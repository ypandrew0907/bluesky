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6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6" r:id="rId4"/>
    <p:sldMasterId id="2147483677" r:id="rId5"/>
    <p:sldMasterId id="2147483678"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Lst>
  <p:sldSz cy="5143500" cx="9144000"/>
  <p:notesSz cx="6858000" cy="9144000"/>
  <p:embeddedFontLst>
    <p:embeddedFont>
      <p:font typeface="Audiowide"/>
      <p:regular r:id="rId70"/>
    </p:embeddedFont>
    <p:embeddedFont>
      <p:font typeface="Proxima Nova"/>
      <p:regular r:id="rId71"/>
      <p:bold r:id="rId72"/>
      <p:italic r:id="rId73"/>
      <p:boldItalic r:id="rId74"/>
    </p:embeddedFont>
    <p:embeddedFont>
      <p:font typeface="Roboto Medium"/>
      <p:regular r:id="rId75"/>
      <p:bold r:id="rId76"/>
      <p:italic r:id="rId77"/>
      <p:boldItalic r:id="rId78"/>
    </p:embeddedFont>
    <p:embeddedFont>
      <p:font typeface="Franklin Gothic"/>
      <p:bold r:id="rId79"/>
    </p:embeddedFont>
    <p:embeddedFont>
      <p:font typeface="Amatic SC"/>
      <p:regular r:id="rId80"/>
      <p:bold r:id="rId81"/>
    </p:embeddedFont>
    <p:embeddedFont>
      <p:font typeface="Didact Gothic"/>
      <p:regular r:id="rId82"/>
    </p:embeddedFont>
    <p:embeddedFont>
      <p:font typeface="Proxima Nova Semibold"/>
      <p:regular r:id="rId83"/>
      <p:bold r:id="rId84"/>
      <p:boldItalic r:id="rId8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71583CF0-C2A1-4F56-BDE7-7A6A75FA93E9}">
  <a:tblStyle styleId="{71583CF0-C2A1-4F56-BDE7-7A6A75FA93E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ProximaNovaSemibold-bold.fntdata"/><Relationship Id="rId83" Type="http://schemas.openxmlformats.org/officeDocument/2006/relationships/font" Target="fonts/ProximaNovaSemibold-regular.fntdata"/><Relationship Id="rId42" Type="http://schemas.openxmlformats.org/officeDocument/2006/relationships/slide" Target="slides/slide35.xml"/><Relationship Id="rId41" Type="http://schemas.openxmlformats.org/officeDocument/2006/relationships/slide" Target="slides/slide34.xml"/><Relationship Id="rId85" Type="http://schemas.openxmlformats.org/officeDocument/2006/relationships/font" Target="fonts/ProximaNovaSemibold-boldItalic.fntdata"/><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AmaticSC-regular.fntdata"/><Relationship Id="rId82" Type="http://schemas.openxmlformats.org/officeDocument/2006/relationships/font" Target="fonts/DidactGothic-regular.fntdata"/><Relationship Id="rId81" Type="http://schemas.openxmlformats.org/officeDocument/2006/relationships/font" Target="fonts/AmaticSC-bold.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ProximaNova-italic.fntdata"/><Relationship Id="rId72" Type="http://schemas.openxmlformats.org/officeDocument/2006/relationships/font" Target="fonts/ProximaNova-bold.fntdata"/><Relationship Id="rId31" Type="http://schemas.openxmlformats.org/officeDocument/2006/relationships/slide" Target="slides/slide24.xml"/><Relationship Id="rId75" Type="http://schemas.openxmlformats.org/officeDocument/2006/relationships/font" Target="fonts/RobotoMedium-regular.fntdata"/><Relationship Id="rId30" Type="http://schemas.openxmlformats.org/officeDocument/2006/relationships/slide" Target="slides/slide23.xml"/><Relationship Id="rId74" Type="http://schemas.openxmlformats.org/officeDocument/2006/relationships/font" Target="fonts/ProximaNova-boldItalic.fntdata"/><Relationship Id="rId33" Type="http://schemas.openxmlformats.org/officeDocument/2006/relationships/slide" Target="slides/slide26.xml"/><Relationship Id="rId77" Type="http://schemas.openxmlformats.org/officeDocument/2006/relationships/font" Target="fonts/RobotoMedium-italic.fntdata"/><Relationship Id="rId32" Type="http://schemas.openxmlformats.org/officeDocument/2006/relationships/slide" Target="slides/slide25.xml"/><Relationship Id="rId76" Type="http://schemas.openxmlformats.org/officeDocument/2006/relationships/font" Target="fonts/RobotoMedium-bold.fntdata"/><Relationship Id="rId35" Type="http://schemas.openxmlformats.org/officeDocument/2006/relationships/slide" Target="slides/slide28.xml"/><Relationship Id="rId79" Type="http://schemas.openxmlformats.org/officeDocument/2006/relationships/font" Target="fonts/FranklinGothic-bold.fntdata"/><Relationship Id="rId34" Type="http://schemas.openxmlformats.org/officeDocument/2006/relationships/slide" Target="slides/slide27.xml"/><Relationship Id="rId78" Type="http://schemas.openxmlformats.org/officeDocument/2006/relationships/font" Target="fonts/RobotoMedium-boldItalic.fntdata"/><Relationship Id="rId71" Type="http://schemas.openxmlformats.org/officeDocument/2006/relationships/font" Target="fonts/ProximaNova-regular.fntdata"/><Relationship Id="rId70" Type="http://schemas.openxmlformats.org/officeDocument/2006/relationships/font" Target="fonts/Audiowide-regular.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slide" Target="slides/slide57.xml"/><Relationship Id="rId63" Type="http://schemas.openxmlformats.org/officeDocument/2006/relationships/slide" Target="slides/slide56.xml"/><Relationship Id="rId22" Type="http://schemas.openxmlformats.org/officeDocument/2006/relationships/slide" Target="slides/slide15.xml"/><Relationship Id="rId66" Type="http://schemas.openxmlformats.org/officeDocument/2006/relationships/slide" Target="slides/slide59.xml"/><Relationship Id="rId21" Type="http://schemas.openxmlformats.org/officeDocument/2006/relationships/slide" Target="slides/slide14.xml"/><Relationship Id="rId65" Type="http://schemas.openxmlformats.org/officeDocument/2006/relationships/slide" Target="slides/slide58.xml"/><Relationship Id="rId24" Type="http://schemas.openxmlformats.org/officeDocument/2006/relationships/slide" Target="slides/slide17.xml"/><Relationship Id="rId68" Type="http://schemas.openxmlformats.org/officeDocument/2006/relationships/slide" Target="slides/slide61.xml"/><Relationship Id="rId23" Type="http://schemas.openxmlformats.org/officeDocument/2006/relationships/slide" Target="slides/slide16.xml"/><Relationship Id="rId67" Type="http://schemas.openxmlformats.org/officeDocument/2006/relationships/slide" Target="slides/slide60.xml"/><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slide" Target="slides/slide62.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 name="Shape 233"/>
        <p:cNvGrpSpPr/>
        <p:nvPr/>
      </p:nvGrpSpPr>
      <p:grpSpPr>
        <a:xfrm>
          <a:off x="0" y="0"/>
          <a:ext cx="0" cy="0"/>
          <a:chOff x="0" y="0"/>
          <a:chExt cx="0" cy="0"/>
        </a:xfrm>
      </p:grpSpPr>
      <p:sp>
        <p:nvSpPr>
          <p:cNvPr id="234" name="Google Shape;234;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235" name="Google Shape;235;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2" name="Shape 312"/>
        <p:cNvGrpSpPr/>
        <p:nvPr/>
      </p:nvGrpSpPr>
      <p:grpSpPr>
        <a:xfrm>
          <a:off x="0" y="0"/>
          <a:ext cx="0" cy="0"/>
          <a:chOff x="0" y="0"/>
          <a:chExt cx="0" cy="0"/>
        </a:xfrm>
      </p:grpSpPr>
      <p:sp>
        <p:nvSpPr>
          <p:cNvPr id="313" name="Google Shape;313;gc482e24fea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4" name="Google Shape;314;gc482e24fea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6" name="Shape 326"/>
        <p:cNvGrpSpPr/>
        <p:nvPr/>
      </p:nvGrpSpPr>
      <p:grpSpPr>
        <a:xfrm>
          <a:off x="0" y="0"/>
          <a:ext cx="0" cy="0"/>
          <a:chOff x="0" y="0"/>
          <a:chExt cx="0" cy="0"/>
        </a:xfrm>
      </p:grpSpPr>
      <p:sp>
        <p:nvSpPr>
          <p:cNvPr id="327" name="Google Shape;327;gc312fa14d5_0_9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8" name="Google Shape;328;gc312fa14d5_0_9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 name="Shape 344"/>
        <p:cNvGrpSpPr/>
        <p:nvPr/>
      </p:nvGrpSpPr>
      <p:grpSpPr>
        <a:xfrm>
          <a:off x="0" y="0"/>
          <a:ext cx="0" cy="0"/>
          <a:chOff x="0" y="0"/>
          <a:chExt cx="0" cy="0"/>
        </a:xfrm>
      </p:grpSpPr>
      <p:sp>
        <p:nvSpPr>
          <p:cNvPr id="345" name="Google Shape;345;gc4d0cd43ed_0_3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 name="Google Shape;346;gc4d0cd43ed_0_3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 name="Shape 362"/>
        <p:cNvGrpSpPr/>
        <p:nvPr/>
      </p:nvGrpSpPr>
      <p:grpSpPr>
        <a:xfrm>
          <a:off x="0" y="0"/>
          <a:ext cx="0" cy="0"/>
          <a:chOff x="0" y="0"/>
          <a:chExt cx="0" cy="0"/>
        </a:xfrm>
      </p:grpSpPr>
      <p:sp>
        <p:nvSpPr>
          <p:cNvPr id="363" name="Google Shape;363;gc4d0cd43ed_0_3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4" name="Google Shape;364;gc4d0cd43ed_0_3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7" name="Shape 497"/>
        <p:cNvGrpSpPr/>
        <p:nvPr/>
      </p:nvGrpSpPr>
      <p:grpSpPr>
        <a:xfrm>
          <a:off x="0" y="0"/>
          <a:ext cx="0" cy="0"/>
          <a:chOff x="0" y="0"/>
          <a:chExt cx="0" cy="0"/>
        </a:xfrm>
      </p:grpSpPr>
      <p:sp>
        <p:nvSpPr>
          <p:cNvPr id="498" name="Google Shape;498;gc312fa14d5_0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9" name="Google Shape;499;gc312fa14d5_0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0" name="Shape 520"/>
        <p:cNvGrpSpPr/>
        <p:nvPr/>
      </p:nvGrpSpPr>
      <p:grpSpPr>
        <a:xfrm>
          <a:off x="0" y="0"/>
          <a:ext cx="0" cy="0"/>
          <a:chOff x="0" y="0"/>
          <a:chExt cx="0" cy="0"/>
        </a:xfrm>
      </p:grpSpPr>
      <p:sp>
        <p:nvSpPr>
          <p:cNvPr id="521" name="Google Shape;521;gc482e24fea_0_2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2" name="Google Shape;522;gc482e24fea_0_2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 name="Shape 584"/>
        <p:cNvGrpSpPr/>
        <p:nvPr/>
      </p:nvGrpSpPr>
      <p:grpSpPr>
        <a:xfrm>
          <a:off x="0" y="0"/>
          <a:ext cx="0" cy="0"/>
          <a:chOff x="0" y="0"/>
          <a:chExt cx="0" cy="0"/>
        </a:xfrm>
      </p:grpSpPr>
      <p:sp>
        <p:nvSpPr>
          <p:cNvPr id="585" name="Google Shape;585;gc312fa14d5_0_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6" name="Google Shape;586;gc312fa14d5_0_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6" name="Shape 636"/>
        <p:cNvGrpSpPr/>
        <p:nvPr/>
      </p:nvGrpSpPr>
      <p:grpSpPr>
        <a:xfrm>
          <a:off x="0" y="0"/>
          <a:ext cx="0" cy="0"/>
          <a:chOff x="0" y="0"/>
          <a:chExt cx="0" cy="0"/>
        </a:xfrm>
      </p:grpSpPr>
      <p:sp>
        <p:nvSpPr>
          <p:cNvPr id="637" name="Google Shape;637;gc312fa14d5_0_2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8" name="Google Shape;638;gc312fa14d5_0_2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8" name="Shape 648"/>
        <p:cNvGrpSpPr/>
        <p:nvPr/>
      </p:nvGrpSpPr>
      <p:grpSpPr>
        <a:xfrm>
          <a:off x="0" y="0"/>
          <a:ext cx="0" cy="0"/>
          <a:chOff x="0" y="0"/>
          <a:chExt cx="0" cy="0"/>
        </a:xfrm>
      </p:grpSpPr>
      <p:sp>
        <p:nvSpPr>
          <p:cNvPr id="649" name="Google Shape;649;gc4d0cd43ed_0_5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0" name="Google Shape;650;gc4d0cd43ed_0_5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3" name="Shape 703"/>
        <p:cNvGrpSpPr/>
        <p:nvPr/>
      </p:nvGrpSpPr>
      <p:grpSpPr>
        <a:xfrm>
          <a:off x="0" y="0"/>
          <a:ext cx="0" cy="0"/>
          <a:chOff x="0" y="0"/>
          <a:chExt cx="0" cy="0"/>
        </a:xfrm>
      </p:grpSpPr>
      <p:sp>
        <p:nvSpPr>
          <p:cNvPr id="704" name="Google Shape;704;gc4d0cd43ed_0_6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5" name="Google Shape;705;gc4d0cd43ed_0_6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 name="Shape 709"/>
        <p:cNvGrpSpPr/>
        <p:nvPr/>
      </p:nvGrpSpPr>
      <p:grpSpPr>
        <a:xfrm>
          <a:off x="0" y="0"/>
          <a:ext cx="0" cy="0"/>
          <a:chOff x="0" y="0"/>
          <a:chExt cx="0" cy="0"/>
        </a:xfrm>
      </p:grpSpPr>
      <p:sp>
        <p:nvSpPr>
          <p:cNvPr id="710" name="Google Shape;710;gc312fa14d5_0_2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1" name="Google Shape;711;gc312fa14d5_0_2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 name="Shape 843"/>
        <p:cNvGrpSpPr/>
        <p:nvPr/>
      </p:nvGrpSpPr>
      <p:grpSpPr>
        <a:xfrm>
          <a:off x="0" y="0"/>
          <a:ext cx="0" cy="0"/>
          <a:chOff x="0" y="0"/>
          <a:chExt cx="0" cy="0"/>
        </a:xfrm>
      </p:grpSpPr>
      <p:sp>
        <p:nvSpPr>
          <p:cNvPr id="844" name="Google Shape;844;gc312fa14d5_0_4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5" name="Google Shape;845;gc312fa14d5_0_4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7" name="Shape 897"/>
        <p:cNvGrpSpPr/>
        <p:nvPr/>
      </p:nvGrpSpPr>
      <p:grpSpPr>
        <a:xfrm>
          <a:off x="0" y="0"/>
          <a:ext cx="0" cy="0"/>
          <a:chOff x="0" y="0"/>
          <a:chExt cx="0" cy="0"/>
        </a:xfrm>
      </p:grpSpPr>
      <p:sp>
        <p:nvSpPr>
          <p:cNvPr id="898" name="Google Shape;898;gc312fa14d5_0_9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9" name="Google Shape;899;gc312fa14d5_0_9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 name="Shape 965"/>
        <p:cNvGrpSpPr/>
        <p:nvPr/>
      </p:nvGrpSpPr>
      <p:grpSpPr>
        <a:xfrm>
          <a:off x="0" y="0"/>
          <a:ext cx="0" cy="0"/>
          <a:chOff x="0" y="0"/>
          <a:chExt cx="0" cy="0"/>
        </a:xfrm>
      </p:grpSpPr>
      <p:sp>
        <p:nvSpPr>
          <p:cNvPr id="966" name="Google Shape;966;gc312fa14d5_0_5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7" name="Google Shape;967;gc312fa14d5_0_5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3" name="Shape 1133"/>
        <p:cNvGrpSpPr/>
        <p:nvPr/>
      </p:nvGrpSpPr>
      <p:grpSpPr>
        <a:xfrm>
          <a:off x="0" y="0"/>
          <a:ext cx="0" cy="0"/>
          <a:chOff x="0" y="0"/>
          <a:chExt cx="0" cy="0"/>
        </a:xfrm>
      </p:grpSpPr>
      <p:sp>
        <p:nvSpPr>
          <p:cNvPr id="1134" name="Google Shape;1134;gc312fa14d5_0_6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5" name="Google Shape;1135;gc312fa14d5_0_6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7" name="Shape 1157"/>
        <p:cNvGrpSpPr/>
        <p:nvPr/>
      </p:nvGrpSpPr>
      <p:grpSpPr>
        <a:xfrm>
          <a:off x="0" y="0"/>
          <a:ext cx="0" cy="0"/>
          <a:chOff x="0" y="0"/>
          <a:chExt cx="0" cy="0"/>
        </a:xfrm>
      </p:grpSpPr>
      <p:sp>
        <p:nvSpPr>
          <p:cNvPr id="1158" name="Google Shape;1158;gc312fa14d5_0_9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9" name="Google Shape;1159;gc312fa14d5_0_9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3" name="Shape 1213"/>
        <p:cNvGrpSpPr/>
        <p:nvPr/>
      </p:nvGrpSpPr>
      <p:grpSpPr>
        <a:xfrm>
          <a:off x="0" y="0"/>
          <a:ext cx="0" cy="0"/>
          <a:chOff x="0" y="0"/>
          <a:chExt cx="0" cy="0"/>
        </a:xfrm>
      </p:grpSpPr>
      <p:sp>
        <p:nvSpPr>
          <p:cNvPr id="1214" name="Google Shape;1214;gc312fa14d5_0_9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5" name="Google Shape;1215;gc312fa14d5_0_9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5" name="Shape 1235"/>
        <p:cNvGrpSpPr/>
        <p:nvPr/>
      </p:nvGrpSpPr>
      <p:grpSpPr>
        <a:xfrm>
          <a:off x="0" y="0"/>
          <a:ext cx="0" cy="0"/>
          <a:chOff x="0" y="0"/>
          <a:chExt cx="0" cy="0"/>
        </a:xfrm>
      </p:grpSpPr>
      <p:sp>
        <p:nvSpPr>
          <p:cNvPr id="1236" name="Google Shape;1236;gc312fa14d5_0_9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7" name="Google Shape;1237;gc312fa14d5_0_9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0" name="Shape 1320"/>
        <p:cNvGrpSpPr/>
        <p:nvPr/>
      </p:nvGrpSpPr>
      <p:grpSpPr>
        <a:xfrm>
          <a:off x="0" y="0"/>
          <a:ext cx="0" cy="0"/>
          <a:chOff x="0" y="0"/>
          <a:chExt cx="0" cy="0"/>
        </a:xfrm>
      </p:grpSpPr>
      <p:sp>
        <p:nvSpPr>
          <p:cNvPr id="1321" name="Google Shape;1321;gc312fa14d5_0_9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2" name="Google Shape;1322;gc312fa14d5_0_9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4" name="Shape 1344"/>
        <p:cNvGrpSpPr/>
        <p:nvPr/>
      </p:nvGrpSpPr>
      <p:grpSpPr>
        <a:xfrm>
          <a:off x="0" y="0"/>
          <a:ext cx="0" cy="0"/>
          <a:chOff x="0" y="0"/>
          <a:chExt cx="0" cy="0"/>
        </a:xfrm>
      </p:grpSpPr>
      <p:sp>
        <p:nvSpPr>
          <p:cNvPr id="1345" name="Google Shape;1345;gc312fa14d5_0_9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6" name="Google Shape;1346;gc312fa14d5_0_9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0" name="Shape 1400"/>
        <p:cNvGrpSpPr/>
        <p:nvPr/>
      </p:nvGrpSpPr>
      <p:grpSpPr>
        <a:xfrm>
          <a:off x="0" y="0"/>
          <a:ext cx="0" cy="0"/>
          <a:chOff x="0" y="0"/>
          <a:chExt cx="0" cy="0"/>
        </a:xfrm>
      </p:grpSpPr>
      <p:sp>
        <p:nvSpPr>
          <p:cNvPr id="1401" name="Google Shape;1401;gc312fa14d5_0_9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2" name="Google Shape;1402;gc312fa14d5_0_9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0" name="Shape 1480"/>
        <p:cNvGrpSpPr/>
        <p:nvPr/>
      </p:nvGrpSpPr>
      <p:grpSpPr>
        <a:xfrm>
          <a:off x="0" y="0"/>
          <a:ext cx="0" cy="0"/>
          <a:chOff x="0" y="0"/>
          <a:chExt cx="0" cy="0"/>
        </a:xfrm>
      </p:grpSpPr>
      <p:sp>
        <p:nvSpPr>
          <p:cNvPr id="1481" name="Google Shape;1481;gc312fa14d5_0_9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2" name="Google Shape;1482;gc312fa14d5_0_9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8" name="Shape 1508"/>
        <p:cNvGrpSpPr/>
        <p:nvPr/>
      </p:nvGrpSpPr>
      <p:grpSpPr>
        <a:xfrm>
          <a:off x="0" y="0"/>
          <a:ext cx="0" cy="0"/>
          <a:chOff x="0" y="0"/>
          <a:chExt cx="0" cy="0"/>
        </a:xfrm>
      </p:grpSpPr>
      <p:sp>
        <p:nvSpPr>
          <p:cNvPr id="1509" name="Google Shape;1509;gc312fa14d5_0_9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0" name="Google Shape;1510;gc312fa14d5_0_9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0" name="Shape 1650"/>
        <p:cNvGrpSpPr/>
        <p:nvPr/>
      </p:nvGrpSpPr>
      <p:grpSpPr>
        <a:xfrm>
          <a:off x="0" y="0"/>
          <a:ext cx="0" cy="0"/>
          <a:chOff x="0" y="0"/>
          <a:chExt cx="0" cy="0"/>
        </a:xfrm>
      </p:grpSpPr>
      <p:sp>
        <p:nvSpPr>
          <p:cNvPr id="1651" name="Google Shape;1651;gc312fa14d5_0_9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2" name="Google Shape;1652;gc312fa14d5_0_9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8" name="Shape 1798"/>
        <p:cNvGrpSpPr/>
        <p:nvPr/>
      </p:nvGrpSpPr>
      <p:grpSpPr>
        <a:xfrm>
          <a:off x="0" y="0"/>
          <a:ext cx="0" cy="0"/>
          <a:chOff x="0" y="0"/>
          <a:chExt cx="0" cy="0"/>
        </a:xfrm>
      </p:grpSpPr>
      <p:sp>
        <p:nvSpPr>
          <p:cNvPr id="1799" name="Google Shape;1799;gc312fa14d5_0_9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0" name="Google Shape;1800;gc312fa14d5_0_9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0" name="Shape 1810"/>
        <p:cNvGrpSpPr/>
        <p:nvPr/>
      </p:nvGrpSpPr>
      <p:grpSpPr>
        <a:xfrm>
          <a:off x="0" y="0"/>
          <a:ext cx="0" cy="0"/>
          <a:chOff x="0" y="0"/>
          <a:chExt cx="0" cy="0"/>
        </a:xfrm>
      </p:grpSpPr>
      <p:sp>
        <p:nvSpPr>
          <p:cNvPr id="1811" name="Google Shape;1811;gc312fa14d5_0_9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2" name="Google Shape;1812;gc312fa14d5_0_9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0" name="Shape 1870"/>
        <p:cNvGrpSpPr/>
        <p:nvPr/>
      </p:nvGrpSpPr>
      <p:grpSpPr>
        <a:xfrm>
          <a:off x="0" y="0"/>
          <a:ext cx="0" cy="0"/>
          <a:chOff x="0" y="0"/>
          <a:chExt cx="0" cy="0"/>
        </a:xfrm>
      </p:grpSpPr>
      <p:sp>
        <p:nvSpPr>
          <p:cNvPr id="1871" name="Google Shape;1871;gc312fa14d5_0_342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2" name="Google Shape;1872;gc312fa14d5_0_342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2" name="Shape 1942"/>
        <p:cNvGrpSpPr/>
        <p:nvPr/>
      </p:nvGrpSpPr>
      <p:grpSpPr>
        <a:xfrm>
          <a:off x="0" y="0"/>
          <a:ext cx="0" cy="0"/>
          <a:chOff x="0" y="0"/>
          <a:chExt cx="0" cy="0"/>
        </a:xfrm>
      </p:grpSpPr>
      <p:sp>
        <p:nvSpPr>
          <p:cNvPr id="1943" name="Google Shape;1943;gc312fa14d5_0_9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4" name="Google Shape;1944;gc312fa14d5_0_9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1" name="Shape 1991"/>
        <p:cNvGrpSpPr/>
        <p:nvPr/>
      </p:nvGrpSpPr>
      <p:grpSpPr>
        <a:xfrm>
          <a:off x="0" y="0"/>
          <a:ext cx="0" cy="0"/>
          <a:chOff x="0" y="0"/>
          <a:chExt cx="0" cy="0"/>
        </a:xfrm>
      </p:grpSpPr>
      <p:sp>
        <p:nvSpPr>
          <p:cNvPr id="1992" name="Google Shape;1992;gc312fa14d5_0_359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3" name="Google Shape;1993;gc312fa14d5_0_359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7" name="Shape 2117"/>
        <p:cNvGrpSpPr/>
        <p:nvPr/>
      </p:nvGrpSpPr>
      <p:grpSpPr>
        <a:xfrm>
          <a:off x="0" y="0"/>
          <a:ext cx="0" cy="0"/>
          <a:chOff x="0" y="0"/>
          <a:chExt cx="0" cy="0"/>
        </a:xfrm>
      </p:grpSpPr>
      <p:sp>
        <p:nvSpPr>
          <p:cNvPr id="2118" name="Google Shape;2118;gc312fa14d5_0_9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9" name="Google Shape;2119;gc312fa14d5_0_9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7" name="Shape 2247"/>
        <p:cNvGrpSpPr/>
        <p:nvPr/>
      </p:nvGrpSpPr>
      <p:grpSpPr>
        <a:xfrm>
          <a:off x="0" y="0"/>
          <a:ext cx="0" cy="0"/>
          <a:chOff x="0" y="0"/>
          <a:chExt cx="0" cy="0"/>
        </a:xfrm>
      </p:grpSpPr>
      <p:sp>
        <p:nvSpPr>
          <p:cNvPr id="2248" name="Google Shape;2248;gc312fa14d5_0_9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9" name="Google Shape;2249;gc312fa14d5_0_9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2" name="Shape 2272"/>
        <p:cNvGrpSpPr/>
        <p:nvPr/>
      </p:nvGrpSpPr>
      <p:grpSpPr>
        <a:xfrm>
          <a:off x="0" y="0"/>
          <a:ext cx="0" cy="0"/>
          <a:chOff x="0" y="0"/>
          <a:chExt cx="0" cy="0"/>
        </a:xfrm>
      </p:grpSpPr>
      <p:sp>
        <p:nvSpPr>
          <p:cNvPr id="2273" name="Google Shape;2273;gc312fa14d5_0_9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4" name="Google Shape;2274;gc312fa14d5_0_9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3" name="Shape 2303"/>
        <p:cNvGrpSpPr/>
        <p:nvPr/>
      </p:nvGrpSpPr>
      <p:grpSpPr>
        <a:xfrm>
          <a:off x="0" y="0"/>
          <a:ext cx="0" cy="0"/>
          <a:chOff x="0" y="0"/>
          <a:chExt cx="0" cy="0"/>
        </a:xfrm>
      </p:grpSpPr>
      <p:sp>
        <p:nvSpPr>
          <p:cNvPr id="2304" name="Google Shape;2304;gc312fa14d5_0_9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5" name="Google Shape;2305;gc312fa14d5_0_9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29" name="Shape 2329"/>
        <p:cNvGrpSpPr/>
        <p:nvPr/>
      </p:nvGrpSpPr>
      <p:grpSpPr>
        <a:xfrm>
          <a:off x="0" y="0"/>
          <a:ext cx="0" cy="0"/>
          <a:chOff x="0" y="0"/>
          <a:chExt cx="0" cy="0"/>
        </a:xfrm>
      </p:grpSpPr>
      <p:sp>
        <p:nvSpPr>
          <p:cNvPr id="2330" name="Google Shape;2330;gc312fa14d5_0_9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1" name="Google Shape;2331;gc312fa14d5_0_9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98" name="Shape 2398"/>
        <p:cNvGrpSpPr/>
        <p:nvPr/>
      </p:nvGrpSpPr>
      <p:grpSpPr>
        <a:xfrm>
          <a:off x="0" y="0"/>
          <a:ext cx="0" cy="0"/>
          <a:chOff x="0" y="0"/>
          <a:chExt cx="0" cy="0"/>
        </a:xfrm>
      </p:grpSpPr>
      <p:sp>
        <p:nvSpPr>
          <p:cNvPr id="2399" name="Google Shape;2399;gc53560ebaa_0_3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00" name="Google Shape;2400;gc53560ebaa_0_3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4" name="Shape 2724"/>
        <p:cNvGrpSpPr/>
        <p:nvPr/>
      </p:nvGrpSpPr>
      <p:grpSpPr>
        <a:xfrm>
          <a:off x="0" y="0"/>
          <a:ext cx="0" cy="0"/>
          <a:chOff x="0" y="0"/>
          <a:chExt cx="0" cy="0"/>
        </a:xfrm>
      </p:grpSpPr>
      <p:sp>
        <p:nvSpPr>
          <p:cNvPr id="2725" name="Google Shape;2725;gc53560ebaa_0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26" name="Google Shape;2726;gc53560ebaa_0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33" name="Shape 2733"/>
        <p:cNvGrpSpPr/>
        <p:nvPr/>
      </p:nvGrpSpPr>
      <p:grpSpPr>
        <a:xfrm>
          <a:off x="0" y="0"/>
          <a:ext cx="0" cy="0"/>
          <a:chOff x="0" y="0"/>
          <a:chExt cx="0" cy="0"/>
        </a:xfrm>
      </p:grpSpPr>
      <p:sp>
        <p:nvSpPr>
          <p:cNvPr id="2734" name="Google Shape;2734;gc53560ebaa_0_3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35" name="Google Shape;2735;gc53560ebaa_0_3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2" name="Shape 2742"/>
        <p:cNvGrpSpPr/>
        <p:nvPr/>
      </p:nvGrpSpPr>
      <p:grpSpPr>
        <a:xfrm>
          <a:off x="0" y="0"/>
          <a:ext cx="0" cy="0"/>
          <a:chOff x="0" y="0"/>
          <a:chExt cx="0" cy="0"/>
        </a:xfrm>
      </p:grpSpPr>
      <p:sp>
        <p:nvSpPr>
          <p:cNvPr id="2743" name="Google Shape;2743;SLIDES_API600189556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44" name="Google Shape;2744;SLIDES_API600189556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9" name="Shape 2749"/>
        <p:cNvGrpSpPr/>
        <p:nvPr/>
      </p:nvGrpSpPr>
      <p:grpSpPr>
        <a:xfrm>
          <a:off x="0" y="0"/>
          <a:ext cx="0" cy="0"/>
          <a:chOff x="0" y="0"/>
          <a:chExt cx="0" cy="0"/>
        </a:xfrm>
      </p:grpSpPr>
      <p:sp>
        <p:nvSpPr>
          <p:cNvPr id="2750" name="Google Shape;2750;gc312fa14d5_0_17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51" name="Google Shape;2751;gc312fa14d5_0_17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71" name="Shape 2771"/>
        <p:cNvGrpSpPr/>
        <p:nvPr/>
      </p:nvGrpSpPr>
      <p:grpSpPr>
        <a:xfrm>
          <a:off x="0" y="0"/>
          <a:ext cx="0" cy="0"/>
          <a:chOff x="0" y="0"/>
          <a:chExt cx="0" cy="0"/>
        </a:xfrm>
      </p:grpSpPr>
      <p:sp>
        <p:nvSpPr>
          <p:cNvPr id="2772" name="Google Shape;2772;gc312fa14d5_0_17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73" name="Google Shape;2773;gc312fa14d5_0_17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7" name="Shape 2787"/>
        <p:cNvGrpSpPr/>
        <p:nvPr/>
      </p:nvGrpSpPr>
      <p:grpSpPr>
        <a:xfrm>
          <a:off x="0" y="0"/>
          <a:ext cx="0" cy="0"/>
          <a:chOff x="0" y="0"/>
          <a:chExt cx="0" cy="0"/>
        </a:xfrm>
      </p:grpSpPr>
      <p:sp>
        <p:nvSpPr>
          <p:cNvPr id="2788" name="Google Shape;2788;gc312fa14d5_0_17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89" name="Google Shape;2789;gc312fa14d5_0_17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24" name="Shape 3124"/>
        <p:cNvGrpSpPr/>
        <p:nvPr/>
      </p:nvGrpSpPr>
      <p:grpSpPr>
        <a:xfrm>
          <a:off x="0" y="0"/>
          <a:ext cx="0" cy="0"/>
          <a:chOff x="0" y="0"/>
          <a:chExt cx="0" cy="0"/>
        </a:xfrm>
      </p:grpSpPr>
      <p:sp>
        <p:nvSpPr>
          <p:cNvPr id="3125" name="Google Shape;3125;gc312fa14d5_0_175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26" name="Google Shape;3126;gc312fa14d5_0_175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11" name="Shape 5911"/>
        <p:cNvGrpSpPr/>
        <p:nvPr/>
      </p:nvGrpSpPr>
      <p:grpSpPr>
        <a:xfrm>
          <a:off x="0" y="0"/>
          <a:ext cx="0" cy="0"/>
          <a:chOff x="0" y="0"/>
          <a:chExt cx="0" cy="0"/>
        </a:xfrm>
      </p:grpSpPr>
      <p:sp>
        <p:nvSpPr>
          <p:cNvPr id="5912" name="Google Shape;5912;gc312fa14d5_0_203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13" name="Google Shape;5913;gc312fa14d5_0_203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30" name="Shape 6330"/>
        <p:cNvGrpSpPr/>
        <p:nvPr/>
      </p:nvGrpSpPr>
      <p:grpSpPr>
        <a:xfrm>
          <a:off x="0" y="0"/>
          <a:ext cx="0" cy="0"/>
          <a:chOff x="0" y="0"/>
          <a:chExt cx="0" cy="0"/>
        </a:xfrm>
      </p:grpSpPr>
      <p:sp>
        <p:nvSpPr>
          <p:cNvPr id="6331" name="Google Shape;6331;gc312fa14d5_0_207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32" name="Google Shape;6332;gc312fa14d5_0_207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00" name="Shape 6500"/>
        <p:cNvGrpSpPr/>
        <p:nvPr/>
      </p:nvGrpSpPr>
      <p:grpSpPr>
        <a:xfrm>
          <a:off x="0" y="0"/>
          <a:ext cx="0" cy="0"/>
          <a:chOff x="0" y="0"/>
          <a:chExt cx="0" cy="0"/>
        </a:xfrm>
      </p:grpSpPr>
      <p:sp>
        <p:nvSpPr>
          <p:cNvPr id="6501" name="Google Shape;6501;gc312fa14d5_0_209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02" name="Google Shape;6502;gc312fa14d5_0_209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5" name="Shape 6905"/>
        <p:cNvGrpSpPr/>
        <p:nvPr/>
      </p:nvGrpSpPr>
      <p:grpSpPr>
        <a:xfrm>
          <a:off x="0" y="0"/>
          <a:ext cx="0" cy="0"/>
          <a:chOff x="0" y="0"/>
          <a:chExt cx="0" cy="0"/>
        </a:xfrm>
      </p:grpSpPr>
      <p:sp>
        <p:nvSpPr>
          <p:cNvPr id="6906" name="Google Shape;6906;gc312fa14d5_0_213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07" name="Google Shape;6907;gc312fa14d5_0_213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gc312fa14d5_0_217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87" name="Google Shape;7287;gc312fa14d5_0_217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03" name="Shape 8203"/>
        <p:cNvGrpSpPr/>
        <p:nvPr/>
      </p:nvGrpSpPr>
      <p:grpSpPr>
        <a:xfrm>
          <a:off x="0" y="0"/>
          <a:ext cx="0" cy="0"/>
          <a:chOff x="0" y="0"/>
          <a:chExt cx="0" cy="0"/>
        </a:xfrm>
      </p:grpSpPr>
      <p:sp>
        <p:nvSpPr>
          <p:cNvPr id="8204" name="Google Shape;8204;gc312fa14d5_0_226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05" name="Google Shape;8205;gc312fa14d5_0_226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37" name="Shape 9637"/>
        <p:cNvGrpSpPr/>
        <p:nvPr/>
      </p:nvGrpSpPr>
      <p:grpSpPr>
        <a:xfrm>
          <a:off x="0" y="0"/>
          <a:ext cx="0" cy="0"/>
          <a:chOff x="0" y="0"/>
          <a:chExt cx="0" cy="0"/>
        </a:xfrm>
      </p:grpSpPr>
      <p:sp>
        <p:nvSpPr>
          <p:cNvPr id="9638" name="Google Shape;9638;gc312fa14d5_0_240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39" name="Google Shape;9639;gc312fa14d5_0_240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93" name="Shape 12193"/>
        <p:cNvGrpSpPr/>
        <p:nvPr/>
      </p:nvGrpSpPr>
      <p:grpSpPr>
        <a:xfrm>
          <a:off x="0" y="0"/>
          <a:ext cx="0" cy="0"/>
          <a:chOff x="0" y="0"/>
          <a:chExt cx="0" cy="0"/>
        </a:xfrm>
      </p:grpSpPr>
      <p:sp>
        <p:nvSpPr>
          <p:cNvPr id="12194" name="Google Shape;12194;gc312fa14d5_0_266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95" name="Google Shape;12195;gc312fa14d5_0_266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43" name="Shape 14143"/>
        <p:cNvGrpSpPr/>
        <p:nvPr/>
      </p:nvGrpSpPr>
      <p:grpSpPr>
        <a:xfrm>
          <a:off x="0" y="0"/>
          <a:ext cx="0" cy="0"/>
          <a:chOff x="0" y="0"/>
          <a:chExt cx="0" cy="0"/>
        </a:xfrm>
      </p:grpSpPr>
      <p:sp>
        <p:nvSpPr>
          <p:cNvPr id="14144" name="Google Shape;14144;gc312fa14d5_0_285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45" name="Google Shape;14145;gc312fa14d5_0_285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18" name="Shape 15918"/>
        <p:cNvGrpSpPr/>
        <p:nvPr/>
      </p:nvGrpSpPr>
      <p:grpSpPr>
        <a:xfrm>
          <a:off x="0" y="0"/>
          <a:ext cx="0" cy="0"/>
          <a:chOff x="0" y="0"/>
          <a:chExt cx="0" cy="0"/>
        </a:xfrm>
      </p:grpSpPr>
      <p:sp>
        <p:nvSpPr>
          <p:cNvPr id="15919" name="Google Shape;15919;gc312fa14d5_0_303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20" name="Google Shape;15920;gc312fa14d5_0_303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2" name="Shape 16962"/>
        <p:cNvGrpSpPr/>
        <p:nvPr/>
      </p:nvGrpSpPr>
      <p:grpSpPr>
        <a:xfrm>
          <a:off x="0" y="0"/>
          <a:ext cx="0" cy="0"/>
          <a:chOff x="0" y="0"/>
          <a:chExt cx="0" cy="0"/>
        </a:xfrm>
      </p:grpSpPr>
      <p:sp>
        <p:nvSpPr>
          <p:cNvPr id="16963" name="Google Shape;16963;gc312fa14d5_0_313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64" name="Google Shape;16964;gc312fa14d5_0_313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72" name="Shape 18672"/>
        <p:cNvGrpSpPr/>
        <p:nvPr/>
      </p:nvGrpSpPr>
      <p:grpSpPr>
        <a:xfrm>
          <a:off x="0" y="0"/>
          <a:ext cx="0" cy="0"/>
          <a:chOff x="0" y="0"/>
          <a:chExt cx="0" cy="0"/>
        </a:xfrm>
      </p:grpSpPr>
      <p:sp>
        <p:nvSpPr>
          <p:cNvPr id="18673" name="Google Shape;18673;SLIDES_API600189556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74" name="Google Shape;18674;SLIDES_API600189556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86" name="Shape 18786"/>
        <p:cNvGrpSpPr/>
        <p:nvPr/>
      </p:nvGrpSpPr>
      <p:grpSpPr>
        <a:xfrm>
          <a:off x="0" y="0"/>
          <a:ext cx="0" cy="0"/>
          <a:chOff x="0" y="0"/>
          <a:chExt cx="0" cy="0"/>
        </a:xfrm>
      </p:grpSpPr>
      <p:sp>
        <p:nvSpPr>
          <p:cNvPr id="18787" name="Google Shape;18787;SLIDES_API600189556_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88" name="Google Shape;18788;SLIDES_API600189556_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29" name="Shape 18829"/>
        <p:cNvGrpSpPr/>
        <p:nvPr/>
      </p:nvGrpSpPr>
      <p:grpSpPr>
        <a:xfrm>
          <a:off x="0" y="0"/>
          <a:ext cx="0" cy="0"/>
          <a:chOff x="0" y="0"/>
          <a:chExt cx="0" cy="0"/>
        </a:xfrm>
      </p:grpSpPr>
      <p:sp>
        <p:nvSpPr>
          <p:cNvPr id="18830" name="Google Shape;18830;SLIDES_API600189556_1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31" name="Google Shape;18831;SLIDES_API600189556_1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06" name="Shape 19206"/>
        <p:cNvGrpSpPr/>
        <p:nvPr/>
      </p:nvGrpSpPr>
      <p:grpSpPr>
        <a:xfrm>
          <a:off x="0" y="0"/>
          <a:ext cx="0" cy="0"/>
          <a:chOff x="0" y="0"/>
          <a:chExt cx="0" cy="0"/>
        </a:xfrm>
      </p:grpSpPr>
      <p:sp>
        <p:nvSpPr>
          <p:cNvPr id="19207" name="Google Shape;19207;SLIDES_API600189556_5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08" name="Google Shape;19208;SLIDES_API600189556_5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12" name="Shape 20112"/>
        <p:cNvGrpSpPr/>
        <p:nvPr/>
      </p:nvGrpSpPr>
      <p:grpSpPr>
        <a:xfrm>
          <a:off x="0" y="0"/>
          <a:ext cx="0" cy="0"/>
          <a:chOff x="0" y="0"/>
          <a:chExt cx="0" cy="0"/>
        </a:xfrm>
      </p:grpSpPr>
      <p:sp>
        <p:nvSpPr>
          <p:cNvPr id="20113" name="Google Shape;20113;SLIDES_API600189556_14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14" name="Google Shape;20114;SLIDES_API600189556_14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70" name="Shape 20870"/>
        <p:cNvGrpSpPr/>
        <p:nvPr/>
      </p:nvGrpSpPr>
      <p:grpSpPr>
        <a:xfrm>
          <a:off x="0" y="0"/>
          <a:ext cx="0" cy="0"/>
          <a:chOff x="0" y="0"/>
          <a:chExt cx="0" cy="0"/>
        </a:xfrm>
      </p:grpSpPr>
      <p:sp>
        <p:nvSpPr>
          <p:cNvPr id="20871" name="Google Shape;20871;SLIDES_API600189556_22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872" name="Google Shape;20872;SLIDES_API600189556_22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51" name="Shape 21051"/>
        <p:cNvGrpSpPr/>
        <p:nvPr/>
      </p:nvGrpSpPr>
      <p:grpSpPr>
        <a:xfrm>
          <a:off x="0" y="0"/>
          <a:ext cx="0" cy="0"/>
          <a:chOff x="0" y="0"/>
          <a:chExt cx="0" cy="0"/>
        </a:xfrm>
      </p:grpSpPr>
      <p:sp>
        <p:nvSpPr>
          <p:cNvPr id="21052" name="Google Shape;21052;SLIDES_API600189556_24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053" name="Google Shape;21053;SLIDES_API600189556_24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51" name="Shape 21351"/>
        <p:cNvGrpSpPr/>
        <p:nvPr/>
      </p:nvGrpSpPr>
      <p:grpSpPr>
        <a:xfrm>
          <a:off x="0" y="0"/>
          <a:ext cx="0" cy="0"/>
          <a:chOff x="0" y="0"/>
          <a:chExt cx="0" cy="0"/>
        </a:xfrm>
      </p:grpSpPr>
      <p:sp>
        <p:nvSpPr>
          <p:cNvPr id="21352" name="Google Shape;21352;gc312fa14d5_0_330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53" name="Google Shape;21353;gc312fa14d5_0_330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blip>
          <a:stretch>
            <a:fillRect/>
          </a:stretch>
        </p:blipFill>
        <p:spPr>
          <a:xfrm>
            <a:off x="0" y="3622"/>
            <a:ext cx="9144001" cy="5136257"/>
          </a:xfrm>
          <a:prstGeom prst="rect">
            <a:avLst/>
          </a:prstGeom>
          <a:noFill/>
          <a:ln>
            <a:noFill/>
          </a:ln>
        </p:spPr>
      </p:pic>
      <p:sp>
        <p:nvSpPr>
          <p:cNvPr id="10" name="Google Shape;10;p2"/>
          <p:cNvSpPr txBox="1"/>
          <p:nvPr>
            <p:ph type="ctrTitle"/>
          </p:nvPr>
        </p:nvSpPr>
        <p:spPr>
          <a:xfrm>
            <a:off x="1292700" y="1358450"/>
            <a:ext cx="6558600" cy="11580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5200"/>
              <a:buNone/>
              <a:defRPr b="1" sz="6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1119450" y="3335150"/>
            <a:ext cx="6905100" cy="4506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800"/>
              <a:buNone/>
              <a:defRPr sz="20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pic>
        <p:nvPicPr>
          <p:cNvPr id="13" name="Google Shape;13;p3"/>
          <p:cNvPicPr preferRelativeResize="0"/>
          <p:nvPr/>
        </p:nvPicPr>
        <p:blipFill>
          <a:blip r:embed="rId2">
            <a:alphaModFix/>
          </a:blip>
          <a:stretch>
            <a:fillRect/>
          </a:stretch>
        </p:blipFill>
        <p:spPr>
          <a:xfrm>
            <a:off x="0" y="3622"/>
            <a:ext cx="9144001" cy="5136257"/>
          </a:xfrm>
          <a:prstGeom prst="rect">
            <a:avLst/>
          </a:prstGeom>
          <a:noFill/>
          <a:ln>
            <a:noFill/>
          </a:ln>
        </p:spPr>
      </p:pic>
      <p:grpSp>
        <p:nvGrpSpPr>
          <p:cNvPr id="14" name="Google Shape;14;p3"/>
          <p:cNvGrpSpPr/>
          <p:nvPr/>
        </p:nvGrpSpPr>
        <p:grpSpPr>
          <a:xfrm>
            <a:off x="0" y="4464825"/>
            <a:ext cx="9143980" cy="678670"/>
            <a:chOff x="13" y="4052000"/>
            <a:chExt cx="9143980" cy="678670"/>
          </a:xfrm>
        </p:grpSpPr>
        <p:sp>
          <p:nvSpPr>
            <p:cNvPr id="15" name="Google Shape;15;p3"/>
            <p:cNvSpPr/>
            <p:nvPr/>
          </p:nvSpPr>
          <p:spPr>
            <a:xfrm>
              <a:off x="13" y="4624367"/>
              <a:ext cx="9143980" cy="106303"/>
            </a:xfrm>
            <a:custGeom>
              <a:rect b="b" l="l" r="r" t="t"/>
              <a:pathLst>
                <a:path extrusionOk="0" h="726" w="21543">
                  <a:moveTo>
                    <a:pt x="1" y="1"/>
                  </a:moveTo>
                  <a:lnTo>
                    <a:pt x="1" y="725"/>
                  </a:lnTo>
                  <a:lnTo>
                    <a:pt x="21543" y="725"/>
                  </a:lnTo>
                  <a:lnTo>
                    <a:pt x="21543" y="1"/>
                  </a:lnTo>
                  <a:close/>
                </a:path>
              </a:pathLst>
            </a:custGeom>
            <a:solidFill>
              <a:schemeClr val="dk1">
                <a:alpha val="825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3"/>
            <p:cNvSpPr/>
            <p:nvPr/>
          </p:nvSpPr>
          <p:spPr>
            <a:xfrm>
              <a:off x="13" y="4431528"/>
              <a:ext cx="9143980" cy="86243"/>
            </a:xfrm>
            <a:custGeom>
              <a:rect b="b" l="l" r="r" t="t"/>
              <a:pathLst>
                <a:path extrusionOk="0" h="589" w="21543">
                  <a:moveTo>
                    <a:pt x="1" y="0"/>
                  </a:moveTo>
                  <a:lnTo>
                    <a:pt x="1" y="589"/>
                  </a:lnTo>
                  <a:lnTo>
                    <a:pt x="21543" y="589"/>
                  </a:lnTo>
                  <a:lnTo>
                    <a:pt x="21543" y="0"/>
                  </a:lnTo>
                  <a:close/>
                </a:path>
              </a:pathLst>
            </a:custGeom>
            <a:solidFill>
              <a:schemeClr val="dk1">
                <a:alpha val="794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3"/>
            <p:cNvSpPr/>
            <p:nvPr/>
          </p:nvSpPr>
          <p:spPr>
            <a:xfrm>
              <a:off x="13" y="4241764"/>
              <a:ext cx="9143980" cy="62522"/>
            </a:xfrm>
            <a:custGeom>
              <a:rect b="b" l="l" r="r" t="t"/>
              <a:pathLst>
                <a:path extrusionOk="0" h="427" w="21543">
                  <a:moveTo>
                    <a:pt x="1" y="1"/>
                  </a:moveTo>
                  <a:lnTo>
                    <a:pt x="1" y="427"/>
                  </a:lnTo>
                  <a:lnTo>
                    <a:pt x="21543" y="427"/>
                  </a:lnTo>
                  <a:lnTo>
                    <a:pt x="21543" y="1"/>
                  </a:lnTo>
                  <a:close/>
                </a:path>
              </a:pathLst>
            </a:custGeom>
            <a:solidFill>
              <a:schemeClr val="dk1">
                <a:alpha val="7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3"/>
            <p:cNvSpPr/>
            <p:nvPr/>
          </p:nvSpPr>
          <p:spPr>
            <a:xfrm>
              <a:off x="13" y="4052000"/>
              <a:ext cx="9143980" cy="38948"/>
            </a:xfrm>
            <a:custGeom>
              <a:rect b="b" l="l" r="r" t="t"/>
              <a:pathLst>
                <a:path extrusionOk="0" h="266" w="21543">
                  <a:moveTo>
                    <a:pt x="1" y="1"/>
                  </a:moveTo>
                  <a:lnTo>
                    <a:pt x="1" y="265"/>
                  </a:lnTo>
                  <a:lnTo>
                    <a:pt x="21543" y="265"/>
                  </a:lnTo>
                  <a:lnTo>
                    <a:pt x="21543" y="1"/>
                  </a:lnTo>
                  <a:close/>
                </a:path>
              </a:pathLst>
            </a:custGeom>
            <a:solidFill>
              <a:schemeClr val="dk1">
                <a:alpha val="69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 name="Google Shape;19;p3"/>
          <p:cNvSpPr txBox="1"/>
          <p:nvPr>
            <p:ph type="title"/>
          </p:nvPr>
        </p:nvSpPr>
        <p:spPr>
          <a:xfrm>
            <a:off x="1495425" y="2417250"/>
            <a:ext cx="6153300" cy="7260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3600"/>
              <a:buNone/>
              <a:defRPr b="1"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0" name="Google Shape;20;p3"/>
          <p:cNvSpPr txBox="1"/>
          <p:nvPr>
            <p:ph idx="1" type="subTitle"/>
          </p:nvPr>
        </p:nvSpPr>
        <p:spPr>
          <a:xfrm>
            <a:off x="1495350" y="3181350"/>
            <a:ext cx="6153300" cy="465300"/>
          </a:xfrm>
          <a:prstGeom prst="rect">
            <a:avLst/>
          </a:prstGeom>
        </p:spPr>
        <p:txBody>
          <a:bodyPr anchorCtr="0" anchor="ctr" bIns="91425" lIns="91425" spcFirstLastPara="1" rIns="91425" wrap="square" tIns="91425">
            <a:normAutofit/>
          </a:bodyPr>
          <a:lstStyle>
            <a:lvl1pPr lvl="0" algn="ctr">
              <a:lnSpc>
                <a:spcPct val="100000"/>
              </a:lnSpc>
              <a:spcBef>
                <a:spcPts val="0"/>
              </a:spcBef>
              <a:spcAft>
                <a:spcPts val="0"/>
              </a:spcAft>
              <a:buSzPts val="1800"/>
              <a:buNone/>
              <a:defRPr sz="16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1" name="Shape 21"/>
        <p:cNvGrpSpPr/>
        <p:nvPr/>
      </p:nvGrpSpPr>
      <p:grpSpPr>
        <a:xfrm>
          <a:off x="0" y="0"/>
          <a:ext cx="0" cy="0"/>
          <a:chOff x="0" y="0"/>
          <a:chExt cx="0" cy="0"/>
        </a:xfrm>
      </p:grpSpPr>
      <p:pic>
        <p:nvPicPr>
          <p:cNvPr id="22" name="Google Shape;22;p4"/>
          <p:cNvPicPr preferRelativeResize="0"/>
          <p:nvPr/>
        </p:nvPicPr>
        <p:blipFill>
          <a:blip r:embed="rId2">
            <a:alphaModFix/>
          </a:blip>
          <a:stretch>
            <a:fillRect/>
          </a:stretch>
        </p:blipFill>
        <p:spPr>
          <a:xfrm>
            <a:off x="0" y="3622"/>
            <a:ext cx="9144001" cy="5136257"/>
          </a:xfrm>
          <a:prstGeom prst="rect">
            <a:avLst/>
          </a:prstGeom>
          <a:noFill/>
          <a:ln>
            <a:noFill/>
          </a:ln>
        </p:spPr>
      </p:pic>
      <p:sp>
        <p:nvSpPr>
          <p:cNvPr id="23" name="Google Shape;23;p4"/>
          <p:cNvSpPr txBox="1"/>
          <p:nvPr>
            <p:ph type="title"/>
          </p:nvPr>
        </p:nvSpPr>
        <p:spPr>
          <a:xfrm>
            <a:off x="720000" y="374900"/>
            <a:ext cx="7704000" cy="572700"/>
          </a:xfrm>
          <a:prstGeom prst="rect">
            <a:avLst/>
          </a:prstGeom>
        </p:spPr>
        <p:txBody>
          <a:bodyPr anchorCtr="0" anchor="t" bIns="91425" lIns="91425" spcFirstLastPara="1" rIns="91425" wrap="square" tIns="91425">
            <a:normAutofit/>
          </a:bodyPr>
          <a:lstStyle>
            <a:lvl1pPr lvl="0" algn="ctr">
              <a:spcBef>
                <a:spcPts val="0"/>
              </a:spcBef>
              <a:spcAft>
                <a:spcPts val="0"/>
              </a:spcAft>
              <a:buSzPts val="2800"/>
              <a:buNone/>
              <a:defRPr b="1" sz="2748"/>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4" name="Google Shape;24;p4"/>
          <p:cNvSpPr txBox="1"/>
          <p:nvPr>
            <p:ph idx="1" type="body"/>
          </p:nvPr>
        </p:nvSpPr>
        <p:spPr>
          <a:xfrm>
            <a:off x="1985550" y="1210275"/>
            <a:ext cx="5172900" cy="3374700"/>
          </a:xfrm>
          <a:prstGeom prst="rect">
            <a:avLst/>
          </a:prstGeom>
        </p:spPr>
        <p:txBody>
          <a:bodyPr anchorCtr="0" anchor="ctr" bIns="91425" lIns="91425" spcFirstLastPara="1" rIns="91425" wrap="square" tIns="91425">
            <a:normAutofit/>
          </a:bodyPr>
          <a:lstStyle>
            <a:lvl1pPr indent="-279400" lvl="0" marL="457200">
              <a:spcBef>
                <a:spcPts val="0"/>
              </a:spcBef>
              <a:spcAft>
                <a:spcPts val="0"/>
              </a:spcAft>
              <a:buClr>
                <a:schemeClr val="dk1"/>
              </a:buClr>
              <a:buSzPts val="800"/>
              <a:buFont typeface="Open Sans"/>
              <a:buChar char="●"/>
              <a:defRPr sz="1400"/>
            </a:lvl1pPr>
            <a:lvl2pPr indent="-279400" lvl="1" marL="914400">
              <a:spcBef>
                <a:spcPts val="0"/>
              </a:spcBef>
              <a:spcAft>
                <a:spcPts val="0"/>
              </a:spcAft>
              <a:buClr>
                <a:schemeClr val="accent1"/>
              </a:buClr>
              <a:buSzPts val="800"/>
              <a:buFont typeface="Open Sans"/>
              <a:buChar char="○"/>
              <a:defRPr/>
            </a:lvl2pPr>
            <a:lvl3pPr indent="-279400" lvl="2" marL="1371600">
              <a:spcBef>
                <a:spcPts val="0"/>
              </a:spcBef>
              <a:spcAft>
                <a:spcPts val="0"/>
              </a:spcAft>
              <a:buClr>
                <a:schemeClr val="accent1"/>
              </a:buClr>
              <a:buSzPts val="800"/>
              <a:buFont typeface="Open Sans"/>
              <a:buChar char="■"/>
              <a:defRPr/>
            </a:lvl3pPr>
            <a:lvl4pPr indent="-279400" lvl="3" marL="1828800">
              <a:spcBef>
                <a:spcPts val="0"/>
              </a:spcBef>
              <a:spcAft>
                <a:spcPts val="0"/>
              </a:spcAft>
              <a:buClr>
                <a:schemeClr val="accent1"/>
              </a:buClr>
              <a:buSzPts val="800"/>
              <a:buFont typeface="Open Sans"/>
              <a:buChar char="●"/>
              <a:defRPr/>
            </a:lvl4pPr>
            <a:lvl5pPr indent="-304800" lvl="4" marL="2286000">
              <a:spcBef>
                <a:spcPts val="0"/>
              </a:spcBef>
              <a:spcAft>
                <a:spcPts val="0"/>
              </a:spcAft>
              <a:buClr>
                <a:schemeClr val="accent1"/>
              </a:buClr>
              <a:buSzPts val="1200"/>
              <a:buFont typeface="Open Sans"/>
              <a:buChar char="○"/>
              <a:defRPr/>
            </a:lvl5pPr>
            <a:lvl6pPr indent="-304800" lvl="5" marL="2743200">
              <a:spcBef>
                <a:spcPts val="0"/>
              </a:spcBef>
              <a:spcAft>
                <a:spcPts val="0"/>
              </a:spcAft>
              <a:buClr>
                <a:schemeClr val="accent1"/>
              </a:buClr>
              <a:buSzPts val="1200"/>
              <a:buFont typeface="Open Sans"/>
              <a:buChar char="■"/>
              <a:defRPr/>
            </a:lvl6pPr>
            <a:lvl7pPr indent="-273050" lvl="6" marL="3200400">
              <a:spcBef>
                <a:spcPts val="0"/>
              </a:spcBef>
              <a:spcAft>
                <a:spcPts val="0"/>
              </a:spcAft>
              <a:buClr>
                <a:schemeClr val="accent1"/>
              </a:buClr>
              <a:buSzPts val="700"/>
              <a:buFont typeface="Open Sans"/>
              <a:buChar char="●"/>
              <a:defRPr/>
            </a:lvl7pPr>
            <a:lvl8pPr indent="-273050" lvl="7" marL="3657600">
              <a:spcBef>
                <a:spcPts val="0"/>
              </a:spcBef>
              <a:spcAft>
                <a:spcPts val="0"/>
              </a:spcAft>
              <a:buClr>
                <a:schemeClr val="accent1"/>
              </a:buClr>
              <a:buSzPts val="700"/>
              <a:buFont typeface="Open Sans"/>
              <a:buChar char="○"/>
              <a:defRPr/>
            </a:lvl8pPr>
            <a:lvl9pPr indent="-266700" lvl="8" marL="4114800">
              <a:spcBef>
                <a:spcPts val="0"/>
              </a:spcBef>
              <a:spcAft>
                <a:spcPts val="0"/>
              </a:spcAft>
              <a:buClr>
                <a:schemeClr val="accent1"/>
              </a:buClr>
              <a:buSzPts val="600"/>
              <a:buFont typeface="Open Sans"/>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5" name="Shape 25"/>
        <p:cNvGrpSpPr/>
        <p:nvPr/>
      </p:nvGrpSpPr>
      <p:grpSpPr>
        <a:xfrm>
          <a:off x="0" y="0"/>
          <a:ext cx="0" cy="0"/>
          <a:chOff x="0" y="0"/>
          <a:chExt cx="0" cy="0"/>
        </a:xfrm>
      </p:grpSpPr>
      <p:pic>
        <p:nvPicPr>
          <p:cNvPr id="26" name="Google Shape;26;p5"/>
          <p:cNvPicPr preferRelativeResize="0"/>
          <p:nvPr/>
        </p:nvPicPr>
        <p:blipFill>
          <a:blip r:embed="rId2">
            <a:alphaModFix/>
          </a:blip>
          <a:stretch>
            <a:fillRect/>
          </a:stretch>
        </p:blipFill>
        <p:spPr>
          <a:xfrm>
            <a:off x="0" y="3622"/>
            <a:ext cx="9144001" cy="5136257"/>
          </a:xfrm>
          <a:prstGeom prst="rect">
            <a:avLst/>
          </a:prstGeom>
          <a:noFill/>
          <a:ln>
            <a:noFill/>
          </a:ln>
        </p:spPr>
      </p:pic>
      <p:grpSp>
        <p:nvGrpSpPr>
          <p:cNvPr id="27" name="Google Shape;27;p5"/>
          <p:cNvGrpSpPr/>
          <p:nvPr/>
        </p:nvGrpSpPr>
        <p:grpSpPr>
          <a:xfrm>
            <a:off x="-2775" y="4867489"/>
            <a:ext cx="9143980" cy="276007"/>
            <a:chOff x="13" y="4241764"/>
            <a:chExt cx="9143980" cy="276007"/>
          </a:xfrm>
        </p:grpSpPr>
        <p:sp>
          <p:nvSpPr>
            <p:cNvPr id="28" name="Google Shape;28;p5"/>
            <p:cNvSpPr/>
            <p:nvPr/>
          </p:nvSpPr>
          <p:spPr>
            <a:xfrm>
              <a:off x="13" y="4431528"/>
              <a:ext cx="9143980" cy="86243"/>
            </a:xfrm>
            <a:custGeom>
              <a:rect b="b" l="l" r="r" t="t"/>
              <a:pathLst>
                <a:path extrusionOk="0" h="589" w="21543">
                  <a:moveTo>
                    <a:pt x="1" y="0"/>
                  </a:moveTo>
                  <a:lnTo>
                    <a:pt x="1" y="589"/>
                  </a:lnTo>
                  <a:lnTo>
                    <a:pt x="21543" y="589"/>
                  </a:lnTo>
                  <a:lnTo>
                    <a:pt x="21543" y="0"/>
                  </a:lnTo>
                  <a:close/>
                </a:path>
              </a:pathLst>
            </a:custGeom>
            <a:solidFill>
              <a:schemeClr val="dk1">
                <a:alpha val="794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5"/>
            <p:cNvSpPr/>
            <p:nvPr/>
          </p:nvSpPr>
          <p:spPr>
            <a:xfrm>
              <a:off x="13" y="4241764"/>
              <a:ext cx="9143980" cy="62522"/>
            </a:xfrm>
            <a:custGeom>
              <a:rect b="b" l="l" r="r" t="t"/>
              <a:pathLst>
                <a:path extrusionOk="0" h="427" w="21543">
                  <a:moveTo>
                    <a:pt x="1" y="1"/>
                  </a:moveTo>
                  <a:lnTo>
                    <a:pt x="1" y="427"/>
                  </a:lnTo>
                  <a:lnTo>
                    <a:pt x="21543" y="427"/>
                  </a:lnTo>
                  <a:lnTo>
                    <a:pt x="21543" y="1"/>
                  </a:lnTo>
                  <a:close/>
                </a:path>
              </a:pathLst>
            </a:custGeom>
            <a:solidFill>
              <a:schemeClr val="dk1">
                <a:alpha val="7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 name="Google Shape;30;p5"/>
          <p:cNvSpPr txBox="1"/>
          <p:nvPr>
            <p:ph idx="1" type="subTitle"/>
          </p:nvPr>
        </p:nvSpPr>
        <p:spPr>
          <a:xfrm>
            <a:off x="1672888" y="2073375"/>
            <a:ext cx="1828800" cy="1866600"/>
          </a:xfrm>
          <a:prstGeom prst="rect">
            <a:avLst/>
          </a:prstGeom>
        </p:spPr>
        <p:txBody>
          <a:bodyPr anchorCtr="0" anchor="ctr" bIns="91425" lIns="91425" spcFirstLastPara="1" rIns="91425" wrap="square" tIns="91425">
            <a:normAutofit/>
          </a:bodyPr>
          <a:lstStyle>
            <a:lvl1pPr lvl="0" algn="ctr">
              <a:lnSpc>
                <a:spcPct val="100000"/>
              </a:lnSpc>
              <a:spcBef>
                <a:spcPts val="0"/>
              </a:spcBef>
              <a:spcAft>
                <a:spcPts val="0"/>
              </a:spcAft>
              <a:buSzPts val="1800"/>
              <a:buNone/>
              <a:defRPr sz="14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5"/>
          <p:cNvSpPr txBox="1"/>
          <p:nvPr>
            <p:ph idx="2" type="subTitle"/>
          </p:nvPr>
        </p:nvSpPr>
        <p:spPr>
          <a:xfrm>
            <a:off x="5642313" y="2073363"/>
            <a:ext cx="1828800" cy="1866600"/>
          </a:xfrm>
          <a:prstGeom prst="rect">
            <a:avLst/>
          </a:prstGeom>
        </p:spPr>
        <p:txBody>
          <a:bodyPr anchorCtr="0" anchor="ctr" bIns="91425" lIns="91425" spcFirstLastPara="1" rIns="91425" wrap="square" tIns="91425">
            <a:normAutofit/>
          </a:bodyPr>
          <a:lstStyle>
            <a:lvl1pPr lvl="0" rtl="0" algn="ctr">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32" name="Google Shape;32;p5"/>
          <p:cNvSpPr txBox="1"/>
          <p:nvPr>
            <p:ph type="title"/>
          </p:nvPr>
        </p:nvSpPr>
        <p:spPr>
          <a:xfrm>
            <a:off x="1182375" y="1438275"/>
            <a:ext cx="2809800" cy="476400"/>
          </a:xfrm>
          <a:prstGeom prst="rect">
            <a:avLst/>
          </a:prstGeom>
        </p:spPr>
        <p:txBody>
          <a:bodyPr anchorCtr="0" anchor="t" bIns="91425" lIns="91425" spcFirstLastPara="1" rIns="91425" wrap="square" tIns="91425">
            <a:normAutofit/>
          </a:bodyPr>
          <a:lstStyle>
            <a:lvl1pPr lvl="0" algn="ctr">
              <a:spcBef>
                <a:spcPts val="0"/>
              </a:spcBef>
              <a:spcAft>
                <a:spcPts val="0"/>
              </a:spcAft>
              <a:buSzPts val="2800"/>
              <a:buNone/>
              <a:defRPr sz="2220">
                <a:solidFill>
                  <a:schemeClr val="accent5"/>
                </a:solidFill>
              </a:defRPr>
            </a:lvl1pPr>
            <a:lvl2pPr lvl="1">
              <a:spcBef>
                <a:spcPts val="0"/>
              </a:spcBef>
              <a:spcAft>
                <a:spcPts val="0"/>
              </a:spcAft>
              <a:buSzPts val="2800"/>
              <a:buNone/>
              <a:defRPr>
                <a:latin typeface="Franklin Gothic"/>
                <a:ea typeface="Franklin Gothic"/>
                <a:cs typeface="Franklin Gothic"/>
                <a:sym typeface="Franklin Gothic"/>
              </a:defRPr>
            </a:lvl2pPr>
            <a:lvl3pPr lvl="2">
              <a:spcBef>
                <a:spcPts val="0"/>
              </a:spcBef>
              <a:spcAft>
                <a:spcPts val="0"/>
              </a:spcAft>
              <a:buSzPts val="2800"/>
              <a:buNone/>
              <a:defRPr>
                <a:latin typeface="Franklin Gothic"/>
                <a:ea typeface="Franklin Gothic"/>
                <a:cs typeface="Franklin Gothic"/>
                <a:sym typeface="Franklin Gothic"/>
              </a:defRPr>
            </a:lvl3pPr>
            <a:lvl4pPr lvl="3">
              <a:spcBef>
                <a:spcPts val="0"/>
              </a:spcBef>
              <a:spcAft>
                <a:spcPts val="0"/>
              </a:spcAft>
              <a:buSzPts val="2800"/>
              <a:buNone/>
              <a:defRPr>
                <a:latin typeface="Franklin Gothic"/>
                <a:ea typeface="Franklin Gothic"/>
                <a:cs typeface="Franklin Gothic"/>
                <a:sym typeface="Franklin Gothic"/>
              </a:defRPr>
            </a:lvl4pPr>
            <a:lvl5pPr lvl="4">
              <a:spcBef>
                <a:spcPts val="0"/>
              </a:spcBef>
              <a:spcAft>
                <a:spcPts val="0"/>
              </a:spcAft>
              <a:buSzPts val="2800"/>
              <a:buNone/>
              <a:defRPr>
                <a:latin typeface="Franklin Gothic"/>
                <a:ea typeface="Franklin Gothic"/>
                <a:cs typeface="Franklin Gothic"/>
                <a:sym typeface="Franklin Gothic"/>
              </a:defRPr>
            </a:lvl5pPr>
            <a:lvl6pPr lvl="5">
              <a:spcBef>
                <a:spcPts val="0"/>
              </a:spcBef>
              <a:spcAft>
                <a:spcPts val="0"/>
              </a:spcAft>
              <a:buSzPts val="2800"/>
              <a:buNone/>
              <a:defRPr>
                <a:latin typeface="Franklin Gothic"/>
                <a:ea typeface="Franklin Gothic"/>
                <a:cs typeface="Franklin Gothic"/>
                <a:sym typeface="Franklin Gothic"/>
              </a:defRPr>
            </a:lvl6pPr>
            <a:lvl7pPr lvl="6">
              <a:spcBef>
                <a:spcPts val="0"/>
              </a:spcBef>
              <a:spcAft>
                <a:spcPts val="0"/>
              </a:spcAft>
              <a:buSzPts val="2800"/>
              <a:buNone/>
              <a:defRPr>
                <a:latin typeface="Franklin Gothic"/>
                <a:ea typeface="Franklin Gothic"/>
                <a:cs typeface="Franklin Gothic"/>
                <a:sym typeface="Franklin Gothic"/>
              </a:defRPr>
            </a:lvl7pPr>
            <a:lvl8pPr lvl="7">
              <a:spcBef>
                <a:spcPts val="0"/>
              </a:spcBef>
              <a:spcAft>
                <a:spcPts val="0"/>
              </a:spcAft>
              <a:buSzPts val="2800"/>
              <a:buNone/>
              <a:defRPr>
                <a:latin typeface="Franklin Gothic"/>
                <a:ea typeface="Franklin Gothic"/>
                <a:cs typeface="Franklin Gothic"/>
                <a:sym typeface="Franklin Gothic"/>
              </a:defRPr>
            </a:lvl8pPr>
            <a:lvl9pPr lvl="8">
              <a:spcBef>
                <a:spcPts val="0"/>
              </a:spcBef>
              <a:spcAft>
                <a:spcPts val="0"/>
              </a:spcAft>
              <a:buSzPts val="2800"/>
              <a:buNone/>
              <a:defRPr>
                <a:latin typeface="Franklin Gothic"/>
                <a:ea typeface="Franklin Gothic"/>
                <a:cs typeface="Franklin Gothic"/>
                <a:sym typeface="Franklin Gothic"/>
              </a:defRPr>
            </a:lvl9pPr>
          </a:lstStyle>
          <a:p/>
        </p:txBody>
      </p:sp>
      <p:sp>
        <p:nvSpPr>
          <p:cNvPr id="33" name="Google Shape;33;p5"/>
          <p:cNvSpPr txBox="1"/>
          <p:nvPr>
            <p:ph idx="3" type="title"/>
          </p:nvPr>
        </p:nvSpPr>
        <p:spPr>
          <a:xfrm>
            <a:off x="5151813" y="1438275"/>
            <a:ext cx="2809800" cy="476400"/>
          </a:xfrm>
          <a:prstGeom prst="rect">
            <a:avLst/>
          </a:prstGeom>
        </p:spPr>
        <p:txBody>
          <a:bodyPr anchorCtr="0" anchor="t" bIns="91425" lIns="91425" spcFirstLastPara="1" rIns="91425" wrap="square" tIns="91425">
            <a:normAutofit/>
          </a:bodyPr>
          <a:lstStyle>
            <a:lvl1pPr lvl="0" rtl="0" algn="ctr">
              <a:spcBef>
                <a:spcPts val="0"/>
              </a:spcBef>
              <a:spcAft>
                <a:spcPts val="0"/>
              </a:spcAft>
              <a:buSzPts val="2800"/>
              <a:buNone/>
              <a:defRPr sz="2220">
                <a:solidFill>
                  <a:schemeClr val="accent5"/>
                </a:solidFill>
              </a:defRPr>
            </a:lvl1pPr>
            <a:lvl2pPr lvl="1" rtl="0">
              <a:spcBef>
                <a:spcPts val="0"/>
              </a:spcBef>
              <a:spcAft>
                <a:spcPts val="0"/>
              </a:spcAft>
              <a:buSzPts val="2800"/>
              <a:buNone/>
              <a:defRPr>
                <a:latin typeface="Franklin Gothic"/>
                <a:ea typeface="Franklin Gothic"/>
                <a:cs typeface="Franklin Gothic"/>
                <a:sym typeface="Franklin Gothic"/>
              </a:defRPr>
            </a:lvl2pPr>
            <a:lvl3pPr lvl="2" rtl="0">
              <a:spcBef>
                <a:spcPts val="0"/>
              </a:spcBef>
              <a:spcAft>
                <a:spcPts val="0"/>
              </a:spcAft>
              <a:buSzPts val="2800"/>
              <a:buNone/>
              <a:defRPr>
                <a:latin typeface="Franklin Gothic"/>
                <a:ea typeface="Franklin Gothic"/>
                <a:cs typeface="Franklin Gothic"/>
                <a:sym typeface="Franklin Gothic"/>
              </a:defRPr>
            </a:lvl3pPr>
            <a:lvl4pPr lvl="3" rtl="0">
              <a:spcBef>
                <a:spcPts val="0"/>
              </a:spcBef>
              <a:spcAft>
                <a:spcPts val="0"/>
              </a:spcAft>
              <a:buSzPts val="2800"/>
              <a:buNone/>
              <a:defRPr>
                <a:latin typeface="Franklin Gothic"/>
                <a:ea typeface="Franklin Gothic"/>
                <a:cs typeface="Franklin Gothic"/>
                <a:sym typeface="Franklin Gothic"/>
              </a:defRPr>
            </a:lvl4pPr>
            <a:lvl5pPr lvl="4" rtl="0">
              <a:spcBef>
                <a:spcPts val="0"/>
              </a:spcBef>
              <a:spcAft>
                <a:spcPts val="0"/>
              </a:spcAft>
              <a:buSzPts val="2800"/>
              <a:buNone/>
              <a:defRPr>
                <a:latin typeface="Franklin Gothic"/>
                <a:ea typeface="Franklin Gothic"/>
                <a:cs typeface="Franklin Gothic"/>
                <a:sym typeface="Franklin Gothic"/>
              </a:defRPr>
            </a:lvl5pPr>
            <a:lvl6pPr lvl="5" rtl="0">
              <a:spcBef>
                <a:spcPts val="0"/>
              </a:spcBef>
              <a:spcAft>
                <a:spcPts val="0"/>
              </a:spcAft>
              <a:buSzPts val="2800"/>
              <a:buNone/>
              <a:defRPr>
                <a:latin typeface="Franklin Gothic"/>
                <a:ea typeface="Franklin Gothic"/>
                <a:cs typeface="Franklin Gothic"/>
                <a:sym typeface="Franklin Gothic"/>
              </a:defRPr>
            </a:lvl6pPr>
            <a:lvl7pPr lvl="6" rtl="0">
              <a:spcBef>
                <a:spcPts val="0"/>
              </a:spcBef>
              <a:spcAft>
                <a:spcPts val="0"/>
              </a:spcAft>
              <a:buSzPts val="2800"/>
              <a:buNone/>
              <a:defRPr>
                <a:latin typeface="Franklin Gothic"/>
                <a:ea typeface="Franklin Gothic"/>
                <a:cs typeface="Franklin Gothic"/>
                <a:sym typeface="Franklin Gothic"/>
              </a:defRPr>
            </a:lvl7pPr>
            <a:lvl8pPr lvl="7" rtl="0">
              <a:spcBef>
                <a:spcPts val="0"/>
              </a:spcBef>
              <a:spcAft>
                <a:spcPts val="0"/>
              </a:spcAft>
              <a:buSzPts val="2800"/>
              <a:buNone/>
              <a:defRPr>
                <a:latin typeface="Franklin Gothic"/>
                <a:ea typeface="Franklin Gothic"/>
                <a:cs typeface="Franklin Gothic"/>
                <a:sym typeface="Franklin Gothic"/>
              </a:defRPr>
            </a:lvl8pPr>
            <a:lvl9pPr lvl="8" rtl="0">
              <a:spcBef>
                <a:spcPts val="0"/>
              </a:spcBef>
              <a:spcAft>
                <a:spcPts val="0"/>
              </a:spcAft>
              <a:buSzPts val="2800"/>
              <a:buNone/>
              <a:defRPr>
                <a:latin typeface="Franklin Gothic"/>
                <a:ea typeface="Franklin Gothic"/>
                <a:cs typeface="Franklin Gothic"/>
                <a:sym typeface="Franklin Gothic"/>
              </a:defRPr>
            </a:lvl9pPr>
          </a:lstStyle>
          <a:p/>
        </p:txBody>
      </p:sp>
      <p:sp>
        <p:nvSpPr>
          <p:cNvPr id="34" name="Google Shape;34;p5"/>
          <p:cNvSpPr txBox="1"/>
          <p:nvPr>
            <p:ph idx="4" type="title"/>
          </p:nvPr>
        </p:nvSpPr>
        <p:spPr>
          <a:xfrm>
            <a:off x="720000" y="374900"/>
            <a:ext cx="7704000" cy="572700"/>
          </a:xfrm>
          <a:prstGeom prst="rect">
            <a:avLst/>
          </a:prstGeom>
        </p:spPr>
        <p:txBody>
          <a:bodyPr anchorCtr="0" anchor="t" bIns="91425" lIns="91425" spcFirstLastPara="1" rIns="91425" wrap="square" tIns="91425">
            <a:normAutofit/>
          </a:bodyPr>
          <a:lstStyle>
            <a:lvl1pPr lvl="0" rtl="0" algn="ctr">
              <a:spcBef>
                <a:spcPts val="0"/>
              </a:spcBef>
              <a:spcAft>
                <a:spcPts val="0"/>
              </a:spcAft>
              <a:buSzPts val="2800"/>
              <a:buNone/>
              <a:defRPr b="1" sz="2748"/>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5" name="Shape 35"/>
        <p:cNvGrpSpPr/>
        <p:nvPr/>
      </p:nvGrpSpPr>
      <p:grpSpPr>
        <a:xfrm>
          <a:off x="0" y="0"/>
          <a:ext cx="0" cy="0"/>
          <a:chOff x="0" y="0"/>
          <a:chExt cx="0" cy="0"/>
        </a:xfrm>
      </p:grpSpPr>
      <p:pic>
        <p:nvPicPr>
          <p:cNvPr id="36" name="Google Shape;36;p6"/>
          <p:cNvPicPr preferRelativeResize="0"/>
          <p:nvPr/>
        </p:nvPicPr>
        <p:blipFill>
          <a:blip r:embed="rId2">
            <a:alphaModFix/>
          </a:blip>
          <a:stretch>
            <a:fillRect/>
          </a:stretch>
        </p:blipFill>
        <p:spPr>
          <a:xfrm>
            <a:off x="0" y="3622"/>
            <a:ext cx="9144001" cy="5136257"/>
          </a:xfrm>
          <a:prstGeom prst="rect">
            <a:avLst/>
          </a:prstGeom>
          <a:noFill/>
          <a:ln>
            <a:noFill/>
          </a:ln>
        </p:spPr>
      </p:pic>
      <p:grpSp>
        <p:nvGrpSpPr>
          <p:cNvPr id="37" name="Google Shape;37;p6"/>
          <p:cNvGrpSpPr/>
          <p:nvPr/>
        </p:nvGrpSpPr>
        <p:grpSpPr>
          <a:xfrm>
            <a:off x="13" y="4891225"/>
            <a:ext cx="9143980" cy="252286"/>
            <a:chOff x="13" y="4052000"/>
            <a:chExt cx="9143980" cy="252286"/>
          </a:xfrm>
        </p:grpSpPr>
        <p:sp>
          <p:nvSpPr>
            <p:cNvPr id="38" name="Google Shape;38;p6"/>
            <p:cNvSpPr/>
            <p:nvPr/>
          </p:nvSpPr>
          <p:spPr>
            <a:xfrm>
              <a:off x="13" y="4241764"/>
              <a:ext cx="9143980" cy="62522"/>
            </a:xfrm>
            <a:custGeom>
              <a:rect b="b" l="l" r="r" t="t"/>
              <a:pathLst>
                <a:path extrusionOk="0" h="427" w="21543">
                  <a:moveTo>
                    <a:pt x="1" y="1"/>
                  </a:moveTo>
                  <a:lnTo>
                    <a:pt x="1" y="427"/>
                  </a:lnTo>
                  <a:lnTo>
                    <a:pt x="21543" y="427"/>
                  </a:lnTo>
                  <a:lnTo>
                    <a:pt x="21543" y="1"/>
                  </a:lnTo>
                  <a:close/>
                </a:path>
              </a:pathLst>
            </a:custGeom>
            <a:solidFill>
              <a:schemeClr val="dk1">
                <a:alpha val="7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6"/>
            <p:cNvSpPr/>
            <p:nvPr/>
          </p:nvSpPr>
          <p:spPr>
            <a:xfrm>
              <a:off x="13" y="4052000"/>
              <a:ext cx="9143980" cy="38948"/>
            </a:xfrm>
            <a:custGeom>
              <a:rect b="b" l="l" r="r" t="t"/>
              <a:pathLst>
                <a:path extrusionOk="0" h="266" w="21543">
                  <a:moveTo>
                    <a:pt x="1" y="1"/>
                  </a:moveTo>
                  <a:lnTo>
                    <a:pt x="1" y="265"/>
                  </a:lnTo>
                  <a:lnTo>
                    <a:pt x="21543" y="265"/>
                  </a:lnTo>
                  <a:lnTo>
                    <a:pt x="21543" y="1"/>
                  </a:lnTo>
                  <a:close/>
                </a:path>
              </a:pathLst>
            </a:custGeom>
            <a:solidFill>
              <a:schemeClr val="dk1">
                <a:alpha val="69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 name="Google Shape;40;p6"/>
          <p:cNvSpPr txBox="1"/>
          <p:nvPr>
            <p:ph type="title"/>
          </p:nvPr>
        </p:nvSpPr>
        <p:spPr>
          <a:xfrm>
            <a:off x="720000" y="374900"/>
            <a:ext cx="7704000" cy="572700"/>
          </a:xfrm>
          <a:prstGeom prst="rect">
            <a:avLst/>
          </a:prstGeom>
        </p:spPr>
        <p:txBody>
          <a:bodyPr anchorCtr="0" anchor="t" bIns="91425" lIns="91425" spcFirstLastPara="1" rIns="91425" wrap="square" tIns="91425">
            <a:normAutofit/>
          </a:bodyPr>
          <a:lstStyle>
            <a:lvl1pPr lvl="0" rtl="0" algn="ctr">
              <a:spcBef>
                <a:spcPts val="0"/>
              </a:spcBef>
              <a:spcAft>
                <a:spcPts val="0"/>
              </a:spcAft>
              <a:buSzPts val="2800"/>
              <a:buNone/>
              <a:defRPr b="1" sz="2748"/>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1" name="Shape 41"/>
        <p:cNvGrpSpPr/>
        <p:nvPr/>
      </p:nvGrpSpPr>
      <p:grpSpPr>
        <a:xfrm>
          <a:off x="0" y="0"/>
          <a:ext cx="0" cy="0"/>
          <a:chOff x="0" y="0"/>
          <a:chExt cx="0" cy="0"/>
        </a:xfrm>
      </p:grpSpPr>
      <p:pic>
        <p:nvPicPr>
          <p:cNvPr id="42" name="Google Shape;42;p7"/>
          <p:cNvPicPr preferRelativeResize="0"/>
          <p:nvPr/>
        </p:nvPicPr>
        <p:blipFill>
          <a:blip r:embed="rId2">
            <a:alphaModFix/>
          </a:blip>
          <a:stretch>
            <a:fillRect/>
          </a:stretch>
        </p:blipFill>
        <p:spPr>
          <a:xfrm>
            <a:off x="0" y="3622"/>
            <a:ext cx="9144001" cy="5136257"/>
          </a:xfrm>
          <a:prstGeom prst="rect">
            <a:avLst/>
          </a:prstGeom>
          <a:noFill/>
          <a:ln>
            <a:noFill/>
          </a:ln>
        </p:spPr>
      </p:pic>
      <p:grpSp>
        <p:nvGrpSpPr>
          <p:cNvPr id="43" name="Google Shape;43;p7"/>
          <p:cNvGrpSpPr/>
          <p:nvPr/>
        </p:nvGrpSpPr>
        <p:grpSpPr>
          <a:xfrm>
            <a:off x="13" y="4677725"/>
            <a:ext cx="9143980" cy="465771"/>
            <a:chOff x="13" y="4052000"/>
            <a:chExt cx="9143980" cy="465771"/>
          </a:xfrm>
        </p:grpSpPr>
        <p:sp>
          <p:nvSpPr>
            <p:cNvPr id="44" name="Google Shape;44;p7"/>
            <p:cNvSpPr/>
            <p:nvPr/>
          </p:nvSpPr>
          <p:spPr>
            <a:xfrm>
              <a:off x="13" y="4431528"/>
              <a:ext cx="9143980" cy="86243"/>
            </a:xfrm>
            <a:custGeom>
              <a:rect b="b" l="l" r="r" t="t"/>
              <a:pathLst>
                <a:path extrusionOk="0" h="589" w="21543">
                  <a:moveTo>
                    <a:pt x="1" y="0"/>
                  </a:moveTo>
                  <a:lnTo>
                    <a:pt x="1" y="589"/>
                  </a:lnTo>
                  <a:lnTo>
                    <a:pt x="21543" y="589"/>
                  </a:lnTo>
                  <a:lnTo>
                    <a:pt x="21543" y="0"/>
                  </a:lnTo>
                  <a:close/>
                </a:path>
              </a:pathLst>
            </a:custGeom>
            <a:solidFill>
              <a:schemeClr val="dk1">
                <a:alpha val="794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7"/>
            <p:cNvSpPr/>
            <p:nvPr/>
          </p:nvSpPr>
          <p:spPr>
            <a:xfrm>
              <a:off x="13" y="4241764"/>
              <a:ext cx="9143980" cy="62522"/>
            </a:xfrm>
            <a:custGeom>
              <a:rect b="b" l="l" r="r" t="t"/>
              <a:pathLst>
                <a:path extrusionOk="0" h="427" w="21543">
                  <a:moveTo>
                    <a:pt x="1" y="1"/>
                  </a:moveTo>
                  <a:lnTo>
                    <a:pt x="1" y="427"/>
                  </a:lnTo>
                  <a:lnTo>
                    <a:pt x="21543" y="427"/>
                  </a:lnTo>
                  <a:lnTo>
                    <a:pt x="21543" y="1"/>
                  </a:lnTo>
                  <a:close/>
                </a:path>
              </a:pathLst>
            </a:custGeom>
            <a:solidFill>
              <a:schemeClr val="dk1">
                <a:alpha val="7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7"/>
            <p:cNvSpPr/>
            <p:nvPr/>
          </p:nvSpPr>
          <p:spPr>
            <a:xfrm>
              <a:off x="13" y="4052000"/>
              <a:ext cx="9143980" cy="38948"/>
            </a:xfrm>
            <a:custGeom>
              <a:rect b="b" l="l" r="r" t="t"/>
              <a:pathLst>
                <a:path extrusionOk="0" h="266" w="21543">
                  <a:moveTo>
                    <a:pt x="1" y="1"/>
                  </a:moveTo>
                  <a:lnTo>
                    <a:pt x="1" y="265"/>
                  </a:lnTo>
                  <a:lnTo>
                    <a:pt x="21543" y="265"/>
                  </a:lnTo>
                  <a:lnTo>
                    <a:pt x="21543" y="1"/>
                  </a:lnTo>
                  <a:close/>
                </a:path>
              </a:pathLst>
            </a:custGeom>
            <a:solidFill>
              <a:schemeClr val="dk1">
                <a:alpha val="69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 name="Google Shape;47;p7"/>
          <p:cNvSpPr txBox="1"/>
          <p:nvPr>
            <p:ph type="title"/>
          </p:nvPr>
        </p:nvSpPr>
        <p:spPr>
          <a:xfrm>
            <a:off x="4559675" y="1975850"/>
            <a:ext cx="2388300" cy="1533600"/>
          </a:xfrm>
          <a:prstGeom prst="rect">
            <a:avLst/>
          </a:prstGeom>
        </p:spPr>
        <p:txBody>
          <a:bodyPr anchorCtr="0" anchor="ctr" bIns="91425" lIns="91425" spcFirstLastPara="1" rIns="91425" wrap="square" tIns="91425">
            <a:normAutofit/>
          </a:bodyPr>
          <a:lstStyle>
            <a:lvl1pPr lvl="0">
              <a:spcBef>
                <a:spcPts val="0"/>
              </a:spcBef>
              <a:spcAft>
                <a:spcPts val="0"/>
              </a:spcAft>
              <a:buSzPts val="2400"/>
              <a:buNone/>
              <a:defRPr sz="273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48" name="Google Shape;48;p7"/>
          <p:cNvSpPr txBox="1"/>
          <p:nvPr>
            <p:ph idx="1" type="subTitle"/>
          </p:nvPr>
        </p:nvSpPr>
        <p:spPr>
          <a:xfrm>
            <a:off x="4559675" y="3136950"/>
            <a:ext cx="2898300" cy="1157700"/>
          </a:xfrm>
          <a:prstGeom prst="rect">
            <a:avLst/>
          </a:prstGeom>
        </p:spPr>
        <p:txBody>
          <a:bodyPr anchorCtr="0" anchor="ctr" bIns="91425" lIns="91425" spcFirstLastPara="1" rIns="91425" wrap="square" tIns="91425">
            <a:normAutofit/>
          </a:bodyPr>
          <a:lstStyle>
            <a:lvl1pPr lvl="0">
              <a:lnSpc>
                <a:spcPct val="100000"/>
              </a:lnSpc>
              <a:spcBef>
                <a:spcPts val="0"/>
              </a:spcBef>
              <a:spcAft>
                <a:spcPts val="0"/>
              </a:spcAft>
              <a:buSzPts val="1800"/>
              <a:buNone/>
              <a:defRPr sz="14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9" name="Shape 49"/>
        <p:cNvGrpSpPr/>
        <p:nvPr/>
      </p:nvGrpSpPr>
      <p:grpSpPr>
        <a:xfrm>
          <a:off x="0" y="0"/>
          <a:ext cx="0" cy="0"/>
          <a:chOff x="0" y="0"/>
          <a:chExt cx="0" cy="0"/>
        </a:xfrm>
      </p:grpSpPr>
      <p:pic>
        <p:nvPicPr>
          <p:cNvPr id="50" name="Google Shape;50;p8"/>
          <p:cNvPicPr preferRelativeResize="0"/>
          <p:nvPr/>
        </p:nvPicPr>
        <p:blipFill rotWithShape="1">
          <a:blip r:embed="rId2">
            <a:alphaModFix/>
          </a:blip>
          <a:srcRect b="0" l="0" r="0" t="0"/>
          <a:stretch/>
        </p:blipFill>
        <p:spPr>
          <a:xfrm>
            <a:off x="0" y="3622"/>
            <a:ext cx="9144001" cy="5136257"/>
          </a:xfrm>
          <a:prstGeom prst="rect">
            <a:avLst/>
          </a:prstGeom>
          <a:noFill/>
          <a:ln>
            <a:noFill/>
          </a:ln>
        </p:spPr>
      </p:pic>
      <p:grpSp>
        <p:nvGrpSpPr>
          <p:cNvPr id="51" name="Google Shape;51;p8"/>
          <p:cNvGrpSpPr/>
          <p:nvPr/>
        </p:nvGrpSpPr>
        <p:grpSpPr>
          <a:xfrm>
            <a:off x="13" y="4696250"/>
            <a:ext cx="9143980" cy="465771"/>
            <a:chOff x="13" y="4052000"/>
            <a:chExt cx="9143980" cy="465771"/>
          </a:xfrm>
        </p:grpSpPr>
        <p:sp>
          <p:nvSpPr>
            <p:cNvPr id="52" name="Google Shape;52;p8"/>
            <p:cNvSpPr/>
            <p:nvPr/>
          </p:nvSpPr>
          <p:spPr>
            <a:xfrm>
              <a:off x="13" y="4431528"/>
              <a:ext cx="9143980" cy="86243"/>
            </a:xfrm>
            <a:custGeom>
              <a:rect b="b" l="l" r="r" t="t"/>
              <a:pathLst>
                <a:path extrusionOk="0" h="589" w="21543">
                  <a:moveTo>
                    <a:pt x="1" y="0"/>
                  </a:moveTo>
                  <a:lnTo>
                    <a:pt x="1" y="589"/>
                  </a:lnTo>
                  <a:lnTo>
                    <a:pt x="21543" y="589"/>
                  </a:lnTo>
                  <a:lnTo>
                    <a:pt x="21543" y="0"/>
                  </a:lnTo>
                  <a:close/>
                </a:path>
              </a:pathLst>
            </a:custGeom>
            <a:solidFill>
              <a:schemeClr val="dk1">
                <a:alpha val="794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8"/>
            <p:cNvSpPr/>
            <p:nvPr/>
          </p:nvSpPr>
          <p:spPr>
            <a:xfrm>
              <a:off x="13" y="4241764"/>
              <a:ext cx="9143980" cy="62522"/>
            </a:xfrm>
            <a:custGeom>
              <a:rect b="b" l="l" r="r" t="t"/>
              <a:pathLst>
                <a:path extrusionOk="0" h="427" w="21543">
                  <a:moveTo>
                    <a:pt x="1" y="1"/>
                  </a:moveTo>
                  <a:lnTo>
                    <a:pt x="1" y="427"/>
                  </a:lnTo>
                  <a:lnTo>
                    <a:pt x="21543" y="427"/>
                  </a:lnTo>
                  <a:lnTo>
                    <a:pt x="21543" y="1"/>
                  </a:lnTo>
                  <a:close/>
                </a:path>
              </a:pathLst>
            </a:custGeom>
            <a:solidFill>
              <a:schemeClr val="dk1">
                <a:alpha val="7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8"/>
            <p:cNvSpPr/>
            <p:nvPr/>
          </p:nvSpPr>
          <p:spPr>
            <a:xfrm>
              <a:off x="13" y="4052000"/>
              <a:ext cx="9143980" cy="38948"/>
            </a:xfrm>
            <a:custGeom>
              <a:rect b="b" l="l" r="r" t="t"/>
              <a:pathLst>
                <a:path extrusionOk="0" h="266" w="21543">
                  <a:moveTo>
                    <a:pt x="1" y="1"/>
                  </a:moveTo>
                  <a:lnTo>
                    <a:pt x="1" y="265"/>
                  </a:lnTo>
                  <a:lnTo>
                    <a:pt x="21543" y="265"/>
                  </a:lnTo>
                  <a:lnTo>
                    <a:pt x="21543" y="1"/>
                  </a:lnTo>
                  <a:close/>
                </a:path>
              </a:pathLst>
            </a:custGeom>
            <a:solidFill>
              <a:schemeClr val="dk1">
                <a:alpha val="69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 name="Google Shape;55;p8"/>
          <p:cNvSpPr txBox="1"/>
          <p:nvPr>
            <p:ph type="title"/>
          </p:nvPr>
        </p:nvSpPr>
        <p:spPr>
          <a:xfrm>
            <a:off x="1181100" y="1576350"/>
            <a:ext cx="6781800" cy="1990800"/>
          </a:xfrm>
          <a:prstGeom prst="rect">
            <a:avLst/>
          </a:prstGeom>
        </p:spPr>
        <p:txBody>
          <a:bodyPr anchorCtr="0" anchor="ctr" bIns="91425" lIns="91425" spcFirstLastPara="1" rIns="91425" wrap="square" tIns="91425">
            <a:normAutofit/>
          </a:bodyPr>
          <a:lstStyle>
            <a:lvl1pPr lvl="0">
              <a:spcBef>
                <a:spcPts val="0"/>
              </a:spcBef>
              <a:spcAft>
                <a:spcPts val="0"/>
              </a:spcAft>
              <a:buSzPts val="4800"/>
              <a:buNone/>
              <a:defRPr sz="4000">
                <a:solidFill>
                  <a:schemeClr val="dk1"/>
                </a:solidFill>
                <a:latin typeface="Didact Gothic"/>
                <a:ea typeface="Didact Gothic"/>
                <a:cs typeface="Didact Gothic"/>
                <a:sym typeface="Didact Gothic"/>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6" name="Shape 56"/>
        <p:cNvGrpSpPr/>
        <p:nvPr/>
      </p:nvGrpSpPr>
      <p:grpSpPr>
        <a:xfrm>
          <a:off x="0" y="0"/>
          <a:ext cx="0" cy="0"/>
          <a:chOff x="0" y="0"/>
          <a:chExt cx="0" cy="0"/>
        </a:xfrm>
      </p:grpSpPr>
      <p:pic>
        <p:nvPicPr>
          <p:cNvPr id="57" name="Google Shape;57;p9"/>
          <p:cNvPicPr preferRelativeResize="0"/>
          <p:nvPr/>
        </p:nvPicPr>
        <p:blipFill rotWithShape="1">
          <a:blip r:embed="rId2">
            <a:alphaModFix/>
          </a:blip>
          <a:srcRect b="0" l="0" r="0" t="0"/>
          <a:stretch/>
        </p:blipFill>
        <p:spPr>
          <a:xfrm>
            <a:off x="0" y="3622"/>
            <a:ext cx="9144001" cy="5136257"/>
          </a:xfrm>
          <a:prstGeom prst="rect">
            <a:avLst/>
          </a:prstGeom>
          <a:noFill/>
          <a:ln>
            <a:noFill/>
          </a:ln>
        </p:spPr>
      </p:pic>
      <p:grpSp>
        <p:nvGrpSpPr>
          <p:cNvPr id="58" name="Google Shape;58;p9"/>
          <p:cNvGrpSpPr/>
          <p:nvPr/>
        </p:nvGrpSpPr>
        <p:grpSpPr>
          <a:xfrm>
            <a:off x="13" y="4052000"/>
            <a:ext cx="9143980" cy="1103003"/>
            <a:chOff x="13" y="4052000"/>
            <a:chExt cx="9143980" cy="1103003"/>
          </a:xfrm>
        </p:grpSpPr>
        <p:sp>
          <p:nvSpPr>
            <p:cNvPr id="59" name="Google Shape;59;p9"/>
            <p:cNvSpPr/>
            <p:nvPr/>
          </p:nvSpPr>
          <p:spPr>
            <a:xfrm>
              <a:off x="13" y="5003895"/>
              <a:ext cx="9143980" cy="151108"/>
            </a:xfrm>
            <a:custGeom>
              <a:rect b="b" l="l" r="r" t="t"/>
              <a:pathLst>
                <a:path extrusionOk="0" h="1032" w="21543">
                  <a:moveTo>
                    <a:pt x="1" y="0"/>
                  </a:moveTo>
                  <a:lnTo>
                    <a:pt x="1" y="1032"/>
                  </a:lnTo>
                  <a:lnTo>
                    <a:pt x="21543" y="1032"/>
                  </a:lnTo>
                  <a:lnTo>
                    <a:pt x="21543" y="0"/>
                  </a:lnTo>
                  <a:close/>
                </a:path>
              </a:pathLst>
            </a:custGeom>
            <a:solidFill>
              <a:schemeClr val="dk1">
                <a:alpha val="91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9"/>
            <p:cNvSpPr/>
            <p:nvPr/>
          </p:nvSpPr>
          <p:spPr>
            <a:xfrm>
              <a:off x="13" y="4814131"/>
              <a:ext cx="9143980" cy="127388"/>
            </a:xfrm>
            <a:custGeom>
              <a:rect b="b" l="l" r="r" t="t"/>
              <a:pathLst>
                <a:path extrusionOk="0" h="870" w="21543">
                  <a:moveTo>
                    <a:pt x="1" y="0"/>
                  </a:moveTo>
                  <a:lnTo>
                    <a:pt x="1" y="870"/>
                  </a:lnTo>
                  <a:lnTo>
                    <a:pt x="21543" y="870"/>
                  </a:lnTo>
                  <a:lnTo>
                    <a:pt x="21543" y="0"/>
                  </a:lnTo>
                  <a:close/>
                </a:path>
              </a:pathLst>
            </a:custGeom>
            <a:solidFill>
              <a:schemeClr val="dk1">
                <a:alpha val="883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9"/>
            <p:cNvSpPr/>
            <p:nvPr/>
          </p:nvSpPr>
          <p:spPr>
            <a:xfrm>
              <a:off x="13" y="4624367"/>
              <a:ext cx="9143980" cy="106303"/>
            </a:xfrm>
            <a:custGeom>
              <a:rect b="b" l="l" r="r" t="t"/>
              <a:pathLst>
                <a:path extrusionOk="0" h="726" w="21543">
                  <a:moveTo>
                    <a:pt x="1" y="1"/>
                  </a:moveTo>
                  <a:lnTo>
                    <a:pt x="1" y="725"/>
                  </a:lnTo>
                  <a:lnTo>
                    <a:pt x="21543" y="725"/>
                  </a:lnTo>
                  <a:lnTo>
                    <a:pt x="21543" y="1"/>
                  </a:lnTo>
                  <a:close/>
                </a:path>
              </a:pathLst>
            </a:custGeom>
            <a:solidFill>
              <a:schemeClr val="dk1">
                <a:alpha val="825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9"/>
            <p:cNvSpPr/>
            <p:nvPr/>
          </p:nvSpPr>
          <p:spPr>
            <a:xfrm>
              <a:off x="13" y="4431528"/>
              <a:ext cx="9143980" cy="86243"/>
            </a:xfrm>
            <a:custGeom>
              <a:rect b="b" l="l" r="r" t="t"/>
              <a:pathLst>
                <a:path extrusionOk="0" h="589" w="21543">
                  <a:moveTo>
                    <a:pt x="1" y="0"/>
                  </a:moveTo>
                  <a:lnTo>
                    <a:pt x="1" y="589"/>
                  </a:lnTo>
                  <a:lnTo>
                    <a:pt x="21543" y="589"/>
                  </a:lnTo>
                  <a:lnTo>
                    <a:pt x="21543" y="0"/>
                  </a:lnTo>
                  <a:close/>
                </a:path>
              </a:pathLst>
            </a:custGeom>
            <a:solidFill>
              <a:schemeClr val="dk1">
                <a:alpha val="794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9"/>
            <p:cNvSpPr/>
            <p:nvPr/>
          </p:nvSpPr>
          <p:spPr>
            <a:xfrm>
              <a:off x="13" y="4241764"/>
              <a:ext cx="9143980" cy="62522"/>
            </a:xfrm>
            <a:custGeom>
              <a:rect b="b" l="l" r="r" t="t"/>
              <a:pathLst>
                <a:path extrusionOk="0" h="427" w="21543">
                  <a:moveTo>
                    <a:pt x="1" y="1"/>
                  </a:moveTo>
                  <a:lnTo>
                    <a:pt x="1" y="427"/>
                  </a:lnTo>
                  <a:lnTo>
                    <a:pt x="21543" y="427"/>
                  </a:lnTo>
                  <a:lnTo>
                    <a:pt x="21543" y="1"/>
                  </a:lnTo>
                  <a:close/>
                </a:path>
              </a:pathLst>
            </a:custGeom>
            <a:solidFill>
              <a:schemeClr val="dk1">
                <a:alpha val="7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9"/>
            <p:cNvSpPr/>
            <p:nvPr/>
          </p:nvSpPr>
          <p:spPr>
            <a:xfrm>
              <a:off x="13" y="4052000"/>
              <a:ext cx="9143980" cy="38948"/>
            </a:xfrm>
            <a:custGeom>
              <a:rect b="b" l="l" r="r" t="t"/>
              <a:pathLst>
                <a:path extrusionOk="0" h="266" w="21543">
                  <a:moveTo>
                    <a:pt x="1" y="1"/>
                  </a:moveTo>
                  <a:lnTo>
                    <a:pt x="1" y="265"/>
                  </a:lnTo>
                  <a:lnTo>
                    <a:pt x="21543" y="265"/>
                  </a:lnTo>
                  <a:lnTo>
                    <a:pt x="21543" y="1"/>
                  </a:lnTo>
                  <a:close/>
                </a:path>
              </a:pathLst>
            </a:custGeom>
            <a:solidFill>
              <a:schemeClr val="dk1">
                <a:alpha val="69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 name="Google Shape;65;p9"/>
          <p:cNvSpPr txBox="1"/>
          <p:nvPr>
            <p:ph type="title"/>
          </p:nvPr>
        </p:nvSpPr>
        <p:spPr>
          <a:xfrm>
            <a:off x="2057388" y="1142475"/>
            <a:ext cx="5029200" cy="16374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4200"/>
              <a:buNone/>
              <a:defRPr b="1" sz="50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66" name="Google Shape;66;p9"/>
          <p:cNvSpPr txBox="1"/>
          <p:nvPr>
            <p:ph idx="1" type="subTitle"/>
          </p:nvPr>
        </p:nvSpPr>
        <p:spPr>
          <a:xfrm>
            <a:off x="2295525" y="2794700"/>
            <a:ext cx="4553100" cy="8595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100"/>
              <a:buNone/>
              <a:defRPr sz="16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7" name="Shape 67"/>
        <p:cNvGrpSpPr/>
        <p:nvPr/>
      </p:nvGrpSpPr>
      <p:grpSpPr>
        <a:xfrm>
          <a:off x="0" y="0"/>
          <a:ext cx="0" cy="0"/>
          <a:chOff x="0" y="0"/>
          <a:chExt cx="0" cy="0"/>
        </a:xfrm>
      </p:grpSpPr>
      <p:pic>
        <p:nvPicPr>
          <p:cNvPr id="68" name="Google Shape;68;p10"/>
          <p:cNvPicPr preferRelativeResize="0"/>
          <p:nvPr/>
        </p:nvPicPr>
        <p:blipFill rotWithShape="1">
          <a:blip r:embed="rId2">
            <a:alphaModFix/>
          </a:blip>
          <a:srcRect b="0" l="0" r="0" t="0"/>
          <a:stretch/>
        </p:blipFill>
        <p:spPr>
          <a:xfrm>
            <a:off x="0" y="3622"/>
            <a:ext cx="9144001" cy="5136257"/>
          </a:xfrm>
          <a:prstGeom prst="rect">
            <a:avLst/>
          </a:prstGeom>
          <a:noFill/>
          <a:ln>
            <a:noFill/>
          </a:ln>
        </p:spPr>
      </p:pic>
      <p:sp>
        <p:nvSpPr>
          <p:cNvPr id="69" name="Google Shape;69;p10"/>
          <p:cNvSpPr txBox="1"/>
          <p:nvPr>
            <p:ph idx="1" type="body"/>
          </p:nvPr>
        </p:nvSpPr>
        <p:spPr>
          <a:xfrm>
            <a:off x="1768725" y="924625"/>
            <a:ext cx="5606700" cy="655500"/>
          </a:xfrm>
          <a:prstGeom prst="rect">
            <a:avLst/>
          </a:prstGeom>
        </p:spPr>
        <p:txBody>
          <a:bodyPr anchorCtr="0" anchor="ctr" bIns="91425" lIns="91425" spcFirstLastPara="1" rIns="91425" wrap="square" tIns="91425">
            <a:normAutofit/>
          </a:bodyPr>
          <a:lstStyle>
            <a:lvl1pPr indent="-228600" lvl="0" marL="457200" algn="ctr">
              <a:lnSpc>
                <a:spcPct val="100000"/>
              </a:lnSpc>
              <a:spcBef>
                <a:spcPts val="0"/>
              </a:spcBef>
              <a:spcAft>
                <a:spcPts val="0"/>
              </a:spcAft>
              <a:buSzPts val="1800"/>
              <a:buNone/>
              <a:defRPr sz="3000">
                <a:solidFill>
                  <a:schemeClr val="dk1"/>
                </a:solidFill>
                <a:latin typeface="Audiowide"/>
                <a:ea typeface="Audiowide"/>
                <a:cs typeface="Audiowide"/>
                <a:sym typeface="Audiowide"/>
              </a:defRPr>
            </a:lvl1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0" name="Shape 70"/>
        <p:cNvGrpSpPr/>
        <p:nvPr/>
      </p:nvGrpSpPr>
      <p:grpSpPr>
        <a:xfrm>
          <a:off x="0" y="0"/>
          <a:ext cx="0" cy="0"/>
          <a:chOff x="0" y="0"/>
          <a:chExt cx="0" cy="0"/>
        </a:xfrm>
      </p:grpSpPr>
      <p:pic>
        <p:nvPicPr>
          <p:cNvPr id="71" name="Google Shape;71;p11"/>
          <p:cNvPicPr preferRelativeResize="0"/>
          <p:nvPr/>
        </p:nvPicPr>
        <p:blipFill rotWithShape="1">
          <a:blip r:embed="rId2">
            <a:alphaModFix/>
          </a:blip>
          <a:srcRect b="0" l="0" r="0" t="0"/>
          <a:stretch/>
        </p:blipFill>
        <p:spPr>
          <a:xfrm>
            <a:off x="0" y="3622"/>
            <a:ext cx="9144001" cy="5136257"/>
          </a:xfrm>
          <a:prstGeom prst="rect">
            <a:avLst/>
          </a:prstGeom>
          <a:noFill/>
          <a:ln>
            <a:noFill/>
          </a:ln>
        </p:spPr>
      </p:pic>
      <p:grpSp>
        <p:nvGrpSpPr>
          <p:cNvPr id="72" name="Google Shape;72;p11"/>
          <p:cNvGrpSpPr/>
          <p:nvPr/>
        </p:nvGrpSpPr>
        <p:grpSpPr>
          <a:xfrm>
            <a:off x="13" y="4052000"/>
            <a:ext cx="9143980" cy="1103003"/>
            <a:chOff x="13" y="4052000"/>
            <a:chExt cx="9143980" cy="1103003"/>
          </a:xfrm>
        </p:grpSpPr>
        <p:sp>
          <p:nvSpPr>
            <p:cNvPr id="73" name="Google Shape;73;p11"/>
            <p:cNvSpPr/>
            <p:nvPr/>
          </p:nvSpPr>
          <p:spPr>
            <a:xfrm>
              <a:off x="13" y="5003895"/>
              <a:ext cx="9143980" cy="151108"/>
            </a:xfrm>
            <a:custGeom>
              <a:rect b="b" l="l" r="r" t="t"/>
              <a:pathLst>
                <a:path extrusionOk="0" h="1032" w="21543">
                  <a:moveTo>
                    <a:pt x="1" y="0"/>
                  </a:moveTo>
                  <a:lnTo>
                    <a:pt x="1" y="1032"/>
                  </a:lnTo>
                  <a:lnTo>
                    <a:pt x="21543" y="1032"/>
                  </a:lnTo>
                  <a:lnTo>
                    <a:pt x="21543" y="0"/>
                  </a:lnTo>
                  <a:close/>
                </a:path>
              </a:pathLst>
            </a:custGeom>
            <a:solidFill>
              <a:schemeClr val="dk1">
                <a:alpha val="915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11"/>
            <p:cNvSpPr/>
            <p:nvPr/>
          </p:nvSpPr>
          <p:spPr>
            <a:xfrm>
              <a:off x="13" y="4814131"/>
              <a:ext cx="9143980" cy="127388"/>
            </a:xfrm>
            <a:custGeom>
              <a:rect b="b" l="l" r="r" t="t"/>
              <a:pathLst>
                <a:path extrusionOk="0" h="870" w="21543">
                  <a:moveTo>
                    <a:pt x="1" y="0"/>
                  </a:moveTo>
                  <a:lnTo>
                    <a:pt x="1" y="870"/>
                  </a:lnTo>
                  <a:lnTo>
                    <a:pt x="21543" y="870"/>
                  </a:lnTo>
                  <a:lnTo>
                    <a:pt x="21543" y="0"/>
                  </a:lnTo>
                  <a:close/>
                </a:path>
              </a:pathLst>
            </a:custGeom>
            <a:solidFill>
              <a:schemeClr val="dk1">
                <a:alpha val="883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11"/>
            <p:cNvSpPr/>
            <p:nvPr/>
          </p:nvSpPr>
          <p:spPr>
            <a:xfrm>
              <a:off x="13" y="4624367"/>
              <a:ext cx="9143980" cy="106303"/>
            </a:xfrm>
            <a:custGeom>
              <a:rect b="b" l="l" r="r" t="t"/>
              <a:pathLst>
                <a:path extrusionOk="0" h="726" w="21543">
                  <a:moveTo>
                    <a:pt x="1" y="1"/>
                  </a:moveTo>
                  <a:lnTo>
                    <a:pt x="1" y="725"/>
                  </a:lnTo>
                  <a:lnTo>
                    <a:pt x="21543" y="725"/>
                  </a:lnTo>
                  <a:lnTo>
                    <a:pt x="21543" y="1"/>
                  </a:lnTo>
                  <a:close/>
                </a:path>
              </a:pathLst>
            </a:custGeom>
            <a:solidFill>
              <a:schemeClr val="dk1">
                <a:alpha val="825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1"/>
            <p:cNvSpPr/>
            <p:nvPr/>
          </p:nvSpPr>
          <p:spPr>
            <a:xfrm>
              <a:off x="13" y="4431528"/>
              <a:ext cx="9143980" cy="86243"/>
            </a:xfrm>
            <a:custGeom>
              <a:rect b="b" l="l" r="r" t="t"/>
              <a:pathLst>
                <a:path extrusionOk="0" h="589" w="21543">
                  <a:moveTo>
                    <a:pt x="1" y="0"/>
                  </a:moveTo>
                  <a:lnTo>
                    <a:pt x="1" y="589"/>
                  </a:lnTo>
                  <a:lnTo>
                    <a:pt x="21543" y="589"/>
                  </a:lnTo>
                  <a:lnTo>
                    <a:pt x="21543" y="0"/>
                  </a:lnTo>
                  <a:close/>
                </a:path>
              </a:pathLst>
            </a:custGeom>
            <a:solidFill>
              <a:schemeClr val="dk1">
                <a:alpha val="794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11"/>
            <p:cNvSpPr/>
            <p:nvPr/>
          </p:nvSpPr>
          <p:spPr>
            <a:xfrm>
              <a:off x="13" y="4241764"/>
              <a:ext cx="9143980" cy="62522"/>
            </a:xfrm>
            <a:custGeom>
              <a:rect b="b" l="l" r="r" t="t"/>
              <a:pathLst>
                <a:path extrusionOk="0" h="427" w="21543">
                  <a:moveTo>
                    <a:pt x="1" y="1"/>
                  </a:moveTo>
                  <a:lnTo>
                    <a:pt x="1" y="427"/>
                  </a:lnTo>
                  <a:lnTo>
                    <a:pt x="21543" y="427"/>
                  </a:lnTo>
                  <a:lnTo>
                    <a:pt x="21543" y="1"/>
                  </a:lnTo>
                  <a:close/>
                </a:path>
              </a:pathLst>
            </a:custGeom>
            <a:solidFill>
              <a:schemeClr val="dk1">
                <a:alpha val="7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11"/>
            <p:cNvSpPr/>
            <p:nvPr/>
          </p:nvSpPr>
          <p:spPr>
            <a:xfrm>
              <a:off x="13" y="4052000"/>
              <a:ext cx="9143980" cy="38948"/>
            </a:xfrm>
            <a:custGeom>
              <a:rect b="b" l="l" r="r" t="t"/>
              <a:pathLst>
                <a:path extrusionOk="0" h="266" w="21543">
                  <a:moveTo>
                    <a:pt x="1" y="1"/>
                  </a:moveTo>
                  <a:lnTo>
                    <a:pt x="1" y="265"/>
                  </a:lnTo>
                  <a:lnTo>
                    <a:pt x="21543" y="265"/>
                  </a:lnTo>
                  <a:lnTo>
                    <a:pt x="21543" y="1"/>
                  </a:lnTo>
                  <a:close/>
                </a:path>
              </a:pathLst>
            </a:custGeom>
            <a:solidFill>
              <a:schemeClr val="dk1">
                <a:alpha val="69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 name="Google Shape;79;p11"/>
          <p:cNvSpPr txBox="1"/>
          <p:nvPr>
            <p:ph hasCustomPrompt="1" type="title"/>
          </p:nvPr>
        </p:nvSpPr>
        <p:spPr>
          <a:xfrm>
            <a:off x="1123950" y="1804988"/>
            <a:ext cx="6896100" cy="8610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12000"/>
              <a:buNone/>
              <a:defRPr b="1" sz="6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80" name="Google Shape;80;p11"/>
          <p:cNvSpPr txBox="1"/>
          <p:nvPr>
            <p:ph idx="1" type="subTitle"/>
          </p:nvPr>
        </p:nvSpPr>
        <p:spPr>
          <a:xfrm>
            <a:off x="2209800" y="2633663"/>
            <a:ext cx="4724400" cy="495300"/>
          </a:xfrm>
          <a:prstGeom prst="rect">
            <a:avLst/>
          </a:prstGeom>
        </p:spPr>
        <p:txBody>
          <a:bodyPr anchorCtr="0" anchor="ctr" bIns="91425" lIns="91425" spcFirstLastPara="1" rIns="91425" wrap="square" tIns="91425">
            <a:normAutofit/>
          </a:bodyPr>
          <a:lstStyle>
            <a:lvl1pPr lvl="0" rtl="0" algn="ctr">
              <a:lnSpc>
                <a:spcPct val="100000"/>
              </a:lnSpc>
              <a:spcBef>
                <a:spcPts val="0"/>
              </a:spcBef>
              <a:spcAft>
                <a:spcPts val="0"/>
              </a:spcAft>
              <a:buSzPts val="18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81" name="Shape 8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
    <p:spTree>
      <p:nvGrpSpPr>
        <p:cNvPr id="82" name="Shape 82"/>
        <p:cNvGrpSpPr/>
        <p:nvPr/>
      </p:nvGrpSpPr>
      <p:grpSpPr>
        <a:xfrm>
          <a:off x="0" y="0"/>
          <a:ext cx="0" cy="0"/>
          <a:chOff x="0" y="0"/>
          <a:chExt cx="0" cy="0"/>
        </a:xfrm>
      </p:grpSpPr>
      <p:pic>
        <p:nvPicPr>
          <p:cNvPr id="83" name="Google Shape;83;p13"/>
          <p:cNvPicPr preferRelativeResize="0"/>
          <p:nvPr/>
        </p:nvPicPr>
        <p:blipFill>
          <a:blip r:embed="rId2">
            <a:alphaModFix/>
          </a:blip>
          <a:stretch>
            <a:fillRect/>
          </a:stretch>
        </p:blipFill>
        <p:spPr>
          <a:xfrm>
            <a:off x="0" y="3622"/>
            <a:ext cx="9144001" cy="5136257"/>
          </a:xfrm>
          <a:prstGeom prst="rect">
            <a:avLst/>
          </a:prstGeom>
          <a:noFill/>
          <a:ln>
            <a:noFill/>
          </a:ln>
        </p:spPr>
      </p:pic>
      <p:grpSp>
        <p:nvGrpSpPr>
          <p:cNvPr id="84" name="Google Shape;84;p13"/>
          <p:cNvGrpSpPr/>
          <p:nvPr/>
        </p:nvGrpSpPr>
        <p:grpSpPr>
          <a:xfrm>
            <a:off x="0" y="4464825"/>
            <a:ext cx="9143980" cy="678670"/>
            <a:chOff x="13" y="4052000"/>
            <a:chExt cx="9143980" cy="678670"/>
          </a:xfrm>
        </p:grpSpPr>
        <p:sp>
          <p:nvSpPr>
            <p:cNvPr id="85" name="Google Shape;85;p13"/>
            <p:cNvSpPr/>
            <p:nvPr/>
          </p:nvSpPr>
          <p:spPr>
            <a:xfrm>
              <a:off x="13" y="4624367"/>
              <a:ext cx="9143980" cy="106303"/>
            </a:xfrm>
            <a:custGeom>
              <a:rect b="b" l="l" r="r" t="t"/>
              <a:pathLst>
                <a:path extrusionOk="0" h="726" w="21543">
                  <a:moveTo>
                    <a:pt x="1" y="1"/>
                  </a:moveTo>
                  <a:lnTo>
                    <a:pt x="1" y="725"/>
                  </a:lnTo>
                  <a:lnTo>
                    <a:pt x="21543" y="725"/>
                  </a:lnTo>
                  <a:lnTo>
                    <a:pt x="21543" y="1"/>
                  </a:lnTo>
                  <a:close/>
                </a:path>
              </a:pathLst>
            </a:custGeom>
            <a:solidFill>
              <a:schemeClr val="dk1">
                <a:alpha val="825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13"/>
            <p:cNvSpPr/>
            <p:nvPr/>
          </p:nvSpPr>
          <p:spPr>
            <a:xfrm>
              <a:off x="13" y="4431528"/>
              <a:ext cx="9143980" cy="86243"/>
            </a:xfrm>
            <a:custGeom>
              <a:rect b="b" l="l" r="r" t="t"/>
              <a:pathLst>
                <a:path extrusionOk="0" h="589" w="21543">
                  <a:moveTo>
                    <a:pt x="1" y="0"/>
                  </a:moveTo>
                  <a:lnTo>
                    <a:pt x="1" y="589"/>
                  </a:lnTo>
                  <a:lnTo>
                    <a:pt x="21543" y="589"/>
                  </a:lnTo>
                  <a:lnTo>
                    <a:pt x="21543" y="0"/>
                  </a:lnTo>
                  <a:close/>
                </a:path>
              </a:pathLst>
            </a:custGeom>
            <a:solidFill>
              <a:schemeClr val="dk1">
                <a:alpha val="794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13"/>
            <p:cNvSpPr/>
            <p:nvPr/>
          </p:nvSpPr>
          <p:spPr>
            <a:xfrm>
              <a:off x="13" y="4241764"/>
              <a:ext cx="9143980" cy="62522"/>
            </a:xfrm>
            <a:custGeom>
              <a:rect b="b" l="l" r="r" t="t"/>
              <a:pathLst>
                <a:path extrusionOk="0" h="427" w="21543">
                  <a:moveTo>
                    <a:pt x="1" y="1"/>
                  </a:moveTo>
                  <a:lnTo>
                    <a:pt x="1" y="427"/>
                  </a:lnTo>
                  <a:lnTo>
                    <a:pt x="21543" y="427"/>
                  </a:lnTo>
                  <a:lnTo>
                    <a:pt x="21543" y="1"/>
                  </a:lnTo>
                  <a:close/>
                </a:path>
              </a:pathLst>
            </a:custGeom>
            <a:solidFill>
              <a:schemeClr val="dk1">
                <a:alpha val="7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3"/>
            <p:cNvSpPr/>
            <p:nvPr/>
          </p:nvSpPr>
          <p:spPr>
            <a:xfrm>
              <a:off x="13" y="4052000"/>
              <a:ext cx="9143980" cy="38948"/>
            </a:xfrm>
            <a:custGeom>
              <a:rect b="b" l="l" r="r" t="t"/>
              <a:pathLst>
                <a:path extrusionOk="0" h="266" w="21543">
                  <a:moveTo>
                    <a:pt x="1" y="1"/>
                  </a:moveTo>
                  <a:lnTo>
                    <a:pt x="1" y="265"/>
                  </a:lnTo>
                  <a:lnTo>
                    <a:pt x="21543" y="265"/>
                  </a:lnTo>
                  <a:lnTo>
                    <a:pt x="21543" y="1"/>
                  </a:lnTo>
                  <a:close/>
                </a:path>
              </a:pathLst>
            </a:custGeom>
            <a:solidFill>
              <a:schemeClr val="dk1">
                <a:alpha val="69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 name="Google Shape;89;p13"/>
          <p:cNvSpPr txBox="1"/>
          <p:nvPr>
            <p:ph type="title"/>
          </p:nvPr>
        </p:nvSpPr>
        <p:spPr>
          <a:xfrm>
            <a:off x="1371863" y="1721350"/>
            <a:ext cx="2632200" cy="346200"/>
          </a:xfrm>
          <a:prstGeom prst="rect">
            <a:avLst/>
          </a:prstGeom>
        </p:spPr>
        <p:txBody>
          <a:bodyPr anchorCtr="0" anchor="ctr" bIns="91425" lIns="91425" spcFirstLastPara="1" rIns="91425" wrap="square" tIns="91425">
            <a:normAutofit/>
          </a:bodyPr>
          <a:lstStyle>
            <a:lvl1pPr lvl="0">
              <a:spcBef>
                <a:spcPts val="0"/>
              </a:spcBef>
              <a:spcAft>
                <a:spcPts val="0"/>
              </a:spcAft>
              <a:buSzPts val="2800"/>
              <a:buNone/>
              <a:defRPr sz="2220"/>
            </a:lvl1pPr>
            <a:lvl2pPr lvl="1">
              <a:spcBef>
                <a:spcPts val="0"/>
              </a:spcBef>
              <a:spcAft>
                <a:spcPts val="0"/>
              </a:spcAft>
              <a:buSzPts val="2800"/>
              <a:buNone/>
              <a:defRPr>
                <a:latin typeface="Franklin Gothic"/>
                <a:ea typeface="Franklin Gothic"/>
                <a:cs typeface="Franklin Gothic"/>
                <a:sym typeface="Franklin Gothic"/>
              </a:defRPr>
            </a:lvl2pPr>
            <a:lvl3pPr lvl="2">
              <a:spcBef>
                <a:spcPts val="0"/>
              </a:spcBef>
              <a:spcAft>
                <a:spcPts val="0"/>
              </a:spcAft>
              <a:buSzPts val="2800"/>
              <a:buNone/>
              <a:defRPr>
                <a:latin typeface="Franklin Gothic"/>
                <a:ea typeface="Franklin Gothic"/>
                <a:cs typeface="Franklin Gothic"/>
                <a:sym typeface="Franklin Gothic"/>
              </a:defRPr>
            </a:lvl3pPr>
            <a:lvl4pPr lvl="3">
              <a:spcBef>
                <a:spcPts val="0"/>
              </a:spcBef>
              <a:spcAft>
                <a:spcPts val="0"/>
              </a:spcAft>
              <a:buSzPts val="2800"/>
              <a:buNone/>
              <a:defRPr>
                <a:latin typeface="Franklin Gothic"/>
                <a:ea typeface="Franklin Gothic"/>
                <a:cs typeface="Franklin Gothic"/>
                <a:sym typeface="Franklin Gothic"/>
              </a:defRPr>
            </a:lvl4pPr>
            <a:lvl5pPr lvl="4">
              <a:spcBef>
                <a:spcPts val="0"/>
              </a:spcBef>
              <a:spcAft>
                <a:spcPts val="0"/>
              </a:spcAft>
              <a:buSzPts val="2800"/>
              <a:buNone/>
              <a:defRPr>
                <a:latin typeface="Franklin Gothic"/>
                <a:ea typeface="Franklin Gothic"/>
                <a:cs typeface="Franklin Gothic"/>
                <a:sym typeface="Franklin Gothic"/>
              </a:defRPr>
            </a:lvl5pPr>
            <a:lvl6pPr lvl="5">
              <a:spcBef>
                <a:spcPts val="0"/>
              </a:spcBef>
              <a:spcAft>
                <a:spcPts val="0"/>
              </a:spcAft>
              <a:buSzPts val="2800"/>
              <a:buNone/>
              <a:defRPr>
                <a:latin typeface="Franklin Gothic"/>
                <a:ea typeface="Franklin Gothic"/>
                <a:cs typeface="Franklin Gothic"/>
                <a:sym typeface="Franklin Gothic"/>
              </a:defRPr>
            </a:lvl6pPr>
            <a:lvl7pPr lvl="6">
              <a:spcBef>
                <a:spcPts val="0"/>
              </a:spcBef>
              <a:spcAft>
                <a:spcPts val="0"/>
              </a:spcAft>
              <a:buSzPts val="2800"/>
              <a:buNone/>
              <a:defRPr>
                <a:latin typeface="Franklin Gothic"/>
                <a:ea typeface="Franklin Gothic"/>
                <a:cs typeface="Franklin Gothic"/>
                <a:sym typeface="Franklin Gothic"/>
              </a:defRPr>
            </a:lvl7pPr>
            <a:lvl8pPr lvl="7">
              <a:spcBef>
                <a:spcPts val="0"/>
              </a:spcBef>
              <a:spcAft>
                <a:spcPts val="0"/>
              </a:spcAft>
              <a:buSzPts val="2800"/>
              <a:buNone/>
              <a:defRPr>
                <a:latin typeface="Franklin Gothic"/>
                <a:ea typeface="Franklin Gothic"/>
                <a:cs typeface="Franklin Gothic"/>
                <a:sym typeface="Franklin Gothic"/>
              </a:defRPr>
            </a:lvl8pPr>
            <a:lvl9pPr lvl="8">
              <a:spcBef>
                <a:spcPts val="0"/>
              </a:spcBef>
              <a:spcAft>
                <a:spcPts val="0"/>
              </a:spcAft>
              <a:buSzPts val="2800"/>
              <a:buNone/>
              <a:defRPr>
                <a:latin typeface="Franklin Gothic"/>
                <a:ea typeface="Franklin Gothic"/>
                <a:cs typeface="Franklin Gothic"/>
                <a:sym typeface="Franklin Gothic"/>
              </a:defRPr>
            </a:lvl9pPr>
          </a:lstStyle>
          <a:p/>
        </p:txBody>
      </p:sp>
      <p:sp>
        <p:nvSpPr>
          <p:cNvPr id="90" name="Google Shape;90;p13"/>
          <p:cNvSpPr txBox="1"/>
          <p:nvPr>
            <p:ph idx="2" type="title"/>
          </p:nvPr>
        </p:nvSpPr>
        <p:spPr>
          <a:xfrm>
            <a:off x="5385563" y="1721350"/>
            <a:ext cx="2632200" cy="346200"/>
          </a:xfrm>
          <a:prstGeom prst="rect">
            <a:avLst/>
          </a:prstGeom>
        </p:spPr>
        <p:txBody>
          <a:bodyPr anchorCtr="0" anchor="ctr" bIns="91425" lIns="91425" spcFirstLastPara="1" rIns="91425" wrap="square" tIns="91425">
            <a:normAutofit/>
          </a:bodyPr>
          <a:lstStyle>
            <a:lvl1pPr lvl="0" rtl="0">
              <a:spcBef>
                <a:spcPts val="0"/>
              </a:spcBef>
              <a:spcAft>
                <a:spcPts val="0"/>
              </a:spcAft>
              <a:buSzPts val="2800"/>
              <a:buNone/>
              <a:defRPr sz="2220"/>
            </a:lvl1pPr>
            <a:lvl2pPr lvl="1" rtl="0">
              <a:spcBef>
                <a:spcPts val="0"/>
              </a:spcBef>
              <a:spcAft>
                <a:spcPts val="0"/>
              </a:spcAft>
              <a:buSzPts val="2800"/>
              <a:buNone/>
              <a:defRPr>
                <a:latin typeface="Franklin Gothic"/>
                <a:ea typeface="Franklin Gothic"/>
                <a:cs typeface="Franklin Gothic"/>
                <a:sym typeface="Franklin Gothic"/>
              </a:defRPr>
            </a:lvl2pPr>
            <a:lvl3pPr lvl="2" rtl="0">
              <a:spcBef>
                <a:spcPts val="0"/>
              </a:spcBef>
              <a:spcAft>
                <a:spcPts val="0"/>
              </a:spcAft>
              <a:buSzPts val="2800"/>
              <a:buNone/>
              <a:defRPr>
                <a:latin typeface="Franklin Gothic"/>
                <a:ea typeface="Franklin Gothic"/>
                <a:cs typeface="Franklin Gothic"/>
                <a:sym typeface="Franklin Gothic"/>
              </a:defRPr>
            </a:lvl3pPr>
            <a:lvl4pPr lvl="3" rtl="0">
              <a:spcBef>
                <a:spcPts val="0"/>
              </a:spcBef>
              <a:spcAft>
                <a:spcPts val="0"/>
              </a:spcAft>
              <a:buSzPts val="2800"/>
              <a:buNone/>
              <a:defRPr>
                <a:latin typeface="Franklin Gothic"/>
                <a:ea typeface="Franklin Gothic"/>
                <a:cs typeface="Franklin Gothic"/>
                <a:sym typeface="Franklin Gothic"/>
              </a:defRPr>
            </a:lvl4pPr>
            <a:lvl5pPr lvl="4" rtl="0">
              <a:spcBef>
                <a:spcPts val="0"/>
              </a:spcBef>
              <a:spcAft>
                <a:spcPts val="0"/>
              </a:spcAft>
              <a:buSzPts val="2800"/>
              <a:buNone/>
              <a:defRPr>
                <a:latin typeface="Franklin Gothic"/>
                <a:ea typeface="Franklin Gothic"/>
                <a:cs typeface="Franklin Gothic"/>
                <a:sym typeface="Franklin Gothic"/>
              </a:defRPr>
            </a:lvl5pPr>
            <a:lvl6pPr lvl="5" rtl="0">
              <a:spcBef>
                <a:spcPts val="0"/>
              </a:spcBef>
              <a:spcAft>
                <a:spcPts val="0"/>
              </a:spcAft>
              <a:buSzPts val="2800"/>
              <a:buNone/>
              <a:defRPr>
                <a:latin typeface="Franklin Gothic"/>
                <a:ea typeface="Franklin Gothic"/>
                <a:cs typeface="Franklin Gothic"/>
                <a:sym typeface="Franklin Gothic"/>
              </a:defRPr>
            </a:lvl6pPr>
            <a:lvl7pPr lvl="6" rtl="0">
              <a:spcBef>
                <a:spcPts val="0"/>
              </a:spcBef>
              <a:spcAft>
                <a:spcPts val="0"/>
              </a:spcAft>
              <a:buSzPts val="2800"/>
              <a:buNone/>
              <a:defRPr>
                <a:latin typeface="Franklin Gothic"/>
                <a:ea typeface="Franklin Gothic"/>
                <a:cs typeface="Franklin Gothic"/>
                <a:sym typeface="Franklin Gothic"/>
              </a:defRPr>
            </a:lvl7pPr>
            <a:lvl8pPr lvl="7" rtl="0">
              <a:spcBef>
                <a:spcPts val="0"/>
              </a:spcBef>
              <a:spcAft>
                <a:spcPts val="0"/>
              </a:spcAft>
              <a:buSzPts val="2800"/>
              <a:buNone/>
              <a:defRPr>
                <a:latin typeface="Franklin Gothic"/>
                <a:ea typeface="Franklin Gothic"/>
                <a:cs typeface="Franklin Gothic"/>
                <a:sym typeface="Franklin Gothic"/>
              </a:defRPr>
            </a:lvl8pPr>
            <a:lvl9pPr lvl="8" rtl="0">
              <a:spcBef>
                <a:spcPts val="0"/>
              </a:spcBef>
              <a:spcAft>
                <a:spcPts val="0"/>
              </a:spcAft>
              <a:buSzPts val="2800"/>
              <a:buNone/>
              <a:defRPr>
                <a:latin typeface="Franklin Gothic"/>
                <a:ea typeface="Franklin Gothic"/>
                <a:cs typeface="Franklin Gothic"/>
                <a:sym typeface="Franklin Gothic"/>
              </a:defRPr>
            </a:lvl9pPr>
          </a:lstStyle>
          <a:p/>
        </p:txBody>
      </p:sp>
      <p:sp>
        <p:nvSpPr>
          <p:cNvPr id="91" name="Google Shape;91;p13"/>
          <p:cNvSpPr txBox="1"/>
          <p:nvPr>
            <p:ph idx="3" type="title"/>
          </p:nvPr>
        </p:nvSpPr>
        <p:spPr>
          <a:xfrm>
            <a:off x="1371863" y="3131583"/>
            <a:ext cx="2632200" cy="346200"/>
          </a:xfrm>
          <a:prstGeom prst="rect">
            <a:avLst/>
          </a:prstGeom>
        </p:spPr>
        <p:txBody>
          <a:bodyPr anchorCtr="0" anchor="ctr" bIns="91425" lIns="91425" spcFirstLastPara="1" rIns="91425" wrap="square" tIns="91425">
            <a:normAutofit/>
          </a:bodyPr>
          <a:lstStyle>
            <a:lvl1pPr lvl="0" rtl="0">
              <a:spcBef>
                <a:spcPts val="0"/>
              </a:spcBef>
              <a:spcAft>
                <a:spcPts val="0"/>
              </a:spcAft>
              <a:buSzPts val="2800"/>
              <a:buNone/>
              <a:defRPr sz="2220"/>
            </a:lvl1pPr>
            <a:lvl2pPr lvl="1" rtl="0">
              <a:spcBef>
                <a:spcPts val="0"/>
              </a:spcBef>
              <a:spcAft>
                <a:spcPts val="0"/>
              </a:spcAft>
              <a:buSzPts val="2800"/>
              <a:buNone/>
              <a:defRPr>
                <a:latin typeface="Franklin Gothic"/>
                <a:ea typeface="Franklin Gothic"/>
                <a:cs typeface="Franklin Gothic"/>
                <a:sym typeface="Franklin Gothic"/>
              </a:defRPr>
            </a:lvl2pPr>
            <a:lvl3pPr lvl="2" rtl="0">
              <a:spcBef>
                <a:spcPts val="0"/>
              </a:spcBef>
              <a:spcAft>
                <a:spcPts val="0"/>
              </a:spcAft>
              <a:buSzPts val="2800"/>
              <a:buNone/>
              <a:defRPr>
                <a:latin typeface="Franklin Gothic"/>
                <a:ea typeface="Franklin Gothic"/>
                <a:cs typeface="Franklin Gothic"/>
                <a:sym typeface="Franklin Gothic"/>
              </a:defRPr>
            </a:lvl3pPr>
            <a:lvl4pPr lvl="3" rtl="0">
              <a:spcBef>
                <a:spcPts val="0"/>
              </a:spcBef>
              <a:spcAft>
                <a:spcPts val="0"/>
              </a:spcAft>
              <a:buSzPts val="2800"/>
              <a:buNone/>
              <a:defRPr>
                <a:latin typeface="Franklin Gothic"/>
                <a:ea typeface="Franklin Gothic"/>
                <a:cs typeface="Franklin Gothic"/>
                <a:sym typeface="Franklin Gothic"/>
              </a:defRPr>
            </a:lvl4pPr>
            <a:lvl5pPr lvl="4" rtl="0">
              <a:spcBef>
                <a:spcPts val="0"/>
              </a:spcBef>
              <a:spcAft>
                <a:spcPts val="0"/>
              </a:spcAft>
              <a:buSzPts val="2800"/>
              <a:buNone/>
              <a:defRPr>
                <a:latin typeface="Franklin Gothic"/>
                <a:ea typeface="Franklin Gothic"/>
                <a:cs typeface="Franklin Gothic"/>
                <a:sym typeface="Franklin Gothic"/>
              </a:defRPr>
            </a:lvl5pPr>
            <a:lvl6pPr lvl="5" rtl="0">
              <a:spcBef>
                <a:spcPts val="0"/>
              </a:spcBef>
              <a:spcAft>
                <a:spcPts val="0"/>
              </a:spcAft>
              <a:buSzPts val="2800"/>
              <a:buNone/>
              <a:defRPr>
                <a:latin typeface="Franklin Gothic"/>
                <a:ea typeface="Franklin Gothic"/>
                <a:cs typeface="Franklin Gothic"/>
                <a:sym typeface="Franklin Gothic"/>
              </a:defRPr>
            </a:lvl6pPr>
            <a:lvl7pPr lvl="6" rtl="0">
              <a:spcBef>
                <a:spcPts val="0"/>
              </a:spcBef>
              <a:spcAft>
                <a:spcPts val="0"/>
              </a:spcAft>
              <a:buSzPts val="2800"/>
              <a:buNone/>
              <a:defRPr>
                <a:latin typeface="Franklin Gothic"/>
                <a:ea typeface="Franklin Gothic"/>
                <a:cs typeface="Franklin Gothic"/>
                <a:sym typeface="Franklin Gothic"/>
              </a:defRPr>
            </a:lvl7pPr>
            <a:lvl8pPr lvl="7" rtl="0">
              <a:spcBef>
                <a:spcPts val="0"/>
              </a:spcBef>
              <a:spcAft>
                <a:spcPts val="0"/>
              </a:spcAft>
              <a:buSzPts val="2800"/>
              <a:buNone/>
              <a:defRPr>
                <a:latin typeface="Franklin Gothic"/>
                <a:ea typeface="Franklin Gothic"/>
                <a:cs typeface="Franklin Gothic"/>
                <a:sym typeface="Franklin Gothic"/>
              </a:defRPr>
            </a:lvl8pPr>
            <a:lvl9pPr lvl="8" rtl="0">
              <a:spcBef>
                <a:spcPts val="0"/>
              </a:spcBef>
              <a:spcAft>
                <a:spcPts val="0"/>
              </a:spcAft>
              <a:buSzPts val="2800"/>
              <a:buNone/>
              <a:defRPr>
                <a:latin typeface="Franklin Gothic"/>
                <a:ea typeface="Franklin Gothic"/>
                <a:cs typeface="Franklin Gothic"/>
                <a:sym typeface="Franklin Gothic"/>
              </a:defRPr>
            </a:lvl9pPr>
          </a:lstStyle>
          <a:p/>
        </p:txBody>
      </p:sp>
      <p:sp>
        <p:nvSpPr>
          <p:cNvPr id="92" name="Google Shape;92;p13"/>
          <p:cNvSpPr txBox="1"/>
          <p:nvPr>
            <p:ph idx="4" type="title"/>
          </p:nvPr>
        </p:nvSpPr>
        <p:spPr>
          <a:xfrm>
            <a:off x="5385563" y="3131583"/>
            <a:ext cx="2632200" cy="346200"/>
          </a:xfrm>
          <a:prstGeom prst="rect">
            <a:avLst/>
          </a:prstGeom>
        </p:spPr>
        <p:txBody>
          <a:bodyPr anchorCtr="0" anchor="ctr" bIns="91425" lIns="91425" spcFirstLastPara="1" rIns="91425" wrap="square" tIns="91425">
            <a:normAutofit/>
          </a:bodyPr>
          <a:lstStyle>
            <a:lvl1pPr lvl="0" rtl="0">
              <a:spcBef>
                <a:spcPts val="0"/>
              </a:spcBef>
              <a:spcAft>
                <a:spcPts val="0"/>
              </a:spcAft>
              <a:buSzPts val="2800"/>
              <a:buNone/>
              <a:defRPr sz="2220"/>
            </a:lvl1pPr>
            <a:lvl2pPr lvl="1" rtl="0">
              <a:spcBef>
                <a:spcPts val="0"/>
              </a:spcBef>
              <a:spcAft>
                <a:spcPts val="0"/>
              </a:spcAft>
              <a:buSzPts val="2800"/>
              <a:buNone/>
              <a:defRPr>
                <a:latin typeface="Franklin Gothic"/>
                <a:ea typeface="Franklin Gothic"/>
                <a:cs typeface="Franklin Gothic"/>
                <a:sym typeface="Franklin Gothic"/>
              </a:defRPr>
            </a:lvl2pPr>
            <a:lvl3pPr lvl="2" rtl="0">
              <a:spcBef>
                <a:spcPts val="0"/>
              </a:spcBef>
              <a:spcAft>
                <a:spcPts val="0"/>
              </a:spcAft>
              <a:buSzPts val="2800"/>
              <a:buNone/>
              <a:defRPr>
                <a:latin typeface="Franklin Gothic"/>
                <a:ea typeface="Franklin Gothic"/>
                <a:cs typeface="Franklin Gothic"/>
                <a:sym typeface="Franklin Gothic"/>
              </a:defRPr>
            </a:lvl3pPr>
            <a:lvl4pPr lvl="3" rtl="0">
              <a:spcBef>
                <a:spcPts val="0"/>
              </a:spcBef>
              <a:spcAft>
                <a:spcPts val="0"/>
              </a:spcAft>
              <a:buSzPts val="2800"/>
              <a:buNone/>
              <a:defRPr>
                <a:latin typeface="Franklin Gothic"/>
                <a:ea typeface="Franklin Gothic"/>
                <a:cs typeface="Franklin Gothic"/>
                <a:sym typeface="Franklin Gothic"/>
              </a:defRPr>
            </a:lvl4pPr>
            <a:lvl5pPr lvl="4" rtl="0">
              <a:spcBef>
                <a:spcPts val="0"/>
              </a:spcBef>
              <a:spcAft>
                <a:spcPts val="0"/>
              </a:spcAft>
              <a:buSzPts val="2800"/>
              <a:buNone/>
              <a:defRPr>
                <a:latin typeface="Franklin Gothic"/>
                <a:ea typeface="Franklin Gothic"/>
                <a:cs typeface="Franklin Gothic"/>
                <a:sym typeface="Franklin Gothic"/>
              </a:defRPr>
            </a:lvl5pPr>
            <a:lvl6pPr lvl="5" rtl="0">
              <a:spcBef>
                <a:spcPts val="0"/>
              </a:spcBef>
              <a:spcAft>
                <a:spcPts val="0"/>
              </a:spcAft>
              <a:buSzPts val="2800"/>
              <a:buNone/>
              <a:defRPr>
                <a:latin typeface="Franklin Gothic"/>
                <a:ea typeface="Franklin Gothic"/>
                <a:cs typeface="Franklin Gothic"/>
                <a:sym typeface="Franklin Gothic"/>
              </a:defRPr>
            </a:lvl6pPr>
            <a:lvl7pPr lvl="6" rtl="0">
              <a:spcBef>
                <a:spcPts val="0"/>
              </a:spcBef>
              <a:spcAft>
                <a:spcPts val="0"/>
              </a:spcAft>
              <a:buSzPts val="2800"/>
              <a:buNone/>
              <a:defRPr>
                <a:latin typeface="Franklin Gothic"/>
                <a:ea typeface="Franklin Gothic"/>
                <a:cs typeface="Franklin Gothic"/>
                <a:sym typeface="Franklin Gothic"/>
              </a:defRPr>
            </a:lvl7pPr>
            <a:lvl8pPr lvl="7" rtl="0">
              <a:spcBef>
                <a:spcPts val="0"/>
              </a:spcBef>
              <a:spcAft>
                <a:spcPts val="0"/>
              </a:spcAft>
              <a:buSzPts val="2800"/>
              <a:buNone/>
              <a:defRPr>
                <a:latin typeface="Franklin Gothic"/>
                <a:ea typeface="Franklin Gothic"/>
                <a:cs typeface="Franklin Gothic"/>
                <a:sym typeface="Franklin Gothic"/>
              </a:defRPr>
            </a:lvl8pPr>
            <a:lvl9pPr lvl="8" rtl="0">
              <a:spcBef>
                <a:spcPts val="0"/>
              </a:spcBef>
              <a:spcAft>
                <a:spcPts val="0"/>
              </a:spcAft>
              <a:buSzPts val="2800"/>
              <a:buNone/>
              <a:defRPr>
                <a:latin typeface="Franklin Gothic"/>
                <a:ea typeface="Franklin Gothic"/>
                <a:cs typeface="Franklin Gothic"/>
                <a:sym typeface="Franklin Gothic"/>
              </a:defRPr>
            </a:lvl9pPr>
          </a:lstStyle>
          <a:p/>
        </p:txBody>
      </p:sp>
      <p:sp>
        <p:nvSpPr>
          <p:cNvPr id="93" name="Google Shape;93;p13"/>
          <p:cNvSpPr txBox="1"/>
          <p:nvPr>
            <p:ph idx="1" type="subTitle"/>
          </p:nvPr>
        </p:nvSpPr>
        <p:spPr>
          <a:xfrm>
            <a:off x="1371875" y="2067700"/>
            <a:ext cx="2919600" cy="572700"/>
          </a:xfrm>
          <a:prstGeom prst="rect">
            <a:avLst/>
          </a:prstGeom>
        </p:spPr>
        <p:txBody>
          <a:bodyPr anchorCtr="0" anchor="ctr" bIns="91425" lIns="91425" spcFirstLastPara="1" rIns="91425" wrap="square" tIns="91425">
            <a:normAutofit/>
          </a:bodyPr>
          <a:lstStyle>
            <a:lvl1pPr lvl="0">
              <a:lnSpc>
                <a:spcPct val="100000"/>
              </a:lnSpc>
              <a:spcBef>
                <a:spcPts val="0"/>
              </a:spcBef>
              <a:spcAft>
                <a:spcPts val="0"/>
              </a:spcAft>
              <a:buSzPts val="1800"/>
              <a:buNone/>
              <a:defRPr sz="14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4" name="Google Shape;94;p13"/>
          <p:cNvSpPr txBox="1"/>
          <p:nvPr>
            <p:ph idx="5" type="subTitle"/>
          </p:nvPr>
        </p:nvSpPr>
        <p:spPr>
          <a:xfrm>
            <a:off x="5385575" y="2067700"/>
            <a:ext cx="2919600" cy="572700"/>
          </a:xfrm>
          <a:prstGeom prst="rect">
            <a:avLst/>
          </a:prstGeom>
        </p:spPr>
        <p:txBody>
          <a:bodyPr anchorCtr="0" anchor="ctr" bIns="91425" lIns="91425" spcFirstLastPara="1" rIns="91425" wrap="square" tIns="91425">
            <a:normAutofit/>
          </a:bodyPr>
          <a:lstStyle>
            <a:lvl1pPr lvl="0"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95" name="Google Shape;95;p13"/>
          <p:cNvSpPr txBox="1"/>
          <p:nvPr>
            <p:ph idx="6" type="subTitle"/>
          </p:nvPr>
        </p:nvSpPr>
        <p:spPr>
          <a:xfrm>
            <a:off x="1371875" y="3477926"/>
            <a:ext cx="2919600" cy="572700"/>
          </a:xfrm>
          <a:prstGeom prst="rect">
            <a:avLst/>
          </a:prstGeom>
        </p:spPr>
        <p:txBody>
          <a:bodyPr anchorCtr="0" anchor="ctr" bIns="91425" lIns="91425" spcFirstLastPara="1" rIns="91425" wrap="square" tIns="91425">
            <a:normAutofit/>
          </a:bodyPr>
          <a:lstStyle>
            <a:lvl1pPr lvl="0"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96" name="Google Shape;96;p13"/>
          <p:cNvSpPr txBox="1"/>
          <p:nvPr>
            <p:ph idx="7" type="subTitle"/>
          </p:nvPr>
        </p:nvSpPr>
        <p:spPr>
          <a:xfrm>
            <a:off x="5385575" y="3477926"/>
            <a:ext cx="2919600" cy="572700"/>
          </a:xfrm>
          <a:prstGeom prst="rect">
            <a:avLst/>
          </a:prstGeom>
        </p:spPr>
        <p:txBody>
          <a:bodyPr anchorCtr="0" anchor="ctr" bIns="91425" lIns="91425" spcFirstLastPara="1" rIns="91425" wrap="square" tIns="91425">
            <a:normAutofit/>
          </a:bodyPr>
          <a:lstStyle>
            <a:lvl1pPr lvl="0"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97" name="Google Shape;97;p13"/>
          <p:cNvSpPr txBox="1"/>
          <p:nvPr>
            <p:ph idx="8" type="title"/>
          </p:nvPr>
        </p:nvSpPr>
        <p:spPr>
          <a:xfrm>
            <a:off x="720000" y="374900"/>
            <a:ext cx="7704000" cy="572700"/>
          </a:xfrm>
          <a:prstGeom prst="rect">
            <a:avLst/>
          </a:prstGeom>
        </p:spPr>
        <p:txBody>
          <a:bodyPr anchorCtr="0" anchor="t" bIns="91425" lIns="91425" spcFirstLastPara="1" rIns="91425" wrap="square" tIns="91425">
            <a:normAutofit/>
          </a:bodyPr>
          <a:lstStyle>
            <a:lvl1pPr lvl="0" rtl="0" algn="ctr">
              <a:spcBef>
                <a:spcPts val="0"/>
              </a:spcBef>
              <a:spcAft>
                <a:spcPts val="0"/>
              </a:spcAft>
              <a:buSzPts val="2800"/>
              <a:buNone/>
              <a:defRPr b="1" sz="2748"/>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13">
    <p:spTree>
      <p:nvGrpSpPr>
        <p:cNvPr id="98" name="Shape 98"/>
        <p:cNvGrpSpPr/>
        <p:nvPr/>
      </p:nvGrpSpPr>
      <p:grpSpPr>
        <a:xfrm>
          <a:off x="0" y="0"/>
          <a:ext cx="0" cy="0"/>
          <a:chOff x="0" y="0"/>
          <a:chExt cx="0" cy="0"/>
        </a:xfrm>
      </p:grpSpPr>
      <p:pic>
        <p:nvPicPr>
          <p:cNvPr id="99" name="Google Shape;99;p14"/>
          <p:cNvPicPr preferRelativeResize="0"/>
          <p:nvPr/>
        </p:nvPicPr>
        <p:blipFill>
          <a:blip r:embed="rId2">
            <a:alphaModFix/>
          </a:blip>
          <a:stretch>
            <a:fillRect/>
          </a:stretch>
        </p:blipFill>
        <p:spPr>
          <a:xfrm>
            <a:off x="0" y="3622"/>
            <a:ext cx="9144001" cy="5136257"/>
          </a:xfrm>
          <a:prstGeom prst="rect">
            <a:avLst/>
          </a:prstGeom>
          <a:noFill/>
          <a:ln>
            <a:noFill/>
          </a:ln>
        </p:spPr>
      </p:pic>
      <p:sp>
        <p:nvSpPr>
          <p:cNvPr id="100" name="Google Shape;100;p14"/>
          <p:cNvSpPr txBox="1"/>
          <p:nvPr>
            <p:ph type="title"/>
          </p:nvPr>
        </p:nvSpPr>
        <p:spPr>
          <a:xfrm>
            <a:off x="4102475" y="1662550"/>
            <a:ext cx="2388300" cy="2185500"/>
          </a:xfrm>
          <a:prstGeom prst="rect">
            <a:avLst/>
          </a:prstGeom>
        </p:spPr>
        <p:txBody>
          <a:bodyPr anchorCtr="0" anchor="ctr" bIns="91425" lIns="91425" spcFirstLastPara="1" rIns="91425" wrap="square" tIns="91425">
            <a:normAutofit/>
          </a:bodyPr>
          <a:lstStyle>
            <a:lvl1pPr lvl="0" rtl="0">
              <a:spcBef>
                <a:spcPts val="0"/>
              </a:spcBef>
              <a:spcAft>
                <a:spcPts val="0"/>
              </a:spcAft>
              <a:buSzPts val="2400"/>
              <a:buNone/>
              <a:defRPr sz="273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01" name="Google Shape;101;p14"/>
          <p:cNvSpPr txBox="1"/>
          <p:nvPr>
            <p:ph idx="1" type="subTitle"/>
          </p:nvPr>
        </p:nvSpPr>
        <p:spPr>
          <a:xfrm>
            <a:off x="4102475" y="3848050"/>
            <a:ext cx="2898300" cy="856800"/>
          </a:xfrm>
          <a:prstGeom prst="rect">
            <a:avLst/>
          </a:prstGeom>
        </p:spPr>
        <p:txBody>
          <a:bodyPr anchorCtr="0" anchor="ctr" bIns="91425" lIns="91425" spcFirstLastPara="1" rIns="91425" wrap="square" tIns="91425">
            <a:normAutofit/>
          </a:bodyPr>
          <a:lstStyle>
            <a:lvl1pPr lvl="0" rtl="0">
              <a:spcBef>
                <a:spcPts val="0"/>
              </a:spcBef>
              <a:spcAft>
                <a:spcPts val="0"/>
              </a:spcAft>
              <a:buSzPts val="18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p:cSld name="CUSTOM_12">
    <p:spTree>
      <p:nvGrpSpPr>
        <p:cNvPr id="102" name="Shape 102"/>
        <p:cNvGrpSpPr/>
        <p:nvPr/>
      </p:nvGrpSpPr>
      <p:grpSpPr>
        <a:xfrm>
          <a:off x="0" y="0"/>
          <a:ext cx="0" cy="0"/>
          <a:chOff x="0" y="0"/>
          <a:chExt cx="0" cy="0"/>
        </a:xfrm>
      </p:grpSpPr>
      <p:pic>
        <p:nvPicPr>
          <p:cNvPr id="103" name="Google Shape;103;p15"/>
          <p:cNvPicPr preferRelativeResize="0"/>
          <p:nvPr/>
        </p:nvPicPr>
        <p:blipFill>
          <a:blip r:embed="rId2">
            <a:alphaModFix/>
          </a:blip>
          <a:stretch>
            <a:fillRect/>
          </a:stretch>
        </p:blipFill>
        <p:spPr>
          <a:xfrm>
            <a:off x="0" y="3622"/>
            <a:ext cx="9144001" cy="5136257"/>
          </a:xfrm>
          <a:prstGeom prst="rect">
            <a:avLst/>
          </a:prstGeom>
          <a:noFill/>
          <a:ln>
            <a:noFill/>
          </a:ln>
        </p:spPr>
      </p:pic>
      <p:sp>
        <p:nvSpPr>
          <p:cNvPr id="104" name="Google Shape;104;p15"/>
          <p:cNvSpPr txBox="1"/>
          <p:nvPr>
            <p:ph type="title"/>
          </p:nvPr>
        </p:nvSpPr>
        <p:spPr>
          <a:xfrm>
            <a:off x="720000" y="374900"/>
            <a:ext cx="7704000" cy="572700"/>
          </a:xfrm>
          <a:prstGeom prst="rect">
            <a:avLst/>
          </a:prstGeom>
        </p:spPr>
        <p:txBody>
          <a:bodyPr anchorCtr="0" anchor="t" bIns="91425" lIns="91425" spcFirstLastPara="1" rIns="91425" wrap="square" tIns="91425">
            <a:normAutofit/>
          </a:bodyPr>
          <a:lstStyle>
            <a:lvl1pPr lvl="0" rtl="0" algn="ctr">
              <a:spcBef>
                <a:spcPts val="0"/>
              </a:spcBef>
              <a:spcAft>
                <a:spcPts val="0"/>
              </a:spcAft>
              <a:buSzPts val="2800"/>
              <a:buNone/>
              <a:defRPr b="1" sz="2748"/>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05" name="Google Shape;105;p15"/>
          <p:cNvSpPr txBox="1"/>
          <p:nvPr>
            <p:ph idx="1" type="body"/>
          </p:nvPr>
        </p:nvSpPr>
        <p:spPr>
          <a:xfrm>
            <a:off x="720000" y="1274700"/>
            <a:ext cx="7704000" cy="3328800"/>
          </a:xfrm>
          <a:prstGeom prst="rect">
            <a:avLst/>
          </a:prstGeom>
        </p:spPr>
        <p:txBody>
          <a:bodyPr anchorCtr="0" anchor="ctr" bIns="91425" lIns="91425" spcFirstLastPara="1" rIns="91425" wrap="square" tIns="91425">
            <a:normAutofit/>
          </a:bodyPr>
          <a:lstStyle>
            <a:lvl1pPr indent="-342900" lvl="0" marL="457200" rtl="0">
              <a:lnSpc>
                <a:spcPct val="100000"/>
              </a:lnSpc>
              <a:spcBef>
                <a:spcPts val="0"/>
              </a:spcBef>
              <a:spcAft>
                <a:spcPts val="0"/>
              </a:spcAft>
              <a:buClr>
                <a:schemeClr val="dk1"/>
              </a:buClr>
              <a:buSzPts val="1800"/>
              <a:buChar char="●"/>
              <a:defRPr sz="1200"/>
            </a:lvl1pPr>
            <a:lvl2pPr indent="-317500" lvl="1" marL="914400" rtl="0">
              <a:spcBef>
                <a:spcPts val="0"/>
              </a:spcBef>
              <a:spcAft>
                <a:spcPts val="0"/>
              </a:spcAft>
              <a:buSzPts val="1400"/>
              <a:buChar char="○"/>
              <a:defRPr/>
            </a:lvl2pPr>
            <a:lvl3pPr indent="-317500" lvl="2" marL="1371600" rtl="0">
              <a:spcBef>
                <a:spcPts val="0"/>
              </a:spcBef>
              <a:spcAft>
                <a:spcPts val="0"/>
              </a:spcAft>
              <a:buSzPts val="1400"/>
              <a:buChar char="■"/>
              <a:defRPr/>
            </a:lvl3pPr>
            <a:lvl4pPr indent="-317500" lvl="3" marL="1828800" rtl="0">
              <a:spcBef>
                <a:spcPts val="0"/>
              </a:spcBef>
              <a:spcAft>
                <a:spcPts val="0"/>
              </a:spcAft>
              <a:buSzPts val="1400"/>
              <a:buChar char="●"/>
              <a:defRPr/>
            </a:lvl4pPr>
            <a:lvl5pPr indent="-317500" lvl="4" marL="2286000" rtl="0">
              <a:spcBef>
                <a:spcPts val="0"/>
              </a:spcBef>
              <a:spcAft>
                <a:spcPts val="0"/>
              </a:spcAft>
              <a:buSzPts val="1400"/>
              <a:buChar char="○"/>
              <a:defRPr/>
            </a:lvl5pPr>
            <a:lvl6pPr indent="-317500" lvl="5" marL="2743200" rtl="0">
              <a:spcBef>
                <a:spcPts val="0"/>
              </a:spcBef>
              <a:spcAft>
                <a:spcPts val="0"/>
              </a:spcAft>
              <a:buSzPts val="1400"/>
              <a:buChar char="■"/>
              <a:defRPr/>
            </a:lvl6pPr>
            <a:lvl7pPr indent="-317500" lvl="6" marL="3200400" rtl="0">
              <a:spcBef>
                <a:spcPts val="0"/>
              </a:spcBef>
              <a:spcAft>
                <a:spcPts val="0"/>
              </a:spcAft>
              <a:buSzPts val="1400"/>
              <a:buChar char="●"/>
              <a:defRPr/>
            </a:lvl7pPr>
            <a:lvl8pPr indent="-317500" lvl="7" marL="3657600" rtl="0">
              <a:spcBef>
                <a:spcPts val="0"/>
              </a:spcBef>
              <a:spcAft>
                <a:spcPts val="0"/>
              </a:spcAft>
              <a:buSzPts val="1400"/>
              <a:buChar char="○"/>
              <a:defRPr/>
            </a:lvl8pPr>
            <a:lvl9pPr indent="-317500" lvl="8" marL="4114800" rtl="0">
              <a:spcBef>
                <a:spcPts val="0"/>
              </a:spcBef>
              <a:spcAft>
                <a:spcPts val="0"/>
              </a:spcAft>
              <a:buSzPts val="1400"/>
              <a:buChar char="■"/>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6">
    <p:spTree>
      <p:nvGrpSpPr>
        <p:cNvPr id="106" name="Shape 106"/>
        <p:cNvGrpSpPr/>
        <p:nvPr/>
      </p:nvGrpSpPr>
      <p:grpSpPr>
        <a:xfrm>
          <a:off x="0" y="0"/>
          <a:ext cx="0" cy="0"/>
          <a:chOff x="0" y="0"/>
          <a:chExt cx="0" cy="0"/>
        </a:xfrm>
      </p:grpSpPr>
      <p:pic>
        <p:nvPicPr>
          <p:cNvPr id="107" name="Google Shape;107;p16"/>
          <p:cNvPicPr preferRelativeResize="0"/>
          <p:nvPr/>
        </p:nvPicPr>
        <p:blipFill>
          <a:blip r:embed="rId2">
            <a:alphaModFix/>
          </a:blip>
          <a:stretch>
            <a:fillRect/>
          </a:stretch>
        </p:blipFill>
        <p:spPr>
          <a:xfrm>
            <a:off x="0" y="3622"/>
            <a:ext cx="9144001" cy="5136257"/>
          </a:xfrm>
          <a:prstGeom prst="rect">
            <a:avLst/>
          </a:prstGeom>
          <a:noFill/>
          <a:ln>
            <a:noFill/>
          </a:ln>
        </p:spPr>
      </p:pic>
      <p:grpSp>
        <p:nvGrpSpPr>
          <p:cNvPr id="108" name="Google Shape;108;p16"/>
          <p:cNvGrpSpPr/>
          <p:nvPr/>
        </p:nvGrpSpPr>
        <p:grpSpPr>
          <a:xfrm>
            <a:off x="0" y="4677725"/>
            <a:ext cx="9143980" cy="465771"/>
            <a:chOff x="13" y="4052000"/>
            <a:chExt cx="9143980" cy="465771"/>
          </a:xfrm>
        </p:grpSpPr>
        <p:sp>
          <p:nvSpPr>
            <p:cNvPr id="109" name="Google Shape;109;p16"/>
            <p:cNvSpPr/>
            <p:nvPr/>
          </p:nvSpPr>
          <p:spPr>
            <a:xfrm>
              <a:off x="13" y="4431528"/>
              <a:ext cx="9143980" cy="86243"/>
            </a:xfrm>
            <a:custGeom>
              <a:rect b="b" l="l" r="r" t="t"/>
              <a:pathLst>
                <a:path extrusionOk="0" h="589" w="21543">
                  <a:moveTo>
                    <a:pt x="1" y="0"/>
                  </a:moveTo>
                  <a:lnTo>
                    <a:pt x="1" y="589"/>
                  </a:lnTo>
                  <a:lnTo>
                    <a:pt x="21543" y="589"/>
                  </a:lnTo>
                  <a:lnTo>
                    <a:pt x="21543" y="0"/>
                  </a:lnTo>
                  <a:close/>
                </a:path>
              </a:pathLst>
            </a:custGeom>
            <a:solidFill>
              <a:schemeClr val="dk1">
                <a:alpha val="794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6"/>
            <p:cNvSpPr/>
            <p:nvPr/>
          </p:nvSpPr>
          <p:spPr>
            <a:xfrm>
              <a:off x="13" y="4241764"/>
              <a:ext cx="9143980" cy="62522"/>
            </a:xfrm>
            <a:custGeom>
              <a:rect b="b" l="l" r="r" t="t"/>
              <a:pathLst>
                <a:path extrusionOk="0" h="427" w="21543">
                  <a:moveTo>
                    <a:pt x="1" y="1"/>
                  </a:moveTo>
                  <a:lnTo>
                    <a:pt x="1" y="427"/>
                  </a:lnTo>
                  <a:lnTo>
                    <a:pt x="21543" y="427"/>
                  </a:lnTo>
                  <a:lnTo>
                    <a:pt x="21543" y="1"/>
                  </a:lnTo>
                  <a:close/>
                </a:path>
              </a:pathLst>
            </a:custGeom>
            <a:solidFill>
              <a:schemeClr val="dk1">
                <a:alpha val="7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6"/>
            <p:cNvSpPr/>
            <p:nvPr/>
          </p:nvSpPr>
          <p:spPr>
            <a:xfrm>
              <a:off x="13" y="4052000"/>
              <a:ext cx="9143980" cy="38948"/>
            </a:xfrm>
            <a:custGeom>
              <a:rect b="b" l="l" r="r" t="t"/>
              <a:pathLst>
                <a:path extrusionOk="0" h="266" w="21543">
                  <a:moveTo>
                    <a:pt x="1" y="1"/>
                  </a:moveTo>
                  <a:lnTo>
                    <a:pt x="1" y="265"/>
                  </a:lnTo>
                  <a:lnTo>
                    <a:pt x="21543" y="265"/>
                  </a:lnTo>
                  <a:lnTo>
                    <a:pt x="21543" y="1"/>
                  </a:lnTo>
                  <a:close/>
                </a:path>
              </a:pathLst>
            </a:custGeom>
            <a:solidFill>
              <a:schemeClr val="dk1">
                <a:alpha val="69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 name="Google Shape;112;p16"/>
          <p:cNvGrpSpPr/>
          <p:nvPr/>
        </p:nvGrpSpPr>
        <p:grpSpPr>
          <a:xfrm rot="10800000">
            <a:off x="12" y="-9700"/>
            <a:ext cx="9143980" cy="465771"/>
            <a:chOff x="13" y="4052000"/>
            <a:chExt cx="9143980" cy="465771"/>
          </a:xfrm>
        </p:grpSpPr>
        <p:sp>
          <p:nvSpPr>
            <p:cNvPr id="113" name="Google Shape;113;p16"/>
            <p:cNvSpPr/>
            <p:nvPr/>
          </p:nvSpPr>
          <p:spPr>
            <a:xfrm>
              <a:off x="13" y="4431528"/>
              <a:ext cx="9143980" cy="86243"/>
            </a:xfrm>
            <a:custGeom>
              <a:rect b="b" l="l" r="r" t="t"/>
              <a:pathLst>
                <a:path extrusionOk="0" h="589" w="21543">
                  <a:moveTo>
                    <a:pt x="1" y="0"/>
                  </a:moveTo>
                  <a:lnTo>
                    <a:pt x="1" y="589"/>
                  </a:lnTo>
                  <a:lnTo>
                    <a:pt x="21543" y="589"/>
                  </a:lnTo>
                  <a:lnTo>
                    <a:pt x="21543" y="0"/>
                  </a:lnTo>
                  <a:close/>
                </a:path>
              </a:pathLst>
            </a:custGeom>
            <a:solidFill>
              <a:schemeClr val="dk1">
                <a:alpha val="794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6"/>
            <p:cNvSpPr/>
            <p:nvPr/>
          </p:nvSpPr>
          <p:spPr>
            <a:xfrm>
              <a:off x="13" y="4241764"/>
              <a:ext cx="9143980" cy="62522"/>
            </a:xfrm>
            <a:custGeom>
              <a:rect b="b" l="l" r="r" t="t"/>
              <a:pathLst>
                <a:path extrusionOk="0" h="427" w="21543">
                  <a:moveTo>
                    <a:pt x="1" y="1"/>
                  </a:moveTo>
                  <a:lnTo>
                    <a:pt x="1" y="427"/>
                  </a:lnTo>
                  <a:lnTo>
                    <a:pt x="21543" y="427"/>
                  </a:lnTo>
                  <a:lnTo>
                    <a:pt x="21543" y="1"/>
                  </a:lnTo>
                  <a:close/>
                </a:path>
              </a:pathLst>
            </a:custGeom>
            <a:solidFill>
              <a:schemeClr val="dk1">
                <a:alpha val="7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16"/>
            <p:cNvSpPr/>
            <p:nvPr/>
          </p:nvSpPr>
          <p:spPr>
            <a:xfrm>
              <a:off x="13" y="4052000"/>
              <a:ext cx="9143980" cy="38948"/>
            </a:xfrm>
            <a:custGeom>
              <a:rect b="b" l="l" r="r" t="t"/>
              <a:pathLst>
                <a:path extrusionOk="0" h="266" w="21543">
                  <a:moveTo>
                    <a:pt x="1" y="1"/>
                  </a:moveTo>
                  <a:lnTo>
                    <a:pt x="1" y="265"/>
                  </a:lnTo>
                  <a:lnTo>
                    <a:pt x="21543" y="265"/>
                  </a:lnTo>
                  <a:lnTo>
                    <a:pt x="21543" y="1"/>
                  </a:lnTo>
                  <a:close/>
                </a:path>
              </a:pathLst>
            </a:custGeom>
            <a:solidFill>
              <a:schemeClr val="dk1">
                <a:alpha val="69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 name="Google Shape;116;p16"/>
          <p:cNvSpPr txBox="1"/>
          <p:nvPr>
            <p:ph hasCustomPrompt="1" type="title"/>
          </p:nvPr>
        </p:nvSpPr>
        <p:spPr>
          <a:xfrm>
            <a:off x="2209800" y="1006675"/>
            <a:ext cx="4724400" cy="586800"/>
          </a:xfrm>
          <a:prstGeom prst="rect">
            <a:avLst/>
          </a:prstGeom>
        </p:spPr>
        <p:txBody>
          <a:bodyPr anchorCtr="0" anchor="ctr" bIns="91425" lIns="91425" spcFirstLastPara="1" rIns="91425" wrap="square" tIns="91425">
            <a:normAutofit/>
          </a:bodyPr>
          <a:lstStyle>
            <a:lvl1pPr lvl="0" rtl="0" algn="ctr">
              <a:spcBef>
                <a:spcPts val="0"/>
              </a:spcBef>
              <a:spcAft>
                <a:spcPts val="0"/>
              </a:spcAft>
              <a:buSzPts val="12000"/>
              <a:buNone/>
              <a:defRPr b="1" sz="27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17" name="Google Shape;117;p16"/>
          <p:cNvSpPr txBox="1"/>
          <p:nvPr>
            <p:ph idx="1" type="subTitle"/>
          </p:nvPr>
        </p:nvSpPr>
        <p:spPr>
          <a:xfrm>
            <a:off x="2209800" y="1385423"/>
            <a:ext cx="4724400" cy="495300"/>
          </a:xfrm>
          <a:prstGeom prst="rect">
            <a:avLst/>
          </a:prstGeom>
        </p:spPr>
        <p:txBody>
          <a:bodyPr anchorCtr="0" anchor="ctr" bIns="91425" lIns="91425" spcFirstLastPara="1" rIns="91425" wrap="square" tIns="91425">
            <a:normAutofit/>
          </a:bodyPr>
          <a:lstStyle>
            <a:lvl1pPr lvl="0" rtl="0" algn="ctr">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18" name="Google Shape;118;p16"/>
          <p:cNvSpPr txBox="1"/>
          <p:nvPr>
            <p:ph hasCustomPrompt="1" idx="2" type="title"/>
          </p:nvPr>
        </p:nvSpPr>
        <p:spPr>
          <a:xfrm>
            <a:off x="2209800" y="2129870"/>
            <a:ext cx="4724400" cy="586800"/>
          </a:xfrm>
          <a:prstGeom prst="rect">
            <a:avLst/>
          </a:prstGeom>
        </p:spPr>
        <p:txBody>
          <a:bodyPr anchorCtr="0" anchor="ctr" bIns="91425" lIns="91425" spcFirstLastPara="1" rIns="91425" wrap="square" tIns="91425">
            <a:normAutofit/>
          </a:bodyPr>
          <a:lstStyle>
            <a:lvl1pPr lvl="0" rtl="0" algn="ctr">
              <a:spcBef>
                <a:spcPts val="0"/>
              </a:spcBef>
              <a:spcAft>
                <a:spcPts val="0"/>
              </a:spcAft>
              <a:buSzPts val="12000"/>
              <a:buNone/>
              <a:defRPr b="1" sz="27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19" name="Google Shape;119;p16"/>
          <p:cNvSpPr txBox="1"/>
          <p:nvPr>
            <p:ph idx="3" type="subTitle"/>
          </p:nvPr>
        </p:nvSpPr>
        <p:spPr>
          <a:xfrm>
            <a:off x="2209800" y="2508618"/>
            <a:ext cx="4724400" cy="495300"/>
          </a:xfrm>
          <a:prstGeom prst="rect">
            <a:avLst/>
          </a:prstGeom>
        </p:spPr>
        <p:txBody>
          <a:bodyPr anchorCtr="0" anchor="ctr" bIns="91425" lIns="91425" spcFirstLastPara="1" rIns="91425" wrap="square" tIns="91425">
            <a:normAutofit/>
          </a:bodyPr>
          <a:lstStyle>
            <a:lvl1pPr lvl="0" rtl="0" algn="ctr">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20" name="Google Shape;120;p16"/>
          <p:cNvSpPr txBox="1"/>
          <p:nvPr>
            <p:ph hasCustomPrompt="1" idx="4" type="title"/>
          </p:nvPr>
        </p:nvSpPr>
        <p:spPr>
          <a:xfrm>
            <a:off x="2209800" y="3253065"/>
            <a:ext cx="4724400" cy="586800"/>
          </a:xfrm>
          <a:prstGeom prst="rect">
            <a:avLst/>
          </a:prstGeom>
        </p:spPr>
        <p:txBody>
          <a:bodyPr anchorCtr="0" anchor="ctr" bIns="91425" lIns="91425" spcFirstLastPara="1" rIns="91425" wrap="square" tIns="91425">
            <a:normAutofit/>
          </a:bodyPr>
          <a:lstStyle>
            <a:lvl1pPr lvl="0" rtl="0" algn="ctr">
              <a:spcBef>
                <a:spcPts val="0"/>
              </a:spcBef>
              <a:spcAft>
                <a:spcPts val="0"/>
              </a:spcAft>
              <a:buSzPts val="12000"/>
              <a:buNone/>
              <a:defRPr b="1" sz="27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21" name="Google Shape;121;p16"/>
          <p:cNvSpPr txBox="1"/>
          <p:nvPr>
            <p:ph idx="5" type="subTitle"/>
          </p:nvPr>
        </p:nvSpPr>
        <p:spPr>
          <a:xfrm>
            <a:off x="2209800" y="3631813"/>
            <a:ext cx="4724400" cy="495300"/>
          </a:xfrm>
          <a:prstGeom prst="rect">
            <a:avLst/>
          </a:prstGeom>
        </p:spPr>
        <p:txBody>
          <a:bodyPr anchorCtr="0" anchor="ctr" bIns="91425" lIns="91425" spcFirstLastPara="1" rIns="91425" wrap="square" tIns="91425">
            <a:normAutofit/>
          </a:bodyPr>
          <a:lstStyle>
            <a:lvl1pPr lvl="0" rtl="0" algn="ctr">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2">
    <p:spTree>
      <p:nvGrpSpPr>
        <p:cNvPr id="122" name="Shape 122"/>
        <p:cNvGrpSpPr/>
        <p:nvPr/>
      </p:nvGrpSpPr>
      <p:grpSpPr>
        <a:xfrm>
          <a:off x="0" y="0"/>
          <a:ext cx="0" cy="0"/>
          <a:chOff x="0" y="0"/>
          <a:chExt cx="0" cy="0"/>
        </a:xfrm>
      </p:grpSpPr>
      <p:pic>
        <p:nvPicPr>
          <p:cNvPr id="123" name="Google Shape;123;p17"/>
          <p:cNvPicPr preferRelativeResize="0"/>
          <p:nvPr/>
        </p:nvPicPr>
        <p:blipFill>
          <a:blip r:embed="rId2">
            <a:alphaModFix/>
          </a:blip>
          <a:stretch>
            <a:fillRect/>
          </a:stretch>
        </p:blipFill>
        <p:spPr>
          <a:xfrm>
            <a:off x="0" y="3622"/>
            <a:ext cx="9144001" cy="5136257"/>
          </a:xfrm>
          <a:prstGeom prst="rect">
            <a:avLst/>
          </a:prstGeom>
          <a:noFill/>
          <a:ln>
            <a:noFill/>
          </a:ln>
        </p:spPr>
      </p:pic>
      <p:grpSp>
        <p:nvGrpSpPr>
          <p:cNvPr id="124" name="Google Shape;124;p17"/>
          <p:cNvGrpSpPr/>
          <p:nvPr/>
        </p:nvGrpSpPr>
        <p:grpSpPr>
          <a:xfrm>
            <a:off x="13" y="4677725"/>
            <a:ext cx="9143980" cy="465771"/>
            <a:chOff x="13" y="4052000"/>
            <a:chExt cx="9143980" cy="465771"/>
          </a:xfrm>
        </p:grpSpPr>
        <p:sp>
          <p:nvSpPr>
            <p:cNvPr id="125" name="Google Shape;125;p17"/>
            <p:cNvSpPr/>
            <p:nvPr/>
          </p:nvSpPr>
          <p:spPr>
            <a:xfrm>
              <a:off x="13" y="4431528"/>
              <a:ext cx="9143980" cy="86243"/>
            </a:xfrm>
            <a:custGeom>
              <a:rect b="b" l="l" r="r" t="t"/>
              <a:pathLst>
                <a:path extrusionOk="0" h="589" w="21543">
                  <a:moveTo>
                    <a:pt x="1" y="0"/>
                  </a:moveTo>
                  <a:lnTo>
                    <a:pt x="1" y="589"/>
                  </a:lnTo>
                  <a:lnTo>
                    <a:pt x="21543" y="589"/>
                  </a:lnTo>
                  <a:lnTo>
                    <a:pt x="21543" y="0"/>
                  </a:lnTo>
                  <a:close/>
                </a:path>
              </a:pathLst>
            </a:custGeom>
            <a:solidFill>
              <a:schemeClr val="dk1">
                <a:alpha val="794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7"/>
            <p:cNvSpPr/>
            <p:nvPr/>
          </p:nvSpPr>
          <p:spPr>
            <a:xfrm>
              <a:off x="13" y="4241764"/>
              <a:ext cx="9143980" cy="62522"/>
            </a:xfrm>
            <a:custGeom>
              <a:rect b="b" l="l" r="r" t="t"/>
              <a:pathLst>
                <a:path extrusionOk="0" h="427" w="21543">
                  <a:moveTo>
                    <a:pt x="1" y="1"/>
                  </a:moveTo>
                  <a:lnTo>
                    <a:pt x="1" y="427"/>
                  </a:lnTo>
                  <a:lnTo>
                    <a:pt x="21543" y="427"/>
                  </a:lnTo>
                  <a:lnTo>
                    <a:pt x="21543" y="1"/>
                  </a:lnTo>
                  <a:close/>
                </a:path>
              </a:pathLst>
            </a:custGeom>
            <a:solidFill>
              <a:schemeClr val="dk1">
                <a:alpha val="7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7"/>
            <p:cNvSpPr/>
            <p:nvPr/>
          </p:nvSpPr>
          <p:spPr>
            <a:xfrm>
              <a:off x="13" y="4052000"/>
              <a:ext cx="9143980" cy="38948"/>
            </a:xfrm>
            <a:custGeom>
              <a:rect b="b" l="l" r="r" t="t"/>
              <a:pathLst>
                <a:path extrusionOk="0" h="266" w="21543">
                  <a:moveTo>
                    <a:pt x="1" y="1"/>
                  </a:moveTo>
                  <a:lnTo>
                    <a:pt x="1" y="265"/>
                  </a:lnTo>
                  <a:lnTo>
                    <a:pt x="21543" y="265"/>
                  </a:lnTo>
                  <a:lnTo>
                    <a:pt x="21543" y="1"/>
                  </a:lnTo>
                  <a:close/>
                </a:path>
              </a:pathLst>
            </a:custGeom>
            <a:solidFill>
              <a:schemeClr val="dk1">
                <a:alpha val="69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 name="Google Shape;128;p17"/>
          <p:cNvSpPr txBox="1"/>
          <p:nvPr>
            <p:ph idx="1" type="body"/>
          </p:nvPr>
        </p:nvSpPr>
        <p:spPr>
          <a:xfrm>
            <a:off x="1698300" y="1685925"/>
            <a:ext cx="5747400" cy="2482800"/>
          </a:xfrm>
          <a:prstGeom prst="rect">
            <a:avLst/>
          </a:prstGeom>
        </p:spPr>
        <p:txBody>
          <a:bodyPr anchorCtr="0" anchor="ctr" bIns="91425" lIns="91425" spcFirstLastPara="1" rIns="91425" wrap="square" tIns="91425">
            <a:normAutofit/>
          </a:bodyPr>
          <a:lstStyle>
            <a:lvl1pPr indent="-330200" lvl="0" marL="457200" rtl="0">
              <a:lnSpc>
                <a:spcPct val="100000"/>
              </a:lnSpc>
              <a:spcBef>
                <a:spcPts val="0"/>
              </a:spcBef>
              <a:spcAft>
                <a:spcPts val="0"/>
              </a:spcAft>
              <a:buClr>
                <a:schemeClr val="dk1"/>
              </a:buClr>
              <a:buSzPts val="1600"/>
              <a:buFont typeface="Nunito"/>
              <a:buAutoNum type="arabicPeriod"/>
              <a:defRPr sz="1400"/>
            </a:lvl1pPr>
            <a:lvl2pPr indent="-330200" lvl="1" marL="914400" rtl="0">
              <a:spcBef>
                <a:spcPts val="0"/>
              </a:spcBef>
              <a:spcAft>
                <a:spcPts val="0"/>
              </a:spcAft>
              <a:buClr>
                <a:srgbClr val="E76A28"/>
              </a:buClr>
              <a:buSzPts val="1600"/>
              <a:buFont typeface="Nunito Light"/>
              <a:buAutoNum type="alphaLcPeriod"/>
              <a:defRPr/>
            </a:lvl2pPr>
            <a:lvl3pPr indent="-323850" lvl="2" marL="1371600" rtl="0">
              <a:spcBef>
                <a:spcPts val="0"/>
              </a:spcBef>
              <a:spcAft>
                <a:spcPts val="0"/>
              </a:spcAft>
              <a:buClr>
                <a:srgbClr val="E76A28"/>
              </a:buClr>
              <a:buSzPts val="1500"/>
              <a:buFont typeface="Nunito Light"/>
              <a:buAutoNum type="romanLcPeriod"/>
              <a:defRPr/>
            </a:lvl3pPr>
            <a:lvl4pPr indent="-323850" lvl="3" marL="1828800" rtl="0">
              <a:spcBef>
                <a:spcPts val="0"/>
              </a:spcBef>
              <a:spcAft>
                <a:spcPts val="0"/>
              </a:spcAft>
              <a:buClr>
                <a:srgbClr val="E76A28"/>
              </a:buClr>
              <a:buSzPts val="1500"/>
              <a:buFont typeface="Nunito Light"/>
              <a:buAutoNum type="arabicPeriod"/>
              <a:defRPr/>
            </a:lvl4pPr>
            <a:lvl5pPr indent="-317500" lvl="4" marL="2286000" rtl="0">
              <a:spcBef>
                <a:spcPts val="0"/>
              </a:spcBef>
              <a:spcAft>
                <a:spcPts val="0"/>
              </a:spcAft>
              <a:buClr>
                <a:srgbClr val="E76A28"/>
              </a:buClr>
              <a:buSzPts val="1400"/>
              <a:buFont typeface="Nunito Light"/>
              <a:buAutoNum type="alphaLcPeriod"/>
              <a:defRPr/>
            </a:lvl5pPr>
            <a:lvl6pPr indent="-317500" lvl="5" marL="2743200" rtl="0">
              <a:spcBef>
                <a:spcPts val="0"/>
              </a:spcBef>
              <a:spcAft>
                <a:spcPts val="0"/>
              </a:spcAft>
              <a:buClr>
                <a:schemeClr val="accent1"/>
              </a:buClr>
              <a:buSzPts val="1400"/>
              <a:buFont typeface="Nunito Light"/>
              <a:buAutoNum type="romanLcPeriod"/>
              <a:defRPr/>
            </a:lvl6pPr>
            <a:lvl7pPr indent="-311150" lvl="6" marL="3200400" rtl="0">
              <a:spcBef>
                <a:spcPts val="0"/>
              </a:spcBef>
              <a:spcAft>
                <a:spcPts val="0"/>
              </a:spcAft>
              <a:buClr>
                <a:schemeClr val="accent1"/>
              </a:buClr>
              <a:buSzPts val="1300"/>
              <a:buFont typeface="Nunito Light"/>
              <a:buAutoNum type="arabicPeriod"/>
              <a:defRPr/>
            </a:lvl7pPr>
            <a:lvl8pPr indent="-311150" lvl="7" marL="3657600" rtl="0">
              <a:spcBef>
                <a:spcPts val="0"/>
              </a:spcBef>
              <a:spcAft>
                <a:spcPts val="0"/>
              </a:spcAft>
              <a:buClr>
                <a:schemeClr val="accent1"/>
              </a:buClr>
              <a:buSzPts val="1300"/>
              <a:buFont typeface="Nunito Light"/>
              <a:buAutoNum type="alphaLcPeriod"/>
              <a:defRPr/>
            </a:lvl8pPr>
            <a:lvl9pPr indent="-317500" lvl="8" marL="4114800" rtl="0">
              <a:spcBef>
                <a:spcPts val="0"/>
              </a:spcBef>
              <a:spcAft>
                <a:spcPts val="0"/>
              </a:spcAft>
              <a:buClr>
                <a:schemeClr val="accent1"/>
              </a:buClr>
              <a:buSzPts val="1400"/>
              <a:buFont typeface="Nunito Light"/>
              <a:buAutoNum type="romanLcPeriod"/>
              <a:defRPr/>
            </a:lvl9pPr>
          </a:lstStyle>
          <a:p/>
        </p:txBody>
      </p:sp>
      <p:sp>
        <p:nvSpPr>
          <p:cNvPr id="129" name="Google Shape;129;p17"/>
          <p:cNvSpPr txBox="1"/>
          <p:nvPr>
            <p:ph type="title"/>
          </p:nvPr>
        </p:nvSpPr>
        <p:spPr>
          <a:xfrm>
            <a:off x="720000" y="374900"/>
            <a:ext cx="7704000" cy="572700"/>
          </a:xfrm>
          <a:prstGeom prst="rect">
            <a:avLst/>
          </a:prstGeom>
        </p:spPr>
        <p:txBody>
          <a:bodyPr anchorCtr="0" anchor="t" bIns="91425" lIns="91425" spcFirstLastPara="1" rIns="91425" wrap="square" tIns="91425">
            <a:normAutofit/>
          </a:bodyPr>
          <a:lstStyle>
            <a:lvl1pPr lvl="0" rtl="0" algn="ctr">
              <a:spcBef>
                <a:spcPts val="0"/>
              </a:spcBef>
              <a:spcAft>
                <a:spcPts val="0"/>
              </a:spcAft>
              <a:buSzPts val="2800"/>
              <a:buNone/>
              <a:defRPr b="1" sz="2748"/>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spTree>
      <p:nvGrpSpPr>
        <p:cNvPr id="130" name="Shape 130"/>
        <p:cNvGrpSpPr/>
        <p:nvPr/>
      </p:nvGrpSpPr>
      <p:grpSpPr>
        <a:xfrm>
          <a:off x="0" y="0"/>
          <a:ext cx="0" cy="0"/>
          <a:chOff x="0" y="0"/>
          <a:chExt cx="0" cy="0"/>
        </a:xfrm>
      </p:grpSpPr>
      <p:pic>
        <p:nvPicPr>
          <p:cNvPr id="131" name="Google Shape;131;p18"/>
          <p:cNvPicPr preferRelativeResize="0"/>
          <p:nvPr/>
        </p:nvPicPr>
        <p:blipFill>
          <a:blip r:embed="rId2">
            <a:alphaModFix/>
          </a:blip>
          <a:stretch>
            <a:fillRect/>
          </a:stretch>
        </p:blipFill>
        <p:spPr>
          <a:xfrm>
            <a:off x="0" y="3622"/>
            <a:ext cx="9144001" cy="5136257"/>
          </a:xfrm>
          <a:prstGeom prst="rect">
            <a:avLst/>
          </a:prstGeom>
          <a:noFill/>
          <a:ln>
            <a:noFill/>
          </a:ln>
        </p:spPr>
      </p:pic>
      <p:grpSp>
        <p:nvGrpSpPr>
          <p:cNvPr id="132" name="Google Shape;132;p18"/>
          <p:cNvGrpSpPr/>
          <p:nvPr/>
        </p:nvGrpSpPr>
        <p:grpSpPr>
          <a:xfrm>
            <a:off x="13" y="4696250"/>
            <a:ext cx="9143980" cy="465771"/>
            <a:chOff x="13" y="4052000"/>
            <a:chExt cx="9143980" cy="465771"/>
          </a:xfrm>
        </p:grpSpPr>
        <p:sp>
          <p:nvSpPr>
            <p:cNvPr id="133" name="Google Shape;133;p18"/>
            <p:cNvSpPr/>
            <p:nvPr/>
          </p:nvSpPr>
          <p:spPr>
            <a:xfrm>
              <a:off x="13" y="4431528"/>
              <a:ext cx="9143980" cy="86243"/>
            </a:xfrm>
            <a:custGeom>
              <a:rect b="b" l="l" r="r" t="t"/>
              <a:pathLst>
                <a:path extrusionOk="0" h="589" w="21543">
                  <a:moveTo>
                    <a:pt x="1" y="0"/>
                  </a:moveTo>
                  <a:lnTo>
                    <a:pt x="1" y="589"/>
                  </a:lnTo>
                  <a:lnTo>
                    <a:pt x="21543" y="589"/>
                  </a:lnTo>
                  <a:lnTo>
                    <a:pt x="21543" y="0"/>
                  </a:lnTo>
                  <a:close/>
                </a:path>
              </a:pathLst>
            </a:custGeom>
            <a:solidFill>
              <a:schemeClr val="dk1">
                <a:alpha val="794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8"/>
            <p:cNvSpPr/>
            <p:nvPr/>
          </p:nvSpPr>
          <p:spPr>
            <a:xfrm>
              <a:off x="13" y="4241764"/>
              <a:ext cx="9143980" cy="62522"/>
            </a:xfrm>
            <a:custGeom>
              <a:rect b="b" l="l" r="r" t="t"/>
              <a:pathLst>
                <a:path extrusionOk="0" h="427" w="21543">
                  <a:moveTo>
                    <a:pt x="1" y="1"/>
                  </a:moveTo>
                  <a:lnTo>
                    <a:pt x="1" y="427"/>
                  </a:lnTo>
                  <a:lnTo>
                    <a:pt x="21543" y="427"/>
                  </a:lnTo>
                  <a:lnTo>
                    <a:pt x="21543" y="1"/>
                  </a:lnTo>
                  <a:close/>
                </a:path>
              </a:pathLst>
            </a:custGeom>
            <a:solidFill>
              <a:schemeClr val="dk1">
                <a:alpha val="7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8"/>
            <p:cNvSpPr/>
            <p:nvPr/>
          </p:nvSpPr>
          <p:spPr>
            <a:xfrm>
              <a:off x="13" y="4052000"/>
              <a:ext cx="9143980" cy="38948"/>
            </a:xfrm>
            <a:custGeom>
              <a:rect b="b" l="l" r="r" t="t"/>
              <a:pathLst>
                <a:path extrusionOk="0" h="266" w="21543">
                  <a:moveTo>
                    <a:pt x="1" y="1"/>
                  </a:moveTo>
                  <a:lnTo>
                    <a:pt x="1" y="265"/>
                  </a:lnTo>
                  <a:lnTo>
                    <a:pt x="21543" y="265"/>
                  </a:lnTo>
                  <a:lnTo>
                    <a:pt x="21543" y="1"/>
                  </a:lnTo>
                  <a:close/>
                </a:path>
              </a:pathLst>
            </a:custGeom>
            <a:solidFill>
              <a:schemeClr val="dk1">
                <a:alpha val="69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 name="Google Shape;136;p18"/>
          <p:cNvSpPr txBox="1"/>
          <p:nvPr>
            <p:ph idx="1" type="subTitle"/>
          </p:nvPr>
        </p:nvSpPr>
        <p:spPr>
          <a:xfrm>
            <a:off x="714450" y="3028950"/>
            <a:ext cx="2447100" cy="1212900"/>
          </a:xfrm>
          <a:prstGeom prst="rect">
            <a:avLst/>
          </a:prstGeom>
        </p:spPr>
        <p:txBody>
          <a:bodyPr anchorCtr="0" anchor="ctr" bIns="91425" lIns="91425" spcFirstLastPara="1" rIns="91425" wrap="square" tIns="91425">
            <a:normAutofit/>
          </a:bodyPr>
          <a:lstStyle>
            <a:lvl1pPr lvl="0" rtl="0" algn="ctr">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37" name="Google Shape;137;p18"/>
          <p:cNvSpPr txBox="1"/>
          <p:nvPr>
            <p:ph idx="2" type="subTitle"/>
          </p:nvPr>
        </p:nvSpPr>
        <p:spPr>
          <a:xfrm>
            <a:off x="3345663" y="3028950"/>
            <a:ext cx="2447100" cy="1212900"/>
          </a:xfrm>
          <a:prstGeom prst="rect">
            <a:avLst/>
          </a:prstGeom>
        </p:spPr>
        <p:txBody>
          <a:bodyPr anchorCtr="0" anchor="ctr" bIns="91425" lIns="91425" spcFirstLastPara="1" rIns="91425" wrap="square" tIns="91425">
            <a:normAutofit/>
          </a:bodyPr>
          <a:lstStyle>
            <a:lvl1pPr lvl="0" rtl="0" algn="ctr">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38" name="Google Shape;138;p18"/>
          <p:cNvSpPr txBox="1"/>
          <p:nvPr>
            <p:ph type="title"/>
          </p:nvPr>
        </p:nvSpPr>
        <p:spPr>
          <a:xfrm>
            <a:off x="714450" y="2638350"/>
            <a:ext cx="2447100" cy="476400"/>
          </a:xfrm>
          <a:prstGeom prst="rect">
            <a:avLst/>
          </a:prstGeom>
        </p:spPr>
        <p:txBody>
          <a:bodyPr anchorCtr="0" anchor="t" bIns="91425" lIns="91425" spcFirstLastPara="1" rIns="91425" wrap="square" tIns="91425">
            <a:normAutofit/>
          </a:bodyPr>
          <a:lstStyle>
            <a:lvl1pPr lvl="0" rtl="0" algn="ctr">
              <a:spcBef>
                <a:spcPts val="0"/>
              </a:spcBef>
              <a:spcAft>
                <a:spcPts val="0"/>
              </a:spcAft>
              <a:buSzPts val="2800"/>
              <a:buNone/>
              <a:defRPr sz="2218">
                <a:solidFill>
                  <a:schemeClr val="accent5"/>
                </a:solidFill>
              </a:defRPr>
            </a:lvl1pPr>
            <a:lvl2pPr lvl="1" rtl="0">
              <a:spcBef>
                <a:spcPts val="0"/>
              </a:spcBef>
              <a:spcAft>
                <a:spcPts val="0"/>
              </a:spcAft>
              <a:buSzPts val="2800"/>
              <a:buNone/>
              <a:defRPr>
                <a:latin typeface="Franklin Gothic"/>
                <a:ea typeface="Franklin Gothic"/>
                <a:cs typeface="Franklin Gothic"/>
                <a:sym typeface="Franklin Gothic"/>
              </a:defRPr>
            </a:lvl2pPr>
            <a:lvl3pPr lvl="2" rtl="0">
              <a:spcBef>
                <a:spcPts val="0"/>
              </a:spcBef>
              <a:spcAft>
                <a:spcPts val="0"/>
              </a:spcAft>
              <a:buSzPts val="2800"/>
              <a:buNone/>
              <a:defRPr>
                <a:latin typeface="Franklin Gothic"/>
                <a:ea typeface="Franklin Gothic"/>
                <a:cs typeface="Franklin Gothic"/>
                <a:sym typeface="Franklin Gothic"/>
              </a:defRPr>
            </a:lvl3pPr>
            <a:lvl4pPr lvl="3" rtl="0">
              <a:spcBef>
                <a:spcPts val="0"/>
              </a:spcBef>
              <a:spcAft>
                <a:spcPts val="0"/>
              </a:spcAft>
              <a:buSzPts val="2800"/>
              <a:buNone/>
              <a:defRPr>
                <a:latin typeface="Franklin Gothic"/>
                <a:ea typeface="Franklin Gothic"/>
                <a:cs typeface="Franklin Gothic"/>
                <a:sym typeface="Franklin Gothic"/>
              </a:defRPr>
            </a:lvl4pPr>
            <a:lvl5pPr lvl="4" rtl="0">
              <a:spcBef>
                <a:spcPts val="0"/>
              </a:spcBef>
              <a:spcAft>
                <a:spcPts val="0"/>
              </a:spcAft>
              <a:buSzPts val="2800"/>
              <a:buNone/>
              <a:defRPr>
                <a:latin typeface="Franklin Gothic"/>
                <a:ea typeface="Franklin Gothic"/>
                <a:cs typeface="Franklin Gothic"/>
                <a:sym typeface="Franklin Gothic"/>
              </a:defRPr>
            </a:lvl5pPr>
            <a:lvl6pPr lvl="5" rtl="0">
              <a:spcBef>
                <a:spcPts val="0"/>
              </a:spcBef>
              <a:spcAft>
                <a:spcPts val="0"/>
              </a:spcAft>
              <a:buSzPts val="2800"/>
              <a:buNone/>
              <a:defRPr>
                <a:latin typeface="Franklin Gothic"/>
                <a:ea typeface="Franklin Gothic"/>
                <a:cs typeface="Franklin Gothic"/>
                <a:sym typeface="Franklin Gothic"/>
              </a:defRPr>
            </a:lvl6pPr>
            <a:lvl7pPr lvl="6" rtl="0">
              <a:spcBef>
                <a:spcPts val="0"/>
              </a:spcBef>
              <a:spcAft>
                <a:spcPts val="0"/>
              </a:spcAft>
              <a:buSzPts val="2800"/>
              <a:buNone/>
              <a:defRPr>
                <a:latin typeface="Franklin Gothic"/>
                <a:ea typeface="Franklin Gothic"/>
                <a:cs typeface="Franklin Gothic"/>
                <a:sym typeface="Franklin Gothic"/>
              </a:defRPr>
            </a:lvl7pPr>
            <a:lvl8pPr lvl="7" rtl="0">
              <a:spcBef>
                <a:spcPts val="0"/>
              </a:spcBef>
              <a:spcAft>
                <a:spcPts val="0"/>
              </a:spcAft>
              <a:buSzPts val="2800"/>
              <a:buNone/>
              <a:defRPr>
                <a:latin typeface="Franklin Gothic"/>
                <a:ea typeface="Franklin Gothic"/>
                <a:cs typeface="Franklin Gothic"/>
                <a:sym typeface="Franklin Gothic"/>
              </a:defRPr>
            </a:lvl8pPr>
            <a:lvl9pPr lvl="8" rtl="0">
              <a:spcBef>
                <a:spcPts val="0"/>
              </a:spcBef>
              <a:spcAft>
                <a:spcPts val="0"/>
              </a:spcAft>
              <a:buSzPts val="2800"/>
              <a:buNone/>
              <a:defRPr>
                <a:latin typeface="Franklin Gothic"/>
                <a:ea typeface="Franklin Gothic"/>
                <a:cs typeface="Franklin Gothic"/>
                <a:sym typeface="Franklin Gothic"/>
              </a:defRPr>
            </a:lvl9pPr>
          </a:lstStyle>
          <a:p/>
        </p:txBody>
      </p:sp>
      <p:sp>
        <p:nvSpPr>
          <p:cNvPr id="139" name="Google Shape;139;p18"/>
          <p:cNvSpPr txBox="1"/>
          <p:nvPr>
            <p:ph idx="3" type="title"/>
          </p:nvPr>
        </p:nvSpPr>
        <p:spPr>
          <a:xfrm>
            <a:off x="3345663" y="2638350"/>
            <a:ext cx="2447100" cy="476400"/>
          </a:xfrm>
          <a:prstGeom prst="rect">
            <a:avLst/>
          </a:prstGeom>
        </p:spPr>
        <p:txBody>
          <a:bodyPr anchorCtr="0" anchor="t" bIns="91425" lIns="91425" spcFirstLastPara="1" rIns="91425" wrap="square" tIns="91425">
            <a:normAutofit/>
          </a:bodyPr>
          <a:lstStyle>
            <a:lvl1pPr lvl="0" rtl="0" algn="ctr">
              <a:spcBef>
                <a:spcPts val="0"/>
              </a:spcBef>
              <a:spcAft>
                <a:spcPts val="0"/>
              </a:spcAft>
              <a:buSzPts val="2800"/>
              <a:buNone/>
              <a:defRPr sz="2218">
                <a:solidFill>
                  <a:schemeClr val="accent5"/>
                </a:solidFill>
              </a:defRPr>
            </a:lvl1pPr>
            <a:lvl2pPr lvl="1" rtl="0">
              <a:spcBef>
                <a:spcPts val="0"/>
              </a:spcBef>
              <a:spcAft>
                <a:spcPts val="0"/>
              </a:spcAft>
              <a:buSzPts val="2800"/>
              <a:buNone/>
              <a:defRPr>
                <a:latin typeface="Franklin Gothic"/>
                <a:ea typeface="Franklin Gothic"/>
                <a:cs typeface="Franklin Gothic"/>
                <a:sym typeface="Franklin Gothic"/>
              </a:defRPr>
            </a:lvl2pPr>
            <a:lvl3pPr lvl="2" rtl="0">
              <a:spcBef>
                <a:spcPts val="0"/>
              </a:spcBef>
              <a:spcAft>
                <a:spcPts val="0"/>
              </a:spcAft>
              <a:buSzPts val="2800"/>
              <a:buNone/>
              <a:defRPr>
                <a:latin typeface="Franklin Gothic"/>
                <a:ea typeface="Franklin Gothic"/>
                <a:cs typeface="Franklin Gothic"/>
                <a:sym typeface="Franklin Gothic"/>
              </a:defRPr>
            </a:lvl3pPr>
            <a:lvl4pPr lvl="3" rtl="0">
              <a:spcBef>
                <a:spcPts val="0"/>
              </a:spcBef>
              <a:spcAft>
                <a:spcPts val="0"/>
              </a:spcAft>
              <a:buSzPts val="2800"/>
              <a:buNone/>
              <a:defRPr>
                <a:latin typeface="Franklin Gothic"/>
                <a:ea typeface="Franklin Gothic"/>
                <a:cs typeface="Franklin Gothic"/>
                <a:sym typeface="Franklin Gothic"/>
              </a:defRPr>
            </a:lvl4pPr>
            <a:lvl5pPr lvl="4" rtl="0">
              <a:spcBef>
                <a:spcPts val="0"/>
              </a:spcBef>
              <a:spcAft>
                <a:spcPts val="0"/>
              </a:spcAft>
              <a:buSzPts val="2800"/>
              <a:buNone/>
              <a:defRPr>
                <a:latin typeface="Franklin Gothic"/>
                <a:ea typeface="Franklin Gothic"/>
                <a:cs typeface="Franklin Gothic"/>
                <a:sym typeface="Franklin Gothic"/>
              </a:defRPr>
            </a:lvl5pPr>
            <a:lvl6pPr lvl="5" rtl="0">
              <a:spcBef>
                <a:spcPts val="0"/>
              </a:spcBef>
              <a:spcAft>
                <a:spcPts val="0"/>
              </a:spcAft>
              <a:buSzPts val="2800"/>
              <a:buNone/>
              <a:defRPr>
                <a:latin typeface="Franklin Gothic"/>
                <a:ea typeface="Franklin Gothic"/>
                <a:cs typeface="Franklin Gothic"/>
                <a:sym typeface="Franklin Gothic"/>
              </a:defRPr>
            </a:lvl6pPr>
            <a:lvl7pPr lvl="6" rtl="0">
              <a:spcBef>
                <a:spcPts val="0"/>
              </a:spcBef>
              <a:spcAft>
                <a:spcPts val="0"/>
              </a:spcAft>
              <a:buSzPts val="2800"/>
              <a:buNone/>
              <a:defRPr>
                <a:latin typeface="Franklin Gothic"/>
                <a:ea typeface="Franklin Gothic"/>
                <a:cs typeface="Franklin Gothic"/>
                <a:sym typeface="Franklin Gothic"/>
              </a:defRPr>
            </a:lvl7pPr>
            <a:lvl8pPr lvl="7" rtl="0">
              <a:spcBef>
                <a:spcPts val="0"/>
              </a:spcBef>
              <a:spcAft>
                <a:spcPts val="0"/>
              </a:spcAft>
              <a:buSzPts val="2800"/>
              <a:buNone/>
              <a:defRPr>
                <a:latin typeface="Franklin Gothic"/>
                <a:ea typeface="Franklin Gothic"/>
                <a:cs typeface="Franklin Gothic"/>
                <a:sym typeface="Franklin Gothic"/>
              </a:defRPr>
            </a:lvl8pPr>
            <a:lvl9pPr lvl="8" rtl="0">
              <a:spcBef>
                <a:spcPts val="0"/>
              </a:spcBef>
              <a:spcAft>
                <a:spcPts val="0"/>
              </a:spcAft>
              <a:buSzPts val="2800"/>
              <a:buNone/>
              <a:defRPr>
                <a:latin typeface="Franklin Gothic"/>
                <a:ea typeface="Franklin Gothic"/>
                <a:cs typeface="Franklin Gothic"/>
                <a:sym typeface="Franklin Gothic"/>
              </a:defRPr>
            </a:lvl9pPr>
          </a:lstStyle>
          <a:p/>
        </p:txBody>
      </p:sp>
      <p:sp>
        <p:nvSpPr>
          <p:cNvPr id="140" name="Google Shape;140;p18"/>
          <p:cNvSpPr txBox="1"/>
          <p:nvPr>
            <p:ph idx="4" type="subTitle"/>
          </p:nvPr>
        </p:nvSpPr>
        <p:spPr>
          <a:xfrm>
            <a:off x="5976888" y="3028950"/>
            <a:ext cx="2447100" cy="1212900"/>
          </a:xfrm>
          <a:prstGeom prst="rect">
            <a:avLst/>
          </a:prstGeom>
        </p:spPr>
        <p:txBody>
          <a:bodyPr anchorCtr="0" anchor="ctr" bIns="91425" lIns="91425" spcFirstLastPara="1" rIns="91425" wrap="square" tIns="91425">
            <a:normAutofit/>
          </a:bodyPr>
          <a:lstStyle>
            <a:lvl1pPr lvl="0" rtl="0" algn="ctr">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41" name="Google Shape;141;p18"/>
          <p:cNvSpPr txBox="1"/>
          <p:nvPr>
            <p:ph idx="5" type="title"/>
          </p:nvPr>
        </p:nvSpPr>
        <p:spPr>
          <a:xfrm>
            <a:off x="5976888" y="2638350"/>
            <a:ext cx="2447100" cy="476400"/>
          </a:xfrm>
          <a:prstGeom prst="rect">
            <a:avLst/>
          </a:prstGeom>
        </p:spPr>
        <p:txBody>
          <a:bodyPr anchorCtr="0" anchor="t" bIns="91425" lIns="91425" spcFirstLastPara="1" rIns="91425" wrap="square" tIns="91425">
            <a:normAutofit/>
          </a:bodyPr>
          <a:lstStyle>
            <a:lvl1pPr lvl="0" rtl="0" algn="ctr">
              <a:spcBef>
                <a:spcPts val="0"/>
              </a:spcBef>
              <a:spcAft>
                <a:spcPts val="0"/>
              </a:spcAft>
              <a:buSzPts val="2800"/>
              <a:buNone/>
              <a:defRPr sz="2218">
                <a:solidFill>
                  <a:schemeClr val="accent5"/>
                </a:solidFill>
              </a:defRPr>
            </a:lvl1pPr>
            <a:lvl2pPr lvl="1" rtl="0">
              <a:spcBef>
                <a:spcPts val="0"/>
              </a:spcBef>
              <a:spcAft>
                <a:spcPts val="0"/>
              </a:spcAft>
              <a:buSzPts val="2800"/>
              <a:buNone/>
              <a:defRPr>
                <a:latin typeface="Franklin Gothic"/>
                <a:ea typeface="Franklin Gothic"/>
                <a:cs typeface="Franklin Gothic"/>
                <a:sym typeface="Franklin Gothic"/>
              </a:defRPr>
            </a:lvl2pPr>
            <a:lvl3pPr lvl="2" rtl="0">
              <a:spcBef>
                <a:spcPts val="0"/>
              </a:spcBef>
              <a:spcAft>
                <a:spcPts val="0"/>
              </a:spcAft>
              <a:buSzPts val="2800"/>
              <a:buNone/>
              <a:defRPr>
                <a:latin typeface="Franklin Gothic"/>
                <a:ea typeface="Franklin Gothic"/>
                <a:cs typeface="Franklin Gothic"/>
                <a:sym typeface="Franklin Gothic"/>
              </a:defRPr>
            </a:lvl3pPr>
            <a:lvl4pPr lvl="3" rtl="0">
              <a:spcBef>
                <a:spcPts val="0"/>
              </a:spcBef>
              <a:spcAft>
                <a:spcPts val="0"/>
              </a:spcAft>
              <a:buSzPts val="2800"/>
              <a:buNone/>
              <a:defRPr>
                <a:latin typeface="Franklin Gothic"/>
                <a:ea typeface="Franklin Gothic"/>
                <a:cs typeface="Franklin Gothic"/>
                <a:sym typeface="Franklin Gothic"/>
              </a:defRPr>
            </a:lvl4pPr>
            <a:lvl5pPr lvl="4" rtl="0">
              <a:spcBef>
                <a:spcPts val="0"/>
              </a:spcBef>
              <a:spcAft>
                <a:spcPts val="0"/>
              </a:spcAft>
              <a:buSzPts val="2800"/>
              <a:buNone/>
              <a:defRPr>
                <a:latin typeface="Franklin Gothic"/>
                <a:ea typeface="Franklin Gothic"/>
                <a:cs typeface="Franklin Gothic"/>
                <a:sym typeface="Franklin Gothic"/>
              </a:defRPr>
            </a:lvl5pPr>
            <a:lvl6pPr lvl="5" rtl="0">
              <a:spcBef>
                <a:spcPts val="0"/>
              </a:spcBef>
              <a:spcAft>
                <a:spcPts val="0"/>
              </a:spcAft>
              <a:buSzPts val="2800"/>
              <a:buNone/>
              <a:defRPr>
                <a:latin typeface="Franklin Gothic"/>
                <a:ea typeface="Franklin Gothic"/>
                <a:cs typeface="Franklin Gothic"/>
                <a:sym typeface="Franklin Gothic"/>
              </a:defRPr>
            </a:lvl6pPr>
            <a:lvl7pPr lvl="6" rtl="0">
              <a:spcBef>
                <a:spcPts val="0"/>
              </a:spcBef>
              <a:spcAft>
                <a:spcPts val="0"/>
              </a:spcAft>
              <a:buSzPts val="2800"/>
              <a:buNone/>
              <a:defRPr>
                <a:latin typeface="Franklin Gothic"/>
                <a:ea typeface="Franklin Gothic"/>
                <a:cs typeface="Franklin Gothic"/>
                <a:sym typeface="Franklin Gothic"/>
              </a:defRPr>
            </a:lvl7pPr>
            <a:lvl8pPr lvl="7" rtl="0">
              <a:spcBef>
                <a:spcPts val="0"/>
              </a:spcBef>
              <a:spcAft>
                <a:spcPts val="0"/>
              </a:spcAft>
              <a:buSzPts val="2800"/>
              <a:buNone/>
              <a:defRPr>
                <a:latin typeface="Franklin Gothic"/>
                <a:ea typeface="Franklin Gothic"/>
                <a:cs typeface="Franklin Gothic"/>
                <a:sym typeface="Franklin Gothic"/>
              </a:defRPr>
            </a:lvl8pPr>
            <a:lvl9pPr lvl="8" rtl="0">
              <a:spcBef>
                <a:spcPts val="0"/>
              </a:spcBef>
              <a:spcAft>
                <a:spcPts val="0"/>
              </a:spcAft>
              <a:buSzPts val="2800"/>
              <a:buNone/>
              <a:defRPr>
                <a:latin typeface="Franklin Gothic"/>
                <a:ea typeface="Franklin Gothic"/>
                <a:cs typeface="Franklin Gothic"/>
                <a:sym typeface="Franklin Gothic"/>
              </a:defRPr>
            </a:lvl9pPr>
          </a:lstStyle>
          <a:p/>
        </p:txBody>
      </p:sp>
      <p:sp>
        <p:nvSpPr>
          <p:cNvPr id="142" name="Google Shape;142;p18"/>
          <p:cNvSpPr txBox="1"/>
          <p:nvPr>
            <p:ph idx="6" type="title"/>
          </p:nvPr>
        </p:nvSpPr>
        <p:spPr>
          <a:xfrm>
            <a:off x="720000" y="374900"/>
            <a:ext cx="7704000" cy="572700"/>
          </a:xfrm>
          <a:prstGeom prst="rect">
            <a:avLst/>
          </a:prstGeom>
        </p:spPr>
        <p:txBody>
          <a:bodyPr anchorCtr="0" anchor="t" bIns="91425" lIns="91425" spcFirstLastPara="1" rIns="91425" wrap="square" tIns="91425">
            <a:normAutofit/>
          </a:bodyPr>
          <a:lstStyle>
            <a:lvl1pPr lvl="0" rtl="0" algn="ctr">
              <a:spcBef>
                <a:spcPts val="0"/>
              </a:spcBef>
              <a:spcAft>
                <a:spcPts val="0"/>
              </a:spcAft>
              <a:buSzPts val="2800"/>
              <a:buNone/>
              <a:defRPr b="1" sz="2748"/>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spTree>
      <p:nvGrpSpPr>
        <p:cNvPr id="143" name="Shape 143"/>
        <p:cNvGrpSpPr/>
        <p:nvPr/>
      </p:nvGrpSpPr>
      <p:grpSpPr>
        <a:xfrm>
          <a:off x="0" y="0"/>
          <a:ext cx="0" cy="0"/>
          <a:chOff x="0" y="0"/>
          <a:chExt cx="0" cy="0"/>
        </a:xfrm>
      </p:grpSpPr>
      <p:pic>
        <p:nvPicPr>
          <p:cNvPr id="144" name="Google Shape;144;p19"/>
          <p:cNvPicPr preferRelativeResize="0"/>
          <p:nvPr/>
        </p:nvPicPr>
        <p:blipFill>
          <a:blip r:embed="rId2">
            <a:alphaModFix/>
          </a:blip>
          <a:stretch>
            <a:fillRect/>
          </a:stretch>
        </p:blipFill>
        <p:spPr>
          <a:xfrm>
            <a:off x="0" y="3622"/>
            <a:ext cx="9144001" cy="5136257"/>
          </a:xfrm>
          <a:prstGeom prst="rect">
            <a:avLst/>
          </a:prstGeom>
          <a:noFill/>
          <a:ln>
            <a:noFill/>
          </a:ln>
        </p:spPr>
      </p:pic>
      <p:grpSp>
        <p:nvGrpSpPr>
          <p:cNvPr id="145" name="Google Shape;145;p19"/>
          <p:cNvGrpSpPr/>
          <p:nvPr/>
        </p:nvGrpSpPr>
        <p:grpSpPr>
          <a:xfrm rot="10800000">
            <a:off x="12" y="-9525"/>
            <a:ext cx="9143980" cy="678670"/>
            <a:chOff x="13" y="4052000"/>
            <a:chExt cx="9143980" cy="678670"/>
          </a:xfrm>
        </p:grpSpPr>
        <p:sp>
          <p:nvSpPr>
            <p:cNvPr id="146" name="Google Shape;146;p19"/>
            <p:cNvSpPr/>
            <p:nvPr/>
          </p:nvSpPr>
          <p:spPr>
            <a:xfrm>
              <a:off x="13" y="4624367"/>
              <a:ext cx="9143980" cy="106303"/>
            </a:xfrm>
            <a:custGeom>
              <a:rect b="b" l="l" r="r" t="t"/>
              <a:pathLst>
                <a:path extrusionOk="0" h="726" w="21543">
                  <a:moveTo>
                    <a:pt x="1" y="1"/>
                  </a:moveTo>
                  <a:lnTo>
                    <a:pt x="1" y="725"/>
                  </a:lnTo>
                  <a:lnTo>
                    <a:pt x="21543" y="725"/>
                  </a:lnTo>
                  <a:lnTo>
                    <a:pt x="21543" y="1"/>
                  </a:lnTo>
                  <a:close/>
                </a:path>
              </a:pathLst>
            </a:custGeom>
            <a:solidFill>
              <a:schemeClr val="dk1">
                <a:alpha val="883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9"/>
            <p:cNvSpPr/>
            <p:nvPr/>
          </p:nvSpPr>
          <p:spPr>
            <a:xfrm>
              <a:off x="13" y="4431528"/>
              <a:ext cx="9143980" cy="86243"/>
            </a:xfrm>
            <a:custGeom>
              <a:rect b="b" l="l" r="r" t="t"/>
              <a:pathLst>
                <a:path extrusionOk="0" h="589" w="21543">
                  <a:moveTo>
                    <a:pt x="1" y="0"/>
                  </a:moveTo>
                  <a:lnTo>
                    <a:pt x="1" y="589"/>
                  </a:lnTo>
                  <a:lnTo>
                    <a:pt x="21543" y="589"/>
                  </a:lnTo>
                  <a:lnTo>
                    <a:pt x="21543" y="0"/>
                  </a:lnTo>
                  <a:close/>
                </a:path>
              </a:pathLst>
            </a:custGeom>
            <a:solidFill>
              <a:schemeClr val="dk1">
                <a:alpha val="794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9"/>
            <p:cNvSpPr/>
            <p:nvPr/>
          </p:nvSpPr>
          <p:spPr>
            <a:xfrm>
              <a:off x="13" y="4241764"/>
              <a:ext cx="9143980" cy="62522"/>
            </a:xfrm>
            <a:custGeom>
              <a:rect b="b" l="l" r="r" t="t"/>
              <a:pathLst>
                <a:path extrusionOk="0" h="427" w="21543">
                  <a:moveTo>
                    <a:pt x="1" y="1"/>
                  </a:moveTo>
                  <a:lnTo>
                    <a:pt x="1" y="427"/>
                  </a:lnTo>
                  <a:lnTo>
                    <a:pt x="21543" y="427"/>
                  </a:lnTo>
                  <a:lnTo>
                    <a:pt x="21543" y="1"/>
                  </a:lnTo>
                  <a:close/>
                </a:path>
              </a:pathLst>
            </a:custGeom>
            <a:solidFill>
              <a:schemeClr val="dk1">
                <a:alpha val="7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9"/>
            <p:cNvSpPr/>
            <p:nvPr/>
          </p:nvSpPr>
          <p:spPr>
            <a:xfrm>
              <a:off x="13" y="4052000"/>
              <a:ext cx="9143980" cy="38948"/>
            </a:xfrm>
            <a:custGeom>
              <a:rect b="b" l="l" r="r" t="t"/>
              <a:pathLst>
                <a:path extrusionOk="0" h="266" w="21543">
                  <a:moveTo>
                    <a:pt x="1" y="1"/>
                  </a:moveTo>
                  <a:lnTo>
                    <a:pt x="1" y="265"/>
                  </a:lnTo>
                  <a:lnTo>
                    <a:pt x="21543" y="265"/>
                  </a:lnTo>
                  <a:lnTo>
                    <a:pt x="21543" y="1"/>
                  </a:lnTo>
                  <a:close/>
                </a:path>
              </a:pathLst>
            </a:custGeom>
            <a:solidFill>
              <a:schemeClr val="dk1">
                <a:alpha val="69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 name="Google Shape;150;p19"/>
          <p:cNvSpPr txBox="1"/>
          <p:nvPr>
            <p:ph type="title"/>
          </p:nvPr>
        </p:nvSpPr>
        <p:spPr>
          <a:xfrm>
            <a:off x="720000" y="2225400"/>
            <a:ext cx="6795300" cy="1302300"/>
          </a:xfrm>
          <a:prstGeom prst="rect">
            <a:avLst/>
          </a:prstGeom>
        </p:spPr>
        <p:txBody>
          <a:bodyPr anchorCtr="0" anchor="ctr" bIns="91425" lIns="91425" spcFirstLastPara="1" rIns="91425" wrap="square" tIns="91425">
            <a:normAutofit/>
          </a:bodyPr>
          <a:lstStyle>
            <a:lvl1pPr lvl="0">
              <a:spcBef>
                <a:spcPts val="0"/>
              </a:spcBef>
              <a:spcAft>
                <a:spcPts val="0"/>
              </a:spcAft>
              <a:buSzPts val="2800"/>
              <a:buNone/>
              <a:defRPr sz="2700">
                <a:solidFill>
                  <a:schemeClr val="accent5"/>
                </a:solidFill>
                <a:latin typeface="Didact Gothic"/>
                <a:ea typeface="Didact Gothic"/>
                <a:cs typeface="Didact Gothic"/>
                <a:sym typeface="Didact Gothic"/>
              </a:defRPr>
            </a:lvl1pPr>
            <a:lvl2pPr lvl="1">
              <a:spcBef>
                <a:spcPts val="0"/>
              </a:spcBef>
              <a:spcAft>
                <a:spcPts val="0"/>
              </a:spcAft>
              <a:buSzPts val="2800"/>
              <a:buNone/>
              <a:defRPr>
                <a:latin typeface="Franklin Gothic"/>
                <a:ea typeface="Franklin Gothic"/>
                <a:cs typeface="Franklin Gothic"/>
                <a:sym typeface="Franklin Gothic"/>
              </a:defRPr>
            </a:lvl2pPr>
            <a:lvl3pPr lvl="2">
              <a:spcBef>
                <a:spcPts val="0"/>
              </a:spcBef>
              <a:spcAft>
                <a:spcPts val="0"/>
              </a:spcAft>
              <a:buSzPts val="2800"/>
              <a:buNone/>
              <a:defRPr>
                <a:latin typeface="Franklin Gothic"/>
                <a:ea typeface="Franklin Gothic"/>
                <a:cs typeface="Franklin Gothic"/>
                <a:sym typeface="Franklin Gothic"/>
              </a:defRPr>
            </a:lvl3pPr>
            <a:lvl4pPr lvl="3">
              <a:spcBef>
                <a:spcPts val="0"/>
              </a:spcBef>
              <a:spcAft>
                <a:spcPts val="0"/>
              </a:spcAft>
              <a:buSzPts val="2800"/>
              <a:buNone/>
              <a:defRPr>
                <a:latin typeface="Franklin Gothic"/>
                <a:ea typeface="Franklin Gothic"/>
                <a:cs typeface="Franklin Gothic"/>
                <a:sym typeface="Franklin Gothic"/>
              </a:defRPr>
            </a:lvl4pPr>
            <a:lvl5pPr lvl="4">
              <a:spcBef>
                <a:spcPts val="0"/>
              </a:spcBef>
              <a:spcAft>
                <a:spcPts val="0"/>
              </a:spcAft>
              <a:buSzPts val="2800"/>
              <a:buNone/>
              <a:defRPr>
                <a:latin typeface="Franklin Gothic"/>
                <a:ea typeface="Franklin Gothic"/>
                <a:cs typeface="Franklin Gothic"/>
                <a:sym typeface="Franklin Gothic"/>
              </a:defRPr>
            </a:lvl5pPr>
            <a:lvl6pPr lvl="5">
              <a:spcBef>
                <a:spcPts val="0"/>
              </a:spcBef>
              <a:spcAft>
                <a:spcPts val="0"/>
              </a:spcAft>
              <a:buSzPts val="2800"/>
              <a:buNone/>
              <a:defRPr>
                <a:latin typeface="Franklin Gothic"/>
                <a:ea typeface="Franklin Gothic"/>
                <a:cs typeface="Franklin Gothic"/>
                <a:sym typeface="Franklin Gothic"/>
              </a:defRPr>
            </a:lvl6pPr>
            <a:lvl7pPr lvl="6">
              <a:spcBef>
                <a:spcPts val="0"/>
              </a:spcBef>
              <a:spcAft>
                <a:spcPts val="0"/>
              </a:spcAft>
              <a:buSzPts val="2800"/>
              <a:buNone/>
              <a:defRPr>
                <a:latin typeface="Franklin Gothic"/>
                <a:ea typeface="Franklin Gothic"/>
                <a:cs typeface="Franklin Gothic"/>
                <a:sym typeface="Franklin Gothic"/>
              </a:defRPr>
            </a:lvl7pPr>
            <a:lvl8pPr lvl="7">
              <a:spcBef>
                <a:spcPts val="0"/>
              </a:spcBef>
              <a:spcAft>
                <a:spcPts val="0"/>
              </a:spcAft>
              <a:buSzPts val="2800"/>
              <a:buNone/>
              <a:defRPr>
                <a:latin typeface="Franklin Gothic"/>
                <a:ea typeface="Franklin Gothic"/>
                <a:cs typeface="Franklin Gothic"/>
                <a:sym typeface="Franklin Gothic"/>
              </a:defRPr>
            </a:lvl8pPr>
            <a:lvl9pPr lvl="8">
              <a:spcBef>
                <a:spcPts val="0"/>
              </a:spcBef>
              <a:spcAft>
                <a:spcPts val="0"/>
              </a:spcAft>
              <a:buSzPts val="2800"/>
              <a:buNone/>
              <a:defRPr>
                <a:latin typeface="Franklin Gothic"/>
                <a:ea typeface="Franklin Gothic"/>
                <a:cs typeface="Franklin Gothic"/>
                <a:sym typeface="Franklin Gothic"/>
              </a:defRPr>
            </a:lvl9pPr>
          </a:lstStyle>
          <a:p/>
        </p:txBody>
      </p:sp>
      <p:sp>
        <p:nvSpPr>
          <p:cNvPr id="151" name="Google Shape;151;p19"/>
          <p:cNvSpPr txBox="1"/>
          <p:nvPr>
            <p:ph idx="1" type="subTitle"/>
          </p:nvPr>
        </p:nvSpPr>
        <p:spPr>
          <a:xfrm>
            <a:off x="720000" y="3633613"/>
            <a:ext cx="3591000" cy="600300"/>
          </a:xfrm>
          <a:prstGeom prst="rect">
            <a:avLst/>
          </a:prstGeom>
        </p:spPr>
        <p:txBody>
          <a:bodyPr anchorCtr="0" anchor="ctr" bIns="91425" lIns="91425" spcFirstLastPara="1" rIns="91425" wrap="square" tIns="91425">
            <a:normAutofit/>
          </a:bodyPr>
          <a:lstStyle>
            <a:lvl1pPr lvl="0">
              <a:lnSpc>
                <a:spcPct val="100000"/>
              </a:lnSpc>
              <a:spcBef>
                <a:spcPts val="0"/>
              </a:spcBef>
              <a:spcAft>
                <a:spcPts val="0"/>
              </a:spcAft>
              <a:buSzPts val="1800"/>
              <a:buNone/>
              <a:defRPr sz="2000">
                <a:solidFill>
                  <a:schemeClr val="dk1"/>
                </a:solidFill>
                <a:latin typeface="Audiowide"/>
                <a:ea typeface="Audiowide"/>
                <a:cs typeface="Audiowide"/>
                <a:sym typeface="Audiowid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4">
    <p:spTree>
      <p:nvGrpSpPr>
        <p:cNvPr id="152" name="Shape 152"/>
        <p:cNvGrpSpPr/>
        <p:nvPr/>
      </p:nvGrpSpPr>
      <p:grpSpPr>
        <a:xfrm>
          <a:off x="0" y="0"/>
          <a:ext cx="0" cy="0"/>
          <a:chOff x="0" y="0"/>
          <a:chExt cx="0" cy="0"/>
        </a:xfrm>
      </p:grpSpPr>
      <p:pic>
        <p:nvPicPr>
          <p:cNvPr id="153" name="Google Shape;153;p20"/>
          <p:cNvPicPr preferRelativeResize="0"/>
          <p:nvPr/>
        </p:nvPicPr>
        <p:blipFill>
          <a:blip r:embed="rId2">
            <a:alphaModFix/>
          </a:blip>
          <a:stretch>
            <a:fillRect/>
          </a:stretch>
        </p:blipFill>
        <p:spPr>
          <a:xfrm>
            <a:off x="0" y="3622"/>
            <a:ext cx="9144001" cy="5136257"/>
          </a:xfrm>
          <a:prstGeom prst="rect">
            <a:avLst/>
          </a:prstGeom>
          <a:noFill/>
          <a:ln>
            <a:noFill/>
          </a:ln>
        </p:spPr>
      </p:pic>
      <p:sp>
        <p:nvSpPr>
          <p:cNvPr id="154" name="Google Shape;154;p20"/>
          <p:cNvSpPr txBox="1"/>
          <p:nvPr>
            <p:ph idx="1" type="subTitle"/>
          </p:nvPr>
        </p:nvSpPr>
        <p:spPr>
          <a:xfrm>
            <a:off x="1810350" y="2128725"/>
            <a:ext cx="2173800" cy="695700"/>
          </a:xfrm>
          <a:prstGeom prst="rect">
            <a:avLst/>
          </a:prstGeom>
        </p:spPr>
        <p:txBody>
          <a:bodyPr anchorCtr="0" anchor="ctr" bIns="91425" lIns="91425" spcFirstLastPara="1" rIns="91425" wrap="square" tIns="91425">
            <a:normAutofit/>
          </a:bodyPr>
          <a:lstStyle>
            <a:lvl1pPr lvl="0"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55" name="Google Shape;155;p20"/>
          <p:cNvSpPr txBox="1"/>
          <p:nvPr>
            <p:ph idx="2" type="subTitle"/>
          </p:nvPr>
        </p:nvSpPr>
        <p:spPr>
          <a:xfrm>
            <a:off x="6129625" y="2128725"/>
            <a:ext cx="2173800" cy="695700"/>
          </a:xfrm>
          <a:prstGeom prst="rect">
            <a:avLst/>
          </a:prstGeom>
        </p:spPr>
        <p:txBody>
          <a:bodyPr anchorCtr="0" anchor="ctr" bIns="91425" lIns="91425" spcFirstLastPara="1" rIns="91425" wrap="square" tIns="91425">
            <a:normAutofit/>
          </a:bodyPr>
          <a:lstStyle>
            <a:lvl1pPr lvl="0"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56" name="Google Shape;156;p20"/>
          <p:cNvSpPr txBox="1"/>
          <p:nvPr>
            <p:ph type="title"/>
          </p:nvPr>
        </p:nvSpPr>
        <p:spPr>
          <a:xfrm>
            <a:off x="1810338" y="1666800"/>
            <a:ext cx="2294400" cy="476400"/>
          </a:xfrm>
          <a:prstGeom prst="rect">
            <a:avLst/>
          </a:prstGeom>
        </p:spPr>
        <p:txBody>
          <a:bodyPr anchorCtr="0" anchor="t" bIns="91425" lIns="91425" spcFirstLastPara="1" rIns="91425" wrap="square" tIns="91425">
            <a:normAutofit/>
          </a:bodyPr>
          <a:lstStyle>
            <a:lvl1pPr lvl="0" rtl="0">
              <a:spcBef>
                <a:spcPts val="0"/>
              </a:spcBef>
              <a:spcAft>
                <a:spcPts val="0"/>
              </a:spcAft>
              <a:buSzPts val="2800"/>
              <a:buNone/>
              <a:defRPr sz="2218">
                <a:solidFill>
                  <a:schemeClr val="accent5"/>
                </a:solidFill>
              </a:defRPr>
            </a:lvl1pPr>
            <a:lvl2pPr lvl="1" rtl="0">
              <a:spcBef>
                <a:spcPts val="0"/>
              </a:spcBef>
              <a:spcAft>
                <a:spcPts val="0"/>
              </a:spcAft>
              <a:buSzPts val="2800"/>
              <a:buNone/>
              <a:defRPr>
                <a:latin typeface="Franklin Gothic"/>
                <a:ea typeface="Franklin Gothic"/>
                <a:cs typeface="Franklin Gothic"/>
                <a:sym typeface="Franklin Gothic"/>
              </a:defRPr>
            </a:lvl2pPr>
            <a:lvl3pPr lvl="2" rtl="0">
              <a:spcBef>
                <a:spcPts val="0"/>
              </a:spcBef>
              <a:spcAft>
                <a:spcPts val="0"/>
              </a:spcAft>
              <a:buSzPts val="2800"/>
              <a:buNone/>
              <a:defRPr>
                <a:latin typeface="Franklin Gothic"/>
                <a:ea typeface="Franklin Gothic"/>
                <a:cs typeface="Franklin Gothic"/>
                <a:sym typeface="Franklin Gothic"/>
              </a:defRPr>
            </a:lvl3pPr>
            <a:lvl4pPr lvl="3" rtl="0">
              <a:spcBef>
                <a:spcPts val="0"/>
              </a:spcBef>
              <a:spcAft>
                <a:spcPts val="0"/>
              </a:spcAft>
              <a:buSzPts val="2800"/>
              <a:buNone/>
              <a:defRPr>
                <a:latin typeface="Franklin Gothic"/>
                <a:ea typeface="Franklin Gothic"/>
                <a:cs typeface="Franklin Gothic"/>
                <a:sym typeface="Franklin Gothic"/>
              </a:defRPr>
            </a:lvl4pPr>
            <a:lvl5pPr lvl="4" rtl="0">
              <a:spcBef>
                <a:spcPts val="0"/>
              </a:spcBef>
              <a:spcAft>
                <a:spcPts val="0"/>
              </a:spcAft>
              <a:buSzPts val="2800"/>
              <a:buNone/>
              <a:defRPr>
                <a:latin typeface="Franklin Gothic"/>
                <a:ea typeface="Franklin Gothic"/>
                <a:cs typeface="Franklin Gothic"/>
                <a:sym typeface="Franklin Gothic"/>
              </a:defRPr>
            </a:lvl5pPr>
            <a:lvl6pPr lvl="5" rtl="0">
              <a:spcBef>
                <a:spcPts val="0"/>
              </a:spcBef>
              <a:spcAft>
                <a:spcPts val="0"/>
              </a:spcAft>
              <a:buSzPts val="2800"/>
              <a:buNone/>
              <a:defRPr>
                <a:latin typeface="Franklin Gothic"/>
                <a:ea typeface="Franklin Gothic"/>
                <a:cs typeface="Franklin Gothic"/>
                <a:sym typeface="Franklin Gothic"/>
              </a:defRPr>
            </a:lvl6pPr>
            <a:lvl7pPr lvl="6" rtl="0">
              <a:spcBef>
                <a:spcPts val="0"/>
              </a:spcBef>
              <a:spcAft>
                <a:spcPts val="0"/>
              </a:spcAft>
              <a:buSzPts val="2800"/>
              <a:buNone/>
              <a:defRPr>
                <a:latin typeface="Franklin Gothic"/>
                <a:ea typeface="Franklin Gothic"/>
                <a:cs typeface="Franklin Gothic"/>
                <a:sym typeface="Franklin Gothic"/>
              </a:defRPr>
            </a:lvl7pPr>
            <a:lvl8pPr lvl="7" rtl="0">
              <a:spcBef>
                <a:spcPts val="0"/>
              </a:spcBef>
              <a:spcAft>
                <a:spcPts val="0"/>
              </a:spcAft>
              <a:buSzPts val="2800"/>
              <a:buNone/>
              <a:defRPr>
                <a:latin typeface="Franklin Gothic"/>
                <a:ea typeface="Franklin Gothic"/>
                <a:cs typeface="Franklin Gothic"/>
                <a:sym typeface="Franklin Gothic"/>
              </a:defRPr>
            </a:lvl8pPr>
            <a:lvl9pPr lvl="8" rtl="0">
              <a:spcBef>
                <a:spcPts val="0"/>
              </a:spcBef>
              <a:spcAft>
                <a:spcPts val="0"/>
              </a:spcAft>
              <a:buSzPts val="2800"/>
              <a:buNone/>
              <a:defRPr>
                <a:latin typeface="Franklin Gothic"/>
                <a:ea typeface="Franklin Gothic"/>
                <a:cs typeface="Franklin Gothic"/>
                <a:sym typeface="Franklin Gothic"/>
              </a:defRPr>
            </a:lvl9pPr>
          </a:lstStyle>
          <a:p/>
        </p:txBody>
      </p:sp>
      <p:sp>
        <p:nvSpPr>
          <p:cNvPr id="157" name="Google Shape;157;p20"/>
          <p:cNvSpPr txBox="1"/>
          <p:nvPr>
            <p:ph idx="3" type="title"/>
          </p:nvPr>
        </p:nvSpPr>
        <p:spPr>
          <a:xfrm>
            <a:off x="6129610" y="1666800"/>
            <a:ext cx="2294400" cy="476400"/>
          </a:xfrm>
          <a:prstGeom prst="rect">
            <a:avLst/>
          </a:prstGeom>
        </p:spPr>
        <p:txBody>
          <a:bodyPr anchorCtr="0" anchor="t" bIns="91425" lIns="91425" spcFirstLastPara="1" rIns="91425" wrap="square" tIns="91425">
            <a:normAutofit/>
          </a:bodyPr>
          <a:lstStyle>
            <a:lvl1pPr lvl="0" rtl="0">
              <a:spcBef>
                <a:spcPts val="0"/>
              </a:spcBef>
              <a:spcAft>
                <a:spcPts val="0"/>
              </a:spcAft>
              <a:buSzPts val="2800"/>
              <a:buNone/>
              <a:defRPr sz="2218">
                <a:solidFill>
                  <a:schemeClr val="accent5"/>
                </a:solidFill>
              </a:defRPr>
            </a:lvl1pPr>
            <a:lvl2pPr lvl="1" rtl="0">
              <a:spcBef>
                <a:spcPts val="0"/>
              </a:spcBef>
              <a:spcAft>
                <a:spcPts val="0"/>
              </a:spcAft>
              <a:buSzPts val="2800"/>
              <a:buNone/>
              <a:defRPr>
                <a:latin typeface="Franklin Gothic"/>
                <a:ea typeface="Franklin Gothic"/>
                <a:cs typeface="Franklin Gothic"/>
                <a:sym typeface="Franklin Gothic"/>
              </a:defRPr>
            </a:lvl2pPr>
            <a:lvl3pPr lvl="2" rtl="0">
              <a:spcBef>
                <a:spcPts val="0"/>
              </a:spcBef>
              <a:spcAft>
                <a:spcPts val="0"/>
              </a:spcAft>
              <a:buSzPts val="2800"/>
              <a:buNone/>
              <a:defRPr>
                <a:latin typeface="Franklin Gothic"/>
                <a:ea typeface="Franklin Gothic"/>
                <a:cs typeface="Franklin Gothic"/>
                <a:sym typeface="Franklin Gothic"/>
              </a:defRPr>
            </a:lvl3pPr>
            <a:lvl4pPr lvl="3" rtl="0">
              <a:spcBef>
                <a:spcPts val="0"/>
              </a:spcBef>
              <a:spcAft>
                <a:spcPts val="0"/>
              </a:spcAft>
              <a:buSzPts val="2800"/>
              <a:buNone/>
              <a:defRPr>
                <a:latin typeface="Franklin Gothic"/>
                <a:ea typeface="Franklin Gothic"/>
                <a:cs typeface="Franklin Gothic"/>
                <a:sym typeface="Franklin Gothic"/>
              </a:defRPr>
            </a:lvl4pPr>
            <a:lvl5pPr lvl="4" rtl="0">
              <a:spcBef>
                <a:spcPts val="0"/>
              </a:spcBef>
              <a:spcAft>
                <a:spcPts val="0"/>
              </a:spcAft>
              <a:buSzPts val="2800"/>
              <a:buNone/>
              <a:defRPr>
                <a:latin typeface="Franklin Gothic"/>
                <a:ea typeface="Franklin Gothic"/>
                <a:cs typeface="Franklin Gothic"/>
                <a:sym typeface="Franklin Gothic"/>
              </a:defRPr>
            </a:lvl5pPr>
            <a:lvl6pPr lvl="5" rtl="0">
              <a:spcBef>
                <a:spcPts val="0"/>
              </a:spcBef>
              <a:spcAft>
                <a:spcPts val="0"/>
              </a:spcAft>
              <a:buSzPts val="2800"/>
              <a:buNone/>
              <a:defRPr>
                <a:latin typeface="Franklin Gothic"/>
                <a:ea typeface="Franklin Gothic"/>
                <a:cs typeface="Franklin Gothic"/>
                <a:sym typeface="Franklin Gothic"/>
              </a:defRPr>
            </a:lvl6pPr>
            <a:lvl7pPr lvl="6" rtl="0">
              <a:spcBef>
                <a:spcPts val="0"/>
              </a:spcBef>
              <a:spcAft>
                <a:spcPts val="0"/>
              </a:spcAft>
              <a:buSzPts val="2800"/>
              <a:buNone/>
              <a:defRPr>
                <a:latin typeface="Franklin Gothic"/>
                <a:ea typeface="Franklin Gothic"/>
                <a:cs typeface="Franklin Gothic"/>
                <a:sym typeface="Franklin Gothic"/>
              </a:defRPr>
            </a:lvl7pPr>
            <a:lvl8pPr lvl="7" rtl="0">
              <a:spcBef>
                <a:spcPts val="0"/>
              </a:spcBef>
              <a:spcAft>
                <a:spcPts val="0"/>
              </a:spcAft>
              <a:buSzPts val="2800"/>
              <a:buNone/>
              <a:defRPr>
                <a:latin typeface="Franklin Gothic"/>
                <a:ea typeface="Franklin Gothic"/>
                <a:cs typeface="Franklin Gothic"/>
                <a:sym typeface="Franklin Gothic"/>
              </a:defRPr>
            </a:lvl8pPr>
            <a:lvl9pPr lvl="8" rtl="0">
              <a:spcBef>
                <a:spcPts val="0"/>
              </a:spcBef>
              <a:spcAft>
                <a:spcPts val="0"/>
              </a:spcAft>
              <a:buSzPts val="2800"/>
              <a:buNone/>
              <a:defRPr>
                <a:latin typeface="Franklin Gothic"/>
                <a:ea typeface="Franklin Gothic"/>
                <a:cs typeface="Franklin Gothic"/>
                <a:sym typeface="Franklin Gothic"/>
              </a:defRPr>
            </a:lvl9pPr>
          </a:lstStyle>
          <a:p/>
        </p:txBody>
      </p:sp>
      <p:sp>
        <p:nvSpPr>
          <p:cNvPr id="158" name="Google Shape;158;p20"/>
          <p:cNvSpPr txBox="1"/>
          <p:nvPr>
            <p:ph idx="4" type="subTitle"/>
          </p:nvPr>
        </p:nvSpPr>
        <p:spPr>
          <a:xfrm>
            <a:off x="1810350" y="3557038"/>
            <a:ext cx="2173800" cy="695700"/>
          </a:xfrm>
          <a:prstGeom prst="rect">
            <a:avLst/>
          </a:prstGeom>
        </p:spPr>
        <p:txBody>
          <a:bodyPr anchorCtr="0" anchor="ctr" bIns="91425" lIns="91425" spcFirstLastPara="1" rIns="91425" wrap="square" tIns="91425">
            <a:normAutofit/>
          </a:bodyPr>
          <a:lstStyle>
            <a:lvl1pPr lvl="0"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59" name="Google Shape;159;p20"/>
          <p:cNvSpPr txBox="1"/>
          <p:nvPr>
            <p:ph idx="5" type="title"/>
          </p:nvPr>
        </p:nvSpPr>
        <p:spPr>
          <a:xfrm>
            <a:off x="1810338" y="3095250"/>
            <a:ext cx="2294400" cy="476400"/>
          </a:xfrm>
          <a:prstGeom prst="rect">
            <a:avLst/>
          </a:prstGeom>
        </p:spPr>
        <p:txBody>
          <a:bodyPr anchorCtr="0" anchor="t" bIns="91425" lIns="91425" spcFirstLastPara="1" rIns="91425" wrap="square" tIns="91425">
            <a:normAutofit/>
          </a:bodyPr>
          <a:lstStyle>
            <a:lvl1pPr lvl="0" rtl="0">
              <a:spcBef>
                <a:spcPts val="0"/>
              </a:spcBef>
              <a:spcAft>
                <a:spcPts val="0"/>
              </a:spcAft>
              <a:buSzPts val="2800"/>
              <a:buNone/>
              <a:defRPr sz="2218">
                <a:solidFill>
                  <a:schemeClr val="accent5"/>
                </a:solidFill>
              </a:defRPr>
            </a:lvl1pPr>
            <a:lvl2pPr lvl="1" rtl="0">
              <a:spcBef>
                <a:spcPts val="0"/>
              </a:spcBef>
              <a:spcAft>
                <a:spcPts val="0"/>
              </a:spcAft>
              <a:buSzPts val="2800"/>
              <a:buNone/>
              <a:defRPr>
                <a:latin typeface="Franklin Gothic"/>
                <a:ea typeface="Franklin Gothic"/>
                <a:cs typeface="Franklin Gothic"/>
                <a:sym typeface="Franklin Gothic"/>
              </a:defRPr>
            </a:lvl2pPr>
            <a:lvl3pPr lvl="2" rtl="0">
              <a:spcBef>
                <a:spcPts val="0"/>
              </a:spcBef>
              <a:spcAft>
                <a:spcPts val="0"/>
              </a:spcAft>
              <a:buSzPts val="2800"/>
              <a:buNone/>
              <a:defRPr>
                <a:latin typeface="Franklin Gothic"/>
                <a:ea typeface="Franklin Gothic"/>
                <a:cs typeface="Franklin Gothic"/>
                <a:sym typeface="Franklin Gothic"/>
              </a:defRPr>
            </a:lvl3pPr>
            <a:lvl4pPr lvl="3" rtl="0">
              <a:spcBef>
                <a:spcPts val="0"/>
              </a:spcBef>
              <a:spcAft>
                <a:spcPts val="0"/>
              </a:spcAft>
              <a:buSzPts val="2800"/>
              <a:buNone/>
              <a:defRPr>
                <a:latin typeface="Franklin Gothic"/>
                <a:ea typeface="Franklin Gothic"/>
                <a:cs typeface="Franklin Gothic"/>
                <a:sym typeface="Franklin Gothic"/>
              </a:defRPr>
            </a:lvl4pPr>
            <a:lvl5pPr lvl="4" rtl="0">
              <a:spcBef>
                <a:spcPts val="0"/>
              </a:spcBef>
              <a:spcAft>
                <a:spcPts val="0"/>
              </a:spcAft>
              <a:buSzPts val="2800"/>
              <a:buNone/>
              <a:defRPr>
                <a:latin typeface="Franklin Gothic"/>
                <a:ea typeface="Franklin Gothic"/>
                <a:cs typeface="Franklin Gothic"/>
                <a:sym typeface="Franklin Gothic"/>
              </a:defRPr>
            </a:lvl5pPr>
            <a:lvl6pPr lvl="5" rtl="0">
              <a:spcBef>
                <a:spcPts val="0"/>
              </a:spcBef>
              <a:spcAft>
                <a:spcPts val="0"/>
              </a:spcAft>
              <a:buSzPts val="2800"/>
              <a:buNone/>
              <a:defRPr>
                <a:latin typeface="Franklin Gothic"/>
                <a:ea typeface="Franklin Gothic"/>
                <a:cs typeface="Franklin Gothic"/>
                <a:sym typeface="Franklin Gothic"/>
              </a:defRPr>
            </a:lvl6pPr>
            <a:lvl7pPr lvl="6" rtl="0">
              <a:spcBef>
                <a:spcPts val="0"/>
              </a:spcBef>
              <a:spcAft>
                <a:spcPts val="0"/>
              </a:spcAft>
              <a:buSzPts val="2800"/>
              <a:buNone/>
              <a:defRPr>
                <a:latin typeface="Franklin Gothic"/>
                <a:ea typeface="Franklin Gothic"/>
                <a:cs typeface="Franklin Gothic"/>
                <a:sym typeface="Franklin Gothic"/>
              </a:defRPr>
            </a:lvl7pPr>
            <a:lvl8pPr lvl="7" rtl="0">
              <a:spcBef>
                <a:spcPts val="0"/>
              </a:spcBef>
              <a:spcAft>
                <a:spcPts val="0"/>
              </a:spcAft>
              <a:buSzPts val="2800"/>
              <a:buNone/>
              <a:defRPr>
                <a:latin typeface="Franklin Gothic"/>
                <a:ea typeface="Franklin Gothic"/>
                <a:cs typeface="Franklin Gothic"/>
                <a:sym typeface="Franklin Gothic"/>
              </a:defRPr>
            </a:lvl8pPr>
            <a:lvl9pPr lvl="8" rtl="0">
              <a:spcBef>
                <a:spcPts val="0"/>
              </a:spcBef>
              <a:spcAft>
                <a:spcPts val="0"/>
              </a:spcAft>
              <a:buSzPts val="2800"/>
              <a:buNone/>
              <a:defRPr>
                <a:latin typeface="Franklin Gothic"/>
                <a:ea typeface="Franklin Gothic"/>
                <a:cs typeface="Franklin Gothic"/>
                <a:sym typeface="Franklin Gothic"/>
              </a:defRPr>
            </a:lvl9pPr>
          </a:lstStyle>
          <a:p/>
        </p:txBody>
      </p:sp>
      <p:sp>
        <p:nvSpPr>
          <p:cNvPr id="160" name="Google Shape;160;p20"/>
          <p:cNvSpPr txBox="1"/>
          <p:nvPr>
            <p:ph idx="6" type="subTitle"/>
          </p:nvPr>
        </p:nvSpPr>
        <p:spPr>
          <a:xfrm>
            <a:off x="6129625" y="3557038"/>
            <a:ext cx="2173800" cy="695700"/>
          </a:xfrm>
          <a:prstGeom prst="rect">
            <a:avLst/>
          </a:prstGeom>
        </p:spPr>
        <p:txBody>
          <a:bodyPr anchorCtr="0" anchor="ctr" bIns="91425" lIns="91425" spcFirstLastPara="1" rIns="91425" wrap="square" tIns="91425">
            <a:normAutofit/>
          </a:bodyPr>
          <a:lstStyle>
            <a:lvl1pPr lvl="0"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61" name="Google Shape;161;p20"/>
          <p:cNvSpPr txBox="1"/>
          <p:nvPr>
            <p:ph idx="7" type="title"/>
          </p:nvPr>
        </p:nvSpPr>
        <p:spPr>
          <a:xfrm>
            <a:off x="6129610" y="3095250"/>
            <a:ext cx="2294400" cy="476400"/>
          </a:xfrm>
          <a:prstGeom prst="rect">
            <a:avLst/>
          </a:prstGeom>
        </p:spPr>
        <p:txBody>
          <a:bodyPr anchorCtr="0" anchor="t" bIns="91425" lIns="91425" spcFirstLastPara="1" rIns="91425" wrap="square" tIns="91425">
            <a:normAutofit/>
          </a:bodyPr>
          <a:lstStyle>
            <a:lvl1pPr lvl="0" rtl="0">
              <a:spcBef>
                <a:spcPts val="0"/>
              </a:spcBef>
              <a:spcAft>
                <a:spcPts val="0"/>
              </a:spcAft>
              <a:buSzPts val="2800"/>
              <a:buNone/>
              <a:defRPr sz="2218">
                <a:solidFill>
                  <a:schemeClr val="accent5"/>
                </a:solidFill>
              </a:defRPr>
            </a:lvl1pPr>
            <a:lvl2pPr lvl="1" rtl="0">
              <a:spcBef>
                <a:spcPts val="0"/>
              </a:spcBef>
              <a:spcAft>
                <a:spcPts val="0"/>
              </a:spcAft>
              <a:buSzPts val="2800"/>
              <a:buNone/>
              <a:defRPr>
                <a:latin typeface="Franklin Gothic"/>
                <a:ea typeface="Franklin Gothic"/>
                <a:cs typeface="Franklin Gothic"/>
                <a:sym typeface="Franklin Gothic"/>
              </a:defRPr>
            </a:lvl2pPr>
            <a:lvl3pPr lvl="2" rtl="0">
              <a:spcBef>
                <a:spcPts val="0"/>
              </a:spcBef>
              <a:spcAft>
                <a:spcPts val="0"/>
              </a:spcAft>
              <a:buSzPts val="2800"/>
              <a:buNone/>
              <a:defRPr>
                <a:latin typeface="Franklin Gothic"/>
                <a:ea typeface="Franklin Gothic"/>
                <a:cs typeface="Franklin Gothic"/>
                <a:sym typeface="Franklin Gothic"/>
              </a:defRPr>
            </a:lvl3pPr>
            <a:lvl4pPr lvl="3" rtl="0">
              <a:spcBef>
                <a:spcPts val="0"/>
              </a:spcBef>
              <a:spcAft>
                <a:spcPts val="0"/>
              </a:spcAft>
              <a:buSzPts val="2800"/>
              <a:buNone/>
              <a:defRPr>
                <a:latin typeface="Franklin Gothic"/>
                <a:ea typeface="Franklin Gothic"/>
                <a:cs typeface="Franklin Gothic"/>
                <a:sym typeface="Franklin Gothic"/>
              </a:defRPr>
            </a:lvl4pPr>
            <a:lvl5pPr lvl="4" rtl="0">
              <a:spcBef>
                <a:spcPts val="0"/>
              </a:spcBef>
              <a:spcAft>
                <a:spcPts val="0"/>
              </a:spcAft>
              <a:buSzPts val="2800"/>
              <a:buNone/>
              <a:defRPr>
                <a:latin typeface="Franklin Gothic"/>
                <a:ea typeface="Franklin Gothic"/>
                <a:cs typeface="Franklin Gothic"/>
                <a:sym typeface="Franklin Gothic"/>
              </a:defRPr>
            </a:lvl5pPr>
            <a:lvl6pPr lvl="5" rtl="0">
              <a:spcBef>
                <a:spcPts val="0"/>
              </a:spcBef>
              <a:spcAft>
                <a:spcPts val="0"/>
              </a:spcAft>
              <a:buSzPts val="2800"/>
              <a:buNone/>
              <a:defRPr>
                <a:latin typeface="Franklin Gothic"/>
                <a:ea typeface="Franklin Gothic"/>
                <a:cs typeface="Franklin Gothic"/>
                <a:sym typeface="Franklin Gothic"/>
              </a:defRPr>
            </a:lvl6pPr>
            <a:lvl7pPr lvl="6" rtl="0">
              <a:spcBef>
                <a:spcPts val="0"/>
              </a:spcBef>
              <a:spcAft>
                <a:spcPts val="0"/>
              </a:spcAft>
              <a:buSzPts val="2800"/>
              <a:buNone/>
              <a:defRPr>
                <a:latin typeface="Franklin Gothic"/>
                <a:ea typeface="Franklin Gothic"/>
                <a:cs typeface="Franklin Gothic"/>
                <a:sym typeface="Franklin Gothic"/>
              </a:defRPr>
            </a:lvl7pPr>
            <a:lvl8pPr lvl="7" rtl="0">
              <a:spcBef>
                <a:spcPts val="0"/>
              </a:spcBef>
              <a:spcAft>
                <a:spcPts val="0"/>
              </a:spcAft>
              <a:buSzPts val="2800"/>
              <a:buNone/>
              <a:defRPr>
                <a:latin typeface="Franklin Gothic"/>
                <a:ea typeface="Franklin Gothic"/>
                <a:cs typeface="Franklin Gothic"/>
                <a:sym typeface="Franklin Gothic"/>
              </a:defRPr>
            </a:lvl8pPr>
            <a:lvl9pPr lvl="8" rtl="0">
              <a:spcBef>
                <a:spcPts val="0"/>
              </a:spcBef>
              <a:spcAft>
                <a:spcPts val="0"/>
              </a:spcAft>
              <a:buSzPts val="2800"/>
              <a:buNone/>
              <a:defRPr>
                <a:latin typeface="Franklin Gothic"/>
                <a:ea typeface="Franklin Gothic"/>
                <a:cs typeface="Franklin Gothic"/>
                <a:sym typeface="Franklin Gothic"/>
              </a:defRPr>
            </a:lvl9pPr>
          </a:lstStyle>
          <a:p/>
        </p:txBody>
      </p:sp>
      <p:sp>
        <p:nvSpPr>
          <p:cNvPr id="162" name="Google Shape;162;p20"/>
          <p:cNvSpPr txBox="1"/>
          <p:nvPr>
            <p:ph idx="8" type="title"/>
          </p:nvPr>
        </p:nvSpPr>
        <p:spPr>
          <a:xfrm>
            <a:off x="720000" y="374900"/>
            <a:ext cx="7704000" cy="572700"/>
          </a:xfrm>
          <a:prstGeom prst="rect">
            <a:avLst/>
          </a:prstGeom>
        </p:spPr>
        <p:txBody>
          <a:bodyPr anchorCtr="0" anchor="t" bIns="91425" lIns="91425" spcFirstLastPara="1" rIns="91425" wrap="square" tIns="91425">
            <a:normAutofit/>
          </a:bodyPr>
          <a:lstStyle>
            <a:lvl1pPr lvl="0" rtl="0" algn="ctr">
              <a:spcBef>
                <a:spcPts val="0"/>
              </a:spcBef>
              <a:spcAft>
                <a:spcPts val="0"/>
              </a:spcAft>
              <a:buSzPts val="2800"/>
              <a:buNone/>
              <a:defRPr b="1" sz="2748"/>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5">
    <p:spTree>
      <p:nvGrpSpPr>
        <p:cNvPr id="163" name="Shape 163"/>
        <p:cNvGrpSpPr/>
        <p:nvPr/>
      </p:nvGrpSpPr>
      <p:grpSpPr>
        <a:xfrm>
          <a:off x="0" y="0"/>
          <a:ext cx="0" cy="0"/>
          <a:chOff x="0" y="0"/>
          <a:chExt cx="0" cy="0"/>
        </a:xfrm>
      </p:grpSpPr>
      <p:pic>
        <p:nvPicPr>
          <p:cNvPr id="164" name="Google Shape;164;p21"/>
          <p:cNvPicPr preferRelativeResize="0"/>
          <p:nvPr/>
        </p:nvPicPr>
        <p:blipFill>
          <a:blip r:embed="rId2">
            <a:alphaModFix/>
          </a:blip>
          <a:stretch>
            <a:fillRect/>
          </a:stretch>
        </p:blipFill>
        <p:spPr>
          <a:xfrm>
            <a:off x="0" y="3622"/>
            <a:ext cx="9144001" cy="5136257"/>
          </a:xfrm>
          <a:prstGeom prst="rect">
            <a:avLst/>
          </a:prstGeom>
          <a:noFill/>
          <a:ln>
            <a:noFill/>
          </a:ln>
        </p:spPr>
      </p:pic>
      <p:grpSp>
        <p:nvGrpSpPr>
          <p:cNvPr id="165" name="Google Shape;165;p21"/>
          <p:cNvGrpSpPr/>
          <p:nvPr/>
        </p:nvGrpSpPr>
        <p:grpSpPr>
          <a:xfrm>
            <a:off x="0" y="4464825"/>
            <a:ext cx="9143980" cy="678670"/>
            <a:chOff x="13" y="4052000"/>
            <a:chExt cx="9143980" cy="678670"/>
          </a:xfrm>
        </p:grpSpPr>
        <p:sp>
          <p:nvSpPr>
            <p:cNvPr id="166" name="Google Shape;166;p21"/>
            <p:cNvSpPr/>
            <p:nvPr/>
          </p:nvSpPr>
          <p:spPr>
            <a:xfrm>
              <a:off x="13" y="4624367"/>
              <a:ext cx="9143980" cy="106303"/>
            </a:xfrm>
            <a:custGeom>
              <a:rect b="b" l="l" r="r" t="t"/>
              <a:pathLst>
                <a:path extrusionOk="0" h="726" w="21543">
                  <a:moveTo>
                    <a:pt x="1" y="1"/>
                  </a:moveTo>
                  <a:lnTo>
                    <a:pt x="1" y="725"/>
                  </a:lnTo>
                  <a:lnTo>
                    <a:pt x="21543" y="725"/>
                  </a:lnTo>
                  <a:lnTo>
                    <a:pt x="21543" y="1"/>
                  </a:lnTo>
                  <a:close/>
                </a:path>
              </a:pathLst>
            </a:custGeom>
            <a:solidFill>
              <a:schemeClr val="dk1">
                <a:alpha val="825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1"/>
            <p:cNvSpPr/>
            <p:nvPr/>
          </p:nvSpPr>
          <p:spPr>
            <a:xfrm>
              <a:off x="13" y="4431528"/>
              <a:ext cx="9143980" cy="86243"/>
            </a:xfrm>
            <a:custGeom>
              <a:rect b="b" l="l" r="r" t="t"/>
              <a:pathLst>
                <a:path extrusionOk="0" h="589" w="21543">
                  <a:moveTo>
                    <a:pt x="1" y="0"/>
                  </a:moveTo>
                  <a:lnTo>
                    <a:pt x="1" y="589"/>
                  </a:lnTo>
                  <a:lnTo>
                    <a:pt x="21543" y="589"/>
                  </a:lnTo>
                  <a:lnTo>
                    <a:pt x="21543" y="0"/>
                  </a:lnTo>
                  <a:close/>
                </a:path>
              </a:pathLst>
            </a:custGeom>
            <a:solidFill>
              <a:schemeClr val="dk1">
                <a:alpha val="794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1"/>
            <p:cNvSpPr/>
            <p:nvPr/>
          </p:nvSpPr>
          <p:spPr>
            <a:xfrm>
              <a:off x="13" y="4241764"/>
              <a:ext cx="9143980" cy="62522"/>
            </a:xfrm>
            <a:custGeom>
              <a:rect b="b" l="l" r="r" t="t"/>
              <a:pathLst>
                <a:path extrusionOk="0" h="427" w="21543">
                  <a:moveTo>
                    <a:pt x="1" y="1"/>
                  </a:moveTo>
                  <a:lnTo>
                    <a:pt x="1" y="427"/>
                  </a:lnTo>
                  <a:lnTo>
                    <a:pt x="21543" y="427"/>
                  </a:lnTo>
                  <a:lnTo>
                    <a:pt x="21543" y="1"/>
                  </a:lnTo>
                  <a:close/>
                </a:path>
              </a:pathLst>
            </a:custGeom>
            <a:solidFill>
              <a:schemeClr val="dk1">
                <a:alpha val="7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1"/>
            <p:cNvSpPr/>
            <p:nvPr/>
          </p:nvSpPr>
          <p:spPr>
            <a:xfrm>
              <a:off x="13" y="4052000"/>
              <a:ext cx="9143980" cy="38948"/>
            </a:xfrm>
            <a:custGeom>
              <a:rect b="b" l="l" r="r" t="t"/>
              <a:pathLst>
                <a:path extrusionOk="0" h="266" w="21543">
                  <a:moveTo>
                    <a:pt x="1" y="1"/>
                  </a:moveTo>
                  <a:lnTo>
                    <a:pt x="1" y="265"/>
                  </a:lnTo>
                  <a:lnTo>
                    <a:pt x="21543" y="265"/>
                  </a:lnTo>
                  <a:lnTo>
                    <a:pt x="21543" y="1"/>
                  </a:lnTo>
                  <a:close/>
                </a:path>
              </a:pathLst>
            </a:custGeom>
            <a:solidFill>
              <a:schemeClr val="dk1">
                <a:alpha val="69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 name="Google Shape;170;p21"/>
          <p:cNvSpPr txBox="1"/>
          <p:nvPr>
            <p:ph idx="1" type="subTitle"/>
          </p:nvPr>
        </p:nvSpPr>
        <p:spPr>
          <a:xfrm>
            <a:off x="720000" y="1819275"/>
            <a:ext cx="2447100" cy="924000"/>
          </a:xfrm>
          <a:prstGeom prst="rect">
            <a:avLst/>
          </a:prstGeom>
        </p:spPr>
        <p:txBody>
          <a:bodyPr anchorCtr="0" anchor="ctr" bIns="91425" lIns="91425" spcFirstLastPara="1" rIns="91425" wrap="square" tIns="91425">
            <a:normAutofit/>
          </a:bodyPr>
          <a:lstStyle>
            <a:lvl1pPr lvl="0" rtl="0" algn="ctr">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71" name="Google Shape;171;p21"/>
          <p:cNvSpPr txBox="1"/>
          <p:nvPr>
            <p:ph idx="2" type="subTitle"/>
          </p:nvPr>
        </p:nvSpPr>
        <p:spPr>
          <a:xfrm>
            <a:off x="3345667" y="1819275"/>
            <a:ext cx="2447100" cy="924000"/>
          </a:xfrm>
          <a:prstGeom prst="rect">
            <a:avLst/>
          </a:prstGeom>
        </p:spPr>
        <p:txBody>
          <a:bodyPr anchorCtr="0" anchor="ctr" bIns="91425" lIns="91425" spcFirstLastPara="1" rIns="91425" wrap="square" tIns="91425">
            <a:normAutofit/>
          </a:bodyPr>
          <a:lstStyle>
            <a:lvl1pPr lvl="0" rtl="0" algn="ctr">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72" name="Google Shape;172;p21"/>
          <p:cNvSpPr txBox="1"/>
          <p:nvPr>
            <p:ph type="title"/>
          </p:nvPr>
        </p:nvSpPr>
        <p:spPr>
          <a:xfrm>
            <a:off x="720000" y="1512825"/>
            <a:ext cx="2447100" cy="476400"/>
          </a:xfrm>
          <a:prstGeom prst="rect">
            <a:avLst/>
          </a:prstGeom>
        </p:spPr>
        <p:txBody>
          <a:bodyPr anchorCtr="0" anchor="t" bIns="91425" lIns="91425" spcFirstLastPara="1" rIns="91425" wrap="square" tIns="91425">
            <a:normAutofit/>
          </a:bodyPr>
          <a:lstStyle>
            <a:lvl1pPr lvl="0" rtl="0" algn="ctr">
              <a:spcBef>
                <a:spcPts val="0"/>
              </a:spcBef>
              <a:spcAft>
                <a:spcPts val="0"/>
              </a:spcAft>
              <a:buSzPts val="2800"/>
              <a:buNone/>
              <a:defRPr sz="2218">
                <a:solidFill>
                  <a:schemeClr val="accent5"/>
                </a:solidFill>
              </a:defRPr>
            </a:lvl1pPr>
            <a:lvl2pPr lvl="1" rtl="0">
              <a:spcBef>
                <a:spcPts val="0"/>
              </a:spcBef>
              <a:spcAft>
                <a:spcPts val="0"/>
              </a:spcAft>
              <a:buSzPts val="2800"/>
              <a:buNone/>
              <a:defRPr>
                <a:latin typeface="Franklin Gothic"/>
                <a:ea typeface="Franklin Gothic"/>
                <a:cs typeface="Franklin Gothic"/>
                <a:sym typeface="Franklin Gothic"/>
              </a:defRPr>
            </a:lvl2pPr>
            <a:lvl3pPr lvl="2" rtl="0">
              <a:spcBef>
                <a:spcPts val="0"/>
              </a:spcBef>
              <a:spcAft>
                <a:spcPts val="0"/>
              </a:spcAft>
              <a:buSzPts val="2800"/>
              <a:buNone/>
              <a:defRPr>
                <a:latin typeface="Franklin Gothic"/>
                <a:ea typeface="Franklin Gothic"/>
                <a:cs typeface="Franklin Gothic"/>
                <a:sym typeface="Franklin Gothic"/>
              </a:defRPr>
            </a:lvl3pPr>
            <a:lvl4pPr lvl="3" rtl="0">
              <a:spcBef>
                <a:spcPts val="0"/>
              </a:spcBef>
              <a:spcAft>
                <a:spcPts val="0"/>
              </a:spcAft>
              <a:buSzPts val="2800"/>
              <a:buNone/>
              <a:defRPr>
                <a:latin typeface="Franklin Gothic"/>
                <a:ea typeface="Franklin Gothic"/>
                <a:cs typeface="Franklin Gothic"/>
                <a:sym typeface="Franklin Gothic"/>
              </a:defRPr>
            </a:lvl4pPr>
            <a:lvl5pPr lvl="4" rtl="0">
              <a:spcBef>
                <a:spcPts val="0"/>
              </a:spcBef>
              <a:spcAft>
                <a:spcPts val="0"/>
              </a:spcAft>
              <a:buSzPts val="2800"/>
              <a:buNone/>
              <a:defRPr>
                <a:latin typeface="Franklin Gothic"/>
                <a:ea typeface="Franklin Gothic"/>
                <a:cs typeface="Franklin Gothic"/>
                <a:sym typeface="Franklin Gothic"/>
              </a:defRPr>
            </a:lvl5pPr>
            <a:lvl6pPr lvl="5" rtl="0">
              <a:spcBef>
                <a:spcPts val="0"/>
              </a:spcBef>
              <a:spcAft>
                <a:spcPts val="0"/>
              </a:spcAft>
              <a:buSzPts val="2800"/>
              <a:buNone/>
              <a:defRPr>
                <a:latin typeface="Franklin Gothic"/>
                <a:ea typeface="Franklin Gothic"/>
                <a:cs typeface="Franklin Gothic"/>
                <a:sym typeface="Franklin Gothic"/>
              </a:defRPr>
            </a:lvl6pPr>
            <a:lvl7pPr lvl="6" rtl="0">
              <a:spcBef>
                <a:spcPts val="0"/>
              </a:spcBef>
              <a:spcAft>
                <a:spcPts val="0"/>
              </a:spcAft>
              <a:buSzPts val="2800"/>
              <a:buNone/>
              <a:defRPr>
                <a:latin typeface="Franklin Gothic"/>
                <a:ea typeface="Franklin Gothic"/>
                <a:cs typeface="Franklin Gothic"/>
                <a:sym typeface="Franklin Gothic"/>
              </a:defRPr>
            </a:lvl7pPr>
            <a:lvl8pPr lvl="7" rtl="0">
              <a:spcBef>
                <a:spcPts val="0"/>
              </a:spcBef>
              <a:spcAft>
                <a:spcPts val="0"/>
              </a:spcAft>
              <a:buSzPts val="2800"/>
              <a:buNone/>
              <a:defRPr>
                <a:latin typeface="Franklin Gothic"/>
                <a:ea typeface="Franklin Gothic"/>
                <a:cs typeface="Franklin Gothic"/>
                <a:sym typeface="Franklin Gothic"/>
              </a:defRPr>
            </a:lvl8pPr>
            <a:lvl9pPr lvl="8" rtl="0">
              <a:spcBef>
                <a:spcPts val="0"/>
              </a:spcBef>
              <a:spcAft>
                <a:spcPts val="0"/>
              </a:spcAft>
              <a:buSzPts val="2800"/>
              <a:buNone/>
              <a:defRPr>
                <a:latin typeface="Franklin Gothic"/>
                <a:ea typeface="Franklin Gothic"/>
                <a:cs typeface="Franklin Gothic"/>
                <a:sym typeface="Franklin Gothic"/>
              </a:defRPr>
            </a:lvl9pPr>
          </a:lstStyle>
          <a:p/>
        </p:txBody>
      </p:sp>
      <p:sp>
        <p:nvSpPr>
          <p:cNvPr id="173" name="Google Shape;173;p21"/>
          <p:cNvSpPr txBox="1"/>
          <p:nvPr>
            <p:ph idx="3" type="title"/>
          </p:nvPr>
        </p:nvSpPr>
        <p:spPr>
          <a:xfrm>
            <a:off x="3345663" y="1512825"/>
            <a:ext cx="2447100" cy="476400"/>
          </a:xfrm>
          <a:prstGeom prst="rect">
            <a:avLst/>
          </a:prstGeom>
        </p:spPr>
        <p:txBody>
          <a:bodyPr anchorCtr="0" anchor="t" bIns="91425" lIns="91425" spcFirstLastPara="1" rIns="91425" wrap="square" tIns="91425">
            <a:normAutofit/>
          </a:bodyPr>
          <a:lstStyle>
            <a:lvl1pPr lvl="0" rtl="0" algn="ctr">
              <a:spcBef>
                <a:spcPts val="0"/>
              </a:spcBef>
              <a:spcAft>
                <a:spcPts val="0"/>
              </a:spcAft>
              <a:buSzPts val="2800"/>
              <a:buNone/>
              <a:defRPr sz="2218">
                <a:solidFill>
                  <a:schemeClr val="accent5"/>
                </a:solidFill>
              </a:defRPr>
            </a:lvl1pPr>
            <a:lvl2pPr lvl="1" rtl="0">
              <a:spcBef>
                <a:spcPts val="0"/>
              </a:spcBef>
              <a:spcAft>
                <a:spcPts val="0"/>
              </a:spcAft>
              <a:buSzPts val="2800"/>
              <a:buNone/>
              <a:defRPr>
                <a:latin typeface="Franklin Gothic"/>
                <a:ea typeface="Franklin Gothic"/>
                <a:cs typeface="Franklin Gothic"/>
                <a:sym typeface="Franklin Gothic"/>
              </a:defRPr>
            </a:lvl2pPr>
            <a:lvl3pPr lvl="2" rtl="0">
              <a:spcBef>
                <a:spcPts val="0"/>
              </a:spcBef>
              <a:spcAft>
                <a:spcPts val="0"/>
              </a:spcAft>
              <a:buSzPts val="2800"/>
              <a:buNone/>
              <a:defRPr>
                <a:latin typeface="Franklin Gothic"/>
                <a:ea typeface="Franklin Gothic"/>
                <a:cs typeface="Franklin Gothic"/>
                <a:sym typeface="Franklin Gothic"/>
              </a:defRPr>
            </a:lvl3pPr>
            <a:lvl4pPr lvl="3" rtl="0">
              <a:spcBef>
                <a:spcPts val="0"/>
              </a:spcBef>
              <a:spcAft>
                <a:spcPts val="0"/>
              </a:spcAft>
              <a:buSzPts val="2800"/>
              <a:buNone/>
              <a:defRPr>
                <a:latin typeface="Franklin Gothic"/>
                <a:ea typeface="Franklin Gothic"/>
                <a:cs typeface="Franklin Gothic"/>
                <a:sym typeface="Franklin Gothic"/>
              </a:defRPr>
            </a:lvl4pPr>
            <a:lvl5pPr lvl="4" rtl="0">
              <a:spcBef>
                <a:spcPts val="0"/>
              </a:spcBef>
              <a:spcAft>
                <a:spcPts val="0"/>
              </a:spcAft>
              <a:buSzPts val="2800"/>
              <a:buNone/>
              <a:defRPr>
                <a:latin typeface="Franklin Gothic"/>
                <a:ea typeface="Franklin Gothic"/>
                <a:cs typeface="Franklin Gothic"/>
                <a:sym typeface="Franklin Gothic"/>
              </a:defRPr>
            </a:lvl5pPr>
            <a:lvl6pPr lvl="5" rtl="0">
              <a:spcBef>
                <a:spcPts val="0"/>
              </a:spcBef>
              <a:spcAft>
                <a:spcPts val="0"/>
              </a:spcAft>
              <a:buSzPts val="2800"/>
              <a:buNone/>
              <a:defRPr>
                <a:latin typeface="Franklin Gothic"/>
                <a:ea typeface="Franklin Gothic"/>
                <a:cs typeface="Franklin Gothic"/>
                <a:sym typeface="Franklin Gothic"/>
              </a:defRPr>
            </a:lvl6pPr>
            <a:lvl7pPr lvl="6" rtl="0">
              <a:spcBef>
                <a:spcPts val="0"/>
              </a:spcBef>
              <a:spcAft>
                <a:spcPts val="0"/>
              </a:spcAft>
              <a:buSzPts val="2800"/>
              <a:buNone/>
              <a:defRPr>
                <a:latin typeface="Franklin Gothic"/>
                <a:ea typeface="Franklin Gothic"/>
                <a:cs typeface="Franklin Gothic"/>
                <a:sym typeface="Franklin Gothic"/>
              </a:defRPr>
            </a:lvl7pPr>
            <a:lvl8pPr lvl="7" rtl="0">
              <a:spcBef>
                <a:spcPts val="0"/>
              </a:spcBef>
              <a:spcAft>
                <a:spcPts val="0"/>
              </a:spcAft>
              <a:buSzPts val="2800"/>
              <a:buNone/>
              <a:defRPr>
                <a:latin typeface="Franklin Gothic"/>
                <a:ea typeface="Franklin Gothic"/>
                <a:cs typeface="Franklin Gothic"/>
                <a:sym typeface="Franklin Gothic"/>
              </a:defRPr>
            </a:lvl8pPr>
            <a:lvl9pPr lvl="8" rtl="0">
              <a:spcBef>
                <a:spcPts val="0"/>
              </a:spcBef>
              <a:spcAft>
                <a:spcPts val="0"/>
              </a:spcAft>
              <a:buSzPts val="2800"/>
              <a:buNone/>
              <a:defRPr>
                <a:latin typeface="Franklin Gothic"/>
                <a:ea typeface="Franklin Gothic"/>
                <a:cs typeface="Franklin Gothic"/>
                <a:sym typeface="Franklin Gothic"/>
              </a:defRPr>
            </a:lvl9pPr>
          </a:lstStyle>
          <a:p/>
        </p:txBody>
      </p:sp>
      <p:sp>
        <p:nvSpPr>
          <p:cNvPr id="174" name="Google Shape;174;p21"/>
          <p:cNvSpPr txBox="1"/>
          <p:nvPr>
            <p:ph idx="4" type="subTitle"/>
          </p:nvPr>
        </p:nvSpPr>
        <p:spPr>
          <a:xfrm>
            <a:off x="5971346" y="1819275"/>
            <a:ext cx="2447100" cy="924000"/>
          </a:xfrm>
          <a:prstGeom prst="rect">
            <a:avLst/>
          </a:prstGeom>
        </p:spPr>
        <p:txBody>
          <a:bodyPr anchorCtr="0" anchor="ctr" bIns="91425" lIns="91425" spcFirstLastPara="1" rIns="91425" wrap="square" tIns="91425">
            <a:normAutofit/>
          </a:bodyPr>
          <a:lstStyle>
            <a:lvl1pPr lvl="0" rtl="0" algn="ctr">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75" name="Google Shape;175;p21"/>
          <p:cNvSpPr txBox="1"/>
          <p:nvPr>
            <p:ph idx="5" type="title"/>
          </p:nvPr>
        </p:nvSpPr>
        <p:spPr>
          <a:xfrm>
            <a:off x="5971338" y="1512825"/>
            <a:ext cx="2447100" cy="476400"/>
          </a:xfrm>
          <a:prstGeom prst="rect">
            <a:avLst/>
          </a:prstGeom>
        </p:spPr>
        <p:txBody>
          <a:bodyPr anchorCtr="0" anchor="t" bIns="91425" lIns="91425" spcFirstLastPara="1" rIns="91425" wrap="square" tIns="91425">
            <a:normAutofit/>
          </a:bodyPr>
          <a:lstStyle>
            <a:lvl1pPr lvl="0" rtl="0" algn="ctr">
              <a:spcBef>
                <a:spcPts val="0"/>
              </a:spcBef>
              <a:spcAft>
                <a:spcPts val="0"/>
              </a:spcAft>
              <a:buSzPts val="2800"/>
              <a:buNone/>
              <a:defRPr sz="2218">
                <a:solidFill>
                  <a:schemeClr val="accent5"/>
                </a:solidFill>
              </a:defRPr>
            </a:lvl1pPr>
            <a:lvl2pPr lvl="1" rtl="0">
              <a:spcBef>
                <a:spcPts val="0"/>
              </a:spcBef>
              <a:spcAft>
                <a:spcPts val="0"/>
              </a:spcAft>
              <a:buSzPts val="2800"/>
              <a:buNone/>
              <a:defRPr>
                <a:latin typeface="Franklin Gothic"/>
                <a:ea typeface="Franklin Gothic"/>
                <a:cs typeface="Franklin Gothic"/>
                <a:sym typeface="Franklin Gothic"/>
              </a:defRPr>
            </a:lvl2pPr>
            <a:lvl3pPr lvl="2" rtl="0">
              <a:spcBef>
                <a:spcPts val="0"/>
              </a:spcBef>
              <a:spcAft>
                <a:spcPts val="0"/>
              </a:spcAft>
              <a:buSzPts val="2800"/>
              <a:buNone/>
              <a:defRPr>
                <a:latin typeface="Franklin Gothic"/>
                <a:ea typeface="Franklin Gothic"/>
                <a:cs typeface="Franklin Gothic"/>
                <a:sym typeface="Franklin Gothic"/>
              </a:defRPr>
            </a:lvl3pPr>
            <a:lvl4pPr lvl="3" rtl="0">
              <a:spcBef>
                <a:spcPts val="0"/>
              </a:spcBef>
              <a:spcAft>
                <a:spcPts val="0"/>
              </a:spcAft>
              <a:buSzPts val="2800"/>
              <a:buNone/>
              <a:defRPr>
                <a:latin typeface="Franklin Gothic"/>
                <a:ea typeface="Franklin Gothic"/>
                <a:cs typeface="Franklin Gothic"/>
                <a:sym typeface="Franklin Gothic"/>
              </a:defRPr>
            </a:lvl4pPr>
            <a:lvl5pPr lvl="4" rtl="0">
              <a:spcBef>
                <a:spcPts val="0"/>
              </a:spcBef>
              <a:spcAft>
                <a:spcPts val="0"/>
              </a:spcAft>
              <a:buSzPts val="2800"/>
              <a:buNone/>
              <a:defRPr>
                <a:latin typeface="Franklin Gothic"/>
                <a:ea typeface="Franklin Gothic"/>
                <a:cs typeface="Franklin Gothic"/>
                <a:sym typeface="Franklin Gothic"/>
              </a:defRPr>
            </a:lvl5pPr>
            <a:lvl6pPr lvl="5" rtl="0">
              <a:spcBef>
                <a:spcPts val="0"/>
              </a:spcBef>
              <a:spcAft>
                <a:spcPts val="0"/>
              </a:spcAft>
              <a:buSzPts val="2800"/>
              <a:buNone/>
              <a:defRPr>
                <a:latin typeface="Franklin Gothic"/>
                <a:ea typeface="Franklin Gothic"/>
                <a:cs typeface="Franklin Gothic"/>
                <a:sym typeface="Franklin Gothic"/>
              </a:defRPr>
            </a:lvl6pPr>
            <a:lvl7pPr lvl="6" rtl="0">
              <a:spcBef>
                <a:spcPts val="0"/>
              </a:spcBef>
              <a:spcAft>
                <a:spcPts val="0"/>
              </a:spcAft>
              <a:buSzPts val="2800"/>
              <a:buNone/>
              <a:defRPr>
                <a:latin typeface="Franklin Gothic"/>
                <a:ea typeface="Franklin Gothic"/>
                <a:cs typeface="Franklin Gothic"/>
                <a:sym typeface="Franklin Gothic"/>
              </a:defRPr>
            </a:lvl7pPr>
            <a:lvl8pPr lvl="7" rtl="0">
              <a:spcBef>
                <a:spcPts val="0"/>
              </a:spcBef>
              <a:spcAft>
                <a:spcPts val="0"/>
              </a:spcAft>
              <a:buSzPts val="2800"/>
              <a:buNone/>
              <a:defRPr>
                <a:latin typeface="Franklin Gothic"/>
                <a:ea typeface="Franklin Gothic"/>
                <a:cs typeface="Franklin Gothic"/>
                <a:sym typeface="Franklin Gothic"/>
              </a:defRPr>
            </a:lvl8pPr>
            <a:lvl9pPr lvl="8" rtl="0">
              <a:spcBef>
                <a:spcPts val="0"/>
              </a:spcBef>
              <a:spcAft>
                <a:spcPts val="0"/>
              </a:spcAft>
              <a:buSzPts val="2800"/>
              <a:buNone/>
              <a:defRPr>
                <a:latin typeface="Franklin Gothic"/>
                <a:ea typeface="Franklin Gothic"/>
                <a:cs typeface="Franklin Gothic"/>
                <a:sym typeface="Franklin Gothic"/>
              </a:defRPr>
            </a:lvl9pPr>
          </a:lstStyle>
          <a:p/>
        </p:txBody>
      </p:sp>
      <p:sp>
        <p:nvSpPr>
          <p:cNvPr id="176" name="Google Shape;176;p21"/>
          <p:cNvSpPr txBox="1"/>
          <p:nvPr>
            <p:ph idx="6" type="subTitle"/>
          </p:nvPr>
        </p:nvSpPr>
        <p:spPr>
          <a:xfrm>
            <a:off x="720000" y="3248025"/>
            <a:ext cx="2447100" cy="924000"/>
          </a:xfrm>
          <a:prstGeom prst="rect">
            <a:avLst/>
          </a:prstGeom>
        </p:spPr>
        <p:txBody>
          <a:bodyPr anchorCtr="0" anchor="ctr" bIns="91425" lIns="91425" spcFirstLastPara="1" rIns="91425" wrap="square" tIns="91425">
            <a:normAutofit/>
          </a:bodyPr>
          <a:lstStyle>
            <a:lvl1pPr lvl="0" rtl="0" algn="ctr">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77" name="Google Shape;177;p21"/>
          <p:cNvSpPr txBox="1"/>
          <p:nvPr>
            <p:ph idx="7" type="subTitle"/>
          </p:nvPr>
        </p:nvSpPr>
        <p:spPr>
          <a:xfrm>
            <a:off x="3345667" y="3248025"/>
            <a:ext cx="2447100" cy="924000"/>
          </a:xfrm>
          <a:prstGeom prst="rect">
            <a:avLst/>
          </a:prstGeom>
        </p:spPr>
        <p:txBody>
          <a:bodyPr anchorCtr="0" anchor="ctr" bIns="91425" lIns="91425" spcFirstLastPara="1" rIns="91425" wrap="square" tIns="91425">
            <a:normAutofit/>
          </a:bodyPr>
          <a:lstStyle>
            <a:lvl1pPr lvl="0" rtl="0" algn="ctr">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78" name="Google Shape;178;p21"/>
          <p:cNvSpPr txBox="1"/>
          <p:nvPr>
            <p:ph idx="8" type="title"/>
          </p:nvPr>
        </p:nvSpPr>
        <p:spPr>
          <a:xfrm>
            <a:off x="720000" y="2941575"/>
            <a:ext cx="2447100" cy="476400"/>
          </a:xfrm>
          <a:prstGeom prst="rect">
            <a:avLst/>
          </a:prstGeom>
        </p:spPr>
        <p:txBody>
          <a:bodyPr anchorCtr="0" anchor="t" bIns="91425" lIns="91425" spcFirstLastPara="1" rIns="91425" wrap="square" tIns="91425">
            <a:normAutofit/>
          </a:bodyPr>
          <a:lstStyle>
            <a:lvl1pPr lvl="0" rtl="0" algn="ctr">
              <a:spcBef>
                <a:spcPts val="0"/>
              </a:spcBef>
              <a:spcAft>
                <a:spcPts val="0"/>
              </a:spcAft>
              <a:buSzPts val="2800"/>
              <a:buNone/>
              <a:defRPr sz="2218">
                <a:solidFill>
                  <a:schemeClr val="accent5"/>
                </a:solidFill>
              </a:defRPr>
            </a:lvl1pPr>
            <a:lvl2pPr lvl="1" rtl="0">
              <a:spcBef>
                <a:spcPts val="0"/>
              </a:spcBef>
              <a:spcAft>
                <a:spcPts val="0"/>
              </a:spcAft>
              <a:buSzPts val="2800"/>
              <a:buNone/>
              <a:defRPr>
                <a:latin typeface="Franklin Gothic"/>
                <a:ea typeface="Franklin Gothic"/>
                <a:cs typeface="Franklin Gothic"/>
                <a:sym typeface="Franklin Gothic"/>
              </a:defRPr>
            </a:lvl2pPr>
            <a:lvl3pPr lvl="2" rtl="0">
              <a:spcBef>
                <a:spcPts val="0"/>
              </a:spcBef>
              <a:spcAft>
                <a:spcPts val="0"/>
              </a:spcAft>
              <a:buSzPts val="2800"/>
              <a:buNone/>
              <a:defRPr>
                <a:latin typeface="Franklin Gothic"/>
                <a:ea typeface="Franklin Gothic"/>
                <a:cs typeface="Franklin Gothic"/>
                <a:sym typeface="Franklin Gothic"/>
              </a:defRPr>
            </a:lvl3pPr>
            <a:lvl4pPr lvl="3" rtl="0">
              <a:spcBef>
                <a:spcPts val="0"/>
              </a:spcBef>
              <a:spcAft>
                <a:spcPts val="0"/>
              </a:spcAft>
              <a:buSzPts val="2800"/>
              <a:buNone/>
              <a:defRPr>
                <a:latin typeface="Franklin Gothic"/>
                <a:ea typeface="Franklin Gothic"/>
                <a:cs typeface="Franklin Gothic"/>
                <a:sym typeface="Franklin Gothic"/>
              </a:defRPr>
            </a:lvl4pPr>
            <a:lvl5pPr lvl="4" rtl="0">
              <a:spcBef>
                <a:spcPts val="0"/>
              </a:spcBef>
              <a:spcAft>
                <a:spcPts val="0"/>
              </a:spcAft>
              <a:buSzPts val="2800"/>
              <a:buNone/>
              <a:defRPr>
                <a:latin typeface="Franklin Gothic"/>
                <a:ea typeface="Franklin Gothic"/>
                <a:cs typeface="Franklin Gothic"/>
                <a:sym typeface="Franklin Gothic"/>
              </a:defRPr>
            </a:lvl5pPr>
            <a:lvl6pPr lvl="5" rtl="0">
              <a:spcBef>
                <a:spcPts val="0"/>
              </a:spcBef>
              <a:spcAft>
                <a:spcPts val="0"/>
              </a:spcAft>
              <a:buSzPts val="2800"/>
              <a:buNone/>
              <a:defRPr>
                <a:latin typeface="Franklin Gothic"/>
                <a:ea typeface="Franklin Gothic"/>
                <a:cs typeface="Franklin Gothic"/>
                <a:sym typeface="Franklin Gothic"/>
              </a:defRPr>
            </a:lvl6pPr>
            <a:lvl7pPr lvl="6" rtl="0">
              <a:spcBef>
                <a:spcPts val="0"/>
              </a:spcBef>
              <a:spcAft>
                <a:spcPts val="0"/>
              </a:spcAft>
              <a:buSzPts val="2800"/>
              <a:buNone/>
              <a:defRPr>
                <a:latin typeface="Franklin Gothic"/>
                <a:ea typeface="Franklin Gothic"/>
                <a:cs typeface="Franklin Gothic"/>
                <a:sym typeface="Franklin Gothic"/>
              </a:defRPr>
            </a:lvl7pPr>
            <a:lvl8pPr lvl="7" rtl="0">
              <a:spcBef>
                <a:spcPts val="0"/>
              </a:spcBef>
              <a:spcAft>
                <a:spcPts val="0"/>
              </a:spcAft>
              <a:buSzPts val="2800"/>
              <a:buNone/>
              <a:defRPr>
                <a:latin typeface="Franklin Gothic"/>
                <a:ea typeface="Franklin Gothic"/>
                <a:cs typeface="Franklin Gothic"/>
                <a:sym typeface="Franklin Gothic"/>
              </a:defRPr>
            </a:lvl8pPr>
            <a:lvl9pPr lvl="8" rtl="0">
              <a:spcBef>
                <a:spcPts val="0"/>
              </a:spcBef>
              <a:spcAft>
                <a:spcPts val="0"/>
              </a:spcAft>
              <a:buSzPts val="2800"/>
              <a:buNone/>
              <a:defRPr>
                <a:latin typeface="Franklin Gothic"/>
                <a:ea typeface="Franklin Gothic"/>
                <a:cs typeface="Franklin Gothic"/>
                <a:sym typeface="Franklin Gothic"/>
              </a:defRPr>
            </a:lvl9pPr>
          </a:lstStyle>
          <a:p/>
        </p:txBody>
      </p:sp>
      <p:sp>
        <p:nvSpPr>
          <p:cNvPr id="179" name="Google Shape;179;p21"/>
          <p:cNvSpPr txBox="1"/>
          <p:nvPr>
            <p:ph idx="9" type="title"/>
          </p:nvPr>
        </p:nvSpPr>
        <p:spPr>
          <a:xfrm>
            <a:off x="3345663" y="2941575"/>
            <a:ext cx="2447100" cy="476400"/>
          </a:xfrm>
          <a:prstGeom prst="rect">
            <a:avLst/>
          </a:prstGeom>
        </p:spPr>
        <p:txBody>
          <a:bodyPr anchorCtr="0" anchor="t" bIns="91425" lIns="91425" spcFirstLastPara="1" rIns="91425" wrap="square" tIns="91425">
            <a:normAutofit/>
          </a:bodyPr>
          <a:lstStyle>
            <a:lvl1pPr lvl="0" rtl="0" algn="ctr">
              <a:spcBef>
                <a:spcPts val="0"/>
              </a:spcBef>
              <a:spcAft>
                <a:spcPts val="0"/>
              </a:spcAft>
              <a:buSzPts val="2800"/>
              <a:buNone/>
              <a:defRPr sz="2218">
                <a:solidFill>
                  <a:schemeClr val="accent5"/>
                </a:solidFill>
              </a:defRPr>
            </a:lvl1pPr>
            <a:lvl2pPr lvl="1" rtl="0">
              <a:spcBef>
                <a:spcPts val="0"/>
              </a:spcBef>
              <a:spcAft>
                <a:spcPts val="0"/>
              </a:spcAft>
              <a:buSzPts val="2800"/>
              <a:buNone/>
              <a:defRPr>
                <a:latin typeface="Franklin Gothic"/>
                <a:ea typeface="Franklin Gothic"/>
                <a:cs typeface="Franklin Gothic"/>
                <a:sym typeface="Franklin Gothic"/>
              </a:defRPr>
            </a:lvl2pPr>
            <a:lvl3pPr lvl="2" rtl="0">
              <a:spcBef>
                <a:spcPts val="0"/>
              </a:spcBef>
              <a:spcAft>
                <a:spcPts val="0"/>
              </a:spcAft>
              <a:buSzPts val="2800"/>
              <a:buNone/>
              <a:defRPr>
                <a:latin typeface="Franklin Gothic"/>
                <a:ea typeface="Franklin Gothic"/>
                <a:cs typeface="Franklin Gothic"/>
                <a:sym typeface="Franklin Gothic"/>
              </a:defRPr>
            </a:lvl3pPr>
            <a:lvl4pPr lvl="3" rtl="0">
              <a:spcBef>
                <a:spcPts val="0"/>
              </a:spcBef>
              <a:spcAft>
                <a:spcPts val="0"/>
              </a:spcAft>
              <a:buSzPts val="2800"/>
              <a:buNone/>
              <a:defRPr>
                <a:latin typeface="Franklin Gothic"/>
                <a:ea typeface="Franklin Gothic"/>
                <a:cs typeface="Franklin Gothic"/>
                <a:sym typeface="Franklin Gothic"/>
              </a:defRPr>
            </a:lvl4pPr>
            <a:lvl5pPr lvl="4" rtl="0">
              <a:spcBef>
                <a:spcPts val="0"/>
              </a:spcBef>
              <a:spcAft>
                <a:spcPts val="0"/>
              </a:spcAft>
              <a:buSzPts val="2800"/>
              <a:buNone/>
              <a:defRPr>
                <a:latin typeface="Franklin Gothic"/>
                <a:ea typeface="Franklin Gothic"/>
                <a:cs typeface="Franklin Gothic"/>
                <a:sym typeface="Franklin Gothic"/>
              </a:defRPr>
            </a:lvl5pPr>
            <a:lvl6pPr lvl="5" rtl="0">
              <a:spcBef>
                <a:spcPts val="0"/>
              </a:spcBef>
              <a:spcAft>
                <a:spcPts val="0"/>
              </a:spcAft>
              <a:buSzPts val="2800"/>
              <a:buNone/>
              <a:defRPr>
                <a:latin typeface="Franklin Gothic"/>
                <a:ea typeface="Franklin Gothic"/>
                <a:cs typeface="Franklin Gothic"/>
                <a:sym typeface="Franklin Gothic"/>
              </a:defRPr>
            </a:lvl6pPr>
            <a:lvl7pPr lvl="6" rtl="0">
              <a:spcBef>
                <a:spcPts val="0"/>
              </a:spcBef>
              <a:spcAft>
                <a:spcPts val="0"/>
              </a:spcAft>
              <a:buSzPts val="2800"/>
              <a:buNone/>
              <a:defRPr>
                <a:latin typeface="Franklin Gothic"/>
                <a:ea typeface="Franklin Gothic"/>
                <a:cs typeface="Franklin Gothic"/>
                <a:sym typeface="Franklin Gothic"/>
              </a:defRPr>
            </a:lvl7pPr>
            <a:lvl8pPr lvl="7" rtl="0">
              <a:spcBef>
                <a:spcPts val="0"/>
              </a:spcBef>
              <a:spcAft>
                <a:spcPts val="0"/>
              </a:spcAft>
              <a:buSzPts val="2800"/>
              <a:buNone/>
              <a:defRPr>
                <a:latin typeface="Franklin Gothic"/>
                <a:ea typeface="Franklin Gothic"/>
                <a:cs typeface="Franklin Gothic"/>
                <a:sym typeface="Franklin Gothic"/>
              </a:defRPr>
            </a:lvl8pPr>
            <a:lvl9pPr lvl="8" rtl="0">
              <a:spcBef>
                <a:spcPts val="0"/>
              </a:spcBef>
              <a:spcAft>
                <a:spcPts val="0"/>
              </a:spcAft>
              <a:buSzPts val="2800"/>
              <a:buNone/>
              <a:defRPr>
                <a:latin typeface="Franklin Gothic"/>
                <a:ea typeface="Franklin Gothic"/>
                <a:cs typeface="Franklin Gothic"/>
                <a:sym typeface="Franklin Gothic"/>
              </a:defRPr>
            </a:lvl9pPr>
          </a:lstStyle>
          <a:p/>
        </p:txBody>
      </p:sp>
      <p:sp>
        <p:nvSpPr>
          <p:cNvPr id="180" name="Google Shape;180;p21"/>
          <p:cNvSpPr txBox="1"/>
          <p:nvPr>
            <p:ph idx="13" type="subTitle"/>
          </p:nvPr>
        </p:nvSpPr>
        <p:spPr>
          <a:xfrm>
            <a:off x="5971346" y="3248025"/>
            <a:ext cx="2447100" cy="924000"/>
          </a:xfrm>
          <a:prstGeom prst="rect">
            <a:avLst/>
          </a:prstGeom>
        </p:spPr>
        <p:txBody>
          <a:bodyPr anchorCtr="0" anchor="ctr" bIns="91425" lIns="91425" spcFirstLastPara="1" rIns="91425" wrap="square" tIns="91425">
            <a:normAutofit/>
          </a:bodyPr>
          <a:lstStyle>
            <a:lvl1pPr lvl="0" rtl="0" algn="ctr">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81" name="Google Shape;181;p21"/>
          <p:cNvSpPr txBox="1"/>
          <p:nvPr>
            <p:ph idx="14" type="title"/>
          </p:nvPr>
        </p:nvSpPr>
        <p:spPr>
          <a:xfrm>
            <a:off x="5971338" y="2941575"/>
            <a:ext cx="2447100" cy="476400"/>
          </a:xfrm>
          <a:prstGeom prst="rect">
            <a:avLst/>
          </a:prstGeom>
        </p:spPr>
        <p:txBody>
          <a:bodyPr anchorCtr="0" anchor="t" bIns="91425" lIns="91425" spcFirstLastPara="1" rIns="91425" wrap="square" tIns="91425">
            <a:normAutofit/>
          </a:bodyPr>
          <a:lstStyle>
            <a:lvl1pPr lvl="0" rtl="0" algn="ctr">
              <a:spcBef>
                <a:spcPts val="0"/>
              </a:spcBef>
              <a:spcAft>
                <a:spcPts val="0"/>
              </a:spcAft>
              <a:buSzPts val="2800"/>
              <a:buNone/>
              <a:defRPr sz="2218">
                <a:solidFill>
                  <a:schemeClr val="accent5"/>
                </a:solidFill>
              </a:defRPr>
            </a:lvl1pPr>
            <a:lvl2pPr lvl="1" rtl="0">
              <a:spcBef>
                <a:spcPts val="0"/>
              </a:spcBef>
              <a:spcAft>
                <a:spcPts val="0"/>
              </a:spcAft>
              <a:buSzPts val="2800"/>
              <a:buNone/>
              <a:defRPr>
                <a:latin typeface="Franklin Gothic"/>
                <a:ea typeface="Franklin Gothic"/>
                <a:cs typeface="Franklin Gothic"/>
                <a:sym typeface="Franklin Gothic"/>
              </a:defRPr>
            </a:lvl2pPr>
            <a:lvl3pPr lvl="2" rtl="0">
              <a:spcBef>
                <a:spcPts val="0"/>
              </a:spcBef>
              <a:spcAft>
                <a:spcPts val="0"/>
              </a:spcAft>
              <a:buSzPts val="2800"/>
              <a:buNone/>
              <a:defRPr>
                <a:latin typeface="Franklin Gothic"/>
                <a:ea typeface="Franklin Gothic"/>
                <a:cs typeface="Franklin Gothic"/>
                <a:sym typeface="Franklin Gothic"/>
              </a:defRPr>
            </a:lvl3pPr>
            <a:lvl4pPr lvl="3" rtl="0">
              <a:spcBef>
                <a:spcPts val="0"/>
              </a:spcBef>
              <a:spcAft>
                <a:spcPts val="0"/>
              </a:spcAft>
              <a:buSzPts val="2800"/>
              <a:buNone/>
              <a:defRPr>
                <a:latin typeface="Franklin Gothic"/>
                <a:ea typeface="Franklin Gothic"/>
                <a:cs typeface="Franklin Gothic"/>
                <a:sym typeface="Franklin Gothic"/>
              </a:defRPr>
            </a:lvl4pPr>
            <a:lvl5pPr lvl="4" rtl="0">
              <a:spcBef>
                <a:spcPts val="0"/>
              </a:spcBef>
              <a:spcAft>
                <a:spcPts val="0"/>
              </a:spcAft>
              <a:buSzPts val="2800"/>
              <a:buNone/>
              <a:defRPr>
                <a:latin typeface="Franklin Gothic"/>
                <a:ea typeface="Franklin Gothic"/>
                <a:cs typeface="Franklin Gothic"/>
                <a:sym typeface="Franklin Gothic"/>
              </a:defRPr>
            </a:lvl5pPr>
            <a:lvl6pPr lvl="5" rtl="0">
              <a:spcBef>
                <a:spcPts val="0"/>
              </a:spcBef>
              <a:spcAft>
                <a:spcPts val="0"/>
              </a:spcAft>
              <a:buSzPts val="2800"/>
              <a:buNone/>
              <a:defRPr>
                <a:latin typeface="Franklin Gothic"/>
                <a:ea typeface="Franklin Gothic"/>
                <a:cs typeface="Franklin Gothic"/>
                <a:sym typeface="Franklin Gothic"/>
              </a:defRPr>
            </a:lvl6pPr>
            <a:lvl7pPr lvl="6" rtl="0">
              <a:spcBef>
                <a:spcPts val="0"/>
              </a:spcBef>
              <a:spcAft>
                <a:spcPts val="0"/>
              </a:spcAft>
              <a:buSzPts val="2800"/>
              <a:buNone/>
              <a:defRPr>
                <a:latin typeface="Franklin Gothic"/>
                <a:ea typeface="Franklin Gothic"/>
                <a:cs typeface="Franklin Gothic"/>
                <a:sym typeface="Franklin Gothic"/>
              </a:defRPr>
            </a:lvl7pPr>
            <a:lvl8pPr lvl="7" rtl="0">
              <a:spcBef>
                <a:spcPts val="0"/>
              </a:spcBef>
              <a:spcAft>
                <a:spcPts val="0"/>
              </a:spcAft>
              <a:buSzPts val="2800"/>
              <a:buNone/>
              <a:defRPr>
                <a:latin typeface="Franklin Gothic"/>
                <a:ea typeface="Franklin Gothic"/>
                <a:cs typeface="Franklin Gothic"/>
                <a:sym typeface="Franklin Gothic"/>
              </a:defRPr>
            </a:lvl8pPr>
            <a:lvl9pPr lvl="8" rtl="0">
              <a:spcBef>
                <a:spcPts val="0"/>
              </a:spcBef>
              <a:spcAft>
                <a:spcPts val="0"/>
              </a:spcAft>
              <a:buSzPts val="2800"/>
              <a:buNone/>
              <a:defRPr>
                <a:latin typeface="Franklin Gothic"/>
                <a:ea typeface="Franklin Gothic"/>
                <a:cs typeface="Franklin Gothic"/>
                <a:sym typeface="Franklin Gothic"/>
              </a:defRPr>
            </a:lvl9pPr>
          </a:lstStyle>
          <a:p/>
        </p:txBody>
      </p:sp>
      <p:sp>
        <p:nvSpPr>
          <p:cNvPr id="182" name="Google Shape;182;p21"/>
          <p:cNvSpPr txBox="1"/>
          <p:nvPr>
            <p:ph idx="15" type="title"/>
          </p:nvPr>
        </p:nvSpPr>
        <p:spPr>
          <a:xfrm>
            <a:off x="720000" y="374900"/>
            <a:ext cx="7704000" cy="572700"/>
          </a:xfrm>
          <a:prstGeom prst="rect">
            <a:avLst/>
          </a:prstGeom>
        </p:spPr>
        <p:txBody>
          <a:bodyPr anchorCtr="0" anchor="t" bIns="91425" lIns="91425" spcFirstLastPara="1" rIns="91425" wrap="square" tIns="91425">
            <a:normAutofit/>
          </a:bodyPr>
          <a:lstStyle>
            <a:lvl1pPr lvl="0" rtl="0" algn="ctr">
              <a:spcBef>
                <a:spcPts val="0"/>
              </a:spcBef>
              <a:spcAft>
                <a:spcPts val="0"/>
              </a:spcAft>
              <a:buSzPts val="2800"/>
              <a:buNone/>
              <a:defRPr b="1" sz="2748"/>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7">
    <p:spTree>
      <p:nvGrpSpPr>
        <p:cNvPr id="183" name="Shape 183"/>
        <p:cNvGrpSpPr/>
        <p:nvPr/>
      </p:nvGrpSpPr>
      <p:grpSpPr>
        <a:xfrm>
          <a:off x="0" y="0"/>
          <a:ext cx="0" cy="0"/>
          <a:chOff x="0" y="0"/>
          <a:chExt cx="0" cy="0"/>
        </a:xfrm>
      </p:grpSpPr>
      <p:pic>
        <p:nvPicPr>
          <p:cNvPr id="184" name="Google Shape;184;p22"/>
          <p:cNvPicPr preferRelativeResize="0"/>
          <p:nvPr/>
        </p:nvPicPr>
        <p:blipFill>
          <a:blip r:embed="rId2">
            <a:alphaModFix/>
          </a:blip>
          <a:stretch>
            <a:fillRect/>
          </a:stretch>
        </p:blipFill>
        <p:spPr>
          <a:xfrm>
            <a:off x="0" y="3622"/>
            <a:ext cx="9144001" cy="5136257"/>
          </a:xfrm>
          <a:prstGeom prst="rect">
            <a:avLst/>
          </a:prstGeom>
          <a:noFill/>
          <a:ln>
            <a:noFill/>
          </a:ln>
        </p:spPr>
      </p:pic>
      <p:grpSp>
        <p:nvGrpSpPr>
          <p:cNvPr id="185" name="Google Shape;185;p22"/>
          <p:cNvGrpSpPr/>
          <p:nvPr/>
        </p:nvGrpSpPr>
        <p:grpSpPr>
          <a:xfrm>
            <a:off x="0" y="4464825"/>
            <a:ext cx="9143980" cy="678670"/>
            <a:chOff x="13" y="4052000"/>
            <a:chExt cx="9143980" cy="678670"/>
          </a:xfrm>
        </p:grpSpPr>
        <p:sp>
          <p:nvSpPr>
            <p:cNvPr id="186" name="Google Shape;186;p22"/>
            <p:cNvSpPr/>
            <p:nvPr/>
          </p:nvSpPr>
          <p:spPr>
            <a:xfrm>
              <a:off x="13" y="4624367"/>
              <a:ext cx="9143980" cy="106303"/>
            </a:xfrm>
            <a:custGeom>
              <a:rect b="b" l="l" r="r" t="t"/>
              <a:pathLst>
                <a:path extrusionOk="0" h="726" w="21543">
                  <a:moveTo>
                    <a:pt x="1" y="1"/>
                  </a:moveTo>
                  <a:lnTo>
                    <a:pt x="1" y="725"/>
                  </a:lnTo>
                  <a:lnTo>
                    <a:pt x="21543" y="725"/>
                  </a:lnTo>
                  <a:lnTo>
                    <a:pt x="21543" y="1"/>
                  </a:lnTo>
                  <a:close/>
                </a:path>
              </a:pathLst>
            </a:custGeom>
            <a:solidFill>
              <a:schemeClr val="dk1">
                <a:alpha val="825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2"/>
            <p:cNvSpPr/>
            <p:nvPr/>
          </p:nvSpPr>
          <p:spPr>
            <a:xfrm>
              <a:off x="13" y="4431528"/>
              <a:ext cx="9143980" cy="86243"/>
            </a:xfrm>
            <a:custGeom>
              <a:rect b="b" l="l" r="r" t="t"/>
              <a:pathLst>
                <a:path extrusionOk="0" h="589" w="21543">
                  <a:moveTo>
                    <a:pt x="1" y="0"/>
                  </a:moveTo>
                  <a:lnTo>
                    <a:pt x="1" y="589"/>
                  </a:lnTo>
                  <a:lnTo>
                    <a:pt x="21543" y="589"/>
                  </a:lnTo>
                  <a:lnTo>
                    <a:pt x="21543" y="0"/>
                  </a:lnTo>
                  <a:close/>
                </a:path>
              </a:pathLst>
            </a:custGeom>
            <a:solidFill>
              <a:schemeClr val="dk1">
                <a:alpha val="794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2"/>
            <p:cNvSpPr/>
            <p:nvPr/>
          </p:nvSpPr>
          <p:spPr>
            <a:xfrm>
              <a:off x="13" y="4241764"/>
              <a:ext cx="9143980" cy="62522"/>
            </a:xfrm>
            <a:custGeom>
              <a:rect b="b" l="l" r="r" t="t"/>
              <a:pathLst>
                <a:path extrusionOk="0" h="427" w="21543">
                  <a:moveTo>
                    <a:pt x="1" y="1"/>
                  </a:moveTo>
                  <a:lnTo>
                    <a:pt x="1" y="427"/>
                  </a:lnTo>
                  <a:lnTo>
                    <a:pt x="21543" y="427"/>
                  </a:lnTo>
                  <a:lnTo>
                    <a:pt x="21543" y="1"/>
                  </a:lnTo>
                  <a:close/>
                </a:path>
              </a:pathLst>
            </a:custGeom>
            <a:solidFill>
              <a:schemeClr val="dk1">
                <a:alpha val="7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2"/>
            <p:cNvSpPr/>
            <p:nvPr/>
          </p:nvSpPr>
          <p:spPr>
            <a:xfrm>
              <a:off x="13" y="4052000"/>
              <a:ext cx="9143980" cy="38948"/>
            </a:xfrm>
            <a:custGeom>
              <a:rect b="b" l="l" r="r" t="t"/>
              <a:pathLst>
                <a:path extrusionOk="0" h="266" w="21543">
                  <a:moveTo>
                    <a:pt x="1" y="1"/>
                  </a:moveTo>
                  <a:lnTo>
                    <a:pt x="1" y="265"/>
                  </a:lnTo>
                  <a:lnTo>
                    <a:pt x="21543" y="265"/>
                  </a:lnTo>
                  <a:lnTo>
                    <a:pt x="21543" y="1"/>
                  </a:lnTo>
                  <a:close/>
                </a:path>
              </a:pathLst>
            </a:custGeom>
            <a:solidFill>
              <a:schemeClr val="dk1">
                <a:alpha val="69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 name="Google Shape;190;p22"/>
          <p:cNvSpPr txBox="1"/>
          <p:nvPr>
            <p:ph type="title"/>
          </p:nvPr>
        </p:nvSpPr>
        <p:spPr>
          <a:xfrm>
            <a:off x="3371850" y="1533525"/>
            <a:ext cx="4114800" cy="1457400"/>
          </a:xfrm>
          <a:prstGeom prst="rect">
            <a:avLst/>
          </a:prstGeom>
        </p:spPr>
        <p:txBody>
          <a:bodyPr anchorCtr="0" anchor="ctr" bIns="91425" lIns="91425" spcFirstLastPara="1" rIns="91425" wrap="square" tIns="91425">
            <a:normAutofit/>
          </a:bodyPr>
          <a:lstStyle>
            <a:lvl1pPr lvl="0" rtl="0">
              <a:spcBef>
                <a:spcPts val="0"/>
              </a:spcBef>
              <a:spcAft>
                <a:spcPts val="0"/>
              </a:spcAft>
              <a:buSzPts val="3600"/>
              <a:buNone/>
              <a:defRPr b="1"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91" name="Google Shape;191;p22"/>
          <p:cNvSpPr txBox="1"/>
          <p:nvPr>
            <p:ph idx="1" type="subTitle"/>
          </p:nvPr>
        </p:nvSpPr>
        <p:spPr>
          <a:xfrm>
            <a:off x="3400425" y="3028950"/>
            <a:ext cx="2981400" cy="819300"/>
          </a:xfrm>
          <a:prstGeom prst="rect">
            <a:avLst/>
          </a:prstGeom>
        </p:spPr>
        <p:txBody>
          <a:bodyPr anchorCtr="0" anchor="ctr" bIns="91425" lIns="91425" spcFirstLastPara="1" rIns="91425" wrap="square" tIns="91425">
            <a:normAutofit/>
          </a:bodyPr>
          <a:lstStyle>
            <a:lvl1pPr lvl="0" rtl="0">
              <a:lnSpc>
                <a:spcPct val="100000"/>
              </a:lnSpc>
              <a:spcBef>
                <a:spcPts val="0"/>
              </a:spcBef>
              <a:spcAft>
                <a:spcPts val="0"/>
              </a:spcAft>
              <a:buSzPts val="18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8">
    <p:spTree>
      <p:nvGrpSpPr>
        <p:cNvPr id="192" name="Shape 192"/>
        <p:cNvGrpSpPr/>
        <p:nvPr/>
      </p:nvGrpSpPr>
      <p:grpSpPr>
        <a:xfrm>
          <a:off x="0" y="0"/>
          <a:ext cx="0" cy="0"/>
          <a:chOff x="0" y="0"/>
          <a:chExt cx="0" cy="0"/>
        </a:xfrm>
      </p:grpSpPr>
      <p:pic>
        <p:nvPicPr>
          <p:cNvPr id="193" name="Google Shape;193;p23"/>
          <p:cNvPicPr preferRelativeResize="0"/>
          <p:nvPr/>
        </p:nvPicPr>
        <p:blipFill>
          <a:blip r:embed="rId2">
            <a:alphaModFix/>
          </a:blip>
          <a:stretch>
            <a:fillRect/>
          </a:stretch>
        </p:blipFill>
        <p:spPr>
          <a:xfrm>
            <a:off x="0" y="3622"/>
            <a:ext cx="9144001" cy="5136257"/>
          </a:xfrm>
          <a:prstGeom prst="rect">
            <a:avLst/>
          </a:prstGeom>
          <a:noFill/>
          <a:ln>
            <a:noFill/>
          </a:ln>
        </p:spPr>
      </p:pic>
      <p:grpSp>
        <p:nvGrpSpPr>
          <p:cNvPr id="194" name="Google Shape;194;p23"/>
          <p:cNvGrpSpPr/>
          <p:nvPr/>
        </p:nvGrpSpPr>
        <p:grpSpPr>
          <a:xfrm>
            <a:off x="0" y="4464825"/>
            <a:ext cx="9143980" cy="678670"/>
            <a:chOff x="13" y="4052000"/>
            <a:chExt cx="9143980" cy="678670"/>
          </a:xfrm>
        </p:grpSpPr>
        <p:sp>
          <p:nvSpPr>
            <p:cNvPr id="195" name="Google Shape;195;p23"/>
            <p:cNvSpPr/>
            <p:nvPr/>
          </p:nvSpPr>
          <p:spPr>
            <a:xfrm>
              <a:off x="13" y="4624367"/>
              <a:ext cx="9143980" cy="106303"/>
            </a:xfrm>
            <a:custGeom>
              <a:rect b="b" l="l" r="r" t="t"/>
              <a:pathLst>
                <a:path extrusionOk="0" h="726" w="21543">
                  <a:moveTo>
                    <a:pt x="1" y="1"/>
                  </a:moveTo>
                  <a:lnTo>
                    <a:pt x="1" y="725"/>
                  </a:lnTo>
                  <a:lnTo>
                    <a:pt x="21543" y="725"/>
                  </a:lnTo>
                  <a:lnTo>
                    <a:pt x="21543" y="1"/>
                  </a:lnTo>
                  <a:close/>
                </a:path>
              </a:pathLst>
            </a:custGeom>
            <a:solidFill>
              <a:schemeClr val="dk1">
                <a:alpha val="825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3"/>
            <p:cNvSpPr/>
            <p:nvPr/>
          </p:nvSpPr>
          <p:spPr>
            <a:xfrm>
              <a:off x="13" y="4431528"/>
              <a:ext cx="9143980" cy="86243"/>
            </a:xfrm>
            <a:custGeom>
              <a:rect b="b" l="l" r="r" t="t"/>
              <a:pathLst>
                <a:path extrusionOk="0" h="589" w="21543">
                  <a:moveTo>
                    <a:pt x="1" y="0"/>
                  </a:moveTo>
                  <a:lnTo>
                    <a:pt x="1" y="589"/>
                  </a:lnTo>
                  <a:lnTo>
                    <a:pt x="21543" y="589"/>
                  </a:lnTo>
                  <a:lnTo>
                    <a:pt x="21543" y="0"/>
                  </a:lnTo>
                  <a:close/>
                </a:path>
              </a:pathLst>
            </a:custGeom>
            <a:solidFill>
              <a:schemeClr val="dk1">
                <a:alpha val="794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3"/>
            <p:cNvSpPr/>
            <p:nvPr/>
          </p:nvSpPr>
          <p:spPr>
            <a:xfrm>
              <a:off x="13" y="4241764"/>
              <a:ext cx="9143980" cy="62522"/>
            </a:xfrm>
            <a:custGeom>
              <a:rect b="b" l="l" r="r" t="t"/>
              <a:pathLst>
                <a:path extrusionOk="0" h="427" w="21543">
                  <a:moveTo>
                    <a:pt x="1" y="1"/>
                  </a:moveTo>
                  <a:lnTo>
                    <a:pt x="1" y="427"/>
                  </a:lnTo>
                  <a:lnTo>
                    <a:pt x="21543" y="427"/>
                  </a:lnTo>
                  <a:lnTo>
                    <a:pt x="21543" y="1"/>
                  </a:lnTo>
                  <a:close/>
                </a:path>
              </a:pathLst>
            </a:custGeom>
            <a:solidFill>
              <a:schemeClr val="dk1">
                <a:alpha val="7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3"/>
            <p:cNvSpPr/>
            <p:nvPr/>
          </p:nvSpPr>
          <p:spPr>
            <a:xfrm>
              <a:off x="13" y="4052000"/>
              <a:ext cx="9143980" cy="38948"/>
            </a:xfrm>
            <a:custGeom>
              <a:rect b="b" l="l" r="r" t="t"/>
              <a:pathLst>
                <a:path extrusionOk="0" h="266" w="21543">
                  <a:moveTo>
                    <a:pt x="1" y="1"/>
                  </a:moveTo>
                  <a:lnTo>
                    <a:pt x="1" y="265"/>
                  </a:lnTo>
                  <a:lnTo>
                    <a:pt x="21543" y="265"/>
                  </a:lnTo>
                  <a:lnTo>
                    <a:pt x="21543" y="1"/>
                  </a:lnTo>
                  <a:close/>
                </a:path>
              </a:pathLst>
            </a:custGeom>
            <a:solidFill>
              <a:schemeClr val="dk1">
                <a:alpha val="69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 name="Google Shape;199;p23"/>
          <p:cNvSpPr txBox="1"/>
          <p:nvPr>
            <p:ph type="title"/>
          </p:nvPr>
        </p:nvSpPr>
        <p:spPr>
          <a:xfrm>
            <a:off x="2157450" y="1271550"/>
            <a:ext cx="4829100" cy="26004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2800"/>
              <a:buNone/>
              <a:defRPr b="1" sz="5000"/>
            </a:lvl1pPr>
            <a:lvl2pPr lvl="1">
              <a:spcBef>
                <a:spcPts val="0"/>
              </a:spcBef>
              <a:spcAft>
                <a:spcPts val="0"/>
              </a:spcAft>
              <a:buSzPts val="2800"/>
              <a:buNone/>
              <a:defRPr>
                <a:latin typeface="Franklin Gothic"/>
                <a:ea typeface="Franklin Gothic"/>
                <a:cs typeface="Franklin Gothic"/>
                <a:sym typeface="Franklin Gothic"/>
              </a:defRPr>
            </a:lvl2pPr>
            <a:lvl3pPr lvl="2">
              <a:spcBef>
                <a:spcPts val="0"/>
              </a:spcBef>
              <a:spcAft>
                <a:spcPts val="0"/>
              </a:spcAft>
              <a:buSzPts val="2800"/>
              <a:buNone/>
              <a:defRPr>
                <a:latin typeface="Franklin Gothic"/>
                <a:ea typeface="Franklin Gothic"/>
                <a:cs typeface="Franklin Gothic"/>
                <a:sym typeface="Franklin Gothic"/>
              </a:defRPr>
            </a:lvl3pPr>
            <a:lvl4pPr lvl="3">
              <a:spcBef>
                <a:spcPts val="0"/>
              </a:spcBef>
              <a:spcAft>
                <a:spcPts val="0"/>
              </a:spcAft>
              <a:buSzPts val="2800"/>
              <a:buNone/>
              <a:defRPr>
                <a:latin typeface="Franklin Gothic"/>
                <a:ea typeface="Franklin Gothic"/>
                <a:cs typeface="Franklin Gothic"/>
                <a:sym typeface="Franklin Gothic"/>
              </a:defRPr>
            </a:lvl4pPr>
            <a:lvl5pPr lvl="4">
              <a:spcBef>
                <a:spcPts val="0"/>
              </a:spcBef>
              <a:spcAft>
                <a:spcPts val="0"/>
              </a:spcAft>
              <a:buSzPts val="2800"/>
              <a:buNone/>
              <a:defRPr>
                <a:latin typeface="Franklin Gothic"/>
                <a:ea typeface="Franklin Gothic"/>
                <a:cs typeface="Franklin Gothic"/>
                <a:sym typeface="Franklin Gothic"/>
              </a:defRPr>
            </a:lvl5pPr>
            <a:lvl6pPr lvl="5">
              <a:spcBef>
                <a:spcPts val="0"/>
              </a:spcBef>
              <a:spcAft>
                <a:spcPts val="0"/>
              </a:spcAft>
              <a:buSzPts val="2800"/>
              <a:buNone/>
              <a:defRPr>
                <a:latin typeface="Franklin Gothic"/>
                <a:ea typeface="Franklin Gothic"/>
                <a:cs typeface="Franklin Gothic"/>
                <a:sym typeface="Franklin Gothic"/>
              </a:defRPr>
            </a:lvl6pPr>
            <a:lvl7pPr lvl="6">
              <a:spcBef>
                <a:spcPts val="0"/>
              </a:spcBef>
              <a:spcAft>
                <a:spcPts val="0"/>
              </a:spcAft>
              <a:buSzPts val="2800"/>
              <a:buNone/>
              <a:defRPr>
                <a:latin typeface="Franklin Gothic"/>
                <a:ea typeface="Franklin Gothic"/>
                <a:cs typeface="Franklin Gothic"/>
                <a:sym typeface="Franklin Gothic"/>
              </a:defRPr>
            </a:lvl7pPr>
            <a:lvl8pPr lvl="7">
              <a:spcBef>
                <a:spcPts val="0"/>
              </a:spcBef>
              <a:spcAft>
                <a:spcPts val="0"/>
              </a:spcAft>
              <a:buSzPts val="2800"/>
              <a:buNone/>
              <a:defRPr>
                <a:latin typeface="Franklin Gothic"/>
                <a:ea typeface="Franklin Gothic"/>
                <a:cs typeface="Franklin Gothic"/>
                <a:sym typeface="Franklin Gothic"/>
              </a:defRPr>
            </a:lvl8pPr>
            <a:lvl9pPr lvl="8">
              <a:spcBef>
                <a:spcPts val="0"/>
              </a:spcBef>
              <a:spcAft>
                <a:spcPts val="0"/>
              </a:spcAft>
              <a:buSzPts val="2800"/>
              <a:buNone/>
              <a:defRPr>
                <a:latin typeface="Franklin Gothic"/>
                <a:ea typeface="Franklin Gothic"/>
                <a:cs typeface="Franklin Gothic"/>
                <a:sym typeface="Franklin Gothic"/>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0">
    <p:spTree>
      <p:nvGrpSpPr>
        <p:cNvPr id="200" name="Shape 200"/>
        <p:cNvGrpSpPr/>
        <p:nvPr/>
      </p:nvGrpSpPr>
      <p:grpSpPr>
        <a:xfrm>
          <a:off x="0" y="0"/>
          <a:ext cx="0" cy="0"/>
          <a:chOff x="0" y="0"/>
          <a:chExt cx="0" cy="0"/>
        </a:xfrm>
      </p:grpSpPr>
      <p:pic>
        <p:nvPicPr>
          <p:cNvPr id="201" name="Google Shape;201;p24"/>
          <p:cNvPicPr preferRelativeResize="0"/>
          <p:nvPr/>
        </p:nvPicPr>
        <p:blipFill>
          <a:blip r:embed="rId2">
            <a:alphaModFix/>
          </a:blip>
          <a:stretch>
            <a:fillRect/>
          </a:stretch>
        </p:blipFill>
        <p:spPr>
          <a:xfrm>
            <a:off x="0" y="3622"/>
            <a:ext cx="9144001" cy="5136257"/>
          </a:xfrm>
          <a:prstGeom prst="rect">
            <a:avLst/>
          </a:prstGeom>
          <a:noFill/>
          <a:ln>
            <a:noFill/>
          </a:ln>
        </p:spPr>
      </p:pic>
      <p:grpSp>
        <p:nvGrpSpPr>
          <p:cNvPr id="202" name="Google Shape;202;p24"/>
          <p:cNvGrpSpPr/>
          <p:nvPr/>
        </p:nvGrpSpPr>
        <p:grpSpPr>
          <a:xfrm>
            <a:off x="13" y="4891225"/>
            <a:ext cx="9143980" cy="252286"/>
            <a:chOff x="13" y="4052000"/>
            <a:chExt cx="9143980" cy="252286"/>
          </a:xfrm>
        </p:grpSpPr>
        <p:sp>
          <p:nvSpPr>
            <p:cNvPr id="203" name="Google Shape;203;p24"/>
            <p:cNvSpPr/>
            <p:nvPr/>
          </p:nvSpPr>
          <p:spPr>
            <a:xfrm>
              <a:off x="13" y="4241764"/>
              <a:ext cx="9143980" cy="62522"/>
            </a:xfrm>
            <a:custGeom>
              <a:rect b="b" l="l" r="r" t="t"/>
              <a:pathLst>
                <a:path extrusionOk="0" h="427" w="21543">
                  <a:moveTo>
                    <a:pt x="1" y="1"/>
                  </a:moveTo>
                  <a:lnTo>
                    <a:pt x="1" y="427"/>
                  </a:lnTo>
                  <a:lnTo>
                    <a:pt x="21543" y="427"/>
                  </a:lnTo>
                  <a:lnTo>
                    <a:pt x="21543" y="1"/>
                  </a:lnTo>
                  <a:close/>
                </a:path>
              </a:pathLst>
            </a:custGeom>
            <a:solidFill>
              <a:schemeClr val="dk1">
                <a:alpha val="7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4"/>
            <p:cNvSpPr/>
            <p:nvPr/>
          </p:nvSpPr>
          <p:spPr>
            <a:xfrm>
              <a:off x="13" y="4052000"/>
              <a:ext cx="9143980" cy="38948"/>
            </a:xfrm>
            <a:custGeom>
              <a:rect b="b" l="l" r="r" t="t"/>
              <a:pathLst>
                <a:path extrusionOk="0" h="266" w="21543">
                  <a:moveTo>
                    <a:pt x="1" y="1"/>
                  </a:moveTo>
                  <a:lnTo>
                    <a:pt x="1" y="265"/>
                  </a:lnTo>
                  <a:lnTo>
                    <a:pt x="21543" y="265"/>
                  </a:lnTo>
                  <a:lnTo>
                    <a:pt x="21543" y="1"/>
                  </a:lnTo>
                  <a:close/>
                </a:path>
              </a:pathLst>
            </a:custGeom>
            <a:solidFill>
              <a:schemeClr val="dk1">
                <a:alpha val="69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 name="Google Shape;205;p24"/>
          <p:cNvSpPr txBox="1"/>
          <p:nvPr>
            <p:ph type="title"/>
          </p:nvPr>
        </p:nvSpPr>
        <p:spPr>
          <a:xfrm>
            <a:off x="2095700" y="3438525"/>
            <a:ext cx="4952700" cy="719700"/>
          </a:xfrm>
          <a:prstGeom prst="rect">
            <a:avLst/>
          </a:prstGeom>
        </p:spPr>
        <p:txBody>
          <a:bodyPr anchorCtr="0" anchor="ctr" bIns="91425" lIns="91425" spcFirstLastPara="1" rIns="91425" wrap="square" tIns="91425">
            <a:normAutofit/>
          </a:bodyPr>
          <a:lstStyle>
            <a:lvl1pPr lvl="0" rtl="0" algn="ctr">
              <a:spcBef>
                <a:spcPts val="0"/>
              </a:spcBef>
              <a:spcAft>
                <a:spcPts val="0"/>
              </a:spcAft>
              <a:buSzPts val="2400"/>
              <a:buNone/>
              <a:defRPr sz="273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06" name="Google Shape;206;p24"/>
          <p:cNvSpPr txBox="1"/>
          <p:nvPr>
            <p:ph idx="1" type="subTitle"/>
          </p:nvPr>
        </p:nvSpPr>
        <p:spPr>
          <a:xfrm>
            <a:off x="1986000" y="3878850"/>
            <a:ext cx="5172000" cy="801000"/>
          </a:xfrm>
          <a:prstGeom prst="rect">
            <a:avLst/>
          </a:prstGeom>
        </p:spPr>
        <p:txBody>
          <a:bodyPr anchorCtr="0" anchor="ctr" bIns="91425" lIns="91425" spcFirstLastPara="1" rIns="91425" wrap="square" tIns="91425">
            <a:normAutofit/>
          </a:bodyPr>
          <a:lstStyle>
            <a:lvl1pPr lvl="0" rtl="0" algn="ctr">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1">
    <p:spTree>
      <p:nvGrpSpPr>
        <p:cNvPr id="207" name="Shape 207"/>
        <p:cNvGrpSpPr/>
        <p:nvPr/>
      </p:nvGrpSpPr>
      <p:grpSpPr>
        <a:xfrm>
          <a:off x="0" y="0"/>
          <a:ext cx="0" cy="0"/>
          <a:chOff x="0" y="0"/>
          <a:chExt cx="0" cy="0"/>
        </a:xfrm>
      </p:grpSpPr>
      <p:pic>
        <p:nvPicPr>
          <p:cNvPr id="208" name="Google Shape;208;p25"/>
          <p:cNvPicPr preferRelativeResize="0"/>
          <p:nvPr/>
        </p:nvPicPr>
        <p:blipFill>
          <a:blip r:embed="rId2">
            <a:alphaModFix/>
          </a:blip>
          <a:stretch>
            <a:fillRect/>
          </a:stretch>
        </p:blipFill>
        <p:spPr>
          <a:xfrm>
            <a:off x="0" y="3622"/>
            <a:ext cx="9144001" cy="5136257"/>
          </a:xfrm>
          <a:prstGeom prst="rect">
            <a:avLst/>
          </a:prstGeom>
          <a:noFill/>
          <a:ln>
            <a:noFill/>
          </a:ln>
        </p:spPr>
      </p:pic>
      <p:grpSp>
        <p:nvGrpSpPr>
          <p:cNvPr id="209" name="Google Shape;209;p25"/>
          <p:cNvGrpSpPr/>
          <p:nvPr/>
        </p:nvGrpSpPr>
        <p:grpSpPr>
          <a:xfrm>
            <a:off x="13" y="4677725"/>
            <a:ext cx="9143980" cy="465771"/>
            <a:chOff x="13" y="4052000"/>
            <a:chExt cx="9143980" cy="465771"/>
          </a:xfrm>
        </p:grpSpPr>
        <p:sp>
          <p:nvSpPr>
            <p:cNvPr id="210" name="Google Shape;210;p25"/>
            <p:cNvSpPr/>
            <p:nvPr/>
          </p:nvSpPr>
          <p:spPr>
            <a:xfrm>
              <a:off x="13" y="4431528"/>
              <a:ext cx="9143980" cy="86243"/>
            </a:xfrm>
            <a:custGeom>
              <a:rect b="b" l="l" r="r" t="t"/>
              <a:pathLst>
                <a:path extrusionOk="0" h="589" w="21543">
                  <a:moveTo>
                    <a:pt x="1" y="0"/>
                  </a:moveTo>
                  <a:lnTo>
                    <a:pt x="1" y="589"/>
                  </a:lnTo>
                  <a:lnTo>
                    <a:pt x="21543" y="589"/>
                  </a:lnTo>
                  <a:lnTo>
                    <a:pt x="21543" y="0"/>
                  </a:lnTo>
                  <a:close/>
                </a:path>
              </a:pathLst>
            </a:custGeom>
            <a:solidFill>
              <a:schemeClr val="dk1">
                <a:alpha val="794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5"/>
            <p:cNvSpPr/>
            <p:nvPr/>
          </p:nvSpPr>
          <p:spPr>
            <a:xfrm>
              <a:off x="13" y="4241764"/>
              <a:ext cx="9143980" cy="62522"/>
            </a:xfrm>
            <a:custGeom>
              <a:rect b="b" l="l" r="r" t="t"/>
              <a:pathLst>
                <a:path extrusionOk="0" h="427" w="21543">
                  <a:moveTo>
                    <a:pt x="1" y="1"/>
                  </a:moveTo>
                  <a:lnTo>
                    <a:pt x="1" y="427"/>
                  </a:lnTo>
                  <a:lnTo>
                    <a:pt x="21543" y="427"/>
                  </a:lnTo>
                  <a:lnTo>
                    <a:pt x="21543" y="1"/>
                  </a:lnTo>
                  <a:close/>
                </a:path>
              </a:pathLst>
            </a:custGeom>
            <a:solidFill>
              <a:schemeClr val="dk1">
                <a:alpha val="7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5"/>
            <p:cNvSpPr/>
            <p:nvPr/>
          </p:nvSpPr>
          <p:spPr>
            <a:xfrm>
              <a:off x="13" y="4052000"/>
              <a:ext cx="9143980" cy="38948"/>
            </a:xfrm>
            <a:custGeom>
              <a:rect b="b" l="l" r="r" t="t"/>
              <a:pathLst>
                <a:path extrusionOk="0" h="266" w="21543">
                  <a:moveTo>
                    <a:pt x="1" y="1"/>
                  </a:moveTo>
                  <a:lnTo>
                    <a:pt x="1" y="265"/>
                  </a:lnTo>
                  <a:lnTo>
                    <a:pt x="21543" y="265"/>
                  </a:lnTo>
                  <a:lnTo>
                    <a:pt x="21543" y="1"/>
                  </a:lnTo>
                  <a:close/>
                </a:path>
              </a:pathLst>
            </a:custGeom>
            <a:solidFill>
              <a:schemeClr val="dk1">
                <a:alpha val="69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 name="Google Shape;213;p25"/>
          <p:cNvSpPr txBox="1"/>
          <p:nvPr>
            <p:ph type="title"/>
          </p:nvPr>
        </p:nvSpPr>
        <p:spPr>
          <a:xfrm>
            <a:off x="2038325" y="523875"/>
            <a:ext cx="5057700" cy="11181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2800"/>
              <a:buNone/>
              <a:defRPr b="1" sz="5000"/>
            </a:lvl1pPr>
            <a:lvl2pPr lvl="1">
              <a:spcBef>
                <a:spcPts val="0"/>
              </a:spcBef>
              <a:spcAft>
                <a:spcPts val="0"/>
              </a:spcAft>
              <a:buSzPts val="2800"/>
              <a:buNone/>
              <a:defRPr>
                <a:latin typeface="Franklin Gothic"/>
                <a:ea typeface="Franklin Gothic"/>
                <a:cs typeface="Franklin Gothic"/>
                <a:sym typeface="Franklin Gothic"/>
              </a:defRPr>
            </a:lvl2pPr>
            <a:lvl3pPr lvl="2">
              <a:spcBef>
                <a:spcPts val="0"/>
              </a:spcBef>
              <a:spcAft>
                <a:spcPts val="0"/>
              </a:spcAft>
              <a:buSzPts val="2800"/>
              <a:buNone/>
              <a:defRPr>
                <a:latin typeface="Franklin Gothic"/>
                <a:ea typeface="Franklin Gothic"/>
                <a:cs typeface="Franklin Gothic"/>
                <a:sym typeface="Franklin Gothic"/>
              </a:defRPr>
            </a:lvl3pPr>
            <a:lvl4pPr lvl="3">
              <a:spcBef>
                <a:spcPts val="0"/>
              </a:spcBef>
              <a:spcAft>
                <a:spcPts val="0"/>
              </a:spcAft>
              <a:buSzPts val="2800"/>
              <a:buNone/>
              <a:defRPr>
                <a:latin typeface="Franklin Gothic"/>
                <a:ea typeface="Franklin Gothic"/>
                <a:cs typeface="Franklin Gothic"/>
                <a:sym typeface="Franklin Gothic"/>
              </a:defRPr>
            </a:lvl4pPr>
            <a:lvl5pPr lvl="4">
              <a:spcBef>
                <a:spcPts val="0"/>
              </a:spcBef>
              <a:spcAft>
                <a:spcPts val="0"/>
              </a:spcAft>
              <a:buSzPts val="2800"/>
              <a:buNone/>
              <a:defRPr>
                <a:latin typeface="Franklin Gothic"/>
                <a:ea typeface="Franklin Gothic"/>
                <a:cs typeface="Franklin Gothic"/>
                <a:sym typeface="Franklin Gothic"/>
              </a:defRPr>
            </a:lvl5pPr>
            <a:lvl6pPr lvl="5">
              <a:spcBef>
                <a:spcPts val="0"/>
              </a:spcBef>
              <a:spcAft>
                <a:spcPts val="0"/>
              </a:spcAft>
              <a:buSzPts val="2800"/>
              <a:buNone/>
              <a:defRPr>
                <a:latin typeface="Franklin Gothic"/>
                <a:ea typeface="Franklin Gothic"/>
                <a:cs typeface="Franklin Gothic"/>
                <a:sym typeface="Franklin Gothic"/>
              </a:defRPr>
            </a:lvl6pPr>
            <a:lvl7pPr lvl="6">
              <a:spcBef>
                <a:spcPts val="0"/>
              </a:spcBef>
              <a:spcAft>
                <a:spcPts val="0"/>
              </a:spcAft>
              <a:buSzPts val="2800"/>
              <a:buNone/>
              <a:defRPr>
                <a:latin typeface="Franklin Gothic"/>
                <a:ea typeface="Franklin Gothic"/>
                <a:cs typeface="Franklin Gothic"/>
                <a:sym typeface="Franklin Gothic"/>
              </a:defRPr>
            </a:lvl7pPr>
            <a:lvl8pPr lvl="7">
              <a:spcBef>
                <a:spcPts val="0"/>
              </a:spcBef>
              <a:spcAft>
                <a:spcPts val="0"/>
              </a:spcAft>
              <a:buSzPts val="2800"/>
              <a:buNone/>
              <a:defRPr>
                <a:latin typeface="Franklin Gothic"/>
                <a:ea typeface="Franklin Gothic"/>
                <a:cs typeface="Franklin Gothic"/>
                <a:sym typeface="Franklin Gothic"/>
              </a:defRPr>
            </a:lvl8pPr>
            <a:lvl9pPr lvl="8">
              <a:spcBef>
                <a:spcPts val="0"/>
              </a:spcBef>
              <a:spcAft>
                <a:spcPts val="0"/>
              </a:spcAft>
              <a:buSzPts val="2800"/>
              <a:buNone/>
              <a:defRPr>
                <a:latin typeface="Franklin Gothic"/>
                <a:ea typeface="Franklin Gothic"/>
                <a:cs typeface="Franklin Gothic"/>
                <a:sym typeface="Franklin Gothic"/>
              </a:defRPr>
            </a:lvl9pPr>
          </a:lstStyle>
          <a:p/>
        </p:txBody>
      </p:sp>
      <p:sp>
        <p:nvSpPr>
          <p:cNvPr id="214" name="Google Shape;214;p25"/>
          <p:cNvSpPr txBox="1"/>
          <p:nvPr>
            <p:ph idx="1" type="subTitle"/>
          </p:nvPr>
        </p:nvSpPr>
        <p:spPr>
          <a:xfrm>
            <a:off x="2128800" y="1413375"/>
            <a:ext cx="4886400" cy="689400"/>
          </a:xfrm>
          <a:prstGeom prst="rect">
            <a:avLst/>
          </a:prstGeom>
        </p:spPr>
        <p:txBody>
          <a:bodyPr anchorCtr="0" anchor="ctr" bIns="91425" lIns="91425" spcFirstLastPara="1" rIns="91425" wrap="square" tIns="91425">
            <a:normAutofit/>
          </a:bodyPr>
          <a:lstStyle>
            <a:lvl1pPr lvl="0">
              <a:lnSpc>
                <a:spcPct val="100000"/>
              </a:lnSpc>
              <a:spcBef>
                <a:spcPts val="0"/>
              </a:spcBef>
              <a:spcAft>
                <a:spcPts val="0"/>
              </a:spcAft>
              <a:buSzPts val="1800"/>
              <a:buNone/>
              <a:defRPr sz="2000">
                <a:solidFill>
                  <a:schemeClr val="dk1"/>
                </a:solidFill>
                <a:latin typeface="Audiowide"/>
                <a:ea typeface="Audiowide"/>
                <a:cs typeface="Audiowide"/>
                <a:sym typeface="Audiowid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215" name="Google Shape;215;p25"/>
          <p:cNvSpPr txBox="1"/>
          <p:nvPr>
            <p:ph idx="2" type="subTitle"/>
          </p:nvPr>
        </p:nvSpPr>
        <p:spPr>
          <a:xfrm>
            <a:off x="2571750" y="3838650"/>
            <a:ext cx="4000500" cy="340200"/>
          </a:xfrm>
          <a:prstGeom prst="rect">
            <a:avLst/>
          </a:prstGeom>
        </p:spPr>
        <p:txBody>
          <a:bodyPr anchorCtr="0" anchor="ctr" bIns="91425" lIns="91425" spcFirstLastPara="1" rIns="91425" wrap="square" tIns="91425">
            <a:normAutofit/>
          </a:bodyPr>
          <a:lstStyle>
            <a:lvl1pPr lvl="0" algn="ctr">
              <a:lnSpc>
                <a:spcPct val="100000"/>
              </a:lnSpc>
              <a:spcBef>
                <a:spcPts val="0"/>
              </a:spcBef>
              <a:spcAft>
                <a:spcPts val="0"/>
              </a:spcAft>
              <a:buSzPts val="1800"/>
              <a:buNone/>
              <a:defRPr b="1" sz="1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216" name="Google Shape;216;p25"/>
          <p:cNvSpPr txBox="1"/>
          <p:nvPr/>
        </p:nvSpPr>
        <p:spPr>
          <a:xfrm>
            <a:off x="2212650" y="4067100"/>
            <a:ext cx="4718700" cy="615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lt1"/>
                </a:solidFill>
                <a:latin typeface="Didact Gothic"/>
                <a:ea typeface="Didact Gothic"/>
                <a:cs typeface="Didact Gothic"/>
                <a:sym typeface="Didact Gothic"/>
              </a:rPr>
              <a:t>CREDITS: This presentation template was created by </a:t>
            </a:r>
            <a:r>
              <a:rPr b="1" lang="en" sz="1000">
                <a:solidFill>
                  <a:schemeClr val="lt1"/>
                </a:solidFill>
                <a:uFill>
                  <a:noFill/>
                </a:uFill>
                <a:latin typeface="Didact Gothic"/>
                <a:ea typeface="Didact Gothic"/>
                <a:cs typeface="Didact Gothic"/>
                <a:sym typeface="Didact Gothic"/>
                <a:hlinkClick r:id="rId3">
                  <a:extLst>
                    <a:ext uri="{A12FA001-AC4F-418D-AE19-62706E023703}">
                      <ahyp:hlinkClr val="tx"/>
                    </a:ext>
                  </a:extLst>
                </a:hlinkClick>
              </a:rPr>
              <a:t>Slidesgo</a:t>
            </a:r>
            <a:r>
              <a:rPr lang="en" sz="1000">
                <a:solidFill>
                  <a:schemeClr val="lt1"/>
                </a:solidFill>
                <a:latin typeface="Didact Gothic"/>
                <a:ea typeface="Didact Gothic"/>
                <a:cs typeface="Didact Gothic"/>
                <a:sym typeface="Didact Gothic"/>
              </a:rPr>
              <a:t>, including icons by </a:t>
            </a:r>
            <a:r>
              <a:rPr b="1" lang="en" sz="1000">
                <a:solidFill>
                  <a:schemeClr val="lt1"/>
                </a:solidFill>
                <a:uFill>
                  <a:noFill/>
                </a:uFill>
                <a:latin typeface="Didact Gothic"/>
                <a:ea typeface="Didact Gothic"/>
                <a:cs typeface="Didact Gothic"/>
                <a:sym typeface="Didact Gothic"/>
                <a:hlinkClick r:id="rId4">
                  <a:extLst>
                    <a:ext uri="{A12FA001-AC4F-418D-AE19-62706E023703}">
                      <ahyp:hlinkClr val="tx"/>
                    </a:ext>
                  </a:extLst>
                </a:hlinkClick>
              </a:rPr>
              <a:t>Flaticon</a:t>
            </a:r>
            <a:r>
              <a:rPr lang="en" sz="1000">
                <a:solidFill>
                  <a:schemeClr val="lt1"/>
                </a:solidFill>
                <a:latin typeface="Didact Gothic"/>
                <a:ea typeface="Didact Gothic"/>
                <a:cs typeface="Didact Gothic"/>
                <a:sym typeface="Didact Gothic"/>
              </a:rPr>
              <a:t>, and infographics &amp; images by </a:t>
            </a:r>
            <a:r>
              <a:rPr b="1" lang="en" sz="1000">
                <a:solidFill>
                  <a:schemeClr val="lt1"/>
                </a:solidFill>
                <a:uFill>
                  <a:noFill/>
                </a:uFill>
                <a:latin typeface="Didact Gothic"/>
                <a:ea typeface="Didact Gothic"/>
                <a:cs typeface="Didact Gothic"/>
                <a:sym typeface="Didact Gothic"/>
                <a:hlinkClick r:id="rId5">
                  <a:extLst>
                    <a:ext uri="{A12FA001-AC4F-418D-AE19-62706E023703}">
                      <ahyp:hlinkClr val="tx"/>
                    </a:ext>
                  </a:extLst>
                </a:hlinkClick>
              </a:rPr>
              <a:t>Freepik</a:t>
            </a:r>
            <a:r>
              <a:rPr b="1" lang="en" sz="1000">
                <a:solidFill>
                  <a:schemeClr val="lt1"/>
                </a:solidFill>
                <a:latin typeface="Didact Gothic"/>
                <a:ea typeface="Didact Gothic"/>
                <a:cs typeface="Didact Gothic"/>
                <a:sym typeface="Didact Gothic"/>
              </a:rPr>
              <a:t> </a:t>
            </a:r>
            <a:endParaRPr b="1" sz="1000">
              <a:solidFill>
                <a:schemeClr val="lt1"/>
              </a:solidFill>
              <a:latin typeface="Didact Gothic"/>
              <a:ea typeface="Didact Gothic"/>
              <a:cs typeface="Didact Gothic"/>
              <a:sym typeface="Didact Gothic"/>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4">
    <p:spTree>
      <p:nvGrpSpPr>
        <p:cNvPr id="217" name="Shape 217"/>
        <p:cNvGrpSpPr/>
        <p:nvPr/>
      </p:nvGrpSpPr>
      <p:grpSpPr>
        <a:xfrm>
          <a:off x="0" y="0"/>
          <a:ext cx="0" cy="0"/>
          <a:chOff x="0" y="0"/>
          <a:chExt cx="0" cy="0"/>
        </a:xfrm>
      </p:grpSpPr>
      <p:pic>
        <p:nvPicPr>
          <p:cNvPr id="218" name="Google Shape;218;p26"/>
          <p:cNvPicPr preferRelativeResize="0"/>
          <p:nvPr/>
        </p:nvPicPr>
        <p:blipFill>
          <a:blip r:embed="rId2">
            <a:alphaModFix/>
          </a:blip>
          <a:stretch>
            <a:fillRect/>
          </a:stretch>
        </p:blipFill>
        <p:spPr>
          <a:xfrm>
            <a:off x="0" y="3622"/>
            <a:ext cx="9144001" cy="5136257"/>
          </a:xfrm>
          <a:prstGeom prst="rect">
            <a:avLst/>
          </a:prstGeom>
          <a:noFill/>
          <a:ln>
            <a:noFill/>
          </a:ln>
        </p:spPr>
      </p:pic>
      <p:grpSp>
        <p:nvGrpSpPr>
          <p:cNvPr id="219" name="Google Shape;219;p26"/>
          <p:cNvGrpSpPr/>
          <p:nvPr/>
        </p:nvGrpSpPr>
        <p:grpSpPr>
          <a:xfrm>
            <a:off x="13" y="4677725"/>
            <a:ext cx="9143980" cy="465771"/>
            <a:chOff x="13" y="4052000"/>
            <a:chExt cx="9143980" cy="465771"/>
          </a:xfrm>
        </p:grpSpPr>
        <p:sp>
          <p:nvSpPr>
            <p:cNvPr id="220" name="Google Shape;220;p26"/>
            <p:cNvSpPr/>
            <p:nvPr/>
          </p:nvSpPr>
          <p:spPr>
            <a:xfrm>
              <a:off x="13" y="4431528"/>
              <a:ext cx="9143980" cy="86243"/>
            </a:xfrm>
            <a:custGeom>
              <a:rect b="b" l="l" r="r" t="t"/>
              <a:pathLst>
                <a:path extrusionOk="0" h="589" w="21543">
                  <a:moveTo>
                    <a:pt x="1" y="0"/>
                  </a:moveTo>
                  <a:lnTo>
                    <a:pt x="1" y="589"/>
                  </a:lnTo>
                  <a:lnTo>
                    <a:pt x="21543" y="589"/>
                  </a:lnTo>
                  <a:lnTo>
                    <a:pt x="21543" y="0"/>
                  </a:lnTo>
                  <a:close/>
                </a:path>
              </a:pathLst>
            </a:custGeom>
            <a:solidFill>
              <a:schemeClr val="dk1">
                <a:alpha val="794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6"/>
            <p:cNvSpPr/>
            <p:nvPr/>
          </p:nvSpPr>
          <p:spPr>
            <a:xfrm>
              <a:off x="13" y="4241764"/>
              <a:ext cx="9143980" cy="62522"/>
            </a:xfrm>
            <a:custGeom>
              <a:rect b="b" l="l" r="r" t="t"/>
              <a:pathLst>
                <a:path extrusionOk="0" h="427" w="21543">
                  <a:moveTo>
                    <a:pt x="1" y="1"/>
                  </a:moveTo>
                  <a:lnTo>
                    <a:pt x="1" y="427"/>
                  </a:lnTo>
                  <a:lnTo>
                    <a:pt x="21543" y="427"/>
                  </a:lnTo>
                  <a:lnTo>
                    <a:pt x="21543" y="1"/>
                  </a:lnTo>
                  <a:close/>
                </a:path>
              </a:pathLst>
            </a:custGeom>
            <a:solidFill>
              <a:schemeClr val="dk1">
                <a:alpha val="7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6"/>
            <p:cNvSpPr/>
            <p:nvPr/>
          </p:nvSpPr>
          <p:spPr>
            <a:xfrm>
              <a:off x="13" y="4052000"/>
              <a:ext cx="9143980" cy="38948"/>
            </a:xfrm>
            <a:custGeom>
              <a:rect b="b" l="l" r="r" t="t"/>
              <a:pathLst>
                <a:path extrusionOk="0" h="266" w="21543">
                  <a:moveTo>
                    <a:pt x="1" y="1"/>
                  </a:moveTo>
                  <a:lnTo>
                    <a:pt x="1" y="265"/>
                  </a:lnTo>
                  <a:lnTo>
                    <a:pt x="21543" y="265"/>
                  </a:lnTo>
                  <a:lnTo>
                    <a:pt x="21543" y="1"/>
                  </a:lnTo>
                  <a:close/>
                </a:path>
              </a:pathLst>
            </a:custGeom>
            <a:solidFill>
              <a:schemeClr val="dk1">
                <a:alpha val="696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5">
    <p:spTree>
      <p:nvGrpSpPr>
        <p:cNvPr id="223" name="Shape 223"/>
        <p:cNvGrpSpPr/>
        <p:nvPr/>
      </p:nvGrpSpPr>
      <p:grpSpPr>
        <a:xfrm>
          <a:off x="0" y="0"/>
          <a:ext cx="0" cy="0"/>
          <a:chOff x="0" y="0"/>
          <a:chExt cx="0" cy="0"/>
        </a:xfrm>
      </p:grpSpPr>
      <p:pic>
        <p:nvPicPr>
          <p:cNvPr id="224" name="Google Shape;224;p27"/>
          <p:cNvPicPr preferRelativeResize="0"/>
          <p:nvPr/>
        </p:nvPicPr>
        <p:blipFill>
          <a:blip r:embed="rId2">
            <a:alphaModFix/>
          </a:blip>
          <a:stretch>
            <a:fillRect/>
          </a:stretch>
        </p:blipFill>
        <p:spPr>
          <a:xfrm>
            <a:off x="0" y="3622"/>
            <a:ext cx="9144001" cy="5136257"/>
          </a:xfrm>
          <a:prstGeom prst="rect">
            <a:avLst/>
          </a:prstGeom>
          <a:noFill/>
          <a:ln>
            <a:noFill/>
          </a:ln>
        </p:spPr>
      </p:pic>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28" name="Shape 228"/>
        <p:cNvGrpSpPr/>
        <p:nvPr/>
      </p:nvGrpSpPr>
      <p:grpSpPr>
        <a:xfrm>
          <a:off x="0" y="0"/>
          <a:ext cx="0" cy="0"/>
          <a:chOff x="0" y="0"/>
          <a:chExt cx="0" cy="0"/>
        </a:xfrm>
      </p:grpSpPr>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32" name="Shape 232"/>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7" Type="http://schemas.openxmlformats.org/officeDocument/2006/relationships/theme" Target="../theme/theme1.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theme" Target="../theme/theme3.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rmAutofit/>
          </a:bodyPr>
          <a:lstStyle>
            <a:lvl1pPr lvl="0">
              <a:spcBef>
                <a:spcPts val="0"/>
              </a:spcBef>
              <a:spcAft>
                <a:spcPts val="0"/>
              </a:spcAft>
              <a:buClr>
                <a:schemeClr val="dk1"/>
              </a:buClr>
              <a:buSzPts val="2800"/>
              <a:buFont typeface="Audiowide"/>
              <a:buNone/>
              <a:defRPr sz="2800">
                <a:solidFill>
                  <a:schemeClr val="dk1"/>
                </a:solidFill>
                <a:latin typeface="Audiowide"/>
                <a:ea typeface="Audiowide"/>
                <a:cs typeface="Audiowide"/>
                <a:sym typeface="Audiowide"/>
              </a:defRPr>
            </a:lvl1pPr>
            <a:lvl2pPr lvl="1">
              <a:spcBef>
                <a:spcPts val="0"/>
              </a:spcBef>
              <a:spcAft>
                <a:spcPts val="0"/>
              </a:spcAft>
              <a:buClr>
                <a:schemeClr val="dk1"/>
              </a:buClr>
              <a:buSzPts val="2800"/>
              <a:buFont typeface="Audiowide"/>
              <a:buNone/>
              <a:defRPr sz="2800">
                <a:solidFill>
                  <a:schemeClr val="dk1"/>
                </a:solidFill>
                <a:latin typeface="Audiowide"/>
                <a:ea typeface="Audiowide"/>
                <a:cs typeface="Audiowide"/>
                <a:sym typeface="Audiowide"/>
              </a:defRPr>
            </a:lvl2pPr>
            <a:lvl3pPr lvl="2">
              <a:spcBef>
                <a:spcPts val="0"/>
              </a:spcBef>
              <a:spcAft>
                <a:spcPts val="0"/>
              </a:spcAft>
              <a:buClr>
                <a:schemeClr val="dk1"/>
              </a:buClr>
              <a:buSzPts val="2800"/>
              <a:buFont typeface="Audiowide"/>
              <a:buNone/>
              <a:defRPr sz="2800">
                <a:solidFill>
                  <a:schemeClr val="dk1"/>
                </a:solidFill>
                <a:latin typeface="Audiowide"/>
                <a:ea typeface="Audiowide"/>
                <a:cs typeface="Audiowide"/>
                <a:sym typeface="Audiowide"/>
              </a:defRPr>
            </a:lvl3pPr>
            <a:lvl4pPr lvl="3">
              <a:spcBef>
                <a:spcPts val="0"/>
              </a:spcBef>
              <a:spcAft>
                <a:spcPts val="0"/>
              </a:spcAft>
              <a:buClr>
                <a:schemeClr val="dk1"/>
              </a:buClr>
              <a:buSzPts val="2800"/>
              <a:buFont typeface="Audiowide"/>
              <a:buNone/>
              <a:defRPr sz="2800">
                <a:solidFill>
                  <a:schemeClr val="dk1"/>
                </a:solidFill>
                <a:latin typeface="Audiowide"/>
                <a:ea typeface="Audiowide"/>
                <a:cs typeface="Audiowide"/>
                <a:sym typeface="Audiowide"/>
              </a:defRPr>
            </a:lvl4pPr>
            <a:lvl5pPr lvl="4">
              <a:spcBef>
                <a:spcPts val="0"/>
              </a:spcBef>
              <a:spcAft>
                <a:spcPts val="0"/>
              </a:spcAft>
              <a:buClr>
                <a:schemeClr val="dk1"/>
              </a:buClr>
              <a:buSzPts val="2800"/>
              <a:buFont typeface="Audiowide"/>
              <a:buNone/>
              <a:defRPr sz="2800">
                <a:solidFill>
                  <a:schemeClr val="dk1"/>
                </a:solidFill>
                <a:latin typeface="Audiowide"/>
                <a:ea typeface="Audiowide"/>
                <a:cs typeface="Audiowide"/>
                <a:sym typeface="Audiowide"/>
              </a:defRPr>
            </a:lvl5pPr>
            <a:lvl6pPr lvl="5">
              <a:spcBef>
                <a:spcPts val="0"/>
              </a:spcBef>
              <a:spcAft>
                <a:spcPts val="0"/>
              </a:spcAft>
              <a:buClr>
                <a:schemeClr val="dk1"/>
              </a:buClr>
              <a:buSzPts val="2800"/>
              <a:buFont typeface="Audiowide"/>
              <a:buNone/>
              <a:defRPr sz="2800">
                <a:solidFill>
                  <a:schemeClr val="dk1"/>
                </a:solidFill>
                <a:latin typeface="Audiowide"/>
                <a:ea typeface="Audiowide"/>
                <a:cs typeface="Audiowide"/>
                <a:sym typeface="Audiowide"/>
              </a:defRPr>
            </a:lvl6pPr>
            <a:lvl7pPr lvl="6">
              <a:spcBef>
                <a:spcPts val="0"/>
              </a:spcBef>
              <a:spcAft>
                <a:spcPts val="0"/>
              </a:spcAft>
              <a:buClr>
                <a:schemeClr val="dk1"/>
              </a:buClr>
              <a:buSzPts val="2800"/>
              <a:buFont typeface="Audiowide"/>
              <a:buNone/>
              <a:defRPr sz="2800">
                <a:solidFill>
                  <a:schemeClr val="dk1"/>
                </a:solidFill>
                <a:latin typeface="Audiowide"/>
                <a:ea typeface="Audiowide"/>
                <a:cs typeface="Audiowide"/>
                <a:sym typeface="Audiowide"/>
              </a:defRPr>
            </a:lvl7pPr>
            <a:lvl8pPr lvl="7">
              <a:spcBef>
                <a:spcPts val="0"/>
              </a:spcBef>
              <a:spcAft>
                <a:spcPts val="0"/>
              </a:spcAft>
              <a:buClr>
                <a:schemeClr val="dk1"/>
              </a:buClr>
              <a:buSzPts val="2800"/>
              <a:buFont typeface="Audiowide"/>
              <a:buNone/>
              <a:defRPr sz="2800">
                <a:solidFill>
                  <a:schemeClr val="dk1"/>
                </a:solidFill>
                <a:latin typeface="Audiowide"/>
                <a:ea typeface="Audiowide"/>
                <a:cs typeface="Audiowide"/>
                <a:sym typeface="Audiowide"/>
              </a:defRPr>
            </a:lvl8pPr>
            <a:lvl9pPr lvl="8">
              <a:spcBef>
                <a:spcPts val="0"/>
              </a:spcBef>
              <a:spcAft>
                <a:spcPts val="0"/>
              </a:spcAft>
              <a:buClr>
                <a:schemeClr val="dk1"/>
              </a:buClr>
              <a:buSzPts val="2800"/>
              <a:buFont typeface="Audiowide"/>
              <a:buNone/>
              <a:defRPr sz="2800">
                <a:solidFill>
                  <a:schemeClr val="dk1"/>
                </a:solidFill>
                <a:latin typeface="Audiowide"/>
                <a:ea typeface="Audiowide"/>
                <a:cs typeface="Audiowide"/>
                <a:sym typeface="Audiowid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a:lnSpc>
                <a:spcPct val="115000"/>
              </a:lnSpc>
              <a:spcBef>
                <a:spcPts val="0"/>
              </a:spcBef>
              <a:spcAft>
                <a:spcPts val="0"/>
              </a:spcAft>
              <a:buClr>
                <a:schemeClr val="lt1"/>
              </a:buClr>
              <a:buSzPts val="1800"/>
              <a:buFont typeface="Didact Gothic"/>
              <a:buChar char="●"/>
              <a:defRPr sz="1800">
                <a:solidFill>
                  <a:schemeClr val="lt1"/>
                </a:solidFill>
                <a:latin typeface="Didact Gothic"/>
                <a:ea typeface="Didact Gothic"/>
                <a:cs typeface="Didact Gothic"/>
                <a:sym typeface="Didact Gothic"/>
              </a:defRPr>
            </a:lvl1pPr>
            <a:lvl2pPr indent="-317500" lvl="1" marL="914400">
              <a:lnSpc>
                <a:spcPct val="115000"/>
              </a:lnSpc>
              <a:spcBef>
                <a:spcPts val="0"/>
              </a:spcBef>
              <a:spcAft>
                <a:spcPts val="0"/>
              </a:spcAft>
              <a:buClr>
                <a:schemeClr val="lt1"/>
              </a:buClr>
              <a:buSzPts val="1400"/>
              <a:buFont typeface="Didact Gothic"/>
              <a:buChar char="○"/>
              <a:defRPr>
                <a:solidFill>
                  <a:schemeClr val="lt1"/>
                </a:solidFill>
                <a:latin typeface="Didact Gothic"/>
                <a:ea typeface="Didact Gothic"/>
                <a:cs typeface="Didact Gothic"/>
                <a:sym typeface="Didact Gothic"/>
              </a:defRPr>
            </a:lvl2pPr>
            <a:lvl3pPr indent="-317500" lvl="2" marL="1371600">
              <a:lnSpc>
                <a:spcPct val="115000"/>
              </a:lnSpc>
              <a:spcBef>
                <a:spcPts val="0"/>
              </a:spcBef>
              <a:spcAft>
                <a:spcPts val="0"/>
              </a:spcAft>
              <a:buClr>
                <a:schemeClr val="lt1"/>
              </a:buClr>
              <a:buSzPts val="1400"/>
              <a:buFont typeface="Didact Gothic"/>
              <a:buChar char="■"/>
              <a:defRPr>
                <a:solidFill>
                  <a:schemeClr val="lt1"/>
                </a:solidFill>
                <a:latin typeface="Didact Gothic"/>
                <a:ea typeface="Didact Gothic"/>
                <a:cs typeface="Didact Gothic"/>
                <a:sym typeface="Didact Gothic"/>
              </a:defRPr>
            </a:lvl3pPr>
            <a:lvl4pPr indent="-317500" lvl="3" marL="1828800">
              <a:lnSpc>
                <a:spcPct val="115000"/>
              </a:lnSpc>
              <a:spcBef>
                <a:spcPts val="0"/>
              </a:spcBef>
              <a:spcAft>
                <a:spcPts val="0"/>
              </a:spcAft>
              <a:buClr>
                <a:schemeClr val="lt1"/>
              </a:buClr>
              <a:buSzPts val="1400"/>
              <a:buFont typeface="Didact Gothic"/>
              <a:buChar char="●"/>
              <a:defRPr>
                <a:solidFill>
                  <a:schemeClr val="lt1"/>
                </a:solidFill>
                <a:latin typeface="Didact Gothic"/>
                <a:ea typeface="Didact Gothic"/>
                <a:cs typeface="Didact Gothic"/>
                <a:sym typeface="Didact Gothic"/>
              </a:defRPr>
            </a:lvl4pPr>
            <a:lvl5pPr indent="-317500" lvl="4" marL="2286000">
              <a:lnSpc>
                <a:spcPct val="115000"/>
              </a:lnSpc>
              <a:spcBef>
                <a:spcPts val="0"/>
              </a:spcBef>
              <a:spcAft>
                <a:spcPts val="0"/>
              </a:spcAft>
              <a:buClr>
                <a:schemeClr val="lt1"/>
              </a:buClr>
              <a:buSzPts val="1400"/>
              <a:buFont typeface="Didact Gothic"/>
              <a:buChar char="○"/>
              <a:defRPr>
                <a:solidFill>
                  <a:schemeClr val="lt1"/>
                </a:solidFill>
                <a:latin typeface="Didact Gothic"/>
                <a:ea typeface="Didact Gothic"/>
                <a:cs typeface="Didact Gothic"/>
                <a:sym typeface="Didact Gothic"/>
              </a:defRPr>
            </a:lvl5pPr>
            <a:lvl6pPr indent="-317500" lvl="5" marL="2743200">
              <a:lnSpc>
                <a:spcPct val="115000"/>
              </a:lnSpc>
              <a:spcBef>
                <a:spcPts val="0"/>
              </a:spcBef>
              <a:spcAft>
                <a:spcPts val="0"/>
              </a:spcAft>
              <a:buClr>
                <a:schemeClr val="lt1"/>
              </a:buClr>
              <a:buSzPts val="1400"/>
              <a:buFont typeface="Didact Gothic"/>
              <a:buChar char="■"/>
              <a:defRPr>
                <a:solidFill>
                  <a:schemeClr val="lt1"/>
                </a:solidFill>
                <a:latin typeface="Didact Gothic"/>
                <a:ea typeface="Didact Gothic"/>
                <a:cs typeface="Didact Gothic"/>
                <a:sym typeface="Didact Gothic"/>
              </a:defRPr>
            </a:lvl6pPr>
            <a:lvl7pPr indent="-317500" lvl="6" marL="3200400">
              <a:lnSpc>
                <a:spcPct val="115000"/>
              </a:lnSpc>
              <a:spcBef>
                <a:spcPts val="0"/>
              </a:spcBef>
              <a:spcAft>
                <a:spcPts val="0"/>
              </a:spcAft>
              <a:buClr>
                <a:schemeClr val="lt1"/>
              </a:buClr>
              <a:buSzPts val="1400"/>
              <a:buFont typeface="Didact Gothic"/>
              <a:buChar char="●"/>
              <a:defRPr>
                <a:solidFill>
                  <a:schemeClr val="lt1"/>
                </a:solidFill>
                <a:latin typeface="Didact Gothic"/>
                <a:ea typeface="Didact Gothic"/>
                <a:cs typeface="Didact Gothic"/>
                <a:sym typeface="Didact Gothic"/>
              </a:defRPr>
            </a:lvl7pPr>
            <a:lvl8pPr indent="-317500" lvl="7" marL="3657600">
              <a:lnSpc>
                <a:spcPct val="115000"/>
              </a:lnSpc>
              <a:spcBef>
                <a:spcPts val="0"/>
              </a:spcBef>
              <a:spcAft>
                <a:spcPts val="0"/>
              </a:spcAft>
              <a:buClr>
                <a:schemeClr val="lt1"/>
              </a:buClr>
              <a:buSzPts val="1400"/>
              <a:buFont typeface="Didact Gothic"/>
              <a:buChar char="○"/>
              <a:defRPr>
                <a:solidFill>
                  <a:schemeClr val="lt1"/>
                </a:solidFill>
                <a:latin typeface="Didact Gothic"/>
                <a:ea typeface="Didact Gothic"/>
                <a:cs typeface="Didact Gothic"/>
                <a:sym typeface="Didact Gothic"/>
              </a:defRPr>
            </a:lvl8pPr>
            <a:lvl9pPr indent="-317500" lvl="8" marL="4114800">
              <a:lnSpc>
                <a:spcPct val="115000"/>
              </a:lnSpc>
              <a:spcBef>
                <a:spcPts val="0"/>
              </a:spcBef>
              <a:spcAft>
                <a:spcPts val="0"/>
              </a:spcAft>
              <a:buClr>
                <a:schemeClr val="lt1"/>
              </a:buClr>
              <a:buSzPts val="1400"/>
              <a:buFont typeface="Didact Gothic"/>
              <a:buChar char="■"/>
              <a:defRPr>
                <a:solidFill>
                  <a:schemeClr val="lt1"/>
                </a:solidFill>
                <a:latin typeface="Didact Gothic"/>
                <a:ea typeface="Didact Gothic"/>
                <a:cs typeface="Didact Gothic"/>
                <a:sym typeface="Didact Gothic"/>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25" name="Shape 225"/>
        <p:cNvGrpSpPr/>
        <p:nvPr/>
      </p:nvGrpSpPr>
      <p:grpSpPr>
        <a:xfrm>
          <a:off x="0" y="0"/>
          <a:ext cx="0" cy="0"/>
          <a:chOff x="0" y="0"/>
          <a:chExt cx="0" cy="0"/>
        </a:xfrm>
      </p:grpSpPr>
      <p:sp>
        <p:nvSpPr>
          <p:cNvPr id="226" name="Google Shape;226;p2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27" name="Google Shape;227;p2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4"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29" name="Shape 229"/>
        <p:cNvGrpSpPr/>
        <p:nvPr/>
      </p:nvGrpSpPr>
      <p:grpSpPr>
        <a:xfrm>
          <a:off x="0" y="0"/>
          <a:ext cx="0" cy="0"/>
          <a:chOff x="0" y="0"/>
          <a:chExt cx="0" cy="0"/>
        </a:xfrm>
      </p:grpSpPr>
      <p:sp>
        <p:nvSpPr>
          <p:cNvPr id="230" name="Google Shape;230;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31" name="Google Shape;231;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5"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9.xml"/><Relationship Id="rId5" Type="http://schemas.openxmlformats.org/officeDocument/2006/relationships/hyperlink" Target="http://bit.ly/33VAFh3" TargetMode="External"/><Relationship Id="rId6" Type="http://schemas.openxmlformats.org/officeDocument/2006/relationships/slide" Target="/ppt/slides/slide37.xml"/><Relationship Id="rId7" Type="http://schemas.openxmlformats.org/officeDocument/2006/relationships/slide" Target="/ppt/slides/slide35.xml"/><Relationship Id="rId8" Type="http://schemas.openxmlformats.org/officeDocument/2006/relationships/slide" Target="/ppt/slides/slide38.xml"/><Relationship Id="rId11" Type="http://schemas.openxmlformats.org/officeDocument/2006/relationships/slide" Target="/ppt/slides/slide40.xml"/><Relationship Id="rId10" Type="http://schemas.openxmlformats.org/officeDocument/2006/relationships/slide" Target="/ppt/slides/slide40.xml"/><Relationship Id="rId13" Type="http://schemas.openxmlformats.org/officeDocument/2006/relationships/hyperlink" Target="https://storyset.com/?utm_source=slidesgo_template&amp;utm_medium=referral-link&amp;utm_campaign=slidesgo_contents_of_this_template&amp;utm_term=storyset&amp;utm_content=storyset" TargetMode="External"/><Relationship Id="rId12" Type="http://schemas.openxmlformats.org/officeDocument/2006/relationships/slide" Target="/ppt/slides/slide41.xml"/><Relationship Id="rId15" Type="http://schemas.openxmlformats.org/officeDocument/2006/relationships/slide" Target="/ppt/slides/slide42.xml"/><Relationship Id="rId14" Type="http://schemas.openxmlformats.org/officeDocument/2006/relationships/slide" Target="/ppt/slides/slide42.xml"/><Relationship Id="rId16" Type="http://schemas.openxmlformats.org/officeDocument/2006/relationships/slide" Target="/ppt/slides/slide4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5.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 Id="rId3" Type="http://schemas.openxmlformats.org/officeDocument/2006/relationships/image" Target="../media/image11.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 Id="rId3" Type="http://schemas.openxmlformats.org/officeDocument/2006/relationships/hyperlink" Target="https://docs.google.com/spreadsheets/d/17Uwn0fd76zSCTBhX_SNGW27e-hOnDn2JgJV5irgA6-w/copy#gid=0" TargetMode="External"/><Relationship Id="rId4" Type="http://schemas.openxmlformats.org/officeDocument/2006/relationships/image" Target="../media/image3.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 Id="rId3" Type="http://schemas.openxmlformats.org/officeDocument/2006/relationships/hyperlink" Target="https://docs.google.com/spreadsheets/d/17Uwn0fd76zSCTBhX_SNGW27e-hOnDn2JgJV5irgA6-w/copy#gid=2136977082" TargetMode="External"/><Relationship Id="rId4" Type="http://schemas.openxmlformats.org/officeDocument/2006/relationships/image" Target="../media/image6.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 Id="rId3" Type="http://schemas.openxmlformats.org/officeDocument/2006/relationships/image" Target="../media/image7.jp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3.xml"/><Relationship Id="rId3" Type="http://schemas.openxmlformats.org/officeDocument/2006/relationships/image" Target="../media/image11.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 Id="rId3" Type="http://schemas.openxmlformats.org/officeDocument/2006/relationships/image" Target="../media/image4.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7.xml"/><Relationship Id="rId3" Type="http://schemas.openxmlformats.org/officeDocument/2006/relationships/hyperlink" Target="https://www.freepik.com/free-photo/infected-planet-earth-close-up-sun_8248205.htm/?utm_source=slidesgo_template&amp;utm_medium=referral-link&amp;utm_campaign=sg_resources&amp;utm_content=freepik" TargetMode="External"/><Relationship Id="rId4" Type="http://schemas.openxmlformats.org/officeDocument/2006/relationships/hyperlink" Target="https://www.freepik.com/free-photo/drops-paint-water_2254494.htm#page=1&amp;query=space&amp;position=21/?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8.xml"/><Relationship Id="rId3" Type="http://schemas.openxmlformats.org/officeDocument/2006/relationships/hyperlink" Target="https://www.freepik.com/free-photo/infected-planet-earth-close-up-sun_8248205.htm/?utm_source=slidesgo_template&amp;utm_medium=referral-link&amp;utm_campaign=sg_resources&amp;utm_content=freepik" TargetMode="External"/><Relationship Id="rId4" Type="http://schemas.openxmlformats.org/officeDocument/2006/relationships/hyperlink" Target="https://www.freepik.com/free-photo/planet-earth-being-eclipsed-by-virus_8248204.htm/?utm_source=slidesgo_template&amp;utm_medium=referral-link&amp;utm_campaign=sg_resources&amp;utm_content=freepik" TargetMode="External"/><Relationship Id="rId5" Type="http://schemas.openxmlformats.org/officeDocument/2006/relationships/hyperlink" Target="https://www.freepik.com/free-psd/banner-anime-comic-style-template_11236361.htm/?utm_source=slidesgo_template&amp;utm_medium=referral-link&amp;utm_campaign=sg_resources&amp;utm_content=freepik" TargetMode="External"/><Relationship Id="rId6" Type="http://schemas.openxmlformats.org/officeDocument/2006/relationships/hyperlink" Target="https://www.freepik.com/free-psd/anime-comic-style-flyer-template_11236376.htm/?utm_source=slidesgo_template&amp;utm_medium=referral-link&amp;utm_campaign=sg_resources&amp;utm_content=freepik" TargetMode="External"/><Relationship Id="rId7" Type="http://schemas.openxmlformats.org/officeDocument/2006/relationships/hyperlink" Target="https://www.freepik.com/free-psd/anime-comic-style-banner-template_11236365.htm/?utm_source=slidesgo_template&amp;utm_medium=referral-link&amp;utm_campaign=sg_resources&amp;utm_content=freepik" TargetMode="External"/><Relationship Id="rId8" Type="http://schemas.openxmlformats.org/officeDocument/2006/relationships/hyperlink" Target="https://www.freepik.com/free-vector/gradient-starry-night-background-mountains_5376554.htm#page=1&amp;query=space&amp;position=30/?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0.xml"/><Relationship Id="rId3" Type="http://schemas.openxmlformats.org/officeDocument/2006/relationships/hyperlink" Target="https://fonts.google.com/specimen/Audiowide?preview.text_type=custom" TargetMode="External"/><Relationship Id="rId4" Type="http://schemas.openxmlformats.org/officeDocument/2006/relationships/hyperlink" Target="https://fonts.google.com/specimen/Didact+Gothic"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9.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8.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4.gif"/><Relationship Id="rId14" Type="http://schemas.openxmlformats.org/officeDocument/2006/relationships/image" Target="../media/image10.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13.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8.xml"/><Relationship Id="rId3" Type="http://schemas.openxmlformats.org/officeDocument/2006/relationships/hyperlink" Target="https://chrome.google.com/webstore/detail/flaticon-for-gsuit-gslide/haekgjfnhhdkgfgmldhfokhmfkgmciba"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62.xml"/><Relationship Id="rId3" Type="http://schemas.openxmlformats.org/officeDocument/2006/relationships/hyperlink" Target="http://bit.ly/2PfT4lq" TargetMode="External"/><Relationship Id="rId4" Type="http://schemas.openxmlformats.org/officeDocument/2006/relationships/image" Target="../media/image1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6" name="Shape 236"/>
        <p:cNvGrpSpPr/>
        <p:nvPr/>
      </p:nvGrpSpPr>
      <p:grpSpPr>
        <a:xfrm>
          <a:off x="0" y="0"/>
          <a:ext cx="0" cy="0"/>
          <a:chOff x="0" y="0"/>
          <a:chExt cx="0" cy="0"/>
        </a:xfrm>
      </p:grpSpPr>
      <p:sp>
        <p:nvSpPr>
          <p:cNvPr id="237" name="Google Shape;237;p32"/>
          <p:cNvSpPr txBox="1"/>
          <p:nvPr>
            <p:ph type="ctrTitle"/>
          </p:nvPr>
        </p:nvSpPr>
        <p:spPr>
          <a:xfrm>
            <a:off x="1119450" y="1358450"/>
            <a:ext cx="6905100" cy="115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MULTI-SPACE</a:t>
            </a:r>
            <a:endParaRPr/>
          </a:p>
        </p:txBody>
      </p:sp>
      <p:sp>
        <p:nvSpPr>
          <p:cNvPr id="238" name="Google Shape;238;p32"/>
          <p:cNvSpPr txBox="1"/>
          <p:nvPr>
            <p:ph idx="1" type="subTitle"/>
          </p:nvPr>
        </p:nvSpPr>
        <p:spPr>
          <a:xfrm>
            <a:off x="1119450" y="3335150"/>
            <a:ext cx="6905100" cy="450600"/>
          </a:xfrm>
          <a:prstGeom prst="rect">
            <a:avLst/>
          </a:prstGeom>
        </p:spPr>
        <p:txBody>
          <a:bodyPr anchorCtr="0" anchor="t" bIns="91425" lIns="91425" spcFirstLastPara="1" rIns="91425" wrap="square" tIns="91425">
            <a:normAutofit lnSpcReduction="20000"/>
          </a:bodyPr>
          <a:lstStyle/>
          <a:p>
            <a:pPr indent="0" lvl="0" marL="0" rtl="0" algn="ctr">
              <a:spcBef>
                <a:spcPts val="0"/>
              </a:spcBef>
              <a:spcAft>
                <a:spcPts val="0"/>
              </a:spcAft>
              <a:buNone/>
            </a:pPr>
            <a:r>
              <a:rPr lang="en"/>
              <a:t>Here is where the presentation begins!</a:t>
            </a:r>
            <a:endParaRPr/>
          </a:p>
        </p:txBody>
      </p:sp>
      <p:sp>
        <p:nvSpPr>
          <p:cNvPr id="239" name="Google Shape;239;p32"/>
          <p:cNvSpPr/>
          <p:nvPr/>
        </p:nvSpPr>
        <p:spPr>
          <a:xfrm>
            <a:off x="870050" y="2550775"/>
            <a:ext cx="7403899" cy="583168"/>
          </a:xfrm>
          <a:prstGeom prst="rect">
            <a:avLst/>
          </a:prstGeom>
        </p:spPr>
        <p:txBody>
          <a:bodyPr>
            <a:prstTxWarp prst="textPlain"/>
          </a:bodyPr>
          <a:lstStyle/>
          <a:p>
            <a:pPr lvl="0" algn="ctr"/>
            <a:r>
              <a:rPr b="1" i="0">
                <a:ln cap="flat" cmpd="sng" w="19050">
                  <a:solidFill>
                    <a:schemeClr val="dk1"/>
                  </a:solidFill>
                  <a:prstDash val="solid"/>
                  <a:round/>
                  <a:headEnd len="sm" w="sm" type="none"/>
                  <a:tailEnd len="sm" w="sm" type="none"/>
                </a:ln>
                <a:solidFill>
                  <a:schemeClr val="dk2"/>
                </a:solidFill>
                <a:latin typeface="Audiowide"/>
              </a:rPr>
              <a:t>THEME FOR MAY</a:t>
            </a:r>
          </a:p>
        </p:txBody>
      </p:sp>
      <p:sp>
        <p:nvSpPr>
          <p:cNvPr id="240" name="Google Shape;240;p32"/>
          <p:cNvSpPr/>
          <p:nvPr/>
        </p:nvSpPr>
        <p:spPr>
          <a:xfrm>
            <a:off x="-3326" y="2111050"/>
            <a:ext cx="1702500" cy="112800"/>
          </a:xfrm>
          <a:prstGeom prst="rect">
            <a:avLst/>
          </a:prstGeom>
          <a:gradFill>
            <a:gsLst>
              <a:gs pos="0">
                <a:schemeClr val="dk1"/>
              </a:gs>
              <a:gs pos="48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 name="Google Shape;241;p32"/>
          <p:cNvGrpSpPr/>
          <p:nvPr/>
        </p:nvGrpSpPr>
        <p:grpSpPr>
          <a:xfrm>
            <a:off x="331205" y="3538481"/>
            <a:ext cx="1736413" cy="1360478"/>
            <a:chOff x="331205" y="3538481"/>
            <a:chExt cx="1736413" cy="1360478"/>
          </a:xfrm>
        </p:grpSpPr>
        <p:grpSp>
          <p:nvGrpSpPr>
            <p:cNvPr id="242" name="Google Shape;242;p32"/>
            <p:cNvGrpSpPr/>
            <p:nvPr/>
          </p:nvGrpSpPr>
          <p:grpSpPr>
            <a:xfrm rot="1800036">
              <a:off x="375865" y="3908729"/>
              <a:ext cx="1647095" cy="619980"/>
              <a:chOff x="4852375" y="2531925"/>
              <a:chExt cx="856450" cy="322375"/>
            </a:xfrm>
          </p:grpSpPr>
          <p:sp>
            <p:nvSpPr>
              <p:cNvPr id="243" name="Google Shape;243;p32"/>
              <p:cNvSpPr/>
              <p:nvPr/>
            </p:nvSpPr>
            <p:spPr>
              <a:xfrm>
                <a:off x="5171200" y="2621125"/>
                <a:ext cx="192675" cy="192775"/>
              </a:xfrm>
              <a:custGeom>
                <a:rect b="b" l="l" r="r" t="t"/>
                <a:pathLst>
                  <a:path extrusionOk="0" h="7711" w="7707">
                    <a:moveTo>
                      <a:pt x="3854" y="0"/>
                    </a:moveTo>
                    <a:cubicBezTo>
                      <a:pt x="1722" y="0"/>
                      <a:pt x="0" y="1726"/>
                      <a:pt x="0" y="3858"/>
                    </a:cubicBezTo>
                    <a:cubicBezTo>
                      <a:pt x="0" y="5989"/>
                      <a:pt x="1722" y="7711"/>
                      <a:pt x="3854" y="7711"/>
                    </a:cubicBezTo>
                    <a:cubicBezTo>
                      <a:pt x="5985" y="7711"/>
                      <a:pt x="7707" y="5989"/>
                      <a:pt x="7707" y="3858"/>
                    </a:cubicBezTo>
                    <a:cubicBezTo>
                      <a:pt x="7707" y="1726"/>
                      <a:pt x="5985" y="0"/>
                      <a:pt x="38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2"/>
              <p:cNvSpPr/>
              <p:nvPr/>
            </p:nvSpPr>
            <p:spPr>
              <a:xfrm>
                <a:off x="5169375" y="2619425"/>
                <a:ext cx="196325" cy="196200"/>
              </a:xfrm>
              <a:custGeom>
                <a:rect b="b" l="l" r="r" t="t"/>
                <a:pathLst>
                  <a:path extrusionOk="0" h="7848" w="7853">
                    <a:moveTo>
                      <a:pt x="3927" y="141"/>
                    </a:moveTo>
                    <a:cubicBezTo>
                      <a:pt x="4975" y="141"/>
                      <a:pt x="5913" y="567"/>
                      <a:pt x="6608" y="1240"/>
                    </a:cubicBezTo>
                    <a:cubicBezTo>
                      <a:pt x="7298" y="1935"/>
                      <a:pt x="7707" y="2877"/>
                      <a:pt x="7707" y="3926"/>
                    </a:cubicBezTo>
                    <a:cubicBezTo>
                      <a:pt x="7707" y="4970"/>
                      <a:pt x="7298" y="5912"/>
                      <a:pt x="6608" y="6607"/>
                    </a:cubicBezTo>
                    <a:cubicBezTo>
                      <a:pt x="5913" y="7280"/>
                      <a:pt x="4975" y="7706"/>
                      <a:pt x="3927" y="7706"/>
                    </a:cubicBezTo>
                    <a:cubicBezTo>
                      <a:pt x="2878" y="7706"/>
                      <a:pt x="1936" y="7280"/>
                      <a:pt x="1245" y="6607"/>
                    </a:cubicBezTo>
                    <a:cubicBezTo>
                      <a:pt x="568" y="5912"/>
                      <a:pt x="142" y="4970"/>
                      <a:pt x="142" y="3926"/>
                    </a:cubicBezTo>
                    <a:cubicBezTo>
                      <a:pt x="142" y="2877"/>
                      <a:pt x="568" y="1935"/>
                      <a:pt x="1245" y="1240"/>
                    </a:cubicBezTo>
                    <a:cubicBezTo>
                      <a:pt x="1936" y="567"/>
                      <a:pt x="2878" y="141"/>
                      <a:pt x="3927" y="141"/>
                    </a:cubicBezTo>
                    <a:close/>
                    <a:moveTo>
                      <a:pt x="3927" y="0"/>
                    </a:moveTo>
                    <a:cubicBezTo>
                      <a:pt x="1757" y="0"/>
                      <a:pt x="1" y="1756"/>
                      <a:pt x="1" y="3926"/>
                    </a:cubicBezTo>
                    <a:cubicBezTo>
                      <a:pt x="1" y="6091"/>
                      <a:pt x="1757" y="7847"/>
                      <a:pt x="3927" y="7847"/>
                    </a:cubicBezTo>
                    <a:cubicBezTo>
                      <a:pt x="6092" y="7847"/>
                      <a:pt x="7852" y="6091"/>
                      <a:pt x="7852" y="3926"/>
                    </a:cubicBezTo>
                    <a:cubicBezTo>
                      <a:pt x="7852" y="1756"/>
                      <a:pt x="6092" y="0"/>
                      <a:pt x="39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2"/>
              <p:cNvSpPr/>
              <p:nvPr/>
            </p:nvSpPr>
            <p:spPr>
              <a:xfrm>
                <a:off x="4852375" y="2643825"/>
                <a:ext cx="856450" cy="120750"/>
              </a:xfrm>
              <a:custGeom>
                <a:rect b="b" l="l" r="r" t="t"/>
                <a:pathLst>
                  <a:path extrusionOk="0" h="4830" w="34258">
                    <a:moveTo>
                      <a:pt x="19181" y="0"/>
                    </a:moveTo>
                    <a:lnTo>
                      <a:pt x="19181" y="141"/>
                    </a:lnTo>
                    <a:cubicBezTo>
                      <a:pt x="21189" y="179"/>
                      <a:pt x="23068" y="264"/>
                      <a:pt x="24795" y="371"/>
                    </a:cubicBezTo>
                    <a:lnTo>
                      <a:pt x="24812" y="371"/>
                    </a:lnTo>
                    <a:cubicBezTo>
                      <a:pt x="25468" y="426"/>
                      <a:pt x="26107" y="477"/>
                      <a:pt x="26730" y="533"/>
                    </a:cubicBezTo>
                    <a:cubicBezTo>
                      <a:pt x="28469" y="691"/>
                      <a:pt x="29978" y="904"/>
                      <a:pt x="31167" y="1138"/>
                    </a:cubicBezTo>
                    <a:cubicBezTo>
                      <a:pt x="31772" y="1262"/>
                      <a:pt x="32288" y="1385"/>
                      <a:pt x="32714" y="1526"/>
                    </a:cubicBezTo>
                    <a:cubicBezTo>
                      <a:pt x="33140" y="1650"/>
                      <a:pt x="33477" y="1795"/>
                      <a:pt x="33724" y="1935"/>
                    </a:cubicBezTo>
                    <a:cubicBezTo>
                      <a:pt x="33852" y="2025"/>
                      <a:pt x="33959" y="2114"/>
                      <a:pt x="34027" y="2182"/>
                    </a:cubicBezTo>
                    <a:cubicBezTo>
                      <a:pt x="34099" y="2272"/>
                      <a:pt x="34116" y="2344"/>
                      <a:pt x="34116" y="2417"/>
                    </a:cubicBezTo>
                    <a:cubicBezTo>
                      <a:pt x="34116" y="2451"/>
                      <a:pt x="34116" y="2502"/>
                      <a:pt x="34082" y="2540"/>
                    </a:cubicBezTo>
                    <a:cubicBezTo>
                      <a:pt x="34044" y="2630"/>
                      <a:pt x="33959" y="2737"/>
                      <a:pt x="33797" y="2822"/>
                    </a:cubicBezTo>
                    <a:cubicBezTo>
                      <a:pt x="33549" y="3001"/>
                      <a:pt x="33157" y="3163"/>
                      <a:pt x="32625" y="3320"/>
                    </a:cubicBezTo>
                    <a:cubicBezTo>
                      <a:pt x="31043" y="3802"/>
                      <a:pt x="28345" y="4190"/>
                      <a:pt x="24969" y="4420"/>
                    </a:cubicBezTo>
                    <a:cubicBezTo>
                      <a:pt x="23443" y="4527"/>
                      <a:pt x="21790" y="4616"/>
                      <a:pt x="20033" y="4655"/>
                    </a:cubicBezTo>
                    <a:cubicBezTo>
                      <a:pt x="19091" y="4672"/>
                      <a:pt x="18115" y="4689"/>
                      <a:pt x="17122" y="4689"/>
                    </a:cubicBezTo>
                    <a:lnTo>
                      <a:pt x="16355" y="4689"/>
                    </a:lnTo>
                    <a:cubicBezTo>
                      <a:pt x="15272" y="4689"/>
                      <a:pt x="14207" y="4655"/>
                      <a:pt x="13180" y="4633"/>
                    </a:cubicBezTo>
                    <a:cubicBezTo>
                      <a:pt x="10516" y="4548"/>
                      <a:pt x="8099" y="4369"/>
                      <a:pt x="6091" y="4139"/>
                    </a:cubicBezTo>
                    <a:cubicBezTo>
                      <a:pt x="4778" y="3977"/>
                      <a:pt x="3640" y="3802"/>
                      <a:pt x="2715" y="3606"/>
                    </a:cubicBezTo>
                    <a:cubicBezTo>
                      <a:pt x="1884" y="3410"/>
                      <a:pt x="1224" y="3214"/>
                      <a:pt x="780" y="3018"/>
                    </a:cubicBezTo>
                    <a:cubicBezTo>
                      <a:pt x="567" y="2911"/>
                      <a:pt x="392" y="2805"/>
                      <a:pt x="286" y="2698"/>
                    </a:cubicBezTo>
                    <a:cubicBezTo>
                      <a:pt x="230" y="2647"/>
                      <a:pt x="196" y="2592"/>
                      <a:pt x="179" y="2558"/>
                    </a:cubicBezTo>
                    <a:cubicBezTo>
                      <a:pt x="141" y="2502"/>
                      <a:pt x="141" y="2451"/>
                      <a:pt x="141" y="2417"/>
                    </a:cubicBezTo>
                    <a:cubicBezTo>
                      <a:pt x="141" y="2361"/>
                      <a:pt x="158" y="2289"/>
                      <a:pt x="196" y="2238"/>
                    </a:cubicBezTo>
                    <a:cubicBezTo>
                      <a:pt x="265" y="2114"/>
                      <a:pt x="427" y="1991"/>
                      <a:pt x="657" y="1884"/>
                    </a:cubicBezTo>
                    <a:cubicBezTo>
                      <a:pt x="1066" y="1671"/>
                      <a:pt x="1688" y="1458"/>
                      <a:pt x="2524" y="1262"/>
                    </a:cubicBezTo>
                    <a:cubicBezTo>
                      <a:pt x="4974" y="712"/>
                      <a:pt x="9130" y="286"/>
                      <a:pt x="14011" y="158"/>
                    </a:cubicBezTo>
                    <a:lnTo>
                      <a:pt x="14011" y="17"/>
                    </a:lnTo>
                    <a:cubicBezTo>
                      <a:pt x="10034" y="124"/>
                      <a:pt x="6552" y="426"/>
                      <a:pt x="4050" y="836"/>
                    </a:cubicBezTo>
                    <a:cubicBezTo>
                      <a:pt x="2805" y="1032"/>
                      <a:pt x="1795" y="1262"/>
                      <a:pt x="1100" y="1526"/>
                    </a:cubicBezTo>
                    <a:cubicBezTo>
                      <a:pt x="746" y="1650"/>
                      <a:pt x="478" y="1795"/>
                      <a:pt x="303" y="1935"/>
                    </a:cubicBezTo>
                    <a:cubicBezTo>
                      <a:pt x="196" y="2008"/>
                      <a:pt x="124" y="2076"/>
                      <a:pt x="73" y="2148"/>
                    </a:cubicBezTo>
                    <a:cubicBezTo>
                      <a:pt x="17" y="2238"/>
                      <a:pt x="0" y="2327"/>
                      <a:pt x="0" y="2417"/>
                    </a:cubicBezTo>
                    <a:cubicBezTo>
                      <a:pt x="0" y="2485"/>
                      <a:pt x="17" y="2558"/>
                      <a:pt x="51" y="2609"/>
                    </a:cubicBezTo>
                    <a:cubicBezTo>
                      <a:pt x="107" y="2737"/>
                      <a:pt x="213" y="2843"/>
                      <a:pt x="354" y="2928"/>
                    </a:cubicBezTo>
                    <a:cubicBezTo>
                      <a:pt x="567" y="3090"/>
                      <a:pt x="870" y="3214"/>
                      <a:pt x="1279" y="3355"/>
                    </a:cubicBezTo>
                    <a:cubicBezTo>
                      <a:pt x="1671" y="3482"/>
                      <a:pt x="2131" y="3623"/>
                      <a:pt x="2681" y="3730"/>
                    </a:cubicBezTo>
                    <a:cubicBezTo>
                      <a:pt x="3623" y="3943"/>
                      <a:pt x="4761" y="4122"/>
                      <a:pt x="6074" y="4280"/>
                    </a:cubicBezTo>
                    <a:cubicBezTo>
                      <a:pt x="8082" y="4510"/>
                      <a:pt x="10516" y="4689"/>
                      <a:pt x="13158" y="4778"/>
                    </a:cubicBezTo>
                    <a:lnTo>
                      <a:pt x="13180" y="4778"/>
                    </a:lnTo>
                    <a:cubicBezTo>
                      <a:pt x="14207" y="4795"/>
                      <a:pt x="15272" y="4829"/>
                      <a:pt x="16355" y="4829"/>
                    </a:cubicBezTo>
                    <a:lnTo>
                      <a:pt x="17122" y="4829"/>
                    </a:lnTo>
                    <a:cubicBezTo>
                      <a:pt x="18115" y="4829"/>
                      <a:pt x="19091" y="4812"/>
                      <a:pt x="20033" y="4795"/>
                    </a:cubicBezTo>
                    <a:cubicBezTo>
                      <a:pt x="21790" y="4761"/>
                      <a:pt x="23460" y="4672"/>
                      <a:pt x="24986" y="4565"/>
                    </a:cubicBezTo>
                    <a:cubicBezTo>
                      <a:pt x="27723" y="4369"/>
                      <a:pt x="30033" y="4083"/>
                      <a:pt x="31648" y="3713"/>
                    </a:cubicBezTo>
                    <a:cubicBezTo>
                      <a:pt x="32467" y="3534"/>
                      <a:pt x="33106" y="3338"/>
                      <a:pt x="33549" y="3124"/>
                    </a:cubicBezTo>
                    <a:cubicBezTo>
                      <a:pt x="33780" y="3018"/>
                      <a:pt x="33959" y="2911"/>
                      <a:pt x="34065" y="2788"/>
                    </a:cubicBezTo>
                    <a:cubicBezTo>
                      <a:pt x="34133" y="2737"/>
                      <a:pt x="34189" y="2681"/>
                      <a:pt x="34206" y="2609"/>
                    </a:cubicBezTo>
                    <a:cubicBezTo>
                      <a:pt x="34240" y="2540"/>
                      <a:pt x="34257" y="2485"/>
                      <a:pt x="34257" y="2417"/>
                    </a:cubicBezTo>
                    <a:cubicBezTo>
                      <a:pt x="34257" y="2289"/>
                      <a:pt x="34223" y="2182"/>
                      <a:pt x="34133" y="2097"/>
                    </a:cubicBezTo>
                    <a:cubicBezTo>
                      <a:pt x="34065" y="1991"/>
                      <a:pt x="33937" y="1901"/>
                      <a:pt x="33797" y="1812"/>
                    </a:cubicBezTo>
                    <a:cubicBezTo>
                      <a:pt x="33549" y="1671"/>
                      <a:pt x="33191" y="1526"/>
                      <a:pt x="32748" y="1385"/>
                    </a:cubicBezTo>
                    <a:cubicBezTo>
                      <a:pt x="31452" y="976"/>
                      <a:pt x="29355" y="639"/>
                      <a:pt x="26730" y="392"/>
                    </a:cubicBezTo>
                    <a:cubicBezTo>
                      <a:pt x="26124" y="337"/>
                      <a:pt x="25485" y="286"/>
                      <a:pt x="24812" y="230"/>
                    </a:cubicBezTo>
                    <a:cubicBezTo>
                      <a:pt x="23090" y="124"/>
                      <a:pt x="21189" y="34"/>
                      <a:pt x="19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2"/>
              <p:cNvSpPr/>
              <p:nvPr/>
            </p:nvSpPr>
            <p:spPr>
              <a:xfrm>
                <a:off x="4855025" y="2648300"/>
                <a:ext cx="851125" cy="155375"/>
              </a:xfrm>
              <a:custGeom>
                <a:rect b="b" l="l" r="r" t="t"/>
                <a:pathLst>
                  <a:path extrusionOk="0" h="6215" w="34045">
                    <a:moveTo>
                      <a:pt x="27067" y="0"/>
                    </a:moveTo>
                    <a:cubicBezTo>
                      <a:pt x="26321" y="0"/>
                      <a:pt x="25520" y="17"/>
                      <a:pt x="24706" y="51"/>
                    </a:cubicBezTo>
                    <a:cubicBezTo>
                      <a:pt x="23124" y="124"/>
                      <a:pt x="21402" y="247"/>
                      <a:pt x="19591" y="405"/>
                    </a:cubicBezTo>
                    <a:lnTo>
                      <a:pt x="19608" y="550"/>
                    </a:lnTo>
                    <a:cubicBezTo>
                      <a:pt x="21419" y="388"/>
                      <a:pt x="23124" y="264"/>
                      <a:pt x="24706" y="192"/>
                    </a:cubicBezTo>
                    <a:cubicBezTo>
                      <a:pt x="25541" y="158"/>
                      <a:pt x="26321" y="141"/>
                      <a:pt x="27067" y="141"/>
                    </a:cubicBezTo>
                    <a:lnTo>
                      <a:pt x="27651" y="141"/>
                    </a:lnTo>
                    <a:cubicBezTo>
                      <a:pt x="29535" y="141"/>
                      <a:pt x="31099" y="230"/>
                      <a:pt x="32199" y="405"/>
                    </a:cubicBezTo>
                    <a:cubicBezTo>
                      <a:pt x="32732" y="495"/>
                      <a:pt x="33158" y="618"/>
                      <a:pt x="33461" y="746"/>
                    </a:cubicBezTo>
                    <a:cubicBezTo>
                      <a:pt x="33601" y="814"/>
                      <a:pt x="33708" y="887"/>
                      <a:pt x="33780" y="959"/>
                    </a:cubicBezTo>
                    <a:cubicBezTo>
                      <a:pt x="33870" y="1027"/>
                      <a:pt x="33904" y="1100"/>
                      <a:pt x="33904" y="1172"/>
                    </a:cubicBezTo>
                    <a:lnTo>
                      <a:pt x="33904" y="1189"/>
                    </a:lnTo>
                    <a:cubicBezTo>
                      <a:pt x="33904" y="1258"/>
                      <a:pt x="33887" y="1330"/>
                      <a:pt x="33831" y="1402"/>
                    </a:cubicBezTo>
                    <a:cubicBezTo>
                      <a:pt x="33780" y="1471"/>
                      <a:pt x="33708" y="1560"/>
                      <a:pt x="33601" y="1650"/>
                    </a:cubicBezTo>
                    <a:cubicBezTo>
                      <a:pt x="33354" y="1846"/>
                      <a:pt x="32962" y="2059"/>
                      <a:pt x="32446" y="2272"/>
                    </a:cubicBezTo>
                    <a:cubicBezTo>
                      <a:pt x="30903" y="2928"/>
                      <a:pt x="28222" y="3623"/>
                      <a:pt x="24863" y="4241"/>
                    </a:cubicBezTo>
                    <a:cubicBezTo>
                      <a:pt x="23214" y="4561"/>
                      <a:pt x="21419" y="4846"/>
                      <a:pt x="19518" y="5094"/>
                    </a:cubicBezTo>
                    <a:cubicBezTo>
                      <a:pt x="18789" y="5183"/>
                      <a:pt x="18043" y="5290"/>
                      <a:pt x="17281" y="5379"/>
                    </a:cubicBezTo>
                    <a:cubicBezTo>
                      <a:pt x="16181" y="5503"/>
                      <a:pt x="15115" y="5609"/>
                      <a:pt x="14067" y="5699"/>
                    </a:cubicBezTo>
                    <a:cubicBezTo>
                      <a:pt x="13478" y="5754"/>
                      <a:pt x="12895" y="5805"/>
                      <a:pt x="12328" y="5840"/>
                    </a:cubicBezTo>
                    <a:cubicBezTo>
                      <a:pt x="10124" y="6002"/>
                      <a:pt x="8116" y="6074"/>
                      <a:pt x="6377" y="6074"/>
                    </a:cubicBezTo>
                    <a:cubicBezTo>
                      <a:pt x="4903" y="6074"/>
                      <a:pt x="3624" y="6019"/>
                      <a:pt x="2609" y="5912"/>
                    </a:cubicBezTo>
                    <a:cubicBezTo>
                      <a:pt x="1846" y="5823"/>
                      <a:pt x="1224" y="5699"/>
                      <a:pt x="798" y="5541"/>
                    </a:cubicBezTo>
                    <a:cubicBezTo>
                      <a:pt x="585" y="5469"/>
                      <a:pt x="427" y="5396"/>
                      <a:pt x="303" y="5307"/>
                    </a:cubicBezTo>
                    <a:cubicBezTo>
                      <a:pt x="248" y="5256"/>
                      <a:pt x="214" y="5222"/>
                      <a:pt x="197" y="5166"/>
                    </a:cubicBezTo>
                    <a:cubicBezTo>
                      <a:pt x="159" y="5132"/>
                      <a:pt x="141" y="5094"/>
                      <a:pt x="141" y="5043"/>
                    </a:cubicBezTo>
                    <a:lnTo>
                      <a:pt x="141" y="5025"/>
                    </a:lnTo>
                    <a:cubicBezTo>
                      <a:pt x="141" y="4970"/>
                      <a:pt x="141" y="4919"/>
                      <a:pt x="180" y="4863"/>
                    </a:cubicBezTo>
                    <a:cubicBezTo>
                      <a:pt x="214" y="4774"/>
                      <a:pt x="303" y="4689"/>
                      <a:pt x="427" y="4582"/>
                    </a:cubicBezTo>
                    <a:cubicBezTo>
                      <a:pt x="623" y="4420"/>
                      <a:pt x="904" y="4241"/>
                      <a:pt x="1280" y="4083"/>
                    </a:cubicBezTo>
                    <a:cubicBezTo>
                      <a:pt x="1633" y="3904"/>
                      <a:pt x="2098" y="3730"/>
                      <a:pt x="2609" y="3551"/>
                    </a:cubicBezTo>
                    <a:cubicBezTo>
                      <a:pt x="4634" y="2877"/>
                      <a:pt x="7724" y="2165"/>
                      <a:pt x="11403" y="1577"/>
                    </a:cubicBezTo>
                    <a:cubicBezTo>
                      <a:pt x="11901" y="1492"/>
                      <a:pt x="12434" y="1419"/>
                      <a:pt x="12967" y="1330"/>
                    </a:cubicBezTo>
                    <a:lnTo>
                      <a:pt x="12946" y="1189"/>
                    </a:lnTo>
                    <a:cubicBezTo>
                      <a:pt x="12413" y="1279"/>
                      <a:pt x="11880" y="1347"/>
                      <a:pt x="11386" y="1437"/>
                    </a:cubicBezTo>
                    <a:cubicBezTo>
                      <a:pt x="7690" y="2042"/>
                      <a:pt x="4600" y="2732"/>
                      <a:pt x="2575" y="3427"/>
                    </a:cubicBezTo>
                    <a:cubicBezTo>
                      <a:pt x="1757" y="3691"/>
                      <a:pt x="1139" y="3960"/>
                      <a:pt x="691" y="4224"/>
                    </a:cubicBezTo>
                    <a:cubicBezTo>
                      <a:pt x="478" y="4348"/>
                      <a:pt x="303" y="4493"/>
                      <a:pt x="180" y="4616"/>
                    </a:cubicBezTo>
                    <a:cubicBezTo>
                      <a:pt x="124" y="4689"/>
                      <a:pt x="73" y="4740"/>
                      <a:pt x="52" y="4812"/>
                    </a:cubicBezTo>
                    <a:cubicBezTo>
                      <a:pt x="18" y="4881"/>
                      <a:pt x="1" y="4953"/>
                      <a:pt x="1" y="5025"/>
                    </a:cubicBezTo>
                    <a:lnTo>
                      <a:pt x="1" y="5060"/>
                    </a:lnTo>
                    <a:cubicBezTo>
                      <a:pt x="1" y="5132"/>
                      <a:pt x="35" y="5183"/>
                      <a:pt x="73" y="5256"/>
                    </a:cubicBezTo>
                    <a:cubicBezTo>
                      <a:pt x="141" y="5362"/>
                      <a:pt x="248" y="5452"/>
                      <a:pt x="393" y="5520"/>
                    </a:cubicBezTo>
                    <a:cubicBezTo>
                      <a:pt x="606" y="5648"/>
                      <a:pt x="887" y="5754"/>
                      <a:pt x="1262" y="5823"/>
                    </a:cubicBezTo>
                    <a:cubicBezTo>
                      <a:pt x="1633" y="5912"/>
                      <a:pt x="2098" y="5984"/>
                      <a:pt x="2609" y="6053"/>
                    </a:cubicBezTo>
                    <a:cubicBezTo>
                      <a:pt x="3624" y="6159"/>
                      <a:pt x="4903" y="6215"/>
                      <a:pt x="6377" y="6215"/>
                    </a:cubicBezTo>
                    <a:cubicBezTo>
                      <a:pt x="8116" y="6215"/>
                      <a:pt x="10141" y="6142"/>
                      <a:pt x="12345" y="5984"/>
                    </a:cubicBezTo>
                    <a:cubicBezTo>
                      <a:pt x="12912" y="5929"/>
                      <a:pt x="13500" y="5895"/>
                      <a:pt x="14084" y="5840"/>
                    </a:cubicBezTo>
                    <a:cubicBezTo>
                      <a:pt x="15132" y="5754"/>
                      <a:pt x="16198" y="5648"/>
                      <a:pt x="17298" y="5520"/>
                    </a:cubicBezTo>
                    <a:cubicBezTo>
                      <a:pt x="18061" y="5435"/>
                      <a:pt x="18806" y="5328"/>
                      <a:pt x="19535" y="5239"/>
                    </a:cubicBezTo>
                    <a:cubicBezTo>
                      <a:pt x="21436" y="4987"/>
                      <a:pt x="23248" y="4689"/>
                      <a:pt x="24880" y="4386"/>
                    </a:cubicBezTo>
                    <a:cubicBezTo>
                      <a:pt x="27118" y="3977"/>
                      <a:pt x="29075" y="3517"/>
                      <a:pt x="30583" y="3069"/>
                    </a:cubicBezTo>
                    <a:cubicBezTo>
                      <a:pt x="31329" y="2856"/>
                      <a:pt x="31986" y="2626"/>
                      <a:pt x="32501" y="2396"/>
                    </a:cubicBezTo>
                    <a:cubicBezTo>
                      <a:pt x="33034" y="2182"/>
                      <a:pt x="33426" y="1969"/>
                      <a:pt x="33691" y="1756"/>
                    </a:cubicBezTo>
                    <a:cubicBezTo>
                      <a:pt x="33814" y="1667"/>
                      <a:pt x="33887" y="1577"/>
                      <a:pt x="33959" y="1471"/>
                    </a:cubicBezTo>
                    <a:cubicBezTo>
                      <a:pt x="34010" y="1385"/>
                      <a:pt x="34044" y="1296"/>
                      <a:pt x="34044" y="1189"/>
                    </a:cubicBezTo>
                    <a:lnTo>
                      <a:pt x="34044" y="1151"/>
                    </a:lnTo>
                    <a:cubicBezTo>
                      <a:pt x="34027" y="1044"/>
                      <a:pt x="33976" y="938"/>
                      <a:pt x="33887" y="853"/>
                    </a:cubicBezTo>
                    <a:cubicBezTo>
                      <a:pt x="33725" y="691"/>
                      <a:pt x="33461" y="584"/>
                      <a:pt x="33107" y="478"/>
                    </a:cubicBezTo>
                    <a:cubicBezTo>
                      <a:pt x="32591" y="320"/>
                      <a:pt x="31845" y="192"/>
                      <a:pt x="30920" y="107"/>
                    </a:cubicBezTo>
                    <a:cubicBezTo>
                      <a:pt x="29995" y="34"/>
                      <a:pt x="28896" y="0"/>
                      <a:pt x="276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2"/>
              <p:cNvSpPr/>
              <p:nvPr/>
            </p:nvSpPr>
            <p:spPr>
              <a:xfrm>
                <a:off x="4878575" y="2531925"/>
                <a:ext cx="804125" cy="322375"/>
              </a:xfrm>
              <a:custGeom>
                <a:rect b="b" l="l" r="r" t="t"/>
                <a:pathLst>
                  <a:path extrusionOk="0" h="12895" w="32165">
                    <a:moveTo>
                      <a:pt x="30797" y="1"/>
                    </a:moveTo>
                    <a:cubicBezTo>
                      <a:pt x="29586" y="1"/>
                      <a:pt x="27634" y="354"/>
                      <a:pt x="25183" y="977"/>
                    </a:cubicBezTo>
                    <a:cubicBezTo>
                      <a:pt x="22732" y="1616"/>
                      <a:pt x="19783" y="2524"/>
                      <a:pt x="16641" y="3658"/>
                    </a:cubicBezTo>
                    <a:lnTo>
                      <a:pt x="16658" y="3730"/>
                    </a:lnTo>
                    <a:lnTo>
                      <a:pt x="16658" y="3803"/>
                    </a:lnTo>
                    <a:lnTo>
                      <a:pt x="16692" y="3803"/>
                    </a:lnTo>
                    <a:cubicBezTo>
                      <a:pt x="19838" y="2665"/>
                      <a:pt x="22766" y="1740"/>
                      <a:pt x="25217" y="1117"/>
                    </a:cubicBezTo>
                    <a:cubicBezTo>
                      <a:pt x="27668" y="478"/>
                      <a:pt x="29624" y="141"/>
                      <a:pt x="30797" y="141"/>
                    </a:cubicBezTo>
                    <a:cubicBezTo>
                      <a:pt x="31150" y="141"/>
                      <a:pt x="31436" y="180"/>
                      <a:pt x="31649" y="231"/>
                    </a:cubicBezTo>
                    <a:cubicBezTo>
                      <a:pt x="31738" y="265"/>
                      <a:pt x="31824" y="303"/>
                      <a:pt x="31879" y="354"/>
                    </a:cubicBezTo>
                    <a:cubicBezTo>
                      <a:pt x="31930" y="393"/>
                      <a:pt x="31986" y="444"/>
                      <a:pt x="32003" y="499"/>
                    </a:cubicBezTo>
                    <a:cubicBezTo>
                      <a:pt x="32003" y="516"/>
                      <a:pt x="32020" y="550"/>
                      <a:pt x="32020" y="585"/>
                    </a:cubicBezTo>
                    <a:cubicBezTo>
                      <a:pt x="32020" y="674"/>
                      <a:pt x="31986" y="764"/>
                      <a:pt x="31913" y="887"/>
                    </a:cubicBezTo>
                    <a:cubicBezTo>
                      <a:pt x="31807" y="1083"/>
                      <a:pt x="31577" y="1330"/>
                      <a:pt x="31257" y="1599"/>
                    </a:cubicBezTo>
                    <a:cubicBezTo>
                      <a:pt x="30298" y="2396"/>
                      <a:pt x="28486" y="3483"/>
                      <a:pt x="26108" y="4655"/>
                    </a:cubicBezTo>
                    <a:lnTo>
                      <a:pt x="26091" y="4655"/>
                    </a:lnTo>
                    <a:cubicBezTo>
                      <a:pt x="25946" y="4723"/>
                      <a:pt x="25805" y="4796"/>
                      <a:pt x="25643" y="4885"/>
                    </a:cubicBezTo>
                    <a:cubicBezTo>
                      <a:pt x="23832" y="5755"/>
                      <a:pt x="21701" y="6697"/>
                      <a:pt x="19378" y="7617"/>
                    </a:cubicBezTo>
                    <a:cubicBezTo>
                      <a:pt x="18576" y="7937"/>
                      <a:pt x="17741" y="8257"/>
                      <a:pt x="16871" y="8577"/>
                    </a:cubicBezTo>
                    <a:cubicBezTo>
                      <a:pt x="16339" y="8790"/>
                      <a:pt x="15806" y="8986"/>
                      <a:pt x="15290" y="9165"/>
                    </a:cubicBezTo>
                    <a:cubicBezTo>
                      <a:pt x="14420" y="9484"/>
                      <a:pt x="13585" y="9770"/>
                      <a:pt x="12771" y="10034"/>
                    </a:cubicBezTo>
                    <a:cubicBezTo>
                      <a:pt x="12289" y="10196"/>
                      <a:pt x="11829" y="10354"/>
                      <a:pt x="11364" y="10495"/>
                    </a:cubicBezTo>
                    <a:cubicBezTo>
                      <a:pt x="9127" y="11206"/>
                      <a:pt x="7085" y="11773"/>
                      <a:pt x="5363" y="12165"/>
                    </a:cubicBezTo>
                    <a:cubicBezTo>
                      <a:pt x="3658" y="12541"/>
                      <a:pt x="2273" y="12754"/>
                      <a:pt x="1369" y="12754"/>
                    </a:cubicBezTo>
                    <a:cubicBezTo>
                      <a:pt x="1011" y="12754"/>
                      <a:pt x="730" y="12715"/>
                      <a:pt x="517" y="12664"/>
                    </a:cubicBezTo>
                    <a:cubicBezTo>
                      <a:pt x="410" y="12626"/>
                      <a:pt x="338" y="12592"/>
                      <a:pt x="282" y="12541"/>
                    </a:cubicBezTo>
                    <a:cubicBezTo>
                      <a:pt x="214" y="12502"/>
                      <a:pt x="176" y="12451"/>
                      <a:pt x="159" y="12396"/>
                    </a:cubicBezTo>
                    <a:cubicBezTo>
                      <a:pt x="159" y="12379"/>
                      <a:pt x="141" y="12344"/>
                      <a:pt x="141" y="12306"/>
                    </a:cubicBezTo>
                    <a:cubicBezTo>
                      <a:pt x="141" y="12221"/>
                      <a:pt x="176" y="12131"/>
                      <a:pt x="248" y="12025"/>
                    </a:cubicBezTo>
                    <a:cubicBezTo>
                      <a:pt x="338" y="11846"/>
                      <a:pt x="517" y="11650"/>
                      <a:pt x="764" y="11420"/>
                    </a:cubicBezTo>
                    <a:cubicBezTo>
                      <a:pt x="1011" y="11206"/>
                      <a:pt x="1331" y="10959"/>
                      <a:pt x="1706" y="10691"/>
                    </a:cubicBezTo>
                    <a:cubicBezTo>
                      <a:pt x="2541" y="10124"/>
                      <a:pt x="3692" y="9450"/>
                      <a:pt x="5060" y="8738"/>
                    </a:cubicBezTo>
                    <a:cubicBezTo>
                      <a:pt x="6608" y="7958"/>
                      <a:pt x="8436" y="7085"/>
                      <a:pt x="10478" y="6232"/>
                    </a:cubicBezTo>
                    <a:cubicBezTo>
                      <a:pt x="11066" y="5985"/>
                      <a:pt x="11667" y="5721"/>
                      <a:pt x="12306" y="5469"/>
                    </a:cubicBezTo>
                    <a:lnTo>
                      <a:pt x="12255" y="5346"/>
                    </a:lnTo>
                    <a:cubicBezTo>
                      <a:pt x="11616" y="5593"/>
                      <a:pt x="11011" y="5844"/>
                      <a:pt x="10427" y="6092"/>
                    </a:cubicBezTo>
                    <a:cubicBezTo>
                      <a:pt x="8381" y="6961"/>
                      <a:pt x="6535" y="7814"/>
                      <a:pt x="5009" y="8615"/>
                    </a:cubicBezTo>
                    <a:cubicBezTo>
                      <a:pt x="3624" y="9322"/>
                      <a:pt x="2469" y="10000"/>
                      <a:pt x="1633" y="10567"/>
                    </a:cubicBezTo>
                    <a:cubicBezTo>
                      <a:pt x="1118" y="10921"/>
                      <a:pt x="708" y="11262"/>
                      <a:pt x="444" y="11543"/>
                    </a:cubicBezTo>
                    <a:cubicBezTo>
                      <a:pt x="303" y="11688"/>
                      <a:pt x="197" y="11812"/>
                      <a:pt x="124" y="11952"/>
                    </a:cubicBezTo>
                    <a:cubicBezTo>
                      <a:pt x="52" y="12076"/>
                      <a:pt x="1" y="12182"/>
                      <a:pt x="1" y="12306"/>
                    </a:cubicBezTo>
                    <a:cubicBezTo>
                      <a:pt x="1" y="12362"/>
                      <a:pt x="18" y="12413"/>
                      <a:pt x="35" y="12451"/>
                    </a:cubicBezTo>
                    <a:cubicBezTo>
                      <a:pt x="69" y="12541"/>
                      <a:pt x="124" y="12609"/>
                      <a:pt x="197" y="12664"/>
                    </a:cubicBezTo>
                    <a:cubicBezTo>
                      <a:pt x="303" y="12754"/>
                      <a:pt x="461" y="12805"/>
                      <a:pt x="657" y="12839"/>
                    </a:cubicBezTo>
                    <a:cubicBezTo>
                      <a:pt x="853" y="12877"/>
                      <a:pt x="1083" y="12894"/>
                      <a:pt x="1369" y="12894"/>
                    </a:cubicBezTo>
                    <a:cubicBezTo>
                      <a:pt x="2290" y="12894"/>
                      <a:pt x="3675" y="12681"/>
                      <a:pt x="5397" y="12306"/>
                    </a:cubicBezTo>
                    <a:cubicBezTo>
                      <a:pt x="7123" y="11918"/>
                      <a:pt x="9165" y="11347"/>
                      <a:pt x="11403" y="10639"/>
                    </a:cubicBezTo>
                    <a:cubicBezTo>
                      <a:pt x="11863" y="10478"/>
                      <a:pt x="12345" y="10337"/>
                      <a:pt x="12822" y="10175"/>
                    </a:cubicBezTo>
                    <a:cubicBezTo>
                      <a:pt x="13640" y="9911"/>
                      <a:pt x="14476" y="9608"/>
                      <a:pt x="15345" y="9305"/>
                    </a:cubicBezTo>
                    <a:cubicBezTo>
                      <a:pt x="15861" y="9109"/>
                      <a:pt x="16394" y="8918"/>
                      <a:pt x="16927" y="8721"/>
                    </a:cubicBezTo>
                    <a:cubicBezTo>
                      <a:pt x="17779" y="8402"/>
                      <a:pt x="18632" y="8082"/>
                      <a:pt x="19429" y="7745"/>
                    </a:cubicBezTo>
                    <a:cubicBezTo>
                      <a:pt x="21756" y="6820"/>
                      <a:pt x="23887" y="5878"/>
                      <a:pt x="25716" y="5009"/>
                    </a:cubicBezTo>
                    <a:cubicBezTo>
                      <a:pt x="25847" y="4941"/>
                      <a:pt x="25998" y="4877"/>
                      <a:pt x="26132" y="4796"/>
                    </a:cubicBezTo>
                    <a:lnTo>
                      <a:pt x="26142" y="4796"/>
                    </a:lnTo>
                    <a:lnTo>
                      <a:pt x="26159" y="4779"/>
                    </a:lnTo>
                    <a:lnTo>
                      <a:pt x="26159" y="4779"/>
                    </a:lnTo>
                    <a:cubicBezTo>
                      <a:pt x="26159" y="4779"/>
                      <a:pt x="26159" y="4779"/>
                      <a:pt x="26159" y="4779"/>
                    </a:cubicBezTo>
                    <a:cubicBezTo>
                      <a:pt x="27988" y="3888"/>
                      <a:pt x="29479" y="3057"/>
                      <a:pt x="30511" y="2328"/>
                    </a:cubicBezTo>
                    <a:cubicBezTo>
                      <a:pt x="31027" y="1970"/>
                      <a:pt x="31436" y="1650"/>
                      <a:pt x="31717" y="1369"/>
                    </a:cubicBezTo>
                    <a:cubicBezTo>
                      <a:pt x="31862" y="1224"/>
                      <a:pt x="31969" y="1083"/>
                      <a:pt x="32037" y="960"/>
                    </a:cubicBezTo>
                    <a:cubicBezTo>
                      <a:pt x="32109" y="836"/>
                      <a:pt x="32165" y="712"/>
                      <a:pt x="32165" y="585"/>
                    </a:cubicBezTo>
                    <a:cubicBezTo>
                      <a:pt x="32165" y="533"/>
                      <a:pt x="32143" y="478"/>
                      <a:pt x="32126" y="444"/>
                    </a:cubicBezTo>
                    <a:cubicBezTo>
                      <a:pt x="32092" y="354"/>
                      <a:pt x="32037" y="286"/>
                      <a:pt x="31969" y="231"/>
                    </a:cubicBezTo>
                    <a:cubicBezTo>
                      <a:pt x="31862" y="158"/>
                      <a:pt x="31700" y="90"/>
                      <a:pt x="31504" y="52"/>
                    </a:cubicBezTo>
                    <a:cubicBezTo>
                      <a:pt x="31312" y="18"/>
                      <a:pt x="31078" y="1"/>
                      <a:pt x="307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2"/>
              <p:cNvSpPr/>
              <p:nvPr/>
            </p:nvSpPr>
            <p:spPr>
              <a:xfrm>
                <a:off x="4968200" y="2687725"/>
                <a:ext cx="106575" cy="106575"/>
              </a:xfrm>
              <a:custGeom>
                <a:rect b="b" l="l" r="r" t="t"/>
                <a:pathLst>
                  <a:path extrusionOk="0" h="4263" w="4263">
                    <a:moveTo>
                      <a:pt x="2132" y="0"/>
                    </a:moveTo>
                    <a:cubicBezTo>
                      <a:pt x="960" y="0"/>
                      <a:pt x="0" y="959"/>
                      <a:pt x="0" y="2131"/>
                    </a:cubicBezTo>
                    <a:cubicBezTo>
                      <a:pt x="0" y="3304"/>
                      <a:pt x="960" y="4263"/>
                      <a:pt x="2132" y="4263"/>
                    </a:cubicBezTo>
                    <a:cubicBezTo>
                      <a:pt x="3304" y="4263"/>
                      <a:pt x="4263" y="3304"/>
                      <a:pt x="4263" y="2131"/>
                    </a:cubicBezTo>
                    <a:cubicBezTo>
                      <a:pt x="4263" y="959"/>
                      <a:pt x="3304" y="0"/>
                      <a:pt x="2132" y="0"/>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2"/>
              <p:cNvSpPr/>
              <p:nvPr/>
            </p:nvSpPr>
            <p:spPr>
              <a:xfrm>
                <a:off x="4966500" y="2686025"/>
                <a:ext cx="110100" cy="110100"/>
              </a:xfrm>
              <a:custGeom>
                <a:rect b="b" l="l" r="r" t="t"/>
                <a:pathLst>
                  <a:path extrusionOk="0" h="4404" w="4404">
                    <a:moveTo>
                      <a:pt x="2200" y="141"/>
                    </a:moveTo>
                    <a:cubicBezTo>
                      <a:pt x="2771" y="141"/>
                      <a:pt x="3287" y="371"/>
                      <a:pt x="3657" y="746"/>
                    </a:cubicBezTo>
                    <a:cubicBezTo>
                      <a:pt x="4032" y="1117"/>
                      <a:pt x="4263" y="1632"/>
                      <a:pt x="4263" y="2199"/>
                    </a:cubicBezTo>
                    <a:cubicBezTo>
                      <a:pt x="4263" y="2771"/>
                      <a:pt x="4032" y="3286"/>
                      <a:pt x="3657" y="3657"/>
                    </a:cubicBezTo>
                    <a:cubicBezTo>
                      <a:pt x="3287" y="4032"/>
                      <a:pt x="2771" y="4262"/>
                      <a:pt x="2200" y="4262"/>
                    </a:cubicBezTo>
                    <a:cubicBezTo>
                      <a:pt x="1633" y="4262"/>
                      <a:pt x="1117" y="4032"/>
                      <a:pt x="746" y="3657"/>
                    </a:cubicBezTo>
                    <a:cubicBezTo>
                      <a:pt x="371" y="3286"/>
                      <a:pt x="141" y="2771"/>
                      <a:pt x="141" y="2199"/>
                    </a:cubicBezTo>
                    <a:cubicBezTo>
                      <a:pt x="141" y="1632"/>
                      <a:pt x="371" y="1117"/>
                      <a:pt x="746" y="746"/>
                    </a:cubicBezTo>
                    <a:cubicBezTo>
                      <a:pt x="1117" y="371"/>
                      <a:pt x="1633" y="141"/>
                      <a:pt x="2200" y="141"/>
                    </a:cubicBezTo>
                    <a:close/>
                    <a:moveTo>
                      <a:pt x="2200" y="0"/>
                    </a:moveTo>
                    <a:cubicBezTo>
                      <a:pt x="976" y="0"/>
                      <a:pt x="0" y="993"/>
                      <a:pt x="0" y="2199"/>
                    </a:cubicBezTo>
                    <a:cubicBezTo>
                      <a:pt x="0" y="3427"/>
                      <a:pt x="976" y="4403"/>
                      <a:pt x="2200" y="4403"/>
                    </a:cubicBezTo>
                    <a:cubicBezTo>
                      <a:pt x="3410" y="4403"/>
                      <a:pt x="4403" y="3427"/>
                      <a:pt x="4403" y="2199"/>
                    </a:cubicBezTo>
                    <a:cubicBezTo>
                      <a:pt x="4403" y="993"/>
                      <a:pt x="3410" y="0"/>
                      <a:pt x="2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2"/>
              <p:cNvSpPr/>
              <p:nvPr/>
            </p:nvSpPr>
            <p:spPr>
              <a:xfrm>
                <a:off x="5425125" y="2717550"/>
                <a:ext cx="75475" cy="75475"/>
              </a:xfrm>
              <a:custGeom>
                <a:rect b="b" l="l" r="r" t="t"/>
                <a:pathLst>
                  <a:path extrusionOk="0" h="3019" w="3019">
                    <a:moveTo>
                      <a:pt x="1509" y="1"/>
                    </a:moveTo>
                    <a:cubicBezTo>
                      <a:pt x="674" y="1"/>
                      <a:pt x="1" y="674"/>
                      <a:pt x="1" y="1510"/>
                    </a:cubicBezTo>
                    <a:cubicBezTo>
                      <a:pt x="1" y="2345"/>
                      <a:pt x="674" y="3018"/>
                      <a:pt x="1509" y="3018"/>
                    </a:cubicBezTo>
                    <a:cubicBezTo>
                      <a:pt x="2345" y="3018"/>
                      <a:pt x="3018" y="2345"/>
                      <a:pt x="3018" y="1510"/>
                    </a:cubicBezTo>
                    <a:cubicBezTo>
                      <a:pt x="3018" y="674"/>
                      <a:pt x="2345" y="1"/>
                      <a:pt x="15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2"/>
              <p:cNvSpPr/>
              <p:nvPr/>
            </p:nvSpPr>
            <p:spPr>
              <a:xfrm>
                <a:off x="5423325" y="2715750"/>
                <a:ext cx="79075" cy="79075"/>
              </a:xfrm>
              <a:custGeom>
                <a:rect b="b" l="l" r="r" t="t"/>
                <a:pathLst>
                  <a:path extrusionOk="0" h="3163" w="3163">
                    <a:moveTo>
                      <a:pt x="1581" y="141"/>
                    </a:moveTo>
                    <a:cubicBezTo>
                      <a:pt x="1991" y="141"/>
                      <a:pt x="2344" y="303"/>
                      <a:pt x="2613" y="567"/>
                    </a:cubicBezTo>
                    <a:cubicBezTo>
                      <a:pt x="2860" y="819"/>
                      <a:pt x="3022" y="1189"/>
                      <a:pt x="3022" y="1582"/>
                    </a:cubicBezTo>
                    <a:cubicBezTo>
                      <a:pt x="3022" y="1969"/>
                      <a:pt x="2860" y="2345"/>
                      <a:pt x="2613" y="2592"/>
                    </a:cubicBezTo>
                    <a:cubicBezTo>
                      <a:pt x="2344" y="2860"/>
                      <a:pt x="1991" y="3018"/>
                      <a:pt x="1581" y="3018"/>
                    </a:cubicBezTo>
                    <a:cubicBezTo>
                      <a:pt x="1189" y="3018"/>
                      <a:pt x="836" y="2860"/>
                      <a:pt x="571" y="2592"/>
                    </a:cubicBezTo>
                    <a:cubicBezTo>
                      <a:pt x="303" y="2345"/>
                      <a:pt x="145" y="1969"/>
                      <a:pt x="145" y="1582"/>
                    </a:cubicBezTo>
                    <a:cubicBezTo>
                      <a:pt x="145" y="1189"/>
                      <a:pt x="303" y="819"/>
                      <a:pt x="571" y="567"/>
                    </a:cubicBezTo>
                    <a:cubicBezTo>
                      <a:pt x="836" y="303"/>
                      <a:pt x="1189" y="141"/>
                      <a:pt x="1581" y="141"/>
                    </a:cubicBezTo>
                    <a:close/>
                    <a:moveTo>
                      <a:pt x="1581" y="0"/>
                    </a:moveTo>
                    <a:cubicBezTo>
                      <a:pt x="712" y="0"/>
                      <a:pt x="0" y="712"/>
                      <a:pt x="0" y="1582"/>
                    </a:cubicBezTo>
                    <a:cubicBezTo>
                      <a:pt x="0" y="2451"/>
                      <a:pt x="712" y="3163"/>
                      <a:pt x="1581" y="3163"/>
                    </a:cubicBezTo>
                    <a:cubicBezTo>
                      <a:pt x="2451" y="3163"/>
                      <a:pt x="3163" y="2451"/>
                      <a:pt x="3163" y="1582"/>
                    </a:cubicBezTo>
                    <a:cubicBezTo>
                      <a:pt x="3163" y="712"/>
                      <a:pt x="2451" y="0"/>
                      <a:pt x="1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2"/>
              <p:cNvSpPr/>
              <p:nvPr/>
            </p:nvSpPr>
            <p:spPr>
              <a:xfrm>
                <a:off x="5598275" y="2689525"/>
                <a:ext cx="75475" cy="75475"/>
              </a:xfrm>
              <a:custGeom>
                <a:rect b="b" l="l" r="r" t="t"/>
                <a:pathLst>
                  <a:path extrusionOk="0" h="3019" w="3019">
                    <a:moveTo>
                      <a:pt x="1510" y="1"/>
                    </a:moveTo>
                    <a:cubicBezTo>
                      <a:pt x="674" y="1"/>
                      <a:pt x="1" y="674"/>
                      <a:pt x="1" y="1510"/>
                    </a:cubicBezTo>
                    <a:cubicBezTo>
                      <a:pt x="1" y="2345"/>
                      <a:pt x="674" y="3018"/>
                      <a:pt x="1510" y="3018"/>
                    </a:cubicBezTo>
                    <a:cubicBezTo>
                      <a:pt x="2345" y="3018"/>
                      <a:pt x="3019" y="2345"/>
                      <a:pt x="3019" y="1510"/>
                    </a:cubicBezTo>
                    <a:cubicBezTo>
                      <a:pt x="3019" y="674"/>
                      <a:pt x="2345" y="1"/>
                      <a:pt x="15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2"/>
              <p:cNvSpPr/>
              <p:nvPr/>
            </p:nvSpPr>
            <p:spPr>
              <a:xfrm>
                <a:off x="5596475" y="2687725"/>
                <a:ext cx="79100" cy="79075"/>
              </a:xfrm>
              <a:custGeom>
                <a:rect b="b" l="l" r="r" t="t"/>
                <a:pathLst>
                  <a:path extrusionOk="0" h="3163" w="3164">
                    <a:moveTo>
                      <a:pt x="1582" y="145"/>
                    </a:moveTo>
                    <a:cubicBezTo>
                      <a:pt x="1974" y="145"/>
                      <a:pt x="2328" y="303"/>
                      <a:pt x="2596" y="571"/>
                    </a:cubicBezTo>
                    <a:cubicBezTo>
                      <a:pt x="2861" y="819"/>
                      <a:pt x="3022" y="1194"/>
                      <a:pt x="3022" y="1582"/>
                    </a:cubicBezTo>
                    <a:cubicBezTo>
                      <a:pt x="3022" y="1974"/>
                      <a:pt x="2861" y="2327"/>
                      <a:pt x="2596" y="2596"/>
                    </a:cubicBezTo>
                    <a:cubicBezTo>
                      <a:pt x="2328" y="2860"/>
                      <a:pt x="1974" y="3022"/>
                      <a:pt x="1582" y="3022"/>
                    </a:cubicBezTo>
                    <a:cubicBezTo>
                      <a:pt x="1173" y="3022"/>
                      <a:pt x="819" y="2860"/>
                      <a:pt x="572" y="2596"/>
                    </a:cubicBezTo>
                    <a:cubicBezTo>
                      <a:pt x="303" y="2327"/>
                      <a:pt x="145" y="1974"/>
                      <a:pt x="145" y="1582"/>
                    </a:cubicBezTo>
                    <a:cubicBezTo>
                      <a:pt x="145" y="1194"/>
                      <a:pt x="303" y="819"/>
                      <a:pt x="572" y="571"/>
                    </a:cubicBezTo>
                    <a:cubicBezTo>
                      <a:pt x="819" y="303"/>
                      <a:pt x="1173" y="145"/>
                      <a:pt x="1582" y="145"/>
                    </a:cubicBezTo>
                    <a:close/>
                    <a:moveTo>
                      <a:pt x="1582" y="0"/>
                    </a:moveTo>
                    <a:cubicBezTo>
                      <a:pt x="712" y="0"/>
                      <a:pt x="0" y="712"/>
                      <a:pt x="0" y="1582"/>
                    </a:cubicBezTo>
                    <a:cubicBezTo>
                      <a:pt x="0" y="2451"/>
                      <a:pt x="712" y="3163"/>
                      <a:pt x="1582" y="3163"/>
                    </a:cubicBezTo>
                    <a:cubicBezTo>
                      <a:pt x="2451" y="3163"/>
                      <a:pt x="3163" y="2451"/>
                      <a:pt x="3163" y="1582"/>
                    </a:cubicBezTo>
                    <a:cubicBezTo>
                      <a:pt x="3163" y="712"/>
                      <a:pt x="2451" y="0"/>
                      <a:pt x="1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2"/>
              <p:cNvSpPr/>
              <p:nvPr/>
            </p:nvSpPr>
            <p:spPr>
              <a:xfrm>
                <a:off x="5206250" y="2735675"/>
                <a:ext cx="51075" cy="51175"/>
              </a:xfrm>
              <a:custGeom>
                <a:rect b="b" l="l" r="r" t="t"/>
                <a:pathLst>
                  <a:path extrusionOk="0" h="2047" w="2043">
                    <a:moveTo>
                      <a:pt x="1011" y="0"/>
                    </a:moveTo>
                    <a:cubicBezTo>
                      <a:pt x="461" y="0"/>
                      <a:pt x="1" y="465"/>
                      <a:pt x="1" y="1015"/>
                    </a:cubicBezTo>
                    <a:cubicBezTo>
                      <a:pt x="1" y="1582"/>
                      <a:pt x="461" y="2046"/>
                      <a:pt x="1011" y="2046"/>
                    </a:cubicBezTo>
                    <a:cubicBezTo>
                      <a:pt x="1582" y="2046"/>
                      <a:pt x="2042" y="1582"/>
                      <a:pt x="2042" y="1015"/>
                    </a:cubicBezTo>
                    <a:cubicBezTo>
                      <a:pt x="2042" y="465"/>
                      <a:pt x="1582" y="0"/>
                      <a:pt x="10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2"/>
              <p:cNvSpPr/>
              <p:nvPr/>
            </p:nvSpPr>
            <p:spPr>
              <a:xfrm>
                <a:off x="5204450" y="2733975"/>
                <a:ext cx="54675" cy="54575"/>
              </a:xfrm>
              <a:custGeom>
                <a:rect b="b" l="l" r="r" t="t"/>
                <a:pathLst>
                  <a:path extrusionOk="0" h="2183" w="2187">
                    <a:moveTo>
                      <a:pt x="1083" y="141"/>
                    </a:moveTo>
                    <a:cubicBezTo>
                      <a:pt x="1351" y="141"/>
                      <a:pt x="1599" y="247"/>
                      <a:pt x="1761" y="409"/>
                    </a:cubicBezTo>
                    <a:cubicBezTo>
                      <a:pt x="1935" y="584"/>
                      <a:pt x="2042" y="814"/>
                      <a:pt x="2042" y="1083"/>
                    </a:cubicBezTo>
                    <a:cubicBezTo>
                      <a:pt x="2042" y="1347"/>
                      <a:pt x="1935" y="1581"/>
                      <a:pt x="1761" y="1756"/>
                    </a:cubicBezTo>
                    <a:cubicBezTo>
                      <a:pt x="1599" y="1935"/>
                      <a:pt x="1351" y="2042"/>
                      <a:pt x="1083" y="2042"/>
                    </a:cubicBezTo>
                    <a:cubicBezTo>
                      <a:pt x="836" y="2042"/>
                      <a:pt x="588" y="1935"/>
                      <a:pt x="426" y="1756"/>
                    </a:cubicBezTo>
                    <a:cubicBezTo>
                      <a:pt x="247" y="1581"/>
                      <a:pt x="141" y="1347"/>
                      <a:pt x="141" y="1083"/>
                    </a:cubicBezTo>
                    <a:cubicBezTo>
                      <a:pt x="141" y="814"/>
                      <a:pt x="247" y="584"/>
                      <a:pt x="426" y="409"/>
                    </a:cubicBezTo>
                    <a:cubicBezTo>
                      <a:pt x="588" y="247"/>
                      <a:pt x="836" y="141"/>
                      <a:pt x="1083" y="141"/>
                    </a:cubicBezTo>
                    <a:close/>
                    <a:moveTo>
                      <a:pt x="1083" y="0"/>
                    </a:moveTo>
                    <a:cubicBezTo>
                      <a:pt x="482" y="0"/>
                      <a:pt x="0" y="477"/>
                      <a:pt x="0" y="1083"/>
                    </a:cubicBezTo>
                    <a:cubicBezTo>
                      <a:pt x="0" y="1688"/>
                      <a:pt x="482" y="2182"/>
                      <a:pt x="1083" y="2182"/>
                    </a:cubicBezTo>
                    <a:cubicBezTo>
                      <a:pt x="1688" y="2182"/>
                      <a:pt x="2187" y="1688"/>
                      <a:pt x="2187" y="1083"/>
                    </a:cubicBezTo>
                    <a:cubicBezTo>
                      <a:pt x="2187" y="477"/>
                      <a:pt x="168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2"/>
              <p:cNvSpPr/>
              <p:nvPr/>
            </p:nvSpPr>
            <p:spPr>
              <a:xfrm>
                <a:off x="5449100" y="2553675"/>
                <a:ext cx="31575" cy="31550"/>
              </a:xfrm>
              <a:custGeom>
                <a:rect b="b" l="l" r="r" t="t"/>
                <a:pathLst>
                  <a:path extrusionOk="0" h="1262" w="1263">
                    <a:moveTo>
                      <a:pt x="623" y="0"/>
                    </a:moveTo>
                    <a:cubicBezTo>
                      <a:pt x="286" y="0"/>
                      <a:pt x="1" y="286"/>
                      <a:pt x="1" y="639"/>
                    </a:cubicBezTo>
                    <a:cubicBezTo>
                      <a:pt x="1" y="976"/>
                      <a:pt x="286" y="1262"/>
                      <a:pt x="623" y="1262"/>
                    </a:cubicBezTo>
                    <a:cubicBezTo>
                      <a:pt x="977" y="1262"/>
                      <a:pt x="1262" y="976"/>
                      <a:pt x="1262" y="639"/>
                    </a:cubicBezTo>
                    <a:cubicBezTo>
                      <a:pt x="1262" y="286"/>
                      <a:pt x="977" y="0"/>
                      <a:pt x="6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2"/>
              <p:cNvSpPr/>
              <p:nvPr/>
            </p:nvSpPr>
            <p:spPr>
              <a:xfrm>
                <a:off x="5447300" y="2551850"/>
                <a:ext cx="35075" cy="35200"/>
              </a:xfrm>
              <a:custGeom>
                <a:rect b="b" l="l" r="r" t="t"/>
                <a:pathLst>
                  <a:path extrusionOk="0" h="1408" w="1403">
                    <a:moveTo>
                      <a:pt x="695" y="146"/>
                    </a:moveTo>
                    <a:cubicBezTo>
                      <a:pt x="853" y="146"/>
                      <a:pt x="998" y="214"/>
                      <a:pt x="1083" y="320"/>
                    </a:cubicBezTo>
                    <a:cubicBezTo>
                      <a:pt x="1189" y="410"/>
                      <a:pt x="1262" y="555"/>
                      <a:pt x="1262" y="712"/>
                    </a:cubicBezTo>
                    <a:cubicBezTo>
                      <a:pt x="1262" y="874"/>
                      <a:pt x="1189" y="998"/>
                      <a:pt x="1083" y="1105"/>
                    </a:cubicBezTo>
                    <a:cubicBezTo>
                      <a:pt x="998" y="1211"/>
                      <a:pt x="853" y="1262"/>
                      <a:pt x="695" y="1262"/>
                    </a:cubicBezTo>
                    <a:cubicBezTo>
                      <a:pt x="533" y="1262"/>
                      <a:pt x="409" y="1211"/>
                      <a:pt x="303" y="1105"/>
                    </a:cubicBezTo>
                    <a:cubicBezTo>
                      <a:pt x="196" y="998"/>
                      <a:pt x="145" y="874"/>
                      <a:pt x="145" y="712"/>
                    </a:cubicBezTo>
                    <a:cubicBezTo>
                      <a:pt x="145" y="555"/>
                      <a:pt x="196" y="410"/>
                      <a:pt x="303" y="320"/>
                    </a:cubicBezTo>
                    <a:cubicBezTo>
                      <a:pt x="409" y="214"/>
                      <a:pt x="533" y="146"/>
                      <a:pt x="695" y="146"/>
                    </a:cubicBezTo>
                    <a:close/>
                    <a:moveTo>
                      <a:pt x="695" y="1"/>
                    </a:moveTo>
                    <a:cubicBezTo>
                      <a:pt x="303" y="1"/>
                      <a:pt x="0" y="320"/>
                      <a:pt x="0" y="712"/>
                    </a:cubicBezTo>
                    <a:cubicBezTo>
                      <a:pt x="0" y="1105"/>
                      <a:pt x="303" y="1407"/>
                      <a:pt x="695" y="1407"/>
                    </a:cubicBezTo>
                    <a:cubicBezTo>
                      <a:pt x="1083" y="1407"/>
                      <a:pt x="1402" y="1105"/>
                      <a:pt x="1402" y="712"/>
                    </a:cubicBezTo>
                    <a:cubicBezTo>
                      <a:pt x="1402" y="320"/>
                      <a:pt x="1083" y="1"/>
                      <a:pt x="695" y="1"/>
                    </a:cubicBezTo>
                    <a:close/>
                  </a:path>
                </a:pathLst>
              </a:custGeom>
              <a:solidFill>
                <a:srgbClr val="2122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 name="Google Shape;258;p32"/>
            <p:cNvSpPr/>
            <p:nvPr/>
          </p:nvSpPr>
          <p:spPr>
            <a:xfrm rot="1800036">
              <a:off x="1049669" y="3674939"/>
              <a:ext cx="98226" cy="98418"/>
            </a:xfrm>
            <a:custGeom>
              <a:rect b="b" l="l" r="r" t="t"/>
              <a:pathLst>
                <a:path extrusionOk="0" h="2047" w="2043">
                  <a:moveTo>
                    <a:pt x="1011" y="0"/>
                  </a:moveTo>
                  <a:cubicBezTo>
                    <a:pt x="461" y="0"/>
                    <a:pt x="1" y="465"/>
                    <a:pt x="1" y="1015"/>
                  </a:cubicBezTo>
                  <a:cubicBezTo>
                    <a:pt x="1" y="1582"/>
                    <a:pt x="461" y="2046"/>
                    <a:pt x="1011" y="2046"/>
                  </a:cubicBezTo>
                  <a:cubicBezTo>
                    <a:pt x="1582" y="2046"/>
                    <a:pt x="2042" y="1582"/>
                    <a:pt x="2042" y="1015"/>
                  </a:cubicBezTo>
                  <a:cubicBezTo>
                    <a:pt x="2042" y="465"/>
                    <a:pt x="1582" y="0"/>
                    <a:pt x="1011"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 name="Google Shape;259;p32"/>
          <p:cNvSpPr/>
          <p:nvPr/>
        </p:nvSpPr>
        <p:spPr>
          <a:xfrm rot="1800134">
            <a:off x="1355725" y="3704217"/>
            <a:ext cx="39775" cy="39852"/>
          </a:xfrm>
          <a:custGeom>
            <a:rect b="b" l="l" r="r" t="t"/>
            <a:pathLst>
              <a:path extrusionOk="0" h="2047" w="2043">
                <a:moveTo>
                  <a:pt x="1011" y="0"/>
                </a:moveTo>
                <a:cubicBezTo>
                  <a:pt x="461" y="0"/>
                  <a:pt x="1" y="465"/>
                  <a:pt x="1" y="1015"/>
                </a:cubicBezTo>
                <a:cubicBezTo>
                  <a:pt x="1" y="1582"/>
                  <a:pt x="461" y="2046"/>
                  <a:pt x="1011" y="2046"/>
                </a:cubicBezTo>
                <a:cubicBezTo>
                  <a:pt x="1582" y="2046"/>
                  <a:pt x="2042" y="1582"/>
                  <a:pt x="2042" y="1015"/>
                </a:cubicBezTo>
                <a:cubicBezTo>
                  <a:pt x="2042" y="465"/>
                  <a:pt x="1582" y="0"/>
                  <a:pt x="1011"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0" name="Google Shape;260;p32"/>
          <p:cNvGrpSpPr/>
          <p:nvPr/>
        </p:nvGrpSpPr>
        <p:grpSpPr>
          <a:xfrm>
            <a:off x="7038044" y="404477"/>
            <a:ext cx="1588286" cy="963428"/>
            <a:chOff x="7038044" y="404477"/>
            <a:chExt cx="1588286" cy="963428"/>
          </a:xfrm>
        </p:grpSpPr>
        <p:grpSp>
          <p:nvGrpSpPr>
            <p:cNvPr id="261" name="Google Shape;261;p32"/>
            <p:cNvGrpSpPr/>
            <p:nvPr/>
          </p:nvGrpSpPr>
          <p:grpSpPr>
            <a:xfrm>
              <a:off x="7409194" y="475023"/>
              <a:ext cx="1217137" cy="892883"/>
              <a:chOff x="5514644" y="271073"/>
              <a:chExt cx="1217137" cy="892883"/>
            </a:xfrm>
          </p:grpSpPr>
          <p:sp>
            <p:nvSpPr>
              <p:cNvPr id="262" name="Google Shape;262;p32"/>
              <p:cNvSpPr/>
              <p:nvPr/>
            </p:nvSpPr>
            <p:spPr>
              <a:xfrm rot="1073721">
                <a:off x="6364986" y="943912"/>
                <a:ext cx="19445" cy="205110"/>
              </a:xfrm>
              <a:custGeom>
                <a:rect b="b" l="l" r="r" t="t"/>
                <a:pathLst>
                  <a:path extrusionOk="0" h="2616" w="248">
                    <a:moveTo>
                      <a:pt x="124" y="0"/>
                    </a:moveTo>
                    <a:cubicBezTo>
                      <a:pt x="62" y="0"/>
                      <a:pt x="0" y="40"/>
                      <a:pt x="0" y="118"/>
                    </a:cubicBezTo>
                    <a:lnTo>
                      <a:pt x="0" y="2484"/>
                    </a:lnTo>
                    <a:cubicBezTo>
                      <a:pt x="0" y="2571"/>
                      <a:pt x="62" y="2615"/>
                      <a:pt x="124" y="2615"/>
                    </a:cubicBezTo>
                    <a:cubicBezTo>
                      <a:pt x="186" y="2615"/>
                      <a:pt x="247" y="2571"/>
                      <a:pt x="247" y="2484"/>
                    </a:cubicBezTo>
                    <a:lnTo>
                      <a:pt x="247" y="118"/>
                    </a:lnTo>
                    <a:cubicBezTo>
                      <a:pt x="247" y="40"/>
                      <a:pt x="186" y="0"/>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2"/>
              <p:cNvSpPr/>
              <p:nvPr/>
            </p:nvSpPr>
            <p:spPr>
              <a:xfrm rot="1073721">
                <a:off x="6334036" y="1135778"/>
                <a:ext cx="59902" cy="19445"/>
              </a:xfrm>
              <a:custGeom>
                <a:rect b="b" l="l" r="r" t="t"/>
                <a:pathLst>
                  <a:path extrusionOk="0" h="248" w="764">
                    <a:moveTo>
                      <a:pt x="124" y="1"/>
                    </a:moveTo>
                    <a:cubicBezTo>
                      <a:pt x="51" y="1"/>
                      <a:pt x="0" y="56"/>
                      <a:pt x="0" y="124"/>
                    </a:cubicBezTo>
                    <a:cubicBezTo>
                      <a:pt x="0" y="197"/>
                      <a:pt x="51" y="248"/>
                      <a:pt x="124" y="248"/>
                    </a:cubicBezTo>
                    <a:lnTo>
                      <a:pt x="639" y="248"/>
                    </a:lnTo>
                    <a:cubicBezTo>
                      <a:pt x="712" y="248"/>
                      <a:pt x="763" y="197"/>
                      <a:pt x="763" y="124"/>
                    </a:cubicBezTo>
                    <a:cubicBezTo>
                      <a:pt x="763" y="56"/>
                      <a:pt x="712" y="1"/>
                      <a:pt x="6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2"/>
              <p:cNvSpPr/>
              <p:nvPr/>
            </p:nvSpPr>
            <p:spPr>
              <a:xfrm rot="1073721">
                <a:off x="5681237" y="723128"/>
                <a:ext cx="19445" cy="205110"/>
              </a:xfrm>
              <a:custGeom>
                <a:rect b="b" l="l" r="r" t="t"/>
                <a:pathLst>
                  <a:path extrusionOk="0" h="2616" w="248">
                    <a:moveTo>
                      <a:pt x="124" y="0"/>
                    </a:moveTo>
                    <a:cubicBezTo>
                      <a:pt x="62" y="0"/>
                      <a:pt x="0" y="40"/>
                      <a:pt x="0" y="118"/>
                    </a:cubicBezTo>
                    <a:lnTo>
                      <a:pt x="0" y="2484"/>
                    </a:lnTo>
                    <a:cubicBezTo>
                      <a:pt x="0" y="2571"/>
                      <a:pt x="62" y="2615"/>
                      <a:pt x="124" y="2615"/>
                    </a:cubicBezTo>
                    <a:cubicBezTo>
                      <a:pt x="185" y="2615"/>
                      <a:pt x="247" y="2571"/>
                      <a:pt x="247" y="2484"/>
                    </a:cubicBezTo>
                    <a:lnTo>
                      <a:pt x="247" y="118"/>
                    </a:lnTo>
                    <a:cubicBezTo>
                      <a:pt x="247" y="40"/>
                      <a:pt x="185" y="0"/>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2"/>
              <p:cNvSpPr/>
              <p:nvPr/>
            </p:nvSpPr>
            <p:spPr>
              <a:xfrm rot="1073721">
                <a:off x="5611755" y="902767"/>
                <a:ext cx="61235" cy="19445"/>
              </a:xfrm>
              <a:custGeom>
                <a:rect b="b" l="l" r="r" t="t"/>
                <a:pathLst>
                  <a:path extrusionOk="0" h="248" w="781">
                    <a:moveTo>
                      <a:pt x="141" y="1"/>
                    </a:moveTo>
                    <a:cubicBezTo>
                      <a:pt x="73" y="1"/>
                      <a:pt x="0" y="56"/>
                      <a:pt x="17" y="124"/>
                    </a:cubicBezTo>
                    <a:cubicBezTo>
                      <a:pt x="17" y="197"/>
                      <a:pt x="73" y="248"/>
                      <a:pt x="141" y="248"/>
                    </a:cubicBezTo>
                    <a:lnTo>
                      <a:pt x="657" y="248"/>
                    </a:lnTo>
                    <a:cubicBezTo>
                      <a:pt x="712" y="248"/>
                      <a:pt x="780" y="197"/>
                      <a:pt x="780" y="124"/>
                    </a:cubicBezTo>
                    <a:cubicBezTo>
                      <a:pt x="763" y="56"/>
                      <a:pt x="712" y="1"/>
                      <a:pt x="6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2"/>
              <p:cNvSpPr/>
              <p:nvPr/>
            </p:nvSpPr>
            <p:spPr>
              <a:xfrm rot="1073721">
                <a:off x="5839806" y="892084"/>
                <a:ext cx="390069" cy="84992"/>
              </a:xfrm>
              <a:custGeom>
                <a:rect b="b" l="l" r="r" t="t"/>
                <a:pathLst>
                  <a:path extrusionOk="0" h="1084" w="4975">
                    <a:moveTo>
                      <a:pt x="4459" y="1"/>
                    </a:moveTo>
                    <a:cubicBezTo>
                      <a:pt x="3142" y="1"/>
                      <a:pt x="1829" y="90"/>
                      <a:pt x="499" y="90"/>
                    </a:cubicBezTo>
                    <a:cubicBezTo>
                      <a:pt x="248" y="90"/>
                      <a:pt x="1" y="320"/>
                      <a:pt x="1" y="589"/>
                    </a:cubicBezTo>
                    <a:cubicBezTo>
                      <a:pt x="18" y="853"/>
                      <a:pt x="231" y="1083"/>
                      <a:pt x="499" y="1083"/>
                    </a:cubicBezTo>
                    <a:cubicBezTo>
                      <a:pt x="1829" y="1083"/>
                      <a:pt x="3142" y="1015"/>
                      <a:pt x="4459" y="1015"/>
                    </a:cubicBezTo>
                    <a:cubicBezTo>
                      <a:pt x="4723" y="1015"/>
                      <a:pt x="4975" y="785"/>
                      <a:pt x="4975" y="499"/>
                    </a:cubicBezTo>
                    <a:cubicBezTo>
                      <a:pt x="4954" y="231"/>
                      <a:pt x="4741" y="1"/>
                      <a:pt x="44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2"/>
              <p:cNvSpPr/>
              <p:nvPr/>
            </p:nvSpPr>
            <p:spPr>
              <a:xfrm rot="1073721">
                <a:off x="5918037" y="945680"/>
                <a:ext cx="47592" cy="46103"/>
              </a:xfrm>
              <a:custGeom>
                <a:rect b="b" l="l" r="r" t="t"/>
                <a:pathLst>
                  <a:path extrusionOk="0" h="588" w="607">
                    <a:moveTo>
                      <a:pt x="46" y="1"/>
                    </a:moveTo>
                    <a:cubicBezTo>
                      <a:pt x="23" y="1"/>
                      <a:pt x="1" y="14"/>
                      <a:pt x="1" y="39"/>
                    </a:cubicBezTo>
                    <a:cubicBezTo>
                      <a:pt x="1" y="146"/>
                      <a:pt x="18" y="270"/>
                      <a:pt x="56" y="376"/>
                    </a:cubicBezTo>
                    <a:cubicBezTo>
                      <a:pt x="90" y="449"/>
                      <a:pt x="125" y="521"/>
                      <a:pt x="214" y="555"/>
                    </a:cubicBezTo>
                    <a:cubicBezTo>
                      <a:pt x="250" y="578"/>
                      <a:pt x="285" y="588"/>
                      <a:pt x="318" y="588"/>
                    </a:cubicBezTo>
                    <a:cubicBezTo>
                      <a:pt x="416" y="588"/>
                      <a:pt x="500" y="502"/>
                      <a:pt x="551" y="397"/>
                    </a:cubicBezTo>
                    <a:cubicBezTo>
                      <a:pt x="606" y="291"/>
                      <a:pt x="606" y="163"/>
                      <a:pt x="606" y="39"/>
                    </a:cubicBezTo>
                    <a:cubicBezTo>
                      <a:pt x="606" y="14"/>
                      <a:pt x="584" y="1"/>
                      <a:pt x="561" y="1"/>
                    </a:cubicBezTo>
                    <a:cubicBezTo>
                      <a:pt x="539" y="1"/>
                      <a:pt x="517" y="14"/>
                      <a:pt x="517" y="39"/>
                    </a:cubicBezTo>
                    <a:cubicBezTo>
                      <a:pt x="534" y="129"/>
                      <a:pt x="517" y="235"/>
                      <a:pt x="483" y="325"/>
                    </a:cubicBezTo>
                    <a:cubicBezTo>
                      <a:pt x="483" y="359"/>
                      <a:pt x="461" y="397"/>
                      <a:pt x="444" y="431"/>
                    </a:cubicBezTo>
                    <a:cubicBezTo>
                      <a:pt x="427" y="449"/>
                      <a:pt x="393" y="466"/>
                      <a:pt x="376" y="483"/>
                    </a:cubicBezTo>
                    <a:lnTo>
                      <a:pt x="355" y="483"/>
                    </a:lnTo>
                    <a:lnTo>
                      <a:pt x="355" y="504"/>
                    </a:lnTo>
                    <a:lnTo>
                      <a:pt x="248" y="504"/>
                    </a:lnTo>
                    <a:cubicBezTo>
                      <a:pt x="262" y="504"/>
                      <a:pt x="258" y="494"/>
                      <a:pt x="253" y="494"/>
                    </a:cubicBezTo>
                    <a:lnTo>
                      <a:pt x="253" y="494"/>
                    </a:lnTo>
                    <a:cubicBezTo>
                      <a:pt x="251" y="494"/>
                      <a:pt x="248" y="497"/>
                      <a:pt x="248" y="504"/>
                    </a:cubicBezTo>
                    <a:lnTo>
                      <a:pt x="248" y="483"/>
                    </a:lnTo>
                    <a:lnTo>
                      <a:pt x="231" y="483"/>
                    </a:lnTo>
                    <a:lnTo>
                      <a:pt x="214" y="466"/>
                    </a:lnTo>
                    <a:cubicBezTo>
                      <a:pt x="214" y="466"/>
                      <a:pt x="197" y="466"/>
                      <a:pt x="197" y="449"/>
                    </a:cubicBezTo>
                    <a:cubicBezTo>
                      <a:pt x="180" y="431"/>
                      <a:pt x="163" y="414"/>
                      <a:pt x="142" y="376"/>
                    </a:cubicBezTo>
                    <a:cubicBezTo>
                      <a:pt x="90" y="270"/>
                      <a:pt x="90" y="146"/>
                      <a:pt x="90" y="39"/>
                    </a:cubicBezTo>
                    <a:cubicBezTo>
                      <a:pt x="90" y="14"/>
                      <a:pt x="68" y="1"/>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2"/>
              <p:cNvSpPr/>
              <p:nvPr/>
            </p:nvSpPr>
            <p:spPr>
              <a:xfrm rot="1073721">
                <a:off x="5997668" y="968491"/>
                <a:ext cx="43202" cy="50572"/>
              </a:xfrm>
              <a:custGeom>
                <a:rect b="b" l="l" r="r" t="t"/>
                <a:pathLst>
                  <a:path extrusionOk="0" h="645" w="551">
                    <a:moveTo>
                      <a:pt x="67" y="1"/>
                    </a:moveTo>
                    <a:cubicBezTo>
                      <a:pt x="50" y="1"/>
                      <a:pt x="35" y="10"/>
                      <a:pt x="35" y="33"/>
                    </a:cubicBezTo>
                    <a:cubicBezTo>
                      <a:pt x="18" y="123"/>
                      <a:pt x="1" y="212"/>
                      <a:pt x="1" y="298"/>
                    </a:cubicBezTo>
                    <a:cubicBezTo>
                      <a:pt x="18" y="387"/>
                      <a:pt x="18" y="494"/>
                      <a:pt x="90" y="566"/>
                    </a:cubicBezTo>
                    <a:cubicBezTo>
                      <a:pt x="129" y="622"/>
                      <a:pt x="191" y="645"/>
                      <a:pt x="266" y="645"/>
                    </a:cubicBezTo>
                    <a:cubicBezTo>
                      <a:pt x="289" y="645"/>
                      <a:pt x="312" y="642"/>
                      <a:pt x="337" y="639"/>
                    </a:cubicBezTo>
                    <a:cubicBezTo>
                      <a:pt x="444" y="617"/>
                      <a:pt x="516" y="532"/>
                      <a:pt x="533" y="425"/>
                    </a:cubicBezTo>
                    <a:cubicBezTo>
                      <a:pt x="550" y="298"/>
                      <a:pt x="533" y="174"/>
                      <a:pt x="533" y="67"/>
                    </a:cubicBezTo>
                    <a:cubicBezTo>
                      <a:pt x="533" y="42"/>
                      <a:pt x="511" y="29"/>
                      <a:pt x="489" y="29"/>
                    </a:cubicBezTo>
                    <a:cubicBezTo>
                      <a:pt x="466" y="29"/>
                      <a:pt x="444" y="42"/>
                      <a:pt x="444" y="67"/>
                    </a:cubicBezTo>
                    <a:cubicBezTo>
                      <a:pt x="444" y="157"/>
                      <a:pt x="461" y="246"/>
                      <a:pt x="461" y="336"/>
                    </a:cubicBezTo>
                    <a:cubicBezTo>
                      <a:pt x="461" y="425"/>
                      <a:pt x="427" y="511"/>
                      <a:pt x="354" y="549"/>
                    </a:cubicBezTo>
                    <a:cubicBezTo>
                      <a:pt x="320" y="566"/>
                      <a:pt x="269" y="566"/>
                      <a:pt x="231" y="566"/>
                    </a:cubicBezTo>
                    <a:cubicBezTo>
                      <a:pt x="197" y="566"/>
                      <a:pt x="180" y="549"/>
                      <a:pt x="163" y="511"/>
                    </a:cubicBezTo>
                    <a:cubicBezTo>
                      <a:pt x="107" y="477"/>
                      <a:pt x="90" y="387"/>
                      <a:pt x="90" y="319"/>
                    </a:cubicBezTo>
                    <a:cubicBezTo>
                      <a:pt x="90" y="229"/>
                      <a:pt x="90" y="140"/>
                      <a:pt x="107" y="50"/>
                    </a:cubicBezTo>
                    <a:cubicBezTo>
                      <a:pt x="117" y="20"/>
                      <a:pt x="90" y="1"/>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2"/>
              <p:cNvSpPr/>
              <p:nvPr/>
            </p:nvSpPr>
            <p:spPr>
              <a:xfrm rot="1073721">
                <a:off x="6065592" y="992304"/>
                <a:ext cx="45867" cy="46024"/>
              </a:xfrm>
              <a:custGeom>
                <a:rect b="b" l="l" r="r" t="t"/>
                <a:pathLst>
                  <a:path extrusionOk="0" h="587" w="585">
                    <a:moveTo>
                      <a:pt x="518" y="0"/>
                    </a:moveTo>
                    <a:cubicBezTo>
                      <a:pt x="494" y="0"/>
                      <a:pt x="468" y="19"/>
                      <a:pt x="478" y="48"/>
                    </a:cubicBezTo>
                    <a:cubicBezTo>
                      <a:pt x="495" y="193"/>
                      <a:pt x="512" y="406"/>
                      <a:pt x="371" y="475"/>
                    </a:cubicBezTo>
                    <a:cubicBezTo>
                      <a:pt x="346" y="494"/>
                      <a:pt x="311" y="503"/>
                      <a:pt x="275" y="503"/>
                    </a:cubicBezTo>
                    <a:cubicBezTo>
                      <a:pt x="239" y="503"/>
                      <a:pt x="203" y="494"/>
                      <a:pt x="175" y="475"/>
                    </a:cubicBezTo>
                    <a:cubicBezTo>
                      <a:pt x="175" y="475"/>
                      <a:pt x="158" y="458"/>
                      <a:pt x="158" y="440"/>
                    </a:cubicBezTo>
                    <a:cubicBezTo>
                      <a:pt x="141" y="440"/>
                      <a:pt x="141" y="423"/>
                      <a:pt x="124" y="406"/>
                    </a:cubicBezTo>
                    <a:cubicBezTo>
                      <a:pt x="124" y="385"/>
                      <a:pt x="107" y="351"/>
                      <a:pt x="107" y="317"/>
                    </a:cubicBezTo>
                    <a:cubicBezTo>
                      <a:pt x="86" y="227"/>
                      <a:pt x="86" y="138"/>
                      <a:pt x="69" y="65"/>
                    </a:cubicBezTo>
                    <a:cubicBezTo>
                      <a:pt x="69" y="48"/>
                      <a:pt x="52" y="14"/>
                      <a:pt x="35" y="14"/>
                    </a:cubicBezTo>
                    <a:cubicBezTo>
                      <a:pt x="17" y="14"/>
                      <a:pt x="0" y="48"/>
                      <a:pt x="0" y="65"/>
                    </a:cubicBezTo>
                    <a:cubicBezTo>
                      <a:pt x="0" y="155"/>
                      <a:pt x="0" y="244"/>
                      <a:pt x="17" y="317"/>
                    </a:cubicBezTo>
                    <a:cubicBezTo>
                      <a:pt x="35" y="406"/>
                      <a:pt x="52" y="475"/>
                      <a:pt x="124" y="530"/>
                    </a:cubicBezTo>
                    <a:cubicBezTo>
                      <a:pt x="164" y="570"/>
                      <a:pt x="217" y="586"/>
                      <a:pt x="272" y="586"/>
                    </a:cubicBezTo>
                    <a:cubicBezTo>
                      <a:pt x="311" y="586"/>
                      <a:pt x="351" y="578"/>
                      <a:pt x="388" y="564"/>
                    </a:cubicBezTo>
                    <a:cubicBezTo>
                      <a:pt x="478" y="530"/>
                      <a:pt x="533" y="458"/>
                      <a:pt x="550" y="351"/>
                    </a:cubicBezTo>
                    <a:cubicBezTo>
                      <a:pt x="584" y="244"/>
                      <a:pt x="567" y="138"/>
                      <a:pt x="550" y="31"/>
                    </a:cubicBezTo>
                    <a:cubicBezTo>
                      <a:pt x="550" y="10"/>
                      <a:pt x="535" y="0"/>
                      <a:pt x="5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2"/>
              <p:cNvSpPr/>
              <p:nvPr/>
            </p:nvSpPr>
            <p:spPr>
              <a:xfrm rot="1073721">
                <a:off x="6211211" y="353367"/>
                <a:ext cx="12780" cy="79425"/>
              </a:xfrm>
              <a:custGeom>
                <a:rect b="b" l="l" r="r" t="t"/>
                <a:pathLst>
                  <a:path extrusionOk="0" h="1013" w="163">
                    <a:moveTo>
                      <a:pt x="82" y="0"/>
                    </a:moveTo>
                    <a:cubicBezTo>
                      <a:pt x="41" y="0"/>
                      <a:pt x="1" y="27"/>
                      <a:pt x="1" y="80"/>
                    </a:cubicBezTo>
                    <a:lnTo>
                      <a:pt x="1" y="933"/>
                    </a:lnTo>
                    <a:cubicBezTo>
                      <a:pt x="1" y="986"/>
                      <a:pt x="41" y="1013"/>
                      <a:pt x="82" y="1013"/>
                    </a:cubicBezTo>
                    <a:cubicBezTo>
                      <a:pt x="122" y="1013"/>
                      <a:pt x="163" y="986"/>
                      <a:pt x="163" y="933"/>
                    </a:cubicBezTo>
                    <a:lnTo>
                      <a:pt x="163" y="80"/>
                    </a:lnTo>
                    <a:cubicBezTo>
                      <a:pt x="163" y="27"/>
                      <a:pt x="122" y="0"/>
                      <a:pt x="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2"/>
              <p:cNvSpPr/>
              <p:nvPr/>
            </p:nvSpPr>
            <p:spPr>
              <a:xfrm rot="1073721">
                <a:off x="6210400" y="333966"/>
                <a:ext cx="40457" cy="38811"/>
              </a:xfrm>
              <a:custGeom>
                <a:rect b="b" l="l" r="r" t="t"/>
                <a:pathLst>
                  <a:path extrusionOk="0" h="495" w="516">
                    <a:moveTo>
                      <a:pt x="247" y="0"/>
                    </a:moveTo>
                    <a:cubicBezTo>
                      <a:pt x="124" y="0"/>
                      <a:pt x="0" y="107"/>
                      <a:pt x="0" y="248"/>
                    </a:cubicBezTo>
                    <a:cubicBezTo>
                      <a:pt x="0" y="388"/>
                      <a:pt x="124" y="495"/>
                      <a:pt x="247" y="495"/>
                    </a:cubicBezTo>
                    <a:cubicBezTo>
                      <a:pt x="388" y="495"/>
                      <a:pt x="516" y="388"/>
                      <a:pt x="516" y="248"/>
                    </a:cubicBezTo>
                    <a:cubicBezTo>
                      <a:pt x="516" y="107"/>
                      <a:pt x="388"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2"/>
              <p:cNvSpPr/>
              <p:nvPr/>
            </p:nvSpPr>
            <p:spPr>
              <a:xfrm rot="1073721">
                <a:off x="6159788" y="394400"/>
                <a:ext cx="97694" cy="57236"/>
              </a:xfrm>
              <a:custGeom>
                <a:rect b="b" l="l" r="r" t="t"/>
                <a:pathLst>
                  <a:path extrusionOk="0" h="730" w="1246">
                    <a:moveTo>
                      <a:pt x="1" y="729"/>
                    </a:moveTo>
                    <a:cubicBezTo>
                      <a:pt x="1" y="1"/>
                      <a:pt x="1246" y="90"/>
                      <a:pt x="1211" y="7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2"/>
              <p:cNvSpPr/>
              <p:nvPr/>
            </p:nvSpPr>
            <p:spPr>
              <a:xfrm rot="1073721">
                <a:off x="6154495" y="407873"/>
                <a:ext cx="102084" cy="46416"/>
              </a:xfrm>
              <a:custGeom>
                <a:rect b="b" l="l" r="r" t="t"/>
                <a:pathLst>
                  <a:path extrusionOk="0" h="592" w="1302">
                    <a:moveTo>
                      <a:pt x="636" y="1"/>
                    </a:moveTo>
                    <a:cubicBezTo>
                      <a:pt x="457" y="1"/>
                      <a:pt x="281" y="54"/>
                      <a:pt x="163" y="158"/>
                    </a:cubicBezTo>
                    <a:cubicBezTo>
                      <a:pt x="56" y="248"/>
                      <a:pt x="1" y="393"/>
                      <a:pt x="1" y="550"/>
                    </a:cubicBezTo>
                    <a:cubicBezTo>
                      <a:pt x="1" y="578"/>
                      <a:pt x="19" y="592"/>
                      <a:pt x="37" y="592"/>
                    </a:cubicBezTo>
                    <a:cubicBezTo>
                      <a:pt x="55" y="592"/>
                      <a:pt x="73" y="578"/>
                      <a:pt x="73" y="550"/>
                    </a:cubicBezTo>
                    <a:cubicBezTo>
                      <a:pt x="84" y="233"/>
                      <a:pt x="360" y="75"/>
                      <a:pt x="642" y="75"/>
                    </a:cubicBezTo>
                    <a:cubicBezTo>
                      <a:pt x="804" y="75"/>
                      <a:pt x="967" y="127"/>
                      <a:pt x="1084" y="231"/>
                    </a:cubicBezTo>
                    <a:cubicBezTo>
                      <a:pt x="1173" y="320"/>
                      <a:pt x="1207" y="427"/>
                      <a:pt x="1207" y="550"/>
                    </a:cubicBezTo>
                    <a:cubicBezTo>
                      <a:pt x="1199" y="578"/>
                      <a:pt x="1217" y="592"/>
                      <a:pt x="1237" y="592"/>
                    </a:cubicBezTo>
                    <a:cubicBezTo>
                      <a:pt x="1257" y="592"/>
                      <a:pt x="1280" y="578"/>
                      <a:pt x="1280" y="550"/>
                    </a:cubicBezTo>
                    <a:cubicBezTo>
                      <a:pt x="1302" y="182"/>
                      <a:pt x="966" y="1"/>
                      <a:pt x="6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2"/>
              <p:cNvSpPr/>
              <p:nvPr/>
            </p:nvSpPr>
            <p:spPr>
              <a:xfrm rot="1073721">
                <a:off x="5568922" y="428626"/>
                <a:ext cx="1108580" cy="527828"/>
              </a:xfrm>
              <a:custGeom>
                <a:rect b="b" l="l" r="r" t="t"/>
                <a:pathLst>
                  <a:path extrusionOk="0" h="6732" w="14139">
                    <a:moveTo>
                      <a:pt x="8205" y="124"/>
                    </a:moveTo>
                    <a:cubicBezTo>
                      <a:pt x="8525" y="197"/>
                      <a:pt x="8828" y="286"/>
                      <a:pt x="9130" y="427"/>
                    </a:cubicBezTo>
                    <a:cubicBezTo>
                      <a:pt x="9433" y="585"/>
                      <a:pt x="9697" y="819"/>
                      <a:pt x="9910" y="1083"/>
                    </a:cubicBezTo>
                    <a:cubicBezTo>
                      <a:pt x="10089" y="1297"/>
                      <a:pt x="10247" y="1510"/>
                      <a:pt x="10409" y="1723"/>
                    </a:cubicBezTo>
                    <a:lnTo>
                      <a:pt x="10409" y="1723"/>
                    </a:lnTo>
                    <a:cubicBezTo>
                      <a:pt x="10673" y="1902"/>
                      <a:pt x="10673" y="2221"/>
                      <a:pt x="10797" y="2469"/>
                    </a:cubicBezTo>
                    <a:cubicBezTo>
                      <a:pt x="10852" y="2592"/>
                      <a:pt x="10886" y="2737"/>
                      <a:pt x="10925" y="2861"/>
                    </a:cubicBezTo>
                    <a:cubicBezTo>
                      <a:pt x="10942" y="2912"/>
                      <a:pt x="10976" y="2950"/>
                      <a:pt x="11031" y="2929"/>
                    </a:cubicBezTo>
                    <a:cubicBezTo>
                      <a:pt x="11313" y="2912"/>
                      <a:pt x="11598" y="2895"/>
                      <a:pt x="11901" y="2895"/>
                    </a:cubicBezTo>
                    <a:cubicBezTo>
                      <a:pt x="12310" y="2895"/>
                      <a:pt x="12327" y="2895"/>
                      <a:pt x="12753" y="2912"/>
                    </a:cubicBezTo>
                    <a:cubicBezTo>
                      <a:pt x="12911" y="2929"/>
                      <a:pt x="13073" y="2984"/>
                      <a:pt x="13231" y="3036"/>
                    </a:cubicBezTo>
                    <a:cubicBezTo>
                      <a:pt x="13674" y="3163"/>
                      <a:pt x="14139" y="3837"/>
                      <a:pt x="14032" y="4314"/>
                    </a:cubicBezTo>
                    <a:cubicBezTo>
                      <a:pt x="14015" y="4404"/>
                      <a:pt x="14015" y="4476"/>
                      <a:pt x="13994" y="4566"/>
                    </a:cubicBezTo>
                    <a:cubicBezTo>
                      <a:pt x="13926" y="4902"/>
                      <a:pt x="13695" y="5099"/>
                      <a:pt x="13393" y="5205"/>
                    </a:cubicBezTo>
                    <a:cubicBezTo>
                      <a:pt x="13141" y="5312"/>
                      <a:pt x="12860" y="5380"/>
                      <a:pt x="12574" y="5435"/>
                    </a:cubicBezTo>
                    <a:cubicBezTo>
                      <a:pt x="11969" y="5542"/>
                      <a:pt x="11739" y="5631"/>
                      <a:pt x="11117" y="5614"/>
                    </a:cubicBezTo>
                    <a:cubicBezTo>
                      <a:pt x="10959" y="5614"/>
                      <a:pt x="10797" y="5593"/>
                      <a:pt x="10622" y="5593"/>
                    </a:cubicBezTo>
                    <a:cubicBezTo>
                      <a:pt x="10533" y="5576"/>
                      <a:pt x="10477" y="5631"/>
                      <a:pt x="10426" y="5721"/>
                    </a:cubicBezTo>
                    <a:cubicBezTo>
                      <a:pt x="10213" y="6092"/>
                      <a:pt x="9910" y="6360"/>
                      <a:pt x="9450" y="6428"/>
                    </a:cubicBezTo>
                    <a:cubicBezTo>
                      <a:pt x="9181" y="6467"/>
                      <a:pt x="8900" y="6518"/>
                      <a:pt x="8615" y="6552"/>
                    </a:cubicBezTo>
                    <a:cubicBezTo>
                      <a:pt x="8384" y="6590"/>
                      <a:pt x="8154" y="6573"/>
                      <a:pt x="7941" y="6607"/>
                    </a:cubicBezTo>
                    <a:cubicBezTo>
                      <a:pt x="7549" y="6680"/>
                      <a:pt x="7157" y="6731"/>
                      <a:pt x="6769" y="6714"/>
                    </a:cubicBezTo>
                    <a:cubicBezTo>
                      <a:pt x="6002" y="6697"/>
                      <a:pt x="5222" y="6680"/>
                      <a:pt x="4459" y="6642"/>
                    </a:cubicBezTo>
                    <a:cubicBezTo>
                      <a:pt x="4122" y="6624"/>
                      <a:pt x="3836" y="6484"/>
                      <a:pt x="3572" y="6288"/>
                    </a:cubicBezTo>
                    <a:cubicBezTo>
                      <a:pt x="3410" y="6164"/>
                      <a:pt x="3304" y="5968"/>
                      <a:pt x="3253" y="5772"/>
                    </a:cubicBezTo>
                    <a:cubicBezTo>
                      <a:pt x="3231" y="5683"/>
                      <a:pt x="3180" y="5648"/>
                      <a:pt x="3108" y="5648"/>
                    </a:cubicBezTo>
                    <a:cubicBezTo>
                      <a:pt x="2754" y="5648"/>
                      <a:pt x="2400" y="5631"/>
                      <a:pt x="2059" y="5614"/>
                    </a:cubicBezTo>
                    <a:cubicBezTo>
                      <a:pt x="1654" y="5614"/>
                      <a:pt x="1245" y="5525"/>
                      <a:pt x="836" y="5435"/>
                    </a:cubicBezTo>
                    <a:cubicBezTo>
                      <a:pt x="802" y="5435"/>
                      <a:pt x="746" y="5418"/>
                      <a:pt x="712" y="5418"/>
                    </a:cubicBezTo>
                    <a:cubicBezTo>
                      <a:pt x="499" y="5418"/>
                      <a:pt x="375" y="5295"/>
                      <a:pt x="286" y="5133"/>
                    </a:cubicBezTo>
                    <a:cubicBezTo>
                      <a:pt x="90" y="4813"/>
                      <a:pt x="0" y="4476"/>
                      <a:pt x="90" y="4101"/>
                    </a:cubicBezTo>
                    <a:cubicBezTo>
                      <a:pt x="162" y="3764"/>
                      <a:pt x="392" y="3517"/>
                      <a:pt x="746" y="3411"/>
                    </a:cubicBezTo>
                    <a:cubicBezTo>
                      <a:pt x="976" y="3321"/>
                      <a:pt x="1207" y="3215"/>
                      <a:pt x="1458" y="3180"/>
                    </a:cubicBezTo>
                    <a:cubicBezTo>
                      <a:pt x="1812" y="3108"/>
                      <a:pt x="2187" y="3091"/>
                      <a:pt x="2558" y="3057"/>
                    </a:cubicBezTo>
                    <a:cubicBezTo>
                      <a:pt x="2720" y="3036"/>
                      <a:pt x="2877" y="3036"/>
                      <a:pt x="3039" y="3019"/>
                    </a:cubicBezTo>
                    <a:cubicBezTo>
                      <a:pt x="3056" y="3019"/>
                      <a:pt x="3108" y="2984"/>
                      <a:pt x="3125" y="2950"/>
                    </a:cubicBezTo>
                    <a:cubicBezTo>
                      <a:pt x="3304" y="2396"/>
                      <a:pt x="3623" y="1936"/>
                      <a:pt x="3943" y="1458"/>
                    </a:cubicBezTo>
                    <a:cubicBezTo>
                      <a:pt x="4386" y="853"/>
                      <a:pt x="4975" y="461"/>
                      <a:pt x="5682" y="231"/>
                    </a:cubicBezTo>
                    <a:cubicBezTo>
                      <a:pt x="6181" y="73"/>
                      <a:pt x="6662" y="1"/>
                      <a:pt x="7174" y="35"/>
                    </a:cubicBezTo>
                    <a:moveTo>
                      <a:pt x="4122" y="3198"/>
                    </a:moveTo>
                    <a:lnTo>
                      <a:pt x="2805" y="3198"/>
                    </a:lnTo>
                    <a:cubicBezTo>
                      <a:pt x="2558" y="3198"/>
                      <a:pt x="2311" y="3215"/>
                      <a:pt x="2059" y="3232"/>
                    </a:cubicBezTo>
                    <a:cubicBezTo>
                      <a:pt x="1633" y="3249"/>
                      <a:pt x="1245" y="3394"/>
                      <a:pt x="836" y="3534"/>
                    </a:cubicBezTo>
                    <a:cubicBezTo>
                      <a:pt x="533" y="3641"/>
                      <a:pt x="320" y="3854"/>
                      <a:pt x="269" y="4191"/>
                    </a:cubicBezTo>
                    <a:cubicBezTo>
                      <a:pt x="179" y="4549"/>
                      <a:pt x="303" y="4847"/>
                      <a:pt x="533" y="5133"/>
                    </a:cubicBezTo>
                    <a:cubicBezTo>
                      <a:pt x="567" y="5188"/>
                      <a:pt x="657" y="5222"/>
                      <a:pt x="746" y="5256"/>
                    </a:cubicBezTo>
                    <a:cubicBezTo>
                      <a:pt x="1475" y="5435"/>
                      <a:pt x="2221" y="5486"/>
                      <a:pt x="2967" y="5486"/>
                    </a:cubicBezTo>
                    <a:cubicBezTo>
                      <a:pt x="3747" y="5508"/>
                      <a:pt x="4531" y="5508"/>
                      <a:pt x="5311" y="5486"/>
                    </a:cubicBezTo>
                    <a:cubicBezTo>
                      <a:pt x="6091" y="5469"/>
                      <a:pt x="6854" y="5452"/>
                      <a:pt x="7638" y="5418"/>
                    </a:cubicBezTo>
                    <a:cubicBezTo>
                      <a:pt x="8099" y="5418"/>
                      <a:pt x="8542" y="5401"/>
                      <a:pt x="8985" y="5401"/>
                    </a:cubicBezTo>
                    <a:cubicBezTo>
                      <a:pt x="9343" y="5418"/>
                      <a:pt x="9697" y="5435"/>
                      <a:pt x="10051" y="5435"/>
                    </a:cubicBezTo>
                    <a:cubicBezTo>
                      <a:pt x="10285" y="5452"/>
                      <a:pt x="10533" y="5435"/>
                      <a:pt x="10763" y="5435"/>
                    </a:cubicBezTo>
                    <a:cubicBezTo>
                      <a:pt x="11138" y="5452"/>
                      <a:pt x="11509" y="5486"/>
                      <a:pt x="11884" y="5435"/>
                    </a:cubicBezTo>
                    <a:cubicBezTo>
                      <a:pt x="12255" y="5380"/>
                      <a:pt x="12221" y="5329"/>
                      <a:pt x="12591" y="5273"/>
                    </a:cubicBezTo>
                    <a:cubicBezTo>
                      <a:pt x="12894" y="5239"/>
                      <a:pt x="13197" y="5150"/>
                      <a:pt x="13461" y="4992"/>
                    </a:cubicBezTo>
                    <a:cubicBezTo>
                      <a:pt x="13836" y="4779"/>
                      <a:pt x="13887" y="4476"/>
                      <a:pt x="13836" y="4033"/>
                    </a:cubicBezTo>
                    <a:cubicBezTo>
                      <a:pt x="13712" y="3803"/>
                      <a:pt x="13589" y="3590"/>
                      <a:pt x="13461" y="3377"/>
                    </a:cubicBezTo>
                    <a:cubicBezTo>
                      <a:pt x="13444" y="3338"/>
                      <a:pt x="13427" y="3338"/>
                      <a:pt x="13410" y="3321"/>
                    </a:cubicBezTo>
                    <a:cubicBezTo>
                      <a:pt x="13214" y="3215"/>
                      <a:pt x="13001" y="3108"/>
                      <a:pt x="12770" y="3091"/>
                    </a:cubicBezTo>
                    <a:cubicBezTo>
                      <a:pt x="12327" y="3074"/>
                      <a:pt x="12255" y="3057"/>
                      <a:pt x="11811" y="3057"/>
                    </a:cubicBezTo>
                    <a:cubicBezTo>
                      <a:pt x="11313" y="3057"/>
                      <a:pt x="10835" y="3108"/>
                      <a:pt x="10354" y="3125"/>
                    </a:cubicBezTo>
                    <a:cubicBezTo>
                      <a:pt x="9893" y="3142"/>
                      <a:pt x="9433" y="3142"/>
                      <a:pt x="8968" y="3163"/>
                    </a:cubicBezTo>
                    <a:cubicBezTo>
                      <a:pt x="8312" y="3180"/>
                      <a:pt x="7638" y="3232"/>
                      <a:pt x="6961" y="3249"/>
                    </a:cubicBezTo>
                    <a:cubicBezTo>
                      <a:pt x="6590" y="3270"/>
                      <a:pt x="6198" y="3249"/>
                      <a:pt x="5827" y="3232"/>
                    </a:cubicBezTo>
                    <a:cubicBezTo>
                      <a:pt x="5239" y="3232"/>
                      <a:pt x="4655" y="3215"/>
                      <a:pt x="4122" y="3198"/>
                    </a:cubicBezTo>
                    <a:close/>
                    <a:moveTo>
                      <a:pt x="3764" y="2059"/>
                    </a:moveTo>
                    <a:cubicBezTo>
                      <a:pt x="5951" y="2025"/>
                      <a:pt x="8116" y="1991"/>
                      <a:pt x="10302" y="1829"/>
                    </a:cubicBezTo>
                    <a:cubicBezTo>
                      <a:pt x="10264" y="1778"/>
                      <a:pt x="10247" y="1740"/>
                      <a:pt x="10230" y="1723"/>
                    </a:cubicBezTo>
                    <a:cubicBezTo>
                      <a:pt x="9983" y="1437"/>
                      <a:pt x="9753" y="1139"/>
                      <a:pt x="9484" y="870"/>
                    </a:cubicBezTo>
                    <a:cubicBezTo>
                      <a:pt x="9343" y="730"/>
                      <a:pt x="9164" y="606"/>
                      <a:pt x="8985" y="534"/>
                    </a:cubicBezTo>
                    <a:cubicBezTo>
                      <a:pt x="8525" y="355"/>
                      <a:pt x="8048" y="214"/>
                      <a:pt x="7549" y="197"/>
                    </a:cubicBezTo>
                    <a:cubicBezTo>
                      <a:pt x="6961" y="180"/>
                      <a:pt x="6394" y="180"/>
                      <a:pt x="5810" y="355"/>
                    </a:cubicBezTo>
                    <a:cubicBezTo>
                      <a:pt x="5384" y="499"/>
                      <a:pt x="4975" y="691"/>
                      <a:pt x="4599" y="977"/>
                    </a:cubicBezTo>
                    <a:cubicBezTo>
                      <a:pt x="4246" y="1262"/>
                      <a:pt x="3960" y="1616"/>
                      <a:pt x="3764" y="2059"/>
                    </a:cubicBezTo>
                    <a:close/>
                    <a:moveTo>
                      <a:pt x="3321" y="3001"/>
                    </a:moveTo>
                    <a:cubicBezTo>
                      <a:pt x="3338" y="3019"/>
                      <a:pt x="3359" y="3019"/>
                      <a:pt x="3376" y="3019"/>
                    </a:cubicBezTo>
                    <a:cubicBezTo>
                      <a:pt x="4050" y="3036"/>
                      <a:pt x="4723" y="3074"/>
                      <a:pt x="5401" y="3091"/>
                    </a:cubicBezTo>
                    <a:cubicBezTo>
                      <a:pt x="6057" y="3108"/>
                      <a:pt x="6697" y="3108"/>
                      <a:pt x="7353" y="3091"/>
                    </a:cubicBezTo>
                    <a:cubicBezTo>
                      <a:pt x="8312" y="3074"/>
                      <a:pt x="9271" y="3019"/>
                      <a:pt x="10230" y="2967"/>
                    </a:cubicBezTo>
                    <a:cubicBezTo>
                      <a:pt x="10392" y="2967"/>
                      <a:pt x="10567" y="2950"/>
                      <a:pt x="10729" y="2950"/>
                    </a:cubicBezTo>
                    <a:cubicBezTo>
                      <a:pt x="10673" y="2631"/>
                      <a:pt x="10605" y="2362"/>
                      <a:pt x="10460" y="2098"/>
                    </a:cubicBezTo>
                    <a:cubicBezTo>
                      <a:pt x="10392" y="1953"/>
                      <a:pt x="10392" y="1953"/>
                      <a:pt x="10247" y="1970"/>
                    </a:cubicBezTo>
                    <a:cubicBezTo>
                      <a:pt x="9876" y="2008"/>
                      <a:pt x="9501" y="2042"/>
                      <a:pt x="9130" y="2059"/>
                    </a:cubicBezTo>
                    <a:cubicBezTo>
                      <a:pt x="8632" y="2077"/>
                      <a:pt x="8154" y="2098"/>
                      <a:pt x="7673" y="2098"/>
                    </a:cubicBezTo>
                    <a:cubicBezTo>
                      <a:pt x="6803" y="2132"/>
                      <a:pt x="5951" y="2149"/>
                      <a:pt x="5098" y="2166"/>
                    </a:cubicBezTo>
                    <a:cubicBezTo>
                      <a:pt x="4655" y="2183"/>
                      <a:pt x="4212" y="2183"/>
                      <a:pt x="3764" y="2183"/>
                    </a:cubicBezTo>
                    <a:cubicBezTo>
                      <a:pt x="3679" y="2183"/>
                      <a:pt x="3606" y="2204"/>
                      <a:pt x="3589" y="2273"/>
                    </a:cubicBezTo>
                    <a:cubicBezTo>
                      <a:pt x="3483" y="2524"/>
                      <a:pt x="3359" y="2754"/>
                      <a:pt x="3321" y="3001"/>
                    </a:cubicBezTo>
                    <a:close/>
                    <a:moveTo>
                      <a:pt x="10302" y="5631"/>
                    </a:moveTo>
                    <a:cubicBezTo>
                      <a:pt x="10230" y="5614"/>
                      <a:pt x="10179" y="5593"/>
                      <a:pt x="10123" y="5593"/>
                    </a:cubicBezTo>
                    <a:cubicBezTo>
                      <a:pt x="9714" y="5576"/>
                      <a:pt x="9326" y="5542"/>
                      <a:pt x="8917" y="5559"/>
                    </a:cubicBezTo>
                    <a:cubicBezTo>
                      <a:pt x="8295" y="5559"/>
                      <a:pt x="7656" y="5593"/>
                      <a:pt x="7016" y="5614"/>
                    </a:cubicBezTo>
                    <a:cubicBezTo>
                      <a:pt x="6641" y="5631"/>
                      <a:pt x="6253" y="5614"/>
                      <a:pt x="5878" y="5631"/>
                    </a:cubicBezTo>
                    <a:cubicBezTo>
                      <a:pt x="5490" y="5631"/>
                      <a:pt x="5115" y="5648"/>
                      <a:pt x="4744" y="5648"/>
                    </a:cubicBezTo>
                    <a:cubicBezTo>
                      <a:pt x="4510" y="5648"/>
                      <a:pt x="4263" y="5631"/>
                      <a:pt x="4015" y="5631"/>
                    </a:cubicBezTo>
                    <a:lnTo>
                      <a:pt x="3572" y="5631"/>
                    </a:lnTo>
                    <a:cubicBezTo>
                      <a:pt x="3517" y="5631"/>
                      <a:pt x="3466" y="5648"/>
                      <a:pt x="3393" y="5648"/>
                    </a:cubicBezTo>
                    <a:cubicBezTo>
                      <a:pt x="3500" y="5968"/>
                      <a:pt x="3679" y="6198"/>
                      <a:pt x="3960" y="6322"/>
                    </a:cubicBezTo>
                    <a:cubicBezTo>
                      <a:pt x="4229" y="6428"/>
                      <a:pt x="4493" y="6501"/>
                      <a:pt x="4761" y="6501"/>
                    </a:cubicBezTo>
                    <a:cubicBezTo>
                      <a:pt x="5384" y="6518"/>
                      <a:pt x="5985" y="6518"/>
                      <a:pt x="6590" y="6552"/>
                    </a:cubicBezTo>
                    <a:cubicBezTo>
                      <a:pt x="6999" y="6573"/>
                      <a:pt x="7408" y="6552"/>
                      <a:pt x="7813" y="6484"/>
                    </a:cubicBezTo>
                    <a:cubicBezTo>
                      <a:pt x="8065" y="6428"/>
                      <a:pt x="8312" y="6394"/>
                      <a:pt x="8559" y="6411"/>
                    </a:cubicBezTo>
                    <a:cubicBezTo>
                      <a:pt x="8615" y="6411"/>
                      <a:pt x="8666" y="6394"/>
                      <a:pt x="8738" y="6394"/>
                    </a:cubicBezTo>
                    <a:cubicBezTo>
                      <a:pt x="8985" y="6339"/>
                      <a:pt x="9254" y="6271"/>
                      <a:pt x="9501" y="6232"/>
                    </a:cubicBezTo>
                    <a:cubicBezTo>
                      <a:pt x="9876" y="6181"/>
                      <a:pt x="10106" y="5934"/>
                      <a:pt x="10302" y="56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2"/>
              <p:cNvSpPr/>
              <p:nvPr/>
            </p:nvSpPr>
            <p:spPr>
              <a:xfrm rot="1073721">
                <a:off x="5561025" y="663893"/>
                <a:ext cx="1074865" cy="192251"/>
              </a:xfrm>
              <a:custGeom>
                <a:rect b="b" l="l" r="r" t="t"/>
                <a:pathLst>
                  <a:path extrusionOk="0" h="2452" w="13709">
                    <a:moveTo>
                      <a:pt x="3943" y="142"/>
                    </a:moveTo>
                    <a:cubicBezTo>
                      <a:pt x="4476" y="159"/>
                      <a:pt x="5060" y="176"/>
                      <a:pt x="5648" y="176"/>
                    </a:cubicBezTo>
                    <a:cubicBezTo>
                      <a:pt x="6019" y="193"/>
                      <a:pt x="6411" y="214"/>
                      <a:pt x="6782" y="193"/>
                    </a:cubicBezTo>
                    <a:cubicBezTo>
                      <a:pt x="7459" y="176"/>
                      <a:pt x="8133" y="124"/>
                      <a:pt x="8789" y="107"/>
                    </a:cubicBezTo>
                    <a:cubicBezTo>
                      <a:pt x="9254" y="86"/>
                      <a:pt x="9714" y="86"/>
                      <a:pt x="10175" y="69"/>
                    </a:cubicBezTo>
                    <a:cubicBezTo>
                      <a:pt x="10656" y="52"/>
                      <a:pt x="11134" y="1"/>
                      <a:pt x="11632" y="1"/>
                    </a:cubicBezTo>
                    <a:cubicBezTo>
                      <a:pt x="12076" y="1"/>
                      <a:pt x="12148" y="18"/>
                      <a:pt x="12591" y="35"/>
                    </a:cubicBezTo>
                    <a:cubicBezTo>
                      <a:pt x="12822" y="52"/>
                      <a:pt x="13035" y="159"/>
                      <a:pt x="13231" y="265"/>
                    </a:cubicBezTo>
                    <a:cubicBezTo>
                      <a:pt x="13248" y="282"/>
                      <a:pt x="13265" y="282"/>
                      <a:pt x="13282" y="321"/>
                    </a:cubicBezTo>
                    <a:cubicBezTo>
                      <a:pt x="13410" y="534"/>
                      <a:pt x="13533" y="747"/>
                      <a:pt x="13657" y="977"/>
                    </a:cubicBezTo>
                    <a:cubicBezTo>
                      <a:pt x="13708" y="1420"/>
                      <a:pt x="13657" y="1723"/>
                      <a:pt x="13282" y="1936"/>
                    </a:cubicBezTo>
                    <a:cubicBezTo>
                      <a:pt x="13018" y="2094"/>
                      <a:pt x="12715" y="2183"/>
                      <a:pt x="12412" y="2217"/>
                    </a:cubicBezTo>
                    <a:cubicBezTo>
                      <a:pt x="12042" y="2273"/>
                      <a:pt x="12076" y="2324"/>
                      <a:pt x="11705" y="2379"/>
                    </a:cubicBezTo>
                    <a:cubicBezTo>
                      <a:pt x="11330" y="2430"/>
                      <a:pt x="10959" y="2396"/>
                      <a:pt x="10584" y="2379"/>
                    </a:cubicBezTo>
                    <a:cubicBezTo>
                      <a:pt x="10354" y="2379"/>
                      <a:pt x="10106" y="2396"/>
                      <a:pt x="9872" y="2379"/>
                    </a:cubicBezTo>
                    <a:cubicBezTo>
                      <a:pt x="9518" y="2379"/>
                      <a:pt x="9164" y="2362"/>
                      <a:pt x="8806" y="2345"/>
                    </a:cubicBezTo>
                    <a:cubicBezTo>
                      <a:pt x="8363" y="2345"/>
                      <a:pt x="7920" y="2362"/>
                      <a:pt x="7459" y="2362"/>
                    </a:cubicBezTo>
                    <a:cubicBezTo>
                      <a:pt x="6675" y="2396"/>
                      <a:pt x="5912" y="2413"/>
                      <a:pt x="5132" y="2430"/>
                    </a:cubicBezTo>
                    <a:cubicBezTo>
                      <a:pt x="4352" y="2452"/>
                      <a:pt x="3568" y="2452"/>
                      <a:pt x="2788" y="2430"/>
                    </a:cubicBezTo>
                    <a:cubicBezTo>
                      <a:pt x="2042" y="2430"/>
                      <a:pt x="1296" y="2379"/>
                      <a:pt x="567" y="2200"/>
                    </a:cubicBezTo>
                    <a:cubicBezTo>
                      <a:pt x="478" y="2166"/>
                      <a:pt x="388" y="2132"/>
                      <a:pt x="354" y="2077"/>
                    </a:cubicBezTo>
                    <a:cubicBezTo>
                      <a:pt x="124" y="1791"/>
                      <a:pt x="0" y="1493"/>
                      <a:pt x="90" y="1135"/>
                    </a:cubicBezTo>
                    <a:cubicBezTo>
                      <a:pt x="141" y="798"/>
                      <a:pt x="354" y="585"/>
                      <a:pt x="657" y="478"/>
                    </a:cubicBezTo>
                    <a:cubicBezTo>
                      <a:pt x="1066" y="338"/>
                      <a:pt x="1454" y="193"/>
                      <a:pt x="1880" y="176"/>
                    </a:cubicBezTo>
                    <a:cubicBezTo>
                      <a:pt x="2132" y="159"/>
                      <a:pt x="2379" y="142"/>
                      <a:pt x="2626" y="14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2"/>
              <p:cNvSpPr/>
              <p:nvPr/>
            </p:nvSpPr>
            <p:spPr>
              <a:xfrm rot="1073721">
                <a:off x="5918225" y="450303"/>
                <a:ext cx="512774" cy="147481"/>
              </a:xfrm>
              <a:custGeom>
                <a:rect b="b" l="l" r="r" t="t"/>
                <a:pathLst>
                  <a:path extrusionOk="0" h="1881" w="6540">
                    <a:moveTo>
                      <a:pt x="1" y="1880"/>
                    </a:moveTo>
                    <a:cubicBezTo>
                      <a:pt x="197" y="1437"/>
                      <a:pt x="483" y="1083"/>
                      <a:pt x="836" y="798"/>
                    </a:cubicBezTo>
                    <a:cubicBezTo>
                      <a:pt x="1212" y="512"/>
                      <a:pt x="1621" y="320"/>
                      <a:pt x="2047" y="176"/>
                    </a:cubicBezTo>
                    <a:cubicBezTo>
                      <a:pt x="2631" y="1"/>
                      <a:pt x="3198" y="1"/>
                      <a:pt x="3786" y="18"/>
                    </a:cubicBezTo>
                    <a:cubicBezTo>
                      <a:pt x="4285" y="35"/>
                      <a:pt x="4762" y="176"/>
                      <a:pt x="5222" y="355"/>
                    </a:cubicBezTo>
                    <a:cubicBezTo>
                      <a:pt x="5401" y="427"/>
                      <a:pt x="5580" y="551"/>
                      <a:pt x="5721" y="691"/>
                    </a:cubicBezTo>
                    <a:cubicBezTo>
                      <a:pt x="5990" y="960"/>
                      <a:pt x="6220" y="1258"/>
                      <a:pt x="6467" y="1544"/>
                    </a:cubicBezTo>
                    <a:cubicBezTo>
                      <a:pt x="6484" y="1561"/>
                      <a:pt x="6501" y="1599"/>
                      <a:pt x="6539" y="1650"/>
                    </a:cubicBezTo>
                    <a:cubicBezTo>
                      <a:pt x="4353" y="1812"/>
                      <a:pt x="2188" y="1846"/>
                      <a:pt x="1" y="188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2"/>
              <p:cNvSpPr/>
              <p:nvPr/>
            </p:nvSpPr>
            <p:spPr>
              <a:xfrm rot="1073721">
                <a:off x="5849529" y="583760"/>
                <a:ext cx="580909" cy="90716"/>
              </a:xfrm>
              <a:custGeom>
                <a:rect b="b" l="l" r="r" t="t"/>
                <a:pathLst>
                  <a:path extrusionOk="0" h="1157" w="7409">
                    <a:moveTo>
                      <a:pt x="1" y="1049"/>
                    </a:moveTo>
                    <a:cubicBezTo>
                      <a:pt x="39" y="802"/>
                      <a:pt x="163" y="572"/>
                      <a:pt x="269" y="321"/>
                    </a:cubicBezTo>
                    <a:cubicBezTo>
                      <a:pt x="286" y="252"/>
                      <a:pt x="359" y="231"/>
                      <a:pt x="444" y="231"/>
                    </a:cubicBezTo>
                    <a:cubicBezTo>
                      <a:pt x="892" y="231"/>
                      <a:pt x="1335" y="231"/>
                      <a:pt x="1778" y="214"/>
                    </a:cubicBezTo>
                    <a:cubicBezTo>
                      <a:pt x="2631" y="197"/>
                      <a:pt x="3483" y="180"/>
                      <a:pt x="4353" y="146"/>
                    </a:cubicBezTo>
                    <a:cubicBezTo>
                      <a:pt x="4834" y="146"/>
                      <a:pt x="5312" y="125"/>
                      <a:pt x="5810" y="107"/>
                    </a:cubicBezTo>
                    <a:cubicBezTo>
                      <a:pt x="6181" y="90"/>
                      <a:pt x="6556" y="56"/>
                      <a:pt x="6927" y="18"/>
                    </a:cubicBezTo>
                    <a:cubicBezTo>
                      <a:pt x="7072" y="1"/>
                      <a:pt x="7072" y="1"/>
                      <a:pt x="7140" y="146"/>
                    </a:cubicBezTo>
                    <a:cubicBezTo>
                      <a:pt x="7285" y="410"/>
                      <a:pt x="7353" y="679"/>
                      <a:pt x="7409" y="998"/>
                    </a:cubicBezTo>
                    <a:cubicBezTo>
                      <a:pt x="7247" y="998"/>
                      <a:pt x="7072" y="1015"/>
                      <a:pt x="6910" y="1015"/>
                    </a:cubicBezTo>
                    <a:cubicBezTo>
                      <a:pt x="5951" y="1067"/>
                      <a:pt x="4992" y="1122"/>
                      <a:pt x="4033" y="1139"/>
                    </a:cubicBezTo>
                    <a:cubicBezTo>
                      <a:pt x="3377" y="1156"/>
                      <a:pt x="2737" y="1156"/>
                      <a:pt x="2081" y="1139"/>
                    </a:cubicBezTo>
                    <a:cubicBezTo>
                      <a:pt x="1403" y="1122"/>
                      <a:pt x="730" y="1084"/>
                      <a:pt x="56" y="1067"/>
                    </a:cubicBezTo>
                    <a:cubicBezTo>
                      <a:pt x="39" y="1067"/>
                      <a:pt x="18" y="1067"/>
                      <a:pt x="1" y="10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2"/>
              <p:cNvSpPr/>
              <p:nvPr/>
            </p:nvSpPr>
            <p:spPr>
              <a:xfrm rot="1073721">
                <a:off x="5770948" y="847527"/>
                <a:ext cx="541784" cy="80993"/>
              </a:xfrm>
              <a:custGeom>
                <a:rect b="b" l="l" r="r" t="t"/>
                <a:pathLst>
                  <a:path extrusionOk="0" h="1033" w="6910">
                    <a:moveTo>
                      <a:pt x="6909" y="90"/>
                    </a:moveTo>
                    <a:cubicBezTo>
                      <a:pt x="6713" y="393"/>
                      <a:pt x="6483" y="640"/>
                      <a:pt x="6108" y="691"/>
                    </a:cubicBezTo>
                    <a:cubicBezTo>
                      <a:pt x="5861" y="730"/>
                      <a:pt x="5592" y="798"/>
                      <a:pt x="5345" y="853"/>
                    </a:cubicBezTo>
                    <a:cubicBezTo>
                      <a:pt x="5273" y="853"/>
                      <a:pt x="5222" y="870"/>
                      <a:pt x="5166" y="870"/>
                    </a:cubicBezTo>
                    <a:cubicBezTo>
                      <a:pt x="4919" y="853"/>
                      <a:pt x="4672" y="887"/>
                      <a:pt x="4420" y="943"/>
                    </a:cubicBezTo>
                    <a:cubicBezTo>
                      <a:pt x="4015" y="1011"/>
                      <a:pt x="3606" y="1032"/>
                      <a:pt x="3197" y="1011"/>
                    </a:cubicBezTo>
                    <a:cubicBezTo>
                      <a:pt x="2592" y="977"/>
                      <a:pt x="1991" y="977"/>
                      <a:pt x="1368" y="960"/>
                    </a:cubicBezTo>
                    <a:cubicBezTo>
                      <a:pt x="1100" y="960"/>
                      <a:pt x="836" y="887"/>
                      <a:pt x="567" y="781"/>
                    </a:cubicBezTo>
                    <a:cubicBezTo>
                      <a:pt x="286" y="657"/>
                      <a:pt x="107" y="427"/>
                      <a:pt x="0" y="107"/>
                    </a:cubicBezTo>
                    <a:cubicBezTo>
                      <a:pt x="73" y="107"/>
                      <a:pt x="124" y="90"/>
                      <a:pt x="179" y="90"/>
                    </a:cubicBezTo>
                    <a:lnTo>
                      <a:pt x="622" y="90"/>
                    </a:lnTo>
                    <a:cubicBezTo>
                      <a:pt x="870" y="90"/>
                      <a:pt x="1117" y="107"/>
                      <a:pt x="1351" y="107"/>
                    </a:cubicBezTo>
                    <a:cubicBezTo>
                      <a:pt x="1722" y="107"/>
                      <a:pt x="2097" y="90"/>
                      <a:pt x="2485" y="90"/>
                    </a:cubicBezTo>
                    <a:cubicBezTo>
                      <a:pt x="2860" y="73"/>
                      <a:pt x="3248" y="90"/>
                      <a:pt x="3623" y="73"/>
                    </a:cubicBezTo>
                    <a:cubicBezTo>
                      <a:pt x="4263" y="52"/>
                      <a:pt x="4902" y="18"/>
                      <a:pt x="5524" y="18"/>
                    </a:cubicBezTo>
                    <a:cubicBezTo>
                      <a:pt x="5933" y="1"/>
                      <a:pt x="6321" y="35"/>
                      <a:pt x="6730" y="52"/>
                    </a:cubicBezTo>
                    <a:cubicBezTo>
                      <a:pt x="6786" y="52"/>
                      <a:pt x="6837" y="73"/>
                      <a:pt x="6909" y="9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2"/>
              <p:cNvSpPr/>
              <p:nvPr/>
            </p:nvSpPr>
            <p:spPr>
              <a:xfrm rot="1073721">
                <a:off x="5909636" y="554267"/>
                <a:ext cx="33479" cy="26501"/>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2"/>
              <p:cNvSpPr/>
              <p:nvPr/>
            </p:nvSpPr>
            <p:spPr>
              <a:xfrm rot="1073721">
                <a:off x="5984025" y="578287"/>
                <a:ext cx="33479" cy="26501"/>
              </a:xfrm>
              <a:custGeom>
                <a:rect b="b" l="l" r="r" t="t"/>
                <a:pathLst>
                  <a:path extrusionOk="0" h="338" w="427">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2"/>
              <p:cNvSpPr/>
              <p:nvPr/>
            </p:nvSpPr>
            <p:spPr>
              <a:xfrm rot="1073721">
                <a:off x="6064830" y="604379"/>
                <a:ext cx="33479" cy="26501"/>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2"/>
              <p:cNvSpPr/>
              <p:nvPr/>
            </p:nvSpPr>
            <p:spPr>
              <a:xfrm rot="1073721">
                <a:off x="6153544" y="633025"/>
                <a:ext cx="33479" cy="26501"/>
              </a:xfrm>
              <a:custGeom>
                <a:rect b="b" l="l" r="r" t="t"/>
                <a:pathLst>
                  <a:path extrusionOk="0" h="338" w="427">
                    <a:moveTo>
                      <a:pt x="213" y="1"/>
                    </a:moveTo>
                    <a:cubicBezTo>
                      <a:pt x="0" y="1"/>
                      <a:pt x="0" y="337"/>
                      <a:pt x="213" y="337"/>
                    </a:cubicBezTo>
                    <a:cubicBezTo>
                      <a:pt x="427" y="337"/>
                      <a:pt x="427"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2"/>
              <p:cNvSpPr/>
              <p:nvPr/>
            </p:nvSpPr>
            <p:spPr>
              <a:xfrm rot="1073721">
                <a:off x="6242259" y="661671"/>
                <a:ext cx="33479" cy="26501"/>
              </a:xfrm>
              <a:custGeom>
                <a:rect b="b" l="l" r="r" t="t"/>
                <a:pathLst>
                  <a:path extrusionOk="0" h="338" w="427">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2"/>
              <p:cNvSpPr/>
              <p:nvPr/>
            </p:nvSpPr>
            <p:spPr>
              <a:xfrm rot="1073721">
                <a:off x="6333129" y="683678"/>
                <a:ext cx="33479" cy="26423"/>
              </a:xfrm>
              <a:custGeom>
                <a:rect b="b" l="l" r="r" t="t"/>
                <a:pathLst>
                  <a:path extrusionOk="0" h="337" w="427">
                    <a:moveTo>
                      <a:pt x="214" y="0"/>
                    </a:moveTo>
                    <a:cubicBezTo>
                      <a:pt x="1" y="0"/>
                      <a:pt x="1" y="337"/>
                      <a:pt x="214" y="337"/>
                    </a:cubicBezTo>
                    <a:cubicBezTo>
                      <a:pt x="427" y="337"/>
                      <a:pt x="427" y="0"/>
                      <a:pt x="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2"/>
              <p:cNvSpPr/>
              <p:nvPr/>
            </p:nvSpPr>
            <p:spPr>
              <a:xfrm rot="1073721">
                <a:off x="6175973" y="503050"/>
                <a:ext cx="163163" cy="76602"/>
              </a:xfrm>
              <a:custGeom>
                <a:rect b="b" l="l" r="r" t="t"/>
                <a:pathLst>
                  <a:path extrusionOk="0" h="977" w="2081">
                    <a:moveTo>
                      <a:pt x="606" y="1"/>
                    </a:moveTo>
                    <a:cubicBezTo>
                      <a:pt x="392" y="1"/>
                      <a:pt x="179" y="18"/>
                      <a:pt x="0" y="107"/>
                    </a:cubicBezTo>
                    <a:cubicBezTo>
                      <a:pt x="196" y="158"/>
                      <a:pt x="375" y="197"/>
                      <a:pt x="571" y="248"/>
                    </a:cubicBezTo>
                    <a:cubicBezTo>
                      <a:pt x="746" y="303"/>
                      <a:pt x="925" y="371"/>
                      <a:pt x="1087" y="427"/>
                    </a:cubicBezTo>
                    <a:cubicBezTo>
                      <a:pt x="1262" y="495"/>
                      <a:pt x="1424" y="567"/>
                      <a:pt x="1599" y="657"/>
                    </a:cubicBezTo>
                    <a:cubicBezTo>
                      <a:pt x="1761" y="746"/>
                      <a:pt x="1918" y="853"/>
                      <a:pt x="2080" y="977"/>
                    </a:cubicBezTo>
                    <a:cubicBezTo>
                      <a:pt x="2025" y="763"/>
                      <a:pt x="1901" y="584"/>
                      <a:pt x="1744" y="444"/>
                    </a:cubicBezTo>
                    <a:cubicBezTo>
                      <a:pt x="1582" y="303"/>
                      <a:pt x="1407" y="197"/>
                      <a:pt x="1211" y="124"/>
                    </a:cubicBezTo>
                    <a:cubicBezTo>
                      <a:pt x="1015" y="52"/>
                      <a:pt x="819" y="1"/>
                      <a:pt x="6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2"/>
              <p:cNvSpPr/>
              <p:nvPr/>
            </p:nvSpPr>
            <p:spPr>
              <a:xfrm rot="1073721">
                <a:off x="5680639" y="598333"/>
                <a:ext cx="101614" cy="90637"/>
              </a:xfrm>
              <a:custGeom>
                <a:rect b="b" l="l" r="r" t="t"/>
                <a:pathLst>
                  <a:path extrusionOk="0" h="1156" w="1296">
                    <a:moveTo>
                      <a:pt x="1296" y="550"/>
                    </a:moveTo>
                    <a:cubicBezTo>
                      <a:pt x="1279" y="797"/>
                      <a:pt x="1155" y="976"/>
                      <a:pt x="925" y="1066"/>
                    </a:cubicBezTo>
                    <a:cubicBezTo>
                      <a:pt x="674" y="1155"/>
                      <a:pt x="409" y="1117"/>
                      <a:pt x="264" y="942"/>
                    </a:cubicBezTo>
                    <a:cubicBezTo>
                      <a:pt x="0" y="640"/>
                      <a:pt x="124" y="231"/>
                      <a:pt x="499" y="73"/>
                    </a:cubicBezTo>
                    <a:cubicBezTo>
                      <a:pt x="656" y="17"/>
                      <a:pt x="818" y="0"/>
                      <a:pt x="993" y="51"/>
                    </a:cubicBezTo>
                    <a:cubicBezTo>
                      <a:pt x="1066" y="73"/>
                      <a:pt x="1138" y="124"/>
                      <a:pt x="1172" y="179"/>
                    </a:cubicBezTo>
                    <a:cubicBezTo>
                      <a:pt x="1262"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2"/>
              <p:cNvSpPr/>
              <p:nvPr/>
            </p:nvSpPr>
            <p:spPr>
              <a:xfrm rot="1073721">
                <a:off x="5674582" y="588065"/>
                <a:ext cx="118393" cy="114080"/>
              </a:xfrm>
              <a:custGeom>
                <a:rect b="b" l="l" r="r" t="t"/>
                <a:pathLst>
                  <a:path extrusionOk="0" h="1455" w="1510">
                    <a:moveTo>
                      <a:pt x="1492" y="674"/>
                    </a:moveTo>
                    <a:cubicBezTo>
                      <a:pt x="1510" y="1045"/>
                      <a:pt x="1245" y="1296"/>
                      <a:pt x="909" y="1386"/>
                    </a:cubicBezTo>
                    <a:cubicBezTo>
                      <a:pt x="606" y="1454"/>
                      <a:pt x="359" y="1365"/>
                      <a:pt x="180" y="1117"/>
                    </a:cubicBezTo>
                    <a:cubicBezTo>
                      <a:pt x="1" y="887"/>
                      <a:pt x="1" y="533"/>
                      <a:pt x="269" y="248"/>
                    </a:cubicBezTo>
                    <a:cubicBezTo>
                      <a:pt x="482" y="52"/>
                      <a:pt x="729" y="1"/>
                      <a:pt x="998" y="35"/>
                    </a:cubicBezTo>
                    <a:cubicBezTo>
                      <a:pt x="1122" y="52"/>
                      <a:pt x="1245" y="52"/>
                      <a:pt x="1318" y="175"/>
                    </a:cubicBezTo>
                    <a:cubicBezTo>
                      <a:pt x="1403" y="282"/>
                      <a:pt x="1492" y="512"/>
                      <a:pt x="1492" y="674"/>
                    </a:cubicBezTo>
                    <a:close/>
                    <a:moveTo>
                      <a:pt x="1369" y="691"/>
                    </a:moveTo>
                    <a:cubicBezTo>
                      <a:pt x="1369" y="568"/>
                      <a:pt x="1335" y="427"/>
                      <a:pt x="1245" y="320"/>
                    </a:cubicBezTo>
                    <a:cubicBezTo>
                      <a:pt x="1211" y="265"/>
                      <a:pt x="1139" y="214"/>
                      <a:pt x="1066" y="192"/>
                    </a:cubicBezTo>
                    <a:cubicBezTo>
                      <a:pt x="891" y="141"/>
                      <a:pt x="729" y="158"/>
                      <a:pt x="572" y="214"/>
                    </a:cubicBezTo>
                    <a:cubicBezTo>
                      <a:pt x="197" y="372"/>
                      <a:pt x="73" y="781"/>
                      <a:pt x="337" y="1083"/>
                    </a:cubicBezTo>
                    <a:cubicBezTo>
                      <a:pt x="482" y="1258"/>
                      <a:pt x="747" y="1296"/>
                      <a:pt x="998" y="1207"/>
                    </a:cubicBezTo>
                    <a:cubicBezTo>
                      <a:pt x="1228" y="1117"/>
                      <a:pt x="1352" y="938"/>
                      <a:pt x="1369"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2"/>
              <p:cNvSpPr/>
              <p:nvPr/>
            </p:nvSpPr>
            <p:spPr>
              <a:xfrm rot="1073721">
                <a:off x="5858066" y="655637"/>
                <a:ext cx="101692" cy="90637"/>
              </a:xfrm>
              <a:custGeom>
                <a:rect b="b" l="l" r="r" t="t"/>
                <a:pathLst>
                  <a:path extrusionOk="0" h="1156" w="1297">
                    <a:moveTo>
                      <a:pt x="1296" y="550"/>
                    </a:moveTo>
                    <a:cubicBezTo>
                      <a:pt x="1279" y="797"/>
                      <a:pt x="1156" y="976"/>
                      <a:pt x="925" y="1066"/>
                    </a:cubicBezTo>
                    <a:cubicBezTo>
                      <a:pt x="678" y="1155"/>
                      <a:pt x="410" y="1117"/>
                      <a:pt x="269" y="942"/>
                    </a:cubicBezTo>
                    <a:cubicBezTo>
                      <a:pt x="0" y="640"/>
                      <a:pt x="107" y="231"/>
                      <a:pt x="499" y="73"/>
                    </a:cubicBezTo>
                    <a:cubicBezTo>
                      <a:pt x="657" y="17"/>
                      <a:pt x="819" y="0"/>
                      <a:pt x="977" y="51"/>
                    </a:cubicBezTo>
                    <a:cubicBezTo>
                      <a:pt x="1049" y="73"/>
                      <a:pt x="1139" y="124"/>
                      <a:pt x="1173" y="179"/>
                    </a:cubicBezTo>
                    <a:cubicBezTo>
                      <a:pt x="1245"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2"/>
              <p:cNvSpPr/>
              <p:nvPr/>
            </p:nvSpPr>
            <p:spPr>
              <a:xfrm rot="1073721">
                <a:off x="5852383" y="645477"/>
                <a:ext cx="118393" cy="114080"/>
              </a:xfrm>
              <a:custGeom>
                <a:rect b="b" l="l" r="r" t="t"/>
                <a:pathLst>
                  <a:path extrusionOk="0" h="1455" w="1510">
                    <a:moveTo>
                      <a:pt x="1492" y="674"/>
                    </a:moveTo>
                    <a:cubicBezTo>
                      <a:pt x="1509" y="1045"/>
                      <a:pt x="1241" y="1296"/>
                      <a:pt x="904" y="1386"/>
                    </a:cubicBezTo>
                    <a:cubicBezTo>
                      <a:pt x="601" y="1454"/>
                      <a:pt x="337" y="1365"/>
                      <a:pt x="158" y="1117"/>
                    </a:cubicBezTo>
                    <a:cubicBezTo>
                      <a:pt x="0" y="887"/>
                      <a:pt x="0" y="533"/>
                      <a:pt x="265" y="248"/>
                    </a:cubicBezTo>
                    <a:cubicBezTo>
                      <a:pt x="478" y="52"/>
                      <a:pt x="725" y="1"/>
                      <a:pt x="993" y="35"/>
                    </a:cubicBezTo>
                    <a:cubicBezTo>
                      <a:pt x="1100" y="52"/>
                      <a:pt x="1241" y="52"/>
                      <a:pt x="1313" y="175"/>
                    </a:cubicBezTo>
                    <a:cubicBezTo>
                      <a:pt x="1403" y="282"/>
                      <a:pt x="1471" y="512"/>
                      <a:pt x="1492" y="674"/>
                    </a:cubicBezTo>
                    <a:close/>
                    <a:moveTo>
                      <a:pt x="1364" y="691"/>
                    </a:moveTo>
                    <a:cubicBezTo>
                      <a:pt x="1364" y="568"/>
                      <a:pt x="1313" y="427"/>
                      <a:pt x="1241" y="320"/>
                    </a:cubicBezTo>
                    <a:cubicBezTo>
                      <a:pt x="1207" y="265"/>
                      <a:pt x="1117" y="214"/>
                      <a:pt x="1045" y="192"/>
                    </a:cubicBezTo>
                    <a:cubicBezTo>
                      <a:pt x="887" y="141"/>
                      <a:pt x="725" y="158"/>
                      <a:pt x="567" y="214"/>
                    </a:cubicBezTo>
                    <a:cubicBezTo>
                      <a:pt x="175" y="372"/>
                      <a:pt x="68" y="781"/>
                      <a:pt x="337" y="1083"/>
                    </a:cubicBezTo>
                    <a:cubicBezTo>
                      <a:pt x="478" y="1258"/>
                      <a:pt x="746" y="1296"/>
                      <a:pt x="993" y="1207"/>
                    </a:cubicBezTo>
                    <a:cubicBezTo>
                      <a:pt x="1224" y="1117"/>
                      <a:pt x="1347" y="938"/>
                      <a:pt x="1364"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2"/>
              <p:cNvSpPr/>
              <p:nvPr/>
            </p:nvSpPr>
            <p:spPr>
              <a:xfrm rot="1073721">
                <a:off x="6035869" y="713038"/>
                <a:ext cx="101614" cy="90637"/>
              </a:xfrm>
              <a:custGeom>
                <a:rect b="b" l="l" r="r" t="t"/>
                <a:pathLst>
                  <a:path extrusionOk="0" h="1156" w="1296">
                    <a:moveTo>
                      <a:pt x="1296" y="550"/>
                    </a:moveTo>
                    <a:cubicBezTo>
                      <a:pt x="1279" y="797"/>
                      <a:pt x="1151" y="976"/>
                      <a:pt x="904" y="1066"/>
                    </a:cubicBezTo>
                    <a:cubicBezTo>
                      <a:pt x="674" y="1155"/>
                      <a:pt x="388" y="1117"/>
                      <a:pt x="247" y="942"/>
                    </a:cubicBezTo>
                    <a:cubicBezTo>
                      <a:pt x="0" y="640"/>
                      <a:pt x="107" y="231"/>
                      <a:pt x="495" y="73"/>
                    </a:cubicBezTo>
                    <a:cubicBezTo>
                      <a:pt x="657" y="17"/>
                      <a:pt x="814" y="0"/>
                      <a:pt x="976" y="51"/>
                    </a:cubicBezTo>
                    <a:cubicBezTo>
                      <a:pt x="1044" y="73"/>
                      <a:pt x="1134" y="124"/>
                      <a:pt x="1172" y="179"/>
                    </a:cubicBezTo>
                    <a:cubicBezTo>
                      <a:pt x="1241"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2"/>
              <p:cNvSpPr/>
              <p:nvPr/>
            </p:nvSpPr>
            <p:spPr>
              <a:xfrm rot="1073721">
                <a:off x="6028511" y="702565"/>
                <a:ext cx="119726" cy="114080"/>
              </a:xfrm>
              <a:custGeom>
                <a:rect b="b" l="l" r="r" t="t"/>
                <a:pathLst>
                  <a:path extrusionOk="0" h="1455" w="1527">
                    <a:moveTo>
                      <a:pt x="1510" y="674"/>
                    </a:moveTo>
                    <a:cubicBezTo>
                      <a:pt x="1527" y="1045"/>
                      <a:pt x="1262" y="1296"/>
                      <a:pt x="921" y="1386"/>
                    </a:cubicBezTo>
                    <a:cubicBezTo>
                      <a:pt x="623" y="1454"/>
                      <a:pt x="354" y="1365"/>
                      <a:pt x="175" y="1117"/>
                    </a:cubicBezTo>
                    <a:cubicBezTo>
                      <a:pt x="18" y="887"/>
                      <a:pt x="1" y="533"/>
                      <a:pt x="282" y="248"/>
                    </a:cubicBezTo>
                    <a:cubicBezTo>
                      <a:pt x="478" y="52"/>
                      <a:pt x="747" y="1"/>
                      <a:pt x="1011" y="35"/>
                    </a:cubicBezTo>
                    <a:cubicBezTo>
                      <a:pt x="1117" y="52"/>
                      <a:pt x="1241" y="52"/>
                      <a:pt x="1331" y="175"/>
                    </a:cubicBezTo>
                    <a:cubicBezTo>
                      <a:pt x="1420" y="282"/>
                      <a:pt x="1492" y="512"/>
                      <a:pt x="1510" y="674"/>
                    </a:cubicBezTo>
                    <a:close/>
                    <a:moveTo>
                      <a:pt x="1386" y="691"/>
                    </a:moveTo>
                    <a:cubicBezTo>
                      <a:pt x="1386" y="568"/>
                      <a:pt x="1331" y="427"/>
                      <a:pt x="1262" y="320"/>
                    </a:cubicBezTo>
                    <a:cubicBezTo>
                      <a:pt x="1224" y="265"/>
                      <a:pt x="1134" y="214"/>
                      <a:pt x="1066" y="192"/>
                    </a:cubicBezTo>
                    <a:cubicBezTo>
                      <a:pt x="904" y="141"/>
                      <a:pt x="747" y="158"/>
                      <a:pt x="585" y="214"/>
                    </a:cubicBezTo>
                    <a:cubicBezTo>
                      <a:pt x="197" y="372"/>
                      <a:pt x="90" y="781"/>
                      <a:pt x="337" y="1083"/>
                    </a:cubicBezTo>
                    <a:cubicBezTo>
                      <a:pt x="478" y="1258"/>
                      <a:pt x="764" y="1296"/>
                      <a:pt x="994" y="1207"/>
                    </a:cubicBezTo>
                    <a:cubicBezTo>
                      <a:pt x="1241" y="1117"/>
                      <a:pt x="1369" y="938"/>
                      <a:pt x="1386"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2"/>
              <p:cNvSpPr/>
              <p:nvPr/>
            </p:nvSpPr>
            <p:spPr>
              <a:xfrm rot="1073721">
                <a:off x="6213296" y="770342"/>
                <a:ext cx="101692" cy="90637"/>
              </a:xfrm>
              <a:custGeom>
                <a:rect b="b" l="l" r="r" t="t"/>
                <a:pathLst>
                  <a:path extrusionOk="0" h="1156" w="1297">
                    <a:moveTo>
                      <a:pt x="1279" y="550"/>
                    </a:moveTo>
                    <a:cubicBezTo>
                      <a:pt x="1279" y="797"/>
                      <a:pt x="1156" y="976"/>
                      <a:pt x="904" y="1066"/>
                    </a:cubicBezTo>
                    <a:cubicBezTo>
                      <a:pt x="674" y="1155"/>
                      <a:pt x="393" y="1117"/>
                      <a:pt x="248" y="942"/>
                    </a:cubicBezTo>
                    <a:cubicBezTo>
                      <a:pt x="1" y="640"/>
                      <a:pt x="107" y="231"/>
                      <a:pt x="478" y="73"/>
                    </a:cubicBezTo>
                    <a:cubicBezTo>
                      <a:pt x="640" y="17"/>
                      <a:pt x="819" y="0"/>
                      <a:pt x="977" y="51"/>
                    </a:cubicBezTo>
                    <a:cubicBezTo>
                      <a:pt x="1049" y="73"/>
                      <a:pt x="1139" y="124"/>
                      <a:pt x="1173" y="179"/>
                    </a:cubicBezTo>
                    <a:cubicBezTo>
                      <a:pt x="1245" y="286"/>
                      <a:pt x="1296" y="427"/>
                      <a:pt x="1279"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2"/>
              <p:cNvSpPr/>
              <p:nvPr/>
            </p:nvSpPr>
            <p:spPr>
              <a:xfrm rot="1073721">
                <a:off x="6206016" y="759869"/>
                <a:ext cx="119647" cy="114080"/>
              </a:xfrm>
              <a:custGeom>
                <a:rect b="b" l="l" r="r" t="t"/>
                <a:pathLst>
                  <a:path extrusionOk="0" h="1455" w="1526">
                    <a:moveTo>
                      <a:pt x="1509" y="674"/>
                    </a:moveTo>
                    <a:cubicBezTo>
                      <a:pt x="1526" y="1045"/>
                      <a:pt x="1262" y="1296"/>
                      <a:pt x="925" y="1386"/>
                    </a:cubicBezTo>
                    <a:cubicBezTo>
                      <a:pt x="622" y="1454"/>
                      <a:pt x="354" y="1365"/>
                      <a:pt x="179" y="1117"/>
                    </a:cubicBezTo>
                    <a:cubicBezTo>
                      <a:pt x="17" y="887"/>
                      <a:pt x="0" y="533"/>
                      <a:pt x="286" y="248"/>
                    </a:cubicBezTo>
                    <a:cubicBezTo>
                      <a:pt x="482" y="52"/>
                      <a:pt x="746" y="1"/>
                      <a:pt x="1015" y="35"/>
                    </a:cubicBezTo>
                    <a:cubicBezTo>
                      <a:pt x="1121" y="52"/>
                      <a:pt x="1245" y="52"/>
                      <a:pt x="1334" y="175"/>
                    </a:cubicBezTo>
                    <a:cubicBezTo>
                      <a:pt x="1402" y="282"/>
                      <a:pt x="1492" y="512"/>
                      <a:pt x="1509" y="674"/>
                    </a:cubicBezTo>
                    <a:close/>
                    <a:moveTo>
                      <a:pt x="1368" y="691"/>
                    </a:moveTo>
                    <a:cubicBezTo>
                      <a:pt x="1385" y="568"/>
                      <a:pt x="1334" y="427"/>
                      <a:pt x="1262" y="320"/>
                    </a:cubicBezTo>
                    <a:cubicBezTo>
                      <a:pt x="1228" y="265"/>
                      <a:pt x="1138" y="214"/>
                      <a:pt x="1066" y="192"/>
                    </a:cubicBezTo>
                    <a:cubicBezTo>
                      <a:pt x="908" y="141"/>
                      <a:pt x="729" y="158"/>
                      <a:pt x="567" y="214"/>
                    </a:cubicBezTo>
                    <a:cubicBezTo>
                      <a:pt x="196" y="372"/>
                      <a:pt x="90" y="781"/>
                      <a:pt x="337" y="1083"/>
                    </a:cubicBezTo>
                    <a:cubicBezTo>
                      <a:pt x="482" y="1258"/>
                      <a:pt x="763" y="1296"/>
                      <a:pt x="993" y="1207"/>
                    </a:cubicBezTo>
                    <a:cubicBezTo>
                      <a:pt x="1245" y="1117"/>
                      <a:pt x="1368" y="938"/>
                      <a:pt x="1368"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2"/>
              <p:cNvSpPr/>
              <p:nvPr/>
            </p:nvSpPr>
            <p:spPr>
              <a:xfrm rot="1073721">
                <a:off x="6390724" y="827634"/>
                <a:ext cx="101692" cy="90637"/>
              </a:xfrm>
              <a:custGeom>
                <a:rect b="b" l="l" r="r" t="t"/>
                <a:pathLst>
                  <a:path extrusionOk="0" h="1156" w="1297">
                    <a:moveTo>
                      <a:pt x="1280" y="550"/>
                    </a:moveTo>
                    <a:cubicBezTo>
                      <a:pt x="1280" y="797"/>
                      <a:pt x="1156" y="976"/>
                      <a:pt x="909" y="1066"/>
                    </a:cubicBezTo>
                    <a:cubicBezTo>
                      <a:pt x="679" y="1155"/>
                      <a:pt x="393" y="1117"/>
                      <a:pt x="252" y="942"/>
                    </a:cubicBezTo>
                    <a:cubicBezTo>
                      <a:pt x="1" y="640"/>
                      <a:pt x="108" y="231"/>
                      <a:pt x="483" y="73"/>
                    </a:cubicBezTo>
                    <a:cubicBezTo>
                      <a:pt x="640" y="17"/>
                      <a:pt x="819" y="0"/>
                      <a:pt x="977" y="51"/>
                    </a:cubicBezTo>
                    <a:cubicBezTo>
                      <a:pt x="1050" y="73"/>
                      <a:pt x="1122" y="124"/>
                      <a:pt x="1173" y="179"/>
                    </a:cubicBezTo>
                    <a:cubicBezTo>
                      <a:pt x="1246" y="286"/>
                      <a:pt x="1297" y="427"/>
                      <a:pt x="1280"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2"/>
              <p:cNvSpPr/>
              <p:nvPr/>
            </p:nvSpPr>
            <p:spPr>
              <a:xfrm rot="1073721">
                <a:off x="6383435" y="817221"/>
                <a:ext cx="120039" cy="114080"/>
              </a:xfrm>
              <a:custGeom>
                <a:rect b="b" l="l" r="r" t="t"/>
                <a:pathLst>
                  <a:path extrusionOk="0" h="1455" w="1531">
                    <a:moveTo>
                      <a:pt x="1492" y="674"/>
                    </a:moveTo>
                    <a:cubicBezTo>
                      <a:pt x="1531" y="1045"/>
                      <a:pt x="1262" y="1296"/>
                      <a:pt x="925" y="1386"/>
                    </a:cubicBezTo>
                    <a:cubicBezTo>
                      <a:pt x="623" y="1454"/>
                      <a:pt x="359" y="1365"/>
                      <a:pt x="179" y="1117"/>
                    </a:cubicBezTo>
                    <a:cubicBezTo>
                      <a:pt x="22" y="887"/>
                      <a:pt x="0" y="533"/>
                      <a:pt x="286" y="248"/>
                    </a:cubicBezTo>
                    <a:cubicBezTo>
                      <a:pt x="482" y="52"/>
                      <a:pt x="746" y="1"/>
                      <a:pt x="1015" y="35"/>
                    </a:cubicBezTo>
                    <a:cubicBezTo>
                      <a:pt x="1121" y="52"/>
                      <a:pt x="1245" y="52"/>
                      <a:pt x="1335" y="175"/>
                    </a:cubicBezTo>
                    <a:cubicBezTo>
                      <a:pt x="1407" y="282"/>
                      <a:pt x="1492" y="512"/>
                      <a:pt x="1492" y="674"/>
                    </a:cubicBezTo>
                    <a:close/>
                    <a:moveTo>
                      <a:pt x="1369" y="691"/>
                    </a:moveTo>
                    <a:cubicBezTo>
                      <a:pt x="1386" y="568"/>
                      <a:pt x="1335" y="427"/>
                      <a:pt x="1262" y="320"/>
                    </a:cubicBezTo>
                    <a:cubicBezTo>
                      <a:pt x="1211" y="265"/>
                      <a:pt x="1139" y="214"/>
                      <a:pt x="1066" y="192"/>
                    </a:cubicBezTo>
                    <a:cubicBezTo>
                      <a:pt x="908" y="141"/>
                      <a:pt x="729" y="158"/>
                      <a:pt x="572" y="214"/>
                    </a:cubicBezTo>
                    <a:cubicBezTo>
                      <a:pt x="197" y="372"/>
                      <a:pt x="90" y="781"/>
                      <a:pt x="341" y="1083"/>
                    </a:cubicBezTo>
                    <a:cubicBezTo>
                      <a:pt x="482" y="1258"/>
                      <a:pt x="768" y="1296"/>
                      <a:pt x="998" y="1207"/>
                    </a:cubicBezTo>
                    <a:cubicBezTo>
                      <a:pt x="1245" y="1117"/>
                      <a:pt x="1369" y="938"/>
                      <a:pt x="1369"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2"/>
              <p:cNvSpPr/>
              <p:nvPr/>
            </p:nvSpPr>
            <p:spPr>
              <a:xfrm rot="1073721">
                <a:off x="5735506" y="618167"/>
                <a:ext cx="33479" cy="26501"/>
              </a:xfrm>
              <a:custGeom>
                <a:rect b="b" l="l" r="r" t="t"/>
                <a:pathLst>
                  <a:path extrusionOk="0" h="338" w="427">
                    <a:moveTo>
                      <a:pt x="214" y="0"/>
                    </a:moveTo>
                    <a:cubicBezTo>
                      <a:pt x="0" y="0"/>
                      <a:pt x="0"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2"/>
              <p:cNvSpPr/>
              <p:nvPr/>
            </p:nvSpPr>
            <p:spPr>
              <a:xfrm rot="1073721">
                <a:off x="5917113" y="676808"/>
                <a:ext cx="33479" cy="26501"/>
              </a:xfrm>
              <a:custGeom>
                <a:rect b="b" l="l" r="r" t="t"/>
                <a:pathLst>
                  <a:path extrusionOk="0" h="338" w="427">
                    <a:moveTo>
                      <a:pt x="213" y="0"/>
                    </a:moveTo>
                    <a:cubicBezTo>
                      <a:pt x="0" y="0"/>
                      <a:pt x="0" y="337"/>
                      <a:pt x="213" y="337"/>
                    </a:cubicBezTo>
                    <a:cubicBezTo>
                      <a:pt x="427" y="337"/>
                      <a:pt x="427" y="0"/>
                      <a:pt x="2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2"/>
              <p:cNvSpPr/>
              <p:nvPr/>
            </p:nvSpPr>
            <p:spPr>
              <a:xfrm rot="1073721">
                <a:off x="6094132" y="735369"/>
                <a:ext cx="33479" cy="26501"/>
              </a:xfrm>
              <a:custGeom>
                <a:rect b="b" l="l" r="r" t="t"/>
                <a:pathLst>
                  <a:path extrusionOk="0" h="338" w="427">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2"/>
              <p:cNvSpPr/>
              <p:nvPr/>
            </p:nvSpPr>
            <p:spPr>
              <a:xfrm rot="1073721">
                <a:off x="6269022" y="791854"/>
                <a:ext cx="33558" cy="26501"/>
              </a:xfrm>
              <a:custGeom>
                <a:rect b="b" l="l" r="r" t="t"/>
                <a:pathLst>
                  <a:path extrusionOk="0" h="338" w="428">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2"/>
              <p:cNvSpPr/>
              <p:nvPr/>
            </p:nvSpPr>
            <p:spPr>
              <a:xfrm rot="1073721">
                <a:off x="6448503" y="848395"/>
                <a:ext cx="33479" cy="26501"/>
              </a:xfrm>
              <a:custGeom>
                <a:rect b="b" l="l" r="r" t="t"/>
                <a:pathLst>
                  <a:path extrusionOk="0" h="338" w="427">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2"/>
              <p:cNvSpPr/>
              <p:nvPr/>
            </p:nvSpPr>
            <p:spPr>
              <a:xfrm rot="1073721">
                <a:off x="5584944" y="587344"/>
                <a:ext cx="57236" cy="8389"/>
              </a:xfrm>
              <a:custGeom>
                <a:rect b="b" l="l" r="r" t="t"/>
                <a:pathLst>
                  <a:path extrusionOk="0" h="107" w="730">
                    <a:moveTo>
                      <a:pt x="657" y="0"/>
                    </a:moveTo>
                    <a:cubicBezTo>
                      <a:pt x="466" y="17"/>
                      <a:pt x="269" y="17"/>
                      <a:pt x="56" y="17"/>
                    </a:cubicBezTo>
                    <a:cubicBezTo>
                      <a:pt x="1" y="17"/>
                      <a:pt x="1" y="107"/>
                      <a:pt x="56" y="107"/>
                    </a:cubicBezTo>
                    <a:cubicBezTo>
                      <a:pt x="269" y="107"/>
                      <a:pt x="466" y="107"/>
                      <a:pt x="657" y="90"/>
                    </a:cubicBezTo>
                    <a:cubicBezTo>
                      <a:pt x="730" y="90"/>
                      <a:pt x="730" y="0"/>
                      <a:pt x="6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2"/>
              <p:cNvSpPr/>
              <p:nvPr/>
            </p:nvSpPr>
            <p:spPr>
              <a:xfrm rot="1073721">
                <a:off x="5597480" y="570577"/>
                <a:ext cx="46181" cy="8468"/>
              </a:xfrm>
              <a:custGeom>
                <a:rect b="b" l="l" r="r" t="t"/>
                <a:pathLst>
                  <a:path extrusionOk="0" h="108" w="589">
                    <a:moveTo>
                      <a:pt x="533" y="1"/>
                    </a:moveTo>
                    <a:cubicBezTo>
                      <a:pt x="376" y="1"/>
                      <a:pt x="214" y="18"/>
                      <a:pt x="56" y="18"/>
                    </a:cubicBezTo>
                    <a:cubicBezTo>
                      <a:pt x="0" y="18"/>
                      <a:pt x="0" y="108"/>
                      <a:pt x="56" y="108"/>
                    </a:cubicBezTo>
                    <a:cubicBezTo>
                      <a:pt x="214" y="108"/>
                      <a:pt x="376" y="90"/>
                      <a:pt x="533" y="90"/>
                    </a:cubicBezTo>
                    <a:cubicBezTo>
                      <a:pt x="589" y="90"/>
                      <a:pt x="589" y="1"/>
                      <a:pt x="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2"/>
              <p:cNvSpPr/>
              <p:nvPr/>
            </p:nvSpPr>
            <p:spPr>
              <a:xfrm rot="1073721">
                <a:off x="5577745" y="610099"/>
                <a:ext cx="58569" cy="7684"/>
              </a:xfrm>
              <a:custGeom>
                <a:rect b="b" l="l" r="r" t="t"/>
                <a:pathLst>
                  <a:path extrusionOk="0" h="98" w="747">
                    <a:moveTo>
                      <a:pt x="56" y="1"/>
                    </a:moveTo>
                    <a:cubicBezTo>
                      <a:pt x="1" y="1"/>
                      <a:pt x="1" y="90"/>
                      <a:pt x="56" y="90"/>
                    </a:cubicBezTo>
                    <a:cubicBezTo>
                      <a:pt x="127" y="96"/>
                      <a:pt x="198" y="98"/>
                      <a:pt x="269" y="98"/>
                    </a:cubicBezTo>
                    <a:cubicBezTo>
                      <a:pt x="412" y="98"/>
                      <a:pt x="554" y="90"/>
                      <a:pt x="696" y="90"/>
                    </a:cubicBezTo>
                    <a:cubicBezTo>
                      <a:pt x="747" y="90"/>
                      <a:pt x="747" y="1"/>
                      <a:pt x="696" y="1"/>
                    </a:cubicBezTo>
                    <a:cubicBezTo>
                      <a:pt x="554" y="1"/>
                      <a:pt x="412" y="8"/>
                      <a:pt x="269" y="8"/>
                    </a:cubicBezTo>
                    <a:cubicBezTo>
                      <a:pt x="198" y="8"/>
                      <a:pt x="127" y="6"/>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2"/>
              <p:cNvSpPr/>
              <p:nvPr/>
            </p:nvSpPr>
            <p:spPr>
              <a:xfrm rot="1073721">
                <a:off x="5944045" y="477507"/>
                <a:ext cx="72604" cy="9801"/>
              </a:xfrm>
              <a:custGeom>
                <a:rect b="b" l="l" r="r" t="t"/>
                <a:pathLst>
                  <a:path extrusionOk="0" h="125" w="926">
                    <a:moveTo>
                      <a:pt x="73" y="1"/>
                    </a:moveTo>
                    <a:cubicBezTo>
                      <a:pt x="1" y="1"/>
                      <a:pt x="1" y="90"/>
                      <a:pt x="73" y="90"/>
                    </a:cubicBezTo>
                    <a:cubicBezTo>
                      <a:pt x="205" y="107"/>
                      <a:pt x="338" y="107"/>
                      <a:pt x="469" y="107"/>
                    </a:cubicBezTo>
                    <a:cubicBezTo>
                      <a:pt x="600" y="107"/>
                      <a:pt x="729" y="107"/>
                      <a:pt x="853" y="124"/>
                    </a:cubicBezTo>
                    <a:cubicBezTo>
                      <a:pt x="926" y="124"/>
                      <a:pt x="926" y="39"/>
                      <a:pt x="853" y="39"/>
                    </a:cubicBezTo>
                    <a:cubicBezTo>
                      <a:pt x="729" y="20"/>
                      <a:pt x="600" y="20"/>
                      <a:pt x="469" y="20"/>
                    </a:cubicBezTo>
                    <a:cubicBezTo>
                      <a:pt x="338" y="20"/>
                      <a:pt x="205" y="20"/>
                      <a:pt x="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2"/>
              <p:cNvSpPr/>
              <p:nvPr/>
            </p:nvSpPr>
            <p:spPr>
              <a:xfrm rot="1073721">
                <a:off x="5963351" y="462057"/>
                <a:ext cx="47200" cy="8468"/>
              </a:xfrm>
              <a:custGeom>
                <a:rect b="b" l="l" r="r" t="t"/>
                <a:pathLst>
                  <a:path extrusionOk="0" h="108" w="602">
                    <a:moveTo>
                      <a:pt x="69" y="0"/>
                    </a:moveTo>
                    <a:cubicBezTo>
                      <a:pt x="1" y="0"/>
                      <a:pt x="1" y="107"/>
                      <a:pt x="69" y="107"/>
                    </a:cubicBezTo>
                    <a:cubicBezTo>
                      <a:pt x="231" y="107"/>
                      <a:pt x="388" y="90"/>
                      <a:pt x="550" y="90"/>
                    </a:cubicBezTo>
                    <a:cubicBezTo>
                      <a:pt x="602" y="90"/>
                      <a:pt x="602" y="0"/>
                      <a:pt x="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2"/>
              <p:cNvSpPr/>
              <p:nvPr/>
            </p:nvSpPr>
            <p:spPr>
              <a:xfrm rot="1073721">
                <a:off x="5925809" y="493320"/>
                <a:ext cx="61235" cy="8703"/>
              </a:xfrm>
              <a:custGeom>
                <a:rect b="b" l="l" r="r" t="t"/>
                <a:pathLst>
                  <a:path extrusionOk="0" h="111" w="781">
                    <a:moveTo>
                      <a:pt x="52" y="0"/>
                    </a:moveTo>
                    <a:cubicBezTo>
                      <a:pt x="18" y="0"/>
                      <a:pt x="1" y="17"/>
                      <a:pt x="1" y="34"/>
                    </a:cubicBezTo>
                    <a:cubicBezTo>
                      <a:pt x="1" y="73"/>
                      <a:pt x="18" y="90"/>
                      <a:pt x="52" y="90"/>
                    </a:cubicBezTo>
                    <a:cubicBezTo>
                      <a:pt x="159" y="107"/>
                      <a:pt x="269" y="111"/>
                      <a:pt x="382" y="111"/>
                    </a:cubicBezTo>
                    <a:cubicBezTo>
                      <a:pt x="495" y="111"/>
                      <a:pt x="610" y="107"/>
                      <a:pt x="725" y="107"/>
                    </a:cubicBezTo>
                    <a:cubicBezTo>
                      <a:pt x="781" y="107"/>
                      <a:pt x="781" y="17"/>
                      <a:pt x="725" y="17"/>
                    </a:cubicBezTo>
                    <a:cubicBezTo>
                      <a:pt x="495" y="17"/>
                      <a:pt x="265" y="17"/>
                      <a:pt x="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 name="Google Shape;307;p32"/>
            <p:cNvSpPr/>
            <p:nvPr/>
          </p:nvSpPr>
          <p:spPr>
            <a:xfrm rot="10800000">
              <a:off x="7523492" y="404477"/>
              <a:ext cx="176903" cy="177020"/>
            </a:xfrm>
            <a:custGeom>
              <a:rect b="b" l="l" r="r" t="t"/>
              <a:pathLst>
                <a:path extrusionOk="0" h="1459" w="1458">
                  <a:moveTo>
                    <a:pt x="623" y="410"/>
                  </a:moveTo>
                  <a:lnTo>
                    <a:pt x="729" y="0"/>
                  </a:lnTo>
                  <a:lnTo>
                    <a:pt x="836" y="410"/>
                  </a:lnTo>
                  <a:cubicBezTo>
                    <a:pt x="870" y="516"/>
                    <a:pt x="959" y="584"/>
                    <a:pt x="1049" y="623"/>
                  </a:cubicBezTo>
                  <a:lnTo>
                    <a:pt x="1458" y="729"/>
                  </a:lnTo>
                  <a:lnTo>
                    <a:pt x="1049" y="836"/>
                  </a:lnTo>
                  <a:cubicBezTo>
                    <a:pt x="942" y="870"/>
                    <a:pt x="870" y="942"/>
                    <a:pt x="836" y="1049"/>
                  </a:cubicBezTo>
                  <a:lnTo>
                    <a:pt x="729" y="1458"/>
                  </a:lnTo>
                  <a:lnTo>
                    <a:pt x="623" y="1049"/>
                  </a:lnTo>
                  <a:cubicBezTo>
                    <a:pt x="605" y="942"/>
                    <a:pt x="516" y="853"/>
                    <a:pt x="409" y="836"/>
                  </a:cubicBezTo>
                  <a:lnTo>
                    <a:pt x="0" y="729"/>
                  </a:lnTo>
                  <a:lnTo>
                    <a:pt x="409" y="623"/>
                  </a:lnTo>
                  <a:cubicBezTo>
                    <a:pt x="516" y="584"/>
                    <a:pt x="605" y="516"/>
                    <a:pt x="623" y="4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2"/>
            <p:cNvSpPr/>
            <p:nvPr/>
          </p:nvSpPr>
          <p:spPr>
            <a:xfrm rot="10800000">
              <a:off x="7232783" y="451490"/>
              <a:ext cx="176417" cy="177020"/>
            </a:xfrm>
            <a:custGeom>
              <a:rect b="b" l="l" r="r" t="t"/>
              <a:pathLst>
                <a:path extrusionOk="0" h="1459" w="1454">
                  <a:moveTo>
                    <a:pt x="618" y="410"/>
                  </a:moveTo>
                  <a:lnTo>
                    <a:pt x="725" y="0"/>
                  </a:lnTo>
                  <a:lnTo>
                    <a:pt x="831" y="410"/>
                  </a:lnTo>
                  <a:cubicBezTo>
                    <a:pt x="870" y="516"/>
                    <a:pt x="938" y="584"/>
                    <a:pt x="1044" y="623"/>
                  </a:cubicBezTo>
                  <a:lnTo>
                    <a:pt x="1454" y="729"/>
                  </a:lnTo>
                  <a:lnTo>
                    <a:pt x="1044" y="836"/>
                  </a:lnTo>
                  <a:cubicBezTo>
                    <a:pt x="938" y="870"/>
                    <a:pt x="853" y="942"/>
                    <a:pt x="831" y="1049"/>
                  </a:cubicBezTo>
                  <a:lnTo>
                    <a:pt x="725" y="1458"/>
                  </a:lnTo>
                  <a:lnTo>
                    <a:pt x="618" y="1049"/>
                  </a:lnTo>
                  <a:cubicBezTo>
                    <a:pt x="584" y="942"/>
                    <a:pt x="512" y="853"/>
                    <a:pt x="405" y="836"/>
                  </a:cubicBezTo>
                  <a:lnTo>
                    <a:pt x="0" y="729"/>
                  </a:lnTo>
                  <a:lnTo>
                    <a:pt x="405" y="623"/>
                  </a:lnTo>
                  <a:cubicBezTo>
                    <a:pt x="512" y="584"/>
                    <a:pt x="584" y="516"/>
                    <a:pt x="618" y="41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2"/>
            <p:cNvSpPr/>
            <p:nvPr/>
          </p:nvSpPr>
          <p:spPr>
            <a:xfrm rot="1800036">
              <a:off x="7056069" y="772289"/>
              <a:ext cx="98226" cy="98418"/>
            </a:xfrm>
            <a:custGeom>
              <a:rect b="b" l="l" r="r" t="t"/>
              <a:pathLst>
                <a:path extrusionOk="0" h="2047" w="2043">
                  <a:moveTo>
                    <a:pt x="1011" y="0"/>
                  </a:moveTo>
                  <a:cubicBezTo>
                    <a:pt x="461" y="0"/>
                    <a:pt x="1" y="465"/>
                    <a:pt x="1" y="1015"/>
                  </a:cubicBezTo>
                  <a:cubicBezTo>
                    <a:pt x="1" y="1582"/>
                    <a:pt x="461" y="2046"/>
                    <a:pt x="1011" y="2046"/>
                  </a:cubicBezTo>
                  <a:cubicBezTo>
                    <a:pt x="1582" y="2046"/>
                    <a:pt x="2042" y="1582"/>
                    <a:pt x="2042" y="1015"/>
                  </a:cubicBezTo>
                  <a:cubicBezTo>
                    <a:pt x="2042" y="465"/>
                    <a:pt x="1582" y="0"/>
                    <a:pt x="1011"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2"/>
            <p:cNvSpPr/>
            <p:nvPr/>
          </p:nvSpPr>
          <p:spPr>
            <a:xfrm rot="1800134">
              <a:off x="7362125" y="801567"/>
              <a:ext cx="39775" cy="39852"/>
            </a:xfrm>
            <a:custGeom>
              <a:rect b="b" l="l" r="r" t="t"/>
              <a:pathLst>
                <a:path extrusionOk="0" h="2047" w="2043">
                  <a:moveTo>
                    <a:pt x="1011" y="0"/>
                  </a:moveTo>
                  <a:cubicBezTo>
                    <a:pt x="461" y="0"/>
                    <a:pt x="1" y="465"/>
                    <a:pt x="1" y="1015"/>
                  </a:cubicBezTo>
                  <a:cubicBezTo>
                    <a:pt x="1" y="1582"/>
                    <a:pt x="461" y="2046"/>
                    <a:pt x="1011" y="2046"/>
                  </a:cubicBezTo>
                  <a:cubicBezTo>
                    <a:pt x="1582" y="2046"/>
                    <a:pt x="2042" y="1582"/>
                    <a:pt x="2042" y="1015"/>
                  </a:cubicBezTo>
                  <a:cubicBezTo>
                    <a:pt x="2042" y="465"/>
                    <a:pt x="1582" y="0"/>
                    <a:pt x="1011"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 name="Google Shape;311;p32"/>
          <p:cNvSpPr/>
          <p:nvPr/>
        </p:nvSpPr>
        <p:spPr>
          <a:xfrm rot="10800000">
            <a:off x="7441625" y="2103850"/>
            <a:ext cx="1730400" cy="120000"/>
          </a:xfrm>
          <a:prstGeom prst="rect">
            <a:avLst/>
          </a:prstGeom>
          <a:gradFill>
            <a:gsLst>
              <a:gs pos="0">
                <a:schemeClr val="dk1"/>
              </a:gs>
              <a:gs pos="48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 name="Shape 315"/>
        <p:cNvGrpSpPr/>
        <p:nvPr/>
      </p:nvGrpSpPr>
      <p:grpSpPr>
        <a:xfrm>
          <a:off x="0" y="0"/>
          <a:ext cx="0" cy="0"/>
          <a:chOff x="0" y="0"/>
          <a:chExt cx="0" cy="0"/>
        </a:xfrm>
      </p:grpSpPr>
      <p:sp>
        <p:nvSpPr>
          <p:cNvPr id="316" name="Google Shape;316;p33"/>
          <p:cNvSpPr txBox="1"/>
          <p:nvPr>
            <p:ph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CONTENTS OF THIS TEMPLATE</a:t>
            </a:r>
            <a:endParaRPr/>
          </a:p>
        </p:txBody>
      </p:sp>
      <p:grpSp>
        <p:nvGrpSpPr>
          <p:cNvPr id="317" name="Google Shape;317;p33"/>
          <p:cNvGrpSpPr/>
          <p:nvPr/>
        </p:nvGrpSpPr>
        <p:grpSpPr>
          <a:xfrm>
            <a:off x="8244750" y="391977"/>
            <a:ext cx="566056" cy="882730"/>
            <a:chOff x="8244750" y="391977"/>
            <a:chExt cx="566056" cy="882730"/>
          </a:xfrm>
        </p:grpSpPr>
        <p:sp>
          <p:nvSpPr>
            <p:cNvPr id="318" name="Google Shape;318;p33"/>
            <p:cNvSpPr/>
            <p:nvPr/>
          </p:nvSpPr>
          <p:spPr>
            <a:xfrm>
              <a:off x="8657101" y="754787"/>
              <a:ext cx="153706" cy="153877"/>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3"/>
            <p:cNvSpPr/>
            <p:nvPr/>
          </p:nvSpPr>
          <p:spPr>
            <a:xfrm>
              <a:off x="8452410" y="1070028"/>
              <a:ext cx="204679" cy="204679"/>
            </a:xfrm>
            <a:custGeom>
              <a:rect b="b" l="l" r="r" t="t"/>
              <a:pathLst>
                <a:path extrusionOk="0" h="4493" w="4493">
                  <a:moveTo>
                    <a:pt x="2255" y="0"/>
                  </a:moveTo>
                  <a:cubicBezTo>
                    <a:pt x="1015" y="0"/>
                    <a:pt x="0" y="993"/>
                    <a:pt x="0" y="2238"/>
                  </a:cubicBezTo>
                  <a:cubicBezTo>
                    <a:pt x="0" y="3483"/>
                    <a:pt x="1015" y="4493"/>
                    <a:pt x="2255" y="4493"/>
                  </a:cubicBezTo>
                  <a:cubicBezTo>
                    <a:pt x="3500" y="4493"/>
                    <a:pt x="4493" y="3483"/>
                    <a:pt x="4493" y="2238"/>
                  </a:cubicBezTo>
                  <a:cubicBezTo>
                    <a:pt x="4493" y="993"/>
                    <a:pt x="3500" y="0"/>
                    <a:pt x="2255"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3"/>
            <p:cNvSpPr/>
            <p:nvPr/>
          </p:nvSpPr>
          <p:spPr>
            <a:xfrm>
              <a:off x="8244750" y="682885"/>
              <a:ext cx="297702" cy="297702"/>
            </a:xfrm>
            <a:custGeom>
              <a:rect b="b" l="l" r="r" t="t"/>
              <a:pathLst>
                <a:path extrusionOk="0" h="6535" w="6535">
                  <a:moveTo>
                    <a:pt x="3269" y="0"/>
                  </a:moveTo>
                  <a:cubicBezTo>
                    <a:pt x="1458" y="0"/>
                    <a:pt x="0" y="1454"/>
                    <a:pt x="0" y="3265"/>
                  </a:cubicBezTo>
                  <a:cubicBezTo>
                    <a:pt x="0" y="5077"/>
                    <a:pt x="1458" y="6534"/>
                    <a:pt x="3269" y="6534"/>
                  </a:cubicBezTo>
                  <a:cubicBezTo>
                    <a:pt x="5081" y="6534"/>
                    <a:pt x="6534" y="5077"/>
                    <a:pt x="6534" y="3265"/>
                  </a:cubicBezTo>
                  <a:cubicBezTo>
                    <a:pt x="6534" y="1454"/>
                    <a:pt x="5081" y="0"/>
                    <a:pt x="3269"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3"/>
            <p:cNvSpPr/>
            <p:nvPr/>
          </p:nvSpPr>
          <p:spPr>
            <a:xfrm>
              <a:off x="8452403" y="391977"/>
              <a:ext cx="204699" cy="201461"/>
            </a:xfrm>
            <a:custGeom>
              <a:rect b="b" l="l" r="r" t="t"/>
              <a:pathLst>
                <a:path extrusionOk="0" h="1139" w="1157">
                  <a:moveTo>
                    <a:pt x="500" y="321"/>
                  </a:moveTo>
                  <a:lnTo>
                    <a:pt x="572" y="1"/>
                  </a:lnTo>
                  <a:lnTo>
                    <a:pt x="657" y="321"/>
                  </a:lnTo>
                  <a:cubicBezTo>
                    <a:pt x="679" y="410"/>
                    <a:pt x="747" y="461"/>
                    <a:pt x="819" y="483"/>
                  </a:cubicBezTo>
                  <a:lnTo>
                    <a:pt x="1156" y="568"/>
                  </a:lnTo>
                  <a:lnTo>
                    <a:pt x="819" y="657"/>
                  </a:lnTo>
                  <a:cubicBezTo>
                    <a:pt x="747" y="674"/>
                    <a:pt x="679" y="747"/>
                    <a:pt x="657" y="819"/>
                  </a:cubicBezTo>
                  <a:lnTo>
                    <a:pt x="572" y="1139"/>
                  </a:lnTo>
                  <a:lnTo>
                    <a:pt x="483" y="819"/>
                  </a:lnTo>
                  <a:cubicBezTo>
                    <a:pt x="466" y="747"/>
                    <a:pt x="410" y="674"/>
                    <a:pt x="321" y="657"/>
                  </a:cubicBezTo>
                  <a:lnTo>
                    <a:pt x="1" y="568"/>
                  </a:lnTo>
                  <a:lnTo>
                    <a:pt x="321" y="483"/>
                  </a:lnTo>
                  <a:cubicBezTo>
                    <a:pt x="410" y="461"/>
                    <a:pt x="466" y="393"/>
                    <a:pt x="500" y="3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 name="Google Shape;322;p33"/>
          <p:cNvGrpSpPr/>
          <p:nvPr/>
        </p:nvGrpSpPr>
        <p:grpSpPr>
          <a:xfrm>
            <a:off x="1214450" y="746475"/>
            <a:ext cx="6635225" cy="65741"/>
            <a:chOff x="1214450" y="746475"/>
            <a:chExt cx="6635225" cy="65741"/>
          </a:xfrm>
        </p:grpSpPr>
        <p:sp>
          <p:nvSpPr>
            <p:cNvPr id="323" name="Google Shape;323;p33"/>
            <p:cNvSpPr/>
            <p:nvPr/>
          </p:nvSpPr>
          <p:spPr>
            <a:xfrm>
              <a:off x="1214450" y="750416"/>
              <a:ext cx="505500" cy="61800"/>
            </a:xfrm>
            <a:prstGeom prst="rect">
              <a:avLst/>
            </a:prstGeom>
            <a:gradFill>
              <a:gsLst>
                <a:gs pos="0">
                  <a:schemeClr val="dk1"/>
                </a:gs>
                <a:gs pos="48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3"/>
            <p:cNvSpPr/>
            <p:nvPr/>
          </p:nvSpPr>
          <p:spPr>
            <a:xfrm rot="10800000">
              <a:off x="7432375" y="746475"/>
              <a:ext cx="417300" cy="64500"/>
            </a:xfrm>
            <a:prstGeom prst="round1Rect">
              <a:avLst>
                <a:gd fmla="val 50000" name="adj"/>
              </a:avLst>
            </a:prstGeom>
            <a:gradFill>
              <a:gsLst>
                <a:gs pos="0">
                  <a:schemeClr val="dk1"/>
                </a:gs>
                <a:gs pos="48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 name="Google Shape;325;p33"/>
          <p:cNvSpPr txBox="1"/>
          <p:nvPr>
            <p:ph idx="1" type="body"/>
          </p:nvPr>
        </p:nvSpPr>
        <p:spPr>
          <a:xfrm>
            <a:off x="720000" y="1274700"/>
            <a:ext cx="7704000" cy="332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6EA"/>
                </a:solidFill>
              </a:rPr>
              <a:t>Here’s what you’ll find in this</a:t>
            </a:r>
            <a:r>
              <a:rPr b="1" lang="en">
                <a:solidFill>
                  <a:schemeClr val="dk1"/>
                </a:solidFill>
              </a:rPr>
              <a:t> </a:t>
            </a:r>
            <a:r>
              <a:rPr b="1" lang="en">
                <a:solidFill>
                  <a:schemeClr val="dk1"/>
                </a:solidFill>
                <a:uFill>
                  <a:noFill/>
                </a:uFill>
                <a:hlinkClick r:id="rId3">
                  <a:extLst>
                    <a:ext uri="{A12FA001-AC4F-418D-AE19-62706E023703}">
                      <ahyp:hlinkClr val="tx"/>
                    </a:ext>
                  </a:extLst>
                </a:hlinkClick>
              </a:rPr>
              <a:t>Slidesgo</a:t>
            </a:r>
            <a:r>
              <a:rPr b="1" lang="en">
                <a:solidFill>
                  <a:schemeClr val="dk1"/>
                </a:solidFill>
              </a:rPr>
              <a:t> </a:t>
            </a:r>
            <a:r>
              <a:rPr lang="en">
                <a:solidFill>
                  <a:srgbClr val="FFF6EA"/>
                </a:solidFill>
              </a:rPr>
              <a:t>template: </a:t>
            </a:r>
            <a:endParaRPr>
              <a:solidFill>
                <a:srgbClr val="FFF6EA"/>
              </a:solidFill>
            </a:endParaRPr>
          </a:p>
          <a:p>
            <a:pPr indent="0" lvl="0" marL="0" rtl="0" algn="l">
              <a:spcBef>
                <a:spcPts val="0"/>
              </a:spcBef>
              <a:spcAft>
                <a:spcPts val="0"/>
              </a:spcAft>
              <a:buNone/>
            </a:pPr>
            <a:r>
              <a:t/>
            </a:r>
            <a:endParaRPr>
              <a:solidFill>
                <a:srgbClr val="FFF6EA"/>
              </a:solidFill>
            </a:endParaRPr>
          </a:p>
          <a:p>
            <a:pPr indent="-304800" lvl="0" marL="457200" rtl="0" algn="l">
              <a:spcBef>
                <a:spcPts val="0"/>
              </a:spcBef>
              <a:spcAft>
                <a:spcPts val="0"/>
              </a:spcAft>
              <a:buSzPts val="1200"/>
              <a:buChar char="●"/>
            </a:pPr>
            <a:r>
              <a:rPr lang="en">
                <a:solidFill>
                  <a:srgbClr val="FFF6EA"/>
                </a:solidFill>
              </a:rPr>
              <a:t>A slide structure based on a multi-purpose presentation, which you can easily adapt to your needs. For more info on how to edit the template, please visit </a:t>
            </a:r>
            <a:r>
              <a:rPr b="1" lang="en">
                <a:solidFill>
                  <a:schemeClr val="dk1"/>
                </a:solidFill>
                <a:uFill>
                  <a:noFill/>
                </a:uFill>
                <a:hlinkClick r:id="rId4">
                  <a:extLst>
                    <a:ext uri="{A12FA001-AC4F-418D-AE19-62706E023703}">
                      <ahyp:hlinkClr val="tx"/>
                    </a:ext>
                  </a:extLst>
                </a:hlinkClick>
              </a:rPr>
              <a:t>Slidesgo School</a:t>
            </a:r>
            <a:r>
              <a:rPr lang="en">
                <a:solidFill>
                  <a:srgbClr val="FFF6EA"/>
                </a:solidFill>
              </a:rPr>
              <a:t> or read our </a:t>
            </a:r>
            <a:r>
              <a:rPr b="1" lang="en">
                <a:solidFill>
                  <a:schemeClr val="dk1"/>
                </a:solidFill>
                <a:uFill>
                  <a:noFill/>
                </a:uFill>
                <a:hlinkClick r:id="rId5">
                  <a:extLst>
                    <a:ext uri="{A12FA001-AC4F-418D-AE19-62706E023703}">
                      <ahyp:hlinkClr val="tx"/>
                    </a:ext>
                  </a:extLst>
                </a:hlinkClick>
              </a:rPr>
              <a:t>FAQs</a:t>
            </a:r>
            <a:r>
              <a:rPr lang="en">
                <a:solidFill>
                  <a:srgbClr val="FFF6EA"/>
                </a:solidFill>
              </a:rPr>
              <a:t>.</a:t>
            </a:r>
            <a:endParaRPr>
              <a:solidFill>
                <a:srgbClr val="FFF6EA"/>
              </a:solidFill>
            </a:endParaRPr>
          </a:p>
          <a:p>
            <a:pPr indent="-304800" lvl="0" marL="457200" rtl="0" algn="l">
              <a:spcBef>
                <a:spcPts val="0"/>
              </a:spcBef>
              <a:spcAft>
                <a:spcPts val="0"/>
              </a:spcAft>
              <a:buSzPts val="1200"/>
              <a:buChar char="●"/>
            </a:pPr>
            <a:r>
              <a:rPr lang="en">
                <a:solidFill>
                  <a:srgbClr val="FFF6EA"/>
                </a:solidFill>
              </a:rPr>
              <a:t>An assortment of graphic resources that are suitable for use in the presentation can be found in the </a:t>
            </a:r>
            <a:r>
              <a:rPr b="1" lang="en">
                <a:solidFill>
                  <a:schemeClr val="dk1"/>
                </a:solidFill>
                <a:uFill>
                  <a:noFill/>
                </a:uFill>
                <a:hlinkClick action="ppaction://hlinksldjump" r:id="rId6">
                  <a:extLst>
                    <a:ext uri="{A12FA001-AC4F-418D-AE19-62706E023703}">
                      <ahyp:hlinkClr val="tx"/>
                    </a:ext>
                  </a:extLst>
                </a:hlinkClick>
              </a:rPr>
              <a:t>alternative resources slide</a:t>
            </a:r>
            <a:r>
              <a:rPr lang="en">
                <a:solidFill>
                  <a:srgbClr val="FFF6EA"/>
                </a:solidFill>
              </a:rPr>
              <a:t>.</a:t>
            </a:r>
            <a:endParaRPr>
              <a:solidFill>
                <a:srgbClr val="FFF6EA"/>
              </a:solidFill>
            </a:endParaRPr>
          </a:p>
          <a:p>
            <a:pPr indent="-304800" lvl="0" marL="457200" rtl="0" algn="l">
              <a:spcBef>
                <a:spcPts val="0"/>
              </a:spcBef>
              <a:spcAft>
                <a:spcPts val="0"/>
              </a:spcAft>
              <a:buSzPts val="1200"/>
              <a:buChar char="●"/>
            </a:pPr>
            <a:r>
              <a:rPr lang="en">
                <a:solidFill>
                  <a:srgbClr val="FFF6EA"/>
                </a:solidFill>
              </a:rPr>
              <a:t>A</a:t>
            </a:r>
            <a:r>
              <a:rPr b="1" lang="en">
                <a:solidFill>
                  <a:schemeClr val="dk1"/>
                </a:solidFill>
              </a:rPr>
              <a:t> </a:t>
            </a:r>
            <a:r>
              <a:rPr b="1" lang="en">
                <a:solidFill>
                  <a:schemeClr val="dk1"/>
                </a:solidFill>
                <a:uFill>
                  <a:noFill/>
                </a:uFill>
                <a:hlinkClick action="ppaction://hlinksldjump" r:id="rId7">
                  <a:extLst>
                    <a:ext uri="{A12FA001-AC4F-418D-AE19-62706E023703}">
                      <ahyp:hlinkClr val="tx"/>
                    </a:ext>
                  </a:extLst>
                </a:hlinkClick>
              </a:rPr>
              <a:t>thanks slide</a:t>
            </a:r>
            <a:r>
              <a:rPr lang="en">
                <a:solidFill>
                  <a:srgbClr val="FFF6EA"/>
                </a:solidFill>
              </a:rPr>
              <a:t>, which you must keep so that proper credits for our design are given.</a:t>
            </a:r>
            <a:endParaRPr>
              <a:solidFill>
                <a:srgbClr val="FFF6EA"/>
              </a:solidFill>
            </a:endParaRPr>
          </a:p>
          <a:p>
            <a:pPr indent="-304800" lvl="0" marL="457200" rtl="0" algn="l">
              <a:spcBef>
                <a:spcPts val="0"/>
              </a:spcBef>
              <a:spcAft>
                <a:spcPts val="0"/>
              </a:spcAft>
              <a:buSzPts val="1200"/>
              <a:buChar char="●"/>
            </a:pPr>
            <a:r>
              <a:rPr lang="en">
                <a:solidFill>
                  <a:srgbClr val="FFF6EA"/>
                </a:solidFill>
              </a:rPr>
              <a:t>A </a:t>
            </a:r>
            <a:r>
              <a:rPr b="1" lang="en">
                <a:solidFill>
                  <a:schemeClr val="dk1"/>
                </a:solidFill>
                <a:uFill>
                  <a:noFill/>
                </a:uFill>
                <a:hlinkClick action="ppaction://hlinksldjump" r:id="rId8">
                  <a:extLst>
                    <a:ext uri="{A12FA001-AC4F-418D-AE19-62706E023703}">
                      <ahyp:hlinkClr val="tx"/>
                    </a:ext>
                  </a:extLst>
                </a:hlinkClick>
              </a:rPr>
              <a:t>resources slide</a:t>
            </a:r>
            <a:r>
              <a:rPr lang="en">
                <a:solidFill>
                  <a:srgbClr val="FFF6EA"/>
                </a:solidFill>
              </a:rPr>
              <a:t>, where you’ll find links to all the elements used in the template.</a:t>
            </a:r>
            <a:endParaRPr>
              <a:solidFill>
                <a:srgbClr val="FFF6EA"/>
              </a:solidFill>
            </a:endParaRPr>
          </a:p>
          <a:p>
            <a:pPr indent="-304800" lvl="0" marL="457200" rtl="0" algn="l">
              <a:spcBef>
                <a:spcPts val="0"/>
              </a:spcBef>
              <a:spcAft>
                <a:spcPts val="0"/>
              </a:spcAft>
              <a:buSzPts val="1200"/>
              <a:buChar char="●"/>
            </a:pPr>
            <a:r>
              <a:rPr b="1" lang="en">
                <a:solidFill>
                  <a:schemeClr val="dk1"/>
                </a:solidFill>
                <a:uFill>
                  <a:noFill/>
                </a:uFill>
                <a:hlinkClick action="ppaction://hlinksldjump" r:id="rId9">
                  <a:extLst>
                    <a:ext uri="{A12FA001-AC4F-418D-AE19-62706E023703}">
                      <ahyp:hlinkClr val="tx"/>
                    </a:ext>
                  </a:extLst>
                </a:hlinkClick>
              </a:rPr>
              <a:t>Instructions for use</a:t>
            </a:r>
            <a:r>
              <a:rPr lang="en">
                <a:solidFill>
                  <a:srgbClr val="FFF6EA"/>
                </a:solidFill>
              </a:rPr>
              <a:t>.</a:t>
            </a:r>
            <a:endParaRPr>
              <a:solidFill>
                <a:srgbClr val="FFF6EA"/>
              </a:solidFill>
            </a:endParaRPr>
          </a:p>
          <a:p>
            <a:pPr indent="-304800" lvl="0" marL="457200" rtl="0" algn="l">
              <a:spcBef>
                <a:spcPts val="0"/>
              </a:spcBef>
              <a:spcAft>
                <a:spcPts val="0"/>
              </a:spcAft>
              <a:buSzPts val="1200"/>
              <a:buChar char="●"/>
            </a:pPr>
            <a:r>
              <a:rPr lang="en">
                <a:solidFill>
                  <a:srgbClr val="FFF6EA"/>
                </a:solidFill>
              </a:rPr>
              <a:t>Final slides with:</a:t>
            </a:r>
            <a:endParaRPr>
              <a:solidFill>
                <a:srgbClr val="FFF6EA"/>
              </a:solidFill>
            </a:endParaRPr>
          </a:p>
          <a:p>
            <a:pPr indent="-304800" lvl="0" marL="914400" rtl="0" algn="l">
              <a:spcBef>
                <a:spcPts val="0"/>
              </a:spcBef>
              <a:spcAft>
                <a:spcPts val="0"/>
              </a:spcAft>
              <a:buSzPts val="1200"/>
              <a:buChar char="●"/>
            </a:pPr>
            <a:r>
              <a:rPr lang="en">
                <a:solidFill>
                  <a:srgbClr val="FFF6EA"/>
                </a:solidFill>
              </a:rPr>
              <a:t>The</a:t>
            </a:r>
            <a:r>
              <a:rPr lang="en">
                <a:solidFill>
                  <a:srgbClr val="FFF6EA"/>
                </a:solidFill>
                <a:uFill>
                  <a:noFill/>
                </a:uFill>
                <a:hlinkClick action="ppaction://hlinksldjump" r:id="rId10">
                  <a:extLst>
                    <a:ext uri="{A12FA001-AC4F-418D-AE19-62706E023703}">
                      <ahyp:hlinkClr val="tx"/>
                    </a:ext>
                  </a:extLst>
                </a:hlinkClick>
              </a:rPr>
              <a:t> </a:t>
            </a:r>
            <a:r>
              <a:rPr b="1" lang="en">
                <a:solidFill>
                  <a:schemeClr val="dk1"/>
                </a:solidFill>
                <a:uFill>
                  <a:noFill/>
                </a:uFill>
                <a:hlinkClick action="ppaction://hlinksldjump" r:id="rId11">
                  <a:extLst>
                    <a:ext uri="{A12FA001-AC4F-418D-AE19-62706E023703}">
                      <ahyp:hlinkClr val="tx"/>
                    </a:ext>
                  </a:extLst>
                </a:hlinkClick>
              </a:rPr>
              <a:t>fonts and colors</a:t>
            </a:r>
            <a:r>
              <a:rPr b="1" lang="en">
                <a:solidFill>
                  <a:schemeClr val="dk1"/>
                </a:solidFill>
              </a:rPr>
              <a:t> </a:t>
            </a:r>
            <a:r>
              <a:rPr lang="en">
                <a:solidFill>
                  <a:srgbClr val="FFF6EA"/>
                </a:solidFill>
              </a:rPr>
              <a:t>used in the template.</a:t>
            </a:r>
            <a:endParaRPr>
              <a:solidFill>
                <a:srgbClr val="FFF6EA"/>
              </a:solidFill>
            </a:endParaRPr>
          </a:p>
          <a:p>
            <a:pPr indent="-304800" lvl="0" marL="914400" rtl="0" algn="l">
              <a:spcBef>
                <a:spcPts val="0"/>
              </a:spcBef>
              <a:spcAft>
                <a:spcPts val="0"/>
              </a:spcAft>
              <a:buSzPts val="1200"/>
              <a:buChar char="●"/>
            </a:pPr>
            <a:r>
              <a:rPr lang="en">
                <a:solidFill>
                  <a:srgbClr val="FFF6EA"/>
                </a:solidFill>
              </a:rPr>
              <a:t>A selection of </a:t>
            </a:r>
            <a:r>
              <a:rPr b="1" lang="en">
                <a:solidFill>
                  <a:schemeClr val="dk1"/>
                </a:solidFill>
                <a:uFill>
                  <a:noFill/>
                </a:uFill>
                <a:hlinkClick action="ppaction://hlinksldjump" r:id="rId12">
                  <a:extLst>
                    <a:ext uri="{A12FA001-AC4F-418D-AE19-62706E023703}">
                      <ahyp:hlinkClr val="tx"/>
                    </a:ext>
                  </a:extLst>
                </a:hlinkClick>
              </a:rPr>
              <a:t>illustrations</a:t>
            </a:r>
            <a:r>
              <a:rPr lang="en">
                <a:solidFill>
                  <a:srgbClr val="FFF6EA"/>
                </a:solidFill>
              </a:rPr>
              <a:t>. You can also customize and animate them as you wish with the online editor. Visit </a:t>
            </a:r>
            <a:r>
              <a:rPr b="1" lang="en">
                <a:solidFill>
                  <a:schemeClr val="dk1"/>
                </a:solidFill>
                <a:uFill>
                  <a:noFill/>
                </a:uFill>
                <a:hlinkClick r:id="rId13">
                  <a:extLst>
                    <a:ext uri="{A12FA001-AC4F-418D-AE19-62706E023703}">
                      <ahyp:hlinkClr val="tx"/>
                    </a:ext>
                  </a:extLst>
                </a:hlinkClick>
              </a:rPr>
              <a:t>Storyset</a:t>
            </a:r>
            <a:r>
              <a:rPr b="1" lang="en">
                <a:solidFill>
                  <a:schemeClr val="dk1"/>
                </a:solidFill>
              </a:rPr>
              <a:t> </a:t>
            </a:r>
            <a:r>
              <a:rPr lang="en">
                <a:solidFill>
                  <a:srgbClr val="FFF6EA"/>
                </a:solidFill>
              </a:rPr>
              <a:t>to find more. </a:t>
            </a:r>
            <a:endParaRPr>
              <a:solidFill>
                <a:srgbClr val="FFF6EA"/>
              </a:solidFill>
            </a:endParaRPr>
          </a:p>
          <a:p>
            <a:pPr indent="-304800" lvl="0" marL="914400" rtl="0" algn="l">
              <a:spcBef>
                <a:spcPts val="0"/>
              </a:spcBef>
              <a:spcAft>
                <a:spcPts val="0"/>
              </a:spcAft>
              <a:buSzPts val="1200"/>
              <a:buChar char="●"/>
            </a:pPr>
            <a:r>
              <a:rPr lang="en">
                <a:solidFill>
                  <a:srgbClr val="FFF6EA"/>
                </a:solidFill>
              </a:rPr>
              <a:t>More</a:t>
            </a:r>
            <a:r>
              <a:rPr lang="en">
                <a:solidFill>
                  <a:srgbClr val="FFF6EA"/>
                </a:solidFill>
                <a:uFill>
                  <a:noFill/>
                </a:uFill>
                <a:hlinkClick action="ppaction://hlinksldjump" r:id="rId14">
                  <a:extLst>
                    <a:ext uri="{A12FA001-AC4F-418D-AE19-62706E023703}">
                      <ahyp:hlinkClr val="tx"/>
                    </a:ext>
                  </a:extLst>
                </a:hlinkClick>
              </a:rPr>
              <a:t> </a:t>
            </a:r>
            <a:r>
              <a:rPr b="1" lang="en">
                <a:solidFill>
                  <a:schemeClr val="dk1"/>
                </a:solidFill>
                <a:uFill>
                  <a:noFill/>
                </a:uFill>
                <a:hlinkClick action="ppaction://hlinksldjump" r:id="rId15">
                  <a:extLst>
                    <a:ext uri="{A12FA001-AC4F-418D-AE19-62706E023703}">
                      <ahyp:hlinkClr val="tx"/>
                    </a:ext>
                  </a:extLst>
                </a:hlinkClick>
              </a:rPr>
              <a:t>infographic resources</a:t>
            </a:r>
            <a:r>
              <a:rPr lang="en">
                <a:solidFill>
                  <a:srgbClr val="FFF6EA"/>
                </a:solidFill>
              </a:rPr>
              <a:t>, whose size and color can be edited. </a:t>
            </a:r>
            <a:endParaRPr>
              <a:solidFill>
                <a:srgbClr val="FFF6EA"/>
              </a:solidFill>
            </a:endParaRPr>
          </a:p>
          <a:p>
            <a:pPr indent="-304800" lvl="0" marL="914400" rtl="0" algn="l">
              <a:spcBef>
                <a:spcPts val="0"/>
              </a:spcBef>
              <a:spcAft>
                <a:spcPts val="0"/>
              </a:spcAft>
              <a:buSzPts val="1200"/>
              <a:buChar char="●"/>
            </a:pPr>
            <a:r>
              <a:rPr lang="en">
                <a:solidFill>
                  <a:srgbClr val="FFF6EA"/>
                </a:solidFill>
              </a:rPr>
              <a:t>Sets of </a:t>
            </a:r>
            <a:r>
              <a:rPr b="1" lang="en">
                <a:solidFill>
                  <a:schemeClr val="dk1"/>
                </a:solidFill>
                <a:uFill>
                  <a:noFill/>
                </a:uFill>
                <a:hlinkClick action="ppaction://hlinksldjump" r:id="rId16">
                  <a:extLst>
                    <a:ext uri="{A12FA001-AC4F-418D-AE19-62706E023703}">
                      <ahyp:hlinkClr val="tx"/>
                    </a:ext>
                  </a:extLst>
                </a:hlinkClick>
              </a:rPr>
              <a:t>customizable icons</a:t>
            </a:r>
            <a:r>
              <a:rPr lang="en">
                <a:solidFill>
                  <a:srgbClr val="FFF6EA"/>
                </a:solidFill>
              </a:rPr>
              <a:t> of the following themes: general, business, avatar, creative process, education, help &amp; support, medical, nature, performing arts, SEO &amp; marketing, and teamwork.</a:t>
            </a:r>
            <a:endParaRPr>
              <a:solidFill>
                <a:srgbClr val="FFF6EA"/>
              </a:solidFill>
            </a:endParaRPr>
          </a:p>
          <a:p>
            <a:pPr indent="0" lvl="0" marL="0" rtl="0" algn="l">
              <a:spcBef>
                <a:spcPts val="1600"/>
              </a:spcBef>
              <a:spcAft>
                <a:spcPts val="0"/>
              </a:spcAft>
              <a:buNone/>
            </a:pPr>
            <a:r>
              <a:rPr lang="en">
                <a:solidFill>
                  <a:srgbClr val="FFF6EA"/>
                </a:solidFill>
              </a:rPr>
              <a:t>You can delete this slide when you’re done editing the presentation.</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 name="Shape 329"/>
        <p:cNvGrpSpPr/>
        <p:nvPr/>
      </p:nvGrpSpPr>
      <p:grpSpPr>
        <a:xfrm>
          <a:off x="0" y="0"/>
          <a:ext cx="0" cy="0"/>
          <a:chOff x="0" y="0"/>
          <a:chExt cx="0" cy="0"/>
        </a:xfrm>
      </p:grpSpPr>
      <p:sp>
        <p:nvSpPr>
          <p:cNvPr id="330" name="Google Shape;330;p34"/>
          <p:cNvSpPr txBox="1"/>
          <p:nvPr>
            <p:ph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TEMPLATE WITH WORDARTS</a:t>
            </a:r>
            <a:endParaRPr/>
          </a:p>
        </p:txBody>
      </p:sp>
      <p:sp>
        <p:nvSpPr>
          <p:cNvPr id="331" name="Google Shape;331;p34"/>
          <p:cNvSpPr txBox="1"/>
          <p:nvPr>
            <p:ph idx="1" type="body"/>
          </p:nvPr>
        </p:nvSpPr>
        <p:spPr>
          <a:xfrm>
            <a:off x="1985550" y="1210275"/>
            <a:ext cx="5172900" cy="3374700"/>
          </a:xfrm>
          <a:prstGeom prst="rect">
            <a:avLst/>
          </a:prstGeom>
        </p:spPr>
        <p:txBody>
          <a:bodyPr anchorCtr="0" anchor="ctr" bIns="91425" lIns="91425" spcFirstLastPara="1" rIns="91425" wrap="square" tIns="91425">
            <a:normAutofit/>
          </a:bodyPr>
          <a:lstStyle/>
          <a:p>
            <a:pPr indent="0" lvl="0" marL="0" rtl="0" algn="l">
              <a:spcBef>
                <a:spcPts val="0"/>
              </a:spcBef>
              <a:spcAft>
                <a:spcPts val="0"/>
              </a:spcAft>
              <a:buNone/>
            </a:pPr>
            <a:r>
              <a:rPr lang="en"/>
              <a:t>This is WordArt text. If you want to modify it:</a:t>
            </a:r>
            <a:endParaRPr/>
          </a:p>
          <a:p>
            <a:pPr indent="0" lvl="0" marL="0" rtl="0" algn="l">
              <a:spcBef>
                <a:spcPts val="0"/>
              </a:spcBef>
              <a:spcAft>
                <a:spcPts val="0"/>
              </a:spcAft>
              <a:buNone/>
            </a:pPr>
            <a:r>
              <a:t/>
            </a:r>
            <a:endParaRPr/>
          </a:p>
          <a:p>
            <a:pPr indent="-317500" lvl="0" marL="457200" rtl="0" algn="l">
              <a:spcBef>
                <a:spcPts val="0"/>
              </a:spcBef>
              <a:spcAft>
                <a:spcPts val="0"/>
              </a:spcAft>
              <a:buSzPts val="1400"/>
              <a:buFont typeface="Franklin Gothic"/>
              <a:buChar char="●"/>
            </a:pPr>
            <a:r>
              <a:rPr lang="en"/>
              <a:t>Double click on it</a:t>
            </a:r>
            <a:endParaRPr/>
          </a:p>
          <a:p>
            <a:pPr indent="-317500" lvl="0" marL="457200" rtl="0" algn="l">
              <a:spcBef>
                <a:spcPts val="0"/>
              </a:spcBef>
              <a:spcAft>
                <a:spcPts val="0"/>
              </a:spcAft>
              <a:buSzPts val="1400"/>
              <a:buFont typeface="Franklin Gothic"/>
              <a:buChar char="●"/>
            </a:pPr>
            <a:r>
              <a:rPr lang="en"/>
              <a:t>Type your new text in the dialog box</a:t>
            </a:r>
            <a:endParaRPr/>
          </a:p>
          <a:p>
            <a:pPr indent="-317500" lvl="0" marL="457200" rtl="0" algn="l">
              <a:spcBef>
                <a:spcPts val="0"/>
              </a:spcBef>
              <a:spcAft>
                <a:spcPts val="0"/>
              </a:spcAft>
              <a:buSzPts val="1400"/>
              <a:buFont typeface="Franklin Gothic"/>
              <a:buChar char="●"/>
            </a:pPr>
            <a:r>
              <a:rPr lang="en"/>
              <a:t>You can change the fill color in the top menu</a:t>
            </a:r>
            <a:endParaRPr/>
          </a:p>
          <a:p>
            <a:pPr indent="-317500" lvl="0" marL="457200" rtl="0" algn="l">
              <a:spcBef>
                <a:spcPts val="0"/>
              </a:spcBef>
              <a:spcAft>
                <a:spcPts val="0"/>
              </a:spcAft>
              <a:buSzPts val="1400"/>
              <a:buFont typeface="Franklin Gothic"/>
              <a:buChar char="●"/>
            </a:pPr>
            <a:r>
              <a:rPr lang="en"/>
              <a:t>You can also modify the stroke, its color, thickness or type</a:t>
            </a:r>
            <a:endParaRPr/>
          </a:p>
          <a:p>
            <a:pPr indent="-317500" lvl="0" marL="457200" rtl="0" algn="l">
              <a:spcBef>
                <a:spcPts val="0"/>
              </a:spcBef>
              <a:spcAft>
                <a:spcPts val="0"/>
              </a:spcAft>
              <a:buSzPts val="1400"/>
              <a:buFont typeface="Franklin Gothic"/>
              <a:buChar char="●"/>
            </a:pPr>
            <a:r>
              <a:rPr lang="en"/>
              <a:t>Press Enter</a:t>
            </a:r>
            <a:endParaRPr/>
          </a:p>
        </p:txBody>
      </p:sp>
      <p:sp>
        <p:nvSpPr>
          <p:cNvPr id="332" name="Google Shape;332;p34"/>
          <p:cNvSpPr/>
          <p:nvPr/>
        </p:nvSpPr>
        <p:spPr>
          <a:xfrm>
            <a:off x="2088350" y="1353925"/>
            <a:ext cx="2682882" cy="476249"/>
          </a:xfrm>
          <a:prstGeom prst="rect">
            <a:avLst/>
          </a:prstGeom>
        </p:spPr>
        <p:txBody>
          <a:bodyPr>
            <a:prstTxWarp prst="textPlain"/>
          </a:bodyPr>
          <a:lstStyle/>
          <a:p>
            <a:pPr lvl="0" algn="ctr"/>
            <a:r>
              <a:rPr b="0" i="0">
                <a:ln cap="flat" cmpd="sng" w="19050">
                  <a:solidFill>
                    <a:schemeClr val="dk1"/>
                  </a:solidFill>
                  <a:prstDash val="solid"/>
                  <a:round/>
                  <a:headEnd len="sm" w="sm" type="none"/>
                  <a:tailEnd len="sm" w="sm" type="none"/>
                </a:ln>
                <a:noFill/>
                <a:latin typeface="Audiowide"/>
              </a:rPr>
              <a:t>HELLO!</a:t>
            </a:r>
          </a:p>
        </p:txBody>
      </p:sp>
      <p:grpSp>
        <p:nvGrpSpPr>
          <p:cNvPr id="333" name="Google Shape;333;p34"/>
          <p:cNvGrpSpPr/>
          <p:nvPr/>
        </p:nvGrpSpPr>
        <p:grpSpPr>
          <a:xfrm rot="900000">
            <a:off x="6099598" y="1578431"/>
            <a:ext cx="2237191" cy="326907"/>
            <a:chOff x="1755425" y="2814300"/>
            <a:chExt cx="541350" cy="79100"/>
          </a:xfrm>
        </p:grpSpPr>
        <p:sp>
          <p:nvSpPr>
            <p:cNvPr id="334" name="Google Shape;334;p34"/>
            <p:cNvSpPr/>
            <p:nvPr/>
          </p:nvSpPr>
          <p:spPr>
            <a:xfrm>
              <a:off x="1755425" y="2814300"/>
              <a:ext cx="541350" cy="56400"/>
            </a:xfrm>
            <a:custGeom>
              <a:rect b="b" l="l" r="r" t="t"/>
              <a:pathLst>
                <a:path extrusionOk="0" h="2256" w="21654">
                  <a:moveTo>
                    <a:pt x="10836" y="142"/>
                  </a:moveTo>
                  <a:cubicBezTo>
                    <a:pt x="13802" y="142"/>
                    <a:pt x="16483" y="248"/>
                    <a:pt x="18435" y="444"/>
                  </a:cubicBezTo>
                  <a:cubicBezTo>
                    <a:pt x="19395" y="551"/>
                    <a:pt x="20179" y="657"/>
                    <a:pt x="20729" y="781"/>
                  </a:cubicBezTo>
                  <a:cubicBezTo>
                    <a:pt x="20993" y="853"/>
                    <a:pt x="21206" y="905"/>
                    <a:pt x="21334" y="977"/>
                  </a:cubicBezTo>
                  <a:cubicBezTo>
                    <a:pt x="21402" y="1011"/>
                    <a:pt x="21458" y="1049"/>
                    <a:pt x="21475" y="1067"/>
                  </a:cubicBezTo>
                  <a:lnTo>
                    <a:pt x="21509" y="1101"/>
                  </a:lnTo>
                  <a:lnTo>
                    <a:pt x="21509" y="1139"/>
                  </a:lnTo>
                  <a:lnTo>
                    <a:pt x="21509" y="1156"/>
                  </a:lnTo>
                  <a:cubicBezTo>
                    <a:pt x="21492" y="1173"/>
                    <a:pt x="21475" y="1190"/>
                    <a:pt x="21419" y="1224"/>
                  </a:cubicBezTo>
                  <a:cubicBezTo>
                    <a:pt x="21351" y="1280"/>
                    <a:pt x="21189" y="1352"/>
                    <a:pt x="20993" y="1403"/>
                  </a:cubicBezTo>
                  <a:cubicBezTo>
                    <a:pt x="20639" y="1510"/>
                    <a:pt x="20106" y="1599"/>
                    <a:pt x="19467" y="1689"/>
                  </a:cubicBezTo>
                  <a:cubicBezTo>
                    <a:pt x="17515" y="1953"/>
                    <a:pt x="14369" y="2115"/>
                    <a:pt x="10836" y="2115"/>
                  </a:cubicBezTo>
                  <a:cubicBezTo>
                    <a:pt x="7852" y="2115"/>
                    <a:pt x="5171" y="2008"/>
                    <a:pt x="3236" y="1812"/>
                  </a:cubicBezTo>
                  <a:cubicBezTo>
                    <a:pt x="2260" y="1723"/>
                    <a:pt x="1475" y="1599"/>
                    <a:pt x="926" y="1476"/>
                  </a:cubicBezTo>
                  <a:cubicBezTo>
                    <a:pt x="661" y="1403"/>
                    <a:pt x="465" y="1352"/>
                    <a:pt x="320" y="1280"/>
                  </a:cubicBezTo>
                  <a:cubicBezTo>
                    <a:pt x="252" y="1246"/>
                    <a:pt x="197" y="1207"/>
                    <a:pt x="180" y="1190"/>
                  </a:cubicBezTo>
                  <a:lnTo>
                    <a:pt x="146" y="1156"/>
                  </a:lnTo>
                  <a:lnTo>
                    <a:pt x="146" y="1139"/>
                  </a:lnTo>
                  <a:lnTo>
                    <a:pt x="146" y="1101"/>
                  </a:lnTo>
                  <a:cubicBezTo>
                    <a:pt x="163" y="1084"/>
                    <a:pt x="180" y="1067"/>
                    <a:pt x="235" y="1032"/>
                  </a:cubicBezTo>
                  <a:cubicBezTo>
                    <a:pt x="320" y="977"/>
                    <a:pt x="465" y="905"/>
                    <a:pt x="661" y="853"/>
                  </a:cubicBezTo>
                  <a:cubicBezTo>
                    <a:pt x="1032" y="747"/>
                    <a:pt x="1548" y="657"/>
                    <a:pt x="2187" y="568"/>
                  </a:cubicBezTo>
                  <a:cubicBezTo>
                    <a:pt x="4157" y="304"/>
                    <a:pt x="7285" y="142"/>
                    <a:pt x="10836" y="142"/>
                  </a:cubicBezTo>
                  <a:close/>
                  <a:moveTo>
                    <a:pt x="10836" y="1"/>
                  </a:moveTo>
                  <a:cubicBezTo>
                    <a:pt x="7852" y="1"/>
                    <a:pt x="5171" y="107"/>
                    <a:pt x="3219" y="304"/>
                  </a:cubicBezTo>
                  <a:cubicBezTo>
                    <a:pt x="2238" y="410"/>
                    <a:pt x="1458" y="517"/>
                    <a:pt x="909" y="640"/>
                  </a:cubicBezTo>
                  <a:cubicBezTo>
                    <a:pt x="623" y="713"/>
                    <a:pt x="410" y="781"/>
                    <a:pt x="252" y="853"/>
                  </a:cubicBezTo>
                  <a:cubicBezTo>
                    <a:pt x="180" y="887"/>
                    <a:pt x="129" y="926"/>
                    <a:pt x="73" y="977"/>
                  </a:cubicBezTo>
                  <a:cubicBezTo>
                    <a:pt x="56" y="994"/>
                    <a:pt x="39" y="1011"/>
                    <a:pt x="22" y="1049"/>
                  </a:cubicBezTo>
                  <a:cubicBezTo>
                    <a:pt x="1" y="1067"/>
                    <a:pt x="1" y="1101"/>
                    <a:pt x="1" y="1139"/>
                  </a:cubicBezTo>
                  <a:cubicBezTo>
                    <a:pt x="1" y="1156"/>
                    <a:pt x="1" y="1190"/>
                    <a:pt x="22" y="1207"/>
                  </a:cubicBezTo>
                  <a:cubicBezTo>
                    <a:pt x="56" y="1263"/>
                    <a:pt x="90" y="1314"/>
                    <a:pt x="146" y="1352"/>
                  </a:cubicBezTo>
                  <a:cubicBezTo>
                    <a:pt x="252" y="1420"/>
                    <a:pt x="410" y="1476"/>
                    <a:pt x="623" y="1544"/>
                  </a:cubicBezTo>
                  <a:cubicBezTo>
                    <a:pt x="998" y="1650"/>
                    <a:pt x="1531" y="1740"/>
                    <a:pt x="2170" y="1829"/>
                  </a:cubicBezTo>
                  <a:cubicBezTo>
                    <a:pt x="4139" y="2098"/>
                    <a:pt x="7285" y="2256"/>
                    <a:pt x="10836" y="2256"/>
                  </a:cubicBezTo>
                  <a:cubicBezTo>
                    <a:pt x="13802" y="2256"/>
                    <a:pt x="16500" y="2149"/>
                    <a:pt x="18435" y="1953"/>
                  </a:cubicBezTo>
                  <a:cubicBezTo>
                    <a:pt x="19416" y="1847"/>
                    <a:pt x="20213" y="1740"/>
                    <a:pt x="20763" y="1616"/>
                  </a:cubicBezTo>
                  <a:cubicBezTo>
                    <a:pt x="21031" y="1544"/>
                    <a:pt x="21244" y="1476"/>
                    <a:pt x="21402" y="1403"/>
                  </a:cubicBezTo>
                  <a:cubicBezTo>
                    <a:pt x="21475" y="1369"/>
                    <a:pt x="21526" y="1331"/>
                    <a:pt x="21581" y="1297"/>
                  </a:cubicBezTo>
                  <a:cubicBezTo>
                    <a:pt x="21598" y="1263"/>
                    <a:pt x="21615" y="1246"/>
                    <a:pt x="21632" y="1207"/>
                  </a:cubicBezTo>
                  <a:cubicBezTo>
                    <a:pt x="21654" y="1190"/>
                    <a:pt x="21654" y="1156"/>
                    <a:pt x="21654" y="1139"/>
                  </a:cubicBezTo>
                  <a:cubicBezTo>
                    <a:pt x="21654" y="1101"/>
                    <a:pt x="21654" y="1067"/>
                    <a:pt x="21632" y="1049"/>
                  </a:cubicBezTo>
                  <a:cubicBezTo>
                    <a:pt x="21615" y="994"/>
                    <a:pt x="21564" y="943"/>
                    <a:pt x="21509" y="905"/>
                  </a:cubicBezTo>
                  <a:cubicBezTo>
                    <a:pt x="21402" y="836"/>
                    <a:pt x="21244" y="781"/>
                    <a:pt x="21031" y="713"/>
                  </a:cubicBezTo>
                  <a:cubicBezTo>
                    <a:pt x="20656" y="606"/>
                    <a:pt x="20140" y="517"/>
                    <a:pt x="19484" y="427"/>
                  </a:cubicBezTo>
                  <a:cubicBezTo>
                    <a:pt x="17515" y="159"/>
                    <a:pt x="14369" y="1"/>
                    <a:pt x="108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4"/>
            <p:cNvSpPr/>
            <p:nvPr/>
          </p:nvSpPr>
          <p:spPr>
            <a:xfrm>
              <a:off x="2149700" y="2840525"/>
              <a:ext cx="45325" cy="44875"/>
            </a:xfrm>
            <a:custGeom>
              <a:rect b="b" l="l" r="r" t="t"/>
              <a:pathLst>
                <a:path extrusionOk="0" h="1795" w="1813">
                  <a:moveTo>
                    <a:pt x="908" y="0"/>
                  </a:moveTo>
                  <a:cubicBezTo>
                    <a:pt x="410" y="0"/>
                    <a:pt x="1" y="410"/>
                    <a:pt x="1" y="904"/>
                  </a:cubicBezTo>
                  <a:cubicBezTo>
                    <a:pt x="1" y="1403"/>
                    <a:pt x="410" y="1795"/>
                    <a:pt x="908" y="1795"/>
                  </a:cubicBezTo>
                  <a:cubicBezTo>
                    <a:pt x="1407" y="1795"/>
                    <a:pt x="1812" y="1403"/>
                    <a:pt x="1812" y="904"/>
                  </a:cubicBezTo>
                  <a:cubicBezTo>
                    <a:pt x="1812" y="410"/>
                    <a:pt x="1407" y="0"/>
                    <a:pt x="9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4"/>
            <p:cNvSpPr/>
            <p:nvPr/>
          </p:nvSpPr>
          <p:spPr>
            <a:xfrm>
              <a:off x="2148000" y="2838700"/>
              <a:ext cx="48825" cy="48425"/>
            </a:xfrm>
            <a:custGeom>
              <a:rect b="b" l="l" r="r" t="t"/>
              <a:pathLst>
                <a:path extrusionOk="0" h="1937" w="1953">
                  <a:moveTo>
                    <a:pt x="976" y="142"/>
                  </a:moveTo>
                  <a:cubicBezTo>
                    <a:pt x="1207" y="142"/>
                    <a:pt x="1403" y="231"/>
                    <a:pt x="1560" y="393"/>
                  </a:cubicBezTo>
                  <a:cubicBezTo>
                    <a:pt x="1705" y="534"/>
                    <a:pt x="1812" y="747"/>
                    <a:pt x="1812" y="977"/>
                  </a:cubicBezTo>
                  <a:cubicBezTo>
                    <a:pt x="1812" y="1207"/>
                    <a:pt x="1705" y="1403"/>
                    <a:pt x="1560" y="1565"/>
                  </a:cubicBezTo>
                  <a:cubicBezTo>
                    <a:pt x="1403" y="1706"/>
                    <a:pt x="1207" y="1795"/>
                    <a:pt x="976" y="1795"/>
                  </a:cubicBezTo>
                  <a:cubicBezTo>
                    <a:pt x="746" y="1795"/>
                    <a:pt x="533" y="1706"/>
                    <a:pt x="388" y="1565"/>
                  </a:cubicBezTo>
                  <a:cubicBezTo>
                    <a:pt x="248" y="1403"/>
                    <a:pt x="141" y="1207"/>
                    <a:pt x="141" y="977"/>
                  </a:cubicBezTo>
                  <a:cubicBezTo>
                    <a:pt x="141" y="747"/>
                    <a:pt x="248" y="534"/>
                    <a:pt x="388" y="393"/>
                  </a:cubicBezTo>
                  <a:cubicBezTo>
                    <a:pt x="533" y="231"/>
                    <a:pt x="746" y="142"/>
                    <a:pt x="976" y="142"/>
                  </a:cubicBezTo>
                  <a:close/>
                  <a:moveTo>
                    <a:pt x="976" y="1"/>
                  </a:moveTo>
                  <a:cubicBezTo>
                    <a:pt x="444" y="1"/>
                    <a:pt x="0" y="427"/>
                    <a:pt x="0" y="977"/>
                  </a:cubicBezTo>
                  <a:cubicBezTo>
                    <a:pt x="0" y="1510"/>
                    <a:pt x="444" y="1936"/>
                    <a:pt x="976" y="1936"/>
                  </a:cubicBezTo>
                  <a:cubicBezTo>
                    <a:pt x="1509" y="1936"/>
                    <a:pt x="1952" y="1510"/>
                    <a:pt x="1952" y="977"/>
                  </a:cubicBezTo>
                  <a:cubicBezTo>
                    <a:pt x="1952" y="427"/>
                    <a:pt x="1509" y="1"/>
                    <a:pt x="976" y="1"/>
                  </a:cubicBezTo>
                  <a:close/>
                </a:path>
              </a:pathLst>
            </a:custGeom>
            <a:solidFill>
              <a:srgbClr val="2122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4"/>
            <p:cNvSpPr/>
            <p:nvPr/>
          </p:nvSpPr>
          <p:spPr>
            <a:xfrm>
              <a:off x="2064025" y="2829875"/>
              <a:ext cx="60450" cy="60325"/>
            </a:xfrm>
            <a:custGeom>
              <a:rect b="b" l="l" r="r" t="t"/>
              <a:pathLst>
                <a:path extrusionOk="0" h="2413" w="2418">
                  <a:moveTo>
                    <a:pt x="1211" y="0"/>
                  </a:moveTo>
                  <a:cubicBezTo>
                    <a:pt x="550" y="0"/>
                    <a:pt x="1" y="550"/>
                    <a:pt x="1" y="1206"/>
                  </a:cubicBezTo>
                  <a:cubicBezTo>
                    <a:pt x="1" y="1863"/>
                    <a:pt x="550" y="2413"/>
                    <a:pt x="1211" y="2413"/>
                  </a:cubicBezTo>
                  <a:cubicBezTo>
                    <a:pt x="1885" y="2413"/>
                    <a:pt x="2417" y="1863"/>
                    <a:pt x="2417" y="1206"/>
                  </a:cubicBezTo>
                  <a:cubicBezTo>
                    <a:pt x="2417" y="550"/>
                    <a:pt x="1885"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4"/>
            <p:cNvSpPr/>
            <p:nvPr/>
          </p:nvSpPr>
          <p:spPr>
            <a:xfrm>
              <a:off x="2062325" y="2828050"/>
              <a:ext cx="63950" cy="63975"/>
            </a:xfrm>
            <a:custGeom>
              <a:rect b="b" l="l" r="r" t="t"/>
              <a:pathLst>
                <a:path extrusionOk="0" h="2559" w="2558">
                  <a:moveTo>
                    <a:pt x="1279" y="141"/>
                  </a:moveTo>
                  <a:cubicBezTo>
                    <a:pt x="1599" y="141"/>
                    <a:pt x="1880" y="269"/>
                    <a:pt x="2076" y="482"/>
                  </a:cubicBezTo>
                  <a:cubicBezTo>
                    <a:pt x="2289" y="674"/>
                    <a:pt x="2413" y="960"/>
                    <a:pt x="2413" y="1279"/>
                  </a:cubicBezTo>
                  <a:cubicBezTo>
                    <a:pt x="2413" y="1599"/>
                    <a:pt x="2289" y="1885"/>
                    <a:pt x="2076" y="2081"/>
                  </a:cubicBezTo>
                  <a:cubicBezTo>
                    <a:pt x="1880" y="2294"/>
                    <a:pt x="1599" y="2418"/>
                    <a:pt x="1279" y="2418"/>
                  </a:cubicBezTo>
                  <a:cubicBezTo>
                    <a:pt x="976" y="2418"/>
                    <a:pt x="691" y="2294"/>
                    <a:pt x="478" y="2081"/>
                  </a:cubicBezTo>
                  <a:cubicBezTo>
                    <a:pt x="265" y="1885"/>
                    <a:pt x="141" y="1599"/>
                    <a:pt x="141" y="1279"/>
                  </a:cubicBezTo>
                  <a:cubicBezTo>
                    <a:pt x="141" y="960"/>
                    <a:pt x="265" y="674"/>
                    <a:pt x="478" y="482"/>
                  </a:cubicBezTo>
                  <a:cubicBezTo>
                    <a:pt x="691" y="269"/>
                    <a:pt x="976" y="141"/>
                    <a:pt x="1279" y="141"/>
                  </a:cubicBezTo>
                  <a:close/>
                  <a:moveTo>
                    <a:pt x="1279" y="1"/>
                  </a:moveTo>
                  <a:cubicBezTo>
                    <a:pt x="567" y="1"/>
                    <a:pt x="0" y="568"/>
                    <a:pt x="0" y="1279"/>
                  </a:cubicBezTo>
                  <a:cubicBezTo>
                    <a:pt x="0" y="1991"/>
                    <a:pt x="567" y="2558"/>
                    <a:pt x="1279" y="2558"/>
                  </a:cubicBezTo>
                  <a:cubicBezTo>
                    <a:pt x="1987" y="2558"/>
                    <a:pt x="2558" y="1991"/>
                    <a:pt x="2558" y="1279"/>
                  </a:cubicBezTo>
                  <a:cubicBezTo>
                    <a:pt x="2558" y="568"/>
                    <a:pt x="1987" y="1"/>
                    <a:pt x="1279" y="1"/>
                  </a:cubicBezTo>
                  <a:close/>
                </a:path>
              </a:pathLst>
            </a:custGeom>
            <a:solidFill>
              <a:srgbClr val="2122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4"/>
            <p:cNvSpPr/>
            <p:nvPr/>
          </p:nvSpPr>
          <p:spPr>
            <a:xfrm>
              <a:off x="1970775" y="2824975"/>
              <a:ext cx="66625" cy="66625"/>
            </a:xfrm>
            <a:custGeom>
              <a:rect b="b" l="l" r="r" t="t"/>
              <a:pathLst>
                <a:path extrusionOk="0" h="2665" w="2665">
                  <a:moveTo>
                    <a:pt x="1335" y="0"/>
                  </a:moveTo>
                  <a:cubicBezTo>
                    <a:pt x="589" y="0"/>
                    <a:pt x="1" y="584"/>
                    <a:pt x="1" y="1330"/>
                  </a:cubicBezTo>
                  <a:cubicBezTo>
                    <a:pt x="1" y="2059"/>
                    <a:pt x="589" y="2664"/>
                    <a:pt x="1335" y="2664"/>
                  </a:cubicBezTo>
                  <a:cubicBezTo>
                    <a:pt x="2064" y="2664"/>
                    <a:pt x="2665" y="2059"/>
                    <a:pt x="2665" y="1330"/>
                  </a:cubicBezTo>
                  <a:cubicBezTo>
                    <a:pt x="2665" y="584"/>
                    <a:pt x="2064" y="0"/>
                    <a:pt x="1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4"/>
            <p:cNvSpPr/>
            <p:nvPr/>
          </p:nvSpPr>
          <p:spPr>
            <a:xfrm>
              <a:off x="1969075" y="2823150"/>
              <a:ext cx="70150" cy="70250"/>
            </a:xfrm>
            <a:custGeom>
              <a:rect b="b" l="l" r="r" t="t"/>
              <a:pathLst>
                <a:path extrusionOk="0" h="2810" w="2806">
                  <a:moveTo>
                    <a:pt x="1403" y="146"/>
                  </a:moveTo>
                  <a:cubicBezTo>
                    <a:pt x="1740" y="146"/>
                    <a:pt x="2059" y="286"/>
                    <a:pt x="2290" y="516"/>
                  </a:cubicBezTo>
                  <a:cubicBezTo>
                    <a:pt x="2520" y="747"/>
                    <a:pt x="2665" y="1049"/>
                    <a:pt x="2665" y="1403"/>
                  </a:cubicBezTo>
                  <a:cubicBezTo>
                    <a:pt x="2665" y="1761"/>
                    <a:pt x="2520" y="2064"/>
                    <a:pt x="2290" y="2294"/>
                  </a:cubicBezTo>
                  <a:cubicBezTo>
                    <a:pt x="2059" y="2524"/>
                    <a:pt x="1740" y="2665"/>
                    <a:pt x="1403" y="2665"/>
                  </a:cubicBezTo>
                  <a:cubicBezTo>
                    <a:pt x="1045" y="2665"/>
                    <a:pt x="725" y="2524"/>
                    <a:pt x="495" y="2294"/>
                  </a:cubicBezTo>
                  <a:cubicBezTo>
                    <a:pt x="282" y="2064"/>
                    <a:pt x="141" y="1761"/>
                    <a:pt x="141" y="1403"/>
                  </a:cubicBezTo>
                  <a:cubicBezTo>
                    <a:pt x="141" y="1049"/>
                    <a:pt x="282" y="747"/>
                    <a:pt x="495" y="516"/>
                  </a:cubicBezTo>
                  <a:cubicBezTo>
                    <a:pt x="725" y="286"/>
                    <a:pt x="1045" y="146"/>
                    <a:pt x="1403" y="146"/>
                  </a:cubicBezTo>
                  <a:close/>
                  <a:moveTo>
                    <a:pt x="1403" y="1"/>
                  </a:moveTo>
                  <a:cubicBezTo>
                    <a:pt x="619" y="1"/>
                    <a:pt x="1" y="623"/>
                    <a:pt x="1" y="1403"/>
                  </a:cubicBezTo>
                  <a:cubicBezTo>
                    <a:pt x="1" y="2187"/>
                    <a:pt x="619" y="2810"/>
                    <a:pt x="1403" y="2810"/>
                  </a:cubicBezTo>
                  <a:cubicBezTo>
                    <a:pt x="2166" y="2810"/>
                    <a:pt x="2805" y="2187"/>
                    <a:pt x="2805" y="1403"/>
                  </a:cubicBezTo>
                  <a:cubicBezTo>
                    <a:pt x="2805" y="623"/>
                    <a:pt x="2166" y="1"/>
                    <a:pt x="1403" y="1"/>
                  </a:cubicBezTo>
                  <a:close/>
                </a:path>
              </a:pathLst>
            </a:custGeom>
            <a:solidFill>
              <a:srgbClr val="2122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 name="Google Shape;341;p34"/>
          <p:cNvGrpSpPr/>
          <p:nvPr/>
        </p:nvGrpSpPr>
        <p:grpSpPr>
          <a:xfrm>
            <a:off x="1385891" y="747725"/>
            <a:ext cx="6367459" cy="61175"/>
            <a:chOff x="1385891" y="747725"/>
            <a:chExt cx="6367459" cy="61175"/>
          </a:xfrm>
        </p:grpSpPr>
        <p:sp>
          <p:nvSpPr>
            <p:cNvPr id="342" name="Google Shape;342;p34"/>
            <p:cNvSpPr/>
            <p:nvPr/>
          </p:nvSpPr>
          <p:spPr>
            <a:xfrm>
              <a:off x="1385891" y="751300"/>
              <a:ext cx="458400" cy="57600"/>
            </a:xfrm>
            <a:prstGeom prst="rect">
              <a:avLst/>
            </a:prstGeom>
            <a:gradFill>
              <a:gsLst>
                <a:gs pos="0">
                  <a:schemeClr val="dk1"/>
                </a:gs>
                <a:gs pos="48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4"/>
            <p:cNvSpPr/>
            <p:nvPr/>
          </p:nvSpPr>
          <p:spPr>
            <a:xfrm flipH="1">
              <a:off x="7303300" y="747725"/>
              <a:ext cx="450050" cy="57600"/>
            </a:xfrm>
            <a:prstGeom prst="rect">
              <a:avLst/>
            </a:prstGeom>
            <a:gradFill>
              <a:gsLst>
                <a:gs pos="0">
                  <a:schemeClr val="dk1"/>
                </a:gs>
                <a:gs pos="48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7" name="Shape 347"/>
        <p:cNvGrpSpPr/>
        <p:nvPr/>
      </p:nvGrpSpPr>
      <p:grpSpPr>
        <a:xfrm>
          <a:off x="0" y="0"/>
          <a:ext cx="0" cy="0"/>
          <a:chOff x="0" y="0"/>
          <a:chExt cx="0" cy="0"/>
        </a:xfrm>
      </p:grpSpPr>
      <p:sp>
        <p:nvSpPr>
          <p:cNvPr id="348" name="Google Shape;348;p35"/>
          <p:cNvSpPr txBox="1"/>
          <p:nvPr>
            <p:ph idx="1" type="subTitle"/>
          </p:nvPr>
        </p:nvSpPr>
        <p:spPr>
          <a:xfrm>
            <a:off x="720000" y="3633625"/>
            <a:ext cx="4917900" cy="600300"/>
          </a:xfrm>
          <a:prstGeom prst="rect">
            <a:avLst/>
          </a:prstGeom>
        </p:spPr>
        <p:txBody>
          <a:bodyPr anchorCtr="0" anchor="ctr" bIns="91425" lIns="91425" spcFirstLastPara="1" rIns="91425" wrap="square" tIns="91425">
            <a:normAutofit/>
          </a:bodyPr>
          <a:lstStyle/>
          <a:p>
            <a:pPr indent="0" lvl="0" marL="0" rtl="0" algn="l">
              <a:spcBef>
                <a:spcPts val="0"/>
              </a:spcBef>
              <a:spcAft>
                <a:spcPts val="0"/>
              </a:spcAft>
              <a:buNone/>
            </a:pPr>
            <a:r>
              <a:rPr lang="en">
                <a:solidFill>
                  <a:schemeClr val="lt1"/>
                </a:solidFill>
              </a:rPr>
              <a:t>—THE LITTLE GREEN MAN</a:t>
            </a:r>
            <a:endParaRPr>
              <a:solidFill>
                <a:schemeClr val="lt1"/>
              </a:solidFill>
            </a:endParaRPr>
          </a:p>
        </p:txBody>
      </p:sp>
      <p:sp>
        <p:nvSpPr>
          <p:cNvPr id="349" name="Google Shape;349;p35"/>
          <p:cNvSpPr txBox="1"/>
          <p:nvPr>
            <p:ph type="title"/>
          </p:nvPr>
        </p:nvSpPr>
        <p:spPr>
          <a:xfrm>
            <a:off x="720000" y="2225400"/>
            <a:ext cx="6795300" cy="1302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grpSp>
        <p:nvGrpSpPr>
          <p:cNvPr id="350" name="Google Shape;350;p35"/>
          <p:cNvGrpSpPr/>
          <p:nvPr/>
        </p:nvGrpSpPr>
        <p:grpSpPr>
          <a:xfrm>
            <a:off x="6749706" y="1020261"/>
            <a:ext cx="1842201" cy="966052"/>
            <a:chOff x="6749706" y="1020261"/>
            <a:chExt cx="1842201" cy="966052"/>
          </a:xfrm>
        </p:grpSpPr>
        <p:grpSp>
          <p:nvGrpSpPr>
            <p:cNvPr id="351" name="Google Shape;351;p35"/>
            <p:cNvGrpSpPr/>
            <p:nvPr/>
          </p:nvGrpSpPr>
          <p:grpSpPr>
            <a:xfrm>
              <a:off x="6749706" y="1320204"/>
              <a:ext cx="1842201" cy="666109"/>
              <a:chOff x="6749706" y="1320204"/>
              <a:chExt cx="1842201" cy="666109"/>
            </a:xfrm>
          </p:grpSpPr>
          <p:sp>
            <p:nvSpPr>
              <p:cNvPr id="352" name="Google Shape;352;p35"/>
              <p:cNvSpPr/>
              <p:nvPr/>
            </p:nvSpPr>
            <p:spPr>
              <a:xfrm rot="899968">
                <a:off x="6742992" y="1557053"/>
                <a:ext cx="1855628" cy="192410"/>
              </a:xfrm>
              <a:custGeom>
                <a:rect b="b" l="l" r="r" t="t"/>
                <a:pathLst>
                  <a:path extrusionOk="0" h="2827" w="27264">
                    <a:moveTo>
                      <a:pt x="13624" y="145"/>
                    </a:moveTo>
                    <a:cubicBezTo>
                      <a:pt x="17370" y="145"/>
                      <a:pt x="20763" y="286"/>
                      <a:pt x="23214" y="533"/>
                    </a:cubicBezTo>
                    <a:cubicBezTo>
                      <a:pt x="24437" y="657"/>
                      <a:pt x="25435" y="802"/>
                      <a:pt x="26108" y="960"/>
                    </a:cubicBezTo>
                    <a:cubicBezTo>
                      <a:pt x="26445" y="1032"/>
                      <a:pt x="26713" y="1122"/>
                      <a:pt x="26888" y="1211"/>
                    </a:cubicBezTo>
                    <a:cubicBezTo>
                      <a:pt x="26978" y="1245"/>
                      <a:pt x="27033" y="1296"/>
                      <a:pt x="27067" y="1335"/>
                    </a:cubicBezTo>
                    <a:cubicBezTo>
                      <a:pt x="27084" y="1352"/>
                      <a:pt x="27101" y="1369"/>
                      <a:pt x="27101" y="1369"/>
                    </a:cubicBezTo>
                    <a:cubicBezTo>
                      <a:pt x="27122" y="1386"/>
                      <a:pt x="27122" y="1403"/>
                      <a:pt x="27122" y="1424"/>
                    </a:cubicBezTo>
                    <a:cubicBezTo>
                      <a:pt x="27122" y="1424"/>
                      <a:pt x="27122" y="1441"/>
                      <a:pt x="27101" y="1458"/>
                    </a:cubicBezTo>
                    <a:cubicBezTo>
                      <a:pt x="27101" y="1475"/>
                      <a:pt x="27067" y="1509"/>
                      <a:pt x="26995" y="1548"/>
                    </a:cubicBezTo>
                    <a:cubicBezTo>
                      <a:pt x="26888" y="1637"/>
                      <a:pt x="26696" y="1706"/>
                      <a:pt x="26445" y="1778"/>
                    </a:cubicBezTo>
                    <a:cubicBezTo>
                      <a:pt x="26001" y="1902"/>
                      <a:pt x="25345" y="2025"/>
                      <a:pt x="24510" y="2132"/>
                    </a:cubicBezTo>
                    <a:cubicBezTo>
                      <a:pt x="22059" y="2468"/>
                      <a:pt x="18099" y="2682"/>
                      <a:pt x="13624" y="2682"/>
                    </a:cubicBezTo>
                    <a:cubicBezTo>
                      <a:pt x="9894" y="2682"/>
                      <a:pt x="6501" y="2541"/>
                      <a:pt x="4050" y="2294"/>
                    </a:cubicBezTo>
                    <a:cubicBezTo>
                      <a:pt x="2827" y="2170"/>
                      <a:pt x="1829" y="2025"/>
                      <a:pt x="1156" y="1867"/>
                    </a:cubicBezTo>
                    <a:cubicBezTo>
                      <a:pt x="819" y="1795"/>
                      <a:pt x="551" y="1706"/>
                      <a:pt x="376" y="1616"/>
                    </a:cubicBezTo>
                    <a:cubicBezTo>
                      <a:pt x="287" y="1582"/>
                      <a:pt x="231" y="1531"/>
                      <a:pt x="197" y="1492"/>
                    </a:cubicBezTo>
                    <a:cubicBezTo>
                      <a:pt x="180" y="1475"/>
                      <a:pt x="163" y="1458"/>
                      <a:pt x="163" y="1458"/>
                    </a:cubicBezTo>
                    <a:cubicBezTo>
                      <a:pt x="142" y="1441"/>
                      <a:pt x="142" y="1424"/>
                      <a:pt x="142" y="1424"/>
                    </a:cubicBezTo>
                    <a:cubicBezTo>
                      <a:pt x="142" y="1403"/>
                      <a:pt x="142" y="1386"/>
                      <a:pt x="163" y="1369"/>
                    </a:cubicBezTo>
                    <a:cubicBezTo>
                      <a:pt x="163" y="1352"/>
                      <a:pt x="197" y="1318"/>
                      <a:pt x="269" y="1279"/>
                    </a:cubicBezTo>
                    <a:cubicBezTo>
                      <a:pt x="376" y="1190"/>
                      <a:pt x="568" y="1122"/>
                      <a:pt x="819" y="1049"/>
                    </a:cubicBezTo>
                    <a:cubicBezTo>
                      <a:pt x="1263" y="926"/>
                      <a:pt x="1919" y="802"/>
                      <a:pt x="2754" y="695"/>
                    </a:cubicBezTo>
                    <a:cubicBezTo>
                      <a:pt x="5205" y="359"/>
                      <a:pt x="9165" y="145"/>
                      <a:pt x="13624" y="145"/>
                    </a:cubicBezTo>
                    <a:close/>
                    <a:moveTo>
                      <a:pt x="13624" y="1"/>
                    </a:moveTo>
                    <a:cubicBezTo>
                      <a:pt x="9894" y="1"/>
                      <a:pt x="6501" y="145"/>
                      <a:pt x="4033" y="393"/>
                    </a:cubicBezTo>
                    <a:cubicBezTo>
                      <a:pt x="2806" y="516"/>
                      <a:pt x="1812" y="657"/>
                      <a:pt x="1122" y="819"/>
                    </a:cubicBezTo>
                    <a:cubicBezTo>
                      <a:pt x="781" y="908"/>
                      <a:pt x="500" y="998"/>
                      <a:pt x="321" y="1083"/>
                    </a:cubicBezTo>
                    <a:cubicBezTo>
                      <a:pt x="214" y="1122"/>
                      <a:pt x="142" y="1173"/>
                      <a:pt x="90" y="1228"/>
                    </a:cubicBezTo>
                    <a:cubicBezTo>
                      <a:pt x="73" y="1245"/>
                      <a:pt x="35" y="1279"/>
                      <a:pt x="18" y="1318"/>
                    </a:cubicBezTo>
                    <a:cubicBezTo>
                      <a:pt x="1" y="1352"/>
                      <a:pt x="1" y="1386"/>
                      <a:pt x="1" y="1424"/>
                    </a:cubicBezTo>
                    <a:cubicBezTo>
                      <a:pt x="1" y="1458"/>
                      <a:pt x="1" y="1475"/>
                      <a:pt x="18" y="1509"/>
                    </a:cubicBezTo>
                    <a:cubicBezTo>
                      <a:pt x="56" y="1582"/>
                      <a:pt x="107" y="1616"/>
                      <a:pt x="180" y="1671"/>
                    </a:cubicBezTo>
                    <a:cubicBezTo>
                      <a:pt x="321" y="1761"/>
                      <a:pt x="517" y="1829"/>
                      <a:pt x="781" y="1919"/>
                    </a:cubicBezTo>
                    <a:cubicBezTo>
                      <a:pt x="1246" y="2042"/>
                      <a:pt x="1902" y="2170"/>
                      <a:pt x="2737" y="2277"/>
                    </a:cubicBezTo>
                    <a:cubicBezTo>
                      <a:pt x="5205" y="2613"/>
                      <a:pt x="9165" y="2827"/>
                      <a:pt x="13624" y="2827"/>
                    </a:cubicBezTo>
                    <a:cubicBezTo>
                      <a:pt x="17370" y="2827"/>
                      <a:pt x="20763" y="2682"/>
                      <a:pt x="23231" y="2434"/>
                    </a:cubicBezTo>
                    <a:cubicBezTo>
                      <a:pt x="24458" y="2311"/>
                      <a:pt x="25452" y="2170"/>
                      <a:pt x="26142" y="2008"/>
                    </a:cubicBezTo>
                    <a:cubicBezTo>
                      <a:pt x="26483" y="1919"/>
                      <a:pt x="26764" y="1829"/>
                      <a:pt x="26943" y="1744"/>
                    </a:cubicBezTo>
                    <a:cubicBezTo>
                      <a:pt x="27050" y="1706"/>
                      <a:pt x="27122" y="1654"/>
                      <a:pt x="27174" y="1599"/>
                    </a:cubicBezTo>
                    <a:cubicBezTo>
                      <a:pt x="27191" y="1582"/>
                      <a:pt x="27229" y="1548"/>
                      <a:pt x="27246" y="1509"/>
                    </a:cubicBezTo>
                    <a:cubicBezTo>
                      <a:pt x="27263" y="1475"/>
                      <a:pt x="27263" y="1458"/>
                      <a:pt x="27263" y="1424"/>
                    </a:cubicBezTo>
                    <a:cubicBezTo>
                      <a:pt x="27263" y="1386"/>
                      <a:pt x="27263" y="1352"/>
                      <a:pt x="27246" y="1318"/>
                    </a:cubicBezTo>
                    <a:cubicBezTo>
                      <a:pt x="27208" y="1245"/>
                      <a:pt x="27157" y="1211"/>
                      <a:pt x="27084" y="1156"/>
                    </a:cubicBezTo>
                    <a:cubicBezTo>
                      <a:pt x="26943" y="1066"/>
                      <a:pt x="26747" y="998"/>
                      <a:pt x="26483" y="908"/>
                    </a:cubicBezTo>
                    <a:cubicBezTo>
                      <a:pt x="26019" y="785"/>
                      <a:pt x="25362" y="657"/>
                      <a:pt x="24527" y="550"/>
                    </a:cubicBezTo>
                    <a:cubicBezTo>
                      <a:pt x="22059" y="214"/>
                      <a:pt x="18099" y="1"/>
                      <a:pt x="136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5"/>
              <p:cNvSpPr/>
              <p:nvPr/>
            </p:nvSpPr>
            <p:spPr>
              <a:xfrm rot="899968">
                <a:off x="8060533" y="1774331"/>
                <a:ext cx="154704" cy="153547"/>
              </a:xfrm>
              <a:custGeom>
                <a:rect b="b" l="l" r="r" t="t"/>
                <a:pathLst>
                  <a:path extrusionOk="0" h="2256" w="2273">
                    <a:moveTo>
                      <a:pt x="1134" y="1"/>
                    </a:moveTo>
                    <a:cubicBezTo>
                      <a:pt x="495" y="1"/>
                      <a:pt x="0" y="495"/>
                      <a:pt x="0" y="1134"/>
                    </a:cubicBezTo>
                    <a:cubicBezTo>
                      <a:pt x="0" y="1757"/>
                      <a:pt x="495" y="2255"/>
                      <a:pt x="1134" y="2255"/>
                    </a:cubicBezTo>
                    <a:cubicBezTo>
                      <a:pt x="1757" y="2255"/>
                      <a:pt x="2272" y="1757"/>
                      <a:pt x="2272" y="1134"/>
                    </a:cubicBezTo>
                    <a:cubicBezTo>
                      <a:pt x="2272" y="495"/>
                      <a:pt x="1757" y="1"/>
                      <a:pt x="1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5"/>
              <p:cNvSpPr/>
              <p:nvPr/>
            </p:nvSpPr>
            <p:spPr>
              <a:xfrm rot="899968">
                <a:off x="8055601" y="1769427"/>
                <a:ext cx="164573" cy="163075"/>
              </a:xfrm>
              <a:custGeom>
                <a:rect b="b" l="l" r="r" t="t"/>
                <a:pathLst>
                  <a:path extrusionOk="0" h="2396" w="2418">
                    <a:moveTo>
                      <a:pt x="1207" y="141"/>
                    </a:moveTo>
                    <a:cubicBezTo>
                      <a:pt x="1493" y="141"/>
                      <a:pt x="1757" y="247"/>
                      <a:pt x="1953" y="443"/>
                    </a:cubicBezTo>
                    <a:cubicBezTo>
                      <a:pt x="2149" y="640"/>
                      <a:pt x="2273" y="904"/>
                      <a:pt x="2273" y="1206"/>
                    </a:cubicBezTo>
                    <a:cubicBezTo>
                      <a:pt x="2273" y="1492"/>
                      <a:pt x="2149" y="1756"/>
                      <a:pt x="1953" y="1952"/>
                    </a:cubicBezTo>
                    <a:cubicBezTo>
                      <a:pt x="1757" y="2148"/>
                      <a:pt x="1493" y="2255"/>
                      <a:pt x="1207" y="2255"/>
                    </a:cubicBezTo>
                    <a:cubicBezTo>
                      <a:pt x="905" y="2255"/>
                      <a:pt x="640" y="2148"/>
                      <a:pt x="444" y="1952"/>
                    </a:cubicBezTo>
                    <a:cubicBezTo>
                      <a:pt x="248" y="1756"/>
                      <a:pt x="142" y="1492"/>
                      <a:pt x="142" y="1206"/>
                    </a:cubicBezTo>
                    <a:cubicBezTo>
                      <a:pt x="142" y="904"/>
                      <a:pt x="248" y="640"/>
                      <a:pt x="444" y="443"/>
                    </a:cubicBezTo>
                    <a:cubicBezTo>
                      <a:pt x="640" y="247"/>
                      <a:pt x="905" y="141"/>
                      <a:pt x="1207" y="141"/>
                    </a:cubicBezTo>
                    <a:close/>
                    <a:moveTo>
                      <a:pt x="1207" y="0"/>
                    </a:moveTo>
                    <a:cubicBezTo>
                      <a:pt x="534" y="0"/>
                      <a:pt x="1" y="533"/>
                      <a:pt x="1" y="1206"/>
                    </a:cubicBezTo>
                    <a:cubicBezTo>
                      <a:pt x="1" y="1863"/>
                      <a:pt x="534" y="2396"/>
                      <a:pt x="1207" y="2396"/>
                    </a:cubicBezTo>
                    <a:cubicBezTo>
                      <a:pt x="1864" y="2396"/>
                      <a:pt x="2418" y="1863"/>
                      <a:pt x="2418" y="1206"/>
                    </a:cubicBezTo>
                    <a:cubicBezTo>
                      <a:pt x="2418" y="533"/>
                      <a:pt x="1864" y="0"/>
                      <a:pt x="12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5"/>
              <p:cNvSpPr/>
              <p:nvPr/>
            </p:nvSpPr>
            <p:spPr>
              <a:xfrm rot="899968">
                <a:off x="7778279" y="1669074"/>
                <a:ext cx="206907" cy="206635"/>
              </a:xfrm>
              <a:custGeom>
                <a:rect b="b" l="l" r="r" t="t"/>
                <a:pathLst>
                  <a:path extrusionOk="0" h="3036" w="3040">
                    <a:moveTo>
                      <a:pt x="1510" y="1"/>
                    </a:moveTo>
                    <a:cubicBezTo>
                      <a:pt x="674" y="1"/>
                      <a:pt x="1" y="674"/>
                      <a:pt x="1" y="1510"/>
                    </a:cubicBezTo>
                    <a:cubicBezTo>
                      <a:pt x="1" y="2345"/>
                      <a:pt x="674" y="3036"/>
                      <a:pt x="1510" y="3036"/>
                    </a:cubicBezTo>
                    <a:cubicBezTo>
                      <a:pt x="2345" y="3036"/>
                      <a:pt x="3040" y="2345"/>
                      <a:pt x="3040" y="1510"/>
                    </a:cubicBezTo>
                    <a:cubicBezTo>
                      <a:pt x="3040" y="674"/>
                      <a:pt x="2345" y="1"/>
                      <a:pt x="15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5"/>
              <p:cNvSpPr/>
              <p:nvPr/>
            </p:nvSpPr>
            <p:spPr>
              <a:xfrm rot="899968">
                <a:off x="7773375" y="1664137"/>
                <a:ext cx="216435" cy="216504"/>
              </a:xfrm>
              <a:custGeom>
                <a:rect b="b" l="l" r="r" t="t"/>
                <a:pathLst>
                  <a:path extrusionOk="0" h="3181" w="3180">
                    <a:moveTo>
                      <a:pt x="1582" y="141"/>
                    </a:moveTo>
                    <a:cubicBezTo>
                      <a:pt x="1991" y="141"/>
                      <a:pt x="2344" y="303"/>
                      <a:pt x="2613" y="567"/>
                    </a:cubicBezTo>
                    <a:cubicBezTo>
                      <a:pt x="2860" y="819"/>
                      <a:pt x="3039" y="1190"/>
                      <a:pt x="3039" y="1582"/>
                    </a:cubicBezTo>
                    <a:cubicBezTo>
                      <a:pt x="3039" y="1991"/>
                      <a:pt x="2860" y="2345"/>
                      <a:pt x="2613" y="2609"/>
                    </a:cubicBezTo>
                    <a:cubicBezTo>
                      <a:pt x="2344" y="2877"/>
                      <a:pt x="1991" y="3035"/>
                      <a:pt x="1582" y="3035"/>
                    </a:cubicBezTo>
                    <a:cubicBezTo>
                      <a:pt x="1194" y="3035"/>
                      <a:pt x="819" y="2877"/>
                      <a:pt x="554" y="2609"/>
                    </a:cubicBezTo>
                    <a:cubicBezTo>
                      <a:pt x="303" y="2345"/>
                      <a:pt x="145" y="1991"/>
                      <a:pt x="145" y="1582"/>
                    </a:cubicBezTo>
                    <a:cubicBezTo>
                      <a:pt x="145" y="1190"/>
                      <a:pt x="303" y="819"/>
                      <a:pt x="554" y="567"/>
                    </a:cubicBezTo>
                    <a:cubicBezTo>
                      <a:pt x="819" y="303"/>
                      <a:pt x="1194" y="141"/>
                      <a:pt x="1582" y="141"/>
                    </a:cubicBezTo>
                    <a:close/>
                    <a:moveTo>
                      <a:pt x="1582" y="0"/>
                    </a:moveTo>
                    <a:cubicBezTo>
                      <a:pt x="712" y="0"/>
                      <a:pt x="0" y="712"/>
                      <a:pt x="0" y="1582"/>
                    </a:cubicBezTo>
                    <a:cubicBezTo>
                      <a:pt x="0" y="2468"/>
                      <a:pt x="712" y="3180"/>
                      <a:pt x="1582" y="3180"/>
                    </a:cubicBezTo>
                    <a:cubicBezTo>
                      <a:pt x="2451" y="3180"/>
                      <a:pt x="3180" y="2468"/>
                      <a:pt x="3180" y="1582"/>
                    </a:cubicBezTo>
                    <a:cubicBezTo>
                      <a:pt x="3180" y="712"/>
                      <a:pt x="2451" y="0"/>
                      <a:pt x="1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5"/>
              <p:cNvSpPr/>
              <p:nvPr/>
            </p:nvSpPr>
            <p:spPr>
              <a:xfrm rot="899968">
                <a:off x="7469120" y="1570641"/>
                <a:ext cx="228414" cy="229844"/>
              </a:xfrm>
              <a:custGeom>
                <a:rect b="b" l="l" r="r" t="t"/>
                <a:pathLst>
                  <a:path extrusionOk="0" h="3377" w="3356">
                    <a:moveTo>
                      <a:pt x="1689" y="0"/>
                    </a:moveTo>
                    <a:cubicBezTo>
                      <a:pt x="747" y="0"/>
                      <a:pt x="1" y="763"/>
                      <a:pt x="1" y="1688"/>
                    </a:cubicBezTo>
                    <a:cubicBezTo>
                      <a:pt x="1" y="2613"/>
                      <a:pt x="747" y="3376"/>
                      <a:pt x="1689" y="3376"/>
                    </a:cubicBezTo>
                    <a:cubicBezTo>
                      <a:pt x="2609" y="3376"/>
                      <a:pt x="3355" y="2613"/>
                      <a:pt x="3355" y="1688"/>
                    </a:cubicBezTo>
                    <a:cubicBezTo>
                      <a:pt x="3355" y="763"/>
                      <a:pt x="2609" y="0"/>
                      <a:pt x="16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5"/>
              <p:cNvSpPr/>
              <p:nvPr/>
            </p:nvSpPr>
            <p:spPr>
              <a:xfrm rot="899968">
                <a:off x="7464263" y="1565678"/>
                <a:ext cx="238215" cy="239440"/>
              </a:xfrm>
              <a:custGeom>
                <a:rect b="b" l="l" r="r" t="t"/>
                <a:pathLst>
                  <a:path extrusionOk="0" h="3518" w="3500">
                    <a:moveTo>
                      <a:pt x="1761" y="146"/>
                    </a:moveTo>
                    <a:cubicBezTo>
                      <a:pt x="2204" y="146"/>
                      <a:pt x="2592" y="321"/>
                      <a:pt x="2895" y="623"/>
                    </a:cubicBezTo>
                    <a:cubicBezTo>
                      <a:pt x="3180" y="909"/>
                      <a:pt x="3359" y="1318"/>
                      <a:pt x="3359" y="1761"/>
                    </a:cubicBezTo>
                    <a:cubicBezTo>
                      <a:pt x="3359" y="2205"/>
                      <a:pt x="3180" y="2614"/>
                      <a:pt x="2895" y="2899"/>
                    </a:cubicBezTo>
                    <a:cubicBezTo>
                      <a:pt x="2592" y="3198"/>
                      <a:pt x="2204" y="3377"/>
                      <a:pt x="1761" y="3377"/>
                    </a:cubicBezTo>
                    <a:cubicBezTo>
                      <a:pt x="1313" y="3377"/>
                      <a:pt x="908" y="3198"/>
                      <a:pt x="606" y="2899"/>
                    </a:cubicBezTo>
                    <a:cubicBezTo>
                      <a:pt x="320" y="2614"/>
                      <a:pt x="141" y="2205"/>
                      <a:pt x="141" y="1761"/>
                    </a:cubicBezTo>
                    <a:cubicBezTo>
                      <a:pt x="141" y="1318"/>
                      <a:pt x="320" y="909"/>
                      <a:pt x="606" y="623"/>
                    </a:cubicBezTo>
                    <a:cubicBezTo>
                      <a:pt x="908" y="321"/>
                      <a:pt x="1313" y="146"/>
                      <a:pt x="1761" y="146"/>
                    </a:cubicBezTo>
                    <a:close/>
                    <a:moveTo>
                      <a:pt x="1761" y="1"/>
                    </a:moveTo>
                    <a:cubicBezTo>
                      <a:pt x="780" y="1"/>
                      <a:pt x="0" y="802"/>
                      <a:pt x="0" y="1761"/>
                    </a:cubicBezTo>
                    <a:cubicBezTo>
                      <a:pt x="0" y="2737"/>
                      <a:pt x="780" y="3517"/>
                      <a:pt x="1761" y="3517"/>
                    </a:cubicBezTo>
                    <a:cubicBezTo>
                      <a:pt x="2720" y="3517"/>
                      <a:pt x="3500" y="2737"/>
                      <a:pt x="3500" y="1761"/>
                    </a:cubicBezTo>
                    <a:cubicBezTo>
                      <a:pt x="3500" y="802"/>
                      <a:pt x="2720" y="1"/>
                      <a:pt x="17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 name="Google Shape;359;p35"/>
            <p:cNvSpPr/>
            <p:nvPr/>
          </p:nvSpPr>
          <p:spPr>
            <a:xfrm>
              <a:off x="7845653" y="1249895"/>
              <a:ext cx="72171" cy="72171"/>
            </a:xfrm>
            <a:custGeom>
              <a:rect b="b" l="l" r="r" t="t"/>
              <a:pathLst>
                <a:path extrusionOk="0" h="1033" w="1033">
                  <a:moveTo>
                    <a:pt x="1032" y="517"/>
                  </a:moveTo>
                  <a:cubicBezTo>
                    <a:pt x="1032" y="798"/>
                    <a:pt x="802" y="1032"/>
                    <a:pt x="516" y="1032"/>
                  </a:cubicBezTo>
                  <a:cubicBezTo>
                    <a:pt x="235" y="1032"/>
                    <a:pt x="1" y="798"/>
                    <a:pt x="1" y="517"/>
                  </a:cubicBezTo>
                  <a:cubicBezTo>
                    <a:pt x="1" y="231"/>
                    <a:pt x="235" y="1"/>
                    <a:pt x="516" y="1"/>
                  </a:cubicBezTo>
                  <a:cubicBezTo>
                    <a:pt x="802" y="1"/>
                    <a:pt x="1032" y="231"/>
                    <a:pt x="1032" y="51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5"/>
            <p:cNvSpPr/>
            <p:nvPr/>
          </p:nvSpPr>
          <p:spPr>
            <a:xfrm>
              <a:off x="7338330" y="1211517"/>
              <a:ext cx="105496" cy="105496"/>
            </a:xfrm>
            <a:custGeom>
              <a:rect b="b" l="l" r="r" t="t"/>
              <a:pathLst>
                <a:path extrusionOk="0" h="1510" w="1510">
                  <a:moveTo>
                    <a:pt x="1509" y="746"/>
                  </a:moveTo>
                  <a:cubicBezTo>
                    <a:pt x="1509" y="1173"/>
                    <a:pt x="1172" y="1509"/>
                    <a:pt x="746" y="1509"/>
                  </a:cubicBezTo>
                  <a:cubicBezTo>
                    <a:pt x="337" y="1509"/>
                    <a:pt x="0" y="1173"/>
                    <a:pt x="0" y="746"/>
                  </a:cubicBezTo>
                  <a:cubicBezTo>
                    <a:pt x="0" y="337"/>
                    <a:pt x="337" y="0"/>
                    <a:pt x="746" y="0"/>
                  </a:cubicBezTo>
                  <a:cubicBezTo>
                    <a:pt x="1172" y="0"/>
                    <a:pt x="1509" y="337"/>
                    <a:pt x="1509" y="74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5"/>
            <p:cNvSpPr/>
            <p:nvPr/>
          </p:nvSpPr>
          <p:spPr>
            <a:xfrm>
              <a:off x="7525529" y="1020261"/>
              <a:ext cx="189175" cy="186192"/>
            </a:xfrm>
            <a:custGeom>
              <a:rect b="b" l="l" r="r" t="t"/>
              <a:pathLst>
                <a:path extrusionOk="0" h="1139" w="1157">
                  <a:moveTo>
                    <a:pt x="500" y="321"/>
                  </a:moveTo>
                  <a:lnTo>
                    <a:pt x="572" y="1"/>
                  </a:lnTo>
                  <a:lnTo>
                    <a:pt x="657" y="321"/>
                  </a:lnTo>
                  <a:cubicBezTo>
                    <a:pt x="679" y="410"/>
                    <a:pt x="747" y="461"/>
                    <a:pt x="819" y="483"/>
                  </a:cubicBezTo>
                  <a:lnTo>
                    <a:pt x="1156" y="568"/>
                  </a:lnTo>
                  <a:lnTo>
                    <a:pt x="819" y="657"/>
                  </a:lnTo>
                  <a:cubicBezTo>
                    <a:pt x="747" y="674"/>
                    <a:pt x="679" y="747"/>
                    <a:pt x="657" y="819"/>
                  </a:cubicBezTo>
                  <a:lnTo>
                    <a:pt x="572" y="1139"/>
                  </a:lnTo>
                  <a:lnTo>
                    <a:pt x="483" y="819"/>
                  </a:lnTo>
                  <a:cubicBezTo>
                    <a:pt x="466" y="747"/>
                    <a:pt x="410" y="674"/>
                    <a:pt x="321" y="657"/>
                  </a:cubicBezTo>
                  <a:lnTo>
                    <a:pt x="1" y="568"/>
                  </a:lnTo>
                  <a:lnTo>
                    <a:pt x="321" y="483"/>
                  </a:lnTo>
                  <a:cubicBezTo>
                    <a:pt x="410" y="461"/>
                    <a:pt x="466" y="393"/>
                    <a:pt x="500" y="3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 name="Shape 365"/>
        <p:cNvGrpSpPr/>
        <p:nvPr/>
      </p:nvGrpSpPr>
      <p:grpSpPr>
        <a:xfrm>
          <a:off x="0" y="0"/>
          <a:ext cx="0" cy="0"/>
          <a:chOff x="0" y="0"/>
          <a:chExt cx="0" cy="0"/>
        </a:xfrm>
      </p:grpSpPr>
      <p:sp>
        <p:nvSpPr>
          <p:cNvPr id="366" name="Google Shape;366;p36"/>
          <p:cNvSpPr txBox="1"/>
          <p:nvPr>
            <p:ph type="title"/>
          </p:nvPr>
        </p:nvSpPr>
        <p:spPr>
          <a:xfrm>
            <a:off x="2057388" y="1142475"/>
            <a:ext cx="5029200" cy="163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 AM YOUR FAMILY</a:t>
            </a:r>
            <a:endParaRPr/>
          </a:p>
        </p:txBody>
      </p:sp>
      <p:sp>
        <p:nvSpPr>
          <p:cNvPr id="367" name="Google Shape;367;p36"/>
          <p:cNvSpPr txBox="1"/>
          <p:nvPr>
            <p:ph idx="1" type="subTitle"/>
          </p:nvPr>
        </p:nvSpPr>
        <p:spPr>
          <a:xfrm>
            <a:off x="2295525" y="2794700"/>
            <a:ext cx="4553100" cy="85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could be the part of the presentation where you can introduce yourself, write your email…</a:t>
            </a:r>
            <a:endParaRPr/>
          </a:p>
        </p:txBody>
      </p:sp>
      <p:grpSp>
        <p:nvGrpSpPr>
          <p:cNvPr id="368" name="Google Shape;368;p36"/>
          <p:cNvGrpSpPr/>
          <p:nvPr/>
        </p:nvGrpSpPr>
        <p:grpSpPr>
          <a:xfrm>
            <a:off x="6762750" y="2464100"/>
            <a:ext cx="2003025" cy="1588458"/>
            <a:chOff x="6777438" y="2415356"/>
            <a:chExt cx="2064548" cy="1637248"/>
          </a:xfrm>
        </p:grpSpPr>
        <p:grpSp>
          <p:nvGrpSpPr>
            <p:cNvPr id="369" name="Google Shape;369;p36"/>
            <p:cNvGrpSpPr/>
            <p:nvPr/>
          </p:nvGrpSpPr>
          <p:grpSpPr>
            <a:xfrm>
              <a:off x="6777438" y="2415356"/>
              <a:ext cx="1124914" cy="1379508"/>
              <a:chOff x="6359778" y="416127"/>
              <a:chExt cx="2137401" cy="2621144"/>
            </a:xfrm>
          </p:grpSpPr>
          <p:sp>
            <p:nvSpPr>
              <p:cNvPr id="370" name="Google Shape;370;p36"/>
              <p:cNvSpPr/>
              <p:nvPr/>
            </p:nvSpPr>
            <p:spPr>
              <a:xfrm>
                <a:off x="7141375" y="1176350"/>
                <a:ext cx="311345" cy="305373"/>
              </a:xfrm>
              <a:custGeom>
                <a:rect b="b" l="l" r="r" t="t"/>
                <a:pathLst>
                  <a:path extrusionOk="0" h="11641" w="11854">
                    <a:moveTo>
                      <a:pt x="5222" y="282"/>
                    </a:moveTo>
                    <a:lnTo>
                      <a:pt x="11854" y="6914"/>
                    </a:lnTo>
                    <a:lnTo>
                      <a:pt x="5892" y="11641"/>
                    </a:lnTo>
                    <a:lnTo>
                      <a:pt x="0" y="5750"/>
                    </a:lnTo>
                    <a:lnTo>
                      <a:pt x="3881" y="0"/>
                    </a:lnTo>
                    <a:close/>
                  </a:path>
                </a:pathLst>
              </a:custGeom>
              <a:solidFill>
                <a:schemeClr val="accent6"/>
              </a:solidFill>
              <a:ln>
                <a:noFill/>
              </a:ln>
            </p:spPr>
          </p:sp>
          <p:grpSp>
            <p:nvGrpSpPr>
              <p:cNvPr id="371" name="Google Shape;371;p36"/>
              <p:cNvGrpSpPr/>
              <p:nvPr/>
            </p:nvGrpSpPr>
            <p:grpSpPr>
              <a:xfrm>
                <a:off x="6359778" y="416127"/>
                <a:ext cx="2137401" cy="2123592"/>
                <a:chOff x="-2840672" y="1395890"/>
                <a:chExt cx="2137401" cy="2123592"/>
              </a:xfrm>
            </p:grpSpPr>
            <p:sp>
              <p:nvSpPr>
                <p:cNvPr id="372" name="Google Shape;372;p36"/>
                <p:cNvSpPr/>
                <p:nvPr/>
              </p:nvSpPr>
              <p:spPr>
                <a:xfrm>
                  <a:off x="-2840672" y="1395890"/>
                  <a:ext cx="1528301" cy="1516383"/>
                </a:xfrm>
                <a:custGeom>
                  <a:rect b="b" l="l" r="r" t="t"/>
                  <a:pathLst>
                    <a:path extrusionOk="0" h="27229" w="27443">
                      <a:moveTo>
                        <a:pt x="1812" y="1"/>
                      </a:moveTo>
                      <a:cubicBezTo>
                        <a:pt x="1403" y="1"/>
                        <a:pt x="1015" y="145"/>
                        <a:pt x="713" y="427"/>
                      </a:cubicBezTo>
                      <a:cubicBezTo>
                        <a:pt x="1" y="1083"/>
                        <a:pt x="39" y="2238"/>
                        <a:pt x="785" y="2984"/>
                      </a:cubicBezTo>
                      <a:lnTo>
                        <a:pt x="14229" y="16428"/>
                      </a:lnTo>
                      <a:lnTo>
                        <a:pt x="14566" y="16074"/>
                      </a:lnTo>
                      <a:lnTo>
                        <a:pt x="1139" y="2647"/>
                      </a:lnTo>
                      <a:cubicBezTo>
                        <a:pt x="606" y="2132"/>
                        <a:pt x="572" y="1318"/>
                        <a:pt x="1050" y="836"/>
                      </a:cubicBezTo>
                      <a:cubicBezTo>
                        <a:pt x="1263" y="623"/>
                        <a:pt x="1565" y="516"/>
                        <a:pt x="1868" y="516"/>
                      </a:cubicBezTo>
                      <a:cubicBezTo>
                        <a:pt x="2222" y="516"/>
                        <a:pt x="2575" y="640"/>
                        <a:pt x="2844" y="925"/>
                      </a:cubicBezTo>
                      <a:lnTo>
                        <a:pt x="16288" y="14369"/>
                      </a:lnTo>
                      <a:lnTo>
                        <a:pt x="16624" y="14015"/>
                      </a:lnTo>
                      <a:lnTo>
                        <a:pt x="3215" y="606"/>
                      </a:lnTo>
                      <a:cubicBezTo>
                        <a:pt x="2827" y="214"/>
                        <a:pt x="2311" y="1"/>
                        <a:pt x="1812" y="1"/>
                      </a:cubicBezTo>
                      <a:close/>
                      <a:moveTo>
                        <a:pt x="19041" y="16428"/>
                      </a:moveTo>
                      <a:lnTo>
                        <a:pt x="18704" y="16769"/>
                      </a:lnTo>
                      <a:lnTo>
                        <a:pt x="27084" y="25166"/>
                      </a:lnTo>
                      <a:lnTo>
                        <a:pt x="27425" y="24829"/>
                      </a:lnTo>
                      <a:lnTo>
                        <a:pt x="27442" y="24829"/>
                      </a:lnTo>
                      <a:lnTo>
                        <a:pt x="19041" y="16428"/>
                      </a:lnTo>
                      <a:close/>
                      <a:moveTo>
                        <a:pt x="16982" y="18491"/>
                      </a:moveTo>
                      <a:lnTo>
                        <a:pt x="16624" y="18827"/>
                      </a:lnTo>
                      <a:lnTo>
                        <a:pt x="25025" y="27229"/>
                      </a:lnTo>
                      <a:lnTo>
                        <a:pt x="25042" y="27229"/>
                      </a:lnTo>
                      <a:lnTo>
                        <a:pt x="25379" y="26892"/>
                      </a:lnTo>
                      <a:lnTo>
                        <a:pt x="16982" y="18491"/>
                      </a:lnTo>
                      <a:close/>
                    </a:path>
                  </a:pathLst>
                </a:custGeom>
                <a:solidFill>
                  <a:schemeClr val="accent6"/>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6"/>
                <p:cNvSpPr/>
                <p:nvPr/>
              </p:nvSpPr>
              <p:spPr>
                <a:xfrm>
                  <a:off x="-2808817" y="1424459"/>
                  <a:ext cx="1521117" cy="1505579"/>
                </a:xfrm>
                <a:custGeom>
                  <a:rect b="b" l="l" r="r" t="t"/>
                  <a:pathLst>
                    <a:path extrusionOk="0" h="27035" w="27314">
                      <a:moveTo>
                        <a:pt x="1301" y="0"/>
                      </a:moveTo>
                      <a:cubicBezTo>
                        <a:pt x="998" y="0"/>
                        <a:pt x="703" y="107"/>
                        <a:pt x="478" y="323"/>
                      </a:cubicBezTo>
                      <a:cubicBezTo>
                        <a:pt x="0" y="805"/>
                        <a:pt x="34" y="1619"/>
                        <a:pt x="567" y="2134"/>
                      </a:cubicBezTo>
                      <a:lnTo>
                        <a:pt x="25042" y="26609"/>
                      </a:lnTo>
                      <a:cubicBezTo>
                        <a:pt x="25313" y="26892"/>
                        <a:pt x="25671" y="27034"/>
                        <a:pt x="26019" y="27034"/>
                      </a:cubicBezTo>
                      <a:cubicBezTo>
                        <a:pt x="26327" y="27034"/>
                        <a:pt x="26627" y="26923"/>
                        <a:pt x="26853" y="26699"/>
                      </a:cubicBezTo>
                      <a:cubicBezTo>
                        <a:pt x="27313" y="26217"/>
                        <a:pt x="27279" y="25420"/>
                        <a:pt x="26764" y="24904"/>
                      </a:cubicBezTo>
                      <a:lnTo>
                        <a:pt x="2272" y="412"/>
                      </a:lnTo>
                      <a:cubicBezTo>
                        <a:pt x="1998" y="138"/>
                        <a:pt x="1644" y="0"/>
                        <a:pt x="13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6"/>
                <p:cNvSpPr/>
                <p:nvPr/>
              </p:nvSpPr>
              <p:spPr>
                <a:xfrm>
                  <a:off x="-2765379" y="1463387"/>
                  <a:ext cx="1434240" cy="1427557"/>
                </a:xfrm>
                <a:custGeom>
                  <a:rect b="b" l="l" r="r" t="t"/>
                  <a:pathLst>
                    <a:path extrusionOk="0" h="25634" w="25754">
                      <a:moveTo>
                        <a:pt x="598" y="1"/>
                      </a:moveTo>
                      <a:cubicBezTo>
                        <a:pt x="455" y="1"/>
                        <a:pt x="316" y="54"/>
                        <a:pt x="213" y="157"/>
                      </a:cubicBezTo>
                      <a:cubicBezTo>
                        <a:pt x="0" y="370"/>
                        <a:pt x="17" y="724"/>
                        <a:pt x="247" y="958"/>
                      </a:cubicBezTo>
                      <a:lnTo>
                        <a:pt x="24739" y="25445"/>
                      </a:lnTo>
                      <a:cubicBezTo>
                        <a:pt x="24861" y="25570"/>
                        <a:pt x="25019" y="25633"/>
                        <a:pt x="25173" y="25633"/>
                      </a:cubicBezTo>
                      <a:cubicBezTo>
                        <a:pt x="25309" y="25633"/>
                        <a:pt x="25440" y="25584"/>
                        <a:pt x="25540" y="25484"/>
                      </a:cubicBezTo>
                      <a:cubicBezTo>
                        <a:pt x="25753" y="25271"/>
                        <a:pt x="25753" y="24896"/>
                        <a:pt x="25502" y="24665"/>
                      </a:cubicBezTo>
                      <a:lnTo>
                        <a:pt x="1032" y="191"/>
                      </a:lnTo>
                      <a:cubicBezTo>
                        <a:pt x="910" y="63"/>
                        <a:pt x="752" y="1"/>
                        <a:pt x="5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6"/>
                <p:cNvSpPr/>
                <p:nvPr/>
              </p:nvSpPr>
              <p:spPr>
                <a:xfrm>
                  <a:off x="-1290799" y="3064385"/>
                  <a:ext cx="34695" cy="34751"/>
                </a:xfrm>
                <a:custGeom>
                  <a:rect b="b" l="l" r="r" t="t"/>
                  <a:pathLst>
                    <a:path extrusionOk="0" h="624" w="623">
                      <a:moveTo>
                        <a:pt x="213" y="1"/>
                      </a:moveTo>
                      <a:lnTo>
                        <a:pt x="0" y="235"/>
                      </a:lnTo>
                      <a:lnTo>
                        <a:pt x="392" y="623"/>
                      </a:lnTo>
                      <a:lnTo>
                        <a:pt x="622" y="410"/>
                      </a:lnTo>
                      <a:lnTo>
                        <a:pt x="213" y="1"/>
                      </a:lnTo>
                      <a:close/>
                    </a:path>
                  </a:pathLst>
                </a:custGeom>
                <a:solidFill>
                  <a:srgbClr val="B0B0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6"/>
                <p:cNvSpPr/>
                <p:nvPr/>
              </p:nvSpPr>
              <p:spPr>
                <a:xfrm>
                  <a:off x="-1283726" y="3057535"/>
                  <a:ext cx="34472" cy="34695"/>
                </a:xfrm>
                <a:custGeom>
                  <a:rect b="b" l="l" r="r" t="t"/>
                  <a:pathLst>
                    <a:path extrusionOk="0" h="623" w="619">
                      <a:moveTo>
                        <a:pt x="231" y="0"/>
                      </a:moveTo>
                      <a:lnTo>
                        <a:pt x="1" y="230"/>
                      </a:lnTo>
                      <a:lnTo>
                        <a:pt x="389" y="622"/>
                      </a:lnTo>
                      <a:lnTo>
                        <a:pt x="619" y="392"/>
                      </a:lnTo>
                      <a:lnTo>
                        <a:pt x="231" y="0"/>
                      </a:ln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6"/>
                <p:cNvSpPr/>
                <p:nvPr/>
              </p:nvSpPr>
              <p:spPr>
                <a:xfrm>
                  <a:off x="-1167165" y="2932899"/>
                  <a:ext cx="42547" cy="42547"/>
                </a:xfrm>
                <a:custGeom>
                  <a:rect b="b" l="l" r="r" t="t"/>
                  <a:pathLst>
                    <a:path extrusionOk="0" h="764" w="764">
                      <a:moveTo>
                        <a:pt x="376" y="0"/>
                      </a:moveTo>
                      <a:lnTo>
                        <a:pt x="1" y="376"/>
                      </a:lnTo>
                      <a:lnTo>
                        <a:pt x="393" y="763"/>
                      </a:lnTo>
                      <a:lnTo>
                        <a:pt x="764" y="393"/>
                      </a:lnTo>
                      <a:lnTo>
                        <a:pt x="376" y="0"/>
                      </a:lnTo>
                      <a:close/>
                    </a:path>
                  </a:pathLst>
                </a:custGeom>
                <a:solidFill>
                  <a:srgbClr val="FF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6"/>
                <p:cNvSpPr/>
                <p:nvPr/>
              </p:nvSpPr>
              <p:spPr>
                <a:xfrm>
                  <a:off x="-1424234" y="2800467"/>
                  <a:ext cx="720963" cy="716452"/>
                </a:xfrm>
                <a:custGeom>
                  <a:rect b="b" l="l" r="r" t="t"/>
                  <a:pathLst>
                    <a:path extrusionOk="0" h="12865" w="12946">
                      <a:moveTo>
                        <a:pt x="1706" y="0"/>
                      </a:moveTo>
                      <a:lnTo>
                        <a:pt x="1" y="1705"/>
                      </a:lnTo>
                      <a:lnTo>
                        <a:pt x="10921" y="12625"/>
                      </a:lnTo>
                      <a:cubicBezTo>
                        <a:pt x="11072" y="12785"/>
                        <a:pt x="11277" y="12865"/>
                        <a:pt x="11481" y="12865"/>
                      </a:cubicBezTo>
                      <a:cubicBezTo>
                        <a:pt x="11686" y="12865"/>
                        <a:pt x="11891" y="12785"/>
                        <a:pt x="12042" y="12625"/>
                      </a:cubicBezTo>
                      <a:lnTo>
                        <a:pt x="12626" y="12058"/>
                      </a:lnTo>
                      <a:cubicBezTo>
                        <a:pt x="12945" y="11739"/>
                        <a:pt x="12945" y="11240"/>
                        <a:pt x="12626" y="10920"/>
                      </a:cubicBezTo>
                      <a:lnTo>
                        <a:pt x="1706" y="0"/>
                      </a:lnTo>
                      <a:close/>
                    </a:path>
                  </a:pathLst>
                </a:custGeom>
                <a:solidFill>
                  <a:srgbClr val="2B2A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6"/>
                <p:cNvSpPr/>
                <p:nvPr/>
              </p:nvSpPr>
              <p:spPr>
                <a:xfrm>
                  <a:off x="-1424234" y="2800467"/>
                  <a:ext cx="422353" cy="423244"/>
                </a:xfrm>
                <a:custGeom>
                  <a:rect b="b" l="l" r="r" t="t"/>
                  <a:pathLst>
                    <a:path extrusionOk="0" h="7600" w="7584">
                      <a:moveTo>
                        <a:pt x="1706" y="0"/>
                      </a:moveTo>
                      <a:lnTo>
                        <a:pt x="1" y="1705"/>
                      </a:lnTo>
                      <a:lnTo>
                        <a:pt x="5878" y="7600"/>
                      </a:lnTo>
                      <a:cubicBezTo>
                        <a:pt x="5895" y="7442"/>
                        <a:pt x="5985" y="6892"/>
                        <a:pt x="6445" y="6428"/>
                      </a:cubicBezTo>
                      <a:cubicBezTo>
                        <a:pt x="6910" y="5984"/>
                        <a:pt x="7426" y="5912"/>
                        <a:pt x="7583" y="5895"/>
                      </a:cubicBezTo>
                      <a:cubicBezTo>
                        <a:pt x="5631" y="3926"/>
                        <a:pt x="3658" y="1969"/>
                        <a:pt x="1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6"/>
                <p:cNvSpPr/>
                <p:nvPr/>
              </p:nvSpPr>
              <p:spPr>
                <a:xfrm>
                  <a:off x="-1434202" y="2790442"/>
                  <a:ext cx="306741" cy="306685"/>
                </a:xfrm>
                <a:custGeom>
                  <a:rect b="b" l="l" r="r" t="t"/>
                  <a:pathLst>
                    <a:path extrusionOk="0" h="5507" w="5508">
                      <a:moveTo>
                        <a:pt x="2042" y="1"/>
                      </a:moveTo>
                      <a:lnTo>
                        <a:pt x="1" y="2064"/>
                      </a:lnTo>
                      <a:lnTo>
                        <a:pt x="3393" y="5453"/>
                      </a:lnTo>
                      <a:cubicBezTo>
                        <a:pt x="3430" y="5489"/>
                        <a:pt x="3470" y="5507"/>
                        <a:pt x="3508" y="5507"/>
                      </a:cubicBezTo>
                      <a:cubicBezTo>
                        <a:pt x="3546" y="5507"/>
                        <a:pt x="3581" y="5489"/>
                        <a:pt x="3607" y="5453"/>
                      </a:cubicBezTo>
                      <a:lnTo>
                        <a:pt x="5452" y="3607"/>
                      </a:lnTo>
                      <a:cubicBezTo>
                        <a:pt x="5508" y="3556"/>
                        <a:pt x="5508" y="3466"/>
                        <a:pt x="5452" y="3411"/>
                      </a:cubicBezTo>
                      <a:lnTo>
                        <a:pt x="20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6"/>
                <p:cNvSpPr/>
                <p:nvPr/>
              </p:nvSpPr>
              <p:spPr>
                <a:xfrm>
                  <a:off x="-900128" y="3325352"/>
                  <a:ext cx="187118" cy="185559"/>
                </a:xfrm>
                <a:custGeom>
                  <a:rect b="b" l="l" r="r" t="t"/>
                  <a:pathLst>
                    <a:path extrusionOk="0" h="3332" w="3360">
                      <a:moveTo>
                        <a:pt x="2017" y="0"/>
                      </a:moveTo>
                      <a:cubicBezTo>
                        <a:pt x="1979" y="0"/>
                        <a:pt x="1938" y="14"/>
                        <a:pt x="1902" y="42"/>
                      </a:cubicBezTo>
                      <a:lnTo>
                        <a:pt x="56" y="1904"/>
                      </a:lnTo>
                      <a:cubicBezTo>
                        <a:pt x="1" y="1960"/>
                        <a:pt x="1" y="2049"/>
                        <a:pt x="56" y="2100"/>
                      </a:cubicBezTo>
                      <a:lnTo>
                        <a:pt x="1246" y="3290"/>
                      </a:lnTo>
                      <a:cubicBezTo>
                        <a:pt x="1271" y="3317"/>
                        <a:pt x="1306" y="3331"/>
                        <a:pt x="1344" y="3331"/>
                      </a:cubicBezTo>
                      <a:cubicBezTo>
                        <a:pt x="1382" y="3331"/>
                        <a:pt x="1422" y="3317"/>
                        <a:pt x="1459" y="3290"/>
                      </a:cubicBezTo>
                      <a:lnTo>
                        <a:pt x="3304" y="1444"/>
                      </a:lnTo>
                      <a:cubicBezTo>
                        <a:pt x="3360" y="1389"/>
                        <a:pt x="3360" y="1303"/>
                        <a:pt x="3304" y="1248"/>
                      </a:cubicBezTo>
                      <a:lnTo>
                        <a:pt x="2115" y="42"/>
                      </a:lnTo>
                      <a:cubicBezTo>
                        <a:pt x="2090" y="14"/>
                        <a:pt x="2054" y="0"/>
                        <a:pt x="20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6"/>
                <p:cNvSpPr/>
                <p:nvPr/>
              </p:nvSpPr>
              <p:spPr>
                <a:xfrm>
                  <a:off x="-1389594" y="2835106"/>
                  <a:ext cx="189012" cy="188232"/>
                </a:xfrm>
                <a:custGeom>
                  <a:rect b="b" l="l" r="r" t="t"/>
                  <a:pathLst>
                    <a:path extrusionOk="0" h="3380" w="3394">
                      <a:moveTo>
                        <a:pt x="1173" y="0"/>
                      </a:moveTo>
                      <a:lnTo>
                        <a:pt x="1" y="1172"/>
                      </a:lnTo>
                      <a:lnTo>
                        <a:pt x="2060" y="3231"/>
                      </a:lnTo>
                      <a:cubicBezTo>
                        <a:pt x="2094" y="3265"/>
                        <a:pt x="2149" y="3265"/>
                        <a:pt x="2183" y="3265"/>
                      </a:cubicBezTo>
                      <a:lnTo>
                        <a:pt x="2912" y="3052"/>
                      </a:lnTo>
                      <a:lnTo>
                        <a:pt x="3198" y="3338"/>
                      </a:lnTo>
                      <a:cubicBezTo>
                        <a:pt x="3215" y="3365"/>
                        <a:pt x="3241" y="3379"/>
                        <a:pt x="3268" y="3379"/>
                      </a:cubicBezTo>
                      <a:cubicBezTo>
                        <a:pt x="3295" y="3379"/>
                        <a:pt x="3321" y="3365"/>
                        <a:pt x="3338" y="3338"/>
                      </a:cubicBezTo>
                      <a:cubicBezTo>
                        <a:pt x="3394" y="3304"/>
                        <a:pt x="3394" y="3231"/>
                        <a:pt x="3338" y="3197"/>
                      </a:cubicBezTo>
                      <a:lnTo>
                        <a:pt x="3053" y="2912"/>
                      </a:lnTo>
                      <a:lnTo>
                        <a:pt x="3266" y="2183"/>
                      </a:lnTo>
                      <a:cubicBezTo>
                        <a:pt x="3266" y="2149"/>
                        <a:pt x="3266" y="2093"/>
                        <a:pt x="3232" y="2059"/>
                      </a:cubicBezTo>
                      <a:lnTo>
                        <a:pt x="1173" y="0"/>
                      </a:lnTo>
                      <a:close/>
                    </a:path>
                  </a:pathLst>
                </a:custGeom>
                <a:solidFill>
                  <a:srgbClr val="2B2A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6"/>
                <p:cNvSpPr/>
                <p:nvPr/>
              </p:nvSpPr>
              <p:spPr>
                <a:xfrm>
                  <a:off x="-1375783" y="2848862"/>
                  <a:ext cx="75293" cy="75293"/>
                </a:xfrm>
                <a:custGeom>
                  <a:rect b="b" l="l" r="r" t="t"/>
                  <a:pathLst>
                    <a:path extrusionOk="0" h="1352" w="1352">
                      <a:moveTo>
                        <a:pt x="1172" y="1"/>
                      </a:moveTo>
                      <a:lnTo>
                        <a:pt x="0" y="1173"/>
                      </a:lnTo>
                      <a:lnTo>
                        <a:pt x="179" y="1352"/>
                      </a:lnTo>
                      <a:lnTo>
                        <a:pt x="1351" y="180"/>
                      </a:lnTo>
                      <a:lnTo>
                        <a:pt x="11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6"/>
                <p:cNvSpPr/>
                <p:nvPr/>
              </p:nvSpPr>
              <p:spPr>
                <a:xfrm>
                  <a:off x="-1354899" y="2869746"/>
                  <a:ext cx="75070" cy="75070"/>
                </a:xfrm>
                <a:custGeom>
                  <a:rect b="b" l="l" r="r" t="t"/>
                  <a:pathLst>
                    <a:path extrusionOk="0" h="1348" w="1348">
                      <a:moveTo>
                        <a:pt x="1172" y="1"/>
                      </a:moveTo>
                      <a:lnTo>
                        <a:pt x="0" y="1173"/>
                      </a:lnTo>
                      <a:lnTo>
                        <a:pt x="175" y="1348"/>
                      </a:lnTo>
                      <a:lnTo>
                        <a:pt x="1347" y="175"/>
                      </a:lnTo>
                      <a:lnTo>
                        <a:pt x="11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6"/>
                <p:cNvSpPr/>
                <p:nvPr/>
              </p:nvSpPr>
              <p:spPr>
                <a:xfrm>
                  <a:off x="-1335184" y="2889460"/>
                  <a:ext cx="75293" cy="75293"/>
                </a:xfrm>
                <a:custGeom>
                  <a:rect b="b" l="l" r="r" t="t"/>
                  <a:pathLst>
                    <a:path extrusionOk="0" h="1352" w="1352">
                      <a:moveTo>
                        <a:pt x="1172" y="0"/>
                      </a:moveTo>
                      <a:lnTo>
                        <a:pt x="0" y="1173"/>
                      </a:lnTo>
                      <a:lnTo>
                        <a:pt x="179" y="1352"/>
                      </a:lnTo>
                      <a:lnTo>
                        <a:pt x="1351" y="196"/>
                      </a:lnTo>
                      <a:lnTo>
                        <a:pt x="11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6"/>
                <p:cNvSpPr/>
                <p:nvPr/>
              </p:nvSpPr>
              <p:spPr>
                <a:xfrm>
                  <a:off x="-1314579" y="2910122"/>
                  <a:ext cx="75293" cy="75293"/>
                </a:xfrm>
                <a:custGeom>
                  <a:rect b="b" l="l" r="r" t="t"/>
                  <a:pathLst>
                    <a:path extrusionOk="0" h="1352" w="1352">
                      <a:moveTo>
                        <a:pt x="1173" y="0"/>
                      </a:moveTo>
                      <a:lnTo>
                        <a:pt x="1" y="1172"/>
                      </a:lnTo>
                      <a:lnTo>
                        <a:pt x="180" y="1351"/>
                      </a:lnTo>
                      <a:lnTo>
                        <a:pt x="1352" y="179"/>
                      </a:lnTo>
                      <a:lnTo>
                        <a:pt x="11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6"/>
                <p:cNvSpPr/>
                <p:nvPr/>
              </p:nvSpPr>
              <p:spPr>
                <a:xfrm>
                  <a:off x="-1294641" y="2931006"/>
                  <a:ext cx="75070" cy="75293"/>
                </a:xfrm>
                <a:custGeom>
                  <a:rect b="b" l="l" r="r" t="t"/>
                  <a:pathLst>
                    <a:path extrusionOk="0" h="1352" w="1348">
                      <a:moveTo>
                        <a:pt x="1173" y="0"/>
                      </a:moveTo>
                      <a:lnTo>
                        <a:pt x="1" y="1172"/>
                      </a:lnTo>
                      <a:lnTo>
                        <a:pt x="197" y="1351"/>
                      </a:lnTo>
                      <a:lnTo>
                        <a:pt x="1348" y="179"/>
                      </a:lnTo>
                      <a:lnTo>
                        <a:pt x="11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6"/>
                <p:cNvSpPr/>
                <p:nvPr/>
              </p:nvSpPr>
              <p:spPr>
                <a:xfrm>
                  <a:off x="-1273980" y="2950720"/>
                  <a:ext cx="75293" cy="75293"/>
                </a:xfrm>
                <a:custGeom>
                  <a:rect b="b" l="l" r="r" t="t"/>
                  <a:pathLst>
                    <a:path extrusionOk="0" h="1352" w="1352">
                      <a:moveTo>
                        <a:pt x="1173" y="0"/>
                      </a:moveTo>
                      <a:lnTo>
                        <a:pt x="1" y="1172"/>
                      </a:lnTo>
                      <a:lnTo>
                        <a:pt x="180" y="1351"/>
                      </a:lnTo>
                      <a:lnTo>
                        <a:pt x="1352" y="179"/>
                      </a:lnTo>
                      <a:lnTo>
                        <a:pt x="11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6"/>
                <p:cNvSpPr/>
                <p:nvPr/>
              </p:nvSpPr>
              <p:spPr>
                <a:xfrm>
                  <a:off x="-1052275" y="3173372"/>
                  <a:ext cx="78189" cy="78133"/>
                </a:xfrm>
                <a:custGeom>
                  <a:rect b="b" l="l" r="r" t="t"/>
                  <a:pathLst>
                    <a:path extrusionOk="0" h="1403" w="1404">
                      <a:moveTo>
                        <a:pt x="1173" y="0"/>
                      </a:moveTo>
                      <a:lnTo>
                        <a:pt x="1" y="1172"/>
                      </a:lnTo>
                      <a:lnTo>
                        <a:pt x="248" y="1403"/>
                      </a:lnTo>
                      <a:lnTo>
                        <a:pt x="1403" y="230"/>
                      </a:lnTo>
                      <a:lnTo>
                        <a:pt x="11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6"/>
                <p:cNvSpPr/>
                <p:nvPr/>
              </p:nvSpPr>
              <p:spPr>
                <a:xfrm>
                  <a:off x="-1025655" y="3199936"/>
                  <a:ext cx="78133" cy="78133"/>
                </a:xfrm>
                <a:custGeom>
                  <a:rect b="b" l="l" r="r" t="t"/>
                  <a:pathLst>
                    <a:path extrusionOk="0" h="1403" w="1403">
                      <a:moveTo>
                        <a:pt x="1172" y="1"/>
                      </a:moveTo>
                      <a:lnTo>
                        <a:pt x="0" y="1156"/>
                      </a:lnTo>
                      <a:lnTo>
                        <a:pt x="230" y="1403"/>
                      </a:lnTo>
                      <a:lnTo>
                        <a:pt x="1402" y="231"/>
                      </a:lnTo>
                      <a:lnTo>
                        <a:pt x="11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6"/>
                <p:cNvSpPr/>
                <p:nvPr/>
              </p:nvSpPr>
              <p:spPr>
                <a:xfrm>
                  <a:off x="-998868" y="3225833"/>
                  <a:ext cx="77242" cy="78133"/>
                </a:xfrm>
                <a:custGeom>
                  <a:rect b="b" l="l" r="r" t="t"/>
                  <a:pathLst>
                    <a:path extrusionOk="0" h="1403" w="1387">
                      <a:moveTo>
                        <a:pt x="1152" y="0"/>
                      </a:moveTo>
                      <a:lnTo>
                        <a:pt x="1" y="1172"/>
                      </a:lnTo>
                      <a:lnTo>
                        <a:pt x="231" y="1403"/>
                      </a:lnTo>
                      <a:lnTo>
                        <a:pt x="1386" y="247"/>
                      </a:lnTo>
                      <a:lnTo>
                        <a:pt x="115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6"/>
                <p:cNvSpPr/>
                <p:nvPr/>
              </p:nvSpPr>
              <p:spPr>
                <a:xfrm>
                  <a:off x="-973194" y="3252397"/>
                  <a:ext cx="78133" cy="78133"/>
                </a:xfrm>
                <a:custGeom>
                  <a:rect b="b" l="l" r="r" t="t"/>
                  <a:pathLst>
                    <a:path extrusionOk="0" h="1403" w="1403">
                      <a:moveTo>
                        <a:pt x="1172" y="1"/>
                      </a:moveTo>
                      <a:lnTo>
                        <a:pt x="0" y="1156"/>
                      </a:lnTo>
                      <a:lnTo>
                        <a:pt x="230" y="1403"/>
                      </a:lnTo>
                      <a:lnTo>
                        <a:pt x="1402" y="231"/>
                      </a:lnTo>
                      <a:lnTo>
                        <a:pt x="11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6"/>
                <p:cNvSpPr/>
                <p:nvPr/>
              </p:nvSpPr>
              <p:spPr>
                <a:xfrm>
                  <a:off x="-946630" y="3278015"/>
                  <a:ext cx="78412" cy="78412"/>
                </a:xfrm>
                <a:custGeom>
                  <a:rect b="b" l="l" r="r" t="t"/>
                  <a:pathLst>
                    <a:path extrusionOk="0" h="1408" w="1408">
                      <a:moveTo>
                        <a:pt x="1156" y="1"/>
                      </a:moveTo>
                      <a:lnTo>
                        <a:pt x="1" y="1173"/>
                      </a:lnTo>
                      <a:lnTo>
                        <a:pt x="235" y="1407"/>
                      </a:lnTo>
                      <a:lnTo>
                        <a:pt x="1407" y="252"/>
                      </a:lnTo>
                      <a:lnTo>
                        <a:pt x="11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6"/>
                <p:cNvSpPr/>
                <p:nvPr/>
              </p:nvSpPr>
              <p:spPr>
                <a:xfrm>
                  <a:off x="-920734" y="3304858"/>
                  <a:ext cx="78133" cy="78133"/>
                </a:xfrm>
                <a:custGeom>
                  <a:rect b="b" l="l" r="r" t="t"/>
                  <a:pathLst>
                    <a:path extrusionOk="0" h="1403" w="1403">
                      <a:moveTo>
                        <a:pt x="1172" y="1"/>
                      </a:moveTo>
                      <a:lnTo>
                        <a:pt x="0" y="1173"/>
                      </a:lnTo>
                      <a:lnTo>
                        <a:pt x="247" y="1403"/>
                      </a:lnTo>
                      <a:lnTo>
                        <a:pt x="1402" y="231"/>
                      </a:lnTo>
                      <a:lnTo>
                        <a:pt x="11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6"/>
                <p:cNvSpPr/>
                <p:nvPr/>
              </p:nvSpPr>
              <p:spPr>
                <a:xfrm>
                  <a:off x="-1186880" y="3039547"/>
                  <a:ext cx="136552" cy="134046"/>
                </a:xfrm>
                <a:custGeom>
                  <a:rect b="b" l="l" r="r" t="t"/>
                  <a:pathLst>
                    <a:path extrusionOk="0" h="2407" w="2452">
                      <a:moveTo>
                        <a:pt x="2016" y="0"/>
                      </a:moveTo>
                      <a:cubicBezTo>
                        <a:pt x="1980" y="0"/>
                        <a:pt x="1945" y="14"/>
                        <a:pt x="1919" y="42"/>
                      </a:cubicBezTo>
                      <a:lnTo>
                        <a:pt x="52" y="1887"/>
                      </a:lnTo>
                      <a:cubicBezTo>
                        <a:pt x="1" y="1939"/>
                        <a:pt x="1" y="2028"/>
                        <a:pt x="52" y="2084"/>
                      </a:cubicBezTo>
                      <a:lnTo>
                        <a:pt x="338" y="2365"/>
                      </a:lnTo>
                      <a:cubicBezTo>
                        <a:pt x="365" y="2393"/>
                        <a:pt x="401" y="2406"/>
                        <a:pt x="436" y="2406"/>
                      </a:cubicBezTo>
                      <a:cubicBezTo>
                        <a:pt x="471" y="2406"/>
                        <a:pt x="506" y="2393"/>
                        <a:pt x="534" y="2365"/>
                      </a:cubicBezTo>
                      <a:lnTo>
                        <a:pt x="2396" y="519"/>
                      </a:lnTo>
                      <a:cubicBezTo>
                        <a:pt x="2452" y="468"/>
                        <a:pt x="2452" y="362"/>
                        <a:pt x="2396" y="306"/>
                      </a:cubicBezTo>
                      <a:lnTo>
                        <a:pt x="2115" y="42"/>
                      </a:lnTo>
                      <a:cubicBezTo>
                        <a:pt x="2087" y="14"/>
                        <a:pt x="2051" y="0"/>
                        <a:pt x="2016" y="0"/>
                      </a:cubicBezTo>
                      <a:close/>
                    </a:path>
                  </a:pathLst>
                </a:custGeom>
                <a:solidFill>
                  <a:srgbClr val="B0B0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6"/>
                <p:cNvSpPr/>
                <p:nvPr/>
              </p:nvSpPr>
              <p:spPr>
                <a:xfrm>
                  <a:off x="-1448905" y="2776464"/>
                  <a:ext cx="165232" cy="164731"/>
                </a:xfrm>
                <a:custGeom>
                  <a:rect b="b" l="l" r="r" t="t"/>
                  <a:pathLst>
                    <a:path extrusionOk="0" h="2958" w="2967">
                      <a:moveTo>
                        <a:pt x="2533" y="1"/>
                      </a:moveTo>
                      <a:cubicBezTo>
                        <a:pt x="2495" y="1"/>
                        <a:pt x="2460" y="13"/>
                        <a:pt x="2434" y="39"/>
                      </a:cubicBezTo>
                      <a:lnTo>
                        <a:pt x="51" y="2439"/>
                      </a:lnTo>
                      <a:cubicBezTo>
                        <a:pt x="0" y="2490"/>
                        <a:pt x="0" y="2579"/>
                        <a:pt x="51" y="2635"/>
                      </a:cubicBezTo>
                      <a:lnTo>
                        <a:pt x="337" y="2916"/>
                      </a:lnTo>
                      <a:cubicBezTo>
                        <a:pt x="363" y="2944"/>
                        <a:pt x="398" y="2958"/>
                        <a:pt x="433" y="2958"/>
                      </a:cubicBezTo>
                      <a:cubicBezTo>
                        <a:pt x="469" y="2958"/>
                        <a:pt x="505" y="2944"/>
                        <a:pt x="533" y="2916"/>
                      </a:cubicBezTo>
                      <a:lnTo>
                        <a:pt x="2912" y="521"/>
                      </a:lnTo>
                      <a:cubicBezTo>
                        <a:pt x="2967" y="465"/>
                        <a:pt x="2967" y="376"/>
                        <a:pt x="2912" y="324"/>
                      </a:cubicBezTo>
                      <a:lnTo>
                        <a:pt x="2647" y="39"/>
                      </a:lnTo>
                      <a:cubicBezTo>
                        <a:pt x="2611" y="13"/>
                        <a:pt x="2571" y="1"/>
                        <a:pt x="25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6"/>
                <p:cNvSpPr/>
                <p:nvPr/>
              </p:nvSpPr>
              <p:spPr>
                <a:xfrm>
                  <a:off x="-1199689" y="2970435"/>
                  <a:ext cx="18823" cy="17264"/>
                </a:xfrm>
                <a:custGeom>
                  <a:rect b="b" l="l" r="r" t="t"/>
                  <a:pathLst>
                    <a:path extrusionOk="0" h="310" w="338">
                      <a:moveTo>
                        <a:pt x="167" y="1"/>
                      </a:moveTo>
                      <a:cubicBezTo>
                        <a:pt x="129" y="1"/>
                        <a:pt x="88" y="19"/>
                        <a:pt x="52" y="55"/>
                      </a:cubicBezTo>
                      <a:cubicBezTo>
                        <a:pt x="1" y="111"/>
                        <a:pt x="1" y="196"/>
                        <a:pt x="52" y="268"/>
                      </a:cubicBezTo>
                      <a:cubicBezTo>
                        <a:pt x="88" y="296"/>
                        <a:pt x="129" y="310"/>
                        <a:pt x="167" y="310"/>
                      </a:cubicBezTo>
                      <a:cubicBezTo>
                        <a:pt x="204" y="310"/>
                        <a:pt x="240" y="296"/>
                        <a:pt x="265" y="268"/>
                      </a:cubicBezTo>
                      <a:cubicBezTo>
                        <a:pt x="338" y="196"/>
                        <a:pt x="338" y="111"/>
                        <a:pt x="265" y="55"/>
                      </a:cubicBezTo>
                      <a:cubicBezTo>
                        <a:pt x="240" y="19"/>
                        <a:pt x="204" y="1"/>
                        <a:pt x="167" y="1"/>
                      </a:cubicBez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6"/>
                <p:cNvSpPr/>
                <p:nvPr/>
              </p:nvSpPr>
              <p:spPr>
                <a:xfrm>
                  <a:off x="-1255212" y="3025958"/>
                  <a:ext cx="19046" cy="17097"/>
                </a:xfrm>
                <a:custGeom>
                  <a:rect b="b" l="l" r="r" t="t"/>
                  <a:pathLst>
                    <a:path extrusionOk="0" h="307" w="342">
                      <a:moveTo>
                        <a:pt x="169" y="0"/>
                      </a:moveTo>
                      <a:cubicBezTo>
                        <a:pt x="131" y="0"/>
                        <a:pt x="92" y="17"/>
                        <a:pt x="56" y="51"/>
                      </a:cubicBezTo>
                      <a:cubicBezTo>
                        <a:pt x="0" y="107"/>
                        <a:pt x="0" y="196"/>
                        <a:pt x="56" y="265"/>
                      </a:cubicBezTo>
                      <a:cubicBezTo>
                        <a:pt x="92" y="292"/>
                        <a:pt x="131" y="306"/>
                        <a:pt x="169" y="306"/>
                      </a:cubicBezTo>
                      <a:cubicBezTo>
                        <a:pt x="206" y="306"/>
                        <a:pt x="241" y="292"/>
                        <a:pt x="269" y="265"/>
                      </a:cubicBezTo>
                      <a:cubicBezTo>
                        <a:pt x="341" y="196"/>
                        <a:pt x="341" y="107"/>
                        <a:pt x="269" y="51"/>
                      </a:cubicBezTo>
                      <a:cubicBezTo>
                        <a:pt x="241" y="17"/>
                        <a:pt x="206" y="0"/>
                        <a:pt x="169" y="0"/>
                      </a:cubicBez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6"/>
                <p:cNvSpPr/>
                <p:nvPr/>
              </p:nvSpPr>
              <p:spPr>
                <a:xfrm>
                  <a:off x="-1254043" y="3085269"/>
                  <a:ext cx="24782" cy="11918"/>
                </a:xfrm>
                <a:custGeom>
                  <a:rect b="b" l="l" r="r" t="t"/>
                  <a:pathLst>
                    <a:path extrusionOk="0" h="214" w="445">
                      <a:moveTo>
                        <a:pt x="1" y="1"/>
                      </a:moveTo>
                      <a:lnTo>
                        <a:pt x="176" y="180"/>
                      </a:lnTo>
                      <a:cubicBezTo>
                        <a:pt x="193" y="197"/>
                        <a:pt x="231" y="214"/>
                        <a:pt x="265" y="214"/>
                      </a:cubicBezTo>
                      <a:lnTo>
                        <a:pt x="265" y="214"/>
                      </a:lnTo>
                      <a:cubicBezTo>
                        <a:pt x="231" y="214"/>
                        <a:pt x="193" y="197"/>
                        <a:pt x="158" y="159"/>
                      </a:cubicBezTo>
                      <a:lnTo>
                        <a:pt x="1" y="1"/>
                      </a:lnTo>
                      <a:close/>
                      <a:moveTo>
                        <a:pt x="444" y="90"/>
                      </a:moveTo>
                      <a:lnTo>
                        <a:pt x="372" y="159"/>
                      </a:lnTo>
                      <a:cubicBezTo>
                        <a:pt x="337" y="197"/>
                        <a:pt x="299" y="214"/>
                        <a:pt x="265" y="214"/>
                      </a:cubicBezTo>
                      <a:lnTo>
                        <a:pt x="265" y="214"/>
                      </a:lnTo>
                      <a:cubicBezTo>
                        <a:pt x="299" y="214"/>
                        <a:pt x="337" y="197"/>
                        <a:pt x="355" y="180"/>
                      </a:cubicBezTo>
                      <a:lnTo>
                        <a:pt x="444" y="90"/>
                      </a:ln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6"/>
                <p:cNvSpPr/>
                <p:nvPr/>
              </p:nvSpPr>
              <p:spPr>
                <a:xfrm>
                  <a:off x="-1276820" y="3062492"/>
                  <a:ext cx="22833" cy="22833"/>
                </a:xfrm>
                <a:custGeom>
                  <a:rect b="b" l="l" r="r" t="t"/>
                  <a:pathLst>
                    <a:path extrusionOk="0" h="410" w="410">
                      <a:moveTo>
                        <a:pt x="1" y="1"/>
                      </a:moveTo>
                      <a:lnTo>
                        <a:pt x="1" y="1"/>
                      </a:lnTo>
                      <a:lnTo>
                        <a:pt x="410" y="410"/>
                      </a:lnTo>
                      <a:lnTo>
                        <a:pt x="410" y="410"/>
                      </a:lnTo>
                      <a:close/>
                    </a:path>
                  </a:pathLst>
                </a:custGeom>
                <a:solidFill>
                  <a:srgbClr val="4E50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6"/>
                <p:cNvSpPr/>
                <p:nvPr/>
              </p:nvSpPr>
              <p:spPr>
                <a:xfrm>
                  <a:off x="-1168112" y="3171200"/>
                  <a:ext cx="10971" cy="3174"/>
                </a:xfrm>
                <a:custGeom>
                  <a:rect b="b" l="l" r="r" t="t"/>
                  <a:pathLst>
                    <a:path extrusionOk="0" h="57" w="197">
                      <a:moveTo>
                        <a:pt x="197" y="1"/>
                      </a:moveTo>
                      <a:lnTo>
                        <a:pt x="197" y="1"/>
                      </a:lnTo>
                      <a:cubicBezTo>
                        <a:pt x="186" y="13"/>
                        <a:pt x="176" y="23"/>
                        <a:pt x="167" y="31"/>
                      </a:cubicBezTo>
                      <a:lnTo>
                        <a:pt x="167" y="31"/>
                      </a:lnTo>
                      <a:cubicBezTo>
                        <a:pt x="180" y="26"/>
                        <a:pt x="190" y="16"/>
                        <a:pt x="197" y="1"/>
                      </a:cubicBezTo>
                      <a:close/>
                      <a:moveTo>
                        <a:pt x="1" y="1"/>
                      </a:moveTo>
                      <a:cubicBezTo>
                        <a:pt x="35" y="39"/>
                        <a:pt x="73" y="56"/>
                        <a:pt x="107" y="56"/>
                      </a:cubicBezTo>
                      <a:cubicBezTo>
                        <a:pt x="131" y="56"/>
                        <a:pt x="148" y="48"/>
                        <a:pt x="167" y="31"/>
                      </a:cubicBezTo>
                      <a:lnTo>
                        <a:pt x="167" y="31"/>
                      </a:lnTo>
                      <a:cubicBezTo>
                        <a:pt x="149" y="39"/>
                        <a:pt x="128" y="39"/>
                        <a:pt x="107" y="39"/>
                      </a:cubicBezTo>
                      <a:cubicBezTo>
                        <a:pt x="73" y="39"/>
                        <a:pt x="35" y="39"/>
                        <a:pt x="1" y="1"/>
                      </a:cubicBez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6"/>
                <p:cNvSpPr/>
                <p:nvPr/>
              </p:nvSpPr>
              <p:spPr>
                <a:xfrm>
                  <a:off x="-1229316" y="3041830"/>
                  <a:ext cx="98794" cy="98794"/>
                </a:xfrm>
                <a:custGeom>
                  <a:rect b="b" l="l" r="r" t="t"/>
                  <a:pathLst>
                    <a:path extrusionOk="0" h="1774" w="1774">
                      <a:moveTo>
                        <a:pt x="870" y="1"/>
                      </a:moveTo>
                      <a:lnTo>
                        <a:pt x="0" y="870"/>
                      </a:lnTo>
                      <a:lnTo>
                        <a:pt x="887" y="1774"/>
                      </a:lnTo>
                      <a:lnTo>
                        <a:pt x="1773" y="887"/>
                      </a:lnTo>
                      <a:lnTo>
                        <a:pt x="8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6"/>
                <p:cNvSpPr/>
                <p:nvPr/>
              </p:nvSpPr>
              <p:spPr>
                <a:xfrm>
                  <a:off x="-1410478" y="2904163"/>
                  <a:ext cx="229610" cy="193022"/>
                </a:xfrm>
                <a:custGeom>
                  <a:rect b="b" l="l" r="r" t="t"/>
                  <a:pathLst>
                    <a:path extrusionOk="0" h="3466" w="4123">
                      <a:moveTo>
                        <a:pt x="2950" y="2187"/>
                      </a:moveTo>
                      <a:cubicBezTo>
                        <a:pt x="3002" y="2187"/>
                        <a:pt x="3040" y="2204"/>
                        <a:pt x="3057" y="2238"/>
                      </a:cubicBezTo>
                      <a:cubicBezTo>
                        <a:pt x="3129" y="2294"/>
                        <a:pt x="3129" y="2383"/>
                        <a:pt x="3057" y="2452"/>
                      </a:cubicBezTo>
                      <a:cubicBezTo>
                        <a:pt x="3040" y="2473"/>
                        <a:pt x="3002" y="2490"/>
                        <a:pt x="2950" y="2490"/>
                      </a:cubicBezTo>
                      <a:cubicBezTo>
                        <a:pt x="2916" y="2490"/>
                        <a:pt x="2878" y="2473"/>
                        <a:pt x="2844" y="2452"/>
                      </a:cubicBezTo>
                      <a:cubicBezTo>
                        <a:pt x="2788" y="2383"/>
                        <a:pt x="2788" y="2294"/>
                        <a:pt x="2844" y="2238"/>
                      </a:cubicBezTo>
                      <a:cubicBezTo>
                        <a:pt x="2878" y="2204"/>
                        <a:pt x="2916" y="2187"/>
                        <a:pt x="2950" y="2187"/>
                      </a:cubicBezTo>
                      <a:close/>
                      <a:moveTo>
                        <a:pt x="444" y="1"/>
                      </a:moveTo>
                      <a:lnTo>
                        <a:pt x="1" y="448"/>
                      </a:lnTo>
                      <a:lnTo>
                        <a:pt x="1386" y="1833"/>
                      </a:lnTo>
                      <a:lnTo>
                        <a:pt x="2401" y="2844"/>
                      </a:lnTo>
                      <a:lnTo>
                        <a:pt x="2810" y="3253"/>
                      </a:lnTo>
                      <a:lnTo>
                        <a:pt x="2967" y="3411"/>
                      </a:lnTo>
                      <a:cubicBezTo>
                        <a:pt x="3002" y="3449"/>
                        <a:pt x="3040" y="3466"/>
                        <a:pt x="3074" y="3466"/>
                      </a:cubicBezTo>
                      <a:cubicBezTo>
                        <a:pt x="3108" y="3466"/>
                        <a:pt x="3146" y="3449"/>
                        <a:pt x="3181" y="3411"/>
                      </a:cubicBezTo>
                      <a:lnTo>
                        <a:pt x="3253" y="3342"/>
                      </a:lnTo>
                      <a:lnTo>
                        <a:pt x="4123" y="2473"/>
                      </a:lnTo>
                      <a:lnTo>
                        <a:pt x="3730" y="2081"/>
                      </a:lnTo>
                      <a:cubicBezTo>
                        <a:pt x="3730" y="2098"/>
                        <a:pt x="3730" y="2098"/>
                        <a:pt x="3713" y="2098"/>
                      </a:cubicBezTo>
                      <a:cubicBezTo>
                        <a:pt x="3696" y="2132"/>
                        <a:pt x="3679" y="2132"/>
                        <a:pt x="3641" y="2132"/>
                      </a:cubicBezTo>
                      <a:cubicBezTo>
                        <a:pt x="3624" y="2132"/>
                        <a:pt x="3590" y="2132"/>
                        <a:pt x="3573" y="2098"/>
                      </a:cubicBezTo>
                      <a:lnTo>
                        <a:pt x="3287" y="1812"/>
                      </a:lnTo>
                      <a:lnTo>
                        <a:pt x="2895" y="1919"/>
                      </a:lnTo>
                      <a:lnTo>
                        <a:pt x="2558" y="2025"/>
                      </a:lnTo>
                      <a:lnTo>
                        <a:pt x="2524" y="2025"/>
                      </a:lnTo>
                      <a:cubicBezTo>
                        <a:pt x="2507" y="2025"/>
                        <a:pt x="2469" y="2025"/>
                        <a:pt x="2452" y="2008"/>
                      </a:cubicBezTo>
                      <a:lnTo>
                        <a:pt x="2435" y="1991"/>
                      </a:lnTo>
                      <a:lnTo>
                        <a:pt x="2277" y="1833"/>
                      </a:lnTo>
                      <a:lnTo>
                        <a:pt x="2081" y="1654"/>
                      </a:lnTo>
                      <a:lnTo>
                        <a:pt x="2098" y="1637"/>
                      </a:lnTo>
                      <a:lnTo>
                        <a:pt x="1902" y="1458"/>
                      </a:lnTo>
                      <a:lnTo>
                        <a:pt x="1723" y="1279"/>
                      </a:lnTo>
                      <a:lnTo>
                        <a:pt x="1531" y="1088"/>
                      </a:lnTo>
                      <a:lnTo>
                        <a:pt x="1352" y="909"/>
                      </a:lnTo>
                      <a:lnTo>
                        <a:pt x="1173" y="730"/>
                      </a:lnTo>
                      <a:lnTo>
                        <a:pt x="998" y="555"/>
                      </a:lnTo>
                      <a:lnTo>
                        <a:pt x="802" y="359"/>
                      </a:lnTo>
                      <a:lnTo>
                        <a:pt x="623" y="180"/>
                      </a:lnTo>
                      <a:lnTo>
                        <a:pt x="4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6"/>
                <p:cNvSpPr/>
                <p:nvPr/>
              </p:nvSpPr>
              <p:spPr>
                <a:xfrm>
                  <a:off x="-1385751" y="2870693"/>
                  <a:ext cx="183053" cy="152201"/>
                </a:xfrm>
                <a:custGeom>
                  <a:rect b="b" l="l" r="r" t="t"/>
                  <a:pathLst>
                    <a:path extrusionOk="0" h="2733" w="3287">
                      <a:moveTo>
                        <a:pt x="605" y="1"/>
                      </a:moveTo>
                      <a:lnTo>
                        <a:pt x="0" y="602"/>
                      </a:lnTo>
                      <a:lnTo>
                        <a:pt x="179" y="781"/>
                      </a:lnTo>
                      <a:lnTo>
                        <a:pt x="784" y="175"/>
                      </a:lnTo>
                      <a:lnTo>
                        <a:pt x="605" y="1"/>
                      </a:lnTo>
                      <a:close/>
                      <a:moveTo>
                        <a:pt x="959" y="354"/>
                      </a:moveTo>
                      <a:lnTo>
                        <a:pt x="358" y="960"/>
                      </a:lnTo>
                      <a:lnTo>
                        <a:pt x="554" y="1156"/>
                      </a:lnTo>
                      <a:lnTo>
                        <a:pt x="1155" y="551"/>
                      </a:lnTo>
                      <a:lnTo>
                        <a:pt x="959" y="354"/>
                      </a:lnTo>
                      <a:close/>
                      <a:moveTo>
                        <a:pt x="1334" y="730"/>
                      </a:moveTo>
                      <a:lnTo>
                        <a:pt x="729" y="1331"/>
                      </a:lnTo>
                      <a:lnTo>
                        <a:pt x="908" y="1510"/>
                      </a:lnTo>
                      <a:lnTo>
                        <a:pt x="1513" y="904"/>
                      </a:lnTo>
                      <a:lnTo>
                        <a:pt x="1334" y="730"/>
                      </a:lnTo>
                      <a:close/>
                      <a:moveTo>
                        <a:pt x="1705" y="1083"/>
                      </a:moveTo>
                      <a:lnTo>
                        <a:pt x="1087" y="1689"/>
                      </a:lnTo>
                      <a:lnTo>
                        <a:pt x="1279" y="1880"/>
                      </a:lnTo>
                      <a:lnTo>
                        <a:pt x="1884" y="1279"/>
                      </a:lnTo>
                      <a:lnTo>
                        <a:pt x="1705" y="1083"/>
                      </a:lnTo>
                      <a:close/>
                      <a:moveTo>
                        <a:pt x="2063" y="1454"/>
                      </a:moveTo>
                      <a:lnTo>
                        <a:pt x="1458" y="2059"/>
                      </a:lnTo>
                      <a:lnTo>
                        <a:pt x="1654" y="2238"/>
                      </a:lnTo>
                      <a:lnTo>
                        <a:pt x="2259" y="1633"/>
                      </a:lnTo>
                      <a:lnTo>
                        <a:pt x="2063" y="1454"/>
                      </a:lnTo>
                      <a:close/>
                      <a:moveTo>
                        <a:pt x="2434" y="1812"/>
                      </a:moveTo>
                      <a:lnTo>
                        <a:pt x="1833" y="2434"/>
                      </a:lnTo>
                      <a:lnTo>
                        <a:pt x="1991" y="2592"/>
                      </a:lnTo>
                      <a:lnTo>
                        <a:pt x="2008" y="2609"/>
                      </a:lnTo>
                      <a:lnTo>
                        <a:pt x="2613" y="2008"/>
                      </a:lnTo>
                      <a:lnTo>
                        <a:pt x="2434" y="1812"/>
                      </a:lnTo>
                      <a:close/>
                      <a:moveTo>
                        <a:pt x="2792" y="2183"/>
                      </a:moveTo>
                      <a:lnTo>
                        <a:pt x="2451" y="2520"/>
                      </a:lnTo>
                      <a:lnTo>
                        <a:pt x="2451" y="2520"/>
                      </a:lnTo>
                      <a:lnTo>
                        <a:pt x="2843" y="2413"/>
                      </a:lnTo>
                      <a:lnTo>
                        <a:pt x="3129" y="2699"/>
                      </a:lnTo>
                      <a:cubicBezTo>
                        <a:pt x="3146" y="2733"/>
                        <a:pt x="3180" y="2733"/>
                        <a:pt x="3197" y="2733"/>
                      </a:cubicBezTo>
                      <a:cubicBezTo>
                        <a:pt x="3235" y="2733"/>
                        <a:pt x="3252" y="2733"/>
                        <a:pt x="3269" y="2699"/>
                      </a:cubicBezTo>
                      <a:cubicBezTo>
                        <a:pt x="3286" y="2699"/>
                        <a:pt x="3286" y="2699"/>
                        <a:pt x="3286" y="2682"/>
                      </a:cubicBezTo>
                      <a:lnTo>
                        <a:pt x="2792" y="2183"/>
                      </a:lnTo>
                      <a:close/>
                    </a:path>
                  </a:pathLst>
                </a:custGeom>
                <a:solidFill>
                  <a:srgbClr val="1B1B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6"/>
                <p:cNvSpPr/>
                <p:nvPr/>
              </p:nvSpPr>
              <p:spPr>
                <a:xfrm>
                  <a:off x="-1375783" y="2880439"/>
                  <a:ext cx="43494" cy="43717"/>
                </a:xfrm>
                <a:custGeom>
                  <a:rect b="b" l="l" r="r" t="t"/>
                  <a:pathLst>
                    <a:path extrusionOk="0" h="785" w="781">
                      <a:moveTo>
                        <a:pt x="605" y="0"/>
                      </a:moveTo>
                      <a:lnTo>
                        <a:pt x="0" y="606"/>
                      </a:lnTo>
                      <a:lnTo>
                        <a:pt x="179" y="785"/>
                      </a:lnTo>
                      <a:lnTo>
                        <a:pt x="780" y="179"/>
                      </a:lnTo>
                      <a:lnTo>
                        <a:pt x="6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6"/>
                <p:cNvSpPr/>
                <p:nvPr/>
              </p:nvSpPr>
              <p:spPr>
                <a:xfrm>
                  <a:off x="-1354899" y="2901323"/>
                  <a:ext cx="43494" cy="43494"/>
                </a:xfrm>
                <a:custGeom>
                  <a:rect b="b" l="l" r="r" t="t"/>
                  <a:pathLst>
                    <a:path extrusionOk="0" h="781" w="781">
                      <a:moveTo>
                        <a:pt x="601" y="1"/>
                      </a:moveTo>
                      <a:lnTo>
                        <a:pt x="0" y="606"/>
                      </a:lnTo>
                      <a:lnTo>
                        <a:pt x="175" y="781"/>
                      </a:lnTo>
                      <a:lnTo>
                        <a:pt x="780" y="180"/>
                      </a:lnTo>
                      <a:lnTo>
                        <a:pt x="6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6"/>
                <p:cNvSpPr/>
                <p:nvPr/>
              </p:nvSpPr>
              <p:spPr>
                <a:xfrm>
                  <a:off x="-1335184" y="2921037"/>
                  <a:ext cx="44441" cy="43717"/>
                </a:xfrm>
                <a:custGeom>
                  <a:rect b="b" l="l" r="r" t="t"/>
                  <a:pathLst>
                    <a:path extrusionOk="0" h="785" w="798">
                      <a:moveTo>
                        <a:pt x="605" y="0"/>
                      </a:moveTo>
                      <a:lnTo>
                        <a:pt x="0" y="606"/>
                      </a:lnTo>
                      <a:lnTo>
                        <a:pt x="179" y="785"/>
                      </a:lnTo>
                      <a:lnTo>
                        <a:pt x="797" y="179"/>
                      </a:lnTo>
                      <a:lnTo>
                        <a:pt x="6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6"/>
                <p:cNvSpPr/>
                <p:nvPr/>
              </p:nvSpPr>
              <p:spPr>
                <a:xfrm>
                  <a:off x="-1314579" y="2941921"/>
                  <a:ext cx="43772" cy="43494"/>
                </a:xfrm>
                <a:custGeom>
                  <a:rect b="b" l="l" r="r" t="t"/>
                  <a:pathLst>
                    <a:path extrusionOk="0" h="781" w="786">
                      <a:moveTo>
                        <a:pt x="606" y="0"/>
                      </a:moveTo>
                      <a:lnTo>
                        <a:pt x="1" y="601"/>
                      </a:lnTo>
                      <a:lnTo>
                        <a:pt x="180" y="780"/>
                      </a:lnTo>
                      <a:lnTo>
                        <a:pt x="785" y="175"/>
                      </a:lnTo>
                      <a:lnTo>
                        <a:pt x="6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6"/>
                <p:cNvSpPr/>
                <p:nvPr/>
              </p:nvSpPr>
              <p:spPr>
                <a:xfrm>
                  <a:off x="-1294641" y="2961636"/>
                  <a:ext cx="44441" cy="44663"/>
                </a:xfrm>
                <a:custGeom>
                  <a:rect b="b" l="l" r="r" t="t"/>
                  <a:pathLst>
                    <a:path extrusionOk="0" h="802" w="798">
                      <a:moveTo>
                        <a:pt x="623" y="0"/>
                      </a:moveTo>
                      <a:lnTo>
                        <a:pt x="18" y="605"/>
                      </a:lnTo>
                      <a:lnTo>
                        <a:pt x="1" y="622"/>
                      </a:lnTo>
                      <a:lnTo>
                        <a:pt x="197" y="801"/>
                      </a:lnTo>
                      <a:lnTo>
                        <a:pt x="798" y="179"/>
                      </a:lnTo>
                      <a:lnTo>
                        <a:pt x="6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6"/>
                <p:cNvSpPr/>
                <p:nvPr/>
              </p:nvSpPr>
              <p:spPr>
                <a:xfrm>
                  <a:off x="-1273980" y="2982520"/>
                  <a:ext cx="43717" cy="34472"/>
                </a:xfrm>
                <a:custGeom>
                  <a:rect b="b" l="l" r="r" t="t"/>
                  <a:pathLst>
                    <a:path extrusionOk="0" h="619" w="785">
                      <a:moveTo>
                        <a:pt x="606" y="0"/>
                      </a:moveTo>
                      <a:lnTo>
                        <a:pt x="1" y="601"/>
                      </a:lnTo>
                      <a:cubicBezTo>
                        <a:pt x="18" y="618"/>
                        <a:pt x="56" y="618"/>
                        <a:pt x="73" y="618"/>
                      </a:cubicBezTo>
                      <a:lnTo>
                        <a:pt x="107" y="618"/>
                      </a:lnTo>
                      <a:lnTo>
                        <a:pt x="444" y="512"/>
                      </a:lnTo>
                      <a:lnTo>
                        <a:pt x="785" y="175"/>
                      </a:lnTo>
                      <a:lnTo>
                        <a:pt x="6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6"/>
                <p:cNvSpPr/>
                <p:nvPr/>
              </p:nvSpPr>
              <p:spPr>
                <a:xfrm>
                  <a:off x="-1448905" y="2912349"/>
                  <a:ext cx="2896" cy="10860"/>
                </a:xfrm>
                <a:custGeom>
                  <a:rect b="b" l="l" r="r" t="t"/>
                  <a:pathLst>
                    <a:path extrusionOk="0" h="195" w="52">
                      <a:moveTo>
                        <a:pt x="33" y="0"/>
                      </a:moveTo>
                      <a:cubicBezTo>
                        <a:pt x="0" y="51"/>
                        <a:pt x="1" y="140"/>
                        <a:pt x="34" y="195"/>
                      </a:cubicBezTo>
                      <a:lnTo>
                        <a:pt x="51" y="195"/>
                      </a:lnTo>
                      <a:cubicBezTo>
                        <a:pt x="1" y="140"/>
                        <a:pt x="0" y="51"/>
                        <a:pt x="33" y="0"/>
                      </a:cubicBez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6"/>
                <p:cNvSpPr/>
                <p:nvPr/>
              </p:nvSpPr>
              <p:spPr>
                <a:xfrm>
                  <a:off x="-1447011" y="2912238"/>
                  <a:ext cx="1002" cy="56"/>
                </a:xfrm>
                <a:custGeom>
                  <a:rect b="b" l="l" r="r" t="t"/>
                  <a:pathLst>
                    <a:path extrusionOk="0" h="1" w="18">
                      <a:moveTo>
                        <a:pt x="17" y="1"/>
                      </a:moveTo>
                      <a:lnTo>
                        <a:pt x="0" y="1"/>
                      </a:lnTo>
                      <a:lnTo>
                        <a:pt x="0" y="1"/>
                      </a:lnTo>
                      <a:lnTo>
                        <a:pt x="0" y="1"/>
                      </a:ln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6"/>
                <p:cNvSpPr/>
                <p:nvPr/>
              </p:nvSpPr>
              <p:spPr>
                <a:xfrm>
                  <a:off x="-1425180" y="2938802"/>
                  <a:ext cx="671566" cy="580680"/>
                </a:xfrm>
                <a:custGeom>
                  <a:rect b="b" l="l" r="r" t="t"/>
                  <a:pathLst>
                    <a:path extrusionOk="0" h="10427" w="12059">
                      <a:moveTo>
                        <a:pt x="90" y="1"/>
                      </a:moveTo>
                      <a:cubicBezTo>
                        <a:pt x="69" y="18"/>
                        <a:pt x="35" y="39"/>
                        <a:pt x="1" y="39"/>
                      </a:cubicBezTo>
                      <a:cubicBezTo>
                        <a:pt x="35" y="39"/>
                        <a:pt x="69" y="18"/>
                        <a:pt x="107" y="1"/>
                      </a:cubicBezTo>
                      <a:close/>
                      <a:moveTo>
                        <a:pt x="10887" y="10231"/>
                      </a:moveTo>
                      <a:lnTo>
                        <a:pt x="10870" y="10248"/>
                      </a:lnTo>
                      <a:cubicBezTo>
                        <a:pt x="10870" y="10248"/>
                        <a:pt x="10869" y="10248"/>
                        <a:pt x="10869" y="10248"/>
                      </a:cubicBezTo>
                      <a:lnTo>
                        <a:pt x="10869" y="10248"/>
                      </a:lnTo>
                      <a:cubicBezTo>
                        <a:pt x="10875" y="10243"/>
                        <a:pt x="10881" y="10237"/>
                        <a:pt x="10887" y="10231"/>
                      </a:cubicBezTo>
                      <a:close/>
                      <a:moveTo>
                        <a:pt x="10674" y="10231"/>
                      </a:moveTo>
                      <a:lnTo>
                        <a:pt x="10674" y="10231"/>
                      </a:lnTo>
                      <a:cubicBezTo>
                        <a:pt x="10679" y="10237"/>
                        <a:pt x="10685" y="10243"/>
                        <a:pt x="10691" y="10248"/>
                      </a:cubicBezTo>
                      <a:lnTo>
                        <a:pt x="10691" y="10248"/>
                      </a:lnTo>
                      <a:cubicBezTo>
                        <a:pt x="10691" y="10248"/>
                        <a:pt x="10691" y="10248"/>
                        <a:pt x="10691" y="10248"/>
                      </a:cubicBezTo>
                      <a:lnTo>
                        <a:pt x="10674" y="10231"/>
                      </a:lnTo>
                      <a:close/>
                      <a:moveTo>
                        <a:pt x="10691" y="10248"/>
                      </a:moveTo>
                      <a:cubicBezTo>
                        <a:pt x="10708" y="10269"/>
                        <a:pt x="10746" y="10286"/>
                        <a:pt x="10780" y="10286"/>
                      </a:cubicBezTo>
                      <a:lnTo>
                        <a:pt x="10780" y="10286"/>
                      </a:lnTo>
                      <a:cubicBezTo>
                        <a:pt x="10752" y="10286"/>
                        <a:pt x="10720" y="10274"/>
                        <a:pt x="10691" y="10248"/>
                      </a:cubicBezTo>
                      <a:close/>
                      <a:moveTo>
                        <a:pt x="10869" y="10248"/>
                      </a:moveTo>
                      <a:cubicBezTo>
                        <a:pt x="10840" y="10274"/>
                        <a:pt x="10809" y="10286"/>
                        <a:pt x="10780" y="10286"/>
                      </a:cubicBezTo>
                      <a:lnTo>
                        <a:pt x="10780" y="10286"/>
                      </a:lnTo>
                      <a:cubicBezTo>
                        <a:pt x="10814" y="10286"/>
                        <a:pt x="10852" y="10269"/>
                        <a:pt x="10869" y="10248"/>
                      </a:cubicBezTo>
                      <a:close/>
                      <a:moveTo>
                        <a:pt x="12059" y="10141"/>
                      </a:moveTo>
                      <a:cubicBezTo>
                        <a:pt x="11918" y="10303"/>
                        <a:pt x="11705" y="10393"/>
                        <a:pt x="11509" y="10393"/>
                      </a:cubicBezTo>
                      <a:cubicBezTo>
                        <a:pt x="11313" y="10393"/>
                        <a:pt x="11100" y="10303"/>
                        <a:pt x="10959" y="10162"/>
                      </a:cubicBezTo>
                      <a:lnTo>
                        <a:pt x="10959" y="10162"/>
                      </a:lnTo>
                      <a:lnTo>
                        <a:pt x="11010" y="10231"/>
                      </a:lnTo>
                      <a:cubicBezTo>
                        <a:pt x="11151" y="10354"/>
                        <a:pt x="11330" y="10427"/>
                        <a:pt x="11509" y="10427"/>
                      </a:cubicBezTo>
                      <a:cubicBezTo>
                        <a:pt x="11684" y="10427"/>
                        <a:pt x="11863" y="10354"/>
                        <a:pt x="11986" y="10231"/>
                      </a:cubicBezTo>
                      <a:lnTo>
                        <a:pt x="12059" y="10141"/>
                      </a:ln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6"/>
                <p:cNvSpPr/>
                <p:nvPr/>
              </p:nvSpPr>
              <p:spPr>
                <a:xfrm>
                  <a:off x="-1096883" y="3157444"/>
                  <a:ext cx="361094" cy="360147"/>
                </a:xfrm>
                <a:custGeom>
                  <a:rect b="b" l="l" r="r" t="t"/>
                  <a:pathLst>
                    <a:path extrusionOk="0" h="6467" w="6484">
                      <a:moveTo>
                        <a:pt x="589" y="1"/>
                      </a:moveTo>
                      <a:lnTo>
                        <a:pt x="567" y="18"/>
                      </a:lnTo>
                      <a:cubicBezTo>
                        <a:pt x="107" y="482"/>
                        <a:pt x="17" y="1032"/>
                        <a:pt x="0" y="1190"/>
                      </a:cubicBezTo>
                      <a:lnTo>
                        <a:pt x="3658" y="4851"/>
                      </a:lnTo>
                      <a:lnTo>
                        <a:pt x="4548" y="3960"/>
                      </a:lnTo>
                      <a:lnTo>
                        <a:pt x="4016" y="3445"/>
                      </a:lnTo>
                      <a:lnTo>
                        <a:pt x="3410" y="4050"/>
                      </a:lnTo>
                      <a:lnTo>
                        <a:pt x="3163" y="3820"/>
                      </a:lnTo>
                      <a:lnTo>
                        <a:pt x="3785" y="3197"/>
                      </a:lnTo>
                      <a:lnTo>
                        <a:pt x="3534" y="2967"/>
                      </a:lnTo>
                      <a:lnTo>
                        <a:pt x="2933" y="3572"/>
                      </a:lnTo>
                      <a:lnTo>
                        <a:pt x="2699" y="3338"/>
                      </a:lnTo>
                      <a:lnTo>
                        <a:pt x="3304" y="2737"/>
                      </a:lnTo>
                      <a:lnTo>
                        <a:pt x="3074" y="2486"/>
                      </a:lnTo>
                      <a:lnTo>
                        <a:pt x="2451" y="3108"/>
                      </a:lnTo>
                      <a:lnTo>
                        <a:pt x="2221" y="2861"/>
                      </a:lnTo>
                      <a:lnTo>
                        <a:pt x="2826" y="2255"/>
                      </a:lnTo>
                      <a:lnTo>
                        <a:pt x="2592" y="2025"/>
                      </a:lnTo>
                      <a:lnTo>
                        <a:pt x="1991" y="2631"/>
                      </a:lnTo>
                      <a:lnTo>
                        <a:pt x="1761" y="2400"/>
                      </a:lnTo>
                      <a:lnTo>
                        <a:pt x="2362" y="1795"/>
                      </a:lnTo>
                      <a:lnTo>
                        <a:pt x="2132" y="1548"/>
                      </a:lnTo>
                      <a:lnTo>
                        <a:pt x="1509" y="2166"/>
                      </a:lnTo>
                      <a:lnTo>
                        <a:pt x="1279" y="1919"/>
                      </a:lnTo>
                      <a:lnTo>
                        <a:pt x="1884" y="1313"/>
                      </a:lnTo>
                      <a:lnTo>
                        <a:pt x="1654" y="1083"/>
                      </a:lnTo>
                      <a:lnTo>
                        <a:pt x="1049" y="1689"/>
                      </a:lnTo>
                      <a:lnTo>
                        <a:pt x="802" y="1458"/>
                      </a:lnTo>
                      <a:lnTo>
                        <a:pt x="1420" y="836"/>
                      </a:lnTo>
                      <a:lnTo>
                        <a:pt x="589" y="1"/>
                      </a:lnTo>
                      <a:close/>
                      <a:moveTo>
                        <a:pt x="5934" y="5363"/>
                      </a:moveTo>
                      <a:lnTo>
                        <a:pt x="5064" y="6236"/>
                      </a:lnTo>
                      <a:cubicBezTo>
                        <a:pt x="5205" y="6377"/>
                        <a:pt x="5418" y="6467"/>
                        <a:pt x="5614" y="6467"/>
                      </a:cubicBezTo>
                      <a:cubicBezTo>
                        <a:pt x="5810" y="6467"/>
                        <a:pt x="6023" y="6377"/>
                        <a:pt x="6164" y="6215"/>
                      </a:cubicBezTo>
                      <a:lnTo>
                        <a:pt x="6484" y="5917"/>
                      </a:lnTo>
                      <a:lnTo>
                        <a:pt x="5934" y="536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6"/>
                <p:cNvSpPr/>
                <p:nvPr/>
              </p:nvSpPr>
              <p:spPr>
                <a:xfrm>
                  <a:off x="-1153131" y="3117793"/>
                  <a:ext cx="89048" cy="105922"/>
                </a:xfrm>
                <a:custGeom>
                  <a:rect b="b" l="l" r="r" t="t"/>
                  <a:pathLst>
                    <a:path extrusionOk="0" h="1902" w="1599">
                      <a:moveTo>
                        <a:pt x="887" y="1"/>
                      </a:moveTo>
                      <a:lnTo>
                        <a:pt x="0" y="892"/>
                      </a:lnTo>
                      <a:lnTo>
                        <a:pt x="1010" y="1902"/>
                      </a:lnTo>
                      <a:cubicBezTo>
                        <a:pt x="1027" y="1744"/>
                        <a:pt x="1117" y="1194"/>
                        <a:pt x="1577" y="730"/>
                      </a:cubicBezTo>
                      <a:lnTo>
                        <a:pt x="1599" y="713"/>
                      </a:lnTo>
                      <a:lnTo>
                        <a:pt x="8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6"/>
                <p:cNvSpPr/>
                <p:nvPr/>
              </p:nvSpPr>
              <p:spPr>
                <a:xfrm>
                  <a:off x="-900128" y="3377980"/>
                  <a:ext cx="133712" cy="133712"/>
                </a:xfrm>
                <a:custGeom>
                  <a:rect b="b" l="l" r="r" t="t"/>
                  <a:pathLst>
                    <a:path extrusionOk="0" h="2401" w="2401">
                      <a:moveTo>
                        <a:pt x="1015" y="0"/>
                      </a:moveTo>
                      <a:lnTo>
                        <a:pt x="125" y="891"/>
                      </a:lnTo>
                      <a:lnTo>
                        <a:pt x="56" y="959"/>
                      </a:lnTo>
                      <a:cubicBezTo>
                        <a:pt x="1" y="1015"/>
                        <a:pt x="1" y="1104"/>
                        <a:pt x="56" y="1155"/>
                      </a:cubicBezTo>
                      <a:lnTo>
                        <a:pt x="1246" y="2345"/>
                      </a:lnTo>
                      <a:cubicBezTo>
                        <a:pt x="1280" y="2383"/>
                        <a:pt x="1318" y="2400"/>
                        <a:pt x="1352" y="2400"/>
                      </a:cubicBezTo>
                      <a:cubicBezTo>
                        <a:pt x="1386" y="2400"/>
                        <a:pt x="1425" y="2383"/>
                        <a:pt x="1459" y="2345"/>
                      </a:cubicBezTo>
                      <a:lnTo>
                        <a:pt x="1531" y="2276"/>
                      </a:lnTo>
                      <a:lnTo>
                        <a:pt x="2401" y="1403"/>
                      </a:lnTo>
                      <a:lnTo>
                        <a:pt x="10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6"/>
                <p:cNvSpPr/>
                <p:nvPr/>
              </p:nvSpPr>
              <p:spPr>
                <a:xfrm>
                  <a:off x="-1052275" y="3204002"/>
                  <a:ext cx="47559" cy="47504"/>
                </a:xfrm>
                <a:custGeom>
                  <a:rect b="b" l="l" r="r" t="t"/>
                  <a:pathLst>
                    <a:path extrusionOk="0" h="853" w="854">
                      <a:moveTo>
                        <a:pt x="619" y="0"/>
                      </a:moveTo>
                      <a:lnTo>
                        <a:pt x="1" y="622"/>
                      </a:lnTo>
                      <a:lnTo>
                        <a:pt x="248" y="853"/>
                      </a:lnTo>
                      <a:lnTo>
                        <a:pt x="853" y="247"/>
                      </a:lnTo>
                      <a:lnTo>
                        <a:pt x="6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6"/>
                <p:cNvSpPr/>
                <p:nvPr/>
              </p:nvSpPr>
              <p:spPr>
                <a:xfrm>
                  <a:off x="-1025655" y="3230566"/>
                  <a:ext cx="47504" cy="47504"/>
                </a:xfrm>
                <a:custGeom>
                  <a:rect b="b" l="l" r="r" t="t"/>
                  <a:pathLst>
                    <a:path extrusionOk="0" h="853" w="853">
                      <a:moveTo>
                        <a:pt x="605" y="0"/>
                      </a:moveTo>
                      <a:lnTo>
                        <a:pt x="0" y="606"/>
                      </a:lnTo>
                      <a:lnTo>
                        <a:pt x="230" y="853"/>
                      </a:lnTo>
                      <a:lnTo>
                        <a:pt x="853" y="235"/>
                      </a:lnTo>
                      <a:lnTo>
                        <a:pt x="6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6"/>
                <p:cNvSpPr/>
                <p:nvPr/>
              </p:nvSpPr>
              <p:spPr>
                <a:xfrm>
                  <a:off x="-998868" y="3257409"/>
                  <a:ext cx="46334" cy="46557"/>
                </a:xfrm>
                <a:custGeom>
                  <a:rect b="b" l="l" r="r" t="t"/>
                  <a:pathLst>
                    <a:path extrusionOk="0" h="836" w="832">
                      <a:moveTo>
                        <a:pt x="602" y="0"/>
                      </a:moveTo>
                      <a:lnTo>
                        <a:pt x="1" y="605"/>
                      </a:lnTo>
                      <a:lnTo>
                        <a:pt x="231" y="836"/>
                      </a:lnTo>
                      <a:lnTo>
                        <a:pt x="832" y="230"/>
                      </a:lnTo>
                      <a:lnTo>
                        <a:pt x="6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6"/>
                <p:cNvSpPr/>
                <p:nvPr/>
              </p:nvSpPr>
              <p:spPr>
                <a:xfrm>
                  <a:off x="-973194" y="3283027"/>
                  <a:ext cx="47504" cy="47504"/>
                </a:xfrm>
                <a:custGeom>
                  <a:rect b="b" l="l" r="r" t="t"/>
                  <a:pathLst>
                    <a:path extrusionOk="0" h="853" w="853">
                      <a:moveTo>
                        <a:pt x="605" y="0"/>
                      </a:moveTo>
                      <a:lnTo>
                        <a:pt x="0" y="606"/>
                      </a:lnTo>
                      <a:lnTo>
                        <a:pt x="230" y="853"/>
                      </a:lnTo>
                      <a:lnTo>
                        <a:pt x="853" y="231"/>
                      </a:lnTo>
                      <a:lnTo>
                        <a:pt x="6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6"/>
                <p:cNvSpPr/>
                <p:nvPr/>
              </p:nvSpPr>
              <p:spPr>
                <a:xfrm>
                  <a:off x="-946630" y="3309870"/>
                  <a:ext cx="46557" cy="46557"/>
                </a:xfrm>
                <a:custGeom>
                  <a:rect b="b" l="l" r="r" t="t"/>
                  <a:pathLst>
                    <a:path extrusionOk="0" h="836" w="836">
                      <a:moveTo>
                        <a:pt x="606" y="0"/>
                      </a:moveTo>
                      <a:lnTo>
                        <a:pt x="1" y="601"/>
                      </a:lnTo>
                      <a:lnTo>
                        <a:pt x="235" y="835"/>
                      </a:lnTo>
                      <a:lnTo>
                        <a:pt x="836" y="230"/>
                      </a:lnTo>
                      <a:lnTo>
                        <a:pt x="6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6"/>
                <p:cNvSpPr/>
                <p:nvPr/>
              </p:nvSpPr>
              <p:spPr>
                <a:xfrm>
                  <a:off x="-920734" y="3335488"/>
                  <a:ext cx="47504" cy="47504"/>
                </a:xfrm>
                <a:custGeom>
                  <a:rect b="b" l="l" r="r" t="t"/>
                  <a:pathLst>
                    <a:path extrusionOk="0" h="853" w="853">
                      <a:moveTo>
                        <a:pt x="622" y="0"/>
                      </a:moveTo>
                      <a:lnTo>
                        <a:pt x="0" y="623"/>
                      </a:lnTo>
                      <a:lnTo>
                        <a:pt x="247" y="853"/>
                      </a:lnTo>
                      <a:lnTo>
                        <a:pt x="853" y="248"/>
                      </a:lnTo>
                      <a:lnTo>
                        <a:pt x="6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6"/>
                <p:cNvSpPr/>
                <p:nvPr/>
              </p:nvSpPr>
              <p:spPr>
                <a:xfrm>
                  <a:off x="-1186880" y="3091228"/>
                  <a:ext cx="83145" cy="82198"/>
                </a:xfrm>
                <a:custGeom>
                  <a:rect b="b" l="l" r="r" t="t"/>
                  <a:pathLst>
                    <a:path extrusionOk="0" h="1476" w="1493">
                      <a:moveTo>
                        <a:pt x="1011" y="0"/>
                      </a:moveTo>
                      <a:lnTo>
                        <a:pt x="125" y="887"/>
                      </a:lnTo>
                      <a:lnTo>
                        <a:pt x="52" y="959"/>
                      </a:lnTo>
                      <a:cubicBezTo>
                        <a:pt x="1" y="1011"/>
                        <a:pt x="1" y="1100"/>
                        <a:pt x="52" y="1156"/>
                      </a:cubicBezTo>
                      <a:lnTo>
                        <a:pt x="338" y="1437"/>
                      </a:lnTo>
                      <a:cubicBezTo>
                        <a:pt x="372" y="1475"/>
                        <a:pt x="410" y="1475"/>
                        <a:pt x="444" y="1475"/>
                      </a:cubicBezTo>
                      <a:cubicBezTo>
                        <a:pt x="478" y="1475"/>
                        <a:pt x="517" y="1475"/>
                        <a:pt x="534" y="1437"/>
                      </a:cubicBezTo>
                      <a:lnTo>
                        <a:pt x="606" y="1369"/>
                      </a:lnTo>
                      <a:lnTo>
                        <a:pt x="1493" y="478"/>
                      </a:lnTo>
                      <a:lnTo>
                        <a:pt x="10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6"/>
                <p:cNvSpPr/>
                <p:nvPr/>
              </p:nvSpPr>
              <p:spPr>
                <a:xfrm>
                  <a:off x="-1448905" y="2843905"/>
                  <a:ext cx="96901" cy="97123"/>
                </a:xfrm>
                <a:custGeom>
                  <a:rect b="b" l="l" r="r" t="t"/>
                  <a:pathLst>
                    <a:path extrusionOk="0" h="1744" w="1740">
                      <a:moveTo>
                        <a:pt x="1262" y="0"/>
                      </a:moveTo>
                      <a:lnTo>
                        <a:pt x="51" y="1228"/>
                      </a:lnTo>
                      <a:lnTo>
                        <a:pt x="34" y="1228"/>
                      </a:lnTo>
                      <a:cubicBezTo>
                        <a:pt x="0" y="1279"/>
                        <a:pt x="0" y="1368"/>
                        <a:pt x="51" y="1424"/>
                      </a:cubicBezTo>
                      <a:lnTo>
                        <a:pt x="337" y="1705"/>
                      </a:lnTo>
                      <a:cubicBezTo>
                        <a:pt x="354" y="1722"/>
                        <a:pt x="388" y="1743"/>
                        <a:pt x="427" y="1743"/>
                      </a:cubicBezTo>
                      <a:cubicBezTo>
                        <a:pt x="461" y="1743"/>
                        <a:pt x="495" y="1722"/>
                        <a:pt x="533" y="1705"/>
                      </a:cubicBezTo>
                      <a:lnTo>
                        <a:pt x="691" y="1530"/>
                      </a:lnTo>
                      <a:lnTo>
                        <a:pt x="1134" y="1083"/>
                      </a:lnTo>
                      <a:lnTo>
                        <a:pt x="1739" y="482"/>
                      </a:lnTo>
                      <a:lnTo>
                        <a:pt x="12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6"/>
                <p:cNvSpPr/>
                <p:nvPr/>
              </p:nvSpPr>
              <p:spPr>
                <a:xfrm>
                  <a:off x="-1255212" y="3025958"/>
                  <a:ext cx="19046" cy="16874"/>
                </a:xfrm>
                <a:custGeom>
                  <a:rect b="b" l="l" r="r" t="t"/>
                  <a:pathLst>
                    <a:path extrusionOk="0" h="303" w="342">
                      <a:moveTo>
                        <a:pt x="162" y="0"/>
                      </a:moveTo>
                      <a:cubicBezTo>
                        <a:pt x="128" y="0"/>
                        <a:pt x="90" y="17"/>
                        <a:pt x="56" y="51"/>
                      </a:cubicBezTo>
                      <a:cubicBezTo>
                        <a:pt x="0" y="107"/>
                        <a:pt x="0" y="196"/>
                        <a:pt x="56" y="265"/>
                      </a:cubicBezTo>
                      <a:cubicBezTo>
                        <a:pt x="90" y="286"/>
                        <a:pt x="128" y="303"/>
                        <a:pt x="162" y="303"/>
                      </a:cubicBezTo>
                      <a:cubicBezTo>
                        <a:pt x="214" y="303"/>
                        <a:pt x="252" y="286"/>
                        <a:pt x="269" y="265"/>
                      </a:cubicBezTo>
                      <a:cubicBezTo>
                        <a:pt x="341" y="196"/>
                        <a:pt x="341" y="107"/>
                        <a:pt x="269" y="51"/>
                      </a:cubicBezTo>
                      <a:cubicBezTo>
                        <a:pt x="252" y="17"/>
                        <a:pt x="214" y="0"/>
                        <a:pt x="162" y="0"/>
                      </a:cubicBezTo>
                      <a:close/>
                    </a:path>
                  </a:pathLst>
                </a:custGeom>
                <a:solidFill>
                  <a:srgbClr val="4E50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 name="Google Shape;426;p36"/>
              <p:cNvSpPr/>
              <p:nvPr/>
            </p:nvSpPr>
            <p:spPr>
              <a:xfrm>
                <a:off x="6606048" y="3026300"/>
                <a:ext cx="3119" cy="10971"/>
              </a:xfrm>
              <a:custGeom>
                <a:rect b="b" l="l" r="r" t="t"/>
                <a:pathLst>
                  <a:path extrusionOk="0" h="197" w="56">
                    <a:moveTo>
                      <a:pt x="21" y="1"/>
                    </a:moveTo>
                    <a:lnTo>
                      <a:pt x="21" y="1"/>
                    </a:lnTo>
                    <a:cubicBezTo>
                      <a:pt x="56" y="52"/>
                      <a:pt x="56" y="141"/>
                      <a:pt x="0" y="197"/>
                    </a:cubicBezTo>
                    <a:lnTo>
                      <a:pt x="0" y="197"/>
                    </a:lnTo>
                    <a:cubicBezTo>
                      <a:pt x="56" y="141"/>
                      <a:pt x="56" y="52"/>
                      <a:pt x="21" y="1"/>
                    </a:cubicBez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6"/>
              <p:cNvSpPr/>
              <p:nvPr/>
            </p:nvSpPr>
            <p:spPr>
              <a:xfrm>
                <a:off x="6606048" y="3026300"/>
                <a:ext cx="1225" cy="56"/>
              </a:xfrm>
              <a:custGeom>
                <a:rect b="b" l="l" r="r" t="t"/>
                <a:pathLst>
                  <a:path extrusionOk="0" h="1" w="22">
                    <a:moveTo>
                      <a:pt x="0" y="1"/>
                    </a:moveTo>
                    <a:lnTo>
                      <a:pt x="21" y="1"/>
                    </a:lnTo>
                    <a:lnTo>
                      <a:pt x="21" y="1"/>
                    </a:lnTo>
                    <a:lnTo>
                      <a:pt x="0" y="1"/>
                    </a:ln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 name="Google Shape;428;p36"/>
            <p:cNvGrpSpPr/>
            <p:nvPr/>
          </p:nvGrpSpPr>
          <p:grpSpPr>
            <a:xfrm>
              <a:off x="7720248" y="2660934"/>
              <a:ext cx="1121739" cy="1391670"/>
              <a:chOff x="11073048" y="3708622"/>
              <a:chExt cx="1121739" cy="1391670"/>
            </a:xfrm>
          </p:grpSpPr>
          <p:sp>
            <p:nvSpPr>
              <p:cNvPr id="429" name="Google Shape;429;p36"/>
              <p:cNvSpPr/>
              <p:nvPr/>
            </p:nvSpPr>
            <p:spPr>
              <a:xfrm>
                <a:off x="11073048" y="4785818"/>
                <a:ext cx="1057113" cy="314474"/>
              </a:xfrm>
              <a:custGeom>
                <a:rect b="b" l="l" r="r" t="t"/>
                <a:pathLst>
                  <a:path extrusionOk="0" h="6467" w="21739">
                    <a:moveTo>
                      <a:pt x="1684" y="0"/>
                    </a:moveTo>
                    <a:lnTo>
                      <a:pt x="9181" y="3623"/>
                    </a:lnTo>
                    <a:lnTo>
                      <a:pt x="3108" y="3713"/>
                    </a:lnTo>
                    <a:cubicBezTo>
                      <a:pt x="3108" y="3713"/>
                      <a:pt x="9446" y="4386"/>
                      <a:pt x="10707" y="4974"/>
                    </a:cubicBezTo>
                    <a:cubicBezTo>
                      <a:pt x="10986" y="5105"/>
                      <a:pt x="10602" y="5156"/>
                      <a:pt x="9838" y="5156"/>
                    </a:cubicBezTo>
                    <a:cubicBezTo>
                      <a:pt x="7193" y="5156"/>
                      <a:pt x="1" y="4548"/>
                      <a:pt x="0" y="4548"/>
                    </a:cubicBezTo>
                    <a:lnTo>
                      <a:pt x="0" y="4548"/>
                    </a:lnTo>
                    <a:cubicBezTo>
                      <a:pt x="1" y="4548"/>
                      <a:pt x="10443" y="6146"/>
                      <a:pt x="10707" y="6236"/>
                    </a:cubicBezTo>
                    <a:lnTo>
                      <a:pt x="14100" y="6466"/>
                    </a:lnTo>
                    <a:lnTo>
                      <a:pt x="21061" y="3785"/>
                    </a:lnTo>
                    <a:lnTo>
                      <a:pt x="13994" y="5648"/>
                    </a:lnTo>
                    <a:lnTo>
                      <a:pt x="21738" y="1509"/>
                    </a:lnTo>
                    <a:lnTo>
                      <a:pt x="16091" y="3713"/>
                    </a:lnTo>
                    <a:lnTo>
                      <a:pt x="16091" y="3713"/>
                    </a:lnTo>
                    <a:lnTo>
                      <a:pt x="19215" y="639"/>
                    </a:lnTo>
                    <a:lnTo>
                      <a:pt x="15166" y="2771"/>
                    </a:lnTo>
                    <a:lnTo>
                      <a:pt x="13904" y="836"/>
                    </a:lnTo>
                    <a:lnTo>
                      <a:pt x="10618" y="2613"/>
                    </a:lnTo>
                    <a:lnTo>
                      <a:pt x="168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6"/>
              <p:cNvSpPr/>
              <p:nvPr/>
            </p:nvSpPr>
            <p:spPr>
              <a:xfrm>
                <a:off x="11134172" y="3708622"/>
                <a:ext cx="1060614" cy="1391670"/>
              </a:xfrm>
              <a:custGeom>
                <a:rect b="b" l="l" r="r" t="t"/>
                <a:pathLst>
                  <a:path extrusionOk="0" h="28619" w="21811">
                    <a:moveTo>
                      <a:pt x="10960" y="1"/>
                    </a:moveTo>
                    <a:cubicBezTo>
                      <a:pt x="10355" y="1"/>
                      <a:pt x="9750" y="54"/>
                      <a:pt x="9148" y="150"/>
                    </a:cubicBezTo>
                    <a:cubicBezTo>
                      <a:pt x="7566" y="397"/>
                      <a:pt x="6539" y="1322"/>
                      <a:pt x="6075" y="2848"/>
                    </a:cubicBezTo>
                    <a:cubicBezTo>
                      <a:pt x="5934" y="3347"/>
                      <a:pt x="5861" y="3841"/>
                      <a:pt x="5827" y="4340"/>
                    </a:cubicBezTo>
                    <a:cubicBezTo>
                      <a:pt x="5755" y="5158"/>
                      <a:pt x="5721" y="5993"/>
                      <a:pt x="5844" y="6808"/>
                    </a:cubicBezTo>
                    <a:cubicBezTo>
                      <a:pt x="5968" y="7519"/>
                      <a:pt x="6147" y="8193"/>
                      <a:pt x="6982" y="8423"/>
                    </a:cubicBezTo>
                    <a:cubicBezTo>
                      <a:pt x="7055" y="8444"/>
                      <a:pt x="7089" y="8495"/>
                      <a:pt x="7089" y="8568"/>
                    </a:cubicBezTo>
                    <a:cubicBezTo>
                      <a:pt x="7072" y="8798"/>
                      <a:pt x="7106" y="9045"/>
                      <a:pt x="7055" y="9314"/>
                    </a:cubicBezTo>
                    <a:lnTo>
                      <a:pt x="6254" y="9314"/>
                    </a:lnTo>
                    <a:cubicBezTo>
                      <a:pt x="6234" y="9312"/>
                      <a:pt x="6215" y="9311"/>
                      <a:pt x="6196" y="9311"/>
                    </a:cubicBezTo>
                    <a:cubicBezTo>
                      <a:pt x="6024" y="9311"/>
                      <a:pt x="5877" y="9383"/>
                      <a:pt x="5827" y="9544"/>
                    </a:cubicBezTo>
                    <a:cubicBezTo>
                      <a:pt x="5740" y="9834"/>
                      <a:pt x="5558" y="9886"/>
                      <a:pt x="5338" y="9886"/>
                    </a:cubicBezTo>
                    <a:cubicBezTo>
                      <a:pt x="5290" y="9886"/>
                      <a:pt x="5239" y="9884"/>
                      <a:pt x="5188" y="9881"/>
                    </a:cubicBezTo>
                    <a:cubicBezTo>
                      <a:pt x="5162" y="9876"/>
                      <a:pt x="5136" y="9874"/>
                      <a:pt x="5109" y="9874"/>
                    </a:cubicBezTo>
                    <a:cubicBezTo>
                      <a:pt x="5046" y="9874"/>
                      <a:pt x="4984" y="9886"/>
                      <a:pt x="4924" y="9898"/>
                    </a:cubicBezTo>
                    <a:cubicBezTo>
                      <a:pt x="3074" y="10290"/>
                      <a:pt x="1868" y="11462"/>
                      <a:pt x="1015" y="13060"/>
                    </a:cubicBezTo>
                    <a:cubicBezTo>
                      <a:pt x="623" y="13789"/>
                      <a:pt x="499" y="14603"/>
                      <a:pt x="410" y="15422"/>
                    </a:cubicBezTo>
                    <a:cubicBezTo>
                      <a:pt x="22" y="15528"/>
                      <a:pt x="1" y="15545"/>
                      <a:pt x="1" y="15938"/>
                    </a:cubicBezTo>
                    <a:cubicBezTo>
                      <a:pt x="1" y="16151"/>
                      <a:pt x="22" y="16364"/>
                      <a:pt x="1" y="16594"/>
                    </a:cubicBezTo>
                    <a:cubicBezTo>
                      <a:pt x="1" y="16790"/>
                      <a:pt x="90" y="16914"/>
                      <a:pt x="286" y="16914"/>
                    </a:cubicBezTo>
                    <a:cubicBezTo>
                      <a:pt x="302" y="16912"/>
                      <a:pt x="317" y="16912"/>
                      <a:pt x="331" y="16912"/>
                    </a:cubicBezTo>
                    <a:cubicBezTo>
                      <a:pt x="490" y="16912"/>
                      <a:pt x="533" y="17000"/>
                      <a:pt x="533" y="17161"/>
                    </a:cubicBezTo>
                    <a:cubicBezTo>
                      <a:pt x="533" y="17289"/>
                      <a:pt x="533" y="17395"/>
                      <a:pt x="555" y="17519"/>
                    </a:cubicBezTo>
                    <a:cubicBezTo>
                      <a:pt x="623" y="17979"/>
                      <a:pt x="836" y="18175"/>
                      <a:pt x="1301" y="18209"/>
                    </a:cubicBezTo>
                    <a:cubicBezTo>
                      <a:pt x="1334" y="18212"/>
                      <a:pt x="1368" y="18213"/>
                      <a:pt x="1402" y="18213"/>
                    </a:cubicBezTo>
                    <a:cubicBezTo>
                      <a:pt x="1615" y="18213"/>
                      <a:pt x="1827" y="18171"/>
                      <a:pt x="2025" y="18141"/>
                    </a:cubicBezTo>
                    <a:cubicBezTo>
                      <a:pt x="2221" y="18103"/>
                      <a:pt x="2328" y="17996"/>
                      <a:pt x="2383" y="17822"/>
                    </a:cubicBezTo>
                    <a:cubicBezTo>
                      <a:pt x="2507" y="17536"/>
                      <a:pt x="2434" y="17233"/>
                      <a:pt x="2451" y="16948"/>
                    </a:cubicBezTo>
                    <a:cubicBezTo>
                      <a:pt x="2899" y="16863"/>
                      <a:pt x="2899" y="16863"/>
                      <a:pt x="2899" y="16415"/>
                    </a:cubicBezTo>
                    <a:cubicBezTo>
                      <a:pt x="2899" y="16257"/>
                      <a:pt x="2916" y="16117"/>
                      <a:pt x="2916" y="15955"/>
                    </a:cubicBezTo>
                    <a:cubicBezTo>
                      <a:pt x="2916" y="15562"/>
                      <a:pt x="2878" y="15511"/>
                      <a:pt x="2507" y="15422"/>
                    </a:cubicBezTo>
                    <a:cubicBezTo>
                      <a:pt x="2328" y="14267"/>
                      <a:pt x="3999" y="11995"/>
                      <a:pt x="5670" y="11854"/>
                    </a:cubicBezTo>
                    <a:cubicBezTo>
                      <a:pt x="5738" y="12421"/>
                      <a:pt x="5721" y="12988"/>
                      <a:pt x="5704" y="13559"/>
                    </a:cubicBezTo>
                    <a:cubicBezTo>
                      <a:pt x="5704" y="14143"/>
                      <a:pt x="5934" y="14535"/>
                      <a:pt x="6394" y="14872"/>
                    </a:cubicBezTo>
                    <a:cubicBezTo>
                      <a:pt x="6803" y="15158"/>
                      <a:pt x="7247" y="15298"/>
                      <a:pt x="7745" y="15298"/>
                    </a:cubicBezTo>
                    <a:cubicBezTo>
                      <a:pt x="7907" y="15298"/>
                      <a:pt x="8031" y="15315"/>
                      <a:pt x="8031" y="15511"/>
                    </a:cubicBezTo>
                    <a:cubicBezTo>
                      <a:pt x="8048" y="16487"/>
                      <a:pt x="7958" y="17464"/>
                      <a:pt x="7958" y="18423"/>
                    </a:cubicBezTo>
                    <a:cubicBezTo>
                      <a:pt x="7941" y="18759"/>
                      <a:pt x="7801" y="18921"/>
                      <a:pt x="7460" y="19011"/>
                    </a:cubicBezTo>
                    <a:cubicBezTo>
                      <a:pt x="6842" y="19168"/>
                      <a:pt x="6646" y="19454"/>
                      <a:pt x="6607" y="20093"/>
                    </a:cubicBezTo>
                    <a:cubicBezTo>
                      <a:pt x="6573" y="20716"/>
                      <a:pt x="6522" y="21317"/>
                      <a:pt x="6501" y="21939"/>
                    </a:cubicBezTo>
                    <a:cubicBezTo>
                      <a:pt x="6467" y="23324"/>
                      <a:pt x="6360" y="24727"/>
                      <a:pt x="6539" y="26133"/>
                    </a:cubicBezTo>
                    <a:cubicBezTo>
                      <a:pt x="6607" y="26773"/>
                      <a:pt x="6803" y="26986"/>
                      <a:pt x="7443" y="27092"/>
                    </a:cubicBezTo>
                    <a:cubicBezTo>
                      <a:pt x="7976" y="27160"/>
                      <a:pt x="7869" y="27126"/>
                      <a:pt x="7869" y="27570"/>
                    </a:cubicBezTo>
                    <a:cubicBezTo>
                      <a:pt x="7886" y="28350"/>
                      <a:pt x="8172" y="28618"/>
                      <a:pt x="8973" y="28618"/>
                    </a:cubicBezTo>
                    <a:cubicBezTo>
                      <a:pt x="9621" y="28610"/>
                      <a:pt x="10264" y="28605"/>
                      <a:pt x="10908" y="28605"/>
                    </a:cubicBezTo>
                    <a:cubicBezTo>
                      <a:pt x="11552" y="28605"/>
                      <a:pt x="12195" y="28610"/>
                      <a:pt x="12843" y="28618"/>
                    </a:cubicBezTo>
                    <a:cubicBezTo>
                      <a:pt x="13606" y="28618"/>
                      <a:pt x="13909" y="28350"/>
                      <a:pt x="13926" y="27570"/>
                    </a:cubicBezTo>
                    <a:cubicBezTo>
                      <a:pt x="13926" y="27109"/>
                      <a:pt x="13836" y="27160"/>
                      <a:pt x="14369" y="27071"/>
                    </a:cubicBezTo>
                    <a:cubicBezTo>
                      <a:pt x="14991" y="26986"/>
                      <a:pt x="15205" y="26773"/>
                      <a:pt x="15260" y="26133"/>
                    </a:cubicBezTo>
                    <a:cubicBezTo>
                      <a:pt x="15473" y="24019"/>
                      <a:pt x="15294" y="21922"/>
                      <a:pt x="15170" y="19808"/>
                    </a:cubicBezTo>
                    <a:cubicBezTo>
                      <a:pt x="15153" y="19578"/>
                      <a:pt x="15026" y="19382"/>
                      <a:pt x="14834" y="19241"/>
                    </a:cubicBezTo>
                    <a:cubicBezTo>
                      <a:pt x="14638" y="19100"/>
                      <a:pt x="14425" y="18994"/>
                      <a:pt x="14173" y="18955"/>
                    </a:cubicBezTo>
                    <a:cubicBezTo>
                      <a:pt x="13981" y="18921"/>
                      <a:pt x="13892" y="18832"/>
                      <a:pt x="13875" y="18619"/>
                    </a:cubicBezTo>
                    <a:cubicBezTo>
                      <a:pt x="13802" y="17625"/>
                      <a:pt x="13768" y="16628"/>
                      <a:pt x="13768" y="15618"/>
                    </a:cubicBezTo>
                    <a:cubicBezTo>
                      <a:pt x="13768" y="15388"/>
                      <a:pt x="13853" y="15298"/>
                      <a:pt x="14088" y="15298"/>
                    </a:cubicBezTo>
                    <a:cubicBezTo>
                      <a:pt x="14109" y="15299"/>
                      <a:pt x="14130" y="15299"/>
                      <a:pt x="14151" y="15299"/>
                    </a:cubicBezTo>
                    <a:cubicBezTo>
                      <a:pt x="14693" y="15299"/>
                      <a:pt x="15186" y="15088"/>
                      <a:pt x="15580" y="14731"/>
                    </a:cubicBezTo>
                    <a:cubicBezTo>
                      <a:pt x="15899" y="14463"/>
                      <a:pt x="16091" y="14109"/>
                      <a:pt x="16091" y="13666"/>
                    </a:cubicBezTo>
                    <a:cubicBezTo>
                      <a:pt x="16074" y="13274"/>
                      <a:pt x="16074" y="12881"/>
                      <a:pt x="16091" y="12472"/>
                    </a:cubicBezTo>
                    <a:cubicBezTo>
                      <a:pt x="16091" y="12259"/>
                      <a:pt x="16074" y="12046"/>
                      <a:pt x="16147" y="11833"/>
                    </a:cubicBezTo>
                    <a:cubicBezTo>
                      <a:pt x="17941" y="12067"/>
                      <a:pt x="19522" y="14429"/>
                      <a:pt x="19288" y="15439"/>
                    </a:cubicBezTo>
                    <a:cubicBezTo>
                      <a:pt x="18934" y="15494"/>
                      <a:pt x="18883" y="15562"/>
                      <a:pt x="18900" y="15955"/>
                    </a:cubicBezTo>
                    <a:lnTo>
                      <a:pt x="18900" y="16398"/>
                    </a:lnTo>
                    <a:cubicBezTo>
                      <a:pt x="18900" y="16841"/>
                      <a:pt x="18900" y="16841"/>
                      <a:pt x="19343" y="16969"/>
                    </a:cubicBezTo>
                    <a:lnTo>
                      <a:pt x="19343" y="17199"/>
                    </a:lnTo>
                    <a:cubicBezTo>
                      <a:pt x="19309" y="17962"/>
                      <a:pt x="19484" y="18175"/>
                      <a:pt x="20247" y="18209"/>
                    </a:cubicBezTo>
                    <a:cubicBezTo>
                      <a:pt x="20260" y="18215"/>
                      <a:pt x="20272" y="18217"/>
                      <a:pt x="20285" y="18217"/>
                    </a:cubicBezTo>
                    <a:cubicBezTo>
                      <a:pt x="20310" y="18217"/>
                      <a:pt x="20338" y="18209"/>
                      <a:pt x="20375" y="18209"/>
                    </a:cubicBezTo>
                    <a:cubicBezTo>
                      <a:pt x="20976" y="18209"/>
                      <a:pt x="21227" y="17962"/>
                      <a:pt x="21261" y="17357"/>
                    </a:cubicBezTo>
                    <a:cubicBezTo>
                      <a:pt x="21261" y="17306"/>
                      <a:pt x="21278" y="17233"/>
                      <a:pt x="21261" y="17182"/>
                    </a:cubicBezTo>
                    <a:cubicBezTo>
                      <a:pt x="21261" y="17003"/>
                      <a:pt x="21313" y="16897"/>
                      <a:pt x="21526" y="16897"/>
                    </a:cubicBezTo>
                    <a:cubicBezTo>
                      <a:pt x="21538" y="16898"/>
                      <a:pt x="21549" y="16898"/>
                      <a:pt x="21560" y="16898"/>
                    </a:cubicBezTo>
                    <a:cubicBezTo>
                      <a:pt x="21730" y="16898"/>
                      <a:pt x="21794" y="16778"/>
                      <a:pt x="21794" y="16594"/>
                    </a:cubicBezTo>
                    <a:cubicBezTo>
                      <a:pt x="21777" y="16398"/>
                      <a:pt x="21777" y="16185"/>
                      <a:pt x="21794" y="15972"/>
                    </a:cubicBezTo>
                    <a:cubicBezTo>
                      <a:pt x="21811" y="15699"/>
                      <a:pt x="21779" y="15438"/>
                      <a:pt x="21420" y="15438"/>
                    </a:cubicBezTo>
                    <a:cubicBezTo>
                      <a:pt x="21408" y="15438"/>
                      <a:pt x="21397" y="15438"/>
                      <a:pt x="21385" y="15439"/>
                    </a:cubicBezTo>
                    <a:cubicBezTo>
                      <a:pt x="21295" y="13840"/>
                      <a:pt x="20673" y="12472"/>
                      <a:pt x="19556" y="11373"/>
                    </a:cubicBezTo>
                    <a:cubicBezTo>
                      <a:pt x="18670" y="10486"/>
                      <a:pt x="17638" y="9898"/>
                      <a:pt x="16360" y="9881"/>
                    </a:cubicBezTo>
                    <a:cubicBezTo>
                      <a:pt x="16198" y="9864"/>
                      <a:pt x="16112" y="9847"/>
                      <a:pt x="16040" y="9668"/>
                    </a:cubicBezTo>
                    <a:cubicBezTo>
                      <a:pt x="15957" y="9422"/>
                      <a:pt x="15767" y="9295"/>
                      <a:pt x="15498" y="9295"/>
                    </a:cubicBezTo>
                    <a:cubicBezTo>
                      <a:pt x="15478" y="9295"/>
                      <a:pt x="15456" y="9295"/>
                      <a:pt x="15435" y="9297"/>
                    </a:cubicBezTo>
                    <a:cubicBezTo>
                      <a:pt x="15222" y="9314"/>
                      <a:pt x="14991" y="9314"/>
                      <a:pt x="14706" y="9314"/>
                    </a:cubicBezTo>
                    <a:cubicBezTo>
                      <a:pt x="14706" y="9062"/>
                      <a:pt x="14727" y="8871"/>
                      <a:pt x="14706" y="8674"/>
                    </a:cubicBezTo>
                    <a:cubicBezTo>
                      <a:pt x="14706" y="8513"/>
                      <a:pt x="14744" y="8423"/>
                      <a:pt x="14919" y="8389"/>
                    </a:cubicBezTo>
                    <a:cubicBezTo>
                      <a:pt x="15239" y="8316"/>
                      <a:pt x="15452" y="8103"/>
                      <a:pt x="15631" y="7839"/>
                    </a:cubicBezTo>
                    <a:cubicBezTo>
                      <a:pt x="15950" y="7306"/>
                      <a:pt x="15985" y="6718"/>
                      <a:pt x="16006" y="6134"/>
                    </a:cubicBezTo>
                    <a:cubicBezTo>
                      <a:pt x="16040" y="5265"/>
                      <a:pt x="16006" y="4374"/>
                      <a:pt x="15861" y="3504"/>
                    </a:cubicBezTo>
                    <a:cubicBezTo>
                      <a:pt x="15614" y="1855"/>
                      <a:pt x="14565" y="521"/>
                      <a:pt x="12843" y="184"/>
                    </a:cubicBezTo>
                    <a:cubicBezTo>
                      <a:pt x="12218" y="58"/>
                      <a:pt x="11589" y="1"/>
                      <a:pt x="109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6"/>
              <p:cNvSpPr/>
              <p:nvPr/>
            </p:nvSpPr>
            <p:spPr>
              <a:xfrm>
                <a:off x="11426229" y="3720244"/>
                <a:ext cx="475917" cy="301393"/>
              </a:xfrm>
              <a:custGeom>
                <a:rect b="b" l="l" r="r" t="t"/>
                <a:pathLst>
                  <a:path extrusionOk="0" h="6198" w="9787">
                    <a:moveTo>
                      <a:pt x="5031" y="0"/>
                    </a:moveTo>
                    <a:cubicBezTo>
                      <a:pt x="4466" y="0"/>
                      <a:pt x="3902" y="44"/>
                      <a:pt x="3338" y="107"/>
                    </a:cubicBezTo>
                    <a:cubicBezTo>
                      <a:pt x="2558" y="175"/>
                      <a:pt x="1846" y="478"/>
                      <a:pt x="1279" y="1027"/>
                    </a:cubicBezTo>
                    <a:cubicBezTo>
                      <a:pt x="640" y="1650"/>
                      <a:pt x="282" y="2430"/>
                      <a:pt x="141" y="3321"/>
                    </a:cubicBezTo>
                    <a:cubicBezTo>
                      <a:pt x="0" y="4190"/>
                      <a:pt x="17" y="5043"/>
                      <a:pt x="17" y="5895"/>
                    </a:cubicBezTo>
                    <a:cubicBezTo>
                      <a:pt x="17" y="5985"/>
                      <a:pt x="0" y="6074"/>
                      <a:pt x="90" y="6198"/>
                    </a:cubicBezTo>
                    <a:cubicBezTo>
                      <a:pt x="354" y="5772"/>
                      <a:pt x="780" y="5592"/>
                      <a:pt x="1241" y="5503"/>
                    </a:cubicBezTo>
                    <a:cubicBezTo>
                      <a:pt x="1492" y="5452"/>
                      <a:pt x="1756" y="5435"/>
                      <a:pt x="2008" y="5413"/>
                    </a:cubicBezTo>
                    <a:cubicBezTo>
                      <a:pt x="2877" y="5371"/>
                      <a:pt x="3751" y="5354"/>
                      <a:pt x="4626" y="5354"/>
                    </a:cubicBezTo>
                    <a:cubicBezTo>
                      <a:pt x="5500" y="5354"/>
                      <a:pt x="6375" y="5371"/>
                      <a:pt x="7246" y="5396"/>
                    </a:cubicBezTo>
                    <a:cubicBezTo>
                      <a:pt x="8133" y="5413"/>
                      <a:pt x="9075" y="5362"/>
                      <a:pt x="9714" y="6159"/>
                    </a:cubicBezTo>
                    <a:cubicBezTo>
                      <a:pt x="9787" y="6108"/>
                      <a:pt x="9765" y="6036"/>
                      <a:pt x="9765" y="5985"/>
                    </a:cubicBezTo>
                    <a:cubicBezTo>
                      <a:pt x="9765" y="5077"/>
                      <a:pt x="9787" y="4156"/>
                      <a:pt x="9625" y="3231"/>
                    </a:cubicBezTo>
                    <a:cubicBezTo>
                      <a:pt x="9339" y="1684"/>
                      <a:pt x="8419" y="512"/>
                      <a:pt x="6803" y="175"/>
                    </a:cubicBezTo>
                    <a:cubicBezTo>
                      <a:pt x="6212" y="49"/>
                      <a:pt x="5622" y="0"/>
                      <a:pt x="50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6"/>
              <p:cNvSpPr/>
              <p:nvPr/>
            </p:nvSpPr>
            <p:spPr>
              <a:xfrm>
                <a:off x="11420199" y="4172723"/>
                <a:ext cx="487977" cy="268327"/>
              </a:xfrm>
              <a:custGeom>
                <a:rect b="b" l="l" r="r" t="t"/>
                <a:pathLst>
                  <a:path extrusionOk="0" h="5518" w="10035">
                    <a:moveTo>
                      <a:pt x="657" y="0"/>
                    </a:moveTo>
                    <a:cubicBezTo>
                      <a:pt x="141" y="0"/>
                      <a:pt x="1" y="141"/>
                      <a:pt x="18" y="639"/>
                    </a:cubicBezTo>
                    <a:cubicBezTo>
                      <a:pt x="35" y="1812"/>
                      <a:pt x="52" y="2967"/>
                      <a:pt x="69" y="4122"/>
                    </a:cubicBezTo>
                    <a:cubicBezTo>
                      <a:pt x="69" y="4527"/>
                      <a:pt x="265" y="4829"/>
                      <a:pt x="568" y="5081"/>
                    </a:cubicBezTo>
                    <a:cubicBezTo>
                      <a:pt x="952" y="5373"/>
                      <a:pt x="1365" y="5517"/>
                      <a:pt x="1837" y="5517"/>
                    </a:cubicBezTo>
                    <a:cubicBezTo>
                      <a:pt x="1910" y="5517"/>
                      <a:pt x="1984" y="5514"/>
                      <a:pt x="2059" y="5507"/>
                    </a:cubicBezTo>
                    <a:cubicBezTo>
                      <a:pt x="2413" y="4352"/>
                      <a:pt x="3602" y="3499"/>
                      <a:pt x="4971" y="3461"/>
                    </a:cubicBezTo>
                    <a:cubicBezTo>
                      <a:pt x="4994" y="3460"/>
                      <a:pt x="5018" y="3460"/>
                      <a:pt x="5041" y="3460"/>
                    </a:cubicBezTo>
                    <a:cubicBezTo>
                      <a:pt x="5693" y="3460"/>
                      <a:pt x="6307" y="3687"/>
                      <a:pt x="6855" y="4049"/>
                    </a:cubicBezTo>
                    <a:cubicBezTo>
                      <a:pt x="7387" y="4403"/>
                      <a:pt x="7814" y="4868"/>
                      <a:pt x="7971" y="5507"/>
                    </a:cubicBezTo>
                    <a:cubicBezTo>
                      <a:pt x="8059" y="5511"/>
                      <a:pt x="8147" y="5514"/>
                      <a:pt x="8233" y="5514"/>
                    </a:cubicBezTo>
                    <a:cubicBezTo>
                      <a:pt x="8501" y="5514"/>
                      <a:pt x="8761" y="5484"/>
                      <a:pt x="9003" y="5362"/>
                    </a:cubicBezTo>
                    <a:cubicBezTo>
                      <a:pt x="9485" y="5132"/>
                      <a:pt x="9928" y="4829"/>
                      <a:pt x="9962" y="4245"/>
                    </a:cubicBezTo>
                    <a:cubicBezTo>
                      <a:pt x="10017" y="3018"/>
                      <a:pt x="10017" y="1794"/>
                      <a:pt x="10017" y="567"/>
                    </a:cubicBezTo>
                    <a:cubicBezTo>
                      <a:pt x="10034" y="124"/>
                      <a:pt x="9872" y="0"/>
                      <a:pt x="94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6"/>
              <p:cNvSpPr/>
              <p:nvPr/>
            </p:nvSpPr>
            <p:spPr>
              <a:xfrm>
                <a:off x="11530681" y="4351380"/>
                <a:ext cx="271147" cy="350556"/>
              </a:xfrm>
              <a:custGeom>
                <a:rect b="b" l="l" r="r" t="t"/>
                <a:pathLst>
                  <a:path extrusionOk="0" h="7209" w="5576">
                    <a:moveTo>
                      <a:pt x="2737" y="0"/>
                    </a:moveTo>
                    <a:cubicBezTo>
                      <a:pt x="1970" y="90"/>
                      <a:pt x="1262" y="341"/>
                      <a:pt x="657" y="874"/>
                    </a:cubicBezTo>
                    <a:cubicBezTo>
                      <a:pt x="214" y="1262"/>
                      <a:pt x="35" y="1705"/>
                      <a:pt x="90" y="2293"/>
                    </a:cubicBezTo>
                    <a:cubicBezTo>
                      <a:pt x="158" y="3286"/>
                      <a:pt x="52" y="4284"/>
                      <a:pt x="18" y="5294"/>
                    </a:cubicBezTo>
                    <a:cubicBezTo>
                      <a:pt x="1" y="5631"/>
                      <a:pt x="52" y="5933"/>
                      <a:pt x="337" y="6181"/>
                    </a:cubicBezTo>
                    <a:cubicBezTo>
                      <a:pt x="674" y="6449"/>
                      <a:pt x="1011" y="6735"/>
                      <a:pt x="1420" y="6892"/>
                    </a:cubicBezTo>
                    <a:cubicBezTo>
                      <a:pt x="1835" y="7050"/>
                      <a:pt x="2261" y="7208"/>
                      <a:pt x="2707" y="7208"/>
                    </a:cubicBezTo>
                    <a:cubicBezTo>
                      <a:pt x="2815" y="7208"/>
                      <a:pt x="2925" y="7199"/>
                      <a:pt x="3035" y="7178"/>
                    </a:cubicBezTo>
                    <a:cubicBezTo>
                      <a:pt x="3675" y="7071"/>
                      <a:pt x="4263" y="6858"/>
                      <a:pt x="4779" y="6466"/>
                    </a:cubicBezTo>
                    <a:cubicBezTo>
                      <a:pt x="5469" y="5968"/>
                      <a:pt x="5576" y="5720"/>
                      <a:pt x="5401" y="4868"/>
                    </a:cubicBezTo>
                    <a:lnTo>
                      <a:pt x="5401" y="4868"/>
                    </a:lnTo>
                    <a:cubicBezTo>
                      <a:pt x="5239" y="4923"/>
                      <a:pt x="5132" y="5047"/>
                      <a:pt x="4992" y="5064"/>
                    </a:cubicBezTo>
                    <a:cubicBezTo>
                      <a:pt x="4774" y="5104"/>
                      <a:pt x="4560" y="5123"/>
                      <a:pt x="4349" y="5123"/>
                    </a:cubicBezTo>
                    <a:cubicBezTo>
                      <a:pt x="4093" y="5123"/>
                      <a:pt x="3841" y="5096"/>
                      <a:pt x="3589" y="5047"/>
                    </a:cubicBezTo>
                    <a:cubicBezTo>
                      <a:pt x="3214" y="4957"/>
                      <a:pt x="2861" y="4548"/>
                      <a:pt x="2878" y="4156"/>
                    </a:cubicBezTo>
                    <a:cubicBezTo>
                      <a:pt x="2912" y="2899"/>
                      <a:pt x="2771" y="1620"/>
                      <a:pt x="2788" y="358"/>
                    </a:cubicBezTo>
                    <a:cubicBezTo>
                      <a:pt x="2788" y="252"/>
                      <a:pt x="2822" y="145"/>
                      <a:pt x="27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6"/>
              <p:cNvSpPr/>
              <p:nvPr/>
            </p:nvSpPr>
            <p:spPr>
              <a:xfrm>
                <a:off x="11677439" y="4355611"/>
                <a:ext cx="119235" cy="233363"/>
              </a:xfrm>
              <a:custGeom>
                <a:rect b="b" l="l" r="r" t="t"/>
                <a:pathLst>
                  <a:path extrusionOk="0" h="4799" w="2452">
                    <a:moveTo>
                      <a:pt x="75" y="0"/>
                    </a:moveTo>
                    <a:cubicBezTo>
                      <a:pt x="50" y="0"/>
                      <a:pt x="25" y="1"/>
                      <a:pt x="0" y="3"/>
                    </a:cubicBezTo>
                    <a:lnTo>
                      <a:pt x="0" y="1017"/>
                    </a:lnTo>
                    <a:cubicBezTo>
                      <a:pt x="303" y="1017"/>
                      <a:pt x="571" y="979"/>
                      <a:pt x="853" y="979"/>
                    </a:cubicBezTo>
                    <a:cubicBezTo>
                      <a:pt x="879" y="981"/>
                      <a:pt x="905" y="982"/>
                      <a:pt x="931" y="982"/>
                    </a:cubicBezTo>
                    <a:cubicBezTo>
                      <a:pt x="1020" y="982"/>
                      <a:pt x="1111" y="972"/>
                      <a:pt x="1202" y="972"/>
                    </a:cubicBezTo>
                    <a:cubicBezTo>
                      <a:pt x="1346" y="972"/>
                      <a:pt x="1489" y="997"/>
                      <a:pt x="1616" y="1124"/>
                    </a:cubicBezTo>
                    <a:cubicBezTo>
                      <a:pt x="1349" y="1211"/>
                      <a:pt x="1083" y="1220"/>
                      <a:pt x="817" y="1220"/>
                    </a:cubicBezTo>
                    <a:cubicBezTo>
                      <a:pt x="752" y="1220"/>
                      <a:pt x="687" y="1219"/>
                      <a:pt x="623" y="1219"/>
                    </a:cubicBezTo>
                    <a:cubicBezTo>
                      <a:pt x="421" y="1219"/>
                      <a:pt x="219" y="1224"/>
                      <a:pt x="17" y="1264"/>
                    </a:cubicBezTo>
                    <a:cubicBezTo>
                      <a:pt x="17" y="1426"/>
                      <a:pt x="0" y="1567"/>
                      <a:pt x="73" y="1691"/>
                    </a:cubicBezTo>
                    <a:cubicBezTo>
                      <a:pt x="101" y="1691"/>
                      <a:pt x="129" y="1692"/>
                      <a:pt x="157" y="1692"/>
                    </a:cubicBezTo>
                    <a:cubicBezTo>
                      <a:pt x="493" y="1692"/>
                      <a:pt x="823" y="1632"/>
                      <a:pt x="1151" y="1632"/>
                    </a:cubicBezTo>
                    <a:cubicBezTo>
                      <a:pt x="1313" y="1632"/>
                      <a:pt x="1475" y="1646"/>
                      <a:pt x="1637" y="1691"/>
                    </a:cubicBezTo>
                    <a:cubicBezTo>
                      <a:pt x="1138" y="1938"/>
                      <a:pt x="589" y="1831"/>
                      <a:pt x="73" y="1959"/>
                    </a:cubicBezTo>
                    <a:cubicBezTo>
                      <a:pt x="73" y="2117"/>
                      <a:pt x="39" y="2279"/>
                      <a:pt x="73" y="2364"/>
                    </a:cubicBezTo>
                    <a:lnTo>
                      <a:pt x="1918" y="2364"/>
                    </a:lnTo>
                    <a:cubicBezTo>
                      <a:pt x="1932" y="2364"/>
                      <a:pt x="1946" y="2364"/>
                      <a:pt x="1959" y="2364"/>
                    </a:cubicBezTo>
                    <a:cubicBezTo>
                      <a:pt x="2051" y="2364"/>
                      <a:pt x="2134" y="2377"/>
                      <a:pt x="2149" y="2577"/>
                    </a:cubicBezTo>
                    <a:cubicBezTo>
                      <a:pt x="1458" y="2616"/>
                      <a:pt x="785" y="2633"/>
                      <a:pt x="73" y="2667"/>
                    </a:cubicBezTo>
                    <a:cubicBezTo>
                      <a:pt x="107" y="2863"/>
                      <a:pt x="56" y="3059"/>
                      <a:pt x="145" y="3238"/>
                    </a:cubicBezTo>
                    <a:lnTo>
                      <a:pt x="358" y="3238"/>
                    </a:lnTo>
                    <a:cubicBezTo>
                      <a:pt x="491" y="3232"/>
                      <a:pt x="624" y="3231"/>
                      <a:pt x="757" y="3231"/>
                    </a:cubicBezTo>
                    <a:cubicBezTo>
                      <a:pt x="863" y="3231"/>
                      <a:pt x="969" y="3231"/>
                      <a:pt x="1074" y="3231"/>
                    </a:cubicBezTo>
                    <a:cubicBezTo>
                      <a:pt x="1312" y="3231"/>
                      <a:pt x="1548" y="3227"/>
                      <a:pt x="1778" y="3199"/>
                    </a:cubicBezTo>
                    <a:cubicBezTo>
                      <a:pt x="1797" y="3199"/>
                      <a:pt x="1818" y="3199"/>
                      <a:pt x="1839" y="3199"/>
                    </a:cubicBezTo>
                    <a:cubicBezTo>
                      <a:pt x="1915" y="3199"/>
                      <a:pt x="1991" y="3209"/>
                      <a:pt x="1991" y="3306"/>
                    </a:cubicBezTo>
                    <a:cubicBezTo>
                      <a:pt x="1991" y="3430"/>
                      <a:pt x="1884" y="3413"/>
                      <a:pt x="1795" y="3430"/>
                    </a:cubicBezTo>
                    <a:lnTo>
                      <a:pt x="1654" y="3430"/>
                    </a:lnTo>
                    <a:cubicBezTo>
                      <a:pt x="1422" y="3462"/>
                      <a:pt x="1189" y="3470"/>
                      <a:pt x="957" y="3470"/>
                    </a:cubicBezTo>
                    <a:cubicBezTo>
                      <a:pt x="757" y="3470"/>
                      <a:pt x="557" y="3464"/>
                      <a:pt x="357" y="3464"/>
                    </a:cubicBezTo>
                    <a:cubicBezTo>
                      <a:pt x="274" y="3464"/>
                      <a:pt x="190" y="3465"/>
                      <a:pt x="107" y="3468"/>
                    </a:cubicBezTo>
                    <a:cubicBezTo>
                      <a:pt x="90" y="3626"/>
                      <a:pt x="73" y="3771"/>
                      <a:pt x="124" y="3928"/>
                    </a:cubicBezTo>
                    <a:cubicBezTo>
                      <a:pt x="272" y="3943"/>
                      <a:pt x="421" y="3946"/>
                      <a:pt x="569" y="3946"/>
                    </a:cubicBezTo>
                    <a:cubicBezTo>
                      <a:pt x="705" y="3946"/>
                      <a:pt x="842" y="3943"/>
                      <a:pt x="978" y="3943"/>
                    </a:cubicBezTo>
                    <a:cubicBezTo>
                      <a:pt x="1262" y="3943"/>
                      <a:pt x="1545" y="3956"/>
                      <a:pt x="1829" y="4035"/>
                    </a:cubicBezTo>
                    <a:cubicBezTo>
                      <a:pt x="1554" y="4133"/>
                      <a:pt x="1271" y="4147"/>
                      <a:pt x="984" y="4147"/>
                    </a:cubicBezTo>
                    <a:cubicBezTo>
                      <a:pt x="872" y="4147"/>
                      <a:pt x="759" y="4145"/>
                      <a:pt x="645" y="4145"/>
                    </a:cubicBezTo>
                    <a:cubicBezTo>
                      <a:pt x="471" y="4145"/>
                      <a:pt x="297" y="4150"/>
                      <a:pt x="124" y="4176"/>
                    </a:cubicBezTo>
                    <a:cubicBezTo>
                      <a:pt x="145" y="4355"/>
                      <a:pt x="230" y="4461"/>
                      <a:pt x="337" y="4551"/>
                    </a:cubicBezTo>
                    <a:cubicBezTo>
                      <a:pt x="526" y="4705"/>
                      <a:pt x="1014" y="4798"/>
                      <a:pt x="1435" y="4798"/>
                    </a:cubicBezTo>
                    <a:cubicBezTo>
                      <a:pt x="1687" y="4798"/>
                      <a:pt x="1916" y="4765"/>
                      <a:pt x="2042" y="4691"/>
                    </a:cubicBezTo>
                    <a:cubicBezTo>
                      <a:pt x="2293" y="4551"/>
                      <a:pt x="2451" y="4389"/>
                      <a:pt x="2417" y="4052"/>
                    </a:cubicBezTo>
                    <a:cubicBezTo>
                      <a:pt x="2362" y="3413"/>
                      <a:pt x="2345" y="2790"/>
                      <a:pt x="2383" y="2151"/>
                    </a:cubicBezTo>
                    <a:cubicBezTo>
                      <a:pt x="2383" y="1921"/>
                      <a:pt x="2417" y="1674"/>
                      <a:pt x="2328" y="1443"/>
                    </a:cubicBezTo>
                    <a:cubicBezTo>
                      <a:pt x="2034" y="754"/>
                      <a:pt x="861" y="0"/>
                      <a:pt x="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6"/>
              <p:cNvSpPr/>
              <p:nvPr/>
            </p:nvSpPr>
            <p:spPr>
              <a:xfrm>
                <a:off x="11454628" y="4642562"/>
                <a:ext cx="55387" cy="372098"/>
              </a:xfrm>
              <a:custGeom>
                <a:rect b="b" l="l" r="r" t="t"/>
                <a:pathLst>
                  <a:path extrusionOk="0" h="7652" w="1139">
                    <a:moveTo>
                      <a:pt x="1138" y="1"/>
                    </a:moveTo>
                    <a:cubicBezTo>
                      <a:pt x="640" y="52"/>
                      <a:pt x="303" y="299"/>
                      <a:pt x="269" y="640"/>
                    </a:cubicBezTo>
                    <a:cubicBezTo>
                      <a:pt x="124" y="2699"/>
                      <a:pt x="0" y="4741"/>
                      <a:pt x="162" y="6782"/>
                    </a:cubicBezTo>
                    <a:cubicBezTo>
                      <a:pt x="196" y="7439"/>
                      <a:pt x="427" y="7652"/>
                      <a:pt x="1138" y="7652"/>
                    </a:cubicBezTo>
                    <a:lnTo>
                      <a:pt x="11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6"/>
              <p:cNvSpPr/>
              <p:nvPr/>
            </p:nvSpPr>
            <p:spPr>
              <a:xfrm>
                <a:off x="11818167" y="4643388"/>
                <a:ext cx="51886" cy="372341"/>
              </a:xfrm>
              <a:custGeom>
                <a:rect b="b" l="l" r="r" t="t"/>
                <a:pathLst>
                  <a:path extrusionOk="0" h="7657" w="1067">
                    <a:moveTo>
                      <a:pt x="40" y="0"/>
                    </a:moveTo>
                    <a:cubicBezTo>
                      <a:pt x="27" y="0"/>
                      <a:pt x="14" y="0"/>
                      <a:pt x="0" y="1"/>
                    </a:cubicBezTo>
                    <a:lnTo>
                      <a:pt x="0" y="7656"/>
                    </a:lnTo>
                    <a:cubicBezTo>
                      <a:pt x="128" y="7635"/>
                      <a:pt x="197" y="7635"/>
                      <a:pt x="269" y="7618"/>
                    </a:cubicBezTo>
                    <a:cubicBezTo>
                      <a:pt x="785" y="7550"/>
                      <a:pt x="908" y="7405"/>
                      <a:pt x="981" y="6889"/>
                    </a:cubicBezTo>
                    <a:cubicBezTo>
                      <a:pt x="1015" y="6569"/>
                      <a:pt x="1032" y="6250"/>
                      <a:pt x="1049" y="5913"/>
                    </a:cubicBezTo>
                    <a:cubicBezTo>
                      <a:pt x="1066" y="4208"/>
                      <a:pt x="1032" y="2486"/>
                      <a:pt x="874" y="781"/>
                    </a:cubicBezTo>
                    <a:cubicBezTo>
                      <a:pt x="837" y="316"/>
                      <a:pt x="532" y="0"/>
                      <a:pt x="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6"/>
              <p:cNvSpPr/>
              <p:nvPr/>
            </p:nvSpPr>
            <p:spPr>
              <a:xfrm>
                <a:off x="11533161" y="4885067"/>
                <a:ext cx="261859" cy="60590"/>
              </a:xfrm>
              <a:custGeom>
                <a:rect b="b" l="l" r="r" t="t"/>
                <a:pathLst>
                  <a:path extrusionOk="0" h="1246" w="5385">
                    <a:moveTo>
                      <a:pt x="1" y="1"/>
                    </a:moveTo>
                    <a:lnTo>
                      <a:pt x="1" y="1245"/>
                    </a:lnTo>
                    <a:lnTo>
                      <a:pt x="5384" y="1245"/>
                    </a:lnTo>
                    <a:lnTo>
                      <a:pt x="53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6"/>
              <p:cNvSpPr/>
              <p:nvPr/>
            </p:nvSpPr>
            <p:spPr>
              <a:xfrm>
                <a:off x="11531508" y="5026038"/>
                <a:ext cx="265992" cy="63021"/>
              </a:xfrm>
              <a:custGeom>
                <a:rect b="b" l="l" r="r" t="t"/>
                <a:pathLst>
                  <a:path extrusionOk="0" h="1296" w="5470">
                    <a:moveTo>
                      <a:pt x="56" y="0"/>
                    </a:moveTo>
                    <a:cubicBezTo>
                      <a:pt x="1" y="213"/>
                      <a:pt x="35" y="405"/>
                      <a:pt x="18" y="601"/>
                    </a:cubicBezTo>
                    <a:cubicBezTo>
                      <a:pt x="18" y="1172"/>
                      <a:pt x="163" y="1296"/>
                      <a:pt x="729" y="1296"/>
                    </a:cubicBezTo>
                    <a:cubicBezTo>
                      <a:pt x="1633" y="1296"/>
                      <a:pt x="2524" y="1279"/>
                      <a:pt x="3428" y="1279"/>
                    </a:cubicBezTo>
                    <a:cubicBezTo>
                      <a:pt x="3737" y="1279"/>
                      <a:pt x="4045" y="1286"/>
                      <a:pt x="4357" y="1286"/>
                    </a:cubicBezTo>
                    <a:cubicBezTo>
                      <a:pt x="4514" y="1286"/>
                      <a:pt x="4671" y="1285"/>
                      <a:pt x="4830" y="1279"/>
                    </a:cubicBezTo>
                    <a:cubicBezTo>
                      <a:pt x="5064" y="1279"/>
                      <a:pt x="5363" y="1258"/>
                      <a:pt x="5418" y="959"/>
                    </a:cubicBezTo>
                    <a:cubicBezTo>
                      <a:pt x="5469" y="657"/>
                      <a:pt x="5435" y="337"/>
                      <a:pt x="54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6"/>
              <p:cNvSpPr/>
              <p:nvPr/>
            </p:nvSpPr>
            <p:spPr>
              <a:xfrm>
                <a:off x="11532334" y="4654621"/>
                <a:ext cx="263512" cy="94970"/>
              </a:xfrm>
              <a:custGeom>
                <a:rect b="b" l="l" r="r" t="t"/>
                <a:pathLst>
                  <a:path extrusionOk="0" h="1953" w="5419">
                    <a:moveTo>
                      <a:pt x="5418" y="0"/>
                    </a:moveTo>
                    <a:cubicBezTo>
                      <a:pt x="4504" y="791"/>
                      <a:pt x="3602" y="1182"/>
                      <a:pt x="2703" y="1182"/>
                    </a:cubicBezTo>
                    <a:cubicBezTo>
                      <a:pt x="1804" y="1182"/>
                      <a:pt x="906" y="791"/>
                      <a:pt x="1" y="17"/>
                    </a:cubicBezTo>
                    <a:lnTo>
                      <a:pt x="1" y="17"/>
                    </a:lnTo>
                    <a:cubicBezTo>
                      <a:pt x="1" y="605"/>
                      <a:pt x="18" y="1117"/>
                      <a:pt x="1" y="1633"/>
                    </a:cubicBezTo>
                    <a:cubicBezTo>
                      <a:pt x="1" y="1884"/>
                      <a:pt x="73" y="1952"/>
                      <a:pt x="320" y="1952"/>
                    </a:cubicBezTo>
                    <a:cubicBezTo>
                      <a:pt x="670" y="1947"/>
                      <a:pt x="1019" y="1945"/>
                      <a:pt x="1369" y="1945"/>
                    </a:cubicBezTo>
                    <a:cubicBezTo>
                      <a:pt x="2068" y="1945"/>
                      <a:pt x="2767" y="1952"/>
                      <a:pt x="3466" y="1952"/>
                    </a:cubicBezTo>
                    <a:lnTo>
                      <a:pt x="5171" y="1952"/>
                    </a:lnTo>
                    <a:cubicBezTo>
                      <a:pt x="5190" y="1952"/>
                      <a:pt x="5209" y="1953"/>
                      <a:pt x="5229" y="1953"/>
                    </a:cubicBezTo>
                    <a:cubicBezTo>
                      <a:pt x="5318" y="1953"/>
                      <a:pt x="5404" y="1941"/>
                      <a:pt x="5418" y="1812"/>
                    </a:cubicBezTo>
                    <a:lnTo>
                      <a:pt x="54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6"/>
              <p:cNvSpPr/>
              <p:nvPr/>
            </p:nvSpPr>
            <p:spPr>
              <a:xfrm>
                <a:off x="11532334" y="4957619"/>
                <a:ext cx="264339" cy="56213"/>
              </a:xfrm>
              <a:custGeom>
                <a:rect b="b" l="l" r="r" t="t"/>
                <a:pathLst>
                  <a:path extrusionOk="0" h="1156" w="5436">
                    <a:moveTo>
                      <a:pt x="836" y="1"/>
                    </a:moveTo>
                    <a:cubicBezTo>
                      <a:pt x="1" y="1"/>
                      <a:pt x="1" y="1"/>
                      <a:pt x="1" y="853"/>
                    </a:cubicBezTo>
                    <a:cubicBezTo>
                      <a:pt x="1" y="1105"/>
                      <a:pt x="90" y="1156"/>
                      <a:pt x="320" y="1156"/>
                    </a:cubicBezTo>
                    <a:cubicBezTo>
                      <a:pt x="587" y="1150"/>
                      <a:pt x="854" y="1148"/>
                      <a:pt x="1120" y="1148"/>
                    </a:cubicBezTo>
                    <a:cubicBezTo>
                      <a:pt x="1652" y="1148"/>
                      <a:pt x="2180" y="1156"/>
                      <a:pt x="2703" y="1156"/>
                    </a:cubicBezTo>
                    <a:lnTo>
                      <a:pt x="5133" y="1156"/>
                    </a:lnTo>
                    <a:cubicBezTo>
                      <a:pt x="5346" y="1156"/>
                      <a:pt x="5435" y="1105"/>
                      <a:pt x="5418" y="891"/>
                    </a:cubicBezTo>
                    <a:cubicBezTo>
                      <a:pt x="5401" y="729"/>
                      <a:pt x="5418" y="572"/>
                      <a:pt x="5418" y="410"/>
                    </a:cubicBezTo>
                    <a:cubicBezTo>
                      <a:pt x="5418" y="1"/>
                      <a:pt x="5418" y="1"/>
                      <a:pt x="50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6"/>
              <p:cNvSpPr/>
              <p:nvPr/>
            </p:nvSpPr>
            <p:spPr>
              <a:xfrm>
                <a:off x="11531508" y="4759900"/>
                <a:ext cx="264339" cy="52664"/>
              </a:xfrm>
              <a:custGeom>
                <a:rect b="b" l="l" r="r" t="t"/>
                <a:pathLst>
                  <a:path extrusionOk="0" h="1083" w="5436">
                    <a:moveTo>
                      <a:pt x="819" y="0"/>
                    </a:moveTo>
                    <a:cubicBezTo>
                      <a:pt x="1" y="0"/>
                      <a:pt x="1" y="0"/>
                      <a:pt x="18" y="819"/>
                    </a:cubicBezTo>
                    <a:cubicBezTo>
                      <a:pt x="18" y="1032"/>
                      <a:pt x="90" y="1083"/>
                      <a:pt x="303" y="1083"/>
                    </a:cubicBezTo>
                    <a:lnTo>
                      <a:pt x="4655" y="1083"/>
                    </a:lnTo>
                    <a:cubicBezTo>
                      <a:pt x="5435" y="1083"/>
                      <a:pt x="5435" y="1083"/>
                      <a:pt x="5435" y="303"/>
                    </a:cubicBezTo>
                    <a:cubicBezTo>
                      <a:pt x="5435" y="56"/>
                      <a:pt x="5363" y="0"/>
                      <a:pt x="5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6"/>
              <p:cNvSpPr/>
              <p:nvPr/>
            </p:nvSpPr>
            <p:spPr>
              <a:xfrm>
                <a:off x="11531508" y="4824769"/>
                <a:ext cx="265166" cy="49162"/>
              </a:xfrm>
              <a:custGeom>
                <a:rect b="b" l="l" r="r" t="t"/>
                <a:pathLst>
                  <a:path extrusionOk="0" h="1011" w="5453">
                    <a:moveTo>
                      <a:pt x="56" y="0"/>
                    </a:moveTo>
                    <a:cubicBezTo>
                      <a:pt x="1" y="231"/>
                      <a:pt x="56" y="461"/>
                      <a:pt x="18" y="691"/>
                    </a:cubicBezTo>
                    <a:cubicBezTo>
                      <a:pt x="1" y="921"/>
                      <a:pt x="90" y="994"/>
                      <a:pt x="320" y="994"/>
                    </a:cubicBezTo>
                    <a:cubicBezTo>
                      <a:pt x="741" y="988"/>
                      <a:pt x="1161" y="986"/>
                      <a:pt x="1582" y="986"/>
                    </a:cubicBezTo>
                    <a:cubicBezTo>
                      <a:pt x="2423" y="986"/>
                      <a:pt x="3264" y="994"/>
                      <a:pt x="4105" y="994"/>
                    </a:cubicBezTo>
                    <a:lnTo>
                      <a:pt x="5188" y="994"/>
                    </a:lnTo>
                    <a:cubicBezTo>
                      <a:pt x="5294" y="977"/>
                      <a:pt x="5435" y="1011"/>
                      <a:pt x="5435" y="836"/>
                    </a:cubicBezTo>
                    <a:cubicBezTo>
                      <a:pt x="5435" y="567"/>
                      <a:pt x="5452" y="282"/>
                      <a:pt x="54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6"/>
              <p:cNvSpPr/>
              <p:nvPr/>
            </p:nvSpPr>
            <p:spPr>
              <a:xfrm>
                <a:off x="11490077" y="4126916"/>
                <a:ext cx="348854" cy="32775"/>
              </a:xfrm>
              <a:custGeom>
                <a:rect b="b" l="l" r="r" t="t"/>
                <a:pathLst>
                  <a:path extrusionOk="0" h="674" w="7174">
                    <a:moveTo>
                      <a:pt x="34" y="0"/>
                    </a:moveTo>
                    <a:cubicBezTo>
                      <a:pt x="0" y="230"/>
                      <a:pt x="0" y="443"/>
                      <a:pt x="17" y="673"/>
                    </a:cubicBezTo>
                    <a:lnTo>
                      <a:pt x="7140" y="673"/>
                    </a:lnTo>
                    <a:cubicBezTo>
                      <a:pt x="7140" y="426"/>
                      <a:pt x="7174" y="213"/>
                      <a:pt x="7123" y="0"/>
                    </a:cubicBezTo>
                    <a:close/>
                  </a:path>
                </a:pathLst>
              </a:custGeom>
              <a:solidFill>
                <a:srgbClr val="4E4D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6"/>
              <p:cNvSpPr/>
              <p:nvPr/>
            </p:nvSpPr>
            <p:spPr>
              <a:xfrm>
                <a:off x="11435760" y="3993190"/>
                <a:ext cx="456855" cy="46488"/>
              </a:xfrm>
              <a:custGeom>
                <a:rect b="b" l="l" r="r" t="t"/>
                <a:pathLst>
                  <a:path extrusionOk="0" h="956" w="9395">
                    <a:moveTo>
                      <a:pt x="4703" y="1"/>
                    </a:moveTo>
                    <a:cubicBezTo>
                      <a:pt x="3871" y="1"/>
                      <a:pt x="3035" y="5"/>
                      <a:pt x="2200" y="14"/>
                    </a:cubicBezTo>
                    <a:cubicBezTo>
                      <a:pt x="1667" y="14"/>
                      <a:pt x="1134" y="35"/>
                      <a:pt x="618" y="265"/>
                    </a:cubicBezTo>
                    <a:cubicBezTo>
                      <a:pt x="320" y="389"/>
                      <a:pt x="107" y="585"/>
                      <a:pt x="0" y="956"/>
                    </a:cubicBezTo>
                    <a:cubicBezTo>
                      <a:pt x="691" y="602"/>
                      <a:pt x="1403" y="529"/>
                      <a:pt x="2110" y="529"/>
                    </a:cubicBezTo>
                    <a:cubicBezTo>
                      <a:pt x="2973" y="521"/>
                      <a:pt x="3835" y="517"/>
                      <a:pt x="4697" y="517"/>
                    </a:cubicBezTo>
                    <a:cubicBezTo>
                      <a:pt x="5559" y="517"/>
                      <a:pt x="6420" y="521"/>
                      <a:pt x="7281" y="529"/>
                    </a:cubicBezTo>
                    <a:cubicBezTo>
                      <a:pt x="7992" y="529"/>
                      <a:pt x="8700" y="585"/>
                      <a:pt x="9395" y="956"/>
                    </a:cubicBezTo>
                    <a:cubicBezTo>
                      <a:pt x="9305" y="602"/>
                      <a:pt x="9092" y="406"/>
                      <a:pt x="8806" y="265"/>
                    </a:cubicBezTo>
                    <a:cubicBezTo>
                      <a:pt x="8291" y="35"/>
                      <a:pt x="7741" y="14"/>
                      <a:pt x="7191" y="14"/>
                    </a:cubicBezTo>
                    <a:cubicBezTo>
                      <a:pt x="6366" y="5"/>
                      <a:pt x="5536" y="1"/>
                      <a:pt x="4703" y="1"/>
                    </a:cubicBezTo>
                    <a:close/>
                  </a:path>
                </a:pathLst>
              </a:custGeom>
              <a:solidFill>
                <a:srgbClr val="4E4D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6"/>
              <p:cNvSpPr/>
              <p:nvPr/>
            </p:nvSpPr>
            <p:spPr>
              <a:xfrm>
                <a:off x="11767400" y="4042644"/>
                <a:ext cx="123368" cy="63556"/>
              </a:xfrm>
              <a:custGeom>
                <a:rect b="b" l="l" r="r" t="t"/>
                <a:pathLst>
                  <a:path extrusionOk="0" h="1307" w="2537">
                    <a:moveTo>
                      <a:pt x="1222" y="1"/>
                    </a:moveTo>
                    <a:cubicBezTo>
                      <a:pt x="1147" y="1"/>
                      <a:pt x="1086" y="9"/>
                      <a:pt x="1044" y="28"/>
                    </a:cubicBezTo>
                    <a:cubicBezTo>
                      <a:pt x="1027" y="45"/>
                      <a:pt x="993" y="62"/>
                      <a:pt x="976" y="83"/>
                    </a:cubicBezTo>
                    <a:cubicBezTo>
                      <a:pt x="618" y="437"/>
                      <a:pt x="320" y="846"/>
                      <a:pt x="0" y="1307"/>
                    </a:cubicBezTo>
                    <a:lnTo>
                      <a:pt x="1812" y="1307"/>
                    </a:lnTo>
                    <a:cubicBezTo>
                      <a:pt x="1935" y="1290"/>
                      <a:pt x="2059" y="1217"/>
                      <a:pt x="2165" y="1128"/>
                    </a:cubicBezTo>
                    <a:cubicBezTo>
                      <a:pt x="2485" y="881"/>
                      <a:pt x="2536" y="578"/>
                      <a:pt x="2345" y="331"/>
                    </a:cubicBezTo>
                    <a:cubicBezTo>
                      <a:pt x="2197" y="183"/>
                      <a:pt x="1569" y="1"/>
                      <a:pt x="12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6"/>
              <p:cNvSpPr/>
              <p:nvPr/>
            </p:nvSpPr>
            <p:spPr>
              <a:xfrm>
                <a:off x="11437413" y="4044832"/>
                <a:ext cx="89815" cy="61757"/>
              </a:xfrm>
              <a:custGeom>
                <a:rect b="b" l="l" r="r" t="t"/>
                <a:pathLst>
                  <a:path extrusionOk="0" h="1270" w="1847">
                    <a:moveTo>
                      <a:pt x="1139" y="0"/>
                    </a:moveTo>
                    <a:cubicBezTo>
                      <a:pt x="887" y="0"/>
                      <a:pt x="623" y="17"/>
                      <a:pt x="393" y="145"/>
                    </a:cubicBezTo>
                    <a:cubicBezTo>
                      <a:pt x="197" y="252"/>
                      <a:pt x="0" y="409"/>
                      <a:pt x="90" y="678"/>
                    </a:cubicBezTo>
                    <a:cubicBezTo>
                      <a:pt x="214" y="998"/>
                      <a:pt x="444" y="1228"/>
                      <a:pt x="781" y="1262"/>
                    </a:cubicBezTo>
                    <a:cubicBezTo>
                      <a:pt x="893" y="1267"/>
                      <a:pt x="1007" y="1269"/>
                      <a:pt x="1124" y="1269"/>
                    </a:cubicBezTo>
                    <a:cubicBezTo>
                      <a:pt x="1357" y="1269"/>
                      <a:pt x="1599" y="1262"/>
                      <a:pt x="1846" y="1262"/>
                    </a:cubicBezTo>
                    <a:cubicBezTo>
                      <a:pt x="1757" y="784"/>
                      <a:pt x="1492" y="443"/>
                      <a:pt x="1296" y="56"/>
                    </a:cubicBezTo>
                    <a:cubicBezTo>
                      <a:pt x="1262" y="0"/>
                      <a:pt x="1207" y="0"/>
                      <a:pt x="1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6"/>
              <p:cNvSpPr/>
              <p:nvPr/>
            </p:nvSpPr>
            <p:spPr>
              <a:xfrm>
                <a:off x="11615244" y="4042304"/>
                <a:ext cx="85633" cy="63070"/>
              </a:xfrm>
              <a:custGeom>
                <a:rect b="b" l="l" r="r" t="t"/>
                <a:pathLst>
                  <a:path extrusionOk="0" h="1297" w="1761">
                    <a:moveTo>
                      <a:pt x="1" y="1"/>
                    </a:moveTo>
                    <a:cubicBezTo>
                      <a:pt x="73" y="478"/>
                      <a:pt x="337" y="836"/>
                      <a:pt x="533" y="1297"/>
                    </a:cubicBezTo>
                    <a:cubicBezTo>
                      <a:pt x="909" y="798"/>
                      <a:pt x="1424" y="534"/>
                      <a:pt x="17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6"/>
              <p:cNvSpPr/>
              <p:nvPr/>
            </p:nvSpPr>
            <p:spPr>
              <a:xfrm>
                <a:off x="11511619" y="4043179"/>
                <a:ext cx="88113" cy="51837"/>
              </a:xfrm>
              <a:custGeom>
                <a:rect b="b" l="l" r="r" t="t"/>
                <a:pathLst>
                  <a:path extrusionOk="0" h="1066" w="1812">
                    <a:moveTo>
                      <a:pt x="0" y="0"/>
                    </a:moveTo>
                    <a:cubicBezTo>
                      <a:pt x="231" y="426"/>
                      <a:pt x="465" y="797"/>
                      <a:pt x="533" y="1066"/>
                    </a:cubicBezTo>
                    <a:cubicBezTo>
                      <a:pt x="925" y="746"/>
                      <a:pt x="1335" y="392"/>
                      <a:pt x="1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6"/>
              <p:cNvSpPr/>
              <p:nvPr/>
            </p:nvSpPr>
            <p:spPr>
              <a:xfrm>
                <a:off x="11716389" y="4043179"/>
                <a:ext cx="84612" cy="55387"/>
              </a:xfrm>
              <a:custGeom>
                <a:rect b="b" l="l" r="r" t="t"/>
                <a:pathLst>
                  <a:path extrusionOk="0" h="1139" w="1740">
                    <a:moveTo>
                      <a:pt x="1" y="0"/>
                    </a:moveTo>
                    <a:cubicBezTo>
                      <a:pt x="214" y="443"/>
                      <a:pt x="495" y="797"/>
                      <a:pt x="853" y="1138"/>
                    </a:cubicBezTo>
                    <a:cubicBezTo>
                      <a:pt x="1156" y="746"/>
                      <a:pt x="1420" y="392"/>
                      <a:pt x="17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6"/>
              <p:cNvSpPr/>
              <p:nvPr/>
            </p:nvSpPr>
            <p:spPr>
              <a:xfrm>
                <a:off x="11655897" y="4052710"/>
                <a:ext cx="92490" cy="53490"/>
              </a:xfrm>
              <a:custGeom>
                <a:rect b="b" l="l" r="r" t="t"/>
                <a:pathLst>
                  <a:path extrusionOk="0" h="1100" w="1902">
                    <a:moveTo>
                      <a:pt x="1083" y="0"/>
                    </a:moveTo>
                    <a:cubicBezTo>
                      <a:pt x="763" y="426"/>
                      <a:pt x="354" y="691"/>
                      <a:pt x="0" y="1100"/>
                    </a:cubicBezTo>
                    <a:lnTo>
                      <a:pt x="1901" y="1100"/>
                    </a:lnTo>
                    <a:cubicBezTo>
                      <a:pt x="1581" y="746"/>
                      <a:pt x="1296" y="426"/>
                      <a:pt x="10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6"/>
              <p:cNvSpPr/>
              <p:nvPr/>
            </p:nvSpPr>
            <p:spPr>
              <a:xfrm>
                <a:off x="11555773" y="4052710"/>
                <a:ext cx="72601" cy="53490"/>
              </a:xfrm>
              <a:custGeom>
                <a:rect b="b" l="l" r="r" t="t"/>
                <a:pathLst>
                  <a:path extrusionOk="0" h="1100" w="1493">
                    <a:moveTo>
                      <a:pt x="1028" y="0"/>
                    </a:moveTo>
                    <a:cubicBezTo>
                      <a:pt x="674" y="388"/>
                      <a:pt x="303" y="674"/>
                      <a:pt x="0" y="1100"/>
                    </a:cubicBezTo>
                    <a:lnTo>
                      <a:pt x="1492" y="1100"/>
                    </a:lnTo>
                    <a:cubicBezTo>
                      <a:pt x="1347" y="708"/>
                      <a:pt x="1117" y="426"/>
                      <a:pt x="10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6"/>
              <p:cNvSpPr/>
              <p:nvPr/>
            </p:nvSpPr>
            <p:spPr>
              <a:xfrm>
                <a:off x="12008252" y="4259134"/>
                <a:ext cx="83785" cy="77901"/>
              </a:xfrm>
              <a:custGeom>
                <a:rect b="b" l="l" r="r" t="t"/>
                <a:pathLst>
                  <a:path extrusionOk="0" h="1602" w="1723">
                    <a:moveTo>
                      <a:pt x="1189" y="0"/>
                    </a:moveTo>
                    <a:cubicBezTo>
                      <a:pt x="976" y="192"/>
                      <a:pt x="763" y="371"/>
                      <a:pt x="567" y="533"/>
                    </a:cubicBezTo>
                    <a:cubicBezTo>
                      <a:pt x="375" y="708"/>
                      <a:pt x="162" y="887"/>
                      <a:pt x="0" y="1100"/>
                    </a:cubicBezTo>
                    <a:cubicBezTo>
                      <a:pt x="73" y="1258"/>
                      <a:pt x="213" y="1347"/>
                      <a:pt x="303" y="1471"/>
                    </a:cubicBezTo>
                    <a:cubicBezTo>
                      <a:pt x="374" y="1561"/>
                      <a:pt x="445" y="1601"/>
                      <a:pt x="517" y="1601"/>
                    </a:cubicBezTo>
                    <a:cubicBezTo>
                      <a:pt x="588" y="1601"/>
                      <a:pt x="659" y="1562"/>
                      <a:pt x="729" y="1492"/>
                    </a:cubicBezTo>
                    <a:cubicBezTo>
                      <a:pt x="1049" y="1190"/>
                      <a:pt x="1368" y="887"/>
                      <a:pt x="1722" y="550"/>
                    </a:cubicBezTo>
                    <a:cubicBezTo>
                      <a:pt x="1526" y="371"/>
                      <a:pt x="1402" y="124"/>
                      <a:pt x="11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6"/>
              <p:cNvSpPr/>
              <p:nvPr/>
            </p:nvSpPr>
            <p:spPr>
              <a:xfrm>
                <a:off x="11235318" y="4257286"/>
                <a:ext cx="84612" cy="82083"/>
              </a:xfrm>
              <a:custGeom>
                <a:rect b="b" l="l" r="r" t="t"/>
                <a:pathLst>
                  <a:path extrusionOk="0" h="1688" w="1740">
                    <a:moveTo>
                      <a:pt x="533" y="0"/>
                    </a:moveTo>
                    <a:cubicBezTo>
                      <a:pt x="354" y="213"/>
                      <a:pt x="197" y="409"/>
                      <a:pt x="1" y="622"/>
                    </a:cubicBezTo>
                    <a:cubicBezTo>
                      <a:pt x="461" y="942"/>
                      <a:pt x="764" y="1402"/>
                      <a:pt x="1262" y="1688"/>
                    </a:cubicBezTo>
                    <a:cubicBezTo>
                      <a:pt x="1437" y="1492"/>
                      <a:pt x="1633" y="1351"/>
                      <a:pt x="1740" y="1138"/>
                    </a:cubicBezTo>
                    <a:cubicBezTo>
                      <a:pt x="1386" y="712"/>
                      <a:pt x="926" y="426"/>
                      <a:pt x="5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6"/>
              <p:cNvSpPr/>
              <p:nvPr/>
            </p:nvSpPr>
            <p:spPr>
              <a:xfrm>
                <a:off x="12060867" y="4341022"/>
                <a:ext cx="86508" cy="63264"/>
              </a:xfrm>
              <a:custGeom>
                <a:rect b="b" l="l" r="r" t="t"/>
                <a:pathLst>
                  <a:path extrusionOk="0" h="1301" w="1779">
                    <a:moveTo>
                      <a:pt x="1424" y="0"/>
                    </a:moveTo>
                    <a:cubicBezTo>
                      <a:pt x="943" y="252"/>
                      <a:pt x="444" y="465"/>
                      <a:pt x="1" y="784"/>
                    </a:cubicBezTo>
                    <a:cubicBezTo>
                      <a:pt x="90" y="959"/>
                      <a:pt x="197" y="1121"/>
                      <a:pt x="286" y="1300"/>
                    </a:cubicBezTo>
                    <a:cubicBezTo>
                      <a:pt x="802" y="1138"/>
                      <a:pt x="1262" y="980"/>
                      <a:pt x="1778" y="818"/>
                    </a:cubicBezTo>
                    <a:cubicBezTo>
                      <a:pt x="1672" y="516"/>
                      <a:pt x="1582" y="234"/>
                      <a:pt x="1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6"/>
              <p:cNvSpPr/>
              <p:nvPr/>
            </p:nvSpPr>
            <p:spPr>
              <a:xfrm>
                <a:off x="11181827" y="4341022"/>
                <a:ext cx="85487" cy="63264"/>
              </a:xfrm>
              <a:custGeom>
                <a:rect b="b" l="l" r="r" t="t"/>
                <a:pathLst>
                  <a:path extrusionOk="0" h="1301" w="1758">
                    <a:moveTo>
                      <a:pt x="321" y="0"/>
                    </a:moveTo>
                    <a:cubicBezTo>
                      <a:pt x="176" y="252"/>
                      <a:pt x="69" y="516"/>
                      <a:pt x="1" y="818"/>
                    </a:cubicBezTo>
                    <a:cubicBezTo>
                      <a:pt x="495" y="980"/>
                      <a:pt x="977" y="1138"/>
                      <a:pt x="1471" y="1300"/>
                    </a:cubicBezTo>
                    <a:cubicBezTo>
                      <a:pt x="1578" y="1121"/>
                      <a:pt x="1668" y="959"/>
                      <a:pt x="1757" y="784"/>
                    </a:cubicBezTo>
                    <a:cubicBezTo>
                      <a:pt x="1297" y="465"/>
                      <a:pt x="815" y="234"/>
                      <a:pt x="3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6"/>
              <p:cNvSpPr/>
              <p:nvPr/>
            </p:nvSpPr>
            <p:spPr>
              <a:xfrm>
                <a:off x="11354504" y="4199225"/>
                <a:ext cx="57867" cy="75227"/>
              </a:xfrm>
              <a:custGeom>
                <a:rect b="b" l="l" r="r" t="t"/>
                <a:pathLst>
                  <a:path extrusionOk="0" h="1547" w="1190">
                    <a:moveTo>
                      <a:pt x="927" y="1"/>
                    </a:moveTo>
                    <a:cubicBezTo>
                      <a:pt x="622" y="1"/>
                      <a:pt x="331" y="41"/>
                      <a:pt x="1" y="146"/>
                    </a:cubicBezTo>
                    <a:cubicBezTo>
                      <a:pt x="337" y="538"/>
                      <a:pt x="499" y="964"/>
                      <a:pt x="674" y="1390"/>
                    </a:cubicBezTo>
                    <a:cubicBezTo>
                      <a:pt x="705" y="1463"/>
                      <a:pt x="733" y="1546"/>
                      <a:pt x="826" y="1546"/>
                    </a:cubicBezTo>
                    <a:cubicBezTo>
                      <a:pt x="848" y="1546"/>
                      <a:pt x="874" y="1541"/>
                      <a:pt x="904" y="1531"/>
                    </a:cubicBezTo>
                    <a:cubicBezTo>
                      <a:pt x="1032" y="1497"/>
                      <a:pt x="1139" y="1480"/>
                      <a:pt x="1156" y="1301"/>
                    </a:cubicBezTo>
                    <a:cubicBezTo>
                      <a:pt x="1190" y="874"/>
                      <a:pt x="1156" y="448"/>
                      <a:pt x="1100" y="5"/>
                    </a:cubicBezTo>
                    <a:cubicBezTo>
                      <a:pt x="1042" y="2"/>
                      <a:pt x="984" y="1"/>
                      <a:pt x="9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6"/>
              <p:cNvSpPr/>
              <p:nvPr/>
            </p:nvSpPr>
            <p:spPr>
              <a:xfrm>
                <a:off x="11915811" y="4199079"/>
                <a:ext cx="55387" cy="75324"/>
              </a:xfrm>
              <a:custGeom>
                <a:rect b="b" l="l" r="r" t="t"/>
                <a:pathLst>
                  <a:path extrusionOk="0" h="1549" w="1139">
                    <a:moveTo>
                      <a:pt x="366" y="0"/>
                    </a:moveTo>
                    <a:cubicBezTo>
                      <a:pt x="276" y="0"/>
                      <a:pt x="185" y="8"/>
                      <a:pt x="90" y="25"/>
                    </a:cubicBezTo>
                    <a:cubicBezTo>
                      <a:pt x="38" y="468"/>
                      <a:pt x="0" y="877"/>
                      <a:pt x="38" y="1287"/>
                    </a:cubicBezTo>
                    <a:cubicBezTo>
                      <a:pt x="55" y="1466"/>
                      <a:pt x="145" y="1500"/>
                      <a:pt x="269" y="1534"/>
                    </a:cubicBezTo>
                    <a:cubicBezTo>
                      <a:pt x="302" y="1544"/>
                      <a:pt x="330" y="1549"/>
                      <a:pt x="354" y="1549"/>
                    </a:cubicBezTo>
                    <a:cubicBezTo>
                      <a:pt x="458" y="1549"/>
                      <a:pt x="491" y="1463"/>
                      <a:pt x="533" y="1376"/>
                    </a:cubicBezTo>
                    <a:cubicBezTo>
                      <a:pt x="656" y="1129"/>
                      <a:pt x="712" y="860"/>
                      <a:pt x="853" y="613"/>
                    </a:cubicBezTo>
                    <a:cubicBezTo>
                      <a:pt x="959" y="468"/>
                      <a:pt x="1104" y="328"/>
                      <a:pt x="1138" y="131"/>
                    </a:cubicBezTo>
                    <a:cubicBezTo>
                      <a:pt x="874" y="65"/>
                      <a:pt x="629" y="0"/>
                      <a:pt x="3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6"/>
              <p:cNvSpPr/>
              <p:nvPr/>
            </p:nvSpPr>
            <p:spPr>
              <a:xfrm>
                <a:off x="11203418" y="4296236"/>
                <a:ext cx="83785" cy="72601"/>
              </a:xfrm>
              <a:custGeom>
                <a:rect b="b" l="l" r="r" t="t"/>
                <a:pathLst>
                  <a:path extrusionOk="0" h="1493" w="1723">
                    <a:moveTo>
                      <a:pt x="495" y="0"/>
                    </a:moveTo>
                    <a:cubicBezTo>
                      <a:pt x="337" y="265"/>
                      <a:pt x="107" y="444"/>
                      <a:pt x="0" y="746"/>
                    </a:cubicBezTo>
                    <a:cubicBezTo>
                      <a:pt x="495" y="942"/>
                      <a:pt x="976" y="1207"/>
                      <a:pt x="1437" y="1492"/>
                    </a:cubicBezTo>
                    <a:cubicBezTo>
                      <a:pt x="1543" y="1347"/>
                      <a:pt x="1633" y="1207"/>
                      <a:pt x="1722" y="1066"/>
                    </a:cubicBezTo>
                    <a:cubicBezTo>
                      <a:pt x="1279" y="763"/>
                      <a:pt x="976" y="320"/>
                      <a:pt x="4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6"/>
              <p:cNvSpPr/>
              <p:nvPr/>
            </p:nvSpPr>
            <p:spPr>
              <a:xfrm>
                <a:off x="12040978" y="4297063"/>
                <a:ext cx="84806" cy="72601"/>
              </a:xfrm>
              <a:custGeom>
                <a:rect b="b" l="l" r="r" t="t"/>
                <a:pathLst>
                  <a:path extrusionOk="0" h="1493" w="1744">
                    <a:moveTo>
                      <a:pt x="1211" y="0"/>
                    </a:moveTo>
                    <a:cubicBezTo>
                      <a:pt x="746" y="303"/>
                      <a:pt x="427" y="746"/>
                      <a:pt x="1" y="1066"/>
                    </a:cubicBezTo>
                    <a:cubicBezTo>
                      <a:pt x="107" y="1207"/>
                      <a:pt x="197" y="1330"/>
                      <a:pt x="303" y="1492"/>
                    </a:cubicBezTo>
                    <a:cubicBezTo>
                      <a:pt x="746" y="1173"/>
                      <a:pt x="1228" y="942"/>
                      <a:pt x="1744" y="712"/>
                    </a:cubicBezTo>
                    <a:cubicBezTo>
                      <a:pt x="1565" y="427"/>
                      <a:pt x="1407" y="197"/>
                      <a:pt x="12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6"/>
              <p:cNvSpPr/>
              <p:nvPr/>
            </p:nvSpPr>
            <p:spPr>
              <a:xfrm>
                <a:off x="11269940" y="4229714"/>
                <a:ext cx="82959" cy="76102"/>
              </a:xfrm>
              <a:custGeom>
                <a:rect b="b" l="l" r="r" t="t"/>
                <a:pathLst>
                  <a:path extrusionOk="0" h="1565" w="1706">
                    <a:moveTo>
                      <a:pt x="691" y="0"/>
                    </a:moveTo>
                    <a:cubicBezTo>
                      <a:pt x="444" y="107"/>
                      <a:pt x="214" y="247"/>
                      <a:pt x="0" y="478"/>
                    </a:cubicBezTo>
                    <a:cubicBezTo>
                      <a:pt x="444" y="836"/>
                      <a:pt x="870" y="1172"/>
                      <a:pt x="1241" y="1564"/>
                    </a:cubicBezTo>
                    <a:cubicBezTo>
                      <a:pt x="1403" y="1458"/>
                      <a:pt x="1526" y="1368"/>
                      <a:pt x="1705" y="1262"/>
                    </a:cubicBezTo>
                    <a:cubicBezTo>
                      <a:pt x="1296" y="870"/>
                      <a:pt x="1083" y="392"/>
                      <a:pt x="6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6"/>
              <p:cNvSpPr/>
              <p:nvPr/>
            </p:nvSpPr>
            <p:spPr>
              <a:xfrm>
                <a:off x="11976303" y="4230541"/>
                <a:ext cx="82959" cy="74254"/>
              </a:xfrm>
              <a:custGeom>
                <a:rect b="b" l="l" r="r" t="t"/>
                <a:pathLst>
                  <a:path extrusionOk="0" h="1527" w="1706">
                    <a:moveTo>
                      <a:pt x="994" y="0"/>
                    </a:moveTo>
                    <a:cubicBezTo>
                      <a:pt x="606" y="375"/>
                      <a:pt x="393" y="853"/>
                      <a:pt x="1" y="1228"/>
                    </a:cubicBezTo>
                    <a:cubicBezTo>
                      <a:pt x="141" y="1368"/>
                      <a:pt x="286" y="1458"/>
                      <a:pt x="478" y="1526"/>
                    </a:cubicBezTo>
                    <a:cubicBezTo>
                      <a:pt x="836" y="1121"/>
                      <a:pt x="1279" y="819"/>
                      <a:pt x="1706" y="444"/>
                    </a:cubicBezTo>
                    <a:cubicBezTo>
                      <a:pt x="1458" y="247"/>
                      <a:pt x="1245" y="73"/>
                      <a:pt x="9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6"/>
              <p:cNvSpPr/>
              <p:nvPr/>
            </p:nvSpPr>
            <p:spPr>
              <a:xfrm>
                <a:off x="11313900" y="4210652"/>
                <a:ext cx="65744" cy="73622"/>
              </a:xfrm>
              <a:custGeom>
                <a:rect b="b" l="l" r="r" t="t"/>
                <a:pathLst>
                  <a:path extrusionOk="0" h="1514" w="1352">
                    <a:moveTo>
                      <a:pt x="605" y="0"/>
                    </a:moveTo>
                    <a:cubicBezTo>
                      <a:pt x="392" y="72"/>
                      <a:pt x="179" y="124"/>
                      <a:pt x="0" y="303"/>
                    </a:cubicBezTo>
                    <a:cubicBezTo>
                      <a:pt x="375" y="605"/>
                      <a:pt x="533" y="1032"/>
                      <a:pt x="836" y="1351"/>
                    </a:cubicBezTo>
                    <a:cubicBezTo>
                      <a:pt x="925" y="1453"/>
                      <a:pt x="1017" y="1514"/>
                      <a:pt x="1115" y="1514"/>
                    </a:cubicBezTo>
                    <a:cubicBezTo>
                      <a:pt x="1189" y="1514"/>
                      <a:pt x="1267" y="1479"/>
                      <a:pt x="1351" y="1402"/>
                    </a:cubicBezTo>
                    <a:cubicBezTo>
                      <a:pt x="1155" y="908"/>
                      <a:pt x="976" y="409"/>
                      <a:pt x="6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6"/>
              <p:cNvSpPr/>
              <p:nvPr/>
            </p:nvSpPr>
            <p:spPr>
              <a:xfrm>
                <a:off x="11948732" y="4210652"/>
                <a:ext cx="66377" cy="73622"/>
              </a:xfrm>
              <a:custGeom>
                <a:rect b="b" l="l" r="r" t="t"/>
                <a:pathLst>
                  <a:path extrusionOk="0" h="1514" w="1365">
                    <a:moveTo>
                      <a:pt x="747" y="0"/>
                    </a:moveTo>
                    <a:cubicBezTo>
                      <a:pt x="372" y="409"/>
                      <a:pt x="214" y="891"/>
                      <a:pt x="1" y="1402"/>
                    </a:cubicBezTo>
                    <a:cubicBezTo>
                      <a:pt x="83" y="1479"/>
                      <a:pt x="160" y="1514"/>
                      <a:pt x="234" y="1514"/>
                    </a:cubicBezTo>
                    <a:cubicBezTo>
                      <a:pt x="331" y="1514"/>
                      <a:pt x="422" y="1453"/>
                      <a:pt x="512" y="1351"/>
                    </a:cubicBezTo>
                    <a:cubicBezTo>
                      <a:pt x="815" y="1032"/>
                      <a:pt x="994" y="605"/>
                      <a:pt x="1365" y="286"/>
                    </a:cubicBezTo>
                    <a:cubicBezTo>
                      <a:pt x="1152" y="162"/>
                      <a:pt x="960" y="55"/>
                      <a:pt x="7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6"/>
              <p:cNvSpPr/>
              <p:nvPr/>
            </p:nvSpPr>
            <p:spPr>
              <a:xfrm>
                <a:off x="11170448" y="4391984"/>
                <a:ext cx="79652" cy="38173"/>
              </a:xfrm>
              <a:custGeom>
                <a:rect b="b" l="l" r="r" t="t"/>
                <a:pathLst>
                  <a:path extrusionOk="0" h="785" w="1638">
                    <a:moveTo>
                      <a:pt x="163" y="1"/>
                    </a:moveTo>
                    <a:cubicBezTo>
                      <a:pt x="73" y="269"/>
                      <a:pt x="1" y="499"/>
                      <a:pt x="1" y="785"/>
                    </a:cubicBezTo>
                    <a:lnTo>
                      <a:pt x="1531" y="785"/>
                    </a:lnTo>
                    <a:cubicBezTo>
                      <a:pt x="1565" y="678"/>
                      <a:pt x="1637" y="572"/>
                      <a:pt x="1565" y="444"/>
                    </a:cubicBezTo>
                    <a:cubicBezTo>
                      <a:pt x="1087" y="303"/>
                      <a:pt x="623" y="146"/>
                      <a:pt x="1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6"/>
              <p:cNvSpPr/>
              <p:nvPr/>
            </p:nvSpPr>
            <p:spPr>
              <a:xfrm>
                <a:off x="12079102" y="4391984"/>
                <a:ext cx="79457" cy="38173"/>
              </a:xfrm>
              <a:custGeom>
                <a:rect b="b" l="l" r="r" t="t"/>
                <a:pathLst>
                  <a:path extrusionOk="0" h="785" w="1634">
                    <a:moveTo>
                      <a:pt x="1437" y="1"/>
                    </a:moveTo>
                    <a:cubicBezTo>
                      <a:pt x="960" y="163"/>
                      <a:pt x="495" y="303"/>
                      <a:pt x="1" y="465"/>
                    </a:cubicBezTo>
                    <a:cubicBezTo>
                      <a:pt x="35" y="589"/>
                      <a:pt x="52" y="678"/>
                      <a:pt x="69" y="785"/>
                    </a:cubicBezTo>
                    <a:lnTo>
                      <a:pt x="1633" y="785"/>
                    </a:lnTo>
                    <a:cubicBezTo>
                      <a:pt x="1582" y="499"/>
                      <a:pt x="1561" y="231"/>
                      <a:pt x="14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6"/>
              <p:cNvSpPr/>
              <p:nvPr/>
            </p:nvSpPr>
            <p:spPr>
              <a:xfrm>
                <a:off x="12084305" y="4441341"/>
                <a:ext cx="78582" cy="18867"/>
              </a:xfrm>
              <a:custGeom>
                <a:rect b="b" l="l" r="r" t="t"/>
                <a:pathLst>
                  <a:path extrusionOk="0" h="388" w="1616">
                    <a:moveTo>
                      <a:pt x="785" y="0"/>
                    </a:moveTo>
                    <a:cubicBezTo>
                      <a:pt x="532" y="0"/>
                      <a:pt x="284" y="9"/>
                      <a:pt x="34" y="34"/>
                    </a:cubicBezTo>
                    <a:cubicBezTo>
                      <a:pt x="0" y="175"/>
                      <a:pt x="17" y="281"/>
                      <a:pt x="69" y="388"/>
                    </a:cubicBezTo>
                    <a:lnTo>
                      <a:pt x="1582" y="388"/>
                    </a:lnTo>
                    <a:cubicBezTo>
                      <a:pt x="1616" y="247"/>
                      <a:pt x="1599" y="158"/>
                      <a:pt x="1560" y="17"/>
                    </a:cubicBezTo>
                    <a:cubicBezTo>
                      <a:pt x="1294" y="9"/>
                      <a:pt x="1037" y="0"/>
                      <a:pt x="7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6"/>
              <p:cNvSpPr/>
              <p:nvPr/>
            </p:nvSpPr>
            <p:spPr>
              <a:xfrm>
                <a:off x="11165245" y="4442168"/>
                <a:ext cx="80479" cy="18041"/>
              </a:xfrm>
              <a:custGeom>
                <a:rect b="b" l="l" r="r" t="t"/>
                <a:pathLst>
                  <a:path extrusionOk="0" h="371" w="1655">
                    <a:moveTo>
                      <a:pt x="56" y="0"/>
                    </a:moveTo>
                    <a:cubicBezTo>
                      <a:pt x="22" y="124"/>
                      <a:pt x="1" y="213"/>
                      <a:pt x="39" y="371"/>
                    </a:cubicBezTo>
                    <a:lnTo>
                      <a:pt x="1548" y="371"/>
                    </a:lnTo>
                    <a:cubicBezTo>
                      <a:pt x="1599" y="247"/>
                      <a:pt x="1655" y="141"/>
                      <a:pt x="15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6"/>
              <p:cNvSpPr/>
              <p:nvPr/>
            </p:nvSpPr>
            <p:spPr>
              <a:xfrm>
                <a:off x="12084548" y="4530961"/>
                <a:ext cx="74838" cy="22515"/>
              </a:xfrm>
              <a:custGeom>
                <a:rect b="b" l="l" r="r" t="t"/>
                <a:pathLst>
                  <a:path extrusionOk="0" h="463" w="1539">
                    <a:moveTo>
                      <a:pt x="281" y="1"/>
                    </a:moveTo>
                    <a:cubicBezTo>
                      <a:pt x="86" y="1"/>
                      <a:pt x="1" y="97"/>
                      <a:pt x="64" y="356"/>
                    </a:cubicBezTo>
                    <a:cubicBezTo>
                      <a:pt x="528" y="429"/>
                      <a:pt x="989" y="446"/>
                      <a:pt x="1470" y="463"/>
                    </a:cubicBezTo>
                    <a:cubicBezTo>
                      <a:pt x="1487" y="288"/>
                      <a:pt x="1538" y="165"/>
                      <a:pt x="1449" y="3"/>
                    </a:cubicBezTo>
                    <a:cubicBezTo>
                      <a:pt x="1213" y="3"/>
                      <a:pt x="970" y="10"/>
                      <a:pt x="717" y="10"/>
                    </a:cubicBezTo>
                    <a:cubicBezTo>
                      <a:pt x="591" y="10"/>
                      <a:pt x="463" y="8"/>
                      <a:pt x="332" y="3"/>
                    </a:cubicBezTo>
                    <a:cubicBezTo>
                      <a:pt x="314" y="1"/>
                      <a:pt x="297" y="1"/>
                      <a:pt x="2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6"/>
              <p:cNvSpPr/>
              <p:nvPr/>
            </p:nvSpPr>
            <p:spPr>
              <a:xfrm>
                <a:off x="11169622" y="4531059"/>
                <a:ext cx="75275" cy="23487"/>
              </a:xfrm>
              <a:custGeom>
                <a:rect b="b" l="l" r="r" t="t"/>
                <a:pathLst>
                  <a:path extrusionOk="0" h="483" w="1548">
                    <a:moveTo>
                      <a:pt x="56" y="1"/>
                    </a:moveTo>
                    <a:cubicBezTo>
                      <a:pt x="0" y="180"/>
                      <a:pt x="18" y="303"/>
                      <a:pt x="90" y="482"/>
                    </a:cubicBezTo>
                    <a:cubicBezTo>
                      <a:pt x="533" y="427"/>
                      <a:pt x="998" y="444"/>
                      <a:pt x="1492" y="354"/>
                    </a:cubicBezTo>
                    <a:cubicBezTo>
                      <a:pt x="1475" y="197"/>
                      <a:pt x="1548" y="18"/>
                      <a:pt x="1335" y="18"/>
                    </a:cubicBezTo>
                    <a:cubicBezTo>
                      <a:pt x="908" y="1"/>
                      <a:pt x="482" y="1"/>
                      <a:pt x="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6"/>
              <p:cNvSpPr/>
              <p:nvPr/>
            </p:nvSpPr>
            <p:spPr>
              <a:xfrm>
                <a:off x="11174825" y="4560478"/>
                <a:ext cx="68224" cy="23827"/>
              </a:xfrm>
              <a:custGeom>
                <a:rect b="b" l="l" r="r" t="t"/>
                <a:pathLst>
                  <a:path extrusionOk="0" h="490" w="1403">
                    <a:moveTo>
                      <a:pt x="1351" y="1"/>
                    </a:moveTo>
                    <a:cubicBezTo>
                      <a:pt x="908" y="90"/>
                      <a:pt x="465" y="18"/>
                      <a:pt x="0" y="125"/>
                    </a:cubicBezTo>
                    <a:cubicBezTo>
                      <a:pt x="117" y="381"/>
                      <a:pt x="279" y="489"/>
                      <a:pt x="575" y="489"/>
                    </a:cubicBezTo>
                    <a:cubicBezTo>
                      <a:pt x="688" y="489"/>
                      <a:pt x="820" y="474"/>
                      <a:pt x="976" y="444"/>
                    </a:cubicBezTo>
                    <a:cubicBezTo>
                      <a:pt x="1211" y="389"/>
                      <a:pt x="1402" y="321"/>
                      <a:pt x="13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6"/>
              <p:cNvSpPr/>
              <p:nvPr/>
            </p:nvSpPr>
            <p:spPr>
              <a:xfrm>
                <a:off x="12087612" y="4560478"/>
                <a:ext cx="65744" cy="23827"/>
              </a:xfrm>
              <a:custGeom>
                <a:rect b="b" l="l" r="r" t="t"/>
                <a:pathLst>
                  <a:path extrusionOk="0" h="490" w="1352">
                    <a:moveTo>
                      <a:pt x="1" y="1"/>
                    </a:moveTo>
                    <a:lnTo>
                      <a:pt x="1" y="1"/>
                    </a:lnTo>
                    <a:cubicBezTo>
                      <a:pt x="22" y="355"/>
                      <a:pt x="39" y="372"/>
                      <a:pt x="393" y="444"/>
                    </a:cubicBezTo>
                    <a:cubicBezTo>
                      <a:pt x="544" y="474"/>
                      <a:pt x="673" y="489"/>
                      <a:pt x="784" y="489"/>
                    </a:cubicBezTo>
                    <a:cubicBezTo>
                      <a:pt x="1074" y="489"/>
                      <a:pt x="1238" y="381"/>
                      <a:pt x="1352" y="125"/>
                    </a:cubicBezTo>
                    <a:cubicBezTo>
                      <a:pt x="891" y="18"/>
                      <a:pt x="448" y="9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6"/>
              <p:cNvSpPr/>
              <p:nvPr/>
            </p:nvSpPr>
            <p:spPr>
              <a:xfrm>
                <a:off x="11475343" y="3835880"/>
                <a:ext cx="78582" cy="78631"/>
              </a:xfrm>
              <a:custGeom>
                <a:rect b="b" l="l" r="r" t="t"/>
                <a:pathLst>
                  <a:path extrusionOk="0" h="1617" w="1616">
                    <a:moveTo>
                      <a:pt x="870" y="1"/>
                    </a:moveTo>
                    <a:cubicBezTo>
                      <a:pt x="359" y="1"/>
                      <a:pt x="18" y="320"/>
                      <a:pt x="18" y="819"/>
                    </a:cubicBezTo>
                    <a:cubicBezTo>
                      <a:pt x="1" y="1224"/>
                      <a:pt x="444" y="1616"/>
                      <a:pt x="942" y="1616"/>
                    </a:cubicBezTo>
                    <a:cubicBezTo>
                      <a:pt x="952" y="1617"/>
                      <a:pt x="961" y="1617"/>
                      <a:pt x="971" y="1617"/>
                    </a:cubicBezTo>
                    <a:cubicBezTo>
                      <a:pt x="1347" y="1617"/>
                      <a:pt x="1599" y="1284"/>
                      <a:pt x="1599" y="764"/>
                    </a:cubicBezTo>
                    <a:cubicBezTo>
                      <a:pt x="1616" y="354"/>
                      <a:pt x="1279"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6"/>
              <p:cNvSpPr/>
              <p:nvPr/>
            </p:nvSpPr>
            <p:spPr>
              <a:xfrm>
                <a:off x="11782912" y="3867828"/>
                <a:ext cx="41528" cy="41528"/>
              </a:xfrm>
              <a:custGeom>
                <a:rect b="b" l="l" r="r" t="t"/>
                <a:pathLst>
                  <a:path extrusionOk="0" h="854" w="854">
                    <a:moveTo>
                      <a:pt x="406" y="0"/>
                    </a:moveTo>
                    <a:cubicBezTo>
                      <a:pt x="159" y="0"/>
                      <a:pt x="1" y="179"/>
                      <a:pt x="1" y="443"/>
                    </a:cubicBezTo>
                    <a:cubicBezTo>
                      <a:pt x="1" y="664"/>
                      <a:pt x="48" y="854"/>
                      <a:pt x="304" y="854"/>
                    </a:cubicBezTo>
                    <a:cubicBezTo>
                      <a:pt x="315" y="854"/>
                      <a:pt x="326" y="853"/>
                      <a:pt x="338" y="853"/>
                    </a:cubicBezTo>
                    <a:cubicBezTo>
                      <a:pt x="640" y="853"/>
                      <a:pt x="832" y="674"/>
                      <a:pt x="832" y="426"/>
                    </a:cubicBezTo>
                    <a:cubicBezTo>
                      <a:pt x="853" y="196"/>
                      <a:pt x="640" y="0"/>
                      <a:pt x="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6"/>
              <p:cNvSpPr/>
              <p:nvPr/>
            </p:nvSpPr>
            <p:spPr>
              <a:xfrm>
                <a:off x="11712888" y="3867780"/>
                <a:ext cx="42306" cy="41528"/>
              </a:xfrm>
              <a:custGeom>
                <a:rect b="b" l="l" r="r" t="t"/>
                <a:pathLst>
                  <a:path extrusionOk="0" h="854" w="870">
                    <a:moveTo>
                      <a:pt x="420" y="0"/>
                    </a:moveTo>
                    <a:cubicBezTo>
                      <a:pt x="411" y="0"/>
                      <a:pt x="402" y="0"/>
                      <a:pt x="392" y="1"/>
                    </a:cubicBezTo>
                    <a:cubicBezTo>
                      <a:pt x="162" y="18"/>
                      <a:pt x="0" y="197"/>
                      <a:pt x="0" y="461"/>
                    </a:cubicBezTo>
                    <a:cubicBezTo>
                      <a:pt x="0" y="747"/>
                      <a:pt x="107" y="854"/>
                      <a:pt x="375" y="854"/>
                    </a:cubicBezTo>
                    <a:cubicBezTo>
                      <a:pt x="657" y="854"/>
                      <a:pt x="870" y="657"/>
                      <a:pt x="853" y="410"/>
                    </a:cubicBezTo>
                    <a:cubicBezTo>
                      <a:pt x="853" y="189"/>
                      <a:pt x="641" y="0"/>
                      <a:pt x="4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6"/>
              <p:cNvSpPr/>
              <p:nvPr/>
            </p:nvSpPr>
            <p:spPr>
              <a:xfrm>
                <a:off x="11643837" y="3867828"/>
                <a:ext cx="41528" cy="41479"/>
              </a:xfrm>
              <a:custGeom>
                <a:rect b="b" l="l" r="r" t="t"/>
                <a:pathLst>
                  <a:path extrusionOk="0" h="853" w="854">
                    <a:moveTo>
                      <a:pt x="389" y="0"/>
                    </a:moveTo>
                    <a:cubicBezTo>
                      <a:pt x="141" y="17"/>
                      <a:pt x="1" y="196"/>
                      <a:pt x="1" y="460"/>
                    </a:cubicBezTo>
                    <a:cubicBezTo>
                      <a:pt x="1" y="746"/>
                      <a:pt x="107" y="853"/>
                      <a:pt x="355" y="853"/>
                    </a:cubicBezTo>
                    <a:cubicBezTo>
                      <a:pt x="657" y="853"/>
                      <a:pt x="853" y="656"/>
                      <a:pt x="853" y="409"/>
                    </a:cubicBezTo>
                    <a:cubicBezTo>
                      <a:pt x="836" y="179"/>
                      <a:pt x="623"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6"/>
              <p:cNvSpPr/>
              <p:nvPr/>
            </p:nvSpPr>
            <p:spPr>
              <a:xfrm>
                <a:off x="11573814" y="3867828"/>
                <a:ext cx="41479" cy="41479"/>
              </a:xfrm>
              <a:custGeom>
                <a:rect b="b" l="l" r="r" t="t"/>
                <a:pathLst>
                  <a:path extrusionOk="0" h="853" w="853">
                    <a:moveTo>
                      <a:pt x="465" y="0"/>
                    </a:moveTo>
                    <a:cubicBezTo>
                      <a:pt x="230" y="0"/>
                      <a:pt x="17" y="179"/>
                      <a:pt x="0" y="409"/>
                    </a:cubicBezTo>
                    <a:cubicBezTo>
                      <a:pt x="0" y="656"/>
                      <a:pt x="196" y="853"/>
                      <a:pt x="482" y="853"/>
                    </a:cubicBezTo>
                    <a:cubicBezTo>
                      <a:pt x="746" y="853"/>
                      <a:pt x="853" y="746"/>
                      <a:pt x="853" y="460"/>
                    </a:cubicBezTo>
                    <a:cubicBezTo>
                      <a:pt x="853" y="196"/>
                      <a:pt x="712" y="17"/>
                      <a:pt x="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6"/>
              <p:cNvSpPr/>
              <p:nvPr/>
            </p:nvSpPr>
            <p:spPr>
              <a:xfrm>
                <a:off x="11777757" y="4272749"/>
                <a:ext cx="84612" cy="104695"/>
              </a:xfrm>
              <a:custGeom>
                <a:rect b="b" l="l" r="r" t="t"/>
                <a:pathLst>
                  <a:path extrusionOk="0" h="2153" w="1740">
                    <a:moveTo>
                      <a:pt x="1437" y="253"/>
                    </a:moveTo>
                    <a:cubicBezTo>
                      <a:pt x="1509" y="411"/>
                      <a:pt x="1492" y="535"/>
                      <a:pt x="1471" y="641"/>
                    </a:cubicBezTo>
                    <a:cubicBezTo>
                      <a:pt x="1401" y="676"/>
                      <a:pt x="1327" y="682"/>
                      <a:pt x="1249" y="682"/>
                    </a:cubicBezTo>
                    <a:cubicBezTo>
                      <a:pt x="1200" y="682"/>
                      <a:pt x="1150" y="680"/>
                      <a:pt x="1099" y="680"/>
                    </a:cubicBezTo>
                    <a:cubicBezTo>
                      <a:pt x="983" y="680"/>
                      <a:pt x="863" y="694"/>
                      <a:pt x="746" y="786"/>
                    </a:cubicBezTo>
                    <a:cubicBezTo>
                      <a:pt x="848" y="888"/>
                      <a:pt x="957" y="900"/>
                      <a:pt x="1065" y="900"/>
                    </a:cubicBezTo>
                    <a:cubicBezTo>
                      <a:pt x="1100" y="900"/>
                      <a:pt x="1134" y="899"/>
                      <a:pt x="1168" y="899"/>
                    </a:cubicBezTo>
                    <a:cubicBezTo>
                      <a:pt x="1211" y="899"/>
                      <a:pt x="1254" y="901"/>
                      <a:pt x="1296" y="910"/>
                    </a:cubicBezTo>
                    <a:cubicBezTo>
                      <a:pt x="1386" y="927"/>
                      <a:pt x="1492" y="893"/>
                      <a:pt x="1492" y="1016"/>
                    </a:cubicBezTo>
                    <a:cubicBezTo>
                      <a:pt x="1509" y="1174"/>
                      <a:pt x="1386" y="1123"/>
                      <a:pt x="1313" y="1140"/>
                    </a:cubicBezTo>
                    <a:cubicBezTo>
                      <a:pt x="1134" y="1191"/>
                      <a:pt x="938" y="1140"/>
                      <a:pt x="763" y="1280"/>
                    </a:cubicBezTo>
                    <a:cubicBezTo>
                      <a:pt x="859" y="1377"/>
                      <a:pt x="962" y="1397"/>
                      <a:pt x="1065" y="1397"/>
                    </a:cubicBezTo>
                    <a:cubicBezTo>
                      <a:pt x="1142" y="1397"/>
                      <a:pt x="1219" y="1385"/>
                      <a:pt x="1291" y="1385"/>
                    </a:cubicBezTo>
                    <a:cubicBezTo>
                      <a:pt x="1336" y="1385"/>
                      <a:pt x="1379" y="1390"/>
                      <a:pt x="1420" y="1404"/>
                    </a:cubicBezTo>
                    <a:cubicBezTo>
                      <a:pt x="1487" y="1799"/>
                      <a:pt x="1430" y="1905"/>
                      <a:pt x="1096" y="1905"/>
                    </a:cubicBezTo>
                    <a:cubicBezTo>
                      <a:pt x="1069" y="1905"/>
                      <a:pt x="1041" y="1904"/>
                      <a:pt x="1011" y="1903"/>
                    </a:cubicBezTo>
                    <a:cubicBezTo>
                      <a:pt x="533" y="1903"/>
                      <a:pt x="444" y="1813"/>
                      <a:pt x="337" y="1370"/>
                    </a:cubicBezTo>
                    <a:cubicBezTo>
                      <a:pt x="282" y="1067"/>
                      <a:pt x="230" y="765"/>
                      <a:pt x="282" y="445"/>
                    </a:cubicBezTo>
                    <a:cubicBezTo>
                      <a:pt x="299" y="338"/>
                      <a:pt x="320" y="253"/>
                      <a:pt x="461" y="253"/>
                    </a:cubicBezTo>
                    <a:close/>
                    <a:moveTo>
                      <a:pt x="470" y="1"/>
                    </a:moveTo>
                    <a:cubicBezTo>
                      <a:pt x="201" y="1"/>
                      <a:pt x="84" y="159"/>
                      <a:pt x="51" y="411"/>
                    </a:cubicBezTo>
                    <a:cubicBezTo>
                      <a:pt x="0" y="786"/>
                      <a:pt x="51" y="1140"/>
                      <a:pt x="141" y="1494"/>
                    </a:cubicBezTo>
                    <a:cubicBezTo>
                      <a:pt x="230" y="1937"/>
                      <a:pt x="354" y="2065"/>
                      <a:pt x="797" y="2133"/>
                    </a:cubicBezTo>
                    <a:cubicBezTo>
                      <a:pt x="868" y="2141"/>
                      <a:pt x="939" y="2141"/>
                      <a:pt x="1011" y="2141"/>
                    </a:cubicBezTo>
                    <a:cubicBezTo>
                      <a:pt x="1082" y="2141"/>
                      <a:pt x="1153" y="2141"/>
                      <a:pt x="1224" y="2150"/>
                    </a:cubicBezTo>
                    <a:cubicBezTo>
                      <a:pt x="1241" y="2151"/>
                      <a:pt x="1258" y="2152"/>
                      <a:pt x="1274" y="2152"/>
                    </a:cubicBezTo>
                    <a:cubicBezTo>
                      <a:pt x="1508" y="2152"/>
                      <a:pt x="1618" y="2010"/>
                      <a:pt x="1650" y="1779"/>
                    </a:cubicBezTo>
                    <a:cubicBezTo>
                      <a:pt x="1722" y="1477"/>
                      <a:pt x="1739" y="1174"/>
                      <a:pt x="1722" y="871"/>
                    </a:cubicBezTo>
                    <a:lnTo>
                      <a:pt x="1722" y="394"/>
                    </a:lnTo>
                    <a:cubicBezTo>
                      <a:pt x="1739" y="125"/>
                      <a:pt x="1616" y="40"/>
                      <a:pt x="1364" y="19"/>
                    </a:cubicBezTo>
                    <a:cubicBezTo>
                      <a:pt x="1083" y="19"/>
                      <a:pt x="797" y="19"/>
                      <a:pt x="512" y="2"/>
                    </a:cubicBezTo>
                    <a:cubicBezTo>
                      <a:pt x="497" y="1"/>
                      <a:pt x="483" y="1"/>
                      <a:pt x="4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6"/>
              <p:cNvSpPr/>
              <p:nvPr/>
            </p:nvSpPr>
            <p:spPr>
              <a:xfrm>
                <a:off x="11510792" y="4205449"/>
                <a:ext cx="39826" cy="37249"/>
              </a:xfrm>
              <a:custGeom>
                <a:rect b="b" l="l" r="r" t="t"/>
                <a:pathLst>
                  <a:path extrusionOk="0" h="766" w="819">
                    <a:moveTo>
                      <a:pt x="375" y="0"/>
                    </a:moveTo>
                    <a:cubicBezTo>
                      <a:pt x="141" y="18"/>
                      <a:pt x="17" y="145"/>
                      <a:pt x="0" y="376"/>
                    </a:cubicBezTo>
                    <a:cubicBezTo>
                      <a:pt x="0" y="578"/>
                      <a:pt x="177" y="765"/>
                      <a:pt x="392" y="765"/>
                    </a:cubicBezTo>
                    <a:cubicBezTo>
                      <a:pt x="404" y="765"/>
                      <a:pt x="415" y="765"/>
                      <a:pt x="427" y="763"/>
                    </a:cubicBezTo>
                    <a:cubicBezTo>
                      <a:pt x="640" y="763"/>
                      <a:pt x="819" y="572"/>
                      <a:pt x="819" y="359"/>
                    </a:cubicBezTo>
                    <a:cubicBezTo>
                      <a:pt x="802" y="145"/>
                      <a:pt x="623" y="0"/>
                      <a:pt x="3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6"/>
              <p:cNvSpPr/>
              <p:nvPr/>
            </p:nvSpPr>
            <p:spPr>
              <a:xfrm>
                <a:off x="11777757" y="4205449"/>
                <a:ext cx="39631" cy="37151"/>
              </a:xfrm>
              <a:custGeom>
                <a:rect b="b" l="l" r="r" t="t"/>
                <a:pathLst>
                  <a:path extrusionOk="0" h="764" w="815">
                    <a:moveTo>
                      <a:pt x="427" y="0"/>
                    </a:moveTo>
                    <a:cubicBezTo>
                      <a:pt x="175" y="0"/>
                      <a:pt x="0" y="145"/>
                      <a:pt x="17" y="359"/>
                    </a:cubicBezTo>
                    <a:cubicBezTo>
                      <a:pt x="17" y="589"/>
                      <a:pt x="192" y="763"/>
                      <a:pt x="405" y="763"/>
                    </a:cubicBezTo>
                    <a:cubicBezTo>
                      <a:pt x="618" y="763"/>
                      <a:pt x="814" y="606"/>
                      <a:pt x="814" y="393"/>
                    </a:cubicBezTo>
                    <a:cubicBezTo>
                      <a:pt x="814" y="162"/>
                      <a:pt x="657" y="0"/>
                      <a:pt x="4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6"/>
              <p:cNvSpPr/>
              <p:nvPr/>
            </p:nvSpPr>
            <p:spPr>
              <a:xfrm>
                <a:off x="11459782" y="4208950"/>
                <a:ext cx="34671" cy="35498"/>
              </a:xfrm>
              <a:custGeom>
                <a:rect b="b" l="l" r="r" t="t"/>
                <a:pathLst>
                  <a:path extrusionOk="0" h="730" w="713">
                    <a:moveTo>
                      <a:pt x="321" y="1"/>
                    </a:moveTo>
                    <a:cubicBezTo>
                      <a:pt x="73" y="1"/>
                      <a:pt x="1" y="197"/>
                      <a:pt x="1" y="393"/>
                    </a:cubicBezTo>
                    <a:cubicBezTo>
                      <a:pt x="1" y="623"/>
                      <a:pt x="163" y="713"/>
                      <a:pt x="393" y="730"/>
                    </a:cubicBezTo>
                    <a:cubicBezTo>
                      <a:pt x="589" y="691"/>
                      <a:pt x="713" y="568"/>
                      <a:pt x="696" y="355"/>
                    </a:cubicBezTo>
                    <a:cubicBezTo>
                      <a:pt x="679" y="125"/>
                      <a:pt x="534" y="1"/>
                      <a:pt x="3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6"/>
              <p:cNvSpPr/>
              <p:nvPr/>
            </p:nvSpPr>
            <p:spPr>
              <a:xfrm>
                <a:off x="11834749" y="4208901"/>
                <a:ext cx="33602" cy="35547"/>
              </a:xfrm>
              <a:custGeom>
                <a:rect b="b" l="l" r="r" t="t"/>
                <a:pathLst>
                  <a:path extrusionOk="0" h="731" w="691">
                    <a:moveTo>
                      <a:pt x="374" y="1"/>
                    </a:moveTo>
                    <a:cubicBezTo>
                      <a:pt x="175" y="1"/>
                      <a:pt x="17" y="154"/>
                      <a:pt x="0" y="373"/>
                    </a:cubicBezTo>
                    <a:cubicBezTo>
                      <a:pt x="0" y="552"/>
                      <a:pt x="86" y="714"/>
                      <a:pt x="320" y="731"/>
                    </a:cubicBezTo>
                    <a:cubicBezTo>
                      <a:pt x="533" y="731"/>
                      <a:pt x="691" y="624"/>
                      <a:pt x="691" y="394"/>
                    </a:cubicBezTo>
                    <a:cubicBezTo>
                      <a:pt x="691" y="198"/>
                      <a:pt x="640" y="36"/>
                      <a:pt x="405" y="2"/>
                    </a:cubicBezTo>
                    <a:cubicBezTo>
                      <a:pt x="395" y="1"/>
                      <a:pt x="384" y="1"/>
                      <a:pt x="3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6"/>
              <p:cNvSpPr/>
              <p:nvPr/>
            </p:nvSpPr>
            <p:spPr>
              <a:xfrm>
                <a:off x="11573814" y="4515449"/>
                <a:ext cx="43327" cy="40798"/>
              </a:xfrm>
              <a:custGeom>
                <a:rect b="b" l="l" r="r" t="t"/>
                <a:pathLst>
                  <a:path extrusionOk="0" h="839" w="891">
                    <a:moveTo>
                      <a:pt x="460" y="1"/>
                    </a:moveTo>
                    <a:cubicBezTo>
                      <a:pt x="212" y="1"/>
                      <a:pt x="37" y="154"/>
                      <a:pt x="17" y="377"/>
                    </a:cubicBezTo>
                    <a:cubicBezTo>
                      <a:pt x="0" y="607"/>
                      <a:pt x="230" y="820"/>
                      <a:pt x="482" y="837"/>
                    </a:cubicBezTo>
                    <a:cubicBezTo>
                      <a:pt x="494" y="838"/>
                      <a:pt x="506" y="839"/>
                      <a:pt x="517" y="839"/>
                    </a:cubicBezTo>
                    <a:cubicBezTo>
                      <a:pt x="741" y="839"/>
                      <a:pt x="853" y="683"/>
                      <a:pt x="870" y="411"/>
                    </a:cubicBezTo>
                    <a:cubicBezTo>
                      <a:pt x="891" y="143"/>
                      <a:pt x="763" y="19"/>
                      <a:pt x="499" y="2"/>
                    </a:cubicBezTo>
                    <a:cubicBezTo>
                      <a:pt x="486" y="1"/>
                      <a:pt x="472" y="1"/>
                      <a:pt x="4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6"/>
              <p:cNvSpPr/>
              <p:nvPr/>
            </p:nvSpPr>
            <p:spPr>
              <a:xfrm>
                <a:off x="11571285" y="4435311"/>
                <a:ext cx="40701" cy="38027"/>
              </a:xfrm>
              <a:custGeom>
                <a:rect b="b" l="l" r="r" t="t"/>
                <a:pathLst>
                  <a:path extrusionOk="0" h="782" w="837">
                    <a:moveTo>
                      <a:pt x="389" y="0"/>
                    </a:moveTo>
                    <a:cubicBezTo>
                      <a:pt x="176" y="0"/>
                      <a:pt x="18" y="175"/>
                      <a:pt x="18" y="444"/>
                    </a:cubicBezTo>
                    <a:cubicBezTo>
                      <a:pt x="1" y="708"/>
                      <a:pt x="176" y="780"/>
                      <a:pt x="410" y="780"/>
                    </a:cubicBezTo>
                    <a:cubicBezTo>
                      <a:pt x="425" y="781"/>
                      <a:pt x="439" y="782"/>
                      <a:pt x="453" y="782"/>
                    </a:cubicBezTo>
                    <a:cubicBezTo>
                      <a:pt x="692" y="782"/>
                      <a:pt x="836" y="645"/>
                      <a:pt x="836" y="444"/>
                    </a:cubicBezTo>
                    <a:cubicBezTo>
                      <a:pt x="836" y="231"/>
                      <a:pt x="623" y="0"/>
                      <a:pt x="3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4" name="Google Shape;484;p36"/>
          <p:cNvGrpSpPr/>
          <p:nvPr/>
        </p:nvGrpSpPr>
        <p:grpSpPr>
          <a:xfrm>
            <a:off x="411778" y="578622"/>
            <a:ext cx="1367905" cy="778181"/>
            <a:chOff x="411778" y="464322"/>
            <a:chExt cx="1367905" cy="778181"/>
          </a:xfrm>
        </p:grpSpPr>
        <p:grpSp>
          <p:nvGrpSpPr>
            <p:cNvPr id="485" name="Google Shape;485;p36"/>
            <p:cNvGrpSpPr/>
            <p:nvPr/>
          </p:nvGrpSpPr>
          <p:grpSpPr>
            <a:xfrm>
              <a:off x="411778" y="464322"/>
              <a:ext cx="1367905" cy="778181"/>
              <a:chOff x="1502875" y="937063"/>
              <a:chExt cx="248200" cy="141200"/>
            </a:xfrm>
          </p:grpSpPr>
          <p:sp>
            <p:nvSpPr>
              <p:cNvPr id="486" name="Google Shape;486;p36"/>
              <p:cNvSpPr/>
              <p:nvPr/>
            </p:nvSpPr>
            <p:spPr>
              <a:xfrm>
                <a:off x="1687100" y="962838"/>
                <a:ext cx="63975" cy="43075"/>
              </a:xfrm>
              <a:custGeom>
                <a:rect b="b" l="l" r="r" t="t"/>
                <a:pathLst>
                  <a:path extrusionOk="0" h="1723" w="2559">
                    <a:moveTo>
                      <a:pt x="2098" y="1"/>
                    </a:moveTo>
                    <a:cubicBezTo>
                      <a:pt x="1885" y="1"/>
                      <a:pt x="1582" y="35"/>
                      <a:pt x="1228" y="107"/>
                    </a:cubicBezTo>
                    <a:cubicBezTo>
                      <a:pt x="870" y="175"/>
                      <a:pt x="461" y="265"/>
                      <a:pt x="1" y="410"/>
                    </a:cubicBezTo>
                    <a:lnTo>
                      <a:pt x="35" y="533"/>
                    </a:lnTo>
                    <a:cubicBezTo>
                      <a:pt x="499" y="410"/>
                      <a:pt x="909" y="320"/>
                      <a:pt x="1262" y="248"/>
                    </a:cubicBezTo>
                    <a:cubicBezTo>
                      <a:pt x="1599" y="175"/>
                      <a:pt x="1885" y="141"/>
                      <a:pt x="2098" y="141"/>
                    </a:cubicBezTo>
                    <a:cubicBezTo>
                      <a:pt x="2204" y="141"/>
                      <a:pt x="2294" y="158"/>
                      <a:pt x="2345" y="175"/>
                    </a:cubicBezTo>
                    <a:cubicBezTo>
                      <a:pt x="2362" y="175"/>
                      <a:pt x="2379" y="197"/>
                      <a:pt x="2400" y="197"/>
                    </a:cubicBezTo>
                    <a:lnTo>
                      <a:pt x="2417" y="214"/>
                    </a:lnTo>
                    <a:lnTo>
                      <a:pt x="2417" y="231"/>
                    </a:lnTo>
                    <a:cubicBezTo>
                      <a:pt x="2417" y="248"/>
                      <a:pt x="2417" y="265"/>
                      <a:pt x="2400" y="303"/>
                    </a:cubicBezTo>
                    <a:cubicBezTo>
                      <a:pt x="2362" y="354"/>
                      <a:pt x="2294" y="427"/>
                      <a:pt x="2204" y="495"/>
                    </a:cubicBezTo>
                    <a:cubicBezTo>
                      <a:pt x="1923" y="743"/>
                      <a:pt x="1386" y="1056"/>
                      <a:pt x="673" y="1420"/>
                    </a:cubicBezTo>
                    <a:lnTo>
                      <a:pt x="657" y="1420"/>
                    </a:lnTo>
                    <a:lnTo>
                      <a:pt x="640" y="1437"/>
                    </a:lnTo>
                    <a:cubicBezTo>
                      <a:pt x="589" y="1454"/>
                      <a:pt x="551" y="1475"/>
                      <a:pt x="499" y="1492"/>
                    </a:cubicBezTo>
                    <a:cubicBezTo>
                      <a:pt x="444" y="1527"/>
                      <a:pt x="376" y="1561"/>
                      <a:pt x="303" y="1599"/>
                    </a:cubicBezTo>
                    <a:lnTo>
                      <a:pt x="376" y="1723"/>
                    </a:lnTo>
                    <a:cubicBezTo>
                      <a:pt x="427" y="1688"/>
                      <a:pt x="499" y="1650"/>
                      <a:pt x="568" y="1616"/>
                    </a:cubicBezTo>
                    <a:cubicBezTo>
                      <a:pt x="606" y="1599"/>
                      <a:pt x="657" y="1582"/>
                      <a:pt x="695" y="1561"/>
                    </a:cubicBezTo>
                    <a:cubicBezTo>
                      <a:pt x="1262" y="1279"/>
                      <a:pt x="1723" y="1028"/>
                      <a:pt x="2042" y="798"/>
                    </a:cubicBezTo>
                    <a:cubicBezTo>
                      <a:pt x="2204" y="691"/>
                      <a:pt x="2328" y="585"/>
                      <a:pt x="2417" y="495"/>
                    </a:cubicBezTo>
                    <a:cubicBezTo>
                      <a:pt x="2452" y="461"/>
                      <a:pt x="2486" y="410"/>
                      <a:pt x="2524" y="371"/>
                    </a:cubicBezTo>
                    <a:cubicBezTo>
                      <a:pt x="2541" y="320"/>
                      <a:pt x="2558" y="282"/>
                      <a:pt x="2558" y="231"/>
                    </a:cubicBezTo>
                    <a:cubicBezTo>
                      <a:pt x="2558" y="214"/>
                      <a:pt x="2558" y="197"/>
                      <a:pt x="2541" y="175"/>
                    </a:cubicBezTo>
                    <a:cubicBezTo>
                      <a:pt x="2541" y="141"/>
                      <a:pt x="2507" y="107"/>
                      <a:pt x="2486" y="90"/>
                    </a:cubicBezTo>
                    <a:cubicBezTo>
                      <a:pt x="2434" y="52"/>
                      <a:pt x="2379" y="35"/>
                      <a:pt x="2328" y="18"/>
                    </a:cubicBezTo>
                    <a:cubicBezTo>
                      <a:pt x="2255" y="1"/>
                      <a:pt x="2187" y="1"/>
                      <a:pt x="2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6"/>
              <p:cNvSpPr/>
              <p:nvPr/>
            </p:nvSpPr>
            <p:spPr>
              <a:xfrm>
                <a:off x="1502875" y="1021863"/>
                <a:ext cx="67050" cy="42225"/>
              </a:xfrm>
              <a:custGeom>
                <a:rect b="b" l="l" r="r" t="t"/>
                <a:pathLst>
                  <a:path extrusionOk="0" h="1689" w="2682">
                    <a:moveTo>
                      <a:pt x="2097" y="1"/>
                    </a:moveTo>
                    <a:cubicBezTo>
                      <a:pt x="1918" y="107"/>
                      <a:pt x="1722" y="197"/>
                      <a:pt x="1564" y="287"/>
                    </a:cubicBezTo>
                    <a:cubicBezTo>
                      <a:pt x="1138" y="500"/>
                      <a:pt x="780" y="691"/>
                      <a:pt x="516" y="887"/>
                    </a:cubicBezTo>
                    <a:cubicBezTo>
                      <a:pt x="371" y="994"/>
                      <a:pt x="230" y="1084"/>
                      <a:pt x="158" y="1190"/>
                    </a:cubicBezTo>
                    <a:cubicBezTo>
                      <a:pt x="107" y="1224"/>
                      <a:pt x="72" y="1280"/>
                      <a:pt x="51" y="1314"/>
                    </a:cubicBezTo>
                    <a:cubicBezTo>
                      <a:pt x="17" y="1352"/>
                      <a:pt x="0" y="1403"/>
                      <a:pt x="0" y="1459"/>
                    </a:cubicBezTo>
                    <a:cubicBezTo>
                      <a:pt x="0" y="1476"/>
                      <a:pt x="17" y="1493"/>
                      <a:pt x="17" y="1510"/>
                    </a:cubicBezTo>
                    <a:cubicBezTo>
                      <a:pt x="34" y="1544"/>
                      <a:pt x="51" y="1582"/>
                      <a:pt x="90" y="1599"/>
                    </a:cubicBezTo>
                    <a:cubicBezTo>
                      <a:pt x="124" y="1633"/>
                      <a:pt x="179" y="1650"/>
                      <a:pt x="247" y="1672"/>
                    </a:cubicBezTo>
                    <a:cubicBezTo>
                      <a:pt x="303" y="1672"/>
                      <a:pt x="392" y="1689"/>
                      <a:pt x="460" y="1689"/>
                    </a:cubicBezTo>
                    <a:cubicBezTo>
                      <a:pt x="691" y="1689"/>
                      <a:pt x="1010" y="1633"/>
                      <a:pt x="1385" y="1565"/>
                    </a:cubicBezTo>
                    <a:cubicBezTo>
                      <a:pt x="1756" y="1493"/>
                      <a:pt x="2204" y="1386"/>
                      <a:pt x="2681" y="1246"/>
                    </a:cubicBezTo>
                    <a:lnTo>
                      <a:pt x="2647" y="1101"/>
                    </a:lnTo>
                    <a:cubicBezTo>
                      <a:pt x="2165" y="1246"/>
                      <a:pt x="1722" y="1352"/>
                      <a:pt x="1351" y="1420"/>
                    </a:cubicBezTo>
                    <a:cubicBezTo>
                      <a:pt x="976" y="1493"/>
                      <a:pt x="673" y="1544"/>
                      <a:pt x="460" y="1544"/>
                    </a:cubicBezTo>
                    <a:cubicBezTo>
                      <a:pt x="354" y="1544"/>
                      <a:pt x="286" y="1527"/>
                      <a:pt x="230" y="1510"/>
                    </a:cubicBezTo>
                    <a:cubicBezTo>
                      <a:pt x="196" y="1510"/>
                      <a:pt x="179" y="1493"/>
                      <a:pt x="158" y="1493"/>
                    </a:cubicBezTo>
                    <a:cubicBezTo>
                      <a:pt x="158" y="1476"/>
                      <a:pt x="158" y="1476"/>
                      <a:pt x="141" y="1459"/>
                    </a:cubicBezTo>
                    <a:cubicBezTo>
                      <a:pt x="141" y="1437"/>
                      <a:pt x="158" y="1420"/>
                      <a:pt x="179" y="1386"/>
                    </a:cubicBezTo>
                    <a:cubicBezTo>
                      <a:pt x="196" y="1352"/>
                      <a:pt x="247" y="1280"/>
                      <a:pt x="320" y="1207"/>
                    </a:cubicBezTo>
                    <a:cubicBezTo>
                      <a:pt x="392" y="1156"/>
                      <a:pt x="499" y="1084"/>
                      <a:pt x="605" y="994"/>
                    </a:cubicBezTo>
                    <a:cubicBezTo>
                      <a:pt x="852" y="819"/>
                      <a:pt x="1206" y="623"/>
                      <a:pt x="1615" y="410"/>
                    </a:cubicBezTo>
                    <a:cubicBezTo>
                      <a:pt x="1794" y="321"/>
                      <a:pt x="1969" y="231"/>
                      <a:pt x="2165" y="142"/>
                    </a:cubicBezTo>
                    <a:lnTo>
                      <a:pt x="209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6"/>
              <p:cNvSpPr/>
              <p:nvPr/>
            </p:nvSpPr>
            <p:spPr>
              <a:xfrm>
                <a:off x="1554325" y="937063"/>
                <a:ext cx="141225" cy="114150"/>
              </a:xfrm>
              <a:custGeom>
                <a:rect b="b" l="l" r="r" t="t"/>
                <a:pathLst>
                  <a:path extrusionOk="0" h="4566" w="5649">
                    <a:moveTo>
                      <a:pt x="2827" y="0"/>
                    </a:moveTo>
                    <a:cubicBezTo>
                      <a:pt x="1262" y="0"/>
                      <a:pt x="1" y="1262"/>
                      <a:pt x="1" y="2826"/>
                    </a:cubicBezTo>
                    <a:cubicBezTo>
                      <a:pt x="1" y="3039"/>
                      <a:pt x="18" y="3252"/>
                      <a:pt x="73" y="3465"/>
                    </a:cubicBezTo>
                    <a:cubicBezTo>
                      <a:pt x="180" y="3870"/>
                      <a:pt x="359" y="4245"/>
                      <a:pt x="606" y="4565"/>
                    </a:cubicBezTo>
                    <a:cubicBezTo>
                      <a:pt x="892" y="4493"/>
                      <a:pt x="1173" y="4403"/>
                      <a:pt x="1476" y="4318"/>
                    </a:cubicBezTo>
                    <a:cubicBezTo>
                      <a:pt x="1616" y="4262"/>
                      <a:pt x="1761" y="4228"/>
                      <a:pt x="1902" y="4173"/>
                    </a:cubicBezTo>
                    <a:cubicBezTo>
                      <a:pt x="2149" y="4083"/>
                      <a:pt x="2418" y="3998"/>
                      <a:pt x="2665" y="3909"/>
                    </a:cubicBezTo>
                    <a:cubicBezTo>
                      <a:pt x="2844" y="3853"/>
                      <a:pt x="3001" y="3785"/>
                      <a:pt x="3163" y="3730"/>
                    </a:cubicBezTo>
                    <a:cubicBezTo>
                      <a:pt x="3428" y="3623"/>
                      <a:pt x="3679" y="3534"/>
                      <a:pt x="3926" y="3427"/>
                    </a:cubicBezTo>
                    <a:cubicBezTo>
                      <a:pt x="4549" y="3180"/>
                      <a:pt x="5133" y="2933"/>
                      <a:pt x="5648" y="2681"/>
                    </a:cubicBezTo>
                    <a:cubicBezTo>
                      <a:pt x="5631" y="2255"/>
                      <a:pt x="5508" y="1867"/>
                      <a:pt x="5329" y="1492"/>
                    </a:cubicBezTo>
                    <a:cubicBezTo>
                      <a:pt x="4851" y="605"/>
                      <a:pt x="3909" y="0"/>
                      <a:pt x="28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6"/>
              <p:cNvSpPr/>
              <p:nvPr/>
            </p:nvSpPr>
            <p:spPr>
              <a:xfrm>
                <a:off x="1569450" y="1004088"/>
                <a:ext cx="126100" cy="74175"/>
              </a:xfrm>
              <a:custGeom>
                <a:rect b="b" l="l" r="r" t="t"/>
                <a:pathLst>
                  <a:path extrusionOk="0" h="2967" w="5044">
                    <a:moveTo>
                      <a:pt x="5043" y="0"/>
                    </a:moveTo>
                    <a:cubicBezTo>
                      <a:pt x="4528" y="252"/>
                      <a:pt x="3944" y="499"/>
                      <a:pt x="3321" y="746"/>
                    </a:cubicBezTo>
                    <a:cubicBezTo>
                      <a:pt x="3074" y="853"/>
                      <a:pt x="2823" y="942"/>
                      <a:pt x="2558" y="1049"/>
                    </a:cubicBezTo>
                    <a:cubicBezTo>
                      <a:pt x="2396" y="1104"/>
                      <a:pt x="2239" y="1172"/>
                      <a:pt x="2060" y="1228"/>
                    </a:cubicBezTo>
                    <a:cubicBezTo>
                      <a:pt x="1813" y="1317"/>
                      <a:pt x="1544" y="1402"/>
                      <a:pt x="1297" y="1492"/>
                    </a:cubicBezTo>
                    <a:cubicBezTo>
                      <a:pt x="1156" y="1547"/>
                      <a:pt x="1011" y="1581"/>
                      <a:pt x="871" y="1637"/>
                    </a:cubicBezTo>
                    <a:cubicBezTo>
                      <a:pt x="568" y="1722"/>
                      <a:pt x="287" y="1812"/>
                      <a:pt x="1" y="1884"/>
                    </a:cubicBezTo>
                    <a:cubicBezTo>
                      <a:pt x="517" y="2540"/>
                      <a:pt x="1314" y="2967"/>
                      <a:pt x="2222" y="2967"/>
                    </a:cubicBezTo>
                    <a:cubicBezTo>
                      <a:pt x="3782" y="2967"/>
                      <a:pt x="5043" y="1688"/>
                      <a:pt x="5043" y="145"/>
                    </a:cubicBezTo>
                    <a:lnTo>
                      <a:pt x="504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 name="Google Shape;490;p36"/>
            <p:cNvSpPr/>
            <p:nvPr/>
          </p:nvSpPr>
          <p:spPr>
            <a:xfrm rot="-1063722">
              <a:off x="747753" y="946833"/>
              <a:ext cx="754633" cy="33354"/>
            </a:xfrm>
            <a:custGeom>
              <a:rect b="b" l="l" r="r" t="t"/>
              <a:pathLst>
                <a:path extrusionOk="0" h="10573" w="29051">
                  <a:moveTo>
                    <a:pt x="0" y="10573"/>
                  </a:moveTo>
                  <a:cubicBezTo>
                    <a:pt x="10254" y="9551"/>
                    <a:pt x="20673" y="6000"/>
                    <a:pt x="29051" y="0"/>
                  </a:cubicBezTo>
                </a:path>
              </a:pathLst>
            </a:custGeom>
            <a:noFill/>
            <a:ln cap="flat" cmpd="sng" w="19050">
              <a:solidFill>
                <a:schemeClr val="dk1"/>
              </a:solidFill>
              <a:prstDash val="solid"/>
              <a:round/>
              <a:headEnd len="med" w="med" type="none"/>
              <a:tailEnd len="med" w="med" type="none"/>
            </a:ln>
          </p:spPr>
        </p:sp>
        <p:sp>
          <p:nvSpPr>
            <p:cNvPr id="491" name="Google Shape;491;p36"/>
            <p:cNvSpPr/>
            <p:nvPr/>
          </p:nvSpPr>
          <p:spPr>
            <a:xfrm>
              <a:off x="1268275" y="587300"/>
              <a:ext cx="25800" cy="69275"/>
            </a:xfrm>
            <a:custGeom>
              <a:rect b="b" l="l" r="r" t="t"/>
              <a:pathLst>
                <a:path extrusionOk="0" h="2771" w="1032">
                  <a:moveTo>
                    <a:pt x="516" y="141"/>
                  </a:moveTo>
                  <a:cubicBezTo>
                    <a:pt x="533" y="141"/>
                    <a:pt x="550" y="141"/>
                    <a:pt x="567" y="158"/>
                  </a:cubicBezTo>
                  <a:cubicBezTo>
                    <a:pt x="606" y="175"/>
                    <a:pt x="640" y="231"/>
                    <a:pt x="695" y="299"/>
                  </a:cubicBezTo>
                  <a:cubicBezTo>
                    <a:pt x="746" y="405"/>
                    <a:pt x="802" y="550"/>
                    <a:pt x="836" y="746"/>
                  </a:cubicBezTo>
                  <a:cubicBezTo>
                    <a:pt x="870" y="938"/>
                    <a:pt x="887" y="1151"/>
                    <a:pt x="887" y="1386"/>
                  </a:cubicBezTo>
                  <a:cubicBezTo>
                    <a:pt x="887" y="1739"/>
                    <a:pt x="836" y="2059"/>
                    <a:pt x="763" y="2289"/>
                  </a:cubicBezTo>
                  <a:cubicBezTo>
                    <a:pt x="729" y="2396"/>
                    <a:pt x="674" y="2485"/>
                    <a:pt x="640" y="2558"/>
                  </a:cubicBezTo>
                  <a:cubicBezTo>
                    <a:pt x="606" y="2575"/>
                    <a:pt x="589" y="2592"/>
                    <a:pt x="567" y="2609"/>
                  </a:cubicBezTo>
                  <a:cubicBezTo>
                    <a:pt x="550" y="2626"/>
                    <a:pt x="533" y="2626"/>
                    <a:pt x="516" y="2626"/>
                  </a:cubicBezTo>
                  <a:cubicBezTo>
                    <a:pt x="499" y="2626"/>
                    <a:pt x="482" y="2626"/>
                    <a:pt x="461" y="2609"/>
                  </a:cubicBezTo>
                  <a:cubicBezTo>
                    <a:pt x="427" y="2592"/>
                    <a:pt x="393" y="2536"/>
                    <a:pt x="337" y="2468"/>
                  </a:cubicBezTo>
                  <a:cubicBezTo>
                    <a:pt x="286" y="2362"/>
                    <a:pt x="231" y="2217"/>
                    <a:pt x="197" y="2025"/>
                  </a:cubicBezTo>
                  <a:cubicBezTo>
                    <a:pt x="162" y="1829"/>
                    <a:pt x="141" y="1616"/>
                    <a:pt x="141" y="1386"/>
                  </a:cubicBezTo>
                  <a:cubicBezTo>
                    <a:pt x="141" y="1028"/>
                    <a:pt x="197" y="708"/>
                    <a:pt x="269" y="478"/>
                  </a:cubicBezTo>
                  <a:cubicBezTo>
                    <a:pt x="303" y="371"/>
                    <a:pt x="354" y="282"/>
                    <a:pt x="393" y="214"/>
                  </a:cubicBezTo>
                  <a:cubicBezTo>
                    <a:pt x="427" y="192"/>
                    <a:pt x="444" y="175"/>
                    <a:pt x="461" y="158"/>
                  </a:cubicBezTo>
                  <a:cubicBezTo>
                    <a:pt x="482" y="141"/>
                    <a:pt x="499" y="141"/>
                    <a:pt x="516" y="141"/>
                  </a:cubicBezTo>
                  <a:close/>
                  <a:moveTo>
                    <a:pt x="516" y="0"/>
                  </a:moveTo>
                  <a:cubicBezTo>
                    <a:pt x="461" y="0"/>
                    <a:pt x="427" y="17"/>
                    <a:pt x="393" y="34"/>
                  </a:cubicBezTo>
                  <a:cubicBezTo>
                    <a:pt x="320" y="86"/>
                    <a:pt x="269" y="141"/>
                    <a:pt x="231" y="231"/>
                  </a:cubicBezTo>
                  <a:cubicBezTo>
                    <a:pt x="162" y="354"/>
                    <a:pt x="90" y="512"/>
                    <a:pt x="56" y="708"/>
                  </a:cubicBezTo>
                  <a:cubicBezTo>
                    <a:pt x="18" y="921"/>
                    <a:pt x="0" y="1134"/>
                    <a:pt x="0" y="1386"/>
                  </a:cubicBezTo>
                  <a:cubicBezTo>
                    <a:pt x="0" y="1756"/>
                    <a:pt x="56" y="2093"/>
                    <a:pt x="124" y="2345"/>
                  </a:cubicBezTo>
                  <a:cubicBezTo>
                    <a:pt x="180" y="2468"/>
                    <a:pt x="231" y="2558"/>
                    <a:pt x="286" y="2643"/>
                  </a:cubicBezTo>
                  <a:cubicBezTo>
                    <a:pt x="320" y="2681"/>
                    <a:pt x="354" y="2716"/>
                    <a:pt x="393" y="2733"/>
                  </a:cubicBezTo>
                  <a:cubicBezTo>
                    <a:pt x="427" y="2750"/>
                    <a:pt x="461" y="2771"/>
                    <a:pt x="516" y="2771"/>
                  </a:cubicBezTo>
                  <a:cubicBezTo>
                    <a:pt x="567" y="2771"/>
                    <a:pt x="606" y="2750"/>
                    <a:pt x="640" y="2733"/>
                  </a:cubicBezTo>
                  <a:cubicBezTo>
                    <a:pt x="712" y="2698"/>
                    <a:pt x="763" y="2626"/>
                    <a:pt x="819" y="2536"/>
                  </a:cubicBezTo>
                  <a:cubicBezTo>
                    <a:pt x="870" y="2413"/>
                    <a:pt x="942" y="2255"/>
                    <a:pt x="977" y="2059"/>
                  </a:cubicBezTo>
                  <a:cubicBezTo>
                    <a:pt x="1015" y="1846"/>
                    <a:pt x="1032" y="1633"/>
                    <a:pt x="1032" y="1386"/>
                  </a:cubicBezTo>
                  <a:cubicBezTo>
                    <a:pt x="1032" y="1011"/>
                    <a:pt x="977" y="674"/>
                    <a:pt x="908" y="444"/>
                  </a:cubicBezTo>
                  <a:cubicBezTo>
                    <a:pt x="853" y="320"/>
                    <a:pt x="802" y="214"/>
                    <a:pt x="746" y="124"/>
                  </a:cubicBezTo>
                  <a:cubicBezTo>
                    <a:pt x="712" y="86"/>
                    <a:pt x="674" y="69"/>
                    <a:pt x="640" y="34"/>
                  </a:cubicBezTo>
                  <a:cubicBezTo>
                    <a:pt x="606" y="17"/>
                    <a:pt x="567" y="0"/>
                    <a:pt x="516" y="0"/>
                  </a:cubicBezTo>
                  <a:close/>
                </a:path>
              </a:pathLst>
            </a:custGeom>
            <a:solidFill>
              <a:srgbClr val="01020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6"/>
            <p:cNvSpPr/>
            <p:nvPr/>
          </p:nvSpPr>
          <p:spPr>
            <a:xfrm>
              <a:off x="1231400" y="641000"/>
              <a:ext cx="14300" cy="24850"/>
            </a:xfrm>
            <a:custGeom>
              <a:rect b="b" l="l" r="r" t="t"/>
              <a:pathLst>
                <a:path extrusionOk="0" h="994" w="572">
                  <a:moveTo>
                    <a:pt x="286" y="141"/>
                  </a:moveTo>
                  <a:cubicBezTo>
                    <a:pt x="303" y="141"/>
                    <a:pt x="303" y="141"/>
                    <a:pt x="320" y="158"/>
                  </a:cubicBezTo>
                  <a:cubicBezTo>
                    <a:pt x="337" y="175"/>
                    <a:pt x="376" y="231"/>
                    <a:pt x="393" y="282"/>
                  </a:cubicBezTo>
                  <a:cubicBezTo>
                    <a:pt x="410" y="337"/>
                    <a:pt x="427" y="410"/>
                    <a:pt x="427" y="495"/>
                  </a:cubicBezTo>
                  <a:cubicBezTo>
                    <a:pt x="427" y="602"/>
                    <a:pt x="410" y="691"/>
                    <a:pt x="376" y="764"/>
                  </a:cubicBezTo>
                  <a:cubicBezTo>
                    <a:pt x="359" y="798"/>
                    <a:pt x="337" y="815"/>
                    <a:pt x="320" y="836"/>
                  </a:cubicBezTo>
                  <a:cubicBezTo>
                    <a:pt x="303" y="836"/>
                    <a:pt x="303" y="853"/>
                    <a:pt x="286" y="853"/>
                  </a:cubicBezTo>
                  <a:cubicBezTo>
                    <a:pt x="269" y="853"/>
                    <a:pt x="269" y="836"/>
                    <a:pt x="252" y="836"/>
                  </a:cubicBezTo>
                  <a:cubicBezTo>
                    <a:pt x="231" y="815"/>
                    <a:pt x="197" y="764"/>
                    <a:pt x="180" y="708"/>
                  </a:cubicBezTo>
                  <a:cubicBezTo>
                    <a:pt x="163" y="657"/>
                    <a:pt x="146" y="568"/>
                    <a:pt x="146" y="495"/>
                  </a:cubicBezTo>
                  <a:cubicBezTo>
                    <a:pt x="146" y="388"/>
                    <a:pt x="163" y="303"/>
                    <a:pt x="197" y="231"/>
                  </a:cubicBezTo>
                  <a:cubicBezTo>
                    <a:pt x="214" y="197"/>
                    <a:pt x="231" y="175"/>
                    <a:pt x="252" y="158"/>
                  </a:cubicBezTo>
                  <a:cubicBezTo>
                    <a:pt x="269" y="141"/>
                    <a:pt x="269" y="141"/>
                    <a:pt x="286" y="141"/>
                  </a:cubicBezTo>
                  <a:close/>
                  <a:moveTo>
                    <a:pt x="286" y="1"/>
                  </a:moveTo>
                  <a:cubicBezTo>
                    <a:pt x="231" y="1"/>
                    <a:pt x="197" y="18"/>
                    <a:pt x="163" y="52"/>
                  </a:cubicBezTo>
                  <a:cubicBezTo>
                    <a:pt x="107" y="107"/>
                    <a:pt x="73" y="158"/>
                    <a:pt x="39" y="231"/>
                  </a:cubicBezTo>
                  <a:cubicBezTo>
                    <a:pt x="18" y="320"/>
                    <a:pt x="1" y="410"/>
                    <a:pt x="1" y="495"/>
                  </a:cubicBezTo>
                  <a:cubicBezTo>
                    <a:pt x="1" y="623"/>
                    <a:pt x="39" y="729"/>
                    <a:pt x="73" y="815"/>
                  </a:cubicBezTo>
                  <a:cubicBezTo>
                    <a:pt x="90" y="870"/>
                    <a:pt x="124" y="904"/>
                    <a:pt x="163" y="943"/>
                  </a:cubicBezTo>
                  <a:cubicBezTo>
                    <a:pt x="197" y="960"/>
                    <a:pt x="231" y="994"/>
                    <a:pt x="286" y="994"/>
                  </a:cubicBezTo>
                  <a:cubicBezTo>
                    <a:pt x="337" y="994"/>
                    <a:pt x="376" y="960"/>
                    <a:pt x="410" y="943"/>
                  </a:cubicBezTo>
                  <a:cubicBezTo>
                    <a:pt x="465" y="887"/>
                    <a:pt x="499" y="836"/>
                    <a:pt x="534" y="747"/>
                  </a:cubicBezTo>
                  <a:cubicBezTo>
                    <a:pt x="551" y="674"/>
                    <a:pt x="572" y="585"/>
                    <a:pt x="572" y="495"/>
                  </a:cubicBezTo>
                  <a:cubicBezTo>
                    <a:pt x="572" y="371"/>
                    <a:pt x="534" y="248"/>
                    <a:pt x="499" y="158"/>
                  </a:cubicBezTo>
                  <a:cubicBezTo>
                    <a:pt x="482" y="124"/>
                    <a:pt x="444" y="90"/>
                    <a:pt x="410" y="52"/>
                  </a:cubicBezTo>
                  <a:cubicBezTo>
                    <a:pt x="376" y="18"/>
                    <a:pt x="337" y="1"/>
                    <a:pt x="286" y="1"/>
                  </a:cubicBezTo>
                  <a:close/>
                </a:path>
              </a:pathLst>
            </a:custGeom>
            <a:solidFill>
              <a:srgbClr val="01020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6"/>
            <p:cNvSpPr/>
            <p:nvPr/>
          </p:nvSpPr>
          <p:spPr>
            <a:xfrm>
              <a:off x="1277650" y="716025"/>
              <a:ext cx="21775" cy="28475"/>
            </a:xfrm>
            <a:custGeom>
              <a:rect b="b" l="l" r="r" t="t"/>
              <a:pathLst>
                <a:path extrusionOk="0" h="1139" w="871">
                  <a:moveTo>
                    <a:pt x="427" y="141"/>
                  </a:moveTo>
                  <a:cubicBezTo>
                    <a:pt x="495" y="141"/>
                    <a:pt x="567" y="179"/>
                    <a:pt x="640" y="248"/>
                  </a:cubicBezTo>
                  <a:cubicBezTo>
                    <a:pt x="691" y="337"/>
                    <a:pt x="725" y="444"/>
                    <a:pt x="725" y="567"/>
                  </a:cubicBezTo>
                  <a:cubicBezTo>
                    <a:pt x="725" y="691"/>
                    <a:pt x="691" y="797"/>
                    <a:pt x="640" y="870"/>
                  </a:cubicBezTo>
                  <a:cubicBezTo>
                    <a:pt x="567" y="959"/>
                    <a:pt x="495" y="993"/>
                    <a:pt x="427" y="993"/>
                  </a:cubicBezTo>
                  <a:cubicBezTo>
                    <a:pt x="354" y="993"/>
                    <a:pt x="282" y="959"/>
                    <a:pt x="231" y="870"/>
                  </a:cubicBezTo>
                  <a:cubicBezTo>
                    <a:pt x="175" y="797"/>
                    <a:pt x="141" y="691"/>
                    <a:pt x="141" y="567"/>
                  </a:cubicBezTo>
                  <a:cubicBezTo>
                    <a:pt x="141" y="444"/>
                    <a:pt x="175" y="337"/>
                    <a:pt x="231" y="248"/>
                  </a:cubicBezTo>
                  <a:cubicBezTo>
                    <a:pt x="282" y="179"/>
                    <a:pt x="354" y="141"/>
                    <a:pt x="427" y="141"/>
                  </a:cubicBezTo>
                  <a:close/>
                  <a:moveTo>
                    <a:pt x="427" y="0"/>
                  </a:moveTo>
                  <a:cubicBezTo>
                    <a:pt x="299" y="0"/>
                    <a:pt x="192" y="73"/>
                    <a:pt x="107" y="179"/>
                  </a:cubicBezTo>
                  <a:cubicBezTo>
                    <a:pt x="35" y="265"/>
                    <a:pt x="1" y="410"/>
                    <a:pt x="1" y="567"/>
                  </a:cubicBezTo>
                  <a:cubicBezTo>
                    <a:pt x="1" y="712"/>
                    <a:pt x="35" y="853"/>
                    <a:pt x="107" y="959"/>
                  </a:cubicBezTo>
                  <a:cubicBezTo>
                    <a:pt x="192" y="1066"/>
                    <a:pt x="299" y="1138"/>
                    <a:pt x="427" y="1138"/>
                  </a:cubicBezTo>
                  <a:cubicBezTo>
                    <a:pt x="567" y="1138"/>
                    <a:pt x="674" y="1066"/>
                    <a:pt x="747" y="959"/>
                  </a:cubicBezTo>
                  <a:cubicBezTo>
                    <a:pt x="815" y="853"/>
                    <a:pt x="870" y="712"/>
                    <a:pt x="870" y="567"/>
                  </a:cubicBezTo>
                  <a:cubicBezTo>
                    <a:pt x="870" y="410"/>
                    <a:pt x="815" y="265"/>
                    <a:pt x="747" y="179"/>
                  </a:cubicBezTo>
                  <a:cubicBezTo>
                    <a:pt x="674" y="73"/>
                    <a:pt x="567" y="0"/>
                    <a:pt x="427" y="0"/>
                  </a:cubicBezTo>
                  <a:close/>
                </a:path>
              </a:pathLst>
            </a:custGeom>
            <a:solidFill>
              <a:srgbClr val="01020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6"/>
            <p:cNvSpPr/>
            <p:nvPr/>
          </p:nvSpPr>
          <p:spPr>
            <a:xfrm>
              <a:off x="1031600" y="600625"/>
              <a:ext cx="15150" cy="15050"/>
            </a:xfrm>
            <a:custGeom>
              <a:rect b="b" l="l" r="r" t="t"/>
              <a:pathLst>
                <a:path extrusionOk="0" h="602" w="606">
                  <a:moveTo>
                    <a:pt x="303" y="141"/>
                  </a:moveTo>
                  <a:cubicBezTo>
                    <a:pt x="393" y="141"/>
                    <a:pt x="465" y="213"/>
                    <a:pt x="465" y="299"/>
                  </a:cubicBezTo>
                  <a:cubicBezTo>
                    <a:pt x="465" y="388"/>
                    <a:pt x="393" y="461"/>
                    <a:pt x="303" y="461"/>
                  </a:cubicBezTo>
                  <a:cubicBezTo>
                    <a:pt x="214" y="461"/>
                    <a:pt x="146" y="388"/>
                    <a:pt x="146" y="299"/>
                  </a:cubicBezTo>
                  <a:cubicBezTo>
                    <a:pt x="146" y="213"/>
                    <a:pt x="214" y="141"/>
                    <a:pt x="303" y="141"/>
                  </a:cubicBezTo>
                  <a:close/>
                  <a:moveTo>
                    <a:pt x="303" y="0"/>
                  </a:moveTo>
                  <a:cubicBezTo>
                    <a:pt x="124" y="0"/>
                    <a:pt x="1" y="124"/>
                    <a:pt x="1" y="299"/>
                  </a:cubicBezTo>
                  <a:cubicBezTo>
                    <a:pt x="1" y="478"/>
                    <a:pt x="124" y="601"/>
                    <a:pt x="303" y="601"/>
                  </a:cubicBezTo>
                  <a:cubicBezTo>
                    <a:pt x="465" y="601"/>
                    <a:pt x="606" y="478"/>
                    <a:pt x="606" y="299"/>
                  </a:cubicBezTo>
                  <a:cubicBezTo>
                    <a:pt x="606" y="124"/>
                    <a:pt x="465" y="0"/>
                    <a:pt x="303" y="0"/>
                  </a:cubicBezTo>
                  <a:close/>
                </a:path>
              </a:pathLst>
            </a:custGeom>
            <a:solidFill>
              <a:srgbClr val="21222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 name="Google Shape;495;p36"/>
          <p:cNvSpPr/>
          <p:nvPr/>
        </p:nvSpPr>
        <p:spPr>
          <a:xfrm rot="5400000">
            <a:off x="1295535" y="329825"/>
            <a:ext cx="104700" cy="2886300"/>
          </a:xfrm>
          <a:prstGeom prst="rect">
            <a:avLst/>
          </a:prstGeom>
          <a:gradFill>
            <a:gsLst>
              <a:gs pos="0">
                <a:schemeClr val="dk1"/>
              </a:gs>
              <a:gs pos="48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6"/>
          <p:cNvSpPr/>
          <p:nvPr/>
        </p:nvSpPr>
        <p:spPr>
          <a:xfrm rot="-5400000">
            <a:off x="7461991" y="446625"/>
            <a:ext cx="99900" cy="3416400"/>
          </a:xfrm>
          <a:prstGeom prst="rect">
            <a:avLst/>
          </a:prstGeom>
          <a:gradFill>
            <a:gsLst>
              <a:gs pos="0">
                <a:schemeClr val="dk1"/>
              </a:gs>
              <a:gs pos="48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 name="Shape 500"/>
        <p:cNvGrpSpPr/>
        <p:nvPr/>
      </p:nvGrpSpPr>
      <p:grpSpPr>
        <a:xfrm>
          <a:off x="0" y="0"/>
          <a:ext cx="0" cy="0"/>
          <a:chOff x="0" y="0"/>
          <a:chExt cx="0" cy="0"/>
        </a:xfrm>
      </p:grpSpPr>
      <p:sp>
        <p:nvSpPr>
          <p:cNvPr id="501" name="Google Shape;501;p37"/>
          <p:cNvSpPr txBox="1"/>
          <p:nvPr>
            <p:ph idx="1" type="subTitle"/>
          </p:nvPr>
        </p:nvSpPr>
        <p:spPr>
          <a:xfrm>
            <a:off x="1371875" y="2067700"/>
            <a:ext cx="29196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in case you need it</a:t>
            </a:r>
            <a:endParaRPr/>
          </a:p>
        </p:txBody>
      </p:sp>
      <p:sp>
        <p:nvSpPr>
          <p:cNvPr id="502" name="Google Shape;502;p37"/>
          <p:cNvSpPr txBox="1"/>
          <p:nvPr>
            <p:ph type="title"/>
          </p:nvPr>
        </p:nvSpPr>
        <p:spPr>
          <a:xfrm>
            <a:off x="1371863" y="1721350"/>
            <a:ext cx="2632200" cy="346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SzPts val="990"/>
              <a:buNone/>
            </a:pPr>
            <a:r>
              <a:rPr lang="en"/>
              <a:t>THE GALAXY</a:t>
            </a:r>
            <a:endParaRPr/>
          </a:p>
        </p:txBody>
      </p:sp>
      <p:sp>
        <p:nvSpPr>
          <p:cNvPr id="503" name="Google Shape;503;p37"/>
          <p:cNvSpPr txBox="1"/>
          <p:nvPr>
            <p:ph idx="2" type="title"/>
          </p:nvPr>
        </p:nvSpPr>
        <p:spPr>
          <a:xfrm>
            <a:off x="5385563" y="1721350"/>
            <a:ext cx="2632200" cy="346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SzPts val="990"/>
              <a:buNone/>
            </a:pPr>
            <a:r>
              <a:rPr lang="en"/>
              <a:t>THE FALCON</a:t>
            </a:r>
            <a:endParaRPr/>
          </a:p>
        </p:txBody>
      </p:sp>
      <p:sp>
        <p:nvSpPr>
          <p:cNvPr id="504" name="Google Shape;504;p37"/>
          <p:cNvSpPr txBox="1"/>
          <p:nvPr>
            <p:ph idx="3" type="title"/>
          </p:nvPr>
        </p:nvSpPr>
        <p:spPr>
          <a:xfrm>
            <a:off x="1371863" y="3131583"/>
            <a:ext cx="2632200" cy="346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SzPts val="990"/>
              <a:buNone/>
            </a:pPr>
            <a:r>
              <a:rPr lang="en"/>
              <a:t>THE FORCE</a:t>
            </a:r>
            <a:endParaRPr/>
          </a:p>
        </p:txBody>
      </p:sp>
      <p:sp>
        <p:nvSpPr>
          <p:cNvPr id="505" name="Google Shape;505;p37"/>
          <p:cNvSpPr txBox="1"/>
          <p:nvPr>
            <p:ph idx="4" type="title"/>
          </p:nvPr>
        </p:nvSpPr>
        <p:spPr>
          <a:xfrm>
            <a:off x="5385563" y="3131583"/>
            <a:ext cx="2632200" cy="346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SzPts val="990"/>
              <a:buNone/>
            </a:pPr>
            <a:r>
              <a:rPr lang="en"/>
              <a:t>THE REPUBLIC</a:t>
            </a:r>
            <a:endParaRPr/>
          </a:p>
        </p:txBody>
      </p:sp>
      <p:sp>
        <p:nvSpPr>
          <p:cNvPr id="506" name="Google Shape;506;p37"/>
          <p:cNvSpPr txBox="1"/>
          <p:nvPr>
            <p:ph idx="5" type="subTitle"/>
          </p:nvPr>
        </p:nvSpPr>
        <p:spPr>
          <a:xfrm>
            <a:off x="5385575" y="2067700"/>
            <a:ext cx="29196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in case you need it</a:t>
            </a:r>
            <a:endParaRPr/>
          </a:p>
        </p:txBody>
      </p:sp>
      <p:sp>
        <p:nvSpPr>
          <p:cNvPr id="507" name="Google Shape;507;p37"/>
          <p:cNvSpPr txBox="1"/>
          <p:nvPr>
            <p:ph idx="6" type="subTitle"/>
          </p:nvPr>
        </p:nvSpPr>
        <p:spPr>
          <a:xfrm>
            <a:off x="1371875" y="3477926"/>
            <a:ext cx="29196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in case you need it</a:t>
            </a:r>
            <a:endParaRPr/>
          </a:p>
        </p:txBody>
      </p:sp>
      <p:sp>
        <p:nvSpPr>
          <p:cNvPr id="508" name="Google Shape;508;p37"/>
          <p:cNvSpPr txBox="1"/>
          <p:nvPr>
            <p:ph idx="7" type="subTitle"/>
          </p:nvPr>
        </p:nvSpPr>
        <p:spPr>
          <a:xfrm>
            <a:off x="5385575" y="3477926"/>
            <a:ext cx="29196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in case you need it</a:t>
            </a:r>
            <a:endParaRPr/>
          </a:p>
        </p:txBody>
      </p:sp>
      <p:sp>
        <p:nvSpPr>
          <p:cNvPr id="509" name="Google Shape;509;p37"/>
          <p:cNvSpPr txBox="1"/>
          <p:nvPr>
            <p:ph idx="8"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TABLE OF CONTENTS</a:t>
            </a:r>
            <a:endParaRPr/>
          </a:p>
        </p:txBody>
      </p:sp>
      <p:grpSp>
        <p:nvGrpSpPr>
          <p:cNvPr id="510" name="Google Shape;510;p37"/>
          <p:cNvGrpSpPr/>
          <p:nvPr/>
        </p:nvGrpSpPr>
        <p:grpSpPr>
          <a:xfrm>
            <a:off x="2235700" y="751300"/>
            <a:ext cx="4646700" cy="60550"/>
            <a:chOff x="2235700" y="751300"/>
            <a:chExt cx="4646700" cy="60550"/>
          </a:xfrm>
        </p:grpSpPr>
        <p:sp>
          <p:nvSpPr>
            <p:cNvPr id="511" name="Google Shape;511;p37"/>
            <p:cNvSpPr/>
            <p:nvPr/>
          </p:nvSpPr>
          <p:spPr>
            <a:xfrm>
              <a:off x="2235700" y="751300"/>
              <a:ext cx="331500" cy="57600"/>
            </a:xfrm>
            <a:prstGeom prst="rect">
              <a:avLst/>
            </a:prstGeom>
            <a:gradFill>
              <a:gsLst>
                <a:gs pos="0">
                  <a:schemeClr val="dk1"/>
                </a:gs>
                <a:gs pos="48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7"/>
            <p:cNvSpPr/>
            <p:nvPr/>
          </p:nvSpPr>
          <p:spPr>
            <a:xfrm flipH="1">
              <a:off x="6469900" y="754250"/>
              <a:ext cx="412500" cy="57600"/>
            </a:xfrm>
            <a:prstGeom prst="rect">
              <a:avLst/>
            </a:prstGeom>
            <a:gradFill>
              <a:gsLst>
                <a:gs pos="0">
                  <a:schemeClr val="dk1"/>
                </a:gs>
                <a:gs pos="48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 name="Google Shape;513;p37"/>
          <p:cNvSpPr/>
          <p:nvPr/>
        </p:nvSpPr>
        <p:spPr>
          <a:xfrm>
            <a:off x="1102678" y="1791276"/>
            <a:ext cx="193000" cy="504241"/>
          </a:xfrm>
          <a:prstGeom prst="rect">
            <a:avLst/>
          </a:prstGeom>
        </p:spPr>
        <p:txBody>
          <a:bodyPr>
            <a:prstTxWarp prst="textPlain"/>
          </a:bodyPr>
          <a:lstStyle/>
          <a:p>
            <a:pPr lvl="0" algn="ctr"/>
            <a:r>
              <a:rPr b="1" i="0">
                <a:ln cap="flat" cmpd="sng" w="9525">
                  <a:solidFill>
                    <a:schemeClr val="dk1"/>
                  </a:solidFill>
                  <a:prstDash val="solid"/>
                  <a:round/>
                  <a:headEnd len="sm" w="sm" type="none"/>
                  <a:tailEnd len="sm" w="sm" type="none"/>
                </a:ln>
                <a:noFill/>
                <a:latin typeface="Audiowide"/>
              </a:rPr>
              <a:t>1</a:t>
            </a:r>
          </a:p>
        </p:txBody>
      </p:sp>
      <p:sp>
        <p:nvSpPr>
          <p:cNvPr id="514" name="Google Shape;514;p37"/>
          <p:cNvSpPr/>
          <p:nvPr/>
        </p:nvSpPr>
        <p:spPr>
          <a:xfrm>
            <a:off x="4843818" y="1791267"/>
            <a:ext cx="465559" cy="504250"/>
          </a:xfrm>
          <a:prstGeom prst="rect">
            <a:avLst/>
          </a:prstGeom>
        </p:spPr>
        <p:txBody>
          <a:bodyPr>
            <a:prstTxWarp prst="textPlain"/>
          </a:bodyPr>
          <a:lstStyle/>
          <a:p>
            <a:pPr lvl="0" algn="ctr"/>
            <a:r>
              <a:rPr b="1" i="0">
                <a:ln cap="flat" cmpd="sng" w="9525">
                  <a:solidFill>
                    <a:schemeClr val="dk1"/>
                  </a:solidFill>
                  <a:prstDash val="solid"/>
                  <a:round/>
                  <a:headEnd len="sm" w="sm" type="none"/>
                  <a:tailEnd len="sm" w="sm" type="none"/>
                </a:ln>
                <a:noFill/>
                <a:latin typeface="Audiowide"/>
              </a:rPr>
              <a:t>2</a:t>
            </a:r>
          </a:p>
        </p:txBody>
      </p:sp>
      <p:sp>
        <p:nvSpPr>
          <p:cNvPr id="515" name="Google Shape;515;p37"/>
          <p:cNvSpPr/>
          <p:nvPr/>
        </p:nvSpPr>
        <p:spPr>
          <a:xfrm>
            <a:off x="869575" y="3191453"/>
            <a:ext cx="426103" cy="504250"/>
          </a:xfrm>
          <a:prstGeom prst="rect">
            <a:avLst/>
          </a:prstGeom>
        </p:spPr>
        <p:txBody>
          <a:bodyPr>
            <a:prstTxWarp prst="textPlain"/>
          </a:bodyPr>
          <a:lstStyle/>
          <a:p>
            <a:pPr lvl="0" algn="ctr"/>
            <a:r>
              <a:rPr b="1" i="0">
                <a:ln cap="flat" cmpd="sng" w="9525">
                  <a:solidFill>
                    <a:schemeClr val="dk1"/>
                  </a:solidFill>
                  <a:prstDash val="solid"/>
                  <a:round/>
                  <a:headEnd len="sm" w="sm" type="none"/>
                  <a:tailEnd len="sm" w="sm" type="none"/>
                </a:ln>
                <a:noFill/>
                <a:latin typeface="Audiowide"/>
              </a:rPr>
              <a:t>3</a:t>
            </a:r>
          </a:p>
        </p:txBody>
      </p:sp>
      <p:sp>
        <p:nvSpPr>
          <p:cNvPr id="516" name="Google Shape;516;p37"/>
          <p:cNvSpPr/>
          <p:nvPr/>
        </p:nvSpPr>
        <p:spPr>
          <a:xfrm>
            <a:off x="4843826" y="3191498"/>
            <a:ext cx="465550" cy="504195"/>
          </a:xfrm>
          <a:prstGeom prst="rect">
            <a:avLst/>
          </a:prstGeom>
        </p:spPr>
        <p:txBody>
          <a:bodyPr>
            <a:prstTxWarp prst="textPlain"/>
          </a:bodyPr>
          <a:lstStyle/>
          <a:p>
            <a:pPr lvl="0" algn="ctr"/>
            <a:r>
              <a:rPr b="1" i="0">
                <a:ln cap="flat" cmpd="sng" w="9525">
                  <a:solidFill>
                    <a:schemeClr val="dk1"/>
                  </a:solidFill>
                  <a:prstDash val="solid"/>
                  <a:round/>
                  <a:headEnd len="sm" w="sm" type="none"/>
                  <a:tailEnd len="sm" w="sm" type="none"/>
                </a:ln>
                <a:noFill/>
                <a:latin typeface="Audiowide"/>
              </a:rPr>
              <a:t>4</a:t>
            </a:r>
          </a:p>
        </p:txBody>
      </p:sp>
      <p:sp>
        <p:nvSpPr>
          <p:cNvPr id="517" name="Google Shape;517;p37"/>
          <p:cNvSpPr/>
          <p:nvPr/>
        </p:nvSpPr>
        <p:spPr>
          <a:xfrm rot="10800000">
            <a:off x="1148824" y="563104"/>
            <a:ext cx="204084" cy="204213"/>
          </a:xfrm>
          <a:custGeom>
            <a:rect b="b" l="l" r="r" t="t"/>
            <a:pathLst>
              <a:path extrusionOk="0" h="1459" w="1458">
                <a:moveTo>
                  <a:pt x="623" y="410"/>
                </a:moveTo>
                <a:lnTo>
                  <a:pt x="729" y="0"/>
                </a:lnTo>
                <a:lnTo>
                  <a:pt x="836" y="410"/>
                </a:lnTo>
                <a:cubicBezTo>
                  <a:pt x="870" y="516"/>
                  <a:pt x="959" y="584"/>
                  <a:pt x="1049" y="623"/>
                </a:cubicBezTo>
                <a:lnTo>
                  <a:pt x="1458" y="729"/>
                </a:lnTo>
                <a:lnTo>
                  <a:pt x="1049" y="836"/>
                </a:lnTo>
                <a:cubicBezTo>
                  <a:pt x="942" y="870"/>
                  <a:pt x="870" y="942"/>
                  <a:pt x="836" y="1049"/>
                </a:cubicBezTo>
                <a:lnTo>
                  <a:pt x="729" y="1458"/>
                </a:lnTo>
                <a:lnTo>
                  <a:pt x="623" y="1049"/>
                </a:lnTo>
                <a:cubicBezTo>
                  <a:pt x="605" y="942"/>
                  <a:pt x="516" y="853"/>
                  <a:pt x="409" y="836"/>
                </a:cubicBezTo>
                <a:lnTo>
                  <a:pt x="0" y="729"/>
                </a:lnTo>
                <a:lnTo>
                  <a:pt x="409" y="623"/>
                </a:lnTo>
                <a:cubicBezTo>
                  <a:pt x="516" y="584"/>
                  <a:pt x="605" y="516"/>
                  <a:pt x="623" y="410"/>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7"/>
          <p:cNvSpPr/>
          <p:nvPr/>
        </p:nvSpPr>
        <p:spPr>
          <a:xfrm rot="10800000">
            <a:off x="905737" y="767327"/>
            <a:ext cx="203524" cy="204213"/>
          </a:xfrm>
          <a:custGeom>
            <a:rect b="b" l="l" r="r" t="t"/>
            <a:pathLst>
              <a:path extrusionOk="0" h="1459" w="1454">
                <a:moveTo>
                  <a:pt x="618" y="410"/>
                </a:moveTo>
                <a:lnTo>
                  <a:pt x="725" y="0"/>
                </a:lnTo>
                <a:lnTo>
                  <a:pt x="831" y="410"/>
                </a:lnTo>
                <a:cubicBezTo>
                  <a:pt x="870" y="516"/>
                  <a:pt x="938" y="584"/>
                  <a:pt x="1044" y="623"/>
                </a:cubicBezTo>
                <a:lnTo>
                  <a:pt x="1454" y="729"/>
                </a:lnTo>
                <a:lnTo>
                  <a:pt x="1044" y="836"/>
                </a:lnTo>
                <a:cubicBezTo>
                  <a:pt x="938" y="870"/>
                  <a:pt x="853" y="942"/>
                  <a:pt x="831" y="1049"/>
                </a:cubicBezTo>
                <a:lnTo>
                  <a:pt x="725" y="1458"/>
                </a:lnTo>
                <a:lnTo>
                  <a:pt x="618" y="1049"/>
                </a:lnTo>
                <a:cubicBezTo>
                  <a:pt x="584" y="942"/>
                  <a:pt x="512" y="853"/>
                  <a:pt x="405" y="836"/>
                </a:cubicBezTo>
                <a:lnTo>
                  <a:pt x="0" y="729"/>
                </a:lnTo>
                <a:lnTo>
                  <a:pt x="405" y="623"/>
                </a:lnTo>
                <a:cubicBezTo>
                  <a:pt x="512" y="584"/>
                  <a:pt x="584" y="516"/>
                  <a:pt x="618" y="410"/>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7"/>
          <p:cNvSpPr/>
          <p:nvPr/>
        </p:nvSpPr>
        <p:spPr>
          <a:xfrm rot="1799972">
            <a:off x="771621" y="389554"/>
            <a:ext cx="113317" cy="113537"/>
          </a:xfrm>
          <a:custGeom>
            <a:rect b="b" l="l" r="r" t="t"/>
            <a:pathLst>
              <a:path extrusionOk="0" h="2047" w="2043">
                <a:moveTo>
                  <a:pt x="1011" y="0"/>
                </a:moveTo>
                <a:cubicBezTo>
                  <a:pt x="461" y="0"/>
                  <a:pt x="1" y="465"/>
                  <a:pt x="1" y="1015"/>
                </a:cubicBezTo>
                <a:cubicBezTo>
                  <a:pt x="1" y="1582"/>
                  <a:pt x="461" y="2046"/>
                  <a:pt x="1011" y="2046"/>
                </a:cubicBezTo>
                <a:cubicBezTo>
                  <a:pt x="1582" y="2046"/>
                  <a:pt x="2042" y="1582"/>
                  <a:pt x="2042" y="1015"/>
                </a:cubicBezTo>
                <a:cubicBezTo>
                  <a:pt x="2042" y="465"/>
                  <a:pt x="1582" y="0"/>
                  <a:pt x="1011"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3" name="Shape 523"/>
        <p:cNvGrpSpPr/>
        <p:nvPr/>
      </p:nvGrpSpPr>
      <p:grpSpPr>
        <a:xfrm>
          <a:off x="0" y="0"/>
          <a:ext cx="0" cy="0"/>
          <a:chOff x="0" y="0"/>
          <a:chExt cx="0" cy="0"/>
        </a:xfrm>
      </p:grpSpPr>
      <p:grpSp>
        <p:nvGrpSpPr>
          <p:cNvPr id="524" name="Google Shape;524;p38"/>
          <p:cNvGrpSpPr/>
          <p:nvPr/>
        </p:nvGrpSpPr>
        <p:grpSpPr>
          <a:xfrm>
            <a:off x="6843103" y="3049439"/>
            <a:ext cx="1464283" cy="400139"/>
            <a:chOff x="6843103" y="3278039"/>
            <a:chExt cx="1464283" cy="400139"/>
          </a:xfrm>
        </p:grpSpPr>
        <p:sp>
          <p:nvSpPr>
            <p:cNvPr id="525" name="Google Shape;525;p38"/>
            <p:cNvSpPr/>
            <p:nvPr/>
          </p:nvSpPr>
          <p:spPr>
            <a:xfrm rot="317766">
              <a:off x="6851979" y="3348130"/>
              <a:ext cx="1439943" cy="258922"/>
            </a:xfrm>
            <a:custGeom>
              <a:rect b="b" l="l" r="r" t="t"/>
              <a:pathLst>
                <a:path extrusionOk="0" h="3769" w="20959">
                  <a:moveTo>
                    <a:pt x="14565" y="0"/>
                  </a:moveTo>
                  <a:cubicBezTo>
                    <a:pt x="13568" y="73"/>
                    <a:pt x="12630" y="768"/>
                    <a:pt x="12272" y="1705"/>
                  </a:cubicBezTo>
                  <a:cubicBezTo>
                    <a:pt x="12098" y="1230"/>
                    <a:pt x="11571" y="969"/>
                    <a:pt x="11069" y="969"/>
                  </a:cubicBezTo>
                  <a:cubicBezTo>
                    <a:pt x="11008" y="969"/>
                    <a:pt x="10947" y="973"/>
                    <a:pt x="10887" y="981"/>
                  </a:cubicBezTo>
                  <a:cubicBezTo>
                    <a:pt x="10320" y="1049"/>
                    <a:pt x="9838" y="1369"/>
                    <a:pt x="9361" y="1688"/>
                  </a:cubicBezTo>
                  <a:cubicBezTo>
                    <a:pt x="9047" y="1442"/>
                    <a:pt x="8656" y="1326"/>
                    <a:pt x="8261" y="1326"/>
                  </a:cubicBezTo>
                  <a:cubicBezTo>
                    <a:pt x="7605" y="1326"/>
                    <a:pt x="6940" y="1646"/>
                    <a:pt x="6608" y="2221"/>
                  </a:cubicBezTo>
                  <a:cubicBezTo>
                    <a:pt x="6450" y="1867"/>
                    <a:pt x="6075" y="1620"/>
                    <a:pt x="5704" y="1599"/>
                  </a:cubicBezTo>
                  <a:cubicBezTo>
                    <a:pt x="5688" y="1598"/>
                    <a:pt x="5672" y="1598"/>
                    <a:pt x="5657" y="1598"/>
                  </a:cubicBezTo>
                  <a:cubicBezTo>
                    <a:pt x="5039" y="1598"/>
                    <a:pt x="4662" y="2164"/>
                    <a:pt x="4056" y="2164"/>
                  </a:cubicBezTo>
                  <a:cubicBezTo>
                    <a:pt x="3976" y="2164"/>
                    <a:pt x="3892" y="2154"/>
                    <a:pt x="3803" y="2132"/>
                  </a:cubicBezTo>
                  <a:cubicBezTo>
                    <a:pt x="2985" y="1957"/>
                    <a:pt x="2311" y="1599"/>
                    <a:pt x="1459" y="1565"/>
                  </a:cubicBezTo>
                  <a:cubicBezTo>
                    <a:pt x="1393" y="1558"/>
                    <a:pt x="1325" y="1554"/>
                    <a:pt x="1258" y="1554"/>
                  </a:cubicBezTo>
                  <a:cubicBezTo>
                    <a:pt x="1141" y="1554"/>
                    <a:pt x="1026" y="1566"/>
                    <a:pt x="926" y="1599"/>
                  </a:cubicBezTo>
                  <a:cubicBezTo>
                    <a:pt x="802" y="1637"/>
                    <a:pt x="696" y="1688"/>
                    <a:pt x="589" y="1744"/>
                  </a:cubicBezTo>
                  <a:lnTo>
                    <a:pt x="376" y="1850"/>
                  </a:lnTo>
                  <a:cubicBezTo>
                    <a:pt x="1" y="2046"/>
                    <a:pt x="107" y="2613"/>
                    <a:pt x="534" y="2647"/>
                  </a:cubicBezTo>
                  <a:cubicBezTo>
                    <a:pt x="1672" y="2737"/>
                    <a:pt x="2806" y="2916"/>
                    <a:pt x="3909" y="3180"/>
                  </a:cubicBezTo>
                  <a:lnTo>
                    <a:pt x="3786" y="3500"/>
                  </a:lnTo>
                  <a:cubicBezTo>
                    <a:pt x="4731" y="3628"/>
                    <a:pt x="5682" y="3692"/>
                    <a:pt x="6633" y="3692"/>
                  </a:cubicBezTo>
                  <a:cubicBezTo>
                    <a:pt x="7933" y="3692"/>
                    <a:pt x="9233" y="3571"/>
                    <a:pt x="10516" y="3325"/>
                  </a:cubicBezTo>
                  <a:lnTo>
                    <a:pt x="10516" y="3325"/>
                  </a:lnTo>
                  <a:cubicBezTo>
                    <a:pt x="10461" y="3466"/>
                    <a:pt x="10444" y="3623"/>
                    <a:pt x="10461" y="3768"/>
                  </a:cubicBezTo>
                  <a:cubicBezTo>
                    <a:pt x="10763" y="3768"/>
                    <a:pt x="11066" y="3751"/>
                    <a:pt x="11369" y="3696"/>
                  </a:cubicBezTo>
                  <a:cubicBezTo>
                    <a:pt x="11437" y="3679"/>
                    <a:pt x="11509" y="3662"/>
                    <a:pt x="11582" y="3645"/>
                  </a:cubicBezTo>
                  <a:cubicBezTo>
                    <a:pt x="12076" y="3538"/>
                    <a:pt x="12575" y="3325"/>
                    <a:pt x="13018" y="3056"/>
                  </a:cubicBezTo>
                  <a:cubicBezTo>
                    <a:pt x="13197" y="2950"/>
                    <a:pt x="13376" y="2826"/>
                    <a:pt x="13551" y="2737"/>
                  </a:cubicBezTo>
                  <a:cubicBezTo>
                    <a:pt x="13837" y="2613"/>
                    <a:pt x="14139" y="2579"/>
                    <a:pt x="14442" y="2558"/>
                  </a:cubicBezTo>
                  <a:cubicBezTo>
                    <a:pt x="14576" y="2552"/>
                    <a:pt x="14710" y="2549"/>
                    <a:pt x="14844" y="2549"/>
                  </a:cubicBezTo>
                  <a:cubicBezTo>
                    <a:pt x="15468" y="2549"/>
                    <a:pt x="16085" y="2608"/>
                    <a:pt x="16714" y="2664"/>
                  </a:cubicBezTo>
                  <a:cubicBezTo>
                    <a:pt x="16871" y="2686"/>
                    <a:pt x="17050" y="2703"/>
                    <a:pt x="17212" y="2703"/>
                  </a:cubicBezTo>
                  <a:cubicBezTo>
                    <a:pt x="17839" y="2763"/>
                    <a:pt x="18476" y="2820"/>
                    <a:pt x="19110" y="2820"/>
                  </a:cubicBezTo>
                  <a:cubicBezTo>
                    <a:pt x="19425" y="2820"/>
                    <a:pt x="19739" y="2806"/>
                    <a:pt x="20051" y="2771"/>
                  </a:cubicBezTo>
                  <a:cubicBezTo>
                    <a:pt x="20426" y="2720"/>
                    <a:pt x="20870" y="2579"/>
                    <a:pt x="20959" y="2204"/>
                  </a:cubicBezTo>
                  <a:cubicBezTo>
                    <a:pt x="20017" y="2204"/>
                    <a:pt x="19058" y="2046"/>
                    <a:pt x="18150" y="1761"/>
                  </a:cubicBezTo>
                  <a:cubicBezTo>
                    <a:pt x="18099" y="1744"/>
                    <a:pt x="18026" y="1705"/>
                    <a:pt x="17958" y="1688"/>
                  </a:cubicBezTo>
                  <a:cubicBezTo>
                    <a:pt x="17813" y="1654"/>
                    <a:pt x="17690" y="1599"/>
                    <a:pt x="17549" y="1548"/>
                  </a:cubicBezTo>
                  <a:cubicBezTo>
                    <a:pt x="17645" y="1483"/>
                    <a:pt x="17756" y="1470"/>
                    <a:pt x="17872" y="1470"/>
                  </a:cubicBezTo>
                  <a:cubicBezTo>
                    <a:pt x="17946" y="1470"/>
                    <a:pt x="18022" y="1475"/>
                    <a:pt x="18099" y="1475"/>
                  </a:cubicBezTo>
                  <a:cubicBezTo>
                    <a:pt x="18312" y="1475"/>
                    <a:pt x="18576" y="1386"/>
                    <a:pt x="18525" y="1138"/>
                  </a:cubicBezTo>
                  <a:cubicBezTo>
                    <a:pt x="18508" y="998"/>
                    <a:pt x="18402" y="891"/>
                    <a:pt x="18257" y="853"/>
                  </a:cubicBezTo>
                  <a:cubicBezTo>
                    <a:pt x="17566" y="729"/>
                    <a:pt x="16837" y="640"/>
                    <a:pt x="16125" y="623"/>
                  </a:cubicBezTo>
                  <a:lnTo>
                    <a:pt x="15205" y="623"/>
                  </a:lnTo>
                  <a:cubicBezTo>
                    <a:pt x="15328" y="482"/>
                    <a:pt x="15256" y="235"/>
                    <a:pt x="15115" y="128"/>
                  </a:cubicBezTo>
                  <a:cubicBezTo>
                    <a:pt x="15026" y="56"/>
                    <a:pt x="14902" y="22"/>
                    <a:pt x="147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 name="Google Shape;526;p38"/>
            <p:cNvGrpSpPr/>
            <p:nvPr/>
          </p:nvGrpSpPr>
          <p:grpSpPr>
            <a:xfrm>
              <a:off x="6847666" y="3278039"/>
              <a:ext cx="1459721" cy="400139"/>
              <a:chOff x="6847666" y="3278039"/>
              <a:chExt cx="1459721" cy="400139"/>
            </a:xfrm>
          </p:grpSpPr>
          <p:sp>
            <p:nvSpPr>
              <p:cNvPr id="527" name="Google Shape;527;p38"/>
              <p:cNvSpPr/>
              <p:nvPr/>
            </p:nvSpPr>
            <p:spPr>
              <a:xfrm rot="317766">
                <a:off x="6856971" y="3343976"/>
                <a:ext cx="1441111" cy="268265"/>
              </a:xfrm>
              <a:custGeom>
                <a:rect b="b" l="l" r="r" t="t"/>
                <a:pathLst>
                  <a:path extrusionOk="0" h="3905" w="20976">
                    <a:moveTo>
                      <a:pt x="14706" y="141"/>
                    </a:moveTo>
                    <a:cubicBezTo>
                      <a:pt x="14812" y="158"/>
                      <a:pt x="14919" y="196"/>
                      <a:pt x="14987" y="247"/>
                    </a:cubicBezTo>
                    <a:cubicBezTo>
                      <a:pt x="15042" y="264"/>
                      <a:pt x="15076" y="320"/>
                      <a:pt x="15093" y="354"/>
                    </a:cubicBezTo>
                    <a:cubicBezTo>
                      <a:pt x="15115" y="409"/>
                      <a:pt x="15132" y="460"/>
                      <a:pt x="15132" y="516"/>
                    </a:cubicBezTo>
                    <a:cubicBezTo>
                      <a:pt x="15132" y="567"/>
                      <a:pt x="15115" y="601"/>
                      <a:pt x="15076" y="639"/>
                    </a:cubicBezTo>
                    <a:lnTo>
                      <a:pt x="14970" y="763"/>
                    </a:lnTo>
                    <a:lnTo>
                      <a:pt x="16052" y="763"/>
                    </a:lnTo>
                    <a:cubicBezTo>
                      <a:pt x="16764" y="780"/>
                      <a:pt x="17476" y="870"/>
                      <a:pt x="18184" y="993"/>
                    </a:cubicBezTo>
                    <a:cubicBezTo>
                      <a:pt x="18239" y="1010"/>
                      <a:pt x="18273" y="1027"/>
                      <a:pt x="18312" y="1083"/>
                    </a:cubicBezTo>
                    <a:cubicBezTo>
                      <a:pt x="18363" y="1117"/>
                      <a:pt x="18380" y="1155"/>
                      <a:pt x="18397" y="1206"/>
                    </a:cubicBezTo>
                    <a:lnTo>
                      <a:pt x="18397" y="1240"/>
                    </a:lnTo>
                    <a:cubicBezTo>
                      <a:pt x="18397" y="1279"/>
                      <a:pt x="18380" y="1313"/>
                      <a:pt x="18363" y="1347"/>
                    </a:cubicBezTo>
                    <a:cubicBezTo>
                      <a:pt x="18346" y="1385"/>
                      <a:pt x="18290" y="1420"/>
                      <a:pt x="18222" y="1437"/>
                    </a:cubicBezTo>
                    <a:cubicBezTo>
                      <a:pt x="18167" y="1454"/>
                      <a:pt x="18098" y="1475"/>
                      <a:pt x="18026" y="1475"/>
                    </a:cubicBezTo>
                    <a:lnTo>
                      <a:pt x="17796" y="1475"/>
                    </a:lnTo>
                    <a:cubicBezTo>
                      <a:pt x="17672" y="1475"/>
                      <a:pt x="17544" y="1475"/>
                      <a:pt x="17438" y="1560"/>
                    </a:cubicBezTo>
                    <a:lnTo>
                      <a:pt x="17331" y="1633"/>
                    </a:lnTo>
                    <a:lnTo>
                      <a:pt x="17459" y="1688"/>
                    </a:lnTo>
                    <a:cubicBezTo>
                      <a:pt x="17583" y="1739"/>
                      <a:pt x="17723" y="1773"/>
                      <a:pt x="17864" y="1829"/>
                    </a:cubicBezTo>
                    <a:cubicBezTo>
                      <a:pt x="17919" y="1846"/>
                      <a:pt x="17992" y="1863"/>
                      <a:pt x="18060" y="1901"/>
                    </a:cubicBezTo>
                    <a:cubicBezTo>
                      <a:pt x="18954" y="2173"/>
                      <a:pt x="19863" y="2333"/>
                      <a:pt x="20788" y="2344"/>
                    </a:cubicBezTo>
                    <a:lnTo>
                      <a:pt x="20788" y="2344"/>
                    </a:lnTo>
                    <a:cubicBezTo>
                      <a:pt x="20769" y="2392"/>
                      <a:pt x="20742" y="2433"/>
                      <a:pt x="20707" y="2468"/>
                    </a:cubicBezTo>
                    <a:cubicBezTo>
                      <a:pt x="20635" y="2558"/>
                      <a:pt x="20511" y="2626"/>
                      <a:pt x="20387" y="2681"/>
                    </a:cubicBezTo>
                    <a:cubicBezTo>
                      <a:pt x="20264" y="2715"/>
                      <a:pt x="20102" y="2754"/>
                      <a:pt x="19978" y="2771"/>
                    </a:cubicBezTo>
                    <a:cubicBezTo>
                      <a:pt x="19658" y="2805"/>
                      <a:pt x="19339" y="2822"/>
                      <a:pt x="19019" y="2822"/>
                    </a:cubicBezTo>
                    <a:cubicBezTo>
                      <a:pt x="18397" y="2822"/>
                      <a:pt x="17757" y="2771"/>
                      <a:pt x="17139" y="2698"/>
                    </a:cubicBezTo>
                    <a:cubicBezTo>
                      <a:pt x="16977" y="2698"/>
                      <a:pt x="16820" y="2681"/>
                      <a:pt x="16658" y="2664"/>
                    </a:cubicBezTo>
                    <a:cubicBezTo>
                      <a:pt x="16052" y="2609"/>
                      <a:pt x="15451" y="2541"/>
                      <a:pt x="14829" y="2541"/>
                    </a:cubicBezTo>
                    <a:cubicBezTo>
                      <a:pt x="14667" y="2541"/>
                      <a:pt x="14509" y="2558"/>
                      <a:pt x="14369" y="2558"/>
                    </a:cubicBezTo>
                    <a:cubicBezTo>
                      <a:pt x="14049" y="2575"/>
                      <a:pt x="13747" y="2609"/>
                      <a:pt x="13461" y="2732"/>
                    </a:cubicBezTo>
                    <a:cubicBezTo>
                      <a:pt x="13248" y="2822"/>
                      <a:pt x="13090" y="2945"/>
                      <a:pt x="12911" y="3052"/>
                    </a:cubicBezTo>
                    <a:cubicBezTo>
                      <a:pt x="12468" y="3338"/>
                      <a:pt x="11986" y="3534"/>
                      <a:pt x="11492" y="3640"/>
                    </a:cubicBezTo>
                    <a:cubicBezTo>
                      <a:pt x="11419" y="3657"/>
                      <a:pt x="11347" y="3674"/>
                      <a:pt x="11279" y="3691"/>
                    </a:cubicBezTo>
                    <a:cubicBezTo>
                      <a:pt x="10995" y="3746"/>
                      <a:pt x="10727" y="3764"/>
                      <a:pt x="10448" y="3764"/>
                    </a:cubicBezTo>
                    <a:lnTo>
                      <a:pt x="10448" y="3764"/>
                    </a:lnTo>
                    <a:cubicBezTo>
                      <a:pt x="10445" y="3752"/>
                      <a:pt x="10443" y="3741"/>
                      <a:pt x="10443" y="3730"/>
                    </a:cubicBezTo>
                    <a:cubicBezTo>
                      <a:pt x="10443" y="3623"/>
                      <a:pt x="10477" y="3517"/>
                      <a:pt x="10511" y="3427"/>
                    </a:cubicBezTo>
                    <a:lnTo>
                      <a:pt x="10567" y="3303"/>
                    </a:lnTo>
                    <a:lnTo>
                      <a:pt x="10443" y="3321"/>
                    </a:lnTo>
                    <a:cubicBezTo>
                      <a:pt x="9147" y="3568"/>
                      <a:pt x="7847" y="3691"/>
                      <a:pt x="6535" y="3691"/>
                    </a:cubicBezTo>
                    <a:cubicBezTo>
                      <a:pt x="5623" y="3691"/>
                      <a:pt x="4711" y="3627"/>
                      <a:pt x="3819" y="3511"/>
                    </a:cubicBezTo>
                    <a:lnTo>
                      <a:pt x="3819" y="3511"/>
                    </a:lnTo>
                    <a:lnTo>
                      <a:pt x="3943" y="3197"/>
                    </a:lnTo>
                    <a:lnTo>
                      <a:pt x="3854" y="3180"/>
                    </a:lnTo>
                    <a:cubicBezTo>
                      <a:pt x="2733" y="2911"/>
                      <a:pt x="1599" y="2732"/>
                      <a:pt x="461" y="2647"/>
                    </a:cubicBezTo>
                    <a:cubicBezTo>
                      <a:pt x="354" y="2626"/>
                      <a:pt x="282" y="2592"/>
                      <a:pt x="231" y="2519"/>
                    </a:cubicBezTo>
                    <a:cubicBezTo>
                      <a:pt x="175" y="2468"/>
                      <a:pt x="141" y="2379"/>
                      <a:pt x="141" y="2289"/>
                    </a:cubicBezTo>
                    <a:cubicBezTo>
                      <a:pt x="141" y="2238"/>
                      <a:pt x="158" y="2165"/>
                      <a:pt x="196" y="2114"/>
                    </a:cubicBezTo>
                    <a:cubicBezTo>
                      <a:pt x="213" y="2059"/>
                      <a:pt x="265" y="2025"/>
                      <a:pt x="320" y="1986"/>
                    </a:cubicBezTo>
                    <a:lnTo>
                      <a:pt x="550" y="1880"/>
                    </a:lnTo>
                    <a:cubicBezTo>
                      <a:pt x="657" y="1812"/>
                      <a:pt x="763" y="1756"/>
                      <a:pt x="870" y="1739"/>
                    </a:cubicBezTo>
                    <a:cubicBezTo>
                      <a:pt x="976" y="1705"/>
                      <a:pt x="1100" y="1688"/>
                      <a:pt x="1224" y="1688"/>
                    </a:cubicBezTo>
                    <a:cubicBezTo>
                      <a:pt x="1279" y="1688"/>
                      <a:pt x="1330" y="1688"/>
                      <a:pt x="1369" y="1705"/>
                    </a:cubicBezTo>
                    <a:cubicBezTo>
                      <a:pt x="1795" y="1722"/>
                      <a:pt x="2166" y="1812"/>
                      <a:pt x="2558" y="1935"/>
                    </a:cubicBezTo>
                    <a:cubicBezTo>
                      <a:pt x="2929" y="2042"/>
                      <a:pt x="3304" y="2182"/>
                      <a:pt x="3713" y="2272"/>
                    </a:cubicBezTo>
                    <a:cubicBezTo>
                      <a:pt x="3798" y="2289"/>
                      <a:pt x="3888" y="2306"/>
                      <a:pt x="3960" y="2306"/>
                    </a:cubicBezTo>
                    <a:cubicBezTo>
                      <a:pt x="4118" y="2306"/>
                      <a:pt x="4280" y="2272"/>
                      <a:pt x="4420" y="2221"/>
                    </a:cubicBezTo>
                    <a:cubicBezTo>
                      <a:pt x="4617" y="2131"/>
                      <a:pt x="4813" y="2008"/>
                      <a:pt x="4992" y="1901"/>
                    </a:cubicBezTo>
                    <a:cubicBezTo>
                      <a:pt x="5183" y="1812"/>
                      <a:pt x="5362" y="1739"/>
                      <a:pt x="5576" y="1739"/>
                    </a:cubicBezTo>
                    <a:lnTo>
                      <a:pt x="5610" y="1739"/>
                    </a:lnTo>
                    <a:cubicBezTo>
                      <a:pt x="5985" y="1756"/>
                      <a:pt x="6321" y="1986"/>
                      <a:pt x="6483" y="2327"/>
                    </a:cubicBezTo>
                    <a:lnTo>
                      <a:pt x="6535" y="2451"/>
                    </a:lnTo>
                    <a:lnTo>
                      <a:pt x="6607" y="2327"/>
                    </a:lnTo>
                    <a:cubicBezTo>
                      <a:pt x="6910" y="1773"/>
                      <a:pt x="7566" y="1454"/>
                      <a:pt x="8205" y="1454"/>
                    </a:cubicBezTo>
                    <a:cubicBezTo>
                      <a:pt x="8576" y="1454"/>
                      <a:pt x="8951" y="1581"/>
                      <a:pt x="9254" y="1812"/>
                    </a:cubicBezTo>
                    <a:lnTo>
                      <a:pt x="9288" y="1846"/>
                    </a:lnTo>
                    <a:lnTo>
                      <a:pt x="9322" y="1812"/>
                    </a:lnTo>
                    <a:cubicBezTo>
                      <a:pt x="9804" y="1509"/>
                      <a:pt x="10281" y="1189"/>
                      <a:pt x="10814" y="1117"/>
                    </a:cubicBezTo>
                    <a:lnTo>
                      <a:pt x="10993" y="1117"/>
                    </a:lnTo>
                    <a:cubicBezTo>
                      <a:pt x="11240" y="1117"/>
                      <a:pt x="11492" y="1172"/>
                      <a:pt x="11684" y="1296"/>
                    </a:cubicBezTo>
                    <a:cubicBezTo>
                      <a:pt x="11897" y="1402"/>
                      <a:pt x="12059" y="1581"/>
                      <a:pt x="12131" y="1795"/>
                    </a:cubicBezTo>
                    <a:lnTo>
                      <a:pt x="12199" y="1969"/>
                    </a:lnTo>
                    <a:lnTo>
                      <a:pt x="12272" y="1795"/>
                    </a:lnTo>
                    <a:cubicBezTo>
                      <a:pt x="12608" y="887"/>
                      <a:pt x="13533" y="196"/>
                      <a:pt x="14492" y="141"/>
                    </a:cubicBezTo>
                    <a:close/>
                    <a:moveTo>
                      <a:pt x="14492" y="0"/>
                    </a:moveTo>
                    <a:cubicBezTo>
                      <a:pt x="13516" y="65"/>
                      <a:pt x="12605" y="706"/>
                      <a:pt x="12196" y="1588"/>
                    </a:cubicBezTo>
                    <a:lnTo>
                      <a:pt x="12196" y="1588"/>
                    </a:lnTo>
                    <a:cubicBezTo>
                      <a:pt x="12092" y="1407"/>
                      <a:pt x="11934" y="1268"/>
                      <a:pt x="11756" y="1172"/>
                    </a:cubicBezTo>
                    <a:cubicBezTo>
                      <a:pt x="11526" y="1027"/>
                      <a:pt x="11257" y="976"/>
                      <a:pt x="10993" y="976"/>
                    </a:cubicBezTo>
                    <a:lnTo>
                      <a:pt x="10797" y="976"/>
                    </a:lnTo>
                    <a:cubicBezTo>
                      <a:pt x="10245" y="1063"/>
                      <a:pt x="9742" y="1369"/>
                      <a:pt x="9291" y="1664"/>
                    </a:cubicBezTo>
                    <a:lnTo>
                      <a:pt x="9291" y="1664"/>
                    </a:lnTo>
                    <a:cubicBezTo>
                      <a:pt x="8976" y="1429"/>
                      <a:pt x="8581" y="1313"/>
                      <a:pt x="8205" y="1313"/>
                    </a:cubicBezTo>
                    <a:cubicBezTo>
                      <a:pt x="7550" y="1313"/>
                      <a:pt x="6899" y="1612"/>
                      <a:pt x="6544" y="2154"/>
                    </a:cubicBezTo>
                    <a:lnTo>
                      <a:pt x="6544" y="2154"/>
                    </a:lnTo>
                    <a:cubicBezTo>
                      <a:pt x="6346" y="1828"/>
                      <a:pt x="5994" y="1614"/>
                      <a:pt x="5631" y="1599"/>
                    </a:cubicBezTo>
                    <a:lnTo>
                      <a:pt x="5576" y="1599"/>
                    </a:lnTo>
                    <a:cubicBezTo>
                      <a:pt x="5418" y="1599"/>
                      <a:pt x="5256" y="1633"/>
                      <a:pt x="5132" y="1688"/>
                    </a:cubicBezTo>
                    <a:cubicBezTo>
                      <a:pt x="4919" y="1773"/>
                      <a:pt x="4740" y="1901"/>
                      <a:pt x="4544" y="1986"/>
                    </a:cubicBezTo>
                    <a:cubicBezTo>
                      <a:pt x="4369" y="2093"/>
                      <a:pt x="4173" y="2165"/>
                      <a:pt x="3960" y="2165"/>
                    </a:cubicBezTo>
                    <a:cubicBezTo>
                      <a:pt x="3888" y="2165"/>
                      <a:pt x="3819" y="2148"/>
                      <a:pt x="3747" y="2131"/>
                    </a:cubicBezTo>
                    <a:cubicBezTo>
                      <a:pt x="3338" y="2042"/>
                      <a:pt x="2967" y="1918"/>
                      <a:pt x="2592" y="1795"/>
                    </a:cubicBezTo>
                    <a:cubicBezTo>
                      <a:pt x="2221" y="1667"/>
                      <a:pt x="1812" y="1581"/>
                      <a:pt x="1386" y="1560"/>
                    </a:cubicBezTo>
                    <a:cubicBezTo>
                      <a:pt x="1330" y="1543"/>
                      <a:pt x="1279" y="1543"/>
                      <a:pt x="1224" y="1543"/>
                    </a:cubicBezTo>
                    <a:cubicBezTo>
                      <a:pt x="1083" y="1543"/>
                      <a:pt x="959" y="1560"/>
                      <a:pt x="814" y="1599"/>
                    </a:cubicBezTo>
                    <a:cubicBezTo>
                      <a:pt x="691" y="1633"/>
                      <a:pt x="584" y="1688"/>
                      <a:pt x="478" y="1756"/>
                    </a:cubicBezTo>
                    <a:lnTo>
                      <a:pt x="265" y="1863"/>
                    </a:lnTo>
                    <a:cubicBezTo>
                      <a:pt x="175" y="1901"/>
                      <a:pt x="107" y="1969"/>
                      <a:pt x="69" y="2042"/>
                    </a:cubicBezTo>
                    <a:cubicBezTo>
                      <a:pt x="17" y="2131"/>
                      <a:pt x="0" y="2200"/>
                      <a:pt x="0" y="2289"/>
                    </a:cubicBezTo>
                    <a:cubicBezTo>
                      <a:pt x="0" y="2413"/>
                      <a:pt x="34" y="2519"/>
                      <a:pt x="124" y="2609"/>
                    </a:cubicBezTo>
                    <a:cubicBezTo>
                      <a:pt x="196" y="2698"/>
                      <a:pt x="303" y="2771"/>
                      <a:pt x="444" y="2788"/>
                    </a:cubicBezTo>
                    <a:cubicBezTo>
                      <a:pt x="1556" y="2875"/>
                      <a:pt x="2663" y="3044"/>
                      <a:pt x="3743" y="3302"/>
                    </a:cubicBezTo>
                    <a:lnTo>
                      <a:pt x="3743" y="3302"/>
                    </a:lnTo>
                    <a:lnTo>
                      <a:pt x="3606" y="3623"/>
                    </a:lnTo>
                    <a:lnTo>
                      <a:pt x="3692" y="3640"/>
                    </a:lnTo>
                    <a:cubicBezTo>
                      <a:pt x="4634" y="3764"/>
                      <a:pt x="5593" y="3836"/>
                      <a:pt x="6535" y="3836"/>
                    </a:cubicBezTo>
                    <a:cubicBezTo>
                      <a:pt x="7807" y="3836"/>
                      <a:pt x="9084" y="3720"/>
                      <a:pt x="10342" y="3484"/>
                    </a:cubicBezTo>
                    <a:lnTo>
                      <a:pt x="10342" y="3484"/>
                    </a:lnTo>
                    <a:cubicBezTo>
                      <a:pt x="10315" y="3563"/>
                      <a:pt x="10298" y="3647"/>
                      <a:pt x="10298" y="3730"/>
                    </a:cubicBezTo>
                    <a:cubicBezTo>
                      <a:pt x="10298" y="3764"/>
                      <a:pt x="10320" y="3798"/>
                      <a:pt x="10320" y="3853"/>
                    </a:cubicBezTo>
                    <a:lnTo>
                      <a:pt x="10320" y="3904"/>
                    </a:lnTo>
                    <a:lnTo>
                      <a:pt x="10443" y="3904"/>
                    </a:lnTo>
                    <a:cubicBezTo>
                      <a:pt x="10724" y="3904"/>
                      <a:pt x="11010" y="3887"/>
                      <a:pt x="11296" y="3836"/>
                    </a:cubicBezTo>
                    <a:cubicBezTo>
                      <a:pt x="11364" y="3819"/>
                      <a:pt x="11453" y="3798"/>
                      <a:pt x="11526" y="3781"/>
                    </a:cubicBezTo>
                    <a:cubicBezTo>
                      <a:pt x="12042" y="3674"/>
                      <a:pt x="12536" y="3461"/>
                      <a:pt x="12984" y="3180"/>
                    </a:cubicBezTo>
                    <a:cubicBezTo>
                      <a:pt x="13158" y="3073"/>
                      <a:pt x="13337" y="2945"/>
                      <a:pt x="13516" y="2877"/>
                    </a:cubicBezTo>
                    <a:cubicBezTo>
                      <a:pt x="13781" y="2754"/>
                      <a:pt x="14066" y="2715"/>
                      <a:pt x="14369" y="2698"/>
                    </a:cubicBezTo>
                    <a:cubicBezTo>
                      <a:pt x="14527" y="2698"/>
                      <a:pt x="14667" y="2681"/>
                      <a:pt x="14829" y="2681"/>
                    </a:cubicBezTo>
                    <a:cubicBezTo>
                      <a:pt x="15434" y="2681"/>
                      <a:pt x="16035" y="2754"/>
                      <a:pt x="16641" y="2805"/>
                    </a:cubicBezTo>
                    <a:cubicBezTo>
                      <a:pt x="16798" y="2822"/>
                      <a:pt x="16960" y="2839"/>
                      <a:pt x="17118" y="2839"/>
                    </a:cubicBezTo>
                    <a:cubicBezTo>
                      <a:pt x="17757" y="2911"/>
                      <a:pt x="18380" y="2967"/>
                      <a:pt x="19019" y="2967"/>
                    </a:cubicBezTo>
                    <a:cubicBezTo>
                      <a:pt x="19339" y="2967"/>
                      <a:pt x="19658" y="2945"/>
                      <a:pt x="19995" y="2911"/>
                    </a:cubicBezTo>
                    <a:cubicBezTo>
                      <a:pt x="20191" y="2894"/>
                      <a:pt x="20387" y="2839"/>
                      <a:pt x="20583" y="2754"/>
                    </a:cubicBezTo>
                    <a:cubicBezTo>
                      <a:pt x="20673" y="2698"/>
                      <a:pt x="20741" y="2647"/>
                      <a:pt x="20814" y="2558"/>
                    </a:cubicBezTo>
                    <a:cubicBezTo>
                      <a:pt x="20886" y="2485"/>
                      <a:pt x="20937" y="2396"/>
                      <a:pt x="20954" y="2289"/>
                    </a:cubicBezTo>
                    <a:lnTo>
                      <a:pt x="20976" y="2200"/>
                    </a:lnTo>
                    <a:lnTo>
                      <a:pt x="20886" y="2200"/>
                    </a:lnTo>
                    <a:cubicBezTo>
                      <a:pt x="19944" y="2200"/>
                      <a:pt x="19002" y="2042"/>
                      <a:pt x="18115" y="1756"/>
                    </a:cubicBezTo>
                    <a:cubicBezTo>
                      <a:pt x="18043" y="1739"/>
                      <a:pt x="17971" y="1722"/>
                      <a:pt x="17902" y="1688"/>
                    </a:cubicBezTo>
                    <a:cubicBezTo>
                      <a:pt x="17837" y="1668"/>
                      <a:pt x="17765" y="1644"/>
                      <a:pt x="17694" y="1618"/>
                    </a:cubicBezTo>
                    <a:lnTo>
                      <a:pt x="17694" y="1618"/>
                    </a:lnTo>
                    <a:cubicBezTo>
                      <a:pt x="17726" y="1616"/>
                      <a:pt x="17760" y="1616"/>
                      <a:pt x="17796" y="1616"/>
                    </a:cubicBezTo>
                    <a:lnTo>
                      <a:pt x="18026" y="1616"/>
                    </a:lnTo>
                    <a:cubicBezTo>
                      <a:pt x="18133" y="1616"/>
                      <a:pt x="18256" y="1599"/>
                      <a:pt x="18363" y="1543"/>
                    </a:cubicBezTo>
                    <a:cubicBezTo>
                      <a:pt x="18397" y="1509"/>
                      <a:pt x="18452" y="1475"/>
                      <a:pt x="18486" y="1420"/>
                    </a:cubicBezTo>
                    <a:cubicBezTo>
                      <a:pt x="18525" y="1368"/>
                      <a:pt x="18542" y="1313"/>
                      <a:pt x="18542" y="1240"/>
                    </a:cubicBezTo>
                    <a:cubicBezTo>
                      <a:pt x="18542" y="1223"/>
                      <a:pt x="18542" y="1206"/>
                      <a:pt x="18525" y="1189"/>
                    </a:cubicBezTo>
                    <a:cubicBezTo>
                      <a:pt x="18525" y="1100"/>
                      <a:pt x="18469" y="1027"/>
                      <a:pt x="18418" y="976"/>
                    </a:cubicBezTo>
                    <a:cubicBezTo>
                      <a:pt x="18363" y="921"/>
                      <a:pt x="18290" y="870"/>
                      <a:pt x="18205" y="870"/>
                    </a:cubicBezTo>
                    <a:cubicBezTo>
                      <a:pt x="17493" y="729"/>
                      <a:pt x="16781" y="639"/>
                      <a:pt x="16052" y="622"/>
                    </a:cubicBezTo>
                    <a:lnTo>
                      <a:pt x="15257" y="622"/>
                    </a:lnTo>
                    <a:cubicBezTo>
                      <a:pt x="15269" y="585"/>
                      <a:pt x="15272" y="548"/>
                      <a:pt x="15272" y="516"/>
                    </a:cubicBezTo>
                    <a:cubicBezTo>
                      <a:pt x="15272" y="443"/>
                      <a:pt x="15255" y="371"/>
                      <a:pt x="15221" y="303"/>
                    </a:cubicBezTo>
                    <a:cubicBezTo>
                      <a:pt x="15183" y="230"/>
                      <a:pt x="15132" y="175"/>
                      <a:pt x="15076" y="124"/>
                    </a:cubicBezTo>
                    <a:cubicBezTo>
                      <a:pt x="14970" y="51"/>
                      <a:pt x="14846" y="17"/>
                      <a:pt x="147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 name="Google Shape;528;p38"/>
              <p:cNvGrpSpPr/>
              <p:nvPr/>
            </p:nvGrpSpPr>
            <p:grpSpPr>
              <a:xfrm rot="-100993">
                <a:off x="7766409" y="3425509"/>
                <a:ext cx="73741" cy="81290"/>
                <a:chOff x="2469775" y="616649"/>
                <a:chExt cx="73750" cy="81300"/>
              </a:xfrm>
            </p:grpSpPr>
            <p:cxnSp>
              <p:nvCxnSpPr>
                <p:cNvPr id="529" name="Google Shape;529;p38"/>
                <p:cNvCxnSpPr/>
                <p:nvPr/>
              </p:nvCxnSpPr>
              <p:spPr>
                <a:xfrm>
                  <a:off x="2469775" y="656474"/>
                  <a:ext cx="0" cy="41400"/>
                </a:xfrm>
                <a:prstGeom prst="straightConnector1">
                  <a:avLst/>
                </a:prstGeom>
                <a:noFill/>
                <a:ln cap="rnd" cmpd="sng" w="9525">
                  <a:solidFill>
                    <a:schemeClr val="dk2"/>
                  </a:solidFill>
                  <a:prstDash val="solid"/>
                  <a:round/>
                  <a:headEnd len="med" w="med" type="none"/>
                  <a:tailEnd len="med" w="med" type="none"/>
                </a:ln>
              </p:spPr>
            </p:cxnSp>
            <p:cxnSp>
              <p:nvCxnSpPr>
                <p:cNvPr id="530" name="Google Shape;530;p38"/>
                <p:cNvCxnSpPr/>
                <p:nvPr/>
              </p:nvCxnSpPr>
              <p:spPr>
                <a:xfrm>
                  <a:off x="2505850" y="638949"/>
                  <a:ext cx="0" cy="58800"/>
                </a:xfrm>
                <a:prstGeom prst="straightConnector1">
                  <a:avLst/>
                </a:prstGeom>
                <a:noFill/>
                <a:ln cap="rnd" cmpd="sng" w="9525">
                  <a:solidFill>
                    <a:schemeClr val="dk2"/>
                  </a:solidFill>
                  <a:prstDash val="solid"/>
                  <a:round/>
                  <a:headEnd len="med" w="med" type="none"/>
                  <a:tailEnd len="med" w="med" type="none"/>
                </a:ln>
              </p:spPr>
            </p:cxnSp>
            <p:cxnSp>
              <p:nvCxnSpPr>
                <p:cNvPr id="531" name="Google Shape;531;p38"/>
                <p:cNvCxnSpPr/>
                <p:nvPr/>
              </p:nvCxnSpPr>
              <p:spPr>
                <a:xfrm>
                  <a:off x="2543525" y="616649"/>
                  <a:ext cx="0" cy="81300"/>
                </a:xfrm>
                <a:prstGeom prst="straightConnector1">
                  <a:avLst/>
                </a:prstGeom>
                <a:noFill/>
                <a:ln cap="rnd" cmpd="sng" w="9525">
                  <a:solidFill>
                    <a:schemeClr val="dk2"/>
                  </a:solidFill>
                  <a:prstDash val="solid"/>
                  <a:round/>
                  <a:headEnd len="med" w="med" type="none"/>
                  <a:tailEnd len="med" w="med" type="none"/>
                </a:ln>
              </p:spPr>
            </p:cxnSp>
          </p:grpSp>
        </p:grpSp>
      </p:grpSp>
      <p:sp>
        <p:nvSpPr>
          <p:cNvPr id="532" name="Google Shape;532;p38"/>
          <p:cNvSpPr txBox="1"/>
          <p:nvPr>
            <p:ph type="title"/>
          </p:nvPr>
        </p:nvSpPr>
        <p:spPr>
          <a:xfrm>
            <a:off x="1181100" y="1576350"/>
            <a:ext cx="6781800" cy="199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long time ago, somewhere far, far away</a:t>
            </a:r>
            <a:r>
              <a:rPr lang="en"/>
              <a:t>…</a:t>
            </a:r>
            <a:endParaRPr/>
          </a:p>
        </p:txBody>
      </p:sp>
      <p:grpSp>
        <p:nvGrpSpPr>
          <p:cNvPr id="533" name="Google Shape;533;p38"/>
          <p:cNvGrpSpPr/>
          <p:nvPr/>
        </p:nvGrpSpPr>
        <p:grpSpPr>
          <a:xfrm>
            <a:off x="665575" y="539992"/>
            <a:ext cx="1164822" cy="764932"/>
            <a:chOff x="665575" y="539992"/>
            <a:chExt cx="1164822" cy="764932"/>
          </a:xfrm>
        </p:grpSpPr>
        <p:sp>
          <p:nvSpPr>
            <p:cNvPr id="534" name="Google Shape;534;p38"/>
            <p:cNvSpPr/>
            <p:nvPr/>
          </p:nvSpPr>
          <p:spPr>
            <a:xfrm>
              <a:off x="1133946" y="700625"/>
              <a:ext cx="510293" cy="510293"/>
            </a:xfrm>
            <a:custGeom>
              <a:rect b="b" l="l" r="r" t="t"/>
              <a:pathLst>
                <a:path extrusionOk="0" h="12379" w="12379">
                  <a:moveTo>
                    <a:pt x="6198" y="1"/>
                  </a:moveTo>
                  <a:cubicBezTo>
                    <a:pt x="2771" y="1"/>
                    <a:pt x="1" y="2771"/>
                    <a:pt x="1" y="6198"/>
                  </a:cubicBezTo>
                  <a:cubicBezTo>
                    <a:pt x="1" y="9608"/>
                    <a:pt x="2771" y="12379"/>
                    <a:pt x="6198" y="12379"/>
                  </a:cubicBezTo>
                  <a:cubicBezTo>
                    <a:pt x="9608" y="12379"/>
                    <a:pt x="12379" y="9608"/>
                    <a:pt x="12379" y="6198"/>
                  </a:cubicBezTo>
                  <a:cubicBezTo>
                    <a:pt x="12379" y="2771"/>
                    <a:pt x="9608" y="1"/>
                    <a:pt x="6198" y="1"/>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8"/>
            <p:cNvSpPr/>
            <p:nvPr/>
          </p:nvSpPr>
          <p:spPr>
            <a:xfrm>
              <a:off x="1249724" y="821933"/>
              <a:ext cx="44696" cy="67620"/>
            </a:xfrm>
            <a:custGeom>
              <a:rect b="b" l="l" r="r" t="t"/>
              <a:pathLst>
                <a:path extrusionOk="0" h="2507" w="1084">
                  <a:moveTo>
                    <a:pt x="533" y="141"/>
                  </a:moveTo>
                  <a:cubicBezTo>
                    <a:pt x="551" y="141"/>
                    <a:pt x="568" y="141"/>
                    <a:pt x="602" y="163"/>
                  </a:cubicBezTo>
                  <a:cubicBezTo>
                    <a:pt x="640" y="180"/>
                    <a:pt x="674" y="214"/>
                    <a:pt x="725" y="286"/>
                  </a:cubicBezTo>
                  <a:cubicBezTo>
                    <a:pt x="781" y="376"/>
                    <a:pt x="832" y="516"/>
                    <a:pt x="870" y="674"/>
                  </a:cubicBezTo>
                  <a:cubicBezTo>
                    <a:pt x="904" y="853"/>
                    <a:pt x="938" y="1049"/>
                    <a:pt x="938" y="1262"/>
                  </a:cubicBezTo>
                  <a:cubicBezTo>
                    <a:pt x="938" y="1565"/>
                    <a:pt x="887" y="1868"/>
                    <a:pt x="798" y="2059"/>
                  </a:cubicBezTo>
                  <a:cubicBezTo>
                    <a:pt x="764" y="2166"/>
                    <a:pt x="708" y="2238"/>
                    <a:pt x="674" y="2294"/>
                  </a:cubicBezTo>
                  <a:cubicBezTo>
                    <a:pt x="640" y="2311"/>
                    <a:pt x="619" y="2328"/>
                    <a:pt x="602" y="2345"/>
                  </a:cubicBezTo>
                  <a:cubicBezTo>
                    <a:pt x="568" y="2362"/>
                    <a:pt x="551" y="2362"/>
                    <a:pt x="533" y="2362"/>
                  </a:cubicBezTo>
                  <a:cubicBezTo>
                    <a:pt x="512" y="2362"/>
                    <a:pt x="495" y="2362"/>
                    <a:pt x="478" y="2345"/>
                  </a:cubicBezTo>
                  <a:cubicBezTo>
                    <a:pt x="427" y="2328"/>
                    <a:pt x="389" y="2294"/>
                    <a:pt x="354" y="2221"/>
                  </a:cubicBezTo>
                  <a:cubicBezTo>
                    <a:pt x="282" y="2132"/>
                    <a:pt x="231" y="1991"/>
                    <a:pt x="192" y="1829"/>
                  </a:cubicBezTo>
                  <a:cubicBezTo>
                    <a:pt x="158" y="1654"/>
                    <a:pt x="141" y="1458"/>
                    <a:pt x="141" y="1262"/>
                  </a:cubicBezTo>
                  <a:cubicBezTo>
                    <a:pt x="141" y="943"/>
                    <a:pt x="175" y="640"/>
                    <a:pt x="265" y="444"/>
                  </a:cubicBezTo>
                  <a:cubicBezTo>
                    <a:pt x="299" y="337"/>
                    <a:pt x="354" y="269"/>
                    <a:pt x="406" y="214"/>
                  </a:cubicBezTo>
                  <a:cubicBezTo>
                    <a:pt x="427" y="197"/>
                    <a:pt x="444" y="180"/>
                    <a:pt x="478" y="163"/>
                  </a:cubicBezTo>
                  <a:cubicBezTo>
                    <a:pt x="495" y="141"/>
                    <a:pt x="512" y="141"/>
                    <a:pt x="533" y="141"/>
                  </a:cubicBezTo>
                  <a:close/>
                  <a:moveTo>
                    <a:pt x="533" y="1"/>
                  </a:moveTo>
                  <a:cubicBezTo>
                    <a:pt x="495" y="1"/>
                    <a:pt x="444" y="18"/>
                    <a:pt x="406" y="35"/>
                  </a:cubicBezTo>
                  <a:cubicBezTo>
                    <a:pt x="337" y="73"/>
                    <a:pt x="282" y="124"/>
                    <a:pt x="231" y="197"/>
                  </a:cubicBezTo>
                  <a:cubicBezTo>
                    <a:pt x="158" y="320"/>
                    <a:pt x="86" y="461"/>
                    <a:pt x="52" y="657"/>
                  </a:cubicBezTo>
                  <a:cubicBezTo>
                    <a:pt x="18" y="836"/>
                    <a:pt x="1" y="1032"/>
                    <a:pt x="1" y="1262"/>
                  </a:cubicBezTo>
                  <a:cubicBezTo>
                    <a:pt x="1" y="1582"/>
                    <a:pt x="52" y="1885"/>
                    <a:pt x="141" y="2115"/>
                  </a:cubicBezTo>
                  <a:cubicBezTo>
                    <a:pt x="175" y="2221"/>
                    <a:pt x="231" y="2328"/>
                    <a:pt x="299" y="2400"/>
                  </a:cubicBezTo>
                  <a:cubicBezTo>
                    <a:pt x="337" y="2417"/>
                    <a:pt x="372" y="2452"/>
                    <a:pt x="406" y="2469"/>
                  </a:cubicBezTo>
                  <a:cubicBezTo>
                    <a:pt x="444" y="2486"/>
                    <a:pt x="495" y="2507"/>
                    <a:pt x="533" y="2507"/>
                  </a:cubicBezTo>
                  <a:cubicBezTo>
                    <a:pt x="585" y="2507"/>
                    <a:pt x="619" y="2486"/>
                    <a:pt x="657" y="2469"/>
                  </a:cubicBezTo>
                  <a:cubicBezTo>
                    <a:pt x="725" y="2434"/>
                    <a:pt x="781" y="2379"/>
                    <a:pt x="832" y="2311"/>
                  </a:cubicBezTo>
                  <a:cubicBezTo>
                    <a:pt x="904" y="2187"/>
                    <a:pt x="977" y="2042"/>
                    <a:pt x="1011" y="1868"/>
                  </a:cubicBezTo>
                  <a:cubicBezTo>
                    <a:pt x="1045" y="1671"/>
                    <a:pt x="1083" y="1475"/>
                    <a:pt x="1083" y="1262"/>
                  </a:cubicBezTo>
                  <a:cubicBezTo>
                    <a:pt x="1083" y="926"/>
                    <a:pt x="1028" y="623"/>
                    <a:pt x="938" y="393"/>
                  </a:cubicBezTo>
                  <a:cubicBezTo>
                    <a:pt x="887" y="286"/>
                    <a:pt x="832" y="180"/>
                    <a:pt x="764" y="124"/>
                  </a:cubicBezTo>
                  <a:cubicBezTo>
                    <a:pt x="747" y="90"/>
                    <a:pt x="708" y="56"/>
                    <a:pt x="657" y="35"/>
                  </a:cubicBezTo>
                  <a:cubicBezTo>
                    <a:pt x="619" y="18"/>
                    <a:pt x="585" y="1"/>
                    <a:pt x="533" y="1"/>
                  </a:cubicBezTo>
                  <a:close/>
                </a:path>
              </a:pathLst>
            </a:custGeom>
            <a:solidFill>
              <a:srgbClr val="01020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8"/>
            <p:cNvSpPr/>
            <p:nvPr/>
          </p:nvSpPr>
          <p:spPr>
            <a:xfrm>
              <a:off x="1374846" y="924669"/>
              <a:ext cx="42539" cy="67619"/>
            </a:xfrm>
            <a:custGeom>
              <a:rect b="b" l="l" r="r" t="t"/>
              <a:pathLst>
                <a:path extrusionOk="0" h="2771" w="1032">
                  <a:moveTo>
                    <a:pt x="516" y="141"/>
                  </a:moveTo>
                  <a:cubicBezTo>
                    <a:pt x="533" y="141"/>
                    <a:pt x="550" y="141"/>
                    <a:pt x="567" y="158"/>
                  </a:cubicBezTo>
                  <a:cubicBezTo>
                    <a:pt x="606" y="175"/>
                    <a:pt x="640" y="231"/>
                    <a:pt x="695" y="299"/>
                  </a:cubicBezTo>
                  <a:cubicBezTo>
                    <a:pt x="746" y="405"/>
                    <a:pt x="802" y="550"/>
                    <a:pt x="836" y="746"/>
                  </a:cubicBezTo>
                  <a:cubicBezTo>
                    <a:pt x="870" y="938"/>
                    <a:pt x="887" y="1151"/>
                    <a:pt x="887" y="1386"/>
                  </a:cubicBezTo>
                  <a:cubicBezTo>
                    <a:pt x="887" y="1739"/>
                    <a:pt x="836" y="2059"/>
                    <a:pt x="763" y="2289"/>
                  </a:cubicBezTo>
                  <a:cubicBezTo>
                    <a:pt x="729" y="2396"/>
                    <a:pt x="674" y="2485"/>
                    <a:pt x="640" y="2558"/>
                  </a:cubicBezTo>
                  <a:cubicBezTo>
                    <a:pt x="606" y="2575"/>
                    <a:pt x="589" y="2592"/>
                    <a:pt x="567" y="2609"/>
                  </a:cubicBezTo>
                  <a:cubicBezTo>
                    <a:pt x="550" y="2626"/>
                    <a:pt x="533" y="2626"/>
                    <a:pt x="516" y="2626"/>
                  </a:cubicBezTo>
                  <a:cubicBezTo>
                    <a:pt x="499" y="2626"/>
                    <a:pt x="482" y="2626"/>
                    <a:pt x="461" y="2609"/>
                  </a:cubicBezTo>
                  <a:cubicBezTo>
                    <a:pt x="427" y="2592"/>
                    <a:pt x="393" y="2536"/>
                    <a:pt x="337" y="2468"/>
                  </a:cubicBezTo>
                  <a:cubicBezTo>
                    <a:pt x="286" y="2362"/>
                    <a:pt x="231" y="2217"/>
                    <a:pt x="197" y="2025"/>
                  </a:cubicBezTo>
                  <a:cubicBezTo>
                    <a:pt x="162" y="1829"/>
                    <a:pt x="141" y="1616"/>
                    <a:pt x="141" y="1386"/>
                  </a:cubicBezTo>
                  <a:cubicBezTo>
                    <a:pt x="141" y="1028"/>
                    <a:pt x="197" y="708"/>
                    <a:pt x="269" y="478"/>
                  </a:cubicBezTo>
                  <a:cubicBezTo>
                    <a:pt x="303" y="371"/>
                    <a:pt x="354" y="282"/>
                    <a:pt x="393" y="214"/>
                  </a:cubicBezTo>
                  <a:cubicBezTo>
                    <a:pt x="427" y="192"/>
                    <a:pt x="444" y="175"/>
                    <a:pt x="461" y="158"/>
                  </a:cubicBezTo>
                  <a:cubicBezTo>
                    <a:pt x="482" y="141"/>
                    <a:pt x="499" y="141"/>
                    <a:pt x="516" y="141"/>
                  </a:cubicBezTo>
                  <a:close/>
                  <a:moveTo>
                    <a:pt x="516" y="0"/>
                  </a:moveTo>
                  <a:cubicBezTo>
                    <a:pt x="461" y="0"/>
                    <a:pt x="427" y="17"/>
                    <a:pt x="393" y="34"/>
                  </a:cubicBezTo>
                  <a:cubicBezTo>
                    <a:pt x="320" y="86"/>
                    <a:pt x="269" y="141"/>
                    <a:pt x="231" y="231"/>
                  </a:cubicBezTo>
                  <a:cubicBezTo>
                    <a:pt x="162" y="354"/>
                    <a:pt x="90" y="512"/>
                    <a:pt x="56" y="708"/>
                  </a:cubicBezTo>
                  <a:cubicBezTo>
                    <a:pt x="18" y="921"/>
                    <a:pt x="0" y="1134"/>
                    <a:pt x="0" y="1386"/>
                  </a:cubicBezTo>
                  <a:cubicBezTo>
                    <a:pt x="0" y="1756"/>
                    <a:pt x="56" y="2093"/>
                    <a:pt x="124" y="2345"/>
                  </a:cubicBezTo>
                  <a:cubicBezTo>
                    <a:pt x="180" y="2468"/>
                    <a:pt x="231" y="2558"/>
                    <a:pt x="286" y="2643"/>
                  </a:cubicBezTo>
                  <a:cubicBezTo>
                    <a:pt x="320" y="2681"/>
                    <a:pt x="354" y="2716"/>
                    <a:pt x="393" y="2733"/>
                  </a:cubicBezTo>
                  <a:cubicBezTo>
                    <a:pt x="427" y="2750"/>
                    <a:pt x="461" y="2771"/>
                    <a:pt x="516" y="2771"/>
                  </a:cubicBezTo>
                  <a:cubicBezTo>
                    <a:pt x="567" y="2771"/>
                    <a:pt x="606" y="2750"/>
                    <a:pt x="640" y="2733"/>
                  </a:cubicBezTo>
                  <a:cubicBezTo>
                    <a:pt x="712" y="2698"/>
                    <a:pt x="763" y="2626"/>
                    <a:pt x="819" y="2536"/>
                  </a:cubicBezTo>
                  <a:cubicBezTo>
                    <a:pt x="870" y="2413"/>
                    <a:pt x="942" y="2255"/>
                    <a:pt x="977" y="2059"/>
                  </a:cubicBezTo>
                  <a:cubicBezTo>
                    <a:pt x="1015" y="1846"/>
                    <a:pt x="1032" y="1633"/>
                    <a:pt x="1032" y="1386"/>
                  </a:cubicBezTo>
                  <a:cubicBezTo>
                    <a:pt x="1032" y="1011"/>
                    <a:pt x="977" y="674"/>
                    <a:pt x="908" y="444"/>
                  </a:cubicBezTo>
                  <a:cubicBezTo>
                    <a:pt x="853" y="320"/>
                    <a:pt x="802" y="214"/>
                    <a:pt x="746" y="124"/>
                  </a:cubicBezTo>
                  <a:cubicBezTo>
                    <a:pt x="712" y="86"/>
                    <a:pt x="674" y="69"/>
                    <a:pt x="640" y="34"/>
                  </a:cubicBezTo>
                  <a:cubicBezTo>
                    <a:pt x="606" y="17"/>
                    <a:pt x="567" y="0"/>
                    <a:pt x="516" y="0"/>
                  </a:cubicBezTo>
                  <a:close/>
                </a:path>
              </a:pathLst>
            </a:custGeom>
            <a:solidFill>
              <a:srgbClr val="01020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8"/>
            <p:cNvSpPr/>
            <p:nvPr/>
          </p:nvSpPr>
          <p:spPr>
            <a:xfrm>
              <a:off x="1273332" y="951320"/>
              <a:ext cx="44698" cy="40970"/>
            </a:xfrm>
            <a:custGeom>
              <a:rect b="b" l="l" r="r" t="t"/>
              <a:pathLst>
                <a:path extrusionOk="0" h="994" w="572">
                  <a:moveTo>
                    <a:pt x="286" y="141"/>
                  </a:moveTo>
                  <a:cubicBezTo>
                    <a:pt x="303" y="141"/>
                    <a:pt x="303" y="141"/>
                    <a:pt x="320" y="158"/>
                  </a:cubicBezTo>
                  <a:cubicBezTo>
                    <a:pt x="337" y="175"/>
                    <a:pt x="376" y="231"/>
                    <a:pt x="393" y="282"/>
                  </a:cubicBezTo>
                  <a:cubicBezTo>
                    <a:pt x="410" y="337"/>
                    <a:pt x="427" y="410"/>
                    <a:pt x="427" y="495"/>
                  </a:cubicBezTo>
                  <a:cubicBezTo>
                    <a:pt x="427" y="602"/>
                    <a:pt x="410" y="691"/>
                    <a:pt x="376" y="764"/>
                  </a:cubicBezTo>
                  <a:cubicBezTo>
                    <a:pt x="359" y="798"/>
                    <a:pt x="337" y="815"/>
                    <a:pt x="320" y="836"/>
                  </a:cubicBezTo>
                  <a:cubicBezTo>
                    <a:pt x="303" y="836"/>
                    <a:pt x="303" y="853"/>
                    <a:pt x="286" y="853"/>
                  </a:cubicBezTo>
                  <a:cubicBezTo>
                    <a:pt x="269" y="853"/>
                    <a:pt x="269" y="836"/>
                    <a:pt x="252" y="836"/>
                  </a:cubicBezTo>
                  <a:cubicBezTo>
                    <a:pt x="231" y="815"/>
                    <a:pt x="197" y="764"/>
                    <a:pt x="180" y="708"/>
                  </a:cubicBezTo>
                  <a:cubicBezTo>
                    <a:pt x="163" y="657"/>
                    <a:pt x="146" y="568"/>
                    <a:pt x="146" y="495"/>
                  </a:cubicBezTo>
                  <a:cubicBezTo>
                    <a:pt x="146" y="388"/>
                    <a:pt x="163" y="303"/>
                    <a:pt x="197" y="231"/>
                  </a:cubicBezTo>
                  <a:cubicBezTo>
                    <a:pt x="214" y="197"/>
                    <a:pt x="231" y="175"/>
                    <a:pt x="252" y="158"/>
                  </a:cubicBezTo>
                  <a:cubicBezTo>
                    <a:pt x="269" y="141"/>
                    <a:pt x="269" y="141"/>
                    <a:pt x="286" y="141"/>
                  </a:cubicBezTo>
                  <a:close/>
                  <a:moveTo>
                    <a:pt x="286" y="1"/>
                  </a:moveTo>
                  <a:cubicBezTo>
                    <a:pt x="231" y="1"/>
                    <a:pt x="197" y="18"/>
                    <a:pt x="163" y="52"/>
                  </a:cubicBezTo>
                  <a:cubicBezTo>
                    <a:pt x="107" y="107"/>
                    <a:pt x="73" y="158"/>
                    <a:pt x="39" y="231"/>
                  </a:cubicBezTo>
                  <a:cubicBezTo>
                    <a:pt x="18" y="320"/>
                    <a:pt x="1" y="410"/>
                    <a:pt x="1" y="495"/>
                  </a:cubicBezTo>
                  <a:cubicBezTo>
                    <a:pt x="1" y="623"/>
                    <a:pt x="39" y="729"/>
                    <a:pt x="73" y="815"/>
                  </a:cubicBezTo>
                  <a:cubicBezTo>
                    <a:pt x="90" y="870"/>
                    <a:pt x="124" y="904"/>
                    <a:pt x="163" y="943"/>
                  </a:cubicBezTo>
                  <a:cubicBezTo>
                    <a:pt x="197" y="960"/>
                    <a:pt x="231" y="994"/>
                    <a:pt x="286" y="994"/>
                  </a:cubicBezTo>
                  <a:cubicBezTo>
                    <a:pt x="337" y="994"/>
                    <a:pt x="376" y="960"/>
                    <a:pt x="410" y="943"/>
                  </a:cubicBezTo>
                  <a:cubicBezTo>
                    <a:pt x="465" y="887"/>
                    <a:pt x="499" y="836"/>
                    <a:pt x="534" y="747"/>
                  </a:cubicBezTo>
                  <a:cubicBezTo>
                    <a:pt x="551" y="674"/>
                    <a:pt x="572" y="585"/>
                    <a:pt x="572" y="495"/>
                  </a:cubicBezTo>
                  <a:cubicBezTo>
                    <a:pt x="572" y="371"/>
                    <a:pt x="534" y="248"/>
                    <a:pt x="499" y="158"/>
                  </a:cubicBezTo>
                  <a:cubicBezTo>
                    <a:pt x="482" y="124"/>
                    <a:pt x="444" y="90"/>
                    <a:pt x="410" y="52"/>
                  </a:cubicBezTo>
                  <a:cubicBezTo>
                    <a:pt x="376" y="18"/>
                    <a:pt x="337" y="1"/>
                    <a:pt x="286" y="1"/>
                  </a:cubicBezTo>
                  <a:close/>
                </a:path>
              </a:pathLst>
            </a:custGeom>
            <a:solidFill>
              <a:srgbClr val="01020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8"/>
            <p:cNvSpPr/>
            <p:nvPr/>
          </p:nvSpPr>
          <p:spPr>
            <a:xfrm>
              <a:off x="1338938" y="1025611"/>
              <a:ext cx="35905" cy="46952"/>
            </a:xfrm>
            <a:custGeom>
              <a:rect b="b" l="l" r="r" t="t"/>
              <a:pathLst>
                <a:path extrusionOk="0" h="1139" w="871">
                  <a:moveTo>
                    <a:pt x="427" y="141"/>
                  </a:moveTo>
                  <a:cubicBezTo>
                    <a:pt x="495" y="141"/>
                    <a:pt x="567" y="179"/>
                    <a:pt x="640" y="248"/>
                  </a:cubicBezTo>
                  <a:cubicBezTo>
                    <a:pt x="691" y="337"/>
                    <a:pt x="725" y="444"/>
                    <a:pt x="725" y="567"/>
                  </a:cubicBezTo>
                  <a:cubicBezTo>
                    <a:pt x="725" y="691"/>
                    <a:pt x="691" y="797"/>
                    <a:pt x="640" y="870"/>
                  </a:cubicBezTo>
                  <a:cubicBezTo>
                    <a:pt x="567" y="959"/>
                    <a:pt x="495" y="993"/>
                    <a:pt x="427" y="993"/>
                  </a:cubicBezTo>
                  <a:cubicBezTo>
                    <a:pt x="354" y="993"/>
                    <a:pt x="282" y="959"/>
                    <a:pt x="231" y="870"/>
                  </a:cubicBezTo>
                  <a:cubicBezTo>
                    <a:pt x="175" y="797"/>
                    <a:pt x="141" y="691"/>
                    <a:pt x="141" y="567"/>
                  </a:cubicBezTo>
                  <a:cubicBezTo>
                    <a:pt x="141" y="444"/>
                    <a:pt x="175" y="337"/>
                    <a:pt x="231" y="248"/>
                  </a:cubicBezTo>
                  <a:cubicBezTo>
                    <a:pt x="282" y="179"/>
                    <a:pt x="354" y="141"/>
                    <a:pt x="427" y="141"/>
                  </a:cubicBezTo>
                  <a:close/>
                  <a:moveTo>
                    <a:pt x="427" y="0"/>
                  </a:moveTo>
                  <a:cubicBezTo>
                    <a:pt x="299" y="0"/>
                    <a:pt x="192" y="73"/>
                    <a:pt x="107" y="179"/>
                  </a:cubicBezTo>
                  <a:cubicBezTo>
                    <a:pt x="35" y="265"/>
                    <a:pt x="1" y="410"/>
                    <a:pt x="1" y="567"/>
                  </a:cubicBezTo>
                  <a:cubicBezTo>
                    <a:pt x="1" y="712"/>
                    <a:pt x="35" y="853"/>
                    <a:pt x="107" y="959"/>
                  </a:cubicBezTo>
                  <a:cubicBezTo>
                    <a:pt x="192" y="1066"/>
                    <a:pt x="299" y="1138"/>
                    <a:pt x="427" y="1138"/>
                  </a:cubicBezTo>
                  <a:cubicBezTo>
                    <a:pt x="567" y="1138"/>
                    <a:pt x="674" y="1066"/>
                    <a:pt x="747" y="959"/>
                  </a:cubicBezTo>
                  <a:cubicBezTo>
                    <a:pt x="815" y="853"/>
                    <a:pt x="870" y="712"/>
                    <a:pt x="870" y="567"/>
                  </a:cubicBezTo>
                  <a:cubicBezTo>
                    <a:pt x="870" y="410"/>
                    <a:pt x="815" y="265"/>
                    <a:pt x="747" y="179"/>
                  </a:cubicBezTo>
                  <a:cubicBezTo>
                    <a:pt x="674" y="73"/>
                    <a:pt x="567" y="0"/>
                    <a:pt x="427" y="0"/>
                  </a:cubicBezTo>
                  <a:close/>
                </a:path>
              </a:pathLst>
            </a:custGeom>
            <a:solidFill>
              <a:srgbClr val="01020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8"/>
            <p:cNvSpPr/>
            <p:nvPr/>
          </p:nvSpPr>
          <p:spPr>
            <a:xfrm rot="-5400000">
              <a:off x="1678669" y="660652"/>
              <a:ext cx="151714" cy="151742"/>
            </a:xfrm>
            <a:custGeom>
              <a:rect b="b" l="l" r="r" t="t"/>
              <a:pathLst>
                <a:path extrusionOk="0" h="5415" w="5414">
                  <a:moveTo>
                    <a:pt x="5413" y="2716"/>
                  </a:moveTo>
                  <a:cubicBezTo>
                    <a:pt x="5413" y="4208"/>
                    <a:pt x="4207" y="5414"/>
                    <a:pt x="2698" y="5414"/>
                  </a:cubicBezTo>
                  <a:cubicBezTo>
                    <a:pt x="1207" y="5414"/>
                    <a:pt x="0" y="4208"/>
                    <a:pt x="0" y="2716"/>
                  </a:cubicBezTo>
                  <a:cubicBezTo>
                    <a:pt x="0" y="1224"/>
                    <a:pt x="1207" y="1"/>
                    <a:pt x="2698" y="1"/>
                  </a:cubicBezTo>
                  <a:cubicBezTo>
                    <a:pt x="4207" y="1"/>
                    <a:pt x="5413" y="1224"/>
                    <a:pt x="5413" y="2716"/>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8"/>
            <p:cNvSpPr/>
            <p:nvPr/>
          </p:nvSpPr>
          <p:spPr>
            <a:xfrm rot="-5400000">
              <a:off x="1030614" y="539976"/>
              <a:ext cx="103326" cy="103359"/>
            </a:xfrm>
            <a:custGeom>
              <a:rect b="b" l="l" r="r" t="t"/>
              <a:pathLst>
                <a:path extrusionOk="0" h="5415" w="5414">
                  <a:moveTo>
                    <a:pt x="5413" y="2716"/>
                  </a:moveTo>
                  <a:cubicBezTo>
                    <a:pt x="5413" y="4208"/>
                    <a:pt x="4207" y="5414"/>
                    <a:pt x="2698" y="5414"/>
                  </a:cubicBezTo>
                  <a:cubicBezTo>
                    <a:pt x="1207" y="5414"/>
                    <a:pt x="0" y="4208"/>
                    <a:pt x="0" y="2716"/>
                  </a:cubicBezTo>
                  <a:cubicBezTo>
                    <a:pt x="0" y="1224"/>
                    <a:pt x="1207" y="1"/>
                    <a:pt x="2698" y="1"/>
                  </a:cubicBezTo>
                  <a:cubicBezTo>
                    <a:pt x="4207" y="1"/>
                    <a:pt x="5413" y="1224"/>
                    <a:pt x="5413" y="2716"/>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8"/>
            <p:cNvSpPr/>
            <p:nvPr/>
          </p:nvSpPr>
          <p:spPr>
            <a:xfrm rot="5400000">
              <a:off x="665639" y="1106564"/>
              <a:ext cx="198295" cy="198424"/>
            </a:xfrm>
            <a:custGeom>
              <a:rect b="b" l="l" r="r" t="t"/>
              <a:pathLst>
                <a:path extrusionOk="0" h="1459" w="1458">
                  <a:moveTo>
                    <a:pt x="623" y="410"/>
                  </a:moveTo>
                  <a:lnTo>
                    <a:pt x="729" y="0"/>
                  </a:lnTo>
                  <a:lnTo>
                    <a:pt x="836" y="410"/>
                  </a:lnTo>
                  <a:cubicBezTo>
                    <a:pt x="870" y="516"/>
                    <a:pt x="959" y="584"/>
                    <a:pt x="1049" y="623"/>
                  </a:cubicBezTo>
                  <a:lnTo>
                    <a:pt x="1458" y="729"/>
                  </a:lnTo>
                  <a:lnTo>
                    <a:pt x="1049" y="836"/>
                  </a:lnTo>
                  <a:cubicBezTo>
                    <a:pt x="942" y="870"/>
                    <a:pt x="870" y="942"/>
                    <a:pt x="836" y="1049"/>
                  </a:cubicBezTo>
                  <a:lnTo>
                    <a:pt x="729" y="1458"/>
                  </a:lnTo>
                  <a:lnTo>
                    <a:pt x="623" y="1049"/>
                  </a:lnTo>
                  <a:cubicBezTo>
                    <a:pt x="605" y="942"/>
                    <a:pt x="516" y="853"/>
                    <a:pt x="409" y="836"/>
                  </a:cubicBezTo>
                  <a:lnTo>
                    <a:pt x="0" y="729"/>
                  </a:lnTo>
                  <a:lnTo>
                    <a:pt x="409" y="623"/>
                  </a:lnTo>
                  <a:cubicBezTo>
                    <a:pt x="516" y="584"/>
                    <a:pt x="605" y="516"/>
                    <a:pt x="623" y="4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 name="Google Shape;542;p38"/>
          <p:cNvGrpSpPr/>
          <p:nvPr/>
        </p:nvGrpSpPr>
        <p:grpSpPr>
          <a:xfrm>
            <a:off x="6945724" y="2930718"/>
            <a:ext cx="829504" cy="1536927"/>
            <a:chOff x="6945724" y="2930718"/>
            <a:chExt cx="829504" cy="1536927"/>
          </a:xfrm>
        </p:grpSpPr>
        <p:grpSp>
          <p:nvGrpSpPr>
            <p:cNvPr id="543" name="Google Shape;543;p38"/>
            <p:cNvGrpSpPr/>
            <p:nvPr/>
          </p:nvGrpSpPr>
          <p:grpSpPr>
            <a:xfrm rot="317692">
              <a:off x="6989549" y="2962848"/>
              <a:ext cx="741854" cy="984114"/>
              <a:chOff x="9307511" y="3611368"/>
              <a:chExt cx="820856" cy="1088916"/>
            </a:xfrm>
          </p:grpSpPr>
          <p:sp>
            <p:nvSpPr>
              <p:cNvPr id="544" name="Google Shape;544;p38"/>
              <p:cNvSpPr/>
              <p:nvPr/>
            </p:nvSpPr>
            <p:spPr>
              <a:xfrm>
                <a:off x="9698276" y="3631280"/>
                <a:ext cx="14519" cy="104536"/>
              </a:xfrm>
              <a:custGeom>
                <a:rect b="b" l="l" r="r" t="t"/>
                <a:pathLst>
                  <a:path extrusionOk="0" h="1260" w="175">
                    <a:moveTo>
                      <a:pt x="88" y="0"/>
                    </a:moveTo>
                    <a:cubicBezTo>
                      <a:pt x="44" y="0"/>
                      <a:pt x="0" y="27"/>
                      <a:pt x="0" y="80"/>
                    </a:cubicBezTo>
                    <a:lnTo>
                      <a:pt x="0" y="1180"/>
                    </a:lnTo>
                    <a:cubicBezTo>
                      <a:pt x="0" y="1233"/>
                      <a:pt x="44" y="1260"/>
                      <a:pt x="88" y="1260"/>
                    </a:cubicBezTo>
                    <a:cubicBezTo>
                      <a:pt x="131" y="1260"/>
                      <a:pt x="175" y="1233"/>
                      <a:pt x="175" y="1180"/>
                    </a:cubicBezTo>
                    <a:lnTo>
                      <a:pt x="175" y="80"/>
                    </a:lnTo>
                    <a:cubicBezTo>
                      <a:pt x="175" y="27"/>
                      <a:pt x="131" y="0"/>
                      <a:pt x="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8"/>
              <p:cNvSpPr/>
              <p:nvPr/>
            </p:nvSpPr>
            <p:spPr>
              <a:xfrm>
                <a:off x="9684836" y="3611368"/>
                <a:ext cx="41400" cy="41068"/>
              </a:xfrm>
              <a:custGeom>
                <a:rect b="b" l="l" r="r" t="t"/>
                <a:pathLst>
                  <a:path extrusionOk="0" h="495" w="499">
                    <a:moveTo>
                      <a:pt x="247" y="0"/>
                    </a:moveTo>
                    <a:cubicBezTo>
                      <a:pt x="107" y="0"/>
                      <a:pt x="0" y="107"/>
                      <a:pt x="0" y="247"/>
                    </a:cubicBezTo>
                    <a:cubicBezTo>
                      <a:pt x="0" y="371"/>
                      <a:pt x="107" y="495"/>
                      <a:pt x="247" y="495"/>
                    </a:cubicBezTo>
                    <a:cubicBezTo>
                      <a:pt x="375" y="495"/>
                      <a:pt x="499" y="371"/>
                      <a:pt x="499" y="247"/>
                    </a:cubicBezTo>
                    <a:cubicBezTo>
                      <a:pt x="499" y="107"/>
                      <a:pt x="375"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8"/>
              <p:cNvSpPr/>
              <p:nvPr/>
            </p:nvSpPr>
            <p:spPr>
              <a:xfrm>
                <a:off x="9639205" y="4555593"/>
                <a:ext cx="150333" cy="86367"/>
              </a:xfrm>
              <a:custGeom>
                <a:rect b="b" l="l" r="r" t="t"/>
                <a:pathLst>
                  <a:path extrusionOk="0" h="1041" w="1812">
                    <a:moveTo>
                      <a:pt x="1733" y="1"/>
                    </a:moveTo>
                    <a:cubicBezTo>
                      <a:pt x="1702" y="1"/>
                      <a:pt x="1671" y="19"/>
                      <a:pt x="1671" y="55"/>
                    </a:cubicBezTo>
                    <a:cubicBezTo>
                      <a:pt x="1688" y="426"/>
                      <a:pt x="1509" y="746"/>
                      <a:pt x="1155" y="874"/>
                    </a:cubicBezTo>
                    <a:cubicBezTo>
                      <a:pt x="1065" y="899"/>
                      <a:pt x="970" y="912"/>
                      <a:pt x="876" y="912"/>
                    </a:cubicBezTo>
                    <a:cubicBezTo>
                      <a:pt x="654" y="912"/>
                      <a:pt x="435" y="839"/>
                      <a:pt x="286" y="677"/>
                    </a:cubicBezTo>
                    <a:cubicBezTo>
                      <a:pt x="158" y="516"/>
                      <a:pt x="124" y="319"/>
                      <a:pt x="141" y="128"/>
                    </a:cubicBezTo>
                    <a:cubicBezTo>
                      <a:pt x="151" y="74"/>
                      <a:pt x="110" y="38"/>
                      <a:pt x="73" y="38"/>
                    </a:cubicBezTo>
                    <a:cubicBezTo>
                      <a:pt x="48" y="38"/>
                      <a:pt x="24" y="54"/>
                      <a:pt x="17" y="89"/>
                    </a:cubicBezTo>
                    <a:cubicBezTo>
                      <a:pt x="0" y="302"/>
                      <a:pt x="17" y="516"/>
                      <a:pt x="124" y="695"/>
                    </a:cubicBezTo>
                    <a:cubicBezTo>
                      <a:pt x="230" y="835"/>
                      <a:pt x="392" y="942"/>
                      <a:pt x="567" y="997"/>
                    </a:cubicBezTo>
                    <a:cubicBezTo>
                      <a:pt x="659" y="1026"/>
                      <a:pt x="758" y="1041"/>
                      <a:pt x="860" y="1041"/>
                    </a:cubicBezTo>
                    <a:cubicBezTo>
                      <a:pt x="1132" y="1041"/>
                      <a:pt x="1419" y="937"/>
                      <a:pt x="1599" y="729"/>
                    </a:cubicBezTo>
                    <a:cubicBezTo>
                      <a:pt x="1756" y="554"/>
                      <a:pt x="1812" y="302"/>
                      <a:pt x="1795" y="55"/>
                    </a:cubicBezTo>
                    <a:cubicBezTo>
                      <a:pt x="1795" y="19"/>
                      <a:pt x="1764" y="1"/>
                      <a:pt x="17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8"/>
              <p:cNvSpPr/>
              <p:nvPr/>
            </p:nvSpPr>
            <p:spPr>
              <a:xfrm>
                <a:off x="9914981" y="4520499"/>
                <a:ext cx="67202" cy="175056"/>
              </a:xfrm>
              <a:custGeom>
                <a:rect b="b" l="l" r="r" t="t"/>
                <a:pathLst>
                  <a:path extrusionOk="0" h="2110" w="810">
                    <a:moveTo>
                      <a:pt x="199" y="1"/>
                    </a:moveTo>
                    <a:cubicBezTo>
                      <a:pt x="102" y="1"/>
                      <a:pt x="0" y="83"/>
                      <a:pt x="31" y="210"/>
                    </a:cubicBezTo>
                    <a:cubicBezTo>
                      <a:pt x="159" y="725"/>
                      <a:pt x="282" y="1258"/>
                      <a:pt x="406" y="1774"/>
                    </a:cubicBezTo>
                    <a:cubicBezTo>
                      <a:pt x="423" y="1846"/>
                      <a:pt x="440" y="1915"/>
                      <a:pt x="457" y="1987"/>
                    </a:cubicBezTo>
                    <a:cubicBezTo>
                      <a:pt x="479" y="2072"/>
                      <a:pt x="543" y="2109"/>
                      <a:pt x="609" y="2109"/>
                    </a:cubicBezTo>
                    <a:cubicBezTo>
                      <a:pt x="708" y="2109"/>
                      <a:pt x="810" y="2026"/>
                      <a:pt x="777" y="1898"/>
                    </a:cubicBezTo>
                    <a:cubicBezTo>
                      <a:pt x="653" y="1382"/>
                      <a:pt x="529" y="870"/>
                      <a:pt x="406" y="355"/>
                    </a:cubicBezTo>
                    <a:cubicBezTo>
                      <a:pt x="389" y="265"/>
                      <a:pt x="372" y="193"/>
                      <a:pt x="350" y="124"/>
                    </a:cubicBezTo>
                    <a:cubicBezTo>
                      <a:pt x="330" y="38"/>
                      <a:pt x="265" y="1"/>
                      <a:pt x="1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8"/>
              <p:cNvSpPr/>
              <p:nvPr/>
            </p:nvSpPr>
            <p:spPr>
              <a:xfrm>
                <a:off x="9951402" y="4672242"/>
                <a:ext cx="74005" cy="28042"/>
              </a:xfrm>
              <a:custGeom>
                <a:rect b="b" l="l" r="r" t="t"/>
                <a:pathLst>
                  <a:path extrusionOk="0" h="338" w="892">
                    <a:moveTo>
                      <a:pt x="180" y="0"/>
                    </a:moveTo>
                    <a:cubicBezTo>
                      <a:pt x="90" y="0"/>
                      <a:pt x="1" y="69"/>
                      <a:pt x="18" y="158"/>
                    </a:cubicBezTo>
                    <a:cubicBezTo>
                      <a:pt x="18" y="248"/>
                      <a:pt x="90" y="337"/>
                      <a:pt x="180" y="337"/>
                    </a:cubicBezTo>
                    <a:lnTo>
                      <a:pt x="730" y="337"/>
                    </a:lnTo>
                    <a:cubicBezTo>
                      <a:pt x="819" y="337"/>
                      <a:pt x="892" y="248"/>
                      <a:pt x="892" y="158"/>
                    </a:cubicBezTo>
                    <a:cubicBezTo>
                      <a:pt x="892" y="69"/>
                      <a:pt x="819" y="0"/>
                      <a:pt x="7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8"/>
              <p:cNvSpPr/>
              <p:nvPr/>
            </p:nvSpPr>
            <p:spPr>
              <a:xfrm>
                <a:off x="9449381" y="4520499"/>
                <a:ext cx="65791" cy="175056"/>
              </a:xfrm>
              <a:custGeom>
                <a:rect b="b" l="l" r="r" t="t"/>
                <a:pathLst>
                  <a:path extrusionOk="0" h="2110" w="793">
                    <a:moveTo>
                      <a:pt x="594" y="1"/>
                    </a:moveTo>
                    <a:cubicBezTo>
                      <a:pt x="528" y="1"/>
                      <a:pt x="463" y="38"/>
                      <a:pt x="443" y="124"/>
                    </a:cubicBezTo>
                    <a:cubicBezTo>
                      <a:pt x="315" y="636"/>
                      <a:pt x="191" y="1169"/>
                      <a:pt x="68" y="1684"/>
                    </a:cubicBezTo>
                    <a:cubicBezTo>
                      <a:pt x="68" y="1757"/>
                      <a:pt x="51" y="1829"/>
                      <a:pt x="34" y="1898"/>
                    </a:cubicBezTo>
                    <a:cubicBezTo>
                      <a:pt x="0" y="2026"/>
                      <a:pt x="102" y="2109"/>
                      <a:pt x="201" y="2109"/>
                    </a:cubicBezTo>
                    <a:cubicBezTo>
                      <a:pt x="267" y="2109"/>
                      <a:pt x="331" y="2072"/>
                      <a:pt x="353" y="1987"/>
                    </a:cubicBezTo>
                    <a:cubicBezTo>
                      <a:pt x="477" y="1471"/>
                      <a:pt x="583" y="956"/>
                      <a:pt x="707" y="423"/>
                    </a:cubicBezTo>
                    <a:cubicBezTo>
                      <a:pt x="724" y="355"/>
                      <a:pt x="741" y="282"/>
                      <a:pt x="762" y="210"/>
                    </a:cubicBezTo>
                    <a:cubicBezTo>
                      <a:pt x="793" y="83"/>
                      <a:pt x="692" y="1"/>
                      <a:pt x="5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8"/>
              <p:cNvSpPr/>
              <p:nvPr/>
            </p:nvSpPr>
            <p:spPr>
              <a:xfrm>
                <a:off x="9404746" y="4672242"/>
                <a:ext cx="74005" cy="28042"/>
              </a:xfrm>
              <a:custGeom>
                <a:rect b="b" l="l" r="r" t="t"/>
                <a:pathLst>
                  <a:path extrusionOk="0" h="338" w="892">
                    <a:moveTo>
                      <a:pt x="179" y="0"/>
                    </a:moveTo>
                    <a:cubicBezTo>
                      <a:pt x="90" y="0"/>
                      <a:pt x="0" y="69"/>
                      <a:pt x="0" y="158"/>
                    </a:cubicBezTo>
                    <a:cubicBezTo>
                      <a:pt x="0" y="248"/>
                      <a:pt x="73" y="337"/>
                      <a:pt x="179" y="337"/>
                    </a:cubicBezTo>
                    <a:lnTo>
                      <a:pt x="712" y="337"/>
                    </a:lnTo>
                    <a:cubicBezTo>
                      <a:pt x="802" y="337"/>
                      <a:pt x="891" y="248"/>
                      <a:pt x="891" y="158"/>
                    </a:cubicBezTo>
                    <a:cubicBezTo>
                      <a:pt x="874" y="69"/>
                      <a:pt x="819" y="0"/>
                      <a:pt x="7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8"/>
              <p:cNvSpPr/>
              <p:nvPr/>
            </p:nvSpPr>
            <p:spPr>
              <a:xfrm>
                <a:off x="9342854" y="4414470"/>
                <a:ext cx="758964" cy="155974"/>
              </a:xfrm>
              <a:custGeom>
                <a:rect b="b" l="l" r="r" t="t"/>
                <a:pathLst>
                  <a:path extrusionOk="0" h="1880" w="9148">
                    <a:moveTo>
                      <a:pt x="5282" y="780"/>
                    </a:moveTo>
                    <a:lnTo>
                      <a:pt x="5282" y="780"/>
                    </a:lnTo>
                    <a:cubicBezTo>
                      <a:pt x="5264" y="781"/>
                      <a:pt x="5248" y="784"/>
                      <a:pt x="5231" y="787"/>
                    </a:cubicBezTo>
                    <a:lnTo>
                      <a:pt x="5231" y="787"/>
                    </a:lnTo>
                    <a:cubicBezTo>
                      <a:pt x="5248" y="785"/>
                      <a:pt x="5265" y="783"/>
                      <a:pt x="5282" y="780"/>
                    </a:cubicBezTo>
                    <a:close/>
                    <a:moveTo>
                      <a:pt x="8578" y="1"/>
                    </a:moveTo>
                    <a:cubicBezTo>
                      <a:pt x="8538" y="1"/>
                      <a:pt x="8497" y="6"/>
                      <a:pt x="8457" y="17"/>
                    </a:cubicBezTo>
                    <a:cubicBezTo>
                      <a:pt x="7415" y="325"/>
                      <a:pt x="6370" y="632"/>
                      <a:pt x="5282" y="780"/>
                    </a:cubicBezTo>
                    <a:lnTo>
                      <a:pt x="5282" y="780"/>
                    </a:lnTo>
                    <a:cubicBezTo>
                      <a:pt x="5286" y="780"/>
                      <a:pt x="5290" y="780"/>
                      <a:pt x="5294" y="780"/>
                    </a:cubicBezTo>
                    <a:cubicBezTo>
                      <a:pt x="5266" y="784"/>
                      <a:pt x="5238" y="788"/>
                      <a:pt x="5209" y="791"/>
                    </a:cubicBezTo>
                    <a:lnTo>
                      <a:pt x="5209" y="791"/>
                    </a:lnTo>
                    <a:cubicBezTo>
                      <a:pt x="5217" y="790"/>
                      <a:pt x="5224" y="789"/>
                      <a:pt x="5231" y="787"/>
                    </a:cubicBezTo>
                    <a:lnTo>
                      <a:pt x="5231" y="787"/>
                    </a:lnTo>
                    <a:cubicBezTo>
                      <a:pt x="5206" y="791"/>
                      <a:pt x="5180" y="794"/>
                      <a:pt x="5154" y="797"/>
                    </a:cubicBezTo>
                    <a:cubicBezTo>
                      <a:pt x="5158" y="797"/>
                      <a:pt x="5162" y="797"/>
                      <a:pt x="5166" y="797"/>
                    </a:cubicBezTo>
                    <a:lnTo>
                      <a:pt x="5166" y="797"/>
                    </a:lnTo>
                    <a:cubicBezTo>
                      <a:pt x="4741" y="850"/>
                      <a:pt x="4318" y="875"/>
                      <a:pt x="3895" y="875"/>
                    </a:cubicBezTo>
                    <a:cubicBezTo>
                      <a:pt x="3501" y="875"/>
                      <a:pt x="3107" y="853"/>
                      <a:pt x="2710" y="810"/>
                    </a:cubicBezTo>
                    <a:lnTo>
                      <a:pt x="2710" y="810"/>
                    </a:lnTo>
                    <a:cubicBezTo>
                      <a:pt x="2714" y="811"/>
                      <a:pt x="2717" y="813"/>
                      <a:pt x="2720" y="814"/>
                    </a:cubicBezTo>
                    <a:cubicBezTo>
                      <a:pt x="2697" y="811"/>
                      <a:pt x="2674" y="807"/>
                      <a:pt x="2651" y="804"/>
                    </a:cubicBezTo>
                    <a:lnTo>
                      <a:pt x="2651" y="804"/>
                    </a:lnTo>
                    <a:cubicBezTo>
                      <a:pt x="2671" y="806"/>
                      <a:pt x="2691" y="808"/>
                      <a:pt x="2710" y="810"/>
                    </a:cubicBezTo>
                    <a:lnTo>
                      <a:pt x="2710" y="810"/>
                    </a:lnTo>
                    <a:cubicBezTo>
                      <a:pt x="2681" y="799"/>
                      <a:pt x="2642" y="797"/>
                      <a:pt x="2612" y="797"/>
                    </a:cubicBezTo>
                    <a:lnTo>
                      <a:pt x="2612" y="797"/>
                    </a:lnTo>
                    <a:cubicBezTo>
                      <a:pt x="2625" y="799"/>
                      <a:pt x="2638" y="801"/>
                      <a:pt x="2651" y="804"/>
                    </a:cubicBezTo>
                    <a:lnTo>
                      <a:pt x="2651" y="804"/>
                    </a:lnTo>
                    <a:cubicBezTo>
                      <a:pt x="2633" y="801"/>
                      <a:pt x="2615" y="799"/>
                      <a:pt x="2596" y="797"/>
                    </a:cubicBezTo>
                    <a:cubicBezTo>
                      <a:pt x="2601" y="797"/>
                      <a:pt x="2606" y="797"/>
                      <a:pt x="2612" y="797"/>
                    </a:cubicBezTo>
                    <a:lnTo>
                      <a:pt x="2612" y="797"/>
                    </a:lnTo>
                    <a:cubicBezTo>
                      <a:pt x="1955" y="691"/>
                      <a:pt x="1317" y="539"/>
                      <a:pt x="678" y="337"/>
                    </a:cubicBezTo>
                    <a:cubicBezTo>
                      <a:pt x="633" y="321"/>
                      <a:pt x="586" y="313"/>
                      <a:pt x="539" y="313"/>
                    </a:cubicBezTo>
                    <a:cubicBezTo>
                      <a:pt x="326" y="313"/>
                      <a:pt x="115" y="468"/>
                      <a:pt x="56" y="674"/>
                    </a:cubicBezTo>
                    <a:cubicBezTo>
                      <a:pt x="0" y="955"/>
                      <a:pt x="145" y="1206"/>
                      <a:pt x="410" y="1296"/>
                    </a:cubicBezTo>
                    <a:cubicBezTo>
                      <a:pt x="1514" y="1650"/>
                      <a:pt x="2647" y="1863"/>
                      <a:pt x="3820" y="1880"/>
                    </a:cubicBezTo>
                    <a:cubicBezTo>
                      <a:pt x="4868" y="1880"/>
                      <a:pt x="5917" y="1722"/>
                      <a:pt x="6927" y="1471"/>
                    </a:cubicBezTo>
                    <a:cubicBezTo>
                      <a:pt x="7532" y="1330"/>
                      <a:pt x="8137" y="1151"/>
                      <a:pt x="8721" y="976"/>
                    </a:cubicBezTo>
                    <a:cubicBezTo>
                      <a:pt x="8973" y="904"/>
                      <a:pt x="9147" y="635"/>
                      <a:pt x="9079" y="371"/>
                    </a:cubicBezTo>
                    <a:cubicBezTo>
                      <a:pt x="9003" y="161"/>
                      <a:pt x="8799" y="1"/>
                      <a:pt x="85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8"/>
              <p:cNvSpPr/>
              <p:nvPr/>
            </p:nvSpPr>
            <p:spPr>
              <a:xfrm>
                <a:off x="9490283" y="3854290"/>
                <a:ext cx="465848" cy="561673"/>
              </a:xfrm>
              <a:custGeom>
                <a:rect b="b" l="l" r="r" t="t"/>
                <a:pathLst>
                  <a:path extrusionOk="0" h="6770" w="5615">
                    <a:moveTo>
                      <a:pt x="5614" y="6147"/>
                    </a:moveTo>
                    <a:cubicBezTo>
                      <a:pt x="5491" y="6198"/>
                      <a:pt x="5418" y="6236"/>
                      <a:pt x="5329" y="6253"/>
                    </a:cubicBezTo>
                    <a:cubicBezTo>
                      <a:pt x="4975" y="6377"/>
                      <a:pt x="4617" y="6484"/>
                      <a:pt x="4263" y="6590"/>
                    </a:cubicBezTo>
                    <a:cubicBezTo>
                      <a:pt x="3926" y="6680"/>
                      <a:pt x="3590" y="6731"/>
                      <a:pt x="3232" y="6731"/>
                    </a:cubicBezTo>
                    <a:cubicBezTo>
                      <a:pt x="2844" y="6748"/>
                      <a:pt x="2435" y="6769"/>
                      <a:pt x="2043" y="6748"/>
                    </a:cubicBezTo>
                    <a:cubicBezTo>
                      <a:pt x="1761" y="6748"/>
                      <a:pt x="1459" y="6731"/>
                      <a:pt x="1173" y="6697"/>
                    </a:cubicBezTo>
                    <a:cubicBezTo>
                      <a:pt x="960" y="6680"/>
                      <a:pt x="764" y="6607"/>
                      <a:pt x="551" y="6573"/>
                    </a:cubicBezTo>
                    <a:cubicBezTo>
                      <a:pt x="393" y="6535"/>
                      <a:pt x="231" y="6501"/>
                      <a:pt x="73" y="6484"/>
                    </a:cubicBezTo>
                    <a:cubicBezTo>
                      <a:pt x="56" y="6467"/>
                      <a:pt x="35" y="6467"/>
                      <a:pt x="1" y="6449"/>
                    </a:cubicBezTo>
                    <a:cubicBezTo>
                      <a:pt x="18" y="6287"/>
                      <a:pt x="35" y="6130"/>
                      <a:pt x="73" y="5968"/>
                    </a:cubicBezTo>
                    <a:cubicBezTo>
                      <a:pt x="107" y="5597"/>
                      <a:pt x="163" y="5205"/>
                      <a:pt x="214" y="4830"/>
                    </a:cubicBezTo>
                    <a:cubicBezTo>
                      <a:pt x="231" y="4655"/>
                      <a:pt x="269" y="4476"/>
                      <a:pt x="303" y="4297"/>
                    </a:cubicBezTo>
                    <a:cubicBezTo>
                      <a:pt x="321" y="4212"/>
                      <a:pt x="321" y="4105"/>
                      <a:pt x="338" y="3999"/>
                    </a:cubicBezTo>
                    <a:cubicBezTo>
                      <a:pt x="393" y="3551"/>
                      <a:pt x="427" y="3091"/>
                      <a:pt x="534" y="2630"/>
                    </a:cubicBezTo>
                    <a:cubicBezTo>
                      <a:pt x="589" y="2434"/>
                      <a:pt x="606" y="2238"/>
                      <a:pt x="657" y="2025"/>
                    </a:cubicBezTo>
                    <a:cubicBezTo>
                      <a:pt x="730" y="1633"/>
                      <a:pt x="853" y="1262"/>
                      <a:pt x="1066" y="925"/>
                    </a:cubicBezTo>
                    <a:cubicBezTo>
                      <a:pt x="1263" y="657"/>
                      <a:pt x="1476" y="444"/>
                      <a:pt x="1778" y="303"/>
                    </a:cubicBezTo>
                    <a:cubicBezTo>
                      <a:pt x="1868" y="269"/>
                      <a:pt x="1936" y="214"/>
                      <a:pt x="2025" y="180"/>
                    </a:cubicBezTo>
                    <a:cubicBezTo>
                      <a:pt x="2345" y="56"/>
                      <a:pt x="2682" y="0"/>
                      <a:pt x="3040" y="35"/>
                    </a:cubicBezTo>
                    <a:cubicBezTo>
                      <a:pt x="3253" y="56"/>
                      <a:pt x="3466" y="90"/>
                      <a:pt x="3658" y="180"/>
                    </a:cubicBezTo>
                    <a:cubicBezTo>
                      <a:pt x="3944" y="303"/>
                      <a:pt x="4140" y="516"/>
                      <a:pt x="4263" y="781"/>
                    </a:cubicBezTo>
                    <a:cubicBezTo>
                      <a:pt x="4404" y="1083"/>
                      <a:pt x="4532" y="1386"/>
                      <a:pt x="4617" y="1705"/>
                    </a:cubicBezTo>
                    <a:cubicBezTo>
                      <a:pt x="4724" y="2042"/>
                      <a:pt x="4813" y="2400"/>
                      <a:pt x="4903" y="2754"/>
                    </a:cubicBezTo>
                    <a:cubicBezTo>
                      <a:pt x="4937" y="2933"/>
                      <a:pt x="4975" y="3108"/>
                      <a:pt x="5009" y="3287"/>
                    </a:cubicBezTo>
                    <a:cubicBezTo>
                      <a:pt x="5082" y="3606"/>
                      <a:pt x="5150" y="3926"/>
                      <a:pt x="5205" y="4246"/>
                    </a:cubicBezTo>
                    <a:cubicBezTo>
                      <a:pt x="5222" y="4280"/>
                      <a:pt x="5222" y="4318"/>
                      <a:pt x="5239" y="4352"/>
                    </a:cubicBezTo>
                    <a:cubicBezTo>
                      <a:pt x="5346" y="4723"/>
                      <a:pt x="5435" y="5115"/>
                      <a:pt x="5469" y="5507"/>
                    </a:cubicBezTo>
                    <a:cubicBezTo>
                      <a:pt x="5469" y="5559"/>
                      <a:pt x="5491" y="5614"/>
                      <a:pt x="5508" y="5665"/>
                    </a:cubicBezTo>
                    <a:cubicBezTo>
                      <a:pt x="5542" y="5827"/>
                      <a:pt x="5576" y="5985"/>
                      <a:pt x="5614" y="6147"/>
                    </a:cubicBezTo>
                    <a:close/>
                    <a:moveTo>
                      <a:pt x="3641" y="2379"/>
                    </a:moveTo>
                    <a:lnTo>
                      <a:pt x="3624" y="2379"/>
                    </a:lnTo>
                    <a:lnTo>
                      <a:pt x="3624" y="2328"/>
                    </a:lnTo>
                    <a:cubicBezTo>
                      <a:pt x="3624" y="1902"/>
                      <a:pt x="3483" y="1548"/>
                      <a:pt x="3091" y="1335"/>
                    </a:cubicBezTo>
                    <a:cubicBezTo>
                      <a:pt x="3040" y="1313"/>
                      <a:pt x="2985" y="1279"/>
                      <a:pt x="2912" y="1279"/>
                    </a:cubicBezTo>
                    <a:cubicBezTo>
                      <a:pt x="2699" y="1245"/>
                      <a:pt x="2486" y="1296"/>
                      <a:pt x="2273" y="1369"/>
                    </a:cubicBezTo>
                    <a:cubicBezTo>
                      <a:pt x="2098" y="1441"/>
                      <a:pt x="1974" y="1565"/>
                      <a:pt x="1846" y="1705"/>
                    </a:cubicBezTo>
                    <a:cubicBezTo>
                      <a:pt x="1706" y="1884"/>
                      <a:pt x="1672" y="2098"/>
                      <a:pt x="1616" y="2311"/>
                    </a:cubicBezTo>
                    <a:cubicBezTo>
                      <a:pt x="1548" y="2613"/>
                      <a:pt x="1565" y="2933"/>
                      <a:pt x="1616" y="3231"/>
                    </a:cubicBezTo>
                    <a:cubicBezTo>
                      <a:pt x="1655" y="3466"/>
                      <a:pt x="1761" y="3658"/>
                      <a:pt x="1953" y="3803"/>
                    </a:cubicBezTo>
                    <a:cubicBezTo>
                      <a:pt x="2115" y="3926"/>
                      <a:pt x="2294" y="3943"/>
                      <a:pt x="2469" y="3977"/>
                    </a:cubicBezTo>
                    <a:cubicBezTo>
                      <a:pt x="2737" y="4016"/>
                      <a:pt x="3002" y="3943"/>
                      <a:pt x="3215" y="3803"/>
                    </a:cubicBezTo>
                    <a:cubicBezTo>
                      <a:pt x="3466" y="3641"/>
                      <a:pt x="3607" y="3376"/>
                      <a:pt x="3624" y="3074"/>
                    </a:cubicBezTo>
                    <a:cubicBezTo>
                      <a:pt x="3641" y="2843"/>
                      <a:pt x="3641" y="2613"/>
                      <a:pt x="3641" y="23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8"/>
              <p:cNvSpPr/>
              <p:nvPr/>
            </p:nvSpPr>
            <p:spPr>
              <a:xfrm>
                <a:off x="9441831" y="3717398"/>
                <a:ext cx="553874" cy="667453"/>
              </a:xfrm>
              <a:custGeom>
                <a:rect b="b" l="l" r="r" t="t"/>
                <a:pathLst>
                  <a:path extrusionOk="0" h="8045" w="6676">
                    <a:moveTo>
                      <a:pt x="444" y="8044"/>
                    </a:moveTo>
                    <a:cubicBezTo>
                      <a:pt x="355" y="8027"/>
                      <a:pt x="265" y="8010"/>
                      <a:pt x="159" y="7993"/>
                    </a:cubicBezTo>
                    <a:cubicBezTo>
                      <a:pt x="193" y="7780"/>
                      <a:pt x="231" y="7584"/>
                      <a:pt x="265" y="7388"/>
                    </a:cubicBezTo>
                    <a:cubicBezTo>
                      <a:pt x="372" y="6799"/>
                      <a:pt x="495" y="6215"/>
                      <a:pt x="534" y="5610"/>
                    </a:cubicBezTo>
                    <a:cubicBezTo>
                      <a:pt x="551" y="5397"/>
                      <a:pt x="534" y="5201"/>
                      <a:pt x="495" y="5009"/>
                    </a:cubicBezTo>
                    <a:cubicBezTo>
                      <a:pt x="461" y="4724"/>
                      <a:pt x="321" y="4511"/>
                      <a:pt x="1" y="4438"/>
                    </a:cubicBezTo>
                    <a:cubicBezTo>
                      <a:pt x="35" y="4297"/>
                      <a:pt x="69" y="4157"/>
                      <a:pt x="107" y="4029"/>
                    </a:cubicBezTo>
                    <a:cubicBezTo>
                      <a:pt x="159" y="3837"/>
                      <a:pt x="214" y="3658"/>
                      <a:pt x="265" y="3479"/>
                    </a:cubicBezTo>
                    <a:cubicBezTo>
                      <a:pt x="321" y="3283"/>
                      <a:pt x="372" y="3108"/>
                      <a:pt x="427" y="2912"/>
                    </a:cubicBezTo>
                    <a:cubicBezTo>
                      <a:pt x="512" y="2665"/>
                      <a:pt x="585" y="2413"/>
                      <a:pt x="674" y="2166"/>
                    </a:cubicBezTo>
                    <a:cubicBezTo>
                      <a:pt x="747" y="1970"/>
                      <a:pt x="832" y="1774"/>
                      <a:pt x="922" y="1578"/>
                    </a:cubicBezTo>
                    <a:cubicBezTo>
                      <a:pt x="1011" y="1403"/>
                      <a:pt x="1101" y="1224"/>
                      <a:pt x="1207" y="1067"/>
                    </a:cubicBezTo>
                    <a:cubicBezTo>
                      <a:pt x="1437" y="691"/>
                      <a:pt x="1723" y="372"/>
                      <a:pt x="2166" y="248"/>
                    </a:cubicBezTo>
                    <a:cubicBezTo>
                      <a:pt x="2592" y="142"/>
                      <a:pt x="3019" y="69"/>
                      <a:pt x="3445" y="18"/>
                    </a:cubicBezTo>
                    <a:cubicBezTo>
                      <a:pt x="3730" y="1"/>
                      <a:pt x="3995" y="1"/>
                      <a:pt x="4263" y="86"/>
                    </a:cubicBezTo>
                    <a:cubicBezTo>
                      <a:pt x="4349" y="108"/>
                      <a:pt x="4438" y="108"/>
                      <a:pt x="4510" y="125"/>
                    </a:cubicBezTo>
                    <a:cubicBezTo>
                      <a:pt x="4954" y="265"/>
                      <a:pt x="5291" y="534"/>
                      <a:pt x="5487" y="960"/>
                    </a:cubicBezTo>
                    <a:cubicBezTo>
                      <a:pt x="5683" y="1365"/>
                      <a:pt x="5840" y="1774"/>
                      <a:pt x="6019" y="2200"/>
                    </a:cubicBezTo>
                    <a:cubicBezTo>
                      <a:pt x="6181" y="2627"/>
                      <a:pt x="6339" y="3053"/>
                      <a:pt x="6480" y="3479"/>
                    </a:cubicBezTo>
                    <a:cubicBezTo>
                      <a:pt x="6552" y="3692"/>
                      <a:pt x="6625" y="3905"/>
                      <a:pt x="6676" y="4118"/>
                    </a:cubicBezTo>
                    <a:cubicBezTo>
                      <a:pt x="6625" y="4135"/>
                      <a:pt x="6608" y="4135"/>
                      <a:pt x="6569" y="4157"/>
                    </a:cubicBezTo>
                    <a:cubicBezTo>
                      <a:pt x="6198" y="4280"/>
                      <a:pt x="6036" y="4511"/>
                      <a:pt x="6036" y="4954"/>
                    </a:cubicBezTo>
                    <a:cubicBezTo>
                      <a:pt x="6036" y="5256"/>
                      <a:pt x="6109" y="5542"/>
                      <a:pt x="6181" y="5840"/>
                    </a:cubicBezTo>
                    <a:cubicBezTo>
                      <a:pt x="6267" y="6215"/>
                      <a:pt x="6356" y="6608"/>
                      <a:pt x="6463" y="6978"/>
                    </a:cubicBezTo>
                    <a:cubicBezTo>
                      <a:pt x="6518" y="7192"/>
                      <a:pt x="6569" y="7405"/>
                      <a:pt x="6642" y="7618"/>
                    </a:cubicBezTo>
                    <a:cubicBezTo>
                      <a:pt x="6552" y="7652"/>
                      <a:pt x="6446" y="7707"/>
                      <a:pt x="6322" y="7758"/>
                    </a:cubicBezTo>
                    <a:cubicBezTo>
                      <a:pt x="6305" y="7724"/>
                      <a:pt x="6288" y="7707"/>
                      <a:pt x="6288" y="7690"/>
                    </a:cubicBezTo>
                    <a:cubicBezTo>
                      <a:pt x="6232" y="7388"/>
                      <a:pt x="6181" y="7085"/>
                      <a:pt x="6126" y="6782"/>
                    </a:cubicBezTo>
                    <a:cubicBezTo>
                      <a:pt x="6053" y="6480"/>
                      <a:pt x="5985" y="6181"/>
                      <a:pt x="5913" y="5879"/>
                    </a:cubicBezTo>
                    <a:cubicBezTo>
                      <a:pt x="5862" y="5559"/>
                      <a:pt x="5789" y="5239"/>
                      <a:pt x="5734" y="4920"/>
                    </a:cubicBezTo>
                    <a:cubicBezTo>
                      <a:pt x="5700" y="4813"/>
                      <a:pt x="5666" y="4707"/>
                      <a:pt x="5649" y="4600"/>
                    </a:cubicBezTo>
                    <a:cubicBezTo>
                      <a:pt x="5559" y="4174"/>
                      <a:pt x="5470" y="3748"/>
                      <a:pt x="5329" y="3321"/>
                    </a:cubicBezTo>
                    <a:cubicBezTo>
                      <a:pt x="5222" y="3002"/>
                      <a:pt x="5094" y="2699"/>
                      <a:pt x="4971" y="2396"/>
                    </a:cubicBezTo>
                    <a:cubicBezTo>
                      <a:pt x="4903" y="2183"/>
                      <a:pt x="4758" y="2026"/>
                      <a:pt x="4600" y="1864"/>
                    </a:cubicBezTo>
                    <a:cubicBezTo>
                      <a:pt x="4387" y="1668"/>
                      <a:pt x="4118" y="1616"/>
                      <a:pt x="3854" y="1544"/>
                    </a:cubicBezTo>
                    <a:cubicBezTo>
                      <a:pt x="3551" y="1493"/>
                      <a:pt x="3249" y="1544"/>
                      <a:pt x="2946" y="1561"/>
                    </a:cubicBezTo>
                    <a:cubicBezTo>
                      <a:pt x="2823" y="1578"/>
                      <a:pt x="2716" y="1616"/>
                      <a:pt x="2609" y="1668"/>
                    </a:cubicBezTo>
                    <a:cubicBezTo>
                      <a:pt x="2307" y="1830"/>
                      <a:pt x="1987" y="1970"/>
                      <a:pt x="1740" y="2239"/>
                    </a:cubicBezTo>
                    <a:cubicBezTo>
                      <a:pt x="1561" y="2431"/>
                      <a:pt x="1437" y="2665"/>
                      <a:pt x="1348" y="2912"/>
                    </a:cubicBezTo>
                    <a:cubicBezTo>
                      <a:pt x="1173" y="3355"/>
                      <a:pt x="1101" y="3816"/>
                      <a:pt x="994" y="4297"/>
                    </a:cubicBezTo>
                    <a:cubicBezTo>
                      <a:pt x="960" y="4476"/>
                      <a:pt x="922" y="4668"/>
                      <a:pt x="887" y="4864"/>
                    </a:cubicBezTo>
                    <a:cubicBezTo>
                      <a:pt x="853" y="5094"/>
                      <a:pt x="832" y="5346"/>
                      <a:pt x="798" y="5576"/>
                    </a:cubicBezTo>
                    <a:cubicBezTo>
                      <a:pt x="798" y="5700"/>
                      <a:pt x="781" y="5823"/>
                      <a:pt x="764" y="5930"/>
                    </a:cubicBezTo>
                    <a:cubicBezTo>
                      <a:pt x="708" y="6339"/>
                      <a:pt x="657" y="6731"/>
                      <a:pt x="602" y="7119"/>
                    </a:cubicBezTo>
                    <a:cubicBezTo>
                      <a:pt x="568" y="7405"/>
                      <a:pt x="512" y="7690"/>
                      <a:pt x="461" y="7972"/>
                    </a:cubicBezTo>
                    <a:cubicBezTo>
                      <a:pt x="461" y="7993"/>
                      <a:pt x="461" y="8010"/>
                      <a:pt x="444" y="80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8"/>
              <p:cNvSpPr/>
              <p:nvPr/>
            </p:nvSpPr>
            <p:spPr>
              <a:xfrm>
                <a:off x="9322362" y="4312589"/>
                <a:ext cx="791486" cy="209404"/>
              </a:xfrm>
              <a:custGeom>
                <a:rect b="b" l="l" r="r" t="t"/>
                <a:pathLst>
                  <a:path extrusionOk="0" h="2524" w="9540">
                    <a:moveTo>
                      <a:pt x="9271" y="1"/>
                    </a:moveTo>
                    <a:cubicBezTo>
                      <a:pt x="9360" y="286"/>
                      <a:pt x="9433" y="533"/>
                      <a:pt x="9501" y="798"/>
                    </a:cubicBezTo>
                    <a:cubicBezTo>
                      <a:pt x="9539" y="943"/>
                      <a:pt x="9484" y="1049"/>
                      <a:pt x="9360" y="1139"/>
                    </a:cubicBezTo>
                    <a:cubicBezTo>
                      <a:pt x="8862" y="1492"/>
                      <a:pt x="8329" y="1778"/>
                      <a:pt x="7745" y="1970"/>
                    </a:cubicBezTo>
                    <a:cubicBezTo>
                      <a:pt x="7583" y="2025"/>
                      <a:pt x="7425" y="2098"/>
                      <a:pt x="7246" y="2132"/>
                    </a:cubicBezTo>
                    <a:cubicBezTo>
                      <a:pt x="6944" y="2221"/>
                      <a:pt x="6662" y="2289"/>
                      <a:pt x="6360" y="2345"/>
                    </a:cubicBezTo>
                    <a:cubicBezTo>
                      <a:pt x="6040" y="2396"/>
                      <a:pt x="5720" y="2434"/>
                      <a:pt x="5418" y="2468"/>
                    </a:cubicBezTo>
                    <a:cubicBezTo>
                      <a:pt x="4936" y="2503"/>
                      <a:pt x="4476" y="2524"/>
                      <a:pt x="4015" y="2524"/>
                    </a:cubicBezTo>
                    <a:lnTo>
                      <a:pt x="3444" y="2524"/>
                    </a:lnTo>
                    <a:cubicBezTo>
                      <a:pt x="3180" y="2503"/>
                      <a:pt x="2911" y="2468"/>
                      <a:pt x="2647" y="2434"/>
                    </a:cubicBezTo>
                    <a:cubicBezTo>
                      <a:pt x="2558" y="2417"/>
                      <a:pt x="2468" y="2396"/>
                      <a:pt x="2362" y="2396"/>
                    </a:cubicBezTo>
                    <a:cubicBezTo>
                      <a:pt x="2059" y="2345"/>
                      <a:pt x="1761" y="2221"/>
                      <a:pt x="1458" y="2149"/>
                    </a:cubicBezTo>
                    <a:cubicBezTo>
                      <a:pt x="1228" y="2076"/>
                      <a:pt x="1032" y="2008"/>
                      <a:pt x="819" y="1919"/>
                    </a:cubicBezTo>
                    <a:cubicBezTo>
                      <a:pt x="640" y="1863"/>
                      <a:pt x="482" y="1795"/>
                      <a:pt x="320" y="1723"/>
                    </a:cubicBezTo>
                    <a:cubicBezTo>
                      <a:pt x="303" y="1723"/>
                      <a:pt x="286" y="1705"/>
                      <a:pt x="269" y="1705"/>
                    </a:cubicBezTo>
                    <a:cubicBezTo>
                      <a:pt x="17" y="1582"/>
                      <a:pt x="0" y="1544"/>
                      <a:pt x="90" y="1279"/>
                    </a:cubicBezTo>
                    <a:cubicBezTo>
                      <a:pt x="141" y="1066"/>
                      <a:pt x="213" y="853"/>
                      <a:pt x="269" y="640"/>
                    </a:cubicBezTo>
                    <a:cubicBezTo>
                      <a:pt x="286" y="606"/>
                      <a:pt x="303" y="550"/>
                      <a:pt x="320" y="499"/>
                    </a:cubicBezTo>
                    <a:cubicBezTo>
                      <a:pt x="461" y="550"/>
                      <a:pt x="605" y="584"/>
                      <a:pt x="712" y="640"/>
                    </a:cubicBezTo>
                    <a:cubicBezTo>
                      <a:pt x="908" y="746"/>
                      <a:pt x="1121" y="798"/>
                      <a:pt x="1313" y="870"/>
                    </a:cubicBezTo>
                    <a:cubicBezTo>
                      <a:pt x="1565" y="960"/>
                      <a:pt x="1795" y="1032"/>
                      <a:pt x="2042" y="1083"/>
                    </a:cubicBezTo>
                    <a:cubicBezTo>
                      <a:pt x="2293" y="1156"/>
                      <a:pt x="2541" y="1190"/>
                      <a:pt x="2805" y="1245"/>
                    </a:cubicBezTo>
                    <a:cubicBezTo>
                      <a:pt x="3001" y="1279"/>
                      <a:pt x="3197" y="1330"/>
                      <a:pt x="3393" y="1352"/>
                    </a:cubicBezTo>
                    <a:cubicBezTo>
                      <a:pt x="3713" y="1369"/>
                      <a:pt x="4015" y="1369"/>
                      <a:pt x="4335" y="1369"/>
                    </a:cubicBezTo>
                    <a:cubicBezTo>
                      <a:pt x="4599" y="1386"/>
                      <a:pt x="4868" y="1386"/>
                      <a:pt x="5132" y="1369"/>
                    </a:cubicBezTo>
                    <a:cubicBezTo>
                      <a:pt x="5507" y="1369"/>
                      <a:pt x="5861" y="1352"/>
                      <a:pt x="6215" y="1245"/>
                    </a:cubicBezTo>
                    <a:cubicBezTo>
                      <a:pt x="6500" y="1156"/>
                      <a:pt x="6803" y="1083"/>
                      <a:pt x="7089" y="977"/>
                    </a:cubicBezTo>
                    <a:cubicBezTo>
                      <a:pt x="7336" y="904"/>
                      <a:pt x="7583" y="836"/>
                      <a:pt x="7813" y="729"/>
                    </a:cubicBezTo>
                    <a:cubicBezTo>
                      <a:pt x="8312" y="550"/>
                      <a:pt x="8794" y="303"/>
                      <a:pt x="92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8"/>
              <p:cNvSpPr/>
              <p:nvPr/>
            </p:nvSpPr>
            <p:spPr>
              <a:xfrm>
                <a:off x="9952896" y="4072488"/>
                <a:ext cx="137224" cy="272706"/>
              </a:xfrm>
              <a:custGeom>
                <a:rect b="b" l="l" r="r" t="t"/>
                <a:pathLst>
                  <a:path extrusionOk="0" h="3287" w="1654">
                    <a:moveTo>
                      <a:pt x="605" y="3287"/>
                    </a:moveTo>
                    <a:cubicBezTo>
                      <a:pt x="554" y="3142"/>
                      <a:pt x="499" y="3018"/>
                      <a:pt x="465" y="2895"/>
                    </a:cubicBezTo>
                    <a:cubicBezTo>
                      <a:pt x="341" y="2413"/>
                      <a:pt x="234" y="1935"/>
                      <a:pt x="107" y="1437"/>
                    </a:cubicBezTo>
                    <a:cubicBezTo>
                      <a:pt x="38" y="1155"/>
                      <a:pt x="0" y="870"/>
                      <a:pt x="0" y="584"/>
                    </a:cubicBezTo>
                    <a:cubicBezTo>
                      <a:pt x="0" y="213"/>
                      <a:pt x="341" y="0"/>
                      <a:pt x="588" y="17"/>
                    </a:cubicBezTo>
                    <a:cubicBezTo>
                      <a:pt x="746" y="34"/>
                      <a:pt x="874" y="124"/>
                      <a:pt x="959" y="248"/>
                    </a:cubicBezTo>
                    <a:cubicBezTo>
                      <a:pt x="1049" y="410"/>
                      <a:pt x="1138" y="584"/>
                      <a:pt x="1194" y="763"/>
                    </a:cubicBezTo>
                    <a:cubicBezTo>
                      <a:pt x="1300" y="1100"/>
                      <a:pt x="1368" y="1437"/>
                      <a:pt x="1458" y="1774"/>
                    </a:cubicBezTo>
                    <a:cubicBezTo>
                      <a:pt x="1530" y="2076"/>
                      <a:pt x="1581" y="2379"/>
                      <a:pt x="1654" y="2681"/>
                    </a:cubicBezTo>
                    <a:cubicBezTo>
                      <a:pt x="1351" y="2946"/>
                      <a:pt x="959" y="3091"/>
                      <a:pt x="605" y="32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8"/>
              <p:cNvSpPr/>
              <p:nvPr/>
            </p:nvSpPr>
            <p:spPr>
              <a:xfrm>
                <a:off x="9350238" y="4091570"/>
                <a:ext cx="128513" cy="285814"/>
              </a:xfrm>
              <a:custGeom>
                <a:rect b="b" l="l" r="r" t="t"/>
                <a:pathLst>
                  <a:path extrusionOk="0" h="3445" w="1549">
                    <a:moveTo>
                      <a:pt x="1139" y="3445"/>
                    </a:moveTo>
                    <a:cubicBezTo>
                      <a:pt x="747" y="3287"/>
                      <a:pt x="376" y="3142"/>
                      <a:pt x="1" y="2984"/>
                    </a:cubicBezTo>
                    <a:cubicBezTo>
                      <a:pt x="56" y="2699"/>
                      <a:pt x="90" y="2417"/>
                      <a:pt x="163" y="2149"/>
                    </a:cubicBezTo>
                    <a:cubicBezTo>
                      <a:pt x="231" y="1829"/>
                      <a:pt x="304" y="1509"/>
                      <a:pt x="393" y="1190"/>
                    </a:cubicBezTo>
                    <a:cubicBezTo>
                      <a:pt x="427" y="1049"/>
                      <a:pt x="466" y="887"/>
                      <a:pt x="500" y="746"/>
                    </a:cubicBezTo>
                    <a:cubicBezTo>
                      <a:pt x="551" y="550"/>
                      <a:pt x="640" y="354"/>
                      <a:pt x="802" y="214"/>
                    </a:cubicBezTo>
                    <a:cubicBezTo>
                      <a:pt x="1067" y="1"/>
                      <a:pt x="1297" y="90"/>
                      <a:pt x="1425" y="337"/>
                    </a:cubicBezTo>
                    <a:cubicBezTo>
                      <a:pt x="1531" y="550"/>
                      <a:pt x="1548" y="781"/>
                      <a:pt x="1531" y="1011"/>
                    </a:cubicBezTo>
                    <a:cubicBezTo>
                      <a:pt x="1510" y="1313"/>
                      <a:pt x="1493" y="1616"/>
                      <a:pt x="1442" y="1902"/>
                    </a:cubicBezTo>
                    <a:cubicBezTo>
                      <a:pt x="1425" y="2115"/>
                      <a:pt x="1369" y="2328"/>
                      <a:pt x="1335" y="2524"/>
                    </a:cubicBezTo>
                    <a:cubicBezTo>
                      <a:pt x="1280" y="2771"/>
                      <a:pt x="1229" y="3018"/>
                      <a:pt x="1190" y="3248"/>
                    </a:cubicBezTo>
                    <a:cubicBezTo>
                      <a:pt x="1173" y="3304"/>
                      <a:pt x="1156" y="3355"/>
                      <a:pt x="1139" y="344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8"/>
              <p:cNvSpPr/>
              <p:nvPr/>
            </p:nvSpPr>
            <p:spPr>
              <a:xfrm>
                <a:off x="9631738" y="3970607"/>
                <a:ext cx="151826" cy="204841"/>
              </a:xfrm>
              <a:custGeom>
                <a:rect b="b" l="l" r="r" t="t"/>
                <a:pathLst>
                  <a:path extrusionOk="0" h="2469" w="1830">
                    <a:moveTo>
                      <a:pt x="1829" y="1049"/>
                    </a:moveTo>
                    <a:cubicBezTo>
                      <a:pt x="1812" y="1280"/>
                      <a:pt x="1812" y="1476"/>
                      <a:pt x="1795" y="1689"/>
                    </a:cubicBezTo>
                    <a:cubicBezTo>
                      <a:pt x="1761" y="1957"/>
                      <a:pt x="1633" y="2187"/>
                      <a:pt x="1369" y="2311"/>
                    </a:cubicBezTo>
                    <a:cubicBezTo>
                      <a:pt x="1083" y="2452"/>
                      <a:pt x="781" y="2469"/>
                      <a:pt x="499" y="2362"/>
                    </a:cubicBezTo>
                    <a:cubicBezTo>
                      <a:pt x="303" y="2294"/>
                      <a:pt x="163" y="2170"/>
                      <a:pt x="107" y="1974"/>
                    </a:cubicBezTo>
                    <a:cubicBezTo>
                      <a:pt x="35" y="1706"/>
                      <a:pt x="1" y="1441"/>
                      <a:pt x="18" y="1173"/>
                    </a:cubicBezTo>
                    <a:cubicBezTo>
                      <a:pt x="35" y="977"/>
                      <a:pt x="73" y="802"/>
                      <a:pt x="124" y="623"/>
                    </a:cubicBezTo>
                    <a:cubicBezTo>
                      <a:pt x="197" y="393"/>
                      <a:pt x="355" y="231"/>
                      <a:pt x="568" y="124"/>
                    </a:cubicBezTo>
                    <a:cubicBezTo>
                      <a:pt x="764" y="39"/>
                      <a:pt x="960" y="1"/>
                      <a:pt x="1173" y="18"/>
                    </a:cubicBezTo>
                    <a:cubicBezTo>
                      <a:pt x="1228" y="18"/>
                      <a:pt x="1297" y="56"/>
                      <a:pt x="1352" y="90"/>
                    </a:cubicBezTo>
                    <a:cubicBezTo>
                      <a:pt x="1582" y="214"/>
                      <a:pt x="1723" y="410"/>
                      <a:pt x="1761" y="657"/>
                    </a:cubicBezTo>
                    <a:cubicBezTo>
                      <a:pt x="1778" y="802"/>
                      <a:pt x="1812" y="943"/>
                      <a:pt x="1829" y="10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8"/>
              <p:cNvSpPr/>
              <p:nvPr/>
            </p:nvSpPr>
            <p:spPr>
              <a:xfrm>
                <a:off x="9307511" y="3702547"/>
                <a:ext cx="820856" cy="833964"/>
              </a:xfrm>
              <a:custGeom>
                <a:rect b="b" l="l" r="r" t="t"/>
                <a:pathLst>
                  <a:path extrusionOk="0" h="10052" w="9894">
                    <a:moveTo>
                      <a:pt x="1458" y="4634"/>
                    </a:moveTo>
                    <a:cubicBezTo>
                      <a:pt x="1530" y="4404"/>
                      <a:pt x="1582" y="4157"/>
                      <a:pt x="1671" y="3888"/>
                    </a:cubicBezTo>
                    <a:cubicBezTo>
                      <a:pt x="1795" y="3462"/>
                      <a:pt x="1940" y="3019"/>
                      <a:pt x="2080" y="2592"/>
                    </a:cubicBezTo>
                    <a:cubicBezTo>
                      <a:pt x="2187" y="2290"/>
                      <a:pt x="2293" y="1970"/>
                      <a:pt x="2417" y="1672"/>
                    </a:cubicBezTo>
                    <a:cubicBezTo>
                      <a:pt x="2541" y="1403"/>
                      <a:pt x="2664" y="1139"/>
                      <a:pt x="2843" y="905"/>
                    </a:cubicBezTo>
                    <a:cubicBezTo>
                      <a:pt x="2877" y="870"/>
                      <a:pt x="2899" y="819"/>
                      <a:pt x="2933" y="781"/>
                    </a:cubicBezTo>
                    <a:cubicBezTo>
                      <a:pt x="3073" y="568"/>
                      <a:pt x="3269" y="444"/>
                      <a:pt x="3483" y="355"/>
                    </a:cubicBezTo>
                    <a:cubicBezTo>
                      <a:pt x="3819" y="197"/>
                      <a:pt x="4177" y="142"/>
                      <a:pt x="4531" y="90"/>
                    </a:cubicBezTo>
                    <a:cubicBezTo>
                      <a:pt x="4672" y="73"/>
                      <a:pt x="4834" y="35"/>
                      <a:pt x="4974" y="35"/>
                    </a:cubicBezTo>
                    <a:cubicBezTo>
                      <a:pt x="5098" y="18"/>
                      <a:pt x="5243" y="18"/>
                      <a:pt x="5367" y="18"/>
                    </a:cubicBezTo>
                    <a:cubicBezTo>
                      <a:pt x="5631" y="1"/>
                      <a:pt x="5899" y="73"/>
                      <a:pt x="6147" y="125"/>
                    </a:cubicBezTo>
                    <a:cubicBezTo>
                      <a:pt x="6394" y="180"/>
                      <a:pt x="6607" y="304"/>
                      <a:pt x="6786" y="461"/>
                    </a:cubicBezTo>
                    <a:cubicBezTo>
                      <a:pt x="6948" y="585"/>
                      <a:pt x="7106" y="691"/>
                      <a:pt x="7178" y="888"/>
                    </a:cubicBezTo>
                    <a:cubicBezTo>
                      <a:pt x="7285" y="1101"/>
                      <a:pt x="7391" y="1297"/>
                      <a:pt x="7459" y="1510"/>
                    </a:cubicBezTo>
                    <a:cubicBezTo>
                      <a:pt x="7638" y="1936"/>
                      <a:pt x="7800" y="2362"/>
                      <a:pt x="7958" y="2806"/>
                    </a:cubicBezTo>
                    <a:cubicBezTo>
                      <a:pt x="8099" y="3164"/>
                      <a:pt x="8227" y="3534"/>
                      <a:pt x="8350" y="3888"/>
                    </a:cubicBezTo>
                    <a:cubicBezTo>
                      <a:pt x="8384" y="3995"/>
                      <a:pt x="8401" y="4101"/>
                      <a:pt x="8440" y="4191"/>
                    </a:cubicBezTo>
                    <a:cubicBezTo>
                      <a:pt x="8474" y="4297"/>
                      <a:pt x="8525" y="4387"/>
                      <a:pt x="8632" y="4421"/>
                    </a:cubicBezTo>
                    <a:cubicBezTo>
                      <a:pt x="8759" y="4476"/>
                      <a:pt x="8811" y="4583"/>
                      <a:pt x="8883" y="4690"/>
                    </a:cubicBezTo>
                    <a:cubicBezTo>
                      <a:pt x="9058" y="4954"/>
                      <a:pt x="9113" y="5273"/>
                      <a:pt x="9186" y="5576"/>
                    </a:cubicBezTo>
                    <a:cubicBezTo>
                      <a:pt x="9399" y="6412"/>
                      <a:pt x="9556" y="7264"/>
                      <a:pt x="9825" y="8082"/>
                    </a:cubicBezTo>
                    <a:cubicBezTo>
                      <a:pt x="9842" y="8172"/>
                      <a:pt x="9859" y="8278"/>
                      <a:pt x="9893" y="8364"/>
                    </a:cubicBezTo>
                    <a:cubicBezTo>
                      <a:pt x="9718" y="8598"/>
                      <a:pt x="9467" y="8756"/>
                      <a:pt x="9237" y="8897"/>
                    </a:cubicBezTo>
                    <a:cubicBezTo>
                      <a:pt x="8900" y="9093"/>
                      <a:pt x="8525" y="9272"/>
                      <a:pt x="8154" y="9412"/>
                    </a:cubicBezTo>
                    <a:cubicBezTo>
                      <a:pt x="7498" y="9664"/>
                      <a:pt x="6841" y="9838"/>
                      <a:pt x="6129" y="9911"/>
                    </a:cubicBezTo>
                    <a:cubicBezTo>
                      <a:pt x="5614" y="9962"/>
                      <a:pt x="5098" y="10000"/>
                      <a:pt x="4582" y="10035"/>
                    </a:cubicBezTo>
                    <a:cubicBezTo>
                      <a:pt x="4301" y="10035"/>
                      <a:pt x="3998" y="10052"/>
                      <a:pt x="3713" y="10035"/>
                    </a:cubicBezTo>
                    <a:cubicBezTo>
                      <a:pt x="3252" y="10000"/>
                      <a:pt x="2792" y="9962"/>
                      <a:pt x="2345" y="9856"/>
                    </a:cubicBezTo>
                    <a:cubicBezTo>
                      <a:pt x="1901" y="9732"/>
                      <a:pt x="1458" y="9625"/>
                      <a:pt x="1032" y="9451"/>
                    </a:cubicBezTo>
                    <a:cubicBezTo>
                      <a:pt x="712" y="9323"/>
                      <a:pt x="375" y="9216"/>
                      <a:pt x="90" y="9003"/>
                    </a:cubicBezTo>
                    <a:cubicBezTo>
                      <a:pt x="22" y="8952"/>
                      <a:pt x="0" y="8897"/>
                      <a:pt x="22" y="8828"/>
                    </a:cubicBezTo>
                    <a:cubicBezTo>
                      <a:pt x="90" y="8649"/>
                      <a:pt x="162" y="8453"/>
                      <a:pt x="235" y="8257"/>
                    </a:cubicBezTo>
                    <a:cubicBezTo>
                      <a:pt x="320" y="7937"/>
                      <a:pt x="392" y="7618"/>
                      <a:pt x="465" y="7298"/>
                    </a:cubicBezTo>
                    <a:cubicBezTo>
                      <a:pt x="554" y="6804"/>
                      <a:pt x="640" y="6305"/>
                      <a:pt x="802" y="5828"/>
                    </a:cubicBezTo>
                    <a:cubicBezTo>
                      <a:pt x="853" y="5649"/>
                      <a:pt x="908" y="5470"/>
                      <a:pt x="942" y="5295"/>
                    </a:cubicBezTo>
                    <a:cubicBezTo>
                      <a:pt x="998" y="5099"/>
                      <a:pt x="1121" y="4937"/>
                      <a:pt x="1245" y="4779"/>
                    </a:cubicBezTo>
                    <a:cubicBezTo>
                      <a:pt x="1300" y="4724"/>
                      <a:pt x="1368" y="4690"/>
                      <a:pt x="1458" y="4634"/>
                    </a:cubicBezTo>
                    <a:close/>
                    <a:moveTo>
                      <a:pt x="7817" y="7976"/>
                    </a:moveTo>
                    <a:cubicBezTo>
                      <a:pt x="7779" y="7814"/>
                      <a:pt x="7745" y="7656"/>
                      <a:pt x="7711" y="7494"/>
                    </a:cubicBezTo>
                    <a:cubicBezTo>
                      <a:pt x="7694" y="7443"/>
                      <a:pt x="7672" y="7388"/>
                      <a:pt x="7672" y="7336"/>
                    </a:cubicBezTo>
                    <a:cubicBezTo>
                      <a:pt x="7638" y="6944"/>
                      <a:pt x="7549" y="6552"/>
                      <a:pt x="7442" y="6181"/>
                    </a:cubicBezTo>
                    <a:cubicBezTo>
                      <a:pt x="7425" y="6147"/>
                      <a:pt x="7425" y="6109"/>
                      <a:pt x="7408" y="6075"/>
                    </a:cubicBezTo>
                    <a:cubicBezTo>
                      <a:pt x="7353" y="5755"/>
                      <a:pt x="7285" y="5435"/>
                      <a:pt x="7212" y="5116"/>
                    </a:cubicBezTo>
                    <a:cubicBezTo>
                      <a:pt x="7178" y="4937"/>
                      <a:pt x="7140" y="4762"/>
                      <a:pt x="7106" y="4583"/>
                    </a:cubicBezTo>
                    <a:cubicBezTo>
                      <a:pt x="7016" y="4229"/>
                      <a:pt x="6927" y="3871"/>
                      <a:pt x="6820" y="3534"/>
                    </a:cubicBezTo>
                    <a:cubicBezTo>
                      <a:pt x="6735" y="3215"/>
                      <a:pt x="6607" y="2912"/>
                      <a:pt x="6466" y="2610"/>
                    </a:cubicBezTo>
                    <a:cubicBezTo>
                      <a:pt x="6343" y="2345"/>
                      <a:pt x="6147" y="2132"/>
                      <a:pt x="5861" y="2009"/>
                    </a:cubicBezTo>
                    <a:cubicBezTo>
                      <a:pt x="5669" y="1919"/>
                      <a:pt x="5456" y="1885"/>
                      <a:pt x="5243" y="1864"/>
                    </a:cubicBezTo>
                    <a:cubicBezTo>
                      <a:pt x="4885" y="1829"/>
                      <a:pt x="4548" y="1885"/>
                      <a:pt x="4228" y="2009"/>
                    </a:cubicBezTo>
                    <a:cubicBezTo>
                      <a:pt x="4139" y="2043"/>
                      <a:pt x="4071" y="2098"/>
                      <a:pt x="3981" y="2132"/>
                    </a:cubicBezTo>
                    <a:cubicBezTo>
                      <a:pt x="3679" y="2273"/>
                      <a:pt x="3466" y="2486"/>
                      <a:pt x="3269" y="2754"/>
                    </a:cubicBezTo>
                    <a:cubicBezTo>
                      <a:pt x="3056" y="3091"/>
                      <a:pt x="2933" y="3462"/>
                      <a:pt x="2860" y="3854"/>
                    </a:cubicBezTo>
                    <a:cubicBezTo>
                      <a:pt x="2809" y="4067"/>
                      <a:pt x="2792" y="4263"/>
                      <a:pt x="2737" y="4459"/>
                    </a:cubicBezTo>
                    <a:cubicBezTo>
                      <a:pt x="2630" y="4920"/>
                      <a:pt x="2596" y="5380"/>
                      <a:pt x="2541" y="5828"/>
                    </a:cubicBezTo>
                    <a:cubicBezTo>
                      <a:pt x="2524" y="5934"/>
                      <a:pt x="2524" y="6041"/>
                      <a:pt x="2506" y="6126"/>
                    </a:cubicBezTo>
                    <a:cubicBezTo>
                      <a:pt x="2472" y="6305"/>
                      <a:pt x="2434" y="6484"/>
                      <a:pt x="2417" y="6659"/>
                    </a:cubicBezTo>
                    <a:cubicBezTo>
                      <a:pt x="2366" y="7034"/>
                      <a:pt x="2310" y="7426"/>
                      <a:pt x="2276" y="7797"/>
                    </a:cubicBezTo>
                    <a:cubicBezTo>
                      <a:pt x="2238" y="7959"/>
                      <a:pt x="2221" y="8116"/>
                      <a:pt x="2204" y="8278"/>
                    </a:cubicBezTo>
                    <a:cubicBezTo>
                      <a:pt x="2238" y="8296"/>
                      <a:pt x="2259" y="8296"/>
                      <a:pt x="2276" y="8313"/>
                    </a:cubicBezTo>
                    <a:cubicBezTo>
                      <a:pt x="2434" y="8330"/>
                      <a:pt x="2596" y="8364"/>
                      <a:pt x="2754" y="8402"/>
                    </a:cubicBezTo>
                    <a:cubicBezTo>
                      <a:pt x="2967" y="8436"/>
                      <a:pt x="3163" y="8509"/>
                      <a:pt x="3376" y="8526"/>
                    </a:cubicBezTo>
                    <a:cubicBezTo>
                      <a:pt x="3662" y="8560"/>
                      <a:pt x="3964" y="8577"/>
                      <a:pt x="4246" y="8577"/>
                    </a:cubicBezTo>
                    <a:cubicBezTo>
                      <a:pt x="4638" y="8598"/>
                      <a:pt x="5047" y="8577"/>
                      <a:pt x="5435" y="8560"/>
                    </a:cubicBezTo>
                    <a:cubicBezTo>
                      <a:pt x="5793" y="8560"/>
                      <a:pt x="6129" y="8509"/>
                      <a:pt x="6466" y="8419"/>
                    </a:cubicBezTo>
                    <a:cubicBezTo>
                      <a:pt x="6820" y="8313"/>
                      <a:pt x="7178" y="8206"/>
                      <a:pt x="7532" y="8082"/>
                    </a:cubicBezTo>
                    <a:cubicBezTo>
                      <a:pt x="7621" y="8065"/>
                      <a:pt x="7694" y="8027"/>
                      <a:pt x="7817" y="7976"/>
                    </a:cubicBezTo>
                    <a:close/>
                    <a:moveTo>
                      <a:pt x="2063" y="8223"/>
                    </a:moveTo>
                    <a:cubicBezTo>
                      <a:pt x="2080" y="8189"/>
                      <a:pt x="2080" y="8172"/>
                      <a:pt x="2080" y="8151"/>
                    </a:cubicBezTo>
                    <a:cubicBezTo>
                      <a:pt x="2131" y="7869"/>
                      <a:pt x="2187" y="7584"/>
                      <a:pt x="2221" y="7298"/>
                    </a:cubicBezTo>
                    <a:cubicBezTo>
                      <a:pt x="2276" y="6910"/>
                      <a:pt x="2327" y="6518"/>
                      <a:pt x="2383" y="6109"/>
                    </a:cubicBezTo>
                    <a:cubicBezTo>
                      <a:pt x="2400" y="6002"/>
                      <a:pt x="2417" y="5879"/>
                      <a:pt x="2417" y="5755"/>
                    </a:cubicBezTo>
                    <a:cubicBezTo>
                      <a:pt x="2451" y="5525"/>
                      <a:pt x="2472" y="5273"/>
                      <a:pt x="2506" y="5043"/>
                    </a:cubicBezTo>
                    <a:cubicBezTo>
                      <a:pt x="2541" y="4847"/>
                      <a:pt x="2579" y="4655"/>
                      <a:pt x="2613" y="4476"/>
                    </a:cubicBezTo>
                    <a:cubicBezTo>
                      <a:pt x="2720" y="3995"/>
                      <a:pt x="2792" y="3534"/>
                      <a:pt x="2967" y="3091"/>
                    </a:cubicBezTo>
                    <a:cubicBezTo>
                      <a:pt x="3056" y="2844"/>
                      <a:pt x="3180" y="2610"/>
                      <a:pt x="3359" y="2418"/>
                    </a:cubicBezTo>
                    <a:cubicBezTo>
                      <a:pt x="3606" y="2149"/>
                      <a:pt x="3926" y="2009"/>
                      <a:pt x="4228" y="1847"/>
                    </a:cubicBezTo>
                    <a:cubicBezTo>
                      <a:pt x="4335" y="1795"/>
                      <a:pt x="4442" y="1757"/>
                      <a:pt x="4565" y="1740"/>
                    </a:cubicBezTo>
                    <a:cubicBezTo>
                      <a:pt x="4868" y="1723"/>
                      <a:pt x="5170" y="1672"/>
                      <a:pt x="5473" y="1723"/>
                    </a:cubicBezTo>
                    <a:cubicBezTo>
                      <a:pt x="5737" y="1795"/>
                      <a:pt x="6006" y="1847"/>
                      <a:pt x="6219" y="2043"/>
                    </a:cubicBezTo>
                    <a:cubicBezTo>
                      <a:pt x="6377" y="2205"/>
                      <a:pt x="6522" y="2362"/>
                      <a:pt x="6590" y="2575"/>
                    </a:cubicBezTo>
                    <a:cubicBezTo>
                      <a:pt x="6713" y="2878"/>
                      <a:pt x="6841" y="3181"/>
                      <a:pt x="6948" y="3500"/>
                    </a:cubicBezTo>
                    <a:cubicBezTo>
                      <a:pt x="7089" y="3927"/>
                      <a:pt x="7178" y="4353"/>
                      <a:pt x="7268" y="4779"/>
                    </a:cubicBezTo>
                    <a:cubicBezTo>
                      <a:pt x="7285" y="4886"/>
                      <a:pt x="7319" y="4992"/>
                      <a:pt x="7353" y="5099"/>
                    </a:cubicBezTo>
                    <a:cubicBezTo>
                      <a:pt x="7408" y="5418"/>
                      <a:pt x="7481" y="5738"/>
                      <a:pt x="7532" y="6058"/>
                    </a:cubicBezTo>
                    <a:cubicBezTo>
                      <a:pt x="7604" y="6360"/>
                      <a:pt x="7672" y="6659"/>
                      <a:pt x="7745" y="6961"/>
                    </a:cubicBezTo>
                    <a:cubicBezTo>
                      <a:pt x="7800" y="7264"/>
                      <a:pt x="7851" y="7567"/>
                      <a:pt x="7907" y="7869"/>
                    </a:cubicBezTo>
                    <a:cubicBezTo>
                      <a:pt x="7907" y="7886"/>
                      <a:pt x="7924" y="7903"/>
                      <a:pt x="7941" y="7937"/>
                    </a:cubicBezTo>
                    <a:cubicBezTo>
                      <a:pt x="8065" y="7886"/>
                      <a:pt x="8171" y="7831"/>
                      <a:pt x="8261" y="7797"/>
                    </a:cubicBezTo>
                    <a:cubicBezTo>
                      <a:pt x="8188" y="7584"/>
                      <a:pt x="8137" y="7371"/>
                      <a:pt x="8082" y="7157"/>
                    </a:cubicBezTo>
                    <a:cubicBezTo>
                      <a:pt x="7975" y="6787"/>
                      <a:pt x="7886" y="6394"/>
                      <a:pt x="7800" y="6019"/>
                    </a:cubicBezTo>
                    <a:cubicBezTo>
                      <a:pt x="7728" y="5721"/>
                      <a:pt x="7655" y="5435"/>
                      <a:pt x="7655" y="5133"/>
                    </a:cubicBezTo>
                    <a:cubicBezTo>
                      <a:pt x="7655" y="4690"/>
                      <a:pt x="7817" y="4459"/>
                      <a:pt x="8188" y="4336"/>
                    </a:cubicBezTo>
                    <a:cubicBezTo>
                      <a:pt x="8227" y="4314"/>
                      <a:pt x="8244" y="4314"/>
                      <a:pt x="8295" y="4297"/>
                    </a:cubicBezTo>
                    <a:cubicBezTo>
                      <a:pt x="8244" y="4084"/>
                      <a:pt x="8171" y="3871"/>
                      <a:pt x="8099" y="3658"/>
                    </a:cubicBezTo>
                    <a:cubicBezTo>
                      <a:pt x="7958" y="3232"/>
                      <a:pt x="7800" y="2806"/>
                      <a:pt x="7638" y="2379"/>
                    </a:cubicBezTo>
                    <a:cubicBezTo>
                      <a:pt x="7459" y="1953"/>
                      <a:pt x="7302" y="1544"/>
                      <a:pt x="7106" y="1139"/>
                    </a:cubicBezTo>
                    <a:cubicBezTo>
                      <a:pt x="6910" y="713"/>
                      <a:pt x="6573" y="444"/>
                      <a:pt x="6129" y="304"/>
                    </a:cubicBezTo>
                    <a:cubicBezTo>
                      <a:pt x="6057" y="287"/>
                      <a:pt x="5968" y="287"/>
                      <a:pt x="5882" y="265"/>
                    </a:cubicBezTo>
                    <a:cubicBezTo>
                      <a:pt x="5614" y="180"/>
                      <a:pt x="5349" y="180"/>
                      <a:pt x="5064" y="197"/>
                    </a:cubicBezTo>
                    <a:cubicBezTo>
                      <a:pt x="4638" y="248"/>
                      <a:pt x="4211" y="321"/>
                      <a:pt x="3785" y="427"/>
                    </a:cubicBezTo>
                    <a:cubicBezTo>
                      <a:pt x="3342" y="551"/>
                      <a:pt x="3056" y="870"/>
                      <a:pt x="2826" y="1246"/>
                    </a:cubicBezTo>
                    <a:cubicBezTo>
                      <a:pt x="2720" y="1403"/>
                      <a:pt x="2630" y="1582"/>
                      <a:pt x="2541" y="1757"/>
                    </a:cubicBezTo>
                    <a:cubicBezTo>
                      <a:pt x="2451" y="1953"/>
                      <a:pt x="2366" y="2149"/>
                      <a:pt x="2293" y="2345"/>
                    </a:cubicBezTo>
                    <a:cubicBezTo>
                      <a:pt x="2204" y="2592"/>
                      <a:pt x="2131" y="2844"/>
                      <a:pt x="2046" y="3091"/>
                    </a:cubicBezTo>
                    <a:cubicBezTo>
                      <a:pt x="1991" y="3287"/>
                      <a:pt x="1940" y="3462"/>
                      <a:pt x="1884" y="3658"/>
                    </a:cubicBezTo>
                    <a:cubicBezTo>
                      <a:pt x="1833" y="3837"/>
                      <a:pt x="1778" y="4016"/>
                      <a:pt x="1726" y="4208"/>
                    </a:cubicBezTo>
                    <a:cubicBezTo>
                      <a:pt x="1688" y="4336"/>
                      <a:pt x="1654" y="4476"/>
                      <a:pt x="1620" y="4617"/>
                    </a:cubicBezTo>
                    <a:cubicBezTo>
                      <a:pt x="1940" y="4690"/>
                      <a:pt x="2080" y="4903"/>
                      <a:pt x="2114" y="5188"/>
                    </a:cubicBezTo>
                    <a:cubicBezTo>
                      <a:pt x="2153" y="5380"/>
                      <a:pt x="2170" y="5576"/>
                      <a:pt x="2153" y="5789"/>
                    </a:cubicBezTo>
                    <a:cubicBezTo>
                      <a:pt x="2114" y="6394"/>
                      <a:pt x="1991" y="6978"/>
                      <a:pt x="1884" y="7567"/>
                    </a:cubicBezTo>
                    <a:cubicBezTo>
                      <a:pt x="1850" y="7763"/>
                      <a:pt x="1812" y="7959"/>
                      <a:pt x="1778" y="8172"/>
                    </a:cubicBezTo>
                    <a:cubicBezTo>
                      <a:pt x="1884" y="8189"/>
                      <a:pt x="1974" y="8206"/>
                      <a:pt x="2063" y="8223"/>
                    </a:cubicBezTo>
                    <a:close/>
                    <a:moveTo>
                      <a:pt x="9450" y="7354"/>
                    </a:moveTo>
                    <a:cubicBezTo>
                      <a:pt x="8973" y="7656"/>
                      <a:pt x="8491" y="7903"/>
                      <a:pt x="7992" y="8082"/>
                    </a:cubicBezTo>
                    <a:cubicBezTo>
                      <a:pt x="7762" y="8189"/>
                      <a:pt x="7515" y="8257"/>
                      <a:pt x="7268" y="8330"/>
                    </a:cubicBezTo>
                    <a:cubicBezTo>
                      <a:pt x="6982" y="8436"/>
                      <a:pt x="6679" y="8509"/>
                      <a:pt x="6394" y="8598"/>
                    </a:cubicBezTo>
                    <a:cubicBezTo>
                      <a:pt x="6040" y="8705"/>
                      <a:pt x="5686" y="8722"/>
                      <a:pt x="5311" y="8722"/>
                    </a:cubicBezTo>
                    <a:cubicBezTo>
                      <a:pt x="5047" y="8739"/>
                      <a:pt x="4778" y="8739"/>
                      <a:pt x="4514" y="8722"/>
                    </a:cubicBezTo>
                    <a:cubicBezTo>
                      <a:pt x="4194" y="8722"/>
                      <a:pt x="3892" y="8722"/>
                      <a:pt x="3572" y="8705"/>
                    </a:cubicBezTo>
                    <a:cubicBezTo>
                      <a:pt x="3376" y="8683"/>
                      <a:pt x="3180" y="8632"/>
                      <a:pt x="2984" y="8598"/>
                    </a:cubicBezTo>
                    <a:cubicBezTo>
                      <a:pt x="2720" y="8543"/>
                      <a:pt x="2472" y="8509"/>
                      <a:pt x="2221" y="8436"/>
                    </a:cubicBezTo>
                    <a:cubicBezTo>
                      <a:pt x="1974" y="8385"/>
                      <a:pt x="1744" y="8313"/>
                      <a:pt x="1492" y="8223"/>
                    </a:cubicBezTo>
                    <a:cubicBezTo>
                      <a:pt x="1300" y="8151"/>
                      <a:pt x="1087" y="8099"/>
                      <a:pt x="891" y="7993"/>
                    </a:cubicBezTo>
                    <a:cubicBezTo>
                      <a:pt x="784" y="7937"/>
                      <a:pt x="640" y="7903"/>
                      <a:pt x="499" y="7852"/>
                    </a:cubicBezTo>
                    <a:cubicBezTo>
                      <a:pt x="482" y="7903"/>
                      <a:pt x="465" y="7959"/>
                      <a:pt x="448" y="7993"/>
                    </a:cubicBezTo>
                    <a:cubicBezTo>
                      <a:pt x="392" y="8206"/>
                      <a:pt x="320" y="8419"/>
                      <a:pt x="269" y="8632"/>
                    </a:cubicBezTo>
                    <a:cubicBezTo>
                      <a:pt x="179" y="8897"/>
                      <a:pt x="196" y="8935"/>
                      <a:pt x="448" y="9058"/>
                    </a:cubicBezTo>
                    <a:cubicBezTo>
                      <a:pt x="465" y="9058"/>
                      <a:pt x="482" y="9076"/>
                      <a:pt x="499" y="9076"/>
                    </a:cubicBezTo>
                    <a:cubicBezTo>
                      <a:pt x="661" y="9148"/>
                      <a:pt x="819" y="9216"/>
                      <a:pt x="998" y="9272"/>
                    </a:cubicBezTo>
                    <a:cubicBezTo>
                      <a:pt x="1211" y="9361"/>
                      <a:pt x="1407" y="9429"/>
                      <a:pt x="1637" y="9502"/>
                    </a:cubicBezTo>
                    <a:cubicBezTo>
                      <a:pt x="1940" y="9574"/>
                      <a:pt x="2238" y="9698"/>
                      <a:pt x="2541" y="9749"/>
                    </a:cubicBezTo>
                    <a:cubicBezTo>
                      <a:pt x="2647" y="9749"/>
                      <a:pt x="2737" y="9770"/>
                      <a:pt x="2826" y="9787"/>
                    </a:cubicBezTo>
                    <a:cubicBezTo>
                      <a:pt x="3090" y="9821"/>
                      <a:pt x="3359" y="9856"/>
                      <a:pt x="3623" y="9877"/>
                    </a:cubicBezTo>
                    <a:lnTo>
                      <a:pt x="4194" y="9877"/>
                    </a:lnTo>
                    <a:cubicBezTo>
                      <a:pt x="4655" y="9877"/>
                      <a:pt x="5115" y="9856"/>
                      <a:pt x="5597" y="9821"/>
                    </a:cubicBezTo>
                    <a:cubicBezTo>
                      <a:pt x="5899" y="9787"/>
                      <a:pt x="6219" y="9749"/>
                      <a:pt x="6539" y="9698"/>
                    </a:cubicBezTo>
                    <a:cubicBezTo>
                      <a:pt x="6841" y="9642"/>
                      <a:pt x="7123" y="9574"/>
                      <a:pt x="7425" y="9485"/>
                    </a:cubicBezTo>
                    <a:cubicBezTo>
                      <a:pt x="7604" y="9451"/>
                      <a:pt x="7762" y="9378"/>
                      <a:pt x="7924" y="9323"/>
                    </a:cubicBezTo>
                    <a:cubicBezTo>
                      <a:pt x="8508" y="9131"/>
                      <a:pt x="9041" y="8845"/>
                      <a:pt x="9539" y="8492"/>
                    </a:cubicBezTo>
                    <a:cubicBezTo>
                      <a:pt x="9663" y="8402"/>
                      <a:pt x="9718" y="8296"/>
                      <a:pt x="9680" y="8151"/>
                    </a:cubicBezTo>
                    <a:cubicBezTo>
                      <a:pt x="9612" y="7886"/>
                      <a:pt x="9539" y="7639"/>
                      <a:pt x="9450" y="7354"/>
                    </a:cubicBezTo>
                    <a:close/>
                    <a:moveTo>
                      <a:pt x="8384" y="7746"/>
                    </a:moveTo>
                    <a:cubicBezTo>
                      <a:pt x="8738" y="7550"/>
                      <a:pt x="9130" y="7405"/>
                      <a:pt x="9433" y="7140"/>
                    </a:cubicBezTo>
                    <a:cubicBezTo>
                      <a:pt x="9360" y="6838"/>
                      <a:pt x="9309" y="6535"/>
                      <a:pt x="9237" y="6233"/>
                    </a:cubicBezTo>
                    <a:cubicBezTo>
                      <a:pt x="9147" y="5896"/>
                      <a:pt x="9079" y="5559"/>
                      <a:pt x="8973" y="5222"/>
                    </a:cubicBezTo>
                    <a:cubicBezTo>
                      <a:pt x="8917" y="5043"/>
                      <a:pt x="8828" y="4869"/>
                      <a:pt x="8738" y="4707"/>
                    </a:cubicBezTo>
                    <a:cubicBezTo>
                      <a:pt x="8653" y="4583"/>
                      <a:pt x="8525" y="4493"/>
                      <a:pt x="8367" y="4476"/>
                    </a:cubicBezTo>
                    <a:cubicBezTo>
                      <a:pt x="8120" y="4459"/>
                      <a:pt x="7779" y="4672"/>
                      <a:pt x="7779" y="5043"/>
                    </a:cubicBezTo>
                    <a:cubicBezTo>
                      <a:pt x="7779" y="5329"/>
                      <a:pt x="7817" y="5614"/>
                      <a:pt x="7886" y="5896"/>
                    </a:cubicBezTo>
                    <a:cubicBezTo>
                      <a:pt x="8013" y="6394"/>
                      <a:pt x="8120" y="6872"/>
                      <a:pt x="8244" y="7354"/>
                    </a:cubicBezTo>
                    <a:cubicBezTo>
                      <a:pt x="8278" y="7477"/>
                      <a:pt x="8333" y="7601"/>
                      <a:pt x="8384" y="7746"/>
                    </a:cubicBezTo>
                    <a:close/>
                    <a:moveTo>
                      <a:pt x="1654" y="8134"/>
                    </a:moveTo>
                    <a:cubicBezTo>
                      <a:pt x="1671" y="8044"/>
                      <a:pt x="1688" y="7993"/>
                      <a:pt x="1705" y="7937"/>
                    </a:cubicBezTo>
                    <a:cubicBezTo>
                      <a:pt x="1744" y="7707"/>
                      <a:pt x="1795" y="7460"/>
                      <a:pt x="1850" y="7213"/>
                    </a:cubicBezTo>
                    <a:cubicBezTo>
                      <a:pt x="1884" y="7017"/>
                      <a:pt x="1940" y="6804"/>
                      <a:pt x="1957" y="6591"/>
                    </a:cubicBezTo>
                    <a:cubicBezTo>
                      <a:pt x="2008" y="6305"/>
                      <a:pt x="2025" y="6002"/>
                      <a:pt x="2046" y="5700"/>
                    </a:cubicBezTo>
                    <a:cubicBezTo>
                      <a:pt x="2063" y="5470"/>
                      <a:pt x="2046" y="5239"/>
                      <a:pt x="1940" y="5026"/>
                    </a:cubicBezTo>
                    <a:cubicBezTo>
                      <a:pt x="1812" y="4779"/>
                      <a:pt x="1582" y="4690"/>
                      <a:pt x="1317" y="4903"/>
                    </a:cubicBezTo>
                    <a:cubicBezTo>
                      <a:pt x="1155" y="5043"/>
                      <a:pt x="1066" y="5239"/>
                      <a:pt x="1015" y="5435"/>
                    </a:cubicBezTo>
                    <a:cubicBezTo>
                      <a:pt x="981" y="5576"/>
                      <a:pt x="942" y="5738"/>
                      <a:pt x="908" y="5879"/>
                    </a:cubicBezTo>
                    <a:cubicBezTo>
                      <a:pt x="819" y="6198"/>
                      <a:pt x="746" y="6518"/>
                      <a:pt x="678" y="6838"/>
                    </a:cubicBezTo>
                    <a:cubicBezTo>
                      <a:pt x="605" y="7106"/>
                      <a:pt x="571" y="7388"/>
                      <a:pt x="516" y="7673"/>
                    </a:cubicBezTo>
                    <a:cubicBezTo>
                      <a:pt x="891" y="7831"/>
                      <a:pt x="1262" y="7976"/>
                      <a:pt x="1654" y="813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8"/>
              <p:cNvSpPr/>
              <p:nvPr/>
            </p:nvSpPr>
            <p:spPr>
              <a:xfrm>
                <a:off x="9618713" y="3957581"/>
                <a:ext cx="172235" cy="229896"/>
              </a:xfrm>
              <a:custGeom>
                <a:rect b="b" l="l" r="r" t="t"/>
                <a:pathLst>
                  <a:path extrusionOk="0" h="2771" w="2076">
                    <a:moveTo>
                      <a:pt x="2076" y="1829"/>
                    </a:moveTo>
                    <a:cubicBezTo>
                      <a:pt x="2059" y="2131"/>
                      <a:pt x="1918" y="2396"/>
                      <a:pt x="1667" y="2558"/>
                    </a:cubicBezTo>
                    <a:cubicBezTo>
                      <a:pt x="1454" y="2698"/>
                      <a:pt x="1189" y="2771"/>
                      <a:pt x="921" y="2732"/>
                    </a:cubicBezTo>
                    <a:cubicBezTo>
                      <a:pt x="746" y="2698"/>
                      <a:pt x="567" y="2681"/>
                      <a:pt x="405" y="2558"/>
                    </a:cubicBezTo>
                    <a:cubicBezTo>
                      <a:pt x="213" y="2413"/>
                      <a:pt x="107" y="2221"/>
                      <a:pt x="68" y="1986"/>
                    </a:cubicBezTo>
                    <a:cubicBezTo>
                      <a:pt x="17" y="1688"/>
                      <a:pt x="0" y="1368"/>
                      <a:pt x="68" y="1066"/>
                    </a:cubicBezTo>
                    <a:cubicBezTo>
                      <a:pt x="124" y="853"/>
                      <a:pt x="158" y="639"/>
                      <a:pt x="298" y="460"/>
                    </a:cubicBezTo>
                    <a:cubicBezTo>
                      <a:pt x="426" y="320"/>
                      <a:pt x="550" y="196"/>
                      <a:pt x="725" y="124"/>
                    </a:cubicBezTo>
                    <a:cubicBezTo>
                      <a:pt x="938" y="51"/>
                      <a:pt x="1151" y="0"/>
                      <a:pt x="1364" y="34"/>
                    </a:cubicBezTo>
                    <a:cubicBezTo>
                      <a:pt x="1437" y="34"/>
                      <a:pt x="1492" y="68"/>
                      <a:pt x="1543" y="90"/>
                    </a:cubicBezTo>
                    <a:cubicBezTo>
                      <a:pt x="1935" y="303"/>
                      <a:pt x="2076" y="657"/>
                      <a:pt x="2076" y="1083"/>
                    </a:cubicBezTo>
                    <a:moveTo>
                      <a:pt x="1986" y="1206"/>
                    </a:moveTo>
                    <a:cubicBezTo>
                      <a:pt x="1969" y="1100"/>
                      <a:pt x="1935" y="959"/>
                      <a:pt x="1918" y="814"/>
                    </a:cubicBezTo>
                    <a:cubicBezTo>
                      <a:pt x="1880" y="567"/>
                      <a:pt x="1739" y="371"/>
                      <a:pt x="1509" y="247"/>
                    </a:cubicBezTo>
                    <a:cubicBezTo>
                      <a:pt x="1454" y="213"/>
                      <a:pt x="1385" y="175"/>
                      <a:pt x="1330" y="175"/>
                    </a:cubicBezTo>
                    <a:cubicBezTo>
                      <a:pt x="1117" y="158"/>
                      <a:pt x="921" y="196"/>
                      <a:pt x="725" y="281"/>
                    </a:cubicBezTo>
                    <a:cubicBezTo>
                      <a:pt x="512" y="388"/>
                      <a:pt x="354" y="550"/>
                      <a:pt x="281" y="780"/>
                    </a:cubicBezTo>
                    <a:cubicBezTo>
                      <a:pt x="230" y="959"/>
                      <a:pt x="192" y="1134"/>
                      <a:pt x="175" y="1330"/>
                    </a:cubicBezTo>
                    <a:cubicBezTo>
                      <a:pt x="158" y="1598"/>
                      <a:pt x="192" y="1863"/>
                      <a:pt x="264" y="2131"/>
                    </a:cubicBezTo>
                    <a:cubicBezTo>
                      <a:pt x="320" y="2327"/>
                      <a:pt x="460" y="2451"/>
                      <a:pt x="656" y="2519"/>
                    </a:cubicBezTo>
                    <a:cubicBezTo>
                      <a:pt x="938" y="2626"/>
                      <a:pt x="1240" y="2609"/>
                      <a:pt x="1526" y="2468"/>
                    </a:cubicBezTo>
                    <a:cubicBezTo>
                      <a:pt x="1790" y="2344"/>
                      <a:pt x="1918" y="2114"/>
                      <a:pt x="1952" y="1846"/>
                    </a:cubicBezTo>
                    <a:cubicBezTo>
                      <a:pt x="1969" y="1633"/>
                      <a:pt x="1969" y="1437"/>
                      <a:pt x="1986" y="12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8"/>
              <p:cNvSpPr/>
              <p:nvPr/>
            </p:nvSpPr>
            <p:spPr>
              <a:xfrm>
                <a:off x="9695041" y="3992427"/>
                <a:ext cx="65210" cy="87528"/>
              </a:xfrm>
              <a:custGeom>
                <a:rect b="b" l="l" r="r" t="t"/>
                <a:pathLst>
                  <a:path extrusionOk="0" h="1055" w="786">
                    <a:moveTo>
                      <a:pt x="219" y="1"/>
                    </a:moveTo>
                    <a:cubicBezTo>
                      <a:pt x="139" y="1"/>
                      <a:pt x="63" y="18"/>
                      <a:pt x="1" y="57"/>
                    </a:cubicBezTo>
                    <a:cubicBezTo>
                      <a:pt x="107" y="130"/>
                      <a:pt x="197" y="181"/>
                      <a:pt x="269" y="254"/>
                    </a:cubicBezTo>
                    <a:cubicBezTo>
                      <a:pt x="320" y="326"/>
                      <a:pt x="376" y="377"/>
                      <a:pt x="410" y="450"/>
                    </a:cubicBezTo>
                    <a:cubicBezTo>
                      <a:pt x="444" y="539"/>
                      <a:pt x="482" y="629"/>
                      <a:pt x="517" y="714"/>
                    </a:cubicBezTo>
                    <a:cubicBezTo>
                      <a:pt x="551" y="820"/>
                      <a:pt x="572" y="927"/>
                      <a:pt x="623" y="1055"/>
                    </a:cubicBezTo>
                    <a:cubicBezTo>
                      <a:pt x="713" y="948"/>
                      <a:pt x="747" y="820"/>
                      <a:pt x="764" y="697"/>
                    </a:cubicBezTo>
                    <a:cubicBezTo>
                      <a:pt x="785" y="573"/>
                      <a:pt x="764" y="433"/>
                      <a:pt x="713" y="309"/>
                    </a:cubicBezTo>
                    <a:cubicBezTo>
                      <a:pt x="640" y="181"/>
                      <a:pt x="517" y="75"/>
                      <a:pt x="393" y="23"/>
                    </a:cubicBezTo>
                    <a:cubicBezTo>
                      <a:pt x="335" y="9"/>
                      <a:pt x="276"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8"/>
              <p:cNvSpPr/>
              <p:nvPr/>
            </p:nvSpPr>
            <p:spPr>
              <a:xfrm>
                <a:off x="9377285" y="4094142"/>
                <a:ext cx="71765" cy="264907"/>
              </a:xfrm>
              <a:custGeom>
                <a:rect b="b" l="l" r="r" t="t"/>
                <a:pathLst>
                  <a:path extrusionOk="0" h="3193" w="865">
                    <a:moveTo>
                      <a:pt x="802" y="0"/>
                    </a:moveTo>
                    <a:cubicBezTo>
                      <a:pt x="780" y="0"/>
                      <a:pt x="758" y="14"/>
                      <a:pt x="758" y="42"/>
                    </a:cubicBezTo>
                    <a:cubicBezTo>
                      <a:pt x="779" y="306"/>
                      <a:pt x="706" y="553"/>
                      <a:pt x="634" y="788"/>
                    </a:cubicBezTo>
                    <a:cubicBezTo>
                      <a:pt x="566" y="1035"/>
                      <a:pt x="493" y="1265"/>
                      <a:pt x="421" y="1495"/>
                    </a:cubicBezTo>
                    <a:cubicBezTo>
                      <a:pt x="246" y="2045"/>
                      <a:pt x="118" y="2599"/>
                      <a:pt x="12" y="3149"/>
                    </a:cubicBezTo>
                    <a:cubicBezTo>
                      <a:pt x="1" y="3171"/>
                      <a:pt x="33" y="3192"/>
                      <a:pt x="58" y="3192"/>
                    </a:cubicBezTo>
                    <a:cubicBezTo>
                      <a:pt x="72" y="3192"/>
                      <a:pt x="84" y="3185"/>
                      <a:pt x="84" y="3166"/>
                    </a:cubicBezTo>
                    <a:cubicBezTo>
                      <a:pt x="208" y="2599"/>
                      <a:pt x="331" y="2045"/>
                      <a:pt x="510" y="1495"/>
                    </a:cubicBezTo>
                    <a:cubicBezTo>
                      <a:pt x="583" y="1265"/>
                      <a:pt x="651" y="1018"/>
                      <a:pt x="723" y="788"/>
                    </a:cubicBezTo>
                    <a:cubicBezTo>
                      <a:pt x="796" y="536"/>
                      <a:pt x="864" y="289"/>
                      <a:pt x="847" y="42"/>
                    </a:cubicBezTo>
                    <a:cubicBezTo>
                      <a:pt x="847" y="14"/>
                      <a:pt x="825" y="0"/>
                      <a:pt x="8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8"/>
              <p:cNvSpPr/>
              <p:nvPr/>
            </p:nvSpPr>
            <p:spPr>
              <a:xfrm>
                <a:off x="9984505" y="4070165"/>
                <a:ext cx="73092" cy="256528"/>
              </a:xfrm>
              <a:custGeom>
                <a:rect b="b" l="l" r="r" t="t"/>
                <a:pathLst>
                  <a:path extrusionOk="0" h="3092" w="881">
                    <a:moveTo>
                      <a:pt x="62" y="0"/>
                    </a:moveTo>
                    <a:cubicBezTo>
                      <a:pt x="32" y="0"/>
                      <a:pt x="0" y="24"/>
                      <a:pt x="11" y="45"/>
                    </a:cubicBezTo>
                    <a:cubicBezTo>
                      <a:pt x="173" y="561"/>
                      <a:pt x="224" y="1077"/>
                      <a:pt x="348" y="1588"/>
                    </a:cubicBezTo>
                    <a:cubicBezTo>
                      <a:pt x="472" y="2087"/>
                      <a:pt x="706" y="2547"/>
                      <a:pt x="791" y="3063"/>
                    </a:cubicBezTo>
                    <a:cubicBezTo>
                      <a:pt x="799" y="3083"/>
                      <a:pt x="813" y="3091"/>
                      <a:pt x="828" y="3091"/>
                    </a:cubicBezTo>
                    <a:cubicBezTo>
                      <a:pt x="853" y="3091"/>
                      <a:pt x="881" y="3068"/>
                      <a:pt x="881" y="3046"/>
                    </a:cubicBezTo>
                    <a:cubicBezTo>
                      <a:pt x="774" y="2530"/>
                      <a:pt x="561" y="2070"/>
                      <a:pt x="420" y="1571"/>
                    </a:cubicBezTo>
                    <a:cubicBezTo>
                      <a:pt x="297" y="1056"/>
                      <a:pt x="258" y="523"/>
                      <a:pt x="101" y="28"/>
                    </a:cubicBezTo>
                    <a:cubicBezTo>
                      <a:pt x="94" y="8"/>
                      <a:pt x="79" y="0"/>
                      <a:pt x="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8"/>
              <p:cNvSpPr/>
              <p:nvPr/>
            </p:nvSpPr>
            <p:spPr>
              <a:xfrm>
                <a:off x="9492606" y="4295581"/>
                <a:ext cx="459543" cy="58822"/>
              </a:xfrm>
              <a:custGeom>
                <a:rect b="b" l="l" r="r" t="t"/>
                <a:pathLst>
                  <a:path extrusionOk="0" h="709" w="5539">
                    <a:moveTo>
                      <a:pt x="5483" y="0"/>
                    </a:moveTo>
                    <a:cubicBezTo>
                      <a:pt x="5476" y="0"/>
                      <a:pt x="5469" y="3"/>
                      <a:pt x="5463" y="9"/>
                    </a:cubicBezTo>
                    <a:cubicBezTo>
                      <a:pt x="4751" y="346"/>
                      <a:pt x="3988" y="470"/>
                      <a:pt x="3204" y="525"/>
                    </a:cubicBezTo>
                    <a:cubicBezTo>
                      <a:pt x="2651" y="567"/>
                      <a:pt x="2087" y="624"/>
                      <a:pt x="1528" y="624"/>
                    </a:cubicBezTo>
                    <a:cubicBezTo>
                      <a:pt x="1405" y="624"/>
                      <a:pt x="1284" y="621"/>
                      <a:pt x="1162" y="615"/>
                    </a:cubicBezTo>
                    <a:cubicBezTo>
                      <a:pt x="808" y="598"/>
                      <a:pt x="416" y="542"/>
                      <a:pt x="79" y="402"/>
                    </a:cubicBezTo>
                    <a:cubicBezTo>
                      <a:pt x="73" y="394"/>
                      <a:pt x="65" y="391"/>
                      <a:pt x="57" y="391"/>
                    </a:cubicBezTo>
                    <a:cubicBezTo>
                      <a:pt x="28" y="391"/>
                      <a:pt x="1" y="443"/>
                      <a:pt x="45" y="470"/>
                    </a:cubicBezTo>
                    <a:cubicBezTo>
                      <a:pt x="459" y="660"/>
                      <a:pt x="918" y="708"/>
                      <a:pt x="1378" y="708"/>
                    </a:cubicBezTo>
                    <a:cubicBezTo>
                      <a:pt x="1610" y="708"/>
                      <a:pt x="1843" y="696"/>
                      <a:pt x="2070" y="683"/>
                    </a:cubicBezTo>
                    <a:cubicBezTo>
                      <a:pt x="2799" y="649"/>
                      <a:pt x="3523" y="615"/>
                      <a:pt x="4235" y="491"/>
                    </a:cubicBezTo>
                    <a:cubicBezTo>
                      <a:pt x="4679" y="402"/>
                      <a:pt x="5088" y="278"/>
                      <a:pt x="5497" y="82"/>
                    </a:cubicBezTo>
                    <a:cubicBezTo>
                      <a:pt x="5538" y="51"/>
                      <a:pt x="5513" y="0"/>
                      <a:pt x="54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8"/>
              <p:cNvSpPr/>
              <p:nvPr/>
            </p:nvSpPr>
            <p:spPr>
              <a:xfrm>
                <a:off x="9522805" y="4292096"/>
                <a:ext cx="35509" cy="28042"/>
              </a:xfrm>
              <a:custGeom>
                <a:rect b="b" l="l" r="r" t="t"/>
                <a:pathLst>
                  <a:path extrusionOk="0" h="338" w="428">
                    <a:moveTo>
                      <a:pt x="214" y="0"/>
                    </a:moveTo>
                    <a:cubicBezTo>
                      <a:pt x="1" y="0"/>
                      <a:pt x="1" y="337"/>
                      <a:pt x="214" y="337"/>
                    </a:cubicBezTo>
                    <a:cubicBezTo>
                      <a:pt x="427" y="337"/>
                      <a:pt x="427" y="0"/>
                      <a:pt x="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8"/>
              <p:cNvSpPr/>
              <p:nvPr/>
            </p:nvSpPr>
            <p:spPr>
              <a:xfrm>
                <a:off x="9587518" y="4297738"/>
                <a:ext cx="35509" cy="28042"/>
              </a:xfrm>
              <a:custGeom>
                <a:rect b="b" l="l" r="r" t="t"/>
                <a:pathLst>
                  <a:path extrusionOk="0" h="338" w="428">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8"/>
              <p:cNvSpPr/>
              <p:nvPr/>
            </p:nvSpPr>
            <p:spPr>
              <a:xfrm>
                <a:off x="9652314" y="4297738"/>
                <a:ext cx="35426" cy="28042"/>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8"/>
              <p:cNvSpPr/>
              <p:nvPr/>
            </p:nvSpPr>
            <p:spPr>
              <a:xfrm>
                <a:off x="9602369" y="3718310"/>
                <a:ext cx="210565" cy="74088"/>
              </a:xfrm>
              <a:custGeom>
                <a:rect b="b" l="l" r="r" t="t"/>
                <a:pathLst>
                  <a:path extrusionOk="0" h="893" w="2538">
                    <a:moveTo>
                      <a:pt x="2433" y="1"/>
                    </a:moveTo>
                    <a:cubicBezTo>
                      <a:pt x="2400" y="1"/>
                      <a:pt x="2365" y="18"/>
                      <a:pt x="2345" y="58"/>
                    </a:cubicBezTo>
                    <a:cubicBezTo>
                      <a:pt x="2180" y="514"/>
                      <a:pt x="1719" y="732"/>
                      <a:pt x="1255" y="732"/>
                    </a:cubicBezTo>
                    <a:cubicBezTo>
                      <a:pt x="1013" y="732"/>
                      <a:pt x="770" y="672"/>
                      <a:pt x="568" y="557"/>
                    </a:cubicBezTo>
                    <a:cubicBezTo>
                      <a:pt x="410" y="467"/>
                      <a:pt x="265" y="327"/>
                      <a:pt x="176" y="165"/>
                    </a:cubicBezTo>
                    <a:cubicBezTo>
                      <a:pt x="159" y="130"/>
                      <a:pt x="133" y="116"/>
                      <a:pt x="107" y="116"/>
                    </a:cubicBezTo>
                    <a:cubicBezTo>
                      <a:pt x="54" y="116"/>
                      <a:pt x="1" y="177"/>
                      <a:pt x="35" y="237"/>
                    </a:cubicBezTo>
                    <a:cubicBezTo>
                      <a:pt x="250" y="680"/>
                      <a:pt x="741" y="893"/>
                      <a:pt x="1233" y="893"/>
                    </a:cubicBezTo>
                    <a:cubicBezTo>
                      <a:pt x="1552" y="893"/>
                      <a:pt x="1871" y="803"/>
                      <a:pt x="2115" y="629"/>
                    </a:cubicBezTo>
                    <a:cubicBezTo>
                      <a:pt x="2290" y="501"/>
                      <a:pt x="2435" y="327"/>
                      <a:pt x="2503" y="114"/>
                    </a:cubicBezTo>
                    <a:cubicBezTo>
                      <a:pt x="2538" y="47"/>
                      <a:pt x="2488" y="1"/>
                      <a:pt x="24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8"/>
              <p:cNvSpPr/>
              <p:nvPr/>
            </p:nvSpPr>
            <p:spPr>
              <a:xfrm>
                <a:off x="9635306" y="3712503"/>
                <a:ext cx="136560" cy="45714"/>
              </a:xfrm>
              <a:custGeom>
                <a:rect b="b" l="l" r="r" t="t"/>
                <a:pathLst>
                  <a:path extrusionOk="0" h="551" w="1646">
                    <a:moveTo>
                      <a:pt x="1607" y="0"/>
                    </a:moveTo>
                    <a:cubicBezTo>
                      <a:pt x="1587" y="0"/>
                      <a:pt x="1565" y="13"/>
                      <a:pt x="1556" y="39"/>
                    </a:cubicBezTo>
                    <a:cubicBezTo>
                      <a:pt x="1523" y="354"/>
                      <a:pt x="1274" y="468"/>
                      <a:pt x="986" y="468"/>
                    </a:cubicBezTo>
                    <a:cubicBezTo>
                      <a:pt x="654" y="468"/>
                      <a:pt x="270" y="316"/>
                      <a:pt x="98" y="145"/>
                    </a:cubicBezTo>
                    <a:cubicBezTo>
                      <a:pt x="87" y="138"/>
                      <a:pt x="76" y="135"/>
                      <a:pt x="65" y="135"/>
                    </a:cubicBezTo>
                    <a:cubicBezTo>
                      <a:pt x="27" y="135"/>
                      <a:pt x="0" y="174"/>
                      <a:pt x="30" y="201"/>
                    </a:cubicBezTo>
                    <a:cubicBezTo>
                      <a:pt x="205" y="380"/>
                      <a:pt x="474" y="486"/>
                      <a:pt x="721" y="520"/>
                    </a:cubicBezTo>
                    <a:cubicBezTo>
                      <a:pt x="812" y="539"/>
                      <a:pt x="907" y="551"/>
                      <a:pt x="1002" y="551"/>
                    </a:cubicBezTo>
                    <a:cubicBezTo>
                      <a:pt x="1167" y="551"/>
                      <a:pt x="1331" y="514"/>
                      <a:pt x="1467" y="414"/>
                    </a:cubicBezTo>
                    <a:cubicBezTo>
                      <a:pt x="1573" y="324"/>
                      <a:pt x="1629" y="184"/>
                      <a:pt x="1646" y="39"/>
                    </a:cubicBezTo>
                    <a:cubicBezTo>
                      <a:pt x="1646" y="13"/>
                      <a:pt x="1628"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8"/>
              <p:cNvSpPr/>
              <p:nvPr/>
            </p:nvSpPr>
            <p:spPr>
              <a:xfrm>
                <a:off x="9340780" y="4405012"/>
                <a:ext cx="81721" cy="88607"/>
              </a:xfrm>
              <a:custGeom>
                <a:rect b="b" l="l" r="r" t="t"/>
                <a:pathLst>
                  <a:path extrusionOk="0" h="1068" w="985">
                    <a:moveTo>
                      <a:pt x="596" y="1"/>
                    </a:moveTo>
                    <a:cubicBezTo>
                      <a:pt x="583" y="1"/>
                      <a:pt x="571" y="2"/>
                      <a:pt x="558" y="3"/>
                    </a:cubicBezTo>
                    <a:cubicBezTo>
                      <a:pt x="435" y="42"/>
                      <a:pt x="328" y="148"/>
                      <a:pt x="260" y="255"/>
                    </a:cubicBezTo>
                    <a:cubicBezTo>
                      <a:pt x="170" y="378"/>
                      <a:pt x="115" y="502"/>
                      <a:pt x="25" y="626"/>
                    </a:cubicBezTo>
                    <a:cubicBezTo>
                      <a:pt x="0" y="654"/>
                      <a:pt x="34" y="699"/>
                      <a:pt x="60" y="699"/>
                    </a:cubicBezTo>
                    <a:cubicBezTo>
                      <a:pt x="69" y="699"/>
                      <a:pt x="76" y="694"/>
                      <a:pt x="81" y="681"/>
                    </a:cubicBezTo>
                    <a:cubicBezTo>
                      <a:pt x="170" y="591"/>
                      <a:pt x="204" y="485"/>
                      <a:pt x="277" y="378"/>
                    </a:cubicBezTo>
                    <a:cubicBezTo>
                      <a:pt x="328" y="289"/>
                      <a:pt x="401" y="165"/>
                      <a:pt x="507" y="110"/>
                    </a:cubicBezTo>
                    <a:cubicBezTo>
                      <a:pt x="536" y="96"/>
                      <a:pt x="568" y="90"/>
                      <a:pt x="600" y="90"/>
                    </a:cubicBezTo>
                    <a:cubicBezTo>
                      <a:pt x="684" y="90"/>
                      <a:pt x="769" y="134"/>
                      <a:pt x="810" y="199"/>
                    </a:cubicBezTo>
                    <a:cubicBezTo>
                      <a:pt x="899" y="289"/>
                      <a:pt x="899" y="451"/>
                      <a:pt x="899" y="574"/>
                    </a:cubicBezTo>
                    <a:cubicBezTo>
                      <a:pt x="899" y="715"/>
                      <a:pt x="878" y="877"/>
                      <a:pt x="861" y="1018"/>
                    </a:cubicBezTo>
                    <a:cubicBezTo>
                      <a:pt x="851" y="1048"/>
                      <a:pt x="878" y="1067"/>
                      <a:pt x="901" y="1067"/>
                    </a:cubicBezTo>
                    <a:cubicBezTo>
                      <a:pt x="918" y="1067"/>
                      <a:pt x="933" y="1058"/>
                      <a:pt x="933" y="1035"/>
                    </a:cubicBezTo>
                    <a:cubicBezTo>
                      <a:pt x="967" y="894"/>
                      <a:pt x="984" y="749"/>
                      <a:pt x="984" y="609"/>
                    </a:cubicBezTo>
                    <a:cubicBezTo>
                      <a:pt x="984" y="468"/>
                      <a:pt x="984" y="306"/>
                      <a:pt x="899" y="165"/>
                    </a:cubicBezTo>
                    <a:cubicBezTo>
                      <a:pt x="834" y="69"/>
                      <a:pt x="713" y="1"/>
                      <a:pt x="5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8"/>
              <p:cNvSpPr/>
              <p:nvPr/>
            </p:nvSpPr>
            <p:spPr>
              <a:xfrm>
                <a:off x="9482899" y="4446328"/>
                <a:ext cx="84209" cy="86201"/>
              </a:xfrm>
              <a:custGeom>
                <a:rect b="b" l="l" r="r" t="t"/>
                <a:pathLst>
                  <a:path extrusionOk="0" h="1039" w="1015">
                    <a:moveTo>
                      <a:pt x="548" y="1"/>
                    </a:moveTo>
                    <a:cubicBezTo>
                      <a:pt x="531" y="1"/>
                      <a:pt x="515" y="2"/>
                      <a:pt x="499" y="4"/>
                    </a:cubicBezTo>
                    <a:cubicBezTo>
                      <a:pt x="358" y="38"/>
                      <a:pt x="252" y="145"/>
                      <a:pt x="162" y="273"/>
                    </a:cubicBezTo>
                    <a:cubicBezTo>
                      <a:pt x="73" y="413"/>
                      <a:pt x="17" y="592"/>
                      <a:pt x="0" y="767"/>
                    </a:cubicBezTo>
                    <a:cubicBezTo>
                      <a:pt x="0" y="795"/>
                      <a:pt x="18" y="808"/>
                      <a:pt x="39" y="808"/>
                    </a:cubicBezTo>
                    <a:cubicBezTo>
                      <a:pt x="59" y="808"/>
                      <a:pt x="81" y="795"/>
                      <a:pt x="90" y="767"/>
                    </a:cubicBezTo>
                    <a:cubicBezTo>
                      <a:pt x="107" y="626"/>
                      <a:pt x="145" y="486"/>
                      <a:pt x="213" y="379"/>
                    </a:cubicBezTo>
                    <a:cubicBezTo>
                      <a:pt x="269" y="251"/>
                      <a:pt x="337" y="145"/>
                      <a:pt x="465" y="93"/>
                    </a:cubicBezTo>
                    <a:cubicBezTo>
                      <a:pt x="496" y="85"/>
                      <a:pt x="527" y="81"/>
                      <a:pt x="559" y="81"/>
                    </a:cubicBezTo>
                    <a:cubicBezTo>
                      <a:pt x="655" y="81"/>
                      <a:pt x="751" y="120"/>
                      <a:pt x="819" y="200"/>
                    </a:cubicBezTo>
                    <a:cubicBezTo>
                      <a:pt x="891" y="290"/>
                      <a:pt x="925" y="430"/>
                      <a:pt x="925" y="554"/>
                    </a:cubicBezTo>
                    <a:lnTo>
                      <a:pt x="925" y="997"/>
                    </a:lnTo>
                    <a:cubicBezTo>
                      <a:pt x="925" y="1025"/>
                      <a:pt x="943" y="1039"/>
                      <a:pt x="962" y="1039"/>
                    </a:cubicBezTo>
                    <a:cubicBezTo>
                      <a:pt x="980" y="1039"/>
                      <a:pt x="998" y="1025"/>
                      <a:pt x="998" y="997"/>
                    </a:cubicBezTo>
                    <a:cubicBezTo>
                      <a:pt x="998" y="839"/>
                      <a:pt x="1015" y="699"/>
                      <a:pt x="1015" y="554"/>
                    </a:cubicBezTo>
                    <a:cubicBezTo>
                      <a:pt x="998" y="413"/>
                      <a:pt x="976" y="251"/>
                      <a:pt x="870" y="145"/>
                    </a:cubicBezTo>
                    <a:cubicBezTo>
                      <a:pt x="795" y="52"/>
                      <a:pt x="662" y="1"/>
                      <a:pt x="5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8"/>
              <p:cNvSpPr/>
              <p:nvPr/>
            </p:nvSpPr>
            <p:spPr>
              <a:xfrm>
                <a:off x="9647999" y="4451389"/>
                <a:ext cx="92257" cy="86035"/>
              </a:xfrm>
              <a:custGeom>
                <a:rect b="b" l="l" r="r" t="t"/>
                <a:pathLst>
                  <a:path extrusionOk="0" h="1037" w="1112">
                    <a:moveTo>
                      <a:pt x="456" y="0"/>
                    </a:moveTo>
                    <a:cubicBezTo>
                      <a:pt x="384" y="0"/>
                      <a:pt x="313" y="19"/>
                      <a:pt x="248" y="67"/>
                    </a:cubicBezTo>
                    <a:cubicBezTo>
                      <a:pt x="124" y="139"/>
                      <a:pt x="73" y="263"/>
                      <a:pt x="35" y="403"/>
                    </a:cubicBezTo>
                    <a:cubicBezTo>
                      <a:pt x="1" y="565"/>
                      <a:pt x="1" y="744"/>
                      <a:pt x="1" y="919"/>
                    </a:cubicBezTo>
                    <a:cubicBezTo>
                      <a:pt x="1" y="947"/>
                      <a:pt x="23" y="961"/>
                      <a:pt x="46" y="961"/>
                    </a:cubicBezTo>
                    <a:cubicBezTo>
                      <a:pt x="68" y="961"/>
                      <a:pt x="90" y="947"/>
                      <a:pt x="90" y="919"/>
                    </a:cubicBezTo>
                    <a:cubicBezTo>
                      <a:pt x="90" y="778"/>
                      <a:pt x="90" y="638"/>
                      <a:pt x="107" y="493"/>
                    </a:cubicBezTo>
                    <a:cubicBezTo>
                      <a:pt x="124" y="386"/>
                      <a:pt x="159" y="246"/>
                      <a:pt x="248" y="156"/>
                    </a:cubicBezTo>
                    <a:cubicBezTo>
                      <a:pt x="301" y="103"/>
                      <a:pt x="368" y="85"/>
                      <a:pt x="440" y="85"/>
                    </a:cubicBezTo>
                    <a:cubicBezTo>
                      <a:pt x="511" y="85"/>
                      <a:pt x="587" y="103"/>
                      <a:pt x="657" y="122"/>
                    </a:cubicBezTo>
                    <a:cubicBezTo>
                      <a:pt x="819" y="173"/>
                      <a:pt x="904" y="297"/>
                      <a:pt x="960" y="459"/>
                    </a:cubicBezTo>
                    <a:cubicBezTo>
                      <a:pt x="994" y="638"/>
                      <a:pt x="994" y="830"/>
                      <a:pt x="1032" y="1009"/>
                    </a:cubicBezTo>
                    <a:cubicBezTo>
                      <a:pt x="1032" y="1029"/>
                      <a:pt x="1044" y="1037"/>
                      <a:pt x="1057" y="1037"/>
                    </a:cubicBezTo>
                    <a:cubicBezTo>
                      <a:pt x="1081" y="1037"/>
                      <a:pt x="1111" y="1013"/>
                      <a:pt x="1101" y="992"/>
                    </a:cubicBezTo>
                    <a:cubicBezTo>
                      <a:pt x="1066" y="812"/>
                      <a:pt x="1084" y="638"/>
                      <a:pt x="1032" y="459"/>
                    </a:cubicBezTo>
                    <a:cubicBezTo>
                      <a:pt x="994" y="280"/>
                      <a:pt x="887" y="139"/>
                      <a:pt x="730" y="67"/>
                    </a:cubicBezTo>
                    <a:cubicBezTo>
                      <a:pt x="640" y="29"/>
                      <a:pt x="547" y="0"/>
                      <a:pt x="4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8"/>
              <p:cNvSpPr/>
              <p:nvPr/>
            </p:nvSpPr>
            <p:spPr>
              <a:xfrm>
                <a:off x="9842552" y="4430980"/>
                <a:ext cx="81969" cy="86781"/>
              </a:xfrm>
              <a:custGeom>
                <a:rect b="b" l="l" r="r" t="t"/>
                <a:pathLst>
                  <a:path extrusionOk="0" h="1046" w="988">
                    <a:moveTo>
                      <a:pt x="449" y="0"/>
                    </a:moveTo>
                    <a:cubicBezTo>
                      <a:pt x="331" y="0"/>
                      <a:pt x="210" y="55"/>
                      <a:pt x="124" y="155"/>
                    </a:cubicBezTo>
                    <a:cubicBezTo>
                      <a:pt x="51" y="261"/>
                      <a:pt x="17" y="402"/>
                      <a:pt x="17" y="526"/>
                    </a:cubicBezTo>
                    <a:cubicBezTo>
                      <a:pt x="0" y="688"/>
                      <a:pt x="17" y="845"/>
                      <a:pt x="0" y="1007"/>
                    </a:cubicBezTo>
                    <a:cubicBezTo>
                      <a:pt x="0" y="1033"/>
                      <a:pt x="23" y="1046"/>
                      <a:pt x="45" y="1046"/>
                    </a:cubicBezTo>
                    <a:cubicBezTo>
                      <a:pt x="67" y="1046"/>
                      <a:pt x="90" y="1033"/>
                      <a:pt x="90" y="1007"/>
                    </a:cubicBezTo>
                    <a:cubicBezTo>
                      <a:pt x="107" y="756"/>
                      <a:pt x="34" y="492"/>
                      <a:pt x="158" y="261"/>
                    </a:cubicBezTo>
                    <a:cubicBezTo>
                      <a:pt x="213" y="155"/>
                      <a:pt x="337" y="82"/>
                      <a:pt x="461" y="82"/>
                    </a:cubicBezTo>
                    <a:cubicBezTo>
                      <a:pt x="605" y="99"/>
                      <a:pt x="691" y="244"/>
                      <a:pt x="763" y="351"/>
                    </a:cubicBezTo>
                    <a:cubicBezTo>
                      <a:pt x="836" y="492"/>
                      <a:pt x="887" y="649"/>
                      <a:pt x="904" y="828"/>
                    </a:cubicBezTo>
                    <a:cubicBezTo>
                      <a:pt x="904" y="848"/>
                      <a:pt x="915" y="856"/>
                      <a:pt x="928" y="856"/>
                    </a:cubicBezTo>
                    <a:cubicBezTo>
                      <a:pt x="953" y="856"/>
                      <a:pt x="987" y="828"/>
                      <a:pt x="976" y="794"/>
                    </a:cubicBezTo>
                    <a:cubicBezTo>
                      <a:pt x="959" y="632"/>
                      <a:pt x="925" y="492"/>
                      <a:pt x="853" y="330"/>
                    </a:cubicBezTo>
                    <a:cubicBezTo>
                      <a:pt x="780" y="206"/>
                      <a:pt x="674" y="65"/>
                      <a:pt x="533" y="10"/>
                    </a:cubicBezTo>
                    <a:cubicBezTo>
                      <a:pt x="506" y="3"/>
                      <a:pt x="477" y="0"/>
                      <a:pt x="4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8"/>
              <p:cNvSpPr/>
              <p:nvPr/>
            </p:nvSpPr>
            <p:spPr>
              <a:xfrm>
                <a:off x="10001679" y="4380205"/>
                <a:ext cx="80559" cy="91925"/>
              </a:xfrm>
              <a:custGeom>
                <a:rect b="b" l="l" r="r" t="t"/>
                <a:pathLst>
                  <a:path extrusionOk="0" h="1108" w="971">
                    <a:moveTo>
                      <a:pt x="419" y="1"/>
                    </a:moveTo>
                    <a:cubicBezTo>
                      <a:pt x="292" y="1"/>
                      <a:pt x="170" y="84"/>
                      <a:pt x="90" y="196"/>
                    </a:cubicBezTo>
                    <a:cubicBezTo>
                      <a:pt x="17" y="302"/>
                      <a:pt x="0" y="447"/>
                      <a:pt x="0" y="588"/>
                    </a:cubicBezTo>
                    <a:cubicBezTo>
                      <a:pt x="0" y="750"/>
                      <a:pt x="17" y="908"/>
                      <a:pt x="0" y="1070"/>
                    </a:cubicBezTo>
                    <a:cubicBezTo>
                      <a:pt x="0" y="1095"/>
                      <a:pt x="18" y="1108"/>
                      <a:pt x="39" y="1108"/>
                    </a:cubicBezTo>
                    <a:cubicBezTo>
                      <a:pt x="59" y="1108"/>
                      <a:pt x="81" y="1095"/>
                      <a:pt x="90" y="1070"/>
                    </a:cubicBezTo>
                    <a:cubicBezTo>
                      <a:pt x="107" y="818"/>
                      <a:pt x="34" y="554"/>
                      <a:pt x="124" y="324"/>
                    </a:cubicBezTo>
                    <a:cubicBezTo>
                      <a:pt x="158" y="196"/>
                      <a:pt x="265" y="110"/>
                      <a:pt x="392" y="89"/>
                    </a:cubicBezTo>
                    <a:cubicBezTo>
                      <a:pt x="411" y="84"/>
                      <a:pt x="429" y="82"/>
                      <a:pt x="447" y="82"/>
                    </a:cubicBezTo>
                    <a:cubicBezTo>
                      <a:pt x="552" y="82"/>
                      <a:pt x="650" y="158"/>
                      <a:pt x="712" y="234"/>
                    </a:cubicBezTo>
                    <a:cubicBezTo>
                      <a:pt x="797" y="358"/>
                      <a:pt x="853" y="498"/>
                      <a:pt x="887" y="660"/>
                    </a:cubicBezTo>
                    <a:cubicBezTo>
                      <a:pt x="887" y="678"/>
                      <a:pt x="897" y="685"/>
                      <a:pt x="911" y="685"/>
                    </a:cubicBezTo>
                    <a:cubicBezTo>
                      <a:pt x="936" y="685"/>
                      <a:pt x="970" y="658"/>
                      <a:pt x="959" y="622"/>
                    </a:cubicBezTo>
                    <a:cubicBezTo>
                      <a:pt x="925" y="375"/>
                      <a:pt x="763" y="21"/>
                      <a:pt x="461" y="4"/>
                    </a:cubicBezTo>
                    <a:cubicBezTo>
                      <a:pt x="447" y="2"/>
                      <a:pt x="433" y="1"/>
                      <a:pt x="4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8"/>
              <p:cNvSpPr/>
              <p:nvPr/>
            </p:nvSpPr>
            <p:spPr>
              <a:xfrm>
                <a:off x="9539149" y="3786425"/>
                <a:ext cx="54508" cy="7467"/>
              </a:xfrm>
              <a:custGeom>
                <a:rect b="b" l="l" r="r" t="t"/>
                <a:pathLst>
                  <a:path extrusionOk="0" h="90" w="657">
                    <a:moveTo>
                      <a:pt x="51" y="0"/>
                    </a:moveTo>
                    <a:cubicBezTo>
                      <a:pt x="0" y="0"/>
                      <a:pt x="0" y="90"/>
                      <a:pt x="51" y="90"/>
                    </a:cubicBezTo>
                    <a:lnTo>
                      <a:pt x="601" y="90"/>
                    </a:lnTo>
                    <a:cubicBezTo>
                      <a:pt x="656" y="90"/>
                      <a:pt x="656" y="0"/>
                      <a:pt x="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8"/>
              <p:cNvSpPr/>
              <p:nvPr/>
            </p:nvSpPr>
            <p:spPr>
              <a:xfrm>
                <a:off x="9530272" y="3802686"/>
                <a:ext cx="49945" cy="7467"/>
              </a:xfrm>
              <a:custGeom>
                <a:rect b="b" l="l" r="r" t="t"/>
                <a:pathLst>
                  <a:path extrusionOk="0" h="90" w="602">
                    <a:moveTo>
                      <a:pt x="69" y="0"/>
                    </a:moveTo>
                    <a:cubicBezTo>
                      <a:pt x="0" y="0"/>
                      <a:pt x="0" y="90"/>
                      <a:pt x="69" y="90"/>
                    </a:cubicBezTo>
                    <a:lnTo>
                      <a:pt x="550" y="90"/>
                    </a:lnTo>
                    <a:cubicBezTo>
                      <a:pt x="601" y="90"/>
                      <a:pt x="601" y="0"/>
                      <a:pt x="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8"/>
              <p:cNvSpPr/>
              <p:nvPr/>
            </p:nvSpPr>
            <p:spPr>
              <a:xfrm>
                <a:off x="9522805" y="3820357"/>
                <a:ext cx="57412" cy="8877"/>
              </a:xfrm>
              <a:custGeom>
                <a:rect b="b" l="l" r="r" t="t"/>
                <a:pathLst>
                  <a:path extrusionOk="0" h="107" w="692">
                    <a:moveTo>
                      <a:pt x="69" y="0"/>
                    </a:moveTo>
                    <a:cubicBezTo>
                      <a:pt x="35" y="0"/>
                      <a:pt x="18" y="0"/>
                      <a:pt x="18" y="39"/>
                    </a:cubicBezTo>
                    <a:cubicBezTo>
                      <a:pt x="1" y="56"/>
                      <a:pt x="18" y="90"/>
                      <a:pt x="35" y="90"/>
                    </a:cubicBezTo>
                    <a:cubicBezTo>
                      <a:pt x="231" y="107"/>
                      <a:pt x="444" y="107"/>
                      <a:pt x="640" y="107"/>
                    </a:cubicBezTo>
                    <a:cubicBezTo>
                      <a:pt x="691" y="107"/>
                      <a:pt x="691" y="0"/>
                      <a:pt x="640" y="0"/>
                    </a:cubicBezTo>
                    <a:cubicBezTo>
                      <a:pt x="510" y="0"/>
                      <a:pt x="379" y="8"/>
                      <a:pt x="253" y="8"/>
                    </a:cubicBezTo>
                    <a:cubicBezTo>
                      <a:pt x="190" y="8"/>
                      <a:pt x="129" y="6"/>
                      <a:pt x="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8"/>
              <p:cNvSpPr/>
              <p:nvPr/>
            </p:nvSpPr>
            <p:spPr>
              <a:xfrm>
                <a:off x="9514011" y="4166570"/>
                <a:ext cx="45714" cy="9292"/>
              </a:xfrm>
              <a:custGeom>
                <a:rect b="b" l="l" r="r" t="t"/>
                <a:pathLst>
                  <a:path extrusionOk="0" h="112" w="551">
                    <a:moveTo>
                      <a:pt x="52" y="0"/>
                    </a:moveTo>
                    <a:cubicBezTo>
                      <a:pt x="35" y="0"/>
                      <a:pt x="0" y="21"/>
                      <a:pt x="0" y="39"/>
                    </a:cubicBezTo>
                    <a:cubicBezTo>
                      <a:pt x="0" y="56"/>
                      <a:pt x="0" y="90"/>
                      <a:pt x="35" y="90"/>
                    </a:cubicBezTo>
                    <a:cubicBezTo>
                      <a:pt x="101" y="106"/>
                      <a:pt x="167" y="111"/>
                      <a:pt x="233" y="111"/>
                    </a:cubicBezTo>
                    <a:cubicBezTo>
                      <a:pt x="327" y="111"/>
                      <a:pt x="421" y="100"/>
                      <a:pt x="516" y="90"/>
                    </a:cubicBezTo>
                    <a:cubicBezTo>
                      <a:pt x="533" y="90"/>
                      <a:pt x="550" y="73"/>
                      <a:pt x="550" y="56"/>
                    </a:cubicBezTo>
                    <a:cubicBezTo>
                      <a:pt x="550" y="21"/>
                      <a:pt x="533" y="0"/>
                      <a:pt x="516" y="0"/>
                    </a:cubicBezTo>
                    <a:cubicBezTo>
                      <a:pt x="424" y="12"/>
                      <a:pt x="339" y="23"/>
                      <a:pt x="253" y="23"/>
                    </a:cubicBezTo>
                    <a:cubicBezTo>
                      <a:pt x="188" y="23"/>
                      <a:pt x="122" y="17"/>
                      <a:pt x="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8"/>
              <p:cNvSpPr/>
              <p:nvPr/>
            </p:nvSpPr>
            <p:spPr>
              <a:xfrm>
                <a:off x="9510858" y="4182831"/>
                <a:ext cx="39989" cy="8877"/>
              </a:xfrm>
              <a:custGeom>
                <a:rect b="b" l="l" r="r" t="t"/>
                <a:pathLst>
                  <a:path extrusionOk="0" h="107" w="482">
                    <a:moveTo>
                      <a:pt x="73" y="0"/>
                    </a:moveTo>
                    <a:cubicBezTo>
                      <a:pt x="0" y="0"/>
                      <a:pt x="0" y="107"/>
                      <a:pt x="73" y="107"/>
                    </a:cubicBezTo>
                    <a:lnTo>
                      <a:pt x="409" y="107"/>
                    </a:lnTo>
                    <a:cubicBezTo>
                      <a:pt x="482" y="107"/>
                      <a:pt x="482" y="0"/>
                      <a:pt x="4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8"/>
              <p:cNvSpPr/>
              <p:nvPr/>
            </p:nvSpPr>
            <p:spPr>
              <a:xfrm>
                <a:off x="9506627" y="4201747"/>
                <a:ext cx="61892" cy="10868"/>
              </a:xfrm>
              <a:custGeom>
                <a:rect b="b" l="l" r="r" t="t"/>
                <a:pathLst>
                  <a:path extrusionOk="0" h="131" w="746">
                    <a:moveTo>
                      <a:pt x="41" y="1"/>
                    </a:moveTo>
                    <a:cubicBezTo>
                      <a:pt x="0" y="1"/>
                      <a:pt x="4" y="92"/>
                      <a:pt x="51" y="92"/>
                    </a:cubicBezTo>
                    <a:cubicBezTo>
                      <a:pt x="264" y="109"/>
                      <a:pt x="477" y="130"/>
                      <a:pt x="690" y="130"/>
                    </a:cubicBezTo>
                    <a:cubicBezTo>
                      <a:pt x="746" y="130"/>
                      <a:pt x="746" y="24"/>
                      <a:pt x="690" y="24"/>
                    </a:cubicBezTo>
                    <a:cubicBezTo>
                      <a:pt x="477" y="24"/>
                      <a:pt x="264" y="24"/>
                      <a:pt x="51" y="2"/>
                    </a:cubicBezTo>
                    <a:cubicBezTo>
                      <a:pt x="47" y="1"/>
                      <a:pt x="44" y="1"/>
                      <a:pt x="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 name="Google Shape;580;p38"/>
            <p:cNvGrpSpPr/>
            <p:nvPr/>
          </p:nvGrpSpPr>
          <p:grpSpPr>
            <a:xfrm>
              <a:off x="7014596" y="4103720"/>
              <a:ext cx="632072" cy="363925"/>
              <a:chOff x="3239800" y="2712650"/>
              <a:chExt cx="289875" cy="166900"/>
            </a:xfrm>
          </p:grpSpPr>
          <p:sp>
            <p:nvSpPr>
              <p:cNvPr id="581" name="Google Shape;581;p38"/>
              <p:cNvSpPr/>
              <p:nvPr/>
            </p:nvSpPr>
            <p:spPr>
              <a:xfrm>
                <a:off x="3239800" y="2712650"/>
                <a:ext cx="289875" cy="45075"/>
              </a:xfrm>
              <a:custGeom>
                <a:rect b="b" l="l" r="r" t="t"/>
                <a:pathLst>
                  <a:path extrusionOk="0" h="1803" w="11595">
                    <a:moveTo>
                      <a:pt x="5974" y="466"/>
                    </a:moveTo>
                    <a:cubicBezTo>
                      <a:pt x="7363" y="466"/>
                      <a:pt x="8753" y="532"/>
                      <a:pt x="10141" y="691"/>
                    </a:cubicBezTo>
                    <a:cubicBezTo>
                      <a:pt x="10443" y="729"/>
                      <a:pt x="10725" y="798"/>
                      <a:pt x="10993" y="1011"/>
                    </a:cubicBezTo>
                    <a:cubicBezTo>
                      <a:pt x="9252" y="1243"/>
                      <a:pt x="7525" y="1359"/>
                      <a:pt x="5800" y="1359"/>
                    </a:cubicBezTo>
                    <a:cubicBezTo>
                      <a:pt x="4074" y="1359"/>
                      <a:pt x="2351" y="1243"/>
                      <a:pt x="619" y="1011"/>
                    </a:cubicBezTo>
                    <a:cubicBezTo>
                      <a:pt x="938" y="691"/>
                      <a:pt x="1386" y="674"/>
                      <a:pt x="1774" y="640"/>
                    </a:cubicBezTo>
                    <a:cubicBezTo>
                      <a:pt x="3173" y="533"/>
                      <a:pt x="4574" y="466"/>
                      <a:pt x="5974" y="466"/>
                    </a:cubicBezTo>
                    <a:close/>
                    <a:moveTo>
                      <a:pt x="5772" y="1"/>
                    </a:moveTo>
                    <a:lnTo>
                      <a:pt x="5772" y="158"/>
                    </a:lnTo>
                    <a:cubicBezTo>
                      <a:pt x="5177" y="158"/>
                      <a:pt x="4582" y="154"/>
                      <a:pt x="3986" y="154"/>
                    </a:cubicBezTo>
                    <a:cubicBezTo>
                      <a:pt x="3390" y="154"/>
                      <a:pt x="2795" y="158"/>
                      <a:pt x="2200" y="175"/>
                    </a:cubicBezTo>
                    <a:cubicBezTo>
                      <a:pt x="1578" y="197"/>
                      <a:pt x="960" y="282"/>
                      <a:pt x="389" y="585"/>
                    </a:cubicBezTo>
                    <a:cubicBezTo>
                      <a:pt x="175" y="708"/>
                      <a:pt x="1" y="853"/>
                      <a:pt x="35" y="1117"/>
                    </a:cubicBezTo>
                    <a:cubicBezTo>
                      <a:pt x="69" y="1420"/>
                      <a:pt x="320" y="1475"/>
                      <a:pt x="551" y="1492"/>
                    </a:cubicBezTo>
                    <a:cubicBezTo>
                      <a:pt x="1100" y="1527"/>
                      <a:pt x="1650" y="1544"/>
                      <a:pt x="2200" y="1582"/>
                    </a:cubicBezTo>
                    <a:cubicBezTo>
                      <a:pt x="3436" y="1648"/>
                      <a:pt x="4682" y="1803"/>
                      <a:pt x="5932" y="1803"/>
                    </a:cubicBezTo>
                    <a:cubicBezTo>
                      <a:pt x="6299" y="1803"/>
                      <a:pt x="6666" y="1790"/>
                      <a:pt x="7034" y="1757"/>
                    </a:cubicBezTo>
                    <a:cubicBezTo>
                      <a:pt x="8329" y="1650"/>
                      <a:pt x="9625" y="1599"/>
                      <a:pt x="10921" y="1509"/>
                    </a:cubicBezTo>
                    <a:cubicBezTo>
                      <a:pt x="11189" y="1492"/>
                      <a:pt x="11488" y="1475"/>
                      <a:pt x="11543" y="1134"/>
                    </a:cubicBezTo>
                    <a:cubicBezTo>
                      <a:pt x="11594" y="798"/>
                      <a:pt x="11347" y="674"/>
                      <a:pt x="11100" y="550"/>
                    </a:cubicBezTo>
                    <a:cubicBezTo>
                      <a:pt x="10763" y="388"/>
                      <a:pt x="10405" y="265"/>
                      <a:pt x="10034" y="248"/>
                    </a:cubicBezTo>
                    <a:cubicBezTo>
                      <a:pt x="8611" y="158"/>
                      <a:pt x="7191" y="69"/>
                      <a:pt x="57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8"/>
              <p:cNvSpPr/>
              <p:nvPr/>
            </p:nvSpPr>
            <p:spPr>
              <a:xfrm>
                <a:off x="3253125" y="2789025"/>
                <a:ext cx="263225" cy="31925"/>
              </a:xfrm>
              <a:custGeom>
                <a:rect b="b" l="l" r="r" t="t"/>
                <a:pathLst>
                  <a:path extrusionOk="0" h="1277" w="10529">
                    <a:moveTo>
                      <a:pt x="9305" y="407"/>
                    </a:moveTo>
                    <a:cubicBezTo>
                      <a:pt x="9591" y="407"/>
                      <a:pt x="9838" y="479"/>
                      <a:pt x="10017" y="782"/>
                    </a:cubicBezTo>
                    <a:cubicBezTo>
                      <a:pt x="8258" y="890"/>
                      <a:pt x="6504" y="939"/>
                      <a:pt x="4729" y="939"/>
                    </a:cubicBezTo>
                    <a:cubicBezTo>
                      <a:pt x="3295" y="939"/>
                      <a:pt x="1847" y="907"/>
                      <a:pt x="371" y="850"/>
                    </a:cubicBezTo>
                    <a:cubicBezTo>
                      <a:pt x="657" y="462"/>
                      <a:pt x="904" y="407"/>
                      <a:pt x="1207" y="407"/>
                    </a:cubicBezTo>
                    <a:close/>
                    <a:moveTo>
                      <a:pt x="5832" y="0"/>
                    </a:moveTo>
                    <a:cubicBezTo>
                      <a:pt x="4420" y="0"/>
                      <a:pt x="3010" y="15"/>
                      <a:pt x="1599" y="36"/>
                    </a:cubicBezTo>
                    <a:cubicBezTo>
                      <a:pt x="1470" y="36"/>
                      <a:pt x="1337" y="26"/>
                      <a:pt x="1207" y="26"/>
                    </a:cubicBezTo>
                    <a:cubicBezTo>
                      <a:pt x="1085" y="26"/>
                      <a:pt x="965" y="35"/>
                      <a:pt x="853" y="70"/>
                    </a:cubicBezTo>
                    <a:cubicBezTo>
                      <a:pt x="495" y="176"/>
                      <a:pt x="0" y="266"/>
                      <a:pt x="35" y="765"/>
                    </a:cubicBezTo>
                    <a:cubicBezTo>
                      <a:pt x="52" y="1242"/>
                      <a:pt x="533" y="1208"/>
                      <a:pt x="887" y="1259"/>
                    </a:cubicBezTo>
                    <a:cubicBezTo>
                      <a:pt x="921" y="1276"/>
                      <a:pt x="959" y="1276"/>
                      <a:pt x="994" y="1276"/>
                    </a:cubicBezTo>
                    <a:lnTo>
                      <a:pt x="9484" y="1276"/>
                    </a:lnTo>
                    <a:cubicBezTo>
                      <a:pt x="9676" y="1276"/>
                      <a:pt x="9910" y="1225"/>
                      <a:pt x="10102" y="1170"/>
                    </a:cubicBezTo>
                    <a:cubicBezTo>
                      <a:pt x="10298" y="1118"/>
                      <a:pt x="10460" y="1012"/>
                      <a:pt x="10494" y="799"/>
                    </a:cubicBezTo>
                    <a:cubicBezTo>
                      <a:pt x="10529" y="569"/>
                      <a:pt x="10405" y="424"/>
                      <a:pt x="10230" y="317"/>
                    </a:cubicBezTo>
                    <a:cubicBezTo>
                      <a:pt x="9962" y="159"/>
                      <a:pt x="9697" y="53"/>
                      <a:pt x="9378" y="36"/>
                    </a:cubicBezTo>
                    <a:cubicBezTo>
                      <a:pt x="8195" y="11"/>
                      <a:pt x="7013" y="0"/>
                      <a:pt x="5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8"/>
              <p:cNvSpPr/>
              <p:nvPr/>
            </p:nvSpPr>
            <p:spPr>
              <a:xfrm>
                <a:off x="3304175" y="2845850"/>
                <a:ext cx="160700" cy="33700"/>
              </a:xfrm>
              <a:custGeom>
                <a:rect b="b" l="l" r="r" t="t"/>
                <a:pathLst>
                  <a:path extrusionOk="0" h="1348" w="6428">
                    <a:moveTo>
                      <a:pt x="3233" y="392"/>
                    </a:moveTo>
                    <a:cubicBezTo>
                      <a:pt x="4048" y="392"/>
                      <a:pt x="4864" y="525"/>
                      <a:pt x="5682" y="798"/>
                    </a:cubicBezTo>
                    <a:cubicBezTo>
                      <a:pt x="4888" y="857"/>
                      <a:pt x="4096" y="884"/>
                      <a:pt x="3305" y="884"/>
                    </a:cubicBezTo>
                    <a:cubicBezTo>
                      <a:pt x="2453" y="884"/>
                      <a:pt x="1601" y="853"/>
                      <a:pt x="746" y="798"/>
                    </a:cubicBezTo>
                    <a:cubicBezTo>
                      <a:pt x="1577" y="529"/>
                      <a:pt x="2405" y="392"/>
                      <a:pt x="3233" y="392"/>
                    </a:cubicBezTo>
                    <a:close/>
                    <a:moveTo>
                      <a:pt x="3214" y="1"/>
                    </a:moveTo>
                    <a:cubicBezTo>
                      <a:pt x="2272" y="1"/>
                      <a:pt x="1330" y="69"/>
                      <a:pt x="426" y="427"/>
                    </a:cubicBezTo>
                    <a:cubicBezTo>
                      <a:pt x="230" y="495"/>
                      <a:pt x="0" y="567"/>
                      <a:pt x="17" y="836"/>
                    </a:cubicBezTo>
                    <a:cubicBezTo>
                      <a:pt x="34" y="1049"/>
                      <a:pt x="230" y="1117"/>
                      <a:pt x="388" y="1156"/>
                    </a:cubicBezTo>
                    <a:cubicBezTo>
                      <a:pt x="550" y="1207"/>
                      <a:pt x="708" y="1241"/>
                      <a:pt x="870" y="1262"/>
                    </a:cubicBezTo>
                    <a:cubicBezTo>
                      <a:pt x="1650" y="1347"/>
                      <a:pt x="2434" y="1313"/>
                      <a:pt x="3214" y="1330"/>
                    </a:cubicBezTo>
                    <a:cubicBezTo>
                      <a:pt x="3364" y="1327"/>
                      <a:pt x="3514" y="1327"/>
                      <a:pt x="3664" y="1327"/>
                    </a:cubicBezTo>
                    <a:cubicBezTo>
                      <a:pt x="3817" y="1327"/>
                      <a:pt x="3970" y="1327"/>
                      <a:pt x="4123" y="1327"/>
                    </a:cubicBezTo>
                    <a:cubicBezTo>
                      <a:pt x="4672" y="1327"/>
                      <a:pt x="5222" y="1317"/>
                      <a:pt x="5771" y="1224"/>
                    </a:cubicBezTo>
                    <a:cubicBezTo>
                      <a:pt x="6019" y="1190"/>
                      <a:pt x="6377" y="1173"/>
                      <a:pt x="6394" y="836"/>
                    </a:cubicBezTo>
                    <a:cubicBezTo>
                      <a:pt x="6428" y="495"/>
                      <a:pt x="6091" y="461"/>
                      <a:pt x="5844" y="371"/>
                    </a:cubicBezTo>
                    <a:cubicBezTo>
                      <a:pt x="4991" y="52"/>
                      <a:pt x="4101" y="18"/>
                      <a:pt x="32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 name="Shape 587"/>
        <p:cNvGrpSpPr/>
        <p:nvPr/>
      </p:nvGrpSpPr>
      <p:grpSpPr>
        <a:xfrm>
          <a:off x="0" y="0"/>
          <a:ext cx="0" cy="0"/>
          <a:chOff x="0" y="0"/>
          <a:chExt cx="0" cy="0"/>
        </a:xfrm>
      </p:grpSpPr>
      <p:sp>
        <p:nvSpPr>
          <p:cNvPr id="588" name="Google Shape;588;p39"/>
          <p:cNvSpPr txBox="1"/>
          <p:nvPr>
            <p:ph type="title"/>
          </p:nvPr>
        </p:nvSpPr>
        <p:spPr>
          <a:xfrm>
            <a:off x="1495425" y="2417250"/>
            <a:ext cx="6153300" cy="72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GALAXY</a:t>
            </a:r>
            <a:endParaRPr/>
          </a:p>
        </p:txBody>
      </p:sp>
      <p:sp>
        <p:nvSpPr>
          <p:cNvPr id="589" name="Google Shape;589;p39"/>
          <p:cNvSpPr txBox="1"/>
          <p:nvPr>
            <p:ph idx="1" type="subTitle"/>
          </p:nvPr>
        </p:nvSpPr>
        <p:spPr>
          <a:xfrm>
            <a:off x="1495350" y="3181350"/>
            <a:ext cx="6153300" cy="465300"/>
          </a:xfrm>
          <a:prstGeom prst="rect">
            <a:avLst/>
          </a:prstGeom>
        </p:spPr>
        <p:txBody>
          <a:bodyPr anchorCtr="0" anchor="ctr" bIns="91425" lIns="91425" spcFirstLastPara="1" rIns="91425" wrap="square" tIns="91425">
            <a:normAutofit/>
          </a:bodyPr>
          <a:lstStyle/>
          <a:p>
            <a:pPr indent="0" lvl="0" marL="0" rtl="0" algn="ctr">
              <a:spcBef>
                <a:spcPts val="0"/>
              </a:spcBef>
              <a:spcAft>
                <a:spcPts val="0"/>
              </a:spcAft>
              <a:buNone/>
            </a:pPr>
            <a:r>
              <a:rPr lang="en"/>
              <a:t>You can enter a subtitle here if you need it</a:t>
            </a:r>
            <a:endParaRPr/>
          </a:p>
        </p:txBody>
      </p:sp>
      <p:sp>
        <p:nvSpPr>
          <p:cNvPr id="590" name="Google Shape;590;p39"/>
          <p:cNvSpPr/>
          <p:nvPr/>
        </p:nvSpPr>
        <p:spPr>
          <a:xfrm>
            <a:off x="4410902" y="1364265"/>
            <a:ext cx="322196" cy="841801"/>
          </a:xfrm>
          <a:prstGeom prst="rect">
            <a:avLst/>
          </a:prstGeom>
        </p:spPr>
        <p:txBody>
          <a:bodyPr>
            <a:prstTxWarp prst="textPlain"/>
          </a:bodyPr>
          <a:lstStyle/>
          <a:p>
            <a:pPr lvl="0" algn="ctr"/>
            <a:r>
              <a:rPr b="1" i="0">
                <a:ln cap="flat" cmpd="sng" w="19050">
                  <a:solidFill>
                    <a:schemeClr val="dk1"/>
                  </a:solidFill>
                  <a:prstDash val="solid"/>
                  <a:round/>
                  <a:headEnd len="sm" w="sm" type="none"/>
                  <a:tailEnd len="sm" w="sm" type="none"/>
                </a:ln>
                <a:noFill/>
                <a:latin typeface="Audiowide"/>
              </a:rPr>
              <a:t>1</a:t>
            </a:r>
          </a:p>
        </p:txBody>
      </p:sp>
      <p:grpSp>
        <p:nvGrpSpPr>
          <p:cNvPr id="591" name="Google Shape;591;p39"/>
          <p:cNvGrpSpPr/>
          <p:nvPr/>
        </p:nvGrpSpPr>
        <p:grpSpPr>
          <a:xfrm>
            <a:off x="826407" y="736303"/>
            <a:ext cx="1415481" cy="940020"/>
            <a:chOff x="1245517" y="1279280"/>
            <a:chExt cx="1252527" cy="831802"/>
          </a:xfrm>
        </p:grpSpPr>
        <p:grpSp>
          <p:nvGrpSpPr>
            <p:cNvPr id="592" name="Google Shape;592;p39"/>
            <p:cNvGrpSpPr/>
            <p:nvPr/>
          </p:nvGrpSpPr>
          <p:grpSpPr>
            <a:xfrm>
              <a:off x="1288826" y="1279280"/>
              <a:ext cx="1107082" cy="787319"/>
              <a:chOff x="-4416649" y="4603505"/>
              <a:chExt cx="1107082" cy="787319"/>
            </a:xfrm>
          </p:grpSpPr>
          <p:grpSp>
            <p:nvGrpSpPr>
              <p:cNvPr id="593" name="Google Shape;593;p39"/>
              <p:cNvGrpSpPr/>
              <p:nvPr/>
            </p:nvGrpSpPr>
            <p:grpSpPr>
              <a:xfrm>
                <a:off x="-4102891" y="4603505"/>
                <a:ext cx="177992" cy="219912"/>
                <a:chOff x="-4102891" y="4603505"/>
                <a:chExt cx="177992" cy="219912"/>
              </a:xfrm>
            </p:grpSpPr>
            <p:sp>
              <p:nvSpPr>
                <p:cNvPr id="594" name="Google Shape;594;p39"/>
                <p:cNvSpPr/>
                <p:nvPr/>
              </p:nvSpPr>
              <p:spPr>
                <a:xfrm rot="-1369328">
                  <a:off x="-4045671" y="4641572"/>
                  <a:ext cx="19765" cy="122847"/>
                </a:xfrm>
                <a:custGeom>
                  <a:rect b="b" l="l" r="r" t="t"/>
                  <a:pathLst>
                    <a:path extrusionOk="0" h="1013" w="163">
                      <a:moveTo>
                        <a:pt x="82" y="0"/>
                      </a:moveTo>
                      <a:cubicBezTo>
                        <a:pt x="41" y="0"/>
                        <a:pt x="1" y="27"/>
                        <a:pt x="1" y="80"/>
                      </a:cubicBezTo>
                      <a:lnTo>
                        <a:pt x="1" y="933"/>
                      </a:lnTo>
                      <a:cubicBezTo>
                        <a:pt x="1" y="986"/>
                        <a:pt x="41" y="1013"/>
                        <a:pt x="82" y="1013"/>
                      </a:cubicBezTo>
                      <a:cubicBezTo>
                        <a:pt x="122" y="1013"/>
                        <a:pt x="163" y="986"/>
                        <a:pt x="163" y="933"/>
                      </a:cubicBezTo>
                      <a:lnTo>
                        <a:pt x="163" y="80"/>
                      </a:lnTo>
                      <a:cubicBezTo>
                        <a:pt x="163" y="27"/>
                        <a:pt x="122" y="0"/>
                        <a:pt x="82" y="0"/>
                      </a:cubicBezTo>
                      <a:close/>
                    </a:path>
                  </a:pathLst>
                </a:cu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9"/>
                <p:cNvSpPr/>
                <p:nvPr/>
              </p:nvSpPr>
              <p:spPr>
                <a:xfrm rot="-1369328">
                  <a:off x="-4091870" y="4613289"/>
                  <a:ext cx="62569" cy="60029"/>
                </a:xfrm>
                <a:custGeom>
                  <a:rect b="b" l="l" r="r" t="t"/>
                  <a:pathLst>
                    <a:path extrusionOk="0" h="495" w="516">
                      <a:moveTo>
                        <a:pt x="247" y="0"/>
                      </a:moveTo>
                      <a:cubicBezTo>
                        <a:pt x="124" y="0"/>
                        <a:pt x="0" y="107"/>
                        <a:pt x="0" y="248"/>
                      </a:cubicBezTo>
                      <a:cubicBezTo>
                        <a:pt x="0" y="388"/>
                        <a:pt x="124" y="495"/>
                        <a:pt x="247" y="495"/>
                      </a:cubicBezTo>
                      <a:cubicBezTo>
                        <a:pt x="388" y="495"/>
                        <a:pt x="516" y="388"/>
                        <a:pt x="516" y="248"/>
                      </a:cubicBezTo>
                      <a:cubicBezTo>
                        <a:pt x="516" y="107"/>
                        <a:pt x="388" y="0"/>
                        <a:pt x="247" y="0"/>
                      </a:cubicBezTo>
                      <a:close/>
                    </a:path>
                  </a:pathLst>
                </a:cu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9"/>
                <p:cNvSpPr/>
                <p:nvPr/>
              </p:nvSpPr>
              <p:spPr>
                <a:xfrm rot="-1369328">
                  <a:off x="-4090524" y="4723819"/>
                  <a:ext cx="157878" cy="71792"/>
                </a:xfrm>
                <a:custGeom>
                  <a:rect b="b" l="l" r="r" t="t"/>
                  <a:pathLst>
                    <a:path extrusionOk="0" h="592" w="1302">
                      <a:moveTo>
                        <a:pt x="636" y="1"/>
                      </a:moveTo>
                      <a:cubicBezTo>
                        <a:pt x="457" y="1"/>
                        <a:pt x="281" y="54"/>
                        <a:pt x="163" y="158"/>
                      </a:cubicBezTo>
                      <a:cubicBezTo>
                        <a:pt x="56" y="248"/>
                        <a:pt x="1" y="393"/>
                        <a:pt x="1" y="550"/>
                      </a:cubicBezTo>
                      <a:cubicBezTo>
                        <a:pt x="1" y="578"/>
                        <a:pt x="19" y="592"/>
                        <a:pt x="37" y="592"/>
                      </a:cubicBezTo>
                      <a:cubicBezTo>
                        <a:pt x="55" y="592"/>
                        <a:pt x="73" y="578"/>
                        <a:pt x="73" y="550"/>
                      </a:cubicBezTo>
                      <a:cubicBezTo>
                        <a:pt x="84" y="233"/>
                        <a:pt x="360" y="75"/>
                        <a:pt x="642" y="75"/>
                      </a:cubicBezTo>
                      <a:cubicBezTo>
                        <a:pt x="804" y="75"/>
                        <a:pt x="967" y="127"/>
                        <a:pt x="1084" y="231"/>
                      </a:cubicBezTo>
                      <a:cubicBezTo>
                        <a:pt x="1173" y="320"/>
                        <a:pt x="1207" y="427"/>
                        <a:pt x="1207" y="550"/>
                      </a:cubicBezTo>
                      <a:cubicBezTo>
                        <a:pt x="1199" y="578"/>
                        <a:pt x="1217" y="592"/>
                        <a:pt x="1237" y="592"/>
                      </a:cubicBezTo>
                      <a:cubicBezTo>
                        <a:pt x="1257" y="592"/>
                        <a:pt x="1280" y="578"/>
                        <a:pt x="1280" y="550"/>
                      </a:cubicBezTo>
                      <a:cubicBezTo>
                        <a:pt x="1302" y="182"/>
                        <a:pt x="966" y="1"/>
                        <a:pt x="636" y="1"/>
                      </a:cubicBezTo>
                      <a:close/>
                    </a:path>
                  </a:pathLst>
                </a:cu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9"/>
                <p:cNvSpPr/>
                <p:nvPr/>
              </p:nvSpPr>
              <p:spPr>
                <a:xfrm rot="-1369328">
                  <a:off x="-4091633" y="4702874"/>
                  <a:ext cx="151087" cy="88528"/>
                </a:xfrm>
                <a:custGeom>
                  <a:rect b="b" l="l" r="r" t="t"/>
                  <a:pathLst>
                    <a:path extrusionOk="0" h="730" w="1246">
                      <a:moveTo>
                        <a:pt x="1" y="729"/>
                      </a:moveTo>
                      <a:cubicBezTo>
                        <a:pt x="1" y="1"/>
                        <a:pt x="1246" y="90"/>
                        <a:pt x="1211" y="7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 name="Google Shape;598;p39"/>
              <p:cNvSpPr/>
              <p:nvPr/>
            </p:nvSpPr>
            <p:spPr>
              <a:xfrm>
                <a:off x="-4215277" y="5012198"/>
                <a:ext cx="772727" cy="375048"/>
              </a:xfrm>
              <a:custGeom>
                <a:rect b="b" l="l" r="r" t="t"/>
                <a:pathLst>
                  <a:path extrusionOk="0" h="6811" w="14033">
                    <a:moveTo>
                      <a:pt x="14032" y="0"/>
                    </a:moveTo>
                    <a:lnTo>
                      <a:pt x="0" y="4301"/>
                    </a:lnTo>
                    <a:cubicBezTo>
                      <a:pt x="1080" y="5496"/>
                      <a:pt x="3363" y="6811"/>
                      <a:pt x="5906" y="6811"/>
                    </a:cubicBezTo>
                    <a:cubicBezTo>
                      <a:pt x="8726" y="6811"/>
                      <a:pt x="11865" y="5193"/>
                      <a:pt x="140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9"/>
              <p:cNvSpPr/>
              <p:nvPr/>
            </p:nvSpPr>
            <p:spPr>
              <a:xfrm>
                <a:off x="-4218086" y="5010326"/>
                <a:ext cx="779500" cy="380499"/>
              </a:xfrm>
              <a:custGeom>
                <a:rect b="b" l="l" r="r" t="t"/>
                <a:pathLst>
                  <a:path extrusionOk="0" h="6910" w="14156">
                    <a:moveTo>
                      <a:pt x="14011" y="0"/>
                    </a:moveTo>
                    <a:cubicBezTo>
                      <a:pt x="12928" y="2592"/>
                      <a:pt x="11615" y="4280"/>
                      <a:pt x="10230" y="5328"/>
                    </a:cubicBezTo>
                    <a:cubicBezTo>
                      <a:pt x="8828" y="6377"/>
                      <a:pt x="7353" y="6769"/>
                      <a:pt x="5950" y="6769"/>
                    </a:cubicBezTo>
                    <a:cubicBezTo>
                      <a:pt x="4689" y="6769"/>
                      <a:pt x="3500" y="6449"/>
                      <a:pt x="2485" y="5968"/>
                    </a:cubicBezTo>
                    <a:cubicBezTo>
                      <a:pt x="1475" y="5490"/>
                      <a:pt x="639" y="4868"/>
                      <a:pt x="107" y="4280"/>
                    </a:cubicBezTo>
                    <a:lnTo>
                      <a:pt x="0" y="4369"/>
                    </a:lnTo>
                    <a:cubicBezTo>
                      <a:pt x="550" y="4992"/>
                      <a:pt x="1385" y="5614"/>
                      <a:pt x="2413" y="6091"/>
                    </a:cubicBezTo>
                    <a:cubicBezTo>
                      <a:pt x="3461" y="6590"/>
                      <a:pt x="4672" y="6910"/>
                      <a:pt x="5950" y="6910"/>
                    </a:cubicBezTo>
                    <a:cubicBezTo>
                      <a:pt x="7387" y="6910"/>
                      <a:pt x="8879" y="6500"/>
                      <a:pt x="10298" y="5435"/>
                    </a:cubicBezTo>
                    <a:cubicBezTo>
                      <a:pt x="11722" y="4386"/>
                      <a:pt x="13052" y="2664"/>
                      <a:pt x="14155" y="56"/>
                    </a:cubicBezTo>
                    <a:lnTo>
                      <a:pt x="140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9"/>
              <p:cNvSpPr/>
              <p:nvPr/>
            </p:nvSpPr>
            <p:spPr>
              <a:xfrm>
                <a:off x="-3407425" y="5306738"/>
                <a:ext cx="67400" cy="67400"/>
              </a:xfrm>
              <a:custGeom>
                <a:rect b="b" l="l" r="r" t="t"/>
                <a:pathLst>
                  <a:path extrusionOk="0" h="1224" w="1224">
                    <a:moveTo>
                      <a:pt x="623" y="1"/>
                    </a:moveTo>
                    <a:cubicBezTo>
                      <a:pt x="286" y="1"/>
                      <a:pt x="0" y="282"/>
                      <a:pt x="0" y="619"/>
                    </a:cubicBezTo>
                    <a:cubicBezTo>
                      <a:pt x="0" y="960"/>
                      <a:pt x="286" y="1224"/>
                      <a:pt x="623" y="1224"/>
                    </a:cubicBezTo>
                    <a:cubicBezTo>
                      <a:pt x="959" y="1224"/>
                      <a:pt x="1224" y="960"/>
                      <a:pt x="1224" y="619"/>
                    </a:cubicBezTo>
                    <a:cubicBezTo>
                      <a:pt x="1224" y="282"/>
                      <a:pt x="959" y="1"/>
                      <a:pt x="6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9"/>
              <p:cNvSpPr/>
              <p:nvPr/>
            </p:nvSpPr>
            <p:spPr>
              <a:xfrm>
                <a:off x="-3411444" y="5302774"/>
                <a:ext cx="75439" cy="75384"/>
              </a:xfrm>
              <a:custGeom>
                <a:rect b="b" l="l" r="r" t="t"/>
                <a:pathLst>
                  <a:path extrusionOk="0" h="1369" w="1370">
                    <a:moveTo>
                      <a:pt x="696" y="141"/>
                    </a:moveTo>
                    <a:cubicBezTo>
                      <a:pt x="836" y="141"/>
                      <a:pt x="977" y="213"/>
                      <a:pt x="1067" y="303"/>
                    </a:cubicBezTo>
                    <a:cubicBezTo>
                      <a:pt x="1173" y="409"/>
                      <a:pt x="1228" y="533"/>
                      <a:pt x="1228" y="691"/>
                    </a:cubicBezTo>
                    <a:cubicBezTo>
                      <a:pt x="1228" y="836"/>
                      <a:pt x="1173" y="976"/>
                      <a:pt x="1067" y="1066"/>
                    </a:cubicBezTo>
                    <a:cubicBezTo>
                      <a:pt x="977" y="1172"/>
                      <a:pt x="836" y="1223"/>
                      <a:pt x="696" y="1223"/>
                    </a:cubicBezTo>
                    <a:cubicBezTo>
                      <a:pt x="534" y="1223"/>
                      <a:pt x="410" y="1172"/>
                      <a:pt x="304" y="1066"/>
                    </a:cubicBezTo>
                    <a:cubicBezTo>
                      <a:pt x="214" y="976"/>
                      <a:pt x="146" y="836"/>
                      <a:pt x="146" y="691"/>
                    </a:cubicBezTo>
                    <a:cubicBezTo>
                      <a:pt x="146" y="533"/>
                      <a:pt x="214" y="409"/>
                      <a:pt x="304" y="303"/>
                    </a:cubicBezTo>
                    <a:cubicBezTo>
                      <a:pt x="410" y="213"/>
                      <a:pt x="534" y="141"/>
                      <a:pt x="696" y="141"/>
                    </a:cubicBezTo>
                    <a:close/>
                    <a:moveTo>
                      <a:pt x="696" y="0"/>
                    </a:moveTo>
                    <a:cubicBezTo>
                      <a:pt x="304" y="0"/>
                      <a:pt x="1" y="303"/>
                      <a:pt x="1" y="691"/>
                    </a:cubicBezTo>
                    <a:cubicBezTo>
                      <a:pt x="1" y="1066"/>
                      <a:pt x="304" y="1368"/>
                      <a:pt x="696" y="1368"/>
                    </a:cubicBezTo>
                    <a:cubicBezTo>
                      <a:pt x="1067" y="1368"/>
                      <a:pt x="1369" y="1066"/>
                      <a:pt x="1369" y="691"/>
                    </a:cubicBezTo>
                    <a:cubicBezTo>
                      <a:pt x="1369" y="303"/>
                      <a:pt x="1067" y="0"/>
                      <a:pt x="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9"/>
              <p:cNvSpPr/>
              <p:nvPr/>
            </p:nvSpPr>
            <p:spPr>
              <a:xfrm>
                <a:off x="-4416649" y="4895351"/>
                <a:ext cx="1107082" cy="477964"/>
              </a:xfrm>
              <a:custGeom>
                <a:rect b="b" l="l" r="r" t="t"/>
                <a:pathLst>
                  <a:path extrusionOk="0" h="8680" w="20105">
                    <a:moveTo>
                      <a:pt x="13515" y="1"/>
                    </a:moveTo>
                    <a:cubicBezTo>
                      <a:pt x="12715" y="1"/>
                      <a:pt x="12165" y="30"/>
                      <a:pt x="12165" y="30"/>
                    </a:cubicBezTo>
                    <a:lnTo>
                      <a:pt x="5827" y="1291"/>
                    </a:lnTo>
                    <a:cubicBezTo>
                      <a:pt x="5452" y="1483"/>
                      <a:pt x="0" y="4237"/>
                      <a:pt x="320" y="6031"/>
                    </a:cubicBezTo>
                    <a:cubicBezTo>
                      <a:pt x="492" y="7872"/>
                      <a:pt x="2929" y="8679"/>
                      <a:pt x="6014" y="8679"/>
                    </a:cubicBezTo>
                    <a:cubicBezTo>
                      <a:pt x="11885" y="8679"/>
                      <a:pt x="20105" y="5758"/>
                      <a:pt x="19535" y="1483"/>
                    </a:cubicBezTo>
                    <a:cubicBezTo>
                      <a:pt x="19165" y="185"/>
                      <a:pt x="15540" y="1"/>
                      <a:pt x="13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9"/>
              <p:cNvSpPr/>
              <p:nvPr/>
            </p:nvSpPr>
            <p:spPr>
              <a:xfrm>
                <a:off x="-4403984" y="4892047"/>
                <a:ext cx="1068922" cy="485178"/>
              </a:xfrm>
              <a:custGeom>
                <a:rect b="b" l="l" r="r" t="t"/>
                <a:pathLst>
                  <a:path extrusionOk="0" h="8811" w="19412">
                    <a:moveTo>
                      <a:pt x="13303" y="0"/>
                    </a:moveTo>
                    <a:cubicBezTo>
                      <a:pt x="12485" y="0"/>
                      <a:pt x="11935" y="17"/>
                      <a:pt x="11935" y="17"/>
                    </a:cubicBezTo>
                    <a:lnTo>
                      <a:pt x="11935" y="158"/>
                    </a:lnTo>
                    <a:lnTo>
                      <a:pt x="12042" y="158"/>
                    </a:lnTo>
                    <a:cubicBezTo>
                      <a:pt x="12221" y="158"/>
                      <a:pt x="12698" y="141"/>
                      <a:pt x="13303" y="141"/>
                    </a:cubicBezTo>
                    <a:cubicBezTo>
                      <a:pt x="14313" y="141"/>
                      <a:pt x="15720" y="179"/>
                      <a:pt x="16909" y="392"/>
                    </a:cubicBezTo>
                    <a:cubicBezTo>
                      <a:pt x="17510" y="499"/>
                      <a:pt x="18043" y="639"/>
                      <a:pt x="18469" y="835"/>
                    </a:cubicBezTo>
                    <a:cubicBezTo>
                      <a:pt x="18665" y="925"/>
                      <a:pt x="18844" y="1032"/>
                      <a:pt x="18968" y="1155"/>
                    </a:cubicBezTo>
                    <a:cubicBezTo>
                      <a:pt x="19109" y="1279"/>
                      <a:pt x="19198" y="1419"/>
                      <a:pt x="19236" y="1564"/>
                    </a:cubicBezTo>
                    <a:lnTo>
                      <a:pt x="19239" y="1564"/>
                    </a:lnTo>
                    <a:lnTo>
                      <a:pt x="19239" y="1564"/>
                    </a:lnTo>
                    <a:cubicBezTo>
                      <a:pt x="19255" y="1701"/>
                      <a:pt x="19271" y="1835"/>
                      <a:pt x="19271" y="1969"/>
                    </a:cubicBezTo>
                    <a:cubicBezTo>
                      <a:pt x="19271" y="2950"/>
                      <a:pt x="18772" y="3870"/>
                      <a:pt x="17958" y="4689"/>
                    </a:cubicBezTo>
                    <a:cubicBezTo>
                      <a:pt x="16730" y="5895"/>
                      <a:pt x="14740" y="6909"/>
                      <a:pt x="12540" y="7600"/>
                    </a:cubicBezTo>
                    <a:cubicBezTo>
                      <a:pt x="10337" y="8295"/>
                      <a:pt x="7886" y="8665"/>
                      <a:pt x="5772" y="8665"/>
                    </a:cubicBezTo>
                    <a:cubicBezTo>
                      <a:pt x="4246" y="8665"/>
                      <a:pt x="2860" y="8469"/>
                      <a:pt x="1867" y="8043"/>
                    </a:cubicBezTo>
                    <a:cubicBezTo>
                      <a:pt x="1369" y="7830"/>
                      <a:pt x="959" y="7566"/>
                      <a:pt x="657" y="7246"/>
                    </a:cubicBezTo>
                    <a:cubicBezTo>
                      <a:pt x="375" y="6909"/>
                      <a:pt x="196" y="6534"/>
                      <a:pt x="162" y="6091"/>
                    </a:cubicBezTo>
                    <a:cubicBezTo>
                      <a:pt x="141" y="6040"/>
                      <a:pt x="141" y="5984"/>
                      <a:pt x="141" y="5950"/>
                    </a:cubicBezTo>
                    <a:cubicBezTo>
                      <a:pt x="141" y="5737"/>
                      <a:pt x="213" y="5507"/>
                      <a:pt x="354" y="5273"/>
                    </a:cubicBezTo>
                    <a:cubicBezTo>
                      <a:pt x="589" y="4868"/>
                      <a:pt x="1032" y="4420"/>
                      <a:pt x="1548" y="3994"/>
                    </a:cubicBezTo>
                    <a:cubicBezTo>
                      <a:pt x="2311" y="3355"/>
                      <a:pt x="3287" y="2736"/>
                      <a:pt x="4084" y="2272"/>
                    </a:cubicBezTo>
                    <a:cubicBezTo>
                      <a:pt x="4885" y="1794"/>
                      <a:pt x="5507" y="1475"/>
                      <a:pt x="5631" y="1419"/>
                    </a:cubicBezTo>
                    <a:lnTo>
                      <a:pt x="5576" y="1296"/>
                    </a:lnTo>
                    <a:cubicBezTo>
                      <a:pt x="5384" y="1385"/>
                      <a:pt x="3998" y="2076"/>
                      <a:pt x="2664" y="2984"/>
                    </a:cubicBezTo>
                    <a:cubicBezTo>
                      <a:pt x="1991" y="3444"/>
                      <a:pt x="1334" y="3943"/>
                      <a:pt x="836" y="4441"/>
                    </a:cubicBezTo>
                    <a:cubicBezTo>
                      <a:pt x="589" y="4706"/>
                      <a:pt x="375" y="4953"/>
                      <a:pt x="230" y="5204"/>
                    </a:cubicBezTo>
                    <a:cubicBezTo>
                      <a:pt x="90" y="5452"/>
                      <a:pt x="0" y="5699"/>
                      <a:pt x="0" y="5950"/>
                    </a:cubicBezTo>
                    <a:cubicBezTo>
                      <a:pt x="0" y="6001"/>
                      <a:pt x="0" y="6057"/>
                      <a:pt x="17" y="6108"/>
                    </a:cubicBezTo>
                    <a:cubicBezTo>
                      <a:pt x="56" y="6573"/>
                      <a:pt x="248" y="6999"/>
                      <a:pt x="550" y="7336"/>
                    </a:cubicBezTo>
                    <a:cubicBezTo>
                      <a:pt x="1032" y="7851"/>
                      <a:pt x="1739" y="8222"/>
                      <a:pt x="2647" y="8452"/>
                    </a:cubicBezTo>
                    <a:cubicBezTo>
                      <a:pt x="3534" y="8704"/>
                      <a:pt x="4616" y="8810"/>
                      <a:pt x="5772" y="8810"/>
                    </a:cubicBezTo>
                    <a:cubicBezTo>
                      <a:pt x="8632" y="8810"/>
                      <a:pt x="12024" y="8133"/>
                      <a:pt x="14706" y="6943"/>
                    </a:cubicBezTo>
                    <a:cubicBezTo>
                      <a:pt x="16057" y="6338"/>
                      <a:pt x="17229" y="5614"/>
                      <a:pt x="18064" y="4778"/>
                    </a:cubicBezTo>
                    <a:cubicBezTo>
                      <a:pt x="18895" y="3943"/>
                      <a:pt x="19411" y="3001"/>
                      <a:pt x="19411" y="1969"/>
                    </a:cubicBezTo>
                    <a:cubicBezTo>
                      <a:pt x="19411" y="1829"/>
                      <a:pt x="19394" y="1671"/>
                      <a:pt x="19377" y="1526"/>
                    </a:cubicBezTo>
                    <a:cubicBezTo>
                      <a:pt x="19322" y="1351"/>
                      <a:pt x="19215" y="1189"/>
                      <a:pt x="19074" y="1049"/>
                    </a:cubicBezTo>
                    <a:cubicBezTo>
                      <a:pt x="18810" y="818"/>
                      <a:pt x="18435" y="639"/>
                      <a:pt x="17992" y="499"/>
                    </a:cubicBezTo>
                    <a:cubicBezTo>
                      <a:pt x="17318" y="286"/>
                      <a:pt x="16483" y="158"/>
                      <a:pt x="15648" y="90"/>
                    </a:cubicBezTo>
                    <a:cubicBezTo>
                      <a:pt x="14812" y="17"/>
                      <a:pt x="13977" y="0"/>
                      <a:pt x="133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9"/>
              <p:cNvSpPr/>
              <p:nvPr/>
            </p:nvSpPr>
            <p:spPr>
              <a:xfrm>
                <a:off x="-4257292" y="4745410"/>
                <a:ext cx="697343" cy="396853"/>
              </a:xfrm>
              <a:custGeom>
                <a:rect b="b" l="l" r="r" t="t"/>
                <a:pathLst>
                  <a:path extrusionOk="0" h="7207" w="12664">
                    <a:moveTo>
                      <a:pt x="6980" y="1"/>
                    </a:moveTo>
                    <a:cubicBezTo>
                      <a:pt x="6468" y="1"/>
                      <a:pt x="5944" y="56"/>
                      <a:pt x="5418" y="178"/>
                    </a:cubicBezTo>
                    <a:cubicBezTo>
                      <a:pt x="2114" y="958"/>
                      <a:pt x="0" y="4065"/>
                      <a:pt x="354" y="5557"/>
                    </a:cubicBezTo>
                    <a:cubicBezTo>
                      <a:pt x="594" y="6605"/>
                      <a:pt x="2126" y="7207"/>
                      <a:pt x="4161" y="7207"/>
                    </a:cubicBezTo>
                    <a:cubicBezTo>
                      <a:pt x="5024" y="7207"/>
                      <a:pt x="5977" y="7098"/>
                      <a:pt x="6961" y="6870"/>
                    </a:cubicBezTo>
                    <a:cubicBezTo>
                      <a:pt x="10264" y="6107"/>
                      <a:pt x="12664" y="4278"/>
                      <a:pt x="12327" y="2787"/>
                    </a:cubicBezTo>
                    <a:cubicBezTo>
                      <a:pt x="12026" y="1532"/>
                      <a:pt x="9682" y="1"/>
                      <a:pt x="69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9"/>
              <p:cNvSpPr/>
              <p:nvPr/>
            </p:nvSpPr>
            <p:spPr>
              <a:xfrm>
                <a:off x="-4243691" y="4742271"/>
                <a:ext cx="670141" cy="404012"/>
              </a:xfrm>
              <a:custGeom>
                <a:rect b="b" l="l" r="r" t="t"/>
                <a:pathLst>
                  <a:path extrusionOk="0" h="7337" w="12170">
                    <a:moveTo>
                      <a:pt x="6735" y="146"/>
                    </a:moveTo>
                    <a:cubicBezTo>
                      <a:pt x="8065" y="146"/>
                      <a:pt x="9327" y="516"/>
                      <a:pt x="10269" y="1049"/>
                    </a:cubicBezTo>
                    <a:cubicBezTo>
                      <a:pt x="10746" y="1318"/>
                      <a:pt x="11155" y="1620"/>
                      <a:pt x="11441" y="1940"/>
                    </a:cubicBezTo>
                    <a:cubicBezTo>
                      <a:pt x="11743" y="2238"/>
                      <a:pt x="11935" y="2558"/>
                      <a:pt x="12008" y="2861"/>
                    </a:cubicBezTo>
                    <a:cubicBezTo>
                      <a:pt x="12025" y="2950"/>
                      <a:pt x="12025" y="3040"/>
                      <a:pt x="12025" y="3129"/>
                    </a:cubicBezTo>
                    <a:cubicBezTo>
                      <a:pt x="12042" y="3466"/>
                      <a:pt x="11901" y="3820"/>
                      <a:pt x="11637" y="4195"/>
                    </a:cubicBezTo>
                    <a:cubicBezTo>
                      <a:pt x="11262" y="4728"/>
                      <a:pt x="10588" y="5260"/>
                      <a:pt x="9753" y="5721"/>
                    </a:cubicBezTo>
                    <a:cubicBezTo>
                      <a:pt x="8900" y="6181"/>
                      <a:pt x="7852" y="6590"/>
                      <a:pt x="6697" y="6859"/>
                    </a:cubicBezTo>
                    <a:cubicBezTo>
                      <a:pt x="5721" y="7089"/>
                      <a:pt x="4762" y="7196"/>
                      <a:pt x="3909" y="7196"/>
                    </a:cubicBezTo>
                    <a:cubicBezTo>
                      <a:pt x="2899" y="7196"/>
                      <a:pt x="2025" y="7034"/>
                      <a:pt x="1369" y="6769"/>
                    </a:cubicBezTo>
                    <a:cubicBezTo>
                      <a:pt x="1032" y="6629"/>
                      <a:pt x="768" y="6450"/>
                      <a:pt x="572" y="6254"/>
                    </a:cubicBezTo>
                    <a:cubicBezTo>
                      <a:pt x="359" y="6057"/>
                      <a:pt x="235" y="5844"/>
                      <a:pt x="180" y="5597"/>
                    </a:cubicBezTo>
                    <a:cubicBezTo>
                      <a:pt x="145" y="5508"/>
                      <a:pt x="145" y="5384"/>
                      <a:pt x="145" y="5277"/>
                    </a:cubicBezTo>
                    <a:cubicBezTo>
                      <a:pt x="145" y="4885"/>
                      <a:pt x="269" y="4442"/>
                      <a:pt x="499" y="3943"/>
                    </a:cubicBezTo>
                    <a:cubicBezTo>
                      <a:pt x="853" y="3236"/>
                      <a:pt x="1458" y="2452"/>
                      <a:pt x="2260" y="1778"/>
                    </a:cubicBezTo>
                    <a:cubicBezTo>
                      <a:pt x="3057" y="1122"/>
                      <a:pt x="4050" y="572"/>
                      <a:pt x="5188" y="303"/>
                    </a:cubicBezTo>
                    <a:cubicBezTo>
                      <a:pt x="5704" y="197"/>
                      <a:pt x="6219" y="146"/>
                      <a:pt x="6735" y="146"/>
                    </a:cubicBezTo>
                    <a:close/>
                    <a:moveTo>
                      <a:pt x="6735" y="1"/>
                    </a:moveTo>
                    <a:cubicBezTo>
                      <a:pt x="6219" y="1"/>
                      <a:pt x="5687" y="56"/>
                      <a:pt x="5154" y="180"/>
                    </a:cubicBezTo>
                    <a:cubicBezTo>
                      <a:pt x="3606" y="533"/>
                      <a:pt x="2311" y="1407"/>
                      <a:pt x="1424" y="2383"/>
                    </a:cubicBezTo>
                    <a:cubicBezTo>
                      <a:pt x="960" y="2878"/>
                      <a:pt x="606" y="3393"/>
                      <a:pt x="376" y="3892"/>
                    </a:cubicBezTo>
                    <a:cubicBezTo>
                      <a:pt x="128" y="4391"/>
                      <a:pt x="1" y="4868"/>
                      <a:pt x="1" y="5277"/>
                    </a:cubicBezTo>
                    <a:cubicBezTo>
                      <a:pt x="1" y="5401"/>
                      <a:pt x="22" y="5525"/>
                      <a:pt x="39" y="5631"/>
                    </a:cubicBezTo>
                    <a:cubicBezTo>
                      <a:pt x="107" y="5917"/>
                      <a:pt x="252" y="6147"/>
                      <a:pt x="465" y="6360"/>
                    </a:cubicBezTo>
                    <a:cubicBezTo>
                      <a:pt x="802" y="6680"/>
                      <a:pt x="1262" y="6910"/>
                      <a:pt x="1867" y="7089"/>
                    </a:cubicBezTo>
                    <a:cubicBezTo>
                      <a:pt x="2451" y="7247"/>
                      <a:pt x="3146" y="7336"/>
                      <a:pt x="3909" y="7336"/>
                    </a:cubicBezTo>
                    <a:cubicBezTo>
                      <a:pt x="4779" y="7336"/>
                      <a:pt x="5738" y="7213"/>
                      <a:pt x="6735" y="6999"/>
                    </a:cubicBezTo>
                    <a:cubicBezTo>
                      <a:pt x="8278" y="6629"/>
                      <a:pt x="9646" y="6040"/>
                      <a:pt x="10605" y="5350"/>
                    </a:cubicBezTo>
                    <a:cubicBezTo>
                      <a:pt x="11104" y="5009"/>
                      <a:pt x="11492" y="4638"/>
                      <a:pt x="11760" y="4263"/>
                    </a:cubicBezTo>
                    <a:cubicBezTo>
                      <a:pt x="12025" y="3892"/>
                      <a:pt x="12170" y="3517"/>
                      <a:pt x="12170" y="3129"/>
                    </a:cubicBezTo>
                    <a:cubicBezTo>
                      <a:pt x="12170" y="3040"/>
                      <a:pt x="12170" y="2933"/>
                      <a:pt x="12148" y="2827"/>
                    </a:cubicBezTo>
                    <a:cubicBezTo>
                      <a:pt x="12063" y="2507"/>
                      <a:pt x="11850" y="2153"/>
                      <a:pt x="11547" y="1833"/>
                    </a:cubicBezTo>
                    <a:cubicBezTo>
                      <a:pt x="11083" y="1352"/>
                      <a:pt x="10392" y="891"/>
                      <a:pt x="9557" y="555"/>
                    </a:cubicBezTo>
                    <a:cubicBezTo>
                      <a:pt x="8721" y="214"/>
                      <a:pt x="7745" y="1"/>
                      <a:pt x="6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9"/>
              <p:cNvSpPr/>
              <p:nvPr/>
            </p:nvSpPr>
            <p:spPr>
              <a:xfrm>
                <a:off x="-4332620" y="5151126"/>
                <a:ext cx="67620" cy="67675"/>
              </a:xfrm>
              <a:custGeom>
                <a:rect b="b" l="l" r="r" t="t"/>
                <a:pathLst>
                  <a:path extrusionOk="0" h="1229" w="1228">
                    <a:moveTo>
                      <a:pt x="622" y="1"/>
                    </a:moveTo>
                    <a:cubicBezTo>
                      <a:pt x="286" y="1"/>
                      <a:pt x="0" y="286"/>
                      <a:pt x="0" y="623"/>
                    </a:cubicBezTo>
                    <a:cubicBezTo>
                      <a:pt x="0" y="960"/>
                      <a:pt x="286" y="1228"/>
                      <a:pt x="622" y="1228"/>
                    </a:cubicBezTo>
                    <a:cubicBezTo>
                      <a:pt x="959" y="1228"/>
                      <a:pt x="1228" y="960"/>
                      <a:pt x="1228" y="623"/>
                    </a:cubicBezTo>
                    <a:cubicBezTo>
                      <a:pt x="1228" y="286"/>
                      <a:pt x="959" y="1"/>
                      <a:pt x="6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9"/>
              <p:cNvSpPr/>
              <p:nvPr/>
            </p:nvSpPr>
            <p:spPr>
              <a:xfrm>
                <a:off x="-4336419" y="5147161"/>
                <a:ext cx="75164" cy="75384"/>
              </a:xfrm>
              <a:custGeom>
                <a:rect b="b" l="l" r="r" t="t"/>
                <a:pathLst>
                  <a:path extrusionOk="0" h="1369" w="1365">
                    <a:moveTo>
                      <a:pt x="691" y="145"/>
                    </a:moveTo>
                    <a:cubicBezTo>
                      <a:pt x="832" y="145"/>
                      <a:pt x="977" y="213"/>
                      <a:pt x="1066" y="303"/>
                    </a:cubicBezTo>
                    <a:cubicBezTo>
                      <a:pt x="1173" y="409"/>
                      <a:pt x="1224" y="533"/>
                      <a:pt x="1224" y="695"/>
                    </a:cubicBezTo>
                    <a:cubicBezTo>
                      <a:pt x="1224" y="836"/>
                      <a:pt x="1173" y="981"/>
                      <a:pt x="1066" y="1066"/>
                    </a:cubicBezTo>
                    <a:cubicBezTo>
                      <a:pt x="977" y="1172"/>
                      <a:pt x="832" y="1228"/>
                      <a:pt x="691" y="1228"/>
                    </a:cubicBezTo>
                    <a:cubicBezTo>
                      <a:pt x="534" y="1228"/>
                      <a:pt x="406" y="1172"/>
                      <a:pt x="299" y="1066"/>
                    </a:cubicBezTo>
                    <a:cubicBezTo>
                      <a:pt x="214" y="981"/>
                      <a:pt x="142" y="836"/>
                      <a:pt x="142" y="695"/>
                    </a:cubicBezTo>
                    <a:cubicBezTo>
                      <a:pt x="142" y="533"/>
                      <a:pt x="214" y="409"/>
                      <a:pt x="299" y="303"/>
                    </a:cubicBezTo>
                    <a:cubicBezTo>
                      <a:pt x="406" y="213"/>
                      <a:pt x="534" y="145"/>
                      <a:pt x="691" y="145"/>
                    </a:cubicBezTo>
                    <a:close/>
                    <a:moveTo>
                      <a:pt x="691" y="0"/>
                    </a:moveTo>
                    <a:cubicBezTo>
                      <a:pt x="299" y="0"/>
                      <a:pt x="1" y="303"/>
                      <a:pt x="1" y="695"/>
                    </a:cubicBezTo>
                    <a:cubicBezTo>
                      <a:pt x="1" y="1066"/>
                      <a:pt x="299" y="1368"/>
                      <a:pt x="691" y="1368"/>
                    </a:cubicBezTo>
                    <a:cubicBezTo>
                      <a:pt x="1066" y="1368"/>
                      <a:pt x="1365" y="1066"/>
                      <a:pt x="1365" y="695"/>
                    </a:cubicBezTo>
                    <a:cubicBezTo>
                      <a:pt x="1365" y="303"/>
                      <a:pt x="1066"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9"/>
              <p:cNvSpPr/>
              <p:nvPr/>
            </p:nvSpPr>
            <p:spPr>
              <a:xfrm>
                <a:off x="-4244627" y="5247874"/>
                <a:ext cx="74448" cy="67510"/>
              </a:xfrm>
              <a:custGeom>
                <a:rect b="b" l="l" r="r" t="t"/>
                <a:pathLst>
                  <a:path extrusionOk="0" h="1226" w="1352">
                    <a:moveTo>
                      <a:pt x="688" y="1"/>
                    </a:moveTo>
                    <a:cubicBezTo>
                      <a:pt x="637" y="1"/>
                      <a:pt x="585" y="7"/>
                      <a:pt x="533" y="21"/>
                    </a:cubicBezTo>
                    <a:cubicBezTo>
                      <a:pt x="197" y="89"/>
                      <a:pt x="0" y="430"/>
                      <a:pt x="73" y="750"/>
                    </a:cubicBezTo>
                    <a:cubicBezTo>
                      <a:pt x="135" y="1040"/>
                      <a:pt x="393" y="1225"/>
                      <a:pt x="679" y="1225"/>
                    </a:cubicBezTo>
                    <a:cubicBezTo>
                      <a:pt x="725" y="1225"/>
                      <a:pt x="772" y="1220"/>
                      <a:pt x="819" y="1210"/>
                    </a:cubicBezTo>
                    <a:cubicBezTo>
                      <a:pt x="1139" y="1138"/>
                      <a:pt x="1352" y="801"/>
                      <a:pt x="1262" y="481"/>
                    </a:cubicBezTo>
                    <a:cubicBezTo>
                      <a:pt x="1201" y="197"/>
                      <a:pt x="963" y="1"/>
                      <a:pt x="6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9"/>
              <p:cNvSpPr/>
              <p:nvPr/>
            </p:nvSpPr>
            <p:spPr>
              <a:xfrm>
                <a:off x="-4245563" y="5244075"/>
                <a:ext cx="75384" cy="75384"/>
              </a:xfrm>
              <a:custGeom>
                <a:rect b="b" l="l" r="r" t="t"/>
                <a:pathLst>
                  <a:path extrusionOk="0" h="1369" w="1369">
                    <a:moveTo>
                      <a:pt x="695" y="141"/>
                    </a:moveTo>
                    <a:cubicBezTo>
                      <a:pt x="942" y="141"/>
                      <a:pt x="1156" y="303"/>
                      <a:pt x="1228" y="567"/>
                    </a:cubicBezTo>
                    <a:lnTo>
                      <a:pt x="1228" y="691"/>
                    </a:lnTo>
                    <a:cubicBezTo>
                      <a:pt x="1228" y="926"/>
                      <a:pt x="1066" y="1156"/>
                      <a:pt x="819" y="1207"/>
                    </a:cubicBezTo>
                    <a:cubicBezTo>
                      <a:pt x="763" y="1224"/>
                      <a:pt x="729" y="1224"/>
                      <a:pt x="695" y="1224"/>
                    </a:cubicBezTo>
                    <a:cubicBezTo>
                      <a:pt x="444" y="1224"/>
                      <a:pt x="214" y="1066"/>
                      <a:pt x="162" y="798"/>
                    </a:cubicBezTo>
                    <a:cubicBezTo>
                      <a:pt x="141" y="764"/>
                      <a:pt x="141" y="729"/>
                      <a:pt x="141" y="674"/>
                    </a:cubicBezTo>
                    <a:cubicBezTo>
                      <a:pt x="141" y="444"/>
                      <a:pt x="320" y="214"/>
                      <a:pt x="567" y="158"/>
                    </a:cubicBezTo>
                    <a:cubicBezTo>
                      <a:pt x="606" y="141"/>
                      <a:pt x="657" y="141"/>
                      <a:pt x="695" y="141"/>
                    </a:cubicBezTo>
                    <a:close/>
                    <a:moveTo>
                      <a:pt x="695" y="1"/>
                    </a:moveTo>
                    <a:cubicBezTo>
                      <a:pt x="640" y="1"/>
                      <a:pt x="589" y="1"/>
                      <a:pt x="533" y="18"/>
                    </a:cubicBezTo>
                    <a:cubicBezTo>
                      <a:pt x="214" y="90"/>
                      <a:pt x="0" y="371"/>
                      <a:pt x="0" y="674"/>
                    </a:cubicBezTo>
                    <a:cubicBezTo>
                      <a:pt x="0" y="729"/>
                      <a:pt x="0" y="781"/>
                      <a:pt x="17" y="836"/>
                    </a:cubicBezTo>
                    <a:cubicBezTo>
                      <a:pt x="90" y="1156"/>
                      <a:pt x="376" y="1369"/>
                      <a:pt x="695" y="1369"/>
                    </a:cubicBezTo>
                    <a:cubicBezTo>
                      <a:pt x="746" y="1369"/>
                      <a:pt x="802" y="1369"/>
                      <a:pt x="836" y="1352"/>
                    </a:cubicBezTo>
                    <a:cubicBezTo>
                      <a:pt x="1156" y="1279"/>
                      <a:pt x="1369" y="994"/>
                      <a:pt x="1369" y="691"/>
                    </a:cubicBezTo>
                    <a:cubicBezTo>
                      <a:pt x="1369" y="640"/>
                      <a:pt x="1369" y="585"/>
                      <a:pt x="1352" y="533"/>
                    </a:cubicBezTo>
                    <a:cubicBezTo>
                      <a:pt x="1279" y="214"/>
                      <a:pt x="994" y="1"/>
                      <a:pt x="6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9"/>
              <p:cNvSpPr/>
              <p:nvPr/>
            </p:nvSpPr>
            <p:spPr>
              <a:xfrm>
                <a:off x="-4102891" y="5260925"/>
                <a:ext cx="74503" cy="68060"/>
              </a:xfrm>
              <a:custGeom>
                <a:rect b="b" l="l" r="r" t="t"/>
                <a:pathLst>
                  <a:path extrusionOk="0" h="1236" w="1353">
                    <a:moveTo>
                      <a:pt x="668" y="0"/>
                    </a:moveTo>
                    <a:cubicBezTo>
                      <a:pt x="624" y="0"/>
                      <a:pt x="579" y="5"/>
                      <a:pt x="534" y="14"/>
                    </a:cubicBezTo>
                    <a:cubicBezTo>
                      <a:pt x="214" y="104"/>
                      <a:pt x="1" y="423"/>
                      <a:pt x="73" y="760"/>
                    </a:cubicBezTo>
                    <a:cubicBezTo>
                      <a:pt x="150" y="1050"/>
                      <a:pt x="398" y="1236"/>
                      <a:pt x="680" y="1236"/>
                    </a:cubicBezTo>
                    <a:cubicBezTo>
                      <a:pt x="726" y="1236"/>
                      <a:pt x="772" y="1231"/>
                      <a:pt x="819" y="1221"/>
                    </a:cubicBezTo>
                    <a:cubicBezTo>
                      <a:pt x="1139" y="1152"/>
                      <a:pt x="1352" y="811"/>
                      <a:pt x="1280" y="475"/>
                    </a:cubicBezTo>
                    <a:cubicBezTo>
                      <a:pt x="1206" y="197"/>
                      <a:pt x="955" y="0"/>
                      <a:pt x="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9"/>
              <p:cNvSpPr/>
              <p:nvPr/>
            </p:nvSpPr>
            <p:spPr>
              <a:xfrm>
                <a:off x="-4103827" y="5257676"/>
                <a:ext cx="76375" cy="75439"/>
              </a:xfrm>
              <a:custGeom>
                <a:rect b="b" l="l" r="r" t="t"/>
                <a:pathLst>
                  <a:path extrusionOk="0" h="1370" w="1387">
                    <a:moveTo>
                      <a:pt x="696" y="146"/>
                    </a:moveTo>
                    <a:cubicBezTo>
                      <a:pt x="943" y="146"/>
                      <a:pt x="1156" y="303"/>
                      <a:pt x="1228" y="551"/>
                    </a:cubicBezTo>
                    <a:cubicBezTo>
                      <a:pt x="1228" y="606"/>
                      <a:pt x="1246" y="640"/>
                      <a:pt x="1246" y="679"/>
                    </a:cubicBezTo>
                    <a:cubicBezTo>
                      <a:pt x="1246" y="926"/>
                      <a:pt x="1066" y="1156"/>
                      <a:pt x="819" y="1211"/>
                    </a:cubicBezTo>
                    <a:cubicBezTo>
                      <a:pt x="764" y="1228"/>
                      <a:pt x="730" y="1228"/>
                      <a:pt x="696" y="1228"/>
                    </a:cubicBezTo>
                    <a:cubicBezTo>
                      <a:pt x="444" y="1228"/>
                      <a:pt x="214" y="1049"/>
                      <a:pt x="163" y="802"/>
                    </a:cubicBezTo>
                    <a:cubicBezTo>
                      <a:pt x="163" y="764"/>
                      <a:pt x="146" y="713"/>
                      <a:pt x="146" y="679"/>
                    </a:cubicBezTo>
                    <a:cubicBezTo>
                      <a:pt x="146" y="427"/>
                      <a:pt x="321" y="214"/>
                      <a:pt x="572" y="146"/>
                    </a:cubicBezTo>
                    <a:close/>
                    <a:moveTo>
                      <a:pt x="696" y="1"/>
                    </a:moveTo>
                    <a:cubicBezTo>
                      <a:pt x="640" y="1"/>
                      <a:pt x="589" y="1"/>
                      <a:pt x="534" y="18"/>
                    </a:cubicBezTo>
                    <a:cubicBezTo>
                      <a:pt x="214" y="90"/>
                      <a:pt x="1" y="376"/>
                      <a:pt x="1" y="679"/>
                    </a:cubicBezTo>
                    <a:cubicBezTo>
                      <a:pt x="1" y="730"/>
                      <a:pt x="18" y="785"/>
                      <a:pt x="18" y="836"/>
                    </a:cubicBezTo>
                    <a:cubicBezTo>
                      <a:pt x="90" y="1156"/>
                      <a:pt x="376" y="1369"/>
                      <a:pt x="696" y="1369"/>
                    </a:cubicBezTo>
                    <a:cubicBezTo>
                      <a:pt x="747" y="1369"/>
                      <a:pt x="802" y="1352"/>
                      <a:pt x="853" y="1352"/>
                    </a:cubicBezTo>
                    <a:cubicBezTo>
                      <a:pt x="1156" y="1280"/>
                      <a:pt x="1386" y="998"/>
                      <a:pt x="1386" y="679"/>
                    </a:cubicBezTo>
                    <a:cubicBezTo>
                      <a:pt x="1386" y="623"/>
                      <a:pt x="1369" y="572"/>
                      <a:pt x="1369" y="517"/>
                    </a:cubicBezTo>
                    <a:cubicBezTo>
                      <a:pt x="1280" y="214"/>
                      <a:pt x="1015" y="1"/>
                      <a:pt x="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9"/>
              <p:cNvSpPr/>
              <p:nvPr/>
            </p:nvSpPr>
            <p:spPr>
              <a:xfrm>
                <a:off x="-3976572" y="5255033"/>
                <a:ext cx="74448" cy="68060"/>
              </a:xfrm>
              <a:custGeom>
                <a:rect b="b" l="l" r="r" t="t"/>
                <a:pathLst>
                  <a:path extrusionOk="0" h="1236" w="1352">
                    <a:moveTo>
                      <a:pt x="660" y="1"/>
                    </a:moveTo>
                    <a:cubicBezTo>
                      <a:pt x="618" y="1"/>
                      <a:pt x="575" y="5"/>
                      <a:pt x="533" y="15"/>
                    </a:cubicBezTo>
                    <a:cubicBezTo>
                      <a:pt x="196" y="104"/>
                      <a:pt x="0" y="424"/>
                      <a:pt x="73" y="761"/>
                    </a:cubicBezTo>
                    <a:cubicBezTo>
                      <a:pt x="132" y="1038"/>
                      <a:pt x="393" y="1235"/>
                      <a:pt x="670" y="1235"/>
                    </a:cubicBezTo>
                    <a:cubicBezTo>
                      <a:pt x="712" y="1235"/>
                      <a:pt x="755" y="1231"/>
                      <a:pt x="797" y="1221"/>
                    </a:cubicBezTo>
                    <a:cubicBezTo>
                      <a:pt x="1138" y="1131"/>
                      <a:pt x="1351" y="812"/>
                      <a:pt x="1262" y="475"/>
                    </a:cubicBezTo>
                    <a:cubicBezTo>
                      <a:pt x="1199" y="198"/>
                      <a:pt x="937" y="1"/>
                      <a:pt x="6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9"/>
              <p:cNvSpPr/>
              <p:nvPr/>
            </p:nvSpPr>
            <p:spPr>
              <a:xfrm>
                <a:off x="-3977508" y="5250903"/>
                <a:ext cx="75384" cy="76320"/>
              </a:xfrm>
              <a:custGeom>
                <a:rect b="b" l="l" r="r" t="t"/>
                <a:pathLst>
                  <a:path extrusionOk="0" h="1386" w="1369">
                    <a:moveTo>
                      <a:pt x="691" y="141"/>
                    </a:moveTo>
                    <a:cubicBezTo>
                      <a:pt x="942" y="141"/>
                      <a:pt x="1155" y="320"/>
                      <a:pt x="1206" y="567"/>
                    </a:cubicBezTo>
                    <a:cubicBezTo>
                      <a:pt x="1223" y="605"/>
                      <a:pt x="1223" y="657"/>
                      <a:pt x="1223" y="695"/>
                    </a:cubicBezTo>
                    <a:cubicBezTo>
                      <a:pt x="1223" y="942"/>
                      <a:pt x="1066" y="1172"/>
                      <a:pt x="814" y="1228"/>
                    </a:cubicBezTo>
                    <a:cubicBezTo>
                      <a:pt x="763" y="1228"/>
                      <a:pt x="729" y="1245"/>
                      <a:pt x="691" y="1245"/>
                    </a:cubicBezTo>
                    <a:cubicBezTo>
                      <a:pt x="443" y="1245"/>
                      <a:pt x="213" y="1066"/>
                      <a:pt x="158" y="819"/>
                    </a:cubicBezTo>
                    <a:cubicBezTo>
                      <a:pt x="141" y="780"/>
                      <a:pt x="141" y="729"/>
                      <a:pt x="141" y="695"/>
                    </a:cubicBezTo>
                    <a:cubicBezTo>
                      <a:pt x="141" y="443"/>
                      <a:pt x="320" y="213"/>
                      <a:pt x="567" y="162"/>
                    </a:cubicBezTo>
                    <a:cubicBezTo>
                      <a:pt x="601" y="162"/>
                      <a:pt x="639" y="141"/>
                      <a:pt x="691" y="141"/>
                    </a:cubicBezTo>
                    <a:close/>
                    <a:moveTo>
                      <a:pt x="691" y="0"/>
                    </a:moveTo>
                    <a:cubicBezTo>
                      <a:pt x="639" y="0"/>
                      <a:pt x="584" y="17"/>
                      <a:pt x="533" y="17"/>
                    </a:cubicBezTo>
                    <a:cubicBezTo>
                      <a:pt x="213" y="107"/>
                      <a:pt x="0" y="375"/>
                      <a:pt x="0" y="695"/>
                    </a:cubicBezTo>
                    <a:cubicBezTo>
                      <a:pt x="0" y="746"/>
                      <a:pt x="0" y="802"/>
                      <a:pt x="17" y="853"/>
                    </a:cubicBezTo>
                    <a:cubicBezTo>
                      <a:pt x="90" y="1172"/>
                      <a:pt x="371" y="1385"/>
                      <a:pt x="691" y="1385"/>
                    </a:cubicBezTo>
                    <a:cubicBezTo>
                      <a:pt x="729" y="1385"/>
                      <a:pt x="780" y="1368"/>
                      <a:pt x="835" y="1368"/>
                    </a:cubicBezTo>
                    <a:cubicBezTo>
                      <a:pt x="1155" y="1279"/>
                      <a:pt x="1368" y="1015"/>
                      <a:pt x="1368" y="695"/>
                    </a:cubicBezTo>
                    <a:cubicBezTo>
                      <a:pt x="1368" y="640"/>
                      <a:pt x="1368" y="588"/>
                      <a:pt x="1347" y="533"/>
                    </a:cubicBezTo>
                    <a:cubicBezTo>
                      <a:pt x="1279" y="213"/>
                      <a:pt x="993"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9"/>
              <p:cNvSpPr/>
              <p:nvPr/>
            </p:nvSpPr>
            <p:spPr>
              <a:xfrm>
                <a:off x="-3825916" y="5231575"/>
                <a:ext cx="74228" cy="68060"/>
              </a:xfrm>
              <a:custGeom>
                <a:rect b="b" l="l" r="r" t="t"/>
                <a:pathLst>
                  <a:path extrusionOk="0" h="1236" w="1348">
                    <a:moveTo>
                      <a:pt x="666" y="0"/>
                    </a:moveTo>
                    <a:cubicBezTo>
                      <a:pt x="622" y="0"/>
                      <a:pt x="578" y="5"/>
                      <a:pt x="533" y="14"/>
                    </a:cubicBezTo>
                    <a:cubicBezTo>
                      <a:pt x="192" y="104"/>
                      <a:pt x="1" y="424"/>
                      <a:pt x="69" y="760"/>
                    </a:cubicBezTo>
                    <a:cubicBezTo>
                      <a:pt x="131" y="1050"/>
                      <a:pt x="389" y="1236"/>
                      <a:pt x="674" y="1236"/>
                    </a:cubicBezTo>
                    <a:cubicBezTo>
                      <a:pt x="721" y="1236"/>
                      <a:pt x="768" y="1231"/>
                      <a:pt x="815" y="1221"/>
                    </a:cubicBezTo>
                    <a:cubicBezTo>
                      <a:pt x="1134" y="1153"/>
                      <a:pt x="1347" y="812"/>
                      <a:pt x="1279" y="475"/>
                    </a:cubicBezTo>
                    <a:cubicBezTo>
                      <a:pt x="1202" y="197"/>
                      <a:pt x="951" y="0"/>
                      <a:pt x="6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9"/>
              <p:cNvSpPr/>
              <p:nvPr/>
            </p:nvSpPr>
            <p:spPr>
              <a:xfrm>
                <a:off x="-3827072" y="5228381"/>
                <a:ext cx="75384" cy="75384"/>
              </a:xfrm>
              <a:custGeom>
                <a:rect b="b" l="l" r="r" t="t"/>
                <a:pathLst>
                  <a:path extrusionOk="0" h="1369" w="1369">
                    <a:moveTo>
                      <a:pt x="695" y="145"/>
                    </a:moveTo>
                    <a:cubicBezTo>
                      <a:pt x="942" y="145"/>
                      <a:pt x="1155" y="303"/>
                      <a:pt x="1228" y="550"/>
                    </a:cubicBezTo>
                    <a:lnTo>
                      <a:pt x="1228" y="678"/>
                    </a:lnTo>
                    <a:cubicBezTo>
                      <a:pt x="1228" y="925"/>
                      <a:pt x="1066" y="1155"/>
                      <a:pt x="819" y="1211"/>
                    </a:cubicBezTo>
                    <a:cubicBezTo>
                      <a:pt x="767" y="1211"/>
                      <a:pt x="729" y="1228"/>
                      <a:pt x="695" y="1228"/>
                    </a:cubicBezTo>
                    <a:cubicBezTo>
                      <a:pt x="448" y="1228"/>
                      <a:pt x="213" y="1049"/>
                      <a:pt x="162" y="801"/>
                    </a:cubicBezTo>
                    <a:cubicBezTo>
                      <a:pt x="145" y="763"/>
                      <a:pt x="145" y="712"/>
                      <a:pt x="145" y="678"/>
                    </a:cubicBezTo>
                    <a:cubicBezTo>
                      <a:pt x="145" y="426"/>
                      <a:pt x="320" y="213"/>
                      <a:pt x="571" y="145"/>
                    </a:cubicBezTo>
                    <a:close/>
                    <a:moveTo>
                      <a:pt x="695" y="0"/>
                    </a:moveTo>
                    <a:cubicBezTo>
                      <a:pt x="640" y="0"/>
                      <a:pt x="588" y="0"/>
                      <a:pt x="533" y="17"/>
                    </a:cubicBezTo>
                    <a:cubicBezTo>
                      <a:pt x="213" y="90"/>
                      <a:pt x="0" y="375"/>
                      <a:pt x="0" y="678"/>
                    </a:cubicBezTo>
                    <a:cubicBezTo>
                      <a:pt x="0" y="729"/>
                      <a:pt x="22" y="784"/>
                      <a:pt x="22" y="835"/>
                    </a:cubicBezTo>
                    <a:cubicBezTo>
                      <a:pt x="90" y="1155"/>
                      <a:pt x="375" y="1368"/>
                      <a:pt x="695" y="1368"/>
                    </a:cubicBezTo>
                    <a:cubicBezTo>
                      <a:pt x="746" y="1368"/>
                      <a:pt x="802" y="1351"/>
                      <a:pt x="853" y="1351"/>
                    </a:cubicBezTo>
                    <a:cubicBezTo>
                      <a:pt x="1155" y="1279"/>
                      <a:pt x="1368" y="997"/>
                      <a:pt x="1368" y="678"/>
                    </a:cubicBezTo>
                    <a:cubicBezTo>
                      <a:pt x="1368" y="622"/>
                      <a:pt x="1368" y="571"/>
                      <a:pt x="1351" y="516"/>
                    </a:cubicBezTo>
                    <a:cubicBezTo>
                      <a:pt x="1279" y="213"/>
                      <a:pt x="998" y="0"/>
                      <a:pt x="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9"/>
              <p:cNvSpPr/>
              <p:nvPr/>
            </p:nvSpPr>
            <p:spPr>
              <a:xfrm>
                <a:off x="-3693045" y="5183614"/>
                <a:ext cx="74448" cy="67510"/>
              </a:xfrm>
              <a:custGeom>
                <a:rect b="b" l="l" r="r" t="t"/>
                <a:pathLst>
                  <a:path extrusionOk="0" h="1226" w="1352">
                    <a:moveTo>
                      <a:pt x="673" y="1"/>
                    </a:moveTo>
                    <a:cubicBezTo>
                      <a:pt x="627" y="1"/>
                      <a:pt x="580" y="6"/>
                      <a:pt x="533" y="16"/>
                    </a:cubicBezTo>
                    <a:cubicBezTo>
                      <a:pt x="213" y="84"/>
                      <a:pt x="0" y="425"/>
                      <a:pt x="90" y="762"/>
                    </a:cubicBezTo>
                    <a:cubicBezTo>
                      <a:pt x="151" y="1032"/>
                      <a:pt x="388" y="1226"/>
                      <a:pt x="663" y="1226"/>
                    </a:cubicBezTo>
                    <a:cubicBezTo>
                      <a:pt x="714" y="1226"/>
                      <a:pt x="766" y="1219"/>
                      <a:pt x="818" y="1205"/>
                    </a:cubicBezTo>
                    <a:cubicBezTo>
                      <a:pt x="1155" y="1133"/>
                      <a:pt x="1351" y="813"/>
                      <a:pt x="1279" y="476"/>
                    </a:cubicBezTo>
                    <a:cubicBezTo>
                      <a:pt x="1220" y="187"/>
                      <a:pt x="959" y="1"/>
                      <a:pt x="6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9"/>
              <p:cNvSpPr/>
              <p:nvPr/>
            </p:nvSpPr>
            <p:spPr>
              <a:xfrm>
                <a:off x="-3693045" y="5179539"/>
                <a:ext cx="75384" cy="75384"/>
              </a:xfrm>
              <a:custGeom>
                <a:rect b="b" l="l" r="r" t="t"/>
                <a:pathLst>
                  <a:path extrusionOk="0" h="1369" w="1369">
                    <a:moveTo>
                      <a:pt x="678" y="141"/>
                    </a:moveTo>
                    <a:cubicBezTo>
                      <a:pt x="925" y="141"/>
                      <a:pt x="1155" y="320"/>
                      <a:pt x="1211" y="567"/>
                    </a:cubicBezTo>
                    <a:cubicBezTo>
                      <a:pt x="1228" y="606"/>
                      <a:pt x="1228" y="657"/>
                      <a:pt x="1228" y="691"/>
                    </a:cubicBezTo>
                    <a:cubicBezTo>
                      <a:pt x="1228" y="942"/>
                      <a:pt x="1049" y="1156"/>
                      <a:pt x="801" y="1224"/>
                    </a:cubicBezTo>
                    <a:lnTo>
                      <a:pt x="678" y="1224"/>
                    </a:lnTo>
                    <a:cubicBezTo>
                      <a:pt x="426" y="1224"/>
                      <a:pt x="213" y="1066"/>
                      <a:pt x="145" y="819"/>
                    </a:cubicBezTo>
                    <a:lnTo>
                      <a:pt x="145" y="691"/>
                    </a:lnTo>
                    <a:cubicBezTo>
                      <a:pt x="145" y="444"/>
                      <a:pt x="303" y="214"/>
                      <a:pt x="550" y="158"/>
                    </a:cubicBezTo>
                    <a:cubicBezTo>
                      <a:pt x="605" y="141"/>
                      <a:pt x="639" y="141"/>
                      <a:pt x="678" y="141"/>
                    </a:cubicBezTo>
                    <a:close/>
                    <a:moveTo>
                      <a:pt x="678" y="0"/>
                    </a:moveTo>
                    <a:cubicBezTo>
                      <a:pt x="622" y="0"/>
                      <a:pt x="588" y="17"/>
                      <a:pt x="533" y="17"/>
                    </a:cubicBezTo>
                    <a:cubicBezTo>
                      <a:pt x="213" y="90"/>
                      <a:pt x="0" y="371"/>
                      <a:pt x="0" y="691"/>
                    </a:cubicBezTo>
                    <a:cubicBezTo>
                      <a:pt x="0" y="746"/>
                      <a:pt x="0" y="798"/>
                      <a:pt x="17" y="836"/>
                    </a:cubicBezTo>
                    <a:cubicBezTo>
                      <a:pt x="90" y="1156"/>
                      <a:pt x="375" y="1369"/>
                      <a:pt x="678" y="1369"/>
                    </a:cubicBezTo>
                    <a:cubicBezTo>
                      <a:pt x="729" y="1369"/>
                      <a:pt x="784" y="1369"/>
                      <a:pt x="835" y="1352"/>
                    </a:cubicBezTo>
                    <a:cubicBezTo>
                      <a:pt x="1155" y="1279"/>
                      <a:pt x="1368" y="994"/>
                      <a:pt x="1368" y="691"/>
                    </a:cubicBezTo>
                    <a:cubicBezTo>
                      <a:pt x="1368" y="640"/>
                      <a:pt x="1368" y="584"/>
                      <a:pt x="1351" y="533"/>
                    </a:cubicBezTo>
                    <a:cubicBezTo>
                      <a:pt x="1279" y="214"/>
                      <a:pt x="997" y="0"/>
                      <a:pt x="6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9"/>
              <p:cNvSpPr/>
              <p:nvPr/>
            </p:nvSpPr>
            <p:spPr>
              <a:xfrm>
                <a:off x="-3555053" y="5105312"/>
                <a:ext cx="74228" cy="67565"/>
              </a:xfrm>
              <a:custGeom>
                <a:rect b="b" l="l" r="r" t="t"/>
                <a:pathLst>
                  <a:path extrusionOk="0" h="1227" w="1348">
                    <a:moveTo>
                      <a:pt x="678" y="1"/>
                    </a:moveTo>
                    <a:cubicBezTo>
                      <a:pt x="636" y="1"/>
                      <a:pt x="593" y="5"/>
                      <a:pt x="550" y="14"/>
                    </a:cubicBezTo>
                    <a:cubicBezTo>
                      <a:pt x="213" y="87"/>
                      <a:pt x="0" y="424"/>
                      <a:pt x="90" y="760"/>
                    </a:cubicBezTo>
                    <a:cubicBezTo>
                      <a:pt x="148" y="1032"/>
                      <a:pt x="400" y="1227"/>
                      <a:pt x="670" y="1227"/>
                    </a:cubicBezTo>
                    <a:cubicBezTo>
                      <a:pt x="718" y="1227"/>
                      <a:pt x="766" y="1221"/>
                      <a:pt x="814" y="1208"/>
                    </a:cubicBezTo>
                    <a:cubicBezTo>
                      <a:pt x="1155" y="1135"/>
                      <a:pt x="1347" y="816"/>
                      <a:pt x="1279" y="479"/>
                    </a:cubicBezTo>
                    <a:cubicBezTo>
                      <a:pt x="1216" y="187"/>
                      <a:pt x="955" y="1"/>
                      <a:pt x="6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9"/>
              <p:cNvSpPr/>
              <p:nvPr/>
            </p:nvSpPr>
            <p:spPr>
              <a:xfrm>
                <a:off x="-3555053" y="5101403"/>
                <a:ext cx="75384" cy="75164"/>
              </a:xfrm>
              <a:custGeom>
                <a:rect b="b" l="l" r="r" t="t"/>
                <a:pathLst>
                  <a:path extrusionOk="0" h="1365" w="1369">
                    <a:moveTo>
                      <a:pt x="691" y="141"/>
                    </a:moveTo>
                    <a:cubicBezTo>
                      <a:pt x="921" y="141"/>
                      <a:pt x="1155" y="320"/>
                      <a:pt x="1207" y="567"/>
                    </a:cubicBezTo>
                    <a:cubicBezTo>
                      <a:pt x="1224" y="601"/>
                      <a:pt x="1224" y="639"/>
                      <a:pt x="1224" y="691"/>
                    </a:cubicBezTo>
                    <a:cubicBezTo>
                      <a:pt x="1224" y="938"/>
                      <a:pt x="1066" y="1151"/>
                      <a:pt x="797" y="1223"/>
                    </a:cubicBezTo>
                    <a:lnTo>
                      <a:pt x="674" y="1223"/>
                    </a:lnTo>
                    <a:cubicBezTo>
                      <a:pt x="444" y="1223"/>
                      <a:pt x="213" y="1066"/>
                      <a:pt x="158" y="814"/>
                    </a:cubicBezTo>
                    <a:cubicBezTo>
                      <a:pt x="141" y="763"/>
                      <a:pt x="141" y="725"/>
                      <a:pt x="141" y="691"/>
                    </a:cubicBezTo>
                    <a:cubicBezTo>
                      <a:pt x="141" y="443"/>
                      <a:pt x="303" y="213"/>
                      <a:pt x="567" y="158"/>
                    </a:cubicBezTo>
                    <a:cubicBezTo>
                      <a:pt x="601" y="141"/>
                      <a:pt x="640" y="141"/>
                      <a:pt x="691" y="141"/>
                    </a:cubicBezTo>
                    <a:close/>
                    <a:moveTo>
                      <a:pt x="691" y="0"/>
                    </a:moveTo>
                    <a:cubicBezTo>
                      <a:pt x="640" y="0"/>
                      <a:pt x="584" y="0"/>
                      <a:pt x="533" y="17"/>
                    </a:cubicBezTo>
                    <a:cubicBezTo>
                      <a:pt x="213" y="85"/>
                      <a:pt x="0" y="371"/>
                      <a:pt x="0" y="691"/>
                    </a:cubicBezTo>
                    <a:cubicBezTo>
                      <a:pt x="0" y="746"/>
                      <a:pt x="0" y="797"/>
                      <a:pt x="17" y="831"/>
                    </a:cubicBezTo>
                    <a:cubicBezTo>
                      <a:pt x="90" y="1151"/>
                      <a:pt x="371" y="1364"/>
                      <a:pt x="674" y="1364"/>
                    </a:cubicBezTo>
                    <a:cubicBezTo>
                      <a:pt x="729" y="1364"/>
                      <a:pt x="780" y="1364"/>
                      <a:pt x="836" y="1347"/>
                    </a:cubicBezTo>
                    <a:cubicBezTo>
                      <a:pt x="1155" y="1279"/>
                      <a:pt x="1369" y="993"/>
                      <a:pt x="1369" y="691"/>
                    </a:cubicBezTo>
                    <a:cubicBezTo>
                      <a:pt x="1369" y="639"/>
                      <a:pt x="1369" y="584"/>
                      <a:pt x="1347" y="533"/>
                    </a:cubicBezTo>
                    <a:cubicBezTo>
                      <a:pt x="1279" y="213"/>
                      <a:pt x="993"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9"/>
              <p:cNvSpPr/>
              <p:nvPr/>
            </p:nvSpPr>
            <p:spPr>
              <a:xfrm>
                <a:off x="-3471960" y="5011152"/>
                <a:ext cx="74448" cy="67565"/>
              </a:xfrm>
              <a:custGeom>
                <a:rect b="b" l="l" r="r" t="t"/>
                <a:pathLst>
                  <a:path extrusionOk="0" h="1227" w="1352">
                    <a:moveTo>
                      <a:pt x="676" y="1"/>
                    </a:moveTo>
                    <a:cubicBezTo>
                      <a:pt x="629" y="1"/>
                      <a:pt x="581" y="7"/>
                      <a:pt x="533" y="19"/>
                    </a:cubicBezTo>
                    <a:cubicBezTo>
                      <a:pt x="196" y="92"/>
                      <a:pt x="0" y="429"/>
                      <a:pt x="73" y="748"/>
                    </a:cubicBezTo>
                    <a:cubicBezTo>
                      <a:pt x="132" y="1040"/>
                      <a:pt x="393" y="1226"/>
                      <a:pt x="669" y="1226"/>
                    </a:cubicBezTo>
                    <a:cubicBezTo>
                      <a:pt x="712" y="1226"/>
                      <a:pt x="755" y="1222"/>
                      <a:pt x="797" y="1213"/>
                    </a:cubicBezTo>
                    <a:cubicBezTo>
                      <a:pt x="1138" y="1140"/>
                      <a:pt x="1351" y="804"/>
                      <a:pt x="1262" y="484"/>
                    </a:cubicBezTo>
                    <a:cubicBezTo>
                      <a:pt x="1200" y="198"/>
                      <a:pt x="947" y="1"/>
                      <a:pt x="6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9"/>
              <p:cNvSpPr/>
              <p:nvPr/>
            </p:nvSpPr>
            <p:spPr>
              <a:xfrm>
                <a:off x="-3472897" y="5007517"/>
                <a:ext cx="75384" cy="75164"/>
              </a:xfrm>
              <a:custGeom>
                <a:rect b="b" l="l" r="r" t="t"/>
                <a:pathLst>
                  <a:path extrusionOk="0" h="1365" w="1369">
                    <a:moveTo>
                      <a:pt x="691" y="141"/>
                    </a:moveTo>
                    <a:cubicBezTo>
                      <a:pt x="942" y="141"/>
                      <a:pt x="1155" y="298"/>
                      <a:pt x="1206" y="550"/>
                    </a:cubicBezTo>
                    <a:cubicBezTo>
                      <a:pt x="1223" y="601"/>
                      <a:pt x="1223" y="639"/>
                      <a:pt x="1223" y="674"/>
                    </a:cubicBezTo>
                    <a:cubicBezTo>
                      <a:pt x="1223" y="921"/>
                      <a:pt x="1066" y="1151"/>
                      <a:pt x="814" y="1206"/>
                    </a:cubicBezTo>
                    <a:cubicBezTo>
                      <a:pt x="763" y="1223"/>
                      <a:pt x="729" y="1223"/>
                      <a:pt x="691" y="1223"/>
                    </a:cubicBezTo>
                    <a:cubicBezTo>
                      <a:pt x="443" y="1223"/>
                      <a:pt x="213" y="1044"/>
                      <a:pt x="158" y="797"/>
                    </a:cubicBezTo>
                    <a:cubicBezTo>
                      <a:pt x="141" y="763"/>
                      <a:pt x="141" y="725"/>
                      <a:pt x="141" y="674"/>
                    </a:cubicBezTo>
                    <a:cubicBezTo>
                      <a:pt x="141" y="426"/>
                      <a:pt x="320" y="213"/>
                      <a:pt x="567" y="158"/>
                    </a:cubicBezTo>
                    <a:cubicBezTo>
                      <a:pt x="601" y="141"/>
                      <a:pt x="640" y="141"/>
                      <a:pt x="691" y="141"/>
                    </a:cubicBezTo>
                    <a:close/>
                    <a:moveTo>
                      <a:pt x="691" y="0"/>
                    </a:moveTo>
                    <a:cubicBezTo>
                      <a:pt x="640" y="0"/>
                      <a:pt x="584" y="0"/>
                      <a:pt x="533" y="17"/>
                    </a:cubicBezTo>
                    <a:cubicBezTo>
                      <a:pt x="213" y="85"/>
                      <a:pt x="0" y="371"/>
                      <a:pt x="0" y="674"/>
                    </a:cubicBezTo>
                    <a:cubicBezTo>
                      <a:pt x="0" y="725"/>
                      <a:pt x="0" y="780"/>
                      <a:pt x="17" y="831"/>
                    </a:cubicBezTo>
                    <a:cubicBezTo>
                      <a:pt x="90" y="1151"/>
                      <a:pt x="371" y="1364"/>
                      <a:pt x="691" y="1364"/>
                    </a:cubicBezTo>
                    <a:cubicBezTo>
                      <a:pt x="729" y="1364"/>
                      <a:pt x="780" y="1364"/>
                      <a:pt x="836" y="1347"/>
                    </a:cubicBezTo>
                    <a:cubicBezTo>
                      <a:pt x="1155" y="1279"/>
                      <a:pt x="1368" y="993"/>
                      <a:pt x="1368" y="674"/>
                    </a:cubicBezTo>
                    <a:cubicBezTo>
                      <a:pt x="1368" y="618"/>
                      <a:pt x="1368" y="584"/>
                      <a:pt x="1347" y="533"/>
                    </a:cubicBezTo>
                    <a:cubicBezTo>
                      <a:pt x="1279" y="213"/>
                      <a:pt x="993"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 name="Google Shape;622;p39"/>
              <p:cNvGrpSpPr/>
              <p:nvPr/>
            </p:nvGrpSpPr>
            <p:grpSpPr>
              <a:xfrm>
                <a:off x="-3875587" y="4818872"/>
                <a:ext cx="134275" cy="128202"/>
                <a:chOff x="-3875587" y="4818872"/>
                <a:chExt cx="134275" cy="128202"/>
              </a:xfrm>
            </p:grpSpPr>
            <p:sp>
              <p:nvSpPr>
                <p:cNvPr id="623" name="Google Shape;623;p39"/>
                <p:cNvSpPr/>
                <p:nvPr/>
              </p:nvSpPr>
              <p:spPr>
                <a:xfrm rot="1073331">
                  <a:off x="-3861388" y="4867084"/>
                  <a:ext cx="116681" cy="17097"/>
                </a:xfrm>
                <a:custGeom>
                  <a:rect b="b" l="l" r="r" t="t"/>
                  <a:pathLst>
                    <a:path extrusionOk="0" h="107" w="730">
                      <a:moveTo>
                        <a:pt x="657" y="0"/>
                      </a:moveTo>
                      <a:cubicBezTo>
                        <a:pt x="466" y="17"/>
                        <a:pt x="269" y="17"/>
                        <a:pt x="56" y="17"/>
                      </a:cubicBezTo>
                      <a:cubicBezTo>
                        <a:pt x="1" y="17"/>
                        <a:pt x="1" y="107"/>
                        <a:pt x="56" y="107"/>
                      </a:cubicBezTo>
                      <a:cubicBezTo>
                        <a:pt x="269" y="107"/>
                        <a:pt x="466" y="107"/>
                        <a:pt x="657" y="90"/>
                      </a:cubicBezTo>
                      <a:cubicBezTo>
                        <a:pt x="730" y="90"/>
                        <a:pt x="730" y="0"/>
                        <a:pt x="6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9"/>
                <p:cNvSpPr/>
                <p:nvPr/>
              </p:nvSpPr>
              <p:spPr>
                <a:xfrm rot="1073331">
                  <a:off x="-3835832" y="4832914"/>
                  <a:ext cx="94144" cy="17257"/>
                </a:xfrm>
                <a:custGeom>
                  <a:rect b="b" l="l" r="r" t="t"/>
                  <a:pathLst>
                    <a:path extrusionOk="0" h="108" w="589">
                      <a:moveTo>
                        <a:pt x="533" y="1"/>
                      </a:moveTo>
                      <a:cubicBezTo>
                        <a:pt x="376" y="1"/>
                        <a:pt x="214" y="18"/>
                        <a:pt x="56" y="18"/>
                      </a:cubicBezTo>
                      <a:cubicBezTo>
                        <a:pt x="0" y="18"/>
                        <a:pt x="0" y="108"/>
                        <a:pt x="56" y="108"/>
                      </a:cubicBezTo>
                      <a:cubicBezTo>
                        <a:pt x="214" y="108"/>
                        <a:pt x="376" y="90"/>
                        <a:pt x="533" y="90"/>
                      </a:cubicBezTo>
                      <a:cubicBezTo>
                        <a:pt x="589" y="90"/>
                        <a:pt x="589" y="1"/>
                        <a:pt x="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9"/>
                <p:cNvSpPr/>
                <p:nvPr/>
              </p:nvSpPr>
              <p:spPr>
                <a:xfrm rot="1073331">
                  <a:off x="-3876066" y="4913457"/>
                  <a:ext cx="119399" cy="15659"/>
                </a:xfrm>
                <a:custGeom>
                  <a:rect b="b" l="l" r="r" t="t"/>
                  <a:pathLst>
                    <a:path extrusionOk="0" h="98" w="747">
                      <a:moveTo>
                        <a:pt x="56" y="1"/>
                      </a:moveTo>
                      <a:cubicBezTo>
                        <a:pt x="1" y="1"/>
                        <a:pt x="1" y="90"/>
                        <a:pt x="56" y="90"/>
                      </a:cubicBezTo>
                      <a:cubicBezTo>
                        <a:pt x="127" y="96"/>
                        <a:pt x="198" y="98"/>
                        <a:pt x="269" y="98"/>
                      </a:cubicBezTo>
                      <a:cubicBezTo>
                        <a:pt x="412" y="98"/>
                        <a:pt x="554" y="90"/>
                        <a:pt x="696" y="90"/>
                      </a:cubicBezTo>
                      <a:cubicBezTo>
                        <a:pt x="747" y="90"/>
                        <a:pt x="747" y="1"/>
                        <a:pt x="696" y="1"/>
                      </a:cubicBezTo>
                      <a:cubicBezTo>
                        <a:pt x="554" y="1"/>
                        <a:pt x="412" y="8"/>
                        <a:pt x="269" y="8"/>
                      </a:cubicBezTo>
                      <a:cubicBezTo>
                        <a:pt x="198" y="8"/>
                        <a:pt x="127" y="6"/>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26" name="Google Shape;626;p39"/>
            <p:cNvSpPr/>
            <p:nvPr/>
          </p:nvSpPr>
          <p:spPr>
            <a:xfrm>
              <a:off x="2422606" y="2035699"/>
              <a:ext cx="75439" cy="75384"/>
            </a:xfrm>
            <a:custGeom>
              <a:rect b="b" l="l" r="r" t="t"/>
              <a:pathLst>
                <a:path extrusionOk="0" h="1369" w="1370">
                  <a:moveTo>
                    <a:pt x="696" y="141"/>
                  </a:moveTo>
                  <a:cubicBezTo>
                    <a:pt x="836" y="141"/>
                    <a:pt x="977" y="213"/>
                    <a:pt x="1067" y="303"/>
                  </a:cubicBezTo>
                  <a:cubicBezTo>
                    <a:pt x="1173" y="409"/>
                    <a:pt x="1228" y="533"/>
                    <a:pt x="1228" y="691"/>
                  </a:cubicBezTo>
                  <a:cubicBezTo>
                    <a:pt x="1228" y="836"/>
                    <a:pt x="1173" y="976"/>
                    <a:pt x="1067" y="1066"/>
                  </a:cubicBezTo>
                  <a:cubicBezTo>
                    <a:pt x="977" y="1172"/>
                    <a:pt x="836" y="1223"/>
                    <a:pt x="696" y="1223"/>
                  </a:cubicBezTo>
                  <a:cubicBezTo>
                    <a:pt x="534" y="1223"/>
                    <a:pt x="410" y="1172"/>
                    <a:pt x="304" y="1066"/>
                  </a:cubicBezTo>
                  <a:cubicBezTo>
                    <a:pt x="214" y="976"/>
                    <a:pt x="146" y="836"/>
                    <a:pt x="146" y="691"/>
                  </a:cubicBezTo>
                  <a:cubicBezTo>
                    <a:pt x="146" y="533"/>
                    <a:pt x="214" y="409"/>
                    <a:pt x="304" y="303"/>
                  </a:cubicBezTo>
                  <a:cubicBezTo>
                    <a:pt x="410" y="213"/>
                    <a:pt x="534" y="141"/>
                    <a:pt x="696" y="141"/>
                  </a:cubicBezTo>
                  <a:close/>
                  <a:moveTo>
                    <a:pt x="696" y="0"/>
                  </a:moveTo>
                  <a:cubicBezTo>
                    <a:pt x="304" y="0"/>
                    <a:pt x="1" y="303"/>
                    <a:pt x="1" y="691"/>
                  </a:cubicBezTo>
                  <a:cubicBezTo>
                    <a:pt x="1" y="1066"/>
                    <a:pt x="304" y="1368"/>
                    <a:pt x="696" y="1368"/>
                  </a:cubicBezTo>
                  <a:cubicBezTo>
                    <a:pt x="1067" y="1368"/>
                    <a:pt x="1369" y="1066"/>
                    <a:pt x="1369" y="691"/>
                  </a:cubicBezTo>
                  <a:cubicBezTo>
                    <a:pt x="1369" y="303"/>
                    <a:pt x="1067" y="0"/>
                    <a:pt x="696"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9"/>
            <p:cNvSpPr/>
            <p:nvPr/>
          </p:nvSpPr>
          <p:spPr>
            <a:xfrm>
              <a:off x="1245525" y="1594363"/>
              <a:ext cx="67400" cy="67400"/>
            </a:xfrm>
            <a:custGeom>
              <a:rect b="b" l="l" r="r" t="t"/>
              <a:pathLst>
                <a:path extrusionOk="0" h="1224" w="1224">
                  <a:moveTo>
                    <a:pt x="623" y="1"/>
                  </a:moveTo>
                  <a:cubicBezTo>
                    <a:pt x="286" y="1"/>
                    <a:pt x="0" y="282"/>
                    <a:pt x="0" y="619"/>
                  </a:cubicBezTo>
                  <a:cubicBezTo>
                    <a:pt x="0" y="960"/>
                    <a:pt x="286" y="1224"/>
                    <a:pt x="623" y="1224"/>
                  </a:cubicBezTo>
                  <a:cubicBezTo>
                    <a:pt x="959" y="1224"/>
                    <a:pt x="1224" y="960"/>
                    <a:pt x="1224" y="619"/>
                  </a:cubicBezTo>
                  <a:cubicBezTo>
                    <a:pt x="1224" y="282"/>
                    <a:pt x="959" y="1"/>
                    <a:pt x="6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9"/>
            <p:cNvSpPr/>
            <p:nvPr/>
          </p:nvSpPr>
          <p:spPr>
            <a:xfrm rot="10800000">
              <a:off x="1245517" y="1364277"/>
              <a:ext cx="176903" cy="177020"/>
            </a:xfrm>
            <a:custGeom>
              <a:rect b="b" l="l" r="r" t="t"/>
              <a:pathLst>
                <a:path extrusionOk="0" h="1459" w="1458">
                  <a:moveTo>
                    <a:pt x="623" y="410"/>
                  </a:moveTo>
                  <a:lnTo>
                    <a:pt x="729" y="0"/>
                  </a:lnTo>
                  <a:lnTo>
                    <a:pt x="836" y="410"/>
                  </a:lnTo>
                  <a:cubicBezTo>
                    <a:pt x="870" y="516"/>
                    <a:pt x="959" y="584"/>
                    <a:pt x="1049" y="623"/>
                  </a:cubicBezTo>
                  <a:lnTo>
                    <a:pt x="1458" y="729"/>
                  </a:lnTo>
                  <a:lnTo>
                    <a:pt x="1049" y="836"/>
                  </a:lnTo>
                  <a:cubicBezTo>
                    <a:pt x="942" y="870"/>
                    <a:pt x="870" y="942"/>
                    <a:pt x="836" y="1049"/>
                  </a:cubicBezTo>
                  <a:lnTo>
                    <a:pt x="729" y="1458"/>
                  </a:lnTo>
                  <a:lnTo>
                    <a:pt x="623" y="1049"/>
                  </a:lnTo>
                  <a:cubicBezTo>
                    <a:pt x="605" y="942"/>
                    <a:pt x="516" y="853"/>
                    <a:pt x="409" y="836"/>
                  </a:cubicBezTo>
                  <a:lnTo>
                    <a:pt x="0" y="729"/>
                  </a:lnTo>
                  <a:lnTo>
                    <a:pt x="409" y="623"/>
                  </a:lnTo>
                  <a:cubicBezTo>
                    <a:pt x="516" y="584"/>
                    <a:pt x="605" y="516"/>
                    <a:pt x="623" y="4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 name="Google Shape;629;p39"/>
          <p:cNvGrpSpPr/>
          <p:nvPr/>
        </p:nvGrpSpPr>
        <p:grpSpPr>
          <a:xfrm>
            <a:off x="7993625" y="3256027"/>
            <a:ext cx="550481" cy="573031"/>
            <a:chOff x="7993625" y="3256027"/>
            <a:chExt cx="550481" cy="573031"/>
          </a:xfrm>
        </p:grpSpPr>
        <p:sp>
          <p:nvSpPr>
            <p:cNvPr id="630" name="Google Shape;630;p39"/>
            <p:cNvSpPr/>
            <p:nvPr/>
          </p:nvSpPr>
          <p:spPr>
            <a:xfrm>
              <a:off x="8390401" y="3618837"/>
              <a:ext cx="153706" cy="153877"/>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9"/>
            <p:cNvSpPr/>
            <p:nvPr/>
          </p:nvSpPr>
          <p:spPr>
            <a:xfrm>
              <a:off x="7993625" y="3546926"/>
              <a:ext cx="282132" cy="282132"/>
            </a:xfrm>
            <a:custGeom>
              <a:rect b="b" l="l" r="r" t="t"/>
              <a:pathLst>
                <a:path extrusionOk="0" h="6535" w="6535">
                  <a:moveTo>
                    <a:pt x="3269" y="0"/>
                  </a:moveTo>
                  <a:cubicBezTo>
                    <a:pt x="1458" y="0"/>
                    <a:pt x="0" y="1454"/>
                    <a:pt x="0" y="3265"/>
                  </a:cubicBezTo>
                  <a:cubicBezTo>
                    <a:pt x="0" y="5077"/>
                    <a:pt x="1458" y="6534"/>
                    <a:pt x="3269" y="6534"/>
                  </a:cubicBezTo>
                  <a:cubicBezTo>
                    <a:pt x="5081" y="6534"/>
                    <a:pt x="6534" y="5077"/>
                    <a:pt x="6534" y="3265"/>
                  </a:cubicBezTo>
                  <a:cubicBezTo>
                    <a:pt x="6534" y="1454"/>
                    <a:pt x="5081" y="0"/>
                    <a:pt x="3269"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9"/>
            <p:cNvSpPr/>
            <p:nvPr/>
          </p:nvSpPr>
          <p:spPr>
            <a:xfrm>
              <a:off x="8185703" y="3256027"/>
              <a:ext cx="204699" cy="201461"/>
            </a:xfrm>
            <a:custGeom>
              <a:rect b="b" l="l" r="r" t="t"/>
              <a:pathLst>
                <a:path extrusionOk="0" h="1139" w="1157">
                  <a:moveTo>
                    <a:pt x="500" y="321"/>
                  </a:moveTo>
                  <a:lnTo>
                    <a:pt x="572" y="1"/>
                  </a:lnTo>
                  <a:lnTo>
                    <a:pt x="657" y="321"/>
                  </a:lnTo>
                  <a:cubicBezTo>
                    <a:pt x="679" y="410"/>
                    <a:pt x="747" y="461"/>
                    <a:pt x="819" y="483"/>
                  </a:cubicBezTo>
                  <a:lnTo>
                    <a:pt x="1156" y="568"/>
                  </a:lnTo>
                  <a:lnTo>
                    <a:pt x="819" y="657"/>
                  </a:lnTo>
                  <a:cubicBezTo>
                    <a:pt x="747" y="674"/>
                    <a:pt x="679" y="747"/>
                    <a:pt x="657" y="819"/>
                  </a:cubicBezTo>
                  <a:lnTo>
                    <a:pt x="572" y="1139"/>
                  </a:lnTo>
                  <a:lnTo>
                    <a:pt x="483" y="819"/>
                  </a:lnTo>
                  <a:cubicBezTo>
                    <a:pt x="466" y="747"/>
                    <a:pt x="410" y="674"/>
                    <a:pt x="321" y="657"/>
                  </a:cubicBezTo>
                  <a:lnTo>
                    <a:pt x="1" y="568"/>
                  </a:lnTo>
                  <a:lnTo>
                    <a:pt x="321" y="483"/>
                  </a:lnTo>
                  <a:cubicBezTo>
                    <a:pt x="410" y="461"/>
                    <a:pt x="466" y="393"/>
                    <a:pt x="500" y="3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 name="Google Shape;633;p39"/>
          <p:cNvGrpSpPr/>
          <p:nvPr/>
        </p:nvGrpSpPr>
        <p:grpSpPr>
          <a:xfrm>
            <a:off x="-57200" y="2544625"/>
            <a:ext cx="9239175" cy="478475"/>
            <a:chOff x="-57200" y="2544625"/>
            <a:chExt cx="9239175" cy="478475"/>
          </a:xfrm>
        </p:grpSpPr>
        <p:sp>
          <p:nvSpPr>
            <p:cNvPr id="634" name="Google Shape;634;p39"/>
            <p:cNvSpPr/>
            <p:nvPr/>
          </p:nvSpPr>
          <p:spPr>
            <a:xfrm rot="5400000">
              <a:off x="1162150" y="1699050"/>
              <a:ext cx="104700" cy="2543400"/>
            </a:xfrm>
            <a:prstGeom prst="rect">
              <a:avLst/>
            </a:prstGeom>
            <a:gradFill>
              <a:gsLst>
                <a:gs pos="0">
                  <a:schemeClr val="dk1"/>
                </a:gs>
                <a:gs pos="48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9"/>
            <p:cNvSpPr/>
            <p:nvPr/>
          </p:nvSpPr>
          <p:spPr>
            <a:xfrm rot="-5400000">
              <a:off x="7952125" y="1419475"/>
              <a:ext cx="104700" cy="2355000"/>
            </a:xfrm>
            <a:prstGeom prst="rect">
              <a:avLst/>
            </a:prstGeom>
            <a:gradFill>
              <a:gsLst>
                <a:gs pos="0">
                  <a:schemeClr val="dk1"/>
                </a:gs>
                <a:gs pos="48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 name="Shape 639"/>
        <p:cNvGrpSpPr/>
        <p:nvPr/>
      </p:nvGrpSpPr>
      <p:grpSpPr>
        <a:xfrm>
          <a:off x="0" y="0"/>
          <a:ext cx="0" cy="0"/>
          <a:chOff x="0" y="0"/>
          <a:chExt cx="0" cy="0"/>
        </a:xfrm>
      </p:grpSpPr>
      <p:sp>
        <p:nvSpPr>
          <p:cNvPr id="640" name="Google Shape;640;p40"/>
          <p:cNvSpPr txBox="1"/>
          <p:nvPr>
            <p:ph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THIS IS THE SLIDE TITLE</a:t>
            </a:r>
            <a:endParaRPr/>
          </a:p>
        </p:txBody>
      </p:sp>
      <p:sp>
        <p:nvSpPr>
          <p:cNvPr id="641" name="Google Shape;641;p40"/>
          <p:cNvSpPr txBox="1"/>
          <p:nvPr>
            <p:ph idx="1" type="body"/>
          </p:nvPr>
        </p:nvSpPr>
        <p:spPr>
          <a:xfrm>
            <a:off x="1698300" y="1685925"/>
            <a:ext cx="5747400" cy="2482800"/>
          </a:xfrm>
          <a:prstGeom prst="rect">
            <a:avLst/>
          </a:prstGeom>
        </p:spPr>
        <p:txBody>
          <a:bodyPr anchorCtr="0" anchor="ctr" bIns="91425" lIns="91425" spcFirstLastPara="1" rIns="91425" wrap="square" tIns="91425">
            <a:normAutofit/>
          </a:bodyPr>
          <a:lstStyle/>
          <a:p>
            <a:pPr indent="0" lvl="0" marL="0" rtl="0" algn="l">
              <a:spcBef>
                <a:spcPts val="0"/>
              </a:spcBef>
              <a:spcAft>
                <a:spcPts val="0"/>
              </a:spcAft>
              <a:buNone/>
            </a:pPr>
            <a:r>
              <a:rPr lang="en"/>
              <a:t>Do you know what helps you make your point clear? Lists like this one:</a:t>
            </a:r>
            <a:br>
              <a:rPr lang="en"/>
            </a:br>
            <a:endParaRPr/>
          </a:p>
          <a:p>
            <a:pPr indent="-317500" lvl="0" marL="457200" rtl="0" algn="l">
              <a:spcBef>
                <a:spcPts val="0"/>
              </a:spcBef>
              <a:spcAft>
                <a:spcPts val="0"/>
              </a:spcAft>
              <a:buSzPts val="1400"/>
              <a:buFont typeface="Franklin Gothic"/>
              <a:buAutoNum type="arabicPeriod"/>
            </a:pPr>
            <a:r>
              <a:rPr lang="en"/>
              <a:t>They’re simple </a:t>
            </a:r>
            <a:endParaRPr/>
          </a:p>
          <a:p>
            <a:pPr indent="-317500" lvl="0" marL="457200" rtl="0" algn="l">
              <a:spcBef>
                <a:spcPts val="0"/>
              </a:spcBef>
              <a:spcAft>
                <a:spcPts val="0"/>
              </a:spcAft>
              <a:buSzPts val="1400"/>
              <a:buFont typeface="Franklin Gothic"/>
              <a:buAutoNum type="arabicPeriod"/>
            </a:pPr>
            <a:r>
              <a:rPr lang="en"/>
              <a:t>You can organize your ideas clearly</a:t>
            </a:r>
            <a:endParaRPr/>
          </a:p>
          <a:p>
            <a:pPr indent="-317500" lvl="0" marL="457200" rtl="0" algn="l">
              <a:spcBef>
                <a:spcPts val="0"/>
              </a:spcBef>
              <a:spcAft>
                <a:spcPts val="0"/>
              </a:spcAft>
              <a:buSzPts val="1400"/>
              <a:buFont typeface="Franklin Gothic"/>
              <a:buAutoNum type="arabicPeriod"/>
            </a:pPr>
            <a:r>
              <a:rPr lang="en"/>
              <a:t>You’ll never forget to buy milk!</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And the most important thing: the audience won’t miss the point of your presentation</a:t>
            </a:r>
            <a:endParaRPr/>
          </a:p>
        </p:txBody>
      </p:sp>
      <p:sp>
        <p:nvSpPr>
          <p:cNvPr id="642" name="Google Shape;642;p40"/>
          <p:cNvSpPr/>
          <p:nvPr/>
        </p:nvSpPr>
        <p:spPr>
          <a:xfrm>
            <a:off x="1925101" y="751300"/>
            <a:ext cx="375600" cy="57600"/>
          </a:xfrm>
          <a:prstGeom prst="rect">
            <a:avLst/>
          </a:prstGeom>
          <a:gradFill>
            <a:gsLst>
              <a:gs pos="0">
                <a:schemeClr val="dk1"/>
              </a:gs>
              <a:gs pos="48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0"/>
          <p:cNvSpPr/>
          <p:nvPr/>
        </p:nvSpPr>
        <p:spPr>
          <a:xfrm rot="10800000">
            <a:off x="6884050" y="751450"/>
            <a:ext cx="395100" cy="55800"/>
          </a:xfrm>
          <a:prstGeom prst="round1Rect">
            <a:avLst>
              <a:gd fmla="val 50000" name="adj"/>
            </a:avLst>
          </a:prstGeom>
          <a:gradFill>
            <a:gsLst>
              <a:gs pos="0">
                <a:schemeClr val="dk1"/>
              </a:gs>
              <a:gs pos="48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0"/>
          <p:cNvSpPr/>
          <p:nvPr/>
        </p:nvSpPr>
        <p:spPr>
          <a:xfrm rot="-4500029">
            <a:off x="929555" y="3935403"/>
            <a:ext cx="107763" cy="107897"/>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0"/>
          <p:cNvSpPr/>
          <p:nvPr/>
        </p:nvSpPr>
        <p:spPr>
          <a:xfrm rot="-4500128">
            <a:off x="1109859" y="4100779"/>
            <a:ext cx="143497" cy="143497"/>
          </a:xfrm>
          <a:custGeom>
            <a:rect b="b" l="l" r="r" t="t"/>
            <a:pathLst>
              <a:path extrusionOk="0" h="4493" w="4493">
                <a:moveTo>
                  <a:pt x="2255" y="0"/>
                </a:moveTo>
                <a:cubicBezTo>
                  <a:pt x="1015" y="0"/>
                  <a:pt x="0" y="993"/>
                  <a:pt x="0" y="2238"/>
                </a:cubicBezTo>
                <a:cubicBezTo>
                  <a:pt x="0" y="3483"/>
                  <a:pt x="1015" y="4493"/>
                  <a:pt x="2255" y="4493"/>
                </a:cubicBezTo>
                <a:cubicBezTo>
                  <a:pt x="3500" y="4493"/>
                  <a:pt x="4493" y="3483"/>
                  <a:pt x="4493" y="2238"/>
                </a:cubicBezTo>
                <a:cubicBezTo>
                  <a:pt x="4493" y="993"/>
                  <a:pt x="3500" y="0"/>
                  <a:pt x="2255"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0"/>
          <p:cNvSpPr/>
          <p:nvPr/>
        </p:nvSpPr>
        <p:spPr>
          <a:xfrm rot="-4500128">
            <a:off x="817308" y="4115495"/>
            <a:ext cx="208715" cy="208715"/>
          </a:xfrm>
          <a:custGeom>
            <a:rect b="b" l="l" r="r" t="t"/>
            <a:pathLst>
              <a:path extrusionOk="0" h="6535" w="6535">
                <a:moveTo>
                  <a:pt x="3269" y="0"/>
                </a:moveTo>
                <a:cubicBezTo>
                  <a:pt x="1458" y="0"/>
                  <a:pt x="0" y="1454"/>
                  <a:pt x="0" y="3265"/>
                </a:cubicBezTo>
                <a:cubicBezTo>
                  <a:pt x="0" y="5077"/>
                  <a:pt x="1458" y="6534"/>
                  <a:pt x="3269" y="6534"/>
                </a:cubicBezTo>
                <a:cubicBezTo>
                  <a:pt x="5081" y="6534"/>
                  <a:pt x="6534" y="5077"/>
                  <a:pt x="6534" y="3265"/>
                </a:cubicBezTo>
                <a:cubicBezTo>
                  <a:pt x="6534" y="1454"/>
                  <a:pt x="5081" y="0"/>
                  <a:pt x="3269" y="0"/>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0"/>
          <p:cNvSpPr/>
          <p:nvPr/>
        </p:nvSpPr>
        <p:spPr>
          <a:xfrm rot="-4500018">
            <a:off x="649551" y="3978561"/>
            <a:ext cx="143522" cy="141254"/>
          </a:xfrm>
          <a:custGeom>
            <a:rect b="b" l="l" r="r" t="t"/>
            <a:pathLst>
              <a:path extrusionOk="0" h="1139" w="1157">
                <a:moveTo>
                  <a:pt x="500" y="321"/>
                </a:moveTo>
                <a:lnTo>
                  <a:pt x="572" y="1"/>
                </a:lnTo>
                <a:lnTo>
                  <a:pt x="657" y="321"/>
                </a:lnTo>
                <a:cubicBezTo>
                  <a:pt x="679" y="410"/>
                  <a:pt x="747" y="461"/>
                  <a:pt x="819" y="483"/>
                </a:cubicBezTo>
                <a:lnTo>
                  <a:pt x="1156" y="568"/>
                </a:lnTo>
                <a:lnTo>
                  <a:pt x="819" y="657"/>
                </a:lnTo>
                <a:cubicBezTo>
                  <a:pt x="747" y="674"/>
                  <a:pt x="679" y="747"/>
                  <a:pt x="657" y="819"/>
                </a:cubicBezTo>
                <a:lnTo>
                  <a:pt x="572" y="1139"/>
                </a:lnTo>
                <a:lnTo>
                  <a:pt x="483" y="819"/>
                </a:lnTo>
                <a:cubicBezTo>
                  <a:pt x="466" y="747"/>
                  <a:pt x="410" y="674"/>
                  <a:pt x="321" y="657"/>
                </a:cubicBezTo>
                <a:lnTo>
                  <a:pt x="1" y="568"/>
                </a:lnTo>
                <a:lnTo>
                  <a:pt x="321" y="483"/>
                </a:lnTo>
                <a:cubicBezTo>
                  <a:pt x="410" y="461"/>
                  <a:pt x="466" y="393"/>
                  <a:pt x="500" y="3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1" name="Shape 651"/>
        <p:cNvGrpSpPr/>
        <p:nvPr/>
      </p:nvGrpSpPr>
      <p:grpSpPr>
        <a:xfrm>
          <a:off x="0" y="0"/>
          <a:ext cx="0" cy="0"/>
          <a:chOff x="0" y="0"/>
          <a:chExt cx="0" cy="0"/>
        </a:xfrm>
      </p:grpSpPr>
      <p:sp>
        <p:nvSpPr>
          <p:cNvPr id="652" name="Google Shape;652;p41"/>
          <p:cNvSpPr/>
          <p:nvPr/>
        </p:nvSpPr>
        <p:spPr>
          <a:xfrm>
            <a:off x="1549450" y="1981188"/>
            <a:ext cx="2075700" cy="20124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1"/>
          <p:cNvSpPr/>
          <p:nvPr/>
        </p:nvSpPr>
        <p:spPr>
          <a:xfrm>
            <a:off x="5518875" y="1981188"/>
            <a:ext cx="2075700" cy="20124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1"/>
          <p:cNvSpPr txBox="1"/>
          <p:nvPr>
            <p:ph idx="4"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TWO COLUMNS</a:t>
            </a:r>
            <a:endParaRPr/>
          </a:p>
        </p:txBody>
      </p:sp>
      <p:sp>
        <p:nvSpPr>
          <p:cNvPr id="655" name="Google Shape;655;p41"/>
          <p:cNvSpPr txBox="1"/>
          <p:nvPr>
            <p:ph idx="1" type="subTitle"/>
          </p:nvPr>
        </p:nvSpPr>
        <p:spPr>
          <a:xfrm>
            <a:off x="1549438" y="2073375"/>
            <a:ext cx="2075700" cy="1866600"/>
          </a:xfrm>
          <a:prstGeom prst="rect">
            <a:avLst/>
          </a:prstGeom>
        </p:spPr>
        <p:txBody>
          <a:bodyPr anchorCtr="0" anchor="ctr" bIns="91425" lIns="91425" spcFirstLastPara="1" rIns="91425" wrap="square" tIns="91425">
            <a:normAutofit/>
          </a:bodyPr>
          <a:lstStyle/>
          <a:p>
            <a:pPr indent="0" lvl="0" marL="0" rtl="0" algn="ctr">
              <a:spcBef>
                <a:spcPts val="0"/>
              </a:spcBef>
              <a:spcAft>
                <a:spcPts val="1600"/>
              </a:spcAft>
              <a:buNone/>
            </a:pPr>
            <a:r>
              <a:rPr lang="en"/>
              <a:t>Mercury is the closest planet to the Sun and the smallest in the Solar System—it’s a bit larger than the Moon</a:t>
            </a:r>
            <a:endParaRPr/>
          </a:p>
        </p:txBody>
      </p:sp>
      <p:sp>
        <p:nvSpPr>
          <p:cNvPr id="656" name="Google Shape;656;p41"/>
          <p:cNvSpPr txBox="1"/>
          <p:nvPr>
            <p:ph idx="2" type="subTitle"/>
          </p:nvPr>
        </p:nvSpPr>
        <p:spPr>
          <a:xfrm>
            <a:off x="5518863" y="2073375"/>
            <a:ext cx="2075700" cy="1866600"/>
          </a:xfrm>
          <a:prstGeom prst="rect">
            <a:avLst/>
          </a:prstGeom>
        </p:spPr>
        <p:txBody>
          <a:bodyPr anchorCtr="0" anchor="ctr" bIns="91425" lIns="91425" spcFirstLastPara="1" rIns="91425" wrap="square" tIns="91425">
            <a:normAutofit/>
          </a:bodyPr>
          <a:lstStyle/>
          <a:p>
            <a:pPr indent="0" lvl="0" marL="0" rtl="0" algn="ctr">
              <a:spcBef>
                <a:spcPts val="0"/>
              </a:spcBef>
              <a:spcAft>
                <a:spcPts val="0"/>
              </a:spcAft>
              <a:buNone/>
            </a:pPr>
            <a:r>
              <a:rPr lang="en"/>
              <a:t>Venus has a beautiful name and is the second planet from the Sun. It’s very hot and has a poisonous atmosphere</a:t>
            </a:r>
            <a:endParaRPr/>
          </a:p>
        </p:txBody>
      </p:sp>
      <p:sp>
        <p:nvSpPr>
          <p:cNvPr id="657" name="Google Shape;657;p41"/>
          <p:cNvSpPr txBox="1"/>
          <p:nvPr>
            <p:ph type="title"/>
          </p:nvPr>
        </p:nvSpPr>
        <p:spPr>
          <a:xfrm>
            <a:off x="1182375" y="1438275"/>
            <a:ext cx="2809800" cy="4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LIGHT SIDE</a:t>
            </a:r>
            <a:endParaRPr/>
          </a:p>
        </p:txBody>
      </p:sp>
      <p:sp>
        <p:nvSpPr>
          <p:cNvPr id="658" name="Google Shape;658;p41"/>
          <p:cNvSpPr txBox="1"/>
          <p:nvPr>
            <p:ph idx="3" type="title"/>
          </p:nvPr>
        </p:nvSpPr>
        <p:spPr>
          <a:xfrm>
            <a:off x="5151813" y="1438275"/>
            <a:ext cx="2809800" cy="4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DARK SIDE</a:t>
            </a:r>
            <a:endParaRPr/>
          </a:p>
        </p:txBody>
      </p:sp>
      <p:grpSp>
        <p:nvGrpSpPr>
          <p:cNvPr id="659" name="Google Shape;659;p41"/>
          <p:cNvGrpSpPr/>
          <p:nvPr/>
        </p:nvGrpSpPr>
        <p:grpSpPr>
          <a:xfrm>
            <a:off x="3723867" y="2000262"/>
            <a:ext cx="1824735" cy="1973071"/>
            <a:chOff x="3723867" y="2000262"/>
            <a:chExt cx="1824735" cy="1973071"/>
          </a:xfrm>
        </p:grpSpPr>
        <p:grpSp>
          <p:nvGrpSpPr>
            <p:cNvPr id="660" name="Google Shape;660;p41"/>
            <p:cNvGrpSpPr/>
            <p:nvPr/>
          </p:nvGrpSpPr>
          <p:grpSpPr>
            <a:xfrm flipH="1" rot="2220032">
              <a:off x="4018149" y="2232127"/>
              <a:ext cx="1236171" cy="1391594"/>
              <a:chOff x="4185466" y="382554"/>
              <a:chExt cx="1236217" cy="1391646"/>
            </a:xfrm>
          </p:grpSpPr>
          <p:sp>
            <p:nvSpPr>
              <p:cNvPr id="661" name="Google Shape;661;p41"/>
              <p:cNvSpPr/>
              <p:nvPr/>
            </p:nvSpPr>
            <p:spPr>
              <a:xfrm>
                <a:off x="5315992" y="382554"/>
                <a:ext cx="105682" cy="112254"/>
              </a:xfrm>
              <a:custGeom>
                <a:rect b="b" l="l" r="r" t="t"/>
                <a:pathLst>
                  <a:path extrusionOk="0" h="871" w="820">
                    <a:moveTo>
                      <a:pt x="1" y="623"/>
                    </a:moveTo>
                    <a:cubicBezTo>
                      <a:pt x="393" y="1"/>
                      <a:pt x="819" y="444"/>
                      <a:pt x="321" y="8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1"/>
              <p:cNvSpPr/>
              <p:nvPr/>
            </p:nvSpPr>
            <p:spPr>
              <a:xfrm>
                <a:off x="4385357" y="1313577"/>
                <a:ext cx="438450" cy="310085"/>
              </a:xfrm>
              <a:custGeom>
                <a:rect b="b" l="l" r="r" t="t"/>
                <a:pathLst>
                  <a:path extrusionOk="0" h="2406" w="3402">
                    <a:moveTo>
                      <a:pt x="594" y="0"/>
                    </a:moveTo>
                    <a:cubicBezTo>
                      <a:pt x="289" y="0"/>
                      <a:pt x="1" y="337"/>
                      <a:pt x="261" y="624"/>
                    </a:cubicBezTo>
                    <a:cubicBezTo>
                      <a:pt x="956" y="1408"/>
                      <a:pt x="1719" y="2243"/>
                      <a:pt x="2802" y="2401"/>
                    </a:cubicBezTo>
                    <a:cubicBezTo>
                      <a:pt x="2824" y="2404"/>
                      <a:pt x="2846" y="2406"/>
                      <a:pt x="2866" y="2406"/>
                    </a:cubicBezTo>
                    <a:cubicBezTo>
                      <a:pt x="3326" y="2406"/>
                      <a:pt x="3402" y="1669"/>
                      <a:pt x="2908" y="1604"/>
                    </a:cubicBezTo>
                    <a:cubicBezTo>
                      <a:pt x="2056" y="1476"/>
                      <a:pt x="1434" y="751"/>
                      <a:pt x="901" y="146"/>
                    </a:cubicBezTo>
                    <a:cubicBezTo>
                      <a:pt x="812" y="43"/>
                      <a:pt x="702" y="0"/>
                      <a:pt x="5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1"/>
              <p:cNvSpPr/>
              <p:nvPr/>
            </p:nvSpPr>
            <p:spPr>
              <a:xfrm>
                <a:off x="4659612" y="437457"/>
                <a:ext cx="746086" cy="865300"/>
              </a:xfrm>
              <a:custGeom>
                <a:rect b="b" l="l" r="r" t="t"/>
                <a:pathLst>
                  <a:path extrusionOk="0" h="6714" w="5789">
                    <a:moveTo>
                      <a:pt x="746" y="6075"/>
                    </a:moveTo>
                    <a:cubicBezTo>
                      <a:pt x="550" y="5896"/>
                      <a:pt x="354" y="5738"/>
                      <a:pt x="175" y="5559"/>
                    </a:cubicBezTo>
                    <a:cubicBezTo>
                      <a:pt x="124" y="5503"/>
                      <a:pt x="69" y="5435"/>
                      <a:pt x="17" y="5363"/>
                    </a:cubicBezTo>
                    <a:cubicBezTo>
                      <a:pt x="0" y="5346"/>
                      <a:pt x="0" y="5312"/>
                      <a:pt x="17" y="5273"/>
                    </a:cubicBezTo>
                    <a:cubicBezTo>
                      <a:pt x="52" y="5222"/>
                      <a:pt x="86" y="5184"/>
                      <a:pt x="107" y="5133"/>
                    </a:cubicBezTo>
                    <a:cubicBezTo>
                      <a:pt x="214" y="4992"/>
                      <a:pt x="299" y="4847"/>
                      <a:pt x="388" y="4689"/>
                    </a:cubicBezTo>
                    <a:cubicBezTo>
                      <a:pt x="495" y="4544"/>
                      <a:pt x="618" y="4404"/>
                      <a:pt x="708" y="4263"/>
                    </a:cubicBezTo>
                    <a:cubicBezTo>
                      <a:pt x="832" y="4101"/>
                      <a:pt x="938" y="3943"/>
                      <a:pt x="1045" y="3781"/>
                    </a:cubicBezTo>
                    <a:cubicBezTo>
                      <a:pt x="1100" y="3713"/>
                      <a:pt x="1151" y="3641"/>
                      <a:pt x="1207" y="3568"/>
                    </a:cubicBezTo>
                    <a:cubicBezTo>
                      <a:pt x="1313" y="3411"/>
                      <a:pt x="1420" y="3266"/>
                      <a:pt x="1526" y="3108"/>
                    </a:cubicBezTo>
                    <a:cubicBezTo>
                      <a:pt x="1667" y="2895"/>
                      <a:pt x="1846" y="2682"/>
                      <a:pt x="1987" y="2486"/>
                    </a:cubicBezTo>
                    <a:cubicBezTo>
                      <a:pt x="2076" y="2362"/>
                      <a:pt x="2149" y="2256"/>
                      <a:pt x="2238" y="2132"/>
                    </a:cubicBezTo>
                    <a:cubicBezTo>
                      <a:pt x="2306" y="2042"/>
                      <a:pt x="2379" y="1953"/>
                      <a:pt x="2451" y="1846"/>
                    </a:cubicBezTo>
                    <a:cubicBezTo>
                      <a:pt x="2537" y="1723"/>
                      <a:pt x="2626" y="1582"/>
                      <a:pt x="2733" y="1437"/>
                    </a:cubicBezTo>
                    <a:cubicBezTo>
                      <a:pt x="2856" y="1297"/>
                      <a:pt x="2963" y="1173"/>
                      <a:pt x="3091" y="1028"/>
                    </a:cubicBezTo>
                    <a:cubicBezTo>
                      <a:pt x="3159" y="960"/>
                      <a:pt x="3231" y="870"/>
                      <a:pt x="3304" y="798"/>
                    </a:cubicBezTo>
                    <a:cubicBezTo>
                      <a:pt x="3585" y="461"/>
                      <a:pt x="3922" y="231"/>
                      <a:pt x="4331" y="90"/>
                    </a:cubicBezTo>
                    <a:cubicBezTo>
                      <a:pt x="4420" y="52"/>
                      <a:pt x="4527" y="35"/>
                      <a:pt x="4617" y="18"/>
                    </a:cubicBezTo>
                    <a:cubicBezTo>
                      <a:pt x="4689" y="18"/>
                      <a:pt x="4757" y="1"/>
                      <a:pt x="4830" y="18"/>
                    </a:cubicBezTo>
                    <a:cubicBezTo>
                      <a:pt x="5094" y="52"/>
                      <a:pt x="5307" y="175"/>
                      <a:pt x="5486" y="389"/>
                    </a:cubicBezTo>
                    <a:cubicBezTo>
                      <a:pt x="5648" y="568"/>
                      <a:pt x="5733" y="781"/>
                      <a:pt x="5772" y="1011"/>
                    </a:cubicBezTo>
                    <a:cubicBezTo>
                      <a:pt x="5789" y="1135"/>
                      <a:pt x="5755" y="1262"/>
                      <a:pt x="5733" y="1386"/>
                    </a:cubicBezTo>
                    <a:cubicBezTo>
                      <a:pt x="5682" y="1599"/>
                      <a:pt x="5593" y="1812"/>
                      <a:pt x="5486" y="1987"/>
                    </a:cubicBezTo>
                    <a:cubicBezTo>
                      <a:pt x="5435" y="2077"/>
                      <a:pt x="5397" y="2149"/>
                      <a:pt x="5362" y="2238"/>
                    </a:cubicBezTo>
                    <a:cubicBezTo>
                      <a:pt x="5222" y="2520"/>
                      <a:pt x="5026" y="2754"/>
                      <a:pt x="4847" y="3001"/>
                    </a:cubicBezTo>
                    <a:cubicBezTo>
                      <a:pt x="4774" y="3091"/>
                      <a:pt x="4723" y="3198"/>
                      <a:pt x="4668" y="3304"/>
                    </a:cubicBezTo>
                    <a:cubicBezTo>
                      <a:pt x="4634" y="3355"/>
                      <a:pt x="4582" y="3428"/>
                      <a:pt x="4544" y="3500"/>
                    </a:cubicBezTo>
                    <a:cubicBezTo>
                      <a:pt x="4420" y="3675"/>
                      <a:pt x="4297" y="3871"/>
                      <a:pt x="4173" y="4050"/>
                    </a:cubicBezTo>
                    <a:cubicBezTo>
                      <a:pt x="4067" y="4191"/>
                      <a:pt x="3943" y="4331"/>
                      <a:pt x="3837" y="4493"/>
                    </a:cubicBezTo>
                    <a:cubicBezTo>
                      <a:pt x="3781" y="4566"/>
                      <a:pt x="3730" y="4651"/>
                      <a:pt x="3675" y="4740"/>
                    </a:cubicBezTo>
                    <a:cubicBezTo>
                      <a:pt x="3534" y="4902"/>
                      <a:pt x="3444" y="5077"/>
                      <a:pt x="3282" y="5222"/>
                    </a:cubicBezTo>
                    <a:cubicBezTo>
                      <a:pt x="3248" y="5239"/>
                      <a:pt x="3248" y="5273"/>
                      <a:pt x="3231" y="5290"/>
                    </a:cubicBezTo>
                    <a:cubicBezTo>
                      <a:pt x="3214" y="5329"/>
                      <a:pt x="3197" y="5363"/>
                      <a:pt x="3176" y="5380"/>
                    </a:cubicBezTo>
                    <a:cubicBezTo>
                      <a:pt x="3018" y="5503"/>
                      <a:pt x="2912" y="5682"/>
                      <a:pt x="2788" y="5844"/>
                    </a:cubicBezTo>
                    <a:cubicBezTo>
                      <a:pt x="2681" y="6002"/>
                      <a:pt x="2558" y="6164"/>
                      <a:pt x="2451" y="6322"/>
                    </a:cubicBezTo>
                    <a:cubicBezTo>
                      <a:pt x="2430" y="6339"/>
                      <a:pt x="2413" y="6339"/>
                      <a:pt x="2396" y="6356"/>
                    </a:cubicBezTo>
                    <a:cubicBezTo>
                      <a:pt x="2362" y="6394"/>
                      <a:pt x="2323" y="6445"/>
                      <a:pt x="2289" y="6501"/>
                    </a:cubicBezTo>
                    <a:cubicBezTo>
                      <a:pt x="2217" y="6552"/>
                      <a:pt x="2166" y="6624"/>
                      <a:pt x="2110" y="6676"/>
                    </a:cubicBezTo>
                    <a:cubicBezTo>
                      <a:pt x="2076" y="6714"/>
                      <a:pt x="2025" y="6714"/>
                      <a:pt x="1987" y="6714"/>
                    </a:cubicBezTo>
                    <a:cubicBezTo>
                      <a:pt x="1880" y="6676"/>
                      <a:pt x="1757" y="6659"/>
                      <a:pt x="1633" y="6607"/>
                    </a:cubicBezTo>
                    <a:cubicBezTo>
                      <a:pt x="1386" y="6501"/>
                      <a:pt x="1173" y="6356"/>
                      <a:pt x="938" y="6215"/>
                    </a:cubicBezTo>
                    <a:cubicBezTo>
                      <a:pt x="870" y="6164"/>
                      <a:pt x="815" y="6109"/>
                      <a:pt x="746" y="6058"/>
                    </a:cubicBezTo>
                    <a:close/>
                    <a:moveTo>
                      <a:pt x="3517" y="1420"/>
                    </a:moveTo>
                    <a:cubicBezTo>
                      <a:pt x="3427" y="1527"/>
                      <a:pt x="3372" y="1650"/>
                      <a:pt x="3338" y="1774"/>
                    </a:cubicBezTo>
                    <a:cubicBezTo>
                      <a:pt x="3265" y="1919"/>
                      <a:pt x="3282" y="2077"/>
                      <a:pt x="3372" y="2200"/>
                    </a:cubicBezTo>
                    <a:cubicBezTo>
                      <a:pt x="3444" y="2290"/>
                      <a:pt x="3496" y="2362"/>
                      <a:pt x="3568" y="2435"/>
                    </a:cubicBezTo>
                    <a:cubicBezTo>
                      <a:pt x="3658" y="2520"/>
                      <a:pt x="3798" y="2541"/>
                      <a:pt x="3922" y="2592"/>
                    </a:cubicBezTo>
                    <a:cubicBezTo>
                      <a:pt x="4101" y="2665"/>
                      <a:pt x="4280" y="2648"/>
                      <a:pt x="4455" y="2541"/>
                    </a:cubicBezTo>
                    <a:cubicBezTo>
                      <a:pt x="4689" y="2379"/>
                      <a:pt x="4830" y="2166"/>
                      <a:pt x="4881" y="1902"/>
                    </a:cubicBezTo>
                    <a:cubicBezTo>
                      <a:pt x="4902" y="1829"/>
                      <a:pt x="4902" y="1740"/>
                      <a:pt x="4864" y="1689"/>
                    </a:cubicBezTo>
                    <a:cubicBezTo>
                      <a:pt x="4740" y="1437"/>
                      <a:pt x="4600" y="1207"/>
                      <a:pt x="4331" y="1100"/>
                    </a:cubicBezTo>
                    <a:cubicBezTo>
                      <a:pt x="4207" y="1049"/>
                      <a:pt x="4067" y="1028"/>
                      <a:pt x="3943" y="1100"/>
                    </a:cubicBezTo>
                    <a:cubicBezTo>
                      <a:pt x="3764" y="1173"/>
                      <a:pt x="3623" y="1279"/>
                      <a:pt x="3517" y="142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1"/>
              <p:cNvSpPr/>
              <p:nvPr/>
            </p:nvSpPr>
            <p:spPr>
              <a:xfrm>
                <a:off x="4835403" y="922558"/>
                <a:ext cx="403266" cy="835658"/>
              </a:xfrm>
              <a:custGeom>
                <a:rect b="b" l="l" r="r" t="t"/>
                <a:pathLst>
                  <a:path extrusionOk="0" h="6484" w="3129">
                    <a:moveTo>
                      <a:pt x="1812" y="6483"/>
                    </a:moveTo>
                    <a:cubicBezTo>
                      <a:pt x="1705" y="6411"/>
                      <a:pt x="1599" y="6343"/>
                      <a:pt x="1492" y="6270"/>
                    </a:cubicBezTo>
                    <a:cubicBezTo>
                      <a:pt x="1352" y="6181"/>
                      <a:pt x="1194" y="6074"/>
                      <a:pt x="1032" y="5968"/>
                    </a:cubicBezTo>
                    <a:cubicBezTo>
                      <a:pt x="981" y="5917"/>
                      <a:pt x="908" y="5878"/>
                      <a:pt x="853" y="5827"/>
                    </a:cubicBezTo>
                    <a:cubicBezTo>
                      <a:pt x="712" y="5721"/>
                      <a:pt x="589" y="5614"/>
                      <a:pt x="465" y="5507"/>
                    </a:cubicBezTo>
                    <a:cubicBezTo>
                      <a:pt x="341" y="5435"/>
                      <a:pt x="235" y="5345"/>
                      <a:pt x="107" y="5277"/>
                    </a:cubicBezTo>
                    <a:cubicBezTo>
                      <a:pt x="73" y="5256"/>
                      <a:pt x="39" y="5239"/>
                      <a:pt x="0" y="5222"/>
                    </a:cubicBezTo>
                    <a:cubicBezTo>
                      <a:pt x="22" y="5188"/>
                      <a:pt x="22" y="5171"/>
                      <a:pt x="39" y="5171"/>
                    </a:cubicBezTo>
                    <a:cubicBezTo>
                      <a:pt x="179" y="5026"/>
                      <a:pt x="341" y="4885"/>
                      <a:pt x="482" y="4744"/>
                    </a:cubicBezTo>
                    <a:cubicBezTo>
                      <a:pt x="572" y="4638"/>
                      <a:pt x="661" y="4510"/>
                      <a:pt x="746" y="4403"/>
                    </a:cubicBezTo>
                    <a:cubicBezTo>
                      <a:pt x="768" y="4386"/>
                      <a:pt x="768" y="4352"/>
                      <a:pt x="768" y="4318"/>
                    </a:cubicBezTo>
                    <a:cubicBezTo>
                      <a:pt x="819" y="3943"/>
                      <a:pt x="819" y="3551"/>
                      <a:pt x="802" y="3163"/>
                    </a:cubicBezTo>
                    <a:cubicBezTo>
                      <a:pt x="802" y="3091"/>
                      <a:pt x="802" y="3018"/>
                      <a:pt x="853" y="2967"/>
                    </a:cubicBezTo>
                    <a:cubicBezTo>
                      <a:pt x="925" y="2878"/>
                      <a:pt x="998" y="2788"/>
                      <a:pt x="1066" y="2698"/>
                    </a:cubicBezTo>
                    <a:cubicBezTo>
                      <a:pt x="1104" y="2647"/>
                      <a:pt x="1155" y="2613"/>
                      <a:pt x="1194" y="2558"/>
                    </a:cubicBezTo>
                    <a:cubicBezTo>
                      <a:pt x="1262" y="2451"/>
                      <a:pt x="1334" y="2345"/>
                      <a:pt x="1424" y="2238"/>
                    </a:cubicBezTo>
                    <a:cubicBezTo>
                      <a:pt x="1531" y="2080"/>
                      <a:pt x="1654" y="1936"/>
                      <a:pt x="1761" y="1795"/>
                    </a:cubicBezTo>
                    <a:cubicBezTo>
                      <a:pt x="1867" y="1671"/>
                      <a:pt x="1991" y="1548"/>
                      <a:pt x="2097" y="1420"/>
                    </a:cubicBezTo>
                    <a:cubicBezTo>
                      <a:pt x="2187" y="1296"/>
                      <a:pt x="2276" y="1173"/>
                      <a:pt x="2366" y="1066"/>
                    </a:cubicBezTo>
                    <a:cubicBezTo>
                      <a:pt x="2451" y="942"/>
                      <a:pt x="2541" y="819"/>
                      <a:pt x="2630" y="695"/>
                    </a:cubicBezTo>
                    <a:cubicBezTo>
                      <a:pt x="2771" y="499"/>
                      <a:pt x="2916" y="286"/>
                      <a:pt x="3056" y="90"/>
                    </a:cubicBezTo>
                    <a:cubicBezTo>
                      <a:pt x="3074" y="56"/>
                      <a:pt x="3091" y="35"/>
                      <a:pt x="3112" y="0"/>
                    </a:cubicBezTo>
                    <a:cubicBezTo>
                      <a:pt x="3129" y="90"/>
                      <a:pt x="3129" y="162"/>
                      <a:pt x="3112" y="231"/>
                    </a:cubicBezTo>
                    <a:cubicBezTo>
                      <a:pt x="3074" y="461"/>
                      <a:pt x="3039" y="695"/>
                      <a:pt x="3005" y="942"/>
                    </a:cubicBezTo>
                    <a:cubicBezTo>
                      <a:pt x="2984" y="1121"/>
                      <a:pt x="2967" y="1296"/>
                      <a:pt x="2950" y="1475"/>
                    </a:cubicBezTo>
                    <a:cubicBezTo>
                      <a:pt x="2933" y="1654"/>
                      <a:pt x="2916" y="1829"/>
                      <a:pt x="2899" y="2025"/>
                    </a:cubicBezTo>
                    <a:cubicBezTo>
                      <a:pt x="2877" y="2132"/>
                      <a:pt x="2877" y="2255"/>
                      <a:pt x="2860" y="2379"/>
                    </a:cubicBezTo>
                    <a:lnTo>
                      <a:pt x="2860" y="2485"/>
                    </a:lnTo>
                    <a:cubicBezTo>
                      <a:pt x="2826" y="2647"/>
                      <a:pt x="2826" y="2826"/>
                      <a:pt x="2809" y="3001"/>
                    </a:cubicBezTo>
                    <a:cubicBezTo>
                      <a:pt x="2809" y="3180"/>
                      <a:pt x="2792" y="3359"/>
                      <a:pt x="2771" y="3534"/>
                    </a:cubicBezTo>
                    <a:cubicBezTo>
                      <a:pt x="2754" y="3623"/>
                      <a:pt x="2754" y="3730"/>
                      <a:pt x="2754" y="3837"/>
                    </a:cubicBezTo>
                    <a:cubicBezTo>
                      <a:pt x="2754" y="3977"/>
                      <a:pt x="2737" y="4139"/>
                      <a:pt x="2720" y="4280"/>
                    </a:cubicBezTo>
                    <a:cubicBezTo>
                      <a:pt x="2720" y="4442"/>
                      <a:pt x="2703" y="4617"/>
                      <a:pt x="2686" y="4779"/>
                    </a:cubicBezTo>
                    <a:cubicBezTo>
                      <a:pt x="2647" y="4958"/>
                      <a:pt x="2647" y="5132"/>
                      <a:pt x="2630" y="5294"/>
                    </a:cubicBezTo>
                    <a:cubicBezTo>
                      <a:pt x="2630" y="5328"/>
                      <a:pt x="2613" y="5345"/>
                      <a:pt x="2596" y="5384"/>
                    </a:cubicBezTo>
                    <a:cubicBezTo>
                      <a:pt x="2434" y="5614"/>
                      <a:pt x="2259" y="5861"/>
                      <a:pt x="2097" y="6091"/>
                    </a:cubicBezTo>
                    <a:cubicBezTo>
                      <a:pt x="2025" y="6181"/>
                      <a:pt x="1974" y="6270"/>
                      <a:pt x="1901" y="6377"/>
                    </a:cubicBezTo>
                    <a:cubicBezTo>
                      <a:pt x="1884" y="6411"/>
                      <a:pt x="1850" y="6428"/>
                      <a:pt x="1812" y="648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1"/>
              <p:cNvSpPr/>
              <p:nvPr/>
            </p:nvSpPr>
            <p:spPr>
              <a:xfrm>
                <a:off x="4203638" y="720991"/>
                <a:ext cx="721470" cy="570294"/>
              </a:xfrm>
              <a:custGeom>
                <a:rect b="b" l="l" r="r" t="t"/>
                <a:pathLst>
                  <a:path extrusionOk="0" h="4425" w="5598">
                    <a:moveTo>
                      <a:pt x="1654" y="4424"/>
                    </a:moveTo>
                    <a:cubicBezTo>
                      <a:pt x="1049" y="4071"/>
                      <a:pt x="533" y="3644"/>
                      <a:pt x="1" y="3252"/>
                    </a:cubicBezTo>
                    <a:cubicBezTo>
                      <a:pt x="22" y="3218"/>
                      <a:pt x="22" y="3197"/>
                      <a:pt x="22" y="3180"/>
                    </a:cubicBezTo>
                    <a:cubicBezTo>
                      <a:pt x="107" y="3073"/>
                      <a:pt x="180" y="2967"/>
                      <a:pt x="269" y="2860"/>
                    </a:cubicBezTo>
                    <a:cubicBezTo>
                      <a:pt x="410" y="2647"/>
                      <a:pt x="555" y="2434"/>
                      <a:pt x="712" y="2221"/>
                    </a:cubicBezTo>
                    <a:cubicBezTo>
                      <a:pt x="747" y="2170"/>
                      <a:pt x="802" y="2131"/>
                      <a:pt x="853" y="2097"/>
                    </a:cubicBezTo>
                    <a:cubicBezTo>
                      <a:pt x="998" y="2046"/>
                      <a:pt x="1139" y="1957"/>
                      <a:pt x="1279" y="1901"/>
                    </a:cubicBezTo>
                    <a:cubicBezTo>
                      <a:pt x="1458" y="1812"/>
                      <a:pt x="1654" y="1726"/>
                      <a:pt x="1851" y="1654"/>
                    </a:cubicBezTo>
                    <a:cubicBezTo>
                      <a:pt x="2187" y="1492"/>
                      <a:pt x="2524" y="1334"/>
                      <a:pt x="2878" y="1194"/>
                    </a:cubicBezTo>
                    <a:cubicBezTo>
                      <a:pt x="3325" y="1032"/>
                      <a:pt x="3752" y="836"/>
                      <a:pt x="4178" y="639"/>
                    </a:cubicBezTo>
                    <a:cubicBezTo>
                      <a:pt x="4335" y="588"/>
                      <a:pt x="4459" y="499"/>
                      <a:pt x="4621" y="426"/>
                    </a:cubicBezTo>
                    <a:cubicBezTo>
                      <a:pt x="4655" y="409"/>
                      <a:pt x="4711" y="409"/>
                      <a:pt x="4762" y="392"/>
                    </a:cubicBezTo>
                    <a:cubicBezTo>
                      <a:pt x="4924" y="320"/>
                      <a:pt x="5081" y="235"/>
                      <a:pt x="5243" y="162"/>
                    </a:cubicBezTo>
                    <a:cubicBezTo>
                      <a:pt x="5350" y="107"/>
                      <a:pt x="5456" y="56"/>
                      <a:pt x="5597" y="0"/>
                    </a:cubicBezTo>
                    <a:cubicBezTo>
                      <a:pt x="5542" y="107"/>
                      <a:pt x="5474" y="179"/>
                      <a:pt x="5401" y="269"/>
                    </a:cubicBezTo>
                    <a:cubicBezTo>
                      <a:pt x="5401" y="286"/>
                      <a:pt x="5384" y="303"/>
                      <a:pt x="5367" y="320"/>
                    </a:cubicBezTo>
                    <a:cubicBezTo>
                      <a:pt x="5222" y="516"/>
                      <a:pt x="5064" y="712"/>
                      <a:pt x="4924" y="908"/>
                    </a:cubicBezTo>
                    <a:cubicBezTo>
                      <a:pt x="4745" y="1211"/>
                      <a:pt x="4514" y="1492"/>
                      <a:pt x="4301" y="1795"/>
                    </a:cubicBezTo>
                    <a:cubicBezTo>
                      <a:pt x="4122" y="2046"/>
                      <a:pt x="3965" y="2293"/>
                      <a:pt x="3786" y="2540"/>
                    </a:cubicBezTo>
                    <a:cubicBezTo>
                      <a:pt x="3679" y="2685"/>
                      <a:pt x="3590" y="2826"/>
                      <a:pt x="3483" y="2967"/>
                    </a:cubicBezTo>
                    <a:cubicBezTo>
                      <a:pt x="3466" y="3005"/>
                      <a:pt x="3432" y="3039"/>
                      <a:pt x="3393" y="3056"/>
                    </a:cubicBezTo>
                    <a:cubicBezTo>
                      <a:pt x="3197" y="3112"/>
                      <a:pt x="3006" y="3180"/>
                      <a:pt x="2827" y="3235"/>
                    </a:cubicBezTo>
                    <a:cubicBezTo>
                      <a:pt x="2631" y="3303"/>
                      <a:pt x="2417" y="3376"/>
                      <a:pt x="2221" y="3448"/>
                    </a:cubicBezTo>
                    <a:cubicBezTo>
                      <a:pt x="2204" y="3465"/>
                      <a:pt x="2170" y="3482"/>
                      <a:pt x="2170" y="3517"/>
                    </a:cubicBezTo>
                    <a:cubicBezTo>
                      <a:pt x="2115" y="3679"/>
                      <a:pt x="2008" y="3802"/>
                      <a:pt x="1919" y="3943"/>
                    </a:cubicBezTo>
                    <a:cubicBezTo>
                      <a:pt x="1851" y="4071"/>
                      <a:pt x="1778" y="4194"/>
                      <a:pt x="1689" y="4318"/>
                    </a:cubicBezTo>
                    <a:cubicBezTo>
                      <a:pt x="1689" y="4352"/>
                      <a:pt x="1671" y="4390"/>
                      <a:pt x="1654" y="44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1"/>
              <p:cNvSpPr/>
              <p:nvPr/>
            </p:nvSpPr>
            <p:spPr>
              <a:xfrm>
                <a:off x="4494775" y="1128507"/>
                <a:ext cx="430330" cy="350682"/>
              </a:xfrm>
              <a:custGeom>
                <a:rect b="b" l="l" r="r" t="t"/>
                <a:pathLst>
                  <a:path extrusionOk="0" h="2721" w="3339">
                    <a:moveTo>
                      <a:pt x="3304" y="1476"/>
                    </a:moveTo>
                    <a:cubicBezTo>
                      <a:pt x="3338" y="1778"/>
                      <a:pt x="3338" y="2558"/>
                      <a:pt x="3266" y="2720"/>
                    </a:cubicBezTo>
                    <a:lnTo>
                      <a:pt x="3176" y="2720"/>
                    </a:lnTo>
                    <a:cubicBezTo>
                      <a:pt x="2856" y="2699"/>
                      <a:pt x="2558" y="2592"/>
                      <a:pt x="2290" y="2452"/>
                    </a:cubicBezTo>
                    <a:cubicBezTo>
                      <a:pt x="2111" y="2362"/>
                      <a:pt x="1936" y="2294"/>
                      <a:pt x="1757" y="2204"/>
                    </a:cubicBezTo>
                    <a:cubicBezTo>
                      <a:pt x="1510" y="2060"/>
                      <a:pt x="1279" y="1919"/>
                      <a:pt x="1045" y="1723"/>
                    </a:cubicBezTo>
                    <a:cubicBezTo>
                      <a:pt x="887" y="1582"/>
                      <a:pt x="708" y="1420"/>
                      <a:pt x="551" y="1245"/>
                    </a:cubicBezTo>
                    <a:cubicBezTo>
                      <a:pt x="461" y="1139"/>
                      <a:pt x="372" y="1015"/>
                      <a:pt x="282" y="909"/>
                    </a:cubicBezTo>
                    <a:cubicBezTo>
                      <a:pt x="214" y="802"/>
                      <a:pt x="158" y="713"/>
                      <a:pt x="86" y="606"/>
                    </a:cubicBezTo>
                    <a:cubicBezTo>
                      <a:pt x="52" y="551"/>
                      <a:pt x="35" y="482"/>
                      <a:pt x="1" y="410"/>
                    </a:cubicBezTo>
                    <a:cubicBezTo>
                      <a:pt x="389" y="248"/>
                      <a:pt x="781" y="124"/>
                      <a:pt x="1173" y="1"/>
                    </a:cubicBezTo>
                    <a:cubicBezTo>
                      <a:pt x="1258" y="163"/>
                      <a:pt x="1403" y="286"/>
                      <a:pt x="1527" y="410"/>
                    </a:cubicBezTo>
                    <a:cubicBezTo>
                      <a:pt x="1706" y="568"/>
                      <a:pt x="1880" y="730"/>
                      <a:pt x="2076" y="887"/>
                    </a:cubicBezTo>
                    <a:cubicBezTo>
                      <a:pt x="2132" y="926"/>
                      <a:pt x="2183" y="960"/>
                      <a:pt x="2238" y="994"/>
                    </a:cubicBezTo>
                    <a:cubicBezTo>
                      <a:pt x="2469" y="1139"/>
                      <a:pt x="2682" y="1280"/>
                      <a:pt x="2929" y="1369"/>
                    </a:cubicBezTo>
                    <a:cubicBezTo>
                      <a:pt x="3053" y="1420"/>
                      <a:pt x="3176" y="1441"/>
                      <a:pt x="3304" y="147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1"/>
              <p:cNvSpPr/>
              <p:nvPr/>
            </p:nvSpPr>
            <p:spPr>
              <a:xfrm>
                <a:off x="4428274" y="1204417"/>
                <a:ext cx="480851" cy="384578"/>
              </a:xfrm>
              <a:custGeom>
                <a:rect b="b" l="l" r="r" t="t"/>
                <a:pathLst>
                  <a:path extrusionOk="0" h="2984" w="3731">
                    <a:moveTo>
                      <a:pt x="3731" y="2255"/>
                    </a:moveTo>
                    <a:cubicBezTo>
                      <a:pt x="3641" y="2361"/>
                      <a:pt x="3552" y="2451"/>
                      <a:pt x="3462" y="2557"/>
                    </a:cubicBezTo>
                    <a:cubicBezTo>
                      <a:pt x="3372" y="2643"/>
                      <a:pt x="3266" y="2715"/>
                      <a:pt x="3198" y="2822"/>
                    </a:cubicBezTo>
                    <a:cubicBezTo>
                      <a:pt x="3074" y="2984"/>
                      <a:pt x="2912" y="2984"/>
                      <a:pt x="2754" y="2945"/>
                    </a:cubicBezTo>
                    <a:cubicBezTo>
                      <a:pt x="2435" y="2856"/>
                      <a:pt x="2132" y="2715"/>
                      <a:pt x="1847" y="2557"/>
                    </a:cubicBezTo>
                    <a:cubicBezTo>
                      <a:pt x="1616" y="2430"/>
                      <a:pt x="1403" y="2289"/>
                      <a:pt x="1173" y="2148"/>
                    </a:cubicBezTo>
                    <a:cubicBezTo>
                      <a:pt x="1118" y="2110"/>
                      <a:pt x="1067" y="2059"/>
                      <a:pt x="1011" y="2025"/>
                    </a:cubicBezTo>
                    <a:cubicBezTo>
                      <a:pt x="747" y="1773"/>
                      <a:pt x="495" y="1509"/>
                      <a:pt x="265" y="1206"/>
                    </a:cubicBezTo>
                    <a:cubicBezTo>
                      <a:pt x="197" y="1117"/>
                      <a:pt x="125" y="1027"/>
                      <a:pt x="69" y="938"/>
                    </a:cubicBezTo>
                    <a:cubicBezTo>
                      <a:pt x="18" y="852"/>
                      <a:pt x="1" y="780"/>
                      <a:pt x="52" y="673"/>
                    </a:cubicBezTo>
                    <a:cubicBezTo>
                      <a:pt x="159" y="511"/>
                      <a:pt x="248" y="337"/>
                      <a:pt x="355" y="158"/>
                    </a:cubicBezTo>
                    <a:cubicBezTo>
                      <a:pt x="372" y="107"/>
                      <a:pt x="410" y="51"/>
                      <a:pt x="444" y="0"/>
                    </a:cubicBezTo>
                    <a:cubicBezTo>
                      <a:pt x="461" y="17"/>
                      <a:pt x="478" y="17"/>
                      <a:pt x="495" y="34"/>
                    </a:cubicBezTo>
                    <a:cubicBezTo>
                      <a:pt x="623" y="264"/>
                      <a:pt x="781" y="477"/>
                      <a:pt x="960" y="673"/>
                    </a:cubicBezTo>
                    <a:cubicBezTo>
                      <a:pt x="1241" y="1010"/>
                      <a:pt x="1561" y="1296"/>
                      <a:pt x="1936" y="1526"/>
                    </a:cubicBezTo>
                    <a:cubicBezTo>
                      <a:pt x="2307" y="1756"/>
                      <a:pt x="2699" y="1952"/>
                      <a:pt x="3091" y="2110"/>
                    </a:cubicBezTo>
                    <a:cubicBezTo>
                      <a:pt x="3266" y="2182"/>
                      <a:pt x="3445" y="2216"/>
                      <a:pt x="3641" y="2238"/>
                    </a:cubicBezTo>
                    <a:cubicBezTo>
                      <a:pt x="3658" y="2255"/>
                      <a:pt x="3692" y="2255"/>
                      <a:pt x="3731" y="22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1"/>
              <p:cNvSpPr/>
              <p:nvPr/>
            </p:nvSpPr>
            <p:spPr>
              <a:xfrm>
                <a:off x="5096383" y="581415"/>
                <a:ext cx="185716" cy="188036"/>
              </a:xfrm>
              <a:custGeom>
                <a:rect b="b" l="l" r="r" t="t"/>
                <a:pathLst>
                  <a:path extrusionOk="0" h="1459" w="1441">
                    <a:moveTo>
                      <a:pt x="1228" y="1173"/>
                    </a:moveTo>
                    <a:cubicBezTo>
                      <a:pt x="1155" y="1245"/>
                      <a:pt x="1087" y="1318"/>
                      <a:pt x="997" y="1352"/>
                    </a:cubicBezTo>
                    <a:cubicBezTo>
                      <a:pt x="852" y="1458"/>
                      <a:pt x="695" y="1424"/>
                      <a:pt x="533" y="1369"/>
                    </a:cubicBezTo>
                    <a:cubicBezTo>
                      <a:pt x="516" y="1369"/>
                      <a:pt x="482" y="1352"/>
                      <a:pt x="465" y="1352"/>
                    </a:cubicBezTo>
                    <a:cubicBezTo>
                      <a:pt x="269" y="1296"/>
                      <a:pt x="145" y="1156"/>
                      <a:pt x="55" y="998"/>
                    </a:cubicBezTo>
                    <a:cubicBezTo>
                      <a:pt x="0" y="908"/>
                      <a:pt x="0" y="819"/>
                      <a:pt x="21" y="729"/>
                    </a:cubicBezTo>
                    <a:cubicBezTo>
                      <a:pt x="107" y="444"/>
                      <a:pt x="269" y="231"/>
                      <a:pt x="516" y="90"/>
                    </a:cubicBezTo>
                    <a:cubicBezTo>
                      <a:pt x="678" y="0"/>
                      <a:pt x="835" y="18"/>
                      <a:pt x="980" y="107"/>
                    </a:cubicBezTo>
                    <a:cubicBezTo>
                      <a:pt x="1121" y="197"/>
                      <a:pt x="1211" y="320"/>
                      <a:pt x="1300" y="444"/>
                    </a:cubicBezTo>
                    <a:cubicBezTo>
                      <a:pt x="1424" y="589"/>
                      <a:pt x="1441" y="746"/>
                      <a:pt x="1351" y="925"/>
                    </a:cubicBezTo>
                    <a:cubicBezTo>
                      <a:pt x="1317" y="1015"/>
                      <a:pt x="1262" y="1083"/>
                      <a:pt x="1228" y="11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1"/>
              <p:cNvSpPr/>
              <p:nvPr/>
            </p:nvSpPr>
            <p:spPr>
              <a:xfrm>
                <a:off x="4185466" y="423795"/>
                <a:ext cx="1236217" cy="1350405"/>
              </a:xfrm>
              <a:custGeom>
                <a:rect b="b" l="l" r="r" t="t"/>
                <a:pathLst>
                  <a:path extrusionOk="0" h="10478" w="9592">
                    <a:moveTo>
                      <a:pt x="6893" y="10477"/>
                    </a:moveTo>
                    <a:cubicBezTo>
                      <a:pt x="6770" y="10405"/>
                      <a:pt x="6680" y="10353"/>
                      <a:pt x="6574" y="10281"/>
                    </a:cubicBezTo>
                    <a:cubicBezTo>
                      <a:pt x="6467" y="10230"/>
                      <a:pt x="6377" y="10157"/>
                      <a:pt x="6271" y="10085"/>
                    </a:cubicBezTo>
                    <a:cubicBezTo>
                      <a:pt x="6075" y="9944"/>
                      <a:pt x="5879" y="9804"/>
                      <a:pt x="5683" y="9659"/>
                    </a:cubicBezTo>
                    <a:cubicBezTo>
                      <a:pt x="5542" y="9552"/>
                      <a:pt x="5401" y="9446"/>
                      <a:pt x="5256" y="9339"/>
                    </a:cubicBezTo>
                    <a:cubicBezTo>
                      <a:pt x="5171" y="9288"/>
                      <a:pt x="5082" y="9215"/>
                      <a:pt x="4992" y="9164"/>
                    </a:cubicBezTo>
                    <a:cubicBezTo>
                      <a:pt x="4975" y="9147"/>
                      <a:pt x="4937" y="9126"/>
                      <a:pt x="4903" y="9126"/>
                    </a:cubicBezTo>
                    <a:cubicBezTo>
                      <a:pt x="4673" y="9147"/>
                      <a:pt x="4442" y="9075"/>
                      <a:pt x="4229" y="8985"/>
                    </a:cubicBezTo>
                    <a:cubicBezTo>
                      <a:pt x="3978" y="8862"/>
                      <a:pt x="3731" y="8738"/>
                      <a:pt x="3500" y="8631"/>
                    </a:cubicBezTo>
                    <a:cubicBezTo>
                      <a:pt x="3411" y="8576"/>
                      <a:pt x="3321" y="8508"/>
                      <a:pt x="3232" y="8452"/>
                    </a:cubicBezTo>
                    <a:cubicBezTo>
                      <a:pt x="2985" y="8312"/>
                      <a:pt x="2772" y="8116"/>
                      <a:pt x="2575" y="7903"/>
                    </a:cubicBezTo>
                    <a:cubicBezTo>
                      <a:pt x="2401" y="7724"/>
                      <a:pt x="2239" y="7549"/>
                      <a:pt x="2098" y="7370"/>
                    </a:cubicBezTo>
                    <a:cubicBezTo>
                      <a:pt x="1992" y="7246"/>
                      <a:pt x="1902" y="7123"/>
                      <a:pt x="1812" y="6995"/>
                    </a:cubicBezTo>
                    <a:lnTo>
                      <a:pt x="1812" y="6978"/>
                    </a:lnTo>
                    <a:cubicBezTo>
                      <a:pt x="1761" y="6820"/>
                      <a:pt x="1633" y="6748"/>
                      <a:pt x="1510" y="6658"/>
                    </a:cubicBezTo>
                    <a:cubicBezTo>
                      <a:pt x="1314" y="6534"/>
                      <a:pt x="1122" y="6411"/>
                      <a:pt x="926" y="6270"/>
                    </a:cubicBezTo>
                    <a:cubicBezTo>
                      <a:pt x="764" y="6142"/>
                      <a:pt x="623" y="6036"/>
                      <a:pt x="461" y="5912"/>
                    </a:cubicBezTo>
                    <a:cubicBezTo>
                      <a:pt x="321" y="5806"/>
                      <a:pt x="197" y="5716"/>
                      <a:pt x="56" y="5609"/>
                    </a:cubicBezTo>
                    <a:cubicBezTo>
                      <a:pt x="1" y="5558"/>
                      <a:pt x="1" y="5524"/>
                      <a:pt x="56" y="5469"/>
                    </a:cubicBezTo>
                    <a:cubicBezTo>
                      <a:pt x="125" y="5379"/>
                      <a:pt x="197" y="5290"/>
                      <a:pt x="270" y="5183"/>
                    </a:cubicBezTo>
                    <a:cubicBezTo>
                      <a:pt x="338" y="5115"/>
                      <a:pt x="393" y="5026"/>
                      <a:pt x="444" y="4936"/>
                    </a:cubicBezTo>
                    <a:cubicBezTo>
                      <a:pt x="568" y="4757"/>
                      <a:pt x="696" y="4582"/>
                      <a:pt x="819" y="4403"/>
                    </a:cubicBezTo>
                    <a:cubicBezTo>
                      <a:pt x="836" y="4369"/>
                      <a:pt x="853" y="4352"/>
                      <a:pt x="870" y="4331"/>
                    </a:cubicBezTo>
                    <a:cubicBezTo>
                      <a:pt x="1050" y="4263"/>
                      <a:pt x="1207" y="4190"/>
                      <a:pt x="1386" y="4118"/>
                    </a:cubicBezTo>
                    <a:cubicBezTo>
                      <a:pt x="1582" y="4032"/>
                      <a:pt x="1795" y="3960"/>
                      <a:pt x="1992" y="3870"/>
                    </a:cubicBezTo>
                    <a:cubicBezTo>
                      <a:pt x="2060" y="3853"/>
                      <a:pt x="2115" y="3819"/>
                      <a:pt x="2188" y="3798"/>
                    </a:cubicBezTo>
                    <a:cubicBezTo>
                      <a:pt x="2362" y="3713"/>
                      <a:pt x="2541" y="3640"/>
                      <a:pt x="2720" y="3551"/>
                    </a:cubicBezTo>
                    <a:cubicBezTo>
                      <a:pt x="2789" y="3517"/>
                      <a:pt x="2861" y="3500"/>
                      <a:pt x="2933" y="3461"/>
                    </a:cubicBezTo>
                    <a:cubicBezTo>
                      <a:pt x="3360" y="3286"/>
                      <a:pt x="3765" y="3107"/>
                      <a:pt x="4191" y="2911"/>
                    </a:cubicBezTo>
                    <a:cubicBezTo>
                      <a:pt x="4459" y="2805"/>
                      <a:pt x="4724" y="2681"/>
                      <a:pt x="4992" y="2541"/>
                    </a:cubicBezTo>
                    <a:cubicBezTo>
                      <a:pt x="5278" y="2413"/>
                      <a:pt x="5542" y="2272"/>
                      <a:pt x="5828" y="2131"/>
                    </a:cubicBezTo>
                    <a:cubicBezTo>
                      <a:pt x="5862" y="2114"/>
                      <a:pt x="5879" y="2093"/>
                      <a:pt x="5896" y="2059"/>
                    </a:cubicBezTo>
                    <a:cubicBezTo>
                      <a:pt x="6130" y="1773"/>
                      <a:pt x="6343" y="1475"/>
                      <a:pt x="6574" y="1189"/>
                    </a:cubicBezTo>
                    <a:cubicBezTo>
                      <a:pt x="6663" y="1083"/>
                      <a:pt x="6787" y="993"/>
                      <a:pt x="6876" y="870"/>
                    </a:cubicBezTo>
                    <a:cubicBezTo>
                      <a:pt x="6961" y="746"/>
                      <a:pt x="7068" y="640"/>
                      <a:pt x="7175" y="533"/>
                    </a:cubicBezTo>
                    <a:cubicBezTo>
                      <a:pt x="7337" y="409"/>
                      <a:pt x="7516" y="303"/>
                      <a:pt x="7690" y="213"/>
                    </a:cubicBezTo>
                    <a:cubicBezTo>
                      <a:pt x="7797" y="158"/>
                      <a:pt x="7886" y="107"/>
                      <a:pt x="7993" y="68"/>
                    </a:cubicBezTo>
                    <a:cubicBezTo>
                      <a:pt x="8099" y="34"/>
                      <a:pt x="8223" y="34"/>
                      <a:pt x="8330" y="17"/>
                    </a:cubicBezTo>
                    <a:cubicBezTo>
                      <a:pt x="8385" y="17"/>
                      <a:pt x="8419" y="0"/>
                      <a:pt x="8475" y="0"/>
                    </a:cubicBezTo>
                    <a:lnTo>
                      <a:pt x="8543" y="0"/>
                    </a:lnTo>
                    <a:cubicBezTo>
                      <a:pt x="8722" y="51"/>
                      <a:pt x="8901" y="90"/>
                      <a:pt x="9059" y="213"/>
                    </a:cubicBezTo>
                    <a:cubicBezTo>
                      <a:pt x="9272" y="388"/>
                      <a:pt x="9434" y="601"/>
                      <a:pt x="9519" y="887"/>
                    </a:cubicBezTo>
                    <a:cubicBezTo>
                      <a:pt x="9591" y="1083"/>
                      <a:pt x="9557" y="1279"/>
                      <a:pt x="9519" y="1475"/>
                    </a:cubicBezTo>
                    <a:cubicBezTo>
                      <a:pt x="9468" y="1812"/>
                      <a:pt x="9306" y="2076"/>
                      <a:pt x="9148" y="2379"/>
                    </a:cubicBezTo>
                    <a:cubicBezTo>
                      <a:pt x="9059" y="2541"/>
                      <a:pt x="8969" y="2698"/>
                      <a:pt x="8845" y="2839"/>
                    </a:cubicBezTo>
                    <a:cubicBezTo>
                      <a:pt x="8722" y="3035"/>
                      <a:pt x="8581" y="3214"/>
                      <a:pt x="8453" y="3410"/>
                    </a:cubicBezTo>
                    <a:cubicBezTo>
                      <a:pt x="8419" y="3461"/>
                      <a:pt x="8385" y="3534"/>
                      <a:pt x="8347" y="3585"/>
                    </a:cubicBezTo>
                    <a:cubicBezTo>
                      <a:pt x="8296" y="3691"/>
                      <a:pt x="8296" y="3798"/>
                      <a:pt x="8279" y="3905"/>
                    </a:cubicBezTo>
                    <a:cubicBezTo>
                      <a:pt x="8261" y="4101"/>
                      <a:pt x="8240" y="4280"/>
                      <a:pt x="8206" y="4476"/>
                    </a:cubicBezTo>
                    <a:cubicBezTo>
                      <a:pt x="8189" y="4672"/>
                      <a:pt x="8155" y="4864"/>
                      <a:pt x="8134" y="5060"/>
                    </a:cubicBezTo>
                    <a:cubicBezTo>
                      <a:pt x="8099" y="5290"/>
                      <a:pt x="8082" y="5541"/>
                      <a:pt x="8048" y="5788"/>
                    </a:cubicBezTo>
                    <a:cubicBezTo>
                      <a:pt x="8010" y="6215"/>
                      <a:pt x="7959" y="6641"/>
                      <a:pt x="7942" y="7084"/>
                    </a:cubicBezTo>
                    <a:cubicBezTo>
                      <a:pt x="7942" y="7387"/>
                      <a:pt x="7903" y="7690"/>
                      <a:pt x="7886" y="7992"/>
                    </a:cubicBezTo>
                    <a:cubicBezTo>
                      <a:pt x="7869" y="8205"/>
                      <a:pt x="7835" y="8418"/>
                      <a:pt x="7814" y="8631"/>
                    </a:cubicBezTo>
                    <a:cubicBezTo>
                      <a:pt x="7814" y="8806"/>
                      <a:pt x="7797" y="8985"/>
                      <a:pt x="7780" y="9147"/>
                    </a:cubicBezTo>
                    <a:cubicBezTo>
                      <a:pt x="7780" y="9198"/>
                      <a:pt x="7763" y="9232"/>
                      <a:pt x="7746" y="9271"/>
                    </a:cubicBezTo>
                    <a:cubicBezTo>
                      <a:pt x="7567" y="9535"/>
                      <a:pt x="7371" y="9804"/>
                      <a:pt x="7196" y="10068"/>
                    </a:cubicBezTo>
                    <a:cubicBezTo>
                      <a:pt x="7123" y="10157"/>
                      <a:pt x="7051" y="10264"/>
                      <a:pt x="6983" y="10371"/>
                    </a:cubicBezTo>
                    <a:cubicBezTo>
                      <a:pt x="6961" y="10405"/>
                      <a:pt x="6927" y="10443"/>
                      <a:pt x="6893" y="10477"/>
                    </a:cubicBezTo>
                    <a:close/>
                    <a:moveTo>
                      <a:pt x="4617" y="6321"/>
                    </a:moveTo>
                    <a:cubicBezTo>
                      <a:pt x="4852" y="6462"/>
                      <a:pt x="5065" y="6607"/>
                      <a:pt x="5312" y="6713"/>
                    </a:cubicBezTo>
                    <a:cubicBezTo>
                      <a:pt x="5436" y="6765"/>
                      <a:pt x="5559" y="6782"/>
                      <a:pt x="5666" y="6820"/>
                    </a:cubicBezTo>
                    <a:cubicBezTo>
                      <a:pt x="5704" y="6820"/>
                      <a:pt x="5755" y="6820"/>
                      <a:pt x="5789" y="6782"/>
                    </a:cubicBezTo>
                    <a:cubicBezTo>
                      <a:pt x="5845" y="6730"/>
                      <a:pt x="5896" y="6658"/>
                      <a:pt x="5968" y="6607"/>
                    </a:cubicBezTo>
                    <a:cubicBezTo>
                      <a:pt x="6002" y="6551"/>
                      <a:pt x="6041" y="6500"/>
                      <a:pt x="6075" y="6462"/>
                    </a:cubicBezTo>
                    <a:cubicBezTo>
                      <a:pt x="6092" y="6445"/>
                      <a:pt x="6109" y="6445"/>
                      <a:pt x="6130" y="6428"/>
                    </a:cubicBezTo>
                    <a:cubicBezTo>
                      <a:pt x="6237" y="6270"/>
                      <a:pt x="6360" y="6108"/>
                      <a:pt x="6467" y="5950"/>
                    </a:cubicBezTo>
                    <a:cubicBezTo>
                      <a:pt x="6591" y="5788"/>
                      <a:pt x="6697" y="5609"/>
                      <a:pt x="6855" y="5486"/>
                    </a:cubicBezTo>
                    <a:cubicBezTo>
                      <a:pt x="6876" y="5469"/>
                      <a:pt x="6893" y="5435"/>
                      <a:pt x="6910" y="5396"/>
                    </a:cubicBezTo>
                    <a:cubicBezTo>
                      <a:pt x="6927" y="5379"/>
                      <a:pt x="6927" y="5345"/>
                      <a:pt x="6961" y="5328"/>
                    </a:cubicBezTo>
                    <a:cubicBezTo>
                      <a:pt x="7123" y="5183"/>
                      <a:pt x="7213" y="5008"/>
                      <a:pt x="7354" y="4846"/>
                    </a:cubicBezTo>
                    <a:cubicBezTo>
                      <a:pt x="7409" y="4757"/>
                      <a:pt x="7460" y="4672"/>
                      <a:pt x="7516" y="4599"/>
                    </a:cubicBezTo>
                    <a:cubicBezTo>
                      <a:pt x="7622" y="4437"/>
                      <a:pt x="7746" y="4297"/>
                      <a:pt x="7852" y="4156"/>
                    </a:cubicBezTo>
                    <a:cubicBezTo>
                      <a:pt x="7976" y="3977"/>
                      <a:pt x="8099" y="3781"/>
                      <a:pt x="8223" y="3606"/>
                    </a:cubicBezTo>
                    <a:cubicBezTo>
                      <a:pt x="8261" y="3534"/>
                      <a:pt x="8313" y="3461"/>
                      <a:pt x="8347" y="3410"/>
                    </a:cubicBezTo>
                    <a:cubicBezTo>
                      <a:pt x="8402" y="3304"/>
                      <a:pt x="8453" y="3197"/>
                      <a:pt x="8526" y="3107"/>
                    </a:cubicBezTo>
                    <a:cubicBezTo>
                      <a:pt x="8705" y="2860"/>
                      <a:pt x="8901" y="2626"/>
                      <a:pt x="9041" y="2344"/>
                    </a:cubicBezTo>
                    <a:cubicBezTo>
                      <a:pt x="9076" y="2255"/>
                      <a:pt x="9114" y="2183"/>
                      <a:pt x="9165" y="2093"/>
                    </a:cubicBezTo>
                    <a:cubicBezTo>
                      <a:pt x="9272" y="1918"/>
                      <a:pt x="9361" y="1705"/>
                      <a:pt x="9412" y="1492"/>
                    </a:cubicBezTo>
                    <a:cubicBezTo>
                      <a:pt x="9434" y="1368"/>
                      <a:pt x="9468" y="1241"/>
                      <a:pt x="9451" y="1117"/>
                    </a:cubicBezTo>
                    <a:cubicBezTo>
                      <a:pt x="9412" y="887"/>
                      <a:pt x="9327" y="674"/>
                      <a:pt x="9165" y="495"/>
                    </a:cubicBezTo>
                    <a:cubicBezTo>
                      <a:pt x="8986" y="281"/>
                      <a:pt x="8773" y="158"/>
                      <a:pt x="8509" y="124"/>
                    </a:cubicBezTo>
                    <a:cubicBezTo>
                      <a:pt x="8436" y="107"/>
                      <a:pt x="8368" y="124"/>
                      <a:pt x="8296" y="124"/>
                    </a:cubicBezTo>
                    <a:cubicBezTo>
                      <a:pt x="8206" y="141"/>
                      <a:pt x="8099" y="158"/>
                      <a:pt x="8010" y="196"/>
                    </a:cubicBezTo>
                    <a:cubicBezTo>
                      <a:pt x="7601" y="337"/>
                      <a:pt x="7264" y="567"/>
                      <a:pt x="6983" y="904"/>
                    </a:cubicBezTo>
                    <a:cubicBezTo>
                      <a:pt x="6910" y="976"/>
                      <a:pt x="6838" y="1066"/>
                      <a:pt x="6770" y="1134"/>
                    </a:cubicBezTo>
                    <a:cubicBezTo>
                      <a:pt x="6642" y="1279"/>
                      <a:pt x="6535" y="1403"/>
                      <a:pt x="6412" y="1543"/>
                    </a:cubicBezTo>
                    <a:cubicBezTo>
                      <a:pt x="6305" y="1688"/>
                      <a:pt x="6216" y="1829"/>
                      <a:pt x="6130" y="1952"/>
                    </a:cubicBezTo>
                    <a:cubicBezTo>
                      <a:pt x="6058" y="2059"/>
                      <a:pt x="5985" y="2148"/>
                      <a:pt x="5917" y="2238"/>
                    </a:cubicBezTo>
                    <a:cubicBezTo>
                      <a:pt x="5828" y="2362"/>
                      <a:pt x="5755" y="2468"/>
                      <a:pt x="5666" y="2592"/>
                    </a:cubicBezTo>
                    <a:cubicBezTo>
                      <a:pt x="5525" y="2788"/>
                      <a:pt x="5346" y="3001"/>
                      <a:pt x="5205" y="3214"/>
                    </a:cubicBezTo>
                    <a:cubicBezTo>
                      <a:pt x="5099" y="3372"/>
                      <a:pt x="4992" y="3517"/>
                      <a:pt x="4886" y="3674"/>
                    </a:cubicBezTo>
                    <a:cubicBezTo>
                      <a:pt x="4830" y="3747"/>
                      <a:pt x="4779" y="3819"/>
                      <a:pt x="4724" y="3887"/>
                    </a:cubicBezTo>
                    <a:cubicBezTo>
                      <a:pt x="4617" y="4049"/>
                      <a:pt x="4511" y="4207"/>
                      <a:pt x="4387" y="4369"/>
                    </a:cubicBezTo>
                    <a:cubicBezTo>
                      <a:pt x="4297" y="4510"/>
                      <a:pt x="4174" y="4650"/>
                      <a:pt x="4067" y="4795"/>
                    </a:cubicBezTo>
                    <a:cubicBezTo>
                      <a:pt x="3978" y="4953"/>
                      <a:pt x="3893" y="5098"/>
                      <a:pt x="3786" y="5239"/>
                    </a:cubicBezTo>
                    <a:cubicBezTo>
                      <a:pt x="3765" y="5290"/>
                      <a:pt x="3731" y="5328"/>
                      <a:pt x="3696" y="5379"/>
                    </a:cubicBezTo>
                    <a:cubicBezTo>
                      <a:pt x="3679" y="5418"/>
                      <a:pt x="3679" y="5452"/>
                      <a:pt x="3696" y="5469"/>
                    </a:cubicBezTo>
                    <a:cubicBezTo>
                      <a:pt x="3748" y="5541"/>
                      <a:pt x="3803" y="5609"/>
                      <a:pt x="3854" y="5665"/>
                    </a:cubicBezTo>
                    <a:cubicBezTo>
                      <a:pt x="4033" y="5844"/>
                      <a:pt x="4229" y="6002"/>
                      <a:pt x="4425" y="6181"/>
                    </a:cubicBezTo>
                    <a:moveTo>
                      <a:pt x="6855" y="10353"/>
                    </a:moveTo>
                    <a:cubicBezTo>
                      <a:pt x="6893" y="10298"/>
                      <a:pt x="6927" y="10281"/>
                      <a:pt x="6944" y="10247"/>
                    </a:cubicBezTo>
                    <a:cubicBezTo>
                      <a:pt x="7017" y="10140"/>
                      <a:pt x="7068" y="10051"/>
                      <a:pt x="7140" y="9961"/>
                    </a:cubicBezTo>
                    <a:cubicBezTo>
                      <a:pt x="7302" y="9731"/>
                      <a:pt x="7477" y="9484"/>
                      <a:pt x="7639" y="9254"/>
                    </a:cubicBezTo>
                    <a:cubicBezTo>
                      <a:pt x="7656" y="9215"/>
                      <a:pt x="7673" y="9198"/>
                      <a:pt x="7673" y="9164"/>
                    </a:cubicBezTo>
                    <a:cubicBezTo>
                      <a:pt x="7690" y="9002"/>
                      <a:pt x="7690" y="8828"/>
                      <a:pt x="7729" y="8649"/>
                    </a:cubicBezTo>
                    <a:cubicBezTo>
                      <a:pt x="7746" y="8487"/>
                      <a:pt x="7763" y="8312"/>
                      <a:pt x="7763" y="8150"/>
                    </a:cubicBezTo>
                    <a:cubicBezTo>
                      <a:pt x="7780" y="8009"/>
                      <a:pt x="7797" y="7847"/>
                      <a:pt x="7797" y="7707"/>
                    </a:cubicBezTo>
                    <a:cubicBezTo>
                      <a:pt x="7797" y="7600"/>
                      <a:pt x="7797" y="7493"/>
                      <a:pt x="7814" y="7404"/>
                    </a:cubicBezTo>
                    <a:cubicBezTo>
                      <a:pt x="7835" y="7229"/>
                      <a:pt x="7852" y="7050"/>
                      <a:pt x="7852" y="6871"/>
                    </a:cubicBezTo>
                    <a:cubicBezTo>
                      <a:pt x="7869" y="6696"/>
                      <a:pt x="7869" y="6517"/>
                      <a:pt x="7903" y="6355"/>
                    </a:cubicBezTo>
                    <a:lnTo>
                      <a:pt x="7903" y="6249"/>
                    </a:lnTo>
                    <a:cubicBezTo>
                      <a:pt x="7920" y="6125"/>
                      <a:pt x="7920" y="6002"/>
                      <a:pt x="7942" y="5895"/>
                    </a:cubicBezTo>
                    <a:cubicBezTo>
                      <a:pt x="7959" y="5699"/>
                      <a:pt x="7976" y="5524"/>
                      <a:pt x="7993" y="5345"/>
                    </a:cubicBezTo>
                    <a:cubicBezTo>
                      <a:pt x="8010" y="5166"/>
                      <a:pt x="8027" y="4991"/>
                      <a:pt x="8048" y="4812"/>
                    </a:cubicBezTo>
                    <a:cubicBezTo>
                      <a:pt x="8082" y="4565"/>
                      <a:pt x="8117" y="4331"/>
                      <a:pt x="8155" y="4101"/>
                    </a:cubicBezTo>
                    <a:cubicBezTo>
                      <a:pt x="8172" y="4032"/>
                      <a:pt x="8172" y="3960"/>
                      <a:pt x="8155" y="3870"/>
                    </a:cubicBezTo>
                    <a:cubicBezTo>
                      <a:pt x="8134" y="3905"/>
                      <a:pt x="8117" y="3926"/>
                      <a:pt x="8099" y="3960"/>
                    </a:cubicBezTo>
                    <a:cubicBezTo>
                      <a:pt x="7959" y="4156"/>
                      <a:pt x="7814" y="4369"/>
                      <a:pt x="7673" y="4565"/>
                    </a:cubicBezTo>
                    <a:cubicBezTo>
                      <a:pt x="7584" y="4689"/>
                      <a:pt x="7494" y="4812"/>
                      <a:pt x="7409" y="4936"/>
                    </a:cubicBezTo>
                    <a:cubicBezTo>
                      <a:pt x="7319" y="5043"/>
                      <a:pt x="7230" y="5166"/>
                      <a:pt x="7140" y="5290"/>
                    </a:cubicBezTo>
                    <a:cubicBezTo>
                      <a:pt x="7034" y="5418"/>
                      <a:pt x="6910" y="5541"/>
                      <a:pt x="6804" y="5665"/>
                    </a:cubicBezTo>
                    <a:cubicBezTo>
                      <a:pt x="6697" y="5806"/>
                      <a:pt x="6574" y="5950"/>
                      <a:pt x="6467" y="6108"/>
                    </a:cubicBezTo>
                    <a:cubicBezTo>
                      <a:pt x="6377" y="6215"/>
                      <a:pt x="6305" y="6321"/>
                      <a:pt x="6237" y="6428"/>
                    </a:cubicBezTo>
                    <a:cubicBezTo>
                      <a:pt x="6198" y="6483"/>
                      <a:pt x="6147" y="6517"/>
                      <a:pt x="6109" y="6568"/>
                    </a:cubicBezTo>
                    <a:cubicBezTo>
                      <a:pt x="6041" y="6658"/>
                      <a:pt x="5968" y="6748"/>
                      <a:pt x="5896" y="6837"/>
                    </a:cubicBezTo>
                    <a:cubicBezTo>
                      <a:pt x="5845" y="6888"/>
                      <a:pt x="5845" y="6961"/>
                      <a:pt x="5845" y="7033"/>
                    </a:cubicBezTo>
                    <a:cubicBezTo>
                      <a:pt x="5862" y="7421"/>
                      <a:pt x="5862" y="7813"/>
                      <a:pt x="5811" y="8188"/>
                    </a:cubicBezTo>
                    <a:cubicBezTo>
                      <a:pt x="5811" y="8222"/>
                      <a:pt x="5811" y="8256"/>
                      <a:pt x="5789" y="8273"/>
                    </a:cubicBezTo>
                    <a:cubicBezTo>
                      <a:pt x="5704" y="8380"/>
                      <a:pt x="5615" y="8508"/>
                      <a:pt x="5525" y="8614"/>
                    </a:cubicBezTo>
                    <a:cubicBezTo>
                      <a:pt x="5384" y="8755"/>
                      <a:pt x="5222" y="8896"/>
                      <a:pt x="5082" y="9041"/>
                    </a:cubicBezTo>
                    <a:cubicBezTo>
                      <a:pt x="5065" y="9041"/>
                      <a:pt x="5065" y="9058"/>
                      <a:pt x="5043" y="9092"/>
                    </a:cubicBezTo>
                    <a:cubicBezTo>
                      <a:pt x="5082" y="9109"/>
                      <a:pt x="5116" y="9126"/>
                      <a:pt x="5150" y="9147"/>
                    </a:cubicBezTo>
                    <a:cubicBezTo>
                      <a:pt x="5278" y="9215"/>
                      <a:pt x="5384" y="9305"/>
                      <a:pt x="5508" y="9377"/>
                    </a:cubicBezTo>
                    <a:cubicBezTo>
                      <a:pt x="5632" y="9484"/>
                      <a:pt x="5755" y="9591"/>
                      <a:pt x="5896" y="9697"/>
                    </a:cubicBezTo>
                    <a:cubicBezTo>
                      <a:pt x="5951" y="9748"/>
                      <a:pt x="6024" y="9787"/>
                      <a:pt x="6075" y="9838"/>
                    </a:cubicBezTo>
                    <a:cubicBezTo>
                      <a:pt x="6237" y="9944"/>
                      <a:pt x="6395" y="10051"/>
                      <a:pt x="6535" y="10140"/>
                    </a:cubicBezTo>
                    <a:cubicBezTo>
                      <a:pt x="6642" y="10213"/>
                      <a:pt x="6748" y="10281"/>
                      <a:pt x="6855" y="10353"/>
                    </a:cubicBezTo>
                    <a:close/>
                    <a:moveTo>
                      <a:pt x="1795" y="6730"/>
                    </a:moveTo>
                    <a:cubicBezTo>
                      <a:pt x="1812" y="6696"/>
                      <a:pt x="1830" y="6658"/>
                      <a:pt x="1830" y="6624"/>
                    </a:cubicBezTo>
                    <a:cubicBezTo>
                      <a:pt x="1919" y="6500"/>
                      <a:pt x="1992" y="6377"/>
                      <a:pt x="2060" y="6249"/>
                    </a:cubicBezTo>
                    <a:cubicBezTo>
                      <a:pt x="2149" y="6108"/>
                      <a:pt x="2256" y="5985"/>
                      <a:pt x="2311" y="5823"/>
                    </a:cubicBezTo>
                    <a:cubicBezTo>
                      <a:pt x="2311" y="5788"/>
                      <a:pt x="2345" y="5771"/>
                      <a:pt x="2362" y="5754"/>
                    </a:cubicBezTo>
                    <a:cubicBezTo>
                      <a:pt x="2558" y="5682"/>
                      <a:pt x="2772" y="5609"/>
                      <a:pt x="2968" y="5541"/>
                    </a:cubicBezTo>
                    <a:cubicBezTo>
                      <a:pt x="3147" y="5486"/>
                      <a:pt x="3338" y="5418"/>
                      <a:pt x="3534" y="5362"/>
                    </a:cubicBezTo>
                    <a:cubicBezTo>
                      <a:pt x="3573" y="5345"/>
                      <a:pt x="3607" y="5311"/>
                      <a:pt x="3624" y="5273"/>
                    </a:cubicBezTo>
                    <a:cubicBezTo>
                      <a:pt x="3731" y="5132"/>
                      <a:pt x="3820" y="4991"/>
                      <a:pt x="3927" y="4846"/>
                    </a:cubicBezTo>
                    <a:cubicBezTo>
                      <a:pt x="4106" y="4599"/>
                      <a:pt x="4263" y="4352"/>
                      <a:pt x="4442" y="4101"/>
                    </a:cubicBezTo>
                    <a:cubicBezTo>
                      <a:pt x="4655" y="3798"/>
                      <a:pt x="4886" y="3517"/>
                      <a:pt x="5065" y="3214"/>
                    </a:cubicBezTo>
                    <a:cubicBezTo>
                      <a:pt x="5205" y="3018"/>
                      <a:pt x="5363" y="2822"/>
                      <a:pt x="5508" y="2626"/>
                    </a:cubicBezTo>
                    <a:cubicBezTo>
                      <a:pt x="5525" y="2609"/>
                      <a:pt x="5542" y="2592"/>
                      <a:pt x="5542" y="2575"/>
                    </a:cubicBezTo>
                    <a:cubicBezTo>
                      <a:pt x="5615" y="2485"/>
                      <a:pt x="5683" y="2413"/>
                      <a:pt x="5738" y="2306"/>
                    </a:cubicBezTo>
                    <a:cubicBezTo>
                      <a:pt x="5597" y="2362"/>
                      <a:pt x="5491" y="2413"/>
                      <a:pt x="5384" y="2468"/>
                    </a:cubicBezTo>
                    <a:cubicBezTo>
                      <a:pt x="5222" y="2541"/>
                      <a:pt x="5065" y="2626"/>
                      <a:pt x="4903" y="2698"/>
                    </a:cubicBezTo>
                    <a:cubicBezTo>
                      <a:pt x="4852" y="2715"/>
                      <a:pt x="4796" y="2715"/>
                      <a:pt x="4762" y="2732"/>
                    </a:cubicBezTo>
                    <a:cubicBezTo>
                      <a:pt x="4600" y="2805"/>
                      <a:pt x="4476" y="2894"/>
                      <a:pt x="4319" y="2945"/>
                    </a:cubicBezTo>
                    <a:cubicBezTo>
                      <a:pt x="3893" y="3142"/>
                      <a:pt x="3466" y="3338"/>
                      <a:pt x="3019" y="3500"/>
                    </a:cubicBezTo>
                    <a:cubicBezTo>
                      <a:pt x="2665" y="3640"/>
                      <a:pt x="2328" y="3798"/>
                      <a:pt x="1992" y="3960"/>
                    </a:cubicBezTo>
                    <a:cubicBezTo>
                      <a:pt x="1795" y="4032"/>
                      <a:pt x="1599" y="4118"/>
                      <a:pt x="1420" y="4207"/>
                    </a:cubicBezTo>
                    <a:cubicBezTo>
                      <a:pt x="1280" y="4263"/>
                      <a:pt x="1139" y="4352"/>
                      <a:pt x="994" y="4403"/>
                    </a:cubicBezTo>
                    <a:cubicBezTo>
                      <a:pt x="943" y="4437"/>
                      <a:pt x="888" y="4476"/>
                      <a:pt x="853" y="4527"/>
                    </a:cubicBezTo>
                    <a:cubicBezTo>
                      <a:pt x="696" y="4740"/>
                      <a:pt x="551" y="4953"/>
                      <a:pt x="410" y="5166"/>
                    </a:cubicBezTo>
                    <a:cubicBezTo>
                      <a:pt x="321" y="5273"/>
                      <a:pt x="248" y="5379"/>
                      <a:pt x="163" y="5486"/>
                    </a:cubicBezTo>
                    <a:cubicBezTo>
                      <a:pt x="163" y="5503"/>
                      <a:pt x="163" y="5524"/>
                      <a:pt x="142" y="5558"/>
                    </a:cubicBezTo>
                    <a:cubicBezTo>
                      <a:pt x="674" y="5950"/>
                      <a:pt x="1190" y="6377"/>
                      <a:pt x="1795" y="6730"/>
                    </a:cubicBezTo>
                    <a:close/>
                    <a:moveTo>
                      <a:pt x="5704" y="6944"/>
                    </a:moveTo>
                    <a:cubicBezTo>
                      <a:pt x="5576" y="6909"/>
                      <a:pt x="5453" y="6888"/>
                      <a:pt x="5329" y="6837"/>
                    </a:cubicBezTo>
                    <a:cubicBezTo>
                      <a:pt x="5082" y="6748"/>
                      <a:pt x="4869" y="6607"/>
                      <a:pt x="4638" y="6462"/>
                    </a:cubicBezTo>
                    <a:cubicBezTo>
                      <a:pt x="4583" y="6428"/>
                      <a:pt x="4532" y="6394"/>
                      <a:pt x="4476" y="6355"/>
                    </a:cubicBezTo>
                    <a:cubicBezTo>
                      <a:pt x="4280" y="6198"/>
                      <a:pt x="4106" y="6036"/>
                      <a:pt x="3927" y="5878"/>
                    </a:cubicBezTo>
                    <a:cubicBezTo>
                      <a:pt x="3803" y="5754"/>
                      <a:pt x="3658" y="5631"/>
                      <a:pt x="3573" y="5469"/>
                    </a:cubicBezTo>
                    <a:cubicBezTo>
                      <a:pt x="3181" y="5592"/>
                      <a:pt x="2789" y="5716"/>
                      <a:pt x="2401" y="5878"/>
                    </a:cubicBezTo>
                    <a:cubicBezTo>
                      <a:pt x="2435" y="5950"/>
                      <a:pt x="2452" y="6019"/>
                      <a:pt x="2486" y="6074"/>
                    </a:cubicBezTo>
                    <a:cubicBezTo>
                      <a:pt x="2558" y="6181"/>
                      <a:pt x="2614" y="6270"/>
                      <a:pt x="2682" y="6377"/>
                    </a:cubicBezTo>
                    <a:cubicBezTo>
                      <a:pt x="2772" y="6483"/>
                      <a:pt x="2861" y="6607"/>
                      <a:pt x="2951" y="6713"/>
                    </a:cubicBezTo>
                    <a:cubicBezTo>
                      <a:pt x="3108" y="6888"/>
                      <a:pt x="3287" y="7050"/>
                      <a:pt x="3445" y="7191"/>
                    </a:cubicBezTo>
                    <a:cubicBezTo>
                      <a:pt x="3679" y="7387"/>
                      <a:pt x="3910" y="7528"/>
                      <a:pt x="4157" y="7672"/>
                    </a:cubicBezTo>
                    <a:cubicBezTo>
                      <a:pt x="4336" y="7762"/>
                      <a:pt x="4511" y="7830"/>
                      <a:pt x="4690" y="7920"/>
                    </a:cubicBezTo>
                    <a:cubicBezTo>
                      <a:pt x="4958" y="8060"/>
                      <a:pt x="5256" y="8167"/>
                      <a:pt x="5576" y="8188"/>
                    </a:cubicBezTo>
                    <a:lnTo>
                      <a:pt x="5666" y="8188"/>
                    </a:lnTo>
                    <a:cubicBezTo>
                      <a:pt x="5738" y="8026"/>
                      <a:pt x="5738" y="7246"/>
                      <a:pt x="5704" y="6944"/>
                    </a:cubicBezTo>
                    <a:close/>
                    <a:moveTo>
                      <a:pt x="5615" y="8312"/>
                    </a:moveTo>
                    <a:cubicBezTo>
                      <a:pt x="5576" y="8312"/>
                      <a:pt x="5542" y="8312"/>
                      <a:pt x="5525" y="8295"/>
                    </a:cubicBezTo>
                    <a:cubicBezTo>
                      <a:pt x="5329" y="8273"/>
                      <a:pt x="5150" y="8239"/>
                      <a:pt x="4975" y="8167"/>
                    </a:cubicBezTo>
                    <a:cubicBezTo>
                      <a:pt x="4583" y="8009"/>
                      <a:pt x="4191" y="7813"/>
                      <a:pt x="3820" y="7583"/>
                    </a:cubicBezTo>
                    <a:cubicBezTo>
                      <a:pt x="3445" y="7353"/>
                      <a:pt x="3125" y="7067"/>
                      <a:pt x="2844" y="6730"/>
                    </a:cubicBezTo>
                    <a:cubicBezTo>
                      <a:pt x="2665" y="6534"/>
                      <a:pt x="2507" y="6321"/>
                      <a:pt x="2379" y="6091"/>
                    </a:cubicBezTo>
                    <a:cubicBezTo>
                      <a:pt x="2362" y="6074"/>
                      <a:pt x="2345" y="6074"/>
                      <a:pt x="2328" y="6057"/>
                    </a:cubicBezTo>
                    <a:cubicBezTo>
                      <a:pt x="2294" y="6108"/>
                      <a:pt x="2256" y="6164"/>
                      <a:pt x="2239" y="6215"/>
                    </a:cubicBezTo>
                    <a:cubicBezTo>
                      <a:pt x="2132" y="6394"/>
                      <a:pt x="2043" y="6568"/>
                      <a:pt x="1936" y="6730"/>
                    </a:cubicBezTo>
                    <a:cubicBezTo>
                      <a:pt x="1885" y="6837"/>
                      <a:pt x="1902" y="6909"/>
                      <a:pt x="1953" y="6995"/>
                    </a:cubicBezTo>
                    <a:cubicBezTo>
                      <a:pt x="2009" y="7084"/>
                      <a:pt x="2081" y="7174"/>
                      <a:pt x="2149" y="7263"/>
                    </a:cubicBezTo>
                    <a:cubicBezTo>
                      <a:pt x="2379" y="7566"/>
                      <a:pt x="2631" y="7830"/>
                      <a:pt x="2895" y="8082"/>
                    </a:cubicBezTo>
                    <a:cubicBezTo>
                      <a:pt x="2951" y="8116"/>
                      <a:pt x="3002" y="8167"/>
                      <a:pt x="3057" y="8205"/>
                    </a:cubicBezTo>
                    <a:cubicBezTo>
                      <a:pt x="3287" y="8346"/>
                      <a:pt x="3500" y="8487"/>
                      <a:pt x="3731" y="8614"/>
                    </a:cubicBezTo>
                    <a:cubicBezTo>
                      <a:pt x="4016" y="8772"/>
                      <a:pt x="4319" y="8913"/>
                      <a:pt x="4638" y="9002"/>
                    </a:cubicBezTo>
                    <a:cubicBezTo>
                      <a:pt x="4796" y="9041"/>
                      <a:pt x="4958" y="9041"/>
                      <a:pt x="5082" y="8879"/>
                    </a:cubicBezTo>
                    <a:cubicBezTo>
                      <a:pt x="5150" y="8772"/>
                      <a:pt x="5256" y="8700"/>
                      <a:pt x="5346" y="8614"/>
                    </a:cubicBezTo>
                    <a:cubicBezTo>
                      <a:pt x="5436" y="8508"/>
                      <a:pt x="5525" y="8418"/>
                      <a:pt x="5615" y="83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1"/>
              <p:cNvSpPr/>
              <p:nvPr/>
            </p:nvSpPr>
            <p:spPr>
              <a:xfrm>
                <a:off x="5080402" y="569816"/>
                <a:ext cx="211105" cy="211105"/>
              </a:xfrm>
              <a:custGeom>
                <a:rect b="b" l="l" r="r" t="t"/>
                <a:pathLst>
                  <a:path extrusionOk="0" h="1638" w="1638">
                    <a:moveTo>
                      <a:pt x="252" y="393"/>
                    </a:moveTo>
                    <a:cubicBezTo>
                      <a:pt x="358" y="252"/>
                      <a:pt x="499" y="146"/>
                      <a:pt x="678" y="73"/>
                    </a:cubicBezTo>
                    <a:cubicBezTo>
                      <a:pt x="802" y="1"/>
                      <a:pt x="942" y="22"/>
                      <a:pt x="1066" y="73"/>
                    </a:cubicBezTo>
                    <a:cubicBezTo>
                      <a:pt x="1335" y="180"/>
                      <a:pt x="1475" y="410"/>
                      <a:pt x="1599" y="662"/>
                    </a:cubicBezTo>
                    <a:cubicBezTo>
                      <a:pt x="1637" y="713"/>
                      <a:pt x="1637" y="802"/>
                      <a:pt x="1616" y="875"/>
                    </a:cubicBezTo>
                    <a:cubicBezTo>
                      <a:pt x="1565" y="1139"/>
                      <a:pt x="1424" y="1352"/>
                      <a:pt x="1190" y="1514"/>
                    </a:cubicBezTo>
                    <a:cubicBezTo>
                      <a:pt x="1015" y="1621"/>
                      <a:pt x="836" y="1638"/>
                      <a:pt x="657" y="1565"/>
                    </a:cubicBezTo>
                    <a:cubicBezTo>
                      <a:pt x="533" y="1514"/>
                      <a:pt x="393" y="1493"/>
                      <a:pt x="303" y="1408"/>
                    </a:cubicBezTo>
                    <a:cubicBezTo>
                      <a:pt x="231" y="1335"/>
                      <a:pt x="179" y="1263"/>
                      <a:pt x="107" y="1173"/>
                    </a:cubicBezTo>
                    <a:cubicBezTo>
                      <a:pt x="17" y="1050"/>
                      <a:pt x="0" y="892"/>
                      <a:pt x="73" y="747"/>
                    </a:cubicBezTo>
                    <a:cubicBezTo>
                      <a:pt x="107" y="623"/>
                      <a:pt x="162" y="500"/>
                      <a:pt x="252" y="393"/>
                    </a:cubicBezTo>
                    <a:close/>
                    <a:moveTo>
                      <a:pt x="1352" y="1263"/>
                    </a:moveTo>
                    <a:cubicBezTo>
                      <a:pt x="1386" y="1173"/>
                      <a:pt x="1441" y="1105"/>
                      <a:pt x="1475" y="1015"/>
                    </a:cubicBezTo>
                    <a:cubicBezTo>
                      <a:pt x="1565" y="836"/>
                      <a:pt x="1548" y="679"/>
                      <a:pt x="1424" y="534"/>
                    </a:cubicBezTo>
                    <a:cubicBezTo>
                      <a:pt x="1335" y="410"/>
                      <a:pt x="1245" y="287"/>
                      <a:pt x="1104" y="197"/>
                    </a:cubicBezTo>
                    <a:cubicBezTo>
                      <a:pt x="959" y="108"/>
                      <a:pt x="802" y="90"/>
                      <a:pt x="640" y="180"/>
                    </a:cubicBezTo>
                    <a:cubicBezTo>
                      <a:pt x="393" y="321"/>
                      <a:pt x="231" y="534"/>
                      <a:pt x="145" y="819"/>
                    </a:cubicBezTo>
                    <a:cubicBezTo>
                      <a:pt x="124" y="909"/>
                      <a:pt x="124" y="998"/>
                      <a:pt x="179" y="1088"/>
                    </a:cubicBezTo>
                    <a:cubicBezTo>
                      <a:pt x="269" y="1246"/>
                      <a:pt x="393" y="1386"/>
                      <a:pt x="589" y="1442"/>
                    </a:cubicBezTo>
                    <a:cubicBezTo>
                      <a:pt x="606" y="1442"/>
                      <a:pt x="640" y="1459"/>
                      <a:pt x="657" y="1459"/>
                    </a:cubicBezTo>
                    <a:cubicBezTo>
                      <a:pt x="819" y="1514"/>
                      <a:pt x="976" y="1548"/>
                      <a:pt x="1121" y="1442"/>
                    </a:cubicBezTo>
                    <a:cubicBezTo>
                      <a:pt x="1211" y="1408"/>
                      <a:pt x="1279" y="1335"/>
                      <a:pt x="1352" y="1263"/>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1"/>
              <p:cNvSpPr/>
              <p:nvPr/>
            </p:nvSpPr>
            <p:spPr>
              <a:xfrm>
                <a:off x="5197424" y="624847"/>
                <a:ext cx="52841" cy="87381"/>
              </a:xfrm>
              <a:custGeom>
                <a:rect b="b" l="l" r="r" t="t"/>
                <a:pathLst>
                  <a:path extrusionOk="0" h="678" w="410">
                    <a:moveTo>
                      <a:pt x="97" y="1"/>
                    </a:moveTo>
                    <a:cubicBezTo>
                      <a:pt x="65" y="1"/>
                      <a:pt x="33" y="7"/>
                      <a:pt x="0" y="22"/>
                    </a:cubicBezTo>
                    <a:cubicBezTo>
                      <a:pt x="51" y="90"/>
                      <a:pt x="90" y="145"/>
                      <a:pt x="107" y="196"/>
                    </a:cubicBezTo>
                    <a:cubicBezTo>
                      <a:pt x="124" y="252"/>
                      <a:pt x="124" y="286"/>
                      <a:pt x="141" y="320"/>
                    </a:cubicBezTo>
                    <a:lnTo>
                      <a:pt x="141" y="465"/>
                    </a:lnTo>
                    <a:cubicBezTo>
                      <a:pt x="141" y="516"/>
                      <a:pt x="124" y="588"/>
                      <a:pt x="107" y="678"/>
                    </a:cubicBezTo>
                    <a:cubicBezTo>
                      <a:pt x="196" y="678"/>
                      <a:pt x="282" y="623"/>
                      <a:pt x="337" y="554"/>
                    </a:cubicBezTo>
                    <a:cubicBezTo>
                      <a:pt x="388" y="482"/>
                      <a:pt x="409" y="392"/>
                      <a:pt x="409" y="286"/>
                    </a:cubicBezTo>
                    <a:cubicBezTo>
                      <a:pt x="388" y="196"/>
                      <a:pt x="337" y="107"/>
                      <a:pt x="265" y="56"/>
                    </a:cubicBezTo>
                    <a:cubicBezTo>
                      <a:pt x="208" y="21"/>
                      <a:pt x="153" y="1"/>
                      <a:pt x="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1"/>
              <p:cNvSpPr/>
              <p:nvPr/>
            </p:nvSpPr>
            <p:spPr>
              <a:xfrm>
                <a:off x="4458818" y="1228130"/>
                <a:ext cx="436517" cy="301064"/>
              </a:xfrm>
              <a:custGeom>
                <a:rect b="b" l="l" r="r" t="t"/>
                <a:pathLst>
                  <a:path extrusionOk="0" h="2336" w="3387">
                    <a:moveTo>
                      <a:pt x="44" y="0"/>
                    </a:moveTo>
                    <a:cubicBezTo>
                      <a:pt x="25" y="0"/>
                      <a:pt x="1" y="22"/>
                      <a:pt x="11" y="46"/>
                    </a:cubicBezTo>
                    <a:cubicBezTo>
                      <a:pt x="118" y="327"/>
                      <a:pt x="348" y="524"/>
                      <a:pt x="561" y="720"/>
                    </a:cubicBezTo>
                    <a:cubicBezTo>
                      <a:pt x="864" y="1022"/>
                      <a:pt x="1200" y="1287"/>
                      <a:pt x="1537" y="1538"/>
                    </a:cubicBezTo>
                    <a:cubicBezTo>
                      <a:pt x="2053" y="1926"/>
                      <a:pt x="2675" y="2284"/>
                      <a:pt x="3332" y="2335"/>
                    </a:cubicBezTo>
                    <a:cubicBezTo>
                      <a:pt x="3370" y="2335"/>
                      <a:pt x="3387" y="2284"/>
                      <a:pt x="3332" y="2267"/>
                    </a:cubicBezTo>
                    <a:cubicBezTo>
                      <a:pt x="2692" y="2211"/>
                      <a:pt x="2091" y="1858"/>
                      <a:pt x="1575" y="1483"/>
                    </a:cubicBezTo>
                    <a:cubicBezTo>
                      <a:pt x="1256" y="1252"/>
                      <a:pt x="936" y="1005"/>
                      <a:pt x="651" y="720"/>
                    </a:cubicBezTo>
                    <a:cubicBezTo>
                      <a:pt x="437" y="507"/>
                      <a:pt x="190" y="310"/>
                      <a:pt x="67" y="29"/>
                    </a:cubicBezTo>
                    <a:cubicBezTo>
                      <a:pt x="67" y="8"/>
                      <a:pt x="56" y="0"/>
                      <a:pt x="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1"/>
              <p:cNvSpPr/>
              <p:nvPr/>
            </p:nvSpPr>
            <p:spPr>
              <a:xfrm>
                <a:off x="5236345" y="427662"/>
                <a:ext cx="177597" cy="129396"/>
              </a:xfrm>
              <a:custGeom>
                <a:rect b="b" l="l" r="r" t="t"/>
                <a:pathLst>
                  <a:path extrusionOk="0" h="1004" w="1378">
                    <a:moveTo>
                      <a:pt x="74" y="0"/>
                    </a:moveTo>
                    <a:cubicBezTo>
                      <a:pt x="38" y="0"/>
                      <a:pt x="1" y="28"/>
                      <a:pt x="1" y="77"/>
                    </a:cubicBezTo>
                    <a:cubicBezTo>
                      <a:pt x="96" y="503"/>
                      <a:pt x="670" y="1003"/>
                      <a:pt x="1146" y="1003"/>
                    </a:cubicBezTo>
                    <a:cubicBezTo>
                      <a:pt x="1204" y="1003"/>
                      <a:pt x="1260" y="996"/>
                      <a:pt x="1314" y="980"/>
                    </a:cubicBezTo>
                    <a:cubicBezTo>
                      <a:pt x="1378" y="950"/>
                      <a:pt x="1342" y="851"/>
                      <a:pt x="1283" y="851"/>
                    </a:cubicBezTo>
                    <a:cubicBezTo>
                      <a:pt x="1275" y="851"/>
                      <a:pt x="1267" y="853"/>
                      <a:pt x="1258" y="857"/>
                    </a:cubicBezTo>
                    <a:cubicBezTo>
                      <a:pt x="1218" y="869"/>
                      <a:pt x="1175" y="875"/>
                      <a:pt x="1130" y="875"/>
                    </a:cubicBezTo>
                    <a:cubicBezTo>
                      <a:pt x="731" y="875"/>
                      <a:pt x="207" y="409"/>
                      <a:pt x="142" y="60"/>
                    </a:cubicBezTo>
                    <a:cubicBezTo>
                      <a:pt x="134" y="19"/>
                      <a:pt x="104" y="0"/>
                      <a:pt x="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1"/>
              <p:cNvSpPr/>
              <p:nvPr/>
            </p:nvSpPr>
            <p:spPr>
              <a:xfrm>
                <a:off x="5191366" y="450087"/>
                <a:ext cx="212136" cy="152336"/>
              </a:xfrm>
              <a:custGeom>
                <a:rect b="b" l="l" r="r" t="t"/>
                <a:pathLst>
                  <a:path extrusionOk="0" h="1182" w="1646">
                    <a:moveTo>
                      <a:pt x="30" y="1"/>
                    </a:moveTo>
                    <a:cubicBezTo>
                      <a:pt x="14" y="1"/>
                      <a:pt x="0" y="9"/>
                      <a:pt x="9" y="26"/>
                    </a:cubicBezTo>
                    <a:cubicBezTo>
                      <a:pt x="97" y="705"/>
                      <a:pt x="938" y="1182"/>
                      <a:pt x="1574" y="1182"/>
                    </a:cubicBezTo>
                    <a:cubicBezTo>
                      <a:pt x="1585" y="1182"/>
                      <a:pt x="1596" y="1182"/>
                      <a:pt x="1607" y="1181"/>
                    </a:cubicBezTo>
                    <a:cubicBezTo>
                      <a:pt x="1646" y="1181"/>
                      <a:pt x="1646" y="1126"/>
                      <a:pt x="1590" y="1126"/>
                    </a:cubicBezTo>
                    <a:cubicBezTo>
                      <a:pt x="1006" y="1126"/>
                      <a:pt x="154" y="666"/>
                      <a:pt x="64" y="26"/>
                    </a:cubicBezTo>
                    <a:cubicBezTo>
                      <a:pt x="64" y="9"/>
                      <a:pt x="46" y="1"/>
                      <a:pt x="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1"/>
              <p:cNvSpPr/>
              <p:nvPr/>
            </p:nvSpPr>
            <p:spPr>
              <a:xfrm>
                <a:off x="4285734" y="984806"/>
                <a:ext cx="257631" cy="177468"/>
              </a:xfrm>
              <a:custGeom>
                <a:rect b="b" l="l" r="r" t="t"/>
                <a:pathLst>
                  <a:path extrusionOk="0" h="1377" w="1999">
                    <a:moveTo>
                      <a:pt x="89" y="1"/>
                    </a:moveTo>
                    <a:cubicBezTo>
                      <a:pt x="36" y="1"/>
                      <a:pt x="0" y="78"/>
                      <a:pt x="58" y="123"/>
                    </a:cubicBezTo>
                    <a:cubicBezTo>
                      <a:pt x="664" y="532"/>
                      <a:pt x="1231" y="1009"/>
                      <a:pt x="1887" y="1363"/>
                    </a:cubicBezTo>
                    <a:cubicBezTo>
                      <a:pt x="1900" y="1373"/>
                      <a:pt x="1912" y="1377"/>
                      <a:pt x="1923" y="1377"/>
                    </a:cubicBezTo>
                    <a:cubicBezTo>
                      <a:pt x="1974" y="1377"/>
                      <a:pt x="1999" y="1285"/>
                      <a:pt x="1942" y="1239"/>
                    </a:cubicBezTo>
                    <a:cubicBezTo>
                      <a:pt x="1282" y="903"/>
                      <a:pt x="732" y="425"/>
                      <a:pt x="131" y="16"/>
                    </a:cubicBezTo>
                    <a:cubicBezTo>
                      <a:pt x="117" y="5"/>
                      <a:pt x="102" y="1"/>
                      <a:pt x="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1"/>
              <p:cNvSpPr/>
              <p:nvPr/>
            </p:nvSpPr>
            <p:spPr>
              <a:xfrm>
                <a:off x="4275810" y="1011484"/>
                <a:ext cx="222447" cy="159811"/>
              </a:xfrm>
              <a:custGeom>
                <a:rect b="b" l="l" r="r" t="t"/>
                <a:pathLst>
                  <a:path extrusionOk="0" h="1240" w="1726">
                    <a:moveTo>
                      <a:pt x="47" y="0"/>
                    </a:moveTo>
                    <a:cubicBezTo>
                      <a:pt x="20" y="0"/>
                      <a:pt x="0" y="42"/>
                      <a:pt x="29" y="56"/>
                    </a:cubicBezTo>
                    <a:cubicBezTo>
                      <a:pt x="545" y="483"/>
                      <a:pt x="1129" y="836"/>
                      <a:pt x="1661" y="1228"/>
                    </a:cubicBezTo>
                    <a:cubicBezTo>
                      <a:pt x="1670" y="1236"/>
                      <a:pt x="1679" y="1240"/>
                      <a:pt x="1687" y="1240"/>
                    </a:cubicBezTo>
                    <a:cubicBezTo>
                      <a:pt x="1712" y="1240"/>
                      <a:pt x="1726" y="1204"/>
                      <a:pt x="1700" y="1177"/>
                    </a:cubicBezTo>
                    <a:cubicBezTo>
                      <a:pt x="1167" y="785"/>
                      <a:pt x="596" y="431"/>
                      <a:pt x="63" y="5"/>
                    </a:cubicBezTo>
                    <a:cubicBezTo>
                      <a:pt x="58" y="2"/>
                      <a:pt x="52" y="0"/>
                      <a:pt x="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1"/>
              <p:cNvSpPr/>
              <p:nvPr/>
            </p:nvSpPr>
            <p:spPr>
              <a:xfrm>
                <a:off x="4919561" y="1428924"/>
                <a:ext cx="266782" cy="196155"/>
              </a:xfrm>
              <a:custGeom>
                <a:rect b="b" l="l" r="r" t="t"/>
                <a:pathLst>
                  <a:path extrusionOk="0" h="1522" w="2070">
                    <a:moveTo>
                      <a:pt x="92" y="1"/>
                    </a:moveTo>
                    <a:cubicBezTo>
                      <a:pt x="37" y="1"/>
                      <a:pt x="0" y="79"/>
                      <a:pt x="59" y="121"/>
                    </a:cubicBezTo>
                    <a:cubicBezTo>
                      <a:pt x="681" y="581"/>
                      <a:pt x="1321" y="1029"/>
                      <a:pt x="1943" y="1506"/>
                    </a:cubicBezTo>
                    <a:cubicBezTo>
                      <a:pt x="1953" y="1517"/>
                      <a:pt x="1965" y="1521"/>
                      <a:pt x="1976" y="1521"/>
                    </a:cubicBezTo>
                    <a:cubicBezTo>
                      <a:pt x="2023" y="1521"/>
                      <a:pt x="2070" y="1444"/>
                      <a:pt x="2011" y="1399"/>
                    </a:cubicBezTo>
                    <a:cubicBezTo>
                      <a:pt x="1393" y="922"/>
                      <a:pt x="771" y="474"/>
                      <a:pt x="132" y="14"/>
                    </a:cubicBezTo>
                    <a:cubicBezTo>
                      <a:pt x="118" y="5"/>
                      <a:pt x="105" y="1"/>
                      <a:pt x="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1"/>
              <p:cNvSpPr/>
              <p:nvPr/>
            </p:nvSpPr>
            <p:spPr>
              <a:xfrm>
                <a:off x="4921494" y="1472614"/>
                <a:ext cx="238557" cy="176179"/>
              </a:xfrm>
              <a:custGeom>
                <a:rect b="b" l="l" r="r" t="t"/>
                <a:pathLst>
                  <a:path extrusionOk="0" h="1367" w="1851">
                    <a:moveTo>
                      <a:pt x="53" y="1"/>
                    </a:moveTo>
                    <a:cubicBezTo>
                      <a:pt x="25" y="1"/>
                      <a:pt x="1" y="38"/>
                      <a:pt x="27" y="67"/>
                    </a:cubicBezTo>
                    <a:cubicBezTo>
                      <a:pt x="611" y="493"/>
                      <a:pt x="1199" y="920"/>
                      <a:pt x="1783" y="1363"/>
                    </a:cubicBezTo>
                    <a:cubicBezTo>
                      <a:pt x="1786" y="1365"/>
                      <a:pt x="1790" y="1366"/>
                      <a:pt x="1794" y="1366"/>
                    </a:cubicBezTo>
                    <a:cubicBezTo>
                      <a:pt x="1817" y="1366"/>
                      <a:pt x="1851" y="1326"/>
                      <a:pt x="1822" y="1308"/>
                    </a:cubicBezTo>
                    <a:cubicBezTo>
                      <a:pt x="1233" y="864"/>
                      <a:pt x="649" y="455"/>
                      <a:pt x="78" y="12"/>
                    </a:cubicBezTo>
                    <a:cubicBezTo>
                      <a:pt x="70" y="4"/>
                      <a:pt x="62" y="1"/>
                      <a:pt x="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1"/>
              <p:cNvSpPr/>
              <p:nvPr/>
            </p:nvSpPr>
            <p:spPr>
              <a:xfrm>
                <a:off x="4680619" y="1064969"/>
                <a:ext cx="295006" cy="201053"/>
              </a:xfrm>
              <a:custGeom>
                <a:rect b="b" l="l" r="r" t="t"/>
                <a:pathLst>
                  <a:path extrusionOk="0" h="1560" w="2289">
                    <a:moveTo>
                      <a:pt x="45" y="0"/>
                    </a:moveTo>
                    <a:cubicBezTo>
                      <a:pt x="24" y="0"/>
                      <a:pt x="0" y="27"/>
                      <a:pt x="12" y="51"/>
                    </a:cubicBezTo>
                    <a:cubicBezTo>
                      <a:pt x="264" y="460"/>
                      <a:pt x="707" y="690"/>
                      <a:pt x="1078" y="954"/>
                    </a:cubicBezTo>
                    <a:cubicBezTo>
                      <a:pt x="1436" y="1206"/>
                      <a:pt x="1790" y="1525"/>
                      <a:pt x="2233" y="1559"/>
                    </a:cubicBezTo>
                    <a:cubicBezTo>
                      <a:pt x="2288" y="1559"/>
                      <a:pt x="2288" y="1508"/>
                      <a:pt x="2250" y="1487"/>
                    </a:cubicBezTo>
                    <a:cubicBezTo>
                      <a:pt x="1790" y="1453"/>
                      <a:pt x="1414" y="1116"/>
                      <a:pt x="1061" y="869"/>
                    </a:cubicBezTo>
                    <a:cubicBezTo>
                      <a:pt x="707" y="617"/>
                      <a:pt x="298" y="387"/>
                      <a:pt x="68" y="16"/>
                    </a:cubicBezTo>
                    <a:cubicBezTo>
                      <a:pt x="63" y="5"/>
                      <a:pt x="54" y="0"/>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1"/>
              <p:cNvSpPr/>
              <p:nvPr/>
            </p:nvSpPr>
            <p:spPr>
              <a:xfrm>
                <a:off x="4802538" y="753726"/>
                <a:ext cx="332253" cy="425046"/>
              </a:xfrm>
              <a:custGeom>
                <a:rect b="b" l="l" r="r" t="t"/>
                <a:pathLst>
                  <a:path extrusionOk="0" h="3298" w="2578">
                    <a:moveTo>
                      <a:pt x="2536" y="1"/>
                    </a:moveTo>
                    <a:cubicBezTo>
                      <a:pt x="2527" y="1"/>
                      <a:pt x="2519" y="5"/>
                      <a:pt x="2514" y="15"/>
                    </a:cubicBezTo>
                    <a:cubicBezTo>
                      <a:pt x="1679" y="1080"/>
                      <a:pt x="844" y="2163"/>
                      <a:pt x="25" y="3246"/>
                    </a:cubicBezTo>
                    <a:cubicBezTo>
                      <a:pt x="1" y="3273"/>
                      <a:pt x="20" y="3298"/>
                      <a:pt x="46" y="3298"/>
                    </a:cubicBezTo>
                    <a:cubicBezTo>
                      <a:pt x="57" y="3298"/>
                      <a:pt x="70" y="3294"/>
                      <a:pt x="81" y="3284"/>
                    </a:cubicBezTo>
                    <a:cubicBezTo>
                      <a:pt x="895" y="2197"/>
                      <a:pt x="1730" y="1131"/>
                      <a:pt x="2566" y="49"/>
                    </a:cubicBezTo>
                    <a:cubicBezTo>
                      <a:pt x="2578" y="25"/>
                      <a:pt x="2556" y="1"/>
                      <a:pt x="2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1"/>
              <p:cNvSpPr/>
              <p:nvPr/>
            </p:nvSpPr>
            <p:spPr>
              <a:xfrm>
                <a:off x="5085299" y="746251"/>
                <a:ext cx="27580" cy="21007"/>
              </a:xfrm>
              <a:custGeom>
                <a:rect b="b" l="l" r="r" t="t"/>
                <a:pathLst>
                  <a:path extrusionOk="0" h="163" w="214">
                    <a:moveTo>
                      <a:pt x="107" y="0"/>
                    </a:moveTo>
                    <a:cubicBezTo>
                      <a:pt x="1" y="0"/>
                      <a:pt x="1" y="162"/>
                      <a:pt x="107" y="162"/>
                    </a:cubicBezTo>
                    <a:cubicBezTo>
                      <a:pt x="214" y="162"/>
                      <a:pt x="214" y="0"/>
                      <a:pt x="1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1"/>
              <p:cNvSpPr/>
              <p:nvPr/>
            </p:nvSpPr>
            <p:spPr>
              <a:xfrm>
                <a:off x="5121643" y="773702"/>
                <a:ext cx="27580" cy="21007"/>
              </a:xfrm>
              <a:custGeom>
                <a:rect b="b" l="l" r="r" t="t"/>
                <a:pathLst>
                  <a:path extrusionOk="0" h="163" w="214">
                    <a:moveTo>
                      <a:pt x="107" y="0"/>
                    </a:moveTo>
                    <a:cubicBezTo>
                      <a:pt x="0" y="0"/>
                      <a:pt x="0" y="162"/>
                      <a:pt x="107" y="162"/>
                    </a:cubicBezTo>
                    <a:cubicBezTo>
                      <a:pt x="213" y="162"/>
                      <a:pt x="213" y="0"/>
                      <a:pt x="1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1"/>
              <p:cNvSpPr/>
              <p:nvPr/>
            </p:nvSpPr>
            <p:spPr>
              <a:xfrm>
                <a:off x="4789779" y="1130698"/>
                <a:ext cx="27580" cy="21007"/>
              </a:xfrm>
              <a:custGeom>
                <a:rect b="b" l="l" r="r" t="t"/>
                <a:pathLst>
                  <a:path extrusionOk="0" h="163" w="214">
                    <a:moveTo>
                      <a:pt x="107" y="1"/>
                    </a:moveTo>
                    <a:cubicBezTo>
                      <a:pt x="1" y="1"/>
                      <a:pt x="1" y="163"/>
                      <a:pt x="107" y="163"/>
                    </a:cubicBezTo>
                    <a:cubicBezTo>
                      <a:pt x="214" y="163"/>
                      <a:pt x="214" y="1"/>
                      <a:pt x="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1"/>
              <p:cNvSpPr/>
              <p:nvPr/>
            </p:nvSpPr>
            <p:spPr>
              <a:xfrm>
                <a:off x="4831021" y="1158149"/>
                <a:ext cx="27580" cy="23198"/>
              </a:xfrm>
              <a:custGeom>
                <a:rect b="b" l="l" r="r" t="t"/>
                <a:pathLst>
                  <a:path extrusionOk="0" h="180" w="214">
                    <a:moveTo>
                      <a:pt x="107" y="1"/>
                    </a:moveTo>
                    <a:cubicBezTo>
                      <a:pt x="0" y="1"/>
                      <a:pt x="0" y="180"/>
                      <a:pt x="107" y="180"/>
                    </a:cubicBezTo>
                    <a:cubicBezTo>
                      <a:pt x="213" y="180"/>
                      <a:pt x="213" y="1"/>
                      <a:pt x="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1"/>
              <p:cNvSpPr/>
              <p:nvPr/>
            </p:nvSpPr>
            <p:spPr>
              <a:xfrm>
                <a:off x="5079242" y="529734"/>
                <a:ext cx="51165" cy="38535"/>
              </a:xfrm>
              <a:custGeom>
                <a:rect b="b" l="l" r="r" t="t"/>
                <a:pathLst>
                  <a:path extrusionOk="0" h="299" w="397">
                    <a:moveTo>
                      <a:pt x="39" y="1"/>
                    </a:moveTo>
                    <a:cubicBezTo>
                      <a:pt x="14" y="1"/>
                      <a:pt x="1" y="39"/>
                      <a:pt x="26" y="65"/>
                    </a:cubicBezTo>
                    <a:cubicBezTo>
                      <a:pt x="116" y="137"/>
                      <a:pt x="223" y="205"/>
                      <a:pt x="312" y="295"/>
                    </a:cubicBezTo>
                    <a:cubicBezTo>
                      <a:pt x="317" y="297"/>
                      <a:pt x="322" y="298"/>
                      <a:pt x="327" y="298"/>
                    </a:cubicBezTo>
                    <a:cubicBezTo>
                      <a:pt x="360" y="298"/>
                      <a:pt x="397" y="256"/>
                      <a:pt x="367" y="227"/>
                    </a:cubicBezTo>
                    <a:cubicBezTo>
                      <a:pt x="261" y="154"/>
                      <a:pt x="171" y="82"/>
                      <a:pt x="65" y="14"/>
                    </a:cubicBezTo>
                    <a:cubicBezTo>
                      <a:pt x="56" y="4"/>
                      <a:pt x="47" y="1"/>
                      <a:pt x="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1"/>
              <p:cNvSpPr/>
              <p:nvPr/>
            </p:nvSpPr>
            <p:spPr>
              <a:xfrm>
                <a:off x="5088392" y="513753"/>
                <a:ext cx="41628" cy="32864"/>
              </a:xfrm>
              <a:custGeom>
                <a:rect b="b" l="l" r="r" t="t"/>
                <a:pathLst>
                  <a:path extrusionOk="0" h="255" w="323">
                    <a:moveTo>
                      <a:pt x="61" y="1"/>
                    </a:moveTo>
                    <a:cubicBezTo>
                      <a:pt x="29" y="1"/>
                      <a:pt x="0" y="51"/>
                      <a:pt x="28" y="65"/>
                    </a:cubicBezTo>
                    <a:cubicBezTo>
                      <a:pt x="100" y="138"/>
                      <a:pt x="169" y="189"/>
                      <a:pt x="241" y="244"/>
                    </a:cubicBezTo>
                    <a:cubicBezTo>
                      <a:pt x="249" y="252"/>
                      <a:pt x="257" y="255"/>
                      <a:pt x="266" y="255"/>
                    </a:cubicBezTo>
                    <a:cubicBezTo>
                      <a:pt x="295" y="255"/>
                      <a:pt x="323" y="215"/>
                      <a:pt x="296" y="189"/>
                    </a:cubicBezTo>
                    <a:cubicBezTo>
                      <a:pt x="207" y="138"/>
                      <a:pt x="134" y="82"/>
                      <a:pt x="83" y="10"/>
                    </a:cubicBezTo>
                    <a:cubicBezTo>
                      <a:pt x="76" y="3"/>
                      <a:pt x="69" y="1"/>
                      <a:pt x="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1"/>
              <p:cNvSpPr/>
              <p:nvPr/>
            </p:nvSpPr>
            <p:spPr>
              <a:xfrm>
                <a:off x="5063132" y="543782"/>
                <a:ext cx="46139" cy="39180"/>
              </a:xfrm>
              <a:custGeom>
                <a:rect b="b" l="l" r="r" t="t"/>
                <a:pathLst>
                  <a:path extrusionOk="0" h="304" w="358">
                    <a:moveTo>
                      <a:pt x="44" y="0"/>
                    </a:moveTo>
                    <a:cubicBezTo>
                      <a:pt x="17" y="0"/>
                      <a:pt x="1" y="52"/>
                      <a:pt x="28" y="79"/>
                    </a:cubicBezTo>
                    <a:cubicBezTo>
                      <a:pt x="100" y="152"/>
                      <a:pt x="190" y="224"/>
                      <a:pt x="296" y="292"/>
                    </a:cubicBezTo>
                    <a:cubicBezTo>
                      <a:pt x="303" y="300"/>
                      <a:pt x="310" y="304"/>
                      <a:pt x="317" y="304"/>
                    </a:cubicBezTo>
                    <a:cubicBezTo>
                      <a:pt x="342" y="304"/>
                      <a:pt x="358" y="255"/>
                      <a:pt x="330" y="241"/>
                    </a:cubicBezTo>
                    <a:cubicBezTo>
                      <a:pt x="241" y="169"/>
                      <a:pt x="151" y="96"/>
                      <a:pt x="66" y="11"/>
                    </a:cubicBezTo>
                    <a:cubicBezTo>
                      <a:pt x="59" y="3"/>
                      <a:pt x="51" y="0"/>
                      <a:pt x="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1"/>
              <p:cNvSpPr/>
              <p:nvPr/>
            </p:nvSpPr>
            <p:spPr>
              <a:xfrm>
                <a:off x="4765550" y="942019"/>
                <a:ext cx="48717" cy="36860"/>
              </a:xfrm>
              <a:custGeom>
                <a:rect b="b" l="l" r="r" t="t"/>
                <a:pathLst>
                  <a:path extrusionOk="0" h="286" w="378">
                    <a:moveTo>
                      <a:pt x="59" y="0"/>
                    </a:moveTo>
                    <a:cubicBezTo>
                      <a:pt x="29" y="0"/>
                      <a:pt x="0" y="49"/>
                      <a:pt x="31" y="63"/>
                    </a:cubicBezTo>
                    <a:cubicBezTo>
                      <a:pt x="116" y="135"/>
                      <a:pt x="206" y="203"/>
                      <a:pt x="312" y="276"/>
                    </a:cubicBezTo>
                    <a:cubicBezTo>
                      <a:pt x="320" y="282"/>
                      <a:pt x="327" y="285"/>
                      <a:pt x="334" y="285"/>
                    </a:cubicBezTo>
                    <a:cubicBezTo>
                      <a:pt x="361" y="285"/>
                      <a:pt x="378" y="238"/>
                      <a:pt x="351" y="225"/>
                    </a:cubicBezTo>
                    <a:cubicBezTo>
                      <a:pt x="261" y="152"/>
                      <a:pt x="172" y="80"/>
                      <a:pt x="82" y="11"/>
                    </a:cubicBezTo>
                    <a:cubicBezTo>
                      <a:pt x="75" y="4"/>
                      <a:pt x="67" y="0"/>
                      <a:pt x="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1"/>
              <p:cNvSpPr/>
              <p:nvPr/>
            </p:nvSpPr>
            <p:spPr>
              <a:xfrm>
                <a:off x="4756786" y="962253"/>
                <a:ext cx="34282" cy="28354"/>
              </a:xfrm>
              <a:custGeom>
                <a:rect b="b" l="l" r="r" t="t"/>
                <a:pathLst>
                  <a:path extrusionOk="0" h="220" w="266">
                    <a:moveTo>
                      <a:pt x="38" y="1"/>
                    </a:moveTo>
                    <a:cubicBezTo>
                      <a:pt x="14" y="1"/>
                      <a:pt x="0" y="38"/>
                      <a:pt x="26" y="68"/>
                    </a:cubicBezTo>
                    <a:cubicBezTo>
                      <a:pt x="78" y="119"/>
                      <a:pt x="133" y="174"/>
                      <a:pt x="184" y="208"/>
                    </a:cubicBezTo>
                    <a:cubicBezTo>
                      <a:pt x="193" y="216"/>
                      <a:pt x="203" y="219"/>
                      <a:pt x="212" y="219"/>
                    </a:cubicBezTo>
                    <a:cubicBezTo>
                      <a:pt x="242" y="219"/>
                      <a:pt x="266" y="182"/>
                      <a:pt x="240" y="153"/>
                    </a:cubicBezTo>
                    <a:cubicBezTo>
                      <a:pt x="167" y="102"/>
                      <a:pt x="116" y="68"/>
                      <a:pt x="61" y="12"/>
                    </a:cubicBezTo>
                    <a:cubicBezTo>
                      <a:pt x="53" y="4"/>
                      <a:pt x="45" y="1"/>
                      <a:pt x="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1"/>
              <p:cNvSpPr/>
              <p:nvPr/>
            </p:nvSpPr>
            <p:spPr>
              <a:xfrm>
                <a:off x="4738228" y="983002"/>
                <a:ext cx="50779" cy="36215"/>
              </a:xfrm>
              <a:custGeom>
                <a:rect b="b" l="l" r="r" t="t"/>
                <a:pathLst>
                  <a:path extrusionOk="0" h="281" w="394">
                    <a:moveTo>
                      <a:pt x="54" y="0"/>
                    </a:moveTo>
                    <a:cubicBezTo>
                      <a:pt x="26" y="0"/>
                      <a:pt x="1" y="38"/>
                      <a:pt x="30" y="64"/>
                    </a:cubicBezTo>
                    <a:cubicBezTo>
                      <a:pt x="115" y="137"/>
                      <a:pt x="222" y="205"/>
                      <a:pt x="311" y="277"/>
                    </a:cubicBezTo>
                    <a:cubicBezTo>
                      <a:pt x="316" y="280"/>
                      <a:pt x="322" y="281"/>
                      <a:pt x="327" y="281"/>
                    </a:cubicBezTo>
                    <a:cubicBezTo>
                      <a:pt x="361" y="281"/>
                      <a:pt x="394" y="238"/>
                      <a:pt x="349" y="205"/>
                    </a:cubicBezTo>
                    <a:cubicBezTo>
                      <a:pt x="260" y="154"/>
                      <a:pt x="170" y="81"/>
                      <a:pt x="81" y="13"/>
                    </a:cubicBezTo>
                    <a:cubicBezTo>
                      <a:pt x="73" y="4"/>
                      <a:pt x="63" y="0"/>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1"/>
              <p:cNvSpPr/>
              <p:nvPr/>
            </p:nvSpPr>
            <p:spPr>
              <a:xfrm>
                <a:off x="4252998" y="1046926"/>
                <a:ext cx="48717" cy="37375"/>
              </a:xfrm>
              <a:custGeom>
                <a:rect b="b" l="l" r="r" t="t"/>
                <a:pathLst>
                  <a:path extrusionOk="0" h="290" w="378">
                    <a:moveTo>
                      <a:pt x="71" y="0"/>
                    </a:moveTo>
                    <a:cubicBezTo>
                      <a:pt x="37" y="0"/>
                      <a:pt x="1" y="37"/>
                      <a:pt x="27" y="67"/>
                    </a:cubicBezTo>
                    <a:cubicBezTo>
                      <a:pt x="116" y="135"/>
                      <a:pt x="206" y="208"/>
                      <a:pt x="295" y="280"/>
                    </a:cubicBezTo>
                    <a:cubicBezTo>
                      <a:pt x="305" y="286"/>
                      <a:pt x="314" y="289"/>
                      <a:pt x="322" y="289"/>
                    </a:cubicBezTo>
                    <a:cubicBezTo>
                      <a:pt x="358" y="289"/>
                      <a:pt x="378" y="238"/>
                      <a:pt x="346" y="225"/>
                    </a:cubicBezTo>
                    <a:cubicBezTo>
                      <a:pt x="257" y="156"/>
                      <a:pt x="172" y="101"/>
                      <a:pt x="99" y="11"/>
                    </a:cubicBezTo>
                    <a:cubicBezTo>
                      <a:pt x="91" y="4"/>
                      <a:pt x="82" y="0"/>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1"/>
              <p:cNvSpPr/>
              <p:nvPr/>
            </p:nvSpPr>
            <p:spPr>
              <a:xfrm>
                <a:off x="4241013" y="1066516"/>
                <a:ext cx="42144" cy="28482"/>
              </a:xfrm>
              <a:custGeom>
                <a:rect b="b" l="l" r="r" t="t"/>
                <a:pathLst>
                  <a:path extrusionOk="0" h="221" w="327">
                    <a:moveTo>
                      <a:pt x="50" y="1"/>
                    </a:moveTo>
                    <a:cubicBezTo>
                      <a:pt x="10" y="1"/>
                      <a:pt x="1" y="58"/>
                      <a:pt x="30" y="73"/>
                    </a:cubicBezTo>
                    <a:cubicBezTo>
                      <a:pt x="103" y="111"/>
                      <a:pt x="175" y="162"/>
                      <a:pt x="243" y="218"/>
                    </a:cubicBezTo>
                    <a:cubicBezTo>
                      <a:pt x="248" y="220"/>
                      <a:pt x="253" y="221"/>
                      <a:pt x="259" y="221"/>
                    </a:cubicBezTo>
                    <a:cubicBezTo>
                      <a:pt x="293" y="221"/>
                      <a:pt x="326" y="175"/>
                      <a:pt x="282" y="145"/>
                    </a:cubicBezTo>
                    <a:cubicBezTo>
                      <a:pt x="209" y="90"/>
                      <a:pt x="137" y="39"/>
                      <a:pt x="69" y="4"/>
                    </a:cubicBezTo>
                    <a:cubicBezTo>
                      <a:pt x="62" y="2"/>
                      <a:pt x="55" y="1"/>
                      <a:pt x="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1"/>
              <p:cNvSpPr/>
              <p:nvPr/>
            </p:nvSpPr>
            <p:spPr>
              <a:xfrm>
                <a:off x="4227609" y="1081595"/>
                <a:ext cx="53099" cy="39437"/>
              </a:xfrm>
              <a:custGeom>
                <a:rect b="b" l="l" r="r" t="t"/>
                <a:pathLst>
                  <a:path extrusionOk="0" h="306" w="412">
                    <a:moveTo>
                      <a:pt x="44" y="0"/>
                    </a:moveTo>
                    <a:cubicBezTo>
                      <a:pt x="17" y="0"/>
                      <a:pt x="0" y="52"/>
                      <a:pt x="28" y="79"/>
                    </a:cubicBezTo>
                    <a:cubicBezTo>
                      <a:pt x="117" y="169"/>
                      <a:pt x="224" y="224"/>
                      <a:pt x="330" y="292"/>
                    </a:cubicBezTo>
                    <a:cubicBezTo>
                      <a:pt x="340" y="302"/>
                      <a:pt x="350" y="305"/>
                      <a:pt x="359" y="305"/>
                    </a:cubicBezTo>
                    <a:cubicBezTo>
                      <a:pt x="388" y="305"/>
                      <a:pt x="412" y="267"/>
                      <a:pt x="386" y="241"/>
                    </a:cubicBezTo>
                    <a:cubicBezTo>
                      <a:pt x="279" y="169"/>
                      <a:pt x="173" y="101"/>
                      <a:pt x="66" y="11"/>
                    </a:cubicBezTo>
                    <a:cubicBezTo>
                      <a:pt x="58" y="3"/>
                      <a:pt x="51" y="0"/>
                      <a:pt x="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1"/>
              <p:cNvSpPr/>
              <p:nvPr/>
            </p:nvSpPr>
            <p:spPr>
              <a:xfrm>
                <a:off x="4890821" y="1516949"/>
                <a:ext cx="50779" cy="38922"/>
              </a:xfrm>
              <a:custGeom>
                <a:rect b="b" l="l" r="r" t="t"/>
                <a:pathLst>
                  <a:path extrusionOk="0" h="302" w="394">
                    <a:moveTo>
                      <a:pt x="67" y="0"/>
                    </a:moveTo>
                    <a:cubicBezTo>
                      <a:pt x="35" y="0"/>
                      <a:pt x="0" y="32"/>
                      <a:pt x="18" y="60"/>
                    </a:cubicBezTo>
                    <a:cubicBezTo>
                      <a:pt x="103" y="149"/>
                      <a:pt x="210" y="218"/>
                      <a:pt x="316" y="290"/>
                    </a:cubicBezTo>
                    <a:cubicBezTo>
                      <a:pt x="325" y="298"/>
                      <a:pt x="335" y="301"/>
                      <a:pt x="344" y="301"/>
                    </a:cubicBezTo>
                    <a:cubicBezTo>
                      <a:pt x="373" y="301"/>
                      <a:pt x="394" y="265"/>
                      <a:pt x="355" y="239"/>
                    </a:cubicBezTo>
                    <a:cubicBezTo>
                      <a:pt x="265" y="167"/>
                      <a:pt x="176" y="94"/>
                      <a:pt x="86" y="5"/>
                    </a:cubicBezTo>
                    <a:cubicBezTo>
                      <a:pt x="80" y="2"/>
                      <a:pt x="74" y="0"/>
                      <a:pt x="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1"/>
              <p:cNvSpPr/>
              <p:nvPr/>
            </p:nvSpPr>
            <p:spPr>
              <a:xfrm>
                <a:off x="4875355" y="1537183"/>
                <a:ext cx="39308" cy="32349"/>
              </a:xfrm>
              <a:custGeom>
                <a:rect b="b" l="l" r="r" t="t"/>
                <a:pathLst>
                  <a:path extrusionOk="0" h="251" w="305">
                    <a:moveTo>
                      <a:pt x="46" y="0"/>
                    </a:moveTo>
                    <a:cubicBezTo>
                      <a:pt x="20" y="0"/>
                      <a:pt x="0" y="51"/>
                      <a:pt x="31" y="82"/>
                    </a:cubicBezTo>
                    <a:cubicBezTo>
                      <a:pt x="83" y="133"/>
                      <a:pt x="155" y="189"/>
                      <a:pt x="223" y="240"/>
                    </a:cubicBezTo>
                    <a:cubicBezTo>
                      <a:pt x="232" y="248"/>
                      <a:pt x="242" y="251"/>
                      <a:pt x="251" y="251"/>
                    </a:cubicBezTo>
                    <a:cubicBezTo>
                      <a:pt x="281" y="251"/>
                      <a:pt x="305" y="215"/>
                      <a:pt x="279" y="189"/>
                    </a:cubicBezTo>
                    <a:cubicBezTo>
                      <a:pt x="206" y="133"/>
                      <a:pt x="138" y="82"/>
                      <a:pt x="65" y="10"/>
                    </a:cubicBezTo>
                    <a:cubicBezTo>
                      <a:pt x="59" y="3"/>
                      <a:pt x="52" y="0"/>
                      <a:pt x="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1"/>
              <p:cNvSpPr/>
              <p:nvPr/>
            </p:nvSpPr>
            <p:spPr>
              <a:xfrm>
                <a:off x="4859761" y="1552519"/>
                <a:ext cx="50650" cy="37891"/>
              </a:xfrm>
              <a:custGeom>
                <a:rect b="b" l="l" r="r" t="t"/>
                <a:pathLst>
                  <a:path extrusionOk="0" h="294" w="393">
                    <a:moveTo>
                      <a:pt x="61" y="0"/>
                    </a:moveTo>
                    <a:cubicBezTo>
                      <a:pt x="30" y="0"/>
                      <a:pt x="0" y="24"/>
                      <a:pt x="24" y="48"/>
                    </a:cubicBezTo>
                    <a:cubicBezTo>
                      <a:pt x="114" y="138"/>
                      <a:pt x="221" y="210"/>
                      <a:pt x="310" y="283"/>
                    </a:cubicBezTo>
                    <a:cubicBezTo>
                      <a:pt x="318" y="290"/>
                      <a:pt x="326" y="293"/>
                      <a:pt x="335" y="293"/>
                    </a:cubicBezTo>
                    <a:cubicBezTo>
                      <a:pt x="364" y="293"/>
                      <a:pt x="392" y="254"/>
                      <a:pt x="365" y="227"/>
                    </a:cubicBezTo>
                    <a:cubicBezTo>
                      <a:pt x="276" y="155"/>
                      <a:pt x="169" y="87"/>
                      <a:pt x="97" y="14"/>
                    </a:cubicBezTo>
                    <a:cubicBezTo>
                      <a:pt x="87" y="4"/>
                      <a:pt x="74" y="0"/>
                      <a:pt x="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 name="Google Shape;697;p41"/>
            <p:cNvGrpSpPr/>
            <p:nvPr/>
          </p:nvGrpSpPr>
          <p:grpSpPr>
            <a:xfrm>
              <a:off x="4277330" y="3609407"/>
              <a:ext cx="632072" cy="363925"/>
              <a:chOff x="3239800" y="2712650"/>
              <a:chExt cx="289875" cy="166900"/>
            </a:xfrm>
          </p:grpSpPr>
          <p:sp>
            <p:nvSpPr>
              <p:cNvPr id="698" name="Google Shape;698;p41"/>
              <p:cNvSpPr/>
              <p:nvPr/>
            </p:nvSpPr>
            <p:spPr>
              <a:xfrm>
                <a:off x="3239800" y="2712650"/>
                <a:ext cx="289875" cy="45075"/>
              </a:xfrm>
              <a:custGeom>
                <a:rect b="b" l="l" r="r" t="t"/>
                <a:pathLst>
                  <a:path extrusionOk="0" h="1803" w="11595">
                    <a:moveTo>
                      <a:pt x="5974" y="466"/>
                    </a:moveTo>
                    <a:cubicBezTo>
                      <a:pt x="7363" y="466"/>
                      <a:pt x="8753" y="532"/>
                      <a:pt x="10141" y="691"/>
                    </a:cubicBezTo>
                    <a:cubicBezTo>
                      <a:pt x="10443" y="729"/>
                      <a:pt x="10725" y="798"/>
                      <a:pt x="10993" y="1011"/>
                    </a:cubicBezTo>
                    <a:cubicBezTo>
                      <a:pt x="9252" y="1243"/>
                      <a:pt x="7525" y="1359"/>
                      <a:pt x="5800" y="1359"/>
                    </a:cubicBezTo>
                    <a:cubicBezTo>
                      <a:pt x="4074" y="1359"/>
                      <a:pt x="2351" y="1243"/>
                      <a:pt x="619" y="1011"/>
                    </a:cubicBezTo>
                    <a:cubicBezTo>
                      <a:pt x="938" y="691"/>
                      <a:pt x="1386" y="674"/>
                      <a:pt x="1774" y="640"/>
                    </a:cubicBezTo>
                    <a:cubicBezTo>
                      <a:pt x="3173" y="533"/>
                      <a:pt x="4574" y="466"/>
                      <a:pt x="5974" y="466"/>
                    </a:cubicBezTo>
                    <a:close/>
                    <a:moveTo>
                      <a:pt x="5772" y="1"/>
                    </a:moveTo>
                    <a:lnTo>
                      <a:pt x="5772" y="158"/>
                    </a:lnTo>
                    <a:cubicBezTo>
                      <a:pt x="5177" y="158"/>
                      <a:pt x="4582" y="154"/>
                      <a:pt x="3986" y="154"/>
                    </a:cubicBezTo>
                    <a:cubicBezTo>
                      <a:pt x="3390" y="154"/>
                      <a:pt x="2795" y="158"/>
                      <a:pt x="2200" y="175"/>
                    </a:cubicBezTo>
                    <a:cubicBezTo>
                      <a:pt x="1578" y="197"/>
                      <a:pt x="960" y="282"/>
                      <a:pt x="389" y="585"/>
                    </a:cubicBezTo>
                    <a:cubicBezTo>
                      <a:pt x="175" y="708"/>
                      <a:pt x="1" y="853"/>
                      <a:pt x="35" y="1117"/>
                    </a:cubicBezTo>
                    <a:cubicBezTo>
                      <a:pt x="69" y="1420"/>
                      <a:pt x="320" y="1475"/>
                      <a:pt x="551" y="1492"/>
                    </a:cubicBezTo>
                    <a:cubicBezTo>
                      <a:pt x="1100" y="1527"/>
                      <a:pt x="1650" y="1544"/>
                      <a:pt x="2200" y="1582"/>
                    </a:cubicBezTo>
                    <a:cubicBezTo>
                      <a:pt x="3436" y="1648"/>
                      <a:pt x="4682" y="1803"/>
                      <a:pt x="5932" y="1803"/>
                    </a:cubicBezTo>
                    <a:cubicBezTo>
                      <a:pt x="6299" y="1803"/>
                      <a:pt x="6666" y="1790"/>
                      <a:pt x="7034" y="1757"/>
                    </a:cubicBezTo>
                    <a:cubicBezTo>
                      <a:pt x="8329" y="1650"/>
                      <a:pt x="9625" y="1599"/>
                      <a:pt x="10921" y="1509"/>
                    </a:cubicBezTo>
                    <a:cubicBezTo>
                      <a:pt x="11189" y="1492"/>
                      <a:pt x="11488" y="1475"/>
                      <a:pt x="11543" y="1134"/>
                    </a:cubicBezTo>
                    <a:cubicBezTo>
                      <a:pt x="11594" y="798"/>
                      <a:pt x="11347" y="674"/>
                      <a:pt x="11100" y="550"/>
                    </a:cubicBezTo>
                    <a:cubicBezTo>
                      <a:pt x="10763" y="388"/>
                      <a:pt x="10405" y="265"/>
                      <a:pt x="10034" y="248"/>
                    </a:cubicBezTo>
                    <a:cubicBezTo>
                      <a:pt x="8611" y="158"/>
                      <a:pt x="7191" y="69"/>
                      <a:pt x="57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1"/>
              <p:cNvSpPr/>
              <p:nvPr/>
            </p:nvSpPr>
            <p:spPr>
              <a:xfrm>
                <a:off x="3253125" y="2789025"/>
                <a:ext cx="263225" cy="31925"/>
              </a:xfrm>
              <a:custGeom>
                <a:rect b="b" l="l" r="r" t="t"/>
                <a:pathLst>
                  <a:path extrusionOk="0" h="1277" w="10529">
                    <a:moveTo>
                      <a:pt x="9305" y="407"/>
                    </a:moveTo>
                    <a:cubicBezTo>
                      <a:pt x="9591" y="407"/>
                      <a:pt x="9838" y="479"/>
                      <a:pt x="10017" y="782"/>
                    </a:cubicBezTo>
                    <a:cubicBezTo>
                      <a:pt x="8258" y="890"/>
                      <a:pt x="6504" y="939"/>
                      <a:pt x="4729" y="939"/>
                    </a:cubicBezTo>
                    <a:cubicBezTo>
                      <a:pt x="3295" y="939"/>
                      <a:pt x="1847" y="907"/>
                      <a:pt x="371" y="850"/>
                    </a:cubicBezTo>
                    <a:cubicBezTo>
                      <a:pt x="657" y="462"/>
                      <a:pt x="904" y="407"/>
                      <a:pt x="1207" y="407"/>
                    </a:cubicBezTo>
                    <a:close/>
                    <a:moveTo>
                      <a:pt x="5832" y="0"/>
                    </a:moveTo>
                    <a:cubicBezTo>
                      <a:pt x="4420" y="0"/>
                      <a:pt x="3010" y="15"/>
                      <a:pt x="1599" y="36"/>
                    </a:cubicBezTo>
                    <a:cubicBezTo>
                      <a:pt x="1470" y="36"/>
                      <a:pt x="1337" y="26"/>
                      <a:pt x="1207" y="26"/>
                    </a:cubicBezTo>
                    <a:cubicBezTo>
                      <a:pt x="1085" y="26"/>
                      <a:pt x="965" y="35"/>
                      <a:pt x="853" y="70"/>
                    </a:cubicBezTo>
                    <a:cubicBezTo>
                      <a:pt x="495" y="176"/>
                      <a:pt x="0" y="266"/>
                      <a:pt x="35" y="765"/>
                    </a:cubicBezTo>
                    <a:cubicBezTo>
                      <a:pt x="52" y="1242"/>
                      <a:pt x="533" y="1208"/>
                      <a:pt x="887" y="1259"/>
                    </a:cubicBezTo>
                    <a:cubicBezTo>
                      <a:pt x="921" y="1276"/>
                      <a:pt x="959" y="1276"/>
                      <a:pt x="994" y="1276"/>
                    </a:cubicBezTo>
                    <a:lnTo>
                      <a:pt x="9484" y="1276"/>
                    </a:lnTo>
                    <a:cubicBezTo>
                      <a:pt x="9676" y="1276"/>
                      <a:pt x="9910" y="1225"/>
                      <a:pt x="10102" y="1170"/>
                    </a:cubicBezTo>
                    <a:cubicBezTo>
                      <a:pt x="10298" y="1118"/>
                      <a:pt x="10460" y="1012"/>
                      <a:pt x="10494" y="799"/>
                    </a:cubicBezTo>
                    <a:cubicBezTo>
                      <a:pt x="10529" y="569"/>
                      <a:pt x="10405" y="424"/>
                      <a:pt x="10230" y="317"/>
                    </a:cubicBezTo>
                    <a:cubicBezTo>
                      <a:pt x="9962" y="159"/>
                      <a:pt x="9697" y="53"/>
                      <a:pt x="9378" y="36"/>
                    </a:cubicBezTo>
                    <a:cubicBezTo>
                      <a:pt x="8195" y="11"/>
                      <a:pt x="7013" y="0"/>
                      <a:pt x="5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1"/>
              <p:cNvSpPr/>
              <p:nvPr/>
            </p:nvSpPr>
            <p:spPr>
              <a:xfrm>
                <a:off x="3304175" y="2845850"/>
                <a:ext cx="160700" cy="33700"/>
              </a:xfrm>
              <a:custGeom>
                <a:rect b="b" l="l" r="r" t="t"/>
                <a:pathLst>
                  <a:path extrusionOk="0" h="1348" w="6428">
                    <a:moveTo>
                      <a:pt x="3233" y="392"/>
                    </a:moveTo>
                    <a:cubicBezTo>
                      <a:pt x="4048" y="392"/>
                      <a:pt x="4864" y="525"/>
                      <a:pt x="5682" y="798"/>
                    </a:cubicBezTo>
                    <a:cubicBezTo>
                      <a:pt x="4888" y="857"/>
                      <a:pt x="4096" y="884"/>
                      <a:pt x="3305" y="884"/>
                    </a:cubicBezTo>
                    <a:cubicBezTo>
                      <a:pt x="2453" y="884"/>
                      <a:pt x="1601" y="853"/>
                      <a:pt x="746" y="798"/>
                    </a:cubicBezTo>
                    <a:cubicBezTo>
                      <a:pt x="1577" y="529"/>
                      <a:pt x="2405" y="392"/>
                      <a:pt x="3233" y="392"/>
                    </a:cubicBezTo>
                    <a:close/>
                    <a:moveTo>
                      <a:pt x="3214" y="1"/>
                    </a:moveTo>
                    <a:cubicBezTo>
                      <a:pt x="2272" y="1"/>
                      <a:pt x="1330" y="69"/>
                      <a:pt x="426" y="427"/>
                    </a:cubicBezTo>
                    <a:cubicBezTo>
                      <a:pt x="230" y="495"/>
                      <a:pt x="0" y="567"/>
                      <a:pt x="17" y="836"/>
                    </a:cubicBezTo>
                    <a:cubicBezTo>
                      <a:pt x="34" y="1049"/>
                      <a:pt x="230" y="1117"/>
                      <a:pt x="388" y="1156"/>
                    </a:cubicBezTo>
                    <a:cubicBezTo>
                      <a:pt x="550" y="1207"/>
                      <a:pt x="708" y="1241"/>
                      <a:pt x="870" y="1262"/>
                    </a:cubicBezTo>
                    <a:cubicBezTo>
                      <a:pt x="1650" y="1347"/>
                      <a:pt x="2434" y="1313"/>
                      <a:pt x="3214" y="1330"/>
                    </a:cubicBezTo>
                    <a:cubicBezTo>
                      <a:pt x="3364" y="1327"/>
                      <a:pt x="3514" y="1327"/>
                      <a:pt x="3664" y="1327"/>
                    </a:cubicBezTo>
                    <a:cubicBezTo>
                      <a:pt x="3817" y="1327"/>
                      <a:pt x="3970" y="1327"/>
                      <a:pt x="4123" y="1327"/>
                    </a:cubicBezTo>
                    <a:cubicBezTo>
                      <a:pt x="4672" y="1327"/>
                      <a:pt x="5222" y="1317"/>
                      <a:pt x="5771" y="1224"/>
                    </a:cubicBezTo>
                    <a:cubicBezTo>
                      <a:pt x="6019" y="1190"/>
                      <a:pt x="6377" y="1173"/>
                      <a:pt x="6394" y="836"/>
                    </a:cubicBezTo>
                    <a:cubicBezTo>
                      <a:pt x="6428" y="495"/>
                      <a:pt x="6091" y="461"/>
                      <a:pt x="5844" y="371"/>
                    </a:cubicBezTo>
                    <a:cubicBezTo>
                      <a:pt x="4991" y="52"/>
                      <a:pt x="4101" y="18"/>
                      <a:pt x="32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01" name="Google Shape;701;p41"/>
          <p:cNvSpPr/>
          <p:nvPr/>
        </p:nvSpPr>
        <p:spPr>
          <a:xfrm>
            <a:off x="2793522" y="551037"/>
            <a:ext cx="316800" cy="53700"/>
          </a:xfrm>
          <a:prstGeom prst="rect">
            <a:avLst/>
          </a:prstGeom>
          <a:gradFill>
            <a:gsLst>
              <a:gs pos="0">
                <a:schemeClr val="dk1"/>
              </a:gs>
              <a:gs pos="48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1"/>
          <p:cNvSpPr/>
          <p:nvPr/>
        </p:nvSpPr>
        <p:spPr>
          <a:xfrm rot="10800000">
            <a:off x="6033678" y="551037"/>
            <a:ext cx="316800" cy="53700"/>
          </a:xfrm>
          <a:prstGeom prst="rect">
            <a:avLst/>
          </a:prstGeom>
          <a:gradFill>
            <a:gsLst>
              <a:gs pos="0">
                <a:schemeClr val="dk1"/>
              </a:gs>
              <a:gs pos="48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06" name="Shape 706"/>
        <p:cNvGrpSpPr/>
        <p:nvPr/>
      </p:nvGrpSpPr>
      <p:grpSpPr>
        <a:xfrm>
          <a:off x="0" y="0"/>
          <a:ext cx="0" cy="0"/>
          <a:chOff x="0" y="0"/>
          <a:chExt cx="0" cy="0"/>
        </a:xfrm>
      </p:grpSpPr>
      <p:sp>
        <p:nvSpPr>
          <p:cNvPr id="707" name="Google Shape;707;p42"/>
          <p:cNvSpPr txBox="1"/>
          <p:nvPr>
            <p:ph idx="1" type="body"/>
          </p:nvPr>
        </p:nvSpPr>
        <p:spPr>
          <a:xfrm>
            <a:off x="1768725" y="924625"/>
            <a:ext cx="5606700" cy="65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t>
            </a:r>
            <a:endParaRPr/>
          </a:p>
        </p:txBody>
      </p:sp>
      <p:sp>
        <p:nvSpPr>
          <p:cNvPr id="708" name="Google Shape;708;p42"/>
          <p:cNvSpPr/>
          <p:nvPr/>
        </p:nvSpPr>
        <p:spPr>
          <a:xfrm>
            <a:off x="1768725" y="1604101"/>
            <a:ext cx="5606554" cy="347925"/>
          </a:xfrm>
          <a:prstGeom prst="rect">
            <a:avLst/>
          </a:prstGeom>
        </p:spPr>
        <p:txBody>
          <a:bodyPr>
            <a:prstTxWarp prst="textPlain"/>
          </a:bodyPr>
          <a:lstStyle/>
          <a:p>
            <a:pPr lvl="0" algn="ctr"/>
            <a:r>
              <a:rPr b="1" i="0">
                <a:ln cap="flat" cmpd="sng" w="9525">
                  <a:solidFill>
                    <a:schemeClr val="dk1"/>
                  </a:solidFill>
                  <a:prstDash val="solid"/>
                  <a:round/>
                  <a:headEnd len="sm" w="sm" type="none"/>
                  <a:tailEnd len="sm" w="sm" type="none"/>
                </a:ln>
                <a:noFill/>
                <a:latin typeface="Audiowide"/>
              </a:rPr>
              <a:t>A THOUSAND WORDS</a:t>
            </a: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2" name="Shape 712"/>
        <p:cNvGrpSpPr/>
        <p:nvPr/>
      </p:nvGrpSpPr>
      <p:grpSpPr>
        <a:xfrm>
          <a:off x="0" y="0"/>
          <a:ext cx="0" cy="0"/>
          <a:chOff x="0" y="0"/>
          <a:chExt cx="0" cy="0"/>
        </a:xfrm>
      </p:grpSpPr>
      <p:sp>
        <p:nvSpPr>
          <p:cNvPr id="713" name="Google Shape;713;p43"/>
          <p:cNvSpPr txBox="1"/>
          <p:nvPr>
            <p:ph idx="1" type="subTitle"/>
          </p:nvPr>
        </p:nvSpPr>
        <p:spPr>
          <a:xfrm>
            <a:off x="714450" y="3028950"/>
            <a:ext cx="2447100" cy="1212900"/>
          </a:xfrm>
          <a:prstGeom prst="rect">
            <a:avLst/>
          </a:prstGeom>
        </p:spPr>
        <p:txBody>
          <a:bodyPr anchorCtr="0" anchor="ctr" bIns="91425" lIns="91425" spcFirstLastPara="1" rIns="91425" wrap="square" tIns="91425">
            <a:normAutofit/>
          </a:bodyPr>
          <a:lstStyle/>
          <a:p>
            <a:pPr indent="0" lvl="0" marL="0" rtl="0" algn="ctr">
              <a:spcBef>
                <a:spcPts val="0"/>
              </a:spcBef>
              <a:spcAft>
                <a:spcPts val="0"/>
              </a:spcAft>
              <a:buNone/>
            </a:pPr>
            <a:r>
              <a:rPr lang="en"/>
              <a:t>Mars is a cold place, not hot. It’s full of iron oxide dust, which gives the planet its reddish cast</a:t>
            </a:r>
            <a:endParaRPr/>
          </a:p>
        </p:txBody>
      </p:sp>
      <p:sp>
        <p:nvSpPr>
          <p:cNvPr id="714" name="Google Shape;714;p43"/>
          <p:cNvSpPr txBox="1"/>
          <p:nvPr>
            <p:ph idx="6"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DO, OR DO NOT, THERE IS NO TRY</a:t>
            </a:r>
            <a:endParaRPr/>
          </a:p>
        </p:txBody>
      </p:sp>
      <p:sp>
        <p:nvSpPr>
          <p:cNvPr id="715" name="Google Shape;715;p43"/>
          <p:cNvSpPr txBox="1"/>
          <p:nvPr>
            <p:ph idx="2" type="subTitle"/>
          </p:nvPr>
        </p:nvSpPr>
        <p:spPr>
          <a:xfrm>
            <a:off x="3345663" y="3028950"/>
            <a:ext cx="2447100" cy="1212900"/>
          </a:xfrm>
          <a:prstGeom prst="rect">
            <a:avLst/>
          </a:prstGeom>
        </p:spPr>
        <p:txBody>
          <a:bodyPr anchorCtr="0" anchor="ctr" bIns="91425" lIns="91425" spcFirstLastPara="1" rIns="91425" wrap="square" tIns="91425">
            <a:normAutofit/>
          </a:bodyPr>
          <a:lstStyle/>
          <a:p>
            <a:pPr indent="0" lvl="0" marL="0" rtl="0" algn="ctr">
              <a:spcBef>
                <a:spcPts val="0"/>
              </a:spcBef>
              <a:spcAft>
                <a:spcPts val="0"/>
              </a:spcAft>
              <a:buNone/>
            </a:pPr>
            <a:r>
              <a:rPr lang="en"/>
              <a:t>Jupiter is </a:t>
            </a:r>
            <a:r>
              <a:rPr lang="en"/>
              <a:t>a gas giant and the biggest planet in the Solar System. It’s the fifth planet from the Sun</a:t>
            </a:r>
            <a:endParaRPr/>
          </a:p>
        </p:txBody>
      </p:sp>
      <p:sp>
        <p:nvSpPr>
          <p:cNvPr id="716" name="Google Shape;716;p43"/>
          <p:cNvSpPr txBox="1"/>
          <p:nvPr>
            <p:ph type="title"/>
          </p:nvPr>
        </p:nvSpPr>
        <p:spPr>
          <a:xfrm>
            <a:off x="714450" y="2638350"/>
            <a:ext cx="2447100" cy="4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DROIDS</a:t>
            </a:r>
            <a:endParaRPr/>
          </a:p>
        </p:txBody>
      </p:sp>
      <p:sp>
        <p:nvSpPr>
          <p:cNvPr id="717" name="Google Shape;717;p43"/>
          <p:cNvSpPr txBox="1"/>
          <p:nvPr>
            <p:ph idx="3" type="title"/>
          </p:nvPr>
        </p:nvSpPr>
        <p:spPr>
          <a:xfrm>
            <a:off x="3345663" y="2638350"/>
            <a:ext cx="2447100" cy="4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FAITH</a:t>
            </a:r>
            <a:endParaRPr/>
          </a:p>
        </p:txBody>
      </p:sp>
      <p:sp>
        <p:nvSpPr>
          <p:cNvPr id="718" name="Google Shape;718;p43"/>
          <p:cNvSpPr txBox="1"/>
          <p:nvPr>
            <p:ph idx="4" type="subTitle"/>
          </p:nvPr>
        </p:nvSpPr>
        <p:spPr>
          <a:xfrm>
            <a:off x="5976888" y="3028950"/>
            <a:ext cx="2447100" cy="1212900"/>
          </a:xfrm>
          <a:prstGeom prst="rect">
            <a:avLst/>
          </a:prstGeom>
        </p:spPr>
        <p:txBody>
          <a:bodyPr anchorCtr="0" anchor="ctr" bIns="91425" lIns="91425" spcFirstLastPara="1" rIns="91425" wrap="square" tIns="91425">
            <a:normAutofit/>
          </a:bodyPr>
          <a:lstStyle/>
          <a:p>
            <a:pPr indent="0" lvl="0" marL="0" rtl="0" algn="ctr">
              <a:spcBef>
                <a:spcPts val="0"/>
              </a:spcBef>
              <a:spcAft>
                <a:spcPts val="0"/>
              </a:spcAft>
              <a:buNone/>
            </a:pPr>
            <a:r>
              <a:rPr lang="en"/>
              <a:t>Yes, Saturn is the ringed planet. It’s a gas giant, composed mostly of hydrogen and helium</a:t>
            </a:r>
            <a:endParaRPr/>
          </a:p>
        </p:txBody>
      </p:sp>
      <p:sp>
        <p:nvSpPr>
          <p:cNvPr id="719" name="Google Shape;719;p43"/>
          <p:cNvSpPr txBox="1"/>
          <p:nvPr>
            <p:ph idx="5" type="title"/>
          </p:nvPr>
        </p:nvSpPr>
        <p:spPr>
          <a:xfrm>
            <a:off x="5976888" y="2638350"/>
            <a:ext cx="2447100" cy="4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FLEET</a:t>
            </a:r>
            <a:endParaRPr/>
          </a:p>
        </p:txBody>
      </p:sp>
      <p:grpSp>
        <p:nvGrpSpPr>
          <p:cNvPr id="720" name="Google Shape;720;p43"/>
          <p:cNvGrpSpPr/>
          <p:nvPr/>
        </p:nvGrpSpPr>
        <p:grpSpPr>
          <a:xfrm rot="-1415623">
            <a:off x="4003747" y="1616361"/>
            <a:ext cx="1130930" cy="829642"/>
            <a:chOff x="5514644" y="271073"/>
            <a:chExt cx="1217137" cy="892883"/>
          </a:xfrm>
        </p:grpSpPr>
        <p:sp>
          <p:nvSpPr>
            <p:cNvPr id="721" name="Google Shape;721;p43"/>
            <p:cNvSpPr/>
            <p:nvPr/>
          </p:nvSpPr>
          <p:spPr>
            <a:xfrm rot="1073721">
              <a:off x="6364986" y="943912"/>
              <a:ext cx="19445" cy="205110"/>
            </a:xfrm>
            <a:custGeom>
              <a:rect b="b" l="l" r="r" t="t"/>
              <a:pathLst>
                <a:path extrusionOk="0" h="2616" w="248">
                  <a:moveTo>
                    <a:pt x="124" y="0"/>
                  </a:moveTo>
                  <a:cubicBezTo>
                    <a:pt x="62" y="0"/>
                    <a:pt x="0" y="40"/>
                    <a:pt x="0" y="118"/>
                  </a:cubicBezTo>
                  <a:lnTo>
                    <a:pt x="0" y="2484"/>
                  </a:lnTo>
                  <a:cubicBezTo>
                    <a:pt x="0" y="2571"/>
                    <a:pt x="62" y="2615"/>
                    <a:pt x="124" y="2615"/>
                  </a:cubicBezTo>
                  <a:cubicBezTo>
                    <a:pt x="186" y="2615"/>
                    <a:pt x="247" y="2571"/>
                    <a:pt x="247" y="2484"/>
                  </a:cubicBezTo>
                  <a:lnTo>
                    <a:pt x="247" y="118"/>
                  </a:lnTo>
                  <a:cubicBezTo>
                    <a:pt x="247" y="40"/>
                    <a:pt x="186" y="0"/>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3"/>
            <p:cNvSpPr/>
            <p:nvPr/>
          </p:nvSpPr>
          <p:spPr>
            <a:xfrm rot="1073721">
              <a:off x="6334036" y="1135778"/>
              <a:ext cx="59902" cy="19445"/>
            </a:xfrm>
            <a:custGeom>
              <a:rect b="b" l="l" r="r" t="t"/>
              <a:pathLst>
                <a:path extrusionOk="0" h="248" w="764">
                  <a:moveTo>
                    <a:pt x="124" y="1"/>
                  </a:moveTo>
                  <a:cubicBezTo>
                    <a:pt x="51" y="1"/>
                    <a:pt x="0" y="56"/>
                    <a:pt x="0" y="124"/>
                  </a:cubicBezTo>
                  <a:cubicBezTo>
                    <a:pt x="0" y="197"/>
                    <a:pt x="51" y="248"/>
                    <a:pt x="124" y="248"/>
                  </a:cubicBezTo>
                  <a:lnTo>
                    <a:pt x="639" y="248"/>
                  </a:lnTo>
                  <a:cubicBezTo>
                    <a:pt x="712" y="248"/>
                    <a:pt x="763" y="197"/>
                    <a:pt x="763" y="124"/>
                  </a:cubicBezTo>
                  <a:cubicBezTo>
                    <a:pt x="763" y="56"/>
                    <a:pt x="712" y="1"/>
                    <a:pt x="6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3"/>
            <p:cNvSpPr/>
            <p:nvPr/>
          </p:nvSpPr>
          <p:spPr>
            <a:xfrm rot="1073721">
              <a:off x="5681237" y="723128"/>
              <a:ext cx="19445" cy="205110"/>
            </a:xfrm>
            <a:custGeom>
              <a:rect b="b" l="l" r="r" t="t"/>
              <a:pathLst>
                <a:path extrusionOk="0" h="2616" w="248">
                  <a:moveTo>
                    <a:pt x="124" y="0"/>
                  </a:moveTo>
                  <a:cubicBezTo>
                    <a:pt x="62" y="0"/>
                    <a:pt x="0" y="40"/>
                    <a:pt x="0" y="118"/>
                  </a:cubicBezTo>
                  <a:lnTo>
                    <a:pt x="0" y="2484"/>
                  </a:lnTo>
                  <a:cubicBezTo>
                    <a:pt x="0" y="2571"/>
                    <a:pt x="62" y="2615"/>
                    <a:pt x="124" y="2615"/>
                  </a:cubicBezTo>
                  <a:cubicBezTo>
                    <a:pt x="185" y="2615"/>
                    <a:pt x="247" y="2571"/>
                    <a:pt x="247" y="2484"/>
                  </a:cubicBezTo>
                  <a:lnTo>
                    <a:pt x="247" y="118"/>
                  </a:lnTo>
                  <a:cubicBezTo>
                    <a:pt x="247" y="40"/>
                    <a:pt x="185" y="0"/>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3"/>
            <p:cNvSpPr/>
            <p:nvPr/>
          </p:nvSpPr>
          <p:spPr>
            <a:xfrm rot="1073721">
              <a:off x="5611755" y="902767"/>
              <a:ext cx="61235" cy="19445"/>
            </a:xfrm>
            <a:custGeom>
              <a:rect b="b" l="l" r="r" t="t"/>
              <a:pathLst>
                <a:path extrusionOk="0" h="248" w="781">
                  <a:moveTo>
                    <a:pt x="141" y="1"/>
                  </a:moveTo>
                  <a:cubicBezTo>
                    <a:pt x="73" y="1"/>
                    <a:pt x="0" y="56"/>
                    <a:pt x="17" y="124"/>
                  </a:cubicBezTo>
                  <a:cubicBezTo>
                    <a:pt x="17" y="197"/>
                    <a:pt x="73" y="248"/>
                    <a:pt x="141" y="248"/>
                  </a:cubicBezTo>
                  <a:lnTo>
                    <a:pt x="657" y="248"/>
                  </a:lnTo>
                  <a:cubicBezTo>
                    <a:pt x="712" y="248"/>
                    <a:pt x="780" y="197"/>
                    <a:pt x="780" y="124"/>
                  </a:cubicBezTo>
                  <a:cubicBezTo>
                    <a:pt x="763" y="56"/>
                    <a:pt x="712" y="1"/>
                    <a:pt x="6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3"/>
            <p:cNvSpPr/>
            <p:nvPr/>
          </p:nvSpPr>
          <p:spPr>
            <a:xfrm rot="1073721">
              <a:off x="5839806" y="892084"/>
              <a:ext cx="390069" cy="84992"/>
            </a:xfrm>
            <a:custGeom>
              <a:rect b="b" l="l" r="r" t="t"/>
              <a:pathLst>
                <a:path extrusionOk="0" h="1084" w="4975">
                  <a:moveTo>
                    <a:pt x="4459" y="1"/>
                  </a:moveTo>
                  <a:cubicBezTo>
                    <a:pt x="3142" y="1"/>
                    <a:pt x="1829" y="90"/>
                    <a:pt x="499" y="90"/>
                  </a:cubicBezTo>
                  <a:cubicBezTo>
                    <a:pt x="248" y="90"/>
                    <a:pt x="1" y="320"/>
                    <a:pt x="1" y="589"/>
                  </a:cubicBezTo>
                  <a:cubicBezTo>
                    <a:pt x="18" y="853"/>
                    <a:pt x="231" y="1083"/>
                    <a:pt x="499" y="1083"/>
                  </a:cubicBezTo>
                  <a:cubicBezTo>
                    <a:pt x="1829" y="1083"/>
                    <a:pt x="3142" y="1015"/>
                    <a:pt x="4459" y="1015"/>
                  </a:cubicBezTo>
                  <a:cubicBezTo>
                    <a:pt x="4723" y="1015"/>
                    <a:pt x="4975" y="785"/>
                    <a:pt x="4975" y="499"/>
                  </a:cubicBezTo>
                  <a:cubicBezTo>
                    <a:pt x="4954" y="231"/>
                    <a:pt x="4741" y="1"/>
                    <a:pt x="44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3"/>
            <p:cNvSpPr/>
            <p:nvPr/>
          </p:nvSpPr>
          <p:spPr>
            <a:xfrm rot="1073721">
              <a:off x="5918037" y="945680"/>
              <a:ext cx="47592" cy="46103"/>
            </a:xfrm>
            <a:custGeom>
              <a:rect b="b" l="l" r="r" t="t"/>
              <a:pathLst>
                <a:path extrusionOk="0" h="588" w="607">
                  <a:moveTo>
                    <a:pt x="46" y="1"/>
                  </a:moveTo>
                  <a:cubicBezTo>
                    <a:pt x="23" y="1"/>
                    <a:pt x="1" y="14"/>
                    <a:pt x="1" y="39"/>
                  </a:cubicBezTo>
                  <a:cubicBezTo>
                    <a:pt x="1" y="146"/>
                    <a:pt x="18" y="270"/>
                    <a:pt x="56" y="376"/>
                  </a:cubicBezTo>
                  <a:cubicBezTo>
                    <a:pt x="90" y="449"/>
                    <a:pt x="125" y="521"/>
                    <a:pt x="214" y="555"/>
                  </a:cubicBezTo>
                  <a:cubicBezTo>
                    <a:pt x="250" y="578"/>
                    <a:pt x="285" y="588"/>
                    <a:pt x="318" y="588"/>
                  </a:cubicBezTo>
                  <a:cubicBezTo>
                    <a:pt x="416" y="588"/>
                    <a:pt x="500" y="502"/>
                    <a:pt x="551" y="397"/>
                  </a:cubicBezTo>
                  <a:cubicBezTo>
                    <a:pt x="606" y="291"/>
                    <a:pt x="606" y="163"/>
                    <a:pt x="606" y="39"/>
                  </a:cubicBezTo>
                  <a:cubicBezTo>
                    <a:pt x="606" y="14"/>
                    <a:pt x="584" y="1"/>
                    <a:pt x="561" y="1"/>
                  </a:cubicBezTo>
                  <a:cubicBezTo>
                    <a:pt x="539" y="1"/>
                    <a:pt x="517" y="14"/>
                    <a:pt x="517" y="39"/>
                  </a:cubicBezTo>
                  <a:cubicBezTo>
                    <a:pt x="534" y="129"/>
                    <a:pt x="517" y="235"/>
                    <a:pt x="483" y="325"/>
                  </a:cubicBezTo>
                  <a:cubicBezTo>
                    <a:pt x="483" y="359"/>
                    <a:pt x="461" y="397"/>
                    <a:pt x="444" y="431"/>
                  </a:cubicBezTo>
                  <a:cubicBezTo>
                    <a:pt x="427" y="449"/>
                    <a:pt x="393" y="466"/>
                    <a:pt x="376" y="483"/>
                  </a:cubicBezTo>
                  <a:lnTo>
                    <a:pt x="355" y="483"/>
                  </a:lnTo>
                  <a:lnTo>
                    <a:pt x="355" y="504"/>
                  </a:lnTo>
                  <a:lnTo>
                    <a:pt x="248" y="504"/>
                  </a:lnTo>
                  <a:cubicBezTo>
                    <a:pt x="262" y="504"/>
                    <a:pt x="258" y="494"/>
                    <a:pt x="253" y="494"/>
                  </a:cubicBezTo>
                  <a:lnTo>
                    <a:pt x="253" y="494"/>
                  </a:lnTo>
                  <a:cubicBezTo>
                    <a:pt x="251" y="494"/>
                    <a:pt x="248" y="497"/>
                    <a:pt x="248" y="504"/>
                  </a:cubicBezTo>
                  <a:lnTo>
                    <a:pt x="248" y="483"/>
                  </a:lnTo>
                  <a:lnTo>
                    <a:pt x="231" y="483"/>
                  </a:lnTo>
                  <a:lnTo>
                    <a:pt x="214" y="466"/>
                  </a:lnTo>
                  <a:cubicBezTo>
                    <a:pt x="214" y="466"/>
                    <a:pt x="197" y="466"/>
                    <a:pt x="197" y="449"/>
                  </a:cubicBezTo>
                  <a:cubicBezTo>
                    <a:pt x="180" y="431"/>
                    <a:pt x="163" y="414"/>
                    <a:pt x="142" y="376"/>
                  </a:cubicBezTo>
                  <a:cubicBezTo>
                    <a:pt x="90" y="270"/>
                    <a:pt x="90" y="146"/>
                    <a:pt x="90" y="39"/>
                  </a:cubicBezTo>
                  <a:cubicBezTo>
                    <a:pt x="90" y="14"/>
                    <a:pt x="68" y="1"/>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3"/>
            <p:cNvSpPr/>
            <p:nvPr/>
          </p:nvSpPr>
          <p:spPr>
            <a:xfrm rot="1073721">
              <a:off x="5997668" y="968491"/>
              <a:ext cx="43202" cy="50572"/>
            </a:xfrm>
            <a:custGeom>
              <a:rect b="b" l="l" r="r" t="t"/>
              <a:pathLst>
                <a:path extrusionOk="0" h="645" w="551">
                  <a:moveTo>
                    <a:pt x="67" y="1"/>
                  </a:moveTo>
                  <a:cubicBezTo>
                    <a:pt x="50" y="1"/>
                    <a:pt x="35" y="10"/>
                    <a:pt x="35" y="33"/>
                  </a:cubicBezTo>
                  <a:cubicBezTo>
                    <a:pt x="18" y="123"/>
                    <a:pt x="1" y="212"/>
                    <a:pt x="1" y="298"/>
                  </a:cubicBezTo>
                  <a:cubicBezTo>
                    <a:pt x="18" y="387"/>
                    <a:pt x="18" y="494"/>
                    <a:pt x="90" y="566"/>
                  </a:cubicBezTo>
                  <a:cubicBezTo>
                    <a:pt x="129" y="622"/>
                    <a:pt x="191" y="645"/>
                    <a:pt x="266" y="645"/>
                  </a:cubicBezTo>
                  <a:cubicBezTo>
                    <a:pt x="289" y="645"/>
                    <a:pt x="312" y="642"/>
                    <a:pt x="337" y="639"/>
                  </a:cubicBezTo>
                  <a:cubicBezTo>
                    <a:pt x="444" y="617"/>
                    <a:pt x="516" y="532"/>
                    <a:pt x="533" y="425"/>
                  </a:cubicBezTo>
                  <a:cubicBezTo>
                    <a:pt x="550" y="298"/>
                    <a:pt x="533" y="174"/>
                    <a:pt x="533" y="67"/>
                  </a:cubicBezTo>
                  <a:cubicBezTo>
                    <a:pt x="533" y="42"/>
                    <a:pt x="511" y="29"/>
                    <a:pt x="489" y="29"/>
                  </a:cubicBezTo>
                  <a:cubicBezTo>
                    <a:pt x="466" y="29"/>
                    <a:pt x="444" y="42"/>
                    <a:pt x="444" y="67"/>
                  </a:cubicBezTo>
                  <a:cubicBezTo>
                    <a:pt x="444" y="157"/>
                    <a:pt x="461" y="246"/>
                    <a:pt x="461" y="336"/>
                  </a:cubicBezTo>
                  <a:cubicBezTo>
                    <a:pt x="461" y="425"/>
                    <a:pt x="427" y="511"/>
                    <a:pt x="354" y="549"/>
                  </a:cubicBezTo>
                  <a:cubicBezTo>
                    <a:pt x="320" y="566"/>
                    <a:pt x="269" y="566"/>
                    <a:pt x="231" y="566"/>
                  </a:cubicBezTo>
                  <a:cubicBezTo>
                    <a:pt x="197" y="566"/>
                    <a:pt x="180" y="549"/>
                    <a:pt x="163" y="511"/>
                  </a:cubicBezTo>
                  <a:cubicBezTo>
                    <a:pt x="107" y="477"/>
                    <a:pt x="90" y="387"/>
                    <a:pt x="90" y="319"/>
                  </a:cubicBezTo>
                  <a:cubicBezTo>
                    <a:pt x="90" y="229"/>
                    <a:pt x="90" y="140"/>
                    <a:pt x="107" y="50"/>
                  </a:cubicBezTo>
                  <a:cubicBezTo>
                    <a:pt x="117" y="20"/>
                    <a:pt x="90" y="1"/>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3"/>
            <p:cNvSpPr/>
            <p:nvPr/>
          </p:nvSpPr>
          <p:spPr>
            <a:xfrm rot="1073721">
              <a:off x="6065592" y="992304"/>
              <a:ext cx="45867" cy="46024"/>
            </a:xfrm>
            <a:custGeom>
              <a:rect b="b" l="l" r="r" t="t"/>
              <a:pathLst>
                <a:path extrusionOk="0" h="587" w="585">
                  <a:moveTo>
                    <a:pt x="518" y="0"/>
                  </a:moveTo>
                  <a:cubicBezTo>
                    <a:pt x="494" y="0"/>
                    <a:pt x="468" y="19"/>
                    <a:pt x="478" y="48"/>
                  </a:cubicBezTo>
                  <a:cubicBezTo>
                    <a:pt x="495" y="193"/>
                    <a:pt x="512" y="406"/>
                    <a:pt x="371" y="475"/>
                  </a:cubicBezTo>
                  <a:cubicBezTo>
                    <a:pt x="346" y="494"/>
                    <a:pt x="311" y="503"/>
                    <a:pt x="275" y="503"/>
                  </a:cubicBezTo>
                  <a:cubicBezTo>
                    <a:pt x="239" y="503"/>
                    <a:pt x="203" y="494"/>
                    <a:pt x="175" y="475"/>
                  </a:cubicBezTo>
                  <a:cubicBezTo>
                    <a:pt x="175" y="475"/>
                    <a:pt x="158" y="458"/>
                    <a:pt x="158" y="440"/>
                  </a:cubicBezTo>
                  <a:cubicBezTo>
                    <a:pt x="141" y="440"/>
                    <a:pt x="141" y="423"/>
                    <a:pt x="124" y="406"/>
                  </a:cubicBezTo>
                  <a:cubicBezTo>
                    <a:pt x="124" y="385"/>
                    <a:pt x="107" y="351"/>
                    <a:pt x="107" y="317"/>
                  </a:cubicBezTo>
                  <a:cubicBezTo>
                    <a:pt x="86" y="227"/>
                    <a:pt x="86" y="138"/>
                    <a:pt x="69" y="65"/>
                  </a:cubicBezTo>
                  <a:cubicBezTo>
                    <a:pt x="69" y="48"/>
                    <a:pt x="52" y="14"/>
                    <a:pt x="35" y="14"/>
                  </a:cubicBezTo>
                  <a:cubicBezTo>
                    <a:pt x="17" y="14"/>
                    <a:pt x="0" y="48"/>
                    <a:pt x="0" y="65"/>
                  </a:cubicBezTo>
                  <a:cubicBezTo>
                    <a:pt x="0" y="155"/>
                    <a:pt x="0" y="244"/>
                    <a:pt x="17" y="317"/>
                  </a:cubicBezTo>
                  <a:cubicBezTo>
                    <a:pt x="35" y="406"/>
                    <a:pt x="52" y="475"/>
                    <a:pt x="124" y="530"/>
                  </a:cubicBezTo>
                  <a:cubicBezTo>
                    <a:pt x="164" y="570"/>
                    <a:pt x="217" y="586"/>
                    <a:pt x="272" y="586"/>
                  </a:cubicBezTo>
                  <a:cubicBezTo>
                    <a:pt x="311" y="586"/>
                    <a:pt x="351" y="578"/>
                    <a:pt x="388" y="564"/>
                  </a:cubicBezTo>
                  <a:cubicBezTo>
                    <a:pt x="478" y="530"/>
                    <a:pt x="533" y="458"/>
                    <a:pt x="550" y="351"/>
                  </a:cubicBezTo>
                  <a:cubicBezTo>
                    <a:pt x="584" y="244"/>
                    <a:pt x="567" y="138"/>
                    <a:pt x="550" y="31"/>
                  </a:cubicBezTo>
                  <a:cubicBezTo>
                    <a:pt x="550" y="10"/>
                    <a:pt x="535" y="0"/>
                    <a:pt x="5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3"/>
            <p:cNvSpPr/>
            <p:nvPr/>
          </p:nvSpPr>
          <p:spPr>
            <a:xfrm rot="1073721">
              <a:off x="6211211" y="353367"/>
              <a:ext cx="12780" cy="79425"/>
            </a:xfrm>
            <a:custGeom>
              <a:rect b="b" l="l" r="r" t="t"/>
              <a:pathLst>
                <a:path extrusionOk="0" h="1013" w="163">
                  <a:moveTo>
                    <a:pt x="82" y="0"/>
                  </a:moveTo>
                  <a:cubicBezTo>
                    <a:pt x="41" y="0"/>
                    <a:pt x="1" y="27"/>
                    <a:pt x="1" y="80"/>
                  </a:cubicBezTo>
                  <a:lnTo>
                    <a:pt x="1" y="933"/>
                  </a:lnTo>
                  <a:cubicBezTo>
                    <a:pt x="1" y="986"/>
                    <a:pt x="41" y="1013"/>
                    <a:pt x="82" y="1013"/>
                  </a:cubicBezTo>
                  <a:cubicBezTo>
                    <a:pt x="122" y="1013"/>
                    <a:pt x="163" y="986"/>
                    <a:pt x="163" y="933"/>
                  </a:cubicBezTo>
                  <a:lnTo>
                    <a:pt x="163" y="80"/>
                  </a:lnTo>
                  <a:cubicBezTo>
                    <a:pt x="163" y="27"/>
                    <a:pt x="122" y="0"/>
                    <a:pt x="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3"/>
            <p:cNvSpPr/>
            <p:nvPr/>
          </p:nvSpPr>
          <p:spPr>
            <a:xfrm rot="1073721">
              <a:off x="6210400" y="333966"/>
              <a:ext cx="40457" cy="38811"/>
            </a:xfrm>
            <a:custGeom>
              <a:rect b="b" l="l" r="r" t="t"/>
              <a:pathLst>
                <a:path extrusionOk="0" h="495" w="516">
                  <a:moveTo>
                    <a:pt x="247" y="0"/>
                  </a:moveTo>
                  <a:cubicBezTo>
                    <a:pt x="124" y="0"/>
                    <a:pt x="0" y="107"/>
                    <a:pt x="0" y="248"/>
                  </a:cubicBezTo>
                  <a:cubicBezTo>
                    <a:pt x="0" y="388"/>
                    <a:pt x="124" y="495"/>
                    <a:pt x="247" y="495"/>
                  </a:cubicBezTo>
                  <a:cubicBezTo>
                    <a:pt x="388" y="495"/>
                    <a:pt x="516" y="388"/>
                    <a:pt x="516" y="248"/>
                  </a:cubicBezTo>
                  <a:cubicBezTo>
                    <a:pt x="516" y="107"/>
                    <a:pt x="388"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3"/>
            <p:cNvSpPr/>
            <p:nvPr/>
          </p:nvSpPr>
          <p:spPr>
            <a:xfrm rot="1073721">
              <a:off x="6159788" y="394400"/>
              <a:ext cx="97694" cy="57236"/>
            </a:xfrm>
            <a:custGeom>
              <a:rect b="b" l="l" r="r" t="t"/>
              <a:pathLst>
                <a:path extrusionOk="0" h="730" w="1246">
                  <a:moveTo>
                    <a:pt x="1" y="729"/>
                  </a:moveTo>
                  <a:cubicBezTo>
                    <a:pt x="1" y="1"/>
                    <a:pt x="1246" y="90"/>
                    <a:pt x="1211" y="7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3"/>
            <p:cNvSpPr/>
            <p:nvPr/>
          </p:nvSpPr>
          <p:spPr>
            <a:xfrm rot="1073721">
              <a:off x="6154495" y="407873"/>
              <a:ext cx="102084" cy="46416"/>
            </a:xfrm>
            <a:custGeom>
              <a:rect b="b" l="l" r="r" t="t"/>
              <a:pathLst>
                <a:path extrusionOk="0" h="592" w="1302">
                  <a:moveTo>
                    <a:pt x="636" y="1"/>
                  </a:moveTo>
                  <a:cubicBezTo>
                    <a:pt x="457" y="1"/>
                    <a:pt x="281" y="54"/>
                    <a:pt x="163" y="158"/>
                  </a:cubicBezTo>
                  <a:cubicBezTo>
                    <a:pt x="56" y="248"/>
                    <a:pt x="1" y="393"/>
                    <a:pt x="1" y="550"/>
                  </a:cubicBezTo>
                  <a:cubicBezTo>
                    <a:pt x="1" y="578"/>
                    <a:pt x="19" y="592"/>
                    <a:pt x="37" y="592"/>
                  </a:cubicBezTo>
                  <a:cubicBezTo>
                    <a:pt x="55" y="592"/>
                    <a:pt x="73" y="578"/>
                    <a:pt x="73" y="550"/>
                  </a:cubicBezTo>
                  <a:cubicBezTo>
                    <a:pt x="84" y="233"/>
                    <a:pt x="360" y="75"/>
                    <a:pt x="642" y="75"/>
                  </a:cubicBezTo>
                  <a:cubicBezTo>
                    <a:pt x="804" y="75"/>
                    <a:pt x="967" y="127"/>
                    <a:pt x="1084" y="231"/>
                  </a:cubicBezTo>
                  <a:cubicBezTo>
                    <a:pt x="1173" y="320"/>
                    <a:pt x="1207" y="427"/>
                    <a:pt x="1207" y="550"/>
                  </a:cubicBezTo>
                  <a:cubicBezTo>
                    <a:pt x="1199" y="578"/>
                    <a:pt x="1217" y="592"/>
                    <a:pt x="1237" y="592"/>
                  </a:cubicBezTo>
                  <a:cubicBezTo>
                    <a:pt x="1257" y="592"/>
                    <a:pt x="1280" y="578"/>
                    <a:pt x="1280" y="550"/>
                  </a:cubicBezTo>
                  <a:cubicBezTo>
                    <a:pt x="1302" y="182"/>
                    <a:pt x="966" y="1"/>
                    <a:pt x="6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3"/>
            <p:cNvSpPr/>
            <p:nvPr/>
          </p:nvSpPr>
          <p:spPr>
            <a:xfrm rot="1073721">
              <a:off x="5568922" y="428626"/>
              <a:ext cx="1108580" cy="527828"/>
            </a:xfrm>
            <a:custGeom>
              <a:rect b="b" l="l" r="r" t="t"/>
              <a:pathLst>
                <a:path extrusionOk="0" h="6732" w="14139">
                  <a:moveTo>
                    <a:pt x="8205" y="124"/>
                  </a:moveTo>
                  <a:cubicBezTo>
                    <a:pt x="8525" y="197"/>
                    <a:pt x="8828" y="286"/>
                    <a:pt x="9130" y="427"/>
                  </a:cubicBezTo>
                  <a:cubicBezTo>
                    <a:pt x="9433" y="585"/>
                    <a:pt x="9697" y="819"/>
                    <a:pt x="9910" y="1083"/>
                  </a:cubicBezTo>
                  <a:cubicBezTo>
                    <a:pt x="10089" y="1297"/>
                    <a:pt x="10247" y="1510"/>
                    <a:pt x="10409" y="1723"/>
                  </a:cubicBezTo>
                  <a:lnTo>
                    <a:pt x="10409" y="1723"/>
                  </a:lnTo>
                  <a:cubicBezTo>
                    <a:pt x="10673" y="1902"/>
                    <a:pt x="10673" y="2221"/>
                    <a:pt x="10797" y="2469"/>
                  </a:cubicBezTo>
                  <a:cubicBezTo>
                    <a:pt x="10852" y="2592"/>
                    <a:pt x="10886" y="2737"/>
                    <a:pt x="10925" y="2861"/>
                  </a:cubicBezTo>
                  <a:cubicBezTo>
                    <a:pt x="10942" y="2912"/>
                    <a:pt x="10976" y="2950"/>
                    <a:pt x="11031" y="2929"/>
                  </a:cubicBezTo>
                  <a:cubicBezTo>
                    <a:pt x="11313" y="2912"/>
                    <a:pt x="11598" y="2895"/>
                    <a:pt x="11901" y="2895"/>
                  </a:cubicBezTo>
                  <a:cubicBezTo>
                    <a:pt x="12310" y="2895"/>
                    <a:pt x="12327" y="2895"/>
                    <a:pt x="12753" y="2912"/>
                  </a:cubicBezTo>
                  <a:cubicBezTo>
                    <a:pt x="12911" y="2929"/>
                    <a:pt x="13073" y="2984"/>
                    <a:pt x="13231" y="3036"/>
                  </a:cubicBezTo>
                  <a:cubicBezTo>
                    <a:pt x="13674" y="3163"/>
                    <a:pt x="14139" y="3837"/>
                    <a:pt x="14032" y="4314"/>
                  </a:cubicBezTo>
                  <a:cubicBezTo>
                    <a:pt x="14015" y="4404"/>
                    <a:pt x="14015" y="4476"/>
                    <a:pt x="13994" y="4566"/>
                  </a:cubicBezTo>
                  <a:cubicBezTo>
                    <a:pt x="13926" y="4902"/>
                    <a:pt x="13695" y="5099"/>
                    <a:pt x="13393" y="5205"/>
                  </a:cubicBezTo>
                  <a:cubicBezTo>
                    <a:pt x="13141" y="5312"/>
                    <a:pt x="12860" y="5380"/>
                    <a:pt x="12574" y="5435"/>
                  </a:cubicBezTo>
                  <a:cubicBezTo>
                    <a:pt x="11969" y="5542"/>
                    <a:pt x="11739" y="5631"/>
                    <a:pt x="11117" y="5614"/>
                  </a:cubicBezTo>
                  <a:cubicBezTo>
                    <a:pt x="10959" y="5614"/>
                    <a:pt x="10797" y="5593"/>
                    <a:pt x="10622" y="5593"/>
                  </a:cubicBezTo>
                  <a:cubicBezTo>
                    <a:pt x="10533" y="5576"/>
                    <a:pt x="10477" y="5631"/>
                    <a:pt x="10426" y="5721"/>
                  </a:cubicBezTo>
                  <a:cubicBezTo>
                    <a:pt x="10213" y="6092"/>
                    <a:pt x="9910" y="6360"/>
                    <a:pt x="9450" y="6428"/>
                  </a:cubicBezTo>
                  <a:cubicBezTo>
                    <a:pt x="9181" y="6467"/>
                    <a:pt x="8900" y="6518"/>
                    <a:pt x="8615" y="6552"/>
                  </a:cubicBezTo>
                  <a:cubicBezTo>
                    <a:pt x="8384" y="6590"/>
                    <a:pt x="8154" y="6573"/>
                    <a:pt x="7941" y="6607"/>
                  </a:cubicBezTo>
                  <a:cubicBezTo>
                    <a:pt x="7549" y="6680"/>
                    <a:pt x="7157" y="6731"/>
                    <a:pt x="6769" y="6714"/>
                  </a:cubicBezTo>
                  <a:cubicBezTo>
                    <a:pt x="6002" y="6697"/>
                    <a:pt x="5222" y="6680"/>
                    <a:pt x="4459" y="6642"/>
                  </a:cubicBezTo>
                  <a:cubicBezTo>
                    <a:pt x="4122" y="6624"/>
                    <a:pt x="3836" y="6484"/>
                    <a:pt x="3572" y="6288"/>
                  </a:cubicBezTo>
                  <a:cubicBezTo>
                    <a:pt x="3410" y="6164"/>
                    <a:pt x="3304" y="5968"/>
                    <a:pt x="3253" y="5772"/>
                  </a:cubicBezTo>
                  <a:cubicBezTo>
                    <a:pt x="3231" y="5683"/>
                    <a:pt x="3180" y="5648"/>
                    <a:pt x="3108" y="5648"/>
                  </a:cubicBezTo>
                  <a:cubicBezTo>
                    <a:pt x="2754" y="5648"/>
                    <a:pt x="2400" y="5631"/>
                    <a:pt x="2059" y="5614"/>
                  </a:cubicBezTo>
                  <a:cubicBezTo>
                    <a:pt x="1654" y="5614"/>
                    <a:pt x="1245" y="5525"/>
                    <a:pt x="836" y="5435"/>
                  </a:cubicBezTo>
                  <a:cubicBezTo>
                    <a:pt x="802" y="5435"/>
                    <a:pt x="746" y="5418"/>
                    <a:pt x="712" y="5418"/>
                  </a:cubicBezTo>
                  <a:cubicBezTo>
                    <a:pt x="499" y="5418"/>
                    <a:pt x="375" y="5295"/>
                    <a:pt x="286" y="5133"/>
                  </a:cubicBezTo>
                  <a:cubicBezTo>
                    <a:pt x="90" y="4813"/>
                    <a:pt x="0" y="4476"/>
                    <a:pt x="90" y="4101"/>
                  </a:cubicBezTo>
                  <a:cubicBezTo>
                    <a:pt x="162" y="3764"/>
                    <a:pt x="392" y="3517"/>
                    <a:pt x="746" y="3411"/>
                  </a:cubicBezTo>
                  <a:cubicBezTo>
                    <a:pt x="976" y="3321"/>
                    <a:pt x="1207" y="3215"/>
                    <a:pt x="1458" y="3180"/>
                  </a:cubicBezTo>
                  <a:cubicBezTo>
                    <a:pt x="1812" y="3108"/>
                    <a:pt x="2187" y="3091"/>
                    <a:pt x="2558" y="3057"/>
                  </a:cubicBezTo>
                  <a:cubicBezTo>
                    <a:pt x="2720" y="3036"/>
                    <a:pt x="2877" y="3036"/>
                    <a:pt x="3039" y="3019"/>
                  </a:cubicBezTo>
                  <a:cubicBezTo>
                    <a:pt x="3056" y="3019"/>
                    <a:pt x="3108" y="2984"/>
                    <a:pt x="3125" y="2950"/>
                  </a:cubicBezTo>
                  <a:cubicBezTo>
                    <a:pt x="3304" y="2396"/>
                    <a:pt x="3623" y="1936"/>
                    <a:pt x="3943" y="1458"/>
                  </a:cubicBezTo>
                  <a:cubicBezTo>
                    <a:pt x="4386" y="853"/>
                    <a:pt x="4975" y="461"/>
                    <a:pt x="5682" y="231"/>
                  </a:cubicBezTo>
                  <a:cubicBezTo>
                    <a:pt x="6181" y="73"/>
                    <a:pt x="6662" y="1"/>
                    <a:pt x="7174" y="35"/>
                  </a:cubicBezTo>
                  <a:moveTo>
                    <a:pt x="4122" y="3198"/>
                  </a:moveTo>
                  <a:lnTo>
                    <a:pt x="2805" y="3198"/>
                  </a:lnTo>
                  <a:cubicBezTo>
                    <a:pt x="2558" y="3198"/>
                    <a:pt x="2311" y="3215"/>
                    <a:pt x="2059" y="3232"/>
                  </a:cubicBezTo>
                  <a:cubicBezTo>
                    <a:pt x="1633" y="3249"/>
                    <a:pt x="1245" y="3394"/>
                    <a:pt x="836" y="3534"/>
                  </a:cubicBezTo>
                  <a:cubicBezTo>
                    <a:pt x="533" y="3641"/>
                    <a:pt x="320" y="3854"/>
                    <a:pt x="269" y="4191"/>
                  </a:cubicBezTo>
                  <a:cubicBezTo>
                    <a:pt x="179" y="4549"/>
                    <a:pt x="303" y="4847"/>
                    <a:pt x="533" y="5133"/>
                  </a:cubicBezTo>
                  <a:cubicBezTo>
                    <a:pt x="567" y="5188"/>
                    <a:pt x="657" y="5222"/>
                    <a:pt x="746" y="5256"/>
                  </a:cubicBezTo>
                  <a:cubicBezTo>
                    <a:pt x="1475" y="5435"/>
                    <a:pt x="2221" y="5486"/>
                    <a:pt x="2967" y="5486"/>
                  </a:cubicBezTo>
                  <a:cubicBezTo>
                    <a:pt x="3747" y="5508"/>
                    <a:pt x="4531" y="5508"/>
                    <a:pt x="5311" y="5486"/>
                  </a:cubicBezTo>
                  <a:cubicBezTo>
                    <a:pt x="6091" y="5469"/>
                    <a:pt x="6854" y="5452"/>
                    <a:pt x="7638" y="5418"/>
                  </a:cubicBezTo>
                  <a:cubicBezTo>
                    <a:pt x="8099" y="5418"/>
                    <a:pt x="8542" y="5401"/>
                    <a:pt x="8985" y="5401"/>
                  </a:cubicBezTo>
                  <a:cubicBezTo>
                    <a:pt x="9343" y="5418"/>
                    <a:pt x="9697" y="5435"/>
                    <a:pt x="10051" y="5435"/>
                  </a:cubicBezTo>
                  <a:cubicBezTo>
                    <a:pt x="10285" y="5452"/>
                    <a:pt x="10533" y="5435"/>
                    <a:pt x="10763" y="5435"/>
                  </a:cubicBezTo>
                  <a:cubicBezTo>
                    <a:pt x="11138" y="5452"/>
                    <a:pt x="11509" y="5486"/>
                    <a:pt x="11884" y="5435"/>
                  </a:cubicBezTo>
                  <a:cubicBezTo>
                    <a:pt x="12255" y="5380"/>
                    <a:pt x="12221" y="5329"/>
                    <a:pt x="12591" y="5273"/>
                  </a:cubicBezTo>
                  <a:cubicBezTo>
                    <a:pt x="12894" y="5239"/>
                    <a:pt x="13197" y="5150"/>
                    <a:pt x="13461" y="4992"/>
                  </a:cubicBezTo>
                  <a:cubicBezTo>
                    <a:pt x="13836" y="4779"/>
                    <a:pt x="13887" y="4476"/>
                    <a:pt x="13836" y="4033"/>
                  </a:cubicBezTo>
                  <a:cubicBezTo>
                    <a:pt x="13712" y="3803"/>
                    <a:pt x="13589" y="3590"/>
                    <a:pt x="13461" y="3377"/>
                  </a:cubicBezTo>
                  <a:cubicBezTo>
                    <a:pt x="13444" y="3338"/>
                    <a:pt x="13427" y="3338"/>
                    <a:pt x="13410" y="3321"/>
                  </a:cubicBezTo>
                  <a:cubicBezTo>
                    <a:pt x="13214" y="3215"/>
                    <a:pt x="13001" y="3108"/>
                    <a:pt x="12770" y="3091"/>
                  </a:cubicBezTo>
                  <a:cubicBezTo>
                    <a:pt x="12327" y="3074"/>
                    <a:pt x="12255" y="3057"/>
                    <a:pt x="11811" y="3057"/>
                  </a:cubicBezTo>
                  <a:cubicBezTo>
                    <a:pt x="11313" y="3057"/>
                    <a:pt x="10835" y="3108"/>
                    <a:pt x="10354" y="3125"/>
                  </a:cubicBezTo>
                  <a:cubicBezTo>
                    <a:pt x="9893" y="3142"/>
                    <a:pt x="9433" y="3142"/>
                    <a:pt x="8968" y="3163"/>
                  </a:cubicBezTo>
                  <a:cubicBezTo>
                    <a:pt x="8312" y="3180"/>
                    <a:pt x="7638" y="3232"/>
                    <a:pt x="6961" y="3249"/>
                  </a:cubicBezTo>
                  <a:cubicBezTo>
                    <a:pt x="6590" y="3270"/>
                    <a:pt x="6198" y="3249"/>
                    <a:pt x="5827" y="3232"/>
                  </a:cubicBezTo>
                  <a:cubicBezTo>
                    <a:pt x="5239" y="3232"/>
                    <a:pt x="4655" y="3215"/>
                    <a:pt x="4122" y="3198"/>
                  </a:cubicBezTo>
                  <a:close/>
                  <a:moveTo>
                    <a:pt x="3764" y="2059"/>
                  </a:moveTo>
                  <a:cubicBezTo>
                    <a:pt x="5951" y="2025"/>
                    <a:pt x="8116" y="1991"/>
                    <a:pt x="10302" y="1829"/>
                  </a:cubicBezTo>
                  <a:cubicBezTo>
                    <a:pt x="10264" y="1778"/>
                    <a:pt x="10247" y="1740"/>
                    <a:pt x="10230" y="1723"/>
                  </a:cubicBezTo>
                  <a:cubicBezTo>
                    <a:pt x="9983" y="1437"/>
                    <a:pt x="9753" y="1139"/>
                    <a:pt x="9484" y="870"/>
                  </a:cubicBezTo>
                  <a:cubicBezTo>
                    <a:pt x="9343" y="730"/>
                    <a:pt x="9164" y="606"/>
                    <a:pt x="8985" y="534"/>
                  </a:cubicBezTo>
                  <a:cubicBezTo>
                    <a:pt x="8525" y="355"/>
                    <a:pt x="8048" y="214"/>
                    <a:pt x="7549" y="197"/>
                  </a:cubicBezTo>
                  <a:cubicBezTo>
                    <a:pt x="6961" y="180"/>
                    <a:pt x="6394" y="180"/>
                    <a:pt x="5810" y="355"/>
                  </a:cubicBezTo>
                  <a:cubicBezTo>
                    <a:pt x="5384" y="499"/>
                    <a:pt x="4975" y="691"/>
                    <a:pt x="4599" y="977"/>
                  </a:cubicBezTo>
                  <a:cubicBezTo>
                    <a:pt x="4246" y="1262"/>
                    <a:pt x="3960" y="1616"/>
                    <a:pt x="3764" y="2059"/>
                  </a:cubicBezTo>
                  <a:close/>
                  <a:moveTo>
                    <a:pt x="3321" y="3001"/>
                  </a:moveTo>
                  <a:cubicBezTo>
                    <a:pt x="3338" y="3019"/>
                    <a:pt x="3359" y="3019"/>
                    <a:pt x="3376" y="3019"/>
                  </a:cubicBezTo>
                  <a:cubicBezTo>
                    <a:pt x="4050" y="3036"/>
                    <a:pt x="4723" y="3074"/>
                    <a:pt x="5401" y="3091"/>
                  </a:cubicBezTo>
                  <a:cubicBezTo>
                    <a:pt x="6057" y="3108"/>
                    <a:pt x="6697" y="3108"/>
                    <a:pt x="7353" y="3091"/>
                  </a:cubicBezTo>
                  <a:cubicBezTo>
                    <a:pt x="8312" y="3074"/>
                    <a:pt x="9271" y="3019"/>
                    <a:pt x="10230" y="2967"/>
                  </a:cubicBezTo>
                  <a:cubicBezTo>
                    <a:pt x="10392" y="2967"/>
                    <a:pt x="10567" y="2950"/>
                    <a:pt x="10729" y="2950"/>
                  </a:cubicBezTo>
                  <a:cubicBezTo>
                    <a:pt x="10673" y="2631"/>
                    <a:pt x="10605" y="2362"/>
                    <a:pt x="10460" y="2098"/>
                  </a:cubicBezTo>
                  <a:cubicBezTo>
                    <a:pt x="10392" y="1953"/>
                    <a:pt x="10392" y="1953"/>
                    <a:pt x="10247" y="1970"/>
                  </a:cubicBezTo>
                  <a:cubicBezTo>
                    <a:pt x="9876" y="2008"/>
                    <a:pt x="9501" y="2042"/>
                    <a:pt x="9130" y="2059"/>
                  </a:cubicBezTo>
                  <a:cubicBezTo>
                    <a:pt x="8632" y="2077"/>
                    <a:pt x="8154" y="2098"/>
                    <a:pt x="7673" y="2098"/>
                  </a:cubicBezTo>
                  <a:cubicBezTo>
                    <a:pt x="6803" y="2132"/>
                    <a:pt x="5951" y="2149"/>
                    <a:pt x="5098" y="2166"/>
                  </a:cubicBezTo>
                  <a:cubicBezTo>
                    <a:pt x="4655" y="2183"/>
                    <a:pt x="4212" y="2183"/>
                    <a:pt x="3764" y="2183"/>
                  </a:cubicBezTo>
                  <a:cubicBezTo>
                    <a:pt x="3679" y="2183"/>
                    <a:pt x="3606" y="2204"/>
                    <a:pt x="3589" y="2273"/>
                  </a:cubicBezTo>
                  <a:cubicBezTo>
                    <a:pt x="3483" y="2524"/>
                    <a:pt x="3359" y="2754"/>
                    <a:pt x="3321" y="3001"/>
                  </a:cubicBezTo>
                  <a:close/>
                  <a:moveTo>
                    <a:pt x="10302" y="5631"/>
                  </a:moveTo>
                  <a:cubicBezTo>
                    <a:pt x="10230" y="5614"/>
                    <a:pt x="10179" y="5593"/>
                    <a:pt x="10123" y="5593"/>
                  </a:cubicBezTo>
                  <a:cubicBezTo>
                    <a:pt x="9714" y="5576"/>
                    <a:pt x="9326" y="5542"/>
                    <a:pt x="8917" y="5559"/>
                  </a:cubicBezTo>
                  <a:cubicBezTo>
                    <a:pt x="8295" y="5559"/>
                    <a:pt x="7656" y="5593"/>
                    <a:pt x="7016" y="5614"/>
                  </a:cubicBezTo>
                  <a:cubicBezTo>
                    <a:pt x="6641" y="5631"/>
                    <a:pt x="6253" y="5614"/>
                    <a:pt x="5878" y="5631"/>
                  </a:cubicBezTo>
                  <a:cubicBezTo>
                    <a:pt x="5490" y="5631"/>
                    <a:pt x="5115" y="5648"/>
                    <a:pt x="4744" y="5648"/>
                  </a:cubicBezTo>
                  <a:cubicBezTo>
                    <a:pt x="4510" y="5648"/>
                    <a:pt x="4263" y="5631"/>
                    <a:pt x="4015" y="5631"/>
                  </a:cubicBezTo>
                  <a:lnTo>
                    <a:pt x="3572" y="5631"/>
                  </a:lnTo>
                  <a:cubicBezTo>
                    <a:pt x="3517" y="5631"/>
                    <a:pt x="3466" y="5648"/>
                    <a:pt x="3393" y="5648"/>
                  </a:cubicBezTo>
                  <a:cubicBezTo>
                    <a:pt x="3500" y="5968"/>
                    <a:pt x="3679" y="6198"/>
                    <a:pt x="3960" y="6322"/>
                  </a:cubicBezTo>
                  <a:cubicBezTo>
                    <a:pt x="4229" y="6428"/>
                    <a:pt x="4493" y="6501"/>
                    <a:pt x="4761" y="6501"/>
                  </a:cubicBezTo>
                  <a:cubicBezTo>
                    <a:pt x="5384" y="6518"/>
                    <a:pt x="5985" y="6518"/>
                    <a:pt x="6590" y="6552"/>
                  </a:cubicBezTo>
                  <a:cubicBezTo>
                    <a:pt x="6999" y="6573"/>
                    <a:pt x="7408" y="6552"/>
                    <a:pt x="7813" y="6484"/>
                  </a:cubicBezTo>
                  <a:cubicBezTo>
                    <a:pt x="8065" y="6428"/>
                    <a:pt x="8312" y="6394"/>
                    <a:pt x="8559" y="6411"/>
                  </a:cubicBezTo>
                  <a:cubicBezTo>
                    <a:pt x="8615" y="6411"/>
                    <a:pt x="8666" y="6394"/>
                    <a:pt x="8738" y="6394"/>
                  </a:cubicBezTo>
                  <a:cubicBezTo>
                    <a:pt x="8985" y="6339"/>
                    <a:pt x="9254" y="6271"/>
                    <a:pt x="9501" y="6232"/>
                  </a:cubicBezTo>
                  <a:cubicBezTo>
                    <a:pt x="9876" y="6181"/>
                    <a:pt x="10106" y="5934"/>
                    <a:pt x="10302" y="56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3"/>
            <p:cNvSpPr/>
            <p:nvPr/>
          </p:nvSpPr>
          <p:spPr>
            <a:xfrm rot="1073721">
              <a:off x="5561025" y="663893"/>
              <a:ext cx="1074865" cy="192251"/>
            </a:xfrm>
            <a:custGeom>
              <a:rect b="b" l="l" r="r" t="t"/>
              <a:pathLst>
                <a:path extrusionOk="0" h="2452" w="13709">
                  <a:moveTo>
                    <a:pt x="3943" y="142"/>
                  </a:moveTo>
                  <a:cubicBezTo>
                    <a:pt x="4476" y="159"/>
                    <a:pt x="5060" y="176"/>
                    <a:pt x="5648" y="176"/>
                  </a:cubicBezTo>
                  <a:cubicBezTo>
                    <a:pt x="6019" y="193"/>
                    <a:pt x="6411" y="214"/>
                    <a:pt x="6782" y="193"/>
                  </a:cubicBezTo>
                  <a:cubicBezTo>
                    <a:pt x="7459" y="176"/>
                    <a:pt x="8133" y="124"/>
                    <a:pt x="8789" y="107"/>
                  </a:cubicBezTo>
                  <a:cubicBezTo>
                    <a:pt x="9254" y="86"/>
                    <a:pt x="9714" y="86"/>
                    <a:pt x="10175" y="69"/>
                  </a:cubicBezTo>
                  <a:cubicBezTo>
                    <a:pt x="10656" y="52"/>
                    <a:pt x="11134" y="1"/>
                    <a:pt x="11632" y="1"/>
                  </a:cubicBezTo>
                  <a:cubicBezTo>
                    <a:pt x="12076" y="1"/>
                    <a:pt x="12148" y="18"/>
                    <a:pt x="12591" y="35"/>
                  </a:cubicBezTo>
                  <a:cubicBezTo>
                    <a:pt x="12822" y="52"/>
                    <a:pt x="13035" y="159"/>
                    <a:pt x="13231" y="265"/>
                  </a:cubicBezTo>
                  <a:cubicBezTo>
                    <a:pt x="13248" y="282"/>
                    <a:pt x="13265" y="282"/>
                    <a:pt x="13282" y="321"/>
                  </a:cubicBezTo>
                  <a:cubicBezTo>
                    <a:pt x="13410" y="534"/>
                    <a:pt x="13533" y="747"/>
                    <a:pt x="13657" y="977"/>
                  </a:cubicBezTo>
                  <a:cubicBezTo>
                    <a:pt x="13708" y="1420"/>
                    <a:pt x="13657" y="1723"/>
                    <a:pt x="13282" y="1936"/>
                  </a:cubicBezTo>
                  <a:cubicBezTo>
                    <a:pt x="13018" y="2094"/>
                    <a:pt x="12715" y="2183"/>
                    <a:pt x="12412" y="2217"/>
                  </a:cubicBezTo>
                  <a:cubicBezTo>
                    <a:pt x="12042" y="2273"/>
                    <a:pt x="12076" y="2324"/>
                    <a:pt x="11705" y="2379"/>
                  </a:cubicBezTo>
                  <a:cubicBezTo>
                    <a:pt x="11330" y="2430"/>
                    <a:pt x="10959" y="2396"/>
                    <a:pt x="10584" y="2379"/>
                  </a:cubicBezTo>
                  <a:cubicBezTo>
                    <a:pt x="10354" y="2379"/>
                    <a:pt x="10106" y="2396"/>
                    <a:pt x="9872" y="2379"/>
                  </a:cubicBezTo>
                  <a:cubicBezTo>
                    <a:pt x="9518" y="2379"/>
                    <a:pt x="9164" y="2362"/>
                    <a:pt x="8806" y="2345"/>
                  </a:cubicBezTo>
                  <a:cubicBezTo>
                    <a:pt x="8363" y="2345"/>
                    <a:pt x="7920" y="2362"/>
                    <a:pt x="7459" y="2362"/>
                  </a:cubicBezTo>
                  <a:cubicBezTo>
                    <a:pt x="6675" y="2396"/>
                    <a:pt x="5912" y="2413"/>
                    <a:pt x="5132" y="2430"/>
                  </a:cubicBezTo>
                  <a:cubicBezTo>
                    <a:pt x="4352" y="2452"/>
                    <a:pt x="3568" y="2452"/>
                    <a:pt x="2788" y="2430"/>
                  </a:cubicBezTo>
                  <a:cubicBezTo>
                    <a:pt x="2042" y="2430"/>
                    <a:pt x="1296" y="2379"/>
                    <a:pt x="567" y="2200"/>
                  </a:cubicBezTo>
                  <a:cubicBezTo>
                    <a:pt x="478" y="2166"/>
                    <a:pt x="388" y="2132"/>
                    <a:pt x="354" y="2077"/>
                  </a:cubicBezTo>
                  <a:cubicBezTo>
                    <a:pt x="124" y="1791"/>
                    <a:pt x="0" y="1493"/>
                    <a:pt x="90" y="1135"/>
                  </a:cubicBezTo>
                  <a:cubicBezTo>
                    <a:pt x="141" y="798"/>
                    <a:pt x="354" y="585"/>
                    <a:pt x="657" y="478"/>
                  </a:cubicBezTo>
                  <a:cubicBezTo>
                    <a:pt x="1066" y="338"/>
                    <a:pt x="1454" y="193"/>
                    <a:pt x="1880" y="176"/>
                  </a:cubicBezTo>
                  <a:cubicBezTo>
                    <a:pt x="2132" y="159"/>
                    <a:pt x="2379" y="142"/>
                    <a:pt x="2626" y="14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3"/>
            <p:cNvSpPr/>
            <p:nvPr/>
          </p:nvSpPr>
          <p:spPr>
            <a:xfrm rot="1073721">
              <a:off x="5918225" y="450303"/>
              <a:ext cx="512774" cy="147481"/>
            </a:xfrm>
            <a:custGeom>
              <a:rect b="b" l="l" r="r" t="t"/>
              <a:pathLst>
                <a:path extrusionOk="0" h="1881" w="6540">
                  <a:moveTo>
                    <a:pt x="1" y="1880"/>
                  </a:moveTo>
                  <a:cubicBezTo>
                    <a:pt x="197" y="1437"/>
                    <a:pt x="483" y="1083"/>
                    <a:pt x="836" y="798"/>
                  </a:cubicBezTo>
                  <a:cubicBezTo>
                    <a:pt x="1212" y="512"/>
                    <a:pt x="1621" y="320"/>
                    <a:pt x="2047" y="176"/>
                  </a:cubicBezTo>
                  <a:cubicBezTo>
                    <a:pt x="2631" y="1"/>
                    <a:pt x="3198" y="1"/>
                    <a:pt x="3786" y="18"/>
                  </a:cubicBezTo>
                  <a:cubicBezTo>
                    <a:pt x="4285" y="35"/>
                    <a:pt x="4762" y="176"/>
                    <a:pt x="5222" y="355"/>
                  </a:cubicBezTo>
                  <a:cubicBezTo>
                    <a:pt x="5401" y="427"/>
                    <a:pt x="5580" y="551"/>
                    <a:pt x="5721" y="691"/>
                  </a:cubicBezTo>
                  <a:cubicBezTo>
                    <a:pt x="5990" y="960"/>
                    <a:pt x="6220" y="1258"/>
                    <a:pt x="6467" y="1544"/>
                  </a:cubicBezTo>
                  <a:cubicBezTo>
                    <a:pt x="6484" y="1561"/>
                    <a:pt x="6501" y="1599"/>
                    <a:pt x="6539" y="1650"/>
                  </a:cubicBezTo>
                  <a:cubicBezTo>
                    <a:pt x="4353" y="1812"/>
                    <a:pt x="2188" y="1846"/>
                    <a:pt x="1" y="188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3"/>
            <p:cNvSpPr/>
            <p:nvPr/>
          </p:nvSpPr>
          <p:spPr>
            <a:xfrm rot="1073721">
              <a:off x="5849529" y="583760"/>
              <a:ext cx="580909" cy="90716"/>
            </a:xfrm>
            <a:custGeom>
              <a:rect b="b" l="l" r="r" t="t"/>
              <a:pathLst>
                <a:path extrusionOk="0" h="1157" w="7409">
                  <a:moveTo>
                    <a:pt x="1" y="1049"/>
                  </a:moveTo>
                  <a:cubicBezTo>
                    <a:pt x="39" y="802"/>
                    <a:pt x="163" y="572"/>
                    <a:pt x="269" y="321"/>
                  </a:cubicBezTo>
                  <a:cubicBezTo>
                    <a:pt x="286" y="252"/>
                    <a:pt x="359" y="231"/>
                    <a:pt x="444" y="231"/>
                  </a:cubicBezTo>
                  <a:cubicBezTo>
                    <a:pt x="892" y="231"/>
                    <a:pt x="1335" y="231"/>
                    <a:pt x="1778" y="214"/>
                  </a:cubicBezTo>
                  <a:cubicBezTo>
                    <a:pt x="2631" y="197"/>
                    <a:pt x="3483" y="180"/>
                    <a:pt x="4353" y="146"/>
                  </a:cubicBezTo>
                  <a:cubicBezTo>
                    <a:pt x="4834" y="146"/>
                    <a:pt x="5312" y="125"/>
                    <a:pt x="5810" y="107"/>
                  </a:cubicBezTo>
                  <a:cubicBezTo>
                    <a:pt x="6181" y="90"/>
                    <a:pt x="6556" y="56"/>
                    <a:pt x="6927" y="18"/>
                  </a:cubicBezTo>
                  <a:cubicBezTo>
                    <a:pt x="7072" y="1"/>
                    <a:pt x="7072" y="1"/>
                    <a:pt x="7140" y="146"/>
                  </a:cubicBezTo>
                  <a:cubicBezTo>
                    <a:pt x="7285" y="410"/>
                    <a:pt x="7353" y="679"/>
                    <a:pt x="7409" y="998"/>
                  </a:cubicBezTo>
                  <a:cubicBezTo>
                    <a:pt x="7247" y="998"/>
                    <a:pt x="7072" y="1015"/>
                    <a:pt x="6910" y="1015"/>
                  </a:cubicBezTo>
                  <a:cubicBezTo>
                    <a:pt x="5951" y="1067"/>
                    <a:pt x="4992" y="1122"/>
                    <a:pt x="4033" y="1139"/>
                  </a:cubicBezTo>
                  <a:cubicBezTo>
                    <a:pt x="3377" y="1156"/>
                    <a:pt x="2737" y="1156"/>
                    <a:pt x="2081" y="1139"/>
                  </a:cubicBezTo>
                  <a:cubicBezTo>
                    <a:pt x="1403" y="1122"/>
                    <a:pt x="730" y="1084"/>
                    <a:pt x="56" y="1067"/>
                  </a:cubicBezTo>
                  <a:cubicBezTo>
                    <a:pt x="39" y="1067"/>
                    <a:pt x="18" y="1067"/>
                    <a:pt x="1" y="10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3"/>
            <p:cNvSpPr/>
            <p:nvPr/>
          </p:nvSpPr>
          <p:spPr>
            <a:xfrm rot="1073721">
              <a:off x="5770948" y="847527"/>
              <a:ext cx="541784" cy="80993"/>
            </a:xfrm>
            <a:custGeom>
              <a:rect b="b" l="l" r="r" t="t"/>
              <a:pathLst>
                <a:path extrusionOk="0" h="1033" w="6910">
                  <a:moveTo>
                    <a:pt x="6909" y="90"/>
                  </a:moveTo>
                  <a:cubicBezTo>
                    <a:pt x="6713" y="393"/>
                    <a:pt x="6483" y="640"/>
                    <a:pt x="6108" y="691"/>
                  </a:cubicBezTo>
                  <a:cubicBezTo>
                    <a:pt x="5861" y="730"/>
                    <a:pt x="5592" y="798"/>
                    <a:pt x="5345" y="853"/>
                  </a:cubicBezTo>
                  <a:cubicBezTo>
                    <a:pt x="5273" y="853"/>
                    <a:pt x="5222" y="870"/>
                    <a:pt x="5166" y="870"/>
                  </a:cubicBezTo>
                  <a:cubicBezTo>
                    <a:pt x="4919" y="853"/>
                    <a:pt x="4672" y="887"/>
                    <a:pt x="4420" y="943"/>
                  </a:cubicBezTo>
                  <a:cubicBezTo>
                    <a:pt x="4015" y="1011"/>
                    <a:pt x="3606" y="1032"/>
                    <a:pt x="3197" y="1011"/>
                  </a:cubicBezTo>
                  <a:cubicBezTo>
                    <a:pt x="2592" y="977"/>
                    <a:pt x="1991" y="977"/>
                    <a:pt x="1368" y="960"/>
                  </a:cubicBezTo>
                  <a:cubicBezTo>
                    <a:pt x="1100" y="960"/>
                    <a:pt x="836" y="887"/>
                    <a:pt x="567" y="781"/>
                  </a:cubicBezTo>
                  <a:cubicBezTo>
                    <a:pt x="286" y="657"/>
                    <a:pt x="107" y="427"/>
                    <a:pt x="0" y="107"/>
                  </a:cubicBezTo>
                  <a:cubicBezTo>
                    <a:pt x="73" y="107"/>
                    <a:pt x="124" y="90"/>
                    <a:pt x="179" y="90"/>
                  </a:cubicBezTo>
                  <a:lnTo>
                    <a:pt x="622" y="90"/>
                  </a:lnTo>
                  <a:cubicBezTo>
                    <a:pt x="870" y="90"/>
                    <a:pt x="1117" y="107"/>
                    <a:pt x="1351" y="107"/>
                  </a:cubicBezTo>
                  <a:cubicBezTo>
                    <a:pt x="1722" y="107"/>
                    <a:pt x="2097" y="90"/>
                    <a:pt x="2485" y="90"/>
                  </a:cubicBezTo>
                  <a:cubicBezTo>
                    <a:pt x="2860" y="73"/>
                    <a:pt x="3248" y="90"/>
                    <a:pt x="3623" y="73"/>
                  </a:cubicBezTo>
                  <a:cubicBezTo>
                    <a:pt x="4263" y="52"/>
                    <a:pt x="4902" y="18"/>
                    <a:pt x="5524" y="18"/>
                  </a:cubicBezTo>
                  <a:cubicBezTo>
                    <a:pt x="5933" y="1"/>
                    <a:pt x="6321" y="35"/>
                    <a:pt x="6730" y="52"/>
                  </a:cubicBezTo>
                  <a:cubicBezTo>
                    <a:pt x="6786" y="52"/>
                    <a:pt x="6837" y="73"/>
                    <a:pt x="6909" y="9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3"/>
            <p:cNvSpPr/>
            <p:nvPr/>
          </p:nvSpPr>
          <p:spPr>
            <a:xfrm rot="1073721">
              <a:off x="5909636" y="554267"/>
              <a:ext cx="33479" cy="26501"/>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3"/>
            <p:cNvSpPr/>
            <p:nvPr/>
          </p:nvSpPr>
          <p:spPr>
            <a:xfrm rot="1073721">
              <a:off x="5984025" y="578287"/>
              <a:ext cx="33479" cy="26501"/>
            </a:xfrm>
            <a:custGeom>
              <a:rect b="b" l="l" r="r" t="t"/>
              <a:pathLst>
                <a:path extrusionOk="0" h="338" w="427">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3"/>
            <p:cNvSpPr/>
            <p:nvPr/>
          </p:nvSpPr>
          <p:spPr>
            <a:xfrm rot="1073721">
              <a:off x="6064830" y="604379"/>
              <a:ext cx="33479" cy="26501"/>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3"/>
            <p:cNvSpPr/>
            <p:nvPr/>
          </p:nvSpPr>
          <p:spPr>
            <a:xfrm rot="1073721">
              <a:off x="6153544" y="633025"/>
              <a:ext cx="33479" cy="26501"/>
            </a:xfrm>
            <a:custGeom>
              <a:rect b="b" l="l" r="r" t="t"/>
              <a:pathLst>
                <a:path extrusionOk="0" h="338" w="427">
                  <a:moveTo>
                    <a:pt x="213" y="1"/>
                  </a:moveTo>
                  <a:cubicBezTo>
                    <a:pt x="0" y="1"/>
                    <a:pt x="0" y="337"/>
                    <a:pt x="213" y="337"/>
                  </a:cubicBezTo>
                  <a:cubicBezTo>
                    <a:pt x="427" y="337"/>
                    <a:pt x="427"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3"/>
            <p:cNvSpPr/>
            <p:nvPr/>
          </p:nvSpPr>
          <p:spPr>
            <a:xfrm rot="1073721">
              <a:off x="6242259" y="661671"/>
              <a:ext cx="33479" cy="26501"/>
            </a:xfrm>
            <a:custGeom>
              <a:rect b="b" l="l" r="r" t="t"/>
              <a:pathLst>
                <a:path extrusionOk="0" h="338" w="427">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3"/>
            <p:cNvSpPr/>
            <p:nvPr/>
          </p:nvSpPr>
          <p:spPr>
            <a:xfrm rot="1073721">
              <a:off x="6333129" y="683678"/>
              <a:ext cx="33479" cy="26423"/>
            </a:xfrm>
            <a:custGeom>
              <a:rect b="b" l="l" r="r" t="t"/>
              <a:pathLst>
                <a:path extrusionOk="0" h="337" w="427">
                  <a:moveTo>
                    <a:pt x="214" y="0"/>
                  </a:moveTo>
                  <a:cubicBezTo>
                    <a:pt x="1" y="0"/>
                    <a:pt x="1" y="337"/>
                    <a:pt x="214" y="337"/>
                  </a:cubicBezTo>
                  <a:cubicBezTo>
                    <a:pt x="427" y="337"/>
                    <a:pt x="427" y="0"/>
                    <a:pt x="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3"/>
            <p:cNvSpPr/>
            <p:nvPr/>
          </p:nvSpPr>
          <p:spPr>
            <a:xfrm rot="1073721">
              <a:off x="6175973" y="503050"/>
              <a:ext cx="163163" cy="76602"/>
            </a:xfrm>
            <a:custGeom>
              <a:rect b="b" l="l" r="r" t="t"/>
              <a:pathLst>
                <a:path extrusionOk="0" h="977" w="2081">
                  <a:moveTo>
                    <a:pt x="606" y="1"/>
                  </a:moveTo>
                  <a:cubicBezTo>
                    <a:pt x="392" y="1"/>
                    <a:pt x="179" y="18"/>
                    <a:pt x="0" y="107"/>
                  </a:cubicBezTo>
                  <a:cubicBezTo>
                    <a:pt x="196" y="158"/>
                    <a:pt x="375" y="197"/>
                    <a:pt x="571" y="248"/>
                  </a:cubicBezTo>
                  <a:cubicBezTo>
                    <a:pt x="746" y="303"/>
                    <a:pt x="925" y="371"/>
                    <a:pt x="1087" y="427"/>
                  </a:cubicBezTo>
                  <a:cubicBezTo>
                    <a:pt x="1262" y="495"/>
                    <a:pt x="1424" y="567"/>
                    <a:pt x="1599" y="657"/>
                  </a:cubicBezTo>
                  <a:cubicBezTo>
                    <a:pt x="1761" y="746"/>
                    <a:pt x="1918" y="853"/>
                    <a:pt x="2080" y="977"/>
                  </a:cubicBezTo>
                  <a:cubicBezTo>
                    <a:pt x="2025" y="763"/>
                    <a:pt x="1901" y="584"/>
                    <a:pt x="1744" y="444"/>
                  </a:cubicBezTo>
                  <a:cubicBezTo>
                    <a:pt x="1582" y="303"/>
                    <a:pt x="1407" y="197"/>
                    <a:pt x="1211" y="124"/>
                  </a:cubicBezTo>
                  <a:cubicBezTo>
                    <a:pt x="1015" y="52"/>
                    <a:pt x="819" y="1"/>
                    <a:pt x="6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3"/>
            <p:cNvSpPr/>
            <p:nvPr/>
          </p:nvSpPr>
          <p:spPr>
            <a:xfrm rot="1073721">
              <a:off x="5680639" y="598333"/>
              <a:ext cx="101614" cy="90637"/>
            </a:xfrm>
            <a:custGeom>
              <a:rect b="b" l="l" r="r" t="t"/>
              <a:pathLst>
                <a:path extrusionOk="0" h="1156" w="1296">
                  <a:moveTo>
                    <a:pt x="1296" y="550"/>
                  </a:moveTo>
                  <a:cubicBezTo>
                    <a:pt x="1279" y="797"/>
                    <a:pt x="1155" y="976"/>
                    <a:pt x="925" y="1066"/>
                  </a:cubicBezTo>
                  <a:cubicBezTo>
                    <a:pt x="674" y="1155"/>
                    <a:pt x="409" y="1117"/>
                    <a:pt x="264" y="942"/>
                  </a:cubicBezTo>
                  <a:cubicBezTo>
                    <a:pt x="0" y="640"/>
                    <a:pt x="124" y="231"/>
                    <a:pt x="499" y="73"/>
                  </a:cubicBezTo>
                  <a:cubicBezTo>
                    <a:pt x="656" y="17"/>
                    <a:pt x="818" y="0"/>
                    <a:pt x="993" y="51"/>
                  </a:cubicBezTo>
                  <a:cubicBezTo>
                    <a:pt x="1066" y="73"/>
                    <a:pt x="1138" y="124"/>
                    <a:pt x="1172" y="179"/>
                  </a:cubicBezTo>
                  <a:cubicBezTo>
                    <a:pt x="1262"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3"/>
            <p:cNvSpPr/>
            <p:nvPr/>
          </p:nvSpPr>
          <p:spPr>
            <a:xfrm rot="1073721">
              <a:off x="5674582" y="588065"/>
              <a:ext cx="118393" cy="114080"/>
            </a:xfrm>
            <a:custGeom>
              <a:rect b="b" l="l" r="r" t="t"/>
              <a:pathLst>
                <a:path extrusionOk="0" h="1455" w="1510">
                  <a:moveTo>
                    <a:pt x="1492" y="674"/>
                  </a:moveTo>
                  <a:cubicBezTo>
                    <a:pt x="1510" y="1045"/>
                    <a:pt x="1245" y="1296"/>
                    <a:pt x="909" y="1386"/>
                  </a:cubicBezTo>
                  <a:cubicBezTo>
                    <a:pt x="606" y="1454"/>
                    <a:pt x="359" y="1365"/>
                    <a:pt x="180" y="1117"/>
                  </a:cubicBezTo>
                  <a:cubicBezTo>
                    <a:pt x="1" y="887"/>
                    <a:pt x="1" y="533"/>
                    <a:pt x="269" y="248"/>
                  </a:cubicBezTo>
                  <a:cubicBezTo>
                    <a:pt x="482" y="52"/>
                    <a:pt x="729" y="1"/>
                    <a:pt x="998" y="35"/>
                  </a:cubicBezTo>
                  <a:cubicBezTo>
                    <a:pt x="1122" y="52"/>
                    <a:pt x="1245" y="52"/>
                    <a:pt x="1318" y="175"/>
                  </a:cubicBezTo>
                  <a:cubicBezTo>
                    <a:pt x="1403" y="282"/>
                    <a:pt x="1492" y="512"/>
                    <a:pt x="1492" y="674"/>
                  </a:cubicBezTo>
                  <a:close/>
                  <a:moveTo>
                    <a:pt x="1369" y="691"/>
                  </a:moveTo>
                  <a:cubicBezTo>
                    <a:pt x="1369" y="568"/>
                    <a:pt x="1335" y="427"/>
                    <a:pt x="1245" y="320"/>
                  </a:cubicBezTo>
                  <a:cubicBezTo>
                    <a:pt x="1211" y="265"/>
                    <a:pt x="1139" y="214"/>
                    <a:pt x="1066" y="192"/>
                  </a:cubicBezTo>
                  <a:cubicBezTo>
                    <a:pt x="891" y="141"/>
                    <a:pt x="729" y="158"/>
                    <a:pt x="572" y="214"/>
                  </a:cubicBezTo>
                  <a:cubicBezTo>
                    <a:pt x="197" y="372"/>
                    <a:pt x="73" y="781"/>
                    <a:pt x="337" y="1083"/>
                  </a:cubicBezTo>
                  <a:cubicBezTo>
                    <a:pt x="482" y="1258"/>
                    <a:pt x="747" y="1296"/>
                    <a:pt x="998" y="1207"/>
                  </a:cubicBezTo>
                  <a:cubicBezTo>
                    <a:pt x="1228" y="1117"/>
                    <a:pt x="1352" y="938"/>
                    <a:pt x="1369"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3"/>
            <p:cNvSpPr/>
            <p:nvPr/>
          </p:nvSpPr>
          <p:spPr>
            <a:xfrm rot="1073721">
              <a:off x="5858066" y="655637"/>
              <a:ext cx="101692" cy="90637"/>
            </a:xfrm>
            <a:custGeom>
              <a:rect b="b" l="l" r="r" t="t"/>
              <a:pathLst>
                <a:path extrusionOk="0" h="1156" w="1297">
                  <a:moveTo>
                    <a:pt x="1296" y="550"/>
                  </a:moveTo>
                  <a:cubicBezTo>
                    <a:pt x="1279" y="797"/>
                    <a:pt x="1156" y="976"/>
                    <a:pt x="925" y="1066"/>
                  </a:cubicBezTo>
                  <a:cubicBezTo>
                    <a:pt x="678" y="1155"/>
                    <a:pt x="410" y="1117"/>
                    <a:pt x="269" y="942"/>
                  </a:cubicBezTo>
                  <a:cubicBezTo>
                    <a:pt x="0" y="640"/>
                    <a:pt x="107" y="231"/>
                    <a:pt x="499" y="73"/>
                  </a:cubicBezTo>
                  <a:cubicBezTo>
                    <a:pt x="657" y="17"/>
                    <a:pt x="819" y="0"/>
                    <a:pt x="977" y="51"/>
                  </a:cubicBezTo>
                  <a:cubicBezTo>
                    <a:pt x="1049" y="73"/>
                    <a:pt x="1139" y="124"/>
                    <a:pt x="1173" y="179"/>
                  </a:cubicBezTo>
                  <a:cubicBezTo>
                    <a:pt x="1245"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3"/>
            <p:cNvSpPr/>
            <p:nvPr/>
          </p:nvSpPr>
          <p:spPr>
            <a:xfrm rot="1073721">
              <a:off x="5852383" y="645477"/>
              <a:ext cx="118393" cy="114080"/>
            </a:xfrm>
            <a:custGeom>
              <a:rect b="b" l="l" r="r" t="t"/>
              <a:pathLst>
                <a:path extrusionOk="0" h="1455" w="1510">
                  <a:moveTo>
                    <a:pt x="1492" y="674"/>
                  </a:moveTo>
                  <a:cubicBezTo>
                    <a:pt x="1509" y="1045"/>
                    <a:pt x="1241" y="1296"/>
                    <a:pt x="904" y="1386"/>
                  </a:cubicBezTo>
                  <a:cubicBezTo>
                    <a:pt x="601" y="1454"/>
                    <a:pt x="337" y="1365"/>
                    <a:pt x="158" y="1117"/>
                  </a:cubicBezTo>
                  <a:cubicBezTo>
                    <a:pt x="0" y="887"/>
                    <a:pt x="0" y="533"/>
                    <a:pt x="265" y="248"/>
                  </a:cubicBezTo>
                  <a:cubicBezTo>
                    <a:pt x="478" y="52"/>
                    <a:pt x="725" y="1"/>
                    <a:pt x="993" y="35"/>
                  </a:cubicBezTo>
                  <a:cubicBezTo>
                    <a:pt x="1100" y="52"/>
                    <a:pt x="1241" y="52"/>
                    <a:pt x="1313" y="175"/>
                  </a:cubicBezTo>
                  <a:cubicBezTo>
                    <a:pt x="1403" y="282"/>
                    <a:pt x="1471" y="512"/>
                    <a:pt x="1492" y="674"/>
                  </a:cubicBezTo>
                  <a:close/>
                  <a:moveTo>
                    <a:pt x="1364" y="691"/>
                  </a:moveTo>
                  <a:cubicBezTo>
                    <a:pt x="1364" y="568"/>
                    <a:pt x="1313" y="427"/>
                    <a:pt x="1241" y="320"/>
                  </a:cubicBezTo>
                  <a:cubicBezTo>
                    <a:pt x="1207" y="265"/>
                    <a:pt x="1117" y="214"/>
                    <a:pt x="1045" y="192"/>
                  </a:cubicBezTo>
                  <a:cubicBezTo>
                    <a:pt x="887" y="141"/>
                    <a:pt x="725" y="158"/>
                    <a:pt x="567" y="214"/>
                  </a:cubicBezTo>
                  <a:cubicBezTo>
                    <a:pt x="175" y="372"/>
                    <a:pt x="68" y="781"/>
                    <a:pt x="337" y="1083"/>
                  </a:cubicBezTo>
                  <a:cubicBezTo>
                    <a:pt x="478" y="1258"/>
                    <a:pt x="746" y="1296"/>
                    <a:pt x="993" y="1207"/>
                  </a:cubicBezTo>
                  <a:cubicBezTo>
                    <a:pt x="1224" y="1117"/>
                    <a:pt x="1347" y="938"/>
                    <a:pt x="1364"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3"/>
            <p:cNvSpPr/>
            <p:nvPr/>
          </p:nvSpPr>
          <p:spPr>
            <a:xfrm rot="1073721">
              <a:off x="6035869" y="713038"/>
              <a:ext cx="101614" cy="90637"/>
            </a:xfrm>
            <a:custGeom>
              <a:rect b="b" l="l" r="r" t="t"/>
              <a:pathLst>
                <a:path extrusionOk="0" h="1156" w="1296">
                  <a:moveTo>
                    <a:pt x="1296" y="550"/>
                  </a:moveTo>
                  <a:cubicBezTo>
                    <a:pt x="1279" y="797"/>
                    <a:pt x="1151" y="976"/>
                    <a:pt x="904" y="1066"/>
                  </a:cubicBezTo>
                  <a:cubicBezTo>
                    <a:pt x="674" y="1155"/>
                    <a:pt x="388" y="1117"/>
                    <a:pt x="247" y="942"/>
                  </a:cubicBezTo>
                  <a:cubicBezTo>
                    <a:pt x="0" y="640"/>
                    <a:pt x="107" y="231"/>
                    <a:pt x="495" y="73"/>
                  </a:cubicBezTo>
                  <a:cubicBezTo>
                    <a:pt x="657" y="17"/>
                    <a:pt x="814" y="0"/>
                    <a:pt x="976" y="51"/>
                  </a:cubicBezTo>
                  <a:cubicBezTo>
                    <a:pt x="1044" y="73"/>
                    <a:pt x="1134" y="124"/>
                    <a:pt x="1172" y="179"/>
                  </a:cubicBezTo>
                  <a:cubicBezTo>
                    <a:pt x="1241"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3"/>
            <p:cNvSpPr/>
            <p:nvPr/>
          </p:nvSpPr>
          <p:spPr>
            <a:xfrm rot="1073721">
              <a:off x="6028511" y="702565"/>
              <a:ext cx="119726" cy="114080"/>
            </a:xfrm>
            <a:custGeom>
              <a:rect b="b" l="l" r="r" t="t"/>
              <a:pathLst>
                <a:path extrusionOk="0" h="1455" w="1527">
                  <a:moveTo>
                    <a:pt x="1510" y="674"/>
                  </a:moveTo>
                  <a:cubicBezTo>
                    <a:pt x="1527" y="1045"/>
                    <a:pt x="1262" y="1296"/>
                    <a:pt x="921" y="1386"/>
                  </a:cubicBezTo>
                  <a:cubicBezTo>
                    <a:pt x="623" y="1454"/>
                    <a:pt x="354" y="1365"/>
                    <a:pt x="175" y="1117"/>
                  </a:cubicBezTo>
                  <a:cubicBezTo>
                    <a:pt x="18" y="887"/>
                    <a:pt x="1" y="533"/>
                    <a:pt x="282" y="248"/>
                  </a:cubicBezTo>
                  <a:cubicBezTo>
                    <a:pt x="478" y="52"/>
                    <a:pt x="747" y="1"/>
                    <a:pt x="1011" y="35"/>
                  </a:cubicBezTo>
                  <a:cubicBezTo>
                    <a:pt x="1117" y="52"/>
                    <a:pt x="1241" y="52"/>
                    <a:pt x="1331" y="175"/>
                  </a:cubicBezTo>
                  <a:cubicBezTo>
                    <a:pt x="1420" y="282"/>
                    <a:pt x="1492" y="512"/>
                    <a:pt x="1510" y="674"/>
                  </a:cubicBezTo>
                  <a:close/>
                  <a:moveTo>
                    <a:pt x="1386" y="691"/>
                  </a:moveTo>
                  <a:cubicBezTo>
                    <a:pt x="1386" y="568"/>
                    <a:pt x="1331" y="427"/>
                    <a:pt x="1262" y="320"/>
                  </a:cubicBezTo>
                  <a:cubicBezTo>
                    <a:pt x="1224" y="265"/>
                    <a:pt x="1134" y="214"/>
                    <a:pt x="1066" y="192"/>
                  </a:cubicBezTo>
                  <a:cubicBezTo>
                    <a:pt x="904" y="141"/>
                    <a:pt x="747" y="158"/>
                    <a:pt x="585" y="214"/>
                  </a:cubicBezTo>
                  <a:cubicBezTo>
                    <a:pt x="197" y="372"/>
                    <a:pt x="90" y="781"/>
                    <a:pt x="337" y="1083"/>
                  </a:cubicBezTo>
                  <a:cubicBezTo>
                    <a:pt x="478" y="1258"/>
                    <a:pt x="764" y="1296"/>
                    <a:pt x="994" y="1207"/>
                  </a:cubicBezTo>
                  <a:cubicBezTo>
                    <a:pt x="1241" y="1117"/>
                    <a:pt x="1369" y="938"/>
                    <a:pt x="1386"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3"/>
            <p:cNvSpPr/>
            <p:nvPr/>
          </p:nvSpPr>
          <p:spPr>
            <a:xfrm rot="1073721">
              <a:off x="6213296" y="770342"/>
              <a:ext cx="101692" cy="90637"/>
            </a:xfrm>
            <a:custGeom>
              <a:rect b="b" l="l" r="r" t="t"/>
              <a:pathLst>
                <a:path extrusionOk="0" h="1156" w="1297">
                  <a:moveTo>
                    <a:pt x="1279" y="550"/>
                  </a:moveTo>
                  <a:cubicBezTo>
                    <a:pt x="1279" y="797"/>
                    <a:pt x="1156" y="976"/>
                    <a:pt x="904" y="1066"/>
                  </a:cubicBezTo>
                  <a:cubicBezTo>
                    <a:pt x="674" y="1155"/>
                    <a:pt x="393" y="1117"/>
                    <a:pt x="248" y="942"/>
                  </a:cubicBezTo>
                  <a:cubicBezTo>
                    <a:pt x="1" y="640"/>
                    <a:pt x="107" y="231"/>
                    <a:pt x="478" y="73"/>
                  </a:cubicBezTo>
                  <a:cubicBezTo>
                    <a:pt x="640" y="17"/>
                    <a:pt x="819" y="0"/>
                    <a:pt x="977" y="51"/>
                  </a:cubicBezTo>
                  <a:cubicBezTo>
                    <a:pt x="1049" y="73"/>
                    <a:pt x="1139" y="124"/>
                    <a:pt x="1173" y="179"/>
                  </a:cubicBezTo>
                  <a:cubicBezTo>
                    <a:pt x="1245" y="286"/>
                    <a:pt x="1296" y="427"/>
                    <a:pt x="1279"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3"/>
            <p:cNvSpPr/>
            <p:nvPr/>
          </p:nvSpPr>
          <p:spPr>
            <a:xfrm rot="1073721">
              <a:off x="6206016" y="759869"/>
              <a:ext cx="119647" cy="114080"/>
            </a:xfrm>
            <a:custGeom>
              <a:rect b="b" l="l" r="r" t="t"/>
              <a:pathLst>
                <a:path extrusionOk="0" h="1455" w="1526">
                  <a:moveTo>
                    <a:pt x="1509" y="674"/>
                  </a:moveTo>
                  <a:cubicBezTo>
                    <a:pt x="1526" y="1045"/>
                    <a:pt x="1262" y="1296"/>
                    <a:pt x="925" y="1386"/>
                  </a:cubicBezTo>
                  <a:cubicBezTo>
                    <a:pt x="622" y="1454"/>
                    <a:pt x="354" y="1365"/>
                    <a:pt x="179" y="1117"/>
                  </a:cubicBezTo>
                  <a:cubicBezTo>
                    <a:pt x="17" y="887"/>
                    <a:pt x="0" y="533"/>
                    <a:pt x="286" y="248"/>
                  </a:cubicBezTo>
                  <a:cubicBezTo>
                    <a:pt x="482" y="52"/>
                    <a:pt x="746" y="1"/>
                    <a:pt x="1015" y="35"/>
                  </a:cubicBezTo>
                  <a:cubicBezTo>
                    <a:pt x="1121" y="52"/>
                    <a:pt x="1245" y="52"/>
                    <a:pt x="1334" y="175"/>
                  </a:cubicBezTo>
                  <a:cubicBezTo>
                    <a:pt x="1402" y="282"/>
                    <a:pt x="1492" y="512"/>
                    <a:pt x="1509" y="674"/>
                  </a:cubicBezTo>
                  <a:close/>
                  <a:moveTo>
                    <a:pt x="1368" y="691"/>
                  </a:moveTo>
                  <a:cubicBezTo>
                    <a:pt x="1385" y="568"/>
                    <a:pt x="1334" y="427"/>
                    <a:pt x="1262" y="320"/>
                  </a:cubicBezTo>
                  <a:cubicBezTo>
                    <a:pt x="1228" y="265"/>
                    <a:pt x="1138" y="214"/>
                    <a:pt x="1066" y="192"/>
                  </a:cubicBezTo>
                  <a:cubicBezTo>
                    <a:pt x="908" y="141"/>
                    <a:pt x="729" y="158"/>
                    <a:pt x="567" y="214"/>
                  </a:cubicBezTo>
                  <a:cubicBezTo>
                    <a:pt x="196" y="372"/>
                    <a:pt x="90" y="781"/>
                    <a:pt x="337" y="1083"/>
                  </a:cubicBezTo>
                  <a:cubicBezTo>
                    <a:pt x="482" y="1258"/>
                    <a:pt x="763" y="1296"/>
                    <a:pt x="993" y="1207"/>
                  </a:cubicBezTo>
                  <a:cubicBezTo>
                    <a:pt x="1245" y="1117"/>
                    <a:pt x="1368" y="938"/>
                    <a:pt x="1368"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3"/>
            <p:cNvSpPr/>
            <p:nvPr/>
          </p:nvSpPr>
          <p:spPr>
            <a:xfrm rot="1073721">
              <a:off x="6390724" y="827634"/>
              <a:ext cx="101692" cy="90637"/>
            </a:xfrm>
            <a:custGeom>
              <a:rect b="b" l="l" r="r" t="t"/>
              <a:pathLst>
                <a:path extrusionOk="0" h="1156" w="1297">
                  <a:moveTo>
                    <a:pt x="1280" y="550"/>
                  </a:moveTo>
                  <a:cubicBezTo>
                    <a:pt x="1280" y="797"/>
                    <a:pt x="1156" y="976"/>
                    <a:pt x="909" y="1066"/>
                  </a:cubicBezTo>
                  <a:cubicBezTo>
                    <a:pt x="679" y="1155"/>
                    <a:pt x="393" y="1117"/>
                    <a:pt x="252" y="942"/>
                  </a:cubicBezTo>
                  <a:cubicBezTo>
                    <a:pt x="1" y="640"/>
                    <a:pt x="108" y="231"/>
                    <a:pt x="483" y="73"/>
                  </a:cubicBezTo>
                  <a:cubicBezTo>
                    <a:pt x="640" y="17"/>
                    <a:pt x="819" y="0"/>
                    <a:pt x="977" y="51"/>
                  </a:cubicBezTo>
                  <a:cubicBezTo>
                    <a:pt x="1050" y="73"/>
                    <a:pt x="1122" y="124"/>
                    <a:pt x="1173" y="179"/>
                  </a:cubicBezTo>
                  <a:cubicBezTo>
                    <a:pt x="1246" y="286"/>
                    <a:pt x="1297" y="427"/>
                    <a:pt x="1280"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3"/>
            <p:cNvSpPr/>
            <p:nvPr/>
          </p:nvSpPr>
          <p:spPr>
            <a:xfrm rot="1073721">
              <a:off x="6383435" y="817221"/>
              <a:ext cx="120039" cy="114080"/>
            </a:xfrm>
            <a:custGeom>
              <a:rect b="b" l="l" r="r" t="t"/>
              <a:pathLst>
                <a:path extrusionOk="0" h="1455" w="1531">
                  <a:moveTo>
                    <a:pt x="1492" y="674"/>
                  </a:moveTo>
                  <a:cubicBezTo>
                    <a:pt x="1531" y="1045"/>
                    <a:pt x="1262" y="1296"/>
                    <a:pt x="925" y="1386"/>
                  </a:cubicBezTo>
                  <a:cubicBezTo>
                    <a:pt x="623" y="1454"/>
                    <a:pt x="359" y="1365"/>
                    <a:pt x="179" y="1117"/>
                  </a:cubicBezTo>
                  <a:cubicBezTo>
                    <a:pt x="22" y="887"/>
                    <a:pt x="0" y="533"/>
                    <a:pt x="286" y="248"/>
                  </a:cubicBezTo>
                  <a:cubicBezTo>
                    <a:pt x="482" y="52"/>
                    <a:pt x="746" y="1"/>
                    <a:pt x="1015" y="35"/>
                  </a:cubicBezTo>
                  <a:cubicBezTo>
                    <a:pt x="1121" y="52"/>
                    <a:pt x="1245" y="52"/>
                    <a:pt x="1335" y="175"/>
                  </a:cubicBezTo>
                  <a:cubicBezTo>
                    <a:pt x="1407" y="282"/>
                    <a:pt x="1492" y="512"/>
                    <a:pt x="1492" y="674"/>
                  </a:cubicBezTo>
                  <a:close/>
                  <a:moveTo>
                    <a:pt x="1369" y="691"/>
                  </a:moveTo>
                  <a:cubicBezTo>
                    <a:pt x="1386" y="568"/>
                    <a:pt x="1335" y="427"/>
                    <a:pt x="1262" y="320"/>
                  </a:cubicBezTo>
                  <a:cubicBezTo>
                    <a:pt x="1211" y="265"/>
                    <a:pt x="1139" y="214"/>
                    <a:pt x="1066" y="192"/>
                  </a:cubicBezTo>
                  <a:cubicBezTo>
                    <a:pt x="908" y="141"/>
                    <a:pt x="729" y="158"/>
                    <a:pt x="572" y="214"/>
                  </a:cubicBezTo>
                  <a:cubicBezTo>
                    <a:pt x="197" y="372"/>
                    <a:pt x="90" y="781"/>
                    <a:pt x="341" y="1083"/>
                  </a:cubicBezTo>
                  <a:cubicBezTo>
                    <a:pt x="482" y="1258"/>
                    <a:pt x="768" y="1296"/>
                    <a:pt x="998" y="1207"/>
                  </a:cubicBezTo>
                  <a:cubicBezTo>
                    <a:pt x="1245" y="1117"/>
                    <a:pt x="1369" y="938"/>
                    <a:pt x="1369"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3"/>
            <p:cNvSpPr/>
            <p:nvPr/>
          </p:nvSpPr>
          <p:spPr>
            <a:xfrm rot="1073721">
              <a:off x="5735506" y="618167"/>
              <a:ext cx="33479" cy="26501"/>
            </a:xfrm>
            <a:custGeom>
              <a:rect b="b" l="l" r="r" t="t"/>
              <a:pathLst>
                <a:path extrusionOk="0" h="338" w="427">
                  <a:moveTo>
                    <a:pt x="214" y="0"/>
                  </a:moveTo>
                  <a:cubicBezTo>
                    <a:pt x="0" y="0"/>
                    <a:pt x="0"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3"/>
            <p:cNvSpPr/>
            <p:nvPr/>
          </p:nvSpPr>
          <p:spPr>
            <a:xfrm rot="1073721">
              <a:off x="5917113" y="676808"/>
              <a:ext cx="33479" cy="26501"/>
            </a:xfrm>
            <a:custGeom>
              <a:rect b="b" l="l" r="r" t="t"/>
              <a:pathLst>
                <a:path extrusionOk="0" h="338" w="427">
                  <a:moveTo>
                    <a:pt x="213" y="0"/>
                  </a:moveTo>
                  <a:cubicBezTo>
                    <a:pt x="0" y="0"/>
                    <a:pt x="0" y="337"/>
                    <a:pt x="213" y="337"/>
                  </a:cubicBezTo>
                  <a:cubicBezTo>
                    <a:pt x="427" y="337"/>
                    <a:pt x="427" y="0"/>
                    <a:pt x="2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3"/>
            <p:cNvSpPr/>
            <p:nvPr/>
          </p:nvSpPr>
          <p:spPr>
            <a:xfrm rot="1073721">
              <a:off x="6094132" y="735369"/>
              <a:ext cx="33479" cy="26501"/>
            </a:xfrm>
            <a:custGeom>
              <a:rect b="b" l="l" r="r" t="t"/>
              <a:pathLst>
                <a:path extrusionOk="0" h="338" w="427">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3"/>
            <p:cNvSpPr/>
            <p:nvPr/>
          </p:nvSpPr>
          <p:spPr>
            <a:xfrm rot="1073721">
              <a:off x="6269022" y="791854"/>
              <a:ext cx="33558" cy="26501"/>
            </a:xfrm>
            <a:custGeom>
              <a:rect b="b" l="l" r="r" t="t"/>
              <a:pathLst>
                <a:path extrusionOk="0" h="338" w="428">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3"/>
            <p:cNvSpPr/>
            <p:nvPr/>
          </p:nvSpPr>
          <p:spPr>
            <a:xfrm rot="1073721">
              <a:off x="6448503" y="848395"/>
              <a:ext cx="33479" cy="26501"/>
            </a:xfrm>
            <a:custGeom>
              <a:rect b="b" l="l" r="r" t="t"/>
              <a:pathLst>
                <a:path extrusionOk="0" h="338" w="427">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3"/>
            <p:cNvSpPr/>
            <p:nvPr/>
          </p:nvSpPr>
          <p:spPr>
            <a:xfrm rot="1073721">
              <a:off x="5584944" y="587344"/>
              <a:ext cx="57236" cy="8389"/>
            </a:xfrm>
            <a:custGeom>
              <a:rect b="b" l="l" r="r" t="t"/>
              <a:pathLst>
                <a:path extrusionOk="0" h="107" w="730">
                  <a:moveTo>
                    <a:pt x="657" y="0"/>
                  </a:moveTo>
                  <a:cubicBezTo>
                    <a:pt x="466" y="17"/>
                    <a:pt x="269" y="17"/>
                    <a:pt x="56" y="17"/>
                  </a:cubicBezTo>
                  <a:cubicBezTo>
                    <a:pt x="1" y="17"/>
                    <a:pt x="1" y="107"/>
                    <a:pt x="56" y="107"/>
                  </a:cubicBezTo>
                  <a:cubicBezTo>
                    <a:pt x="269" y="107"/>
                    <a:pt x="466" y="107"/>
                    <a:pt x="657" y="90"/>
                  </a:cubicBezTo>
                  <a:cubicBezTo>
                    <a:pt x="730" y="90"/>
                    <a:pt x="730" y="0"/>
                    <a:pt x="6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3"/>
            <p:cNvSpPr/>
            <p:nvPr/>
          </p:nvSpPr>
          <p:spPr>
            <a:xfrm rot="1073721">
              <a:off x="5597480" y="570577"/>
              <a:ext cx="46181" cy="8468"/>
            </a:xfrm>
            <a:custGeom>
              <a:rect b="b" l="l" r="r" t="t"/>
              <a:pathLst>
                <a:path extrusionOk="0" h="108" w="589">
                  <a:moveTo>
                    <a:pt x="533" y="1"/>
                  </a:moveTo>
                  <a:cubicBezTo>
                    <a:pt x="376" y="1"/>
                    <a:pt x="214" y="18"/>
                    <a:pt x="56" y="18"/>
                  </a:cubicBezTo>
                  <a:cubicBezTo>
                    <a:pt x="0" y="18"/>
                    <a:pt x="0" y="108"/>
                    <a:pt x="56" y="108"/>
                  </a:cubicBezTo>
                  <a:cubicBezTo>
                    <a:pt x="214" y="108"/>
                    <a:pt x="376" y="90"/>
                    <a:pt x="533" y="90"/>
                  </a:cubicBezTo>
                  <a:cubicBezTo>
                    <a:pt x="589" y="90"/>
                    <a:pt x="589" y="1"/>
                    <a:pt x="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3"/>
            <p:cNvSpPr/>
            <p:nvPr/>
          </p:nvSpPr>
          <p:spPr>
            <a:xfrm rot="1073721">
              <a:off x="5577745" y="610099"/>
              <a:ext cx="58569" cy="7684"/>
            </a:xfrm>
            <a:custGeom>
              <a:rect b="b" l="l" r="r" t="t"/>
              <a:pathLst>
                <a:path extrusionOk="0" h="98" w="747">
                  <a:moveTo>
                    <a:pt x="56" y="1"/>
                  </a:moveTo>
                  <a:cubicBezTo>
                    <a:pt x="1" y="1"/>
                    <a:pt x="1" y="90"/>
                    <a:pt x="56" y="90"/>
                  </a:cubicBezTo>
                  <a:cubicBezTo>
                    <a:pt x="127" y="96"/>
                    <a:pt x="198" y="98"/>
                    <a:pt x="269" y="98"/>
                  </a:cubicBezTo>
                  <a:cubicBezTo>
                    <a:pt x="412" y="98"/>
                    <a:pt x="554" y="90"/>
                    <a:pt x="696" y="90"/>
                  </a:cubicBezTo>
                  <a:cubicBezTo>
                    <a:pt x="747" y="90"/>
                    <a:pt x="747" y="1"/>
                    <a:pt x="696" y="1"/>
                  </a:cubicBezTo>
                  <a:cubicBezTo>
                    <a:pt x="554" y="1"/>
                    <a:pt x="412" y="8"/>
                    <a:pt x="269" y="8"/>
                  </a:cubicBezTo>
                  <a:cubicBezTo>
                    <a:pt x="198" y="8"/>
                    <a:pt x="127" y="6"/>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3"/>
            <p:cNvSpPr/>
            <p:nvPr/>
          </p:nvSpPr>
          <p:spPr>
            <a:xfrm rot="1073721">
              <a:off x="5944045" y="477507"/>
              <a:ext cx="72604" cy="9801"/>
            </a:xfrm>
            <a:custGeom>
              <a:rect b="b" l="l" r="r" t="t"/>
              <a:pathLst>
                <a:path extrusionOk="0" h="125" w="926">
                  <a:moveTo>
                    <a:pt x="73" y="1"/>
                  </a:moveTo>
                  <a:cubicBezTo>
                    <a:pt x="1" y="1"/>
                    <a:pt x="1" y="90"/>
                    <a:pt x="73" y="90"/>
                  </a:cubicBezTo>
                  <a:cubicBezTo>
                    <a:pt x="205" y="107"/>
                    <a:pt x="338" y="107"/>
                    <a:pt x="469" y="107"/>
                  </a:cubicBezTo>
                  <a:cubicBezTo>
                    <a:pt x="600" y="107"/>
                    <a:pt x="729" y="107"/>
                    <a:pt x="853" y="124"/>
                  </a:cubicBezTo>
                  <a:cubicBezTo>
                    <a:pt x="926" y="124"/>
                    <a:pt x="926" y="39"/>
                    <a:pt x="853" y="39"/>
                  </a:cubicBezTo>
                  <a:cubicBezTo>
                    <a:pt x="729" y="20"/>
                    <a:pt x="600" y="20"/>
                    <a:pt x="469" y="20"/>
                  </a:cubicBezTo>
                  <a:cubicBezTo>
                    <a:pt x="338" y="20"/>
                    <a:pt x="205" y="20"/>
                    <a:pt x="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3"/>
            <p:cNvSpPr/>
            <p:nvPr/>
          </p:nvSpPr>
          <p:spPr>
            <a:xfrm rot="1073721">
              <a:off x="5963351" y="462057"/>
              <a:ext cx="47200" cy="8468"/>
            </a:xfrm>
            <a:custGeom>
              <a:rect b="b" l="l" r="r" t="t"/>
              <a:pathLst>
                <a:path extrusionOk="0" h="108" w="602">
                  <a:moveTo>
                    <a:pt x="69" y="0"/>
                  </a:moveTo>
                  <a:cubicBezTo>
                    <a:pt x="1" y="0"/>
                    <a:pt x="1" y="107"/>
                    <a:pt x="69" y="107"/>
                  </a:cubicBezTo>
                  <a:cubicBezTo>
                    <a:pt x="231" y="107"/>
                    <a:pt x="388" y="90"/>
                    <a:pt x="550" y="90"/>
                  </a:cubicBezTo>
                  <a:cubicBezTo>
                    <a:pt x="602" y="90"/>
                    <a:pt x="602" y="0"/>
                    <a:pt x="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3"/>
            <p:cNvSpPr/>
            <p:nvPr/>
          </p:nvSpPr>
          <p:spPr>
            <a:xfrm rot="1073721">
              <a:off x="5925809" y="493320"/>
              <a:ext cx="61235" cy="8703"/>
            </a:xfrm>
            <a:custGeom>
              <a:rect b="b" l="l" r="r" t="t"/>
              <a:pathLst>
                <a:path extrusionOk="0" h="111" w="781">
                  <a:moveTo>
                    <a:pt x="52" y="0"/>
                  </a:moveTo>
                  <a:cubicBezTo>
                    <a:pt x="18" y="0"/>
                    <a:pt x="1" y="17"/>
                    <a:pt x="1" y="34"/>
                  </a:cubicBezTo>
                  <a:cubicBezTo>
                    <a:pt x="1" y="73"/>
                    <a:pt x="18" y="90"/>
                    <a:pt x="52" y="90"/>
                  </a:cubicBezTo>
                  <a:cubicBezTo>
                    <a:pt x="159" y="107"/>
                    <a:pt x="269" y="111"/>
                    <a:pt x="382" y="111"/>
                  </a:cubicBezTo>
                  <a:cubicBezTo>
                    <a:pt x="495" y="111"/>
                    <a:pt x="610" y="107"/>
                    <a:pt x="725" y="107"/>
                  </a:cubicBezTo>
                  <a:cubicBezTo>
                    <a:pt x="781" y="107"/>
                    <a:pt x="781" y="17"/>
                    <a:pt x="725" y="17"/>
                  </a:cubicBezTo>
                  <a:cubicBezTo>
                    <a:pt x="495" y="17"/>
                    <a:pt x="265" y="17"/>
                    <a:pt x="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 name="Google Shape;766;p43"/>
          <p:cNvGrpSpPr/>
          <p:nvPr/>
        </p:nvGrpSpPr>
        <p:grpSpPr>
          <a:xfrm flipH="1">
            <a:off x="6826976" y="1610814"/>
            <a:ext cx="746922" cy="840832"/>
            <a:chOff x="4185466" y="382554"/>
            <a:chExt cx="1236217" cy="1391646"/>
          </a:xfrm>
        </p:grpSpPr>
        <p:sp>
          <p:nvSpPr>
            <p:cNvPr id="767" name="Google Shape;767;p43"/>
            <p:cNvSpPr/>
            <p:nvPr/>
          </p:nvSpPr>
          <p:spPr>
            <a:xfrm>
              <a:off x="5315992" y="382554"/>
              <a:ext cx="105682" cy="112254"/>
            </a:xfrm>
            <a:custGeom>
              <a:rect b="b" l="l" r="r" t="t"/>
              <a:pathLst>
                <a:path extrusionOk="0" h="871" w="820">
                  <a:moveTo>
                    <a:pt x="1" y="623"/>
                  </a:moveTo>
                  <a:cubicBezTo>
                    <a:pt x="393" y="1"/>
                    <a:pt x="819" y="444"/>
                    <a:pt x="321" y="8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3"/>
            <p:cNvSpPr/>
            <p:nvPr/>
          </p:nvSpPr>
          <p:spPr>
            <a:xfrm>
              <a:off x="4385357" y="1313577"/>
              <a:ext cx="438450" cy="310085"/>
            </a:xfrm>
            <a:custGeom>
              <a:rect b="b" l="l" r="r" t="t"/>
              <a:pathLst>
                <a:path extrusionOk="0" h="2406" w="3402">
                  <a:moveTo>
                    <a:pt x="594" y="0"/>
                  </a:moveTo>
                  <a:cubicBezTo>
                    <a:pt x="289" y="0"/>
                    <a:pt x="1" y="337"/>
                    <a:pt x="261" y="624"/>
                  </a:cubicBezTo>
                  <a:cubicBezTo>
                    <a:pt x="956" y="1408"/>
                    <a:pt x="1719" y="2243"/>
                    <a:pt x="2802" y="2401"/>
                  </a:cubicBezTo>
                  <a:cubicBezTo>
                    <a:pt x="2824" y="2404"/>
                    <a:pt x="2846" y="2406"/>
                    <a:pt x="2866" y="2406"/>
                  </a:cubicBezTo>
                  <a:cubicBezTo>
                    <a:pt x="3326" y="2406"/>
                    <a:pt x="3402" y="1669"/>
                    <a:pt x="2908" y="1604"/>
                  </a:cubicBezTo>
                  <a:cubicBezTo>
                    <a:pt x="2056" y="1476"/>
                    <a:pt x="1434" y="751"/>
                    <a:pt x="901" y="146"/>
                  </a:cubicBezTo>
                  <a:cubicBezTo>
                    <a:pt x="812" y="43"/>
                    <a:pt x="702" y="0"/>
                    <a:pt x="5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3"/>
            <p:cNvSpPr/>
            <p:nvPr/>
          </p:nvSpPr>
          <p:spPr>
            <a:xfrm>
              <a:off x="4659612" y="437457"/>
              <a:ext cx="746086" cy="865300"/>
            </a:xfrm>
            <a:custGeom>
              <a:rect b="b" l="l" r="r" t="t"/>
              <a:pathLst>
                <a:path extrusionOk="0" h="6714" w="5789">
                  <a:moveTo>
                    <a:pt x="746" y="6075"/>
                  </a:moveTo>
                  <a:cubicBezTo>
                    <a:pt x="550" y="5896"/>
                    <a:pt x="354" y="5738"/>
                    <a:pt x="175" y="5559"/>
                  </a:cubicBezTo>
                  <a:cubicBezTo>
                    <a:pt x="124" y="5503"/>
                    <a:pt x="69" y="5435"/>
                    <a:pt x="17" y="5363"/>
                  </a:cubicBezTo>
                  <a:cubicBezTo>
                    <a:pt x="0" y="5346"/>
                    <a:pt x="0" y="5312"/>
                    <a:pt x="17" y="5273"/>
                  </a:cubicBezTo>
                  <a:cubicBezTo>
                    <a:pt x="52" y="5222"/>
                    <a:pt x="86" y="5184"/>
                    <a:pt x="107" y="5133"/>
                  </a:cubicBezTo>
                  <a:cubicBezTo>
                    <a:pt x="214" y="4992"/>
                    <a:pt x="299" y="4847"/>
                    <a:pt x="388" y="4689"/>
                  </a:cubicBezTo>
                  <a:cubicBezTo>
                    <a:pt x="495" y="4544"/>
                    <a:pt x="618" y="4404"/>
                    <a:pt x="708" y="4263"/>
                  </a:cubicBezTo>
                  <a:cubicBezTo>
                    <a:pt x="832" y="4101"/>
                    <a:pt x="938" y="3943"/>
                    <a:pt x="1045" y="3781"/>
                  </a:cubicBezTo>
                  <a:cubicBezTo>
                    <a:pt x="1100" y="3713"/>
                    <a:pt x="1151" y="3641"/>
                    <a:pt x="1207" y="3568"/>
                  </a:cubicBezTo>
                  <a:cubicBezTo>
                    <a:pt x="1313" y="3411"/>
                    <a:pt x="1420" y="3266"/>
                    <a:pt x="1526" y="3108"/>
                  </a:cubicBezTo>
                  <a:cubicBezTo>
                    <a:pt x="1667" y="2895"/>
                    <a:pt x="1846" y="2682"/>
                    <a:pt x="1987" y="2486"/>
                  </a:cubicBezTo>
                  <a:cubicBezTo>
                    <a:pt x="2076" y="2362"/>
                    <a:pt x="2149" y="2256"/>
                    <a:pt x="2238" y="2132"/>
                  </a:cubicBezTo>
                  <a:cubicBezTo>
                    <a:pt x="2306" y="2042"/>
                    <a:pt x="2379" y="1953"/>
                    <a:pt x="2451" y="1846"/>
                  </a:cubicBezTo>
                  <a:cubicBezTo>
                    <a:pt x="2537" y="1723"/>
                    <a:pt x="2626" y="1582"/>
                    <a:pt x="2733" y="1437"/>
                  </a:cubicBezTo>
                  <a:cubicBezTo>
                    <a:pt x="2856" y="1297"/>
                    <a:pt x="2963" y="1173"/>
                    <a:pt x="3091" y="1028"/>
                  </a:cubicBezTo>
                  <a:cubicBezTo>
                    <a:pt x="3159" y="960"/>
                    <a:pt x="3231" y="870"/>
                    <a:pt x="3304" y="798"/>
                  </a:cubicBezTo>
                  <a:cubicBezTo>
                    <a:pt x="3585" y="461"/>
                    <a:pt x="3922" y="231"/>
                    <a:pt x="4331" y="90"/>
                  </a:cubicBezTo>
                  <a:cubicBezTo>
                    <a:pt x="4420" y="52"/>
                    <a:pt x="4527" y="35"/>
                    <a:pt x="4617" y="18"/>
                  </a:cubicBezTo>
                  <a:cubicBezTo>
                    <a:pt x="4689" y="18"/>
                    <a:pt x="4757" y="1"/>
                    <a:pt x="4830" y="18"/>
                  </a:cubicBezTo>
                  <a:cubicBezTo>
                    <a:pt x="5094" y="52"/>
                    <a:pt x="5307" y="175"/>
                    <a:pt x="5486" y="389"/>
                  </a:cubicBezTo>
                  <a:cubicBezTo>
                    <a:pt x="5648" y="568"/>
                    <a:pt x="5733" y="781"/>
                    <a:pt x="5772" y="1011"/>
                  </a:cubicBezTo>
                  <a:cubicBezTo>
                    <a:pt x="5789" y="1135"/>
                    <a:pt x="5755" y="1262"/>
                    <a:pt x="5733" y="1386"/>
                  </a:cubicBezTo>
                  <a:cubicBezTo>
                    <a:pt x="5682" y="1599"/>
                    <a:pt x="5593" y="1812"/>
                    <a:pt x="5486" y="1987"/>
                  </a:cubicBezTo>
                  <a:cubicBezTo>
                    <a:pt x="5435" y="2077"/>
                    <a:pt x="5397" y="2149"/>
                    <a:pt x="5362" y="2238"/>
                  </a:cubicBezTo>
                  <a:cubicBezTo>
                    <a:pt x="5222" y="2520"/>
                    <a:pt x="5026" y="2754"/>
                    <a:pt x="4847" y="3001"/>
                  </a:cubicBezTo>
                  <a:cubicBezTo>
                    <a:pt x="4774" y="3091"/>
                    <a:pt x="4723" y="3198"/>
                    <a:pt x="4668" y="3304"/>
                  </a:cubicBezTo>
                  <a:cubicBezTo>
                    <a:pt x="4634" y="3355"/>
                    <a:pt x="4582" y="3428"/>
                    <a:pt x="4544" y="3500"/>
                  </a:cubicBezTo>
                  <a:cubicBezTo>
                    <a:pt x="4420" y="3675"/>
                    <a:pt x="4297" y="3871"/>
                    <a:pt x="4173" y="4050"/>
                  </a:cubicBezTo>
                  <a:cubicBezTo>
                    <a:pt x="4067" y="4191"/>
                    <a:pt x="3943" y="4331"/>
                    <a:pt x="3837" y="4493"/>
                  </a:cubicBezTo>
                  <a:cubicBezTo>
                    <a:pt x="3781" y="4566"/>
                    <a:pt x="3730" y="4651"/>
                    <a:pt x="3675" y="4740"/>
                  </a:cubicBezTo>
                  <a:cubicBezTo>
                    <a:pt x="3534" y="4902"/>
                    <a:pt x="3444" y="5077"/>
                    <a:pt x="3282" y="5222"/>
                  </a:cubicBezTo>
                  <a:cubicBezTo>
                    <a:pt x="3248" y="5239"/>
                    <a:pt x="3248" y="5273"/>
                    <a:pt x="3231" y="5290"/>
                  </a:cubicBezTo>
                  <a:cubicBezTo>
                    <a:pt x="3214" y="5329"/>
                    <a:pt x="3197" y="5363"/>
                    <a:pt x="3176" y="5380"/>
                  </a:cubicBezTo>
                  <a:cubicBezTo>
                    <a:pt x="3018" y="5503"/>
                    <a:pt x="2912" y="5682"/>
                    <a:pt x="2788" y="5844"/>
                  </a:cubicBezTo>
                  <a:cubicBezTo>
                    <a:pt x="2681" y="6002"/>
                    <a:pt x="2558" y="6164"/>
                    <a:pt x="2451" y="6322"/>
                  </a:cubicBezTo>
                  <a:cubicBezTo>
                    <a:pt x="2430" y="6339"/>
                    <a:pt x="2413" y="6339"/>
                    <a:pt x="2396" y="6356"/>
                  </a:cubicBezTo>
                  <a:cubicBezTo>
                    <a:pt x="2362" y="6394"/>
                    <a:pt x="2323" y="6445"/>
                    <a:pt x="2289" y="6501"/>
                  </a:cubicBezTo>
                  <a:cubicBezTo>
                    <a:pt x="2217" y="6552"/>
                    <a:pt x="2166" y="6624"/>
                    <a:pt x="2110" y="6676"/>
                  </a:cubicBezTo>
                  <a:cubicBezTo>
                    <a:pt x="2076" y="6714"/>
                    <a:pt x="2025" y="6714"/>
                    <a:pt x="1987" y="6714"/>
                  </a:cubicBezTo>
                  <a:cubicBezTo>
                    <a:pt x="1880" y="6676"/>
                    <a:pt x="1757" y="6659"/>
                    <a:pt x="1633" y="6607"/>
                  </a:cubicBezTo>
                  <a:cubicBezTo>
                    <a:pt x="1386" y="6501"/>
                    <a:pt x="1173" y="6356"/>
                    <a:pt x="938" y="6215"/>
                  </a:cubicBezTo>
                  <a:cubicBezTo>
                    <a:pt x="870" y="6164"/>
                    <a:pt x="815" y="6109"/>
                    <a:pt x="746" y="6058"/>
                  </a:cubicBezTo>
                  <a:close/>
                  <a:moveTo>
                    <a:pt x="3517" y="1420"/>
                  </a:moveTo>
                  <a:cubicBezTo>
                    <a:pt x="3427" y="1527"/>
                    <a:pt x="3372" y="1650"/>
                    <a:pt x="3338" y="1774"/>
                  </a:cubicBezTo>
                  <a:cubicBezTo>
                    <a:pt x="3265" y="1919"/>
                    <a:pt x="3282" y="2077"/>
                    <a:pt x="3372" y="2200"/>
                  </a:cubicBezTo>
                  <a:cubicBezTo>
                    <a:pt x="3444" y="2290"/>
                    <a:pt x="3496" y="2362"/>
                    <a:pt x="3568" y="2435"/>
                  </a:cubicBezTo>
                  <a:cubicBezTo>
                    <a:pt x="3658" y="2520"/>
                    <a:pt x="3798" y="2541"/>
                    <a:pt x="3922" y="2592"/>
                  </a:cubicBezTo>
                  <a:cubicBezTo>
                    <a:pt x="4101" y="2665"/>
                    <a:pt x="4280" y="2648"/>
                    <a:pt x="4455" y="2541"/>
                  </a:cubicBezTo>
                  <a:cubicBezTo>
                    <a:pt x="4689" y="2379"/>
                    <a:pt x="4830" y="2166"/>
                    <a:pt x="4881" y="1902"/>
                  </a:cubicBezTo>
                  <a:cubicBezTo>
                    <a:pt x="4902" y="1829"/>
                    <a:pt x="4902" y="1740"/>
                    <a:pt x="4864" y="1689"/>
                  </a:cubicBezTo>
                  <a:cubicBezTo>
                    <a:pt x="4740" y="1437"/>
                    <a:pt x="4600" y="1207"/>
                    <a:pt x="4331" y="1100"/>
                  </a:cubicBezTo>
                  <a:cubicBezTo>
                    <a:pt x="4207" y="1049"/>
                    <a:pt x="4067" y="1028"/>
                    <a:pt x="3943" y="1100"/>
                  </a:cubicBezTo>
                  <a:cubicBezTo>
                    <a:pt x="3764" y="1173"/>
                    <a:pt x="3623" y="1279"/>
                    <a:pt x="3517" y="142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3"/>
            <p:cNvSpPr/>
            <p:nvPr/>
          </p:nvSpPr>
          <p:spPr>
            <a:xfrm>
              <a:off x="4835403" y="922558"/>
              <a:ext cx="403266" cy="835658"/>
            </a:xfrm>
            <a:custGeom>
              <a:rect b="b" l="l" r="r" t="t"/>
              <a:pathLst>
                <a:path extrusionOk="0" h="6484" w="3129">
                  <a:moveTo>
                    <a:pt x="1812" y="6483"/>
                  </a:moveTo>
                  <a:cubicBezTo>
                    <a:pt x="1705" y="6411"/>
                    <a:pt x="1599" y="6343"/>
                    <a:pt x="1492" y="6270"/>
                  </a:cubicBezTo>
                  <a:cubicBezTo>
                    <a:pt x="1352" y="6181"/>
                    <a:pt x="1194" y="6074"/>
                    <a:pt x="1032" y="5968"/>
                  </a:cubicBezTo>
                  <a:cubicBezTo>
                    <a:pt x="981" y="5917"/>
                    <a:pt x="908" y="5878"/>
                    <a:pt x="853" y="5827"/>
                  </a:cubicBezTo>
                  <a:cubicBezTo>
                    <a:pt x="712" y="5721"/>
                    <a:pt x="589" y="5614"/>
                    <a:pt x="465" y="5507"/>
                  </a:cubicBezTo>
                  <a:cubicBezTo>
                    <a:pt x="341" y="5435"/>
                    <a:pt x="235" y="5345"/>
                    <a:pt x="107" y="5277"/>
                  </a:cubicBezTo>
                  <a:cubicBezTo>
                    <a:pt x="73" y="5256"/>
                    <a:pt x="39" y="5239"/>
                    <a:pt x="0" y="5222"/>
                  </a:cubicBezTo>
                  <a:cubicBezTo>
                    <a:pt x="22" y="5188"/>
                    <a:pt x="22" y="5171"/>
                    <a:pt x="39" y="5171"/>
                  </a:cubicBezTo>
                  <a:cubicBezTo>
                    <a:pt x="179" y="5026"/>
                    <a:pt x="341" y="4885"/>
                    <a:pt x="482" y="4744"/>
                  </a:cubicBezTo>
                  <a:cubicBezTo>
                    <a:pt x="572" y="4638"/>
                    <a:pt x="661" y="4510"/>
                    <a:pt x="746" y="4403"/>
                  </a:cubicBezTo>
                  <a:cubicBezTo>
                    <a:pt x="768" y="4386"/>
                    <a:pt x="768" y="4352"/>
                    <a:pt x="768" y="4318"/>
                  </a:cubicBezTo>
                  <a:cubicBezTo>
                    <a:pt x="819" y="3943"/>
                    <a:pt x="819" y="3551"/>
                    <a:pt x="802" y="3163"/>
                  </a:cubicBezTo>
                  <a:cubicBezTo>
                    <a:pt x="802" y="3091"/>
                    <a:pt x="802" y="3018"/>
                    <a:pt x="853" y="2967"/>
                  </a:cubicBezTo>
                  <a:cubicBezTo>
                    <a:pt x="925" y="2878"/>
                    <a:pt x="998" y="2788"/>
                    <a:pt x="1066" y="2698"/>
                  </a:cubicBezTo>
                  <a:cubicBezTo>
                    <a:pt x="1104" y="2647"/>
                    <a:pt x="1155" y="2613"/>
                    <a:pt x="1194" y="2558"/>
                  </a:cubicBezTo>
                  <a:cubicBezTo>
                    <a:pt x="1262" y="2451"/>
                    <a:pt x="1334" y="2345"/>
                    <a:pt x="1424" y="2238"/>
                  </a:cubicBezTo>
                  <a:cubicBezTo>
                    <a:pt x="1531" y="2080"/>
                    <a:pt x="1654" y="1936"/>
                    <a:pt x="1761" y="1795"/>
                  </a:cubicBezTo>
                  <a:cubicBezTo>
                    <a:pt x="1867" y="1671"/>
                    <a:pt x="1991" y="1548"/>
                    <a:pt x="2097" y="1420"/>
                  </a:cubicBezTo>
                  <a:cubicBezTo>
                    <a:pt x="2187" y="1296"/>
                    <a:pt x="2276" y="1173"/>
                    <a:pt x="2366" y="1066"/>
                  </a:cubicBezTo>
                  <a:cubicBezTo>
                    <a:pt x="2451" y="942"/>
                    <a:pt x="2541" y="819"/>
                    <a:pt x="2630" y="695"/>
                  </a:cubicBezTo>
                  <a:cubicBezTo>
                    <a:pt x="2771" y="499"/>
                    <a:pt x="2916" y="286"/>
                    <a:pt x="3056" y="90"/>
                  </a:cubicBezTo>
                  <a:cubicBezTo>
                    <a:pt x="3074" y="56"/>
                    <a:pt x="3091" y="35"/>
                    <a:pt x="3112" y="0"/>
                  </a:cubicBezTo>
                  <a:cubicBezTo>
                    <a:pt x="3129" y="90"/>
                    <a:pt x="3129" y="162"/>
                    <a:pt x="3112" y="231"/>
                  </a:cubicBezTo>
                  <a:cubicBezTo>
                    <a:pt x="3074" y="461"/>
                    <a:pt x="3039" y="695"/>
                    <a:pt x="3005" y="942"/>
                  </a:cubicBezTo>
                  <a:cubicBezTo>
                    <a:pt x="2984" y="1121"/>
                    <a:pt x="2967" y="1296"/>
                    <a:pt x="2950" y="1475"/>
                  </a:cubicBezTo>
                  <a:cubicBezTo>
                    <a:pt x="2933" y="1654"/>
                    <a:pt x="2916" y="1829"/>
                    <a:pt x="2899" y="2025"/>
                  </a:cubicBezTo>
                  <a:cubicBezTo>
                    <a:pt x="2877" y="2132"/>
                    <a:pt x="2877" y="2255"/>
                    <a:pt x="2860" y="2379"/>
                  </a:cubicBezTo>
                  <a:lnTo>
                    <a:pt x="2860" y="2485"/>
                  </a:lnTo>
                  <a:cubicBezTo>
                    <a:pt x="2826" y="2647"/>
                    <a:pt x="2826" y="2826"/>
                    <a:pt x="2809" y="3001"/>
                  </a:cubicBezTo>
                  <a:cubicBezTo>
                    <a:pt x="2809" y="3180"/>
                    <a:pt x="2792" y="3359"/>
                    <a:pt x="2771" y="3534"/>
                  </a:cubicBezTo>
                  <a:cubicBezTo>
                    <a:pt x="2754" y="3623"/>
                    <a:pt x="2754" y="3730"/>
                    <a:pt x="2754" y="3837"/>
                  </a:cubicBezTo>
                  <a:cubicBezTo>
                    <a:pt x="2754" y="3977"/>
                    <a:pt x="2737" y="4139"/>
                    <a:pt x="2720" y="4280"/>
                  </a:cubicBezTo>
                  <a:cubicBezTo>
                    <a:pt x="2720" y="4442"/>
                    <a:pt x="2703" y="4617"/>
                    <a:pt x="2686" y="4779"/>
                  </a:cubicBezTo>
                  <a:cubicBezTo>
                    <a:pt x="2647" y="4958"/>
                    <a:pt x="2647" y="5132"/>
                    <a:pt x="2630" y="5294"/>
                  </a:cubicBezTo>
                  <a:cubicBezTo>
                    <a:pt x="2630" y="5328"/>
                    <a:pt x="2613" y="5345"/>
                    <a:pt x="2596" y="5384"/>
                  </a:cubicBezTo>
                  <a:cubicBezTo>
                    <a:pt x="2434" y="5614"/>
                    <a:pt x="2259" y="5861"/>
                    <a:pt x="2097" y="6091"/>
                  </a:cubicBezTo>
                  <a:cubicBezTo>
                    <a:pt x="2025" y="6181"/>
                    <a:pt x="1974" y="6270"/>
                    <a:pt x="1901" y="6377"/>
                  </a:cubicBezTo>
                  <a:cubicBezTo>
                    <a:pt x="1884" y="6411"/>
                    <a:pt x="1850" y="6428"/>
                    <a:pt x="1812" y="648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3"/>
            <p:cNvSpPr/>
            <p:nvPr/>
          </p:nvSpPr>
          <p:spPr>
            <a:xfrm>
              <a:off x="4203638" y="720991"/>
              <a:ext cx="721470" cy="570294"/>
            </a:xfrm>
            <a:custGeom>
              <a:rect b="b" l="l" r="r" t="t"/>
              <a:pathLst>
                <a:path extrusionOk="0" h="4425" w="5598">
                  <a:moveTo>
                    <a:pt x="1654" y="4424"/>
                  </a:moveTo>
                  <a:cubicBezTo>
                    <a:pt x="1049" y="4071"/>
                    <a:pt x="533" y="3644"/>
                    <a:pt x="1" y="3252"/>
                  </a:cubicBezTo>
                  <a:cubicBezTo>
                    <a:pt x="22" y="3218"/>
                    <a:pt x="22" y="3197"/>
                    <a:pt x="22" y="3180"/>
                  </a:cubicBezTo>
                  <a:cubicBezTo>
                    <a:pt x="107" y="3073"/>
                    <a:pt x="180" y="2967"/>
                    <a:pt x="269" y="2860"/>
                  </a:cubicBezTo>
                  <a:cubicBezTo>
                    <a:pt x="410" y="2647"/>
                    <a:pt x="555" y="2434"/>
                    <a:pt x="712" y="2221"/>
                  </a:cubicBezTo>
                  <a:cubicBezTo>
                    <a:pt x="747" y="2170"/>
                    <a:pt x="802" y="2131"/>
                    <a:pt x="853" y="2097"/>
                  </a:cubicBezTo>
                  <a:cubicBezTo>
                    <a:pt x="998" y="2046"/>
                    <a:pt x="1139" y="1957"/>
                    <a:pt x="1279" y="1901"/>
                  </a:cubicBezTo>
                  <a:cubicBezTo>
                    <a:pt x="1458" y="1812"/>
                    <a:pt x="1654" y="1726"/>
                    <a:pt x="1851" y="1654"/>
                  </a:cubicBezTo>
                  <a:cubicBezTo>
                    <a:pt x="2187" y="1492"/>
                    <a:pt x="2524" y="1334"/>
                    <a:pt x="2878" y="1194"/>
                  </a:cubicBezTo>
                  <a:cubicBezTo>
                    <a:pt x="3325" y="1032"/>
                    <a:pt x="3752" y="836"/>
                    <a:pt x="4178" y="639"/>
                  </a:cubicBezTo>
                  <a:cubicBezTo>
                    <a:pt x="4335" y="588"/>
                    <a:pt x="4459" y="499"/>
                    <a:pt x="4621" y="426"/>
                  </a:cubicBezTo>
                  <a:cubicBezTo>
                    <a:pt x="4655" y="409"/>
                    <a:pt x="4711" y="409"/>
                    <a:pt x="4762" y="392"/>
                  </a:cubicBezTo>
                  <a:cubicBezTo>
                    <a:pt x="4924" y="320"/>
                    <a:pt x="5081" y="235"/>
                    <a:pt x="5243" y="162"/>
                  </a:cubicBezTo>
                  <a:cubicBezTo>
                    <a:pt x="5350" y="107"/>
                    <a:pt x="5456" y="56"/>
                    <a:pt x="5597" y="0"/>
                  </a:cubicBezTo>
                  <a:cubicBezTo>
                    <a:pt x="5542" y="107"/>
                    <a:pt x="5474" y="179"/>
                    <a:pt x="5401" y="269"/>
                  </a:cubicBezTo>
                  <a:cubicBezTo>
                    <a:pt x="5401" y="286"/>
                    <a:pt x="5384" y="303"/>
                    <a:pt x="5367" y="320"/>
                  </a:cubicBezTo>
                  <a:cubicBezTo>
                    <a:pt x="5222" y="516"/>
                    <a:pt x="5064" y="712"/>
                    <a:pt x="4924" y="908"/>
                  </a:cubicBezTo>
                  <a:cubicBezTo>
                    <a:pt x="4745" y="1211"/>
                    <a:pt x="4514" y="1492"/>
                    <a:pt x="4301" y="1795"/>
                  </a:cubicBezTo>
                  <a:cubicBezTo>
                    <a:pt x="4122" y="2046"/>
                    <a:pt x="3965" y="2293"/>
                    <a:pt x="3786" y="2540"/>
                  </a:cubicBezTo>
                  <a:cubicBezTo>
                    <a:pt x="3679" y="2685"/>
                    <a:pt x="3590" y="2826"/>
                    <a:pt x="3483" y="2967"/>
                  </a:cubicBezTo>
                  <a:cubicBezTo>
                    <a:pt x="3466" y="3005"/>
                    <a:pt x="3432" y="3039"/>
                    <a:pt x="3393" y="3056"/>
                  </a:cubicBezTo>
                  <a:cubicBezTo>
                    <a:pt x="3197" y="3112"/>
                    <a:pt x="3006" y="3180"/>
                    <a:pt x="2827" y="3235"/>
                  </a:cubicBezTo>
                  <a:cubicBezTo>
                    <a:pt x="2631" y="3303"/>
                    <a:pt x="2417" y="3376"/>
                    <a:pt x="2221" y="3448"/>
                  </a:cubicBezTo>
                  <a:cubicBezTo>
                    <a:pt x="2204" y="3465"/>
                    <a:pt x="2170" y="3482"/>
                    <a:pt x="2170" y="3517"/>
                  </a:cubicBezTo>
                  <a:cubicBezTo>
                    <a:pt x="2115" y="3679"/>
                    <a:pt x="2008" y="3802"/>
                    <a:pt x="1919" y="3943"/>
                  </a:cubicBezTo>
                  <a:cubicBezTo>
                    <a:pt x="1851" y="4071"/>
                    <a:pt x="1778" y="4194"/>
                    <a:pt x="1689" y="4318"/>
                  </a:cubicBezTo>
                  <a:cubicBezTo>
                    <a:pt x="1689" y="4352"/>
                    <a:pt x="1671" y="4390"/>
                    <a:pt x="1654" y="44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3"/>
            <p:cNvSpPr/>
            <p:nvPr/>
          </p:nvSpPr>
          <p:spPr>
            <a:xfrm>
              <a:off x="4494775" y="1128507"/>
              <a:ext cx="430330" cy="350682"/>
            </a:xfrm>
            <a:custGeom>
              <a:rect b="b" l="l" r="r" t="t"/>
              <a:pathLst>
                <a:path extrusionOk="0" h="2721" w="3339">
                  <a:moveTo>
                    <a:pt x="3304" y="1476"/>
                  </a:moveTo>
                  <a:cubicBezTo>
                    <a:pt x="3338" y="1778"/>
                    <a:pt x="3338" y="2558"/>
                    <a:pt x="3266" y="2720"/>
                  </a:cubicBezTo>
                  <a:lnTo>
                    <a:pt x="3176" y="2720"/>
                  </a:lnTo>
                  <a:cubicBezTo>
                    <a:pt x="2856" y="2699"/>
                    <a:pt x="2558" y="2592"/>
                    <a:pt x="2290" y="2452"/>
                  </a:cubicBezTo>
                  <a:cubicBezTo>
                    <a:pt x="2111" y="2362"/>
                    <a:pt x="1936" y="2294"/>
                    <a:pt x="1757" y="2204"/>
                  </a:cubicBezTo>
                  <a:cubicBezTo>
                    <a:pt x="1510" y="2060"/>
                    <a:pt x="1279" y="1919"/>
                    <a:pt x="1045" y="1723"/>
                  </a:cubicBezTo>
                  <a:cubicBezTo>
                    <a:pt x="887" y="1582"/>
                    <a:pt x="708" y="1420"/>
                    <a:pt x="551" y="1245"/>
                  </a:cubicBezTo>
                  <a:cubicBezTo>
                    <a:pt x="461" y="1139"/>
                    <a:pt x="372" y="1015"/>
                    <a:pt x="282" y="909"/>
                  </a:cubicBezTo>
                  <a:cubicBezTo>
                    <a:pt x="214" y="802"/>
                    <a:pt x="158" y="713"/>
                    <a:pt x="86" y="606"/>
                  </a:cubicBezTo>
                  <a:cubicBezTo>
                    <a:pt x="52" y="551"/>
                    <a:pt x="35" y="482"/>
                    <a:pt x="1" y="410"/>
                  </a:cubicBezTo>
                  <a:cubicBezTo>
                    <a:pt x="389" y="248"/>
                    <a:pt x="781" y="124"/>
                    <a:pt x="1173" y="1"/>
                  </a:cubicBezTo>
                  <a:cubicBezTo>
                    <a:pt x="1258" y="163"/>
                    <a:pt x="1403" y="286"/>
                    <a:pt x="1527" y="410"/>
                  </a:cubicBezTo>
                  <a:cubicBezTo>
                    <a:pt x="1706" y="568"/>
                    <a:pt x="1880" y="730"/>
                    <a:pt x="2076" y="887"/>
                  </a:cubicBezTo>
                  <a:cubicBezTo>
                    <a:pt x="2132" y="926"/>
                    <a:pt x="2183" y="960"/>
                    <a:pt x="2238" y="994"/>
                  </a:cubicBezTo>
                  <a:cubicBezTo>
                    <a:pt x="2469" y="1139"/>
                    <a:pt x="2682" y="1280"/>
                    <a:pt x="2929" y="1369"/>
                  </a:cubicBezTo>
                  <a:cubicBezTo>
                    <a:pt x="3053" y="1420"/>
                    <a:pt x="3176" y="1441"/>
                    <a:pt x="3304" y="147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3"/>
            <p:cNvSpPr/>
            <p:nvPr/>
          </p:nvSpPr>
          <p:spPr>
            <a:xfrm>
              <a:off x="4428274" y="1204417"/>
              <a:ext cx="480851" cy="384578"/>
            </a:xfrm>
            <a:custGeom>
              <a:rect b="b" l="l" r="r" t="t"/>
              <a:pathLst>
                <a:path extrusionOk="0" h="2984" w="3731">
                  <a:moveTo>
                    <a:pt x="3731" y="2255"/>
                  </a:moveTo>
                  <a:cubicBezTo>
                    <a:pt x="3641" y="2361"/>
                    <a:pt x="3552" y="2451"/>
                    <a:pt x="3462" y="2557"/>
                  </a:cubicBezTo>
                  <a:cubicBezTo>
                    <a:pt x="3372" y="2643"/>
                    <a:pt x="3266" y="2715"/>
                    <a:pt x="3198" y="2822"/>
                  </a:cubicBezTo>
                  <a:cubicBezTo>
                    <a:pt x="3074" y="2984"/>
                    <a:pt x="2912" y="2984"/>
                    <a:pt x="2754" y="2945"/>
                  </a:cubicBezTo>
                  <a:cubicBezTo>
                    <a:pt x="2435" y="2856"/>
                    <a:pt x="2132" y="2715"/>
                    <a:pt x="1847" y="2557"/>
                  </a:cubicBezTo>
                  <a:cubicBezTo>
                    <a:pt x="1616" y="2430"/>
                    <a:pt x="1403" y="2289"/>
                    <a:pt x="1173" y="2148"/>
                  </a:cubicBezTo>
                  <a:cubicBezTo>
                    <a:pt x="1118" y="2110"/>
                    <a:pt x="1067" y="2059"/>
                    <a:pt x="1011" y="2025"/>
                  </a:cubicBezTo>
                  <a:cubicBezTo>
                    <a:pt x="747" y="1773"/>
                    <a:pt x="495" y="1509"/>
                    <a:pt x="265" y="1206"/>
                  </a:cubicBezTo>
                  <a:cubicBezTo>
                    <a:pt x="197" y="1117"/>
                    <a:pt x="125" y="1027"/>
                    <a:pt x="69" y="938"/>
                  </a:cubicBezTo>
                  <a:cubicBezTo>
                    <a:pt x="18" y="852"/>
                    <a:pt x="1" y="780"/>
                    <a:pt x="52" y="673"/>
                  </a:cubicBezTo>
                  <a:cubicBezTo>
                    <a:pt x="159" y="511"/>
                    <a:pt x="248" y="337"/>
                    <a:pt x="355" y="158"/>
                  </a:cubicBezTo>
                  <a:cubicBezTo>
                    <a:pt x="372" y="107"/>
                    <a:pt x="410" y="51"/>
                    <a:pt x="444" y="0"/>
                  </a:cubicBezTo>
                  <a:cubicBezTo>
                    <a:pt x="461" y="17"/>
                    <a:pt x="478" y="17"/>
                    <a:pt x="495" y="34"/>
                  </a:cubicBezTo>
                  <a:cubicBezTo>
                    <a:pt x="623" y="264"/>
                    <a:pt x="781" y="477"/>
                    <a:pt x="960" y="673"/>
                  </a:cubicBezTo>
                  <a:cubicBezTo>
                    <a:pt x="1241" y="1010"/>
                    <a:pt x="1561" y="1296"/>
                    <a:pt x="1936" y="1526"/>
                  </a:cubicBezTo>
                  <a:cubicBezTo>
                    <a:pt x="2307" y="1756"/>
                    <a:pt x="2699" y="1952"/>
                    <a:pt x="3091" y="2110"/>
                  </a:cubicBezTo>
                  <a:cubicBezTo>
                    <a:pt x="3266" y="2182"/>
                    <a:pt x="3445" y="2216"/>
                    <a:pt x="3641" y="2238"/>
                  </a:cubicBezTo>
                  <a:cubicBezTo>
                    <a:pt x="3658" y="2255"/>
                    <a:pt x="3692" y="2255"/>
                    <a:pt x="3731" y="22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3"/>
            <p:cNvSpPr/>
            <p:nvPr/>
          </p:nvSpPr>
          <p:spPr>
            <a:xfrm>
              <a:off x="5096383" y="581415"/>
              <a:ext cx="185716" cy="188036"/>
            </a:xfrm>
            <a:custGeom>
              <a:rect b="b" l="l" r="r" t="t"/>
              <a:pathLst>
                <a:path extrusionOk="0" h="1459" w="1441">
                  <a:moveTo>
                    <a:pt x="1228" y="1173"/>
                  </a:moveTo>
                  <a:cubicBezTo>
                    <a:pt x="1155" y="1245"/>
                    <a:pt x="1087" y="1318"/>
                    <a:pt x="997" y="1352"/>
                  </a:cubicBezTo>
                  <a:cubicBezTo>
                    <a:pt x="852" y="1458"/>
                    <a:pt x="695" y="1424"/>
                    <a:pt x="533" y="1369"/>
                  </a:cubicBezTo>
                  <a:cubicBezTo>
                    <a:pt x="516" y="1369"/>
                    <a:pt x="482" y="1352"/>
                    <a:pt x="465" y="1352"/>
                  </a:cubicBezTo>
                  <a:cubicBezTo>
                    <a:pt x="269" y="1296"/>
                    <a:pt x="145" y="1156"/>
                    <a:pt x="55" y="998"/>
                  </a:cubicBezTo>
                  <a:cubicBezTo>
                    <a:pt x="0" y="908"/>
                    <a:pt x="0" y="819"/>
                    <a:pt x="21" y="729"/>
                  </a:cubicBezTo>
                  <a:cubicBezTo>
                    <a:pt x="107" y="444"/>
                    <a:pt x="269" y="231"/>
                    <a:pt x="516" y="90"/>
                  </a:cubicBezTo>
                  <a:cubicBezTo>
                    <a:pt x="678" y="0"/>
                    <a:pt x="835" y="18"/>
                    <a:pt x="980" y="107"/>
                  </a:cubicBezTo>
                  <a:cubicBezTo>
                    <a:pt x="1121" y="197"/>
                    <a:pt x="1211" y="320"/>
                    <a:pt x="1300" y="444"/>
                  </a:cubicBezTo>
                  <a:cubicBezTo>
                    <a:pt x="1424" y="589"/>
                    <a:pt x="1441" y="746"/>
                    <a:pt x="1351" y="925"/>
                  </a:cubicBezTo>
                  <a:cubicBezTo>
                    <a:pt x="1317" y="1015"/>
                    <a:pt x="1262" y="1083"/>
                    <a:pt x="1228" y="11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3"/>
            <p:cNvSpPr/>
            <p:nvPr/>
          </p:nvSpPr>
          <p:spPr>
            <a:xfrm>
              <a:off x="4185466" y="423795"/>
              <a:ext cx="1236217" cy="1350405"/>
            </a:xfrm>
            <a:custGeom>
              <a:rect b="b" l="l" r="r" t="t"/>
              <a:pathLst>
                <a:path extrusionOk="0" h="10478" w="9592">
                  <a:moveTo>
                    <a:pt x="6893" y="10477"/>
                  </a:moveTo>
                  <a:cubicBezTo>
                    <a:pt x="6770" y="10405"/>
                    <a:pt x="6680" y="10353"/>
                    <a:pt x="6574" y="10281"/>
                  </a:cubicBezTo>
                  <a:cubicBezTo>
                    <a:pt x="6467" y="10230"/>
                    <a:pt x="6377" y="10157"/>
                    <a:pt x="6271" y="10085"/>
                  </a:cubicBezTo>
                  <a:cubicBezTo>
                    <a:pt x="6075" y="9944"/>
                    <a:pt x="5879" y="9804"/>
                    <a:pt x="5683" y="9659"/>
                  </a:cubicBezTo>
                  <a:cubicBezTo>
                    <a:pt x="5542" y="9552"/>
                    <a:pt x="5401" y="9446"/>
                    <a:pt x="5256" y="9339"/>
                  </a:cubicBezTo>
                  <a:cubicBezTo>
                    <a:pt x="5171" y="9288"/>
                    <a:pt x="5082" y="9215"/>
                    <a:pt x="4992" y="9164"/>
                  </a:cubicBezTo>
                  <a:cubicBezTo>
                    <a:pt x="4975" y="9147"/>
                    <a:pt x="4937" y="9126"/>
                    <a:pt x="4903" y="9126"/>
                  </a:cubicBezTo>
                  <a:cubicBezTo>
                    <a:pt x="4673" y="9147"/>
                    <a:pt x="4442" y="9075"/>
                    <a:pt x="4229" y="8985"/>
                  </a:cubicBezTo>
                  <a:cubicBezTo>
                    <a:pt x="3978" y="8862"/>
                    <a:pt x="3731" y="8738"/>
                    <a:pt x="3500" y="8631"/>
                  </a:cubicBezTo>
                  <a:cubicBezTo>
                    <a:pt x="3411" y="8576"/>
                    <a:pt x="3321" y="8508"/>
                    <a:pt x="3232" y="8452"/>
                  </a:cubicBezTo>
                  <a:cubicBezTo>
                    <a:pt x="2985" y="8312"/>
                    <a:pt x="2772" y="8116"/>
                    <a:pt x="2575" y="7903"/>
                  </a:cubicBezTo>
                  <a:cubicBezTo>
                    <a:pt x="2401" y="7724"/>
                    <a:pt x="2239" y="7549"/>
                    <a:pt x="2098" y="7370"/>
                  </a:cubicBezTo>
                  <a:cubicBezTo>
                    <a:pt x="1992" y="7246"/>
                    <a:pt x="1902" y="7123"/>
                    <a:pt x="1812" y="6995"/>
                  </a:cubicBezTo>
                  <a:lnTo>
                    <a:pt x="1812" y="6978"/>
                  </a:lnTo>
                  <a:cubicBezTo>
                    <a:pt x="1761" y="6820"/>
                    <a:pt x="1633" y="6748"/>
                    <a:pt x="1510" y="6658"/>
                  </a:cubicBezTo>
                  <a:cubicBezTo>
                    <a:pt x="1314" y="6534"/>
                    <a:pt x="1122" y="6411"/>
                    <a:pt x="926" y="6270"/>
                  </a:cubicBezTo>
                  <a:cubicBezTo>
                    <a:pt x="764" y="6142"/>
                    <a:pt x="623" y="6036"/>
                    <a:pt x="461" y="5912"/>
                  </a:cubicBezTo>
                  <a:cubicBezTo>
                    <a:pt x="321" y="5806"/>
                    <a:pt x="197" y="5716"/>
                    <a:pt x="56" y="5609"/>
                  </a:cubicBezTo>
                  <a:cubicBezTo>
                    <a:pt x="1" y="5558"/>
                    <a:pt x="1" y="5524"/>
                    <a:pt x="56" y="5469"/>
                  </a:cubicBezTo>
                  <a:cubicBezTo>
                    <a:pt x="125" y="5379"/>
                    <a:pt x="197" y="5290"/>
                    <a:pt x="270" y="5183"/>
                  </a:cubicBezTo>
                  <a:cubicBezTo>
                    <a:pt x="338" y="5115"/>
                    <a:pt x="393" y="5026"/>
                    <a:pt x="444" y="4936"/>
                  </a:cubicBezTo>
                  <a:cubicBezTo>
                    <a:pt x="568" y="4757"/>
                    <a:pt x="696" y="4582"/>
                    <a:pt x="819" y="4403"/>
                  </a:cubicBezTo>
                  <a:cubicBezTo>
                    <a:pt x="836" y="4369"/>
                    <a:pt x="853" y="4352"/>
                    <a:pt x="870" y="4331"/>
                  </a:cubicBezTo>
                  <a:cubicBezTo>
                    <a:pt x="1050" y="4263"/>
                    <a:pt x="1207" y="4190"/>
                    <a:pt x="1386" y="4118"/>
                  </a:cubicBezTo>
                  <a:cubicBezTo>
                    <a:pt x="1582" y="4032"/>
                    <a:pt x="1795" y="3960"/>
                    <a:pt x="1992" y="3870"/>
                  </a:cubicBezTo>
                  <a:cubicBezTo>
                    <a:pt x="2060" y="3853"/>
                    <a:pt x="2115" y="3819"/>
                    <a:pt x="2188" y="3798"/>
                  </a:cubicBezTo>
                  <a:cubicBezTo>
                    <a:pt x="2362" y="3713"/>
                    <a:pt x="2541" y="3640"/>
                    <a:pt x="2720" y="3551"/>
                  </a:cubicBezTo>
                  <a:cubicBezTo>
                    <a:pt x="2789" y="3517"/>
                    <a:pt x="2861" y="3500"/>
                    <a:pt x="2933" y="3461"/>
                  </a:cubicBezTo>
                  <a:cubicBezTo>
                    <a:pt x="3360" y="3286"/>
                    <a:pt x="3765" y="3107"/>
                    <a:pt x="4191" y="2911"/>
                  </a:cubicBezTo>
                  <a:cubicBezTo>
                    <a:pt x="4459" y="2805"/>
                    <a:pt x="4724" y="2681"/>
                    <a:pt x="4992" y="2541"/>
                  </a:cubicBezTo>
                  <a:cubicBezTo>
                    <a:pt x="5278" y="2413"/>
                    <a:pt x="5542" y="2272"/>
                    <a:pt x="5828" y="2131"/>
                  </a:cubicBezTo>
                  <a:cubicBezTo>
                    <a:pt x="5862" y="2114"/>
                    <a:pt x="5879" y="2093"/>
                    <a:pt x="5896" y="2059"/>
                  </a:cubicBezTo>
                  <a:cubicBezTo>
                    <a:pt x="6130" y="1773"/>
                    <a:pt x="6343" y="1475"/>
                    <a:pt x="6574" y="1189"/>
                  </a:cubicBezTo>
                  <a:cubicBezTo>
                    <a:pt x="6663" y="1083"/>
                    <a:pt x="6787" y="993"/>
                    <a:pt x="6876" y="870"/>
                  </a:cubicBezTo>
                  <a:cubicBezTo>
                    <a:pt x="6961" y="746"/>
                    <a:pt x="7068" y="640"/>
                    <a:pt x="7175" y="533"/>
                  </a:cubicBezTo>
                  <a:cubicBezTo>
                    <a:pt x="7337" y="409"/>
                    <a:pt x="7516" y="303"/>
                    <a:pt x="7690" y="213"/>
                  </a:cubicBezTo>
                  <a:cubicBezTo>
                    <a:pt x="7797" y="158"/>
                    <a:pt x="7886" y="107"/>
                    <a:pt x="7993" y="68"/>
                  </a:cubicBezTo>
                  <a:cubicBezTo>
                    <a:pt x="8099" y="34"/>
                    <a:pt x="8223" y="34"/>
                    <a:pt x="8330" y="17"/>
                  </a:cubicBezTo>
                  <a:cubicBezTo>
                    <a:pt x="8385" y="17"/>
                    <a:pt x="8419" y="0"/>
                    <a:pt x="8475" y="0"/>
                  </a:cubicBezTo>
                  <a:lnTo>
                    <a:pt x="8543" y="0"/>
                  </a:lnTo>
                  <a:cubicBezTo>
                    <a:pt x="8722" y="51"/>
                    <a:pt x="8901" y="90"/>
                    <a:pt x="9059" y="213"/>
                  </a:cubicBezTo>
                  <a:cubicBezTo>
                    <a:pt x="9272" y="388"/>
                    <a:pt x="9434" y="601"/>
                    <a:pt x="9519" y="887"/>
                  </a:cubicBezTo>
                  <a:cubicBezTo>
                    <a:pt x="9591" y="1083"/>
                    <a:pt x="9557" y="1279"/>
                    <a:pt x="9519" y="1475"/>
                  </a:cubicBezTo>
                  <a:cubicBezTo>
                    <a:pt x="9468" y="1812"/>
                    <a:pt x="9306" y="2076"/>
                    <a:pt x="9148" y="2379"/>
                  </a:cubicBezTo>
                  <a:cubicBezTo>
                    <a:pt x="9059" y="2541"/>
                    <a:pt x="8969" y="2698"/>
                    <a:pt x="8845" y="2839"/>
                  </a:cubicBezTo>
                  <a:cubicBezTo>
                    <a:pt x="8722" y="3035"/>
                    <a:pt x="8581" y="3214"/>
                    <a:pt x="8453" y="3410"/>
                  </a:cubicBezTo>
                  <a:cubicBezTo>
                    <a:pt x="8419" y="3461"/>
                    <a:pt x="8385" y="3534"/>
                    <a:pt x="8347" y="3585"/>
                  </a:cubicBezTo>
                  <a:cubicBezTo>
                    <a:pt x="8296" y="3691"/>
                    <a:pt x="8296" y="3798"/>
                    <a:pt x="8279" y="3905"/>
                  </a:cubicBezTo>
                  <a:cubicBezTo>
                    <a:pt x="8261" y="4101"/>
                    <a:pt x="8240" y="4280"/>
                    <a:pt x="8206" y="4476"/>
                  </a:cubicBezTo>
                  <a:cubicBezTo>
                    <a:pt x="8189" y="4672"/>
                    <a:pt x="8155" y="4864"/>
                    <a:pt x="8134" y="5060"/>
                  </a:cubicBezTo>
                  <a:cubicBezTo>
                    <a:pt x="8099" y="5290"/>
                    <a:pt x="8082" y="5541"/>
                    <a:pt x="8048" y="5788"/>
                  </a:cubicBezTo>
                  <a:cubicBezTo>
                    <a:pt x="8010" y="6215"/>
                    <a:pt x="7959" y="6641"/>
                    <a:pt x="7942" y="7084"/>
                  </a:cubicBezTo>
                  <a:cubicBezTo>
                    <a:pt x="7942" y="7387"/>
                    <a:pt x="7903" y="7690"/>
                    <a:pt x="7886" y="7992"/>
                  </a:cubicBezTo>
                  <a:cubicBezTo>
                    <a:pt x="7869" y="8205"/>
                    <a:pt x="7835" y="8418"/>
                    <a:pt x="7814" y="8631"/>
                  </a:cubicBezTo>
                  <a:cubicBezTo>
                    <a:pt x="7814" y="8806"/>
                    <a:pt x="7797" y="8985"/>
                    <a:pt x="7780" y="9147"/>
                  </a:cubicBezTo>
                  <a:cubicBezTo>
                    <a:pt x="7780" y="9198"/>
                    <a:pt x="7763" y="9232"/>
                    <a:pt x="7746" y="9271"/>
                  </a:cubicBezTo>
                  <a:cubicBezTo>
                    <a:pt x="7567" y="9535"/>
                    <a:pt x="7371" y="9804"/>
                    <a:pt x="7196" y="10068"/>
                  </a:cubicBezTo>
                  <a:cubicBezTo>
                    <a:pt x="7123" y="10157"/>
                    <a:pt x="7051" y="10264"/>
                    <a:pt x="6983" y="10371"/>
                  </a:cubicBezTo>
                  <a:cubicBezTo>
                    <a:pt x="6961" y="10405"/>
                    <a:pt x="6927" y="10443"/>
                    <a:pt x="6893" y="10477"/>
                  </a:cubicBezTo>
                  <a:close/>
                  <a:moveTo>
                    <a:pt x="4617" y="6321"/>
                  </a:moveTo>
                  <a:cubicBezTo>
                    <a:pt x="4852" y="6462"/>
                    <a:pt x="5065" y="6607"/>
                    <a:pt x="5312" y="6713"/>
                  </a:cubicBezTo>
                  <a:cubicBezTo>
                    <a:pt x="5436" y="6765"/>
                    <a:pt x="5559" y="6782"/>
                    <a:pt x="5666" y="6820"/>
                  </a:cubicBezTo>
                  <a:cubicBezTo>
                    <a:pt x="5704" y="6820"/>
                    <a:pt x="5755" y="6820"/>
                    <a:pt x="5789" y="6782"/>
                  </a:cubicBezTo>
                  <a:cubicBezTo>
                    <a:pt x="5845" y="6730"/>
                    <a:pt x="5896" y="6658"/>
                    <a:pt x="5968" y="6607"/>
                  </a:cubicBezTo>
                  <a:cubicBezTo>
                    <a:pt x="6002" y="6551"/>
                    <a:pt x="6041" y="6500"/>
                    <a:pt x="6075" y="6462"/>
                  </a:cubicBezTo>
                  <a:cubicBezTo>
                    <a:pt x="6092" y="6445"/>
                    <a:pt x="6109" y="6445"/>
                    <a:pt x="6130" y="6428"/>
                  </a:cubicBezTo>
                  <a:cubicBezTo>
                    <a:pt x="6237" y="6270"/>
                    <a:pt x="6360" y="6108"/>
                    <a:pt x="6467" y="5950"/>
                  </a:cubicBezTo>
                  <a:cubicBezTo>
                    <a:pt x="6591" y="5788"/>
                    <a:pt x="6697" y="5609"/>
                    <a:pt x="6855" y="5486"/>
                  </a:cubicBezTo>
                  <a:cubicBezTo>
                    <a:pt x="6876" y="5469"/>
                    <a:pt x="6893" y="5435"/>
                    <a:pt x="6910" y="5396"/>
                  </a:cubicBezTo>
                  <a:cubicBezTo>
                    <a:pt x="6927" y="5379"/>
                    <a:pt x="6927" y="5345"/>
                    <a:pt x="6961" y="5328"/>
                  </a:cubicBezTo>
                  <a:cubicBezTo>
                    <a:pt x="7123" y="5183"/>
                    <a:pt x="7213" y="5008"/>
                    <a:pt x="7354" y="4846"/>
                  </a:cubicBezTo>
                  <a:cubicBezTo>
                    <a:pt x="7409" y="4757"/>
                    <a:pt x="7460" y="4672"/>
                    <a:pt x="7516" y="4599"/>
                  </a:cubicBezTo>
                  <a:cubicBezTo>
                    <a:pt x="7622" y="4437"/>
                    <a:pt x="7746" y="4297"/>
                    <a:pt x="7852" y="4156"/>
                  </a:cubicBezTo>
                  <a:cubicBezTo>
                    <a:pt x="7976" y="3977"/>
                    <a:pt x="8099" y="3781"/>
                    <a:pt x="8223" y="3606"/>
                  </a:cubicBezTo>
                  <a:cubicBezTo>
                    <a:pt x="8261" y="3534"/>
                    <a:pt x="8313" y="3461"/>
                    <a:pt x="8347" y="3410"/>
                  </a:cubicBezTo>
                  <a:cubicBezTo>
                    <a:pt x="8402" y="3304"/>
                    <a:pt x="8453" y="3197"/>
                    <a:pt x="8526" y="3107"/>
                  </a:cubicBezTo>
                  <a:cubicBezTo>
                    <a:pt x="8705" y="2860"/>
                    <a:pt x="8901" y="2626"/>
                    <a:pt x="9041" y="2344"/>
                  </a:cubicBezTo>
                  <a:cubicBezTo>
                    <a:pt x="9076" y="2255"/>
                    <a:pt x="9114" y="2183"/>
                    <a:pt x="9165" y="2093"/>
                  </a:cubicBezTo>
                  <a:cubicBezTo>
                    <a:pt x="9272" y="1918"/>
                    <a:pt x="9361" y="1705"/>
                    <a:pt x="9412" y="1492"/>
                  </a:cubicBezTo>
                  <a:cubicBezTo>
                    <a:pt x="9434" y="1368"/>
                    <a:pt x="9468" y="1241"/>
                    <a:pt x="9451" y="1117"/>
                  </a:cubicBezTo>
                  <a:cubicBezTo>
                    <a:pt x="9412" y="887"/>
                    <a:pt x="9327" y="674"/>
                    <a:pt x="9165" y="495"/>
                  </a:cubicBezTo>
                  <a:cubicBezTo>
                    <a:pt x="8986" y="281"/>
                    <a:pt x="8773" y="158"/>
                    <a:pt x="8509" y="124"/>
                  </a:cubicBezTo>
                  <a:cubicBezTo>
                    <a:pt x="8436" y="107"/>
                    <a:pt x="8368" y="124"/>
                    <a:pt x="8296" y="124"/>
                  </a:cubicBezTo>
                  <a:cubicBezTo>
                    <a:pt x="8206" y="141"/>
                    <a:pt x="8099" y="158"/>
                    <a:pt x="8010" y="196"/>
                  </a:cubicBezTo>
                  <a:cubicBezTo>
                    <a:pt x="7601" y="337"/>
                    <a:pt x="7264" y="567"/>
                    <a:pt x="6983" y="904"/>
                  </a:cubicBezTo>
                  <a:cubicBezTo>
                    <a:pt x="6910" y="976"/>
                    <a:pt x="6838" y="1066"/>
                    <a:pt x="6770" y="1134"/>
                  </a:cubicBezTo>
                  <a:cubicBezTo>
                    <a:pt x="6642" y="1279"/>
                    <a:pt x="6535" y="1403"/>
                    <a:pt x="6412" y="1543"/>
                  </a:cubicBezTo>
                  <a:cubicBezTo>
                    <a:pt x="6305" y="1688"/>
                    <a:pt x="6216" y="1829"/>
                    <a:pt x="6130" y="1952"/>
                  </a:cubicBezTo>
                  <a:cubicBezTo>
                    <a:pt x="6058" y="2059"/>
                    <a:pt x="5985" y="2148"/>
                    <a:pt x="5917" y="2238"/>
                  </a:cubicBezTo>
                  <a:cubicBezTo>
                    <a:pt x="5828" y="2362"/>
                    <a:pt x="5755" y="2468"/>
                    <a:pt x="5666" y="2592"/>
                  </a:cubicBezTo>
                  <a:cubicBezTo>
                    <a:pt x="5525" y="2788"/>
                    <a:pt x="5346" y="3001"/>
                    <a:pt x="5205" y="3214"/>
                  </a:cubicBezTo>
                  <a:cubicBezTo>
                    <a:pt x="5099" y="3372"/>
                    <a:pt x="4992" y="3517"/>
                    <a:pt x="4886" y="3674"/>
                  </a:cubicBezTo>
                  <a:cubicBezTo>
                    <a:pt x="4830" y="3747"/>
                    <a:pt x="4779" y="3819"/>
                    <a:pt x="4724" y="3887"/>
                  </a:cubicBezTo>
                  <a:cubicBezTo>
                    <a:pt x="4617" y="4049"/>
                    <a:pt x="4511" y="4207"/>
                    <a:pt x="4387" y="4369"/>
                  </a:cubicBezTo>
                  <a:cubicBezTo>
                    <a:pt x="4297" y="4510"/>
                    <a:pt x="4174" y="4650"/>
                    <a:pt x="4067" y="4795"/>
                  </a:cubicBezTo>
                  <a:cubicBezTo>
                    <a:pt x="3978" y="4953"/>
                    <a:pt x="3893" y="5098"/>
                    <a:pt x="3786" y="5239"/>
                  </a:cubicBezTo>
                  <a:cubicBezTo>
                    <a:pt x="3765" y="5290"/>
                    <a:pt x="3731" y="5328"/>
                    <a:pt x="3696" y="5379"/>
                  </a:cubicBezTo>
                  <a:cubicBezTo>
                    <a:pt x="3679" y="5418"/>
                    <a:pt x="3679" y="5452"/>
                    <a:pt x="3696" y="5469"/>
                  </a:cubicBezTo>
                  <a:cubicBezTo>
                    <a:pt x="3748" y="5541"/>
                    <a:pt x="3803" y="5609"/>
                    <a:pt x="3854" y="5665"/>
                  </a:cubicBezTo>
                  <a:cubicBezTo>
                    <a:pt x="4033" y="5844"/>
                    <a:pt x="4229" y="6002"/>
                    <a:pt x="4425" y="6181"/>
                  </a:cubicBezTo>
                  <a:moveTo>
                    <a:pt x="6855" y="10353"/>
                  </a:moveTo>
                  <a:cubicBezTo>
                    <a:pt x="6893" y="10298"/>
                    <a:pt x="6927" y="10281"/>
                    <a:pt x="6944" y="10247"/>
                  </a:cubicBezTo>
                  <a:cubicBezTo>
                    <a:pt x="7017" y="10140"/>
                    <a:pt x="7068" y="10051"/>
                    <a:pt x="7140" y="9961"/>
                  </a:cubicBezTo>
                  <a:cubicBezTo>
                    <a:pt x="7302" y="9731"/>
                    <a:pt x="7477" y="9484"/>
                    <a:pt x="7639" y="9254"/>
                  </a:cubicBezTo>
                  <a:cubicBezTo>
                    <a:pt x="7656" y="9215"/>
                    <a:pt x="7673" y="9198"/>
                    <a:pt x="7673" y="9164"/>
                  </a:cubicBezTo>
                  <a:cubicBezTo>
                    <a:pt x="7690" y="9002"/>
                    <a:pt x="7690" y="8828"/>
                    <a:pt x="7729" y="8649"/>
                  </a:cubicBezTo>
                  <a:cubicBezTo>
                    <a:pt x="7746" y="8487"/>
                    <a:pt x="7763" y="8312"/>
                    <a:pt x="7763" y="8150"/>
                  </a:cubicBezTo>
                  <a:cubicBezTo>
                    <a:pt x="7780" y="8009"/>
                    <a:pt x="7797" y="7847"/>
                    <a:pt x="7797" y="7707"/>
                  </a:cubicBezTo>
                  <a:cubicBezTo>
                    <a:pt x="7797" y="7600"/>
                    <a:pt x="7797" y="7493"/>
                    <a:pt x="7814" y="7404"/>
                  </a:cubicBezTo>
                  <a:cubicBezTo>
                    <a:pt x="7835" y="7229"/>
                    <a:pt x="7852" y="7050"/>
                    <a:pt x="7852" y="6871"/>
                  </a:cubicBezTo>
                  <a:cubicBezTo>
                    <a:pt x="7869" y="6696"/>
                    <a:pt x="7869" y="6517"/>
                    <a:pt x="7903" y="6355"/>
                  </a:cubicBezTo>
                  <a:lnTo>
                    <a:pt x="7903" y="6249"/>
                  </a:lnTo>
                  <a:cubicBezTo>
                    <a:pt x="7920" y="6125"/>
                    <a:pt x="7920" y="6002"/>
                    <a:pt x="7942" y="5895"/>
                  </a:cubicBezTo>
                  <a:cubicBezTo>
                    <a:pt x="7959" y="5699"/>
                    <a:pt x="7976" y="5524"/>
                    <a:pt x="7993" y="5345"/>
                  </a:cubicBezTo>
                  <a:cubicBezTo>
                    <a:pt x="8010" y="5166"/>
                    <a:pt x="8027" y="4991"/>
                    <a:pt x="8048" y="4812"/>
                  </a:cubicBezTo>
                  <a:cubicBezTo>
                    <a:pt x="8082" y="4565"/>
                    <a:pt x="8117" y="4331"/>
                    <a:pt x="8155" y="4101"/>
                  </a:cubicBezTo>
                  <a:cubicBezTo>
                    <a:pt x="8172" y="4032"/>
                    <a:pt x="8172" y="3960"/>
                    <a:pt x="8155" y="3870"/>
                  </a:cubicBezTo>
                  <a:cubicBezTo>
                    <a:pt x="8134" y="3905"/>
                    <a:pt x="8117" y="3926"/>
                    <a:pt x="8099" y="3960"/>
                  </a:cubicBezTo>
                  <a:cubicBezTo>
                    <a:pt x="7959" y="4156"/>
                    <a:pt x="7814" y="4369"/>
                    <a:pt x="7673" y="4565"/>
                  </a:cubicBezTo>
                  <a:cubicBezTo>
                    <a:pt x="7584" y="4689"/>
                    <a:pt x="7494" y="4812"/>
                    <a:pt x="7409" y="4936"/>
                  </a:cubicBezTo>
                  <a:cubicBezTo>
                    <a:pt x="7319" y="5043"/>
                    <a:pt x="7230" y="5166"/>
                    <a:pt x="7140" y="5290"/>
                  </a:cubicBezTo>
                  <a:cubicBezTo>
                    <a:pt x="7034" y="5418"/>
                    <a:pt x="6910" y="5541"/>
                    <a:pt x="6804" y="5665"/>
                  </a:cubicBezTo>
                  <a:cubicBezTo>
                    <a:pt x="6697" y="5806"/>
                    <a:pt x="6574" y="5950"/>
                    <a:pt x="6467" y="6108"/>
                  </a:cubicBezTo>
                  <a:cubicBezTo>
                    <a:pt x="6377" y="6215"/>
                    <a:pt x="6305" y="6321"/>
                    <a:pt x="6237" y="6428"/>
                  </a:cubicBezTo>
                  <a:cubicBezTo>
                    <a:pt x="6198" y="6483"/>
                    <a:pt x="6147" y="6517"/>
                    <a:pt x="6109" y="6568"/>
                  </a:cubicBezTo>
                  <a:cubicBezTo>
                    <a:pt x="6041" y="6658"/>
                    <a:pt x="5968" y="6748"/>
                    <a:pt x="5896" y="6837"/>
                  </a:cubicBezTo>
                  <a:cubicBezTo>
                    <a:pt x="5845" y="6888"/>
                    <a:pt x="5845" y="6961"/>
                    <a:pt x="5845" y="7033"/>
                  </a:cubicBezTo>
                  <a:cubicBezTo>
                    <a:pt x="5862" y="7421"/>
                    <a:pt x="5862" y="7813"/>
                    <a:pt x="5811" y="8188"/>
                  </a:cubicBezTo>
                  <a:cubicBezTo>
                    <a:pt x="5811" y="8222"/>
                    <a:pt x="5811" y="8256"/>
                    <a:pt x="5789" y="8273"/>
                  </a:cubicBezTo>
                  <a:cubicBezTo>
                    <a:pt x="5704" y="8380"/>
                    <a:pt x="5615" y="8508"/>
                    <a:pt x="5525" y="8614"/>
                  </a:cubicBezTo>
                  <a:cubicBezTo>
                    <a:pt x="5384" y="8755"/>
                    <a:pt x="5222" y="8896"/>
                    <a:pt x="5082" y="9041"/>
                  </a:cubicBezTo>
                  <a:cubicBezTo>
                    <a:pt x="5065" y="9041"/>
                    <a:pt x="5065" y="9058"/>
                    <a:pt x="5043" y="9092"/>
                  </a:cubicBezTo>
                  <a:cubicBezTo>
                    <a:pt x="5082" y="9109"/>
                    <a:pt x="5116" y="9126"/>
                    <a:pt x="5150" y="9147"/>
                  </a:cubicBezTo>
                  <a:cubicBezTo>
                    <a:pt x="5278" y="9215"/>
                    <a:pt x="5384" y="9305"/>
                    <a:pt x="5508" y="9377"/>
                  </a:cubicBezTo>
                  <a:cubicBezTo>
                    <a:pt x="5632" y="9484"/>
                    <a:pt x="5755" y="9591"/>
                    <a:pt x="5896" y="9697"/>
                  </a:cubicBezTo>
                  <a:cubicBezTo>
                    <a:pt x="5951" y="9748"/>
                    <a:pt x="6024" y="9787"/>
                    <a:pt x="6075" y="9838"/>
                  </a:cubicBezTo>
                  <a:cubicBezTo>
                    <a:pt x="6237" y="9944"/>
                    <a:pt x="6395" y="10051"/>
                    <a:pt x="6535" y="10140"/>
                  </a:cubicBezTo>
                  <a:cubicBezTo>
                    <a:pt x="6642" y="10213"/>
                    <a:pt x="6748" y="10281"/>
                    <a:pt x="6855" y="10353"/>
                  </a:cubicBezTo>
                  <a:close/>
                  <a:moveTo>
                    <a:pt x="1795" y="6730"/>
                  </a:moveTo>
                  <a:cubicBezTo>
                    <a:pt x="1812" y="6696"/>
                    <a:pt x="1830" y="6658"/>
                    <a:pt x="1830" y="6624"/>
                  </a:cubicBezTo>
                  <a:cubicBezTo>
                    <a:pt x="1919" y="6500"/>
                    <a:pt x="1992" y="6377"/>
                    <a:pt x="2060" y="6249"/>
                  </a:cubicBezTo>
                  <a:cubicBezTo>
                    <a:pt x="2149" y="6108"/>
                    <a:pt x="2256" y="5985"/>
                    <a:pt x="2311" y="5823"/>
                  </a:cubicBezTo>
                  <a:cubicBezTo>
                    <a:pt x="2311" y="5788"/>
                    <a:pt x="2345" y="5771"/>
                    <a:pt x="2362" y="5754"/>
                  </a:cubicBezTo>
                  <a:cubicBezTo>
                    <a:pt x="2558" y="5682"/>
                    <a:pt x="2772" y="5609"/>
                    <a:pt x="2968" y="5541"/>
                  </a:cubicBezTo>
                  <a:cubicBezTo>
                    <a:pt x="3147" y="5486"/>
                    <a:pt x="3338" y="5418"/>
                    <a:pt x="3534" y="5362"/>
                  </a:cubicBezTo>
                  <a:cubicBezTo>
                    <a:pt x="3573" y="5345"/>
                    <a:pt x="3607" y="5311"/>
                    <a:pt x="3624" y="5273"/>
                  </a:cubicBezTo>
                  <a:cubicBezTo>
                    <a:pt x="3731" y="5132"/>
                    <a:pt x="3820" y="4991"/>
                    <a:pt x="3927" y="4846"/>
                  </a:cubicBezTo>
                  <a:cubicBezTo>
                    <a:pt x="4106" y="4599"/>
                    <a:pt x="4263" y="4352"/>
                    <a:pt x="4442" y="4101"/>
                  </a:cubicBezTo>
                  <a:cubicBezTo>
                    <a:pt x="4655" y="3798"/>
                    <a:pt x="4886" y="3517"/>
                    <a:pt x="5065" y="3214"/>
                  </a:cubicBezTo>
                  <a:cubicBezTo>
                    <a:pt x="5205" y="3018"/>
                    <a:pt x="5363" y="2822"/>
                    <a:pt x="5508" y="2626"/>
                  </a:cubicBezTo>
                  <a:cubicBezTo>
                    <a:pt x="5525" y="2609"/>
                    <a:pt x="5542" y="2592"/>
                    <a:pt x="5542" y="2575"/>
                  </a:cubicBezTo>
                  <a:cubicBezTo>
                    <a:pt x="5615" y="2485"/>
                    <a:pt x="5683" y="2413"/>
                    <a:pt x="5738" y="2306"/>
                  </a:cubicBezTo>
                  <a:cubicBezTo>
                    <a:pt x="5597" y="2362"/>
                    <a:pt x="5491" y="2413"/>
                    <a:pt x="5384" y="2468"/>
                  </a:cubicBezTo>
                  <a:cubicBezTo>
                    <a:pt x="5222" y="2541"/>
                    <a:pt x="5065" y="2626"/>
                    <a:pt x="4903" y="2698"/>
                  </a:cubicBezTo>
                  <a:cubicBezTo>
                    <a:pt x="4852" y="2715"/>
                    <a:pt x="4796" y="2715"/>
                    <a:pt x="4762" y="2732"/>
                  </a:cubicBezTo>
                  <a:cubicBezTo>
                    <a:pt x="4600" y="2805"/>
                    <a:pt x="4476" y="2894"/>
                    <a:pt x="4319" y="2945"/>
                  </a:cubicBezTo>
                  <a:cubicBezTo>
                    <a:pt x="3893" y="3142"/>
                    <a:pt x="3466" y="3338"/>
                    <a:pt x="3019" y="3500"/>
                  </a:cubicBezTo>
                  <a:cubicBezTo>
                    <a:pt x="2665" y="3640"/>
                    <a:pt x="2328" y="3798"/>
                    <a:pt x="1992" y="3960"/>
                  </a:cubicBezTo>
                  <a:cubicBezTo>
                    <a:pt x="1795" y="4032"/>
                    <a:pt x="1599" y="4118"/>
                    <a:pt x="1420" y="4207"/>
                  </a:cubicBezTo>
                  <a:cubicBezTo>
                    <a:pt x="1280" y="4263"/>
                    <a:pt x="1139" y="4352"/>
                    <a:pt x="994" y="4403"/>
                  </a:cubicBezTo>
                  <a:cubicBezTo>
                    <a:pt x="943" y="4437"/>
                    <a:pt x="888" y="4476"/>
                    <a:pt x="853" y="4527"/>
                  </a:cubicBezTo>
                  <a:cubicBezTo>
                    <a:pt x="696" y="4740"/>
                    <a:pt x="551" y="4953"/>
                    <a:pt x="410" y="5166"/>
                  </a:cubicBezTo>
                  <a:cubicBezTo>
                    <a:pt x="321" y="5273"/>
                    <a:pt x="248" y="5379"/>
                    <a:pt x="163" y="5486"/>
                  </a:cubicBezTo>
                  <a:cubicBezTo>
                    <a:pt x="163" y="5503"/>
                    <a:pt x="163" y="5524"/>
                    <a:pt x="142" y="5558"/>
                  </a:cubicBezTo>
                  <a:cubicBezTo>
                    <a:pt x="674" y="5950"/>
                    <a:pt x="1190" y="6377"/>
                    <a:pt x="1795" y="6730"/>
                  </a:cubicBezTo>
                  <a:close/>
                  <a:moveTo>
                    <a:pt x="5704" y="6944"/>
                  </a:moveTo>
                  <a:cubicBezTo>
                    <a:pt x="5576" y="6909"/>
                    <a:pt x="5453" y="6888"/>
                    <a:pt x="5329" y="6837"/>
                  </a:cubicBezTo>
                  <a:cubicBezTo>
                    <a:pt x="5082" y="6748"/>
                    <a:pt x="4869" y="6607"/>
                    <a:pt x="4638" y="6462"/>
                  </a:cubicBezTo>
                  <a:cubicBezTo>
                    <a:pt x="4583" y="6428"/>
                    <a:pt x="4532" y="6394"/>
                    <a:pt x="4476" y="6355"/>
                  </a:cubicBezTo>
                  <a:cubicBezTo>
                    <a:pt x="4280" y="6198"/>
                    <a:pt x="4106" y="6036"/>
                    <a:pt x="3927" y="5878"/>
                  </a:cubicBezTo>
                  <a:cubicBezTo>
                    <a:pt x="3803" y="5754"/>
                    <a:pt x="3658" y="5631"/>
                    <a:pt x="3573" y="5469"/>
                  </a:cubicBezTo>
                  <a:cubicBezTo>
                    <a:pt x="3181" y="5592"/>
                    <a:pt x="2789" y="5716"/>
                    <a:pt x="2401" y="5878"/>
                  </a:cubicBezTo>
                  <a:cubicBezTo>
                    <a:pt x="2435" y="5950"/>
                    <a:pt x="2452" y="6019"/>
                    <a:pt x="2486" y="6074"/>
                  </a:cubicBezTo>
                  <a:cubicBezTo>
                    <a:pt x="2558" y="6181"/>
                    <a:pt x="2614" y="6270"/>
                    <a:pt x="2682" y="6377"/>
                  </a:cubicBezTo>
                  <a:cubicBezTo>
                    <a:pt x="2772" y="6483"/>
                    <a:pt x="2861" y="6607"/>
                    <a:pt x="2951" y="6713"/>
                  </a:cubicBezTo>
                  <a:cubicBezTo>
                    <a:pt x="3108" y="6888"/>
                    <a:pt x="3287" y="7050"/>
                    <a:pt x="3445" y="7191"/>
                  </a:cubicBezTo>
                  <a:cubicBezTo>
                    <a:pt x="3679" y="7387"/>
                    <a:pt x="3910" y="7528"/>
                    <a:pt x="4157" y="7672"/>
                  </a:cubicBezTo>
                  <a:cubicBezTo>
                    <a:pt x="4336" y="7762"/>
                    <a:pt x="4511" y="7830"/>
                    <a:pt x="4690" y="7920"/>
                  </a:cubicBezTo>
                  <a:cubicBezTo>
                    <a:pt x="4958" y="8060"/>
                    <a:pt x="5256" y="8167"/>
                    <a:pt x="5576" y="8188"/>
                  </a:cubicBezTo>
                  <a:lnTo>
                    <a:pt x="5666" y="8188"/>
                  </a:lnTo>
                  <a:cubicBezTo>
                    <a:pt x="5738" y="8026"/>
                    <a:pt x="5738" y="7246"/>
                    <a:pt x="5704" y="6944"/>
                  </a:cubicBezTo>
                  <a:close/>
                  <a:moveTo>
                    <a:pt x="5615" y="8312"/>
                  </a:moveTo>
                  <a:cubicBezTo>
                    <a:pt x="5576" y="8312"/>
                    <a:pt x="5542" y="8312"/>
                    <a:pt x="5525" y="8295"/>
                  </a:cubicBezTo>
                  <a:cubicBezTo>
                    <a:pt x="5329" y="8273"/>
                    <a:pt x="5150" y="8239"/>
                    <a:pt x="4975" y="8167"/>
                  </a:cubicBezTo>
                  <a:cubicBezTo>
                    <a:pt x="4583" y="8009"/>
                    <a:pt x="4191" y="7813"/>
                    <a:pt x="3820" y="7583"/>
                  </a:cubicBezTo>
                  <a:cubicBezTo>
                    <a:pt x="3445" y="7353"/>
                    <a:pt x="3125" y="7067"/>
                    <a:pt x="2844" y="6730"/>
                  </a:cubicBezTo>
                  <a:cubicBezTo>
                    <a:pt x="2665" y="6534"/>
                    <a:pt x="2507" y="6321"/>
                    <a:pt x="2379" y="6091"/>
                  </a:cubicBezTo>
                  <a:cubicBezTo>
                    <a:pt x="2362" y="6074"/>
                    <a:pt x="2345" y="6074"/>
                    <a:pt x="2328" y="6057"/>
                  </a:cubicBezTo>
                  <a:cubicBezTo>
                    <a:pt x="2294" y="6108"/>
                    <a:pt x="2256" y="6164"/>
                    <a:pt x="2239" y="6215"/>
                  </a:cubicBezTo>
                  <a:cubicBezTo>
                    <a:pt x="2132" y="6394"/>
                    <a:pt x="2043" y="6568"/>
                    <a:pt x="1936" y="6730"/>
                  </a:cubicBezTo>
                  <a:cubicBezTo>
                    <a:pt x="1885" y="6837"/>
                    <a:pt x="1902" y="6909"/>
                    <a:pt x="1953" y="6995"/>
                  </a:cubicBezTo>
                  <a:cubicBezTo>
                    <a:pt x="2009" y="7084"/>
                    <a:pt x="2081" y="7174"/>
                    <a:pt x="2149" y="7263"/>
                  </a:cubicBezTo>
                  <a:cubicBezTo>
                    <a:pt x="2379" y="7566"/>
                    <a:pt x="2631" y="7830"/>
                    <a:pt x="2895" y="8082"/>
                  </a:cubicBezTo>
                  <a:cubicBezTo>
                    <a:pt x="2951" y="8116"/>
                    <a:pt x="3002" y="8167"/>
                    <a:pt x="3057" y="8205"/>
                  </a:cubicBezTo>
                  <a:cubicBezTo>
                    <a:pt x="3287" y="8346"/>
                    <a:pt x="3500" y="8487"/>
                    <a:pt x="3731" y="8614"/>
                  </a:cubicBezTo>
                  <a:cubicBezTo>
                    <a:pt x="4016" y="8772"/>
                    <a:pt x="4319" y="8913"/>
                    <a:pt x="4638" y="9002"/>
                  </a:cubicBezTo>
                  <a:cubicBezTo>
                    <a:pt x="4796" y="9041"/>
                    <a:pt x="4958" y="9041"/>
                    <a:pt x="5082" y="8879"/>
                  </a:cubicBezTo>
                  <a:cubicBezTo>
                    <a:pt x="5150" y="8772"/>
                    <a:pt x="5256" y="8700"/>
                    <a:pt x="5346" y="8614"/>
                  </a:cubicBezTo>
                  <a:cubicBezTo>
                    <a:pt x="5436" y="8508"/>
                    <a:pt x="5525" y="8418"/>
                    <a:pt x="5615" y="83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3"/>
            <p:cNvSpPr/>
            <p:nvPr/>
          </p:nvSpPr>
          <p:spPr>
            <a:xfrm>
              <a:off x="5080402" y="569816"/>
              <a:ext cx="211105" cy="211105"/>
            </a:xfrm>
            <a:custGeom>
              <a:rect b="b" l="l" r="r" t="t"/>
              <a:pathLst>
                <a:path extrusionOk="0" h="1638" w="1638">
                  <a:moveTo>
                    <a:pt x="252" y="393"/>
                  </a:moveTo>
                  <a:cubicBezTo>
                    <a:pt x="358" y="252"/>
                    <a:pt x="499" y="146"/>
                    <a:pt x="678" y="73"/>
                  </a:cubicBezTo>
                  <a:cubicBezTo>
                    <a:pt x="802" y="1"/>
                    <a:pt x="942" y="22"/>
                    <a:pt x="1066" y="73"/>
                  </a:cubicBezTo>
                  <a:cubicBezTo>
                    <a:pt x="1335" y="180"/>
                    <a:pt x="1475" y="410"/>
                    <a:pt x="1599" y="662"/>
                  </a:cubicBezTo>
                  <a:cubicBezTo>
                    <a:pt x="1637" y="713"/>
                    <a:pt x="1637" y="802"/>
                    <a:pt x="1616" y="875"/>
                  </a:cubicBezTo>
                  <a:cubicBezTo>
                    <a:pt x="1565" y="1139"/>
                    <a:pt x="1424" y="1352"/>
                    <a:pt x="1190" y="1514"/>
                  </a:cubicBezTo>
                  <a:cubicBezTo>
                    <a:pt x="1015" y="1621"/>
                    <a:pt x="836" y="1638"/>
                    <a:pt x="657" y="1565"/>
                  </a:cubicBezTo>
                  <a:cubicBezTo>
                    <a:pt x="533" y="1514"/>
                    <a:pt x="393" y="1493"/>
                    <a:pt x="303" y="1408"/>
                  </a:cubicBezTo>
                  <a:cubicBezTo>
                    <a:pt x="231" y="1335"/>
                    <a:pt x="179" y="1263"/>
                    <a:pt x="107" y="1173"/>
                  </a:cubicBezTo>
                  <a:cubicBezTo>
                    <a:pt x="17" y="1050"/>
                    <a:pt x="0" y="892"/>
                    <a:pt x="73" y="747"/>
                  </a:cubicBezTo>
                  <a:cubicBezTo>
                    <a:pt x="107" y="623"/>
                    <a:pt x="162" y="500"/>
                    <a:pt x="252" y="393"/>
                  </a:cubicBezTo>
                  <a:close/>
                  <a:moveTo>
                    <a:pt x="1352" y="1263"/>
                  </a:moveTo>
                  <a:cubicBezTo>
                    <a:pt x="1386" y="1173"/>
                    <a:pt x="1441" y="1105"/>
                    <a:pt x="1475" y="1015"/>
                  </a:cubicBezTo>
                  <a:cubicBezTo>
                    <a:pt x="1565" y="836"/>
                    <a:pt x="1548" y="679"/>
                    <a:pt x="1424" y="534"/>
                  </a:cubicBezTo>
                  <a:cubicBezTo>
                    <a:pt x="1335" y="410"/>
                    <a:pt x="1245" y="287"/>
                    <a:pt x="1104" y="197"/>
                  </a:cubicBezTo>
                  <a:cubicBezTo>
                    <a:pt x="959" y="108"/>
                    <a:pt x="802" y="90"/>
                    <a:pt x="640" y="180"/>
                  </a:cubicBezTo>
                  <a:cubicBezTo>
                    <a:pt x="393" y="321"/>
                    <a:pt x="231" y="534"/>
                    <a:pt x="145" y="819"/>
                  </a:cubicBezTo>
                  <a:cubicBezTo>
                    <a:pt x="124" y="909"/>
                    <a:pt x="124" y="998"/>
                    <a:pt x="179" y="1088"/>
                  </a:cubicBezTo>
                  <a:cubicBezTo>
                    <a:pt x="269" y="1246"/>
                    <a:pt x="393" y="1386"/>
                    <a:pt x="589" y="1442"/>
                  </a:cubicBezTo>
                  <a:cubicBezTo>
                    <a:pt x="606" y="1442"/>
                    <a:pt x="640" y="1459"/>
                    <a:pt x="657" y="1459"/>
                  </a:cubicBezTo>
                  <a:cubicBezTo>
                    <a:pt x="819" y="1514"/>
                    <a:pt x="976" y="1548"/>
                    <a:pt x="1121" y="1442"/>
                  </a:cubicBezTo>
                  <a:cubicBezTo>
                    <a:pt x="1211" y="1408"/>
                    <a:pt x="1279" y="1335"/>
                    <a:pt x="1352" y="1263"/>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3"/>
            <p:cNvSpPr/>
            <p:nvPr/>
          </p:nvSpPr>
          <p:spPr>
            <a:xfrm>
              <a:off x="5197424" y="624847"/>
              <a:ext cx="52841" cy="87381"/>
            </a:xfrm>
            <a:custGeom>
              <a:rect b="b" l="l" r="r" t="t"/>
              <a:pathLst>
                <a:path extrusionOk="0" h="678" w="410">
                  <a:moveTo>
                    <a:pt x="97" y="1"/>
                  </a:moveTo>
                  <a:cubicBezTo>
                    <a:pt x="65" y="1"/>
                    <a:pt x="33" y="7"/>
                    <a:pt x="0" y="22"/>
                  </a:cubicBezTo>
                  <a:cubicBezTo>
                    <a:pt x="51" y="90"/>
                    <a:pt x="90" y="145"/>
                    <a:pt x="107" y="196"/>
                  </a:cubicBezTo>
                  <a:cubicBezTo>
                    <a:pt x="124" y="252"/>
                    <a:pt x="124" y="286"/>
                    <a:pt x="141" y="320"/>
                  </a:cubicBezTo>
                  <a:lnTo>
                    <a:pt x="141" y="465"/>
                  </a:lnTo>
                  <a:cubicBezTo>
                    <a:pt x="141" y="516"/>
                    <a:pt x="124" y="588"/>
                    <a:pt x="107" y="678"/>
                  </a:cubicBezTo>
                  <a:cubicBezTo>
                    <a:pt x="196" y="678"/>
                    <a:pt x="282" y="623"/>
                    <a:pt x="337" y="554"/>
                  </a:cubicBezTo>
                  <a:cubicBezTo>
                    <a:pt x="388" y="482"/>
                    <a:pt x="409" y="392"/>
                    <a:pt x="409" y="286"/>
                  </a:cubicBezTo>
                  <a:cubicBezTo>
                    <a:pt x="388" y="196"/>
                    <a:pt x="337" y="107"/>
                    <a:pt x="265" y="56"/>
                  </a:cubicBezTo>
                  <a:cubicBezTo>
                    <a:pt x="208" y="21"/>
                    <a:pt x="153" y="1"/>
                    <a:pt x="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3"/>
            <p:cNvSpPr/>
            <p:nvPr/>
          </p:nvSpPr>
          <p:spPr>
            <a:xfrm>
              <a:off x="4458818" y="1228130"/>
              <a:ext cx="436517" cy="301064"/>
            </a:xfrm>
            <a:custGeom>
              <a:rect b="b" l="l" r="r" t="t"/>
              <a:pathLst>
                <a:path extrusionOk="0" h="2336" w="3387">
                  <a:moveTo>
                    <a:pt x="44" y="0"/>
                  </a:moveTo>
                  <a:cubicBezTo>
                    <a:pt x="25" y="0"/>
                    <a:pt x="1" y="22"/>
                    <a:pt x="11" y="46"/>
                  </a:cubicBezTo>
                  <a:cubicBezTo>
                    <a:pt x="118" y="327"/>
                    <a:pt x="348" y="524"/>
                    <a:pt x="561" y="720"/>
                  </a:cubicBezTo>
                  <a:cubicBezTo>
                    <a:pt x="864" y="1022"/>
                    <a:pt x="1200" y="1287"/>
                    <a:pt x="1537" y="1538"/>
                  </a:cubicBezTo>
                  <a:cubicBezTo>
                    <a:pt x="2053" y="1926"/>
                    <a:pt x="2675" y="2284"/>
                    <a:pt x="3332" y="2335"/>
                  </a:cubicBezTo>
                  <a:cubicBezTo>
                    <a:pt x="3370" y="2335"/>
                    <a:pt x="3387" y="2284"/>
                    <a:pt x="3332" y="2267"/>
                  </a:cubicBezTo>
                  <a:cubicBezTo>
                    <a:pt x="2692" y="2211"/>
                    <a:pt x="2091" y="1858"/>
                    <a:pt x="1575" y="1483"/>
                  </a:cubicBezTo>
                  <a:cubicBezTo>
                    <a:pt x="1256" y="1252"/>
                    <a:pt x="936" y="1005"/>
                    <a:pt x="651" y="720"/>
                  </a:cubicBezTo>
                  <a:cubicBezTo>
                    <a:pt x="437" y="507"/>
                    <a:pt x="190" y="310"/>
                    <a:pt x="67" y="29"/>
                  </a:cubicBezTo>
                  <a:cubicBezTo>
                    <a:pt x="67" y="8"/>
                    <a:pt x="56" y="0"/>
                    <a:pt x="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3"/>
            <p:cNvSpPr/>
            <p:nvPr/>
          </p:nvSpPr>
          <p:spPr>
            <a:xfrm>
              <a:off x="5236345" y="427662"/>
              <a:ext cx="177597" cy="129396"/>
            </a:xfrm>
            <a:custGeom>
              <a:rect b="b" l="l" r="r" t="t"/>
              <a:pathLst>
                <a:path extrusionOk="0" h="1004" w="1378">
                  <a:moveTo>
                    <a:pt x="74" y="0"/>
                  </a:moveTo>
                  <a:cubicBezTo>
                    <a:pt x="38" y="0"/>
                    <a:pt x="1" y="28"/>
                    <a:pt x="1" y="77"/>
                  </a:cubicBezTo>
                  <a:cubicBezTo>
                    <a:pt x="96" y="503"/>
                    <a:pt x="670" y="1003"/>
                    <a:pt x="1146" y="1003"/>
                  </a:cubicBezTo>
                  <a:cubicBezTo>
                    <a:pt x="1204" y="1003"/>
                    <a:pt x="1260" y="996"/>
                    <a:pt x="1314" y="980"/>
                  </a:cubicBezTo>
                  <a:cubicBezTo>
                    <a:pt x="1378" y="950"/>
                    <a:pt x="1342" y="851"/>
                    <a:pt x="1283" y="851"/>
                  </a:cubicBezTo>
                  <a:cubicBezTo>
                    <a:pt x="1275" y="851"/>
                    <a:pt x="1267" y="853"/>
                    <a:pt x="1258" y="857"/>
                  </a:cubicBezTo>
                  <a:cubicBezTo>
                    <a:pt x="1218" y="869"/>
                    <a:pt x="1175" y="875"/>
                    <a:pt x="1130" y="875"/>
                  </a:cubicBezTo>
                  <a:cubicBezTo>
                    <a:pt x="731" y="875"/>
                    <a:pt x="207" y="409"/>
                    <a:pt x="142" y="60"/>
                  </a:cubicBezTo>
                  <a:cubicBezTo>
                    <a:pt x="134" y="19"/>
                    <a:pt x="104" y="0"/>
                    <a:pt x="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3"/>
            <p:cNvSpPr/>
            <p:nvPr/>
          </p:nvSpPr>
          <p:spPr>
            <a:xfrm>
              <a:off x="5191366" y="450087"/>
              <a:ext cx="212136" cy="152336"/>
            </a:xfrm>
            <a:custGeom>
              <a:rect b="b" l="l" r="r" t="t"/>
              <a:pathLst>
                <a:path extrusionOk="0" h="1182" w="1646">
                  <a:moveTo>
                    <a:pt x="30" y="1"/>
                  </a:moveTo>
                  <a:cubicBezTo>
                    <a:pt x="14" y="1"/>
                    <a:pt x="0" y="9"/>
                    <a:pt x="9" y="26"/>
                  </a:cubicBezTo>
                  <a:cubicBezTo>
                    <a:pt x="97" y="705"/>
                    <a:pt x="938" y="1182"/>
                    <a:pt x="1574" y="1182"/>
                  </a:cubicBezTo>
                  <a:cubicBezTo>
                    <a:pt x="1585" y="1182"/>
                    <a:pt x="1596" y="1182"/>
                    <a:pt x="1607" y="1181"/>
                  </a:cubicBezTo>
                  <a:cubicBezTo>
                    <a:pt x="1646" y="1181"/>
                    <a:pt x="1646" y="1126"/>
                    <a:pt x="1590" y="1126"/>
                  </a:cubicBezTo>
                  <a:cubicBezTo>
                    <a:pt x="1006" y="1126"/>
                    <a:pt x="154" y="666"/>
                    <a:pt x="64" y="26"/>
                  </a:cubicBezTo>
                  <a:cubicBezTo>
                    <a:pt x="64" y="9"/>
                    <a:pt x="46" y="1"/>
                    <a:pt x="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3"/>
            <p:cNvSpPr/>
            <p:nvPr/>
          </p:nvSpPr>
          <p:spPr>
            <a:xfrm>
              <a:off x="4285734" y="984806"/>
              <a:ext cx="257631" cy="177468"/>
            </a:xfrm>
            <a:custGeom>
              <a:rect b="b" l="l" r="r" t="t"/>
              <a:pathLst>
                <a:path extrusionOk="0" h="1377" w="1999">
                  <a:moveTo>
                    <a:pt x="89" y="1"/>
                  </a:moveTo>
                  <a:cubicBezTo>
                    <a:pt x="36" y="1"/>
                    <a:pt x="0" y="78"/>
                    <a:pt x="58" y="123"/>
                  </a:cubicBezTo>
                  <a:cubicBezTo>
                    <a:pt x="664" y="532"/>
                    <a:pt x="1231" y="1009"/>
                    <a:pt x="1887" y="1363"/>
                  </a:cubicBezTo>
                  <a:cubicBezTo>
                    <a:pt x="1900" y="1373"/>
                    <a:pt x="1912" y="1377"/>
                    <a:pt x="1923" y="1377"/>
                  </a:cubicBezTo>
                  <a:cubicBezTo>
                    <a:pt x="1974" y="1377"/>
                    <a:pt x="1999" y="1285"/>
                    <a:pt x="1942" y="1239"/>
                  </a:cubicBezTo>
                  <a:cubicBezTo>
                    <a:pt x="1282" y="903"/>
                    <a:pt x="732" y="425"/>
                    <a:pt x="131" y="16"/>
                  </a:cubicBezTo>
                  <a:cubicBezTo>
                    <a:pt x="117" y="5"/>
                    <a:pt x="102" y="1"/>
                    <a:pt x="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3"/>
            <p:cNvSpPr/>
            <p:nvPr/>
          </p:nvSpPr>
          <p:spPr>
            <a:xfrm>
              <a:off x="4275810" y="1011484"/>
              <a:ext cx="222447" cy="159811"/>
            </a:xfrm>
            <a:custGeom>
              <a:rect b="b" l="l" r="r" t="t"/>
              <a:pathLst>
                <a:path extrusionOk="0" h="1240" w="1726">
                  <a:moveTo>
                    <a:pt x="47" y="0"/>
                  </a:moveTo>
                  <a:cubicBezTo>
                    <a:pt x="20" y="0"/>
                    <a:pt x="0" y="42"/>
                    <a:pt x="29" y="56"/>
                  </a:cubicBezTo>
                  <a:cubicBezTo>
                    <a:pt x="545" y="483"/>
                    <a:pt x="1129" y="836"/>
                    <a:pt x="1661" y="1228"/>
                  </a:cubicBezTo>
                  <a:cubicBezTo>
                    <a:pt x="1670" y="1236"/>
                    <a:pt x="1679" y="1240"/>
                    <a:pt x="1687" y="1240"/>
                  </a:cubicBezTo>
                  <a:cubicBezTo>
                    <a:pt x="1712" y="1240"/>
                    <a:pt x="1726" y="1204"/>
                    <a:pt x="1700" y="1177"/>
                  </a:cubicBezTo>
                  <a:cubicBezTo>
                    <a:pt x="1167" y="785"/>
                    <a:pt x="596" y="431"/>
                    <a:pt x="63" y="5"/>
                  </a:cubicBezTo>
                  <a:cubicBezTo>
                    <a:pt x="58" y="2"/>
                    <a:pt x="52" y="0"/>
                    <a:pt x="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3"/>
            <p:cNvSpPr/>
            <p:nvPr/>
          </p:nvSpPr>
          <p:spPr>
            <a:xfrm>
              <a:off x="4919561" y="1428924"/>
              <a:ext cx="266782" cy="196155"/>
            </a:xfrm>
            <a:custGeom>
              <a:rect b="b" l="l" r="r" t="t"/>
              <a:pathLst>
                <a:path extrusionOk="0" h="1522" w="2070">
                  <a:moveTo>
                    <a:pt x="92" y="1"/>
                  </a:moveTo>
                  <a:cubicBezTo>
                    <a:pt x="37" y="1"/>
                    <a:pt x="0" y="79"/>
                    <a:pt x="59" y="121"/>
                  </a:cubicBezTo>
                  <a:cubicBezTo>
                    <a:pt x="681" y="581"/>
                    <a:pt x="1321" y="1029"/>
                    <a:pt x="1943" y="1506"/>
                  </a:cubicBezTo>
                  <a:cubicBezTo>
                    <a:pt x="1953" y="1517"/>
                    <a:pt x="1965" y="1521"/>
                    <a:pt x="1976" y="1521"/>
                  </a:cubicBezTo>
                  <a:cubicBezTo>
                    <a:pt x="2023" y="1521"/>
                    <a:pt x="2070" y="1444"/>
                    <a:pt x="2011" y="1399"/>
                  </a:cubicBezTo>
                  <a:cubicBezTo>
                    <a:pt x="1393" y="922"/>
                    <a:pt x="771" y="474"/>
                    <a:pt x="132" y="14"/>
                  </a:cubicBezTo>
                  <a:cubicBezTo>
                    <a:pt x="118" y="5"/>
                    <a:pt x="105" y="1"/>
                    <a:pt x="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3"/>
            <p:cNvSpPr/>
            <p:nvPr/>
          </p:nvSpPr>
          <p:spPr>
            <a:xfrm>
              <a:off x="4921494" y="1472614"/>
              <a:ext cx="238557" cy="176179"/>
            </a:xfrm>
            <a:custGeom>
              <a:rect b="b" l="l" r="r" t="t"/>
              <a:pathLst>
                <a:path extrusionOk="0" h="1367" w="1851">
                  <a:moveTo>
                    <a:pt x="53" y="1"/>
                  </a:moveTo>
                  <a:cubicBezTo>
                    <a:pt x="25" y="1"/>
                    <a:pt x="1" y="38"/>
                    <a:pt x="27" y="67"/>
                  </a:cubicBezTo>
                  <a:cubicBezTo>
                    <a:pt x="611" y="493"/>
                    <a:pt x="1199" y="920"/>
                    <a:pt x="1783" y="1363"/>
                  </a:cubicBezTo>
                  <a:cubicBezTo>
                    <a:pt x="1786" y="1365"/>
                    <a:pt x="1790" y="1366"/>
                    <a:pt x="1794" y="1366"/>
                  </a:cubicBezTo>
                  <a:cubicBezTo>
                    <a:pt x="1817" y="1366"/>
                    <a:pt x="1851" y="1326"/>
                    <a:pt x="1822" y="1308"/>
                  </a:cubicBezTo>
                  <a:cubicBezTo>
                    <a:pt x="1233" y="864"/>
                    <a:pt x="649" y="455"/>
                    <a:pt x="78" y="12"/>
                  </a:cubicBezTo>
                  <a:cubicBezTo>
                    <a:pt x="70" y="4"/>
                    <a:pt x="62" y="1"/>
                    <a:pt x="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3"/>
            <p:cNvSpPr/>
            <p:nvPr/>
          </p:nvSpPr>
          <p:spPr>
            <a:xfrm>
              <a:off x="4680619" y="1064969"/>
              <a:ext cx="295006" cy="201053"/>
            </a:xfrm>
            <a:custGeom>
              <a:rect b="b" l="l" r="r" t="t"/>
              <a:pathLst>
                <a:path extrusionOk="0" h="1560" w="2289">
                  <a:moveTo>
                    <a:pt x="45" y="0"/>
                  </a:moveTo>
                  <a:cubicBezTo>
                    <a:pt x="24" y="0"/>
                    <a:pt x="0" y="27"/>
                    <a:pt x="12" y="51"/>
                  </a:cubicBezTo>
                  <a:cubicBezTo>
                    <a:pt x="264" y="460"/>
                    <a:pt x="707" y="690"/>
                    <a:pt x="1078" y="954"/>
                  </a:cubicBezTo>
                  <a:cubicBezTo>
                    <a:pt x="1436" y="1206"/>
                    <a:pt x="1790" y="1525"/>
                    <a:pt x="2233" y="1559"/>
                  </a:cubicBezTo>
                  <a:cubicBezTo>
                    <a:pt x="2288" y="1559"/>
                    <a:pt x="2288" y="1508"/>
                    <a:pt x="2250" y="1487"/>
                  </a:cubicBezTo>
                  <a:cubicBezTo>
                    <a:pt x="1790" y="1453"/>
                    <a:pt x="1414" y="1116"/>
                    <a:pt x="1061" y="869"/>
                  </a:cubicBezTo>
                  <a:cubicBezTo>
                    <a:pt x="707" y="617"/>
                    <a:pt x="298" y="387"/>
                    <a:pt x="68" y="16"/>
                  </a:cubicBezTo>
                  <a:cubicBezTo>
                    <a:pt x="63" y="5"/>
                    <a:pt x="54" y="0"/>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3"/>
            <p:cNvSpPr/>
            <p:nvPr/>
          </p:nvSpPr>
          <p:spPr>
            <a:xfrm>
              <a:off x="4802538" y="753726"/>
              <a:ext cx="332253" cy="425046"/>
            </a:xfrm>
            <a:custGeom>
              <a:rect b="b" l="l" r="r" t="t"/>
              <a:pathLst>
                <a:path extrusionOk="0" h="3298" w="2578">
                  <a:moveTo>
                    <a:pt x="2536" y="1"/>
                  </a:moveTo>
                  <a:cubicBezTo>
                    <a:pt x="2527" y="1"/>
                    <a:pt x="2519" y="5"/>
                    <a:pt x="2514" y="15"/>
                  </a:cubicBezTo>
                  <a:cubicBezTo>
                    <a:pt x="1679" y="1080"/>
                    <a:pt x="844" y="2163"/>
                    <a:pt x="25" y="3246"/>
                  </a:cubicBezTo>
                  <a:cubicBezTo>
                    <a:pt x="1" y="3273"/>
                    <a:pt x="20" y="3298"/>
                    <a:pt x="46" y="3298"/>
                  </a:cubicBezTo>
                  <a:cubicBezTo>
                    <a:pt x="57" y="3298"/>
                    <a:pt x="70" y="3294"/>
                    <a:pt x="81" y="3284"/>
                  </a:cubicBezTo>
                  <a:cubicBezTo>
                    <a:pt x="895" y="2197"/>
                    <a:pt x="1730" y="1131"/>
                    <a:pt x="2566" y="49"/>
                  </a:cubicBezTo>
                  <a:cubicBezTo>
                    <a:pt x="2578" y="25"/>
                    <a:pt x="2556" y="1"/>
                    <a:pt x="2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3"/>
            <p:cNvSpPr/>
            <p:nvPr/>
          </p:nvSpPr>
          <p:spPr>
            <a:xfrm>
              <a:off x="5085299" y="746251"/>
              <a:ext cx="27580" cy="21007"/>
            </a:xfrm>
            <a:custGeom>
              <a:rect b="b" l="l" r="r" t="t"/>
              <a:pathLst>
                <a:path extrusionOk="0" h="163" w="214">
                  <a:moveTo>
                    <a:pt x="107" y="0"/>
                  </a:moveTo>
                  <a:cubicBezTo>
                    <a:pt x="1" y="0"/>
                    <a:pt x="1" y="162"/>
                    <a:pt x="107" y="162"/>
                  </a:cubicBezTo>
                  <a:cubicBezTo>
                    <a:pt x="214" y="162"/>
                    <a:pt x="214" y="0"/>
                    <a:pt x="1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3"/>
            <p:cNvSpPr/>
            <p:nvPr/>
          </p:nvSpPr>
          <p:spPr>
            <a:xfrm>
              <a:off x="5121643" y="773702"/>
              <a:ext cx="27580" cy="21007"/>
            </a:xfrm>
            <a:custGeom>
              <a:rect b="b" l="l" r="r" t="t"/>
              <a:pathLst>
                <a:path extrusionOk="0" h="163" w="214">
                  <a:moveTo>
                    <a:pt x="107" y="0"/>
                  </a:moveTo>
                  <a:cubicBezTo>
                    <a:pt x="0" y="0"/>
                    <a:pt x="0" y="162"/>
                    <a:pt x="107" y="162"/>
                  </a:cubicBezTo>
                  <a:cubicBezTo>
                    <a:pt x="213" y="162"/>
                    <a:pt x="213" y="0"/>
                    <a:pt x="1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3"/>
            <p:cNvSpPr/>
            <p:nvPr/>
          </p:nvSpPr>
          <p:spPr>
            <a:xfrm>
              <a:off x="4789779" y="1130698"/>
              <a:ext cx="27580" cy="21007"/>
            </a:xfrm>
            <a:custGeom>
              <a:rect b="b" l="l" r="r" t="t"/>
              <a:pathLst>
                <a:path extrusionOk="0" h="163" w="214">
                  <a:moveTo>
                    <a:pt x="107" y="1"/>
                  </a:moveTo>
                  <a:cubicBezTo>
                    <a:pt x="1" y="1"/>
                    <a:pt x="1" y="163"/>
                    <a:pt x="107" y="163"/>
                  </a:cubicBezTo>
                  <a:cubicBezTo>
                    <a:pt x="214" y="163"/>
                    <a:pt x="214" y="1"/>
                    <a:pt x="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3"/>
            <p:cNvSpPr/>
            <p:nvPr/>
          </p:nvSpPr>
          <p:spPr>
            <a:xfrm>
              <a:off x="4831021" y="1158149"/>
              <a:ext cx="27580" cy="23198"/>
            </a:xfrm>
            <a:custGeom>
              <a:rect b="b" l="l" r="r" t="t"/>
              <a:pathLst>
                <a:path extrusionOk="0" h="180" w="214">
                  <a:moveTo>
                    <a:pt x="107" y="1"/>
                  </a:moveTo>
                  <a:cubicBezTo>
                    <a:pt x="0" y="1"/>
                    <a:pt x="0" y="180"/>
                    <a:pt x="107" y="180"/>
                  </a:cubicBezTo>
                  <a:cubicBezTo>
                    <a:pt x="213" y="180"/>
                    <a:pt x="213" y="1"/>
                    <a:pt x="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3"/>
            <p:cNvSpPr/>
            <p:nvPr/>
          </p:nvSpPr>
          <p:spPr>
            <a:xfrm>
              <a:off x="5079242" y="529734"/>
              <a:ext cx="51165" cy="38535"/>
            </a:xfrm>
            <a:custGeom>
              <a:rect b="b" l="l" r="r" t="t"/>
              <a:pathLst>
                <a:path extrusionOk="0" h="299" w="397">
                  <a:moveTo>
                    <a:pt x="39" y="1"/>
                  </a:moveTo>
                  <a:cubicBezTo>
                    <a:pt x="14" y="1"/>
                    <a:pt x="1" y="39"/>
                    <a:pt x="26" y="65"/>
                  </a:cubicBezTo>
                  <a:cubicBezTo>
                    <a:pt x="116" y="137"/>
                    <a:pt x="223" y="205"/>
                    <a:pt x="312" y="295"/>
                  </a:cubicBezTo>
                  <a:cubicBezTo>
                    <a:pt x="317" y="297"/>
                    <a:pt x="322" y="298"/>
                    <a:pt x="327" y="298"/>
                  </a:cubicBezTo>
                  <a:cubicBezTo>
                    <a:pt x="360" y="298"/>
                    <a:pt x="397" y="256"/>
                    <a:pt x="367" y="227"/>
                  </a:cubicBezTo>
                  <a:cubicBezTo>
                    <a:pt x="261" y="154"/>
                    <a:pt x="171" y="82"/>
                    <a:pt x="65" y="14"/>
                  </a:cubicBezTo>
                  <a:cubicBezTo>
                    <a:pt x="56" y="4"/>
                    <a:pt x="47" y="1"/>
                    <a:pt x="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3"/>
            <p:cNvSpPr/>
            <p:nvPr/>
          </p:nvSpPr>
          <p:spPr>
            <a:xfrm>
              <a:off x="5088392" y="513753"/>
              <a:ext cx="41628" cy="32864"/>
            </a:xfrm>
            <a:custGeom>
              <a:rect b="b" l="l" r="r" t="t"/>
              <a:pathLst>
                <a:path extrusionOk="0" h="255" w="323">
                  <a:moveTo>
                    <a:pt x="61" y="1"/>
                  </a:moveTo>
                  <a:cubicBezTo>
                    <a:pt x="29" y="1"/>
                    <a:pt x="0" y="51"/>
                    <a:pt x="28" y="65"/>
                  </a:cubicBezTo>
                  <a:cubicBezTo>
                    <a:pt x="100" y="138"/>
                    <a:pt x="169" y="189"/>
                    <a:pt x="241" y="244"/>
                  </a:cubicBezTo>
                  <a:cubicBezTo>
                    <a:pt x="249" y="252"/>
                    <a:pt x="257" y="255"/>
                    <a:pt x="266" y="255"/>
                  </a:cubicBezTo>
                  <a:cubicBezTo>
                    <a:pt x="295" y="255"/>
                    <a:pt x="323" y="215"/>
                    <a:pt x="296" y="189"/>
                  </a:cubicBezTo>
                  <a:cubicBezTo>
                    <a:pt x="207" y="138"/>
                    <a:pt x="134" y="82"/>
                    <a:pt x="83" y="10"/>
                  </a:cubicBezTo>
                  <a:cubicBezTo>
                    <a:pt x="76" y="3"/>
                    <a:pt x="69" y="1"/>
                    <a:pt x="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3"/>
            <p:cNvSpPr/>
            <p:nvPr/>
          </p:nvSpPr>
          <p:spPr>
            <a:xfrm>
              <a:off x="5063132" y="543782"/>
              <a:ext cx="46139" cy="39180"/>
            </a:xfrm>
            <a:custGeom>
              <a:rect b="b" l="l" r="r" t="t"/>
              <a:pathLst>
                <a:path extrusionOk="0" h="304" w="358">
                  <a:moveTo>
                    <a:pt x="44" y="0"/>
                  </a:moveTo>
                  <a:cubicBezTo>
                    <a:pt x="17" y="0"/>
                    <a:pt x="1" y="52"/>
                    <a:pt x="28" y="79"/>
                  </a:cubicBezTo>
                  <a:cubicBezTo>
                    <a:pt x="100" y="152"/>
                    <a:pt x="190" y="224"/>
                    <a:pt x="296" y="292"/>
                  </a:cubicBezTo>
                  <a:cubicBezTo>
                    <a:pt x="303" y="300"/>
                    <a:pt x="310" y="304"/>
                    <a:pt x="317" y="304"/>
                  </a:cubicBezTo>
                  <a:cubicBezTo>
                    <a:pt x="342" y="304"/>
                    <a:pt x="358" y="255"/>
                    <a:pt x="330" y="241"/>
                  </a:cubicBezTo>
                  <a:cubicBezTo>
                    <a:pt x="241" y="169"/>
                    <a:pt x="151" y="96"/>
                    <a:pt x="66" y="11"/>
                  </a:cubicBezTo>
                  <a:cubicBezTo>
                    <a:pt x="59" y="3"/>
                    <a:pt x="51" y="0"/>
                    <a:pt x="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3"/>
            <p:cNvSpPr/>
            <p:nvPr/>
          </p:nvSpPr>
          <p:spPr>
            <a:xfrm>
              <a:off x="4765550" y="942019"/>
              <a:ext cx="48717" cy="36860"/>
            </a:xfrm>
            <a:custGeom>
              <a:rect b="b" l="l" r="r" t="t"/>
              <a:pathLst>
                <a:path extrusionOk="0" h="286" w="378">
                  <a:moveTo>
                    <a:pt x="59" y="0"/>
                  </a:moveTo>
                  <a:cubicBezTo>
                    <a:pt x="29" y="0"/>
                    <a:pt x="0" y="49"/>
                    <a:pt x="31" y="63"/>
                  </a:cubicBezTo>
                  <a:cubicBezTo>
                    <a:pt x="116" y="135"/>
                    <a:pt x="206" y="203"/>
                    <a:pt x="312" y="276"/>
                  </a:cubicBezTo>
                  <a:cubicBezTo>
                    <a:pt x="320" y="282"/>
                    <a:pt x="327" y="285"/>
                    <a:pt x="334" y="285"/>
                  </a:cubicBezTo>
                  <a:cubicBezTo>
                    <a:pt x="361" y="285"/>
                    <a:pt x="378" y="238"/>
                    <a:pt x="351" y="225"/>
                  </a:cubicBezTo>
                  <a:cubicBezTo>
                    <a:pt x="261" y="152"/>
                    <a:pt x="172" y="80"/>
                    <a:pt x="82" y="11"/>
                  </a:cubicBezTo>
                  <a:cubicBezTo>
                    <a:pt x="75" y="4"/>
                    <a:pt x="67" y="0"/>
                    <a:pt x="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3"/>
            <p:cNvSpPr/>
            <p:nvPr/>
          </p:nvSpPr>
          <p:spPr>
            <a:xfrm>
              <a:off x="4756786" y="962253"/>
              <a:ext cx="34282" cy="28354"/>
            </a:xfrm>
            <a:custGeom>
              <a:rect b="b" l="l" r="r" t="t"/>
              <a:pathLst>
                <a:path extrusionOk="0" h="220" w="266">
                  <a:moveTo>
                    <a:pt x="38" y="1"/>
                  </a:moveTo>
                  <a:cubicBezTo>
                    <a:pt x="14" y="1"/>
                    <a:pt x="0" y="38"/>
                    <a:pt x="26" y="68"/>
                  </a:cubicBezTo>
                  <a:cubicBezTo>
                    <a:pt x="78" y="119"/>
                    <a:pt x="133" y="174"/>
                    <a:pt x="184" y="208"/>
                  </a:cubicBezTo>
                  <a:cubicBezTo>
                    <a:pt x="193" y="216"/>
                    <a:pt x="203" y="219"/>
                    <a:pt x="212" y="219"/>
                  </a:cubicBezTo>
                  <a:cubicBezTo>
                    <a:pt x="242" y="219"/>
                    <a:pt x="266" y="182"/>
                    <a:pt x="240" y="153"/>
                  </a:cubicBezTo>
                  <a:cubicBezTo>
                    <a:pt x="167" y="102"/>
                    <a:pt x="116" y="68"/>
                    <a:pt x="61" y="12"/>
                  </a:cubicBezTo>
                  <a:cubicBezTo>
                    <a:pt x="53" y="4"/>
                    <a:pt x="45" y="1"/>
                    <a:pt x="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3"/>
            <p:cNvSpPr/>
            <p:nvPr/>
          </p:nvSpPr>
          <p:spPr>
            <a:xfrm>
              <a:off x="4738228" y="983002"/>
              <a:ext cx="50779" cy="36215"/>
            </a:xfrm>
            <a:custGeom>
              <a:rect b="b" l="l" r="r" t="t"/>
              <a:pathLst>
                <a:path extrusionOk="0" h="281" w="394">
                  <a:moveTo>
                    <a:pt x="54" y="0"/>
                  </a:moveTo>
                  <a:cubicBezTo>
                    <a:pt x="26" y="0"/>
                    <a:pt x="1" y="38"/>
                    <a:pt x="30" y="64"/>
                  </a:cubicBezTo>
                  <a:cubicBezTo>
                    <a:pt x="115" y="137"/>
                    <a:pt x="222" y="205"/>
                    <a:pt x="311" y="277"/>
                  </a:cubicBezTo>
                  <a:cubicBezTo>
                    <a:pt x="316" y="280"/>
                    <a:pt x="322" y="281"/>
                    <a:pt x="327" y="281"/>
                  </a:cubicBezTo>
                  <a:cubicBezTo>
                    <a:pt x="361" y="281"/>
                    <a:pt x="394" y="238"/>
                    <a:pt x="349" y="205"/>
                  </a:cubicBezTo>
                  <a:cubicBezTo>
                    <a:pt x="260" y="154"/>
                    <a:pt x="170" y="81"/>
                    <a:pt x="81" y="13"/>
                  </a:cubicBezTo>
                  <a:cubicBezTo>
                    <a:pt x="73" y="4"/>
                    <a:pt x="63" y="0"/>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3"/>
            <p:cNvSpPr/>
            <p:nvPr/>
          </p:nvSpPr>
          <p:spPr>
            <a:xfrm>
              <a:off x="4252998" y="1046926"/>
              <a:ext cx="48717" cy="37375"/>
            </a:xfrm>
            <a:custGeom>
              <a:rect b="b" l="l" r="r" t="t"/>
              <a:pathLst>
                <a:path extrusionOk="0" h="290" w="378">
                  <a:moveTo>
                    <a:pt x="71" y="0"/>
                  </a:moveTo>
                  <a:cubicBezTo>
                    <a:pt x="37" y="0"/>
                    <a:pt x="1" y="37"/>
                    <a:pt x="27" y="67"/>
                  </a:cubicBezTo>
                  <a:cubicBezTo>
                    <a:pt x="116" y="135"/>
                    <a:pt x="206" y="208"/>
                    <a:pt x="295" y="280"/>
                  </a:cubicBezTo>
                  <a:cubicBezTo>
                    <a:pt x="305" y="286"/>
                    <a:pt x="314" y="289"/>
                    <a:pt x="322" y="289"/>
                  </a:cubicBezTo>
                  <a:cubicBezTo>
                    <a:pt x="358" y="289"/>
                    <a:pt x="378" y="238"/>
                    <a:pt x="346" y="225"/>
                  </a:cubicBezTo>
                  <a:cubicBezTo>
                    <a:pt x="257" y="156"/>
                    <a:pt x="172" y="101"/>
                    <a:pt x="99" y="11"/>
                  </a:cubicBezTo>
                  <a:cubicBezTo>
                    <a:pt x="91" y="4"/>
                    <a:pt x="82" y="0"/>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3"/>
            <p:cNvSpPr/>
            <p:nvPr/>
          </p:nvSpPr>
          <p:spPr>
            <a:xfrm>
              <a:off x="4241013" y="1066516"/>
              <a:ext cx="42144" cy="28482"/>
            </a:xfrm>
            <a:custGeom>
              <a:rect b="b" l="l" r="r" t="t"/>
              <a:pathLst>
                <a:path extrusionOk="0" h="221" w="327">
                  <a:moveTo>
                    <a:pt x="50" y="1"/>
                  </a:moveTo>
                  <a:cubicBezTo>
                    <a:pt x="10" y="1"/>
                    <a:pt x="1" y="58"/>
                    <a:pt x="30" y="73"/>
                  </a:cubicBezTo>
                  <a:cubicBezTo>
                    <a:pt x="103" y="111"/>
                    <a:pt x="175" y="162"/>
                    <a:pt x="243" y="218"/>
                  </a:cubicBezTo>
                  <a:cubicBezTo>
                    <a:pt x="248" y="220"/>
                    <a:pt x="253" y="221"/>
                    <a:pt x="259" y="221"/>
                  </a:cubicBezTo>
                  <a:cubicBezTo>
                    <a:pt x="293" y="221"/>
                    <a:pt x="326" y="175"/>
                    <a:pt x="282" y="145"/>
                  </a:cubicBezTo>
                  <a:cubicBezTo>
                    <a:pt x="209" y="90"/>
                    <a:pt x="137" y="39"/>
                    <a:pt x="69" y="4"/>
                  </a:cubicBezTo>
                  <a:cubicBezTo>
                    <a:pt x="62" y="2"/>
                    <a:pt x="55" y="1"/>
                    <a:pt x="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3"/>
            <p:cNvSpPr/>
            <p:nvPr/>
          </p:nvSpPr>
          <p:spPr>
            <a:xfrm>
              <a:off x="4227609" y="1081595"/>
              <a:ext cx="53099" cy="39437"/>
            </a:xfrm>
            <a:custGeom>
              <a:rect b="b" l="l" r="r" t="t"/>
              <a:pathLst>
                <a:path extrusionOk="0" h="306" w="412">
                  <a:moveTo>
                    <a:pt x="44" y="0"/>
                  </a:moveTo>
                  <a:cubicBezTo>
                    <a:pt x="17" y="0"/>
                    <a:pt x="0" y="52"/>
                    <a:pt x="28" y="79"/>
                  </a:cubicBezTo>
                  <a:cubicBezTo>
                    <a:pt x="117" y="169"/>
                    <a:pt x="224" y="224"/>
                    <a:pt x="330" y="292"/>
                  </a:cubicBezTo>
                  <a:cubicBezTo>
                    <a:pt x="340" y="302"/>
                    <a:pt x="350" y="305"/>
                    <a:pt x="359" y="305"/>
                  </a:cubicBezTo>
                  <a:cubicBezTo>
                    <a:pt x="388" y="305"/>
                    <a:pt x="412" y="267"/>
                    <a:pt x="386" y="241"/>
                  </a:cubicBezTo>
                  <a:cubicBezTo>
                    <a:pt x="279" y="169"/>
                    <a:pt x="173" y="101"/>
                    <a:pt x="66" y="11"/>
                  </a:cubicBezTo>
                  <a:cubicBezTo>
                    <a:pt x="58" y="3"/>
                    <a:pt x="51" y="0"/>
                    <a:pt x="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3"/>
            <p:cNvSpPr/>
            <p:nvPr/>
          </p:nvSpPr>
          <p:spPr>
            <a:xfrm>
              <a:off x="4890821" y="1516949"/>
              <a:ext cx="50779" cy="38922"/>
            </a:xfrm>
            <a:custGeom>
              <a:rect b="b" l="l" r="r" t="t"/>
              <a:pathLst>
                <a:path extrusionOk="0" h="302" w="394">
                  <a:moveTo>
                    <a:pt x="67" y="0"/>
                  </a:moveTo>
                  <a:cubicBezTo>
                    <a:pt x="35" y="0"/>
                    <a:pt x="0" y="32"/>
                    <a:pt x="18" y="60"/>
                  </a:cubicBezTo>
                  <a:cubicBezTo>
                    <a:pt x="103" y="149"/>
                    <a:pt x="210" y="218"/>
                    <a:pt x="316" y="290"/>
                  </a:cubicBezTo>
                  <a:cubicBezTo>
                    <a:pt x="325" y="298"/>
                    <a:pt x="335" y="301"/>
                    <a:pt x="344" y="301"/>
                  </a:cubicBezTo>
                  <a:cubicBezTo>
                    <a:pt x="373" y="301"/>
                    <a:pt x="394" y="265"/>
                    <a:pt x="355" y="239"/>
                  </a:cubicBezTo>
                  <a:cubicBezTo>
                    <a:pt x="265" y="167"/>
                    <a:pt x="176" y="94"/>
                    <a:pt x="86" y="5"/>
                  </a:cubicBezTo>
                  <a:cubicBezTo>
                    <a:pt x="80" y="2"/>
                    <a:pt x="74" y="0"/>
                    <a:pt x="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3"/>
            <p:cNvSpPr/>
            <p:nvPr/>
          </p:nvSpPr>
          <p:spPr>
            <a:xfrm>
              <a:off x="4875355" y="1537183"/>
              <a:ext cx="39308" cy="32349"/>
            </a:xfrm>
            <a:custGeom>
              <a:rect b="b" l="l" r="r" t="t"/>
              <a:pathLst>
                <a:path extrusionOk="0" h="251" w="305">
                  <a:moveTo>
                    <a:pt x="46" y="0"/>
                  </a:moveTo>
                  <a:cubicBezTo>
                    <a:pt x="20" y="0"/>
                    <a:pt x="0" y="51"/>
                    <a:pt x="31" y="82"/>
                  </a:cubicBezTo>
                  <a:cubicBezTo>
                    <a:pt x="83" y="133"/>
                    <a:pt x="155" y="189"/>
                    <a:pt x="223" y="240"/>
                  </a:cubicBezTo>
                  <a:cubicBezTo>
                    <a:pt x="232" y="248"/>
                    <a:pt x="242" y="251"/>
                    <a:pt x="251" y="251"/>
                  </a:cubicBezTo>
                  <a:cubicBezTo>
                    <a:pt x="281" y="251"/>
                    <a:pt x="305" y="215"/>
                    <a:pt x="279" y="189"/>
                  </a:cubicBezTo>
                  <a:cubicBezTo>
                    <a:pt x="206" y="133"/>
                    <a:pt x="138" y="82"/>
                    <a:pt x="65" y="10"/>
                  </a:cubicBezTo>
                  <a:cubicBezTo>
                    <a:pt x="59" y="3"/>
                    <a:pt x="52" y="0"/>
                    <a:pt x="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3"/>
            <p:cNvSpPr/>
            <p:nvPr/>
          </p:nvSpPr>
          <p:spPr>
            <a:xfrm>
              <a:off x="4859761" y="1552519"/>
              <a:ext cx="50650" cy="37891"/>
            </a:xfrm>
            <a:custGeom>
              <a:rect b="b" l="l" r="r" t="t"/>
              <a:pathLst>
                <a:path extrusionOk="0" h="294" w="393">
                  <a:moveTo>
                    <a:pt x="61" y="0"/>
                  </a:moveTo>
                  <a:cubicBezTo>
                    <a:pt x="30" y="0"/>
                    <a:pt x="0" y="24"/>
                    <a:pt x="24" y="48"/>
                  </a:cubicBezTo>
                  <a:cubicBezTo>
                    <a:pt x="114" y="138"/>
                    <a:pt x="221" y="210"/>
                    <a:pt x="310" y="283"/>
                  </a:cubicBezTo>
                  <a:cubicBezTo>
                    <a:pt x="318" y="290"/>
                    <a:pt x="326" y="293"/>
                    <a:pt x="335" y="293"/>
                  </a:cubicBezTo>
                  <a:cubicBezTo>
                    <a:pt x="364" y="293"/>
                    <a:pt x="392" y="254"/>
                    <a:pt x="365" y="227"/>
                  </a:cubicBezTo>
                  <a:cubicBezTo>
                    <a:pt x="276" y="155"/>
                    <a:pt x="169" y="87"/>
                    <a:pt x="97" y="14"/>
                  </a:cubicBezTo>
                  <a:cubicBezTo>
                    <a:pt x="87" y="4"/>
                    <a:pt x="74" y="0"/>
                    <a:pt x="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 name="Google Shape;803;p43"/>
          <p:cNvGrpSpPr/>
          <p:nvPr/>
        </p:nvGrpSpPr>
        <p:grpSpPr>
          <a:xfrm>
            <a:off x="1587700" y="1566536"/>
            <a:ext cx="700600" cy="929389"/>
            <a:chOff x="9307511" y="3611368"/>
            <a:chExt cx="820856" cy="1088916"/>
          </a:xfrm>
        </p:grpSpPr>
        <p:sp>
          <p:nvSpPr>
            <p:cNvPr id="804" name="Google Shape;804;p43"/>
            <p:cNvSpPr/>
            <p:nvPr/>
          </p:nvSpPr>
          <p:spPr>
            <a:xfrm>
              <a:off x="9698276" y="3631280"/>
              <a:ext cx="14519" cy="104536"/>
            </a:xfrm>
            <a:custGeom>
              <a:rect b="b" l="l" r="r" t="t"/>
              <a:pathLst>
                <a:path extrusionOk="0" h="1260" w="175">
                  <a:moveTo>
                    <a:pt x="88" y="0"/>
                  </a:moveTo>
                  <a:cubicBezTo>
                    <a:pt x="44" y="0"/>
                    <a:pt x="0" y="27"/>
                    <a:pt x="0" y="80"/>
                  </a:cubicBezTo>
                  <a:lnTo>
                    <a:pt x="0" y="1180"/>
                  </a:lnTo>
                  <a:cubicBezTo>
                    <a:pt x="0" y="1233"/>
                    <a:pt x="44" y="1260"/>
                    <a:pt x="88" y="1260"/>
                  </a:cubicBezTo>
                  <a:cubicBezTo>
                    <a:pt x="131" y="1260"/>
                    <a:pt x="175" y="1233"/>
                    <a:pt x="175" y="1180"/>
                  </a:cubicBezTo>
                  <a:lnTo>
                    <a:pt x="175" y="80"/>
                  </a:lnTo>
                  <a:cubicBezTo>
                    <a:pt x="175" y="27"/>
                    <a:pt x="131" y="0"/>
                    <a:pt x="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3"/>
            <p:cNvSpPr/>
            <p:nvPr/>
          </p:nvSpPr>
          <p:spPr>
            <a:xfrm>
              <a:off x="9684836" y="3611368"/>
              <a:ext cx="41400" cy="41068"/>
            </a:xfrm>
            <a:custGeom>
              <a:rect b="b" l="l" r="r" t="t"/>
              <a:pathLst>
                <a:path extrusionOk="0" h="495" w="499">
                  <a:moveTo>
                    <a:pt x="247" y="0"/>
                  </a:moveTo>
                  <a:cubicBezTo>
                    <a:pt x="107" y="0"/>
                    <a:pt x="0" y="107"/>
                    <a:pt x="0" y="247"/>
                  </a:cubicBezTo>
                  <a:cubicBezTo>
                    <a:pt x="0" y="371"/>
                    <a:pt x="107" y="495"/>
                    <a:pt x="247" y="495"/>
                  </a:cubicBezTo>
                  <a:cubicBezTo>
                    <a:pt x="375" y="495"/>
                    <a:pt x="499" y="371"/>
                    <a:pt x="499" y="247"/>
                  </a:cubicBezTo>
                  <a:cubicBezTo>
                    <a:pt x="499" y="107"/>
                    <a:pt x="375"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3"/>
            <p:cNvSpPr/>
            <p:nvPr/>
          </p:nvSpPr>
          <p:spPr>
            <a:xfrm>
              <a:off x="9639205" y="4555593"/>
              <a:ext cx="150333" cy="86367"/>
            </a:xfrm>
            <a:custGeom>
              <a:rect b="b" l="l" r="r" t="t"/>
              <a:pathLst>
                <a:path extrusionOk="0" h="1041" w="1812">
                  <a:moveTo>
                    <a:pt x="1733" y="1"/>
                  </a:moveTo>
                  <a:cubicBezTo>
                    <a:pt x="1702" y="1"/>
                    <a:pt x="1671" y="19"/>
                    <a:pt x="1671" y="55"/>
                  </a:cubicBezTo>
                  <a:cubicBezTo>
                    <a:pt x="1688" y="426"/>
                    <a:pt x="1509" y="746"/>
                    <a:pt x="1155" y="874"/>
                  </a:cubicBezTo>
                  <a:cubicBezTo>
                    <a:pt x="1065" y="899"/>
                    <a:pt x="970" y="912"/>
                    <a:pt x="876" y="912"/>
                  </a:cubicBezTo>
                  <a:cubicBezTo>
                    <a:pt x="654" y="912"/>
                    <a:pt x="435" y="839"/>
                    <a:pt x="286" y="677"/>
                  </a:cubicBezTo>
                  <a:cubicBezTo>
                    <a:pt x="158" y="516"/>
                    <a:pt x="124" y="319"/>
                    <a:pt x="141" y="128"/>
                  </a:cubicBezTo>
                  <a:cubicBezTo>
                    <a:pt x="151" y="74"/>
                    <a:pt x="110" y="38"/>
                    <a:pt x="73" y="38"/>
                  </a:cubicBezTo>
                  <a:cubicBezTo>
                    <a:pt x="48" y="38"/>
                    <a:pt x="24" y="54"/>
                    <a:pt x="17" y="89"/>
                  </a:cubicBezTo>
                  <a:cubicBezTo>
                    <a:pt x="0" y="302"/>
                    <a:pt x="17" y="516"/>
                    <a:pt x="124" y="695"/>
                  </a:cubicBezTo>
                  <a:cubicBezTo>
                    <a:pt x="230" y="835"/>
                    <a:pt x="392" y="942"/>
                    <a:pt x="567" y="997"/>
                  </a:cubicBezTo>
                  <a:cubicBezTo>
                    <a:pt x="659" y="1026"/>
                    <a:pt x="758" y="1041"/>
                    <a:pt x="860" y="1041"/>
                  </a:cubicBezTo>
                  <a:cubicBezTo>
                    <a:pt x="1132" y="1041"/>
                    <a:pt x="1419" y="937"/>
                    <a:pt x="1599" y="729"/>
                  </a:cubicBezTo>
                  <a:cubicBezTo>
                    <a:pt x="1756" y="554"/>
                    <a:pt x="1812" y="302"/>
                    <a:pt x="1795" y="55"/>
                  </a:cubicBezTo>
                  <a:cubicBezTo>
                    <a:pt x="1795" y="19"/>
                    <a:pt x="1764" y="1"/>
                    <a:pt x="17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3"/>
            <p:cNvSpPr/>
            <p:nvPr/>
          </p:nvSpPr>
          <p:spPr>
            <a:xfrm>
              <a:off x="9914981" y="4520499"/>
              <a:ext cx="67202" cy="175056"/>
            </a:xfrm>
            <a:custGeom>
              <a:rect b="b" l="l" r="r" t="t"/>
              <a:pathLst>
                <a:path extrusionOk="0" h="2110" w="810">
                  <a:moveTo>
                    <a:pt x="199" y="1"/>
                  </a:moveTo>
                  <a:cubicBezTo>
                    <a:pt x="102" y="1"/>
                    <a:pt x="0" y="83"/>
                    <a:pt x="31" y="210"/>
                  </a:cubicBezTo>
                  <a:cubicBezTo>
                    <a:pt x="159" y="725"/>
                    <a:pt x="282" y="1258"/>
                    <a:pt x="406" y="1774"/>
                  </a:cubicBezTo>
                  <a:cubicBezTo>
                    <a:pt x="423" y="1846"/>
                    <a:pt x="440" y="1915"/>
                    <a:pt x="457" y="1987"/>
                  </a:cubicBezTo>
                  <a:cubicBezTo>
                    <a:pt x="479" y="2072"/>
                    <a:pt x="543" y="2109"/>
                    <a:pt x="609" y="2109"/>
                  </a:cubicBezTo>
                  <a:cubicBezTo>
                    <a:pt x="708" y="2109"/>
                    <a:pt x="810" y="2026"/>
                    <a:pt x="777" y="1898"/>
                  </a:cubicBezTo>
                  <a:cubicBezTo>
                    <a:pt x="653" y="1382"/>
                    <a:pt x="529" y="870"/>
                    <a:pt x="406" y="355"/>
                  </a:cubicBezTo>
                  <a:cubicBezTo>
                    <a:pt x="389" y="265"/>
                    <a:pt x="372" y="193"/>
                    <a:pt x="350" y="124"/>
                  </a:cubicBezTo>
                  <a:cubicBezTo>
                    <a:pt x="330" y="38"/>
                    <a:pt x="265" y="1"/>
                    <a:pt x="1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3"/>
            <p:cNvSpPr/>
            <p:nvPr/>
          </p:nvSpPr>
          <p:spPr>
            <a:xfrm>
              <a:off x="9951402" y="4672242"/>
              <a:ext cx="74005" cy="28042"/>
            </a:xfrm>
            <a:custGeom>
              <a:rect b="b" l="l" r="r" t="t"/>
              <a:pathLst>
                <a:path extrusionOk="0" h="338" w="892">
                  <a:moveTo>
                    <a:pt x="180" y="0"/>
                  </a:moveTo>
                  <a:cubicBezTo>
                    <a:pt x="90" y="0"/>
                    <a:pt x="1" y="69"/>
                    <a:pt x="18" y="158"/>
                  </a:cubicBezTo>
                  <a:cubicBezTo>
                    <a:pt x="18" y="248"/>
                    <a:pt x="90" y="337"/>
                    <a:pt x="180" y="337"/>
                  </a:cubicBezTo>
                  <a:lnTo>
                    <a:pt x="730" y="337"/>
                  </a:lnTo>
                  <a:cubicBezTo>
                    <a:pt x="819" y="337"/>
                    <a:pt x="892" y="248"/>
                    <a:pt x="892" y="158"/>
                  </a:cubicBezTo>
                  <a:cubicBezTo>
                    <a:pt x="892" y="69"/>
                    <a:pt x="819" y="0"/>
                    <a:pt x="7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3"/>
            <p:cNvSpPr/>
            <p:nvPr/>
          </p:nvSpPr>
          <p:spPr>
            <a:xfrm>
              <a:off x="9449381" y="4520499"/>
              <a:ext cx="65791" cy="175056"/>
            </a:xfrm>
            <a:custGeom>
              <a:rect b="b" l="l" r="r" t="t"/>
              <a:pathLst>
                <a:path extrusionOk="0" h="2110" w="793">
                  <a:moveTo>
                    <a:pt x="594" y="1"/>
                  </a:moveTo>
                  <a:cubicBezTo>
                    <a:pt x="528" y="1"/>
                    <a:pt x="463" y="38"/>
                    <a:pt x="443" y="124"/>
                  </a:cubicBezTo>
                  <a:cubicBezTo>
                    <a:pt x="315" y="636"/>
                    <a:pt x="191" y="1169"/>
                    <a:pt x="68" y="1684"/>
                  </a:cubicBezTo>
                  <a:cubicBezTo>
                    <a:pt x="68" y="1757"/>
                    <a:pt x="51" y="1829"/>
                    <a:pt x="34" y="1898"/>
                  </a:cubicBezTo>
                  <a:cubicBezTo>
                    <a:pt x="0" y="2026"/>
                    <a:pt x="102" y="2109"/>
                    <a:pt x="201" y="2109"/>
                  </a:cubicBezTo>
                  <a:cubicBezTo>
                    <a:pt x="267" y="2109"/>
                    <a:pt x="331" y="2072"/>
                    <a:pt x="353" y="1987"/>
                  </a:cubicBezTo>
                  <a:cubicBezTo>
                    <a:pt x="477" y="1471"/>
                    <a:pt x="583" y="956"/>
                    <a:pt x="707" y="423"/>
                  </a:cubicBezTo>
                  <a:cubicBezTo>
                    <a:pt x="724" y="355"/>
                    <a:pt x="741" y="282"/>
                    <a:pt x="762" y="210"/>
                  </a:cubicBezTo>
                  <a:cubicBezTo>
                    <a:pt x="793" y="83"/>
                    <a:pt x="692" y="1"/>
                    <a:pt x="5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3"/>
            <p:cNvSpPr/>
            <p:nvPr/>
          </p:nvSpPr>
          <p:spPr>
            <a:xfrm>
              <a:off x="9404746" y="4672242"/>
              <a:ext cx="74005" cy="28042"/>
            </a:xfrm>
            <a:custGeom>
              <a:rect b="b" l="l" r="r" t="t"/>
              <a:pathLst>
                <a:path extrusionOk="0" h="338" w="892">
                  <a:moveTo>
                    <a:pt x="179" y="0"/>
                  </a:moveTo>
                  <a:cubicBezTo>
                    <a:pt x="90" y="0"/>
                    <a:pt x="0" y="69"/>
                    <a:pt x="0" y="158"/>
                  </a:cubicBezTo>
                  <a:cubicBezTo>
                    <a:pt x="0" y="248"/>
                    <a:pt x="73" y="337"/>
                    <a:pt x="179" y="337"/>
                  </a:cubicBezTo>
                  <a:lnTo>
                    <a:pt x="712" y="337"/>
                  </a:lnTo>
                  <a:cubicBezTo>
                    <a:pt x="802" y="337"/>
                    <a:pt x="891" y="248"/>
                    <a:pt x="891" y="158"/>
                  </a:cubicBezTo>
                  <a:cubicBezTo>
                    <a:pt x="874" y="69"/>
                    <a:pt x="819" y="0"/>
                    <a:pt x="7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3"/>
            <p:cNvSpPr/>
            <p:nvPr/>
          </p:nvSpPr>
          <p:spPr>
            <a:xfrm>
              <a:off x="9342854" y="4414470"/>
              <a:ext cx="758964" cy="155974"/>
            </a:xfrm>
            <a:custGeom>
              <a:rect b="b" l="l" r="r" t="t"/>
              <a:pathLst>
                <a:path extrusionOk="0" h="1880" w="9148">
                  <a:moveTo>
                    <a:pt x="5282" y="780"/>
                  </a:moveTo>
                  <a:lnTo>
                    <a:pt x="5282" y="780"/>
                  </a:lnTo>
                  <a:cubicBezTo>
                    <a:pt x="5264" y="781"/>
                    <a:pt x="5248" y="784"/>
                    <a:pt x="5231" y="787"/>
                  </a:cubicBezTo>
                  <a:lnTo>
                    <a:pt x="5231" y="787"/>
                  </a:lnTo>
                  <a:cubicBezTo>
                    <a:pt x="5248" y="785"/>
                    <a:pt x="5265" y="783"/>
                    <a:pt x="5282" y="780"/>
                  </a:cubicBezTo>
                  <a:close/>
                  <a:moveTo>
                    <a:pt x="8578" y="1"/>
                  </a:moveTo>
                  <a:cubicBezTo>
                    <a:pt x="8538" y="1"/>
                    <a:pt x="8497" y="6"/>
                    <a:pt x="8457" y="17"/>
                  </a:cubicBezTo>
                  <a:cubicBezTo>
                    <a:pt x="7415" y="325"/>
                    <a:pt x="6370" y="632"/>
                    <a:pt x="5282" y="780"/>
                  </a:cubicBezTo>
                  <a:lnTo>
                    <a:pt x="5282" y="780"/>
                  </a:lnTo>
                  <a:cubicBezTo>
                    <a:pt x="5286" y="780"/>
                    <a:pt x="5290" y="780"/>
                    <a:pt x="5294" y="780"/>
                  </a:cubicBezTo>
                  <a:cubicBezTo>
                    <a:pt x="5266" y="784"/>
                    <a:pt x="5238" y="788"/>
                    <a:pt x="5209" y="791"/>
                  </a:cubicBezTo>
                  <a:lnTo>
                    <a:pt x="5209" y="791"/>
                  </a:lnTo>
                  <a:cubicBezTo>
                    <a:pt x="5217" y="790"/>
                    <a:pt x="5224" y="789"/>
                    <a:pt x="5231" y="787"/>
                  </a:cubicBezTo>
                  <a:lnTo>
                    <a:pt x="5231" y="787"/>
                  </a:lnTo>
                  <a:cubicBezTo>
                    <a:pt x="5206" y="791"/>
                    <a:pt x="5180" y="794"/>
                    <a:pt x="5154" y="797"/>
                  </a:cubicBezTo>
                  <a:cubicBezTo>
                    <a:pt x="5158" y="797"/>
                    <a:pt x="5162" y="797"/>
                    <a:pt x="5166" y="797"/>
                  </a:cubicBezTo>
                  <a:lnTo>
                    <a:pt x="5166" y="797"/>
                  </a:lnTo>
                  <a:cubicBezTo>
                    <a:pt x="4741" y="850"/>
                    <a:pt x="4318" y="875"/>
                    <a:pt x="3895" y="875"/>
                  </a:cubicBezTo>
                  <a:cubicBezTo>
                    <a:pt x="3501" y="875"/>
                    <a:pt x="3107" y="853"/>
                    <a:pt x="2710" y="810"/>
                  </a:cubicBezTo>
                  <a:lnTo>
                    <a:pt x="2710" y="810"/>
                  </a:lnTo>
                  <a:cubicBezTo>
                    <a:pt x="2714" y="811"/>
                    <a:pt x="2717" y="813"/>
                    <a:pt x="2720" y="814"/>
                  </a:cubicBezTo>
                  <a:cubicBezTo>
                    <a:pt x="2697" y="811"/>
                    <a:pt x="2674" y="807"/>
                    <a:pt x="2651" y="804"/>
                  </a:cubicBezTo>
                  <a:lnTo>
                    <a:pt x="2651" y="804"/>
                  </a:lnTo>
                  <a:cubicBezTo>
                    <a:pt x="2671" y="806"/>
                    <a:pt x="2691" y="808"/>
                    <a:pt x="2710" y="810"/>
                  </a:cubicBezTo>
                  <a:lnTo>
                    <a:pt x="2710" y="810"/>
                  </a:lnTo>
                  <a:cubicBezTo>
                    <a:pt x="2681" y="799"/>
                    <a:pt x="2642" y="797"/>
                    <a:pt x="2612" y="797"/>
                  </a:cubicBezTo>
                  <a:lnTo>
                    <a:pt x="2612" y="797"/>
                  </a:lnTo>
                  <a:cubicBezTo>
                    <a:pt x="2625" y="799"/>
                    <a:pt x="2638" y="801"/>
                    <a:pt x="2651" y="804"/>
                  </a:cubicBezTo>
                  <a:lnTo>
                    <a:pt x="2651" y="804"/>
                  </a:lnTo>
                  <a:cubicBezTo>
                    <a:pt x="2633" y="801"/>
                    <a:pt x="2615" y="799"/>
                    <a:pt x="2596" y="797"/>
                  </a:cubicBezTo>
                  <a:cubicBezTo>
                    <a:pt x="2601" y="797"/>
                    <a:pt x="2606" y="797"/>
                    <a:pt x="2612" y="797"/>
                  </a:cubicBezTo>
                  <a:lnTo>
                    <a:pt x="2612" y="797"/>
                  </a:lnTo>
                  <a:cubicBezTo>
                    <a:pt x="1955" y="691"/>
                    <a:pt x="1317" y="539"/>
                    <a:pt x="678" y="337"/>
                  </a:cubicBezTo>
                  <a:cubicBezTo>
                    <a:pt x="633" y="321"/>
                    <a:pt x="586" y="313"/>
                    <a:pt x="539" y="313"/>
                  </a:cubicBezTo>
                  <a:cubicBezTo>
                    <a:pt x="326" y="313"/>
                    <a:pt x="115" y="468"/>
                    <a:pt x="56" y="674"/>
                  </a:cubicBezTo>
                  <a:cubicBezTo>
                    <a:pt x="0" y="955"/>
                    <a:pt x="145" y="1206"/>
                    <a:pt x="410" y="1296"/>
                  </a:cubicBezTo>
                  <a:cubicBezTo>
                    <a:pt x="1514" y="1650"/>
                    <a:pt x="2647" y="1863"/>
                    <a:pt x="3820" y="1880"/>
                  </a:cubicBezTo>
                  <a:cubicBezTo>
                    <a:pt x="4868" y="1880"/>
                    <a:pt x="5917" y="1722"/>
                    <a:pt x="6927" y="1471"/>
                  </a:cubicBezTo>
                  <a:cubicBezTo>
                    <a:pt x="7532" y="1330"/>
                    <a:pt x="8137" y="1151"/>
                    <a:pt x="8721" y="976"/>
                  </a:cubicBezTo>
                  <a:cubicBezTo>
                    <a:pt x="8973" y="904"/>
                    <a:pt x="9147" y="635"/>
                    <a:pt x="9079" y="371"/>
                  </a:cubicBezTo>
                  <a:cubicBezTo>
                    <a:pt x="9003" y="161"/>
                    <a:pt x="8799" y="1"/>
                    <a:pt x="85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3"/>
            <p:cNvSpPr/>
            <p:nvPr/>
          </p:nvSpPr>
          <p:spPr>
            <a:xfrm>
              <a:off x="9490283" y="3854290"/>
              <a:ext cx="465848" cy="561673"/>
            </a:xfrm>
            <a:custGeom>
              <a:rect b="b" l="l" r="r" t="t"/>
              <a:pathLst>
                <a:path extrusionOk="0" h="6770" w="5615">
                  <a:moveTo>
                    <a:pt x="5614" y="6147"/>
                  </a:moveTo>
                  <a:cubicBezTo>
                    <a:pt x="5491" y="6198"/>
                    <a:pt x="5418" y="6236"/>
                    <a:pt x="5329" y="6253"/>
                  </a:cubicBezTo>
                  <a:cubicBezTo>
                    <a:pt x="4975" y="6377"/>
                    <a:pt x="4617" y="6484"/>
                    <a:pt x="4263" y="6590"/>
                  </a:cubicBezTo>
                  <a:cubicBezTo>
                    <a:pt x="3926" y="6680"/>
                    <a:pt x="3590" y="6731"/>
                    <a:pt x="3232" y="6731"/>
                  </a:cubicBezTo>
                  <a:cubicBezTo>
                    <a:pt x="2844" y="6748"/>
                    <a:pt x="2435" y="6769"/>
                    <a:pt x="2043" y="6748"/>
                  </a:cubicBezTo>
                  <a:cubicBezTo>
                    <a:pt x="1761" y="6748"/>
                    <a:pt x="1459" y="6731"/>
                    <a:pt x="1173" y="6697"/>
                  </a:cubicBezTo>
                  <a:cubicBezTo>
                    <a:pt x="960" y="6680"/>
                    <a:pt x="764" y="6607"/>
                    <a:pt x="551" y="6573"/>
                  </a:cubicBezTo>
                  <a:cubicBezTo>
                    <a:pt x="393" y="6535"/>
                    <a:pt x="231" y="6501"/>
                    <a:pt x="73" y="6484"/>
                  </a:cubicBezTo>
                  <a:cubicBezTo>
                    <a:pt x="56" y="6467"/>
                    <a:pt x="35" y="6467"/>
                    <a:pt x="1" y="6449"/>
                  </a:cubicBezTo>
                  <a:cubicBezTo>
                    <a:pt x="18" y="6287"/>
                    <a:pt x="35" y="6130"/>
                    <a:pt x="73" y="5968"/>
                  </a:cubicBezTo>
                  <a:cubicBezTo>
                    <a:pt x="107" y="5597"/>
                    <a:pt x="163" y="5205"/>
                    <a:pt x="214" y="4830"/>
                  </a:cubicBezTo>
                  <a:cubicBezTo>
                    <a:pt x="231" y="4655"/>
                    <a:pt x="269" y="4476"/>
                    <a:pt x="303" y="4297"/>
                  </a:cubicBezTo>
                  <a:cubicBezTo>
                    <a:pt x="321" y="4212"/>
                    <a:pt x="321" y="4105"/>
                    <a:pt x="338" y="3999"/>
                  </a:cubicBezTo>
                  <a:cubicBezTo>
                    <a:pt x="393" y="3551"/>
                    <a:pt x="427" y="3091"/>
                    <a:pt x="534" y="2630"/>
                  </a:cubicBezTo>
                  <a:cubicBezTo>
                    <a:pt x="589" y="2434"/>
                    <a:pt x="606" y="2238"/>
                    <a:pt x="657" y="2025"/>
                  </a:cubicBezTo>
                  <a:cubicBezTo>
                    <a:pt x="730" y="1633"/>
                    <a:pt x="853" y="1262"/>
                    <a:pt x="1066" y="925"/>
                  </a:cubicBezTo>
                  <a:cubicBezTo>
                    <a:pt x="1263" y="657"/>
                    <a:pt x="1476" y="444"/>
                    <a:pt x="1778" y="303"/>
                  </a:cubicBezTo>
                  <a:cubicBezTo>
                    <a:pt x="1868" y="269"/>
                    <a:pt x="1936" y="214"/>
                    <a:pt x="2025" y="180"/>
                  </a:cubicBezTo>
                  <a:cubicBezTo>
                    <a:pt x="2345" y="56"/>
                    <a:pt x="2682" y="0"/>
                    <a:pt x="3040" y="35"/>
                  </a:cubicBezTo>
                  <a:cubicBezTo>
                    <a:pt x="3253" y="56"/>
                    <a:pt x="3466" y="90"/>
                    <a:pt x="3658" y="180"/>
                  </a:cubicBezTo>
                  <a:cubicBezTo>
                    <a:pt x="3944" y="303"/>
                    <a:pt x="4140" y="516"/>
                    <a:pt x="4263" y="781"/>
                  </a:cubicBezTo>
                  <a:cubicBezTo>
                    <a:pt x="4404" y="1083"/>
                    <a:pt x="4532" y="1386"/>
                    <a:pt x="4617" y="1705"/>
                  </a:cubicBezTo>
                  <a:cubicBezTo>
                    <a:pt x="4724" y="2042"/>
                    <a:pt x="4813" y="2400"/>
                    <a:pt x="4903" y="2754"/>
                  </a:cubicBezTo>
                  <a:cubicBezTo>
                    <a:pt x="4937" y="2933"/>
                    <a:pt x="4975" y="3108"/>
                    <a:pt x="5009" y="3287"/>
                  </a:cubicBezTo>
                  <a:cubicBezTo>
                    <a:pt x="5082" y="3606"/>
                    <a:pt x="5150" y="3926"/>
                    <a:pt x="5205" y="4246"/>
                  </a:cubicBezTo>
                  <a:cubicBezTo>
                    <a:pt x="5222" y="4280"/>
                    <a:pt x="5222" y="4318"/>
                    <a:pt x="5239" y="4352"/>
                  </a:cubicBezTo>
                  <a:cubicBezTo>
                    <a:pt x="5346" y="4723"/>
                    <a:pt x="5435" y="5115"/>
                    <a:pt x="5469" y="5507"/>
                  </a:cubicBezTo>
                  <a:cubicBezTo>
                    <a:pt x="5469" y="5559"/>
                    <a:pt x="5491" y="5614"/>
                    <a:pt x="5508" y="5665"/>
                  </a:cubicBezTo>
                  <a:cubicBezTo>
                    <a:pt x="5542" y="5827"/>
                    <a:pt x="5576" y="5985"/>
                    <a:pt x="5614" y="6147"/>
                  </a:cubicBezTo>
                  <a:close/>
                  <a:moveTo>
                    <a:pt x="3641" y="2379"/>
                  </a:moveTo>
                  <a:lnTo>
                    <a:pt x="3624" y="2379"/>
                  </a:lnTo>
                  <a:lnTo>
                    <a:pt x="3624" y="2328"/>
                  </a:lnTo>
                  <a:cubicBezTo>
                    <a:pt x="3624" y="1902"/>
                    <a:pt x="3483" y="1548"/>
                    <a:pt x="3091" y="1335"/>
                  </a:cubicBezTo>
                  <a:cubicBezTo>
                    <a:pt x="3040" y="1313"/>
                    <a:pt x="2985" y="1279"/>
                    <a:pt x="2912" y="1279"/>
                  </a:cubicBezTo>
                  <a:cubicBezTo>
                    <a:pt x="2699" y="1245"/>
                    <a:pt x="2486" y="1296"/>
                    <a:pt x="2273" y="1369"/>
                  </a:cubicBezTo>
                  <a:cubicBezTo>
                    <a:pt x="2098" y="1441"/>
                    <a:pt x="1974" y="1565"/>
                    <a:pt x="1846" y="1705"/>
                  </a:cubicBezTo>
                  <a:cubicBezTo>
                    <a:pt x="1706" y="1884"/>
                    <a:pt x="1672" y="2098"/>
                    <a:pt x="1616" y="2311"/>
                  </a:cubicBezTo>
                  <a:cubicBezTo>
                    <a:pt x="1548" y="2613"/>
                    <a:pt x="1565" y="2933"/>
                    <a:pt x="1616" y="3231"/>
                  </a:cubicBezTo>
                  <a:cubicBezTo>
                    <a:pt x="1655" y="3466"/>
                    <a:pt x="1761" y="3658"/>
                    <a:pt x="1953" y="3803"/>
                  </a:cubicBezTo>
                  <a:cubicBezTo>
                    <a:pt x="2115" y="3926"/>
                    <a:pt x="2294" y="3943"/>
                    <a:pt x="2469" y="3977"/>
                  </a:cubicBezTo>
                  <a:cubicBezTo>
                    <a:pt x="2737" y="4016"/>
                    <a:pt x="3002" y="3943"/>
                    <a:pt x="3215" y="3803"/>
                  </a:cubicBezTo>
                  <a:cubicBezTo>
                    <a:pt x="3466" y="3641"/>
                    <a:pt x="3607" y="3376"/>
                    <a:pt x="3624" y="3074"/>
                  </a:cubicBezTo>
                  <a:cubicBezTo>
                    <a:pt x="3641" y="2843"/>
                    <a:pt x="3641" y="2613"/>
                    <a:pt x="3641" y="23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3"/>
            <p:cNvSpPr/>
            <p:nvPr/>
          </p:nvSpPr>
          <p:spPr>
            <a:xfrm>
              <a:off x="9441831" y="3717398"/>
              <a:ext cx="553874" cy="667453"/>
            </a:xfrm>
            <a:custGeom>
              <a:rect b="b" l="l" r="r" t="t"/>
              <a:pathLst>
                <a:path extrusionOk="0" h="8045" w="6676">
                  <a:moveTo>
                    <a:pt x="444" y="8044"/>
                  </a:moveTo>
                  <a:cubicBezTo>
                    <a:pt x="355" y="8027"/>
                    <a:pt x="265" y="8010"/>
                    <a:pt x="159" y="7993"/>
                  </a:cubicBezTo>
                  <a:cubicBezTo>
                    <a:pt x="193" y="7780"/>
                    <a:pt x="231" y="7584"/>
                    <a:pt x="265" y="7388"/>
                  </a:cubicBezTo>
                  <a:cubicBezTo>
                    <a:pt x="372" y="6799"/>
                    <a:pt x="495" y="6215"/>
                    <a:pt x="534" y="5610"/>
                  </a:cubicBezTo>
                  <a:cubicBezTo>
                    <a:pt x="551" y="5397"/>
                    <a:pt x="534" y="5201"/>
                    <a:pt x="495" y="5009"/>
                  </a:cubicBezTo>
                  <a:cubicBezTo>
                    <a:pt x="461" y="4724"/>
                    <a:pt x="321" y="4511"/>
                    <a:pt x="1" y="4438"/>
                  </a:cubicBezTo>
                  <a:cubicBezTo>
                    <a:pt x="35" y="4297"/>
                    <a:pt x="69" y="4157"/>
                    <a:pt x="107" y="4029"/>
                  </a:cubicBezTo>
                  <a:cubicBezTo>
                    <a:pt x="159" y="3837"/>
                    <a:pt x="214" y="3658"/>
                    <a:pt x="265" y="3479"/>
                  </a:cubicBezTo>
                  <a:cubicBezTo>
                    <a:pt x="321" y="3283"/>
                    <a:pt x="372" y="3108"/>
                    <a:pt x="427" y="2912"/>
                  </a:cubicBezTo>
                  <a:cubicBezTo>
                    <a:pt x="512" y="2665"/>
                    <a:pt x="585" y="2413"/>
                    <a:pt x="674" y="2166"/>
                  </a:cubicBezTo>
                  <a:cubicBezTo>
                    <a:pt x="747" y="1970"/>
                    <a:pt x="832" y="1774"/>
                    <a:pt x="922" y="1578"/>
                  </a:cubicBezTo>
                  <a:cubicBezTo>
                    <a:pt x="1011" y="1403"/>
                    <a:pt x="1101" y="1224"/>
                    <a:pt x="1207" y="1067"/>
                  </a:cubicBezTo>
                  <a:cubicBezTo>
                    <a:pt x="1437" y="691"/>
                    <a:pt x="1723" y="372"/>
                    <a:pt x="2166" y="248"/>
                  </a:cubicBezTo>
                  <a:cubicBezTo>
                    <a:pt x="2592" y="142"/>
                    <a:pt x="3019" y="69"/>
                    <a:pt x="3445" y="18"/>
                  </a:cubicBezTo>
                  <a:cubicBezTo>
                    <a:pt x="3730" y="1"/>
                    <a:pt x="3995" y="1"/>
                    <a:pt x="4263" y="86"/>
                  </a:cubicBezTo>
                  <a:cubicBezTo>
                    <a:pt x="4349" y="108"/>
                    <a:pt x="4438" y="108"/>
                    <a:pt x="4510" y="125"/>
                  </a:cubicBezTo>
                  <a:cubicBezTo>
                    <a:pt x="4954" y="265"/>
                    <a:pt x="5291" y="534"/>
                    <a:pt x="5487" y="960"/>
                  </a:cubicBezTo>
                  <a:cubicBezTo>
                    <a:pt x="5683" y="1365"/>
                    <a:pt x="5840" y="1774"/>
                    <a:pt x="6019" y="2200"/>
                  </a:cubicBezTo>
                  <a:cubicBezTo>
                    <a:pt x="6181" y="2627"/>
                    <a:pt x="6339" y="3053"/>
                    <a:pt x="6480" y="3479"/>
                  </a:cubicBezTo>
                  <a:cubicBezTo>
                    <a:pt x="6552" y="3692"/>
                    <a:pt x="6625" y="3905"/>
                    <a:pt x="6676" y="4118"/>
                  </a:cubicBezTo>
                  <a:cubicBezTo>
                    <a:pt x="6625" y="4135"/>
                    <a:pt x="6608" y="4135"/>
                    <a:pt x="6569" y="4157"/>
                  </a:cubicBezTo>
                  <a:cubicBezTo>
                    <a:pt x="6198" y="4280"/>
                    <a:pt x="6036" y="4511"/>
                    <a:pt x="6036" y="4954"/>
                  </a:cubicBezTo>
                  <a:cubicBezTo>
                    <a:pt x="6036" y="5256"/>
                    <a:pt x="6109" y="5542"/>
                    <a:pt x="6181" y="5840"/>
                  </a:cubicBezTo>
                  <a:cubicBezTo>
                    <a:pt x="6267" y="6215"/>
                    <a:pt x="6356" y="6608"/>
                    <a:pt x="6463" y="6978"/>
                  </a:cubicBezTo>
                  <a:cubicBezTo>
                    <a:pt x="6518" y="7192"/>
                    <a:pt x="6569" y="7405"/>
                    <a:pt x="6642" y="7618"/>
                  </a:cubicBezTo>
                  <a:cubicBezTo>
                    <a:pt x="6552" y="7652"/>
                    <a:pt x="6446" y="7707"/>
                    <a:pt x="6322" y="7758"/>
                  </a:cubicBezTo>
                  <a:cubicBezTo>
                    <a:pt x="6305" y="7724"/>
                    <a:pt x="6288" y="7707"/>
                    <a:pt x="6288" y="7690"/>
                  </a:cubicBezTo>
                  <a:cubicBezTo>
                    <a:pt x="6232" y="7388"/>
                    <a:pt x="6181" y="7085"/>
                    <a:pt x="6126" y="6782"/>
                  </a:cubicBezTo>
                  <a:cubicBezTo>
                    <a:pt x="6053" y="6480"/>
                    <a:pt x="5985" y="6181"/>
                    <a:pt x="5913" y="5879"/>
                  </a:cubicBezTo>
                  <a:cubicBezTo>
                    <a:pt x="5862" y="5559"/>
                    <a:pt x="5789" y="5239"/>
                    <a:pt x="5734" y="4920"/>
                  </a:cubicBezTo>
                  <a:cubicBezTo>
                    <a:pt x="5700" y="4813"/>
                    <a:pt x="5666" y="4707"/>
                    <a:pt x="5649" y="4600"/>
                  </a:cubicBezTo>
                  <a:cubicBezTo>
                    <a:pt x="5559" y="4174"/>
                    <a:pt x="5470" y="3748"/>
                    <a:pt x="5329" y="3321"/>
                  </a:cubicBezTo>
                  <a:cubicBezTo>
                    <a:pt x="5222" y="3002"/>
                    <a:pt x="5094" y="2699"/>
                    <a:pt x="4971" y="2396"/>
                  </a:cubicBezTo>
                  <a:cubicBezTo>
                    <a:pt x="4903" y="2183"/>
                    <a:pt x="4758" y="2026"/>
                    <a:pt x="4600" y="1864"/>
                  </a:cubicBezTo>
                  <a:cubicBezTo>
                    <a:pt x="4387" y="1668"/>
                    <a:pt x="4118" y="1616"/>
                    <a:pt x="3854" y="1544"/>
                  </a:cubicBezTo>
                  <a:cubicBezTo>
                    <a:pt x="3551" y="1493"/>
                    <a:pt x="3249" y="1544"/>
                    <a:pt x="2946" y="1561"/>
                  </a:cubicBezTo>
                  <a:cubicBezTo>
                    <a:pt x="2823" y="1578"/>
                    <a:pt x="2716" y="1616"/>
                    <a:pt x="2609" y="1668"/>
                  </a:cubicBezTo>
                  <a:cubicBezTo>
                    <a:pt x="2307" y="1830"/>
                    <a:pt x="1987" y="1970"/>
                    <a:pt x="1740" y="2239"/>
                  </a:cubicBezTo>
                  <a:cubicBezTo>
                    <a:pt x="1561" y="2431"/>
                    <a:pt x="1437" y="2665"/>
                    <a:pt x="1348" y="2912"/>
                  </a:cubicBezTo>
                  <a:cubicBezTo>
                    <a:pt x="1173" y="3355"/>
                    <a:pt x="1101" y="3816"/>
                    <a:pt x="994" y="4297"/>
                  </a:cubicBezTo>
                  <a:cubicBezTo>
                    <a:pt x="960" y="4476"/>
                    <a:pt x="922" y="4668"/>
                    <a:pt x="887" y="4864"/>
                  </a:cubicBezTo>
                  <a:cubicBezTo>
                    <a:pt x="853" y="5094"/>
                    <a:pt x="832" y="5346"/>
                    <a:pt x="798" y="5576"/>
                  </a:cubicBezTo>
                  <a:cubicBezTo>
                    <a:pt x="798" y="5700"/>
                    <a:pt x="781" y="5823"/>
                    <a:pt x="764" y="5930"/>
                  </a:cubicBezTo>
                  <a:cubicBezTo>
                    <a:pt x="708" y="6339"/>
                    <a:pt x="657" y="6731"/>
                    <a:pt x="602" y="7119"/>
                  </a:cubicBezTo>
                  <a:cubicBezTo>
                    <a:pt x="568" y="7405"/>
                    <a:pt x="512" y="7690"/>
                    <a:pt x="461" y="7972"/>
                  </a:cubicBezTo>
                  <a:cubicBezTo>
                    <a:pt x="461" y="7993"/>
                    <a:pt x="461" y="8010"/>
                    <a:pt x="444" y="80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3"/>
            <p:cNvSpPr/>
            <p:nvPr/>
          </p:nvSpPr>
          <p:spPr>
            <a:xfrm>
              <a:off x="9322362" y="4312589"/>
              <a:ext cx="791486" cy="209404"/>
            </a:xfrm>
            <a:custGeom>
              <a:rect b="b" l="l" r="r" t="t"/>
              <a:pathLst>
                <a:path extrusionOk="0" h="2524" w="9540">
                  <a:moveTo>
                    <a:pt x="9271" y="1"/>
                  </a:moveTo>
                  <a:cubicBezTo>
                    <a:pt x="9360" y="286"/>
                    <a:pt x="9433" y="533"/>
                    <a:pt x="9501" y="798"/>
                  </a:cubicBezTo>
                  <a:cubicBezTo>
                    <a:pt x="9539" y="943"/>
                    <a:pt x="9484" y="1049"/>
                    <a:pt x="9360" y="1139"/>
                  </a:cubicBezTo>
                  <a:cubicBezTo>
                    <a:pt x="8862" y="1492"/>
                    <a:pt x="8329" y="1778"/>
                    <a:pt x="7745" y="1970"/>
                  </a:cubicBezTo>
                  <a:cubicBezTo>
                    <a:pt x="7583" y="2025"/>
                    <a:pt x="7425" y="2098"/>
                    <a:pt x="7246" y="2132"/>
                  </a:cubicBezTo>
                  <a:cubicBezTo>
                    <a:pt x="6944" y="2221"/>
                    <a:pt x="6662" y="2289"/>
                    <a:pt x="6360" y="2345"/>
                  </a:cubicBezTo>
                  <a:cubicBezTo>
                    <a:pt x="6040" y="2396"/>
                    <a:pt x="5720" y="2434"/>
                    <a:pt x="5418" y="2468"/>
                  </a:cubicBezTo>
                  <a:cubicBezTo>
                    <a:pt x="4936" y="2503"/>
                    <a:pt x="4476" y="2524"/>
                    <a:pt x="4015" y="2524"/>
                  </a:cubicBezTo>
                  <a:lnTo>
                    <a:pt x="3444" y="2524"/>
                  </a:lnTo>
                  <a:cubicBezTo>
                    <a:pt x="3180" y="2503"/>
                    <a:pt x="2911" y="2468"/>
                    <a:pt x="2647" y="2434"/>
                  </a:cubicBezTo>
                  <a:cubicBezTo>
                    <a:pt x="2558" y="2417"/>
                    <a:pt x="2468" y="2396"/>
                    <a:pt x="2362" y="2396"/>
                  </a:cubicBezTo>
                  <a:cubicBezTo>
                    <a:pt x="2059" y="2345"/>
                    <a:pt x="1761" y="2221"/>
                    <a:pt x="1458" y="2149"/>
                  </a:cubicBezTo>
                  <a:cubicBezTo>
                    <a:pt x="1228" y="2076"/>
                    <a:pt x="1032" y="2008"/>
                    <a:pt x="819" y="1919"/>
                  </a:cubicBezTo>
                  <a:cubicBezTo>
                    <a:pt x="640" y="1863"/>
                    <a:pt x="482" y="1795"/>
                    <a:pt x="320" y="1723"/>
                  </a:cubicBezTo>
                  <a:cubicBezTo>
                    <a:pt x="303" y="1723"/>
                    <a:pt x="286" y="1705"/>
                    <a:pt x="269" y="1705"/>
                  </a:cubicBezTo>
                  <a:cubicBezTo>
                    <a:pt x="17" y="1582"/>
                    <a:pt x="0" y="1544"/>
                    <a:pt x="90" y="1279"/>
                  </a:cubicBezTo>
                  <a:cubicBezTo>
                    <a:pt x="141" y="1066"/>
                    <a:pt x="213" y="853"/>
                    <a:pt x="269" y="640"/>
                  </a:cubicBezTo>
                  <a:cubicBezTo>
                    <a:pt x="286" y="606"/>
                    <a:pt x="303" y="550"/>
                    <a:pt x="320" y="499"/>
                  </a:cubicBezTo>
                  <a:cubicBezTo>
                    <a:pt x="461" y="550"/>
                    <a:pt x="605" y="584"/>
                    <a:pt x="712" y="640"/>
                  </a:cubicBezTo>
                  <a:cubicBezTo>
                    <a:pt x="908" y="746"/>
                    <a:pt x="1121" y="798"/>
                    <a:pt x="1313" y="870"/>
                  </a:cubicBezTo>
                  <a:cubicBezTo>
                    <a:pt x="1565" y="960"/>
                    <a:pt x="1795" y="1032"/>
                    <a:pt x="2042" y="1083"/>
                  </a:cubicBezTo>
                  <a:cubicBezTo>
                    <a:pt x="2293" y="1156"/>
                    <a:pt x="2541" y="1190"/>
                    <a:pt x="2805" y="1245"/>
                  </a:cubicBezTo>
                  <a:cubicBezTo>
                    <a:pt x="3001" y="1279"/>
                    <a:pt x="3197" y="1330"/>
                    <a:pt x="3393" y="1352"/>
                  </a:cubicBezTo>
                  <a:cubicBezTo>
                    <a:pt x="3713" y="1369"/>
                    <a:pt x="4015" y="1369"/>
                    <a:pt x="4335" y="1369"/>
                  </a:cubicBezTo>
                  <a:cubicBezTo>
                    <a:pt x="4599" y="1386"/>
                    <a:pt x="4868" y="1386"/>
                    <a:pt x="5132" y="1369"/>
                  </a:cubicBezTo>
                  <a:cubicBezTo>
                    <a:pt x="5507" y="1369"/>
                    <a:pt x="5861" y="1352"/>
                    <a:pt x="6215" y="1245"/>
                  </a:cubicBezTo>
                  <a:cubicBezTo>
                    <a:pt x="6500" y="1156"/>
                    <a:pt x="6803" y="1083"/>
                    <a:pt x="7089" y="977"/>
                  </a:cubicBezTo>
                  <a:cubicBezTo>
                    <a:pt x="7336" y="904"/>
                    <a:pt x="7583" y="836"/>
                    <a:pt x="7813" y="729"/>
                  </a:cubicBezTo>
                  <a:cubicBezTo>
                    <a:pt x="8312" y="550"/>
                    <a:pt x="8794" y="303"/>
                    <a:pt x="92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3"/>
            <p:cNvSpPr/>
            <p:nvPr/>
          </p:nvSpPr>
          <p:spPr>
            <a:xfrm>
              <a:off x="9952896" y="4072488"/>
              <a:ext cx="137224" cy="272706"/>
            </a:xfrm>
            <a:custGeom>
              <a:rect b="b" l="l" r="r" t="t"/>
              <a:pathLst>
                <a:path extrusionOk="0" h="3287" w="1654">
                  <a:moveTo>
                    <a:pt x="605" y="3287"/>
                  </a:moveTo>
                  <a:cubicBezTo>
                    <a:pt x="554" y="3142"/>
                    <a:pt x="499" y="3018"/>
                    <a:pt x="465" y="2895"/>
                  </a:cubicBezTo>
                  <a:cubicBezTo>
                    <a:pt x="341" y="2413"/>
                    <a:pt x="234" y="1935"/>
                    <a:pt x="107" y="1437"/>
                  </a:cubicBezTo>
                  <a:cubicBezTo>
                    <a:pt x="38" y="1155"/>
                    <a:pt x="0" y="870"/>
                    <a:pt x="0" y="584"/>
                  </a:cubicBezTo>
                  <a:cubicBezTo>
                    <a:pt x="0" y="213"/>
                    <a:pt x="341" y="0"/>
                    <a:pt x="588" y="17"/>
                  </a:cubicBezTo>
                  <a:cubicBezTo>
                    <a:pt x="746" y="34"/>
                    <a:pt x="874" y="124"/>
                    <a:pt x="959" y="248"/>
                  </a:cubicBezTo>
                  <a:cubicBezTo>
                    <a:pt x="1049" y="410"/>
                    <a:pt x="1138" y="584"/>
                    <a:pt x="1194" y="763"/>
                  </a:cubicBezTo>
                  <a:cubicBezTo>
                    <a:pt x="1300" y="1100"/>
                    <a:pt x="1368" y="1437"/>
                    <a:pt x="1458" y="1774"/>
                  </a:cubicBezTo>
                  <a:cubicBezTo>
                    <a:pt x="1530" y="2076"/>
                    <a:pt x="1581" y="2379"/>
                    <a:pt x="1654" y="2681"/>
                  </a:cubicBezTo>
                  <a:cubicBezTo>
                    <a:pt x="1351" y="2946"/>
                    <a:pt x="959" y="3091"/>
                    <a:pt x="605" y="32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3"/>
            <p:cNvSpPr/>
            <p:nvPr/>
          </p:nvSpPr>
          <p:spPr>
            <a:xfrm>
              <a:off x="9350238" y="4091570"/>
              <a:ext cx="128513" cy="285814"/>
            </a:xfrm>
            <a:custGeom>
              <a:rect b="b" l="l" r="r" t="t"/>
              <a:pathLst>
                <a:path extrusionOk="0" h="3445" w="1549">
                  <a:moveTo>
                    <a:pt x="1139" y="3445"/>
                  </a:moveTo>
                  <a:cubicBezTo>
                    <a:pt x="747" y="3287"/>
                    <a:pt x="376" y="3142"/>
                    <a:pt x="1" y="2984"/>
                  </a:cubicBezTo>
                  <a:cubicBezTo>
                    <a:pt x="56" y="2699"/>
                    <a:pt x="90" y="2417"/>
                    <a:pt x="163" y="2149"/>
                  </a:cubicBezTo>
                  <a:cubicBezTo>
                    <a:pt x="231" y="1829"/>
                    <a:pt x="304" y="1509"/>
                    <a:pt x="393" y="1190"/>
                  </a:cubicBezTo>
                  <a:cubicBezTo>
                    <a:pt x="427" y="1049"/>
                    <a:pt x="466" y="887"/>
                    <a:pt x="500" y="746"/>
                  </a:cubicBezTo>
                  <a:cubicBezTo>
                    <a:pt x="551" y="550"/>
                    <a:pt x="640" y="354"/>
                    <a:pt x="802" y="214"/>
                  </a:cubicBezTo>
                  <a:cubicBezTo>
                    <a:pt x="1067" y="1"/>
                    <a:pt x="1297" y="90"/>
                    <a:pt x="1425" y="337"/>
                  </a:cubicBezTo>
                  <a:cubicBezTo>
                    <a:pt x="1531" y="550"/>
                    <a:pt x="1548" y="781"/>
                    <a:pt x="1531" y="1011"/>
                  </a:cubicBezTo>
                  <a:cubicBezTo>
                    <a:pt x="1510" y="1313"/>
                    <a:pt x="1493" y="1616"/>
                    <a:pt x="1442" y="1902"/>
                  </a:cubicBezTo>
                  <a:cubicBezTo>
                    <a:pt x="1425" y="2115"/>
                    <a:pt x="1369" y="2328"/>
                    <a:pt x="1335" y="2524"/>
                  </a:cubicBezTo>
                  <a:cubicBezTo>
                    <a:pt x="1280" y="2771"/>
                    <a:pt x="1229" y="3018"/>
                    <a:pt x="1190" y="3248"/>
                  </a:cubicBezTo>
                  <a:cubicBezTo>
                    <a:pt x="1173" y="3304"/>
                    <a:pt x="1156" y="3355"/>
                    <a:pt x="1139" y="344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3"/>
            <p:cNvSpPr/>
            <p:nvPr/>
          </p:nvSpPr>
          <p:spPr>
            <a:xfrm>
              <a:off x="9631738" y="3970607"/>
              <a:ext cx="151826" cy="204841"/>
            </a:xfrm>
            <a:custGeom>
              <a:rect b="b" l="l" r="r" t="t"/>
              <a:pathLst>
                <a:path extrusionOk="0" h="2469" w="1830">
                  <a:moveTo>
                    <a:pt x="1829" y="1049"/>
                  </a:moveTo>
                  <a:cubicBezTo>
                    <a:pt x="1812" y="1280"/>
                    <a:pt x="1812" y="1476"/>
                    <a:pt x="1795" y="1689"/>
                  </a:cubicBezTo>
                  <a:cubicBezTo>
                    <a:pt x="1761" y="1957"/>
                    <a:pt x="1633" y="2187"/>
                    <a:pt x="1369" y="2311"/>
                  </a:cubicBezTo>
                  <a:cubicBezTo>
                    <a:pt x="1083" y="2452"/>
                    <a:pt x="781" y="2469"/>
                    <a:pt x="499" y="2362"/>
                  </a:cubicBezTo>
                  <a:cubicBezTo>
                    <a:pt x="303" y="2294"/>
                    <a:pt x="163" y="2170"/>
                    <a:pt x="107" y="1974"/>
                  </a:cubicBezTo>
                  <a:cubicBezTo>
                    <a:pt x="35" y="1706"/>
                    <a:pt x="1" y="1441"/>
                    <a:pt x="18" y="1173"/>
                  </a:cubicBezTo>
                  <a:cubicBezTo>
                    <a:pt x="35" y="977"/>
                    <a:pt x="73" y="802"/>
                    <a:pt x="124" y="623"/>
                  </a:cubicBezTo>
                  <a:cubicBezTo>
                    <a:pt x="197" y="393"/>
                    <a:pt x="355" y="231"/>
                    <a:pt x="568" y="124"/>
                  </a:cubicBezTo>
                  <a:cubicBezTo>
                    <a:pt x="764" y="39"/>
                    <a:pt x="960" y="1"/>
                    <a:pt x="1173" y="18"/>
                  </a:cubicBezTo>
                  <a:cubicBezTo>
                    <a:pt x="1228" y="18"/>
                    <a:pt x="1297" y="56"/>
                    <a:pt x="1352" y="90"/>
                  </a:cubicBezTo>
                  <a:cubicBezTo>
                    <a:pt x="1582" y="214"/>
                    <a:pt x="1723" y="410"/>
                    <a:pt x="1761" y="657"/>
                  </a:cubicBezTo>
                  <a:cubicBezTo>
                    <a:pt x="1778" y="802"/>
                    <a:pt x="1812" y="943"/>
                    <a:pt x="1829" y="10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3"/>
            <p:cNvSpPr/>
            <p:nvPr/>
          </p:nvSpPr>
          <p:spPr>
            <a:xfrm>
              <a:off x="9307511" y="3702547"/>
              <a:ext cx="820856" cy="833964"/>
            </a:xfrm>
            <a:custGeom>
              <a:rect b="b" l="l" r="r" t="t"/>
              <a:pathLst>
                <a:path extrusionOk="0" h="10052" w="9894">
                  <a:moveTo>
                    <a:pt x="1458" y="4634"/>
                  </a:moveTo>
                  <a:cubicBezTo>
                    <a:pt x="1530" y="4404"/>
                    <a:pt x="1582" y="4157"/>
                    <a:pt x="1671" y="3888"/>
                  </a:cubicBezTo>
                  <a:cubicBezTo>
                    <a:pt x="1795" y="3462"/>
                    <a:pt x="1940" y="3019"/>
                    <a:pt x="2080" y="2592"/>
                  </a:cubicBezTo>
                  <a:cubicBezTo>
                    <a:pt x="2187" y="2290"/>
                    <a:pt x="2293" y="1970"/>
                    <a:pt x="2417" y="1672"/>
                  </a:cubicBezTo>
                  <a:cubicBezTo>
                    <a:pt x="2541" y="1403"/>
                    <a:pt x="2664" y="1139"/>
                    <a:pt x="2843" y="905"/>
                  </a:cubicBezTo>
                  <a:cubicBezTo>
                    <a:pt x="2877" y="870"/>
                    <a:pt x="2899" y="819"/>
                    <a:pt x="2933" y="781"/>
                  </a:cubicBezTo>
                  <a:cubicBezTo>
                    <a:pt x="3073" y="568"/>
                    <a:pt x="3269" y="444"/>
                    <a:pt x="3483" y="355"/>
                  </a:cubicBezTo>
                  <a:cubicBezTo>
                    <a:pt x="3819" y="197"/>
                    <a:pt x="4177" y="142"/>
                    <a:pt x="4531" y="90"/>
                  </a:cubicBezTo>
                  <a:cubicBezTo>
                    <a:pt x="4672" y="73"/>
                    <a:pt x="4834" y="35"/>
                    <a:pt x="4974" y="35"/>
                  </a:cubicBezTo>
                  <a:cubicBezTo>
                    <a:pt x="5098" y="18"/>
                    <a:pt x="5243" y="18"/>
                    <a:pt x="5367" y="18"/>
                  </a:cubicBezTo>
                  <a:cubicBezTo>
                    <a:pt x="5631" y="1"/>
                    <a:pt x="5899" y="73"/>
                    <a:pt x="6147" y="125"/>
                  </a:cubicBezTo>
                  <a:cubicBezTo>
                    <a:pt x="6394" y="180"/>
                    <a:pt x="6607" y="304"/>
                    <a:pt x="6786" y="461"/>
                  </a:cubicBezTo>
                  <a:cubicBezTo>
                    <a:pt x="6948" y="585"/>
                    <a:pt x="7106" y="691"/>
                    <a:pt x="7178" y="888"/>
                  </a:cubicBezTo>
                  <a:cubicBezTo>
                    <a:pt x="7285" y="1101"/>
                    <a:pt x="7391" y="1297"/>
                    <a:pt x="7459" y="1510"/>
                  </a:cubicBezTo>
                  <a:cubicBezTo>
                    <a:pt x="7638" y="1936"/>
                    <a:pt x="7800" y="2362"/>
                    <a:pt x="7958" y="2806"/>
                  </a:cubicBezTo>
                  <a:cubicBezTo>
                    <a:pt x="8099" y="3164"/>
                    <a:pt x="8227" y="3534"/>
                    <a:pt x="8350" y="3888"/>
                  </a:cubicBezTo>
                  <a:cubicBezTo>
                    <a:pt x="8384" y="3995"/>
                    <a:pt x="8401" y="4101"/>
                    <a:pt x="8440" y="4191"/>
                  </a:cubicBezTo>
                  <a:cubicBezTo>
                    <a:pt x="8474" y="4297"/>
                    <a:pt x="8525" y="4387"/>
                    <a:pt x="8632" y="4421"/>
                  </a:cubicBezTo>
                  <a:cubicBezTo>
                    <a:pt x="8759" y="4476"/>
                    <a:pt x="8811" y="4583"/>
                    <a:pt x="8883" y="4690"/>
                  </a:cubicBezTo>
                  <a:cubicBezTo>
                    <a:pt x="9058" y="4954"/>
                    <a:pt x="9113" y="5273"/>
                    <a:pt x="9186" y="5576"/>
                  </a:cubicBezTo>
                  <a:cubicBezTo>
                    <a:pt x="9399" y="6412"/>
                    <a:pt x="9556" y="7264"/>
                    <a:pt x="9825" y="8082"/>
                  </a:cubicBezTo>
                  <a:cubicBezTo>
                    <a:pt x="9842" y="8172"/>
                    <a:pt x="9859" y="8278"/>
                    <a:pt x="9893" y="8364"/>
                  </a:cubicBezTo>
                  <a:cubicBezTo>
                    <a:pt x="9718" y="8598"/>
                    <a:pt x="9467" y="8756"/>
                    <a:pt x="9237" y="8897"/>
                  </a:cubicBezTo>
                  <a:cubicBezTo>
                    <a:pt x="8900" y="9093"/>
                    <a:pt x="8525" y="9272"/>
                    <a:pt x="8154" y="9412"/>
                  </a:cubicBezTo>
                  <a:cubicBezTo>
                    <a:pt x="7498" y="9664"/>
                    <a:pt x="6841" y="9838"/>
                    <a:pt x="6129" y="9911"/>
                  </a:cubicBezTo>
                  <a:cubicBezTo>
                    <a:pt x="5614" y="9962"/>
                    <a:pt x="5098" y="10000"/>
                    <a:pt x="4582" y="10035"/>
                  </a:cubicBezTo>
                  <a:cubicBezTo>
                    <a:pt x="4301" y="10035"/>
                    <a:pt x="3998" y="10052"/>
                    <a:pt x="3713" y="10035"/>
                  </a:cubicBezTo>
                  <a:cubicBezTo>
                    <a:pt x="3252" y="10000"/>
                    <a:pt x="2792" y="9962"/>
                    <a:pt x="2345" y="9856"/>
                  </a:cubicBezTo>
                  <a:cubicBezTo>
                    <a:pt x="1901" y="9732"/>
                    <a:pt x="1458" y="9625"/>
                    <a:pt x="1032" y="9451"/>
                  </a:cubicBezTo>
                  <a:cubicBezTo>
                    <a:pt x="712" y="9323"/>
                    <a:pt x="375" y="9216"/>
                    <a:pt x="90" y="9003"/>
                  </a:cubicBezTo>
                  <a:cubicBezTo>
                    <a:pt x="22" y="8952"/>
                    <a:pt x="0" y="8897"/>
                    <a:pt x="22" y="8828"/>
                  </a:cubicBezTo>
                  <a:cubicBezTo>
                    <a:pt x="90" y="8649"/>
                    <a:pt x="162" y="8453"/>
                    <a:pt x="235" y="8257"/>
                  </a:cubicBezTo>
                  <a:cubicBezTo>
                    <a:pt x="320" y="7937"/>
                    <a:pt x="392" y="7618"/>
                    <a:pt x="465" y="7298"/>
                  </a:cubicBezTo>
                  <a:cubicBezTo>
                    <a:pt x="554" y="6804"/>
                    <a:pt x="640" y="6305"/>
                    <a:pt x="802" y="5828"/>
                  </a:cubicBezTo>
                  <a:cubicBezTo>
                    <a:pt x="853" y="5649"/>
                    <a:pt x="908" y="5470"/>
                    <a:pt x="942" y="5295"/>
                  </a:cubicBezTo>
                  <a:cubicBezTo>
                    <a:pt x="998" y="5099"/>
                    <a:pt x="1121" y="4937"/>
                    <a:pt x="1245" y="4779"/>
                  </a:cubicBezTo>
                  <a:cubicBezTo>
                    <a:pt x="1300" y="4724"/>
                    <a:pt x="1368" y="4690"/>
                    <a:pt x="1458" y="4634"/>
                  </a:cubicBezTo>
                  <a:close/>
                  <a:moveTo>
                    <a:pt x="7817" y="7976"/>
                  </a:moveTo>
                  <a:cubicBezTo>
                    <a:pt x="7779" y="7814"/>
                    <a:pt x="7745" y="7656"/>
                    <a:pt x="7711" y="7494"/>
                  </a:cubicBezTo>
                  <a:cubicBezTo>
                    <a:pt x="7694" y="7443"/>
                    <a:pt x="7672" y="7388"/>
                    <a:pt x="7672" y="7336"/>
                  </a:cubicBezTo>
                  <a:cubicBezTo>
                    <a:pt x="7638" y="6944"/>
                    <a:pt x="7549" y="6552"/>
                    <a:pt x="7442" y="6181"/>
                  </a:cubicBezTo>
                  <a:cubicBezTo>
                    <a:pt x="7425" y="6147"/>
                    <a:pt x="7425" y="6109"/>
                    <a:pt x="7408" y="6075"/>
                  </a:cubicBezTo>
                  <a:cubicBezTo>
                    <a:pt x="7353" y="5755"/>
                    <a:pt x="7285" y="5435"/>
                    <a:pt x="7212" y="5116"/>
                  </a:cubicBezTo>
                  <a:cubicBezTo>
                    <a:pt x="7178" y="4937"/>
                    <a:pt x="7140" y="4762"/>
                    <a:pt x="7106" y="4583"/>
                  </a:cubicBezTo>
                  <a:cubicBezTo>
                    <a:pt x="7016" y="4229"/>
                    <a:pt x="6927" y="3871"/>
                    <a:pt x="6820" y="3534"/>
                  </a:cubicBezTo>
                  <a:cubicBezTo>
                    <a:pt x="6735" y="3215"/>
                    <a:pt x="6607" y="2912"/>
                    <a:pt x="6466" y="2610"/>
                  </a:cubicBezTo>
                  <a:cubicBezTo>
                    <a:pt x="6343" y="2345"/>
                    <a:pt x="6147" y="2132"/>
                    <a:pt x="5861" y="2009"/>
                  </a:cubicBezTo>
                  <a:cubicBezTo>
                    <a:pt x="5669" y="1919"/>
                    <a:pt x="5456" y="1885"/>
                    <a:pt x="5243" y="1864"/>
                  </a:cubicBezTo>
                  <a:cubicBezTo>
                    <a:pt x="4885" y="1829"/>
                    <a:pt x="4548" y="1885"/>
                    <a:pt x="4228" y="2009"/>
                  </a:cubicBezTo>
                  <a:cubicBezTo>
                    <a:pt x="4139" y="2043"/>
                    <a:pt x="4071" y="2098"/>
                    <a:pt x="3981" y="2132"/>
                  </a:cubicBezTo>
                  <a:cubicBezTo>
                    <a:pt x="3679" y="2273"/>
                    <a:pt x="3466" y="2486"/>
                    <a:pt x="3269" y="2754"/>
                  </a:cubicBezTo>
                  <a:cubicBezTo>
                    <a:pt x="3056" y="3091"/>
                    <a:pt x="2933" y="3462"/>
                    <a:pt x="2860" y="3854"/>
                  </a:cubicBezTo>
                  <a:cubicBezTo>
                    <a:pt x="2809" y="4067"/>
                    <a:pt x="2792" y="4263"/>
                    <a:pt x="2737" y="4459"/>
                  </a:cubicBezTo>
                  <a:cubicBezTo>
                    <a:pt x="2630" y="4920"/>
                    <a:pt x="2596" y="5380"/>
                    <a:pt x="2541" y="5828"/>
                  </a:cubicBezTo>
                  <a:cubicBezTo>
                    <a:pt x="2524" y="5934"/>
                    <a:pt x="2524" y="6041"/>
                    <a:pt x="2506" y="6126"/>
                  </a:cubicBezTo>
                  <a:cubicBezTo>
                    <a:pt x="2472" y="6305"/>
                    <a:pt x="2434" y="6484"/>
                    <a:pt x="2417" y="6659"/>
                  </a:cubicBezTo>
                  <a:cubicBezTo>
                    <a:pt x="2366" y="7034"/>
                    <a:pt x="2310" y="7426"/>
                    <a:pt x="2276" y="7797"/>
                  </a:cubicBezTo>
                  <a:cubicBezTo>
                    <a:pt x="2238" y="7959"/>
                    <a:pt x="2221" y="8116"/>
                    <a:pt x="2204" y="8278"/>
                  </a:cubicBezTo>
                  <a:cubicBezTo>
                    <a:pt x="2238" y="8296"/>
                    <a:pt x="2259" y="8296"/>
                    <a:pt x="2276" y="8313"/>
                  </a:cubicBezTo>
                  <a:cubicBezTo>
                    <a:pt x="2434" y="8330"/>
                    <a:pt x="2596" y="8364"/>
                    <a:pt x="2754" y="8402"/>
                  </a:cubicBezTo>
                  <a:cubicBezTo>
                    <a:pt x="2967" y="8436"/>
                    <a:pt x="3163" y="8509"/>
                    <a:pt x="3376" y="8526"/>
                  </a:cubicBezTo>
                  <a:cubicBezTo>
                    <a:pt x="3662" y="8560"/>
                    <a:pt x="3964" y="8577"/>
                    <a:pt x="4246" y="8577"/>
                  </a:cubicBezTo>
                  <a:cubicBezTo>
                    <a:pt x="4638" y="8598"/>
                    <a:pt x="5047" y="8577"/>
                    <a:pt x="5435" y="8560"/>
                  </a:cubicBezTo>
                  <a:cubicBezTo>
                    <a:pt x="5793" y="8560"/>
                    <a:pt x="6129" y="8509"/>
                    <a:pt x="6466" y="8419"/>
                  </a:cubicBezTo>
                  <a:cubicBezTo>
                    <a:pt x="6820" y="8313"/>
                    <a:pt x="7178" y="8206"/>
                    <a:pt x="7532" y="8082"/>
                  </a:cubicBezTo>
                  <a:cubicBezTo>
                    <a:pt x="7621" y="8065"/>
                    <a:pt x="7694" y="8027"/>
                    <a:pt x="7817" y="7976"/>
                  </a:cubicBezTo>
                  <a:close/>
                  <a:moveTo>
                    <a:pt x="2063" y="8223"/>
                  </a:moveTo>
                  <a:cubicBezTo>
                    <a:pt x="2080" y="8189"/>
                    <a:pt x="2080" y="8172"/>
                    <a:pt x="2080" y="8151"/>
                  </a:cubicBezTo>
                  <a:cubicBezTo>
                    <a:pt x="2131" y="7869"/>
                    <a:pt x="2187" y="7584"/>
                    <a:pt x="2221" y="7298"/>
                  </a:cubicBezTo>
                  <a:cubicBezTo>
                    <a:pt x="2276" y="6910"/>
                    <a:pt x="2327" y="6518"/>
                    <a:pt x="2383" y="6109"/>
                  </a:cubicBezTo>
                  <a:cubicBezTo>
                    <a:pt x="2400" y="6002"/>
                    <a:pt x="2417" y="5879"/>
                    <a:pt x="2417" y="5755"/>
                  </a:cubicBezTo>
                  <a:cubicBezTo>
                    <a:pt x="2451" y="5525"/>
                    <a:pt x="2472" y="5273"/>
                    <a:pt x="2506" y="5043"/>
                  </a:cubicBezTo>
                  <a:cubicBezTo>
                    <a:pt x="2541" y="4847"/>
                    <a:pt x="2579" y="4655"/>
                    <a:pt x="2613" y="4476"/>
                  </a:cubicBezTo>
                  <a:cubicBezTo>
                    <a:pt x="2720" y="3995"/>
                    <a:pt x="2792" y="3534"/>
                    <a:pt x="2967" y="3091"/>
                  </a:cubicBezTo>
                  <a:cubicBezTo>
                    <a:pt x="3056" y="2844"/>
                    <a:pt x="3180" y="2610"/>
                    <a:pt x="3359" y="2418"/>
                  </a:cubicBezTo>
                  <a:cubicBezTo>
                    <a:pt x="3606" y="2149"/>
                    <a:pt x="3926" y="2009"/>
                    <a:pt x="4228" y="1847"/>
                  </a:cubicBezTo>
                  <a:cubicBezTo>
                    <a:pt x="4335" y="1795"/>
                    <a:pt x="4442" y="1757"/>
                    <a:pt x="4565" y="1740"/>
                  </a:cubicBezTo>
                  <a:cubicBezTo>
                    <a:pt x="4868" y="1723"/>
                    <a:pt x="5170" y="1672"/>
                    <a:pt x="5473" y="1723"/>
                  </a:cubicBezTo>
                  <a:cubicBezTo>
                    <a:pt x="5737" y="1795"/>
                    <a:pt x="6006" y="1847"/>
                    <a:pt x="6219" y="2043"/>
                  </a:cubicBezTo>
                  <a:cubicBezTo>
                    <a:pt x="6377" y="2205"/>
                    <a:pt x="6522" y="2362"/>
                    <a:pt x="6590" y="2575"/>
                  </a:cubicBezTo>
                  <a:cubicBezTo>
                    <a:pt x="6713" y="2878"/>
                    <a:pt x="6841" y="3181"/>
                    <a:pt x="6948" y="3500"/>
                  </a:cubicBezTo>
                  <a:cubicBezTo>
                    <a:pt x="7089" y="3927"/>
                    <a:pt x="7178" y="4353"/>
                    <a:pt x="7268" y="4779"/>
                  </a:cubicBezTo>
                  <a:cubicBezTo>
                    <a:pt x="7285" y="4886"/>
                    <a:pt x="7319" y="4992"/>
                    <a:pt x="7353" y="5099"/>
                  </a:cubicBezTo>
                  <a:cubicBezTo>
                    <a:pt x="7408" y="5418"/>
                    <a:pt x="7481" y="5738"/>
                    <a:pt x="7532" y="6058"/>
                  </a:cubicBezTo>
                  <a:cubicBezTo>
                    <a:pt x="7604" y="6360"/>
                    <a:pt x="7672" y="6659"/>
                    <a:pt x="7745" y="6961"/>
                  </a:cubicBezTo>
                  <a:cubicBezTo>
                    <a:pt x="7800" y="7264"/>
                    <a:pt x="7851" y="7567"/>
                    <a:pt x="7907" y="7869"/>
                  </a:cubicBezTo>
                  <a:cubicBezTo>
                    <a:pt x="7907" y="7886"/>
                    <a:pt x="7924" y="7903"/>
                    <a:pt x="7941" y="7937"/>
                  </a:cubicBezTo>
                  <a:cubicBezTo>
                    <a:pt x="8065" y="7886"/>
                    <a:pt x="8171" y="7831"/>
                    <a:pt x="8261" y="7797"/>
                  </a:cubicBezTo>
                  <a:cubicBezTo>
                    <a:pt x="8188" y="7584"/>
                    <a:pt x="8137" y="7371"/>
                    <a:pt x="8082" y="7157"/>
                  </a:cubicBezTo>
                  <a:cubicBezTo>
                    <a:pt x="7975" y="6787"/>
                    <a:pt x="7886" y="6394"/>
                    <a:pt x="7800" y="6019"/>
                  </a:cubicBezTo>
                  <a:cubicBezTo>
                    <a:pt x="7728" y="5721"/>
                    <a:pt x="7655" y="5435"/>
                    <a:pt x="7655" y="5133"/>
                  </a:cubicBezTo>
                  <a:cubicBezTo>
                    <a:pt x="7655" y="4690"/>
                    <a:pt x="7817" y="4459"/>
                    <a:pt x="8188" y="4336"/>
                  </a:cubicBezTo>
                  <a:cubicBezTo>
                    <a:pt x="8227" y="4314"/>
                    <a:pt x="8244" y="4314"/>
                    <a:pt x="8295" y="4297"/>
                  </a:cubicBezTo>
                  <a:cubicBezTo>
                    <a:pt x="8244" y="4084"/>
                    <a:pt x="8171" y="3871"/>
                    <a:pt x="8099" y="3658"/>
                  </a:cubicBezTo>
                  <a:cubicBezTo>
                    <a:pt x="7958" y="3232"/>
                    <a:pt x="7800" y="2806"/>
                    <a:pt x="7638" y="2379"/>
                  </a:cubicBezTo>
                  <a:cubicBezTo>
                    <a:pt x="7459" y="1953"/>
                    <a:pt x="7302" y="1544"/>
                    <a:pt x="7106" y="1139"/>
                  </a:cubicBezTo>
                  <a:cubicBezTo>
                    <a:pt x="6910" y="713"/>
                    <a:pt x="6573" y="444"/>
                    <a:pt x="6129" y="304"/>
                  </a:cubicBezTo>
                  <a:cubicBezTo>
                    <a:pt x="6057" y="287"/>
                    <a:pt x="5968" y="287"/>
                    <a:pt x="5882" y="265"/>
                  </a:cubicBezTo>
                  <a:cubicBezTo>
                    <a:pt x="5614" y="180"/>
                    <a:pt x="5349" y="180"/>
                    <a:pt x="5064" y="197"/>
                  </a:cubicBezTo>
                  <a:cubicBezTo>
                    <a:pt x="4638" y="248"/>
                    <a:pt x="4211" y="321"/>
                    <a:pt x="3785" y="427"/>
                  </a:cubicBezTo>
                  <a:cubicBezTo>
                    <a:pt x="3342" y="551"/>
                    <a:pt x="3056" y="870"/>
                    <a:pt x="2826" y="1246"/>
                  </a:cubicBezTo>
                  <a:cubicBezTo>
                    <a:pt x="2720" y="1403"/>
                    <a:pt x="2630" y="1582"/>
                    <a:pt x="2541" y="1757"/>
                  </a:cubicBezTo>
                  <a:cubicBezTo>
                    <a:pt x="2451" y="1953"/>
                    <a:pt x="2366" y="2149"/>
                    <a:pt x="2293" y="2345"/>
                  </a:cubicBezTo>
                  <a:cubicBezTo>
                    <a:pt x="2204" y="2592"/>
                    <a:pt x="2131" y="2844"/>
                    <a:pt x="2046" y="3091"/>
                  </a:cubicBezTo>
                  <a:cubicBezTo>
                    <a:pt x="1991" y="3287"/>
                    <a:pt x="1940" y="3462"/>
                    <a:pt x="1884" y="3658"/>
                  </a:cubicBezTo>
                  <a:cubicBezTo>
                    <a:pt x="1833" y="3837"/>
                    <a:pt x="1778" y="4016"/>
                    <a:pt x="1726" y="4208"/>
                  </a:cubicBezTo>
                  <a:cubicBezTo>
                    <a:pt x="1688" y="4336"/>
                    <a:pt x="1654" y="4476"/>
                    <a:pt x="1620" y="4617"/>
                  </a:cubicBezTo>
                  <a:cubicBezTo>
                    <a:pt x="1940" y="4690"/>
                    <a:pt x="2080" y="4903"/>
                    <a:pt x="2114" y="5188"/>
                  </a:cubicBezTo>
                  <a:cubicBezTo>
                    <a:pt x="2153" y="5380"/>
                    <a:pt x="2170" y="5576"/>
                    <a:pt x="2153" y="5789"/>
                  </a:cubicBezTo>
                  <a:cubicBezTo>
                    <a:pt x="2114" y="6394"/>
                    <a:pt x="1991" y="6978"/>
                    <a:pt x="1884" y="7567"/>
                  </a:cubicBezTo>
                  <a:cubicBezTo>
                    <a:pt x="1850" y="7763"/>
                    <a:pt x="1812" y="7959"/>
                    <a:pt x="1778" y="8172"/>
                  </a:cubicBezTo>
                  <a:cubicBezTo>
                    <a:pt x="1884" y="8189"/>
                    <a:pt x="1974" y="8206"/>
                    <a:pt x="2063" y="8223"/>
                  </a:cubicBezTo>
                  <a:close/>
                  <a:moveTo>
                    <a:pt x="9450" y="7354"/>
                  </a:moveTo>
                  <a:cubicBezTo>
                    <a:pt x="8973" y="7656"/>
                    <a:pt x="8491" y="7903"/>
                    <a:pt x="7992" y="8082"/>
                  </a:cubicBezTo>
                  <a:cubicBezTo>
                    <a:pt x="7762" y="8189"/>
                    <a:pt x="7515" y="8257"/>
                    <a:pt x="7268" y="8330"/>
                  </a:cubicBezTo>
                  <a:cubicBezTo>
                    <a:pt x="6982" y="8436"/>
                    <a:pt x="6679" y="8509"/>
                    <a:pt x="6394" y="8598"/>
                  </a:cubicBezTo>
                  <a:cubicBezTo>
                    <a:pt x="6040" y="8705"/>
                    <a:pt x="5686" y="8722"/>
                    <a:pt x="5311" y="8722"/>
                  </a:cubicBezTo>
                  <a:cubicBezTo>
                    <a:pt x="5047" y="8739"/>
                    <a:pt x="4778" y="8739"/>
                    <a:pt x="4514" y="8722"/>
                  </a:cubicBezTo>
                  <a:cubicBezTo>
                    <a:pt x="4194" y="8722"/>
                    <a:pt x="3892" y="8722"/>
                    <a:pt x="3572" y="8705"/>
                  </a:cubicBezTo>
                  <a:cubicBezTo>
                    <a:pt x="3376" y="8683"/>
                    <a:pt x="3180" y="8632"/>
                    <a:pt x="2984" y="8598"/>
                  </a:cubicBezTo>
                  <a:cubicBezTo>
                    <a:pt x="2720" y="8543"/>
                    <a:pt x="2472" y="8509"/>
                    <a:pt x="2221" y="8436"/>
                  </a:cubicBezTo>
                  <a:cubicBezTo>
                    <a:pt x="1974" y="8385"/>
                    <a:pt x="1744" y="8313"/>
                    <a:pt x="1492" y="8223"/>
                  </a:cubicBezTo>
                  <a:cubicBezTo>
                    <a:pt x="1300" y="8151"/>
                    <a:pt x="1087" y="8099"/>
                    <a:pt x="891" y="7993"/>
                  </a:cubicBezTo>
                  <a:cubicBezTo>
                    <a:pt x="784" y="7937"/>
                    <a:pt x="640" y="7903"/>
                    <a:pt x="499" y="7852"/>
                  </a:cubicBezTo>
                  <a:cubicBezTo>
                    <a:pt x="482" y="7903"/>
                    <a:pt x="465" y="7959"/>
                    <a:pt x="448" y="7993"/>
                  </a:cubicBezTo>
                  <a:cubicBezTo>
                    <a:pt x="392" y="8206"/>
                    <a:pt x="320" y="8419"/>
                    <a:pt x="269" y="8632"/>
                  </a:cubicBezTo>
                  <a:cubicBezTo>
                    <a:pt x="179" y="8897"/>
                    <a:pt x="196" y="8935"/>
                    <a:pt x="448" y="9058"/>
                  </a:cubicBezTo>
                  <a:cubicBezTo>
                    <a:pt x="465" y="9058"/>
                    <a:pt x="482" y="9076"/>
                    <a:pt x="499" y="9076"/>
                  </a:cubicBezTo>
                  <a:cubicBezTo>
                    <a:pt x="661" y="9148"/>
                    <a:pt x="819" y="9216"/>
                    <a:pt x="998" y="9272"/>
                  </a:cubicBezTo>
                  <a:cubicBezTo>
                    <a:pt x="1211" y="9361"/>
                    <a:pt x="1407" y="9429"/>
                    <a:pt x="1637" y="9502"/>
                  </a:cubicBezTo>
                  <a:cubicBezTo>
                    <a:pt x="1940" y="9574"/>
                    <a:pt x="2238" y="9698"/>
                    <a:pt x="2541" y="9749"/>
                  </a:cubicBezTo>
                  <a:cubicBezTo>
                    <a:pt x="2647" y="9749"/>
                    <a:pt x="2737" y="9770"/>
                    <a:pt x="2826" y="9787"/>
                  </a:cubicBezTo>
                  <a:cubicBezTo>
                    <a:pt x="3090" y="9821"/>
                    <a:pt x="3359" y="9856"/>
                    <a:pt x="3623" y="9877"/>
                  </a:cubicBezTo>
                  <a:lnTo>
                    <a:pt x="4194" y="9877"/>
                  </a:lnTo>
                  <a:cubicBezTo>
                    <a:pt x="4655" y="9877"/>
                    <a:pt x="5115" y="9856"/>
                    <a:pt x="5597" y="9821"/>
                  </a:cubicBezTo>
                  <a:cubicBezTo>
                    <a:pt x="5899" y="9787"/>
                    <a:pt x="6219" y="9749"/>
                    <a:pt x="6539" y="9698"/>
                  </a:cubicBezTo>
                  <a:cubicBezTo>
                    <a:pt x="6841" y="9642"/>
                    <a:pt x="7123" y="9574"/>
                    <a:pt x="7425" y="9485"/>
                  </a:cubicBezTo>
                  <a:cubicBezTo>
                    <a:pt x="7604" y="9451"/>
                    <a:pt x="7762" y="9378"/>
                    <a:pt x="7924" y="9323"/>
                  </a:cubicBezTo>
                  <a:cubicBezTo>
                    <a:pt x="8508" y="9131"/>
                    <a:pt x="9041" y="8845"/>
                    <a:pt x="9539" y="8492"/>
                  </a:cubicBezTo>
                  <a:cubicBezTo>
                    <a:pt x="9663" y="8402"/>
                    <a:pt x="9718" y="8296"/>
                    <a:pt x="9680" y="8151"/>
                  </a:cubicBezTo>
                  <a:cubicBezTo>
                    <a:pt x="9612" y="7886"/>
                    <a:pt x="9539" y="7639"/>
                    <a:pt x="9450" y="7354"/>
                  </a:cubicBezTo>
                  <a:close/>
                  <a:moveTo>
                    <a:pt x="8384" y="7746"/>
                  </a:moveTo>
                  <a:cubicBezTo>
                    <a:pt x="8738" y="7550"/>
                    <a:pt x="9130" y="7405"/>
                    <a:pt x="9433" y="7140"/>
                  </a:cubicBezTo>
                  <a:cubicBezTo>
                    <a:pt x="9360" y="6838"/>
                    <a:pt x="9309" y="6535"/>
                    <a:pt x="9237" y="6233"/>
                  </a:cubicBezTo>
                  <a:cubicBezTo>
                    <a:pt x="9147" y="5896"/>
                    <a:pt x="9079" y="5559"/>
                    <a:pt x="8973" y="5222"/>
                  </a:cubicBezTo>
                  <a:cubicBezTo>
                    <a:pt x="8917" y="5043"/>
                    <a:pt x="8828" y="4869"/>
                    <a:pt x="8738" y="4707"/>
                  </a:cubicBezTo>
                  <a:cubicBezTo>
                    <a:pt x="8653" y="4583"/>
                    <a:pt x="8525" y="4493"/>
                    <a:pt x="8367" y="4476"/>
                  </a:cubicBezTo>
                  <a:cubicBezTo>
                    <a:pt x="8120" y="4459"/>
                    <a:pt x="7779" y="4672"/>
                    <a:pt x="7779" y="5043"/>
                  </a:cubicBezTo>
                  <a:cubicBezTo>
                    <a:pt x="7779" y="5329"/>
                    <a:pt x="7817" y="5614"/>
                    <a:pt x="7886" y="5896"/>
                  </a:cubicBezTo>
                  <a:cubicBezTo>
                    <a:pt x="8013" y="6394"/>
                    <a:pt x="8120" y="6872"/>
                    <a:pt x="8244" y="7354"/>
                  </a:cubicBezTo>
                  <a:cubicBezTo>
                    <a:pt x="8278" y="7477"/>
                    <a:pt x="8333" y="7601"/>
                    <a:pt x="8384" y="7746"/>
                  </a:cubicBezTo>
                  <a:close/>
                  <a:moveTo>
                    <a:pt x="1654" y="8134"/>
                  </a:moveTo>
                  <a:cubicBezTo>
                    <a:pt x="1671" y="8044"/>
                    <a:pt x="1688" y="7993"/>
                    <a:pt x="1705" y="7937"/>
                  </a:cubicBezTo>
                  <a:cubicBezTo>
                    <a:pt x="1744" y="7707"/>
                    <a:pt x="1795" y="7460"/>
                    <a:pt x="1850" y="7213"/>
                  </a:cubicBezTo>
                  <a:cubicBezTo>
                    <a:pt x="1884" y="7017"/>
                    <a:pt x="1940" y="6804"/>
                    <a:pt x="1957" y="6591"/>
                  </a:cubicBezTo>
                  <a:cubicBezTo>
                    <a:pt x="2008" y="6305"/>
                    <a:pt x="2025" y="6002"/>
                    <a:pt x="2046" y="5700"/>
                  </a:cubicBezTo>
                  <a:cubicBezTo>
                    <a:pt x="2063" y="5470"/>
                    <a:pt x="2046" y="5239"/>
                    <a:pt x="1940" y="5026"/>
                  </a:cubicBezTo>
                  <a:cubicBezTo>
                    <a:pt x="1812" y="4779"/>
                    <a:pt x="1582" y="4690"/>
                    <a:pt x="1317" y="4903"/>
                  </a:cubicBezTo>
                  <a:cubicBezTo>
                    <a:pt x="1155" y="5043"/>
                    <a:pt x="1066" y="5239"/>
                    <a:pt x="1015" y="5435"/>
                  </a:cubicBezTo>
                  <a:cubicBezTo>
                    <a:pt x="981" y="5576"/>
                    <a:pt x="942" y="5738"/>
                    <a:pt x="908" y="5879"/>
                  </a:cubicBezTo>
                  <a:cubicBezTo>
                    <a:pt x="819" y="6198"/>
                    <a:pt x="746" y="6518"/>
                    <a:pt x="678" y="6838"/>
                  </a:cubicBezTo>
                  <a:cubicBezTo>
                    <a:pt x="605" y="7106"/>
                    <a:pt x="571" y="7388"/>
                    <a:pt x="516" y="7673"/>
                  </a:cubicBezTo>
                  <a:cubicBezTo>
                    <a:pt x="891" y="7831"/>
                    <a:pt x="1262" y="7976"/>
                    <a:pt x="1654" y="813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3"/>
            <p:cNvSpPr/>
            <p:nvPr/>
          </p:nvSpPr>
          <p:spPr>
            <a:xfrm>
              <a:off x="9618713" y="3957581"/>
              <a:ext cx="172235" cy="229896"/>
            </a:xfrm>
            <a:custGeom>
              <a:rect b="b" l="l" r="r" t="t"/>
              <a:pathLst>
                <a:path extrusionOk="0" h="2771" w="2076">
                  <a:moveTo>
                    <a:pt x="2076" y="1829"/>
                  </a:moveTo>
                  <a:cubicBezTo>
                    <a:pt x="2059" y="2131"/>
                    <a:pt x="1918" y="2396"/>
                    <a:pt x="1667" y="2558"/>
                  </a:cubicBezTo>
                  <a:cubicBezTo>
                    <a:pt x="1454" y="2698"/>
                    <a:pt x="1189" y="2771"/>
                    <a:pt x="921" y="2732"/>
                  </a:cubicBezTo>
                  <a:cubicBezTo>
                    <a:pt x="746" y="2698"/>
                    <a:pt x="567" y="2681"/>
                    <a:pt x="405" y="2558"/>
                  </a:cubicBezTo>
                  <a:cubicBezTo>
                    <a:pt x="213" y="2413"/>
                    <a:pt x="107" y="2221"/>
                    <a:pt x="68" y="1986"/>
                  </a:cubicBezTo>
                  <a:cubicBezTo>
                    <a:pt x="17" y="1688"/>
                    <a:pt x="0" y="1368"/>
                    <a:pt x="68" y="1066"/>
                  </a:cubicBezTo>
                  <a:cubicBezTo>
                    <a:pt x="124" y="853"/>
                    <a:pt x="158" y="639"/>
                    <a:pt x="298" y="460"/>
                  </a:cubicBezTo>
                  <a:cubicBezTo>
                    <a:pt x="426" y="320"/>
                    <a:pt x="550" y="196"/>
                    <a:pt x="725" y="124"/>
                  </a:cubicBezTo>
                  <a:cubicBezTo>
                    <a:pt x="938" y="51"/>
                    <a:pt x="1151" y="0"/>
                    <a:pt x="1364" y="34"/>
                  </a:cubicBezTo>
                  <a:cubicBezTo>
                    <a:pt x="1437" y="34"/>
                    <a:pt x="1492" y="68"/>
                    <a:pt x="1543" y="90"/>
                  </a:cubicBezTo>
                  <a:cubicBezTo>
                    <a:pt x="1935" y="303"/>
                    <a:pt x="2076" y="657"/>
                    <a:pt x="2076" y="1083"/>
                  </a:cubicBezTo>
                  <a:moveTo>
                    <a:pt x="1986" y="1206"/>
                  </a:moveTo>
                  <a:cubicBezTo>
                    <a:pt x="1969" y="1100"/>
                    <a:pt x="1935" y="959"/>
                    <a:pt x="1918" y="814"/>
                  </a:cubicBezTo>
                  <a:cubicBezTo>
                    <a:pt x="1880" y="567"/>
                    <a:pt x="1739" y="371"/>
                    <a:pt x="1509" y="247"/>
                  </a:cubicBezTo>
                  <a:cubicBezTo>
                    <a:pt x="1454" y="213"/>
                    <a:pt x="1385" y="175"/>
                    <a:pt x="1330" y="175"/>
                  </a:cubicBezTo>
                  <a:cubicBezTo>
                    <a:pt x="1117" y="158"/>
                    <a:pt x="921" y="196"/>
                    <a:pt x="725" y="281"/>
                  </a:cubicBezTo>
                  <a:cubicBezTo>
                    <a:pt x="512" y="388"/>
                    <a:pt x="354" y="550"/>
                    <a:pt x="281" y="780"/>
                  </a:cubicBezTo>
                  <a:cubicBezTo>
                    <a:pt x="230" y="959"/>
                    <a:pt x="192" y="1134"/>
                    <a:pt x="175" y="1330"/>
                  </a:cubicBezTo>
                  <a:cubicBezTo>
                    <a:pt x="158" y="1598"/>
                    <a:pt x="192" y="1863"/>
                    <a:pt x="264" y="2131"/>
                  </a:cubicBezTo>
                  <a:cubicBezTo>
                    <a:pt x="320" y="2327"/>
                    <a:pt x="460" y="2451"/>
                    <a:pt x="656" y="2519"/>
                  </a:cubicBezTo>
                  <a:cubicBezTo>
                    <a:pt x="938" y="2626"/>
                    <a:pt x="1240" y="2609"/>
                    <a:pt x="1526" y="2468"/>
                  </a:cubicBezTo>
                  <a:cubicBezTo>
                    <a:pt x="1790" y="2344"/>
                    <a:pt x="1918" y="2114"/>
                    <a:pt x="1952" y="1846"/>
                  </a:cubicBezTo>
                  <a:cubicBezTo>
                    <a:pt x="1969" y="1633"/>
                    <a:pt x="1969" y="1437"/>
                    <a:pt x="1986" y="12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3"/>
            <p:cNvSpPr/>
            <p:nvPr/>
          </p:nvSpPr>
          <p:spPr>
            <a:xfrm>
              <a:off x="9695041" y="3992427"/>
              <a:ext cx="65210" cy="87528"/>
            </a:xfrm>
            <a:custGeom>
              <a:rect b="b" l="l" r="r" t="t"/>
              <a:pathLst>
                <a:path extrusionOk="0" h="1055" w="786">
                  <a:moveTo>
                    <a:pt x="219" y="1"/>
                  </a:moveTo>
                  <a:cubicBezTo>
                    <a:pt x="139" y="1"/>
                    <a:pt x="63" y="18"/>
                    <a:pt x="1" y="57"/>
                  </a:cubicBezTo>
                  <a:cubicBezTo>
                    <a:pt x="107" y="130"/>
                    <a:pt x="197" y="181"/>
                    <a:pt x="269" y="254"/>
                  </a:cubicBezTo>
                  <a:cubicBezTo>
                    <a:pt x="320" y="326"/>
                    <a:pt x="376" y="377"/>
                    <a:pt x="410" y="450"/>
                  </a:cubicBezTo>
                  <a:cubicBezTo>
                    <a:pt x="444" y="539"/>
                    <a:pt x="482" y="629"/>
                    <a:pt x="517" y="714"/>
                  </a:cubicBezTo>
                  <a:cubicBezTo>
                    <a:pt x="551" y="820"/>
                    <a:pt x="572" y="927"/>
                    <a:pt x="623" y="1055"/>
                  </a:cubicBezTo>
                  <a:cubicBezTo>
                    <a:pt x="713" y="948"/>
                    <a:pt x="747" y="820"/>
                    <a:pt x="764" y="697"/>
                  </a:cubicBezTo>
                  <a:cubicBezTo>
                    <a:pt x="785" y="573"/>
                    <a:pt x="764" y="433"/>
                    <a:pt x="713" y="309"/>
                  </a:cubicBezTo>
                  <a:cubicBezTo>
                    <a:pt x="640" y="181"/>
                    <a:pt x="517" y="75"/>
                    <a:pt x="393" y="23"/>
                  </a:cubicBezTo>
                  <a:cubicBezTo>
                    <a:pt x="335" y="9"/>
                    <a:pt x="276"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3"/>
            <p:cNvSpPr/>
            <p:nvPr/>
          </p:nvSpPr>
          <p:spPr>
            <a:xfrm>
              <a:off x="9377285" y="4094142"/>
              <a:ext cx="71765" cy="264907"/>
            </a:xfrm>
            <a:custGeom>
              <a:rect b="b" l="l" r="r" t="t"/>
              <a:pathLst>
                <a:path extrusionOk="0" h="3193" w="865">
                  <a:moveTo>
                    <a:pt x="802" y="0"/>
                  </a:moveTo>
                  <a:cubicBezTo>
                    <a:pt x="780" y="0"/>
                    <a:pt x="758" y="14"/>
                    <a:pt x="758" y="42"/>
                  </a:cubicBezTo>
                  <a:cubicBezTo>
                    <a:pt x="779" y="306"/>
                    <a:pt x="706" y="553"/>
                    <a:pt x="634" y="788"/>
                  </a:cubicBezTo>
                  <a:cubicBezTo>
                    <a:pt x="566" y="1035"/>
                    <a:pt x="493" y="1265"/>
                    <a:pt x="421" y="1495"/>
                  </a:cubicBezTo>
                  <a:cubicBezTo>
                    <a:pt x="246" y="2045"/>
                    <a:pt x="118" y="2599"/>
                    <a:pt x="12" y="3149"/>
                  </a:cubicBezTo>
                  <a:cubicBezTo>
                    <a:pt x="1" y="3171"/>
                    <a:pt x="33" y="3192"/>
                    <a:pt x="58" y="3192"/>
                  </a:cubicBezTo>
                  <a:cubicBezTo>
                    <a:pt x="72" y="3192"/>
                    <a:pt x="84" y="3185"/>
                    <a:pt x="84" y="3166"/>
                  </a:cubicBezTo>
                  <a:cubicBezTo>
                    <a:pt x="208" y="2599"/>
                    <a:pt x="331" y="2045"/>
                    <a:pt x="510" y="1495"/>
                  </a:cubicBezTo>
                  <a:cubicBezTo>
                    <a:pt x="583" y="1265"/>
                    <a:pt x="651" y="1018"/>
                    <a:pt x="723" y="788"/>
                  </a:cubicBezTo>
                  <a:cubicBezTo>
                    <a:pt x="796" y="536"/>
                    <a:pt x="864" y="289"/>
                    <a:pt x="847" y="42"/>
                  </a:cubicBezTo>
                  <a:cubicBezTo>
                    <a:pt x="847" y="14"/>
                    <a:pt x="825" y="0"/>
                    <a:pt x="8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3"/>
            <p:cNvSpPr/>
            <p:nvPr/>
          </p:nvSpPr>
          <p:spPr>
            <a:xfrm>
              <a:off x="9984505" y="4070165"/>
              <a:ext cx="73092" cy="256528"/>
            </a:xfrm>
            <a:custGeom>
              <a:rect b="b" l="l" r="r" t="t"/>
              <a:pathLst>
                <a:path extrusionOk="0" h="3092" w="881">
                  <a:moveTo>
                    <a:pt x="62" y="0"/>
                  </a:moveTo>
                  <a:cubicBezTo>
                    <a:pt x="32" y="0"/>
                    <a:pt x="0" y="24"/>
                    <a:pt x="11" y="45"/>
                  </a:cubicBezTo>
                  <a:cubicBezTo>
                    <a:pt x="173" y="561"/>
                    <a:pt x="224" y="1077"/>
                    <a:pt x="348" y="1588"/>
                  </a:cubicBezTo>
                  <a:cubicBezTo>
                    <a:pt x="472" y="2087"/>
                    <a:pt x="706" y="2547"/>
                    <a:pt x="791" y="3063"/>
                  </a:cubicBezTo>
                  <a:cubicBezTo>
                    <a:pt x="799" y="3083"/>
                    <a:pt x="813" y="3091"/>
                    <a:pt x="828" y="3091"/>
                  </a:cubicBezTo>
                  <a:cubicBezTo>
                    <a:pt x="853" y="3091"/>
                    <a:pt x="881" y="3068"/>
                    <a:pt x="881" y="3046"/>
                  </a:cubicBezTo>
                  <a:cubicBezTo>
                    <a:pt x="774" y="2530"/>
                    <a:pt x="561" y="2070"/>
                    <a:pt x="420" y="1571"/>
                  </a:cubicBezTo>
                  <a:cubicBezTo>
                    <a:pt x="297" y="1056"/>
                    <a:pt x="258" y="523"/>
                    <a:pt x="101" y="28"/>
                  </a:cubicBezTo>
                  <a:cubicBezTo>
                    <a:pt x="94" y="8"/>
                    <a:pt x="79" y="0"/>
                    <a:pt x="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3"/>
            <p:cNvSpPr/>
            <p:nvPr/>
          </p:nvSpPr>
          <p:spPr>
            <a:xfrm>
              <a:off x="9492606" y="4295581"/>
              <a:ext cx="459543" cy="58822"/>
            </a:xfrm>
            <a:custGeom>
              <a:rect b="b" l="l" r="r" t="t"/>
              <a:pathLst>
                <a:path extrusionOk="0" h="709" w="5539">
                  <a:moveTo>
                    <a:pt x="5483" y="0"/>
                  </a:moveTo>
                  <a:cubicBezTo>
                    <a:pt x="5476" y="0"/>
                    <a:pt x="5469" y="3"/>
                    <a:pt x="5463" y="9"/>
                  </a:cubicBezTo>
                  <a:cubicBezTo>
                    <a:pt x="4751" y="346"/>
                    <a:pt x="3988" y="470"/>
                    <a:pt x="3204" y="525"/>
                  </a:cubicBezTo>
                  <a:cubicBezTo>
                    <a:pt x="2651" y="567"/>
                    <a:pt x="2087" y="624"/>
                    <a:pt x="1528" y="624"/>
                  </a:cubicBezTo>
                  <a:cubicBezTo>
                    <a:pt x="1405" y="624"/>
                    <a:pt x="1284" y="621"/>
                    <a:pt x="1162" y="615"/>
                  </a:cubicBezTo>
                  <a:cubicBezTo>
                    <a:pt x="808" y="598"/>
                    <a:pt x="416" y="542"/>
                    <a:pt x="79" y="402"/>
                  </a:cubicBezTo>
                  <a:cubicBezTo>
                    <a:pt x="73" y="394"/>
                    <a:pt x="65" y="391"/>
                    <a:pt x="57" y="391"/>
                  </a:cubicBezTo>
                  <a:cubicBezTo>
                    <a:pt x="28" y="391"/>
                    <a:pt x="1" y="443"/>
                    <a:pt x="45" y="470"/>
                  </a:cubicBezTo>
                  <a:cubicBezTo>
                    <a:pt x="459" y="660"/>
                    <a:pt x="918" y="708"/>
                    <a:pt x="1378" y="708"/>
                  </a:cubicBezTo>
                  <a:cubicBezTo>
                    <a:pt x="1610" y="708"/>
                    <a:pt x="1843" y="696"/>
                    <a:pt x="2070" y="683"/>
                  </a:cubicBezTo>
                  <a:cubicBezTo>
                    <a:pt x="2799" y="649"/>
                    <a:pt x="3523" y="615"/>
                    <a:pt x="4235" y="491"/>
                  </a:cubicBezTo>
                  <a:cubicBezTo>
                    <a:pt x="4679" y="402"/>
                    <a:pt x="5088" y="278"/>
                    <a:pt x="5497" y="82"/>
                  </a:cubicBezTo>
                  <a:cubicBezTo>
                    <a:pt x="5538" y="51"/>
                    <a:pt x="5513" y="0"/>
                    <a:pt x="54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3"/>
            <p:cNvSpPr/>
            <p:nvPr/>
          </p:nvSpPr>
          <p:spPr>
            <a:xfrm>
              <a:off x="9522805" y="4292096"/>
              <a:ext cx="35509" cy="28042"/>
            </a:xfrm>
            <a:custGeom>
              <a:rect b="b" l="l" r="r" t="t"/>
              <a:pathLst>
                <a:path extrusionOk="0" h="338" w="428">
                  <a:moveTo>
                    <a:pt x="214" y="0"/>
                  </a:moveTo>
                  <a:cubicBezTo>
                    <a:pt x="1" y="0"/>
                    <a:pt x="1" y="337"/>
                    <a:pt x="214" y="337"/>
                  </a:cubicBezTo>
                  <a:cubicBezTo>
                    <a:pt x="427" y="337"/>
                    <a:pt x="427" y="0"/>
                    <a:pt x="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3"/>
            <p:cNvSpPr/>
            <p:nvPr/>
          </p:nvSpPr>
          <p:spPr>
            <a:xfrm>
              <a:off x="9587518" y="4297738"/>
              <a:ext cx="35509" cy="28042"/>
            </a:xfrm>
            <a:custGeom>
              <a:rect b="b" l="l" r="r" t="t"/>
              <a:pathLst>
                <a:path extrusionOk="0" h="338" w="428">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3"/>
            <p:cNvSpPr/>
            <p:nvPr/>
          </p:nvSpPr>
          <p:spPr>
            <a:xfrm>
              <a:off x="9652314" y="4297738"/>
              <a:ext cx="35426" cy="28042"/>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3"/>
            <p:cNvSpPr/>
            <p:nvPr/>
          </p:nvSpPr>
          <p:spPr>
            <a:xfrm>
              <a:off x="9602369" y="3718310"/>
              <a:ext cx="210565" cy="74088"/>
            </a:xfrm>
            <a:custGeom>
              <a:rect b="b" l="l" r="r" t="t"/>
              <a:pathLst>
                <a:path extrusionOk="0" h="893" w="2538">
                  <a:moveTo>
                    <a:pt x="2433" y="1"/>
                  </a:moveTo>
                  <a:cubicBezTo>
                    <a:pt x="2400" y="1"/>
                    <a:pt x="2365" y="18"/>
                    <a:pt x="2345" y="58"/>
                  </a:cubicBezTo>
                  <a:cubicBezTo>
                    <a:pt x="2180" y="514"/>
                    <a:pt x="1719" y="732"/>
                    <a:pt x="1255" y="732"/>
                  </a:cubicBezTo>
                  <a:cubicBezTo>
                    <a:pt x="1013" y="732"/>
                    <a:pt x="770" y="672"/>
                    <a:pt x="568" y="557"/>
                  </a:cubicBezTo>
                  <a:cubicBezTo>
                    <a:pt x="410" y="467"/>
                    <a:pt x="265" y="327"/>
                    <a:pt x="176" y="165"/>
                  </a:cubicBezTo>
                  <a:cubicBezTo>
                    <a:pt x="159" y="130"/>
                    <a:pt x="133" y="116"/>
                    <a:pt x="107" y="116"/>
                  </a:cubicBezTo>
                  <a:cubicBezTo>
                    <a:pt x="54" y="116"/>
                    <a:pt x="1" y="177"/>
                    <a:pt x="35" y="237"/>
                  </a:cubicBezTo>
                  <a:cubicBezTo>
                    <a:pt x="250" y="680"/>
                    <a:pt x="741" y="893"/>
                    <a:pt x="1233" y="893"/>
                  </a:cubicBezTo>
                  <a:cubicBezTo>
                    <a:pt x="1552" y="893"/>
                    <a:pt x="1871" y="803"/>
                    <a:pt x="2115" y="629"/>
                  </a:cubicBezTo>
                  <a:cubicBezTo>
                    <a:pt x="2290" y="501"/>
                    <a:pt x="2435" y="327"/>
                    <a:pt x="2503" y="114"/>
                  </a:cubicBezTo>
                  <a:cubicBezTo>
                    <a:pt x="2538" y="47"/>
                    <a:pt x="2488" y="1"/>
                    <a:pt x="24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3"/>
            <p:cNvSpPr/>
            <p:nvPr/>
          </p:nvSpPr>
          <p:spPr>
            <a:xfrm>
              <a:off x="9635306" y="3712503"/>
              <a:ext cx="136560" cy="45714"/>
            </a:xfrm>
            <a:custGeom>
              <a:rect b="b" l="l" r="r" t="t"/>
              <a:pathLst>
                <a:path extrusionOk="0" h="551" w="1646">
                  <a:moveTo>
                    <a:pt x="1607" y="0"/>
                  </a:moveTo>
                  <a:cubicBezTo>
                    <a:pt x="1587" y="0"/>
                    <a:pt x="1565" y="13"/>
                    <a:pt x="1556" y="39"/>
                  </a:cubicBezTo>
                  <a:cubicBezTo>
                    <a:pt x="1523" y="354"/>
                    <a:pt x="1274" y="468"/>
                    <a:pt x="986" y="468"/>
                  </a:cubicBezTo>
                  <a:cubicBezTo>
                    <a:pt x="654" y="468"/>
                    <a:pt x="270" y="316"/>
                    <a:pt x="98" y="145"/>
                  </a:cubicBezTo>
                  <a:cubicBezTo>
                    <a:pt x="87" y="138"/>
                    <a:pt x="76" y="135"/>
                    <a:pt x="65" y="135"/>
                  </a:cubicBezTo>
                  <a:cubicBezTo>
                    <a:pt x="27" y="135"/>
                    <a:pt x="0" y="174"/>
                    <a:pt x="30" y="201"/>
                  </a:cubicBezTo>
                  <a:cubicBezTo>
                    <a:pt x="205" y="380"/>
                    <a:pt x="474" y="486"/>
                    <a:pt x="721" y="520"/>
                  </a:cubicBezTo>
                  <a:cubicBezTo>
                    <a:pt x="812" y="539"/>
                    <a:pt x="907" y="551"/>
                    <a:pt x="1002" y="551"/>
                  </a:cubicBezTo>
                  <a:cubicBezTo>
                    <a:pt x="1167" y="551"/>
                    <a:pt x="1331" y="514"/>
                    <a:pt x="1467" y="414"/>
                  </a:cubicBezTo>
                  <a:cubicBezTo>
                    <a:pt x="1573" y="324"/>
                    <a:pt x="1629" y="184"/>
                    <a:pt x="1646" y="39"/>
                  </a:cubicBezTo>
                  <a:cubicBezTo>
                    <a:pt x="1646" y="13"/>
                    <a:pt x="1628"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3"/>
            <p:cNvSpPr/>
            <p:nvPr/>
          </p:nvSpPr>
          <p:spPr>
            <a:xfrm>
              <a:off x="9340780" y="4405012"/>
              <a:ext cx="81721" cy="88607"/>
            </a:xfrm>
            <a:custGeom>
              <a:rect b="b" l="l" r="r" t="t"/>
              <a:pathLst>
                <a:path extrusionOk="0" h="1068" w="985">
                  <a:moveTo>
                    <a:pt x="596" y="1"/>
                  </a:moveTo>
                  <a:cubicBezTo>
                    <a:pt x="583" y="1"/>
                    <a:pt x="571" y="2"/>
                    <a:pt x="558" y="3"/>
                  </a:cubicBezTo>
                  <a:cubicBezTo>
                    <a:pt x="435" y="42"/>
                    <a:pt x="328" y="148"/>
                    <a:pt x="260" y="255"/>
                  </a:cubicBezTo>
                  <a:cubicBezTo>
                    <a:pt x="170" y="378"/>
                    <a:pt x="115" y="502"/>
                    <a:pt x="25" y="626"/>
                  </a:cubicBezTo>
                  <a:cubicBezTo>
                    <a:pt x="0" y="654"/>
                    <a:pt x="34" y="699"/>
                    <a:pt x="60" y="699"/>
                  </a:cubicBezTo>
                  <a:cubicBezTo>
                    <a:pt x="69" y="699"/>
                    <a:pt x="76" y="694"/>
                    <a:pt x="81" y="681"/>
                  </a:cubicBezTo>
                  <a:cubicBezTo>
                    <a:pt x="170" y="591"/>
                    <a:pt x="204" y="485"/>
                    <a:pt x="277" y="378"/>
                  </a:cubicBezTo>
                  <a:cubicBezTo>
                    <a:pt x="328" y="289"/>
                    <a:pt x="401" y="165"/>
                    <a:pt x="507" y="110"/>
                  </a:cubicBezTo>
                  <a:cubicBezTo>
                    <a:pt x="536" y="96"/>
                    <a:pt x="568" y="90"/>
                    <a:pt x="600" y="90"/>
                  </a:cubicBezTo>
                  <a:cubicBezTo>
                    <a:pt x="684" y="90"/>
                    <a:pt x="769" y="134"/>
                    <a:pt x="810" y="199"/>
                  </a:cubicBezTo>
                  <a:cubicBezTo>
                    <a:pt x="899" y="289"/>
                    <a:pt x="899" y="451"/>
                    <a:pt x="899" y="574"/>
                  </a:cubicBezTo>
                  <a:cubicBezTo>
                    <a:pt x="899" y="715"/>
                    <a:pt x="878" y="877"/>
                    <a:pt x="861" y="1018"/>
                  </a:cubicBezTo>
                  <a:cubicBezTo>
                    <a:pt x="851" y="1048"/>
                    <a:pt x="878" y="1067"/>
                    <a:pt x="901" y="1067"/>
                  </a:cubicBezTo>
                  <a:cubicBezTo>
                    <a:pt x="918" y="1067"/>
                    <a:pt x="933" y="1058"/>
                    <a:pt x="933" y="1035"/>
                  </a:cubicBezTo>
                  <a:cubicBezTo>
                    <a:pt x="967" y="894"/>
                    <a:pt x="984" y="749"/>
                    <a:pt x="984" y="609"/>
                  </a:cubicBezTo>
                  <a:cubicBezTo>
                    <a:pt x="984" y="468"/>
                    <a:pt x="984" y="306"/>
                    <a:pt x="899" y="165"/>
                  </a:cubicBezTo>
                  <a:cubicBezTo>
                    <a:pt x="834" y="69"/>
                    <a:pt x="713" y="1"/>
                    <a:pt x="5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3"/>
            <p:cNvSpPr/>
            <p:nvPr/>
          </p:nvSpPr>
          <p:spPr>
            <a:xfrm>
              <a:off x="9482899" y="4446328"/>
              <a:ext cx="84209" cy="86201"/>
            </a:xfrm>
            <a:custGeom>
              <a:rect b="b" l="l" r="r" t="t"/>
              <a:pathLst>
                <a:path extrusionOk="0" h="1039" w="1015">
                  <a:moveTo>
                    <a:pt x="548" y="1"/>
                  </a:moveTo>
                  <a:cubicBezTo>
                    <a:pt x="531" y="1"/>
                    <a:pt x="515" y="2"/>
                    <a:pt x="499" y="4"/>
                  </a:cubicBezTo>
                  <a:cubicBezTo>
                    <a:pt x="358" y="38"/>
                    <a:pt x="252" y="145"/>
                    <a:pt x="162" y="273"/>
                  </a:cubicBezTo>
                  <a:cubicBezTo>
                    <a:pt x="73" y="413"/>
                    <a:pt x="17" y="592"/>
                    <a:pt x="0" y="767"/>
                  </a:cubicBezTo>
                  <a:cubicBezTo>
                    <a:pt x="0" y="795"/>
                    <a:pt x="18" y="808"/>
                    <a:pt x="39" y="808"/>
                  </a:cubicBezTo>
                  <a:cubicBezTo>
                    <a:pt x="59" y="808"/>
                    <a:pt x="81" y="795"/>
                    <a:pt x="90" y="767"/>
                  </a:cubicBezTo>
                  <a:cubicBezTo>
                    <a:pt x="107" y="626"/>
                    <a:pt x="145" y="486"/>
                    <a:pt x="213" y="379"/>
                  </a:cubicBezTo>
                  <a:cubicBezTo>
                    <a:pt x="269" y="251"/>
                    <a:pt x="337" y="145"/>
                    <a:pt x="465" y="93"/>
                  </a:cubicBezTo>
                  <a:cubicBezTo>
                    <a:pt x="496" y="85"/>
                    <a:pt x="527" y="81"/>
                    <a:pt x="559" y="81"/>
                  </a:cubicBezTo>
                  <a:cubicBezTo>
                    <a:pt x="655" y="81"/>
                    <a:pt x="751" y="120"/>
                    <a:pt x="819" y="200"/>
                  </a:cubicBezTo>
                  <a:cubicBezTo>
                    <a:pt x="891" y="290"/>
                    <a:pt x="925" y="430"/>
                    <a:pt x="925" y="554"/>
                  </a:cubicBezTo>
                  <a:lnTo>
                    <a:pt x="925" y="997"/>
                  </a:lnTo>
                  <a:cubicBezTo>
                    <a:pt x="925" y="1025"/>
                    <a:pt x="943" y="1039"/>
                    <a:pt x="962" y="1039"/>
                  </a:cubicBezTo>
                  <a:cubicBezTo>
                    <a:pt x="980" y="1039"/>
                    <a:pt x="998" y="1025"/>
                    <a:pt x="998" y="997"/>
                  </a:cubicBezTo>
                  <a:cubicBezTo>
                    <a:pt x="998" y="839"/>
                    <a:pt x="1015" y="699"/>
                    <a:pt x="1015" y="554"/>
                  </a:cubicBezTo>
                  <a:cubicBezTo>
                    <a:pt x="998" y="413"/>
                    <a:pt x="976" y="251"/>
                    <a:pt x="870" y="145"/>
                  </a:cubicBezTo>
                  <a:cubicBezTo>
                    <a:pt x="795" y="52"/>
                    <a:pt x="662" y="1"/>
                    <a:pt x="5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3"/>
            <p:cNvSpPr/>
            <p:nvPr/>
          </p:nvSpPr>
          <p:spPr>
            <a:xfrm>
              <a:off x="9647999" y="4451389"/>
              <a:ext cx="92257" cy="86035"/>
            </a:xfrm>
            <a:custGeom>
              <a:rect b="b" l="l" r="r" t="t"/>
              <a:pathLst>
                <a:path extrusionOk="0" h="1037" w="1112">
                  <a:moveTo>
                    <a:pt x="456" y="0"/>
                  </a:moveTo>
                  <a:cubicBezTo>
                    <a:pt x="384" y="0"/>
                    <a:pt x="313" y="19"/>
                    <a:pt x="248" y="67"/>
                  </a:cubicBezTo>
                  <a:cubicBezTo>
                    <a:pt x="124" y="139"/>
                    <a:pt x="73" y="263"/>
                    <a:pt x="35" y="403"/>
                  </a:cubicBezTo>
                  <a:cubicBezTo>
                    <a:pt x="1" y="565"/>
                    <a:pt x="1" y="744"/>
                    <a:pt x="1" y="919"/>
                  </a:cubicBezTo>
                  <a:cubicBezTo>
                    <a:pt x="1" y="947"/>
                    <a:pt x="23" y="961"/>
                    <a:pt x="46" y="961"/>
                  </a:cubicBezTo>
                  <a:cubicBezTo>
                    <a:pt x="68" y="961"/>
                    <a:pt x="90" y="947"/>
                    <a:pt x="90" y="919"/>
                  </a:cubicBezTo>
                  <a:cubicBezTo>
                    <a:pt x="90" y="778"/>
                    <a:pt x="90" y="638"/>
                    <a:pt x="107" y="493"/>
                  </a:cubicBezTo>
                  <a:cubicBezTo>
                    <a:pt x="124" y="386"/>
                    <a:pt x="159" y="246"/>
                    <a:pt x="248" y="156"/>
                  </a:cubicBezTo>
                  <a:cubicBezTo>
                    <a:pt x="301" y="103"/>
                    <a:pt x="368" y="85"/>
                    <a:pt x="440" y="85"/>
                  </a:cubicBezTo>
                  <a:cubicBezTo>
                    <a:pt x="511" y="85"/>
                    <a:pt x="587" y="103"/>
                    <a:pt x="657" y="122"/>
                  </a:cubicBezTo>
                  <a:cubicBezTo>
                    <a:pt x="819" y="173"/>
                    <a:pt x="904" y="297"/>
                    <a:pt x="960" y="459"/>
                  </a:cubicBezTo>
                  <a:cubicBezTo>
                    <a:pt x="994" y="638"/>
                    <a:pt x="994" y="830"/>
                    <a:pt x="1032" y="1009"/>
                  </a:cubicBezTo>
                  <a:cubicBezTo>
                    <a:pt x="1032" y="1029"/>
                    <a:pt x="1044" y="1037"/>
                    <a:pt x="1057" y="1037"/>
                  </a:cubicBezTo>
                  <a:cubicBezTo>
                    <a:pt x="1081" y="1037"/>
                    <a:pt x="1111" y="1013"/>
                    <a:pt x="1101" y="992"/>
                  </a:cubicBezTo>
                  <a:cubicBezTo>
                    <a:pt x="1066" y="812"/>
                    <a:pt x="1084" y="638"/>
                    <a:pt x="1032" y="459"/>
                  </a:cubicBezTo>
                  <a:cubicBezTo>
                    <a:pt x="994" y="280"/>
                    <a:pt x="887" y="139"/>
                    <a:pt x="730" y="67"/>
                  </a:cubicBezTo>
                  <a:cubicBezTo>
                    <a:pt x="640" y="29"/>
                    <a:pt x="547" y="0"/>
                    <a:pt x="4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3"/>
            <p:cNvSpPr/>
            <p:nvPr/>
          </p:nvSpPr>
          <p:spPr>
            <a:xfrm>
              <a:off x="9842552" y="4430980"/>
              <a:ext cx="81969" cy="86781"/>
            </a:xfrm>
            <a:custGeom>
              <a:rect b="b" l="l" r="r" t="t"/>
              <a:pathLst>
                <a:path extrusionOk="0" h="1046" w="988">
                  <a:moveTo>
                    <a:pt x="449" y="0"/>
                  </a:moveTo>
                  <a:cubicBezTo>
                    <a:pt x="331" y="0"/>
                    <a:pt x="210" y="55"/>
                    <a:pt x="124" y="155"/>
                  </a:cubicBezTo>
                  <a:cubicBezTo>
                    <a:pt x="51" y="261"/>
                    <a:pt x="17" y="402"/>
                    <a:pt x="17" y="526"/>
                  </a:cubicBezTo>
                  <a:cubicBezTo>
                    <a:pt x="0" y="688"/>
                    <a:pt x="17" y="845"/>
                    <a:pt x="0" y="1007"/>
                  </a:cubicBezTo>
                  <a:cubicBezTo>
                    <a:pt x="0" y="1033"/>
                    <a:pt x="23" y="1046"/>
                    <a:pt x="45" y="1046"/>
                  </a:cubicBezTo>
                  <a:cubicBezTo>
                    <a:pt x="67" y="1046"/>
                    <a:pt x="90" y="1033"/>
                    <a:pt x="90" y="1007"/>
                  </a:cubicBezTo>
                  <a:cubicBezTo>
                    <a:pt x="107" y="756"/>
                    <a:pt x="34" y="492"/>
                    <a:pt x="158" y="261"/>
                  </a:cubicBezTo>
                  <a:cubicBezTo>
                    <a:pt x="213" y="155"/>
                    <a:pt x="337" y="82"/>
                    <a:pt x="461" y="82"/>
                  </a:cubicBezTo>
                  <a:cubicBezTo>
                    <a:pt x="605" y="99"/>
                    <a:pt x="691" y="244"/>
                    <a:pt x="763" y="351"/>
                  </a:cubicBezTo>
                  <a:cubicBezTo>
                    <a:pt x="836" y="492"/>
                    <a:pt x="887" y="649"/>
                    <a:pt x="904" y="828"/>
                  </a:cubicBezTo>
                  <a:cubicBezTo>
                    <a:pt x="904" y="848"/>
                    <a:pt x="915" y="856"/>
                    <a:pt x="928" y="856"/>
                  </a:cubicBezTo>
                  <a:cubicBezTo>
                    <a:pt x="953" y="856"/>
                    <a:pt x="987" y="828"/>
                    <a:pt x="976" y="794"/>
                  </a:cubicBezTo>
                  <a:cubicBezTo>
                    <a:pt x="959" y="632"/>
                    <a:pt x="925" y="492"/>
                    <a:pt x="853" y="330"/>
                  </a:cubicBezTo>
                  <a:cubicBezTo>
                    <a:pt x="780" y="206"/>
                    <a:pt x="674" y="65"/>
                    <a:pt x="533" y="10"/>
                  </a:cubicBezTo>
                  <a:cubicBezTo>
                    <a:pt x="506" y="3"/>
                    <a:pt x="477" y="0"/>
                    <a:pt x="4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3"/>
            <p:cNvSpPr/>
            <p:nvPr/>
          </p:nvSpPr>
          <p:spPr>
            <a:xfrm>
              <a:off x="10001679" y="4380205"/>
              <a:ext cx="80559" cy="91925"/>
            </a:xfrm>
            <a:custGeom>
              <a:rect b="b" l="l" r="r" t="t"/>
              <a:pathLst>
                <a:path extrusionOk="0" h="1108" w="971">
                  <a:moveTo>
                    <a:pt x="419" y="1"/>
                  </a:moveTo>
                  <a:cubicBezTo>
                    <a:pt x="292" y="1"/>
                    <a:pt x="170" y="84"/>
                    <a:pt x="90" y="196"/>
                  </a:cubicBezTo>
                  <a:cubicBezTo>
                    <a:pt x="17" y="302"/>
                    <a:pt x="0" y="447"/>
                    <a:pt x="0" y="588"/>
                  </a:cubicBezTo>
                  <a:cubicBezTo>
                    <a:pt x="0" y="750"/>
                    <a:pt x="17" y="908"/>
                    <a:pt x="0" y="1070"/>
                  </a:cubicBezTo>
                  <a:cubicBezTo>
                    <a:pt x="0" y="1095"/>
                    <a:pt x="18" y="1108"/>
                    <a:pt x="39" y="1108"/>
                  </a:cubicBezTo>
                  <a:cubicBezTo>
                    <a:pt x="59" y="1108"/>
                    <a:pt x="81" y="1095"/>
                    <a:pt x="90" y="1070"/>
                  </a:cubicBezTo>
                  <a:cubicBezTo>
                    <a:pt x="107" y="818"/>
                    <a:pt x="34" y="554"/>
                    <a:pt x="124" y="324"/>
                  </a:cubicBezTo>
                  <a:cubicBezTo>
                    <a:pt x="158" y="196"/>
                    <a:pt x="265" y="110"/>
                    <a:pt x="392" y="89"/>
                  </a:cubicBezTo>
                  <a:cubicBezTo>
                    <a:pt x="411" y="84"/>
                    <a:pt x="429" y="82"/>
                    <a:pt x="447" y="82"/>
                  </a:cubicBezTo>
                  <a:cubicBezTo>
                    <a:pt x="552" y="82"/>
                    <a:pt x="650" y="158"/>
                    <a:pt x="712" y="234"/>
                  </a:cubicBezTo>
                  <a:cubicBezTo>
                    <a:pt x="797" y="358"/>
                    <a:pt x="853" y="498"/>
                    <a:pt x="887" y="660"/>
                  </a:cubicBezTo>
                  <a:cubicBezTo>
                    <a:pt x="887" y="678"/>
                    <a:pt x="897" y="685"/>
                    <a:pt x="911" y="685"/>
                  </a:cubicBezTo>
                  <a:cubicBezTo>
                    <a:pt x="936" y="685"/>
                    <a:pt x="970" y="658"/>
                    <a:pt x="959" y="622"/>
                  </a:cubicBezTo>
                  <a:cubicBezTo>
                    <a:pt x="925" y="375"/>
                    <a:pt x="763" y="21"/>
                    <a:pt x="461" y="4"/>
                  </a:cubicBezTo>
                  <a:cubicBezTo>
                    <a:pt x="447" y="2"/>
                    <a:pt x="433" y="1"/>
                    <a:pt x="4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3"/>
            <p:cNvSpPr/>
            <p:nvPr/>
          </p:nvSpPr>
          <p:spPr>
            <a:xfrm>
              <a:off x="9539149" y="3786425"/>
              <a:ext cx="54508" cy="7467"/>
            </a:xfrm>
            <a:custGeom>
              <a:rect b="b" l="l" r="r" t="t"/>
              <a:pathLst>
                <a:path extrusionOk="0" h="90" w="657">
                  <a:moveTo>
                    <a:pt x="51" y="0"/>
                  </a:moveTo>
                  <a:cubicBezTo>
                    <a:pt x="0" y="0"/>
                    <a:pt x="0" y="90"/>
                    <a:pt x="51" y="90"/>
                  </a:cubicBezTo>
                  <a:lnTo>
                    <a:pt x="601" y="90"/>
                  </a:lnTo>
                  <a:cubicBezTo>
                    <a:pt x="656" y="90"/>
                    <a:pt x="656" y="0"/>
                    <a:pt x="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3"/>
            <p:cNvSpPr/>
            <p:nvPr/>
          </p:nvSpPr>
          <p:spPr>
            <a:xfrm>
              <a:off x="9530272" y="3802686"/>
              <a:ext cx="49945" cy="7467"/>
            </a:xfrm>
            <a:custGeom>
              <a:rect b="b" l="l" r="r" t="t"/>
              <a:pathLst>
                <a:path extrusionOk="0" h="90" w="602">
                  <a:moveTo>
                    <a:pt x="69" y="0"/>
                  </a:moveTo>
                  <a:cubicBezTo>
                    <a:pt x="0" y="0"/>
                    <a:pt x="0" y="90"/>
                    <a:pt x="69" y="90"/>
                  </a:cubicBezTo>
                  <a:lnTo>
                    <a:pt x="550" y="90"/>
                  </a:lnTo>
                  <a:cubicBezTo>
                    <a:pt x="601" y="90"/>
                    <a:pt x="601" y="0"/>
                    <a:pt x="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3"/>
            <p:cNvSpPr/>
            <p:nvPr/>
          </p:nvSpPr>
          <p:spPr>
            <a:xfrm>
              <a:off x="9522805" y="3820357"/>
              <a:ext cx="57412" cy="8877"/>
            </a:xfrm>
            <a:custGeom>
              <a:rect b="b" l="l" r="r" t="t"/>
              <a:pathLst>
                <a:path extrusionOk="0" h="107" w="692">
                  <a:moveTo>
                    <a:pt x="69" y="0"/>
                  </a:moveTo>
                  <a:cubicBezTo>
                    <a:pt x="35" y="0"/>
                    <a:pt x="18" y="0"/>
                    <a:pt x="18" y="39"/>
                  </a:cubicBezTo>
                  <a:cubicBezTo>
                    <a:pt x="1" y="56"/>
                    <a:pt x="18" y="90"/>
                    <a:pt x="35" y="90"/>
                  </a:cubicBezTo>
                  <a:cubicBezTo>
                    <a:pt x="231" y="107"/>
                    <a:pt x="444" y="107"/>
                    <a:pt x="640" y="107"/>
                  </a:cubicBezTo>
                  <a:cubicBezTo>
                    <a:pt x="691" y="107"/>
                    <a:pt x="691" y="0"/>
                    <a:pt x="640" y="0"/>
                  </a:cubicBezTo>
                  <a:cubicBezTo>
                    <a:pt x="510" y="0"/>
                    <a:pt x="379" y="8"/>
                    <a:pt x="253" y="8"/>
                  </a:cubicBezTo>
                  <a:cubicBezTo>
                    <a:pt x="190" y="8"/>
                    <a:pt x="129" y="6"/>
                    <a:pt x="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3"/>
            <p:cNvSpPr/>
            <p:nvPr/>
          </p:nvSpPr>
          <p:spPr>
            <a:xfrm>
              <a:off x="9514011" y="4166570"/>
              <a:ext cx="45714" cy="9292"/>
            </a:xfrm>
            <a:custGeom>
              <a:rect b="b" l="l" r="r" t="t"/>
              <a:pathLst>
                <a:path extrusionOk="0" h="112" w="551">
                  <a:moveTo>
                    <a:pt x="52" y="0"/>
                  </a:moveTo>
                  <a:cubicBezTo>
                    <a:pt x="35" y="0"/>
                    <a:pt x="0" y="21"/>
                    <a:pt x="0" y="39"/>
                  </a:cubicBezTo>
                  <a:cubicBezTo>
                    <a:pt x="0" y="56"/>
                    <a:pt x="0" y="90"/>
                    <a:pt x="35" y="90"/>
                  </a:cubicBezTo>
                  <a:cubicBezTo>
                    <a:pt x="101" y="106"/>
                    <a:pt x="167" y="111"/>
                    <a:pt x="233" y="111"/>
                  </a:cubicBezTo>
                  <a:cubicBezTo>
                    <a:pt x="327" y="111"/>
                    <a:pt x="421" y="100"/>
                    <a:pt x="516" y="90"/>
                  </a:cubicBezTo>
                  <a:cubicBezTo>
                    <a:pt x="533" y="90"/>
                    <a:pt x="550" y="73"/>
                    <a:pt x="550" y="56"/>
                  </a:cubicBezTo>
                  <a:cubicBezTo>
                    <a:pt x="550" y="21"/>
                    <a:pt x="533" y="0"/>
                    <a:pt x="516" y="0"/>
                  </a:cubicBezTo>
                  <a:cubicBezTo>
                    <a:pt x="424" y="12"/>
                    <a:pt x="339" y="23"/>
                    <a:pt x="253" y="23"/>
                  </a:cubicBezTo>
                  <a:cubicBezTo>
                    <a:pt x="188" y="23"/>
                    <a:pt x="122" y="17"/>
                    <a:pt x="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3"/>
            <p:cNvSpPr/>
            <p:nvPr/>
          </p:nvSpPr>
          <p:spPr>
            <a:xfrm>
              <a:off x="9510858" y="4182831"/>
              <a:ext cx="39989" cy="8877"/>
            </a:xfrm>
            <a:custGeom>
              <a:rect b="b" l="l" r="r" t="t"/>
              <a:pathLst>
                <a:path extrusionOk="0" h="107" w="482">
                  <a:moveTo>
                    <a:pt x="73" y="0"/>
                  </a:moveTo>
                  <a:cubicBezTo>
                    <a:pt x="0" y="0"/>
                    <a:pt x="0" y="107"/>
                    <a:pt x="73" y="107"/>
                  </a:cubicBezTo>
                  <a:lnTo>
                    <a:pt x="409" y="107"/>
                  </a:lnTo>
                  <a:cubicBezTo>
                    <a:pt x="482" y="107"/>
                    <a:pt x="482" y="0"/>
                    <a:pt x="4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3"/>
            <p:cNvSpPr/>
            <p:nvPr/>
          </p:nvSpPr>
          <p:spPr>
            <a:xfrm>
              <a:off x="9506627" y="4201747"/>
              <a:ext cx="61892" cy="10868"/>
            </a:xfrm>
            <a:custGeom>
              <a:rect b="b" l="l" r="r" t="t"/>
              <a:pathLst>
                <a:path extrusionOk="0" h="131" w="746">
                  <a:moveTo>
                    <a:pt x="41" y="1"/>
                  </a:moveTo>
                  <a:cubicBezTo>
                    <a:pt x="0" y="1"/>
                    <a:pt x="4" y="92"/>
                    <a:pt x="51" y="92"/>
                  </a:cubicBezTo>
                  <a:cubicBezTo>
                    <a:pt x="264" y="109"/>
                    <a:pt x="477" y="130"/>
                    <a:pt x="690" y="130"/>
                  </a:cubicBezTo>
                  <a:cubicBezTo>
                    <a:pt x="746" y="130"/>
                    <a:pt x="746" y="24"/>
                    <a:pt x="690" y="24"/>
                  </a:cubicBezTo>
                  <a:cubicBezTo>
                    <a:pt x="477" y="24"/>
                    <a:pt x="264" y="24"/>
                    <a:pt x="51" y="2"/>
                  </a:cubicBezTo>
                  <a:cubicBezTo>
                    <a:pt x="47" y="1"/>
                    <a:pt x="44" y="1"/>
                    <a:pt x="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 name="Google Shape;840;p43"/>
          <p:cNvGrpSpPr/>
          <p:nvPr/>
        </p:nvGrpSpPr>
        <p:grpSpPr>
          <a:xfrm>
            <a:off x="1001106" y="540000"/>
            <a:ext cx="7182868" cy="270100"/>
            <a:chOff x="1001106" y="540000"/>
            <a:chExt cx="7182868" cy="270100"/>
          </a:xfrm>
        </p:grpSpPr>
        <p:sp>
          <p:nvSpPr>
            <p:cNvPr id="841" name="Google Shape;841;p43"/>
            <p:cNvSpPr/>
            <p:nvPr/>
          </p:nvSpPr>
          <p:spPr>
            <a:xfrm flipH="1" rot="10800000">
              <a:off x="1001106" y="748900"/>
              <a:ext cx="453000" cy="61200"/>
            </a:xfrm>
            <a:prstGeom prst="flowChartDelay">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3"/>
            <p:cNvSpPr/>
            <p:nvPr/>
          </p:nvSpPr>
          <p:spPr>
            <a:xfrm rot="10800000">
              <a:off x="7853374" y="540000"/>
              <a:ext cx="330600" cy="53700"/>
            </a:xfrm>
            <a:prstGeom prst="rect">
              <a:avLst/>
            </a:prstGeom>
            <a:gradFill>
              <a:gsLst>
                <a:gs pos="0">
                  <a:schemeClr val="dk1"/>
                </a:gs>
                <a:gs pos="48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 name="Shape 846"/>
        <p:cNvGrpSpPr/>
        <p:nvPr/>
      </p:nvGrpSpPr>
      <p:grpSpPr>
        <a:xfrm>
          <a:off x="0" y="0"/>
          <a:ext cx="0" cy="0"/>
          <a:chOff x="0" y="0"/>
          <a:chExt cx="0" cy="0"/>
        </a:xfrm>
      </p:grpSpPr>
      <p:sp>
        <p:nvSpPr>
          <p:cNvPr id="847" name="Google Shape;847;p44"/>
          <p:cNvSpPr txBox="1"/>
          <p:nvPr>
            <p:ph type="title"/>
          </p:nvPr>
        </p:nvSpPr>
        <p:spPr>
          <a:xfrm>
            <a:off x="4102475" y="1662550"/>
            <a:ext cx="2777100" cy="2185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grpSp>
        <p:nvGrpSpPr>
          <p:cNvPr id="848" name="Google Shape;848;p44"/>
          <p:cNvGrpSpPr/>
          <p:nvPr/>
        </p:nvGrpSpPr>
        <p:grpSpPr>
          <a:xfrm>
            <a:off x="2064270" y="416796"/>
            <a:ext cx="1395538" cy="4228464"/>
            <a:chOff x="1683270" y="416796"/>
            <a:chExt cx="1395538" cy="4228464"/>
          </a:xfrm>
        </p:grpSpPr>
        <p:sp>
          <p:nvSpPr>
            <p:cNvPr id="849" name="Google Shape;849;p44"/>
            <p:cNvSpPr/>
            <p:nvPr/>
          </p:nvSpPr>
          <p:spPr>
            <a:xfrm>
              <a:off x="2172561" y="4409358"/>
              <a:ext cx="410527" cy="235901"/>
            </a:xfrm>
            <a:custGeom>
              <a:rect b="b" l="l" r="r" t="t"/>
              <a:pathLst>
                <a:path extrusionOk="0" h="1041" w="1812">
                  <a:moveTo>
                    <a:pt x="1733" y="1"/>
                  </a:moveTo>
                  <a:cubicBezTo>
                    <a:pt x="1702" y="1"/>
                    <a:pt x="1671" y="19"/>
                    <a:pt x="1671" y="55"/>
                  </a:cubicBezTo>
                  <a:cubicBezTo>
                    <a:pt x="1688" y="426"/>
                    <a:pt x="1509" y="746"/>
                    <a:pt x="1155" y="874"/>
                  </a:cubicBezTo>
                  <a:cubicBezTo>
                    <a:pt x="1065" y="899"/>
                    <a:pt x="970" y="912"/>
                    <a:pt x="876" y="912"/>
                  </a:cubicBezTo>
                  <a:cubicBezTo>
                    <a:pt x="654" y="912"/>
                    <a:pt x="435" y="839"/>
                    <a:pt x="286" y="677"/>
                  </a:cubicBezTo>
                  <a:cubicBezTo>
                    <a:pt x="158" y="516"/>
                    <a:pt x="124" y="319"/>
                    <a:pt x="141" y="128"/>
                  </a:cubicBezTo>
                  <a:cubicBezTo>
                    <a:pt x="151" y="74"/>
                    <a:pt x="110" y="38"/>
                    <a:pt x="73" y="38"/>
                  </a:cubicBezTo>
                  <a:cubicBezTo>
                    <a:pt x="48" y="38"/>
                    <a:pt x="24" y="54"/>
                    <a:pt x="17" y="89"/>
                  </a:cubicBezTo>
                  <a:cubicBezTo>
                    <a:pt x="0" y="302"/>
                    <a:pt x="17" y="516"/>
                    <a:pt x="124" y="695"/>
                  </a:cubicBezTo>
                  <a:cubicBezTo>
                    <a:pt x="230" y="835"/>
                    <a:pt x="392" y="942"/>
                    <a:pt x="567" y="997"/>
                  </a:cubicBezTo>
                  <a:cubicBezTo>
                    <a:pt x="659" y="1026"/>
                    <a:pt x="758" y="1041"/>
                    <a:pt x="860" y="1041"/>
                  </a:cubicBezTo>
                  <a:cubicBezTo>
                    <a:pt x="1132" y="1041"/>
                    <a:pt x="1419" y="937"/>
                    <a:pt x="1599" y="729"/>
                  </a:cubicBezTo>
                  <a:cubicBezTo>
                    <a:pt x="1756" y="554"/>
                    <a:pt x="1812" y="302"/>
                    <a:pt x="1795" y="55"/>
                  </a:cubicBezTo>
                  <a:cubicBezTo>
                    <a:pt x="1795" y="19"/>
                    <a:pt x="1764" y="1"/>
                    <a:pt x="17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 name="Google Shape;850;p44"/>
            <p:cNvGrpSpPr/>
            <p:nvPr/>
          </p:nvGrpSpPr>
          <p:grpSpPr>
            <a:xfrm>
              <a:off x="2296640" y="416796"/>
              <a:ext cx="168798" cy="507397"/>
              <a:chOff x="9684836" y="3611368"/>
              <a:chExt cx="41400" cy="124447"/>
            </a:xfrm>
          </p:grpSpPr>
          <p:sp>
            <p:nvSpPr>
              <p:cNvPr id="851" name="Google Shape;851;p44"/>
              <p:cNvSpPr/>
              <p:nvPr/>
            </p:nvSpPr>
            <p:spPr>
              <a:xfrm>
                <a:off x="9698276" y="3631280"/>
                <a:ext cx="14519" cy="104536"/>
              </a:xfrm>
              <a:custGeom>
                <a:rect b="b" l="l" r="r" t="t"/>
                <a:pathLst>
                  <a:path extrusionOk="0" h="1260" w="175">
                    <a:moveTo>
                      <a:pt x="88" y="0"/>
                    </a:moveTo>
                    <a:cubicBezTo>
                      <a:pt x="44" y="0"/>
                      <a:pt x="0" y="27"/>
                      <a:pt x="0" y="80"/>
                    </a:cubicBezTo>
                    <a:lnTo>
                      <a:pt x="0" y="1180"/>
                    </a:lnTo>
                    <a:cubicBezTo>
                      <a:pt x="0" y="1233"/>
                      <a:pt x="44" y="1260"/>
                      <a:pt x="88" y="1260"/>
                    </a:cubicBezTo>
                    <a:cubicBezTo>
                      <a:pt x="131" y="1260"/>
                      <a:pt x="175" y="1233"/>
                      <a:pt x="175" y="1180"/>
                    </a:cubicBezTo>
                    <a:lnTo>
                      <a:pt x="175" y="80"/>
                    </a:lnTo>
                    <a:cubicBezTo>
                      <a:pt x="175" y="27"/>
                      <a:pt x="131" y="0"/>
                      <a:pt x="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4"/>
              <p:cNvSpPr/>
              <p:nvPr/>
            </p:nvSpPr>
            <p:spPr>
              <a:xfrm>
                <a:off x="9684836" y="3611368"/>
                <a:ext cx="41400" cy="41068"/>
              </a:xfrm>
              <a:custGeom>
                <a:rect b="b" l="l" r="r" t="t"/>
                <a:pathLst>
                  <a:path extrusionOk="0" h="495" w="499">
                    <a:moveTo>
                      <a:pt x="247" y="0"/>
                    </a:moveTo>
                    <a:cubicBezTo>
                      <a:pt x="107" y="0"/>
                      <a:pt x="0" y="107"/>
                      <a:pt x="0" y="247"/>
                    </a:cubicBezTo>
                    <a:cubicBezTo>
                      <a:pt x="0" y="371"/>
                      <a:pt x="107" y="495"/>
                      <a:pt x="247" y="495"/>
                    </a:cubicBezTo>
                    <a:cubicBezTo>
                      <a:pt x="375" y="495"/>
                      <a:pt x="499" y="371"/>
                      <a:pt x="499" y="247"/>
                    </a:cubicBezTo>
                    <a:cubicBezTo>
                      <a:pt x="499" y="107"/>
                      <a:pt x="375"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 name="Google Shape;853;p44"/>
            <p:cNvGrpSpPr/>
            <p:nvPr/>
          </p:nvGrpSpPr>
          <p:grpSpPr>
            <a:xfrm>
              <a:off x="1683270" y="823631"/>
              <a:ext cx="1395538" cy="3695132"/>
              <a:chOff x="1378470" y="823631"/>
              <a:chExt cx="1395538" cy="3695132"/>
            </a:xfrm>
          </p:grpSpPr>
          <p:sp>
            <p:nvSpPr>
              <p:cNvPr id="854" name="Google Shape;854;p44"/>
              <p:cNvSpPr/>
              <p:nvPr/>
            </p:nvSpPr>
            <p:spPr>
              <a:xfrm>
                <a:off x="1528775" y="4095750"/>
                <a:ext cx="1114425" cy="423013"/>
              </a:xfrm>
              <a:custGeom>
                <a:rect b="b" l="l" r="r" t="t"/>
                <a:pathLst>
                  <a:path extrusionOk="0" h="16002" w="44577">
                    <a:moveTo>
                      <a:pt x="0" y="1905"/>
                    </a:moveTo>
                    <a:lnTo>
                      <a:pt x="571" y="12192"/>
                    </a:lnTo>
                    <a:lnTo>
                      <a:pt x="4381" y="16002"/>
                    </a:lnTo>
                    <a:lnTo>
                      <a:pt x="29908" y="16002"/>
                    </a:lnTo>
                    <a:lnTo>
                      <a:pt x="41910" y="14859"/>
                    </a:lnTo>
                    <a:lnTo>
                      <a:pt x="43434" y="9906"/>
                    </a:lnTo>
                    <a:lnTo>
                      <a:pt x="44577" y="0"/>
                    </a:lnTo>
                    <a:close/>
                  </a:path>
                </a:pathLst>
              </a:custGeom>
              <a:solidFill>
                <a:schemeClr val="dk2"/>
              </a:solidFill>
              <a:ln>
                <a:noFill/>
              </a:ln>
            </p:spPr>
          </p:sp>
          <p:grpSp>
            <p:nvGrpSpPr>
              <p:cNvPr id="855" name="Google Shape;855;p44"/>
              <p:cNvGrpSpPr/>
              <p:nvPr/>
            </p:nvGrpSpPr>
            <p:grpSpPr>
              <a:xfrm>
                <a:off x="1378470" y="823631"/>
                <a:ext cx="1395538" cy="3695114"/>
                <a:chOff x="13185289" y="1883407"/>
                <a:chExt cx="897798" cy="2377197"/>
              </a:xfrm>
            </p:grpSpPr>
            <p:sp>
              <p:nvSpPr>
                <p:cNvPr id="856" name="Google Shape;856;p44"/>
                <p:cNvSpPr/>
                <p:nvPr/>
              </p:nvSpPr>
              <p:spPr>
                <a:xfrm>
                  <a:off x="13185289" y="1997508"/>
                  <a:ext cx="897798" cy="2055411"/>
                </a:xfrm>
                <a:custGeom>
                  <a:rect b="b" l="l" r="r" t="t"/>
                  <a:pathLst>
                    <a:path extrusionOk="0" h="24643" w="10764">
                      <a:moveTo>
                        <a:pt x="1420" y="1"/>
                      </a:moveTo>
                      <a:cubicBezTo>
                        <a:pt x="657" y="1"/>
                        <a:pt x="248" y="376"/>
                        <a:pt x="124" y="1122"/>
                      </a:cubicBezTo>
                      <a:cubicBezTo>
                        <a:pt x="1" y="1812"/>
                        <a:pt x="69" y="2524"/>
                        <a:pt x="69" y="3215"/>
                      </a:cubicBezTo>
                      <a:cubicBezTo>
                        <a:pt x="52" y="10034"/>
                        <a:pt x="69" y="16837"/>
                        <a:pt x="52" y="23657"/>
                      </a:cubicBezTo>
                      <a:cubicBezTo>
                        <a:pt x="52" y="23908"/>
                        <a:pt x="141" y="24122"/>
                        <a:pt x="321" y="24296"/>
                      </a:cubicBezTo>
                      <a:cubicBezTo>
                        <a:pt x="585" y="24526"/>
                        <a:pt x="904" y="24633"/>
                        <a:pt x="1262" y="24633"/>
                      </a:cubicBezTo>
                      <a:lnTo>
                        <a:pt x="7298" y="24633"/>
                      </a:lnTo>
                      <a:cubicBezTo>
                        <a:pt x="7821" y="24633"/>
                        <a:pt x="8334" y="24643"/>
                        <a:pt x="8844" y="24643"/>
                      </a:cubicBezTo>
                      <a:cubicBezTo>
                        <a:pt x="9100" y="24643"/>
                        <a:pt x="9354" y="24640"/>
                        <a:pt x="9608" y="24633"/>
                      </a:cubicBezTo>
                      <a:cubicBezTo>
                        <a:pt x="10282" y="24616"/>
                        <a:pt x="10691" y="24190"/>
                        <a:pt x="10691" y="23533"/>
                      </a:cubicBezTo>
                      <a:lnTo>
                        <a:pt x="10691" y="12720"/>
                      </a:lnTo>
                      <a:cubicBezTo>
                        <a:pt x="10691" y="9608"/>
                        <a:pt x="10691" y="6518"/>
                        <a:pt x="10674" y="3411"/>
                      </a:cubicBezTo>
                      <a:cubicBezTo>
                        <a:pt x="10674" y="2631"/>
                        <a:pt x="10763" y="1851"/>
                        <a:pt x="10618" y="1066"/>
                      </a:cubicBezTo>
                      <a:cubicBezTo>
                        <a:pt x="10495" y="376"/>
                        <a:pt x="10069" y="1"/>
                        <a:pt x="9361" y="1"/>
                      </a:cubicBezTo>
                      <a:cubicBezTo>
                        <a:pt x="8038" y="9"/>
                        <a:pt x="6714" y="14"/>
                        <a:pt x="5391" y="14"/>
                      </a:cubicBezTo>
                      <a:cubicBezTo>
                        <a:pt x="4067" y="14"/>
                        <a:pt x="2744" y="9"/>
                        <a:pt x="14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4"/>
                <p:cNvSpPr/>
                <p:nvPr/>
              </p:nvSpPr>
              <p:spPr>
                <a:xfrm>
                  <a:off x="13264608" y="2844960"/>
                  <a:ext cx="739233" cy="1088948"/>
                </a:xfrm>
                <a:custGeom>
                  <a:rect b="b" l="l" r="r" t="t"/>
                  <a:pathLst>
                    <a:path extrusionOk="0" h="11774" w="7993">
                      <a:moveTo>
                        <a:pt x="3988" y="1"/>
                      </a:moveTo>
                      <a:cubicBezTo>
                        <a:pt x="2827" y="1"/>
                        <a:pt x="1669" y="5"/>
                        <a:pt x="516" y="14"/>
                      </a:cubicBezTo>
                      <a:cubicBezTo>
                        <a:pt x="158" y="14"/>
                        <a:pt x="0" y="159"/>
                        <a:pt x="0" y="546"/>
                      </a:cubicBezTo>
                      <a:lnTo>
                        <a:pt x="0" y="5823"/>
                      </a:lnTo>
                      <a:lnTo>
                        <a:pt x="17" y="5823"/>
                      </a:lnTo>
                      <a:lnTo>
                        <a:pt x="17" y="11151"/>
                      </a:lnTo>
                      <a:cubicBezTo>
                        <a:pt x="17" y="11701"/>
                        <a:pt x="90" y="11774"/>
                        <a:pt x="622" y="11774"/>
                      </a:cubicBezTo>
                      <a:lnTo>
                        <a:pt x="7297" y="11774"/>
                      </a:lnTo>
                      <a:cubicBezTo>
                        <a:pt x="7903" y="11774"/>
                        <a:pt x="7975" y="11718"/>
                        <a:pt x="7975" y="11113"/>
                      </a:cubicBezTo>
                      <a:cubicBezTo>
                        <a:pt x="7975" y="7596"/>
                        <a:pt x="7975" y="4063"/>
                        <a:pt x="7992" y="546"/>
                      </a:cubicBezTo>
                      <a:cubicBezTo>
                        <a:pt x="7992" y="159"/>
                        <a:pt x="7813" y="14"/>
                        <a:pt x="7476" y="14"/>
                      </a:cubicBezTo>
                      <a:cubicBezTo>
                        <a:pt x="6313" y="5"/>
                        <a:pt x="5149" y="1"/>
                        <a:pt x="39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4"/>
                <p:cNvSpPr/>
                <p:nvPr/>
              </p:nvSpPr>
              <p:spPr>
                <a:xfrm>
                  <a:off x="13265277" y="2154648"/>
                  <a:ext cx="739241" cy="380505"/>
                </a:xfrm>
                <a:custGeom>
                  <a:rect b="b" l="l" r="r" t="t"/>
                  <a:pathLst>
                    <a:path extrusionOk="0" h="4562" w="8863">
                      <a:moveTo>
                        <a:pt x="853" y="1"/>
                      </a:moveTo>
                      <a:cubicBezTo>
                        <a:pt x="159" y="1"/>
                        <a:pt x="18" y="158"/>
                        <a:pt x="1" y="853"/>
                      </a:cubicBezTo>
                      <a:cubicBezTo>
                        <a:pt x="1" y="1544"/>
                        <a:pt x="52" y="2221"/>
                        <a:pt x="107" y="2912"/>
                      </a:cubicBezTo>
                      <a:cubicBezTo>
                        <a:pt x="138" y="3478"/>
                        <a:pt x="198" y="3613"/>
                        <a:pt x="654" y="3613"/>
                      </a:cubicBezTo>
                      <a:cubicBezTo>
                        <a:pt x="714" y="3613"/>
                        <a:pt x="780" y="3611"/>
                        <a:pt x="853" y="3607"/>
                      </a:cubicBezTo>
                      <a:cubicBezTo>
                        <a:pt x="1031" y="3594"/>
                        <a:pt x="1209" y="3590"/>
                        <a:pt x="1386" y="3590"/>
                      </a:cubicBezTo>
                      <a:cubicBezTo>
                        <a:pt x="1741" y="3590"/>
                        <a:pt x="2097" y="3607"/>
                        <a:pt x="2452" y="3607"/>
                      </a:cubicBezTo>
                      <a:cubicBezTo>
                        <a:pt x="2469" y="3696"/>
                        <a:pt x="2486" y="3747"/>
                        <a:pt x="2486" y="3803"/>
                      </a:cubicBezTo>
                      <a:cubicBezTo>
                        <a:pt x="2520" y="4404"/>
                        <a:pt x="2682" y="4549"/>
                        <a:pt x="3249" y="4549"/>
                      </a:cubicBezTo>
                      <a:cubicBezTo>
                        <a:pt x="3658" y="4557"/>
                        <a:pt x="4062" y="4561"/>
                        <a:pt x="4466" y="4561"/>
                      </a:cubicBezTo>
                      <a:cubicBezTo>
                        <a:pt x="4870" y="4561"/>
                        <a:pt x="5273" y="4557"/>
                        <a:pt x="5683" y="4549"/>
                      </a:cubicBezTo>
                      <a:cubicBezTo>
                        <a:pt x="6109" y="4549"/>
                        <a:pt x="6305" y="4353"/>
                        <a:pt x="6339" y="3943"/>
                      </a:cubicBezTo>
                      <a:cubicBezTo>
                        <a:pt x="6356" y="3837"/>
                        <a:pt x="6356" y="3747"/>
                        <a:pt x="6356" y="3624"/>
                      </a:cubicBezTo>
                      <a:cubicBezTo>
                        <a:pt x="6446" y="3607"/>
                        <a:pt x="6501" y="3590"/>
                        <a:pt x="6535" y="3590"/>
                      </a:cubicBezTo>
                      <a:cubicBezTo>
                        <a:pt x="7051" y="3590"/>
                        <a:pt x="7567" y="3590"/>
                        <a:pt x="8082" y="3624"/>
                      </a:cubicBezTo>
                      <a:cubicBezTo>
                        <a:pt x="8108" y="3625"/>
                        <a:pt x="8133" y="3625"/>
                        <a:pt x="8157" y="3625"/>
                      </a:cubicBezTo>
                      <a:cubicBezTo>
                        <a:pt x="8533" y="3625"/>
                        <a:pt x="8722" y="3498"/>
                        <a:pt x="8722" y="3198"/>
                      </a:cubicBezTo>
                      <a:cubicBezTo>
                        <a:pt x="8739" y="2418"/>
                        <a:pt x="8862" y="1616"/>
                        <a:pt x="8828" y="836"/>
                      </a:cubicBezTo>
                      <a:cubicBezTo>
                        <a:pt x="8807" y="158"/>
                        <a:pt x="8649" y="1"/>
                        <a:pt x="7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4"/>
                <p:cNvSpPr/>
                <p:nvPr/>
              </p:nvSpPr>
              <p:spPr>
                <a:xfrm>
                  <a:off x="13285962" y="2249732"/>
                  <a:ext cx="699372" cy="179159"/>
                </a:xfrm>
                <a:custGeom>
                  <a:rect b="b" l="l" r="r" t="t"/>
                  <a:pathLst>
                    <a:path extrusionOk="0" h="2148" w="8385">
                      <a:moveTo>
                        <a:pt x="1194" y="1"/>
                      </a:moveTo>
                      <a:cubicBezTo>
                        <a:pt x="1136" y="1"/>
                        <a:pt x="1076" y="6"/>
                        <a:pt x="1015" y="16"/>
                      </a:cubicBezTo>
                      <a:cubicBezTo>
                        <a:pt x="674" y="84"/>
                        <a:pt x="443" y="246"/>
                        <a:pt x="269" y="583"/>
                      </a:cubicBezTo>
                      <a:cubicBezTo>
                        <a:pt x="0" y="1043"/>
                        <a:pt x="230" y="1508"/>
                        <a:pt x="179" y="1968"/>
                      </a:cubicBezTo>
                      <a:cubicBezTo>
                        <a:pt x="165" y="2135"/>
                        <a:pt x="264" y="2147"/>
                        <a:pt x="381" y="2147"/>
                      </a:cubicBezTo>
                      <a:cubicBezTo>
                        <a:pt x="402" y="2147"/>
                        <a:pt x="423" y="2147"/>
                        <a:pt x="443" y="2147"/>
                      </a:cubicBezTo>
                      <a:cubicBezTo>
                        <a:pt x="2344" y="2130"/>
                        <a:pt x="4228" y="2130"/>
                        <a:pt x="6129" y="2130"/>
                      </a:cubicBezTo>
                      <a:lnTo>
                        <a:pt x="8171" y="2130"/>
                      </a:lnTo>
                      <a:cubicBezTo>
                        <a:pt x="8116" y="1704"/>
                        <a:pt x="8222" y="1312"/>
                        <a:pt x="8239" y="919"/>
                      </a:cubicBezTo>
                      <a:cubicBezTo>
                        <a:pt x="8261" y="745"/>
                        <a:pt x="8384" y="532"/>
                        <a:pt x="8116" y="442"/>
                      </a:cubicBezTo>
                      <a:cubicBezTo>
                        <a:pt x="8061" y="424"/>
                        <a:pt x="8011" y="415"/>
                        <a:pt x="7966" y="415"/>
                      </a:cubicBezTo>
                      <a:cubicBezTo>
                        <a:pt x="7792" y="415"/>
                        <a:pt x="7681" y="541"/>
                        <a:pt x="7583" y="723"/>
                      </a:cubicBezTo>
                      <a:cubicBezTo>
                        <a:pt x="7515" y="851"/>
                        <a:pt x="7442" y="975"/>
                        <a:pt x="7336" y="1081"/>
                      </a:cubicBezTo>
                      <a:cubicBezTo>
                        <a:pt x="7105" y="1303"/>
                        <a:pt x="6917" y="1414"/>
                        <a:pt x="6722" y="1414"/>
                      </a:cubicBezTo>
                      <a:cubicBezTo>
                        <a:pt x="6543" y="1414"/>
                        <a:pt x="6358" y="1320"/>
                        <a:pt x="6129" y="1133"/>
                      </a:cubicBezTo>
                      <a:cubicBezTo>
                        <a:pt x="5916" y="958"/>
                        <a:pt x="5703" y="762"/>
                        <a:pt x="5507" y="583"/>
                      </a:cubicBezTo>
                      <a:cubicBezTo>
                        <a:pt x="5254" y="365"/>
                        <a:pt x="5044" y="254"/>
                        <a:pt x="4837" y="254"/>
                      </a:cubicBezTo>
                      <a:cubicBezTo>
                        <a:pt x="4622" y="254"/>
                        <a:pt x="4410" y="374"/>
                        <a:pt x="4156" y="617"/>
                      </a:cubicBezTo>
                      <a:cubicBezTo>
                        <a:pt x="3926" y="813"/>
                        <a:pt x="3730" y="1043"/>
                        <a:pt x="3499" y="1239"/>
                      </a:cubicBezTo>
                      <a:cubicBezTo>
                        <a:pt x="3367" y="1353"/>
                        <a:pt x="3229" y="1411"/>
                        <a:pt x="3086" y="1411"/>
                      </a:cubicBezTo>
                      <a:cubicBezTo>
                        <a:pt x="2961" y="1411"/>
                        <a:pt x="2831" y="1367"/>
                        <a:pt x="2698" y="1278"/>
                      </a:cubicBezTo>
                      <a:cubicBezTo>
                        <a:pt x="2344" y="1026"/>
                        <a:pt x="2042" y="745"/>
                        <a:pt x="1829" y="370"/>
                      </a:cubicBezTo>
                      <a:cubicBezTo>
                        <a:pt x="1686" y="108"/>
                        <a:pt x="1457" y="1"/>
                        <a:pt x="1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4"/>
                <p:cNvSpPr/>
                <p:nvPr/>
              </p:nvSpPr>
              <p:spPr>
                <a:xfrm>
                  <a:off x="13285962" y="2181255"/>
                  <a:ext cx="697954" cy="161310"/>
                </a:xfrm>
                <a:custGeom>
                  <a:rect b="b" l="l" r="r" t="t"/>
                  <a:pathLst>
                    <a:path extrusionOk="0" h="1934" w="8368">
                      <a:moveTo>
                        <a:pt x="451" y="0"/>
                      </a:moveTo>
                      <a:cubicBezTo>
                        <a:pt x="181" y="0"/>
                        <a:pt x="55" y="141"/>
                        <a:pt x="55" y="411"/>
                      </a:cubicBezTo>
                      <a:cubicBezTo>
                        <a:pt x="55" y="585"/>
                        <a:pt x="0" y="781"/>
                        <a:pt x="107" y="960"/>
                      </a:cubicBezTo>
                      <a:cubicBezTo>
                        <a:pt x="412" y="694"/>
                        <a:pt x="790" y="541"/>
                        <a:pt x="1150" y="541"/>
                      </a:cubicBezTo>
                      <a:cubicBezTo>
                        <a:pt x="1587" y="541"/>
                        <a:pt x="1997" y="765"/>
                        <a:pt x="2221" y="1280"/>
                      </a:cubicBezTo>
                      <a:cubicBezTo>
                        <a:pt x="2310" y="1493"/>
                        <a:pt x="2523" y="1617"/>
                        <a:pt x="2681" y="1758"/>
                      </a:cubicBezTo>
                      <a:cubicBezTo>
                        <a:pt x="2809" y="1870"/>
                        <a:pt x="2925" y="1921"/>
                        <a:pt x="3038" y="1921"/>
                      </a:cubicBezTo>
                      <a:cubicBezTo>
                        <a:pt x="3176" y="1921"/>
                        <a:pt x="3307" y="1843"/>
                        <a:pt x="3444" y="1706"/>
                      </a:cubicBezTo>
                      <a:cubicBezTo>
                        <a:pt x="3623" y="1510"/>
                        <a:pt x="3802" y="1314"/>
                        <a:pt x="4015" y="1157"/>
                      </a:cubicBezTo>
                      <a:cubicBezTo>
                        <a:pt x="4293" y="914"/>
                        <a:pt x="4561" y="793"/>
                        <a:pt x="4830" y="793"/>
                      </a:cubicBezTo>
                      <a:cubicBezTo>
                        <a:pt x="5094" y="793"/>
                        <a:pt x="5358" y="909"/>
                        <a:pt x="5631" y="1139"/>
                      </a:cubicBezTo>
                      <a:cubicBezTo>
                        <a:pt x="5827" y="1314"/>
                        <a:pt x="6023" y="1510"/>
                        <a:pt x="6215" y="1689"/>
                      </a:cubicBezTo>
                      <a:cubicBezTo>
                        <a:pt x="6399" y="1849"/>
                        <a:pt x="6566" y="1933"/>
                        <a:pt x="6719" y="1933"/>
                      </a:cubicBezTo>
                      <a:cubicBezTo>
                        <a:pt x="6905" y="1933"/>
                        <a:pt x="7072" y="1809"/>
                        <a:pt x="7229" y="1544"/>
                      </a:cubicBezTo>
                      <a:cubicBezTo>
                        <a:pt x="7421" y="1190"/>
                        <a:pt x="7639" y="947"/>
                        <a:pt x="8002" y="947"/>
                      </a:cubicBezTo>
                      <a:cubicBezTo>
                        <a:pt x="8075" y="947"/>
                        <a:pt x="8154" y="957"/>
                        <a:pt x="8239" y="978"/>
                      </a:cubicBezTo>
                      <a:cubicBezTo>
                        <a:pt x="8367" y="91"/>
                        <a:pt x="8295" y="1"/>
                        <a:pt x="7459" y="1"/>
                      </a:cubicBezTo>
                      <a:lnTo>
                        <a:pt x="499" y="1"/>
                      </a:lnTo>
                      <a:cubicBezTo>
                        <a:pt x="482" y="1"/>
                        <a:pt x="466" y="0"/>
                        <a:pt x="4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4"/>
                <p:cNvSpPr/>
                <p:nvPr/>
              </p:nvSpPr>
              <p:spPr>
                <a:xfrm>
                  <a:off x="13494981" y="2455415"/>
                  <a:ext cx="278414" cy="52046"/>
                </a:xfrm>
                <a:custGeom>
                  <a:rect b="b" l="l" r="r" t="t"/>
                  <a:pathLst>
                    <a:path extrusionOk="0" h="624" w="3338">
                      <a:moveTo>
                        <a:pt x="86" y="1"/>
                      </a:moveTo>
                      <a:cubicBezTo>
                        <a:pt x="0" y="534"/>
                        <a:pt x="69" y="623"/>
                        <a:pt x="550" y="623"/>
                      </a:cubicBezTo>
                      <a:lnTo>
                        <a:pt x="2771" y="623"/>
                      </a:lnTo>
                      <a:cubicBezTo>
                        <a:pt x="3265" y="623"/>
                        <a:pt x="3338" y="534"/>
                        <a:pt x="3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4"/>
                <p:cNvSpPr/>
                <p:nvPr/>
              </p:nvSpPr>
              <p:spPr>
                <a:xfrm>
                  <a:off x="13312569" y="2672756"/>
                  <a:ext cx="62305" cy="57718"/>
                </a:xfrm>
                <a:custGeom>
                  <a:rect b="b" l="l" r="r" t="t"/>
                  <a:pathLst>
                    <a:path extrusionOk="0" h="692" w="747">
                      <a:moveTo>
                        <a:pt x="269" y="1"/>
                      </a:moveTo>
                      <a:cubicBezTo>
                        <a:pt x="73" y="1"/>
                        <a:pt x="1" y="141"/>
                        <a:pt x="1" y="320"/>
                      </a:cubicBezTo>
                      <a:cubicBezTo>
                        <a:pt x="18" y="568"/>
                        <a:pt x="180" y="674"/>
                        <a:pt x="410" y="691"/>
                      </a:cubicBezTo>
                      <a:cubicBezTo>
                        <a:pt x="623" y="691"/>
                        <a:pt x="730" y="585"/>
                        <a:pt x="747" y="371"/>
                      </a:cubicBezTo>
                      <a:cubicBezTo>
                        <a:pt x="674" y="124"/>
                        <a:pt x="517" y="1"/>
                        <a:pt x="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4"/>
                <p:cNvSpPr/>
                <p:nvPr/>
              </p:nvSpPr>
              <p:spPr>
                <a:xfrm>
                  <a:off x="13422083" y="2669587"/>
                  <a:ext cx="55216" cy="53381"/>
                </a:xfrm>
                <a:custGeom>
                  <a:rect b="b" l="l" r="r" t="t"/>
                  <a:pathLst>
                    <a:path extrusionOk="0" h="640" w="662">
                      <a:moveTo>
                        <a:pt x="252" y="0"/>
                      </a:moveTo>
                      <a:cubicBezTo>
                        <a:pt x="73" y="0"/>
                        <a:pt x="1" y="162"/>
                        <a:pt x="22" y="341"/>
                      </a:cubicBezTo>
                      <a:cubicBezTo>
                        <a:pt x="39" y="571"/>
                        <a:pt x="197" y="640"/>
                        <a:pt x="393" y="640"/>
                      </a:cubicBezTo>
                      <a:cubicBezTo>
                        <a:pt x="572" y="623"/>
                        <a:pt x="661" y="533"/>
                        <a:pt x="640" y="303"/>
                      </a:cubicBezTo>
                      <a:cubicBezTo>
                        <a:pt x="623" y="128"/>
                        <a:pt x="482" y="0"/>
                        <a:pt x="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4"/>
                <p:cNvSpPr/>
                <p:nvPr/>
              </p:nvSpPr>
              <p:spPr>
                <a:xfrm>
                  <a:off x="13517001" y="2671672"/>
                  <a:ext cx="59470" cy="48460"/>
                </a:xfrm>
                <a:custGeom>
                  <a:rect b="b" l="l" r="r" t="t"/>
                  <a:pathLst>
                    <a:path extrusionOk="0" h="581" w="713">
                      <a:moveTo>
                        <a:pt x="279" y="1"/>
                      </a:moveTo>
                      <a:cubicBezTo>
                        <a:pt x="144" y="1"/>
                        <a:pt x="31" y="63"/>
                        <a:pt x="18" y="244"/>
                      </a:cubicBezTo>
                      <a:cubicBezTo>
                        <a:pt x="1" y="457"/>
                        <a:pt x="124" y="546"/>
                        <a:pt x="320" y="581"/>
                      </a:cubicBezTo>
                      <a:cubicBezTo>
                        <a:pt x="499" y="581"/>
                        <a:pt x="657" y="563"/>
                        <a:pt x="674" y="350"/>
                      </a:cubicBezTo>
                      <a:cubicBezTo>
                        <a:pt x="712" y="154"/>
                        <a:pt x="606" y="31"/>
                        <a:pt x="393" y="14"/>
                      </a:cubicBezTo>
                      <a:cubicBezTo>
                        <a:pt x="354" y="5"/>
                        <a:pt x="316" y="1"/>
                        <a:pt x="2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4"/>
                <p:cNvSpPr/>
                <p:nvPr/>
              </p:nvSpPr>
              <p:spPr>
                <a:xfrm>
                  <a:off x="13468291" y="1883407"/>
                  <a:ext cx="328959" cy="87578"/>
                </a:xfrm>
                <a:custGeom>
                  <a:rect b="b" l="l" r="r" t="t"/>
                  <a:pathLst>
                    <a:path extrusionOk="0" h="1050" w="3944">
                      <a:moveTo>
                        <a:pt x="2013" y="0"/>
                      </a:moveTo>
                      <a:cubicBezTo>
                        <a:pt x="1903" y="0"/>
                        <a:pt x="1792" y="7"/>
                        <a:pt x="1684" y="22"/>
                      </a:cubicBezTo>
                      <a:cubicBezTo>
                        <a:pt x="1011" y="107"/>
                        <a:pt x="354" y="303"/>
                        <a:pt x="1" y="1049"/>
                      </a:cubicBezTo>
                      <a:lnTo>
                        <a:pt x="3943" y="1049"/>
                      </a:lnTo>
                      <a:cubicBezTo>
                        <a:pt x="3755" y="423"/>
                        <a:pt x="2868" y="0"/>
                        <a:pt x="20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4"/>
                <p:cNvSpPr/>
                <p:nvPr/>
              </p:nvSpPr>
              <p:spPr>
                <a:xfrm>
                  <a:off x="13577805" y="4094873"/>
                  <a:ext cx="108180" cy="164897"/>
                </a:xfrm>
                <a:custGeom>
                  <a:rect b="b" l="l" r="r" t="t"/>
                  <a:pathLst>
                    <a:path extrusionOk="0" h="1977" w="1297">
                      <a:moveTo>
                        <a:pt x="802" y="1"/>
                      </a:moveTo>
                      <a:cubicBezTo>
                        <a:pt x="662" y="1"/>
                        <a:pt x="523" y="7"/>
                        <a:pt x="386" y="7"/>
                      </a:cubicBezTo>
                      <a:cubicBezTo>
                        <a:pt x="328" y="7"/>
                        <a:pt x="271" y="6"/>
                        <a:pt x="214" y="3"/>
                      </a:cubicBezTo>
                      <a:cubicBezTo>
                        <a:pt x="73" y="3"/>
                        <a:pt x="0" y="75"/>
                        <a:pt x="18" y="216"/>
                      </a:cubicBezTo>
                      <a:cubicBezTo>
                        <a:pt x="18" y="715"/>
                        <a:pt x="18" y="1230"/>
                        <a:pt x="35" y="1725"/>
                      </a:cubicBezTo>
                      <a:cubicBezTo>
                        <a:pt x="35" y="1831"/>
                        <a:pt x="52" y="1959"/>
                        <a:pt x="197" y="1976"/>
                      </a:cubicBezTo>
                      <a:lnTo>
                        <a:pt x="1139" y="1976"/>
                      </a:lnTo>
                      <a:cubicBezTo>
                        <a:pt x="1262" y="1959"/>
                        <a:pt x="1296" y="1853"/>
                        <a:pt x="1296" y="1746"/>
                      </a:cubicBezTo>
                      <a:lnTo>
                        <a:pt x="1296" y="41"/>
                      </a:lnTo>
                      <a:cubicBezTo>
                        <a:pt x="1129" y="8"/>
                        <a:pt x="965" y="1"/>
                        <a:pt x="8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4"/>
                <p:cNvSpPr/>
                <p:nvPr/>
              </p:nvSpPr>
              <p:spPr>
                <a:xfrm>
                  <a:off x="13382298" y="4094622"/>
                  <a:ext cx="54799" cy="162394"/>
                </a:xfrm>
                <a:custGeom>
                  <a:rect b="b" l="l" r="r" t="t"/>
                  <a:pathLst>
                    <a:path extrusionOk="0" h="1947" w="657">
                      <a:moveTo>
                        <a:pt x="285" y="0"/>
                      </a:moveTo>
                      <a:cubicBezTo>
                        <a:pt x="195" y="0"/>
                        <a:pt x="101" y="19"/>
                        <a:pt x="0" y="61"/>
                      </a:cubicBezTo>
                      <a:cubicBezTo>
                        <a:pt x="124" y="662"/>
                        <a:pt x="73" y="1267"/>
                        <a:pt x="90" y="1873"/>
                      </a:cubicBezTo>
                      <a:cubicBezTo>
                        <a:pt x="201" y="1909"/>
                        <a:pt x="295" y="1947"/>
                        <a:pt x="404" y="1947"/>
                      </a:cubicBezTo>
                      <a:cubicBezTo>
                        <a:pt x="449" y="1947"/>
                        <a:pt x="497" y="1940"/>
                        <a:pt x="550" y="1924"/>
                      </a:cubicBezTo>
                      <a:cubicBezTo>
                        <a:pt x="584" y="1284"/>
                        <a:pt x="657" y="662"/>
                        <a:pt x="584" y="61"/>
                      </a:cubicBezTo>
                      <a:cubicBezTo>
                        <a:pt x="483" y="23"/>
                        <a:pt x="386" y="0"/>
                        <a:pt x="2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4"/>
                <p:cNvSpPr/>
                <p:nvPr/>
              </p:nvSpPr>
              <p:spPr>
                <a:xfrm>
                  <a:off x="13832698" y="4094789"/>
                  <a:ext cx="51629" cy="163562"/>
                </a:xfrm>
                <a:custGeom>
                  <a:rect b="b" l="l" r="r" t="t"/>
                  <a:pathLst>
                    <a:path extrusionOk="0" h="1961" w="619">
                      <a:moveTo>
                        <a:pt x="324" y="0"/>
                      </a:moveTo>
                      <a:cubicBezTo>
                        <a:pt x="225" y="0"/>
                        <a:pt x="126" y="14"/>
                        <a:pt x="18" y="59"/>
                      </a:cubicBezTo>
                      <a:cubicBezTo>
                        <a:pt x="18" y="699"/>
                        <a:pt x="1" y="1321"/>
                        <a:pt x="107" y="1960"/>
                      </a:cubicBezTo>
                      <a:cubicBezTo>
                        <a:pt x="265" y="1939"/>
                        <a:pt x="406" y="1960"/>
                        <a:pt x="533" y="1832"/>
                      </a:cubicBezTo>
                      <a:cubicBezTo>
                        <a:pt x="550" y="1231"/>
                        <a:pt x="512" y="643"/>
                        <a:pt x="619" y="21"/>
                      </a:cubicBezTo>
                      <a:cubicBezTo>
                        <a:pt x="514" y="12"/>
                        <a:pt x="419" y="0"/>
                        <a:pt x="3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4"/>
                <p:cNvSpPr/>
                <p:nvPr/>
              </p:nvSpPr>
              <p:spPr>
                <a:xfrm>
                  <a:off x="13515583" y="4095039"/>
                  <a:ext cx="37033" cy="165564"/>
                </a:xfrm>
                <a:custGeom>
                  <a:rect b="b" l="l" r="r" t="t"/>
                  <a:pathLst>
                    <a:path extrusionOk="0" h="1985" w="444">
                      <a:moveTo>
                        <a:pt x="231" y="1"/>
                      </a:moveTo>
                      <a:cubicBezTo>
                        <a:pt x="52" y="1"/>
                        <a:pt x="1" y="90"/>
                        <a:pt x="1" y="252"/>
                      </a:cubicBezTo>
                      <a:lnTo>
                        <a:pt x="1" y="1957"/>
                      </a:lnTo>
                      <a:cubicBezTo>
                        <a:pt x="95" y="1966"/>
                        <a:pt x="178" y="1985"/>
                        <a:pt x="254" y="1985"/>
                      </a:cubicBezTo>
                      <a:cubicBezTo>
                        <a:pt x="323" y="1985"/>
                        <a:pt x="385" y="1969"/>
                        <a:pt x="444" y="1919"/>
                      </a:cubicBezTo>
                      <a:lnTo>
                        <a:pt x="444" y="252"/>
                      </a:lnTo>
                      <a:cubicBezTo>
                        <a:pt x="444" y="90"/>
                        <a:pt x="410" y="1"/>
                        <a:pt x="2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4"/>
                <p:cNvSpPr/>
                <p:nvPr/>
              </p:nvSpPr>
              <p:spPr>
                <a:xfrm>
                  <a:off x="13713926" y="4095039"/>
                  <a:ext cx="37116" cy="164980"/>
                </a:xfrm>
                <a:custGeom>
                  <a:rect b="b" l="l" r="r" t="t"/>
                  <a:pathLst>
                    <a:path extrusionOk="0" h="1978" w="445">
                      <a:moveTo>
                        <a:pt x="214" y="1"/>
                      </a:moveTo>
                      <a:cubicBezTo>
                        <a:pt x="73" y="1"/>
                        <a:pt x="1" y="73"/>
                        <a:pt x="1" y="214"/>
                      </a:cubicBezTo>
                      <a:lnTo>
                        <a:pt x="1" y="1957"/>
                      </a:lnTo>
                      <a:cubicBezTo>
                        <a:pt x="80" y="1966"/>
                        <a:pt x="150" y="1978"/>
                        <a:pt x="220" y="1978"/>
                      </a:cubicBezTo>
                      <a:cubicBezTo>
                        <a:pt x="292" y="1978"/>
                        <a:pt x="364" y="1965"/>
                        <a:pt x="444" y="1919"/>
                      </a:cubicBezTo>
                      <a:lnTo>
                        <a:pt x="444" y="197"/>
                      </a:lnTo>
                      <a:cubicBezTo>
                        <a:pt x="444" y="56"/>
                        <a:pt x="359" y="1"/>
                        <a:pt x="2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4"/>
                <p:cNvSpPr/>
                <p:nvPr/>
              </p:nvSpPr>
              <p:spPr>
                <a:xfrm>
                  <a:off x="13776148" y="4095039"/>
                  <a:ext cx="32863" cy="164229"/>
                </a:xfrm>
                <a:custGeom>
                  <a:rect b="b" l="l" r="r" t="t"/>
                  <a:pathLst>
                    <a:path extrusionOk="0" h="1969" w="394">
                      <a:moveTo>
                        <a:pt x="214" y="1"/>
                      </a:moveTo>
                      <a:cubicBezTo>
                        <a:pt x="56" y="1"/>
                        <a:pt x="1" y="90"/>
                        <a:pt x="1" y="231"/>
                      </a:cubicBezTo>
                      <a:cubicBezTo>
                        <a:pt x="1" y="713"/>
                        <a:pt x="18" y="1211"/>
                        <a:pt x="18" y="1706"/>
                      </a:cubicBezTo>
                      <a:cubicBezTo>
                        <a:pt x="18" y="1896"/>
                        <a:pt x="91" y="1969"/>
                        <a:pt x="216" y="1969"/>
                      </a:cubicBezTo>
                      <a:cubicBezTo>
                        <a:pt x="267" y="1969"/>
                        <a:pt x="326" y="1957"/>
                        <a:pt x="393" y="1936"/>
                      </a:cubicBezTo>
                      <a:lnTo>
                        <a:pt x="393" y="214"/>
                      </a:lnTo>
                      <a:cubicBezTo>
                        <a:pt x="393" y="90"/>
                        <a:pt x="359" y="1"/>
                        <a:pt x="2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4"/>
                <p:cNvSpPr/>
                <p:nvPr/>
              </p:nvSpPr>
              <p:spPr>
                <a:xfrm>
                  <a:off x="13457615" y="4095039"/>
                  <a:ext cx="32779" cy="163979"/>
                </a:xfrm>
                <a:custGeom>
                  <a:rect b="b" l="l" r="r" t="t"/>
                  <a:pathLst>
                    <a:path extrusionOk="0" h="1966" w="393">
                      <a:moveTo>
                        <a:pt x="180" y="1"/>
                      </a:moveTo>
                      <a:cubicBezTo>
                        <a:pt x="39" y="1"/>
                        <a:pt x="1" y="90"/>
                        <a:pt x="1" y="214"/>
                      </a:cubicBezTo>
                      <a:lnTo>
                        <a:pt x="1" y="1936"/>
                      </a:lnTo>
                      <a:cubicBezTo>
                        <a:pt x="67" y="1953"/>
                        <a:pt x="129" y="1965"/>
                        <a:pt x="182" y="1965"/>
                      </a:cubicBezTo>
                      <a:cubicBezTo>
                        <a:pt x="299" y="1965"/>
                        <a:pt x="376" y="1907"/>
                        <a:pt x="376" y="1723"/>
                      </a:cubicBezTo>
                      <a:cubicBezTo>
                        <a:pt x="393" y="1228"/>
                        <a:pt x="393" y="730"/>
                        <a:pt x="393" y="214"/>
                      </a:cubicBezTo>
                      <a:cubicBezTo>
                        <a:pt x="393" y="90"/>
                        <a:pt x="342" y="1"/>
                        <a:pt x="1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4"/>
                <p:cNvSpPr/>
                <p:nvPr/>
              </p:nvSpPr>
              <p:spPr>
                <a:xfrm>
                  <a:off x="13900592" y="4095039"/>
                  <a:ext cx="37116" cy="153220"/>
                </a:xfrm>
                <a:custGeom>
                  <a:rect b="b" l="l" r="r" t="t"/>
                  <a:pathLst>
                    <a:path extrusionOk="0" h="1837" w="445">
                      <a:moveTo>
                        <a:pt x="269" y="1"/>
                      </a:moveTo>
                      <a:cubicBezTo>
                        <a:pt x="124" y="1"/>
                        <a:pt x="73" y="56"/>
                        <a:pt x="56" y="180"/>
                      </a:cubicBezTo>
                      <a:cubicBezTo>
                        <a:pt x="39" y="730"/>
                        <a:pt x="1" y="1279"/>
                        <a:pt x="73" y="1829"/>
                      </a:cubicBezTo>
                      <a:cubicBezTo>
                        <a:pt x="109" y="1834"/>
                        <a:pt x="142" y="1836"/>
                        <a:pt x="173" y="1836"/>
                      </a:cubicBezTo>
                      <a:cubicBezTo>
                        <a:pt x="297" y="1836"/>
                        <a:pt x="379" y="1795"/>
                        <a:pt x="393" y="1655"/>
                      </a:cubicBezTo>
                      <a:cubicBezTo>
                        <a:pt x="410" y="1173"/>
                        <a:pt x="427" y="696"/>
                        <a:pt x="444" y="197"/>
                      </a:cubicBezTo>
                      <a:cubicBezTo>
                        <a:pt x="444" y="73"/>
                        <a:pt x="393" y="1"/>
                        <a:pt x="2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4"/>
                <p:cNvSpPr/>
                <p:nvPr/>
              </p:nvSpPr>
              <p:spPr>
                <a:xfrm>
                  <a:off x="13328917" y="4095039"/>
                  <a:ext cx="37116" cy="153553"/>
                </a:xfrm>
                <a:custGeom>
                  <a:rect b="b" l="l" r="r" t="t"/>
                  <a:pathLst>
                    <a:path extrusionOk="0" h="1841" w="445">
                      <a:moveTo>
                        <a:pt x="180" y="1"/>
                      </a:moveTo>
                      <a:cubicBezTo>
                        <a:pt x="52" y="1"/>
                        <a:pt x="1" y="73"/>
                        <a:pt x="1" y="197"/>
                      </a:cubicBezTo>
                      <a:cubicBezTo>
                        <a:pt x="18" y="678"/>
                        <a:pt x="35" y="1156"/>
                        <a:pt x="52" y="1616"/>
                      </a:cubicBezTo>
                      <a:cubicBezTo>
                        <a:pt x="69" y="1774"/>
                        <a:pt x="142" y="1841"/>
                        <a:pt x="269" y="1841"/>
                      </a:cubicBezTo>
                      <a:cubicBezTo>
                        <a:pt x="300" y="1841"/>
                        <a:pt x="334" y="1837"/>
                        <a:pt x="372" y="1829"/>
                      </a:cubicBezTo>
                      <a:cubicBezTo>
                        <a:pt x="444" y="1279"/>
                        <a:pt x="427" y="730"/>
                        <a:pt x="393" y="180"/>
                      </a:cubicBezTo>
                      <a:cubicBezTo>
                        <a:pt x="372" y="56"/>
                        <a:pt x="303" y="1"/>
                        <a:pt x="1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4"/>
                <p:cNvSpPr/>
                <p:nvPr/>
              </p:nvSpPr>
              <p:spPr>
                <a:xfrm>
                  <a:off x="13269614" y="4095373"/>
                  <a:ext cx="38784" cy="130283"/>
                </a:xfrm>
                <a:custGeom>
                  <a:rect b="b" l="l" r="r" t="t"/>
                  <a:pathLst>
                    <a:path extrusionOk="0" h="1562" w="465">
                      <a:moveTo>
                        <a:pt x="244" y="0"/>
                      </a:moveTo>
                      <a:cubicBezTo>
                        <a:pt x="202" y="0"/>
                        <a:pt x="151" y="12"/>
                        <a:pt x="90" y="35"/>
                      </a:cubicBezTo>
                      <a:cubicBezTo>
                        <a:pt x="72" y="568"/>
                        <a:pt x="0" y="1101"/>
                        <a:pt x="392" y="1561"/>
                      </a:cubicBezTo>
                      <a:cubicBezTo>
                        <a:pt x="465" y="1101"/>
                        <a:pt x="443" y="636"/>
                        <a:pt x="392" y="193"/>
                      </a:cubicBezTo>
                      <a:cubicBezTo>
                        <a:pt x="380" y="58"/>
                        <a:pt x="335" y="0"/>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4"/>
                <p:cNvSpPr/>
                <p:nvPr/>
              </p:nvSpPr>
              <p:spPr>
                <a:xfrm>
                  <a:off x="13951053" y="4096457"/>
                  <a:ext cx="45958" cy="135204"/>
                </a:xfrm>
                <a:custGeom>
                  <a:rect b="b" l="l" r="r" t="t"/>
                  <a:pathLst>
                    <a:path extrusionOk="0" h="1621" w="551">
                      <a:moveTo>
                        <a:pt x="461" y="1"/>
                      </a:moveTo>
                      <a:cubicBezTo>
                        <a:pt x="142" y="56"/>
                        <a:pt x="1" y="785"/>
                        <a:pt x="159" y="1621"/>
                      </a:cubicBezTo>
                      <a:cubicBezTo>
                        <a:pt x="551" y="1088"/>
                        <a:pt x="478" y="555"/>
                        <a:pt x="4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877" name="Google Shape;877;p44"/>
            <p:cNvPicPr preferRelativeResize="0"/>
            <p:nvPr/>
          </p:nvPicPr>
          <p:blipFill rotWithShape="1">
            <a:blip r:embed="rId3">
              <a:alphaModFix amt="91000"/>
            </a:blip>
            <a:srcRect b="0" l="22286" r="40092" t="0"/>
            <a:stretch/>
          </p:blipFill>
          <p:spPr>
            <a:xfrm>
              <a:off x="1817425" y="2328875"/>
              <a:ext cx="1120800" cy="1676100"/>
            </a:xfrm>
            <a:prstGeom prst="roundRect">
              <a:avLst>
                <a:gd fmla="val 7339" name="adj"/>
              </a:avLst>
            </a:prstGeom>
            <a:noFill/>
            <a:ln>
              <a:noFill/>
            </a:ln>
          </p:spPr>
        </p:pic>
      </p:grpSp>
      <p:grpSp>
        <p:nvGrpSpPr>
          <p:cNvPr id="878" name="Google Shape;878;p44"/>
          <p:cNvGrpSpPr/>
          <p:nvPr/>
        </p:nvGrpSpPr>
        <p:grpSpPr>
          <a:xfrm rot="1274790">
            <a:off x="6166926" y="765223"/>
            <a:ext cx="1647051" cy="619964"/>
            <a:chOff x="4852375" y="2531925"/>
            <a:chExt cx="856450" cy="322375"/>
          </a:xfrm>
        </p:grpSpPr>
        <p:sp>
          <p:nvSpPr>
            <p:cNvPr id="879" name="Google Shape;879;p44"/>
            <p:cNvSpPr/>
            <p:nvPr/>
          </p:nvSpPr>
          <p:spPr>
            <a:xfrm>
              <a:off x="5171200" y="2621125"/>
              <a:ext cx="192675" cy="192775"/>
            </a:xfrm>
            <a:custGeom>
              <a:rect b="b" l="l" r="r" t="t"/>
              <a:pathLst>
                <a:path extrusionOk="0" h="7711" w="7707">
                  <a:moveTo>
                    <a:pt x="3854" y="0"/>
                  </a:moveTo>
                  <a:cubicBezTo>
                    <a:pt x="1722" y="0"/>
                    <a:pt x="0" y="1726"/>
                    <a:pt x="0" y="3858"/>
                  </a:cubicBezTo>
                  <a:cubicBezTo>
                    <a:pt x="0" y="5989"/>
                    <a:pt x="1722" y="7711"/>
                    <a:pt x="3854" y="7711"/>
                  </a:cubicBezTo>
                  <a:cubicBezTo>
                    <a:pt x="5985" y="7711"/>
                    <a:pt x="7707" y="5989"/>
                    <a:pt x="7707" y="3858"/>
                  </a:cubicBezTo>
                  <a:cubicBezTo>
                    <a:pt x="7707" y="1726"/>
                    <a:pt x="5985" y="0"/>
                    <a:pt x="38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4"/>
            <p:cNvSpPr/>
            <p:nvPr/>
          </p:nvSpPr>
          <p:spPr>
            <a:xfrm>
              <a:off x="5169375" y="2619425"/>
              <a:ext cx="196325" cy="196200"/>
            </a:xfrm>
            <a:custGeom>
              <a:rect b="b" l="l" r="r" t="t"/>
              <a:pathLst>
                <a:path extrusionOk="0" h="7848" w="7853">
                  <a:moveTo>
                    <a:pt x="3927" y="141"/>
                  </a:moveTo>
                  <a:cubicBezTo>
                    <a:pt x="4975" y="141"/>
                    <a:pt x="5913" y="567"/>
                    <a:pt x="6608" y="1240"/>
                  </a:cubicBezTo>
                  <a:cubicBezTo>
                    <a:pt x="7298" y="1935"/>
                    <a:pt x="7707" y="2877"/>
                    <a:pt x="7707" y="3926"/>
                  </a:cubicBezTo>
                  <a:cubicBezTo>
                    <a:pt x="7707" y="4970"/>
                    <a:pt x="7298" y="5912"/>
                    <a:pt x="6608" y="6607"/>
                  </a:cubicBezTo>
                  <a:cubicBezTo>
                    <a:pt x="5913" y="7280"/>
                    <a:pt x="4975" y="7706"/>
                    <a:pt x="3927" y="7706"/>
                  </a:cubicBezTo>
                  <a:cubicBezTo>
                    <a:pt x="2878" y="7706"/>
                    <a:pt x="1936" y="7280"/>
                    <a:pt x="1245" y="6607"/>
                  </a:cubicBezTo>
                  <a:cubicBezTo>
                    <a:pt x="568" y="5912"/>
                    <a:pt x="142" y="4970"/>
                    <a:pt x="142" y="3926"/>
                  </a:cubicBezTo>
                  <a:cubicBezTo>
                    <a:pt x="142" y="2877"/>
                    <a:pt x="568" y="1935"/>
                    <a:pt x="1245" y="1240"/>
                  </a:cubicBezTo>
                  <a:cubicBezTo>
                    <a:pt x="1936" y="567"/>
                    <a:pt x="2878" y="141"/>
                    <a:pt x="3927" y="141"/>
                  </a:cubicBezTo>
                  <a:close/>
                  <a:moveTo>
                    <a:pt x="3927" y="0"/>
                  </a:moveTo>
                  <a:cubicBezTo>
                    <a:pt x="1757" y="0"/>
                    <a:pt x="1" y="1756"/>
                    <a:pt x="1" y="3926"/>
                  </a:cubicBezTo>
                  <a:cubicBezTo>
                    <a:pt x="1" y="6091"/>
                    <a:pt x="1757" y="7847"/>
                    <a:pt x="3927" y="7847"/>
                  </a:cubicBezTo>
                  <a:cubicBezTo>
                    <a:pt x="6092" y="7847"/>
                    <a:pt x="7852" y="6091"/>
                    <a:pt x="7852" y="3926"/>
                  </a:cubicBezTo>
                  <a:cubicBezTo>
                    <a:pt x="7852" y="1756"/>
                    <a:pt x="6092" y="0"/>
                    <a:pt x="39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4"/>
            <p:cNvSpPr/>
            <p:nvPr/>
          </p:nvSpPr>
          <p:spPr>
            <a:xfrm>
              <a:off x="4852375" y="2643825"/>
              <a:ext cx="856450" cy="120750"/>
            </a:xfrm>
            <a:custGeom>
              <a:rect b="b" l="l" r="r" t="t"/>
              <a:pathLst>
                <a:path extrusionOk="0" h="4830" w="34258">
                  <a:moveTo>
                    <a:pt x="19181" y="0"/>
                  </a:moveTo>
                  <a:lnTo>
                    <a:pt x="19181" y="141"/>
                  </a:lnTo>
                  <a:cubicBezTo>
                    <a:pt x="21189" y="179"/>
                    <a:pt x="23068" y="264"/>
                    <a:pt x="24795" y="371"/>
                  </a:cubicBezTo>
                  <a:lnTo>
                    <a:pt x="24812" y="371"/>
                  </a:lnTo>
                  <a:cubicBezTo>
                    <a:pt x="25468" y="426"/>
                    <a:pt x="26107" y="477"/>
                    <a:pt x="26730" y="533"/>
                  </a:cubicBezTo>
                  <a:cubicBezTo>
                    <a:pt x="28469" y="691"/>
                    <a:pt x="29978" y="904"/>
                    <a:pt x="31167" y="1138"/>
                  </a:cubicBezTo>
                  <a:cubicBezTo>
                    <a:pt x="31772" y="1262"/>
                    <a:pt x="32288" y="1385"/>
                    <a:pt x="32714" y="1526"/>
                  </a:cubicBezTo>
                  <a:cubicBezTo>
                    <a:pt x="33140" y="1650"/>
                    <a:pt x="33477" y="1795"/>
                    <a:pt x="33724" y="1935"/>
                  </a:cubicBezTo>
                  <a:cubicBezTo>
                    <a:pt x="33852" y="2025"/>
                    <a:pt x="33959" y="2114"/>
                    <a:pt x="34027" y="2182"/>
                  </a:cubicBezTo>
                  <a:cubicBezTo>
                    <a:pt x="34099" y="2272"/>
                    <a:pt x="34116" y="2344"/>
                    <a:pt x="34116" y="2417"/>
                  </a:cubicBezTo>
                  <a:cubicBezTo>
                    <a:pt x="34116" y="2451"/>
                    <a:pt x="34116" y="2502"/>
                    <a:pt x="34082" y="2540"/>
                  </a:cubicBezTo>
                  <a:cubicBezTo>
                    <a:pt x="34044" y="2630"/>
                    <a:pt x="33959" y="2737"/>
                    <a:pt x="33797" y="2822"/>
                  </a:cubicBezTo>
                  <a:cubicBezTo>
                    <a:pt x="33549" y="3001"/>
                    <a:pt x="33157" y="3163"/>
                    <a:pt x="32625" y="3320"/>
                  </a:cubicBezTo>
                  <a:cubicBezTo>
                    <a:pt x="31043" y="3802"/>
                    <a:pt x="28345" y="4190"/>
                    <a:pt x="24969" y="4420"/>
                  </a:cubicBezTo>
                  <a:cubicBezTo>
                    <a:pt x="23443" y="4527"/>
                    <a:pt x="21790" y="4616"/>
                    <a:pt x="20033" y="4655"/>
                  </a:cubicBezTo>
                  <a:cubicBezTo>
                    <a:pt x="19091" y="4672"/>
                    <a:pt x="18115" y="4689"/>
                    <a:pt x="17122" y="4689"/>
                  </a:cubicBezTo>
                  <a:lnTo>
                    <a:pt x="16355" y="4689"/>
                  </a:lnTo>
                  <a:cubicBezTo>
                    <a:pt x="15272" y="4689"/>
                    <a:pt x="14207" y="4655"/>
                    <a:pt x="13180" y="4633"/>
                  </a:cubicBezTo>
                  <a:cubicBezTo>
                    <a:pt x="10516" y="4548"/>
                    <a:pt x="8099" y="4369"/>
                    <a:pt x="6091" y="4139"/>
                  </a:cubicBezTo>
                  <a:cubicBezTo>
                    <a:pt x="4778" y="3977"/>
                    <a:pt x="3640" y="3802"/>
                    <a:pt x="2715" y="3606"/>
                  </a:cubicBezTo>
                  <a:cubicBezTo>
                    <a:pt x="1884" y="3410"/>
                    <a:pt x="1224" y="3214"/>
                    <a:pt x="780" y="3018"/>
                  </a:cubicBezTo>
                  <a:cubicBezTo>
                    <a:pt x="567" y="2911"/>
                    <a:pt x="392" y="2805"/>
                    <a:pt x="286" y="2698"/>
                  </a:cubicBezTo>
                  <a:cubicBezTo>
                    <a:pt x="230" y="2647"/>
                    <a:pt x="196" y="2592"/>
                    <a:pt x="179" y="2558"/>
                  </a:cubicBezTo>
                  <a:cubicBezTo>
                    <a:pt x="141" y="2502"/>
                    <a:pt x="141" y="2451"/>
                    <a:pt x="141" y="2417"/>
                  </a:cubicBezTo>
                  <a:cubicBezTo>
                    <a:pt x="141" y="2361"/>
                    <a:pt x="158" y="2289"/>
                    <a:pt x="196" y="2238"/>
                  </a:cubicBezTo>
                  <a:cubicBezTo>
                    <a:pt x="265" y="2114"/>
                    <a:pt x="427" y="1991"/>
                    <a:pt x="657" y="1884"/>
                  </a:cubicBezTo>
                  <a:cubicBezTo>
                    <a:pt x="1066" y="1671"/>
                    <a:pt x="1688" y="1458"/>
                    <a:pt x="2524" y="1262"/>
                  </a:cubicBezTo>
                  <a:cubicBezTo>
                    <a:pt x="4974" y="712"/>
                    <a:pt x="9130" y="286"/>
                    <a:pt x="14011" y="158"/>
                  </a:cubicBezTo>
                  <a:lnTo>
                    <a:pt x="14011" y="17"/>
                  </a:lnTo>
                  <a:cubicBezTo>
                    <a:pt x="10034" y="124"/>
                    <a:pt x="6552" y="426"/>
                    <a:pt x="4050" y="836"/>
                  </a:cubicBezTo>
                  <a:cubicBezTo>
                    <a:pt x="2805" y="1032"/>
                    <a:pt x="1795" y="1262"/>
                    <a:pt x="1100" y="1526"/>
                  </a:cubicBezTo>
                  <a:cubicBezTo>
                    <a:pt x="746" y="1650"/>
                    <a:pt x="478" y="1795"/>
                    <a:pt x="303" y="1935"/>
                  </a:cubicBezTo>
                  <a:cubicBezTo>
                    <a:pt x="196" y="2008"/>
                    <a:pt x="124" y="2076"/>
                    <a:pt x="73" y="2148"/>
                  </a:cubicBezTo>
                  <a:cubicBezTo>
                    <a:pt x="17" y="2238"/>
                    <a:pt x="0" y="2327"/>
                    <a:pt x="0" y="2417"/>
                  </a:cubicBezTo>
                  <a:cubicBezTo>
                    <a:pt x="0" y="2485"/>
                    <a:pt x="17" y="2558"/>
                    <a:pt x="51" y="2609"/>
                  </a:cubicBezTo>
                  <a:cubicBezTo>
                    <a:pt x="107" y="2737"/>
                    <a:pt x="213" y="2843"/>
                    <a:pt x="354" y="2928"/>
                  </a:cubicBezTo>
                  <a:cubicBezTo>
                    <a:pt x="567" y="3090"/>
                    <a:pt x="870" y="3214"/>
                    <a:pt x="1279" y="3355"/>
                  </a:cubicBezTo>
                  <a:cubicBezTo>
                    <a:pt x="1671" y="3482"/>
                    <a:pt x="2131" y="3623"/>
                    <a:pt x="2681" y="3730"/>
                  </a:cubicBezTo>
                  <a:cubicBezTo>
                    <a:pt x="3623" y="3943"/>
                    <a:pt x="4761" y="4122"/>
                    <a:pt x="6074" y="4280"/>
                  </a:cubicBezTo>
                  <a:cubicBezTo>
                    <a:pt x="8082" y="4510"/>
                    <a:pt x="10516" y="4689"/>
                    <a:pt x="13158" y="4778"/>
                  </a:cubicBezTo>
                  <a:lnTo>
                    <a:pt x="13180" y="4778"/>
                  </a:lnTo>
                  <a:cubicBezTo>
                    <a:pt x="14207" y="4795"/>
                    <a:pt x="15272" y="4829"/>
                    <a:pt x="16355" y="4829"/>
                  </a:cubicBezTo>
                  <a:lnTo>
                    <a:pt x="17122" y="4829"/>
                  </a:lnTo>
                  <a:cubicBezTo>
                    <a:pt x="18115" y="4829"/>
                    <a:pt x="19091" y="4812"/>
                    <a:pt x="20033" y="4795"/>
                  </a:cubicBezTo>
                  <a:cubicBezTo>
                    <a:pt x="21790" y="4761"/>
                    <a:pt x="23460" y="4672"/>
                    <a:pt x="24986" y="4565"/>
                  </a:cubicBezTo>
                  <a:cubicBezTo>
                    <a:pt x="27723" y="4369"/>
                    <a:pt x="30033" y="4083"/>
                    <a:pt x="31648" y="3713"/>
                  </a:cubicBezTo>
                  <a:cubicBezTo>
                    <a:pt x="32467" y="3534"/>
                    <a:pt x="33106" y="3338"/>
                    <a:pt x="33549" y="3124"/>
                  </a:cubicBezTo>
                  <a:cubicBezTo>
                    <a:pt x="33780" y="3018"/>
                    <a:pt x="33959" y="2911"/>
                    <a:pt x="34065" y="2788"/>
                  </a:cubicBezTo>
                  <a:cubicBezTo>
                    <a:pt x="34133" y="2737"/>
                    <a:pt x="34189" y="2681"/>
                    <a:pt x="34206" y="2609"/>
                  </a:cubicBezTo>
                  <a:cubicBezTo>
                    <a:pt x="34240" y="2540"/>
                    <a:pt x="34257" y="2485"/>
                    <a:pt x="34257" y="2417"/>
                  </a:cubicBezTo>
                  <a:cubicBezTo>
                    <a:pt x="34257" y="2289"/>
                    <a:pt x="34223" y="2182"/>
                    <a:pt x="34133" y="2097"/>
                  </a:cubicBezTo>
                  <a:cubicBezTo>
                    <a:pt x="34065" y="1991"/>
                    <a:pt x="33937" y="1901"/>
                    <a:pt x="33797" y="1812"/>
                  </a:cubicBezTo>
                  <a:cubicBezTo>
                    <a:pt x="33549" y="1671"/>
                    <a:pt x="33191" y="1526"/>
                    <a:pt x="32748" y="1385"/>
                  </a:cubicBezTo>
                  <a:cubicBezTo>
                    <a:pt x="31452" y="976"/>
                    <a:pt x="29355" y="639"/>
                    <a:pt x="26730" y="392"/>
                  </a:cubicBezTo>
                  <a:cubicBezTo>
                    <a:pt x="26124" y="337"/>
                    <a:pt x="25485" y="286"/>
                    <a:pt x="24812" y="230"/>
                  </a:cubicBezTo>
                  <a:cubicBezTo>
                    <a:pt x="23090" y="124"/>
                    <a:pt x="21189" y="34"/>
                    <a:pt x="19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4"/>
            <p:cNvSpPr/>
            <p:nvPr/>
          </p:nvSpPr>
          <p:spPr>
            <a:xfrm>
              <a:off x="4855025" y="2648300"/>
              <a:ext cx="851125" cy="155375"/>
            </a:xfrm>
            <a:custGeom>
              <a:rect b="b" l="l" r="r" t="t"/>
              <a:pathLst>
                <a:path extrusionOk="0" h="6215" w="34045">
                  <a:moveTo>
                    <a:pt x="27067" y="0"/>
                  </a:moveTo>
                  <a:cubicBezTo>
                    <a:pt x="26321" y="0"/>
                    <a:pt x="25520" y="17"/>
                    <a:pt x="24706" y="51"/>
                  </a:cubicBezTo>
                  <a:cubicBezTo>
                    <a:pt x="23124" y="124"/>
                    <a:pt x="21402" y="247"/>
                    <a:pt x="19591" y="405"/>
                  </a:cubicBezTo>
                  <a:lnTo>
                    <a:pt x="19608" y="550"/>
                  </a:lnTo>
                  <a:cubicBezTo>
                    <a:pt x="21419" y="388"/>
                    <a:pt x="23124" y="264"/>
                    <a:pt x="24706" y="192"/>
                  </a:cubicBezTo>
                  <a:cubicBezTo>
                    <a:pt x="25541" y="158"/>
                    <a:pt x="26321" y="141"/>
                    <a:pt x="27067" y="141"/>
                  </a:cubicBezTo>
                  <a:lnTo>
                    <a:pt x="27651" y="141"/>
                  </a:lnTo>
                  <a:cubicBezTo>
                    <a:pt x="29535" y="141"/>
                    <a:pt x="31099" y="230"/>
                    <a:pt x="32199" y="405"/>
                  </a:cubicBezTo>
                  <a:cubicBezTo>
                    <a:pt x="32732" y="495"/>
                    <a:pt x="33158" y="618"/>
                    <a:pt x="33461" y="746"/>
                  </a:cubicBezTo>
                  <a:cubicBezTo>
                    <a:pt x="33601" y="814"/>
                    <a:pt x="33708" y="887"/>
                    <a:pt x="33780" y="959"/>
                  </a:cubicBezTo>
                  <a:cubicBezTo>
                    <a:pt x="33870" y="1027"/>
                    <a:pt x="33904" y="1100"/>
                    <a:pt x="33904" y="1172"/>
                  </a:cubicBezTo>
                  <a:lnTo>
                    <a:pt x="33904" y="1189"/>
                  </a:lnTo>
                  <a:cubicBezTo>
                    <a:pt x="33904" y="1258"/>
                    <a:pt x="33887" y="1330"/>
                    <a:pt x="33831" y="1402"/>
                  </a:cubicBezTo>
                  <a:cubicBezTo>
                    <a:pt x="33780" y="1471"/>
                    <a:pt x="33708" y="1560"/>
                    <a:pt x="33601" y="1650"/>
                  </a:cubicBezTo>
                  <a:cubicBezTo>
                    <a:pt x="33354" y="1846"/>
                    <a:pt x="32962" y="2059"/>
                    <a:pt x="32446" y="2272"/>
                  </a:cubicBezTo>
                  <a:cubicBezTo>
                    <a:pt x="30903" y="2928"/>
                    <a:pt x="28222" y="3623"/>
                    <a:pt x="24863" y="4241"/>
                  </a:cubicBezTo>
                  <a:cubicBezTo>
                    <a:pt x="23214" y="4561"/>
                    <a:pt x="21419" y="4846"/>
                    <a:pt x="19518" y="5094"/>
                  </a:cubicBezTo>
                  <a:cubicBezTo>
                    <a:pt x="18789" y="5183"/>
                    <a:pt x="18043" y="5290"/>
                    <a:pt x="17281" y="5379"/>
                  </a:cubicBezTo>
                  <a:cubicBezTo>
                    <a:pt x="16181" y="5503"/>
                    <a:pt x="15115" y="5609"/>
                    <a:pt x="14067" y="5699"/>
                  </a:cubicBezTo>
                  <a:cubicBezTo>
                    <a:pt x="13478" y="5754"/>
                    <a:pt x="12895" y="5805"/>
                    <a:pt x="12328" y="5840"/>
                  </a:cubicBezTo>
                  <a:cubicBezTo>
                    <a:pt x="10124" y="6002"/>
                    <a:pt x="8116" y="6074"/>
                    <a:pt x="6377" y="6074"/>
                  </a:cubicBezTo>
                  <a:cubicBezTo>
                    <a:pt x="4903" y="6074"/>
                    <a:pt x="3624" y="6019"/>
                    <a:pt x="2609" y="5912"/>
                  </a:cubicBezTo>
                  <a:cubicBezTo>
                    <a:pt x="1846" y="5823"/>
                    <a:pt x="1224" y="5699"/>
                    <a:pt x="798" y="5541"/>
                  </a:cubicBezTo>
                  <a:cubicBezTo>
                    <a:pt x="585" y="5469"/>
                    <a:pt x="427" y="5396"/>
                    <a:pt x="303" y="5307"/>
                  </a:cubicBezTo>
                  <a:cubicBezTo>
                    <a:pt x="248" y="5256"/>
                    <a:pt x="214" y="5222"/>
                    <a:pt x="197" y="5166"/>
                  </a:cubicBezTo>
                  <a:cubicBezTo>
                    <a:pt x="159" y="5132"/>
                    <a:pt x="141" y="5094"/>
                    <a:pt x="141" y="5043"/>
                  </a:cubicBezTo>
                  <a:lnTo>
                    <a:pt x="141" y="5025"/>
                  </a:lnTo>
                  <a:cubicBezTo>
                    <a:pt x="141" y="4970"/>
                    <a:pt x="141" y="4919"/>
                    <a:pt x="180" y="4863"/>
                  </a:cubicBezTo>
                  <a:cubicBezTo>
                    <a:pt x="214" y="4774"/>
                    <a:pt x="303" y="4689"/>
                    <a:pt x="427" y="4582"/>
                  </a:cubicBezTo>
                  <a:cubicBezTo>
                    <a:pt x="623" y="4420"/>
                    <a:pt x="904" y="4241"/>
                    <a:pt x="1280" y="4083"/>
                  </a:cubicBezTo>
                  <a:cubicBezTo>
                    <a:pt x="1633" y="3904"/>
                    <a:pt x="2098" y="3730"/>
                    <a:pt x="2609" y="3551"/>
                  </a:cubicBezTo>
                  <a:cubicBezTo>
                    <a:pt x="4634" y="2877"/>
                    <a:pt x="7724" y="2165"/>
                    <a:pt x="11403" y="1577"/>
                  </a:cubicBezTo>
                  <a:cubicBezTo>
                    <a:pt x="11901" y="1492"/>
                    <a:pt x="12434" y="1419"/>
                    <a:pt x="12967" y="1330"/>
                  </a:cubicBezTo>
                  <a:lnTo>
                    <a:pt x="12946" y="1189"/>
                  </a:lnTo>
                  <a:cubicBezTo>
                    <a:pt x="12413" y="1279"/>
                    <a:pt x="11880" y="1347"/>
                    <a:pt x="11386" y="1437"/>
                  </a:cubicBezTo>
                  <a:cubicBezTo>
                    <a:pt x="7690" y="2042"/>
                    <a:pt x="4600" y="2732"/>
                    <a:pt x="2575" y="3427"/>
                  </a:cubicBezTo>
                  <a:cubicBezTo>
                    <a:pt x="1757" y="3691"/>
                    <a:pt x="1139" y="3960"/>
                    <a:pt x="691" y="4224"/>
                  </a:cubicBezTo>
                  <a:cubicBezTo>
                    <a:pt x="478" y="4348"/>
                    <a:pt x="303" y="4493"/>
                    <a:pt x="180" y="4616"/>
                  </a:cubicBezTo>
                  <a:cubicBezTo>
                    <a:pt x="124" y="4689"/>
                    <a:pt x="73" y="4740"/>
                    <a:pt x="52" y="4812"/>
                  </a:cubicBezTo>
                  <a:cubicBezTo>
                    <a:pt x="18" y="4881"/>
                    <a:pt x="1" y="4953"/>
                    <a:pt x="1" y="5025"/>
                  </a:cubicBezTo>
                  <a:lnTo>
                    <a:pt x="1" y="5060"/>
                  </a:lnTo>
                  <a:cubicBezTo>
                    <a:pt x="1" y="5132"/>
                    <a:pt x="35" y="5183"/>
                    <a:pt x="73" y="5256"/>
                  </a:cubicBezTo>
                  <a:cubicBezTo>
                    <a:pt x="141" y="5362"/>
                    <a:pt x="248" y="5452"/>
                    <a:pt x="393" y="5520"/>
                  </a:cubicBezTo>
                  <a:cubicBezTo>
                    <a:pt x="606" y="5648"/>
                    <a:pt x="887" y="5754"/>
                    <a:pt x="1262" y="5823"/>
                  </a:cubicBezTo>
                  <a:cubicBezTo>
                    <a:pt x="1633" y="5912"/>
                    <a:pt x="2098" y="5984"/>
                    <a:pt x="2609" y="6053"/>
                  </a:cubicBezTo>
                  <a:cubicBezTo>
                    <a:pt x="3624" y="6159"/>
                    <a:pt x="4903" y="6215"/>
                    <a:pt x="6377" y="6215"/>
                  </a:cubicBezTo>
                  <a:cubicBezTo>
                    <a:pt x="8116" y="6215"/>
                    <a:pt x="10141" y="6142"/>
                    <a:pt x="12345" y="5984"/>
                  </a:cubicBezTo>
                  <a:cubicBezTo>
                    <a:pt x="12912" y="5929"/>
                    <a:pt x="13500" y="5895"/>
                    <a:pt x="14084" y="5840"/>
                  </a:cubicBezTo>
                  <a:cubicBezTo>
                    <a:pt x="15132" y="5754"/>
                    <a:pt x="16198" y="5648"/>
                    <a:pt x="17298" y="5520"/>
                  </a:cubicBezTo>
                  <a:cubicBezTo>
                    <a:pt x="18061" y="5435"/>
                    <a:pt x="18806" y="5328"/>
                    <a:pt x="19535" y="5239"/>
                  </a:cubicBezTo>
                  <a:cubicBezTo>
                    <a:pt x="21436" y="4987"/>
                    <a:pt x="23248" y="4689"/>
                    <a:pt x="24880" y="4386"/>
                  </a:cubicBezTo>
                  <a:cubicBezTo>
                    <a:pt x="27118" y="3977"/>
                    <a:pt x="29075" y="3517"/>
                    <a:pt x="30583" y="3069"/>
                  </a:cubicBezTo>
                  <a:cubicBezTo>
                    <a:pt x="31329" y="2856"/>
                    <a:pt x="31986" y="2626"/>
                    <a:pt x="32501" y="2396"/>
                  </a:cubicBezTo>
                  <a:cubicBezTo>
                    <a:pt x="33034" y="2182"/>
                    <a:pt x="33426" y="1969"/>
                    <a:pt x="33691" y="1756"/>
                  </a:cubicBezTo>
                  <a:cubicBezTo>
                    <a:pt x="33814" y="1667"/>
                    <a:pt x="33887" y="1577"/>
                    <a:pt x="33959" y="1471"/>
                  </a:cubicBezTo>
                  <a:cubicBezTo>
                    <a:pt x="34010" y="1385"/>
                    <a:pt x="34044" y="1296"/>
                    <a:pt x="34044" y="1189"/>
                  </a:cubicBezTo>
                  <a:lnTo>
                    <a:pt x="34044" y="1151"/>
                  </a:lnTo>
                  <a:cubicBezTo>
                    <a:pt x="34027" y="1044"/>
                    <a:pt x="33976" y="938"/>
                    <a:pt x="33887" y="853"/>
                  </a:cubicBezTo>
                  <a:cubicBezTo>
                    <a:pt x="33725" y="691"/>
                    <a:pt x="33461" y="584"/>
                    <a:pt x="33107" y="478"/>
                  </a:cubicBezTo>
                  <a:cubicBezTo>
                    <a:pt x="32591" y="320"/>
                    <a:pt x="31845" y="192"/>
                    <a:pt x="30920" y="107"/>
                  </a:cubicBezTo>
                  <a:cubicBezTo>
                    <a:pt x="29995" y="34"/>
                    <a:pt x="28896" y="0"/>
                    <a:pt x="276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4"/>
            <p:cNvSpPr/>
            <p:nvPr/>
          </p:nvSpPr>
          <p:spPr>
            <a:xfrm>
              <a:off x="4878575" y="2531925"/>
              <a:ext cx="804125" cy="322375"/>
            </a:xfrm>
            <a:custGeom>
              <a:rect b="b" l="l" r="r" t="t"/>
              <a:pathLst>
                <a:path extrusionOk="0" h="12895" w="32165">
                  <a:moveTo>
                    <a:pt x="30797" y="1"/>
                  </a:moveTo>
                  <a:cubicBezTo>
                    <a:pt x="29586" y="1"/>
                    <a:pt x="27634" y="354"/>
                    <a:pt x="25183" y="977"/>
                  </a:cubicBezTo>
                  <a:cubicBezTo>
                    <a:pt x="22732" y="1616"/>
                    <a:pt x="19783" y="2524"/>
                    <a:pt x="16641" y="3658"/>
                  </a:cubicBezTo>
                  <a:lnTo>
                    <a:pt x="16658" y="3730"/>
                  </a:lnTo>
                  <a:lnTo>
                    <a:pt x="16658" y="3803"/>
                  </a:lnTo>
                  <a:lnTo>
                    <a:pt x="16692" y="3803"/>
                  </a:lnTo>
                  <a:cubicBezTo>
                    <a:pt x="19838" y="2665"/>
                    <a:pt x="22766" y="1740"/>
                    <a:pt x="25217" y="1117"/>
                  </a:cubicBezTo>
                  <a:cubicBezTo>
                    <a:pt x="27668" y="478"/>
                    <a:pt x="29624" y="141"/>
                    <a:pt x="30797" y="141"/>
                  </a:cubicBezTo>
                  <a:cubicBezTo>
                    <a:pt x="31150" y="141"/>
                    <a:pt x="31436" y="180"/>
                    <a:pt x="31649" y="231"/>
                  </a:cubicBezTo>
                  <a:cubicBezTo>
                    <a:pt x="31738" y="265"/>
                    <a:pt x="31824" y="303"/>
                    <a:pt x="31879" y="354"/>
                  </a:cubicBezTo>
                  <a:cubicBezTo>
                    <a:pt x="31930" y="393"/>
                    <a:pt x="31986" y="444"/>
                    <a:pt x="32003" y="499"/>
                  </a:cubicBezTo>
                  <a:cubicBezTo>
                    <a:pt x="32003" y="516"/>
                    <a:pt x="32020" y="550"/>
                    <a:pt x="32020" y="585"/>
                  </a:cubicBezTo>
                  <a:cubicBezTo>
                    <a:pt x="32020" y="674"/>
                    <a:pt x="31986" y="764"/>
                    <a:pt x="31913" y="887"/>
                  </a:cubicBezTo>
                  <a:cubicBezTo>
                    <a:pt x="31807" y="1083"/>
                    <a:pt x="31577" y="1330"/>
                    <a:pt x="31257" y="1599"/>
                  </a:cubicBezTo>
                  <a:cubicBezTo>
                    <a:pt x="30298" y="2396"/>
                    <a:pt x="28486" y="3483"/>
                    <a:pt x="26108" y="4655"/>
                  </a:cubicBezTo>
                  <a:lnTo>
                    <a:pt x="26091" y="4655"/>
                  </a:lnTo>
                  <a:cubicBezTo>
                    <a:pt x="25946" y="4723"/>
                    <a:pt x="25805" y="4796"/>
                    <a:pt x="25643" y="4885"/>
                  </a:cubicBezTo>
                  <a:cubicBezTo>
                    <a:pt x="23832" y="5755"/>
                    <a:pt x="21701" y="6697"/>
                    <a:pt x="19378" y="7617"/>
                  </a:cubicBezTo>
                  <a:cubicBezTo>
                    <a:pt x="18576" y="7937"/>
                    <a:pt x="17741" y="8257"/>
                    <a:pt x="16871" y="8577"/>
                  </a:cubicBezTo>
                  <a:cubicBezTo>
                    <a:pt x="16339" y="8790"/>
                    <a:pt x="15806" y="8986"/>
                    <a:pt x="15290" y="9165"/>
                  </a:cubicBezTo>
                  <a:cubicBezTo>
                    <a:pt x="14420" y="9484"/>
                    <a:pt x="13585" y="9770"/>
                    <a:pt x="12771" y="10034"/>
                  </a:cubicBezTo>
                  <a:cubicBezTo>
                    <a:pt x="12289" y="10196"/>
                    <a:pt x="11829" y="10354"/>
                    <a:pt x="11364" y="10495"/>
                  </a:cubicBezTo>
                  <a:cubicBezTo>
                    <a:pt x="9127" y="11206"/>
                    <a:pt x="7085" y="11773"/>
                    <a:pt x="5363" y="12165"/>
                  </a:cubicBezTo>
                  <a:cubicBezTo>
                    <a:pt x="3658" y="12541"/>
                    <a:pt x="2273" y="12754"/>
                    <a:pt x="1369" y="12754"/>
                  </a:cubicBezTo>
                  <a:cubicBezTo>
                    <a:pt x="1011" y="12754"/>
                    <a:pt x="730" y="12715"/>
                    <a:pt x="517" y="12664"/>
                  </a:cubicBezTo>
                  <a:cubicBezTo>
                    <a:pt x="410" y="12626"/>
                    <a:pt x="338" y="12592"/>
                    <a:pt x="282" y="12541"/>
                  </a:cubicBezTo>
                  <a:cubicBezTo>
                    <a:pt x="214" y="12502"/>
                    <a:pt x="176" y="12451"/>
                    <a:pt x="159" y="12396"/>
                  </a:cubicBezTo>
                  <a:cubicBezTo>
                    <a:pt x="159" y="12379"/>
                    <a:pt x="141" y="12344"/>
                    <a:pt x="141" y="12306"/>
                  </a:cubicBezTo>
                  <a:cubicBezTo>
                    <a:pt x="141" y="12221"/>
                    <a:pt x="176" y="12131"/>
                    <a:pt x="248" y="12025"/>
                  </a:cubicBezTo>
                  <a:cubicBezTo>
                    <a:pt x="338" y="11846"/>
                    <a:pt x="517" y="11650"/>
                    <a:pt x="764" y="11420"/>
                  </a:cubicBezTo>
                  <a:cubicBezTo>
                    <a:pt x="1011" y="11206"/>
                    <a:pt x="1331" y="10959"/>
                    <a:pt x="1706" y="10691"/>
                  </a:cubicBezTo>
                  <a:cubicBezTo>
                    <a:pt x="2541" y="10124"/>
                    <a:pt x="3692" y="9450"/>
                    <a:pt x="5060" y="8738"/>
                  </a:cubicBezTo>
                  <a:cubicBezTo>
                    <a:pt x="6608" y="7958"/>
                    <a:pt x="8436" y="7085"/>
                    <a:pt x="10478" y="6232"/>
                  </a:cubicBezTo>
                  <a:cubicBezTo>
                    <a:pt x="11066" y="5985"/>
                    <a:pt x="11667" y="5721"/>
                    <a:pt x="12306" y="5469"/>
                  </a:cubicBezTo>
                  <a:lnTo>
                    <a:pt x="12255" y="5346"/>
                  </a:lnTo>
                  <a:cubicBezTo>
                    <a:pt x="11616" y="5593"/>
                    <a:pt x="11011" y="5844"/>
                    <a:pt x="10427" y="6092"/>
                  </a:cubicBezTo>
                  <a:cubicBezTo>
                    <a:pt x="8381" y="6961"/>
                    <a:pt x="6535" y="7814"/>
                    <a:pt x="5009" y="8615"/>
                  </a:cubicBezTo>
                  <a:cubicBezTo>
                    <a:pt x="3624" y="9322"/>
                    <a:pt x="2469" y="10000"/>
                    <a:pt x="1633" y="10567"/>
                  </a:cubicBezTo>
                  <a:cubicBezTo>
                    <a:pt x="1118" y="10921"/>
                    <a:pt x="708" y="11262"/>
                    <a:pt x="444" y="11543"/>
                  </a:cubicBezTo>
                  <a:cubicBezTo>
                    <a:pt x="303" y="11688"/>
                    <a:pt x="197" y="11812"/>
                    <a:pt x="124" y="11952"/>
                  </a:cubicBezTo>
                  <a:cubicBezTo>
                    <a:pt x="52" y="12076"/>
                    <a:pt x="1" y="12182"/>
                    <a:pt x="1" y="12306"/>
                  </a:cubicBezTo>
                  <a:cubicBezTo>
                    <a:pt x="1" y="12362"/>
                    <a:pt x="18" y="12413"/>
                    <a:pt x="35" y="12451"/>
                  </a:cubicBezTo>
                  <a:cubicBezTo>
                    <a:pt x="69" y="12541"/>
                    <a:pt x="124" y="12609"/>
                    <a:pt x="197" y="12664"/>
                  </a:cubicBezTo>
                  <a:cubicBezTo>
                    <a:pt x="303" y="12754"/>
                    <a:pt x="461" y="12805"/>
                    <a:pt x="657" y="12839"/>
                  </a:cubicBezTo>
                  <a:cubicBezTo>
                    <a:pt x="853" y="12877"/>
                    <a:pt x="1083" y="12894"/>
                    <a:pt x="1369" y="12894"/>
                  </a:cubicBezTo>
                  <a:cubicBezTo>
                    <a:pt x="2290" y="12894"/>
                    <a:pt x="3675" y="12681"/>
                    <a:pt x="5397" y="12306"/>
                  </a:cubicBezTo>
                  <a:cubicBezTo>
                    <a:pt x="7123" y="11918"/>
                    <a:pt x="9165" y="11347"/>
                    <a:pt x="11403" y="10639"/>
                  </a:cubicBezTo>
                  <a:cubicBezTo>
                    <a:pt x="11863" y="10478"/>
                    <a:pt x="12345" y="10337"/>
                    <a:pt x="12822" y="10175"/>
                  </a:cubicBezTo>
                  <a:cubicBezTo>
                    <a:pt x="13640" y="9911"/>
                    <a:pt x="14476" y="9608"/>
                    <a:pt x="15345" y="9305"/>
                  </a:cubicBezTo>
                  <a:cubicBezTo>
                    <a:pt x="15861" y="9109"/>
                    <a:pt x="16394" y="8918"/>
                    <a:pt x="16927" y="8721"/>
                  </a:cubicBezTo>
                  <a:cubicBezTo>
                    <a:pt x="17779" y="8402"/>
                    <a:pt x="18632" y="8082"/>
                    <a:pt x="19429" y="7745"/>
                  </a:cubicBezTo>
                  <a:cubicBezTo>
                    <a:pt x="21756" y="6820"/>
                    <a:pt x="23887" y="5878"/>
                    <a:pt x="25716" y="5009"/>
                  </a:cubicBezTo>
                  <a:cubicBezTo>
                    <a:pt x="25847" y="4941"/>
                    <a:pt x="25998" y="4877"/>
                    <a:pt x="26132" y="4796"/>
                  </a:cubicBezTo>
                  <a:lnTo>
                    <a:pt x="26142" y="4796"/>
                  </a:lnTo>
                  <a:lnTo>
                    <a:pt x="26159" y="4779"/>
                  </a:lnTo>
                  <a:lnTo>
                    <a:pt x="26159" y="4779"/>
                  </a:lnTo>
                  <a:cubicBezTo>
                    <a:pt x="26159" y="4779"/>
                    <a:pt x="26159" y="4779"/>
                    <a:pt x="26159" y="4779"/>
                  </a:cubicBezTo>
                  <a:cubicBezTo>
                    <a:pt x="27988" y="3888"/>
                    <a:pt x="29479" y="3057"/>
                    <a:pt x="30511" y="2328"/>
                  </a:cubicBezTo>
                  <a:cubicBezTo>
                    <a:pt x="31027" y="1970"/>
                    <a:pt x="31436" y="1650"/>
                    <a:pt x="31717" y="1369"/>
                  </a:cubicBezTo>
                  <a:cubicBezTo>
                    <a:pt x="31862" y="1224"/>
                    <a:pt x="31969" y="1083"/>
                    <a:pt x="32037" y="960"/>
                  </a:cubicBezTo>
                  <a:cubicBezTo>
                    <a:pt x="32109" y="836"/>
                    <a:pt x="32165" y="712"/>
                    <a:pt x="32165" y="585"/>
                  </a:cubicBezTo>
                  <a:cubicBezTo>
                    <a:pt x="32165" y="533"/>
                    <a:pt x="32143" y="478"/>
                    <a:pt x="32126" y="444"/>
                  </a:cubicBezTo>
                  <a:cubicBezTo>
                    <a:pt x="32092" y="354"/>
                    <a:pt x="32037" y="286"/>
                    <a:pt x="31969" y="231"/>
                  </a:cubicBezTo>
                  <a:cubicBezTo>
                    <a:pt x="31862" y="158"/>
                    <a:pt x="31700" y="90"/>
                    <a:pt x="31504" y="52"/>
                  </a:cubicBezTo>
                  <a:cubicBezTo>
                    <a:pt x="31312" y="18"/>
                    <a:pt x="31078" y="1"/>
                    <a:pt x="307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4"/>
            <p:cNvSpPr/>
            <p:nvPr/>
          </p:nvSpPr>
          <p:spPr>
            <a:xfrm>
              <a:off x="4968200" y="2687725"/>
              <a:ext cx="106575" cy="106575"/>
            </a:xfrm>
            <a:custGeom>
              <a:rect b="b" l="l" r="r" t="t"/>
              <a:pathLst>
                <a:path extrusionOk="0" h="4263" w="4263">
                  <a:moveTo>
                    <a:pt x="2132" y="0"/>
                  </a:moveTo>
                  <a:cubicBezTo>
                    <a:pt x="960" y="0"/>
                    <a:pt x="0" y="959"/>
                    <a:pt x="0" y="2131"/>
                  </a:cubicBezTo>
                  <a:cubicBezTo>
                    <a:pt x="0" y="3304"/>
                    <a:pt x="960" y="4263"/>
                    <a:pt x="2132" y="4263"/>
                  </a:cubicBezTo>
                  <a:cubicBezTo>
                    <a:pt x="3304" y="4263"/>
                    <a:pt x="4263" y="3304"/>
                    <a:pt x="4263" y="2131"/>
                  </a:cubicBezTo>
                  <a:cubicBezTo>
                    <a:pt x="4263" y="959"/>
                    <a:pt x="3304" y="0"/>
                    <a:pt x="2132" y="0"/>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4"/>
            <p:cNvSpPr/>
            <p:nvPr/>
          </p:nvSpPr>
          <p:spPr>
            <a:xfrm>
              <a:off x="4966500" y="2686025"/>
              <a:ext cx="110100" cy="110100"/>
            </a:xfrm>
            <a:custGeom>
              <a:rect b="b" l="l" r="r" t="t"/>
              <a:pathLst>
                <a:path extrusionOk="0" h="4404" w="4404">
                  <a:moveTo>
                    <a:pt x="2200" y="141"/>
                  </a:moveTo>
                  <a:cubicBezTo>
                    <a:pt x="2771" y="141"/>
                    <a:pt x="3287" y="371"/>
                    <a:pt x="3657" y="746"/>
                  </a:cubicBezTo>
                  <a:cubicBezTo>
                    <a:pt x="4032" y="1117"/>
                    <a:pt x="4263" y="1632"/>
                    <a:pt x="4263" y="2199"/>
                  </a:cubicBezTo>
                  <a:cubicBezTo>
                    <a:pt x="4263" y="2771"/>
                    <a:pt x="4032" y="3286"/>
                    <a:pt x="3657" y="3657"/>
                  </a:cubicBezTo>
                  <a:cubicBezTo>
                    <a:pt x="3287" y="4032"/>
                    <a:pt x="2771" y="4262"/>
                    <a:pt x="2200" y="4262"/>
                  </a:cubicBezTo>
                  <a:cubicBezTo>
                    <a:pt x="1633" y="4262"/>
                    <a:pt x="1117" y="4032"/>
                    <a:pt x="746" y="3657"/>
                  </a:cubicBezTo>
                  <a:cubicBezTo>
                    <a:pt x="371" y="3286"/>
                    <a:pt x="141" y="2771"/>
                    <a:pt x="141" y="2199"/>
                  </a:cubicBezTo>
                  <a:cubicBezTo>
                    <a:pt x="141" y="1632"/>
                    <a:pt x="371" y="1117"/>
                    <a:pt x="746" y="746"/>
                  </a:cubicBezTo>
                  <a:cubicBezTo>
                    <a:pt x="1117" y="371"/>
                    <a:pt x="1633" y="141"/>
                    <a:pt x="2200" y="141"/>
                  </a:cubicBezTo>
                  <a:close/>
                  <a:moveTo>
                    <a:pt x="2200" y="0"/>
                  </a:moveTo>
                  <a:cubicBezTo>
                    <a:pt x="976" y="0"/>
                    <a:pt x="0" y="993"/>
                    <a:pt x="0" y="2199"/>
                  </a:cubicBezTo>
                  <a:cubicBezTo>
                    <a:pt x="0" y="3427"/>
                    <a:pt x="976" y="4403"/>
                    <a:pt x="2200" y="4403"/>
                  </a:cubicBezTo>
                  <a:cubicBezTo>
                    <a:pt x="3410" y="4403"/>
                    <a:pt x="4403" y="3427"/>
                    <a:pt x="4403" y="2199"/>
                  </a:cubicBezTo>
                  <a:cubicBezTo>
                    <a:pt x="4403" y="993"/>
                    <a:pt x="3410" y="0"/>
                    <a:pt x="2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4"/>
            <p:cNvSpPr/>
            <p:nvPr/>
          </p:nvSpPr>
          <p:spPr>
            <a:xfrm>
              <a:off x="5425125" y="2717550"/>
              <a:ext cx="75475" cy="75475"/>
            </a:xfrm>
            <a:custGeom>
              <a:rect b="b" l="l" r="r" t="t"/>
              <a:pathLst>
                <a:path extrusionOk="0" h="3019" w="3019">
                  <a:moveTo>
                    <a:pt x="1509" y="1"/>
                  </a:moveTo>
                  <a:cubicBezTo>
                    <a:pt x="674" y="1"/>
                    <a:pt x="1" y="674"/>
                    <a:pt x="1" y="1510"/>
                  </a:cubicBezTo>
                  <a:cubicBezTo>
                    <a:pt x="1" y="2345"/>
                    <a:pt x="674" y="3018"/>
                    <a:pt x="1509" y="3018"/>
                  </a:cubicBezTo>
                  <a:cubicBezTo>
                    <a:pt x="2345" y="3018"/>
                    <a:pt x="3018" y="2345"/>
                    <a:pt x="3018" y="1510"/>
                  </a:cubicBezTo>
                  <a:cubicBezTo>
                    <a:pt x="3018" y="674"/>
                    <a:pt x="2345" y="1"/>
                    <a:pt x="15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4"/>
            <p:cNvSpPr/>
            <p:nvPr/>
          </p:nvSpPr>
          <p:spPr>
            <a:xfrm>
              <a:off x="5423325" y="2715750"/>
              <a:ext cx="79075" cy="79075"/>
            </a:xfrm>
            <a:custGeom>
              <a:rect b="b" l="l" r="r" t="t"/>
              <a:pathLst>
                <a:path extrusionOk="0" h="3163" w="3163">
                  <a:moveTo>
                    <a:pt x="1581" y="141"/>
                  </a:moveTo>
                  <a:cubicBezTo>
                    <a:pt x="1991" y="141"/>
                    <a:pt x="2344" y="303"/>
                    <a:pt x="2613" y="567"/>
                  </a:cubicBezTo>
                  <a:cubicBezTo>
                    <a:pt x="2860" y="819"/>
                    <a:pt x="3022" y="1189"/>
                    <a:pt x="3022" y="1582"/>
                  </a:cubicBezTo>
                  <a:cubicBezTo>
                    <a:pt x="3022" y="1969"/>
                    <a:pt x="2860" y="2345"/>
                    <a:pt x="2613" y="2592"/>
                  </a:cubicBezTo>
                  <a:cubicBezTo>
                    <a:pt x="2344" y="2860"/>
                    <a:pt x="1991" y="3018"/>
                    <a:pt x="1581" y="3018"/>
                  </a:cubicBezTo>
                  <a:cubicBezTo>
                    <a:pt x="1189" y="3018"/>
                    <a:pt x="836" y="2860"/>
                    <a:pt x="571" y="2592"/>
                  </a:cubicBezTo>
                  <a:cubicBezTo>
                    <a:pt x="303" y="2345"/>
                    <a:pt x="145" y="1969"/>
                    <a:pt x="145" y="1582"/>
                  </a:cubicBezTo>
                  <a:cubicBezTo>
                    <a:pt x="145" y="1189"/>
                    <a:pt x="303" y="819"/>
                    <a:pt x="571" y="567"/>
                  </a:cubicBezTo>
                  <a:cubicBezTo>
                    <a:pt x="836" y="303"/>
                    <a:pt x="1189" y="141"/>
                    <a:pt x="1581" y="141"/>
                  </a:cubicBezTo>
                  <a:close/>
                  <a:moveTo>
                    <a:pt x="1581" y="0"/>
                  </a:moveTo>
                  <a:cubicBezTo>
                    <a:pt x="712" y="0"/>
                    <a:pt x="0" y="712"/>
                    <a:pt x="0" y="1582"/>
                  </a:cubicBezTo>
                  <a:cubicBezTo>
                    <a:pt x="0" y="2451"/>
                    <a:pt x="712" y="3163"/>
                    <a:pt x="1581" y="3163"/>
                  </a:cubicBezTo>
                  <a:cubicBezTo>
                    <a:pt x="2451" y="3163"/>
                    <a:pt x="3163" y="2451"/>
                    <a:pt x="3163" y="1582"/>
                  </a:cubicBezTo>
                  <a:cubicBezTo>
                    <a:pt x="3163" y="712"/>
                    <a:pt x="2451" y="0"/>
                    <a:pt x="1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4"/>
            <p:cNvSpPr/>
            <p:nvPr/>
          </p:nvSpPr>
          <p:spPr>
            <a:xfrm>
              <a:off x="5598275" y="2689525"/>
              <a:ext cx="75475" cy="75475"/>
            </a:xfrm>
            <a:custGeom>
              <a:rect b="b" l="l" r="r" t="t"/>
              <a:pathLst>
                <a:path extrusionOk="0" h="3019" w="3019">
                  <a:moveTo>
                    <a:pt x="1510" y="1"/>
                  </a:moveTo>
                  <a:cubicBezTo>
                    <a:pt x="674" y="1"/>
                    <a:pt x="1" y="674"/>
                    <a:pt x="1" y="1510"/>
                  </a:cubicBezTo>
                  <a:cubicBezTo>
                    <a:pt x="1" y="2345"/>
                    <a:pt x="674" y="3018"/>
                    <a:pt x="1510" y="3018"/>
                  </a:cubicBezTo>
                  <a:cubicBezTo>
                    <a:pt x="2345" y="3018"/>
                    <a:pt x="3019" y="2345"/>
                    <a:pt x="3019" y="1510"/>
                  </a:cubicBezTo>
                  <a:cubicBezTo>
                    <a:pt x="3019" y="674"/>
                    <a:pt x="2345" y="1"/>
                    <a:pt x="15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4"/>
            <p:cNvSpPr/>
            <p:nvPr/>
          </p:nvSpPr>
          <p:spPr>
            <a:xfrm>
              <a:off x="5596475" y="2687725"/>
              <a:ext cx="79100" cy="79075"/>
            </a:xfrm>
            <a:custGeom>
              <a:rect b="b" l="l" r="r" t="t"/>
              <a:pathLst>
                <a:path extrusionOk="0" h="3163" w="3164">
                  <a:moveTo>
                    <a:pt x="1582" y="145"/>
                  </a:moveTo>
                  <a:cubicBezTo>
                    <a:pt x="1974" y="145"/>
                    <a:pt x="2328" y="303"/>
                    <a:pt x="2596" y="571"/>
                  </a:cubicBezTo>
                  <a:cubicBezTo>
                    <a:pt x="2861" y="819"/>
                    <a:pt x="3022" y="1194"/>
                    <a:pt x="3022" y="1582"/>
                  </a:cubicBezTo>
                  <a:cubicBezTo>
                    <a:pt x="3022" y="1974"/>
                    <a:pt x="2861" y="2327"/>
                    <a:pt x="2596" y="2596"/>
                  </a:cubicBezTo>
                  <a:cubicBezTo>
                    <a:pt x="2328" y="2860"/>
                    <a:pt x="1974" y="3022"/>
                    <a:pt x="1582" y="3022"/>
                  </a:cubicBezTo>
                  <a:cubicBezTo>
                    <a:pt x="1173" y="3022"/>
                    <a:pt x="819" y="2860"/>
                    <a:pt x="572" y="2596"/>
                  </a:cubicBezTo>
                  <a:cubicBezTo>
                    <a:pt x="303" y="2327"/>
                    <a:pt x="145" y="1974"/>
                    <a:pt x="145" y="1582"/>
                  </a:cubicBezTo>
                  <a:cubicBezTo>
                    <a:pt x="145" y="1194"/>
                    <a:pt x="303" y="819"/>
                    <a:pt x="572" y="571"/>
                  </a:cubicBezTo>
                  <a:cubicBezTo>
                    <a:pt x="819" y="303"/>
                    <a:pt x="1173" y="145"/>
                    <a:pt x="1582" y="145"/>
                  </a:cubicBezTo>
                  <a:close/>
                  <a:moveTo>
                    <a:pt x="1582" y="0"/>
                  </a:moveTo>
                  <a:cubicBezTo>
                    <a:pt x="712" y="0"/>
                    <a:pt x="0" y="712"/>
                    <a:pt x="0" y="1582"/>
                  </a:cubicBezTo>
                  <a:cubicBezTo>
                    <a:pt x="0" y="2451"/>
                    <a:pt x="712" y="3163"/>
                    <a:pt x="1582" y="3163"/>
                  </a:cubicBezTo>
                  <a:cubicBezTo>
                    <a:pt x="2451" y="3163"/>
                    <a:pt x="3163" y="2451"/>
                    <a:pt x="3163" y="1582"/>
                  </a:cubicBezTo>
                  <a:cubicBezTo>
                    <a:pt x="3163" y="712"/>
                    <a:pt x="2451" y="0"/>
                    <a:pt x="1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4"/>
            <p:cNvSpPr/>
            <p:nvPr/>
          </p:nvSpPr>
          <p:spPr>
            <a:xfrm>
              <a:off x="5206250" y="2735675"/>
              <a:ext cx="51075" cy="51175"/>
            </a:xfrm>
            <a:custGeom>
              <a:rect b="b" l="l" r="r" t="t"/>
              <a:pathLst>
                <a:path extrusionOk="0" h="2047" w="2043">
                  <a:moveTo>
                    <a:pt x="1011" y="0"/>
                  </a:moveTo>
                  <a:cubicBezTo>
                    <a:pt x="461" y="0"/>
                    <a:pt x="1" y="465"/>
                    <a:pt x="1" y="1015"/>
                  </a:cubicBezTo>
                  <a:cubicBezTo>
                    <a:pt x="1" y="1582"/>
                    <a:pt x="461" y="2046"/>
                    <a:pt x="1011" y="2046"/>
                  </a:cubicBezTo>
                  <a:cubicBezTo>
                    <a:pt x="1582" y="2046"/>
                    <a:pt x="2042" y="1582"/>
                    <a:pt x="2042" y="1015"/>
                  </a:cubicBezTo>
                  <a:cubicBezTo>
                    <a:pt x="2042" y="465"/>
                    <a:pt x="1582" y="0"/>
                    <a:pt x="10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4"/>
            <p:cNvSpPr/>
            <p:nvPr/>
          </p:nvSpPr>
          <p:spPr>
            <a:xfrm>
              <a:off x="5204450" y="2733975"/>
              <a:ext cx="54675" cy="54575"/>
            </a:xfrm>
            <a:custGeom>
              <a:rect b="b" l="l" r="r" t="t"/>
              <a:pathLst>
                <a:path extrusionOk="0" h="2183" w="2187">
                  <a:moveTo>
                    <a:pt x="1083" y="141"/>
                  </a:moveTo>
                  <a:cubicBezTo>
                    <a:pt x="1351" y="141"/>
                    <a:pt x="1599" y="247"/>
                    <a:pt x="1761" y="409"/>
                  </a:cubicBezTo>
                  <a:cubicBezTo>
                    <a:pt x="1935" y="584"/>
                    <a:pt x="2042" y="814"/>
                    <a:pt x="2042" y="1083"/>
                  </a:cubicBezTo>
                  <a:cubicBezTo>
                    <a:pt x="2042" y="1347"/>
                    <a:pt x="1935" y="1581"/>
                    <a:pt x="1761" y="1756"/>
                  </a:cubicBezTo>
                  <a:cubicBezTo>
                    <a:pt x="1599" y="1935"/>
                    <a:pt x="1351" y="2042"/>
                    <a:pt x="1083" y="2042"/>
                  </a:cubicBezTo>
                  <a:cubicBezTo>
                    <a:pt x="836" y="2042"/>
                    <a:pt x="588" y="1935"/>
                    <a:pt x="426" y="1756"/>
                  </a:cubicBezTo>
                  <a:cubicBezTo>
                    <a:pt x="247" y="1581"/>
                    <a:pt x="141" y="1347"/>
                    <a:pt x="141" y="1083"/>
                  </a:cubicBezTo>
                  <a:cubicBezTo>
                    <a:pt x="141" y="814"/>
                    <a:pt x="247" y="584"/>
                    <a:pt x="426" y="409"/>
                  </a:cubicBezTo>
                  <a:cubicBezTo>
                    <a:pt x="588" y="247"/>
                    <a:pt x="836" y="141"/>
                    <a:pt x="1083" y="141"/>
                  </a:cubicBezTo>
                  <a:close/>
                  <a:moveTo>
                    <a:pt x="1083" y="0"/>
                  </a:moveTo>
                  <a:cubicBezTo>
                    <a:pt x="482" y="0"/>
                    <a:pt x="0" y="477"/>
                    <a:pt x="0" y="1083"/>
                  </a:cubicBezTo>
                  <a:cubicBezTo>
                    <a:pt x="0" y="1688"/>
                    <a:pt x="482" y="2182"/>
                    <a:pt x="1083" y="2182"/>
                  </a:cubicBezTo>
                  <a:cubicBezTo>
                    <a:pt x="1688" y="2182"/>
                    <a:pt x="2187" y="1688"/>
                    <a:pt x="2187" y="1083"/>
                  </a:cubicBezTo>
                  <a:cubicBezTo>
                    <a:pt x="2187" y="477"/>
                    <a:pt x="168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4"/>
            <p:cNvSpPr/>
            <p:nvPr/>
          </p:nvSpPr>
          <p:spPr>
            <a:xfrm>
              <a:off x="5449100" y="2553675"/>
              <a:ext cx="31575" cy="31550"/>
            </a:xfrm>
            <a:custGeom>
              <a:rect b="b" l="l" r="r" t="t"/>
              <a:pathLst>
                <a:path extrusionOk="0" h="1262" w="1263">
                  <a:moveTo>
                    <a:pt x="623" y="0"/>
                  </a:moveTo>
                  <a:cubicBezTo>
                    <a:pt x="286" y="0"/>
                    <a:pt x="1" y="286"/>
                    <a:pt x="1" y="639"/>
                  </a:cubicBezTo>
                  <a:cubicBezTo>
                    <a:pt x="1" y="976"/>
                    <a:pt x="286" y="1262"/>
                    <a:pt x="623" y="1262"/>
                  </a:cubicBezTo>
                  <a:cubicBezTo>
                    <a:pt x="977" y="1262"/>
                    <a:pt x="1262" y="976"/>
                    <a:pt x="1262" y="639"/>
                  </a:cubicBezTo>
                  <a:cubicBezTo>
                    <a:pt x="1262" y="286"/>
                    <a:pt x="977" y="0"/>
                    <a:pt x="6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4"/>
            <p:cNvSpPr/>
            <p:nvPr/>
          </p:nvSpPr>
          <p:spPr>
            <a:xfrm>
              <a:off x="5447300" y="2551850"/>
              <a:ext cx="35075" cy="35200"/>
            </a:xfrm>
            <a:custGeom>
              <a:rect b="b" l="l" r="r" t="t"/>
              <a:pathLst>
                <a:path extrusionOk="0" h="1408" w="1403">
                  <a:moveTo>
                    <a:pt x="695" y="146"/>
                  </a:moveTo>
                  <a:cubicBezTo>
                    <a:pt x="853" y="146"/>
                    <a:pt x="998" y="214"/>
                    <a:pt x="1083" y="320"/>
                  </a:cubicBezTo>
                  <a:cubicBezTo>
                    <a:pt x="1189" y="410"/>
                    <a:pt x="1262" y="555"/>
                    <a:pt x="1262" y="712"/>
                  </a:cubicBezTo>
                  <a:cubicBezTo>
                    <a:pt x="1262" y="874"/>
                    <a:pt x="1189" y="998"/>
                    <a:pt x="1083" y="1105"/>
                  </a:cubicBezTo>
                  <a:cubicBezTo>
                    <a:pt x="998" y="1211"/>
                    <a:pt x="853" y="1262"/>
                    <a:pt x="695" y="1262"/>
                  </a:cubicBezTo>
                  <a:cubicBezTo>
                    <a:pt x="533" y="1262"/>
                    <a:pt x="409" y="1211"/>
                    <a:pt x="303" y="1105"/>
                  </a:cubicBezTo>
                  <a:cubicBezTo>
                    <a:pt x="196" y="998"/>
                    <a:pt x="145" y="874"/>
                    <a:pt x="145" y="712"/>
                  </a:cubicBezTo>
                  <a:cubicBezTo>
                    <a:pt x="145" y="555"/>
                    <a:pt x="196" y="410"/>
                    <a:pt x="303" y="320"/>
                  </a:cubicBezTo>
                  <a:cubicBezTo>
                    <a:pt x="409" y="214"/>
                    <a:pt x="533" y="146"/>
                    <a:pt x="695" y="146"/>
                  </a:cubicBezTo>
                  <a:close/>
                  <a:moveTo>
                    <a:pt x="695" y="1"/>
                  </a:moveTo>
                  <a:cubicBezTo>
                    <a:pt x="303" y="1"/>
                    <a:pt x="0" y="320"/>
                    <a:pt x="0" y="712"/>
                  </a:cubicBezTo>
                  <a:cubicBezTo>
                    <a:pt x="0" y="1105"/>
                    <a:pt x="303" y="1407"/>
                    <a:pt x="695" y="1407"/>
                  </a:cubicBezTo>
                  <a:cubicBezTo>
                    <a:pt x="1083" y="1407"/>
                    <a:pt x="1402" y="1105"/>
                    <a:pt x="1402" y="712"/>
                  </a:cubicBezTo>
                  <a:cubicBezTo>
                    <a:pt x="1402" y="320"/>
                    <a:pt x="1083" y="1"/>
                    <a:pt x="695" y="1"/>
                  </a:cubicBezTo>
                  <a:close/>
                </a:path>
              </a:pathLst>
            </a:custGeom>
            <a:solidFill>
              <a:srgbClr val="2122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 name="Google Shape;894;p44"/>
          <p:cNvSpPr/>
          <p:nvPr/>
        </p:nvSpPr>
        <p:spPr>
          <a:xfrm rot="1274790">
            <a:off x="6766773" y="552764"/>
            <a:ext cx="98223" cy="98415"/>
          </a:xfrm>
          <a:custGeom>
            <a:rect b="b" l="l" r="r" t="t"/>
            <a:pathLst>
              <a:path extrusionOk="0" h="2047" w="2043">
                <a:moveTo>
                  <a:pt x="1011" y="0"/>
                </a:moveTo>
                <a:cubicBezTo>
                  <a:pt x="461" y="0"/>
                  <a:pt x="1" y="465"/>
                  <a:pt x="1" y="1015"/>
                </a:cubicBezTo>
                <a:cubicBezTo>
                  <a:pt x="1" y="1582"/>
                  <a:pt x="461" y="2046"/>
                  <a:pt x="1011" y="2046"/>
                </a:cubicBezTo>
                <a:cubicBezTo>
                  <a:pt x="1582" y="2046"/>
                  <a:pt x="2042" y="1582"/>
                  <a:pt x="2042" y="1015"/>
                </a:cubicBezTo>
                <a:cubicBezTo>
                  <a:pt x="2042" y="465"/>
                  <a:pt x="1582" y="0"/>
                  <a:pt x="1011"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4"/>
          <p:cNvSpPr/>
          <p:nvPr/>
        </p:nvSpPr>
        <p:spPr>
          <a:xfrm rot="1274802">
            <a:off x="7069604" y="539912"/>
            <a:ext cx="39774" cy="39852"/>
          </a:xfrm>
          <a:custGeom>
            <a:rect b="b" l="l" r="r" t="t"/>
            <a:pathLst>
              <a:path extrusionOk="0" h="2047" w="2043">
                <a:moveTo>
                  <a:pt x="1011" y="0"/>
                </a:moveTo>
                <a:cubicBezTo>
                  <a:pt x="461" y="0"/>
                  <a:pt x="1" y="465"/>
                  <a:pt x="1" y="1015"/>
                </a:cubicBezTo>
                <a:cubicBezTo>
                  <a:pt x="1" y="1582"/>
                  <a:pt x="461" y="2046"/>
                  <a:pt x="1011" y="2046"/>
                </a:cubicBezTo>
                <a:cubicBezTo>
                  <a:pt x="1582" y="2046"/>
                  <a:pt x="2042" y="1582"/>
                  <a:pt x="2042" y="1015"/>
                </a:cubicBezTo>
                <a:cubicBezTo>
                  <a:pt x="2042" y="465"/>
                  <a:pt x="1582" y="0"/>
                  <a:pt x="1011"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4"/>
          <p:cNvSpPr txBox="1"/>
          <p:nvPr>
            <p:ph idx="1" type="subTitle"/>
          </p:nvPr>
        </p:nvSpPr>
        <p:spPr>
          <a:xfrm>
            <a:off x="4102475" y="3848050"/>
            <a:ext cx="2898300" cy="856800"/>
          </a:xfrm>
          <a:prstGeom prst="rect">
            <a:avLst/>
          </a:prstGeom>
        </p:spPr>
        <p:txBody>
          <a:bodyPr anchorCtr="0" anchor="ctr" bIns="91425" lIns="91425" spcFirstLastPara="1" rIns="91425" wrap="square" tIns="91425">
            <a:normAutofit fontScale="85000" lnSpcReduction="20000"/>
          </a:bodyPr>
          <a:lstStyle/>
          <a:p>
            <a:pPr indent="0" lvl="0" marL="0" rtl="0" algn="l">
              <a:spcBef>
                <a:spcPts val="0"/>
              </a:spcBef>
              <a:spcAft>
                <a:spcPts val="1200"/>
              </a:spcAft>
              <a:buNone/>
            </a:pPr>
            <a:r>
              <a:rPr lang="en"/>
              <a:t>Images reveal large amounts of data, so remember: use an image instead of long texts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 name="Shape 900"/>
        <p:cNvGrpSpPr/>
        <p:nvPr/>
      </p:nvGrpSpPr>
      <p:grpSpPr>
        <a:xfrm>
          <a:off x="0" y="0"/>
          <a:ext cx="0" cy="0"/>
          <a:chOff x="0" y="0"/>
          <a:chExt cx="0" cy="0"/>
        </a:xfrm>
      </p:grpSpPr>
      <p:sp>
        <p:nvSpPr>
          <p:cNvPr id="901" name="Google Shape;901;p45"/>
          <p:cNvSpPr txBox="1"/>
          <p:nvPr>
            <p:ph type="title"/>
          </p:nvPr>
        </p:nvSpPr>
        <p:spPr>
          <a:xfrm>
            <a:off x="3371850" y="1533525"/>
            <a:ext cx="4114800" cy="145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SzPts val="990"/>
              <a:buNone/>
            </a:pPr>
            <a:r>
              <a:rPr lang="en"/>
              <a:t>THE FALCON</a:t>
            </a:r>
            <a:endParaRPr/>
          </a:p>
        </p:txBody>
      </p:sp>
      <p:sp>
        <p:nvSpPr>
          <p:cNvPr id="902" name="Google Shape;902;p45"/>
          <p:cNvSpPr txBox="1"/>
          <p:nvPr>
            <p:ph idx="1" type="subTitle"/>
          </p:nvPr>
        </p:nvSpPr>
        <p:spPr>
          <a:xfrm>
            <a:off x="3400425" y="3028950"/>
            <a:ext cx="2981400" cy="819300"/>
          </a:xfrm>
          <a:prstGeom prst="rect">
            <a:avLst/>
          </a:prstGeom>
        </p:spPr>
        <p:txBody>
          <a:bodyPr anchorCtr="0" anchor="ctr" bIns="91425" lIns="91425" spcFirstLastPara="1" rIns="91425" wrap="square" tIns="91425">
            <a:normAutofit/>
          </a:bodyPr>
          <a:lstStyle/>
          <a:p>
            <a:pPr indent="0" lvl="0" marL="0" rtl="0" algn="l">
              <a:spcBef>
                <a:spcPts val="0"/>
              </a:spcBef>
              <a:spcAft>
                <a:spcPts val="0"/>
              </a:spcAft>
              <a:buNone/>
            </a:pPr>
            <a:r>
              <a:rPr lang="en"/>
              <a:t>You can enter a subtitle here in case you need it</a:t>
            </a:r>
            <a:endParaRPr/>
          </a:p>
        </p:txBody>
      </p:sp>
      <p:sp>
        <p:nvSpPr>
          <p:cNvPr id="903" name="Google Shape;903;p45"/>
          <p:cNvSpPr/>
          <p:nvPr/>
        </p:nvSpPr>
        <p:spPr>
          <a:xfrm rot="5400000">
            <a:off x="1893437" y="-264550"/>
            <a:ext cx="120600" cy="39387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5"/>
          <p:cNvSpPr/>
          <p:nvPr/>
        </p:nvSpPr>
        <p:spPr>
          <a:xfrm rot="-5400000">
            <a:off x="7769950" y="984838"/>
            <a:ext cx="104700" cy="29622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5"/>
          <p:cNvSpPr/>
          <p:nvPr/>
        </p:nvSpPr>
        <p:spPr>
          <a:xfrm>
            <a:off x="2221290" y="2039697"/>
            <a:ext cx="777127" cy="841801"/>
          </a:xfrm>
          <a:prstGeom prst="rect">
            <a:avLst/>
          </a:prstGeom>
        </p:spPr>
        <p:txBody>
          <a:bodyPr>
            <a:prstTxWarp prst="textPlain"/>
          </a:bodyPr>
          <a:lstStyle/>
          <a:p>
            <a:pPr lvl="0" algn="ctr"/>
            <a:r>
              <a:rPr b="1" i="0">
                <a:ln cap="flat" cmpd="sng" w="19050">
                  <a:solidFill>
                    <a:schemeClr val="dk1"/>
                  </a:solidFill>
                  <a:prstDash val="solid"/>
                  <a:round/>
                  <a:headEnd len="sm" w="sm" type="none"/>
                  <a:tailEnd len="sm" w="sm" type="none"/>
                </a:ln>
                <a:noFill/>
                <a:latin typeface="Audiowide"/>
              </a:rPr>
              <a:t>2</a:t>
            </a:r>
          </a:p>
        </p:txBody>
      </p:sp>
      <p:grpSp>
        <p:nvGrpSpPr>
          <p:cNvPr id="906" name="Google Shape;906;p45"/>
          <p:cNvGrpSpPr/>
          <p:nvPr/>
        </p:nvGrpSpPr>
        <p:grpSpPr>
          <a:xfrm>
            <a:off x="607350" y="3144681"/>
            <a:ext cx="1006099" cy="1320139"/>
            <a:chOff x="11134172" y="3708622"/>
            <a:chExt cx="1060614" cy="1391670"/>
          </a:xfrm>
        </p:grpSpPr>
        <p:sp>
          <p:nvSpPr>
            <p:cNvPr id="907" name="Google Shape;907;p45"/>
            <p:cNvSpPr/>
            <p:nvPr/>
          </p:nvSpPr>
          <p:spPr>
            <a:xfrm>
              <a:off x="11134172" y="3708622"/>
              <a:ext cx="1060614" cy="1391670"/>
            </a:xfrm>
            <a:custGeom>
              <a:rect b="b" l="l" r="r" t="t"/>
              <a:pathLst>
                <a:path extrusionOk="0" h="28619" w="21811">
                  <a:moveTo>
                    <a:pt x="10960" y="1"/>
                  </a:moveTo>
                  <a:cubicBezTo>
                    <a:pt x="10355" y="1"/>
                    <a:pt x="9750" y="54"/>
                    <a:pt x="9148" y="150"/>
                  </a:cubicBezTo>
                  <a:cubicBezTo>
                    <a:pt x="7566" y="397"/>
                    <a:pt x="6539" y="1322"/>
                    <a:pt x="6075" y="2848"/>
                  </a:cubicBezTo>
                  <a:cubicBezTo>
                    <a:pt x="5934" y="3347"/>
                    <a:pt x="5861" y="3841"/>
                    <a:pt x="5827" y="4340"/>
                  </a:cubicBezTo>
                  <a:cubicBezTo>
                    <a:pt x="5755" y="5158"/>
                    <a:pt x="5721" y="5993"/>
                    <a:pt x="5844" y="6808"/>
                  </a:cubicBezTo>
                  <a:cubicBezTo>
                    <a:pt x="5968" y="7519"/>
                    <a:pt x="6147" y="8193"/>
                    <a:pt x="6982" y="8423"/>
                  </a:cubicBezTo>
                  <a:cubicBezTo>
                    <a:pt x="7055" y="8444"/>
                    <a:pt x="7089" y="8495"/>
                    <a:pt x="7089" y="8568"/>
                  </a:cubicBezTo>
                  <a:cubicBezTo>
                    <a:pt x="7072" y="8798"/>
                    <a:pt x="7106" y="9045"/>
                    <a:pt x="7055" y="9314"/>
                  </a:cubicBezTo>
                  <a:lnTo>
                    <a:pt x="6254" y="9314"/>
                  </a:lnTo>
                  <a:cubicBezTo>
                    <a:pt x="6234" y="9312"/>
                    <a:pt x="6215" y="9311"/>
                    <a:pt x="6196" y="9311"/>
                  </a:cubicBezTo>
                  <a:cubicBezTo>
                    <a:pt x="6024" y="9311"/>
                    <a:pt x="5877" y="9383"/>
                    <a:pt x="5827" y="9544"/>
                  </a:cubicBezTo>
                  <a:cubicBezTo>
                    <a:pt x="5740" y="9834"/>
                    <a:pt x="5558" y="9886"/>
                    <a:pt x="5338" y="9886"/>
                  </a:cubicBezTo>
                  <a:cubicBezTo>
                    <a:pt x="5290" y="9886"/>
                    <a:pt x="5239" y="9884"/>
                    <a:pt x="5188" y="9881"/>
                  </a:cubicBezTo>
                  <a:cubicBezTo>
                    <a:pt x="5162" y="9876"/>
                    <a:pt x="5136" y="9874"/>
                    <a:pt x="5109" y="9874"/>
                  </a:cubicBezTo>
                  <a:cubicBezTo>
                    <a:pt x="5046" y="9874"/>
                    <a:pt x="4984" y="9886"/>
                    <a:pt x="4924" y="9898"/>
                  </a:cubicBezTo>
                  <a:cubicBezTo>
                    <a:pt x="3074" y="10290"/>
                    <a:pt x="1868" y="11462"/>
                    <a:pt x="1015" y="13060"/>
                  </a:cubicBezTo>
                  <a:cubicBezTo>
                    <a:pt x="623" y="13789"/>
                    <a:pt x="499" y="14603"/>
                    <a:pt x="410" y="15422"/>
                  </a:cubicBezTo>
                  <a:cubicBezTo>
                    <a:pt x="22" y="15528"/>
                    <a:pt x="1" y="15545"/>
                    <a:pt x="1" y="15938"/>
                  </a:cubicBezTo>
                  <a:cubicBezTo>
                    <a:pt x="1" y="16151"/>
                    <a:pt x="22" y="16364"/>
                    <a:pt x="1" y="16594"/>
                  </a:cubicBezTo>
                  <a:cubicBezTo>
                    <a:pt x="1" y="16790"/>
                    <a:pt x="90" y="16914"/>
                    <a:pt x="286" y="16914"/>
                  </a:cubicBezTo>
                  <a:cubicBezTo>
                    <a:pt x="302" y="16912"/>
                    <a:pt x="317" y="16912"/>
                    <a:pt x="331" y="16912"/>
                  </a:cubicBezTo>
                  <a:cubicBezTo>
                    <a:pt x="490" y="16912"/>
                    <a:pt x="533" y="17000"/>
                    <a:pt x="533" y="17161"/>
                  </a:cubicBezTo>
                  <a:cubicBezTo>
                    <a:pt x="533" y="17289"/>
                    <a:pt x="533" y="17395"/>
                    <a:pt x="555" y="17519"/>
                  </a:cubicBezTo>
                  <a:cubicBezTo>
                    <a:pt x="623" y="17979"/>
                    <a:pt x="836" y="18175"/>
                    <a:pt x="1301" y="18209"/>
                  </a:cubicBezTo>
                  <a:cubicBezTo>
                    <a:pt x="1334" y="18212"/>
                    <a:pt x="1368" y="18213"/>
                    <a:pt x="1402" y="18213"/>
                  </a:cubicBezTo>
                  <a:cubicBezTo>
                    <a:pt x="1615" y="18213"/>
                    <a:pt x="1827" y="18171"/>
                    <a:pt x="2025" y="18141"/>
                  </a:cubicBezTo>
                  <a:cubicBezTo>
                    <a:pt x="2221" y="18103"/>
                    <a:pt x="2328" y="17996"/>
                    <a:pt x="2383" y="17822"/>
                  </a:cubicBezTo>
                  <a:cubicBezTo>
                    <a:pt x="2507" y="17536"/>
                    <a:pt x="2434" y="17233"/>
                    <a:pt x="2451" y="16948"/>
                  </a:cubicBezTo>
                  <a:cubicBezTo>
                    <a:pt x="2899" y="16863"/>
                    <a:pt x="2899" y="16863"/>
                    <a:pt x="2899" y="16415"/>
                  </a:cubicBezTo>
                  <a:cubicBezTo>
                    <a:pt x="2899" y="16257"/>
                    <a:pt x="2916" y="16117"/>
                    <a:pt x="2916" y="15955"/>
                  </a:cubicBezTo>
                  <a:cubicBezTo>
                    <a:pt x="2916" y="15562"/>
                    <a:pt x="2878" y="15511"/>
                    <a:pt x="2507" y="15422"/>
                  </a:cubicBezTo>
                  <a:cubicBezTo>
                    <a:pt x="2328" y="14267"/>
                    <a:pt x="3999" y="11995"/>
                    <a:pt x="5670" y="11854"/>
                  </a:cubicBezTo>
                  <a:cubicBezTo>
                    <a:pt x="5738" y="12421"/>
                    <a:pt x="5721" y="12988"/>
                    <a:pt x="5704" y="13559"/>
                  </a:cubicBezTo>
                  <a:cubicBezTo>
                    <a:pt x="5704" y="14143"/>
                    <a:pt x="5934" y="14535"/>
                    <a:pt x="6394" y="14872"/>
                  </a:cubicBezTo>
                  <a:cubicBezTo>
                    <a:pt x="6803" y="15158"/>
                    <a:pt x="7247" y="15298"/>
                    <a:pt x="7745" y="15298"/>
                  </a:cubicBezTo>
                  <a:cubicBezTo>
                    <a:pt x="7907" y="15298"/>
                    <a:pt x="8031" y="15315"/>
                    <a:pt x="8031" y="15511"/>
                  </a:cubicBezTo>
                  <a:cubicBezTo>
                    <a:pt x="8048" y="16487"/>
                    <a:pt x="7958" y="17464"/>
                    <a:pt x="7958" y="18423"/>
                  </a:cubicBezTo>
                  <a:cubicBezTo>
                    <a:pt x="7941" y="18759"/>
                    <a:pt x="7801" y="18921"/>
                    <a:pt x="7460" y="19011"/>
                  </a:cubicBezTo>
                  <a:cubicBezTo>
                    <a:pt x="6842" y="19168"/>
                    <a:pt x="6646" y="19454"/>
                    <a:pt x="6607" y="20093"/>
                  </a:cubicBezTo>
                  <a:cubicBezTo>
                    <a:pt x="6573" y="20716"/>
                    <a:pt x="6522" y="21317"/>
                    <a:pt x="6501" y="21939"/>
                  </a:cubicBezTo>
                  <a:cubicBezTo>
                    <a:pt x="6467" y="23324"/>
                    <a:pt x="6360" y="24727"/>
                    <a:pt x="6539" y="26133"/>
                  </a:cubicBezTo>
                  <a:cubicBezTo>
                    <a:pt x="6607" y="26773"/>
                    <a:pt x="6803" y="26986"/>
                    <a:pt x="7443" y="27092"/>
                  </a:cubicBezTo>
                  <a:cubicBezTo>
                    <a:pt x="7976" y="27160"/>
                    <a:pt x="7869" y="27126"/>
                    <a:pt x="7869" y="27570"/>
                  </a:cubicBezTo>
                  <a:cubicBezTo>
                    <a:pt x="7886" y="28350"/>
                    <a:pt x="8172" y="28618"/>
                    <a:pt x="8973" y="28618"/>
                  </a:cubicBezTo>
                  <a:cubicBezTo>
                    <a:pt x="9621" y="28610"/>
                    <a:pt x="10264" y="28605"/>
                    <a:pt x="10908" y="28605"/>
                  </a:cubicBezTo>
                  <a:cubicBezTo>
                    <a:pt x="11552" y="28605"/>
                    <a:pt x="12195" y="28610"/>
                    <a:pt x="12843" y="28618"/>
                  </a:cubicBezTo>
                  <a:cubicBezTo>
                    <a:pt x="13606" y="28618"/>
                    <a:pt x="13909" y="28350"/>
                    <a:pt x="13926" y="27570"/>
                  </a:cubicBezTo>
                  <a:cubicBezTo>
                    <a:pt x="13926" y="27109"/>
                    <a:pt x="13836" y="27160"/>
                    <a:pt x="14369" y="27071"/>
                  </a:cubicBezTo>
                  <a:cubicBezTo>
                    <a:pt x="14991" y="26986"/>
                    <a:pt x="15205" y="26773"/>
                    <a:pt x="15260" y="26133"/>
                  </a:cubicBezTo>
                  <a:cubicBezTo>
                    <a:pt x="15473" y="24019"/>
                    <a:pt x="15294" y="21922"/>
                    <a:pt x="15170" y="19808"/>
                  </a:cubicBezTo>
                  <a:cubicBezTo>
                    <a:pt x="15153" y="19578"/>
                    <a:pt x="15026" y="19382"/>
                    <a:pt x="14834" y="19241"/>
                  </a:cubicBezTo>
                  <a:cubicBezTo>
                    <a:pt x="14638" y="19100"/>
                    <a:pt x="14425" y="18994"/>
                    <a:pt x="14173" y="18955"/>
                  </a:cubicBezTo>
                  <a:cubicBezTo>
                    <a:pt x="13981" y="18921"/>
                    <a:pt x="13892" y="18832"/>
                    <a:pt x="13875" y="18619"/>
                  </a:cubicBezTo>
                  <a:cubicBezTo>
                    <a:pt x="13802" y="17625"/>
                    <a:pt x="13768" y="16628"/>
                    <a:pt x="13768" y="15618"/>
                  </a:cubicBezTo>
                  <a:cubicBezTo>
                    <a:pt x="13768" y="15388"/>
                    <a:pt x="13853" y="15298"/>
                    <a:pt x="14088" y="15298"/>
                  </a:cubicBezTo>
                  <a:cubicBezTo>
                    <a:pt x="14109" y="15299"/>
                    <a:pt x="14130" y="15299"/>
                    <a:pt x="14151" y="15299"/>
                  </a:cubicBezTo>
                  <a:cubicBezTo>
                    <a:pt x="14693" y="15299"/>
                    <a:pt x="15186" y="15088"/>
                    <a:pt x="15580" y="14731"/>
                  </a:cubicBezTo>
                  <a:cubicBezTo>
                    <a:pt x="15899" y="14463"/>
                    <a:pt x="16091" y="14109"/>
                    <a:pt x="16091" y="13666"/>
                  </a:cubicBezTo>
                  <a:cubicBezTo>
                    <a:pt x="16074" y="13274"/>
                    <a:pt x="16074" y="12881"/>
                    <a:pt x="16091" y="12472"/>
                  </a:cubicBezTo>
                  <a:cubicBezTo>
                    <a:pt x="16091" y="12259"/>
                    <a:pt x="16074" y="12046"/>
                    <a:pt x="16147" y="11833"/>
                  </a:cubicBezTo>
                  <a:cubicBezTo>
                    <a:pt x="17941" y="12067"/>
                    <a:pt x="19522" y="14429"/>
                    <a:pt x="19288" y="15439"/>
                  </a:cubicBezTo>
                  <a:cubicBezTo>
                    <a:pt x="18934" y="15494"/>
                    <a:pt x="18883" y="15562"/>
                    <a:pt x="18900" y="15955"/>
                  </a:cubicBezTo>
                  <a:lnTo>
                    <a:pt x="18900" y="16398"/>
                  </a:lnTo>
                  <a:cubicBezTo>
                    <a:pt x="18900" y="16841"/>
                    <a:pt x="18900" y="16841"/>
                    <a:pt x="19343" y="16969"/>
                  </a:cubicBezTo>
                  <a:lnTo>
                    <a:pt x="19343" y="17199"/>
                  </a:lnTo>
                  <a:cubicBezTo>
                    <a:pt x="19309" y="17962"/>
                    <a:pt x="19484" y="18175"/>
                    <a:pt x="20247" y="18209"/>
                  </a:cubicBezTo>
                  <a:cubicBezTo>
                    <a:pt x="20260" y="18215"/>
                    <a:pt x="20272" y="18217"/>
                    <a:pt x="20285" y="18217"/>
                  </a:cubicBezTo>
                  <a:cubicBezTo>
                    <a:pt x="20310" y="18217"/>
                    <a:pt x="20338" y="18209"/>
                    <a:pt x="20375" y="18209"/>
                  </a:cubicBezTo>
                  <a:cubicBezTo>
                    <a:pt x="20976" y="18209"/>
                    <a:pt x="21227" y="17962"/>
                    <a:pt x="21261" y="17357"/>
                  </a:cubicBezTo>
                  <a:cubicBezTo>
                    <a:pt x="21261" y="17306"/>
                    <a:pt x="21278" y="17233"/>
                    <a:pt x="21261" y="17182"/>
                  </a:cubicBezTo>
                  <a:cubicBezTo>
                    <a:pt x="21261" y="17003"/>
                    <a:pt x="21313" y="16897"/>
                    <a:pt x="21526" y="16897"/>
                  </a:cubicBezTo>
                  <a:cubicBezTo>
                    <a:pt x="21538" y="16898"/>
                    <a:pt x="21549" y="16898"/>
                    <a:pt x="21560" y="16898"/>
                  </a:cubicBezTo>
                  <a:cubicBezTo>
                    <a:pt x="21730" y="16898"/>
                    <a:pt x="21794" y="16778"/>
                    <a:pt x="21794" y="16594"/>
                  </a:cubicBezTo>
                  <a:cubicBezTo>
                    <a:pt x="21777" y="16398"/>
                    <a:pt x="21777" y="16185"/>
                    <a:pt x="21794" y="15972"/>
                  </a:cubicBezTo>
                  <a:cubicBezTo>
                    <a:pt x="21811" y="15699"/>
                    <a:pt x="21779" y="15438"/>
                    <a:pt x="21420" y="15438"/>
                  </a:cubicBezTo>
                  <a:cubicBezTo>
                    <a:pt x="21408" y="15438"/>
                    <a:pt x="21397" y="15438"/>
                    <a:pt x="21385" y="15439"/>
                  </a:cubicBezTo>
                  <a:cubicBezTo>
                    <a:pt x="21295" y="13840"/>
                    <a:pt x="20673" y="12472"/>
                    <a:pt x="19556" y="11373"/>
                  </a:cubicBezTo>
                  <a:cubicBezTo>
                    <a:pt x="18670" y="10486"/>
                    <a:pt x="17638" y="9898"/>
                    <a:pt x="16360" y="9881"/>
                  </a:cubicBezTo>
                  <a:cubicBezTo>
                    <a:pt x="16198" y="9864"/>
                    <a:pt x="16112" y="9847"/>
                    <a:pt x="16040" y="9668"/>
                  </a:cubicBezTo>
                  <a:cubicBezTo>
                    <a:pt x="15957" y="9422"/>
                    <a:pt x="15767" y="9295"/>
                    <a:pt x="15498" y="9295"/>
                  </a:cubicBezTo>
                  <a:cubicBezTo>
                    <a:pt x="15478" y="9295"/>
                    <a:pt x="15456" y="9295"/>
                    <a:pt x="15435" y="9297"/>
                  </a:cubicBezTo>
                  <a:cubicBezTo>
                    <a:pt x="15222" y="9314"/>
                    <a:pt x="14991" y="9314"/>
                    <a:pt x="14706" y="9314"/>
                  </a:cubicBezTo>
                  <a:cubicBezTo>
                    <a:pt x="14706" y="9062"/>
                    <a:pt x="14727" y="8871"/>
                    <a:pt x="14706" y="8674"/>
                  </a:cubicBezTo>
                  <a:cubicBezTo>
                    <a:pt x="14706" y="8513"/>
                    <a:pt x="14744" y="8423"/>
                    <a:pt x="14919" y="8389"/>
                  </a:cubicBezTo>
                  <a:cubicBezTo>
                    <a:pt x="15239" y="8316"/>
                    <a:pt x="15452" y="8103"/>
                    <a:pt x="15631" y="7839"/>
                  </a:cubicBezTo>
                  <a:cubicBezTo>
                    <a:pt x="15950" y="7306"/>
                    <a:pt x="15985" y="6718"/>
                    <a:pt x="16006" y="6134"/>
                  </a:cubicBezTo>
                  <a:cubicBezTo>
                    <a:pt x="16040" y="5265"/>
                    <a:pt x="16006" y="4374"/>
                    <a:pt x="15861" y="3504"/>
                  </a:cubicBezTo>
                  <a:cubicBezTo>
                    <a:pt x="15614" y="1855"/>
                    <a:pt x="14565" y="521"/>
                    <a:pt x="12843" y="184"/>
                  </a:cubicBezTo>
                  <a:cubicBezTo>
                    <a:pt x="12218" y="58"/>
                    <a:pt x="11589" y="1"/>
                    <a:pt x="109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5"/>
            <p:cNvSpPr/>
            <p:nvPr/>
          </p:nvSpPr>
          <p:spPr>
            <a:xfrm>
              <a:off x="11426229" y="3720244"/>
              <a:ext cx="475917" cy="301393"/>
            </a:xfrm>
            <a:custGeom>
              <a:rect b="b" l="l" r="r" t="t"/>
              <a:pathLst>
                <a:path extrusionOk="0" h="6198" w="9787">
                  <a:moveTo>
                    <a:pt x="5031" y="0"/>
                  </a:moveTo>
                  <a:cubicBezTo>
                    <a:pt x="4466" y="0"/>
                    <a:pt x="3902" y="44"/>
                    <a:pt x="3338" y="107"/>
                  </a:cubicBezTo>
                  <a:cubicBezTo>
                    <a:pt x="2558" y="175"/>
                    <a:pt x="1846" y="478"/>
                    <a:pt x="1279" y="1027"/>
                  </a:cubicBezTo>
                  <a:cubicBezTo>
                    <a:pt x="640" y="1650"/>
                    <a:pt x="282" y="2430"/>
                    <a:pt x="141" y="3321"/>
                  </a:cubicBezTo>
                  <a:cubicBezTo>
                    <a:pt x="0" y="4190"/>
                    <a:pt x="17" y="5043"/>
                    <a:pt x="17" y="5895"/>
                  </a:cubicBezTo>
                  <a:cubicBezTo>
                    <a:pt x="17" y="5985"/>
                    <a:pt x="0" y="6074"/>
                    <a:pt x="90" y="6198"/>
                  </a:cubicBezTo>
                  <a:cubicBezTo>
                    <a:pt x="354" y="5772"/>
                    <a:pt x="780" y="5592"/>
                    <a:pt x="1241" y="5503"/>
                  </a:cubicBezTo>
                  <a:cubicBezTo>
                    <a:pt x="1492" y="5452"/>
                    <a:pt x="1756" y="5435"/>
                    <a:pt x="2008" y="5413"/>
                  </a:cubicBezTo>
                  <a:cubicBezTo>
                    <a:pt x="2877" y="5371"/>
                    <a:pt x="3751" y="5354"/>
                    <a:pt x="4626" y="5354"/>
                  </a:cubicBezTo>
                  <a:cubicBezTo>
                    <a:pt x="5500" y="5354"/>
                    <a:pt x="6375" y="5371"/>
                    <a:pt x="7246" y="5396"/>
                  </a:cubicBezTo>
                  <a:cubicBezTo>
                    <a:pt x="8133" y="5413"/>
                    <a:pt x="9075" y="5362"/>
                    <a:pt x="9714" y="6159"/>
                  </a:cubicBezTo>
                  <a:cubicBezTo>
                    <a:pt x="9787" y="6108"/>
                    <a:pt x="9765" y="6036"/>
                    <a:pt x="9765" y="5985"/>
                  </a:cubicBezTo>
                  <a:cubicBezTo>
                    <a:pt x="9765" y="5077"/>
                    <a:pt x="9787" y="4156"/>
                    <a:pt x="9625" y="3231"/>
                  </a:cubicBezTo>
                  <a:cubicBezTo>
                    <a:pt x="9339" y="1684"/>
                    <a:pt x="8419" y="512"/>
                    <a:pt x="6803" y="175"/>
                  </a:cubicBezTo>
                  <a:cubicBezTo>
                    <a:pt x="6212" y="49"/>
                    <a:pt x="5622" y="0"/>
                    <a:pt x="50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5"/>
            <p:cNvSpPr/>
            <p:nvPr/>
          </p:nvSpPr>
          <p:spPr>
            <a:xfrm>
              <a:off x="11420199" y="4172723"/>
              <a:ext cx="487977" cy="268327"/>
            </a:xfrm>
            <a:custGeom>
              <a:rect b="b" l="l" r="r" t="t"/>
              <a:pathLst>
                <a:path extrusionOk="0" h="5518" w="10035">
                  <a:moveTo>
                    <a:pt x="657" y="0"/>
                  </a:moveTo>
                  <a:cubicBezTo>
                    <a:pt x="141" y="0"/>
                    <a:pt x="1" y="141"/>
                    <a:pt x="18" y="639"/>
                  </a:cubicBezTo>
                  <a:cubicBezTo>
                    <a:pt x="35" y="1812"/>
                    <a:pt x="52" y="2967"/>
                    <a:pt x="69" y="4122"/>
                  </a:cubicBezTo>
                  <a:cubicBezTo>
                    <a:pt x="69" y="4527"/>
                    <a:pt x="265" y="4829"/>
                    <a:pt x="568" y="5081"/>
                  </a:cubicBezTo>
                  <a:cubicBezTo>
                    <a:pt x="952" y="5373"/>
                    <a:pt x="1365" y="5517"/>
                    <a:pt x="1837" y="5517"/>
                  </a:cubicBezTo>
                  <a:cubicBezTo>
                    <a:pt x="1910" y="5517"/>
                    <a:pt x="1984" y="5514"/>
                    <a:pt x="2059" y="5507"/>
                  </a:cubicBezTo>
                  <a:cubicBezTo>
                    <a:pt x="2413" y="4352"/>
                    <a:pt x="3602" y="3499"/>
                    <a:pt x="4971" y="3461"/>
                  </a:cubicBezTo>
                  <a:cubicBezTo>
                    <a:pt x="4994" y="3460"/>
                    <a:pt x="5018" y="3460"/>
                    <a:pt x="5041" y="3460"/>
                  </a:cubicBezTo>
                  <a:cubicBezTo>
                    <a:pt x="5693" y="3460"/>
                    <a:pt x="6307" y="3687"/>
                    <a:pt x="6855" y="4049"/>
                  </a:cubicBezTo>
                  <a:cubicBezTo>
                    <a:pt x="7387" y="4403"/>
                    <a:pt x="7814" y="4868"/>
                    <a:pt x="7971" y="5507"/>
                  </a:cubicBezTo>
                  <a:cubicBezTo>
                    <a:pt x="8059" y="5511"/>
                    <a:pt x="8147" y="5514"/>
                    <a:pt x="8233" y="5514"/>
                  </a:cubicBezTo>
                  <a:cubicBezTo>
                    <a:pt x="8501" y="5514"/>
                    <a:pt x="8761" y="5484"/>
                    <a:pt x="9003" y="5362"/>
                  </a:cubicBezTo>
                  <a:cubicBezTo>
                    <a:pt x="9485" y="5132"/>
                    <a:pt x="9928" y="4829"/>
                    <a:pt x="9962" y="4245"/>
                  </a:cubicBezTo>
                  <a:cubicBezTo>
                    <a:pt x="10017" y="3018"/>
                    <a:pt x="10017" y="1794"/>
                    <a:pt x="10017" y="567"/>
                  </a:cubicBezTo>
                  <a:cubicBezTo>
                    <a:pt x="10034" y="124"/>
                    <a:pt x="9872" y="0"/>
                    <a:pt x="94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5"/>
            <p:cNvSpPr/>
            <p:nvPr/>
          </p:nvSpPr>
          <p:spPr>
            <a:xfrm>
              <a:off x="11530681" y="4351380"/>
              <a:ext cx="271147" cy="350556"/>
            </a:xfrm>
            <a:custGeom>
              <a:rect b="b" l="l" r="r" t="t"/>
              <a:pathLst>
                <a:path extrusionOk="0" h="7209" w="5576">
                  <a:moveTo>
                    <a:pt x="2737" y="0"/>
                  </a:moveTo>
                  <a:cubicBezTo>
                    <a:pt x="1970" y="90"/>
                    <a:pt x="1262" y="341"/>
                    <a:pt x="657" y="874"/>
                  </a:cubicBezTo>
                  <a:cubicBezTo>
                    <a:pt x="214" y="1262"/>
                    <a:pt x="35" y="1705"/>
                    <a:pt x="90" y="2293"/>
                  </a:cubicBezTo>
                  <a:cubicBezTo>
                    <a:pt x="158" y="3286"/>
                    <a:pt x="52" y="4284"/>
                    <a:pt x="18" y="5294"/>
                  </a:cubicBezTo>
                  <a:cubicBezTo>
                    <a:pt x="1" y="5631"/>
                    <a:pt x="52" y="5933"/>
                    <a:pt x="337" y="6181"/>
                  </a:cubicBezTo>
                  <a:cubicBezTo>
                    <a:pt x="674" y="6449"/>
                    <a:pt x="1011" y="6735"/>
                    <a:pt x="1420" y="6892"/>
                  </a:cubicBezTo>
                  <a:cubicBezTo>
                    <a:pt x="1835" y="7050"/>
                    <a:pt x="2261" y="7208"/>
                    <a:pt x="2707" y="7208"/>
                  </a:cubicBezTo>
                  <a:cubicBezTo>
                    <a:pt x="2815" y="7208"/>
                    <a:pt x="2925" y="7199"/>
                    <a:pt x="3035" y="7178"/>
                  </a:cubicBezTo>
                  <a:cubicBezTo>
                    <a:pt x="3675" y="7071"/>
                    <a:pt x="4263" y="6858"/>
                    <a:pt x="4779" y="6466"/>
                  </a:cubicBezTo>
                  <a:cubicBezTo>
                    <a:pt x="5469" y="5968"/>
                    <a:pt x="5576" y="5720"/>
                    <a:pt x="5401" y="4868"/>
                  </a:cubicBezTo>
                  <a:lnTo>
                    <a:pt x="5401" y="4868"/>
                  </a:lnTo>
                  <a:cubicBezTo>
                    <a:pt x="5239" y="4923"/>
                    <a:pt x="5132" y="5047"/>
                    <a:pt x="4992" y="5064"/>
                  </a:cubicBezTo>
                  <a:cubicBezTo>
                    <a:pt x="4774" y="5104"/>
                    <a:pt x="4560" y="5123"/>
                    <a:pt x="4349" y="5123"/>
                  </a:cubicBezTo>
                  <a:cubicBezTo>
                    <a:pt x="4093" y="5123"/>
                    <a:pt x="3841" y="5096"/>
                    <a:pt x="3589" y="5047"/>
                  </a:cubicBezTo>
                  <a:cubicBezTo>
                    <a:pt x="3214" y="4957"/>
                    <a:pt x="2861" y="4548"/>
                    <a:pt x="2878" y="4156"/>
                  </a:cubicBezTo>
                  <a:cubicBezTo>
                    <a:pt x="2912" y="2899"/>
                    <a:pt x="2771" y="1620"/>
                    <a:pt x="2788" y="358"/>
                  </a:cubicBezTo>
                  <a:cubicBezTo>
                    <a:pt x="2788" y="252"/>
                    <a:pt x="2822" y="145"/>
                    <a:pt x="27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5"/>
            <p:cNvSpPr/>
            <p:nvPr/>
          </p:nvSpPr>
          <p:spPr>
            <a:xfrm>
              <a:off x="11677439" y="4355611"/>
              <a:ext cx="119235" cy="233363"/>
            </a:xfrm>
            <a:custGeom>
              <a:rect b="b" l="l" r="r" t="t"/>
              <a:pathLst>
                <a:path extrusionOk="0" h="4799" w="2452">
                  <a:moveTo>
                    <a:pt x="75" y="0"/>
                  </a:moveTo>
                  <a:cubicBezTo>
                    <a:pt x="50" y="0"/>
                    <a:pt x="25" y="1"/>
                    <a:pt x="0" y="3"/>
                  </a:cubicBezTo>
                  <a:lnTo>
                    <a:pt x="0" y="1017"/>
                  </a:lnTo>
                  <a:cubicBezTo>
                    <a:pt x="303" y="1017"/>
                    <a:pt x="571" y="979"/>
                    <a:pt x="853" y="979"/>
                  </a:cubicBezTo>
                  <a:cubicBezTo>
                    <a:pt x="879" y="981"/>
                    <a:pt x="905" y="982"/>
                    <a:pt x="931" y="982"/>
                  </a:cubicBezTo>
                  <a:cubicBezTo>
                    <a:pt x="1020" y="982"/>
                    <a:pt x="1111" y="972"/>
                    <a:pt x="1202" y="972"/>
                  </a:cubicBezTo>
                  <a:cubicBezTo>
                    <a:pt x="1346" y="972"/>
                    <a:pt x="1489" y="997"/>
                    <a:pt x="1616" y="1124"/>
                  </a:cubicBezTo>
                  <a:cubicBezTo>
                    <a:pt x="1349" y="1211"/>
                    <a:pt x="1083" y="1220"/>
                    <a:pt x="817" y="1220"/>
                  </a:cubicBezTo>
                  <a:cubicBezTo>
                    <a:pt x="752" y="1220"/>
                    <a:pt x="687" y="1219"/>
                    <a:pt x="623" y="1219"/>
                  </a:cubicBezTo>
                  <a:cubicBezTo>
                    <a:pt x="421" y="1219"/>
                    <a:pt x="219" y="1224"/>
                    <a:pt x="17" y="1264"/>
                  </a:cubicBezTo>
                  <a:cubicBezTo>
                    <a:pt x="17" y="1426"/>
                    <a:pt x="0" y="1567"/>
                    <a:pt x="73" y="1691"/>
                  </a:cubicBezTo>
                  <a:cubicBezTo>
                    <a:pt x="101" y="1691"/>
                    <a:pt x="129" y="1692"/>
                    <a:pt x="157" y="1692"/>
                  </a:cubicBezTo>
                  <a:cubicBezTo>
                    <a:pt x="493" y="1692"/>
                    <a:pt x="823" y="1632"/>
                    <a:pt x="1151" y="1632"/>
                  </a:cubicBezTo>
                  <a:cubicBezTo>
                    <a:pt x="1313" y="1632"/>
                    <a:pt x="1475" y="1646"/>
                    <a:pt x="1637" y="1691"/>
                  </a:cubicBezTo>
                  <a:cubicBezTo>
                    <a:pt x="1138" y="1938"/>
                    <a:pt x="589" y="1831"/>
                    <a:pt x="73" y="1959"/>
                  </a:cubicBezTo>
                  <a:cubicBezTo>
                    <a:pt x="73" y="2117"/>
                    <a:pt x="39" y="2279"/>
                    <a:pt x="73" y="2364"/>
                  </a:cubicBezTo>
                  <a:lnTo>
                    <a:pt x="1918" y="2364"/>
                  </a:lnTo>
                  <a:cubicBezTo>
                    <a:pt x="1932" y="2364"/>
                    <a:pt x="1946" y="2364"/>
                    <a:pt x="1959" y="2364"/>
                  </a:cubicBezTo>
                  <a:cubicBezTo>
                    <a:pt x="2051" y="2364"/>
                    <a:pt x="2134" y="2377"/>
                    <a:pt x="2149" y="2577"/>
                  </a:cubicBezTo>
                  <a:cubicBezTo>
                    <a:pt x="1458" y="2616"/>
                    <a:pt x="785" y="2633"/>
                    <a:pt x="73" y="2667"/>
                  </a:cubicBezTo>
                  <a:cubicBezTo>
                    <a:pt x="107" y="2863"/>
                    <a:pt x="56" y="3059"/>
                    <a:pt x="145" y="3238"/>
                  </a:cubicBezTo>
                  <a:lnTo>
                    <a:pt x="358" y="3238"/>
                  </a:lnTo>
                  <a:cubicBezTo>
                    <a:pt x="491" y="3232"/>
                    <a:pt x="624" y="3231"/>
                    <a:pt x="757" y="3231"/>
                  </a:cubicBezTo>
                  <a:cubicBezTo>
                    <a:pt x="863" y="3231"/>
                    <a:pt x="969" y="3231"/>
                    <a:pt x="1074" y="3231"/>
                  </a:cubicBezTo>
                  <a:cubicBezTo>
                    <a:pt x="1312" y="3231"/>
                    <a:pt x="1548" y="3227"/>
                    <a:pt x="1778" y="3199"/>
                  </a:cubicBezTo>
                  <a:cubicBezTo>
                    <a:pt x="1797" y="3199"/>
                    <a:pt x="1818" y="3199"/>
                    <a:pt x="1839" y="3199"/>
                  </a:cubicBezTo>
                  <a:cubicBezTo>
                    <a:pt x="1915" y="3199"/>
                    <a:pt x="1991" y="3209"/>
                    <a:pt x="1991" y="3306"/>
                  </a:cubicBezTo>
                  <a:cubicBezTo>
                    <a:pt x="1991" y="3430"/>
                    <a:pt x="1884" y="3413"/>
                    <a:pt x="1795" y="3430"/>
                  </a:cubicBezTo>
                  <a:lnTo>
                    <a:pt x="1654" y="3430"/>
                  </a:lnTo>
                  <a:cubicBezTo>
                    <a:pt x="1422" y="3462"/>
                    <a:pt x="1189" y="3470"/>
                    <a:pt x="957" y="3470"/>
                  </a:cubicBezTo>
                  <a:cubicBezTo>
                    <a:pt x="757" y="3470"/>
                    <a:pt x="557" y="3464"/>
                    <a:pt x="357" y="3464"/>
                  </a:cubicBezTo>
                  <a:cubicBezTo>
                    <a:pt x="274" y="3464"/>
                    <a:pt x="190" y="3465"/>
                    <a:pt x="107" y="3468"/>
                  </a:cubicBezTo>
                  <a:cubicBezTo>
                    <a:pt x="90" y="3626"/>
                    <a:pt x="73" y="3771"/>
                    <a:pt x="124" y="3928"/>
                  </a:cubicBezTo>
                  <a:cubicBezTo>
                    <a:pt x="272" y="3943"/>
                    <a:pt x="421" y="3946"/>
                    <a:pt x="569" y="3946"/>
                  </a:cubicBezTo>
                  <a:cubicBezTo>
                    <a:pt x="705" y="3946"/>
                    <a:pt x="842" y="3943"/>
                    <a:pt x="978" y="3943"/>
                  </a:cubicBezTo>
                  <a:cubicBezTo>
                    <a:pt x="1262" y="3943"/>
                    <a:pt x="1545" y="3956"/>
                    <a:pt x="1829" y="4035"/>
                  </a:cubicBezTo>
                  <a:cubicBezTo>
                    <a:pt x="1554" y="4133"/>
                    <a:pt x="1271" y="4147"/>
                    <a:pt x="984" y="4147"/>
                  </a:cubicBezTo>
                  <a:cubicBezTo>
                    <a:pt x="872" y="4147"/>
                    <a:pt x="759" y="4145"/>
                    <a:pt x="645" y="4145"/>
                  </a:cubicBezTo>
                  <a:cubicBezTo>
                    <a:pt x="471" y="4145"/>
                    <a:pt x="297" y="4150"/>
                    <a:pt x="124" y="4176"/>
                  </a:cubicBezTo>
                  <a:cubicBezTo>
                    <a:pt x="145" y="4355"/>
                    <a:pt x="230" y="4461"/>
                    <a:pt x="337" y="4551"/>
                  </a:cubicBezTo>
                  <a:cubicBezTo>
                    <a:pt x="526" y="4705"/>
                    <a:pt x="1014" y="4798"/>
                    <a:pt x="1435" y="4798"/>
                  </a:cubicBezTo>
                  <a:cubicBezTo>
                    <a:pt x="1687" y="4798"/>
                    <a:pt x="1916" y="4765"/>
                    <a:pt x="2042" y="4691"/>
                  </a:cubicBezTo>
                  <a:cubicBezTo>
                    <a:pt x="2293" y="4551"/>
                    <a:pt x="2451" y="4389"/>
                    <a:pt x="2417" y="4052"/>
                  </a:cubicBezTo>
                  <a:cubicBezTo>
                    <a:pt x="2362" y="3413"/>
                    <a:pt x="2345" y="2790"/>
                    <a:pt x="2383" y="2151"/>
                  </a:cubicBezTo>
                  <a:cubicBezTo>
                    <a:pt x="2383" y="1921"/>
                    <a:pt x="2417" y="1674"/>
                    <a:pt x="2328" y="1443"/>
                  </a:cubicBezTo>
                  <a:cubicBezTo>
                    <a:pt x="2034" y="754"/>
                    <a:pt x="861" y="0"/>
                    <a:pt x="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5"/>
            <p:cNvSpPr/>
            <p:nvPr/>
          </p:nvSpPr>
          <p:spPr>
            <a:xfrm>
              <a:off x="11454628" y="4642562"/>
              <a:ext cx="55387" cy="372098"/>
            </a:xfrm>
            <a:custGeom>
              <a:rect b="b" l="l" r="r" t="t"/>
              <a:pathLst>
                <a:path extrusionOk="0" h="7652" w="1139">
                  <a:moveTo>
                    <a:pt x="1138" y="1"/>
                  </a:moveTo>
                  <a:cubicBezTo>
                    <a:pt x="640" y="52"/>
                    <a:pt x="303" y="299"/>
                    <a:pt x="269" y="640"/>
                  </a:cubicBezTo>
                  <a:cubicBezTo>
                    <a:pt x="124" y="2699"/>
                    <a:pt x="0" y="4741"/>
                    <a:pt x="162" y="6782"/>
                  </a:cubicBezTo>
                  <a:cubicBezTo>
                    <a:pt x="196" y="7439"/>
                    <a:pt x="427" y="7652"/>
                    <a:pt x="1138" y="7652"/>
                  </a:cubicBezTo>
                  <a:lnTo>
                    <a:pt x="11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5"/>
            <p:cNvSpPr/>
            <p:nvPr/>
          </p:nvSpPr>
          <p:spPr>
            <a:xfrm>
              <a:off x="11818167" y="4643388"/>
              <a:ext cx="51886" cy="372341"/>
            </a:xfrm>
            <a:custGeom>
              <a:rect b="b" l="l" r="r" t="t"/>
              <a:pathLst>
                <a:path extrusionOk="0" h="7657" w="1067">
                  <a:moveTo>
                    <a:pt x="40" y="0"/>
                  </a:moveTo>
                  <a:cubicBezTo>
                    <a:pt x="27" y="0"/>
                    <a:pt x="14" y="0"/>
                    <a:pt x="0" y="1"/>
                  </a:cubicBezTo>
                  <a:lnTo>
                    <a:pt x="0" y="7656"/>
                  </a:lnTo>
                  <a:cubicBezTo>
                    <a:pt x="128" y="7635"/>
                    <a:pt x="197" y="7635"/>
                    <a:pt x="269" y="7618"/>
                  </a:cubicBezTo>
                  <a:cubicBezTo>
                    <a:pt x="785" y="7550"/>
                    <a:pt x="908" y="7405"/>
                    <a:pt x="981" y="6889"/>
                  </a:cubicBezTo>
                  <a:cubicBezTo>
                    <a:pt x="1015" y="6569"/>
                    <a:pt x="1032" y="6250"/>
                    <a:pt x="1049" y="5913"/>
                  </a:cubicBezTo>
                  <a:cubicBezTo>
                    <a:pt x="1066" y="4208"/>
                    <a:pt x="1032" y="2486"/>
                    <a:pt x="874" y="781"/>
                  </a:cubicBezTo>
                  <a:cubicBezTo>
                    <a:pt x="837" y="316"/>
                    <a:pt x="532" y="0"/>
                    <a:pt x="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5"/>
            <p:cNvSpPr/>
            <p:nvPr/>
          </p:nvSpPr>
          <p:spPr>
            <a:xfrm>
              <a:off x="11533161" y="4885067"/>
              <a:ext cx="261859" cy="60590"/>
            </a:xfrm>
            <a:custGeom>
              <a:rect b="b" l="l" r="r" t="t"/>
              <a:pathLst>
                <a:path extrusionOk="0" h="1246" w="5385">
                  <a:moveTo>
                    <a:pt x="1" y="1"/>
                  </a:moveTo>
                  <a:lnTo>
                    <a:pt x="1" y="1245"/>
                  </a:lnTo>
                  <a:lnTo>
                    <a:pt x="5384" y="1245"/>
                  </a:lnTo>
                  <a:lnTo>
                    <a:pt x="53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5"/>
            <p:cNvSpPr/>
            <p:nvPr/>
          </p:nvSpPr>
          <p:spPr>
            <a:xfrm>
              <a:off x="11531508" y="5026038"/>
              <a:ext cx="265992" cy="63021"/>
            </a:xfrm>
            <a:custGeom>
              <a:rect b="b" l="l" r="r" t="t"/>
              <a:pathLst>
                <a:path extrusionOk="0" h="1296" w="5470">
                  <a:moveTo>
                    <a:pt x="56" y="0"/>
                  </a:moveTo>
                  <a:cubicBezTo>
                    <a:pt x="1" y="213"/>
                    <a:pt x="35" y="405"/>
                    <a:pt x="18" y="601"/>
                  </a:cubicBezTo>
                  <a:cubicBezTo>
                    <a:pt x="18" y="1172"/>
                    <a:pt x="163" y="1296"/>
                    <a:pt x="729" y="1296"/>
                  </a:cubicBezTo>
                  <a:cubicBezTo>
                    <a:pt x="1633" y="1296"/>
                    <a:pt x="2524" y="1279"/>
                    <a:pt x="3428" y="1279"/>
                  </a:cubicBezTo>
                  <a:cubicBezTo>
                    <a:pt x="3737" y="1279"/>
                    <a:pt x="4045" y="1286"/>
                    <a:pt x="4357" y="1286"/>
                  </a:cubicBezTo>
                  <a:cubicBezTo>
                    <a:pt x="4514" y="1286"/>
                    <a:pt x="4671" y="1285"/>
                    <a:pt x="4830" y="1279"/>
                  </a:cubicBezTo>
                  <a:cubicBezTo>
                    <a:pt x="5064" y="1279"/>
                    <a:pt x="5363" y="1258"/>
                    <a:pt x="5418" y="959"/>
                  </a:cubicBezTo>
                  <a:cubicBezTo>
                    <a:pt x="5469" y="657"/>
                    <a:pt x="5435" y="337"/>
                    <a:pt x="54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5"/>
            <p:cNvSpPr/>
            <p:nvPr/>
          </p:nvSpPr>
          <p:spPr>
            <a:xfrm>
              <a:off x="11532334" y="4654621"/>
              <a:ext cx="263512" cy="94970"/>
            </a:xfrm>
            <a:custGeom>
              <a:rect b="b" l="l" r="r" t="t"/>
              <a:pathLst>
                <a:path extrusionOk="0" h="1953" w="5419">
                  <a:moveTo>
                    <a:pt x="5418" y="0"/>
                  </a:moveTo>
                  <a:cubicBezTo>
                    <a:pt x="4504" y="791"/>
                    <a:pt x="3602" y="1182"/>
                    <a:pt x="2703" y="1182"/>
                  </a:cubicBezTo>
                  <a:cubicBezTo>
                    <a:pt x="1804" y="1182"/>
                    <a:pt x="906" y="791"/>
                    <a:pt x="1" y="17"/>
                  </a:cubicBezTo>
                  <a:lnTo>
                    <a:pt x="1" y="17"/>
                  </a:lnTo>
                  <a:cubicBezTo>
                    <a:pt x="1" y="605"/>
                    <a:pt x="18" y="1117"/>
                    <a:pt x="1" y="1633"/>
                  </a:cubicBezTo>
                  <a:cubicBezTo>
                    <a:pt x="1" y="1884"/>
                    <a:pt x="73" y="1952"/>
                    <a:pt x="320" y="1952"/>
                  </a:cubicBezTo>
                  <a:cubicBezTo>
                    <a:pt x="670" y="1947"/>
                    <a:pt x="1019" y="1945"/>
                    <a:pt x="1369" y="1945"/>
                  </a:cubicBezTo>
                  <a:cubicBezTo>
                    <a:pt x="2068" y="1945"/>
                    <a:pt x="2767" y="1952"/>
                    <a:pt x="3466" y="1952"/>
                  </a:cubicBezTo>
                  <a:lnTo>
                    <a:pt x="5171" y="1952"/>
                  </a:lnTo>
                  <a:cubicBezTo>
                    <a:pt x="5190" y="1952"/>
                    <a:pt x="5209" y="1953"/>
                    <a:pt x="5229" y="1953"/>
                  </a:cubicBezTo>
                  <a:cubicBezTo>
                    <a:pt x="5318" y="1953"/>
                    <a:pt x="5404" y="1941"/>
                    <a:pt x="5418" y="1812"/>
                  </a:cubicBezTo>
                  <a:lnTo>
                    <a:pt x="54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5"/>
            <p:cNvSpPr/>
            <p:nvPr/>
          </p:nvSpPr>
          <p:spPr>
            <a:xfrm>
              <a:off x="11532334" y="4957619"/>
              <a:ext cx="264339" cy="56213"/>
            </a:xfrm>
            <a:custGeom>
              <a:rect b="b" l="l" r="r" t="t"/>
              <a:pathLst>
                <a:path extrusionOk="0" h="1156" w="5436">
                  <a:moveTo>
                    <a:pt x="836" y="1"/>
                  </a:moveTo>
                  <a:cubicBezTo>
                    <a:pt x="1" y="1"/>
                    <a:pt x="1" y="1"/>
                    <a:pt x="1" y="853"/>
                  </a:cubicBezTo>
                  <a:cubicBezTo>
                    <a:pt x="1" y="1105"/>
                    <a:pt x="90" y="1156"/>
                    <a:pt x="320" y="1156"/>
                  </a:cubicBezTo>
                  <a:cubicBezTo>
                    <a:pt x="587" y="1150"/>
                    <a:pt x="854" y="1148"/>
                    <a:pt x="1120" y="1148"/>
                  </a:cubicBezTo>
                  <a:cubicBezTo>
                    <a:pt x="1652" y="1148"/>
                    <a:pt x="2180" y="1156"/>
                    <a:pt x="2703" y="1156"/>
                  </a:cubicBezTo>
                  <a:lnTo>
                    <a:pt x="5133" y="1156"/>
                  </a:lnTo>
                  <a:cubicBezTo>
                    <a:pt x="5346" y="1156"/>
                    <a:pt x="5435" y="1105"/>
                    <a:pt x="5418" y="891"/>
                  </a:cubicBezTo>
                  <a:cubicBezTo>
                    <a:pt x="5401" y="729"/>
                    <a:pt x="5418" y="572"/>
                    <a:pt x="5418" y="410"/>
                  </a:cubicBezTo>
                  <a:cubicBezTo>
                    <a:pt x="5418" y="1"/>
                    <a:pt x="5418" y="1"/>
                    <a:pt x="50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5"/>
            <p:cNvSpPr/>
            <p:nvPr/>
          </p:nvSpPr>
          <p:spPr>
            <a:xfrm>
              <a:off x="11531508" y="4759900"/>
              <a:ext cx="264339" cy="52664"/>
            </a:xfrm>
            <a:custGeom>
              <a:rect b="b" l="l" r="r" t="t"/>
              <a:pathLst>
                <a:path extrusionOk="0" h="1083" w="5436">
                  <a:moveTo>
                    <a:pt x="819" y="0"/>
                  </a:moveTo>
                  <a:cubicBezTo>
                    <a:pt x="1" y="0"/>
                    <a:pt x="1" y="0"/>
                    <a:pt x="18" y="819"/>
                  </a:cubicBezTo>
                  <a:cubicBezTo>
                    <a:pt x="18" y="1032"/>
                    <a:pt x="90" y="1083"/>
                    <a:pt x="303" y="1083"/>
                  </a:cubicBezTo>
                  <a:lnTo>
                    <a:pt x="4655" y="1083"/>
                  </a:lnTo>
                  <a:cubicBezTo>
                    <a:pt x="5435" y="1083"/>
                    <a:pt x="5435" y="1083"/>
                    <a:pt x="5435" y="303"/>
                  </a:cubicBezTo>
                  <a:cubicBezTo>
                    <a:pt x="5435" y="56"/>
                    <a:pt x="5363" y="0"/>
                    <a:pt x="5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5"/>
            <p:cNvSpPr/>
            <p:nvPr/>
          </p:nvSpPr>
          <p:spPr>
            <a:xfrm>
              <a:off x="11531508" y="4824769"/>
              <a:ext cx="265166" cy="49162"/>
            </a:xfrm>
            <a:custGeom>
              <a:rect b="b" l="l" r="r" t="t"/>
              <a:pathLst>
                <a:path extrusionOk="0" h="1011" w="5453">
                  <a:moveTo>
                    <a:pt x="56" y="0"/>
                  </a:moveTo>
                  <a:cubicBezTo>
                    <a:pt x="1" y="231"/>
                    <a:pt x="56" y="461"/>
                    <a:pt x="18" y="691"/>
                  </a:cubicBezTo>
                  <a:cubicBezTo>
                    <a:pt x="1" y="921"/>
                    <a:pt x="90" y="994"/>
                    <a:pt x="320" y="994"/>
                  </a:cubicBezTo>
                  <a:cubicBezTo>
                    <a:pt x="741" y="988"/>
                    <a:pt x="1161" y="986"/>
                    <a:pt x="1582" y="986"/>
                  </a:cubicBezTo>
                  <a:cubicBezTo>
                    <a:pt x="2423" y="986"/>
                    <a:pt x="3264" y="994"/>
                    <a:pt x="4105" y="994"/>
                  </a:cubicBezTo>
                  <a:lnTo>
                    <a:pt x="5188" y="994"/>
                  </a:lnTo>
                  <a:cubicBezTo>
                    <a:pt x="5294" y="977"/>
                    <a:pt x="5435" y="1011"/>
                    <a:pt x="5435" y="836"/>
                  </a:cubicBezTo>
                  <a:cubicBezTo>
                    <a:pt x="5435" y="567"/>
                    <a:pt x="5452" y="282"/>
                    <a:pt x="54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5"/>
            <p:cNvSpPr/>
            <p:nvPr/>
          </p:nvSpPr>
          <p:spPr>
            <a:xfrm>
              <a:off x="11490077" y="4126916"/>
              <a:ext cx="348854" cy="32775"/>
            </a:xfrm>
            <a:custGeom>
              <a:rect b="b" l="l" r="r" t="t"/>
              <a:pathLst>
                <a:path extrusionOk="0" h="674" w="7174">
                  <a:moveTo>
                    <a:pt x="34" y="0"/>
                  </a:moveTo>
                  <a:cubicBezTo>
                    <a:pt x="0" y="230"/>
                    <a:pt x="0" y="443"/>
                    <a:pt x="17" y="673"/>
                  </a:cubicBezTo>
                  <a:lnTo>
                    <a:pt x="7140" y="673"/>
                  </a:lnTo>
                  <a:cubicBezTo>
                    <a:pt x="7140" y="426"/>
                    <a:pt x="7174" y="213"/>
                    <a:pt x="7123" y="0"/>
                  </a:cubicBezTo>
                  <a:close/>
                </a:path>
              </a:pathLst>
            </a:custGeom>
            <a:solidFill>
              <a:srgbClr val="4E4D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5"/>
            <p:cNvSpPr/>
            <p:nvPr/>
          </p:nvSpPr>
          <p:spPr>
            <a:xfrm>
              <a:off x="11435760" y="3993190"/>
              <a:ext cx="456855" cy="46488"/>
            </a:xfrm>
            <a:custGeom>
              <a:rect b="b" l="l" r="r" t="t"/>
              <a:pathLst>
                <a:path extrusionOk="0" h="956" w="9395">
                  <a:moveTo>
                    <a:pt x="4703" y="1"/>
                  </a:moveTo>
                  <a:cubicBezTo>
                    <a:pt x="3871" y="1"/>
                    <a:pt x="3035" y="5"/>
                    <a:pt x="2200" y="14"/>
                  </a:cubicBezTo>
                  <a:cubicBezTo>
                    <a:pt x="1667" y="14"/>
                    <a:pt x="1134" y="35"/>
                    <a:pt x="618" y="265"/>
                  </a:cubicBezTo>
                  <a:cubicBezTo>
                    <a:pt x="320" y="389"/>
                    <a:pt x="107" y="585"/>
                    <a:pt x="0" y="956"/>
                  </a:cubicBezTo>
                  <a:cubicBezTo>
                    <a:pt x="691" y="602"/>
                    <a:pt x="1403" y="529"/>
                    <a:pt x="2110" y="529"/>
                  </a:cubicBezTo>
                  <a:cubicBezTo>
                    <a:pt x="2973" y="521"/>
                    <a:pt x="3835" y="517"/>
                    <a:pt x="4697" y="517"/>
                  </a:cubicBezTo>
                  <a:cubicBezTo>
                    <a:pt x="5559" y="517"/>
                    <a:pt x="6420" y="521"/>
                    <a:pt x="7281" y="529"/>
                  </a:cubicBezTo>
                  <a:cubicBezTo>
                    <a:pt x="7992" y="529"/>
                    <a:pt x="8700" y="585"/>
                    <a:pt x="9395" y="956"/>
                  </a:cubicBezTo>
                  <a:cubicBezTo>
                    <a:pt x="9305" y="602"/>
                    <a:pt x="9092" y="406"/>
                    <a:pt x="8806" y="265"/>
                  </a:cubicBezTo>
                  <a:cubicBezTo>
                    <a:pt x="8291" y="35"/>
                    <a:pt x="7741" y="14"/>
                    <a:pt x="7191" y="14"/>
                  </a:cubicBezTo>
                  <a:cubicBezTo>
                    <a:pt x="6366" y="5"/>
                    <a:pt x="5536" y="1"/>
                    <a:pt x="4703" y="1"/>
                  </a:cubicBezTo>
                  <a:close/>
                </a:path>
              </a:pathLst>
            </a:custGeom>
            <a:solidFill>
              <a:srgbClr val="4E4D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5"/>
            <p:cNvSpPr/>
            <p:nvPr/>
          </p:nvSpPr>
          <p:spPr>
            <a:xfrm>
              <a:off x="11767400" y="4042644"/>
              <a:ext cx="123368" cy="63556"/>
            </a:xfrm>
            <a:custGeom>
              <a:rect b="b" l="l" r="r" t="t"/>
              <a:pathLst>
                <a:path extrusionOk="0" h="1307" w="2537">
                  <a:moveTo>
                    <a:pt x="1222" y="1"/>
                  </a:moveTo>
                  <a:cubicBezTo>
                    <a:pt x="1147" y="1"/>
                    <a:pt x="1086" y="9"/>
                    <a:pt x="1044" y="28"/>
                  </a:cubicBezTo>
                  <a:cubicBezTo>
                    <a:pt x="1027" y="45"/>
                    <a:pt x="993" y="62"/>
                    <a:pt x="976" y="83"/>
                  </a:cubicBezTo>
                  <a:cubicBezTo>
                    <a:pt x="618" y="437"/>
                    <a:pt x="320" y="846"/>
                    <a:pt x="0" y="1307"/>
                  </a:cubicBezTo>
                  <a:lnTo>
                    <a:pt x="1812" y="1307"/>
                  </a:lnTo>
                  <a:cubicBezTo>
                    <a:pt x="1935" y="1290"/>
                    <a:pt x="2059" y="1217"/>
                    <a:pt x="2165" y="1128"/>
                  </a:cubicBezTo>
                  <a:cubicBezTo>
                    <a:pt x="2485" y="881"/>
                    <a:pt x="2536" y="578"/>
                    <a:pt x="2345" y="331"/>
                  </a:cubicBezTo>
                  <a:cubicBezTo>
                    <a:pt x="2197" y="183"/>
                    <a:pt x="1569" y="1"/>
                    <a:pt x="12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5"/>
            <p:cNvSpPr/>
            <p:nvPr/>
          </p:nvSpPr>
          <p:spPr>
            <a:xfrm>
              <a:off x="11437413" y="4044832"/>
              <a:ext cx="89815" cy="61757"/>
            </a:xfrm>
            <a:custGeom>
              <a:rect b="b" l="l" r="r" t="t"/>
              <a:pathLst>
                <a:path extrusionOk="0" h="1270" w="1847">
                  <a:moveTo>
                    <a:pt x="1139" y="0"/>
                  </a:moveTo>
                  <a:cubicBezTo>
                    <a:pt x="887" y="0"/>
                    <a:pt x="623" y="17"/>
                    <a:pt x="393" y="145"/>
                  </a:cubicBezTo>
                  <a:cubicBezTo>
                    <a:pt x="197" y="252"/>
                    <a:pt x="0" y="409"/>
                    <a:pt x="90" y="678"/>
                  </a:cubicBezTo>
                  <a:cubicBezTo>
                    <a:pt x="214" y="998"/>
                    <a:pt x="444" y="1228"/>
                    <a:pt x="781" y="1262"/>
                  </a:cubicBezTo>
                  <a:cubicBezTo>
                    <a:pt x="893" y="1267"/>
                    <a:pt x="1007" y="1269"/>
                    <a:pt x="1124" y="1269"/>
                  </a:cubicBezTo>
                  <a:cubicBezTo>
                    <a:pt x="1357" y="1269"/>
                    <a:pt x="1599" y="1262"/>
                    <a:pt x="1846" y="1262"/>
                  </a:cubicBezTo>
                  <a:cubicBezTo>
                    <a:pt x="1757" y="784"/>
                    <a:pt x="1492" y="443"/>
                    <a:pt x="1296" y="56"/>
                  </a:cubicBezTo>
                  <a:cubicBezTo>
                    <a:pt x="1262" y="0"/>
                    <a:pt x="1207" y="0"/>
                    <a:pt x="1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5"/>
            <p:cNvSpPr/>
            <p:nvPr/>
          </p:nvSpPr>
          <p:spPr>
            <a:xfrm>
              <a:off x="11615244" y="4042304"/>
              <a:ext cx="85633" cy="63070"/>
            </a:xfrm>
            <a:custGeom>
              <a:rect b="b" l="l" r="r" t="t"/>
              <a:pathLst>
                <a:path extrusionOk="0" h="1297" w="1761">
                  <a:moveTo>
                    <a:pt x="1" y="1"/>
                  </a:moveTo>
                  <a:cubicBezTo>
                    <a:pt x="73" y="478"/>
                    <a:pt x="337" y="836"/>
                    <a:pt x="533" y="1297"/>
                  </a:cubicBezTo>
                  <a:cubicBezTo>
                    <a:pt x="909" y="798"/>
                    <a:pt x="1424" y="534"/>
                    <a:pt x="17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5"/>
            <p:cNvSpPr/>
            <p:nvPr/>
          </p:nvSpPr>
          <p:spPr>
            <a:xfrm>
              <a:off x="11511619" y="4043179"/>
              <a:ext cx="88113" cy="51837"/>
            </a:xfrm>
            <a:custGeom>
              <a:rect b="b" l="l" r="r" t="t"/>
              <a:pathLst>
                <a:path extrusionOk="0" h="1066" w="1812">
                  <a:moveTo>
                    <a:pt x="0" y="0"/>
                  </a:moveTo>
                  <a:cubicBezTo>
                    <a:pt x="231" y="426"/>
                    <a:pt x="465" y="797"/>
                    <a:pt x="533" y="1066"/>
                  </a:cubicBezTo>
                  <a:cubicBezTo>
                    <a:pt x="925" y="746"/>
                    <a:pt x="1335" y="392"/>
                    <a:pt x="1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5"/>
            <p:cNvSpPr/>
            <p:nvPr/>
          </p:nvSpPr>
          <p:spPr>
            <a:xfrm>
              <a:off x="11716389" y="4043179"/>
              <a:ext cx="84612" cy="55387"/>
            </a:xfrm>
            <a:custGeom>
              <a:rect b="b" l="l" r="r" t="t"/>
              <a:pathLst>
                <a:path extrusionOk="0" h="1139" w="1740">
                  <a:moveTo>
                    <a:pt x="1" y="0"/>
                  </a:moveTo>
                  <a:cubicBezTo>
                    <a:pt x="214" y="443"/>
                    <a:pt x="495" y="797"/>
                    <a:pt x="853" y="1138"/>
                  </a:cubicBezTo>
                  <a:cubicBezTo>
                    <a:pt x="1156" y="746"/>
                    <a:pt x="1420" y="392"/>
                    <a:pt x="17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5"/>
            <p:cNvSpPr/>
            <p:nvPr/>
          </p:nvSpPr>
          <p:spPr>
            <a:xfrm>
              <a:off x="11655897" y="4052710"/>
              <a:ext cx="92490" cy="53490"/>
            </a:xfrm>
            <a:custGeom>
              <a:rect b="b" l="l" r="r" t="t"/>
              <a:pathLst>
                <a:path extrusionOk="0" h="1100" w="1902">
                  <a:moveTo>
                    <a:pt x="1083" y="0"/>
                  </a:moveTo>
                  <a:cubicBezTo>
                    <a:pt x="763" y="426"/>
                    <a:pt x="354" y="691"/>
                    <a:pt x="0" y="1100"/>
                  </a:cubicBezTo>
                  <a:lnTo>
                    <a:pt x="1901" y="1100"/>
                  </a:lnTo>
                  <a:cubicBezTo>
                    <a:pt x="1581" y="746"/>
                    <a:pt x="1296" y="426"/>
                    <a:pt x="10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5"/>
            <p:cNvSpPr/>
            <p:nvPr/>
          </p:nvSpPr>
          <p:spPr>
            <a:xfrm>
              <a:off x="11555773" y="4052710"/>
              <a:ext cx="72601" cy="53490"/>
            </a:xfrm>
            <a:custGeom>
              <a:rect b="b" l="l" r="r" t="t"/>
              <a:pathLst>
                <a:path extrusionOk="0" h="1100" w="1493">
                  <a:moveTo>
                    <a:pt x="1028" y="0"/>
                  </a:moveTo>
                  <a:cubicBezTo>
                    <a:pt x="674" y="388"/>
                    <a:pt x="303" y="674"/>
                    <a:pt x="0" y="1100"/>
                  </a:cubicBezTo>
                  <a:lnTo>
                    <a:pt x="1492" y="1100"/>
                  </a:lnTo>
                  <a:cubicBezTo>
                    <a:pt x="1347" y="708"/>
                    <a:pt x="1117" y="426"/>
                    <a:pt x="10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5"/>
            <p:cNvSpPr/>
            <p:nvPr/>
          </p:nvSpPr>
          <p:spPr>
            <a:xfrm>
              <a:off x="12008252" y="4259134"/>
              <a:ext cx="83785" cy="77901"/>
            </a:xfrm>
            <a:custGeom>
              <a:rect b="b" l="l" r="r" t="t"/>
              <a:pathLst>
                <a:path extrusionOk="0" h="1602" w="1723">
                  <a:moveTo>
                    <a:pt x="1189" y="0"/>
                  </a:moveTo>
                  <a:cubicBezTo>
                    <a:pt x="976" y="192"/>
                    <a:pt x="763" y="371"/>
                    <a:pt x="567" y="533"/>
                  </a:cubicBezTo>
                  <a:cubicBezTo>
                    <a:pt x="375" y="708"/>
                    <a:pt x="162" y="887"/>
                    <a:pt x="0" y="1100"/>
                  </a:cubicBezTo>
                  <a:cubicBezTo>
                    <a:pt x="73" y="1258"/>
                    <a:pt x="213" y="1347"/>
                    <a:pt x="303" y="1471"/>
                  </a:cubicBezTo>
                  <a:cubicBezTo>
                    <a:pt x="374" y="1561"/>
                    <a:pt x="445" y="1601"/>
                    <a:pt x="517" y="1601"/>
                  </a:cubicBezTo>
                  <a:cubicBezTo>
                    <a:pt x="588" y="1601"/>
                    <a:pt x="659" y="1562"/>
                    <a:pt x="729" y="1492"/>
                  </a:cubicBezTo>
                  <a:cubicBezTo>
                    <a:pt x="1049" y="1190"/>
                    <a:pt x="1368" y="887"/>
                    <a:pt x="1722" y="550"/>
                  </a:cubicBezTo>
                  <a:cubicBezTo>
                    <a:pt x="1526" y="371"/>
                    <a:pt x="1402" y="124"/>
                    <a:pt x="11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5"/>
            <p:cNvSpPr/>
            <p:nvPr/>
          </p:nvSpPr>
          <p:spPr>
            <a:xfrm>
              <a:off x="11235318" y="4257286"/>
              <a:ext cx="84612" cy="82083"/>
            </a:xfrm>
            <a:custGeom>
              <a:rect b="b" l="l" r="r" t="t"/>
              <a:pathLst>
                <a:path extrusionOk="0" h="1688" w="1740">
                  <a:moveTo>
                    <a:pt x="533" y="0"/>
                  </a:moveTo>
                  <a:cubicBezTo>
                    <a:pt x="354" y="213"/>
                    <a:pt x="197" y="409"/>
                    <a:pt x="1" y="622"/>
                  </a:cubicBezTo>
                  <a:cubicBezTo>
                    <a:pt x="461" y="942"/>
                    <a:pt x="764" y="1402"/>
                    <a:pt x="1262" y="1688"/>
                  </a:cubicBezTo>
                  <a:cubicBezTo>
                    <a:pt x="1437" y="1492"/>
                    <a:pt x="1633" y="1351"/>
                    <a:pt x="1740" y="1138"/>
                  </a:cubicBezTo>
                  <a:cubicBezTo>
                    <a:pt x="1386" y="712"/>
                    <a:pt x="926" y="426"/>
                    <a:pt x="5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5"/>
            <p:cNvSpPr/>
            <p:nvPr/>
          </p:nvSpPr>
          <p:spPr>
            <a:xfrm>
              <a:off x="12060867" y="4341022"/>
              <a:ext cx="86508" cy="63264"/>
            </a:xfrm>
            <a:custGeom>
              <a:rect b="b" l="l" r="r" t="t"/>
              <a:pathLst>
                <a:path extrusionOk="0" h="1301" w="1779">
                  <a:moveTo>
                    <a:pt x="1424" y="0"/>
                  </a:moveTo>
                  <a:cubicBezTo>
                    <a:pt x="943" y="252"/>
                    <a:pt x="444" y="465"/>
                    <a:pt x="1" y="784"/>
                  </a:cubicBezTo>
                  <a:cubicBezTo>
                    <a:pt x="90" y="959"/>
                    <a:pt x="197" y="1121"/>
                    <a:pt x="286" y="1300"/>
                  </a:cubicBezTo>
                  <a:cubicBezTo>
                    <a:pt x="802" y="1138"/>
                    <a:pt x="1262" y="980"/>
                    <a:pt x="1778" y="818"/>
                  </a:cubicBezTo>
                  <a:cubicBezTo>
                    <a:pt x="1672" y="516"/>
                    <a:pt x="1582" y="234"/>
                    <a:pt x="1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5"/>
            <p:cNvSpPr/>
            <p:nvPr/>
          </p:nvSpPr>
          <p:spPr>
            <a:xfrm>
              <a:off x="11181827" y="4341022"/>
              <a:ext cx="85487" cy="63264"/>
            </a:xfrm>
            <a:custGeom>
              <a:rect b="b" l="l" r="r" t="t"/>
              <a:pathLst>
                <a:path extrusionOk="0" h="1301" w="1758">
                  <a:moveTo>
                    <a:pt x="321" y="0"/>
                  </a:moveTo>
                  <a:cubicBezTo>
                    <a:pt x="176" y="252"/>
                    <a:pt x="69" y="516"/>
                    <a:pt x="1" y="818"/>
                  </a:cubicBezTo>
                  <a:cubicBezTo>
                    <a:pt x="495" y="980"/>
                    <a:pt x="977" y="1138"/>
                    <a:pt x="1471" y="1300"/>
                  </a:cubicBezTo>
                  <a:cubicBezTo>
                    <a:pt x="1578" y="1121"/>
                    <a:pt x="1668" y="959"/>
                    <a:pt x="1757" y="784"/>
                  </a:cubicBezTo>
                  <a:cubicBezTo>
                    <a:pt x="1297" y="465"/>
                    <a:pt x="815" y="234"/>
                    <a:pt x="3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5"/>
            <p:cNvSpPr/>
            <p:nvPr/>
          </p:nvSpPr>
          <p:spPr>
            <a:xfrm>
              <a:off x="11354504" y="4199225"/>
              <a:ext cx="57867" cy="75227"/>
            </a:xfrm>
            <a:custGeom>
              <a:rect b="b" l="l" r="r" t="t"/>
              <a:pathLst>
                <a:path extrusionOk="0" h="1547" w="1190">
                  <a:moveTo>
                    <a:pt x="927" y="1"/>
                  </a:moveTo>
                  <a:cubicBezTo>
                    <a:pt x="622" y="1"/>
                    <a:pt x="331" y="41"/>
                    <a:pt x="1" y="146"/>
                  </a:cubicBezTo>
                  <a:cubicBezTo>
                    <a:pt x="337" y="538"/>
                    <a:pt x="499" y="964"/>
                    <a:pt x="674" y="1390"/>
                  </a:cubicBezTo>
                  <a:cubicBezTo>
                    <a:pt x="705" y="1463"/>
                    <a:pt x="733" y="1546"/>
                    <a:pt x="826" y="1546"/>
                  </a:cubicBezTo>
                  <a:cubicBezTo>
                    <a:pt x="848" y="1546"/>
                    <a:pt x="874" y="1541"/>
                    <a:pt x="904" y="1531"/>
                  </a:cubicBezTo>
                  <a:cubicBezTo>
                    <a:pt x="1032" y="1497"/>
                    <a:pt x="1139" y="1480"/>
                    <a:pt x="1156" y="1301"/>
                  </a:cubicBezTo>
                  <a:cubicBezTo>
                    <a:pt x="1190" y="874"/>
                    <a:pt x="1156" y="448"/>
                    <a:pt x="1100" y="5"/>
                  </a:cubicBezTo>
                  <a:cubicBezTo>
                    <a:pt x="1042" y="2"/>
                    <a:pt x="984" y="1"/>
                    <a:pt x="9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5"/>
            <p:cNvSpPr/>
            <p:nvPr/>
          </p:nvSpPr>
          <p:spPr>
            <a:xfrm>
              <a:off x="11915811" y="4199079"/>
              <a:ext cx="55387" cy="75324"/>
            </a:xfrm>
            <a:custGeom>
              <a:rect b="b" l="l" r="r" t="t"/>
              <a:pathLst>
                <a:path extrusionOk="0" h="1549" w="1139">
                  <a:moveTo>
                    <a:pt x="366" y="0"/>
                  </a:moveTo>
                  <a:cubicBezTo>
                    <a:pt x="276" y="0"/>
                    <a:pt x="185" y="8"/>
                    <a:pt x="90" y="25"/>
                  </a:cubicBezTo>
                  <a:cubicBezTo>
                    <a:pt x="38" y="468"/>
                    <a:pt x="0" y="877"/>
                    <a:pt x="38" y="1287"/>
                  </a:cubicBezTo>
                  <a:cubicBezTo>
                    <a:pt x="55" y="1466"/>
                    <a:pt x="145" y="1500"/>
                    <a:pt x="269" y="1534"/>
                  </a:cubicBezTo>
                  <a:cubicBezTo>
                    <a:pt x="302" y="1544"/>
                    <a:pt x="330" y="1549"/>
                    <a:pt x="354" y="1549"/>
                  </a:cubicBezTo>
                  <a:cubicBezTo>
                    <a:pt x="458" y="1549"/>
                    <a:pt x="491" y="1463"/>
                    <a:pt x="533" y="1376"/>
                  </a:cubicBezTo>
                  <a:cubicBezTo>
                    <a:pt x="656" y="1129"/>
                    <a:pt x="712" y="860"/>
                    <a:pt x="853" y="613"/>
                  </a:cubicBezTo>
                  <a:cubicBezTo>
                    <a:pt x="959" y="468"/>
                    <a:pt x="1104" y="328"/>
                    <a:pt x="1138" y="131"/>
                  </a:cubicBezTo>
                  <a:cubicBezTo>
                    <a:pt x="874" y="65"/>
                    <a:pt x="629" y="0"/>
                    <a:pt x="3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5"/>
            <p:cNvSpPr/>
            <p:nvPr/>
          </p:nvSpPr>
          <p:spPr>
            <a:xfrm>
              <a:off x="11203418" y="4296236"/>
              <a:ext cx="83785" cy="72601"/>
            </a:xfrm>
            <a:custGeom>
              <a:rect b="b" l="l" r="r" t="t"/>
              <a:pathLst>
                <a:path extrusionOk="0" h="1493" w="1723">
                  <a:moveTo>
                    <a:pt x="495" y="0"/>
                  </a:moveTo>
                  <a:cubicBezTo>
                    <a:pt x="337" y="265"/>
                    <a:pt x="107" y="444"/>
                    <a:pt x="0" y="746"/>
                  </a:cubicBezTo>
                  <a:cubicBezTo>
                    <a:pt x="495" y="942"/>
                    <a:pt x="976" y="1207"/>
                    <a:pt x="1437" y="1492"/>
                  </a:cubicBezTo>
                  <a:cubicBezTo>
                    <a:pt x="1543" y="1347"/>
                    <a:pt x="1633" y="1207"/>
                    <a:pt x="1722" y="1066"/>
                  </a:cubicBezTo>
                  <a:cubicBezTo>
                    <a:pt x="1279" y="763"/>
                    <a:pt x="976" y="320"/>
                    <a:pt x="4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5"/>
            <p:cNvSpPr/>
            <p:nvPr/>
          </p:nvSpPr>
          <p:spPr>
            <a:xfrm>
              <a:off x="12040978" y="4297063"/>
              <a:ext cx="84806" cy="72601"/>
            </a:xfrm>
            <a:custGeom>
              <a:rect b="b" l="l" r="r" t="t"/>
              <a:pathLst>
                <a:path extrusionOk="0" h="1493" w="1744">
                  <a:moveTo>
                    <a:pt x="1211" y="0"/>
                  </a:moveTo>
                  <a:cubicBezTo>
                    <a:pt x="746" y="303"/>
                    <a:pt x="427" y="746"/>
                    <a:pt x="1" y="1066"/>
                  </a:cubicBezTo>
                  <a:cubicBezTo>
                    <a:pt x="107" y="1207"/>
                    <a:pt x="197" y="1330"/>
                    <a:pt x="303" y="1492"/>
                  </a:cubicBezTo>
                  <a:cubicBezTo>
                    <a:pt x="746" y="1173"/>
                    <a:pt x="1228" y="942"/>
                    <a:pt x="1744" y="712"/>
                  </a:cubicBezTo>
                  <a:cubicBezTo>
                    <a:pt x="1565" y="427"/>
                    <a:pt x="1407" y="197"/>
                    <a:pt x="12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5"/>
            <p:cNvSpPr/>
            <p:nvPr/>
          </p:nvSpPr>
          <p:spPr>
            <a:xfrm>
              <a:off x="11269940" y="4229714"/>
              <a:ext cx="82959" cy="76102"/>
            </a:xfrm>
            <a:custGeom>
              <a:rect b="b" l="l" r="r" t="t"/>
              <a:pathLst>
                <a:path extrusionOk="0" h="1565" w="1706">
                  <a:moveTo>
                    <a:pt x="691" y="0"/>
                  </a:moveTo>
                  <a:cubicBezTo>
                    <a:pt x="444" y="107"/>
                    <a:pt x="214" y="247"/>
                    <a:pt x="0" y="478"/>
                  </a:cubicBezTo>
                  <a:cubicBezTo>
                    <a:pt x="444" y="836"/>
                    <a:pt x="870" y="1172"/>
                    <a:pt x="1241" y="1564"/>
                  </a:cubicBezTo>
                  <a:cubicBezTo>
                    <a:pt x="1403" y="1458"/>
                    <a:pt x="1526" y="1368"/>
                    <a:pt x="1705" y="1262"/>
                  </a:cubicBezTo>
                  <a:cubicBezTo>
                    <a:pt x="1296" y="870"/>
                    <a:pt x="1083" y="392"/>
                    <a:pt x="6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5"/>
            <p:cNvSpPr/>
            <p:nvPr/>
          </p:nvSpPr>
          <p:spPr>
            <a:xfrm>
              <a:off x="11976303" y="4230541"/>
              <a:ext cx="82959" cy="74254"/>
            </a:xfrm>
            <a:custGeom>
              <a:rect b="b" l="l" r="r" t="t"/>
              <a:pathLst>
                <a:path extrusionOk="0" h="1527" w="1706">
                  <a:moveTo>
                    <a:pt x="994" y="0"/>
                  </a:moveTo>
                  <a:cubicBezTo>
                    <a:pt x="606" y="375"/>
                    <a:pt x="393" y="853"/>
                    <a:pt x="1" y="1228"/>
                  </a:cubicBezTo>
                  <a:cubicBezTo>
                    <a:pt x="141" y="1368"/>
                    <a:pt x="286" y="1458"/>
                    <a:pt x="478" y="1526"/>
                  </a:cubicBezTo>
                  <a:cubicBezTo>
                    <a:pt x="836" y="1121"/>
                    <a:pt x="1279" y="819"/>
                    <a:pt x="1706" y="444"/>
                  </a:cubicBezTo>
                  <a:cubicBezTo>
                    <a:pt x="1458" y="247"/>
                    <a:pt x="1245" y="73"/>
                    <a:pt x="9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5"/>
            <p:cNvSpPr/>
            <p:nvPr/>
          </p:nvSpPr>
          <p:spPr>
            <a:xfrm>
              <a:off x="11313900" y="4210652"/>
              <a:ext cx="65744" cy="73622"/>
            </a:xfrm>
            <a:custGeom>
              <a:rect b="b" l="l" r="r" t="t"/>
              <a:pathLst>
                <a:path extrusionOk="0" h="1514" w="1352">
                  <a:moveTo>
                    <a:pt x="605" y="0"/>
                  </a:moveTo>
                  <a:cubicBezTo>
                    <a:pt x="392" y="72"/>
                    <a:pt x="179" y="124"/>
                    <a:pt x="0" y="303"/>
                  </a:cubicBezTo>
                  <a:cubicBezTo>
                    <a:pt x="375" y="605"/>
                    <a:pt x="533" y="1032"/>
                    <a:pt x="836" y="1351"/>
                  </a:cubicBezTo>
                  <a:cubicBezTo>
                    <a:pt x="925" y="1453"/>
                    <a:pt x="1017" y="1514"/>
                    <a:pt x="1115" y="1514"/>
                  </a:cubicBezTo>
                  <a:cubicBezTo>
                    <a:pt x="1189" y="1514"/>
                    <a:pt x="1267" y="1479"/>
                    <a:pt x="1351" y="1402"/>
                  </a:cubicBezTo>
                  <a:cubicBezTo>
                    <a:pt x="1155" y="908"/>
                    <a:pt x="976" y="409"/>
                    <a:pt x="6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5"/>
            <p:cNvSpPr/>
            <p:nvPr/>
          </p:nvSpPr>
          <p:spPr>
            <a:xfrm>
              <a:off x="11948732" y="4210652"/>
              <a:ext cx="66377" cy="73622"/>
            </a:xfrm>
            <a:custGeom>
              <a:rect b="b" l="l" r="r" t="t"/>
              <a:pathLst>
                <a:path extrusionOk="0" h="1514" w="1365">
                  <a:moveTo>
                    <a:pt x="747" y="0"/>
                  </a:moveTo>
                  <a:cubicBezTo>
                    <a:pt x="372" y="409"/>
                    <a:pt x="214" y="891"/>
                    <a:pt x="1" y="1402"/>
                  </a:cubicBezTo>
                  <a:cubicBezTo>
                    <a:pt x="83" y="1479"/>
                    <a:pt x="160" y="1514"/>
                    <a:pt x="234" y="1514"/>
                  </a:cubicBezTo>
                  <a:cubicBezTo>
                    <a:pt x="331" y="1514"/>
                    <a:pt x="422" y="1453"/>
                    <a:pt x="512" y="1351"/>
                  </a:cubicBezTo>
                  <a:cubicBezTo>
                    <a:pt x="815" y="1032"/>
                    <a:pt x="994" y="605"/>
                    <a:pt x="1365" y="286"/>
                  </a:cubicBezTo>
                  <a:cubicBezTo>
                    <a:pt x="1152" y="162"/>
                    <a:pt x="960" y="55"/>
                    <a:pt x="7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5"/>
            <p:cNvSpPr/>
            <p:nvPr/>
          </p:nvSpPr>
          <p:spPr>
            <a:xfrm>
              <a:off x="11170448" y="4391984"/>
              <a:ext cx="79652" cy="38173"/>
            </a:xfrm>
            <a:custGeom>
              <a:rect b="b" l="l" r="r" t="t"/>
              <a:pathLst>
                <a:path extrusionOk="0" h="785" w="1638">
                  <a:moveTo>
                    <a:pt x="163" y="1"/>
                  </a:moveTo>
                  <a:cubicBezTo>
                    <a:pt x="73" y="269"/>
                    <a:pt x="1" y="499"/>
                    <a:pt x="1" y="785"/>
                  </a:cubicBezTo>
                  <a:lnTo>
                    <a:pt x="1531" y="785"/>
                  </a:lnTo>
                  <a:cubicBezTo>
                    <a:pt x="1565" y="678"/>
                    <a:pt x="1637" y="572"/>
                    <a:pt x="1565" y="444"/>
                  </a:cubicBezTo>
                  <a:cubicBezTo>
                    <a:pt x="1087" y="303"/>
                    <a:pt x="623" y="146"/>
                    <a:pt x="1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5"/>
            <p:cNvSpPr/>
            <p:nvPr/>
          </p:nvSpPr>
          <p:spPr>
            <a:xfrm>
              <a:off x="12079102" y="4391984"/>
              <a:ext cx="79457" cy="38173"/>
            </a:xfrm>
            <a:custGeom>
              <a:rect b="b" l="l" r="r" t="t"/>
              <a:pathLst>
                <a:path extrusionOk="0" h="785" w="1634">
                  <a:moveTo>
                    <a:pt x="1437" y="1"/>
                  </a:moveTo>
                  <a:cubicBezTo>
                    <a:pt x="960" y="163"/>
                    <a:pt x="495" y="303"/>
                    <a:pt x="1" y="465"/>
                  </a:cubicBezTo>
                  <a:cubicBezTo>
                    <a:pt x="35" y="589"/>
                    <a:pt x="52" y="678"/>
                    <a:pt x="69" y="785"/>
                  </a:cubicBezTo>
                  <a:lnTo>
                    <a:pt x="1633" y="785"/>
                  </a:lnTo>
                  <a:cubicBezTo>
                    <a:pt x="1582" y="499"/>
                    <a:pt x="1561" y="231"/>
                    <a:pt x="14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5"/>
            <p:cNvSpPr/>
            <p:nvPr/>
          </p:nvSpPr>
          <p:spPr>
            <a:xfrm>
              <a:off x="12084305" y="4441341"/>
              <a:ext cx="78582" cy="18867"/>
            </a:xfrm>
            <a:custGeom>
              <a:rect b="b" l="l" r="r" t="t"/>
              <a:pathLst>
                <a:path extrusionOk="0" h="388" w="1616">
                  <a:moveTo>
                    <a:pt x="785" y="0"/>
                  </a:moveTo>
                  <a:cubicBezTo>
                    <a:pt x="532" y="0"/>
                    <a:pt x="284" y="9"/>
                    <a:pt x="34" y="34"/>
                  </a:cubicBezTo>
                  <a:cubicBezTo>
                    <a:pt x="0" y="175"/>
                    <a:pt x="17" y="281"/>
                    <a:pt x="69" y="388"/>
                  </a:cubicBezTo>
                  <a:lnTo>
                    <a:pt x="1582" y="388"/>
                  </a:lnTo>
                  <a:cubicBezTo>
                    <a:pt x="1616" y="247"/>
                    <a:pt x="1599" y="158"/>
                    <a:pt x="1560" y="17"/>
                  </a:cubicBezTo>
                  <a:cubicBezTo>
                    <a:pt x="1294" y="9"/>
                    <a:pt x="1037" y="0"/>
                    <a:pt x="7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5"/>
            <p:cNvSpPr/>
            <p:nvPr/>
          </p:nvSpPr>
          <p:spPr>
            <a:xfrm>
              <a:off x="11165245" y="4442168"/>
              <a:ext cx="80479" cy="18041"/>
            </a:xfrm>
            <a:custGeom>
              <a:rect b="b" l="l" r="r" t="t"/>
              <a:pathLst>
                <a:path extrusionOk="0" h="371" w="1655">
                  <a:moveTo>
                    <a:pt x="56" y="0"/>
                  </a:moveTo>
                  <a:cubicBezTo>
                    <a:pt x="22" y="124"/>
                    <a:pt x="1" y="213"/>
                    <a:pt x="39" y="371"/>
                  </a:cubicBezTo>
                  <a:lnTo>
                    <a:pt x="1548" y="371"/>
                  </a:lnTo>
                  <a:cubicBezTo>
                    <a:pt x="1599" y="247"/>
                    <a:pt x="1655" y="141"/>
                    <a:pt x="15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5"/>
            <p:cNvSpPr/>
            <p:nvPr/>
          </p:nvSpPr>
          <p:spPr>
            <a:xfrm>
              <a:off x="12084548" y="4530961"/>
              <a:ext cx="74838" cy="22515"/>
            </a:xfrm>
            <a:custGeom>
              <a:rect b="b" l="l" r="r" t="t"/>
              <a:pathLst>
                <a:path extrusionOk="0" h="463" w="1539">
                  <a:moveTo>
                    <a:pt x="281" y="1"/>
                  </a:moveTo>
                  <a:cubicBezTo>
                    <a:pt x="86" y="1"/>
                    <a:pt x="1" y="97"/>
                    <a:pt x="64" y="356"/>
                  </a:cubicBezTo>
                  <a:cubicBezTo>
                    <a:pt x="528" y="429"/>
                    <a:pt x="989" y="446"/>
                    <a:pt x="1470" y="463"/>
                  </a:cubicBezTo>
                  <a:cubicBezTo>
                    <a:pt x="1487" y="288"/>
                    <a:pt x="1538" y="165"/>
                    <a:pt x="1449" y="3"/>
                  </a:cubicBezTo>
                  <a:cubicBezTo>
                    <a:pt x="1213" y="3"/>
                    <a:pt x="970" y="10"/>
                    <a:pt x="717" y="10"/>
                  </a:cubicBezTo>
                  <a:cubicBezTo>
                    <a:pt x="591" y="10"/>
                    <a:pt x="463" y="8"/>
                    <a:pt x="332" y="3"/>
                  </a:cubicBezTo>
                  <a:cubicBezTo>
                    <a:pt x="314" y="1"/>
                    <a:pt x="297" y="1"/>
                    <a:pt x="2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5"/>
            <p:cNvSpPr/>
            <p:nvPr/>
          </p:nvSpPr>
          <p:spPr>
            <a:xfrm>
              <a:off x="11169622" y="4531059"/>
              <a:ext cx="75275" cy="23487"/>
            </a:xfrm>
            <a:custGeom>
              <a:rect b="b" l="l" r="r" t="t"/>
              <a:pathLst>
                <a:path extrusionOk="0" h="483" w="1548">
                  <a:moveTo>
                    <a:pt x="56" y="1"/>
                  </a:moveTo>
                  <a:cubicBezTo>
                    <a:pt x="0" y="180"/>
                    <a:pt x="18" y="303"/>
                    <a:pt x="90" y="482"/>
                  </a:cubicBezTo>
                  <a:cubicBezTo>
                    <a:pt x="533" y="427"/>
                    <a:pt x="998" y="444"/>
                    <a:pt x="1492" y="354"/>
                  </a:cubicBezTo>
                  <a:cubicBezTo>
                    <a:pt x="1475" y="197"/>
                    <a:pt x="1548" y="18"/>
                    <a:pt x="1335" y="18"/>
                  </a:cubicBezTo>
                  <a:cubicBezTo>
                    <a:pt x="908" y="1"/>
                    <a:pt x="482" y="1"/>
                    <a:pt x="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5"/>
            <p:cNvSpPr/>
            <p:nvPr/>
          </p:nvSpPr>
          <p:spPr>
            <a:xfrm>
              <a:off x="11174825" y="4560478"/>
              <a:ext cx="68224" cy="23827"/>
            </a:xfrm>
            <a:custGeom>
              <a:rect b="b" l="l" r="r" t="t"/>
              <a:pathLst>
                <a:path extrusionOk="0" h="490" w="1403">
                  <a:moveTo>
                    <a:pt x="1351" y="1"/>
                  </a:moveTo>
                  <a:cubicBezTo>
                    <a:pt x="908" y="90"/>
                    <a:pt x="465" y="18"/>
                    <a:pt x="0" y="125"/>
                  </a:cubicBezTo>
                  <a:cubicBezTo>
                    <a:pt x="117" y="381"/>
                    <a:pt x="279" y="489"/>
                    <a:pt x="575" y="489"/>
                  </a:cubicBezTo>
                  <a:cubicBezTo>
                    <a:pt x="688" y="489"/>
                    <a:pt x="820" y="474"/>
                    <a:pt x="976" y="444"/>
                  </a:cubicBezTo>
                  <a:cubicBezTo>
                    <a:pt x="1211" y="389"/>
                    <a:pt x="1402" y="321"/>
                    <a:pt x="13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5"/>
            <p:cNvSpPr/>
            <p:nvPr/>
          </p:nvSpPr>
          <p:spPr>
            <a:xfrm>
              <a:off x="12087612" y="4560478"/>
              <a:ext cx="65744" cy="23827"/>
            </a:xfrm>
            <a:custGeom>
              <a:rect b="b" l="l" r="r" t="t"/>
              <a:pathLst>
                <a:path extrusionOk="0" h="490" w="1352">
                  <a:moveTo>
                    <a:pt x="1" y="1"/>
                  </a:moveTo>
                  <a:lnTo>
                    <a:pt x="1" y="1"/>
                  </a:lnTo>
                  <a:cubicBezTo>
                    <a:pt x="22" y="355"/>
                    <a:pt x="39" y="372"/>
                    <a:pt x="393" y="444"/>
                  </a:cubicBezTo>
                  <a:cubicBezTo>
                    <a:pt x="544" y="474"/>
                    <a:pt x="673" y="489"/>
                    <a:pt x="784" y="489"/>
                  </a:cubicBezTo>
                  <a:cubicBezTo>
                    <a:pt x="1074" y="489"/>
                    <a:pt x="1238" y="381"/>
                    <a:pt x="1352" y="125"/>
                  </a:cubicBezTo>
                  <a:cubicBezTo>
                    <a:pt x="891" y="18"/>
                    <a:pt x="448" y="9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5"/>
            <p:cNvSpPr/>
            <p:nvPr/>
          </p:nvSpPr>
          <p:spPr>
            <a:xfrm>
              <a:off x="11475343" y="3835880"/>
              <a:ext cx="78582" cy="78631"/>
            </a:xfrm>
            <a:custGeom>
              <a:rect b="b" l="l" r="r" t="t"/>
              <a:pathLst>
                <a:path extrusionOk="0" h="1617" w="1616">
                  <a:moveTo>
                    <a:pt x="870" y="1"/>
                  </a:moveTo>
                  <a:cubicBezTo>
                    <a:pt x="359" y="1"/>
                    <a:pt x="18" y="320"/>
                    <a:pt x="18" y="819"/>
                  </a:cubicBezTo>
                  <a:cubicBezTo>
                    <a:pt x="1" y="1224"/>
                    <a:pt x="444" y="1616"/>
                    <a:pt x="942" y="1616"/>
                  </a:cubicBezTo>
                  <a:cubicBezTo>
                    <a:pt x="952" y="1617"/>
                    <a:pt x="961" y="1617"/>
                    <a:pt x="971" y="1617"/>
                  </a:cubicBezTo>
                  <a:cubicBezTo>
                    <a:pt x="1347" y="1617"/>
                    <a:pt x="1599" y="1284"/>
                    <a:pt x="1599" y="764"/>
                  </a:cubicBezTo>
                  <a:cubicBezTo>
                    <a:pt x="1616" y="354"/>
                    <a:pt x="1279"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5"/>
            <p:cNvSpPr/>
            <p:nvPr/>
          </p:nvSpPr>
          <p:spPr>
            <a:xfrm>
              <a:off x="11782912" y="3867828"/>
              <a:ext cx="41528" cy="41528"/>
            </a:xfrm>
            <a:custGeom>
              <a:rect b="b" l="l" r="r" t="t"/>
              <a:pathLst>
                <a:path extrusionOk="0" h="854" w="854">
                  <a:moveTo>
                    <a:pt x="406" y="0"/>
                  </a:moveTo>
                  <a:cubicBezTo>
                    <a:pt x="159" y="0"/>
                    <a:pt x="1" y="179"/>
                    <a:pt x="1" y="443"/>
                  </a:cubicBezTo>
                  <a:cubicBezTo>
                    <a:pt x="1" y="664"/>
                    <a:pt x="48" y="854"/>
                    <a:pt x="304" y="854"/>
                  </a:cubicBezTo>
                  <a:cubicBezTo>
                    <a:pt x="315" y="854"/>
                    <a:pt x="326" y="853"/>
                    <a:pt x="338" y="853"/>
                  </a:cubicBezTo>
                  <a:cubicBezTo>
                    <a:pt x="640" y="853"/>
                    <a:pt x="832" y="674"/>
                    <a:pt x="832" y="426"/>
                  </a:cubicBezTo>
                  <a:cubicBezTo>
                    <a:pt x="853" y="196"/>
                    <a:pt x="640" y="0"/>
                    <a:pt x="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5"/>
            <p:cNvSpPr/>
            <p:nvPr/>
          </p:nvSpPr>
          <p:spPr>
            <a:xfrm>
              <a:off x="11712888" y="3867780"/>
              <a:ext cx="42306" cy="41528"/>
            </a:xfrm>
            <a:custGeom>
              <a:rect b="b" l="l" r="r" t="t"/>
              <a:pathLst>
                <a:path extrusionOk="0" h="854" w="870">
                  <a:moveTo>
                    <a:pt x="420" y="0"/>
                  </a:moveTo>
                  <a:cubicBezTo>
                    <a:pt x="411" y="0"/>
                    <a:pt x="402" y="0"/>
                    <a:pt x="392" y="1"/>
                  </a:cubicBezTo>
                  <a:cubicBezTo>
                    <a:pt x="162" y="18"/>
                    <a:pt x="0" y="197"/>
                    <a:pt x="0" y="461"/>
                  </a:cubicBezTo>
                  <a:cubicBezTo>
                    <a:pt x="0" y="747"/>
                    <a:pt x="107" y="854"/>
                    <a:pt x="375" y="854"/>
                  </a:cubicBezTo>
                  <a:cubicBezTo>
                    <a:pt x="657" y="854"/>
                    <a:pt x="870" y="657"/>
                    <a:pt x="853" y="410"/>
                  </a:cubicBezTo>
                  <a:cubicBezTo>
                    <a:pt x="853" y="189"/>
                    <a:pt x="641" y="0"/>
                    <a:pt x="4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5"/>
            <p:cNvSpPr/>
            <p:nvPr/>
          </p:nvSpPr>
          <p:spPr>
            <a:xfrm>
              <a:off x="11643837" y="3867828"/>
              <a:ext cx="41528" cy="41479"/>
            </a:xfrm>
            <a:custGeom>
              <a:rect b="b" l="l" r="r" t="t"/>
              <a:pathLst>
                <a:path extrusionOk="0" h="853" w="854">
                  <a:moveTo>
                    <a:pt x="389" y="0"/>
                  </a:moveTo>
                  <a:cubicBezTo>
                    <a:pt x="141" y="17"/>
                    <a:pt x="1" y="196"/>
                    <a:pt x="1" y="460"/>
                  </a:cubicBezTo>
                  <a:cubicBezTo>
                    <a:pt x="1" y="746"/>
                    <a:pt x="107" y="853"/>
                    <a:pt x="355" y="853"/>
                  </a:cubicBezTo>
                  <a:cubicBezTo>
                    <a:pt x="657" y="853"/>
                    <a:pt x="853" y="656"/>
                    <a:pt x="853" y="409"/>
                  </a:cubicBezTo>
                  <a:cubicBezTo>
                    <a:pt x="836" y="179"/>
                    <a:pt x="623"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5"/>
            <p:cNvSpPr/>
            <p:nvPr/>
          </p:nvSpPr>
          <p:spPr>
            <a:xfrm>
              <a:off x="11573814" y="3867828"/>
              <a:ext cx="41479" cy="41479"/>
            </a:xfrm>
            <a:custGeom>
              <a:rect b="b" l="l" r="r" t="t"/>
              <a:pathLst>
                <a:path extrusionOk="0" h="853" w="853">
                  <a:moveTo>
                    <a:pt x="465" y="0"/>
                  </a:moveTo>
                  <a:cubicBezTo>
                    <a:pt x="230" y="0"/>
                    <a:pt x="17" y="179"/>
                    <a:pt x="0" y="409"/>
                  </a:cubicBezTo>
                  <a:cubicBezTo>
                    <a:pt x="0" y="656"/>
                    <a:pt x="196" y="853"/>
                    <a:pt x="482" y="853"/>
                  </a:cubicBezTo>
                  <a:cubicBezTo>
                    <a:pt x="746" y="853"/>
                    <a:pt x="853" y="746"/>
                    <a:pt x="853" y="460"/>
                  </a:cubicBezTo>
                  <a:cubicBezTo>
                    <a:pt x="853" y="196"/>
                    <a:pt x="712" y="17"/>
                    <a:pt x="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5"/>
            <p:cNvSpPr/>
            <p:nvPr/>
          </p:nvSpPr>
          <p:spPr>
            <a:xfrm>
              <a:off x="11777757" y="4272749"/>
              <a:ext cx="84612" cy="104695"/>
            </a:xfrm>
            <a:custGeom>
              <a:rect b="b" l="l" r="r" t="t"/>
              <a:pathLst>
                <a:path extrusionOk="0" h="2153" w="1740">
                  <a:moveTo>
                    <a:pt x="1437" y="253"/>
                  </a:moveTo>
                  <a:cubicBezTo>
                    <a:pt x="1509" y="411"/>
                    <a:pt x="1492" y="535"/>
                    <a:pt x="1471" y="641"/>
                  </a:cubicBezTo>
                  <a:cubicBezTo>
                    <a:pt x="1401" y="676"/>
                    <a:pt x="1327" y="682"/>
                    <a:pt x="1249" y="682"/>
                  </a:cubicBezTo>
                  <a:cubicBezTo>
                    <a:pt x="1200" y="682"/>
                    <a:pt x="1150" y="680"/>
                    <a:pt x="1099" y="680"/>
                  </a:cubicBezTo>
                  <a:cubicBezTo>
                    <a:pt x="983" y="680"/>
                    <a:pt x="863" y="694"/>
                    <a:pt x="746" y="786"/>
                  </a:cubicBezTo>
                  <a:cubicBezTo>
                    <a:pt x="848" y="888"/>
                    <a:pt x="957" y="900"/>
                    <a:pt x="1065" y="900"/>
                  </a:cubicBezTo>
                  <a:cubicBezTo>
                    <a:pt x="1100" y="900"/>
                    <a:pt x="1134" y="899"/>
                    <a:pt x="1168" y="899"/>
                  </a:cubicBezTo>
                  <a:cubicBezTo>
                    <a:pt x="1211" y="899"/>
                    <a:pt x="1254" y="901"/>
                    <a:pt x="1296" y="910"/>
                  </a:cubicBezTo>
                  <a:cubicBezTo>
                    <a:pt x="1386" y="927"/>
                    <a:pt x="1492" y="893"/>
                    <a:pt x="1492" y="1016"/>
                  </a:cubicBezTo>
                  <a:cubicBezTo>
                    <a:pt x="1509" y="1174"/>
                    <a:pt x="1386" y="1123"/>
                    <a:pt x="1313" y="1140"/>
                  </a:cubicBezTo>
                  <a:cubicBezTo>
                    <a:pt x="1134" y="1191"/>
                    <a:pt x="938" y="1140"/>
                    <a:pt x="763" y="1280"/>
                  </a:cubicBezTo>
                  <a:cubicBezTo>
                    <a:pt x="859" y="1377"/>
                    <a:pt x="962" y="1397"/>
                    <a:pt x="1065" y="1397"/>
                  </a:cubicBezTo>
                  <a:cubicBezTo>
                    <a:pt x="1142" y="1397"/>
                    <a:pt x="1219" y="1385"/>
                    <a:pt x="1291" y="1385"/>
                  </a:cubicBezTo>
                  <a:cubicBezTo>
                    <a:pt x="1336" y="1385"/>
                    <a:pt x="1379" y="1390"/>
                    <a:pt x="1420" y="1404"/>
                  </a:cubicBezTo>
                  <a:cubicBezTo>
                    <a:pt x="1487" y="1799"/>
                    <a:pt x="1430" y="1905"/>
                    <a:pt x="1096" y="1905"/>
                  </a:cubicBezTo>
                  <a:cubicBezTo>
                    <a:pt x="1069" y="1905"/>
                    <a:pt x="1041" y="1904"/>
                    <a:pt x="1011" y="1903"/>
                  </a:cubicBezTo>
                  <a:cubicBezTo>
                    <a:pt x="533" y="1903"/>
                    <a:pt x="444" y="1813"/>
                    <a:pt x="337" y="1370"/>
                  </a:cubicBezTo>
                  <a:cubicBezTo>
                    <a:pt x="282" y="1067"/>
                    <a:pt x="230" y="765"/>
                    <a:pt x="282" y="445"/>
                  </a:cubicBezTo>
                  <a:cubicBezTo>
                    <a:pt x="299" y="338"/>
                    <a:pt x="320" y="253"/>
                    <a:pt x="461" y="253"/>
                  </a:cubicBezTo>
                  <a:close/>
                  <a:moveTo>
                    <a:pt x="470" y="1"/>
                  </a:moveTo>
                  <a:cubicBezTo>
                    <a:pt x="201" y="1"/>
                    <a:pt x="84" y="159"/>
                    <a:pt x="51" y="411"/>
                  </a:cubicBezTo>
                  <a:cubicBezTo>
                    <a:pt x="0" y="786"/>
                    <a:pt x="51" y="1140"/>
                    <a:pt x="141" y="1494"/>
                  </a:cubicBezTo>
                  <a:cubicBezTo>
                    <a:pt x="230" y="1937"/>
                    <a:pt x="354" y="2065"/>
                    <a:pt x="797" y="2133"/>
                  </a:cubicBezTo>
                  <a:cubicBezTo>
                    <a:pt x="868" y="2141"/>
                    <a:pt x="939" y="2141"/>
                    <a:pt x="1011" y="2141"/>
                  </a:cubicBezTo>
                  <a:cubicBezTo>
                    <a:pt x="1082" y="2141"/>
                    <a:pt x="1153" y="2141"/>
                    <a:pt x="1224" y="2150"/>
                  </a:cubicBezTo>
                  <a:cubicBezTo>
                    <a:pt x="1241" y="2151"/>
                    <a:pt x="1258" y="2152"/>
                    <a:pt x="1274" y="2152"/>
                  </a:cubicBezTo>
                  <a:cubicBezTo>
                    <a:pt x="1508" y="2152"/>
                    <a:pt x="1618" y="2010"/>
                    <a:pt x="1650" y="1779"/>
                  </a:cubicBezTo>
                  <a:cubicBezTo>
                    <a:pt x="1722" y="1477"/>
                    <a:pt x="1739" y="1174"/>
                    <a:pt x="1722" y="871"/>
                  </a:cubicBezTo>
                  <a:lnTo>
                    <a:pt x="1722" y="394"/>
                  </a:lnTo>
                  <a:cubicBezTo>
                    <a:pt x="1739" y="125"/>
                    <a:pt x="1616" y="40"/>
                    <a:pt x="1364" y="19"/>
                  </a:cubicBezTo>
                  <a:cubicBezTo>
                    <a:pt x="1083" y="19"/>
                    <a:pt x="797" y="19"/>
                    <a:pt x="512" y="2"/>
                  </a:cubicBezTo>
                  <a:cubicBezTo>
                    <a:pt x="497" y="1"/>
                    <a:pt x="483" y="1"/>
                    <a:pt x="4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5"/>
            <p:cNvSpPr/>
            <p:nvPr/>
          </p:nvSpPr>
          <p:spPr>
            <a:xfrm>
              <a:off x="11510792" y="4205449"/>
              <a:ext cx="39826" cy="37249"/>
            </a:xfrm>
            <a:custGeom>
              <a:rect b="b" l="l" r="r" t="t"/>
              <a:pathLst>
                <a:path extrusionOk="0" h="766" w="819">
                  <a:moveTo>
                    <a:pt x="375" y="0"/>
                  </a:moveTo>
                  <a:cubicBezTo>
                    <a:pt x="141" y="18"/>
                    <a:pt x="17" y="145"/>
                    <a:pt x="0" y="376"/>
                  </a:cubicBezTo>
                  <a:cubicBezTo>
                    <a:pt x="0" y="578"/>
                    <a:pt x="177" y="765"/>
                    <a:pt x="392" y="765"/>
                  </a:cubicBezTo>
                  <a:cubicBezTo>
                    <a:pt x="404" y="765"/>
                    <a:pt x="415" y="765"/>
                    <a:pt x="427" y="763"/>
                  </a:cubicBezTo>
                  <a:cubicBezTo>
                    <a:pt x="640" y="763"/>
                    <a:pt x="819" y="572"/>
                    <a:pt x="819" y="359"/>
                  </a:cubicBezTo>
                  <a:cubicBezTo>
                    <a:pt x="802" y="145"/>
                    <a:pt x="623" y="0"/>
                    <a:pt x="3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5"/>
            <p:cNvSpPr/>
            <p:nvPr/>
          </p:nvSpPr>
          <p:spPr>
            <a:xfrm>
              <a:off x="11777757" y="4205449"/>
              <a:ext cx="39631" cy="37151"/>
            </a:xfrm>
            <a:custGeom>
              <a:rect b="b" l="l" r="r" t="t"/>
              <a:pathLst>
                <a:path extrusionOk="0" h="764" w="815">
                  <a:moveTo>
                    <a:pt x="427" y="0"/>
                  </a:moveTo>
                  <a:cubicBezTo>
                    <a:pt x="175" y="0"/>
                    <a:pt x="0" y="145"/>
                    <a:pt x="17" y="359"/>
                  </a:cubicBezTo>
                  <a:cubicBezTo>
                    <a:pt x="17" y="589"/>
                    <a:pt x="192" y="763"/>
                    <a:pt x="405" y="763"/>
                  </a:cubicBezTo>
                  <a:cubicBezTo>
                    <a:pt x="618" y="763"/>
                    <a:pt x="814" y="606"/>
                    <a:pt x="814" y="393"/>
                  </a:cubicBezTo>
                  <a:cubicBezTo>
                    <a:pt x="814" y="162"/>
                    <a:pt x="657" y="0"/>
                    <a:pt x="4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5"/>
            <p:cNvSpPr/>
            <p:nvPr/>
          </p:nvSpPr>
          <p:spPr>
            <a:xfrm>
              <a:off x="11459782" y="4208950"/>
              <a:ext cx="34671" cy="35498"/>
            </a:xfrm>
            <a:custGeom>
              <a:rect b="b" l="l" r="r" t="t"/>
              <a:pathLst>
                <a:path extrusionOk="0" h="730" w="713">
                  <a:moveTo>
                    <a:pt x="321" y="1"/>
                  </a:moveTo>
                  <a:cubicBezTo>
                    <a:pt x="73" y="1"/>
                    <a:pt x="1" y="197"/>
                    <a:pt x="1" y="393"/>
                  </a:cubicBezTo>
                  <a:cubicBezTo>
                    <a:pt x="1" y="623"/>
                    <a:pt x="163" y="713"/>
                    <a:pt x="393" y="730"/>
                  </a:cubicBezTo>
                  <a:cubicBezTo>
                    <a:pt x="589" y="691"/>
                    <a:pt x="713" y="568"/>
                    <a:pt x="696" y="355"/>
                  </a:cubicBezTo>
                  <a:cubicBezTo>
                    <a:pt x="679" y="125"/>
                    <a:pt x="534" y="1"/>
                    <a:pt x="3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5"/>
            <p:cNvSpPr/>
            <p:nvPr/>
          </p:nvSpPr>
          <p:spPr>
            <a:xfrm>
              <a:off x="11834749" y="4208901"/>
              <a:ext cx="33602" cy="35547"/>
            </a:xfrm>
            <a:custGeom>
              <a:rect b="b" l="l" r="r" t="t"/>
              <a:pathLst>
                <a:path extrusionOk="0" h="731" w="691">
                  <a:moveTo>
                    <a:pt x="374" y="1"/>
                  </a:moveTo>
                  <a:cubicBezTo>
                    <a:pt x="175" y="1"/>
                    <a:pt x="17" y="154"/>
                    <a:pt x="0" y="373"/>
                  </a:cubicBezTo>
                  <a:cubicBezTo>
                    <a:pt x="0" y="552"/>
                    <a:pt x="86" y="714"/>
                    <a:pt x="320" y="731"/>
                  </a:cubicBezTo>
                  <a:cubicBezTo>
                    <a:pt x="533" y="731"/>
                    <a:pt x="691" y="624"/>
                    <a:pt x="691" y="394"/>
                  </a:cubicBezTo>
                  <a:cubicBezTo>
                    <a:pt x="691" y="198"/>
                    <a:pt x="640" y="36"/>
                    <a:pt x="405" y="2"/>
                  </a:cubicBezTo>
                  <a:cubicBezTo>
                    <a:pt x="395" y="1"/>
                    <a:pt x="384" y="1"/>
                    <a:pt x="3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5"/>
            <p:cNvSpPr/>
            <p:nvPr/>
          </p:nvSpPr>
          <p:spPr>
            <a:xfrm>
              <a:off x="11573814" y="4515449"/>
              <a:ext cx="43327" cy="40798"/>
            </a:xfrm>
            <a:custGeom>
              <a:rect b="b" l="l" r="r" t="t"/>
              <a:pathLst>
                <a:path extrusionOk="0" h="839" w="891">
                  <a:moveTo>
                    <a:pt x="460" y="1"/>
                  </a:moveTo>
                  <a:cubicBezTo>
                    <a:pt x="212" y="1"/>
                    <a:pt x="37" y="154"/>
                    <a:pt x="17" y="377"/>
                  </a:cubicBezTo>
                  <a:cubicBezTo>
                    <a:pt x="0" y="607"/>
                    <a:pt x="230" y="820"/>
                    <a:pt x="482" y="837"/>
                  </a:cubicBezTo>
                  <a:cubicBezTo>
                    <a:pt x="494" y="838"/>
                    <a:pt x="506" y="839"/>
                    <a:pt x="517" y="839"/>
                  </a:cubicBezTo>
                  <a:cubicBezTo>
                    <a:pt x="741" y="839"/>
                    <a:pt x="853" y="683"/>
                    <a:pt x="870" y="411"/>
                  </a:cubicBezTo>
                  <a:cubicBezTo>
                    <a:pt x="891" y="143"/>
                    <a:pt x="763" y="19"/>
                    <a:pt x="499" y="2"/>
                  </a:cubicBezTo>
                  <a:cubicBezTo>
                    <a:pt x="486" y="1"/>
                    <a:pt x="472" y="1"/>
                    <a:pt x="4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5"/>
            <p:cNvSpPr/>
            <p:nvPr/>
          </p:nvSpPr>
          <p:spPr>
            <a:xfrm>
              <a:off x="11571285" y="4435311"/>
              <a:ext cx="40701" cy="38027"/>
            </a:xfrm>
            <a:custGeom>
              <a:rect b="b" l="l" r="r" t="t"/>
              <a:pathLst>
                <a:path extrusionOk="0" h="782" w="837">
                  <a:moveTo>
                    <a:pt x="389" y="0"/>
                  </a:moveTo>
                  <a:cubicBezTo>
                    <a:pt x="176" y="0"/>
                    <a:pt x="18" y="175"/>
                    <a:pt x="18" y="444"/>
                  </a:cubicBezTo>
                  <a:cubicBezTo>
                    <a:pt x="1" y="708"/>
                    <a:pt x="176" y="780"/>
                    <a:pt x="410" y="780"/>
                  </a:cubicBezTo>
                  <a:cubicBezTo>
                    <a:pt x="425" y="781"/>
                    <a:pt x="439" y="782"/>
                    <a:pt x="453" y="782"/>
                  </a:cubicBezTo>
                  <a:cubicBezTo>
                    <a:pt x="692" y="782"/>
                    <a:pt x="836" y="645"/>
                    <a:pt x="836" y="444"/>
                  </a:cubicBezTo>
                  <a:cubicBezTo>
                    <a:pt x="836" y="231"/>
                    <a:pt x="623" y="0"/>
                    <a:pt x="3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 name="Google Shape;961;p45"/>
          <p:cNvSpPr/>
          <p:nvPr/>
        </p:nvSpPr>
        <p:spPr>
          <a:xfrm rot="-4500029">
            <a:off x="8263805" y="581603"/>
            <a:ext cx="107763" cy="107897"/>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5"/>
          <p:cNvSpPr/>
          <p:nvPr/>
        </p:nvSpPr>
        <p:spPr>
          <a:xfrm rot="-4500128">
            <a:off x="8444109" y="746979"/>
            <a:ext cx="143497" cy="143497"/>
          </a:xfrm>
          <a:custGeom>
            <a:rect b="b" l="l" r="r" t="t"/>
            <a:pathLst>
              <a:path extrusionOk="0" h="4493" w="4493">
                <a:moveTo>
                  <a:pt x="2255" y="0"/>
                </a:moveTo>
                <a:cubicBezTo>
                  <a:pt x="1015" y="0"/>
                  <a:pt x="0" y="993"/>
                  <a:pt x="0" y="2238"/>
                </a:cubicBezTo>
                <a:cubicBezTo>
                  <a:pt x="0" y="3483"/>
                  <a:pt x="1015" y="4493"/>
                  <a:pt x="2255" y="4493"/>
                </a:cubicBezTo>
                <a:cubicBezTo>
                  <a:pt x="3500" y="4493"/>
                  <a:pt x="4493" y="3483"/>
                  <a:pt x="4493" y="2238"/>
                </a:cubicBezTo>
                <a:cubicBezTo>
                  <a:pt x="4493" y="993"/>
                  <a:pt x="3500" y="0"/>
                  <a:pt x="2255"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5"/>
          <p:cNvSpPr/>
          <p:nvPr/>
        </p:nvSpPr>
        <p:spPr>
          <a:xfrm rot="-4500128">
            <a:off x="8151558" y="761695"/>
            <a:ext cx="208715" cy="208715"/>
          </a:xfrm>
          <a:custGeom>
            <a:rect b="b" l="l" r="r" t="t"/>
            <a:pathLst>
              <a:path extrusionOk="0" h="6535" w="6535">
                <a:moveTo>
                  <a:pt x="3269" y="0"/>
                </a:moveTo>
                <a:cubicBezTo>
                  <a:pt x="1458" y="0"/>
                  <a:pt x="0" y="1454"/>
                  <a:pt x="0" y="3265"/>
                </a:cubicBezTo>
                <a:cubicBezTo>
                  <a:pt x="0" y="5077"/>
                  <a:pt x="1458" y="6534"/>
                  <a:pt x="3269" y="6534"/>
                </a:cubicBezTo>
                <a:cubicBezTo>
                  <a:pt x="5081" y="6534"/>
                  <a:pt x="6534" y="5077"/>
                  <a:pt x="6534" y="3265"/>
                </a:cubicBezTo>
                <a:cubicBezTo>
                  <a:pt x="6534" y="1454"/>
                  <a:pt x="5081" y="0"/>
                  <a:pt x="3269" y="0"/>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5"/>
          <p:cNvSpPr/>
          <p:nvPr/>
        </p:nvSpPr>
        <p:spPr>
          <a:xfrm rot="-4500018">
            <a:off x="7983801" y="624761"/>
            <a:ext cx="143522" cy="141254"/>
          </a:xfrm>
          <a:custGeom>
            <a:rect b="b" l="l" r="r" t="t"/>
            <a:pathLst>
              <a:path extrusionOk="0" h="1139" w="1157">
                <a:moveTo>
                  <a:pt x="500" y="321"/>
                </a:moveTo>
                <a:lnTo>
                  <a:pt x="572" y="1"/>
                </a:lnTo>
                <a:lnTo>
                  <a:pt x="657" y="321"/>
                </a:lnTo>
                <a:cubicBezTo>
                  <a:pt x="679" y="410"/>
                  <a:pt x="747" y="461"/>
                  <a:pt x="819" y="483"/>
                </a:cubicBezTo>
                <a:lnTo>
                  <a:pt x="1156" y="568"/>
                </a:lnTo>
                <a:lnTo>
                  <a:pt x="819" y="657"/>
                </a:lnTo>
                <a:cubicBezTo>
                  <a:pt x="747" y="674"/>
                  <a:pt x="679" y="747"/>
                  <a:pt x="657" y="819"/>
                </a:cubicBezTo>
                <a:lnTo>
                  <a:pt x="572" y="1139"/>
                </a:lnTo>
                <a:lnTo>
                  <a:pt x="483" y="819"/>
                </a:lnTo>
                <a:cubicBezTo>
                  <a:pt x="466" y="747"/>
                  <a:pt x="410" y="674"/>
                  <a:pt x="321" y="657"/>
                </a:cubicBezTo>
                <a:lnTo>
                  <a:pt x="1" y="568"/>
                </a:lnTo>
                <a:lnTo>
                  <a:pt x="321" y="483"/>
                </a:lnTo>
                <a:cubicBezTo>
                  <a:pt x="410" y="461"/>
                  <a:pt x="466" y="393"/>
                  <a:pt x="500" y="3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8" name="Shape 968"/>
        <p:cNvGrpSpPr/>
        <p:nvPr/>
      </p:nvGrpSpPr>
      <p:grpSpPr>
        <a:xfrm>
          <a:off x="0" y="0"/>
          <a:ext cx="0" cy="0"/>
          <a:chOff x="0" y="0"/>
          <a:chExt cx="0" cy="0"/>
        </a:xfrm>
      </p:grpSpPr>
      <p:sp>
        <p:nvSpPr>
          <p:cNvPr id="969" name="Google Shape;969;p46"/>
          <p:cNvSpPr txBox="1"/>
          <p:nvPr>
            <p:ph idx="8"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NEVER GIVE UP</a:t>
            </a:r>
            <a:endParaRPr/>
          </a:p>
        </p:txBody>
      </p:sp>
      <p:sp>
        <p:nvSpPr>
          <p:cNvPr id="970" name="Google Shape;970;p46"/>
          <p:cNvSpPr txBox="1"/>
          <p:nvPr>
            <p:ph idx="6" type="subTitle"/>
          </p:nvPr>
        </p:nvSpPr>
        <p:spPr>
          <a:xfrm>
            <a:off x="6129625" y="3557038"/>
            <a:ext cx="2173800" cy="69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971" name="Google Shape;971;p46"/>
          <p:cNvSpPr txBox="1"/>
          <p:nvPr>
            <p:ph idx="1" type="subTitle"/>
          </p:nvPr>
        </p:nvSpPr>
        <p:spPr>
          <a:xfrm>
            <a:off x="1810350" y="2128725"/>
            <a:ext cx="2173800" cy="69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 is actually a cold place, not hot</a:t>
            </a:r>
            <a:endParaRPr/>
          </a:p>
        </p:txBody>
      </p:sp>
      <p:sp>
        <p:nvSpPr>
          <p:cNvPr id="972" name="Google Shape;972;p46"/>
          <p:cNvSpPr txBox="1"/>
          <p:nvPr>
            <p:ph idx="2" type="subTitle"/>
          </p:nvPr>
        </p:nvSpPr>
        <p:spPr>
          <a:xfrm>
            <a:off x="6129625" y="2128725"/>
            <a:ext cx="2173800" cy="69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a:t>
            </a:r>
            <a:r>
              <a:rPr lang="en"/>
              <a:t>s a gas giant and the biggest planet</a:t>
            </a:r>
            <a:endParaRPr/>
          </a:p>
        </p:txBody>
      </p:sp>
      <p:sp>
        <p:nvSpPr>
          <p:cNvPr id="973" name="Google Shape;973;p46"/>
          <p:cNvSpPr txBox="1"/>
          <p:nvPr>
            <p:ph type="title"/>
          </p:nvPr>
        </p:nvSpPr>
        <p:spPr>
          <a:xfrm>
            <a:off x="1810338" y="1666800"/>
            <a:ext cx="2294400" cy="47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SzPts val="990"/>
              <a:buNone/>
            </a:pPr>
            <a:r>
              <a:rPr lang="en"/>
              <a:t>HOPE</a:t>
            </a:r>
            <a:endParaRPr/>
          </a:p>
        </p:txBody>
      </p:sp>
      <p:sp>
        <p:nvSpPr>
          <p:cNvPr id="974" name="Google Shape;974;p46"/>
          <p:cNvSpPr txBox="1"/>
          <p:nvPr>
            <p:ph idx="3" type="title"/>
          </p:nvPr>
        </p:nvSpPr>
        <p:spPr>
          <a:xfrm>
            <a:off x="6129610" y="1666800"/>
            <a:ext cx="2294400" cy="47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SzPts val="990"/>
              <a:buNone/>
            </a:pPr>
            <a:r>
              <a:rPr lang="en"/>
              <a:t>WISH</a:t>
            </a:r>
            <a:endParaRPr/>
          </a:p>
        </p:txBody>
      </p:sp>
      <p:sp>
        <p:nvSpPr>
          <p:cNvPr id="975" name="Google Shape;975;p46"/>
          <p:cNvSpPr txBox="1"/>
          <p:nvPr>
            <p:ph idx="4" type="subTitle"/>
          </p:nvPr>
        </p:nvSpPr>
        <p:spPr>
          <a:xfrm>
            <a:off x="1810350" y="3557038"/>
            <a:ext cx="2173800" cy="695700"/>
          </a:xfrm>
          <a:prstGeom prst="rect">
            <a:avLst/>
          </a:prstGeom>
        </p:spPr>
        <p:txBody>
          <a:bodyPr anchorCtr="0" anchor="ctr" bIns="91425" lIns="91425" spcFirstLastPara="1" rIns="91425" wrap="square" tIns="91425">
            <a:normAutofit/>
          </a:bodyPr>
          <a:lstStyle/>
          <a:p>
            <a:pPr indent="0" lvl="0" marL="0" rtl="0" algn="l">
              <a:spcBef>
                <a:spcPts val="0"/>
              </a:spcBef>
              <a:spcAft>
                <a:spcPts val="0"/>
              </a:spcAft>
              <a:buNone/>
            </a:pPr>
            <a:r>
              <a:rPr lang="en"/>
              <a:t>Yes, Saturn is the ringed planet and a gas giant</a:t>
            </a:r>
            <a:endParaRPr/>
          </a:p>
        </p:txBody>
      </p:sp>
      <p:sp>
        <p:nvSpPr>
          <p:cNvPr id="976" name="Google Shape;976;p46"/>
          <p:cNvSpPr txBox="1"/>
          <p:nvPr>
            <p:ph idx="5" type="title"/>
          </p:nvPr>
        </p:nvSpPr>
        <p:spPr>
          <a:xfrm>
            <a:off x="1810338" y="3095250"/>
            <a:ext cx="2294400" cy="47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SzPts val="990"/>
              <a:buNone/>
            </a:pPr>
            <a:r>
              <a:rPr lang="en"/>
              <a:t>RESIST</a:t>
            </a:r>
            <a:endParaRPr/>
          </a:p>
        </p:txBody>
      </p:sp>
      <p:sp>
        <p:nvSpPr>
          <p:cNvPr id="977" name="Google Shape;977;p46"/>
          <p:cNvSpPr txBox="1"/>
          <p:nvPr>
            <p:ph idx="7" type="title"/>
          </p:nvPr>
        </p:nvSpPr>
        <p:spPr>
          <a:xfrm>
            <a:off x="6129610" y="3095250"/>
            <a:ext cx="2294400" cy="47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SzPts val="990"/>
              <a:buNone/>
            </a:pPr>
            <a:r>
              <a:rPr lang="en"/>
              <a:t>FUTURE</a:t>
            </a:r>
            <a:endParaRPr/>
          </a:p>
        </p:txBody>
      </p:sp>
      <p:grpSp>
        <p:nvGrpSpPr>
          <p:cNvPr id="978" name="Google Shape;978;p46"/>
          <p:cNvGrpSpPr/>
          <p:nvPr/>
        </p:nvGrpSpPr>
        <p:grpSpPr>
          <a:xfrm>
            <a:off x="2689708" y="553881"/>
            <a:ext cx="3806342" cy="268819"/>
            <a:chOff x="2689708" y="553881"/>
            <a:chExt cx="3806342" cy="268819"/>
          </a:xfrm>
        </p:grpSpPr>
        <p:sp>
          <p:nvSpPr>
            <p:cNvPr id="979" name="Google Shape;979;p46"/>
            <p:cNvSpPr/>
            <p:nvPr/>
          </p:nvSpPr>
          <p:spPr>
            <a:xfrm>
              <a:off x="2689708" y="769000"/>
              <a:ext cx="409500" cy="537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6"/>
            <p:cNvSpPr/>
            <p:nvPr/>
          </p:nvSpPr>
          <p:spPr>
            <a:xfrm rot="10800000">
              <a:off x="6034050" y="553881"/>
              <a:ext cx="462000" cy="68700"/>
            </a:xfrm>
            <a:prstGeom prst="round1Rect">
              <a:avLst>
                <a:gd fmla="val 50000" name="adj"/>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 name="Google Shape;981;p46"/>
          <p:cNvGrpSpPr/>
          <p:nvPr/>
        </p:nvGrpSpPr>
        <p:grpSpPr>
          <a:xfrm rot="-1415623">
            <a:off x="4920435" y="1849511"/>
            <a:ext cx="1130930" cy="829642"/>
            <a:chOff x="5514644" y="271073"/>
            <a:chExt cx="1217137" cy="892883"/>
          </a:xfrm>
        </p:grpSpPr>
        <p:sp>
          <p:nvSpPr>
            <p:cNvPr id="982" name="Google Shape;982;p46"/>
            <p:cNvSpPr/>
            <p:nvPr/>
          </p:nvSpPr>
          <p:spPr>
            <a:xfrm rot="1073721">
              <a:off x="6364986" y="943912"/>
              <a:ext cx="19445" cy="205110"/>
            </a:xfrm>
            <a:custGeom>
              <a:rect b="b" l="l" r="r" t="t"/>
              <a:pathLst>
                <a:path extrusionOk="0" h="2616" w="248">
                  <a:moveTo>
                    <a:pt x="124" y="0"/>
                  </a:moveTo>
                  <a:cubicBezTo>
                    <a:pt x="62" y="0"/>
                    <a:pt x="0" y="40"/>
                    <a:pt x="0" y="118"/>
                  </a:cubicBezTo>
                  <a:lnTo>
                    <a:pt x="0" y="2484"/>
                  </a:lnTo>
                  <a:cubicBezTo>
                    <a:pt x="0" y="2571"/>
                    <a:pt x="62" y="2615"/>
                    <a:pt x="124" y="2615"/>
                  </a:cubicBezTo>
                  <a:cubicBezTo>
                    <a:pt x="186" y="2615"/>
                    <a:pt x="247" y="2571"/>
                    <a:pt x="247" y="2484"/>
                  </a:cubicBezTo>
                  <a:lnTo>
                    <a:pt x="247" y="118"/>
                  </a:lnTo>
                  <a:cubicBezTo>
                    <a:pt x="247" y="40"/>
                    <a:pt x="186" y="0"/>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6"/>
            <p:cNvSpPr/>
            <p:nvPr/>
          </p:nvSpPr>
          <p:spPr>
            <a:xfrm rot="1073721">
              <a:off x="6334036" y="1135778"/>
              <a:ext cx="59902" cy="19445"/>
            </a:xfrm>
            <a:custGeom>
              <a:rect b="b" l="l" r="r" t="t"/>
              <a:pathLst>
                <a:path extrusionOk="0" h="248" w="764">
                  <a:moveTo>
                    <a:pt x="124" y="1"/>
                  </a:moveTo>
                  <a:cubicBezTo>
                    <a:pt x="51" y="1"/>
                    <a:pt x="0" y="56"/>
                    <a:pt x="0" y="124"/>
                  </a:cubicBezTo>
                  <a:cubicBezTo>
                    <a:pt x="0" y="197"/>
                    <a:pt x="51" y="248"/>
                    <a:pt x="124" y="248"/>
                  </a:cubicBezTo>
                  <a:lnTo>
                    <a:pt x="639" y="248"/>
                  </a:lnTo>
                  <a:cubicBezTo>
                    <a:pt x="712" y="248"/>
                    <a:pt x="763" y="197"/>
                    <a:pt x="763" y="124"/>
                  </a:cubicBezTo>
                  <a:cubicBezTo>
                    <a:pt x="763" y="56"/>
                    <a:pt x="712" y="1"/>
                    <a:pt x="6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6"/>
            <p:cNvSpPr/>
            <p:nvPr/>
          </p:nvSpPr>
          <p:spPr>
            <a:xfrm rot="1073721">
              <a:off x="5681237" y="723128"/>
              <a:ext cx="19445" cy="205110"/>
            </a:xfrm>
            <a:custGeom>
              <a:rect b="b" l="l" r="r" t="t"/>
              <a:pathLst>
                <a:path extrusionOk="0" h="2616" w="248">
                  <a:moveTo>
                    <a:pt x="124" y="0"/>
                  </a:moveTo>
                  <a:cubicBezTo>
                    <a:pt x="62" y="0"/>
                    <a:pt x="0" y="40"/>
                    <a:pt x="0" y="118"/>
                  </a:cubicBezTo>
                  <a:lnTo>
                    <a:pt x="0" y="2484"/>
                  </a:lnTo>
                  <a:cubicBezTo>
                    <a:pt x="0" y="2571"/>
                    <a:pt x="62" y="2615"/>
                    <a:pt x="124" y="2615"/>
                  </a:cubicBezTo>
                  <a:cubicBezTo>
                    <a:pt x="185" y="2615"/>
                    <a:pt x="247" y="2571"/>
                    <a:pt x="247" y="2484"/>
                  </a:cubicBezTo>
                  <a:lnTo>
                    <a:pt x="247" y="118"/>
                  </a:lnTo>
                  <a:cubicBezTo>
                    <a:pt x="247" y="40"/>
                    <a:pt x="185" y="0"/>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6"/>
            <p:cNvSpPr/>
            <p:nvPr/>
          </p:nvSpPr>
          <p:spPr>
            <a:xfrm rot="1073721">
              <a:off x="5611755" y="902767"/>
              <a:ext cx="61235" cy="19445"/>
            </a:xfrm>
            <a:custGeom>
              <a:rect b="b" l="l" r="r" t="t"/>
              <a:pathLst>
                <a:path extrusionOk="0" h="248" w="781">
                  <a:moveTo>
                    <a:pt x="141" y="1"/>
                  </a:moveTo>
                  <a:cubicBezTo>
                    <a:pt x="73" y="1"/>
                    <a:pt x="0" y="56"/>
                    <a:pt x="17" y="124"/>
                  </a:cubicBezTo>
                  <a:cubicBezTo>
                    <a:pt x="17" y="197"/>
                    <a:pt x="73" y="248"/>
                    <a:pt x="141" y="248"/>
                  </a:cubicBezTo>
                  <a:lnTo>
                    <a:pt x="657" y="248"/>
                  </a:lnTo>
                  <a:cubicBezTo>
                    <a:pt x="712" y="248"/>
                    <a:pt x="780" y="197"/>
                    <a:pt x="780" y="124"/>
                  </a:cubicBezTo>
                  <a:cubicBezTo>
                    <a:pt x="763" y="56"/>
                    <a:pt x="712" y="1"/>
                    <a:pt x="6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6"/>
            <p:cNvSpPr/>
            <p:nvPr/>
          </p:nvSpPr>
          <p:spPr>
            <a:xfrm rot="1073721">
              <a:off x="5839806" y="892084"/>
              <a:ext cx="390069" cy="84992"/>
            </a:xfrm>
            <a:custGeom>
              <a:rect b="b" l="l" r="r" t="t"/>
              <a:pathLst>
                <a:path extrusionOk="0" h="1084" w="4975">
                  <a:moveTo>
                    <a:pt x="4459" y="1"/>
                  </a:moveTo>
                  <a:cubicBezTo>
                    <a:pt x="3142" y="1"/>
                    <a:pt x="1829" y="90"/>
                    <a:pt x="499" y="90"/>
                  </a:cubicBezTo>
                  <a:cubicBezTo>
                    <a:pt x="248" y="90"/>
                    <a:pt x="1" y="320"/>
                    <a:pt x="1" y="589"/>
                  </a:cubicBezTo>
                  <a:cubicBezTo>
                    <a:pt x="18" y="853"/>
                    <a:pt x="231" y="1083"/>
                    <a:pt x="499" y="1083"/>
                  </a:cubicBezTo>
                  <a:cubicBezTo>
                    <a:pt x="1829" y="1083"/>
                    <a:pt x="3142" y="1015"/>
                    <a:pt x="4459" y="1015"/>
                  </a:cubicBezTo>
                  <a:cubicBezTo>
                    <a:pt x="4723" y="1015"/>
                    <a:pt x="4975" y="785"/>
                    <a:pt x="4975" y="499"/>
                  </a:cubicBezTo>
                  <a:cubicBezTo>
                    <a:pt x="4954" y="231"/>
                    <a:pt x="4741" y="1"/>
                    <a:pt x="44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6"/>
            <p:cNvSpPr/>
            <p:nvPr/>
          </p:nvSpPr>
          <p:spPr>
            <a:xfrm rot="1073721">
              <a:off x="5918037" y="945680"/>
              <a:ext cx="47592" cy="46103"/>
            </a:xfrm>
            <a:custGeom>
              <a:rect b="b" l="l" r="r" t="t"/>
              <a:pathLst>
                <a:path extrusionOk="0" h="588" w="607">
                  <a:moveTo>
                    <a:pt x="46" y="1"/>
                  </a:moveTo>
                  <a:cubicBezTo>
                    <a:pt x="23" y="1"/>
                    <a:pt x="1" y="14"/>
                    <a:pt x="1" y="39"/>
                  </a:cubicBezTo>
                  <a:cubicBezTo>
                    <a:pt x="1" y="146"/>
                    <a:pt x="18" y="270"/>
                    <a:pt x="56" y="376"/>
                  </a:cubicBezTo>
                  <a:cubicBezTo>
                    <a:pt x="90" y="449"/>
                    <a:pt x="125" y="521"/>
                    <a:pt x="214" y="555"/>
                  </a:cubicBezTo>
                  <a:cubicBezTo>
                    <a:pt x="250" y="578"/>
                    <a:pt x="285" y="588"/>
                    <a:pt x="318" y="588"/>
                  </a:cubicBezTo>
                  <a:cubicBezTo>
                    <a:pt x="416" y="588"/>
                    <a:pt x="500" y="502"/>
                    <a:pt x="551" y="397"/>
                  </a:cubicBezTo>
                  <a:cubicBezTo>
                    <a:pt x="606" y="291"/>
                    <a:pt x="606" y="163"/>
                    <a:pt x="606" y="39"/>
                  </a:cubicBezTo>
                  <a:cubicBezTo>
                    <a:pt x="606" y="14"/>
                    <a:pt x="584" y="1"/>
                    <a:pt x="561" y="1"/>
                  </a:cubicBezTo>
                  <a:cubicBezTo>
                    <a:pt x="539" y="1"/>
                    <a:pt x="517" y="14"/>
                    <a:pt x="517" y="39"/>
                  </a:cubicBezTo>
                  <a:cubicBezTo>
                    <a:pt x="534" y="129"/>
                    <a:pt x="517" y="235"/>
                    <a:pt x="483" y="325"/>
                  </a:cubicBezTo>
                  <a:cubicBezTo>
                    <a:pt x="483" y="359"/>
                    <a:pt x="461" y="397"/>
                    <a:pt x="444" y="431"/>
                  </a:cubicBezTo>
                  <a:cubicBezTo>
                    <a:pt x="427" y="449"/>
                    <a:pt x="393" y="466"/>
                    <a:pt x="376" y="483"/>
                  </a:cubicBezTo>
                  <a:lnTo>
                    <a:pt x="355" y="483"/>
                  </a:lnTo>
                  <a:lnTo>
                    <a:pt x="355" y="504"/>
                  </a:lnTo>
                  <a:lnTo>
                    <a:pt x="248" y="504"/>
                  </a:lnTo>
                  <a:cubicBezTo>
                    <a:pt x="262" y="504"/>
                    <a:pt x="258" y="494"/>
                    <a:pt x="253" y="494"/>
                  </a:cubicBezTo>
                  <a:lnTo>
                    <a:pt x="253" y="494"/>
                  </a:lnTo>
                  <a:cubicBezTo>
                    <a:pt x="251" y="494"/>
                    <a:pt x="248" y="497"/>
                    <a:pt x="248" y="504"/>
                  </a:cubicBezTo>
                  <a:lnTo>
                    <a:pt x="248" y="483"/>
                  </a:lnTo>
                  <a:lnTo>
                    <a:pt x="231" y="483"/>
                  </a:lnTo>
                  <a:lnTo>
                    <a:pt x="214" y="466"/>
                  </a:lnTo>
                  <a:cubicBezTo>
                    <a:pt x="214" y="466"/>
                    <a:pt x="197" y="466"/>
                    <a:pt x="197" y="449"/>
                  </a:cubicBezTo>
                  <a:cubicBezTo>
                    <a:pt x="180" y="431"/>
                    <a:pt x="163" y="414"/>
                    <a:pt x="142" y="376"/>
                  </a:cubicBezTo>
                  <a:cubicBezTo>
                    <a:pt x="90" y="270"/>
                    <a:pt x="90" y="146"/>
                    <a:pt x="90" y="39"/>
                  </a:cubicBezTo>
                  <a:cubicBezTo>
                    <a:pt x="90" y="14"/>
                    <a:pt x="68" y="1"/>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6"/>
            <p:cNvSpPr/>
            <p:nvPr/>
          </p:nvSpPr>
          <p:spPr>
            <a:xfrm rot="1073721">
              <a:off x="5997668" y="968491"/>
              <a:ext cx="43202" cy="50572"/>
            </a:xfrm>
            <a:custGeom>
              <a:rect b="b" l="l" r="r" t="t"/>
              <a:pathLst>
                <a:path extrusionOk="0" h="645" w="551">
                  <a:moveTo>
                    <a:pt x="67" y="1"/>
                  </a:moveTo>
                  <a:cubicBezTo>
                    <a:pt x="50" y="1"/>
                    <a:pt x="35" y="10"/>
                    <a:pt x="35" y="33"/>
                  </a:cubicBezTo>
                  <a:cubicBezTo>
                    <a:pt x="18" y="123"/>
                    <a:pt x="1" y="212"/>
                    <a:pt x="1" y="298"/>
                  </a:cubicBezTo>
                  <a:cubicBezTo>
                    <a:pt x="18" y="387"/>
                    <a:pt x="18" y="494"/>
                    <a:pt x="90" y="566"/>
                  </a:cubicBezTo>
                  <a:cubicBezTo>
                    <a:pt x="129" y="622"/>
                    <a:pt x="191" y="645"/>
                    <a:pt x="266" y="645"/>
                  </a:cubicBezTo>
                  <a:cubicBezTo>
                    <a:pt x="289" y="645"/>
                    <a:pt x="312" y="642"/>
                    <a:pt x="337" y="639"/>
                  </a:cubicBezTo>
                  <a:cubicBezTo>
                    <a:pt x="444" y="617"/>
                    <a:pt x="516" y="532"/>
                    <a:pt x="533" y="425"/>
                  </a:cubicBezTo>
                  <a:cubicBezTo>
                    <a:pt x="550" y="298"/>
                    <a:pt x="533" y="174"/>
                    <a:pt x="533" y="67"/>
                  </a:cubicBezTo>
                  <a:cubicBezTo>
                    <a:pt x="533" y="42"/>
                    <a:pt x="511" y="29"/>
                    <a:pt x="489" y="29"/>
                  </a:cubicBezTo>
                  <a:cubicBezTo>
                    <a:pt x="466" y="29"/>
                    <a:pt x="444" y="42"/>
                    <a:pt x="444" y="67"/>
                  </a:cubicBezTo>
                  <a:cubicBezTo>
                    <a:pt x="444" y="157"/>
                    <a:pt x="461" y="246"/>
                    <a:pt x="461" y="336"/>
                  </a:cubicBezTo>
                  <a:cubicBezTo>
                    <a:pt x="461" y="425"/>
                    <a:pt x="427" y="511"/>
                    <a:pt x="354" y="549"/>
                  </a:cubicBezTo>
                  <a:cubicBezTo>
                    <a:pt x="320" y="566"/>
                    <a:pt x="269" y="566"/>
                    <a:pt x="231" y="566"/>
                  </a:cubicBezTo>
                  <a:cubicBezTo>
                    <a:pt x="197" y="566"/>
                    <a:pt x="180" y="549"/>
                    <a:pt x="163" y="511"/>
                  </a:cubicBezTo>
                  <a:cubicBezTo>
                    <a:pt x="107" y="477"/>
                    <a:pt x="90" y="387"/>
                    <a:pt x="90" y="319"/>
                  </a:cubicBezTo>
                  <a:cubicBezTo>
                    <a:pt x="90" y="229"/>
                    <a:pt x="90" y="140"/>
                    <a:pt x="107" y="50"/>
                  </a:cubicBezTo>
                  <a:cubicBezTo>
                    <a:pt x="117" y="20"/>
                    <a:pt x="90" y="1"/>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6"/>
            <p:cNvSpPr/>
            <p:nvPr/>
          </p:nvSpPr>
          <p:spPr>
            <a:xfrm rot="1073721">
              <a:off x="6065592" y="992304"/>
              <a:ext cx="45867" cy="46024"/>
            </a:xfrm>
            <a:custGeom>
              <a:rect b="b" l="l" r="r" t="t"/>
              <a:pathLst>
                <a:path extrusionOk="0" h="587" w="585">
                  <a:moveTo>
                    <a:pt x="518" y="0"/>
                  </a:moveTo>
                  <a:cubicBezTo>
                    <a:pt x="494" y="0"/>
                    <a:pt x="468" y="19"/>
                    <a:pt x="478" y="48"/>
                  </a:cubicBezTo>
                  <a:cubicBezTo>
                    <a:pt x="495" y="193"/>
                    <a:pt x="512" y="406"/>
                    <a:pt x="371" y="475"/>
                  </a:cubicBezTo>
                  <a:cubicBezTo>
                    <a:pt x="346" y="494"/>
                    <a:pt x="311" y="503"/>
                    <a:pt x="275" y="503"/>
                  </a:cubicBezTo>
                  <a:cubicBezTo>
                    <a:pt x="239" y="503"/>
                    <a:pt x="203" y="494"/>
                    <a:pt x="175" y="475"/>
                  </a:cubicBezTo>
                  <a:cubicBezTo>
                    <a:pt x="175" y="475"/>
                    <a:pt x="158" y="458"/>
                    <a:pt x="158" y="440"/>
                  </a:cubicBezTo>
                  <a:cubicBezTo>
                    <a:pt x="141" y="440"/>
                    <a:pt x="141" y="423"/>
                    <a:pt x="124" y="406"/>
                  </a:cubicBezTo>
                  <a:cubicBezTo>
                    <a:pt x="124" y="385"/>
                    <a:pt x="107" y="351"/>
                    <a:pt x="107" y="317"/>
                  </a:cubicBezTo>
                  <a:cubicBezTo>
                    <a:pt x="86" y="227"/>
                    <a:pt x="86" y="138"/>
                    <a:pt x="69" y="65"/>
                  </a:cubicBezTo>
                  <a:cubicBezTo>
                    <a:pt x="69" y="48"/>
                    <a:pt x="52" y="14"/>
                    <a:pt x="35" y="14"/>
                  </a:cubicBezTo>
                  <a:cubicBezTo>
                    <a:pt x="17" y="14"/>
                    <a:pt x="0" y="48"/>
                    <a:pt x="0" y="65"/>
                  </a:cubicBezTo>
                  <a:cubicBezTo>
                    <a:pt x="0" y="155"/>
                    <a:pt x="0" y="244"/>
                    <a:pt x="17" y="317"/>
                  </a:cubicBezTo>
                  <a:cubicBezTo>
                    <a:pt x="35" y="406"/>
                    <a:pt x="52" y="475"/>
                    <a:pt x="124" y="530"/>
                  </a:cubicBezTo>
                  <a:cubicBezTo>
                    <a:pt x="164" y="570"/>
                    <a:pt x="217" y="586"/>
                    <a:pt x="272" y="586"/>
                  </a:cubicBezTo>
                  <a:cubicBezTo>
                    <a:pt x="311" y="586"/>
                    <a:pt x="351" y="578"/>
                    <a:pt x="388" y="564"/>
                  </a:cubicBezTo>
                  <a:cubicBezTo>
                    <a:pt x="478" y="530"/>
                    <a:pt x="533" y="458"/>
                    <a:pt x="550" y="351"/>
                  </a:cubicBezTo>
                  <a:cubicBezTo>
                    <a:pt x="584" y="244"/>
                    <a:pt x="567" y="138"/>
                    <a:pt x="550" y="31"/>
                  </a:cubicBezTo>
                  <a:cubicBezTo>
                    <a:pt x="550" y="10"/>
                    <a:pt x="535" y="0"/>
                    <a:pt x="5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6"/>
            <p:cNvSpPr/>
            <p:nvPr/>
          </p:nvSpPr>
          <p:spPr>
            <a:xfrm rot="1073721">
              <a:off x="6211211" y="353367"/>
              <a:ext cx="12780" cy="79425"/>
            </a:xfrm>
            <a:custGeom>
              <a:rect b="b" l="l" r="r" t="t"/>
              <a:pathLst>
                <a:path extrusionOk="0" h="1013" w="163">
                  <a:moveTo>
                    <a:pt x="82" y="0"/>
                  </a:moveTo>
                  <a:cubicBezTo>
                    <a:pt x="41" y="0"/>
                    <a:pt x="1" y="27"/>
                    <a:pt x="1" y="80"/>
                  </a:cubicBezTo>
                  <a:lnTo>
                    <a:pt x="1" y="933"/>
                  </a:lnTo>
                  <a:cubicBezTo>
                    <a:pt x="1" y="986"/>
                    <a:pt x="41" y="1013"/>
                    <a:pt x="82" y="1013"/>
                  </a:cubicBezTo>
                  <a:cubicBezTo>
                    <a:pt x="122" y="1013"/>
                    <a:pt x="163" y="986"/>
                    <a:pt x="163" y="933"/>
                  </a:cubicBezTo>
                  <a:lnTo>
                    <a:pt x="163" y="80"/>
                  </a:lnTo>
                  <a:cubicBezTo>
                    <a:pt x="163" y="27"/>
                    <a:pt x="122" y="0"/>
                    <a:pt x="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6"/>
            <p:cNvSpPr/>
            <p:nvPr/>
          </p:nvSpPr>
          <p:spPr>
            <a:xfrm rot="1073721">
              <a:off x="6210400" y="333966"/>
              <a:ext cx="40457" cy="38811"/>
            </a:xfrm>
            <a:custGeom>
              <a:rect b="b" l="l" r="r" t="t"/>
              <a:pathLst>
                <a:path extrusionOk="0" h="495" w="516">
                  <a:moveTo>
                    <a:pt x="247" y="0"/>
                  </a:moveTo>
                  <a:cubicBezTo>
                    <a:pt x="124" y="0"/>
                    <a:pt x="0" y="107"/>
                    <a:pt x="0" y="248"/>
                  </a:cubicBezTo>
                  <a:cubicBezTo>
                    <a:pt x="0" y="388"/>
                    <a:pt x="124" y="495"/>
                    <a:pt x="247" y="495"/>
                  </a:cubicBezTo>
                  <a:cubicBezTo>
                    <a:pt x="388" y="495"/>
                    <a:pt x="516" y="388"/>
                    <a:pt x="516" y="248"/>
                  </a:cubicBezTo>
                  <a:cubicBezTo>
                    <a:pt x="516" y="107"/>
                    <a:pt x="388"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6"/>
            <p:cNvSpPr/>
            <p:nvPr/>
          </p:nvSpPr>
          <p:spPr>
            <a:xfrm rot="1073721">
              <a:off x="6159788" y="394400"/>
              <a:ext cx="97694" cy="57236"/>
            </a:xfrm>
            <a:custGeom>
              <a:rect b="b" l="l" r="r" t="t"/>
              <a:pathLst>
                <a:path extrusionOk="0" h="730" w="1246">
                  <a:moveTo>
                    <a:pt x="1" y="729"/>
                  </a:moveTo>
                  <a:cubicBezTo>
                    <a:pt x="1" y="1"/>
                    <a:pt x="1246" y="90"/>
                    <a:pt x="1211" y="7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6"/>
            <p:cNvSpPr/>
            <p:nvPr/>
          </p:nvSpPr>
          <p:spPr>
            <a:xfrm rot="1073721">
              <a:off x="6154495" y="407873"/>
              <a:ext cx="102084" cy="46416"/>
            </a:xfrm>
            <a:custGeom>
              <a:rect b="b" l="l" r="r" t="t"/>
              <a:pathLst>
                <a:path extrusionOk="0" h="592" w="1302">
                  <a:moveTo>
                    <a:pt x="636" y="1"/>
                  </a:moveTo>
                  <a:cubicBezTo>
                    <a:pt x="457" y="1"/>
                    <a:pt x="281" y="54"/>
                    <a:pt x="163" y="158"/>
                  </a:cubicBezTo>
                  <a:cubicBezTo>
                    <a:pt x="56" y="248"/>
                    <a:pt x="1" y="393"/>
                    <a:pt x="1" y="550"/>
                  </a:cubicBezTo>
                  <a:cubicBezTo>
                    <a:pt x="1" y="578"/>
                    <a:pt x="19" y="592"/>
                    <a:pt x="37" y="592"/>
                  </a:cubicBezTo>
                  <a:cubicBezTo>
                    <a:pt x="55" y="592"/>
                    <a:pt x="73" y="578"/>
                    <a:pt x="73" y="550"/>
                  </a:cubicBezTo>
                  <a:cubicBezTo>
                    <a:pt x="84" y="233"/>
                    <a:pt x="360" y="75"/>
                    <a:pt x="642" y="75"/>
                  </a:cubicBezTo>
                  <a:cubicBezTo>
                    <a:pt x="804" y="75"/>
                    <a:pt x="967" y="127"/>
                    <a:pt x="1084" y="231"/>
                  </a:cubicBezTo>
                  <a:cubicBezTo>
                    <a:pt x="1173" y="320"/>
                    <a:pt x="1207" y="427"/>
                    <a:pt x="1207" y="550"/>
                  </a:cubicBezTo>
                  <a:cubicBezTo>
                    <a:pt x="1199" y="578"/>
                    <a:pt x="1217" y="592"/>
                    <a:pt x="1237" y="592"/>
                  </a:cubicBezTo>
                  <a:cubicBezTo>
                    <a:pt x="1257" y="592"/>
                    <a:pt x="1280" y="578"/>
                    <a:pt x="1280" y="550"/>
                  </a:cubicBezTo>
                  <a:cubicBezTo>
                    <a:pt x="1302" y="182"/>
                    <a:pt x="966" y="1"/>
                    <a:pt x="6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6"/>
            <p:cNvSpPr/>
            <p:nvPr/>
          </p:nvSpPr>
          <p:spPr>
            <a:xfrm rot="1073721">
              <a:off x="5568922" y="428626"/>
              <a:ext cx="1108580" cy="527828"/>
            </a:xfrm>
            <a:custGeom>
              <a:rect b="b" l="l" r="r" t="t"/>
              <a:pathLst>
                <a:path extrusionOk="0" h="6732" w="14139">
                  <a:moveTo>
                    <a:pt x="8205" y="124"/>
                  </a:moveTo>
                  <a:cubicBezTo>
                    <a:pt x="8525" y="197"/>
                    <a:pt x="8828" y="286"/>
                    <a:pt x="9130" y="427"/>
                  </a:cubicBezTo>
                  <a:cubicBezTo>
                    <a:pt x="9433" y="585"/>
                    <a:pt x="9697" y="819"/>
                    <a:pt x="9910" y="1083"/>
                  </a:cubicBezTo>
                  <a:cubicBezTo>
                    <a:pt x="10089" y="1297"/>
                    <a:pt x="10247" y="1510"/>
                    <a:pt x="10409" y="1723"/>
                  </a:cubicBezTo>
                  <a:lnTo>
                    <a:pt x="10409" y="1723"/>
                  </a:lnTo>
                  <a:cubicBezTo>
                    <a:pt x="10673" y="1902"/>
                    <a:pt x="10673" y="2221"/>
                    <a:pt x="10797" y="2469"/>
                  </a:cubicBezTo>
                  <a:cubicBezTo>
                    <a:pt x="10852" y="2592"/>
                    <a:pt x="10886" y="2737"/>
                    <a:pt x="10925" y="2861"/>
                  </a:cubicBezTo>
                  <a:cubicBezTo>
                    <a:pt x="10942" y="2912"/>
                    <a:pt x="10976" y="2950"/>
                    <a:pt x="11031" y="2929"/>
                  </a:cubicBezTo>
                  <a:cubicBezTo>
                    <a:pt x="11313" y="2912"/>
                    <a:pt x="11598" y="2895"/>
                    <a:pt x="11901" y="2895"/>
                  </a:cubicBezTo>
                  <a:cubicBezTo>
                    <a:pt x="12310" y="2895"/>
                    <a:pt x="12327" y="2895"/>
                    <a:pt x="12753" y="2912"/>
                  </a:cubicBezTo>
                  <a:cubicBezTo>
                    <a:pt x="12911" y="2929"/>
                    <a:pt x="13073" y="2984"/>
                    <a:pt x="13231" y="3036"/>
                  </a:cubicBezTo>
                  <a:cubicBezTo>
                    <a:pt x="13674" y="3163"/>
                    <a:pt x="14139" y="3837"/>
                    <a:pt x="14032" y="4314"/>
                  </a:cubicBezTo>
                  <a:cubicBezTo>
                    <a:pt x="14015" y="4404"/>
                    <a:pt x="14015" y="4476"/>
                    <a:pt x="13994" y="4566"/>
                  </a:cubicBezTo>
                  <a:cubicBezTo>
                    <a:pt x="13926" y="4902"/>
                    <a:pt x="13695" y="5099"/>
                    <a:pt x="13393" y="5205"/>
                  </a:cubicBezTo>
                  <a:cubicBezTo>
                    <a:pt x="13141" y="5312"/>
                    <a:pt x="12860" y="5380"/>
                    <a:pt x="12574" y="5435"/>
                  </a:cubicBezTo>
                  <a:cubicBezTo>
                    <a:pt x="11969" y="5542"/>
                    <a:pt x="11739" y="5631"/>
                    <a:pt x="11117" y="5614"/>
                  </a:cubicBezTo>
                  <a:cubicBezTo>
                    <a:pt x="10959" y="5614"/>
                    <a:pt x="10797" y="5593"/>
                    <a:pt x="10622" y="5593"/>
                  </a:cubicBezTo>
                  <a:cubicBezTo>
                    <a:pt x="10533" y="5576"/>
                    <a:pt x="10477" y="5631"/>
                    <a:pt x="10426" y="5721"/>
                  </a:cubicBezTo>
                  <a:cubicBezTo>
                    <a:pt x="10213" y="6092"/>
                    <a:pt x="9910" y="6360"/>
                    <a:pt x="9450" y="6428"/>
                  </a:cubicBezTo>
                  <a:cubicBezTo>
                    <a:pt x="9181" y="6467"/>
                    <a:pt x="8900" y="6518"/>
                    <a:pt x="8615" y="6552"/>
                  </a:cubicBezTo>
                  <a:cubicBezTo>
                    <a:pt x="8384" y="6590"/>
                    <a:pt x="8154" y="6573"/>
                    <a:pt x="7941" y="6607"/>
                  </a:cubicBezTo>
                  <a:cubicBezTo>
                    <a:pt x="7549" y="6680"/>
                    <a:pt x="7157" y="6731"/>
                    <a:pt x="6769" y="6714"/>
                  </a:cubicBezTo>
                  <a:cubicBezTo>
                    <a:pt x="6002" y="6697"/>
                    <a:pt x="5222" y="6680"/>
                    <a:pt x="4459" y="6642"/>
                  </a:cubicBezTo>
                  <a:cubicBezTo>
                    <a:pt x="4122" y="6624"/>
                    <a:pt x="3836" y="6484"/>
                    <a:pt x="3572" y="6288"/>
                  </a:cubicBezTo>
                  <a:cubicBezTo>
                    <a:pt x="3410" y="6164"/>
                    <a:pt x="3304" y="5968"/>
                    <a:pt x="3253" y="5772"/>
                  </a:cubicBezTo>
                  <a:cubicBezTo>
                    <a:pt x="3231" y="5683"/>
                    <a:pt x="3180" y="5648"/>
                    <a:pt x="3108" y="5648"/>
                  </a:cubicBezTo>
                  <a:cubicBezTo>
                    <a:pt x="2754" y="5648"/>
                    <a:pt x="2400" y="5631"/>
                    <a:pt x="2059" y="5614"/>
                  </a:cubicBezTo>
                  <a:cubicBezTo>
                    <a:pt x="1654" y="5614"/>
                    <a:pt x="1245" y="5525"/>
                    <a:pt x="836" y="5435"/>
                  </a:cubicBezTo>
                  <a:cubicBezTo>
                    <a:pt x="802" y="5435"/>
                    <a:pt x="746" y="5418"/>
                    <a:pt x="712" y="5418"/>
                  </a:cubicBezTo>
                  <a:cubicBezTo>
                    <a:pt x="499" y="5418"/>
                    <a:pt x="375" y="5295"/>
                    <a:pt x="286" y="5133"/>
                  </a:cubicBezTo>
                  <a:cubicBezTo>
                    <a:pt x="90" y="4813"/>
                    <a:pt x="0" y="4476"/>
                    <a:pt x="90" y="4101"/>
                  </a:cubicBezTo>
                  <a:cubicBezTo>
                    <a:pt x="162" y="3764"/>
                    <a:pt x="392" y="3517"/>
                    <a:pt x="746" y="3411"/>
                  </a:cubicBezTo>
                  <a:cubicBezTo>
                    <a:pt x="976" y="3321"/>
                    <a:pt x="1207" y="3215"/>
                    <a:pt x="1458" y="3180"/>
                  </a:cubicBezTo>
                  <a:cubicBezTo>
                    <a:pt x="1812" y="3108"/>
                    <a:pt x="2187" y="3091"/>
                    <a:pt x="2558" y="3057"/>
                  </a:cubicBezTo>
                  <a:cubicBezTo>
                    <a:pt x="2720" y="3036"/>
                    <a:pt x="2877" y="3036"/>
                    <a:pt x="3039" y="3019"/>
                  </a:cubicBezTo>
                  <a:cubicBezTo>
                    <a:pt x="3056" y="3019"/>
                    <a:pt x="3108" y="2984"/>
                    <a:pt x="3125" y="2950"/>
                  </a:cubicBezTo>
                  <a:cubicBezTo>
                    <a:pt x="3304" y="2396"/>
                    <a:pt x="3623" y="1936"/>
                    <a:pt x="3943" y="1458"/>
                  </a:cubicBezTo>
                  <a:cubicBezTo>
                    <a:pt x="4386" y="853"/>
                    <a:pt x="4975" y="461"/>
                    <a:pt x="5682" y="231"/>
                  </a:cubicBezTo>
                  <a:cubicBezTo>
                    <a:pt x="6181" y="73"/>
                    <a:pt x="6662" y="1"/>
                    <a:pt x="7174" y="35"/>
                  </a:cubicBezTo>
                  <a:moveTo>
                    <a:pt x="4122" y="3198"/>
                  </a:moveTo>
                  <a:lnTo>
                    <a:pt x="2805" y="3198"/>
                  </a:lnTo>
                  <a:cubicBezTo>
                    <a:pt x="2558" y="3198"/>
                    <a:pt x="2311" y="3215"/>
                    <a:pt x="2059" y="3232"/>
                  </a:cubicBezTo>
                  <a:cubicBezTo>
                    <a:pt x="1633" y="3249"/>
                    <a:pt x="1245" y="3394"/>
                    <a:pt x="836" y="3534"/>
                  </a:cubicBezTo>
                  <a:cubicBezTo>
                    <a:pt x="533" y="3641"/>
                    <a:pt x="320" y="3854"/>
                    <a:pt x="269" y="4191"/>
                  </a:cubicBezTo>
                  <a:cubicBezTo>
                    <a:pt x="179" y="4549"/>
                    <a:pt x="303" y="4847"/>
                    <a:pt x="533" y="5133"/>
                  </a:cubicBezTo>
                  <a:cubicBezTo>
                    <a:pt x="567" y="5188"/>
                    <a:pt x="657" y="5222"/>
                    <a:pt x="746" y="5256"/>
                  </a:cubicBezTo>
                  <a:cubicBezTo>
                    <a:pt x="1475" y="5435"/>
                    <a:pt x="2221" y="5486"/>
                    <a:pt x="2967" y="5486"/>
                  </a:cubicBezTo>
                  <a:cubicBezTo>
                    <a:pt x="3747" y="5508"/>
                    <a:pt x="4531" y="5508"/>
                    <a:pt x="5311" y="5486"/>
                  </a:cubicBezTo>
                  <a:cubicBezTo>
                    <a:pt x="6091" y="5469"/>
                    <a:pt x="6854" y="5452"/>
                    <a:pt x="7638" y="5418"/>
                  </a:cubicBezTo>
                  <a:cubicBezTo>
                    <a:pt x="8099" y="5418"/>
                    <a:pt x="8542" y="5401"/>
                    <a:pt x="8985" y="5401"/>
                  </a:cubicBezTo>
                  <a:cubicBezTo>
                    <a:pt x="9343" y="5418"/>
                    <a:pt x="9697" y="5435"/>
                    <a:pt x="10051" y="5435"/>
                  </a:cubicBezTo>
                  <a:cubicBezTo>
                    <a:pt x="10285" y="5452"/>
                    <a:pt x="10533" y="5435"/>
                    <a:pt x="10763" y="5435"/>
                  </a:cubicBezTo>
                  <a:cubicBezTo>
                    <a:pt x="11138" y="5452"/>
                    <a:pt x="11509" y="5486"/>
                    <a:pt x="11884" y="5435"/>
                  </a:cubicBezTo>
                  <a:cubicBezTo>
                    <a:pt x="12255" y="5380"/>
                    <a:pt x="12221" y="5329"/>
                    <a:pt x="12591" y="5273"/>
                  </a:cubicBezTo>
                  <a:cubicBezTo>
                    <a:pt x="12894" y="5239"/>
                    <a:pt x="13197" y="5150"/>
                    <a:pt x="13461" y="4992"/>
                  </a:cubicBezTo>
                  <a:cubicBezTo>
                    <a:pt x="13836" y="4779"/>
                    <a:pt x="13887" y="4476"/>
                    <a:pt x="13836" y="4033"/>
                  </a:cubicBezTo>
                  <a:cubicBezTo>
                    <a:pt x="13712" y="3803"/>
                    <a:pt x="13589" y="3590"/>
                    <a:pt x="13461" y="3377"/>
                  </a:cubicBezTo>
                  <a:cubicBezTo>
                    <a:pt x="13444" y="3338"/>
                    <a:pt x="13427" y="3338"/>
                    <a:pt x="13410" y="3321"/>
                  </a:cubicBezTo>
                  <a:cubicBezTo>
                    <a:pt x="13214" y="3215"/>
                    <a:pt x="13001" y="3108"/>
                    <a:pt x="12770" y="3091"/>
                  </a:cubicBezTo>
                  <a:cubicBezTo>
                    <a:pt x="12327" y="3074"/>
                    <a:pt x="12255" y="3057"/>
                    <a:pt x="11811" y="3057"/>
                  </a:cubicBezTo>
                  <a:cubicBezTo>
                    <a:pt x="11313" y="3057"/>
                    <a:pt x="10835" y="3108"/>
                    <a:pt x="10354" y="3125"/>
                  </a:cubicBezTo>
                  <a:cubicBezTo>
                    <a:pt x="9893" y="3142"/>
                    <a:pt x="9433" y="3142"/>
                    <a:pt x="8968" y="3163"/>
                  </a:cubicBezTo>
                  <a:cubicBezTo>
                    <a:pt x="8312" y="3180"/>
                    <a:pt x="7638" y="3232"/>
                    <a:pt x="6961" y="3249"/>
                  </a:cubicBezTo>
                  <a:cubicBezTo>
                    <a:pt x="6590" y="3270"/>
                    <a:pt x="6198" y="3249"/>
                    <a:pt x="5827" y="3232"/>
                  </a:cubicBezTo>
                  <a:cubicBezTo>
                    <a:pt x="5239" y="3232"/>
                    <a:pt x="4655" y="3215"/>
                    <a:pt x="4122" y="3198"/>
                  </a:cubicBezTo>
                  <a:close/>
                  <a:moveTo>
                    <a:pt x="3764" y="2059"/>
                  </a:moveTo>
                  <a:cubicBezTo>
                    <a:pt x="5951" y="2025"/>
                    <a:pt x="8116" y="1991"/>
                    <a:pt x="10302" y="1829"/>
                  </a:cubicBezTo>
                  <a:cubicBezTo>
                    <a:pt x="10264" y="1778"/>
                    <a:pt x="10247" y="1740"/>
                    <a:pt x="10230" y="1723"/>
                  </a:cubicBezTo>
                  <a:cubicBezTo>
                    <a:pt x="9983" y="1437"/>
                    <a:pt x="9753" y="1139"/>
                    <a:pt x="9484" y="870"/>
                  </a:cubicBezTo>
                  <a:cubicBezTo>
                    <a:pt x="9343" y="730"/>
                    <a:pt x="9164" y="606"/>
                    <a:pt x="8985" y="534"/>
                  </a:cubicBezTo>
                  <a:cubicBezTo>
                    <a:pt x="8525" y="355"/>
                    <a:pt x="8048" y="214"/>
                    <a:pt x="7549" y="197"/>
                  </a:cubicBezTo>
                  <a:cubicBezTo>
                    <a:pt x="6961" y="180"/>
                    <a:pt x="6394" y="180"/>
                    <a:pt x="5810" y="355"/>
                  </a:cubicBezTo>
                  <a:cubicBezTo>
                    <a:pt x="5384" y="499"/>
                    <a:pt x="4975" y="691"/>
                    <a:pt x="4599" y="977"/>
                  </a:cubicBezTo>
                  <a:cubicBezTo>
                    <a:pt x="4246" y="1262"/>
                    <a:pt x="3960" y="1616"/>
                    <a:pt x="3764" y="2059"/>
                  </a:cubicBezTo>
                  <a:close/>
                  <a:moveTo>
                    <a:pt x="3321" y="3001"/>
                  </a:moveTo>
                  <a:cubicBezTo>
                    <a:pt x="3338" y="3019"/>
                    <a:pt x="3359" y="3019"/>
                    <a:pt x="3376" y="3019"/>
                  </a:cubicBezTo>
                  <a:cubicBezTo>
                    <a:pt x="4050" y="3036"/>
                    <a:pt x="4723" y="3074"/>
                    <a:pt x="5401" y="3091"/>
                  </a:cubicBezTo>
                  <a:cubicBezTo>
                    <a:pt x="6057" y="3108"/>
                    <a:pt x="6697" y="3108"/>
                    <a:pt x="7353" y="3091"/>
                  </a:cubicBezTo>
                  <a:cubicBezTo>
                    <a:pt x="8312" y="3074"/>
                    <a:pt x="9271" y="3019"/>
                    <a:pt x="10230" y="2967"/>
                  </a:cubicBezTo>
                  <a:cubicBezTo>
                    <a:pt x="10392" y="2967"/>
                    <a:pt x="10567" y="2950"/>
                    <a:pt x="10729" y="2950"/>
                  </a:cubicBezTo>
                  <a:cubicBezTo>
                    <a:pt x="10673" y="2631"/>
                    <a:pt x="10605" y="2362"/>
                    <a:pt x="10460" y="2098"/>
                  </a:cubicBezTo>
                  <a:cubicBezTo>
                    <a:pt x="10392" y="1953"/>
                    <a:pt x="10392" y="1953"/>
                    <a:pt x="10247" y="1970"/>
                  </a:cubicBezTo>
                  <a:cubicBezTo>
                    <a:pt x="9876" y="2008"/>
                    <a:pt x="9501" y="2042"/>
                    <a:pt x="9130" y="2059"/>
                  </a:cubicBezTo>
                  <a:cubicBezTo>
                    <a:pt x="8632" y="2077"/>
                    <a:pt x="8154" y="2098"/>
                    <a:pt x="7673" y="2098"/>
                  </a:cubicBezTo>
                  <a:cubicBezTo>
                    <a:pt x="6803" y="2132"/>
                    <a:pt x="5951" y="2149"/>
                    <a:pt x="5098" y="2166"/>
                  </a:cubicBezTo>
                  <a:cubicBezTo>
                    <a:pt x="4655" y="2183"/>
                    <a:pt x="4212" y="2183"/>
                    <a:pt x="3764" y="2183"/>
                  </a:cubicBezTo>
                  <a:cubicBezTo>
                    <a:pt x="3679" y="2183"/>
                    <a:pt x="3606" y="2204"/>
                    <a:pt x="3589" y="2273"/>
                  </a:cubicBezTo>
                  <a:cubicBezTo>
                    <a:pt x="3483" y="2524"/>
                    <a:pt x="3359" y="2754"/>
                    <a:pt x="3321" y="3001"/>
                  </a:cubicBezTo>
                  <a:close/>
                  <a:moveTo>
                    <a:pt x="10302" y="5631"/>
                  </a:moveTo>
                  <a:cubicBezTo>
                    <a:pt x="10230" y="5614"/>
                    <a:pt x="10179" y="5593"/>
                    <a:pt x="10123" y="5593"/>
                  </a:cubicBezTo>
                  <a:cubicBezTo>
                    <a:pt x="9714" y="5576"/>
                    <a:pt x="9326" y="5542"/>
                    <a:pt x="8917" y="5559"/>
                  </a:cubicBezTo>
                  <a:cubicBezTo>
                    <a:pt x="8295" y="5559"/>
                    <a:pt x="7656" y="5593"/>
                    <a:pt x="7016" y="5614"/>
                  </a:cubicBezTo>
                  <a:cubicBezTo>
                    <a:pt x="6641" y="5631"/>
                    <a:pt x="6253" y="5614"/>
                    <a:pt x="5878" y="5631"/>
                  </a:cubicBezTo>
                  <a:cubicBezTo>
                    <a:pt x="5490" y="5631"/>
                    <a:pt x="5115" y="5648"/>
                    <a:pt x="4744" y="5648"/>
                  </a:cubicBezTo>
                  <a:cubicBezTo>
                    <a:pt x="4510" y="5648"/>
                    <a:pt x="4263" y="5631"/>
                    <a:pt x="4015" y="5631"/>
                  </a:cubicBezTo>
                  <a:lnTo>
                    <a:pt x="3572" y="5631"/>
                  </a:lnTo>
                  <a:cubicBezTo>
                    <a:pt x="3517" y="5631"/>
                    <a:pt x="3466" y="5648"/>
                    <a:pt x="3393" y="5648"/>
                  </a:cubicBezTo>
                  <a:cubicBezTo>
                    <a:pt x="3500" y="5968"/>
                    <a:pt x="3679" y="6198"/>
                    <a:pt x="3960" y="6322"/>
                  </a:cubicBezTo>
                  <a:cubicBezTo>
                    <a:pt x="4229" y="6428"/>
                    <a:pt x="4493" y="6501"/>
                    <a:pt x="4761" y="6501"/>
                  </a:cubicBezTo>
                  <a:cubicBezTo>
                    <a:pt x="5384" y="6518"/>
                    <a:pt x="5985" y="6518"/>
                    <a:pt x="6590" y="6552"/>
                  </a:cubicBezTo>
                  <a:cubicBezTo>
                    <a:pt x="6999" y="6573"/>
                    <a:pt x="7408" y="6552"/>
                    <a:pt x="7813" y="6484"/>
                  </a:cubicBezTo>
                  <a:cubicBezTo>
                    <a:pt x="8065" y="6428"/>
                    <a:pt x="8312" y="6394"/>
                    <a:pt x="8559" y="6411"/>
                  </a:cubicBezTo>
                  <a:cubicBezTo>
                    <a:pt x="8615" y="6411"/>
                    <a:pt x="8666" y="6394"/>
                    <a:pt x="8738" y="6394"/>
                  </a:cubicBezTo>
                  <a:cubicBezTo>
                    <a:pt x="8985" y="6339"/>
                    <a:pt x="9254" y="6271"/>
                    <a:pt x="9501" y="6232"/>
                  </a:cubicBezTo>
                  <a:cubicBezTo>
                    <a:pt x="9876" y="6181"/>
                    <a:pt x="10106" y="5934"/>
                    <a:pt x="10302" y="56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6"/>
            <p:cNvSpPr/>
            <p:nvPr/>
          </p:nvSpPr>
          <p:spPr>
            <a:xfrm rot="1073721">
              <a:off x="5561025" y="663893"/>
              <a:ext cx="1074865" cy="192251"/>
            </a:xfrm>
            <a:custGeom>
              <a:rect b="b" l="l" r="r" t="t"/>
              <a:pathLst>
                <a:path extrusionOk="0" h="2452" w="13709">
                  <a:moveTo>
                    <a:pt x="3943" y="142"/>
                  </a:moveTo>
                  <a:cubicBezTo>
                    <a:pt x="4476" y="159"/>
                    <a:pt x="5060" y="176"/>
                    <a:pt x="5648" y="176"/>
                  </a:cubicBezTo>
                  <a:cubicBezTo>
                    <a:pt x="6019" y="193"/>
                    <a:pt x="6411" y="214"/>
                    <a:pt x="6782" y="193"/>
                  </a:cubicBezTo>
                  <a:cubicBezTo>
                    <a:pt x="7459" y="176"/>
                    <a:pt x="8133" y="124"/>
                    <a:pt x="8789" y="107"/>
                  </a:cubicBezTo>
                  <a:cubicBezTo>
                    <a:pt x="9254" y="86"/>
                    <a:pt x="9714" y="86"/>
                    <a:pt x="10175" y="69"/>
                  </a:cubicBezTo>
                  <a:cubicBezTo>
                    <a:pt x="10656" y="52"/>
                    <a:pt x="11134" y="1"/>
                    <a:pt x="11632" y="1"/>
                  </a:cubicBezTo>
                  <a:cubicBezTo>
                    <a:pt x="12076" y="1"/>
                    <a:pt x="12148" y="18"/>
                    <a:pt x="12591" y="35"/>
                  </a:cubicBezTo>
                  <a:cubicBezTo>
                    <a:pt x="12822" y="52"/>
                    <a:pt x="13035" y="159"/>
                    <a:pt x="13231" y="265"/>
                  </a:cubicBezTo>
                  <a:cubicBezTo>
                    <a:pt x="13248" y="282"/>
                    <a:pt x="13265" y="282"/>
                    <a:pt x="13282" y="321"/>
                  </a:cubicBezTo>
                  <a:cubicBezTo>
                    <a:pt x="13410" y="534"/>
                    <a:pt x="13533" y="747"/>
                    <a:pt x="13657" y="977"/>
                  </a:cubicBezTo>
                  <a:cubicBezTo>
                    <a:pt x="13708" y="1420"/>
                    <a:pt x="13657" y="1723"/>
                    <a:pt x="13282" y="1936"/>
                  </a:cubicBezTo>
                  <a:cubicBezTo>
                    <a:pt x="13018" y="2094"/>
                    <a:pt x="12715" y="2183"/>
                    <a:pt x="12412" y="2217"/>
                  </a:cubicBezTo>
                  <a:cubicBezTo>
                    <a:pt x="12042" y="2273"/>
                    <a:pt x="12076" y="2324"/>
                    <a:pt x="11705" y="2379"/>
                  </a:cubicBezTo>
                  <a:cubicBezTo>
                    <a:pt x="11330" y="2430"/>
                    <a:pt x="10959" y="2396"/>
                    <a:pt x="10584" y="2379"/>
                  </a:cubicBezTo>
                  <a:cubicBezTo>
                    <a:pt x="10354" y="2379"/>
                    <a:pt x="10106" y="2396"/>
                    <a:pt x="9872" y="2379"/>
                  </a:cubicBezTo>
                  <a:cubicBezTo>
                    <a:pt x="9518" y="2379"/>
                    <a:pt x="9164" y="2362"/>
                    <a:pt x="8806" y="2345"/>
                  </a:cubicBezTo>
                  <a:cubicBezTo>
                    <a:pt x="8363" y="2345"/>
                    <a:pt x="7920" y="2362"/>
                    <a:pt x="7459" y="2362"/>
                  </a:cubicBezTo>
                  <a:cubicBezTo>
                    <a:pt x="6675" y="2396"/>
                    <a:pt x="5912" y="2413"/>
                    <a:pt x="5132" y="2430"/>
                  </a:cubicBezTo>
                  <a:cubicBezTo>
                    <a:pt x="4352" y="2452"/>
                    <a:pt x="3568" y="2452"/>
                    <a:pt x="2788" y="2430"/>
                  </a:cubicBezTo>
                  <a:cubicBezTo>
                    <a:pt x="2042" y="2430"/>
                    <a:pt x="1296" y="2379"/>
                    <a:pt x="567" y="2200"/>
                  </a:cubicBezTo>
                  <a:cubicBezTo>
                    <a:pt x="478" y="2166"/>
                    <a:pt x="388" y="2132"/>
                    <a:pt x="354" y="2077"/>
                  </a:cubicBezTo>
                  <a:cubicBezTo>
                    <a:pt x="124" y="1791"/>
                    <a:pt x="0" y="1493"/>
                    <a:pt x="90" y="1135"/>
                  </a:cubicBezTo>
                  <a:cubicBezTo>
                    <a:pt x="141" y="798"/>
                    <a:pt x="354" y="585"/>
                    <a:pt x="657" y="478"/>
                  </a:cubicBezTo>
                  <a:cubicBezTo>
                    <a:pt x="1066" y="338"/>
                    <a:pt x="1454" y="193"/>
                    <a:pt x="1880" y="176"/>
                  </a:cubicBezTo>
                  <a:cubicBezTo>
                    <a:pt x="2132" y="159"/>
                    <a:pt x="2379" y="142"/>
                    <a:pt x="2626" y="14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6"/>
            <p:cNvSpPr/>
            <p:nvPr/>
          </p:nvSpPr>
          <p:spPr>
            <a:xfrm rot="1073721">
              <a:off x="5918225" y="450303"/>
              <a:ext cx="512774" cy="147481"/>
            </a:xfrm>
            <a:custGeom>
              <a:rect b="b" l="l" r="r" t="t"/>
              <a:pathLst>
                <a:path extrusionOk="0" h="1881" w="6540">
                  <a:moveTo>
                    <a:pt x="1" y="1880"/>
                  </a:moveTo>
                  <a:cubicBezTo>
                    <a:pt x="197" y="1437"/>
                    <a:pt x="483" y="1083"/>
                    <a:pt x="836" y="798"/>
                  </a:cubicBezTo>
                  <a:cubicBezTo>
                    <a:pt x="1212" y="512"/>
                    <a:pt x="1621" y="320"/>
                    <a:pt x="2047" y="176"/>
                  </a:cubicBezTo>
                  <a:cubicBezTo>
                    <a:pt x="2631" y="1"/>
                    <a:pt x="3198" y="1"/>
                    <a:pt x="3786" y="18"/>
                  </a:cubicBezTo>
                  <a:cubicBezTo>
                    <a:pt x="4285" y="35"/>
                    <a:pt x="4762" y="176"/>
                    <a:pt x="5222" y="355"/>
                  </a:cubicBezTo>
                  <a:cubicBezTo>
                    <a:pt x="5401" y="427"/>
                    <a:pt x="5580" y="551"/>
                    <a:pt x="5721" y="691"/>
                  </a:cubicBezTo>
                  <a:cubicBezTo>
                    <a:pt x="5990" y="960"/>
                    <a:pt x="6220" y="1258"/>
                    <a:pt x="6467" y="1544"/>
                  </a:cubicBezTo>
                  <a:cubicBezTo>
                    <a:pt x="6484" y="1561"/>
                    <a:pt x="6501" y="1599"/>
                    <a:pt x="6539" y="1650"/>
                  </a:cubicBezTo>
                  <a:cubicBezTo>
                    <a:pt x="4353" y="1812"/>
                    <a:pt x="2188" y="1846"/>
                    <a:pt x="1" y="188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6"/>
            <p:cNvSpPr/>
            <p:nvPr/>
          </p:nvSpPr>
          <p:spPr>
            <a:xfrm rot="1073721">
              <a:off x="5849529" y="583760"/>
              <a:ext cx="580909" cy="90716"/>
            </a:xfrm>
            <a:custGeom>
              <a:rect b="b" l="l" r="r" t="t"/>
              <a:pathLst>
                <a:path extrusionOk="0" h="1157" w="7409">
                  <a:moveTo>
                    <a:pt x="1" y="1049"/>
                  </a:moveTo>
                  <a:cubicBezTo>
                    <a:pt x="39" y="802"/>
                    <a:pt x="163" y="572"/>
                    <a:pt x="269" y="321"/>
                  </a:cubicBezTo>
                  <a:cubicBezTo>
                    <a:pt x="286" y="252"/>
                    <a:pt x="359" y="231"/>
                    <a:pt x="444" y="231"/>
                  </a:cubicBezTo>
                  <a:cubicBezTo>
                    <a:pt x="892" y="231"/>
                    <a:pt x="1335" y="231"/>
                    <a:pt x="1778" y="214"/>
                  </a:cubicBezTo>
                  <a:cubicBezTo>
                    <a:pt x="2631" y="197"/>
                    <a:pt x="3483" y="180"/>
                    <a:pt x="4353" y="146"/>
                  </a:cubicBezTo>
                  <a:cubicBezTo>
                    <a:pt x="4834" y="146"/>
                    <a:pt x="5312" y="125"/>
                    <a:pt x="5810" y="107"/>
                  </a:cubicBezTo>
                  <a:cubicBezTo>
                    <a:pt x="6181" y="90"/>
                    <a:pt x="6556" y="56"/>
                    <a:pt x="6927" y="18"/>
                  </a:cubicBezTo>
                  <a:cubicBezTo>
                    <a:pt x="7072" y="1"/>
                    <a:pt x="7072" y="1"/>
                    <a:pt x="7140" y="146"/>
                  </a:cubicBezTo>
                  <a:cubicBezTo>
                    <a:pt x="7285" y="410"/>
                    <a:pt x="7353" y="679"/>
                    <a:pt x="7409" y="998"/>
                  </a:cubicBezTo>
                  <a:cubicBezTo>
                    <a:pt x="7247" y="998"/>
                    <a:pt x="7072" y="1015"/>
                    <a:pt x="6910" y="1015"/>
                  </a:cubicBezTo>
                  <a:cubicBezTo>
                    <a:pt x="5951" y="1067"/>
                    <a:pt x="4992" y="1122"/>
                    <a:pt x="4033" y="1139"/>
                  </a:cubicBezTo>
                  <a:cubicBezTo>
                    <a:pt x="3377" y="1156"/>
                    <a:pt x="2737" y="1156"/>
                    <a:pt x="2081" y="1139"/>
                  </a:cubicBezTo>
                  <a:cubicBezTo>
                    <a:pt x="1403" y="1122"/>
                    <a:pt x="730" y="1084"/>
                    <a:pt x="56" y="1067"/>
                  </a:cubicBezTo>
                  <a:cubicBezTo>
                    <a:pt x="39" y="1067"/>
                    <a:pt x="18" y="1067"/>
                    <a:pt x="1" y="10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6"/>
            <p:cNvSpPr/>
            <p:nvPr/>
          </p:nvSpPr>
          <p:spPr>
            <a:xfrm rot="1073721">
              <a:off x="5770948" y="847527"/>
              <a:ext cx="541784" cy="80993"/>
            </a:xfrm>
            <a:custGeom>
              <a:rect b="b" l="l" r="r" t="t"/>
              <a:pathLst>
                <a:path extrusionOk="0" h="1033" w="6910">
                  <a:moveTo>
                    <a:pt x="6909" y="90"/>
                  </a:moveTo>
                  <a:cubicBezTo>
                    <a:pt x="6713" y="393"/>
                    <a:pt x="6483" y="640"/>
                    <a:pt x="6108" y="691"/>
                  </a:cubicBezTo>
                  <a:cubicBezTo>
                    <a:pt x="5861" y="730"/>
                    <a:pt x="5592" y="798"/>
                    <a:pt x="5345" y="853"/>
                  </a:cubicBezTo>
                  <a:cubicBezTo>
                    <a:pt x="5273" y="853"/>
                    <a:pt x="5222" y="870"/>
                    <a:pt x="5166" y="870"/>
                  </a:cubicBezTo>
                  <a:cubicBezTo>
                    <a:pt x="4919" y="853"/>
                    <a:pt x="4672" y="887"/>
                    <a:pt x="4420" y="943"/>
                  </a:cubicBezTo>
                  <a:cubicBezTo>
                    <a:pt x="4015" y="1011"/>
                    <a:pt x="3606" y="1032"/>
                    <a:pt x="3197" y="1011"/>
                  </a:cubicBezTo>
                  <a:cubicBezTo>
                    <a:pt x="2592" y="977"/>
                    <a:pt x="1991" y="977"/>
                    <a:pt x="1368" y="960"/>
                  </a:cubicBezTo>
                  <a:cubicBezTo>
                    <a:pt x="1100" y="960"/>
                    <a:pt x="836" y="887"/>
                    <a:pt x="567" y="781"/>
                  </a:cubicBezTo>
                  <a:cubicBezTo>
                    <a:pt x="286" y="657"/>
                    <a:pt x="107" y="427"/>
                    <a:pt x="0" y="107"/>
                  </a:cubicBezTo>
                  <a:cubicBezTo>
                    <a:pt x="73" y="107"/>
                    <a:pt x="124" y="90"/>
                    <a:pt x="179" y="90"/>
                  </a:cubicBezTo>
                  <a:lnTo>
                    <a:pt x="622" y="90"/>
                  </a:lnTo>
                  <a:cubicBezTo>
                    <a:pt x="870" y="90"/>
                    <a:pt x="1117" y="107"/>
                    <a:pt x="1351" y="107"/>
                  </a:cubicBezTo>
                  <a:cubicBezTo>
                    <a:pt x="1722" y="107"/>
                    <a:pt x="2097" y="90"/>
                    <a:pt x="2485" y="90"/>
                  </a:cubicBezTo>
                  <a:cubicBezTo>
                    <a:pt x="2860" y="73"/>
                    <a:pt x="3248" y="90"/>
                    <a:pt x="3623" y="73"/>
                  </a:cubicBezTo>
                  <a:cubicBezTo>
                    <a:pt x="4263" y="52"/>
                    <a:pt x="4902" y="18"/>
                    <a:pt x="5524" y="18"/>
                  </a:cubicBezTo>
                  <a:cubicBezTo>
                    <a:pt x="5933" y="1"/>
                    <a:pt x="6321" y="35"/>
                    <a:pt x="6730" y="52"/>
                  </a:cubicBezTo>
                  <a:cubicBezTo>
                    <a:pt x="6786" y="52"/>
                    <a:pt x="6837" y="73"/>
                    <a:pt x="6909" y="9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6"/>
            <p:cNvSpPr/>
            <p:nvPr/>
          </p:nvSpPr>
          <p:spPr>
            <a:xfrm rot="1073721">
              <a:off x="5909636" y="554267"/>
              <a:ext cx="33479" cy="26501"/>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6"/>
            <p:cNvSpPr/>
            <p:nvPr/>
          </p:nvSpPr>
          <p:spPr>
            <a:xfrm rot="1073721">
              <a:off x="5984025" y="578287"/>
              <a:ext cx="33479" cy="26501"/>
            </a:xfrm>
            <a:custGeom>
              <a:rect b="b" l="l" r="r" t="t"/>
              <a:pathLst>
                <a:path extrusionOk="0" h="338" w="427">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6"/>
            <p:cNvSpPr/>
            <p:nvPr/>
          </p:nvSpPr>
          <p:spPr>
            <a:xfrm rot="1073721">
              <a:off x="6064830" y="604379"/>
              <a:ext cx="33479" cy="26501"/>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6"/>
            <p:cNvSpPr/>
            <p:nvPr/>
          </p:nvSpPr>
          <p:spPr>
            <a:xfrm rot="1073721">
              <a:off x="6153544" y="633025"/>
              <a:ext cx="33479" cy="26501"/>
            </a:xfrm>
            <a:custGeom>
              <a:rect b="b" l="l" r="r" t="t"/>
              <a:pathLst>
                <a:path extrusionOk="0" h="338" w="427">
                  <a:moveTo>
                    <a:pt x="213" y="1"/>
                  </a:moveTo>
                  <a:cubicBezTo>
                    <a:pt x="0" y="1"/>
                    <a:pt x="0" y="337"/>
                    <a:pt x="213" y="337"/>
                  </a:cubicBezTo>
                  <a:cubicBezTo>
                    <a:pt x="427" y="337"/>
                    <a:pt x="427"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6"/>
            <p:cNvSpPr/>
            <p:nvPr/>
          </p:nvSpPr>
          <p:spPr>
            <a:xfrm rot="1073721">
              <a:off x="6242259" y="661671"/>
              <a:ext cx="33479" cy="26501"/>
            </a:xfrm>
            <a:custGeom>
              <a:rect b="b" l="l" r="r" t="t"/>
              <a:pathLst>
                <a:path extrusionOk="0" h="338" w="427">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6"/>
            <p:cNvSpPr/>
            <p:nvPr/>
          </p:nvSpPr>
          <p:spPr>
            <a:xfrm rot="1073721">
              <a:off x="6333129" y="683678"/>
              <a:ext cx="33479" cy="26423"/>
            </a:xfrm>
            <a:custGeom>
              <a:rect b="b" l="l" r="r" t="t"/>
              <a:pathLst>
                <a:path extrusionOk="0" h="337" w="427">
                  <a:moveTo>
                    <a:pt x="214" y="0"/>
                  </a:moveTo>
                  <a:cubicBezTo>
                    <a:pt x="1" y="0"/>
                    <a:pt x="1" y="337"/>
                    <a:pt x="214" y="337"/>
                  </a:cubicBezTo>
                  <a:cubicBezTo>
                    <a:pt x="427" y="337"/>
                    <a:pt x="427" y="0"/>
                    <a:pt x="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6"/>
            <p:cNvSpPr/>
            <p:nvPr/>
          </p:nvSpPr>
          <p:spPr>
            <a:xfrm rot="1073721">
              <a:off x="6175973" y="503050"/>
              <a:ext cx="163163" cy="76602"/>
            </a:xfrm>
            <a:custGeom>
              <a:rect b="b" l="l" r="r" t="t"/>
              <a:pathLst>
                <a:path extrusionOk="0" h="977" w="2081">
                  <a:moveTo>
                    <a:pt x="606" y="1"/>
                  </a:moveTo>
                  <a:cubicBezTo>
                    <a:pt x="392" y="1"/>
                    <a:pt x="179" y="18"/>
                    <a:pt x="0" y="107"/>
                  </a:cubicBezTo>
                  <a:cubicBezTo>
                    <a:pt x="196" y="158"/>
                    <a:pt x="375" y="197"/>
                    <a:pt x="571" y="248"/>
                  </a:cubicBezTo>
                  <a:cubicBezTo>
                    <a:pt x="746" y="303"/>
                    <a:pt x="925" y="371"/>
                    <a:pt x="1087" y="427"/>
                  </a:cubicBezTo>
                  <a:cubicBezTo>
                    <a:pt x="1262" y="495"/>
                    <a:pt x="1424" y="567"/>
                    <a:pt x="1599" y="657"/>
                  </a:cubicBezTo>
                  <a:cubicBezTo>
                    <a:pt x="1761" y="746"/>
                    <a:pt x="1918" y="853"/>
                    <a:pt x="2080" y="977"/>
                  </a:cubicBezTo>
                  <a:cubicBezTo>
                    <a:pt x="2025" y="763"/>
                    <a:pt x="1901" y="584"/>
                    <a:pt x="1744" y="444"/>
                  </a:cubicBezTo>
                  <a:cubicBezTo>
                    <a:pt x="1582" y="303"/>
                    <a:pt x="1407" y="197"/>
                    <a:pt x="1211" y="124"/>
                  </a:cubicBezTo>
                  <a:cubicBezTo>
                    <a:pt x="1015" y="52"/>
                    <a:pt x="819" y="1"/>
                    <a:pt x="6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6"/>
            <p:cNvSpPr/>
            <p:nvPr/>
          </p:nvSpPr>
          <p:spPr>
            <a:xfrm rot="1073721">
              <a:off x="5680639" y="598333"/>
              <a:ext cx="101614" cy="90637"/>
            </a:xfrm>
            <a:custGeom>
              <a:rect b="b" l="l" r="r" t="t"/>
              <a:pathLst>
                <a:path extrusionOk="0" h="1156" w="1296">
                  <a:moveTo>
                    <a:pt x="1296" y="550"/>
                  </a:moveTo>
                  <a:cubicBezTo>
                    <a:pt x="1279" y="797"/>
                    <a:pt x="1155" y="976"/>
                    <a:pt x="925" y="1066"/>
                  </a:cubicBezTo>
                  <a:cubicBezTo>
                    <a:pt x="674" y="1155"/>
                    <a:pt x="409" y="1117"/>
                    <a:pt x="264" y="942"/>
                  </a:cubicBezTo>
                  <a:cubicBezTo>
                    <a:pt x="0" y="640"/>
                    <a:pt x="124" y="231"/>
                    <a:pt x="499" y="73"/>
                  </a:cubicBezTo>
                  <a:cubicBezTo>
                    <a:pt x="656" y="17"/>
                    <a:pt x="818" y="0"/>
                    <a:pt x="993" y="51"/>
                  </a:cubicBezTo>
                  <a:cubicBezTo>
                    <a:pt x="1066" y="73"/>
                    <a:pt x="1138" y="124"/>
                    <a:pt x="1172" y="179"/>
                  </a:cubicBezTo>
                  <a:cubicBezTo>
                    <a:pt x="1262"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6"/>
            <p:cNvSpPr/>
            <p:nvPr/>
          </p:nvSpPr>
          <p:spPr>
            <a:xfrm rot="1073721">
              <a:off x="5674582" y="588065"/>
              <a:ext cx="118393" cy="114080"/>
            </a:xfrm>
            <a:custGeom>
              <a:rect b="b" l="l" r="r" t="t"/>
              <a:pathLst>
                <a:path extrusionOk="0" h="1455" w="1510">
                  <a:moveTo>
                    <a:pt x="1492" y="674"/>
                  </a:moveTo>
                  <a:cubicBezTo>
                    <a:pt x="1510" y="1045"/>
                    <a:pt x="1245" y="1296"/>
                    <a:pt x="909" y="1386"/>
                  </a:cubicBezTo>
                  <a:cubicBezTo>
                    <a:pt x="606" y="1454"/>
                    <a:pt x="359" y="1365"/>
                    <a:pt x="180" y="1117"/>
                  </a:cubicBezTo>
                  <a:cubicBezTo>
                    <a:pt x="1" y="887"/>
                    <a:pt x="1" y="533"/>
                    <a:pt x="269" y="248"/>
                  </a:cubicBezTo>
                  <a:cubicBezTo>
                    <a:pt x="482" y="52"/>
                    <a:pt x="729" y="1"/>
                    <a:pt x="998" y="35"/>
                  </a:cubicBezTo>
                  <a:cubicBezTo>
                    <a:pt x="1122" y="52"/>
                    <a:pt x="1245" y="52"/>
                    <a:pt x="1318" y="175"/>
                  </a:cubicBezTo>
                  <a:cubicBezTo>
                    <a:pt x="1403" y="282"/>
                    <a:pt x="1492" y="512"/>
                    <a:pt x="1492" y="674"/>
                  </a:cubicBezTo>
                  <a:close/>
                  <a:moveTo>
                    <a:pt x="1369" y="691"/>
                  </a:moveTo>
                  <a:cubicBezTo>
                    <a:pt x="1369" y="568"/>
                    <a:pt x="1335" y="427"/>
                    <a:pt x="1245" y="320"/>
                  </a:cubicBezTo>
                  <a:cubicBezTo>
                    <a:pt x="1211" y="265"/>
                    <a:pt x="1139" y="214"/>
                    <a:pt x="1066" y="192"/>
                  </a:cubicBezTo>
                  <a:cubicBezTo>
                    <a:pt x="891" y="141"/>
                    <a:pt x="729" y="158"/>
                    <a:pt x="572" y="214"/>
                  </a:cubicBezTo>
                  <a:cubicBezTo>
                    <a:pt x="197" y="372"/>
                    <a:pt x="73" y="781"/>
                    <a:pt x="337" y="1083"/>
                  </a:cubicBezTo>
                  <a:cubicBezTo>
                    <a:pt x="482" y="1258"/>
                    <a:pt x="747" y="1296"/>
                    <a:pt x="998" y="1207"/>
                  </a:cubicBezTo>
                  <a:cubicBezTo>
                    <a:pt x="1228" y="1117"/>
                    <a:pt x="1352" y="938"/>
                    <a:pt x="1369"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6"/>
            <p:cNvSpPr/>
            <p:nvPr/>
          </p:nvSpPr>
          <p:spPr>
            <a:xfrm rot="1073721">
              <a:off x="5858066" y="655637"/>
              <a:ext cx="101692" cy="90637"/>
            </a:xfrm>
            <a:custGeom>
              <a:rect b="b" l="l" r="r" t="t"/>
              <a:pathLst>
                <a:path extrusionOk="0" h="1156" w="1297">
                  <a:moveTo>
                    <a:pt x="1296" y="550"/>
                  </a:moveTo>
                  <a:cubicBezTo>
                    <a:pt x="1279" y="797"/>
                    <a:pt x="1156" y="976"/>
                    <a:pt x="925" y="1066"/>
                  </a:cubicBezTo>
                  <a:cubicBezTo>
                    <a:pt x="678" y="1155"/>
                    <a:pt x="410" y="1117"/>
                    <a:pt x="269" y="942"/>
                  </a:cubicBezTo>
                  <a:cubicBezTo>
                    <a:pt x="0" y="640"/>
                    <a:pt x="107" y="231"/>
                    <a:pt x="499" y="73"/>
                  </a:cubicBezTo>
                  <a:cubicBezTo>
                    <a:pt x="657" y="17"/>
                    <a:pt x="819" y="0"/>
                    <a:pt x="977" y="51"/>
                  </a:cubicBezTo>
                  <a:cubicBezTo>
                    <a:pt x="1049" y="73"/>
                    <a:pt x="1139" y="124"/>
                    <a:pt x="1173" y="179"/>
                  </a:cubicBezTo>
                  <a:cubicBezTo>
                    <a:pt x="1245"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6"/>
            <p:cNvSpPr/>
            <p:nvPr/>
          </p:nvSpPr>
          <p:spPr>
            <a:xfrm rot="1073721">
              <a:off x="5852383" y="645477"/>
              <a:ext cx="118393" cy="114080"/>
            </a:xfrm>
            <a:custGeom>
              <a:rect b="b" l="l" r="r" t="t"/>
              <a:pathLst>
                <a:path extrusionOk="0" h="1455" w="1510">
                  <a:moveTo>
                    <a:pt x="1492" y="674"/>
                  </a:moveTo>
                  <a:cubicBezTo>
                    <a:pt x="1509" y="1045"/>
                    <a:pt x="1241" y="1296"/>
                    <a:pt x="904" y="1386"/>
                  </a:cubicBezTo>
                  <a:cubicBezTo>
                    <a:pt x="601" y="1454"/>
                    <a:pt x="337" y="1365"/>
                    <a:pt x="158" y="1117"/>
                  </a:cubicBezTo>
                  <a:cubicBezTo>
                    <a:pt x="0" y="887"/>
                    <a:pt x="0" y="533"/>
                    <a:pt x="265" y="248"/>
                  </a:cubicBezTo>
                  <a:cubicBezTo>
                    <a:pt x="478" y="52"/>
                    <a:pt x="725" y="1"/>
                    <a:pt x="993" y="35"/>
                  </a:cubicBezTo>
                  <a:cubicBezTo>
                    <a:pt x="1100" y="52"/>
                    <a:pt x="1241" y="52"/>
                    <a:pt x="1313" y="175"/>
                  </a:cubicBezTo>
                  <a:cubicBezTo>
                    <a:pt x="1403" y="282"/>
                    <a:pt x="1471" y="512"/>
                    <a:pt x="1492" y="674"/>
                  </a:cubicBezTo>
                  <a:close/>
                  <a:moveTo>
                    <a:pt x="1364" y="691"/>
                  </a:moveTo>
                  <a:cubicBezTo>
                    <a:pt x="1364" y="568"/>
                    <a:pt x="1313" y="427"/>
                    <a:pt x="1241" y="320"/>
                  </a:cubicBezTo>
                  <a:cubicBezTo>
                    <a:pt x="1207" y="265"/>
                    <a:pt x="1117" y="214"/>
                    <a:pt x="1045" y="192"/>
                  </a:cubicBezTo>
                  <a:cubicBezTo>
                    <a:pt x="887" y="141"/>
                    <a:pt x="725" y="158"/>
                    <a:pt x="567" y="214"/>
                  </a:cubicBezTo>
                  <a:cubicBezTo>
                    <a:pt x="175" y="372"/>
                    <a:pt x="68" y="781"/>
                    <a:pt x="337" y="1083"/>
                  </a:cubicBezTo>
                  <a:cubicBezTo>
                    <a:pt x="478" y="1258"/>
                    <a:pt x="746" y="1296"/>
                    <a:pt x="993" y="1207"/>
                  </a:cubicBezTo>
                  <a:cubicBezTo>
                    <a:pt x="1224" y="1117"/>
                    <a:pt x="1347" y="938"/>
                    <a:pt x="1364"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6"/>
            <p:cNvSpPr/>
            <p:nvPr/>
          </p:nvSpPr>
          <p:spPr>
            <a:xfrm rot="1073721">
              <a:off x="6035869" y="713038"/>
              <a:ext cx="101614" cy="90637"/>
            </a:xfrm>
            <a:custGeom>
              <a:rect b="b" l="l" r="r" t="t"/>
              <a:pathLst>
                <a:path extrusionOk="0" h="1156" w="1296">
                  <a:moveTo>
                    <a:pt x="1296" y="550"/>
                  </a:moveTo>
                  <a:cubicBezTo>
                    <a:pt x="1279" y="797"/>
                    <a:pt x="1151" y="976"/>
                    <a:pt x="904" y="1066"/>
                  </a:cubicBezTo>
                  <a:cubicBezTo>
                    <a:pt x="674" y="1155"/>
                    <a:pt x="388" y="1117"/>
                    <a:pt x="247" y="942"/>
                  </a:cubicBezTo>
                  <a:cubicBezTo>
                    <a:pt x="0" y="640"/>
                    <a:pt x="107" y="231"/>
                    <a:pt x="495" y="73"/>
                  </a:cubicBezTo>
                  <a:cubicBezTo>
                    <a:pt x="657" y="17"/>
                    <a:pt x="814" y="0"/>
                    <a:pt x="976" y="51"/>
                  </a:cubicBezTo>
                  <a:cubicBezTo>
                    <a:pt x="1044" y="73"/>
                    <a:pt x="1134" y="124"/>
                    <a:pt x="1172" y="179"/>
                  </a:cubicBezTo>
                  <a:cubicBezTo>
                    <a:pt x="1241"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6"/>
            <p:cNvSpPr/>
            <p:nvPr/>
          </p:nvSpPr>
          <p:spPr>
            <a:xfrm rot="1073721">
              <a:off x="6028511" y="702565"/>
              <a:ext cx="119726" cy="114080"/>
            </a:xfrm>
            <a:custGeom>
              <a:rect b="b" l="l" r="r" t="t"/>
              <a:pathLst>
                <a:path extrusionOk="0" h="1455" w="1527">
                  <a:moveTo>
                    <a:pt x="1510" y="674"/>
                  </a:moveTo>
                  <a:cubicBezTo>
                    <a:pt x="1527" y="1045"/>
                    <a:pt x="1262" y="1296"/>
                    <a:pt x="921" y="1386"/>
                  </a:cubicBezTo>
                  <a:cubicBezTo>
                    <a:pt x="623" y="1454"/>
                    <a:pt x="354" y="1365"/>
                    <a:pt x="175" y="1117"/>
                  </a:cubicBezTo>
                  <a:cubicBezTo>
                    <a:pt x="18" y="887"/>
                    <a:pt x="1" y="533"/>
                    <a:pt x="282" y="248"/>
                  </a:cubicBezTo>
                  <a:cubicBezTo>
                    <a:pt x="478" y="52"/>
                    <a:pt x="747" y="1"/>
                    <a:pt x="1011" y="35"/>
                  </a:cubicBezTo>
                  <a:cubicBezTo>
                    <a:pt x="1117" y="52"/>
                    <a:pt x="1241" y="52"/>
                    <a:pt x="1331" y="175"/>
                  </a:cubicBezTo>
                  <a:cubicBezTo>
                    <a:pt x="1420" y="282"/>
                    <a:pt x="1492" y="512"/>
                    <a:pt x="1510" y="674"/>
                  </a:cubicBezTo>
                  <a:close/>
                  <a:moveTo>
                    <a:pt x="1386" y="691"/>
                  </a:moveTo>
                  <a:cubicBezTo>
                    <a:pt x="1386" y="568"/>
                    <a:pt x="1331" y="427"/>
                    <a:pt x="1262" y="320"/>
                  </a:cubicBezTo>
                  <a:cubicBezTo>
                    <a:pt x="1224" y="265"/>
                    <a:pt x="1134" y="214"/>
                    <a:pt x="1066" y="192"/>
                  </a:cubicBezTo>
                  <a:cubicBezTo>
                    <a:pt x="904" y="141"/>
                    <a:pt x="747" y="158"/>
                    <a:pt x="585" y="214"/>
                  </a:cubicBezTo>
                  <a:cubicBezTo>
                    <a:pt x="197" y="372"/>
                    <a:pt x="90" y="781"/>
                    <a:pt x="337" y="1083"/>
                  </a:cubicBezTo>
                  <a:cubicBezTo>
                    <a:pt x="478" y="1258"/>
                    <a:pt x="764" y="1296"/>
                    <a:pt x="994" y="1207"/>
                  </a:cubicBezTo>
                  <a:cubicBezTo>
                    <a:pt x="1241" y="1117"/>
                    <a:pt x="1369" y="938"/>
                    <a:pt x="1386"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6"/>
            <p:cNvSpPr/>
            <p:nvPr/>
          </p:nvSpPr>
          <p:spPr>
            <a:xfrm rot="1073721">
              <a:off x="6213296" y="770342"/>
              <a:ext cx="101692" cy="90637"/>
            </a:xfrm>
            <a:custGeom>
              <a:rect b="b" l="l" r="r" t="t"/>
              <a:pathLst>
                <a:path extrusionOk="0" h="1156" w="1297">
                  <a:moveTo>
                    <a:pt x="1279" y="550"/>
                  </a:moveTo>
                  <a:cubicBezTo>
                    <a:pt x="1279" y="797"/>
                    <a:pt x="1156" y="976"/>
                    <a:pt x="904" y="1066"/>
                  </a:cubicBezTo>
                  <a:cubicBezTo>
                    <a:pt x="674" y="1155"/>
                    <a:pt x="393" y="1117"/>
                    <a:pt x="248" y="942"/>
                  </a:cubicBezTo>
                  <a:cubicBezTo>
                    <a:pt x="1" y="640"/>
                    <a:pt x="107" y="231"/>
                    <a:pt x="478" y="73"/>
                  </a:cubicBezTo>
                  <a:cubicBezTo>
                    <a:pt x="640" y="17"/>
                    <a:pt x="819" y="0"/>
                    <a:pt x="977" y="51"/>
                  </a:cubicBezTo>
                  <a:cubicBezTo>
                    <a:pt x="1049" y="73"/>
                    <a:pt x="1139" y="124"/>
                    <a:pt x="1173" y="179"/>
                  </a:cubicBezTo>
                  <a:cubicBezTo>
                    <a:pt x="1245" y="286"/>
                    <a:pt x="1296" y="427"/>
                    <a:pt x="1279"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6"/>
            <p:cNvSpPr/>
            <p:nvPr/>
          </p:nvSpPr>
          <p:spPr>
            <a:xfrm rot="1073721">
              <a:off x="6206016" y="759869"/>
              <a:ext cx="119647" cy="114080"/>
            </a:xfrm>
            <a:custGeom>
              <a:rect b="b" l="l" r="r" t="t"/>
              <a:pathLst>
                <a:path extrusionOk="0" h="1455" w="1526">
                  <a:moveTo>
                    <a:pt x="1509" y="674"/>
                  </a:moveTo>
                  <a:cubicBezTo>
                    <a:pt x="1526" y="1045"/>
                    <a:pt x="1262" y="1296"/>
                    <a:pt x="925" y="1386"/>
                  </a:cubicBezTo>
                  <a:cubicBezTo>
                    <a:pt x="622" y="1454"/>
                    <a:pt x="354" y="1365"/>
                    <a:pt x="179" y="1117"/>
                  </a:cubicBezTo>
                  <a:cubicBezTo>
                    <a:pt x="17" y="887"/>
                    <a:pt x="0" y="533"/>
                    <a:pt x="286" y="248"/>
                  </a:cubicBezTo>
                  <a:cubicBezTo>
                    <a:pt x="482" y="52"/>
                    <a:pt x="746" y="1"/>
                    <a:pt x="1015" y="35"/>
                  </a:cubicBezTo>
                  <a:cubicBezTo>
                    <a:pt x="1121" y="52"/>
                    <a:pt x="1245" y="52"/>
                    <a:pt x="1334" y="175"/>
                  </a:cubicBezTo>
                  <a:cubicBezTo>
                    <a:pt x="1402" y="282"/>
                    <a:pt x="1492" y="512"/>
                    <a:pt x="1509" y="674"/>
                  </a:cubicBezTo>
                  <a:close/>
                  <a:moveTo>
                    <a:pt x="1368" y="691"/>
                  </a:moveTo>
                  <a:cubicBezTo>
                    <a:pt x="1385" y="568"/>
                    <a:pt x="1334" y="427"/>
                    <a:pt x="1262" y="320"/>
                  </a:cubicBezTo>
                  <a:cubicBezTo>
                    <a:pt x="1228" y="265"/>
                    <a:pt x="1138" y="214"/>
                    <a:pt x="1066" y="192"/>
                  </a:cubicBezTo>
                  <a:cubicBezTo>
                    <a:pt x="908" y="141"/>
                    <a:pt x="729" y="158"/>
                    <a:pt x="567" y="214"/>
                  </a:cubicBezTo>
                  <a:cubicBezTo>
                    <a:pt x="196" y="372"/>
                    <a:pt x="90" y="781"/>
                    <a:pt x="337" y="1083"/>
                  </a:cubicBezTo>
                  <a:cubicBezTo>
                    <a:pt x="482" y="1258"/>
                    <a:pt x="763" y="1296"/>
                    <a:pt x="993" y="1207"/>
                  </a:cubicBezTo>
                  <a:cubicBezTo>
                    <a:pt x="1245" y="1117"/>
                    <a:pt x="1368" y="938"/>
                    <a:pt x="1368"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6"/>
            <p:cNvSpPr/>
            <p:nvPr/>
          </p:nvSpPr>
          <p:spPr>
            <a:xfrm rot="1073721">
              <a:off x="6390724" y="827634"/>
              <a:ext cx="101692" cy="90637"/>
            </a:xfrm>
            <a:custGeom>
              <a:rect b="b" l="l" r="r" t="t"/>
              <a:pathLst>
                <a:path extrusionOk="0" h="1156" w="1297">
                  <a:moveTo>
                    <a:pt x="1280" y="550"/>
                  </a:moveTo>
                  <a:cubicBezTo>
                    <a:pt x="1280" y="797"/>
                    <a:pt x="1156" y="976"/>
                    <a:pt x="909" y="1066"/>
                  </a:cubicBezTo>
                  <a:cubicBezTo>
                    <a:pt x="679" y="1155"/>
                    <a:pt x="393" y="1117"/>
                    <a:pt x="252" y="942"/>
                  </a:cubicBezTo>
                  <a:cubicBezTo>
                    <a:pt x="1" y="640"/>
                    <a:pt x="108" y="231"/>
                    <a:pt x="483" y="73"/>
                  </a:cubicBezTo>
                  <a:cubicBezTo>
                    <a:pt x="640" y="17"/>
                    <a:pt x="819" y="0"/>
                    <a:pt x="977" y="51"/>
                  </a:cubicBezTo>
                  <a:cubicBezTo>
                    <a:pt x="1050" y="73"/>
                    <a:pt x="1122" y="124"/>
                    <a:pt x="1173" y="179"/>
                  </a:cubicBezTo>
                  <a:cubicBezTo>
                    <a:pt x="1246" y="286"/>
                    <a:pt x="1297" y="427"/>
                    <a:pt x="1280"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6"/>
            <p:cNvSpPr/>
            <p:nvPr/>
          </p:nvSpPr>
          <p:spPr>
            <a:xfrm rot="1073721">
              <a:off x="6383435" y="817221"/>
              <a:ext cx="120039" cy="114080"/>
            </a:xfrm>
            <a:custGeom>
              <a:rect b="b" l="l" r="r" t="t"/>
              <a:pathLst>
                <a:path extrusionOk="0" h="1455" w="1531">
                  <a:moveTo>
                    <a:pt x="1492" y="674"/>
                  </a:moveTo>
                  <a:cubicBezTo>
                    <a:pt x="1531" y="1045"/>
                    <a:pt x="1262" y="1296"/>
                    <a:pt x="925" y="1386"/>
                  </a:cubicBezTo>
                  <a:cubicBezTo>
                    <a:pt x="623" y="1454"/>
                    <a:pt x="359" y="1365"/>
                    <a:pt x="179" y="1117"/>
                  </a:cubicBezTo>
                  <a:cubicBezTo>
                    <a:pt x="22" y="887"/>
                    <a:pt x="0" y="533"/>
                    <a:pt x="286" y="248"/>
                  </a:cubicBezTo>
                  <a:cubicBezTo>
                    <a:pt x="482" y="52"/>
                    <a:pt x="746" y="1"/>
                    <a:pt x="1015" y="35"/>
                  </a:cubicBezTo>
                  <a:cubicBezTo>
                    <a:pt x="1121" y="52"/>
                    <a:pt x="1245" y="52"/>
                    <a:pt x="1335" y="175"/>
                  </a:cubicBezTo>
                  <a:cubicBezTo>
                    <a:pt x="1407" y="282"/>
                    <a:pt x="1492" y="512"/>
                    <a:pt x="1492" y="674"/>
                  </a:cubicBezTo>
                  <a:close/>
                  <a:moveTo>
                    <a:pt x="1369" y="691"/>
                  </a:moveTo>
                  <a:cubicBezTo>
                    <a:pt x="1386" y="568"/>
                    <a:pt x="1335" y="427"/>
                    <a:pt x="1262" y="320"/>
                  </a:cubicBezTo>
                  <a:cubicBezTo>
                    <a:pt x="1211" y="265"/>
                    <a:pt x="1139" y="214"/>
                    <a:pt x="1066" y="192"/>
                  </a:cubicBezTo>
                  <a:cubicBezTo>
                    <a:pt x="908" y="141"/>
                    <a:pt x="729" y="158"/>
                    <a:pt x="572" y="214"/>
                  </a:cubicBezTo>
                  <a:cubicBezTo>
                    <a:pt x="197" y="372"/>
                    <a:pt x="90" y="781"/>
                    <a:pt x="341" y="1083"/>
                  </a:cubicBezTo>
                  <a:cubicBezTo>
                    <a:pt x="482" y="1258"/>
                    <a:pt x="768" y="1296"/>
                    <a:pt x="998" y="1207"/>
                  </a:cubicBezTo>
                  <a:cubicBezTo>
                    <a:pt x="1245" y="1117"/>
                    <a:pt x="1369" y="938"/>
                    <a:pt x="1369"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6"/>
            <p:cNvSpPr/>
            <p:nvPr/>
          </p:nvSpPr>
          <p:spPr>
            <a:xfrm rot="1073721">
              <a:off x="5735506" y="618167"/>
              <a:ext cx="33479" cy="26501"/>
            </a:xfrm>
            <a:custGeom>
              <a:rect b="b" l="l" r="r" t="t"/>
              <a:pathLst>
                <a:path extrusionOk="0" h="338" w="427">
                  <a:moveTo>
                    <a:pt x="214" y="0"/>
                  </a:moveTo>
                  <a:cubicBezTo>
                    <a:pt x="0" y="0"/>
                    <a:pt x="0"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6"/>
            <p:cNvSpPr/>
            <p:nvPr/>
          </p:nvSpPr>
          <p:spPr>
            <a:xfrm rot="1073721">
              <a:off x="5917113" y="676808"/>
              <a:ext cx="33479" cy="26501"/>
            </a:xfrm>
            <a:custGeom>
              <a:rect b="b" l="l" r="r" t="t"/>
              <a:pathLst>
                <a:path extrusionOk="0" h="338" w="427">
                  <a:moveTo>
                    <a:pt x="213" y="0"/>
                  </a:moveTo>
                  <a:cubicBezTo>
                    <a:pt x="0" y="0"/>
                    <a:pt x="0" y="337"/>
                    <a:pt x="213" y="337"/>
                  </a:cubicBezTo>
                  <a:cubicBezTo>
                    <a:pt x="427" y="337"/>
                    <a:pt x="427" y="0"/>
                    <a:pt x="2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6"/>
            <p:cNvSpPr/>
            <p:nvPr/>
          </p:nvSpPr>
          <p:spPr>
            <a:xfrm rot="1073721">
              <a:off x="6094132" y="735369"/>
              <a:ext cx="33479" cy="26501"/>
            </a:xfrm>
            <a:custGeom>
              <a:rect b="b" l="l" r="r" t="t"/>
              <a:pathLst>
                <a:path extrusionOk="0" h="338" w="427">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6"/>
            <p:cNvSpPr/>
            <p:nvPr/>
          </p:nvSpPr>
          <p:spPr>
            <a:xfrm rot="1073721">
              <a:off x="6269022" y="791854"/>
              <a:ext cx="33558" cy="26501"/>
            </a:xfrm>
            <a:custGeom>
              <a:rect b="b" l="l" r="r" t="t"/>
              <a:pathLst>
                <a:path extrusionOk="0" h="338" w="428">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6"/>
            <p:cNvSpPr/>
            <p:nvPr/>
          </p:nvSpPr>
          <p:spPr>
            <a:xfrm rot="1073721">
              <a:off x="6448503" y="848395"/>
              <a:ext cx="33479" cy="26501"/>
            </a:xfrm>
            <a:custGeom>
              <a:rect b="b" l="l" r="r" t="t"/>
              <a:pathLst>
                <a:path extrusionOk="0" h="338" w="427">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6"/>
            <p:cNvSpPr/>
            <p:nvPr/>
          </p:nvSpPr>
          <p:spPr>
            <a:xfrm rot="1073721">
              <a:off x="5584944" y="587344"/>
              <a:ext cx="57236" cy="8389"/>
            </a:xfrm>
            <a:custGeom>
              <a:rect b="b" l="l" r="r" t="t"/>
              <a:pathLst>
                <a:path extrusionOk="0" h="107" w="730">
                  <a:moveTo>
                    <a:pt x="657" y="0"/>
                  </a:moveTo>
                  <a:cubicBezTo>
                    <a:pt x="466" y="17"/>
                    <a:pt x="269" y="17"/>
                    <a:pt x="56" y="17"/>
                  </a:cubicBezTo>
                  <a:cubicBezTo>
                    <a:pt x="1" y="17"/>
                    <a:pt x="1" y="107"/>
                    <a:pt x="56" y="107"/>
                  </a:cubicBezTo>
                  <a:cubicBezTo>
                    <a:pt x="269" y="107"/>
                    <a:pt x="466" y="107"/>
                    <a:pt x="657" y="90"/>
                  </a:cubicBezTo>
                  <a:cubicBezTo>
                    <a:pt x="730" y="90"/>
                    <a:pt x="730" y="0"/>
                    <a:pt x="6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6"/>
            <p:cNvSpPr/>
            <p:nvPr/>
          </p:nvSpPr>
          <p:spPr>
            <a:xfrm rot="1073721">
              <a:off x="5597480" y="570577"/>
              <a:ext cx="46181" cy="8468"/>
            </a:xfrm>
            <a:custGeom>
              <a:rect b="b" l="l" r="r" t="t"/>
              <a:pathLst>
                <a:path extrusionOk="0" h="108" w="589">
                  <a:moveTo>
                    <a:pt x="533" y="1"/>
                  </a:moveTo>
                  <a:cubicBezTo>
                    <a:pt x="376" y="1"/>
                    <a:pt x="214" y="18"/>
                    <a:pt x="56" y="18"/>
                  </a:cubicBezTo>
                  <a:cubicBezTo>
                    <a:pt x="0" y="18"/>
                    <a:pt x="0" y="108"/>
                    <a:pt x="56" y="108"/>
                  </a:cubicBezTo>
                  <a:cubicBezTo>
                    <a:pt x="214" y="108"/>
                    <a:pt x="376" y="90"/>
                    <a:pt x="533" y="90"/>
                  </a:cubicBezTo>
                  <a:cubicBezTo>
                    <a:pt x="589" y="90"/>
                    <a:pt x="589" y="1"/>
                    <a:pt x="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6"/>
            <p:cNvSpPr/>
            <p:nvPr/>
          </p:nvSpPr>
          <p:spPr>
            <a:xfrm rot="1073721">
              <a:off x="5577745" y="610099"/>
              <a:ext cx="58569" cy="7684"/>
            </a:xfrm>
            <a:custGeom>
              <a:rect b="b" l="l" r="r" t="t"/>
              <a:pathLst>
                <a:path extrusionOk="0" h="98" w="747">
                  <a:moveTo>
                    <a:pt x="56" y="1"/>
                  </a:moveTo>
                  <a:cubicBezTo>
                    <a:pt x="1" y="1"/>
                    <a:pt x="1" y="90"/>
                    <a:pt x="56" y="90"/>
                  </a:cubicBezTo>
                  <a:cubicBezTo>
                    <a:pt x="127" y="96"/>
                    <a:pt x="198" y="98"/>
                    <a:pt x="269" y="98"/>
                  </a:cubicBezTo>
                  <a:cubicBezTo>
                    <a:pt x="412" y="98"/>
                    <a:pt x="554" y="90"/>
                    <a:pt x="696" y="90"/>
                  </a:cubicBezTo>
                  <a:cubicBezTo>
                    <a:pt x="747" y="90"/>
                    <a:pt x="747" y="1"/>
                    <a:pt x="696" y="1"/>
                  </a:cubicBezTo>
                  <a:cubicBezTo>
                    <a:pt x="554" y="1"/>
                    <a:pt x="412" y="8"/>
                    <a:pt x="269" y="8"/>
                  </a:cubicBezTo>
                  <a:cubicBezTo>
                    <a:pt x="198" y="8"/>
                    <a:pt x="127" y="6"/>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6"/>
            <p:cNvSpPr/>
            <p:nvPr/>
          </p:nvSpPr>
          <p:spPr>
            <a:xfrm rot="1073721">
              <a:off x="5944045" y="477507"/>
              <a:ext cx="72604" cy="9801"/>
            </a:xfrm>
            <a:custGeom>
              <a:rect b="b" l="l" r="r" t="t"/>
              <a:pathLst>
                <a:path extrusionOk="0" h="125" w="926">
                  <a:moveTo>
                    <a:pt x="73" y="1"/>
                  </a:moveTo>
                  <a:cubicBezTo>
                    <a:pt x="1" y="1"/>
                    <a:pt x="1" y="90"/>
                    <a:pt x="73" y="90"/>
                  </a:cubicBezTo>
                  <a:cubicBezTo>
                    <a:pt x="205" y="107"/>
                    <a:pt x="338" y="107"/>
                    <a:pt x="469" y="107"/>
                  </a:cubicBezTo>
                  <a:cubicBezTo>
                    <a:pt x="600" y="107"/>
                    <a:pt x="729" y="107"/>
                    <a:pt x="853" y="124"/>
                  </a:cubicBezTo>
                  <a:cubicBezTo>
                    <a:pt x="926" y="124"/>
                    <a:pt x="926" y="39"/>
                    <a:pt x="853" y="39"/>
                  </a:cubicBezTo>
                  <a:cubicBezTo>
                    <a:pt x="729" y="20"/>
                    <a:pt x="600" y="20"/>
                    <a:pt x="469" y="20"/>
                  </a:cubicBezTo>
                  <a:cubicBezTo>
                    <a:pt x="338" y="20"/>
                    <a:pt x="205" y="20"/>
                    <a:pt x="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6"/>
            <p:cNvSpPr/>
            <p:nvPr/>
          </p:nvSpPr>
          <p:spPr>
            <a:xfrm rot="1073721">
              <a:off x="5963351" y="462057"/>
              <a:ext cx="47200" cy="8468"/>
            </a:xfrm>
            <a:custGeom>
              <a:rect b="b" l="l" r="r" t="t"/>
              <a:pathLst>
                <a:path extrusionOk="0" h="108" w="602">
                  <a:moveTo>
                    <a:pt x="69" y="0"/>
                  </a:moveTo>
                  <a:cubicBezTo>
                    <a:pt x="1" y="0"/>
                    <a:pt x="1" y="107"/>
                    <a:pt x="69" y="107"/>
                  </a:cubicBezTo>
                  <a:cubicBezTo>
                    <a:pt x="231" y="107"/>
                    <a:pt x="388" y="90"/>
                    <a:pt x="550" y="90"/>
                  </a:cubicBezTo>
                  <a:cubicBezTo>
                    <a:pt x="602" y="90"/>
                    <a:pt x="602" y="0"/>
                    <a:pt x="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6"/>
            <p:cNvSpPr/>
            <p:nvPr/>
          </p:nvSpPr>
          <p:spPr>
            <a:xfrm rot="1073721">
              <a:off x="5925809" y="493320"/>
              <a:ext cx="61235" cy="8703"/>
            </a:xfrm>
            <a:custGeom>
              <a:rect b="b" l="l" r="r" t="t"/>
              <a:pathLst>
                <a:path extrusionOk="0" h="111" w="781">
                  <a:moveTo>
                    <a:pt x="52" y="0"/>
                  </a:moveTo>
                  <a:cubicBezTo>
                    <a:pt x="18" y="0"/>
                    <a:pt x="1" y="17"/>
                    <a:pt x="1" y="34"/>
                  </a:cubicBezTo>
                  <a:cubicBezTo>
                    <a:pt x="1" y="73"/>
                    <a:pt x="18" y="90"/>
                    <a:pt x="52" y="90"/>
                  </a:cubicBezTo>
                  <a:cubicBezTo>
                    <a:pt x="159" y="107"/>
                    <a:pt x="269" y="111"/>
                    <a:pt x="382" y="111"/>
                  </a:cubicBezTo>
                  <a:cubicBezTo>
                    <a:pt x="495" y="111"/>
                    <a:pt x="610" y="107"/>
                    <a:pt x="725" y="107"/>
                  </a:cubicBezTo>
                  <a:cubicBezTo>
                    <a:pt x="781" y="107"/>
                    <a:pt x="781" y="17"/>
                    <a:pt x="725" y="17"/>
                  </a:cubicBezTo>
                  <a:cubicBezTo>
                    <a:pt x="495" y="17"/>
                    <a:pt x="265" y="17"/>
                    <a:pt x="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 name="Google Shape;1027;p46"/>
          <p:cNvGrpSpPr/>
          <p:nvPr/>
        </p:nvGrpSpPr>
        <p:grpSpPr>
          <a:xfrm flipH="1">
            <a:off x="5172739" y="3241839"/>
            <a:ext cx="746922" cy="840832"/>
            <a:chOff x="4185466" y="382554"/>
            <a:chExt cx="1236217" cy="1391646"/>
          </a:xfrm>
        </p:grpSpPr>
        <p:sp>
          <p:nvSpPr>
            <p:cNvPr id="1028" name="Google Shape;1028;p46"/>
            <p:cNvSpPr/>
            <p:nvPr/>
          </p:nvSpPr>
          <p:spPr>
            <a:xfrm>
              <a:off x="5315992" y="382554"/>
              <a:ext cx="105682" cy="112254"/>
            </a:xfrm>
            <a:custGeom>
              <a:rect b="b" l="l" r="r" t="t"/>
              <a:pathLst>
                <a:path extrusionOk="0" h="871" w="820">
                  <a:moveTo>
                    <a:pt x="1" y="623"/>
                  </a:moveTo>
                  <a:cubicBezTo>
                    <a:pt x="393" y="1"/>
                    <a:pt x="819" y="444"/>
                    <a:pt x="321" y="8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6"/>
            <p:cNvSpPr/>
            <p:nvPr/>
          </p:nvSpPr>
          <p:spPr>
            <a:xfrm>
              <a:off x="4385357" y="1313577"/>
              <a:ext cx="438450" cy="310085"/>
            </a:xfrm>
            <a:custGeom>
              <a:rect b="b" l="l" r="r" t="t"/>
              <a:pathLst>
                <a:path extrusionOk="0" h="2406" w="3402">
                  <a:moveTo>
                    <a:pt x="594" y="0"/>
                  </a:moveTo>
                  <a:cubicBezTo>
                    <a:pt x="289" y="0"/>
                    <a:pt x="1" y="337"/>
                    <a:pt x="261" y="624"/>
                  </a:cubicBezTo>
                  <a:cubicBezTo>
                    <a:pt x="956" y="1408"/>
                    <a:pt x="1719" y="2243"/>
                    <a:pt x="2802" y="2401"/>
                  </a:cubicBezTo>
                  <a:cubicBezTo>
                    <a:pt x="2824" y="2404"/>
                    <a:pt x="2846" y="2406"/>
                    <a:pt x="2866" y="2406"/>
                  </a:cubicBezTo>
                  <a:cubicBezTo>
                    <a:pt x="3326" y="2406"/>
                    <a:pt x="3402" y="1669"/>
                    <a:pt x="2908" y="1604"/>
                  </a:cubicBezTo>
                  <a:cubicBezTo>
                    <a:pt x="2056" y="1476"/>
                    <a:pt x="1434" y="751"/>
                    <a:pt x="901" y="146"/>
                  </a:cubicBezTo>
                  <a:cubicBezTo>
                    <a:pt x="812" y="43"/>
                    <a:pt x="702" y="0"/>
                    <a:pt x="5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6"/>
            <p:cNvSpPr/>
            <p:nvPr/>
          </p:nvSpPr>
          <p:spPr>
            <a:xfrm>
              <a:off x="4659612" y="437457"/>
              <a:ext cx="746086" cy="865300"/>
            </a:xfrm>
            <a:custGeom>
              <a:rect b="b" l="l" r="r" t="t"/>
              <a:pathLst>
                <a:path extrusionOk="0" h="6714" w="5789">
                  <a:moveTo>
                    <a:pt x="746" y="6075"/>
                  </a:moveTo>
                  <a:cubicBezTo>
                    <a:pt x="550" y="5896"/>
                    <a:pt x="354" y="5738"/>
                    <a:pt x="175" y="5559"/>
                  </a:cubicBezTo>
                  <a:cubicBezTo>
                    <a:pt x="124" y="5503"/>
                    <a:pt x="69" y="5435"/>
                    <a:pt x="17" y="5363"/>
                  </a:cubicBezTo>
                  <a:cubicBezTo>
                    <a:pt x="0" y="5346"/>
                    <a:pt x="0" y="5312"/>
                    <a:pt x="17" y="5273"/>
                  </a:cubicBezTo>
                  <a:cubicBezTo>
                    <a:pt x="52" y="5222"/>
                    <a:pt x="86" y="5184"/>
                    <a:pt x="107" y="5133"/>
                  </a:cubicBezTo>
                  <a:cubicBezTo>
                    <a:pt x="214" y="4992"/>
                    <a:pt x="299" y="4847"/>
                    <a:pt x="388" y="4689"/>
                  </a:cubicBezTo>
                  <a:cubicBezTo>
                    <a:pt x="495" y="4544"/>
                    <a:pt x="618" y="4404"/>
                    <a:pt x="708" y="4263"/>
                  </a:cubicBezTo>
                  <a:cubicBezTo>
                    <a:pt x="832" y="4101"/>
                    <a:pt x="938" y="3943"/>
                    <a:pt x="1045" y="3781"/>
                  </a:cubicBezTo>
                  <a:cubicBezTo>
                    <a:pt x="1100" y="3713"/>
                    <a:pt x="1151" y="3641"/>
                    <a:pt x="1207" y="3568"/>
                  </a:cubicBezTo>
                  <a:cubicBezTo>
                    <a:pt x="1313" y="3411"/>
                    <a:pt x="1420" y="3266"/>
                    <a:pt x="1526" y="3108"/>
                  </a:cubicBezTo>
                  <a:cubicBezTo>
                    <a:pt x="1667" y="2895"/>
                    <a:pt x="1846" y="2682"/>
                    <a:pt x="1987" y="2486"/>
                  </a:cubicBezTo>
                  <a:cubicBezTo>
                    <a:pt x="2076" y="2362"/>
                    <a:pt x="2149" y="2256"/>
                    <a:pt x="2238" y="2132"/>
                  </a:cubicBezTo>
                  <a:cubicBezTo>
                    <a:pt x="2306" y="2042"/>
                    <a:pt x="2379" y="1953"/>
                    <a:pt x="2451" y="1846"/>
                  </a:cubicBezTo>
                  <a:cubicBezTo>
                    <a:pt x="2537" y="1723"/>
                    <a:pt x="2626" y="1582"/>
                    <a:pt x="2733" y="1437"/>
                  </a:cubicBezTo>
                  <a:cubicBezTo>
                    <a:pt x="2856" y="1297"/>
                    <a:pt x="2963" y="1173"/>
                    <a:pt x="3091" y="1028"/>
                  </a:cubicBezTo>
                  <a:cubicBezTo>
                    <a:pt x="3159" y="960"/>
                    <a:pt x="3231" y="870"/>
                    <a:pt x="3304" y="798"/>
                  </a:cubicBezTo>
                  <a:cubicBezTo>
                    <a:pt x="3585" y="461"/>
                    <a:pt x="3922" y="231"/>
                    <a:pt x="4331" y="90"/>
                  </a:cubicBezTo>
                  <a:cubicBezTo>
                    <a:pt x="4420" y="52"/>
                    <a:pt x="4527" y="35"/>
                    <a:pt x="4617" y="18"/>
                  </a:cubicBezTo>
                  <a:cubicBezTo>
                    <a:pt x="4689" y="18"/>
                    <a:pt x="4757" y="1"/>
                    <a:pt x="4830" y="18"/>
                  </a:cubicBezTo>
                  <a:cubicBezTo>
                    <a:pt x="5094" y="52"/>
                    <a:pt x="5307" y="175"/>
                    <a:pt x="5486" y="389"/>
                  </a:cubicBezTo>
                  <a:cubicBezTo>
                    <a:pt x="5648" y="568"/>
                    <a:pt x="5733" y="781"/>
                    <a:pt x="5772" y="1011"/>
                  </a:cubicBezTo>
                  <a:cubicBezTo>
                    <a:pt x="5789" y="1135"/>
                    <a:pt x="5755" y="1262"/>
                    <a:pt x="5733" y="1386"/>
                  </a:cubicBezTo>
                  <a:cubicBezTo>
                    <a:pt x="5682" y="1599"/>
                    <a:pt x="5593" y="1812"/>
                    <a:pt x="5486" y="1987"/>
                  </a:cubicBezTo>
                  <a:cubicBezTo>
                    <a:pt x="5435" y="2077"/>
                    <a:pt x="5397" y="2149"/>
                    <a:pt x="5362" y="2238"/>
                  </a:cubicBezTo>
                  <a:cubicBezTo>
                    <a:pt x="5222" y="2520"/>
                    <a:pt x="5026" y="2754"/>
                    <a:pt x="4847" y="3001"/>
                  </a:cubicBezTo>
                  <a:cubicBezTo>
                    <a:pt x="4774" y="3091"/>
                    <a:pt x="4723" y="3198"/>
                    <a:pt x="4668" y="3304"/>
                  </a:cubicBezTo>
                  <a:cubicBezTo>
                    <a:pt x="4634" y="3355"/>
                    <a:pt x="4582" y="3428"/>
                    <a:pt x="4544" y="3500"/>
                  </a:cubicBezTo>
                  <a:cubicBezTo>
                    <a:pt x="4420" y="3675"/>
                    <a:pt x="4297" y="3871"/>
                    <a:pt x="4173" y="4050"/>
                  </a:cubicBezTo>
                  <a:cubicBezTo>
                    <a:pt x="4067" y="4191"/>
                    <a:pt x="3943" y="4331"/>
                    <a:pt x="3837" y="4493"/>
                  </a:cubicBezTo>
                  <a:cubicBezTo>
                    <a:pt x="3781" y="4566"/>
                    <a:pt x="3730" y="4651"/>
                    <a:pt x="3675" y="4740"/>
                  </a:cubicBezTo>
                  <a:cubicBezTo>
                    <a:pt x="3534" y="4902"/>
                    <a:pt x="3444" y="5077"/>
                    <a:pt x="3282" y="5222"/>
                  </a:cubicBezTo>
                  <a:cubicBezTo>
                    <a:pt x="3248" y="5239"/>
                    <a:pt x="3248" y="5273"/>
                    <a:pt x="3231" y="5290"/>
                  </a:cubicBezTo>
                  <a:cubicBezTo>
                    <a:pt x="3214" y="5329"/>
                    <a:pt x="3197" y="5363"/>
                    <a:pt x="3176" y="5380"/>
                  </a:cubicBezTo>
                  <a:cubicBezTo>
                    <a:pt x="3018" y="5503"/>
                    <a:pt x="2912" y="5682"/>
                    <a:pt x="2788" y="5844"/>
                  </a:cubicBezTo>
                  <a:cubicBezTo>
                    <a:pt x="2681" y="6002"/>
                    <a:pt x="2558" y="6164"/>
                    <a:pt x="2451" y="6322"/>
                  </a:cubicBezTo>
                  <a:cubicBezTo>
                    <a:pt x="2430" y="6339"/>
                    <a:pt x="2413" y="6339"/>
                    <a:pt x="2396" y="6356"/>
                  </a:cubicBezTo>
                  <a:cubicBezTo>
                    <a:pt x="2362" y="6394"/>
                    <a:pt x="2323" y="6445"/>
                    <a:pt x="2289" y="6501"/>
                  </a:cubicBezTo>
                  <a:cubicBezTo>
                    <a:pt x="2217" y="6552"/>
                    <a:pt x="2166" y="6624"/>
                    <a:pt x="2110" y="6676"/>
                  </a:cubicBezTo>
                  <a:cubicBezTo>
                    <a:pt x="2076" y="6714"/>
                    <a:pt x="2025" y="6714"/>
                    <a:pt x="1987" y="6714"/>
                  </a:cubicBezTo>
                  <a:cubicBezTo>
                    <a:pt x="1880" y="6676"/>
                    <a:pt x="1757" y="6659"/>
                    <a:pt x="1633" y="6607"/>
                  </a:cubicBezTo>
                  <a:cubicBezTo>
                    <a:pt x="1386" y="6501"/>
                    <a:pt x="1173" y="6356"/>
                    <a:pt x="938" y="6215"/>
                  </a:cubicBezTo>
                  <a:cubicBezTo>
                    <a:pt x="870" y="6164"/>
                    <a:pt x="815" y="6109"/>
                    <a:pt x="746" y="6058"/>
                  </a:cubicBezTo>
                  <a:close/>
                  <a:moveTo>
                    <a:pt x="3517" y="1420"/>
                  </a:moveTo>
                  <a:cubicBezTo>
                    <a:pt x="3427" y="1527"/>
                    <a:pt x="3372" y="1650"/>
                    <a:pt x="3338" y="1774"/>
                  </a:cubicBezTo>
                  <a:cubicBezTo>
                    <a:pt x="3265" y="1919"/>
                    <a:pt x="3282" y="2077"/>
                    <a:pt x="3372" y="2200"/>
                  </a:cubicBezTo>
                  <a:cubicBezTo>
                    <a:pt x="3444" y="2290"/>
                    <a:pt x="3496" y="2362"/>
                    <a:pt x="3568" y="2435"/>
                  </a:cubicBezTo>
                  <a:cubicBezTo>
                    <a:pt x="3658" y="2520"/>
                    <a:pt x="3798" y="2541"/>
                    <a:pt x="3922" y="2592"/>
                  </a:cubicBezTo>
                  <a:cubicBezTo>
                    <a:pt x="4101" y="2665"/>
                    <a:pt x="4280" y="2648"/>
                    <a:pt x="4455" y="2541"/>
                  </a:cubicBezTo>
                  <a:cubicBezTo>
                    <a:pt x="4689" y="2379"/>
                    <a:pt x="4830" y="2166"/>
                    <a:pt x="4881" y="1902"/>
                  </a:cubicBezTo>
                  <a:cubicBezTo>
                    <a:pt x="4902" y="1829"/>
                    <a:pt x="4902" y="1740"/>
                    <a:pt x="4864" y="1689"/>
                  </a:cubicBezTo>
                  <a:cubicBezTo>
                    <a:pt x="4740" y="1437"/>
                    <a:pt x="4600" y="1207"/>
                    <a:pt x="4331" y="1100"/>
                  </a:cubicBezTo>
                  <a:cubicBezTo>
                    <a:pt x="4207" y="1049"/>
                    <a:pt x="4067" y="1028"/>
                    <a:pt x="3943" y="1100"/>
                  </a:cubicBezTo>
                  <a:cubicBezTo>
                    <a:pt x="3764" y="1173"/>
                    <a:pt x="3623" y="1279"/>
                    <a:pt x="3517" y="142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6"/>
            <p:cNvSpPr/>
            <p:nvPr/>
          </p:nvSpPr>
          <p:spPr>
            <a:xfrm>
              <a:off x="4835403" y="922558"/>
              <a:ext cx="403266" cy="835658"/>
            </a:xfrm>
            <a:custGeom>
              <a:rect b="b" l="l" r="r" t="t"/>
              <a:pathLst>
                <a:path extrusionOk="0" h="6484" w="3129">
                  <a:moveTo>
                    <a:pt x="1812" y="6483"/>
                  </a:moveTo>
                  <a:cubicBezTo>
                    <a:pt x="1705" y="6411"/>
                    <a:pt x="1599" y="6343"/>
                    <a:pt x="1492" y="6270"/>
                  </a:cubicBezTo>
                  <a:cubicBezTo>
                    <a:pt x="1352" y="6181"/>
                    <a:pt x="1194" y="6074"/>
                    <a:pt x="1032" y="5968"/>
                  </a:cubicBezTo>
                  <a:cubicBezTo>
                    <a:pt x="981" y="5917"/>
                    <a:pt x="908" y="5878"/>
                    <a:pt x="853" y="5827"/>
                  </a:cubicBezTo>
                  <a:cubicBezTo>
                    <a:pt x="712" y="5721"/>
                    <a:pt x="589" y="5614"/>
                    <a:pt x="465" y="5507"/>
                  </a:cubicBezTo>
                  <a:cubicBezTo>
                    <a:pt x="341" y="5435"/>
                    <a:pt x="235" y="5345"/>
                    <a:pt x="107" y="5277"/>
                  </a:cubicBezTo>
                  <a:cubicBezTo>
                    <a:pt x="73" y="5256"/>
                    <a:pt x="39" y="5239"/>
                    <a:pt x="0" y="5222"/>
                  </a:cubicBezTo>
                  <a:cubicBezTo>
                    <a:pt x="22" y="5188"/>
                    <a:pt x="22" y="5171"/>
                    <a:pt x="39" y="5171"/>
                  </a:cubicBezTo>
                  <a:cubicBezTo>
                    <a:pt x="179" y="5026"/>
                    <a:pt x="341" y="4885"/>
                    <a:pt x="482" y="4744"/>
                  </a:cubicBezTo>
                  <a:cubicBezTo>
                    <a:pt x="572" y="4638"/>
                    <a:pt x="661" y="4510"/>
                    <a:pt x="746" y="4403"/>
                  </a:cubicBezTo>
                  <a:cubicBezTo>
                    <a:pt x="768" y="4386"/>
                    <a:pt x="768" y="4352"/>
                    <a:pt x="768" y="4318"/>
                  </a:cubicBezTo>
                  <a:cubicBezTo>
                    <a:pt x="819" y="3943"/>
                    <a:pt x="819" y="3551"/>
                    <a:pt x="802" y="3163"/>
                  </a:cubicBezTo>
                  <a:cubicBezTo>
                    <a:pt x="802" y="3091"/>
                    <a:pt x="802" y="3018"/>
                    <a:pt x="853" y="2967"/>
                  </a:cubicBezTo>
                  <a:cubicBezTo>
                    <a:pt x="925" y="2878"/>
                    <a:pt x="998" y="2788"/>
                    <a:pt x="1066" y="2698"/>
                  </a:cubicBezTo>
                  <a:cubicBezTo>
                    <a:pt x="1104" y="2647"/>
                    <a:pt x="1155" y="2613"/>
                    <a:pt x="1194" y="2558"/>
                  </a:cubicBezTo>
                  <a:cubicBezTo>
                    <a:pt x="1262" y="2451"/>
                    <a:pt x="1334" y="2345"/>
                    <a:pt x="1424" y="2238"/>
                  </a:cubicBezTo>
                  <a:cubicBezTo>
                    <a:pt x="1531" y="2080"/>
                    <a:pt x="1654" y="1936"/>
                    <a:pt x="1761" y="1795"/>
                  </a:cubicBezTo>
                  <a:cubicBezTo>
                    <a:pt x="1867" y="1671"/>
                    <a:pt x="1991" y="1548"/>
                    <a:pt x="2097" y="1420"/>
                  </a:cubicBezTo>
                  <a:cubicBezTo>
                    <a:pt x="2187" y="1296"/>
                    <a:pt x="2276" y="1173"/>
                    <a:pt x="2366" y="1066"/>
                  </a:cubicBezTo>
                  <a:cubicBezTo>
                    <a:pt x="2451" y="942"/>
                    <a:pt x="2541" y="819"/>
                    <a:pt x="2630" y="695"/>
                  </a:cubicBezTo>
                  <a:cubicBezTo>
                    <a:pt x="2771" y="499"/>
                    <a:pt x="2916" y="286"/>
                    <a:pt x="3056" y="90"/>
                  </a:cubicBezTo>
                  <a:cubicBezTo>
                    <a:pt x="3074" y="56"/>
                    <a:pt x="3091" y="35"/>
                    <a:pt x="3112" y="0"/>
                  </a:cubicBezTo>
                  <a:cubicBezTo>
                    <a:pt x="3129" y="90"/>
                    <a:pt x="3129" y="162"/>
                    <a:pt x="3112" y="231"/>
                  </a:cubicBezTo>
                  <a:cubicBezTo>
                    <a:pt x="3074" y="461"/>
                    <a:pt x="3039" y="695"/>
                    <a:pt x="3005" y="942"/>
                  </a:cubicBezTo>
                  <a:cubicBezTo>
                    <a:pt x="2984" y="1121"/>
                    <a:pt x="2967" y="1296"/>
                    <a:pt x="2950" y="1475"/>
                  </a:cubicBezTo>
                  <a:cubicBezTo>
                    <a:pt x="2933" y="1654"/>
                    <a:pt x="2916" y="1829"/>
                    <a:pt x="2899" y="2025"/>
                  </a:cubicBezTo>
                  <a:cubicBezTo>
                    <a:pt x="2877" y="2132"/>
                    <a:pt x="2877" y="2255"/>
                    <a:pt x="2860" y="2379"/>
                  </a:cubicBezTo>
                  <a:lnTo>
                    <a:pt x="2860" y="2485"/>
                  </a:lnTo>
                  <a:cubicBezTo>
                    <a:pt x="2826" y="2647"/>
                    <a:pt x="2826" y="2826"/>
                    <a:pt x="2809" y="3001"/>
                  </a:cubicBezTo>
                  <a:cubicBezTo>
                    <a:pt x="2809" y="3180"/>
                    <a:pt x="2792" y="3359"/>
                    <a:pt x="2771" y="3534"/>
                  </a:cubicBezTo>
                  <a:cubicBezTo>
                    <a:pt x="2754" y="3623"/>
                    <a:pt x="2754" y="3730"/>
                    <a:pt x="2754" y="3837"/>
                  </a:cubicBezTo>
                  <a:cubicBezTo>
                    <a:pt x="2754" y="3977"/>
                    <a:pt x="2737" y="4139"/>
                    <a:pt x="2720" y="4280"/>
                  </a:cubicBezTo>
                  <a:cubicBezTo>
                    <a:pt x="2720" y="4442"/>
                    <a:pt x="2703" y="4617"/>
                    <a:pt x="2686" y="4779"/>
                  </a:cubicBezTo>
                  <a:cubicBezTo>
                    <a:pt x="2647" y="4958"/>
                    <a:pt x="2647" y="5132"/>
                    <a:pt x="2630" y="5294"/>
                  </a:cubicBezTo>
                  <a:cubicBezTo>
                    <a:pt x="2630" y="5328"/>
                    <a:pt x="2613" y="5345"/>
                    <a:pt x="2596" y="5384"/>
                  </a:cubicBezTo>
                  <a:cubicBezTo>
                    <a:pt x="2434" y="5614"/>
                    <a:pt x="2259" y="5861"/>
                    <a:pt x="2097" y="6091"/>
                  </a:cubicBezTo>
                  <a:cubicBezTo>
                    <a:pt x="2025" y="6181"/>
                    <a:pt x="1974" y="6270"/>
                    <a:pt x="1901" y="6377"/>
                  </a:cubicBezTo>
                  <a:cubicBezTo>
                    <a:pt x="1884" y="6411"/>
                    <a:pt x="1850" y="6428"/>
                    <a:pt x="1812" y="648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6"/>
            <p:cNvSpPr/>
            <p:nvPr/>
          </p:nvSpPr>
          <p:spPr>
            <a:xfrm>
              <a:off x="4203638" y="720991"/>
              <a:ext cx="721470" cy="570294"/>
            </a:xfrm>
            <a:custGeom>
              <a:rect b="b" l="l" r="r" t="t"/>
              <a:pathLst>
                <a:path extrusionOk="0" h="4425" w="5598">
                  <a:moveTo>
                    <a:pt x="1654" y="4424"/>
                  </a:moveTo>
                  <a:cubicBezTo>
                    <a:pt x="1049" y="4071"/>
                    <a:pt x="533" y="3644"/>
                    <a:pt x="1" y="3252"/>
                  </a:cubicBezTo>
                  <a:cubicBezTo>
                    <a:pt x="22" y="3218"/>
                    <a:pt x="22" y="3197"/>
                    <a:pt x="22" y="3180"/>
                  </a:cubicBezTo>
                  <a:cubicBezTo>
                    <a:pt x="107" y="3073"/>
                    <a:pt x="180" y="2967"/>
                    <a:pt x="269" y="2860"/>
                  </a:cubicBezTo>
                  <a:cubicBezTo>
                    <a:pt x="410" y="2647"/>
                    <a:pt x="555" y="2434"/>
                    <a:pt x="712" y="2221"/>
                  </a:cubicBezTo>
                  <a:cubicBezTo>
                    <a:pt x="747" y="2170"/>
                    <a:pt x="802" y="2131"/>
                    <a:pt x="853" y="2097"/>
                  </a:cubicBezTo>
                  <a:cubicBezTo>
                    <a:pt x="998" y="2046"/>
                    <a:pt x="1139" y="1957"/>
                    <a:pt x="1279" y="1901"/>
                  </a:cubicBezTo>
                  <a:cubicBezTo>
                    <a:pt x="1458" y="1812"/>
                    <a:pt x="1654" y="1726"/>
                    <a:pt x="1851" y="1654"/>
                  </a:cubicBezTo>
                  <a:cubicBezTo>
                    <a:pt x="2187" y="1492"/>
                    <a:pt x="2524" y="1334"/>
                    <a:pt x="2878" y="1194"/>
                  </a:cubicBezTo>
                  <a:cubicBezTo>
                    <a:pt x="3325" y="1032"/>
                    <a:pt x="3752" y="836"/>
                    <a:pt x="4178" y="639"/>
                  </a:cubicBezTo>
                  <a:cubicBezTo>
                    <a:pt x="4335" y="588"/>
                    <a:pt x="4459" y="499"/>
                    <a:pt x="4621" y="426"/>
                  </a:cubicBezTo>
                  <a:cubicBezTo>
                    <a:pt x="4655" y="409"/>
                    <a:pt x="4711" y="409"/>
                    <a:pt x="4762" y="392"/>
                  </a:cubicBezTo>
                  <a:cubicBezTo>
                    <a:pt x="4924" y="320"/>
                    <a:pt x="5081" y="235"/>
                    <a:pt x="5243" y="162"/>
                  </a:cubicBezTo>
                  <a:cubicBezTo>
                    <a:pt x="5350" y="107"/>
                    <a:pt x="5456" y="56"/>
                    <a:pt x="5597" y="0"/>
                  </a:cubicBezTo>
                  <a:cubicBezTo>
                    <a:pt x="5542" y="107"/>
                    <a:pt x="5474" y="179"/>
                    <a:pt x="5401" y="269"/>
                  </a:cubicBezTo>
                  <a:cubicBezTo>
                    <a:pt x="5401" y="286"/>
                    <a:pt x="5384" y="303"/>
                    <a:pt x="5367" y="320"/>
                  </a:cubicBezTo>
                  <a:cubicBezTo>
                    <a:pt x="5222" y="516"/>
                    <a:pt x="5064" y="712"/>
                    <a:pt x="4924" y="908"/>
                  </a:cubicBezTo>
                  <a:cubicBezTo>
                    <a:pt x="4745" y="1211"/>
                    <a:pt x="4514" y="1492"/>
                    <a:pt x="4301" y="1795"/>
                  </a:cubicBezTo>
                  <a:cubicBezTo>
                    <a:pt x="4122" y="2046"/>
                    <a:pt x="3965" y="2293"/>
                    <a:pt x="3786" y="2540"/>
                  </a:cubicBezTo>
                  <a:cubicBezTo>
                    <a:pt x="3679" y="2685"/>
                    <a:pt x="3590" y="2826"/>
                    <a:pt x="3483" y="2967"/>
                  </a:cubicBezTo>
                  <a:cubicBezTo>
                    <a:pt x="3466" y="3005"/>
                    <a:pt x="3432" y="3039"/>
                    <a:pt x="3393" y="3056"/>
                  </a:cubicBezTo>
                  <a:cubicBezTo>
                    <a:pt x="3197" y="3112"/>
                    <a:pt x="3006" y="3180"/>
                    <a:pt x="2827" y="3235"/>
                  </a:cubicBezTo>
                  <a:cubicBezTo>
                    <a:pt x="2631" y="3303"/>
                    <a:pt x="2417" y="3376"/>
                    <a:pt x="2221" y="3448"/>
                  </a:cubicBezTo>
                  <a:cubicBezTo>
                    <a:pt x="2204" y="3465"/>
                    <a:pt x="2170" y="3482"/>
                    <a:pt x="2170" y="3517"/>
                  </a:cubicBezTo>
                  <a:cubicBezTo>
                    <a:pt x="2115" y="3679"/>
                    <a:pt x="2008" y="3802"/>
                    <a:pt x="1919" y="3943"/>
                  </a:cubicBezTo>
                  <a:cubicBezTo>
                    <a:pt x="1851" y="4071"/>
                    <a:pt x="1778" y="4194"/>
                    <a:pt x="1689" y="4318"/>
                  </a:cubicBezTo>
                  <a:cubicBezTo>
                    <a:pt x="1689" y="4352"/>
                    <a:pt x="1671" y="4390"/>
                    <a:pt x="1654" y="44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6"/>
            <p:cNvSpPr/>
            <p:nvPr/>
          </p:nvSpPr>
          <p:spPr>
            <a:xfrm>
              <a:off x="4494775" y="1128507"/>
              <a:ext cx="430330" cy="350682"/>
            </a:xfrm>
            <a:custGeom>
              <a:rect b="b" l="l" r="r" t="t"/>
              <a:pathLst>
                <a:path extrusionOk="0" h="2721" w="3339">
                  <a:moveTo>
                    <a:pt x="3304" y="1476"/>
                  </a:moveTo>
                  <a:cubicBezTo>
                    <a:pt x="3338" y="1778"/>
                    <a:pt x="3338" y="2558"/>
                    <a:pt x="3266" y="2720"/>
                  </a:cubicBezTo>
                  <a:lnTo>
                    <a:pt x="3176" y="2720"/>
                  </a:lnTo>
                  <a:cubicBezTo>
                    <a:pt x="2856" y="2699"/>
                    <a:pt x="2558" y="2592"/>
                    <a:pt x="2290" y="2452"/>
                  </a:cubicBezTo>
                  <a:cubicBezTo>
                    <a:pt x="2111" y="2362"/>
                    <a:pt x="1936" y="2294"/>
                    <a:pt x="1757" y="2204"/>
                  </a:cubicBezTo>
                  <a:cubicBezTo>
                    <a:pt x="1510" y="2060"/>
                    <a:pt x="1279" y="1919"/>
                    <a:pt x="1045" y="1723"/>
                  </a:cubicBezTo>
                  <a:cubicBezTo>
                    <a:pt x="887" y="1582"/>
                    <a:pt x="708" y="1420"/>
                    <a:pt x="551" y="1245"/>
                  </a:cubicBezTo>
                  <a:cubicBezTo>
                    <a:pt x="461" y="1139"/>
                    <a:pt x="372" y="1015"/>
                    <a:pt x="282" y="909"/>
                  </a:cubicBezTo>
                  <a:cubicBezTo>
                    <a:pt x="214" y="802"/>
                    <a:pt x="158" y="713"/>
                    <a:pt x="86" y="606"/>
                  </a:cubicBezTo>
                  <a:cubicBezTo>
                    <a:pt x="52" y="551"/>
                    <a:pt x="35" y="482"/>
                    <a:pt x="1" y="410"/>
                  </a:cubicBezTo>
                  <a:cubicBezTo>
                    <a:pt x="389" y="248"/>
                    <a:pt x="781" y="124"/>
                    <a:pt x="1173" y="1"/>
                  </a:cubicBezTo>
                  <a:cubicBezTo>
                    <a:pt x="1258" y="163"/>
                    <a:pt x="1403" y="286"/>
                    <a:pt x="1527" y="410"/>
                  </a:cubicBezTo>
                  <a:cubicBezTo>
                    <a:pt x="1706" y="568"/>
                    <a:pt x="1880" y="730"/>
                    <a:pt x="2076" y="887"/>
                  </a:cubicBezTo>
                  <a:cubicBezTo>
                    <a:pt x="2132" y="926"/>
                    <a:pt x="2183" y="960"/>
                    <a:pt x="2238" y="994"/>
                  </a:cubicBezTo>
                  <a:cubicBezTo>
                    <a:pt x="2469" y="1139"/>
                    <a:pt x="2682" y="1280"/>
                    <a:pt x="2929" y="1369"/>
                  </a:cubicBezTo>
                  <a:cubicBezTo>
                    <a:pt x="3053" y="1420"/>
                    <a:pt x="3176" y="1441"/>
                    <a:pt x="3304" y="147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6"/>
            <p:cNvSpPr/>
            <p:nvPr/>
          </p:nvSpPr>
          <p:spPr>
            <a:xfrm>
              <a:off x="4428274" y="1204417"/>
              <a:ext cx="480851" cy="384578"/>
            </a:xfrm>
            <a:custGeom>
              <a:rect b="b" l="l" r="r" t="t"/>
              <a:pathLst>
                <a:path extrusionOk="0" h="2984" w="3731">
                  <a:moveTo>
                    <a:pt x="3731" y="2255"/>
                  </a:moveTo>
                  <a:cubicBezTo>
                    <a:pt x="3641" y="2361"/>
                    <a:pt x="3552" y="2451"/>
                    <a:pt x="3462" y="2557"/>
                  </a:cubicBezTo>
                  <a:cubicBezTo>
                    <a:pt x="3372" y="2643"/>
                    <a:pt x="3266" y="2715"/>
                    <a:pt x="3198" y="2822"/>
                  </a:cubicBezTo>
                  <a:cubicBezTo>
                    <a:pt x="3074" y="2984"/>
                    <a:pt x="2912" y="2984"/>
                    <a:pt x="2754" y="2945"/>
                  </a:cubicBezTo>
                  <a:cubicBezTo>
                    <a:pt x="2435" y="2856"/>
                    <a:pt x="2132" y="2715"/>
                    <a:pt x="1847" y="2557"/>
                  </a:cubicBezTo>
                  <a:cubicBezTo>
                    <a:pt x="1616" y="2430"/>
                    <a:pt x="1403" y="2289"/>
                    <a:pt x="1173" y="2148"/>
                  </a:cubicBezTo>
                  <a:cubicBezTo>
                    <a:pt x="1118" y="2110"/>
                    <a:pt x="1067" y="2059"/>
                    <a:pt x="1011" y="2025"/>
                  </a:cubicBezTo>
                  <a:cubicBezTo>
                    <a:pt x="747" y="1773"/>
                    <a:pt x="495" y="1509"/>
                    <a:pt x="265" y="1206"/>
                  </a:cubicBezTo>
                  <a:cubicBezTo>
                    <a:pt x="197" y="1117"/>
                    <a:pt x="125" y="1027"/>
                    <a:pt x="69" y="938"/>
                  </a:cubicBezTo>
                  <a:cubicBezTo>
                    <a:pt x="18" y="852"/>
                    <a:pt x="1" y="780"/>
                    <a:pt x="52" y="673"/>
                  </a:cubicBezTo>
                  <a:cubicBezTo>
                    <a:pt x="159" y="511"/>
                    <a:pt x="248" y="337"/>
                    <a:pt x="355" y="158"/>
                  </a:cubicBezTo>
                  <a:cubicBezTo>
                    <a:pt x="372" y="107"/>
                    <a:pt x="410" y="51"/>
                    <a:pt x="444" y="0"/>
                  </a:cubicBezTo>
                  <a:cubicBezTo>
                    <a:pt x="461" y="17"/>
                    <a:pt x="478" y="17"/>
                    <a:pt x="495" y="34"/>
                  </a:cubicBezTo>
                  <a:cubicBezTo>
                    <a:pt x="623" y="264"/>
                    <a:pt x="781" y="477"/>
                    <a:pt x="960" y="673"/>
                  </a:cubicBezTo>
                  <a:cubicBezTo>
                    <a:pt x="1241" y="1010"/>
                    <a:pt x="1561" y="1296"/>
                    <a:pt x="1936" y="1526"/>
                  </a:cubicBezTo>
                  <a:cubicBezTo>
                    <a:pt x="2307" y="1756"/>
                    <a:pt x="2699" y="1952"/>
                    <a:pt x="3091" y="2110"/>
                  </a:cubicBezTo>
                  <a:cubicBezTo>
                    <a:pt x="3266" y="2182"/>
                    <a:pt x="3445" y="2216"/>
                    <a:pt x="3641" y="2238"/>
                  </a:cubicBezTo>
                  <a:cubicBezTo>
                    <a:pt x="3658" y="2255"/>
                    <a:pt x="3692" y="2255"/>
                    <a:pt x="3731" y="22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6"/>
            <p:cNvSpPr/>
            <p:nvPr/>
          </p:nvSpPr>
          <p:spPr>
            <a:xfrm>
              <a:off x="5096383" y="581415"/>
              <a:ext cx="185716" cy="188036"/>
            </a:xfrm>
            <a:custGeom>
              <a:rect b="b" l="l" r="r" t="t"/>
              <a:pathLst>
                <a:path extrusionOk="0" h="1459" w="1441">
                  <a:moveTo>
                    <a:pt x="1228" y="1173"/>
                  </a:moveTo>
                  <a:cubicBezTo>
                    <a:pt x="1155" y="1245"/>
                    <a:pt x="1087" y="1318"/>
                    <a:pt x="997" y="1352"/>
                  </a:cubicBezTo>
                  <a:cubicBezTo>
                    <a:pt x="852" y="1458"/>
                    <a:pt x="695" y="1424"/>
                    <a:pt x="533" y="1369"/>
                  </a:cubicBezTo>
                  <a:cubicBezTo>
                    <a:pt x="516" y="1369"/>
                    <a:pt x="482" y="1352"/>
                    <a:pt x="465" y="1352"/>
                  </a:cubicBezTo>
                  <a:cubicBezTo>
                    <a:pt x="269" y="1296"/>
                    <a:pt x="145" y="1156"/>
                    <a:pt x="55" y="998"/>
                  </a:cubicBezTo>
                  <a:cubicBezTo>
                    <a:pt x="0" y="908"/>
                    <a:pt x="0" y="819"/>
                    <a:pt x="21" y="729"/>
                  </a:cubicBezTo>
                  <a:cubicBezTo>
                    <a:pt x="107" y="444"/>
                    <a:pt x="269" y="231"/>
                    <a:pt x="516" y="90"/>
                  </a:cubicBezTo>
                  <a:cubicBezTo>
                    <a:pt x="678" y="0"/>
                    <a:pt x="835" y="18"/>
                    <a:pt x="980" y="107"/>
                  </a:cubicBezTo>
                  <a:cubicBezTo>
                    <a:pt x="1121" y="197"/>
                    <a:pt x="1211" y="320"/>
                    <a:pt x="1300" y="444"/>
                  </a:cubicBezTo>
                  <a:cubicBezTo>
                    <a:pt x="1424" y="589"/>
                    <a:pt x="1441" y="746"/>
                    <a:pt x="1351" y="925"/>
                  </a:cubicBezTo>
                  <a:cubicBezTo>
                    <a:pt x="1317" y="1015"/>
                    <a:pt x="1262" y="1083"/>
                    <a:pt x="1228" y="11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6"/>
            <p:cNvSpPr/>
            <p:nvPr/>
          </p:nvSpPr>
          <p:spPr>
            <a:xfrm>
              <a:off x="4185466" y="423795"/>
              <a:ext cx="1236217" cy="1350405"/>
            </a:xfrm>
            <a:custGeom>
              <a:rect b="b" l="l" r="r" t="t"/>
              <a:pathLst>
                <a:path extrusionOk="0" h="10478" w="9592">
                  <a:moveTo>
                    <a:pt x="6893" y="10477"/>
                  </a:moveTo>
                  <a:cubicBezTo>
                    <a:pt x="6770" y="10405"/>
                    <a:pt x="6680" y="10353"/>
                    <a:pt x="6574" y="10281"/>
                  </a:cubicBezTo>
                  <a:cubicBezTo>
                    <a:pt x="6467" y="10230"/>
                    <a:pt x="6377" y="10157"/>
                    <a:pt x="6271" y="10085"/>
                  </a:cubicBezTo>
                  <a:cubicBezTo>
                    <a:pt x="6075" y="9944"/>
                    <a:pt x="5879" y="9804"/>
                    <a:pt x="5683" y="9659"/>
                  </a:cubicBezTo>
                  <a:cubicBezTo>
                    <a:pt x="5542" y="9552"/>
                    <a:pt x="5401" y="9446"/>
                    <a:pt x="5256" y="9339"/>
                  </a:cubicBezTo>
                  <a:cubicBezTo>
                    <a:pt x="5171" y="9288"/>
                    <a:pt x="5082" y="9215"/>
                    <a:pt x="4992" y="9164"/>
                  </a:cubicBezTo>
                  <a:cubicBezTo>
                    <a:pt x="4975" y="9147"/>
                    <a:pt x="4937" y="9126"/>
                    <a:pt x="4903" y="9126"/>
                  </a:cubicBezTo>
                  <a:cubicBezTo>
                    <a:pt x="4673" y="9147"/>
                    <a:pt x="4442" y="9075"/>
                    <a:pt x="4229" y="8985"/>
                  </a:cubicBezTo>
                  <a:cubicBezTo>
                    <a:pt x="3978" y="8862"/>
                    <a:pt x="3731" y="8738"/>
                    <a:pt x="3500" y="8631"/>
                  </a:cubicBezTo>
                  <a:cubicBezTo>
                    <a:pt x="3411" y="8576"/>
                    <a:pt x="3321" y="8508"/>
                    <a:pt x="3232" y="8452"/>
                  </a:cubicBezTo>
                  <a:cubicBezTo>
                    <a:pt x="2985" y="8312"/>
                    <a:pt x="2772" y="8116"/>
                    <a:pt x="2575" y="7903"/>
                  </a:cubicBezTo>
                  <a:cubicBezTo>
                    <a:pt x="2401" y="7724"/>
                    <a:pt x="2239" y="7549"/>
                    <a:pt x="2098" y="7370"/>
                  </a:cubicBezTo>
                  <a:cubicBezTo>
                    <a:pt x="1992" y="7246"/>
                    <a:pt x="1902" y="7123"/>
                    <a:pt x="1812" y="6995"/>
                  </a:cubicBezTo>
                  <a:lnTo>
                    <a:pt x="1812" y="6978"/>
                  </a:lnTo>
                  <a:cubicBezTo>
                    <a:pt x="1761" y="6820"/>
                    <a:pt x="1633" y="6748"/>
                    <a:pt x="1510" y="6658"/>
                  </a:cubicBezTo>
                  <a:cubicBezTo>
                    <a:pt x="1314" y="6534"/>
                    <a:pt x="1122" y="6411"/>
                    <a:pt x="926" y="6270"/>
                  </a:cubicBezTo>
                  <a:cubicBezTo>
                    <a:pt x="764" y="6142"/>
                    <a:pt x="623" y="6036"/>
                    <a:pt x="461" y="5912"/>
                  </a:cubicBezTo>
                  <a:cubicBezTo>
                    <a:pt x="321" y="5806"/>
                    <a:pt x="197" y="5716"/>
                    <a:pt x="56" y="5609"/>
                  </a:cubicBezTo>
                  <a:cubicBezTo>
                    <a:pt x="1" y="5558"/>
                    <a:pt x="1" y="5524"/>
                    <a:pt x="56" y="5469"/>
                  </a:cubicBezTo>
                  <a:cubicBezTo>
                    <a:pt x="125" y="5379"/>
                    <a:pt x="197" y="5290"/>
                    <a:pt x="270" y="5183"/>
                  </a:cubicBezTo>
                  <a:cubicBezTo>
                    <a:pt x="338" y="5115"/>
                    <a:pt x="393" y="5026"/>
                    <a:pt x="444" y="4936"/>
                  </a:cubicBezTo>
                  <a:cubicBezTo>
                    <a:pt x="568" y="4757"/>
                    <a:pt x="696" y="4582"/>
                    <a:pt x="819" y="4403"/>
                  </a:cubicBezTo>
                  <a:cubicBezTo>
                    <a:pt x="836" y="4369"/>
                    <a:pt x="853" y="4352"/>
                    <a:pt x="870" y="4331"/>
                  </a:cubicBezTo>
                  <a:cubicBezTo>
                    <a:pt x="1050" y="4263"/>
                    <a:pt x="1207" y="4190"/>
                    <a:pt x="1386" y="4118"/>
                  </a:cubicBezTo>
                  <a:cubicBezTo>
                    <a:pt x="1582" y="4032"/>
                    <a:pt x="1795" y="3960"/>
                    <a:pt x="1992" y="3870"/>
                  </a:cubicBezTo>
                  <a:cubicBezTo>
                    <a:pt x="2060" y="3853"/>
                    <a:pt x="2115" y="3819"/>
                    <a:pt x="2188" y="3798"/>
                  </a:cubicBezTo>
                  <a:cubicBezTo>
                    <a:pt x="2362" y="3713"/>
                    <a:pt x="2541" y="3640"/>
                    <a:pt x="2720" y="3551"/>
                  </a:cubicBezTo>
                  <a:cubicBezTo>
                    <a:pt x="2789" y="3517"/>
                    <a:pt x="2861" y="3500"/>
                    <a:pt x="2933" y="3461"/>
                  </a:cubicBezTo>
                  <a:cubicBezTo>
                    <a:pt x="3360" y="3286"/>
                    <a:pt x="3765" y="3107"/>
                    <a:pt x="4191" y="2911"/>
                  </a:cubicBezTo>
                  <a:cubicBezTo>
                    <a:pt x="4459" y="2805"/>
                    <a:pt x="4724" y="2681"/>
                    <a:pt x="4992" y="2541"/>
                  </a:cubicBezTo>
                  <a:cubicBezTo>
                    <a:pt x="5278" y="2413"/>
                    <a:pt x="5542" y="2272"/>
                    <a:pt x="5828" y="2131"/>
                  </a:cubicBezTo>
                  <a:cubicBezTo>
                    <a:pt x="5862" y="2114"/>
                    <a:pt x="5879" y="2093"/>
                    <a:pt x="5896" y="2059"/>
                  </a:cubicBezTo>
                  <a:cubicBezTo>
                    <a:pt x="6130" y="1773"/>
                    <a:pt x="6343" y="1475"/>
                    <a:pt x="6574" y="1189"/>
                  </a:cubicBezTo>
                  <a:cubicBezTo>
                    <a:pt x="6663" y="1083"/>
                    <a:pt x="6787" y="993"/>
                    <a:pt x="6876" y="870"/>
                  </a:cubicBezTo>
                  <a:cubicBezTo>
                    <a:pt x="6961" y="746"/>
                    <a:pt x="7068" y="640"/>
                    <a:pt x="7175" y="533"/>
                  </a:cubicBezTo>
                  <a:cubicBezTo>
                    <a:pt x="7337" y="409"/>
                    <a:pt x="7516" y="303"/>
                    <a:pt x="7690" y="213"/>
                  </a:cubicBezTo>
                  <a:cubicBezTo>
                    <a:pt x="7797" y="158"/>
                    <a:pt x="7886" y="107"/>
                    <a:pt x="7993" y="68"/>
                  </a:cubicBezTo>
                  <a:cubicBezTo>
                    <a:pt x="8099" y="34"/>
                    <a:pt x="8223" y="34"/>
                    <a:pt x="8330" y="17"/>
                  </a:cubicBezTo>
                  <a:cubicBezTo>
                    <a:pt x="8385" y="17"/>
                    <a:pt x="8419" y="0"/>
                    <a:pt x="8475" y="0"/>
                  </a:cubicBezTo>
                  <a:lnTo>
                    <a:pt x="8543" y="0"/>
                  </a:lnTo>
                  <a:cubicBezTo>
                    <a:pt x="8722" y="51"/>
                    <a:pt x="8901" y="90"/>
                    <a:pt x="9059" y="213"/>
                  </a:cubicBezTo>
                  <a:cubicBezTo>
                    <a:pt x="9272" y="388"/>
                    <a:pt x="9434" y="601"/>
                    <a:pt x="9519" y="887"/>
                  </a:cubicBezTo>
                  <a:cubicBezTo>
                    <a:pt x="9591" y="1083"/>
                    <a:pt x="9557" y="1279"/>
                    <a:pt x="9519" y="1475"/>
                  </a:cubicBezTo>
                  <a:cubicBezTo>
                    <a:pt x="9468" y="1812"/>
                    <a:pt x="9306" y="2076"/>
                    <a:pt x="9148" y="2379"/>
                  </a:cubicBezTo>
                  <a:cubicBezTo>
                    <a:pt x="9059" y="2541"/>
                    <a:pt x="8969" y="2698"/>
                    <a:pt x="8845" y="2839"/>
                  </a:cubicBezTo>
                  <a:cubicBezTo>
                    <a:pt x="8722" y="3035"/>
                    <a:pt x="8581" y="3214"/>
                    <a:pt x="8453" y="3410"/>
                  </a:cubicBezTo>
                  <a:cubicBezTo>
                    <a:pt x="8419" y="3461"/>
                    <a:pt x="8385" y="3534"/>
                    <a:pt x="8347" y="3585"/>
                  </a:cubicBezTo>
                  <a:cubicBezTo>
                    <a:pt x="8296" y="3691"/>
                    <a:pt x="8296" y="3798"/>
                    <a:pt x="8279" y="3905"/>
                  </a:cubicBezTo>
                  <a:cubicBezTo>
                    <a:pt x="8261" y="4101"/>
                    <a:pt x="8240" y="4280"/>
                    <a:pt x="8206" y="4476"/>
                  </a:cubicBezTo>
                  <a:cubicBezTo>
                    <a:pt x="8189" y="4672"/>
                    <a:pt x="8155" y="4864"/>
                    <a:pt x="8134" y="5060"/>
                  </a:cubicBezTo>
                  <a:cubicBezTo>
                    <a:pt x="8099" y="5290"/>
                    <a:pt x="8082" y="5541"/>
                    <a:pt x="8048" y="5788"/>
                  </a:cubicBezTo>
                  <a:cubicBezTo>
                    <a:pt x="8010" y="6215"/>
                    <a:pt x="7959" y="6641"/>
                    <a:pt x="7942" y="7084"/>
                  </a:cubicBezTo>
                  <a:cubicBezTo>
                    <a:pt x="7942" y="7387"/>
                    <a:pt x="7903" y="7690"/>
                    <a:pt x="7886" y="7992"/>
                  </a:cubicBezTo>
                  <a:cubicBezTo>
                    <a:pt x="7869" y="8205"/>
                    <a:pt x="7835" y="8418"/>
                    <a:pt x="7814" y="8631"/>
                  </a:cubicBezTo>
                  <a:cubicBezTo>
                    <a:pt x="7814" y="8806"/>
                    <a:pt x="7797" y="8985"/>
                    <a:pt x="7780" y="9147"/>
                  </a:cubicBezTo>
                  <a:cubicBezTo>
                    <a:pt x="7780" y="9198"/>
                    <a:pt x="7763" y="9232"/>
                    <a:pt x="7746" y="9271"/>
                  </a:cubicBezTo>
                  <a:cubicBezTo>
                    <a:pt x="7567" y="9535"/>
                    <a:pt x="7371" y="9804"/>
                    <a:pt x="7196" y="10068"/>
                  </a:cubicBezTo>
                  <a:cubicBezTo>
                    <a:pt x="7123" y="10157"/>
                    <a:pt x="7051" y="10264"/>
                    <a:pt x="6983" y="10371"/>
                  </a:cubicBezTo>
                  <a:cubicBezTo>
                    <a:pt x="6961" y="10405"/>
                    <a:pt x="6927" y="10443"/>
                    <a:pt x="6893" y="10477"/>
                  </a:cubicBezTo>
                  <a:close/>
                  <a:moveTo>
                    <a:pt x="4617" y="6321"/>
                  </a:moveTo>
                  <a:cubicBezTo>
                    <a:pt x="4852" y="6462"/>
                    <a:pt x="5065" y="6607"/>
                    <a:pt x="5312" y="6713"/>
                  </a:cubicBezTo>
                  <a:cubicBezTo>
                    <a:pt x="5436" y="6765"/>
                    <a:pt x="5559" y="6782"/>
                    <a:pt x="5666" y="6820"/>
                  </a:cubicBezTo>
                  <a:cubicBezTo>
                    <a:pt x="5704" y="6820"/>
                    <a:pt x="5755" y="6820"/>
                    <a:pt x="5789" y="6782"/>
                  </a:cubicBezTo>
                  <a:cubicBezTo>
                    <a:pt x="5845" y="6730"/>
                    <a:pt x="5896" y="6658"/>
                    <a:pt x="5968" y="6607"/>
                  </a:cubicBezTo>
                  <a:cubicBezTo>
                    <a:pt x="6002" y="6551"/>
                    <a:pt x="6041" y="6500"/>
                    <a:pt x="6075" y="6462"/>
                  </a:cubicBezTo>
                  <a:cubicBezTo>
                    <a:pt x="6092" y="6445"/>
                    <a:pt x="6109" y="6445"/>
                    <a:pt x="6130" y="6428"/>
                  </a:cubicBezTo>
                  <a:cubicBezTo>
                    <a:pt x="6237" y="6270"/>
                    <a:pt x="6360" y="6108"/>
                    <a:pt x="6467" y="5950"/>
                  </a:cubicBezTo>
                  <a:cubicBezTo>
                    <a:pt x="6591" y="5788"/>
                    <a:pt x="6697" y="5609"/>
                    <a:pt x="6855" y="5486"/>
                  </a:cubicBezTo>
                  <a:cubicBezTo>
                    <a:pt x="6876" y="5469"/>
                    <a:pt x="6893" y="5435"/>
                    <a:pt x="6910" y="5396"/>
                  </a:cubicBezTo>
                  <a:cubicBezTo>
                    <a:pt x="6927" y="5379"/>
                    <a:pt x="6927" y="5345"/>
                    <a:pt x="6961" y="5328"/>
                  </a:cubicBezTo>
                  <a:cubicBezTo>
                    <a:pt x="7123" y="5183"/>
                    <a:pt x="7213" y="5008"/>
                    <a:pt x="7354" y="4846"/>
                  </a:cubicBezTo>
                  <a:cubicBezTo>
                    <a:pt x="7409" y="4757"/>
                    <a:pt x="7460" y="4672"/>
                    <a:pt x="7516" y="4599"/>
                  </a:cubicBezTo>
                  <a:cubicBezTo>
                    <a:pt x="7622" y="4437"/>
                    <a:pt x="7746" y="4297"/>
                    <a:pt x="7852" y="4156"/>
                  </a:cubicBezTo>
                  <a:cubicBezTo>
                    <a:pt x="7976" y="3977"/>
                    <a:pt x="8099" y="3781"/>
                    <a:pt x="8223" y="3606"/>
                  </a:cubicBezTo>
                  <a:cubicBezTo>
                    <a:pt x="8261" y="3534"/>
                    <a:pt x="8313" y="3461"/>
                    <a:pt x="8347" y="3410"/>
                  </a:cubicBezTo>
                  <a:cubicBezTo>
                    <a:pt x="8402" y="3304"/>
                    <a:pt x="8453" y="3197"/>
                    <a:pt x="8526" y="3107"/>
                  </a:cubicBezTo>
                  <a:cubicBezTo>
                    <a:pt x="8705" y="2860"/>
                    <a:pt x="8901" y="2626"/>
                    <a:pt x="9041" y="2344"/>
                  </a:cubicBezTo>
                  <a:cubicBezTo>
                    <a:pt x="9076" y="2255"/>
                    <a:pt x="9114" y="2183"/>
                    <a:pt x="9165" y="2093"/>
                  </a:cubicBezTo>
                  <a:cubicBezTo>
                    <a:pt x="9272" y="1918"/>
                    <a:pt x="9361" y="1705"/>
                    <a:pt x="9412" y="1492"/>
                  </a:cubicBezTo>
                  <a:cubicBezTo>
                    <a:pt x="9434" y="1368"/>
                    <a:pt x="9468" y="1241"/>
                    <a:pt x="9451" y="1117"/>
                  </a:cubicBezTo>
                  <a:cubicBezTo>
                    <a:pt x="9412" y="887"/>
                    <a:pt x="9327" y="674"/>
                    <a:pt x="9165" y="495"/>
                  </a:cubicBezTo>
                  <a:cubicBezTo>
                    <a:pt x="8986" y="281"/>
                    <a:pt x="8773" y="158"/>
                    <a:pt x="8509" y="124"/>
                  </a:cubicBezTo>
                  <a:cubicBezTo>
                    <a:pt x="8436" y="107"/>
                    <a:pt x="8368" y="124"/>
                    <a:pt x="8296" y="124"/>
                  </a:cubicBezTo>
                  <a:cubicBezTo>
                    <a:pt x="8206" y="141"/>
                    <a:pt x="8099" y="158"/>
                    <a:pt x="8010" y="196"/>
                  </a:cubicBezTo>
                  <a:cubicBezTo>
                    <a:pt x="7601" y="337"/>
                    <a:pt x="7264" y="567"/>
                    <a:pt x="6983" y="904"/>
                  </a:cubicBezTo>
                  <a:cubicBezTo>
                    <a:pt x="6910" y="976"/>
                    <a:pt x="6838" y="1066"/>
                    <a:pt x="6770" y="1134"/>
                  </a:cubicBezTo>
                  <a:cubicBezTo>
                    <a:pt x="6642" y="1279"/>
                    <a:pt x="6535" y="1403"/>
                    <a:pt x="6412" y="1543"/>
                  </a:cubicBezTo>
                  <a:cubicBezTo>
                    <a:pt x="6305" y="1688"/>
                    <a:pt x="6216" y="1829"/>
                    <a:pt x="6130" y="1952"/>
                  </a:cubicBezTo>
                  <a:cubicBezTo>
                    <a:pt x="6058" y="2059"/>
                    <a:pt x="5985" y="2148"/>
                    <a:pt x="5917" y="2238"/>
                  </a:cubicBezTo>
                  <a:cubicBezTo>
                    <a:pt x="5828" y="2362"/>
                    <a:pt x="5755" y="2468"/>
                    <a:pt x="5666" y="2592"/>
                  </a:cubicBezTo>
                  <a:cubicBezTo>
                    <a:pt x="5525" y="2788"/>
                    <a:pt x="5346" y="3001"/>
                    <a:pt x="5205" y="3214"/>
                  </a:cubicBezTo>
                  <a:cubicBezTo>
                    <a:pt x="5099" y="3372"/>
                    <a:pt x="4992" y="3517"/>
                    <a:pt x="4886" y="3674"/>
                  </a:cubicBezTo>
                  <a:cubicBezTo>
                    <a:pt x="4830" y="3747"/>
                    <a:pt x="4779" y="3819"/>
                    <a:pt x="4724" y="3887"/>
                  </a:cubicBezTo>
                  <a:cubicBezTo>
                    <a:pt x="4617" y="4049"/>
                    <a:pt x="4511" y="4207"/>
                    <a:pt x="4387" y="4369"/>
                  </a:cubicBezTo>
                  <a:cubicBezTo>
                    <a:pt x="4297" y="4510"/>
                    <a:pt x="4174" y="4650"/>
                    <a:pt x="4067" y="4795"/>
                  </a:cubicBezTo>
                  <a:cubicBezTo>
                    <a:pt x="3978" y="4953"/>
                    <a:pt x="3893" y="5098"/>
                    <a:pt x="3786" y="5239"/>
                  </a:cubicBezTo>
                  <a:cubicBezTo>
                    <a:pt x="3765" y="5290"/>
                    <a:pt x="3731" y="5328"/>
                    <a:pt x="3696" y="5379"/>
                  </a:cubicBezTo>
                  <a:cubicBezTo>
                    <a:pt x="3679" y="5418"/>
                    <a:pt x="3679" y="5452"/>
                    <a:pt x="3696" y="5469"/>
                  </a:cubicBezTo>
                  <a:cubicBezTo>
                    <a:pt x="3748" y="5541"/>
                    <a:pt x="3803" y="5609"/>
                    <a:pt x="3854" y="5665"/>
                  </a:cubicBezTo>
                  <a:cubicBezTo>
                    <a:pt x="4033" y="5844"/>
                    <a:pt x="4229" y="6002"/>
                    <a:pt x="4425" y="6181"/>
                  </a:cubicBezTo>
                  <a:moveTo>
                    <a:pt x="6855" y="10353"/>
                  </a:moveTo>
                  <a:cubicBezTo>
                    <a:pt x="6893" y="10298"/>
                    <a:pt x="6927" y="10281"/>
                    <a:pt x="6944" y="10247"/>
                  </a:cubicBezTo>
                  <a:cubicBezTo>
                    <a:pt x="7017" y="10140"/>
                    <a:pt x="7068" y="10051"/>
                    <a:pt x="7140" y="9961"/>
                  </a:cubicBezTo>
                  <a:cubicBezTo>
                    <a:pt x="7302" y="9731"/>
                    <a:pt x="7477" y="9484"/>
                    <a:pt x="7639" y="9254"/>
                  </a:cubicBezTo>
                  <a:cubicBezTo>
                    <a:pt x="7656" y="9215"/>
                    <a:pt x="7673" y="9198"/>
                    <a:pt x="7673" y="9164"/>
                  </a:cubicBezTo>
                  <a:cubicBezTo>
                    <a:pt x="7690" y="9002"/>
                    <a:pt x="7690" y="8828"/>
                    <a:pt x="7729" y="8649"/>
                  </a:cubicBezTo>
                  <a:cubicBezTo>
                    <a:pt x="7746" y="8487"/>
                    <a:pt x="7763" y="8312"/>
                    <a:pt x="7763" y="8150"/>
                  </a:cubicBezTo>
                  <a:cubicBezTo>
                    <a:pt x="7780" y="8009"/>
                    <a:pt x="7797" y="7847"/>
                    <a:pt x="7797" y="7707"/>
                  </a:cubicBezTo>
                  <a:cubicBezTo>
                    <a:pt x="7797" y="7600"/>
                    <a:pt x="7797" y="7493"/>
                    <a:pt x="7814" y="7404"/>
                  </a:cubicBezTo>
                  <a:cubicBezTo>
                    <a:pt x="7835" y="7229"/>
                    <a:pt x="7852" y="7050"/>
                    <a:pt x="7852" y="6871"/>
                  </a:cubicBezTo>
                  <a:cubicBezTo>
                    <a:pt x="7869" y="6696"/>
                    <a:pt x="7869" y="6517"/>
                    <a:pt x="7903" y="6355"/>
                  </a:cubicBezTo>
                  <a:lnTo>
                    <a:pt x="7903" y="6249"/>
                  </a:lnTo>
                  <a:cubicBezTo>
                    <a:pt x="7920" y="6125"/>
                    <a:pt x="7920" y="6002"/>
                    <a:pt x="7942" y="5895"/>
                  </a:cubicBezTo>
                  <a:cubicBezTo>
                    <a:pt x="7959" y="5699"/>
                    <a:pt x="7976" y="5524"/>
                    <a:pt x="7993" y="5345"/>
                  </a:cubicBezTo>
                  <a:cubicBezTo>
                    <a:pt x="8010" y="5166"/>
                    <a:pt x="8027" y="4991"/>
                    <a:pt x="8048" y="4812"/>
                  </a:cubicBezTo>
                  <a:cubicBezTo>
                    <a:pt x="8082" y="4565"/>
                    <a:pt x="8117" y="4331"/>
                    <a:pt x="8155" y="4101"/>
                  </a:cubicBezTo>
                  <a:cubicBezTo>
                    <a:pt x="8172" y="4032"/>
                    <a:pt x="8172" y="3960"/>
                    <a:pt x="8155" y="3870"/>
                  </a:cubicBezTo>
                  <a:cubicBezTo>
                    <a:pt x="8134" y="3905"/>
                    <a:pt x="8117" y="3926"/>
                    <a:pt x="8099" y="3960"/>
                  </a:cubicBezTo>
                  <a:cubicBezTo>
                    <a:pt x="7959" y="4156"/>
                    <a:pt x="7814" y="4369"/>
                    <a:pt x="7673" y="4565"/>
                  </a:cubicBezTo>
                  <a:cubicBezTo>
                    <a:pt x="7584" y="4689"/>
                    <a:pt x="7494" y="4812"/>
                    <a:pt x="7409" y="4936"/>
                  </a:cubicBezTo>
                  <a:cubicBezTo>
                    <a:pt x="7319" y="5043"/>
                    <a:pt x="7230" y="5166"/>
                    <a:pt x="7140" y="5290"/>
                  </a:cubicBezTo>
                  <a:cubicBezTo>
                    <a:pt x="7034" y="5418"/>
                    <a:pt x="6910" y="5541"/>
                    <a:pt x="6804" y="5665"/>
                  </a:cubicBezTo>
                  <a:cubicBezTo>
                    <a:pt x="6697" y="5806"/>
                    <a:pt x="6574" y="5950"/>
                    <a:pt x="6467" y="6108"/>
                  </a:cubicBezTo>
                  <a:cubicBezTo>
                    <a:pt x="6377" y="6215"/>
                    <a:pt x="6305" y="6321"/>
                    <a:pt x="6237" y="6428"/>
                  </a:cubicBezTo>
                  <a:cubicBezTo>
                    <a:pt x="6198" y="6483"/>
                    <a:pt x="6147" y="6517"/>
                    <a:pt x="6109" y="6568"/>
                  </a:cubicBezTo>
                  <a:cubicBezTo>
                    <a:pt x="6041" y="6658"/>
                    <a:pt x="5968" y="6748"/>
                    <a:pt x="5896" y="6837"/>
                  </a:cubicBezTo>
                  <a:cubicBezTo>
                    <a:pt x="5845" y="6888"/>
                    <a:pt x="5845" y="6961"/>
                    <a:pt x="5845" y="7033"/>
                  </a:cubicBezTo>
                  <a:cubicBezTo>
                    <a:pt x="5862" y="7421"/>
                    <a:pt x="5862" y="7813"/>
                    <a:pt x="5811" y="8188"/>
                  </a:cubicBezTo>
                  <a:cubicBezTo>
                    <a:pt x="5811" y="8222"/>
                    <a:pt x="5811" y="8256"/>
                    <a:pt x="5789" y="8273"/>
                  </a:cubicBezTo>
                  <a:cubicBezTo>
                    <a:pt x="5704" y="8380"/>
                    <a:pt x="5615" y="8508"/>
                    <a:pt x="5525" y="8614"/>
                  </a:cubicBezTo>
                  <a:cubicBezTo>
                    <a:pt x="5384" y="8755"/>
                    <a:pt x="5222" y="8896"/>
                    <a:pt x="5082" y="9041"/>
                  </a:cubicBezTo>
                  <a:cubicBezTo>
                    <a:pt x="5065" y="9041"/>
                    <a:pt x="5065" y="9058"/>
                    <a:pt x="5043" y="9092"/>
                  </a:cubicBezTo>
                  <a:cubicBezTo>
                    <a:pt x="5082" y="9109"/>
                    <a:pt x="5116" y="9126"/>
                    <a:pt x="5150" y="9147"/>
                  </a:cubicBezTo>
                  <a:cubicBezTo>
                    <a:pt x="5278" y="9215"/>
                    <a:pt x="5384" y="9305"/>
                    <a:pt x="5508" y="9377"/>
                  </a:cubicBezTo>
                  <a:cubicBezTo>
                    <a:pt x="5632" y="9484"/>
                    <a:pt x="5755" y="9591"/>
                    <a:pt x="5896" y="9697"/>
                  </a:cubicBezTo>
                  <a:cubicBezTo>
                    <a:pt x="5951" y="9748"/>
                    <a:pt x="6024" y="9787"/>
                    <a:pt x="6075" y="9838"/>
                  </a:cubicBezTo>
                  <a:cubicBezTo>
                    <a:pt x="6237" y="9944"/>
                    <a:pt x="6395" y="10051"/>
                    <a:pt x="6535" y="10140"/>
                  </a:cubicBezTo>
                  <a:cubicBezTo>
                    <a:pt x="6642" y="10213"/>
                    <a:pt x="6748" y="10281"/>
                    <a:pt x="6855" y="10353"/>
                  </a:cubicBezTo>
                  <a:close/>
                  <a:moveTo>
                    <a:pt x="1795" y="6730"/>
                  </a:moveTo>
                  <a:cubicBezTo>
                    <a:pt x="1812" y="6696"/>
                    <a:pt x="1830" y="6658"/>
                    <a:pt x="1830" y="6624"/>
                  </a:cubicBezTo>
                  <a:cubicBezTo>
                    <a:pt x="1919" y="6500"/>
                    <a:pt x="1992" y="6377"/>
                    <a:pt x="2060" y="6249"/>
                  </a:cubicBezTo>
                  <a:cubicBezTo>
                    <a:pt x="2149" y="6108"/>
                    <a:pt x="2256" y="5985"/>
                    <a:pt x="2311" y="5823"/>
                  </a:cubicBezTo>
                  <a:cubicBezTo>
                    <a:pt x="2311" y="5788"/>
                    <a:pt x="2345" y="5771"/>
                    <a:pt x="2362" y="5754"/>
                  </a:cubicBezTo>
                  <a:cubicBezTo>
                    <a:pt x="2558" y="5682"/>
                    <a:pt x="2772" y="5609"/>
                    <a:pt x="2968" y="5541"/>
                  </a:cubicBezTo>
                  <a:cubicBezTo>
                    <a:pt x="3147" y="5486"/>
                    <a:pt x="3338" y="5418"/>
                    <a:pt x="3534" y="5362"/>
                  </a:cubicBezTo>
                  <a:cubicBezTo>
                    <a:pt x="3573" y="5345"/>
                    <a:pt x="3607" y="5311"/>
                    <a:pt x="3624" y="5273"/>
                  </a:cubicBezTo>
                  <a:cubicBezTo>
                    <a:pt x="3731" y="5132"/>
                    <a:pt x="3820" y="4991"/>
                    <a:pt x="3927" y="4846"/>
                  </a:cubicBezTo>
                  <a:cubicBezTo>
                    <a:pt x="4106" y="4599"/>
                    <a:pt x="4263" y="4352"/>
                    <a:pt x="4442" y="4101"/>
                  </a:cubicBezTo>
                  <a:cubicBezTo>
                    <a:pt x="4655" y="3798"/>
                    <a:pt x="4886" y="3517"/>
                    <a:pt x="5065" y="3214"/>
                  </a:cubicBezTo>
                  <a:cubicBezTo>
                    <a:pt x="5205" y="3018"/>
                    <a:pt x="5363" y="2822"/>
                    <a:pt x="5508" y="2626"/>
                  </a:cubicBezTo>
                  <a:cubicBezTo>
                    <a:pt x="5525" y="2609"/>
                    <a:pt x="5542" y="2592"/>
                    <a:pt x="5542" y="2575"/>
                  </a:cubicBezTo>
                  <a:cubicBezTo>
                    <a:pt x="5615" y="2485"/>
                    <a:pt x="5683" y="2413"/>
                    <a:pt x="5738" y="2306"/>
                  </a:cubicBezTo>
                  <a:cubicBezTo>
                    <a:pt x="5597" y="2362"/>
                    <a:pt x="5491" y="2413"/>
                    <a:pt x="5384" y="2468"/>
                  </a:cubicBezTo>
                  <a:cubicBezTo>
                    <a:pt x="5222" y="2541"/>
                    <a:pt x="5065" y="2626"/>
                    <a:pt x="4903" y="2698"/>
                  </a:cubicBezTo>
                  <a:cubicBezTo>
                    <a:pt x="4852" y="2715"/>
                    <a:pt x="4796" y="2715"/>
                    <a:pt x="4762" y="2732"/>
                  </a:cubicBezTo>
                  <a:cubicBezTo>
                    <a:pt x="4600" y="2805"/>
                    <a:pt x="4476" y="2894"/>
                    <a:pt x="4319" y="2945"/>
                  </a:cubicBezTo>
                  <a:cubicBezTo>
                    <a:pt x="3893" y="3142"/>
                    <a:pt x="3466" y="3338"/>
                    <a:pt x="3019" y="3500"/>
                  </a:cubicBezTo>
                  <a:cubicBezTo>
                    <a:pt x="2665" y="3640"/>
                    <a:pt x="2328" y="3798"/>
                    <a:pt x="1992" y="3960"/>
                  </a:cubicBezTo>
                  <a:cubicBezTo>
                    <a:pt x="1795" y="4032"/>
                    <a:pt x="1599" y="4118"/>
                    <a:pt x="1420" y="4207"/>
                  </a:cubicBezTo>
                  <a:cubicBezTo>
                    <a:pt x="1280" y="4263"/>
                    <a:pt x="1139" y="4352"/>
                    <a:pt x="994" y="4403"/>
                  </a:cubicBezTo>
                  <a:cubicBezTo>
                    <a:pt x="943" y="4437"/>
                    <a:pt x="888" y="4476"/>
                    <a:pt x="853" y="4527"/>
                  </a:cubicBezTo>
                  <a:cubicBezTo>
                    <a:pt x="696" y="4740"/>
                    <a:pt x="551" y="4953"/>
                    <a:pt x="410" y="5166"/>
                  </a:cubicBezTo>
                  <a:cubicBezTo>
                    <a:pt x="321" y="5273"/>
                    <a:pt x="248" y="5379"/>
                    <a:pt x="163" y="5486"/>
                  </a:cubicBezTo>
                  <a:cubicBezTo>
                    <a:pt x="163" y="5503"/>
                    <a:pt x="163" y="5524"/>
                    <a:pt x="142" y="5558"/>
                  </a:cubicBezTo>
                  <a:cubicBezTo>
                    <a:pt x="674" y="5950"/>
                    <a:pt x="1190" y="6377"/>
                    <a:pt x="1795" y="6730"/>
                  </a:cubicBezTo>
                  <a:close/>
                  <a:moveTo>
                    <a:pt x="5704" y="6944"/>
                  </a:moveTo>
                  <a:cubicBezTo>
                    <a:pt x="5576" y="6909"/>
                    <a:pt x="5453" y="6888"/>
                    <a:pt x="5329" y="6837"/>
                  </a:cubicBezTo>
                  <a:cubicBezTo>
                    <a:pt x="5082" y="6748"/>
                    <a:pt x="4869" y="6607"/>
                    <a:pt x="4638" y="6462"/>
                  </a:cubicBezTo>
                  <a:cubicBezTo>
                    <a:pt x="4583" y="6428"/>
                    <a:pt x="4532" y="6394"/>
                    <a:pt x="4476" y="6355"/>
                  </a:cubicBezTo>
                  <a:cubicBezTo>
                    <a:pt x="4280" y="6198"/>
                    <a:pt x="4106" y="6036"/>
                    <a:pt x="3927" y="5878"/>
                  </a:cubicBezTo>
                  <a:cubicBezTo>
                    <a:pt x="3803" y="5754"/>
                    <a:pt x="3658" y="5631"/>
                    <a:pt x="3573" y="5469"/>
                  </a:cubicBezTo>
                  <a:cubicBezTo>
                    <a:pt x="3181" y="5592"/>
                    <a:pt x="2789" y="5716"/>
                    <a:pt x="2401" y="5878"/>
                  </a:cubicBezTo>
                  <a:cubicBezTo>
                    <a:pt x="2435" y="5950"/>
                    <a:pt x="2452" y="6019"/>
                    <a:pt x="2486" y="6074"/>
                  </a:cubicBezTo>
                  <a:cubicBezTo>
                    <a:pt x="2558" y="6181"/>
                    <a:pt x="2614" y="6270"/>
                    <a:pt x="2682" y="6377"/>
                  </a:cubicBezTo>
                  <a:cubicBezTo>
                    <a:pt x="2772" y="6483"/>
                    <a:pt x="2861" y="6607"/>
                    <a:pt x="2951" y="6713"/>
                  </a:cubicBezTo>
                  <a:cubicBezTo>
                    <a:pt x="3108" y="6888"/>
                    <a:pt x="3287" y="7050"/>
                    <a:pt x="3445" y="7191"/>
                  </a:cubicBezTo>
                  <a:cubicBezTo>
                    <a:pt x="3679" y="7387"/>
                    <a:pt x="3910" y="7528"/>
                    <a:pt x="4157" y="7672"/>
                  </a:cubicBezTo>
                  <a:cubicBezTo>
                    <a:pt x="4336" y="7762"/>
                    <a:pt x="4511" y="7830"/>
                    <a:pt x="4690" y="7920"/>
                  </a:cubicBezTo>
                  <a:cubicBezTo>
                    <a:pt x="4958" y="8060"/>
                    <a:pt x="5256" y="8167"/>
                    <a:pt x="5576" y="8188"/>
                  </a:cubicBezTo>
                  <a:lnTo>
                    <a:pt x="5666" y="8188"/>
                  </a:lnTo>
                  <a:cubicBezTo>
                    <a:pt x="5738" y="8026"/>
                    <a:pt x="5738" y="7246"/>
                    <a:pt x="5704" y="6944"/>
                  </a:cubicBezTo>
                  <a:close/>
                  <a:moveTo>
                    <a:pt x="5615" y="8312"/>
                  </a:moveTo>
                  <a:cubicBezTo>
                    <a:pt x="5576" y="8312"/>
                    <a:pt x="5542" y="8312"/>
                    <a:pt x="5525" y="8295"/>
                  </a:cubicBezTo>
                  <a:cubicBezTo>
                    <a:pt x="5329" y="8273"/>
                    <a:pt x="5150" y="8239"/>
                    <a:pt x="4975" y="8167"/>
                  </a:cubicBezTo>
                  <a:cubicBezTo>
                    <a:pt x="4583" y="8009"/>
                    <a:pt x="4191" y="7813"/>
                    <a:pt x="3820" y="7583"/>
                  </a:cubicBezTo>
                  <a:cubicBezTo>
                    <a:pt x="3445" y="7353"/>
                    <a:pt x="3125" y="7067"/>
                    <a:pt x="2844" y="6730"/>
                  </a:cubicBezTo>
                  <a:cubicBezTo>
                    <a:pt x="2665" y="6534"/>
                    <a:pt x="2507" y="6321"/>
                    <a:pt x="2379" y="6091"/>
                  </a:cubicBezTo>
                  <a:cubicBezTo>
                    <a:pt x="2362" y="6074"/>
                    <a:pt x="2345" y="6074"/>
                    <a:pt x="2328" y="6057"/>
                  </a:cubicBezTo>
                  <a:cubicBezTo>
                    <a:pt x="2294" y="6108"/>
                    <a:pt x="2256" y="6164"/>
                    <a:pt x="2239" y="6215"/>
                  </a:cubicBezTo>
                  <a:cubicBezTo>
                    <a:pt x="2132" y="6394"/>
                    <a:pt x="2043" y="6568"/>
                    <a:pt x="1936" y="6730"/>
                  </a:cubicBezTo>
                  <a:cubicBezTo>
                    <a:pt x="1885" y="6837"/>
                    <a:pt x="1902" y="6909"/>
                    <a:pt x="1953" y="6995"/>
                  </a:cubicBezTo>
                  <a:cubicBezTo>
                    <a:pt x="2009" y="7084"/>
                    <a:pt x="2081" y="7174"/>
                    <a:pt x="2149" y="7263"/>
                  </a:cubicBezTo>
                  <a:cubicBezTo>
                    <a:pt x="2379" y="7566"/>
                    <a:pt x="2631" y="7830"/>
                    <a:pt x="2895" y="8082"/>
                  </a:cubicBezTo>
                  <a:cubicBezTo>
                    <a:pt x="2951" y="8116"/>
                    <a:pt x="3002" y="8167"/>
                    <a:pt x="3057" y="8205"/>
                  </a:cubicBezTo>
                  <a:cubicBezTo>
                    <a:pt x="3287" y="8346"/>
                    <a:pt x="3500" y="8487"/>
                    <a:pt x="3731" y="8614"/>
                  </a:cubicBezTo>
                  <a:cubicBezTo>
                    <a:pt x="4016" y="8772"/>
                    <a:pt x="4319" y="8913"/>
                    <a:pt x="4638" y="9002"/>
                  </a:cubicBezTo>
                  <a:cubicBezTo>
                    <a:pt x="4796" y="9041"/>
                    <a:pt x="4958" y="9041"/>
                    <a:pt x="5082" y="8879"/>
                  </a:cubicBezTo>
                  <a:cubicBezTo>
                    <a:pt x="5150" y="8772"/>
                    <a:pt x="5256" y="8700"/>
                    <a:pt x="5346" y="8614"/>
                  </a:cubicBezTo>
                  <a:cubicBezTo>
                    <a:pt x="5436" y="8508"/>
                    <a:pt x="5525" y="8418"/>
                    <a:pt x="5615" y="83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6"/>
            <p:cNvSpPr/>
            <p:nvPr/>
          </p:nvSpPr>
          <p:spPr>
            <a:xfrm>
              <a:off x="5080402" y="569816"/>
              <a:ext cx="211105" cy="211105"/>
            </a:xfrm>
            <a:custGeom>
              <a:rect b="b" l="l" r="r" t="t"/>
              <a:pathLst>
                <a:path extrusionOk="0" h="1638" w="1638">
                  <a:moveTo>
                    <a:pt x="252" y="393"/>
                  </a:moveTo>
                  <a:cubicBezTo>
                    <a:pt x="358" y="252"/>
                    <a:pt x="499" y="146"/>
                    <a:pt x="678" y="73"/>
                  </a:cubicBezTo>
                  <a:cubicBezTo>
                    <a:pt x="802" y="1"/>
                    <a:pt x="942" y="22"/>
                    <a:pt x="1066" y="73"/>
                  </a:cubicBezTo>
                  <a:cubicBezTo>
                    <a:pt x="1335" y="180"/>
                    <a:pt x="1475" y="410"/>
                    <a:pt x="1599" y="662"/>
                  </a:cubicBezTo>
                  <a:cubicBezTo>
                    <a:pt x="1637" y="713"/>
                    <a:pt x="1637" y="802"/>
                    <a:pt x="1616" y="875"/>
                  </a:cubicBezTo>
                  <a:cubicBezTo>
                    <a:pt x="1565" y="1139"/>
                    <a:pt x="1424" y="1352"/>
                    <a:pt x="1190" y="1514"/>
                  </a:cubicBezTo>
                  <a:cubicBezTo>
                    <a:pt x="1015" y="1621"/>
                    <a:pt x="836" y="1638"/>
                    <a:pt x="657" y="1565"/>
                  </a:cubicBezTo>
                  <a:cubicBezTo>
                    <a:pt x="533" y="1514"/>
                    <a:pt x="393" y="1493"/>
                    <a:pt x="303" y="1408"/>
                  </a:cubicBezTo>
                  <a:cubicBezTo>
                    <a:pt x="231" y="1335"/>
                    <a:pt x="179" y="1263"/>
                    <a:pt x="107" y="1173"/>
                  </a:cubicBezTo>
                  <a:cubicBezTo>
                    <a:pt x="17" y="1050"/>
                    <a:pt x="0" y="892"/>
                    <a:pt x="73" y="747"/>
                  </a:cubicBezTo>
                  <a:cubicBezTo>
                    <a:pt x="107" y="623"/>
                    <a:pt x="162" y="500"/>
                    <a:pt x="252" y="393"/>
                  </a:cubicBezTo>
                  <a:close/>
                  <a:moveTo>
                    <a:pt x="1352" y="1263"/>
                  </a:moveTo>
                  <a:cubicBezTo>
                    <a:pt x="1386" y="1173"/>
                    <a:pt x="1441" y="1105"/>
                    <a:pt x="1475" y="1015"/>
                  </a:cubicBezTo>
                  <a:cubicBezTo>
                    <a:pt x="1565" y="836"/>
                    <a:pt x="1548" y="679"/>
                    <a:pt x="1424" y="534"/>
                  </a:cubicBezTo>
                  <a:cubicBezTo>
                    <a:pt x="1335" y="410"/>
                    <a:pt x="1245" y="287"/>
                    <a:pt x="1104" y="197"/>
                  </a:cubicBezTo>
                  <a:cubicBezTo>
                    <a:pt x="959" y="108"/>
                    <a:pt x="802" y="90"/>
                    <a:pt x="640" y="180"/>
                  </a:cubicBezTo>
                  <a:cubicBezTo>
                    <a:pt x="393" y="321"/>
                    <a:pt x="231" y="534"/>
                    <a:pt x="145" y="819"/>
                  </a:cubicBezTo>
                  <a:cubicBezTo>
                    <a:pt x="124" y="909"/>
                    <a:pt x="124" y="998"/>
                    <a:pt x="179" y="1088"/>
                  </a:cubicBezTo>
                  <a:cubicBezTo>
                    <a:pt x="269" y="1246"/>
                    <a:pt x="393" y="1386"/>
                    <a:pt x="589" y="1442"/>
                  </a:cubicBezTo>
                  <a:cubicBezTo>
                    <a:pt x="606" y="1442"/>
                    <a:pt x="640" y="1459"/>
                    <a:pt x="657" y="1459"/>
                  </a:cubicBezTo>
                  <a:cubicBezTo>
                    <a:pt x="819" y="1514"/>
                    <a:pt x="976" y="1548"/>
                    <a:pt x="1121" y="1442"/>
                  </a:cubicBezTo>
                  <a:cubicBezTo>
                    <a:pt x="1211" y="1408"/>
                    <a:pt x="1279" y="1335"/>
                    <a:pt x="1352" y="1263"/>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6"/>
            <p:cNvSpPr/>
            <p:nvPr/>
          </p:nvSpPr>
          <p:spPr>
            <a:xfrm>
              <a:off x="5197424" y="624847"/>
              <a:ext cx="52841" cy="87381"/>
            </a:xfrm>
            <a:custGeom>
              <a:rect b="b" l="l" r="r" t="t"/>
              <a:pathLst>
                <a:path extrusionOk="0" h="678" w="410">
                  <a:moveTo>
                    <a:pt x="97" y="1"/>
                  </a:moveTo>
                  <a:cubicBezTo>
                    <a:pt x="65" y="1"/>
                    <a:pt x="33" y="7"/>
                    <a:pt x="0" y="22"/>
                  </a:cubicBezTo>
                  <a:cubicBezTo>
                    <a:pt x="51" y="90"/>
                    <a:pt x="90" y="145"/>
                    <a:pt x="107" y="196"/>
                  </a:cubicBezTo>
                  <a:cubicBezTo>
                    <a:pt x="124" y="252"/>
                    <a:pt x="124" y="286"/>
                    <a:pt x="141" y="320"/>
                  </a:cubicBezTo>
                  <a:lnTo>
                    <a:pt x="141" y="465"/>
                  </a:lnTo>
                  <a:cubicBezTo>
                    <a:pt x="141" y="516"/>
                    <a:pt x="124" y="588"/>
                    <a:pt x="107" y="678"/>
                  </a:cubicBezTo>
                  <a:cubicBezTo>
                    <a:pt x="196" y="678"/>
                    <a:pt x="282" y="623"/>
                    <a:pt x="337" y="554"/>
                  </a:cubicBezTo>
                  <a:cubicBezTo>
                    <a:pt x="388" y="482"/>
                    <a:pt x="409" y="392"/>
                    <a:pt x="409" y="286"/>
                  </a:cubicBezTo>
                  <a:cubicBezTo>
                    <a:pt x="388" y="196"/>
                    <a:pt x="337" y="107"/>
                    <a:pt x="265" y="56"/>
                  </a:cubicBezTo>
                  <a:cubicBezTo>
                    <a:pt x="208" y="21"/>
                    <a:pt x="153" y="1"/>
                    <a:pt x="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6"/>
            <p:cNvSpPr/>
            <p:nvPr/>
          </p:nvSpPr>
          <p:spPr>
            <a:xfrm>
              <a:off x="4458818" y="1228130"/>
              <a:ext cx="436517" cy="301064"/>
            </a:xfrm>
            <a:custGeom>
              <a:rect b="b" l="l" r="r" t="t"/>
              <a:pathLst>
                <a:path extrusionOk="0" h="2336" w="3387">
                  <a:moveTo>
                    <a:pt x="44" y="0"/>
                  </a:moveTo>
                  <a:cubicBezTo>
                    <a:pt x="25" y="0"/>
                    <a:pt x="1" y="22"/>
                    <a:pt x="11" y="46"/>
                  </a:cubicBezTo>
                  <a:cubicBezTo>
                    <a:pt x="118" y="327"/>
                    <a:pt x="348" y="524"/>
                    <a:pt x="561" y="720"/>
                  </a:cubicBezTo>
                  <a:cubicBezTo>
                    <a:pt x="864" y="1022"/>
                    <a:pt x="1200" y="1287"/>
                    <a:pt x="1537" y="1538"/>
                  </a:cubicBezTo>
                  <a:cubicBezTo>
                    <a:pt x="2053" y="1926"/>
                    <a:pt x="2675" y="2284"/>
                    <a:pt x="3332" y="2335"/>
                  </a:cubicBezTo>
                  <a:cubicBezTo>
                    <a:pt x="3370" y="2335"/>
                    <a:pt x="3387" y="2284"/>
                    <a:pt x="3332" y="2267"/>
                  </a:cubicBezTo>
                  <a:cubicBezTo>
                    <a:pt x="2692" y="2211"/>
                    <a:pt x="2091" y="1858"/>
                    <a:pt x="1575" y="1483"/>
                  </a:cubicBezTo>
                  <a:cubicBezTo>
                    <a:pt x="1256" y="1252"/>
                    <a:pt x="936" y="1005"/>
                    <a:pt x="651" y="720"/>
                  </a:cubicBezTo>
                  <a:cubicBezTo>
                    <a:pt x="437" y="507"/>
                    <a:pt x="190" y="310"/>
                    <a:pt x="67" y="29"/>
                  </a:cubicBezTo>
                  <a:cubicBezTo>
                    <a:pt x="67" y="8"/>
                    <a:pt x="56" y="0"/>
                    <a:pt x="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6"/>
            <p:cNvSpPr/>
            <p:nvPr/>
          </p:nvSpPr>
          <p:spPr>
            <a:xfrm>
              <a:off x="5236345" y="427662"/>
              <a:ext cx="177597" cy="129396"/>
            </a:xfrm>
            <a:custGeom>
              <a:rect b="b" l="l" r="r" t="t"/>
              <a:pathLst>
                <a:path extrusionOk="0" h="1004" w="1378">
                  <a:moveTo>
                    <a:pt x="74" y="0"/>
                  </a:moveTo>
                  <a:cubicBezTo>
                    <a:pt x="38" y="0"/>
                    <a:pt x="1" y="28"/>
                    <a:pt x="1" y="77"/>
                  </a:cubicBezTo>
                  <a:cubicBezTo>
                    <a:pt x="96" y="503"/>
                    <a:pt x="670" y="1003"/>
                    <a:pt x="1146" y="1003"/>
                  </a:cubicBezTo>
                  <a:cubicBezTo>
                    <a:pt x="1204" y="1003"/>
                    <a:pt x="1260" y="996"/>
                    <a:pt x="1314" y="980"/>
                  </a:cubicBezTo>
                  <a:cubicBezTo>
                    <a:pt x="1378" y="950"/>
                    <a:pt x="1342" y="851"/>
                    <a:pt x="1283" y="851"/>
                  </a:cubicBezTo>
                  <a:cubicBezTo>
                    <a:pt x="1275" y="851"/>
                    <a:pt x="1267" y="853"/>
                    <a:pt x="1258" y="857"/>
                  </a:cubicBezTo>
                  <a:cubicBezTo>
                    <a:pt x="1218" y="869"/>
                    <a:pt x="1175" y="875"/>
                    <a:pt x="1130" y="875"/>
                  </a:cubicBezTo>
                  <a:cubicBezTo>
                    <a:pt x="731" y="875"/>
                    <a:pt x="207" y="409"/>
                    <a:pt x="142" y="60"/>
                  </a:cubicBezTo>
                  <a:cubicBezTo>
                    <a:pt x="134" y="19"/>
                    <a:pt x="104" y="0"/>
                    <a:pt x="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6"/>
            <p:cNvSpPr/>
            <p:nvPr/>
          </p:nvSpPr>
          <p:spPr>
            <a:xfrm>
              <a:off x="5191366" y="450087"/>
              <a:ext cx="212136" cy="152336"/>
            </a:xfrm>
            <a:custGeom>
              <a:rect b="b" l="l" r="r" t="t"/>
              <a:pathLst>
                <a:path extrusionOk="0" h="1182" w="1646">
                  <a:moveTo>
                    <a:pt x="30" y="1"/>
                  </a:moveTo>
                  <a:cubicBezTo>
                    <a:pt x="14" y="1"/>
                    <a:pt x="0" y="9"/>
                    <a:pt x="9" y="26"/>
                  </a:cubicBezTo>
                  <a:cubicBezTo>
                    <a:pt x="97" y="705"/>
                    <a:pt x="938" y="1182"/>
                    <a:pt x="1574" y="1182"/>
                  </a:cubicBezTo>
                  <a:cubicBezTo>
                    <a:pt x="1585" y="1182"/>
                    <a:pt x="1596" y="1182"/>
                    <a:pt x="1607" y="1181"/>
                  </a:cubicBezTo>
                  <a:cubicBezTo>
                    <a:pt x="1646" y="1181"/>
                    <a:pt x="1646" y="1126"/>
                    <a:pt x="1590" y="1126"/>
                  </a:cubicBezTo>
                  <a:cubicBezTo>
                    <a:pt x="1006" y="1126"/>
                    <a:pt x="154" y="666"/>
                    <a:pt x="64" y="26"/>
                  </a:cubicBezTo>
                  <a:cubicBezTo>
                    <a:pt x="64" y="9"/>
                    <a:pt x="46" y="1"/>
                    <a:pt x="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6"/>
            <p:cNvSpPr/>
            <p:nvPr/>
          </p:nvSpPr>
          <p:spPr>
            <a:xfrm>
              <a:off x="4285734" y="984806"/>
              <a:ext cx="257631" cy="177468"/>
            </a:xfrm>
            <a:custGeom>
              <a:rect b="b" l="l" r="r" t="t"/>
              <a:pathLst>
                <a:path extrusionOk="0" h="1377" w="1999">
                  <a:moveTo>
                    <a:pt x="89" y="1"/>
                  </a:moveTo>
                  <a:cubicBezTo>
                    <a:pt x="36" y="1"/>
                    <a:pt x="0" y="78"/>
                    <a:pt x="58" y="123"/>
                  </a:cubicBezTo>
                  <a:cubicBezTo>
                    <a:pt x="664" y="532"/>
                    <a:pt x="1231" y="1009"/>
                    <a:pt x="1887" y="1363"/>
                  </a:cubicBezTo>
                  <a:cubicBezTo>
                    <a:pt x="1900" y="1373"/>
                    <a:pt x="1912" y="1377"/>
                    <a:pt x="1923" y="1377"/>
                  </a:cubicBezTo>
                  <a:cubicBezTo>
                    <a:pt x="1974" y="1377"/>
                    <a:pt x="1999" y="1285"/>
                    <a:pt x="1942" y="1239"/>
                  </a:cubicBezTo>
                  <a:cubicBezTo>
                    <a:pt x="1282" y="903"/>
                    <a:pt x="732" y="425"/>
                    <a:pt x="131" y="16"/>
                  </a:cubicBezTo>
                  <a:cubicBezTo>
                    <a:pt x="117" y="5"/>
                    <a:pt x="102" y="1"/>
                    <a:pt x="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6"/>
            <p:cNvSpPr/>
            <p:nvPr/>
          </p:nvSpPr>
          <p:spPr>
            <a:xfrm>
              <a:off x="4275810" y="1011484"/>
              <a:ext cx="222447" cy="159811"/>
            </a:xfrm>
            <a:custGeom>
              <a:rect b="b" l="l" r="r" t="t"/>
              <a:pathLst>
                <a:path extrusionOk="0" h="1240" w="1726">
                  <a:moveTo>
                    <a:pt x="47" y="0"/>
                  </a:moveTo>
                  <a:cubicBezTo>
                    <a:pt x="20" y="0"/>
                    <a:pt x="0" y="42"/>
                    <a:pt x="29" y="56"/>
                  </a:cubicBezTo>
                  <a:cubicBezTo>
                    <a:pt x="545" y="483"/>
                    <a:pt x="1129" y="836"/>
                    <a:pt x="1661" y="1228"/>
                  </a:cubicBezTo>
                  <a:cubicBezTo>
                    <a:pt x="1670" y="1236"/>
                    <a:pt x="1679" y="1240"/>
                    <a:pt x="1687" y="1240"/>
                  </a:cubicBezTo>
                  <a:cubicBezTo>
                    <a:pt x="1712" y="1240"/>
                    <a:pt x="1726" y="1204"/>
                    <a:pt x="1700" y="1177"/>
                  </a:cubicBezTo>
                  <a:cubicBezTo>
                    <a:pt x="1167" y="785"/>
                    <a:pt x="596" y="431"/>
                    <a:pt x="63" y="5"/>
                  </a:cubicBezTo>
                  <a:cubicBezTo>
                    <a:pt x="58" y="2"/>
                    <a:pt x="52" y="0"/>
                    <a:pt x="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6"/>
            <p:cNvSpPr/>
            <p:nvPr/>
          </p:nvSpPr>
          <p:spPr>
            <a:xfrm>
              <a:off x="4919561" y="1428924"/>
              <a:ext cx="266782" cy="196155"/>
            </a:xfrm>
            <a:custGeom>
              <a:rect b="b" l="l" r="r" t="t"/>
              <a:pathLst>
                <a:path extrusionOk="0" h="1522" w="2070">
                  <a:moveTo>
                    <a:pt x="92" y="1"/>
                  </a:moveTo>
                  <a:cubicBezTo>
                    <a:pt x="37" y="1"/>
                    <a:pt x="0" y="79"/>
                    <a:pt x="59" y="121"/>
                  </a:cubicBezTo>
                  <a:cubicBezTo>
                    <a:pt x="681" y="581"/>
                    <a:pt x="1321" y="1029"/>
                    <a:pt x="1943" y="1506"/>
                  </a:cubicBezTo>
                  <a:cubicBezTo>
                    <a:pt x="1953" y="1517"/>
                    <a:pt x="1965" y="1521"/>
                    <a:pt x="1976" y="1521"/>
                  </a:cubicBezTo>
                  <a:cubicBezTo>
                    <a:pt x="2023" y="1521"/>
                    <a:pt x="2070" y="1444"/>
                    <a:pt x="2011" y="1399"/>
                  </a:cubicBezTo>
                  <a:cubicBezTo>
                    <a:pt x="1393" y="922"/>
                    <a:pt x="771" y="474"/>
                    <a:pt x="132" y="14"/>
                  </a:cubicBezTo>
                  <a:cubicBezTo>
                    <a:pt x="118" y="5"/>
                    <a:pt x="105" y="1"/>
                    <a:pt x="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6"/>
            <p:cNvSpPr/>
            <p:nvPr/>
          </p:nvSpPr>
          <p:spPr>
            <a:xfrm>
              <a:off x="4921494" y="1472614"/>
              <a:ext cx="238557" cy="176179"/>
            </a:xfrm>
            <a:custGeom>
              <a:rect b="b" l="l" r="r" t="t"/>
              <a:pathLst>
                <a:path extrusionOk="0" h="1367" w="1851">
                  <a:moveTo>
                    <a:pt x="53" y="1"/>
                  </a:moveTo>
                  <a:cubicBezTo>
                    <a:pt x="25" y="1"/>
                    <a:pt x="1" y="38"/>
                    <a:pt x="27" y="67"/>
                  </a:cubicBezTo>
                  <a:cubicBezTo>
                    <a:pt x="611" y="493"/>
                    <a:pt x="1199" y="920"/>
                    <a:pt x="1783" y="1363"/>
                  </a:cubicBezTo>
                  <a:cubicBezTo>
                    <a:pt x="1786" y="1365"/>
                    <a:pt x="1790" y="1366"/>
                    <a:pt x="1794" y="1366"/>
                  </a:cubicBezTo>
                  <a:cubicBezTo>
                    <a:pt x="1817" y="1366"/>
                    <a:pt x="1851" y="1326"/>
                    <a:pt x="1822" y="1308"/>
                  </a:cubicBezTo>
                  <a:cubicBezTo>
                    <a:pt x="1233" y="864"/>
                    <a:pt x="649" y="455"/>
                    <a:pt x="78" y="12"/>
                  </a:cubicBezTo>
                  <a:cubicBezTo>
                    <a:pt x="70" y="4"/>
                    <a:pt x="62" y="1"/>
                    <a:pt x="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6"/>
            <p:cNvSpPr/>
            <p:nvPr/>
          </p:nvSpPr>
          <p:spPr>
            <a:xfrm>
              <a:off x="4680619" y="1064969"/>
              <a:ext cx="295006" cy="201053"/>
            </a:xfrm>
            <a:custGeom>
              <a:rect b="b" l="l" r="r" t="t"/>
              <a:pathLst>
                <a:path extrusionOk="0" h="1560" w="2289">
                  <a:moveTo>
                    <a:pt x="45" y="0"/>
                  </a:moveTo>
                  <a:cubicBezTo>
                    <a:pt x="24" y="0"/>
                    <a:pt x="0" y="27"/>
                    <a:pt x="12" y="51"/>
                  </a:cubicBezTo>
                  <a:cubicBezTo>
                    <a:pt x="264" y="460"/>
                    <a:pt x="707" y="690"/>
                    <a:pt x="1078" y="954"/>
                  </a:cubicBezTo>
                  <a:cubicBezTo>
                    <a:pt x="1436" y="1206"/>
                    <a:pt x="1790" y="1525"/>
                    <a:pt x="2233" y="1559"/>
                  </a:cubicBezTo>
                  <a:cubicBezTo>
                    <a:pt x="2288" y="1559"/>
                    <a:pt x="2288" y="1508"/>
                    <a:pt x="2250" y="1487"/>
                  </a:cubicBezTo>
                  <a:cubicBezTo>
                    <a:pt x="1790" y="1453"/>
                    <a:pt x="1414" y="1116"/>
                    <a:pt x="1061" y="869"/>
                  </a:cubicBezTo>
                  <a:cubicBezTo>
                    <a:pt x="707" y="617"/>
                    <a:pt x="298" y="387"/>
                    <a:pt x="68" y="16"/>
                  </a:cubicBezTo>
                  <a:cubicBezTo>
                    <a:pt x="63" y="5"/>
                    <a:pt x="54" y="0"/>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6"/>
            <p:cNvSpPr/>
            <p:nvPr/>
          </p:nvSpPr>
          <p:spPr>
            <a:xfrm>
              <a:off x="4802538" y="753726"/>
              <a:ext cx="332253" cy="425046"/>
            </a:xfrm>
            <a:custGeom>
              <a:rect b="b" l="l" r="r" t="t"/>
              <a:pathLst>
                <a:path extrusionOk="0" h="3298" w="2578">
                  <a:moveTo>
                    <a:pt x="2536" y="1"/>
                  </a:moveTo>
                  <a:cubicBezTo>
                    <a:pt x="2527" y="1"/>
                    <a:pt x="2519" y="5"/>
                    <a:pt x="2514" y="15"/>
                  </a:cubicBezTo>
                  <a:cubicBezTo>
                    <a:pt x="1679" y="1080"/>
                    <a:pt x="844" y="2163"/>
                    <a:pt x="25" y="3246"/>
                  </a:cubicBezTo>
                  <a:cubicBezTo>
                    <a:pt x="1" y="3273"/>
                    <a:pt x="20" y="3298"/>
                    <a:pt x="46" y="3298"/>
                  </a:cubicBezTo>
                  <a:cubicBezTo>
                    <a:pt x="57" y="3298"/>
                    <a:pt x="70" y="3294"/>
                    <a:pt x="81" y="3284"/>
                  </a:cubicBezTo>
                  <a:cubicBezTo>
                    <a:pt x="895" y="2197"/>
                    <a:pt x="1730" y="1131"/>
                    <a:pt x="2566" y="49"/>
                  </a:cubicBezTo>
                  <a:cubicBezTo>
                    <a:pt x="2578" y="25"/>
                    <a:pt x="2556" y="1"/>
                    <a:pt x="2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6"/>
            <p:cNvSpPr/>
            <p:nvPr/>
          </p:nvSpPr>
          <p:spPr>
            <a:xfrm>
              <a:off x="5085299" y="746251"/>
              <a:ext cx="27580" cy="21007"/>
            </a:xfrm>
            <a:custGeom>
              <a:rect b="b" l="l" r="r" t="t"/>
              <a:pathLst>
                <a:path extrusionOk="0" h="163" w="214">
                  <a:moveTo>
                    <a:pt x="107" y="0"/>
                  </a:moveTo>
                  <a:cubicBezTo>
                    <a:pt x="1" y="0"/>
                    <a:pt x="1" y="162"/>
                    <a:pt x="107" y="162"/>
                  </a:cubicBezTo>
                  <a:cubicBezTo>
                    <a:pt x="214" y="162"/>
                    <a:pt x="214" y="0"/>
                    <a:pt x="1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6"/>
            <p:cNvSpPr/>
            <p:nvPr/>
          </p:nvSpPr>
          <p:spPr>
            <a:xfrm>
              <a:off x="5121643" y="773702"/>
              <a:ext cx="27580" cy="21007"/>
            </a:xfrm>
            <a:custGeom>
              <a:rect b="b" l="l" r="r" t="t"/>
              <a:pathLst>
                <a:path extrusionOk="0" h="163" w="214">
                  <a:moveTo>
                    <a:pt x="107" y="0"/>
                  </a:moveTo>
                  <a:cubicBezTo>
                    <a:pt x="0" y="0"/>
                    <a:pt x="0" y="162"/>
                    <a:pt x="107" y="162"/>
                  </a:cubicBezTo>
                  <a:cubicBezTo>
                    <a:pt x="213" y="162"/>
                    <a:pt x="213" y="0"/>
                    <a:pt x="1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6"/>
            <p:cNvSpPr/>
            <p:nvPr/>
          </p:nvSpPr>
          <p:spPr>
            <a:xfrm>
              <a:off x="4789779" y="1130698"/>
              <a:ext cx="27580" cy="21007"/>
            </a:xfrm>
            <a:custGeom>
              <a:rect b="b" l="l" r="r" t="t"/>
              <a:pathLst>
                <a:path extrusionOk="0" h="163" w="214">
                  <a:moveTo>
                    <a:pt x="107" y="1"/>
                  </a:moveTo>
                  <a:cubicBezTo>
                    <a:pt x="1" y="1"/>
                    <a:pt x="1" y="163"/>
                    <a:pt x="107" y="163"/>
                  </a:cubicBezTo>
                  <a:cubicBezTo>
                    <a:pt x="214" y="163"/>
                    <a:pt x="214" y="1"/>
                    <a:pt x="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6"/>
            <p:cNvSpPr/>
            <p:nvPr/>
          </p:nvSpPr>
          <p:spPr>
            <a:xfrm>
              <a:off x="4831021" y="1158149"/>
              <a:ext cx="27580" cy="23198"/>
            </a:xfrm>
            <a:custGeom>
              <a:rect b="b" l="l" r="r" t="t"/>
              <a:pathLst>
                <a:path extrusionOk="0" h="180" w="214">
                  <a:moveTo>
                    <a:pt x="107" y="1"/>
                  </a:moveTo>
                  <a:cubicBezTo>
                    <a:pt x="0" y="1"/>
                    <a:pt x="0" y="180"/>
                    <a:pt x="107" y="180"/>
                  </a:cubicBezTo>
                  <a:cubicBezTo>
                    <a:pt x="213" y="180"/>
                    <a:pt x="213" y="1"/>
                    <a:pt x="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6"/>
            <p:cNvSpPr/>
            <p:nvPr/>
          </p:nvSpPr>
          <p:spPr>
            <a:xfrm>
              <a:off x="5079242" y="529734"/>
              <a:ext cx="51165" cy="38535"/>
            </a:xfrm>
            <a:custGeom>
              <a:rect b="b" l="l" r="r" t="t"/>
              <a:pathLst>
                <a:path extrusionOk="0" h="299" w="397">
                  <a:moveTo>
                    <a:pt x="39" y="1"/>
                  </a:moveTo>
                  <a:cubicBezTo>
                    <a:pt x="14" y="1"/>
                    <a:pt x="1" y="39"/>
                    <a:pt x="26" y="65"/>
                  </a:cubicBezTo>
                  <a:cubicBezTo>
                    <a:pt x="116" y="137"/>
                    <a:pt x="223" y="205"/>
                    <a:pt x="312" y="295"/>
                  </a:cubicBezTo>
                  <a:cubicBezTo>
                    <a:pt x="317" y="297"/>
                    <a:pt x="322" y="298"/>
                    <a:pt x="327" y="298"/>
                  </a:cubicBezTo>
                  <a:cubicBezTo>
                    <a:pt x="360" y="298"/>
                    <a:pt x="397" y="256"/>
                    <a:pt x="367" y="227"/>
                  </a:cubicBezTo>
                  <a:cubicBezTo>
                    <a:pt x="261" y="154"/>
                    <a:pt x="171" y="82"/>
                    <a:pt x="65" y="14"/>
                  </a:cubicBezTo>
                  <a:cubicBezTo>
                    <a:pt x="56" y="4"/>
                    <a:pt x="47" y="1"/>
                    <a:pt x="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6"/>
            <p:cNvSpPr/>
            <p:nvPr/>
          </p:nvSpPr>
          <p:spPr>
            <a:xfrm>
              <a:off x="5088392" y="513753"/>
              <a:ext cx="41628" cy="32864"/>
            </a:xfrm>
            <a:custGeom>
              <a:rect b="b" l="l" r="r" t="t"/>
              <a:pathLst>
                <a:path extrusionOk="0" h="255" w="323">
                  <a:moveTo>
                    <a:pt x="61" y="1"/>
                  </a:moveTo>
                  <a:cubicBezTo>
                    <a:pt x="29" y="1"/>
                    <a:pt x="0" y="51"/>
                    <a:pt x="28" y="65"/>
                  </a:cubicBezTo>
                  <a:cubicBezTo>
                    <a:pt x="100" y="138"/>
                    <a:pt x="169" y="189"/>
                    <a:pt x="241" y="244"/>
                  </a:cubicBezTo>
                  <a:cubicBezTo>
                    <a:pt x="249" y="252"/>
                    <a:pt x="257" y="255"/>
                    <a:pt x="266" y="255"/>
                  </a:cubicBezTo>
                  <a:cubicBezTo>
                    <a:pt x="295" y="255"/>
                    <a:pt x="323" y="215"/>
                    <a:pt x="296" y="189"/>
                  </a:cubicBezTo>
                  <a:cubicBezTo>
                    <a:pt x="207" y="138"/>
                    <a:pt x="134" y="82"/>
                    <a:pt x="83" y="10"/>
                  </a:cubicBezTo>
                  <a:cubicBezTo>
                    <a:pt x="76" y="3"/>
                    <a:pt x="69" y="1"/>
                    <a:pt x="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6"/>
            <p:cNvSpPr/>
            <p:nvPr/>
          </p:nvSpPr>
          <p:spPr>
            <a:xfrm>
              <a:off x="5063132" y="543782"/>
              <a:ext cx="46139" cy="39180"/>
            </a:xfrm>
            <a:custGeom>
              <a:rect b="b" l="l" r="r" t="t"/>
              <a:pathLst>
                <a:path extrusionOk="0" h="304" w="358">
                  <a:moveTo>
                    <a:pt x="44" y="0"/>
                  </a:moveTo>
                  <a:cubicBezTo>
                    <a:pt x="17" y="0"/>
                    <a:pt x="1" y="52"/>
                    <a:pt x="28" y="79"/>
                  </a:cubicBezTo>
                  <a:cubicBezTo>
                    <a:pt x="100" y="152"/>
                    <a:pt x="190" y="224"/>
                    <a:pt x="296" y="292"/>
                  </a:cubicBezTo>
                  <a:cubicBezTo>
                    <a:pt x="303" y="300"/>
                    <a:pt x="310" y="304"/>
                    <a:pt x="317" y="304"/>
                  </a:cubicBezTo>
                  <a:cubicBezTo>
                    <a:pt x="342" y="304"/>
                    <a:pt x="358" y="255"/>
                    <a:pt x="330" y="241"/>
                  </a:cubicBezTo>
                  <a:cubicBezTo>
                    <a:pt x="241" y="169"/>
                    <a:pt x="151" y="96"/>
                    <a:pt x="66" y="11"/>
                  </a:cubicBezTo>
                  <a:cubicBezTo>
                    <a:pt x="59" y="3"/>
                    <a:pt x="51" y="0"/>
                    <a:pt x="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6"/>
            <p:cNvSpPr/>
            <p:nvPr/>
          </p:nvSpPr>
          <p:spPr>
            <a:xfrm>
              <a:off x="4765550" y="942019"/>
              <a:ext cx="48717" cy="36860"/>
            </a:xfrm>
            <a:custGeom>
              <a:rect b="b" l="l" r="r" t="t"/>
              <a:pathLst>
                <a:path extrusionOk="0" h="286" w="378">
                  <a:moveTo>
                    <a:pt x="59" y="0"/>
                  </a:moveTo>
                  <a:cubicBezTo>
                    <a:pt x="29" y="0"/>
                    <a:pt x="0" y="49"/>
                    <a:pt x="31" y="63"/>
                  </a:cubicBezTo>
                  <a:cubicBezTo>
                    <a:pt x="116" y="135"/>
                    <a:pt x="206" y="203"/>
                    <a:pt x="312" y="276"/>
                  </a:cubicBezTo>
                  <a:cubicBezTo>
                    <a:pt x="320" y="282"/>
                    <a:pt x="327" y="285"/>
                    <a:pt x="334" y="285"/>
                  </a:cubicBezTo>
                  <a:cubicBezTo>
                    <a:pt x="361" y="285"/>
                    <a:pt x="378" y="238"/>
                    <a:pt x="351" y="225"/>
                  </a:cubicBezTo>
                  <a:cubicBezTo>
                    <a:pt x="261" y="152"/>
                    <a:pt x="172" y="80"/>
                    <a:pt x="82" y="11"/>
                  </a:cubicBezTo>
                  <a:cubicBezTo>
                    <a:pt x="75" y="4"/>
                    <a:pt x="67" y="0"/>
                    <a:pt x="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6"/>
            <p:cNvSpPr/>
            <p:nvPr/>
          </p:nvSpPr>
          <p:spPr>
            <a:xfrm>
              <a:off x="4756786" y="962253"/>
              <a:ext cx="34282" cy="28354"/>
            </a:xfrm>
            <a:custGeom>
              <a:rect b="b" l="l" r="r" t="t"/>
              <a:pathLst>
                <a:path extrusionOk="0" h="220" w="266">
                  <a:moveTo>
                    <a:pt x="38" y="1"/>
                  </a:moveTo>
                  <a:cubicBezTo>
                    <a:pt x="14" y="1"/>
                    <a:pt x="0" y="38"/>
                    <a:pt x="26" y="68"/>
                  </a:cubicBezTo>
                  <a:cubicBezTo>
                    <a:pt x="78" y="119"/>
                    <a:pt x="133" y="174"/>
                    <a:pt x="184" y="208"/>
                  </a:cubicBezTo>
                  <a:cubicBezTo>
                    <a:pt x="193" y="216"/>
                    <a:pt x="203" y="219"/>
                    <a:pt x="212" y="219"/>
                  </a:cubicBezTo>
                  <a:cubicBezTo>
                    <a:pt x="242" y="219"/>
                    <a:pt x="266" y="182"/>
                    <a:pt x="240" y="153"/>
                  </a:cubicBezTo>
                  <a:cubicBezTo>
                    <a:pt x="167" y="102"/>
                    <a:pt x="116" y="68"/>
                    <a:pt x="61" y="12"/>
                  </a:cubicBezTo>
                  <a:cubicBezTo>
                    <a:pt x="53" y="4"/>
                    <a:pt x="45" y="1"/>
                    <a:pt x="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6"/>
            <p:cNvSpPr/>
            <p:nvPr/>
          </p:nvSpPr>
          <p:spPr>
            <a:xfrm>
              <a:off x="4738228" y="983002"/>
              <a:ext cx="50779" cy="36215"/>
            </a:xfrm>
            <a:custGeom>
              <a:rect b="b" l="l" r="r" t="t"/>
              <a:pathLst>
                <a:path extrusionOk="0" h="281" w="394">
                  <a:moveTo>
                    <a:pt x="54" y="0"/>
                  </a:moveTo>
                  <a:cubicBezTo>
                    <a:pt x="26" y="0"/>
                    <a:pt x="1" y="38"/>
                    <a:pt x="30" y="64"/>
                  </a:cubicBezTo>
                  <a:cubicBezTo>
                    <a:pt x="115" y="137"/>
                    <a:pt x="222" y="205"/>
                    <a:pt x="311" y="277"/>
                  </a:cubicBezTo>
                  <a:cubicBezTo>
                    <a:pt x="316" y="280"/>
                    <a:pt x="322" y="281"/>
                    <a:pt x="327" y="281"/>
                  </a:cubicBezTo>
                  <a:cubicBezTo>
                    <a:pt x="361" y="281"/>
                    <a:pt x="394" y="238"/>
                    <a:pt x="349" y="205"/>
                  </a:cubicBezTo>
                  <a:cubicBezTo>
                    <a:pt x="260" y="154"/>
                    <a:pt x="170" y="81"/>
                    <a:pt x="81" y="13"/>
                  </a:cubicBezTo>
                  <a:cubicBezTo>
                    <a:pt x="73" y="4"/>
                    <a:pt x="63" y="0"/>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6"/>
            <p:cNvSpPr/>
            <p:nvPr/>
          </p:nvSpPr>
          <p:spPr>
            <a:xfrm>
              <a:off x="4252998" y="1046926"/>
              <a:ext cx="48717" cy="37375"/>
            </a:xfrm>
            <a:custGeom>
              <a:rect b="b" l="l" r="r" t="t"/>
              <a:pathLst>
                <a:path extrusionOk="0" h="290" w="378">
                  <a:moveTo>
                    <a:pt x="71" y="0"/>
                  </a:moveTo>
                  <a:cubicBezTo>
                    <a:pt x="37" y="0"/>
                    <a:pt x="1" y="37"/>
                    <a:pt x="27" y="67"/>
                  </a:cubicBezTo>
                  <a:cubicBezTo>
                    <a:pt x="116" y="135"/>
                    <a:pt x="206" y="208"/>
                    <a:pt x="295" y="280"/>
                  </a:cubicBezTo>
                  <a:cubicBezTo>
                    <a:pt x="305" y="286"/>
                    <a:pt x="314" y="289"/>
                    <a:pt x="322" y="289"/>
                  </a:cubicBezTo>
                  <a:cubicBezTo>
                    <a:pt x="358" y="289"/>
                    <a:pt x="378" y="238"/>
                    <a:pt x="346" y="225"/>
                  </a:cubicBezTo>
                  <a:cubicBezTo>
                    <a:pt x="257" y="156"/>
                    <a:pt x="172" y="101"/>
                    <a:pt x="99" y="11"/>
                  </a:cubicBezTo>
                  <a:cubicBezTo>
                    <a:pt x="91" y="4"/>
                    <a:pt x="82" y="0"/>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6"/>
            <p:cNvSpPr/>
            <p:nvPr/>
          </p:nvSpPr>
          <p:spPr>
            <a:xfrm>
              <a:off x="4241013" y="1066516"/>
              <a:ext cx="42144" cy="28482"/>
            </a:xfrm>
            <a:custGeom>
              <a:rect b="b" l="l" r="r" t="t"/>
              <a:pathLst>
                <a:path extrusionOk="0" h="221" w="327">
                  <a:moveTo>
                    <a:pt x="50" y="1"/>
                  </a:moveTo>
                  <a:cubicBezTo>
                    <a:pt x="10" y="1"/>
                    <a:pt x="1" y="58"/>
                    <a:pt x="30" y="73"/>
                  </a:cubicBezTo>
                  <a:cubicBezTo>
                    <a:pt x="103" y="111"/>
                    <a:pt x="175" y="162"/>
                    <a:pt x="243" y="218"/>
                  </a:cubicBezTo>
                  <a:cubicBezTo>
                    <a:pt x="248" y="220"/>
                    <a:pt x="253" y="221"/>
                    <a:pt x="259" y="221"/>
                  </a:cubicBezTo>
                  <a:cubicBezTo>
                    <a:pt x="293" y="221"/>
                    <a:pt x="326" y="175"/>
                    <a:pt x="282" y="145"/>
                  </a:cubicBezTo>
                  <a:cubicBezTo>
                    <a:pt x="209" y="90"/>
                    <a:pt x="137" y="39"/>
                    <a:pt x="69" y="4"/>
                  </a:cubicBezTo>
                  <a:cubicBezTo>
                    <a:pt x="62" y="2"/>
                    <a:pt x="55" y="1"/>
                    <a:pt x="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6"/>
            <p:cNvSpPr/>
            <p:nvPr/>
          </p:nvSpPr>
          <p:spPr>
            <a:xfrm>
              <a:off x="4227609" y="1081595"/>
              <a:ext cx="53099" cy="39437"/>
            </a:xfrm>
            <a:custGeom>
              <a:rect b="b" l="l" r="r" t="t"/>
              <a:pathLst>
                <a:path extrusionOk="0" h="306" w="412">
                  <a:moveTo>
                    <a:pt x="44" y="0"/>
                  </a:moveTo>
                  <a:cubicBezTo>
                    <a:pt x="17" y="0"/>
                    <a:pt x="0" y="52"/>
                    <a:pt x="28" y="79"/>
                  </a:cubicBezTo>
                  <a:cubicBezTo>
                    <a:pt x="117" y="169"/>
                    <a:pt x="224" y="224"/>
                    <a:pt x="330" y="292"/>
                  </a:cubicBezTo>
                  <a:cubicBezTo>
                    <a:pt x="340" y="302"/>
                    <a:pt x="350" y="305"/>
                    <a:pt x="359" y="305"/>
                  </a:cubicBezTo>
                  <a:cubicBezTo>
                    <a:pt x="388" y="305"/>
                    <a:pt x="412" y="267"/>
                    <a:pt x="386" y="241"/>
                  </a:cubicBezTo>
                  <a:cubicBezTo>
                    <a:pt x="279" y="169"/>
                    <a:pt x="173" y="101"/>
                    <a:pt x="66" y="11"/>
                  </a:cubicBezTo>
                  <a:cubicBezTo>
                    <a:pt x="58" y="3"/>
                    <a:pt x="51" y="0"/>
                    <a:pt x="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6"/>
            <p:cNvSpPr/>
            <p:nvPr/>
          </p:nvSpPr>
          <p:spPr>
            <a:xfrm>
              <a:off x="4890821" y="1516949"/>
              <a:ext cx="50779" cy="38922"/>
            </a:xfrm>
            <a:custGeom>
              <a:rect b="b" l="l" r="r" t="t"/>
              <a:pathLst>
                <a:path extrusionOk="0" h="302" w="394">
                  <a:moveTo>
                    <a:pt x="67" y="0"/>
                  </a:moveTo>
                  <a:cubicBezTo>
                    <a:pt x="35" y="0"/>
                    <a:pt x="0" y="32"/>
                    <a:pt x="18" y="60"/>
                  </a:cubicBezTo>
                  <a:cubicBezTo>
                    <a:pt x="103" y="149"/>
                    <a:pt x="210" y="218"/>
                    <a:pt x="316" y="290"/>
                  </a:cubicBezTo>
                  <a:cubicBezTo>
                    <a:pt x="325" y="298"/>
                    <a:pt x="335" y="301"/>
                    <a:pt x="344" y="301"/>
                  </a:cubicBezTo>
                  <a:cubicBezTo>
                    <a:pt x="373" y="301"/>
                    <a:pt x="394" y="265"/>
                    <a:pt x="355" y="239"/>
                  </a:cubicBezTo>
                  <a:cubicBezTo>
                    <a:pt x="265" y="167"/>
                    <a:pt x="176" y="94"/>
                    <a:pt x="86" y="5"/>
                  </a:cubicBezTo>
                  <a:cubicBezTo>
                    <a:pt x="80" y="2"/>
                    <a:pt x="74" y="0"/>
                    <a:pt x="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6"/>
            <p:cNvSpPr/>
            <p:nvPr/>
          </p:nvSpPr>
          <p:spPr>
            <a:xfrm>
              <a:off x="4875355" y="1537183"/>
              <a:ext cx="39308" cy="32349"/>
            </a:xfrm>
            <a:custGeom>
              <a:rect b="b" l="l" r="r" t="t"/>
              <a:pathLst>
                <a:path extrusionOk="0" h="251" w="305">
                  <a:moveTo>
                    <a:pt x="46" y="0"/>
                  </a:moveTo>
                  <a:cubicBezTo>
                    <a:pt x="20" y="0"/>
                    <a:pt x="0" y="51"/>
                    <a:pt x="31" y="82"/>
                  </a:cubicBezTo>
                  <a:cubicBezTo>
                    <a:pt x="83" y="133"/>
                    <a:pt x="155" y="189"/>
                    <a:pt x="223" y="240"/>
                  </a:cubicBezTo>
                  <a:cubicBezTo>
                    <a:pt x="232" y="248"/>
                    <a:pt x="242" y="251"/>
                    <a:pt x="251" y="251"/>
                  </a:cubicBezTo>
                  <a:cubicBezTo>
                    <a:pt x="281" y="251"/>
                    <a:pt x="305" y="215"/>
                    <a:pt x="279" y="189"/>
                  </a:cubicBezTo>
                  <a:cubicBezTo>
                    <a:pt x="206" y="133"/>
                    <a:pt x="138" y="82"/>
                    <a:pt x="65" y="10"/>
                  </a:cubicBezTo>
                  <a:cubicBezTo>
                    <a:pt x="59" y="3"/>
                    <a:pt x="52" y="0"/>
                    <a:pt x="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6"/>
            <p:cNvSpPr/>
            <p:nvPr/>
          </p:nvSpPr>
          <p:spPr>
            <a:xfrm>
              <a:off x="4859761" y="1552519"/>
              <a:ext cx="50650" cy="37891"/>
            </a:xfrm>
            <a:custGeom>
              <a:rect b="b" l="l" r="r" t="t"/>
              <a:pathLst>
                <a:path extrusionOk="0" h="294" w="393">
                  <a:moveTo>
                    <a:pt x="61" y="0"/>
                  </a:moveTo>
                  <a:cubicBezTo>
                    <a:pt x="30" y="0"/>
                    <a:pt x="0" y="24"/>
                    <a:pt x="24" y="48"/>
                  </a:cubicBezTo>
                  <a:cubicBezTo>
                    <a:pt x="114" y="138"/>
                    <a:pt x="221" y="210"/>
                    <a:pt x="310" y="283"/>
                  </a:cubicBezTo>
                  <a:cubicBezTo>
                    <a:pt x="318" y="290"/>
                    <a:pt x="326" y="293"/>
                    <a:pt x="335" y="293"/>
                  </a:cubicBezTo>
                  <a:cubicBezTo>
                    <a:pt x="364" y="293"/>
                    <a:pt x="392" y="254"/>
                    <a:pt x="365" y="227"/>
                  </a:cubicBezTo>
                  <a:cubicBezTo>
                    <a:pt x="276" y="155"/>
                    <a:pt x="169" y="87"/>
                    <a:pt x="97" y="14"/>
                  </a:cubicBezTo>
                  <a:cubicBezTo>
                    <a:pt x="87" y="4"/>
                    <a:pt x="74" y="0"/>
                    <a:pt x="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 name="Google Shape;1064;p46"/>
          <p:cNvGrpSpPr/>
          <p:nvPr/>
        </p:nvGrpSpPr>
        <p:grpSpPr>
          <a:xfrm>
            <a:off x="858912" y="1799637"/>
            <a:ext cx="700600" cy="929389"/>
            <a:chOff x="9307511" y="3611368"/>
            <a:chExt cx="820856" cy="1088916"/>
          </a:xfrm>
        </p:grpSpPr>
        <p:sp>
          <p:nvSpPr>
            <p:cNvPr id="1065" name="Google Shape;1065;p46"/>
            <p:cNvSpPr/>
            <p:nvPr/>
          </p:nvSpPr>
          <p:spPr>
            <a:xfrm>
              <a:off x="9698276" y="3631280"/>
              <a:ext cx="14519" cy="104536"/>
            </a:xfrm>
            <a:custGeom>
              <a:rect b="b" l="l" r="r" t="t"/>
              <a:pathLst>
                <a:path extrusionOk="0" h="1260" w="175">
                  <a:moveTo>
                    <a:pt x="88" y="0"/>
                  </a:moveTo>
                  <a:cubicBezTo>
                    <a:pt x="44" y="0"/>
                    <a:pt x="0" y="27"/>
                    <a:pt x="0" y="80"/>
                  </a:cubicBezTo>
                  <a:lnTo>
                    <a:pt x="0" y="1180"/>
                  </a:lnTo>
                  <a:cubicBezTo>
                    <a:pt x="0" y="1233"/>
                    <a:pt x="44" y="1260"/>
                    <a:pt x="88" y="1260"/>
                  </a:cubicBezTo>
                  <a:cubicBezTo>
                    <a:pt x="131" y="1260"/>
                    <a:pt x="175" y="1233"/>
                    <a:pt x="175" y="1180"/>
                  </a:cubicBezTo>
                  <a:lnTo>
                    <a:pt x="175" y="80"/>
                  </a:lnTo>
                  <a:cubicBezTo>
                    <a:pt x="175" y="27"/>
                    <a:pt x="131" y="0"/>
                    <a:pt x="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6"/>
            <p:cNvSpPr/>
            <p:nvPr/>
          </p:nvSpPr>
          <p:spPr>
            <a:xfrm>
              <a:off x="9684836" y="3611368"/>
              <a:ext cx="41400" cy="41068"/>
            </a:xfrm>
            <a:custGeom>
              <a:rect b="b" l="l" r="r" t="t"/>
              <a:pathLst>
                <a:path extrusionOk="0" h="495" w="499">
                  <a:moveTo>
                    <a:pt x="247" y="0"/>
                  </a:moveTo>
                  <a:cubicBezTo>
                    <a:pt x="107" y="0"/>
                    <a:pt x="0" y="107"/>
                    <a:pt x="0" y="247"/>
                  </a:cubicBezTo>
                  <a:cubicBezTo>
                    <a:pt x="0" y="371"/>
                    <a:pt x="107" y="495"/>
                    <a:pt x="247" y="495"/>
                  </a:cubicBezTo>
                  <a:cubicBezTo>
                    <a:pt x="375" y="495"/>
                    <a:pt x="499" y="371"/>
                    <a:pt x="499" y="247"/>
                  </a:cubicBezTo>
                  <a:cubicBezTo>
                    <a:pt x="499" y="107"/>
                    <a:pt x="375"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6"/>
            <p:cNvSpPr/>
            <p:nvPr/>
          </p:nvSpPr>
          <p:spPr>
            <a:xfrm>
              <a:off x="9639205" y="4555593"/>
              <a:ext cx="150333" cy="86367"/>
            </a:xfrm>
            <a:custGeom>
              <a:rect b="b" l="l" r="r" t="t"/>
              <a:pathLst>
                <a:path extrusionOk="0" h="1041" w="1812">
                  <a:moveTo>
                    <a:pt x="1733" y="1"/>
                  </a:moveTo>
                  <a:cubicBezTo>
                    <a:pt x="1702" y="1"/>
                    <a:pt x="1671" y="19"/>
                    <a:pt x="1671" y="55"/>
                  </a:cubicBezTo>
                  <a:cubicBezTo>
                    <a:pt x="1688" y="426"/>
                    <a:pt x="1509" y="746"/>
                    <a:pt x="1155" y="874"/>
                  </a:cubicBezTo>
                  <a:cubicBezTo>
                    <a:pt x="1065" y="899"/>
                    <a:pt x="970" y="912"/>
                    <a:pt x="876" y="912"/>
                  </a:cubicBezTo>
                  <a:cubicBezTo>
                    <a:pt x="654" y="912"/>
                    <a:pt x="435" y="839"/>
                    <a:pt x="286" y="677"/>
                  </a:cubicBezTo>
                  <a:cubicBezTo>
                    <a:pt x="158" y="516"/>
                    <a:pt x="124" y="319"/>
                    <a:pt x="141" y="128"/>
                  </a:cubicBezTo>
                  <a:cubicBezTo>
                    <a:pt x="151" y="74"/>
                    <a:pt x="110" y="38"/>
                    <a:pt x="73" y="38"/>
                  </a:cubicBezTo>
                  <a:cubicBezTo>
                    <a:pt x="48" y="38"/>
                    <a:pt x="24" y="54"/>
                    <a:pt x="17" y="89"/>
                  </a:cubicBezTo>
                  <a:cubicBezTo>
                    <a:pt x="0" y="302"/>
                    <a:pt x="17" y="516"/>
                    <a:pt x="124" y="695"/>
                  </a:cubicBezTo>
                  <a:cubicBezTo>
                    <a:pt x="230" y="835"/>
                    <a:pt x="392" y="942"/>
                    <a:pt x="567" y="997"/>
                  </a:cubicBezTo>
                  <a:cubicBezTo>
                    <a:pt x="659" y="1026"/>
                    <a:pt x="758" y="1041"/>
                    <a:pt x="860" y="1041"/>
                  </a:cubicBezTo>
                  <a:cubicBezTo>
                    <a:pt x="1132" y="1041"/>
                    <a:pt x="1419" y="937"/>
                    <a:pt x="1599" y="729"/>
                  </a:cubicBezTo>
                  <a:cubicBezTo>
                    <a:pt x="1756" y="554"/>
                    <a:pt x="1812" y="302"/>
                    <a:pt x="1795" y="55"/>
                  </a:cubicBezTo>
                  <a:cubicBezTo>
                    <a:pt x="1795" y="19"/>
                    <a:pt x="1764" y="1"/>
                    <a:pt x="17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6"/>
            <p:cNvSpPr/>
            <p:nvPr/>
          </p:nvSpPr>
          <p:spPr>
            <a:xfrm>
              <a:off x="9914981" y="4520499"/>
              <a:ext cx="67202" cy="175056"/>
            </a:xfrm>
            <a:custGeom>
              <a:rect b="b" l="l" r="r" t="t"/>
              <a:pathLst>
                <a:path extrusionOk="0" h="2110" w="810">
                  <a:moveTo>
                    <a:pt x="199" y="1"/>
                  </a:moveTo>
                  <a:cubicBezTo>
                    <a:pt x="102" y="1"/>
                    <a:pt x="0" y="83"/>
                    <a:pt x="31" y="210"/>
                  </a:cubicBezTo>
                  <a:cubicBezTo>
                    <a:pt x="159" y="725"/>
                    <a:pt x="282" y="1258"/>
                    <a:pt x="406" y="1774"/>
                  </a:cubicBezTo>
                  <a:cubicBezTo>
                    <a:pt x="423" y="1846"/>
                    <a:pt x="440" y="1915"/>
                    <a:pt x="457" y="1987"/>
                  </a:cubicBezTo>
                  <a:cubicBezTo>
                    <a:pt x="479" y="2072"/>
                    <a:pt x="543" y="2109"/>
                    <a:pt x="609" y="2109"/>
                  </a:cubicBezTo>
                  <a:cubicBezTo>
                    <a:pt x="708" y="2109"/>
                    <a:pt x="810" y="2026"/>
                    <a:pt x="777" y="1898"/>
                  </a:cubicBezTo>
                  <a:cubicBezTo>
                    <a:pt x="653" y="1382"/>
                    <a:pt x="529" y="870"/>
                    <a:pt x="406" y="355"/>
                  </a:cubicBezTo>
                  <a:cubicBezTo>
                    <a:pt x="389" y="265"/>
                    <a:pt x="372" y="193"/>
                    <a:pt x="350" y="124"/>
                  </a:cubicBezTo>
                  <a:cubicBezTo>
                    <a:pt x="330" y="38"/>
                    <a:pt x="265" y="1"/>
                    <a:pt x="1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6"/>
            <p:cNvSpPr/>
            <p:nvPr/>
          </p:nvSpPr>
          <p:spPr>
            <a:xfrm>
              <a:off x="9951402" y="4672242"/>
              <a:ext cx="74005" cy="28042"/>
            </a:xfrm>
            <a:custGeom>
              <a:rect b="b" l="l" r="r" t="t"/>
              <a:pathLst>
                <a:path extrusionOk="0" h="338" w="892">
                  <a:moveTo>
                    <a:pt x="180" y="0"/>
                  </a:moveTo>
                  <a:cubicBezTo>
                    <a:pt x="90" y="0"/>
                    <a:pt x="1" y="69"/>
                    <a:pt x="18" y="158"/>
                  </a:cubicBezTo>
                  <a:cubicBezTo>
                    <a:pt x="18" y="248"/>
                    <a:pt x="90" y="337"/>
                    <a:pt x="180" y="337"/>
                  </a:cubicBezTo>
                  <a:lnTo>
                    <a:pt x="730" y="337"/>
                  </a:lnTo>
                  <a:cubicBezTo>
                    <a:pt x="819" y="337"/>
                    <a:pt x="892" y="248"/>
                    <a:pt x="892" y="158"/>
                  </a:cubicBezTo>
                  <a:cubicBezTo>
                    <a:pt x="892" y="69"/>
                    <a:pt x="819" y="0"/>
                    <a:pt x="7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6"/>
            <p:cNvSpPr/>
            <p:nvPr/>
          </p:nvSpPr>
          <p:spPr>
            <a:xfrm>
              <a:off x="9449381" y="4520499"/>
              <a:ext cx="65791" cy="175056"/>
            </a:xfrm>
            <a:custGeom>
              <a:rect b="b" l="l" r="r" t="t"/>
              <a:pathLst>
                <a:path extrusionOk="0" h="2110" w="793">
                  <a:moveTo>
                    <a:pt x="594" y="1"/>
                  </a:moveTo>
                  <a:cubicBezTo>
                    <a:pt x="528" y="1"/>
                    <a:pt x="463" y="38"/>
                    <a:pt x="443" y="124"/>
                  </a:cubicBezTo>
                  <a:cubicBezTo>
                    <a:pt x="315" y="636"/>
                    <a:pt x="191" y="1169"/>
                    <a:pt x="68" y="1684"/>
                  </a:cubicBezTo>
                  <a:cubicBezTo>
                    <a:pt x="68" y="1757"/>
                    <a:pt x="51" y="1829"/>
                    <a:pt x="34" y="1898"/>
                  </a:cubicBezTo>
                  <a:cubicBezTo>
                    <a:pt x="0" y="2026"/>
                    <a:pt x="102" y="2109"/>
                    <a:pt x="201" y="2109"/>
                  </a:cubicBezTo>
                  <a:cubicBezTo>
                    <a:pt x="267" y="2109"/>
                    <a:pt x="331" y="2072"/>
                    <a:pt x="353" y="1987"/>
                  </a:cubicBezTo>
                  <a:cubicBezTo>
                    <a:pt x="477" y="1471"/>
                    <a:pt x="583" y="956"/>
                    <a:pt x="707" y="423"/>
                  </a:cubicBezTo>
                  <a:cubicBezTo>
                    <a:pt x="724" y="355"/>
                    <a:pt x="741" y="282"/>
                    <a:pt x="762" y="210"/>
                  </a:cubicBezTo>
                  <a:cubicBezTo>
                    <a:pt x="793" y="83"/>
                    <a:pt x="692" y="1"/>
                    <a:pt x="5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6"/>
            <p:cNvSpPr/>
            <p:nvPr/>
          </p:nvSpPr>
          <p:spPr>
            <a:xfrm>
              <a:off x="9404746" y="4672242"/>
              <a:ext cx="74005" cy="28042"/>
            </a:xfrm>
            <a:custGeom>
              <a:rect b="b" l="l" r="r" t="t"/>
              <a:pathLst>
                <a:path extrusionOk="0" h="338" w="892">
                  <a:moveTo>
                    <a:pt x="179" y="0"/>
                  </a:moveTo>
                  <a:cubicBezTo>
                    <a:pt x="90" y="0"/>
                    <a:pt x="0" y="69"/>
                    <a:pt x="0" y="158"/>
                  </a:cubicBezTo>
                  <a:cubicBezTo>
                    <a:pt x="0" y="248"/>
                    <a:pt x="73" y="337"/>
                    <a:pt x="179" y="337"/>
                  </a:cubicBezTo>
                  <a:lnTo>
                    <a:pt x="712" y="337"/>
                  </a:lnTo>
                  <a:cubicBezTo>
                    <a:pt x="802" y="337"/>
                    <a:pt x="891" y="248"/>
                    <a:pt x="891" y="158"/>
                  </a:cubicBezTo>
                  <a:cubicBezTo>
                    <a:pt x="874" y="69"/>
                    <a:pt x="819" y="0"/>
                    <a:pt x="7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6"/>
            <p:cNvSpPr/>
            <p:nvPr/>
          </p:nvSpPr>
          <p:spPr>
            <a:xfrm>
              <a:off x="9342854" y="4414470"/>
              <a:ext cx="758964" cy="155974"/>
            </a:xfrm>
            <a:custGeom>
              <a:rect b="b" l="l" r="r" t="t"/>
              <a:pathLst>
                <a:path extrusionOk="0" h="1880" w="9148">
                  <a:moveTo>
                    <a:pt x="5282" y="780"/>
                  </a:moveTo>
                  <a:lnTo>
                    <a:pt x="5282" y="780"/>
                  </a:lnTo>
                  <a:cubicBezTo>
                    <a:pt x="5264" y="781"/>
                    <a:pt x="5248" y="784"/>
                    <a:pt x="5231" y="787"/>
                  </a:cubicBezTo>
                  <a:lnTo>
                    <a:pt x="5231" y="787"/>
                  </a:lnTo>
                  <a:cubicBezTo>
                    <a:pt x="5248" y="785"/>
                    <a:pt x="5265" y="783"/>
                    <a:pt x="5282" y="780"/>
                  </a:cubicBezTo>
                  <a:close/>
                  <a:moveTo>
                    <a:pt x="8578" y="1"/>
                  </a:moveTo>
                  <a:cubicBezTo>
                    <a:pt x="8538" y="1"/>
                    <a:pt x="8497" y="6"/>
                    <a:pt x="8457" y="17"/>
                  </a:cubicBezTo>
                  <a:cubicBezTo>
                    <a:pt x="7415" y="325"/>
                    <a:pt x="6370" y="632"/>
                    <a:pt x="5282" y="780"/>
                  </a:cubicBezTo>
                  <a:lnTo>
                    <a:pt x="5282" y="780"/>
                  </a:lnTo>
                  <a:cubicBezTo>
                    <a:pt x="5286" y="780"/>
                    <a:pt x="5290" y="780"/>
                    <a:pt x="5294" y="780"/>
                  </a:cubicBezTo>
                  <a:cubicBezTo>
                    <a:pt x="5266" y="784"/>
                    <a:pt x="5238" y="788"/>
                    <a:pt x="5209" y="791"/>
                  </a:cubicBezTo>
                  <a:lnTo>
                    <a:pt x="5209" y="791"/>
                  </a:lnTo>
                  <a:cubicBezTo>
                    <a:pt x="5217" y="790"/>
                    <a:pt x="5224" y="789"/>
                    <a:pt x="5231" y="787"/>
                  </a:cubicBezTo>
                  <a:lnTo>
                    <a:pt x="5231" y="787"/>
                  </a:lnTo>
                  <a:cubicBezTo>
                    <a:pt x="5206" y="791"/>
                    <a:pt x="5180" y="794"/>
                    <a:pt x="5154" y="797"/>
                  </a:cubicBezTo>
                  <a:cubicBezTo>
                    <a:pt x="5158" y="797"/>
                    <a:pt x="5162" y="797"/>
                    <a:pt x="5166" y="797"/>
                  </a:cubicBezTo>
                  <a:lnTo>
                    <a:pt x="5166" y="797"/>
                  </a:lnTo>
                  <a:cubicBezTo>
                    <a:pt x="4741" y="850"/>
                    <a:pt x="4318" y="875"/>
                    <a:pt x="3895" y="875"/>
                  </a:cubicBezTo>
                  <a:cubicBezTo>
                    <a:pt x="3501" y="875"/>
                    <a:pt x="3107" y="853"/>
                    <a:pt x="2710" y="810"/>
                  </a:cubicBezTo>
                  <a:lnTo>
                    <a:pt x="2710" y="810"/>
                  </a:lnTo>
                  <a:cubicBezTo>
                    <a:pt x="2714" y="811"/>
                    <a:pt x="2717" y="813"/>
                    <a:pt x="2720" y="814"/>
                  </a:cubicBezTo>
                  <a:cubicBezTo>
                    <a:pt x="2697" y="811"/>
                    <a:pt x="2674" y="807"/>
                    <a:pt x="2651" y="804"/>
                  </a:cubicBezTo>
                  <a:lnTo>
                    <a:pt x="2651" y="804"/>
                  </a:lnTo>
                  <a:cubicBezTo>
                    <a:pt x="2671" y="806"/>
                    <a:pt x="2691" y="808"/>
                    <a:pt x="2710" y="810"/>
                  </a:cubicBezTo>
                  <a:lnTo>
                    <a:pt x="2710" y="810"/>
                  </a:lnTo>
                  <a:cubicBezTo>
                    <a:pt x="2681" y="799"/>
                    <a:pt x="2642" y="797"/>
                    <a:pt x="2612" y="797"/>
                  </a:cubicBezTo>
                  <a:lnTo>
                    <a:pt x="2612" y="797"/>
                  </a:lnTo>
                  <a:cubicBezTo>
                    <a:pt x="2625" y="799"/>
                    <a:pt x="2638" y="801"/>
                    <a:pt x="2651" y="804"/>
                  </a:cubicBezTo>
                  <a:lnTo>
                    <a:pt x="2651" y="804"/>
                  </a:lnTo>
                  <a:cubicBezTo>
                    <a:pt x="2633" y="801"/>
                    <a:pt x="2615" y="799"/>
                    <a:pt x="2596" y="797"/>
                  </a:cubicBezTo>
                  <a:cubicBezTo>
                    <a:pt x="2601" y="797"/>
                    <a:pt x="2606" y="797"/>
                    <a:pt x="2612" y="797"/>
                  </a:cubicBezTo>
                  <a:lnTo>
                    <a:pt x="2612" y="797"/>
                  </a:lnTo>
                  <a:cubicBezTo>
                    <a:pt x="1955" y="691"/>
                    <a:pt x="1317" y="539"/>
                    <a:pt x="678" y="337"/>
                  </a:cubicBezTo>
                  <a:cubicBezTo>
                    <a:pt x="633" y="321"/>
                    <a:pt x="586" y="313"/>
                    <a:pt x="539" y="313"/>
                  </a:cubicBezTo>
                  <a:cubicBezTo>
                    <a:pt x="326" y="313"/>
                    <a:pt x="115" y="468"/>
                    <a:pt x="56" y="674"/>
                  </a:cubicBezTo>
                  <a:cubicBezTo>
                    <a:pt x="0" y="955"/>
                    <a:pt x="145" y="1206"/>
                    <a:pt x="410" y="1296"/>
                  </a:cubicBezTo>
                  <a:cubicBezTo>
                    <a:pt x="1514" y="1650"/>
                    <a:pt x="2647" y="1863"/>
                    <a:pt x="3820" y="1880"/>
                  </a:cubicBezTo>
                  <a:cubicBezTo>
                    <a:pt x="4868" y="1880"/>
                    <a:pt x="5917" y="1722"/>
                    <a:pt x="6927" y="1471"/>
                  </a:cubicBezTo>
                  <a:cubicBezTo>
                    <a:pt x="7532" y="1330"/>
                    <a:pt x="8137" y="1151"/>
                    <a:pt x="8721" y="976"/>
                  </a:cubicBezTo>
                  <a:cubicBezTo>
                    <a:pt x="8973" y="904"/>
                    <a:pt x="9147" y="635"/>
                    <a:pt x="9079" y="371"/>
                  </a:cubicBezTo>
                  <a:cubicBezTo>
                    <a:pt x="9003" y="161"/>
                    <a:pt x="8799" y="1"/>
                    <a:pt x="85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6"/>
            <p:cNvSpPr/>
            <p:nvPr/>
          </p:nvSpPr>
          <p:spPr>
            <a:xfrm>
              <a:off x="9490283" y="3854290"/>
              <a:ext cx="465848" cy="561673"/>
            </a:xfrm>
            <a:custGeom>
              <a:rect b="b" l="l" r="r" t="t"/>
              <a:pathLst>
                <a:path extrusionOk="0" h="6770" w="5615">
                  <a:moveTo>
                    <a:pt x="5614" y="6147"/>
                  </a:moveTo>
                  <a:cubicBezTo>
                    <a:pt x="5491" y="6198"/>
                    <a:pt x="5418" y="6236"/>
                    <a:pt x="5329" y="6253"/>
                  </a:cubicBezTo>
                  <a:cubicBezTo>
                    <a:pt x="4975" y="6377"/>
                    <a:pt x="4617" y="6484"/>
                    <a:pt x="4263" y="6590"/>
                  </a:cubicBezTo>
                  <a:cubicBezTo>
                    <a:pt x="3926" y="6680"/>
                    <a:pt x="3590" y="6731"/>
                    <a:pt x="3232" y="6731"/>
                  </a:cubicBezTo>
                  <a:cubicBezTo>
                    <a:pt x="2844" y="6748"/>
                    <a:pt x="2435" y="6769"/>
                    <a:pt x="2043" y="6748"/>
                  </a:cubicBezTo>
                  <a:cubicBezTo>
                    <a:pt x="1761" y="6748"/>
                    <a:pt x="1459" y="6731"/>
                    <a:pt x="1173" y="6697"/>
                  </a:cubicBezTo>
                  <a:cubicBezTo>
                    <a:pt x="960" y="6680"/>
                    <a:pt x="764" y="6607"/>
                    <a:pt x="551" y="6573"/>
                  </a:cubicBezTo>
                  <a:cubicBezTo>
                    <a:pt x="393" y="6535"/>
                    <a:pt x="231" y="6501"/>
                    <a:pt x="73" y="6484"/>
                  </a:cubicBezTo>
                  <a:cubicBezTo>
                    <a:pt x="56" y="6467"/>
                    <a:pt x="35" y="6467"/>
                    <a:pt x="1" y="6449"/>
                  </a:cubicBezTo>
                  <a:cubicBezTo>
                    <a:pt x="18" y="6287"/>
                    <a:pt x="35" y="6130"/>
                    <a:pt x="73" y="5968"/>
                  </a:cubicBezTo>
                  <a:cubicBezTo>
                    <a:pt x="107" y="5597"/>
                    <a:pt x="163" y="5205"/>
                    <a:pt x="214" y="4830"/>
                  </a:cubicBezTo>
                  <a:cubicBezTo>
                    <a:pt x="231" y="4655"/>
                    <a:pt x="269" y="4476"/>
                    <a:pt x="303" y="4297"/>
                  </a:cubicBezTo>
                  <a:cubicBezTo>
                    <a:pt x="321" y="4212"/>
                    <a:pt x="321" y="4105"/>
                    <a:pt x="338" y="3999"/>
                  </a:cubicBezTo>
                  <a:cubicBezTo>
                    <a:pt x="393" y="3551"/>
                    <a:pt x="427" y="3091"/>
                    <a:pt x="534" y="2630"/>
                  </a:cubicBezTo>
                  <a:cubicBezTo>
                    <a:pt x="589" y="2434"/>
                    <a:pt x="606" y="2238"/>
                    <a:pt x="657" y="2025"/>
                  </a:cubicBezTo>
                  <a:cubicBezTo>
                    <a:pt x="730" y="1633"/>
                    <a:pt x="853" y="1262"/>
                    <a:pt x="1066" y="925"/>
                  </a:cubicBezTo>
                  <a:cubicBezTo>
                    <a:pt x="1263" y="657"/>
                    <a:pt x="1476" y="444"/>
                    <a:pt x="1778" y="303"/>
                  </a:cubicBezTo>
                  <a:cubicBezTo>
                    <a:pt x="1868" y="269"/>
                    <a:pt x="1936" y="214"/>
                    <a:pt x="2025" y="180"/>
                  </a:cubicBezTo>
                  <a:cubicBezTo>
                    <a:pt x="2345" y="56"/>
                    <a:pt x="2682" y="0"/>
                    <a:pt x="3040" y="35"/>
                  </a:cubicBezTo>
                  <a:cubicBezTo>
                    <a:pt x="3253" y="56"/>
                    <a:pt x="3466" y="90"/>
                    <a:pt x="3658" y="180"/>
                  </a:cubicBezTo>
                  <a:cubicBezTo>
                    <a:pt x="3944" y="303"/>
                    <a:pt x="4140" y="516"/>
                    <a:pt x="4263" y="781"/>
                  </a:cubicBezTo>
                  <a:cubicBezTo>
                    <a:pt x="4404" y="1083"/>
                    <a:pt x="4532" y="1386"/>
                    <a:pt x="4617" y="1705"/>
                  </a:cubicBezTo>
                  <a:cubicBezTo>
                    <a:pt x="4724" y="2042"/>
                    <a:pt x="4813" y="2400"/>
                    <a:pt x="4903" y="2754"/>
                  </a:cubicBezTo>
                  <a:cubicBezTo>
                    <a:pt x="4937" y="2933"/>
                    <a:pt x="4975" y="3108"/>
                    <a:pt x="5009" y="3287"/>
                  </a:cubicBezTo>
                  <a:cubicBezTo>
                    <a:pt x="5082" y="3606"/>
                    <a:pt x="5150" y="3926"/>
                    <a:pt x="5205" y="4246"/>
                  </a:cubicBezTo>
                  <a:cubicBezTo>
                    <a:pt x="5222" y="4280"/>
                    <a:pt x="5222" y="4318"/>
                    <a:pt x="5239" y="4352"/>
                  </a:cubicBezTo>
                  <a:cubicBezTo>
                    <a:pt x="5346" y="4723"/>
                    <a:pt x="5435" y="5115"/>
                    <a:pt x="5469" y="5507"/>
                  </a:cubicBezTo>
                  <a:cubicBezTo>
                    <a:pt x="5469" y="5559"/>
                    <a:pt x="5491" y="5614"/>
                    <a:pt x="5508" y="5665"/>
                  </a:cubicBezTo>
                  <a:cubicBezTo>
                    <a:pt x="5542" y="5827"/>
                    <a:pt x="5576" y="5985"/>
                    <a:pt x="5614" y="6147"/>
                  </a:cubicBezTo>
                  <a:close/>
                  <a:moveTo>
                    <a:pt x="3641" y="2379"/>
                  </a:moveTo>
                  <a:lnTo>
                    <a:pt x="3624" y="2379"/>
                  </a:lnTo>
                  <a:lnTo>
                    <a:pt x="3624" y="2328"/>
                  </a:lnTo>
                  <a:cubicBezTo>
                    <a:pt x="3624" y="1902"/>
                    <a:pt x="3483" y="1548"/>
                    <a:pt x="3091" y="1335"/>
                  </a:cubicBezTo>
                  <a:cubicBezTo>
                    <a:pt x="3040" y="1313"/>
                    <a:pt x="2985" y="1279"/>
                    <a:pt x="2912" y="1279"/>
                  </a:cubicBezTo>
                  <a:cubicBezTo>
                    <a:pt x="2699" y="1245"/>
                    <a:pt x="2486" y="1296"/>
                    <a:pt x="2273" y="1369"/>
                  </a:cubicBezTo>
                  <a:cubicBezTo>
                    <a:pt x="2098" y="1441"/>
                    <a:pt x="1974" y="1565"/>
                    <a:pt x="1846" y="1705"/>
                  </a:cubicBezTo>
                  <a:cubicBezTo>
                    <a:pt x="1706" y="1884"/>
                    <a:pt x="1672" y="2098"/>
                    <a:pt x="1616" y="2311"/>
                  </a:cubicBezTo>
                  <a:cubicBezTo>
                    <a:pt x="1548" y="2613"/>
                    <a:pt x="1565" y="2933"/>
                    <a:pt x="1616" y="3231"/>
                  </a:cubicBezTo>
                  <a:cubicBezTo>
                    <a:pt x="1655" y="3466"/>
                    <a:pt x="1761" y="3658"/>
                    <a:pt x="1953" y="3803"/>
                  </a:cubicBezTo>
                  <a:cubicBezTo>
                    <a:pt x="2115" y="3926"/>
                    <a:pt x="2294" y="3943"/>
                    <a:pt x="2469" y="3977"/>
                  </a:cubicBezTo>
                  <a:cubicBezTo>
                    <a:pt x="2737" y="4016"/>
                    <a:pt x="3002" y="3943"/>
                    <a:pt x="3215" y="3803"/>
                  </a:cubicBezTo>
                  <a:cubicBezTo>
                    <a:pt x="3466" y="3641"/>
                    <a:pt x="3607" y="3376"/>
                    <a:pt x="3624" y="3074"/>
                  </a:cubicBezTo>
                  <a:cubicBezTo>
                    <a:pt x="3641" y="2843"/>
                    <a:pt x="3641" y="2613"/>
                    <a:pt x="3641" y="23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6"/>
            <p:cNvSpPr/>
            <p:nvPr/>
          </p:nvSpPr>
          <p:spPr>
            <a:xfrm>
              <a:off x="9441831" y="3717398"/>
              <a:ext cx="553874" cy="667453"/>
            </a:xfrm>
            <a:custGeom>
              <a:rect b="b" l="l" r="r" t="t"/>
              <a:pathLst>
                <a:path extrusionOk="0" h="8045" w="6676">
                  <a:moveTo>
                    <a:pt x="444" y="8044"/>
                  </a:moveTo>
                  <a:cubicBezTo>
                    <a:pt x="355" y="8027"/>
                    <a:pt x="265" y="8010"/>
                    <a:pt x="159" y="7993"/>
                  </a:cubicBezTo>
                  <a:cubicBezTo>
                    <a:pt x="193" y="7780"/>
                    <a:pt x="231" y="7584"/>
                    <a:pt x="265" y="7388"/>
                  </a:cubicBezTo>
                  <a:cubicBezTo>
                    <a:pt x="372" y="6799"/>
                    <a:pt x="495" y="6215"/>
                    <a:pt x="534" y="5610"/>
                  </a:cubicBezTo>
                  <a:cubicBezTo>
                    <a:pt x="551" y="5397"/>
                    <a:pt x="534" y="5201"/>
                    <a:pt x="495" y="5009"/>
                  </a:cubicBezTo>
                  <a:cubicBezTo>
                    <a:pt x="461" y="4724"/>
                    <a:pt x="321" y="4511"/>
                    <a:pt x="1" y="4438"/>
                  </a:cubicBezTo>
                  <a:cubicBezTo>
                    <a:pt x="35" y="4297"/>
                    <a:pt x="69" y="4157"/>
                    <a:pt x="107" y="4029"/>
                  </a:cubicBezTo>
                  <a:cubicBezTo>
                    <a:pt x="159" y="3837"/>
                    <a:pt x="214" y="3658"/>
                    <a:pt x="265" y="3479"/>
                  </a:cubicBezTo>
                  <a:cubicBezTo>
                    <a:pt x="321" y="3283"/>
                    <a:pt x="372" y="3108"/>
                    <a:pt x="427" y="2912"/>
                  </a:cubicBezTo>
                  <a:cubicBezTo>
                    <a:pt x="512" y="2665"/>
                    <a:pt x="585" y="2413"/>
                    <a:pt x="674" y="2166"/>
                  </a:cubicBezTo>
                  <a:cubicBezTo>
                    <a:pt x="747" y="1970"/>
                    <a:pt x="832" y="1774"/>
                    <a:pt x="922" y="1578"/>
                  </a:cubicBezTo>
                  <a:cubicBezTo>
                    <a:pt x="1011" y="1403"/>
                    <a:pt x="1101" y="1224"/>
                    <a:pt x="1207" y="1067"/>
                  </a:cubicBezTo>
                  <a:cubicBezTo>
                    <a:pt x="1437" y="691"/>
                    <a:pt x="1723" y="372"/>
                    <a:pt x="2166" y="248"/>
                  </a:cubicBezTo>
                  <a:cubicBezTo>
                    <a:pt x="2592" y="142"/>
                    <a:pt x="3019" y="69"/>
                    <a:pt x="3445" y="18"/>
                  </a:cubicBezTo>
                  <a:cubicBezTo>
                    <a:pt x="3730" y="1"/>
                    <a:pt x="3995" y="1"/>
                    <a:pt x="4263" y="86"/>
                  </a:cubicBezTo>
                  <a:cubicBezTo>
                    <a:pt x="4349" y="108"/>
                    <a:pt x="4438" y="108"/>
                    <a:pt x="4510" y="125"/>
                  </a:cubicBezTo>
                  <a:cubicBezTo>
                    <a:pt x="4954" y="265"/>
                    <a:pt x="5291" y="534"/>
                    <a:pt x="5487" y="960"/>
                  </a:cubicBezTo>
                  <a:cubicBezTo>
                    <a:pt x="5683" y="1365"/>
                    <a:pt x="5840" y="1774"/>
                    <a:pt x="6019" y="2200"/>
                  </a:cubicBezTo>
                  <a:cubicBezTo>
                    <a:pt x="6181" y="2627"/>
                    <a:pt x="6339" y="3053"/>
                    <a:pt x="6480" y="3479"/>
                  </a:cubicBezTo>
                  <a:cubicBezTo>
                    <a:pt x="6552" y="3692"/>
                    <a:pt x="6625" y="3905"/>
                    <a:pt x="6676" y="4118"/>
                  </a:cubicBezTo>
                  <a:cubicBezTo>
                    <a:pt x="6625" y="4135"/>
                    <a:pt x="6608" y="4135"/>
                    <a:pt x="6569" y="4157"/>
                  </a:cubicBezTo>
                  <a:cubicBezTo>
                    <a:pt x="6198" y="4280"/>
                    <a:pt x="6036" y="4511"/>
                    <a:pt x="6036" y="4954"/>
                  </a:cubicBezTo>
                  <a:cubicBezTo>
                    <a:pt x="6036" y="5256"/>
                    <a:pt x="6109" y="5542"/>
                    <a:pt x="6181" y="5840"/>
                  </a:cubicBezTo>
                  <a:cubicBezTo>
                    <a:pt x="6267" y="6215"/>
                    <a:pt x="6356" y="6608"/>
                    <a:pt x="6463" y="6978"/>
                  </a:cubicBezTo>
                  <a:cubicBezTo>
                    <a:pt x="6518" y="7192"/>
                    <a:pt x="6569" y="7405"/>
                    <a:pt x="6642" y="7618"/>
                  </a:cubicBezTo>
                  <a:cubicBezTo>
                    <a:pt x="6552" y="7652"/>
                    <a:pt x="6446" y="7707"/>
                    <a:pt x="6322" y="7758"/>
                  </a:cubicBezTo>
                  <a:cubicBezTo>
                    <a:pt x="6305" y="7724"/>
                    <a:pt x="6288" y="7707"/>
                    <a:pt x="6288" y="7690"/>
                  </a:cubicBezTo>
                  <a:cubicBezTo>
                    <a:pt x="6232" y="7388"/>
                    <a:pt x="6181" y="7085"/>
                    <a:pt x="6126" y="6782"/>
                  </a:cubicBezTo>
                  <a:cubicBezTo>
                    <a:pt x="6053" y="6480"/>
                    <a:pt x="5985" y="6181"/>
                    <a:pt x="5913" y="5879"/>
                  </a:cubicBezTo>
                  <a:cubicBezTo>
                    <a:pt x="5862" y="5559"/>
                    <a:pt x="5789" y="5239"/>
                    <a:pt x="5734" y="4920"/>
                  </a:cubicBezTo>
                  <a:cubicBezTo>
                    <a:pt x="5700" y="4813"/>
                    <a:pt x="5666" y="4707"/>
                    <a:pt x="5649" y="4600"/>
                  </a:cubicBezTo>
                  <a:cubicBezTo>
                    <a:pt x="5559" y="4174"/>
                    <a:pt x="5470" y="3748"/>
                    <a:pt x="5329" y="3321"/>
                  </a:cubicBezTo>
                  <a:cubicBezTo>
                    <a:pt x="5222" y="3002"/>
                    <a:pt x="5094" y="2699"/>
                    <a:pt x="4971" y="2396"/>
                  </a:cubicBezTo>
                  <a:cubicBezTo>
                    <a:pt x="4903" y="2183"/>
                    <a:pt x="4758" y="2026"/>
                    <a:pt x="4600" y="1864"/>
                  </a:cubicBezTo>
                  <a:cubicBezTo>
                    <a:pt x="4387" y="1668"/>
                    <a:pt x="4118" y="1616"/>
                    <a:pt x="3854" y="1544"/>
                  </a:cubicBezTo>
                  <a:cubicBezTo>
                    <a:pt x="3551" y="1493"/>
                    <a:pt x="3249" y="1544"/>
                    <a:pt x="2946" y="1561"/>
                  </a:cubicBezTo>
                  <a:cubicBezTo>
                    <a:pt x="2823" y="1578"/>
                    <a:pt x="2716" y="1616"/>
                    <a:pt x="2609" y="1668"/>
                  </a:cubicBezTo>
                  <a:cubicBezTo>
                    <a:pt x="2307" y="1830"/>
                    <a:pt x="1987" y="1970"/>
                    <a:pt x="1740" y="2239"/>
                  </a:cubicBezTo>
                  <a:cubicBezTo>
                    <a:pt x="1561" y="2431"/>
                    <a:pt x="1437" y="2665"/>
                    <a:pt x="1348" y="2912"/>
                  </a:cubicBezTo>
                  <a:cubicBezTo>
                    <a:pt x="1173" y="3355"/>
                    <a:pt x="1101" y="3816"/>
                    <a:pt x="994" y="4297"/>
                  </a:cubicBezTo>
                  <a:cubicBezTo>
                    <a:pt x="960" y="4476"/>
                    <a:pt x="922" y="4668"/>
                    <a:pt x="887" y="4864"/>
                  </a:cubicBezTo>
                  <a:cubicBezTo>
                    <a:pt x="853" y="5094"/>
                    <a:pt x="832" y="5346"/>
                    <a:pt x="798" y="5576"/>
                  </a:cubicBezTo>
                  <a:cubicBezTo>
                    <a:pt x="798" y="5700"/>
                    <a:pt x="781" y="5823"/>
                    <a:pt x="764" y="5930"/>
                  </a:cubicBezTo>
                  <a:cubicBezTo>
                    <a:pt x="708" y="6339"/>
                    <a:pt x="657" y="6731"/>
                    <a:pt x="602" y="7119"/>
                  </a:cubicBezTo>
                  <a:cubicBezTo>
                    <a:pt x="568" y="7405"/>
                    <a:pt x="512" y="7690"/>
                    <a:pt x="461" y="7972"/>
                  </a:cubicBezTo>
                  <a:cubicBezTo>
                    <a:pt x="461" y="7993"/>
                    <a:pt x="461" y="8010"/>
                    <a:pt x="444" y="80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6"/>
            <p:cNvSpPr/>
            <p:nvPr/>
          </p:nvSpPr>
          <p:spPr>
            <a:xfrm>
              <a:off x="9322362" y="4312589"/>
              <a:ext cx="791486" cy="209404"/>
            </a:xfrm>
            <a:custGeom>
              <a:rect b="b" l="l" r="r" t="t"/>
              <a:pathLst>
                <a:path extrusionOk="0" h="2524" w="9540">
                  <a:moveTo>
                    <a:pt x="9271" y="1"/>
                  </a:moveTo>
                  <a:cubicBezTo>
                    <a:pt x="9360" y="286"/>
                    <a:pt x="9433" y="533"/>
                    <a:pt x="9501" y="798"/>
                  </a:cubicBezTo>
                  <a:cubicBezTo>
                    <a:pt x="9539" y="943"/>
                    <a:pt x="9484" y="1049"/>
                    <a:pt x="9360" y="1139"/>
                  </a:cubicBezTo>
                  <a:cubicBezTo>
                    <a:pt x="8862" y="1492"/>
                    <a:pt x="8329" y="1778"/>
                    <a:pt x="7745" y="1970"/>
                  </a:cubicBezTo>
                  <a:cubicBezTo>
                    <a:pt x="7583" y="2025"/>
                    <a:pt x="7425" y="2098"/>
                    <a:pt x="7246" y="2132"/>
                  </a:cubicBezTo>
                  <a:cubicBezTo>
                    <a:pt x="6944" y="2221"/>
                    <a:pt x="6662" y="2289"/>
                    <a:pt x="6360" y="2345"/>
                  </a:cubicBezTo>
                  <a:cubicBezTo>
                    <a:pt x="6040" y="2396"/>
                    <a:pt x="5720" y="2434"/>
                    <a:pt x="5418" y="2468"/>
                  </a:cubicBezTo>
                  <a:cubicBezTo>
                    <a:pt x="4936" y="2503"/>
                    <a:pt x="4476" y="2524"/>
                    <a:pt x="4015" y="2524"/>
                  </a:cubicBezTo>
                  <a:lnTo>
                    <a:pt x="3444" y="2524"/>
                  </a:lnTo>
                  <a:cubicBezTo>
                    <a:pt x="3180" y="2503"/>
                    <a:pt x="2911" y="2468"/>
                    <a:pt x="2647" y="2434"/>
                  </a:cubicBezTo>
                  <a:cubicBezTo>
                    <a:pt x="2558" y="2417"/>
                    <a:pt x="2468" y="2396"/>
                    <a:pt x="2362" y="2396"/>
                  </a:cubicBezTo>
                  <a:cubicBezTo>
                    <a:pt x="2059" y="2345"/>
                    <a:pt x="1761" y="2221"/>
                    <a:pt x="1458" y="2149"/>
                  </a:cubicBezTo>
                  <a:cubicBezTo>
                    <a:pt x="1228" y="2076"/>
                    <a:pt x="1032" y="2008"/>
                    <a:pt x="819" y="1919"/>
                  </a:cubicBezTo>
                  <a:cubicBezTo>
                    <a:pt x="640" y="1863"/>
                    <a:pt x="482" y="1795"/>
                    <a:pt x="320" y="1723"/>
                  </a:cubicBezTo>
                  <a:cubicBezTo>
                    <a:pt x="303" y="1723"/>
                    <a:pt x="286" y="1705"/>
                    <a:pt x="269" y="1705"/>
                  </a:cubicBezTo>
                  <a:cubicBezTo>
                    <a:pt x="17" y="1582"/>
                    <a:pt x="0" y="1544"/>
                    <a:pt x="90" y="1279"/>
                  </a:cubicBezTo>
                  <a:cubicBezTo>
                    <a:pt x="141" y="1066"/>
                    <a:pt x="213" y="853"/>
                    <a:pt x="269" y="640"/>
                  </a:cubicBezTo>
                  <a:cubicBezTo>
                    <a:pt x="286" y="606"/>
                    <a:pt x="303" y="550"/>
                    <a:pt x="320" y="499"/>
                  </a:cubicBezTo>
                  <a:cubicBezTo>
                    <a:pt x="461" y="550"/>
                    <a:pt x="605" y="584"/>
                    <a:pt x="712" y="640"/>
                  </a:cubicBezTo>
                  <a:cubicBezTo>
                    <a:pt x="908" y="746"/>
                    <a:pt x="1121" y="798"/>
                    <a:pt x="1313" y="870"/>
                  </a:cubicBezTo>
                  <a:cubicBezTo>
                    <a:pt x="1565" y="960"/>
                    <a:pt x="1795" y="1032"/>
                    <a:pt x="2042" y="1083"/>
                  </a:cubicBezTo>
                  <a:cubicBezTo>
                    <a:pt x="2293" y="1156"/>
                    <a:pt x="2541" y="1190"/>
                    <a:pt x="2805" y="1245"/>
                  </a:cubicBezTo>
                  <a:cubicBezTo>
                    <a:pt x="3001" y="1279"/>
                    <a:pt x="3197" y="1330"/>
                    <a:pt x="3393" y="1352"/>
                  </a:cubicBezTo>
                  <a:cubicBezTo>
                    <a:pt x="3713" y="1369"/>
                    <a:pt x="4015" y="1369"/>
                    <a:pt x="4335" y="1369"/>
                  </a:cubicBezTo>
                  <a:cubicBezTo>
                    <a:pt x="4599" y="1386"/>
                    <a:pt x="4868" y="1386"/>
                    <a:pt x="5132" y="1369"/>
                  </a:cubicBezTo>
                  <a:cubicBezTo>
                    <a:pt x="5507" y="1369"/>
                    <a:pt x="5861" y="1352"/>
                    <a:pt x="6215" y="1245"/>
                  </a:cubicBezTo>
                  <a:cubicBezTo>
                    <a:pt x="6500" y="1156"/>
                    <a:pt x="6803" y="1083"/>
                    <a:pt x="7089" y="977"/>
                  </a:cubicBezTo>
                  <a:cubicBezTo>
                    <a:pt x="7336" y="904"/>
                    <a:pt x="7583" y="836"/>
                    <a:pt x="7813" y="729"/>
                  </a:cubicBezTo>
                  <a:cubicBezTo>
                    <a:pt x="8312" y="550"/>
                    <a:pt x="8794" y="303"/>
                    <a:pt x="92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6"/>
            <p:cNvSpPr/>
            <p:nvPr/>
          </p:nvSpPr>
          <p:spPr>
            <a:xfrm>
              <a:off x="9952896" y="4072488"/>
              <a:ext cx="137224" cy="272706"/>
            </a:xfrm>
            <a:custGeom>
              <a:rect b="b" l="l" r="r" t="t"/>
              <a:pathLst>
                <a:path extrusionOk="0" h="3287" w="1654">
                  <a:moveTo>
                    <a:pt x="605" y="3287"/>
                  </a:moveTo>
                  <a:cubicBezTo>
                    <a:pt x="554" y="3142"/>
                    <a:pt x="499" y="3018"/>
                    <a:pt x="465" y="2895"/>
                  </a:cubicBezTo>
                  <a:cubicBezTo>
                    <a:pt x="341" y="2413"/>
                    <a:pt x="234" y="1935"/>
                    <a:pt x="107" y="1437"/>
                  </a:cubicBezTo>
                  <a:cubicBezTo>
                    <a:pt x="38" y="1155"/>
                    <a:pt x="0" y="870"/>
                    <a:pt x="0" y="584"/>
                  </a:cubicBezTo>
                  <a:cubicBezTo>
                    <a:pt x="0" y="213"/>
                    <a:pt x="341" y="0"/>
                    <a:pt x="588" y="17"/>
                  </a:cubicBezTo>
                  <a:cubicBezTo>
                    <a:pt x="746" y="34"/>
                    <a:pt x="874" y="124"/>
                    <a:pt x="959" y="248"/>
                  </a:cubicBezTo>
                  <a:cubicBezTo>
                    <a:pt x="1049" y="410"/>
                    <a:pt x="1138" y="584"/>
                    <a:pt x="1194" y="763"/>
                  </a:cubicBezTo>
                  <a:cubicBezTo>
                    <a:pt x="1300" y="1100"/>
                    <a:pt x="1368" y="1437"/>
                    <a:pt x="1458" y="1774"/>
                  </a:cubicBezTo>
                  <a:cubicBezTo>
                    <a:pt x="1530" y="2076"/>
                    <a:pt x="1581" y="2379"/>
                    <a:pt x="1654" y="2681"/>
                  </a:cubicBezTo>
                  <a:cubicBezTo>
                    <a:pt x="1351" y="2946"/>
                    <a:pt x="959" y="3091"/>
                    <a:pt x="605" y="32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6"/>
            <p:cNvSpPr/>
            <p:nvPr/>
          </p:nvSpPr>
          <p:spPr>
            <a:xfrm>
              <a:off x="9350238" y="4091570"/>
              <a:ext cx="128513" cy="285814"/>
            </a:xfrm>
            <a:custGeom>
              <a:rect b="b" l="l" r="r" t="t"/>
              <a:pathLst>
                <a:path extrusionOk="0" h="3445" w="1549">
                  <a:moveTo>
                    <a:pt x="1139" y="3445"/>
                  </a:moveTo>
                  <a:cubicBezTo>
                    <a:pt x="747" y="3287"/>
                    <a:pt x="376" y="3142"/>
                    <a:pt x="1" y="2984"/>
                  </a:cubicBezTo>
                  <a:cubicBezTo>
                    <a:pt x="56" y="2699"/>
                    <a:pt x="90" y="2417"/>
                    <a:pt x="163" y="2149"/>
                  </a:cubicBezTo>
                  <a:cubicBezTo>
                    <a:pt x="231" y="1829"/>
                    <a:pt x="304" y="1509"/>
                    <a:pt x="393" y="1190"/>
                  </a:cubicBezTo>
                  <a:cubicBezTo>
                    <a:pt x="427" y="1049"/>
                    <a:pt x="466" y="887"/>
                    <a:pt x="500" y="746"/>
                  </a:cubicBezTo>
                  <a:cubicBezTo>
                    <a:pt x="551" y="550"/>
                    <a:pt x="640" y="354"/>
                    <a:pt x="802" y="214"/>
                  </a:cubicBezTo>
                  <a:cubicBezTo>
                    <a:pt x="1067" y="1"/>
                    <a:pt x="1297" y="90"/>
                    <a:pt x="1425" y="337"/>
                  </a:cubicBezTo>
                  <a:cubicBezTo>
                    <a:pt x="1531" y="550"/>
                    <a:pt x="1548" y="781"/>
                    <a:pt x="1531" y="1011"/>
                  </a:cubicBezTo>
                  <a:cubicBezTo>
                    <a:pt x="1510" y="1313"/>
                    <a:pt x="1493" y="1616"/>
                    <a:pt x="1442" y="1902"/>
                  </a:cubicBezTo>
                  <a:cubicBezTo>
                    <a:pt x="1425" y="2115"/>
                    <a:pt x="1369" y="2328"/>
                    <a:pt x="1335" y="2524"/>
                  </a:cubicBezTo>
                  <a:cubicBezTo>
                    <a:pt x="1280" y="2771"/>
                    <a:pt x="1229" y="3018"/>
                    <a:pt x="1190" y="3248"/>
                  </a:cubicBezTo>
                  <a:cubicBezTo>
                    <a:pt x="1173" y="3304"/>
                    <a:pt x="1156" y="3355"/>
                    <a:pt x="1139" y="344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6"/>
            <p:cNvSpPr/>
            <p:nvPr/>
          </p:nvSpPr>
          <p:spPr>
            <a:xfrm>
              <a:off x="9631738" y="3970607"/>
              <a:ext cx="151826" cy="204841"/>
            </a:xfrm>
            <a:custGeom>
              <a:rect b="b" l="l" r="r" t="t"/>
              <a:pathLst>
                <a:path extrusionOk="0" h="2469" w="1830">
                  <a:moveTo>
                    <a:pt x="1829" y="1049"/>
                  </a:moveTo>
                  <a:cubicBezTo>
                    <a:pt x="1812" y="1280"/>
                    <a:pt x="1812" y="1476"/>
                    <a:pt x="1795" y="1689"/>
                  </a:cubicBezTo>
                  <a:cubicBezTo>
                    <a:pt x="1761" y="1957"/>
                    <a:pt x="1633" y="2187"/>
                    <a:pt x="1369" y="2311"/>
                  </a:cubicBezTo>
                  <a:cubicBezTo>
                    <a:pt x="1083" y="2452"/>
                    <a:pt x="781" y="2469"/>
                    <a:pt x="499" y="2362"/>
                  </a:cubicBezTo>
                  <a:cubicBezTo>
                    <a:pt x="303" y="2294"/>
                    <a:pt x="163" y="2170"/>
                    <a:pt x="107" y="1974"/>
                  </a:cubicBezTo>
                  <a:cubicBezTo>
                    <a:pt x="35" y="1706"/>
                    <a:pt x="1" y="1441"/>
                    <a:pt x="18" y="1173"/>
                  </a:cubicBezTo>
                  <a:cubicBezTo>
                    <a:pt x="35" y="977"/>
                    <a:pt x="73" y="802"/>
                    <a:pt x="124" y="623"/>
                  </a:cubicBezTo>
                  <a:cubicBezTo>
                    <a:pt x="197" y="393"/>
                    <a:pt x="355" y="231"/>
                    <a:pt x="568" y="124"/>
                  </a:cubicBezTo>
                  <a:cubicBezTo>
                    <a:pt x="764" y="39"/>
                    <a:pt x="960" y="1"/>
                    <a:pt x="1173" y="18"/>
                  </a:cubicBezTo>
                  <a:cubicBezTo>
                    <a:pt x="1228" y="18"/>
                    <a:pt x="1297" y="56"/>
                    <a:pt x="1352" y="90"/>
                  </a:cubicBezTo>
                  <a:cubicBezTo>
                    <a:pt x="1582" y="214"/>
                    <a:pt x="1723" y="410"/>
                    <a:pt x="1761" y="657"/>
                  </a:cubicBezTo>
                  <a:cubicBezTo>
                    <a:pt x="1778" y="802"/>
                    <a:pt x="1812" y="943"/>
                    <a:pt x="1829" y="10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6"/>
            <p:cNvSpPr/>
            <p:nvPr/>
          </p:nvSpPr>
          <p:spPr>
            <a:xfrm>
              <a:off x="9307511" y="3702547"/>
              <a:ext cx="820856" cy="833964"/>
            </a:xfrm>
            <a:custGeom>
              <a:rect b="b" l="l" r="r" t="t"/>
              <a:pathLst>
                <a:path extrusionOk="0" h="10052" w="9894">
                  <a:moveTo>
                    <a:pt x="1458" y="4634"/>
                  </a:moveTo>
                  <a:cubicBezTo>
                    <a:pt x="1530" y="4404"/>
                    <a:pt x="1582" y="4157"/>
                    <a:pt x="1671" y="3888"/>
                  </a:cubicBezTo>
                  <a:cubicBezTo>
                    <a:pt x="1795" y="3462"/>
                    <a:pt x="1940" y="3019"/>
                    <a:pt x="2080" y="2592"/>
                  </a:cubicBezTo>
                  <a:cubicBezTo>
                    <a:pt x="2187" y="2290"/>
                    <a:pt x="2293" y="1970"/>
                    <a:pt x="2417" y="1672"/>
                  </a:cubicBezTo>
                  <a:cubicBezTo>
                    <a:pt x="2541" y="1403"/>
                    <a:pt x="2664" y="1139"/>
                    <a:pt x="2843" y="905"/>
                  </a:cubicBezTo>
                  <a:cubicBezTo>
                    <a:pt x="2877" y="870"/>
                    <a:pt x="2899" y="819"/>
                    <a:pt x="2933" y="781"/>
                  </a:cubicBezTo>
                  <a:cubicBezTo>
                    <a:pt x="3073" y="568"/>
                    <a:pt x="3269" y="444"/>
                    <a:pt x="3483" y="355"/>
                  </a:cubicBezTo>
                  <a:cubicBezTo>
                    <a:pt x="3819" y="197"/>
                    <a:pt x="4177" y="142"/>
                    <a:pt x="4531" y="90"/>
                  </a:cubicBezTo>
                  <a:cubicBezTo>
                    <a:pt x="4672" y="73"/>
                    <a:pt x="4834" y="35"/>
                    <a:pt x="4974" y="35"/>
                  </a:cubicBezTo>
                  <a:cubicBezTo>
                    <a:pt x="5098" y="18"/>
                    <a:pt x="5243" y="18"/>
                    <a:pt x="5367" y="18"/>
                  </a:cubicBezTo>
                  <a:cubicBezTo>
                    <a:pt x="5631" y="1"/>
                    <a:pt x="5899" y="73"/>
                    <a:pt x="6147" y="125"/>
                  </a:cubicBezTo>
                  <a:cubicBezTo>
                    <a:pt x="6394" y="180"/>
                    <a:pt x="6607" y="304"/>
                    <a:pt x="6786" y="461"/>
                  </a:cubicBezTo>
                  <a:cubicBezTo>
                    <a:pt x="6948" y="585"/>
                    <a:pt x="7106" y="691"/>
                    <a:pt x="7178" y="888"/>
                  </a:cubicBezTo>
                  <a:cubicBezTo>
                    <a:pt x="7285" y="1101"/>
                    <a:pt x="7391" y="1297"/>
                    <a:pt x="7459" y="1510"/>
                  </a:cubicBezTo>
                  <a:cubicBezTo>
                    <a:pt x="7638" y="1936"/>
                    <a:pt x="7800" y="2362"/>
                    <a:pt x="7958" y="2806"/>
                  </a:cubicBezTo>
                  <a:cubicBezTo>
                    <a:pt x="8099" y="3164"/>
                    <a:pt x="8227" y="3534"/>
                    <a:pt x="8350" y="3888"/>
                  </a:cubicBezTo>
                  <a:cubicBezTo>
                    <a:pt x="8384" y="3995"/>
                    <a:pt x="8401" y="4101"/>
                    <a:pt x="8440" y="4191"/>
                  </a:cubicBezTo>
                  <a:cubicBezTo>
                    <a:pt x="8474" y="4297"/>
                    <a:pt x="8525" y="4387"/>
                    <a:pt x="8632" y="4421"/>
                  </a:cubicBezTo>
                  <a:cubicBezTo>
                    <a:pt x="8759" y="4476"/>
                    <a:pt x="8811" y="4583"/>
                    <a:pt x="8883" y="4690"/>
                  </a:cubicBezTo>
                  <a:cubicBezTo>
                    <a:pt x="9058" y="4954"/>
                    <a:pt x="9113" y="5273"/>
                    <a:pt x="9186" y="5576"/>
                  </a:cubicBezTo>
                  <a:cubicBezTo>
                    <a:pt x="9399" y="6412"/>
                    <a:pt x="9556" y="7264"/>
                    <a:pt x="9825" y="8082"/>
                  </a:cubicBezTo>
                  <a:cubicBezTo>
                    <a:pt x="9842" y="8172"/>
                    <a:pt x="9859" y="8278"/>
                    <a:pt x="9893" y="8364"/>
                  </a:cubicBezTo>
                  <a:cubicBezTo>
                    <a:pt x="9718" y="8598"/>
                    <a:pt x="9467" y="8756"/>
                    <a:pt x="9237" y="8897"/>
                  </a:cubicBezTo>
                  <a:cubicBezTo>
                    <a:pt x="8900" y="9093"/>
                    <a:pt x="8525" y="9272"/>
                    <a:pt x="8154" y="9412"/>
                  </a:cubicBezTo>
                  <a:cubicBezTo>
                    <a:pt x="7498" y="9664"/>
                    <a:pt x="6841" y="9838"/>
                    <a:pt x="6129" y="9911"/>
                  </a:cubicBezTo>
                  <a:cubicBezTo>
                    <a:pt x="5614" y="9962"/>
                    <a:pt x="5098" y="10000"/>
                    <a:pt x="4582" y="10035"/>
                  </a:cubicBezTo>
                  <a:cubicBezTo>
                    <a:pt x="4301" y="10035"/>
                    <a:pt x="3998" y="10052"/>
                    <a:pt x="3713" y="10035"/>
                  </a:cubicBezTo>
                  <a:cubicBezTo>
                    <a:pt x="3252" y="10000"/>
                    <a:pt x="2792" y="9962"/>
                    <a:pt x="2345" y="9856"/>
                  </a:cubicBezTo>
                  <a:cubicBezTo>
                    <a:pt x="1901" y="9732"/>
                    <a:pt x="1458" y="9625"/>
                    <a:pt x="1032" y="9451"/>
                  </a:cubicBezTo>
                  <a:cubicBezTo>
                    <a:pt x="712" y="9323"/>
                    <a:pt x="375" y="9216"/>
                    <a:pt x="90" y="9003"/>
                  </a:cubicBezTo>
                  <a:cubicBezTo>
                    <a:pt x="22" y="8952"/>
                    <a:pt x="0" y="8897"/>
                    <a:pt x="22" y="8828"/>
                  </a:cubicBezTo>
                  <a:cubicBezTo>
                    <a:pt x="90" y="8649"/>
                    <a:pt x="162" y="8453"/>
                    <a:pt x="235" y="8257"/>
                  </a:cubicBezTo>
                  <a:cubicBezTo>
                    <a:pt x="320" y="7937"/>
                    <a:pt x="392" y="7618"/>
                    <a:pt x="465" y="7298"/>
                  </a:cubicBezTo>
                  <a:cubicBezTo>
                    <a:pt x="554" y="6804"/>
                    <a:pt x="640" y="6305"/>
                    <a:pt x="802" y="5828"/>
                  </a:cubicBezTo>
                  <a:cubicBezTo>
                    <a:pt x="853" y="5649"/>
                    <a:pt x="908" y="5470"/>
                    <a:pt x="942" y="5295"/>
                  </a:cubicBezTo>
                  <a:cubicBezTo>
                    <a:pt x="998" y="5099"/>
                    <a:pt x="1121" y="4937"/>
                    <a:pt x="1245" y="4779"/>
                  </a:cubicBezTo>
                  <a:cubicBezTo>
                    <a:pt x="1300" y="4724"/>
                    <a:pt x="1368" y="4690"/>
                    <a:pt x="1458" y="4634"/>
                  </a:cubicBezTo>
                  <a:close/>
                  <a:moveTo>
                    <a:pt x="7817" y="7976"/>
                  </a:moveTo>
                  <a:cubicBezTo>
                    <a:pt x="7779" y="7814"/>
                    <a:pt x="7745" y="7656"/>
                    <a:pt x="7711" y="7494"/>
                  </a:cubicBezTo>
                  <a:cubicBezTo>
                    <a:pt x="7694" y="7443"/>
                    <a:pt x="7672" y="7388"/>
                    <a:pt x="7672" y="7336"/>
                  </a:cubicBezTo>
                  <a:cubicBezTo>
                    <a:pt x="7638" y="6944"/>
                    <a:pt x="7549" y="6552"/>
                    <a:pt x="7442" y="6181"/>
                  </a:cubicBezTo>
                  <a:cubicBezTo>
                    <a:pt x="7425" y="6147"/>
                    <a:pt x="7425" y="6109"/>
                    <a:pt x="7408" y="6075"/>
                  </a:cubicBezTo>
                  <a:cubicBezTo>
                    <a:pt x="7353" y="5755"/>
                    <a:pt x="7285" y="5435"/>
                    <a:pt x="7212" y="5116"/>
                  </a:cubicBezTo>
                  <a:cubicBezTo>
                    <a:pt x="7178" y="4937"/>
                    <a:pt x="7140" y="4762"/>
                    <a:pt x="7106" y="4583"/>
                  </a:cubicBezTo>
                  <a:cubicBezTo>
                    <a:pt x="7016" y="4229"/>
                    <a:pt x="6927" y="3871"/>
                    <a:pt x="6820" y="3534"/>
                  </a:cubicBezTo>
                  <a:cubicBezTo>
                    <a:pt x="6735" y="3215"/>
                    <a:pt x="6607" y="2912"/>
                    <a:pt x="6466" y="2610"/>
                  </a:cubicBezTo>
                  <a:cubicBezTo>
                    <a:pt x="6343" y="2345"/>
                    <a:pt x="6147" y="2132"/>
                    <a:pt x="5861" y="2009"/>
                  </a:cubicBezTo>
                  <a:cubicBezTo>
                    <a:pt x="5669" y="1919"/>
                    <a:pt x="5456" y="1885"/>
                    <a:pt x="5243" y="1864"/>
                  </a:cubicBezTo>
                  <a:cubicBezTo>
                    <a:pt x="4885" y="1829"/>
                    <a:pt x="4548" y="1885"/>
                    <a:pt x="4228" y="2009"/>
                  </a:cubicBezTo>
                  <a:cubicBezTo>
                    <a:pt x="4139" y="2043"/>
                    <a:pt x="4071" y="2098"/>
                    <a:pt x="3981" y="2132"/>
                  </a:cubicBezTo>
                  <a:cubicBezTo>
                    <a:pt x="3679" y="2273"/>
                    <a:pt x="3466" y="2486"/>
                    <a:pt x="3269" y="2754"/>
                  </a:cubicBezTo>
                  <a:cubicBezTo>
                    <a:pt x="3056" y="3091"/>
                    <a:pt x="2933" y="3462"/>
                    <a:pt x="2860" y="3854"/>
                  </a:cubicBezTo>
                  <a:cubicBezTo>
                    <a:pt x="2809" y="4067"/>
                    <a:pt x="2792" y="4263"/>
                    <a:pt x="2737" y="4459"/>
                  </a:cubicBezTo>
                  <a:cubicBezTo>
                    <a:pt x="2630" y="4920"/>
                    <a:pt x="2596" y="5380"/>
                    <a:pt x="2541" y="5828"/>
                  </a:cubicBezTo>
                  <a:cubicBezTo>
                    <a:pt x="2524" y="5934"/>
                    <a:pt x="2524" y="6041"/>
                    <a:pt x="2506" y="6126"/>
                  </a:cubicBezTo>
                  <a:cubicBezTo>
                    <a:pt x="2472" y="6305"/>
                    <a:pt x="2434" y="6484"/>
                    <a:pt x="2417" y="6659"/>
                  </a:cubicBezTo>
                  <a:cubicBezTo>
                    <a:pt x="2366" y="7034"/>
                    <a:pt x="2310" y="7426"/>
                    <a:pt x="2276" y="7797"/>
                  </a:cubicBezTo>
                  <a:cubicBezTo>
                    <a:pt x="2238" y="7959"/>
                    <a:pt x="2221" y="8116"/>
                    <a:pt x="2204" y="8278"/>
                  </a:cubicBezTo>
                  <a:cubicBezTo>
                    <a:pt x="2238" y="8296"/>
                    <a:pt x="2259" y="8296"/>
                    <a:pt x="2276" y="8313"/>
                  </a:cubicBezTo>
                  <a:cubicBezTo>
                    <a:pt x="2434" y="8330"/>
                    <a:pt x="2596" y="8364"/>
                    <a:pt x="2754" y="8402"/>
                  </a:cubicBezTo>
                  <a:cubicBezTo>
                    <a:pt x="2967" y="8436"/>
                    <a:pt x="3163" y="8509"/>
                    <a:pt x="3376" y="8526"/>
                  </a:cubicBezTo>
                  <a:cubicBezTo>
                    <a:pt x="3662" y="8560"/>
                    <a:pt x="3964" y="8577"/>
                    <a:pt x="4246" y="8577"/>
                  </a:cubicBezTo>
                  <a:cubicBezTo>
                    <a:pt x="4638" y="8598"/>
                    <a:pt x="5047" y="8577"/>
                    <a:pt x="5435" y="8560"/>
                  </a:cubicBezTo>
                  <a:cubicBezTo>
                    <a:pt x="5793" y="8560"/>
                    <a:pt x="6129" y="8509"/>
                    <a:pt x="6466" y="8419"/>
                  </a:cubicBezTo>
                  <a:cubicBezTo>
                    <a:pt x="6820" y="8313"/>
                    <a:pt x="7178" y="8206"/>
                    <a:pt x="7532" y="8082"/>
                  </a:cubicBezTo>
                  <a:cubicBezTo>
                    <a:pt x="7621" y="8065"/>
                    <a:pt x="7694" y="8027"/>
                    <a:pt x="7817" y="7976"/>
                  </a:cubicBezTo>
                  <a:close/>
                  <a:moveTo>
                    <a:pt x="2063" y="8223"/>
                  </a:moveTo>
                  <a:cubicBezTo>
                    <a:pt x="2080" y="8189"/>
                    <a:pt x="2080" y="8172"/>
                    <a:pt x="2080" y="8151"/>
                  </a:cubicBezTo>
                  <a:cubicBezTo>
                    <a:pt x="2131" y="7869"/>
                    <a:pt x="2187" y="7584"/>
                    <a:pt x="2221" y="7298"/>
                  </a:cubicBezTo>
                  <a:cubicBezTo>
                    <a:pt x="2276" y="6910"/>
                    <a:pt x="2327" y="6518"/>
                    <a:pt x="2383" y="6109"/>
                  </a:cubicBezTo>
                  <a:cubicBezTo>
                    <a:pt x="2400" y="6002"/>
                    <a:pt x="2417" y="5879"/>
                    <a:pt x="2417" y="5755"/>
                  </a:cubicBezTo>
                  <a:cubicBezTo>
                    <a:pt x="2451" y="5525"/>
                    <a:pt x="2472" y="5273"/>
                    <a:pt x="2506" y="5043"/>
                  </a:cubicBezTo>
                  <a:cubicBezTo>
                    <a:pt x="2541" y="4847"/>
                    <a:pt x="2579" y="4655"/>
                    <a:pt x="2613" y="4476"/>
                  </a:cubicBezTo>
                  <a:cubicBezTo>
                    <a:pt x="2720" y="3995"/>
                    <a:pt x="2792" y="3534"/>
                    <a:pt x="2967" y="3091"/>
                  </a:cubicBezTo>
                  <a:cubicBezTo>
                    <a:pt x="3056" y="2844"/>
                    <a:pt x="3180" y="2610"/>
                    <a:pt x="3359" y="2418"/>
                  </a:cubicBezTo>
                  <a:cubicBezTo>
                    <a:pt x="3606" y="2149"/>
                    <a:pt x="3926" y="2009"/>
                    <a:pt x="4228" y="1847"/>
                  </a:cubicBezTo>
                  <a:cubicBezTo>
                    <a:pt x="4335" y="1795"/>
                    <a:pt x="4442" y="1757"/>
                    <a:pt x="4565" y="1740"/>
                  </a:cubicBezTo>
                  <a:cubicBezTo>
                    <a:pt x="4868" y="1723"/>
                    <a:pt x="5170" y="1672"/>
                    <a:pt x="5473" y="1723"/>
                  </a:cubicBezTo>
                  <a:cubicBezTo>
                    <a:pt x="5737" y="1795"/>
                    <a:pt x="6006" y="1847"/>
                    <a:pt x="6219" y="2043"/>
                  </a:cubicBezTo>
                  <a:cubicBezTo>
                    <a:pt x="6377" y="2205"/>
                    <a:pt x="6522" y="2362"/>
                    <a:pt x="6590" y="2575"/>
                  </a:cubicBezTo>
                  <a:cubicBezTo>
                    <a:pt x="6713" y="2878"/>
                    <a:pt x="6841" y="3181"/>
                    <a:pt x="6948" y="3500"/>
                  </a:cubicBezTo>
                  <a:cubicBezTo>
                    <a:pt x="7089" y="3927"/>
                    <a:pt x="7178" y="4353"/>
                    <a:pt x="7268" y="4779"/>
                  </a:cubicBezTo>
                  <a:cubicBezTo>
                    <a:pt x="7285" y="4886"/>
                    <a:pt x="7319" y="4992"/>
                    <a:pt x="7353" y="5099"/>
                  </a:cubicBezTo>
                  <a:cubicBezTo>
                    <a:pt x="7408" y="5418"/>
                    <a:pt x="7481" y="5738"/>
                    <a:pt x="7532" y="6058"/>
                  </a:cubicBezTo>
                  <a:cubicBezTo>
                    <a:pt x="7604" y="6360"/>
                    <a:pt x="7672" y="6659"/>
                    <a:pt x="7745" y="6961"/>
                  </a:cubicBezTo>
                  <a:cubicBezTo>
                    <a:pt x="7800" y="7264"/>
                    <a:pt x="7851" y="7567"/>
                    <a:pt x="7907" y="7869"/>
                  </a:cubicBezTo>
                  <a:cubicBezTo>
                    <a:pt x="7907" y="7886"/>
                    <a:pt x="7924" y="7903"/>
                    <a:pt x="7941" y="7937"/>
                  </a:cubicBezTo>
                  <a:cubicBezTo>
                    <a:pt x="8065" y="7886"/>
                    <a:pt x="8171" y="7831"/>
                    <a:pt x="8261" y="7797"/>
                  </a:cubicBezTo>
                  <a:cubicBezTo>
                    <a:pt x="8188" y="7584"/>
                    <a:pt x="8137" y="7371"/>
                    <a:pt x="8082" y="7157"/>
                  </a:cubicBezTo>
                  <a:cubicBezTo>
                    <a:pt x="7975" y="6787"/>
                    <a:pt x="7886" y="6394"/>
                    <a:pt x="7800" y="6019"/>
                  </a:cubicBezTo>
                  <a:cubicBezTo>
                    <a:pt x="7728" y="5721"/>
                    <a:pt x="7655" y="5435"/>
                    <a:pt x="7655" y="5133"/>
                  </a:cubicBezTo>
                  <a:cubicBezTo>
                    <a:pt x="7655" y="4690"/>
                    <a:pt x="7817" y="4459"/>
                    <a:pt x="8188" y="4336"/>
                  </a:cubicBezTo>
                  <a:cubicBezTo>
                    <a:pt x="8227" y="4314"/>
                    <a:pt x="8244" y="4314"/>
                    <a:pt x="8295" y="4297"/>
                  </a:cubicBezTo>
                  <a:cubicBezTo>
                    <a:pt x="8244" y="4084"/>
                    <a:pt x="8171" y="3871"/>
                    <a:pt x="8099" y="3658"/>
                  </a:cubicBezTo>
                  <a:cubicBezTo>
                    <a:pt x="7958" y="3232"/>
                    <a:pt x="7800" y="2806"/>
                    <a:pt x="7638" y="2379"/>
                  </a:cubicBezTo>
                  <a:cubicBezTo>
                    <a:pt x="7459" y="1953"/>
                    <a:pt x="7302" y="1544"/>
                    <a:pt x="7106" y="1139"/>
                  </a:cubicBezTo>
                  <a:cubicBezTo>
                    <a:pt x="6910" y="713"/>
                    <a:pt x="6573" y="444"/>
                    <a:pt x="6129" y="304"/>
                  </a:cubicBezTo>
                  <a:cubicBezTo>
                    <a:pt x="6057" y="287"/>
                    <a:pt x="5968" y="287"/>
                    <a:pt x="5882" y="265"/>
                  </a:cubicBezTo>
                  <a:cubicBezTo>
                    <a:pt x="5614" y="180"/>
                    <a:pt x="5349" y="180"/>
                    <a:pt x="5064" y="197"/>
                  </a:cubicBezTo>
                  <a:cubicBezTo>
                    <a:pt x="4638" y="248"/>
                    <a:pt x="4211" y="321"/>
                    <a:pt x="3785" y="427"/>
                  </a:cubicBezTo>
                  <a:cubicBezTo>
                    <a:pt x="3342" y="551"/>
                    <a:pt x="3056" y="870"/>
                    <a:pt x="2826" y="1246"/>
                  </a:cubicBezTo>
                  <a:cubicBezTo>
                    <a:pt x="2720" y="1403"/>
                    <a:pt x="2630" y="1582"/>
                    <a:pt x="2541" y="1757"/>
                  </a:cubicBezTo>
                  <a:cubicBezTo>
                    <a:pt x="2451" y="1953"/>
                    <a:pt x="2366" y="2149"/>
                    <a:pt x="2293" y="2345"/>
                  </a:cubicBezTo>
                  <a:cubicBezTo>
                    <a:pt x="2204" y="2592"/>
                    <a:pt x="2131" y="2844"/>
                    <a:pt x="2046" y="3091"/>
                  </a:cubicBezTo>
                  <a:cubicBezTo>
                    <a:pt x="1991" y="3287"/>
                    <a:pt x="1940" y="3462"/>
                    <a:pt x="1884" y="3658"/>
                  </a:cubicBezTo>
                  <a:cubicBezTo>
                    <a:pt x="1833" y="3837"/>
                    <a:pt x="1778" y="4016"/>
                    <a:pt x="1726" y="4208"/>
                  </a:cubicBezTo>
                  <a:cubicBezTo>
                    <a:pt x="1688" y="4336"/>
                    <a:pt x="1654" y="4476"/>
                    <a:pt x="1620" y="4617"/>
                  </a:cubicBezTo>
                  <a:cubicBezTo>
                    <a:pt x="1940" y="4690"/>
                    <a:pt x="2080" y="4903"/>
                    <a:pt x="2114" y="5188"/>
                  </a:cubicBezTo>
                  <a:cubicBezTo>
                    <a:pt x="2153" y="5380"/>
                    <a:pt x="2170" y="5576"/>
                    <a:pt x="2153" y="5789"/>
                  </a:cubicBezTo>
                  <a:cubicBezTo>
                    <a:pt x="2114" y="6394"/>
                    <a:pt x="1991" y="6978"/>
                    <a:pt x="1884" y="7567"/>
                  </a:cubicBezTo>
                  <a:cubicBezTo>
                    <a:pt x="1850" y="7763"/>
                    <a:pt x="1812" y="7959"/>
                    <a:pt x="1778" y="8172"/>
                  </a:cubicBezTo>
                  <a:cubicBezTo>
                    <a:pt x="1884" y="8189"/>
                    <a:pt x="1974" y="8206"/>
                    <a:pt x="2063" y="8223"/>
                  </a:cubicBezTo>
                  <a:close/>
                  <a:moveTo>
                    <a:pt x="9450" y="7354"/>
                  </a:moveTo>
                  <a:cubicBezTo>
                    <a:pt x="8973" y="7656"/>
                    <a:pt x="8491" y="7903"/>
                    <a:pt x="7992" y="8082"/>
                  </a:cubicBezTo>
                  <a:cubicBezTo>
                    <a:pt x="7762" y="8189"/>
                    <a:pt x="7515" y="8257"/>
                    <a:pt x="7268" y="8330"/>
                  </a:cubicBezTo>
                  <a:cubicBezTo>
                    <a:pt x="6982" y="8436"/>
                    <a:pt x="6679" y="8509"/>
                    <a:pt x="6394" y="8598"/>
                  </a:cubicBezTo>
                  <a:cubicBezTo>
                    <a:pt x="6040" y="8705"/>
                    <a:pt x="5686" y="8722"/>
                    <a:pt x="5311" y="8722"/>
                  </a:cubicBezTo>
                  <a:cubicBezTo>
                    <a:pt x="5047" y="8739"/>
                    <a:pt x="4778" y="8739"/>
                    <a:pt x="4514" y="8722"/>
                  </a:cubicBezTo>
                  <a:cubicBezTo>
                    <a:pt x="4194" y="8722"/>
                    <a:pt x="3892" y="8722"/>
                    <a:pt x="3572" y="8705"/>
                  </a:cubicBezTo>
                  <a:cubicBezTo>
                    <a:pt x="3376" y="8683"/>
                    <a:pt x="3180" y="8632"/>
                    <a:pt x="2984" y="8598"/>
                  </a:cubicBezTo>
                  <a:cubicBezTo>
                    <a:pt x="2720" y="8543"/>
                    <a:pt x="2472" y="8509"/>
                    <a:pt x="2221" y="8436"/>
                  </a:cubicBezTo>
                  <a:cubicBezTo>
                    <a:pt x="1974" y="8385"/>
                    <a:pt x="1744" y="8313"/>
                    <a:pt x="1492" y="8223"/>
                  </a:cubicBezTo>
                  <a:cubicBezTo>
                    <a:pt x="1300" y="8151"/>
                    <a:pt x="1087" y="8099"/>
                    <a:pt x="891" y="7993"/>
                  </a:cubicBezTo>
                  <a:cubicBezTo>
                    <a:pt x="784" y="7937"/>
                    <a:pt x="640" y="7903"/>
                    <a:pt x="499" y="7852"/>
                  </a:cubicBezTo>
                  <a:cubicBezTo>
                    <a:pt x="482" y="7903"/>
                    <a:pt x="465" y="7959"/>
                    <a:pt x="448" y="7993"/>
                  </a:cubicBezTo>
                  <a:cubicBezTo>
                    <a:pt x="392" y="8206"/>
                    <a:pt x="320" y="8419"/>
                    <a:pt x="269" y="8632"/>
                  </a:cubicBezTo>
                  <a:cubicBezTo>
                    <a:pt x="179" y="8897"/>
                    <a:pt x="196" y="8935"/>
                    <a:pt x="448" y="9058"/>
                  </a:cubicBezTo>
                  <a:cubicBezTo>
                    <a:pt x="465" y="9058"/>
                    <a:pt x="482" y="9076"/>
                    <a:pt x="499" y="9076"/>
                  </a:cubicBezTo>
                  <a:cubicBezTo>
                    <a:pt x="661" y="9148"/>
                    <a:pt x="819" y="9216"/>
                    <a:pt x="998" y="9272"/>
                  </a:cubicBezTo>
                  <a:cubicBezTo>
                    <a:pt x="1211" y="9361"/>
                    <a:pt x="1407" y="9429"/>
                    <a:pt x="1637" y="9502"/>
                  </a:cubicBezTo>
                  <a:cubicBezTo>
                    <a:pt x="1940" y="9574"/>
                    <a:pt x="2238" y="9698"/>
                    <a:pt x="2541" y="9749"/>
                  </a:cubicBezTo>
                  <a:cubicBezTo>
                    <a:pt x="2647" y="9749"/>
                    <a:pt x="2737" y="9770"/>
                    <a:pt x="2826" y="9787"/>
                  </a:cubicBezTo>
                  <a:cubicBezTo>
                    <a:pt x="3090" y="9821"/>
                    <a:pt x="3359" y="9856"/>
                    <a:pt x="3623" y="9877"/>
                  </a:cubicBezTo>
                  <a:lnTo>
                    <a:pt x="4194" y="9877"/>
                  </a:lnTo>
                  <a:cubicBezTo>
                    <a:pt x="4655" y="9877"/>
                    <a:pt x="5115" y="9856"/>
                    <a:pt x="5597" y="9821"/>
                  </a:cubicBezTo>
                  <a:cubicBezTo>
                    <a:pt x="5899" y="9787"/>
                    <a:pt x="6219" y="9749"/>
                    <a:pt x="6539" y="9698"/>
                  </a:cubicBezTo>
                  <a:cubicBezTo>
                    <a:pt x="6841" y="9642"/>
                    <a:pt x="7123" y="9574"/>
                    <a:pt x="7425" y="9485"/>
                  </a:cubicBezTo>
                  <a:cubicBezTo>
                    <a:pt x="7604" y="9451"/>
                    <a:pt x="7762" y="9378"/>
                    <a:pt x="7924" y="9323"/>
                  </a:cubicBezTo>
                  <a:cubicBezTo>
                    <a:pt x="8508" y="9131"/>
                    <a:pt x="9041" y="8845"/>
                    <a:pt x="9539" y="8492"/>
                  </a:cubicBezTo>
                  <a:cubicBezTo>
                    <a:pt x="9663" y="8402"/>
                    <a:pt x="9718" y="8296"/>
                    <a:pt x="9680" y="8151"/>
                  </a:cubicBezTo>
                  <a:cubicBezTo>
                    <a:pt x="9612" y="7886"/>
                    <a:pt x="9539" y="7639"/>
                    <a:pt x="9450" y="7354"/>
                  </a:cubicBezTo>
                  <a:close/>
                  <a:moveTo>
                    <a:pt x="8384" y="7746"/>
                  </a:moveTo>
                  <a:cubicBezTo>
                    <a:pt x="8738" y="7550"/>
                    <a:pt x="9130" y="7405"/>
                    <a:pt x="9433" y="7140"/>
                  </a:cubicBezTo>
                  <a:cubicBezTo>
                    <a:pt x="9360" y="6838"/>
                    <a:pt x="9309" y="6535"/>
                    <a:pt x="9237" y="6233"/>
                  </a:cubicBezTo>
                  <a:cubicBezTo>
                    <a:pt x="9147" y="5896"/>
                    <a:pt x="9079" y="5559"/>
                    <a:pt x="8973" y="5222"/>
                  </a:cubicBezTo>
                  <a:cubicBezTo>
                    <a:pt x="8917" y="5043"/>
                    <a:pt x="8828" y="4869"/>
                    <a:pt x="8738" y="4707"/>
                  </a:cubicBezTo>
                  <a:cubicBezTo>
                    <a:pt x="8653" y="4583"/>
                    <a:pt x="8525" y="4493"/>
                    <a:pt x="8367" y="4476"/>
                  </a:cubicBezTo>
                  <a:cubicBezTo>
                    <a:pt x="8120" y="4459"/>
                    <a:pt x="7779" y="4672"/>
                    <a:pt x="7779" y="5043"/>
                  </a:cubicBezTo>
                  <a:cubicBezTo>
                    <a:pt x="7779" y="5329"/>
                    <a:pt x="7817" y="5614"/>
                    <a:pt x="7886" y="5896"/>
                  </a:cubicBezTo>
                  <a:cubicBezTo>
                    <a:pt x="8013" y="6394"/>
                    <a:pt x="8120" y="6872"/>
                    <a:pt x="8244" y="7354"/>
                  </a:cubicBezTo>
                  <a:cubicBezTo>
                    <a:pt x="8278" y="7477"/>
                    <a:pt x="8333" y="7601"/>
                    <a:pt x="8384" y="7746"/>
                  </a:cubicBezTo>
                  <a:close/>
                  <a:moveTo>
                    <a:pt x="1654" y="8134"/>
                  </a:moveTo>
                  <a:cubicBezTo>
                    <a:pt x="1671" y="8044"/>
                    <a:pt x="1688" y="7993"/>
                    <a:pt x="1705" y="7937"/>
                  </a:cubicBezTo>
                  <a:cubicBezTo>
                    <a:pt x="1744" y="7707"/>
                    <a:pt x="1795" y="7460"/>
                    <a:pt x="1850" y="7213"/>
                  </a:cubicBezTo>
                  <a:cubicBezTo>
                    <a:pt x="1884" y="7017"/>
                    <a:pt x="1940" y="6804"/>
                    <a:pt x="1957" y="6591"/>
                  </a:cubicBezTo>
                  <a:cubicBezTo>
                    <a:pt x="2008" y="6305"/>
                    <a:pt x="2025" y="6002"/>
                    <a:pt x="2046" y="5700"/>
                  </a:cubicBezTo>
                  <a:cubicBezTo>
                    <a:pt x="2063" y="5470"/>
                    <a:pt x="2046" y="5239"/>
                    <a:pt x="1940" y="5026"/>
                  </a:cubicBezTo>
                  <a:cubicBezTo>
                    <a:pt x="1812" y="4779"/>
                    <a:pt x="1582" y="4690"/>
                    <a:pt x="1317" y="4903"/>
                  </a:cubicBezTo>
                  <a:cubicBezTo>
                    <a:pt x="1155" y="5043"/>
                    <a:pt x="1066" y="5239"/>
                    <a:pt x="1015" y="5435"/>
                  </a:cubicBezTo>
                  <a:cubicBezTo>
                    <a:pt x="981" y="5576"/>
                    <a:pt x="942" y="5738"/>
                    <a:pt x="908" y="5879"/>
                  </a:cubicBezTo>
                  <a:cubicBezTo>
                    <a:pt x="819" y="6198"/>
                    <a:pt x="746" y="6518"/>
                    <a:pt x="678" y="6838"/>
                  </a:cubicBezTo>
                  <a:cubicBezTo>
                    <a:pt x="605" y="7106"/>
                    <a:pt x="571" y="7388"/>
                    <a:pt x="516" y="7673"/>
                  </a:cubicBezTo>
                  <a:cubicBezTo>
                    <a:pt x="891" y="7831"/>
                    <a:pt x="1262" y="7976"/>
                    <a:pt x="1654" y="813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6"/>
            <p:cNvSpPr/>
            <p:nvPr/>
          </p:nvSpPr>
          <p:spPr>
            <a:xfrm>
              <a:off x="9618713" y="3957581"/>
              <a:ext cx="172235" cy="229896"/>
            </a:xfrm>
            <a:custGeom>
              <a:rect b="b" l="l" r="r" t="t"/>
              <a:pathLst>
                <a:path extrusionOk="0" h="2771" w="2076">
                  <a:moveTo>
                    <a:pt x="2076" y="1829"/>
                  </a:moveTo>
                  <a:cubicBezTo>
                    <a:pt x="2059" y="2131"/>
                    <a:pt x="1918" y="2396"/>
                    <a:pt x="1667" y="2558"/>
                  </a:cubicBezTo>
                  <a:cubicBezTo>
                    <a:pt x="1454" y="2698"/>
                    <a:pt x="1189" y="2771"/>
                    <a:pt x="921" y="2732"/>
                  </a:cubicBezTo>
                  <a:cubicBezTo>
                    <a:pt x="746" y="2698"/>
                    <a:pt x="567" y="2681"/>
                    <a:pt x="405" y="2558"/>
                  </a:cubicBezTo>
                  <a:cubicBezTo>
                    <a:pt x="213" y="2413"/>
                    <a:pt x="107" y="2221"/>
                    <a:pt x="68" y="1986"/>
                  </a:cubicBezTo>
                  <a:cubicBezTo>
                    <a:pt x="17" y="1688"/>
                    <a:pt x="0" y="1368"/>
                    <a:pt x="68" y="1066"/>
                  </a:cubicBezTo>
                  <a:cubicBezTo>
                    <a:pt x="124" y="853"/>
                    <a:pt x="158" y="639"/>
                    <a:pt x="298" y="460"/>
                  </a:cubicBezTo>
                  <a:cubicBezTo>
                    <a:pt x="426" y="320"/>
                    <a:pt x="550" y="196"/>
                    <a:pt x="725" y="124"/>
                  </a:cubicBezTo>
                  <a:cubicBezTo>
                    <a:pt x="938" y="51"/>
                    <a:pt x="1151" y="0"/>
                    <a:pt x="1364" y="34"/>
                  </a:cubicBezTo>
                  <a:cubicBezTo>
                    <a:pt x="1437" y="34"/>
                    <a:pt x="1492" y="68"/>
                    <a:pt x="1543" y="90"/>
                  </a:cubicBezTo>
                  <a:cubicBezTo>
                    <a:pt x="1935" y="303"/>
                    <a:pt x="2076" y="657"/>
                    <a:pt x="2076" y="1083"/>
                  </a:cubicBezTo>
                  <a:moveTo>
                    <a:pt x="1986" y="1206"/>
                  </a:moveTo>
                  <a:cubicBezTo>
                    <a:pt x="1969" y="1100"/>
                    <a:pt x="1935" y="959"/>
                    <a:pt x="1918" y="814"/>
                  </a:cubicBezTo>
                  <a:cubicBezTo>
                    <a:pt x="1880" y="567"/>
                    <a:pt x="1739" y="371"/>
                    <a:pt x="1509" y="247"/>
                  </a:cubicBezTo>
                  <a:cubicBezTo>
                    <a:pt x="1454" y="213"/>
                    <a:pt x="1385" y="175"/>
                    <a:pt x="1330" y="175"/>
                  </a:cubicBezTo>
                  <a:cubicBezTo>
                    <a:pt x="1117" y="158"/>
                    <a:pt x="921" y="196"/>
                    <a:pt x="725" y="281"/>
                  </a:cubicBezTo>
                  <a:cubicBezTo>
                    <a:pt x="512" y="388"/>
                    <a:pt x="354" y="550"/>
                    <a:pt x="281" y="780"/>
                  </a:cubicBezTo>
                  <a:cubicBezTo>
                    <a:pt x="230" y="959"/>
                    <a:pt x="192" y="1134"/>
                    <a:pt x="175" y="1330"/>
                  </a:cubicBezTo>
                  <a:cubicBezTo>
                    <a:pt x="158" y="1598"/>
                    <a:pt x="192" y="1863"/>
                    <a:pt x="264" y="2131"/>
                  </a:cubicBezTo>
                  <a:cubicBezTo>
                    <a:pt x="320" y="2327"/>
                    <a:pt x="460" y="2451"/>
                    <a:pt x="656" y="2519"/>
                  </a:cubicBezTo>
                  <a:cubicBezTo>
                    <a:pt x="938" y="2626"/>
                    <a:pt x="1240" y="2609"/>
                    <a:pt x="1526" y="2468"/>
                  </a:cubicBezTo>
                  <a:cubicBezTo>
                    <a:pt x="1790" y="2344"/>
                    <a:pt x="1918" y="2114"/>
                    <a:pt x="1952" y="1846"/>
                  </a:cubicBezTo>
                  <a:cubicBezTo>
                    <a:pt x="1969" y="1633"/>
                    <a:pt x="1969" y="1437"/>
                    <a:pt x="1986" y="12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6"/>
            <p:cNvSpPr/>
            <p:nvPr/>
          </p:nvSpPr>
          <p:spPr>
            <a:xfrm>
              <a:off x="9695041" y="3992427"/>
              <a:ext cx="65210" cy="87528"/>
            </a:xfrm>
            <a:custGeom>
              <a:rect b="b" l="l" r="r" t="t"/>
              <a:pathLst>
                <a:path extrusionOk="0" h="1055" w="786">
                  <a:moveTo>
                    <a:pt x="219" y="1"/>
                  </a:moveTo>
                  <a:cubicBezTo>
                    <a:pt x="139" y="1"/>
                    <a:pt x="63" y="18"/>
                    <a:pt x="1" y="57"/>
                  </a:cubicBezTo>
                  <a:cubicBezTo>
                    <a:pt x="107" y="130"/>
                    <a:pt x="197" y="181"/>
                    <a:pt x="269" y="254"/>
                  </a:cubicBezTo>
                  <a:cubicBezTo>
                    <a:pt x="320" y="326"/>
                    <a:pt x="376" y="377"/>
                    <a:pt x="410" y="450"/>
                  </a:cubicBezTo>
                  <a:cubicBezTo>
                    <a:pt x="444" y="539"/>
                    <a:pt x="482" y="629"/>
                    <a:pt x="517" y="714"/>
                  </a:cubicBezTo>
                  <a:cubicBezTo>
                    <a:pt x="551" y="820"/>
                    <a:pt x="572" y="927"/>
                    <a:pt x="623" y="1055"/>
                  </a:cubicBezTo>
                  <a:cubicBezTo>
                    <a:pt x="713" y="948"/>
                    <a:pt x="747" y="820"/>
                    <a:pt x="764" y="697"/>
                  </a:cubicBezTo>
                  <a:cubicBezTo>
                    <a:pt x="785" y="573"/>
                    <a:pt x="764" y="433"/>
                    <a:pt x="713" y="309"/>
                  </a:cubicBezTo>
                  <a:cubicBezTo>
                    <a:pt x="640" y="181"/>
                    <a:pt x="517" y="75"/>
                    <a:pt x="393" y="23"/>
                  </a:cubicBezTo>
                  <a:cubicBezTo>
                    <a:pt x="335" y="9"/>
                    <a:pt x="276"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6"/>
            <p:cNvSpPr/>
            <p:nvPr/>
          </p:nvSpPr>
          <p:spPr>
            <a:xfrm>
              <a:off x="9377285" y="4094142"/>
              <a:ext cx="71765" cy="264907"/>
            </a:xfrm>
            <a:custGeom>
              <a:rect b="b" l="l" r="r" t="t"/>
              <a:pathLst>
                <a:path extrusionOk="0" h="3193" w="865">
                  <a:moveTo>
                    <a:pt x="802" y="0"/>
                  </a:moveTo>
                  <a:cubicBezTo>
                    <a:pt x="780" y="0"/>
                    <a:pt x="758" y="14"/>
                    <a:pt x="758" y="42"/>
                  </a:cubicBezTo>
                  <a:cubicBezTo>
                    <a:pt x="779" y="306"/>
                    <a:pt x="706" y="553"/>
                    <a:pt x="634" y="788"/>
                  </a:cubicBezTo>
                  <a:cubicBezTo>
                    <a:pt x="566" y="1035"/>
                    <a:pt x="493" y="1265"/>
                    <a:pt x="421" y="1495"/>
                  </a:cubicBezTo>
                  <a:cubicBezTo>
                    <a:pt x="246" y="2045"/>
                    <a:pt x="118" y="2599"/>
                    <a:pt x="12" y="3149"/>
                  </a:cubicBezTo>
                  <a:cubicBezTo>
                    <a:pt x="1" y="3171"/>
                    <a:pt x="33" y="3192"/>
                    <a:pt x="58" y="3192"/>
                  </a:cubicBezTo>
                  <a:cubicBezTo>
                    <a:pt x="72" y="3192"/>
                    <a:pt x="84" y="3185"/>
                    <a:pt x="84" y="3166"/>
                  </a:cubicBezTo>
                  <a:cubicBezTo>
                    <a:pt x="208" y="2599"/>
                    <a:pt x="331" y="2045"/>
                    <a:pt x="510" y="1495"/>
                  </a:cubicBezTo>
                  <a:cubicBezTo>
                    <a:pt x="583" y="1265"/>
                    <a:pt x="651" y="1018"/>
                    <a:pt x="723" y="788"/>
                  </a:cubicBezTo>
                  <a:cubicBezTo>
                    <a:pt x="796" y="536"/>
                    <a:pt x="864" y="289"/>
                    <a:pt x="847" y="42"/>
                  </a:cubicBezTo>
                  <a:cubicBezTo>
                    <a:pt x="847" y="14"/>
                    <a:pt x="825" y="0"/>
                    <a:pt x="8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6"/>
            <p:cNvSpPr/>
            <p:nvPr/>
          </p:nvSpPr>
          <p:spPr>
            <a:xfrm>
              <a:off x="9984505" y="4070165"/>
              <a:ext cx="73092" cy="256528"/>
            </a:xfrm>
            <a:custGeom>
              <a:rect b="b" l="l" r="r" t="t"/>
              <a:pathLst>
                <a:path extrusionOk="0" h="3092" w="881">
                  <a:moveTo>
                    <a:pt x="62" y="0"/>
                  </a:moveTo>
                  <a:cubicBezTo>
                    <a:pt x="32" y="0"/>
                    <a:pt x="0" y="24"/>
                    <a:pt x="11" y="45"/>
                  </a:cubicBezTo>
                  <a:cubicBezTo>
                    <a:pt x="173" y="561"/>
                    <a:pt x="224" y="1077"/>
                    <a:pt x="348" y="1588"/>
                  </a:cubicBezTo>
                  <a:cubicBezTo>
                    <a:pt x="472" y="2087"/>
                    <a:pt x="706" y="2547"/>
                    <a:pt x="791" y="3063"/>
                  </a:cubicBezTo>
                  <a:cubicBezTo>
                    <a:pt x="799" y="3083"/>
                    <a:pt x="813" y="3091"/>
                    <a:pt x="828" y="3091"/>
                  </a:cubicBezTo>
                  <a:cubicBezTo>
                    <a:pt x="853" y="3091"/>
                    <a:pt x="881" y="3068"/>
                    <a:pt x="881" y="3046"/>
                  </a:cubicBezTo>
                  <a:cubicBezTo>
                    <a:pt x="774" y="2530"/>
                    <a:pt x="561" y="2070"/>
                    <a:pt x="420" y="1571"/>
                  </a:cubicBezTo>
                  <a:cubicBezTo>
                    <a:pt x="297" y="1056"/>
                    <a:pt x="258" y="523"/>
                    <a:pt x="101" y="28"/>
                  </a:cubicBezTo>
                  <a:cubicBezTo>
                    <a:pt x="94" y="8"/>
                    <a:pt x="79" y="0"/>
                    <a:pt x="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6"/>
            <p:cNvSpPr/>
            <p:nvPr/>
          </p:nvSpPr>
          <p:spPr>
            <a:xfrm>
              <a:off x="9492606" y="4295581"/>
              <a:ext cx="459543" cy="58822"/>
            </a:xfrm>
            <a:custGeom>
              <a:rect b="b" l="l" r="r" t="t"/>
              <a:pathLst>
                <a:path extrusionOk="0" h="709" w="5539">
                  <a:moveTo>
                    <a:pt x="5483" y="0"/>
                  </a:moveTo>
                  <a:cubicBezTo>
                    <a:pt x="5476" y="0"/>
                    <a:pt x="5469" y="3"/>
                    <a:pt x="5463" y="9"/>
                  </a:cubicBezTo>
                  <a:cubicBezTo>
                    <a:pt x="4751" y="346"/>
                    <a:pt x="3988" y="470"/>
                    <a:pt x="3204" y="525"/>
                  </a:cubicBezTo>
                  <a:cubicBezTo>
                    <a:pt x="2651" y="567"/>
                    <a:pt x="2087" y="624"/>
                    <a:pt x="1528" y="624"/>
                  </a:cubicBezTo>
                  <a:cubicBezTo>
                    <a:pt x="1405" y="624"/>
                    <a:pt x="1284" y="621"/>
                    <a:pt x="1162" y="615"/>
                  </a:cubicBezTo>
                  <a:cubicBezTo>
                    <a:pt x="808" y="598"/>
                    <a:pt x="416" y="542"/>
                    <a:pt x="79" y="402"/>
                  </a:cubicBezTo>
                  <a:cubicBezTo>
                    <a:pt x="73" y="394"/>
                    <a:pt x="65" y="391"/>
                    <a:pt x="57" y="391"/>
                  </a:cubicBezTo>
                  <a:cubicBezTo>
                    <a:pt x="28" y="391"/>
                    <a:pt x="1" y="443"/>
                    <a:pt x="45" y="470"/>
                  </a:cubicBezTo>
                  <a:cubicBezTo>
                    <a:pt x="459" y="660"/>
                    <a:pt x="918" y="708"/>
                    <a:pt x="1378" y="708"/>
                  </a:cubicBezTo>
                  <a:cubicBezTo>
                    <a:pt x="1610" y="708"/>
                    <a:pt x="1843" y="696"/>
                    <a:pt x="2070" y="683"/>
                  </a:cubicBezTo>
                  <a:cubicBezTo>
                    <a:pt x="2799" y="649"/>
                    <a:pt x="3523" y="615"/>
                    <a:pt x="4235" y="491"/>
                  </a:cubicBezTo>
                  <a:cubicBezTo>
                    <a:pt x="4679" y="402"/>
                    <a:pt x="5088" y="278"/>
                    <a:pt x="5497" y="82"/>
                  </a:cubicBezTo>
                  <a:cubicBezTo>
                    <a:pt x="5538" y="51"/>
                    <a:pt x="5513" y="0"/>
                    <a:pt x="54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6"/>
            <p:cNvSpPr/>
            <p:nvPr/>
          </p:nvSpPr>
          <p:spPr>
            <a:xfrm>
              <a:off x="9522805" y="4292096"/>
              <a:ext cx="35509" cy="28042"/>
            </a:xfrm>
            <a:custGeom>
              <a:rect b="b" l="l" r="r" t="t"/>
              <a:pathLst>
                <a:path extrusionOk="0" h="338" w="428">
                  <a:moveTo>
                    <a:pt x="214" y="0"/>
                  </a:moveTo>
                  <a:cubicBezTo>
                    <a:pt x="1" y="0"/>
                    <a:pt x="1" y="337"/>
                    <a:pt x="214" y="337"/>
                  </a:cubicBezTo>
                  <a:cubicBezTo>
                    <a:pt x="427" y="337"/>
                    <a:pt x="427" y="0"/>
                    <a:pt x="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6"/>
            <p:cNvSpPr/>
            <p:nvPr/>
          </p:nvSpPr>
          <p:spPr>
            <a:xfrm>
              <a:off x="9587518" y="4297738"/>
              <a:ext cx="35509" cy="28042"/>
            </a:xfrm>
            <a:custGeom>
              <a:rect b="b" l="l" r="r" t="t"/>
              <a:pathLst>
                <a:path extrusionOk="0" h="338" w="428">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6"/>
            <p:cNvSpPr/>
            <p:nvPr/>
          </p:nvSpPr>
          <p:spPr>
            <a:xfrm>
              <a:off x="9652314" y="4297738"/>
              <a:ext cx="35426" cy="28042"/>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6"/>
            <p:cNvSpPr/>
            <p:nvPr/>
          </p:nvSpPr>
          <p:spPr>
            <a:xfrm>
              <a:off x="9602369" y="3718310"/>
              <a:ext cx="210565" cy="74088"/>
            </a:xfrm>
            <a:custGeom>
              <a:rect b="b" l="l" r="r" t="t"/>
              <a:pathLst>
                <a:path extrusionOk="0" h="893" w="2538">
                  <a:moveTo>
                    <a:pt x="2433" y="1"/>
                  </a:moveTo>
                  <a:cubicBezTo>
                    <a:pt x="2400" y="1"/>
                    <a:pt x="2365" y="18"/>
                    <a:pt x="2345" y="58"/>
                  </a:cubicBezTo>
                  <a:cubicBezTo>
                    <a:pt x="2180" y="514"/>
                    <a:pt x="1719" y="732"/>
                    <a:pt x="1255" y="732"/>
                  </a:cubicBezTo>
                  <a:cubicBezTo>
                    <a:pt x="1013" y="732"/>
                    <a:pt x="770" y="672"/>
                    <a:pt x="568" y="557"/>
                  </a:cubicBezTo>
                  <a:cubicBezTo>
                    <a:pt x="410" y="467"/>
                    <a:pt x="265" y="327"/>
                    <a:pt x="176" y="165"/>
                  </a:cubicBezTo>
                  <a:cubicBezTo>
                    <a:pt x="159" y="130"/>
                    <a:pt x="133" y="116"/>
                    <a:pt x="107" y="116"/>
                  </a:cubicBezTo>
                  <a:cubicBezTo>
                    <a:pt x="54" y="116"/>
                    <a:pt x="1" y="177"/>
                    <a:pt x="35" y="237"/>
                  </a:cubicBezTo>
                  <a:cubicBezTo>
                    <a:pt x="250" y="680"/>
                    <a:pt x="741" y="893"/>
                    <a:pt x="1233" y="893"/>
                  </a:cubicBezTo>
                  <a:cubicBezTo>
                    <a:pt x="1552" y="893"/>
                    <a:pt x="1871" y="803"/>
                    <a:pt x="2115" y="629"/>
                  </a:cubicBezTo>
                  <a:cubicBezTo>
                    <a:pt x="2290" y="501"/>
                    <a:pt x="2435" y="327"/>
                    <a:pt x="2503" y="114"/>
                  </a:cubicBezTo>
                  <a:cubicBezTo>
                    <a:pt x="2538" y="47"/>
                    <a:pt x="2488" y="1"/>
                    <a:pt x="24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6"/>
            <p:cNvSpPr/>
            <p:nvPr/>
          </p:nvSpPr>
          <p:spPr>
            <a:xfrm>
              <a:off x="9635306" y="3712503"/>
              <a:ext cx="136560" cy="45714"/>
            </a:xfrm>
            <a:custGeom>
              <a:rect b="b" l="l" r="r" t="t"/>
              <a:pathLst>
                <a:path extrusionOk="0" h="551" w="1646">
                  <a:moveTo>
                    <a:pt x="1607" y="0"/>
                  </a:moveTo>
                  <a:cubicBezTo>
                    <a:pt x="1587" y="0"/>
                    <a:pt x="1565" y="13"/>
                    <a:pt x="1556" y="39"/>
                  </a:cubicBezTo>
                  <a:cubicBezTo>
                    <a:pt x="1523" y="354"/>
                    <a:pt x="1274" y="468"/>
                    <a:pt x="986" y="468"/>
                  </a:cubicBezTo>
                  <a:cubicBezTo>
                    <a:pt x="654" y="468"/>
                    <a:pt x="270" y="316"/>
                    <a:pt x="98" y="145"/>
                  </a:cubicBezTo>
                  <a:cubicBezTo>
                    <a:pt x="87" y="138"/>
                    <a:pt x="76" y="135"/>
                    <a:pt x="65" y="135"/>
                  </a:cubicBezTo>
                  <a:cubicBezTo>
                    <a:pt x="27" y="135"/>
                    <a:pt x="0" y="174"/>
                    <a:pt x="30" y="201"/>
                  </a:cubicBezTo>
                  <a:cubicBezTo>
                    <a:pt x="205" y="380"/>
                    <a:pt x="474" y="486"/>
                    <a:pt x="721" y="520"/>
                  </a:cubicBezTo>
                  <a:cubicBezTo>
                    <a:pt x="812" y="539"/>
                    <a:pt x="907" y="551"/>
                    <a:pt x="1002" y="551"/>
                  </a:cubicBezTo>
                  <a:cubicBezTo>
                    <a:pt x="1167" y="551"/>
                    <a:pt x="1331" y="514"/>
                    <a:pt x="1467" y="414"/>
                  </a:cubicBezTo>
                  <a:cubicBezTo>
                    <a:pt x="1573" y="324"/>
                    <a:pt x="1629" y="184"/>
                    <a:pt x="1646" y="39"/>
                  </a:cubicBezTo>
                  <a:cubicBezTo>
                    <a:pt x="1646" y="13"/>
                    <a:pt x="1628"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6"/>
            <p:cNvSpPr/>
            <p:nvPr/>
          </p:nvSpPr>
          <p:spPr>
            <a:xfrm>
              <a:off x="9340780" y="4405012"/>
              <a:ext cx="81721" cy="88607"/>
            </a:xfrm>
            <a:custGeom>
              <a:rect b="b" l="l" r="r" t="t"/>
              <a:pathLst>
                <a:path extrusionOk="0" h="1068" w="985">
                  <a:moveTo>
                    <a:pt x="596" y="1"/>
                  </a:moveTo>
                  <a:cubicBezTo>
                    <a:pt x="583" y="1"/>
                    <a:pt x="571" y="2"/>
                    <a:pt x="558" y="3"/>
                  </a:cubicBezTo>
                  <a:cubicBezTo>
                    <a:pt x="435" y="42"/>
                    <a:pt x="328" y="148"/>
                    <a:pt x="260" y="255"/>
                  </a:cubicBezTo>
                  <a:cubicBezTo>
                    <a:pt x="170" y="378"/>
                    <a:pt x="115" y="502"/>
                    <a:pt x="25" y="626"/>
                  </a:cubicBezTo>
                  <a:cubicBezTo>
                    <a:pt x="0" y="654"/>
                    <a:pt x="34" y="699"/>
                    <a:pt x="60" y="699"/>
                  </a:cubicBezTo>
                  <a:cubicBezTo>
                    <a:pt x="69" y="699"/>
                    <a:pt x="76" y="694"/>
                    <a:pt x="81" y="681"/>
                  </a:cubicBezTo>
                  <a:cubicBezTo>
                    <a:pt x="170" y="591"/>
                    <a:pt x="204" y="485"/>
                    <a:pt x="277" y="378"/>
                  </a:cubicBezTo>
                  <a:cubicBezTo>
                    <a:pt x="328" y="289"/>
                    <a:pt x="401" y="165"/>
                    <a:pt x="507" y="110"/>
                  </a:cubicBezTo>
                  <a:cubicBezTo>
                    <a:pt x="536" y="96"/>
                    <a:pt x="568" y="90"/>
                    <a:pt x="600" y="90"/>
                  </a:cubicBezTo>
                  <a:cubicBezTo>
                    <a:pt x="684" y="90"/>
                    <a:pt x="769" y="134"/>
                    <a:pt x="810" y="199"/>
                  </a:cubicBezTo>
                  <a:cubicBezTo>
                    <a:pt x="899" y="289"/>
                    <a:pt x="899" y="451"/>
                    <a:pt x="899" y="574"/>
                  </a:cubicBezTo>
                  <a:cubicBezTo>
                    <a:pt x="899" y="715"/>
                    <a:pt x="878" y="877"/>
                    <a:pt x="861" y="1018"/>
                  </a:cubicBezTo>
                  <a:cubicBezTo>
                    <a:pt x="851" y="1048"/>
                    <a:pt x="878" y="1067"/>
                    <a:pt x="901" y="1067"/>
                  </a:cubicBezTo>
                  <a:cubicBezTo>
                    <a:pt x="918" y="1067"/>
                    <a:pt x="933" y="1058"/>
                    <a:pt x="933" y="1035"/>
                  </a:cubicBezTo>
                  <a:cubicBezTo>
                    <a:pt x="967" y="894"/>
                    <a:pt x="984" y="749"/>
                    <a:pt x="984" y="609"/>
                  </a:cubicBezTo>
                  <a:cubicBezTo>
                    <a:pt x="984" y="468"/>
                    <a:pt x="984" y="306"/>
                    <a:pt x="899" y="165"/>
                  </a:cubicBezTo>
                  <a:cubicBezTo>
                    <a:pt x="834" y="69"/>
                    <a:pt x="713" y="1"/>
                    <a:pt x="5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6"/>
            <p:cNvSpPr/>
            <p:nvPr/>
          </p:nvSpPr>
          <p:spPr>
            <a:xfrm>
              <a:off x="9482899" y="4446328"/>
              <a:ext cx="84209" cy="86201"/>
            </a:xfrm>
            <a:custGeom>
              <a:rect b="b" l="l" r="r" t="t"/>
              <a:pathLst>
                <a:path extrusionOk="0" h="1039" w="1015">
                  <a:moveTo>
                    <a:pt x="548" y="1"/>
                  </a:moveTo>
                  <a:cubicBezTo>
                    <a:pt x="531" y="1"/>
                    <a:pt x="515" y="2"/>
                    <a:pt x="499" y="4"/>
                  </a:cubicBezTo>
                  <a:cubicBezTo>
                    <a:pt x="358" y="38"/>
                    <a:pt x="252" y="145"/>
                    <a:pt x="162" y="273"/>
                  </a:cubicBezTo>
                  <a:cubicBezTo>
                    <a:pt x="73" y="413"/>
                    <a:pt x="17" y="592"/>
                    <a:pt x="0" y="767"/>
                  </a:cubicBezTo>
                  <a:cubicBezTo>
                    <a:pt x="0" y="795"/>
                    <a:pt x="18" y="808"/>
                    <a:pt x="39" y="808"/>
                  </a:cubicBezTo>
                  <a:cubicBezTo>
                    <a:pt x="59" y="808"/>
                    <a:pt x="81" y="795"/>
                    <a:pt x="90" y="767"/>
                  </a:cubicBezTo>
                  <a:cubicBezTo>
                    <a:pt x="107" y="626"/>
                    <a:pt x="145" y="486"/>
                    <a:pt x="213" y="379"/>
                  </a:cubicBezTo>
                  <a:cubicBezTo>
                    <a:pt x="269" y="251"/>
                    <a:pt x="337" y="145"/>
                    <a:pt x="465" y="93"/>
                  </a:cubicBezTo>
                  <a:cubicBezTo>
                    <a:pt x="496" y="85"/>
                    <a:pt x="527" y="81"/>
                    <a:pt x="559" y="81"/>
                  </a:cubicBezTo>
                  <a:cubicBezTo>
                    <a:pt x="655" y="81"/>
                    <a:pt x="751" y="120"/>
                    <a:pt x="819" y="200"/>
                  </a:cubicBezTo>
                  <a:cubicBezTo>
                    <a:pt x="891" y="290"/>
                    <a:pt x="925" y="430"/>
                    <a:pt x="925" y="554"/>
                  </a:cubicBezTo>
                  <a:lnTo>
                    <a:pt x="925" y="997"/>
                  </a:lnTo>
                  <a:cubicBezTo>
                    <a:pt x="925" y="1025"/>
                    <a:pt x="943" y="1039"/>
                    <a:pt x="962" y="1039"/>
                  </a:cubicBezTo>
                  <a:cubicBezTo>
                    <a:pt x="980" y="1039"/>
                    <a:pt x="998" y="1025"/>
                    <a:pt x="998" y="997"/>
                  </a:cubicBezTo>
                  <a:cubicBezTo>
                    <a:pt x="998" y="839"/>
                    <a:pt x="1015" y="699"/>
                    <a:pt x="1015" y="554"/>
                  </a:cubicBezTo>
                  <a:cubicBezTo>
                    <a:pt x="998" y="413"/>
                    <a:pt x="976" y="251"/>
                    <a:pt x="870" y="145"/>
                  </a:cubicBezTo>
                  <a:cubicBezTo>
                    <a:pt x="795" y="52"/>
                    <a:pt x="662" y="1"/>
                    <a:pt x="5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6"/>
            <p:cNvSpPr/>
            <p:nvPr/>
          </p:nvSpPr>
          <p:spPr>
            <a:xfrm>
              <a:off x="9647999" y="4451389"/>
              <a:ext cx="92257" cy="86035"/>
            </a:xfrm>
            <a:custGeom>
              <a:rect b="b" l="l" r="r" t="t"/>
              <a:pathLst>
                <a:path extrusionOk="0" h="1037" w="1112">
                  <a:moveTo>
                    <a:pt x="456" y="0"/>
                  </a:moveTo>
                  <a:cubicBezTo>
                    <a:pt x="384" y="0"/>
                    <a:pt x="313" y="19"/>
                    <a:pt x="248" y="67"/>
                  </a:cubicBezTo>
                  <a:cubicBezTo>
                    <a:pt x="124" y="139"/>
                    <a:pt x="73" y="263"/>
                    <a:pt x="35" y="403"/>
                  </a:cubicBezTo>
                  <a:cubicBezTo>
                    <a:pt x="1" y="565"/>
                    <a:pt x="1" y="744"/>
                    <a:pt x="1" y="919"/>
                  </a:cubicBezTo>
                  <a:cubicBezTo>
                    <a:pt x="1" y="947"/>
                    <a:pt x="23" y="961"/>
                    <a:pt x="46" y="961"/>
                  </a:cubicBezTo>
                  <a:cubicBezTo>
                    <a:pt x="68" y="961"/>
                    <a:pt x="90" y="947"/>
                    <a:pt x="90" y="919"/>
                  </a:cubicBezTo>
                  <a:cubicBezTo>
                    <a:pt x="90" y="778"/>
                    <a:pt x="90" y="638"/>
                    <a:pt x="107" y="493"/>
                  </a:cubicBezTo>
                  <a:cubicBezTo>
                    <a:pt x="124" y="386"/>
                    <a:pt x="159" y="246"/>
                    <a:pt x="248" y="156"/>
                  </a:cubicBezTo>
                  <a:cubicBezTo>
                    <a:pt x="301" y="103"/>
                    <a:pt x="368" y="85"/>
                    <a:pt x="440" y="85"/>
                  </a:cubicBezTo>
                  <a:cubicBezTo>
                    <a:pt x="511" y="85"/>
                    <a:pt x="587" y="103"/>
                    <a:pt x="657" y="122"/>
                  </a:cubicBezTo>
                  <a:cubicBezTo>
                    <a:pt x="819" y="173"/>
                    <a:pt x="904" y="297"/>
                    <a:pt x="960" y="459"/>
                  </a:cubicBezTo>
                  <a:cubicBezTo>
                    <a:pt x="994" y="638"/>
                    <a:pt x="994" y="830"/>
                    <a:pt x="1032" y="1009"/>
                  </a:cubicBezTo>
                  <a:cubicBezTo>
                    <a:pt x="1032" y="1029"/>
                    <a:pt x="1044" y="1037"/>
                    <a:pt x="1057" y="1037"/>
                  </a:cubicBezTo>
                  <a:cubicBezTo>
                    <a:pt x="1081" y="1037"/>
                    <a:pt x="1111" y="1013"/>
                    <a:pt x="1101" y="992"/>
                  </a:cubicBezTo>
                  <a:cubicBezTo>
                    <a:pt x="1066" y="812"/>
                    <a:pt x="1084" y="638"/>
                    <a:pt x="1032" y="459"/>
                  </a:cubicBezTo>
                  <a:cubicBezTo>
                    <a:pt x="994" y="280"/>
                    <a:pt x="887" y="139"/>
                    <a:pt x="730" y="67"/>
                  </a:cubicBezTo>
                  <a:cubicBezTo>
                    <a:pt x="640" y="29"/>
                    <a:pt x="547" y="0"/>
                    <a:pt x="4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6"/>
            <p:cNvSpPr/>
            <p:nvPr/>
          </p:nvSpPr>
          <p:spPr>
            <a:xfrm>
              <a:off x="9842552" y="4430980"/>
              <a:ext cx="81969" cy="86781"/>
            </a:xfrm>
            <a:custGeom>
              <a:rect b="b" l="l" r="r" t="t"/>
              <a:pathLst>
                <a:path extrusionOk="0" h="1046" w="988">
                  <a:moveTo>
                    <a:pt x="449" y="0"/>
                  </a:moveTo>
                  <a:cubicBezTo>
                    <a:pt x="331" y="0"/>
                    <a:pt x="210" y="55"/>
                    <a:pt x="124" y="155"/>
                  </a:cubicBezTo>
                  <a:cubicBezTo>
                    <a:pt x="51" y="261"/>
                    <a:pt x="17" y="402"/>
                    <a:pt x="17" y="526"/>
                  </a:cubicBezTo>
                  <a:cubicBezTo>
                    <a:pt x="0" y="688"/>
                    <a:pt x="17" y="845"/>
                    <a:pt x="0" y="1007"/>
                  </a:cubicBezTo>
                  <a:cubicBezTo>
                    <a:pt x="0" y="1033"/>
                    <a:pt x="23" y="1046"/>
                    <a:pt x="45" y="1046"/>
                  </a:cubicBezTo>
                  <a:cubicBezTo>
                    <a:pt x="67" y="1046"/>
                    <a:pt x="90" y="1033"/>
                    <a:pt x="90" y="1007"/>
                  </a:cubicBezTo>
                  <a:cubicBezTo>
                    <a:pt x="107" y="756"/>
                    <a:pt x="34" y="492"/>
                    <a:pt x="158" y="261"/>
                  </a:cubicBezTo>
                  <a:cubicBezTo>
                    <a:pt x="213" y="155"/>
                    <a:pt x="337" y="82"/>
                    <a:pt x="461" y="82"/>
                  </a:cubicBezTo>
                  <a:cubicBezTo>
                    <a:pt x="605" y="99"/>
                    <a:pt x="691" y="244"/>
                    <a:pt x="763" y="351"/>
                  </a:cubicBezTo>
                  <a:cubicBezTo>
                    <a:pt x="836" y="492"/>
                    <a:pt x="887" y="649"/>
                    <a:pt x="904" y="828"/>
                  </a:cubicBezTo>
                  <a:cubicBezTo>
                    <a:pt x="904" y="848"/>
                    <a:pt x="915" y="856"/>
                    <a:pt x="928" y="856"/>
                  </a:cubicBezTo>
                  <a:cubicBezTo>
                    <a:pt x="953" y="856"/>
                    <a:pt x="987" y="828"/>
                    <a:pt x="976" y="794"/>
                  </a:cubicBezTo>
                  <a:cubicBezTo>
                    <a:pt x="959" y="632"/>
                    <a:pt x="925" y="492"/>
                    <a:pt x="853" y="330"/>
                  </a:cubicBezTo>
                  <a:cubicBezTo>
                    <a:pt x="780" y="206"/>
                    <a:pt x="674" y="65"/>
                    <a:pt x="533" y="10"/>
                  </a:cubicBezTo>
                  <a:cubicBezTo>
                    <a:pt x="506" y="3"/>
                    <a:pt x="477" y="0"/>
                    <a:pt x="4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6"/>
            <p:cNvSpPr/>
            <p:nvPr/>
          </p:nvSpPr>
          <p:spPr>
            <a:xfrm>
              <a:off x="10001679" y="4380205"/>
              <a:ext cx="80559" cy="91925"/>
            </a:xfrm>
            <a:custGeom>
              <a:rect b="b" l="l" r="r" t="t"/>
              <a:pathLst>
                <a:path extrusionOk="0" h="1108" w="971">
                  <a:moveTo>
                    <a:pt x="419" y="1"/>
                  </a:moveTo>
                  <a:cubicBezTo>
                    <a:pt x="292" y="1"/>
                    <a:pt x="170" y="84"/>
                    <a:pt x="90" y="196"/>
                  </a:cubicBezTo>
                  <a:cubicBezTo>
                    <a:pt x="17" y="302"/>
                    <a:pt x="0" y="447"/>
                    <a:pt x="0" y="588"/>
                  </a:cubicBezTo>
                  <a:cubicBezTo>
                    <a:pt x="0" y="750"/>
                    <a:pt x="17" y="908"/>
                    <a:pt x="0" y="1070"/>
                  </a:cubicBezTo>
                  <a:cubicBezTo>
                    <a:pt x="0" y="1095"/>
                    <a:pt x="18" y="1108"/>
                    <a:pt x="39" y="1108"/>
                  </a:cubicBezTo>
                  <a:cubicBezTo>
                    <a:pt x="59" y="1108"/>
                    <a:pt x="81" y="1095"/>
                    <a:pt x="90" y="1070"/>
                  </a:cubicBezTo>
                  <a:cubicBezTo>
                    <a:pt x="107" y="818"/>
                    <a:pt x="34" y="554"/>
                    <a:pt x="124" y="324"/>
                  </a:cubicBezTo>
                  <a:cubicBezTo>
                    <a:pt x="158" y="196"/>
                    <a:pt x="265" y="110"/>
                    <a:pt x="392" y="89"/>
                  </a:cubicBezTo>
                  <a:cubicBezTo>
                    <a:pt x="411" y="84"/>
                    <a:pt x="429" y="82"/>
                    <a:pt x="447" y="82"/>
                  </a:cubicBezTo>
                  <a:cubicBezTo>
                    <a:pt x="552" y="82"/>
                    <a:pt x="650" y="158"/>
                    <a:pt x="712" y="234"/>
                  </a:cubicBezTo>
                  <a:cubicBezTo>
                    <a:pt x="797" y="358"/>
                    <a:pt x="853" y="498"/>
                    <a:pt x="887" y="660"/>
                  </a:cubicBezTo>
                  <a:cubicBezTo>
                    <a:pt x="887" y="678"/>
                    <a:pt x="897" y="685"/>
                    <a:pt x="911" y="685"/>
                  </a:cubicBezTo>
                  <a:cubicBezTo>
                    <a:pt x="936" y="685"/>
                    <a:pt x="970" y="658"/>
                    <a:pt x="959" y="622"/>
                  </a:cubicBezTo>
                  <a:cubicBezTo>
                    <a:pt x="925" y="375"/>
                    <a:pt x="763" y="21"/>
                    <a:pt x="461" y="4"/>
                  </a:cubicBezTo>
                  <a:cubicBezTo>
                    <a:pt x="447" y="2"/>
                    <a:pt x="433" y="1"/>
                    <a:pt x="4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6"/>
            <p:cNvSpPr/>
            <p:nvPr/>
          </p:nvSpPr>
          <p:spPr>
            <a:xfrm>
              <a:off x="9539149" y="3786425"/>
              <a:ext cx="54508" cy="7467"/>
            </a:xfrm>
            <a:custGeom>
              <a:rect b="b" l="l" r="r" t="t"/>
              <a:pathLst>
                <a:path extrusionOk="0" h="90" w="657">
                  <a:moveTo>
                    <a:pt x="51" y="0"/>
                  </a:moveTo>
                  <a:cubicBezTo>
                    <a:pt x="0" y="0"/>
                    <a:pt x="0" y="90"/>
                    <a:pt x="51" y="90"/>
                  </a:cubicBezTo>
                  <a:lnTo>
                    <a:pt x="601" y="90"/>
                  </a:lnTo>
                  <a:cubicBezTo>
                    <a:pt x="656" y="90"/>
                    <a:pt x="656" y="0"/>
                    <a:pt x="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6"/>
            <p:cNvSpPr/>
            <p:nvPr/>
          </p:nvSpPr>
          <p:spPr>
            <a:xfrm>
              <a:off x="9530272" y="3802686"/>
              <a:ext cx="49945" cy="7467"/>
            </a:xfrm>
            <a:custGeom>
              <a:rect b="b" l="l" r="r" t="t"/>
              <a:pathLst>
                <a:path extrusionOk="0" h="90" w="602">
                  <a:moveTo>
                    <a:pt x="69" y="0"/>
                  </a:moveTo>
                  <a:cubicBezTo>
                    <a:pt x="0" y="0"/>
                    <a:pt x="0" y="90"/>
                    <a:pt x="69" y="90"/>
                  </a:cubicBezTo>
                  <a:lnTo>
                    <a:pt x="550" y="90"/>
                  </a:lnTo>
                  <a:cubicBezTo>
                    <a:pt x="601" y="90"/>
                    <a:pt x="601" y="0"/>
                    <a:pt x="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6"/>
            <p:cNvSpPr/>
            <p:nvPr/>
          </p:nvSpPr>
          <p:spPr>
            <a:xfrm>
              <a:off x="9522805" y="3820357"/>
              <a:ext cx="57412" cy="8877"/>
            </a:xfrm>
            <a:custGeom>
              <a:rect b="b" l="l" r="r" t="t"/>
              <a:pathLst>
                <a:path extrusionOk="0" h="107" w="692">
                  <a:moveTo>
                    <a:pt x="69" y="0"/>
                  </a:moveTo>
                  <a:cubicBezTo>
                    <a:pt x="35" y="0"/>
                    <a:pt x="18" y="0"/>
                    <a:pt x="18" y="39"/>
                  </a:cubicBezTo>
                  <a:cubicBezTo>
                    <a:pt x="1" y="56"/>
                    <a:pt x="18" y="90"/>
                    <a:pt x="35" y="90"/>
                  </a:cubicBezTo>
                  <a:cubicBezTo>
                    <a:pt x="231" y="107"/>
                    <a:pt x="444" y="107"/>
                    <a:pt x="640" y="107"/>
                  </a:cubicBezTo>
                  <a:cubicBezTo>
                    <a:pt x="691" y="107"/>
                    <a:pt x="691" y="0"/>
                    <a:pt x="640" y="0"/>
                  </a:cubicBezTo>
                  <a:cubicBezTo>
                    <a:pt x="510" y="0"/>
                    <a:pt x="379" y="8"/>
                    <a:pt x="253" y="8"/>
                  </a:cubicBezTo>
                  <a:cubicBezTo>
                    <a:pt x="190" y="8"/>
                    <a:pt x="129" y="6"/>
                    <a:pt x="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6"/>
            <p:cNvSpPr/>
            <p:nvPr/>
          </p:nvSpPr>
          <p:spPr>
            <a:xfrm>
              <a:off x="9514011" y="4166570"/>
              <a:ext cx="45714" cy="9292"/>
            </a:xfrm>
            <a:custGeom>
              <a:rect b="b" l="l" r="r" t="t"/>
              <a:pathLst>
                <a:path extrusionOk="0" h="112" w="551">
                  <a:moveTo>
                    <a:pt x="52" y="0"/>
                  </a:moveTo>
                  <a:cubicBezTo>
                    <a:pt x="35" y="0"/>
                    <a:pt x="0" y="21"/>
                    <a:pt x="0" y="39"/>
                  </a:cubicBezTo>
                  <a:cubicBezTo>
                    <a:pt x="0" y="56"/>
                    <a:pt x="0" y="90"/>
                    <a:pt x="35" y="90"/>
                  </a:cubicBezTo>
                  <a:cubicBezTo>
                    <a:pt x="101" y="106"/>
                    <a:pt x="167" y="111"/>
                    <a:pt x="233" y="111"/>
                  </a:cubicBezTo>
                  <a:cubicBezTo>
                    <a:pt x="327" y="111"/>
                    <a:pt x="421" y="100"/>
                    <a:pt x="516" y="90"/>
                  </a:cubicBezTo>
                  <a:cubicBezTo>
                    <a:pt x="533" y="90"/>
                    <a:pt x="550" y="73"/>
                    <a:pt x="550" y="56"/>
                  </a:cubicBezTo>
                  <a:cubicBezTo>
                    <a:pt x="550" y="21"/>
                    <a:pt x="533" y="0"/>
                    <a:pt x="516" y="0"/>
                  </a:cubicBezTo>
                  <a:cubicBezTo>
                    <a:pt x="424" y="12"/>
                    <a:pt x="339" y="23"/>
                    <a:pt x="253" y="23"/>
                  </a:cubicBezTo>
                  <a:cubicBezTo>
                    <a:pt x="188" y="23"/>
                    <a:pt x="122" y="17"/>
                    <a:pt x="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6"/>
            <p:cNvSpPr/>
            <p:nvPr/>
          </p:nvSpPr>
          <p:spPr>
            <a:xfrm>
              <a:off x="9510858" y="4182831"/>
              <a:ext cx="39989" cy="8877"/>
            </a:xfrm>
            <a:custGeom>
              <a:rect b="b" l="l" r="r" t="t"/>
              <a:pathLst>
                <a:path extrusionOk="0" h="107" w="482">
                  <a:moveTo>
                    <a:pt x="73" y="0"/>
                  </a:moveTo>
                  <a:cubicBezTo>
                    <a:pt x="0" y="0"/>
                    <a:pt x="0" y="107"/>
                    <a:pt x="73" y="107"/>
                  </a:cubicBezTo>
                  <a:lnTo>
                    <a:pt x="409" y="107"/>
                  </a:lnTo>
                  <a:cubicBezTo>
                    <a:pt x="482" y="107"/>
                    <a:pt x="482" y="0"/>
                    <a:pt x="4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6"/>
            <p:cNvSpPr/>
            <p:nvPr/>
          </p:nvSpPr>
          <p:spPr>
            <a:xfrm>
              <a:off x="9506627" y="4201747"/>
              <a:ext cx="61892" cy="10868"/>
            </a:xfrm>
            <a:custGeom>
              <a:rect b="b" l="l" r="r" t="t"/>
              <a:pathLst>
                <a:path extrusionOk="0" h="131" w="746">
                  <a:moveTo>
                    <a:pt x="41" y="1"/>
                  </a:moveTo>
                  <a:cubicBezTo>
                    <a:pt x="0" y="1"/>
                    <a:pt x="4" y="92"/>
                    <a:pt x="51" y="92"/>
                  </a:cubicBezTo>
                  <a:cubicBezTo>
                    <a:pt x="264" y="109"/>
                    <a:pt x="477" y="130"/>
                    <a:pt x="690" y="130"/>
                  </a:cubicBezTo>
                  <a:cubicBezTo>
                    <a:pt x="746" y="130"/>
                    <a:pt x="746" y="24"/>
                    <a:pt x="690" y="24"/>
                  </a:cubicBezTo>
                  <a:cubicBezTo>
                    <a:pt x="477" y="24"/>
                    <a:pt x="264" y="24"/>
                    <a:pt x="51" y="2"/>
                  </a:cubicBezTo>
                  <a:cubicBezTo>
                    <a:pt x="47" y="1"/>
                    <a:pt x="44" y="1"/>
                    <a:pt x="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 name="Google Shape;1101;p46"/>
          <p:cNvGrpSpPr/>
          <p:nvPr/>
        </p:nvGrpSpPr>
        <p:grpSpPr>
          <a:xfrm>
            <a:off x="719995" y="3314339"/>
            <a:ext cx="978439" cy="695833"/>
            <a:chOff x="-4416649" y="4603505"/>
            <a:chExt cx="1107082" cy="787319"/>
          </a:xfrm>
        </p:grpSpPr>
        <p:grpSp>
          <p:nvGrpSpPr>
            <p:cNvPr id="1102" name="Google Shape;1102;p46"/>
            <p:cNvGrpSpPr/>
            <p:nvPr/>
          </p:nvGrpSpPr>
          <p:grpSpPr>
            <a:xfrm>
              <a:off x="-4102891" y="4603505"/>
              <a:ext cx="177992" cy="219912"/>
              <a:chOff x="-4102891" y="4603505"/>
              <a:chExt cx="177992" cy="219912"/>
            </a:xfrm>
          </p:grpSpPr>
          <p:sp>
            <p:nvSpPr>
              <p:cNvPr id="1103" name="Google Shape;1103;p46"/>
              <p:cNvSpPr/>
              <p:nvPr/>
            </p:nvSpPr>
            <p:spPr>
              <a:xfrm rot="-1369328">
                <a:off x="-4045671" y="4641572"/>
                <a:ext cx="19765" cy="122847"/>
              </a:xfrm>
              <a:custGeom>
                <a:rect b="b" l="l" r="r" t="t"/>
                <a:pathLst>
                  <a:path extrusionOk="0" h="1013" w="163">
                    <a:moveTo>
                      <a:pt x="82" y="0"/>
                    </a:moveTo>
                    <a:cubicBezTo>
                      <a:pt x="41" y="0"/>
                      <a:pt x="1" y="27"/>
                      <a:pt x="1" y="80"/>
                    </a:cubicBezTo>
                    <a:lnTo>
                      <a:pt x="1" y="933"/>
                    </a:lnTo>
                    <a:cubicBezTo>
                      <a:pt x="1" y="986"/>
                      <a:pt x="41" y="1013"/>
                      <a:pt x="82" y="1013"/>
                    </a:cubicBezTo>
                    <a:cubicBezTo>
                      <a:pt x="122" y="1013"/>
                      <a:pt x="163" y="986"/>
                      <a:pt x="163" y="933"/>
                    </a:cubicBezTo>
                    <a:lnTo>
                      <a:pt x="163" y="80"/>
                    </a:lnTo>
                    <a:cubicBezTo>
                      <a:pt x="163" y="27"/>
                      <a:pt x="122" y="0"/>
                      <a:pt x="82" y="0"/>
                    </a:cubicBezTo>
                    <a:close/>
                  </a:path>
                </a:pathLst>
              </a:cu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6"/>
              <p:cNvSpPr/>
              <p:nvPr/>
            </p:nvSpPr>
            <p:spPr>
              <a:xfrm rot="-1369328">
                <a:off x="-4091870" y="4613289"/>
                <a:ext cx="62569" cy="60029"/>
              </a:xfrm>
              <a:custGeom>
                <a:rect b="b" l="l" r="r" t="t"/>
                <a:pathLst>
                  <a:path extrusionOk="0" h="495" w="516">
                    <a:moveTo>
                      <a:pt x="247" y="0"/>
                    </a:moveTo>
                    <a:cubicBezTo>
                      <a:pt x="124" y="0"/>
                      <a:pt x="0" y="107"/>
                      <a:pt x="0" y="248"/>
                    </a:cubicBezTo>
                    <a:cubicBezTo>
                      <a:pt x="0" y="388"/>
                      <a:pt x="124" y="495"/>
                      <a:pt x="247" y="495"/>
                    </a:cubicBezTo>
                    <a:cubicBezTo>
                      <a:pt x="388" y="495"/>
                      <a:pt x="516" y="388"/>
                      <a:pt x="516" y="248"/>
                    </a:cubicBezTo>
                    <a:cubicBezTo>
                      <a:pt x="516" y="107"/>
                      <a:pt x="388" y="0"/>
                      <a:pt x="247" y="0"/>
                    </a:cubicBezTo>
                    <a:close/>
                  </a:path>
                </a:pathLst>
              </a:cu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6"/>
              <p:cNvSpPr/>
              <p:nvPr/>
            </p:nvSpPr>
            <p:spPr>
              <a:xfrm rot="-1369328">
                <a:off x="-4090524" y="4723819"/>
                <a:ext cx="157878" cy="71792"/>
              </a:xfrm>
              <a:custGeom>
                <a:rect b="b" l="l" r="r" t="t"/>
                <a:pathLst>
                  <a:path extrusionOk="0" h="592" w="1302">
                    <a:moveTo>
                      <a:pt x="636" y="1"/>
                    </a:moveTo>
                    <a:cubicBezTo>
                      <a:pt x="457" y="1"/>
                      <a:pt x="281" y="54"/>
                      <a:pt x="163" y="158"/>
                    </a:cubicBezTo>
                    <a:cubicBezTo>
                      <a:pt x="56" y="248"/>
                      <a:pt x="1" y="393"/>
                      <a:pt x="1" y="550"/>
                    </a:cubicBezTo>
                    <a:cubicBezTo>
                      <a:pt x="1" y="578"/>
                      <a:pt x="19" y="592"/>
                      <a:pt x="37" y="592"/>
                    </a:cubicBezTo>
                    <a:cubicBezTo>
                      <a:pt x="55" y="592"/>
                      <a:pt x="73" y="578"/>
                      <a:pt x="73" y="550"/>
                    </a:cubicBezTo>
                    <a:cubicBezTo>
                      <a:pt x="84" y="233"/>
                      <a:pt x="360" y="75"/>
                      <a:pt x="642" y="75"/>
                    </a:cubicBezTo>
                    <a:cubicBezTo>
                      <a:pt x="804" y="75"/>
                      <a:pt x="967" y="127"/>
                      <a:pt x="1084" y="231"/>
                    </a:cubicBezTo>
                    <a:cubicBezTo>
                      <a:pt x="1173" y="320"/>
                      <a:pt x="1207" y="427"/>
                      <a:pt x="1207" y="550"/>
                    </a:cubicBezTo>
                    <a:cubicBezTo>
                      <a:pt x="1199" y="578"/>
                      <a:pt x="1217" y="592"/>
                      <a:pt x="1237" y="592"/>
                    </a:cubicBezTo>
                    <a:cubicBezTo>
                      <a:pt x="1257" y="592"/>
                      <a:pt x="1280" y="578"/>
                      <a:pt x="1280" y="550"/>
                    </a:cubicBezTo>
                    <a:cubicBezTo>
                      <a:pt x="1302" y="182"/>
                      <a:pt x="966" y="1"/>
                      <a:pt x="636" y="1"/>
                    </a:cubicBezTo>
                    <a:close/>
                  </a:path>
                </a:pathLst>
              </a:cu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6"/>
              <p:cNvSpPr/>
              <p:nvPr/>
            </p:nvSpPr>
            <p:spPr>
              <a:xfrm rot="-1369328">
                <a:off x="-4091633" y="4702874"/>
                <a:ext cx="151087" cy="88528"/>
              </a:xfrm>
              <a:custGeom>
                <a:rect b="b" l="l" r="r" t="t"/>
                <a:pathLst>
                  <a:path extrusionOk="0" h="730" w="1246">
                    <a:moveTo>
                      <a:pt x="1" y="729"/>
                    </a:moveTo>
                    <a:cubicBezTo>
                      <a:pt x="1" y="1"/>
                      <a:pt x="1246" y="90"/>
                      <a:pt x="1211" y="7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 name="Google Shape;1107;p46"/>
            <p:cNvSpPr/>
            <p:nvPr/>
          </p:nvSpPr>
          <p:spPr>
            <a:xfrm>
              <a:off x="-4215277" y="5012198"/>
              <a:ext cx="772727" cy="375048"/>
            </a:xfrm>
            <a:custGeom>
              <a:rect b="b" l="l" r="r" t="t"/>
              <a:pathLst>
                <a:path extrusionOk="0" h="6811" w="14033">
                  <a:moveTo>
                    <a:pt x="14032" y="0"/>
                  </a:moveTo>
                  <a:lnTo>
                    <a:pt x="0" y="4301"/>
                  </a:lnTo>
                  <a:cubicBezTo>
                    <a:pt x="1080" y="5496"/>
                    <a:pt x="3363" y="6811"/>
                    <a:pt x="5906" y="6811"/>
                  </a:cubicBezTo>
                  <a:cubicBezTo>
                    <a:pt x="8726" y="6811"/>
                    <a:pt x="11865" y="5193"/>
                    <a:pt x="140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6"/>
            <p:cNvSpPr/>
            <p:nvPr/>
          </p:nvSpPr>
          <p:spPr>
            <a:xfrm>
              <a:off x="-4218086" y="5010326"/>
              <a:ext cx="779500" cy="380499"/>
            </a:xfrm>
            <a:custGeom>
              <a:rect b="b" l="l" r="r" t="t"/>
              <a:pathLst>
                <a:path extrusionOk="0" h="6910" w="14156">
                  <a:moveTo>
                    <a:pt x="14011" y="0"/>
                  </a:moveTo>
                  <a:cubicBezTo>
                    <a:pt x="12928" y="2592"/>
                    <a:pt x="11615" y="4280"/>
                    <a:pt x="10230" y="5328"/>
                  </a:cubicBezTo>
                  <a:cubicBezTo>
                    <a:pt x="8828" y="6377"/>
                    <a:pt x="7353" y="6769"/>
                    <a:pt x="5950" y="6769"/>
                  </a:cubicBezTo>
                  <a:cubicBezTo>
                    <a:pt x="4689" y="6769"/>
                    <a:pt x="3500" y="6449"/>
                    <a:pt x="2485" y="5968"/>
                  </a:cubicBezTo>
                  <a:cubicBezTo>
                    <a:pt x="1475" y="5490"/>
                    <a:pt x="639" y="4868"/>
                    <a:pt x="107" y="4280"/>
                  </a:cubicBezTo>
                  <a:lnTo>
                    <a:pt x="0" y="4369"/>
                  </a:lnTo>
                  <a:cubicBezTo>
                    <a:pt x="550" y="4992"/>
                    <a:pt x="1385" y="5614"/>
                    <a:pt x="2413" y="6091"/>
                  </a:cubicBezTo>
                  <a:cubicBezTo>
                    <a:pt x="3461" y="6590"/>
                    <a:pt x="4672" y="6910"/>
                    <a:pt x="5950" y="6910"/>
                  </a:cubicBezTo>
                  <a:cubicBezTo>
                    <a:pt x="7387" y="6910"/>
                    <a:pt x="8879" y="6500"/>
                    <a:pt x="10298" y="5435"/>
                  </a:cubicBezTo>
                  <a:cubicBezTo>
                    <a:pt x="11722" y="4386"/>
                    <a:pt x="13052" y="2664"/>
                    <a:pt x="14155" y="56"/>
                  </a:cubicBezTo>
                  <a:lnTo>
                    <a:pt x="140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6"/>
            <p:cNvSpPr/>
            <p:nvPr/>
          </p:nvSpPr>
          <p:spPr>
            <a:xfrm>
              <a:off x="-4416649" y="4895351"/>
              <a:ext cx="1107082" cy="477964"/>
            </a:xfrm>
            <a:custGeom>
              <a:rect b="b" l="l" r="r" t="t"/>
              <a:pathLst>
                <a:path extrusionOk="0" h="8680" w="20105">
                  <a:moveTo>
                    <a:pt x="13515" y="1"/>
                  </a:moveTo>
                  <a:cubicBezTo>
                    <a:pt x="12715" y="1"/>
                    <a:pt x="12165" y="30"/>
                    <a:pt x="12165" y="30"/>
                  </a:cubicBezTo>
                  <a:lnTo>
                    <a:pt x="5827" y="1291"/>
                  </a:lnTo>
                  <a:cubicBezTo>
                    <a:pt x="5452" y="1483"/>
                    <a:pt x="0" y="4237"/>
                    <a:pt x="320" y="6031"/>
                  </a:cubicBezTo>
                  <a:cubicBezTo>
                    <a:pt x="492" y="7872"/>
                    <a:pt x="2929" y="8679"/>
                    <a:pt x="6014" y="8679"/>
                  </a:cubicBezTo>
                  <a:cubicBezTo>
                    <a:pt x="11885" y="8679"/>
                    <a:pt x="20105" y="5758"/>
                    <a:pt x="19535" y="1483"/>
                  </a:cubicBezTo>
                  <a:cubicBezTo>
                    <a:pt x="19165" y="185"/>
                    <a:pt x="15540" y="1"/>
                    <a:pt x="13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6"/>
            <p:cNvSpPr/>
            <p:nvPr/>
          </p:nvSpPr>
          <p:spPr>
            <a:xfrm>
              <a:off x="-4403984" y="4892047"/>
              <a:ext cx="1068922" cy="485178"/>
            </a:xfrm>
            <a:custGeom>
              <a:rect b="b" l="l" r="r" t="t"/>
              <a:pathLst>
                <a:path extrusionOk="0" h="8811" w="19412">
                  <a:moveTo>
                    <a:pt x="13303" y="0"/>
                  </a:moveTo>
                  <a:cubicBezTo>
                    <a:pt x="12485" y="0"/>
                    <a:pt x="11935" y="17"/>
                    <a:pt x="11935" y="17"/>
                  </a:cubicBezTo>
                  <a:lnTo>
                    <a:pt x="11935" y="158"/>
                  </a:lnTo>
                  <a:lnTo>
                    <a:pt x="12042" y="158"/>
                  </a:lnTo>
                  <a:cubicBezTo>
                    <a:pt x="12221" y="158"/>
                    <a:pt x="12698" y="141"/>
                    <a:pt x="13303" y="141"/>
                  </a:cubicBezTo>
                  <a:cubicBezTo>
                    <a:pt x="14313" y="141"/>
                    <a:pt x="15720" y="179"/>
                    <a:pt x="16909" y="392"/>
                  </a:cubicBezTo>
                  <a:cubicBezTo>
                    <a:pt x="17510" y="499"/>
                    <a:pt x="18043" y="639"/>
                    <a:pt x="18469" y="835"/>
                  </a:cubicBezTo>
                  <a:cubicBezTo>
                    <a:pt x="18665" y="925"/>
                    <a:pt x="18844" y="1032"/>
                    <a:pt x="18968" y="1155"/>
                  </a:cubicBezTo>
                  <a:cubicBezTo>
                    <a:pt x="19109" y="1279"/>
                    <a:pt x="19198" y="1419"/>
                    <a:pt x="19236" y="1564"/>
                  </a:cubicBezTo>
                  <a:lnTo>
                    <a:pt x="19239" y="1564"/>
                  </a:lnTo>
                  <a:lnTo>
                    <a:pt x="19239" y="1564"/>
                  </a:lnTo>
                  <a:cubicBezTo>
                    <a:pt x="19255" y="1701"/>
                    <a:pt x="19271" y="1835"/>
                    <a:pt x="19271" y="1969"/>
                  </a:cubicBezTo>
                  <a:cubicBezTo>
                    <a:pt x="19271" y="2950"/>
                    <a:pt x="18772" y="3870"/>
                    <a:pt x="17958" y="4689"/>
                  </a:cubicBezTo>
                  <a:cubicBezTo>
                    <a:pt x="16730" y="5895"/>
                    <a:pt x="14740" y="6909"/>
                    <a:pt x="12540" y="7600"/>
                  </a:cubicBezTo>
                  <a:cubicBezTo>
                    <a:pt x="10337" y="8295"/>
                    <a:pt x="7886" y="8665"/>
                    <a:pt x="5772" y="8665"/>
                  </a:cubicBezTo>
                  <a:cubicBezTo>
                    <a:pt x="4246" y="8665"/>
                    <a:pt x="2860" y="8469"/>
                    <a:pt x="1867" y="8043"/>
                  </a:cubicBezTo>
                  <a:cubicBezTo>
                    <a:pt x="1369" y="7830"/>
                    <a:pt x="959" y="7566"/>
                    <a:pt x="657" y="7246"/>
                  </a:cubicBezTo>
                  <a:cubicBezTo>
                    <a:pt x="375" y="6909"/>
                    <a:pt x="196" y="6534"/>
                    <a:pt x="162" y="6091"/>
                  </a:cubicBezTo>
                  <a:cubicBezTo>
                    <a:pt x="141" y="6040"/>
                    <a:pt x="141" y="5984"/>
                    <a:pt x="141" y="5950"/>
                  </a:cubicBezTo>
                  <a:cubicBezTo>
                    <a:pt x="141" y="5737"/>
                    <a:pt x="213" y="5507"/>
                    <a:pt x="354" y="5273"/>
                  </a:cubicBezTo>
                  <a:cubicBezTo>
                    <a:pt x="589" y="4868"/>
                    <a:pt x="1032" y="4420"/>
                    <a:pt x="1548" y="3994"/>
                  </a:cubicBezTo>
                  <a:cubicBezTo>
                    <a:pt x="2311" y="3355"/>
                    <a:pt x="3287" y="2736"/>
                    <a:pt x="4084" y="2272"/>
                  </a:cubicBezTo>
                  <a:cubicBezTo>
                    <a:pt x="4885" y="1794"/>
                    <a:pt x="5507" y="1475"/>
                    <a:pt x="5631" y="1419"/>
                  </a:cubicBezTo>
                  <a:lnTo>
                    <a:pt x="5576" y="1296"/>
                  </a:lnTo>
                  <a:cubicBezTo>
                    <a:pt x="5384" y="1385"/>
                    <a:pt x="3998" y="2076"/>
                    <a:pt x="2664" y="2984"/>
                  </a:cubicBezTo>
                  <a:cubicBezTo>
                    <a:pt x="1991" y="3444"/>
                    <a:pt x="1334" y="3943"/>
                    <a:pt x="836" y="4441"/>
                  </a:cubicBezTo>
                  <a:cubicBezTo>
                    <a:pt x="589" y="4706"/>
                    <a:pt x="375" y="4953"/>
                    <a:pt x="230" y="5204"/>
                  </a:cubicBezTo>
                  <a:cubicBezTo>
                    <a:pt x="90" y="5452"/>
                    <a:pt x="0" y="5699"/>
                    <a:pt x="0" y="5950"/>
                  </a:cubicBezTo>
                  <a:cubicBezTo>
                    <a:pt x="0" y="6001"/>
                    <a:pt x="0" y="6057"/>
                    <a:pt x="17" y="6108"/>
                  </a:cubicBezTo>
                  <a:cubicBezTo>
                    <a:pt x="56" y="6573"/>
                    <a:pt x="248" y="6999"/>
                    <a:pt x="550" y="7336"/>
                  </a:cubicBezTo>
                  <a:cubicBezTo>
                    <a:pt x="1032" y="7851"/>
                    <a:pt x="1739" y="8222"/>
                    <a:pt x="2647" y="8452"/>
                  </a:cubicBezTo>
                  <a:cubicBezTo>
                    <a:pt x="3534" y="8704"/>
                    <a:pt x="4616" y="8810"/>
                    <a:pt x="5772" y="8810"/>
                  </a:cubicBezTo>
                  <a:cubicBezTo>
                    <a:pt x="8632" y="8810"/>
                    <a:pt x="12024" y="8133"/>
                    <a:pt x="14706" y="6943"/>
                  </a:cubicBezTo>
                  <a:cubicBezTo>
                    <a:pt x="16057" y="6338"/>
                    <a:pt x="17229" y="5614"/>
                    <a:pt x="18064" y="4778"/>
                  </a:cubicBezTo>
                  <a:cubicBezTo>
                    <a:pt x="18895" y="3943"/>
                    <a:pt x="19411" y="3001"/>
                    <a:pt x="19411" y="1969"/>
                  </a:cubicBezTo>
                  <a:cubicBezTo>
                    <a:pt x="19411" y="1829"/>
                    <a:pt x="19394" y="1671"/>
                    <a:pt x="19377" y="1526"/>
                  </a:cubicBezTo>
                  <a:cubicBezTo>
                    <a:pt x="19322" y="1351"/>
                    <a:pt x="19215" y="1189"/>
                    <a:pt x="19074" y="1049"/>
                  </a:cubicBezTo>
                  <a:cubicBezTo>
                    <a:pt x="18810" y="818"/>
                    <a:pt x="18435" y="639"/>
                    <a:pt x="17992" y="499"/>
                  </a:cubicBezTo>
                  <a:cubicBezTo>
                    <a:pt x="17318" y="286"/>
                    <a:pt x="16483" y="158"/>
                    <a:pt x="15648" y="90"/>
                  </a:cubicBezTo>
                  <a:cubicBezTo>
                    <a:pt x="14812" y="17"/>
                    <a:pt x="13977" y="0"/>
                    <a:pt x="133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6"/>
            <p:cNvSpPr/>
            <p:nvPr/>
          </p:nvSpPr>
          <p:spPr>
            <a:xfrm>
              <a:off x="-4257292" y="4745410"/>
              <a:ext cx="697343" cy="396853"/>
            </a:xfrm>
            <a:custGeom>
              <a:rect b="b" l="l" r="r" t="t"/>
              <a:pathLst>
                <a:path extrusionOk="0" h="7207" w="12664">
                  <a:moveTo>
                    <a:pt x="6980" y="1"/>
                  </a:moveTo>
                  <a:cubicBezTo>
                    <a:pt x="6468" y="1"/>
                    <a:pt x="5944" y="56"/>
                    <a:pt x="5418" y="178"/>
                  </a:cubicBezTo>
                  <a:cubicBezTo>
                    <a:pt x="2114" y="958"/>
                    <a:pt x="0" y="4065"/>
                    <a:pt x="354" y="5557"/>
                  </a:cubicBezTo>
                  <a:cubicBezTo>
                    <a:pt x="594" y="6605"/>
                    <a:pt x="2126" y="7207"/>
                    <a:pt x="4161" y="7207"/>
                  </a:cubicBezTo>
                  <a:cubicBezTo>
                    <a:pt x="5024" y="7207"/>
                    <a:pt x="5977" y="7098"/>
                    <a:pt x="6961" y="6870"/>
                  </a:cubicBezTo>
                  <a:cubicBezTo>
                    <a:pt x="10264" y="6107"/>
                    <a:pt x="12664" y="4278"/>
                    <a:pt x="12327" y="2787"/>
                  </a:cubicBezTo>
                  <a:cubicBezTo>
                    <a:pt x="12026" y="1532"/>
                    <a:pt x="9682" y="1"/>
                    <a:pt x="69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6"/>
            <p:cNvSpPr/>
            <p:nvPr/>
          </p:nvSpPr>
          <p:spPr>
            <a:xfrm>
              <a:off x="-4243691" y="4742271"/>
              <a:ext cx="670141" cy="404012"/>
            </a:xfrm>
            <a:custGeom>
              <a:rect b="b" l="l" r="r" t="t"/>
              <a:pathLst>
                <a:path extrusionOk="0" h="7337" w="12170">
                  <a:moveTo>
                    <a:pt x="6735" y="146"/>
                  </a:moveTo>
                  <a:cubicBezTo>
                    <a:pt x="8065" y="146"/>
                    <a:pt x="9327" y="516"/>
                    <a:pt x="10269" y="1049"/>
                  </a:cubicBezTo>
                  <a:cubicBezTo>
                    <a:pt x="10746" y="1318"/>
                    <a:pt x="11155" y="1620"/>
                    <a:pt x="11441" y="1940"/>
                  </a:cubicBezTo>
                  <a:cubicBezTo>
                    <a:pt x="11743" y="2238"/>
                    <a:pt x="11935" y="2558"/>
                    <a:pt x="12008" y="2861"/>
                  </a:cubicBezTo>
                  <a:cubicBezTo>
                    <a:pt x="12025" y="2950"/>
                    <a:pt x="12025" y="3040"/>
                    <a:pt x="12025" y="3129"/>
                  </a:cubicBezTo>
                  <a:cubicBezTo>
                    <a:pt x="12042" y="3466"/>
                    <a:pt x="11901" y="3820"/>
                    <a:pt x="11637" y="4195"/>
                  </a:cubicBezTo>
                  <a:cubicBezTo>
                    <a:pt x="11262" y="4728"/>
                    <a:pt x="10588" y="5260"/>
                    <a:pt x="9753" y="5721"/>
                  </a:cubicBezTo>
                  <a:cubicBezTo>
                    <a:pt x="8900" y="6181"/>
                    <a:pt x="7852" y="6590"/>
                    <a:pt x="6697" y="6859"/>
                  </a:cubicBezTo>
                  <a:cubicBezTo>
                    <a:pt x="5721" y="7089"/>
                    <a:pt x="4762" y="7196"/>
                    <a:pt x="3909" y="7196"/>
                  </a:cubicBezTo>
                  <a:cubicBezTo>
                    <a:pt x="2899" y="7196"/>
                    <a:pt x="2025" y="7034"/>
                    <a:pt x="1369" y="6769"/>
                  </a:cubicBezTo>
                  <a:cubicBezTo>
                    <a:pt x="1032" y="6629"/>
                    <a:pt x="768" y="6450"/>
                    <a:pt x="572" y="6254"/>
                  </a:cubicBezTo>
                  <a:cubicBezTo>
                    <a:pt x="359" y="6057"/>
                    <a:pt x="235" y="5844"/>
                    <a:pt x="180" y="5597"/>
                  </a:cubicBezTo>
                  <a:cubicBezTo>
                    <a:pt x="145" y="5508"/>
                    <a:pt x="145" y="5384"/>
                    <a:pt x="145" y="5277"/>
                  </a:cubicBezTo>
                  <a:cubicBezTo>
                    <a:pt x="145" y="4885"/>
                    <a:pt x="269" y="4442"/>
                    <a:pt x="499" y="3943"/>
                  </a:cubicBezTo>
                  <a:cubicBezTo>
                    <a:pt x="853" y="3236"/>
                    <a:pt x="1458" y="2452"/>
                    <a:pt x="2260" y="1778"/>
                  </a:cubicBezTo>
                  <a:cubicBezTo>
                    <a:pt x="3057" y="1122"/>
                    <a:pt x="4050" y="572"/>
                    <a:pt x="5188" y="303"/>
                  </a:cubicBezTo>
                  <a:cubicBezTo>
                    <a:pt x="5704" y="197"/>
                    <a:pt x="6219" y="146"/>
                    <a:pt x="6735" y="146"/>
                  </a:cubicBezTo>
                  <a:close/>
                  <a:moveTo>
                    <a:pt x="6735" y="1"/>
                  </a:moveTo>
                  <a:cubicBezTo>
                    <a:pt x="6219" y="1"/>
                    <a:pt x="5687" y="56"/>
                    <a:pt x="5154" y="180"/>
                  </a:cubicBezTo>
                  <a:cubicBezTo>
                    <a:pt x="3606" y="533"/>
                    <a:pt x="2311" y="1407"/>
                    <a:pt x="1424" y="2383"/>
                  </a:cubicBezTo>
                  <a:cubicBezTo>
                    <a:pt x="960" y="2878"/>
                    <a:pt x="606" y="3393"/>
                    <a:pt x="376" y="3892"/>
                  </a:cubicBezTo>
                  <a:cubicBezTo>
                    <a:pt x="128" y="4391"/>
                    <a:pt x="1" y="4868"/>
                    <a:pt x="1" y="5277"/>
                  </a:cubicBezTo>
                  <a:cubicBezTo>
                    <a:pt x="1" y="5401"/>
                    <a:pt x="22" y="5525"/>
                    <a:pt x="39" y="5631"/>
                  </a:cubicBezTo>
                  <a:cubicBezTo>
                    <a:pt x="107" y="5917"/>
                    <a:pt x="252" y="6147"/>
                    <a:pt x="465" y="6360"/>
                  </a:cubicBezTo>
                  <a:cubicBezTo>
                    <a:pt x="802" y="6680"/>
                    <a:pt x="1262" y="6910"/>
                    <a:pt x="1867" y="7089"/>
                  </a:cubicBezTo>
                  <a:cubicBezTo>
                    <a:pt x="2451" y="7247"/>
                    <a:pt x="3146" y="7336"/>
                    <a:pt x="3909" y="7336"/>
                  </a:cubicBezTo>
                  <a:cubicBezTo>
                    <a:pt x="4779" y="7336"/>
                    <a:pt x="5738" y="7213"/>
                    <a:pt x="6735" y="6999"/>
                  </a:cubicBezTo>
                  <a:cubicBezTo>
                    <a:pt x="8278" y="6629"/>
                    <a:pt x="9646" y="6040"/>
                    <a:pt x="10605" y="5350"/>
                  </a:cubicBezTo>
                  <a:cubicBezTo>
                    <a:pt x="11104" y="5009"/>
                    <a:pt x="11492" y="4638"/>
                    <a:pt x="11760" y="4263"/>
                  </a:cubicBezTo>
                  <a:cubicBezTo>
                    <a:pt x="12025" y="3892"/>
                    <a:pt x="12170" y="3517"/>
                    <a:pt x="12170" y="3129"/>
                  </a:cubicBezTo>
                  <a:cubicBezTo>
                    <a:pt x="12170" y="3040"/>
                    <a:pt x="12170" y="2933"/>
                    <a:pt x="12148" y="2827"/>
                  </a:cubicBezTo>
                  <a:cubicBezTo>
                    <a:pt x="12063" y="2507"/>
                    <a:pt x="11850" y="2153"/>
                    <a:pt x="11547" y="1833"/>
                  </a:cubicBezTo>
                  <a:cubicBezTo>
                    <a:pt x="11083" y="1352"/>
                    <a:pt x="10392" y="891"/>
                    <a:pt x="9557" y="555"/>
                  </a:cubicBezTo>
                  <a:cubicBezTo>
                    <a:pt x="8721" y="214"/>
                    <a:pt x="7745" y="1"/>
                    <a:pt x="6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6"/>
            <p:cNvSpPr/>
            <p:nvPr/>
          </p:nvSpPr>
          <p:spPr>
            <a:xfrm>
              <a:off x="-4332620" y="5151126"/>
              <a:ext cx="67620" cy="67675"/>
            </a:xfrm>
            <a:custGeom>
              <a:rect b="b" l="l" r="r" t="t"/>
              <a:pathLst>
                <a:path extrusionOk="0" h="1229" w="1228">
                  <a:moveTo>
                    <a:pt x="622" y="1"/>
                  </a:moveTo>
                  <a:cubicBezTo>
                    <a:pt x="286" y="1"/>
                    <a:pt x="0" y="286"/>
                    <a:pt x="0" y="623"/>
                  </a:cubicBezTo>
                  <a:cubicBezTo>
                    <a:pt x="0" y="960"/>
                    <a:pt x="286" y="1228"/>
                    <a:pt x="622" y="1228"/>
                  </a:cubicBezTo>
                  <a:cubicBezTo>
                    <a:pt x="959" y="1228"/>
                    <a:pt x="1228" y="960"/>
                    <a:pt x="1228" y="623"/>
                  </a:cubicBezTo>
                  <a:cubicBezTo>
                    <a:pt x="1228" y="286"/>
                    <a:pt x="959" y="1"/>
                    <a:pt x="6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6"/>
            <p:cNvSpPr/>
            <p:nvPr/>
          </p:nvSpPr>
          <p:spPr>
            <a:xfrm>
              <a:off x="-4336419" y="5147161"/>
              <a:ext cx="75164" cy="75384"/>
            </a:xfrm>
            <a:custGeom>
              <a:rect b="b" l="l" r="r" t="t"/>
              <a:pathLst>
                <a:path extrusionOk="0" h="1369" w="1365">
                  <a:moveTo>
                    <a:pt x="691" y="145"/>
                  </a:moveTo>
                  <a:cubicBezTo>
                    <a:pt x="832" y="145"/>
                    <a:pt x="977" y="213"/>
                    <a:pt x="1066" y="303"/>
                  </a:cubicBezTo>
                  <a:cubicBezTo>
                    <a:pt x="1173" y="409"/>
                    <a:pt x="1224" y="533"/>
                    <a:pt x="1224" y="695"/>
                  </a:cubicBezTo>
                  <a:cubicBezTo>
                    <a:pt x="1224" y="836"/>
                    <a:pt x="1173" y="981"/>
                    <a:pt x="1066" y="1066"/>
                  </a:cubicBezTo>
                  <a:cubicBezTo>
                    <a:pt x="977" y="1172"/>
                    <a:pt x="832" y="1228"/>
                    <a:pt x="691" y="1228"/>
                  </a:cubicBezTo>
                  <a:cubicBezTo>
                    <a:pt x="534" y="1228"/>
                    <a:pt x="406" y="1172"/>
                    <a:pt x="299" y="1066"/>
                  </a:cubicBezTo>
                  <a:cubicBezTo>
                    <a:pt x="214" y="981"/>
                    <a:pt x="142" y="836"/>
                    <a:pt x="142" y="695"/>
                  </a:cubicBezTo>
                  <a:cubicBezTo>
                    <a:pt x="142" y="533"/>
                    <a:pt x="214" y="409"/>
                    <a:pt x="299" y="303"/>
                  </a:cubicBezTo>
                  <a:cubicBezTo>
                    <a:pt x="406" y="213"/>
                    <a:pt x="534" y="145"/>
                    <a:pt x="691" y="145"/>
                  </a:cubicBezTo>
                  <a:close/>
                  <a:moveTo>
                    <a:pt x="691" y="0"/>
                  </a:moveTo>
                  <a:cubicBezTo>
                    <a:pt x="299" y="0"/>
                    <a:pt x="1" y="303"/>
                    <a:pt x="1" y="695"/>
                  </a:cubicBezTo>
                  <a:cubicBezTo>
                    <a:pt x="1" y="1066"/>
                    <a:pt x="299" y="1368"/>
                    <a:pt x="691" y="1368"/>
                  </a:cubicBezTo>
                  <a:cubicBezTo>
                    <a:pt x="1066" y="1368"/>
                    <a:pt x="1365" y="1066"/>
                    <a:pt x="1365" y="695"/>
                  </a:cubicBezTo>
                  <a:cubicBezTo>
                    <a:pt x="1365" y="303"/>
                    <a:pt x="1066"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6"/>
            <p:cNvSpPr/>
            <p:nvPr/>
          </p:nvSpPr>
          <p:spPr>
            <a:xfrm>
              <a:off x="-4244627" y="5247874"/>
              <a:ext cx="74448" cy="67510"/>
            </a:xfrm>
            <a:custGeom>
              <a:rect b="b" l="l" r="r" t="t"/>
              <a:pathLst>
                <a:path extrusionOk="0" h="1226" w="1352">
                  <a:moveTo>
                    <a:pt x="688" y="1"/>
                  </a:moveTo>
                  <a:cubicBezTo>
                    <a:pt x="637" y="1"/>
                    <a:pt x="585" y="7"/>
                    <a:pt x="533" y="21"/>
                  </a:cubicBezTo>
                  <a:cubicBezTo>
                    <a:pt x="197" y="89"/>
                    <a:pt x="0" y="430"/>
                    <a:pt x="73" y="750"/>
                  </a:cubicBezTo>
                  <a:cubicBezTo>
                    <a:pt x="135" y="1040"/>
                    <a:pt x="393" y="1225"/>
                    <a:pt x="679" y="1225"/>
                  </a:cubicBezTo>
                  <a:cubicBezTo>
                    <a:pt x="725" y="1225"/>
                    <a:pt x="772" y="1220"/>
                    <a:pt x="819" y="1210"/>
                  </a:cubicBezTo>
                  <a:cubicBezTo>
                    <a:pt x="1139" y="1138"/>
                    <a:pt x="1352" y="801"/>
                    <a:pt x="1262" y="481"/>
                  </a:cubicBezTo>
                  <a:cubicBezTo>
                    <a:pt x="1201" y="197"/>
                    <a:pt x="963" y="1"/>
                    <a:pt x="6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6"/>
            <p:cNvSpPr/>
            <p:nvPr/>
          </p:nvSpPr>
          <p:spPr>
            <a:xfrm>
              <a:off x="-4245563" y="5244075"/>
              <a:ext cx="75384" cy="75384"/>
            </a:xfrm>
            <a:custGeom>
              <a:rect b="b" l="l" r="r" t="t"/>
              <a:pathLst>
                <a:path extrusionOk="0" h="1369" w="1369">
                  <a:moveTo>
                    <a:pt x="695" y="141"/>
                  </a:moveTo>
                  <a:cubicBezTo>
                    <a:pt x="942" y="141"/>
                    <a:pt x="1156" y="303"/>
                    <a:pt x="1228" y="567"/>
                  </a:cubicBezTo>
                  <a:lnTo>
                    <a:pt x="1228" y="691"/>
                  </a:lnTo>
                  <a:cubicBezTo>
                    <a:pt x="1228" y="926"/>
                    <a:pt x="1066" y="1156"/>
                    <a:pt x="819" y="1207"/>
                  </a:cubicBezTo>
                  <a:cubicBezTo>
                    <a:pt x="763" y="1224"/>
                    <a:pt x="729" y="1224"/>
                    <a:pt x="695" y="1224"/>
                  </a:cubicBezTo>
                  <a:cubicBezTo>
                    <a:pt x="444" y="1224"/>
                    <a:pt x="214" y="1066"/>
                    <a:pt x="162" y="798"/>
                  </a:cubicBezTo>
                  <a:cubicBezTo>
                    <a:pt x="141" y="764"/>
                    <a:pt x="141" y="729"/>
                    <a:pt x="141" y="674"/>
                  </a:cubicBezTo>
                  <a:cubicBezTo>
                    <a:pt x="141" y="444"/>
                    <a:pt x="320" y="214"/>
                    <a:pt x="567" y="158"/>
                  </a:cubicBezTo>
                  <a:cubicBezTo>
                    <a:pt x="606" y="141"/>
                    <a:pt x="657" y="141"/>
                    <a:pt x="695" y="141"/>
                  </a:cubicBezTo>
                  <a:close/>
                  <a:moveTo>
                    <a:pt x="695" y="1"/>
                  </a:moveTo>
                  <a:cubicBezTo>
                    <a:pt x="640" y="1"/>
                    <a:pt x="589" y="1"/>
                    <a:pt x="533" y="18"/>
                  </a:cubicBezTo>
                  <a:cubicBezTo>
                    <a:pt x="214" y="90"/>
                    <a:pt x="0" y="371"/>
                    <a:pt x="0" y="674"/>
                  </a:cubicBezTo>
                  <a:cubicBezTo>
                    <a:pt x="0" y="729"/>
                    <a:pt x="0" y="781"/>
                    <a:pt x="17" y="836"/>
                  </a:cubicBezTo>
                  <a:cubicBezTo>
                    <a:pt x="90" y="1156"/>
                    <a:pt x="376" y="1369"/>
                    <a:pt x="695" y="1369"/>
                  </a:cubicBezTo>
                  <a:cubicBezTo>
                    <a:pt x="746" y="1369"/>
                    <a:pt x="802" y="1369"/>
                    <a:pt x="836" y="1352"/>
                  </a:cubicBezTo>
                  <a:cubicBezTo>
                    <a:pt x="1156" y="1279"/>
                    <a:pt x="1369" y="994"/>
                    <a:pt x="1369" y="691"/>
                  </a:cubicBezTo>
                  <a:cubicBezTo>
                    <a:pt x="1369" y="640"/>
                    <a:pt x="1369" y="585"/>
                    <a:pt x="1352" y="533"/>
                  </a:cubicBezTo>
                  <a:cubicBezTo>
                    <a:pt x="1279" y="214"/>
                    <a:pt x="994" y="1"/>
                    <a:pt x="6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6"/>
            <p:cNvSpPr/>
            <p:nvPr/>
          </p:nvSpPr>
          <p:spPr>
            <a:xfrm>
              <a:off x="-4102891" y="5260925"/>
              <a:ext cx="74503" cy="68060"/>
            </a:xfrm>
            <a:custGeom>
              <a:rect b="b" l="l" r="r" t="t"/>
              <a:pathLst>
                <a:path extrusionOk="0" h="1236" w="1353">
                  <a:moveTo>
                    <a:pt x="668" y="0"/>
                  </a:moveTo>
                  <a:cubicBezTo>
                    <a:pt x="624" y="0"/>
                    <a:pt x="579" y="5"/>
                    <a:pt x="534" y="14"/>
                  </a:cubicBezTo>
                  <a:cubicBezTo>
                    <a:pt x="214" y="104"/>
                    <a:pt x="1" y="423"/>
                    <a:pt x="73" y="760"/>
                  </a:cubicBezTo>
                  <a:cubicBezTo>
                    <a:pt x="150" y="1050"/>
                    <a:pt x="398" y="1236"/>
                    <a:pt x="680" y="1236"/>
                  </a:cubicBezTo>
                  <a:cubicBezTo>
                    <a:pt x="726" y="1236"/>
                    <a:pt x="772" y="1231"/>
                    <a:pt x="819" y="1221"/>
                  </a:cubicBezTo>
                  <a:cubicBezTo>
                    <a:pt x="1139" y="1152"/>
                    <a:pt x="1352" y="811"/>
                    <a:pt x="1280" y="475"/>
                  </a:cubicBezTo>
                  <a:cubicBezTo>
                    <a:pt x="1206" y="197"/>
                    <a:pt x="955" y="0"/>
                    <a:pt x="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6"/>
            <p:cNvSpPr/>
            <p:nvPr/>
          </p:nvSpPr>
          <p:spPr>
            <a:xfrm>
              <a:off x="-4103827" y="5257676"/>
              <a:ext cx="76375" cy="75439"/>
            </a:xfrm>
            <a:custGeom>
              <a:rect b="b" l="l" r="r" t="t"/>
              <a:pathLst>
                <a:path extrusionOk="0" h="1370" w="1387">
                  <a:moveTo>
                    <a:pt x="696" y="146"/>
                  </a:moveTo>
                  <a:cubicBezTo>
                    <a:pt x="943" y="146"/>
                    <a:pt x="1156" y="303"/>
                    <a:pt x="1228" y="551"/>
                  </a:cubicBezTo>
                  <a:cubicBezTo>
                    <a:pt x="1228" y="606"/>
                    <a:pt x="1246" y="640"/>
                    <a:pt x="1246" y="679"/>
                  </a:cubicBezTo>
                  <a:cubicBezTo>
                    <a:pt x="1246" y="926"/>
                    <a:pt x="1066" y="1156"/>
                    <a:pt x="819" y="1211"/>
                  </a:cubicBezTo>
                  <a:cubicBezTo>
                    <a:pt x="764" y="1228"/>
                    <a:pt x="730" y="1228"/>
                    <a:pt x="696" y="1228"/>
                  </a:cubicBezTo>
                  <a:cubicBezTo>
                    <a:pt x="444" y="1228"/>
                    <a:pt x="214" y="1049"/>
                    <a:pt x="163" y="802"/>
                  </a:cubicBezTo>
                  <a:cubicBezTo>
                    <a:pt x="163" y="764"/>
                    <a:pt x="146" y="713"/>
                    <a:pt x="146" y="679"/>
                  </a:cubicBezTo>
                  <a:cubicBezTo>
                    <a:pt x="146" y="427"/>
                    <a:pt x="321" y="214"/>
                    <a:pt x="572" y="146"/>
                  </a:cubicBezTo>
                  <a:close/>
                  <a:moveTo>
                    <a:pt x="696" y="1"/>
                  </a:moveTo>
                  <a:cubicBezTo>
                    <a:pt x="640" y="1"/>
                    <a:pt x="589" y="1"/>
                    <a:pt x="534" y="18"/>
                  </a:cubicBezTo>
                  <a:cubicBezTo>
                    <a:pt x="214" y="90"/>
                    <a:pt x="1" y="376"/>
                    <a:pt x="1" y="679"/>
                  </a:cubicBezTo>
                  <a:cubicBezTo>
                    <a:pt x="1" y="730"/>
                    <a:pt x="18" y="785"/>
                    <a:pt x="18" y="836"/>
                  </a:cubicBezTo>
                  <a:cubicBezTo>
                    <a:pt x="90" y="1156"/>
                    <a:pt x="376" y="1369"/>
                    <a:pt x="696" y="1369"/>
                  </a:cubicBezTo>
                  <a:cubicBezTo>
                    <a:pt x="747" y="1369"/>
                    <a:pt x="802" y="1352"/>
                    <a:pt x="853" y="1352"/>
                  </a:cubicBezTo>
                  <a:cubicBezTo>
                    <a:pt x="1156" y="1280"/>
                    <a:pt x="1386" y="998"/>
                    <a:pt x="1386" y="679"/>
                  </a:cubicBezTo>
                  <a:cubicBezTo>
                    <a:pt x="1386" y="623"/>
                    <a:pt x="1369" y="572"/>
                    <a:pt x="1369" y="517"/>
                  </a:cubicBezTo>
                  <a:cubicBezTo>
                    <a:pt x="1280" y="214"/>
                    <a:pt x="1015" y="1"/>
                    <a:pt x="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6"/>
            <p:cNvSpPr/>
            <p:nvPr/>
          </p:nvSpPr>
          <p:spPr>
            <a:xfrm>
              <a:off x="-3976572" y="5255033"/>
              <a:ext cx="74448" cy="68060"/>
            </a:xfrm>
            <a:custGeom>
              <a:rect b="b" l="l" r="r" t="t"/>
              <a:pathLst>
                <a:path extrusionOk="0" h="1236" w="1352">
                  <a:moveTo>
                    <a:pt x="660" y="1"/>
                  </a:moveTo>
                  <a:cubicBezTo>
                    <a:pt x="618" y="1"/>
                    <a:pt x="575" y="5"/>
                    <a:pt x="533" y="15"/>
                  </a:cubicBezTo>
                  <a:cubicBezTo>
                    <a:pt x="196" y="104"/>
                    <a:pt x="0" y="424"/>
                    <a:pt x="73" y="761"/>
                  </a:cubicBezTo>
                  <a:cubicBezTo>
                    <a:pt x="132" y="1038"/>
                    <a:pt x="393" y="1235"/>
                    <a:pt x="670" y="1235"/>
                  </a:cubicBezTo>
                  <a:cubicBezTo>
                    <a:pt x="712" y="1235"/>
                    <a:pt x="755" y="1231"/>
                    <a:pt x="797" y="1221"/>
                  </a:cubicBezTo>
                  <a:cubicBezTo>
                    <a:pt x="1138" y="1131"/>
                    <a:pt x="1351" y="812"/>
                    <a:pt x="1262" y="475"/>
                  </a:cubicBezTo>
                  <a:cubicBezTo>
                    <a:pt x="1199" y="198"/>
                    <a:pt x="937" y="1"/>
                    <a:pt x="6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6"/>
            <p:cNvSpPr/>
            <p:nvPr/>
          </p:nvSpPr>
          <p:spPr>
            <a:xfrm>
              <a:off x="-3977508" y="5250903"/>
              <a:ext cx="75384" cy="76320"/>
            </a:xfrm>
            <a:custGeom>
              <a:rect b="b" l="l" r="r" t="t"/>
              <a:pathLst>
                <a:path extrusionOk="0" h="1386" w="1369">
                  <a:moveTo>
                    <a:pt x="691" y="141"/>
                  </a:moveTo>
                  <a:cubicBezTo>
                    <a:pt x="942" y="141"/>
                    <a:pt x="1155" y="320"/>
                    <a:pt x="1206" y="567"/>
                  </a:cubicBezTo>
                  <a:cubicBezTo>
                    <a:pt x="1223" y="605"/>
                    <a:pt x="1223" y="657"/>
                    <a:pt x="1223" y="695"/>
                  </a:cubicBezTo>
                  <a:cubicBezTo>
                    <a:pt x="1223" y="942"/>
                    <a:pt x="1066" y="1172"/>
                    <a:pt x="814" y="1228"/>
                  </a:cubicBezTo>
                  <a:cubicBezTo>
                    <a:pt x="763" y="1228"/>
                    <a:pt x="729" y="1245"/>
                    <a:pt x="691" y="1245"/>
                  </a:cubicBezTo>
                  <a:cubicBezTo>
                    <a:pt x="443" y="1245"/>
                    <a:pt x="213" y="1066"/>
                    <a:pt x="158" y="819"/>
                  </a:cubicBezTo>
                  <a:cubicBezTo>
                    <a:pt x="141" y="780"/>
                    <a:pt x="141" y="729"/>
                    <a:pt x="141" y="695"/>
                  </a:cubicBezTo>
                  <a:cubicBezTo>
                    <a:pt x="141" y="443"/>
                    <a:pt x="320" y="213"/>
                    <a:pt x="567" y="162"/>
                  </a:cubicBezTo>
                  <a:cubicBezTo>
                    <a:pt x="601" y="162"/>
                    <a:pt x="639" y="141"/>
                    <a:pt x="691" y="141"/>
                  </a:cubicBezTo>
                  <a:close/>
                  <a:moveTo>
                    <a:pt x="691" y="0"/>
                  </a:moveTo>
                  <a:cubicBezTo>
                    <a:pt x="639" y="0"/>
                    <a:pt x="584" y="17"/>
                    <a:pt x="533" y="17"/>
                  </a:cubicBezTo>
                  <a:cubicBezTo>
                    <a:pt x="213" y="107"/>
                    <a:pt x="0" y="375"/>
                    <a:pt x="0" y="695"/>
                  </a:cubicBezTo>
                  <a:cubicBezTo>
                    <a:pt x="0" y="746"/>
                    <a:pt x="0" y="802"/>
                    <a:pt x="17" y="853"/>
                  </a:cubicBezTo>
                  <a:cubicBezTo>
                    <a:pt x="90" y="1172"/>
                    <a:pt x="371" y="1385"/>
                    <a:pt x="691" y="1385"/>
                  </a:cubicBezTo>
                  <a:cubicBezTo>
                    <a:pt x="729" y="1385"/>
                    <a:pt x="780" y="1368"/>
                    <a:pt x="835" y="1368"/>
                  </a:cubicBezTo>
                  <a:cubicBezTo>
                    <a:pt x="1155" y="1279"/>
                    <a:pt x="1368" y="1015"/>
                    <a:pt x="1368" y="695"/>
                  </a:cubicBezTo>
                  <a:cubicBezTo>
                    <a:pt x="1368" y="640"/>
                    <a:pt x="1368" y="588"/>
                    <a:pt x="1347" y="533"/>
                  </a:cubicBezTo>
                  <a:cubicBezTo>
                    <a:pt x="1279" y="213"/>
                    <a:pt x="993"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6"/>
            <p:cNvSpPr/>
            <p:nvPr/>
          </p:nvSpPr>
          <p:spPr>
            <a:xfrm>
              <a:off x="-3825916" y="5231575"/>
              <a:ext cx="74228" cy="68060"/>
            </a:xfrm>
            <a:custGeom>
              <a:rect b="b" l="l" r="r" t="t"/>
              <a:pathLst>
                <a:path extrusionOk="0" h="1236" w="1348">
                  <a:moveTo>
                    <a:pt x="666" y="0"/>
                  </a:moveTo>
                  <a:cubicBezTo>
                    <a:pt x="622" y="0"/>
                    <a:pt x="578" y="5"/>
                    <a:pt x="533" y="14"/>
                  </a:cubicBezTo>
                  <a:cubicBezTo>
                    <a:pt x="192" y="104"/>
                    <a:pt x="1" y="424"/>
                    <a:pt x="69" y="760"/>
                  </a:cubicBezTo>
                  <a:cubicBezTo>
                    <a:pt x="131" y="1050"/>
                    <a:pt x="389" y="1236"/>
                    <a:pt x="674" y="1236"/>
                  </a:cubicBezTo>
                  <a:cubicBezTo>
                    <a:pt x="721" y="1236"/>
                    <a:pt x="768" y="1231"/>
                    <a:pt x="815" y="1221"/>
                  </a:cubicBezTo>
                  <a:cubicBezTo>
                    <a:pt x="1134" y="1153"/>
                    <a:pt x="1347" y="812"/>
                    <a:pt x="1279" y="475"/>
                  </a:cubicBezTo>
                  <a:cubicBezTo>
                    <a:pt x="1202" y="197"/>
                    <a:pt x="951" y="0"/>
                    <a:pt x="6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6"/>
            <p:cNvSpPr/>
            <p:nvPr/>
          </p:nvSpPr>
          <p:spPr>
            <a:xfrm>
              <a:off x="-3827072" y="5228381"/>
              <a:ext cx="75384" cy="75384"/>
            </a:xfrm>
            <a:custGeom>
              <a:rect b="b" l="l" r="r" t="t"/>
              <a:pathLst>
                <a:path extrusionOk="0" h="1369" w="1369">
                  <a:moveTo>
                    <a:pt x="695" y="145"/>
                  </a:moveTo>
                  <a:cubicBezTo>
                    <a:pt x="942" y="145"/>
                    <a:pt x="1155" y="303"/>
                    <a:pt x="1228" y="550"/>
                  </a:cubicBezTo>
                  <a:lnTo>
                    <a:pt x="1228" y="678"/>
                  </a:lnTo>
                  <a:cubicBezTo>
                    <a:pt x="1228" y="925"/>
                    <a:pt x="1066" y="1155"/>
                    <a:pt x="819" y="1211"/>
                  </a:cubicBezTo>
                  <a:cubicBezTo>
                    <a:pt x="767" y="1211"/>
                    <a:pt x="729" y="1228"/>
                    <a:pt x="695" y="1228"/>
                  </a:cubicBezTo>
                  <a:cubicBezTo>
                    <a:pt x="448" y="1228"/>
                    <a:pt x="213" y="1049"/>
                    <a:pt x="162" y="801"/>
                  </a:cubicBezTo>
                  <a:cubicBezTo>
                    <a:pt x="145" y="763"/>
                    <a:pt x="145" y="712"/>
                    <a:pt x="145" y="678"/>
                  </a:cubicBezTo>
                  <a:cubicBezTo>
                    <a:pt x="145" y="426"/>
                    <a:pt x="320" y="213"/>
                    <a:pt x="571" y="145"/>
                  </a:cubicBezTo>
                  <a:close/>
                  <a:moveTo>
                    <a:pt x="695" y="0"/>
                  </a:moveTo>
                  <a:cubicBezTo>
                    <a:pt x="640" y="0"/>
                    <a:pt x="588" y="0"/>
                    <a:pt x="533" y="17"/>
                  </a:cubicBezTo>
                  <a:cubicBezTo>
                    <a:pt x="213" y="90"/>
                    <a:pt x="0" y="375"/>
                    <a:pt x="0" y="678"/>
                  </a:cubicBezTo>
                  <a:cubicBezTo>
                    <a:pt x="0" y="729"/>
                    <a:pt x="22" y="784"/>
                    <a:pt x="22" y="835"/>
                  </a:cubicBezTo>
                  <a:cubicBezTo>
                    <a:pt x="90" y="1155"/>
                    <a:pt x="375" y="1368"/>
                    <a:pt x="695" y="1368"/>
                  </a:cubicBezTo>
                  <a:cubicBezTo>
                    <a:pt x="746" y="1368"/>
                    <a:pt x="802" y="1351"/>
                    <a:pt x="853" y="1351"/>
                  </a:cubicBezTo>
                  <a:cubicBezTo>
                    <a:pt x="1155" y="1279"/>
                    <a:pt x="1368" y="997"/>
                    <a:pt x="1368" y="678"/>
                  </a:cubicBezTo>
                  <a:cubicBezTo>
                    <a:pt x="1368" y="622"/>
                    <a:pt x="1368" y="571"/>
                    <a:pt x="1351" y="516"/>
                  </a:cubicBezTo>
                  <a:cubicBezTo>
                    <a:pt x="1279" y="213"/>
                    <a:pt x="998" y="0"/>
                    <a:pt x="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6"/>
            <p:cNvSpPr/>
            <p:nvPr/>
          </p:nvSpPr>
          <p:spPr>
            <a:xfrm>
              <a:off x="-3693045" y="5183614"/>
              <a:ext cx="74448" cy="67510"/>
            </a:xfrm>
            <a:custGeom>
              <a:rect b="b" l="l" r="r" t="t"/>
              <a:pathLst>
                <a:path extrusionOk="0" h="1226" w="1352">
                  <a:moveTo>
                    <a:pt x="673" y="1"/>
                  </a:moveTo>
                  <a:cubicBezTo>
                    <a:pt x="627" y="1"/>
                    <a:pt x="580" y="6"/>
                    <a:pt x="533" y="16"/>
                  </a:cubicBezTo>
                  <a:cubicBezTo>
                    <a:pt x="213" y="84"/>
                    <a:pt x="0" y="425"/>
                    <a:pt x="90" y="762"/>
                  </a:cubicBezTo>
                  <a:cubicBezTo>
                    <a:pt x="151" y="1032"/>
                    <a:pt x="388" y="1226"/>
                    <a:pt x="663" y="1226"/>
                  </a:cubicBezTo>
                  <a:cubicBezTo>
                    <a:pt x="714" y="1226"/>
                    <a:pt x="766" y="1219"/>
                    <a:pt x="818" y="1205"/>
                  </a:cubicBezTo>
                  <a:cubicBezTo>
                    <a:pt x="1155" y="1133"/>
                    <a:pt x="1351" y="813"/>
                    <a:pt x="1279" y="476"/>
                  </a:cubicBezTo>
                  <a:cubicBezTo>
                    <a:pt x="1220" y="187"/>
                    <a:pt x="959" y="1"/>
                    <a:pt x="6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6"/>
            <p:cNvSpPr/>
            <p:nvPr/>
          </p:nvSpPr>
          <p:spPr>
            <a:xfrm>
              <a:off x="-3693045" y="5179539"/>
              <a:ext cx="75384" cy="75384"/>
            </a:xfrm>
            <a:custGeom>
              <a:rect b="b" l="l" r="r" t="t"/>
              <a:pathLst>
                <a:path extrusionOk="0" h="1369" w="1369">
                  <a:moveTo>
                    <a:pt x="678" y="141"/>
                  </a:moveTo>
                  <a:cubicBezTo>
                    <a:pt x="925" y="141"/>
                    <a:pt x="1155" y="320"/>
                    <a:pt x="1211" y="567"/>
                  </a:cubicBezTo>
                  <a:cubicBezTo>
                    <a:pt x="1228" y="606"/>
                    <a:pt x="1228" y="657"/>
                    <a:pt x="1228" y="691"/>
                  </a:cubicBezTo>
                  <a:cubicBezTo>
                    <a:pt x="1228" y="942"/>
                    <a:pt x="1049" y="1156"/>
                    <a:pt x="801" y="1224"/>
                  </a:cubicBezTo>
                  <a:lnTo>
                    <a:pt x="678" y="1224"/>
                  </a:lnTo>
                  <a:cubicBezTo>
                    <a:pt x="426" y="1224"/>
                    <a:pt x="213" y="1066"/>
                    <a:pt x="145" y="819"/>
                  </a:cubicBezTo>
                  <a:lnTo>
                    <a:pt x="145" y="691"/>
                  </a:lnTo>
                  <a:cubicBezTo>
                    <a:pt x="145" y="444"/>
                    <a:pt x="303" y="214"/>
                    <a:pt x="550" y="158"/>
                  </a:cubicBezTo>
                  <a:cubicBezTo>
                    <a:pt x="605" y="141"/>
                    <a:pt x="639" y="141"/>
                    <a:pt x="678" y="141"/>
                  </a:cubicBezTo>
                  <a:close/>
                  <a:moveTo>
                    <a:pt x="678" y="0"/>
                  </a:moveTo>
                  <a:cubicBezTo>
                    <a:pt x="622" y="0"/>
                    <a:pt x="588" y="17"/>
                    <a:pt x="533" y="17"/>
                  </a:cubicBezTo>
                  <a:cubicBezTo>
                    <a:pt x="213" y="90"/>
                    <a:pt x="0" y="371"/>
                    <a:pt x="0" y="691"/>
                  </a:cubicBezTo>
                  <a:cubicBezTo>
                    <a:pt x="0" y="746"/>
                    <a:pt x="0" y="798"/>
                    <a:pt x="17" y="836"/>
                  </a:cubicBezTo>
                  <a:cubicBezTo>
                    <a:pt x="90" y="1156"/>
                    <a:pt x="375" y="1369"/>
                    <a:pt x="678" y="1369"/>
                  </a:cubicBezTo>
                  <a:cubicBezTo>
                    <a:pt x="729" y="1369"/>
                    <a:pt x="784" y="1369"/>
                    <a:pt x="835" y="1352"/>
                  </a:cubicBezTo>
                  <a:cubicBezTo>
                    <a:pt x="1155" y="1279"/>
                    <a:pt x="1368" y="994"/>
                    <a:pt x="1368" y="691"/>
                  </a:cubicBezTo>
                  <a:cubicBezTo>
                    <a:pt x="1368" y="640"/>
                    <a:pt x="1368" y="584"/>
                    <a:pt x="1351" y="533"/>
                  </a:cubicBezTo>
                  <a:cubicBezTo>
                    <a:pt x="1279" y="214"/>
                    <a:pt x="997" y="0"/>
                    <a:pt x="6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6"/>
            <p:cNvSpPr/>
            <p:nvPr/>
          </p:nvSpPr>
          <p:spPr>
            <a:xfrm>
              <a:off x="-3555053" y="5105312"/>
              <a:ext cx="74228" cy="67565"/>
            </a:xfrm>
            <a:custGeom>
              <a:rect b="b" l="l" r="r" t="t"/>
              <a:pathLst>
                <a:path extrusionOk="0" h="1227" w="1348">
                  <a:moveTo>
                    <a:pt x="678" y="1"/>
                  </a:moveTo>
                  <a:cubicBezTo>
                    <a:pt x="636" y="1"/>
                    <a:pt x="593" y="5"/>
                    <a:pt x="550" y="14"/>
                  </a:cubicBezTo>
                  <a:cubicBezTo>
                    <a:pt x="213" y="87"/>
                    <a:pt x="0" y="424"/>
                    <a:pt x="90" y="760"/>
                  </a:cubicBezTo>
                  <a:cubicBezTo>
                    <a:pt x="148" y="1032"/>
                    <a:pt x="400" y="1227"/>
                    <a:pt x="670" y="1227"/>
                  </a:cubicBezTo>
                  <a:cubicBezTo>
                    <a:pt x="718" y="1227"/>
                    <a:pt x="766" y="1221"/>
                    <a:pt x="814" y="1208"/>
                  </a:cubicBezTo>
                  <a:cubicBezTo>
                    <a:pt x="1155" y="1135"/>
                    <a:pt x="1347" y="816"/>
                    <a:pt x="1279" y="479"/>
                  </a:cubicBezTo>
                  <a:cubicBezTo>
                    <a:pt x="1216" y="187"/>
                    <a:pt x="955" y="1"/>
                    <a:pt x="6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6"/>
            <p:cNvSpPr/>
            <p:nvPr/>
          </p:nvSpPr>
          <p:spPr>
            <a:xfrm>
              <a:off x="-3555053" y="5101403"/>
              <a:ext cx="75384" cy="75164"/>
            </a:xfrm>
            <a:custGeom>
              <a:rect b="b" l="l" r="r" t="t"/>
              <a:pathLst>
                <a:path extrusionOk="0" h="1365" w="1369">
                  <a:moveTo>
                    <a:pt x="691" y="141"/>
                  </a:moveTo>
                  <a:cubicBezTo>
                    <a:pt x="921" y="141"/>
                    <a:pt x="1155" y="320"/>
                    <a:pt x="1207" y="567"/>
                  </a:cubicBezTo>
                  <a:cubicBezTo>
                    <a:pt x="1224" y="601"/>
                    <a:pt x="1224" y="639"/>
                    <a:pt x="1224" y="691"/>
                  </a:cubicBezTo>
                  <a:cubicBezTo>
                    <a:pt x="1224" y="938"/>
                    <a:pt x="1066" y="1151"/>
                    <a:pt x="797" y="1223"/>
                  </a:cubicBezTo>
                  <a:lnTo>
                    <a:pt x="674" y="1223"/>
                  </a:lnTo>
                  <a:cubicBezTo>
                    <a:pt x="444" y="1223"/>
                    <a:pt x="213" y="1066"/>
                    <a:pt x="158" y="814"/>
                  </a:cubicBezTo>
                  <a:cubicBezTo>
                    <a:pt x="141" y="763"/>
                    <a:pt x="141" y="725"/>
                    <a:pt x="141" y="691"/>
                  </a:cubicBezTo>
                  <a:cubicBezTo>
                    <a:pt x="141" y="443"/>
                    <a:pt x="303" y="213"/>
                    <a:pt x="567" y="158"/>
                  </a:cubicBezTo>
                  <a:cubicBezTo>
                    <a:pt x="601" y="141"/>
                    <a:pt x="640" y="141"/>
                    <a:pt x="691" y="141"/>
                  </a:cubicBezTo>
                  <a:close/>
                  <a:moveTo>
                    <a:pt x="691" y="0"/>
                  </a:moveTo>
                  <a:cubicBezTo>
                    <a:pt x="640" y="0"/>
                    <a:pt x="584" y="0"/>
                    <a:pt x="533" y="17"/>
                  </a:cubicBezTo>
                  <a:cubicBezTo>
                    <a:pt x="213" y="85"/>
                    <a:pt x="0" y="371"/>
                    <a:pt x="0" y="691"/>
                  </a:cubicBezTo>
                  <a:cubicBezTo>
                    <a:pt x="0" y="746"/>
                    <a:pt x="0" y="797"/>
                    <a:pt x="17" y="831"/>
                  </a:cubicBezTo>
                  <a:cubicBezTo>
                    <a:pt x="90" y="1151"/>
                    <a:pt x="371" y="1364"/>
                    <a:pt x="674" y="1364"/>
                  </a:cubicBezTo>
                  <a:cubicBezTo>
                    <a:pt x="729" y="1364"/>
                    <a:pt x="780" y="1364"/>
                    <a:pt x="836" y="1347"/>
                  </a:cubicBezTo>
                  <a:cubicBezTo>
                    <a:pt x="1155" y="1279"/>
                    <a:pt x="1369" y="993"/>
                    <a:pt x="1369" y="691"/>
                  </a:cubicBezTo>
                  <a:cubicBezTo>
                    <a:pt x="1369" y="639"/>
                    <a:pt x="1369" y="584"/>
                    <a:pt x="1347" y="533"/>
                  </a:cubicBezTo>
                  <a:cubicBezTo>
                    <a:pt x="1279" y="213"/>
                    <a:pt x="993"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6"/>
            <p:cNvSpPr/>
            <p:nvPr/>
          </p:nvSpPr>
          <p:spPr>
            <a:xfrm>
              <a:off x="-3471960" y="5011152"/>
              <a:ext cx="74448" cy="67565"/>
            </a:xfrm>
            <a:custGeom>
              <a:rect b="b" l="l" r="r" t="t"/>
              <a:pathLst>
                <a:path extrusionOk="0" h="1227" w="1352">
                  <a:moveTo>
                    <a:pt x="676" y="1"/>
                  </a:moveTo>
                  <a:cubicBezTo>
                    <a:pt x="629" y="1"/>
                    <a:pt x="581" y="7"/>
                    <a:pt x="533" y="19"/>
                  </a:cubicBezTo>
                  <a:cubicBezTo>
                    <a:pt x="196" y="92"/>
                    <a:pt x="0" y="429"/>
                    <a:pt x="73" y="748"/>
                  </a:cubicBezTo>
                  <a:cubicBezTo>
                    <a:pt x="132" y="1040"/>
                    <a:pt x="393" y="1226"/>
                    <a:pt x="669" y="1226"/>
                  </a:cubicBezTo>
                  <a:cubicBezTo>
                    <a:pt x="712" y="1226"/>
                    <a:pt x="755" y="1222"/>
                    <a:pt x="797" y="1213"/>
                  </a:cubicBezTo>
                  <a:cubicBezTo>
                    <a:pt x="1138" y="1140"/>
                    <a:pt x="1351" y="804"/>
                    <a:pt x="1262" y="484"/>
                  </a:cubicBezTo>
                  <a:cubicBezTo>
                    <a:pt x="1200" y="198"/>
                    <a:pt x="947" y="1"/>
                    <a:pt x="6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6"/>
            <p:cNvSpPr/>
            <p:nvPr/>
          </p:nvSpPr>
          <p:spPr>
            <a:xfrm>
              <a:off x="-3472897" y="5007517"/>
              <a:ext cx="75384" cy="75164"/>
            </a:xfrm>
            <a:custGeom>
              <a:rect b="b" l="l" r="r" t="t"/>
              <a:pathLst>
                <a:path extrusionOk="0" h="1365" w="1369">
                  <a:moveTo>
                    <a:pt x="691" y="141"/>
                  </a:moveTo>
                  <a:cubicBezTo>
                    <a:pt x="942" y="141"/>
                    <a:pt x="1155" y="298"/>
                    <a:pt x="1206" y="550"/>
                  </a:cubicBezTo>
                  <a:cubicBezTo>
                    <a:pt x="1223" y="601"/>
                    <a:pt x="1223" y="639"/>
                    <a:pt x="1223" y="674"/>
                  </a:cubicBezTo>
                  <a:cubicBezTo>
                    <a:pt x="1223" y="921"/>
                    <a:pt x="1066" y="1151"/>
                    <a:pt x="814" y="1206"/>
                  </a:cubicBezTo>
                  <a:cubicBezTo>
                    <a:pt x="763" y="1223"/>
                    <a:pt x="729" y="1223"/>
                    <a:pt x="691" y="1223"/>
                  </a:cubicBezTo>
                  <a:cubicBezTo>
                    <a:pt x="443" y="1223"/>
                    <a:pt x="213" y="1044"/>
                    <a:pt x="158" y="797"/>
                  </a:cubicBezTo>
                  <a:cubicBezTo>
                    <a:pt x="141" y="763"/>
                    <a:pt x="141" y="725"/>
                    <a:pt x="141" y="674"/>
                  </a:cubicBezTo>
                  <a:cubicBezTo>
                    <a:pt x="141" y="426"/>
                    <a:pt x="320" y="213"/>
                    <a:pt x="567" y="158"/>
                  </a:cubicBezTo>
                  <a:cubicBezTo>
                    <a:pt x="601" y="141"/>
                    <a:pt x="640" y="141"/>
                    <a:pt x="691" y="141"/>
                  </a:cubicBezTo>
                  <a:close/>
                  <a:moveTo>
                    <a:pt x="691" y="0"/>
                  </a:moveTo>
                  <a:cubicBezTo>
                    <a:pt x="640" y="0"/>
                    <a:pt x="584" y="0"/>
                    <a:pt x="533" y="17"/>
                  </a:cubicBezTo>
                  <a:cubicBezTo>
                    <a:pt x="213" y="85"/>
                    <a:pt x="0" y="371"/>
                    <a:pt x="0" y="674"/>
                  </a:cubicBezTo>
                  <a:cubicBezTo>
                    <a:pt x="0" y="725"/>
                    <a:pt x="0" y="780"/>
                    <a:pt x="17" y="831"/>
                  </a:cubicBezTo>
                  <a:cubicBezTo>
                    <a:pt x="90" y="1151"/>
                    <a:pt x="371" y="1364"/>
                    <a:pt x="691" y="1364"/>
                  </a:cubicBezTo>
                  <a:cubicBezTo>
                    <a:pt x="729" y="1364"/>
                    <a:pt x="780" y="1364"/>
                    <a:pt x="836" y="1347"/>
                  </a:cubicBezTo>
                  <a:cubicBezTo>
                    <a:pt x="1155" y="1279"/>
                    <a:pt x="1368" y="993"/>
                    <a:pt x="1368" y="674"/>
                  </a:cubicBezTo>
                  <a:cubicBezTo>
                    <a:pt x="1368" y="618"/>
                    <a:pt x="1368" y="584"/>
                    <a:pt x="1347" y="533"/>
                  </a:cubicBezTo>
                  <a:cubicBezTo>
                    <a:pt x="1279" y="213"/>
                    <a:pt x="993"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 name="Google Shape;1129;p46"/>
            <p:cNvGrpSpPr/>
            <p:nvPr/>
          </p:nvGrpSpPr>
          <p:grpSpPr>
            <a:xfrm>
              <a:off x="-3875587" y="4818872"/>
              <a:ext cx="134275" cy="128202"/>
              <a:chOff x="-3875587" y="4818872"/>
              <a:chExt cx="134275" cy="128202"/>
            </a:xfrm>
          </p:grpSpPr>
          <p:sp>
            <p:nvSpPr>
              <p:cNvPr id="1130" name="Google Shape;1130;p46"/>
              <p:cNvSpPr/>
              <p:nvPr/>
            </p:nvSpPr>
            <p:spPr>
              <a:xfrm rot="1073331">
                <a:off x="-3861388" y="4867084"/>
                <a:ext cx="116681" cy="17097"/>
              </a:xfrm>
              <a:custGeom>
                <a:rect b="b" l="l" r="r" t="t"/>
                <a:pathLst>
                  <a:path extrusionOk="0" h="107" w="730">
                    <a:moveTo>
                      <a:pt x="657" y="0"/>
                    </a:moveTo>
                    <a:cubicBezTo>
                      <a:pt x="466" y="17"/>
                      <a:pt x="269" y="17"/>
                      <a:pt x="56" y="17"/>
                    </a:cubicBezTo>
                    <a:cubicBezTo>
                      <a:pt x="1" y="17"/>
                      <a:pt x="1" y="107"/>
                      <a:pt x="56" y="107"/>
                    </a:cubicBezTo>
                    <a:cubicBezTo>
                      <a:pt x="269" y="107"/>
                      <a:pt x="466" y="107"/>
                      <a:pt x="657" y="90"/>
                    </a:cubicBezTo>
                    <a:cubicBezTo>
                      <a:pt x="730" y="90"/>
                      <a:pt x="730" y="0"/>
                      <a:pt x="6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6"/>
              <p:cNvSpPr/>
              <p:nvPr/>
            </p:nvSpPr>
            <p:spPr>
              <a:xfrm rot="1073331">
                <a:off x="-3835832" y="4832914"/>
                <a:ext cx="94144" cy="17257"/>
              </a:xfrm>
              <a:custGeom>
                <a:rect b="b" l="l" r="r" t="t"/>
                <a:pathLst>
                  <a:path extrusionOk="0" h="108" w="589">
                    <a:moveTo>
                      <a:pt x="533" y="1"/>
                    </a:moveTo>
                    <a:cubicBezTo>
                      <a:pt x="376" y="1"/>
                      <a:pt x="214" y="18"/>
                      <a:pt x="56" y="18"/>
                    </a:cubicBezTo>
                    <a:cubicBezTo>
                      <a:pt x="0" y="18"/>
                      <a:pt x="0" y="108"/>
                      <a:pt x="56" y="108"/>
                    </a:cubicBezTo>
                    <a:cubicBezTo>
                      <a:pt x="214" y="108"/>
                      <a:pt x="376" y="90"/>
                      <a:pt x="533" y="90"/>
                    </a:cubicBezTo>
                    <a:cubicBezTo>
                      <a:pt x="589" y="90"/>
                      <a:pt x="589" y="1"/>
                      <a:pt x="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6"/>
              <p:cNvSpPr/>
              <p:nvPr/>
            </p:nvSpPr>
            <p:spPr>
              <a:xfrm rot="1073331">
                <a:off x="-3876066" y="4913457"/>
                <a:ext cx="119399" cy="15659"/>
              </a:xfrm>
              <a:custGeom>
                <a:rect b="b" l="l" r="r" t="t"/>
                <a:pathLst>
                  <a:path extrusionOk="0" h="98" w="747">
                    <a:moveTo>
                      <a:pt x="56" y="1"/>
                    </a:moveTo>
                    <a:cubicBezTo>
                      <a:pt x="1" y="1"/>
                      <a:pt x="1" y="90"/>
                      <a:pt x="56" y="90"/>
                    </a:cubicBezTo>
                    <a:cubicBezTo>
                      <a:pt x="127" y="96"/>
                      <a:pt x="198" y="98"/>
                      <a:pt x="269" y="98"/>
                    </a:cubicBezTo>
                    <a:cubicBezTo>
                      <a:pt x="412" y="98"/>
                      <a:pt x="554" y="90"/>
                      <a:pt x="696" y="90"/>
                    </a:cubicBezTo>
                    <a:cubicBezTo>
                      <a:pt x="747" y="90"/>
                      <a:pt x="747" y="1"/>
                      <a:pt x="696" y="1"/>
                    </a:cubicBezTo>
                    <a:cubicBezTo>
                      <a:pt x="554" y="1"/>
                      <a:pt x="412" y="8"/>
                      <a:pt x="269" y="8"/>
                    </a:cubicBezTo>
                    <a:cubicBezTo>
                      <a:pt x="198" y="8"/>
                      <a:pt x="127" y="6"/>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 name="Shape 1136"/>
        <p:cNvGrpSpPr/>
        <p:nvPr/>
      </p:nvGrpSpPr>
      <p:grpSpPr>
        <a:xfrm>
          <a:off x="0" y="0"/>
          <a:ext cx="0" cy="0"/>
          <a:chOff x="0" y="0"/>
          <a:chExt cx="0" cy="0"/>
        </a:xfrm>
      </p:grpSpPr>
      <p:sp>
        <p:nvSpPr>
          <p:cNvPr id="1137" name="Google Shape;1137;p47"/>
          <p:cNvSpPr txBox="1"/>
          <p:nvPr>
            <p:ph idx="15"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FUTURE IS IN MOTION</a:t>
            </a:r>
            <a:endParaRPr/>
          </a:p>
        </p:txBody>
      </p:sp>
      <p:sp>
        <p:nvSpPr>
          <p:cNvPr id="1138" name="Google Shape;1138;p47"/>
          <p:cNvSpPr txBox="1"/>
          <p:nvPr>
            <p:ph idx="2" type="subTitle"/>
          </p:nvPr>
        </p:nvSpPr>
        <p:spPr>
          <a:xfrm>
            <a:off x="3345667" y="1819275"/>
            <a:ext cx="2447100" cy="924000"/>
          </a:xfrm>
          <a:prstGeom prst="rect">
            <a:avLst/>
          </a:prstGeom>
        </p:spPr>
        <p:txBody>
          <a:bodyPr anchorCtr="0" anchor="ctr" bIns="91425" lIns="91425" spcFirstLastPara="1" rIns="91425" wrap="square" tIns="91425">
            <a:normAutofit/>
          </a:bodyPr>
          <a:lstStyle/>
          <a:p>
            <a:pPr indent="0" lvl="0" marL="0" rtl="0" algn="ctr">
              <a:spcBef>
                <a:spcPts val="0"/>
              </a:spcBef>
              <a:spcAft>
                <a:spcPts val="0"/>
              </a:spcAft>
              <a:buNone/>
            </a:pPr>
            <a:r>
              <a:rPr lang="en"/>
              <a:t>Venus has a beautiful name, but it’s terribly hot</a:t>
            </a:r>
            <a:endParaRPr/>
          </a:p>
        </p:txBody>
      </p:sp>
      <p:sp>
        <p:nvSpPr>
          <p:cNvPr id="1139" name="Google Shape;1139;p47"/>
          <p:cNvSpPr txBox="1"/>
          <p:nvPr>
            <p:ph idx="6" type="subTitle"/>
          </p:nvPr>
        </p:nvSpPr>
        <p:spPr>
          <a:xfrm>
            <a:off x="720000" y="3248025"/>
            <a:ext cx="2447100" cy="924000"/>
          </a:xfrm>
          <a:prstGeom prst="rect">
            <a:avLst/>
          </a:prstGeom>
        </p:spPr>
        <p:txBody>
          <a:bodyPr anchorCtr="0" anchor="ctr" bIns="91425" lIns="91425" spcFirstLastPara="1" rIns="91425" wrap="square" tIns="91425">
            <a:normAutofit/>
          </a:bodyPr>
          <a:lstStyle/>
          <a:p>
            <a:pPr indent="0" lvl="0" marL="0" rtl="0" algn="ctr">
              <a:spcBef>
                <a:spcPts val="0"/>
              </a:spcBef>
              <a:spcAft>
                <a:spcPts val="0"/>
              </a:spcAft>
              <a:buNone/>
            </a:pPr>
            <a:r>
              <a:rPr lang="en"/>
              <a:t>It’s the biggest planet in the Solar System</a:t>
            </a:r>
            <a:endParaRPr/>
          </a:p>
        </p:txBody>
      </p:sp>
      <p:sp>
        <p:nvSpPr>
          <p:cNvPr id="1140" name="Google Shape;1140;p47"/>
          <p:cNvSpPr txBox="1"/>
          <p:nvPr>
            <p:ph idx="3" type="title"/>
          </p:nvPr>
        </p:nvSpPr>
        <p:spPr>
          <a:xfrm>
            <a:off x="3345663" y="1512825"/>
            <a:ext cx="2447100" cy="4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VENUS</a:t>
            </a:r>
            <a:endParaRPr/>
          </a:p>
        </p:txBody>
      </p:sp>
      <p:sp>
        <p:nvSpPr>
          <p:cNvPr id="1141" name="Google Shape;1141;p47"/>
          <p:cNvSpPr txBox="1"/>
          <p:nvPr>
            <p:ph idx="8" type="title"/>
          </p:nvPr>
        </p:nvSpPr>
        <p:spPr>
          <a:xfrm>
            <a:off x="720000" y="2941575"/>
            <a:ext cx="2447100" cy="4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JUPITER</a:t>
            </a:r>
            <a:endParaRPr/>
          </a:p>
        </p:txBody>
      </p:sp>
      <p:sp>
        <p:nvSpPr>
          <p:cNvPr id="1142" name="Google Shape;1142;p47"/>
          <p:cNvSpPr txBox="1"/>
          <p:nvPr>
            <p:ph idx="1" type="subTitle"/>
          </p:nvPr>
        </p:nvSpPr>
        <p:spPr>
          <a:xfrm>
            <a:off x="720000" y="1819275"/>
            <a:ext cx="2447100" cy="924000"/>
          </a:xfrm>
          <a:prstGeom prst="rect">
            <a:avLst/>
          </a:prstGeom>
        </p:spPr>
        <p:txBody>
          <a:bodyPr anchorCtr="0" anchor="ctr" bIns="91425" lIns="91425" spcFirstLastPara="1" rIns="91425" wrap="square" tIns="91425">
            <a:normAutofit/>
          </a:bodyPr>
          <a:lstStyle/>
          <a:p>
            <a:pPr indent="0" lvl="0" marL="0" rtl="0" algn="ctr">
              <a:spcBef>
                <a:spcPts val="0"/>
              </a:spcBef>
              <a:spcAft>
                <a:spcPts val="0"/>
              </a:spcAft>
              <a:buNone/>
            </a:pPr>
            <a:r>
              <a:rPr lang="en"/>
              <a:t>Mercury is the closest planet to the Sun</a:t>
            </a:r>
            <a:endParaRPr/>
          </a:p>
        </p:txBody>
      </p:sp>
      <p:sp>
        <p:nvSpPr>
          <p:cNvPr id="1143" name="Google Shape;1143;p47"/>
          <p:cNvSpPr txBox="1"/>
          <p:nvPr>
            <p:ph idx="9" type="title"/>
          </p:nvPr>
        </p:nvSpPr>
        <p:spPr>
          <a:xfrm>
            <a:off x="3345663" y="2941575"/>
            <a:ext cx="2447100" cy="4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SATURN</a:t>
            </a:r>
            <a:endParaRPr/>
          </a:p>
        </p:txBody>
      </p:sp>
      <p:sp>
        <p:nvSpPr>
          <p:cNvPr id="1144" name="Google Shape;1144;p47"/>
          <p:cNvSpPr txBox="1"/>
          <p:nvPr>
            <p:ph type="title"/>
          </p:nvPr>
        </p:nvSpPr>
        <p:spPr>
          <a:xfrm>
            <a:off x="720000" y="1512825"/>
            <a:ext cx="2447100" cy="4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MERCURY</a:t>
            </a:r>
            <a:endParaRPr/>
          </a:p>
        </p:txBody>
      </p:sp>
      <p:sp>
        <p:nvSpPr>
          <p:cNvPr id="1145" name="Google Shape;1145;p47"/>
          <p:cNvSpPr txBox="1"/>
          <p:nvPr>
            <p:ph idx="4" type="subTitle"/>
          </p:nvPr>
        </p:nvSpPr>
        <p:spPr>
          <a:xfrm>
            <a:off x="5971346" y="1819275"/>
            <a:ext cx="2447100" cy="924000"/>
          </a:xfrm>
          <a:prstGeom prst="rect">
            <a:avLst/>
          </a:prstGeom>
        </p:spPr>
        <p:txBody>
          <a:bodyPr anchorCtr="0" anchor="ctr" bIns="91425" lIns="91425" spcFirstLastPara="1" rIns="91425" wrap="square" tIns="91425">
            <a:normAutofit/>
          </a:bodyPr>
          <a:lstStyle/>
          <a:p>
            <a:pPr indent="0" lvl="0" marL="0" rtl="0" algn="ctr">
              <a:spcBef>
                <a:spcPts val="0"/>
              </a:spcBef>
              <a:spcAft>
                <a:spcPts val="0"/>
              </a:spcAft>
              <a:buNone/>
            </a:pPr>
            <a:r>
              <a:rPr lang="en"/>
              <a:t>Despite being red, Mars is a cold place, not hot</a:t>
            </a:r>
            <a:endParaRPr/>
          </a:p>
        </p:txBody>
      </p:sp>
      <p:sp>
        <p:nvSpPr>
          <p:cNvPr id="1146" name="Google Shape;1146;p47"/>
          <p:cNvSpPr txBox="1"/>
          <p:nvPr>
            <p:ph idx="5" type="title"/>
          </p:nvPr>
        </p:nvSpPr>
        <p:spPr>
          <a:xfrm>
            <a:off x="5971338" y="1512825"/>
            <a:ext cx="2447100" cy="4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MARS</a:t>
            </a:r>
            <a:endParaRPr/>
          </a:p>
        </p:txBody>
      </p:sp>
      <p:sp>
        <p:nvSpPr>
          <p:cNvPr id="1147" name="Google Shape;1147;p47"/>
          <p:cNvSpPr txBox="1"/>
          <p:nvPr>
            <p:ph idx="7" type="subTitle"/>
          </p:nvPr>
        </p:nvSpPr>
        <p:spPr>
          <a:xfrm>
            <a:off x="3345667" y="3248025"/>
            <a:ext cx="2447100" cy="924000"/>
          </a:xfrm>
          <a:prstGeom prst="rect">
            <a:avLst/>
          </a:prstGeom>
        </p:spPr>
        <p:txBody>
          <a:bodyPr anchorCtr="0" anchor="ctr" bIns="91425" lIns="91425" spcFirstLastPara="1" rIns="91425" wrap="square" tIns="91425">
            <a:normAutofit/>
          </a:bodyPr>
          <a:lstStyle/>
          <a:p>
            <a:pPr indent="0" lvl="0" marL="0" rtl="0" algn="ctr">
              <a:spcBef>
                <a:spcPts val="0"/>
              </a:spcBef>
              <a:spcAft>
                <a:spcPts val="0"/>
              </a:spcAft>
              <a:buNone/>
            </a:pPr>
            <a:r>
              <a:rPr lang="en"/>
              <a:t>Saturn is the ringed planet and a gas giant</a:t>
            </a:r>
            <a:endParaRPr/>
          </a:p>
        </p:txBody>
      </p:sp>
      <p:sp>
        <p:nvSpPr>
          <p:cNvPr id="1148" name="Google Shape;1148;p47"/>
          <p:cNvSpPr txBox="1"/>
          <p:nvPr>
            <p:ph idx="13" type="subTitle"/>
          </p:nvPr>
        </p:nvSpPr>
        <p:spPr>
          <a:xfrm>
            <a:off x="5971346" y="3248025"/>
            <a:ext cx="2447100" cy="924000"/>
          </a:xfrm>
          <a:prstGeom prst="rect">
            <a:avLst/>
          </a:prstGeom>
        </p:spPr>
        <p:txBody>
          <a:bodyPr anchorCtr="0" anchor="ctr" bIns="91425" lIns="91425" spcFirstLastPara="1" rIns="91425" wrap="square" tIns="91425">
            <a:normAutofit/>
          </a:bodyPr>
          <a:lstStyle/>
          <a:p>
            <a:pPr indent="0" lvl="0" marL="0" rtl="0" algn="ctr">
              <a:spcBef>
                <a:spcPts val="0"/>
              </a:spcBef>
              <a:spcAft>
                <a:spcPts val="0"/>
              </a:spcAft>
              <a:buNone/>
            </a:pPr>
            <a:r>
              <a:rPr lang="en"/>
              <a:t>Neptune is the farthest planet from the Sun</a:t>
            </a:r>
            <a:endParaRPr/>
          </a:p>
        </p:txBody>
      </p:sp>
      <p:sp>
        <p:nvSpPr>
          <p:cNvPr id="1149" name="Google Shape;1149;p47"/>
          <p:cNvSpPr txBox="1"/>
          <p:nvPr>
            <p:ph idx="14" type="title"/>
          </p:nvPr>
        </p:nvSpPr>
        <p:spPr>
          <a:xfrm>
            <a:off x="5971338" y="2941575"/>
            <a:ext cx="2447100" cy="4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NEPTUNE</a:t>
            </a:r>
            <a:endParaRPr/>
          </a:p>
        </p:txBody>
      </p:sp>
      <p:sp>
        <p:nvSpPr>
          <p:cNvPr id="1150" name="Google Shape;1150;p47"/>
          <p:cNvSpPr/>
          <p:nvPr/>
        </p:nvSpPr>
        <p:spPr>
          <a:xfrm>
            <a:off x="1606023" y="758400"/>
            <a:ext cx="495900" cy="537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7"/>
          <p:cNvSpPr/>
          <p:nvPr/>
        </p:nvSpPr>
        <p:spPr>
          <a:xfrm rot="10800000">
            <a:off x="7121056" y="540000"/>
            <a:ext cx="419100" cy="537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 name="Google Shape;1152;p47"/>
          <p:cNvGrpSpPr/>
          <p:nvPr/>
        </p:nvGrpSpPr>
        <p:grpSpPr>
          <a:xfrm>
            <a:off x="7968769" y="808539"/>
            <a:ext cx="634961" cy="424321"/>
            <a:chOff x="7968769" y="808539"/>
            <a:chExt cx="634961" cy="424321"/>
          </a:xfrm>
        </p:grpSpPr>
        <p:sp>
          <p:nvSpPr>
            <p:cNvPr id="1153" name="Google Shape;1153;p47"/>
            <p:cNvSpPr/>
            <p:nvPr/>
          </p:nvSpPr>
          <p:spPr>
            <a:xfrm rot="-4500029">
              <a:off x="8263805" y="820603"/>
              <a:ext cx="107763" cy="107897"/>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7"/>
            <p:cNvSpPr/>
            <p:nvPr/>
          </p:nvSpPr>
          <p:spPr>
            <a:xfrm rot="-4500128">
              <a:off x="8444109" y="985979"/>
              <a:ext cx="143497" cy="143497"/>
            </a:xfrm>
            <a:custGeom>
              <a:rect b="b" l="l" r="r" t="t"/>
              <a:pathLst>
                <a:path extrusionOk="0" h="4493" w="4493">
                  <a:moveTo>
                    <a:pt x="2255" y="0"/>
                  </a:moveTo>
                  <a:cubicBezTo>
                    <a:pt x="1015" y="0"/>
                    <a:pt x="0" y="993"/>
                    <a:pt x="0" y="2238"/>
                  </a:cubicBezTo>
                  <a:cubicBezTo>
                    <a:pt x="0" y="3483"/>
                    <a:pt x="1015" y="4493"/>
                    <a:pt x="2255" y="4493"/>
                  </a:cubicBezTo>
                  <a:cubicBezTo>
                    <a:pt x="3500" y="4493"/>
                    <a:pt x="4493" y="3483"/>
                    <a:pt x="4493" y="2238"/>
                  </a:cubicBezTo>
                  <a:cubicBezTo>
                    <a:pt x="4493" y="993"/>
                    <a:pt x="3500" y="0"/>
                    <a:pt x="2255"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7"/>
            <p:cNvSpPr/>
            <p:nvPr/>
          </p:nvSpPr>
          <p:spPr>
            <a:xfrm rot="-4500128">
              <a:off x="8151558" y="1000695"/>
              <a:ext cx="208715" cy="208715"/>
            </a:xfrm>
            <a:custGeom>
              <a:rect b="b" l="l" r="r" t="t"/>
              <a:pathLst>
                <a:path extrusionOk="0" h="6535" w="6535">
                  <a:moveTo>
                    <a:pt x="3269" y="0"/>
                  </a:moveTo>
                  <a:cubicBezTo>
                    <a:pt x="1458" y="0"/>
                    <a:pt x="0" y="1454"/>
                    <a:pt x="0" y="3265"/>
                  </a:cubicBezTo>
                  <a:cubicBezTo>
                    <a:pt x="0" y="5077"/>
                    <a:pt x="1458" y="6534"/>
                    <a:pt x="3269" y="6534"/>
                  </a:cubicBezTo>
                  <a:cubicBezTo>
                    <a:pt x="5081" y="6534"/>
                    <a:pt x="6534" y="5077"/>
                    <a:pt x="6534" y="3265"/>
                  </a:cubicBezTo>
                  <a:cubicBezTo>
                    <a:pt x="6534" y="1454"/>
                    <a:pt x="5081" y="0"/>
                    <a:pt x="3269" y="0"/>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7"/>
            <p:cNvSpPr/>
            <p:nvPr/>
          </p:nvSpPr>
          <p:spPr>
            <a:xfrm rot="-4500018">
              <a:off x="7983801" y="863761"/>
              <a:ext cx="143522" cy="141254"/>
            </a:xfrm>
            <a:custGeom>
              <a:rect b="b" l="l" r="r" t="t"/>
              <a:pathLst>
                <a:path extrusionOk="0" h="1139" w="1157">
                  <a:moveTo>
                    <a:pt x="500" y="321"/>
                  </a:moveTo>
                  <a:lnTo>
                    <a:pt x="572" y="1"/>
                  </a:lnTo>
                  <a:lnTo>
                    <a:pt x="657" y="321"/>
                  </a:lnTo>
                  <a:cubicBezTo>
                    <a:pt x="679" y="410"/>
                    <a:pt x="747" y="461"/>
                    <a:pt x="819" y="483"/>
                  </a:cubicBezTo>
                  <a:lnTo>
                    <a:pt x="1156" y="568"/>
                  </a:lnTo>
                  <a:lnTo>
                    <a:pt x="819" y="657"/>
                  </a:lnTo>
                  <a:cubicBezTo>
                    <a:pt x="747" y="674"/>
                    <a:pt x="679" y="747"/>
                    <a:pt x="657" y="819"/>
                  </a:cubicBezTo>
                  <a:lnTo>
                    <a:pt x="572" y="1139"/>
                  </a:lnTo>
                  <a:lnTo>
                    <a:pt x="483" y="819"/>
                  </a:lnTo>
                  <a:cubicBezTo>
                    <a:pt x="466" y="747"/>
                    <a:pt x="410" y="674"/>
                    <a:pt x="321" y="657"/>
                  </a:cubicBezTo>
                  <a:lnTo>
                    <a:pt x="1" y="568"/>
                  </a:lnTo>
                  <a:lnTo>
                    <a:pt x="321" y="483"/>
                  </a:lnTo>
                  <a:cubicBezTo>
                    <a:pt x="410" y="461"/>
                    <a:pt x="466" y="393"/>
                    <a:pt x="500" y="3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0" name="Shape 1160"/>
        <p:cNvGrpSpPr/>
        <p:nvPr/>
      </p:nvGrpSpPr>
      <p:grpSpPr>
        <a:xfrm>
          <a:off x="0" y="0"/>
          <a:ext cx="0" cy="0"/>
          <a:chOff x="0" y="0"/>
          <a:chExt cx="0" cy="0"/>
        </a:xfrm>
      </p:grpSpPr>
      <p:sp>
        <p:nvSpPr>
          <p:cNvPr id="1161" name="Google Shape;1161;p48"/>
          <p:cNvSpPr txBox="1"/>
          <p:nvPr>
            <p:ph type="title"/>
          </p:nvPr>
        </p:nvSpPr>
        <p:spPr>
          <a:xfrm>
            <a:off x="1123950" y="1804988"/>
            <a:ext cx="6896100" cy="86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421,259</a:t>
            </a:r>
            <a:endParaRPr/>
          </a:p>
        </p:txBody>
      </p:sp>
      <p:sp>
        <p:nvSpPr>
          <p:cNvPr id="1162" name="Google Shape;1162;p48"/>
          <p:cNvSpPr txBox="1"/>
          <p:nvPr>
            <p:ph idx="1" type="subTitle"/>
          </p:nvPr>
        </p:nvSpPr>
        <p:spPr>
          <a:xfrm>
            <a:off x="2209800" y="2633663"/>
            <a:ext cx="4724400" cy="495300"/>
          </a:xfrm>
          <a:prstGeom prst="rect">
            <a:avLst/>
          </a:prstGeom>
        </p:spPr>
        <p:txBody>
          <a:bodyPr anchorCtr="0" anchor="ctr" bIns="91425" lIns="91425" spcFirstLastPara="1" rIns="91425" wrap="square" tIns="91425">
            <a:normAutofit/>
          </a:bodyPr>
          <a:lstStyle/>
          <a:p>
            <a:pPr indent="0" lvl="0" marL="0" rtl="0" algn="ctr">
              <a:spcBef>
                <a:spcPts val="0"/>
              </a:spcBef>
              <a:spcAft>
                <a:spcPts val="0"/>
              </a:spcAft>
              <a:buNone/>
            </a:pPr>
            <a:r>
              <a:rPr lang="en"/>
              <a:t>Big numbers catch your audience’s attention</a:t>
            </a:r>
            <a:endParaRPr/>
          </a:p>
        </p:txBody>
      </p:sp>
      <p:grpSp>
        <p:nvGrpSpPr>
          <p:cNvPr id="1163" name="Google Shape;1163;p48"/>
          <p:cNvGrpSpPr/>
          <p:nvPr/>
        </p:nvGrpSpPr>
        <p:grpSpPr>
          <a:xfrm>
            <a:off x="7071900" y="447682"/>
            <a:ext cx="1458841" cy="1356983"/>
            <a:chOff x="7071900" y="447682"/>
            <a:chExt cx="1458841" cy="1356983"/>
          </a:xfrm>
        </p:grpSpPr>
        <p:grpSp>
          <p:nvGrpSpPr>
            <p:cNvPr id="1164" name="Google Shape;1164;p48"/>
            <p:cNvGrpSpPr/>
            <p:nvPr/>
          </p:nvGrpSpPr>
          <p:grpSpPr>
            <a:xfrm rot="1800010">
              <a:off x="7167300" y="814606"/>
              <a:ext cx="1268041" cy="721370"/>
              <a:chOff x="411778" y="464322"/>
              <a:chExt cx="1367905" cy="778181"/>
            </a:xfrm>
          </p:grpSpPr>
          <p:grpSp>
            <p:nvGrpSpPr>
              <p:cNvPr id="1165" name="Google Shape;1165;p48"/>
              <p:cNvGrpSpPr/>
              <p:nvPr/>
            </p:nvGrpSpPr>
            <p:grpSpPr>
              <a:xfrm>
                <a:off x="411778" y="464322"/>
                <a:ext cx="1367905" cy="778181"/>
                <a:chOff x="1502875" y="937063"/>
                <a:chExt cx="248200" cy="141200"/>
              </a:xfrm>
            </p:grpSpPr>
            <p:sp>
              <p:nvSpPr>
                <p:cNvPr id="1166" name="Google Shape;1166;p48"/>
                <p:cNvSpPr/>
                <p:nvPr/>
              </p:nvSpPr>
              <p:spPr>
                <a:xfrm>
                  <a:off x="1687100" y="962838"/>
                  <a:ext cx="63975" cy="43075"/>
                </a:xfrm>
                <a:custGeom>
                  <a:rect b="b" l="l" r="r" t="t"/>
                  <a:pathLst>
                    <a:path extrusionOk="0" h="1723" w="2559">
                      <a:moveTo>
                        <a:pt x="2098" y="1"/>
                      </a:moveTo>
                      <a:cubicBezTo>
                        <a:pt x="1885" y="1"/>
                        <a:pt x="1582" y="35"/>
                        <a:pt x="1228" y="107"/>
                      </a:cubicBezTo>
                      <a:cubicBezTo>
                        <a:pt x="870" y="175"/>
                        <a:pt x="461" y="265"/>
                        <a:pt x="1" y="410"/>
                      </a:cubicBezTo>
                      <a:lnTo>
                        <a:pt x="35" y="533"/>
                      </a:lnTo>
                      <a:cubicBezTo>
                        <a:pt x="499" y="410"/>
                        <a:pt x="909" y="320"/>
                        <a:pt x="1262" y="248"/>
                      </a:cubicBezTo>
                      <a:cubicBezTo>
                        <a:pt x="1599" y="175"/>
                        <a:pt x="1885" y="141"/>
                        <a:pt x="2098" y="141"/>
                      </a:cubicBezTo>
                      <a:cubicBezTo>
                        <a:pt x="2204" y="141"/>
                        <a:pt x="2294" y="158"/>
                        <a:pt x="2345" y="175"/>
                      </a:cubicBezTo>
                      <a:cubicBezTo>
                        <a:pt x="2362" y="175"/>
                        <a:pt x="2379" y="197"/>
                        <a:pt x="2400" y="197"/>
                      </a:cubicBezTo>
                      <a:lnTo>
                        <a:pt x="2417" y="214"/>
                      </a:lnTo>
                      <a:lnTo>
                        <a:pt x="2417" y="231"/>
                      </a:lnTo>
                      <a:cubicBezTo>
                        <a:pt x="2417" y="248"/>
                        <a:pt x="2417" y="265"/>
                        <a:pt x="2400" y="303"/>
                      </a:cubicBezTo>
                      <a:cubicBezTo>
                        <a:pt x="2362" y="354"/>
                        <a:pt x="2294" y="427"/>
                        <a:pt x="2204" y="495"/>
                      </a:cubicBezTo>
                      <a:cubicBezTo>
                        <a:pt x="1923" y="743"/>
                        <a:pt x="1386" y="1056"/>
                        <a:pt x="673" y="1420"/>
                      </a:cubicBezTo>
                      <a:lnTo>
                        <a:pt x="657" y="1420"/>
                      </a:lnTo>
                      <a:lnTo>
                        <a:pt x="640" y="1437"/>
                      </a:lnTo>
                      <a:cubicBezTo>
                        <a:pt x="589" y="1454"/>
                        <a:pt x="551" y="1475"/>
                        <a:pt x="499" y="1492"/>
                      </a:cubicBezTo>
                      <a:cubicBezTo>
                        <a:pt x="444" y="1527"/>
                        <a:pt x="376" y="1561"/>
                        <a:pt x="303" y="1599"/>
                      </a:cubicBezTo>
                      <a:lnTo>
                        <a:pt x="376" y="1723"/>
                      </a:lnTo>
                      <a:cubicBezTo>
                        <a:pt x="427" y="1688"/>
                        <a:pt x="499" y="1650"/>
                        <a:pt x="568" y="1616"/>
                      </a:cubicBezTo>
                      <a:cubicBezTo>
                        <a:pt x="606" y="1599"/>
                        <a:pt x="657" y="1582"/>
                        <a:pt x="695" y="1561"/>
                      </a:cubicBezTo>
                      <a:cubicBezTo>
                        <a:pt x="1262" y="1279"/>
                        <a:pt x="1723" y="1028"/>
                        <a:pt x="2042" y="798"/>
                      </a:cubicBezTo>
                      <a:cubicBezTo>
                        <a:pt x="2204" y="691"/>
                        <a:pt x="2328" y="585"/>
                        <a:pt x="2417" y="495"/>
                      </a:cubicBezTo>
                      <a:cubicBezTo>
                        <a:pt x="2452" y="461"/>
                        <a:pt x="2486" y="410"/>
                        <a:pt x="2524" y="371"/>
                      </a:cubicBezTo>
                      <a:cubicBezTo>
                        <a:pt x="2541" y="320"/>
                        <a:pt x="2558" y="282"/>
                        <a:pt x="2558" y="231"/>
                      </a:cubicBezTo>
                      <a:cubicBezTo>
                        <a:pt x="2558" y="214"/>
                        <a:pt x="2558" y="197"/>
                        <a:pt x="2541" y="175"/>
                      </a:cubicBezTo>
                      <a:cubicBezTo>
                        <a:pt x="2541" y="141"/>
                        <a:pt x="2507" y="107"/>
                        <a:pt x="2486" y="90"/>
                      </a:cubicBezTo>
                      <a:cubicBezTo>
                        <a:pt x="2434" y="52"/>
                        <a:pt x="2379" y="35"/>
                        <a:pt x="2328" y="18"/>
                      </a:cubicBezTo>
                      <a:cubicBezTo>
                        <a:pt x="2255" y="1"/>
                        <a:pt x="2187" y="1"/>
                        <a:pt x="209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8"/>
                <p:cNvSpPr/>
                <p:nvPr/>
              </p:nvSpPr>
              <p:spPr>
                <a:xfrm>
                  <a:off x="1502875" y="1021863"/>
                  <a:ext cx="67050" cy="42225"/>
                </a:xfrm>
                <a:custGeom>
                  <a:rect b="b" l="l" r="r" t="t"/>
                  <a:pathLst>
                    <a:path extrusionOk="0" h="1689" w="2682">
                      <a:moveTo>
                        <a:pt x="2097" y="1"/>
                      </a:moveTo>
                      <a:cubicBezTo>
                        <a:pt x="1918" y="107"/>
                        <a:pt x="1722" y="197"/>
                        <a:pt x="1564" y="287"/>
                      </a:cubicBezTo>
                      <a:cubicBezTo>
                        <a:pt x="1138" y="500"/>
                        <a:pt x="780" y="691"/>
                        <a:pt x="516" y="887"/>
                      </a:cubicBezTo>
                      <a:cubicBezTo>
                        <a:pt x="371" y="994"/>
                        <a:pt x="230" y="1084"/>
                        <a:pt x="158" y="1190"/>
                      </a:cubicBezTo>
                      <a:cubicBezTo>
                        <a:pt x="107" y="1224"/>
                        <a:pt x="72" y="1280"/>
                        <a:pt x="51" y="1314"/>
                      </a:cubicBezTo>
                      <a:cubicBezTo>
                        <a:pt x="17" y="1352"/>
                        <a:pt x="0" y="1403"/>
                        <a:pt x="0" y="1459"/>
                      </a:cubicBezTo>
                      <a:cubicBezTo>
                        <a:pt x="0" y="1476"/>
                        <a:pt x="17" y="1493"/>
                        <a:pt x="17" y="1510"/>
                      </a:cubicBezTo>
                      <a:cubicBezTo>
                        <a:pt x="34" y="1544"/>
                        <a:pt x="51" y="1582"/>
                        <a:pt x="90" y="1599"/>
                      </a:cubicBezTo>
                      <a:cubicBezTo>
                        <a:pt x="124" y="1633"/>
                        <a:pt x="179" y="1650"/>
                        <a:pt x="247" y="1672"/>
                      </a:cubicBezTo>
                      <a:cubicBezTo>
                        <a:pt x="303" y="1672"/>
                        <a:pt x="392" y="1689"/>
                        <a:pt x="460" y="1689"/>
                      </a:cubicBezTo>
                      <a:cubicBezTo>
                        <a:pt x="691" y="1689"/>
                        <a:pt x="1010" y="1633"/>
                        <a:pt x="1385" y="1565"/>
                      </a:cubicBezTo>
                      <a:cubicBezTo>
                        <a:pt x="1756" y="1493"/>
                        <a:pt x="2204" y="1386"/>
                        <a:pt x="2681" y="1246"/>
                      </a:cubicBezTo>
                      <a:lnTo>
                        <a:pt x="2647" y="1101"/>
                      </a:lnTo>
                      <a:cubicBezTo>
                        <a:pt x="2165" y="1246"/>
                        <a:pt x="1722" y="1352"/>
                        <a:pt x="1351" y="1420"/>
                      </a:cubicBezTo>
                      <a:cubicBezTo>
                        <a:pt x="976" y="1493"/>
                        <a:pt x="673" y="1544"/>
                        <a:pt x="460" y="1544"/>
                      </a:cubicBezTo>
                      <a:cubicBezTo>
                        <a:pt x="354" y="1544"/>
                        <a:pt x="286" y="1527"/>
                        <a:pt x="230" y="1510"/>
                      </a:cubicBezTo>
                      <a:cubicBezTo>
                        <a:pt x="196" y="1510"/>
                        <a:pt x="179" y="1493"/>
                        <a:pt x="158" y="1493"/>
                      </a:cubicBezTo>
                      <a:cubicBezTo>
                        <a:pt x="158" y="1476"/>
                        <a:pt x="158" y="1476"/>
                        <a:pt x="141" y="1459"/>
                      </a:cubicBezTo>
                      <a:cubicBezTo>
                        <a:pt x="141" y="1437"/>
                        <a:pt x="158" y="1420"/>
                        <a:pt x="179" y="1386"/>
                      </a:cubicBezTo>
                      <a:cubicBezTo>
                        <a:pt x="196" y="1352"/>
                        <a:pt x="247" y="1280"/>
                        <a:pt x="320" y="1207"/>
                      </a:cubicBezTo>
                      <a:cubicBezTo>
                        <a:pt x="392" y="1156"/>
                        <a:pt x="499" y="1084"/>
                        <a:pt x="605" y="994"/>
                      </a:cubicBezTo>
                      <a:cubicBezTo>
                        <a:pt x="852" y="819"/>
                        <a:pt x="1206" y="623"/>
                        <a:pt x="1615" y="410"/>
                      </a:cubicBezTo>
                      <a:cubicBezTo>
                        <a:pt x="1794" y="321"/>
                        <a:pt x="1969" y="231"/>
                        <a:pt x="2165" y="142"/>
                      </a:cubicBezTo>
                      <a:lnTo>
                        <a:pt x="2097"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8"/>
                <p:cNvSpPr/>
                <p:nvPr/>
              </p:nvSpPr>
              <p:spPr>
                <a:xfrm>
                  <a:off x="1554325" y="937063"/>
                  <a:ext cx="141225" cy="114150"/>
                </a:xfrm>
                <a:custGeom>
                  <a:rect b="b" l="l" r="r" t="t"/>
                  <a:pathLst>
                    <a:path extrusionOk="0" h="4566" w="5649">
                      <a:moveTo>
                        <a:pt x="2827" y="0"/>
                      </a:moveTo>
                      <a:cubicBezTo>
                        <a:pt x="1262" y="0"/>
                        <a:pt x="1" y="1262"/>
                        <a:pt x="1" y="2826"/>
                      </a:cubicBezTo>
                      <a:cubicBezTo>
                        <a:pt x="1" y="3039"/>
                        <a:pt x="18" y="3252"/>
                        <a:pt x="73" y="3465"/>
                      </a:cubicBezTo>
                      <a:cubicBezTo>
                        <a:pt x="180" y="3870"/>
                        <a:pt x="359" y="4245"/>
                        <a:pt x="606" y="4565"/>
                      </a:cubicBezTo>
                      <a:cubicBezTo>
                        <a:pt x="892" y="4493"/>
                        <a:pt x="1173" y="4403"/>
                        <a:pt x="1476" y="4318"/>
                      </a:cubicBezTo>
                      <a:cubicBezTo>
                        <a:pt x="1616" y="4262"/>
                        <a:pt x="1761" y="4228"/>
                        <a:pt x="1902" y="4173"/>
                      </a:cubicBezTo>
                      <a:cubicBezTo>
                        <a:pt x="2149" y="4083"/>
                        <a:pt x="2418" y="3998"/>
                        <a:pt x="2665" y="3909"/>
                      </a:cubicBezTo>
                      <a:cubicBezTo>
                        <a:pt x="2844" y="3853"/>
                        <a:pt x="3001" y="3785"/>
                        <a:pt x="3163" y="3730"/>
                      </a:cubicBezTo>
                      <a:cubicBezTo>
                        <a:pt x="3428" y="3623"/>
                        <a:pt x="3679" y="3534"/>
                        <a:pt x="3926" y="3427"/>
                      </a:cubicBezTo>
                      <a:cubicBezTo>
                        <a:pt x="4549" y="3180"/>
                        <a:pt x="5133" y="2933"/>
                        <a:pt x="5648" y="2681"/>
                      </a:cubicBezTo>
                      <a:cubicBezTo>
                        <a:pt x="5631" y="2255"/>
                        <a:pt x="5508" y="1867"/>
                        <a:pt x="5329" y="1492"/>
                      </a:cubicBezTo>
                      <a:cubicBezTo>
                        <a:pt x="4851" y="605"/>
                        <a:pt x="3909" y="0"/>
                        <a:pt x="28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8"/>
                <p:cNvSpPr/>
                <p:nvPr/>
              </p:nvSpPr>
              <p:spPr>
                <a:xfrm>
                  <a:off x="1569450" y="1004088"/>
                  <a:ext cx="126100" cy="74175"/>
                </a:xfrm>
                <a:custGeom>
                  <a:rect b="b" l="l" r="r" t="t"/>
                  <a:pathLst>
                    <a:path extrusionOk="0" h="2967" w="5044">
                      <a:moveTo>
                        <a:pt x="5043" y="0"/>
                      </a:moveTo>
                      <a:cubicBezTo>
                        <a:pt x="4528" y="252"/>
                        <a:pt x="3944" y="499"/>
                        <a:pt x="3321" y="746"/>
                      </a:cubicBezTo>
                      <a:cubicBezTo>
                        <a:pt x="3074" y="853"/>
                        <a:pt x="2823" y="942"/>
                        <a:pt x="2558" y="1049"/>
                      </a:cubicBezTo>
                      <a:cubicBezTo>
                        <a:pt x="2396" y="1104"/>
                        <a:pt x="2239" y="1172"/>
                        <a:pt x="2060" y="1228"/>
                      </a:cubicBezTo>
                      <a:cubicBezTo>
                        <a:pt x="1813" y="1317"/>
                        <a:pt x="1544" y="1402"/>
                        <a:pt x="1297" y="1492"/>
                      </a:cubicBezTo>
                      <a:cubicBezTo>
                        <a:pt x="1156" y="1547"/>
                        <a:pt x="1011" y="1581"/>
                        <a:pt x="871" y="1637"/>
                      </a:cubicBezTo>
                      <a:cubicBezTo>
                        <a:pt x="568" y="1722"/>
                        <a:pt x="287" y="1812"/>
                        <a:pt x="1" y="1884"/>
                      </a:cubicBezTo>
                      <a:cubicBezTo>
                        <a:pt x="517" y="2540"/>
                        <a:pt x="1314" y="2967"/>
                        <a:pt x="2222" y="2967"/>
                      </a:cubicBezTo>
                      <a:cubicBezTo>
                        <a:pt x="3782" y="2967"/>
                        <a:pt x="5043" y="1688"/>
                        <a:pt x="5043" y="145"/>
                      </a:cubicBezTo>
                      <a:lnTo>
                        <a:pt x="504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 name="Google Shape;1170;p48"/>
              <p:cNvSpPr/>
              <p:nvPr/>
            </p:nvSpPr>
            <p:spPr>
              <a:xfrm rot="-1063722">
                <a:off x="747753" y="946833"/>
                <a:ext cx="754633" cy="33354"/>
              </a:xfrm>
              <a:custGeom>
                <a:rect b="b" l="l" r="r" t="t"/>
                <a:pathLst>
                  <a:path extrusionOk="0" h="10573" w="29051">
                    <a:moveTo>
                      <a:pt x="0" y="10573"/>
                    </a:moveTo>
                    <a:cubicBezTo>
                      <a:pt x="10254" y="9551"/>
                      <a:pt x="20673" y="6000"/>
                      <a:pt x="29051" y="0"/>
                    </a:cubicBezTo>
                  </a:path>
                </a:pathLst>
              </a:custGeom>
              <a:noFill/>
              <a:ln cap="flat" cmpd="sng" w="28575">
                <a:solidFill>
                  <a:schemeClr val="dk1"/>
                </a:solidFill>
                <a:prstDash val="solid"/>
                <a:round/>
                <a:headEnd len="med" w="med" type="none"/>
                <a:tailEnd len="med" w="med" type="none"/>
              </a:ln>
            </p:spPr>
          </p:sp>
          <p:sp>
            <p:nvSpPr>
              <p:cNvPr id="1171" name="Google Shape;1171;p48"/>
              <p:cNvSpPr/>
              <p:nvPr/>
            </p:nvSpPr>
            <p:spPr>
              <a:xfrm>
                <a:off x="1268275" y="587300"/>
                <a:ext cx="25800" cy="69275"/>
              </a:xfrm>
              <a:custGeom>
                <a:rect b="b" l="l" r="r" t="t"/>
                <a:pathLst>
                  <a:path extrusionOk="0" h="2771" w="1032">
                    <a:moveTo>
                      <a:pt x="516" y="141"/>
                    </a:moveTo>
                    <a:cubicBezTo>
                      <a:pt x="533" y="141"/>
                      <a:pt x="550" y="141"/>
                      <a:pt x="567" y="158"/>
                    </a:cubicBezTo>
                    <a:cubicBezTo>
                      <a:pt x="606" y="175"/>
                      <a:pt x="640" y="231"/>
                      <a:pt x="695" y="299"/>
                    </a:cubicBezTo>
                    <a:cubicBezTo>
                      <a:pt x="746" y="405"/>
                      <a:pt x="802" y="550"/>
                      <a:pt x="836" y="746"/>
                    </a:cubicBezTo>
                    <a:cubicBezTo>
                      <a:pt x="870" y="938"/>
                      <a:pt x="887" y="1151"/>
                      <a:pt x="887" y="1386"/>
                    </a:cubicBezTo>
                    <a:cubicBezTo>
                      <a:pt x="887" y="1739"/>
                      <a:pt x="836" y="2059"/>
                      <a:pt x="763" y="2289"/>
                    </a:cubicBezTo>
                    <a:cubicBezTo>
                      <a:pt x="729" y="2396"/>
                      <a:pt x="674" y="2485"/>
                      <a:pt x="640" y="2558"/>
                    </a:cubicBezTo>
                    <a:cubicBezTo>
                      <a:pt x="606" y="2575"/>
                      <a:pt x="589" y="2592"/>
                      <a:pt x="567" y="2609"/>
                    </a:cubicBezTo>
                    <a:cubicBezTo>
                      <a:pt x="550" y="2626"/>
                      <a:pt x="533" y="2626"/>
                      <a:pt x="516" y="2626"/>
                    </a:cubicBezTo>
                    <a:cubicBezTo>
                      <a:pt x="499" y="2626"/>
                      <a:pt x="482" y="2626"/>
                      <a:pt x="461" y="2609"/>
                    </a:cubicBezTo>
                    <a:cubicBezTo>
                      <a:pt x="427" y="2592"/>
                      <a:pt x="393" y="2536"/>
                      <a:pt x="337" y="2468"/>
                    </a:cubicBezTo>
                    <a:cubicBezTo>
                      <a:pt x="286" y="2362"/>
                      <a:pt x="231" y="2217"/>
                      <a:pt x="197" y="2025"/>
                    </a:cubicBezTo>
                    <a:cubicBezTo>
                      <a:pt x="162" y="1829"/>
                      <a:pt x="141" y="1616"/>
                      <a:pt x="141" y="1386"/>
                    </a:cubicBezTo>
                    <a:cubicBezTo>
                      <a:pt x="141" y="1028"/>
                      <a:pt x="197" y="708"/>
                      <a:pt x="269" y="478"/>
                    </a:cubicBezTo>
                    <a:cubicBezTo>
                      <a:pt x="303" y="371"/>
                      <a:pt x="354" y="282"/>
                      <a:pt x="393" y="214"/>
                    </a:cubicBezTo>
                    <a:cubicBezTo>
                      <a:pt x="427" y="192"/>
                      <a:pt x="444" y="175"/>
                      <a:pt x="461" y="158"/>
                    </a:cubicBezTo>
                    <a:cubicBezTo>
                      <a:pt x="482" y="141"/>
                      <a:pt x="499" y="141"/>
                      <a:pt x="516" y="141"/>
                    </a:cubicBezTo>
                    <a:close/>
                    <a:moveTo>
                      <a:pt x="516" y="0"/>
                    </a:moveTo>
                    <a:cubicBezTo>
                      <a:pt x="461" y="0"/>
                      <a:pt x="427" y="17"/>
                      <a:pt x="393" y="34"/>
                    </a:cubicBezTo>
                    <a:cubicBezTo>
                      <a:pt x="320" y="86"/>
                      <a:pt x="269" y="141"/>
                      <a:pt x="231" y="231"/>
                    </a:cubicBezTo>
                    <a:cubicBezTo>
                      <a:pt x="162" y="354"/>
                      <a:pt x="90" y="512"/>
                      <a:pt x="56" y="708"/>
                    </a:cubicBezTo>
                    <a:cubicBezTo>
                      <a:pt x="18" y="921"/>
                      <a:pt x="0" y="1134"/>
                      <a:pt x="0" y="1386"/>
                    </a:cubicBezTo>
                    <a:cubicBezTo>
                      <a:pt x="0" y="1756"/>
                      <a:pt x="56" y="2093"/>
                      <a:pt x="124" y="2345"/>
                    </a:cubicBezTo>
                    <a:cubicBezTo>
                      <a:pt x="180" y="2468"/>
                      <a:pt x="231" y="2558"/>
                      <a:pt x="286" y="2643"/>
                    </a:cubicBezTo>
                    <a:cubicBezTo>
                      <a:pt x="320" y="2681"/>
                      <a:pt x="354" y="2716"/>
                      <a:pt x="393" y="2733"/>
                    </a:cubicBezTo>
                    <a:cubicBezTo>
                      <a:pt x="427" y="2750"/>
                      <a:pt x="461" y="2771"/>
                      <a:pt x="516" y="2771"/>
                    </a:cubicBezTo>
                    <a:cubicBezTo>
                      <a:pt x="567" y="2771"/>
                      <a:pt x="606" y="2750"/>
                      <a:pt x="640" y="2733"/>
                    </a:cubicBezTo>
                    <a:cubicBezTo>
                      <a:pt x="712" y="2698"/>
                      <a:pt x="763" y="2626"/>
                      <a:pt x="819" y="2536"/>
                    </a:cubicBezTo>
                    <a:cubicBezTo>
                      <a:pt x="870" y="2413"/>
                      <a:pt x="942" y="2255"/>
                      <a:pt x="977" y="2059"/>
                    </a:cubicBezTo>
                    <a:cubicBezTo>
                      <a:pt x="1015" y="1846"/>
                      <a:pt x="1032" y="1633"/>
                      <a:pt x="1032" y="1386"/>
                    </a:cubicBezTo>
                    <a:cubicBezTo>
                      <a:pt x="1032" y="1011"/>
                      <a:pt x="977" y="674"/>
                      <a:pt x="908" y="444"/>
                    </a:cubicBezTo>
                    <a:cubicBezTo>
                      <a:pt x="853" y="320"/>
                      <a:pt x="802" y="214"/>
                      <a:pt x="746" y="124"/>
                    </a:cubicBezTo>
                    <a:cubicBezTo>
                      <a:pt x="712" y="86"/>
                      <a:pt x="674" y="69"/>
                      <a:pt x="640" y="34"/>
                    </a:cubicBezTo>
                    <a:cubicBezTo>
                      <a:pt x="606" y="17"/>
                      <a:pt x="567" y="0"/>
                      <a:pt x="516" y="0"/>
                    </a:cubicBezTo>
                    <a:close/>
                  </a:path>
                </a:pathLst>
              </a:custGeom>
              <a:solidFill>
                <a:srgbClr val="01020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8"/>
              <p:cNvSpPr/>
              <p:nvPr/>
            </p:nvSpPr>
            <p:spPr>
              <a:xfrm>
                <a:off x="1231400" y="641000"/>
                <a:ext cx="14300" cy="24850"/>
              </a:xfrm>
              <a:custGeom>
                <a:rect b="b" l="l" r="r" t="t"/>
                <a:pathLst>
                  <a:path extrusionOk="0" h="994" w="572">
                    <a:moveTo>
                      <a:pt x="286" y="141"/>
                    </a:moveTo>
                    <a:cubicBezTo>
                      <a:pt x="303" y="141"/>
                      <a:pt x="303" y="141"/>
                      <a:pt x="320" y="158"/>
                    </a:cubicBezTo>
                    <a:cubicBezTo>
                      <a:pt x="337" y="175"/>
                      <a:pt x="376" y="231"/>
                      <a:pt x="393" y="282"/>
                    </a:cubicBezTo>
                    <a:cubicBezTo>
                      <a:pt x="410" y="337"/>
                      <a:pt x="427" y="410"/>
                      <a:pt x="427" y="495"/>
                    </a:cubicBezTo>
                    <a:cubicBezTo>
                      <a:pt x="427" y="602"/>
                      <a:pt x="410" y="691"/>
                      <a:pt x="376" y="764"/>
                    </a:cubicBezTo>
                    <a:cubicBezTo>
                      <a:pt x="359" y="798"/>
                      <a:pt x="337" y="815"/>
                      <a:pt x="320" y="836"/>
                    </a:cubicBezTo>
                    <a:cubicBezTo>
                      <a:pt x="303" y="836"/>
                      <a:pt x="303" y="853"/>
                      <a:pt x="286" y="853"/>
                    </a:cubicBezTo>
                    <a:cubicBezTo>
                      <a:pt x="269" y="853"/>
                      <a:pt x="269" y="836"/>
                      <a:pt x="252" y="836"/>
                    </a:cubicBezTo>
                    <a:cubicBezTo>
                      <a:pt x="231" y="815"/>
                      <a:pt x="197" y="764"/>
                      <a:pt x="180" y="708"/>
                    </a:cubicBezTo>
                    <a:cubicBezTo>
                      <a:pt x="163" y="657"/>
                      <a:pt x="146" y="568"/>
                      <a:pt x="146" y="495"/>
                    </a:cubicBezTo>
                    <a:cubicBezTo>
                      <a:pt x="146" y="388"/>
                      <a:pt x="163" y="303"/>
                      <a:pt x="197" y="231"/>
                    </a:cubicBezTo>
                    <a:cubicBezTo>
                      <a:pt x="214" y="197"/>
                      <a:pt x="231" y="175"/>
                      <a:pt x="252" y="158"/>
                    </a:cubicBezTo>
                    <a:cubicBezTo>
                      <a:pt x="269" y="141"/>
                      <a:pt x="269" y="141"/>
                      <a:pt x="286" y="141"/>
                    </a:cubicBezTo>
                    <a:close/>
                    <a:moveTo>
                      <a:pt x="286" y="1"/>
                    </a:moveTo>
                    <a:cubicBezTo>
                      <a:pt x="231" y="1"/>
                      <a:pt x="197" y="18"/>
                      <a:pt x="163" y="52"/>
                    </a:cubicBezTo>
                    <a:cubicBezTo>
                      <a:pt x="107" y="107"/>
                      <a:pt x="73" y="158"/>
                      <a:pt x="39" y="231"/>
                    </a:cubicBezTo>
                    <a:cubicBezTo>
                      <a:pt x="18" y="320"/>
                      <a:pt x="1" y="410"/>
                      <a:pt x="1" y="495"/>
                    </a:cubicBezTo>
                    <a:cubicBezTo>
                      <a:pt x="1" y="623"/>
                      <a:pt x="39" y="729"/>
                      <a:pt x="73" y="815"/>
                    </a:cubicBezTo>
                    <a:cubicBezTo>
                      <a:pt x="90" y="870"/>
                      <a:pt x="124" y="904"/>
                      <a:pt x="163" y="943"/>
                    </a:cubicBezTo>
                    <a:cubicBezTo>
                      <a:pt x="197" y="960"/>
                      <a:pt x="231" y="994"/>
                      <a:pt x="286" y="994"/>
                    </a:cubicBezTo>
                    <a:cubicBezTo>
                      <a:pt x="337" y="994"/>
                      <a:pt x="376" y="960"/>
                      <a:pt x="410" y="943"/>
                    </a:cubicBezTo>
                    <a:cubicBezTo>
                      <a:pt x="465" y="887"/>
                      <a:pt x="499" y="836"/>
                      <a:pt x="534" y="747"/>
                    </a:cubicBezTo>
                    <a:cubicBezTo>
                      <a:pt x="551" y="674"/>
                      <a:pt x="572" y="585"/>
                      <a:pt x="572" y="495"/>
                    </a:cubicBezTo>
                    <a:cubicBezTo>
                      <a:pt x="572" y="371"/>
                      <a:pt x="534" y="248"/>
                      <a:pt x="499" y="158"/>
                    </a:cubicBezTo>
                    <a:cubicBezTo>
                      <a:pt x="482" y="124"/>
                      <a:pt x="444" y="90"/>
                      <a:pt x="410" y="52"/>
                    </a:cubicBezTo>
                    <a:cubicBezTo>
                      <a:pt x="376" y="18"/>
                      <a:pt x="337" y="1"/>
                      <a:pt x="286" y="1"/>
                    </a:cubicBezTo>
                    <a:close/>
                  </a:path>
                </a:pathLst>
              </a:custGeom>
              <a:solidFill>
                <a:srgbClr val="01020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8"/>
              <p:cNvSpPr/>
              <p:nvPr/>
            </p:nvSpPr>
            <p:spPr>
              <a:xfrm>
                <a:off x="1277650" y="716025"/>
                <a:ext cx="21775" cy="28475"/>
              </a:xfrm>
              <a:custGeom>
                <a:rect b="b" l="l" r="r" t="t"/>
                <a:pathLst>
                  <a:path extrusionOk="0" h="1139" w="871">
                    <a:moveTo>
                      <a:pt x="427" y="141"/>
                    </a:moveTo>
                    <a:cubicBezTo>
                      <a:pt x="495" y="141"/>
                      <a:pt x="567" y="179"/>
                      <a:pt x="640" y="248"/>
                    </a:cubicBezTo>
                    <a:cubicBezTo>
                      <a:pt x="691" y="337"/>
                      <a:pt x="725" y="444"/>
                      <a:pt x="725" y="567"/>
                    </a:cubicBezTo>
                    <a:cubicBezTo>
                      <a:pt x="725" y="691"/>
                      <a:pt x="691" y="797"/>
                      <a:pt x="640" y="870"/>
                    </a:cubicBezTo>
                    <a:cubicBezTo>
                      <a:pt x="567" y="959"/>
                      <a:pt x="495" y="993"/>
                      <a:pt x="427" y="993"/>
                    </a:cubicBezTo>
                    <a:cubicBezTo>
                      <a:pt x="354" y="993"/>
                      <a:pt x="282" y="959"/>
                      <a:pt x="231" y="870"/>
                    </a:cubicBezTo>
                    <a:cubicBezTo>
                      <a:pt x="175" y="797"/>
                      <a:pt x="141" y="691"/>
                      <a:pt x="141" y="567"/>
                    </a:cubicBezTo>
                    <a:cubicBezTo>
                      <a:pt x="141" y="444"/>
                      <a:pt x="175" y="337"/>
                      <a:pt x="231" y="248"/>
                    </a:cubicBezTo>
                    <a:cubicBezTo>
                      <a:pt x="282" y="179"/>
                      <a:pt x="354" y="141"/>
                      <a:pt x="427" y="141"/>
                    </a:cubicBezTo>
                    <a:close/>
                    <a:moveTo>
                      <a:pt x="427" y="0"/>
                    </a:moveTo>
                    <a:cubicBezTo>
                      <a:pt x="299" y="0"/>
                      <a:pt x="192" y="73"/>
                      <a:pt x="107" y="179"/>
                    </a:cubicBezTo>
                    <a:cubicBezTo>
                      <a:pt x="35" y="265"/>
                      <a:pt x="1" y="410"/>
                      <a:pt x="1" y="567"/>
                    </a:cubicBezTo>
                    <a:cubicBezTo>
                      <a:pt x="1" y="712"/>
                      <a:pt x="35" y="853"/>
                      <a:pt x="107" y="959"/>
                    </a:cubicBezTo>
                    <a:cubicBezTo>
                      <a:pt x="192" y="1066"/>
                      <a:pt x="299" y="1138"/>
                      <a:pt x="427" y="1138"/>
                    </a:cubicBezTo>
                    <a:cubicBezTo>
                      <a:pt x="567" y="1138"/>
                      <a:pt x="674" y="1066"/>
                      <a:pt x="747" y="959"/>
                    </a:cubicBezTo>
                    <a:cubicBezTo>
                      <a:pt x="815" y="853"/>
                      <a:pt x="870" y="712"/>
                      <a:pt x="870" y="567"/>
                    </a:cubicBezTo>
                    <a:cubicBezTo>
                      <a:pt x="870" y="410"/>
                      <a:pt x="815" y="265"/>
                      <a:pt x="747" y="179"/>
                    </a:cubicBezTo>
                    <a:cubicBezTo>
                      <a:pt x="674" y="73"/>
                      <a:pt x="567" y="0"/>
                      <a:pt x="427" y="0"/>
                    </a:cubicBezTo>
                    <a:close/>
                  </a:path>
                </a:pathLst>
              </a:custGeom>
              <a:solidFill>
                <a:srgbClr val="01020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8"/>
              <p:cNvSpPr/>
              <p:nvPr/>
            </p:nvSpPr>
            <p:spPr>
              <a:xfrm>
                <a:off x="1031600" y="600625"/>
                <a:ext cx="15150" cy="15050"/>
              </a:xfrm>
              <a:custGeom>
                <a:rect b="b" l="l" r="r" t="t"/>
                <a:pathLst>
                  <a:path extrusionOk="0" h="602" w="606">
                    <a:moveTo>
                      <a:pt x="303" y="141"/>
                    </a:moveTo>
                    <a:cubicBezTo>
                      <a:pt x="393" y="141"/>
                      <a:pt x="465" y="213"/>
                      <a:pt x="465" y="299"/>
                    </a:cubicBezTo>
                    <a:cubicBezTo>
                      <a:pt x="465" y="388"/>
                      <a:pt x="393" y="461"/>
                      <a:pt x="303" y="461"/>
                    </a:cubicBezTo>
                    <a:cubicBezTo>
                      <a:pt x="214" y="461"/>
                      <a:pt x="146" y="388"/>
                      <a:pt x="146" y="299"/>
                    </a:cubicBezTo>
                    <a:cubicBezTo>
                      <a:pt x="146" y="213"/>
                      <a:pt x="214" y="141"/>
                      <a:pt x="303" y="141"/>
                    </a:cubicBezTo>
                    <a:close/>
                    <a:moveTo>
                      <a:pt x="303" y="0"/>
                    </a:moveTo>
                    <a:cubicBezTo>
                      <a:pt x="124" y="0"/>
                      <a:pt x="1" y="124"/>
                      <a:pt x="1" y="299"/>
                    </a:cubicBezTo>
                    <a:cubicBezTo>
                      <a:pt x="1" y="478"/>
                      <a:pt x="124" y="601"/>
                      <a:pt x="303" y="601"/>
                    </a:cubicBezTo>
                    <a:cubicBezTo>
                      <a:pt x="465" y="601"/>
                      <a:pt x="606" y="478"/>
                      <a:pt x="606" y="299"/>
                    </a:cubicBezTo>
                    <a:cubicBezTo>
                      <a:pt x="606" y="124"/>
                      <a:pt x="465" y="0"/>
                      <a:pt x="303" y="0"/>
                    </a:cubicBezTo>
                    <a:close/>
                  </a:path>
                </a:pathLst>
              </a:custGeom>
              <a:solidFill>
                <a:srgbClr val="21222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 name="Google Shape;1175;p48"/>
            <p:cNvSpPr/>
            <p:nvPr/>
          </p:nvSpPr>
          <p:spPr>
            <a:xfrm rot="-7261803">
              <a:off x="7316124" y="503261"/>
              <a:ext cx="99886" cy="100016"/>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8"/>
            <p:cNvSpPr/>
            <p:nvPr/>
          </p:nvSpPr>
          <p:spPr>
            <a:xfrm rot="-7262007">
              <a:off x="7549310" y="472445"/>
              <a:ext cx="133015" cy="133025"/>
            </a:xfrm>
            <a:custGeom>
              <a:rect b="b" l="l" r="r" t="t"/>
              <a:pathLst>
                <a:path extrusionOk="0" h="4493" w="4493">
                  <a:moveTo>
                    <a:pt x="2255" y="0"/>
                  </a:moveTo>
                  <a:cubicBezTo>
                    <a:pt x="1015" y="0"/>
                    <a:pt x="0" y="993"/>
                    <a:pt x="0" y="2238"/>
                  </a:cubicBezTo>
                  <a:cubicBezTo>
                    <a:pt x="0" y="3483"/>
                    <a:pt x="1015" y="4493"/>
                    <a:pt x="2255" y="4493"/>
                  </a:cubicBezTo>
                  <a:cubicBezTo>
                    <a:pt x="3500" y="4493"/>
                    <a:pt x="4493" y="3483"/>
                    <a:pt x="4493" y="2238"/>
                  </a:cubicBezTo>
                  <a:cubicBezTo>
                    <a:pt x="4493" y="993"/>
                    <a:pt x="3500" y="0"/>
                    <a:pt x="2255"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8"/>
            <p:cNvSpPr/>
            <p:nvPr/>
          </p:nvSpPr>
          <p:spPr>
            <a:xfrm rot="-7261671">
              <a:off x="7170753" y="701171"/>
              <a:ext cx="133044" cy="130944"/>
            </a:xfrm>
            <a:custGeom>
              <a:rect b="b" l="l" r="r" t="t"/>
              <a:pathLst>
                <a:path extrusionOk="0" h="1139" w="1157">
                  <a:moveTo>
                    <a:pt x="500" y="321"/>
                  </a:moveTo>
                  <a:lnTo>
                    <a:pt x="572" y="1"/>
                  </a:lnTo>
                  <a:lnTo>
                    <a:pt x="657" y="321"/>
                  </a:lnTo>
                  <a:cubicBezTo>
                    <a:pt x="679" y="410"/>
                    <a:pt x="747" y="461"/>
                    <a:pt x="819" y="483"/>
                  </a:cubicBezTo>
                  <a:lnTo>
                    <a:pt x="1156" y="568"/>
                  </a:lnTo>
                  <a:lnTo>
                    <a:pt x="819" y="657"/>
                  </a:lnTo>
                  <a:cubicBezTo>
                    <a:pt x="747" y="674"/>
                    <a:pt x="679" y="747"/>
                    <a:pt x="657" y="819"/>
                  </a:cubicBezTo>
                  <a:lnTo>
                    <a:pt x="572" y="1139"/>
                  </a:lnTo>
                  <a:lnTo>
                    <a:pt x="483" y="819"/>
                  </a:lnTo>
                  <a:cubicBezTo>
                    <a:pt x="466" y="747"/>
                    <a:pt x="410" y="674"/>
                    <a:pt x="321" y="657"/>
                  </a:cubicBezTo>
                  <a:lnTo>
                    <a:pt x="1" y="568"/>
                  </a:lnTo>
                  <a:lnTo>
                    <a:pt x="321" y="483"/>
                  </a:lnTo>
                  <a:cubicBezTo>
                    <a:pt x="410" y="461"/>
                    <a:pt x="466" y="393"/>
                    <a:pt x="500" y="3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 name="Google Shape;1178;p48"/>
          <p:cNvGrpSpPr/>
          <p:nvPr/>
        </p:nvGrpSpPr>
        <p:grpSpPr>
          <a:xfrm rot="1599153">
            <a:off x="477955" y="2734172"/>
            <a:ext cx="1230754" cy="790641"/>
            <a:chOff x="-4545775" y="4603505"/>
            <a:chExt cx="1236208" cy="794145"/>
          </a:xfrm>
        </p:grpSpPr>
        <p:grpSp>
          <p:nvGrpSpPr>
            <p:cNvPr id="1179" name="Google Shape;1179;p48"/>
            <p:cNvGrpSpPr/>
            <p:nvPr/>
          </p:nvGrpSpPr>
          <p:grpSpPr>
            <a:xfrm>
              <a:off x="-4102891" y="4603505"/>
              <a:ext cx="177992" cy="219912"/>
              <a:chOff x="-4102891" y="4603505"/>
              <a:chExt cx="177992" cy="219912"/>
            </a:xfrm>
          </p:grpSpPr>
          <p:sp>
            <p:nvSpPr>
              <p:cNvPr id="1180" name="Google Shape;1180;p48"/>
              <p:cNvSpPr/>
              <p:nvPr/>
            </p:nvSpPr>
            <p:spPr>
              <a:xfrm rot="-1369328">
                <a:off x="-4045671" y="4641572"/>
                <a:ext cx="19765" cy="122847"/>
              </a:xfrm>
              <a:custGeom>
                <a:rect b="b" l="l" r="r" t="t"/>
                <a:pathLst>
                  <a:path extrusionOk="0" h="1013" w="163">
                    <a:moveTo>
                      <a:pt x="82" y="0"/>
                    </a:moveTo>
                    <a:cubicBezTo>
                      <a:pt x="41" y="0"/>
                      <a:pt x="1" y="27"/>
                      <a:pt x="1" y="80"/>
                    </a:cubicBezTo>
                    <a:lnTo>
                      <a:pt x="1" y="933"/>
                    </a:lnTo>
                    <a:cubicBezTo>
                      <a:pt x="1" y="986"/>
                      <a:pt x="41" y="1013"/>
                      <a:pt x="82" y="1013"/>
                    </a:cubicBezTo>
                    <a:cubicBezTo>
                      <a:pt x="122" y="1013"/>
                      <a:pt x="163" y="986"/>
                      <a:pt x="163" y="933"/>
                    </a:cubicBezTo>
                    <a:lnTo>
                      <a:pt x="163" y="80"/>
                    </a:lnTo>
                    <a:cubicBezTo>
                      <a:pt x="163" y="27"/>
                      <a:pt x="122" y="0"/>
                      <a:pt x="82" y="0"/>
                    </a:cubicBezTo>
                    <a:close/>
                  </a:path>
                </a:pathLst>
              </a:cu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8"/>
              <p:cNvSpPr/>
              <p:nvPr/>
            </p:nvSpPr>
            <p:spPr>
              <a:xfrm rot="-1369328">
                <a:off x="-4091870" y="4613289"/>
                <a:ext cx="62569" cy="60029"/>
              </a:xfrm>
              <a:custGeom>
                <a:rect b="b" l="l" r="r" t="t"/>
                <a:pathLst>
                  <a:path extrusionOk="0" h="495" w="516">
                    <a:moveTo>
                      <a:pt x="247" y="0"/>
                    </a:moveTo>
                    <a:cubicBezTo>
                      <a:pt x="124" y="0"/>
                      <a:pt x="0" y="107"/>
                      <a:pt x="0" y="248"/>
                    </a:cubicBezTo>
                    <a:cubicBezTo>
                      <a:pt x="0" y="388"/>
                      <a:pt x="124" y="495"/>
                      <a:pt x="247" y="495"/>
                    </a:cubicBezTo>
                    <a:cubicBezTo>
                      <a:pt x="388" y="495"/>
                      <a:pt x="516" y="388"/>
                      <a:pt x="516" y="248"/>
                    </a:cubicBezTo>
                    <a:cubicBezTo>
                      <a:pt x="516" y="107"/>
                      <a:pt x="388" y="0"/>
                      <a:pt x="247" y="0"/>
                    </a:cubicBezTo>
                    <a:close/>
                  </a:path>
                </a:pathLst>
              </a:cu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8"/>
              <p:cNvSpPr/>
              <p:nvPr/>
            </p:nvSpPr>
            <p:spPr>
              <a:xfrm rot="-1369328">
                <a:off x="-4090524" y="4723819"/>
                <a:ext cx="157878" cy="71792"/>
              </a:xfrm>
              <a:custGeom>
                <a:rect b="b" l="l" r="r" t="t"/>
                <a:pathLst>
                  <a:path extrusionOk="0" h="592" w="1302">
                    <a:moveTo>
                      <a:pt x="636" y="1"/>
                    </a:moveTo>
                    <a:cubicBezTo>
                      <a:pt x="457" y="1"/>
                      <a:pt x="281" y="54"/>
                      <a:pt x="163" y="158"/>
                    </a:cubicBezTo>
                    <a:cubicBezTo>
                      <a:pt x="56" y="248"/>
                      <a:pt x="1" y="393"/>
                      <a:pt x="1" y="550"/>
                    </a:cubicBezTo>
                    <a:cubicBezTo>
                      <a:pt x="1" y="578"/>
                      <a:pt x="19" y="592"/>
                      <a:pt x="37" y="592"/>
                    </a:cubicBezTo>
                    <a:cubicBezTo>
                      <a:pt x="55" y="592"/>
                      <a:pt x="73" y="578"/>
                      <a:pt x="73" y="550"/>
                    </a:cubicBezTo>
                    <a:cubicBezTo>
                      <a:pt x="84" y="233"/>
                      <a:pt x="360" y="75"/>
                      <a:pt x="642" y="75"/>
                    </a:cubicBezTo>
                    <a:cubicBezTo>
                      <a:pt x="804" y="75"/>
                      <a:pt x="967" y="127"/>
                      <a:pt x="1084" y="231"/>
                    </a:cubicBezTo>
                    <a:cubicBezTo>
                      <a:pt x="1173" y="320"/>
                      <a:pt x="1207" y="427"/>
                      <a:pt x="1207" y="550"/>
                    </a:cubicBezTo>
                    <a:cubicBezTo>
                      <a:pt x="1199" y="578"/>
                      <a:pt x="1217" y="592"/>
                      <a:pt x="1237" y="592"/>
                    </a:cubicBezTo>
                    <a:cubicBezTo>
                      <a:pt x="1257" y="592"/>
                      <a:pt x="1280" y="578"/>
                      <a:pt x="1280" y="550"/>
                    </a:cubicBezTo>
                    <a:cubicBezTo>
                      <a:pt x="1302" y="182"/>
                      <a:pt x="966" y="1"/>
                      <a:pt x="636" y="1"/>
                    </a:cubicBezTo>
                    <a:close/>
                  </a:path>
                </a:pathLst>
              </a:cu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8"/>
              <p:cNvSpPr/>
              <p:nvPr/>
            </p:nvSpPr>
            <p:spPr>
              <a:xfrm rot="-1369328">
                <a:off x="-4091633" y="4702874"/>
                <a:ext cx="151087" cy="88528"/>
              </a:xfrm>
              <a:custGeom>
                <a:rect b="b" l="l" r="r" t="t"/>
                <a:pathLst>
                  <a:path extrusionOk="0" h="730" w="1246">
                    <a:moveTo>
                      <a:pt x="1" y="729"/>
                    </a:moveTo>
                    <a:cubicBezTo>
                      <a:pt x="1" y="1"/>
                      <a:pt x="1246" y="90"/>
                      <a:pt x="1211" y="7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 name="Google Shape;1184;p48"/>
            <p:cNvSpPr/>
            <p:nvPr/>
          </p:nvSpPr>
          <p:spPr>
            <a:xfrm>
              <a:off x="-4215277" y="5012198"/>
              <a:ext cx="772727" cy="375048"/>
            </a:xfrm>
            <a:custGeom>
              <a:rect b="b" l="l" r="r" t="t"/>
              <a:pathLst>
                <a:path extrusionOk="0" h="6811" w="14033">
                  <a:moveTo>
                    <a:pt x="14032" y="0"/>
                  </a:moveTo>
                  <a:lnTo>
                    <a:pt x="0" y="4301"/>
                  </a:lnTo>
                  <a:cubicBezTo>
                    <a:pt x="1080" y="5496"/>
                    <a:pt x="3363" y="6811"/>
                    <a:pt x="5906" y="6811"/>
                  </a:cubicBezTo>
                  <a:cubicBezTo>
                    <a:pt x="8726" y="6811"/>
                    <a:pt x="11865" y="5193"/>
                    <a:pt x="140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8"/>
            <p:cNvSpPr/>
            <p:nvPr/>
          </p:nvSpPr>
          <p:spPr>
            <a:xfrm>
              <a:off x="-4218086" y="5010326"/>
              <a:ext cx="779500" cy="380499"/>
            </a:xfrm>
            <a:custGeom>
              <a:rect b="b" l="l" r="r" t="t"/>
              <a:pathLst>
                <a:path extrusionOk="0" h="6910" w="14156">
                  <a:moveTo>
                    <a:pt x="14011" y="0"/>
                  </a:moveTo>
                  <a:cubicBezTo>
                    <a:pt x="12928" y="2592"/>
                    <a:pt x="11615" y="4280"/>
                    <a:pt x="10230" y="5328"/>
                  </a:cubicBezTo>
                  <a:cubicBezTo>
                    <a:pt x="8828" y="6377"/>
                    <a:pt x="7353" y="6769"/>
                    <a:pt x="5950" y="6769"/>
                  </a:cubicBezTo>
                  <a:cubicBezTo>
                    <a:pt x="4689" y="6769"/>
                    <a:pt x="3500" y="6449"/>
                    <a:pt x="2485" y="5968"/>
                  </a:cubicBezTo>
                  <a:cubicBezTo>
                    <a:pt x="1475" y="5490"/>
                    <a:pt x="639" y="4868"/>
                    <a:pt x="107" y="4280"/>
                  </a:cubicBezTo>
                  <a:lnTo>
                    <a:pt x="0" y="4369"/>
                  </a:lnTo>
                  <a:cubicBezTo>
                    <a:pt x="550" y="4992"/>
                    <a:pt x="1385" y="5614"/>
                    <a:pt x="2413" y="6091"/>
                  </a:cubicBezTo>
                  <a:cubicBezTo>
                    <a:pt x="3461" y="6590"/>
                    <a:pt x="4672" y="6910"/>
                    <a:pt x="5950" y="6910"/>
                  </a:cubicBezTo>
                  <a:cubicBezTo>
                    <a:pt x="7387" y="6910"/>
                    <a:pt x="8879" y="6500"/>
                    <a:pt x="10298" y="5435"/>
                  </a:cubicBezTo>
                  <a:cubicBezTo>
                    <a:pt x="11722" y="4386"/>
                    <a:pt x="13052" y="2664"/>
                    <a:pt x="14155" y="56"/>
                  </a:cubicBezTo>
                  <a:lnTo>
                    <a:pt x="140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8"/>
            <p:cNvSpPr/>
            <p:nvPr/>
          </p:nvSpPr>
          <p:spPr>
            <a:xfrm>
              <a:off x="-3407425" y="5306738"/>
              <a:ext cx="67400" cy="67400"/>
            </a:xfrm>
            <a:custGeom>
              <a:rect b="b" l="l" r="r" t="t"/>
              <a:pathLst>
                <a:path extrusionOk="0" h="1224" w="1224">
                  <a:moveTo>
                    <a:pt x="623" y="1"/>
                  </a:moveTo>
                  <a:cubicBezTo>
                    <a:pt x="286" y="1"/>
                    <a:pt x="0" y="282"/>
                    <a:pt x="0" y="619"/>
                  </a:cubicBezTo>
                  <a:cubicBezTo>
                    <a:pt x="0" y="960"/>
                    <a:pt x="286" y="1224"/>
                    <a:pt x="623" y="1224"/>
                  </a:cubicBezTo>
                  <a:cubicBezTo>
                    <a:pt x="959" y="1224"/>
                    <a:pt x="1224" y="960"/>
                    <a:pt x="1224" y="619"/>
                  </a:cubicBezTo>
                  <a:cubicBezTo>
                    <a:pt x="1224" y="282"/>
                    <a:pt x="959" y="1"/>
                    <a:pt x="6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8"/>
            <p:cNvSpPr/>
            <p:nvPr/>
          </p:nvSpPr>
          <p:spPr>
            <a:xfrm>
              <a:off x="-3411444" y="5302774"/>
              <a:ext cx="75439" cy="75384"/>
            </a:xfrm>
            <a:custGeom>
              <a:rect b="b" l="l" r="r" t="t"/>
              <a:pathLst>
                <a:path extrusionOk="0" h="1369" w="1370">
                  <a:moveTo>
                    <a:pt x="696" y="141"/>
                  </a:moveTo>
                  <a:cubicBezTo>
                    <a:pt x="836" y="141"/>
                    <a:pt x="977" y="213"/>
                    <a:pt x="1067" y="303"/>
                  </a:cubicBezTo>
                  <a:cubicBezTo>
                    <a:pt x="1173" y="409"/>
                    <a:pt x="1228" y="533"/>
                    <a:pt x="1228" y="691"/>
                  </a:cubicBezTo>
                  <a:cubicBezTo>
                    <a:pt x="1228" y="836"/>
                    <a:pt x="1173" y="976"/>
                    <a:pt x="1067" y="1066"/>
                  </a:cubicBezTo>
                  <a:cubicBezTo>
                    <a:pt x="977" y="1172"/>
                    <a:pt x="836" y="1223"/>
                    <a:pt x="696" y="1223"/>
                  </a:cubicBezTo>
                  <a:cubicBezTo>
                    <a:pt x="534" y="1223"/>
                    <a:pt x="410" y="1172"/>
                    <a:pt x="304" y="1066"/>
                  </a:cubicBezTo>
                  <a:cubicBezTo>
                    <a:pt x="214" y="976"/>
                    <a:pt x="146" y="836"/>
                    <a:pt x="146" y="691"/>
                  </a:cubicBezTo>
                  <a:cubicBezTo>
                    <a:pt x="146" y="533"/>
                    <a:pt x="214" y="409"/>
                    <a:pt x="304" y="303"/>
                  </a:cubicBezTo>
                  <a:cubicBezTo>
                    <a:pt x="410" y="213"/>
                    <a:pt x="534" y="141"/>
                    <a:pt x="696" y="141"/>
                  </a:cubicBezTo>
                  <a:close/>
                  <a:moveTo>
                    <a:pt x="696" y="0"/>
                  </a:moveTo>
                  <a:cubicBezTo>
                    <a:pt x="304" y="0"/>
                    <a:pt x="1" y="303"/>
                    <a:pt x="1" y="691"/>
                  </a:cubicBezTo>
                  <a:cubicBezTo>
                    <a:pt x="1" y="1066"/>
                    <a:pt x="304" y="1368"/>
                    <a:pt x="696" y="1368"/>
                  </a:cubicBezTo>
                  <a:cubicBezTo>
                    <a:pt x="1067" y="1368"/>
                    <a:pt x="1369" y="1066"/>
                    <a:pt x="1369" y="691"/>
                  </a:cubicBezTo>
                  <a:cubicBezTo>
                    <a:pt x="1369" y="303"/>
                    <a:pt x="1067" y="0"/>
                    <a:pt x="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8"/>
            <p:cNvSpPr/>
            <p:nvPr/>
          </p:nvSpPr>
          <p:spPr>
            <a:xfrm>
              <a:off x="-4545775" y="5322212"/>
              <a:ext cx="75439" cy="75439"/>
            </a:xfrm>
            <a:custGeom>
              <a:rect b="b" l="l" r="r" t="t"/>
              <a:pathLst>
                <a:path extrusionOk="0" h="1370" w="1370">
                  <a:moveTo>
                    <a:pt x="691" y="146"/>
                  </a:moveTo>
                  <a:cubicBezTo>
                    <a:pt x="836" y="146"/>
                    <a:pt x="977" y="197"/>
                    <a:pt x="1066" y="304"/>
                  </a:cubicBezTo>
                  <a:cubicBezTo>
                    <a:pt x="1173" y="393"/>
                    <a:pt x="1224" y="534"/>
                    <a:pt x="1224" y="679"/>
                  </a:cubicBezTo>
                  <a:cubicBezTo>
                    <a:pt x="1224" y="836"/>
                    <a:pt x="1173" y="960"/>
                    <a:pt x="1066" y="1067"/>
                  </a:cubicBezTo>
                  <a:cubicBezTo>
                    <a:pt x="977" y="1156"/>
                    <a:pt x="836" y="1229"/>
                    <a:pt x="691" y="1229"/>
                  </a:cubicBezTo>
                  <a:cubicBezTo>
                    <a:pt x="534" y="1229"/>
                    <a:pt x="410" y="1156"/>
                    <a:pt x="303" y="1067"/>
                  </a:cubicBezTo>
                  <a:cubicBezTo>
                    <a:pt x="214" y="960"/>
                    <a:pt x="141" y="836"/>
                    <a:pt x="141" y="679"/>
                  </a:cubicBezTo>
                  <a:cubicBezTo>
                    <a:pt x="141" y="534"/>
                    <a:pt x="214" y="393"/>
                    <a:pt x="303" y="304"/>
                  </a:cubicBezTo>
                  <a:cubicBezTo>
                    <a:pt x="410" y="197"/>
                    <a:pt x="534" y="146"/>
                    <a:pt x="691" y="146"/>
                  </a:cubicBezTo>
                  <a:close/>
                  <a:moveTo>
                    <a:pt x="691" y="1"/>
                  </a:moveTo>
                  <a:cubicBezTo>
                    <a:pt x="321" y="1"/>
                    <a:pt x="1" y="304"/>
                    <a:pt x="1" y="679"/>
                  </a:cubicBezTo>
                  <a:cubicBezTo>
                    <a:pt x="1" y="1050"/>
                    <a:pt x="321" y="1369"/>
                    <a:pt x="691" y="1369"/>
                  </a:cubicBezTo>
                  <a:cubicBezTo>
                    <a:pt x="1066" y="1369"/>
                    <a:pt x="1369" y="1050"/>
                    <a:pt x="1369" y="679"/>
                  </a:cubicBezTo>
                  <a:cubicBezTo>
                    <a:pt x="1369" y="304"/>
                    <a:pt x="1066"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8"/>
            <p:cNvSpPr/>
            <p:nvPr/>
          </p:nvSpPr>
          <p:spPr>
            <a:xfrm>
              <a:off x="-4416649" y="4895351"/>
              <a:ext cx="1107082" cy="477964"/>
            </a:xfrm>
            <a:custGeom>
              <a:rect b="b" l="l" r="r" t="t"/>
              <a:pathLst>
                <a:path extrusionOk="0" h="8680" w="20105">
                  <a:moveTo>
                    <a:pt x="13515" y="1"/>
                  </a:moveTo>
                  <a:cubicBezTo>
                    <a:pt x="12715" y="1"/>
                    <a:pt x="12165" y="30"/>
                    <a:pt x="12165" y="30"/>
                  </a:cubicBezTo>
                  <a:lnTo>
                    <a:pt x="5827" y="1291"/>
                  </a:lnTo>
                  <a:cubicBezTo>
                    <a:pt x="5452" y="1483"/>
                    <a:pt x="0" y="4237"/>
                    <a:pt x="320" y="6031"/>
                  </a:cubicBezTo>
                  <a:cubicBezTo>
                    <a:pt x="492" y="7872"/>
                    <a:pt x="2929" y="8679"/>
                    <a:pt x="6014" y="8679"/>
                  </a:cubicBezTo>
                  <a:cubicBezTo>
                    <a:pt x="11885" y="8679"/>
                    <a:pt x="20105" y="5758"/>
                    <a:pt x="19535" y="1483"/>
                  </a:cubicBezTo>
                  <a:cubicBezTo>
                    <a:pt x="19165" y="185"/>
                    <a:pt x="15540" y="1"/>
                    <a:pt x="13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8"/>
            <p:cNvSpPr/>
            <p:nvPr/>
          </p:nvSpPr>
          <p:spPr>
            <a:xfrm>
              <a:off x="-4403984" y="4892047"/>
              <a:ext cx="1068922" cy="485178"/>
            </a:xfrm>
            <a:custGeom>
              <a:rect b="b" l="l" r="r" t="t"/>
              <a:pathLst>
                <a:path extrusionOk="0" h="8811" w="19412">
                  <a:moveTo>
                    <a:pt x="13303" y="0"/>
                  </a:moveTo>
                  <a:cubicBezTo>
                    <a:pt x="12485" y="0"/>
                    <a:pt x="11935" y="17"/>
                    <a:pt x="11935" y="17"/>
                  </a:cubicBezTo>
                  <a:lnTo>
                    <a:pt x="11935" y="158"/>
                  </a:lnTo>
                  <a:lnTo>
                    <a:pt x="12042" y="158"/>
                  </a:lnTo>
                  <a:cubicBezTo>
                    <a:pt x="12221" y="158"/>
                    <a:pt x="12698" y="141"/>
                    <a:pt x="13303" y="141"/>
                  </a:cubicBezTo>
                  <a:cubicBezTo>
                    <a:pt x="14313" y="141"/>
                    <a:pt x="15720" y="179"/>
                    <a:pt x="16909" y="392"/>
                  </a:cubicBezTo>
                  <a:cubicBezTo>
                    <a:pt x="17510" y="499"/>
                    <a:pt x="18043" y="639"/>
                    <a:pt x="18469" y="835"/>
                  </a:cubicBezTo>
                  <a:cubicBezTo>
                    <a:pt x="18665" y="925"/>
                    <a:pt x="18844" y="1032"/>
                    <a:pt x="18968" y="1155"/>
                  </a:cubicBezTo>
                  <a:cubicBezTo>
                    <a:pt x="19109" y="1279"/>
                    <a:pt x="19198" y="1419"/>
                    <a:pt x="19236" y="1564"/>
                  </a:cubicBezTo>
                  <a:lnTo>
                    <a:pt x="19239" y="1564"/>
                  </a:lnTo>
                  <a:lnTo>
                    <a:pt x="19239" y="1564"/>
                  </a:lnTo>
                  <a:cubicBezTo>
                    <a:pt x="19255" y="1701"/>
                    <a:pt x="19271" y="1835"/>
                    <a:pt x="19271" y="1969"/>
                  </a:cubicBezTo>
                  <a:cubicBezTo>
                    <a:pt x="19271" y="2950"/>
                    <a:pt x="18772" y="3870"/>
                    <a:pt x="17958" y="4689"/>
                  </a:cubicBezTo>
                  <a:cubicBezTo>
                    <a:pt x="16730" y="5895"/>
                    <a:pt x="14740" y="6909"/>
                    <a:pt x="12540" y="7600"/>
                  </a:cubicBezTo>
                  <a:cubicBezTo>
                    <a:pt x="10337" y="8295"/>
                    <a:pt x="7886" y="8665"/>
                    <a:pt x="5772" y="8665"/>
                  </a:cubicBezTo>
                  <a:cubicBezTo>
                    <a:pt x="4246" y="8665"/>
                    <a:pt x="2860" y="8469"/>
                    <a:pt x="1867" y="8043"/>
                  </a:cubicBezTo>
                  <a:cubicBezTo>
                    <a:pt x="1369" y="7830"/>
                    <a:pt x="959" y="7566"/>
                    <a:pt x="657" y="7246"/>
                  </a:cubicBezTo>
                  <a:cubicBezTo>
                    <a:pt x="375" y="6909"/>
                    <a:pt x="196" y="6534"/>
                    <a:pt x="162" y="6091"/>
                  </a:cubicBezTo>
                  <a:cubicBezTo>
                    <a:pt x="141" y="6040"/>
                    <a:pt x="141" y="5984"/>
                    <a:pt x="141" y="5950"/>
                  </a:cubicBezTo>
                  <a:cubicBezTo>
                    <a:pt x="141" y="5737"/>
                    <a:pt x="213" y="5507"/>
                    <a:pt x="354" y="5273"/>
                  </a:cubicBezTo>
                  <a:cubicBezTo>
                    <a:pt x="589" y="4868"/>
                    <a:pt x="1032" y="4420"/>
                    <a:pt x="1548" y="3994"/>
                  </a:cubicBezTo>
                  <a:cubicBezTo>
                    <a:pt x="2311" y="3355"/>
                    <a:pt x="3287" y="2736"/>
                    <a:pt x="4084" y="2272"/>
                  </a:cubicBezTo>
                  <a:cubicBezTo>
                    <a:pt x="4885" y="1794"/>
                    <a:pt x="5507" y="1475"/>
                    <a:pt x="5631" y="1419"/>
                  </a:cubicBezTo>
                  <a:lnTo>
                    <a:pt x="5576" y="1296"/>
                  </a:lnTo>
                  <a:cubicBezTo>
                    <a:pt x="5384" y="1385"/>
                    <a:pt x="3998" y="2076"/>
                    <a:pt x="2664" y="2984"/>
                  </a:cubicBezTo>
                  <a:cubicBezTo>
                    <a:pt x="1991" y="3444"/>
                    <a:pt x="1334" y="3943"/>
                    <a:pt x="836" y="4441"/>
                  </a:cubicBezTo>
                  <a:cubicBezTo>
                    <a:pt x="589" y="4706"/>
                    <a:pt x="375" y="4953"/>
                    <a:pt x="230" y="5204"/>
                  </a:cubicBezTo>
                  <a:cubicBezTo>
                    <a:pt x="90" y="5452"/>
                    <a:pt x="0" y="5699"/>
                    <a:pt x="0" y="5950"/>
                  </a:cubicBezTo>
                  <a:cubicBezTo>
                    <a:pt x="0" y="6001"/>
                    <a:pt x="0" y="6057"/>
                    <a:pt x="17" y="6108"/>
                  </a:cubicBezTo>
                  <a:cubicBezTo>
                    <a:pt x="56" y="6573"/>
                    <a:pt x="248" y="6999"/>
                    <a:pt x="550" y="7336"/>
                  </a:cubicBezTo>
                  <a:cubicBezTo>
                    <a:pt x="1032" y="7851"/>
                    <a:pt x="1739" y="8222"/>
                    <a:pt x="2647" y="8452"/>
                  </a:cubicBezTo>
                  <a:cubicBezTo>
                    <a:pt x="3534" y="8704"/>
                    <a:pt x="4616" y="8810"/>
                    <a:pt x="5772" y="8810"/>
                  </a:cubicBezTo>
                  <a:cubicBezTo>
                    <a:pt x="8632" y="8810"/>
                    <a:pt x="12024" y="8133"/>
                    <a:pt x="14706" y="6943"/>
                  </a:cubicBezTo>
                  <a:cubicBezTo>
                    <a:pt x="16057" y="6338"/>
                    <a:pt x="17229" y="5614"/>
                    <a:pt x="18064" y="4778"/>
                  </a:cubicBezTo>
                  <a:cubicBezTo>
                    <a:pt x="18895" y="3943"/>
                    <a:pt x="19411" y="3001"/>
                    <a:pt x="19411" y="1969"/>
                  </a:cubicBezTo>
                  <a:cubicBezTo>
                    <a:pt x="19411" y="1829"/>
                    <a:pt x="19394" y="1671"/>
                    <a:pt x="19377" y="1526"/>
                  </a:cubicBezTo>
                  <a:cubicBezTo>
                    <a:pt x="19322" y="1351"/>
                    <a:pt x="19215" y="1189"/>
                    <a:pt x="19074" y="1049"/>
                  </a:cubicBezTo>
                  <a:cubicBezTo>
                    <a:pt x="18810" y="818"/>
                    <a:pt x="18435" y="639"/>
                    <a:pt x="17992" y="499"/>
                  </a:cubicBezTo>
                  <a:cubicBezTo>
                    <a:pt x="17318" y="286"/>
                    <a:pt x="16483" y="158"/>
                    <a:pt x="15648" y="90"/>
                  </a:cubicBezTo>
                  <a:cubicBezTo>
                    <a:pt x="14812" y="17"/>
                    <a:pt x="13977" y="0"/>
                    <a:pt x="133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8"/>
            <p:cNvSpPr/>
            <p:nvPr/>
          </p:nvSpPr>
          <p:spPr>
            <a:xfrm>
              <a:off x="-4257292" y="4745410"/>
              <a:ext cx="697343" cy="396853"/>
            </a:xfrm>
            <a:custGeom>
              <a:rect b="b" l="l" r="r" t="t"/>
              <a:pathLst>
                <a:path extrusionOk="0" h="7207" w="12664">
                  <a:moveTo>
                    <a:pt x="6980" y="1"/>
                  </a:moveTo>
                  <a:cubicBezTo>
                    <a:pt x="6468" y="1"/>
                    <a:pt x="5944" y="56"/>
                    <a:pt x="5418" y="178"/>
                  </a:cubicBezTo>
                  <a:cubicBezTo>
                    <a:pt x="2114" y="958"/>
                    <a:pt x="0" y="4065"/>
                    <a:pt x="354" y="5557"/>
                  </a:cubicBezTo>
                  <a:cubicBezTo>
                    <a:pt x="594" y="6605"/>
                    <a:pt x="2126" y="7207"/>
                    <a:pt x="4161" y="7207"/>
                  </a:cubicBezTo>
                  <a:cubicBezTo>
                    <a:pt x="5024" y="7207"/>
                    <a:pt x="5977" y="7098"/>
                    <a:pt x="6961" y="6870"/>
                  </a:cubicBezTo>
                  <a:cubicBezTo>
                    <a:pt x="10264" y="6107"/>
                    <a:pt x="12664" y="4278"/>
                    <a:pt x="12327" y="2787"/>
                  </a:cubicBezTo>
                  <a:cubicBezTo>
                    <a:pt x="12026" y="1532"/>
                    <a:pt x="9682" y="1"/>
                    <a:pt x="69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8"/>
            <p:cNvSpPr/>
            <p:nvPr/>
          </p:nvSpPr>
          <p:spPr>
            <a:xfrm>
              <a:off x="-4243691" y="4742271"/>
              <a:ext cx="670141" cy="404012"/>
            </a:xfrm>
            <a:custGeom>
              <a:rect b="b" l="l" r="r" t="t"/>
              <a:pathLst>
                <a:path extrusionOk="0" h="7337" w="12170">
                  <a:moveTo>
                    <a:pt x="6735" y="146"/>
                  </a:moveTo>
                  <a:cubicBezTo>
                    <a:pt x="8065" y="146"/>
                    <a:pt x="9327" y="516"/>
                    <a:pt x="10269" y="1049"/>
                  </a:cubicBezTo>
                  <a:cubicBezTo>
                    <a:pt x="10746" y="1318"/>
                    <a:pt x="11155" y="1620"/>
                    <a:pt x="11441" y="1940"/>
                  </a:cubicBezTo>
                  <a:cubicBezTo>
                    <a:pt x="11743" y="2238"/>
                    <a:pt x="11935" y="2558"/>
                    <a:pt x="12008" y="2861"/>
                  </a:cubicBezTo>
                  <a:cubicBezTo>
                    <a:pt x="12025" y="2950"/>
                    <a:pt x="12025" y="3040"/>
                    <a:pt x="12025" y="3129"/>
                  </a:cubicBezTo>
                  <a:cubicBezTo>
                    <a:pt x="12042" y="3466"/>
                    <a:pt x="11901" y="3820"/>
                    <a:pt x="11637" y="4195"/>
                  </a:cubicBezTo>
                  <a:cubicBezTo>
                    <a:pt x="11262" y="4728"/>
                    <a:pt x="10588" y="5260"/>
                    <a:pt x="9753" y="5721"/>
                  </a:cubicBezTo>
                  <a:cubicBezTo>
                    <a:pt x="8900" y="6181"/>
                    <a:pt x="7852" y="6590"/>
                    <a:pt x="6697" y="6859"/>
                  </a:cubicBezTo>
                  <a:cubicBezTo>
                    <a:pt x="5721" y="7089"/>
                    <a:pt x="4762" y="7196"/>
                    <a:pt x="3909" y="7196"/>
                  </a:cubicBezTo>
                  <a:cubicBezTo>
                    <a:pt x="2899" y="7196"/>
                    <a:pt x="2025" y="7034"/>
                    <a:pt x="1369" y="6769"/>
                  </a:cubicBezTo>
                  <a:cubicBezTo>
                    <a:pt x="1032" y="6629"/>
                    <a:pt x="768" y="6450"/>
                    <a:pt x="572" y="6254"/>
                  </a:cubicBezTo>
                  <a:cubicBezTo>
                    <a:pt x="359" y="6057"/>
                    <a:pt x="235" y="5844"/>
                    <a:pt x="180" y="5597"/>
                  </a:cubicBezTo>
                  <a:cubicBezTo>
                    <a:pt x="145" y="5508"/>
                    <a:pt x="145" y="5384"/>
                    <a:pt x="145" y="5277"/>
                  </a:cubicBezTo>
                  <a:cubicBezTo>
                    <a:pt x="145" y="4885"/>
                    <a:pt x="269" y="4442"/>
                    <a:pt x="499" y="3943"/>
                  </a:cubicBezTo>
                  <a:cubicBezTo>
                    <a:pt x="853" y="3236"/>
                    <a:pt x="1458" y="2452"/>
                    <a:pt x="2260" y="1778"/>
                  </a:cubicBezTo>
                  <a:cubicBezTo>
                    <a:pt x="3057" y="1122"/>
                    <a:pt x="4050" y="572"/>
                    <a:pt x="5188" y="303"/>
                  </a:cubicBezTo>
                  <a:cubicBezTo>
                    <a:pt x="5704" y="197"/>
                    <a:pt x="6219" y="146"/>
                    <a:pt x="6735" y="146"/>
                  </a:cubicBezTo>
                  <a:close/>
                  <a:moveTo>
                    <a:pt x="6735" y="1"/>
                  </a:moveTo>
                  <a:cubicBezTo>
                    <a:pt x="6219" y="1"/>
                    <a:pt x="5687" y="56"/>
                    <a:pt x="5154" y="180"/>
                  </a:cubicBezTo>
                  <a:cubicBezTo>
                    <a:pt x="3606" y="533"/>
                    <a:pt x="2311" y="1407"/>
                    <a:pt x="1424" y="2383"/>
                  </a:cubicBezTo>
                  <a:cubicBezTo>
                    <a:pt x="960" y="2878"/>
                    <a:pt x="606" y="3393"/>
                    <a:pt x="376" y="3892"/>
                  </a:cubicBezTo>
                  <a:cubicBezTo>
                    <a:pt x="128" y="4391"/>
                    <a:pt x="1" y="4868"/>
                    <a:pt x="1" y="5277"/>
                  </a:cubicBezTo>
                  <a:cubicBezTo>
                    <a:pt x="1" y="5401"/>
                    <a:pt x="22" y="5525"/>
                    <a:pt x="39" y="5631"/>
                  </a:cubicBezTo>
                  <a:cubicBezTo>
                    <a:pt x="107" y="5917"/>
                    <a:pt x="252" y="6147"/>
                    <a:pt x="465" y="6360"/>
                  </a:cubicBezTo>
                  <a:cubicBezTo>
                    <a:pt x="802" y="6680"/>
                    <a:pt x="1262" y="6910"/>
                    <a:pt x="1867" y="7089"/>
                  </a:cubicBezTo>
                  <a:cubicBezTo>
                    <a:pt x="2451" y="7247"/>
                    <a:pt x="3146" y="7336"/>
                    <a:pt x="3909" y="7336"/>
                  </a:cubicBezTo>
                  <a:cubicBezTo>
                    <a:pt x="4779" y="7336"/>
                    <a:pt x="5738" y="7213"/>
                    <a:pt x="6735" y="6999"/>
                  </a:cubicBezTo>
                  <a:cubicBezTo>
                    <a:pt x="8278" y="6629"/>
                    <a:pt x="9646" y="6040"/>
                    <a:pt x="10605" y="5350"/>
                  </a:cubicBezTo>
                  <a:cubicBezTo>
                    <a:pt x="11104" y="5009"/>
                    <a:pt x="11492" y="4638"/>
                    <a:pt x="11760" y="4263"/>
                  </a:cubicBezTo>
                  <a:cubicBezTo>
                    <a:pt x="12025" y="3892"/>
                    <a:pt x="12170" y="3517"/>
                    <a:pt x="12170" y="3129"/>
                  </a:cubicBezTo>
                  <a:cubicBezTo>
                    <a:pt x="12170" y="3040"/>
                    <a:pt x="12170" y="2933"/>
                    <a:pt x="12148" y="2827"/>
                  </a:cubicBezTo>
                  <a:cubicBezTo>
                    <a:pt x="12063" y="2507"/>
                    <a:pt x="11850" y="2153"/>
                    <a:pt x="11547" y="1833"/>
                  </a:cubicBezTo>
                  <a:cubicBezTo>
                    <a:pt x="11083" y="1352"/>
                    <a:pt x="10392" y="891"/>
                    <a:pt x="9557" y="555"/>
                  </a:cubicBezTo>
                  <a:cubicBezTo>
                    <a:pt x="8721" y="214"/>
                    <a:pt x="7745" y="1"/>
                    <a:pt x="6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8"/>
            <p:cNvSpPr/>
            <p:nvPr/>
          </p:nvSpPr>
          <p:spPr>
            <a:xfrm>
              <a:off x="-4332620" y="5151126"/>
              <a:ext cx="67620" cy="67675"/>
            </a:xfrm>
            <a:custGeom>
              <a:rect b="b" l="l" r="r" t="t"/>
              <a:pathLst>
                <a:path extrusionOk="0" h="1229" w="1228">
                  <a:moveTo>
                    <a:pt x="622" y="1"/>
                  </a:moveTo>
                  <a:cubicBezTo>
                    <a:pt x="286" y="1"/>
                    <a:pt x="0" y="286"/>
                    <a:pt x="0" y="623"/>
                  </a:cubicBezTo>
                  <a:cubicBezTo>
                    <a:pt x="0" y="960"/>
                    <a:pt x="286" y="1228"/>
                    <a:pt x="622" y="1228"/>
                  </a:cubicBezTo>
                  <a:cubicBezTo>
                    <a:pt x="959" y="1228"/>
                    <a:pt x="1228" y="960"/>
                    <a:pt x="1228" y="623"/>
                  </a:cubicBezTo>
                  <a:cubicBezTo>
                    <a:pt x="1228" y="286"/>
                    <a:pt x="959" y="1"/>
                    <a:pt x="6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8"/>
            <p:cNvSpPr/>
            <p:nvPr/>
          </p:nvSpPr>
          <p:spPr>
            <a:xfrm>
              <a:off x="-4336419" y="5147161"/>
              <a:ext cx="75164" cy="75384"/>
            </a:xfrm>
            <a:custGeom>
              <a:rect b="b" l="l" r="r" t="t"/>
              <a:pathLst>
                <a:path extrusionOk="0" h="1369" w="1365">
                  <a:moveTo>
                    <a:pt x="691" y="145"/>
                  </a:moveTo>
                  <a:cubicBezTo>
                    <a:pt x="832" y="145"/>
                    <a:pt x="977" y="213"/>
                    <a:pt x="1066" y="303"/>
                  </a:cubicBezTo>
                  <a:cubicBezTo>
                    <a:pt x="1173" y="409"/>
                    <a:pt x="1224" y="533"/>
                    <a:pt x="1224" y="695"/>
                  </a:cubicBezTo>
                  <a:cubicBezTo>
                    <a:pt x="1224" y="836"/>
                    <a:pt x="1173" y="981"/>
                    <a:pt x="1066" y="1066"/>
                  </a:cubicBezTo>
                  <a:cubicBezTo>
                    <a:pt x="977" y="1172"/>
                    <a:pt x="832" y="1228"/>
                    <a:pt x="691" y="1228"/>
                  </a:cubicBezTo>
                  <a:cubicBezTo>
                    <a:pt x="534" y="1228"/>
                    <a:pt x="406" y="1172"/>
                    <a:pt x="299" y="1066"/>
                  </a:cubicBezTo>
                  <a:cubicBezTo>
                    <a:pt x="214" y="981"/>
                    <a:pt x="142" y="836"/>
                    <a:pt x="142" y="695"/>
                  </a:cubicBezTo>
                  <a:cubicBezTo>
                    <a:pt x="142" y="533"/>
                    <a:pt x="214" y="409"/>
                    <a:pt x="299" y="303"/>
                  </a:cubicBezTo>
                  <a:cubicBezTo>
                    <a:pt x="406" y="213"/>
                    <a:pt x="534" y="145"/>
                    <a:pt x="691" y="145"/>
                  </a:cubicBezTo>
                  <a:close/>
                  <a:moveTo>
                    <a:pt x="691" y="0"/>
                  </a:moveTo>
                  <a:cubicBezTo>
                    <a:pt x="299" y="0"/>
                    <a:pt x="1" y="303"/>
                    <a:pt x="1" y="695"/>
                  </a:cubicBezTo>
                  <a:cubicBezTo>
                    <a:pt x="1" y="1066"/>
                    <a:pt x="299" y="1368"/>
                    <a:pt x="691" y="1368"/>
                  </a:cubicBezTo>
                  <a:cubicBezTo>
                    <a:pt x="1066" y="1368"/>
                    <a:pt x="1365" y="1066"/>
                    <a:pt x="1365" y="695"/>
                  </a:cubicBezTo>
                  <a:cubicBezTo>
                    <a:pt x="1365" y="303"/>
                    <a:pt x="1066"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8"/>
            <p:cNvSpPr/>
            <p:nvPr/>
          </p:nvSpPr>
          <p:spPr>
            <a:xfrm>
              <a:off x="-4244627" y="5247874"/>
              <a:ext cx="74448" cy="67510"/>
            </a:xfrm>
            <a:custGeom>
              <a:rect b="b" l="l" r="r" t="t"/>
              <a:pathLst>
                <a:path extrusionOk="0" h="1226" w="1352">
                  <a:moveTo>
                    <a:pt x="688" y="1"/>
                  </a:moveTo>
                  <a:cubicBezTo>
                    <a:pt x="637" y="1"/>
                    <a:pt x="585" y="7"/>
                    <a:pt x="533" y="21"/>
                  </a:cubicBezTo>
                  <a:cubicBezTo>
                    <a:pt x="197" y="89"/>
                    <a:pt x="0" y="430"/>
                    <a:pt x="73" y="750"/>
                  </a:cubicBezTo>
                  <a:cubicBezTo>
                    <a:pt x="135" y="1040"/>
                    <a:pt x="393" y="1225"/>
                    <a:pt x="679" y="1225"/>
                  </a:cubicBezTo>
                  <a:cubicBezTo>
                    <a:pt x="725" y="1225"/>
                    <a:pt x="772" y="1220"/>
                    <a:pt x="819" y="1210"/>
                  </a:cubicBezTo>
                  <a:cubicBezTo>
                    <a:pt x="1139" y="1138"/>
                    <a:pt x="1352" y="801"/>
                    <a:pt x="1262" y="481"/>
                  </a:cubicBezTo>
                  <a:cubicBezTo>
                    <a:pt x="1201" y="197"/>
                    <a:pt x="963" y="1"/>
                    <a:pt x="6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8"/>
            <p:cNvSpPr/>
            <p:nvPr/>
          </p:nvSpPr>
          <p:spPr>
            <a:xfrm>
              <a:off x="-4245563" y="5244075"/>
              <a:ext cx="75384" cy="75384"/>
            </a:xfrm>
            <a:custGeom>
              <a:rect b="b" l="l" r="r" t="t"/>
              <a:pathLst>
                <a:path extrusionOk="0" h="1369" w="1369">
                  <a:moveTo>
                    <a:pt x="695" y="141"/>
                  </a:moveTo>
                  <a:cubicBezTo>
                    <a:pt x="942" y="141"/>
                    <a:pt x="1156" y="303"/>
                    <a:pt x="1228" y="567"/>
                  </a:cubicBezTo>
                  <a:lnTo>
                    <a:pt x="1228" y="691"/>
                  </a:lnTo>
                  <a:cubicBezTo>
                    <a:pt x="1228" y="926"/>
                    <a:pt x="1066" y="1156"/>
                    <a:pt x="819" y="1207"/>
                  </a:cubicBezTo>
                  <a:cubicBezTo>
                    <a:pt x="763" y="1224"/>
                    <a:pt x="729" y="1224"/>
                    <a:pt x="695" y="1224"/>
                  </a:cubicBezTo>
                  <a:cubicBezTo>
                    <a:pt x="444" y="1224"/>
                    <a:pt x="214" y="1066"/>
                    <a:pt x="162" y="798"/>
                  </a:cubicBezTo>
                  <a:cubicBezTo>
                    <a:pt x="141" y="764"/>
                    <a:pt x="141" y="729"/>
                    <a:pt x="141" y="674"/>
                  </a:cubicBezTo>
                  <a:cubicBezTo>
                    <a:pt x="141" y="444"/>
                    <a:pt x="320" y="214"/>
                    <a:pt x="567" y="158"/>
                  </a:cubicBezTo>
                  <a:cubicBezTo>
                    <a:pt x="606" y="141"/>
                    <a:pt x="657" y="141"/>
                    <a:pt x="695" y="141"/>
                  </a:cubicBezTo>
                  <a:close/>
                  <a:moveTo>
                    <a:pt x="695" y="1"/>
                  </a:moveTo>
                  <a:cubicBezTo>
                    <a:pt x="640" y="1"/>
                    <a:pt x="589" y="1"/>
                    <a:pt x="533" y="18"/>
                  </a:cubicBezTo>
                  <a:cubicBezTo>
                    <a:pt x="214" y="90"/>
                    <a:pt x="0" y="371"/>
                    <a:pt x="0" y="674"/>
                  </a:cubicBezTo>
                  <a:cubicBezTo>
                    <a:pt x="0" y="729"/>
                    <a:pt x="0" y="781"/>
                    <a:pt x="17" y="836"/>
                  </a:cubicBezTo>
                  <a:cubicBezTo>
                    <a:pt x="90" y="1156"/>
                    <a:pt x="376" y="1369"/>
                    <a:pt x="695" y="1369"/>
                  </a:cubicBezTo>
                  <a:cubicBezTo>
                    <a:pt x="746" y="1369"/>
                    <a:pt x="802" y="1369"/>
                    <a:pt x="836" y="1352"/>
                  </a:cubicBezTo>
                  <a:cubicBezTo>
                    <a:pt x="1156" y="1279"/>
                    <a:pt x="1369" y="994"/>
                    <a:pt x="1369" y="691"/>
                  </a:cubicBezTo>
                  <a:cubicBezTo>
                    <a:pt x="1369" y="640"/>
                    <a:pt x="1369" y="585"/>
                    <a:pt x="1352" y="533"/>
                  </a:cubicBezTo>
                  <a:cubicBezTo>
                    <a:pt x="1279" y="214"/>
                    <a:pt x="994" y="1"/>
                    <a:pt x="6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8"/>
            <p:cNvSpPr/>
            <p:nvPr/>
          </p:nvSpPr>
          <p:spPr>
            <a:xfrm>
              <a:off x="-4102891" y="5260925"/>
              <a:ext cx="74503" cy="68060"/>
            </a:xfrm>
            <a:custGeom>
              <a:rect b="b" l="l" r="r" t="t"/>
              <a:pathLst>
                <a:path extrusionOk="0" h="1236" w="1353">
                  <a:moveTo>
                    <a:pt x="668" y="0"/>
                  </a:moveTo>
                  <a:cubicBezTo>
                    <a:pt x="624" y="0"/>
                    <a:pt x="579" y="5"/>
                    <a:pt x="534" y="14"/>
                  </a:cubicBezTo>
                  <a:cubicBezTo>
                    <a:pt x="214" y="104"/>
                    <a:pt x="1" y="423"/>
                    <a:pt x="73" y="760"/>
                  </a:cubicBezTo>
                  <a:cubicBezTo>
                    <a:pt x="150" y="1050"/>
                    <a:pt x="398" y="1236"/>
                    <a:pt x="680" y="1236"/>
                  </a:cubicBezTo>
                  <a:cubicBezTo>
                    <a:pt x="726" y="1236"/>
                    <a:pt x="772" y="1231"/>
                    <a:pt x="819" y="1221"/>
                  </a:cubicBezTo>
                  <a:cubicBezTo>
                    <a:pt x="1139" y="1152"/>
                    <a:pt x="1352" y="811"/>
                    <a:pt x="1280" y="475"/>
                  </a:cubicBezTo>
                  <a:cubicBezTo>
                    <a:pt x="1206" y="197"/>
                    <a:pt x="955" y="0"/>
                    <a:pt x="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8"/>
            <p:cNvSpPr/>
            <p:nvPr/>
          </p:nvSpPr>
          <p:spPr>
            <a:xfrm>
              <a:off x="-4103827" y="5257676"/>
              <a:ext cx="76375" cy="75439"/>
            </a:xfrm>
            <a:custGeom>
              <a:rect b="b" l="l" r="r" t="t"/>
              <a:pathLst>
                <a:path extrusionOk="0" h="1370" w="1387">
                  <a:moveTo>
                    <a:pt x="696" y="146"/>
                  </a:moveTo>
                  <a:cubicBezTo>
                    <a:pt x="943" y="146"/>
                    <a:pt x="1156" y="303"/>
                    <a:pt x="1228" y="551"/>
                  </a:cubicBezTo>
                  <a:cubicBezTo>
                    <a:pt x="1228" y="606"/>
                    <a:pt x="1246" y="640"/>
                    <a:pt x="1246" y="679"/>
                  </a:cubicBezTo>
                  <a:cubicBezTo>
                    <a:pt x="1246" y="926"/>
                    <a:pt x="1066" y="1156"/>
                    <a:pt x="819" y="1211"/>
                  </a:cubicBezTo>
                  <a:cubicBezTo>
                    <a:pt x="764" y="1228"/>
                    <a:pt x="730" y="1228"/>
                    <a:pt x="696" y="1228"/>
                  </a:cubicBezTo>
                  <a:cubicBezTo>
                    <a:pt x="444" y="1228"/>
                    <a:pt x="214" y="1049"/>
                    <a:pt x="163" y="802"/>
                  </a:cubicBezTo>
                  <a:cubicBezTo>
                    <a:pt x="163" y="764"/>
                    <a:pt x="146" y="713"/>
                    <a:pt x="146" y="679"/>
                  </a:cubicBezTo>
                  <a:cubicBezTo>
                    <a:pt x="146" y="427"/>
                    <a:pt x="321" y="214"/>
                    <a:pt x="572" y="146"/>
                  </a:cubicBezTo>
                  <a:close/>
                  <a:moveTo>
                    <a:pt x="696" y="1"/>
                  </a:moveTo>
                  <a:cubicBezTo>
                    <a:pt x="640" y="1"/>
                    <a:pt x="589" y="1"/>
                    <a:pt x="534" y="18"/>
                  </a:cubicBezTo>
                  <a:cubicBezTo>
                    <a:pt x="214" y="90"/>
                    <a:pt x="1" y="376"/>
                    <a:pt x="1" y="679"/>
                  </a:cubicBezTo>
                  <a:cubicBezTo>
                    <a:pt x="1" y="730"/>
                    <a:pt x="18" y="785"/>
                    <a:pt x="18" y="836"/>
                  </a:cubicBezTo>
                  <a:cubicBezTo>
                    <a:pt x="90" y="1156"/>
                    <a:pt x="376" y="1369"/>
                    <a:pt x="696" y="1369"/>
                  </a:cubicBezTo>
                  <a:cubicBezTo>
                    <a:pt x="747" y="1369"/>
                    <a:pt x="802" y="1352"/>
                    <a:pt x="853" y="1352"/>
                  </a:cubicBezTo>
                  <a:cubicBezTo>
                    <a:pt x="1156" y="1280"/>
                    <a:pt x="1386" y="998"/>
                    <a:pt x="1386" y="679"/>
                  </a:cubicBezTo>
                  <a:cubicBezTo>
                    <a:pt x="1386" y="623"/>
                    <a:pt x="1369" y="572"/>
                    <a:pt x="1369" y="517"/>
                  </a:cubicBezTo>
                  <a:cubicBezTo>
                    <a:pt x="1280" y="214"/>
                    <a:pt x="1015" y="1"/>
                    <a:pt x="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8"/>
            <p:cNvSpPr/>
            <p:nvPr/>
          </p:nvSpPr>
          <p:spPr>
            <a:xfrm>
              <a:off x="-3976572" y="5255033"/>
              <a:ext cx="74448" cy="68060"/>
            </a:xfrm>
            <a:custGeom>
              <a:rect b="b" l="l" r="r" t="t"/>
              <a:pathLst>
                <a:path extrusionOk="0" h="1236" w="1352">
                  <a:moveTo>
                    <a:pt x="660" y="1"/>
                  </a:moveTo>
                  <a:cubicBezTo>
                    <a:pt x="618" y="1"/>
                    <a:pt x="575" y="5"/>
                    <a:pt x="533" y="15"/>
                  </a:cubicBezTo>
                  <a:cubicBezTo>
                    <a:pt x="196" y="104"/>
                    <a:pt x="0" y="424"/>
                    <a:pt x="73" y="761"/>
                  </a:cubicBezTo>
                  <a:cubicBezTo>
                    <a:pt x="132" y="1038"/>
                    <a:pt x="393" y="1235"/>
                    <a:pt x="670" y="1235"/>
                  </a:cubicBezTo>
                  <a:cubicBezTo>
                    <a:pt x="712" y="1235"/>
                    <a:pt x="755" y="1231"/>
                    <a:pt x="797" y="1221"/>
                  </a:cubicBezTo>
                  <a:cubicBezTo>
                    <a:pt x="1138" y="1131"/>
                    <a:pt x="1351" y="812"/>
                    <a:pt x="1262" y="475"/>
                  </a:cubicBezTo>
                  <a:cubicBezTo>
                    <a:pt x="1199" y="198"/>
                    <a:pt x="937" y="1"/>
                    <a:pt x="6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8"/>
            <p:cNvSpPr/>
            <p:nvPr/>
          </p:nvSpPr>
          <p:spPr>
            <a:xfrm>
              <a:off x="-3977508" y="5250903"/>
              <a:ext cx="75384" cy="76320"/>
            </a:xfrm>
            <a:custGeom>
              <a:rect b="b" l="l" r="r" t="t"/>
              <a:pathLst>
                <a:path extrusionOk="0" h="1386" w="1369">
                  <a:moveTo>
                    <a:pt x="691" y="141"/>
                  </a:moveTo>
                  <a:cubicBezTo>
                    <a:pt x="942" y="141"/>
                    <a:pt x="1155" y="320"/>
                    <a:pt x="1206" y="567"/>
                  </a:cubicBezTo>
                  <a:cubicBezTo>
                    <a:pt x="1223" y="605"/>
                    <a:pt x="1223" y="657"/>
                    <a:pt x="1223" y="695"/>
                  </a:cubicBezTo>
                  <a:cubicBezTo>
                    <a:pt x="1223" y="942"/>
                    <a:pt x="1066" y="1172"/>
                    <a:pt x="814" y="1228"/>
                  </a:cubicBezTo>
                  <a:cubicBezTo>
                    <a:pt x="763" y="1228"/>
                    <a:pt x="729" y="1245"/>
                    <a:pt x="691" y="1245"/>
                  </a:cubicBezTo>
                  <a:cubicBezTo>
                    <a:pt x="443" y="1245"/>
                    <a:pt x="213" y="1066"/>
                    <a:pt x="158" y="819"/>
                  </a:cubicBezTo>
                  <a:cubicBezTo>
                    <a:pt x="141" y="780"/>
                    <a:pt x="141" y="729"/>
                    <a:pt x="141" y="695"/>
                  </a:cubicBezTo>
                  <a:cubicBezTo>
                    <a:pt x="141" y="443"/>
                    <a:pt x="320" y="213"/>
                    <a:pt x="567" y="162"/>
                  </a:cubicBezTo>
                  <a:cubicBezTo>
                    <a:pt x="601" y="162"/>
                    <a:pt x="639" y="141"/>
                    <a:pt x="691" y="141"/>
                  </a:cubicBezTo>
                  <a:close/>
                  <a:moveTo>
                    <a:pt x="691" y="0"/>
                  </a:moveTo>
                  <a:cubicBezTo>
                    <a:pt x="639" y="0"/>
                    <a:pt x="584" y="17"/>
                    <a:pt x="533" y="17"/>
                  </a:cubicBezTo>
                  <a:cubicBezTo>
                    <a:pt x="213" y="107"/>
                    <a:pt x="0" y="375"/>
                    <a:pt x="0" y="695"/>
                  </a:cubicBezTo>
                  <a:cubicBezTo>
                    <a:pt x="0" y="746"/>
                    <a:pt x="0" y="802"/>
                    <a:pt x="17" y="853"/>
                  </a:cubicBezTo>
                  <a:cubicBezTo>
                    <a:pt x="90" y="1172"/>
                    <a:pt x="371" y="1385"/>
                    <a:pt x="691" y="1385"/>
                  </a:cubicBezTo>
                  <a:cubicBezTo>
                    <a:pt x="729" y="1385"/>
                    <a:pt x="780" y="1368"/>
                    <a:pt x="835" y="1368"/>
                  </a:cubicBezTo>
                  <a:cubicBezTo>
                    <a:pt x="1155" y="1279"/>
                    <a:pt x="1368" y="1015"/>
                    <a:pt x="1368" y="695"/>
                  </a:cubicBezTo>
                  <a:cubicBezTo>
                    <a:pt x="1368" y="640"/>
                    <a:pt x="1368" y="588"/>
                    <a:pt x="1347" y="533"/>
                  </a:cubicBezTo>
                  <a:cubicBezTo>
                    <a:pt x="1279" y="213"/>
                    <a:pt x="993"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8"/>
            <p:cNvSpPr/>
            <p:nvPr/>
          </p:nvSpPr>
          <p:spPr>
            <a:xfrm>
              <a:off x="-3825916" y="5231575"/>
              <a:ext cx="74228" cy="68060"/>
            </a:xfrm>
            <a:custGeom>
              <a:rect b="b" l="l" r="r" t="t"/>
              <a:pathLst>
                <a:path extrusionOk="0" h="1236" w="1348">
                  <a:moveTo>
                    <a:pt x="666" y="0"/>
                  </a:moveTo>
                  <a:cubicBezTo>
                    <a:pt x="622" y="0"/>
                    <a:pt x="578" y="5"/>
                    <a:pt x="533" y="14"/>
                  </a:cubicBezTo>
                  <a:cubicBezTo>
                    <a:pt x="192" y="104"/>
                    <a:pt x="1" y="424"/>
                    <a:pt x="69" y="760"/>
                  </a:cubicBezTo>
                  <a:cubicBezTo>
                    <a:pt x="131" y="1050"/>
                    <a:pt x="389" y="1236"/>
                    <a:pt x="674" y="1236"/>
                  </a:cubicBezTo>
                  <a:cubicBezTo>
                    <a:pt x="721" y="1236"/>
                    <a:pt x="768" y="1231"/>
                    <a:pt x="815" y="1221"/>
                  </a:cubicBezTo>
                  <a:cubicBezTo>
                    <a:pt x="1134" y="1153"/>
                    <a:pt x="1347" y="812"/>
                    <a:pt x="1279" y="475"/>
                  </a:cubicBezTo>
                  <a:cubicBezTo>
                    <a:pt x="1202" y="197"/>
                    <a:pt x="951" y="0"/>
                    <a:pt x="6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8"/>
            <p:cNvSpPr/>
            <p:nvPr/>
          </p:nvSpPr>
          <p:spPr>
            <a:xfrm>
              <a:off x="-3827072" y="5228381"/>
              <a:ext cx="75384" cy="75384"/>
            </a:xfrm>
            <a:custGeom>
              <a:rect b="b" l="l" r="r" t="t"/>
              <a:pathLst>
                <a:path extrusionOk="0" h="1369" w="1369">
                  <a:moveTo>
                    <a:pt x="695" y="145"/>
                  </a:moveTo>
                  <a:cubicBezTo>
                    <a:pt x="942" y="145"/>
                    <a:pt x="1155" y="303"/>
                    <a:pt x="1228" y="550"/>
                  </a:cubicBezTo>
                  <a:lnTo>
                    <a:pt x="1228" y="678"/>
                  </a:lnTo>
                  <a:cubicBezTo>
                    <a:pt x="1228" y="925"/>
                    <a:pt x="1066" y="1155"/>
                    <a:pt x="819" y="1211"/>
                  </a:cubicBezTo>
                  <a:cubicBezTo>
                    <a:pt x="767" y="1211"/>
                    <a:pt x="729" y="1228"/>
                    <a:pt x="695" y="1228"/>
                  </a:cubicBezTo>
                  <a:cubicBezTo>
                    <a:pt x="448" y="1228"/>
                    <a:pt x="213" y="1049"/>
                    <a:pt x="162" y="801"/>
                  </a:cubicBezTo>
                  <a:cubicBezTo>
                    <a:pt x="145" y="763"/>
                    <a:pt x="145" y="712"/>
                    <a:pt x="145" y="678"/>
                  </a:cubicBezTo>
                  <a:cubicBezTo>
                    <a:pt x="145" y="426"/>
                    <a:pt x="320" y="213"/>
                    <a:pt x="571" y="145"/>
                  </a:cubicBezTo>
                  <a:close/>
                  <a:moveTo>
                    <a:pt x="695" y="0"/>
                  </a:moveTo>
                  <a:cubicBezTo>
                    <a:pt x="640" y="0"/>
                    <a:pt x="588" y="0"/>
                    <a:pt x="533" y="17"/>
                  </a:cubicBezTo>
                  <a:cubicBezTo>
                    <a:pt x="213" y="90"/>
                    <a:pt x="0" y="375"/>
                    <a:pt x="0" y="678"/>
                  </a:cubicBezTo>
                  <a:cubicBezTo>
                    <a:pt x="0" y="729"/>
                    <a:pt x="22" y="784"/>
                    <a:pt x="22" y="835"/>
                  </a:cubicBezTo>
                  <a:cubicBezTo>
                    <a:pt x="90" y="1155"/>
                    <a:pt x="375" y="1368"/>
                    <a:pt x="695" y="1368"/>
                  </a:cubicBezTo>
                  <a:cubicBezTo>
                    <a:pt x="746" y="1368"/>
                    <a:pt x="802" y="1351"/>
                    <a:pt x="853" y="1351"/>
                  </a:cubicBezTo>
                  <a:cubicBezTo>
                    <a:pt x="1155" y="1279"/>
                    <a:pt x="1368" y="997"/>
                    <a:pt x="1368" y="678"/>
                  </a:cubicBezTo>
                  <a:cubicBezTo>
                    <a:pt x="1368" y="622"/>
                    <a:pt x="1368" y="571"/>
                    <a:pt x="1351" y="516"/>
                  </a:cubicBezTo>
                  <a:cubicBezTo>
                    <a:pt x="1279" y="213"/>
                    <a:pt x="998" y="0"/>
                    <a:pt x="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8"/>
            <p:cNvSpPr/>
            <p:nvPr/>
          </p:nvSpPr>
          <p:spPr>
            <a:xfrm>
              <a:off x="-3693045" y="5183614"/>
              <a:ext cx="74448" cy="67510"/>
            </a:xfrm>
            <a:custGeom>
              <a:rect b="b" l="l" r="r" t="t"/>
              <a:pathLst>
                <a:path extrusionOk="0" h="1226" w="1352">
                  <a:moveTo>
                    <a:pt x="673" y="1"/>
                  </a:moveTo>
                  <a:cubicBezTo>
                    <a:pt x="627" y="1"/>
                    <a:pt x="580" y="6"/>
                    <a:pt x="533" y="16"/>
                  </a:cubicBezTo>
                  <a:cubicBezTo>
                    <a:pt x="213" y="84"/>
                    <a:pt x="0" y="425"/>
                    <a:pt x="90" y="762"/>
                  </a:cubicBezTo>
                  <a:cubicBezTo>
                    <a:pt x="151" y="1032"/>
                    <a:pt x="388" y="1226"/>
                    <a:pt x="663" y="1226"/>
                  </a:cubicBezTo>
                  <a:cubicBezTo>
                    <a:pt x="714" y="1226"/>
                    <a:pt x="766" y="1219"/>
                    <a:pt x="818" y="1205"/>
                  </a:cubicBezTo>
                  <a:cubicBezTo>
                    <a:pt x="1155" y="1133"/>
                    <a:pt x="1351" y="813"/>
                    <a:pt x="1279" y="476"/>
                  </a:cubicBezTo>
                  <a:cubicBezTo>
                    <a:pt x="1220" y="187"/>
                    <a:pt x="959" y="1"/>
                    <a:pt x="6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8"/>
            <p:cNvSpPr/>
            <p:nvPr/>
          </p:nvSpPr>
          <p:spPr>
            <a:xfrm>
              <a:off x="-3693045" y="5179539"/>
              <a:ext cx="75384" cy="75384"/>
            </a:xfrm>
            <a:custGeom>
              <a:rect b="b" l="l" r="r" t="t"/>
              <a:pathLst>
                <a:path extrusionOk="0" h="1369" w="1369">
                  <a:moveTo>
                    <a:pt x="678" y="141"/>
                  </a:moveTo>
                  <a:cubicBezTo>
                    <a:pt x="925" y="141"/>
                    <a:pt x="1155" y="320"/>
                    <a:pt x="1211" y="567"/>
                  </a:cubicBezTo>
                  <a:cubicBezTo>
                    <a:pt x="1228" y="606"/>
                    <a:pt x="1228" y="657"/>
                    <a:pt x="1228" y="691"/>
                  </a:cubicBezTo>
                  <a:cubicBezTo>
                    <a:pt x="1228" y="942"/>
                    <a:pt x="1049" y="1156"/>
                    <a:pt x="801" y="1224"/>
                  </a:cubicBezTo>
                  <a:lnTo>
                    <a:pt x="678" y="1224"/>
                  </a:lnTo>
                  <a:cubicBezTo>
                    <a:pt x="426" y="1224"/>
                    <a:pt x="213" y="1066"/>
                    <a:pt x="145" y="819"/>
                  </a:cubicBezTo>
                  <a:lnTo>
                    <a:pt x="145" y="691"/>
                  </a:lnTo>
                  <a:cubicBezTo>
                    <a:pt x="145" y="444"/>
                    <a:pt x="303" y="214"/>
                    <a:pt x="550" y="158"/>
                  </a:cubicBezTo>
                  <a:cubicBezTo>
                    <a:pt x="605" y="141"/>
                    <a:pt x="639" y="141"/>
                    <a:pt x="678" y="141"/>
                  </a:cubicBezTo>
                  <a:close/>
                  <a:moveTo>
                    <a:pt x="678" y="0"/>
                  </a:moveTo>
                  <a:cubicBezTo>
                    <a:pt x="622" y="0"/>
                    <a:pt x="588" y="17"/>
                    <a:pt x="533" y="17"/>
                  </a:cubicBezTo>
                  <a:cubicBezTo>
                    <a:pt x="213" y="90"/>
                    <a:pt x="0" y="371"/>
                    <a:pt x="0" y="691"/>
                  </a:cubicBezTo>
                  <a:cubicBezTo>
                    <a:pt x="0" y="746"/>
                    <a:pt x="0" y="798"/>
                    <a:pt x="17" y="836"/>
                  </a:cubicBezTo>
                  <a:cubicBezTo>
                    <a:pt x="90" y="1156"/>
                    <a:pt x="375" y="1369"/>
                    <a:pt x="678" y="1369"/>
                  </a:cubicBezTo>
                  <a:cubicBezTo>
                    <a:pt x="729" y="1369"/>
                    <a:pt x="784" y="1369"/>
                    <a:pt x="835" y="1352"/>
                  </a:cubicBezTo>
                  <a:cubicBezTo>
                    <a:pt x="1155" y="1279"/>
                    <a:pt x="1368" y="994"/>
                    <a:pt x="1368" y="691"/>
                  </a:cubicBezTo>
                  <a:cubicBezTo>
                    <a:pt x="1368" y="640"/>
                    <a:pt x="1368" y="584"/>
                    <a:pt x="1351" y="533"/>
                  </a:cubicBezTo>
                  <a:cubicBezTo>
                    <a:pt x="1279" y="214"/>
                    <a:pt x="997" y="0"/>
                    <a:pt x="6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8"/>
            <p:cNvSpPr/>
            <p:nvPr/>
          </p:nvSpPr>
          <p:spPr>
            <a:xfrm>
              <a:off x="-3555053" y="5105312"/>
              <a:ext cx="74228" cy="67565"/>
            </a:xfrm>
            <a:custGeom>
              <a:rect b="b" l="l" r="r" t="t"/>
              <a:pathLst>
                <a:path extrusionOk="0" h="1227" w="1348">
                  <a:moveTo>
                    <a:pt x="678" y="1"/>
                  </a:moveTo>
                  <a:cubicBezTo>
                    <a:pt x="636" y="1"/>
                    <a:pt x="593" y="5"/>
                    <a:pt x="550" y="14"/>
                  </a:cubicBezTo>
                  <a:cubicBezTo>
                    <a:pt x="213" y="87"/>
                    <a:pt x="0" y="424"/>
                    <a:pt x="90" y="760"/>
                  </a:cubicBezTo>
                  <a:cubicBezTo>
                    <a:pt x="148" y="1032"/>
                    <a:pt x="400" y="1227"/>
                    <a:pt x="670" y="1227"/>
                  </a:cubicBezTo>
                  <a:cubicBezTo>
                    <a:pt x="718" y="1227"/>
                    <a:pt x="766" y="1221"/>
                    <a:pt x="814" y="1208"/>
                  </a:cubicBezTo>
                  <a:cubicBezTo>
                    <a:pt x="1155" y="1135"/>
                    <a:pt x="1347" y="816"/>
                    <a:pt x="1279" y="479"/>
                  </a:cubicBezTo>
                  <a:cubicBezTo>
                    <a:pt x="1216" y="187"/>
                    <a:pt x="955" y="1"/>
                    <a:pt x="6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8"/>
            <p:cNvSpPr/>
            <p:nvPr/>
          </p:nvSpPr>
          <p:spPr>
            <a:xfrm>
              <a:off x="-3555053" y="5101403"/>
              <a:ext cx="75384" cy="75164"/>
            </a:xfrm>
            <a:custGeom>
              <a:rect b="b" l="l" r="r" t="t"/>
              <a:pathLst>
                <a:path extrusionOk="0" h="1365" w="1369">
                  <a:moveTo>
                    <a:pt x="691" y="141"/>
                  </a:moveTo>
                  <a:cubicBezTo>
                    <a:pt x="921" y="141"/>
                    <a:pt x="1155" y="320"/>
                    <a:pt x="1207" y="567"/>
                  </a:cubicBezTo>
                  <a:cubicBezTo>
                    <a:pt x="1224" y="601"/>
                    <a:pt x="1224" y="639"/>
                    <a:pt x="1224" y="691"/>
                  </a:cubicBezTo>
                  <a:cubicBezTo>
                    <a:pt x="1224" y="938"/>
                    <a:pt x="1066" y="1151"/>
                    <a:pt x="797" y="1223"/>
                  </a:cubicBezTo>
                  <a:lnTo>
                    <a:pt x="674" y="1223"/>
                  </a:lnTo>
                  <a:cubicBezTo>
                    <a:pt x="444" y="1223"/>
                    <a:pt x="213" y="1066"/>
                    <a:pt x="158" y="814"/>
                  </a:cubicBezTo>
                  <a:cubicBezTo>
                    <a:pt x="141" y="763"/>
                    <a:pt x="141" y="725"/>
                    <a:pt x="141" y="691"/>
                  </a:cubicBezTo>
                  <a:cubicBezTo>
                    <a:pt x="141" y="443"/>
                    <a:pt x="303" y="213"/>
                    <a:pt x="567" y="158"/>
                  </a:cubicBezTo>
                  <a:cubicBezTo>
                    <a:pt x="601" y="141"/>
                    <a:pt x="640" y="141"/>
                    <a:pt x="691" y="141"/>
                  </a:cubicBezTo>
                  <a:close/>
                  <a:moveTo>
                    <a:pt x="691" y="0"/>
                  </a:moveTo>
                  <a:cubicBezTo>
                    <a:pt x="640" y="0"/>
                    <a:pt x="584" y="0"/>
                    <a:pt x="533" y="17"/>
                  </a:cubicBezTo>
                  <a:cubicBezTo>
                    <a:pt x="213" y="85"/>
                    <a:pt x="0" y="371"/>
                    <a:pt x="0" y="691"/>
                  </a:cubicBezTo>
                  <a:cubicBezTo>
                    <a:pt x="0" y="746"/>
                    <a:pt x="0" y="797"/>
                    <a:pt x="17" y="831"/>
                  </a:cubicBezTo>
                  <a:cubicBezTo>
                    <a:pt x="90" y="1151"/>
                    <a:pt x="371" y="1364"/>
                    <a:pt x="674" y="1364"/>
                  </a:cubicBezTo>
                  <a:cubicBezTo>
                    <a:pt x="729" y="1364"/>
                    <a:pt x="780" y="1364"/>
                    <a:pt x="836" y="1347"/>
                  </a:cubicBezTo>
                  <a:cubicBezTo>
                    <a:pt x="1155" y="1279"/>
                    <a:pt x="1369" y="993"/>
                    <a:pt x="1369" y="691"/>
                  </a:cubicBezTo>
                  <a:cubicBezTo>
                    <a:pt x="1369" y="639"/>
                    <a:pt x="1369" y="584"/>
                    <a:pt x="1347" y="533"/>
                  </a:cubicBezTo>
                  <a:cubicBezTo>
                    <a:pt x="1279" y="213"/>
                    <a:pt x="993"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8"/>
            <p:cNvSpPr/>
            <p:nvPr/>
          </p:nvSpPr>
          <p:spPr>
            <a:xfrm>
              <a:off x="-3471960" y="5011152"/>
              <a:ext cx="74448" cy="67565"/>
            </a:xfrm>
            <a:custGeom>
              <a:rect b="b" l="l" r="r" t="t"/>
              <a:pathLst>
                <a:path extrusionOk="0" h="1227" w="1352">
                  <a:moveTo>
                    <a:pt x="676" y="1"/>
                  </a:moveTo>
                  <a:cubicBezTo>
                    <a:pt x="629" y="1"/>
                    <a:pt x="581" y="7"/>
                    <a:pt x="533" y="19"/>
                  </a:cubicBezTo>
                  <a:cubicBezTo>
                    <a:pt x="196" y="92"/>
                    <a:pt x="0" y="429"/>
                    <a:pt x="73" y="748"/>
                  </a:cubicBezTo>
                  <a:cubicBezTo>
                    <a:pt x="132" y="1040"/>
                    <a:pt x="393" y="1226"/>
                    <a:pt x="669" y="1226"/>
                  </a:cubicBezTo>
                  <a:cubicBezTo>
                    <a:pt x="712" y="1226"/>
                    <a:pt x="755" y="1222"/>
                    <a:pt x="797" y="1213"/>
                  </a:cubicBezTo>
                  <a:cubicBezTo>
                    <a:pt x="1138" y="1140"/>
                    <a:pt x="1351" y="804"/>
                    <a:pt x="1262" y="484"/>
                  </a:cubicBezTo>
                  <a:cubicBezTo>
                    <a:pt x="1200" y="198"/>
                    <a:pt x="947" y="1"/>
                    <a:pt x="6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8"/>
            <p:cNvSpPr/>
            <p:nvPr/>
          </p:nvSpPr>
          <p:spPr>
            <a:xfrm>
              <a:off x="-3472897" y="5007517"/>
              <a:ext cx="75384" cy="75164"/>
            </a:xfrm>
            <a:custGeom>
              <a:rect b="b" l="l" r="r" t="t"/>
              <a:pathLst>
                <a:path extrusionOk="0" h="1365" w="1369">
                  <a:moveTo>
                    <a:pt x="691" y="141"/>
                  </a:moveTo>
                  <a:cubicBezTo>
                    <a:pt x="942" y="141"/>
                    <a:pt x="1155" y="298"/>
                    <a:pt x="1206" y="550"/>
                  </a:cubicBezTo>
                  <a:cubicBezTo>
                    <a:pt x="1223" y="601"/>
                    <a:pt x="1223" y="639"/>
                    <a:pt x="1223" y="674"/>
                  </a:cubicBezTo>
                  <a:cubicBezTo>
                    <a:pt x="1223" y="921"/>
                    <a:pt x="1066" y="1151"/>
                    <a:pt x="814" y="1206"/>
                  </a:cubicBezTo>
                  <a:cubicBezTo>
                    <a:pt x="763" y="1223"/>
                    <a:pt x="729" y="1223"/>
                    <a:pt x="691" y="1223"/>
                  </a:cubicBezTo>
                  <a:cubicBezTo>
                    <a:pt x="443" y="1223"/>
                    <a:pt x="213" y="1044"/>
                    <a:pt x="158" y="797"/>
                  </a:cubicBezTo>
                  <a:cubicBezTo>
                    <a:pt x="141" y="763"/>
                    <a:pt x="141" y="725"/>
                    <a:pt x="141" y="674"/>
                  </a:cubicBezTo>
                  <a:cubicBezTo>
                    <a:pt x="141" y="426"/>
                    <a:pt x="320" y="213"/>
                    <a:pt x="567" y="158"/>
                  </a:cubicBezTo>
                  <a:cubicBezTo>
                    <a:pt x="601" y="141"/>
                    <a:pt x="640" y="141"/>
                    <a:pt x="691" y="141"/>
                  </a:cubicBezTo>
                  <a:close/>
                  <a:moveTo>
                    <a:pt x="691" y="0"/>
                  </a:moveTo>
                  <a:cubicBezTo>
                    <a:pt x="640" y="0"/>
                    <a:pt x="584" y="0"/>
                    <a:pt x="533" y="17"/>
                  </a:cubicBezTo>
                  <a:cubicBezTo>
                    <a:pt x="213" y="85"/>
                    <a:pt x="0" y="371"/>
                    <a:pt x="0" y="674"/>
                  </a:cubicBezTo>
                  <a:cubicBezTo>
                    <a:pt x="0" y="725"/>
                    <a:pt x="0" y="780"/>
                    <a:pt x="17" y="831"/>
                  </a:cubicBezTo>
                  <a:cubicBezTo>
                    <a:pt x="90" y="1151"/>
                    <a:pt x="371" y="1364"/>
                    <a:pt x="691" y="1364"/>
                  </a:cubicBezTo>
                  <a:cubicBezTo>
                    <a:pt x="729" y="1364"/>
                    <a:pt x="780" y="1364"/>
                    <a:pt x="836" y="1347"/>
                  </a:cubicBezTo>
                  <a:cubicBezTo>
                    <a:pt x="1155" y="1279"/>
                    <a:pt x="1368" y="993"/>
                    <a:pt x="1368" y="674"/>
                  </a:cubicBezTo>
                  <a:cubicBezTo>
                    <a:pt x="1368" y="618"/>
                    <a:pt x="1368" y="584"/>
                    <a:pt x="1347" y="533"/>
                  </a:cubicBezTo>
                  <a:cubicBezTo>
                    <a:pt x="1279" y="213"/>
                    <a:pt x="993"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 name="Google Shape;1209;p48"/>
            <p:cNvGrpSpPr/>
            <p:nvPr/>
          </p:nvGrpSpPr>
          <p:grpSpPr>
            <a:xfrm>
              <a:off x="-3875587" y="4818872"/>
              <a:ext cx="134275" cy="128202"/>
              <a:chOff x="-3875587" y="4818872"/>
              <a:chExt cx="134275" cy="128202"/>
            </a:xfrm>
          </p:grpSpPr>
          <p:sp>
            <p:nvSpPr>
              <p:cNvPr id="1210" name="Google Shape;1210;p48"/>
              <p:cNvSpPr/>
              <p:nvPr/>
            </p:nvSpPr>
            <p:spPr>
              <a:xfrm rot="1073331">
                <a:off x="-3861388" y="4867084"/>
                <a:ext cx="116681" cy="17097"/>
              </a:xfrm>
              <a:custGeom>
                <a:rect b="b" l="l" r="r" t="t"/>
                <a:pathLst>
                  <a:path extrusionOk="0" h="107" w="730">
                    <a:moveTo>
                      <a:pt x="657" y="0"/>
                    </a:moveTo>
                    <a:cubicBezTo>
                      <a:pt x="466" y="17"/>
                      <a:pt x="269" y="17"/>
                      <a:pt x="56" y="17"/>
                    </a:cubicBezTo>
                    <a:cubicBezTo>
                      <a:pt x="1" y="17"/>
                      <a:pt x="1" y="107"/>
                      <a:pt x="56" y="107"/>
                    </a:cubicBezTo>
                    <a:cubicBezTo>
                      <a:pt x="269" y="107"/>
                      <a:pt x="466" y="107"/>
                      <a:pt x="657" y="90"/>
                    </a:cubicBezTo>
                    <a:cubicBezTo>
                      <a:pt x="730" y="90"/>
                      <a:pt x="730" y="0"/>
                      <a:pt x="6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8"/>
              <p:cNvSpPr/>
              <p:nvPr/>
            </p:nvSpPr>
            <p:spPr>
              <a:xfrm rot="1073331">
                <a:off x="-3835832" y="4832914"/>
                <a:ext cx="94144" cy="17257"/>
              </a:xfrm>
              <a:custGeom>
                <a:rect b="b" l="l" r="r" t="t"/>
                <a:pathLst>
                  <a:path extrusionOk="0" h="108" w="589">
                    <a:moveTo>
                      <a:pt x="533" y="1"/>
                    </a:moveTo>
                    <a:cubicBezTo>
                      <a:pt x="376" y="1"/>
                      <a:pt x="214" y="18"/>
                      <a:pt x="56" y="18"/>
                    </a:cubicBezTo>
                    <a:cubicBezTo>
                      <a:pt x="0" y="18"/>
                      <a:pt x="0" y="108"/>
                      <a:pt x="56" y="108"/>
                    </a:cubicBezTo>
                    <a:cubicBezTo>
                      <a:pt x="214" y="108"/>
                      <a:pt x="376" y="90"/>
                      <a:pt x="533" y="90"/>
                    </a:cubicBezTo>
                    <a:cubicBezTo>
                      <a:pt x="589" y="90"/>
                      <a:pt x="589" y="1"/>
                      <a:pt x="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8"/>
              <p:cNvSpPr/>
              <p:nvPr/>
            </p:nvSpPr>
            <p:spPr>
              <a:xfrm rot="1073331">
                <a:off x="-3876066" y="4913457"/>
                <a:ext cx="119399" cy="15659"/>
              </a:xfrm>
              <a:custGeom>
                <a:rect b="b" l="l" r="r" t="t"/>
                <a:pathLst>
                  <a:path extrusionOk="0" h="98" w="747">
                    <a:moveTo>
                      <a:pt x="56" y="1"/>
                    </a:moveTo>
                    <a:cubicBezTo>
                      <a:pt x="1" y="1"/>
                      <a:pt x="1" y="90"/>
                      <a:pt x="56" y="90"/>
                    </a:cubicBezTo>
                    <a:cubicBezTo>
                      <a:pt x="127" y="96"/>
                      <a:pt x="198" y="98"/>
                      <a:pt x="269" y="98"/>
                    </a:cubicBezTo>
                    <a:cubicBezTo>
                      <a:pt x="412" y="98"/>
                      <a:pt x="554" y="90"/>
                      <a:pt x="696" y="90"/>
                    </a:cubicBezTo>
                    <a:cubicBezTo>
                      <a:pt x="747" y="90"/>
                      <a:pt x="747" y="1"/>
                      <a:pt x="696" y="1"/>
                    </a:cubicBezTo>
                    <a:cubicBezTo>
                      <a:pt x="554" y="1"/>
                      <a:pt x="412" y="8"/>
                      <a:pt x="269" y="8"/>
                    </a:cubicBezTo>
                    <a:cubicBezTo>
                      <a:pt x="198" y="8"/>
                      <a:pt x="127" y="6"/>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6" name="Shape 1216"/>
        <p:cNvGrpSpPr/>
        <p:nvPr/>
      </p:nvGrpSpPr>
      <p:grpSpPr>
        <a:xfrm>
          <a:off x="0" y="0"/>
          <a:ext cx="0" cy="0"/>
          <a:chOff x="0" y="0"/>
          <a:chExt cx="0" cy="0"/>
        </a:xfrm>
      </p:grpSpPr>
      <p:sp>
        <p:nvSpPr>
          <p:cNvPr id="1217" name="Google Shape;1217;p49"/>
          <p:cNvSpPr txBox="1"/>
          <p:nvPr>
            <p:ph type="title"/>
          </p:nvPr>
        </p:nvSpPr>
        <p:spPr>
          <a:xfrm>
            <a:off x="2209800" y="1006675"/>
            <a:ext cx="4724400" cy="58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SzPts val="990"/>
              <a:buNone/>
            </a:pPr>
            <a:r>
              <a:rPr lang="en"/>
              <a:t>333,000.00</a:t>
            </a:r>
            <a:endParaRPr/>
          </a:p>
        </p:txBody>
      </p:sp>
      <p:sp>
        <p:nvSpPr>
          <p:cNvPr id="1218" name="Google Shape;1218;p49"/>
          <p:cNvSpPr txBox="1"/>
          <p:nvPr>
            <p:ph idx="1" type="subTitle"/>
          </p:nvPr>
        </p:nvSpPr>
        <p:spPr>
          <a:xfrm>
            <a:off x="2209800" y="1385423"/>
            <a:ext cx="4724400" cy="495300"/>
          </a:xfrm>
          <a:prstGeom prst="rect">
            <a:avLst/>
          </a:prstGeom>
        </p:spPr>
        <p:txBody>
          <a:bodyPr anchorCtr="0" anchor="ctr" bIns="91425" lIns="91425" spcFirstLastPara="1" rIns="91425" wrap="square" tIns="91425">
            <a:normAutofit/>
          </a:bodyPr>
          <a:lstStyle/>
          <a:p>
            <a:pPr indent="0" lvl="0" marL="0" rtl="0" algn="ctr">
              <a:spcBef>
                <a:spcPts val="0"/>
              </a:spcBef>
              <a:spcAft>
                <a:spcPts val="0"/>
              </a:spcAft>
              <a:buNone/>
            </a:pPr>
            <a:r>
              <a:rPr lang="en"/>
              <a:t>E</a:t>
            </a:r>
            <a:r>
              <a:rPr lang="en"/>
              <a:t>arths is the Sun’s mass</a:t>
            </a:r>
            <a:endParaRPr/>
          </a:p>
        </p:txBody>
      </p:sp>
      <p:sp>
        <p:nvSpPr>
          <p:cNvPr id="1219" name="Google Shape;1219;p49"/>
          <p:cNvSpPr txBox="1"/>
          <p:nvPr>
            <p:ph idx="2" type="title"/>
          </p:nvPr>
        </p:nvSpPr>
        <p:spPr>
          <a:xfrm>
            <a:off x="2209800" y="2129870"/>
            <a:ext cx="4724400" cy="58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SzPts val="990"/>
              <a:buNone/>
            </a:pPr>
            <a:r>
              <a:rPr lang="en"/>
              <a:t>24h 37m 23s</a:t>
            </a:r>
            <a:endParaRPr/>
          </a:p>
        </p:txBody>
      </p:sp>
      <p:sp>
        <p:nvSpPr>
          <p:cNvPr id="1220" name="Google Shape;1220;p49"/>
          <p:cNvSpPr txBox="1"/>
          <p:nvPr>
            <p:ph idx="3" type="subTitle"/>
          </p:nvPr>
        </p:nvSpPr>
        <p:spPr>
          <a:xfrm>
            <a:off x="2209800" y="2508618"/>
            <a:ext cx="4724400" cy="495300"/>
          </a:xfrm>
          <a:prstGeom prst="rect">
            <a:avLst/>
          </a:prstGeom>
        </p:spPr>
        <p:txBody>
          <a:bodyPr anchorCtr="0" anchor="ctr" bIns="91425" lIns="91425" spcFirstLastPara="1" rIns="91425" wrap="square" tIns="91425">
            <a:normAutofit/>
          </a:bodyPr>
          <a:lstStyle/>
          <a:p>
            <a:pPr indent="0" lvl="0" marL="0" rtl="0" algn="ctr">
              <a:spcBef>
                <a:spcPts val="0"/>
              </a:spcBef>
              <a:spcAft>
                <a:spcPts val="0"/>
              </a:spcAft>
              <a:buNone/>
            </a:pPr>
            <a:r>
              <a:rPr lang="en"/>
              <a:t>It’</a:t>
            </a:r>
            <a:r>
              <a:rPr lang="en"/>
              <a:t>s Jupiter’s rotation period</a:t>
            </a:r>
            <a:endParaRPr/>
          </a:p>
        </p:txBody>
      </p:sp>
      <p:sp>
        <p:nvSpPr>
          <p:cNvPr id="1221" name="Google Shape;1221;p49"/>
          <p:cNvSpPr txBox="1"/>
          <p:nvPr>
            <p:ph idx="4" type="title"/>
          </p:nvPr>
        </p:nvSpPr>
        <p:spPr>
          <a:xfrm>
            <a:off x="2209800" y="3253065"/>
            <a:ext cx="4724400" cy="58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SzPts val="990"/>
              <a:buNone/>
            </a:pPr>
            <a:r>
              <a:rPr lang="en"/>
              <a:t>386,000km</a:t>
            </a:r>
            <a:endParaRPr/>
          </a:p>
        </p:txBody>
      </p:sp>
      <p:sp>
        <p:nvSpPr>
          <p:cNvPr id="1222" name="Google Shape;1222;p49"/>
          <p:cNvSpPr txBox="1"/>
          <p:nvPr>
            <p:ph idx="5" type="subTitle"/>
          </p:nvPr>
        </p:nvSpPr>
        <p:spPr>
          <a:xfrm>
            <a:off x="2209800" y="3631813"/>
            <a:ext cx="4724400" cy="495300"/>
          </a:xfrm>
          <a:prstGeom prst="rect">
            <a:avLst/>
          </a:prstGeom>
        </p:spPr>
        <p:txBody>
          <a:bodyPr anchorCtr="0" anchor="ctr" bIns="91425" lIns="91425" spcFirstLastPara="1" rIns="91425" wrap="square" tIns="91425">
            <a:normAutofit/>
          </a:bodyPr>
          <a:lstStyle/>
          <a:p>
            <a:pPr indent="0" lvl="0" marL="0" rtl="0" algn="ctr">
              <a:spcBef>
                <a:spcPts val="0"/>
              </a:spcBef>
              <a:spcAft>
                <a:spcPts val="0"/>
              </a:spcAft>
              <a:buNone/>
            </a:pPr>
            <a:r>
              <a:rPr lang="en"/>
              <a:t>It’</a:t>
            </a:r>
            <a:r>
              <a:rPr lang="en"/>
              <a:t>s the distance between the Earth and the Moon</a:t>
            </a:r>
            <a:endParaRPr/>
          </a:p>
        </p:txBody>
      </p:sp>
      <p:grpSp>
        <p:nvGrpSpPr>
          <p:cNvPr id="1223" name="Google Shape;1223;p49"/>
          <p:cNvGrpSpPr/>
          <p:nvPr/>
        </p:nvGrpSpPr>
        <p:grpSpPr>
          <a:xfrm rot="-1800044">
            <a:off x="405506" y="1177456"/>
            <a:ext cx="1842161" cy="666095"/>
            <a:chOff x="6749706" y="1320204"/>
            <a:chExt cx="1842201" cy="666109"/>
          </a:xfrm>
        </p:grpSpPr>
        <p:sp>
          <p:nvSpPr>
            <p:cNvPr id="1224" name="Google Shape;1224;p49"/>
            <p:cNvSpPr/>
            <p:nvPr/>
          </p:nvSpPr>
          <p:spPr>
            <a:xfrm rot="899968">
              <a:off x="6742992" y="1557053"/>
              <a:ext cx="1855628" cy="192410"/>
            </a:xfrm>
            <a:custGeom>
              <a:rect b="b" l="l" r="r" t="t"/>
              <a:pathLst>
                <a:path extrusionOk="0" h="2827" w="27264">
                  <a:moveTo>
                    <a:pt x="13624" y="145"/>
                  </a:moveTo>
                  <a:cubicBezTo>
                    <a:pt x="17370" y="145"/>
                    <a:pt x="20763" y="286"/>
                    <a:pt x="23214" y="533"/>
                  </a:cubicBezTo>
                  <a:cubicBezTo>
                    <a:pt x="24437" y="657"/>
                    <a:pt x="25435" y="802"/>
                    <a:pt x="26108" y="960"/>
                  </a:cubicBezTo>
                  <a:cubicBezTo>
                    <a:pt x="26445" y="1032"/>
                    <a:pt x="26713" y="1122"/>
                    <a:pt x="26888" y="1211"/>
                  </a:cubicBezTo>
                  <a:cubicBezTo>
                    <a:pt x="26978" y="1245"/>
                    <a:pt x="27033" y="1296"/>
                    <a:pt x="27067" y="1335"/>
                  </a:cubicBezTo>
                  <a:cubicBezTo>
                    <a:pt x="27084" y="1352"/>
                    <a:pt x="27101" y="1369"/>
                    <a:pt x="27101" y="1369"/>
                  </a:cubicBezTo>
                  <a:cubicBezTo>
                    <a:pt x="27122" y="1386"/>
                    <a:pt x="27122" y="1403"/>
                    <a:pt x="27122" y="1424"/>
                  </a:cubicBezTo>
                  <a:cubicBezTo>
                    <a:pt x="27122" y="1424"/>
                    <a:pt x="27122" y="1441"/>
                    <a:pt x="27101" y="1458"/>
                  </a:cubicBezTo>
                  <a:cubicBezTo>
                    <a:pt x="27101" y="1475"/>
                    <a:pt x="27067" y="1509"/>
                    <a:pt x="26995" y="1548"/>
                  </a:cubicBezTo>
                  <a:cubicBezTo>
                    <a:pt x="26888" y="1637"/>
                    <a:pt x="26696" y="1706"/>
                    <a:pt x="26445" y="1778"/>
                  </a:cubicBezTo>
                  <a:cubicBezTo>
                    <a:pt x="26001" y="1902"/>
                    <a:pt x="25345" y="2025"/>
                    <a:pt x="24510" y="2132"/>
                  </a:cubicBezTo>
                  <a:cubicBezTo>
                    <a:pt x="22059" y="2468"/>
                    <a:pt x="18099" y="2682"/>
                    <a:pt x="13624" y="2682"/>
                  </a:cubicBezTo>
                  <a:cubicBezTo>
                    <a:pt x="9894" y="2682"/>
                    <a:pt x="6501" y="2541"/>
                    <a:pt x="4050" y="2294"/>
                  </a:cubicBezTo>
                  <a:cubicBezTo>
                    <a:pt x="2827" y="2170"/>
                    <a:pt x="1829" y="2025"/>
                    <a:pt x="1156" y="1867"/>
                  </a:cubicBezTo>
                  <a:cubicBezTo>
                    <a:pt x="819" y="1795"/>
                    <a:pt x="551" y="1706"/>
                    <a:pt x="376" y="1616"/>
                  </a:cubicBezTo>
                  <a:cubicBezTo>
                    <a:pt x="287" y="1582"/>
                    <a:pt x="231" y="1531"/>
                    <a:pt x="197" y="1492"/>
                  </a:cubicBezTo>
                  <a:cubicBezTo>
                    <a:pt x="180" y="1475"/>
                    <a:pt x="163" y="1458"/>
                    <a:pt x="163" y="1458"/>
                  </a:cubicBezTo>
                  <a:cubicBezTo>
                    <a:pt x="142" y="1441"/>
                    <a:pt x="142" y="1424"/>
                    <a:pt x="142" y="1424"/>
                  </a:cubicBezTo>
                  <a:cubicBezTo>
                    <a:pt x="142" y="1403"/>
                    <a:pt x="142" y="1386"/>
                    <a:pt x="163" y="1369"/>
                  </a:cubicBezTo>
                  <a:cubicBezTo>
                    <a:pt x="163" y="1352"/>
                    <a:pt x="197" y="1318"/>
                    <a:pt x="269" y="1279"/>
                  </a:cubicBezTo>
                  <a:cubicBezTo>
                    <a:pt x="376" y="1190"/>
                    <a:pt x="568" y="1122"/>
                    <a:pt x="819" y="1049"/>
                  </a:cubicBezTo>
                  <a:cubicBezTo>
                    <a:pt x="1263" y="926"/>
                    <a:pt x="1919" y="802"/>
                    <a:pt x="2754" y="695"/>
                  </a:cubicBezTo>
                  <a:cubicBezTo>
                    <a:pt x="5205" y="359"/>
                    <a:pt x="9165" y="145"/>
                    <a:pt x="13624" y="145"/>
                  </a:cubicBezTo>
                  <a:close/>
                  <a:moveTo>
                    <a:pt x="13624" y="1"/>
                  </a:moveTo>
                  <a:cubicBezTo>
                    <a:pt x="9894" y="1"/>
                    <a:pt x="6501" y="145"/>
                    <a:pt x="4033" y="393"/>
                  </a:cubicBezTo>
                  <a:cubicBezTo>
                    <a:pt x="2806" y="516"/>
                    <a:pt x="1812" y="657"/>
                    <a:pt x="1122" y="819"/>
                  </a:cubicBezTo>
                  <a:cubicBezTo>
                    <a:pt x="781" y="908"/>
                    <a:pt x="500" y="998"/>
                    <a:pt x="321" y="1083"/>
                  </a:cubicBezTo>
                  <a:cubicBezTo>
                    <a:pt x="214" y="1122"/>
                    <a:pt x="142" y="1173"/>
                    <a:pt x="90" y="1228"/>
                  </a:cubicBezTo>
                  <a:cubicBezTo>
                    <a:pt x="73" y="1245"/>
                    <a:pt x="35" y="1279"/>
                    <a:pt x="18" y="1318"/>
                  </a:cubicBezTo>
                  <a:cubicBezTo>
                    <a:pt x="1" y="1352"/>
                    <a:pt x="1" y="1386"/>
                    <a:pt x="1" y="1424"/>
                  </a:cubicBezTo>
                  <a:cubicBezTo>
                    <a:pt x="1" y="1458"/>
                    <a:pt x="1" y="1475"/>
                    <a:pt x="18" y="1509"/>
                  </a:cubicBezTo>
                  <a:cubicBezTo>
                    <a:pt x="56" y="1582"/>
                    <a:pt x="107" y="1616"/>
                    <a:pt x="180" y="1671"/>
                  </a:cubicBezTo>
                  <a:cubicBezTo>
                    <a:pt x="321" y="1761"/>
                    <a:pt x="517" y="1829"/>
                    <a:pt x="781" y="1919"/>
                  </a:cubicBezTo>
                  <a:cubicBezTo>
                    <a:pt x="1246" y="2042"/>
                    <a:pt x="1902" y="2170"/>
                    <a:pt x="2737" y="2277"/>
                  </a:cubicBezTo>
                  <a:cubicBezTo>
                    <a:pt x="5205" y="2613"/>
                    <a:pt x="9165" y="2827"/>
                    <a:pt x="13624" y="2827"/>
                  </a:cubicBezTo>
                  <a:cubicBezTo>
                    <a:pt x="17370" y="2827"/>
                    <a:pt x="20763" y="2682"/>
                    <a:pt x="23231" y="2434"/>
                  </a:cubicBezTo>
                  <a:cubicBezTo>
                    <a:pt x="24458" y="2311"/>
                    <a:pt x="25452" y="2170"/>
                    <a:pt x="26142" y="2008"/>
                  </a:cubicBezTo>
                  <a:cubicBezTo>
                    <a:pt x="26483" y="1919"/>
                    <a:pt x="26764" y="1829"/>
                    <a:pt x="26943" y="1744"/>
                  </a:cubicBezTo>
                  <a:cubicBezTo>
                    <a:pt x="27050" y="1706"/>
                    <a:pt x="27122" y="1654"/>
                    <a:pt x="27174" y="1599"/>
                  </a:cubicBezTo>
                  <a:cubicBezTo>
                    <a:pt x="27191" y="1582"/>
                    <a:pt x="27229" y="1548"/>
                    <a:pt x="27246" y="1509"/>
                  </a:cubicBezTo>
                  <a:cubicBezTo>
                    <a:pt x="27263" y="1475"/>
                    <a:pt x="27263" y="1458"/>
                    <a:pt x="27263" y="1424"/>
                  </a:cubicBezTo>
                  <a:cubicBezTo>
                    <a:pt x="27263" y="1386"/>
                    <a:pt x="27263" y="1352"/>
                    <a:pt x="27246" y="1318"/>
                  </a:cubicBezTo>
                  <a:cubicBezTo>
                    <a:pt x="27208" y="1245"/>
                    <a:pt x="27157" y="1211"/>
                    <a:pt x="27084" y="1156"/>
                  </a:cubicBezTo>
                  <a:cubicBezTo>
                    <a:pt x="26943" y="1066"/>
                    <a:pt x="26747" y="998"/>
                    <a:pt x="26483" y="908"/>
                  </a:cubicBezTo>
                  <a:cubicBezTo>
                    <a:pt x="26019" y="785"/>
                    <a:pt x="25362" y="657"/>
                    <a:pt x="24527" y="550"/>
                  </a:cubicBezTo>
                  <a:cubicBezTo>
                    <a:pt x="22059" y="214"/>
                    <a:pt x="18099" y="1"/>
                    <a:pt x="136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9"/>
            <p:cNvSpPr/>
            <p:nvPr/>
          </p:nvSpPr>
          <p:spPr>
            <a:xfrm rot="899968">
              <a:off x="8060533" y="1774331"/>
              <a:ext cx="154704" cy="153547"/>
            </a:xfrm>
            <a:custGeom>
              <a:rect b="b" l="l" r="r" t="t"/>
              <a:pathLst>
                <a:path extrusionOk="0" h="2256" w="2273">
                  <a:moveTo>
                    <a:pt x="1134" y="1"/>
                  </a:moveTo>
                  <a:cubicBezTo>
                    <a:pt x="495" y="1"/>
                    <a:pt x="0" y="495"/>
                    <a:pt x="0" y="1134"/>
                  </a:cubicBezTo>
                  <a:cubicBezTo>
                    <a:pt x="0" y="1757"/>
                    <a:pt x="495" y="2255"/>
                    <a:pt x="1134" y="2255"/>
                  </a:cubicBezTo>
                  <a:cubicBezTo>
                    <a:pt x="1757" y="2255"/>
                    <a:pt x="2272" y="1757"/>
                    <a:pt x="2272" y="1134"/>
                  </a:cubicBezTo>
                  <a:cubicBezTo>
                    <a:pt x="2272" y="495"/>
                    <a:pt x="1757" y="1"/>
                    <a:pt x="1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9"/>
            <p:cNvSpPr/>
            <p:nvPr/>
          </p:nvSpPr>
          <p:spPr>
            <a:xfrm rot="899968">
              <a:off x="8055601" y="1769427"/>
              <a:ext cx="164573" cy="163075"/>
            </a:xfrm>
            <a:custGeom>
              <a:rect b="b" l="l" r="r" t="t"/>
              <a:pathLst>
                <a:path extrusionOk="0" h="2396" w="2418">
                  <a:moveTo>
                    <a:pt x="1207" y="141"/>
                  </a:moveTo>
                  <a:cubicBezTo>
                    <a:pt x="1493" y="141"/>
                    <a:pt x="1757" y="247"/>
                    <a:pt x="1953" y="443"/>
                  </a:cubicBezTo>
                  <a:cubicBezTo>
                    <a:pt x="2149" y="640"/>
                    <a:pt x="2273" y="904"/>
                    <a:pt x="2273" y="1206"/>
                  </a:cubicBezTo>
                  <a:cubicBezTo>
                    <a:pt x="2273" y="1492"/>
                    <a:pt x="2149" y="1756"/>
                    <a:pt x="1953" y="1952"/>
                  </a:cubicBezTo>
                  <a:cubicBezTo>
                    <a:pt x="1757" y="2148"/>
                    <a:pt x="1493" y="2255"/>
                    <a:pt x="1207" y="2255"/>
                  </a:cubicBezTo>
                  <a:cubicBezTo>
                    <a:pt x="905" y="2255"/>
                    <a:pt x="640" y="2148"/>
                    <a:pt x="444" y="1952"/>
                  </a:cubicBezTo>
                  <a:cubicBezTo>
                    <a:pt x="248" y="1756"/>
                    <a:pt x="142" y="1492"/>
                    <a:pt x="142" y="1206"/>
                  </a:cubicBezTo>
                  <a:cubicBezTo>
                    <a:pt x="142" y="904"/>
                    <a:pt x="248" y="640"/>
                    <a:pt x="444" y="443"/>
                  </a:cubicBezTo>
                  <a:cubicBezTo>
                    <a:pt x="640" y="247"/>
                    <a:pt x="905" y="141"/>
                    <a:pt x="1207" y="141"/>
                  </a:cubicBezTo>
                  <a:close/>
                  <a:moveTo>
                    <a:pt x="1207" y="0"/>
                  </a:moveTo>
                  <a:cubicBezTo>
                    <a:pt x="534" y="0"/>
                    <a:pt x="1" y="533"/>
                    <a:pt x="1" y="1206"/>
                  </a:cubicBezTo>
                  <a:cubicBezTo>
                    <a:pt x="1" y="1863"/>
                    <a:pt x="534" y="2396"/>
                    <a:pt x="1207" y="2396"/>
                  </a:cubicBezTo>
                  <a:cubicBezTo>
                    <a:pt x="1864" y="2396"/>
                    <a:pt x="2418" y="1863"/>
                    <a:pt x="2418" y="1206"/>
                  </a:cubicBezTo>
                  <a:cubicBezTo>
                    <a:pt x="2418" y="533"/>
                    <a:pt x="1864" y="0"/>
                    <a:pt x="12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9"/>
            <p:cNvSpPr/>
            <p:nvPr/>
          </p:nvSpPr>
          <p:spPr>
            <a:xfrm rot="899968">
              <a:off x="7778279" y="1669074"/>
              <a:ext cx="206907" cy="206635"/>
            </a:xfrm>
            <a:custGeom>
              <a:rect b="b" l="l" r="r" t="t"/>
              <a:pathLst>
                <a:path extrusionOk="0" h="3036" w="3040">
                  <a:moveTo>
                    <a:pt x="1510" y="1"/>
                  </a:moveTo>
                  <a:cubicBezTo>
                    <a:pt x="674" y="1"/>
                    <a:pt x="1" y="674"/>
                    <a:pt x="1" y="1510"/>
                  </a:cubicBezTo>
                  <a:cubicBezTo>
                    <a:pt x="1" y="2345"/>
                    <a:pt x="674" y="3036"/>
                    <a:pt x="1510" y="3036"/>
                  </a:cubicBezTo>
                  <a:cubicBezTo>
                    <a:pt x="2345" y="3036"/>
                    <a:pt x="3040" y="2345"/>
                    <a:pt x="3040" y="1510"/>
                  </a:cubicBezTo>
                  <a:cubicBezTo>
                    <a:pt x="3040" y="674"/>
                    <a:pt x="2345" y="1"/>
                    <a:pt x="15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9"/>
            <p:cNvSpPr/>
            <p:nvPr/>
          </p:nvSpPr>
          <p:spPr>
            <a:xfrm rot="899968">
              <a:off x="7773375" y="1664137"/>
              <a:ext cx="216435" cy="216504"/>
            </a:xfrm>
            <a:custGeom>
              <a:rect b="b" l="l" r="r" t="t"/>
              <a:pathLst>
                <a:path extrusionOk="0" h="3181" w="3180">
                  <a:moveTo>
                    <a:pt x="1582" y="141"/>
                  </a:moveTo>
                  <a:cubicBezTo>
                    <a:pt x="1991" y="141"/>
                    <a:pt x="2344" y="303"/>
                    <a:pt x="2613" y="567"/>
                  </a:cubicBezTo>
                  <a:cubicBezTo>
                    <a:pt x="2860" y="819"/>
                    <a:pt x="3039" y="1190"/>
                    <a:pt x="3039" y="1582"/>
                  </a:cubicBezTo>
                  <a:cubicBezTo>
                    <a:pt x="3039" y="1991"/>
                    <a:pt x="2860" y="2345"/>
                    <a:pt x="2613" y="2609"/>
                  </a:cubicBezTo>
                  <a:cubicBezTo>
                    <a:pt x="2344" y="2877"/>
                    <a:pt x="1991" y="3035"/>
                    <a:pt x="1582" y="3035"/>
                  </a:cubicBezTo>
                  <a:cubicBezTo>
                    <a:pt x="1194" y="3035"/>
                    <a:pt x="819" y="2877"/>
                    <a:pt x="554" y="2609"/>
                  </a:cubicBezTo>
                  <a:cubicBezTo>
                    <a:pt x="303" y="2345"/>
                    <a:pt x="145" y="1991"/>
                    <a:pt x="145" y="1582"/>
                  </a:cubicBezTo>
                  <a:cubicBezTo>
                    <a:pt x="145" y="1190"/>
                    <a:pt x="303" y="819"/>
                    <a:pt x="554" y="567"/>
                  </a:cubicBezTo>
                  <a:cubicBezTo>
                    <a:pt x="819" y="303"/>
                    <a:pt x="1194" y="141"/>
                    <a:pt x="1582" y="141"/>
                  </a:cubicBezTo>
                  <a:close/>
                  <a:moveTo>
                    <a:pt x="1582" y="0"/>
                  </a:moveTo>
                  <a:cubicBezTo>
                    <a:pt x="712" y="0"/>
                    <a:pt x="0" y="712"/>
                    <a:pt x="0" y="1582"/>
                  </a:cubicBezTo>
                  <a:cubicBezTo>
                    <a:pt x="0" y="2468"/>
                    <a:pt x="712" y="3180"/>
                    <a:pt x="1582" y="3180"/>
                  </a:cubicBezTo>
                  <a:cubicBezTo>
                    <a:pt x="2451" y="3180"/>
                    <a:pt x="3180" y="2468"/>
                    <a:pt x="3180" y="1582"/>
                  </a:cubicBezTo>
                  <a:cubicBezTo>
                    <a:pt x="3180" y="712"/>
                    <a:pt x="2451" y="0"/>
                    <a:pt x="1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9"/>
            <p:cNvSpPr/>
            <p:nvPr/>
          </p:nvSpPr>
          <p:spPr>
            <a:xfrm rot="899968">
              <a:off x="7469120" y="1570641"/>
              <a:ext cx="228414" cy="229844"/>
            </a:xfrm>
            <a:custGeom>
              <a:rect b="b" l="l" r="r" t="t"/>
              <a:pathLst>
                <a:path extrusionOk="0" h="3377" w="3356">
                  <a:moveTo>
                    <a:pt x="1689" y="0"/>
                  </a:moveTo>
                  <a:cubicBezTo>
                    <a:pt x="747" y="0"/>
                    <a:pt x="1" y="763"/>
                    <a:pt x="1" y="1688"/>
                  </a:cubicBezTo>
                  <a:cubicBezTo>
                    <a:pt x="1" y="2613"/>
                    <a:pt x="747" y="3376"/>
                    <a:pt x="1689" y="3376"/>
                  </a:cubicBezTo>
                  <a:cubicBezTo>
                    <a:pt x="2609" y="3376"/>
                    <a:pt x="3355" y="2613"/>
                    <a:pt x="3355" y="1688"/>
                  </a:cubicBezTo>
                  <a:cubicBezTo>
                    <a:pt x="3355" y="763"/>
                    <a:pt x="2609" y="0"/>
                    <a:pt x="16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9"/>
            <p:cNvSpPr/>
            <p:nvPr/>
          </p:nvSpPr>
          <p:spPr>
            <a:xfrm rot="899968">
              <a:off x="7464263" y="1565678"/>
              <a:ext cx="238215" cy="239440"/>
            </a:xfrm>
            <a:custGeom>
              <a:rect b="b" l="l" r="r" t="t"/>
              <a:pathLst>
                <a:path extrusionOk="0" h="3518" w="3500">
                  <a:moveTo>
                    <a:pt x="1761" y="146"/>
                  </a:moveTo>
                  <a:cubicBezTo>
                    <a:pt x="2204" y="146"/>
                    <a:pt x="2592" y="321"/>
                    <a:pt x="2895" y="623"/>
                  </a:cubicBezTo>
                  <a:cubicBezTo>
                    <a:pt x="3180" y="909"/>
                    <a:pt x="3359" y="1318"/>
                    <a:pt x="3359" y="1761"/>
                  </a:cubicBezTo>
                  <a:cubicBezTo>
                    <a:pt x="3359" y="2205"/>
                    <a:pt x="3180" y="2614"/>
                    <a:pt x="2895" y="2899"/>
                  </a:cubicBezTo>
                  <a:cubicBezTo>
                    <a:pt x="2592" y="3198"/>
                    <a:pt x="2204" y="3377"/>
                    <a:pt x="1761" y="3377"/>
                  </a:cubicBezTo>
                  <a:cubicBezTo>
                    <a:pt x="1313" y="3377"/>
                    <a:pt x="908" y="3198"/>
                    <a:pt x="606" y="2899"/>
                  </a:cubicBezTo>
                  <a:cubicBezTo>
                    <a:pt x="320" y="2614"/>
                    <a:pt x="141" y="2205"/>
                    <a:pt x="141" y="1761"/>
                  </a:cubicBezTo>
                  <a:cubicBezTo>
                    <a:pt x="141" y="1318"/>
                    <a:pt x="320" y="909"/>
                    <a:pt x="606" y="623"/>
                  </a:cubicBezTo>
                  <a:cubicBezTo>
                    <a:pt x="908" y="321"/>
                    <a:pt x="1313" y="146"/>
                    <a:pt x="1761" y="146"/>
                  </a:cubicBezTo>
                  <a:close/>
                  <a:moveTo>
                    <a:pt x="1761" y="1"/>
                  </a:moveTo>
                  <a:cubicBezTo>
                    <a:pt x="780" y="1"/>
                    <a:pt x="0" y="802"/>
                    <a:pt x="0" y="1761"/>
                  </a:cubicBezTo>
                  <a:cubicBezTo>
                    <a:pt x="0" y="2737"/>
                    <a:pt x="780" y="3517"/>
                    <a:pt x="1761" y="3517"/>
                  </a:cubicBezTo>
                  <a:cubicBezTo>
                    <a:pt x="2720" y="3517"/>
                    <a:pt x="3500" y="2737"/>
                    <a:pt x="3500" y="1761"/>
                  </a:cubicBezTo>
                  <a:cubicBezTo>
                    <a:pt x="3500" y="802"/>
                    <a:pt x="2720" y="1"/>
                    <a:pt x="17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49"/>
          <p:cNvGrpSpPr/>
          <p:nvPr/>
        </p:nvGrpSpPr>
        <p:grpSpPr>
          <a:xfrm>
            <a:off x="7603049" y="3423636"/>
            <a:ext cx="495750" cy="416246"/>
            <a:chOff x="7603049" y="3423636"/>
            <a:chExt cx="495750" cy="416246"/>
          </a:xfrm>
        </p:grpSpPr>
        <p:sp>
          <p:nvSpPr>
            <p:cNvPr id="1232" name="Google Shape;1232;p49"/>
            <p:cNvSpPr/>
            <p:nvPr/>
          </p:nvSpPr>
          <p:spPr>
            <a:xfrm>
              <a:off x="8026628" y="3667358"/>
              <a:ext cx="72171" cy="72171"/>
            </a:xfrm>
            <a:custGeom>
              <a:rect b="b" l="l" r="r" t="t"/>
              <a:pathLst>
                <a:path extrusionOk="0" h="1033" w="1033">
                  <a:moveTo>
                    <a:pt x="1032" y="517"/>
                  </a:moveTo>
                  <a:cubicBezTo>
                    <a:pt x="1032" y="798"/>
                    <a:pt x="802" y="1032"/>
                    <a:pt x="516" y="1032"/>
                  </a:cubicBezTo>
                  <a:cubicBezTo>
                    <a:pt x="235" y="1032"/>
                    <a:pt x="1" y="798"/>
                    <a:pt x="1" y="517"/>
                  </a:cubicBezTo>
                  <a:cubicBezTo>
                    <a:pt x="1" y="231"/>
                    <a:pt x="235" y="1"/>
                    <a:pt x="516" y="1"/>
                  </a:cubicBezTo>
                  <a:cubicBezTo>
                    <a:pt x="802" y="1"/>
                    <a:pt x="1032" y="231"/>
                    <a:pt x="1032" y="51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9"/>
            <p:cNvSpPr/>
            <p:nvPr/>
          </p:nvSpPr>
          <p:spPr>
            <a:xfrm>
              <a:off x="7603049" y="3650706"/>
              <a:ext cx="189177" cy="189177"/>
            </a:xfrm>
            <a:custGeom>
              <a:rect b="b" l="l" r="r" t="t"/>
              <a:pathLst>
                <a:path extrusionOk="0" h="1510" w="1510">
                  <a:moveTo>
                    <a:pt x="1509" y="746"/>
                  </a:moveTo>
                  <a:cubicBezTo>
                    <a:pt x="1509" y="1173"/>
                    <a:pt x="1172" y="1509"/>
                    <a:pt x="746" y="1509"/>
                  </a:cubicBezTo>
                  <a:cubicBezTo>
                    <a:pt x="337" y="1509"/>
                    <a:pt x="0" y="1173"/>
                    <a:pt x="0" y="746"/>
                  </a:cubicBezTo>
                  <a:cubicBezTo>
                    <a:pt x="0" y="337"/>
                    <a:pt x="337" y="0"/>
                    <a:pt x="746" y="0"/>
                  </a:cubicBezTo>
                  <a:cubicBezTo>
                    <a:pt x="1172" y="0"/>
                    <a:pt x="1509" y="337"/>
                    <a:pt x="1509" y="74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9"/>
            <p:cNvSpPr/>
            <p:nvPr/>
          </p:nvSpPr>
          <p:spPr>
            <a:xfrm>
              <a:off x="7792229" y="3423636"/>
              <a:ext cx="189175" cy="186192"/>
            </a:xfrm>
            <a:custGeom>
              <a:rect b="b" l="l" r="r" t="t"/>
              <a:pathLst>
                <a:path extrusionOk="0" h="1139" w="1157">
                  <a:moveTo>
                    <a:pt x="500" y="321"/>
                  </a:moveTo>
                  <a:lnTo>
                    <a:pt x="572" y="1"/>
                  </a:lnTo>
                  <a:lnTo>
                    <a:pt x="657" y="321"/>
                  </a:lnTo>
                  <a:cubicBezTo>
                    <a:pt x="679" y="410"/>
                    <a:pt x="747" y="461"/>
                    <a:pt x="819" y="483"/>
                  </a:cubicBezTo>
                  <a:lnTo>
                    <a:pt x="1156" y="568"/>
                  </a:lnTo>
                  <a:lnTo>
                    <a:pt x="819" y="657"/>
                  </a:lnTo>
                  <a:cubicBezTo>
                    <a:pt x="747" y="674"/>
                    <a:pt x="679" y="747"/>
                    <a:pt x="657" y="819"/>
                  </a:cubicBezTo>
                  <a:lnTo>
                    <a:pt x="572" y="1139"/>
                  </a:lnTo>
                  <a:lnTo>
                    <a:pt x="483" y="819"/>
                  </a:lnTo>
                  <a:cubicBezTo>
                    <a:pt x="466" y="747"/>
                    <a:pt x="410" y="674"/>
                    <a:pt x="321" y="657"/>
                  </a:cubicBezTo>
                  <a:lnTo>
                    <a:pt x="1" y="568"/>
                  </a:lnTo>
                  <a:lnTo>
                    <a:pt x="321" y="483"/>
                  </a:lnTo>
                  <a:cubicBezTo>
                    <a:pt x="410" y="461"/>
                    <a:pt x="466" y="393"/>
                    <a:pt x="500" y="3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8" name="Shape 1238"/>
        <p:cNvGrpSpPr/>
        <p:nvPr/>
      </p:nvGrpSpPr>
      <p:grpSpPr>
        <a:xfrm>
          <a:off x="0" y="0"/>
          <a:ext cx="0" cy="0"/>
          <a:chOff x="0" y="0"/>
          <a:chExt cx="0" cy="0"/>
        </a:xfrm>
      </p:grpSpPr>
      <p:sp>
        <p:nvSpPr>
          <p:cNvPr id="1239" name="Google Shape;1239;p50"/>
          <p:cNvSpPr txBox="1"/>
          <p:nvPr>
            <p:ph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THIS IS A MAP</a:t>
            </a:r>
            <a:endParaRPr/>
          </a:p>
        </p:txBody>
      </p:sp>
      <p:grpSp>
        <p:nvGrpSpPr>
          <p:cNvPr id="1240" name="Google Shape;1240;p50"/>
          <p:cNvGrpSpPr/>
          <p:nvPr/>
        </p:nvGrpSpPr>
        <p:grpSpPr>
          <a:xfrm>
            <a:off x="2888676" y="550675"/>
            <a:ext cx="3429274" cy="261412"/>
            <a:chOff x="2888676" y="550675"/>
            <a:chExt cx="3429274" cy="261412"/>
          </a:xfrm>
        </p:grpSpPr>
        <p:sp>
          <p:nvSpPr>
            <p:cNvPr id="1241" name="Google Shape;1241;p50"/>
            <p:cNvSpPr/>
            <p:nvPr/>
          </p:nvSpPr>
          <p:spPr>
            <a:xfrm>
              <a:off x="2888676" y="758387"/>
              <a:ext cx="423600" cy="537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0"/>
            <p:cNvSpPr/>
            <p:nvPr/>
          </p:nvSpPr>
          <p:spPr>
            <a:xfrm flipH="1">
              <a:off x="5762650" y="550675"/>
              <a:ext cx="555300" cy="53700"/>
            </a:xfrm>
            <a:prstGeom prst="round1Rect">
              <a:avLst>
                <a:gd fmla="val 50000" name="adj"/>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 name="Google Shape;1243;p50"/>
          <p:cNvGrpSpPr/>
          <p:nvPr/>
        </p:nvGrpSpPr>
        <p:grpSpPr>
          <a:xfrm>
            <a:off x="3825058" y="1843596"/>
            <a:ext cx="4446538" cy="2368833"/>
            <a:chOff x="233350" y="949250"/>
            <a:chExt cx="7137300" cy="3802300"/>
          </a:xfrm>
        </p:grpSpPr>
        <p:sp>
          <p:nvSpPr>
            <p:cNvPr id="1244" name="Google Shape;1244;p5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5" name="Google Shape;1295;p50"/>
          <p:cNvSpPr/>
          <p:nvPr/>
        </p:nvSpPr>
        <p:spPr>
          <a:xfrm rot="-7262078">
            <a:off x="7073100" y="2206424"/>
            <a:ext cx="138588" cy="138765"/>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0"/>
          <p:cNvSpPr/>
          <p:nvPr/>
        </p:nvSpPr>
        <p:spPr>
          <a:xfrm rot="-7261941">
            <a:off x="7131792" y="2363708"/>
            <a:ext cx="238171" cy="238469"/>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0"/>
          <p:cNvSpPr/>
          <p:nvPr/>
        </p:nvSpPr>
        <p:spPr>
          <a:xfrm rot="-7261801">
            <a:off x="7259352" y="2213668"/>
            <a:ext cx="116599" cy="116744"/>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5"/>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0"/>
          <p:cNvSpPr/>
          <p:nvPr/>
        </p:nvSpPr>
        <p:spPr>
          <a:xfrm rot="-7261540">
            <a:off x="6110952" y="3026787"/>
            <a:ext cx="62393" cy="62472"/>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0"/>
          <p:cNvSpPr/>
          <p:nvPr/>
        </p:nvSpPr>
        <p:spPr>
          <a:xfrm rot="-7261840">
            <a:off x="6213572" y="3097595"/>
            <a:ext cx="107227" cy="107366"/>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0"/>
          <p:cNvSpPr/>
          <p:nvPr/>
        </p:nvSpPr>
        <p:spPr>
          <a:xfrm rot="-7261610">
            <a:off x="6240931" y="3001737"/>
            <a:ext cx="52497" cy="52556"/>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5"/>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0"/>
          <p:cNvSpPr/>
          <p:nvPr/>
        </p:nvSpPr>
        <p:spPr>
          <a:xfrm rot="-7261803">
            <a:off x="4310924" y="2162099"/>
            <a:ext cx="99886" cy="100016"/>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0"/>
          <p:cNvSpPr/>
          <p:nvPr/>
        </p:nvSpPr>
        <p:spPr>
          <a:xfrm rot="-7261529">
            <a:off x="4445155" y="2167330"/>
            <a:ext cx="84034" cy="84133"/>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5"/>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0"/>
          <p:cNvSpPr/>
          <p:nvPr/>
        </p:nvSpPr>
        <p:spPr>
          <a:xfrm rot="-7261529">
            <a:off x="5559580" y="1895855"/>
            <a:ext cx="84034" cy="84133"/>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5"/>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0"/>
          <p:cNvSpPr/>
          <p:nvPr/>
        </p:nvSpPr>
        <p:spPr>
          <a:xfrm rot="-7261088">
            <a:off x="5458799" y="1953365"/>
            <a:ext cx="54799" cy="54856"/>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0"/>
          <p:cNvSpPr/>
          <p:nvPr/>
        </p:nvSpPr>
        <p:spPr>
          <a:xfrm rot="-7261529">
            <a:off x="5097630" y="3381780"/>
            <a:ext cx="84034" cy="84133"/>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5"/>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0"/>
          <p:cNvSpPr/>
          <p:nvPr/>
        </p:nvSpPr>
        <p:spPr>
          <a:xfrm rot="-7261822">
            <a:off x="4963759" y="3518940"/>
            <a:ext cx="155754" cy="155952"/>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0"/>
          <p:cNvSpPr/>
          <p:nvPr/>
        </p:nvSpPr>
        <p:spPr>
          <a:xfrm flipH="1" rot="5400000">
            <a:off x="3078609" y="1352357"/>
            <a:ext cx="314960" cy="740797"/>
          </a:xfrm>
          <a:custGeom>
            <a:rect b="b" l="l" r="r" t="t"/>
            <a:pathLst>
              <a:path extrusionOk="0" h="35671" w="15166">
                <a:moveTo>
                  <a:pt x="642" y="0"/>
                </a:moveTo>
                <a:cubicBezTo>
                  <a:pt x="316" y="0"/>
                  <a:pt x="1" y="320"/>
                  <a:pt x="208" y="688"/>
                </a:cubicBezTo>
                <a:cubicBezTo>
                  <a:pt x="5612" y="10095"/>
                  <a:pt x="8414" y="20669"/>
                  <a:pt x="8013" y="31443"/>
                </a:cubicBezTo>
                <a:cubicBezTo>
                  <a:pt x="7279" y="30676"/>
                  <a:pt x="6512" y="29942"/>
                  <a:pt x="5778" y="29175"/>
                </a:cubicBezTo>
                <a:cubicBezTo>
                  <a:pt x="5583" y="28971"/>
                  <a:pt x="5342" y="28885"/>
                  <a:pt x="5099" y="28885"/>
                </a:cubicBezTo>
                <a:cubicBezTo>
                  <a:pt x="4349" y="28885"/>
                  <a:pt x="3589" y="29712"/>
                  <a:pt x="4144" y="30443"/>
                </a:cubicBezTo>
                <a:cubicBezTo>
                  <a:pt x="5545" y="32244"/>
                  <a:pt x="7746" y="35279"/>
                  <a:pt x="10215" y="35646"/>
                </a:cubicBezTo>
                <a:cubicBezTo>
                  <a:pt x="10343" y="35662"/>
                  <a:pt x="10469" y="35670"/>
                  <a:pt x="10591" y="35670"/>
                </a:cubicBezTo>
                <a:cubicBezTo>
                  <a:pt x="12755" y="35670"/>
                  <a:pt x="13966" y="33248"/>
                  <a:pt x="14818" y="31543"/>
                </a:cubicBezTo>
                <a:cubicBezTo>
                  <a:pt x="15166" y="30848"/>
                  <a:pt x="14590" y="30061"/>
                  <a:pt x="13956" y="30061"/>
                </a:cubicBezTo>
                <a:cubicBezTo>
                  <a:pt x="13738" y="30061"/>
                  <a:pt x="13513" y="30154"/>
                  <a:pt x="13317" y="30376"/>
                </a:cubicBezTo>
                <a:cubicBezTo>
                  <a:pt x="12318" y="31522"/>
                  <a:pt x="11862" y="33031"/>
                  <a:pt x="10535" y="33031"/>
                </a:cubicBezTo>
                <a:cubicBezTo>
                  <a:pt x="10357" y="33031"/>
                  <a:pt x="10162" y="33004"/>
                  <a:pt x="9948" y="32944"/>
                </a:cubicBezTo>
                <a:cubicBezTo>
                  <a:pt x="10582" y="21303"/>
                  <a:pt x="7613" y="9861"/>
                  <a:pt x="1042" y="221"/>
                </a:cubicBezTo>
                <a:cubicBezTo>
                  <a:pt x="938" y="65"/>
                  <a:pt x="789" y="0"/>
                  <a:pt x="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0"/>
          <p:cNvSpPr/>
          <p:nvPr/>
        </p:nvSpPr>
        <p:spPr>
          <a:xfrm flipH="1" rot="5400000">
            <a:off x="3756459" y="3226532"/>
            <a:ext cx="314960" cy="740797"/>
          </a:xfrm>
          <a:custGeom>
            <a:rect b="b" l="l" r="r" t="t"/>
            <a:pathLst>
              <a:path extrusionOk="0" h="35671" w="15166">
                <a:moveTo>
                  <a:pt x="642" y="0"/>
                </a:moveTo>
                <a:cubicBezTo>
                  <a:pt x="316" y="0"/>
                  <a:pt x="1" y="320"/>
                  <a:pt x="208" y="688"/>
                </a:cubicBezTo>
                <a:cubicBezTo>
                  <a:pt x="5612" y="10095"/>
                  <a:pt x="8414" y="20669"/>
                  <a:pt x="8013" y="31443"/>
                </a:cubicBezTo>
                <a:cubicBezTo>
                  <a:pt x="7279" y="30676"/>
                  <a:pt x="6512" y="29942"/>
                  <a:pt x="5778" y="29175"/>
                </a:cubicBezTo>
                <a:cubicBezTo>
                  <a:pt x="5583" y="28971"/>
                  <a:pt x="5342" y="28885"/>
                  <a:pt x="5099" y="28885"/>
                </a:cubicBezTo>
                <a:cubicBezTo>
                  <a:pt x="4349" y="28885"/>
                  <a:pt x="3589" y="29712"/>
                  <a:pt x="4144" y="30443"/>
                </a:cubicBezTo>
                <a:cubicBezTo>
                  <a:pt x="5545" y="32244"/>
                  <a:pt x="7746" y="35279"/>
                  <a:pt x="10215" y="35646"/>
                </a:cubicBezTo>
                <a:cubicBezTo>
                  <a:pt x="10343" y="35662"/>
                  <a:pt x="10469" y="35670"/>
                  <a:pt x="10591" y="35670"/>
                </a:cubicBezTo>
                <a:cubicBezTo>
                  <a:pt x="12755" y="35670"/>
                  <a:pt x="13966" y="33248"/>
                  <a:pt x="14818" y="31543"/>
                </a:cubicBezTo>
                <a:cubicBezTo>
                  <a:pt x="15166" y="30848"/>
                  <a:pt x="14590" y="30061"/>
                  <a:pt x="13956" y="30061"/>
                </a:cubicBezTo>
                <a:cubicBezTo>
                  <a:pt x="13738" y="30061"/>
                  <a:pt x="13513" y="30154"/>
                  <a:pt x="13317" y="30376"/>
                </a:cubicBezTo>
                <a:cubicBezTo>
                  <a:pt x="12318" y="31522"/>
                  <a:pt x="11862" y="33031"/>
                  <a:pt x="10535" y="33031"/>
                </a:cubicBezTo>
                <a:cubicBezTo>
                  <a:pt x="10357" y="33031"/>
                  <a:pt x="10162" y="33004"/>
                  <a:pt x="9948" y="32944"/>
                </a:cubicBezTo>
                <a:cubicBezTo>
                  <a:pt x="10582" y="21303"/>
                  <a:pt x="7613" y="9861"/>
                  <a:pt x="1042" y="221"/>
                </a:cubicBezTo>
                <a:cubicBezTo>
                  <a:pt x="938" y="65"/>
                  <a:pt x="789" y="0"/>
                  <a:pt x="6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1309" name="Google Shape;1309;p50"/>
          <p:cNvSpPr/>
          <p:nvPr/>
        </p:nvSpPr>
        <p:spPr>
          <a:xfrm flipH="1" rot="5400000">
            <a:off x="3379434" y="2289444"/>
            <a:ext cx="314960" cy="740797"/>
          </a:xfrm>
          <a:custGeom>
            <a:rect b="b" l="l" r="r" t="t"/>
            <a:pathLst>
              <a:path extrusionOk="0" h="35671" w="15166">
                <a:moveTo>
                  <a:pt x="642" y="0"/>
                </a:moveTo>
                <a:cubicBezTo>
                  <a:pt x="316" y="0"/>
                  <a:pt x="1" y="320"/>
                  <a:pt x="208" y="688"/>
                </a:cubicBezTo>
                <a:cubicBezTo>
                  <a:pt x="5612" y="10095"/>
                  <a:pt x="8414" y="20669"/>
                  <a:pt x="8013" y="31443"/>
                </a:cubicBezTo>
                <a:cubicBezTo>
                  <a:pt x="7279" y="30676"/>
                  <a:pt x="6512" y="29942"/>
                  <a:pt x="5778" y="29175"/>
                </a:cubicBezTo>
                <a:cubicBezTo>
                  <a:pt x="5583" y="28971"/>
                  <a:pt x="5342" y="28885"/>
                  <a:pt x="5099" y="28885"/>
                </a:cubicBezTo>
                <a:cubicBezTo>
                  <a:pt x="4349" y="28885"/>
                  <a:pt x="3589" y="29712"/>
                  <a:pt x="4144" y="30443"/>
                </a:cubicBezTo>
                <a:cubicBezTo>
                  <a:pt x="5545" y="32244"/>
                  <a:pt x="7746" y="35279"/>
                  <a:pt x="10215" y="35646"/>
                </a:cubicBezTo>
                <a:cubicBezTo>
                  <a:pt x="10343" y="35662"/>
                  <a:pt x="10469" y="35670"/>
                  <a:pt x="10591" y="35670"/>
                </a:cubicBezTo>
                <a:cubicBezTo>
                  <a:pt x="12755" y="35670"/>
                  <a:pt x="13966" y="33248"/>
                  <a:pt x="14818" y="31543"/>
                </a:cubicBezTo>
                <a:cubicBezTo>
                  <a:pt x="15166" y="30848"/>
                  <a:pt x="14590" y="30061"/>
                  <a:pt x="13956" y="30061"/>
                </a:cubicBezTo>
                <a:cubicBezTo>
                  <a:pt x="13738" y="30061"/>
                  <a:pt x="13513" y="30154"/>
                  <a:pt x="13317" y="30376"/>
                </a:cubicBezTo>
                <a:cubicBezTo>
                  <a:pt x="12318" y="31522"/>
                  <a:pt x="11862" y="33031"/>
                  <a:pt x="10535" y="33031"/>
                </a:cubicBezTo>
                <a:cubicBezTo>
                  <a:pt x="10357" y="33031"/>
                  <a:pt x="10162" y="33004"/>
                  <a:pt x="9948" y="32944"/>
                </a:cubicBezTo>
                <a:cubicBezTo>
                  <a:pt x="10582" y="21303"/>
                  <a:pt x="7613" y="9861"/>
                  <a:pt x="1042" y="221"/>
                </a:cubicBezTo>
                <a:cubicBezTo>
                  <a:pt x="938" y="65"/>
                  <a:pt x="789" y="0"/>
                  <a:pt x="6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0" name="Google Shape;1310;p50"/>
          <p:cNvGrpSpPr/>
          <p:nvPr/>
        </p:nvGrpSpPr>
        <p:grpSpPr>
          <a:xfrm>
            <a:off x="8081447" y="606161"/>
            <a:ext cx="417402" cy="538989"/>
            <a:chOff x="8081447" y="606161"/>
            <a:chExt cx="417402" cy="538989"/>
          </a:xfrm>
        </p:grpSpPr>
        <p:sp>
          <p:nvSpPr>
            <p:cNvPr id="1311" name="Google Shape;1311;p50"/>
            <p:cNvSpPr/>
            <p:nvPr/>
          </p:nvSpPr>
          <p:spPr>
            <a:xfrm>
              <a:off x="8426678" y="849883"/>
              <a:ext cx="72171" cy="72171"/>
            </a:xfrm>
            <a:custGeom>
              <a:rect b="b" l="l" r="r" t="t"/>
              <a:pathLst>
                <a:path extrusionOk="0" h="1033" w="1033">
                  <a:moveTo>
                    <a:pt x="1032" y="517"/>
                  </a:moveTo>
                  <a:cubicBezTo>
                    <a:pt x="1032" y="798"/>
                    <a:pt x="802" y="1032"/>
                    <a:pt x="516" y="1032"/>
                  </a:cubicBezTo>
                  <a:cubicBezTo>
                    <a:pt x="235" y="1032"/>
                    <a:pt x="1" y="798"/>
                    <a:pt x="1" y="517"/>
                  </a:cubicBezTo>
                  <a:cubicBezTo>
                    <a:pt x="1" y="231"/>
                    <a:pt x="235" y="1"/>
                    <a:pt x="516" y="1"/>
                  </a:cubicBezTo>
                  <a:cubicBezTo>
                    <a:pt x="802" y="1"/>
                    <a:pt x="1032" y="231"/>
                    <a:pt x="1032" y="51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0"/>
            <p:cNvSpPr/>
            <p:nvPr/>
          </p:nvSpPr>
          <p:spPr>
            <a:xfrm>
              <a:off x="8192279" y="606161"/>
              <a:ext cx="189175" cy="186192"/>
            </a:xfrm>
            <a:custGeom>
              <a:rect b="b" l="l" r="r" t="t"/>
              <a:pathLst>
                <a:path extrusionOk="0" h="1139" w="1157">
                  <a:moveTo>
                    <a:pt x="500" y="321"/>
                  </a:moveTo>
                  <a:lnTo>
                    <a:pt x="572" y="1"/>
                  </a:lnTo>
                  <a:lnTo>
                    <a:pt x="657" y="321"/>
                  </a:lnTo>
                  <a:cubicBezTo>
                    <a:pt x="679" y="410"/>
                    <a:pt x="747" y="461"/>
                    <a:pt x="819" y="483"/>
                  </a:cubicBezTo>
                  <a:lnTo>
                    <a:pt x="1156" y="568"/>
                  </a:lnTo>
                  <a:lnTo>
                    <a:pt x="819" y="657"/>
                  </a:lnTo>
                  <a:cubicBezTo>
                    <a:pt x="747" y="674"/>
                    <a:pt x="679" y="747"/>
                    <a:pt x="657" y="819"/>
                  </a:cubicBezTo>
                  <a:lnTo>
                    <a:pt x="572" y="1139"/>
                  </a:lnTo>
                  <a:lnTo>
                    <a:pt x="483" y="819"/>
                  </a:lnTo>
                  <a:cubicBezTo>
                    <a:pt x="466" y="747"/>
                    <a:pt x="410" y="674"/>
                    <a:pt x="321" y="657"/>
                  </a:cubicBezTo>
                  <a:lnTo>
                    <a:pt x="1" y="568"/>
                  </a:lnTo>
                  <a:lnTo>
                    <a:pt x="321" y="483"/>
                  </a:lnTo>
                  <a:cubicBezTo>
                    <a:pt x="410" y="461"/>
                    <a:pt x="466" y="393"/>
                    <a:pt x="500" y="3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0"/>
            <p:cNvSpPr/>
            <p:nvPr/>
          </p:nvSpPr>
          <p:spPr>
            <a:xfrm>
              <a:off x="8081447" y="849868"/>
              <a:ext cx="300001" cy="295283"/>
            </a:xfrm>
            <a:custGeom>
              <a:rect b="b" l="l" r="r" t="t"/>
              <a:pathLst>
                <a:path extrusionOk="0" h="1139" w="1157">
                  <a:moveTo>
                    <a:pt x="500" y="321"/>
                  </a:moveTo>
                  <a:lnTo>
                    <a:pt x="572" y="1"/>
                  </a:lnTo>
                  <a:lnTo>
                    <a:pt x="657" y="321"/>
                  </a:lnTo>
                  <a:cubicBezTo>
                    <a:pt x="679" y="410"/>
                    <a:pt x="747" y="461"/>
                    <a:pt x="819" y="483"/>
                  </a:cubicBezTo>
                  <a:lnTo>
                    <a:pt x="1156" y="568"/>
                  </a:lnTo>
                  <a:lnTo>
                    <a:pt x="819" y="657"/>
                  </a:lnTo>
                  <a:cubicBezTo>
                    <a:pt x="747" y="674"/>
                    <a:pt x="679" y="747"/>
                    <a:pt x="657" y="819"/>
                  </a:cubicBezTo>
                  <a:lnTo>
                    <a:pt x="572" y="1139"/>
                  </a:lnTo>
                  <a:lnTo>
                    <a:pt x="483" y="819"/>
                  </a:lnTo>
                  <a:cubicBezTo>
                    <a:pt x="466" y="747"/>
                    <a:pt x="410" y="674"/>
                    <a:pt x="321" y="657"/>
                  </a:cubicBezTo>
                  <a:lnTo>
                    <a:pt x="1" y="568"/>
                  </a:lnTo>
                  <a:lnTo>
                    <a:pt x="321" y="483"/>
                  </a:lnTo>
                  <a:cubicBezTo>
                    <a:pt x="410" y="461"/>
                    <a:pt x="466" y="393"/>
                    <a:pt x="500" y="3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 name="Google Shape;1314;p50"/>
          <p:cNvSpPr txBox="1"/>
          <p:nvPr/>
        </p:nvSpPr>
        <p:spPr>
          <a:xfrm>
            <a:off x="971550" y="1354000"/>
            <a:ext cx="1619400" cy="492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lang="en" sz="2000">
                <a:solidFill>
                  <a:schemeClr val="dk1"/>
                </a:solidFill>
                <a:latin typeface="Audiowide"/>
                <a:ea typeface="Audiowide"/>
                <a:cs typeface="Audiowide"/>
                <a:sym typeface="Audiowide"/>
              </a:rPr>
              <a:t>VENUS</a:t>
            </a:r>
            <a:endParaRPr sz="2000">
              <a:solidFill>
                <a:schemeClr val="dk1"/>
              </a:solidFill>
              <a:latin typeface="Audiowide"/>
              <a:ea typeface="Audiowide"/>
              <a:cs typeface="Audiowide"/>
              <a:sym typeface="Audiowide"/>
            </a:endParaRPr>
          </a:p>
        </p:txBody>
      </p:sp>
      <p:sp>
        <p:nvSpPr>
          <p:cNvPr id="1315" name="Google Shape;1315;p50"/>
          <p:cNvSpPr txBox="1"/>
          <p:nvPr/>
        </p:nvSpPr>
        <p:spPr>
          <a:xfrm>
            <a:off x="1276350" y="2296975"/>
            <a:ext cx="1619400" cy="492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lang="en" sz="2000">
                <a:solidFill>
                  <a:schemeClr val="accent4"/>
                </a:solidFill>
                <a:latin typeface="Audiowide"/>
                <a:ea typeface="Audiowide"/>
                <a:cs typeface="Audiowide"/>
                <a:sym typeface="Audiowide"/>
              </a:rPr>
              <a:t>MARS</a:t>
            </a:r>
            <a:endParaRPr sz="2000">
              <a:solidFill>
                <a:schemeClr val="accent4"/>
              </a:solidFill>
              <a:latin typeface="Audiowide"/>
              <a:ea typeface="Audiowide"/>
              <a:cs typeface="Audiowide"/>
              <a:sym typeface="Audiowide"/>
            </a:endParaRPr>
          </a:p>
        </p:txBody>
      </p:sp>
      <p:sp>
        <p:nvSpPr>
          <p:cNvPr id="1316" name="Google Shape;1316;p50"/>
          <p:cNvSpPr txBox="1"/>
          <p:nvPr/>
        </p:nvSpPr>
        <p:spPr>
          <a:xfrm>
            <a:off x="1657350" y="3239950"/>
            <a:ext cx="1619400" cy="492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lang="en" sz="2000">
                <a:solidFill>
                  <a:schemeClr val="lt2"/>
                </a:solidFill>
                <a:latin typeface="Audiowide"/>
                <a:ea typeface="Audiowide"/>
                <a:cs typeface="Audiowide"/>
                <a:sym typeface="Audiowide"/>
              </a:rPr>
              <a:t>JUPITER</a:t>
            </a:r>
            <a:endParaRPr sz="2000">
              <a:solidFill>
                <a:schemeClr val="lt2"/>
              </a:solidFill>
              <a:latin typeface="Audiowide"/>
              <a:ea typeface="Audiowide"/>
              <a:cs typeface="Audiowide"/>
              <a:sym typeface="Audiowide"/>
            </a:endParaRPr>
          </a:p>
        </p:txBody>
      </p:sp>
      <p:sp>
        <p:nvSpPr>
          <p:cNvPr id="1317" name="Google Shape;1317;p50"/>
          <p:cNvSpPr txBox="1"/>
          <p:nvPr/>
        </p:nvSpPr>
        <p:spPr>
          <a:xfrm>
            <a:off x="733650" y="1715650"/>
            <a:ext cx="18573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lang="en">
                <a:solidFill>
                  <a:schemeClr val="lt1"/>
                </a:solidFill>
                <a:latin typeface="Didact Gothic"/>
                <a:ea typeface="Didact Gothic"/>
                <a:cs typeface="Didact Gothic"/>
                <a:sym typeface="Didact Gothic"/>
              </a:rPr>
              <a:t>Venus is the second planet from the Sun</a:t>
            </a:r>
            <a:endParaRPr>
              <a:solidFill>
                <a:schemeClr val="lt1"/>
              </a:solidFill>
              <a:latin typeface="Didact Gothic"/>
              <a:ea typeface="Didact Gothic"/>
              <a:cs typeface="Didact Gothic"/>
              <a:sym typeface="Didact Gothic"/>
            </a:endParaRPr>
          </a:p>
        </p:txBody>
      </p:sp>
      <p:sp>
        <p:nvSpPr>
          <p:cNvPr id="1318" name="Google Shape;1318;p50"/>
          <p:cNvSpPr txBox="1"/>
          <p:nvPr/>
        </p:nvSpPr>
        <p:spPr>
          <a:xfrm>
            <a:off x="1038450" y="2658625"/>
            <a:ext cx="18573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lang="en">
                <a:solidFill>
                  <a:schemeClr val="lt1"/>
                </a:solidFill>
                <a:latin typeface="Didact Gothic"/>
                <a:ea typeface="Didact Gothic"/>
                <a:cs typeface="Didact Gothic"/>
                <a:sym typeface="Didact Gothic"/>
              </a:rPr>
              <a:t>Mars is actually a very cold place</a:t>
            </a:r>
            <a:endParaRPr>
              <a:solidFill>
                <a:schemeClr val="lt1"/>
              </a:solidFill>
              <a:latin typeface="Didact Gothic"/>
              <a:ea typeface="Didact Gothic"/>
              <a:cs typeface="Didact Gothic"/>
              <a:sym typeface="Didact Gothic"/>
            </a:endParaRPr>
          </a:p>
        </p:txBody>
      </p:sp>
      <p:sp>
        <p:nvSpPr>
          <p:cNvPr id="1319" name="Google Shape;1319;p50"/>
          <p:cNvSpPr txBox="1"/>
          <p:nvPr/>
        </p:nvSpPr>
        <p:spPr>
          <a:xfrm>
            <a:off x="1419450" y="3582550"/>
            <a:ext cx="18573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lang="en">
                <a:solidFill>
                  <a:schemeClr val="lt1"/>
                </a:solidFill>
                <a:latin typeface="Didact Gothic"/>
                <a:ea typeface="Didact Gothic"/>
                <a:cs typeface="Didact Gothic"/>
                <a:sym typeface="Didact Gothic"/>
              </a:rPr>
              <a:t>Jupiter is the biggest planet of them all</a:t>
            </a:r>
            <a:endParaRPr>
              <a:solidFill>
                <a:schemeClr val="lt1"/>
              </a:solidFill>
              <a:latin typeface="Didact Gothic"/>
              <a:ea typeface="Didact Gothic"/>
              <a:cs typeface="Didact Gothic"/>
              <a:sym typeface="Didact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3" name="Shape 1323"/>
        <p:cNvGrpSpPr/>
        <p:nvPr/>
      </p:nvGrpSpPr>
      <p:grpSpPr>
        <a:xfrm>
          <a:off x="0" y="0"/>
          <a:ext cx="0" cy="0"/>
          <a:chOff x="0" y="0"/>
          <a:chExt cx="0" cy="0"/>
        </a:xfrm>
      </p:grpSpPr>
      <p:sp>
        <p:nvSpPr>
          <p:cNvPr id="1324" name="Google Shape;1324;p51"/>
          <p:cNvSpPr txBox="1"/>
          <p:nvPr>
            <p:ph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THIS IS A GRAPH</a:t>
            </a:r>
            <a:endParaRPr/>
          </a:p>
        </p:txBody>
      </p:sp>
      <p:grpSp>
        <p:nvGrpSpPr>
          <p:cNvPr id="1325" name="Google Shape;1325;p51"/>
          <p:cNvGrpSpPr/>
          <p:nvPr/>
        </p:nvGrpSpPr>
        <p:grpSpPr>
          <a:xfrm>
            <a:off x="2660187" y="754850"/>
            <a:ext cx="3974338" cy="53869"/>
            <a:chOff x="2660187" y="754850"/>
            <a:chExt cx="3974338" cy="53869"/>
          </a:xfrm>
        </p:grpSpPr>
        <p:sp>
          <p:nvSpPr>
            <p:cNvPr id="1326" name="Google Shape;1326;p51"/>
            <p:cNvSpPr/>
            <p:nvPr/>
          </p:nvSpPr>
          <p:spPr>
            <a:xfrm>
              <a:off x="2660187" y="755019"/>
              <a:ext cx="385800" cy="537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1"/>
            <p:cNvSpPr/>
            <p:nvPr/>
          </p:nvSpPr>
          <p:spPr>
            <a:xfrm rot="10800000">
              <a:off x="6178225" y="754850"/>
              <a:ext cx="456300" cy="537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28" name="Google Shape;1328;p51"/>
          <p:cNvCxnSpPr/>
          <p:nvPr/>
        </p:nvCxnSpPr>
        <p:spPr>
          <a:xfrm>
            <a:off x="4498775" y="3975225"/>
            <a:ext cx="3712500" cy="0"/>
          </a:xfrm>
          <a:prstGeom prst="straightConnector1">
            <a:avLst/>
          </a:prstGeom>
          <a:noFill/>
          <a:ln cap="flat" cmpd="sng" w="9525">
            <a:solidFill>
              <a:schemeClr val="lt1"/>
            </a:solidFill>
            <a:prstDash val="solid"/>
            <a:round/>
            <a:headEnd len="med" w="med" type="none"/>
            <a:tailEnd len="med" w="med" type="none"/>
          </a:ln>
        </p:spPr>
      </p:cxnSp>
      <p:sp>
        <p:nvSpPr>
          <p:cNvPr id="1329" name="Google Shape;1329;p51"/>
          <p:cNvSpPr/>
          <p:nvPr/>
        </p:nvSpPr>
        <p:spPr>
          <a:xfrm>
            <a:off x="928688" y="1515550"/>
            <a:ext cx="200100" cy="200100"/>
          </a:xfrm>
          <a:prstGeom prst="ellips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1"/>
          <p:cNvSpPr/>
          <p:nvPr/>
        </p:nvSpPr>
        <p:spPr>
          <a:xfrm>
            <a:off x="928688" y="2458525"/>
            <a:ext cx="200100" cy="200100"/>
          </a:xfrm>
          <a:prstGeom prst="ellipse">
            <a:avLst/>
          </a:pr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1"/>
          <p:cNvSpPr/>
          <p:nvPr/>
        </p:nvSpPr>
        <p:spPr>
          <a:xfrm>
            <a:off x="928688" y="3401500"/>
            <a:ext cx="200100" cy="200100"/>
          </a:xfrm>
          <a:prstGeom prst="ellipse">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1"/>
          <p:cNvSpPr txBox="1"/>
          <p:nvPr/>
        </p:nvSpPr>
        <p:spPr>
          <a:xfrm>
            <a:off x="1276350" y="1354000"/>
            <a:ext cx="2457600" cy="492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2000">
                <a:solidFill>
                  <a:schemeClr val="dk1"/>
                </a:solidFill>
                <a:latin typeface="Audiowide"/>
                <a:ea typeface="Audiowide"/>
                <a:cs typeface="Audiowide"/>
                <a:sym typeface="Audiowide"/>
              </a:rPr>
              <a:t>VENUS</a:t>
            </a:r>
            <a:endParaRPr sz="2000">
              <a:solidFill>
                <a:schemeClr val="dk1"/>
              </a:solidFill>
              <a:latin typeface="Audiowide"/>
              <a:ea typeface="Audiowide"/>
              <a:cs typeface="Audiowide"/>
              <a:sym typeface="Audiowide"/>
            </a:endParaRPr>
          </a:p>
        </p:txBody>
      </p:sp>
      <p:sp>
        <p:nvSpPr>
          <p:cNvPr id="1333" name="Google Shape;1333;p51"/>
          <p:cNvSpPr txBox="1"/>
          <p:nvPr/>
        </p:nvSpPr>
        <p:spPr>
          <a:xfrm>
            <a:off x="1276350" y="2296975"/>
            <a:ext cx="2457600" cy="492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2000">
                <a:solidFill>
                  <a:schemeClr val="dk1"/>
                </a:solidFill>
                <a:latin typeface="Audiowide"/>
                <a:ea typeface="Audiowide"/>
                <a:cs typeface="Audiowide"/>
                <a:sym typeface="Audiowide"/>
              </a:rPr>
              <a:t>MARS</a:t>
            </a:r>
            <a:endParaRPr sz="2000">
              <a:solidFill>
                <a:schemeClr val="dk1"/>
              </a:solidFill>
              <a:latin typeface="Audiowide"/>
              <a:ea typeface="Audiowide"/>
              <a:cs typeface="Audiowide"/>
              <a:sym typeface="Audiowide"/>
            </a:endParaRPr>
          </a:p>
        </p:txBody>
      </p:sp>
      <p:sp>
        <p:nvSpPr>
          <p:cNvPr id="1334" name="Google Shape;1334;p51"/>
          <p:cNvSpPr txBox="1"/>
          <p:nvPr/>
        </p:nvSpPr>
        <p:spPr>
          <a:xfrm>
            <a:off x="1276350" y="3239950"/>
            <a:ext cx="2457600" cy="492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2000">
                <a:solidFill>
                  <a:schemeClr val="dk1"/>
                </a:solidFill>
                <a:latin typeface="Audiowide"/>
                <a:ea typeface="Audiowide"/>
                <a:cs typeface="Audiowide"/>
                <a:sym typeface="Audiowide"/>
              </a:rPr>
              <a:t>JUPITER</a:t>
            </a:r>
            <a:endParaRPr sz="2000">
              <a:solidFill>
                <a:schemeClr val="dk1"/>
              </a:solidFill>
              <a:latin typeface="Audiowide"/>
              <a:ea typeface="Audiowide"/>
              <a:cs typeface="Audiowide"/>
              <a:sym typeface="Audiowide"/>
            </a:endParaRPr>
          </a:p>
        </p:txBody>
      </p:sp>
      <p:sp>
        <p:nvSpPr>
          <p:cNvPr id="1335" name="Google Shape;1335;p51"/>
          <p:cNvSpPr txBox="1"/>
          <p:nvPr/>
        </p:nvSpPr>
        <p:spPr>
          <a:xfrm>
            <a:off x="1276350" y="1715650"/>
            <a:ext cx="2101500" cy="615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a:solidFill>
                  <a:schemeClr val="lt1"/>
                </a:solidFill>
                <a:latin typeface="Didact Gothic"/>
                <a:ea typeface="Didact Gothic"/>
                <a:cs typeface="Didact Gothic"/>
                <a:sym typeface="Didact Gothic"/>
              </a:rPr>
              <a:t>Venus is the second planet from the Sun</a:t>
            </a:r>
            <a:endParaRPr>
              <a:solidFill>
                <a:schemeClr val="lt1"/>
              </a:solidFill>
              <a:latin typeface="Didact Gothic"/>
              <a:ea typeface="Didact Gothic"/>
              <a:cs typeface="Didact Gothic"/>
              <a:sym typeface="Didact Gothic"/>
            </a:endParaRPr>
          </a:p>
        </p:txBody>
      </p:sp>
      <p:sp>
        <p:nvSpPr>
          <p:cNvPr id="1336" name="Google Shape;1336;p51"/>
          <p:cNvSpPr txBox="1"/>
          <p:nvPr/>
        </p:nvSpPr>
        <p:spPr>
          <a:xfrm>
            <a:off x="1276350" y="2658619"/>
            <a:ext cx="2101500" cy="615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a:solidFill>
                  <a:schemeClr val="lt1"/>
                </a:solidFill>
                <a:latin typeface="Didact Gothic"/>
                <a:ea typeface="Didact Gothic"/>
                <a:cs typeface="Didact Gothic"/>
                <a:sym typeface="Didact Gothic"/>
              </a:rPr>
              <a:t>Mars is actually a very cold place</a:t>
            </a:r>
            <a:endParaRPr>
              <a:solidFill>
                <a:schemeClr val="lt1"/>
              </a:solidFill>
              <a:latin typeface="Didact Gothic"/>
              <a:ea typeface="Didact Gothic"/>
              <a:cs typeface="Didact Gothic"/>
              <a:sym typeface="Didact Gothic"/>
            </a:endParaRPr>
          </a:p>
        </p:txBody>
      </p:sp>
      <p:sp>
        <p:nvSpPr>
          <p:cNvPr id="1337" name="Google Shape;1337;p51"/>
          <p:cNvSpPr txBox="1"/>
          <p:nvPr/>
        </p:nvSpPr>
        <p:spPr>
          <a:xfrm>
            <a:off x="1276350" y="3582550"/>
            <a:ext cx="2101500" cy="615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a:solidFill>
                  <a:schemeClr val="lt1"/>
                </a:solidFill>
                <a:latin typeface="Didact Gothic"/>
                <a:ea typeface="Didact Gothic"/>
                <a:cs typeface="Didact Gothic"/>
                <a:sym typeface="Didact Gothic"/>
              </a:rPr>
              <a:t>Jupiter is the biggest planet of them all</a:t>
            </a:r>
            <a:endParaRPr>
              <a:solidFill>
                <a:schemeClr val="lt1"/>
              </a:solidFill>
              <a:latin typeface="Didact Gothic"/>
              <a:ea typeface="Didact Gothic"/>
              <a:cs typeface="Didact Gothic"/>
              <a:sym typeface="Didact Gothic"/>
            </a:endParaRPr>
          </a:p>
        </p:txBody>
      </p:sp>
      <p:grpSp>
        <p:nvGrpSpPr>
          <p:cNvPr id="1338" name="Google Shape;1338;p51"/>
          <p:cNvGrpSpPr/>
          <p:nvPr/>
        </p:nvGrpSpPr>
        <p:grpSpPr>
          <a:xfrm>
            <a:off x="7968769" y="569539"/>
            <a:ext cx="634961" cy="424321"/>
            <a:chOff x="7968769" y="569539"/>
            <a:chExt cx="634961" cy="424321"/>
          </a:xfrm>
        </p:grpSpPr>
        <p:sp>
          <p:nvSpPr>
            <p:cNvPr id="1339" name="Google Shape;1339;p51"/>
            <p:cNvSpPr/>
            <p:nvPr/>
          </p:nvSpPr>
          <p:spPr>
            <a:xfrm rot="-4500029">
              <a:off x="8263805" y="581603"/>
              <a:ext cx="107763" cy="107897"/>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1"/>
            <p:cNvSpPr/>
            <p:nvPr/>
          </p:nvSpPr>
          <p:spPr>
            <a:xfrm rot="-4500128">
              <a:off x="8444109" y="746979"/>
              <a:ext cx="143497" cy="143497"/>
            </a:xfrm>
            <a:custGeom>
              <a:rect b="b" l="l" r="r" t="t"/>
              <a:pathLst>
                <a:path extrusionOk="0" h="4493" w="4493">
                  <a:moveTo>
                    <a:pt x="2255" y="0"/>
                  </a:moveTo>
                  <a:cubicBezTo>
                    <a:pt x="1015" y="0"/>
                    <a:pt x="0" y="993"/>
                    <a:pt x="0" y="2238"/>
                  </a:cubicBezTo>
                  <a:cubicBezTo>
                    <a:pt x="0" y="3483"/>
                    <a:pt x="1015" y="4493"/>
                    <a:pt x="2255" y="4493"/>
                  </a:cubicBezTo>
                  <a:cubicBezTo>
                    <a:pt x="3500" y="4493"/>
                    <a:pt x="4493" y="3483"/>
                    <a:pt x="4493" y="2238"/>
                  </a:cubicBezTo>
                  <a:cubicBezTo>
                    <a:pt x="4493" y="993"/>
                    <a:pt x="3500" y="0"/>
                    <a:pt x="2255"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1"/>
            <p:cNvSpPr/>
            <p:nvPr/>
          </p:nvSpPr>
          <p:spPr>
            <a:xfrm rot="-4500128">
              <a:off x="8151558" y="761695"/>
              <a:ext cx="208715" cy="208715"/>
            </a:xfrm>
            <a:custGeom>
              <a:rect b="b" l="l" r="r" t="t"/>
              <a:pathLst>
                <a:path extrusionOk="0" h="6535" w="6535">
                  <a:moveTo>
                    <a:pt x="3269" y="0"/>
                  </a:moveTo>
                  <a:cubicBezTo>
                    <a:pt x="1458" y="0"/>
                    <a:pt x="0" y="1454"/>
                    <a:pt x="0" y="3265"/>
                  </a:cubicBezTo>
                  <a:cubicBezTo>
                    <a:pt x="0" y="5077"/>
                    <a:pt x="1458" y="6534"/>
                    <a:pt x="3269" y="6534"/>
                  </a:cubicBezTo>
                  <a:cubicBezTo>
                    <a:pt x="5081" y="6534"/>
                    <a:pt x="6534" y="5077"/>
                    <a:pt x="6534" y="3265"/>
                  </a:cubicBezTo>
                  <a:cubicBezTo>
                    <a:pt x="6534" y="1454"/>
                    <a:pt x="5081" y="0"/>
                    <a:pt x="3269" y="0"/>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1"/>
            <p:cNvSpPr/>
            <p:nvPr/>
          </p:nvSpPr>
          <p:spPr>
            <a:xfrm rot="-4500018">
              <a:off x="7983801" y="624761"/>
              <a:ext cx="143522" cy="141254"/>
            </a:xfrm>
            <a:custGeom>
              <a:rect b="b" l="l" r="r" t="t"/>
              <a:pathLst>
                <a:path extrusionOk="0" h="1139" w="1157">
                  <a:moveTo>
                    <a:pt x="500" y="321"/>
                  </a:moveTo>
                  <a:lnTo>
                    <a:pt x="572" y="1"/>
                  </a:lnTo>
                  <a:lnTo>
                    <a:pt x="657" y="321"/>
                  </a:lnTo>
                  <a:cubicBezTo>
                    <a:pt x="679" y="410"/>
                    <a:pt x="747" y="461"/>
                    <a:pt x="819" y="483"/>
                  </a:cubicBezTo>
                  <a:lnTo>
                    <a:pt x="1156" y="568"/>
                  </a:lnTo>
                  <a:lnTo>
                    <a:pt x="819" y="657"/>
                  </a:lnTo>
                  <a:cubicBezTo>
                    <a:pt x="747" y="674"/>
                    <a:pt x="679" y="747"/>
                    <a:pt x="657" y="819"/>
                  </a:cubicBezTo>
                  <a:lnTo>
                    <a:pt x="572" y="1139"/>
                  </a:lnTo>
                  <a:lnTo>
                    <a:pt x="483" y="819"/>
                  </a:lnTo>
                  <a:cubicBezTo>
                    <a:pt x="466" y="747"/>
                    <a:pt x="410" y="674"/>
                    <a:pt x="321" y="657"/>
                  </a:cubicBezTo>
                  <a:lnTo>
                    <a:pt x="1" y="568"/>
                  </a:lnTo>
                  <a:lnTo>
                    <a:pt x="321" y="483"/>
                  </a:lnTo>
                  <a:cubicBezTo>
                    <a:pt x="410" y="461"/>
                    <a:pt x="466" y="393"/>
                    <a:pt x="500" y="3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43" name="Google Shape;1343;p51" title="Gráfico">
            <a:hlinkClick r:id="rId3"/>
          </p:cNvPr>
          <p:cNvPicPr preferRelativeResize="0"/>
          <p:nvPr/>
        </p:nvPicPr>
        <p:blipFill>
          <a:blip r:embed="rId4">
            <a:alphaModFix/>
          </a:blip>
          <a:stretch>
            <a:fillRect/>
          </a:stretch>
        </p:blipFill>
        <p:spPr>
          <a:xfrm>
            <a:off x="4120237" y="1364651"/>
            <a:ext cx="4224750" cy="2951763"/>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7" name="Shape 1347"/>
        <p:cNvGrpSpPr/>
        <p:nvPr/>
      </p:nvGrpSpPr>
      <p:grpSpPr>
        <a:xfrm>
          <a:off x="0" y="0"/>
          <a:ext cx="0" cy="0"/>
          <a:chOff x="0" y="0"/>
          <a:chExt cx="0" cy="0"/>
        </a:xfrm>
      </p:grpSpPr>
      <p:sp>
        <p:nvSpPr>
          <p:cNvPr id="1348" name="Google Shape;1348;p52"/>
          <p:cNvSpPr txBox="1"/>
          <p:nvPr>
            <p:ph type="title"/>
          </p:nvPr>
        </p:nvSpPr>
        <p:spPr>
          <a:xfrm>
            <a:off x="1495425" y="2417250"/>
            <a:ext cx="6153300" cy="72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5000"/>
              <a:t>THE F</a:t>
            </a:r>
            <a:r>
              <a:rPr lang="en"/>
              <a:t>ORCE</a:t>
            </a:r>
            <a:endParaRPr b="1" sz="5000"/>
          </a:p>
        </p:txBody>
      </p:sp>
      <p:sp>
        <p:nvSpPr>
          <p:cNvPr id="1349" name="Google Shape;1349;p52"/>
          <p:cNvSpPr txBox="1"/>
          <p:nvPr>
            <p:ph idx="1" type="subTitle"/>
          </p:nvPr>
        </p:nvSpPr>
        <p:spPr>
          <a:xfrm>
            <a:off x="1495350" y="3181350"/>
            <a:ext cx="6153300" cy="465300"/>
          </a:xfrm>
          <a:prstGeom prst="rect">
            <a:avLst/>
          </a:prstGeom>
        </p:spPr>
        <p:txBody>
          <a:bodyPr anchorCtr="0" anchor="ctr" bIns="91425" lIns="91425" spcFirstLastPara="1" rIns="91425" wrap="square" tIns="91425">
            <a:normAutofit/>
          </a:bodyPr>
          <a:lstStyle/>
          <a:p>
            <a:pPr indent="0" lvl="0" marL="0" rtl="0" algn="ctr">
              <a:lnSpc>
                <a:spcPct val="100000"/>
              </a:lnSpc>
              <a:spcBef>
                <a:spcPts val="0"/>
              </a:spcBef>
              <a:spcAft>
                <a:spcPts val="0"/>
              </a:spcAft>
              <a:buNone/>
            </a:pPr>
            <a:r>
              <a:rPr lang="en"/>
              <a:t>You can enter a subtitle here if you need it</a:t>
            </a:r>
            <a:endParaRPr/>
          </a:p>
        </p:txBody>
      </p:sp>
      <p:grpSp>
        <p:nvGrpSpPr>
          <p:cNvPr id="1350" name="Google Shape;1350;p52"/>
          <p:cNvGrpSpPr/>
          <p:nvPr/>
        </p:nvGrpSpPr>
        <p:grpSpPr>
          <a:xfrm>
            <a:off x="-47586" y="2548700"/>
            <a:ext cx="9229811" cy="483925"/>
            <a:chOff x="-47586" y="2548700"/>
            <a:chExt cx="9229811" cy="483925"/>
          </a:xfrm>
        </p:grpSpPr>
        <p:sp>
          <p:nvSpPr>
            <p:cNvPr id="1351" name="Google Shape;1351;p52"/>
            <p:cNvSpPr/>
            <p:nvPr/>
          </p:nvSpPr>
          <p:spPr>
            <a:xfrm rot="5400000">
              <a:off x="1307364" y="1572975"/>
              <a:ext cx="104700" cy="28146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2"/>
            <p:cNvSpPr/>
            <p:nvPr/>
          </p:nvSpPr>
          <p:spPr>
            <a:xfrm rot="-5400000">
              <a:off x="7648475" y="1122650"/>
              <a:ext cx="107700" cy="2959800"/>
            </a:xfrm>
            <a:prstGeom prst="round1Rect">
              <a:avLst>
                <a:gd fmla="val 49546" name="adj"/>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3" name="Google Shape;1353;p52"/>
          <p:cNvSpPr/>
          <p:nvPr/>
        </p:nvSpPr>
        <p:spPr>
          <a:xfrm>
            <a:off x="4216402" y="1364265"/>
            <a:ext cx="711327" cy="841801"/>
          </a:xfrm>
          <a:prstGeom prst="rect">
            <a:avLst/>
          </a:prstGeom>
        </p:spPr>
        <p:txBody>
          <a:bodyPr>
            <a:prstTxWarp prst="textPlain"/>
          </a:bodyPr>
          <a:lstStyle/>
          <a:p>
            <a:pPr lvl="0" algn="ctr"/>
            <a:r>
              <a:rPr b="1" i="0">
                <a:ln cap="flat" cmpd="sng" w="19050">
                  <a:solidFill>
                    <a:schemeClr val="dk1"/>
                  </a:solidFill>
                  <a:prstDash val="solid"/>
                  <a:round/>
                  <a:headEnd len="sm" w="sm" type="none"/>
                  <a:tailEnd len="sm" w="sm" type="none"/>
                </a:ln>
                <a:noFill/>
                <a:latin typeface="Audiowide"/>
              </a:rPr>
              <a:t>3</a:t>
            </a:r>
          </a:p>
        </p:txBody>
      </p:sp>
      <p:grpSp>
        <p:nvGrpSpPr>
          <p:cNvPr id="1354" name="Google Shape;1354;p52"/>
          <p:cNvGrpSpPr/>
          <p:nvPr/>
        </p:nvGrpSpPr>
        <p:grpSpPr>
          <a:xfrm>
            <a:off x="768172" y="540008"/>
            <a:ext cx="1505177" cy="1603069"/>
            <a:chOff x="768172" y="540008"/>
            <a:chExt cx="1505177" cy="1603069"/>
          </a:xfrm>
        </p:grpSpPr>
        <p:grpSp>
          <p:nvGrpSpPr>
            <p:cNvPr id="1355" name="Google Shape;1355;p52"/>
            <p:cNvGrpSpPr/>
            <p:nvPr/>
          </p:nvGrpSpPr>
          <p:grpSpPr>
            <a:xfrm flipH="1" rot="3560069">
              <a:off x="1011634" y="697141"/>
              <a:ext cx="1018253" cy="1146087"/>
              <a:chOff x="4185466" y="382554"/>
              <a:chExt cx="1236217" cy="1391646"/>
            </a:xfrm>
          </p:grpSpPr>
          <p:sp>
            <p:nvSpPr>
              <p:cNvPr id="1356" name="Google Shape;1356;p52"/>
              <p:cNvSpPr/>
              <p:nvPr/>
            </p:nvSpPr>
            <p:spPr>
              <a:xfrm>
                <a:off x="5315992" y="382554"/>
                <a:ext cx="105682" cy="112254"/>
              </a:xfrm>
              <a:custGeom>
                <a:rect b="b" l="l" r="r" t="t"/>
                <a:pathLst>
                  <a:path extrusionOk="0" h="871" w="820">
                    <a:moveTo>
                      <a:pt x="1" y="623"/>
                    </a:moveTo>
                    <a:cubicBezTo>
                      <a:pt x="393" y="1"/>
                      <a:pt x="819" y="444"/>
                      <a:pt x="321" y="8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2"/>
              <p:cNvSpPr/>
              <p:nvPr/>
            </p:nvSpPr>
            <p:spPr>
              <a:xfrm>
                <a:off x="4385357" y="1313577"/>
                <a:ext cx="438450" cy="310085"/>
              </a:xfrm>
              <a:custGeom>
                <a:rect b="b" l="l" r="r" t="t"/>
                <a:pathLst>
                  <a:path extrusionOk="0" h="2406" w="3402">
                    <a:moveTo>
                      <a:pt x="594" y="0"/>
                    </a:moveTo>
                    <a:cubicBezTo>
                      <a:pt x="289" y="0"/>
                      <a:pt x="1" y="337"/>
                      <a:pt x="261" y="624"/>
                    </a:cubicBezTo>
                    <a:cubicBezTo>
                      <a:pt x="956" y="1408"/>
                      <a:pt x="1719" y="2243"/>
                      <a:pt x="2802" y="2401"/>
                    </a:cubicBezTo>
                    <a:cubicBezTo>
                      <a:pt x="2824" y="2404"/>
                      <a:pt x="2846" y="2406"/>
                      <a:pt x="2866" y="2406"/>
                    </a:cubicBezTo>
                    <a:cubicBezTo>
                      <a:pt x="3326" y="2406"/>
                      <a:pt x="3402" y="1669"/>
                      <a:pt x="2908" y="1604"/>
                    </a:cubicBezTo>
                    <a:cubicBezTo>
                      <a:pt x="2056" y="1476"/>
                      <a:pt x="1434" y="751"/>
                      <a:pt x="901" y="146"/>
                    </a:cubicBezTo>
                    <a:cubicBezTo>
                      <a:pt x="812" y="43"/>
                      <a:pt x="702" y="0"/>
                      <a:pt x="5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2"/>
              <p:cNvSpPr/>
              <p:nvPr/>
            </p:nvSpPr>
            <p:spPr>
              <a:xfrm>
                <a:off x="4659612" y="437457"/>
                <a:ext cx="746086" cy="865300"/>
              </a:xfrm>
              <a:custGeom>
                <a:rect b="b" l="l" r="r" t="t"/>
                <a:pathLst>
                  <a:path extrusionOk="0" h="6714" w="5789">
                    <a:moveTo>
                      <a:pt x="746" y="6075"/>
                    </a:moveTo>
                    <a:cubicBezTo>
                      <a:pt x="550" y="5896"/>
                      <a:pt x="354" y="5738"/>
                      <a:pt x="175" y="5559"/>
                    </a:cubicBezTo>
                    <a:cubicBezTo>
                      <a:pt x="124" y="5503"/>
                      <a:pt x="69" y="5435"/>
                      <a:pt x="17" y="5363"/>
                    </a:cubicBezTo>
                    <a:cubicBezTo>
                      <a:pt x="0" y="5346"/>
                      <a:pt x="0" y="5312"/>
                      <a:pt x="17" y="5273"/>
                    </a:cubicBezTo>
                    <a:cubicBezTo>
                      <a:pt x="52" y="5222"/>
                      <a:pt x="86" y="5184"/>
                      <a:pt x="107" y="5133"/>
                    </a:cubicBezTo>
                    <a:cubicBezTo>
                      <a:pt x="214" y="4992"/>
                      <a:pt x="299" y="4847"/>
                      <a:pt x="388" y="4689"/>
                    </a:cubicBezTo>
                    <a:cubicBezTo>
                      <a:pt x="495" y="4544"/>
                      <a:pt x="618" y="4404"/>
                      <a:pt x="708" y="4263"/>
                    </a:cubicBezTo>
                    <a:cubicBezTo>
                      <a:pt x="832" y="4101"/>
                      <a:pt x="938" y="3943"/>
                      <a:pt x="1045" y="3781"/>
                    </a:cubicBezTo>
                    <a:cubicBezTo>
                      <a:pt x="1100" y="3713"/>
                      <a:pt x="1151" y="3641"/>
                      <a:pt x="1207" y="3568"/>
                    </a:cubicBezTo>
                    <a:cubicBezTo>
                      <a:pt x="1313" y="3411"/>
                      <a:pt x="1420" y="3266"/>
                      <a:pt x="1526" y="3108"/>
                    </a:cubicBezTo>
                    <a:cubicBezTo>
                      <a:pt x="1667" y="2895"/>
                      <a:pt x="1846" y="2682"/>
                      <a:pt x="1987" y="2486"/>
                    </a:cubicBezTo>
                    <a:cubicBezTo>
                      <a:pt x="2076" y="2362"/>
                      <a:pt x="2149" y="2256"/>
                      <a:pt x="2238" y="2132"/>
                    </a:cubicBezTo>
                    <a:cubicBezTo>
                      <a:pt x="2306" y="2042"/>
                      <a:pt x="2379" y="1953"/>
                      <a:pt x="2451" y="1846"/>
                    </a:cubicBezTo>
                    <a:cubicBezTo>
                      <a:pt x="2537" y="1723"/>
                      <a:pt x="2626" y="1582"/>
                      <a:pt x="2733" y="1437"/>
                    </a:cubicBezTo>
                    <a:cubicBezTo>
                      <a:pt x="2856" y="1297"/>
                      <a:pt x="2963" y="1173"/>
                      <a:pt x="3091" y="1028"/>
                    </a:cubicBezTo>
                    <a:cubicBezTo>
                      <a:pt x="3159" y="960"/>
                      <a:pt x="3231" y="870"/>
                      <a:pt x="3304" y="798"/>
                    </a:cubicBezTo>
                    <a:cubicBezTo>
                      <a:pt x="3585" y="461"/>
                      <a:pt x="3922" y="231"/>
                      <a:pt x="4331" y="90"/>
                    </a:cubicBezTo>
                    <a:cubicBezTo>
                      <a:pt x="4420" y="52"/>
                      <a:pt x="4527" y="35"/>
                      <a:pt x="4617" y="18"/>
                    </a:cubicBezTo>
                    <a:cubicBezTo>
                      <a:pt x="4689" y="18"/>
                      <a:pt x="4757" y="1"/>
                      <a:pt x="4830" y="18"/>
                    </a:cubicBezTo>
                    <a:cubicBezTo>
                      <a:pt x="5094" y="52"/>
                      <a:pt x="5307" y="175"/>
                      <a:pt x="5486" y="389"/>
                    </a:cubicBezTo>
                    <a:cubicBezTo>
                      <a:pt x="5648" y="568"/>
                      <a:pt x="5733" y="781"/>
                      <a:pt x="5772" y="1011"/>
                    </a:cubicBezTo>
                    <a:cubicBezTo>
                      <a:pt x="5789" y="1135"/>
                      <a:pt x="5755" y="1262"/>
                      <a:pt x="5733" y="1386"/>
                    </a:cubicBezTo>
                    <a:cubicBezTo>
                      <a:pt x="5682" y="1599"/>
                      <a:pt x="5593" y="1812"/>
                      <a:pt x="5486" y="1987"/>
                    </a:cubicBezTo>
                    <a:cubicBezTo>
                      <a:pt x="5435" y="2077"/>
                      <a:pt x="5397" y="2149"/>
                      <a:pt x="5362" y="2238"/>
                    </a:cubicBezTo>
                    <a:cubicBezTo>
                      <a:pt x="5222" y="2520"/>
                      <a:pt x="5026" y="2754"/>
                      <a:pt x="4847" y="3001"/>
                    </a:cubicBezTo>
                    <a:cubicBezTo>
                      <a:pt x="4774" y="3091"/>
                      <a:pt x="4723" y="3198"/>
                      <a:pt x="4668" y="3304"/>
                    </a:cubicBezTo>
                    <a:cubicBezTo>
                      <a:pt x="4634" y="3355"/>
                      <a:pt x="4582" y="3428"/>
                      <a:pt x="4544" y="3500"/>
                    </a:cubicBezTo>
                    <a:cubicBezTo>
                      <a:pt x="4420" y="3675"/>
                      <a:pt x="4297" y="3871"/>
                      <a:pt x="4173" y="4050"/>
                    </a:cubicBezTo>
                    <a:cubicBezTo>
                      <a:pt x="4067" y="4191"/>
                      <a:pt x="3943" y="4331"/>
                      <a:pt x="3837" y="4493"/>
                    </a:cubicBezTo>
                    <a:cubicBezTo>
                      <a:pt x="3781" y="4566"/>
                      <a:pt x="3730" y="4651"/>
                      <a:pt x="3675" y="4740"/>
                    </a:cubicBezTo>
                    <a:cubicBezTo>
                      <a:pt x="3534" y="4902"/>
                      <a:pt x="3444" y="5077"/>
                      <a:pt x="3282" y="5222"/>
                    </a:cubicBezTo>
                    <a:cubicBezTo>
                      <a:pt x="3248" y="5239"/>
                      <a:pt x="3248" y="5273"/>
                      <a:pt x="3231" y="5290"/>
                    </a:cubicBezTo>
                    <a:cubicBezTo>
                      <a:pt x="3214" y="5329"/>
                      <a:pt x="3197" y="5363"/>
                      <a:pt x="3176" y="5380"/>
                    </a:cubicBezTo>
                    <a:cubicBezTo>
                      <a:pt x="3018" y="5503"/>
                      <a:pt x="2912" y="5682"/>
                      <a:pt x="2788" y="5844"/>
                    </a:cubicBezTo>
                    <a:cubicBezTo>
                      <a:pt x="2681" y="6002"/>
                      <a:pt x="2558" y="6164"/>
                      <a:pt x="2451" y="6322"/>
                    </a:cubicBezTo>
                    <a:cubicBezTo>
                      <a:pt x="2430" y="6339"/>
                      <a:pt x="2413" y="6339"/>
                      <a:pt x="2396" y="6356"/>
                    </a:cubicBezTo>
                    <a:cubicBezTo>
                      <a:pt x="2362" y="6394"/>
                      <a:pt x="2323" y="6445"/>
                      <a:pt x="2289" y="6501"/>
                    </a:cubicBezTo>
                    <a:cubicBezTo>
                      <a:pt x="2217" y="6552"/>
                      <a:pt x="2166" y="6624"/>
                      <a:pt x="2110" y="6676"/>
                    </a:cubicBezTo>
                    <a:cubicBezTo>
                      <a:pt x="2076" y="6714"/>
                      <a:pt x="2025" y="6714"/>
                      <a:pt x="1987" y="6714"/>
                    </a:cubicBezTo>
                    <a:cubicBezTo>
                      <a:pt x="1880" y="6676"/>
                      <a:pt x="1757" y="6659"/>
                      <a:pt x="1633" y="6607"/>
                    </a:cubicBezTo>
                    <a:cubicBezTo>
                      <a:pt x="1386" y="6501"/>
                      <a:pt x="1173" y="6356"/>
                      <a:pt x="938" y="6215"/>
                    </a:cubicBezTo>
                    <a:cubicBezTo>
                      <a:pt x="870" y="6164"/>
                      <a:pt x="815" y="6109"/>
                      <a:pt x="746" y="6058"/>
                    </a:cubicBezTo>
                    <a:close/>
                    <a:moveTo>
                      <a:pt x="3517" y="1420"/>
                    </a:moveTo>
                    <a:cubicBezTo>
                      <a:pt x="3427" y="1527"/>
                      <a:pt x="3372" y="1650"/>
                      <a:pt x="3338" y="1774"/>
                    </a:cubicBezTo>
                    <a:cubicBezTo>
                      <a:pt x="3265" y="1919"/>
                      <a:pt x="3282" y="2077"/>
                      <a:pt x="3372" y="2200"/>
                    </a:cubicBezTo>
                    <a:cubicBezTo>
                      <a:pt x="3444" y="2290"/>
                      <a:pt x="3496" y="2362"/>
                      <a:pt x="3568" y="2435"/>
                    </a:cubicBezTo>
                    <a:cubicBezTo>
                      <a:pt x="3658" y="2520"/>
                      <a:pt x="3798" y="2541"/>
                      <a:pt x="3922" y="2592"/>
                    </a:cubicBezTo>
                    <a:cubicBezTo>
                      <a:pt x="4101" y="2665"/>
                      <a:pt x="4280" y="2648"/>
                      <a:pt x="4455" y="2541"/>
                    </a:cubicBezTo>
                    <a:cubicBezTo>
                      <a:pt x="4689" y="2379"/>
                      <a:pt x="4830" y="2166"/>
                      <a:pt x="4881" y="1902"/>
                    </a:cubicBezTo>
                    <a:cubicBezTo>
                      <a:pt x="4902" y="1829"/>
                      <a:pt x="4902" y="1740"/>
                      <a:pt x="4864" y="1689"/>
                    </a:cubicBezTo>
                    <a:cubicBezTo>
                      <a:pt x="4740" y="1437"/>
                      <a:pt x="4600" y="1207"/>
                      <a:pt x="4331" y="1100"/>
                    </a:cubicBezTo>
                    <a:cubicBezTo>
                      <a:pt x="4207" y="1049"/>
                      <a:pt x="4067" y="1028"/>
                      <a:pt x="3943" y="1100"/>
                    </a:cubicBezTo>
                    <a:cubicBezTo>
                      <a:pt x="3764" y="1173"/>
                      <a:pt x="3623" y="1279"/>
                      <a:pt x="3517" y="142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2"/>
              <p:cNvSpPr/>
              <p:nvPr/>
            </p:nvSpPr>
            <p:spPr>
              <a:xfrm>
                <a:off x="4835403" y="922558"/>
                <a:ext cx="403266" cy="835658"/>
              </a:xfrm>
              <a:custGeom>
                <a:rect b="b" l="l" r="r" t="t"/>
                <a:pathLst>
                  <a:path extrusionOk="0" h="6484" w="3129">
                    <a:moveTo>
                      <a:pt x="1812" y="6483"/>
                    </a:moveTo>
                    <a:cubicBezTo>
                      <a:pt x="1705" y="6411"/>
                      <a:pt x="1599" y="6343"/>
                      <a:pt x="1492" y="6270"/>
                    </a:cubicBezTo>
                    <a:cubicBezTo>
                      <a:pt x="1352" y="6181"/>
                      <a:pt x="1194" y="6074"/>
                      <a:pt x="1032" y="5968"/>
                    </a:cubicBezTo>
                    <a:cubicBezTo>
                      <a:pt x="981" y="5917"/>
                      <a:pt x="908" y="5878"/>
                      <a:pt x="853" y="5827"/>
                    </a:cubicBezTo>
                    <a:cubicBezTo>
                      <a:pt x="712" y="5721"/>
                      <a:pt x="589" y="5614"/>
                      <a:pt x="465" y="5507"/>
                    </a:cubicBezTo>
                    <a:cubicBezTo>
                      <a:pt x="341" y="5435"/>
                      <a:pt x="235" y="5345"/>
                      <a:pt x="107" y="5277"/>
                    </a:cubicBezTo>
                    <a:cubicBezTo>
                      <a:pt x="73" y="5256"/>
                      <a:pt x="39" y="5239"/>
                      <a:pt x="0" y="5222"/>
                    </a:cubicBezTo>
                    <a:cubicBezTo>
                      <a:pt x="22" y="5188"/>
                      <a:pt x="22" y="5171"/>
                      <a:pt x="39" y="5171"/>
                    </a:cubicBezTo>
                    <a:cubicBezTo>
                      <a:pt x="179" y="5026"/>
                      <a:pt x="341" y="4885"/>
                      <a:pt x="482" y="4744"/>
                    </a:cubicBezTo>
                    <a:cubicBezTo>
                      <a:pt x="572" y="4638"/>
                      <a:pt x="661" y="4510"/>
                      <a:pt x="746" y="4403"/>
                    </a:cubicBezTo>
                    <a:cubicBezTo>
                      <a:pt x="768" y="4386"/>
                      <a:pt x="768" y="4352"/>
                      <a:pt x="768" y="4318"/>
                    </a:cubicBezTo>
                    <a:cubicBezTo>
                      <a:pt x="819" y="3943"/>
                      <a:pt x="819" y="3551"/>
                      <a:pt x="802" y="3163"/>
                    </a:cubicBezTo>
                    <a:cubicBezTo>
                      <a:pt x="802" y="3091"/>
                      <a:pt x="802" y="3018"/>
                      <a:pt x="853" y="2967"/>
                    </a:cubicBezTo>
                    <a:cubicBezTo>
                      <a:pt x="925" y="2878"/>
                      <a:pt x="998" y="2788"/>
                      <a:pt x="1066" y="2698"/>
                    </a:cubicBezTo>
                    <a:cubicBezTo>
                      <a:pt x="1104" y="2647"/>
                      <a:pt x="1155" y="2613"/>
                      <a:pt x="1194" y="2558"/>
                    </a:cubicBezTo>
                    <a:cubicBezTo>
                      <a:pt x="1262" y="2451"/>
                      <a:pt x="1334" y="2345"/>
                      <a:pt x="1424" y="2238"/>
                    </a:cubicBezTo>
                    <a:cubicBezTo>
                      <a:pt x="1531" y="2080"/>
                      <a:pt x="1654" y="1936"/>
                      <a:pt x="1761" y="1795"/>
                    </a:cubicBezTo>
                    <a:cubicBezTo>
                      <a:pt x="1867" y="1671"/>
                      <a:pt x="1991" y="1548"/>
                      <a:pt x="2097" y="1420"/>
                    </a:cubicBezTo>
                    <a:cubicBezTo>
                      <a:pt x="2187" y="1296"/>
                      <a:pt x="2276" y="1173"/>
                      <a:pt x="2366" y="1066"/>
                    </a:cubicBezTo>
                    <a:cubicBezTo>
                      <a:pt x="2451" y="942"/>
                      <a:pt x="2541" y="819"/>
                      <a:pt x="2630" y="695"/>
                    </a:cubicBezTo>
                    <a:cubicBezTo>
                      <a:pt x="2771" y="499"/>
                      <a:pt x="2916" y="286"/>
                      <a:pt x="3056" y="90"/>
                    </a:cubicBezTo>
                    <a:cubicBezTo>
                      <a:pt x="3074" y="56"/>
                      <a:pt x="3091" y="35"/>
                      <a:pt x="3112" y="0"/>
                    </a:cubicBezTo>
                    <a:cubicBezTo>
                      <a:pt x="3129" y="90"/>
                      <a:pt x="3129" y="162"/>
                      <a:pt x="3112" y="231"/>
                    </a:cubicBezTo>
                    <a:cubicBezTo>
                      <a:pt x="3074" y="461"/>
                      <a:pt x="3039" y="695"/>
                      <a:pt x="3005" y="942"/>
                    </a:cubicBezTo>
                    <a:cubicBezTo>
                      <a:pt x="2984" y="1121"/>
                      <a:pt x="2967" y="1296"/>
                      <a:pt x="2950" y="1475"/>
                    </a:cubicBezTo>
                    <a:cubicBezTo>
                      <a:pt x="2933" y="1654"/>
                      <a:pt x="2916" y="1829"/>
                      <a:pt x="2899" y="2025"/>
                    </a:cubicBezTo>
                    <a:cubicBezTo>
                      <a:pt x="2877" y="2132"/>
                      <a:pt x="2877" y="2255"/>
                      <a:pt x="2860" y="2379"/>
                    </a:cubicBezTo>
                    <a:lnTo>
                      <a:pt x="2860" y="2485"/>
                    </a:lnTo>
                    <a:cubicBezTo>
                      <a:pt x="2826" y="2647"/>
                      <a:pt x="2826" y="2826"/>
                      <a:pt x="2809" y="3001"/>
                    </a:cubicBezTo>
                    <a:cubicBezTo>
                      <a:pt x="2809" y="3180"/>
                      <a:pt x="2792" y="3359"/>
                      <a:pt x="2771" y="3534"/>
                    </a:cubicBezTo>
                    <a:cubicBezTo>
                      <a:pt x="2754" y="3623"/>
                      <a:pt x="2754" y="3730"/>
                      <a:pt x="2754" y="3837"/>
                    </a:cubicBezTo>
                    <a:cubicBezTo>
                      <a:pt x="2754" y="3977"/>
                      <a:pt x="2737" y="4139"/>
                      <a:pt x="2720" y="4280"/>
                    </a:cubicBezTo>
                    <a:cubicBezTo>
                      <a:pt x="2720" y="4442"/>
                      <a:pt x="2703" y="4617"/>
                      <a:pt x="2686" y="4779"/>
                    </a:cubicBezTo>
                    <a:cubicBezTo>
                      <a:pt x="2647" y="4958"/>
                      <a:pt x="2647" y="5132"/>
                      <a:pt x="2630" y="5294"/>
                    </a:cubicBezTo>
                    <a:cubicBezTo>
                      <a:pt x="2630" y="5328"/>
                      <a:pt x="2613" y="5345"/>
                      <a:pt x="2596" y="5384"/>
                    </a:cubicBezTo>
                    <a:cubicBezTo>
                      <a:pt x="2434" y="5614"/>
                      <a:pt x="2259" y="5861"/>
                      <a:pt x="2097" y="6091"/>
                    </a:cubicBezTo>
                    <a:cubicBezTo>
                      <a:pt x="2025" y="6181"/>
                      <a:pt x="1974" y="6270"/>
                      <a:pt x="1901" y="6377"/>
                    </a:cubicBezTo>
                    <a:cubicBezTo>
                      <a:pt x="1884" y="6411"/>
                      <a:pt x="1850" y="6428"/>
                      <a:pt x="1812" y="648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2"/>
              <p:cNvSpPr/>
              <p:nvPr/>
            </p:nvSpPr>
            <p:spPr>
              <a:xfrm>
                <a:off x="4203638" y="720991"/>
                <a:ext cx="721470" cy="570294"/>
              </a:xfrm>
              <a:custGeom>
                <a:rect b="b" l="l" r="r" t="t"/>
                <a:pathLst>
                  <a:path extrusionOk="0" h="4425" w="5598">
                    <a:moveTo>
                      <a:pt x="1654" y="4424"/>
                    </a:moveTo>
                    <a:cubicBezTo>
                      <a:pt x="1049" y="4071"/>
                      <a:pt x="533" y="3644"/>
                      <a:pt x="1" y="3252"/>
                    </a:cubicBezTo>
                    <a:cubicBezTo>
                      <a:pt x="22" y="3218"/>
                      <a:pt x="22" y="3197"/>
                      <a:pt x="22" y="3180"/>
                    </a:cubicBezTo>
                    <a:cubicBezTo>
                      <a:pt x="107" y="3073"/>
                      <a:pt x="180" y="2967"/>
                      <a:pt x="269" y="2860"/>
                    </a:cubicBezTo>
                    <a:cubicBezTo>
                      <a:pt x="410" y="2647"/>
                      <a:pt x="555" y="2434"/>
                      <a:pt x="712" y="2221"/>
                    </a:cubicBezTo>
                    <a:cubicBezTo>
                      <a:pt x="747" y="2170"/>
                      <a:pt x="802" y="2131"/>
                      <a:pt x="853" y="2097"/>
                    </a:cubicBezTo>
                    <a:cubicBezTo>
                      <a:pt x="998" y="2046"/>
                      <a:pt x="1139" y="1957"/>
                      <a:pt x="1279" y="1901"/>
                    </a:cubicBezTo>
                    <a:cubicBezTo>
                      <a:pt x="1458" y="1812"/>
                      <a:pt x="1654" y="1726"/>
                      <a:pt x="1851" y="1654"/>
                    </a:cubicBezTo>
                    <a:cubicBezTo>
                      <a:pt x="2187" y="1492"/>
                      <a:pt x="2524" y="1334"/>
                      <a:pt x="2878" y="1194"/>
                    </a:cubicBezTo>
                    <a:cubicBezTo>
                      <a:pt x="3325" y="1032"/>
                      <a:pt x="3752" y="836"/>
                      <a:pt x="4178" y="639"/>
                    </a:cubicBezTo>
                    <a:cubicBezTo>
                      <a:pt x="4335" y="588"/>
                      <a:pt x="4459" y="499"/>
                      <a:pt x="4621" y="426"/>
                    </a:cubicBezTo>
                    <a:cubicBezTo>
                      <a:pt x="4655" y="409"/>
                      <a:pt x="4711" y="409"/>
                      <a:pt x="4762" y="392"/>
                    </a:cubicBezTo>
                    <a:cubicBezTo>
                      <a:pt x="4924" y="320"/>
                      <a:pt x="5081" y="235"/>
                      <a:pt x="5243" y="162"/>
                    </a:cubicBezTo>
                    <a:cubicBezTo>
                      <a:pt x="5350" y="107"/>
                      <a:pt x="5456" y="56"/>
                      <a:pt x="5597" y="0"/>
                    </a:cubicBezTo>
                    <a:cubicBezTo>
                      <a:pt x="5542" y="107"/>
                      <a:pt x="5474" y="179"/>
                      <a:pt x="5401" y="269"/>
                    </a:cubicBezTo>
                    <a:cubicBezTo>
                      <a:pt x="5401" y="286"/>
                      <a:pt x="5384" y="303"/>
                      <a:pt x="5367" y="320"/>
                    </a:cubicBezTo>
                    <a:cubicBezTo>
                      <a:pt x="5222" y="516"/>
                      <a:pt x="5064" y="712"/>
                      <a:pt x="4924" y="908"/>
                    </a:cubicBezTo>
                    <a:cubicBezTo>
                      <a:pt x="4745" y="1211"/>
                      <a:pt x="4514" y="1492"/>
                      <a:pt x="4301" y="1795"/>
                    </a:cubicBezTo>
                    <a:cubicBezTo>
                      <a:pt x="4122" y="2046"/>
                      <a:pt x="3965" y="2293"/>
                      <a:pt x="3786" y="2540"/>
                    </a:cubicBezTo>
                    <a:cubicBezTo>
                      <a:pt x="3679" y="2685"/>
                      <a:pt x="3590" y="2826"/>
                      <a:pt x="3483" y="2967"/>
                    </a:cubicBezTo>
                    <a:cubicBezTo>
                      <a:pt x="3466" y="3005"/>
                      <a:pt x="3432" y="3039"/>
                      <a:pt x="3393" y="3056"/>
                    </a:cubicBezTo>
                    <a:cubicBezTo>
                      <a:pt x="3197" y="3112"/>
                      <a:pt x="3006" y="3180"/>
                      <a:pt x="2827" y="3235"/>
                    </a:cubicBezTo>
                    <a:cubicBezTo>
                      <a:pt x="2631" y="3303"/>
                      <a:pt x="2417" y="3376"/>
                      <a:pt x="2221" y="3448"/>
                    </a:cubicBezTo>
                    <a:cubicBezTo>
                      <a:pt x="2204" y="3465"/>
                      <a:pt x="2170" y="3482"/>
                      <a:pt x="2170" y="3517"/>
                    </a:cubicBezTo>
                    <a:cubicBezTo>
                      <a:pt x="2115" y="3679"/>
                      <a:pt x="2008" y="3802"/>
                      <a:pt x="1919" y="3943"/>
                    </a:cubicBezTo>
                    <a:cubicBezTo>
                      <a:pt x="1851" y="4071"/>
                      <a:pt x="1778" y="4194"/>
                      <a:pt x="1689" y="4318"/>
                    </a:cubicBezTo>
                    <a:cubicBezTo>
                      <a:pt x="1689" y="4352"/>
                      <a:pt x="1671" y="4390"/>
                      <a:pt x="1654" y="44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2"/>
              <p:cNvSpPr/>
              <p:nvPr/>
            </p:nvSpPr>
            <p:spPr>
              <a:xfrm>
                <a:off x="4494775" y="1128507"/>
                <a:ext cx="430330" cy="350682"/>
              </a:xfrm>
              <a:custGeom>
                <a:rect b="b" l="l" r="r" t="t"/>
                <a:pathLst>
                  <a:path extrusionOk="0" h="2721" w="3339">
                    <a:moveTo>
                      <a:pt x="3304" y="1476"/>
                    </a:moveTo>
                    <a:cubicBezTo>
                      <a:pt x="3338" y="1778"/>
                      <a:pt x="3338" y="2558"/>
                      <a:pt x="3266" y="2720"/>
                    </a:cubicBezTo>
                    <a:lnTo>
                      <a:pt x="3176" y="2720"/>
                    </a:lnTo>
                    <a:cubicBezTo>
                      <a:pt x="2856" y="2699"/>
                      <a:pt x="2558" y="2592"/>
                      <a:pt x="2290" y="2452"/>
                    </a:cubicBezTo>
                    <a:cubicBezTo>
                      <a:pt x="2111" y="2362"/>
                      <a:pt x="1936" y="2294"/>
                      <a:pt x="1757" y="2204"/>
                    </a:cubicBezTo>
                    <a:cubicBezTo>
                      <a:pt x="1510" y="2060"/>
                      <a:pt x="1279" y="1919"/>
                      <a:pt x="1045" y="1723"/>
                    </a:cubicBezTo>
                    <a:cubicBezTo>
                      <a:pt x="887" y="1582"/>
                      <a:pt x="708" y="1420"/>
                      <a:pt x="551" y="1245"/>
                    </a:cubicBezTo>
                    <a:cubicBezTo>
                      <a:pt x="461" y="1139"/>
                      <a:pt x="372" y="1015"/>
                      <a:pt x="282" y="909"/>
                    </a:cubicBezTo>
                    <a:cubicBezTo>
                      <a:pt x="214" y="802"/>
                      <a:pt x="158" y="713"/>
                      <a:pt x="86" y="606"/>
                    </a:cubicBezTo>
                    <a:cubicBezTo>
                      <a:pt x="52" y="551"/>
                      <a:pt x="35" y="482"/>
                      <a:pt x="1" y="410"/>
                    </a:cubicBezTo>
                    <a:cubicBezTo>
                      <a:pt x="389" y="248"/>
                      <a:pt x="781" y="124"/>
                      <a:pt x="1173" y="1"/>
                    </a:cubicBezTo>
                    <a:cubicBezTo>
                      <a:pt x="1258" y="163"/>
                      <a:pt x="1403" y="286"/>
                      <a:pt x="1527" y="410"/>
                    </a:cubicBezTo>
                    <a:cubicBezTo>
                      <a:pt x="1706" y="568"/>
                      <a:pt x="1880" y="730"/>
                      <a:pt x="2076" y="887"/>
                    </a:cubicBezTo>
                    <a:cubicBezTo>
                      <a:pt x="2132" y="926"/>
                      <a:pt x="2183" y="960"/>
                      <a:pt x="2238" y="994"/>
                    </a:cubicBezTo>
                    <a:cubicBezTo>
                      <a:pt x="2469" y="1139"/>
                      <a:pt x="2682" y="1280"/>
                      <a:pt x="2929" y="1369"/>
                    </a:cubicBezTo>
                    <a:cubicBezTo>
                      <a:pt x="3053" y="1420"/>
                      <a:pt x="3176" y="1441"/>
                      <a:pt x="3304" y="147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2"/>
              <p:cNvSpPr/>
              <p:nvPr/>
            </p:nvSpPr>
            <p:spPr>
              <a:xfrm>
                <a:off x="4428274" y="1204417"/>
                <a:ext cx="480851" cy="384578"/>
              </a:xfrm>
              <a:custGeom>
                <a:rect b="b" l="l" r="r" t="t"/>
                <a:pathLst>
                  <a:path extrusionOk="0" h="2984" w="3731">
                    <a:moveTo>
                      <a:pt x="3731" y="2255"/>
                    </a:moveTo>
                    <a:cubicBezTo>
                      <a:pt x="3641" y="2361"/>
                      <a:pt x="3552" y="2451"/>
                      <a:pt x="3462" y="2557"/>
                    </a:cubicBezTo>
                    <a:cubicBezTo>
                      <a:pt x="3372" y="2643"/>
                      <a:pt x="3266" y="2715"/>
                      <a:pt x="3198" y="2822"/>
                    </a:cubicBezTo>
                    <a:cubicBezTo>
                      <a:pt x="3074" y="2984"/>
                      <a:pt x="2912" y="2984"/>
                      <a:pt x="2754" y="2945"/>
                    </a:cubicBezTo>
                    <a:cubicBezTo>
                      <a:pt x="2435" y="2856"/>
                      <a:pt x="2132" y="2715"/>
                      <a:pt x="1847" y="2557"/>
                    </a:cubicBezTo>
                    <a:cubicBezTo>
                      <a:pt x="1616" y="2430"/>
                      <a:pt x="1403" y="2289"/>
                      <a:pt x="1173" y="2148"/>
                    </a:cubicBezTo>
                    <a:cubicBezTo>
                      <a:pt x="1118" y="2110"/>
                      <a:pt x="1067" y="2059"/>
                      <a:pt x="1011" y="2025"/>
                    </a:cubicBezTo>
                    <a:cubicBezTo>
                      <a:pt x="747" y="1773"/>
                      <a:pt x="495" y="1509"/>
                      <a:pt x="265" y="1206"/>
                    </a:cubicBezTo>
                    <a:cubicBezTo>
                      <a:pt x="197" y="1117"/>
                      <a:pt x="125" y="1027"/>
                      <a:pt x="69" y="938"/>
                    </a:cubicBezTo>
                    <a:cubicBezTo>
                      <a:pt x="18" y="852"/>
                      <a:pt x="1" y="780"/>
                      <a:pt x="52" y="673"/>
                    </a:cubicBezTo>
                    <a:cubicBezTo>
                      <a:pt x="159" y="511"/>
                      <a:pt x="248" y="337"/>
                      <a:pt x="355" y="158"/>
                    </a:cubicBezTo>
                    <a:cubicBezTo>
                      <a:pt x="372" y="107"/>
                      <a:pt x="410" y="51"/>
                      <a:pt x="444" y="0"/>
                    </a:cubicBezTo>
                    <a:cubicBezTo>
                      <a:pt x="461" y="17"/>
                      <a:pt x="478" y="17"/>
                      <a:pt x="495" y="34"/>
                    </a:cubicBezTo>
                    <a:cubicBezTo>
                      <a:pt x="623" y="264"/>
                      <a:pt x="781" y="477"/>
                      <a:pt x="960" y="673"/>
                    </a:cubicBezTo>
                    <a:cubicBezTo>
                      <a:pt x="1241" y="1010"/>
                      <a:pt x="1561" y="1296"/>
                      <a:pt x="1936" y="1526"/>
                    </a:cubicBezTo>
                    <a:cubicBezTo>
                      <a:pt x="2307" y="1756"/>
                      <a:pt x="2699" y="1952"/>
                      <a:pt x="3091" y="2110"/>
                    </a:cubicBezTo>
                    <a:cubicBezTo>
                      <a:pt x="3266" y="2182"/>
                      <a:pt x="3445" y="2216"/>
                      <a:pt x="3641" y="2238"/>
                    </a:cubicBezTo>
                    <a:cubicBezTo>
                      <a:pt x="3658" y="2255"/>
                      <a:pt x="3692" y="2255"/>
                      <a:pt x="3731" y="22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2"/>
              <p:cNvSpPr/>
              <p:nvPr/>
            </p:nvSpPr>
            <p:spPr>
              <a:xfrm>
                <a:off x="5096383" y="581415"/>
                <a:ext cx="185716" cy="188036"/>
              </a:xfrm>
              <a:custGeom>
                <a:rect b="b" l="l" r="r" t="t"/>
                <a:pathLst>
                  <a:path extrusionOk="0" h="1459" w="1441">
                    <a:moveTo>
                      <a:pt x="1228" y="1173"/>
                    </a:moveTo>
                    <a:cubicBezTo>
                      <a:pt x="1155" y="1245"/>
                      <a:pt x="1087" y="1318"/>
                      <a:pt x="997" y="1352"/>
                    </a:cubicBezTo>
                    <a:cubicBezTo>
                      <a:pt x="852" y="1458"/>
                      <a:pt x="695" y="1424"/>
                      <a:pt x="533" y="1369"/>
                    </a:cubicBezTo>
                    <a:cubicBezTo>
                      <a:pt x="516" y="1369"/>
                      <a:pt x="482" y="1352"/>
                      <a:pt x="465" y="1352"/>
                    </a:cubicBezTo>
                    <a:cubicBezTo>
                      <a:pt x="269" y="1296"/>
                      <a:pt x="145" y="1156"/>
                      <a:pt x="55" y="998"/>
                    </a:cubicBezTo>
                    <a:cubicBezTo>
                      <a:pt x="0" y="908"/>
                      <a:pt x="0" y="819"/>
                      <a:pt x="21" y="729"/>
                    </a:cubicBezTo>
                    <a:cubicBezTo>
                      <a:pt x="107" y="444"/>
                      <a:pt x="269" y="231"/>
                      <a:pt x="516" y="90"/>
                    </a:cubicBezTo>
                    <a:cubicBezTo>
                      <a:pt x="678" y="0"/>
                      <a:pt x="835" y="18"/>
                      <a:pt x="980" y="107"/>
                    </a:cubicBezTo>
                    <a:cubicBezTo>
                      <a:pt x="1121" y="197"/>
                      <a:pt x="1211" y="320"/>
                      <a:pt x="1300" y="444"/>
                    </a:cubicBezTo>
                    <a:cubicBezTo>
                      <a:pt x="1424" y="589"/>
                      <a:pt x="1441" y="746"/>
                      <a:pt x="1351" y="925"/>
                    </a:cubicBezTo>
                    <a:cubicBezTo>
                      <a:pt x="1317" y="1015"/>
                      <a:pt x="1262" y="1083"/>
                      <a:pt x="1228" y="11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2"/>
              <p:cNvSpPr/>
              <p:nvPr/>
            </p:nvSpPr>
            <p:spPr>
              <a:xfrm>
                <a:off x="4185466" y="423795"/>
                <a:ext cx="1236217" cy="1350405"/>
              </a:xfrm>
              <a:custGeom>
                <a:rect b="b" l="l" r="r" t="t"/>
                <a:pathLst>
                  <a:path extrusionOk="0" h="10478" w="9592">
                    <a:moveTo>
                      <a:pt x="6893" y="10477"/>
                    </a:moveTo>
                    <a:cubicBezTo>
                      <a:pt x="6770" y="10405"/>
                      <a:pt x="6680" y="10353"/>
                      <a:pt x="6574" y="10281"/>
                    </a:cubicBezTo>
                    <a:cubicBezTo>
                      <a:pt x="6467" y="10230"/>
                      <a:pt x="6377" y="10157"/>
                      <a:pt x="6271" y="10085"/>
                    </a:cubicBezTo>
                    <a:cubicBezTo>
                      <a:pt x="6075" y="9944"/>
                      <a:pt x="5879" y="9804"/>
                      <a:pt x="5683" y="9659"/>
                    </a:cubicBezTo>
                    <a:cubicBezTo>
                      <a:pt x="5542" y="9552"/>
                      <a:pt x="5401" y="9446"/>
                      <a:pt x="5256" y="9339"/>
                    </a:cubicBezTo>
                    <a:cubicBezTo>
                      <a:pt x="5171" y="9288"/>
                      <a:pt x="5082" y="9215"/>
                      <a:pt x="4992" y="9164"/>
                    </a:cubicBezTo>
                    <a:cubicBezTo>
                      <a:pt x="4975" y="9147"/>
                      <a:pt x="4937" y="9126"/>
                      <a:pt x="4903" y="9126"/>
                    </a:cubicBezTo>
                    <a:cubicBezTo>
                      <a:pt x="4673" y="9147"/>
                      <a:pt x="4442" y="9075"/>
                      <a:pt x="4229" y="8985"/>
                    </a:cubicBezTo>
                    <a:cubicBezTo>
                      <a:pt x="3978" y="8862"/>
                      <a:pt x="3731" y="8738"/>
                      <a:pt x="3500" y="8631"/>
                    </a:cubicBezTo>
                    <a:cubicBezTo>
                      <a:pt x="3411" y="8576"/>
                      <a:pt x="3321" y="8508"/>
                      <a:pt x="3232" y="8452"/>
                    </a:cubicBezTo>
                    <a:cubicBezTo>
                      <a:pt x="2985" y="8312"/>
                      <a:pt x="2772" y="8116"/>
                      <a:pt x="2575" y="7903"/>
                    </a:cubicBezTo>
                    <a:cubicBezTo>
                      <a:pt x="2401" y="7724"/>
                      <a:pt x="2239" y="7549"/>
                      <a:pt x="2098" y="7370"/>
                    </a:cubicBezTo>
                    <a:cubicBezTo>
                      <a:pt x="1992" y="7246"/>
                      <a:pt x="1902" y="7123"/>
                      <a:pt x="1812" y="6995"/>
                    </a:cubicBezTo>
                    <a:lnTo>
                      <a:pt x="1812" y="6978"/>
                    </a:lnTo>
                    <a:cubicBezTo>
                      <a:pt x="1761" y="6820"/>
                      <a:pt x="1633" y="6748"/>
                      <a:pt x="1510" y="6658"/>
                    </a:cubicBezTo>
                    <a:cubicBezTo>
                      <a:pt x="1314" y="6534"/>
                      <a:pt x="1122" y="6411"/>
                      <a:pt x="926" y="6270"/>
                    </a:cubicBezTo>
                    <a:cubicBezTo>
                      <a:pt x="764" y="6142"/>
                      <a:pt x="623" y="6036"/>
                      <a:pt x="461" y="5912"/>
                    </a:cubicBezTo>
                    <a:cubicBezTo>
                      <a:pt x="321" y="5806"/>
                      <a:pt x="197" y="5716"/>
                      <a:pt x="56" y="5609"/>
                    </a:cubicBezTo>
                    <a:cubicBezTo>
                      <a:pt x="1" y="5558"/>
                      <a:pt x="1" y="5524"/>
                      <a:pt x="56" y="5469"/>
                    </a:cubicBezTo>
                    <a:cubicBezTo>
                      <a:pt x="125" y="5379"/>
                      <a:pt x="197" y="5290"/>
                      <a:pt x="270" y="5183"/>
                    </a:cubicBezTo>
                    <a:cubicBezTo>
                      <a:pt x="338" y="5115"/>
                      <a:pt x="393" y="5026"/>
                      <a:pt x="444" y="4936"/>
                    </a:cubicBezTo>
                    <a:cubicBezTo>
                      <a:pt x="568" y="4757"/>
                      <a:pt x="696" y="4582"/>
                      <a:pt x="819" y="4403"/>
                    </a:cubicBezTo>
                    <a:cubicBezTo>
                      <a:pt x="836" y="4369"/>
                      <a:pt x="853" y="4352"/>
                      <a:pt x="870" y="4331"/>
                    </a:cubicBezTo>
                    <a:cubicBezTo>
                      <a:pt x="1050" y="4263"/>
                      <a:pt x="1207" y="4190"/>
                      <a:pt x="1386" y="4118"/>
                    </a:cubicBezTo>
                    <a:cubicBezTo>
                      <a:pt x="1582" y="4032"/>
                      <a:pt x="1795" y="3960"/>
                      <a:pt x="1992" y="3870"/>
                    </a:cubicBezTo>
                    <a:cubicBezTo>
                      <a:pt x="2060" y="3853"/>
                      <a:pt x="2115" y="3819"/>
                      <a:pt x="2188" y="3798"/>
                    </a:cubicBezTo>
                    <a:cubicBezTo>
                      <a:pt x="2362" y="3713"/>
                      <a:pt x="2541" y="3640"/>
                      <a:pt x="2720" y="3551"/>
                    </a:cubicBezTo>
                    <a:cubicBezTo>
                      <a:pt x="2789" y="3517"/>
                      <a:pt x="2861" y="3500"/>
                      <a:pt x="2933" y="3461"/>
                    </a:cubicBezTo>
                    <a:cubicBezTo>
                      <a:pt x="3360" y="3286"/>
                      <a:pt x="3765" y="3107"/>
                      <a:pt x="4191" y="2911"/>
                    </a:cubicBezTo>
                    <a:cubicBezTo>
                      <a:pt x="4459" y="2805"/>
                      <a:pt x="4724" y="2681"/>
                      <a:pt x="4992" y="2541"/>
                    </a:cubicBezTo>
                    <a:cubicBezTo>
                      <a:pt x="5278" y="2413"/>
                      <a:pt x="5542" y="2272"/>
                      <a:pt x="5828" y="2131"/>
                    </a:cubicBezTo>
                    <a:cubicBezTo>
                      <a:pt x="5862" y="2114"/>
                      <a:pt x="5879" y="2093"/>
                      <a:pt x="5896" y="2059"/>
                    </a:cubicBezTo>
                    <a:cubicBezTo>
                      <a:pt x="6130" y="1773"/>
                      <a:pt x="6343" y="1475"/>
                      <a:pt x="6574" y="1189"/>
                    </a:cubicBezTo>
                    <a:cubicBezTo>
                      <a:pt x="6663" y="1083"/>
                      <a:pt x="6787" y="993"/>
                      <a:pt x="6876" y="870"/>
                    </a:cubicBezTo>
                    <a:cubicBezTo>
                      <a:pt x="6961" y="746"/>
                      <a:pt x="7068" y="640"/>
                      <a:pt x="7175" y="533"/>
                    </a:cubicBezTo>
                    <a:cubicBezTo>
                      <a:pt x="7337" y="409"/>
                      <a:pt x="7516" y="303"/>
                      <a:pt x="7690" y="213"/>
                    </a:cubicBezTo>
                    <a:cubicBezTo>
                      <a:pt x="7797" y="158"/>
                      <a:pt x="7886" y="107"/>
                      <a:pt x="7993" y="68"/>
                    </a:cubicBezTo>
                    <a:cubicBezTo>
                      <a:pt x="8099" y="34"/>
                      <a:pt x="8223" y="34"/>
                      <a:pt x="8330" y="17"/>
                    </a:cubicBezTo>
                    <a:cubicBezTo>
                      <a:pt x="8385" y="17"/>
                      <a:pt x="8419" y="0"/>
                      <a:pt x="8475" y="0"/>
                    </a:cubicBezTo>
                    <a:lnTo>
                      <a:pt x="8543" y="0"/>
                    </a:lnTo>
                    <a:cubicBezTo>
                      <a:pt x="8722" y="51"/>
                      <a:pt x="8901" y="90"/>
                      <a:pt x="9059" y="213"/>
                    </a:cubicBezTo>
                    <a:cubicBezTo>
                      <a:pt x="9272" y="388"/>
                      <a:pt x="9434" y="601"/>
                      <a:pt x="9519" y="887"/>
                    </a:cubicBezTo>
                    <a:cubicBezTo>
                      <a:pt x="9591" y="1083"/>
                      <a:pt x="9557" y="1279"/>
                      <a:pt x="9519" y="1475"/>
                    </a:cubicBezTo>
                    <a:cubicBezTo>
                      <a:pt x="9468" y="1812"/>
                      <a:pt x="9306" y="2076"/>
                      <a:pt x="9148" y="2379"/>
                    </a:cubicBezTo>
                    <a:cubicBezTo>
                      <a:pt x="9059" y="2541"/>
                      <a:pt x="8969" y="2698"/>
                      <a:pt x="8845" y="2839"/>
                    </a:cubicBezTo>
                    <a:cubicBezTo>
                      <a:pt x="8722" y="3035"/>
                      <a:pt x="8581" y="3214"/>
                      <a:pt x="8453" y="3410"/>
                    </a:cubicBezTo>
                    <a:cubicBezTo>
                      <a:pt x="8419" y="3461"/>
                      <a:pt x="8385" y="3534"/>
                      <a:pt x="8347" y="3585"/>
                    </a:cubicBezTo>
                    <a:cubicBezTo>
                      <a:pt x="8296" y="3691"/>
                      <a:pt x="8296" y="3798"/>
                      <a:pt x="8279" y="3905"/>
                    </a:cubicBezTo>
                    <a:cubicBezTo>
                      <a:pt x="8261" y="4101"/>
                      <a:pt x="8240" y="4280"/>
                      <a:pt x="8206" y="4476"/>
                    </a:cubicBezTo>
                    <a:cubicBezTo>
                      <a:pt x="8189" y="4672"/>
                      <a:pt x="8155" y="4864"/>
                      <a:pt x="8134" y="5060"/>
                    </a:cubicBezTo>
                    <a:cubicBezTo>
                      <a:pt x="8099" y="5290"/>
                      <a:pt x="8082" y="5541"/>
                      <a:pt x="8048" y="5788"/>
                    </a:cubicBezTo>
                    <a:cubicBezTo>
                      <a:pt x="8010" y="6215"/>
                      <a:pt x="7959" y="6641"/>
                      <a:pt x="7942" y="7084"/>
                    </a:cubicBezTo>
                    <a:cubicBezTo>
                      <a:pt x="7942" y="7387"/>
                      <a:pt x="7903" y="7690"/>
                      <a:pt x="7886" y="7992"/>
                    </a:cubicBezTo>
                    <a:cubicBezTo>
                      <a:pt x="7869" y="8205"/>
                      <a:pt x="7835" y="8418"/>
                      <a:pt x="7814" y="8631"/>
                    </a:cubicBezTo>
                    <a:cubicBezTo>
                      <a:pt x="7814" y="8806"/>
                      <a:pt x="7797" y="8985"/>
                      <a:pt x="7780" y="9147"/>
                    </a:cubicBezTo>
                    <a:cubicBezTo>
                      <a:pt x="7780" y="9198"/>
                      <a:pt x="7763" y="9232"/>
                      <a:pt x="7746" y="9271"/>
                    </a:cubicBezTo>
                    <a:cubicBezTo>
                      <a:pt x="7567" y="9535"/>
                      <a:pt x="7371" y="9804"/>
                      <a:pt x="7196" y="10068"/>
                    </a:cubicBezTo>
                    <a:cubicBezTo>
                      <a:pt x="7123" y="10157"/>
                      <a:pt x="7051" y="10264"/>
                      <a:pt x="6983" y="10371"/>
                    </a:cubicBezTo>
                    <a:cubicBezTo>
                      <a:pt x="6961" y="10405"/>
                      <a:pt x="6927" y="10443"/>
                      <a:pt x="6893" y="10477"/>
                    </a:cubicBezTo>
                    <a:close/>
                    <a:moveTo>
                      <a:pt x="4617" y="6321"/>
                    </a:moveTo>
                    <a:cubicBezTo>
                      <a:pt x="4852" y="6462"/>
                      <a:pt x="5065" y="6607"/>
                      <a:pt x="5312" y="6713"/>
                    </a:cubicBezTo>
                    <a:cubicBezTo>
                      <a:pt x="5436" y="6765"/>
                      <a:pt x="5559" y="6782"/>
                      <a:pt x="5666" y="6820"/>
                    </a:cubicBezTo>
                    <a:cubicBezTo>
                      <a:pt x="5704" y="6820"/>
                      <a:pt x="5755" y="6820"/>
                      <a:pt x="5789" y="6782"/>
                    </a:cubicBezTo>
                    <a:cubicBezTo>
                      <a:pt x="5845" y="6730"/>
                      <a:pt x="5896" y="6658"/>
                      <a:pt x="5968" y="6607"/>
                    </a:cubicBezTo>
                    <a:cubicBezTo>
                      <a:pt x="6002" y="6551"/>
                      <a:pt x="6041" y="6500"/>
                      <a:pt x="6075" y="6462"/>
                    </a:cubicBezTo>
                    <a:cubicBezTo>
                      <a:pt x="6092" y="6445"/>
                      <a:pt x="6109" y="6445"/>
                      <a:pt x="6130" y="6428"/>
                    </a:cubicBezTo>
                    <a:cubicBezTo>
                      <a:pt x="6237" y="6270"/>
                      <a:pt x="6360" y="6108"/>
                      <a:pt x="6467" y="5950"/>
                    </a:cubicBezTo>
                    <a:cubicBezTo>
                      <a:pt x="6591" y="5788"/>
                      <a:pt x="6697" y="5609"/>
                      <a:pt x="6855" y="5486"/>
                    </a:cubicBezTo>
                    <a:cubicBezTo>
                      <a:pt x="6876" y="5469"/>
                      <a:pt x="6893" y="5435"/>
                      <a:pt x="6910" y="5396"/>
                    </a:cubicBezTo>
                    <a:cubicBezTo>
                      <a:pt x="6927" y="5379"/>
                      <a:pt x="6927" y="5345"/>
                      <a:pt x="6961" y="5328"/>
                    </a:cubicBezTo>
                    <a:cubicBezTo>
                      <a:pt x="7123" y="5183"/>
                      <a:pt x="7213" y="5008"/>
                      <a:pt x="7354" y="4846"/>
                    </a:cubicBezTo>
                    <a:cubicBezTo>
                      <a:pt x="7409" y="4757"/>
                      <a:pt x="7460" y="4672"/>
                      <a:pt x="7516" y="4599"/>
                    </a:cubicBezTo>
                    <a:cubicBezTo>
                      <a:pt x="7622" y="4437"/>
                      <a:pt x="7746" y="4297"/>
                      <a:pt x="7852" y="4156"/>
                    </a:cubicBezTo>
                    <a:cubicBezTo>
                      <a:pt x="7976" y="3977"/>
                      <a:pt x="8099" y="3781"/>
                      <a:pt x="8223" y="3606"/>
                    </a:cubicBezTo>
                    <a:cubicBezTo>
                      <a:pt x="8261" y="3534"/>
                      <a:pt x="8313" y="3461"/>
                      <a:pt x="8347" y="3410"/>
                    </a:cubicBezTo>
                    <a:cubicBezTo>
                      <a:pt x="8402" y="3304"/>
                      <a:pt x="8453" y="3197"/>
                      <a:pt x="8526" y="3107"/>
                    </a:cubicBezTo>
                    <a:cubicBezTo>
                      <a:pt x="8705" y="2860"/>
                      <a:pt x="8901" y="2626"/>
                      <a:pt x="9041" y="2344"/>
                    </a:cubicBezTo>
                    <a:cubicBezTo>
                      <a:pt x="9076" y="2255"/>
                      <a:pt x="9114" y="2183"/>
                      <a:pt x="9165" y="2093"/>
                    </a:cubicBezTo>
                    <a:cubicBezTo>
                      <a:pt x="9272" y="1918"/>
                      <a:pt x="9361" y="1705"/>
                      <a:pt x="9412" y="1492"/>
                    </a:cubicBezTo>
                    <a:cubicBezTo>
                      <a:pt x="9434" y="1368"/>
                      <a:pt x="9468" y="1241"/>
                      <a:pt x="9451" y="1117"/>
                    </a:cubicBezTo>
                    <a:cubicBezTo>
                      <a:pt x="9412" y="887"/>
                      <a:pt x="9327" y="674"/>
                      <a:pt x="9165" y="495"/>
                    </a:cubicBezTo>
                    <a:cubicBezTo>
                      <a:pt x="8986" y="281"/>
                      <a:pt x="8773" y="158"/>
                      <a:pt x="8509" y="124"/>
                    </a:cubicBezTo>
                    <a:cubicBezTo>
                      <a:pt x="8436" y="107"/>
                      <a:pt x="8368" y="124"/>
                      <a:pt x="8296" y="124"/>
                    </a:cubicBezTo>
                    <a:cubicBezTo>
                      <a:pt x="8206" y="141"/>
                      <a:pt x="8099" y="158"/>
                      <a:pt x="8010" y="196"/>
                    </a:cubicBezTo>
                    <a:cubicBezTo>
                      <a:pt x="7601" y="337"/>
                      <a:pt x="7264" y="567"/>
                      <a:pt x="6983" y="904"/>
                    </a:cubicBezTo>
                    <a:cubicBezTo>
                      <a:pt x="6910" y="976"/>
                      <a:pt x="6838" y="1066"/>
                      <a:pt x="6770" y="1134"/>
                    </a:cubicBezTo>
                    <a:cubicBezTo>
                      <a:pt x="6642" y="1279"/>
                      <a:pt x="6535" y="1403"/>
                      <a:pt x="6412" y="1543"/>
                    </a:cubicBezTo>
                    <a:cubicBezTo>
                      <a:pt x="6305" y="1688"/>
                      <a:pt x="6216" y="1829"/>
                      <a:pt x="6130" y="1952"/>
                    </a:cubicBezTo>
                    <a:cubicBezTo>
                      <a:pt x="6058" y="2059"/>
                      <a:pt x="5985" y="2148"/>
                      <a:pt x="5917" y="2238"/>
                    </a:cubicBezTo>
                    <a:cubicBezTo>
                      <a:pt x="5828" y="2362"/>
                      <a:pt x="5755" y="2468"/>
                      <a:pt x="5666" y="2592"/>
                    </a:cubicBezTo>
                    <a:cubicBezTo>
                      <a:pt x="5525" y="2788"/>
                      <a:pt x="5346" y="3001"/>
                      <a:pt x="5205" y="3214"/>
                    </a:cubicBezTo>
                    <a:cubicBezTo>
                      <a:pt x="5099" y="3372"/>
                      <a:pt x="4992" y="3517"/>
                      <a:pt x="4886" y="3674"/>
                    </a:cubicBezTo>
                    <a:cubicBezTo>
                      <a:pt x="4830" y="3747"/>
                      <a:pt x="4779" y="3819"/>
                      <a:pt x="4724" y="3887"/>
                    </a:cubicBezTo>
                    <a:cubicBezTo>
                      <a:pt x="4617" y="4049"/>
                      <a:pt x="4511" y="4207"/>
                      <a:pt x="4387" y="4369"/>
                    </a:cubicBezTo>
                    <a:cubicBezTo>
                      <a:pt x="4297" y="4510"/>
                      <a:pt x="4174" y="4650"/>
                      <a:pt x="4067" y="4795"/>
                    </a:cubicBezTo>
                    <a:cubicBezTo>
                      <a:pt x="3978" y="4953"/>
                      <a:pt x="3893" y="5098"/>
                      <a:pt x="3786" y="5239"/>
                    </a:cubicBezTo>
                    <a:cubicBezTo>
                      <a:pt x="3765" y="5290"/>
                      <a:pt x="3731" y="5328"/>
                      <a:pt x="3696" y="5379"/>
                    </a:cubicBezTo>
                    <a:cubicBezTo>
                      <a:pt x="3679" y="5418"/>
                      <a:pt x="3679" y="5452"/>
                      <a:pt x="3696" y="5469"/>
                    </a:cubicBezTo>
                    <a:cubicBezTo>
                      <a:pt x="3748" y="5541"/>
                      <a:pt x="3803" y="5609"/>
                      <a:pt x="3854" y="5665"/>
                    </a:cubicBezTo>
                    <a:cubicBezTo>
                      <a:pt x="4033" y="5844"/>
                      <a:pt x="4229" y="6002"/>
                      <a:pt x="4425" y="6181"/>
                    </a:cubicBezTo>
                    <a:moveTo>
                      <a:pt x="6855" y="10353"/>
                    </a:moveTo>
                    <a:cubicBezTo>
                      <a:pt x="6893" y="10298"/>
                      <a:pt x="6927" y="10281"/>
                      <a:pt x="6944" y="10247"/>
                    </a:cubicBezTo>
                    <a:cubicBezTo>
                      <a:pt x="7017" y="10140"/>
                      <a:pt x="7068" y="10051"/>
                      <a:pt x="7140" y="9961"/>
                    </a:cubicBezTo>
                    <a:cubicBezTo>
                      <a:pt x="7302" y="9731"/>
                      <a:pt x="7477" y="9484"/>
                      <a:pt x="7639" y="9254"/>
                    </a:cubicBezTo>
                    <a:cubicBezTo>
                      <a:pt x="7656" y="9215"/>
                      <a:pt x="7673" y="9198"/>
                      <a:pt x="7673" y="9164"/>
                    </a:cubicBezTo>
                    <a:cubicBezTo>
                      <a:pt x="7690" y="9002"/>
                      <a:pt x="7690" y="8828"/>
                      <a:pt x="7729" y="8649"/>
                    </a:cubicBezTo>
                    <a:cubicBezTo>
                      <a:pt x="7746" y="8487"/>
                      <a:pt x="7763" y="8312"/>
                      <a:pt x="7763" y="8150"/>
                    </a:cubicBezTo>
                    <a:cubicBezTo>
                      <a:pt x="7780" y="8009"/>
                      <a:pt x="7797" y="7847"/>
                      <a:pt x="7797" y="7707"/>
                    </a:cubicBezTo>
                    <a:cubicBezTo>
                      <a:pt x="7797" y="7600"/>
                      <a:pt x="7797" y="7493"/>
                      <a:pt x="7814" y="7404"/>
                    </a:cubicBezTo>
                    <a:cubicBezTo>
                      <a:pt x="7835" y="7229"/>
                      <a:pt x="7852" y="7050"/>
                      <a:pt x="7852" y="6871"/>
                    </a:cubicBezTo>
                    <a:cubicBezTo>
                      <a:pt x="7869" y="6696"/>
                      <a:pt x="7869" y="6517"/>
                      <a:pt x="7903" y="6355"/>
                    </a:cubicBezTo>
                    <a:lnTo>
                      <a:pt x="7903" y="6249"/>
                    </a:lnTo>
                    <a:cubicBezTo>
                      <a:pt x="7920" y="6125"/>
                      <a:pt x="7920" y="6002"/>
                      <a:pt x="7942" y="5895"/>
                    </a:cubicBezTo>
                    <a:cubicBezTo>
                      <a:pt x="7959" y="5699"/>
                      <a:pt x="7976" y="5524"/>
                      <a:pt x="7993" y="5345"/>
                    </a:cubicBezTo>
                    <a:cubicBezTo>
                      <a:pt x="8010" y="5166"/>
                      <a:pt x="8027" y="4991"/>
                      <a:pt x="8048" y="4812"/>
                    </a:cubicBezTo>
                    <a:cubicBezTo>
                      <a:pt x="8082" y="4565"/>
                      <a:pt x="8117" y="4331"/>
                      <a:pt x="8155" y="4101"/>
                    </a:cubicBezTo>
                    <a:cubicBezTo>
                      <a:pt x="8172" y="4032"/>
                      <a:pt x="8172" y="3960"/>
                      <a:pt x="8155" y="3870"/>
                    </a:cubicBezTo>
                    <a:cubicBezTo>
                      <a:pt x="8134" y="3905"/>
                      <a:pt x="8117" y="3926"/>
                      <a:pt x="8099" y="3960"/>
                    </a:cubicBezTo>
                    <a:cubicBezTo>
                      <a:pt x="7959" y="4156"/>
                      <a:pt x="7814" y="4369"/>
                      <a:pt x="7673" y="4565"/>
                    </a:cubicBezTo>
                    <a:cubicBezTo>
                      <a:pt x="7584" y="4689"/>
                      <a:pt x="7494" y="4812"/>
                      <a:pt x="7409" y="4936"/>
                    </a:cubicBezTo>
                    <a:cubicBezTo>
                      <a:pt x="7319" y="5043"/>
                      <a:pt x="7230" y="5166"/>
                      <a:pt x="7140" y="5290"/>
                    </a:cubicBezTo>
                    <a:cubicBezTo>
                      <a:pt x="7034" y="5418"/>
                      <a:pt x="6910" y="5541"/>
                      <a:pt x="6804" y="5665"/>
                    </a:cubicBezTo>
                    <a:cubicBezTo>
                      <a:pt x="6697" y="5806"/>
                      <a:pt x="6574" y="5950"/>
                      <a:pt x="6467" y="6108"/>
                    </a:cubicBezTo>
                    <a:cubicBezTo>
                      <a:pt x="6377" y="6215"/>
                      <a:pt x="6305" y="6321"/>
                      <a:pt x="6237" y="6428"/>
                    </a:cubicBezTo>
                    <a:cubicBezTo>
                      <a:pt x="6198" y="6483"/>
                      <a:pt x="6147" y="6517"/>
                      <a:pt x="6109" y="6568"/>
                    </a:cubicBezTo>
                    <a:cubicBezTo>
                      <a:pt x="6041" y="6658"/>
                      <a:pt x="5968" y="6748"/>
                      <a:pt x="5896" y="6837"/>
                    </a:cubicBezTo>
                    <a:cubicBezTo>
                      <a:pt x="5845" y="6888"/>
                      <a:pt x="5845" y="6961"/>
                      <a:pt x="5845" y="7033"/>
                    </a:cubicBezTo>
                    <a:cubicBezTo>
                      <a:pt x="5862" y="7421"/>
                      <a:pt x="5862" y="7813"/>
                      <a:pt x="5811" y="8188"/>
                    </a:cubicBezTo>
                    <a:cubicBezTo>
                      <a:pt x="5811" y="8222"/>
                      <a:pt x="5811" y="8256"/>
                      <a:pt x="5789" y="8273"/>
                    </a:cubicBezTo>
                    <a:cubicBezTo>
                      <a:pt x="5704" y="8380"/>
                      <a:pt x="5615" y="8508"/>
                      <a:pt x="5525" y="8614"/>
                    </a:cubicBezTo>
                    <a:cubicBezTo>
                      <a:pt x="5384" y="8755"/>
                      <a:pt x="5222" y="8896"/>
                      <a:pt x="5082" y="9041"/>
                    </a:cubicBezTo>
                    <a:cubicBezTo>
                      <a:pt x="5065" y="9041"/>
                      <a:pt x="5065" y="9058"/>
                      <a:pt x="5043" y="9092"/>
                    </a:cubicBezTo>
                    <a:cubicBezTo>
                      <a:pt x="5082" y="9109"/>
                      <a:pt x="5116" y="9126"/>
                      <a:pt x="5150" y="9147"/>
                    </a:cubicBezTo>
                    <a:cubicBezTo>
                      <a:pt x="5278" y="9215"/>
                      <a:pt x="5384" y="9305"/>
                      <a:pt x="5508" y="9377"/>
                    </a:cubicBezTo>
                    <a:cubicBezTo>
                      <a:pt x="5632" y="9484"/>
                      <a:pt x="5755" y="9591"/>
                      <a:pt x="5896" y="9697"/>
                    </a:cubicBezTo>
                    <a:cubicBezTo>
                      <a:pt x="5951" y="9748"/>
                      <a:pt x="6024" y="9787"/>
                      <a:pt x="6075" y="9838"/>
                    </a:cubicBezTo>
                    <a:cubicBezTo>
                      <a:pt x="6237" y="9944"/>
                      <a:pt x="6395" y="10051"/>
                      <a:pt x="6535" y="10140"/>
                    </a:cubicBezTo>
                    <a:cubicBezTo>
                      <a:pt x="6642" y="10213"/>
                      <a:pt x="6748" y="10281"/>
                      <a:pt x="6855" y="10353"/>
                    </a:cubicBezTo>
                    <a:close/>
                    <a:moveTo>
                      <a:pt x="1795" y="6730"/>
                    </a:moveTo>
                    <a:cubicBezTo>
                      <a:pt x="1812" y="6696"/>
                      <a:pt x="1830" y="6658"/>
                      <a:pt x="1830" y="6624"/>
                    </a:cubicBezTo>
                    <a:cubicBezTo>
                      <a:pt x="1919" y="6500"/>
                      <a:pt x="1992" y="6377"/>
                      <a:pt x="2060" y="6249"/>
                    </a:cubicBezTo>
                    <a:cubicBezTo>
                      <a:pt x="2149" y="6108"/>
                      <a:pt x="2256" y="5985"/>
                      <a:pt x="2311" y="5823"/>
                    </a:cubicBezTo>
                    <a:cubicBezTo>
                      <a:pt x="2311" y="5788"/>
                      <a:pt x="2345" y="5771"/>
                      <a:pt x="2362" y="5754"/>
                    </a:cubicBezTo>
                    <a:cubicBezTo>
                      <a:pt x="2558" y="5682"/>
                      <a:pt x="2772" y="5609"/>
                      <a:pt x="2968" y="5541"/>
                    </a:cubicBezTo>
                    <a:cubicBezTo>
                      <a:pt x="3147" y="5486"/>
                      <a:pt x="3338" y="5418"/>
                      <a:pt x="3534" y="5362"/>
                    </a:cubicBezTo>
                    <a:cubicBezTo>
                      <a:pt x="3573" y="5345"/>
                      <a:pt x="3607" y="5311"/>
                      <a:pt x="3624" y="5273"/>
                    </a:cubicBezTo>
                    <a:cubicBezTo>
                      <a:pt x="3731" y="5132"/>
                      <a:pt x="3820" y="4991"/>
                      <a:pt x="3927" y="4846"/>
                    </a:cubicBezTo>
                    <a:cubicBezTo>
                      <a:pt x="4106" y="4599"/>
                      <a:pt x="4263" y="4352"/>
                      <a:pt x="4442" y="4101"/>
                    </a:cubicBezTo>
                    <a:cubicBezTo>
                      <a:pt x="4655" y="3798"/>
                      <a:pt x="4886" y="3517"/>
                      <a:pt x="5065" y="3214"/>
                    </a:cubicBezTo>
                    <a:cubicBezTo>
                      <a:pt x="5205" y="3018"/>
                      <a:pt x="5363" y="2822"/>
                      <a:pt x="5508" y="2626"/>
                    </a:cubicBezTo>
                    <a:cubicBezTo>
                      <a:pt x="5525" y="2609"/>
                      <a:pt x="5542" y="2592"/>
                      <a:pt x="5542" y="2575"/>
                    </a:cubicBezTo>
                    <a:cubicBezTo>
                      <a:pt x="5615" y="2485"/>
                      <a:pt x="5683" y="2413"/>
                      <a:pt x="5738" y="2306"/>
                    </a:cubicBezTo>
                    <a:cubicBezTo>
                      <a:pt x="5597" y="2362"/>
                      <a:pt x="5491" y="2413"/>
                      <a:pt x="5384" y="2468"/>
                    </a:cubicBezTo>
                    <a:cubicBezTo>
                      <a:pt x="5222" y="2541"/>
                      <a:pt x="5065" y="2626"/>
                      <a:pt x="4903" y="2698"/>
                    </a:cubicBezTo>
                    <a:cubicBezTo>
                      <a:pt x="4852" y="2715"/>
                      <a:pt x="4796" y="2715"/>
                      <a:pt x="4762" y="2732"/>
                    </a:cubicBezTo>
                    <a:cubicBezTo>
                      <a:pt x="4600" y="2805"/>
                      <a:pt x="4476" y="2894"/>
                      <a:pt x="4319" y="2945"/>
                    </a:cubicBezTo>
                    <a:cubicBezTo>
                      <a:pt x="3893" y="3142"/>
                      <a:pt x="3466" y="3338"/>
                      <a:pt x="3019" y="3500"/>
                    </a:cubicBezTo>
                    <a:cubicBezTo>
                      <a:pt x="2665" y="3640"/>
                      <a:pt x="2328" y="3798"/>
                      <a:pt x="1992" y="3960"/>
                    </a:cubicBezTo>
                    <a:cubicBezTo>
                      <a:pt x="1795" y="4032"/>
                      <a:pt x="1599" y="4118"/>
                      <a:pt x="1420" y="4207"/>
                    </a:cubicBezTo>
                    <a:cubicBezTo>
                      <a:pt x="1280" y="4263"/>
                      <a:pt x="1139" y="4352"/>
                      <a:pt x="994" y="4403"/>
                    </a:cubicBezTo>
                    <a:cubicBezTo>
                      <a:pt x="943" y="4437"/>
                      <a:pt x="888" y="4476"/>
                      <a:pt x="853" y="4527"/>
                    </a:cubicBezTo>
                    <a:cubicBezTo>
                      <a:pt x="696" y="4740"/>
                      <a:pt x="551" y="4953"/>
                      <a:pt x="410" y="5166"/>
                    </a:cubicBezTo>
                    <a:cubicBezTo>
                      <a:pt x="321" y="5273"/>
                      <a:pt x="248" y="5379"/>
                      <a:pt x="163" y="5486"/>
                    </a:cubicBezTo>
                    <a:cubicBezTo>
                      <a:pt x="163" y="5503"/>
                      <a:pt x="163" y="5524"/>
                      <a:pt x="142" y="5558"/>
                    </a:cubicBezTo>
                    <a:cubicBezTo>
                      <a:pt x="674" y="5950"/>
                      <a:pt x="1190" y="6377"/>
                      <a:pt x="1795" y="6730"/>
                    </a:cubicBezTo>
                    <a:close/>
                    <a:moveTo>
                      <a:pt x="5704" y="6944"/>
                    </a:moveTo>
                    <a:cubicBezTo>
                      <a:pt x="5576" y="6909"/>
                      <a:pt x="5453" y="6888"/>
                      <a:pt x="5329" y="6837"/>
                    </a:cubicBezTo>
                    <a:cubicBezTo>
                      <a:pt x="5082" y="6748"/>
                      <a:pt x="4869" y="6607"/>
                      <a:pt x="4638" y="6462"/>
                    </a:cubicBezTo>
                    <a:cubicBezTo>
                      <a:pt x="4583" y="6428"/>
                      <a:pt x="4532" y="6394"/>
                      <a:pt x="4476" y="6355"/>
                    </a:cubicBezTo>
                    <a:cubicBezTo>
                      <a:pt x="4280" y="6198"/>
                      <a:pt x="4106" y="6036"/>
                      <a:pt x="3927" y="5878"/>
                    </a:cubicBezTo>
                    <a:cubicBezTo>
                      <a:pt x="3803" y="5754"/>
                      <a:pt x="3658" y="5631"/>
                      <a:pt x="3573" y="5469"/>
                    </a:cubicBezTo>
                    <a:cubicBezTo>
                      <a:pt x="3181" y="5592"/>
                      <a:pt x="2789" y="5716"/>
                      <a:pt x="2401" y="5878"/>
                    </a:cubicBezTo>
                    <a:cubicBezTo>
                      <a:pt x="2435" y="5950"/>
                      <a:pt x="2452" y="6019"/>
                      <a:pt x="2486" y="6074"/>
                    </a:cubicBezTo>
                    <a:cubicBezTo>
                      <a:pt x="2558" y="6181"/>
                      <a:pt x="2614" y="6270"/>
                      <a:pt x="2682" y="6377"/>
                    </a:cubicBezTo>
                    <a:cubicBezTo>
                      <a:pt x="2772" y="6483"/>
                      <a:pt x="2861" y="6607"/>
                      <a:pt x="2951" y="6713"/>
                    </a:cubicBezTo>
                    <a:cubicBezTo>
                      <a:pt x="3108" y="6888"/>
                      <a:pt x="3287" y="7050"/>
                      <a:pt x="3445" y="7191"/>
                    </a:cubicBezTo>
                    <a:cubicBezTo>
                      <a:pt x="3679" y="7387"/>
                      <a:pt x="3910" y="7528"/>
                      <a:pt x="4157" y="7672"/>
                    </a:cubicBezTo>
                    <a:cubicBezTo>
                      <a:pt x="4336" y="7762"/>
                      <a:pt x="4511" y="7830"/>
                      <a:pt x="4690" y="7920"/>
                    </a:cubicBezTo>
                    <a:cubicBezTo>
                      <a:pt x="4958" y="8060"/>
                      <a:pt x="5256" y="8167"/>
                      <a:pt x="5576" y="8188"/>
                    </a:cubicBezTo>
                    <a:lnTo>
                      <a:pt x="5666" y="8188"/>
                    </a:lnTo>
                    <a:cubicBezTo>
                      <a:pt x="5738" y="8026"/>
                      <a:pt x="5738" y="7246"/>
                      <a:pt x="5704" y="6944"/>
                    </a:cubicBezTo>
                    <a:close/>
                    <a:moveTo>
                      <a:pt x="5615" y="8312"/>
                    </a:moveTo>
                    <a:cubicBezTo>
                      <a:pt x="5576" y="8312"/>
                      <a:pt x="5542" y="8312"/>
                      <a:pt x="5525" y="8295"/>
                    </a:cubicBezTo>
                    <a:cubicBezTo>
                      <a:pt x="5329" y="8273"/>
                      <a:pt x="5150" y="8239"/>
                      <a:pt x="4975" y="8167"/>
                    </a:cubicBezTo>
                    <a:cubicBezTo>
                      <a:pt x="4583" y="8009"/>
                      <a:pt x="4191" y="7813"/>
                      <a:pt x="3820" y="7583"/>
                    </a:cubicBezTo>
                    <a:cubicBezTo>
                      <a:pt x="3445" y="7353"/>
                      <a:pt x="3125" y="7067"/>
                      <a:pt x="2844" y="6730"/>
                    </a:cubicBezTo>
                    <a:cubicBezTo>
                      <a:pt x="2665" y="6534"/>
                      <a:pt x="2507" y="6321"/>
                      <a:pt x="2379" y="6091"/>
                    </a:cubicBezTo>
                    <a:cubicBezTo>
                      <a:pt x="2362" y="6074"/>
                      <a:pt x="2345" y="6074"/>
                      <a:pt x="2328" y="6057"/>
                    </a:cubicBezTo>
                    <a:cubicBezTo>
                      <a:pt x="2294" y="6108"/>
                      <a:pt x="2256" y="6164"/>
                      <a:pt x="2239" y="6215"/>
                    </a:cubicBezTo>
                    <a:cubicBezTo>
                      <a:pt x="2132" y="6394"/>
                      <a:pt x="2043" y="6568"/>
                      <a:pt x="1936" y="6730"/>
                    </a:cubicBezTo>
                    <a:cubicBezTo>
                      <a:pt x="1885" y="6837"/>
                      <a:pt x="1902" y="6909"/>
                      <a:pt x="1953" y="6995"/>
                    </a:cubicBezTo>
                    <a:cubicBezTo>
                      <a:pt x="2009" y="7084"/>
                      <a:pt x="2081" y="7174"/>
                      <a:pt x="2149" y="7263"/>
                    </a:cubicBezTo>
                    <a:cubicBezTo>
                      <a:pt x="2379" y="7566"/>
                      <a:pt x="2631" y="7830"/>
                      <a:pt x="2895" y="8082"/>
                    </a:cubicBezTo>
                    <a:cubicBezTo>
                      <a:pt x="2951" y="8116"/>
                      <a:pt x="3002" y="8167"/>
                      <a:pt x="3057" y="8205"/>
                    </a:cubicBezTo>
                    <a:cubicBezTo>
                      <a:pt x="3287" y="8346"/>
                      <a:pt x="3500" y="8487"/>
                      <a:pt x="3731" y="8614"/>
                    </a:cubicBezTo>
                    <a:cubicBezTo>
                      <a:pt x="4016" y="8772"/>
                      <a:pt x="4319" y="8913"/>
                      <a:pt x="4638" y="9002"/>
                    </a:cubicBezTo>
                    <a:cubicBezTo>
                      <a:pt x="4796" y="9041"/>
                      <a:pt x="4958" y="9041"/>
                      <a:pt x="5082" y="8879"/>
                    </a:cubicBezTo>
                    <a:cubicBezTo>
                      <a:pt x="5150" y="8772"/>
                      <a:pt x="5256" y="8700"/>
                      <a:pt x="5346" y="8614"/>
                    </a:cubicBezTo>
                    <a:cubicBezTo>
                      <a:pt x="5436" y="8508"/>
                      <a:pt x="5525" y="8418"/>
                      <a:pt x="5615" y="83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2"/>
              <p:cNvSpPr/>
              <p:nvPr/>
            </p:nvSpPr>
            <p:spPr>
              <a:xfrm>
                <a:off x="5080402" y="569816"/>
                <a:ext cx="211105" cy="211105"/>
              </a:xfrm>
              <a:custGeom>
                <a:rect b="b" l="l" r="r" t="t"/>
                <a:pathLst>
                  <a:path extrusionOk="0" h="1638" w="1638">
                    <a:moveTo>
                      <a:pt x="252" y="393"/>
                    </a:moveTo>
                    <a:cubicBezTo>
                      <a:pt x="358" y="252"/>
                      <a:pt x="499" y="146"/>
                      <a:pt x="678" y="73"/>
                    </a:cubicBezTo>
                    <a:cubicBezTo>
                      <a:pt x="802" y="1"/>
                      <a:pt x="942" y="22"/>
                      <a:pt x="1066" y="73"/>
                    </a:cubicBezTo>
                    <a:cubicBezTo>
                      <a:pt x="1335" y="180"/>
                      <a:pt x="1475" y="410"/>
                      <a:pt x="1599" y="662"/>
                    </a:cubicBezTo>
                    <a:cubicBezTo>
                      <a:pt x="1637" y="713"/>
                      <a:pt x="1637" y="802"/>
                      <a:pt x="1616" y="875"/>
                    </a:cubicBezTo>
                    <a:cubicBezTo>
                      <a:pt x="1565" y="1139"/>
                      <a:pt x="1424" y="1352"/>
                      <a:pt x="1190" y="1514"/>
                    </a:cubicBezTo>
                    <a:cubicBezTo>
                      <a:pt x="1015" y="1621"/>
                      <a:pt x="836" y="1638"/>
                      <a:pt x="657" y="1565"/>
                    </a:cubicBezTo>
                    <a:cubicBezTo>
                      <a:pt x="533" y="1514"/>
                      <a:pt x="393" y="1493"/>
                      <a:pt x="303" y="1408"/>
                    </a:cubicBezTo>
                    <a:cubicBezTo>
                      <a:pt x="231" y="1335"/>
                      <a:pt x="179" y="1263"/>
                      <a:pt x="107" y="1173"/>
                    </a:cubicBezTo>
                    <a:cubicBezTo>
                      <a:pt x="17" y="1050"/>
                      <a:pt x="0" y="892"/>
                      <a:pt x="73" y="747"/>
                    </a:cubicBezTo>
                    <a:cubicBezTo>
                      <a:pt x="107" y="623"/>
                      <a:pt x="162" y="500"/>
                      <a:pt x="252" y="393"/>
                    </a:cubicBezTo>
                    <a:close/>
                    <a:moveTo>
                      <a:pt x="1352" y="1263"/>
                    </a:moveTo>
                    <a:cubicBezTo>
                      <a:pt x="1386" y="1173"/>
                      <a:pt x="1441" y="1105"/>
                      <a:pt x="1475" y="1015"/>
                    </a:cubicBezTo>
                    <a:cubicBezTo>
                      <a:pt x="1565" y="836"/>
                      <a:pt x="1548" y="679"/>
                      <a:pt x="1424" y="534"/>
                    </a:cubicBezTo>
                    <a:cubicBezTo>
                      <a:pt x="1335" y="410"/>
                      <a:pt x="1245" y="287"/>
                      <a:pt x="1104" y="197"/>
                    </a:cubicBezTo>
                    <a:cubicBezTo>
                      <a:pt x="959" y="108"/>
                      <a:pt x="802" y="90"/>
                      <a:pt x="640" y="180"/>
                    </a:cubicBezTo>
                    <a:cubicBezTo>
                      <a:pt x="393" y="321"/>
                      <a:pt x="231" y="534"/>
                      <a:pt x="145" y="819"/>
                    </a:cubicBezTo>
                    <a:cubicBezTo>
                      <a:pt x="124" y="909"/>
                      <a:pt x="124" y="998"/>
                      <a:pt x="179" y="1088"/>
                    </a:cubicBezTo>
                    <a:cubicBezTo>
                      <a:pt x="269" y="1246"/>
                      <a:pt x="393" y="1386"/>
                      <a:pt x="589" y="1442"/>
                    </a:cubicBezTo>
                    <a:cubicBezTo>
                      <a:pt x="606" y="1442"/>
                      <a:pt x="640" y="1459"/>
                      <a:pt x="657" y="1459"/>
                    </a:cubicBezTo>
                    <a:cubicBezTo>
                      <a:pt x="819" y="1514"/>
                      <a:pt x="976" y="1548"/>
                      <a:pt x="1121" y="1442"/>
                    </a:cubicBezTo>
                    <a:cubicBezTo>
                      <a:pt x="1211" y="1408"/>
                      <a:pt x="1279" y="1335"/>
                      <a:pt x="1352" y="1263"/>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2"/>
              <p:cNvSpPr/>
              <p:nvPr/>
            </p:nvSpPr>
            <p:spPr>
              <a:xfrm>
                <a:off x="5197424" y="624847"/>
                <a:ext cx="52841" cy="87381"/>
              </a:xfrm>
              <a:custGeom>
                <a:rect b="b" l="l" r="r" t="t"/>
                <a:pathLst>
                  <a:path extrusionOk="0" h="678" w="410">
                    <a:moveTo>
                      <a:pt x="97" y="1"/>
                    </a:moveTo>
                    <a:cubicBezTo>
                      <a:pt x="65" y="1"/>
                      <a:pt x="33" y="7"/>
                      <a:pt x="0" y="22"/>
                    </a:cubicBezTo>
                    <a:cubicBezTo>
                      <a:pt x="51" y="90"/>
                      <a:pt x="90" y="145"/>
                      <a:pt x="107" y="196"/>
                    </a:cubicBezTo>
                    <a:cubicBezTo>
                      <a:pt x="124" y="252"/>
                      <a:pt x="124" y="286"/>
                      <a:pt x="141" y="320"/>
                    </a:cubicBezTo>
                    <a:lnTo>
                      <a:pt x="141" y="465"/>
                    </a:lnTo>
                    <a:cubicBezTo>
                      <a:pt x="141" y="516"/>
                      <a:pt x="124" y="588"/>
                      <a:pt x="107" y="678"/>
                    </a:cubicBezTo>
                    <a:cubicBezTo>
                      <a:pt x="196" y="678"/>
                      <a:pt x="282" y="623"/>
                      <a:pt x="337" y="554"/>
                    </a:cubicBezTo>
                    <a:cubicBezTo>
                      <a:pt x="388" y="482"/>
                      <a:pt x="409" y="392"/>
                      <a:pt x="409" y="286"/>
                    </a:cubicBezTo>
                    <a:cubicBezTo>
                      <a:pt x="388" y="196"/>
                      <a:pt x="337" y="107"/>
                      <a:pt x="265" y="56"/>
                    </a:cubicBezTo>
                    <a:cubicBezTo>
                      <a:pt x="208" y="21"/>
                      <a:pt x="153" y="1"/>
                      <a:pt x="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2"/>
              <p:cNvSpPr/>
              <p:nvPr/>
            </p:nvSpPr>
            <p:spPr>
              <a:xfrm>
                <a:off x="4458818" y="1228130"/>
                <a:ext cx="436517" cy="301064"/>
              </a:xfrm>
              <a:custGeom>
                <a:rect b="b" l="l" r="r" t="t"/>
                <a:pathLst>
                  <a:path extrusionOk="0" h="2336" w="3387">
                    <a:moveTo>
                      <a:pt x="44" y="0"/>
                    </a:moveTo>
                    <a:cubicBezTo>
                      <a:pt x="25" y="0"/>
                      <a:pt x="1" y="22"/>
                      <a:pt x="11" y="46"/>
                    </a:cubicBezTo>
                    <a:cubicBezTo>
                      <a:pt x="118" y="327"/>
                      <a:pt x="348" y="524"/>
                      <a:pt x="561" y="720"/>
                    </a:cubicBezTo>
                    <a:cubicBezTo>
                      <a:pt x="864" y="1022"/>
                      <a:pt x="1200" y="1287"/>
                      <a:pt x="1537" y="1538"/>
                    </a:cubicBezTo>
                    <a:cubicBezTo>
                      <a:pt x="2053" y="1926"/>
                      <a:pt x="2675" y="2284"/>
                      <a:pt x="3332" y="2335"/>
                    </a:cubicBezTo>
                    <a:cubicBezTo>
                      <a:pt x="3370" y="2335"/>
                      <a:pt x="3387" y="2284"/>
                      <a:pt x="3332" y="2267"/>
                    </a:cubicBezTo>
                    <a:cubicBezTo>
                      <a:pt x="2692" y="2211"/>
                      <a:pt x="2091" y="1858"/>
                      <a:pt x="1575" y="1483"/>
                    </a:cubicBezTo>
                    <a:cubicBezTo>
                      <a:pt x="1256" y="1252"/>
                      <a:pt x="936" y="1005"/>
                      <a:pt x="651" y="720"/>
                    </a:cubicBezTo>
                    <a:cubicBezTo>
                      <a:pt x="437" y="507"/>
                      <a:pt x="190" y="310"/>
                      <a:pt x="67" y="29"/>
                    </a:cubicBezTo>
                    <a:cubicBezTo>
                      <a:pt x="67" y="8"/>
                      <a:pt x="56" y="0"/>
                      <a:pt x="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2"/>
              <p:cNvSpPr/>
              <p:nvPr/>
            </p:nvSpPr>
            <p:spPr>
              <a:xfrm>
                <a:off x="5236345" y="427662"/>
                <a:ext cx="177597" cy="129396"/>
              </a:xfrm>
              <a:custGeom>
                <a:rect b="b" l="l" r="r" t="t"/>
                <a:pathLst>
                  <a:path extrusionOk="0" h="1004" w="1378">
                    <a:moveTo>
                      <a:pt x="74" y="0"/>
                    </a:moveTo>
                    <a:cubicBezTo>
                      <a:pt x="38" y="0"/>
                      <a:pt x="1" y="28"/>
                      <a:pt x="1" y="77"/>
                    </a:cubicBezTo>
                    <a:cubicBezTo>
                      <a:pt x="96" y="503"/>
                      <a:pt x="670" y="1003"/>
                      <a:pt x="1146" y="1003"/>
                    </a:cubicBezTo>
                    <a:cubicBezTo>
                      <a:pt x="1204" y="1003"/>
                      <a:pt x="1260" y="996"/>
                      <a:pt x="1314" y="980"/>
                    </a:cubicBezTo>
                    <a:cubicBezTo>
                      <a:pt x="1378" y="950"/>
                      <a:pt x="1342" y="851"/>
                      <a:pt x="1283" y="851"/>
                    </a:cubicBezTo>
                    <a:cubicBezTo>
                      <a:pt x="1275" y="851"/>
                      <a:pt x="1267" y="853"/>
                      <a:pt x="1258" y="857"/>
                    </a:cubicBezTo>
                    <a:cubicBezTo>
                      <a:pt x="1218" y="869"/>
                      <a:pt x="1175" y="875"/>
                      <a:pt x="1130" y="875"/>
                    </a:cubicBezTo>
                    <a:cubicBezTo>
                      <a:pt x="731" y="875"/>
                      <a:pt x="207" y="409"/>
                      <a:pt x="142" y="60"/>
                    </a:cubicBezTo>
                    <a:cubicBezTo>
                      <a:pt x="134" y="19"/>
                      <a:pt x="104" y="0"/>
                      <a:pt x="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2"/>
              <p:cNvSpPr/>
              <p:nvPr/>
            </p:nvSpPr>
            <p:spPr>
              <a:xfrm>
                <a:off x="5191366" y="450087"/>
                <a:ext cx="212136" cy="152336"/>
              </a:xfrm>
              <a:custGeom>
                <a:rect b="b" l="l" r="r" t="t"/>
                <a:pathLst>
                  <a:path extrusionOk="0" h="1182" w="1646">
                    <a:moveTo>
                      <a:pt x="30" y="1"/>
                    </a:moveTo>
                    <a:cubicBezTo>
                      <a:pt x="14" y="1"/>
                      <a:pt x="0" y="9"/>
                      <a:pt x="9" y="26"/>
                    </a:cubicBezTo>
                    <a:cubicBezTo>
                      <a:pt x="97" y="705"/>
                      <a:pt x="938" y="1182"/>
                      <a:pt x="1574" y="1182"/>
                    </a:cubicBezTo>
                    <a:cubicBezTo>
                      <a:pt x="1585" y="1182"/>
                      <a:pt x="1596" y="1182"/>
                      <a:pt x="1607" y="1181"/>
                    </a:cubicBezTo>
                    <a:cubicBezTo>
                      <a:pt x="1646" y="1181"/>
                      <a:pt x="1646" y="1126"/>
                      <a:pt x="1590" y="1126"/>
                    </a:cubicBezTo>
                    <a:cubicBezTo>
                      <a:pt x="1006" y="1126"/>
                      <a:pt x="154" y="666"/>
                      <a:pt x="64" y="26"/>
                    </a:cubicBezTo>
                    <a:cubicBezTo>
                      <a:pt x="64" y="9"/>
                      <a:pt x="46" y="1"/>
                      <a:pt x="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2"/>
              <p:cNvSpPr/>
              <p:nvPr/>
            </p:nvSpPr>
            <p:spPr>
              <a:xfrm>
                <a:off x="4285734" y="984806"/>
                <a:ext cx="257631" cy="177468"/>
              </a:xfrm>
              <a:custGeom>
                <a:rect b="b" l="l" r="r" t="t"/>
                <a:pathLst>
                  <a:path extrusionOk="0" h="1377" w="1999">
                    <a:moveTo>
                      <a:pt x="89" y="1"/>
                    </a:moveTo>
                    <a:cubicBezTo>
                      <a:pt x="36" y="1"/>
                      <a:pt x="0" y="78"/>
                      <a:pt x="58" y="123"/>
                    </a:cubicBezTo>
                    <a:cubicBezTo>
                      <a:pt x="664" y="532"/>
                      <a:pt x="1231" y="1009"/>
                      <a:pt x="1887" y="1363"/>
                    </a:cubicBezTo>
                    <a:cubicBezTo>
                      <a:pt x="1900" y="1373"/>
                      <a:pt x="1912" y="1377"/>
                      <a:pt x="1923" y="1377"/>
                    </a:cubicBezTo>
                    <a:cubicBezTo>
                      <a:pt x="1974" y="1377"/>
                      <a:pt x="1999" y="1285"/>
                      <a:pt x="1942" y="1239"/>
                    </a:cubicBezTo>
                    <a:cubicBezTo>
                      <a:pt x="1282" y="903"/>
                      <a:pt x="732" y="425"/>
                      <a:pt x="131" y="16"/>
                    </a:cubicBezTo>
                    <a:cubicBezTo>
                      <a:pt x="117" y="5"/>
                      <a:pt x="102" y="1"/>
                      <a:pt x="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2"/>
              <p:cNvSpPr/>
              <p:nvPr/>
            </p:nvSpPr>
            <p:spPr>
              <a:xfrm>
                <a:off x="4275810" y="1011484"/>
                <a:ext cx="222447" cy="159811"/>
              </a:xfrm>
              <a:custGeom>
                <a:rect b="b" l="l" r="r" t="t"/>
                <a:pathLst>
                  <a:path extrusionOk="0" h="1240" w="1726">
                    <a:moveTo>
                      <a:pt x="47" y="0"/>
                    </a:moveTo>
                    <a:cubicBezTo>
                      <a:pt x="20" y="0"/>
                      <a:pt x="0" y="42"/>
                      <a:pt x="29" y="56"/>
                    </a:cubicBezTo>
                    <a:cubicBezTo>
                      <a:pt x="545" y="483"/>
                      <a:pt x="1129" y="836"/>
                      <a:pt x="1661" y="1228"/>
                    </a:cubicBezTo>
                    <a:cubicBezTo>
                      <a:pt x="1670" y="1236"/>
                      <a:pt x="1679" y="1240"/>
                      <a:pt x="1687" y="1240"/>
                    </a:cubicBezTo>
                    <a:cubicBezTo>
                      <a:pt x="1712" y="1240"/>
                      <a:pt x="1726" y="1204"/>
                      <a:pt x="1700" y="1177"/>
                    </a:cubicBezTo>
                    <a:cubicBezTo>
                      <a:pt x="1167" y="785"/>
                      <a:pt x="596" y="431"/>
                      <a:pt x="63" y="5"/>
                    </a:cubicBezTo>
                    <a:cubicBezTo>
                      <a:pt x="58" y="2"/>
                      <a:pt x="52" y="0"/>
                      <a:pt x="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2"/>
              <p:cNvSpPr/>
              <p:nvPr/>
            </p:nvSpPr>
            <p:spPr>
              <a:xfrm>
                <a:off x="4919561" y="1428924"/>
                <a:ext cx="266782" cy="196155"/>
              </a:xfrm>
              <a:custGeom>
                <a:rect b="b" l="l" r="r" t="t"/>
                <a:pathLst>
                  <a:path extrusionOk="0" h="1522" w="2070">
                    <a:moveTo>
                      <a:pt x="92" y="1"/>
                    </a:moveTo>
                    <a:cubicBezTo>
                      <a:pt x="37" y="1"/>
                      <a:pt x="0" y="79"/>
                      <a:pt x="59" y="121"/>
                    </a:cubicBezTo>
                    <a:cubicBezTo>
                      <a:pt x="681" y="581"/>
                      <a:pt x="1321" y="1029"/>
                      <a:pt x="1943" y="1506"/>
                    </a:cubicBezTo>
                    <a:cubicBezTo>
                      <a:pt x="1953" y="1517"/>
                      <a:pt x="1965" y="1521"/>
                      <a:pt x="1976" y="1521"/>
                    </a:cubicBezTo>
                    <a:cubicBezTo>
                      <a:pt x="2023" y="1521"/>
                      <a:pt x="2070" y="1444"/>
                      <a:pt x="2011" y="1399"/>
                    </a:cubicBezTo>
                    <a:cubicBezTo>
                      <a:pt x="1393" y="922"/>
                      <a:pt x="771" y="474"/>
                      <a:pt x="132" y="14"/>
                    </a:cubicBezTo>
                    <a:cubicBezTo>
                      <a:pt x="118" y="5"/>
                      <a:pt x="105" y="1"/>
                      <a:pt x="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2"/>
              <p:cNvSpPr/>
              <p:nvPr/>
            </p:nvSpPr>
            <p:spPr>
              <a:xfrm>
                <a:off x="4921494" y="1472614"/>
                <a:ext cx="238557" cy="176179"/>
              </a:xfrm>
              <a:custGeom>
                <a:rect b="b" l="l" r="r" t="t"/>
                <a:pathLst>
                  <a:path extrusionOk="0" h="1367" w="1851">
                    <a:moveTo>
                      <a:pt x="53" y="1"/>
                    </a:moveTo>
                    <a:cubicBezTo>
                      <a:pt x="25" y="1"/>
                      <a:pt x="1" y="38"/>
                      <a:pt x="27" y="67"/>
                    </a:cubicBezTo>
                    <a:cubicBezTo>
                      <a:pt x="611" y="493"/>
                      <a:pt x="1199" y="920"/>
                      <a:pt x="1783" y="1363"/>
                    </a:cubicBezTo>
                    <a:cubicBezTo>
                      <a:pt x="1786" y="1365"/>
                      <a:pt x="1790" y="1366"/>
                      <a:pt x="1794" y="1366"/>
                    </a:cubicBezTo>
                    <a:cubicBezTo>
                      <a:pt x="1817" y="1366"/>
                      <a:pt x="1851" y="1326"/>
                      <a:pt x="1822" y="1308"/>
                    </a:cubicBezTo>
                    <a:cubicBezTo>
                      <a:pt x="1233" y="864"/>
                      <a:pt x="649" y="455"/>
                      <a:pt x="78" y="12"/>
                    </a:cubicBezTo>
                    <a:cubicBezTo>
                      <a:pt x="70" y="4"/>
                      <a:pt x="62" y="1"/>
                      <a:pt x="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2"/>
              <p:cNvSpPr/>
              <p:nvPr/>
            </p:nvSpPr>
            <p:spPr>
              <a:xfrm>
                <a:off x="4680619" y="1064969"/>
                <a:ext cx="295006" cy="201053"/>
              </a:xfrm>
              <a:custGeom>
                <a:rect b="b" l="l" r="r" t="t"/>
                <a:pathLst>
                  <a:path extrusionOk="0" h="1560" w="2289">
                    <a:moveTo>
                      <a:pt x="45" y="0"/>
                    </a:moveTo>
                    <a:cubicBezTo>
                      <a:pt x="24" y="0"/>
                      <a:pt x="0" y="27"/>
                      <a:pt x="12" y="51"/>
                    </a:cubicBezTo>
                    <a:cubicBezTo>
                      <a:pt x="264" y="460"/>
                      <a:pt x="707" y="690"/>
                      <a:pt x="1078" y="954"/>
                    </a:cubicBezTo>
                    <a:cubicBezTo>
                      <a:pt x="1436" y="1206"/>
                      <a:pt x="1790" y="1525"/>
                      <a:pt x="2233" y="1559"/>
                    </a:cubicBezTo>
                    <a:cubicBezTo>
                      <a:pt x="2288" y="1559"/>
                      <a:pt x="2288" y="1508"/>
                      <a:pt x="2250" y="1487"/>
                    </a:cubicBezTo>
                    <a:cubicBezTo>
                      <a:pt x="1790" y="1453"/>
                      <a:pt x="1414" y="1116"/>
                      <a:pt x="1061" y="869"/>
                    </a:cubicBezTo>
                    <a:cubicBezTo>
                      <a:pt x="707" y="617"/>
                      <a:pt x="298" y="387"/>
                      <a:pt x="68" y="16"/>
                    </a:cubicBezTo>
                    <a:cubicBezTo>
                      <a:pt x="63" y="5"/>
                      <a:pt x="54" y="0"/>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2"/>
              <p:cNvSpPr/>
              <p:nvPr/>
            </p:nvSpPr>
            <p:spPr>
              <a:xfrm>
                <a:off x="4802538" y="753726"/>
                <a:ext cx="332253" cy="425046"/>
              </a:xfrm>
              <a:custGeom>
                <a:rect b="b" l="l" r="r" t="t"/>
                <a:pathLst>
                  <a:path extrusionOk="0" h="3298" w="2578">
                    <a:moveTo>
                      <a:pt x="2536" y="1"/>
                    </a:moveTo>
                    <a:cubicBezTo>
                      <a:pt x="2527" y="1"/>
                      <a:pt x="2519" y="5"/>
                      <a:pt x="2514" y="15"/>
                    </a:cubicBezTo>
                    <a:cubicBezTo>
                      <a:pt x="1679" y="1080"/>
                      <a:pt x="844" y="2163"/>
                      <a:pt x="25" y="3246"/>
                    </a:cubicBezTo>
                    <a:cubicBezTo>
                      <a:pt x="1" y="3273"/>
                      <a:pt x="20" y="3298"/>
                      <a:pt x="46" y="3298"/>
                    </a:cubicBezTo>
                    <a:cubicBezTo>
                      <a:pt x="57" y="3298"/>
                      <a:pt x="70" y="3294"/>
                      <a:pt x="81" y="3284"/>
                    </a:cubicBezTo>
                    <a:cubicBezTo>
                      <a:pt x="895" y="2197"/>
                      <a:pt x="1730" y="1131"/>
                      <a:pt x="2566" y="49"/>
                    </a:cubicBezTo>
                    <a:cubicBezTo>
                      <a:pt x="2578" y="25"/>
                      <a:pt x="2556" y="1"/>
                      <a:pt x="2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2"/>
              <p:cNvSpPr/>
              <p:nvPr/>
            </p:nvSpPr>
            <p:spPr>
              <a:xfrm>
                <a:off x="5085299" y="746251"/>
                <a:ext cx="27580" cy="21007"/>
              </a:xfrm>
              <a:custGeom>
                <a:rect b="b" l="l" r="r" t="t"/>
                <a:pathLst>
                  <a:path extrusionOk="0" h="163" w="214">
                    <a:moveTo>
                      <a:pt x="107" y="0"/>
                    </a:moveTo>
                    <a:cubicBezTo>
                      <a:pt x="1" y="0"/>
                      <a:pt x="1" y="162"/>
                      <a:pt x="107" y="162"/>
                    </a:cubicBezTo>
                    <a:cubicBezTo>
                      <a:pt x="214" y="162"/>
                      <a:pt x="214" y="0"/>
                      <a:pt x="1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2"/>
              <p:cNvSpPr/>
              <p:nvPr/>
            </p:nvSpPr>
            <p:spPr>
              <a:xfrm>
                <a:off x="5121643" y="773702"/>
                <a:ext cx="27580" cy="21007"/>
              </a:xfrm>
              <a:custGeom>
                <a:rect b="b" l="l" r="r" t="t"/>
                <a:pathLst>
                  <a:path extrusionOk="0" h="163" w="214">
                    <a:moveTo>
                      <a:pt x="107" y="0"/>
                    </a:moveTo>
                    <a:cubicBezTo>
                      <a:pt x="0" y="0"/>
                      <a:pt x="0" y="162"/>
                      <a:pt x="107" y="162"/>
                    </a:cubicBezTo>
                    <a:cubicBezTo>
                      <a:pt x="213" y="162"/>
                      <a:pt x="213" y="0"/>
                      <a:pt x="1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2"/>
              <p:cNvSpPr/>
              <p:nvPr/>
            </p:nvSpPr>
            <p:spPr>
              <a:xfrm>
                <a:off x="4789779" y="1130698"/>
                <a:ext cx="27580" cy="21007"/>
              </a:xfrm>
              <a:custGeom>
                <a:rect b="b" l="l" r="r" t="t"/>
                <a:pathLst>
                  <a:path extrusionOk="0" h="163" w="214">
                    <a:moveTo>
                      <a:pt x="107" y="1"/>
                    </a:moveTo>
                    <a:cubicBezTo>
                      <a:pt x="1" y="1"/>
                      <a:pt x="1" y="163"/>
                      <a:pt x="107" y="163"/>
                    </a:cubicBezTo>
                    <a:cubicBezTo>
                      <a:pt x="214" y="163"/>
                      <a:pt x="214" y="1"/>
                      <a:pt x="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2"/>
              <p:cNvSpPr/>
              <p:nvPr/>
            </p:nvSpPr>
            <p:spPr>
              <a:xfrm>
                <a:off x="4831021" y="1158149"/>
                <a:ext cx="27580" cy="23198"/>
              </a:xfrm>
              <a:custGeom>
                <a:rect b="b" l="l" r="r" t="t"/>
                <a:pathLst>
                  <a:path extrusionOk="0" h="180" w="214">
                    <a:moveTo>
                      <a:pt x="107" y="1"/>
                    </a:moveTo>
                    <a:cubicBezTo>
                      <a:pt x="0" y="1"/>
                      <a:pt x="0" y="180"/>
                      <a:pt x="107" y="180"/>
                    </a:cubicBezTo>
                    <a:cubicBezTo>
                      <a:pt x="213" y="180"/>
                      <a:pt x="213" y="1"/>
                      <a:pt x="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2"/>
              <p:cNvSpPr/>
              <p:nvPr/>
            </p:nvSpPr>
            <p:spPr>
              <a:xfrm>
                <a:off x="5079242" y="529734"/>
                <a:ext cx="51165" cy="38535"/>
              </a:xfrm>
              <a:custGeom>
                <a:rect b="b" l="l" r="r" t="t"/>
                <a:pathLst>
                  <a:path extrusionOk="0" h="299" w="397">
                    <a:moveTo>
                      <a:pt x="39" y="1"/>
                    </a:moveTo>
                    <a:cubicBezTo>
                      <a:pt x="14" y="1"/>
                      <a:pt x="1" y="39"/>
                      <a:pt x="26" y="65"/>
                    </a:cubicBezTo>
                    <a:cubicBezTo>
                      <a:pt x="116" y="137"/>
                      <a:pt x="223" y="205"/>
                      <a:pt x="312" y="295"/>
                    </a:cubicBezTo>
                    <a:cubicBezTo>
                      <a:pt x="317" y="297"/>
                      <a:pt x="322" y="298"/>
                      <a:pt x="327" y="298"/>
                    </a:cubicBezTo>
                    <a:cubicBezTo>
                      <a:pt x="360" y="298"/>
                      <a:pt x="397" y="256"/>
                      <a:pt x="367" y="227"/>
                    </a:cubicBezTo>
                    <a:cubicBezTo>
                      <a:pt x="261" y="154"/>
                      <a:pt x="171" y="82"/>
                      <a:pt x="65" y="14"/>
                    </a:cubicBezTo>
                    <a:cubicBezTo>
                      <a:pt x="56" y="4"/>
                      <a:pt x="47" y="1"/>
                      <a:pt x="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2"/>
              <p:cNvSpPr/>
              <p:nvPr/>
            </p:nvSpPr>
            <p:spPr>
              <a:xfrm>
                <a:off x="5088392" y="513753"/>
                <a:ext cx="41628" cy="32864"/>
              </a:xfrm>
              <a:custGeom>
                <a:rect b="b" l="l" r="r" t="t"/>
                <a:pathLst>
                  <a:path extrusionOk="0" h="255" w="323">
                    <a:moveTo>
                      <a:pt x="61" y="1"/>
                    </a:moveTo>
                    <a:cubicBezTo>
                      <a:pt x="29" y="1"/>
                      <a:pt x="0" y="51"/>
                      <a:pt x="28" y="65"/>
                    </a:cubicBezTo>
                    <a:cubicBezTo>
                      <a:pt x="100" y="138"/>
                      <a:pt x="169" y="189"/>
                      <a:pt x="241" y="244"/>
                    </a:cubicBezTo>
                    <a:cubicBezTo>
                      <a:pt x="249" y="252"/>
                      <a:pt x="257" y="255"/>
                      <a:pt x="266" y="255"/>
                    </a:cubicBezTo>
                    <a:cubicBezTo>
                      <a:pt x="295" y="255"/>
                      <a:pt x="323" y="215"/>
                      <a:pt x="296" y="189"/>
                    </a:cubicBezTo>
                    <a:cubicBezTo>
                      <a:pt x="207" y="138"/>
                      <a:pt x="134" y="82"/>
                      <a:pt x="83" y="10"/>
                    </a:cubicBezTo>
                    <a:cubicBezTo>
                      <a:pt x="76" y="3"/>
                      <a:pt x="69" y="1"/>
                      <a:pt x="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2"/>
              <p:cNvSpPr/>
              <p:nvPr/>
            </p:nvSpPr>
            <p:spPr>
              <a:xfrm>
                <a:off x="5063132" y="543782"/>
                <a:ext cx="46139" cy="39180"/>
              </a:xfrm>
              <a:custGeom>
                <a:rect b="b" l="l" r="r" t="t"/>
                <a:pathLst>
                  <a:path extrusionOk="0" h="304" w="358">
                    <a:moveTo>
                      <a:pt x="44" y="0"/>
                    </a:moveTo>
                    <a:cubicBezTo>
                      <a:pt x="17" y="0"/>
                      <a:pt x="1" y="52"/>
                      <a:pt x="28" y="79"/>
                    </a:cubicBezTo>
                    <a:cubicBezTo>
                      <a:pt x="100" y="152"/>
                      <a:pt x="190" y="224"/>
                      <a:pt x="296" y="292"/>
                    </a:cubicBezTo>
                    <a:cubicBezTo>
                      <a:pt x="303" y="300"/>
                      <a:pt x="310" y="304"/>
                      <a:pt x="317" y="304"/>
                    </a:cubicBezTo>
                    <a:cubicBezTo>
                      <a:pt x="342" y="304"/>
                      <a:pt x="358" y="255"/>
                      <a:pt x="330" y="241"/>
                    </a:cubicBezTo>
                    <a:cubicBezTo>
                      <a:pt x="241" y="169"/>
                      <a:pt x="151" y="96"/>
                      <a:pt x="66" y="11"/>
                    </a:cubicBezTo>
                    <a:cubicBezTo>
                      <a:pt x="59" y="3"/>
                      <a:pt x="51" y="0"/>
                      <a:pt x="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2"/>
              <p:cNvSpPr/>
              <p:nvPr/>
            </p:nvSpPr>
            <p:spPr>
              <a:xfrm>
                <a:off x="4765550" y="942019"/>
                <a:ext cx="48717" cy="36860"/>
              </a:xfrm>
              <a:custGeom>
                <a:rect b="b" l="l" r="r" t="t"/>
                <a:pathLst>
                  <a:path extrusionOk="0" h="286" w="378">
                    <a:moveTo>
                      <a:pt x="59" y="0"/>
                    </a:moveTo>
                    <a:cubicBezTo>
                      <a:pt x="29" y="0"/>
                      <a:pt x="0" y="49"/>
                      <a:pt x="31" y="63"/>
                    </a:cubicBezTo>
                    <a:cubicBezTo>
                      <a:pt x="116" y="135"/>
                      <a:pt x="206" y="203"/>
                      <a:pt x="312" y="276"/>
                    </a:cubicBezTo>
                    <a:cubicBezTo>
                      <a:pt x="320" y="282"/>
                      <a:pt x="327" y="285"/>
                      <a:pt x="334" y="285"/>
                    </a:cubicBezTo>
                    <a:cubicBezTo>
                      <a:pt x="361" y="285"/>
                      <a:pt x="378" y="238"/>
                      <a:pt x="351" y="225"/>
                    </a:cubicBezTo>
                    <a:cubicBezTo>
                      <a:pt x="261" y="152"/>
                      <a:pt x="172" y="80"/>
                      <a:pt x="82" y="11"/>
                    </a:cubicBezTo>
                    <a:cubicBezTo>
                      <a:pt x="75" y="4"/>
                      <a:pt x="67" y="0"/>
                      <a:pt x="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2"/>
              <p:cNvSpPr/>
              <p:nvPr/>
            </p:nvSpPr>
            <p:spPr>
              <a:xfrm>
                <a:off x="4756786" y="962253"/>
                <a:ext cx="34282" cy="28354"/>
              </a:xfrm>
              <a:custGeom>
                <a:rect b="b" l="l" r="r" t="t"/>
                <a:pathLst>
                  <a:path extrusionOk="0" h="220" w="266">
                    <a:moveTo>
                      <a:pt x="38" y="1"/>
                    </a:moveTo>
                    <a:cubicBezTo>
                      <a:pt x="14" y="1"/>
                      <a:pt x="0" y="38"/>
                      <a:pt x="26" y="68"/>
                    </a:cubicBezTo>
                    <a:cubicBezTo>
                      <a:pt x="78" y="119"/>
                      <a:pt x="133" y="174"/>
                      <a:pt x="184" y="208"/>
                    </a:cubicBezTo>
                    <a:cubicBezTo>
                      <a:pt x="193" y="216"/>
                      <a:pt x="203" y="219"/>
                      <a:pt x="212" y="219"/>
                    </a:cubicBezTo>
                    <a:cubicBezTo>
                      <a:pt x="242" y="219"/>
                      <a:pt x="266" y="182"/>
                      <a:pt x="240" y="153"/>
                    </a:cubicBezTo>
                    <a:cubicBezTo>
                      <a:pt x="167" y="102"/>
                      <a:pt x="116" y="68"/>
                      <a:pt x="61" y="12"/>
                    </a:cubicBezTo>
                    <a:cubicBezTo>
                      <a:pt x="53" y="4"/>
                      <a:pt x="45" y="1"/>
                      <a:pt x="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2"/>
              <p:cNvSpPr/>
              <p:nvPr/>
            </p:nvSpPr>
            <p:spPr>
              <a:xfrm>
                <a:off x="4738228" y="983002"/>
                <a:ext cx="50779" cy="36215"/>
              </a:xfrm>
              <a:custGeom>
                <a:rect b="b" l="l" r="r" t="t"/>
                <a:pathLst>
                  <a:path extrusionOk="0" h="281" w="394">
                    <a:moveTo>
                      <a:pt x="54" y="0"/>
                    </a:moveTo>
                    <a:cubicBezTo>
                      <a:pt x="26" y="0"/>
                      <a:pt x="1" y="38"/>
                      <a:pt x="30" y="64"/>
                    </a:cubicBezTo>
                    <a:cubicBezTo>
                      <a:pt x="115" y="137"/>
                      <a:pt x="222" y="205"/>
                      <a:pt x="311" y="277"/>
                    </a:cubicBezTo>
                    <a:cubicBezTo>
                      <a:pt x="316" y="280"/>
                      <a:pt x="322" y="281"/>
                      <a:pt x="327" y="281"/>
                    </a:cubicBezTo>
                    <a:cubicBezTo>
                      <a:pt x="361" y="281"/>
                      <a:pt x="394" y="238"/>
                      <a:pt x="349" y="205"/>
                    </a:cubicBezTo>
                    <a:cubicBezTo>
                      <a:pt x="260" y="154"/>
                      <a:pt x="170" y="81"/>
                      <a:pt x="81" y="13"/>
                    </a:cubicBezTo>
                    <a:cubicBezTo>
                      <a:pt x="73" y="4"/>
                      <a:pt x="63" y="0"/>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2"/>
              <p:cNvSpPr/>
              <p:nvPr/>
            </p:nvSpPr>
            <p:spPr>
              <a:xfrm>
                <a:off x="4252998" y="1046926"/>
                <a:ext cx="48717" cy="37375"/>
              </a:xfrm>
              <a:custGeom>
                <a:rect b="b" l="l" r="r" t="t"/>
                <a:pathLst>
                  <a:path extrusionOk="0" h="290" w="378">
                    <a:moveTo>
                      <a:pt x="71" y="0"/>
                    </a:moveTo>
                    <a:cubicBezTo>
                      <a:pt x="37" y="0"/>
                      <a:pt x="1" y="37"/>
                      <a:pt x="27" y="67"/>
                    </a:cubicBezTo>
                    <a:cubicBezTo>
                      <a:pt x="116" y="135"/>
                      <a:pt x="206" y="208"/>
                      <a:pt x="295" y="280"/>
                    </a:cubicBezTo>
                    <a:cubicBezTo>
                      <a:pt x="305" y="286"/>
                      <a:pt x="314" y="289"/>
                      <a:pt x="322" y="289"/>
                    </a:cubicBezTo>
                    <a:cubicBezTo>
                      <a:pt x="358" y="289"/>
                      <a:pt x="378" y="238"/>
                      <a:pt x="346" y="225"/>
                    </a:cubicBezTo>
                    <a:cubicBezTo>
                      <a:pt x="257" y="156"/>
                      <a:pt x="172" y="101"/>
                      <a:pt x="99" y="11"/>
                    </a:cubicBezTo>
                    <a:cubicBezTo>
                      <a:pt x="91" y="4"/>
                      <a:pt x="82" y="0"/>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2"/>
              <p:cNvSpPr/>
              <p:nvPr/>
            </p:nvSpPr>
            <p:spPr>
              <a:xfrm>
                <a:off x="4241013" y="1066516"/>
                <a:ext cx="42144" cy="28482"/>
              </a:xfrm>
              <a:custGeom>
                <a:rect b="b" l="l" r="r" t="t"/>
                <a:pathLst>
                  <a:path extrusionOk="0" h="221" w="327">
                    <a:moveTo>
                      <a:pt x="50" y="1"/>
                    </a:moveTo>
                    <a:cubicBezTo>
                      <a:pt x="10" y="1"/>
                      <a:pt x="1" y="58"/>
                      <a:pt x="30" y="73"/>
                    </a:cubicBezTo>
                    <a:cubicBezTo>
                      <a:pt x="103" y="111"/>
                      <a:pt x="175" y="162"/>
                      <a:pt x="243" y="218"/>
                    </a:cubicBezTo>
                    <a:cubicBezTo>
                      <a:pt x="248" y="220"/>
                      <a:pt x="253" y="221"/>
                      <a:pt x="259" y="221"/>
                    </a:cubicBezTo>
                    <a:cubicBezTo>
                      <a:pt x="293" y="221"/>
                      <a:pt x="326" y="175"/>
                      <a:pt x="282" y="145"/>
                    </a:cubicBezTo>
                    <a:cubicBezTo>
                      <a:pt x="209" y="90"/>
                      <a:pt x="137" y="39"/>
                      <a:pt x="69" y="4"/>
                    </a:cubicBezTo>
                    <a:cubicBezTo>
                      <a:pt x="62" y="2"/>
                      <a:pt x="55" y="1"/>
                      <a:pt x="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2"/>
              <p:cNvSpPr/>
              <p:nvPr/>
            </p:nvSpPr>
            <p:spPr>
              <a:xfrm>
                <a:off x="4227609" y="1081595"/>
                <a:ext cx="53099" cy="39437"/>
              </a:xfrm>
              <a:custGeom>
                <a:rect b="b" l="l" r="r" t="t"/>
                <a:pathLst>
                  <a:path extrusionOk="0" h="306" w="412">
                    <a:moveTo>
                      <a:pt x="44" y="0"/>
                    </a:moveTo>
                    <a:cubicBezTo>
                      <a:pt x="17" y="0"/>
                      <a:pt x="0" y="52"/>
                      <a:pt x="28" y="79"/>
                    </a:cubicBezTo>
                    <a:cubicBezTo>
                      <a:pt x="117" y="169"/>
                      <a:pt x="224" y="224"/>
                      <a:pt x="330" y="292"/>
                    </a:cubicBezTo>
                    <a:cubicBezTo>
                      <a:pt x="340" y="302"/>
                      <a:pt x="350" y="305"/>
                      <a:pt x="359" y="305"/>
                    </a:cubicBezTo>
                    <a:cubicBezTo>
                      <a:pt x="388" y="305"/>
                      <a:pt x="412" y="267"/>
                      <a:pt x="386" y="241"/>
                    </a:cubicBezTo>
                    <a:cubicBezTo>
                      <a:pt x="279" y="169"/>
                      <a:pt x="173" y="101"/>
                      <a:pt x="66" y="11"/>
                    </a:cubicBezTo>
                    <a:cubicBezTo>
                      <a:pt x="58" y="3"/>
                      <a:pt x="51" y="0"/>
                      <a:pt x="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2"/>
              <p:cNvSpPr/>
              <p:nvPr/>
            </p:nvSpPr>
            <p:spPr>
              <a:xfrm>
                <a:off x="4890821" y="1516949"/>
                <a:ext cx="50779" cy="38922"/>
              </a:xfrm>
              <a:custGeom>
                <a:rect b="b" l="l" r="r" t="t"/>
                <a:pathLst>
                  <a:path extrusionOk="0" h="302" w="394">
                    <a:moveTo>
                      <a:pt x="67" y="0"/>
                    </a:moveTo>
                    <a:cubicBezTo>
                      <a:pt x="35" y="0"/>
                      <a:pt x="0" y="32"/>
                      <a:pt x="18" y="60"/>
                    </a:cubicBezTo>
                    <a:cubicBezTo>
                      <a:pt x="103" y="149"/>
                      <a:pt x="210" y="218"/>
                      <a:pt x="316" y="290"/>
                    </a:cubicBezTo>
                    <a:cubicBezTo>
                      <a:pt x="325" y="298"/>
                      <a:pt x="335" y="301"/>
                      <a:pt x="344" y="301"/>
                    </a:cubicBezTo>
                    <a:cubicBezTo>
                      <a:pt x="373" y="301"/>
                      <a:pt x="394" y="265"/>
                      <a:pt x="355" y="239"/>
                    </a:cubicBezTo>
                    <a:cubicBezTo>
                      <a:pt x="265" y="167"/>
                      <a:pt x="176" y="94"/>
                      <a:pt x="86" y="5"/>
                    </a:cubicBezTo>
                    <a:cubicBezTo>
                      <a:pt x="80" y="2"/>
                      <a:pt x="74" y="0"/>
                      <a:pt x="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2"/>
              <p:cNvSpPr/>
              <p:nvPr/>
            </p:nvSpPr>
            <p:spPr>
              <a:xfrm>
                <a:off x="4875355" y="1537183"/>
                <a:ext cx="39308" cy="32349"/>
              </a:xfrm>
              <a:custGeom>
                <a:rect b="b" l="l" r="r" t="t"/>
                <a:pathLst>
                  <a:path extrusionOk="0" h="251" w="305">
                    <a:moveTo>
                      <a:pt x="46" y="0"/>
                    </a:moveTo>
                    <a:cubicBezTo>
                      <a:pt x="20" y="0"/>
                      <a:pt x="0" y="51"/>
                      <a:pt x="31" y="82"/>
                    </a:cubicBezTo>
                    <a:cubicBezTo>
                      <a:pt x="83" y="133"/>
                      <a:pt x="155" y="189"/>
                      <a:pt x="223" y="240"/>
                    </a:cubicBezTo>
                    <a:cubicBezTo>
                      <a:pt x="232" y="248"/>
                      <a:pt x="242" y="251"/>
                      <a:pt x="251" y="251"/>
                    </a:cubicBezTo>
                    <a:cubicBezTo>
                      <a:pt x="281" y="251"/>
                      <a:pt x="305" y="215"/>
                      <a:pt x="279" y="189"/>
                    </a:cubicBezTo>
                    <a:cubicBezTo>
                      <a:pt x="206" y="133"/>
                      <a:pt x="138" y="82"/>
                      <a:pt x="65" y="10"/>
                    </a:cubicBezTo>
                    <a:cubicBezTo>
                      <a:pt x="59" y="3"/>
                      <a:pt x="52" y="0"/>
                      <a:pt x="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2"/>
              <p:cNvSpPr/>
              <p:nvPr/>
            </p:nvSpPr>
            <p:spPr>
              <a:xfrm>
                <a:off x="4859761" y="1552519"/>
                <a:ext cx="50650" cy="37891"/>
              </a:xfrm>
              <a:custGeom>
                <a:rect b="b" l="l" r="r" t="t"/>
                <a:pathLst>
                  <a:path extrusionOk="0" h="294" w="393">
                    <a:moveTo>
                      <a:pt x="61" y="0"/>
                    </a:moveTo>
                    <a:cubicBezTo>
                      <a:pt x="30" y="0"/>
                      <a:pt x="0" y="24"/>
                      <a:pt x="24" y="48"/>
                    </a:cubicBezTo>
                    <a:cubicBezTo>
                      <a:pt x="114" y="138"/>
                      <a:pt x="221" y="210"/>
                      <a:pt x="310" y="283"/>
                    </a:cubicBezTo>
                    <a:cubicBezTo>
                      <a:pt x="318" y="290"/>
                      <a:pt x="326" y="293"/>
                      <a:pt x="335" y="293"/>
                    </a:cubicBezTo>
                    <a:cubicBezTo>
                      <a:pt x="364" y="293"/>
                      <a:pt x="392" y="254"/>
                      <a:pt x="365" y="227"/>
                    </a:cubicBezTo>
                    <a:cubicBezTo>
                      <a:pt x="276" y="155"/>
                      <a:pt x="169" y="87"/>
                      <a:pt x="97" y="14"/>
                    </a:cubicBezTo>
                    <a:cubicBezTo>
                      <a:pt x="87" y="4"/>
                      <a:pt x="74" y="0"/>
                      <a:pt x="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 name="Google Shape;1392;p52"/>
            <p:cNvGrpSpPr/>
            <p:nvPr/>
          </p:nvGrpSpPr>
          <p:grpSpPr>
            <a:xfrm rot="1340111">
              <a:off x="938501" y="1755659"/>
              <a:ext cx="520597" cy="299742"/>
              <a:chOff x="3239800" y="2712650"/>
              <a:chExt cx="289875" cy="166900"/>
            </a:xfrm>
          </p:grpSpPr>
          <p:sp>
            <p:nvSpPr>
              <p:cNvPr id="1393" name="Google Shape;1393;p52"/>
              <p:cNvSpPr/>
              <p:nvPr/>
            </p:nvSpPr>
            <p:spPr>
              <a:xfrm>
                <a:off x="3239800" y="2712650"/>
                <a:ext cx="289875" cy="45075"/>
              </a:xfrm>
              <a:custGeom>
                <a:rect b="b" l="l" r="r" t="t"/>
                <a:pathLst>
                  <a:path extrusionOk="0" h="1803" w="11595">
                    <a:moveTo>
                      <a:pt x="5974" y="466"/>
                    </a:moveTo>
                    <a:cubicBezTo>
                      <a:pt x="7363" y="466"/>
                      <a:pt x="8753" y="532"/>
                      <a:pt x="10141" y="691"/>
                    </a:cubicBezTo>
                    <a:cubicBezTo>
                      <a:pt x="10443" y="729"/>
                      <a:pt x="10725" y="798"/>
                      <a:pt x="10993" y="1011"/>
                    </a:cubicBezTo>
                    <a:cubicBezTo>
                      <a:pt x="9252" y="1243"/>
                      <a:pt x="7525" y="1359"/>
                      <a:pt x="5800" y="1359"/>
                    </a:cubicBezTo>
                    <a:cubicBezTo>
                      <a:pt x="4074" y="1359"/>
                      <a:pt x="2351" y="1243"/>
                      <a:pt x="619" y="1011"/>
                    </a:cubicBezTo>
                    <a:cubicBezTo>
                      <a:pt x="938" y="691"/>
                      <a:pt x="1386" y="674"/>
                      <a:pt x="1774" y="640"/>
                    </a:cubicBezTo>
                    <a:cubicBezTo>
                      <a:pt x="3173" y="533"/>
                      <a:pt x="4574" y="466"/>
                      <a:pt x="5974" y="466"/>
                    </a:cubicBezTo>
                    <a:close/>
                    <a:moveTo>
                      <a:pt x="5772" y="1"/>
                    </a:moveTo>
                    <a:lnTo>
                      <a:pt x="5772" y="158"/>
                    </a:lnTo>
                    <a:cubicBezTo>
                      <a:pt x="5177" y="158"/>
                      <a:pt x="4582" y="154"/>
                      <a:pt x="3986" y="154"/>
                    </a:cubicBezTo>
                    <a:cubicBezTo>
                      <a:pt x="3390" y="154"/>
                      <a:pt x="2795" y="158"/>
                      <a:pt x="2200" y="175"/>
                    </a:cubicBezTo>
                    <a:cubicBezTo>
                      <a:pt x="1578" y="197"/>
                      <a:pt x="960" y="282"/>
                      <a:pt x="389" y="585"/>
                    </a:cubicBezTo>
                    <a:cubicBezTo>
                      <a:pt x="175" y="708"/>
                      <a:pt x="1" y="853"/>
                      <a:pt x="35" y="1117"/>
                    </a:cubicBezTo>
                    <a:cubicBezTo>
                      <a:pt x="69" y="1420"/>
                      <a:pt x="320" y="1475"/>
                      <a:pt x="551" y="1492"/>
                    </a:cubicBezTo>
                    <a:cubicBezTo>
                      <a:pt x="1100" y="1527"/>
                      <a:pt x="1650" y="1544"/>
                      <a:pt x="2200" y="1582"/>
                    </a:cubicBezTo>
                    <a:cubicBezTo>
                      <a:pt x="3436" y="1648"/>
                      <a:pt x="4682" y="1803"/>
                      <a:pt x="5932" y="1803"/>
                    </a:cubicBezTo>
                    <a:cubicBezTo>
                      <a:pt x="6299" y="1803"/>
                      <a:pt x="6666" y="1790"/>
                      <a:pt x="7034" y="1757"/>
                    </a:cubicBezTo>
                    <a:cubicBezTo>
                      <a:pt x="8329" y="1650"/>
                      <a:pt x="9625" y="1599"/>
                      <a:pt x="10921" y="1509"/>
                    </a:cubicBezTo>
                    <a:cubicBezTo>
                      <a:pt x="11189" y="1492"/>
                      <a:pt x="11488" y="1475"/>
                      <a:pt x="11543" y="1134"/>
                    </a:cubicBezTo>
                    <a:cubicBezTo>
                      <a:pt x="11594" y="798"/>
                      <a:pt x="11347" y="674"/>
                      <a:pt x="11100" y="550"/>
                    </a:cubicBezTo>
                    <a:cubicBezTo>
                      <a:pt x="10763" y="388"/>
                      <a:pt x="10405" y="265"/>
                      <a:pt x="10034" y="248"/>
                    </a:cubicBezTo>
                    <a:cubicBezTo>
                      <a:pt x="8611" y="158"/>
                      <a:pt x="7191" y="69"/>
                      <a:pt x="57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2"/>
              <p:cNvSpPr/>
              <p:nvPr/>
            </p:nvSpPr>
            <p:spPr>
              <a:xfrm>
                <a:off x="3253125" y="2789025"/>
                <a:ext cx="263225" cy="31925"/>
              </a:xfrm>
              <a:custGeom>
                <a:rect b="b" l="l" r="r" t="t"/>
                <a:pathLst>
                  <a:path extrusionOk="0" h="1277" w="10529">
                    <a:moveTo>
                      <a:pt x="9305" y="407"/>
                    </a:moveTo>
                    <a:cubicBezTo>
                      <a:pt x="9591" y="407"/>
                      <a:pt x="9838" y="479"/>
                      <a:pt x="10017" y="782"/>
                    </a:cubicBezTo>
                    <a:cubicBezTo>
                      <a:pt x="8258" y="890"/>
                      <a:pt x="6504" y="939"/>
                      <a:pt x="4729" y="939"/>
                    </a:cubicBezTo>
                    <a:cubicBezTo>
                      <a:pt x="3295" y="939"/>
                      <a:pt x="1847" y="907"/>
                      <a:pt x="371" y="850"/>
                    </a:cubicBezTo>
                    <a:cubicBezTo>
                      <a:pt x="657" y="462"/>
                      <a:pt x="904" y="407"/>
                      <a:pt x="1207" y="407"/>
                    </a:cubicBezTo>
                    <a:close/>
                    <a:moveTo>
                      <a:pt x="5832" y="0"/>
                    </a:moveTo>
                    <a:cubicBezTo>
                      <a:pt x="4420" y="0"/>
                      <a:pt x="3010" y="15"/>
                      <a:pt x="1599" y="36"/>
                    </a:cubicBezTo>
                    <a:cubicBezTo>
                      <a:pt x="1470" y="36"/>
                      <a:pt x="1337" y="26"/>
                      <a:pt x="1207" y="26"/>
                    </a:cubicBezTo>
                    <a:cubicBezTo>
                      <a:pt x="1085" y="26"/>
                      <a:pt x="965" y="35"/>
                      <a:pt x="853" y="70"/>
                    </a:cubicBezTo>
                    <a:cubicBezTo>
                      <a:pt x="495" y="176"/>
                      <a:pt x="0" y="266"/>
                      <a:pt x="35" y="765"/>
                    </a:cubicBezTo>
                    <a:cubicBezTo>
                      <a:pt x="52" y="1242"/>
                      <a:pt x="533" y="1208"/>
                      <a:pt x="887" y="1259"/>
                    </a:cubicBezTo>
                    <a:cubicBezTo>
                      <a:pt x="921" y="1276"/>
                      <a:pt x="959" y="1276"/>
                      <a:pt x="994" y="1276"/>
                    </a:cubicBezTo>
                    <a:lnTo>
                      <a:pt x="9484" y="1276"/>
                    </a:lnTo>
                    <a:cubicBezTo>
                      <a:pt x="9676" y="1276"/>
                      <a:pt x="9910" y="1225"/>
                      <a:pt x="10102" y="1170"/>
                    </a:cubicBezTo>
                    <a:cubicBezTo>
                      <a:pt x="10298" y="1118"/>
                      <a:pt x="10460" y="1012"/>
                      <a:pt x="10494" y="799"/>
                    </a:cubicBezTo>
                    <a:cubicBezTo>
                      <a:pt x="10529" y="569"/>
                      <a:pt x="10405" y="424"/>
                      <a:pt x="10230" y="317"/>
                    </a:cubicBezTo>
                    <a:cubicBezTo>
                      <a:pt x="9962" y="159"/>
                      <a:pt x="9697" y="53"/>
                      <a:pt x="9378" y="36"/>
                    </a:cubicBezTo>
                    <a:cubicBezTo>
                      <a:pt x="8195" y="11"/>
                      <a:pt x="7013" y="0"/>
                      <a:pt x="5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2"/>
              <p:cNvSpPr/>
              <p:nvPr/>
            </p:nvSpPr>
            <p:spPr>
              <a:xfrm>
                <a:off x="3304175" y="2845850"/>
                <a:ext cx="160700" cy="33700"/>
              </a:xfrm>
              <a:custGeom>
                <a:rect b="b" l="l" r="r" t="t"/>
                <a:pathLst>
                  <a:path extrusionOk="0" h="1348" w="6428">
                    <a:moveTo>
                      <a:pt x="3233" y="392"/>
                    </a:moveTo>
                    <a:cubicBezTo>
                      <a:pt x="4048" y="392"/>
                      <a:pt x="4864" y="525"/>
                      <a:pt x="5682" y="798"/>
                    </a:cubicBezTo>
                    <a:cubicBezTo>
                      <a:pt x="4888" y="857"/>
                      <a:pt x="4096" y="884"/>
                      <a:pt x="3305" y="884"/>
                    </a:cubicBezTo>
                    <a:cubicBezTo>
                      <a:pt x="2453" y="884"/>
                      <a:pt x="1601" y="853"/>
                      <a:pt x="746" y="798"/>
                    </a:cubicBezTo>
                    <a:cubicBezTo>
                      <a:pt x="1577" y="529"/>
                      <a:pt x="2405" y="392"/>
                      <a:pt x="3233" y="392"/>
                    </a:cubicBezTo>
                    <a:close/>
                    <a:moveTo>
                      <a:pt x="3214" y="1"/>
                    </a:moveTo>
                    <a:cubicBezTo>
                      <a:pt x="2272" y="1"/>
                      <a:pt x="1330" y="69"/>
                      <a:pt x="426" y="427"/>
                    </a:cubicBezTo>
                    <a:cubicBezTo>
                      <a:pt x="230" y="495"/>
                      <a:pt x="0" y="567"/>
                      <a:pt x="17" y="836"/>
                    </a:cubicBezTo>
                    <a:cubicBezTo>
                      <a:pt x="34" y="1049"/>
                      <a:pt x="230" y="1117"/>
                      <a:pt x="388" y="1156"/>
                    </a:cubicBezTo>
                    <a:cubicBezTo>
                      <a:pt x="550" y="1207"/>
                      <a:pt x="708" y="1241"/>
                      <a:pt x="870" y="1262"/>
                    </a:cubicBezTo>
                    <a:cubicBezTo>
                      <a:pt x="1650" y="1347"/>
                      <a:pt x="2434" y="1313"/>
                      <a:pt x="3214" y="1330"/>
                    </a:cubicBezTo>
                    <a:cubicBezTo>
                      <a:pt x="3364" y="1327"/>
                      <a:pt x="3514" y="1327"/>
                      <a:pt x="3664" y="1327"/>
                    </a:cubicBezTo>
                    <a:cubicBezTo>
                      <a:pt x="3817" y="1327"/>
                      <a:pt x="3970" y="1327"/>
                      <a:pt x="4123" y="1327"/>
                    </a:cubicBezTo>
                    <a:cubicBezTo>
                      <a:pt x="4672" y="1327"/>
                      <a:pt x="5222" y="1317"/>
                      <a:pt x="5771" y="1224"/>
                    </a:cubicBezTo>
                    <a:cubicBezTo>
                      <a:pt x="6019" y="1190"/>
                      <a:pt x="6377" y="1173"/>
                      <a:pt x="6394" y="836"/>
                    </a:cubicBezTo>
                    <a:cubicBezTo>
                      <a:pt x="6428" y="495"/>
                      <a:pt x="6091" y="461"/>
                      <a:pt x="5844" y="371"/>
                    </a:cubicBezTo>
                    <a:cubicBezTo>
                      <a:pt x="4991" y="52"/>
                      <a:pt x="4101" y="18"/>
                      <a:pt x="32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6" name="Google Shape;1396;p52"/>
          <p:cNvGrpSpPr/>
          <p:nvPr/>
        </p:nvGrpSpPr>
        <p:grpSpPr>
          <a:xfrm>
            <a:off x="8175074" y="3569232"/>
            <a:ext cx="635551" cy="517845"/>
            <a:chOff x="8175074" y="3569232"/>
            <a:chExt cx="635551" cy="517845"/>
          </a:xfrm>
        </p:grpSpPr>
        <p:sp>
          <p:nvSpPr>
            <p:cNvPr id="1397" name="Google Shape;1397;p52"/>
            <p:cNvSpPr/>
            <p:nvPr/>
          </p:nvSpPr>
          <p:spPr>
            <a:xfrm rot="10800000">
              <a:off x="8511652" y="3724198"/>
              <a:ext cx="298974" cy="299175"/>
            </a:xfrm>
            <a:custGeom>
              <a:rect b="b" l="l" r="r" t="t"/>
              <a:pathLst>
                <a:path extrusionOk="0" h="1459" w="1458">
                  <a:moveTo>
                    <a:pt x="623" y="410"/>
                  </a:moveTo>
                  <a:lnTo>
                    <a:pt x="729" y="0"/>
                  </a:lnTo>
                  <a:lnTo>
                    <a:pt x="836" y="410"/>
                  </a:lnTo>
                  <a:cubicBezTo>
                    <a:pt x="870" y="516"/>
                    <a:pt x="959" y="584"/>
                    <a:pt x="1049" y="623"/>
                  </a:cubicBezTo>
                  <a:lnTo>
                    <a:pt x="1458" y="729"/>
                  </a:lnTo>
                  <a:lnTo>
                    <a:pt x="1049" y="836"/>
                  </a:lnTo>
                  <a:cubicBezTo>
                    <a:pt x="942" y="870"/>
                    <a:pt x="870" y="942"/>
                    <a:pt x="836" y="1049"/>
                  </a:cubicBezTo>
                  <a:lnTo>
                    <a:pt x="729" y="1458"/>
                  </a:lnTo>
                  <a:lnTo>
                    <a:pt x="623" y="1049"/>
                  </a:lnTo>
                  <a:cubicBezTo>
                    <a:pt x="605" y="942"/>
                    <a:pt x="516" y="853"/>
                    <a:pt x="409" y="836"/>
                  </a:cubicBezTo>
                  <a:lnTo>
                    <a:pt x="0" y="729"/>
                  </a:lnTo>
                  <a:lnTo>
                    <a:pt x="409" y="623"/>
                  </a:lnTo>
                  <a:cubicBezTo>
                    <a:pt x="516" y="584"/>
                    <a:pt x="605" y="516"/>
                    <a:pt x="623" y="410"/>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2"/>
            <p:cNvSpPr/>
            <p:nvPr/>
          </p:nvSpPr>
          <p:spPr>
            <a:xfrm rot="10800000">
              <a:off x="8175074" y="3882865"/>
              <a:ext cx="203524" cy="204213"/>
            </a:xfrm>
            <a:custGeom>
              <a:rect b="b" l="l" r="r" t="t"/>
              <a:pathLst>
                <a:path extrusionOk="0" h="1459" w="1454">
                  <a:moveTo>
                    <a:pt x="618" y="410"/>
                  </a:moveTo>
                  <a:lnTo>
                    <a:pt x="725" y="0"/>
                  </a:lnTo>
                  <a:lnTo>
                    <a:pt x="831" y="410"/>
                  </a:lnTo>
                  <a:cubicBezTo>
                    <a:pt x="870" y="516"/>
                    <a:pt x="938" y="584"/>
                    <a:pt x="1044" y="623"/>
                  </a:cubicBezTo>
                  <a:lnTo>
                    <a:pt x="1454" y="729"/>
                  </a:lnTo>
                  <a:lnTo>
                    <a:pt x="1044" y="836"/>
                  </a:lnTo>
                  <a:cubicBezTo>
                    <a:pt x="938" y="870"/>
                    <a:pt x="853" y="942"/>
                    <a:pt x="831" y="1049"/>
                  </a:cubicBezTo>
                  <a:lnTo>
                    <a:pt x="725" y="1458"/>
                  </a:lnTo>
                  <a:lnTo>
                    <a:pt x="618" y="1049"/>
                  </a:lnTo>
                  <a:cubicBezTo>
                    <a:pt x="584" y="942"/>
                    <a:pt x="512" y="853"/>
                    <a:pt x="405" y="836"/>
                  </a:cubicBezTo>
                  <a:lnTo>
                    <a:pt x="0" y="729"/>
                  </a:lnTo>
                  <a:lnTo>
                    <a:pt x="405" y="623"/>
                  </a:lnTo>
                  <a:cubicBezTo>
                    <a:pt x="512" y="584"/>
                    <a:pt x="584" y="516"/>
                    <a:pt x="618" y="410"/>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2"/>
            <p:cNvSpPr/>
            <p:nvPr/>
          </p:nvSpPr>
          <p:spPr>
            <a:xfrm rot="1799972">
              <a:off x="8299421" y="3589954"/>
              <a:ext cx="113317" cy="113537"/>
            </a:xfrm>
            <a:custGeom>
              <a:rect b="b" l="l" r="r" t="t"/>
              <a:pathLst>
                <a:path extrusionOk="0" h="2047" w="2043">
                  <a:moveTo>
                    <a:pt x="1011" y="0"/>
                  </a:moveTo>
                  <a:cubicBezTo>
                    <a:pt x="461" y="0"/>
                    <a:pt x="1" y="465"/>
                    <a:pt x="1" y="1015"/>
                  </a:cubicBezTo>
                  <a:cubicBezTo>
                    <a:pt x="1" y="1582"/>
                    <a:pt x="461" y="2046"/>
                    <a:pt x="1011" y="2046"/>
                  </a:cubicBezTo>
                  <a:cubicBezTo>
                    <a:pt x="1582" y="2046"/>
                    <a:pt x="2042" y="1582"/>
                    <a:pt x="2042" y="1015"/>
                  </a:cubicBezTo>
                  <a:cubicBezTo>
                    <a:pt x="2042" y="465"/>
                    <a:pt x="1582" y="0"/>
                    <a:pt x="1011"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3" name="Shape 1403"/>
        <p:cNvGrpSpPr/>
        <p:nvPr/>
      </p:nvGrpSpPr>
      <p:grpSpPr>
        <a:xfrm>
          <a:off x="0" y="0"/>
          <a:ext cx="0" cy="0"/>
          <a:chOff x="0" y="0"/>
          <a:chExt cx="0" cy="0"/>
        </a:xfrm>
      </p:grpSpPr>
      <p:sp>
        <p:nvSpPr>
          <p:cNvPr id="1404" name="Google Shape;1404;p53"/>
          <p:cNvSpPr txBox="1"/>
          <p:nvPr>
            <p:ph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ABOUT SOME PERCENTAGES?</a:t>
            </a:r>
            <a:endParaRPr/>
          </a:p>
        </p:txBody>
      </p:sp>
      <p:sp>
        <p:nvSpPr>
          <p:cNvPr id="1405" name="Google Shape;1405;p53"/>
          <p:cNvSpPr/>
          <p:nvPr/>
        </p:nvSpPr>
        <p:spPr>
          <a:xfrm>
            <a:off x="723539" y="758400"/>
            <a:ext cx="364500" cy="537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6" name="Google Shape;1406;p53"/>
          <p:cNvGrpSpPr/>
          <p:nvPr/>
        </p:nvGrpSpPr>
        <p:grpSpPr>
          <a:xfrm rot="-1064447">
            <a:off x="3331141" y="2117077"/>
            <a:ext cx="2528852" cy="1855120"/>
            <a:chOff x="5514644" y="271073"/>
            <a:chExt cx="1217137" cy="892883"/>
          </a:xfrm>
        </p:grpSpPr>
        <p:sp>
          <p:nvSpPr>
            <p:cNvPr id="1407" name="Google Shape;1407;p53"/>
            <p:cNvSpPr/>
            <p:nvPr/>
          </p:nvSpPr>
          <p:spPr>
            <a:xfrm rot="1073721">
              <a:off x="6364986" y="943912"/>
              <a:ext cx="19445" cy="205110"/>
            </a:xfrm>
            <a:custGeom>
              <a:rect b="b" l="l" r="r" t="t"/>
              <a:pathLst>
                <a:path extrusionOk="0" h="2616" w="248">
                  <a:moveTo>
                    <a:pt x="124" y="0"/>
                  </a:moveTo>
                  <a:cubicBezTo>
                    <a:pt x="62" y="0"/>
                    <a:pt x="0" y="40"/>
                    <a:pt x="0" y="118"/>
                  </a:cubicBezTo>
                  <a:lnTo>
                    <a:pt x="0" y="2484"/>
                  </a:lnTo>
                  <a:cubicBezTo>
                    <a:pt x="0" y="2571"/>
                    <a:pt x="62" y="2615"/>
                    <a:pt x="124" y="2615"/>
                  </a:cubicBezTo>
                  <a:cubicBezTo>
                    <a:pt x="186" y="2615"/>
                    <a:pt x="247" y="2571"/>
                    <a:pt x="247" y="2484"/>
                  </a:cubicBezTo>
                  <a:lnTo>
                    <a:pt x="247" y="118"/>
                  </a:lnTo>
                  <a:cubicBezTo>
                    <a:pt x="247" y="40"/>
                    <a:pt x="186" y="0"/>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3"/>
            <p:cNvSpPr/>
            <p:nvPr/>
          </p:nvSpPr>
          <p:spPr>
            <a:xfrm rot="1073721">
              <a:off x="6334036" y="1135778"/>
              <a:ext cx="59902" cy="19445"/>
            </a:xfrm>
            <a:custGeom>
              <a:rect b="b" l="l" r="r" t="t"/>
              <a:pathLst>
                <a:path extrusionOk="0" h="248" w="764">
                  <a:moveTo>
                    <a:pt x="124" y="1"/>
                  </a:moveTo>
                  <a:cubicBezTo>
                    <a:pt x="51" y="1"/>
                    <a:pt x="0" y="56"/>
                    <a:pt x="0" y="124"/>
                  </a:cubicBezTo>
                  <a:cubicBezTo>
                    <a:pt x="0" y="197"/>
                    <a:pt x="51" y="248"/>
                    <a:pt x="124" y="248"/>
                  </a:cubicBezTo>
                  <a:lnTo>
                    <a:pt x="639" y="248"/>
                  </a:lnTo>
                  <a:cubicBezTo>
                    <a:pt x="712" y="248"/>
                    <a:pt x="763" y="197"/>
                    <a:pt x="763" y="124"/>
                  </a:cubicBezTo>
                  <a:cubicBezTo>
                    <a:pt x="763" y="56"/>
                    <a:pt x="712" y="1"/>
                    <a:pt x="6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3"/>
            <p:cNvSpPr/>
            <p:nvPr/>
          </p:nvSpPr>
          <p:spPr>
            <a:xfrm rot="1073721">
              <a:off x="5681237" y="723128"/>
              <a:ext cx="19445" cy="205110"/>
            </a:xfrm>
            <a:custGeom>
              <a:rect b="b" l="l" r="r" t="t"/>
              <a:pathLst>
                <a:path extrusionOk="0" h="2616" w="248">
                  <a:moveTo>
                    <a:pt x="124" y="0"/>
                  </a:moveTo>
                  <a:cubicBezTo>
                    <a:pt x="62" y="0"/>
                    <a:pt x="0" y="40"/>
                    <a:pt x="0" y="118"/>
                  </a:cubicBezTo>
                  <a:lnTo>
                    <a:pt x="0" y="2484"/>
                  </a:lnTo>
                  <a:cubicBezTo>
                    <a:pt x="0" y="2571"/>
                    <a:pt x="62" y="2615"/>
                    <a:pt x="124" y="2615"/>
                  </a:cubicBezTo>
                  <a:cubicBezTo>
                    <a:pt x="185" y="2615"/>
                    <a:pt x="247" y="2571"/>
                    <a:pt x="247" y="2484"/>
                  </a:cubicBezTo>
                  <a:lnTo>
                    <a:pt x="247" y="118"/>
                  </a:lnTo>
                  <a:cubicBezTo>
                    <a:pt x="247" y="40"/>
                    <a:pt x="185" y="0"/>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3"/>
            <p:cNvSpPr/>
            <p:nvPr/>
          </p:nvSpPr>
          <p:spPr>
            <a:xfrm rot="1073721">
              <a:off x="5611755" y="902767"/>
              <a:ext cx="61235" cy="19445"/>
            </a:xfrm>
            <a:custGeom>
              <a:rect b="b" l="l" r="r" t="t"/>
              <a:pathLst>
                <a:path extrusionOk="0" h="248" w="781">
                  <a:moveTo>
                    <a:pt x="141" y="1"/>
                  </a:moveTo>
                  <a:cubicBezTo>
                    <a:pt x="73" y="1"/>
                    <a:pt x="0" y="56"/>
                    <a:pt x="17" y="124"/>
                  </a:cubicBezTo>
                  <a:cubicBezTo>
                    <a:pt x="17" y="197"/>
                    <a:pt x="73" y="248"/>
                    <a:pt x="141" y="248"/>
                  </a:cubicBezTo>
                  <a:lnTo>
                    <a:pt x="657" y="248"/>
                  </a:lnTo>
                  <a:cubicBezTo>
                    <a:pt x="712" y="248"/>
                    <a:pt x="780" y="197"/>
                    <a:pt x="780" y="124"/>
                  </a:cubicBezTo>
                  <a:cubicBezTo>
                    <a:pt x="763" y="56"/>
                    <a:pt x="712" y="1"/>
                    <a:pt x="6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3"/>
            <p:cNvSpPr/>
            <p:nvPr/>
          </p:nvSpPr>
          <p:spPr>
            <a:xfrm rot="1073721">
              <a:off x="5839806" y="892084"/>
              <a:ext cx="390069" cy="84992"/>
            </a:xfrm>
            <a:custGeom>
              <a:rect b="b" l="l" r="r" t="t"/>
              <a:pathLst>
                <a:path extrusionOk="0" h="1084" w="4975">
                  <a:moveTo>
                    <a:pt x="4459" y="1"/>
                  </a:moveTo>
                  <a:cubicBezTo>
                    <a:pt x="3142" y="1"/>
                    <a:pt x="1829" y="90"/>
                    <a:pt x="499" y="90"/>
                  </a:cubicBezTo>
                  <a:cubicBezTo>
                    <a:pt x="248" y="90"/>
                    <a:pt x="1" y="320"/>
                    <a:pt x="1" y="589"/>
                  </a:cubicBezTo>
                  <a:cubicBezTo>
                    <a:pt x="18" y="853"/>
                    <a:pt x="231" y="1083"/>
                    <a:pt x="499" y="1083"/>
                  </a:cubicBezTo>
                  <a:cubicBezTo>
                    <a:pt x="1829" y="1083"/>
                    <a:pt x="3142" y="1015"/>
                    <a:pt x="4459" y="1015"/>
                  </a:cubicBezTo>
                  <a:cubicBezTo>
                    <a:pt x="4723" y="1015"/>
                    <a:pt x="4975" y="785"/>
                    <a:pt x="4975" y="499"/>
                  </a:cubicBezTo>
                  <a:cubicBezTo>
                    <a:pt x="4954" y="231"/>
                    <a:pt x="4741" y="1"/>
                    <a:pt x="44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3"/>
            <p:cNvSpPr/>
            <p:nvPr/>
          </p:nvSpPr>
          <p:spPr>
            <a:xfrm rot="1073721">
              <a:off x="5918037" y="945680"/>
              <a:ext cx="47592" cy="46103"/>
            </a:xfrm>
            <a:custGeom>
              <a:rect b="b" l="l" r="r" t="t"/>
              <a:pathLst>
                <a:path extrusionOk="0" h="588" w="607">
                  <a:moveTo>
                    <a:pt x="46" y="1"/>
                  </a:moveTo>
                  <a:cubicBezTo>
                    <a:pt x="23" y="1"/>
                    <a:pt x="1" y="14"/>
                    <a:pt x="1" y="39"/>
                  </a:cubicBezTo>
                  <a:cubicBezTo>
                    <a:pt x="1" y="146"/>
                    <a:pt x="18" y="270"/>
                    <a:pt x="56" y="376"/>
                  </a:cubicBezTo>
                  <a:cubicBezTo>
                    <a:pt x="90" y="449"/>
                    <a:pt x="125" y="521"/>
                    <a:pt x="214" y="555"/>
                  </a:cubicBezTo>
                  <a:cubicBezTo>
                    <a:pt x="250" y="578"/>
                    <a:pt x="285" y="588"/>
                    <a:pt x="318" y="588"/>
                  </a:cubicBezTo>
                  <a:cubicBezTo>
                    <a:pt x="416" y="588"/>
                    <a:pt x="500" y="502"/>
                    <a:pt x="551" y="397"/>
                  </a:cubicBezTo>
                  <a:cubicBezTo>
                    <a:pt x="606" y="291"/>
                    <a:pt x="606" y="163"/>
                    <a:pt x="606" y="39"/>
                  </a:cubicBezTo>
                  <a:cubicBezTo>
                    <a:pt x="606" y="14"/>
                    <a:pt x="584" y="1"/>
                    <a:pt x="561" y="1"/>
                  </a:cubicBezTo>
                  <a:cubicBezTo>
                    <a:pt x="539" y="1"/>
                    <a:pt x="517" y="14"/>
                    <a:pt x="517" y="39"/>
                  </a:cubicBezTo>
                  <a:cubicBezTo>
                    <a:pt x="534" y="129"/>
                    <a:pt x="517" y="235"/>
                    <a:pt x="483" y="325"/>
                  </a:cubicBezTo>
                  <a:cubicBezTo>
                    <a:pt x="483" y="359"/>
                    <a:pt x="461" y="397"/>
                    <a:pt x="444" y="431"/>
                  </a:cubicBezTo>
                  <a:cubicBezTo>
                    <a:pt x="427" y="449"/>
                    <a:pt x="393" y="466"/>
                    <a:pt x="376" y="483"/>
                  </a:cubicBezTo>
                  <a:lnTo>
                    <a:pt x="355" y="483"/>
                  </a:lnTo>
                  <a:lnTo>
                    <a:pt x="355" y="504"/>
                  </a:lnTo>
                  <a:lnTo>
                    <a:pt x="248" y="504"/>
                  </a:lnTo>
                  <a:cubicBezTo>
                    <a:pt x="262" y="504"/>
                    <a:pt x="258" y="494"/>
                    <a:pt x="253" y="494"/>
                  </a:cubicBezTo>
                  <a:lnTo>
                    <a:pt x="253" y="494"/>
                  </a:lnTo>
                  <a:cubicBezTo>
                    <a:pt x="251" y="494"/>
                    <a:pt x="248" y="497"/>
                    <a:pt x="248" y="504"/>
                  </a:cubicBezTo>
                  <a:lnTo>
                    <a:pt x="248" y="483"/>
                  </a:lnTo>
                  <a:lnTo>
                    <a:pt x="231" y="483"/>
                  </a:lnTo>
                  <a:lnTo>
                    <a:pt x="214" y="466"/>
                  </a:lnTo>
                  <a:cubicBezTo>
                    <a:pt x="214" y="466"/>
                    <a:pt x="197" y="466"/>
                    <a:pt x="197" y="449"/>
                  </a:cubicBezTo>
                  <a:cubicBezTo>
                    <a:pt x="180" y="431"/>
                    <a:pt x="163" y="414"/>
                    <a:pt x="142" y="376"/>
                  </a:cubicBezTo>
                  <a:cubicBezTo>
                    <a:pt x="90" y="270"/>
                    <a:pt x="90" y="146"/>
                    <a:pt x="90" y="39"/>
                  </a:cubicBezTo>
                  <a:cubicBezTo>
                    <a:pt x="90" y="14"/>
                    <a:pt x="68" y="1"/>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3"/>
            <p:cNvSpPr/>
            <p:nvPr/>
          </p:nvSpPr>
          <p:spPr>
            <a:xfrm rot="1073721">
              <a:off x="5997668" y="968491"/>
              <a:ext cx="43202" cy="50572"/>
            </a:xfrm>
            <a:custGeom>
              <a:rect b="b" l="l" r="r" t="t"/>
              <a:pathLst>
                <a:path extrusionOk="0" h="645" w="551">
                  <a:moveTo>
                    <a:pt x="67" y="1"/>
                  </a:moveTo>
                  <a:cubicBezTo>
                    <a:pt x="50" y="1"/>
                    <a:pt x="35" y="10"/>
                    <a:pt x="35" y="33"/>
                  </a:cubicBezTo>
                  <a:cubicBezTo>
                    <a:pt x="18" y="123"/>
                    <a:pt x="1" y="212"/>
                    <a:pt x="1" y="298"/>
                  </a:cubicBezTo>
                  <a:cubicBezTo>
                    <a:pt x="18" y="387"/>
                    <a:pt x="18" y="494"/>
                    <a:pt x="90" y="566"/>
                  </a:cubicBezTo>
                  <a:cubicBezTo>
                    <a:pt x="129" y="622"/>
                    <a:pt x="191" y="645"/>
                    <a:pt x="266" y="645"/>
                  </a:cubicBezTo>
                  <a:cubicBezTo>
                    <a:pt x="289" y="645"/>
                    <a:pt x="312" y="642"/>
                    <a:pt x="337" y="639"/>
                  </a:cubicBezTo>
                  <a:cubicBezTo>
                    <a:pt x="444" y="617"/>
                    <a:pt x="516" y="532"/>
                    <a:pt x="533" y="425"/>
                  </a:cubicBezTo>
                  <a:cubicBezTo>
                    <a:pt x="550" y="298"/>
                    <a:pt x="533" y="174"/>
                    <a:pt x="533" y="67"/>
                  </a:cubicBezTo>
                  <a:cubicBezTo>
                    <a:pt x="533" y="42"/>
                    <a:pt x="511" y="29"/>
                    <a:pt x="489" y="29"/>
                  </a:cubicBezTo>
                  <a:cubicBezTo>
                    <a:pt x="466" y="29"/>
                    <a:pt x="444" y="42"/>
                    <a:pt x="444" y="67"/>
                  </a:cubicBezTo>
                  <a:cubicBezTo>
                    <a:pt x="444" y="157"/>
                    <a:pt x="461" y="246"/>
                    <a:pt x="461" y="336"/>
                  </a:cubicBezTo>
                  <a:cubicBezTo>
                    <a:pt x="461" y="425"/>
                    <a:pt x="427" y="511"/>
                    <a:pt x="354" y="549"/>
                  </a:cubicBezTo>
                  <a:cubicBezTo>
                    <a:pt x="320" y="566"/>
                    <a:pt x="269" y="566"/>
                    <a:pt x="231" y="566"/>
                  </a:cubicBezTo>
                  <a:cubicBezTo>
                    <a:pt x="197" y="566"/>
                    <a:pt x="180" y="549"/>
                    <a:pt x="163" y="511"/>
                  </a:cubicBezTo>
                  <a:cubicBezTo>
                    <a:pt x="107" y="477"/>
                    <a:pt x="90" y="387"/>
                    <a:pt x="90" y="319"/>
                  </a:cubicBezTo>
                  <a:cubicBezTo>
                    <a:pt x="90" y="229"/>
                    <a:pt x="90" y="140"/>
                    <a:pt x="107" y="50"/>
                  </a:cubicBezTo>
                  <a:cubicBezTo>
                    <a:pt x="117" y="20"/>
                    <a:pt x="90" y="1"/>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3"/>
            <p:cNvSpPr/>
            <p:nvPr/>
          </p:nvSpPr>
          <p:spPr>
            <a:xfrm rot="1073721">
              <a:off x="6065592" y="992304"/>
              <a:ext cx="45867" cy="46024"/>
            </a:xfrm>
            <a:custGeom>
              <a:rect b="b" l="l" r="r" t="t"/>
              <a:pathLst>
                <a:path extrusionOk="0" h="587" w="585">
                  <a:moveTo>
                    <a:pt x="518" y="0"/>
                  </a:moveTo>
                  <a:cubicBezTo>
                    <a:pt x="494" y="0"/>
                    <a:pt x="468" y="19"/>
                    <a:pt x="478" y="48"/>
                  </a:cubicBezTo>
                  <a:cubicBezTo>
                    <a:pt x="495" y="193"/>
                    <a:pt x="512" y="406"/>
                    <a:pt x="371" y="475"/>
                  </a:cubicBezTo>
                  <a:cubicBezTo>
                    <a:pt x="346" y="494"/>
                    <a:pt x="311" y="503"/>
                    <a:pt x="275" y="503"/>
                  </a:cubicBezTo>
                  <a:cubicBezTo>
                    <a:pt x="239" y="503"/>
                    <a:pt x="203" y="494"/>
                    <a:pt x="175" y="475"/>
                  </a:cubicBezTo>
                  <a:cubicBezTo>
                    <a:pt x="175" y="475"/>
                    <a:pt x="158" y="458"/>
                    <a:pt x="158" y="440"/>
                  </a:cubicBezTo>
                  <a:cubicBezTo>
                    <a:pt x="141" y="440"/>
                    <a:pt x="141" y="423"/>
                    <a:pt x="124" y="406"/>
                  </a:cubicBezTo>
                  <a:cubicBezTo>
                    <a:pt x="124" y="385"/>
                    <a:pt x="107" y="351"/>
                    <a:pt x="107" y="317"/>
                  </a:cubicBezTo>
                  <a:cubicBezTo>
                    <a:pt x="86" y="227"/>
                    <a:pt x="86" y="138"/>
                    <a:pt x="69" y="65"/>
                  </a:cubicBezTo>
                  <a:cubicBezTo>
                    <a:pt x="69" y="48"/>
                    <a:pt x="52" y="14"/>
                    <a:pt x="35" y="14"/>
                  </a:cubicBezTo>
                  <a:cubicBezTo>
                    <a:pt x="17" y="14"/>
                    <a:pt x="0" y="48"/>
                    <a:pt x="0" y="65"/>
                  </a:cubicBezTo>
                  <a:cubicBezTo>
                    <a:pt x="0" y="155"/>
                    <a:pt x="0" y="244"/>
                    <a:pt x="17" y="317"/>
                  </a:cubicBezTo>
                  <a:cubicBezTo>
                    <a:pt x="35" y="406"/>
                    <a:pt x="52" y="475"/>
                    <a:pt x="124" y="530"/>
                  </a:cubicBezTo>
                  <a:cubicBezTo>
                    <a:pt x="164" y="570"/>
                    <a:pt x="217" y="586"/>
                    <a:pt x="272" y="586"/>
                  </a:cubicBezTo>
                  <a:cubicBezTo>
                    <a:pt x="311" y="586"/>
                    <a:pt x="351" y="578"/>
                    <a:pt x="388" y="564"/>
                  </a:cubicBezTo>
                  <a:cubicBezTo>
                    <a:pt x="478" y="530"/>
                    <a:pt x="533" y="458"/>
                    <a:pt x="550" y="351"/>
                  </a:cubicBezTo>
                  <a:cubicBezTo>
                    <a:pt x="584" y="244"/>
                    <a:pt x="567" y="138"/>
                    <a:pt x="550" y="31"/>
                  </a:cubicBezTo>
                  <a:cubicBezTo>
                    <a:pt x="550" y="10"/>
                    <a:pt x="535" y="0"/>
                    <a:pt x="5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3"/>
            <p:cNvSpPr/>
            <p:nvPr/>
          </p:nvSpPr>
          <p:spPr>
            <a:xfrm rot="1073721">
              <a:off x="6211211" y="353367"/>
              <a:ext cx="12780" cy="79425"/>
            </a:xfrm>
            <a:custGeom>
              <a:rect b="b" l="l" r="r" t="t"/>
              <a:pathLst>
                <a:path extrusionOk="0" h="1013" w="163">
                  <a:moveTo>
                    <a:pt x="82" y="0"/>
                  </a:moveTo>
                  <a:cubicBezTo>
                    <a:pt x="41" y="0"/>
                    <a:pt x="1" y="27"/>
                    <a:pt x="1" y="80"/>
                  </a:cubicBezTo>
                  <a:lnTo>
                    <a:pt x="1" y="933"/>
                  </a:lnTo>
                  <a:cubicBezTo>
                    <a:pt x="1" y="986"/>
                    <a:pt x="41" y="1013"/>
                    <a:pt x="82" y="1013"/>
                  </a:cubicBezTo>
                  <a:cubicBezTo>
                    <a:pt x="122" y="1013"/>
                    <a:pt x="163" y="986"/>
                    <a:pt x="163" y="933"/>
                  </a:cubicBezTo>
                  <a:lnTo>
                    <a:pt x="163" y="80"/>
                  </a:lnTo>
                  <a:cubicBezTo>
                    <a:pt x="163" y="27"/>
                    <a:pt x="122" y="0"/>
                    <a:pt x="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3"/>
            <p:cNvSpPr/>
            <p:nvPr/>
          </p:nvSpPr>
          <p:spPr>
            <a:xfrm rot="1073721">
              <a:off x="6210400" y="333966"/>
              <a:ext cx="40457" cy="38811"/>
            </a:xfrm>
            <a:custGeom>
              <a:rect b="b" l="l" r="r" t="t"/>
              <a:pathLst>
                <a:path extrusionOk="0" h="495" w="516">
                  <a:moveTo>
                    <a:pt x="247" y="0"/>
                  </a:moveTo>
                  <a:cubicBezTo>
                    <a:pt x="124" y="0"/>
                    <a:pt x="0" y="107"/>
                    <a:pt x="0" y="248"/>
                  </a:cubicBezTo>
                  <a:cubicBezTo>
                    <a:pt x="0" y="388"/>
                    <a:pt x="124" y="495"/>
                    <a:pt x="247" y="495"/>
                  </a:cubicBezTo>
                  <a:cubicBezTo>
                    <a:pt x="388" y="495"/>
                    <a:pt x="516" y="388"/>
                    <a:pt x="516" y="248"/>
                  </a:cubicBezTo>
                  <a:cubicBezTo>
                    <a:pt x="516" y="107"/>
                    <a:pt x="388"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3"/>
            <p:cNvSpPr/>
            <p:nvPr/>
          </p:nvSpPr>
          <p:spPr>
            <a:xfrm rot="1073721">
              <a:off x="6159788" y="394400"/>
              <a:ext cx="97694" cy="57236"/>
            </a:xfrm>
            <a:custGeom>
              <a:rect b="b" l="l" r="r" t="t"/>
              <a:pathLst>
                <a:path extrusionOk="0" h="730" w="1246">
                  <a:moveTo>
                    <a:pt x="1" y="729"/>
                  </a:moveTo>
                  <a:cubicBezTo>
                    <a:pt x="1" y="1"/>
                    <a:pt x="1246" y="90"/>
                    <a:pt x="1211" y="7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3"/>
            <p:cNvSpPr/>
            <p:nvPr/>
          </p:nvSpPr>
          <p:spPr>
            <a:xfrm rot="1073721">
              <a:off x="6154495" y="407873"/>
              <a:ext cx="102084" cy="46416"/>
            </a:xfrm>
            <a:custGeom>
              <a:rect b="b" l="l" r="r" t="t"/>
              <a:pathLst>
                <a:path extrusionOk="0" h="592" w="1302">
                  <a:moveTo>
                    <a:pt x="636" y="1"/>
                  </a:moveTo>
                  <a:cubicBezTo>
                    <a:pt x="457" y="1"/>
                    <a:pt x="281" y="54"/>
                    <a:pt x="163" y="158"/>
                  </a:cubicBezTo>
                  <a:cubicBezTo>
                    <a:pt x="56" y="248"/>
                    <a:pt x="1" y="393"/>
                    <a:pt x="1" y="550"/>
                  </a:cubicBezTo>
                  <a:cubicBezTo>
                    <a:pt x="1" y="578"/>
                    <a:pt x="19" y="592"/>
                    <a:pt x="37" y="592"/>
                  </a:cubicBezTo>
                  <a:cubicBezTo>
                    <a:pt x="55" y="592"/>
                    <a:pt x="73" y="578"/>
                    <a:pt x="73" y="550"/>
                  </a:cubicBezTo>
                  <a:cubicBezTo>
                    <a:pt x="84" y="233"/>
                    <a:pt x="360" y="75"/>
                    <a:pt x="642" y="75"/>
                  </a:cubicBezTo>
                  <a:cubicBezTo>
                    <a:pt x="804" y="75"/>
                    <a:pt x="967" y="127"/>
                    <a:pt x="1084" y="231"/>
                  </a:cubicBezTo>
                  <a:cubicBezTo>
                    <a:pt x="1173" y="320"/>
                    <a:pt x="1207" y="427"/>
                    <a:pt x="1207" y="550"/>
                  </a:cubicBezTo>
                  <a:cubicBezTo>
                    <a:pt x="1199" y="578"/>
                    <a:pt x="1217" y="592"/>
                    <a:pt x="1237" y="592"/>
                  </a:cubicBezTo>
                  <a:cubicBezTo>
                    <a:pt x="1257" y="592"/>
                    <a:pt x="1280" y="578"/>
                    <a:pt x="1280" y="550"/>
                  </a:cubicBezTo>
                  <a:cubicBezTo>
                    <a:pt x="1302" y="182"/>
                    <a:pt x="966" y="1"/>
                    <a:pt x="6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3"/>
            <p:cNvSpPr/>
            <p:nvPr/>
          </p:nvSpPr>
          <p:spPr>
            <a:xfrm rot="1073721">
              <a:off x="5568922" y="428626"/>
              <a:ext cx="1108580" cy="527828"/>
            </a:xfrm>
            <a:custGeom>
              <a:rect b="b" l="l" r="r" t="t"/>
              <a:pathLst>
                <a:path extrusionOk="0" h="6732" w="14139">
                  <a:moveTo>
                    <a:pt x="8205" y="124"/>
                  </a:moveTo>
                  <a:cubicBezTo>
                    <a:pt x="8525" y="197"/>
                    <a:pt x="8828" y="286"/>
                    <a:pt x="9130" y="427"/>
                  </a:cubicBezTo>
                  <a:cubicBezTo>
                    <a:pt x="9433" y="585"/>
                    <a:pt x="9697" y="819"/>
                    <a:pt x="9910" y="1083"/>
                  </a:cubicBezTo>
                  <a:cubicBezTo>
                    <a:pt x="10089" y="1297"/>
                    <a:pt x="10247" y="1510"/>
                    <a:pt x="10409" y="1723"/>
                  </a:cubicBezTo>
                  <a:lnTo>
                    <a:pt x="10409" y="1723"/>
                  </a:lnTo>
                  <a:cubicBezTo>
                    <a:pt x="10673" y="1902"/>
                    <a:pt x="10673" y="2221"/>
                    <a:pt x="10797" y="2469"/>
                  </a:cubicBezTo>
                  <a:cubicBezTo>
                    <a:pt x="10852" y="2592"/>
                    <a:pt x="10886" y="2737"/>
                    <a:pt x="10925" y="2861"/>
                  </a:cubicBezTo>
                  <a:cubicBezTo>
                    <a:pt x="10942" y="2912"/>
                    <a:pt x="10976" y="2950"/>
                    <a:pt x="11031" y="2929"/>
                  </a:cubicBezTo>
                  <a:cubicBezTo>
                    <a:pt x="11313" y="2912"/>
                    <a:pt x="11598" y="2895"/>
                    <a:pt x="11901" y="2895"/>
                  </a:cubicBezTo>
                  <a:cubicBezTo>
                    <a:pt x="12310" y="2895"/>
                    <a:pt x="12327" y="2895"/>
                    <a:pt x="12753" y="2912"/>
                  </a:cubicBezTo>
                  <a:cubicBezTo>
                    <a:pt x="12911" y="2929"/>
                    <a:pt x="13073" y="2984"/>
                    <a:pt x="13231" y="3036"/>
                  </a:cubicBezTo>
                  <a:cubicBezTo>
                    <a:pt x="13674" y="3163"/>
                    <a:pt x="14139" y="3837"/>
                    <a:pt x="14032" y="4314"/>
                  </a:cubicBezTo>
                  <a:cubicBezTo>
                    <a:pt x="14015" y="4404"/>
                    <a:pt x="14015" y="4476"/>
                    <a:pt x="13994" y="4566"/>
                  </a:cubicBezTo>
                  <a:cubicBezTo>
                    <a:pt x="13926" y="4902"/>
                    <a:pt x="13695" y="5099"/>
                    <a:pt x="13393" y="5205"/>
                  </a:cubicBezTo>
                  <a:cubicBezTo>
                    <a:pt x="13141" y="5312"/>
                    <a:pt x="12860" y="5380"/>
                    <a:pt x="12574" y="5435"/>
                  </a:cubicBezTo>
                  <a:cubicBezTo>
                    <a:pt x="11969" y="5542"/>
                    <a:pt x="11739" y="5631"/>
                    <a:pt x="11117" y="5614"/>
                  </a:cubicBezTo>
                  <a:cubicBezTo>
                    <a:pt x="10959" y="5614"/>
                    <a:pt x="10797" y="5593"/>
                    <a:pt x="10622" y="5593"/>
                  </a:cubicBezTo>
                  <a:cubicBezTo>
                    <a:pt x="10533" y="5576"/>
                    <a:pt x="10477" y="5631"/>
                    <a:pt x="10426" y="5721"/>
                  </a:cubicBezTo>
                  <a:cubicBezTo>
                    <a:pt x="10213" y="6092"/>
                    <a:pt x="9910" y="6360"/>
                    <a:pt x="9450" y="6428"/>
                  </a:cubicBezTo>
                  <a:cubicBezTo>
                    <a:pt x="9181" y="6467"/>
                    <a:pt x="8900" y="6518"/>
                    <a:pt x="8615" y="6552"/>
                  </a:cubicBezTo>
                  <a:cubicBezTo>
                    <a:pt x="8384" y="6590"/>
                    <a:pt x="8154" y="6573"/>
                    <a:pt x="7941" y="6607"/>
                  </a:cubicBezTo>
                  <a:cubicBezTo>
                    <a:pt x="7549" y="6680"/>
                    <a:pt x="7157" y="6731"/>
                    <a:pt x="6769" y="6714"/>
                  </a:cubicBezTo>
                  <a:cubicBezTo>
                    <a:pt x="6002" y="6697"/>
                    <a:pt x="5222" y="6680"/>
                    <a:pt x="4459" y="6642"/>
                  </a:cubicBezTo>
                  <a:cubicBezTo>
                    <a:pt x="4122" y="6624"/>
                    <a:pt x="3836" y="6484"/>
                    <a:pt x="3572" y="6288"/>
                  </a:cubicBezTo>
                  <a:cubicBezTo>
                    <a:pt x="3410" y="6164"/>
                    <a:pt x="3304" y="5968"/>
                    <a:pt x="3253" y="5772"/>
                  </a:cubicBezTo>
                  <a:cubicBezTo>
                    <a:pt x="3231" y="5683"/>
                    <a:pt x="3180" y="5648"/>
                    <a:pt x="3108" y="5648"/>
                  </a:cubicBezTo>
                  <a:cubicBezTo>
                    <a:pt x="2754" y="5648"/>
                    <a:pt x="2400" y="5631"/>
                    <a:pt x="2059" y="5614"/>
                  </a:cubicBezTo>
                  <a:cubicBezTo>
                    <a:pt x="1654" y="5614"/>
                    <a:pt x="1245" y="5525"/>
                    <a:pt x="836" y="5435"/>
                  </a:cubicBezTo>
                  <a:cubicBezTo>
                    <a:pt x="802" y="5435"/>
                    <a:pt x="746" y="5418"/>
                    <a:pt x="712" y="5418"/>
                  </a:cubicBezTo>
                  <a:cubicBezTo>
                    <a:pt x="499" y="5418"/>
                    <a:pt x="375" y="5295"/>
                    <a:pt x="286" y="5133"/>
                  </a:cubicBezTo>
                  <a:cubicBezTo>
                    <a:pt x="90" y="4813"/>
                    <a:pt x="0" y="4476"/>
                    <a:pt x="90" y="4101"/>
                  </a:cubicBezTo>
                  <a:cubicBezTo>
                    <a:pt x="162" y="3764"/>
                    <a:pt x="392" y="3517"/>
                    <a:pt x="746" y="3411"/>
                  </a:cubicBezTo>
                  <a:cubicBezTo>
                    <a:pt x="976" y="3321"/>
                    <a:pt x="1207" y="3215"/>
                    <a:pt x="1458" y="3180"/>
                  </a:cubicBezTo>
                  <a:cubicBezTo>
                    <a:pt x="1812" y="3108"/>
                    <a:pt x="2187" y="3091"/>
                    <a:pt x="2558" y="3057"/>
                  </a:cubicBezTo>
                  <a:cubicBezTo>
                    <a:pt x="2720" y="3036"/>
                    <a:pt x="2877" y="3036"/>
                    <a:pt x="3039" y="3019"/>
                  </a:cubicBezTo>
                  <a:cubicBezTo>
                    <a:pt x="3056" y="3019"/>
                    <a:pt x="3108" y="2984"/>
                    <a:pt x="3125" y="2950"/>
                  </a:cubicBezTo>
                  <a:cubicBezTo>
                    <a:pt x="3304" y="2396"/>
                    <a:pt x="3623" y="1936"/>
                    <a:pt x="3943" y="1458"/>
                  </a:cubicBezTo>
                  <a:cubicBezTo>
                    <a:pt x="4386" y="853"/>
                    <a:pt x="4975" y="461"/>
                    <a:pt x="5682" y="231"/>
                  </a:cubicBezTo>
                  <a:cubicBezTo>
                    <a:pt x="6181" y="73"/>
                    <a:pt x="6662" y="1"/>
                    <a:pt x="7174" y="35"/>
                  </a:cubicBezTo>
                  <a:moveTo>
                    <a:pt x="4122" y="3198"/>
                  </a:moveTo>
                  <a:lnTo>
                    <a:pt x="2805" y="3198"/>
                  </a:lnTo>
                  <a:cubicBezTo>
                    <a:pt x="2558" y="3198"/>
                    <a:pt x="2311" y="3215"/>
                    <a:pt x="2059" y="3232"/>
                  </a:cubicBezTo>
                  <a:cubicBezTo>
                    <a:pt x="1633" y="3249"/>
                    <a:pt x="1245" y="3394"/>
                    <a:pt x="836" y="3534"/>
                  </a:cubicBezTo>
                  <a:cubicBezTo>
                    <a:pt x="533" y="3641"/>
                    <a:pt x="320" y="3854"/>
                    <a:pt x="269" y="4191"/>
                  </a:cubicBezTo>
                  <a:cubicBezTo>
                    <a:pt x="179" y="4549"/>
                    <a:pt x="303" y="4847"/>
                    <a:pt x="533" y="5133"/>
                  </a:cubicBezTo>
                  <a:cubicBezTo>
                    <a:pt x="567" y="5188"/>
                    <a:pt x="657" y="5222"/>
                    <a:pt x="746" y="5256"/>
                  </a:cubicBezTo>
                  <a:cubicBezTo>
                    <a:pt x="1475" y="5435"/>
                    <a:pt x="2221" y="5486"/>
                    <a:pt x="2967" y="5486"/>
                  </a:cubicBezTo>
                  <a:cubicBezTo>
                    <a:pt x="3747" y="5508"/>
                    <a:pt x="4531" y="5508"/>
                    <a:pt x="5311" y="5486"/>
                  </a:cubicBezTo>
                  <a:cubicBezTo>
                    <a:pt x="6091" y="5469"/>
                    <a:pt x="6854" y="5452"/>
                    <a:pt x="7638" y="5418"/>
                  </a:cubicBezTo>
                  <a:cubicBezTo>
                    <a:pt x="8099" y="5418"/>
                    <a:pt x="8542" y="5401"/>
                    <a:pt x="8985" y="5401"/>
                  </a:cubicBezTo>
                  <a:cubicBezTo>
                    <a:pt x="9343" y="5418"/>
                    <a:pt x="9697" y="5435"/>
                    <a:pt x="10051" y="5435"/>
                  </a:cubicBezTo>
                  <a:cubicBezTo>
                    <a:pt x="10285" y="5452"/>
                    <a:pt x="10533" y="5435"/>
                    <a:pt x="10763" y="5435"/>
                  </a:cubicBezTo>
                  <a:cubicBezTo>
                    <a:pt x="11138" y="5452"/>
                    <a:pt x="11509" y="5486"/>
                    <a:pt x="11884" y="5435"/>
                  </a:cubicBezTo>
                  <a:cubicBezTo>
                    <a:pt x="12255" y="5380"/>
                    <a:pt x="12221" y="5329"/>
                    <a:pt x="12591" y="5273"/>
                  </a:cubicBezTo>
                  <a:cubicBezTo>
                    <a:pt x="12894" y="5239"/>
                    <a:pt x="13197" y="5150"/>
                    <a:pt x="13461" y="4992"/>
                  </a:cubicBezTo>
                  <a:cubicBezTo>
                    <a:pt x="13836" y="4779"/>
                    <a:pt x="13887" y="4476"/>
                    <a:pt x="13836" y="4033"/>
                  </a:cubicBezTo>
                  <a:cubicBezTo>
                    <a:pt x="13712" y="3803"/>
                    <a:pt x="13589" y="3590"/>
                    <a:pt x="13461" y="3377"/>
                  </a:cubicBezTo>
                  <a:cubicBezTo>
                    <a:pt x="13444" y="3338"/>
                    <a:pt x="13427" y="3338"/>
                    <a:pt x="13410" y="3321"/>
                  </a:cubicBezTo>
                  <a:cubicBezTo>
                    <a:pt x="13214" y="3215"/>
                    <a:pt x="13001" y="3108"/>
                    <a:pt x="12770" y="3091"/>
                  </a:cubicBezTo>
                  <a:cubicBezTo>
                    <a:pt x="12327" y="3074"/>
                    <a:pt x="12255" y="3057"/>
                    <a:pt x="11811" y="3057"/>
                  </a:cubicBezTo>
                  <a:cubicBezTo>
                    <a:pt x="11313" y="3057"/>
                    <a:pt x="10835" y="3108"/>
                    <a:pt x="10354" y="3125"/>
                  </a:cubicBezTo>
                  <a:cubicBezTo>
                    <a:pt x="9893" y="3142"/>
                    <a:pt x="9433" y="3142"/>
                    <a:pt x="8968" y="3163"/>
                  </a:cubicBezTo>
                  <a:cubicBezTo>
                    <a:pt x="8312" y="3180"/>
                    <a:pt x="7638" y="3232"/>
                    <a:pt x="6961" y="3249"/>
                  </a:cubicBezTo>
                  <a:cubicBezTo>
                    <a:pt x="6590" y="3270"/>
                    <a:pt x="6198" y="3249"/>
                    <a:pt x="5827" y="3232"/>
                  </a:cubicBezTo>
                  <a:cubicBezTo>
                    <a:pt x="5239" y="3232"/>
                    <a:pt x="4655" y="3215"/>
                    <a:pt x="4122" y="3198"/>
                  </a:cubicBezTo>
                  <a:close/>
                  <a:moveTo>
                    <a:pt x="3764" y="2059"/>
                  </a:moveTo>
                  <a:cubicBezTo>
                    <a:pt x="5951" y="2025"/>
                    <a:pt x="8116" y="1991"/>
                    <a:pt x="10302" y="1829"/>
                  </a:cubicBezTo>
                  <a:cubicBezTo>
                    <a:pt x="10264" y="1778"/>
                    <a:pt x="10247" y="1740"/>
                    <a:pt x="10230" y="1723"/>
                  </a:cubicBezTo>
                  <a:cubicBezTo>
                    <a:pt x="9983" y="1437"/>
                    <a:pt x="9753" y="1139"/>
                    <a:pt x="9484" y="870"/>
                  </a:cubicBezTo>
                  <a:cubicBezTo>
                    <a:pt x="9343" y="730"/>
                    <a:pt x="9164" y="606"/>
                    <a:pt x="8985" y="534"/>
                  </a:cubicBezTo>
                  <a:cubicBezTo>
                    <a:pt x="8525" y="355"/>
                    <a:pt x="8048" y="214"/>
                    <a:pt x="7549" y="197"/>
                  </a:cubicBezTo>
                  <a:cubicBezTo>
                    <a:pt x="6961" y="180"/>
                    <a:pt x="6394" y="180"/>
                    <a:pt x="5810" y="355"/>
                  </a:cubicBezTo>
                  <a:cubicBezTo>
                    <a:pt x="5384" y="499"/>
                    <a:pt x="4975" y="691"/>
                    <a:pt x="4599" y="977"/>
                  </a:cubicBezTo>
                  <a:cubicBezTo>
                    <a:pt x="4246" y="1262"/>
                    <a:pt x="3960" y="1616"/>
                    <a:pt x="3764" y="2059"/>
                  </a:cubicBezTo>
                  <a:close/>
                  <a:moveTo>
                    <a:pt x="3321" y="3001"/>
                  </a:moveTo>
                  <a:cubicBezTo>
                    <a:pt x="3338" y="3019"/>
                    <a:pt x="3359" y="3019"/>
                    <a:pt x="3376" y="3019"/>
                  </a:cubicBezTo>
                  <a:cubicBezTo>
                    <a:pt x="4050" y="3036"/>
                    <a:pt x="4723" y="3074"/>
                    <a:pt x="5401" y="3091"/>
                  </a:cubicBezTo>
                  <a:cubicBezTo>
                    <a:pt x="6057" y="3108"/>
                    <a:pt x="6697" y="3108"/>
                    <a:pt x="7353" y="3091"/>
                  </a:cubicBezTo>
                  <a:cubicBezTo>
                    <a:pt x="8312" y="3074"/>
                    <a:pt x="9271" y="3019"/>
                    <a:pt x="10230" y="2967"/>
                  </a:cubicBezTo>
                  <a:cubicBezTo>
                    <a:pt x="10392" y="2967"/>
                    <a:pt x="10567" y="2950"/>
                    <a:pt x="10729" y="2950"/>
                  </a:cubicBezTo>
                  <a:cubicBezTo>
                    <a:pt x="10673" y="2631"/>
                    <a:pt x="10605" y="2362"/>
                    <a:pt x="10460" y="2098"/>
                  </a:cubicBezTo>
                  <a:cubicBezTo>
                    <a:pt x="10392" y="1953"/>
                    <a:pt x="10392" y="1953"/>
                    <a:pt x="10247" y="1970"/>
                  </a:cubicBezTo>
                  <a:cubicBezTo>
                    <a:pt x="9876" y="2008"/>
                    <a:pt x="9501" y="2042"/>
                    <a:pt x="9130" y="2059"/>
                  </a:cubicBezTo>
                  <a:cubicBezTo>
                    <a:pt x="8632" y="2077"/>
                    <a:pt x="8154" y="2098"/>
                    <a:pt x="7673" y="2098"/>
                  </a:cubicBezTo>
                  <a:cubicBezTo>
                    <a:pt x="6803" y="2132"/>
                    <a:pt x="5951" y="2149"/>
                    <a:pt x="5098" y="2166"/>
                  </a:cubicBezTo>
                  <a:cubicBezTo>
                    <a:pt x="4655" y="2183"/>
                    <a:pt x="4212" y="2183"/>
                    <a:pt x="3764" y="2183"/>
                  </a:cubicBezTo>
                  <a:cubicBezTo>
                    <a:pt x="3679" y="2183"/>
                    <a:pt x="3606" y="2204"/>
                    <a:pt x="3589" y="2273"/>
                  </a:cubicBezTo>
                  <a:cubicBezTo>
                    <a:pt x="3483" y="2524"/>
                    <a:pt x="3359" y="2754"/>
                    <a:pt x="3321" y="3001"/>
                  </a:cubicBezTo>
                  <a:close/>
                  <a:moveTo>
                    <a:pt x="10302" y="5631"/>
                  </a:moveTo>
                  <a:cubicBezTo>
                    <a:pt x="10230" y="5614"/>
                    <a:pt x="10179" y="5593"/>
                    <a:pt x="10123" y="5593"/>
                  </a:cubicBezTo>
                  <a:cubicBezTo>
                    <a:pt x="9714" y="5576"/>
                    <a:pt x="9326" y="5542"/>
                    <a:pt x="8917" y="5559"/>
                  </a:cubicBezTo>
                  <a:cubicBezTo>
                    <a:pt x="8295" y="5559"/>
                    <a:pt x="7656" y="5593"/>
                    <a:pt x="7016" y="5614"/>
                  </a:cubicBezTo>
                  <a:cubicBezTo>
                    <a:pt x="6641" y="5631"/>
                    <a:pt x="6253" y="5614"/>
                    <a:pt x="5878" y="5631"/>
                  </a:cubicBezTo>
                  <a:cubicBezTo>
                    <a:pt x="5490" y="5631"/>
                    <a:pt x="5115" y="5648"/>
                    <a:pt x="4744" y="5648"/>
                  </a:cubicBezTo>
                  <a:cubicBezTo>
                    <a:pt x="4510" y="5648"/>
                    <a:pt x="4263" y="5631"/>
                    <a:pt x="4015" y="5631"/>
                  </a:cubicBezTo>
                  <a:lnTo>
                    <a:pt x="3572" y="5631"/>
                  </a:lnTo>
                  <a:cubicBezTo>
                    <a:pt x="3517" y="5631"/>
                    <a:pt x="3466" y="5648"/>
                    <a:pt x="3393" y="5648"/>
                  </a:cubicBezTo>
                  <a:cubicBezTo>
                    <a:pt x="3500" y="5968"/>
                    <a:pt x="3679" y="6198"/>
                    <a:pt x="3960" y="6322"/>
                  </a:cubicBezTo>
                  <a:cubicBezTo>
                    <a:pt x="4229" y="6428"/>
                    <a:pt x="4493" y="6501"/>
                    <a:pt x="4761" y="6501"/>
                  </a:cubicBezTo>
                  <a:cubicBezTo>
                    <a:pt x="5384" y="6518"/>
                    <a:pt x="5985" y="6518"/>
                    <a:pt x="6590" y="6552"/>
                  </a:cubicBezTo>
                  <a:cubicBezTo>
                    <a:pt x="6999" y="6573"/>
                    <a:pt x="7408" y="6552"/>
                    <a:pt x="7813" y="6484"/>
                  </a:cubicBezTo>
                  <a:cubicBezTo>
                    <a:pt x="8065" y="6428"/>
                    <a:pt x="8312" y="6394"/>
                    <a:pt x="8559" y="6411"/>
                  </a:cubicBezTo>
                  <a:cubicBezTo>
                    <a:pt x="8615" y="6411"/>
                    <a:pt x="8666" y="6394"/>
                    <a:pt x="8738" y="6394"/>
                  </a:cubicBezTo>
                  <a:cubicBezTo>
                    <a:pt x="8985" y="6339"/>
                    <a:pt x="9254" y="6271"/>
                    <a:pt x="9501" y="6232"/>
                  </a:cubicBezTo>
                  <a:cubicBezTo>
                    <a:pt x="9876" y="6181"/>
                    <a:pt x="10106" y="5934"/>
                    <a:pt x="10302" y="56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3"/>
            <p:cNvSpPr/>
            <p:nvPr/>
          </p:nvSpPr>
          <p:spPr>
            <a:xfrm rot="1073721">
              <a:off x="5561025" y="663893"/>
              <a:ext cx="1074865" cy="192251"/>
            </a:xfrm>
            <a:custGeom>
              <a:rect b="b" l="l" r="r" t="t"/>
              <a:pathLst>
                <a:path extrusionOk="0" h="2452" w="13709">
                  <a:moveTo>
                    <a:pt x="3943" y="142"/>
                  </a:moveTo>
                  <a:cubicBezTo>
                    <a:pt x="4476" y="159"/>
                    <a:pt x="5060" y="176"/>
                    <a:pt x="5648" y="176"/>
                  </a:cubicBezTo>
                  <a:cubicBezTo>
                    <a:pt x="6019" y="193"/>
                    <a:pt x="6411" y="214"/>
                    <a:pt x="6782" y="193"/>
                  </a:cubicBezTo>
                  <a:cubicBezTo>
                    <a:pt x="7459" y="176"/>
                    <a:pt x="8133" y="124"/>
                    <a:pt x="8789" y="107"/>
                  </a:cubicBezTo>
                  <a:cubicBezTo>
                    <a:pt x="9254" y="86"/>
                    <a:pt x="9714" y="86"/>
                    <a:pt x="10175" y="69"/>
                  </a:cubicBezTo>
                  <a:cubicBezTo>
                    <a:pt x="10656" y="52"/>
                    <a:pt x="11134" y="1"/>
                    <a:pt x="11632" y="1"/>
                  </a:cubicBezTo>
                  <a:cubicBezTo>
                    <a:pt x="12076" y="1"/>
                    <a:pt x="12148" y="18"/>
                    <a:pt x="12591" y="35"/>
                  </a:cubicBezTo>
                  <a:cubicBezTo>
                    <a:pt x="12822" y="52"/>
                    <a:pt x="13035" y="159"/>
                    <a:pt x="13231" y="265"/>
                  </a:cubicBezTo>
                  <a:cubicBezTo>
                    <a:pt x="13248" y="282"/>
                    <a:pt x="13265" y="282"/>
                    <a:pt x="13282" y="321"/>
                  </a:cubicBezTo>
                  <a:cubicBezTo>
                    <a:pt x="13410" y="534"/>
                    <a:pt x="13533" y="747"/>
                    <a:pt x="13657" y="977"/>
                  </a:cubicBezTo>
                  <a:cubicBezTo>
                    <a:pt x="13708" y="1420"/>
                    <a:pt x="13657" y="1723"/>
                    <a:pt x="13282" y="1936"/>
                  </a:cubicBezTo>
                  <a:cubicBezTo>
                    <a:pt x="13018" y="2094"/>
                    <a:pt x="12715" y="2183"/>
                    <a:pt x="12412" y="2217"/>
                  </a:cubicBezTo>
                  <a:cubicBezTo>
                    <a:pt x="12042" y="2273"/>
                    <a:pt x="12076" y="2324"/>
                    <a:pt x="11705" y="2379"/>
                  </a:cubicBezTo>
                  <a:cubicBezTo>
                    <a:pt x="11330" y="2430"/>
                    <a:pt x="10959" y="2396"/>
                    <a:pt x="10584" y="2379"/>
                  </a:cubicBezTo>
                  <a:cubicBezTo>
                    <a:pt x="10354" y="2379"/>
                    <a:pt x="10106" y="2396"/>
                    <a:pt x="9872" y="2379"/>
                  </a:cubicBezTo>
                  <a:cubicBezTo>
                    <a:pt x="9518" y="2379"/>
                    <a:pt x="9164" y="2362"/>
                    <a:pt x="8806" y="2345"/>
                  </a:cubicBezTo>
                  <a:cubicBezTo>
                    <a:pt x="8363" y="2345"/>
                    <a:pt x="7920" y="2362"/>
                    <a:pt x="7459" y="2362"/>
                  </a:cubicBezTo>
                  <a:cubicBezTo>
                    <a:pt x="6675" y="2396"/>
                    <a:pt x="5912" y="2413"/>
                    <a:pt x="5132" y="2430"/>
                  </a:cubicBezTo>
                  <a:cubicBezTo>
                    <a:pt x="4352" y="2452"/>
                    <a:pt x="3568" y="2452"/>
                    <a:pt x="2788" y="2430"/>
                  </a:cubicBezTo>
                  <a:cubicBezTo>
                    <a:pt x="2042" y="2430"/>
                    <a:pt x="1296" y="2379"/>
                    <a:pt x="567" y="2200"/>
                  </a:cubicBezTo>
                  <a:cubicBezTo>
                    <a:pt x="478" y="2166"/>
                    <a:pt x="388" y="2132"/>
                    <a:pt x="354" y="2077"/>
                  </a:cubicBezTo>
                  <a:cubicBezTo>
                    <a:pt x="124" y="1791"/>
                    <a:pt x="0" y="1493"/>
                    <a:pt x="90" y="1135"/>
                  </a:cubicBezTo>
                  <a:cubicBezTo>
                    <a:pt x="141" y="798"/>
                    <a:pt x="354" y="585"/>
                    <a:pt x="657" y="478"/>
                  </a:cubicBezTo>
                  <a:cubicBezTo>
                    <a:pt x="1066" y="338"/>
                    <a:pt x="1454" y="193"/>
                    <a:pt x="1880" y="176"/>
                  </a:cubicBezTo>
                  <a:cubicBezTo>
                    <a:pt x="2132" y="159"/>
                    <a:pt x="2379" y="142"/>
                    <a:pt x="2626" y="14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3"/>
            <p:cNvSpPr/>
            <p:nvPr/>
          </p:nvSpPr>
          <p:spPr>
            <a:xfrm rot="1073721">
              <a:off x="5918225" y="450303"/>
              <a:ext cx="512774" cy="147481"/>
            </a:xfrm>
            <a:custGeom>
              <a:rect b="b" l="l" r="r" t="t"/>
              <a:pathLst>
                <a:path extrusionOk="0" h="1881" w="6540">
                  <a:moveTo>
                    <a:pt x="1" y="1880"/>
                  </a:moveTo>
                  <a:cubicBezTo>
                    <a:pt x="197" y="1437"/>
                    <a:pt x="483" y="1083"/>
                    <a:pt x="836" y="798"/>
                  </a:cubicBezTo>
                  <a:cubicBezTo>
                    <a:pt x="1212" y="512"/>
                    <a:pt x="1621" y="320"/>
                    <a:pt x="2047" y="176"/>
                  </a:cubicBezTo>
                  <a:cubicBezTo>
                    <a:pt x="2631" y="1"/>
                    <a:pt x="3198" y="1"/>
                    <a:pt x="3786" y="18"/>
                  </a:cubicBezTo>
                  <a:cubicBezTo>
                    <a:pt x="4285" y="35"/>
                    <a:pt x="4762" y="176"/>
                    <a:pt x="5222" y="355"/>
                  </a:cubicBezTo>
                  <a:cubicBezTo>
                    <a:pt x="5401" y="427"/>
                    <a:pt x="5580" y="551"/>
                    <a:pt x="5721" y="691"/>
                  </a:cubicBezTo>
                  <a:cubicBezTo>
                    <a:pt x="5990" y="960"/>
                    <a:pt x="6220" y="1258"/>
                    <a:pt x="6467" y="1544"/>
                  </a:cubicBezTo>
                  <a:cubicBezTo>
                    <a:pt x="6484" y="1561"/>
                    <a:pt x="6501" y="1599"/>
                    <a:pt x="6539" y="1650"/>
                  </a:cubicBezTo>
                  <a:cubicBezTo>
                    <a:pt x="4353" y="1812"/>
                    <a:pt x="2188" y="1846"/>
                    <a:pt x="1" y="188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3"/>
            <p:cNvSpPr/>
            <p:nvPr/>
          </p:nvSpPr>
          <p:spPr>
            <a:xfrm rot="1073721">
              <a:off x="5849529" y="583760"/>
              <a:ext cx="580909" cy="90716"/>
            </a:xfrm>
            <a:custGeom>
              <a:rect b="b" l="l" r="r" t="t"/>
              <a:pathLst>
                <a:path extrusionOk="0" h="1157" w="7409">
                  <a:moveTo>
                    <a:pt x="1" y="1049"/>
                  </a:moveTo>
                  <a:cubicBezTo>
                    <a:pt x="39" y="802"/>
                    <a:pt x="163" y="572"/>
                    <a:pt x="269" y="321"/>
                  </a:cubicBezTo>
                  <a:cubicBezTo>
                    <a:pt x="286" y="252"/>
                    <a:pt x="359" y="231"/>
                    <a:pt x="444" y="231"/>
                  </a:cubicBezTo>
                  <a:cubicBezTo>
                    <a:pt x="892" y="231"/>
                    <a:pt x="1335" y="231"/>
                    <a:pt x="1778" y="214"/>
                  </a:cubicBezTo>
                  <a:cubicBezTo>
                    <a:pt x="2631" y="197"/>
                    <a:pt x="3483" y="180"/>
                    <a:pt x="4353" y="146"/>
                  </a:cubicBezTo>
                  <a:cubicBezTo>
                    <a:pt x="4834" y="146"/>
                    <a:pt x="5312" y="125"/>
                    <a:pt x="5810" y="107"/>
                  </a:cubicBezTo>
                  <a:cubicBezTo>
                    <a:pt x="6181" y="90"/>
                    <a:pt x="6556" y="56"/>
                    <a:pt x="6927" y="18"/>
                  </a:cubicBezTo>
                  <a:cubicBezTo>
                    <a:pt x="7072" y="1"/>
                    <a:pt x="7072" y="1"/>
                    <a:pt x="7140" y="146"/>
                  </a:cubicBezTo>
                  <a:cubicBezTo>
                    <a:pt x="7285" y="410"/>
                    <a:pt x="7353" y="679"/>
                    <a:pt x="7409" y="998"/>
                  </a:cubicBezTo>
                  <a:cubicBezTo>
                    <a:pt x="7247" y="998"/>
                    <a:pt x="7072" y="1015"/>
                    <a:pt x="6910" y="1015"/>
                  </a:cubicBezTo>
                  <a:cubicBezTo>
                    <a:pt x="5951" y="1067"/>
                    <a:pt x="4992" y="1122"/>
                    <a:pt x="4033" y="1139"/>
                  </a:cubicBezTo>
                  <a:cubicBezTo>
                    <a:pt x="3377" y="1156"/>
                    <a:pt x="2737" y="1156"/>
                    <a:pt x="2081" y="1139"/>
                  </a:cubicBezTo>
                  <a:cubicBezTo>
                    <a:pt x="1403" y="1122"/>
                    <a:pt x="730" y="1084"/>
                    <a:pt x="56" y="1067"/>
                  </a:cubicBezTo>
                  <a:cubicBezTo>
                    <a:pt x="39" y="1067"/>
                    <a:pt x="18" y="1067"/>
                    <a:pt x="1" y="10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3"/>
            <p:cNvSpPr/>
            <p:nvPr/>
          </p:nvSpPr>
          <p:spPr>
            <a:xfrm rot="1073721">
              <a:off x="5770948" y="847527"/>
              <a:ext cx="541784" cy="80993"/>
            </a:xfrm>
            <a:custGeom>
              <a:rect b="b" l="l" r="r" t="t"/>
              <a:pathLst>
                <a:path extrusionOk="0" h="1033" w="6910">
                  <a:moveTo>
                    <a:pt x="6909" y="90"/>
                  </a:moveTo>
                  <a:cubicBezTo>
                    <a:pt x="6713" y="393"/>
                    <a:pt x="6483" y="640"/>
                    <a:pt x="6108" y="691"/>
                  </a:cubicBezTo>
                  <a:cubicBezTo>
                    <a:pt x="5861" y="730"/>
                    <a:pt x="5592" y="798"/>
                    <a:pt x="5345" y="853"/>
                  </a:cubicBezTo>
                  <a:cubicBezTo>
                    <a:pt x="5273" y="853"/>
                    <a:pt x="5222" y="870"/>
                    <a:pt x="5166" y="870"/>
                  </a:cubicBezTo>
                  <a:cubicBezTo>
                    <a:pt x="4919" y="853"/>
                    <a:pt x="4672" y="887"/>
                    <a:pt x="4420" y="943"/>
                  </a:cubicBezTo>
                  <a:cubicBezTo>
                    <a:pt x="4015" y="1011"/>
                    <a:pt x="3606" y="1032"/>
                    <a:pt x="3197" y="1011"/>
                  </a:cubicBezTo>
                  <a:cubicBezTo>
                    <a:pt x="2592" y="977"/>
                    <a:pt x="1991" y="977"/>
                    <a:pt x="1368" y="960"/>
                  </a:cubicBezTo>
                  <a:cubicBezTo>
                    <a:pt x="1100" y="960"/>
                    <a:pt x="836" y="887"/>
                    <a:pt x="567" y="781"/>
                  </a:cubicBezTo>
                  <a:cubicBezTo>
                    <a:pt x="286" y="657"/>
                    <a:pt x="107" y="427"/>
                    <a:pt x="0" y="107"/>
                  </a:cubicBezTo>
                  <a:cubicBezTo>
                    <a:pt x="73" y="107"/>
                    <a:pt x="124" y="90"/>
                    <a:pt x="179" y="90"/>
                  </a:cubicBezTo>
                  <a:lnTo>
                    <a:pt x="622" y="90"/>
                  </a:lnTo>
                  <a:cubicBezTo>
                    <a:pt x="870" y="90"/>
                    <a:pt x="1117" y="107"/>
                    <a:pt x="1351" y="107"/>
                  </a:cubicBezTo>
                  <a:cubicBezTo>
                    <a:pt x="1722" y="107"/>
                    <a:pt x="2097" y="90"/>
                    <a:pt x="2485" y="90"/>
                  </a:cubicBezTo>
                  <a:cubicBezTo>
                    <a:pt x="2860" y="73"/>
                    <a:pt x="3248" y="90"/>
                    <a:pt x="3623" y="73"/>
                  </a:cubicBezTo>
                  <a:cubicBezTo>
                    <a:pt x="4263" y="52"/>
                    <a:pt x="4902" y="18"/>
                    <a:pt x="5524" y="18"/>
                  </a:cubicBezTo>
                  <a:cubicBezTo>
                    <a:pt x="5933" y="1"/>
                    <a:pt x="6321" y="35"/>
                    <a:pt x="6730" y="52"/>
                  </a:cubicBezTo>
                  <a:cubicBezTo>
                    <a:pt x="6786" y="52"/>
                    <a:pt x="6837" y="73"/>
                    <a:pt x="6909" y="9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3"/>
            <p:cNvSpPr/>
            <p:nvPr/>
          </p:nvSpPr>
          <p:spPr>
            <a:xfrm rot="1073721">
              <a:off x="5909636" y="554267"/>
              <a:ext cx="33479" cy="26501"/>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3"/>
            <p:cNvSpPr/>
            <p:nvPr/>
          </p:nvSpPr>
          <p:spPr>
            <a:xfrm rot="1073721">
              <a:off x="5984025" y="578287"/>
              <a:ext cx="33479" cy="26501"/>
            </a:xfrm>
            <a:custGeom>
              <a:rect b="b" l="l" r="r" t="t"/>
              <a:pathLst>
                <a:path extrusionOk="0" h="338" w="427">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3"/>
            <p:cNvSpPr/>
            <p:nvPr/>
          </p:nvSpPr>
          <p:spPr>
            <a:xfrm rot="1073721">
              <a:off x="6064830" y="604379"/>
              <a:ext cx="33479" cy="26501"/>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3"/>
            <p:cNvSpPr/>
            <p:nvPr/>
          </p:nvSpPr>
          <p:spPr>
            <a:xfrm rot="1073721">
              <a:off x="6153544" y="633025"/>
              <a:ext cx="33479" cy="26501"/>
            </a:xfrm>
            <a:custGeom>
              <a:rect b="b" l="l" r="r" t="t"/>
              <a:pathLst>
                <a:path extrusionOk="0" h="338" w="427">
                  <a:moveTo>
                    <a:pt x="213" y="1"/>
                  </a:moveTo>
                  <a:cubicBezTo>
                    <a:pt x="0" y="1"/>
                    <a:pt x="0" y="337"/>
                    <a:pt x="213" y="337"/>
                  </a:cubicBezTo>
                  <a:cubicBezTo>
                    <a:pt x="427" y="337"/>
                    <a:pt x="427"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3"/>
            <p:cNvSpPr/>
            <p:nvPr/>
          </p:nvSpPr>
          <p:spPr>
            <a:xfrm rot="1073721">
              <a:off x="6242259" y="661671"/>
              <a:ext cx="33479" cy="26501"/>
            </a:xfrm>
            <a:custGeom>
              <a:rect b="b" l="l" r="r" t="t"/>
              <a:pathLst>
                <a:path extrusionOk="0" h="338" w="427">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3"/>
            <p:cNvSpPr/>
            <p:nvPr/>
          </p:nvSpPr>
          <p:spPr>
            <a:xfrm rot="1073721">
              <a:off x="6333129" y="683678"/>
              <a:ext cx="33479" cy="26423"/>
            </a:xfrm>
            <a:custGeom>
              <a:rect b="b" l="l" r="r" t="t"/>
              <a:pathLst>
                <a:path extrusionOk="0" h="337" w="427">
                  <a:moveTo>
                    <a:pt x="214" y="0"/>
                  </a:moveTo>
                  <a:cubicBezTo>
                    <a:pt x="1" y="0"/>
                    <a:pt x="1" y="337"/>
                    <a:pt x="214" y="337"/>
                  </a:cubicBezTo>
                  <a:cubicBezTo>
                    <a:pt x="427" y="337"/>
                    <a:pt x="427" y="0"/>
                    <a:pt x="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3"/>
            <p:cNvSpPr/>
            <p:nvPr/>
          </p:nvSpPr>
          <p:spPr>
            <a:xfrm rot="1073721">
              <a:off x="6175973" y="503050"/>
              <a:ext cx="163163" cy="76602"/>
            </a:xfrm>
            <a:custGeom>
              <a:rect b="b" l="l" r="r" t="t"/>
              <a:pathLst>
                <a:path extrusionOk="0" h="977" w="2081">
                  <a:moveTo>
                    <a:pt x="606" y="1"/>
                  </a:moveTo>
                  <a:cubicBezTo>
                    <a:pt x="392" y="1"/>
                    <a:pt x="179" y="18"/>
                    <a:pt x="0" y="107"/>
                  </a:cubicBezTo>
                  <a:cubicBezTo>
                    <a:pt x="196" y="158"/>
                    <a:pt x="375" y="197"/>
                    <a:pt x="571" y="248"/>
                  </a:cubicBezTo>
                  <a:cubicBezTo>
                    <a:pt x="746" y="303"/>
                    <a:pt x="925" y="371"/>
                    <a:pt x="1087" y="427"/>
                  </a:cubicBezTo>
                  <a:cubicBezTo>
                    <a:pt x="1262" y="495"/>
                    <a:pt x="1424" y="567"/>
                    <a:pt x="1599" y="657"/>
                  </a:cubicBezTo>
                  <a:cubicBezTo>
                    <a:pt x="1761" y="746"/>
                    <a:pt x="1918" y="853"/>
                    <a:pt x="2080" y="977"/>
                  </a:cubicBezTo>
                  <a:cubicBezTo>
                    <a:pt x="2025" y="763"/>
                    <a:pt x="1901" y="584"/>
                    <a:pt x="1744" y="444"/>
                  </a:cubicBezTo>
                  <a:cubicBezTo>
                    <a:pt x="1582" y="303"/>
                    <a:pt x="1407" y="197"/>
                    <a:pt x="1211" y="124"/>
                  </a:cubicBezTo>
                  <a:cubicBezTo>
                    <a:pt x="1015" y="52"/>
                    <a:pt x="819" y="1"/>
                    <a:pt x="6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3"/>
            <p:cNvSpPr/>
            <p:nvPr/>
          </p:nvSpPr>
          <p:spPr>
            <a:xfrm rot="1073721">
              <a:off x="5680639" y="598333"/>
              <a:ext cx="101614" cy="90637"/>
            </a:xfrm>
            <a:custGeom>
              <a:rect b="b" l="l" r="r" t="t"/>
              <a:pathLst>
                <a:path extrusionOk="0" h="1156" w="1296">
                  <a:moveTo>
                    <a:pt x="1296" y="550"/>
                  </a:moveTo>
                  <a:cubicBezTo>
                    <a:pt x="1279" y="797"/>
                    <a:pt x="1155" y="976"/>
                    <a:pt x="925" y="1066"/>
                  </a:cubicBezTo>
                  <a:cubicBezTo>
                    <a:pt x="674" y="1155"/>
                    <a:pt x="409" y="1117"/>
                    <a:pt x="264" y="942"/>
                  </a:cubicBezTo>
                  <a:cubicBezTo>
                    <a:pt x="0" y="640"/>
                    <a:pt x="124" y="231"/>
                    <a:pt x="499" y="73"/>
                  </a:cubicBezTo>
                  <a:cubicBezTo>
                    <a:pt x="656" y="17"/>
                    <a:pt x="818" y="0"/>
                    <a:pt x="993" y="51"/>
                  </a:cubicBezTo>
                  <a:cubicBezTo>
                    <a:pt x="1066" y="73"/>
                    <a:pt x="1138" y="124"/>
                    <a:pt x="1172" y="179"/>
                  </a:cubicBezTo>
                  <a:cubicBezTo>
                    <a:pt x="1262"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3"/>
            <p:cNvSpPr/>
            <p:nvPr/>
          </p:nvSpPr>
          <p:spPr>
            <a:xfrm rot="1073721">
              <a:off x="5674582" y="588065"/>
              <a:ext cx="118393" cy="114080"/>
            </a:xfrm>
            <a:custGeom>
              <a:rect b="b" l="l" r="r" t="t"/>
              <a:pathLst>
                <a:path extrusionOk="0" h="1455" w="1510">
                  <a:moveTo>
                    <a:pt x="1492" y="674"/>
                  </a:moveTo>
                  <a:cubicBezTo>
                    <a:pt x="1510" y="1045"/>
                    <a:pt x="1245" y="1296"/>
                    <a:pt x="909" y="1386"/>
                  </a:cubicBezTo>
                  <a:cubicBezTo>
                    <a:pt x="606" y="1454"/>
                    <a:pt x="359" y="1365"/>
                    <a:pt x="180" y="1117"/>
                  </a:cubicBezTo>
                  <a:cubicBezTo>
                    <a:pt x="1" y="887"/>
                    <a:pt x="1" y="533"/>
                    <a:pt x="269" y="248"/>
                  </a:cubicBezTo>
                  <a:cubicBezTo>
                    <a:pt x="482" y="52"/>
                    <a:pt x="729" y="1"/>
                    <a:pt x="998" y="35"/>
                  </a:cubicBezTo>
                  <a:cubicBezTo>
                    <a:pt x="1122" y="52"/>
                    <a:pt x="1245" y="52"/>
                    <a:pt x="1318" y="175"/>
                  </a:cubicBezTo>
                  <a:cubicBezTo>
                    <a:pt x="1403" y="282"/>
                    <a:pt x="1492" y="512"/>
                    <a:pt x="1492" y="674"/>
                  </a:cubicBezTo>
                  <a:close/>
                  <a:moveTo>
                    <a:pt x="1369" y="691"/>
                  </a:moveTo>
                  <a:cubicBezTo>
                    <a:pt x="1369" y="568"/>
                    <a:pt x="1335" y="427"/>
                    <a:pt x="1245" y="320"/>
                  </a:cubicBezTo>
                  <a:cubicBezTo>
                    <a:pt x="1211" y="265"/>
                    <a:pt x="1139" y="214"/>
                    <a:pt x="1066" y="192"/>
                  </a:cubicBezTo>
                  <a:cubicBezTo>
                    <a:pt x="891" y="141"/>
                    <a:pt x="729" y="158"/>
                    <a:pt x="572" y="214"/>
                  </a:cubicBezTo>
                  <a:cubicBezTo>
                    <a:pt x="197" y="372"/>
                    <a:pt x="73" y="781"/>
                    <a:pt x="337" y="1083"/>
                  </a:cubicBezTo>
                  <a:cubicBezTo>
                    <a:pt x="482" y="1258"/>
                    <a:pt x="747" y="1296"/>
                    <a:pt x="998" y="1207"/>
                  </a:cubicBezTo>
                  <a:cubicBezTo>
                    <a:pt x="1228" y="1117"/>
                    <a:pt x="1352" y="938"/>
                    <a:pt x="1369"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3"/>
            <p:cNvSpPr/>
            <p:nvPr/>
          </p:nvSpPr>
          <p:spPr>
            <a:xfrm rot="1073721">
              <a:off x="5858066" y="655637"/>
              <a:ext cx="101692" cy="90637"/>
            </a:xfrm>
            <a:custGeom>
              <a:rect b="b" l="l" r="r" t="t"/>
              <a:pathLst>
                <a:path extrusionOk="0" h="1156" w="1297">
                  <a:moveTo>
                    <a:pt x="1296" y="550"/>
                  </a:moveTo>
                  <a:cubicBezTo>
                    <a:pt x="1279" y="797"/>
                    <a:pt x="1156" y="976"/>
                    <a:pt x="925" y="1066"/>
                  </a:cubicBezTo>
                  <a:cubicBezTo>
                    <a:pt x="678" y="1155"/>
                    <a:pt x="410" y="1117"/>
                    <a:pt x="269" y="942"/>
                  </a:cubicBezTo>
                  <a:cubicBezTo>
                    <a:pt x="0" y="640"/>
                    <a:pt x="107" y="231"/>
                    <a:pt x="499" y="73"/>
                  </a:cubicBezTo>
                  <a:cubicBezTo>
                    <a:pt x="657" y="17"/>
                    <a:pt x="819" y="0"/>
                    <a:pt x="977" y="51"/>
                  </a:cubicBezTo>
                  <a:cubicBezTo>
                    <a:pt x="1049" y="73"/>
                    <a:pt x="1139" y="124"/>
                    <a:pt x="1173" y="179"/>
                  </a:cubicBezTo>
                  <a:cubicBezTo>
                    <a:pt x="1245"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3"/>
            <p:cNvSpPr/>
            <p:nvPr/>
          </p:nvSpPr>
          <p:spPr>
            <a:xfrm rot="1073721">
              <a:off x="5852383" y="645477"/>
              <a:ext cx="118393" cy="114080"/>
            </a:xfrm>
            <a:custGeom>
              <a:rect b="b" l="l" r="r" t="t"/>
              <a:pathLst>
                <a:path extrusionOk="0" h="1455" w="1510">
                  <a:moveTo>
                    <a:pt x="1492" y="674"/>
                  </a:moveTo>
                  <a:cubicBezTo>
                    <a:pt x="1509" y="1045"/>
                    <a:pt x="1241" y="1296"/>
                    <a:pt x="904" y="1386"/>
                  </a:cubicBezTo>
                  <a:cubicBezTo>
                    <a:pt x="601" y="1454"/>
                    <a:pt x="337" y="1365"/>
                    <a:pt x="158" y="1117"/>
                  </a:cubicBezTo>
                  <a:cubicBezTo>
                    <a:pt x="0" y="887"/>
                    <a:pt x="0" y="533"/>
                    <a:pt x="265" y="248"/>
                  </a:cubicBezTo>
                  <a:cubicBezTo>
                    <a:pt x="478" y="52"/>
                    <a:pt x="725" y="1"/>
                    <a:pt x="993" y="35"/>
                  </a:cubicBezTo>
                  <a:cubicBezTo>
                    <a:pt x="1100" y="52"/>
                    <a:pt x="1241" y="52"/>
                    <a:pt x="1313" y="175"/>
                  </a:cubicBezTo>
                  <a:cubicBezTo>
                    <a:pt x="1403" y="282"/>
                    <a:pt x="1471" y="512"/>
                    <a:pt x="1492" y="674"/>
                  </a:cubicBezTo>
                  <a:close/>
                  <a:moveTo>
                    <a:pt x="1364" y="691"/>
                  </a:moveTo>
                  <a:cubicBezTo>
                    <a:pt x="1364" y="568"/>
                    <a:pt x="1313" y="427"/>
                    <a:pt x="1241" y="320"/>
                  </a:cubicBezTo>
                  <a:cubicBezTo>
                    <a:pt x="1207" y="265"/>
                    <a:pt x="1117" y="214"/>
                    <a:pt x="1045" y="192"/>
                  </a:cubicBezTo>
                  <a:cubicBezTo>
                    <a:pt x="887" y="141"/>
                    <a:pt x="725" y="158"/>
                    <a:pt x="567" y="214"/>
                  </a:cubicBezTo>
                  <a:cubicBezTo>
                    <a:pt x="175" y="372"/>
                    <a:pt x="68" y="781"/>
                    <a:pt x="337" y="1083"/>
                  </a:cubicBezTo>
                  <a:cubicBezTo>
                    <a:pt x="478" y="1258"/>
                    <a:pt x="746" y="1296"/>
                    <a:pt x="993" y="1207"/>
                  </a:cubicBezTo>
                  <a:cubicBezTo>
                    <a:pt x="1224" y="1117"/>
                    <a:pt x="1347" y="938"/>
                    <a:pt x="1364"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3"/>
            <p:cNvSpPr/>
            <p:nvPr/>
          </p:nvSpPr>
          <p:spPr>
            <a:xfrm rot="1073721">
              <a:off x="6035869" y="713038"/>
              <a:ext cx="101614" cy="90637"/>
            </a:xfrm>
            <a:custGeom>
              <a:rect b="b" l="l" r="r" t="t"/>
              <a:pathLst>
                <a:path extrusionOk="0" h="1156" w="1296">
                  <a:moveTo>
                    <a:pt x="1296" y="550"/>
                  </a:moveTo>
                  <a:cubicBezTo>
                    <a:pt x="1279" y="797"/>
                    <a:pt x="1151" y="976"/>
                    <a:pt x="904" y="1066"/>
                  </a:cubicBezTo>
                  <a:cubicBezTo>
                    <a:pt x="674" y="1155"/>
                    <a:pt x="388" y="1117"/>
                    <a:pt x="247" y="942"/>
                  </a:cubicBezTo>
                  <a:cubicBezTo>
                    <a:pt x="0" y="640"/>
                    <a:pt x="107" y="231"/>
                    <a:pt x="495" y="73"/>
                  </a:cubicBezTo>
                  <a:cubicBezTo>
                    <a:pt x="657" y="17"/>
                    <a:pt x="814" y="0"/>
                    <a:pt x="976" y="51"/>
                  </a:cubicBezTo>
                  <a:cubicBezTo>
                    <a:pt x="1044" y="73"/>
                    <a:pt x="1134" y="124"/>
                    <a:pt x="1172" y="179"/>
                  </a:cubicBezTo>
                  <a:cubicBezTo>
                    <a:pt x="1241"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3"/>
            <p:cNvSpPr/>
            <p:nvPr/>
          </p:nvSpPr>
          <p:spPr>
            <a:xfrm rot="1073721">
              <a:off x="6028511" y="702565"/>
              <a:ext cx="119726" cy="114080"/>
            </a:xfrm>
            <a:custGeom>
              <a:rect b="b" l="l" r="r" t="t"/>
              <a:pathLst>
                <a:path extrusionOk="0" h="1455" w="1527">
                  <a:moveTo>
                    <a:pt x="1510" y="674"/>
                  </a:moveTo>
                  <a:cubicBezTo>
                    <a:pt x="1527" y="1045"/>
                    <a:pt x="1262" y="1296"/>
                    <a:pt x="921" y="1386"/>
                  </a:cubicBezTo>
                  <a:cubicBezTo>
                    <a:pt x="623" y="1454"/>
                    <a:pt x="354" y="1365"/>
                    <a:pt x="175" y="1117"/>
                  </a:cubicBezTo>
                  <a:cubicBezTo>
                    <a:pt x="18" y="887"/>
                    <a:pt x="1" y="533"/>
                    <a:pt x="282" y="248"/>
                  </a:cubicBezTo>
                  <a:cubicBezTo>
                    <a:pt x="478" y="52"/>
                    <a:pt x="747" y="1"/>
                    <a:pt x="1011" y="35"/>
                  </a:cubicBezTo>
                  <a:cubicBezTo>
                    <a:pt x="1117" y="52"/>
                    <a:pt x="1241" y="52"/>
                    <a:pt x="1331" y="175"/>
                  </a:cubicBezTo>
                  <a:cubicBezTo>
                    <a:pt x="1420" y="282"/>
                    <a:pt x="1492" y="512"/>
                    <a:pt x="1510" y="674"/>
                  </a:cubicBezTo>
                  <a:close/>
                  <a:moveTo>
                    <a:pt x="1386" y="691"/>
                  </a:moveTo>
                  <a:cubicBezTo>
                    <a:pt x="1386" y="568"/>
                    <a:pt x="1331" y="427"/>
                    <a:pt x="1262" y="320"/>
                  </a:cubicBezTo>
                  <a:cubicBezTo>
                    <a:pt x="1224" y="265"/>
                    <a:pt x="1134" y="214"/>
                    <a:pt x="1066" y="192"/>
                  </a:cubicBezTo>
                  <a:cubicBezTo>
                    <a:pt x="904" y="141"/>
                    <a:pt x="747" y="158"/>
                    <a:pt x="585" y="214"/>
                  </a:cubicBezTo>
                  <a:cubicBezTo>
                    <a:pt x="197" y="372"/>
                    <a:pt x="90" y="781"/>
                    <a:pt x="337" y="1083"/>
                  </a:cubicBezTo>
                  <a:cubicBezTo>
                    <a:pt x="478" y="1258"/>
                    <a:pt x="764" y="1296"/>
                    <a:pt x="994" y="1207"/>
                  </a:cubicBezTo>
                  <a:cubicBezTo>
                    <a:pt x="1241" y="1117"/>
                    <a:pt x="1369" y="938"/>
                    <a:pt x="1386"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3"/>
            <p:cNvSpPr/>
            <p:nvPr/>
          </p:nvSpPr>
          <p:spPr>
            <a:xfrm rot="1073721">
              <a:off x="6213296" y="770342"/>
              <a:ext cx="101692" cy="90637"/>
            </a:xfrm>
            <a:custGeom>
              <a:rect b="b" l="l" r="r" t="t"/>
              <a:pathLst>
                <a:path extrusionOk="0" h="1156" w="1297">
                  <a:moveTo>
                    <a:pt x="1279" y="550"/>
                  </a:moveTo>
                  <a:cubicBezTo>
                    <a:pt x="1279" y="797"/>
                    <a:pt x="1156" y="976"/>
                    <a:pt x="904" y="1066"/>
                  </a:cubicBezTo>
                  <a:cubicBezTo>
                    <a:pt x="674" y="1155"/>
                    <a:pt x="393" y="1117"/>
                    <a:pt x="248" y="942"/>
                  </a:cubicBezTo>
                  <a:cubicBezTo>
                    <a:pt x="1" y="640"/>
                    <a:pt x="107" y="231"/>
                    <a:pt x="478" y="73"/>
                  </a:cubicBezTo>
                  <a:cubicBezTo>
                    <a:pt x="640" y="17"/>
                    <a:pt x="819" y="0"/>
                    <a:pt x="977" y="51"/>
                  </a:cubicBezTo>
                  <a:cubicBezTo>
                    <a:pt x="1049" y="73"/>
                    <a:pt x="1139" y="124"/>
                    <a:pt x="1173" y="179"/>
                  </a:cubicBezTo>
                  <a:cubicBezTo>
                    <a:pt x="1245" y="286"/>
                    <a:pt x="1296" y="427"/>
                    <a:pt x="1279"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3"/>
            <p:cNvSpPr/>
            <p:nvPr/>
          </p:nvSpPr>
          <p:spPr>
            <a:xfrm rot="1073721">
              <a:off x="6206016" y="759869"/>
              <a:ext cx="119647" cy="114080"/>
            </a:xfrm>
            <a:custGeom>
              <a:rect b="b" l="l" r="r" t="t"/>
              <a:pathLst>
                <a:path extrusionOk="0" h="1455" w="1526">
                  <a:moveTo>
                    <a:pt x="1509" y="674"/>
                  </a:moveTo>
                  <a:cubicBezTo>
                    <a:pt x="1526" y="1045"/>
                    <a:pt x="1262" y="1296"/>
                    <a:pt x="925" y="1386"/>
                  </a:cubicBezTo>
                  <a:cubicBezTo>
                    <a:pt x="622" y="1454"/>
                    <a:pt x="354" y="1365"/>
                    <a:pt x="179" y="1117"/>
                  </a:cubicBezTo>
                  <a:cubicBezTo>
                    <a:pt x="17" y="887"/>
                    <a:pt x="0" y="533"/>
                    <a:pt x="286" y="248"/>
                  </a:cubicBezTo>
                  <a:cubicBezTo>
                    <a:pt x="482" y="52"/>
                    <a:pt x="746" y="1"/>
                    <a:pt x="1015" y="35"/>
                  </a:cubicBezTo>
                  <a:cubicBezTo>
                    <a:pt x="1121" y="52"/>
                    <a:pt x="1245" y="52"/>
                    <a:pt x="1334" y="175"/>
                  </a:cubicBezTo>
                  <a:cubicBezTo>
                    <a:pt x="1402" y="282"/>
                    <a:pt x="1492" y="512"/>
                    <a:pt x="1509" y="674"/>
                  </a:cubicBezTo>
                  <a:close/>
                  <a:moveTo>
                    <a:pt x="1368" y="691"/>
                  </a:moveTo>
                  <a:cubicBezTo>
                    <a:pt x="1385" y="568"/>
                    <a:pt x="1334" y="427"/>
                    <a:pt x="1262" y="320"/>
                  </a:cubicBezTo>
                  <a:cubicBezTo>
                    <a:pt x="1228" y="265"/>
                    <a:pt x="1138" y="214"/>
                    <a:pt x="1066" y="192"/>
                  </a:cubicBezTo>
                  <a:cubicBezTo>
                    <a:pt x="908" y="141"/>
                    <a:pt x="729" y="158"/>
                    <a:pt x="567" y="214"/>
                  </a:cubicBezTo>
                  <a:cubicBezTo>
                    <a:pt x="196" y="372"/>
                    <a:pt x="90" y="781"/>
                    <a:pt x="337" y="1083"/>
                  </a:cubicBezTo>
                  <a:cubicBezTo>
                    <a:pt x="482" y="1258"/>
                    <a:pt x="763" y="1296"/>
                    <a:pt x="993" y="1207"/>
                  </a:cubicBezTo>
                  <a:cubicBezTo>
                    <a:pt x="1245" y="1117"/>
                    <a:pt x="1368" y="938"/>
                    <a:pt x="1368"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3"/>
            <p:cNvSpPr/>
            <p:nvPr/>
          </p:nvSpPr>
          <p:spPr>
            <a:xfrm rot="1073721">
              <a:off x="6390724" y="827634"/>
              <a:ext cx="101692" cy="90637"/>
            </a:xfrm>
            <a:custGeom>
              <a:rect b="b" l="l" r="r" t="t"/>
              <a:pathLst>
                <a:path extrusionOk="0" h="1156" w="1297">
                  <a:moveTo>
                    <a:pt x="1280" y="550"/>
                  </a:moveTo>
                  <a:cubicBezTo>
                    <a:pt x="1280" y="797"/>
                    <a:pt x="1156" y="976"/>
                    <a:pt x="909" y="1066"/>
                  </a:cubicBezTo>
                  <a:cubicBezTo>
                    <a:pt x="679" y="1155"/>
                    <a:pt x="393" y="1117"/>
                    <a:pt x="252" y="942"/>
                  </a:cubicBezTo>
                  <a:cubicBezTo>
                    <a:pt x="1" y="640"/>
                    <a:pt x="108" y="231"/>
                    <a:pt x="483" y="73"/>
                  </a:cubicBezTo>
                  <a:cubicBezTo>
                    <a:pt x="640" y="17"/>
                    <a:pt x="819" y="0"/>
                    <a:pt x="977" y="51"/>
                  </a:cubicBezTo>
                  <a:cubicBezTo>
                    <a:pt x="1050" y="73"/>
                    <a:pt x="1122" y="124"/>
                    <a:pt x="1173" y="179"/>
                  </a:cubicBezTo>
                  <a:cubicBezTo>
                    <a:pt x="1246" y="286"/>
                    <a:pt x="1297" y="427"/>
                    <a:pt x="1280"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3"/>
            <p:cNvSpPr/>
            <p:nvPr/>
          </p:nvSpPr>
          <p:spPr>
            <a:xfrm rot="1073721">
              <a:off x="6383435" y="817221"/>
              <a:ext cx="120039" cy="114080"/>
            </a:xfrm>
            <a:custGeom>
              <a:rect b="b" l="l" r="r" t="t"/>
              <a:pathLst>
                <a:path extrusionOk="0" h="1455" w="1531">
                  <a:moveTo>
                    <a:pt x="1492" y="674"/>
                  </a:moveTo>
                  <a:cubicBezTo>
                    <a:pt x="1531" y="1045"/>
                    <a:pt x="1262" y="1296"/>
                    <a:pt x="925" y="1386"/>
                  </a:cubicBezTo>
                  <a:cubicBezTo>
                    <a:pt x="623" y="1454"/>
                    <a:pt x="359" y="1365"/>
                    <a:pt x="179" y="1117"/>
                  </a:cubicBezTo>
                  <a:cubicBezTo>
                    <a:pt x="22" y="887"/>
                    <a:pt x="0" y="533"/>
                    <a:pt x="286" y="248"/>
                  </a:cubicBezTo>
                  <a:cubicBezTo>
                    <a:pt x="482" y="52"/>
                    <a:pt x="746" y="1"/>
                    <a:pt x="1015" y="35"/>
                  </a:cubicBezTo>
                  <a:cubicBezTo>
                    <a:pt x="1121" y="52"/>
                    <a:pt x="1245" y="52"/>
                    <a:pt x="1335" y="175"/>
                  </a:cubicBezTo>
                  <a:cubicBezTo>
                    <a:pt x="1407" y="282"/>
                    <a:pt x="1492" y="512"/>
                    <a:pt x="1492" y="674"/>
                  </a:cubicBezTo>
                  <a:close/>
                  <a:moveTo>
                    <a:pt x="1369" y="691"/>
                  </a:moveTo>
                  <a:cubicBezTo>
                    <a:pt x="1386" y="568"/>
                    <a:pt x="1335" y="427"/>
                    <a:pt x="1262" y="320"/>
                  </a:cubicBezTo>
                  <a:cubicBezTo>
                    <a:pt x="1211" y="265"/>
                    <a:pt x="1139" y="214"/>
                    <a:pt x="1066" y="192"/>
                  </a:cubicBezTo>
                  <a:cubicBezTo>
                    <a:pt x="908" y="141"/>
                    <a:pt x="729" y="158"/>
                    <a:pt x="572" y="214"/>
                  </a:cubicBezTo>
                  <a:cubicBezTo>
                    <a:pt x="197" y="372"/>
                    <a:pt x="90" y="781"/>
                    <a:pt x="341" y="1083"/>
                  </a:cubicBezTo>
                  <a:cubicBezTo>
                    <a:pt x="482" y="1258"/>
                    <a:pt x="768" y="1296"/>
                    <a:pt x="998" y="1207"/>
                  </a:cubicBezTo>
                  <a:cubicBezTo>
                    <a:pt x="1245" y="1117"/>
                    <a:pt x="1369" y="938"/>
                    <a:pt x="1369"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3"/>
            <p:cNvSpPr/>
            <p:nvPr/>
          </p:nvSpPr>
          <p:spPr>
            <a:xfrm rot="1073721">
              <a:off x="5735506" y="618167"/>
              <a:ext cx="33479" cy="26501"/>
            </a:xfrm>
            <a:custGeom>
              <a:rect b="b" l="l" r="r" t="t"/>
              <a:pathLst>
                <a:path extrusionOk="0" h="338" w="427">
                  <a:moveTo>
                    <a:pt x="214" y="0"/>
                  </a:moveTo>
                  <a:cubicBezTo>
                    <a:pt x="0" y="0"/>
                    <a:pt x="0"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3"/>
            <p:cNvSpPr/>
            <p:nvPr/>
          </p:nvSpPr>
          <p:spPr>
            <a:xfrm rot="1073721">
              <a:off x="5917113" y="676808"/>
              <a:ext cx="33479" cy="26501"/>
            </a:xfrm>
            <a:custGeom>
              <a:rect b="b" l="l" r="r" t="t"/>
              <a:pathLst>
                <a:path extrusionOk="0" h="338" w="427">
                  <a:moveTo>
                    <a:pt x="213" y="0"/>
                  </a:moveTo>
                  <a:cubicBezTo>
                    <a:pt x="0" y="0"/>
                    <a:pt x="0" y="337"/>
                    <a:pt x="213" y="337"/>
                  </a:cubicBezTo>
                  <a:cubicBezTo>
                    <a:pt x="427" y="337"/>
                    <a:pt x="427" y="0"/>
                    <a:pt x="2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3"/>
            <p:cNvSpPr/>
            <p:nvPr/>
          </p:nvSpPr>
          <p:spPr>
            <a:xfrm rot="1073721">
              <a:off x="6094132" y="735369"/>
              <a:ext cx="33479" cy="26501"/>
            </a:xfrm>
            <a:custGeom>
              <a:rect b="b" l="l" r="r" t="t"/>
              <a:pathLst>
                <a:path extrusionOk="0" h="338" w="427">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3"/>
            <p:cNvSpPr/>
            <p:nvPr/>
          </p:nvSpPr>
          <p:spPr>
            <a:xfrm rot="1073721">
              <a:off x="6269022" y="791854"/>
              <a:ext cx="33558" cy="26501"/>
            </a:xfrm>
            <a:custGeom>
              <a:rect b="b" l="l" r="r" t="t"/>
              <a:pathLst>
                <a:path extrusionOk="0" h="338" w="428">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3"/>
            <p:cNvSpPr/>
            <p:nvPr/>
          </p:nvSpPr>
          <p:spPr>
            <a:xfrm rot="1073721">
              <a:off x="6448503" y="848395"/>
              <a:ext cx="33479" cy="26501"/>
            </a:xfrm>
            <a:custGeom>
              <a:rect b="b" l="l" r="r" t="t"/>
              <a:pathLst>
                <a:path extrusionOk="0" h="338" w="427">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3"/>
            <p:cNvSpPr/>
            <p:nvPr/>
          </p:nvSpPr>
          <p:spPr>
            <a:xfrm rot="1073721">
              <a:off x="5584944" y="587344"/>
              <a:ext cx="57236" cy="8389"/>
            </a:xfrm>
            <a:custGeom>
              <a:rect b="b" l="l" r="r" t="t"/>
              <a:pathLst>
                <a:path extrusionOk="0" h="107" w="730">
                  <a:moveTo>
                    <a:pt x="657" y="0"/>
                  </a:moveTo>
                  <a:cubicBezTo>
                    <a:pt x="466" y="17"/>
                    <a:pt x="269" y="17"/>
                    <a:pt x="56" y="17"/>
                  </a:cubicBezTo>
                  <a:cubicBezTo>
                    <a:pt x="1" y="17"/>
                    <a:pt x="1" y="107"/>
                    <a:pt x="56" y="107"/>
                  </a:cubicBezTo>
                  <a:cubicBezTo>
                    <a:pt x="269" y="107"/>
                    <a:pt x="466" y="107"/>
                    <a:pt x="657" y="90"/>
                  </a:cubicBezTo>
                  <a:cubicBezTo>
                    <a:pt x="730" y="90"/>
                    <a:pt x="730" y="0"/>
                    <a:pt x="6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3"/>
            <p:cNvSpPr/>
            <p:nvPr/>
          </p:nvSpPr>
          <p:spPr>
            <a:xfrm rot="1073721">
              <a:off x="5597480" y="570577"/>
              <a:ext cx="46181" cy="8468"/>
            </a:xfrm>
            <a:custGeom>
              <a:rect b="b" l="l" r="r" t="t"/>
              <a:pathLst>
                <a:path extrusionOk="0" h="108" w="589">
                  <a:moveTo>
                    <a:pt x="533" y="1"/>
                  </a:moveTo>
                  <a:cubicBezTo>
                    <a:pt x="376" y="1"/>
                    <a:pt x="214" y="18"/>
                    <a:pt x="56" y="18"/>
                  </a:cubicBezTo>
                  <a:cubicBezTo>
                    <a:pt x="0" y="18"/>
                    <a:pt x="0" y="108"/>
                    <a:pt x="56" y="108"/>
                  </a:cubicBezTo>
                  <a:cubicBezTo>
                    <a:pt x="214" y="108"/>
                    <a:pt x="376" y="90"/>
                    <a:pt x="533" y="90"/>
                  </a:cubicBezTo>
                  <a:cubicBezTo>
                    <a:pt x="589" y="90"/>
                    <a:pt x="589" y="1"/>
                    <a:pt x="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3"/>
            <p:cNvSpPr/>
            <p:nvPr/>
          </p:nvSpPr>
          <p:spPr>
            <a:xfrm rot="1073721">
              <a:off x="5577745" y="610099"/>
              <a:ext cx="58569" cy="7684"/>
            </a:xfrm>
            <a:custGeom>
              <a:rect b="b" l="l" r="r" t="t"/>
              <a:pathLst>
                <a:path extrusionOk="0" h="98" w="747">
                  <a:moveTo>
                    <a:pt x="56" y="1"/>
                  </a:moveTo>
                  <a:cubicBezTo>
                    <a:pt x="1" y="1"/>
                    <a:pt x="1" y="90"/>
                    <a:pt x="56" y="90"/>
                  </a:cubicBezTo>
                  <a:cubicBezTo>
                    <a:pt x="127" y="96"/>
                    <a:pt x="198" y="98"/>
                    <a:pt x="269" y="98"/>
                  </a:cubicBezTo>
                  <a:cubicBezTo>
                    <a:pt x="412" y="98"/>
                    <a:pt x="554" y="90"/>
                    <a:pt x="696" y="90"/>
                  </a:cubicBezTo>
                  <a:cubicBezTo>
                    <a:pt x="747" y="90"/>
                    <a:pt x="747" y="1"/>
                    <a:pt x="696" y="1"/>
                  </a:cubicBezTo>
                  <a:cubicBezTo>
                    <a:pt x="554" y="1"/>
                    <a:pt x="412" y="8"/>
                    <a:pt x="269" y="8"/>
                  </a:cubicBezTo>
                  <a:cubicBezTo>
                    <a:pt x="198" y="8"/>
                    <a:pt x="127" y="6"/>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3"/>
            <p:cNvSpPr/>
            <p:nvPr/>
          </p:nvSpPr>
          <p:spPr>
            <a:xfrm rot="1073721">
              <a:off x="5944045" y="477507"/>
              <a:ext cx="72604" cy="9801"/>
            </a:xfrm>
            <a:custGeom>
              <a:rect b="b" l="l" r="r" t="t"/>
              <a:pathLst>
                <a:path extrusionOk="0" h="125" w="926">
                  <a:moveTo>
                    <a:pt x="73" y="1"/>
                  </a:moveTo>
                  <a:cubicBezTo>
                    <a:pt x="1" y="1"/>
                    <a:pt x="1" y="90"/>
                    <a:pt x="73" y="90"/>
                  </a:cubicBezTo>
                  <a:cubicBezTo>
                    <a:pt x="205" y="107"/>
                    <a:pt x="338" y="107"/>
                    <a:pt x="469" y="107"/>
                  </a:cubicBezTo>
                  <a:cubicBezTo>
                    <a:pt x="600" y="107"/>
                    <a:pt x="729" y="107"/>
                    <a:pt x="853" y="124"/>
                  </a:cubicBezTo>
                  <a:cubicBezTo>
                    <a:pt x="926" y="124"/>
                    <a:pt x="926" y="39"/>
                    <a:pt x="853" y="39"/>
                  </a:cubicBezTo>
                  <a:cubicBezTo>
                    <a:pt x="729" y="20"/>
                    <a:pt x="600" y="20"/>
                    <a:pt x="469" y="20"/>
                  </a:cubicBezTo>
                  <a:cubicBezTo>
                    <a:pt x="338" y="20"/>
                    <a:pt x="205" y="20"/>
                    <a:pt x="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3"/>
            <p:cNvSpPr/>
            <p:nvPr/>
          </p:nvSpPr>
          <p:spPr>
            <a:xfrm rot="1073721">
              <a:off x="5963351" y="462057"/>
              <a:ext cx="47200" cy="8468"/>
            </a:xfrm>
            <a:custGeom>
              <a:rect b="b" l="l" r="r" t="t"/>
              <a:pathLst>
                <a:path extrusionOk="0" h="108" w="602">
                  <a:moveTo>
                    <a:pt x="69" y="0"/>
                  </a:moveTo>
                  <a:cubicBezTo>
                    <a:pt x="1" y="0"/>
                    <a:pt x="1" y="107"/>
                    <a:pt x="69" y="107"/>
                  </a:cubicBezTo>
                  <a:cubicBezTo>
                    <a:pt x="231" y="107"/>
                    <a:pt x="388" y="90"/>
                    <a:pt x="550" y="90"/>
                  </a:cubicBezTo>
                  <a:cubicBezTo>
                    <a:pt x="602" y="90"/>
                    <a:pt x="602" y="0"/>
                    <a:pt x="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3"/>
            <p:cNvSpPr/>
            <p:nvPr/>
          </p:nvSpPr>
          <p:spPr>
            <a:xfrm rot="1073721">
              <a:off x="5925809" y="493320"/>
              <a:ext cx="61235" cy="8703"/>
            </a:xfrm>
            <a:custGeom>
              <a:rect b="b" l="l" r="r" t="t"/>
              <a:pathLst>
                <a:path extrusionOk="0" h="111" w="781">
                  <a:moveTo>
                    <a:pt x="52" y="0"/>
                  </a:moveTo>
                  <a:cubicBezTo>
                    <a:pt x="18" y="0"/>
                    <a:pt x="1" y="17"/>
                    <a:pt x="1" y="34"/>
                  </a:cubicBezTo>
                  <a:cubicBezTo>
                    <a:pt x="1" y="73"/>
                    <a:pt x="18" y="90"/>
                    <a:pt x="52" y="90"/>
                  </a:cubicBezTo>
                  <a:cubicBezTo>
                    <a:pt x="159" y="107"/>
                    <a:pt x="269" y="111"/>
                    <a:pt x="382" y="111"/>
                  </a:cubicBezTo>
                  <a:cubicBezTo>
                    <a:pt x="495" y="111"/>
                    <a:pt x="610" y="107"/>
                    <a:pt x="725" y="107"/>
                  </a:cubicBezTo>
                  <a:cubicBezTo>
                    <a:pt x="781" y="107"/>
                    <a:pt x="781" y="17"/>
                    <a:pt x="725" y="17"/>
                  </a:cubicBezTo>
                  <a:cubicBezTo>
                    <a:pt x="495" y="17"/>
                    <a:pt x="265" y="17"/>
                    <a:pt x="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 name="Google Shape;1452;p53"/>
          <p:cNvGrpSpPr/>
          <p:nvPr/>
        </p:nvGrpSpPr>
        <p:grpSpPr>
          <a:xfrm>
            <a:off x="3763405" y="3952406"/>
            <a:ext cx="1617194" cy="1203836"/>
            <a:chOff x="10389600" y="2827865"/>
            <a:chExt cx="778358" cy="731548"/>
          </a:xfrm>
        </p:grpSpPr>
        <p:sp>
          <p:nvSpPr>
            <p:cNvPr id="1453" name="Google Shape;1453;p53"/>
            <p:cNvSpPr/>
            <p:nvPr/>
          </p:nvSpPr>
          <p:spPr>
            <a:xfrm>
              <a:off x="10394923" y="2875690"/>
              <a:ext cx="765524" cy="683724"/>
            </a:xfrm>
            <a:custGeom>
              <a:rect b="b" l="l" r="r" t="t"/>
              <a:pathLst>
                <a:path extrusionOk="0" h="6553" w="7337">
                  <a:moveTo>
                    <a:pt x="7336" y="1"/>
                  </a:moveTo>
                  <a:lnTo>
                    <a:pt x="1" y="86"/>
                  </a:lnTo>
                  <a:lnTo>
                    <a:pt x="1" y="6552"/>
                  </a:lnTo>
                  <a:lnTo>
                    <a:pt x="7336" y="6552"/>
                  </a:lnTo>
                  <a:lnTo>
                    <a:pt x="7336" y="1"/>
                  </a:ln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3"/>
            <p:cNvSpPr/>
            <p:nvPr/>
          </p:nvSpPr>
          <p:spPr>
            <a:xfrm>
              <a:off x="10396700" y="2835356"/>
              <a:ext cx="763751" cy="109374"/>
            </a:xfrm>
            <a:custGeom>
              <a:rect b="b" l="l" r="r" t="t"/>
              <a:pathLst>
                <a:path extrusionOk="0" h="602" w="7320">
                  <a:moveTo>
                    <a:pt x="3662" y="1"/>
                  </a:moveTo>
                  <a:cubicBezTo>
                    <a:pt x="1655" y="1"/>
                    <a:pt x="1" y="141"/>
                    <a:pt x="1" y="299"/>
                  </a:cubicBezTo>
                  <a:cubicBezTo>
                    <a:pt x="1" y="461"/>
                    <a:pt x="1655" y="602"/>
                    <a:pt x="3662" y="602"/>
                  </a:cubicBezTo>
                  <a:cubicBezTo>
                    <a:pt x="5687" y="602"/>
                    <a:pt x="7319" y="461"/>
                    <a:pt x="7319" y="299"/>
                  </a:cubicBezTo>
                  <a:cubicBezTo>
                    <a:pt x="7319" y="141"/>
                    <a:pt x="5687" y="1"/>
                    <a:pt x="3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3"/>
            <p:cNvSpPr/>
            <p:nvPr/>
          </p:nvSpPr>
          <p:spPr>
            <a:xfrm>
              <a:off x="10389600" y="2827865"/>
              <a:ext cx="778358" cy="125774"/>
            </a:xfrm>
            <a:custGeom>
              <a:rect b="b" l="l" r="r" t="t"/>
              <a:pathLst>
                <a:path extrusionOk="0" h="747" w="7460">
                  <a:moveTo>
                    <a:pt x="3730" y="141"/>
                  </a:moveTo>
                  <a:cubicBezTo>
                    <a:pt x="4740" y="141"/>
                    <a:pt x="5665" y="179"/>
                    <a:pt x="6322" y="230"/>
                  </a:cubicBezTo>
                  <a:cubicBezTo>
                    <a:pt x="6641" y="265"/>
                    <a:pt x="6906" y="303"/>
                    <a:pt x="7085" y="337"/>
                  </a:cubicBezTo>
                  <a:cubicBezTo>
                    <a:pt x="7152" y="350"/>
                    <a:pt x="7210" y="363"/>
                    <a:pt x="7256" y="377"/>
                  </a:cubicBezTo>
                  <a:lnTo>
                    <a:pt x="7256" y="377"/>
                  </a:lnTo>
                  <a:cubicBezTo>
                    <a:pt x="7225" y="385"/>
                    <a:pt x="7185" y="398"/>
                    <a:pt x="7140" y="409"/>
                  </a:cubicBezTo>
                  <a:cubicBezTo>
                    <a:pt x="6889" y="461"/>
                    <a:pt x="6428" y="516"/>
                    <a:pt x="5840" y="550"/>
                  </a:cubicBezTo>
                  <a:cubicBezTo>
                    <a:pt x="5239" y="584"/>
                    <a:pt x="4510" y="606"/>
                    <a:pt x="3730" y="606"/>
                  </a:cubicBezTo>
                  <a:cubicBezTo>
                    <a:pt x="2733" y="606"/>
                    <a:pt x="1812" y="567"/>
                    <a:pt x="1152" y="516"/>
                  </a:cubicBezTo>
                  <a:cubicBezTo>
                    <a:pt x="832" y="499"/>
                    <a:pt x="568" y="461"/>
                    <a:pt x="371" y="427"/>
                  </a:cubicBezTo>
                  <a:cubicBezTo>
                    <a:pt x="293" y="412"/>
                    <a:pt x="232" y="397"/>
                    <a:pt x="192" y="379"/>
                  </a:cubicBezTo>
                  <a:lnTo>
                    <a:pt x="192" y="379"/>
                  </a:lnTo>
                  <a:cubicBezTo>
                    <a:pt x="217" y="364"/>
                    <a:pt x="264" y="350"/>
                    <a:pt x="320" y="337"/>
                  </a:cubicBezTo>
                  <a:cubicBezTo>
                    <a:pt x="585" y="286"/>
                    <a:pt x="1045" y="230"/>
                    <a:pt x="1633" y="196"/>
                  </a:cubicBezTo>
                  <a:cubicBezTo>
                    <a:pt x="2217" y="179"/>
                    <a:pt x="2946" y="141"/>
                    <a:pt x="3730" y="141"/>
                  </a:cubicBezTo>
                  <a:close/>
                  <a:moveTo>
                    <a:pt x="3730" y="0"/>
                  </a:moveTo>
                  <a:cubicBezTo>
                    <a:pt x="2716" y="0"/>
                    <a:pt x="1812" y="34"/>
                    <a:pt x="1134" y="90"/>
                  </a:cubicBezTo>
                  <a:cubicBezTo>
                    <a:pt x="815" y="124"/>
                    <a:pt x="551" y="158"/>
                    <a:pt x="354" y="196"/>
                  </a:cubicBezTo>
                  <a:cubicBezTo>
                    <a:pt x="265" y="213"/>
                    <a:pt x="175" y="230"/>
                    <a:pt x="124" y="247"/>
                  </a:cubicBezTo>
                  <a:cubicBezTo>
                    <a:pt x="107" y="265"/>
                    <a:pt x="69" y="265"/>
                    <a:pt x="52" y="286"/>
                  </a:cubicBezTo>
                  <a:lnTo>
                    <a:pt x="18" y="320"/>
                  </a:lnTo>
                  <a:cubicBezTo>
                    <a:pt x="18" y="337"/>
                    <a:pt x="1" y="354"/>
                    <a:pt x="1" y="371"/>
                  </a:cubicBezTo>
                  <a:cubicBezTo>
                    <a:pt x="1" y="392"/>
                    <a:pt x="18" y="409"/>
                    <a:pt x="18" y="427"/>
                  </a:cubicBezTo>
                  <a:cubicBezTo>
                    <a:pt x="35" y="461"/>
                    <a:pt x="69" y="461"/>
                    <a:pt x="86" y="478"/>
                  </a:cubicBezTo>
                  <a:cubicBezTo>
                    <a:pt x="124" y="516"/>
                    <a:pt x="175" y="533"/>
                    <a:pt x="265" y="550"/>
                  </a:cubicBezTo>
                  <a:cubicBezTo>
                    <a:pt x="512" y="606"/>
                    <a:pt x="977" y="657"/>
                    <a:pt x="1578" y="691"/>
                  </a:cubicBezTo>
                  <a:cubicBezTo>
                    <a:pt x="2183" y="729"/>
                    <a:pt x="2929" y="746"/>
                    <a:pt x="3730" y="746"/>
                  </a:cubicBezTo>
                  <a:cubicBezTo>
                    <a:pt x="4740" y="746"/>
                    <a:pt x="5665" y="712"/>
                    <a:pt x="6322" y="657"/>
                  </a:cubicBezTo>
                  <a:cubicBezTo>
                    <a:pt x="6658" y="640"/>
                    <a:pt x="6927" y="606"/>
                    <a:pt x="7119" y="567"/>
                  </a:cubicBezTo>
                  <a:cubicBezTo>
                    <a:pt x="7208" y="550"/>
                    <a:pt x="7281" y="533"/>
                    <a:pt x="7353" y="499"/>
                  </a:cubicBezTo>
                  <a:cubicBezTo>
                    <a:pt x="7370" y="499"/>
                    <a:pt x="7387" y="478"/>
                    <a:pt x="7421" y="461"/>
                  </a:cubicBezTo>
                  <a:cubicBezTo>
                    <a:pt x="7421" y="461"/>
                    <a:pt x="7439" y="444"/>
                    <a:pt x="7439" y="427"/>
                  </a:cubicBezTo>
                  <a:cubicBezTo>
                    <a:pt x="7460" y="409"/>
                    <a:pt x="7460" y="392"/>
                    <a:pt x="7460" y="371"/>
                  </a:cubicBezTo>
                  <a:cubicBezTo>
                    <a:pt x="7460" y="354"/>
                    <a:pt x="7460" y="337"/>
                    <a:pt x="7439" y="320"/>
                  </a:cubicBezTo>
                  <a:lnTo>
                    <a:pt x="7387" y="265"/>
                  </a:lnTo>
                  <a:cubicBezTo>
                    <a:pt x="7332" y="247"/>
                    <a:pt x="7281" y="230"/>
                    <a:pt x="7208" y="213"/>
                  </a:cubicBezTo>
                  <a:cubicBezTo>
                    <a:pt x="6961" y="141"/>
                    <a:pt x="6501" y="107"/>
                    <a:pt x="5896" y="73"/>
                  </a:cubicBezTo>
                  <a:cubicBezTo>
                    <a:pt x="5273" y="34"/>
                    <a:pt x="4544" y="0"/>
                    <a:pt x="37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 name="Google Shape;1456;p53"/>
          <p:cNvGrpSpPr/>
          <p:nvPr/>
        </p:nvGrpSpPr>
        <p:grpSpPr>
          <a:xfrm rot="5400000">
            <a:off x="4647666" y="4646557"/>
            <a:ext cx="578556" cy="189419"/>
            <a:chOff x="5925953" y="455010"/>
            <a:chExt cx="90445" cy="56211"/>
          </a:xfrm>
        </p:grpSpPr>
        <p:sp>
          <p:nvSpPr>
            <p:cNvPr id="1457" name="Google Shape;1457;p53"/>
            <p:cNvSpPr/>
            <p:nvPr/>
          </p:nvSpPr>
          <p:spPr>
            <a:xfrm rot="1073721">
              <a:off x="5944045" y="477507"/>
              <a:ext cx="72604" cy="9801"/>
            </a:xfrm>
            <a:custGeom>
              <a:rect b="b" l="l" r="r" t="t"/>
              <a:pathLst>
                <a:path extrusionOk="0" h="125" w="926">
                  <a:moveTo>
                    <a:pt x="73" y="1"/>
                  </a:moveTo>
                  <a:cubicBezTo>
                    <a:pt x="1" y="1"/>
                    <a:pt x="1" y="90"/>
                    <a:pt x="73" y="90"/>
                  </a:cubicBezTo>
                  <a:cubicBezTo>
                    <a:pt x="205" y="107"/>
                    <a:pt x="338" y="107"/>
                    <a:pt x="469" y="107"/>
                  </a:cubicBezTo>
                  <a:cubicBezTo>
                    <a:pt x="600" y="107"/>
                    <a:pt x="729" y="107"/>
                    <a:pt x="853" y="124"/>
                  </a:cubicBezTo>
                  <a:cubicBezTo>
                    <a:pt x="926" y="124"/>
                    <a:pt x="926" y="39"/>
                    <a:pt x="853" y="39"/>
                  </a:cubicBezTo>
                  <a:cubicBezTo>
                    <a:pt x="729" y="20"/>
                    <a:pt x="600" y="20"/>
                    <a:pt x="469" y="20"/>
                  </a:cubicBezTo>
                  <a:cubicBezTo>
                    <a:pt x="338" y="20"/>
                    <a:pt x="205" y="20"/>
                    <a:pt x="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3"/>
            <p:cNvSpPr/>
            <p:nvPr/>
          </p:nvSpPr>
          <p:spPr>
            <a:xfrm rot="1073721">
              <a:off x="5963351" y="462057"/>
              <a:ext cx="47200" cy="8468"/>
            </a:xfrm>
            <a:custGeom>
              <a:rect b="b" l="l" r="r" t="t"/>
              <a:pathLst>
                <a:path extrusionOk="0" h="108" w="602">
                  <a:moveTo>
                    <a:pt x="69" y="0"/>
                  </a:moveTo>
                  <a:cubicBezTo>
                    <a:pt x="1" y="0"/>
                    <a:pt x="1" y="107"/>
                    <a:pt x="69" y="107"/>
                  </a:cubicBezTo>
                  <a:cubicBezTo>
                    <a:pt x="231" y="107"/>
                    <a:pt x="388" y="90"/>
                    <a:pt x="550" y="90"/>
                  </a:cubicBezTo>
                  <a:cubicBezTo>
                    <a:pt x="602" y="90"/>
                    <a:pt x="602" y="0"/>
                    <a:pt x="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3"/>
            <p:cNvSpPr/>
            <p:nvPr/>
          </p:nvSpPr>
          <p:spPr>
            <a:xfrm rot="1073721">
              <a:off x="5925809" y="493320"/>
              <a:ext cx="61235" cy="8703"/>
            </a:xfrm>
            <a:custGeom>
              <a:rect b="b" l="l" r="r" t="t"/>
              <a:pathLst>
                <a:path extrusionOk="0" h="111" w="781">
                  <a:moveTo>
                    <a:pt x="52" y="0"/>
                  </a:moveTo>
                  <a:cubicBezTo>
                    <a:pt x="18" y="0"/>
                    <a:pt x="1" y="17"/>
                    <a:pt x="1" y="34"/>
                  </a:cubicBezTo>
                  <a:cubicBezTo>
                    <a:pt x="1" y="73"/>
                    <a:pt x="18" y="90"/>
                    <a:pt x="52" y="90"/>
                  </a:cubicBezTo>
                  <a:cubicBezTo>
                    <a:pt x="159" y="107"/>
                    <a:pt x="269" y="111"/>
                    <a:pt x="382" y="111"/>
                  </a:cubicBezTo>
                  <a:cubicBezTo>
                    <a:pt x="495" y="111"/>
                    <a:pt x="610" y="107"/>
                    <a:pt x="725" y="107"/>
                  </a:cubicBezTo>
                  <a:cubicBezTo>
                    <a:pt x="781" y="107"/>
                    <a:pt x="781" y="17"/>
                    <a:pt x="725" y="17"/>
                  </a:cubicBezTo>
                  <a:cubicBezTo>
                    <a:pt x="495" y="17"/>
                    <a:pt x="265" y="17"/>
                    <a:pt x="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 name="Google Shape;1460;p53"/>
          <p:cNvGrpSpPr/>
          <p:nvPr/>
        </p:nvGrpSpPr>
        <p:grpSpPr>
          <a:xfrm flipH="1" rot="-5400000">
            <a:off x="2866966" y="4055253"/>
            <a:ext cx="578556" cy="189419"/>
            <a:chOff x="5925953" y="455010"/>
            <a:chExt cx="90445" cy="56211"/>
          </a:xfrm>
        </p:grpSpPr>
        <p:sp>
          <p:nvSpPr>
            <p:cNvPr id="1461" name="Google Shape;1461;p53"/>
            <p:cNvSpPr/>
            <p:nvPr/>
          </p:nvSpPr>
          <p:spPr>
            <a:xfrm rot="1073721">
              <a:off x="5944045" y="477507"/>
              <a:ext cx="72604" cy="9801"/>
            </a:xfrm>
            <a:custGeom>
              <a:rect b="b" l="l" r="r" t="t"/>
              <a:pathLst>
                <a:path extrusionOk="0" h="125" w="926">
                  <a:moveTo>
                    <a:pt x="73" y="1"/>
                  </a:moveTo>
                  <a:cubicBezTo>
                    <a:pt x="1" y="1"/>
                    <a:pt x="1" y="90"/>
                    <a:pt x="73" y="90"/>
                  </a:cubicBezTo>
                  <a:cubicBezTo>
                    <a:pt x="205" y="107"/>
                    <a:pt x="338" y="107"/>
                    <a:pt x="469" y="107"/>
                  </a:cubicBezTo>
                  <a:cubicBezTo>
                    <a:pt x="600" y="107"/>
                    <a:pt x="729" y="107"/>
                    <a:pt x="853" y="124"/>
                  </a:cubicBezTo>
                  <a:cubicBezTo>
                    <a:pt x="926" y="124"/>
                    <a:pt x="926" y="39"/>
                    <a:pt x="853" y="39"/>
                  </a:cubicBezTo>
                  <a:cubicBezTo>
                    <a:pt x="729" y="20"/>
                    <a:pt x="600" y="20"/>
                    <a:pt x="469" y="20"/>
                  </a:cubicBezTo>
                  <a:cubicBezTo>
                    <a:pt x="338" y="20"/>
                    <a:pt x="205" y="20"/>
                    <a:pt x="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3"/>
            <p:cNvSpPr/>
            <p:nvPr/>
          </p:nvSpPr>
          <p:spPr>
            <a:xfrm rot="1073721">
              <a:off x="5963351" y="462057"/>
              <a:ext cx="47200" cy="8468"/>
            </a:xfrm>
            <a:custGeom>
              <a:rect b="b" l="l" r="r" t="t"/>
              <a:pathLst>
                <a:path extrusionOk="0" h="108" w="602">
                  <a:moveTo>
                    <a:pt x="69" y="0"/>
                  </a:moveTo>
                  <a:cubicBezTo>
                    <a:pt x="1" y="0"/>
                    <a:pt x="1" y="107"/>
                    <a:pt x="69" y="107"/>
                  </a:cubicBezTo>
                  <a:cubicBezTo>
                    <a:pt x="231" y="107"/>
                    <a:pt x="388" y="90"/>
                    <a:pt x="550" y="90"/>
                  </a:cubicBezTo>
                  <a:cubicBezTo>
                    <a:pt x="602" y="90"/>
                    <a:pt x="602" y="0"/>
                    <a:pt x="5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3"/>
            <p:cNvSpPr/>
            <p:nvPr/>
          </p:nvSpPr>
          <p:spPr>
            <a:xfrm rot="1073721">
              <a:off x="5925809" y="493320"/>
              <a:ext cx="61235" cy="8703"/>
            </a:xfrm>
            <a:custGeom>
              <a:rect b="b" l="l" r="r" t="t"/>
              <a:pathLst>
                <a:path extrusionOk="0" h="111" w="781">
                  <a:moveTo>
                    <a:pt x="52" y="0"/>
                  </a:moveTo>
                  <a:cubicBezTo>
                    <a:pt x="18" y="0"/>
                    <a:pt x="1" y="17"/>
                    <a:pt x="1" y="34"/>
                  </a:cubicBezTo>
                  <a:cubicBezTo>
                    <a:pt x="1" y="73"/>
                    <a:pt x="18" y="90"/>
                    <a:pt x="52" y="90"/>
                  </a:cubicBezTo>
                  <a:cubicBezTo>
                    <a:pt x="159" y="107"/>
                    <a:pt x="269" y="111"/>
                    <a:pt x="382" y="111"/>
                  </a:cubicBezTo>
                  <a:cubicBezTo>
                    <a:pt x="495" y="111"/>
                    <a:pt x="610" y="107"/>
                    <a:pt x="725" y="107"/>
                  </a:cubicBezTo>
                  <a:cubicBezTo>
                    <a:pt x="781" y="107"/>
                    <a:pt x="781" y="17"/>
                    <a:pt x="725" y="17"/>
                  </a:cubicBezTo>
                  <a:cubicBezTo>
                    <a:pt x="495" y="17"/>
                    <a:pt x="265" y="17"/>
                    <a:pt x="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 name="Google Shape;1464;p53"/>
          <p:cNvGrpSpPr/>
          <p:nvPr/>
        </p:nvGrpSpPr>
        <p:grpSpPr>
          <a:xfrm rot="5400000">
            <a:off x="5698473" y="3812494"/>
            <a:ext cx="578556" cy="189419"/>
            <a:chOff x="5925953" y="455010"/>
            <a:chExt cx="90445" cy="56211"/>
          </a:xfrm>
        </p:grpSpPr>
        <p:sp>
          <p:nvSpPr>
            <p:cNvPr id="1465" name="Google Shape;1465;p53"/>
            <p:cNvSpPr/>
            <p:nvPr/>
          </p:nvSpPr>
          <p:spPr>
            <a:xfrm rot="1073721">
              <a:off x="5944045" y="477507"/>
              <a:ext cx="72604" cy="9801"/>
            </a:xfrm>
            <a:custGeom>
              <a:rect b="b" l="l" r="r" t="t"/>
              <a:pathLst>
                <a:path extrusionOk="0" h="125" w="926">
                  <a:moveTo>
                    <a:pt x="73" y="1"/>
                  </a:moveTo>
                  <a:cubicBezTo>
                    <a:pt x="1" y="1"/>
                    <a:pt x="1" y="90"/>
                    <a:pt x="73" y="90"/>
                  </a:cubicBezTo>
                  <a:cubicBezTo>
                    <a:pt x="205" y="107"/>
                    <a:pt x="338" y="107"/>
                    <a:pt x="469" y="107"/>
                  </a:cubicBezTo>
                  <a:cubicBezTo>
                    <a:pt x="600" y="107"/>
                    <a:pt x="729" y="107"/>
                    <a:pt x="853" y="124"/>
                  </a:cubicBezTo>
                  <a:cubicBezTo>
                    <a:pt x="926" y="124"/>
                    <a:pt x="926" y="39"/>
                    <a:pt x="853" y="39"/>
                  </a:cubicBezTo>
                  <a:cubicBezTo>
                    <a:pt x="729" y="20"/>
                    <a:pt x="600" y="20"/>
                    <a:pt x="469" y="20"/>
                  </a:cubicBezTo>
                  <a:cubicBezTo>
                    <a:pt x="338" y="20"/>
                    <a:pt x="205" y="20"/>
                    <a:pt x="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3"/>
            <p:cNvSpPr/>
            <p:nvPr/>
          </p:nvSpPr>
          <p:spPr>
            <a:xfrm rot="1073721">
              <a:off x="5963351" y="462057"/>
              <a:ext cx="47200" cy="8468"/>
            </a:xfrm>
            <a:custGeom>
              <a:rect b="b" l="l" r="r" t="t"/>
              <a:pathLst>
                <a:path extrusionOk="0" h="108" w="602">
                  <a:moveTo>
                    <a:pt x="69" y="0"/>
                  </a:moveTo>
                  <a:cubicBezTo>
                    <a:pt x="1" y="0"/>
                    <a:pt x="1" y="107"/>
                    <a:pt x="69" y="107"/>
                  </a:cubicBezTo>
                  <a:cubicBezTo>
                    <a:pt x="231" y="107"/>
                    <a:pt x="388" y="90"/>
                    <a:pt x="550" y="90"/>
                  </a:cubicBezTo>
                  <a:cubicBezTo>
                    <a:pt x="602" y="90"/>
                    <a:pt x="602" y="0"/>
                    <a:pt x="5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3"/>
            <p:cNvSpPr/>
            <p:nvPr/>
          </p:nvSpPr>
          <p:spPr>
            <a:xfrm rot="1073721">
              <a:off x="5925809" y="493320"/>
              <a:ext cx="61235" cy="8703"/>
            </a:xfrm>
            <a:custGeom>
              <a:rect b="b" l="l" r="r" t="t"/>
              <a:pathLst>
                <a:path extrusionOk="0" h="111" w="781">
                  <a:moveTo>
                    <a:pt x="52" y="0"/>
                  </a:moveTo>
                  <a:cubicBezTo>
                    <a:pt x="18" y="0"/>
                    <a:pt x="1" y="17"/>
                    <a:pt x="1" y="34"/>
                  </a:cubicBezTo>
                  <a:cubicBezTo>
                    <a:pt x="1" y="73"/>
                    <a:pt x="18" y="90"/>
                    <a:pt x="52" y="90"/>
                  </a:cubicBezTo>
                  <a:cubicBezTo>
                    <a:pt x="159" y="107"/>
                    <a:pt x="269" y="111"/>
                    <a:pt x="382" y="111"/>
                  </a:cubicBezTo>
                  <a:cubicBezTo>
                    <a:pt x="495" y="111"/>
                    <a:pt x="610" y="107"/>
                    <a:pt x="725" y="107"/>
                  </a:cubicBezTo>
                  <a:cubicBezTo>
                    <a:pt x="781" y="107"/>
                    <a:pt x="781" y="17"/>
                    <a:pt x="725" y="17"/>
                  </a:cubicBezTo>
                  <a:cubicBezTo>
                    <a:pt x="495" y="17"/>
                    <a:pt x="265" y="17"/>
                    <a:pt x="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8" name="Google Shape;1468;p53"/>
          <p:cNvSpPr/>
          <p:nvPr/>
        </p:nvSpPr>
        <p:spPr>
          <a:xfrm flipH="1" rot="5400000">
            <a:off x="3272034" y="1524569"/>
            <a:ext cx="314960" cy="740797"/>
          </a:xfrm>
          <a:custGeom>
            <a:rect b="b" l="l" r="r" t="t"/>
            <a:pathLst>
              <a:path extrusionOk="0" h="35671" w="15166">
                <a:moveTo>
                  <a:pt x="642" y="0"/>
                </a:moveTo>
                <a:cubicBezTo>
                  <a:pt x="316" y="0"/>
                  <a:pt x="1" y="320"/>
                  <a:pt x="208" y="688"/>
                </a:cubicBezTo>
                <a:cubicBezTo>
                  <a:pt x="5612" y="10095"/>
                  <a:pt x="8414" y="20669"/>
                  <a:pt x="8013" y="31443"/>
                </a:cubicBezTo>
                <a:cubicBezTo>
                  <a:pt x="7279" y="30676"/>
                  <a:pt x="6512" y="29942"/>
                  <a:pt x="5778" y="29175"/>
                </a:cubicBezTo>
                <a:cubicBezTo>
                  <a:pt x="5583" y="28971"/>
                  <a:pt x="5342" y="28885"/>
                  <a:pt x="5099" y="28885"/>
                </a:cubicBezTo>
                <a:cubicBezTo>
                  <a:pt x="4349" y="28885"/>
                  <a:pt x="3589" y="29712"/>
                  <a:pt x="4144" y="30443"/>
                </a:cubicBezTo>
                <a:cubicBezTo>
                  <a:pt x="5545" y="32244"/>
                  <a:pt x="7746" y="35279"/>
                  <a:pt x="10215" y="35646"/>
                </a:cubicBezTo>
                <a:cubicBezTo>
                  <a:pt x="10343" y="35662"/>
                  <a:pt x="10469" y="35670"/>
                  <a:pt x="10591" y="35670"/>
                </a:cubicBezTo>
                <a:cubicBezTo>
                  <a:pt x="12755" y="35670"/>
                  <a:pt x="13966" y="33248"/>
                  <a:pt x="14818" y="31543"/>
                </a:cubicBezTo>
                <a:cubicBezTo>
                  <a:pt x="15166" y="30848"/>
                  <a:pt x="14590" y="30061"/>
                  <a:pt x="13956" y="30061"/>
                </a:cubicBezTo>
                <a:cubicBezTo>
                  <a:pt x="13738" y="30061"/>
                  <a:pt x="13513" y="30154"/>
                  <a:pt x="13317" y="30376"/>
                </a:cubicBezTo>
                <a:cubicBezTo>
                  <a:pt x="12318" y="31522"/>
                  <a:pt x="11862" y="33031"/>
                  <a:pt x="10535" y="33031"/>
                </a:cubicBezTo>
                <a:cubicBezTo>
                  <a:pt x="10357" y="33031"/>
                  <a:pt x="10162" y="33004"/>
                  <a:pt x="9948" y="32944"/>
                </a:cubicBezTo>
                <a:cubicBezTo>
                  <a:pt x="10582" y="21303"/>
                  <a:pt x="7613" y="9861"/>
                  <a:pt x="1042" y="221"/>
                </a:cubicBezTo>
                <a:cubicBezTo>
                  <a:pt x="938" y="65"/>
                  <a:pt x="789" y="0"/>
                  <a:pt x="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3"/>
          <p:cNvSpPr txBox="1"/>
          <p:nvPr/>
        </p:nvSpPr>
        <p:spPr>
          <a:xfrm>
            <a:off x="1285425" y="1517100"/>
            <a:ext cx="1457400" cy="6465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lang="en" sz="3000">
                <a:solidFill>
                  <a:schemeClr val="dk1"/>
                </a:solidFill>
                <a:latin typeface="Audiowide"/>
                <a:ea typeface="Audiowide"/>
                <a:cs typeface="Audiowide"/>
                <a:sym typeface="Audiowide"/>
              </a:rPr>
              <a:t>1</a:t>
            </a:r>
            <a:r>
              <a:rPr lang="en" sz="3000">
                <a:solidFill>
                  <a:schemeClr val="dk1"/>
                </a:solidFill>
                <a:latin typeface="Audiowide"/>
                <a:ea typeface="Audiowide"/>
                <a:cs typeface="Audiowide"/>
                <a:sym typeface="Audiowide"/>
              </a:rPr>
              <a:t>5%</a:t>
            </a:r>
            <a:endParaRPr sz="3000">
              <a:solidFill>
                <a:schemeClr val="dk1"/>
              </a:solidFill>
              <a:latin typeface="Audiowide"/>
              <a:ea typeface="Audiowide"/>
              <a:cs typeface="Audiowide"/>
              <a:sym typeface="Audiowide"/>
            </a:endParaRPr>
          </a:p>
        </p:txBody>
      </p:sp>
      <p:sp>
        <p:nvSpPr>
          <p:cNvPr id="1470" name="Google Shape;1470;p53"/>
          <p:cNvSpPr txBox="1"/>
          <p:nvPr/>
        </p:nvSpPr>
        <p:spPr>
          <a:xfrm>
            <a:off x="6390825" y="1517100"/>
            <a:ext cx="1457400" cy="6465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3000">
                <a:solidFill>
                  <a:schemeClr val="dk1"/>
                </a:solidFill>
                <a:latin typeface="Audiowide"/>
                <a:ea typeface="Audiowide"/>
                <a:cs typeface="Audiowide"/>
                <a:sym typeface="Audiowide"/>
              </a:rPr>
              <a:t>2</a:t>
            </a:r>
            <a:r>
              <a:rPr lang="en" sz="3000">
                <a:solidFill>
                  <a:schemeClr val="dk1"/>
                </a:solidFill>
                <a:latin typeface="Audiowide"/>
                <a:ea typeface="Audiowide"/>
                <a:cs typeface="Audiowide"/>
                <a:sym typeface="Audiowide"/>
              </a:rPr>
              <a:t>5%</a:t>
            </a:r>
            <a:endParaRPr sz="3000">
              <a:solidFill>
                <a:schemeClr val="dk1"/>
              </a:solidFill>
              <a:latin typeface="Audiowide"/>
              <a:ea typeface="Audiowide"/>
              <a:cs typeface="Audiowide"/>
              <a:sym typeface="Audiowide"/>
            </a:endParaRPr>
          </a:p>
        </p:txBody>
      </p:sp>
      <p:sp>
        <p:nvSpPr>
          <p:cNvPr id="1471" name="Google Shape;1471;p53"/>
          <p:cNvSpPr txBox="1"/>
          <p:nvPr/>
        </p:nvSpPr>
        <p:spPr>
          <a:xfrm>
            <a:off x="766800" y="2087500"/>
            <a:ext cx="19812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lang="en">
                <a:solidFill>
                  <a:schemeClr val="lt1"/>
                </a:solidFill>
                <a:latin typeface="Didact Gothic"/>
                <a:ea typeface="Didact Gothic"/>
                <a:cs typeface="Didact Gothic"/>
                <a:sym typeface="Didact Gothic"/>
              </a:rPr>
              <a:t>Jupiter is the biggest planet of them all</a:t>
            </a:r>
            <a:endParaRPr>
              <a:solidFill>
                <a:schemeClr val="lt1"/>
              </a:solidFill>
              <a:latin typeface="Didact Gothic"/>
              <a:ea typeface="Didact Gothic"/>
              <a:cs typeface="Didact Gothic"/>
              <a:sym typeface="Didact Gothic"/>
            </a:endParaRPr>
          </a:p>
        </p:txBody>
      </p:sp>
      <p:sp>
        <p:nvSpPr>
          <p:cNvPr id="1472" name="Google Shape;1472;p53"/>
          <p:cNvSpPr txBox="1"/>
          <p:nvPr/>
        </p:nvSpPr>
        <p:spPr>
          <a:xfrm>
            <a:off x="6396000" y="2087500"/>
            <a:ext cx="1981200" cy="615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a:solidFill>
                  <a:schemeClr val="lt1"/>
                </a:solidFill>
                <a:latin typeface="Didact Gothic"/>
                <a:ea typeface="Didact Gothic"/>
                <a:cs typeface="Didact Gothic"/>
                <a:sym typeface="Didact Gothic"/>
              </a:rPr>
              <a:t>Mercury is the closest planet to the Sun</a:t>
            </a:r>
            <a:endParaRPr>
              <a:solidFill>
                <a:schemeClr val="lt1"/>
              </a:solidFill>
              <a:latin typeface="Didact Gothic"/>
              <a:ea typeface="Didact Gothic"/>
              <a:cs typeface="Didact Gothic"/>
              <a:sym typeface="Didact Gothic"/>
            </a:endParaRPr>
          </a:p>
        </p:txBody>
      </p:sp>
      <p:sp>
        <p:nvSpPr>
          <p:cNvPr id="1473" name="Google Shape;1473;p53"/>
          <p:cNvSpPr/>
          <p:nvPr/>
        </p:nvSpPr>
        <p:spPr>
          <a:xfrm rot="-5400000">
            <a:off x="5546659" y="1521519"/>
            <a:ext cx="314960" cy="740797"/>
          </a:xfrm>
          <a:custGeom>
            <a:rect b="b" l="l" r="r" t="t"/>
            <a:pathLst>
              <a:path extrusionOk="0" h="35671" w="15166">
                <a:moveTo>
                  <a:pt x="642" y="0"/>
                </a:moveTo>
                <a:cubicBezTo>
                  <a:pt x="316" y="0"/>
                  <a:pt x="1" y="320"/>
                  <a:pt x="208" y="688"/>
                </a:cubicBezTo>
                <a:cubicBezTo>
                  <a:pt x="5612" y="10095"/>
                  <a:pt x="8414" y="20669"/>
                  <a:pt x="8013" y="31443"/>
                </a:cubicBezTo>
                <a:cubicBezTo>
                  <a:pt x="7279" y="30676"/>
                  <a:pt x="6512" y="29942"/>
                  <a:pt x="5778" y="29175"/>
                </a:cubicBezTo>
                <a:cubicBezTo>
                  <a:pt x="5583" y="28971"/>
                  <a:pt x="5342" y="28885"/>
                  <a:pt x="5099" y="28885"/>
                </a:cubicBezTo>
                <a:cubicBezTo>
                  <a:pt x="4349" y="28885"/>
                  <a:pt x="3589" y="29712"/>
                  <a:pt x="4144" y="30443"/>
                </a:cubicBezTo>
                <a:cubicBezTo>
                  <a:pt x="5545" y="32244"/>
                  <a:pt x="7746" y="35279"/>
                  <a:pt x="10215" y="35646"/>
                </a:cubicBezTo>
                <a:cubicBezTo>
                  <a:pt x="10343" y="35662"/>
                  <a:pt x="10469" y="35670"/>
                  <a:pt x="10591" y="35670"/>
                </a:cubicBezTo>
                <a:cubicBezTo>
                  <a:pt x="12755" y="35670"/>
                  <a:pt x="13966" y="33248"/>
                  <a:pt x="14818" y="31543"/>
                </a:cubicBezTo>
                <a:cubicBezTo>
                  <a:pt x="15166" y="30848"/>
                  <a:pt x="14590" y="30061"/>
                  <a:pt x="13956" y="30061"/>
                </a:cubicBezTo>
                <a:cubicBezTo>
                  <a:pt x="13738" y="30061"/>
                  <a:pt x="13513" y="30154"/>
                  <a:pt x="13317" y="30376"/>
                </a:cubicBezTo>
                <a:cubicBezTo>
                  <a:pt x="12318" y="31522"/>
                  <a:pt x="11862" y="33031"/>
                  <a:pt x="10535" y="33031"/>
                </a:cubicBezTo>
                <a:cubicBezTo>
                  <a:pt x="10357" y="33031"/>
                  <a:pt x="10162" y="33004"/>
                  <a:pt x="9948" y="32944"/>
                </a:cubicBezTo>
                <a:cubicBezTo>
                  <a:pt x="10582" y="21303"/>
                  <a:pt x="7613" y="9861"/>
                  <a:pt x="1042" y="221"/>
                </a:cubicBezTo>
                <a:cubicBezTo>
                  <a:pt x="938" y="65"/>
                  <a:pt x="789" y="0"/>
                  <a:pt x="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3"/>
          <p:cNvSpPr/>
          <p:nvPr/>
        </p:nvSpPr>
        <p:spPr>
          <a:xfrm flipH="1" rot="2827331">
            <a:off x="2884270" y="2520390"/>
            <a:ext cx="314938" cy="740746"/>
          </a:xfrm>
          <a:custGeom>
            <a:rect b="b" l="l" r="r" t="t"/>
            <a:pathLst>
              <a:path extrusionOk="0" h="35671" w="15166">
                <a:moveTo>
                  <a:pt x="642" y="0"/>
                </a:moveTo>
                <a:cubicBezTo>
                  <a:pt x="316" y="0"/>
                  <a:pt x="1" y="320"/>
                  <a:pt x="208" y="688"/>
                </a:cubicBezTo>
                <a:cubicBezTo>
                  <a:pt x="5612" y="10095"/>
                  <a:pt x="8414" y="20669"/>
                  <a:pt x="8013" y="31443"/>
                </a:cubicBezTo>
                <a:cubicBezTo>
                  <a:pt x="7279" y="30676"/>
                  <a:pt x="6512" y="29942"/>
                  <a:pt x="5778" y="29175"/>
                </a:cubicBezTo>
                <a:cubicBezTo>
                  <a:pt x="5583" y="28971"/>
                  <a:pt x="5342" y="28885"/>
                  <a:pt x="5099" y="28885"/>
                </a:cubicBezTo>
                <a:cubicBezTo>
                  <a:pt x="4349" y="28885"/>
                  <a:pt x="3589" y="29712"/>
                  <a:pt x="4144" y="30443"/>
                </a:cubicBezTo>
                <a:cubicBezTo>
                  <a:pt x="5545" y="32244"/>
                  <a:pt x="7746" y="35279"/>
                  <a:pt x="10215" y="35646"/>
                </a:cubicBezTo>
                <a:cubicBezTo>
                  <a:pt x="10343" y="35662"/>
                  <a:pt x="10469" y="35670"/>
                  <a:pt x="10591" y="35670"/>
                </a:cubicBezTo>
                <a:cubicBezTo>
                  <a:pt x="12755" y="35670"/>
                  <a:pt x="13966" y="33248"/>
                  <a:pt x="14818" y="31543"/>
                </a:cubicBezTo>
                <a:cubicBezTo>
                  <a:pt x="15166" y="30848"/>
                  <a:pt x="14590" y="30061"/>
                  <a:pt x="13956" y="30061"/>
                </a:cubicBezTo>
                <a:cubicBezTo>
                  <a:pt x="13738" y="30061"/>
                  <a:pt x="13513" y="30154"/>
                  <a:pt x="13317" y="30376"/>
                </a:cubicBezTo>
                <a:cubicBezTo>
                  <a:pt x="12318" y="31522"/>
                  <a:pt x="11862" y="33031"/>
                  <a:pt x="10535" y="33031"/>
                </a:cubicBezTo>
                <a:cubicBezTo>
                  <a:pt x="10357" y="33031"/>
                  <a:pt x="10162" y="33004"/>
                  <a:pt x="9948" y="32944"/>
                </a:cubicBezTo>
                <a:cubicBezTo>
                  <a:pt x="10582" y="21303"/>
                  <a:pt x="7613" y="9861"/>
                  <a:pt x="1042" y="221"/>
                </a:cubicBezTo>
                <a:cubicBezTo>
                  <a:pt x="938" y="65"/>
                  <a:pt x="789" y="0"/>
                  <a:pt x="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3"/>
          <p:cNvSpPr txBox="1"/>
          <p:nvPr/>
        </p:nvSpPr>
        <p:spPr>
          <a:xfrm>
            <a:off x="1285425" y="3147150"/>
            <a:ext cx="1457400" cy="6465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lang="en" sz="3000">
                <a:solidFill>
                  <a:schemeClr val="dk1"/>
                </a:solidFill>
                <a:latin typeface="Audiowide"/>
                <a:ea typeface="Audiowide"/>
                <a:cs typeface="Audiowide"/>
                <a:sym typeface="Audiowide"/>
              </a:rPr>
              <a:t>40</a:t>
            </a:r>
            <a:r>
              <a:rPr lang="en" sz="3000">
                <a:solidFill>
                  <a:schemeClr val="dk1"/>
                </a:solidFill>
                <a:latin typeface="Audiowide"/>
                <a:ea typeface="Audiowide"/>
                <a:cs typeface="Audiowide"/>
                <a:sym typeface="Audiowide"/>
              </a:rPr>
              <a:t>%</a:t>
            </a:r>
            <a:endParaRPr sz="3000">
              <a:solidFill>
                <a:schemeClr val="dk1"/>
              </a:solidFill>
              <a:latin typeface="Audiowide"/>
              <a:ea typeface="Audiowide"/>
              <a:cs typeface="Audiowide"/>
              <a:sym typeface="Audiowide"/>
            </a:endParaRPr>
          </a:p>
        </p:txBody>
      </p:sp>
      <p:sp>
        <p:nvSpPr>
          <p:cNvPr id="1476" name="Google Shape;1476;p53"/>
          <p:cNvSpPr txBox="1"/>
          <p:nvPr/>
        </p:nvSpPr>
        <p:spPr>
          <a:xfrm>
            <a:off x="6390825" y="3147150"/>
            <a:ext cx="1457400" cy="6465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3000">
                <a:solidFill>
                  <a:schemeClr val="dk1"/>
                </a:solidFill>
                <a:latin typeface="Audiowide"/>
                <a:ea typeface="Audiowide"/>
                <a:cs typeface="Audiowide"/>
                <a:sym typeface="Audiowide"/>
              </a:rPr>
              <a:t>20</a:t>
            </a:r>
            <a:r>
              <a:rPr lang="en" sz="3000">
                <a:solidFill>
                  <a:schemeClr val="dk1"/>
                </a:solidFill>
                <a:latin typeface="Audiowide"/>
                <a:ea typeface="Audiowide"/>
                <a:cs typeface="Audiowide"/>
                <a:sym typeface="Audiowide"/>
              </a:rPr>
              <a:t>%</a:t>
            </a:r>
            <a:endParaRPr sz="3000">
              <a:solidFill>
                <a:schemeClr val="dk1"/>
              </a:solidFill>
              <a:latin typeface="Audiowide"/>
              <a:ea typeface="Audiowide"/>
              <a:cs typeface="Audiowide"/>
              <a:sym typeface="Audiowide"/>
            </a:endParaRPr>
          </a:p>
        </p:txBody>
      </p:sp>
      <p:sp>
        <p:nvSpPr>
          <p:cNvPr id="1477" name="Google Shape;1477;p53"/>
          <p:cNvSpPr txBox="1"/>
          <p:nvPr/>
        </p:nvSpPr>
        <p:spPr>
          <a:xfrm>
            <a:off x="766800" y="3717550"/>
            <a:ext cx="19812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lang="en">
                <a:solidFill>
                  <a:schemeClr val="lt1"/>
                </a:solidFill>
                <a:latin typeface="Didact Gothic"/>
                <a:ea typeface="Didact Gothic"/>
                <a:cs typeface="Didact Gothic"/>
                <a:sym typeface="Didact Gothic"/>
              </a:rPr>
              <a:t>Earth is the planet we all live on</a:t>
            </a:r>
            <a:endParaRPr>
              <a:solidFill>
                <a:schemeClr val="lt1"/>
              </a:solidFill>
              <a:latin typeface="Didact Gothic"/>
              <a:ea typeface="Didact Gothic"/>
              <a:cs typeface="Didact Gothic"/>
              <a:sym typeface="Didact Gothic"/>
            </a:endParaRPr>
          </a:p>
        </p:txBody>
      </p:sp>
      <p:sp>
        <p:nvSpPr>
          <p:cNvPr id="1478" name="Google Shape;1478;p53"/>
          <p:cNvSpPr txBox="1"/>
          <p:nvPr/>
        </p:nvSpPr>
        <p:spPr>
          <a:xfrm>
            <a:off x="6396000" y="3717550"/>
            <a:ext cx="1981200" cy="615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a:solidFill>
                  <a:schemeClr val="lt1"/>
                </a:solidFill>
                <a:latin typeface="Didact Gothic"/>
                <a:ea typeface="Didact Gothic"/>
                <a:cs typeface="Didact Gothic"/>
                <a:sym typeface="Didact Gothic"/>
              </a:rPr>
              <a:t>Venus has a beautiful name and it’s hot</a:t>
            </a:r>
            <a:endParaRPr>
              <a:solidFill>
                <a:schemeClr val="lt1"/>
              </a:solidFill>
              <a:latin typeface="Didact Gothic"/>
              <a:ea typeface="Didact Gothic"/>
              <a:cs typeface="Didact Gothic"/>
              <a:sym typeface="Didact Gothic"/>
            </a:endParaRPr>
          </a:p>
        </p:txBody>
      </p:sp>
      <p:sp>
        <p:nvSpPr>
          <p:cNvPr id="1479" name="Google Shape;1479;p53"/>
          <p:cNvSpPr/>
          <p:nvPr/>
        </p:nvSpPr>
        <p:spPr>
          <a:xfrm rot="-2827331">
            <a:off x="5944808" y="2520390"/>
            <a:ext cx="314938" cy="740746"/>
          </a:xfrm>
          <a:custGeom>
            <a:rect b="b" l="l" r="r" t="t"/>
            <a:pathLst>
              <a:path extrusionOk="0" h="35671" w="15166">
                <a:moveTo>
                  <a:pt x="642" y="0"/>
                </a:moveTo>
                <a:cubicBezTo>
                  <a:pt x="316" y="0"/>
                  <a:pt x="1" y="320"/>
                  <a:pt x="208" y="688"/>
                </a:cubicBezTo>
                <a:cubicBezTo>
                  <a:pt x="5612" y="10095"/>
                  <a:pt x="8414" y="20669"/>
                  <a:pt x="8013" y="31443"/>
                </a:cubicBezTo>
                <a:cubicBezTo>
                  <a:pt x="7279" y="30676"/>
                  <a:pt x="6512" y="29942"/>
                  <a:pt x="5778" y="29175"/>
                </a:cubicBezTo>
                <a:cubicBezTo>
                  <a:pt x="5583" y="28971"/>
                  <a:pt x="5342" y="28885"/>
                  <a:pt x="5099" y="28885"/>
                </a:cubicBezTo>
                <a:cubicBezTo>
                  <a:pt x="4349" y="28885"/>
                  <a:pt x="3589" y="29712"/>
                  <a:pt x="4144" y="30443"/>
                </a:cubicBezTo>
                <a:cubicBezTo>
                  <a:pt x="5545" y="32244"/>
                  <a:pt x="7746" y="35279"/>
                  <a:pt x="10215" y="35646"/>
                </a:cubicBezTo>
                <a:cubicBezTo>
                  <a:pt x="10343" y="35662"/>
                  <a:pt x="10469" y="35670"/>
                  <a:pt x="10591" y="35670"/>
                </a:cubicBezTo>
                <a:cubicBezTo>
                  <a:pt x="12755" y="35670"/>
                  <a:pt x="13966" y="33248"/>
                  <a:pt x="14818" y="31543"/>
                </a:cubicBezTo>
                <a:cubicBezTo>
                  <a:pt x="15166" y="30848"/>
                  <a:pt x="14590" y="30061"/>
                  <a:pt x="13956" y="30061"/>
                </a:cubicBezTo>
                <a:cubicBezTo>
                  <a:pt x="13738" y="30061"/>
                  <a:pt x="13513" y="30154"/>
                  <a:pt x="13317" y="30376"/>
                </a:cubicBezTo>
                <a:cubicBezTo>
                  <a:pt x="12318" y="31522"/>
                  <a:pt x="11862" y="33031"/>
                  <a:pt x="10535" y="33031"/>
                </a:cubicBezTo>
                <a:cubicBezTo>
                  <a:pt x="10357" y="33031"/>
                  <a:pt x="10162" y="33004"/>
                  <a:pt x="9948" y="32944"/>
                </a:cubicBezTo>
                <a:cubicBezTo>
                  <a:pt x="10582" y="21303"/>
                  <a:pt x="7613" y="9861"/>
                  <a:pt x="1042" y="221"/>
                </a:cubicBezTo>
                <a:cubicBezTo>
                  <a:pt x="938" y="65"/>
                  <a:pt x="789" y="0"/>
                  <a:pt x="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3" name="Shape 1483"/>
        <p:cNvGrpSpPr/>
        <p:nvPr/>
      </p:nvGrpSpPr>
      <p:grpSpPr>
        <a:xfrm>
          <a:off x="0" y="0"/>
          <a:ext cx="0" cy="0"/>
          <a:chOff x="0" y="0"/>
          <a:chExt cx="0" cy="0"/>
        </a:xfrm>
      </p:grpSpPr>
      <p:sp>
        <p:nvSpPr>
          <p:cNvPr id="1484" name="Google Shape;1484;p54"/>
          <p:cNvSpPr txBox="1"/>
          <p:nvPr>
            <p:ph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AN INFOGRAPHIC</a:t>
            </a:r>
            <a:endParaRPr/>
          </a:p>
        </p:txBody>
      </p:sp>
      <p:grpSp>
        <p:nvGrpSpPr>
          <p:cNvPr id="1485" name="Google Shape;1485;p54"/>
          <p:cNvGrpSpPr/>
          <p:nvPr/>
        </p:nvGrpSpPr>
        <p:grpSpPr>
          <a:xfrm>
            <a:off x="1807649" y="743425"/>
            <a:ext cx="5587451" cy="70200"/>
            <a:chOff x="1807649" y="743425"/>
            <a:chExt cx="5587451" cy="70200"/>
          </a:xfrm>
        </p:grpSpPr>
        <p:sp>
          <p:nvSpPr>
            <p:cNvPr id="1486" name="Google Shape;1486;p54"/>
            <p:cNvSpPr/>
            <p:nvPr/>
          </p:nvSpPr>
          <p:spPr>
            <a:xfrm>
              <a:off x="1807649" y="754850"/>
              <a:ext cx="433500" cy="537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4"/>
            <p:cNvSpPr/>
            <p:nvPr/>
          </p:nvSpPr>
          <p:spPr>
            <a:xfrm rot="10800000">
              <a:off x="6813100" y="743425"/>
              <a:ext cx="582000" cy="70200"/>
            </a:xfrm>
            <a:prstGeom prst="round1Rect">
              <a:avLst>
                <a:gd fmla="val 50000" name="adj"/>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8" name="Google Shape;1488;p54"/>
          <p:cNvSpPr txBox="1"/>
          <p:nvPr/>
        </p:nvSpPr>
        <p:spPr>
          <a:xfrm>
            <a:off x="1469525" y="1714950"/>
            <a:ext cx="1292400" cy="492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2000">
                <a:solidFill>
                  <a:schemeClr val="dk1"/>
                </a:solidFill>
                <a:latin typeface="Audiowide"/>
                <a:ea typeface="Audiowide"/>
                <a:cs typeface="Audiowide"/>
                <a:sym typeface="Audiowide"/>
              </a:rPr>
              <a:t>STEP 1</a:t>
            </a:r>
            <a:endParaRPr sz="2000">
              <a:solidFill>
                <a:schemeClr val="dk1"/>
              </a:solidFill>
              <a:latin typeface="Audiowide"/>
              <a:ea typeface="Audiowide"/>
              <a:cs typeface="Audiowide"/>
              <a:sym typeface="Audiowide"/>
            </a:endParaRPr>
          </a:p>
        </p:txBody>
      </p:sp>
      <p:sp>
        <p:nvSpPr>
          <p:cNvPr id="1489" name="Google Shape;1489;p54"/>
          <p:cNvSpPr txBox="1"/>
          <p:nvPr/>
        </p:nvSpPr>
        <p:spPr>
          <a:xfrm>
            <a:off x="6782125" y="2440625"/>
            <a:ext cx="1292400" cy="492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lang="en" sz="2000">
                <a:solidFill>
                  <a:schemeClr val="dk1"/>
                </a:solidFill>
                <a:latin typeface="Audiowide"/>
                <a:ea typeface="Audiowide"/>
                <a:cs typeface="Audiowide"/>
                <a:sym typeface="Audiowide"/>
              </a:rPr>
              <a:t>STEP 2</a:t>
            </a:r>
            <a:endParaRPr sz="2000">
              <a:solidFill>
                <a:schemeClr val="dk1"/>
              </a:solidFill>
              <a:latin typeface="Audiowide"/>
              <a:ea typeface="Audiowide"/>
              <a:cs typeface="Audiowide"/>
              <a:sym typeface="Audiowide"/>
            </a:endParaRPr>
          </a:p>
        </p:txBody>
      </p:sp>
      <p:sp>
        <p:nvSpPr>
          <p:cNvPr id="1490" name="Google Shape;1490;p54"/>
          <p:cNvSpPr txBox="1"/>
          <p:nvPr/>
        </p:nvSpPr>
        <p:spPr>
          <a:xfrm>
            <a:off x="1069475" y="2938100"/>
            <a:ext cx="1292400" cy="492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2000">
                <a:solidFill>
                  <a:schemeClr val="dk1"/>
                </a:solidFill>
                <a:latin typeface="Audiowide"/>
                <a:ea typeface="Audiowide"/>
                <a:cs typeface="Audiowide"/>
                <a:sym typeface="Audiowide"/>
              </a:rPr>
              <a:t>STEP 3</a:t>
            </a:r>
            <a:endParaRPr sz="2000">
              <a:solidFill>
                <a:schemeClr val="dk1"/>
              </a:solidFill>
              <a:latin typeface="Audiowide"/>
              <a:ea typeface="Audiowide"/>
              <a:cs typeface="Audiowide"/>
              <a:sym typeface="Audiowide"/>
            </a:endParaRPr>
          </a:p>
        </p:txBody>
      </p:sp>
      <p:sp>
        <p:nvSpPr>
          <p:cNvPr id="1491" name="Google Shape;1491;p54"/>
          <p:cNvSpPr txBox="1"/>
          <p:nvPr/>
        </p:nvSpPr>
        <p:spPr>
          <a:xfrm>
            <a:off x="6382075" y="3634325"/>
            <a:ext cx="1292400" cy="492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lang="en" sz="2000">
                <a:solidFill>
                  <a:schemeClr val="dk1"/>
                </a:solidFill>
                <a:latin typeface="Audiowide"/>
                <a:ea typeface="Audiowide"/>
                <a:cs typeface="Audiowide"/>
                <a:sym typeface="Audiowide"/>
              </a:rPr>
              <a:t>STEP 4</a:t>
            </a:r>
            <a:endParaRPr sz="2000">
              <a:solidFill>
                <a:schemeClr val="dk1"/>
              </a:solidFill>
              <a:latin typeface="Audiowide"/>
              <a:ea typeface="Audiowide"/>
              <a:cs typeface="Audiowide"/>
              <a:sym typeface="Audiowide"/>
            </a:endParaRPr>
          </a:p>
        </p:txBody>
      </p:sp>
      <p:sp>
        <p:nvSpPr>
          <p:cNvPr id="1492" name="Google Shape;1492;p54"/>
          <p:cNvSpPr/>
          <p:nvPr/>
        </p:nvSpPr>
        <p:spPr>
          <a:xfrm>
            <a:off x="2761922" y="1498200"/>
            <a:ext cx="2089800" cy="9261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Didact Gothic"/>
                <a:ea typeface="Didact Gothic"/>
                <a:cs typeface="Didact Gothic"/>
                <a:sym typeface="Didact Gothic"/>
              </a:rPr>
              <a:t>Mercury is the closest planet to the Sun</a:t>
            </a:r>
            <a:endParaRPr>
              <a:latin typeface="Didact Gothic"/>
              <a:ea typeface="Didact Gothic"/>
              <a:cs typeface="Didact Gothic"/>
              <a:sym typeface="Didact Gothic"/>
            </a:endParaRPr>
          </a:p>
        </p:txBody>
      </p:sp>
      <p:sp>
        <p:nvSpPr>
          <p:cNvPr id="1493" name="Google Shape;1493;p54"/>
          <p:cNvSpPr/>
          <p:nvPr/>
        </p:nvSpPr>
        <p:spPr>
          <a:xfrm>
            <a:off x="2361875" y="2721350"/>
            <a:ext cx="2089800" cy="9261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Didact Gothic"/>
                <a:ea typeface="Didact Gothic"/>
                <a:cs typeface="Didact Gothic"/>
                <a:sym typeface="Didact Gothic"/>
              </a:rPr>
              <a:t>Venus has a beautiful name, but it’s hot</a:t>
            </a:r>
            <a:endParaRPr>
              <a:latin typeface="Didact Gothic"/>
              <a:ea typeface="Didact Gothic"/>
              <a:cs typeface="Didact Gothic"/>
              <a:sym typeface="Didact Gothic"/>
            </a:endParaRPr>
          </a:p>
        </p:txBody>
      </p:sp>
      <p:sp>
        <p:nvSpPr>
          <p:cNvPr id="1494" name="Google Shape;1494;p54"/>
          <p:cNvSpPr/>
          <p:nvPr/>
        </p:nvSpPr>
        <p:spPr>
          <a:xfrm>
            <a:off x="4692337" y="2194500"/>
            <a:ext cx="2089800" cy="9261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Didact Gothic"/>
                <a:ea typeface="Didact Gothic"/>
                <a:cs typeface="Didact Gothic"/>
                <a:sym typeface="Didact Gothic"/>
              </a:rPr>
              <a:t>Saturn is the ringed planet and a gas giant</a:t>
            </a:r>
            <a:endParaRPr>
              <a:latin typeface="Didact Gothic"/>
              <a:ea typeface="Didact Gothic"/>
              <a:cs typeface="Didact Gothic"/>
              <a:sym typeface="Didact Gothic"/>
            </a:endParaRPr>
          </a:p>
        </p:txBody>
      </p:sp>
      <p:sp>
        <p:nvSpPr>
          <p:cNvPr id="1495" name="Google Shape;1495;p54"/>
          <p:cNvSpPr/>
          <p:nvPr/>
        </p:nvSpPr>
        <p:spPr>
          <a:xfrm>
            <a:off x="4292275" y="3417575"/>
            <a:ext cx="2089800" cy="9261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Didact Gothic"/>
                <a:ea typeface="Didact Gothic"/>
                <a:cs typeface="Didact Gothic"/>
                <a:sym typeface="Didact Gothic"/>
              </a:rPr>
              <a:t>Neptune is the farthest planet from the Sun</a:t>
            </a:r>
            <a:endParaRPr>
              <a:latin typeface="Didact Gothic"/>
              <a:ea typeface="Didact Gothic"/>
              <a:cs typeface="Didact Gothic"/>
              <a:sym typeface="Didact Gothic"/>
            </a:endParaRPr>
          </a:p>
        </p:txBody>
      </p:sp>
      <p:grpSp>
        <p:nvGrpSpPr>
          <p:cNvPr id="1496" name="Google Shape;1496;p54"/>
          <p:cNvGrpSpPr/>
          <p:nvPr/>
        </p:nvGrpSpPr>
        <p:grpSpPr>
          <a:xfrm flipH="1" rot="-5400000">
            <a:off x="525441" y="4219503"/>
            <a:ext cx="578556" cy="189419"/>
            <a:chOff x="5925953" y="455010"/>
            <a:chExt cx="90445" cy="56211"/>
          </a:xfrm>
        </p:grpSpPr>
        <p:sp>
          <p:nvSpPr>
            <p:cNvPr id="1497" name="Google Shape;1497;p54"/>
            <p:cNvSpPr/>
            <p:nvPr/>
          </p:nvSpPr>
          <p:spPr>
            <a:xfrm rot="1073721">
              <a:off x="5944045" y="477507"/>
              <a:ext cx="72604" cy="9801"/>
            </a:xfrm>
            <a:custGeom>
              <a:rect b="b" l="l" r="r" t="t"/>
              <a:pathLst>
                <a:path extrusionOk="0" h="125" w="926">
                  <a:moveTo>
                    <a:pt x="73" y="1"/>
                  </a:moveTo>
                  <a:cubicBezTo>
                    <a:pt x="1" y="1"/>
                    <a:pt x="1" y="90"/>
                    <a:pt x="73" y="90"/>
                  </a:cubicBezTo>
                  <a:cubicBezTo>
                    <a:pt x="205" y="107"/>
                    <a:pt x="338" y="107"/>
                    <a:pt x="469" y="107"/>
                  </a:cubicBezTo>
                  <a:cubicBezTo>
                    <a:pt x="600" y="107"/>
                    <a:pt x="729" y="107"/>
                    <a:pt x="853" y="124"/>
                  </a:cubicBezTo>
                  <a:cubicBezTo>
                    <a:pt x="926" y="124"/>
                    <a:pt x="926" y="39"/>
                    <a:pt x="853" y="39"/>
                  </a:cubicBezTo>
                  <a:cubicBezTo>
                    <a:pt x="729" y="20"/>
                    <a:pt x="600" y="20"/>
                    <a:pt x="469" y="20"/>
                  </a:cubicBezTo>
                  <a:cubicBezTo>
                    <a:pt x="338" y="20"/>
                    <a:pt x="205" y="20"/>
                    <a:pt x="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4"/>
            <p:cNvSpPr/>
            <p:nvPr/>
          </p:nvSpPr>
          <p:spPr>
            <a:xfrm rot="1073721">
              <a:off x="5963351" y="462057"/>
              <a:ext cx="47200" cy="8468"/>
            </a:xfrm>
            <a:custGeom>
              <a:rect b="b" l="l" r="r" t="t"/>
              <a:pathLst>
                <a:path extrusionOk="0" h="108" w="602">
                  <a:moveTo>
                    <a:pt x="69" y="0"/>
                  </a:moveTo>
                  <a:cubicBezTo>
                    <a:pt x="1" y="0"/>
                    <a:pt x="1" y="107"/>
                    <a:pt x="69" y="107"/>
                  </a:cubicBezTo>
                  <a:cubicBezTo>
                    <a:pt x="231" y="107"/>
                    <a:pt x="388" y="90"/>
                    <a:pt x="550" y="90"/>
                  </a:cubicBezTo>
                  <a:cubicBezTo>
                    <a:pt x="602" y="90"/>
                    <a:pt x="602" y="0"/>
                    <a:pt x="5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4"/>
            <p:cNvSpPr/>
            <p:nvPr/>
          </p:nvSpPr>
          <p:spPr>
            <a:xfrm rot="1073721">
              <a:off x="5925809" y="493320"/>
              <a:ext cx="61235" cy="8703"/>
            </a:xfrm>
            <a:custGeom>
              <a:rect b="b" l="l" r="r" t="t"/>
              <a:pathLst>
                <a:path extrusionOk="0" h="111" w="781">
                  <a:moveTo>
                    <a:pt x="52" y="0"/>
                  </a:moveTo>
                  <a:cubicBezTo>
                    <a:pt x="18" y="0"/>
                    <a:pt x="1" y="17"/>
                    <a:pt x="1" y="34"/>
                  </a:cubicBezTo>
                  <a:cubicBezTo>
                    <a:pt x="1" y="73"/>
                    <a:pt x="18" y="90"/>
                    <a:pt x="52" y="90"/>
                  </a:cubicBezTo>
                  <a:cubicBezTo>
                    <a:pt x="159" y="107"/>
                    <a:pt x="269" y="111"/>
                    <a:pt x="382" y="111"/>
                  </a:cubicBezTo>
                  <a:cubicBezTo>
                    <a:pt x="495" y="111"/>
                    <a:pt x="610" y="107"/>
                    <a:pt x="725" y="107"/>
                  </a:cubicBezTo>
                  <a:cubicBezTo>
                    <a:pt x="781" y="107"/>
                    <a:pt x="781" y="17"/>
                    <a:pt x="725" y="17"/>
                  </a:cubicBezTo>
                  <a:cubicBezTo>
                    <a:pt x="495" y="17"/>
                    <a:pt x="265" y="17"/>
                    <a:pt x="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 name="Google Shape;1500;p54"/>
          <p:cNvGrpSpPr/>
          <p:nvPr/>
        </p:nvGrpSpPr>
        <p:grpSpPr>
          <a:xfrm rot="5400000">
            <a:off x="8289273" y="1142169"/>
            <a:ext cx="578556" cy="189419"/>
            <a:chOff x="5925953" y="455010"/>
            <a:chExt cx="90445" cy="56211"/>
          </a:xfrm>
        </p:grpSpPr>
        <p:sp>
          <p:nvSpPr>
            <p:cNvPr id="1501" name="Google Shape;1501;p54"/>
            <p:cNvSpPr/>
            <p:nvPr/>
          </p:nvSpPr>
          <p:spPr>
            <a:xfrm rot="1073721">
              <a:off x="5944045" y="477507"/>
              <a:ext cx="72604" cy="9801"/>
            </a:xfrm>
            <a:custGeom>
              <a:rect b="b" l="l" r="r" t="t"/>
              <a:pathLst>
                <a:path extrusionOk="0" h="125" w="926">
                  <a:moveTo>
                    <a:pt x="73" y="1"/>
                  </a:moveTo>
                  <a:cubicBezTo>
                    <a:pt x="1" y="1"/>
                    <a:pt x="1" y="90"/>
                    <a:pt x="73" y="90"/>
                  </a:cubicBezTo>
                  <a:cubicBezTo>
                    <a:pt x="205" y="107"/>
                    <a:pt x="338" y="107"/>
                    <a:pt x="469" y="107"/>
                  </a:cubicBezTo>
                  <a:cubicBezTo>
                    <a:pt x="600" y="107"/>
                    <a:pt x="729" y="107"/>
                    <a:pt x="853" y="124"/>
                  </a:cubicBezTo>
                  <a:cubicBezTo>
                    <a:pt x="926" y="124"/>
                    <a:pt x="926" y="39"/>
                    <a:pt x="853" y="39"/>
                  </a:cubicBezTo>
                  <a:cubicBezTo>
                    <a:pt x="729" y="20"/>
                    <a:pt x="600" y="20"/>
                    <a:pt x="469" y="20"/>
                  </a:cubicBezTo>
                  <a:cubicBezTo>
                    <a:pt x="338" y="20"/>
                    <a:pt x="205" y="20"/>
                    <a:pt x="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4"/>
            <p:cNvSpPr/>
            <p:nvPr/>
          </p:nvSpPr>
          <p:spPr>
            <a:xfrm rot="1073721">
              <a:off x="5963351" y="462057"/>
              <a:ext cx="47200" cy="8468"/>
            </a:xfrm>
            <a:custGeom>
              <a:rect b="b" l="l" r="r" t="t"/>
              <a:pathLst>
                <a:path extrusionOk="0" h="108" w="602">
                  <a:moveTo>
                    <a:pt x="69" y="0"/>
                  </a:moveTo>
                  <a:cubicBezTo>
                    <a:pt x="1" y="0"/>
                    <a:pt x="1" y="107"/>
                    <a:pt x="69" y="107"/>
                  </a:cubicBezTo>
                  <a:cubicBezTo>
                    <a:pt x="231" y="107"/>
                    <a:pt x="388" y="90"/>
                    <a:pt x="550" y="90"/>
                  </a:cubicBezTo>
                  <a:cubicBezTo>
                    <a:pt x="602" y="90"/>
                    <a:pt x="602" y="0"/>
                    <a:pt x="5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4"/>
            <p:cNvSpPr/>
            <p:nvPr/>
          </p:nvSpPr>
          <p:spPr>
            <a:xfrm rot="1073721">
              <a:off x="5925809" y="493320"/>
              <a:ext cx="61235" cy="8703"/>
            </a:xfrm>
            <a:custGeom>
              <a:rect b="b" l="l" r="r" t="t"/>
              <a:pathLst>
                <a:path extrusionOk="0" h="111" w="781">
                  <a:moveTo>
                    <a:pt x="52" y="0"/>
                  </a:moveTo>
                  <a:cubicBezTo>
                    <a:pt x="18" y="0"/>
                    <a:pt x="1" y="17"/>
                    <a:pt x="1" y="34"/>
                  </a:cubicBezTo>
                  <a:cubicBezTo>
                    <a:pt x="1" y="73"/>
                    <a:pt x="18" y="90"/>
                    <a:pt x="52" y="90"/>
                  </a:cubicBezTo>
                  <a:cubicBezTo>
                    <a:pt x="159" y="107"/>
                    <a:pt x="269" y="111"/>
                    <a:pt x="382" y="111"/>
                  </a:cubicBezTo>
                  <a:cubicBezTo>
                    <a:pt x="495" y="111"/>
                    <a:pt x="610" y="107"/>
                    <a:pt x="725" y="107"/>
                  </a:cubicBezTo>
                  <a:cubicBezTo>
                    <a:pt x="781" y="107"/>
                    <a:pt x="781" y="17"/>
                    <a:pt x="725" y="17"/>
                  </a:cubicBezTo>
                  <a:cubicBezTo>
                    <a:pt x="495" y="17"/>
                    <a:pt x="265" y="17"/>
                    <a:pt x="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 name="Google Shape;1504;p54"/>
          <p:cNvGrpSpPr/>
          <p:nvPr/>
        </p:nvGrpSpPr>
        <p:grpSpPr>
          <a:xfrm>
            <a:off x="512506" y="636214"/>
            <a:ext cx="414972" cy="424321"/>
            <a:chOff x="512507" y="636214"/>
            <a:chExt cx="414972" cy="424321"/>
          </a:xfrm>
        </p:grpSpPr>
        <p:sp>
          <p:nvSpPr>
            <p:cNvPr id="1505" name="Google Shape;1505;p54"/>
            <p:cNvSpPr/>
            <p:nvPr/>
          </p:nvSpPr>
          <p:spPr>
            <a:xfrm rot="-4500029">
              <a:off x="807542" y="648278"/>
              <a:ext cx="107763" cy="107897"/>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4"/>
            <p:cNvSpPr/>
            <p:nvPr/>
          </p:nvSpPr>
          <p:spPr>
            <a:xfrm rot="-4500128">
              <a:off x="695295" y="828370"/>
              <a:ext cx="208715" cy="208715"/>
            </a:xfrm>
            <a:custGeom>
              <a:rect b="b" l="l" r="r" t="t"/>
              <a:pathLst>
                <a:path extrusionOk="0" h="6535" w="6535">
                  <a:moveTo>
                    <a:pt x="3269" y="0"/>
                  </a:moveTo>
                  <a:cubicBezTo>
                    <a:pt x="1458" y="0"/>
                    <a:pt x="0" y="1454"/>
                    <a:pt x="0" y="3265"/>
                  </a:cubicBezTo>
                  <a:cubicBezTo>
                    <a:pt x="0" y="5077"/>
                    <a:pt x="1458" y="6534"/>
                    <a:pt x="3269" y="6534"/>
                  </a:cubicBezTo>
                  <a:cubicBezTo>
                    <a:pt x="5081" y="6534"/>
                    <a:pt x="6534" y="5077"/>
                    <a:pt x="6534" y="3265"/>
                  </a:cubicBezTo>
                  <a:cubicBezTo>
                    <a:pt x="6534" y="1454"/>
                    <a:pt x="5081" y="0"/>
                    <a:pt x="3269" y="0"/>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4"/>
            <p:cNvSpPr/>
            <p:nvPr/>
          </p:nvSpPr>
          <p:spPr>
            <a:xfrm rot="-4500018">
              <a:off x="527539" y="691436"/>
              <a:ext cx="143522" cy="141254"/>
            </a:xfrm>
            <a:custGeom>
              <a:rect b="b" l="l" r="r" t="t"/>
              <a:pathLst>
                <a:path extrusionOk="0" h="1139" w="1157">
                  <a:moveTo>
                    <a:pt x="500" y="321"/>
                  </a:moveTo>
                  <a:lnTo>
                    <a:pt x="572" y="1"/>
                  </a:lnTo>
                  <a:lnTo>
                    <a:pt x="657" y="321"/>
                  </a:lnTo>
                  <a:cubicBezTo>
                    <a:pt x="679" y="410"/>
                    <a:pt x="747" y="461"/>
                    <a:pt x="819" y="483"/>
                  </a:cubicBezTo>
                  <a:lnTo>
                    <a:pt x="1156" y="568"/>
                  </a:lnTo>
                  <a:lnTo>
                    <a:pt x="819" y="657"/>
                  </a:lnTo>
                  <a:cubicBezTo>
                    <a:pt x="747" y="674"/>
                    <a:pt x="679" y="747"/>
                    <a:pt x="657" y="819"/>
                  </a:cubicBezTo>
                  <a:lnTo>
                    <a:pt x="572" y="1139"/>
                  </a:lnTo>
                  <a:lnTo>
                    <a:pt x="483" y="819"/>
                  </a:lnTo>
                  <a:cubicBezTo>
                    <a:pt x="466" y="747"/>
                    <a:pt x="410" y="674"/>
                    <a:pt x="321" y="657"/>
                  </a:cubicBezTo>
                  <a:lnTo>
                    <a:pt x="1" y="568"/>
                  </a:lnTo>
                  <a:lnTo>
                    <a:pt x="321" y="483"/>
                  </a:lnTo>
                  <a:cubicBezTo>
                    <a:pt x="410" y="461"/>
                    <a:pt x="466" y="393"/>
                    <a:pt x="500" y="3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1" name="Shape 1511"/>
        <p:cNvGrpSpPr/>
        <p:nvPr/>
      </p:nvGrpSpPr>
      <p:grpSpPr>
        <a:xfrm>
          <a:off x="0" y="0"/>
          <a:ext cx="0" cy="0"/>
          <a:chOff x="0" y="0"/>
          <a:chExt cx="0" cy="0"/>
        </a:xfrm>
      </p:grpSpPr>
      <p:sp>
        <p:nvSpPr>
          <p:cNvPr id="1512" name="Google Shape;1512;p55"/>
          <p:cNvSpPr/>
          <p:nvPr/>
        </p:nvSpPr>
        <p:spPr>
          <a:xfrm>
            <a:off x="762000" y="2064935"/>
            <a:ext cx="9402025" cy="683675"/>
          </a:xfrm>
          <a:custGeom>
            <a:rect b="b" l="l" r="r" t="t"/>
            <a:pathLst>
              <a:path extrusionOk="0" h="27347" w="376081">
                <a:moveTo>
                  <a:pt x="0" y="25259"/>
                </a:moveTo>
                <a:cubicBezTo>
                  <a:pt x="17971" y="23291"/>
                  <a:pt x="69977" y="13136"/>
                  <a:pt x="107823" y="13448"/>
                </a:cubicBezTo>
                <a:cubicBezTo>
                  <a:pt x="145669" y="13760"/>
                  <a:pt x="191453" y="29354"/>
                  <a:pt x="227076" y="27131"/>
                </a:cubicBezTo>
                <a:cubicBezTo>
                  <a:pt x="262700" y="24909"/>
                  <a:pt x="297752" y="1695"/>
                  <a:pt x="321564" y="113"/>
                </a:cubicBezTo>
                <a:cubicBezTo>
                  <a:pt x="345377" y="-1469"/>
                  <a:pt x="360871" y="14083"/>
                  <a:pt x="369951" y="17639"/>
                </a:cubicBezTo>
                <a:cubicBezTo>
                  <a:pt x="379032" y="21195"/>
                  <a:pt x="375031" y="20814"/>
                  <a:pt x="376047" y="21449"/>
                </a:cubicBezTo>
              </a:path>
            </a:pathLst>
          </a:custGeom>
          <a:noFill/>
          <a:ln cap="rnd" cmpd="sng" w="28575">
            <a:solidFill>
              <a:schemeClr val="lt1"/>
            </a:solidFill>
            <a:prstDash val="solid"/>
            <a:round/>
            <a:headEnd len="med" w="med" type="none"/>
            <a:tailEnd len="med" w="med" type="none"/>
          </a:ln>
        </p:spPr>
      </p:sp>
      <p:sp>
        <p:nvSpPr>
          <p:cNvPr id="1513" name="Google Shape;1513;p55"/>
          <p:cNvSpPr txBox="1"/>
          <p:nvPr>
            <p:ph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700"/>
              <a:t>THIS IS A TIMELINE</a:t>
            </a:r>
            <a:endParaRPr sz="2700"/>
          </a:p>
        </p:txBody>
      </p:sp>
      <p:grpSp>
        <p:nvGrpSpPr>
          <p:cNvPr id="1514" name="Google Shape;1514;p55"/>
          <p:cNvGrpSpPr/>
          <p:nvPr/>
        </p:nvGrpSpPr>
        <p:grpSpPr>
          <a:xfrm>
            <a:off x="2391350" y="545988"/>
            <a:ext cx="4407700" cy="262562"/>
            <a:chOff x="2391350" y="545988"/>
            <a:chExt cx="4407700" cy="262562"/>
          </a:xfrm>
        </p:grpSpPr>
        <p:sp>
          <p:nvSpPr>
            <p:cNvPr id="1515" name="Google Shape;1515;p55"/>
            <p:cNvSpPr/>
            <p:nvPr/>
          </p:nvSpPr>
          <p:spPr>
            <a:xfrm>
              <a:off x="2391350" y="754850"/>
              <a:ext cx="473400" cy="537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5"/>
            <p:cNvSpPr/>
            <p:nvPr/>
          </p:nvSpPr>
          <p:spPr>
            <a:xfrm flipH="1">
              <a:off x="6190650" y="545988"/>
              <a:ext cx="608400" cy="62400"/>
            </a:xfrm>
            <a:prstGeom prst="round1Rect">
              <a:avLst>
                <a:gd fmla="val 50000" name="adj"/>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 name="Google Shape;1517;p55"/>
          <p:cNvGrpSpPr/>
          <p:nvPr/>
        </p:nvGrpSpPr>
        <p:grpSpPr>
          <a:xfrm rot="1598840">
            <a:off x="4191918" y="2165289"/>
            <a:ext cx="930842" cy="661984"/>
            <a:chOff x="-4416649" y="4603505"/>
            <a:chExt cx="1107082" cy="787319"/>
          </a:xfrm>
        </p:grpSpPr>
        <p:grpSp>
          <p:nvGrpSpPr>
            <p:cNvPr id="1518" name="Google Shape;1518;p55"/>
            <p:cNvGrpSpPr/>
            <p:nvPr/>
          </p:nvGrpSpPr>
          <p:grpSpPr>
            <a:xfrm>
              <a:off x="-4102891" y="4603505"/>
              <a:ext cx="177992" cy="219912"/>
              <a:chOff x="-4102891" y="4603505"/>
              <a:chExt cx="177992" cy="219912"/>
            </a:xfrm>
          </p:grpSpPr>
          <p:sp>
            <p:nvSpPr>
              <p:cNvPr id="1519" name="Google Shape;1519;p55"/>
              <p:cNvSpPr/>
              <p:nvPr/>
            </p:nvSpPr>
            <p:spPr>
              <a:xfrm rot="-1369328">
                <a:off x="-4045671" y="4641572"/>
                <a:ext cx="19765" cy="122847"/>
              </a:xfrm>
              <a:custGeom>
                <a:rect b="b" l="l" r="r" t="t"/>
                <a:pathLst>
                  <a:path extrusionOk="0" h="1013" w="163">
                    <a:moveTo>
                      <a:pt x="82" y="0"/>
                    </a:moveTo>
                    <a:cubicBezTo>
                      <a:pt x="41" y="0"/>
                      <a:pt x="1" y="27"/>
                      <a:pt x="1" y="80"/>
                    </a:cubicBezTo>
                    <a:lnTo>
                      <a:pt x="1" y="933"/>
                    </a:lnTo>
                    <a:cubicBezTo>
                      <a:pt x="1" y="986"/>
                      <a:pt x="41" y="1013"/>
                      <a:pt x="82" y="1013"/>
                    </a:cubicBezTo>
                    <a:cubicBezTo>
                      <a:pt x="122" y="1013"/>
                      <a:pt x="163" y="986"/>
                      <a:pt x="163" y="933"/>
                    </a:cubicBezTo>
                    <a:lnTo>
                      <a:pt x="163" y="80"/>
                    </a:lnTo>
                    <a:cubicBezTo>
                      <a:pt x="163" y="27"/>
                      <a:pt x="122" y="0"/>
                      <a:pt x="82" y="0"/>
                    </a:cubicBezTo>
                    <a:close/>
                  </a:path>
                </a:pathLst>
              </a:cu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5"/>
              <p:cNvSpPr/>
              <p:nvPr/>
            </p:nvSpPr>
            <p:spPr>
              <a:xfrm rot="-1369328">
                <a:off x="-4091870" y="4613289"/>
                <a:ext cx="62569" cy="60029"/>
              </a:xfrm>
              <a:custGeom>
                <a:rect b="b" l="l" r="r" t="t"/>
                <a:pathLst>
                  <a:path extrusionOk="0" h="495" w="516">
                    <a:moveTo>
                      <a:pt x="247" y="0"/>
                    </a:moveTo>
                    <a:cubicBezTo>
                      <a:pt x="124" y="0"/>
                      <a:pt x="0" y="107"/>
                      <a:pt x="0" y="248"/>
                    </a:cubicBezTo>
                    <a:cubicBezTo>
                      <a:pt x="0" y="388"/>
                      <a:pt x="124" y="495"/>
                      <a:pt x="247" y="495"/>
                    </a:cubicBezTo>
                    <a:cubicBezTo>
                      <a:pt x="388" y="495"/>
                      <a:pt x="516" y="388"/>
                      <a:pt x="516" y="248"/>
                    </a:cubicBezTo>
                    <a:cubicBezTo>
                      <a:pt x="516" y="107"/>
                      <a:pt x="388" y="0"/>
                      <a:pt x="247" y="0"/>
                    </a:cubicBezTo>
                    <a:close/>
                  </a:path>
                </a:pathLst>
              </a:cu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5"/>
              <p:cNvSpPr/>
              <p:nvPr/>
            </p:nvSpPr>
            <p:spPr>
              <a:xfrm rot="-1369328">
                <a:off x="-4090524" y="4723819"/>
                <a:ext cx="157878" cy="71792"/>
              </a:xfrm>
              <a:custGeom>
                <a:rect b="b" l="l" r="r" t="t"/>
                <a:pathLst>
                  <a:path extrusionOk="0" h="592" w="1302">
                    <a:moveTo>
                      <a:pt x="636" y="1"/>
                    </a:moveTo>
                    <a:cubicBezTo>
                      <a:pt x="457" y="1"/>
                      <a:pt x="281" y="54"/>
                      <a:pt x="163" y="158"/>
                    </a:cubicBezTo>
                    <a:cubicBezTo>
                      <a:pt x="56" y="248"/>
                      <a:pt x="1" y="393"/>
                      <a:pt x="1" y="550"/>
                    </a:cubicBezTo>
                    <a:cubicBezTo>
                      <a:pt x="1" y="578"/>
                      <a:pt x="19" y="592"/>
                      <a:pt x="37" y="592"/>
                    </a:cubicBezTo>
                    <a:cubicBezTo>
                      <a:pt x="55" y="592"/>
                      <a:pt x="73" y="578"/>
                      <a:pt x="73" y="550"/>
                    </a:cubicBezTo>
                    <a:cubicBezTo>
                      <a:pt x="84" y="233"/>
                      <a:pt x="360" y="75"/>
                      <a:pt x="642" y="75"/>
                    </a:cubicBezTo>
                    <a:cubicBezTo>
                      <a:pt x="804" y="75"/>
                      <a:pt x="967" y="127"/>
                      <a:pt x="1084" y="231"/>
                    </a:cubicBezTo>
                    <a:cubicBezTo>
                      <a:pt x="1173" y="320"/>
                      <a:pt x="1207" y="427"/>
                      <a:pt x="1207" y="550"/>
                    </a:cubicBezTo>
                    <a:cubicBezTo>
                      <a:pt x="1199" y="578"/>
                      <a:pt x="1217" y="592"/>
                      <a:pt x="1237" y="592"/>
                    </a:cubicBezTo>
                    <a:cubicBezTo>
                      <a:pt x="1257" y="592"/>
                      <a:pt x="1280" y="578"/>
                      <a:pt x="1280" y="550"/>
                    </a:cubicBezTo>
                    <a:cubicBezTo>
                      <a:pt x="1302" y="182"/>
                      <a:pt x="966" y="1"/>
                      <a:pt x="636" y="1"/>
                    </a:cubicBezTo>
                    <a:close/>
                  </a:path>
                </a:pathLst>
              </a:cu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5"/>
              <p:cNvSpPr/>
              <p:nvPr/>
            </p:nvSpPr>
            <p:spPr>
              <a:xfrm rot="-1369328">
                <a:off x="-4091633" y="4702874"/>
                <a:ext cx="151087" cy="88528"/>
              </a:xfrm>
              <a:custGeom>
                <a:rect b="b" l="l" r="r" t="t"/>
                <a:pathLst>
                  <a:path extrusionOk="0" h="730" w="1246">
                    <a:moveTo>
                      <a:pt x="1" y="729"/>
                    </a:moveTo>
                    <a:cubicBezTo>
                      <a:pt x="1" y="1"/>
                      <a:pt x="1246" y="90"/>
                      <a:pt x="1211" y="7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3" name="Google Shape;1523;p55"/>
            <p:cNvSpPr/>
            <p:nvPr/>
          </p:nvSpPr>
          <p:spPr>
            <a:xfrm>
              <a:off x="-4215277" y="5012198"/>
              <a:ext cx="772727" cy="375048"/>
            </a:xfrm>
            <a:custGeom>
              <a:rect b="b" l="l" r="r" t="t"/>
              <a:pathLst>
                <a:path extrusionOk="0" h="6811" w="14033">
                  <a:moveTo>
                    <a:pt x="14032" y="0"/>
                  </a:moveTo>
                  <a:lnTo>
                    <a:pt x="0" y="4301"/>
                  </a:lnTo>
                  <a:cubicBezTo>
                    <a:pt x="1080" y="5496"/>
                    <a:pt x="3363" y="6811"/>
                    <a:pt x="5906" y="6811"/>
                  </a:cubicBezTo>
                  <a:cubicBezTo>
                    <a:pt x="8726" y="6811"/>
                    <a:pt x="11865" y="5193"/>
                    <a:pt x="140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5"/>
            <p:cNvSpPr/>
            <p:nvPr/>
          </p:nvSpPr>
          <p:spPr>
            <a:xfrm>
              <a:off x="-4218086" y="5010326"/>
              <a:ext cx="779500" cy="380499"/>
            </a:xfrm>
            <a:custGeom>
              <a:rect b="b" l="l" r="r" t="t"/>
              <a:pathLst>
                <a:path extrusionOk="0" h="6910" w="14156">
                  <a:moveTo>
                    <a:pt x="14011" y="0"/>
                  </a:moveTo>
                  <a:cubicBezTo>
                    <a:pt x="12928" y="2592"/>
                    <a:pt x="11615" y="4280"/>
                    <a:pt x="10230" y="5328"/>
                  </a:cubicBezTo>
                  <a:cubicBezTo>
                    <a:pt x="8828" y="6377"/>
                    <a:pt x="7353" y="6769"/>
                    <a:pt x="5950" y="6769"/>
                  </a:cubicBezTo>
                  <a:cubicBezTo>
                    <a:pt x="4689" y="6769"/>
                    <a:pt x="3500" y="6449"/>
                    <a:pt x="2485" y="5968"/>
                  </a:cubicBezTo>
                  <a:cubicBezTo>
                    <a:pt x="1475" y="5490"/>
                    <a:pt x="639" y="4868"/>
                    <a:pt x="107" y="4280"/>
                  </a:cubicBezTo>
                  <a:lnTo>
                    <a:pt x="0" y="4369"/>
                  </a:lnTo>
                  <a:cubicBezTo>
                    <a:pt x="550" y="4992"/>
                    <a:pt x="1385" y="5614"/>
                    <a:pt x="2413" y="6091"/>
                  </a:cubicBezTo>
                  <a:cubicBezTo>
                    <a:pt x="3461" y="6590"/>
                    <a:pt x="4672" y="6910"/>
                    <a:pt x="5950" y="6910"/>
                  </a:cubicBezTo>
                  <a:cubicBezTo>
                    <a:pt x="7387" y="6910"/>
                    <a:pt x="8879" y="6500"/>
                    <a:pt x="10298" y="5435"/>
                  </a:cubicBezTo>
                  <a:cubicBezTo>
                    <a:pt x="11722" y="4386"/>
                    <a:pt x="13052" y="2664"/>
                    <a:pt x="14155" y="56"/>
                  </a:cubicBezTo>
                  <a:lnTo>
                    <a:pt x="140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5"/>
            <p:cNvSpPr/>
            <p:nvPr/>
          </p:nvSpPr>
          <p:spPr>
            <a:xfrm>
              <a:off x="-4416649" y="4895351"/>
              <a:ext cx="1107082" cy="477964"/>
            </a:xfrm>
            <a:custGeom>
              <a:rect b="b" l="l" r="r" t="t"/>
              <a:pathLst>
                <a:path extrusionOk="0" h="8680" w="20105">
                  <a:moveTo>
                    <a:pt x="13515" y="1"/>
                  </a:moveTo>
                  <a:cubicBezTo>
                    <a:pt x="12715" y="1"/>
                    <a:pt x="12165" y="30"/>
                    <a:pt x="12165" y="30"/>
                  </a:cubicBezTo>
                  <a:lnTo>
                    <a:pt x="5827" y="1291"/>
                  </a:lnTo>
                  <a:cubicBezTo>
                    <a:pt x="5452" y="1483"/>
                    <a:pt x="0" y="4237"/>
                    <a:pt x="320" y="6031"/>
                  </a:cubicBezTo>
                  <a:cubicBezTo>
                    <a:pt x="492" y="7872"/>
                    <a:pt x="2929" y="8679"/>
                    <a:pt x="6014" y="8679"/>
                  </a:cubicBezTo>
                  <a:cubicBezTo>
                    <a:pt x="11885" y="8679"/>
                    <a:pt x="20105" y="5758"/>
                    <a:pt x="19535" y="1483"/>
                  </a:cubicBezTo>
                  <a:cubicBezTo>
                    <a:pt x="19165" y="185"/>
                    <a:pt x="15540" y="1"/>
                    <a:pt x="13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5"/>
            <p:cNvSpPr/>
            <p:nvPr/>
          </p:nvSpPr>
          <p:spPr>
            <a:xfrm>
              <a:off x="-4403984" y="4892047"/>
              <a:ext cx="1068922" cy="485178"/>
            </a:xfrm>
            <a:custGeom>
              <a:rect b="b" l="l" r="r" t="t"/>
              <a:pathLst>
                <a:path extrusionOk="0" h="8811" w="19412">
                  <a:moveTo>
                    <a:pt x="13303" y="0"/>
                  </a:moveTo>
                  <a:cubicBezTo>
                    <a:pt x="12485" y="0"/>
                    <a:pt x="11935" y="17"/>
                    <a:pt x="11935" y="17"/>
                  </a:cubicBezTo>
                  <a:lnTo>
                    <a:pt x="11935" y="158"/>
                  </a:lnTo>
                  <a:lnTo>
                    <a:pt x="12042" y="158"/>
                  </a:lnTo>
                  <a:cubicBezTo>
                    <a:pt x="12221" y="158"/>
                    <a:pt x="12698" y="141"/>
                    <a:pt x="13303" y="141"/>
                  </a:cubicBezTo>
                  <a:cubicBezTo>
                    <a:pt x="14313" y="141"/>
                    <a:pt x="15720" y="179"/>
                    <a:pt x="16909" y="392"/>
                  </a:cubicBezTo>
                  <a:cubicBezTo>
                    <a:pt x="17510" y="499"/>
                    <a:pt x="18043" y="639"/>
                    <a:pt x="18469" y="835"/>
                  </a:cubicBezTo>
                  <a:cubicBezTo>
                    <a:pt x="18665" y="925"/>
                    <a:pt x="18844" y="1032"/>
                    <a:pt x="18968" y="1155"/>
                  </a:cubicBezTo>
                  <a:cubicBezTo>
                    <a:pt x="19109" y="1279"/>
                    <a:pt x="19198" y="1419"/>
                    <a:pt x="19236" y="1564"/>
                  </a:cubicBezTo>
                  <a:lnTo>
                    <a:pt x="19239" y="1564"/>
                  </a:lnTo>
                  <a:lnTo>
                    <a:pt x="19239" y="1564"/>
                  </a:lnTo>
                  <a:cubicBezTo>
                    <a:pt x="19255" y="1701"/>
                    <a:pt x="19271" y="1835"/>
                    <a:pt x="19271" y="1969"/>
                  </a:cubicBezTo>
                  <a:cubicBezTo>
                    <a:pt x="19271" y="2950"/>
                    <a:pt x="18772" y="3870"/>
                    <a:pt x="17958" y="4689"/>
                  </a:cubicBezTo>
                  <a:cubicBezTo>
                    <a:pt x="16730" y="5895"/>
                    <a:pt x="14740" y="6909"/>
                    <a:pt x="12540" y="7600"/>
                  </a:cubicBezTo>
                  <a:cubicBezTo>
                    <a:pt x="10337" y="8295"/>
                    <a:pt x="7886" y="8665"/>
                    <a:pt x="5772" y="8665"/>
                  </a:cubicBezTo>
                  <a:cubicBezTo>
                    <a:pt x="4246" y="8665"/>
                    <a:pt x="2860" y="8469"/>
                    <a:pt x="1867" y="8043"/>
                  </a:cubicBezTo>
                  <a:cubicBezTo>
                    <a:pt x="1369" y="7830"/>
                    <a:pt x="959" y="7566"/>
                    <a:pt x="657" y="7246"/>
                  </a:cubicBezTo>
                  <a:cubicBezTo>
                    <a:pt x="375" y="6909"/>
                    <a:pt x="196" y="6534"/>
                    <a:pt x="162" y="6091"/>
                  </a:cubicBezTo>
                  <a:cubicBezTo>
                    <a:pt x="141" y="6040"/>
                    <a:pt x="141" y="5984"/>
                    <a:pt x="141" y="5950"/>
                  </a:cubicBezTo>
                  <a:cubicBezTo>
                    <a:pt x="141" y="5737"/>
                    <a:pt x="213" y="5507"/>
                    <a:pt x="354" y="5273"/>
                  </a:cubicBezTo>
                  <a:cubicBezTo>
                    <a:pt x="589" y="4868"/>
                    <a:pt x="1032" y="4420"/>
                    <a:pt x="1548" y="3994"/>
                  </a:cubicBezTo>
                  <a:cubicBezTo>
                    <a:pt x="2311" y="3355"/>
                    <a:pt x="3287" y="2736"/>
                    <a:pt x="4084" y="2272"/>
                  </a:cubicBezTo>
                  <a:cubicBezTo>
                    <a:pt x="4885" y="1794"/>
                    <a:pt x="5507" y="1475"/>
                    <a:pt x="5631" y="1419"/>
                  </a:cubicBezTo>
                  <a:lnTo>
                    <a:pt x="5576" y="1296"/>
                  </a:lnTo>
                  <a:cubicBezTo>
                    <a:pt x="5384" y="1385"/>
                    <a:pt x="3998" y="2076"/>
                    <a:pt x="2664" y="2984"/>
                  </a:cubicBezTo>
                  <a:cubicBezTo>
                    <a:pt x="1991" y="3444"/>
                    <a:pt x="1334" y="3943"/>
                    <a:pt x="836" y="4441"/>
                  </a:cubicBezTo>
                  <a:cubicBezTo>
                    <a:pt x="589" y="4706"/>
                    <a:pt x="375" y="4953"/>
                    <a:pt x="230" y="5204"/>
                  </a:cubicBezTo>
                  <a:cubicBezTo>
                    <a:pt x="90" y="5452"/>
                    <a:pt x="0" y="5699"/>
                    <a:pt x="0" y="5950"/>
                  </a:cubicBezTo>
                  <a:cubicBezTo>
                    <a:pt x="0" y="6001"/>
                    <a:pt x="0" y="6057"/>
                    <a:pt x="17" y="6108"/>
                  </a:cubicBezTo>
                  <a:cubicBezTo>
                    <a:pt x="56" y="6573"/>
                    <a:pt x="248" y="6999"/>
                    <a:pt x="550" y="7336"/>
                  </a:cubicBezTo>
                  <a:cubicBezTo>
                    <a:pt x="1032" y="7851"/>
                    <a:pt x="1739" y="8222"/>
                    <a:pt x="2647" y="8452"/>
                  </a:cubicBezTo>
                  <a:cubicBezTo>
                    <a:pt x="3534" y="8704"/>
                    <a:pt x="4616" y="8810"/>
                    <a:pt x="5772" y="8810"/>
                  </a:cubicBezTo>
                  <a:cubicBezTo>
                    <a:pt x="8632" y="8810"/>
                    <a:pt x="12024" y="8133"/>
                    <a:pt x="14706" y="6943"/>
                  </a:cubicBezTo>
                  <a:cubicBezTo>
                    <a:pt x="16057" y="6338"/>
                    <a:pt x="17229" y="5614"/>
                    <a:pt x="18064" y="4778"/>
                  </a:cubicBezTo>
                  <a:cubicBezTo>
                    <a:pt x="18895" y="3943"/>
                    <a:pt x="19411" y="3001"/>
                    <a:pt x="19411" y="1969"/>
                  </a:cubicBezTo>
                  <a:cubicBezTo>
                    <a:pt x="19411" y="1829"/>
                    <a:pt x="19394" y="1671"/>
                    <a:pt x="19377" y="1526"/>
                  </a:cubicBezTo>
                  <a:cubicBezTo>
                    <a:pt x="19322" y="1351"/>
                    <a:pt x="19215" y="1189"/>
                    <a:pt x="19074" y="1049"/>
                  </a:cubicBezTo>
                  <a:cubicBezTo>
                    <a:pt x="18810" y="818"/>
                    <a:pt x="18435" y="639"/>
                    <a:pt x="17992" y="499"/>
                  </a:cubicBezTo>
                  <a:cubicBezTo>
                    <a:pt x="17318" y="286"/>
                    <a:pt x="16483" y="158"/>
                    <a:pt x="15648" y="90"/>
                  </a:cubicBezTo>
                  <a:cubicBezTo>
                    <a:pt x="14812" y="17"/>
                    <a:pt x="13977" y="0"/>
                    <a:pt x="133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5"/>
            <p:cNvSpPr/>
            <p:nvPr/>
          </p:nvSpPr>
          <p:spPr>
            <a:xfrm>
              <a:off x="-4257292" y="4745410"/>
              <a:ext cx="697343" cy="396853"/>
            </a:xfrm>
            <a:custGeom>
              <a:rect b="b" l="l" r="r" t="t"/>
              <a:pathLst>
                <a:path extrusionOk="0" h="7207" w="12664">
                  <a:moveTo>
                    <a:pt x="6980" y="1"/>
                  </a:moveTo>
                  <a:cubicBezTo>
                    <a:pt x="6468" y="1"/>
                    <a:pt x="5944" y="56"/>
                    <a:pt x="5418" y="178"/>
                  </a:cubicBezTo>
                  <a:cubicBezTo>
                    <a:pt x="2114" y="958"/>
                    <a:pt x="0" y="4065"/>
                    <a:pt x="354" y="5557"/>
                  </a:cubicBezTo>
                  <a:cubicBezTo>
                    <a:pt x="594" y="6605"/>
                    <a:pt x="2126" y="7207"/>
                    <a:pt x="4161" y="7207"/>
                  </a:cubicBezTo>
                  <a:cubicBezTo>
                    <a:pt x="5024" y="7207"/>
                    <a:pt x="5977" y="7098"/>
                    <a:pt x="6961" y="6870"/>
                  </a:cubicBezTo>
                  <a:cubicBezTo>
                    <a:pt x="10264" y="6107"/>
                    <a:pt x="12664" y="4278"/>
                    <a:pt x="12327" y="2787"/>
                  </a:cubicBezTo>
                  <a:cubicBezTo>
                    <a:pt x="12026" y="1532"/>
                    <a:pt x="9682" y="1"/>
                    <a:pt x="69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5"/>
            <p:cNvSpPr/>
            <p:nvPr/>
          </p:nvSpPr>
          <p:spPr>
            <a:xfrm>
              <a:off x="-4243691" y="4742271"/>
              <a:ext cx="670141" cy="404012"/>
            </a:xfrm>
            <a:custGeom>
              <a:rect b="b" l="l" r="r" t="t"/>
              <a:pathLst>
                <a:path extrusionOk="0" h="7337" w="12170">
                  <a:moveTo>
                    <a:pt x="6735" y="146"/>
                  </a:moveTo>
                  <a:cubicBezTo>
                    <a:pt x="8065" y="146"/>
                    <a:pt x="9327" y="516"/>
                    <a:pt x="10269" y="1049"/>
                  </a:cubicBezTo>
                  <a:cubicBezTo>
                    <a:pt x="10746" y="1318"/>
                    <a:pt x="11155" y="1620"/>
                    <a:pt x="11441" y="1940"/>
                  </a:cubicBezTo>
                  <a:cubicBezTo>
                    <a:pt x="11743" y="2238"/>
                    <a:pt x="11935" y="2558"/>
                    <a:pt x="12008" y="2861"/>
                  </a:cubicBezTo>
                  <a:cubicBezTo>
                    <a:pt x="12025" y="2950"/>
                    <a:pt x="12025" y="3040"/>
                    <a:pt x="12025" y="3129"/>
                  </a:cubicBezTo>
                  <a:cubicBezTo>
                    <a:pt x="12042" y="3466"/>
                    <a:pt x="11901" y="3820"/>
                    <a:pt x="11637" y="4195"/>
                  </a:cubicBezTo>
                  <a:cubicBezTo>
                    <a:pt x="11262" y="4728"/>
                    <a:pt x="10588" y="5260"/>
                    <a:pt x="9753" y="5721"/>
                  </a:cubicBezTo>
                  <a:cubicBezTo>
                    <a:pt x="8900" y="6181"/>
                    <a:pt x="7852" y="6590"/>
                    <a:pt x="6697" y="6859"/>
                  </a:cubicBezTo>
                  <a:cubicBezTo>
                    <a:pt x="5721" y="7089"/>
                    <a:pt x="4762" y="7196"/>
                    <a:pt x="3909" y="7196"/>
                  </a:cubicBezTo>
                  <a:cubicBezTo>
                    <a:pt x="2899" y="7196"/>
                    <a:pt x="2025" y="7034"/>
                    <a:pt x="1369" y="6769"/>
                  </a:cubicBezTo>
                  <a:cubicBezTo>
                    <a:pt x="1032" y="6629"/>
                    <a:pt x="768" y="6450"/>
                    <a:pt x="572" y="6254"/>
                  </a:cubicBezTo>
                  <a:cubicBezTo>
                    <a:pt x="359" y="6057"/>
                    <a:pt x="235" y="5844"/>
                    <a:pt x="180" y="5597"/>
                  </a:cubicBezTo>
                  <a:cubicBezTo>
                    <a:pt x="145" y="5508"/>
                    <a:pt x="145" y="5384"/>
                    <a:pt x="145" y="5277"/>
                  </a:cubicBezTo>
                  <a:cubicBezTo>
                    <a:pt x="145" y="4885"/>
                    <a:pt x="269" y="4442"/>
                    <a:pt x="499" y="3943"/>
                  </a:cubicBezTo>
                  <a:cubicBezTo>
                    <a:pt x="853" y="3236"/>
                    <a:pt x="1458" y="2452"/>
                    <a:pt x="2260" y="1778"/>
                  </a:cubicBezTo>
                  <a:cubicBezTo>
                    <a:pt x="3057" y="1122"/>
                    <a:pt x="4050" y="572"/>
                    <a:pt x="5188" y="303"/>
                  </a:cubicBezTo>
                  <a:cubicBezTo>
                    <a:pt x="5704" y="197"/>
                    <a:pt x="6219" y="146"/>
                    <a:pt x="6735" y="146"/>
                  </a:cubicBezTo>
                  <a:close/>
                  <a:moveTo>
                    <a:pt x="6735" y="1"/>
                  </a:moveTo>
                  <a:cubicBezTo>
                    <a:pt x="6219" y="1"/>
                    <a:pt x="5687" y="56"/>
                    <a:pt x="5154" y="180"/>
                  </a:cubicBezTo>
                  <a:cubicBezTo>
                    <a:pt x="3606" y="533"/>
                    <a:pt x="2311" y="1407"/>
                    <a:pt x="1424" y="2383"/>
                  </a:cubicBezTo>
                  <a:cubicBezTo>
                    <a:pt x="960" y="2878"/>
                    <a:pt x="606" y="3393"/>
                    <a:pt x="376" y="3892"/>
                  </a:cubicBezTo>
                  <a:cubicBezTo>
                    <a:pt x="128" y="4391"/>
                    <a:pt x="1" y="4868"/>
                    <a:pt x="1" y="5277"/>
                  </a:cubicBezTo>
                  <a:cubicBezTo>
                    <a:pt x="1" y="5401"/>
                    <a:pt x="22" y="5525"/>
                    <a:pt x="39" y="5631"/>
                  </a:cubicBezTo>
                  <a:cubicBezTo>
                    <a:pt x="107" y="5917"/>
                    <a:pt x="252" y="6147"/>
                    <a:pt x="465" y="6360"/>
                  </a:cubicBezTo>
                  <a:cubicBezTo>
                    <a:pt x="802" y="6680"/>
                    <a:pt x="1262" y="6910"/>
                    <a:pt x="1867" y="7089"/>
                  </a:cubicBezTo>
                  <a:cubicBezTo>
                    <a:pt x="2451" y="7247"/>
                    <a:pt x="3146" y="7336"/>
                    <a:pt x="3909" y="7336"/>
                  </a:cubicBezTo>
                  <a:cubicBezTo>
                    <a:pt x="4779" y="7336"/>
                    <a:pt x="5738" y="7213"/>
                    <a:pt x="6735" y="6999"/>
                  </a:cubicBezTo>
                  <a:cubicBezTo>
                    <a:pt x="8278" y="6629"/>
                    <a:pt x="9646" y="6040"/>
                    <a:pt x="10605" y="5350"/>
                  </a:cubicBezTo>
                  <a:cubicBezTo>
                    <a:pt x="11104" y="5009"/>
                    <a:pt x="11492" y="4638"/>
                    <a:pt x="11760" y="4263"/>
                  </a:cubicBezTo>
                  <a:cubicBezTo>
                    <a:pt x="12025" y="3892"/>
                    <a:pt x="12170" y="3517"/>
                    <a:pt x="12170" y="3129"/>
                  </a:cubicBezTo>
                  <a:cubicBezTo>
                    <a:pt x="12170" y="3040"/>
                    <a:pt x="12170" y="2933"/>
                    <a:pt x="12148" y="2827"/>
                  </a:cubicBezTo>
                  <a:cubicBezTo>
                    <a:pt x="12063" y="2507"/>
                    <a:pt x="11850" y="2153"/>
                    <a:pt x="11547" y="1833"/>
                  </a:cubicBezTo>
                  <a:cubicBezTo>
                    <a:pt x="11083" y="1352"/>
                    <a:pt x="10392" y="891"/>
                    <a:pt x="9557" y="555"/>
                  </a:cubicBezTo>
                  <a:cubicBezTo>
                    <a:pt x="8721" y="214"/>
                    <a:pt x="7745" y="1"/>
                    <a:pt x="6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5"/>
            <p:cNvSpPr/>
            <p:nvPr/>
          </p:nvSpPr>
          <p:spPr>
            <a:xfrm>
              <a:off x="-4332620" y="5151126"/>
              <a:ext cx="67620" cy="67675"/>
            </a:xfrm>
            <a:custGeom>
              <a:rect b="b" l="l" r="r" t="t"/>
              <a:pathLst>
                <a:path extrusionOk="0" h="1229" w="1228">
                  <a:moveTo>
                    <a:pt x="622" y="1"/>
                  </a:moveTo>
                  <a:cubicBezTo>
                    <a:pt x="286" y="1"/>
                    <a:pt x="0" y="286"/>
                    <a:pt x="0" y="623"/>
                  </a:cubicBezTo>
                  <a:cubicBezTo>
                    <a:pt x="0" y="960"/>
                    <a:pt x="286" y="1228"/>
                    <a:pt x="622" y="1228"/>
                  </a:cubicBezTo>
                  <a:cubicBezTo>
                    <a:pt x="959" y="1228"/>
                    <a:pt x="1228" y="960"/>
                    <a:pt x="1228" y="623"/>
                  </a:cubicBezTo>
                  <a:cubicBezTo>
                    <a:pt x="1228" y="286"/>
                    <a:pt x="959" y="1"/>
                    <a:pt x="6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5"/>
            <p:cNvSpPr/>
            <p:nvPr/>
          </p:nvSpPr>
          <p:spPr>
            <a:xfrm>
              <a:off x="-4336419" y="5147161"/>
              <a:ext cx="75164" cy="75384"/>
            </a:xfrm>
            <a:custGeom>
              <a:rect b="b" l="l" r="r" t="t"/>
              <a:pathLst>
                <a:path extrusionOk="0" h="1369" w="1365">
                  <a:moveTo>
                    <a:pt x="691" y="145"/>
                  </a:moveTo>
                  <a:cubicBezTo>
                    <a:pt x="832" y="145"/>
                    <a:pt x="977" y="213"/>
                    <a:pt x="1066" y="303"/>
                  </a:cubicBezTo>
                  <a:cubicBezTo>
                    <a:pt x="1173" y="409"/>
                    <a:pt x="1224" y="533"/>
                    <a:pt x="1224" y="695"/>
                  </a:cubicBezTo>
                  <a:cubicBezTo>
                    <a:pt x="1224" y="836"/>
                    <a:pt x="1173" y="981"/>
                    <a:pt x="1066" y="1066"/>
                  </a:cubicBezTo>
                  <a:cubicBezTo>
                    <a:pt x="977" y="1172"/>
                    <a:pt x="832" y="1228"/>
                    <a:pt x="691" y="1228"/>
                  </a:cubicBezTo>
                  <a:cubicBezTo>
                    <a:pt x="534" y="1228"/>
                    <a:pt x="406" y="1172"/>
                    <a:pt x="299" y="1066"/>
                  </a:cubicBezTo>
                  <a:cubicBezTo>
                    <a:pt x="214" y="981"/>
                    <a:pt x="142" y="836"/>
                    <a:pt x="142" y="695"/>
                  </a:cubicBezTo>
                  <a:cubicBezTo>
                    <a:pt x="142" y="533"/>
                    <a:pt x="214" y="409"/>
                    <a:pt x="299" y="303"/>
                  </a:cubicBezTo>
                  <a:cubicBezTo>
                    <a:pt x="406" y="213"/>
                    <a:pt x="534" y="145"/>
                    <a:pt x="691" y="145"/>
                  </a:cubicBezTo>
                  <a:close/>
                  <a:moveTo>
                    <a:pt x="691" y="0"/>
                  </a:moveTo>
                  <a:cubicBezTo>
                    <a:pt x="299" y="0"/>
                    <a:pt x="1" y="303"/>
                    <a:pt x="1" y="695"/>
                  </a:cubicBezTo>
                  <a:cubicBezTo>
                    <a:pt x="1" y="1066"/>
                    <a:pt x="299" y="1368"/>
                    <a:pt x="691" y="1368"/>
                  </a:cubicBezTo>
                  <a:cubicBezTo>
                    <a:pt x="1066" y="1368"/>
                    <a:pt x="1365" y="1066"/>
                    <a:pt x="1365" y="695"/>
                  </a:cubicBezTo>
                  <a:cubicBezTo>
                    <a:pt x="1365" y="303"/>
                    <a:pt x="1066"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5"/>
            <p:cNvSpPr/>
            <p:nvPr/>
          </p:nvSpPr>
          <p:spPr>
            <a:xfrm>
              <a:off x="-4244627" y="5247874"/>
              <a:ext cx="74448" cy="67510"/>
            </a:xfrm>
            <a:custGeom>
              <a:rect b="b" l="l" r="r" t="t"/>
              <a:pathLst>
                <a:path extrusionOk="0" h="1226" w="1352">
                  <a:moveTo>
                    <a:pt x="688" y="1"/>
                  </a:moveTo>
                  <a:cubicBezTo>
                    <a:pt x="637" y="1"/>
                    <a:pt x="585" y="7"/>
                    <a:pt x="533" y="21"/>
                  </a:cubicBezTo>
                  <a:cubicBezTo>
                    <a:pt x="197" y="89"/>
                    <a:pt x="0" y="430"/>
                    <a:pt x="73" y="750"/>
                  </a:cubicBezTo>
                  <a:cubicBezTo>
                    <a:pt x="135" y="1040"/>
                    <a:pt x="393" y="1225"/>
                    <a:pt x="679" y="1225"/>
                  </a:cubicBezTo>
                  <a:cubicBezTo>
                    <a:pt x="725" y="1225"/>
                    <a:pt x="772" y="1220"/>
                    <a:pt x="819" y="1210"/>
                  </a:cubicBezTo>
                  <a:cubicBezTo>
                    <a:pt x="1139" y="1138"/>
                    <a:pt x="1352" y="801"/>
                    <a:pt x="1262" y="481"/>
                  </a:cubicBezTo>
                  <a:cubicBezTo>
                    <a:pt x="1201" y="197"/>
                    <a:pt x="963" y="1"/>
                    <a:pt x="6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5"/>
            <p:cNvSpPr/>
            <p:nvPr/>
          </p:nvSpPr>
          <p:spPr>
            <a:xfrm>
              <a:off x="-4245563" y="5244075"/>
              <a:ext cx="75384" cy="75384"/>
            </a:xfrm>
            <a:custGeom>
              <a:rect b="b" l="l" r="r" t="t"/>
              <a:pathLst>
                <a:path extrusionOk="0" h="1369" w="1369">
                  <a:moveTo>
                    <a:pt x="695" y="141"/>
                  </a:moveTo>
                  <a:cubicBezTo>
                    <a:pt x="942" y="141"/>
                    <a:pt x="1156" y="303"/>
                    <a:pt x="1228" y="567"/>
                  </a:cubicBezTo>
                  <a:lnTo>
                    <a:pt x="1228" y="691"/>
                  </a:lnTo>
                  <a:cubicBezTo>
                    <a:pt x="1228" y="926"/>
                    <a:pt x="1066" y="1156"/>
                    <a:pt x="819" y="1207"/>
                  </a:cubicBezTo>
                  <a:cubicBezTo>
                    <a:pt x="763" y="1224"/>
                    <a:pt x="729" y="1224"/>
                    <a:pt x="695" y="1224"/>
                  </a:cubicBezTo>
                  <a:cubicBezTo>
                    <a:pt x="444" y="1224"/>
                    <a:pt x="214" y="1066"/>
                    <a:pt x="162" y="798"/>
                  </a:cubicBezTo>
                  <a:cubicBezTo>
                    <a:pt x="141" y="764"/>
                    <a:pt x="141" y="729"/>
                    <a:pt x="141" y="674"/>
                  </a:cubicBezTo>
                  <a:cubicBezTo>
                    <a:pt x="141" y="444"/>
                    <a:pt x="320" y="214"/>
                    <a:pt x="567" y="158"/>
                  </a:cubicBezTo>
                  <a:cubicBezTo>
                    <a:pt x="606" y="141"/>
                    <a:pt x="657" y="141"/>
                    <a:pt x="695" y="141"/>
                  </a:cubicBezTo>
                  <a:close/>
                  <a:moveTo>
                    <a:pt x="695" y="1"/>
                  </a:moveTo>
                  <a:cubicBezTo>
                    <a:pt x="640" y="1"/>
                    <a:pt x="589" y="1"/>
                    <a:pt x="533" y="18"/>
                  </a:cubicBezTo>
                  <a:cubicBezTo>
                    <a:pt x="214" y="90"/>
                    <a:pt x="0" y="371"/>
                    <a:pt x="0" y="674"/>
                  </a:cubicBezTo>
                  <a:cubicBezTo>
                    <a:pt x="0" y="729"/>
                    <a:pt x="0" y="781"/>
                    <a:pt x="17" y="836"/>
                  </a:cubicBezTo>
                  <a:cubicBezTo>
                    <a:pt x="90" y="1156"/>
                    <a:pt x="376" y="1369"/>
                    <a:pt x="695" y="1369"/>
                  </a:cubicBezTo>
                  <a:cubicBezTo>
                    <a:pt x="746" y="1369"/>
                    <a:pt x="802" y="1369"/>
                    <a:pt x="836" y="1352"/>
                  </a:cubicBezTo>
                  <a:cubicBezTo>
                    <a:pt x="1156" y="1279"/>
                    <a:pt x="1369" y="994"/>
                    <a:pt x="1369" y="691"/>
                  </a:cubicBezTo>
                  <a:cubicBezTo>
                    <a:pt x="1369" y="640"/>
                    <a:pt x="1369" y="585"/>
                    <a:pt x="1352" y="533"/>
                  </a:cubicBezTo>
                  <a:cubicBezTo>
                    <a:pt x="1279" y="214"/>
                    <a:pt x="994" y="1"/>
                    <a:pt x="6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5"/>
            <p:cNvSpPr/>
            <p:nvPr/>
          </p:nvSpPr>
          <p:spPr>
            <a:xfrm>
              <a:off x="-4102891" y="5260925"/>
              <a:ext cx="74503" cy="68060"/>
            </a:xfrm>
            <a:custGeom>
              <a:rect b="b" l="l" r="r" t="t"/>
              <a:pathLst>
                <a:path extrusionOk="0" h="1236" w="1353">
                  <a:moveTo>
                    <a:pt x="668" y="0"/>
                  </a:moveTo>
                  <a:cubicBezTo>
                    <a:pt x="624" y="0"/>
                    <a:pt x="579" y="5"/>
                    <a:pt x="534" y="14"/>
                  </a:cubicBezTo>
                  <a:cubicBezTo>
                    <a:pt x="214" y="104"/>
                    <a:pt x="1" y="423"/>
                    <a:pt x="73" y="760"/>
                  </a:cubicBezTo>
                  <a:cubicBezTo>
                    <a:pt x="150" y="1050"/>
                    <a:pt x="398" y="1236"/>
                    <a:pt x="680" y="1236"/>
                  </a:cubicBezTo>
                  <a:cubicBezTo>
                    <a:pt x="726" y="1236"/>
                    <a:pt x="772" y="1231"/>
                    <a:pt x="819" y="1221"/>
                  </a:cubicBezTo>
                  <a:cubicBezTo>
                    <a:pt x="1139" y="1152"/>
                    <a:pt x="1352" y="811"/>
                    <a:pt x="1280" y="475"/>
                  </a:cubicBezTo>
                  <a:cubicBezTo>
                    <a:pt x="1206" y="197"/>
                    <a:pt x="955" y="0"/>
                    <a:pt x="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5"/>
            <p:cNvSpPr/>
            <p:nvPr/>
          </p:nvSpPr>
          <p:spPr>
            <a:xfrm>
              <a:off x="-4103827" y="5257676"/>
              <a:ext cx="76375" cy="75439"/>
            </a:xfrm>
            <a:custGeom>
              <a:rect b="b" l="l" r="r" t="t"/>
              <a:pathLst>
                <a:path extrusionOk="0" h="1370" w="1387">
                  <a:moveTo>
                    <a:pt x="696" y="146"/>
                  </a:moveTo>
                  <a:cubicBezTo>
                    <a:pt x="943" y="146"/>
                    <a:pt x="1156" y="303"/>
                    <a:pt x="1228" y="551"/>
                  </a:cubicBezTo>
                  <a:cubicBezTo>
                    <a:pt x="1228" y="606"/>
                    <a:pt x="1246" y="640"/>
                    <a:pt x="1246" y="679"/>
                  </a:cubicBezTo>
                  <a:cubicBezTo>
                    <a:pt x="1246" y="926"/>
                    <a:pt x="1066" y="1156"/>
                    <a:pt x="819" y="1211"/>
                  </a:cubicBezTo>
                  <a:cubicBezTo>
                    <a:pt x="764" y="1228"/>
                    <a:pt x="730" y="1228"/>
                    <a:pt x="696" y="1228"/>
                  </a:cubicBezTo>
                  <a:cubicBezTo>
                    <a:pt x="444" y="1228"/>
                    <a:pt x="214" y="1049"/>
                    <a:pt x="163" y="802"/>
                  </a:cubicBezTo>
                  <a:cubicBezTo>
                    <a:pt x="163" y="764"/>
                    <a:pt x="146" y="713"/>
                    <a:pt x="146" y="679"/>
                  </a:cubicBezTo>
                  <a:cubicBezTo>
                    <a:pt x="146" y="427"/>
                    <a:pt x="321" y="214"/>
                    <a:pt x="572" y="146"/>
                  </a:cubicBezTo>
                  <a:close/>
                  <a:moveTo>
                    <a:pt x="696" y="1"/>
                  </a:moveTo>
                  <a:cubicBezTo>
                    <a:pt x="640" y="1"/>
                    <a:pt x="589" y="1"/>
                    <a:pt x="534" y="18"/>
                  </a:cubicBezTo>
                  <a:cubicBezTo>
                    <a:pt x="214" y="90"/>
                    <a:pt x="1" y="376"/>
                    <a:pt x="1" y="679"/>
                  </a:cubicBezTo>
                  <a:cubicBezTo>
                    <a:pt x="1" y="730"/>
                    <a:pt x="18" y="785"/>
                    <a:pt x="18" y="836"/>
                  </a:cubicBezTo>
                  <a:cubicBezTo>
                    <a:pt x="90" y="1156"/>
                    <a:pt x="376" y="1369"/>
                    <a:pt x="696" y="1369"/>
                  </a:cubicBezTo>
                  <a:cubicBezTo>
                    <a:pt x="747" y="1369"/>
                    <a:pt x="802" y="1352"/>
                    <a:pt x="853" y="1352"/>
                  </a:cubicBezTo>
                  <a:cubicBezTo>
                    <a:pt x="1156" y="1280"/>
                    <a:pt x="1386" y="998"/>
                    <a:pt x="1386" y="679"/>
                  </a:cubicBezTo>
                  <a:cubicBezTo>
                    <a:pt x="1386" y="623"/>
                    <a:pt x="1369" y="572"/>
                    <a:pt x="1369" y="517"/>
                  </a:cubicBezTo>
                  <a:cubicBezTo>
                    <a:pt x="1280" y="214"/>
                    <a:pt x="1015" y="1"/>
                    <a:pt x="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5"/>
            <p:cNvSpPr/>
            <p:nvPr/>
          </p:nvSpPr>
          <p:spPr>
            <a:xfrm>
              <a:off x="-3976572" y="5255033"/>
              <a:ext cx="74448" cy="68060"/>
            </a:xfrm>
            <a:custGeom>
              <a:rect b="b" l="l" r="r" t="t"/>
              <a:pathLst>
                <a:path extrusionOk="0" h="1236" w="1352">
                  <a:moveTo>
                    <a:pt x="660" y="1"/>
                  </a:moveTo>
                  <a:cubicBezTo>
                    <a:pt x="618" y="1"/>
                    <a:pt x="575" y="5"/>
                    <a:pt x="533" y="15"/>
                  </a:cubicBezTo>
                  <a:cubicBezTo>
                    <a:pt x="196" y="104"/>
                    <a:pt x="0" y="424"/>
                    <a:pt x="73" y="761"/>
                  </a:cubicBezTo>
                  <a:cubicBezTo>
                    <a:pt x="132" y="1038"/>
                    <a:pt x="393" y="1235"/>
                    <a:pt x="670" y="1235"/>
                  </a:cubicBezTo>
                  <a:cubicBezTo>
                    <a:pt x="712" y="1235"/>
                    <a:pt x="755" y="1231"/>
                    <a:pt x="797" y="1221"/>
                  </a:cubicBezTo>
                  <a:cubicBezTo>
                    <a:pt x="1138" y="1131"/>
                    <a:pt x="1351" y="812"/>
                    <a:pt x="1262" y="475"/>
                  </a:cubicBezTo>
                  <a:cubicBezTo>
                    <a:pt x="1199" y="198"/>
                    <a:pt x="937" y="1"/>
                    <a:pt x="6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5"/>
            <p:cNvSpPr/>
            <p:nvPr/>
          </p:nvSpPr>
          <p:spPr>
            <a:xfrm>
              <a:off x="-3977508" y="5250903"/>
              <a:ext cx="75384" cy="76320"/>
            </a:xfrm>
            <a:custGeom>
              <a:rect b="b" l="l" r="r" t="t"/>
              <a:pathLst>
                <a:path extrusionOk="0" h="1386" w="1369">
                  <a:moveTo>
                    <a:pt x="691" y="141"/>
                  </a:moveTo>
                  <a:cubicBezTo>
                    <a:pt x="942" y="141"/>
                    <a:pt x="1155" y="320"/>
                    <a:pt x="1206" y="567"/>
                  </a:cubicBezTo>
                  <a:cubicBezTo>
                    <a:pt x="1223" y="605"/>
                    <a:pt x="1223" y="657"/>
                    <a:pt x="1223" y="695"/>
                  </a:cubicBezTo>
                  <a:cubicBezTo>
                    <a:pt x="1223" y="942"/>
                    <a:pt x="1066" y="1172"/>
                    <a:pt x="814" y="1228"/>
                  </a:cubicBezTo>
                  <a:cubicBezTo>
                    <a:pt x="763" y="1228"/>
                    <a:pt x="729" y="1245"/>
                    <a:pt x="691" y="1245"/>
                  </a:cubicBezTo>
                  <a:cubicBezTo>
                    <a:pt x="443" y="1245"/>
                    <a:pt x="213" y="1066"/>
                    <a:pt x="158" y="819"/>
                  </a:cubicBezTo>
                  <a:cubicBezTo>
                    <a:pt x="141" y="780"/>
                    <a:pt x="141" y="729"/>
                    <a:pt x="141" y="695"/>
                  </a:cubicBezTo>
                  <a:cubicBezTo>
                    <a:pt x="141" y="443"/>
                    <a:pt x="320" y="213"/>
                    <a:pt x="567" y="162"/>
                  </a:cubicBezTo>
                  <a:cubicBezTo>
                    <a:pt x="601" y="162"/>
                    <a:pt x="639" y="141"/>
                    <a:pt x="691" y="141"/>
                  </a:cubicBezTo>
                  <a:close/>
                  <a:moveTo>
                    <a:pt x="691" y="0"/>
                  </a:moveTo>
                  <a:cubicBezTo>
                    <a:pt x="639" y="0"/>
                    <a:pt x="584" y="17"/>
                    <a:pt x="533" y="17"/>
                  </a:cubicBezTo>
                  <a:cubicBezTo>
                    <a:pt x="213" y="107"/>
                    <a:pt x="0" y="375"/>
                    <a:pt x="0" y="695"/>
                  </a:cubicBezTo>
                  <a:cubicBezTo>
                    <a:pt x="0" y="746"/>
                    <a:pt x="0" y="802"/>
                    <a:pt x="17" y="853"/>
                  </a:cubicBezTo>
                  <a:cubicBezTo>
                    <a:pt x="90" y="1172"/>
                    <a:pt x="371" y="1385"/>
                    <a:pt x="691" y="1385"/>
                  </a:cubicBezTo>
                  <a:cubicBezTo>
                    <a:pt x="729" y="1385"/>
                    <a:pt x="780" y="1368"/>
                    <a:pt x="835" y="1368"/>
                  </a:cubicBezTo>
                  <a:cubicBezTo>
                    <a:pt x="1155" y="1279"/>
                    <a:pt x="1368" y="1015"/>
                    <a:pt x="1368" y="695"/>
                  </a:cubicBezTo>
                  <a:cubicBezTo>
                    <a:pt x="1368" y="640"/>
                    <a:pt x="1368" y="588"/>
                    <a:pt x="1347" y="533"/>
                  </a:cubicBezTo>
                  <a:cubicBezTo>
                    <a:pt x="1279" y="213"/>
                    <a:pt x="993"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5"/>
            <p:cNvSpPr/>
            <p:nvPr/>
          </p:nvSpPr>
          <p:spPr>
            <a:xfrm>
              <a:off x="-3825916" y="5231575"/>
              <a:ext cx="74228" cy="68060"/>
            </a:xfrm>
            <a:custGeom>
              <a:rect b="b" l="l" r="r" t="t"/>
              <a:pathLst>
                <a:path extrusionOk="0" h="1236" w="1348">
                  <a:moveTo>
                    <a:pt x="666" y="0"/>
                  </a:moveTo>
                  <a:cubicBezTo>
                    <a:pt x="622" y="0"/>
                    <a:pt x="578" y="5"/>
                    <a:pt x="533" y="14"/>
                  </a:cubicBezTo>
                  <a:cubicBezTo>
                    <a:pt x="192" y="104"/>
                    <a:pt x="1" y="424"/>
                    <a:pt x="69" y="760"/>
                  </a:cubicBezTo>
                  <a:cubicBezTo>
                    <a:pt x="131" y="1050"/>
                    <a:pt x="389" y="1236"/>
                    <a:pt x="674" y="1236"/>
                  </a:cubicBezTo>
                  <a:cubicBezTo>
                    <a:pt x="721" y="1236"/>
                    <a:pt x="768" y="1231"/>
                    <a:pt x="815" y="1221"/>
                  </a:cubicBezTo>
                  <a:cubicBezTo>
                    <a:pt x="1134" y="1153"/>
                    <a:pt x="1347" y="812"/>
                    <a:pt x="1279" y="475"/>
                  </a:cubicBezTo>
                  <a:cubicBezTo>
                    <a:pt x="1202" y="197"/>
                    <a:pt x="951" y="0"/>
                    <a:pt x="6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5"/>
            <p:cNvSpPr/>
            <p:nvPr/>
          </p:nvSpPr>
          <p:spPr>
            <a:xfrm>
              <a:off x="-3827072" y="5228381"/>
              <a:ext cx="75384" cy="75384"/>
            </a:xfrm>
            <a:custGeom>
              <a:rect b="b" l="l" r="r" t="t"/>
              <a:pathLst>
                <a:path extrusionOk="0" h="1369" w="1369">
                  <a:moveTo>
                    <a:pt x="695" y="145"/>
                  </a:moveTo>
                  <a:cubicBezTo>
                    <a:pt x="942" y="145"/>
                    <a:pt x="1155" y="303"/>
                    <a:pt x="1228" y="550"/>
                  </a:cubicBezTo>
                  <a:lnTo>
                    <a:pt x="1228" y="678"/>
                  </a:lnTo>
                  <a:cubicBezTo>
                    <a:pt x="1228" y="925"/>
                    <a:pt x="1066" y="1155"/>
                    <a:pt x="819" y="1211"/>
                  </a:cubicBezTo>
                  <a:cubicBezTo>
                    <a:pt x="767" y="1211"/>
                    <a:pt x="729" y="1228"/>
                    <a:pt x="695" y="1228"/>
                  </a:cubicBezTo>
                  <a:cubicBezTo>
                    <a:pt x="448" y="1228"/>
                    <a:pt x="213" y="1049"/>
                    <a:pt x="162" y="801"/>
                  </a:cubicBezTo>
                  <a:cubicBezTo>
                    <a:pt x="145" y="763"/>
                    <a:pt x="145" y="712"/>
                    <a:pt x="145" y="678"/>
                  </a:cubicBezTo>
                  <a:cubicBezTo>
                    <a:pt x="145" y="426"/>
                    <a:pt x="320" y="213"/>
                    <a:pt x="571" y="145"/>
                  </a:cubicBezTo>
                  <a:close/>
                  <a:moveTo>
                    <a:pt x="695" y="0"/>
                  </a:moveTo>
                  <a:cubicBezTo>
                    <a:pt x="640" y="0"/>
                    <a:pt x="588" y="0"/>
                    <a:pt x="533" y="17"/>
                  </a:cubicBezTo>
                  <a:cubicBezTo>
                    <a:pt x="213" y="90"/>
                    <a:pt x="0" y="375"/>
                    <a:pt x="0" y="678"/>
                  </a:cubicBezTo>
                  <a:cubicBezTo>
                    <a:pt x="0" y="729"/>
                    <a:pt x="22" y="784"/>
                    <a:pt x="22" y="835"/>
                  </a:cubicBezTo>
                  <a:cubicBezTo>
                    <a:pt x="90" y="1155"/>
                    <a:pt x="375" y="1368"/>
                    <a:pt x="695" y="1368"/>
                  </a:cubicBezTo>
                  <a:cubicBezTo>
                    <a:pt x="746" y="1368"/>
                    <a:pt x="802" y="1351"/>
                    <a:pt x="853" y="1351"/>
                  </a:cubicBezTo>
                  <a:cubicBezTo>
                    <a:pt x="1155" y="1279"/>
                    <a:pt x="1368" y="997"/>
                    <a:pt x="1368" y="678"/>
                  </a:cubicBezTo>
                  <a:cubicBezTo>
                    <a:pt x="1368" y="622"/>
                    <a:pt x="1368" y="571"/>
                    <a:pt x="1351" y="516"/>
                  </a:cubicBezTo>
                  <a:cubicBezTo>
                    <a:pt x="1279" y="213"/>
                    <a:pt x="998" y="0"/>
                    <a:pt x="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5"/>
            <p:cNvSpPr/>
            <p:nvPr/>
          </p:nvSpPr>
          <p:spPr>
            <a:xfrm>
              <a:off x="-3693045" y="5183614"/>
              <a:ext cx="74448" cy="67510"/>
            </a:xfrm>
            <a:custGeom>
              <a:rect b="b" l="l" r="r" t="t"/>
              <a:pathLst>
                <a:path extrusionOk="0" h="1226" w="1352">
                  <a:moveTo>
                    <a:pt x="673" y="1"/>
                  </a:moveTo>
                  <a:cubicBezTo>
                    <a:pt x="627" y="1"/>
                    <a:pt x="580" y="6"/>
                    <a:pt x="533" y="16"/>
                  </a:cubicBezTo>
                  <a:cubicBezTo>
                    <a:pt x="213" y="84"/>
                    <a:pt x="0" y="425"/>
                    <a:pt x="90" y="762"/>
                  </a:cubicBezTo>
                  <a:cubicBezTo>
                    <a:pt x="151" y="1032"/>
                    <a:pt x="388" y="1226"/>
                    <a:pt x="663" y="1226"/>
                  </a:cubicBezTo>
                  <a:cubicBezTo>
                    <a:pt x="714" y="1226"/>
                    <a:pt x="766" y="1219"/>
                    <a:pt x="818" y="1205"/>
                  </a:cubicBezTo>
                  <a:cubicBezTo>
                    <a:pt x="1155" y="1133"/>
                    <a:pt x="1351" y="813"/>
                    <a:pt x="1279" y="476"/>
                  </a:cubicBezTo>
                  <a:cubicBezTo>
                    <a:pt x="1220" y="187"/>
                    <a:pt x="959" y="1"/>
                    <a:pt x="6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5"/>
            <p:cNvSpPr/>
            <p:nvPr/>
          </p:nvSpPr>
          <p:spPr>
            <a:xfrm>
              <a:off x="-3693045" y="5179539"/>
              <a:ext cx="75384" cy="75384"/>
            </a:xfrm>
            <a:custGeom>
              <a:rect b="b" l="l" r="r" t="t"/>
              <a:pathLst>
                <a:path extrusionOk="0" h="1369" w="1369">
                  <a:moveTo>
                    <a:pt x="678" y="141"/>
                  </a:moveTo>
                  <a:cubicBezTo>
                    <a:pt x="925" y="141"/>
                    <a:pt x="1155" y="320"/>
                    <a:pt x="1211" y="567"/>
                  </a:cubicBezTo>
                  <a:cubicBezTo>
                    <a:pt x="1228" y="606"/>
                    <a:pt x="1228" y="657"/>
                    <a:pt x="1228" y="691"/>
                  </a:cubicBezTo>
                  <a:cubicBezTo>
                    <a:pt x="1228" y="942"/>
                    <a:pt x="1049" y="1156"/>
                    <a:pt x="801" y="1224"/>
                  </a:cubicBezTo>
                  <a:lnTo>
                    <a:pt x="678" y="1224"/>
                  </a:lnTo>
                  <a:cubicBezTo>
                    <a:pt x="426" y="1224"/>
                    <a:pt x="213" y="1066"/>
                    <a:pt x="145" y="819"/>
                  </a:cubicBezTo>
                  <a:lnTo>
                    <a:pt x="145" y="691"/>
                  </a:lnTo>
                  <a:cubicBezTo>
                    <a:pt x="145" y="444"/>
                    <a:pt x="303" y="214"/>
                    <a:pt x="550" y="158"/>
                  </a:cubicBezTo>
                  <a:cubicBezTo>
                    <a:pt x="605" y="141"/>
                    <a:pt x="639" y="141"/>
                    <a:pt x="678" y="141"/>
                  </a:cubicBezTo>
                  <a:close/>
                  <a:moveTo>
                    <a:pt x="678" y="0"/>
                  </a:moveTo>
                  <a:cubicBezTo>
                    <a:pt x="622" y="0"/>
                    <a:pt x="588" y="17"/>
                    <a:pt x="533" y="17"/>
                  </a:cubicBezTo>
                  <a:cubicBezTo>
                    <a:pt x="213" y="90"/>
                    <a:pt x="0" y="371"/>
                    <a:pt x="0" y="691"/>
                  </a:cubicBezTo>
                  <a:cubicBezTo>
                    <a:pt x="0" y="746"/>
                    <a:pt x="0" y="798"/>
                    <a:pt x="17" y="836"/>
                  </a:cubicBezTo>
                  <a:cubicBezTo>
                    <a:pt x="90" y="1156"/>
                    <a:pt x="375" y="1369"/>
                    <a:pt x="678" y="1369"/>
                  </a:cubicBezTo>
                  <a:cubicBezTo>
                    <a:pt x="729" y="1369"/>
                    <a:pt x="784" y="1369"/>
                    <a:pt x="835" y="1352"/>
                  </a:cubicBezTo>
                  <a:cubicBezTo>
                    <a:pt x="1155" y="1279"/>
                    <a:pt x="1368" y="994"/>
                    <a:pt x="1368" y="691"/>
                  </a:cubicBezTo>
                  <a:cubicBezTo>
                    <a:pt x="1368" y="640"/>
                    <a:pt x="1368" y="584"/>
                    <a:pt x="1351" y="533"/>
                  </a:cubicBezTo>
                  <a:cubicBezTo>
                    <a:pt x="1279" y="214"/>
                    <a:pt x="997" y="0"/>
                    <a:pt x="6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5"/>
            <p:cNvSpPr/>
            <p:nvPr/>
          </p:nvSpPr>
          <p:spPr>
            <a:xfrm>
              <a:off x="-3555053" y="5105312"/>
              <a:ext cx="74228" cy="67565"/>
            </a:xfrm>
            <a:custGeom>
              <a:rect b="b" l="l" r="r" t="t"/>
              <a:pathLst>
                <a:path extrusionOk="0" h="1227" w="1348">
                  <a:moveTo>
                    <a:pt x="678" y="1"/>
                  </a:moveTo>
                  <a:cubicBezTo>
                    <a:pt x="636" y="1"/>
                    <a:pt x="593" y="5"/>
                    <a:pt x="550" y="14"/>
                  </a:cubicBezTo>
                  <a:cubicBezTo>
                    <a:pt x="213" y="87"/>
                    <a:pt x="0" y="424"/>
                    <a:pt x="90" y="760"/>
                  </a:cubicBezTo>
                  <a:cubicBezTo>
                    <a:pt x="148" y="1032"/>
                    <a:pt x="400" y="1227"/>
                    <a:pt x="670" y="1227"/>
                  </a:cubicBezTo>
                  <a:cubicBezTo>
                    <a:pt x="718" y="1227"/>
                    <a:pt x="766" y="1221"/>
                    <a:pt x="814" y="1208"/>
                  </a:cubicBezTo>
                  <a:cubicBezTo>
                    <a:pt x="1155" y="1135"/>
                    <a:pt x="1347" y="816"/>
                    <a:pt x="1279" y="479"/>
                  </a:cubicBezTo>
                  <a:cubicBezTo>
                    <a:pt x="1216" y="187"/>
                    <a:pt x="955" y="1"/>
                    <a:pt x="6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5"/>
            <p:cNvSpPr/>
            <p:nvPr/>
          </p:nvSpPr>
          <p:spPr>
            <a:xfrm>
              <a:off x="-3555053" y="5101403"/>
              <a:ext cx="75384" cy="75164"/>
            </a:xfrm>
            <a:custGeom>
              <a:rect b="b" l="l" r="r" t="t"/>
              <a:pathLst>
                <a:path extrusionOk="0" h="1365" w="1369">
                  <a:moveTo>
                    <a:pt x="691" y="141"/>
                  </a:moveTo>
                  <a:cubicBezTo>
                    <a:pt x="921" y="141"/>
                    <a:pt x="1155" y="320"/>
                    <a:pt x="1207" y="567"/>
                  </a:cubicBezTo>
                  <a:cubicBezTo>
                    <a:pt x="1224" y="601"/>
                    <a:pt x="1224" y="639"/>
                    <a:pt x="1224" y="691"/>
                  </a:cubicBezTo>
                  <a:cubicBezTo>
                    <a:pt x="1224" y="938"/>
                    <a:pt x="1066" y="1151"/>
                    <a:pt x="797" y="1223"/>
                  </a:cubicBezTo>
                  <a:lnTo>
                    <a:pt x="674" y="1223"/>
                  </a:lnTo>
                  <a:cubicBezTo>
                    <a:pt x="444" y="1223"/>
                    <a:pt x="213" y="1066"/>
                    <a:pt x="158" y="814"/>
                  </a:cubicBezTo>
                  <a:cubicBezTo>
                    <a:pt x="141" y="763"/>
                    <a:pt x="141" y="725"/>
                    <a:pt x="141" y="691"/>
                  </a:cubicBezTo>
                  <a:cubicBezTo>
                    <a:pt x="141" y="443"/>
                    <a:pt x="303" y="213"/>
                    <a:pt x="567" y="158"/>
                  </a:cubicBezTo>
                  <a:cubicBezTo>
                    <a:pt x="601" y="141"/>
                    <a:pt x="640" y="141"/>
                    <a:pt x="691" y="141"/>
                  </a:cubicBezTo>
                  <a:close/>
                  <a:moveTo>
                    <a:pt x="691" y="0"/>
                  </a:moveTo>
                  <a:cubicBezTo>
                    <a:pt x="640" y="0"/>
                    <a:pt x="584" y="0"/>
                    <a:pt x="533" y="17"/>
                  </a:cubicBezTo>
                  <a:cubicBezTo>
                    <a:pt x="213" y="85"/>
                    <a:pt x="0" y="371"/>
                    <a:pt x="0" y="691"/>
                  </a:cubicBezTo>
                  <a:cubicBezTo>
                    <a:pt x="0" y="746"/>
                    <a:pt x="0" y="797"/>
                    <a:pt x="17" y="831"/>
                  </a:cubicBezTo>
                  <a:cubicBezTo>
                    <a:pt x="90" y="1151"/>
                    <a:pt x="371" y="1364"/>
                    <a:pt x="674" y="1364"/>
                  </a:cubicBezTo>
                  <a:cubicBezTo>
                    <a:pt x="729" y="1364"/>
                    <a:pt x="780" y="1364"/>
                    <a:pt x="836" y="1347"/>
                  </a:cubicBezTo>
                  <a:cubicBezTo>
                    <a:pt x="1155" y="1279"/>
                    <a:pt x="1369" y="993"/>
                    <a:pt x="1369" y="691"/>
                  </a:cubicBezTo>
                  <a:cubicBezTo>
                    <a:pt x="1369" y="639"/>
                    <a:pt x="1369" y="584"/>
                    <a:pt x="1347" y="533"/>
                  </a:cubicBezTo>
                  <a:cubicBezTo>
                    <a:pt x="1279" y="213"/>
                    <a:pt x="993"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5"/>
            <p:cNvSpPr/>
            <p:nvPr/>
          </p:nvSpPr>
          <p:spPr>
            <a:xfrm>
              <a:off x="-3471960" y="5011152"/>
              <a:ext cx="74448" cy="67565"/>
            </a:xfrm>
            <a:custGeom>
              <a:rect b="b" l="l" r="r" t="t"/>
              <a:pathLst>
                <a:path extrusionOk="0" h="1227" w="1352">
                  <a:moveTo>
                    <a:pt x="676" y="1"/>
                  </a:moveTo>
                  <a:cubicBezTo>
                    <a:pt x="629" y="1"/>
                    <a:pt x="581" y="7"/>
                    <a:pt x="533" y="19"/>
                  </a:cubicBezTo>
                  <a:cubicBezTo>
                    <a:pt x="196" y="92"/>
                    <a:pt x="0" y="429"/>
                    <a:pt x="73" y="748"/>
                  </a:cubicBezTo>
                  <a:cubicBezTo>
                    <a:pt x="132" y="1040"/>
                    <a:pt x="393" y="1226"/>
                    <a:pt x="669" y="1226"/>
                  </a:cubicBezTo>
                  <a:cubicBezTo>
                    <a:pt x="712" y="1226"/>
                    <a:pt x="755" y="1222"/>
                    <a:pt x="797" y="1213"/>
                  </a:cubicBezTo>
                  <a:cubicBezTo>
                    <a:pt x="1138" y="1140"/>
                    <a:pt x="1351" y="804"/>
                    <a:pt x="1262" y="484"/>
                  </a:cubicBezTo>
                  <a:cubicBezTo>
                    <a:pt x="1200" y="198"/>
                    <a:pt x="947" y="1"/>
                    <a:pt x="6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5"/>
            <p:cNvSpPr/>
            <p:nvPr/>
          </p:nvSpPr>
          <p:spPr>
            <a:xfrm>
              <a:off x="-3472897" y="5007517"/>
              <a:ext cx="75384" cy="75164"/>
            </a:xfrm>
            <a:custGeom>
              <a:rect b="b" l="l" r="r" t="t"/>
              <a:pathLst>
                <a:path extrusionOk="0" h="1365" w="1369">
                  <a:moveTo>
                    <a:pt x="691" y="141"/>
                  </a:moveTo>
                  <a:cubicBezTo>
                    <a:pt x="942" y="141"/>
                    <a:pt x="1155" y="298"/>
                    <a:pt x="1206" y="550"/>
                  </a:cubicBezTo>
                  <a:cubicBezTo>
                    <a:pt x="1223" y="601"/>
                    <a:pt x="1223" y="639"/>
                    <a:pt x="1223" y="674"/>
                  </a:cubicBezTo>
                  <a:cubicBezTo>
                    <a:pt x="1223" y="921"/>
                    <a:pt x="1066" y="1151"/>
                    <a:pt x="814" y="1206"/>
                  </a:cubicBezTo>
                  <a:cubicBezTo>
                    <a:pt x="763" y="1223"/>
                    <a:pt x="729" y="1223"/>
                    <a:pt x="691" y="1223"/>
                  </a:cubicBezTo>
                  <a:cubicBezTo>
                    <a:pt x="443" y="1223"/>
                    <a:pt x="213" y="1044"/>
                    <a:pt x="158" y="797"/>
                  </a:cubicBezTo>
                  <a:cubicBezTo>
                    <a:pt x="141" y="763"/>
                    <a:pt x="141" y="725"/>
                    <a:pt x="141" y="674"/>
                  </a:cubicBezTo>
                  <a:cubicBezTo>
                    <a:pt x="141" y="426"/>
                    <a:pt x="320" y="213"/>
                    <a:pt x="567" y="158"/>
                  </a:cubicBezTo>
                  <a:cubicBezTo>
                    <a:pt x="601" y="141"/>
                    <a:pt x="640" y="141"/>
                    <a:pt x="691" y="141"/>
                  </a:cubicBezTo>
                  <a:close/>
                  <a:moveTo>
                    <a:pt x="691" y="0"/>
                  </a:moveTo>
                  <a:cubicBezTo>
                    <a:pt x="640" y="0"/>
                    <a:pt x="584" y="0"/>
                    <a:pt x="533" y="17"/>
                  </a:cubicBezTo>
                  <a:cubicBezTo>
                    <a:pt x="213" y="85"/>
                    <a:pt x="0" y="371"/>
                    <a:pt x="0" y="674"/>
                  </a:cubicBezTo>
                  <a:cubicBezTo>
                    <a:pt x="0" y="725"/>
                    <a:pt x="0" y="780"/>
                    <a:pt x="17" y="831"/>
                  </a:cubicBezTo>
                  <a:cubicBezTo>
                    <a:pt x="90" y="1151"/>
                    <a:pt x="371" y="1364"/>
                    <a:pt x="691" y="1364"/>
                  </a:cubicBezTo>
                  <a:cubicBezTo>
                    <a:pt x="729" y="1364"/>
                    <a:pt x="780" y="1364"/>
                    <a:pt x="836" y="1347"/>
                  </a:cubicBezTo>
                  <a:cubicBezTo>
                    <a:pt x="1155" y="1279"/>
                    <a:pt x="1368" y="993"/>
                    <a:pt x="1368" y="674"/>
                  </a:cubicBezTo>
                  <a:cubicBezTo>
                    <a:pt x="1368" y="618"/>
                    <a:pt x="1368" y="584"/>
                    <a:pt x="1347" y="533"/>
                  </a:cubicBezTo>
                  <a:cubicBezTo>
                    <a:pt x="1279" y="213"/>
                    <a:pt x="993"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5" name="Google Shape;1545;p55"/>
            <p:cNvGrpSpPr/>
            <p:nvPr/>
          </p:nvGrpSpPr>
          <p:grpSpPr>
            <a:xfrm>
              <a:off x="-3875587" y="4818872"/>
              <a:ext cx="134275" cy="128202"/>
              <a:chOff x="-3875587" y="4818872"/>
              <a:chExt cx="134275" cy="128202"/>
            </a:xfrm>
          </p:grpSpPr>
          <p:sp>
            <p:nvSpPr>
              <p:cNvPr id="1546" name="Google Shape;1546;p55"/>
              <p:cNvSpPr/>
              <p:nvPr/>
            </p:nvSpPr>
            <p:spPr>
              <a:xfrm rot="1073331">
                <a:off x="-3861388" y="4867084"/>
                <a:ext cx="116681" cy="17097"/>
              </a:xfrm>
              <a:custGeom>
                <a:rect b="b" l="l" r="r" t="t"/>
                <a:pathLst>
                  <a:path extrusionOk="0" h="107" w="730">
                    <a:moveTo>
                      <a:pt x="657" y="0"/>
                    </a:moveTo>
                    <a:cubicBezTo>
                      <a:pt x="466" y="17"/>
                      <a:pt x="269" y="17"/>
                      <a:pt x="56" y="17"/>
                    </a:cubicBezTo>
                    <a:cubicBezTo>
                      <a:pt x="1" y="17"/>
                      <a:pt x="1" y="107"/>
                      <a:pt x="56" y="107"/>
                    </a:cubicBezTo>
                    <a:cubicBezTo>
                      <a:pt x="269" y="107"/>
                      <a:pt x="466" y="107"/>
                      <a:pt x="657" y="90"/>
                    </a:cubicBezTo>
                    <a:cubicBezTo>
                      <a:pt x="730" y="90"/>
                      <a:pt x="730" y="0"/>
                      <a:pt x="6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5"/>
              <p:cNvSpPr/>
              <p:nvPr/>
            </p:nvSpPr>
            <p:spPr>
              <a:xfrm rot="1073331">
                <a:off x="-3835832" y="4832914"/>
                <a:ext cx="94144" cy="17257"/>
              </a:xfrm>
              <a:custGeom>
                <a:rect b="b" l="l" r="r" t="t"/>
                <a:pathLst>
                  <a:path extrusionOk="0" h="108" w="589">
                    <a:moveTo>
                      <a:pt x="533" y="1"/>
                    </a:moveTo>
                    <a:cubicBezTo>
                      <a:pt x="376" y="1"/>
                      <a:pt x="214" y="18"/>
                      <a:pt x="56" y="18"/>
                    </a:cubicBezTo>
                    <a:cubicBezTo>
                      <a:pt x="0" y="18"/>
                      <a:pt x="0" y="108"/>
                      <a:pt x="56" y="108"/>
                    </a:cubicBezTo>
                    <a:cubicBezTo>
                      <a:pt x="214" y="108"/>
                      <a:pt x="376" y="90"/>
                      <a:pt x="533" y="90"/>
                    </a:cubicBezTo>
                    <a:cubicBezTo>
                      <a:pt x="589" y="90"/>
                      <a:pt x="589" y="1"/>
                      <a:pt x="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5"/>
              <p:cNvSpPr/>
              <p:nvPr/>
            </p:nvSpPr>
            <p:spPr>
              <a:xfrm rot="1073331">
                <a:off x="-3876066" y="4913457"/>
                <a:ext cx="119399" cy="15659"/>
              </a:xfrm>
              <a:custGeom>
                <a:rect b="b" l="l" r="r" t="t"/>
                <a:pathLst>
                  <a:path extrusionOk="0" h="98" w="747">
                    <a:moveTo>
                      <a:pt x="56" y="1"/>
                    </a:moveTo>
                    <a:cubicBezTo>
                      <a:pt x="1" y="1"/>
                      <a:pt x="1" y="90"/>
                      <a:pt x="56" y="90"/>
                    </a:cubicBezTo>
                    <a:cubicBezTo>
                      <a:pt x="127" y="96"/>
                      <a:pt x="198" y="98"/>
                      <a:pt x="269" y="98"/>
                    </a:cubicBezTo>
                    <a:cubicBezTo>
                      <a:pt x="412" y="98"/>
                      <a:pt x="554" y="90"/>
                      <a:pt x="696" y="90"/>
                    </a:cubicBezTo>
                    <a:cubicBezTo>
                      <a:pt x="747" y="90"/>
                      <a:pt x="747" y="1"/>
                      <a:pt x="696" y="1"/>
                    </a:cubicBezTo>
                    <a:cubicBezTo>
                      <a:pt x="554" y="1"/>
                      <a:pt x="412" y="8"/>
                      <a:pt x="269" y="8"/>
                    </a:cubicBezTo>
                    <a:cubicBezTo>
                      <a:pt x="198" y="8"/>
                      <a:pt x="127" y="6"/>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49" name="Google Shape;1549;p55"/>
          <p:cNvGrpSpPr/>
          <p:nvPr/>
        </p:nvGrpSpPr>
        <p:grpSpPr>
          <a:xfrm>
            <a:off x="6684050" y="2004117"/>
            <a:ext cx="750173" cy="984328"/>
            <a:chOff x="11134172" y="3708622"/>
            <a:chExt cx="1060614" cy="1391670"/>
          </a:xfrm>
        </p:grpSpPr>
        <p:sp>
          <p:nvSpPr>
            <p:cNvPr id="1550" name="Google Shape;1550;p55"/>
            <p:cNvSpPr/>
            <p:nvPr/>
          </p:nvSpPr>
          <p:spPr>
            <a:xfrm>
              <a:off x="11134172" y="3708622"/>
              <a:ext cx="1060614" cy="1391670"/>
            </a:xfrm>
            <a:custGeom>
              <a:rect b="b" l="l" r="r" t="t"/>
              <a:pathLst>
                <a:path extrusionOk="0" h="28619" w="21811">
                  <a:moveTo>
                    <a:pt x="10960" y="1"/>
                  </a:moveTo>
                  <a:cubicBezTo>
                    <a:pt x="10355" y="1"/>
                    <a:pt x="9750" y="54"/>
                    <a:pt x="9148" y="150"/>
                  </a:cubicBezTo>
                  <a:cubicBezTo>
                    <a:pt x="7566" y="397"/>
                    <a:pt x="6539" y="1322"/>
                    <a:pt x="6075" y="2848"/>
                  </a:cubicBezTo>
                  <a:cubicBezTo>
                    <a:pt x="5934" y="3347"/>
                    <a:pt x="5861" y="3841"/>
                    <a:pt x="5827" y="4340"/>
                  </a:cubicBezTo>
                  <a:cubicBezTo>
                    <a:pt x="5755" y="5158"/>
                    <a:pt x="5721" y="5993"/>
                    <a:pt x="5844" y="6808"/>
                  </a:cubicBezTo>
                  <a:cubicBezTo>
                    <a:pt x="5968" y="7519"/>
                    <a:pt x="6147" y="8193"/>
                    <a:pt x="6982" y="8423"/>
                  </a:cubicBezTo>
                  <a:cubicBezTo>
                    <a:pt x="7055" y="8444"/>
                    <a:pt x="7089" y="8495"/>
                    <a:pt x="7089" y="8568"/>
                  </a:cubicBezTo>
                  <a:cubicBezTo>
                    <a:pt x="7072" y="8798"/>
                    <a:pt x="7106" y="9045"/>
                    <a:pt x="7055" y="9314"/>
                  </a:cubicBezTo>
                  <a:lnTo>
                    <a:pt x="6254" y="9314"/>
                  </a:lnTo>
                  <a:cubicBezTo>
                    <a:pt x="6234" y="9312"/>
                    <a:pt x="6215" y="9311"/>
                    <a:pt x="6196" y="9311"/>
                  </a:cubicBezTo>
                  <a:cubicBezTo>
                    <a:pt x="6024" y="9311"/>
                    <a:pt x="5877" y="9383"/>
                    <a:pt x="5827" y="9544"/>
                  </a:cubicBezTo>
                  <a:cubicBezTo>
                    <a:pt x="5740" y="9834"/>
                    <a:pt x="5558" y="9886"/>
                    <a:pt x="5338" y="9886"/>
                  </a:cubicBezTo>
                  <a:cubicBezTo>
                    <a:pt x="5290" y="9886"/>
                    <a:pt x="5239" y="9884"/>
                    <a:pt x="5188" y="9881"/>
                  </a:cubicBezTo>
                  <a:cubicBezTo>
                    <a:pt x="5162" y="9876"/>
                    <a:pt x="5136" y="9874"/>
                    <a:pt x="5109" y="9874"/>
                  </a:cubicBezTo>
                  <a:cubicBezTo>
                    <a:pt x="5046" y="9874"/>
                    <a:pt x="4984" y="9886"/>
                    <a:pt x="4924" y="9898"/>
                  </a:cubicBezTo>
                  <a:cubicBezTo>
                    <a:pt x="3074" y="10290"/>
                    <a:pt x="1868" y="11462"/>
                    <a:pt x="1015" y="13060"/>
                  </a:cubicBezTo>
                  <a:cubicBezTo>
                    <a:pt x="623" y="13789"/>
                    <a:pt x="499" y="14603"/>
                    <a:pt x="410" y="15422"/>
                  </a:cubicBezTo>
                  <a:cubicBezTo>
                    <a:pt x="22" y="15528"/>
                    <a:pt x="1" y="15545"/>
                    <a:pt x="1" y="15938"/>
                  </a:cubicBezTo>
                  <a:cubicBezTo>
                    <a:pt x="1" y="16151"/>
                    <a:pt x="22" y="16364"/>
                    <a:pt x="1" y="16594"/>
                  </a:cubicBezTo>
                  <a:cubicBezTo>
                    <a:pt x="1" y="16790"/>
                    <a:pt x="90" y="16914"/>
                    <a:pt x="286" y="16914"/>
                  </a:cubicBezTo>
                  <a:cubicBezTo>
                    <a:pt x="302" y="16912"/>
                    <a:pt x="317" y="16912"/>
                    <a:pt x="331" y="16912"/>
                  </a:cubicBezTo>
                  <a:cubicBezTo>
                    <a:pt x="490" y="16912"/>
                    <a:pt x="533" y="17000"/>
                    <a:pt x="533" y="17161"/>
                  </a:cubicBezTo>
                  <a:cubicBezTo>
                    <a:pt x="533" y="17289"/>
                    <a:pt x="533" y="17395"/>
                    <a:pt x="555" y="17519"/>
                  </a:cubicBezTo>
                  <a:cubicBezTo>
                    <a:pt x="623" y="17979"/>
                    <a:pt x="836" y="18175"/>
                    <a:pt x="1301" y="18209"/>
                  </a:cubicBezTo>
                  <a:cubicBezTo>
                    <a:pt x="1334" y="18212"/>
                    <a:pt x="1368" y="18213"/>
                    <a:pt x="1402" y="18213"/>
                  </a:cubicBezTo>
                  <a:cubicBezTo>
                    <a:pt x="1615" y="18213"/>
                    <a:pt x="1827" y="18171"/>
                    <a:pt x="2025" y="18141"/>
                  </a:cubicBezTo>
                  <a:cubicBezTo>
                    <a:pt x="2221" y="18103"/>
                    <a:pt x="2328" y="17996"/>
                    <a:pt x="2383" y="17822"/>
                  </a:cubicBezTo>
                  <a:cubicBezTo>
                    <a:pt x="2507" y="17536"/>
                    <a:pt x="2434" y="17233"/>
                    <a:pt x="2451" y="16948"/>
                  </a:cubicBezTo>
                  <a:cubicBezTo>
                    <a:pt x="2899" y="16863"/>
                    <a:pt x="2899" y="16863"/>
                    <a:pt x="2899" y="16415"/>
                  </a:cubicBezTo>
                  <a:cubicBezTo>
                    <a:pt x="2899" y="16257"/>
                    <a:pt x="2916" y="16117"/>
                    <a:pt x="2916" y="15955"/>
                  </a:cubicBezTo>
                  <a:cubicBezTo>
                    <a:pt x="2916" y="15562"/>
                    <a:pt x="2878" y="15511"/>
                    <a:pt x="2507" y="15422"/>
                  </a:cubicBezTo>
                  <a:cubicBezTo>
                    <a:pt x="2328" y="14267"/>
                    <a:pt x="3999" y="11995"/>
                    <a:pt x="5670" y="11854"/>
                  </a:cubicBezTo>
                  <a:cubicBezTo>
                    <a:pt x="5738" y="12421"/>
                    <a:pt x="5721" y="12988"/>
                    <a:pt x="5704" y="13559"/>
                  </a:cubicBezTo>
                  <a:cubicBezTo>
                    <a:pt x="5704" y="14143"/>
                    <a:pt x="5934" y="14535"/>
                    <a:pt x="6394" y="14872"/>
                  </a:cubicBezTo>
                  <a:cubicBezTo>
                    <a:pt x="6803" y="15158"/>
                    <a:pt x="7247" y="15298"/>
                    <a:pt x="7745" y="15298"/>
                  </a:cubicBezTo>
                  <a:cubicBezTo>
                    <a:pt x="7907" y="15298"/>
                    <a:pt x="8031" y="15315"/>
                    <a:pt x="8031" y="15511"/>
                  </a:cubicBezTo>
                  <a:cubicBezTo>
                    <a:pt x="8048" y="16487"/>
                    <a:pt x="7958" y="17464"/>
                    <a:pt x="7958" y="18423"/>
                  </a:cubicBezTo>
                  <a:cubicBezTo>
                    <a:pt x="7941" y="18759"/>
                    <a:pt x="7801" y="18921"/>
                    <a:pt x="7460" y="19011"/>
                  </a:cubicBezTo>
                  <a:cubicBezTo>
                    <a:pt x="6842" y="19168"/>
                    <a:pt x="6646" y="19454"/>
                    <a:pt x="6607" y="20093"/>
                  </a:cubicBezTo>
                  <a:cubicBezTo>
                    <a:pt x="6573" y="20716"/>
                    <a:pt x="6522" y="21317"/>
                    <a:pt x="6501" y="21939"/>
                  </a:cubicBezTo>
                  <a:cubicBezTo>
                    <a:pt x="6467" y="23324"/>
                    <a:pt x="6360" y="24727"/>
                    <a:pt x="6539" y="26133"/>
                  </a:cubicBezTo>
                  <a:cubicBezTo>
                    <a:pt x="6607" y="26773"/>
                    <a:pt x="6803" y="26986"/>
                    <a:pt x="7443" y="27092"/>
                  </a:cubicBezTo>
                  <a:cubicBezTo>
                    <a:pt x="7976" y="27160"/>
                    <a:pt x="7869" y="27126"/>
                    <a:pt x="7869" y="27570"/>
                  </a:cubicBezTo>
                  <a:cubicBezTo>
                    <a:pt x="7886" y="28350"/>
                    <a:pt x="8172" y="28618"/>
                    <a:pt x="8973" y="28618"/>
                  </a:cubicBezTo>
                  <a:cubicBezTo>
                    <a:pt x="9621" y="28610"/>
                    <a:pt x="10264" y="28605"/>
                    <a:pt x="10908" y="28605"/>
                  </a:cubicBezTo>
                  <a:cubicBezTo>
                    <a:pt x="11552" y="28605"/>
                    <a:pt x="12195" y="28610"/>
                    <a:pt x="12843" y="28618"/>
                  </a:cubicBezTo>
                  <a:cubicBezTo>
                    <a:pt x="13606" y="28618"/>
                    <a:pt x="13909" y="28350"/>
                    <a:pt x="13926" y="27570"/>
                  </a:cubicBezTo>
                  <a:cubicBezTo>
                    <a:pt x="13926" y="27109"/>
                    <a:pt x="13836" y="27160"/>
                    <a:pt x="14369" y="27071"/>
                  </a:cubicBezTo>
                  <a:cubicBezTo>
                    <a:pt x="14991" y="26986"/>
                    <a:pt x="15205" y="26773"/>
                    <a:pt x="15260" y="26133"/>
                  </a:cubicBezTo>
                  <a:cubicBezTo>
                    <a:pt x="15473" y="24019"/>
                    <a:pt x="15294" y="21922"/>
                    <a:pt x="15170" y="19808"/>
                  </a:cubicBezTo>
                  <a:cubicBezTo>
                    <a:pt x="15153" y="19578"/>
                    <a:pt x="15026" y="19382"/>
                    <a:pt x="14834" y="19241"/>
                  </a:cubicBezTo>
                  <a:cubicBezTo>
                    <a:pt x="14638" y="19100"/>
                    <a:pt x="14425" y="18994"/>
                    <a:pt x="14173" y="18955"/>
                  </a:cubicBezTo>
                  <a:cubicBezTo>
                    <a:pt x="13981" y="18921"/>
                    <a:pt x="13892" y="18832"/>
                    <a:pt x="13875" y="18619"/>
                  </a:cubicBezTo>
                  <a:cubicBezTo>
                    <a:pt x="13802" y="17625"/>
                    <a:pt x="13768" y="16628"/>
                    <a:pt x="13768" y="15618"/>
                  </a:cubicBezTo>
                  <a:cubicBezTo>
                    <a:pt x="13768" y="15388"/>
                    <a:pt x="13853" y="15298"/>
                    <a:pt x="14088" y="15298"/>
                  </a:cubicBezTo>
                  <a:cubicBezTo>
                    <a:pt x="14109" y="15299"/>
                    <a:pt x="14130" y="15299"/>
                    <a:pt x="14151" y="15299"/>
                  </a:cubicBezTo>
                  <a:cubicBezTo>
                    <a:pt x="14693" y="15299"/>
                    <a:pt x="15186" y="15088"/>
                    <a:pt x="15580" y="14731"/>
                  </a:cubicBezTo>
                  <a:cubicBezTo>
                    <a:pt x="15899" y="14463"/>
                    <a:pt x="16091" y="14109"/>
                    <a:pt x="16091" y="13666"/>
                  </a:cubicBezTo>
                  <a:cubicBezTo>
                    <a:pt x="16074" y="13274"/>
                    <a:pt x="16074" y="12881"/>
                    <a:pt x="16091" y="12472"/>
                  </a:cubicBezTo>
                  <a:cubicBezTo>
                    <a:pt x="16091" y="12259"/>
                    <a:pt x="16074" y="12046"/>
                    <a:pt x="16147" y="11833"/>
                  </a:cubicBezTo>
                  <a:cubicBezTo>
                    <a:pt x="17941" y="12067"/>
                    <a:pt x="19522" y="14429"/>
                    <a:pt x="19288" y="15439"/>
                  </a:cubicBezTo>
                  <a:cubicBezTo>
                    <a:pt x="18934" y="15494"/>
                    <a:pt x="18883" y="15562"/>
                    <a:pt x="18900" y="15955"/>
                  </a:cubicBezTo>
                  <a:lnTo>
                    <a:pt x="18900" y="16398"/>
                  </a:lnTo>
                  <a:cubicBezTo>
                    <a:pt x="18900" y="16841"/>
                    <a:pt x="18900" y="16841"/>
                    <a:pt x="19343" y="16969"/>
                  </a:cubicBezTo>
                  <a:lnTo>
                    <a:pt x="19343" y="17199"/>
                  </a:lnTo>
                  <a:cubicBezTo>
                    <a:pt x="19309" y="17962"/>
                    <a:pt x="19484" y="18175"/>
                    <a:pt x="20247" y="18209"/>
                  </a:cubicBezTo>
                  <a:cubicBezTo>
                    <a:pt x="20260" y="18215"/>
                    <a:pt x="20272" y="18217"/>
                    <a:pt x="20285" y="18217"/>
                  </a:cubicBezTo>
                  <a:cubicBezTo>
                    <a:pt x="20310" y="18217"/>
                    <a:pt x="20338" y="18209"/>
                    <a:pt x="20375" y="18209"/>
                  </a:cubicBezTo>
                  <a:cubicBezTo>
                    <a:pt x="20976" y="18209"/>
                    <a:pt x="21227" y="17962"/>
                    <a:pt x="21261" y="17357"/>
                  </a:cubicBezTo>
                  <a:cubicBezTo>
                    <a:pt x="21261" y="17306"/>
                    <a:pt x="21278" y="17233"/>
                    <a:pt x="21261" y="17182"/>
                  </a:cubicBezTo>
                  <a:cubicBezTo>
                    <a:pt x="21261" y="17003"/>
                    <a:pt x="21313" y="16897"/>
                    <a:pt x="21526" y="16897"/>
                  </a:cubicBezTo>
                  <a:cubicBezTo>
                    <a:pt x="21538" y="16898"/>
                    <a:pt x="21549" y="16898"/>
                    <a:pt x="21560" y="16898"/>
                  </a:cubicBezTo>
                  <a:cubicBezTo>
                    <a:pt x="21730" y="16898"/>
                    <a:pt x="21794" y="16778"/>
                    <a:pt x="21794" y="16594"/>
                  </a:cubicBezTo>
                  <a:cubicBezTo>
                    <a:pt x="21777" y="16398"/>
                    <a:pt x="21777" y="16185"/>
                    <a:pt x="21794" y="15972"/>
                  </a:cubicBezTo>
                  <a:cubicBezTo>
                    <a:pt x="21811" y="15699"/>
                    <a:pt x="21779" y="15438"/>
                    <a:pt x="21420" y="15438"/>
                  </a:cubicBezTo>
                  <a:cubicBezTo>
                    <a:pt x="21408" y="15438"/>
                    <a:pt x="21397" y="15438"/>
                    <a:pt x="21385" y="15439"/>
                  </a:cubicBezTo>
                  <a:cubicBezTo>
                    <a:pt x="21295" y="13840"/>
                    <a:pt x="20673" y="12472"/>
                    <a:pt x="19556" y="11373"/>
                  </a:cubicBezTo>
                  <a:cubicBezTo>
                    <a:pt x="18670" y="10486"/>
                    <a:pt x="17638" y="9898"/>
                    <a:pt x="16360" y="9881"/>
                  </a:cubicBezTo>
                  <a:cubicBezTo>
                    <a:pt x="16198" y="9864"/>
                    <a:pt x="16112" y="9847"/>
                    <a:pt x="16040" y="9668"/>
                  </a:cubicBezTo>
                  <a:cubicBezTo>
                    <a:pt x="15957" y="9422"/>
                    <a:pt x="15767" y="9295"/>
                    <a:pt x="15498" y="9295"/>
                  </a:cubicBezTo>
                  <a:cubicBezTo>
                    <a:pt x="15478" y="9295"/>
                    <a:pt x="15456" y="9295"/>
                    <a:pt x="15435" y="9297"/>
                  </a:cubicBezTo>
                  <a:cubicBezTo>
                    <a:pt x="15222" y="9314"/>
                    <a:pt x="14991" y="9314"/>
                    <a:pt x="14706" y="9314"/>
                  </a:cubicBezTo>
                  <a:cubicBezTo>
                    <a:pt x="14706" y="9062"/>
                    <a:pt x="14727" y="8871"/>
                    <a:pt x="14706" y="8674"/>
                  </a:cubicBezTo>
                  <a:cubicBezTo>
                    <a:pt x="14706" y="8513"/>
                    <a:pt x="14744" y="8423"/>
                    <a:pt x="14919" y="8389"/>
                  </a:cubicBezTo>
                  <a:cubicBezTo>
                    <a:pt x="15239" y="8316"/>
                    <a:pt x="15452" y="8103"/>
                    <a:pt x="15631" y="7839"/>
                  </a:cubicBezTo>
                  <a:cubicBezTo>
                    <a:pt x="15950" y="7306"/>
                    <a:pt x="15985" y="6718"/>
                    <a:pt x="16006" y="6134"/>
                  </a:cubicBezTo>
                  <a:cubicBezTo>
                    <a:pt x="16040" y="5265"/>
                    <a:pt x="16006" y="4374"/>
                    <a:pt x="15861" y="3504"/>
                  </a:cubicBezTo>
                  <a:cubicBezTo>
                    <a:pt x="15614" y="1855"/>
                    <a:pt x="14565" y="521"/>
                    <a:pt x="12843" y="184"/>
                  </a:cubicBezTo>
                  <a:cubicBezTo>
                    <a:pt x="12218" y="58"/>
                    <a:pt x="11589" y="1"/>
                    <a:pt x="109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5"/>
            <p:cNvSpPr/>
            <p:nvPr/>
          </p:nvSpPr>
          <p:spPr>
            <a:xfrm>
              <a:off x="11426229" y="3720244"/>
              <a:ext cx="475917" cy="301393"/>
            </a:xfrm>
            <a:custGeom>
              <a:rect b="b" l="l" r="r" t="t"/>
              <a:pathLst>
                <a:path extrusionOk="0" h="6198" w="9787">
                  <a:moveTo>
                    <a:pt x="5031" y="0"/>
                  </a:moveTo>
                  <a:cubicBezTo>
                    <a:pt x="4466" y="0"/>
                    <a:pt x="3902" y="44"/>
                    <a:pt x="3338" y="107"/>
                  </a:cubicBezTo>
                  <a:cubicBezTo>
                    <a:pt x="2558" y="175"/>
                    <a:pt x="1846" y="478"/>
                    <a:pt x="1279" y="1027"/>
                  </a:cubicBezTo>
                  <a:cubicBezTo>
                    <a:pt x="640" y="1650"/>
                    <a:pt x="282" y="2430"/>
                    <a:pt x="141" y="3321"/>
                  </a:cubicBezTo>
                  <a:cubicBezTo>
                    <a:pt x="0" y="4190"/>
                    <a:pt x="17" y="5043"/>
                    <a:pt x="17" y="5895"/>
                  </a:cubicBezTo>
                  <a:cubicBezTo>
                    <a:pt x="17" y="5985"/>
                    <a:pt x="0" y="6074"/>
                    <a:pt x="90" y="6198"/>
                  </a:cubicBezTo>
                  <a:cubicBezTo>
                    <a:pt x="354" y="5772"/>
                    <a:pt x="780" y="5592"/>
                    <a:pt x="1241" y="5503"/>
                  </a:cubicBezTo>
                  <a:cubicBezTo>
                    <a:pt x="1492" y="5452"/>
                    <a:pt x="1756" y="5435"/>
                    <a:pt x="2008" y="5413"/>
                  </a:cubicBezTo>
                  <a:cubicBezTo>
                    <a:pt x="2877" y="5371"/>
                    <a:pt x="3751" y="5354"/>
                    <a:pt x="4626" y="5354"/>
                  </a:cubicBezTo>
                  <a:cubicBezTo>
                    <a:pt x="5500" y="5354"/>
                    <a:pt x="6375" y="5371"/>
                    <a:pt x="7246" y="5396"/>
                  </a:cubicBezTo>
                  <a:cubicBezTo>
                    <a:pt x="8133" y="5413"/>
                    <a:pt x="9075" y="5362"/>
                    <a:pt x="9714" y="6159"/>
                  </a:cubicBezTo>
                  <a:cubicBezTo>
                    <a:pt x="9787" y="6108"/>
                    <a:pt x="9765" y="6036"/>
                    <a:pt x="9765" y="5985"/>
                  </a:cubicBezTo>
                  <a:cubicBezTo>
                    <a:pt x="9765" y="5077"/>
                    <a:pt x="9787" y="4156"/>
                    <a:pt x="9625" y="3231"/>
                  </a:cubicBezTo>
                  <a:cubicBezTo>
                    <a:pt x="9339" y="1684"/>
                    <a:pt x="8419" y="512"/>
                    <a:pt x="6803" y="175"/>
                  </a:cubicBezTo>
                  <a:cubicBezTo>
                    <a:pt x="6212" y="49"/>
                    <a:pt x="5622" y="0"/>
                    <a:pt x="50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5"/>
            <p:cNvSpPr/>
            <p:nvPr/>
          </p:nvSpPr>
          <p:spPr>
            <a:xfrm>
              <a:off x="11420199" y="4172723"/>
              <a:ext cx="487977" cy="268327"/>
            </a:xfrm>
            <a:custGeom>
              <a:rect b="b" l="l" r="r" t="t"/>
              <a:pathLst>
                <a:path extrusionOk="0" h="5518" w="10035">
                  <a:moveTo>
                    <a:pt x="657" y="0"/>
                  </a:moveTo>
                  <a:cubicBezTo>
                    <a:pt x="141" y="0"/>
                    <a:pt x="1" y="141"/>
                    <a:pt x="18" y="639"/>
                  </a:cubicBezTo>
                  <a:cubicBezTo>
                    <a:pt x="35" y="1812"/>
                    <a:pt x="52" y="2967"/>
                    <a:pt x="69" y="4122"/>
                  </a:cubicBezTo>
                  <a:cubicBezTo>
                    <a:pt x="69" y="4527"/>
                    <a:pt x="265" y="4829"/>
                    <a:pt x="568" y="5081"/>
                  </a:cubicBezTo>
                  <a:cubicBezTo>
                    <a:pt x="952" y="5373"/>
                    <a:pt x="1365" y="5517"/>
                    <a:pt x="1837" y="5517"/>
                  </a:cubicBezTo>
                  <a:cubicBezTo>
                    <a:pt x="1910" y="5517"/>
                    <a:pt x="1984" y="5514"/>
                    <a:pt x="2059" y="5507"/>
                  </a:cubicBezTo>
                  <a:cubicBezTo>
                    <a:pt x="2413" y="4352"/>
                    <a:pt x="3602" y="3499"/>
                    <a:pt x="4971" y="3461"/>
                  </a:cubicBezTo>
                  <a:cubicBezTo>
                    <a:pt x="4994" y="3460"/>
                    <a:pt x="5018" y="3460"/>
                    <a:pt x="5041" y="3460"/>
                  </a:cubicBezTo>
                  <a:cubicBezTo>
                    <a:pt x="5693" y="3460"/>
                    <a:pt x="6307" y="3687"/>
                    <a:pt x="6855" y="4049"/>
                  </a:cubicBezTo>
                  <a:cubicBezTo>
                    <a:pt x="7387" y="4403"/>
                    <a:pt x="7814" y="4868"/>
                    <a:pt x="7971" y="5507"/>
                  </a:cubicBezTo>
                  <a:cubicBezTo>
                    <a:pt x="8059" y="5511"/>
                    <a:pt x="8147" y="5514"/>
                    <a:pt x="8233" y="5514"/>
                  </a:cubicBezTo>
                  <a:cubicBezTo>
                    <a:pt x="8501" y="5514"/>
                    <a:pt x="8761" y="5484"/>
                    <a:pt x="9003" y="5362"/>
                  </a:cubicBezTo>
                  <a:cubicBezTo>
                    <a:pt x="9485" y="5132"/>
                    <a:pt x="9928" y="4829"/>
                    <a:pt x="9962" y="4245"/>
                  </a:cubicBezTo>
                  <a:cubicBezTo>
                    <a:pt x="10017" y="3018"/>
                    <a:pt x="10017" y="1794"/>
                    <a:pt x="10017" y="567"/>
                  </a:cubicBezTo>
                  <a:cubicBezTo>
                    <a:pt x="10034" y="124"/>
                    <a:pt x="9872" y="0"/>
                    <a:pt x="94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5"/>
            <p:cNvSpPr/>
            <p:nvPr/>
          </p:nvSpPr>
          <p:spPr>
            <a:xfrm>
              <a:off x="11530681" y="4351380"/>
              <a:ext cx="271147" cy="350556"/>
            </a:xfrm>
            <a:custGeom>
              <a:rect b="b" l="l" r="r" t="t"/>
              <a:pathLst>
                <a:path extrusionOk="0" h="7209" w="5576">
                  <a:moveTo>
                    <a:pt x="2737" y="0"/>
                  </a:moveTo>
                  <a:cubicBezTo>
                    <a:pt x="1970" y="90"/>
                    <a:pt x="1262" y="341"/>
                    <a:pt x="657" y="874"/>
                  </a:cubicBezTo>
                  <a:cubicBezTo>
                    <a:pt x="214" y="1262"/>
                    <a:pt x="35" y="1705"/>
                    <a:pt x="90" y="2293"/>
                  </a:cubicBezTo>
                  <a:cubicBezTo>
                    <a:pt x="158" y="3286"/>
                    <a:pt x="52" y="4284"/>
                    <a:pt x="18" y="5294"/>
                  </a:cubicBezTo>
                  <a:cubicBezTo>
                    <a:pt x="1" y="5631"/>
                    <a:pt x="52" y="5933"/>
                    <a:pt x="337" y="6181"/>
                  </a:cubicBezTo>
                  <a:cubicBezTo>
                    <a:pt x="674" y="6449"/>
                    <a:pt x="1011" y="6735"/>
                    <a:pt x="1420" y="6892"/>
                  </a:cubicBezTo>
                  <a:cubicBezTo>
                    <a:pt x="1835" y="7050"/>
                    <a:pt x="2261" y="7208"/>
                    <a:pt x="2707" y="7208"/>
                  </a:cubicBezTo>
                  <a:cubicBezTo>
                    <a:pt x="2815" y="7208"/>
                    <a:pt x="2925" y="7199"/>
                    <a:pt x="3035" y="7178"/>
                  </a:cubicBezTo>
                  <a:cubicBezTo>
                    <a:pt x="3675" y="7071"/>
                    <a:pt x="4263" y="6858"/>
                    <a:pt x="4779" y="6466"/>
                  </a:cubicBezTo>
                  <a:cubicBezTo>
                    <a:pt x="5469" y="5968"/>
                    <a:pt x="5576" y="5720"/>
                    <a:pt x="5401" y="4868"/>
                  </a:cubicBezTo>
                  <a:lnTo>
                    <a:pt x="5401" y="4868"/>
                  </a:lnTo>
                  <a:cubicBezTo>
                    <a:pt x="5239" y="4923"/>
                    <a:pt x="5132" y="5047"/>
                    <a:pt x="4992" y="5064"/>
                  </a:cubicBezTo>
                  <a:cubicBezTo>
                    <a:pt x="4774" y="5104"/>
                    <a:pt x="4560" y="5123"/>
                    <a:pt x="4349" y="5123"/>
                  </a:cubicBezTo>
                  <a:cubicBezTo>
                    <a:pt x="4093" y="5123"/>
                    <a:pt x="3841" y="5096"/>
                    <a:pt x="3589" y="5047"/>
                  </a:cubicBezTo>
                  <a:cubicBezTo>
                    <a:pt x="3214" y="4957"/>
                    <a:pt x="2861" y="4548"/>
                    <a:pt x="2878" y="4156"/>
                  </a:cubicBezTo>
                  <a:cubicBezTo>
                    <a:pt x="2912" y="2899"/>
                    <a:pt x="2771" y="1620"/>
                    <a:pt x="2788" y="358"/>
                  </a:cubicBezTo>
                  <a:cubicBezTo>
                    <a:pt x="2788" y="252"/>
                    <a:pt x="2822" y="145"/>
                    <a:pt x="27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5"/>
            <p:cNvSpPr/>
            <p:nvPr/>
          </p:nvSpPr>
          <p:spPr>
            <a:xfrm>
              <a:off x="11677439" y="4355611"/>
              <a:ext cx="119235" cy="233363"/>
            </a:xfrm>
            <a:custGeom>
              <a:rect b="b" l="l" r="r" t="t"/>
              <a:pathLst>
                <a:path extrusionOk="0" h="4799" w="2452">
                  <a:moveTo>
                    <a:pt x="75" y="0"/>
                  </a:moveTo>
                  <a:cubicBezTo>
                    <a:pt x="50" y="0"/>
                    <a:pt x="25" y="1"/>
                    <a:pt x="0" y="3"/>
                  </a:cubicBezTo>
                  <a:lnTo>
                    <a:pt x="0" y="1017"/>
                  </a:lnTo>
                  <a:cubicBezTo>
                    <a:pt x="303" y="1017"/>
                    <a:pt x="571" y="979"/>
                    <a:pt x="853" y="979"/>
                  </a:cubicBezTo>
                  <a:cubicBezTo>
                    <a:pt x="879" y="981"/>
                    <a:pt x="905" y="982"/>
                    <a:pt x="931" y="982"/>
                  </a:cubicBezTo>
                  <a:cubicBezTo>
                    <a:pt x="1020" y="982"/>
                    <a:pt x="1111" y="972"/>
                    <a:pt x="1202" y="972"/>
                  </a:cubicBezTo>
                  <a:cubicBezTo>
                    <a:pt x="1346" y="972"/>
                    <a:pt x="1489" y="997"/>
                    <a:pt x="1616" y="1124"/>
                  </a:cubicBezTo>
                  <a:cubicBezTo>
                    <a:pt x="1349" y="1211"/>
                    <a:pt x="1083" y="1220"/>
                    <a:pt x="817" y="1220"/>
                  </a:cubicBezTo>
                  <a:cubicBezTo>
                    <a:pt x="752" y="1220"/>
                    <a:pt x="687" y="1219"/>
                    <a:pt x="623" y="1219"/>
                  </a:cubicBezTo>
                  <a:cubicBezTo>
                    <a:pt x="421" y="1219"/>
                    <a:pt x="219" y="1224"/>
                    <a:pt x="17" y="1264"/>
                  </a:cubicBezTo>
                  <a:cubicBezTo>
                    <a:pt x="17" y="1426"/>
                    <a:pt x="0" y="1567"/>
                    <a:pt x="73" y="1691"/>
                  </a:cubicBezTo>
                  <a:cubicBezTo>
                    <a:pt x="101" y="1691"/>
                    <a:pt x="129" y="1692"/>
                    <a:pt x="157" y="1692"/>
                  </a:cubicBezTo>
                  <a:cubicBezTo>
                    <a:pt x="493" y="1692"/>
                    <a:pt x="823" y="1632"/>
                    <a:pt x="1151" y="1632"/>
                  </a:cubicBezTo>
                  <a:cubicBezTo>
                    <a:pt x="1313" y="1632"/>
                    <a:pt x="1475" y="1646"/>
                    <a:pt x="1637" y="1691"/>
                  </a:cubicBezTo>
                  <a:cubicBezTo>
                    <a:pt x="1138" y="1938"/>
                    <a:pt x="589" y="1831"/>
                    <a:pt x="73" y="1959"/>
                  </a:cubicBezTo>
                  <a:cubicBezTo>
                    <a:pt x="73" y="2117"/>
                    <a:pt x="39" y="2279"/>
                    <a:pt x="73" y="2364"/>
                  </a:cubicBezTo>
                  <a:lnTo>
                    <a:pt x="1918" y="2364"/>
                  </a:lnTo>
                  <a:cubicBezTo>
                    <a:pt x="1932" y="2364"/>
                    <a:pt x="1946" y="2364"/>
                    <a:pt x="1959" y="2364"/>
                  </a:cubicBezTo>
                  <a:cubicBezTo>
                    <a:pt x="2051" y="2364"/>
                    <a:pt x="2134" y="2377"/>
                    <a:pt x="2149" y="2577"/>
                  </a:cubicBezTo>
                  <a:cubicBezTo>
                    <a:pt x="1458" y="2616"/>
                    <a:pt x="785" y="2633"/>
                    <a:pt x="73" y="2667"/>
                  </a:cubicBezTo>
                  <a:cubicBezTo>
                    <a:pt x="107" y="2863"/>
                    <a:pt x="56" y="3059"/>
                    <a:pt x="145" y="3238"/>
                  </a:cubicBezTo>
                  <a:lnTo>
                    <a:pt x="358" y="3238"/>
                  </a:lnTo>
                  <a:cubicBezTo>
                    <a:pt x="491" y="3232"/>
                    <a:pt x="624" y="3231"/>
                    <a:pt x="757" y="3231"/>
                  </a:cubicBezTo>
                  <a:cubicBezTo>
                    <a:pt x="863" y="3231"/>
                    <a:pt x="969" y="3231"/>
                    <a:pt x="1074" y="3231"/>
                  </a:cubicBezTo>
                  <a:cubicBezTo>
                    <a:pt x="1312" y="3231"/>
                    <a:pt x="1548" y="3227"/>
                    <a:pt x="1778" y="3199"/>
                  </a:cubicBezTo>
                  <a:cubicBezTo>
                    <a:pt x="1797" y="3199"/>
                    <a:pt x="1818" y="3199"/>
                    <a:pt x="1839" y="3199"/>
                  </a:cubicBezTo>
                  <a:cubicBezTo>
                    <a:pt x="1915" y="3199"/>
                    <a:pt x="1991" y="3209"/>
                    <a:pt x="1991" y="3306"/>
                  </a:cubicBezTo>
                  <a:cubicBezTo>
                    <a:pt x="1991" y="3430"/>
                    <a:pt x="1884" y="3413"/>
                    <a:pt x="1795" y="3430"/>
                  </a:cubicBezTo>
                  <a:lnTo>
                    <a:pt x="1654" y="3430"/>
                  </a:lnTo>
                  <a:cubicBezTo>
                    <a:pt x="1422" y="3462"/>
                    <a:pt x="1189" y="3470"/>
                    <a:pt x="957" y="3470"/>
                  </a:cubicBezTo>
                  <a:cubicBezTo>
                    <a:pt x="757" y="3470"/>
                    <a:pt x="557" y="3464"/>
                    <a:pt x="357" y="3464"/>
                  </a:cubicBezTo>
                  <a:cubicBezTo>
                    <a:pt x="274" y="3464"/>
                    <a:pt x="190" y="3465"/>
                    <a:pt x="107" y="3468"/>
                  </a:cubicBezTo>
                  <a:cubicBezTo>
                    <a:pt x="90" y="3626"/>
                    <a:pt x="73" y="3771"/>
                    <a:pt x="124" y="3928"/>
                  </a:cubicBezTo>
                  <a:cubicBezTo>
                    <a:pt x="272" y="3943"/>
                    <a:pt x="421" y="3946"/>
                    <a:pt x="569" y="3946"/>
                  </a:cubicBezTo>
                  <a:cubicBezTo>
                    <a:pt x="705" y="3946"/>
                    <a:pt x="842" y="3943"/>
                    <a:pt x="978" y="3943"/>
                  </a:cubicBezTo>
                  <a:cubicBezTo>
                    <a:pt x="1262" y="3943"/>
                    <a:pt x="1545" y="3956"/>
                    <a:pt x="1829" y="4035"/>
                  </a:cubicBezTo>
                  <a:cubicBezTo>
                    <a:pt x="1554" y="4133"/>
                    <a:pt x="1271" y="4147"/>
                    <a:pt x="984" y="4147"/>
                  </a:cubicBezTo>
                  <a:cubicBezTo>
                    <a:pt x="872" y="4147"/>
                    <a:pt x="759" y="4145"/>
                    <a:pt x="645" y="4145"/>
                  </a:cubicBezTo>
                  <a:cubicBezTo>
                    <a:pt x="471" y="4145"/>
                    <a:pt x="297" y="4150"/>
                    <a:pt x="124" y="4176"/>
                  </a:cubicBezTo>
                  <a:cubicBezTo>
                    <a:pt x="145" y="4355"/>
                    <a:pt x="230" y="4461"/>
                    <a:pt x="337" y="4551"/>
                  </a:cubicBezTo>
                  <a:cubicBezTo>
                    <a:pt x="526" y="4705"/>
                    <a:pt x="1014" y="4798"/>
                    <a:pt x="1435" y="4798"/>
                  </a:cubicBezTo>
                  <a:cubicBezTo>
                    <a:pt x="1687" y="4798"/>
                    <a:pt x="1916" y="4765"/>
                    <a:pt x="2042" y="4691"/>
                  </a:cubicBezTo>
                  <a:cubicBezTo>
                    <a:pt x="2293" y="4551"/>
                    <a:pt x="2451" y="4389"/>
                    <a:pt x="2417" y="4052"/>
                  </a:cubicBezTo>
                  <a:cubicBezTo>
                    <a:pt x="2362" y="3413"/>
                    <a:pt x="2345" y="2790"/>
                    <a:pt x="2383" y="2151"/>
                  </a:cubicBezTo>
                  <a:cubicBezTo>
                    <a:pt x="2383" y="1921"/>
                    <a:pt x="2417" y="1674"/>
                    <a:pt x="2328" y="1443"/>
                  </a:cubicBezTo>
                  <a:cubicBezTo>
                    <a:pt x="2034" y="754"/>
                    <a:pt x="861" y="0"/>
                    <a:pt x="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5"/>
            <p:cNvSpPr/>
            <p:nvPr/>
          </p:nvSpPr>
          <p:spPr>
            <a:xfrm>
              <a:off x="11454628" y="4642562"/>
              <a:ext cx="55387" cy="372098"/>
            </a:xfrm>
            <a:custGeom>
              <a:rect b="b" l="l" r="r" t="t"/>
              <a:pathLst>
                <a:path extrusionOk="0" h="7652" w="1139">
                  <a:moveTo>
                    <a:pt x="1138" y="1"/>
                  </a:moveTo>
                  <a:cubicBezTo>
                    <a:pt x="640" y="52"/>
                    <a:pt x="303" y="299"/>
                    <a:pt x="269" y="640"/>
                  </a:cubicBezTo>
                  <a:cubicBezTo>
                    <a:pt x="124" y="2699"/>
                    <a:pt x="0" y="4741"/>
                    <a:pt x="162" y="6782"/>
                  </a:cubicBezTo>
                  <a:cubicBezTo>
                    <a:pt x="196" y="7439"/>
                    <a:pt x="427" y="7652"/>
                    <a:pt x="1138" y="7652"/>
                  </a:cubicBezTo>
                  <a:lnTo>
                    <a:pt x="11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5"/>
            <p:cNvSpPr/>
            <p:nvPr/>
          </p:nvSpPr>
          <p:spPr>
            <a:xfrm>
              <a:off x="11818167" y="4643388"/>
              <a:ext cx="51886" cy="372341"/>
            </a:xfrm>
            <a:custGeom>
              <a:rect b="b" l="l" r="r" t="t"/>
              <a:pathLst>
                <a:path extrusionOk="0" h="7657" w="1067">
                  <a:moveTo>
                    <a:pt x="40" y="0"/>
                  </a:moveTo>
                  <a:cubicBezTo>
                    <a:pt x="27" y="0"/>
                    <a:pt x="14" y="0"/>
                    <a:pt x="0" y="1"/>
                  </a:cubicBezTo>
                  <a:lnTo>
                    <a:pt x="0" y="7656"/>
                  </a:lnTo>
                  <a:cubicBezTo>
                    <a:pt x="128" y="7635"/>
                    <a:pt x="197" y="7635"/>
                    <a:pt x="269" y="7618"/>
                  </a:cubicBezTo>
                  <a:cubicBezTo>
                    <a:pt x="785" y="7550"/>
                    <a:pt x="908" y="7405"/>
                    <a:pt x="981" y="6889"/>
                  </a:cubicBezTo>
                  <a:cubicBezTo>
                    <a:pt x="1015" y="6569"/>
                    <a:pt x="1032" y="6250"/>
                    <a:pt x="1049" y="5913"/>
                  </a:cubicBezTo>
                  <a:cubicBezTo>
                    <a:pt x="1066" y="4208"/>
                    <a:pt x="1032" y="2486"/>
                    <a:pt x="874" y="781"/>
                  </a:cubicBezTo>
                  <a:cubicBezTo>
                    <a:pt x="837" y="316"/>
                    <a:pt x="532" y="0"/>
                    <a:pt x="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5"/>
            <p:cNvSpPr/>
            <p:nvPr/>
          </p:nvSpPr>
          <p:spPr>
            <a:xfrm>
              <a:off x="11533161" y="4885067"/>
              <a:ext cx="261859" cy="60590"/>
            </a:xfrm>
            <a:custGeom>
              <a:rect b="b" l="l" r="r" t="t"/>
              <a:pathLst>
                <a:path extrusionOk="0" h="1246" w="5385">
                  <a:moveTo>
                    <a:pt x="1" y="1"/>
                  </a:moveTo>
                  <a:lnTo>
                    <a:pt x="1" y="1245"/>
                  </a:lnTo>
                  <a:lnTo>
                    <a:pt x="5384" y="1245"/>
                  </a:lnTo>
                  <a:lnTo>
                    <a:pt x="53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5"/>
            <p:cNvSpPr/>
            <p:nvPr/>
          </p:nvSpPr>
          <p:spPr>
            <a:xfrm>
              <a:off x="11531508" y="5026038"/>
              <a:ext cx="265992" cy="63021"/>
            </a:xfrm>
            <a:custGeom>
              <a:rect b="b" l="l" r="r" t="t"/>
              <a:pathLst>
                <a:path extrusionOk="0" h="1296" w="5470">
                  <a:moveTo>
                    <a:pt x="56" y="0"/>
                  </a:moveTo>
                  <a:cubicBezTo>
                    <a:pt x="1" y="213"/>
                    <a:pt x="35" y="405"/>
                    <a:pt x="18" y="601"/>
                  </a:cubicBezTo>
                  <a:cubicBezTo>
                    <a:pt x="18" y="1172"/>
                    <a:pt x="163" y="1296"/>
                    <a:pt x="729" y="1296"/>
                  </a:cubicBezTo>
                  <a:cubicBezTo>
                    <a:pt x="1633" y="1296"/>
                    <a:pt x="2524" y="1279"/>
                    <a:pt x="3428" y="1279"/>
                  </a:cubicBezTo>
                  <a:cubicBezTo>
                    <a:pt x="3737" y="1279"/>
                    <a:pt x="4045" y="1286"/>
                    <a:pt x="4357" y="1286"/>
                  </a:cubicBezTo>
                  <a:cubicBezTo>
                    <a:pt x="4514" y="1286"/>
                    <a:pt x="4671" y="1285"/>
                    <a:pt x="4830" y="1279"/>
                  </a:cubicBezTo>
                  <a:cubicBezTo>
                    <a:pt x="5064" y="1279"/>
                    <a:pt x="5363" y="1258"/>
                    <a:pt x="5418" y="959"/>
                  </a:cubicBezTo>
                  <a:cubicBezTo>
                    <a:pt x="5469" y="657"/>
                    <a:pt x="5435" y="337"/>
                    <a:pt x="54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5"/>
            <p:cNvSpPr/>
            <p:nvPr/>
          </p:nvSpPr>
          <p:spPr>
            <a:xfrm>
              <a:off x="11532334" y="4654621"/>
              <a:ext cx="263512" cy="94970"/>
            </a:xfrm>
            <a:custGeom>
              <a:rect b="b" l="l" r="r" t="t"/>
              <a:pathLst>
                <a:path extrusionOk="0" h="1953" w="5419">
                  <a:moveTo>
                    <a:pt x="5418" y="0"/>
                  </a:moveTo>
                  <a:cubicBezTo>
                    <a:pt x="4504" y="791"/>
                    <a:pt x="3602" y="1182"/>
                    <a:pt x="2703" y="1182"/>
                  </a:cubicBezTo>
                  <a:cubicBezTo>
                    <a:pt x="1804" y="1182"/>
                    <a:pt x="906" y="791"/>
                    <a:pt x="1" y="17"/>
                  </a:cubicBezTo>
                  <a:lnTo>
                    <a:pt x="1" y="17"/>
                  </a:lnTo>
                  <a:cubicBezTo>
                    <a:pt x="1" y="605"/>
                    <a:pt x="18" y="1117"/>
                    <a:pt x="1" y="1633"/>
                  </a:cubicBezTo>
                  <a:cubicBezTo>
                    <a:pt x="1" y="1884"/>
                    <a:pt x="73" y="1952"/>
                    <a:pt x="320" y="1952"/>
                  </a:cubicBezTo>
                  <a:cubicBezTo>
                    <a:pt x="670" y="1947"/>
                    <a:pt x="1019" y="1945"/>
                    <a:pt x="1369" y="1945"/>
                  </a:cubicBezTo>
                  <a:cubicBezTo>
                    <a:pt x="2068" y="1945"/>
                    <a:pt x="2767" y="1952"/>
                    <a:pt x="3466" y="1952"/>
                  </a:cubicBezTo>
                  <a:lnTo>
                    <a:pt x="5171" y="1952"/>
                  </a:lnTo>
                  <a:cubicBezTo>
                    <a:pt x="5190" y="1952"/>
                    <a:pt x="5209" y="1953"/>
                    <a:pt x="5229" y="1953"/>
                  </a:cubicBezTo>
                  <a:cubicBezTo>
                    <a:pt x="5318" y="1953"/>
                    <a:pt x="5404" y="1941"/>
                    <a:pt x="5418" y="1812"/>
                  </a:cubicBezTo>
                  <a:lnTo>
                    <a:pt x="54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5"/>
            <p:cNvSpPr/>
            <p:nvPr/>
          </p:nvSpPr>
          <p:spPr>
            <a:xfrm>
              <a:off x="11532334" y="4957619"/>
              <a:ext cx="264339" cy="56213"/>
            </a:xfrm>
            <a:custGeom>
              <a:rect b="b" l="l" r="r" t="t"/>
              <a:pathLst>
                <a:path extrusionOk="0" h="1156" w="5436">
                  <a:moveTo>
                    <a:pt x="836" y="1"/>
                  </a:moveTo>
                  <a:cubicBezTo>
                    <a:pt x="1" y="1"/>
                    <a:pt x="1" y="1"/>
                    <a:pt x="1" y="853"/>
                  </a:cubicBezTo>
                  <a:cubicBezTo>
                    <a:pt x="1" y="1105"/>
                    <a:pt x="90" y="1156"/>
                    <a:pt x="320" y="1156"/>
                  </a:cubicBezTo>
                  <a:cubicBezTo>
                    <a:pt x="587" y="1150"/>
                    <a:pt x="854" y="1148"/>
                    <a:pt x="1120" y="1148"/>
                  </a:cubicBezTo>
                  <a:cubicBezTo>
                    <a:pt x="1652" y="1148"/>
                    <a:pt x="2180" y="1156"/>
                    <a:pt x="2703" y="1156"/>
                  </a:cubicBezTo>
                  <a:lnTo>
                    <a:pt x="5133" y="1156"/>
                  </a:lnTo>
                  <a:cubicBezTo>
                    <a:pt x="5346" y="1156"/>
                    <a:pt x="5435" y="1105"/>
                    <a:pt x="5418" y="891"/>
                  </a:cubicBezTo>
                  <a:cubicBezTo>
                    <a:pt x="5401" y="729"/>
                    <a:pt x="5418" y="572"/>
                    <a:pt x="5418" y="410"/>
                  </a:cubicBezTo>
                  <a:cubicBezTo>
                    <a:pt x="5418" y="1"/>
                    <a:pt x="5418" y="1"/>
                    <a:pt x="50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5"/>
            <p:cNvSpPr/>
            <p:nvPr/>
          </p:nvSpPr>
          <p:spPr>
            <a:xfrm>
              <a:off x="11531508" y="4759900"/>
              <a:ext cx="264339" cy="52664"/>
            </a:xfrm>
            <a:custGeom>
              <a:rect b="b" l="l" r="r" t="t"/>
              <a:pathLst>
                <a:path extrusionOk="0" h="1083" w="5436">
                  <a:moveTo>
                    <a:pt x="819" y="0"/>
                  </a:moveTo>
                  <a:cubicBezTo>
                    <a:pt x="1" y="0"/>
                    <a:pt x="1" y="0"/>
                    <a:pt x="18" y="819"/>
                  </a:cubicBezTo>
                  <a:cubicBezTo>
                    <a:pt x="18" y="1032"/>
                    <a:pt x="90" y="1083"/>
                    <a:pt x="303" y="1083"/>
                  </a:cubicBezTo>
                  <a:lnTo>
                    <a:pt x="4655" y="1083"/>
                  </a:lnTo>
                  <a:cubicBezTo>
                    <a:pt x="5435" y="1083"/>
                    <a:pt x="5435" y="1083"/>
                    <a:pt x="5435" y="303"/>
                  </a:cubicBezTo>
                  <a:cubicBezTo>
                    <a:pt x="5435" y="56"/>
                    <a:pt x="5363" y="0"/>
                    <a:pt x="5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5"/>
            <p:cNvSpPr/>
            <p:nvPr/>
          </p:nvSpPr>
          <p:spPr>
            <a:xfrm>
              <a:off x="11531508" y="4824769"/>
              <a:ext cx="265166" cy="49162"/>
            </a:xfrm>
            <a:custGeom>
              <a:rect b="b" l="l" r="r" t="t"/>
              <a:pathLst>
                <a:path extrusionOk="0" h="1011" w="5453">
                  <a:moveTo>
                    <a:pt x="56" y="0"/>
                  </a:moveTo>
                  <a:cubicBezTo>
                    <a:pt x="1" y="231"/>
                    <a:pt x="56" y="461"/>
                    <a:pt x="18" y="691"/>
                  </a:cubicBezTo>
                  <a:cubicBezTo>
                    <a:pt x="1" y="921"/>
                    <a:pt x="90" y="994"/>
                    <a:pt x="320" y="994"/>
                  </a:cubicBezTo>
                  <a:cubicBezTo>
                    <a:pt x="741" y="988"/>
                    <a:pt x="1161" y="986"/>
                    <a:pt x="1582" y="986"/>
                  </a:cubicBezTo>
                  <a:cubicBezTo>
                    <a:pt x="2423" y="986"/>
                    <a:pt x="3264" y="994"/>
                    <a:pt x="4105" y="994"/>
                  </a:cubicBezTo>
                  <a:lnTo>
                    <a:pt x="5188" y="994"/>
                  </a:lnTo>
                  <a:cubicBezTo>
                    <a:pt x="5294" y="977"/>
                    <a:pt x="5435" y="1011"/>
                    <a:pt x="5435" y="836"/>
                  </a:cubicBezTo>
                  <a:cubicBezTo>
                    <a:pt x="5435" y="567"/>
                    <a:pt x="5452" y="282"/>
                    <a:pt x="54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5"/>
            <p:cNvSpPr/>
            <p:nvPr/>
          </p:nvSpPr>
          <p:spPr>
            <a:xfrm>
              <a:off x="11490077" y="4126916"/>
              <a:ext cx="348854" cy="32775"/>
            </a:xfrm>
            <a:custGeom>
              <a:rect b="b" l="l" r="r" t="t"/>
              <a:pathLst>
                <a:path extrusionOk="0" h="674" w="7174">
                  <a:moveTo>
                    <a:pt x="34" y="0"/>
                  </a:moveTo>
                  <a:cubicBezTo>
                    <a:pt x="0" y="230"/>
                    <a:pt x="0" y="443"/>
                    <a:pt x="17" y="673"/>
                  </a:cubicBezTo>
                  <a:lnTo>
                    <a:pt x="7140" y="673"/>
                  </a:lnTo>
                  <a:cubicBezTo>
                    <a:pt x="7140" y="426"/>
                    <a:pt x="7174" y="213"/>
                    <a:pt x="7123" y="0"/>
                  </a:cubicBezTo>
                  <a:close/>
                </a:path>
              </a:pathLst>
            </a:custGeom>
            <a:solidFill>
              <a:srgbClr val="4E4D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5"/>
            <p:cNvSpPr/>
            <p:nvPr/>
          </p:nvSpPr>
          <p:spPr>
            <a:xfrm>
              <a:off x="11435760" y="3993190"/>
              <a:ext cx="456855" cy="46488"/>
            </a:xfrm>
            <a:custGeom>
              <a:rect b="b" l="l" r="r" t="t"/>
              <a:pathLst>
                <a:path extrusionOk="0" h="956" w="9395">
                  <a:moveTo>
                    <a:pt x="4703" y="1"/>
                  </a:moveTo>
                  <a:cubicBezTo>
                    <a:pt x="3871" y="1"/>
                    <a:pt x="3035" y="5"/>
                    <a:pt x="2200" y="14"/>
                  </a:cubicBezTo>
                  <a:cubicBezTo>
                    <a:pt x="1667" y="14"/>
                    <a:pt x="1134" y="35"/>
                    <a:pt x="618" y="265"/>
                  </a:cubicBezTo>
                  <a:cubicBezTo>
                    <a:pt x="320" y="389"/>
                    <a:pt x="107" y="585"/>
                    <a:pt x="0" y="956"/>
                  </a:cubicBezTo>
                  <a:cubicBezTo>
                    <a:pt x="691" y="602"/>
                    <a:pt x="1403" y="529"/>
                    <a:pt x="2110" y="529"/>
                  </a:cubicBezTo>
                  <a:cubicBezTo>
                    <a:pt x="2973" y="521"/>
                    <a:pt x="3835" y="517"/>
                    <a:pt x="4697" y="517"/>
                  </a:cubicBezTo>
                  <a:cubicBezTo>
                    <a:pt x="5559" y="517"/>
                    <a:pt x="6420" y="521"/>
                    <a:pt x="7281" y="529"/>
                  </a:cubicBezTo>
                  <a:cubicBezTo>
                    <a:pt x="7992" y="529"/>
                    <a:pt x="8700" y="585"/>
                    <a:pt x="9395" y="956"/>
                  </a:cubicBezTo>
                  <a:cubicBezTo>
                    <a:pt x="9305" y="602"/>
                    <a:pt x="9092" y="406"/>
                    <a:pt x="8806" y="265"/>
                  </a:cubicBezTo>
                  <a:cubicBezTo>
                    <a:pt x="8291" y="35"/>
                    <a:pt x="7741" y="14"/>
                    <a:pt x="7191" y="14"/>
                  </a:cubicBezTo>
                  <a:cubicBezTo>
                    <a:pt x="6366" y="5"/>
                    <a:pt x="5536" y="1"/>
                    <a:pt x="4703" y="1"/>
                  </a:cubicBezTo>
                  <a:close/>
                </a:path>
              </a:pathLst>
            </a:custGeom>
            <a:solidFill>
              <a:srgbClr val="4E4D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5"/>
            <p:cNvSpPr/>
            <p:nvPr/>
          </p:nvSpPr>
          <p:spPr>
            <a:xfrm>
              <a:off x="11767400" y="4042644"/>
              <a:ext cx="123368" cy="63556"/>
            </a:xfrm>
            <a:custGeom>
              <a:rect b="b" l="l" r="r" t="t"/>
              <a:pathLst>
                <a:path extrusionOk="0" h="1307" w="2537">
                  <a:moveTo>
                    <a:pt x="1222" y="1"/>
                  </a:moveTo>
                  <a:cubicBezTo>
                    <a:pt x="1147" y="1"/>
                    <a:pt x="1086" y="9"/>
                    <a:pt x="1044" y="28"/>
                  </a:cubicBezTo>
                  <a:cubicBezTo>
                    <a:pt x="1027" y="45"/>
                    <a:pt x="993" y="62"/>
                    <a:pt x="976" y="83"/>
                  </a:cubicBezTo>
                  <a:cubicBezTo>
                    <a:pt x="618" y="437"/>
                    <a:pt x="320" y="846"/>
                    <a:pt x="0" y="1307"/>
                  </a:cubicBezTo>
                  <a:lnTo>
                    <a:pt x="1812" y="1307"/>
                  </a:lnTo>
                  <a:cubicBezTo>
                    <a:pt x="1935" y="1290"/>
                    <a:pt x="2059" y="1217"/>
                    <a:pt x="2165" y="1128"/>
                  </a:cubicBezTo>
                  <a:cubicBezTo>
                    <a:pt x="2485" y="881"/>
                    <a:pt x="2536" y="578"/>
                    <a:pt x="2345" y="331"/>
                  </a:cubicBezTo>
                  <a:cubicBezTo>
                    <a:pt x="2197" y="183"/>
                    <a:pt x="1569" y="1"/>
                    <a:pt x="12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5"/>
            <p:cNvSpPr/>
            <p:nvPr/>
          </p:nvSpPr>
          <p:spPr>
            <a:xfrm>
              <a:off x="11437413" y="4044832"/>
              <a:ext cx="89815" cy="61757"/>
            </a:xfrm>
            <a:custGeom>
              <a:rect b="b" l="l" r="r" t="t"/>
              <a:pathLst>
                <a:path extrusionOk="0" h="1270" w="1847">
                  <a:moveTo>
                    <a:pt x="1139" y="0"/>
                  </a:moveTo>
                  <a:cubicBezTo>
                    <a:pt x="887" y="0"/>
                    <a:pt x="623" y="17"/>
                    <a:pt x="393" y="145"/>
                  </a:cubicBezTo>
                  <a:cubicBezTo>
                    <a:pt x="197" y="252"/>
                    <a:pt x="0" y="409"/>
                    <a:pt x="90" y="678"/>
                  </a:cubicBezTo>
                  <a:cubicBezTo>
                    <a:pt x="214" y="998"/>
                    <a:pt x="444" y="1228"/>
                    <a:pt x="781" y="1262"/>
                  </a:cubicBezTo>
                  <a:cubicBezTo>
                    <a:pt x="893" y="1267"/>
                    <a:pt x="1007" y="1269"/>
                    <a:pt x="1124" y="1269"/>
                  </a:cubicBezTo>
                  <a:cubicBezTo>
                    <a:pt x="1357" y="1269"/>
                    <a:pt x="1599" y="1262"/>
                    <a:pt x="1846" y="1262"/>
                  </a:cubicBezTo>
                  <a:cubicBezTo>
                    <a:pt x="1757" y="784"/>
                    <a:pt x="1492" y="443"/>
                    <a:pt x="1296" y="56"/>
                  </a:cubicBezTo>
                  <a:cubicBezTo>
                    <a:pt x="1262" y="0"/>
                    <a:pt x="1207" y="0"/>
                    <a:pt x="1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5"/>
            <p:cNvSpPr/>
            <p:nvPr/>
          </p:nvSpPr>
          <p:spPr>
            <a:xfrm>
              <a:off x="11615244" y="4042304"/>
              <a:ext cx="85633" cy="63070"/>
            </a:xfrm>
            <a:custGeom>
              <a:rect b="b" l="l" r="r" t="t"/>
              <a:pathLst>
                <a:path extrusionOk="0" h="1297" w="1761">
                  <a:moveTo>
                    <a:pt x="1" y="1"/>
                  </a:moveTo>
                  <a:cubicBezTo>
                    <a:pt x="73" y="478"/>
                    <a:pt x="337" y="836"/>
                    <a:pt x="533" y="1297"/>
                  </a:cubicBezTo>
                  <a:cubicBezTo>
                    <a:pt x="909" y="798"/>
                    <a:pt x="1424" y="534"/>
                    <a:pt x="17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5"/>
            <p:cNvSpPr/>
            <p:nvPr/>
          </p:nvSpPr>
          <p:spPr>
            <a:xfrm>
              <a:off x="11511619" y="4043179"/>
              <a:ext cx="88113" cy="51837"/>
            </a:xfrm>
            <a:custGeom>
              <a:rect b="b" l="l" r="r" t="t"/>
              <a:pathLst>
                <a:path extrusionOk="0" h="1066" w="1812">
                  <a:moveTo>
                    <a:pt x="0" y="0"/>
                  </a:moveTo>
                  <a:cubicBezTo>
                    <a:pt x="231" y="426"/>
                    <a:pt x="465" y="797"/>
                    <a:pt x="533" y="1066"/>
                  </a:cubicBezTo>
                  <a:cubicBezTo>
                    <a:pt x="925" y="746"/>
                    <a:pt x="1335" y="392"/>
                    <a:pt x="1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5"/>
            <p:cNvSpPr/>
            <p:nvPr/>
          </p:nvSpPr>
          <p:spPr>
            <a:xfrm>
              <a:off x="11716389" y="4043179"/>
              <a:ext cx="84612" cy="55387"/>
            </a:xfrm>
            <a:custGeom>
              <a:rect b="b" l="l" r="r" t="t"/>
              <a:pathLst>
                <a:path extrusionOk="0" h="1139" w="1740">
                  <a:moveTo>
                    <a:pt x="1" y="0"/>
                  </a:moveTo>
                  <a:cubicBezTo>
                    <a:pt x="214" y="443"/>
                    <a:pt x="495" y="797"/>
                    <a:pt x="853" y="1138"/>
                  </a:cubicBezTo>
                  <a:cubicBezTo>
                    <a:pt x="1156" y="746"/>
                    <a:pt x="1420" y="392"/>
                    <a:pt x="17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5"/>
            <p:cNvSpPr/>
            <p:nvPr/>
          </p:nvSpPr>
          <p:spPr>
            <a:xfrm>
              <a:off x="11655897" y="4052710"/>
              <a:ext cx="92490" cy="53490"/>
            </a:xfrm>
            <a:custGeom>
              <a:rect b="b" l="l" r="r" t="t"/>
              <a:pathLst>
                <a:path extrusionOk="0" h="1100" w="1902">
                  <a:moveTo>
                    <a:pt x="1083" y="0"/>
                  </a:moveTo>
                  <a:cubicBezTo>
                    <a:pt x="763" y="426"/>
                    <a:pt x="354" y="691"/>
                    <a:pt x="0" y="1100"/>
                  </a:cubicBezTo>
                  <a:lnTo>
                    <a:pt x="1901" y="1100"/>
                  </a:lnTo>
                  <a:cubicBezTo>
                    <a:pt x="1581" y="746"/>
                    <a:pt x="1296" y="426"/>
                    <a:pt x="10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5"/>
            <p:cNvSpPr/>
            <p:nvPr/>
          </p:nvSpPr>
          <p:spPr>
            <a:xfrm>
              <a:off x="11555773" y="4052710"/>
              <a:ext cx="72601" cy="53490"/>
            </a:xfrm>
            <a:custGeom>
              <a:rect b="b" l="l" r="r" t="t"/>
              <a:pathLst>
                <a:path extrusionOk="0" h="1100" w="1493">
                  <a:moveTo>
                    <a:pt x="1028" y="0"/>
                  </a:moveTo>
                  <a:cubicBezTo>
                    <a:pt x="674" y="388"/>
                    <a:pt x="303" y="674"/>
                    <a:pt x="0" y="1100"/>
                  </a:cubicBezTo>
                  <a:lnTo>
                    <a:pt x="1492" y="1100"/>
                  </a:lnTo>
                  <a:cubicBezTo>
                    <a:pt x="1347" y="708"/>
                    <a:pt x="1117" y="426"/>
                    <a:pt x="10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5"/>
            <p:cNvSpPr/>
            <p:nvPr/>
          </p:nvSpPr>
          <p:spPr>
            <a:xfrm>
              <a:off x="12008252" y="4259134"/>
              <a:ext cx="83785" cy="77901"/>
            </a:xfrm>
            <a:custGeom>
              <a:rect b="b" l="l" r="r" t="t"/>
              <a:pathLst>
                <a:path extrusionOk="0" h="1602" w="1723">
                  <a:moveTo>
                    <a:pt x="1189" y="0"/>
                  </a:moveTo>
                  <a:cubicBezTo>
                    <a:pt x="976" y="192"/>
                    <a:pt x="763" y="371"/>
                    <a:pt x="567" y="533"/>
                  </a:cubicBezTo>
                  <a:cubicBezTo>
                    <a:pt x="375" y="708"/>
                    <a:pt x="162" y="887"/>
                    <a:pt x="0" y="1100"/>
                  </a:cubicBezTo>
                  <a:cubicBezTo>
                    <a:pt x="73" y="1258"/>
                    <a:pt x="213" y="1347"/>
                    <a:pt x="303" y="1471"/>
                  </a:cubicBezTo>
                  <a:cubicBezTo>
                    <a:pt x="374" y="1561"/>
                    <a:pt x="445" y="1601"/>
                    <a:pt x="517" y="1601"/>
                  </a:cubicBezTo>
                  <a:cubicBezTo>
                    <a:pt x="588" y="1601"/>
                    <a:pt x="659" y="1562"/>
                    <a:pt x="729" y="1492"/>
                  </a:cubicBezTo>
                  <a:cubicBezTo>
                    <a:pt x="1049" y="1190"/>
                    <a:pt x="1368" y="887"/>
                    <a:pt x="1722" y="550"/>
                  </a:cubicBezTo>
                  <a:cubicBezTo>
                    <a:pt x="1526" y="371"/>
                    <a:pt x="1402" y="124"/>
                    <a:pt x="11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5"/>
            <p:cNvSpPr/>
            <p:nvPr/>
          </p:nvSpPr>
          <p:spPr>
            <a:xfrm>
              <a:off x="11235318" y="4257286"/>
              <a:ext cx="84612" cy="82083"/>
            </a:xfrm>
            <a:custGeom>
              <a:rect b="b" l="l" r="r" t="t"/>
              <a:pathLst>
                <a:path extrusionOk="0" h="1688" w="1740">
                  <a:moveTo>
                    <a:pt x="533" y="0"/>
                  </a:moveTo>
                  <a:cubicBezTo>
                    <a:pt x="354" y="213"/>
                    <a:pt x="197" y="409"/>
                    <a:pt x="1" y="622"/>
                  </a:cubicBezTo>
                  <a:cubicBezTo>
                    <a:pt x="461" y="942"/>
                    <a:pt x="764" y="1402"/>
                    <a:pt x="1262" y="1688"/>
                  </a:cubicBezTo>
                  <a:cubicBezTo>
                    <a:pt x="1437" y="1492"/>
                    <a:pt x="1633" y="1351"/>
                    <a:pt x="1740" y="1138"/>
                  </a:cubicBezTo>
                  <a:cubicBezTo>
                    <a:pt x="1386" y="712"/>
                    <a:pt x="926" y="426"/>
                    <a:pt x="5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5"/>
            <p:cNvSpPr/>
            <p:nvPr/>
          </p:nvSpPr>
          <p:spPr>
            <a:xfrm>
              <a:off x="12060867" y="4341022"/>
              <a:ext cx="86508" cy="63264"/>
            </a:xfrm>
            <a:custGeom>
              <a:rect b="b" l="l" r="r" t="t"/>
              <a:pathLst>
                <a:path extrusionOk="0" h="1301" w="1779">
                  <a:moveTo>
                    <a:pt x="1424" y="0"/>
                  </a:moveTo>
                  <a:cubicBezTo>
                    <a:pt x="943" y="252"/>
                    <a:pt x="444" y="465"/>
                    <a:pt x="1" y="784"/>
                  </a:cubicBezTo>
                  <a:cubicBezTo>
                    <a:pt x="90" y="959"/>
                    <a:pt x="197" y="1121"/>
                    <a:pt x="286" y="1300"/>
                  </a:cubicBezTo>
                  <a:cubicBezTo>
                    <a:pt x="802" y="1138"/>
                    <a:pt x="1262" y="980"/>
                    <a:pt x="1778" y="818"/>
                  </a:cubicBezTo>
                  <a:cubicBezTo>
                    <a:pt x="1672" y="516"/>
                    <a:pt x="1582" y="234"/>
                    <a:pt x="1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5"/>
            <p:cNvSpPr/>
            <p:nvPr/>
          </p:nvSpPr>
          <p:spPr>
            <a:xfrm>
              <a:off x="11181827" y="4341022"/>
              <a:ext cx="85487" cy="63264"/>
            </a:xfrm>
            <a:custGeom>
              <a:rect b="b" l="l" r="r" t="t"/>
              <a:pathLst>
                <a:path extrusionOk="0" h="1301" w="1758">
                  <a:moveTo>
                    <a:pt x="321" y="0"/>
                  </a:moveTo>
                  <a:cubicBezTo>
                    <a:pt x="176" y="252"/>
                    <a:pt x="69" y="516"/>
                    <a:pt x="1" y="818"/>
                  </a:cubicBezTo>
                  <a:cubicBezTo>
                    <a:pt x="495" y="980"/>
                    <a:pt x="977" y="1138"/>
                    <a:pt x="1471" y="1300"/>
                  </a:cubicBezTo>
                  <a:cubicBezTo>
                    <a:pt x="1578" y="1121"/>
                    <a:pt x="1668" y="959"/>
                    <a:pt x="1757" y="784"/>
                  </a:cubicBezTo>
                  <a:cubicBezTo>
                    <a:pt x="1297" y="465"/>
                    <a:pt x="815" y="234"/>
                    <a:pt x="3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5"/>
            <p:cNvSpPr/>
            <p:nvPr/>
          </p:nvSpPr>
          <p:spPr>
            <a:xfrm>
              <a:off x="11354504" y="4199225"/>
              <a:ext cx="57867" cy="75227"/>
            </a:xfrm>
            <a:custGeom>
              <a:rect b="b" l="l" r="r" t="t"/>
              <a:pathLst>
                <a:path extrusionOk="0" h="1547" w="1190">
                  <a:moveTo>
                    <a:pt x="927" y="1"/>
                  </a:moveTo>
                  <a:cubicBezTo>
                    <a:pt x="622" y="1"/>
                    <a:pt x="331" y="41"/>
                    <a:pt x="1" y="146"/>
                  </a:cubicBezTo>
                  <a:cubicBezTo>
                    <a:pt x="337" y="538"/>
                    <a:pt x="499" y="964"/>
                    <a:pt x="674" y="1390"/>
                  </a:cubicBezTo>
                  <a:cubicBezTo>
                    <a:pt x="705" y="1463"/>
                    <a:pt x="733" y="1546"/>
                    <a:pt x="826" y="1546"/>
                  </a:cubicBezTo>
                  <a:cubicBezTo>
                    <a:pt x="848" y="1546"/>
                    <a:pt x="874" y="1541"/>
                    <a:pt x="904" y="1531"/>
                  </a:cubicBezTo>
                  <a:cubicBezTo>
                    <a:pt x="1032" y="1497"/>
                    <a:pt x="1139" y="1480"/>
                    <a:pt x="1156" y="1301"/>
                  </a:cubicBezTo>
                  <a:cubicBezTo>
                    <a:pt x="1190" y="874"/>
                    <a:pt x="1156" y="448"/>
                    <a:pt x="1100" y="5"/>
                  </a:cubicBezTo>
                  <a:cubicBezTo>
                    <a:pt x="1042" y="2"/>
                    <a:pt x="984" y="1"/>
                    <a:pt x="9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5"/>
            <p:cNvSpPr/>
            <p:nvPr/>
          </p:nvSpPr>
          <p:spPr>
            <a:xfrm>
              <a:off x="11915811" y="4199079"/>
              <a:ext cx="55387" cy="75324"/>
            </a:xfrm>
            <a:custGeom>
              <a:rect b="b" l="l" r="r" t="t"/>
              <a:pathLst>
                <a:path extrusionOk="0" h="1549" w="1139">
                  <a:moveTo>
                    <a:pt x="366" y="0"/>
                  </a:moveTo>
                  <a:cubicBezTo>
                    <a:pt x="276" y="0"/>
                    <a:pt x="185" y="8"/>
                    <a:pt x="90" y="25"/>
                  </a:cubicBezTo>
                  <a:cubicBezTo>
                    <a:pt x="38" y="468"/>
                    <a:pt x="0" y="877"/>
                    <a:pt x="38" y="1287"/>
                  </a:cubicBezTo>
                  <a:cubicBezTo>
                    <a:pt x="55" y="1466"/>
                    <a:pt x="145" y="1500"/>
                    <a:pt x="269" y="1534"/>
                  </a:cubicBezTo>
                  <a:cubicBezTo>
                    <a:pt x="302" y="1544"/>
                    <a:pt x="330" y="1549"/>
                    <a:pt x="354" y="1549"/>
                  </a:cubicBezTo>
                  <a:cubicBezTo>
                    <a:pt x="458" y="1549"/>
                    <a:pt x="491" y="1463"/>
                    <a:pt x="533" y="1376"/>
                  </a:cubicBezTo>
                  <a:cubicBezTo>
                    <a:pt x="656" y="1129"/>
                    <a:pt x="712" y="860"/>
                    <a:pt x="853" y="613"/>
                  </a:cubicBezTo>
                  <a:cubicBezTo>
                    <a:pt x="959" y="468"/>
                    <a:pt x="1104" y="328"/>
                    <a:pt x="1138" y="131"/>
                  </a:cubicBezTo>
                  <a:cubicBezTo>
                    <a:pt x="874" y="65"/>
                    <a:pt x="629" y="0"/>
                    <a:pt x="3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5"/>
            <p:cNvSpPr/>
            <p:nvPr/>
          </p:nvSpPr>
          <p:spPr>
            <a:xfrm>
              <a:off x="11203418" y="4296236"/>
              <a:ext cx="83785" cy="72601"/>
            </a:xfrm>
            <a:custGeom>
              <a:rect b="b" l="l" r="r" t="t"/>
              <a:pathLst>
                <a:path extrusionOk="0" h="1493" w="1723">
                  <a:moveTo>
                    <a:pt x="495" y="0"/>
                  </a:moveTo>
                  <a:cubicBezTo>
                    <a:pt x="337" y="265"/>
                    <a:pt x="107" y="444"/>
                    <a:pt x="0" y="746"/>
                  </a:cubicBezTo>
                  <a:cubicBezTo>
                    <a:pt x="495" y="942"/>
                    <a:pt x="976" y="1207"/>
                    <a:pt x="1437" y="1492"/>
                  </a:cubicBezTo>
                  <a:cubicBezTo>
                    <a:pt x="1543" y="1347"/>
                    <a:pt x="1633" y="1207"/>
                    <a:pt x="1722" y="1066"/>
                  </a:cubicBezTo>
                  <a:cubicBezTo>
                    <a:pt x="1279" y="763"/>
                    <a:pt x="976" y="320"/>
                    <a:pt x="4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5"/>
            <p:cNvSpPr/>
            <p:nvPr/>
          </p:nvSpPr>
          <p:spPr>
            <a:xfrm>
              <a:off x="12040978" y="4297063"/>
              <a:ext cx="84806" cy="72601"/>
            </a:xfrm>
            <a:custGeom>
              <a:rect b="b" l="l" r="r" t="t"/>
              <a:pathLst>
                <a:path extrusionOk="0" h="1493" w="1744">
                  <a:moveTo>
                    <a:pt x="1211" y="0"/>
                  </a:moveTo>
                  <a:cubicBezTo>
                    <a:pt x="746" y="303"/>
                    <a:pt x="427" y="746"/>
                    <a:pt x="1" y="1066"/>
                  </a:cubicBezTo>
                  <a:cubicBezTo>
                    <a:pt x="107" y="1207"/>
                    <a:pt x="197" y="1330"/>
                    <a:pt x="303" y="1492"/>
                  </a:cubicBezTo>
                  <a:cubicBezTo>
                    <a:pt x="746" y="1173"/>
                    <a:pt x="1228" y="942"/>
                    <a:pt x="1744" y="712"/>
                  </a:cubicBezTo>
                  <a:cubicBezTo>
                    <a:pt x="1565" y="427"/>
                    <a:pt x="1407" y="197"/>
                    <a:pt x="12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5"/>
            <p:cNvSpPr/>
            <p:nvPr/>
          </p:nvSpPr>
          <p:spPr>
            <a:xfrm>
              <a:off x="11269940" y="4229714"/>
              <a:ext cx="82959" cy="76102"/>
            </a:xfrm>
            <a:custGeom>
              <a:rect b="b" l="l" r="r" t="t"/>
              <a:pathLst>
                <a:path extrusionOk="0" h="1565" w="1706">
                  <a:moveTo>
                    <a:pt x="691" y="0"/>
                  </a:moveTo>
                  <a:cubicBezTo>
                    <a:pt x="444" y="107"/>
                    <a:pt x="214" y="247"/>
                    <a:pt x="0" y="478"/>
                  </a:cubicBezTo>
                  <a:cubicBezTo>
                    <a:pt x="444" y="836"/>
                    <a:pt x="870" y="1172"/>
                    <a:pt x="1241" y="1564"/>
                  </a:cubicBezTo>
                  <a:cubicBezTo>
                    <a:pt x="1403" y="1458"/>
                    <a:pt x="1526" y="1368"/>
                    <a:pt x="1705" y="1262"/>
                  </a:cubicBezTo>
                  <a:cubicBezTo>
                    <a:pt x="1296" y="870"/>
                    <a:pt x="1083" y="392"/>
                    <a:pt x="6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5"/>
            <p:cNvSpPr/>
            <p:nvPr/>
          </p:nvSpPr>
          <p:spPr>
            <a:xfrm>
              <a:off x="11976303" y="4230541"/>
              <a:ext cx="82959" cy="74254"/>
            </a:xfrm>
            <a:custGeom>
              <a:rect b="b" l="l" r="r" t="t"/>
              <a:pathLst>
                <a:path extrusionOk="0" h="1527" w="1706">
                  <a:moveTo>
                    <a:pt x="994" y="0"/>
                  </a:moveTo>
                  <a:cubicBezTo>
                    <a:pt x="606" y="375"/>
                    <a:pt x="393" y="853"/>
                    <a:pt x="1" y="1228"/>
                  </a:cubicBezTo>
                  <a:cubicBezTo>
                    <a:pt x="141" y="1368"/>
                    <a:pt x="286" y="1458"/>
                    <a:pt x="478" y="1526"/>
                  </a:cubicBezTo>
                  <a:cubicBezTo>
                    <a:pt x="836" y="1121"/>
                    <a:pt x="1279" y="819"/>
                    <a:pt x="1706" y="444"/>
                  </a:cubicBezTo>
                  <a:cubicBezTo>
                    <a:pt x="1458" y="247"/>
                    <a:pt x="1245" y="73"/>
                    <a:pt x="9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5"/>
            <p:cNvSpPr/>
            <p:nvPr/>
          </p:nvSpPr>
          <p:spPr>
            <a:xfrm>
              <a:off x="11313900" y="4210652"/>
              <a:ext cx="65744" cy="73622"/>
            </a:xfrm>
            <a:custGeom>
              <a:rect b="b" l="l" r="r" t="t"/>
              <a:pathLst>
                <a:path extrusionOk="0" h="1514" w="1352">
                  <a:moveTo>
                    <a:pt x="605" y="0"/>
                  </a:moveTo>
                  <a:cubicBezTo>
                    <a:pt x="392" y="72"/>
                    <a:pt x="179" y="124"/>
                    <a:pt x="0" y="303"/>
                  </a:cubicBezTo>
                  <a:cubicBezTo>
                    <a:pt x="375" y="605"/>
                    <a:pt x="533" y="1032"/>
                    <a:pt x="836" y="1351"/>
                  </a:cubicBezTo>
                  <a:cubicBezTo>
                    <a:pt x="925" y="1453"/>
                    <a:pt x="1017" y="1514"/>
                    <a:pt x="1115" y="1514"/>
                  </a:cubicBezTo>
                  <a:cubicBezTo>
                    <a:pt x="1189" y="1514"/>
                    <a:pt x="1267" y="1479"/>
                    <a:pt x="1351" y="1402"/>
                  </a:cubicBezTo>
                  <a:cubicBezTo>
                    <a:pt x="1155" y="908"/>
                    <a:pt x="976" y="409"/>
                    <a:pt x="6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5"/>
            <p:cNvSpPr/>
            <p:nvPr/>
          </p:nvSpPr>
          <p:spPr>
            <a:xfrm>
              <a:off x="11948732" y="4210652"/>
              <a:ext cx="66377" cy="73622"/>
            </a:xfrm>
            <a:custGeom>
              <a:rect b="b" l="l" r="r" t="t"/>
              <a:pathLst>
                <a:path extrusionOk="0" h="1514" w="1365">
                  <a:moveTo>
                    <a:pt x="747" y="0"/>
                  </a:moveTo>
                  <a:cubicBezTo>
                    <a:pt x="372" y="409"/>
                    <a:pt x="214" y="891"/>
                    <a:pt x="1" y="1402"/>
                  </a:cubicBezTo>
                  <a:cubicBezTo>
                    <a:pt x="83" y="1479"/>
                    <a:pt x="160" y="1514"/>
                    <a:pt x="234" y="1514"/>
                  </a:cubicBezTo>
                  <a:cubicBezTo>
                    <a:pt x="331" y="1514"/>
                    <a:pt x="422" y="1453"/>
                    <a:pt x="512" y="1351"/>
                  </a:cubicBezTo>
                  <a:cubicBezTo>
                    <a:pt x="815" y="1032"/>
                    <a:pt x="994" y="605"/>
                    <a:pt x="1365" y="286"/>
                  </a:cubicBezTo>
                  <a:cubicBezTo>
                    <a:pt x="1152" y="162"/>
                    <a:pt x="960" y="55"/>
                    <a:pt x="7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5"/>
            <p:cNvSpPr/>
            <p:nvPr/>
          </p:nvSpPr>
          <p:spPr>
            <a:xfrm>
              <a:off x="11170448" y="4391984"/>
              <a:ext cx="79652" cy="38173"/>
            </a:xfrm>
            <a:custGeom>
              <a:rect b="b" l="l" r="r" t="t"/>
              <a:pathLst>
                <a:path extrusionOk="0" h="785" w="1638">
                  <a:moveTo>
                    <a:pt x="163" y="1"/>
                  </a:moveTo>
                  <a:cubicBezTo>
                    <a:pt x="73" y="269"/>
                    <a:pt x="1" y="499"/>
                    <a:pt x="1" y="785"/>
                  </a:cubicBezTo>
                  <a:lnTo>
                    <a:pt x="1531" y="785"/>
                  </a:lnTo>
                  <a:cubicBezTo>
                    <a:pt x="1565" y="678"/>
                    <a:pt x="1637" y="572"/>
                    <a:pt x="1565" y="444"/>
                  </a:cubicBezTo>
                  <a:cubicBezTo>
                    <a:pt x="1087" y="303"/>
                    <a:pt x="623" y="146"/>
                    <a:pt x="1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5"/>
            <p:cNvSpPr/>
            <p:nvPr/>
          </p:nvSpPr>
          <p:spPr>
            <a:xfrm>
              <a:off x="12079102" y="4391984"/>
              <a:ext cx="79457" cy="38173"/>
            </a:xfrm>
            <a:custGeom>
              <a:rect b="b" l="l" r="r" t="t"/>
              <a:pathLst>
                <a:path extrusionOk="0" h="785" w="1634">
                  <a:moveTo>
                    <a:pt x="1437" y="1"/>
                  </a:moveTo>
                  <a:cubicBezTo>
                    <a:pt x="960" y="163"/>
                    <a:pt x="495" y="303"/>
                    <a:pt x="1" y="465"/>
                  </a:cubicBezTo>
                  <a:cubicBezTo>
                    <a:pt x="35" y="589"/>
                    <a:pt x="52" y="678"/>
                    <a:pt x="69" y="785"/>
                  </a:cubicBezTo>
                  <a:lnTo>
                    <a:pt x="1633" y="785"/>
                  </a:lnTo>
                  <a:cubicBezTo>
                    <a:pt x="1582" y="499"/>
                    <a:pt x="1561" y="231"/>
                    <a:pt x="14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5"/>
            <p:cNvSpPr/>
            <p:nvPr/>
          </p:nvSpPr>
          <p:spPr>
            <a:xfrm>
              <a:off x="12084305" y="4441341"/>
              <a:ext cx="78582" cy="18867"/>
            </a:xfrm>
            <a:custGeom>
              <a:rect b="b" l="l" r="r" t="t"/>
              <a:pathLst>
                <a:path extrusionOk="0" h="388" w="1616">
                  <a:moveTo>
                    <a:pt x="785" y="0"/>
                  </a:moveTo>
                  <a:cubicBezTo>
                    <a:pt x="532" y="0"/>
                    <a:pt x="284" y="9"/>
                    <a:pt x="34" y="34"/>
                  </a:cubicBezTo>
                  <a:cubicBezTo>
                    <a:pt x="0" y="175"/>
                    <a:pt x="17" y="281"/>
                    <a:pt x="69" y="388"/>
                  </a:cubicBezTo>
                  <a:lnTo>
                    <a:pt x="1582" y="388"/>
                  </a:lnTo>
                  <a:cubicBezTo>
                    <a:pt x="1616" y="247"/>
                    <a:pt x="1599" y="158"/>
                    <a:pt x="1560" y="17"/>
                  </a:cubicBezTo>
                  <a:cubicBezTo>
                    <a:pt x="1294" y="9"/>
                    <a:pt x="1037" y="0"/>
                    <a:pt x="7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5"/>
            <p:cNvSpPr/>
            <p:nvPr/>
          </p:nvSpPr>
          <p:spPr>
            <a:xfrm>
              <a:off x="11165245" y="4442168"/>
              <a:ext cx="80479" cy="18041"/>
            </a:xfrm>
            <a:custGeom>
              <a:rect b="b" l="l" r="r" t="t"/>
              <a:pathLst>
                <a:path extrusionOk="0" h="371" w="1655">
                  <a:moveTo>
                    <a:pt x="56" y="0"/>
                  </a:moveTo>
                  <a:cubicBezTo>
                    <a:pt x="22" y="124"/>
                    <a:pt x="1" y="213"/>
                    <a:pt x="39" y="371"/>
                  </a:cubicBezTo>
                  <a:lnTo>
                    <a:pt x="1548" y="371"/>
                  </a:lnTo>
                  <a:cubicBezTo>
                    <a:pt x="1599" y="247"/>
                    <a:pt x="1655" y="141"/>
                    <a:pt x="15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5"/>
            <p:cNvSpPr/>
            <p:nvPr/>
          </p:nvSpPr>
          <p:spPr>
            <a:xfrm>
              <a:off x="12084548" y="4530961"/>
              <a:ext cx="74838" cy="22515"/>
            </a:xfrm>
            <a:custGeom>
              <a:rect b="b" l="l" r="r" t="t"/>
              <a:pathLst>
                <a:path extrusionOk="0" h="463" w="1539">
                  <a:moveTo>
                    <a:pt x="281" y="1"/>
                  </a:moveTo>
                  <a:cubicBezTo>
                    <a:pt x="86" y="1"/>
                    <a:pt x="1" y="97"/>
                    <a:pt x="64" y="356"/>
                  </a:cubicBezTo>
                  <a:cubicBezTo>
                    <a:pt x="528" y="429"/>
                    <a:pt x="989" y="446"/>
                    <a:pt x="1470" y="463"/>
                  </a:cubicBezTo>
                  <a:cubicBezTo>
                    <a:pt x="1487" y="288"/>
                    <a:pt x="1538" y="165"/>
                    <a:pt x="1449" y="3"/>
                  </a:cubicBezTo>
                  <a:cubicBezTo>
                    <a:pt x="1213" y="3"/>
                    <a:pt x="970" y="10"/>
                    <a:pt x="717" y="10"/>
                  </a:cubicBezTo>
                  <a:cubicBezTo>
                    <a:pt x="591" y="10"/>
                    <a:pt x="463" y="8"/>
                    <a:pt x="332" y="3"/>
                  </a:cubicBezTo>
                  <a:cubicBezTo>
                    <a:pt x="314" y="1"/>
                    <a:pt x="297" y="1"/>
                    <a:pt x="2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5"/>
            <p:cNvSpPr/>
            <p:nvPr/>
          </p:nvSpPr>
          <p:spPr>
            <a:xfrm>
              <a:off x="11169622" y="4531059"/>
              <a:ext cx="75275" cy="23487"/>
            </a:xfrm>
            <a:custGeom>
              <a:rect b="b" l="l" r="r" t="t"/>
              <a:pathLst>
                <a:path extrusionOk="0" h="483" w="1548">
                  <a:moveTo>
                    <a:pt x="56" y="1"/>
                  </a:moveTo>
                  <a:cubicBezTo>
                    <a:pt x="0" y="180"/>
                    <a:pt x="18" y="303"/>
                    <a:pt x="90" y="482"/>
                  </a:cubicBezTo>
                  <a:cubicBezTo>
                    <a:pt x="533" y="427"/>
                    <a:pt x="998" y="444"/>
                    <a:pt x="1492" y="354"/>
                  </a:cubicBezTo>
                  <a:cubicBezTo>
                    <a:pt x="1475" y="197"/>
                    <a:pt x="1548" y="18"/>
                    <a:pt x="1335" y="18"/>
                  </a:cubicBezTo>
                  <a:cubicBezTo>
                    <a:pt x="908" y="1"/>
                    <a:pt x="482" y="1"/>
                    <a:pt x="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5"/>
            <p:cNvSpPr/>
            <p:nvPr/>
          </p:nvSpPr>
          <p:spPr>
            <a:xfrm>
              <a:off x="11174825" y="4560478"/>
              <a:ext cx="68224" cy="23827"/>
            </a:xfrm>
            <a:custGeom>
              <a:rect b="b" l="l" r="r" t="t"/>
              <a:pathLst>
                <a:path extrusionOk="0" h="490" w="1403">
                  <a:moveTo>
                    <a:pt x="1351" y="1"/>
                  </a:moveTo>
                  <a:cubicBezTo>
                    <a:pt x="908" y="90"/>
                    <a:pt x="465" y="18"/>
                    <a:pt x="0" y="125"/>
                  </a:cubicBezTo>
                  <a:cubicBezTo>
                    <a:pt x="117" y="381"/>
                    <a:pt x="279" y="489"/>
                    <a:pt x="575" y="489"/>
                  </a:cubicBezTo>
                  <a:cubicBezTo>
                    <a:pt x="688" y="489"/>
                    <a:pt x="820" y="474"/>
                    <a:pt x="976" y="444"/>
                  </a:cubicBezTo>
                  <a:cubicBezTo>
                    <a:pt x="1211" y="389"/>
                    <a:pt x="1402" y="321"/>
                    <a:pt x="13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5"/>
            <p:cNvSpPr/>
            <p:nvPr/>
          </p:nvSpPr>
          <p:spPr>
            <a:xfrm>
              <a:off x="12087612" y="4560478"/>
              <a:ext cx="65744" cy="23827"/>
            </a:xfrm>
            <a:custGeom>
              <a:rect b="b" l="l" r="r" t="t"/>
              <a:pathLst>
                <a:path extrusionOk="0" h="490" w="1352">
                  <a:moveTo>
                    <a:pt x="1" y="1"/>
                  </a:moveTo>
                  <a:lnTo>
                    <a:pt x="1" y="1"/>
                  </a:lnTo>
                  <a:cubicBezTo>
                    <a:pt x="22" y="355"/>
                    <a:pt x="39" y="372"/>
                    <a:pt x="393" y="444"/>
                  </a:cubicBezTo>
                  <a:cubicBezTo>
                    <a:pt x="544" y="474"/>
                    <a:pt x="673" y="489"/>
                    <a:pt x="784" y="489"/>
                  </a:cubicBezTo>
                  <a:cubicBezTo>
                    <a:pt x="1074" y="489"/>
                    <a:pt x="1238" y="381"/>
                    <a:pt x="1352" y="125"/>
                  </a:cubicBezTo>
                  <a:cubicBezTo>
                    <a:pt x="891" y="18"/>
                    <a:pt x="448" y="9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5"/>
            <p:cNvSpPr/>
            <p:nvPr/>
          </p:nvSpPr>
          <p:spPr>
            <a:xfrm>
              <a:off x="11475343" y="3835880"/>
              <a:ext cx="78582" cy="78631"/>
            </a:xfrm>
            <a:custGeom>
              <a:rect b="b" l="l" r="r" t="t"/>
              <a:pathLst>
                <a:path extrusionOk="0" h="1617" w="1616">
                  <a:moveTo>
                    <a:pt x="870" y="1"/>
                  </a:moveTo>
                  <a:cubicBezTo>
                    <a:pt x="359" y="1"/>
                    <a:pt x="18" y="320"/>
                    <a:pt x="18" y="819"/>
                  </a:cubicBezTo>
                  <a:cubicBezTo>
                    <a:pt x="1" y="1224"/>
                    <a:pt x="444" y="1616"/>
                    <a:pt x="942" y="1616"/>
                  </a:cubicBezTo>
                  <a:cubicBezTo>
                    <a:pt x="952" y="1617"/>
                    <a:pt x="961" y="1617"/>
                    <a:pt x="971" y="1617"/>
                  </a:cubicBezTo>
                  <a:cubicBezTo>
                    <a:pt x="1347" y="1617"/>
                    <a:pt x="1599" y="1284"/>
                    <a:pt x="1599" y="764"/>
                  </a:cubicBezTo>
                  <a:cubicBezTo>
                    <a:pt x="1616" y="354"/>
                    <a:pt x="1279"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5"/>
            <p:cNvSpPr/>
            <p:nvPr/>
          </p:nvSpPr>
          <p:spPr>
            <a:xfrm>
              <a:off x="11782912" y="3867828"/>
              <a:ext cx="41528" cy="41528"/>
            </a:xfrm>
            <a:custGeom>
              <a:rect b="b" l="l" r="r" t="t"/>
              <a:pathLst>
                <a:path extrusionOk="0" h="854" w="854">
                  <a:moveTo>
                    <a:pt x="406" y="0"/>
                  </a:moveTo>
                  <a:cubicBezTo>
                    <a:pt x="159" y="0"/>
                    <a:pt x="1" y="179"/>
                    <a:pt x="1" y="443"/>
                  </a:cubicBezTo>
                  <a:cubicBezTo>
                    <a:pt x="1" y="664"/>
                    <a:pt x="48" y="854"/>
                    <a:pt x="304" y="854"/>
                  </a:cubicBezTo>
                  <a:cubicBezTo>
                    <a:pt x="315" y="854"/>
                    <a:pt x="326" y="853"/>
                    <a:pt x="338" y="853"/>
                  </a:cubicBezTo>
                  <a:cubicBezTo>
                    <a:pt x="640" y="853"/>
                    <a:pt x="832" y="674"/>
                    <a:pt x="832" y="426"/>
                  </a:cubicBezTo>
                  <a:cubicBezTo>
                    <a:pt x="853" y="196"/>
                    <a:pt x="640" y="0"/>
                    <a:pt x="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5"/>
            <p:cNvSpPr/>
            <p:nvPr/>
          </p:nvSpPr>
          <p:spPr>
            <a:xfrm>
              <a:off x="11712888" y="3867780"/>
              <a:ext cx="42306" cy="41528"/>
            </a:xfrm>
            <a:custGeom>
              <a:rect b="b" l="l" r="r" t="t"/>
              <a:pathLst>
                <a:path extrusionOk="0" h="854" w="870">
                  <a:moveTo>
                    <a:pt x="420" y="0"/>
                  </a:moveTo>
                  <a:cubicBezTo>
                    <a:pt x="411" y="0"/>
                    <a:pt x="402" y="0"/>
                    <a:pt x="392" y="1"/>
                  </a:cubicBezTo>
                  <a:cubicBezTo>
                    <a:pt x="162" y="18"/>
                    <a:pt x="0" y="197"/>
                    <a:pt x="0" y="461"/>
                  </a:cubicBezTo>
                  <a:cubicBezTo>
                    <a:pt x="0" y="747"/>
                    <a:pt x="107" y="854"/>
                    <a:pt x="375" y="854"/>
                  </a:cubicBezTo>
                  <a:cubicBezTo>
                    <a:pt x="657" y="854"/>
                    <a:pt x="870" y="657"/>
                    <a:pt x="853" y="410"/>
                  </a:cubicBezTo>
                  <a:cubicBezTo>
                    <a:pt x="853" y="189"/>
                    <a:pt x="641" y="0"/>
                    <a:pt x="4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5"/>
            <p:cNvSpPr/>
            <p:nvPr/>
          </p:nvSpPr>
          <p:spPr>
            <a:xfrm>
              <a:off x="11643837" y="3867828"/>
              <a:ext cx="41528" cy="41479"/>
            </a:xfrm>
            <a:custGeom>
              <a:rect b="b" l="l" r="r" t="t"/>
              <a:pathLst>
                <a:path extrusionOk="0" h="853" w="854">
                  <a:moveTo>
                    <a:pt x="389" y="0"/>
                  </a:moveTo>
                  <a:cubicBezTo>
                    <a:pt x="141" y="17"/>
                    <a:pt x="1" y="196"/>
                    <a:pt x="1" y="460"/>
                  </a:cubicBezTo>
                  <a:cubicBezTo>
                    <a:pt x="1" y="746"/>
                    <a:pt x="107" y="853"/>
                    <a:pt x="355" y="853"/>
                  </a:cubicBezTo>
                  <a:cubicBezTo>
                    <a:pt x="657" y="853"/>
                    <a:pt x="853" y="656"/>
                    <a:pt x="853" y="409"/>
                  </a:cubicBezTo>
                  <a:cubicBezTo>
                    <a:pt x="836" y="179"/>
                    <a:pt x="623"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5"/>
            <p:cNvSpPr/>
            <p:nvPr/>
          </p:nvSpPr>
          <p:spPr>
            <a:xfrm>
              <a:off x="11573814" y="3867828"/>
              <a:ext cx="41479" cy="41479"/>
            </a:xfrm>
            <a:custGeom>
              <a:rect b="b" l="l" r="r" t="t"/>
              <a:pathLst>
                <a:path extrusionOk="0" h="853" w="853">
                  <a:moveTo>
                    <a:pt x="465" y="0"/>
                  </a:moveTo>
                  <a:cubicBezTo>
                    <a:pt x="230" y="0"/>
                    <a:pt x="17" y="179"/>
                    <a:pt x="0" y="409"/>
                  </a:cubicBezTo>
                  <a:cubicBezTo>
                    <a:pt x="0" y="656"/>
                    <a:pt x="196" y="853"/>
                    <a:pt x="482" y="853"/>
                  </a:cubicBezTo>
                  <a:cubicBezTo>
                    <a:pt x="746" y="853"/>
                    <a:pt x="853" y="746"/>
                    <a:pt x="853" y="460"/>
                  </a:cubicBezTo>
                  <a:cubicBezTo>
                    <a:pt x="853" y="196"/>
                    <a:pt x="712" y="17"/>
                    <a:pt x="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5"/>
            <p:cNvSpPr/>
            <p:nvPr/>
          </p:nvSpPr>
          <p:spPr>
            <a:xfrm>
              <a:off x="11777757" y="4272749"/>
              <a:ext cx="84612" cy="104695"/>
            </a:xfrm>
            <a:custGeom>
              <a:rect b="b" l="l" r="r" t="t"/>
              <a:pathLst>
                <a:path extrusionOk="0" h="2153" w="1740">
                  <a:moveTo>
                    <a:pt x="1437" y="253"/>
                  </a:moveTo>
                  <a:cubicBezTo>
                    <a:pt x="1509" y="411"/>
                    <a:pt x="1492" y="535"/>
                    <a:pt x="1471" y="641"/>
                  </a:cubicBezTo>
                  <a:cubicBezTo>
                    <a:pt x="1401" y="676"/>
                    <a:pt x="1327" y="682"/>
                    <a:pt x="1249" y="682"/>
                  </a:cubicBezTo>
                  <a:cubicBezTo>
                    <a:pt x="1200" y="682"/>
                    <a:pt x="1150" y="680"/>
                    <a:pt x="1099" y="680"/>
                  </a:cubicBezTo>
                  <a:cubicBezTo>
                    <a:pt x="983" y="680"/>
                    <a:pt x="863" y="694"/>
                    <a:pt x="746" y="786"/>
                  </a:cubicBezTo>
                  <a:cubicBezTo>
                    <a:pt x="848" y="888"/>
                    <a:pt x="957" y="900"/>
                    <a:pt x="1065" y="900"/>
                  </a:cubicBezTo>
                  <a:cubicBezTo>
                    <a:pt x="1100" y="900"/>
                    <a:pt x="1134" y="899"/>
                    <a:pt x="1168" y="899"/>
                  </a:cubicBezTo>
                  <a:cubicBezTo>
                    <a:pt x="1211" y="899"/>
                    <a:pt x="1254" y="901"/>
                    <a:pt x="1296" y="910"/>
                  </a:cubicBezTo>
                  <a:cubicBezTo>
                    <a:pt x="1386" y="927"/>
                    <a:pt x="1492" y="893"/>
                    <a:pt x="1492" y="1016"/>
                  </a:cubicBezTo>
                  <a:cubicBezTo>
                    <a:pt x="1509" y="1174"/>
                    <a:pt x="1386" y="1123"/>
                    <a:pt x="1313" y="1140"/>
                  </a:cubicBezTo>
                  <a:cubicBezTo>
                    <a:pt x="1134" y="1191"/>
                    <a:pt x="938" y="1140"/>
                    <a:pt x="763" y="1280"/>
                  </a:cubicBezTo>
                  <a:cubicBezTo>
                    <a:pt x="859" y="1377"/>
                    <a:pt x="962" y="1397"/>
                    <a:pt x="1065" y="1397"/>
                  </a:cubicBezTo>
                  <a:cubicBezTo>
                    <a:pt x="1142" y="1397"/>
                    <a:pt x="1219" y="1385"/>
                    <a:pt x="1291" y="1385"/>
                  </a:cubicBezTo>
                  <a:cubicBezTo>
                    <a:pt x="1336" y="1385"/>
                    <a:pt x="1379" y="1390"/>
                    <a:pt x="1420" y="1404"/>
                  </a:cubicBezTo>
                  <a:cubicBezTo>
                    <a:pt x="1487" y="1799"/>
                    <a:pt x="1430" y="1905"/>
                    <a:pt x="1096" y="1905"/>
                  </a:cubicBezTo>
                  <a:cubicBezTo>
                    <a:pt x="1069" y="1905"/>
                    <a:pt x="1041" y="1904"/>
                    <a:pt x="1011" y="1903"/>
                  </a:cubicBezTo>
                  <a:cubicBezTo>
                    <a:pt x="533" y="1903"/>
                    <a:pt x="444" y="1813"/>
                    <a:pt x="337" y="1370"/>
                  </a:cubicBezTo>
                  <a:cubicBezTo>
                    <a:pt x="282" y="1067"/>
                    <a:pt x="230" y="765"/>
                    <a:pt x="282" y="445"/>
                  </a:cubicBezTo>
                  <a:cubicBezTo>
                    <a:pt x="299" y="338"/>
                    <a:pt x="320" y="253"/>
                    <a:pt x="461" y="253"/>
                  </a:cubicBezTo>
                  <a:close/>
                  <a:moveTo>
                    <a:pt x="470" y="1"/>
                  </a:moveTo>
                  <a:cubicBezTo>
                    <a:pt x="201" y="1"/>
                    <a:pt x="84" y="159"/>
                    <a:pt x="51" y="411"/>
                  </a:cubicBezTo>
                  <a:cubicBezTo>
                    <a:pt x="0" y="786"/>
                    <a:pt x="51" y="1140"/>
                    <a:pt x="141" y="1494"/>
                  </a:cubicBezTo>
                  <a:cubicBezTo>
                    <a:pt x="230" y="1937"/>
                    <a:pt x="354" y="2065"/>
                    <a:pt x="797" y="2133"/>
                  </a:cubicBezTo>
                  <a:cubicBezTo>
                    <a:pt x="868" y="2141"/>
                    <a:pt x="939" y="2141"/>
                    <a:pt x="1011" y="2141"/>
                  </a:cubicBezTo>
                  <a:cubicBezTo>
                    <a:pt x="1082" y="2141"/>
                    <a:pt x="1153" y="2141"/>
                    <a:pt x="1224" y="2150"/>
                  </a:cubicBezTo>
                  <a:cubicBezTo>
                    <a:pt x="1241" y="2151"/>
                    <a:pt x="1258" y="2152"/>
                    <a:pt x="1274" y="2152"/>
                  </a:cubicBezTo>
                  <a:cubicBezTo>
                    <a:pt x="1508" y="2152"/>
                    <a:pt x="1618" y="2010"/>
                    <a:pt x="1650" y="1779"/>
                  </a:cubicBezTo>
                  <a:cubicBezTo>
                    <a:pt x="1722" y="1477"/>
                    <a:pt x="1739" y="1174"/>
                    <a:pt x="1722" y="871"/>
                  </a:cubicBezTo>
                  <a:lnTo>
                    <a:pt x="1722" y="394"/>
                  </a:lnTo>
                  <a:cubicBezTo>
                    <a:pt x="1739" y="125"/>
                    <a:pt x="1616" y="40"/>
                    <a:pt x="1364" y="19"/>
                  </a:cubicBezTo>
                  <a:cubicBezTo>
                    <a:pt x="1083" y="19"/>
                    <a:pt x="797" y="19"/>
                    <a:pt x="512" y="2"/>
                  </a:cubicBezTo>
                  <a:cubicBezTo>
                    <a:pt x="497" y="1"/>
                    <a:pt x="483" y="1"/>
                    <a:pt x="4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5"/>
            <p:cNvSpPr/>
            <p:nvPr/>
          </p:nvSpPr>
          <p:spPr>
            <a:xfrm>
              <a:off x="11510792" y="4205449"/>
              <a:ext cx="39826" cy="37249"/>
            </a:xfrm>
            <a:custGeom>
              <a:rect b="b" l="l" r="r" t="t"/>
              <a:pathLst>
                <a:path extrusionOk="0" h="766" w="819">
                  <a:moveTo>
                    <a:pt x="375" y="0"/>
                  </a:moveTo>
                  <a:cubicBezTo>
                    <a:pt x="141" y="18"/>
                    <a:pt x="17" y="145"/>
                    <a:pt x="0" y="376"/>
                  </a:cubicBezTo>
                  <a:cubicBezTo>
                    <a:pt x="0" y="578"/>
                    <a:pt x="177" y="765"/>
                    <a:pt x="392" y="765"/>
                  </a:cubicBezTo>
                  <a:cubicBezTo>
                    <a:pt x="404" y="765"/>
                    <a:pt x="415" y="765"/>
                    <a:pt x="427" y="763"/>
                  </a:cubicBezTo>
                  <a:cubicBezTo>
                    <a:pt x="640" y="763"/>
                    <a:pt x="819" y="572"/>
                    <a:pt x="819" y="359"/>
                  </a:cubicBezTo>
                  <a:cubicBezTo>
                    <a:pt x="802" y="145"/>
                    <a:pt x="623" y="0"/>
                    <a:pt x="3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5"/>
            <p:cNvSpPr/>
            <p:nvPr/>
          </p:nvSpPr>
          <p:spPr>
            <a:xfrm>
              <a:off x="11777757" y="4205449"/>
              <a:ext cx="39631" cy="37151"/>
            </a:xfrm>
            <a:custGeom>
              <a:rect b="b" l="l" r="r" t="t"/>
              <a:pathLst>
                <a:path extrusionOk="0" h="764" w="815">
                  <a:moveTo>
                    <a:pt x="427" y="0"/>
                  </a:moveTo>
                  <a:cubicBezTo>
                    <a:pt x="175" y="0"/>
                    <a:pt x="0" y="145"/>
                    <a:pt x="17" y="359"/>
                  </a:cubicBezTo>
                  <a:cubicBezTo>
                    <a:pt x="17" y="589"/>
                    <a:pt x="192" y="763"/>
                    <a:pt x="405" y="763"/>
                  </a:cubicBezTo>
                  <a:cubicBezTo>
                    <a:pt x="618" y="763"/>
                    <a:pt x="814" y="606"/>
                    <a:pt x="814" y="393"/>
                  </a:cubicBezTo>
                  <a:cubicBezTo>
                    <a:pt x="814" y="162"/>
                    <a:pt x="657" y="0"/>
                    <a:pt x="4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5"/>
            <p:cNvSpPr/>
            <p:nvPr/>
          </p:nvSpPr>
          <p:spPr>
            <a:xfrm>
              <a:off x="11459782" y="4208950"/>
              <a:ext cx="34671" cy="35498"/>
            </a:xfrm>
            <a:custGeom>
              <a:rect b="b" l="l" r="r" t="t"/>
              <a:pathLst>
                <a:path extrusionOk="0" h="730" w="713">
                  <a:moveTo>
                    <a:pt x="321" y="1"/>
                  </a:moveTo>
                  <a:cubicBezTo>
                    <a:pt x="73" y="1"/>
                    <a:pt x="1" y="197"/>
                    <a:pt x="1" y="393"/>
                  </a:cubicBezTo>
                  <a:cubicBezTo>
                    <a:pt x="1" y="623"/>
                    <a:pt x="163" y="713"/>
                    <a:pt x="393" y="730"/>
                  </a:cubicBezTo>
                  <a:cubicBezTo>
                    <a:pt x="589" y="691"/>
                    <a:pt x="713" y="568"/>
                    <a:pt x="696" y="355"/>
                  </a:cubicBezTo>
                  <a:cubicBezTo>
                    <a:pt x="679" y="125"/>
                    <a:pt x="534" y="1"/>
                    <a:pt x="3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5"/>
            <p:cNvSpPr/>
            <p:nvPr/>
          </p:nvSpPr>
          <p:spPr>
            <a:xfrm>
              <a:off x="11834749" y="4208901"/>
              <a:ext cx="33602" cy="35547"/>
            </a:xfrm>
            <a:custGeom>
              <a:rect b="b" l="l" r="r" t="t"/>
              <a:pathLst>
                <a:path extrusionOk="0" h="731" w="691">
                  <a:moveTo>
                    <a:pt x="374" y="1"/>
                  </a:moveTo>
                  <a:cubicBezTo>
                    <a:pt x="175" y="1"/>
                    <a:pt x="17" y="154"/>
                    <a:pt x="0" y="373"/>
                  </a:cubicBezTo>
                  <a:cubicBezTo>
                    <a:pt x="0" y="552"/>
                    <a:pt x="86" y="714"/>
                    <a:pt x="320" y="731"/>
                  </a:cubicBezTo>
                  <a:cubicBezTo>
                    <a:pt x="533" y="731"/>
                    <a:pt x="691" y="624"/>
                    <a:pt x="691" y="394"/>
                  </a:cubicBezTo>
                  <a:cubicBezTo>
                    <a:pt x="691" y="198"/>
                    <a:pt x="640" y="36"/>
                    <a:pt x="405" y="2"/>
                  </a:cubicBezTo>
                  <a:cubicBezTo>
                    <a:pt x="395" y="1"/>
                    <a:pt x="384" y="1"/>
                    <a:pt x="3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5"/>
            <p:cNvSpPr/>
            <p:nvPr/>
          </p:nvSpPr>
          <p:spPr>
            <a:xfrm>
              <a:off x="11573814" y="4515449"/>
              <a:ext cx="43327" cy="40798"/>
            </a:xfrm>
            <a:custGeom>
              <a:rect b="b" l="l" r="r" t="t"/>
              <a:pathLst>
                <a:path extrusionOk="0" h="839" w="891">
                  <a:moveTo>
                    <a:pt x="460" y="1"/>
                  </a:moveTo>
                  <a:cubicBezTo>
                    <a:pt x="212" y="1"/>
                    <a:pt x="37" y="154"/>
                    <a:pt x="17" y="377"/>
                  </a:cubicBezTo>
                  <a:cubicBezTo>
                    <a:pt x="0" y="607"/>
                    <a:pt x="230" y="820"/>
                    <a:pt x="482" y="837"/>
                  </a:cubicBezTo>
                  <a:cubicBezTo>
                    <a:pt x="494" y="838"/>
                    <a:pt x="506" y="839"/>
                    <a:pt x="517" y="839"/>
                  </a:cubicBezTo>
                  <a:cubicBezTo>
                    <a:pt x="741" y="839"/>
                    <a:pt x="853" y="683"/>
                    <a:pt x="870" y="411"/>
                  </a:cubicBezTo>
                  <a:cubicBezTo>
                    <a:pt x="891" y="143"/>
                    <a:pt x="763" y="19"/>
                    <a:pt x="499" y="2"/>
                  </a:cubicBezTo>
                  <a:cubicBezTo>
                    <a:pt x="486" y="1"/>
                    <a:pt x="472" y="1"/>
                    <a:pt x="4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5"/>
            <p:cNvSpPr/>
            <p:nvPr/>
          </p:nvSpPr>
          <p:spPr>
            <a:xfrm>
              <a:off x="11571285" y="4435311"/>
              <a:ext cx="40701" cy="38027"/>
            </a:xfrm>
            <a:custGeom>
              <a:rect b="b" l="l" r="r" t="t"/>
              <a:pathLst>
                <a:path extrusionOk="0" h="782" w="837">
                  <a:moveTo>
                    <a:pt x="389" y="0"/>
                  </a:moveTo>
                  <a:cubicBezTo>
                    <a:pt x="176" y="0"/>
                    <a:pt x="18" y="175"/>
                    <a:pt x="18" y="444"/>
                  </a:cubicBezTo>
                  <a:cubicBezTo>
                    <a:pt x="1" y="708"/>
                    <a:pt x="176" y="780"/>
                    <a:pt x="410" y="780"/>
                  </a:cubicBezTo>
                  <a:cubicBezTo>
                    <a:pt x="425" y="781"/>
                    <a:pt x="439" y="782"/>
                    <a:pt x="453" y="782"/>
                  </a:cubicBezTo>
                  <a:cubicBezTo>
                    <a:pt x="692" y="782"/>
                    <a:pt x="836" y="645"/>
                    <a:pt x="836" y="444"/>
                  </a:cubicBezTo>
                  <a:cubicBezTo>
                    <a:pt x="836" y="231"/>
                    <a:pt x="623" y="0"/>
                    <a:pt x="3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 name="Google Shape;1604;p55"/>
          <p:cNvGrpSpPr/>
          <p:nvPr/>
        </p:nvGrpSpPr>
        <p:grpSpPr>
          <a:xfrm flipH="1" rot="2219649">
            <a:off x="1752671" y="2104038"/>
            <a:ext cx="832248" cy="936886"/>
            <a:chOff x="4185466" y="382554"/>
            <a:chExt cx="1236217" cy="1391646"/>
          </a:xfrm>
        </p:grpSpPr>
        <p:sp>
          <p:nvSpPr>
            <p:cNvPr id="1605" name="Google Shape;1605;p55"/>
            <p:cNvSpPr/>
            <p:nvPr/>
          </p:nvSpPr>
          <p:spPr>
            <a:xfrm>
              <a:off x="5315992" y="382554"/>
              <a:ext cx="105682" cy="112254"/>
            </a:xfrm>
            <a:custGeom>
              <a:rect b="b" l="l" r="r" t="t"/>
              <a:pathLst>
                <a:path extrusionOk="0" h="871" w="820">
                  <a:moveTo>
                    <a:pt x="1" y="623"/>
                  </a:moveTo>
                  <a:cubicBezTo>
                    <a:pt x="393" y="1"/>
                    <a:pt x="819" y="444"/>
                    <a:pt x="321" y="8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5"/>
            <p:cNvSpPr/>
            <p:nvPr/>
          </p:nvSpPr>
          <p:spPr>
            <a:xfrm>
              <a:off x="4385357" y="1313577"/>
              <a:ext cx="438450" cy="310085"/>
            </a:xfrm>
            <a:custGeom>
              <a:rect b="b" l="l" r="r" t="t"/>
              <a:pathLst>
                <a:path extrusionOk="0" h="2406" w="3402">
                  <a:moveTo>
                    <a:pt x="594" y="0"/>
                  </a:moveTo>
                  <a:cubicBezTo>
                    <a:pt x="289" y="0"/>
                    <a:pt x="1" y="337"/>
                    <a:pt x="261" y="624"/>
                  </a:cubicBezTo>
                  <a:cubicBezTo>
                    <a:pt x="956" y="1408"/>
                    <a:pt x="1719" y="2243"/>
                    <a:pt x="2802" y="2401"/>
                  </a:cubicBezTo>
                  <a:cubicBezTo>
                    <a:pt x="2824" y="2404"/>
                    <a:pt x="2846" y="2406"/>
                    <a:pt x="2866" y="2406"/>
                  </a:cubicBezTo>
                  <a:cubicBezTo>
                    <a:pt x="3326" y="2406"/>
                    <a:pt x="3402" y="1669"/>
                    <a:pt x="2908" y="1604"/>
                  </a:cubicBezTo>
                  <a:cubicBezTo>
                    <a:pt x="2056" y="1476"/>
                    <a:pt x="1434" y="751"/>
                    <a:pt x="901" y="146"/>
                  </a:cubicBezTo>
                  <a:cubicBezTo>
                    <a:pt x="812" y="43"/>
                    <a:pt x="702" y="0"/>
                    <a:pt x="5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5"/>
            <p:cNvSpPr/>
            <p:nvPr/>
          </p:nvSpPr>
          <p:spPr>
            <a:xfrm>
              <a:off x="4659612" y="437457"/>
              <a:ext cx="746086" cy="865300"/>
            </a:xfrm>
            <a:custGeom>
              <a:rect b="b" l="l" r="r" t="t"/>
              <a:pathLst>
                <a:path extrusionOk="0" h="6714" w="5789">
                  <a:moveTo>
                    <a:pt x="746" y="6075"/>
                  </a:moveTo>
                  <a:cubicBezTo>
                    <a:pt x="550" y="5896"/>
                    <a:pt x="354" y="5738"/>
                    <a:pt x="175" y="5559"/>
                  </a:cubicBezTo>
                  <a:cubicBezTo>
                    <a:pt x="124" y="5503"/>
                    <a:pt x="69" y="5435"/>
                    <a:pt x="17" y="5363"/>
                  </a:cubicBezTo>
                  <a:cubicBezTo>
                    <a:pt x="0" y="5346"/>
                    <a:pt x="0" y="5312"/>
                    <a:pt x="17" y="5273"/>
                  </a:cubicBezTo>
                  <a:cubicBezTo>
                    <a:pt x="52" y="5222"/>
                    <a:pt x="86" y="5184"/>
                    <a:pt x="107" y="5133"/>
                  </a:cubicBezTo>
                  <a:cubicBezTo>
                    <a:pt x="214" y="4992"/>
                    <a:pt x="299" y="4847"/>
                    <a:pt x="388" y="4689"/>
                  </a:cubicBezTo>
                  <a:cubicBezTo>
                    <a:pt x="495" y="4544"/>
                    <a:pt x="618" y="4404"/>
                    <a:pt x="708" y="4263"/>
                  </a:cubicBezTo>
                  <a:cubicBezTo>
                    <a:pt x="832" y="4101"/>
                    <a:pt x="938" y="3943"/>
                    <a:pt x="1045" y="3781"/>
                  </a:cubicBezTo>
                  <a:cubicBezTo>
                    <a:pt x="1100" y="3713"/>
                    <a:pt x="1151" y="3641"/>
                    <a:pt x="1207" y="3568"/>
                  </a:cubicBezTo>
                  <a:cubicBezTo>
                    <a:pt x="1313" y="3411"/>
                    <a:pt x="1420" y="3266"/>
                    <a:pt x="1526" y="3108"/>
                  </a:cubicBezTo>
                  <a:cubicBezTo>
                    <a:pt x="1667" y="2895"/>
                    <a:pt x="1846" y="2682"/>
                    <a:pt x="1987" y="2486"/>
                  </a:cubicBezTo>
                  <a:cubicBezTo>
                    <a:pt x="2076" y="2362"/>
                    <a:pt x="2149" y="2256"/>
                    <a:pt x="2238" y="2132"/>
                  </a:cubicBezTo>
                  <a:cubicBezTo>
                    <a:pt x="2306" y="2042"/>
                    <a:pt x="2379" y="1953"/>
                    <a:pt x="2451" y="1846"/>
                  </a:cubicBezTo>
                  <a:cubicBezTo>
                    <a:pt x="2537" y="1723"/>
                    <a:pt x="2626" y="1582"/>
                    <a:pt x="2733" y="1437"/>
                  </a:cubicBezTo>
                  <a:cubicBezTo>
                    <a:pt x="2856" y="1297"/>
                    <a:pt x="2963" y="1173"/>
                    <a:pt x="3091" y="1028"/>
                  </a:cubicBezTo>
                  <a:cubicBezTo>
                    <a:pt x="3159" y="960"/>
                    <a:pt x="3231" y="870"/>
                    <a:pt x="3304" y="798"/>
                  </a:cubicBezTo>
                  <a:cubicBezTo>
                    <a:pt x="3585" y="461"/>
                    <a:pt x="3922" y="231"/>
                    <a:pt x="4331" y="90"/>
                  </a:cubicBezTo>
                  <a:cubicBezTo>
                    <a:pt x="4420" y="52"/>
                    <a:pt x="4527" y="35"/>
                    <a:pt x="4617" y="18"/>
                  </a:cubicBezTo>
                  <a:cubicBezTo>
                    <a:pt x="4689" y="18"/>
                    <a:pt x="4757" y="1"/>
                    <a:pt x="4830" y="18"/>
                  </a:cubicBezTo>
                  <a:cubicBezTo>
                    <a:pt x="5094" y="52"/>
                    <a:pt x="5307" y="175"/>
                    <a:pt x="5486" y="389"/>
                  </a:cubicBezTo>
                  <a:cubicBezTo>
                    <a:pt x="5648" y="568"/>
                    <a:pt x="5733" y="781"/>
                    <a:pt x="5772" y="1011"/>
                  </a:cubicBezTo>
                  <a:cubicBezTo>
                    <a:pt x="5789" y="1135"/>
                    <a:pt x="5755" y="1262"/>
                    <a:pt x="5733" y="1386"/>
                  </a:cubicBezTo>
                  <a:cubicBezTo>
                    <a:pt x="5682" y="1599"/>
                    <a:pt x="5593" y="1812"/>
                    <a:pt x="5486" y="1987"/>
                  </a:cubicBezTo>
                  <a:cubicBezTo>
                    <a:pt x="5435" y="2077"/>
                    <a:pt x="5397" y="2149"/>
                    <a:pt x="5362" y="2238"/>
                  </a:cubicBezTo>
                  <a:cubicBezTo>
                    <a:pt x="5222" y="2520"/>
                    <a:pt x="5026" y="2754"/>
                    <a:pt x="4847" y="3001"/>
                  </a:cubicBezTo>
                  <a:cubicBezTo>
                    <a:pt x="4774" y="3091"/>
                    <a:pt x="4723" y="3198"/>
                    <a:pt x="4668" y="3304"/>
                  </a:cubicBezTo>
                  <a:cubicBezTo>
                    <a:pt x="4634" y="3355"/>
                    <a:pt x="4582" y="3428"/>
                    <a:pt x="4544" y="3500"/>
                  </a:cubicBezTo>
                  <a:cubicBezTo>
                    <a:pt x="4420" y="3675"/>
                    <a:pt x="4297" y="3871"/>
                    <a:pt x="4173" y="4050"/>
                  </a:cubicBezTo>
                  <a:cubicBezTo>
                    <a:pt x="4067" y="4191"/>
                    <a:pt x="3943" y="4331"/>
                    <a:pt x="3837" y="4493"/>
                  </a:cubicBezTo>
                  <a:cubicBezTo>
                    <a:pt x="3781" y="4566"/>
                    <a:pt x="3730" y="4651"/>
                    <a:pt x="3675" y="4740"/>
                  </a:cubicBezTo>
                  <a:cubicBezTo>
                    <a:pt x="3534" y="4902"/>
                    <a:pt x="3444" y="5077"/>
                    <a:pt x="3282" y="5222"/>
                  </a:cubicBezTo>
                  <a:cubicBezTo>
                    <a:pt x="3248" y="5239"/>
                    <a:pt x="3248" y="5273"/>
                    <a:pt x="3231" y="5290"/>
                  </a:cubicBezTo>
                  <a:cubicBezTo>
                    <a:pt x="3214" y="5329"/>
                    <a:pt x="3197" y="5363"/>
                    <a:pt x="3176" y="5380"/>
                  </a:cubicBezTo>
                  <a:cubicBezTo>
                    <a:pt x="3018" y="5503"/>
                    <a:pt x="2912" y="5682"/>
                    <a:pt x="2788" y="5844"/>
                  </a:cubicBezTo>
                  <a:cubicBezTo>
                    <a:pt x="2681" y="6002"/>
                    <a:pt x="2558" y="6164"/>
                    <a:pt x="2451" y="6322"/>
                  </a:cubicBezTo>
                  <a:cubicBezTo>
                    <a:pt x="2430" y="6339"/>
                    <a:pt x="2413" y="6339"/>
                    <a:pt x="2396" y="6356"/>
                  </a:cubicBezTo>
                  <a:cubicBezTo>
                    <a:pt x="2362" y="6394"/>
                    <a:pt x="2323" y="6445"/>
                    <a:pt x="2289" y="6501"/>
                  </a:cubicBezTo>
                  <a:cubicBezTo>
                    <a:pt x="2217" y="6552"/>
                    <a:pt x="2166" y="6624"/>
                    <a:pt x="2110" y="6676"/>
                  </a:cubicBezTo>
                  <a:cubicBezTo>
                    <a:pt x="2076" y="6714"/>
                    <a:pt x="2025" y="6714"/>
                    <a:pt x="1987" y="6714"/>
                  </a:cubicBezTo>
                  <a:cubicBezTo>
                    <a:pt x="1880" y="6676"/>
                    <a:pt x="1757" y="6659"/>
                    <a:pt x="1633" y="6607"/>
                  </a:cubicBezTo>
                  <a:cubicBezTo>
                    <a:pt x="1386" y="6501"/>
                    <a:pt x="1173" y="6356"/>
                    <a:pt x="938" y="6215"/>
                  </a:cubicBezTo>
                  <a:cubicBezTo>
                    <a:pt x="870" y="6164"/>
                    <a:pt x="815" y="6109"/>
                    <a:pt x="746" y="6058"/>
                  </a:cubicBezTo>
                  <a:close/>
                  <a:moveTo>
                    <a:pt x="3517" y="1420"/>
                  </a:moveTo>
                  <a:cubicBezTo>
                    <a:pt x="3427" y="1527"/>
                    <a:pt x="3372" y="1650"/>
                    <a:pt x="3338" y="1774"/>
                  </a:cubicBezTo>
                  <a:cubicBezTo>
                    <a:pt x="3265" y="1919"/>
                    <a:pt x="3282" y="2077"/>
                    <a:pt x="3372" y="2200"/>
                  </a:cubicBezTo>
                  <a:cubicBezTo>
                    <a:pt x="3444" y="2290"/>
                    <a:pt x="3496" y="2362"/>
                    <a:pt x="3568" y="2435"/>
                  </a:cubicBezTo>
                  <a:cubicBezTo>
                    <a:pt x="3658" y="2520"/>
                    <a:pt x="3798" y="2541"/>
                    <a:pt x="3922" y="2592"/>
                  </a:cubicBezTo>
                  <a:cubicBezTo>
                    <a:pt x="4101" y="2665"/>
                    <a:pt x="4280" y="2648"/>
                    <a:pt x="4455" y="2541"/>
                  </a:cubicBezTo>
                  <a:cubicBezTo>
                    <a:pt x="4689" y="2379"/>
                    <a:pt x="4830" y="2166"/>
                    <a:pt x="4881" y="1902"/>
                  </a:cubicBezTo>
                  <a:cubicBezTo>
                    <a:pt x="4902" y="1829"/>
                    <a:pt x="4902" y="1740"/>
                    <a:pt x="4864" y="1689"/>
                  </a:cubicBezTo>
                  <a:cubicBezTo>
                    <a:pt x="4740" y="1437"/>
                    <a:pt x="4600" y="1207"/>
                    <a:pt x="4331" y="1100"/>
                  </a:cubicBezTo>
                  <a:cubicBezTo>
                    <a:pt x="4207" y="1049"/>
                    <a:pt x="4067" y="1028"/>
                    <a:pt x="3943" y="1100"/>
                  </a:cubicBezTo>
                  <a:cubicBezTo>
                    <a:pt x="3764" y="1173"/>
                    <a:pt x="3623" y="1279"/>
                    <a:pt x="3517" y="142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5"/>
            <p:cNvSpPr/>
            <p:nvPr/>
          </p:nvSpPr>
          <p:spPr>
            <a:xfrm>
              <a:off x="4835403" y="922558"/>
              <a:ext cx="403266" cy="835658"/>
            </a:xfrm>
            <a:custGeom>
              <a:rect b="b" l="l" r="r" t="t"/>
              <a:pathLst>
                <a:path extrusionOk="0" h="6484" w="3129">
                  <a:moveTo>
                    <a:pt x="1812" y="6483"/>
                  </a:moveTo>
                  <a:cubicBezTo>
                    <a:pt x="1705" y="6411"/>
                    <a:pt x="1599" y="6343"/>
                    <a:pt x="1492" y="6270"/>
                  </a:cubicBezTo>
                  <a:cubicBezTo>
                    <a:pt x="1352" y="6181"/>
                    <a:pt x="1194" y="6074"/>
                    <a:pt x="1032" y="5968"/>
                  </a:cubicBezTo>
                  <a:cubicBezTo>
                    <a:pt x="981" y="5917"/>
                    <a:pt x="908" y="5878"/>
                    <a:pt x="853" y="5827"/>
                  </a:cubicBezTo>
                  <a:cubicBezTo>
                    <a:pt x="712" y="5721"/>
                    <a:pt x="589" y="5614"/>
                    <a:pt x="465" y="5507"/>
                  </a:cubicBezTo>
                  <a:cubicBezTo>
                    <a:pt x="341" y="5435"/>
                    <a:pt x="235" y="5345"/>
                    <a:pt x="107" y="5277"/>
                  </a:cubicBezTo>
                  <a:cubicBezTo>
                    <a:pt x="73" y="5256"/>
                    <a:pt x="39" y="5239"/>
                    <a:pt x="0" y="5222"/>
                  </a:cubicBezTo>
                  <a:cubicBezTo>
                    <a:pt x="22" y="5188"/>
                    <a:pt x="22" y="5171"/>
                    <a:pt x="39" y="5171"/>
                  </a:cubicBezTo>
                  <a:cubicBezTo>
                    <a:pt x="179" y="5026"/>
                    <a:pt x="341" y="4885"/>
                    <a:pt x="482" y="4744"/>
                  </a:cubicBezTo>
                  <a:cubicBezTo>
                    <a:pt x="572" y="4638"/>
                    <a:pt x="661" y="4510"/>
                    <a:pt x="746" y="4403"/>
                  </a:cubicBezTo>
                  <a:cubicBezTo>
                    <a:pt x="768" y="4386"/>
                    <a:pt x="768" y="4352"/>
                    <a:pt x="768" y="4318"/>
                  </a:cubicBezTo>
                  <a:cubicBezTo>
                    <a:pt x="819" y="3943"/>
                    <a:pt x="819" y="3551"/>
                    <a:pt x="802" y="3163"/>
                  </a:cubicBezTo>
                  <a:cubicBezTo>
                    <a:pt x="802" y="3091"/>
                    <a:pt x="802" y="3018"/>
                    <a:pt x="853" y="2967"/>
                  </a:cubicBezTo>
                  <a:cubicBezTo>
                    <a:pt x="925" y="2878"/>
                    <a:pt x="998" y="2788"/>
                    <a:pt x="1066" y="2698"/>
                  </a:cubicBezTo>
                  <a:cubicBezTo>
                    <a:pt x="1104" y="2647"/>
                    <a:pt x="1155" y="2613"/>
                    <a:pt x="1194" y="2558"/>
                  </a:cubicBezTo>
                  <a:cubicBezTo>
                    <a:pt x="1262" y="2451"/>
                    <a:pt x="1334" y="2345"/>
                    <a:pt x="1424" y="2238"/>
                  </a:cubicBezTo>
                  <a:cubicBezTo>
                    <a:pt x="1531" y="2080"/>
                    <a:pt x="1654" y="1936"/>
                    <a:pt x="1761" y="1795"/>
                  </a:cubicBezTo>
                  <a:cubicBezTo>
                    <a:pt x="1867" y="1671"/>
                    <a:pt x="1991" y="1548"/>
                    <a:pt x="2097" y="1420"/>
                  </a:cubicBezTo>
                  <a:cubicBezTo>
                    <a:pt x="2187" y="1296"/>
                    <a:pt x="2276" y="1173"/>
                    <a:pt x="2366" y="1066"/>
                  </a:cubicBezTo>
                  <a:cubicBezTo>
                    <a:pt x="2451" y="942"/>
                    <a:pt x="2541" y="819"/>
                    <a:pt x="2630" y="695"/>
                  </a:cubicBezTo>
                  <a:cubicBezTo>
                    <a:pt x="2771" y="499"/>
                    <a:pt x="2916" y="286"/>
                    <a:pt x="3056" y="90"/>
                  </a:cubicBezTo>
                  <a:cubicBezTo>
                    <a:pt x="3074" y="56"/>
                    <a:pt x="3091" y="35"/>
                    <a:pt x="3112" y="0"/>
                  </a:cubicBezTo>
                  <a:cubicBezTo>
                    <a:pt x="3129" y="90"/>
                    <a:pt x="3129" y="162"/>
                    <a:pt x="3112" y="231"/>
                  </a:cubicBezTo>
                  <a:cubicBezTo>
                    <a:pt x="3074" y="461"/>
                    <a:pt x="3039" y="695"/>
                    <a:pt x="3005" y="942"/>
                  </a:cubicBezTo>
                  <a:cubicBezTo>
                    <a:pt x="2984" y="1121"/>
                    <a:pt x="2967" y="1296"/>
                    <a:pt x="2950" y="1475"/>
                  </a:cubicBezTo>
                  <a:cubicBezTo>
                    <a:pt x="2933" y="1654"/>
                    <a:pt x="2916" y="1829"/>
                    <a:pt x="2899" y="2025"/>
                  </a:cubicBezTo>
                  <a:cubicBezTo>
                    <a:pt x="2877" y="2132"/>
                    <a:pt x="2877" y="2255"/>
                    <a:pt x="2860" y="2379"/>
                  </a:cubicBezTo>
                  <a:lnTo>
                    <a:pt x="2860" y="2485"/>
                  </a:lnTo>
                  <a:cubicBezTo>
                    <a:pt x="2826" y="2647"/>
                    <a:pt x="2826" y="2826"/>
                    <a:pt x="2809" y="3001"/>
                  </a:cubicBezTo>
                  <a:cubicBezTo>
                    <a:pt x="2809" y="3180"/>
                    <a:pt x="2792" y="3359"/>
                    <a:pt x="2771" y="3534"/>
                  </a:cubicBezTo>
                  <a:cubicBezTo>
                    <a:pt x="2754" y="3623"/>
                    <a:pt x="2754" y="3730"/>
                    <a:pt x="2754" y="3837"/>
                  </a:cubicBezTo>
                  <a:cubicBezTo>
                    <a:pt x="2754" y="3977"/>
                    <a:pt x="2737" y="4139"/>
                    <a:pt x="2720" y="4280"/>
                  </a:cubicBezTo>
                  <a:cubicBezTo>
                    <a:pt x="2720" y="4442"/>
                    <a:pt x="2703" y="4617"/>
                    <a:pt x="2686" y="4779"/>
                  </a:cubicBezTo>
                  <a:cubicBezTo>
                    <a:pt x="2647" y="4958"/>
                    <a:pt x="2647" y="5132"/>
                    <a:pt x="2630" y="5294"/>
                  </a:cubicBezTo>
                  <a:cubicBezTo>
                    <a:pt x="2630" y="5328"/>
                    <a:pt x="2613" y="5345"/>
                    <a:pt x="2596" y="5384"/>
                  </a:cubicBezTo>
                  <a:cubicBezTo>
                    <a:pt x="2434" y="5614"/>
                    <a:pt x="2259" y="5861"/>
                    <a:pt x="2097" y="6091"/>
                  </a:cubicBezTo>
                  <a:cubicBezTo>
                    <a:pt x="2025" y="6181"/>
                    <a:pt x="1974" y="6270"/>
                    <a:pt x="1901" y="6377"/>
                  </a:cubicBezTo>
                  <a:cubicBezTo>
                    <a:pt x="1884" y="6411"/>
                    <a:pt x="1850" y="6428"/>
                    <a:pt x="1812" y="648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5"/>
            <p:cNvSpPr/>
            <p:nvPr/>
          </p:nvSpPr>
          <p:spPr>
            <a:xfrm>
              <a:off x="4203638" y="720991"/>
              <a:ext cx="721470" cy="570294"/>
            </a:xfrm>
            <a:custGeom>
              <a:rect b="b" l="l" r="r" t="t"/>
              <a:pathLst>
                <a:path extrusionOk="0" h="4425" w="5598">
                  <a:moveTo>
                    <a:pt x="1654" y="4424"/>
                  </a:moveTo>
                  <a:cubicBezTo>
                    <a:pt x="1049" y="4071"/>
                    <a:pt x="533" y="3644"/>
                    <a:pt x="1" y="3252"/>
                  </a:cubicBezTo>
                  <a:cubicBezTo>
                    <a:pt x="22" y="3218"/>
                    <a:pt x="22" y="3197"/>
                    <a:pt x="22" y="3180"/>
                  </a:cubicBezTo>
                  <a:cubicBezTo>
                    <a:pt x="107" y="3073"/>
                    <a:pt x="180" y="2967"/>
                    <a:pt x="269" y="2860"/>
                  </a:cubicBezTo>
                  <a:cubicBezTo>
                    <a:pt x="410" y="2647"/>
                    <a:pt x="555" y="2434"/>
                    <a:pt x="712" y="2221"/>
                  </a:cubicBezTo>
                  <a:cubicBezTo>
                    <a:pt x="747" y="2170"/>
                    <a:pt x="802" y="2131"/>
                    <a:pt x="853" y="2097"/>
                  </a:cubicBezTo>
                  <a:cubicBezTo>
                    <a:pt x="998" y="2046"/>
                    <a:pt x="1139" y="1957"/>
                    <a:pt x="1279" y="1901"/>
                  </a:cubicBezTo>
                  <a:cubicBezTo>
                    <a:pt x="1458" y="1812"/>
                    <a:pt x="1654" y="1726"/>
                    <a:pt x="1851" y="1654"/>
                  </a:cubicBezTo>
                  <a:cubicBezTo>
                    <a:pt x="2187" y="1492"/>
                    <a:pt x="2524" y="1334"/>
                    <a:pt x="2878" y="1194"/>
                  </a:cubicBezTo>
                  <a:cubicBezTo>
                    <a:pt x="3325" y="1032"/>
                    <a:pt x="3752" y="836"/>
                    <a:pt x="4178" y="639"/>
                  </a:cubicBezTo>
                  <a:cubicBezTo>
                    <a:pt x="4335" y="588"/>
                    <a:pt x="4459" y="499"/>
                    <a:pt x="4621" y="426"/>
                  </a:cubicBezTo>
                  <a:cubicBezTo>
                    <a:pt x="4655" y="409"/>
                    <a:pt x="4711" y="409"/>
                    <a:pt x="4762" y="392"/>
                  </a:cubicBezTo>
                  <a:cubicBezTo>
                    <a:pt x="4924" y="320"/>
                    <a:pt x="5081" y="235"/>
                    <a:pt x="5243" y="162"/>
                  </a:cubicBezTo>
                  <a:cubicBezTo>
                    <a:pt x="5350" y="107"/>
                    <a:pt x="5456" y="56"/>
                    <a:pt x="5597" y="0"/>
                  </a:cubicBezTo>
                  <a:cubicBezTo>
                    <a:pt x="5542" y="107"/>
                    <a:pt x="5474" y="179"/>
                    <a:pt x="5401" y="269"/>
                  </a:cubicBezTo>
                  <a:cubicBezTo>
                    <a:pt x="5401" y="286"/>
                    <a:pt x="5384" y="303"/>
                    <a:pt x="5367" y="320"/>
                  </a:cubicBezTo>
                  <a:cubicBezTo>
                    <a:pt x="5222" y="516"/>
                    <a:pt x="5064" y="712"/>
                    <a:pt x="4924" y="908"/>
                  </a:cubicBezTo>
                  <a:cubicBezTo>
                    <a:pt x="4745" y="1211"/>
                    <a:pt x="4514" y="1492"/>
                    <a:pt x="4301" y="1795"/>
                  </a:cubicBezTo>
                  <a:cubicBezTo>
                    <a:pt x="4122" y="2046"/>
                    <a:pt x="3965" y="2293"/>
                    <a:pt x="3786" y="2540"/>
                  </a:cubicBezTo>
                  <a:cubicBezTo>
                    <a:pt x="3679" y="2685"/>
                    <a:pt x="3590" y="2826"/>
                    <a:pt x="3483" y="2967"/>
                  </a:cubicBezTo>
                  <a:cubicBezTo>
                    <a:pt x="3466" y="3005"/>
                    <a:pt x="3432" y="3039"/>
                    <a:pt x="3393" y="3056"/>
                  </a:cubicBezTo>
                  <a:cubicBezTo>
                    <a:pt x="3197" y="3112"/>
                    <a:pt x="3006" y="3180"/>
                    <a:pt x="2827" y="3235"/>
                  </a:cubicBezTo>
                  <a:cubicBezTo>
                    <a:pt x="2631" y="3303"/>
                    <a:pt x="2417" y="3376"/>
                    <a:pt x="2221" y="3448"/>
                  </a:cubicBezTo>
                  <a:cubicBezTo>
                    <a:pt x="2204" y="3465"/>
                    <a:pt x="2170" y="3482"/>
                    <a:pt x="2170" y="3517"/>
                  </a:cubicBezTo>
                  <a:cubicBezTo>
                    <a:pt x="2115" y="3679"/>
                    <a:pt x="2008" y="3802"/>
                    <a:pt x="1919" y="3943"/>
                  </a:cubicBezTo>
                  <a:cubicBezTo>
                    <a:pt x="1851" y="4071"/>
                    <a:pt x="1778" y="4194"/>
                    <a:pt x="1689" y="4318"/>
                  </a:cubicBezTo>
                  <a:cubicBezTo>
                    <a:pt x="1689" y="4352"/>
                    <a:pt x="1671" y="4390"/>
                    <a:pt x="1654" y="44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5"/>
            <p:cNvSpPr/>
            <p:nvPr/>
          </p:nvSpPr>
          <p:spPr>
            <a:xfrm>
              <a:off x="4494775" y="1128507"/>
              <a:ext cx="430330" cy="350682"/>
            </a:xfrm>
            <a:custGeom>
              <a:rect b="b" l="l" r="r" t="t"/>
              <a:pathLst>
                <a:path extrusionOk="0" h="2721" w="3339">
                  <a:moveTo>
                    <a:pt x="3304" y="1476"/>
                  </a:moveTo>
                  <a:cubicBezTo>
                    <a:pt x="3338" y="1778"/>
                    <a:pt x="3338" y="2558"/>
                    <a:pt x="3266" y="2720"/>
                  </a:cubicBezTo>
                  <a:lnTo>
                    <a:pt x="3176" y="2720"/>
                  </a:lnTo>
                  <a:cubicBezTo>
                    <a:pt x="2856" y="2699"/>
                    <a:pt x="2558" y="2592"/>
                    <a:pt x="2290" y="2452"/>
                  </a:cubicBezTo>
                  <a:cubicBezTo>
                    <a:pt x="2111" y="2362"/>
                    <a:pt x="1936" y="2294"/>
                    <a:pt x="1757" y="2204"/>
                  </a:cubicBezTo>
                  <a:cubicBezTo>
                    <a:pt x="1510" y="2060"/>
                    <a:pt x="1279" y="1919"/>
                    <a:pt x="1045" y="1723"/>
                  </a:cubicBezTo>
                  <a:cubicBezTo>
                    <a:pt x="887" y="1582"/>
                    <a:pt x="708" y="1420"/>
                    <a:pt x="551" y="1245"/>
                  </a:cubicBezTo>
                  <a:cubicBezTo>
                    <a:pt x="461" y="1139"/>
                    <a:pt x="372" y="1015"/>
                    <a:pt x="282" y="909"/>
                  </a:cubicBezTo>
                  <a:cubicBezTo>
                    <a:pt x="214" y="802"/>
                    <a:pt x="158" y="713"/>
                    <a:pt x="86" y="606"/>
                  </a:cubicBezTo>
                  <a:cubicBezTo>
                    <a:pt x="52" y="551"/>
                    <a:pt x="35" y="482"/>
                    <a:pt x="1" y="410"/>
                  </a:cubicBezTo>
                  <a:cubicBezTo>
                    <a:pt x="389" y="248"/>
                    <a:pt x="781" y="124"/>
                    <a:pt x="1173" y="1"/>
                  </a:cubicBezTo>
                  <a:cubicBezTo>
                    <a:pt x="1258" y="163"/>
                    <a:pt x="1403" y="286"/>
                    <a:pt x="1527" y="410"/>
                  </a:cubicBezTo>
                  <a:cubicBezTo>
                    <a:pt x="1706" y="568"/>
                    <a:pt x="1880" y="730"/>
                    <a:pt x="2076" y="887"/>
                  </a:cubicBezTo>
                  <a:cubicBezTo>
                    <a:pt x="2132" y="926"/>
                    <a:pt x="2183" y="960"/>
                    <a:pt x="2238" y="994"/>
                  </a:cubicBezTo>
                  <a:cubicBezTo>
                    <a:pt x="2469" y="1139"/>
                    <a:pt x="2682" y="1280"/>
                    <a:pt x="2929" y="1369"/>
                  </a:cubicBezTo>
                  <a:cubicBezTo>
                    <a:pt x="3053" y="1420"/>
                    <a:pt x="3176" y="1441"/>
                    <a:pt x="3304" y="147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5"/>
            <p:cNvSpPr/>
            <p:nvPr/>
          </p:nvSpPr>
          <p:spPr>
            <a:xfrm>
              <a:off x="4428274" y="1204417"/>
              <a:ext cx="480851" cy="384578"/>
            </a:xfrm>
            <a:custGeom>
              <a:rect b="b" l="l" r="r" t="t"/>
              <a:pathLst>
                <a:path extrusionOk="0" h="2984" w="3731">
                  <a:moveTo>
                    <a:pt x="3731" y="2255"/>
                  </a:moveTo>
                  <a:cubicBezTo>
                    <a:pt x="3641" y="2361"/>
                    <a:pt x="3552" y="2451"/>
                    <a:pt x="3462" y="2557"/>
                  </a:cubicBezTo>
                  <a:cubicBezTo>
                    <a:pt x="3372" y="2643"/>
                    <a:pt x="3266" y="2715"/>
                    <a:pt x="3198" y="2822"/>
                  </a:cubicBezTo>
                  <a:cubicBezTo>
                    <a:pt x="3074" y="2984"/>
                    <a:pt x="2912" y="2984"/>
                    <a:pt x="2754" y="2945"/>
                  </a:cubicBezTo>
                  <a:cubicBezTo>
                    <a:pt x="2435" y="2856"/>
                    <a:pt x="2132" y="2715"/>
                    <a:pt x="1847" y="2557"/>
                  </a:cubicBezTo>
                  <a:cubicBezTo>
                    <a:pt x="1616" y="2430"/>
                    <a:pt x="1403" y="2289"/>
                    <a:pt x="1173" y="2148"/>
                  </a:cubicBezTo>
                  <a:cubicBezTo>
                    <a:pt x="1118" y="2110"/>
                    <a:pt x="1067" y="2059"/>
                    <a:pt x="1011" y="2025"/>
                  </a:cubicBezTo>
                  <a:cubicBezTo>
                    <a:pt x="747" y="1773"/>
                    <a:pt x="495" y="1509"/>
                    <a:pt x="265" y="1206"/>
                  </a:cubicBezTo>
                  <a:cubicBezTo>
                    <a:pt x="197" y="1117"/>
                    <a:pt x="125" y="1027"/>
                    <a:pt x="69" y="938"/>
                  </a:cubicBezTo>
                  <a:cubicBezTo>
                    <a:pt x="18" y="852"/>
                    <a:pt x="1" y="780"/>
                    <a:pt x="52" y="673"/>
                  </a:cubicBezTo>
                  <a:cubicBezTo>
                    <a:pt x="159" y="511"/>
                    <a:pt x="248" y="337"/>
                    <a:pt x="355" y="158"/>
                  </a:cubicBezTo>
                  <a:cubicBezTo>
                    <a:pt x="372" y="107"/>
                    <a:pt x="410" y="51"/>
                    <a:pt x="444" y="0"/>
                  </a:cubicBezTo>
                  <a:cubicBezTo>
                    <a:pt x="461" y="17"/>
                    <a:pt x="478" y="17"/>
                    <a:pt x="495" y="34"/>
                  </a:cubicBezTo>
                  <a:cubicBezTo>
                    <a:pt x="623" y="264"/>
                    <a:pt x="781" y="477"/>
                    <a:pt x="960" y="673"/>
                  </a:cubicBezTo>
                  <a:cubicBezTo>
                    <a:pt x="1241" y="1010"/>
                    <a:pt x="1561" y="1296"/>
                    <a:pt x="1936" y="1526"/>
                  </a:cubicBezTo>
                  <a:cubicBezTo>
                    <a:pt x="2307" y="1756"/>
                    <a:pt x="2699" y="1952"/>
                    <a:pt x="3091" y="2110"/>
                  </a:cubicBezTo>
                  <a:cubicBezTo>
                    <a:pt x="3266" y="2182"/>
                    <a:pt x="3445" y="2216"/>
                    <a:pt x="3641" y="2238"/>
                  </a:cubicBezTo>
                  <a:cubicBezTo>
                    <a:pt x="3658" y="2255"/>
                    <a:pt x="3692" y="2255"/>
                    <a:pt x="3731" y="22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5"/>
            <p:cNvSpPr/>
            <p:nvPr/>
          </p:nvSpPr>
          <p:spPr>
            <a:xfrm>
              <a:off x="5096383" y="581415"/>
              <a:ext cx="185716" cy="188036"/>
            </a:xfrm>
            <a:custGeom>
              <a:rect b="b" l="l" r="r" t="t"/>
              <a:pathLst>
                <a:path extrusionOk="0" h="1459" w="1441">
                  <a:moveTo>
                    <a:pt x="1228" y="1173"/>
                  </a:moveTo>
                  <a:cubicBezTo>
                    <a:pt x="1155" y="1245"/>
                    <a:pt x="1087" y="1318"/>
                    <a:pt x="997" y="1352"/>
                  </a:cubicBezTo>
                  <a:cubicBezTo>
                    <a:pt x="852" y="1458"/>
                    <a:pt x="695" y="1424"/>
                    <a:pt x="533" y="1369"/>
                  </a:cubicBezTo>
                  <a:cubicBezTo>
                    <a:pt x="516" y="1369"/>
                    <a:pt x="482" y="1352"/>
                    <a:pt x="465" y="1352"/>
                  </a:cubicBezTo>
                  <a:cubicBezTo>
                    <a:pt x="269" y="1296"/>
                    <a:pt x="145" y="1156"/>
                    <a:pt x="55" y="998"/>
                  </a:cubicBezTo>
                  <a:cubicBezTo>
                    <a:pt x="0" y="908"/>
                    <a:pt x="0" y="819"/>
                    <a:pt x="21" y="729"/>
                  </a:cubicBezTo>
                  <a:cubicBezTo>
                    <a:pt x="107" y="444"/>
                    <a:pt x="269" y="231"/>
                    <a:pt x="516" y="90"/>
                  </a:cubicBezTo>
                  <a:cubicBezTo>
                    <a:pt x="678" y="0"/>
                    <a:pt x="835" y="18"/>
                    <a:pt x="980" y="107"/>
                  </a:cubicBezTo>
                  <a:cubicBezTo>
                    <a:pt x="1121" y="197"/>
                    <a:pt x="1211" y="320"/>
                    <a:pt x="1300" y="444"/>
                  </a:cubicBezTo>
                  <a:cubicBezTo>
                    <a:pt x="1424" y="589"/>
                    <a:pt x="1441" y="746"/>
                    <a:pt x="1351" y="925"/>
                  </a:cubicBezTo>
                  <a:cubicBezTo>
                    <a:pt x="1317" y="1015"/>
                    <a:pt x="1262" y="1083"/>
                    <a:pt x="1228" y="11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5"/>
            <p:cNvSpPr/>
            <p:nvPr/>
          </p:nvSpPr>
          <p:spPr>
            <a:xfrm>
              <a:off x="4185466" y="423795"/>
              <a:ext cx="1236217" cy="1350405"/>
            </a:xfrm>
            <a:custGeom>
              <a:rect b="b" l="l" r="r" t="t"/>
              <a:pathLst>
                <a:path extrusionOk="0" h="10478" w="9592">
                  <a:moveTo>
                    <a:pt x="6893" y="10477"/>
                  </a:moveTo>
                  <a:cubicBezTo>
                    <a:pt x="6770" y="10405"/>
                    <a:pt x="6680" y="10353"/>
                    <a:pt x="6574" y="10281"/>
                  </a:cubicBezTo>
                  <a:cubicBezTo>
                    <a:pt x="6467" y="10230"/>
                    <a:pt x="6377" y="10157"/>
                    <a:pt x="6271" y="10085"/>
                  </a:cubicBezTo>
                  <a:cubicBezTo>
                    <a:pt x="6075" y="9944"/>
                    <a:pt x="5879" y="9804"/>
                    <a:pt x="5683" y="9659"/>
                  </a:cubicBezTo>
                  <a:cubicBezTo>
                    <a:pt x="5542" y="9552"/>
                    <a:pt x="5401" y="9446"/>
                    <a:pt x="5256" y="9339"/>
                  </a:cubicBezTo>
                  <a:cubicBezTo>
                    <a:pt x="5171" y="9288"/>
                    <a:pt x="5082" y="9215"/>
                    <a:pt x="4992" y="9164"/>
                  </a:cubicBezTo>
                  <a:cubicBezTo>
                    <a:pt x="4975" y="9147"/>
                    <a:pt x="4937" y="9126"/>
                    <a:pt x="4903" y="9126"/>
                  </a:cubicBezTo>
                  <a:cubicBezTo>
                    <a:pt x="4673" y="9147"/>
                    <a:pt x="4442" y="9075"/>
                    <a:pt x="4229" y="8985"/>
                  </a:cubicBezTo>
                  <a:cubicBezTo>
                    <a:pt x="3978" y="8862"/>
                    <a:pt x="3731" y="8738"/>
                    <a:pt x="3500" y="8631"/>
                  </a:cubicBezTo>
                  <a:cubicBezTo>
                    <a:pt x="3411" y="8576"/>
                    <a:pt x="3321" y="8508"/>
                    <a:pt x="3232" y="8452"/>
                  </a:cubicBezTo>
                  <a:cubicBezTo>
                    <a:pt x="2985" y="8312"/>
                    <a:pt x="2772" y="8116"/>
                    <a:pt x="2575" y="7903"/>
                  </a:cubicBezTo>
                  <a:cubicBezTo>
                    <a:pt x="2401" y="7724"/>
                    <a:pt x="2239" y="7549"/>
                    <a:pt x="2098" y="7370"/>
                  </a:cubicBezTo>
                  <a:cubicBezTo>
                    <a:pt x="1992" y="7246"/>
                    <a:pt x="1902" y="7123"/>
                    <a:pt x="1812" y="6995"/>
                  </a:cubicBezTo>
                  <a:lnTo>
                    <a:pt x="1812" y="6978"/>
                  </a:lnTo>
                  <a:cubicBezTo>
                    <a:pt x="1761" y="6820"/>
                    <a:pt x="1633" y="6748"/>
                    <a:pt x="1510" y="6658"/>
                  </a:cubicBezTo>
                  <a:cubicBezTo>
                    <a:pt x="1314" y="6534"/>
                    <a:pt x="1122" y="6411"/>
                    <a:pt x="926" y="6270"/>
                  </a:cubicBezTo>
                  <a:cubicBezTo>
                    <a:pt x="764" y="6142"/>
                    <a:pt x="623" y="6036"/>
                    <a:pt x="461" y="5912"/>
                  </a:cubicBezTo>
                  <a:cubicBezTo>
                    <a:pt x="321" y="5806"/>
                    <a:pt x="197" y="5716"/>
                    <a:pt x="56" y="5609"/>
                  </a:cubicBezTo>
                  <a:cubicBezTo>
                    <a:pt x="1" y="5558"/>
                    <a:pt x="1" y="5524"/>
                    <a:pt x="56" y="5469"/>
                  </a:cubicBezTo>
                  <a:cubicBezTo>
                    <a:pt x="125" y="5379"/>
                    <a:pt x="197" y="5290"/>
                    <a:pt x="270" y="5183"/>
                  </a:cubicBezTo>
                  <a:cubicBezTo>
                    <a:pt x="338" y="5115"/>
                    <a:pt x="393" y="5026"/>
                    <a:pt x="444" y="4936"/>
                  </a:cubicBezTo>
                  <a:cubicBezTo>
                    <a:pt x="568" y="4757"/>
                    <a:pt x="696" y="4582"/>
                    <a:pt x="819" y="4403"/>
                  </a:cubicBezTo>
                  <a:cubicBezTo>
                    <a:pt x="836" y="4369"/>
                    <a:pt x="853" y="4352"/>
                    <a:pt x="870" y="4331"/>
                  </a:cubicBezTo>
                  <a:cubicBezTo>
                    <a:pt x="1050" y="4263"/>
                    <a:pt x="1207" y="4190"/>
                    <a:pt x="1386" y="4118"/>
                  </a:cubicBezTo>
                  <a:cubicBezTo>
                    <a:pt x="1582" y="4032"/>
                    <a:pt x="1795" y="3960"/>
                    <a:pt x="1992" y="3870"/>
                  </a:cubicBezTo>
                  <a:cubicBezTo>
                    <a:pt x="2060" y="3853"/>
                    <a:pt x="2115" y="3819"/>
                    <a:pt x="2188" y="3798"/>
                  </a:cubicBezTo>
                  <a:cubicBezTo>
                    <a:pt x="2362" y="3713"/>
                    <a:pt x="2541" y="3640"/>
                    <a:pt x="2720" y="3551"/>
                  </a:cubicBezTo>
                  <a:cubicBezTo>
                    <a:pt x="2789" y="3517"/>
                    <a:pt x="2861" y="3500"/>
                    <a:pt x="2933" y="3461"/>
                  </a:cubicBezTo>
                  <a:cubicBezTo>
                    <a:pt x="3360" y="3286"/>
                    <a:pt x="3765" y="3107"/>
                    <a:pt x="4191" y="2911"/>
                  </a:cubicBezTo>
                  <a:cubicBezTo>
                    <a:pt x="4459" y="2805"/>
                    <a:pt x="4724" y="2681"/>
                    <a:pt x="4992" y="2541"/>
                  </a:cubicBezTo>
                  <a:cubicBezTo>
                    <a:pt x="5278" y="2413"/>
                    <a:pt x="5542" y="2272"/>
                    <a:pt x="5828" y="2131"/>
                  </a:cubicBezTo>
                  <a:cubicBezTo>
                    <a:pt x="5862" y="2114"/>
                    <a:pt x="5879" y="2093"/>
                    <a:pt x="5896" y="2059"/>
                  </a:cubicBezTo>
                  <a:cubicBezTo>
                    <a:pt x="6130" y="1773"/>
                    <a:pt x="6343" y="1475"/>
                    <a:pt x="6574" y="1189"/>
                  </a:cubicBezTo>
                  <a:cubicBezTo>
                    <a:pt x="6663" y="1083"/>
                    <a:pt x="6787" y="993"/>
                    <a:pt x="6876" y="870"/>
                  </a:cubicBezTo>
                  <a:cubicBezTo>
                    <a:pt x="6961" y="746"/>
                    <a:pt x="7068" y="640"/>
                    <a:pt x="7175" y="533"/>
                  </a:cubicBezTo>
                  <a:cubicBezTo>
                    <a:pt x="7337" y="409"/>
                    <a:pt x="7516" y="303"/>
                    <a:pt x="7690" y="213"/>
                  </a:cubicBezTo>
                  <a:cubicBezTo>
                    <a:pt x="7797" y="158"/>
                    <a:pt x="7886" y="107"/>
                    <a:pt x="7993" y="68"/>
                  </a:cubicBezTo>
                  <a:cubicBezTo>
                    <a:pt x="8099" y="34"/>
                    <a:pt x="8223" y="34"/>
                    <a:pt x="8330" y="17"/>
                  </a:cubicBezTo>
                  <a:cubicBezTo>
                    <a:pt x="8385" y="17"/>
                    <a:pt x="8419" y="0"/>
                    <a:pt x="8475" y="0"/>
                  </a:cubicBezTo>
                  <a:lnTo>
                    <a:pt x="8543" y="0"/>
                  </a:lnTo>
                  <a:cubicBezTo>
                    <a:pt x="8722" y="51"/>
                    <a:pt x="8901" y="90"/>
                    <a:pt x="9059" y="213"/>
                  </a:cubicBezTo>
                  <a:cubicBezTo>
                    <a:pt x="9272" y="388"/>
                    <a:pt x="9434" y="601"/>
                    <a:pt x="9519" y="887"/>
                  </a:cubicBezTo>
                  <a:cubicBezTo>
                    <a:pt x="9591" y="1083"/>
                    <a:pt x="9557" y="1279"/>
                    <a:pt x="9519" y="1475"/>
                  </a:cubicBezTo>
                  <a:cubicBezTo>
                    <a:pt x="9468" y="1812"/>
                    <a:pt x="9306" y="2076"/>
                    <a:pt x="9148" y="2379"/>
                  </a:cubicBezTo>
                  <a:cubicBezTo>
                    <a:pt x="9059" y="2541"/>
                    <a:pt x="8969" y="2698"/>
                    <a:pt x="8845" y="2839"/>
                  </a:cubicBezTo>
                  <a:cubicBezTo>
                    <a:pt x="8722" y="3035"/>
                    <a:pt x="8581" y="3214"/>
                    <a:pt x="8453" y="3410"/>
                  </a:cubicBezTo>
                  <a:cubicBezTo>
                    <a:pt x="8419" y="3461"/>
                    <a:pt x="8385" y="3534"/>
                    <a:pt x="8347" y="3585"/>
                  </a:cubicBezTo>
                  <a:cubicBezTo>
                    <a:pt x="8296" y="3691"/>
                    <a:pt x="8296" y="3798"/>
                    <a:pt x="8279" y="3905"/>
                  </a:cubicBezTo>
                  <a:cubicBezTo>
                    <a:pt x="8261" y="4101"/>
                    <a:pt x="8240" y="4280"/>
                    <a:pt x="8206" y="4476"/>
                  </a:cubicBezTo>
                  <a:cubicBezTo>
                    <a:pt x="8189" y="4672"/>
                    <a:pt x="8155" y="4864"/>
                    <a:pt x="8134" y="5060"/>
                  </a:cubicBezTo>
                  <a:cubicBezTo>
                    <a:pt x="8099" y="5290"/>
                    <a:pt x="8082" y="5541"/>
                    <a:pt x="8048" y="5788"/>
                  </a:cubicBezTo>
                  <a:cubicBezTo>
                    <a:pt x="8010" y="6215"/>
                    <a:pt x="7959" y="6641"/>
                    <a:pt x="7942" y="7084"/>
                  </a:cubicBezTo>
                  <a:cubicBezTo>
                    <a:pt x="7942" y="7387"/>
                    <a:pt x="7903" y="7690"/>
                    <a:pt x="7886" y="7992"/>
                  </a:cubicBezTo>
                  <a:cubicBezTo>
                    <a:pt x="7869" y="8205"/>
                    <a:pt x="7835" y="8418"/>
                    <a:pt x="7814" y="8631"/>
                  </a:cubicBezTo>
                  <a:cubicBezTo>
                    <a:pt x="7814" y="8806"/>
                    <a:pt x="7797" y="8985"/>
                    <a:pt x="7780" y="9147"/>
                  </a:cubicBezTo>
                  <a:cubicBezTo>
                    <a:pt x="7780" y="9198"/>
                    <a:pt x="7763" y="9232"/>
                    <a:pt x="7746" y="9271"/>
                  </a:cubicBezTo>
                  <a:cubicBezTo>
                    <a:pt x="7567" y="9535"/>
                    <a:pt x="7371" y="9804"/>
                    <a:pt x="7196" y="10068"/>
                  </a:cubicBezTo>
                  <a:cubicBezTo>
                    <a:pt x="7123" y="10157"/>
                    <a:pt x="7051" y="10264"/>
                    <a:pt x="6983" y="10371"/>
                  </a:cubicBezTo>
                  <a:cubicBezTo>
                    <a:pt x="6961" y="10405"/>
                    <a:pt x="6927" y="10443"/>
                    <a:pt x="6893" y="10477"/>
                  </a:cubicBezTo>
                  <a:close/>
                  <a:moveTo>
                    <a:pt x="4617" y="6321"/>
                  </a:moveTo>
                  <a:cubicBezTo>
                    <a:pt x="4852" y="6462"/>
                    <a:pt x="5065" y="6607"/>
                    <a:pt x="5312" y="6713"/>
                  </a:cubicBezTo>
                  <a:cubicBezTo>
                    <a:pt x="5436" y="6765"/>
                    <a:pt x="5559" y="6782"/>
                    <a:pt x="5666" y="6820"/>
                  </a:cubicBezTo>
                  <a:cubicBezTo>
                    <a:pt x="5704" y="6820"/>
                    <a:pt x="5755" y="6820"/>
                    <a:pt x="5789" y="6782"/>
                  </a:cubicBezTo>
                  <a:cubicBezTo>
                    <a:pt x="5845" y="6730"/>
                    <a:pt x="5896" y="6658"/>
                    <a:pt x="5968" y="6607"/>
                  </a:cubicBezTo>
                  <a:cubicBezTo>
                    <a:pt x="6002" y="6551"/>
                    <a:pt x="6041" y="6500"/>
                    <a:pt x="6075" y="6462"/>
                  </a:cubicBezTo>
                  <a:cubicBezTo>
                    <a:pt x="6092" y="6445"/>
                    <a:pt x="6109" y="6445"/>
                    <a:pt x="6130" y="6428"/>
                  </a:cubicBezTo>
                  <a:cubicBezTo>
                    <a:pt x="6237" y="6270"/>
                    <a:pt x="6360" y="6108"/>
                    <a:pt x="6467" y="5950"/>
                  </a:cubicBezTo>
                  <a:cubicBezTo>
                    <a:pt x="6591" y="5788"/>
                    <a:pt x="6697" y="5609"/>
                    <a:pt x="6855" y="5486"/>
                  </a:cubicBezTo>
                  <a:cubicBezTo>
                    <a:pt x="6876" y="5469"/>
                    <a:pt x="6893" y="5435"/>
                    <a:pt x="6910" y="5396"/>
                  </a:cubicBezTo>
                  <a:cubicBezTo>
                    <a:pt x="6927" y="5379"/>
                    <a:pt x="6927" y="5345"/>
                    <a:pt x="6961" y="5328"/>
                  </a:cubicBezTo>
                  <a:cubicBezTo>
                    <a:pt x="7123" y="5183"/>
                    <a:pt x="7213" y="5008"/>
                    <a:pt x="7354" y="4846"/>
                  </a:cubicBezTo>
                  <a:cubicBezTo>
                    <a:pt x="7409" y="4757"/>
                    <a:pt x="7460" y="4672"/>
                    <a:pt x="7516" y="4599"/>
                  </a:cubicBezTo>
                  <a:cubicBezTo>
                    <a:pt x="7622" y="4437"/>
                    <a:pt x="7746" y="4297"/>
                    <a:pt x="7852" y="4156"/>
                  </a:cubicBezTo>
                  <a:cubicBezTo>
                    <a:pt x="7976" y="3977"/>
                    <a:pt x="8099" y="3781"/>
                    <a:pt x="8223" y="3606"/>
                  </a:cubicBezTo>
                  <a:cubicBezTo>
                    <a:pt x="8261" y="3534"/>
                    <a:pt x="8313" y="3461"/>
                    <a:pt x="8347" y="3410"/>
                  </a:cubicBezTo>
                  <a:cubicBezTo>
                    <a:pt x="8402" y="3304"/>
                    <a:pt x="8453" y="3197"/>
                    <a:pt x="8526" y="3107"/>
                  </a:cubicBezTo>
                  <a:cubicBezTo>
                    <a:pt x="8705" y="2860"/>
                    <a:pt x="8901" y="2626"/>
                    <a:pt x="9041" y="2344"/>
                  </a:cubicBezTo>
                  <a:cubicBezTo>
                    <a:pt x="9076" y="2255"/>
                    <a:pt x="9114" y="2183"/>
                    <a:pt x="9165" y="2093"/>
                  </a:cubicBezTo>
                  <a:cubicBezTo>
                    <a:pt x="9272" y="1918"/>
                    <a:pt x="9361" y="1705"/>
                    <a:pt x="9412" y="1492"/>
                  </a:cubicBezTo>
                  <a:cubicBezTo>
                    <a:pt x="9434" y="1368"/>
                    <a:pt x="9468" y="1241"/>
                    <a:pt x="9451" y="1117"/>
                  </a:cubicBezTo>
                  <a:cubicBezTo>
                    <a:pt x="9412" y="887"/>
                    <a:pt x="9327" y="674"/>
                    <a:pt x="9165" y="495"/>
                  </a:cubicBezTo>
                  <a:cubicBezTo>
                    <a:pt x="8986" y="281"/>
                    <a:pt x="8773" y="158"/>
                    <a:pt x="8509" y="124"/>
                  </a:cubicBezTo>
                  <a:cubicBezTo>
                    <a:pt x="8436" y="107"/>
                    <a:pt x="8368" y="124"/>
                    <a:pt x="8296" y="124"/>
                  </a:cubicBezTo>
                  <a:cubicBezTo>
                    <a:pt x="8206" y="141"/>
                    <a:pt x="8099" y="158"/>
                    <a:pt x="8010" y="196"/>
                  </a:cubicBezTo>
                  <a:cubicBezTo>
                    <a:pt x="7601" y="337"/>
                    <a:pt x="7264" y="567"/>
                    <a:pt x="6983" y="904"/>
                  </a:cubicBezTo>
                  <a:cubicBezTo>
                    <a:pt x="6910" y="976"/>
                    <a:pt x="6838" y="1066"/>
                    <a:pt x="6770" y="1134"/>
                  </a:cubicBezTo>
                  <a:cubicBezTo>
                    <a:pt x="6642" y="1279"/>
                    <a:pt x="6535" y="1403"/>
                    <a:pt x="6412" y="1543"/>
                  </a:cubicBezTo>
                  <a:cubicBezTo>
                    <a:pt x="6305" y="1688"/>
                    <a:pt x="6216" y="1829"/>
                    <a:pt x="6130" y="1952"/>
                  </a:cubicBezTo>
                  <a:cubicBezTo>
                    <a:pt x="6058" y="2059"/>
                    <a:pt x="5985" y="2148"/>
                    <a:pt x="5917" y="2238"/>
                  </a:cubicBezTo>
                  <a:cubicBezTo>
                    <a:pt x="5828" y="2362"/>
                    <a:pt x="5755" y="2468"/>
                    <a:pt x="5666" y="2592"/>
                  </a:cubicBezTo>
                  <a:cubicBezTo>
                    <a:pt x="5525" y="2788"/>
                    <a:pt x="5346" y="3001"/>
                    <a:pt x="5205" y="3214"/>
                  </a:cubicBezTo>
                  <a:cubicBezTo>
                    <a:pt x="5099" y="3372"/>
                    <a:pt x="4992" y="3517"/>
                    <a:pt x="4886" y="3674"/>
                  </a:cubicBezTo>
                  <a:cubicBezTo>
                    <a:pt x="4830" y="3747"/>
                    <a:pt x="4779" y="3819"/>
                    <a:pt x="4724" y="3887"/>
                  </a:cubicBezTo>
                  <a:cubicBezTo>
                    <a:pt x="4617" y="4049"/>
                    <a:pt x="4511" y="4207"/>
                    <a:pt x="4387" y="4369"/>
                  </a:cubicBezTo>
                  <a:cubicBezTo>
                    <a:pt x="4297" y="4510"/>
                    <a:pt x="4174" y="4650"/>
                    <a:pt x="4067" y="4795"/>
                  </a:cubicBezTo>
                  <a:cubicBezTo>
                    <a:pt x="3978" y="4953"/>
                    <a:pt x="3893" y="5098"/>
                    <a:pt x="3786" y="5239"/>
                  </a:cubicBezTo>
                  <a:cubicBezTo>
                    <a:pt x="3765" y="5290"/>
                    <a:pt x="3731" y="5328"/>
                    <a:pt x="3696" y="5379"/>
                  </a:cubicBezTo>
                  <a:cubicBezTo>
                    <a:pt x="3679" y="5418"/>
                    <a:pt x="3679" y="5452"/>
                    <a:pt x="3696" y="5469"/>
                  </a:cubicBezTo>
                  <a:cubicBezTo>
                    <a:pt x="3748" y="5541"/>
                    <a:pt x="3803" y="5609"/>
                    <a:pt x="3854" y="5665"/>
                  </a:cubicBezTo>
                  <a:cubicBezTo>
                    <a:pt x="4033" y="5844"/>
                    <a:pt x="4229" y="6002"/>
                    <a:pt x="4425" y="6181"/>
                  </a:cubicBezTo>
                  <a:moveTo>
                    <a:pt x="6855" y="10353"/>
                  </a:moveTo>
                  <a:cubicBezTo>
                    <a:pt x="6893" y="10298"/>
                    <a:pt x="6927" y="10281"/>
                    <a:pt x="6944" y="10247"/>
                  </a:cubicBezTo>
                  <a:cubicBezTo>
                    <a:pt x="7017" y="10140"/>
                    <a:pt x="7068" y="10051"/>
                    <a:pt x="7140" y="9961"/>
                  </a:cubicBezTo>
                  <a:cubicBezTo>
                    <a:pt x="7302" y="9731"/>
                    <a:pt x="7477" y="9484"/>
                    <a:pt x="7639" y="9254"/>
                  </a:cubicBezTo>
                  <a:cubicBezTo>
                    <a:pt x="7656" y="9215"/>
                    <a:pt x="7673" y="9198"/>
                    <a:pt x="7673" y="9164"/>
                  </a:cubicBezTo>
                  <a:cubicBezTo>
                    <a:pt x="7690" y="9002"/>
                    <a:pt x="7690" y="8828"/>
                    <a:pt x="7729" y="8649"/>
                  </a:cubicBezTo>
                  <a:cubicBezTo>
                    <a:pt x="7746" y="8487"/>
                    <a:pt x="7763" y="8312"/>
                    <a:pt x="7763" y="8150"/>
                  </a:cubicBezTo>
                  <a:cubicBezTo>
                    <a:pt x="7780" y="8009"/>
                    <a:pt x="7797" y="7847"/>
                    <a:pt x="7797" y="7707"/>
                  </a:cubicBezTo>
                  <a:cubicBezTo>
                    <a:pt x="7797" y="7600"/>
                    <a:pt x="7797" y="7493"/>
                    <a:pt x="7814" y="7404"/>
                  </a:cubicBezTo>
                  <a:cubicBezTo>
                    <a:pt x="7835" y="7229"/>
                    <a:pt x="7852" y="7050"/>
                    <a:pt x="7852" y="6871"/>
                  </a:cubicBezTo>
                  <a:cubicBezTo>
                    <a:pt x="7869" y="6696"/>
                    <a:pt x="7869" y="6517"/>
                    <a:pt x="7903" y="6355"/>
                  </a:cubicBezTo>
                  <a:lnTo>
                    <a:pt x="7903" y="6249"/>
                  </a:lnTo>
                  <a:cubicBezTo>
                    <a:pt x="7920" y="6125"/>
                    <a:pt x="7920" y="6002"/>
                    <a:pt x="7942" y="5895"/>
                  </a:cubicBezTo>
                  <a:cubicBezTo>
                    <a:pt x="7959" y="5699"/>
                    <a:pt x="7976" y="5524"/>
                    <a:pt x="7993" y="5345"/>
                  </a:cubicBezTo>
                  <a:cubicBezTo>
                    <a:pt x="8010" y="5166"/>
                    <a:pt x="8027" y="4991"/>
                    <a:pt x="8048" y="4812"/>
                  </a:cubicBezTo>
                  <a:cubicBezTo>
                    <a:pt x="8082" y="4565"/>
                    <a:pt x="8117" y="4331"/>
                    <a:pt x="8155" y="4101"/>
                  </a:cubicBezTo>
                  <a:cubicBezTo>
                    <a:pt x="8172" y="4032"/>
                    <a:pt x="8172" y="3960"/>
                    <a:pt x="8155" y="3870"/>
                  </a:cubicBezTo>
                  <a:cubicBezTo>
                    <a:pt x="8134" y="3905"/>
                    <a:pt x="8117" y="3926"/>
                    <a:pt x="8099" y="3960"/>
                  </a:cubicBezTo>
                  <a:cubicBezTo>
                    <a:pt x="7959" y="4156"/>
                    <a:pt x="7814" y="4369"/>
                    <a:pt x="7673" y="4565"/>
                  </a:cubicBezTo>
                  <a:cubicBezTo>
                    <a:pt x="7584" y="4689"/>
                    <a:pt x="7494" y="4812"/>
                    <a:pt x="7409" y="4936"/>
                  </a:cubicBezTo>
                  <a:cubicBezTo>
                    <a:pt x="7319" y="5043"/>
                    <a:pt x="7230" y="5166"/>
                    <a:pt x="7140" y="5290"/>
                  </a:cubicBezTo>
                  <a:cubicBezTo>
                    <a:pt x="7034" y="5418"/>
                    <a:pt x="6910" y="5541"/>
                    <a:pt x="6804" y="5665"/>
                  </a:cubicBezTo>
                  <a:cubicBezTo>
                    <a:pt x="6697" y="5806"/>
                    <a:pt x="6574" y="5950"/>
                    <a:pt x="6467" y="6108"/>
                  </a:cubicBezTo>
                  <a:cubicBezTo>
                    <a:pt x="6377" y="6215"/>
                    <a:pt x="6305" y="6321"/>
                    <a:pt x="6237" y="6428"/>
                  </a:cubicBezTo>
                  <a:cubicBezTo>
                    <a:pt x="6198" y="6483"/>
                    <a:pt x="6147" y="6517"/>
                    <a:pt x="6109" y="6568"/>
                  </a:cubicBezTo>
                  <a:cubicBezTo>
                    <a:pt x="6041" y="6658"/>
                    <a:pt x="5968" y="6748"/>
                    <a:pt x="5896" y="6837"/>
                  </a:cubicBezTo>
                  <a:cubicBezTo>
                    <a:pt x="5845" y="6888"/>
                    <a:pt x="5845" y="6961"/>
                    <a:pt x="5845" y="7033"/>
                  </a:cubicBezTo>
                  <a:cubicBezTo>
                    <a:pt x="5862" y="7421"/>
                    <a:pt x="5862" y="7813"/>
                    <a:pt x="5811" y="8188"/>
                  </a:cubicBezTo>
                  <a:cubicBezTo>
                    <a:pt x="5811" y="8222"/>
                    <a:pt x="5811" y="8256"/>
                    <a:pt x="5789" y="8273"/>
                  </a:cubicBezTo>
                  <a:cubicBezTo>
                    <a:pt x="5704" y="8380"/>
                    <a:pt x="5615" y="8508"/>
                    <a:pt x="5525" y="8614"/>
                  </a:cubicBezTo>
                  <a:cubicBezTo>
                    <a:pt x="5384" y="8755"/>
                    <a:pt x="5222" y="8896"/>
                    <a:pt x="5082" y="9041"/>
                  </a:cubicBezTo>
                  <a:cubicBezTo>
                    <a:pt x="5065" y="9041"/>
                    <a:pt x="5065" y="9058"/>
                    <a:pt x="5043" y="9092"/>
                  </a:cubicBezTo>
                  <a:cubicBezTo>
                    <a:pt x="5082" y="9109"/>
                    <a:pt x="5116" y="9126"/>
                    <a:pt x="5150" y="9147"/>
                  </a:cubicBezTo>
                  <a:cubicBezTo>
                    <a:pt x="5278" y="9215"/>
                    <a:pt x="5384" y="9305"/>
                    <a:pt x="5508" y="9377"/>
                  </a:cubicBezTo>
                  <a:cubicBezTo>
                    <a:pt x="5632" y="9484"/>
                    <a:pt x="5755" y="9591"/>
                    <a:pt x="5896" y="9697"/>
                  </a:cubicBezTo>
                  <a:cubicBezTo>
                    <a:pt x="5951" y="9748"/>
                    <a:pt x="6024" y="9787"/>
                    <a:pt x="6075" y="9838"/>
                  </a:cubicBezTo>
                  <a:cubicBezTo>
                    <a:pt x="6237" y="9944"/>
                    <a:pt x="6395" y="10051"/>
                    <a:pt x="6535" y="10140"/>
                  </a:cubicBezTo>
                  <a:cubicBezTo>
                    <a:pt x="6642" y="10213"/>
                    <a:pt x="6748" y="10281"/>
                    <a:pt x="6855" y="10353"/>
                  </a:cubicBezTo>
                  <a:close/>
                  <a:moveTo>
                    <a:pt x="1795" y="6730"/>
                  </a:moveTo>
                  <a:cubicBezTo>
                    <a:pt x="1812" y="6696"/>
                    <a:pt x="1830" y="6658"/>
                    <a:pt x="1830" y="6624"/>
                  </a:cubicBezTo>
                  <a:cubicBezTo>
                    <a:pt x="1919" y="6500"/>
                    <a:pt x="1992" y="6377"/>
                    <a:pt x="2060" y="6249"/>
                  </a:cubicBezTo>
                  <a:cubicBezTo>
                    <a:pt x="2149" y="6108"/>
                    <a:pt x="2256" y="5985"/>
                    <a:pt x="2311" y="5823"/>
                  </a:cubicBezTo>
                  <a:cubicBezTo>
                    <a:pt x="2311" y="5788"/>
                    <a:pt x="2345" y="5771"/>
                    <a:pt x="2362" y="5754"/>
                  </a:cubicBezTo>
                  <a:cubicBezTo>
                    <a:pt x="2558" y="5682"/>
                    <a:pt x="2772" y="5609"/>
                    <a:pt x="2968" y="5541"/>
                  </a:cubicBezTo>
                  <a:cubicBezTo>
                    <a:pt x="3147" y="5486"/>
                    <a:pt x="3338" y="5418"/>
                    <a:pt x="3534" y="5362"/>
                  </a:cubicBezTo>
                  <a:cubicBezTo>
                    <a:pt x="3573" y="5345"/>
                    <a:pt x="3607" y="5311"/>
                    <a:pt x="3624" y="5273"/>
                  </a:cubicBezTo>
                  <a:cubicBezTo>
                    <a:pt x="3731" y="5132"/>
                    <a:pt x="3820" y="4991"/>
                    <a:pt x="3927" y="4846"/>
                  </a:cubicBezTo>
                  <a:cubicBezTo>
                    <a:pt x="4106" y="4599"/>
                    <a:pt x="4263" y="4352"/>
                    <a:pt x="4442" y="4101"/>
                  </a:cubicBezTo>
                  <a:cubicBezTo>
                    <a:pt x="4655" y="3798"/>
                    <a:pt x="4886" y="3517"/>
                    <a:pt x="5065" y="3214"/>
                  </a:cubicBezTo>
                  <a:cubicBezTo>
                    <a:pt x="5205" y="3018"/>
                    <a:pt x="5363" y="2822"/>
                    <a:pt x="5508" y="2626"/>
                  </a:cubicBezTo>
                  <a:cubicBezTo>
                    <a:pt x="5525" y="2609"/>
                    <a:pt x="5542" y="2592"/>
                    <a:pt x="5542" y="2575"/>
                  </a:cubicBezTo>
                  <a:cubicBezTo>
                    <a:pt x="5615" y="2485"/>
                    <a:pt x="5683" y="2413"/>
                    <a:pt x="5738" y="2306"/>
                  </a:cubicBezTo>
                  <a:cubicBezTo>
                    <a:pt x="5597" y="2362"/>
                    <a:pt x="5491" y="2413"/>
                    <a:pt x="5384" y="2468"/>
                  </a:cubicBezTo>
                  <a:cubicBezTo>
                    <a:pt x="5222" y="2541"/>
                    <a:pt x="5065" y="2626"/>
                    <a:pt x="4903" y="2698"/>
                  </a:cubicBezTo>
                  <a:cubicBezTo>
                    <a:pt x="4852" y="2715"/>
                    <a:pt x="4796" y="2715"/>
                    <a:pt x="4762" y="2732"/>
                  </a:cubicBezTo>
                  <a:cubicBezTo>
                    <a:pt x="4600" y="2805"/>
                    <a:pt x="4476" y="2894"/>
                    <a:pt x="4319" y="2945"/>
                  </a:cubicBezTo>
                  <a:cubicBezTo>
                    <a:pt x="3893" y="3142"/>
                    <a:pt x="3466" y="3338"/>
                    <a:pt x="3019" y="3500"/>
                  </a:cubicBezTo>
                  <a:cubicBezTo>
                    <a:pt x="2665" y="3640"/>
                    <a:pt x="2328" y="3798"/>
                    <a:pt x="1992" y="3960"/>
                  </a:cubicBezTo>
                  <a:cubicBezTo>
                    <a:pt x="1795" y="4032"/>
                    <a:pt x="1599" y="4118"/>
                    <a:pt x="1420" y="4207"/>
                  </a:cubicBezTo>
                  <a:cubicBezTo>
                    <a:pt x="1280" y="4263"/>
                    <a:pt x="1139" y="4352"/>
                    <a:pt x="994" y="4403"/>
                  </a:cubicBezTo>
                  <a:cubicBezTo>
                    <a:pt x="943" y="4437"/>
                    <a:pt x="888" y="4476"/>
                    <a:pt x="853" y="4527"/>
                  </a:cubicBezTo>
                  <a:cubicBezTo>
                    <a:pt x="696" y="4740"/>
                    <a:pt x="551" y="4953"/>
                    <a:pt x="410" y="5166"/>
                  </a:cubicBezTo>
                  <a:cubicBezTo>
                    <a:pt x="321" y="5273"/>
                    <a:pt x="248" y="5379"/>
                    <a:pt x="163" y="5486"/>
                  </a:cubicBezTo>
                  <a:cubicBezTo>
                    <a:pt x="163" y="5503"/>
                    <a:pt x="163" y="5524"/>
                    <a:pt x="142" y="5558"/>
                  </a:cubicBezTo>
                  <a:cubicBezTo>
                    <a:pt x="674" y="5950"/>
                    <a:pt x="1190" y="6377"/>
                    <a:pt x="1795" y="6730"/>
                  </a:cubicBezTo>
                  <a:close/>
                  <a:moveTo>
                    <a:pt x="5704" y="6944"/>
                  </a:moveTo>
                  <a:cubicBezTo>
                    <a:pt x="5576" y="6909"/>
                    <a:pt x="5453" y="6888"/>
                    <a:pt x="5329" y="6837"/>
                  </a:cubicBezTo>
                  <a:cubicBezTo>
                    <a:pt x="5082" y="6748"/>
                    <a:pt x="4869" y="6607"/>
                    <a:pt x="4638" y="6462"/>
                  </a:cubicBezTo>
                  <a:cubicBezTo>
                    <a:pt x="4583" y="6428"/>
                    <a:pt x="4532" y="6394"/>
                    <a:pt x="4476" y="6355"/>
                  </a:cubicBezTo>
                  <a:cubicBezTo>
                    <a:pt x="4280" y="6198"/>
                    <a:pt x="4106" y="6036"/>
                    <a:pt x="3927" y="5878"/>
                  </a:cubicBezTo>
                  <a:cubicBezTo>
                    <a:pt x="3803" y="5754"/>
                    <a:pt x="3658" y="5631"/>
                    <a:pt x="3573" y="5469"/>
                  </a:cubicBezTo>
                  <a:cubicBezTo>
                    <a:pt x="3181" y="5592"/>
                    <a:pt x="2789" y="5716"/>
                    <a:pt x="2401" y="5878"/>
                  </a:cubicBezTo>
                  <a:cubicBezTo>
                    <a:pt x="2435" y="5950"/>
                    <a:pt x="2452" y="6019"/>
                    <a:pt x="2486" y="6074"/>
                  </a:cubicBezTo>
                  <a:cubicBezTo>
                    <a:pt x="2558" y="6181"/>
                    <a:pt x="2614" y="6270"/>
                    <a:pt x="2682" y="6377"/>
                  </a:cubicBezTo>
                  <a:cubicBezTo>
                    <a:pt x="2772" y="6483"/>
                    <a:pt x="2861" y="6607"/>
                    <a:pt x="2951" y="6713"/>
                  </a:cubicBezTo>
                  <a:cubicBezTo>
                    <a:pt x="3108" y="6888"/>
                    <a:pt x="3287" y="7050"/>
                    <a:pt x="3445" y="7191"/>
                  </a:cubicBezTo>
                  <a:cubicBezTo>
                    <a:pt x="3679" y="7387"/>
                    <a:pt x="3910" y="7528"/>
                    <a:pt x="4157" y="7672"/>
                  </a:cubicBezTo>
                  <a:cubicBezTo>
                    <a:pt x="4336" y="7762"/>
                    <a:pt x="4511" y="7830"/>
                    <a:pt x="4690" y="7920"/>
                  </a:cubicBezTo>
                  <a:cubicBezTo>
                    <a:pt x="4958" y="8060"/>
                    <a:pt x="5256" y="8167"/>
                    <a:pt x="5576" y="8188"/>
                  </a:cubicBezTo>
                  <a:lnTo>
                    <a:pt x="5666" y="8188"/>
                  </a:lnTo>
                  <a:cubicBezTo>
                    <a:pt x="5738" y="8026"/>
                    <a:pt x="5738" y="7246"/>
                    <a:pt x="5704" y="6944"/>
                  </a:cubicBezTo>
                  <a:close/>
                  <a:moveTo>
                    <a:pt x="5615" y="8312"/>
                  </a:moveTo>
                  <a:cubicBezTo>
                    <a:pt x="5576" y="8312"/>
                    <a:pt x="5542" y="8312"/>
                    <a:pt x="5525" y="8295"/>
                  </a:cubicBezTo>
                  <a:cubicBezTo>
                    <a:pt x="5329" y="8273"/>
                    <a:pt x="5150" y="8239"/>
                    <a:pt x="4975" y="8167"/>
                  </a:cubicBezTo>
                  <a:cubicBezTo>
                    <a:pt x="4583" y="8009"/>
                    <a:pt x="4191" y="7813"/>
                    <a:pt x="3820" y="7583"/>
                  </a:cubicBezTo>
                  <a:cubicBezTo>
                    <a:pt x="3445" y="7353"/>
                    <a:pt x="3125" y="7067"/>
                    <a:pt x="2844" y="6730"/>
                  </a:cubicBezTo>
                  <a:cubicBezTo>
                    <a:pt x="2665" y="6534"/>
                    <a:pt x="2507" y="6321"/>
                    <a:pt x="2379" y="6091"/>
                  </a:cubicBezTo>
                  <a:cubicBezTo>
                    <a:pt x="2362" y="6074"/>
                    <a:pt x="2345" y="6074"/>
                    <a:pt x="2328" y="6057"/>
                  </a:cubicBezTo>
                  <a:cubicBezTo>
                    <a:pt x="2294" y="6108"/>
                    <a:pt x="2256" y="6164"/>
                    <a:pt x="2239" y="6215"/>
                  </a:cubicBezTo>
                  <a:cubicBezTo>
                    <a:pt x="2132" y="6394"/>
                    <a:pt x="2043" y="6568"/>
                    <a:pt x="1936" y="6730"/>
                  </a:cubicBezTo>
                  <a:cubicBezTo>
                    <a:pt x="1885" y="6837"/>
                    <a:pt x="1902" y="6909"/>
                    <a:pt x="1953" y="6995"/>
                  </a:cubicBezTo>
                  <a:cubicBezTo>
                    <a:pt x="2009" y="7084"/>
                    <a:pt x="2081" y="7174"/>
                    <a:pt x="2149" y="7263"/>
                  </a:cubicBezTo>
                  <a:cubicBezTo>
                    <a:pt x="2379" y="7566"/>
                    <a:pt x="2631" y="7830"/>
                    <a:pt x="2895" y="8082"/>
                  </a:cubicBezTo>
                  <a:cubicBezTo>
                    <a:pt x="2951" y="8116"/>
                    <a:pt x="3002" y="8167"/>
                    <a:pt x="3057" y="8205"/>
                  </a:cubicBezTo>
                  <a:cubicBezTo>
                    <a:pt x="3287" y="8346"/>
                    <a:pt x="3500" y="8487"/>
                    <a:pt x="3731" y="8614"/>
                  </a:cubicBezTo>
                  <a:cubicBezTo>
                    <a:pt x="4016" y="8772"/>
                    <a:pt x="4319" y="8913"/>
                    <a:pt x="4638" y="9002"/>
                  </a:cubicBezTo>
                  <a:cubicBezTo>
                    <a:pt x="4796" y="9041"/>
                    <a:pt x="4958" y="9041"/>
                    <a:pt x="5082" y="8879"/>
                  </a:cubicBezTo>
                  <a:cubicBezTo>
                    <a:pt x="5150" y="8772"/>
                    <a:pt x="5256" y="8700"/>
                    <a:pt x="5346" y="8614"/>
                  </a:cubicBezTo>
                  <a:cubicBezTo>
                    <a:pt x="5436" y="8508"/>
                    <a:pt x="5525" y="8418"/>
                    <a:pt x="5615" y="83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5"/>
            <p:cNvSpPr/>
            <p:nvPr/>
          </p:nvSpPr>
          <p:spPr>
            <a:xfrm>
              <a:off x="5080402" y="569816"/>
              <a:ext cx="211105" cy="211105"/>
            </a:xfrm>
            <a:custGeom>
              <a:rect b="b" l="l" r="r" t="t"/>
              <a:pathLst>
                <a:path extrusionOk="0" h="1638" w="1638">
                  <a:moveTo>
                    <a:pt x="252" y="393"/>
                  </a:moveTo>
                  <a:cubicBezTo>
                    <a:pt x="358" y="252"/>
                    <a:pt x="499" y="146"/>
                    <a:pt x="678" y="73"/>
                  </a:cubicBezTo>
                  <a:cubicBezTo>
                    <a:pt x="802" y="1"/>
                    <a:pt x="942" y="22"/>
                    <a:pt x="1066" y="73"/>
                  </a:cubicBezTo>
                  <a:cubicBezTo>
                    <a:pt x="1335" y="180"/>
                    <a:pt x="1475" y="410"/>
                    <a:pt x="1599" y="662"/>
                  </a:cubicBezTo>
                  <a:cubicBezTo>
                    <a:pt x="1637" y="713"/>
                    <a:pt x="1637" y="802"/>
                    <a:pt x="1616" y="875"/>
                  </a:cubicBezTo>
                  <a:cubicBezTo>
                    <a:pt x="1565" y="1139"/>
                    <a:pt x="1424" y="1352"/>
                    <a:pt x="1190" y="1514"/>
                  </a:cubicBezTo>
                  <a:cubicBezTo>
                    <a:pt x="1015" y="1621"/>
                    <a:pt x="836" y="1638"/>
                    <a:pt x="657" y="1565"/>
                  </a:cubicBezTo>
                  <a:cubicBezTo>
                    <a:pt x="533" y="1514"/>
                    <a:pt x="393" y="1493"/>
                    <a:pt x="303" y="1408"/>
                  </a:cubicBezTo>
                  <a:cubicBezTo>
                    <a:pt x="231" y="1335"/>
                    <a:pt x="179" y="1263"/>
                    <a:pt x="107" y="1173"/>
                  </a:cubicBezTo>
                  <a:cubicBezTo>
                    <a:pt x="17" y="1050"/>
                    <a:pt x="0" y="892"/>
                    <a:pt x="73" y="747"/>
                  </a:cubicBezTo>
                  <a:cubicBezTo>
                    <a:pt x="107" y="623"/>
                    <a:pt x="162" y="500"/>
                    <a:pt x="252" y="393"/>
                  </a:cubicBezTo>
                  <a:close/>
                  <a:moveTo>
                    <a:pt x="1352" y="1263"/>
                  </a:moveTo>
                  <a:cubicBezTo>
                    <a:pt x="1386" y="1173"/>
                    <a:pt x="1441" y="1105"/>
                    <a:pt x="1475" y="1015"/>
                  </a:cubicBezTo>
                  <a:cubicBezTo>
                    <a:pt x="1565" y="836"/>
                    <a:pt x="1548" y="679"/>
                    <a:pt x="1424" y="534"/>
                  </a:cubicBezTo>
                  <a:cubicBezTo>
                    <a:pt x="1335" y="410"/>
                    <a:pt x="1245" y="287"/>
                    <a:pt x="1104" y="197"/>
                  </a:cubicBezTo>
                  <a:cubicBezTo>
                    <a:pt x="959" y="108"/>
                    <a:pt x="802" y="90"/>
                    <a:pt x="640" y="180"/>
                  </a:cubicBezTo>
                  <a:cubicBezTo>
                    <a:pt x="393" y="321"/>
                    <a:pt x="231" y="534"/>
                    <a:pt x="145" y="819"/>
                  </a:cubicBezTo>
                  <a:cubicBezTo>
                    <a:pt x="124" y="909"/>
                    <a:pt x="124" y="998"/>
                    <a:pt x="179" y="1088"/>
                  </a:cubicBezTo>
                  <a:cubicBezTo>
                    <a:pt x="269" y="1246"/>
                    <a:pt x="393" y="1386"/>
                    <a:pt x="589" y="1442"/>
                  </a:cubicBezTo>
                  <a:cubicBezTo>
                    <a:pt x="606" y="1442"/>
                    <a:pt x="640" y="1459"/>
                    <a:pt x="657" y="1459"/>
                  </a:cubicBezTo>
                  <a:cubicBezTo>
                    <a:pt x="819" y="1514"/>
                    <a:pt x="976" y="1548"/>
                    <a:pt x="1121" y="1442"/>
                  </a:cubicBezTo>
                  <a:cubicBezTo>
                    <a:pt x="1211" y="1408"/>
                    <a:pt x="1279" y="1335"/>
                    <a:pt x="1352" y="1263"/>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5"/>
            <p:cNvSpPr/>
            <p:nvPr/>
          </p:nvSpPr>
          <p:spPr>
            <a:xfrm>
              <a:off x="5197424" y="624847"/>
              <a:ext cx="52841" cy="87381"/>
            </a:xfrm>
            <a:custGeom>
              <a:rect b="b" l="l" r="r" t="t"/>
              <a:pathLst>
                <a:path extrusionOk="0" h="678" w="410">
                  <a:moveTo>
                    <a:pt x="97" y="1"/>
                  </a:moveTo>
                  <a:cubicBezTo>
                    <a:pt x="65" y="1"/>
                    <a:pt x="33" y="7"/>
                    <a:pt x="0" y="22"/>
                  </a:cubicBezTo>
                  <a:cubicBezTo>
                    <a:pt x="51" y="90"/>
                    <a:pt x="90" y="145"/>
                    <a:pt x="107" y="196"/>
                  </a:cubicBezTo>
                  <a:cubicBezTo>
                    <a:pt x="124" y="252"/>
                    <a:pt x="124" y="286"/>
                    <a:pt x="141" y="320"/>
                  </a:cubicBezTo>
                  <a:lnTo>
                    <a:pt x="141" y="465"/>
                  </a:lnTo>
                  <a:cubicBezTo>
                    <a:pt x="141" y="516"/>
                    <a:pt x="124" y="588"/>
                    <a:pt x="107" y="678"/>
                  </a:cubicBezTo>
                  <a:cubicBezTo>
                    <a:pt x="196" y="678"/>
                    <a:pt x="282" y="623"/>
                    <a:pt x="337" y="554"/>
                  </a:cubicBezTo>
                  <a:cubicBezTo>
                    <a:pt x="388" y="482"/>
                    <a:pt x="409" y="392"/>
                    <a:pt x="409" y="286"/>
                  </a:cubicBezTo>
                  <a:cubicBezTo>
                    <a:pt x="388" y="196"/>
                    <a:pt x="337" y="107"/>
                    <a:pt x="265" y="56"/>
                  </a:cubicBezTo>
                  <a:cubicBezTo>
                    <a:pt x="208" y="21"/>
                    <a:pt x="153" y="1"/>
                    <a:pt x="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5"/>
            <p:cNvSpPr/>
            <p:nvPr/>
          </p:nvSpPr>
          <p:spPr>
            <a:xfrm>
              <a:off x="4458818" y="1228130"/>
              <a:ext cx="436517" cy="301064"/>
            </a:xfrm>
            <a:custGeom>
              <a:rect b="b" l="l" r="r" t="t"/>
              <a:pathLst>
                <a:path extrusionOk="0" h="2336" w="3387">
                  <a:moveTo>
                    <a:pt x="44" y="0"/>
                  </a:moveTo>
                  <a:cubicBezTo>
                    <a:pt x="25" y="0"/>
                    <a:pt x="1" y="22"/>
                    <a:pt x="11" y="46"/>
                  </a:cubicBezTo>
                  <a:cubicBezTo>
                    <a:pt x="118" y="327"/>
                    <a:pt x="348" y="524"/>
                    <a:pt x="561" y="720"/>
                  </a:cubicBezTo>
                  <a:cubicBezTo>
                    <a:pt x="864" y="1022"/>
                    <a:pt x="1200" y="1287"/>
                    <a:pt x="1537" y="1538"/>
                  </a:cubicBezTo>
                  <a:cubicBezTo>
                    <a:pt x="2053" y="1926"/>
                    <a:pt x="2675" y="2284"/>
                    <a:pt x="3332" y="2335"/>
                  </a:cubicBezTo>
                  <a:cubicBezTo>
                    <a:pt x="3370" y="2335"/>
                    <a:pt x="3387" y="2284"/>
                    <a:pt x="3332" y="2267"/>
                  </a:cubicBezTo>
                  <a:cubicBezTo>
                    <a:pt x="2692" y="2211"/>
                    <a:pt x="2091" y="1858"/>
                    <a:pt x="1575" y="1483"/>
                  </a:cubicBezTo>
                  <a:cubicBezTo>
                    <a:pt x="1256" y="1252"/>
                    <a:pt x="936" y="1005"/>
                    <a:pt x="651" y="720"/>
                  </a:cubicBezTo>
                  <a:cubicBezTo>
                    <a:pt x="437" y="507"/>
                    <a:pt x="190" y="310"/>
                    <a:pt x="67" y="29"/>
                  </a:cubicBezTo>
                  <a:cubicBezTo>
                    <a:pt x="67" y="8"/>
                    <a:pt x="56" y="0"/>
                    <a:pt x="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5"/>
            <p:cNvSpPr/>
            <p:nvPr/>
          </p:nvSpPr>
          <p:spPr>
            <a:xfrm>
              <a:off x="5236345" y="427662"/>
              <a:ext cx="177597" cy="129396"/>
            </a:xfrm>
            <a:custGeom>
              <a:rect b="b" l="l" r="r" t="t"/>
              <a:pathLst>
                <a:path extrusionOk="0" h="1004" w="1378">
                  <a:moveTo>
                    <a:pt x="74" y="0"/>
                  </a:moveTo>
                  <a:cubicBezTo>
                    <a:pt x="38" y="0"/>
                    <a:pt x="1" y="28"/>
                    <a:pt x="1" y="77"/>
                  </a:cubicBezTo>
                  <a:cubicBezTo>
                    <a:pt x="96" y="503"/>
                    <a:pt x="670" y="1003"/>
                    <a:pt x="1146" y="1003"/>
                  </a:cubicBezTo>
                  <a:cubicBezTo>
                    <a:pt x="1204" y="1003"/>
                    <a:pt x="1260" y="996"/>
                    <a:pt x="1314" y="980"/>
                  </a:cubicBezTo>
                  <a:cubicBezTo>
                    <a:pt x="1378" y="950"/>
                    <a:pt x="1342" y="851"/>
                    <a:pt x="1283" y="851"/>
                  </a:cubicBezTo>
                  <a:cubicBezTo>
                    <a:pt x="1275" y="851"/>
                    <a:pt x="1267" y="853"/>
                    <a:pt x="1258" y="857"/>
                  </a:cubicBezTo>
                  <a:cubicBezTo>
                    <a:pt x="1218" y="869"/>
                    <a:pt x="1175" y="875"/>
                    <a:pt x="1130" y="875"/>
                  </a:cubicBezTo>
                  <a:cubicBezTo>
                    <a:pt x="731" y="875"/>
                    <a:pt x="207" y="409"/>
                    <a:pt x="142" y="60"/>
                  </a:cubicBezTo>
                  <a:cubicBezTo>
                    <a:pt x="134" y="19"/>
                    <a:pt x="104" y="0"/>
                    <a:pt x="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5"/>
            <p:cNvSpPr/>
            <p:nvPr/>
          </p:nvSpPr>
          <p:spPr>
            <a:xfrm>
              <a:off x="5191366" y="450087"/>
              <a:ext cx="212136" cy="152336"/>
            </a:xfrm>
            <a:custGeom>
              <a:rect b="b" l="l" r="r" t="t"/>
              <a:pathLst>
                <a:path extrusionOk="0" h="1182" w="1646">
                  <a:moveTo>
                    <a:pt x="30" y="1"/>
                  </a:moveTo>
                  <a:cubicBezTo>
                    <a:pt x="14" y="1"/>
                    <a:pt x="0" y="9"/>
                    <a:pt x="9" y="26"/>
                  </a:cubicBezTo>
                  <a:cubicBezTo>
                    <a:pt x="97" y="705"/>
                    <a:pt x="938" y="1182"/>
                    <a:pt x="1574" y="1182"/>
                  </a:cubicBezTo>
                  <a:cubicBezTo>
                    <a:pt x="1585" y="1182"/>
                    <a:pt x="1596" y="1182"/>
                    <a:pt x="1607" y="1181"/>
                  </a:cubicBezTo>
                  <a:cubicBezTo>
                    <a:pt x="1646" y="1181"/>
                    <a:pt x="1646" y="1126"/>
                    <a:pt x="1590" y="1126"/>
                  </a:cubicBezTo>
                  <a:cubicBezTo>
                    <a:pt x="1006" y="1126"/>
                    <a:pt x="154" y="666"/>
                    <a:pt x="64" y="26"/>
                  </a:cubicBezTo>
                  <a:cubicBezTo>
                    <a:pt x="64" y="9"/>
                    <a:pt x="46" y="1"/>
                    <a:pt x="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5"/>
            <p:cNvSpPr/>
            <p:nvPr/>
          </p:nvSpPr>
          <p:spPr>
            <a:xfrm>
              <a:off x="4285734" y="984806"/>
              <a:ext cx="257631" cy="177468"/>
            </a:xfrm>
            <a:custGeom>
              <a:rect b="b" l="l" r="r" t="t"/>
              <a:pathLst>
                <a:path extrusionOk="0" h="1377" w="1999">
                  <a:moveTo>
                    <a:pt x="89" y="1"/>
                  </a:moveTo>
                  <a:cubicBezTo>
                    <a:pt x="36" y="1"/>
                    <a:pt x="0" y="78"/>
                    <a:pt x="58" y="123"/>
                  </a:cubicBezTo>
                  <a:cubicBezTo>
                    <a:pt x="664" y="532"/>
                    <a:pt x="1231" y="1009"/>
                    <a:pt x="1887" y="1363"/>
                  </a:cubicBezTo>
                  <a:cubicBezTo>
                    <a:pt x="1900" y="1373"/>
                    <a:pt x="1912" y="1377"/>
                    <a:pt x="1923" y="1377"/>
                  </a:cubicBezTo>
                  <a:cubicBezTo>
                    <a:pt x="1974" y="1377"/>
                    <a:pt x="1999" y="1285"/>
                    <a:pt x="1942" y="1239"/>
                  </a:cubicBezTo>
                  <a:cubicBezTo>
                    <a:pt x="1282" y="903"/>
                    <a:pt x="732" y="425"/>
                    <a:pt x="131" y="16"/>
                  </a:cubicBezTo>
                  <a:cubicBezTo>
                    <a:pt x="117" y="5"/>
                    <a:pt x="102" y="1"/>
                    <a:pt x="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5"/>
            <p:cNvSpPr/>
            <p:nvPr/>
          </p:nvSpPr>
          <p:spPr>
            <a:xfrm>
              <a:off x="4275810" y="1011484"/>
              <a:ext cx="222447" cy="159811"/>
            </a:xfrm>
            <a:custGeom>
              <a:rect b="b" l="l" r="r" t="t"/>
              <a:pathLst>
                <a:path extrusionOk="0" h="1240" w="1726">
                  <a:moveTo>
                    <a:pt x="47" y="0"/>
                  </a:moveTo>
                  <a:cubicBezTo>
                    <a:pt x="20" y="0"/>
                    <a:pt x="0" y="42"/>
                    <a:pt x="29" y="56"/>
                  </a:cubicBezTo>
                  <a:cubicBezTo>
                    <a:pt x="545" y="483"/>
                    <a:pt x="1129" y="836"/>
                    <a:pt x="1661" y="1228"/>
                  </a:cubicBezTo>
                  <a:cubicBezTo>
                    <a:pt x="1670" y="1236"/>
                    <a:pt x="1679" y="1240"/>
                    <a:pt x="1687" y="1240"/>
                  </a:cubicBezTo>
                  <a:cubicBezTo>
                    <a:pt x="1712" y="1240"/>
                    <a:pt x="1726" y="1204"/>
                    <a:pt x="1700" y="1177"/>
                  </a:cubicBezTo>
                  <a:cubicBezTo>
                    <a:pt x="1167" y="785"/>
                    <a:pt x="596" y="431"/>
                    <a:pt x="63" y="5"/>
                  </a:cubicBezTo>
                  <a:cubicBezTo>
                    <a:pt x="58" y="2"/>
                    <a:pt x="52" y="0"/>
                    <a:pt x="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5"/>
            <p:cNvSpPr/>
            <p:nvPr/>
          </p:nvSpPr>
          <p:spPr>
            <a:xfrm>
              <a:off x="4919561" y="1428924"/>
              <a:ext cx="266782" cy="196155"/>
            </a:xfrm>
            <a:custGeom>
              <a:rect b="b" l="l" r="r" t="t"/>
              <a:pathLst>
                <a:path extrusionOk="0" h="1522" w="2070">
                  <a:moveTo>
                    <a:pt x="92" y="1"/>
                  </a:moveTo>
                  <a:cubicBezTo>
                    <a:pt x="37" y="1"/>
                    <a:pt x="0" y="79"/>
                    <a:pt x="59" y="121"/>
                  </a:cubicBezTo>
                  <a:cubicBezTo>
                    <a:pt x="681" y="581"/>
                    <a:pt x="1321" y="1029"/>
                    <a:pt x="1943" y="1506"/>
                  </a:cubicBezTo>
                  <a:cubicBezTo>
                    <a:pt x="1953" y="1517"/>
                    <a:pt x="1965" y="1521"/>
                    <a:pt x="1976" y="1521"/>
                  </a:cubicBezTo>
                  <a:cubicBezTo>
                    <a:pt x="2023" y="1521"/>
                    <a:pt x="2070" y="1444"/>
                    <a:pt x="2011" y="1399"/>
                  </a:cubicBezTo>
                  <a:cubicBezTo>
                    <a:pt x="1393" y="922"/>
                    <a:pt x="771" y="474"/>
                    <a:pt x="132" y="14"/>
                  </a:cubicBezTo>
                  <a:cubicBezTo>
                    <a:pt x="118" y="5"/>
                    <a:pt x="105" y="1"/>
                    <a:pt x="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5"/>
            <p:cNvSpPr/>
            <p:nvPr/>
          </p:nvSpPr>
          <p:spPr>
            <a:xfrm>
              <a:off x="4921494" y="1472614"/>
              <a:ext cx="238557" cy="176179"/>
            </a:xfrm>
            <a:custGeom>
              <a:rect b="b" l="l" r="r" t="t"/>
              <a:pathLst>
                <a:path extrusionOk="0" h="1367" w="1851">
                  <a:moveTo>
                    <a:pt x="53" y="1"/>
                  </a:moveTo>
                  <a:cubicBezTo>
                    <a:pt x="25" y="1"/>
                    <a:pt x="1" y="38"/>
                    <a:pt x="27" y="67"/>
                  </a:cubicBezTo>
                  <a:cubicBezTo>
                    <a:pt x="611" y="493"/>
                    <a:pt x="1199" y="920"/>
                    <a:pt x="1783" y="1363"/>
                  </a:cubicBezTo>
                  <a:cubicBezTo>
                    <a:pt x="1786" y="1365"/>
                    <a:pt x="1790" y="1366"/>
                    <a:pt x="1794" y="1366"/>
                  </a:cubicBezTo>
                  <a:cubicBezTo>
                    <a:pt x="1817" y="1366"/>
                    <a:pt x="1851" y="1326"/>
                    <a:pt x="1822" y="1308"/>
                  </a:cubicBezTo>
                  <a:cubicBezTo>
                    <a:pt x="1233" y="864"/>
                    <a:pt x="649" y="455"/>
                    <a:pt x="78" y="12"/>
                  </a:cubicBezTo>
                  <a:cubicBezTo>
                    <a:pt x="70" y="4"/>
                    <a:pt x="62" y="1"/>
                    <a:pt x="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5"/>
            <p:cNvSpPr/>
            <p:nvPr/>
          </p:nvSpPr>
          <p:spPr>
            <a:xfrm>
              <a:off x="4680619" y="1064969"/>
              <a:ext cx="295006" cy="201053"/>
            </a:xfrm>
            <a:custGeom>
              <a:rect b="b" l="l" r="r" t="t"/>
              <a:pathLst>
                <a:path extrusionOk="0" h="1560" w="2289">
                  <a:moveTo>
                    <a:pt x="45" y="0"/>
                  </a:moveTo>
                  <a:cubicBezTo>
                    <a:pt x="24" y="0"/>
                    <a:pt x="0" y="27"/>
                    <a:pt x="12" y="51"/>
                  </a:cubicBezTo>
                  <a:cubicBezTo>
                    <a:pt x="264" y="460"/>
                    <a:pt x="707" y="690"/>
                    <a:pt x="1078" y="954"/>
                  </a:cubicBezTo>
                  <a:cubicBezTo>
                    <a:pt x="1436" y="1206"/>
                    <a:pt x="1790" y="1525"/>
                    <a:pt x="2233" y="1559"/>
                  </a:cubicBezTo>
                  <a:cubicBezTo>
                    <a:pt x="2288" y="1559"/>
                    <a:pt x="2288" y="1508"/>
                    <a:pt x="2250" y="1487"/>
                  </a:cubicBezTo>
                  <a:cubicBezTo>
                    <a:pt x="1790" y="1453"/>
                    <a:pt x="1414" y="1116"/>
                    <a:pt x="1061" y="869"/>
                  </a:cubicBezTo>
                  <a:cubicBezTo>
                    <a:pt x="707" y="617"/>
                    <a:pt x="298" y="387"/>
                    <a:pt x="68" y="16"/>
                  </a:cubicBezTo>
                  <a:cubicBezTo>
                    <a:pt x="63" y="5"/>
                    <a:pt x="54" y="0"/>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5"/>
            <p:cNvSpPr/>
            <p:nvPr/>
          </p:nvSpPr>
          <p:spPr>
            <a:xfrm>
              <a:off x="4802538" y="753726"/>
              <a:ext cx="332253" cy="425046"/>
            </a:xfrm>
            <a:custGeom>
              <a:rect b="b" l="l" r="r" t="t"/>
              <a:pathLst>
                <a:path extrusionOk="0" h="3298" w="2578">
                  <a:moveTo>
                    <a:pt x="2536" y="1"/>
                  </a:moveTo>
                  <a:cubicBezTo>
                    <a:pt x="2527" y="1"/>
                    <a:pt x="2519" y="5"/>
                    <a:pt x="2514" y="15"/>
                  </a:cubicBezTo>
                  <a:cubicBezTo>
                    <a:pt x="1679" y="1080"/>
                    <a:pt x="844" y="2163"/>
                    <a:pt x="25" y="3246"/>
                  </a:cubicBezTo>
                  <a:cubicBezTo>
                    <a:pt x="1" y="3273"/>
                    <a:pt x="20" y="3298"/>
                    <a:pt x="46" y="3298"/>
                  </a:cubicBezTo>
                  <a:cubicBezTo>
                    <a:pt x="57" y="3298"/>
                    <a:pt x="70" y="3294"/>
                    <a:pt x="81" y="3284"/>
                  </a:cubicBezTo>
                  <a:cubicBezTo>
                    <a:pt x="895" y="2197"/>
                    <a:pt x="1730" y="1131"/>
                    <a:pt x="2566" y="49"/>
                  </a:cubicBezTo>
                  <a:cubicBezTo>
                    <a:pt x="2578" y="25"/>
                    <a:pt x="2556" y="1"/>
                    <a:pt x="2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5"/>
            <p:cNvSpPr/>
            <p:nvPr/>
          </p:nvSpPr>
          <p:spPr>
            <a:xfrm>
              <a:off x="5085299" y="746251"/>
              <a:ext cx="27580" cy="21007"/>
            </a:xfrm>
            <a:custGeom>
              <a:rect b="b" l="l" r="r" t="t"/>
              <a:pathLst>
                <a:path extrusionOk="0" h="163" w="214">
                  <a:moveTo>
                    <a:pt x="107" y="0"/>
                  </a:moveTo>
                  <a:cubicBezTo>
                    <a:pt x="1" y="0"/>
                    <a:pt x="1" y="162"/>
                    <a:pt x="107" y="162"/>
                  </a:cubicBezTo>
                  <a:cubicBezTo>
                    <a:pt x="214" y="162"/>
                    <a:pt x="214" y="0"/>
                    <a:pt x="1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5"/>
            <p:cNvSpPr/>
            <p:nvPr/>
          </p:nvSpPr>
          <p:spPr>
            <a:xfrm>
              <a:off x="5121643" y="773702"/>
              <a:ext cx="27580" cy="21007"/>
            </a:xfrm>
            <a:custGeom>
              <a:rect b="b" l="l" r="r" t="t"/>
              <a:pathLst>
                <a:path extrusionOk="0" h="163" w="214">
                  <a:moveTo>
                    <a:pt x="107" y="0"/>
                  </a:moveTo>
                  <a:cubicBezTo>
                    <a:pt x="0" y="0"/>
                    <a:pt x="0" y="162"/>
                    <a:pt x="107" y="162"/>
                  </a:cubicBezTo>
                  <a:cubicBezTo>
                    <a:pt x="213" y="162"/>
                    <a:pt x="213" y="0"/>
                    <a:pt x="1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5"/>
            <p:cNvSpPr/>
            <p:nvPr/>
          </p:nvSpPr>
          <p:spPr>
            <a:xfrm>
              <a:off x="4789779" y="1130698"/>
              <a:ext cx="27580" cy="21007"/>
            </a:xfrm>
            <a:custGeom>
              <a:rect b="b" l="l" r="r" t="t"/>
              <a:pathLst>
                <a:path extrusionOk="0" h="163" w="214">
                  <a:moveTo>
                    <a:pt x="107" y="1"/>
                  </a:moveTo>
                  <a:cubicBezTo>
                    <a:pt x="1" y="1"/>
                    <a:pt x="1" y="163"/>
                    <a:pt x="107" y="163"/>
                  </a:cubicBezTo>
                  <a:cubicBezTo>
                    <a:pt x="214" y="163"/>
                    <a:pt x="214" y="1"/>
                    <a:pt x="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5"/>
            <p:cNvSpPr/>
            <p:nvPr/>
          </p:nvSpPr>
          <p:spPr>
            <a:xfrm>
              <a:off x="4831021" y="1158149"/>
              <a:ext cx="27580" cy="23198"/>
            </a:xfrm>
            <a:custGeom>
              <a:rect b="b" l="l" r="r" t="t"/>
              <a:pathLst>
                <a:path extrusionOk="0" h="180" w="214">
                  <a:moveTo>
                    <a:pt x="107" y="1"/>
                  </a:moveTo>
                  <a:cubicBezTo>
                    <a:pt x="0" y="1"/>
                    <a:pt x="0" y="180"/>
                    <a:pt x="107" y="180"/>
                  </a:cubicBezTo>
                  <a:cubicBezTo>
                    <a:pt x="213" y="180"/>
                    <a:pt x="213" y="1"/>
                    <a:pt x="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5"/>
            <p:cNvSpPr/>
            <p:nvPr/>
          </p:nvSpPr>
          <p:spPr>
            <a:xfrm>
              <a:off x="5079242" y="529734"/>
              <a:ext cx="51165" cy="38535"/>
            </a:xfrm>
            <a:custGeom>
              <a:rect b="b" l="l" r="r" t="t"/>
              <a:pathLst>
                <a:path extrusionOk="0" h="299" w="397">
                  <a:moveTo>
                    <a:pt x="39" y="1"/>
                  </a:moveTo>
                  <a:cubicBezTo>
                    <a:pt x="14" y="1"/>
                    <a:pt x="1" y="39"/>
                    <a:pt x="26" y="65"/>
                  </a:cubicBezTo>
                  <a:cubicBezTo>
                    <a:pt x="116" y="137"/>
                    <a:pt x="223" y="205"/>
                    <a:pt x="312" y="295"/>
                  </a:cubicBezTo>
                  <a:cubicBezTo>
                    <a:pt x="317" y="297"/>
                    <a:pt x="322" y="298"/>
                    <a:pt x="327" y="298"/>
                  </a:cubicBezTo>
                  <a:cubicBezTo>
                    <a:pt x="360" y="298"/>
                    <a:pt x="397" y="256"/>
                    <a:pt x="367" y="227"/>
                  </a:cubicBezTo>
                  <a:cubicBezTo>
                    <a:pt x="261" y="154"/>
                    <a:pt x="171" y="82"/>
                    <a:pt x="65" y="14"/>
                  </a:cubicBezTo>
                  <a:cubicBezTo>
                    <a:pt x="56" y="4"/>
                    <a:pt x="47" y="1"/>
                    <a:pt x="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5"/>
            <p:cNvSpPr/>
            <p:nvPr/>
          </p:nvSpPr>
          <p:spPr>
            <a:xfrm>
              <a:off x="5088392" y="513753"/>
              <a:ext cx="41628" cy="32864"/>
            </a:xfrm>
            <a:custGeom>
              <a:rect b="b" l="l" r="r" t="t"/>
              <a:pathLst>
                <a:path extrusionOk="0" h="255" w="323">
                  <a:moveTo>
                    <a:pt x="61" y="1"/>
                  </a:moveTo>
                  <a:cubicBezTo>
                    <a:pt x="29" y="1"/>
                    <a:pt x="0" y="51"/>
                    <a:pt x="28" y="65"/>
                  </a:cubicBezTo>
                  <a:cubicBezTo>
                    <a:pt x="100" y="138"/>
                    <a:pt x="169" y="189"/>
                    <a:pt x="241" y="244"/>
                  </a:cubicBezTo>
                  <a:cubicBezTo>
                    <a:pt x="249" y="252"/>
                    <a:pt x="257" y="255"/>
                    <a:pt x="266" y="255"/>
                  </a:cubicBezTo>
                  <a:cubicBezTo>
                    <a:pt x="295" y="255"/>
                    <a:pt x="323" y="215"/>
                    <a:pt x="296" y="189"/>
                  </a:cubicBezTo>
                  <a:cubicBezTo>
                    <a:pt x="207" y="138"/>
                    <a:pt x="134" y="82"/>
                    <a:pt x="83" y="10"/>
                  </a:cubicBezTo>
                  <a:cubicBezTo>
                    <a:pt x="76" y="3"/>
                    <a:pt x="69" y="1"/>
                    <a:pt x="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5"/>
            <p:cNvSpPr/>
            <p:nvPr/>
          </p:nvSpPr>
          <p:spPr>
            <a:xfrm>
              <a:off x="5063132" y="543782"/>
              <a:ext cx="46139" cy="39180"/>
            </a:xfrm>
            <a:custGeom>
              <a:rect b="b" l="l" r="r" t="t"/>
              <a:pathLst>
                <a:path extrusionOk="0" h="304" w="358">
                  <a:moveTo>
                    <a:pt x="44" y="0"/>
                  </a:moveTo>
                  <a:cubicBezTo>
                    <a:pt x="17" y="0"/>
                    <a:pt x="1" y="52"/>
                    <a:pt x="28" y="79"/>
                  </a:cubicBezTo>
                  <a:cubicBezTo>
                    <a:pt x="100" y="152"/>
                    <a:pt x="190" y="224"/>
                    <a:pt x="296" y="292"/>
                  </a:cubicBezTo>
                  <a:cubicBezTo>
                    <a:pt x="303" y="300"/>
                    <a:pt x="310" y="304"/>
                    <a:pt x="317" y="304"/>
                  </a:cubicBezTo>
                  <a:cubicBezTo>
                    <a:pt x="342" y="304"/>
                    <a:pt x="358" y="255"/>
                    <a:pt x="330" y="241"/>
                  </a:cubicBezTo>
                  <a:cubicBezTo>
                    <a:pt x="241" y="169"/>
                    <a:pt x="151" y="96"/>
                    <a:pt x="66" y="11"/>
                  </a:cubicBezTo>
                  <a:cubicBezTo>
                    <a:pt x="59" y="3"/>
                    <a:pt x="51" y="0"/>
                    <a:pt x="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5"/>
            <p:cNvSpPr/>
            <p:nvPr/>
          </p:nvSpPr>
          <p:spPr>
            <a:xfrm>
              <a:off x="4765550" y="942019"/>
              <a:ext cx="48717" cy="36860"/>
            </a:xfrm>
            <a:custGeom>
              <a:rect b="b" l="l" r="r" t="t"/>
              <a:pathLst>
                <a:path extrusionOk="0" h="286" w="378">
                  <a:moveTo>
                    <a:pt x="59" y="0"/>
                  </a:moveTo>
                  <a:cubicBezTo>
                    <a:pt x="29" y="0"/>
                    <a:pt x="0" y="49"/>
                    <a:pt x="31" y="63"/>
                  </a:cubicBezTo>
                  <a:cubicBezTo>
                    <a:pt x="116" y="135"/>
                    <a:pt x="206" y="203"/>
                    <a:pt x="312" y="276"/>
                  </a:cubicBezTo>
                  <a:cubicBezTo>
                    <a:pt x="320" y="282"/>
                    <a:pt x="327" y="285"/>
                    <a:pt x="334" y="285"/>
                  </a:cubicBezTo>
                  <a:cubicBezTo>
                    <a:pt x="361" y="285"/>
                    <a:pt x="378" y="238"/>
                    <a:pt x="351" y="225"/>
                  </a:cubicBezTo>
                  <a:cubicBezTo>
                    <a:pt x="261" y="152"/>
                    <a:pt x="172" y="80"/>
                    <a:pt x="82" y="11"/>
                  </a:cubicBezTo>
                  <a:cubicBezTo>
                    <a:pt x="75" y="4"/>
                    <a:pt x="67" y="0"/>
                    <a:pt x="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5"/>
            <p:cNvSpPr/>
            <p:nvPr/>
          </p:nvSpPr>
          <p:spPr>
            <a:xfrm>
              <a:off x="4756786" y="962253"/>
              <a:ext cx="34282" cy="28354"/>
            </a:xfrm>
            <a:custGeom>
              <a:rect b="b" l="l" r="r" t="t"/>
              <a:pathLst>
                <a:path extrusionOk="0" h="220" w="266">
                  <a:moveTo>
                    <a:pt x="38" y="1"/>
                  </a:moveTo>
                  <a:cubicBezTo>
                    <a:pt x="14" y="1"/>
                    <a:pt x="0" y="38"/>
                    <a:pt x="26" y="68"/>
                  </a:cubicBezTo>
                  <a:cubicBezTo>
                    <a:pt x="78" y="119"/>
                    <a:pt x="133" y="174"/>
                    <a:pt x="184" y="208"/>
                  </a:cubicBezTo>
                  <a:cubicBezTo>
                    <a:pt x="193" y="216"/>
                    <a:pt x="203" y="219"/>
                    <a:pt x="212" y="219"/>
                  </a:cubicBezTo>
                  <a:cubicBezTo>
                    <a:pt x="242" y="219"/>
                    <a:pt x="266" y="182"/>
                    <a:pt x="240" y="153"/>
                  </a:cubicBezTo>
                  <a:cubicBezTo>
                    <a:pt x="167" y="102"/>
                    <a:pt x="116" y="68"/>
                    <a:pt x="61" y="12"/>
                  </a:cubicBezTo>
                  <a:cubicBezTo>
                    <a:pt x="53" y="4"/>
                    <a:pt x="45" y="1"/>
                    <a:pt x="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5"/>
            <p:cNvSpPr/>
            <p:nvPr/>
          </p:nvSpPr>
          <p:spPr>
            <a:xfrm>
              <a:off x="4738228" y="983002"/>
              <a:ext cx="50779" cy="36215"/>
            </a:xfrm>
            <a:custGeom>
              <a:rect b="b" l="l" r="r" t="t"/>
              <a:pathLst>
                <a:path extrusionOk="0" h="281" w="394">
                  <a:moveTo>
                    <a:pt x="54" y="0"/>
                  </a:moveTo>
                  <a:cubicBezTo>
                    <a:pt x="26" y="0"/>
                    <a:pt x="1" y="38"/>
                    <a:pt x="30" y="64"/>
                  </a:cubicBezTo>
                  <a:cubicBezTo>
                    <a:pt x="115" y="137"/>
                    <a:pt x="222" y="205"/>
                    <a:pt x="311" y="277"/>
                  </a:cubicBezTo>
                  <a:cubicBezTo>
                    <a:pt x="316" y="280"/>
                    <a:pt x="322" y="281"/>
                    <a:pt x="327" y="281"/>
                  </a:cubicBezTo>
                  <a:cubicBezTo>
                    <a:pt x="361" y="281"/>
                    <a:pt x="394" y="238"/>
                    <a:pt x="349" y="205"/>
                  </a:cubicBezTo>
                  <a:cubicBezTo>
                    <a:pt x="260" y="154"/>
                    <a:pt x="170" y="81"/>
                    <a:pt x="81" y="13"/>
                  </a:cubicBezTo>
                  <a:cubicBezTo>
                    <a:pt x="73" y="4"/>
                    <a:pt x="63" y="0"/>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5"/>
            <p:cNvSpPr/>
            <p:nvPr/>
          </p:nvSpPr>
          <p:spPr>
            <a:xfrm>
              <a:off x="4252998" y="1046926"/>
              <a:ext cx="48717" cy="37375"/>
            </a:xfrm>
            <a:custGeom>
              <a:rect b="b" l="l" r="r" t="t"/>
              <a:pathLst>
                <a:path extrusionOk="0" h="290" w="378">
                  <a:moveTo>
                    <a:pt x="71" y="0"/>
                  </a:moveTo>
                  <a:cubicBezTo>
                    <a:pt x="37" y="0"/>
                    <a:pt x="1" y="37"/>
                    <a:pt x="27" y="67"/>
                  </a:cubicBezTo>
                  <a:cubicBezTo>
                    <a:pt x="116" y="135"/>
                    <a:pt x="206" y="208"/>
                    <a:pt x="295" y="280"/>
                  </a:cubicBezTo>
                  <a:cubicBezTo>
                    <a:pt x="305" y="286"/>
                    <a:pt x="314" y="289"/>
                    <a:pt x="322" y="289"/>
                  </a:cubicBezTo>
                  <a:cubicBezTo>
                    <a:pt x="358" y="289"/>
                    <a:pt x="378" y="238"/>
                    <a:pt x="346" y="225"/>
                  </a:cubicBezTo>
                  <a:cubicBezTo>
                    <a:pt x="257" y="156"/>
                    <a:pt x="172" y="101"/>
                    <a:pt x="99" y="11"/>
                  </a:cubicBezTo>
                  <a:cubicBezTo>
                    <a:pt x="91" y="4"/>
                    <a:pt x="82" y="0"/>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5"/>
            <p:cNvSpPr/>
            <p:nvPr/>
          </p:nvSpPr>
          <p:spPr>
            <a:xfrm>
              <a:off x="4241013" y="1066516"/>
              <a:ext cx="42144" cy="28482"/>
            </a:xfrm>
            <a:custGeom>
              <a:rect b="b" l="l" r="r" t="t"/>
              <a:pathLst>
                <a:path extrusionOk="0" h="221" w="327">
                  <a:moveTo>
                    <a:pt x="50" y="1"/>
                  </a:moveTo>
                  <a:cubicBezTo>
                    <a:pt x="10" y="1"/>
                    <a:pt x="1" y="58"/>
                    <a:pt x="30" y="73"/>
                  </a:cubicBezTo>
                  <a:cubicBezTo>
                    <a:pt x="103" y="111"/>
                    <a:pt x="175" y="162"/>
                    <a:pt x="243" y="218"/>
                  </a:cubicBezTo>
                  <a:cubicBezTo>
                    <a:pt x="248" y="220"/>
                    <a:pt x="253" y="221"/>
                    <a:pt x="259" y="221"/>
                  </a:cubicBezTo>
                  <a:cubicBezTo>
                    <a:pt x="293" y="221"/>
                    <a:pt x="326" y="175"/>
                    <a:pt x="282" y="145"/>
                  </a:cubicBezTo>
                  <a:cubicBezTo>
                    <a:pt x="209" y="90"/>
                    <a:pt x="137" y="39"/>
                    <a:pt x="69" y="4"/>
                  </a:cubicBezTo>
                  <a:cubicBezTo>
                    <a:pt x="62" y="2"/>
                    <a:pt x="55" y="1"/>
                    <a:pt x="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5"/>
            <p:cNvSpPr/>
            <p:nvPr/>
          </p:nvSpPr>
          <p:spPr>
            <a:xfrm>
              <a:off x="4227609" y="1081595"/>
              <a:ext cx="53099" cy="39437"/>
            </a:xfrm>
            <a:custGeom>
              <a:rect b="b" l="l" r="r" t="t"/>
              <a:pathLst>
                <a:path extrusionOk="0" h="306" w="412">
                  <a:moveTo>
                    <a:pt x="44" y="0"/>
                  </a:moveTo>
                  <a:cubicBezTo>
                    <a:pt x="17" y="0"/>
                    <a:pt x="0" y="52"/>
                    <a:pt x="28" y="79"/>
                  </a:cubicBezTo>
                  <a:cubicBezTo>
                    <a:pt x="117" y="169"/>
                    <a:pt x="224" y="224"/>
                    <a:pt x="330" y="292"/>
                  </a:cubicBezTo>
                  <a:cubicBezTo>
                    <a:pt x="340" y="302"/>
                    <a:pt x="350" y="305"/>
                    <a:pt x="359" y="305"/>
                  </a:cubicBezTo>
                  <a:cubicBezTo>
                    <a:pt x="388" y="305"/>
                    <a:pt x="412" y="267"/>
                    <a:pt x="386" y="241"/>
                  </a:cubicBezTo>
                  <a:cubicBezTo>
                    <a:pt x="279" y="169"/>
                    <a:pt x="173" y="101"/>
                    <a:pt x="66" y="11"/>
                  </a:cubicBezTo>
                  <a:cubicBezTo>
                    <a:pt x="58" y="3"/>
                    <a:pt x="51" y="0"/>
                    <a:pt x="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5"/>
            <p:cNvSpPr/>
            <p:nvPr/>
          </p:nvSpPr>
          <p:spPr>
            <a:xfrm>
              <a:off x="4890821" y="1516949"/>
              <a:ext cx="50779" cy="38922"/>
            </a:xfrm>
            <a:custGeom>
              <a:rect b="b" l="l" r="r" t="t"/>
              <a:pathLst>
                <a:path extrusionOk="0" h="302" w="394">
                  <a:moveTo>
                    <a:pt x="67" y="0"/>
                  </a:moveTo>
                  <a:cubicBezTo>
                    <a:pt x="35" y="0"/>
                    <a:pt x="0" y="32"/>
                    <a:pt x="18" y="60"/>
                  </a:cubicBezTo>
                  <a:cubicBezTo>
                    <a:pt x="103" y="149"/>
                    <a:pt x="210" y="218"/>
                    <a:pt x="316" y="290"/>
                  </a:cubicBezTo>
                  <a:cubicBezTo>
                    <a:pt x="325" y="298"/>
                    <a:pt x="335" y="301"/>
                    <a:pt x="344" y="301"/>
                  </a:cubicBezTo>
                  <a:cubicBezTo>
                    <a:pt x="373" y="301"/>
                    <a:pt x="394" y="265"/>
                    <a:pt x="355" y="239"/>
                  </a:cubicBezTo>
                  <a:cubicBezTo>
                    <a:pt x="265" y="167"/>
                    <a:pt x="176" y="94"/>
                    <a:pt x="86" y="5"/>
                  </a:cubicBezTo>
                  <a:cubicBezTo>
                    <a:pt x="80" y="2"/>
                    <a:pt x="74" y="0"/>
                    <a:pt x="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5"/>
            <p:cNvSpPr/>
            <p:nvPr/>
          </p:nvSpPr>
          <p:spPr>
            <a:xfrm>
              <a:off x="4875355" y="1537183"/>
              <a:ext cx="39308" cy="32349"/>
            </a:xfrm>
            <a:custGeom>
              <a:rect b="b" l="l" r="r" t="t"/>
              <a:pathLst>
                <a:path extrusionOk="0" h="251" w="305">
                  <a:moveTo>
                    <a:pt x="46" y="0"/>
                  </a:moveTo>
                  <a:cubicBezTo>
                    <a:pt x="20" y="0"/>
                    <a:pt x="0" y="51"/>
                    <a:pt x="31" y="82"/>
                  </a:cubicBezTo>
                  <a:cubicBezTo>
                    <a:pt x="83" y="133"/>
                    <a:pt x="155" y="189"/>
                    <a:pt x="223" y="240"/>
                  </a:cubicBezTo>
                  <a:cubicBezTo>
                    <a:pt x="232" y="248"/>
                    <a:pt x="242" y="251"/>
                    <a:pt x="251" y="251"/>
                  </a:cubicBezTo>
                  <a:cubicBezTo>
                    <a:pt x="281" y="251"/>
                    <a:pt x="305" y="215"/>
                    <a:pt x="279" y="189"/>
                  </a:cubicBezTo>
                  <a:cubicBezTo>
                    <a:pt x="206" y="133"/>
                    <a:pt x="138" y="82"/>
                    <a:pt x="65" y="10"/>
                  </a:cubicBezTo>
                  <a:cubicBezTo>
                    <a:pt x="59" y="3"/>
                    <a:pt x="52" y="0"/>
                    <a:pt x="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5"/>
            <p:cNvSpPr/>
            <p:nvPr/>
          </p:nvSpPr>
          <p:spPr>
            <a:xfrm>
              <a:off x="4859761" y="1552519"/>
              <a:ext cx="50650" cy="37891"/>
            </a:xfrm>
            <a:custGeom>
              <a:rect b="b" l="l" r="r" t="t"/>
              <a:pathLst>
                <a:path extrusionOk="0" h="294" w="393">
                  <a:moveTo>
                    <a:pt x="61" y="0"/>
                  </a:moveTo>
                  <a:cubicBezTo>
                    <a:pt x="30" y="0"/>
                    <a:pt x="0" y="24"/>
                    <a:pt x="24" y="48"/>
                  </a:cubicBezTo>
                  <a:cubicBezTo>
                    <a:pt x="114" y="138"/>
                    <a:pt x="221" y="210"/>
                    <a:pt x="310" y="283"/>
                  </a:cubicBezTo>
                  <a:cubicBezTo>
                    <a:pt x="318" y="290"/>
                    <a:pt x="326" y="293"/>
                    <a:pt x="335" y="293"/>
                  </a:cubicBezTo>
                  <a:cubicBezTo>
                    <a:pt x="364" y="293"/>
                    <a:pt x="392" y="254"/>
                    <a:pt x="365" y="227"/>
                  </a:cubicBezTo>
                  <a:cubicBezTo>
                    <a:pt x="276" y="155"/>
                    <a:pt x="169" y="87"/>
                    <a:pt x="97" y="14"/>
                  </a:cubicBezTo>
                  <a:cubicBezTo>
                    <a:pt x="87" y="4"/>
                    <a:pt x="74" y="0"/>
                    <a:pt x="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1" name="Google Shape;1641;p55"/>
          <p:cNvSpPr txBox="1"/>
          <p:nvPr/>
        </p:nvSpPr>
        <p:spPr>
          <a:xfrm>
            <a:off x="1340063" y="3331775"/>
            <a:ext cx="1533600" cy="49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Audiowide"/>
                <a:ea typeface="Audiowide"/>
                <a:cs typeface="Audiowide"/>
                <a:sym typeface="Audiowide"/>
              </a:rPr>
              <a:t>VENUS</a:t>
            </a:r>
            <a:endParaRPr sz="2000">
              <a:solidFill>
                <a:schemeClr val="dk1"/>
              </a:solidFill>
              <a:latin typeface="Audiowide"/>
              <a:ea typeface="Audiowide"/>
              <a:cs typeface="Audiowide"/>
              <a:sym typeface="Audiowide"/>
            </a:endParaRPr>
          </a:p>
        </p:txBody>
      </p:sp>
      <p:sp>
        <p:nvSpPr>
          <p:cNvPr id="1642" name="Google Shape;1642;p55"/>
          <p:cNvSpPr txBox="1"/>
          <p:nvPr/>
        </p:nvSpPr>
        <p:spPr>
          <a:xfrm>
            <a:off x="1025813" y="3682800"/>
            <a:ext cx="2162100" cy="61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Didact Gothic"/>
                <a:ea typeface="Didact Gothic"/>
                <a:cs typeface="Didact Gothic"/>
                <a:sym typeface="Didact Gothic"/>
              </a:rPr>
              <a:t>Venus is the second planet from the Sun</a:t>
            </a:r>
            <a:endParaRPr>
              <a:solidFill>
                <a:schemeClr val="lt1"/>
              </a:solidFill>
              <a:latin typeface="Didact Gothic"/>
              <a:ea typeface="Didact Gothic"/>
              <a:cs typeface="Didact Gothic"/>
              <a:sym typeface="Didact Gothic"/>
            </a:endParaRPr>
          </a:p>
        </p:txBody>
      </p:sp>
      <p:sp>
        <p:nvSpPr>
          <p:cNvPr id="1643" name="Google Shape;1643;p55"/>
          <p:cNvSpPr txBox="1"/>
          <p:nvPr/>
        </p:nvSpPr>
        <p:spPr>
          <a:xfrm>
            <a:off x="3792338" y="3331775"/>
            <a:ext cx="1533600" cy="49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Audiowide"/>
                <a:ea typeface="Audiowide"/>
                <a:cs typeface="Audiowide"/>
                <a:sym typeface="Audiowide"/>
              </a:rPr>
              <a:t>MARS</a:t>
            </a:r>
            <a:endParaRPr sz="2000">
              <a:solidFill>
                <a:schemeClr val="dk1"/>
              </a:solidFill>
              <a:latin typeface="Audiowide"/>
              <a:ea typeface="Audiowide"/>
              <a:cs typeface="Audiowide"/>
              <a:sym typeface="Audiowide"/>
            </a:endParaRPr>
          </a:p>
        </p:txBody>
      </p:sp>
      <p:sp>
        <p:nvSpPr>
          <p:cNvPr id="1644" name="Google Shape;1644;p55"/>
          <p:cNvSpPr txBox="1"/>
          <p:nvPr/>
        </p:nvSpPr>
        <p:spPr>
          <a:xfrm>
            <a:off x="3554263" y="3682775"/>
            <a:ext cx="2162100" cy="61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Didact Gothic"/>
                <a:ea typeface="Didact Gothic"/>
                <a:cs typeface="Didact Gothic"/>
                <a:sym typeface="Didact Gothic"/>
              </a:rPr>
              <a:t>Mars is actually a very cold place</a:t>
            </a:r>
            <a:endParaRPr>
              <a:solidFill>
                <a:schemeClr val="lt1"/>
              </a:solidFill>
              <a:latin typeface="Didact Gothic"/>
              <a:ea typeface="Didact Gothic"/>
              <a:cs typeface="Didact Gothic"/>
              <a:sym typeface="Didact Gothic"/>
            </a:endParaRPr>
          </a:p>
        </p:txBody>
      </p:sp>
      <p:sp>
        <p:nvSpPr>
          <p:cNvPr id="1645" name="Google Shape;1645;p55"/>
          <p:cNvSpPr txBox="1"/>
          <p:nvPr/>
        </p:nvSpPr>
        <p:spPr>
          <a:xfrm>
            <a:off x="6244613" y="3331775"/>
            <a:ext cx="1533600" cy="49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Audiowide"/>
                <a:ea typeface="Audiowide"/>
                <a:cs typeface="Audiowide"/>
                <a:sym typeface="Audiowide"/>
              </a:rPr>
              <a:t>JUPITER</a:t>
            </a:r>
            <a:endParaRPr sz="2000">
              <a:solidFill>
                <a:schemeClr val="dk1"/>
              </a:solidFill>
              <a:latin typeface="Audiowide"/>
              <a:ea typeface="Audiowide"/>
              <a:cs typeface="Audiowide"/>
              <a:sym typeface="Audiowide"/>
            </a:endParaRPr>
          </a:p>
        </p:txBody>
      </p:sp>
      <p:sp>
        <p:nvSpPr>
          <p:cNvPr id="1646" name="Google Shape;1646;p55"/>
          <p:cNvSpPr txBox="1"/>
          <p:nvPr/>
        </p:nvSpPr>
        <p:spPr>
          <a:xfrm>
            <a:off x="5956075" y="3682800"/>
            <a:ext cx="2162100" cy="61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Didact Gothic"/>
                <a:ea typeface="Didact Gothic"/>
                <a:cs typeface="Didact Gothic"/>
                <a:sym typeface="Didact Gothic"/>
              </a:rPr>
              <a:t>Jupiter is the biggest planet of them all</a:t>
            </a:r>
            <a:endParaRPr>
              <a:solidFill>
                <a:schemeClr val="lt1"/>
              </a:solidFill>
              <a:latin typeface="Didact Gothic"/>
              <a:ea typeface="Didact Gothic"/>
              <a:cs typeface="Didact Gothic"/>
              <a:sym typeface="Didact Gothic"/>
            </a:endParaRPr>
          </a:p>
        </p:txBody>
      </p:sp>
      <p:cxnSp>
        <p:nvCxnSpPr>
          <p:cNvPr id="1647" name="Google Shape;1647;p55"/>
          <p:cNvCxnSpPr/>
          <p:nvPr/>
        </p:nvCxnSpPr>
        <p:spPr>
          <a:xfrm rot="10800000">
            <a:off x="2128875" y="3000996"/>
            <a:ext cx="0" cy="326400"/>
          </a:xfrm>
          <a:prstGeom prst="straightConnector1">
            <a:avLst/>
          </a:prstGeom>
          <a:noFill/>
          <a:ln cap="rnd" cmpd="sng" w="28575">
            <a:solidFill>
              <a:schemeClr val="lt1"/>
            </a:solidFill>
            <a:prstDash val="dot"/>
            <a:round/>
            <a:headEnd len="med" w="med" type="none"/>
            <a:tailEnd len="med" w="med" type="none"/>
          </a:ln>
        </p:spPr>
      </p:cxnSp>
      <p:cxnSp>
        <p:nvCxnSpPr>
          <p:cNvPr id="1648" name="Google Shape;1648;p55"/>
          <p:cNvCxnSpPr/>
          <p:nvPr/>
        </p:nvCxnSpPr>
        <p:spPr>
          <a:xfrm rot="10800000">
            <a:off x="4569225" y="3000996"/>
            <a:ext cx="0" cy="326400"/>
          </a:xfrm>
          <a:prstGeom prst="straightConnector1">
            <a:avLst/>
          </a:prstGeom>
          <a:noFill/>
          <a:ln cap="rnd" cmpd="sng" w="28575">
            <a:solidFill>
              <a:schemeClr val="lt1"/>
            </a:solidFill>
            <a:prstDash val="dot"/>
            <a:round/>
            <a:headEnd len="med" w="med" type="none"/>
            <a:tailEnd len="med" w="med" type="none"/>
          </a:ln>
        </p:spPr>
      </p:cxnSp>
      <p:cxnSp>
        <p:nvCxnSpPr>
          <p:cNvPr id="1649" name="Google Shape;1649;p55"/>
          <p:cNvCxnSpPr/>
          <p:nvPr/>
        </p:nvCxnSpPr>
        <p:spPr>
          <a:xfrm rot="10800000">
            <a:off x="7033425" y="3034450"/>
            <a:ext cx="0" cy="326400"/>
          </a:xfrm>
          <a:prstGeom prst="straightConnector1">
            <a:avLst/>
          </a:prstGeom>
          <a:noFill/>
          <a:ln cap="rnd" cmpd="sng" w="28575">
            <a:solidFill>
              <a:schemeClr val="lt1"/>
            </a:solidFill>
            <a:prstDash val="dot"/>
            <a:round/>
            <a:headEnd len="med" w="med" type="none"/>
            <a:tailEnd len="med" w="med" type="none"/>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3" name="Shape 1653"/>
        <p:cNvGrpSpPr/>
        <p:nvPr/>
      </p:nvGrpSpPr>
      <p:grpSpPr>
        <a:xfrm>
          <a:off x="0" y="0"/>
          <a:ext cx="0" cy="0"/>
          <a:chOff x="0" y="0"/>
          <a:chExt cx="0" cy="0"/>
        </a:xfrm>
      </p:grpSpPr>
      <p:sp>
        <p:nvSpPr>
          <p:cNvPr id="1654" name="Google Shape;1654;p56"/>
          <p:cNvSpPr/>
          <p:nvPr/>
        </p:nvSpPr>
        <p:spPr>
          <a:xfrm flipH="1">
            <a:off x="-1143000" y="2064935"/>
            <a:ext cx="9402025" cy="683675"/>
          </a:xfrm>
          <a:custGeom>
            <a:rect b="b" l="l" r="r" t="t"/>
            <a:pathLst>
              <a:path extrusionOk="0" h="27347" w="376081">
                <a:moveTo>
                  <a:pt x="0" y="25259"/>
                </a:moveTo>
                <a:cubicBezTo>
                  <a:pt x="17971" y="23291"/>
                  <a:pt x="69977" y="13136"/>
                  <a:pt x="107823" y="13448"/>
                </a:cubicBezTo>
                <a:cubicBezTo>
                  <a:pt x="145669" y="13760"/>
                  <a:pt x="191453" y="29354"/>
                  <a:pt x="227076" y="27131"/>
                </a:cubicBezTo>
                <a:cubicBezTo>
                  <a:pt x="262700" y="24909"/>
                  <a:pt x="297752" y="1695"/>
                  <a:pt x="321564" y="113"/>
                </a:cubicBezTo>
                <a:cubicBezTo>
                  <a:pt x="345377" y="-1469"/>
                  <a:pt x="360871" y="14083"/>
                  <a:pt x="369951" y="17639"/>
                </a:cubicBezTo>
                <a:cubicBezTo>
                  <a:pt x="379032" y="21195"/>
                  <a:pt x="375031" y="20814"/>
                  <a:pt x="376047" y="21449"/>
                </a:cubicBezTo>
              </a:path>
            </a:pathLst>
          </a:custGeom>
          <a:noFill/>
          <a:ln cap="rnd" cmpd="sng" w="28575">
            <a:solidFill>
              <a:schemeClr val="lt1"/>
            </a:solidFill>
            <a:prstDash val="solid"/>
            <a:round/>
            <a:headEnd len="med" w="med" type="none"/>
            <a:tailEnd len="med" w="med" type="none"/>
          </a:ln>
        </p:spPr>
      </p:sp>
      <p:sp>
        <p:nvSpPr>
          <p:cNvPr id="1655" name="Google Shape;1655;p56"/>
          <p:cNvSpPr txBox="1"/>
          <p:nvPr>
            <p:ph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700">
                <a:solidFill>
                  <a:schemeClr val="dk1"/>
                </a:solidFill>
              </a:rPr>
              <a:t>THIS IS A TIMELINE</a:t>
            </a:r>
            <a:endParaRPr sz="2700"/>
          </a:p>
        </p:txBody>
      </p:sp>
      <p:grpSp>
        <p:nvGrpSpPr>
          <p:cNvPr id="1656" name="Google Shape;1656;p56"/>
          <p:cNvGrpSpPr/>
          <p:nvPr/>
        </p:nvGrpSpPr>
        <p:grpSpPr>
          <a:xfrm rot="-747539">
            <a:off x="4026571" y="2131990"/>
            <a:ext cx="1170081" cy="858237"/>
            <a:chOff x="5514644" y="271073"/>
            <a:chExt cx="1217137" cy="892883"/>
          </a:xfrm>
        </p:grpSpPr>
        <p:sp>
          <p:nvSpPr>
            <p:cNvPr id="1657" name="Google Shape;1657;p56"/>
            <p:cNvSpPr/>
            <p:nvPr/>
          </p:nvSpPr>
          <p:spPr>
            <a:xfrm rot="1073721">
              <a:off x="6364986" y="943912"/>
              <a:ext cx="19445" cy="205110"/>
            </a:xfrm>
            <a:custGeom>
              <a:rect b="b" l="l" r="r" t="t"/>
              <a:pathLst>
                <a:path extrusionOk="0" h="2616" w="248">
                  <a:moveTo>
                    <a:pt x="124" y="0"/>
                  </a:moveTo>
                  <a:cubicBezTo>
                    <a:pt x="62" y="0"/>
                    <a:pt x="0" y="40"/>
                    <a:pt x="0" y="118"/>
                  </a:cubicBezTo>
                  <a:lnTo>
                    <a:pt x="0" y="2484"/>
                  </a:lnTo>
                  <a:cubicBezTo>
                    <a:pt x="0" y="2571"/>
                    <a:pt x="62" y="2615"/>
                    <a:pt x="124" y="2615"/>
                  </a:cubicBezTo>
                  <a:cubicBezTo>
                    <a:pt x="186" y="2615"/>
                    <a:pt x="247" y="2571"/>
                    <a:pt x="247" y="2484"/>
                  </a:cubicBezTo>
                  <a:lnTo>
                    <a:pt x="247" y="118"/>
                  </a:lnTo>
                  <a:cubicBezTo>
                    <a:pt x="247" y="40"/>
                    <a:pt x="186" y="0"/>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6"/>
            <p:cNvSpPr/>
            <p:nvPr/>
          </p:nvSpPr>
          <p:spPr>
            <a:xfrm rot="1073721">
              <a:off x="6334036" y="1135778"/>
              <a:ext cx="59902" cy="19445"/>
            </a:xfrm>
            <a:custGeom>
              <a:rect b="b" l="l" r="r" t="t"/>
              <a:pathLst>
                <a:path extrusionOk="0" h="248" w="764">
                  <a:moveTo>
                    <a:pt x="124" y="1"/>
                  </a:moveTo>
                  <a:cubicBezTo>
                    <a:pt x="51" y="1"/>
                    <a:pt x="0" y="56"/>
                    <a:pt x="0" y="124"/>
                  </a:cubicBezTo>
                  <a:cubicBezTo>
                    <a:pt x="0" y="197"/>
                    <a:pt x="51" y="248"/>
                    <a:pt x="124" y="248"/>
                  </a:cubicBezTo>
                  <a:lnTo>
                    <a:pt x="639" y="248"/>
                  </a:lnTo>
                  <a:cubicBezTo>
                    <a:pt x="712" y="248"/>
                    <a:pt x="763" y="197"/>
                    <a:pt x="763" y="124"/>
                  </a:cubicBezTo>
                  <a:cubicBezTo>
                    <a:pt x="763" y="56"/>
                    <a:pt x="712" y="1"/>
                    <a:pt x="6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6"/>
            <p:cNvSpPr/>
            <p:nvPr/>
          </p:nvSpPr>
          <p:spPr>
            <a:xfrm rot="1073721">
              <a:off x="5681237" y="723128"/>
              <a:ext cx="19445" cy="205110"/>
            </a:xfrm>
            <a:custGeom>
              <a:rect b="b" l="l" r="r" t="t"/>
              <a:pathLst>
                <a:path extrusionOk="0" h="2616" w="248">
                  <a:moveTo>
                    <a:pt x="124" y="0"/>
                  </a:moveTo>
                  <a:cubicBezTo>
                    <a:pt x="62" y="0"/>
                    <a:pt x="0" y="40"/>
                    <a:pt x="0" y="118"/>
                  </a:cubicBezTo>
                  <a:lnTo>
                    <a:pt x="0" y="2484"/>
                  </a:lnTo>
                  <a:cubicBezTo>
                    <a:pt x="0" y="2571"/>
                    <a:pt x="62" y="2615"/>
                    <a:pt x="124" y="2615"/>
                  </a:cubicBezTo>
                  <a:cubicBezTo>
                    <a:pt x="185" y="2615"/>
                    <a:pt x="247" y="2571"/>
                    <a:pt x="247" y="2484"/>
                  </a:cubicBezTo>
                  <a:lnTo>
                    <a:pt x="247" y="118"/>
                  </a:lnTo>
                  <a:cubicBezTo>
                    <a:pt x="247" y="40"/>
                    <a:pt x="185" y="0"/>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6"/>
            <p:cNvSpPr/>
            <p:nvPr/>
          </p:nvSpPr>
          <p:spPr>
            <a:xfrm rot="1073721">
              <a:off x="5611755" y="902767"/>
              <a:ext cx="61235" cy="19445"/>
            </a:xfrm>
            <a:custGeom>
              <a:rect b="b" l="l" r="r" t="t"/>
              <a:pathLst>
                <a:path extrusionOk="0" h="248" w="781">
                  <a:moveTo>
                    <a:pt x="141" y="1"/>
                  </a:moveTo>
                  <a:cubicBezTo>
                    <a:pt x="73" y="1"/>
                    <a:pt x="0" y="56"/>
                    <a:pt x="17" y="124"/>
                  </a:cubicBezTo>
                  <a:cubicBezTo>
                    <a:pt x="17" y="197"/>
                    <a:pt x="73" y="248"/>
                    <a:pt x="141" y="248"/>
                  </a:cubicBezTo>
                  <a:lnTo>
                    <a:pt x="657" y="248"/>
                  </a:lnTo>
                  <a:cubicBezTo>
                    <a:pt x="712" y="248"/>
                    <a:pt x="780" y="197"/>
                    <a:pt x="780" y="124"/>
                  </a:cubicBezTo>
                  <a:cubicBezTo>
                    <a:pt x="763" y="56"/>
                    <a:pt x="712" y="1"/>
                    <a:pt x="6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6"/>
            <p:cNvSpPr/>
            <p:nvPr/>
          </p:nvSpPr>
          <p:spPr>
            <a:xfrm rot="1073721">
              <a:off x="5839806" y="892084"/>
              <a:ext cx="390069" cy="84992"/>
            </a:xfrm>
            <a:custGeom>
              <a:rect b="b" l="l" r="r" t="t"/>
              <a:pathLst>
                <a:path extrusionOk="0" h="1084" w="4975">
                  <a:moveTo>
                    <a:pt x="4459" y="1"/>
                  </a:moveTo>
                  <a:cubicBezTo>
                    <a:pt x="3142" y="1"/>
                    <a:pt x="1829" y="90"/>
                    <a:pt x="499" y="90"/>
                  </a:cubicBezTo>
                  <a:cubicBezTo>
                    <a:pt x="248" y="90"/>
                    <a:pt x="1" y="320"/>
                    <a:pt x="1" y="589"/>
                  </a:cubicBezTo>
                  <a:cubicBezTo>
                    <a:pt x="18" y="853"/>
                    <a:pt x="231" y="1083"/>
                    <a:pt x="499" y="1083"/>
                  </a:cubicBezTo>
                  <a:cubicBezTo>
                    <a:pt x="1829" y="1083"/>
                    <a:pt x="3142" y="1015"/>
                    <a:pt x="4459" y="1015"/>
                  </a:cubicBezTo>
                  <a:cubicBezTo>
                    <a:pt x="4723" y="1015"/>
                    <a:pt x="4975" y="785"/>
                    <a:pt x="4975" y="499"/>
                  </a:cubicBezTo>
                  <a:cubicBezTo>
                    <a:pt x="4954" y="231"/>
                    <a:pt x="4741" y="1"/>
                    <a:pt x="44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6"/>
            <p:cNvSpPr/>
            <p:nvPr/>
          </p:nvSpPr>
          <p:spPr>
            <a:xfrm rot="1073721">
              <a:off x="5918037" y="945680"/>
              <a:ext cx="47592" cy="46103"/>
            </a:xfrm>
            <a:custGeom>
              <a:rect b="b" l="l" r="r" t="t"/>
              <a:pathLst>
                <a:path extrusionOk="0" h="588" w="607">
                  <a:moveTo>
                    <a:pt x="46" y="1"/>
                  </a:moveTo>
                  <a:cubicBezTo>
                    <a:pt x="23" y="1"/>
                    <a:pt x="1" y="14"/>
                    <a:pt x="1" y="39"/>
                  </a:cubicBezTo>
                  <a:cubicBezTo>
                    <a:pt x="1" y="146"/>
                    <a:pt x="18" y="270"/>
                    <a:pt x="56" y="376"/>
                  </a:cubicBezTo>
                  <a:cubicBezTo>
                    <a:pt x="90" y="449"/>
                    <a:pt x="125" y="521"/>
                    <a:pt x="214" y="555"/>
                  </a:cubicBezTo>
                  <a:cubicBezTo>
                    <a:pt x="250" y="578"/>
                    <a:pt x="285" y="588"/>
                    <a:pt x="318" y="588"/>
                  </a:cubicBezTo>
                  <a:cubicBezTo>
                    <a:pt x="416" y="588"/>
                    <a:pt x="500" y="502"/>
                    <a:pt x="551" y="397"/>
                  </a:cubicBezTo>
                  <a:cubicBezTo>
                    <a:pt x="606" y="291"/>
                    <a:pt x="606" y="163"/>
                    <a:pt x="606" y="39"/>
                  </a:cubicBezTo>
                  <a:cubicBezTo>
                    <a:pt x="606" y="14"/>
                    <a:pt x="584" y="1"/>
                    <a:pt x="561" y="1"/>
                  </a:cubicBezTo>
                  <a:cubicBezTo>
                    <a:pt x="539" y="1"/>
                    <a:pt x="517" y="14"/>
                    <a:pt x="517" y="39"/>
                  </a:cubicBezTo>
                  <a:cubicBezTo>
                    <a:pt x="534" y="129"/>
                    <a:pt x="517" y="235"/>
                    <a:pt x="483" y="325"/>
                  </a:cubicBezTo>
                  <a:cubicBezTo>
                    <a:pt x="483" y="359"/>
                    <a:pt x="461" y="397"/>
                    <a:pt x="444" y="431"/>
                  </a:cubicBezTo>
                  <a:cubicBezTo>
                    <a:pt x="427" y="449"/>
                    <a:pt x="393" y="466"/>
                    <a:pt x="376" y="483"/>
                  </a:cubicBezTo>
                  <a:lnTo>
                    <a:pt x="355" y="483"/>
                  </a:lnTo>
                  <a:lnTo>
                    <a:pt x="355" y="504"/>
                  </a:lnTo>
                  <a:lnTo>
                    <a:pt x="248" y="504"/>
                  </a:lnTo>
                  <a:cubicBezTo>
                    <a:pt x="262" y="504"/>
                    <a:pt x="258" y="494"/>
                    <a:pt x="253" y="494"/>
                  </a:cubicBezTo>
                  <a:lnTo>
                    <a:pt x="253" y="494"/>
                  </a:lnTo>
                  <a:cubicBezTo>
                    <a:pt x="251" y="494"/>
                    <a:pt x="248" y="497"/>
                    <a:pt x="248" y="504"/>
                  </a:cubicBezTo>
                  <a:lnTo>
                    <a:pt x="248" y="483"/>
                  </a:lnTo>
                  <a:lnTo>
                    <a:pt x="231" y="483"/>
                  </a:lnTo>
                  <a:lnTo>
                    <a:pt x="214" y="466"/>
                  </a:lnTo>
                  <a:cubicBezTo>
                    <a:pt x="214" y="466"/>
                    <a:pt x="197" y="466"/>
                    <a:pt x="197" y="449"/>
                  </a:cubicBezTo>
                  <a:cubicBezTo>
                    <a:pt x="180" y="431"/>
                    <a:pt x="163" y="414"/>
                    <a:pt x="142" y="376"/>
                  </a:cubicBezTo>
                  <a:cubicBezTo>
                    <a:pt x="90" y="270"/>
                    <a:pt x="90" y="146"/>
                    <a:pt x="90" y="39"/>
                  </a:cubicBezTo>
                  <a:cubicBezTo>
                    <a:pt x="90" y="14"/>
                    <a:pt x="68" y="1"/>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6"/>
            <p:cNvSpPr/>
            <p:nvPr/>
          </p:nvSpPr>
          <p:spPr>
            <a:xfrm rot="1073721">
              <a:off x="5997668" y="968491"/>
              <a:ext cx="43202" cy="50572"/>
            </a:xfrm>
            <a:custGeom>
              <a:rect b="b" l="l" r="r" t="t"/>
              <a:pathLst>
                <a:path extrusionOk="0" h="645" w="551">
                  <a:moveTo>
                    <a:pt x="67" y="1"/>
                  </a:moveTo>
                  <a:cubicBezTo>
                    <a:pt x="50" y="1"/>
                    <a:pt x="35" y="10"/>
                    <a:pt x="35" y="33"/>
                  </a:cubicBezTo>
                  <a:cubicBezTo>
                    <a:pt x="18" y="123"/>
                    <a:pt x="1" y="212"/>
                    <a:pt x="1" y="298"/>
                  </a:cubicBezTo>
                  <a:cubicBezTo>
                    <a:pt x="18" y="387"/>
                    <a:pt x="18" y="494"/>
                    <a:pt x="90" y="566"/>
                  </a:cubicBezTo>
                  <a:cubicBezTo>
                    <a:pt x="129" y="622"/>
                    <a:pt x="191" y="645"/>
                    <a:pt x="266" y="645"/>
                  </a:cubicBezTo>
                  <a:cubicBezTo>
                    <a:pt x="289" y="645"/>
                    <a:pt x="312" y="642"/>
                    <a:pt x="337" y="639"/>
                  </a:cubicBezTo>
                  <a:cubicBezTo>
                    <a:pt x="444" y="617"/>
                    <a:pt x="516" y="532"/>
                    <a:pt x="533" y="425"/>
                  </a:cubicBezTo>
                  <a:cubicBezTo>
                    <a:pt x="550" y="298"/>
                    <a:pt x="533" y="174"/>
                    <a:pt x="533" y="67"/>
                  </a:cubicBezTo>
                  <a:cubicBezTo>
                    <a:pt x="533" y="42"/>
                    <a:pt x="511" y="29"/>
                    <a:pt x="489" y="29"/>
                  </a:cubicBezTo>
                  <a:cubicBezTo>
                    <a:pt x="466" y="29"/>
                    <a:pt x="444" y="42"/>
                    <a:pt x="444" y="67"/>
                  </a:cubicBezTo>
                  <a:cubicBezTo>
                    <a:pt x="444" y="157"/>
                    <a:pt x="461" y="246"/>
                    <a:pt x="461" y="336"/>
                  </a:cubicBezTo>
                  <a:cubicBezTo>
                    <a:pt x="461" y="425"/>
                    <a:pt x="427" y="511"/>
                    <a:pt x="354" y="549"/>
                  </a:cubicBezTo>
                  <a:cubicBezTo>
                    <a:pt x="320" y="566"/>
                    <a:pt x="269" y="566"/>
                    <a:pt x="231" y="566"/>
                  </a:cubicBezTo>
                  <a:cubicBezTo>
                    <a:pt x="197" y="566"/>
                    <a:pt x="180" y="549"/>
                    <a:pt x="163" y="511"/>
                  </a:cubicBezTo>
                  <a:cubicBezTo>
                    <a:pt x="107" y="477"/>
                    <a:pt x="90" y="387"/>
                    <a:pt x="90" y="319"/>
                  </a:cubicBezTo>
                  <a:cubicBezTo>
                    <a:pt x="90" y="229"/>
                    <a:pt x="90" y="140"/>
                    <a:pt x="107" y="50"/>
                  </a:cubicBezTo>
                  <a:cubicBezTo>
                    <a:pt x="117" y="20"/>
                    <a:pt x="90" y="1"/>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6"/>
            <p:cNvSpPr/>
            <p:nvPr/>
          </p:nvSpPr>
          <p:spPr>
            <a:xfrm rot="1073721">
              <a:off x="6065592" y="992304"/>
              <a:ext cx="45867" cy="46024"/>
            </a:xfrm>
            <a:custGeom>
              <a:rect b="b" l="l" r="r" t="t"/>
              <a:pathLst>
                <a:path extrusionOk="0" h="587" w="585">
                  <a:moveTo>
                    <a:pt x="518" y="0"/>
                  </a:moveTo>
                  <a:cubicBezTo>
                    <a:pt x="494" y="0"/>
                    <a:pt x="468" y="19"/>
                    <a:pt x="478" y="48"/>
                  </a:cubicBezTo>
                  <a:cubicBezTo>
                    <a:pt x="495" y="193"/>
                    <a:pt x="512" y="406"/>
                    <a:pt x="371" y="475"/>
                  </a:cubicBezTo>
                  <a:cubicBezTo>
                    <a:pt x="346" y="494"/>
                    <a:pt x="311" y="503"/>
                    <a:pt x="275" y="503"/>
                  </a:cubicBezTo>
                  <a:cubicBezTo>
                    <a:pt x="239" y="503"/>
                    <a:pt x="203" y="494"/>
                    <a:pt x="175" y="475"/>
                  </a:cubicBezTo>
                  <a:cubicBezTo>
                    <a:pt x="175" y="475"/>
                    <a:pt x="158" y="458"/>
                    <a:pt x="158" y="440"/>
                  </a:cubicBezTo>
                  <a:cubicBezTo>
                    <a:pt x="141" y="440"/>
                    <a:pt x="141" y="423"/>
                    <a:pt x="124" y="406"/>
                  </a:cubicBezTo>
                  <a:cubicBezTo>
                    <a:pt x="124" y="385"/>
                    <a:pt x="107" y="351"/>
                    <a:pt x="107" y="317"/>
                  </a:cubicBezTo>
                  <a:cubicBezTo>
                    <a:pt x="86" y="227"/>
                    <a:pt x="86" y="138"/>
                    <a:pt x="69" y="65"/>
                  </a:cubicBezTo>
                  <a:cubicBezTo>
                    <a:pt x="69" y="48"/>
                    <a:pt x="52" y="14"/>
                    <a:pt x="35" y="14"/>
                  </a:cubicBezTo>
                  <a:cubicBezTo>
                    <a:pt x="17" y="14"/>
                    <a:pt x="0" y="48"/>
                    <a:pt x="0" y="65"/>
                  </a:cubicBezTo>
                  <a:cubicBezTo>
                    <a:pt x="0" y="155"/>
                    <a:pt x="0" y="244"/>
                    <a:pt x="17" y="317"/>
                  </a:cubicBezTo>
                  <a:cubicBezTo>
                    <a:pt x="35" y="406"/>
                    <a:pt x="52" y="475"/>
                    <a:pt x="124" y="530"/>
                  </a:cubicBezTo>
                  <a:cubicBezTo>
                    <a:pt x="164" y="570"/>
                    <a:pt x="217" y="586"/>
                    <a:pt x="272" y="586"/>
                  </a:cubicBezTo>
                  <a:cubicBezTo>
                    <a:pt x="311" y="586"/>
                    <a:pt x="351" y="578"/>
                    <a:pt x="388" y="564"/>
                  </a:cubicBezTo>
                  <a:cubicBezTo>
                    <a:pt x="478" y="530"/>
                    <a:pt x="533" y="458"/>
                    <a:pt x="550" y="351"/>
                  </a:cubicBezTo>
                  <a:cubicBezTo>
                    <a:pt x="584" y="244"/>
                    <a:pt x="567" y="138"/>
                    <a:pt x="550" y="31"/>
                  </a:cubicBezTo>
                  <a:cubicBezTo>
                    <a:pt x="550" y="10"/>
                    <a:pt x="535" y="0"/>
                    <a:pt x="5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6"/>
            <p:cNvSpPr/>
            <p:nvPr/>
          </p:nvSpPr>
          <p:spPr>
            <a:xfrm rot="1073721">
              <a:off x="6211211" y="353367"/>
              <a:ext cx="12780" cy="79425"/>
            </a:xfrm>
            <a:custGeom>
              <a:rect b="b" l="l" r="r" t="t"/>
              <a:pathLst>
                <a:path extrusionOk="0" h="1013" w="163">
                  <a:moveTo>
                    <a:pt x="82" y="0"/>
                  </a:moveTo>
                  <a:cubicBezTo>
                    <a:pt x="41" y="0"/>
                    <a:pt x="1" y="27"/>
                    <a:pt x="1" y="80"/>
                  </a:cubicBezTo>
                  <a:lnTo>
                    <a:pt x="1" y="933"/>
                  </a:lnTo>
                  <a:cubicBezTo>
                    <a:pt x="1" y="986"/>
                    <a:pt x="41" y="1013"/>
                    <a:pt x="82" y="1013"/>
                  </a:cubicBezTo>
                  <a:cubicBezTo>
                    <a:pt x="122" y="1013"/>
                    <a:pt x="163" y="986"/>
                    <a:pt x="163" y="933"/>
                  </a:cubicBezTo>
                  <a:lnTo>
                    <a:pt x="163" y="80"/>
                  </a:lnTo>
                  <a:cubicBezTo>
                    <a:pt x="163" y="27"/>
                    <a:pt x="122" y="0"/>
                    <a:pt x="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6"/>
            <p:cNvSpPr/>
            <p:nvPr/>
          </p:nvSpPr>
          <p:spPr>
            <a:xfrm rot="1073721">
              <a:off x="6210400" y="333966"/>
              <a:ext cx="40457" cy="38811"/>
            </a:xfrm>
            <a:custGeom>
              <a:rect b="b" l="l" r="r" t="t"/>
              <a:pathLst>
                <a:path extrusionOk="0" h="495" w="516">
                  <a:moveTo>
                    <a:pt x="247" y="0"/>
                  </a:moveTo>
                  <a:cubicBezTo>
                    <a:pt x="124" y="0"/>
                    <a:pt x="0" y="107"/>
                    <a:pt x="0" y="248"/>
                  </a:cubicBezTo>
                  <a:cubicBezTo>
                    <a:pt x="0" y="388"/>
                    <a:pt x="124" y="495"/>
                    <a:pt x="247" y="495"/>
                  </a:cubicBezTo>
                  <a:cubicBezTo>
                    <a:pt x="388" y="495"/>
                    <a:pt x="516" y="388"/>
                    <a:pt x="516" y="248"/>
                  </a:cubicBezTo>
                  <a:cubicBezTo>
                    <a:pt x="516" y="107"/>
                    <a:pt x="388"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6"/>
            <p:cNvSpPr/>
            <p:nvPr/>
          </p:nvSpPr>
          <p:spPr>
            <a:xfrm rot="1073721">
              <a:off x="6159788" y="394400"/>
              <a:ext cx="97694" cy="57236"/>
            </a:xfrm>
            <a:custGeom>
              <a:rect b="b" l="l" r="r" t="t"/>
              <a:pathLst>
                <a:path extrusionOk="0" h="730" w="1246">
                  <a:moveTo>
                    <a:pt x="1" y="729"/>
                  </a:moveTo>
                  <a:cubicBezTo>
                    <a:pt x="1" y="1"/>
                    <a:pt x="1246" y="90"/>
                    <a:pt x="1211" y="7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6"/>
            <p:cNvSpPr/>
            <p:nvPr/>
          </p:nvSpPr>
          <p:spPr>
            <a:xfrm rot="1073721">
              <a:off x="6154495" y="407873"/>
              <a:ext cx="102084" cy="46416"/>
            </a:xfrm>
            <a:custGeom>
              <a:rect b="b" l="l" r="r" t="t"/>
              <a:pathLst>
                <a:path extrusionOk="0" h="592" w="1302">
                  <a:moveTo>
                    <a:pt x="636" y="1"/>
                  </a:moveTo>
                  <a:cubicBezTo>
                    <a:pt x="457" y="1"/>
                    <a:pt x="281" y="54"/>
                    <a:pt x="163" y="158"/>
                  </a:cubicBezTo>
                  <a:cubicBezTo>
                    <a:pt x="56" y="248"/>
                    <a:pt x="1" y="393"/>
                    <a:pt x="1" y="550"/>
                  </a:cubicBezTo>
                  <a:cubicBezTo>
                    <a:pt x="1" y="578"/>
                    <a:pt x="19" y="592"/>
                    <a:pt x="37" y="592"/>
                  </a:cubicBezTo>
                  <a:cubicBezTo>
                    <a:pt x="55" y="592"/>
                    <a:pt x="73" y="578"/>
                    <a:pt x="73" y="550"/>
                  </a:cubicBezTo>
                  <a:cubicBezTo>
                    <a:pt x="84" y="233"/>
                    <a:pt x="360" y="75"/>
                    <a:pt x="642" y="75"/>
                  </a:cubicBezTo>
                  <a:cubicBezTo>
                    <a:pt x="804" y="75"/>
                    <a:pt x="967" y="127"/>
                    <a:pt x="1084" y="231"/>
                  </a:cubicBezTo>
                  <a:cubicBezTo>
                    <a:pt x="1173" y="320"/>
                    <a:pt x="1207" y="427"/>
                    <a:pt x="1207" y="550"/>
                  </a:cubicBezTo>
                  <a:cubicBezTo>
                    <a:pt x="1199" y="578"/>
                    <a:pt x="1217" y="592"/>
                    <a:pt x="1237" y="592"/>
                  </a:cubicBezTo>
                  <a:cubicBezTo>
                    <a:pt x="1257" y="592"/>
                    <a:pt x="1280" y="578"/>
                    <a:pt x="1280" y="550"/>
                  </a:cubicBezTo>
                  <a:cubicBezTo>
                    <a:pt x="1302" y="182"/>
                    <a:pt x="966" y="1"/>
                    <a:pt x="6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6"/>
            <p:cNvSpPr/>
            <p:nvPr/>
          </p:nvSpPr>
          <p:spPr>
            <a:xfrm rot="1073721">
              <a:off x="5568922" y="428626"/>
              <a:ext cx="1108580" cy="527828"/>
            </a:xfrm>
            <a:custGeom>
              <a:rect b="b" l="l" r="r" t="t"/>
              <a:pathLst>
                <a:path extrusionOk="0" h="6732" w="14139">
                  <a:moveTo>
                    <a:pt x="8205" y="124"/>
                  </a:moveTo>
                  <a:cubicBezTo>
                    <a:pt x="8525" y="197"/>
                    <a:pt x="8828" y="286"/>
                    <a:pt x="9130" y="427"/>
                  </a:cubicBezTo>
                  <a:cubicBezTo>
                    <a:pt x="9433" y="585"/>
                    <a:pt x="9697" y="819"/>
                    <a:pt x="9910" y="1083"/>
                  </a:cubicBezTo>
                  <a:cubicBezTo>
                    <a:pt x="10089" y="1297"/>
                    <a:pt x="10247" y="1510"/>
                    <a:pt x="10409" y="1723"/>
                  </a:cubicBezTo>
                  <a:lnTo>
                    <a:pt x="10409" y="1723"/>
                  </a:lnTo>
                  <a:cubicBezTo>
                    <a:pt x="10673" y="1902"/>
                    <a:pt x="10673" y="2221"/>
                    <a:pt x="10797" y="2469"/>
                  </a:cubicBezTo>
                  <a:cubicBezTo>
                    <a:pt x="10852" y="2592"/>
                    <a:pt x="10886" y="2737"/>
                    <a:pt x="10925" y="2861"/>
                  </a:cubicBezTo>
                  <a:cubicBezTo>
                    <a:pt x="10942" y="2912"/>
                    <a:pt x="10976" y="2950"/>
                    <a:pt x="11031" y="2929"/>
                  </a:cubicBezTo>
                  <a:cubicBezTo>
                    <a:pt x="11313" y="2912"/>
                    <a:pt x="11598" y="2895"/>
                    <a:pt x="11901" y="2895"/>
                  </a:cubicBezTo>
                  <a:cubicBezTo>
                    <a:pt x="12310" y="2895"/>
                    <a:pt x="12327" y="2895"/>
                    <a:pt x="12753" y="2912"/>
                  </a:cubicBezTo>
                  <a:cubicBezTo>
                    <a:pt x="12911" y="2929"/>
                    <a:pt x="13073" y="2984"/>
                    <a:pt x="13231" y="3036"/>
                  </a:cubicBezTo>
                  <a:cubicBezTo>
                    <a:pt x="13674" y="3163"/>
                    <a:pt x="14139" y="3837"/>
                    <a:pt x="14032" y="4314"/>
                  </a:cubicBezTo>
                  <a:cubicBezTo>
                    <a:pt x="14015" y="4404"/>
                    <a:pt x="14015" y="4476"/>
                    <a:pt x="13994" y="4566"/>
                  </a:cubicBezTo>
                  <a:cubicBezTo>
                    <a:pt x="13926" y="4902"/>
                    <a:pt x="13695" y="5099"/>
                    <a:pt x="13393" y="5205"/>
                  </a:cubicBezTo>
                  <a:cubicBezTo>
                    <a:pt x="13141" y="5312"/>
                    <a:pt x="12860" y="5380"/>
                    <a:pt x="12574" y="5435"/>
                  </a:cubicBezTo>
                  <a:cubicBezTo>
                    <a:pt x="11969" y="5542"/>
                    <a:pt x="11739" y="5631"/>
                    <a:pt x="11117" y="5614"/>
                  </a:cubicBezTo>
                  <a:cubicBezTo>
                    <a:pt x="10959" y="5614"/>
                    <a:pt x="10797" y="5593"/>
                    <a:pt x="10622" y="5593"/>
                  </a:cubicBezTo>
                  <a:cubicBezTo>
                    <a:pt x="10533" y="5576"/>
                    <a:pt x="10477" y="5631"/>
                    <a:pt x="10426" y="5721"/>
                  </a:cubicBezTo>
                  <a:cubicBezTo>
                    <a:pt x="10213" y="6092"/>
                    <a:pt x="9910" y="6360"/>
                    <a:pt x="9450" y="6428"/>
                  </a:cubicBezTo>
                  <a:cubicBezTo>
                    <a:pt x="9181" y="6467"/>
                    <a:pt x="8900" y="6518"/>
                    <a:pt x="8615" y="6552"/>
                  </a:cubicBezTo>
                  <a:cubicBezTo>
                    <a:pt x="8384" y="6590"/>
                    <a:pt x="8154" y="6573"/>
                    <a:pt x="7941" y="6607"/>
                  </a:cubicBezTo>
                  <a:cubicBezTo>
                    <a:pt x="7549" y="6680"/>
                    <a:pt x="7157" y="6731"/>
                    <a:pt x="6769" y="6714"/>
                  </a:cubicBezTo>
                  <a:cubicBezTo>
                    <a:pt x="6002" y="6697"/>
                    <a:pt x="5222" y="6680"/>
                    <a:pt x="4459" y="6642"/>
                  </a:cubicBezTo>
                  <a:cubicBezTo>
                    <a:pt x="4122" y="6624"/>
                    <a:pt x="3836" y="6484"/>
                    <a:pt x="3572" y="6288"/>
                  </a:cubicBezTo>
                  <a:cubicBezTo>
                    <a:pt x="3410" y="6164"/>
                    <a:pt x="3304" y="5968"/>
                    <a:pt x="3253" y="5772"/>
                  </a:cubicBezTo>
                  <a:cubicBezTo>
                    <a:pt x="3231" y="5683"/>
                    <a:pt x="3180" y="5648"/>
                    <a:pt x="3108" y="5648"/>
                  </a:cubicBezTo>
                  <a:cubicBezTo>
                    <a:pt x="2754" y="5648"/>
                    <a:pt x="2400" y="5631"/>
                    <a:pt x="2059" y="5614"/>
                  </a:cubicBezTo>
                  <a:cubicBezTo>
                    <a:pt x="1654" y="5614"/>
                    <a:pt x="1245" y="5525"/>
                    <a:pt x="836" y="5435"/>
                  </a:cubicBezTo>
                  <a:cubicBezTo>
                    <a:pt x="802" y="5435"/>
                    <a:pt x="746" y="5418"/>
                    <a:pt x="712" y="5418"/>
                  </a:cubicBezTo>
                  <a:cubicBezTo>
                    <a:pt x="499" y="5418"/>
                    <a:pt x="375" y="5295"/>
                    <a:pt x="286" y="5133"/>
                  </a:cubicBezTo>
                  <a:cubicBezTo>
                    <a:pt x="90" y="4813"/>
                    <a:pt x="0" y="4476"/>
                    <a:pt x="90" y="4101"/>
                  </a:cubicBezTo>
                  <a:cubicBezTo>
                    <a:pt x="162" y="3764"/>
                    <a:pt x="392" y="3517"/>
                    <a:pt x="746" y="3411"/>
                  </a:cubicBezTo>
                  <a:cubicBezTo>
                    <a:pt x="976" y="3321"/>
                    <a:pt x="1207" y="3215"/>
                    <a:pt x="1458" y="3180"/>
                  </a:cubicBezTo>
                  <a:cubicBezTo>
                    <a:pt x="1812" y="3108"/>
                    <a:pt x="2187" y="3091"/>
                    <a:pt x="2558" y="3057"/>
                  </a:cubicBezTo>
                  <a:cubicBezTo>
                    <a:pt x="2720" y="3036"/>
                    <a:pt x="2877" y="3036"/>
                    <a:pt x="3039" y="3019"/>
                  </a:cubicBezTo>
                  <a:cubicBezTo>
                    <a:pt x="3056" y="3019"/>
                    <a:pt x="3108" y="2984"/>
                    <a:pt x="3125" y="2950"/>
                  </a:cubicBezTo>
                  <a:cubicBezTo>
                    <a:pt x="3304" y="2396"/>
                    <a:pt x="3623" y="1936"/>
                    <a:pt x="3943" y="1458"/>
                  </a:cubicBezTo>
                  <a:cubicBezTo>
                    <a:pt x="4386" y="853"/>
                    <a:pt x="4975" y="461"/>
                    <a:pt x="5682" y="231"/>
                  </a:cubicBezTo>
                  <a:cubicBezTo>
                    <a:pt x="6181" y="73"/>
                    <a:pt x="6662" y="1"/>
                    <a:pt x="7174" y="35"/>
                  </a:cubicBezTo>
                  <a:moveTo>
                    <a:pt x="4122" y="3198"/>
                  </a:moveTo>
                  <a:lnTo>
                    <a:pt x="2805" y="3198"/>
                  </a:lnTo>
                  <a:cubicBezTo>
                    <a:pt x="2558" y="3198"/>
                    <a:pt x="2311" y="3215"/>
                    <a:pt x="2059" y="3232"/>
                  </a:cubicBezTo>
                  <a:cubicBezTo>
                    <a:pt x="1633" y="3249"/>
                    <a:pt x="1245" y="3394"/>
                    <a:pt x="836" y="3534"/>
                  </a:cubicBezTo>
                  <a:cubicBezTo>
                    <a:pt x="533" y="3641"/>
                    <a:pt x="320" y="3854"/>
                    <a:pt x="269" y="4191"/>
                  </a:cubicBezTo>
                  <a:cubicBezTo>
                    <a:pt x="179" y="4549"/>
                    <a:pt x="303" y="4847"/>
                    <a:pt x="533" y="5133"/>
                  </a:cubicBezTo>
                  <a:cubicBezTo>
                    <a:pt x="567" y="5188"/>
                    <a:pt x="657" y="5222"/>
                    <a:pt x="746" y="5256"/>
                  </a:cubicBezTo>
                  <a:cubicBezTo>
                    <a:pt x="1475" y="5435"/>
                    <a:pt x="2221" y="5486"/>
                    <a:pt x="2967" y="5486"/>
                  </a:cubicBezTo>
                  <a:cubicBezTo>
                    <a:pt x="3747" y="5508"/>
                    <a:pt x="4531" y="5508"/>
                    <a:pt x="5311" y="5486"/>
                  </a:cubicBezTo>
                  <a:cubicBezTo>
                    <a:pt x="6091" y="5469"/>
                    <a:pt x="6854" y="5452"/>
                    <a:pt x="7638" y="5418"/>
                  </a:cubicBezTo>
                  <a:cubicBezTo>
                    <a:pt x="8099" y="5418"/>
                    <a:pt x="8542" y="5401"/>
                    <a:pt x="8985" y="5401"/>
                  </a:cubicBezTo>
                  <a:cubicBezTo>
                    <a:pt x="9343" y="5418"/>
                    <a:pt x="9697" y="5435"/>
                    <a:pt x="10051" y="5435"/>
                  </a:cubicBezTo>
                  <a:cubicBezTo>
                    <a:pt x="10285" y="5452"/>
                    <a:pt x="10533" y="5435"/>
                    <a:pt x="10763" y="5435"/>
                  </a:cubicBezTo>
                  <a:cubicBezTo>
                    <a:pt x="11138" y="5452"/>
                    <a:pt x="11509" y="5486"/>
                    <a:pt x="11884" y="5435"/>
                  </a:cubicBezTo>
                  <a:cubicBezTo>
                    <a:pt x="12255" y="5380"/>
                    <a:pt x="12221" y="5329"/>
                    <a:pt x="12591" y="5273"/>
                  </a:cubicBezTo>
                  <a:cubicBezTo>
                    <a:pt x="12894" y="5239"/>
                    <a:pt x="13197" y="5150"/>
                    <a:pt x="13461" y="4992"/>
                  </a:cubicBezTo>
                  <a:cubicBezTo>
                    <a:pt x="13836" y="4779"/>
                    <a:pt x="13887" y="4476"/>
                    <a:pt x="13836" y="4033"/>
                  </a:cubicBezTo>
                  <a:cubicBezTo>
                    <a:pt x="13712" y="3803"/>
                    <a:pt x="13589" y="3590"/>
                    <a:pt x="13461" y="3377"/>
                  </a:cubicBezTo>
                  <a:cubicBezTo>
                    <a:pt x="13444" y="3338"/>
                    <a:pt x="13427" y="3338"/>
                    <a:pt x="13410" y="3321"/>
                  </a:cubicBezTo>
                  <a:cubicBezTo>
                    <a:pt x="13214" y="3215"/>
                    <a:pt x="13001" y="3108"/>
                    <a:pt x="12770" y="3091"/>
                  </a:cubicBezTo>
                  <a:cubicBezTo>
                    <a:pt x="12327" y="3074"/>
                    <a:pt x="12255" y="3057"/>
                    <a:pt x="11811" y="3057"/>
                  </a:cubicBezTo>
                  <a:cubicBezTo>
                    <a:pt x="11313" y="3057"/>
                    <a:pt x="10835" y="3108"/>
                    <a:pt x="10354" y="3125"/>
                  </a:cubicBezTo>
                  <a:cubicBezTo>
                    <a:pt x="9893" y="3142"/>
                    <a:pt x="9433" y="3142"/>
                    <a:pt x="8968" y="3163"/>
                  </a:cubicBezTo>
                  <a:cubicBezTo>
                    <a:pt x="8312" y="3180"/>
                    <a:pt x="7638" y="3232"/>
                    <a:pt x="6961" y="3249"/>
                  </a:cubicBezTo>
                  <a:cubicBezTo>
                    <a:pt x="6590" y="3270"/>
                    <a:pt x="6198" y="3249"/>
                    <a:pt x="5827" y="3232"/>
                  </a:cubicBezTo>
                  <a:cubicBezTo>
                    <a:pt x="5239" y="3232"/>
                    <a:pt x="4655" y="3215"/>
                    <a:pt x="4122" y="3198"/>
                  </a:cubicBezTo>
                  <a:close/>
                  <a:moveTo>
                    <a:pt x="3764" y="2059"/>
                  </a:moveTo>
                  <a:cubicBezTo>
                    <a:pt x="5951" y="2025"/>
                    <a:pt x="8116" y="1991"/>
                    <a:pt x="10302" y="1829"/>
                  </a:cubicBezTo>
                  <a:cubicBezTo>
                    <a:pt x="10264" y="1778"/>
                    <a:pt x="10247" y="1740"/>
                    <a:pt x="10230" y="1723"/>
                  </a:cubicBezTo>
                  <a:cubicBezTo>
                    <a:pt x="9983" y="1437"/>
                    <a:pt x="9753" y="1139"/>
                    <a:pt x="9484" y="870"/>
                  </a:cubicBezTo>
                  <a:cubicBezTo>
                    <a:pt x="9343" y="730"/>
                    <a:pt x="9164" y="606"/>
                    <a:pt x="8985" y="534"/>
                  </a:cubicBezTo>
                  <a:cubicBezTo>
                    <a:pt x="8525" y="355"/>
                    <a:pt x="8048" y="214"/>
                    <a:pt x="7549" y="197"/>
                  </a:cubicBezTo>
                  <a:cubicBezTo>
                    <a:pt x="6961" y="180"/>
                    <a:pt x="6394" y="180"/>
                    <a:pt x="5810" y="355"/>
                  </a:cubicBezTo>
                  <a:cubicBezTo>
                    <a:pt x="5384" y="499"/>
                    <a:pt x="4975" y="691"/>
                    <a:pt x="4599" y="977"/>
                  </a:cubicBezTo>
                  <a:cubicBezTo>
                    <a:pt x="4246" y="1262"/>
                    <a:pt x="3960" y="1616"/>
                    <a:pt x="3764" y="2059"/>
                  </a:cubicBezTo>
                  <a:close/>
                  <a:moveTo>
                    <a:pt x="3321" y="3001"/>
                  </a:moveTo>
                  <a:cubicBezTo>
                    <a:pt x="3338" y="3019"/>
                    <a:pt x="3359" y="3019"/>
                    <a:pt x="3376" y="3019"/>
                  </a:cubicBezTo>
                  <a:cubicBezTo>
                    <a:pt x="4050" y="3036"/>
                    <a:pt x="4723" y="3074"/>
                    <a:pt x="5401" y="3091"/>
                  </a:cubicBezTo>
                  <a:cubicBezTo>
                    <a:pt x="6057" y="3108"/>
                    <a:pt x="6697" y="3108"/>
                    <a:pt x="7353" y="3091"/>
                  </a:cubicBezTo>
                  <a:cubicBezTo>
                    <a:pt x="8312" y="3074"/>
                    <a:pt x="9271" y="3019"/>
                    <a:pt x="10230" y="2967"/>
                  </a:cubicBezTo>
                  <a:cubicBezTo>
                    <a:pt x="10392" y="2967"/>
                    <a:pt x="10567" y="2950"/>
                    <a:pt x="10729" y="2950"/>
                  </a:cubicBezTo>
                  <a:cubicBezTo>
                    <a:pt x="10673" y="2631"/>
                    <a:pt x="10605" y="2362"/>
                    <a:pt x="10460" y="2098"/>
                  </a:cubicBezTo>
                  <a:cubicBezTo>
                    <a:pt x="10392" y="1953"/>
                    <a:pt x="10392" y="1953"/>
                    <a:pt x="10247" y="1970"/>
                  </a:cubicBezTo>
                  <a:cubicBezTo>
                    <a:pt x="9876" y="2008"/>
                    <a:pt x="9501" y="2042"/>
                    <a:pt x="9130" y="2059"/>
                  </a:cubicBezTo>
                  <a:cubicBezTo>
                    <a:pt x="8632" y="2077"/>
                    <a:pt x="8154" y="2098"/>
                    <a:pt x="7673" y="2098"/>
                  </a:cubicBezTo>
                  <a:cubicBezTo>
                    <a:pt x="6803" y="2132"/>
                    <a:pt x="5951" y="2149"/>
                    <a:pt x="5098" y="2166"/>
                  </a:cubicBezTo>
                  <a:cubicBezTo>
                    <a:pt x="4655" y="2183"/>
                    <a:pt x="4212" y="2183"/>
                    <a:pt x="3764" y="2183"/>
                  </a:cubicBezTo>
                  <a:cubicBezTo>
                    <a:pt x="3679" y="2183"/>
                    <a:pt x="3606" y="2204"/>
                    <a:pt x="3589" y="2273"/>
                  </a:cubicBezTo>
                  <a:cubicBezTo>
                    <a:pt x="3483" y="2524"/>
                    <a:pt x="3359" y="2754"/>
                    <a:pt x="3321" y="3001"/>
                  </a:cubicBezTo>
                  <a:close/>
                  <a:moveTo>
                    <a:pt x="10302" y="5631"/>
                  </a:moveTo>
                  <a:cubicBezTo>
                    <a:pt x="10230" y="5614"/>
                    <a:pt x="10179" y="5593"/>
                    <a:pt x="10123" y="5593"/>
                  </a:cubicBezTo>
                  <a:cubicBezTo>
                    <a:pt x="9714" y="5576"/>
                    <a:pt x="9326" y="5542"/>
                    <a:pt x="8917" y="5559"/>
                  </a:cubicBezTo>
                  <a:cubicBezTo>
                    <a:pt x="8295" y="5559"/>
                    <a:pt x="7656" y="5593"/>
                    <a:pt x="7016" y="5614"/>
                  </a:cubicBezTo>
                  <a:cubicBezTo>
                    <a:pt x="6641" y="5631"/>
                    <a:pt x="6253" y="5614"/>
                    <a:pt x="5878" y="5631"/>
                  </a:cubicBezTo>
                  <a:cubicBezTo>
                    <a:pt x="5490" y="5631"/>
                    <a:pt x="5115" y="5648"/>
                    <a:pt x="4744" y="5648"/>
                  </a:cubicBezTo>
                  <a:cubicBezTo>
                    <a:pt x="4510" y="5648"/>
                    <a:pt x="4263" y="5631"/>
                    <a:pt x="4015" y="5631"/>
                  </a:cubicBezTo>
                  <a:lnTo>
                    <a:pt x="3572" y="5631"/>
                  </a:lnTo>
                  <a:cubicBezTo>
                    <a:pt x="3517" y="5631"/>
                    <a:pt x="3466" y="5648"/>
                    <a:pt x="3393" y="5648"/>
                  </a:cubicBezTo>
                  <a:cubicBezTo>
                    <a:pt x="3500" y="5968"/>
                    <a:pt x="3679" y="6198"/>
                    <a:pt x="3960" y="6322"/>
                  </a:cubicBezTo>
                  <a:cubicBezTo>
                    <a:pt x="4229" y="6428"/>
                    <a:pt x="4493" y="6501"/>
                    <a:pt x="4761" y="6501"/>
                  </a:cubicBezTo>
                  <a:cubicBezTo>
                    <a:pt x="5384" y="6518"/>
                    <a:pt x="5985" y="6518"/>
                    <a:pt x="6590" y="6552"/>
                  </a:cubicBezTo>
                  <a:cubicBezTo>
                    <a:pt x="6999" y="6573"/>
                    <a:pt x="7408" y="6552"/>
                    <a:pt x="7813" y="6484"/>
                  </a:cubicBezTo>
                  <a:cubicBezTo>
                    <a:pt x="8065" y="6428"/>
                    <a:pt x="8312" y="6394"/>
                    <a:pt x="8559" y="6411"/>
                  </a:cubicBezTo>
                  <a:cubicBezTo>
                    <a:pt x="8615" y="6411"/>
                    <a:pt x="8666" y="6394"/>
                    <a:pt x="8738" y="6394"/>
                  </a:cubicBezTo>
                  <a:cubicBezTo>
                    <a:pt x="8985" y="6339"/>
                    <a:pt x="9254" y="6271"/>
                    <a:pt x="9501" y="6232"/>
                  </a:cubicBezTo>
                  <a:cubicBezTo>
                    <a:pt x="9876" y="6181"/>
                    <a:pt x="10106" y="5934"/>
                    <a:pt x="10302" y="56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6"/>
            <p:cNvSpPr/>
            <p:nvPr/>
          </p:nvSpPr>
          <p:spPr>
            <a:xfrm rot="1073721">
              <a:off x="5561025" y="663893"/>
              <a:ext cx="1074865" cy="192251"/>
            </a:xfrm>
            <a:custGeom>
              <a:rect b="b" l="l" r="r" t="t"/>
              <a:pathLst>
                <a:path extrusionOk="0" h="2452" w="13709">
                  <a:moveTo>
                    <a:pt x="3943" y="142"/>
                  </a:moveTo>
                  <a:cubicBezTo>
                    <a:pt x="4476" y="159"/>
                    <a:pt x="5060" y="176"/>
                    <a:pt x="5648" y="176"/>
                  </a:cubicBezTo>
                  <a:cubicBezTo>
                    <a:pt x="6019" y="193"/>
                    <a:pt x="6411" y="214"/>
                    <a:pt x="6782" y="193"/>
                  </a:cubicBezTo>
                  <a:cubicBezTo>
                    <a:pt x="7459" y="176"/>
                    <a:pt x="8133" y="124"/>
                    <a:pt x="8789" y="107"/>
                  </a:cubicBezTo>
                  <a:cubicBezTo>
                    <a:pt x="9254" y="86"/>
                    <a:pt x="9714" y="86"/>
                    <a:pt x="10175" y="69"/>
                  </a:cubicBezTo>
                  <a:cubicBezTo>
                    <a:pt x="10656" y="52"/>
                    <a:pt x="11134" y="1"/>
                    <a:pt x="11632" y="1"/>
                  </a:cubicBezTo>
                  <a:cubicBezTo>
                    <a:pt x="12076" y="1"/>
                    <a:pt x="12148" y="18"/>
                    <a:pt x="12591" y="35"/>
                  </a:cubicBezTo>
                  <a:cubicBezTo>
                    <a:pt x="12822" y="52"/>
                    <a:pt x="13035" y="159"/>
                    <a:pt x="13231" y="265"/>
                  </a:cubicBezTo>
                  <a:cubicBezTo>
                    <a:pt x="13248" y="282"/>
                    <a:pt x="13265" y="282"/>
                    <a:pt x="13282" y="321"/>
                  </a:cubicBezTo>
                  <a:cubicBezTo>
                    <a:pt x="13410" y="534"/>
                    <a:pt x="13533" y="747"/>
                    <a:pt x="13657" y="977"/>
                  </a:cubicBezTo>
                  <a:cubicBezTo>
                    <a:pt x="13708" y="1420"/>
                    <a:pt x="13657" y="1723"/>
                    <a:pt x="13282" y="1936"/>
                  </a:cubicBezTo>
                  <a:cubicBezTo>
                    <a:pt x="13018" y="2094"/>
                    <a:pt x="12715" y="2183"/>
                    <a:pt x="12412" y="2217"/>
                  </a:cubicBezTo>
                  <a:cubicBezTo>
                    <a:pt x="12042" y="2273"/>
                    <a:pt x="12076" y="2324"/>
                    <a:pt x="11705" y="2379"/>
                  </a:cubicBezTo>
                  <a:cubicBezTo>
                    <a:pt x="11330" y="2430"/>
                    <a:pt x="10959" y="2396"/>
                    <a:pt x="10584" y="2379"/>
                  </a:cubicBezTo>
                  <a:cubicBezTo>
                    <a:pt x="10354" y="2379"/>
                    <a:pt x="10106" y="2396"/>
                    <a:pt x="9872" y="2379"/>
                  </a:cubicBezTo>
                  <a:cubicBezTo>
                    <a:pt x="9518" y="2379"/>
                    <a:pt x="9164" y="2362"/>
                    <a:pt x="8806" y="2345"/>
                  </a:cubicBezTo>
                  <a:cubicBezTo>
                    <a:pt x="8363" y="2345"/>
                    <a:pt x="7920" y="2362"/>
                    <a:pt x="7459" y="2362"/>
                  </a:cubicBezTo>
                  <a:cubicBezTo>
                    <a:pt x="6675" y="2396"/>
                    <a:pt x="5912" y="2413"/>
                    <a:pt x="5132" y="2430"/>
                  </a:cubicBezTo>
                  <a:cubicBezTo>
                    <a:pt x="4352" y="2452"/>
                    <a:pt x="3568" y="2452"/>
                    <a:pt x="2788" y="2430"/>
                  </a:cubicBezTo>
                  <a:cubicBezTo>
                    <a:pt x="2042" y="2430"/>
                    <a:pt x="1296" y="2379"/>
                    <a:pt x="567" y="2200"/>
                  </a:cubicBezTo>
                  <a:cubicBezTo>
                    <a:pt x="478" y="2166"/>
                    <a:pt x="388" y="2132"/>
                    <a:pt x="354" y="2077"/>
                  </a:cubicBezTo>
                  <a:cubicBezTo>
                    <a:pt x="124" y="1791"/>
                    <a:pt x="0" y="1493"/>
                    <a:pt x="90" y="1135"/>
                  </a:cubicBezTo>
                  <a:cubicBezTo>
                    <a:pt x="141" y="798"/>
                    <a:pt x="354" y="585"/>
                    <a:pt x="657" y="478"/>
                  </a:cubicBezTo>
                  <a:cubicBezTo>
                    <a:pt x="1066" y="338"/>
                    <a:pt x="1454" y="193"/>
                    <a:pt x="1880" y="176"/>
                  </a:cubicBezTo>
                  <a:cubicBezTo>
                    <a:pt x="2132" y="159"/>
                    <a:pt x="2379" y="142"/>
                    <a:pt x="2626" y="14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6"/>
            <p:cNvSpPr/>
            <p:nvPr/>
          </p:nvSpPr>
          <p:spPr>
            <a:xfrm rot="1073721">
              <a:off x="5918225" y="450303"/>
              <a:ext cx="512774" cy="147481"/>
            </a:xfrm>
            <a:custGeom>
              <a:rect b="b" l="l" r="r" t="t"/>
              <a:pathLst>
                <a:path extrusionOk="0" h="1881" w="6540">
                  <a:moveTo>
                    <a:pt x="1" y="1880"/>
                  </a:moveTo>
                  <a:cubicBezTo>
                    <a:pt x="197" y="1437"/>
                    <a:pt x="483" y="1083"/>
                    <a:pt x="836" y="798"/>
                  </a:cubicBezTo>
                  <a:cubicBezTo>
                    <a:pt x="1212" y="512"/>
                    <a:pt x="1621" y="320"/>
                    <a:pt x="2047" y="176"/>
                  </a:cubicBezTo>
                  <a:cubicBezTo>
                    <a:pt x="2631" y="1"/>
                    <a:pt x="3198" y="1"/>
                    <a:pt x="3786" y="18"/>
                  </a:cubicBezTo>
                  <a:cubicBezTo>
                    <a:pt x="4285" y="35"/>
                    <a:pt x="4762" y="176"/>
                    <a:pt x="5222" y="355"/>
                  </a:cubicBezTo>
                  <a:cubicBezTo>
                    <a:pt x="5401" y="427"/>
                    <a:pt x="5580" y="551"/>
                    <a:pt x="5721" y="691"/>
                  </a:cubicBezTo>
                  <a:cubicBezTo>
                    <a:pt x="5990" y="960"/>
                    <a:pt x="6220" y="1258"/>
                    <a:pt x="6467" y="1544"/>
                  </a:cubicBezTo>
                  <a:cubicBezTo>
                    <a:pt x="6484" y="1561"/>
                    <a:pt x="6501" y="1599"/>
                    <a:pt x="6539" y="1650"/>
                  </a:cubicBezTo>
                  <a:cubicBezTo>
                    <a:pt x="4353" y="1812"/>
                    <a:pt x="2188" y="1846"/>
                    <a:pt x="1" y="188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6"/>
            <p:cNvSpPr/>
            <p:nvPr/>
          </p:nvSpPr>
          <p:spPr>
            <a:xfrm rot="1073721">
              <a:off x="5849529" y="583760"/>
              <a:ext cx="580909" cy="90716"/>
            </a:xfrm>
            <a:custGeom>
              <a:rect b="b" l="l" r="r" t="t"/>
              <a:pathLst>
                <a:path extrusionOk="0" h="1157" w="7409">
                  <a:moveTo>
                    <a:pt x="1" y="1049"/>
                  </a:moveTo>
                  <a:cubicBezTo>
                    <a:pt x="39" y="802"/>
                    <a:pt x="163" y="572"/>
                    <a:pt x="269" y="321"/>
                  </a:cubicBezTo>
                  <a:cubicBezTo>
                    <a:pt x="286" y="252"/>
                    <a:pt x="359" y="231"/>
                    <a:pt x="444" y="231"/>
                  </a:cubicBezTo>
                  <a:cubicBezTo>
                    <a:pt x="892" y="231"/>
                    <a:pt x="1335" y="231"/>
                    <a:pt x="1778" y="214"/>
                  </a:cubicBezTo>
                  <a:cubicBezTo>
                    <a:pt x="2631" y="197"/>
                    <a:pt x="3483" y="180"/>
                    <a:pt x="4353" y="146"/>
                  </a:cubicBezTo>
                  <a:cubicBezTo>
                    <a:pt x="4834" y="146"/>
                    <a:pt x="5312" y="125"/>
                    <a:pt x="5810" y="107"/>
                  </a:cubicBezTo>
                  <a:cubicBezTo>
                    <a:pt x="6181" y="90"/>
                    <a:pt x="6556" y="56"/>
                    <a:pt x="6927" y="18"/>
                  </a:cubicBezTo>
                  <a:cubicBezTo>
                    <a:pt x="7072" y="1"/>
                    <a:pt x="7072" y="1"/>
                    <a:pt x="7140" y="146"/>
                  </a:cubicBezTo>
                  <a:cubicBezTo>
                    <a:pt x="7285" y="410"/>
                    <a:pt x="7353" y="679"/>
                    <a:pt x="7409" y="998"/>
                  </a:cubicBezTo>
                  <a:cubicBezTo>
                    <a:pt x="7247" y="998"/>
                    <a:pt x="7072" y="1015"/>
                    <a:pt x="6910" y="1015"/>
                  </a:cubicBezTo>
                  <a:cubicBezTo>
                    <a:pt x="5951" y="1067"/>
                    <a:pt x="4992" y="1122"/>
                    <a:pt x="4033" y="1139"/>
                  </a:cubicBezTo>
                  <a:cubicBezTo>
                    <a:pt x="3377" y="1156"/>
                    <a:pt x="2737" y="1156"/>
                    <a:pt x="2081" y="1139"/>
                  </a:cubicBezTo>
                  <a:cubicBezTo>
                    <a:pt x="1403" y="1122"/>
                    <a:pt x="730" y="1084"/>
                    <a:pt x="56" y="1067"/>
                  </a:cubicBezTo>
                  <a:cubicBezTo>
                    <a:pt x="39" y="1067"/>
                    <a:pt x="18" y="1067"/>
                    <a:pt x="1" y="10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6"/>
            <p:cNvSpPr/>
            <p:nvPr/>
          </p:nvSpPr>
          <p:spPr>
            <a:xfrm rot="1073721">
              <a:off x="5770948" y="847527"/>
              <a:ext cx="541784" cy="80993"/>
            </a:xfrm>
            <a:custGeom>
              <a:rect b="b" l="l" r="r" t="t"/>
              <a:pathLst>
                <a:path extrusionOk="0" h="1033" w="6910">
                  <a:moveTo>
                    <a:pt x="6909" y="90"/>
                  </a:moveTo>
                  <a:cubicBezTo>
                    <a:pt x="6713" y="393"/>
                    <a:pt x="6483" y="640"/>
                    <a:pt x="6108" y="691"/>
                  </a:cubicBezTo>
                  <a:cubicBezTo>
                    <a:pt x="5861" y="730"/>
                    <a:pt x="5592" y="798"/>
                    <a:pt x="5345" y="853"/>
                  </a:cubicBezTo>
                  <a:cubicBezTo>
                    <a:pt x="5273" y="853"/>
                    <a:pt x="5222" y="870"/>
                    <a:pt x="5166" y="870"/>
                  </a:cubicBezTo>
                  <a:cubicBezTo>
                    <a:pt x="4919" y="853"/>
                    <a:pt x="4672" y="887"/>
                    <a:pt x="4420" y="943"/>
                  </a:cubicBezTo>
                  <a:cubicBezTo>
                    <a:pt x="4015" y="1011"/>
                    <a:pt x="3606" y="1032"/>
                    <a:pt x="3197" y="1011"/>
                  </a:cubicBezTo>
                  <a:cubicBezTo>
                    <a:pt x="2592" y="977"/>
                    <a:pt x="1991" y="977"/>
                    <a:pt x="1368" y="960"/>
                  </a:cubicBezTo>
                  <a:cubicBezTo>
                    <a:pt x="1100" y="960"/>
                    <a:pt x="836" y="887"/>
                    <a:pt x="567" y="781"/>
                  </a:cubicBezTo>
                  <a:cubicBezTo>
                    <a:pt x="286" y="657"/>
                    <a:pt x="107" y="427"/>
                    <a:pt x="0" y="107"/>
                  </a:cubicBezTo>
                  <a:cubicBezTo>
                    <a:pt x="73" y="107"/>
                    <a:pt x="124" y="90"/>
                    <a:pt x="179" y="90"/>
                  </a:cubicBezTo>
                  <a:lnTo>
                    <a:pt x="622" y="90"/>
                  </a:lnTo>
                  <a:cubicBezTo>
                    <a:pt x="870" y="90"/>
                    <a:pt x="1117" y="107"/>
                    <a:pt x="1351" y="107"/>
                  </a:cubicBezTo>
                  <a:cubicBezTo>
                    <a:pt x="1722" y="107"/>
                    <a:pt x="2097" y="90"/>
                    <a:pt x="2485" y="90"/>
                  </a:cubicBezTo>
                  <a:cubicBezTo>
                    <a:pt x="2860" y="73"/>
                    <a:pt x="3248" y="90"/>
                    <a:pt x="3623" y="73"/>
                  </a:cubicBezTo>
                  <a:cubicBezTo>
                    <a:pt x="4263" y="52"/>
                    <a:pt x="4902" y="18"/>
                    <a:pt x="5524" y="18"/>
                  </a:cubicBezTo>
                  <a:cubicBezTo>
                    <a:pt x="5933" y="1"/>
                    <a:pt x="6321" y="35"/>
                    <a:pt x="6730" y="52"/>
                  </a:cubicBezTo>
                  <a:cubicBezTo>
                    <a:pt x="6786" y="52"/>
                    <a:pt x="6837" y="73"/>
                    <a:pt x="6909" y="9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6"/>
            <p:cNvSpPr/>
            <p:nvPr/>
          </p:nvSpPr>
          <p:spPr>
            <a:xfrm rot="1073721">
              <a:off x="5909636" y="554267"/>
              <a:ext cx="33479" cy="26501"/>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6"/>
            <p:cNvSpPr/>
            <p:nvPr/>
          </p:nvSpPr>
          <p:spPr>
            <a:xfrm rot="1073721">
              <a:off x="5984025" y="578287"/>
              <a:ext cx="33479" cy="26501"/>
            </a:xfrm>
            <a:custGeom>
              <a:rect b="b" l="l" r="r" t="t"/>
              <a:pathLst>
                <a:path extrusionOk="0" h="338" w="427">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6"/>
            <p:cNvSpPr/>
            <p:nvPr/>
          </p:nvSpPr>
          <p:spPr>
            <a:xfrm rot="1073721">
              <a:off x="6064830" y="604379"/>
              <a:ext cx="33479" cy="26501"/>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6"/>
            <p:cNvSpPr/>
            <p:nvPr/>
          </p:nvSpPr>
          <p:spPr>
            <a:xfrm rot="1073721">
              <a:off x="6153544" y="633025"/>
              <a:ext cx="33479" cy="26501"/>
            </a:xfrm>
            <a:custGeom>
              <a:rect b="b" l="l" r="r" t="t"/>
              <a:pathLst>
                <a:path extrusionOk="0" h="338" w="427">
                  <a:moveTo>
                    <a:pt x="213" y="1"/>
                  </a:moveTo>
                  <a:cubicBezTo>
                    <a:pt x="0" y="1"/>
                    <a:pt x="0" y="337"/>
                    <a:pt x="213" y="337"/>
                  </a:cubicBezTo>
                  <a:cubicBezTo>
                    <a:pt x="427" y="337"/>
                    <a:pt x="427"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6"/>
            <p:cNvSpPr/>
            <p:nvPr/>
          </p:nvSpPr>
          <p:spPr>
            <a:xfrm rot="1073721">
              <a:off x="6242259" y="661671"/>
              <a:ext cx="33479" cy="26501"/>
            </a:xfrm>
            <a:custGeom>
              <a:rect b="b" l="l" r="r" t="t"/>
              <a:pathLst>
                <a:path extrusionOk="0" h="338" w="427">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6"/>
            <p:cNvSpPr/>
            <p:nvPr/>
          </p:nvSpPr>
          <p:spPr>
            <a:xfrm rot="1073721">
              <a:off x="6333129" y="683678"/>
              <a:ext cx="33479" cy="26423"/>
            </a:xfrm>
            <a:custGeom>
              <a:rect b="b" l="l" r="r" t="t"/>
              <a:pathLst>
                <a:path extrusionOk="0" h="337" w="427">
                  <a:moveTo>
                    <a:pt x="214" y="0"/>
                  </a:moveTo>
                  <a:cubicBezTo>
                    <a:pt x="1" y="0"/>
                    <a:pt x="1" y="337"/>
                    <a:pt x="214" y="337"/>
                  </a:cubicBezTo>
                  <a:cubicBezTo>
                    <a:pt x="427" y="337"/>
                    <a:pt x="427" y="0"/>
                    <a:pt x="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6"/>
            <p:cNvSpPr/>
            <p:nvPr/>
          </p:nvSpPr>
          <p:spPr>
            <a:xfrm rot="1073721">
              <a:off x="6175973" y="503050"/>
              <a:ext cx="163163" cy="76602"/>
            </a:xfrm>
            <a:custGeom>
              <a:rect b="b" l="l" r="r" t="t"/>
              <a:pathLst>
                <a:path extrusionOk="0" h="977" w="2081">
                  <a:moveTo>
                    <a:pt x="606" y="1"/>
                  </a:moveTo>
                  <a:cubicBezTo>
                    <a:pt x="392" y="1"/>
                    <a:pt x="179" y="18"/>
                    <a:pt x="0" y="107"/>
                  </a:cubicBezTo>
                  <a:cubicBezTo>
                    <a:pt x="196" y="158"/>
                    <a:pt x="375" y="197"/>
                    <a:pt x="571" y="248"/>
                  </a:cubicBezTo>
                  <a:cubicBezTo>
                    <a:pt x="746" y="303"/>
                    <a:pt x="925" y="371"/>
                    <a:pt x="1087" y="427"/>
                  </a:cubicBezTo>
                  <a:cubicBezTo>
                    <a:pt x="1262" y="495"/>
                    <a:pt x="1424" y="567"/>
                    <a:pt x="1599" y="657"/>
                  </a:cubicBezTo>
                  <a:cubicBezTo>
                    <a:pt x="1761" y="746"/>
                    <a:pt x="1918" y="853"/>
                    <a:pt x="2080" y="977"/>
                  </a:cubicBezTo>
                  <a:cubicBezTo>
                    <a:pt x="2025" y="763"/>
                    <a:pt x="1901" y="584"/>
                    <a:pt x="1744" y="444"/>
                  </a:cubicBezTo>
                  <a:cubicBezTo>
                    <a:pt x="1582" y="303"/>
                    <a:pt x="1407" y="197"/>
                    <a:pt x="1211" y="124"/>
                  </a:cubicBezTo>
                  <a:cubicBezTo>
                    <a:pt x="1015" y="52"/>
                    <a:pt x="819" y="1"/>
                    <a:pt x="6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6"/>
            <p:cNvSpPr/>
            <p:nvPr/>
          </p:nvSpPr>
          <p:spPr>
            <a:xfrm rot="1073721">
              <a:off x="5680639" y="598333"/>
              <a:ext cx="101614" cy="90637"/>
            </a:xfrm>
            <a:custGeom>
              <a:rect b="b" l="l" r="r" t="t"/>
              <a:pathLst>
                <a:path extrusionOk="0" h="1156" w="1296">
                  <a:moveTo>
                    <a:pt x="1296" y="550"/>
                  </a:moveTo>
                  <a:cubicBezTo>
                    <a:pt x="1279" y="797"/>
                    <a:pt x="1155" y="976"/>
                    <a:pt x="925" y="1066"/>
                  </a:cubicBezTo>
                  <a:cubicBezTo>
                    <a:pt x="674" y="1155"/>
                    <a:pt x="409" y="1117"/>
                    <a:pt x="264" y="942"/>
                  </a:cubicBezTo>
                  <a:cubicBezTo>
                    <a:pt x="0" y="640"/>
                    <a:pt x="124" y="231"/>
                    <a:pt x="499" y="73"/>
                  </a:cubicBezTo>
                  <a:cubicBezTo>
                    <a:pt x="656" y="17"/>
                    <a:pt x="818" y="0"/>
                    <a:pt x="993" y="51"/>
                  </a:cubicBezTo>
                  <a:cubicBezTo>
                    <a:pt x="1066" y="73"/>
                    <a:pt x="1138" y="124"/>
                    <a:pt x="1172" y="179"/>
                  </a:cubicBezTo>
                  <a:cubicBezTo>
                    <a:pt x="1262"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6"/>
            <p:cNvSpPr/>
            <p:nvPr/>
          </p:nvSpPr>
          <p:spPr>
            <a:xfrm rot="1073721">
              <a:off x="5674582" y="588065"/>
              <a:ext cx="118393" cy="114080"/>
            </a:xfrm>
            <a:custGeom>
              <a:rect b="b" l="l" r="r" t="t"/>
              <a:pathLst>
                <a:path extrusionOk="0" h="1455" w="1510">
                  <a:moveTo>
                    <a:pt x="1492" y="674"/>
                  </a:moveTo>
                  <a:cubicBezTo>
                    <a:pt x="1510" y="1045"/>
                    <a:pt x="1245" y="1296"/>
                    <a:pt x="909" y="1386"/>
                  </a:cubicBezTo>
                  <a:cubicBezTo>
                    <a:pt x="606" y="1454"/>
                    <a:pt x="359" y="1365"/>
                    <a:pt x="180" y="1117"/>
                  </a:cubicBezTo>
                  <a:cubicBezTo>
                    <a:pt x="1" y="887"/>
                    <a:pt x="1" y="533"/>
                    <a:pt x="269" y="248"/>
                  </a:cubicBezTo>
                  <a:cubicBezTo>
                    <a:pt x="482" y="52"/>
                    <a:pt x="729" y="1"/>
                    <a:pt x="998" y="35"/>
                  </a:cubicBezTo>
                  <a:cubicBezTo>
                    <a:pt x="1122" y="52"/>
                    <a:pt x="1245" y="52"/>
                    <a:pt x="1318" y="175"/>
                  </a:cubicBezTo>
                  <a:cubicBezTo>
                    <a:pt x="1403" y="282"/>
                    <a:pt x="1492" y="512"/>
                    <a:pt x="1492" y="674"/>
                  </a:cubicBezTo>
                  <a:close/>
                  <a:moveTo>
                    <a:pt x="1369" y="691"/>
                  </a:moveTo>
                  <a:cubicBezTo>
                    <a:pt x="1369" y="568"/>
                    <a:pt x="1335" y="427"/>
                    <a:pt x="1245" y="320"/>
                  </a:cubicBezTo>
                  <a:cubicBezTo>
                    <a:pt x="1211" y="265"/>
                    <a:pt x="1139" y="214"/>
                    <a:pt x="1066" y="192"/>
                  </a:cubicBezTo>
                  <a:cubicBezTo>
                    <a:pt x="891" y="141"/>
                    <a:pt x="729" y="158"/>
                    <a:pt x="572" y="214"/>
                  </a:cubicBezTo>
                  <a:cubicBezTo>
                    <a:pt x="197" y="372"/>
                    <a:pt x="73" y="781"/>
                    <a:pt x="337" y="1083"/>
                  </a:cubicBezTo>
                  <a:cubicBezTo>
                    <a:pt x="482" y="1258"/>
                    <a:pt x="747" y="1296"/>
                    <a:pt x="998" y="1207"/>
                  </a:cubicBezTo>
                  <a:cubicBezTo>
                    <a:pt x="1228" y="1117"/>
                    <a:pt x="1352" y="938"/>
                    <a:pt x="1369"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6"/>
            <p:cNvSpPr/>
            <p:nvPr/>
          </p:nvSpPr>
          <p:spPr>
            <a:xfrm rot="1073721">
              <a:off x="5858066" y="655637"/>
              <a:ext cx="101692" cy="90637"/>
            </a:xfrm>
            <a:custGeom>
              <a:rect b="b" l="l" r="r" t="t"/>
              <a:pathLst>
                <a:path extrusionOk="0" h="1156" w="1297">
                  <a:moveTo>
                    <a:pt x="1296" y="550"/>
                  </a:moveTo>
                  <a:cubicBezTo>
                    <a:pt x="1279" y="797"/>
                    <a:pt x="1156" y="976"/>
                    <a:pt x="925" y="1066"/>
                  </a:cubicBezTo>
                  <a:cubicBezTo>
                    <a:pt x="678" y="1155"/>
                    <a:pt x="410" y="1117"/>
                    <a:pt x="269" y="942"/>
                  </a:cubicBezTo>
                  <a:cubicBezTo>
                    <a:pt x="0" y="640"/>
                    <a:pt x="107" y="231"/>
                    <a:pt x="499" y="73"/>
                  </a:cubicBezTo>
                  <a:cubicBezTo>
                    <a:pt x="657" y="17"/>
                    <a:pt x="819" y="0"/>
                    <a:pt x="977" y="51"/>
                  </a:cubicBezTo>
                  <a:cubicBezTo>
                    <a:pt x="1049" y="73"/>
                    <a:pt x="1139" y="124"/>
                    <a:pt x="1173" y="179"/>
                  </a:cubicBezTo>
                  <a:cubicBezTo>
                    <a:pt x="1245"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6"/>
            <p:cNvSpPr/>
            <p:nvPr/>
          </p:nvSpPr>
          <p:spPr>
            <a:xfrm rot="1073721">
              <a:off x="5852383" y="645477"/>
              <a:ext cx="118393" cy="114080"/>
            </a:xfrm>
            <a:custGeom>
              <a:rect b="b" l="l" r="r" t="t"/>
              <a:pathLst>
                <a:path extrusionOk="0" h="1455" w="1510">
                  <a:moveTo>
                    <a:pt x="1492" y="674"/>
                  </a:moveTo>
                  <a:cubicBezTo>
                    <a:pt x="1509" y="1045"/>
                    <a:pt x="1241" y="1296"/>
                    <a:pt x="904" y="1386"/>
                  </a:cubicBezTo>
                  <a:cubicBezTo>
                    <a:pt x="601" y="1454"/>
                    <a:pt x="337" y="1365"/>
                    <a:pt x="158" y="1117"/>
                  </a:cubicBezTo>
                  <a:cubicBezTo>
                    <a:pt x="0" y="887"/>
                    <a:pt x="0" y="533"/>
                    <a:pt x="265" y="248"/>
                  </a:cubicBezTo>
                  <a:cubicBezTo>
                    <a:pt x="478" y="52"/>
                    <a:pt x="725" y="1"/>
                    <a:pt x="993" y="35"/>
                  </a:cubicBezTo>
                  <a:cubicBezTo>
                    <a:pt x="1100" y="52"/>
                    <a:pt x="1241" y="52"/>
                    <a:pt x="1313" y="175"/>
                  </a:cubicBezTo>
                  <a:cubicBezTo>
                    <a:pt x="1403" y="282"/>
                    <a:pt x="1471" y="512"/>
                    <a:pt x="1492" y="674"/>
                  </a:cubicBezTo>
                  <a:close/>
                  <a:moveTo>
                    <a:pt x="1364" y="691"/>
                  </a:moveTo>
                  <a:cubicBezTo>
                    <a:pt x="1364" y="568"/>
                    <a:pt x="1313" y="427"/>
                    <a:pt x="1241" y="320"/>
                  </a:cubicBezTo>
                  <a:cubicBezTo>
                    <a:pt x="1207" y="265"/>
                    <a:pt x="1117" y="214"/>
                    <a:pt x="1045" y="192"/>
                  </a:cubicBezTo>
                  <a:cubicBezTo>
                    <a:pt x="887" y="141"/>
                    <a:pt x="725" y="158"/>
                    <a:pt x="567" y="214"/>
                  </a:cubicBezTo>
                  <a:cubicBezTo>
                    <a:pt x="175" y="372"/>
                    <a:pt x="68" y="781"/>
                    <a:pt x="337" y="1083"/>
                  </a:cubicBezTo>
                  <a:cubicBezTo>
                    <a:pt x="478" y="1258"/>
                    <a:pt x="746" y="1296"/>
                    <a:pt x="993" y="1207"/>
                  </a:cubicBezTo>
                  <a:cubicBezTo>
                    <a:pt x="1224" y="1117"/>
                    <a:pt x="1347" y="938"/>
                    <a:pt x="1364"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6"/>
            <p:cNvSpPr/>
            <p:nvPr/>
          </p:nvSpPr>
          <p:spPr>
            <a:xfrm rot="1073721">
              <a:off x="6035869" y="713038"/>
              <a:ext cx="101614" cy="90637"/>
            </a:xfrm>
            <a:custGeom>
              <a:rect b="b" l="l" r="r" t="t"/>
              <a:pathLst>
                <a:path extrusionOk="0" h="1156" w="1296">
                  <a:moveTo>
                    <a:pt x="1296" y="550"/>
                  </a:moveTo>
                  <a:cubicBezTo>
                    <a:pt x="1279" y="797"/>
                    <a:pt x="1151" y="976"/>
                    <a:pt x="904" y="1066"/>
                  </a:cubicBezTo>
                  <a:cubicBezTo>
                    <a:pt x="674" y="1155"/>
                    <a:pt x="388" y="1117"/>
                    <a:pt x="247" y="942"/>
                  </a:cubicBezTo>
                  <a:cubicBezTo>
                    <a:pt x="0" y="640"/>
                    <a:pt x="107" y="231"/>
                    <a:pt x="495" y="73"/>
                  </a:cubicBezTo>
                  <a:cubicBezTo>
                    <a:pt x="657" y="17"/>
                    <a:pt x="814" y="0"/>
                    <a:pt x="976" y="51"/>
                  </a:cubicBezTo>
                  <a:cubicBezTo>
                    <a:pt x="1044" y="73"/>
                    <a:pt x="1134" y="124"/>
                    <a:pt x="1172" y="179"/>
                  </a:cubicBezTo>
                  <a:cubicBezTo>
                    <a:pt x="1241"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6"/>
            <p:cNvSpPr/>
            <p:nvPr/>
          </p:nvSpPr>
          <p:spPr>
            <a:xfrm rot="1073721">
              <a:off x="6028511" y="702565"/>
              <a:ext cx="119726" cy="114080"/>
            </a:xfrm>
            <a:custGeom>
              <a:rect b="b" l="l" r="r" t="t"/>
              <a:pathLst>
                <a:path extrusionOk="0" h="1455" w="1527">
                  <a:moveTo>
                    <a:pt x="1510" y="674"/>
                  </a:moveTo>
                  <a:cubicBezTo>
                    <a:pt x="1527" y="1045"/>
                    <a:pt x="1262" y="1296"/>
                    <a:pt x="921" y="1386"/>
                  </a:cubicBezTo>
                  <a:cubicBezTo>
                    <a:pt x="623" y="1454"/>
                    <a:pt x="354" y="1365"/>
                    <a:pt x="175" y="1117"/>
                  </a:cubicBezTo>
                  <a:cubicBezTo>
                    <a:pt x="18" y="887"/>
                    <a:pt x="1" y="533"/>
                    <a:pt x="282" y="248"/>
                  </a:cubicBezTo>
                  <a:cubicBezTo>
                    <a:pt x="478" y="52"/>
                    <a:pt x="747" y="1"/>
                    <a:pt x="1011" y="35"/>
                  </a:cubicBezTo>
                  <a:cubicBezTo>
                    <a:pt x="1117" y="52"/>
                    <a:pt x="1241" y="52"/>
                    <a:pt x="1331" y="175"/>
                  </a:cubicBezTo>
                  <a:cubicBezTo>
                    <a:pt x="1420" y="282"/>
                    <a:pt x="1492" y="512"/>
                    <a:pt x="1510" y="674"/>
                  </a:cubicBezTo>
                  <a:close/>
                  <a:moveTo>
                    <a:pt x="1386" y="691"/>
                  </a:moveTo>
                  <a:cubicBezTo>
                    <a:pt x="1386" y="568"/>
                    <a:pt x="1331" y="427"/>
                    <a:pt x="1262" y="320"/>
                  </a:cubicBezTo>
                  <a:cubicBezTo>
                    <a:pt x="1224" y="265"/>
                    <a:pt x="1134" y="214"/>
                    <a:pt x="1066" y="192"/>
                  </a:cubicBezTo>
                  <a:cubicBezTo>
                    <a:pt x="904" y="141"/>
                    <a:pt x="747" y="158"/>
                    <a:pt x="585" y="214"/>
                  </a:cubicBezTo>
                  <a:cubicBezTo>
                    <a:pt x="197" y="372"/>
                    <a:pt x="90" y="781"/>
                    <a:pt x="337" y="1083"/>
                  </a:cubicBezTo>
                  <a:cubicBezTo>
                    <a:pt x="478" y="1258"/>
                    <a:pt x="764" y="1296"/>
                    <a:pt x="994" y="1207"/>
                  </a:cubicBezTo>
                  <a:cubicBezTo>
                    <a:pt x="1241" y="1117"/>
                    <a:pt x="1369" y="938"/>
                    <a:pt x="1386"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6"/>
            <p:cNvSpPr/>
            <p:nvPr/>
          </p:nvSpPr>
          <p:spPr>
            <a:xfrm rot="1073721">
              <a:off x="6213296" y="770342"/>
              <a:ext cx="101692" cy="90637"/>
            </a:xfrm>
            <a:custGeom>
              <a:rect b="b" l="l" r="r" t="t"/>
              <a:pathLst>
                <a:path extrusionOk="0" h="1156" w="1297">
                  <a:moveTo>
                    <a:pt x="1279" y="550"/>
                  </a:moveTo>
                  <a:cubicBezTo>
                    <a:pt x="1279" y="797"/>
                    <a:pt x="1156" y="976"/>
                    <a:pt x="904" y="1066"/>
                  </a:cubicBezTo>
                  <a:cubicBezTo>
                    <a:pt x="674" y="1155"/>
                    <a:pt x="393" y="1117"/>
                    <a:pt x="248" y="942"/>
                  </a:cubicBezTo>
                  <a:cubicBezTo>
                    <a:pt x="1" y="640"/>
                    <a:pt x="107" y="231"/>
                    <a:pt x="478" y="73"/>
                  </a:cubicBezTo>
                  <a:cubicBezTo>
                    <a:pt x="640" y="17"/>
                    <a:pt x="819" y="0"/>
                    <a:pt x="977" y="51"/>
                  </a:cubicBezTo>
                  <a:cubicBezTo>
                    <a:pt x="1049" y="73"/>
                    <a:pt x="1139" y="124"/>
                    <a:pt x="1173" y="179"/>
                  </a:cubicBezTo>
                  <a:cubicBezTo>
                    <a:pt x="1245" y="286"/>
                    <a:pt x="1296" y="427"/>
                    <a:pt x="1279"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6"/>
            <p:cNvSpPr/>
            <p:nvPr/>
          </p:nvSpPr>
          <p:spPr>
            <a:xfrm rot="1073721">
              <a:off x="6206016" y="759869"/>
              <a:ext cx="119647" cy="114080"/>
            </a:xfrm>
            <a:custGeom>
              <a:rect b="b" l="l" r="r" t="t"/>
              <a:pathLst>
                <a:path extrusionOk="0" h="1455" w="1526">
                  <a:moveTo>
                    <a:pt x="1509" y="674"/>
                  </a:moveTo>
                  <a:cubicBezTo>
                    <a:pt x="1526" y="1045"/>
                    <a:pt x="1262" y="1296"/>
                    <a:pt x="925" y="1386"/>
                  </a:cubicBezTo>
                  <a:cubicBezTo>
                    <a:pt x="622" y="1454"/>
                    <a:pt x="354" y="1365"/>
                    <a:pt x="179" y="1117"/>
                  </a:cubicBezTo>
                  <a:cubicBezTo>
                    <a:pt x="17" y="887"/>
                    <a:pt x="0" y="533"/>
                    <a:pt x="286" y="248"/>
                  </a:cubicBezTo>
                  <a:cubicBezTo>
                    <a:pt x="482" y="52"/>
                    <a:pt x="746" y="1"/>
                    <a:pt x="1015" y="35"/>
                  </a:cubicBezTo>
                  <a:cubicBezTo>
                    <a:pt x="1121" y="52"/>
                    <a:pt x="1245" y="52"/>
                    <a:pt x="1334" y="175"/>
                  </a:cubicBezTo>
                  <a:cubicBezTo>
                    <a:pt x="1402" y="282"/>
                    <a:pt x="1492" y="512"/>
                    <a:pt x="1509" y="674"/>
                  </a:cubicBezTo>
                  <a:close/>
                  <a:moveTo>
                    <a:pt x="1368" y="691"/>
                  </a:moveTo>
                  <a:cubicBezTo>
                    <a:pt x="1385" y="568"/>
                    <a:pt x="1334" y="427"/>
                    <a:pt x="1262" y="320"/>
                  </a:cubicBezTo>
                  <a:cubicBezTo>
                    <a:pt x="1228" y="265"/>
                    <a:pt x="1138" y="214"/>
                    <a:pt x="1066" y="192"/>
                  </a:cubicBezTo>
                  <a:cubicBezTo>
                    <a:pt x="908" y="141"/>
                    <a:pt x="729" y="158"/>
                    <a:pt x="567" y="214"/>
                  </a:cubicBezTo>
                  <a:cubicBezTo>
                    <a:pt x="196" y="372"/>
                    <a:pt x="90" y="781"/>
                    <a:pt x="337" y="1083"/>
                  </a:cubicBezTo>
                  <a:cubicBezTo>
                    <a:pt x="482" y="1258"/>
                    <a:pt x="763" y="1296"/>
                    <a:pt x="993" y="1207"/>
                  </a:cubicBezTo>
                  <a:cubicBezTo>
                    <a:pt x="1245" y="1117"/>
                    <a:pt x="1368" y="938"/>
                    <a:pt x="1368"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6"/>
            <p:cNvSpPr/>
            <p:nvPr/>
          </p:nvSpPr>
          <p:spPr>
            <a:xfrm rot="1073721">
              <a:off x="6390724" y="827634"/>
              <a:ext cx="101692" cy="90637"/>
            </a:xfrm>
            <a:custGeom>
              <a:rect b="b" l="l" r="r" t="t"/>
              <a:pathLst>
                <a:path extrusionOk="0" h="1156" w="1297">
                  <a:moveTo>
                    <a:pt x="1280" y="550"/>
                  </a:moveTo>
                  <a:cubicBezTo>
                    <a:pt x="1280" y="797"/>
                    <a:pt x="1156" y="976"/>
                    <a:pt x="909" y="1066"/>
                  </a:cubicBezTo>
                  <a:cubicBezTo>
                    <a:pt x="679" y="1155"/>
                    <a:pt x="393" y="1117"/>
                    <a:pt x="252" y="942"/>
                  </a:cubicBezTo>
                  <a:cubicBezTo>
                    <a:pt x="1" y="640"/>
                    <a:pt x="108" y="231"/>
                    <a:pt x="483" y="73"/>
                  </a:cubicBezTo>
                  <a:cubicBezTo>
                    <a:pt x="640" y="17"/>
                    <a:pt x="819" y="0"/>
                    <a:pt x="977" y="51"/>
                  </a:cubicBezTo>
                  <a:cubicBezTo>
                    <a:pt x="1050" y="73"/>
                    <a:pt x="1122" y="124"/>
                    <a:pt x="1173" y="179"/>
                  </a:cubicBezTo>
                  <a:cubicBezTo>
                    <a:pt x="1246" y="286"/>
                    <a:pt x="1297" y="427"/>
                    <a:pt x="1280"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6"/>
            <p:cNvSpPr/>
            <p:nvPr/>
          </p:nvSpPr>
          <p:spPr>
            <a:xfrm rot="1073721">
              <a:off x="6383435" y="817221"/>
              <a:ext cx="120039" cy="114080"/>
            </a:xfrm>
            <a:custGeom>
              <a:rect b="b" l="l" r="r" t="t"/>
              <a:pathLst>
                <a:path extrusionOk="0" h="1455" w="1531">
                  <a:moveTo>
                    <a:pt x="1492" y="674"/>
                  </a:moveTo>
                  <a:cubicBezTo>
                    <a:pt x="1531" y="1045"/>
                    <a:pt x="1262" y="1296"/>
                    <a:pt x="925" y="1386"/>
                  </a:cubicBezTo>
                  <a:cubicBezTo>
                    <a:pt x="623" y="1454"/>
                    <a:pt x="359" y="1365"/>
                    <a:pt x="179" y="1117"/>
                  </a:cubicBezTo>
                  <a:cubicBezTo>
                    <a:pt x="22" y="887"/>
                    <a:pt x="0" y="533"/>
                    <a:pt x="286" y="248"/>
                  </a:cubicBezTo>
                  <a:cubicBezTo>
                    <a:pt x="482" y="52"/>
                    <a:pt x="746" y="1"/>
                    <a:pt x="1015" y="35"/>
                  </a:cubicBezTo>
                  <a:cubicBezTo>
                    <a:pt x="1121" y="52"/>
                    <a:pt x="1245" y="52"/>
                    <a:pt x="1335" y="175"/>
                  </a:cubicBezTo>
                  <a:cubicBezTo>
                    <a:pt x="1407" y="282"/>
                    <a:pt x="1492" y="512"/>
                    <a:pt x="1492" y="674"/>
                  </a:cubicBezTo>
                  <a:close/>
                  <a:moveTo>
                    <a:pt x="1369" y="691"/>
                  </a:moveTo>
                  <a:cubicBezTo>
                    <a:pt x="1386" y="568"/>
                    <a:pt x="1335" y="427"/>
                    <a:pt x="1262" y="320"/>
                  </a:cubicBezTo>
                  <a:cubicBezTo>
                    <a:pt x="1211" y="265"/>
                    <a:pt x="1139" y="214"/>
                    <a:pt x="1066" y="192"/>
                  </a:cubicBezTo>
                  <a:cubicBezTo>
                    <a:pt x="908" y="141"/>
                    <a:pt x="729" y="158"/>
                    <a:pt x="572" y="214"/>
                  </a:cubicBezTo>
                  <a:cubicBezTo>
                    <a:pt x="197" y="372"/>
                    <a:pt x="90" y="781"/>
                    <a:pt x="341" y="1083"/>
                  </a:cubicBezTo>
                  <a:cubicBezTo>
                    <a:pt x="482" y="1258"/>
                    <a:pt x="768" y="1296"/>
                    <a:pt x="998" y="1207"/>
                  </a:cubicBezTo>
                  <a:cubicBezTo>
                    <a:pt x="1245" y="1117"/>
                    <a:pt x="1369" y="938"/>
                    <a:pt x="1369"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6"/>
            <p:cNvSpPr/>
            <p:nvPr/>
          </p:nvSpPr>
          <p:spPr>
            <a:xfrm rot="1073721">
              <a:off x="5735506" y="618167"/>
              <a:ext cx="33479" cy="26501"/>
            </a:xfrm>
            <a:custGeom>
              <a:rect b="b" l="l" r="r" t="t"/>
              <a:pathLst>
                <a:path extrusionOk="0" h="338" w="427">
                  <a:moveTo>
                    <a:pt x="214" y="0"/>
                  </a:moveTo>
                  <a:cubicBezTo>
                    <a:pt x="0" y="0"/>
                    <a:pt x="0"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6"/>
            <p:cNvSpPr/>
            <p:nvPr/>
          </p:nvSpPr>
          <p:spPr>
            <a:xfrm rot="1073721">
              <a:off x="5917113" y="676808"/>
              <a:ext cx="33479" cy="26501"/>
            </a:xfrm>
            <a:custGeom>
              <a:rect b="b" l="l" r="r" t="t"/>
              <a:pathLst>
                <a:path extrusionOk="0" h="338" w="427">
                  <a:moveTo>
                    <a:pt x="213" y="0"/>
                  </a:moveTo>
                  <a:cubicBezTo>
                    <a:pt x="0" y="0"/>
                    <a:pt x="0" y="337"/>
                    <a:pt x="213" y="337"/>
                  </a:cubicBezTo>
                  <a:cubicBezTo>
                    <a:pt x="427" y="337"/>
                    <a:pt x="427" y="0"/>
                    <a:pt x="2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6"/>
            <p:cNvSpPr/>
            <p:nvPr/>
          </p:nvSpPr>
          <p:spPr>
            <a:xfrm rot="1073721">
              <a:off x="6094132" y="735369"/>
              <a:ext cx="33479" cy="26501"/>
            </a:xfrm>
            <a:custGeom>
              <a:rect b="b" l="l" r="r" t="t"/>
              <a:pathLst>
                <a:path extrusionOk="0" h="338" w="427">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6"/>
            <p:cNvSpPr/>
            <p:nvPr/>
          </p:nvSpPr>
          <p:spPr>
            <a:xfrm rot="1073721">
              <a:off x="6269022" y="791854"/>
              <a:ext cx="33558" cy="26501"/>
            </a:xfrm>
            <a:custGeom>
              <a:rect b="b" l="l" r="r" t="t"/>
              <a:pathLst>
                <a:path extrusionOk="0" h="338" w="428">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6"/>
            <p:cNvSpPr/>
            <p:nvPr/>
          </p:nvSpPr>
          <p:spPr>
            <a:xfrm rot="1073721">
              <a:off x="6448503" y="848395"/>
              <a:ext cx="33479" cy="26501"/>
            </a:xfrm>
            <a:custGeom>
              <a:rect b="b" l="l" r="r" t="t"/>
              <a:pathLst>
                <a:path extrusionOk="0" h="338" w="427">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6"/>
            <p:cNvSpPr/>
            <p:nvPr/>
          </p:nvSpPr>
          <p:spPr>
            <a:xfrm rot="1073721">
              <a:off x="5584944" y="587344"/>
              <a:ext cx="57236" cy="8389"/>
            </a:xfrm>
            <a:custGeom>
              <a:rect b="b" l="l" r="r" t="t"/>
              <a:pathLst>
                <a:path extrusionOk="0" h="107" w="730">
                  <a:moveTo>
                    <a:pt x="657" y="0"/>
                  </a:moveTo>
                  <a:cubicBezTo>
                    <a:pt x="466" y="17"/>
                    <a:pt x="269" y="17"/>
                    <a:pt x="56" y="17"/>
                  </a:cubicBezTo>
                  <a:cubicBezTo>
                    <a:pt x="1" y="17"/>
                    <a:pt x="1" y="107"/>
                    <a:pt x="56" y="107"/>
                  </a:cubicBezTo>
                  <a:cubicBezTo>
                    <a:pt x="269" y="107"/>
                    <a:pt x="466" y="107"/>
                    <a:pt x="657" y="90"/>
                  </a:cubicBezTo>
                  <a:cubicBezTo>
                    <a:pt x="730" y="90"/>
                    <a:pt x="730" y="0"/>
                    <a:pt x="6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6"/>
            <p:cNvSpPr/>
            <p:nvPr/>
          </p:nvSpPr>
          <p:spPr>
            <a:xfrm rot="1073721">
              <a:off x="5597480" y="570577"/>
              <a:ext cx="46181" cy="8468"/>
            </a:xfrm>
            <a:custGeom>
              <a:rect b="b" l="l" r="r" t="t"/>
              <a:pathLst>
                <a:path extrusionOk="0" h="108" w="589">
                  <a:moveTo>
                    <a:pt x="533" y="1"/>
                  </a:moveTo>
                  <a:cubicBezTo>
                    <a:pt x="376" y="1"/>
                    <a:pt x="214" y="18"/>
                    <a:pt x="56" y="18"/>
                  </a:cubicBezTo>
                  <a:cubicBezTo>
                    <a:pt x="0" y="18"/>
                    <a:pt x="0" y="108"/>
                    <a:pt x="56" y="108"/>
                  </a:cubicBezTo>
                  <a:cubicBezTo>
                    <a:pt x="214" y="108"/>
                    <a:pt x="376" y="90"/>
                    <a:pt x="533" y="90"/>
                  </a:cubicBezTo>
                  <a:cubicBezTo>
                    <a:pt x="589" y="90"/>
                    <a:pt x="589" y="1"/>
                    <a:pt x="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6"/>
            <p:cNvSpPr/>
            <p:nvPr/>
          </p:nvSpPr>
          <p:spPr>
            <a:xfrm rot="1073721">
              <a:off x="5577745" y="610099"/>
              <a:ext cx="58569" cy="7684"/>
            </a:xfrm>
            <a:custGeom>
              <a:rect b="b" l="l" r="r" t="t"/>
              <a:pathLst>
                <a:path extrusionOk="0" h="98" w="747">
                  <a:moveTo>
                    <a:pt x="56" y="1"/>
                  </a:moveTo>
                  <a:cubicBezTo>
                    <a:pt x="1" y="1"/>
                    <a:pt x="1" y="90"/>
                    <a:pt x="56" y="90"/>
                  </a:cubicBezTo>
                  <a:cubicBezTo>
                    <a:pt x="127" y="96"/>
                    <a:pt x="198" y="98"/>
                    <a:pt x="269" y="98"/>
                  </a:cubicBezTo>
                  <a:cubicBezTo>
                    <a:pt x="412" y="98"/>
                    <a:pt x="554" y="90"/>
                    <a:pt x="696" y="90"/>
                  </a:cubicBezTo>
                  <a:cubicBezTo>
                    <a:pt x="747" y="90"/>
                    <a:pt x="747" y="1"/>
                    <a:pt x="696" y="1"/>
                  </a:cubicBezTo>
                  <a:cubicBezTo>
                    <a:pt x="554" y="1"/>
                    <a:pt x="412" y="8"/>
                    <a:pt x="269" y="8"/>
                  </a:cubicBezTo>
                  <a:cubicBezTo>
                    <a:pt x="198" y="8"/>
                    <a:pt x="127" y="6"/>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6"/>
            <p:cNvSpPr/>
            <p:nvPr/>
          </p:nvSpPr>
          <p:spPr>
            <a:xfrm rot="1073721">
              <a:off x="5944045" y="477507"/>
              <a:ext cx="72604" cy="9801"/>
            </a:xfrm>
            <a:custGeom>
              <a:rect b="b" l="l" r="r" t="t"/>
              <a:pathLst>
                <a:path extrusionOk="0" h="125" w="926">
                  <a:moveTo>
                    <a:pt x="73" y="1"/>
                  </a:moveTo>
                  <a:cubicBezTo>
                    <a:pt x="1" y="1"/>
                    <a:pt x="1" y="90"/>
                    <a:pt x="73" y="90"/>
                  </a:cubicBezTo>
                  <a:cubicBezTo>
                    <a:pt x="205" y="107"/>
                    <a:pt x="338" y="107"/>
                    <a:pt x="469" y="107"/>
                  </a:cubicBezTo>
                  <a:cubicBezTo>
                    <a:pt x="600" y="107"/>
                    <a:pt x="729" y="107"/>
                    <a:pt x="853" y="124"/>
                  </a:cubicBezTo>
                  <a:cubicBezTo>
                    <a:pt x="926" y="124"/>
                    <a:pt x="926" y="39"/>
                    <a:pt x="853" y="39"/>
                  </a:cubicBezTo>
                  <a:cubicBezTo>
                    <a:pt x="729" y="20"/>
                    <a:pt x="600" y="20"/>
                    <a:pt x="469" y="20"/>
                  </a:cubicBezTo>
                  <a:cubicBezTo>
                    <a:pt x="338" y="20"/>
                    <a:pt x="205" y="20"/>
                    <a:pt x="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6"/>
            <p:cNvSpPr/>
            <p:nvPr/>
          </p:nvSpPr>
          <p:spPr>
            <a:xfrm rot="1073721">
              <a:off x="5963351" y="462057"/>
              <a:ext cx="47200" cy="8468"/>
            </a:xfrm>
            <a:custGeom>
              <a:rect b="b" l="l" r="r" t="t"/>
              <a:pathLst>
                <a:path extrusionOk="0" h="108" w="602">
                  <a:moveTo>
                    <a:pt x="69" y="0"/>
                  </a:moveTo>
                  <a:cubicBezTo>
                    <a:pt x="1" y="0"/>
                    <a:pt x="1" y="107"/>
                    <a:pt x="69" y="107"/>
                  </a:cubicBezTo>
                  <a:cubicBezTo>
                    <a:pt x="231" y="107"/>
                    <a:pt x="388" y="90"/>
                    <a:pt x="550" y="90"/>
                  </a:cubicBezTo>
                  <a:cubicBezTo>
                    <a:pt x="602" y="90"/>
                    <a:pt x="602" y="0"/>
                    <a:pt x="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6"/>
            <p:cNvSpPr/>
            <p:nvPr/>
          </p:nvSpPr>
          <p:spPr>
            <a:xfrm rot="1073721">
              <a:off x="5925809" y="493320"/>
              <a:ext cx="61235" cy="8703"/>
            </a:xfrm>
            <a:custGeom>
              <a:rect b="b" l="l" r="r" t="t"/>
              <a:pathLst>
                <a:path extrusionOk="0" h="111" w="781">
                  <a:moveTo>
                    <a:pt x="52" y="0"/>
                  </a:moveTo>
                  <a:cubicBezTo>
                    <a:pt x="18" y="0"/>
                    <a:pt x="1" y="17"/>
                    <a:pt x="1" y="34"/>
                  </a:cubicBezTo>
                  <a:cubicBezTo>
                    <a:pt x="1" y="73"/>
                    <a:pt x="18" y="90"/>
                    <a:pt x="52" y="90"/>
                  </a:cubicBezTo>
                  <a:cubicBezTo>
                    <a:pt x="159" y="107"/>
                    <a:pt x="269" y="111"/>
                    <a:pt x="382" y="111"/>
                  </a:cubicBezTo>
                  <a:cubicBezTo>
                    <a:pt x="495" y="111"/>
                    <a:pt x="610" y="107"/>
                    <a:pt x="725" y="107"/>
                  </a:cubicBezTo>
                  <a:cubicBezTo>
                    <a:pt x="781" y="107"/>
                    <a:pt x="781" y="17"/>
                    <a:pt x="725" y="17"/>
                  </a:cubicBezTo>
                  <a:cubicBezTo>
                    <a:pt x="495" y="17"/>
                    <a:pt x="265" y="17"/>
                    <a:pt x="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 name="Google Shape;1702;p56"/>
          <p:cNvGrpSpPr/>
          <p:nvPr/>
        </p:nvGrpSpPr>
        <p:grpSpPr>
          <a:xfrm>
            <a:off x="1795127" y="2049876"/>
            <a:ext cx="689601" cy="914798"/>
            <a:chOff x="9307511" y="3611368"/>
            <a:chExt cx="820856" cy="1088916"/>
          </a:xfrm>
        </p:grpSpPr>
        <p:sp>
          <p:nvSpPr>
            <p:cNvPr id="1703" name="Google Shape;1703;p56"/>
            <p:cNvSpPr/>
            <p:nvPr/>
          </p:nvSpPr>
          <p:spPr>
            <a:xfrm>
              <a:off x="9698276" y="3631280"/>
              <a:ext cx="14519" cy="104536"/>
            </a:xfrm>
            <a:custGeom>
              <a:rect b="b" l="l" r="r" t="t"/>
              <a:pathLst>
                <a:path extrusionOk="0" h="1260" w="175">
                  <a:moveTo>
                    <a:pt x="88" y="0"/>
                  </a:moveTo>
                  <a:cubicBezTo>
                    <a:pt x="44" y="0"/>
                    <a:pt x="0" y="27"/>
                    <a:pt x="0" y="80"/>
                  </a:cubicBezTo>
                  <a:lnTo>
                    <a:pt x="0" y="1180"/>
                  </a:lnTo>
                  <a:cubicBezTo>
                    <a:pt x="0" y="1233"/>
                    <a:pt x="44" y="1260"/>
                    <a:pt x="88" y="1260"/>
                  </a:cubicBezTo>
                  <a:cubicBezTo>
                    <a:pt x="131" y="1260"/>
                    <a:pt x="175" y="1233"/>
                    <a:pt x="175" y="1180"/>
                  </a:cubicBezTo>
                  <a:lnTo>
                    <a:pt x="175" y="80"/>
                  </a:lnTo>
                  <a:cubicBezTo>
                    <a:pt x="175" y="27"/>
                    <a:pt x="131" y="0"/>
                    <a:pt x="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6"/>
            <p:cNvSpPr/>
            <p:nvPr/>
          </p:nvSpPr>
          <p:spPr>
            <a:xfrm>
              <a:off x="9684836" y="3611368"/>
              <a:ext cx="41400" cy="41068"/>
            </a:xfrm>
            <a:custGeom>
              <a:rect b="b" l="l" r="r" t="t"/>
              <a:pathLst>
                <a:path extrusionOk="0" h="495" w="499">
                  <a:moveTo>
                    <a:pt x="247" y="0"/>
                  </a:moveTo>
                  <a:cubicBezTo>
                    <a:pt x="107" y="0"/>
                    <a:pt x="0" y="107"/>
                    <a:pt x="0" y="247"/>
                  </a:cubicBezTo>
                  <a:cubicBezTo>
                    <a:pt x="0" y="371"/>
                    <a:pt x="107" y="495"/>
                    <a:pt x="247" y="495"/>
                  </a:cubicBezTo>
                  <a:cubicBezTo>
                    <a:pt x="375" y="495"/>
                    <a:pt x="499" y="371"/>
                    <a:pt x="499" y="247"/>
                  </a:cubicBezTo>
                  <a:cubicBezTo>
                    <a:pt x="499" y="107"/>
                    <a:pt x="375"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6"/>
            <p:cNvSpPr/>
            <p:nvPr/>
          </p:nvSpPr>
          <p:spPr>
            <a:xfrm>
              <a:off x="9639205" y="4555593"/>
              <a:ext cx="150333" cy="86367"/>
            </a:xfrm>
            <a:custGeom>
              <a:rect b="b" l="l" r="r" t="t"/>
              <a:pathLst>
                <a:path extrusionOk="0" h="1041" w="1812">
                  <a:moveTo>
                    <a:pt x="1733" y="1"/>
                  </a:moveTo>
                  <a:cubicBezTo>
                    <a:pt x="1702" y="1"/>
                    <a:pt x="1671" y="19"/>
                    <a:pt x="1671" y="55"/>
                  </a:cubicBezTo>
                  <a:cubicBezTo>
                    <a:pt x="1688" y="426"/>
                    <a:pt x="1509" y="746"/>
                    <a:pt x="1155" y="874"/>
                  </a:cubicBezTo>
                  <a:cubicBezTo>
                    <a:pt x="1065" y="899"/>
                    <a:pt x="970" y="912"/>
                    <a:pt x="876" y="912"/>
                  </a:cubicBezTo>
                  <a:cubicBezTo>
                    <a:pt x="654" y="912"/>
                    <a:pt x="435" y="839"/>
                    <a:pt x="286" y="677"/>
                  </a:cubicBezTo>
                  <a:cubicBezTo>
                    <a:pt x="158" y="516"/>
                    <a:pt x="124" y="319"/>
                    <a:pt x="141" y="128"/>
                  </a:cubicBezTo>
                  <a:cubicBezTo>
                    <a:pt x="151" y="74"/>
                    <a:pt x="110" y="38"/>
                    <a:pt x="73" y="38"/>
                  </a:cubicBezTo>
                  <a:cubicBezTo>
                    <a:pt x="48" y="38"/>
                    <a:pt x="24" y="54"/>
                    <a:pt x="17" y="89"/>
                  </a:cubicBezTo>
                  <a:cubicBezTo>
                    <a:pt x="0" y="302"/>
                    <a:pt x="17" y="516"/>
                    <a:pt x="124" y="695"/>
                  </a:cubicBezTo>
                  <a:cubicBezTo>
                    <a:pt x="230" y="835"/>
                    <a:pt x="392" y="942"/>
                    <a:pt x="567" y="997"/>
                  </a:cubicBezTo>
                  <a:cubicBezTo>
                    <a:pt x="659" y="1026"/>
                    <a:pt x="758" y="1041"/>
                    <a:pt x="860" y="1041"/>
                  </a:cubicBezTo>
                  <a:cubicBezTo>
                    <a:pt x="1132" y="1041"/>
                    <a:pt x="1419" y="937"/>
                    <a:pt x="1599" y="729"/>
                  </a:cubicBezTo>
                  <a:cubicBezTo>
                    <a:pt x="1756" y="554"/>
                    <a:pt x="1812" y="302"/>
                    <a:pt x="1795" y="55"/>
                  </a:cubicBezTo>
                  <a:cubicBezTo>
                    <a:pt x="1795" y="19"/>
                    <a:pt x="1764" y="1"/>
                    <a:pt x="17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6"/>
            <p:cNvSpPr/>
            <p:nvPr/>
          </p:nvSpPr>
          <p:spPr>
            <a:xfrm>
              <a:off x="9914981" y="4520499"/>
              <a:ext cx="67202" cy="175056"/>
            </a:xfrm>
            <a:custGeom>
              <a:rect b="b" l="l" r="r" t="t"/>
              <a:pathLst>
                <a:path extrusionOk="0" h="2110" w="810">
                  <a:moveTo>
                    <a:pt x="199" y="1"/>
                  </a:moveTo>
                  <a:cubicBezTo>
                    <a:pt x="102" y="1"/>
                    <a:pt x="0" y="83"/>
                    <a:pt x="31" y="210"/>
                  </a:cubicBezTo>
                  <a:cubicBezTo>
                    <a:pt x="159" y="725"/>
                    <a:pt x="282" y="1258"/>
                    <a:pt x="406" y="1774"/>
                  </a:cubicBezTo>
                  <a:cubicBezTo>
                    <a:pt x="423" y="1846"/>
                    <a:pt x="440" y="1915"/>
                    <a:pt x="457" y="1987"/>
                  </a:cubicBezTo>
                  <a:cubicBezTo>
                    <a:pt x="479" y="2072"/>
                    <a:pt x="543" y="2109"/>
                    <a:pt x="609" y="2109"/>
                  </a:cubicBezTo>
                  <a:cubicBezTo>
                    <a:pt x="708" y="2109"/>
                    <a:pt x="810" y="2026"/>
                    <a:pt x="777" y="1898"/>
                  </a:cubicBezTo>
                  <a:cubicBezTo>
                    <a:pt x="653" y="1382"/>
                    <a:pt x="529" y="870"/>
                    <a:pt x="406" y="355"/>
                  </a:cubicBezTo>
                  <a:cubicBezTo>
                    <a:pt x="389" y="265"/>
                    <a:pt x="372" y="193"/>
                    <a:pt x="350" y="124"/>
                  </a:cubicBezTo>
                  <a:cubicBezTo>
                    <a:pt x="330" y="38"/>
                    <a:pt x="265" y="1"/>
                    <a:pt x="1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6"/>
            <p:cNvSpPr/>
            <p:nvPr/>
          </p:nvSpPr>
          <p:spPr>
            <a:xfrm>
              <a:off x="9951402" y="4672242"/>
              <a:ext cx="74005" cy="28042"/>
            </a:xfrm>
            <a:custGeom>
              <a:rect b="b" l="l" r="r" t="t"/>
              <a:pathLst>
                <a:path extrusionOk="0" h="338" w="892">
                  <a:moveTo>
                    <a:pt x="180" y="0"/>
                  </a:moveTo>
                  <a:cubicBezTo>
                    <a:pt x="90" y="0"/>
                    <a:pt x="1" y="69"/>
                    <a:pt x="18" y="158"/>
                  </a:cubicBezTo>
                  <a:cubicBezTo>
                    <a:pt x="18" y="248"/>
                    <a:pt x="90" y="337"/>
                    <a:pt x="180" y="337"/>
                  </a:cubicBezTo>
                  <a:lnTo>
                    <a:pt x="730" y="337"/>
                  </a:lnTo>
                  <a:cubicBezTo>
                    <a:pt x="819" y="337"/>
                    <a:pt x="892" y="248"/>
                    <a:pt x="892" y="158"/>
                  </a:cubicBezTo>
                  <a:cubicBezTo>
                    <a:pt x="892" y="69"/>
                    <a:pt x="819" y="0"/>
                    <a:pt x="7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6"/>
            <p:cNvSpPr/>
            <p:nvPr/>
          </p:nvSpPr>
          <p:spPr>
            <a:xfrm>
              <a:off x="9449381" y="4520499"/>
              <a:ext cx="65791" cy="175056"/>
            </a:xfrm>
            <a:custGeom>
              <a:rect b="b" l="l" r="r" t="t"/>
              <a:pathLst>
                <a:path extrusionOk="0" h="2110" w="793">
                  <a:moveTo>
                    <a:pt x="594" y="1"/>
                  </a:moveTo>
                  <a:cubicBezTo>
                    <a:pt x="528" y="1"/>
                    <a:pt x="463" y="38"/>
                    <a:pt x="443" y="124"/>
                  </a:cubicBezTo>
                  <a:cubicBezTo>
                    <a:pt x="315" y="636"/>
                    <a:pt x="191" y="1169"/>
                    <a:pt x="68" y="1684"/>
                  </a:cubicBezTo>
                  <a:cubicBezTo>
                    <a:pt x="68" y="1757"/>
                    <a:pt x="51" y="1829"/>
                    <a:pt x="34" y="1898"/>
                  </a:cubicBezTo>
                  <a:cubicBezTo>
                    <a:pt x="0" y="2026"/>
                    <a:pt x="102" y="2109"/>
                    <a:pt x="201" y="2109"/>
                  </a:cubicBezTo>
                  <a:cubicBezTo>
                    <a:pt x="267" y="2109"/>
                    <a:pt x="331" y="2072"/>
                    <a:pt x="353" y="1987"/>
                  </a:cubicBezTo>
                  <a:cubicBezTo>
                    <a:pt x="477" y="1471"/>
                    <a:pt x="583" y="956"/>
                    <a:pt x="707" y="423"/>
                  </a:cubicBezTo>
                  <a:cubicBezTo>
                    <a:pt x="724" y="355"/>
                    <a:pt x="741" y="282"/>
                    <a:pt x="762" y="210"/>
                  </a:cubicBezTo>
                  <a:cubicBezTo>
                    <a:pt x="793" y="83"/>
                    <a:pt x="692" y="1"/>
                    <a:pt x="5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6"/>
            <p:cNvSpPr/>
            <p:nvPr/>
          </p:nvSpPr>
          <p:spPr>
            <a:xfrm>
              <a:off x="9404746" y="4672242"/>
              <a:ext cx="74005" cy="28042"/>
            </a:xfrm>
            <a:custGeom>
              <a:rect b="b" l="l" r="r" t="t"/>
              <a:pathLst>
                <a:path extrusionOk="0" h="338" w="892">
                  <a:moveTo>
                    <a:pt x="179" y="0"/>
                  </a:moveTo>
                  <a:cubicBezTo>
                    <a:pt x="90" y="0"/>
                    <a:pt x="0" y="69"/>
                    <a:pt x="0" y="158"/>
                  </a:cubicBezTo>
                  <a:cubicBezTo>
                    <a:pt x="0" y="248"/>
                    <a:pt x="73" y="337"/>
                    <a:pt x="179" y="337"/>
                  </a:cubicBezTo>
                  <a:lnTo>
                    <a:pt x="712" y="337"/>
                  </a:lnTo>
                  <a:cubicBezTo>
                    <a:pt x="802" y="337"/>
                    <a:pt x="891" y="248"/>
                    <a:pt x="891" y="158"/>
                  </a:cubicBezTo>
                  <a:cubicBezTo>
                    <a:pt x="874" y="69"/>
                    <a:pt x="819" y="0"/>
                    <a:pt x="7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6"/>
            <p:cNvSpPr/>
            <p:nvPr/>
          </p:nvSpPr>
          <p:spPr>
            <a:xfrm>
              <a:off x="9342854" y="4414470"/>
              <a:ext cx="758964" cy="155974"/>
            </a:xfrm>
            <a:custGeom>
              <a:rect b="b" l="l" r="r" t="t"/>
              <a:pathLst>
                <a:path extrusionOk="0" h="1880" w="9148">
                  <a:moveTo>
                    <a:pt x="5282" y="780"/>
                  </a:moveTo>
                  <a:lnTo>
                    <a:pt x="5282" y="780"/>
                  </a:lnTo>
                  <a:cubicBezTo>
                    <a:pt x="5264" y="781"/>
                    <a:pt x="5248" y="784"/>
                    <a:pt x="5231" y="787"/>
                  </a:cubicBezTo>
                  <a:lnTo>
                    <a:pt x="5231" y="787"/>
                  </a:lnTo>
                  <a:cubicBezTo>
                    <a:pt x="5248" y="785"/>
                    <a:pt x="5265" y="783"/>
                    <a:pt x="5282" y="780"/>
                  </a:cubicBezTo>
                  <a:close/>
                  <a:moveTo>
                    <a:pt x="8578" y="1"/>
                  </a:moveTo>
                  <a:cubicBezTo>
                    <a:pt x="8538" y="1"/>
                    <a:pt x="8497" y="6"/>
                    <a:pt x="8457" y="17"/>
                  </a:cubicBezTo>
                  <a:cubicBezTo>
                    <a:pt x="7415" y="325"/>
                    <a:pt x="6370" y="632"/>
                    <a:pt x="5282" y="780"/>
                  </a:cubicBezTo>
                  <a:lnTo>
                    <a:pt x="5282" y="780"/>
                  </a:lnTo>
                  <a:cubicBezTo>
                    <a:pt x="5286" y="780"/>
                    <a:pt x="5290" y="780"/>
                    <a:pt x="5294" y="780"/>
                  </a:cubicBezTo>
                  <a:cubicBezTo>
                    <a:pt x="5266" y="784"/>
                    <a:pt x="5238" y="788"/>
                    <a:pt x="5209" y="791"/>
                  </a:cubicBezTo>
                  <a:lnTo>
                    <a:pt x="5209" y="791"/>
                  </a:lnTo>
                  <a:cubicBezTo>
                    <a:pt x="5217" y="790"/>
                    <a:pt x="5224" y="789"/>
                    <a:pt x="5231" y="787"/>
                  </a:cubicBezTo>
                  <a:lnTo>
                    <a:pt x="5231" y="787"/>
                  </a:lnTo>
                  <a:cubicBezTo>
                    <a:pt x="5206" y="791"/>
                    <a:pt x="5180" y="794"/>
                    <a:pt x="5154" y="797"/>
                  </a:cubicBezTo>
                  <a:cubicBezTo>
                    <a:pt x="5158" y="797"/>
                    <a:pt x="5162" y="797"/>
                    <a:pt x="5166" y="797"/>
                  </a:cubicBezTo>
                  <a:lnTo>
                    <a:pt x="5166" y="797"/>
                  </a:lnTo>
                  <a:cubicBezTo>
                    <a:pt x="4741" y="850"/>
                    <a:pt x="4318" y="875"/>
                    <a:pt x="3895" y="875"/>
                  </a:cubicBezTo>
                  <a:cubicBezTo>
                    <a:pt x="3501" y="875"/>
                    <a:pt x="3107" y="853"/>
                    <a:pt x="2710" y="810"/>
                  </a:cubicBezTo>
                  <a:lnTo>
                    <a:pt x="2710" y="810"/>
                  </a:lnTo>
                  <a:cubicBezTo>
                    <a:pt x="2714" y="811"/>
                    <a:pt x="2717" y="813"/>
                    <a:pt x="2720" y="814"/>
                  </a:cubicBezTo>
                  <a:cubicBezTo>
                    <a:pt x="2697" y="811"/>
                    <a:pt x="2674" y="807"/>
                    <a:pt x="2651" y="804"/>
                  </a:cubicBezTo>
                  <a:lnTo>
                    <a:pt x="2651" y="804"/>
                  </a:lnTo>
                  <a:cubicBezTo>
                    <a:pt x="2671" y="806"/>
                    <a:pt x="2691" y="808"/>
                    <a:pt x="2710" y="810"/>
                  </a:cubicBezTo>
                  <a:lnTo>
                    <a:pt x="2710" y="810"/>
                  </a:lnTo>
                  <a:cubicBezTo>
                    <a:pt x="2681" y="799"/>
                    <a:pt x="2642" y="797"/>
                    <a:pt x="2612" y="797"/>
                  </a:cubicBezTo>
                  <a:lnTo>
                    <a:pt x="2612" y="797"/>
                  </a:lnTo>
                  <a:cubicBezTo>
                    <a:pt x="2625" y="799"/>
                    <a:pt x="2638" y="801"/>
                    <a:pt x="2651" y="804"/>
                  </a:cubicBezTo>
                  <a:lnTo>
                    <a:pt x="2651" y="804"/>
                  </a:lnTo>
                  <a:cubicBezTo>
                    <a:pt x="2633" y="801"/>
                    <a:pt x="2615" y="799"/>
                    <a:pt x="2596" y="797"/>
                  </a:cubicBezTo>
                  <a:cubicBezTo>
                    <a:pt x="2601" y="797"/>
                    <a:pt x="2606" y="797"/>
                    <a:pt x="2612" y="797"/>
                  </a:cubicBezTo>
                  <a:lnTo>
                    <a:pt x="2612" y="797"/>
                  </a:lnTo>
                  <a:cubicBezTo>
                    <a:pt x="1955" y="691"/>
                    <a:pt x="1317" y="539"/>
                    <a:pt x="678" y="337"/>
                  </a:cubicBezTo>
                  <a:cubicBezTo>
                    <a:pt x="633" y="321"/>
                    <a:pt x="586" y="313"/>
                    <a:pt x="539" y="313"/>
                  </a:cubicBezTo>
                  <a:cubicBezTo>
                    <a:pt x="326" y="313"/>
                    <a:pt x="115" y="468"/>
                    <a:pt x="56" y="674"/>
                  </a:cubicBezTo>
                  <a:cubicBezTo>
                    <a:pt x="0" y="955"/>
                    <a:pt x="145" y="1206"/>
                    <a:pt x="410" y="1296"/>
                  </a:cubicBezTo>
                  <a:cubicBezTo>
                    <a:pt x="1514" y="1650"/>
                    <a:pt x="2647" y="1863"/>
                    <a:pt x="3820" y="1880"/>
                  </a:cubicBezTo>
                  <a:cubicBezTo>
                    <a:pt x="4868" y="1880"/>
                    <a:pt x="5917" y="1722"/>
                    <a:pt x="6927" y="1471"/>
                  </a:cubicBezTo>
                  <a:cubicBezTo>
                    <a:pt x="7532" y="1330"/>
                    <a:pt x="8137" y="1151"/>
                    <a:pt x="8721" y="976"/>
                  </a:cubicBezTo>
                  <a:cubicBezTo>
                    <a:pt x="8973" y="904"/>
                    <a:pt x="9147" y="635"/>
                    <a:pt x="9079" y="371"/>
                  </a:cubicBezTo>
                  <a:cubicBezTo>
                    <a:pt x="9003" y="161"/>
                    <a:pt x="8799" y="1"/>
                    <a:pt x="85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6"/>
            <p:cNvSpPr/>
            <p:nvPr/>
          </p:nvSpPr>
          <p:spPr>
            <a:xfrm>
              <a:off x="9490283" y="3854290"/>
              <a:ext cx="465848" cy="561673"/>
            </a:xfrm>
            <a:custGeom>
              <a:rect b="b" l="l" r="r" t="t"/>
              <a:pathLst>
                <a:path extrusionOk="0" h="6770" w="5615">
                  <a:moveTo>
                    <a:pt x="5614" y="6147"/>
                  </a:moveTo>
                  <a:cubicBezTo>
                    <a:pt x="5491" y="6198"/>
                    <a:pt x="5418" y="6236"/>
                    <a:pt x="5329" y="6253"/>
                  </a:cubicBezTo>
                  <a:cubicBezTo>
                    <a:pt x="4975" y="6377"/>
                    <a:pt x="4617" y="6484"/>
                    <a:pt x="4263" y="6590"/>
                  </a:cubicBezTo>
                  <a:cubicBezTo>
                    <a:pt x="3926" y="6680"/>
                    <a:pt x="3590" y="6731"/>
                    <a:pt x="3232" y="6731"/>
                  </a:cubicBezTo>
                  <a:cubicBezTo>
                    <a:pt x="2844" y="6748"/>
                    <a:pt x="2435" y="6769"/>
                    <a:pt x="2043" y="6748"/>
                  </a:cubicBezTo>
                  <a:cubicBezTo>
                    <a:pt x="1761" y="6748"/>
                    <a:pt x="1459" y="6731"/>
                    <a:pt x="1173" y="6697"/>
                  </a:cubicBezTo>
                  <a:cubicBezTo>
                    <a:pt x="960" y="6680"/>
                    <a:pt x="764" y="6607"/>
                    <a:pt x="551" y="6573"/>
                  </a:cubicBezTo>
                  <a:cubicBezTo>
                    <a:pt x="393" y="6535"/>
                    <a:pt x="231" y="6501"/>
                    <a:pt x="73" y="6484"/>
                  </a:cubicBezTo>
                  <a:cubicBezTo>
                    <a:pt x="56" y="6467"/>
                    <a:pt x="35" y="6467"/>
                    <a:pt x="1" y="6449"/>
                  </a:cubicBezTo>
                  <a:cubicBezTo>
                    <a:pt x="18" y="6287"/>
                    <a:pt x="35" y="6130"/>
                    <a:pt x="73" y="5968"/>
                  </a:cubicBezTo>
                  <a:cubicBezTo>
                    <a:pt x="107" y="5597"/>
                    <a:pt x="163" y="5205"/>
                    <a:pt x="214" y="4830"/>
                  </a:cubicBezTo>
                  <a:cubicBezTo>
                    <a:pt x="231" y="4655"/>
                    <a:pt x="269" y="4476"/>
                    <a:pt x="303" y="4297"/>
                  </a:cubicBezTo>
                  <a:cubicBezTo>
                    <a:pt x="321" y="4212"/>
                    <a:pt x="321" y="4105"/>
                    <a:pt x="338" y="3999"/>
                  </a:cubicBezTo>
                  <a:cubicBezTo>
                    <a:pt x="393" y="3551"/>
                    <a:pt x="427" y="3091"/>
                    <a:pt x="534" y="2630"/>
                  </a:cubicBezTo>
                  <a:cubicBezTo>
                    <a:pt x="589" y="2434"/>
                    <a:pt x="606" y="2238"/>
                    <a:pt x="657" y="2025"/>
                  </a:cubicBezTo>
                  <a:cubicBezTo>
                    <a:pt x="730" y="1633"/>
                    <a:pt x="853" y="1262"/>
                    <a:pt x="1066" y="925"/>
                  </a:cubicBezTo>
                  <a:cubicBezTo>
                    <a:pt x="1263" y="657"/>
                    <a:pt x="1476" y="444"/>
                    <a:pt x="1778" y="303"/>
                  </a:cubicBezTo>
                  <a:cubicBezTo>
                    <a:pt x="1868" y="269"/>
                    <a:pt x="1936" y="214"/>
                    <a:pt x="2025" y="180"/>
                  </a:cubicBezTo>
                  <a:cubicBezTo>
                    <a:pt x="2345" y="56"/>
                    <a:pt x="2682" y="0"/>
                    <a:pt x="3040" y="35"/>
                  </a:cubicBezTo>
                  <a:cubicBezTo>
                    <a:pt x="3253" y="56"/>
                    <a:pt x="3466" y="90"/>
                    <a:pt x="3658" y="180"/>
                  </a:cubicBezTo>
                  <a:cubicBezTo>
                    <a:pt x="3944" y="303"/>
                    <a:pt x="4140" y="516"/>
                    <a:pt x="4263" y="781"/>
                  </a:cubicBezTo>
                  <a:cubicBezTo>
                    <a:pt x="4404" y="1083"/>
                    <a:pt x="4532" y="1386"/>
                    <a:pt x="4617" y="1705"/>
                  </a:cubicBezTo>
                  <a:cubicBezTo>
                    <a:pt x="4724" y="2042"/>
                    <a:pt x="4813" y="2400"/>
                    <a:pt x="4903" y="2754"/>
                  </a:cubicBezTo>
                  <a:cubicBezTo>
                    <a:pt x="4937" y="2933"/>
                    <a:pt x="4975" y="3108"/>
                    <a:pt x="5009" y="3287"/>
                  </a:cubicBezTo>
                  <a:cubicBezTo>
                    <a:pt x="5082" y="3606"/>
                    <a:pt x="5150" y="3926"/>
                    <a:pt x="5205" y="4246"/>
                  </a:cubicBezTo>
                  <a:cubicBezTo>
                    <a:pt x="5222" y="4280"/>
                    <a:pt x="5222" y="4318"/>
                    <a:pt x="5239" y="4352"/>
                  </a:cubicBezTo>
                  <a:cubicBezTo>
                    <a:pt x="5346" y="4723"/>
                    <a:pt x="5435" y="5115"/>
                    <a:pt x="5469" y="5507"/>
                  </a:cubicBezTo>
                  <a:cubicBezTo>
                    <a:pt x="5469" y="5559"/>
                    <a:pt x="5491" y="5614"/>
                    <a:pt x="5508" y="5665"/>
                  </a:cubicBezTo>
                  <a:cubicBezTo>
                    <a:pt x="5542" y="5827"/>
                    <a:pt x="5576" y="5985"/>
                    <a:pt x="5614" y="6147"/>
                  </a:cubicBezTo>
                  <a:close/>
                  <a:moveTo>
                    <a:pt x="3641" y="2379"/>
                  </a:moveTo>
                  <a:lnTo>
                    <a:pt x="3624" y="2379"/>
                  </a:lnTo>
                  <a:lnTo>
                    <a:pt x="3624" y="2328"/>
                  </a:lnTo>
                  <a:cubicBezTo>
                    <a:pt x="3624" y="1902"/>
                    <a:pt x="3483" y="1548"/>
                    <a:pt x="3091" y="1335"/>
                  </a:cubicBezTo>
                  <a:cubicBezTo>
                    <a:pt x="3040" y="1313"/>
                    <a:pt x="2985" y="1279"/>
                    <a:pt x="2912" y="1279"/>
                  </a:cubicBezTo>
                  <a:cubicBezTo>
                    <a:pt x="2699" y="1245"/>
                    <a:pt x="2486" y="1296"/>
                    <a:pt x="2273" y="1369"/>
                  </a:cubicBezTo>
                  <a:cubicBezTo>
                    <a:pt x="2098" y="1441"/>
                    <a:pt x="1974" y="1565"/>
                    <a:pt x="1846" y="1705"/>
                  </a:cubicBezTo>
                  <a:cubicBezTo>
                    <a:pt x="1706" y="1884"/>
                    <a:pt x="1672" y="2098"/>
                    <a:pt x="1616" y="2311"/>
                  </a:cubicBezTo>
                  <a:cubicBezTo>
                    <a:pt x="1548" y="2613"/>
                    <a:pt x="1565" y="2933"/>
                    <a:pt x="1616" y="3231"/>
                  </a:cubicBezTo>
                  <a:cubicBezTo>
                    <a:pt x="1655" y="3466"/>
                    <a:pt x="1761" y="3658"/>
                    <a:pt x="1953" y="3803"/>
                  </a:cubicBezTo>
                  <a:cubicBezTo>
                    <a:pt x="2115" y="3926"/>
                    <a:pt x="2294" y="3943"/>
                    <a:pt x="2469" y="3977"/>
                  </a:cubicBezTo>
                  <a:cubicBezTo>
                    <a:pt x="2737" y="4016"/>
                    <a:pt x="3002" y="3943"/>
                    <a:pt x="3215" y="3803"/>
                  </a:cubicBezTo>
                  <a:cubicBezTo>
                    <a:pt x="3466" y="3641"/>
                    <a:pt x="3607" y="3376"/>
                    <a:pt x="3624" y="3074"/>
                  </a:cubicBezTo>
                  <a:cubicBezTo>
                    <a:pt x="3641" y="2843"/>
                    <a:pt x="3641" y="2613"/>
                    <a:pt x="3641" y="23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6"/>
            <p:cNvSpPr/>
            <p:nvPr/>
          </p:nvSpPr>
          <p:spPr>
            <a:xfrm>
              <a:off x="9441831" y="3717398"/>
              <a:ext cx="553874" cy="667453"/>
            </a:xfrm>
            <a:custGeom>
              <a:rect b="b" l="l" r="r" t="t"/>
              <a:pathLst>
                <a:path extrusionOk="0" h="8045" w="6676">
                  <a:moveTo>
                    <a:pt x="444" y="8044"/>
                  </a:moveTo>
                  <a:cubicBezTo>
                    <a:pt x="355" y="8027"/>
                    <a:pt x="265" y="8010"/>
                    <a:pt x="159" y="7993"/>
                  </a:cubicBezTo>
                  <a:cubicBezTo>
                    <a:pt x="193" y="7780"/>
                    <a:pt x="231" y="7584"/>
                    <a:pt x="265" y="7388"/>
                  </a:cubicBezTo>
                  <a:cubicBezTo>
                    <a:pt x="372" y="6799"/>
                    <a:pt x="495" y="6215"/>
                    <a:pt x="534" y="5610"/>
                  </a:cubicBezTo>
                  <a:cubicBezTo>
                    <a:pt x="551" y="5397"/>
                    <a:pt x="534" y="5201"/>
                    <a:pt x="495" y="5009"/>
                  </a:cubicBezTo>
                  <a:cubicBezTo>
                    <a:pt x="461" y="4724"/>
                    <a:pt x="321" y="4511"/>
                    <a:pt x="1" y="4438"/>
                  </a:cubicBezTo>
                  <a:cubicBezTo>
                    <a:pt x="35" y="4297"/>
                    <a:pt x="69" y="4157"/>
                    <a:pt x="107" y="4029"/>
                  </a:cubicBezTo>
                  <a:cubicBezTo>
                    <a:pt x="159" y="3837"/>
                    <a:pt x="214" y="3658"/>
                    <a:pt x="265" y="3479"/>
                  </a:cubicBezTo>
                  <a:cubicBezTo>
                    <a:pt x="321" y="3283"/>
                    <a:pt x="372" y="3108"/>
                    <a:pt x="427" y="2912"/>
                  </a:cubicBezTo>
                  <a:cubicBezTo>
                    <a:pt x="512" y="2665"/>
                    <a:pt x="585" y="2413"/>
                    <a:pt x="674" y="2166"/>
                  </a:cubicBezTo>
                  <a:cubicBezTo>
                    <a:pt x="747" y="1970"/>
                    <a:pt x="832" y="1774"/>
                    <a:pt x="922" y="1578"/>
                  </a:cubicBezTo>
                  <a:cubicBezTo>
                    <a:pt x="1011" y="1403"/>
                    <a:pt x="1101" y="1224"/>
                    <a:pt x="1207" y="1067"/>
                  </a:cubicBezTo>
                  <a:cubicBezTo>
                    <a:pt x="1437" y="691"/>
                    <a:pt x="1723" y="372"/>
                    <a:pt x="2166" y="248"/>
                  </a:cubicBezTo>
                  <a:cubicBezTo>
                    <a:pt x="2592" y="142"/>
                    <a:pt x="3019" y="69"/>
                    <a:pt x="3445" y="18"/>
                  </a:cubicBezTo>
                  <a:cubicBezTo>
                    <a:pt x="3730" y="1"/>
                    <a:pt x="3995" y="1"/>
                    <a:pt x="4263" y="86"/>
                  </a:cubicBezTo>
                  <a:cubicBezTo>
                    <a:pt x="4349" y="108"/>
                    <a:pt x="4438" y="108"/>
                    <a:pt x="4510" y="125"/>
                  </a:cubicBezTo>
                  <a:cubicBezTo>
                    <a:pt x="4954" y="265"/>
                    <a:pt x="5291" y="534"/>
                    <a:pt x="5487" y="960"/>
                  </a:cubicBezTo>
                  <a:cubicBezTo>
                    <a:pt x="5683" y="1365"/>
                    <a:pt x="5840" y="1774"/>
                    <a:pt x="6019" y="2200"/>
                  </a:cubicBezTo>
                  <a:cubicBezTo>
                    <a:pt x="6181" y="2627"/>
                    <a:pt x="6339" y="3053"/>
                    <a:pt x="6480" y="3479"/>
                  </a:cubicBezTo>
                  <a:cubicBezTo>
                    <a:pt x="6552" y="3692"/>
                    <a:pt x="6625" y="3905"/>
                    <a:pt x="6676" y="4118"/>
                  </a:cubicBezTo>
                  <a:cubicBezTo>
                    <a:pt x="6625" y="4135"/>
                    <a:pt x="6608" y="4135"/>
                    <a:pt x="6569" y="4157"/>
                  </a:cubicBezTo>
                  <a:cubicBezTo>
                    <a:pt x="6198" y="4280"/>
                    <a:pt x="6036" y="4511"/>
                    <a:pt x="6036" y="4954"/>
                  </a:cubicBezTo>
                  <a:cubicBezTo>
                    <a:pt x="6036" y="5256"/>
                    <a:pt x="6109" y="5542"/>
                    <a:pt x="6181" y="5840"/>
                  </a:cubicBezTo>
                  <a:cubicBezTo>
                    <a:pt x="6267" y="6215"/>
                    <a:pt x="6356" y="6608"/>
                    <a:pt x="6463" y="6978"/>
                  </a:cubicBezTo>
                  <a:cubicBezTo>
                    <a:pt x="6518" y="7192"/>
                    <a:pt x="6569" y="7405"/>
                    <a:pt x="6642" y="7618"/>
                  </a:cubicBezTo>
                  <a:cubicBezTo>
                    <a:pt x="6552" y="7652"/>
                    <a:pt x="6446" y="7707"/>
                    <a:pt x="6322" y="7758"/>
                  </a:cubicBezTo>
                  <a:cubicBezTo>
                    <a:pt x="6305" y="7724"/>
                    <a:pt x="6288" y="7707"/>
                    <a:pt x="6288" y="7690"/>
                  </a:cubicBezTo>
                  <a:cubicBezTo>
                    <a:pt x="6232" y="7388"/>
                    <a:pt x="6181" y="7085"/>
                    <a:pt x="6126" y="6782"/>
                  </a:cubicBezTo>
                  <a:cubicBezTo>
                    <a:pt x="6053" y="6480"/>
                    <a:pt x="5985" y="6181"/>
                    <a:pt x="5913" y="5879"/>
                  </a:cubicBezTo>
                  <a:cubicBezTo>
                    <a:pt x="5862" y="5559"/>
                    <a:pt x="5789" y="5239"/>
                    <a:pt x="5734" y="4920"/>
                  </a:cubicBezTo>
                  <a:cubicBezTo>
                    <a:pt x="5700" y="4813"/>
                    <a:pt x="5666" y="4707"/>
                    <a:pt x="5649" y="4600"/>
                  </a:cubicBezTo>
                  <a:cubicBezTo>
                    <a:pt x="5559" y="4174"/>
                    <a:pt x="5470" y="3748"/>
                    <a:pt x="5329" y="3321"/>
                  </a:cubicBezTo>
                  <a:cubicBezTo>
                    <a:pt x="5222" y="3002"/>
                    <a:pt x="5094" y="2699"/>
                    <a:pt x="4971" y="2396"/>
                  </a:cubicBezTo>
                  <a:cubicBezTo>
                    <a:pt x="4903" y="2183"/>
                    <a:pt x="4758" y="2026"/>
                    <a:pt x="4600" y="1864"/>
                  </a:cubicBezTo>
                  <a:cubicBezTo>
                    <a:pt x="4387" y="1668"/>
                    <a:pt x="4118" y="1616"/>
                    <a:pt x="3854" y="1544"/>
                  </a:cubicBezTo>
                  <a:cubicBezTo>
                    <a:pt x="3551" y="1493"/>
                    <a:pt x="3249" y="1544"/>
                    <a:pt x="2946" y="1561"/>
                  </a:cubicBezTo>
                  <a:cubicBezTo>
                    <a:pt x="2823" y="1578"/>
                    <a:pt x="2716" y="1616"/>
                    <a:pt x="2609" y="1668"/>
                  </a:cubicBezTo>
                  <a:cubicBezTo>
                    <a:pt x="2307" y="1830"/>
                    <a:pt x="1987" y="1970"/>
                    <a:pt x="1740" y="2239"/>
                  </a:cubicBezTo>
                  <a:cubicBezTo>
                    <a:pt x="1561" y="2431"/>
                    <a:pt x="1437" y="2665"/>
                    <a:pt x="1348" y="2912"/>
                  </a:cubicBezTo>
                  <a:cubicBezTo>
                    <a:pt x="1173" y="3355"/>
                    <a:pt x="1101" y="3816"/>
                    <a:pt x="994" y="4297"/>
                  </a:cubicBezTo>
                  <a:cubicBezTo>
                    <a:pt x="960" y="4476"/>
                    <a:pt x="922" y="4668"/>
                    <a:pt x="887" y="4864"/>
                  </a:cubicBezTo>
                  <a:cubicBezTo>
                    <a:pt x="853" y="5094"/>
                    <a:pt x="832" y="5346"/>
                    <a:pt x="798" y="5576"/>
                  </a:cubicBezTo>
                  <a:cubicBezTo>
                    <a:pt x="798" y="5700"/>
                    <a:pt x="781" y="5823"/>
                    <a:pt x="764" y="5930"/>
                  </a:cubicBezTo>
                  <a:cubicBezTo>
                    <a:pt x="708" y="6339"/>
                    <a:pt x="657" y="6731"/>
                    <a:pt x="602" y="7119"/>
                  </a:cubicBezTo>
                  <a:cubicBezTo>
                    <a:pt x="568" y="7405"/>
                    <a:pt x="512" y="7690"/>
                    <a:pt x="461" y="7972"/>
                  </a:cubicBezTo>
                  <a:cubicBezTo>
                    <a:pt x="461" y="7993"/>
                    <a:pt x="461" y="8010"/>
                    <a:pt x="444" y="80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6"/>
            <p:cNvSpPr/>
            <p:nvPr/>
          </p:nvSpPr>
          <p:spPr>
            <a:xfrm>
              <a:off x="9322362" y="4312589"/>
              <a:ext cx="791486" cy="209404"/>
            </a:xfrm>
            <a:custGeom>
              <a:rect b="b" l="l" r="r" t="t"/>
              <a:pathLst>
                <a:path extrusionOk="0" h="2524" w="9540">
                  <a:moveTo>
                    <a:pt x="9271" y="1"/>
                  </a:moveTo>
                  <a:cubicBezTo>
                    <a:pt x="9360" y="286"/>
                    <a:pt x="9433" y="533"/>
                    <a:pt x="9501" y="798"/>
                  </a:cubicBezTo>
                  <a:cubicBezTo>
                    <a:pt x="9539" y="943"/>
                    <a:pt x="9484" y="1049"/>
                    <a:pt x="9360" y="1139"/>
                  </a:cubicBezTo>
                  <a:cubicBezTo>
                    <a:pt x="8862" y="1492"/>
                    <a:pt x="8329" y="1778"/>
                    <a:pt x="7745" y="1970"/>
                  </a:cubicBezTo>
                  <a:cubicBezTo>
                    <a:pt x="7583" y="2025"/>
                    <a:pt x="7425" y="2098"/>
                    <a:pt x="7246" y="2132"/>
                  </a:cubicBezTo>
                  <a:cubicBezTo>
                    <a:pt x="6944" y="2221"/>
                    <a:pt x="6662" y="2289"/>
                    <a:pt x="6360" y="2345"/>
                  </a:cubicBezTo>
                  <a:cubicBezTo>
                    <a:pt x="6040" y="2396"/>
                    <a:pt x="5720" y="2434"/>
                    <a:pt x="5418" y="2468"/>
                  </a:cubicBezTo>
                  <a:cubicBezTo>
                    <a:pt x="4936" y="2503"/>
                    <a:pt x="4476" y="2524"/>
                    <a:pt x="4015" y="2524"/>
                  </a:cubicBezTo>
                  <a:lnTo>
                    <a:pt x="3444" y="2524"/>
                  </a:lnTo>
                  <a:cubicBezTo>
                    <a:pt x="3180" y="2503"/>
                    <a:pt x="2911" y="2468"/>
                    <a:pt x="2647" y="2434"/>
                  </a:cubicBezTo>
                  <a:cubicBezTo>
                    <a:pt x="2558" y="2417"/>
                    <a:pt x="2468" y="2396"/>
                    <a:pt x="2362" y="2396"/>
                  </a:cubicBezTo>
                  <a:cubicBezTo>
                    <a:pt x="2059" y="2345"/>
                    <a:pt x="1761" y="2221"/>
                    <a:pt x="1458" y="2149"/>
                  </a:cubicBezTo>
                  <a:cubicBezTo>
                    <a:pt x="1228" y="2076"/>
                    <a:pt x="1032" y="2008"/>
                    <a:pt x="819" y="1919"/>
                  </a:cubicBezTo>
                  <a:cubicBezTo>
                    <a:pt x="640" y="1863"/>
                    <a:pt x="482" y="1795"/>
                    <a:pt x="320" y="1723"/>
                  </a:cubicBezTo>
                  <a:cubicBezTo>
                    <a:pt x="303" y="1723"/>
                    <a:pt x="286" y="1705"/>
                    <a:pt x="269" y="1705"/>
                  </a:cubicBezTo>
                  <a:cubicBezTo>
                    <a:pt x="17" y="1582"/>
                    <a:pt x="0" y="1544"/>
                    <a:pt x="90" y="1279"/>
                  </a:cubicBezTo>
                  <a:cubicBezTo>
                    <a:pt x="141" y="1066"/>
                    <a:pt x="213" y="853"/>
                    <a:pt x="269" y="640"/>
                  </a:cubicBezTo>
                  <a:cubicBezTo>
                    <a:pt x="286" y="606"/>
                    <a:pt x="303" y="550"/>
                    <a:pt x="320" y="499"/>
                  </a:cubicBezTo>
                  <a:cubicBezTo>
                    <a:pt x="461" y="550"/>
                    <a:pt x="605" y="584"/>
                    <a:pt x="712" y="640"/>
                  </a:cubicBezTo>
                  <a:cubicBezTo>
                    <a:pt x="908" y="746"/>
                    <a:pt x="1121" y="798"/>
                    <a:pt x="1313" y="870"/>
                  </a:cubicBezTo>
                  <a:cubicBezTo>
                    <a:pt x="1565" y="960"/>
                    <a:pt x="1795" y="1032"/>
                    <a:pt x="2042" y="1083"/>
                  </a:cubicBezTo>
                  <a:cubicBezTo>
                    <a:pt x="2293" y="1156"/>
                    <a:pt x="2541" y="1190"/>
                    <a:pt x="2805" y="1245"/>
                  </a:cubicBezTo>
                  <a:cubicBezTo>
                    <a:pt x="3001" y="1279"/>
                    <a:pt x="3197" y="1330"/>
                    <a:pt x="3393" y="1352"/>
                  </a:cubicBezTo>
                  <a:cubicBezTo>
                    <a:pt x="3713" y="1369"/>
                    <a:pt x="4015" y="1369"/>
                    <a:pt x="4335" y="1369"/>
                  </a:cubicBezTo>
                  <a:cubicBezTo>
                    <a:pt x="4599" y="1386"/>
                    <a:pt x="4868" y="1386"/>
                    <a:pt x="5132" y="1369"/>
                  </a:cubicBezTo>
                  <a:cubicBezTo>
                    <a:pt x="5507" y="1369"/>
                    <a:pt x="5861" y="1352"/>
                    <a:pt x="6215" y="1245"/>
                  </a:cubicBezTo>
                  <a:cubicBezTo>
                    <a:pt x="6500" y="1156"/>
                    <a:pt x="6803" y="1083"/>
                    <a:pt x="7089" y="977"/>
                  </a:cubicBezTo>
                  <a:cubicBezTo>
                    <a:pt x="7336" y="904"/>
                    <a:pt x="7583" y="836"/>
                    <a:pt x="7813" y="729"/>
                  </a:cubicBezTo>
                  <a:cubicBezTo>
                    <a:pt x="8312" y="550"/>
                    <a:pt x="8794" y="303"/>
                    <a:pt x="92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6"/>
            <p:cNvSpPr/>
            <p:nvPr/>
          </p:nvSpPr>
          <p:spPr>
            <a:xfrm>
              <a:off x="9952896" y="4072488"/>
              <a:ext cx="137224" cy="272706"/>
            </a:xfrm>
            <a:custGeom>
              <a:rect b="b" l="l" r="r" t="t"/>
              <a:pathLst>
                <a:path extrusionOk="0" h="3287" w="1654">
                  <a:moveTo>
                    <a:pt x="605" y="3287"/>
                  </a:moveTo>
                  <a:cubicBezTo>
                    <a:pt x="554" y="3142"/>
                    <a:pt x="499" y="3018"/>
                    <a:pt x="465" y="2895"/>
                  </a:cubicBezTo>
                  <a:cubicBezTo>
                    <a:pt x="341" y="2413"/>
                    <a:pt x="234" y="1935"/>
                    <a:pt x="107" y="1437"/>
                  </a:cubicBezTo>
                  <a:cubicBezTo>
                    <a:pt x="38" y="1155"/>
                    <a:pt x="0" y="870"/>
                    <a:pt x="0" y="584"/>
                  </a:cubicBezTo>
                  <a:cubicBezTo>
                    <a:pt x="0" y="213"/>
                    <a:pt x="341" y="0"/>
                    <a:pt x="588" y="17"/>
                  </a:cubicBezTo>
                  <a:cubicBezTo>
                    <a:pt x="746" y="34"/>
                    <a:pt x="874" y="124"/>
                    <a:pt x="959" y="248"/>
                  </a:cubicBezTo>
                  <a:cubicBezTo>
                    <a:pt x="1049" y="410"/>
                    <a:pt x="1138" y="584"/>
                    <a:pt x="1194" y="763"/>
                  </a:cubicBezTo>
                  <a:cubicBezTo>
                    <a:pt x="1300" y="1100"/>
                    <a:pt x="1368" y="1437"/>
                    <a:pt x="1458" y="1774"/>
                  </a:cubicBezTo>
                  <a:cubicBezTo>
                    <a:pt x="1530" y="2076"/>
                    <a:pt x="1581" y="2379"/>
                    <a:pt x="1654" y="2681"/>
                  </a:cubicBezTo>
                  <a:cubicBezTo>
                    <a:pt x="1351" y="2946"/>
                    <a:pt x="959" y="3091"/>
                    <a:pt x="605" y="32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6"/>
            <p:cNvSpPr/>
            <p:nvPr/>
          </p:nvSpPr>
          <p:spPr>
            <a:xfrm>
              <a:off x="9350238" y="4091570"/>
              <a:ext cx="128513" cy="285814"/>
            </a:xfrm>
            <a:custGeom>
              <a:rect b="b" l="l" r="r" t="t"/>
              <a:pathLst>
                <a:path extrusionOk="0" h="3445" w="1549">
                  <a:moveTo>
                    <a:pt x="1139" y="3445"/>
                  </a:moveTo>
                  <a:cubicBezTo>
                    <a:pt x="747" y="3287"/>
                    <a:pt x="376" y="3142"/>
                    <a:pt x="1" y="2984"/>
                  </a:cubicBezTo>
                  <a:cubicBezTo>
                    <a:pt x="56" y="2699"/>
                    <a:pt x="90" y="2417"/>
                    <a:pt x="163" y="2149"/>
                  </a:cubicBezTo>
                  <a:cubicBezTo>
                    <a:pt x="231" y="1829"/>
                    <a:pt x="304" y="1509"/>
                    <a:pt x="393" y="1190"/>
                  </a:cubicBezTo>
                  <a:cubicBezTo>
                    <a:pt x="427" y="1049"/>
                    <a:pt x="466" y="887"/>
                    <a:pt x="500" y="746"/>
                  </a:cubicBezTo>
                  <a:cubicBezTo>
                    <a:pt x="551" y="550"/>
                    <a:pt x="640" y="354"/>
                    <a:pt x="802" y="214"/>
                  </a:cubicBezTo>
                  <a:cubicBezTo>
                    <a:pt x="1067" y="1"/>
                    <a:pt x="1297" y="90"/>
                    <a:pt x="1425" y="337"/>
                  </a:cubicBezTo>
                  <a:cubicBezTo>
                    <a:pt x="1531" y="550"/>
                    <a:pt x="1548" y="781"/>
                    <a:pt x="1531" y="1011"/>
                  </a:cubicBezTo>
                  <a:cubicBezTo>
                    <a:pt x="1510" y="1313"/>
                    <a:pt x="1493" y="1616"/>
                    <a:pt x="1442" y="1902"/>
                  </a:cubicBezTo>
                  <a:cubicBezTo>
                    <a:pt x="1425" y="2115"/>
                    <a:pt x="1369" y="2328"/>
                    <a:pt x="1335" y="2524"/>
                  </a:cubicBezTo>
                  <a:cubicBezTo>
                    <a:pt x="1280" y="2771"/>
                    <a:pt x="1229" y="3018"/>
                    <a:pt x="1190" y="3248"/>
                  </a:cubicBezTo>
                  <a:cubicBezTo>
                    <a:pt x="1173" y="3304"/>
                    <a:pt x="1156" y="3355"/>
                    <a:pt x="1139" y="344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6"/>
            <p:cNvSpPr/>
            <p:nvPr/>
          </p:nvSpPr>
          <p:spPr>
            <a:xfrm>
              <a:off x="9631738" y="3970607"/>
              <a:ext cx="151826" cy="204841"/>
            </a:xfrm>
            <a:custGeom>
              <a:rect b="b" l="l" r="r" t="t"/>
              <a:pathLst>
                <a:path extrusionOk="0" h="2469" w="1830">
                  <a:moveTo>
                    <a:pt x="1829" y="1049"/>
                  </a:moveTo>
                  <a:cubicBezTo>
                    <a:pt x="1812" y="1280"/>
                    <a:pt x="1812" y="1476"/>
                    <a:pt x="1795" y="1689"/>
                  </a:cubicBezTo>
                  <a:cubicBezTo>
                    <a:pt x="1761" y="1957"/>
                    <a:pt x="1633" y="2187"/>
                    <a:pt x="1369" y="2311"/>
                  </a:cubicBezTo>
                  <a:cubicBezTo>
                    <a:pt x="1083" y="2452"/>
                    <a:pt x="781" y="2469"/>
                    <a:pt x="499" y="2362"/>
                  </a:cubicBezTo>
                  <a:cubicBezTo>
                    <a:pt x="303" y="2294"/>
                    <a:pt x="163" y="2170"/>
                    <a:pt x="107" y="1974"/>
                  </a:cubicBezTo>
                  <a:cubicBezTo>
                    <a:pt x="35" y="1706"/>
                    <a:pt x="1" y="1441"/>
                    <a:pt x="18" y="1173"/>
                  </a:cubicBezTo>
                  <a:cubicBezTo>
                    <a:pt x="35" y="977"/>
                    <a:pt x="73" y="802"/>
                    <a:pt x="124" y="623"/>
                  </a:cubicBezTo>
                  <a:cubicBezTo>
                    <a:pt x="197" y="393"/>
                    <a:pt x="355" y="231"/>
                    <a:pt x="568" y="124"/>
                  </a:cubicBezTo>
                  <a:cubicBezTo>
                    <a:pt x="764" y="39"/>
                    <a:pt x="960" y="1"/>
                    <a:pt x="1173" y="18"/>
                  </a:cubicBezTo>
                  <a:cubicBezTo>
                    <a:pt x="1228" y="18"/>
                    <a:pt x="1297" y="56"/>
                    <a:pt x="1352" y="90"/>
                  </a:cubicBezTo>
                  <a:cubicBezTo>
                    <a:pt x="1582" y="214"/>
                    <a:pt x="1723" y="410"/>
                    <a:pt x="1761" y="657"/>
                  </a:cubicBezTo>
                  <a:cubicBezTo>
                    <a:pt x="1778" y="802"/>
                    <a:pt x="1812" y="943"/>
                    <a:pt x="1829" y="10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6"/>
            <p:cNvSpPr/>
            <p:nvPr/>
          </p:nvSpPr>
          <p:spPr>
            <a:xfrm>
              <a:off x="9307511" y="3702547"/>
              <a:ext cx="820856" cy="833964"/>
            </a:xfrm>
            <a:custGeom>
              <a:rect b="b" l="l" r="r" t="t"/>
              <a:pathLst>
                <a:path extrusionOk="0" h="10052" w="9894">
                  <a:moveTo>
                    <a:pt x="1458" y="4634"/>
                  </a:moveTo>
                  <a:cubicBezTo>
                    <a:pt x="1530" y="4404"/>
                    <a:pt x="1582" y="4157"/>
                    <a:pt x="1671" y="3888"/>
                  </a:cubicBezTo>
                  <a:cubicBezTo>
                    <a:pt x="1795" y="3462"/>
                    <a:pt x="1940" y="3019"/>
                    <a:pt x="2080" y="2592"/>
                  </a:cubicBezTo>
                  <a:cubicBezTo>
                    <a:pt x="2187" y="2290"/>
                    <a:pt x="2293" y="1970"/>
                    <a:pt x="2417" y="1672"/>
                  </a:cubicBezTo>
                  <a:cubicBezTo>
                    <a:pt x="2541" y="1403"/>
                    <a:pt x="2664" y="1139"/>
                    <a:pt x="2843" y="905"/>
                  </a:cubicBezTo>
                  <a:cubicBezTo>
                    <a:pt x="2877" y="870"/>
                    <a:pt x="2899" y="819"/>
                    <a:pt x="2933" y="781"/>
                  </a:cubicBezTo>
                  <a:cubicBezTo>
                    <a:pt x="3073" y="568"/>
                    <a:pt x="3269" y="444"/>
                    <a:pt x="3483" y="355"/>
                  </a:cubicBezTo>
                  <a:cubicBezTo>
                    <a:pt x="3819" y="197"/>
                    <a:pt x="4177" y="142"/>
                    <a:pt x="4531" y="90"/>
                  </a:cubicBezTo>
                  <a:cubicBezTo>
                    <a:pt x="4672" y="73"/>
                    <a:pt x="4834" y="35"/>
                    <a:pt x="4974" y="35"/>
                  </a:cubicBezTo>
                  <a:cubicBezTo>
                    <a:pt x="5098" y="18"/>
                    <a:pt x="5243" y="18"/>
                    <a:pt x="5367" y="18"/>
                  </a:cubicBezTo>
                  <a:cubicBezTo>
                    <a:pt x="5631" y="1"/>
                    <a:pt x="5899" y="73"/>
                    <a:pt x="6147" y="125"/>
                  </a:cubicBezTo>
                  <a:cubicBezTo>
                    <a:pt x="6394" y="180"/>
                    <a:pt x="6607" y="304"/>
                    <a:pt x="6786" y="461"/>
                  </a:cubicBezTo>
                  <a:cubicBezTo>
                    <a:pt x="6948" y="585"/>
                    <a:pt x="7106" y="691"/>
                    <a:pt x="7178" y="888"/>
                  </a:cubicBezTo>
                  <a:cubicBezTo>
                    <a:pt x="7285" y="1101"/>
                    <a:pt x="7391" y="1297"/>
                    <a:pt x="7459" y="1510"/>
                  </a:cubicBezTo>
                  <a:cubicBezTo>
                    <a:pt x="7638" y="1936"/>
                    <a:pt x="7800" y="2362"/>
                    <a:pt x="7958" y="2806"/>
                  </a:cubicBezTo>
                  <a:cubicBezTo>
                    <a:pt x="8099" y="3164"/>
                    <a:pt x="8227" y="3534"/>
                    <a:pt x="8350" y="3888"/>
                  </a:cubicBezTo>
                  <a:cubicBezTo>
                    <a:pt x="8384" y="3995"/>
                    <a:pt x="8401" y="4101"/>
                    <a:pt x="8440" y="4191"/>
                  </a:cubicBezTo>
                  <a:cubicBezTo>
                    <a:pt x="8474" y="4297"/>
                    <a:pt x="8525" y="4387"/>
                    <a:pt x="8632" y="4421"/>
                  </a:cubicBezTo>
                  <a:cubicBezTo>
                    <a:pt x="8759" y="4476"/>
                    <a:pt x="8811" y="4583"/>
                    <a:pt x="8883" y="4690"/>
                  </a:cubicBezTo>
                  <a:cubicBezTo>
                    <a:pt x="9058" y="4954"/>
                    <a:pt x="9113" y="5273"/>
                    <a:pt x="9186" y="5576"/>
                  </a:cubicBezTo>
                  <a:cubicBezTo>
                    <a:pt x="9399" y="6412"/>
                    <a:pt x="9556" y="7264"/>
                    <a:pt x="9825" y="8082"/>
                  </a:cubicBezTo>
                  <a:cubicBezTo>
                    <a:pt x="9842" y="8172"/>
                    <a:pt x="9859" y="8278"/>
                    <a:pt x="9893" y="8364"/>
                  </a:cubicBezTo>
                  <a:cubicBezTo>
                    <a:pt x="9718" y="8598"/>
                    <a:pt x="9467" y="8756"/>
                    <a:pt x="9237" y="8897"/>
                  </a:cubicBezTo>
                  <a:cubicBezTo>
                    <a:pt x="8900" y="9093"/>
                    <a:pt x="8525" y="9272"/>
                    <a:pt x="8154" y="9412"/>
                  </a:cubicBezTo>
                  <a:cubicBezTo>
                    <a:pt x="7498" y="9664"/>
                    <a:pt x="6841" y="9838"/>
                    <a:pt x="6129" y="9911"/>
                  </a:cubicBezTo>
                  <a:cubicBezTo>
                    <a:pt x="5614" y="9962"/>
                    <a:pt x="5098" y="10000"/>
                    <a:pt x="4582" y="10035"/>
                  </a:cubicBezTo>
                  <a:cubicBezTo>
                    <a:pt x="4301" y="10035"/>
                    <a:pt x="3998" y="10052"/>
                    <a:pt x="3713" y="10035"/>
                  </a:cubicBezTo>
                  <a:cubicBezTo>
                    <a:pt x="3252" y="10000"/>
                    <a:pt x="2792" y="9962"/>
                    <a:pt x="2345" y="9856"/>
                  </a:cubicBezTo>
                  <a:cubicBezTo>
                    <a:pt x="1901" y="9732"/>
                    <a:pt x="1458" y="9625"/>
                    <a:pt x="1032" y="9451"/>
                  </a:cubicBezTo>
                  <a:cubicBezTo>
                    <a:pt x="712" y="9323"/>
                    <a:pt x="375" y="9216"/>
                    <a:pt x="90" y="9003"/>
                  </a:cubicBezTo>
                  <a:cubicBezTo>
                    <a:pt x="22" y="8952"/>
                    <a:pt x="0" y="8897"/>
                    <a:pt x="22" y="8828"/>
                  </a:cubicBezTo>
                  <a:cubicBezTo>
                    <a:pt x="90" y="8649"/>
                    <a:pt x="162" y="8453"/>
                    <a:pt x="235" y="8257"/>
                  </a:cubicBezTo>
                  <a:cubicBezTo>
                    <a:pt x="320" y="7937"/>
                    <a:pt x="392" y="7618"/>
                    <a:pt x="465" y="7298"/>
                  </a:cubicBezTo>
                  <a:cubicBezTo>
                    <a:pt x="554" y="6804"/>
                    <a:pt x="640" y="6305"/>
                    <a:pt x="802" y="5828"/>
                  </a:cubicBezTo>
                  <a:cubicBezTo>
                    <a:pt x="853" y="5649"/>
                    <a:pt x="908" y="5470"/>
                    <a:pt x="942" y="5295"/>
                  </a:cubicBezTo>
                  <a:cubicBezTo>
                    <a:pt x="998" y="5099"/>
                    <a:pt x="1121" y="4937"/>
                    <a:pt x="1245" y="4779"/>
                  </a:cubicBezTo>
                  <a:cubicBezTo>
                    <a:pt x="1300" y="4724"/>
                    <a:pt x="1368" y="4690"/>
                    <a:pt x="1458" y="4634"/>
                  </a:cubicBezTo>
                  <a:close/>
                  <a:moveTo>
                    <a:pt x="7817" y="7976"/>
                  </a:moveTo>
                  <a:cubicBezTo>
                    <a:pt x="7779" y="7814"/>
                    <a:pt x="7745" y="7656"/>
                    <a:pt x="7711" y="7494"/>
                  </a:cubicBezTo>
                  <a:cubicBezTo>
                    <a:pt x="7694" y="7443"/>
                    <a:pt x="7672" y="7388"/>
                    <a:pt x="7672" y="7336"/>
                  </a:cubicBezTo>
                  <a:cubicBezTo>
                    <a:pt x="7638" y="6944"/>
                    <a:pt x="7549" y="6552"/>
                    <a:pt x="7442" y="6181"/>
                  </a:cubicBezTo>
                  <a:cubicBezTo>
                    <a:pt x="7425" y="6147"/>
                    <a:pt x="7425" y="6109"/>
                    <a:pt x="7408" y="6075"/>
                  </a:cubicBezTo>
                  <a:cubicBezTo>
                    <a:pt x="7353" y="5755"/>
                    <a:pt x="7285" y="5435"/>
                    <a:pt x="7212" y="5116"/>
                  </a:cubicBezTo>
                  <a:cubicBezTo>
                    <a:pt x="7178" y="4937"/>
                    <a:pt x="7140" y="4762"/>
                    <a:pt x="7106" y="4583"/>
                  </a:cubicBezTo>
                  <a:cubicBezTo>
                    <a:pt x="7016" y="4229"/>
                    <a:pt x="6927" y="3871"/>
                    <a:pt x="6820" y="3534"/>
                  </a:cubicBezTo>
                  <a:cubicBezTo>
                    <a:pt x="6735" y="3215"/>
                    <a:pt x="6607" y="2912"/>
                    <a:pt x="6466" y="2610"/>
                  </a:cubicBezTo>
                  <a:cubicBezTo>
                    <a:pt x="6343" y="2345"/>
                    <a:pt x="6147" y="2132"/>
                    <a:pt x="5861" y="2009"/>
                  </a:cubicBezTo>
                  <a:cubicBezTo>
                    <a:pt x="5669" y="1919"/>
                    <a:pt x="5456" y="1885"/>
                    <a:pt x="5243" y="1864"/>
                  </a:cubicBezTo>
                  <a:cubicBezTo>
                    <a:pt x="4885" y="1829"/>
                    <a:pt x="4548" y="1885"/>
                    <a:pt x="4228" y="2009"/>
                  </a:cubicBezTo>
                  <a:cubicBezTo>
                    <a:pt x="4139" y="2043"/>
                    <a:pt x="4071" y="2098"/>
                    <a:pt x="3981" y="2132"/>
                  </a:cubicBezTo>
                  <a:cubicBezTo>
                    <a:pt x="3679" y="2273"/>
                    <a:pt x="3466" y="2486"/>
                    <a:pt x="3269" y="2754"/>
                  </a:cubicBezTo>
                  <a:cubicBezTo>
                    <a:pt x="3056" y="3091"/>
                    <a:pt x="2933" y="3462"/>
                    <a:pt x="2860" y="3854"/>
                  </a:cubicBezTo>
                  <a:cubicBezTo>
                    <a:pt x="2809" y="4067"/>
                    <a:pt x="2792" y="4263"/>
                    <a:pt x="2737" y="4459"/>
                  </a:cubicBezTo>
                  <a:cubicBezTo>
                    <a:pt x="2630" y="4920"/>
                    <a:pt x="2596" y="5380"/>
                    <a:pt x="2541" y="5828"/>
                  </a:cubicBezTo>
                  <a:cubicBezTo>
                    <a:pt x="2524" y="5934"/>
                    <a:pt x="2524" y="6041"/>
                    <a:pt x="2506" y="6126"/>
                  </a:cubicBezTo>
                  <a:cubicBezTo>
                    <a:pt x="2472" y="6305"/>
                    <a:pt x="2434" y="6484"/>
                    <a:pt x="2417" y="6659"/>
                  </a:cubicBezTo>
                  <a:cubicBezTo>
                    <a:pt x="2366" y="7034"/>
                    <a:pt x="2310" y="7426"/>
                    <a:pt x="2276" y="7797"/>
                  </a:cubicBezTo>
                  <a:cubicBezTo>
                    <a:pt x="2238" y="7959"/>
                    <a:pt x="2221" y="8116"/>
                    <a:pt x="2204" y="8278"/>
                  </a:cubicBezTo>
                  <a:cubicBezTo>
                    <a:pt x="2238" y="8296"/>
                    <a:pt x="2259" y="8296"/>
                    <a:pt x="2276" y="8313"/>
                  </a:cubicBezTo>
                  <a:cubicBezTo>
                    <a:pt x="2434" y="8330"/>
                    <a:pt x="2596" y="8364"/>
                    <a:pt x="2754" y="8402"/>
                  </a:cubicBezTo>
                  <a:cubicBezTo>
                    <a:pt x="2967" y="8436"/>
                    <a:pt x="3163" y="8509"/>
                    <a:pt x="3376" y="8526"/>
                  </a:cubicBezTo>
                  <a:cubicBezTo>
                    <a:pt x="3662" y="8560"/>
                    <a:pt x="3964" y="8577"/>
                    <a:pt x="4246" y="8577"/>
                  </a:cubicBezTo>
                  <a:cubicBezTo>
                    <a:pt x="4638" y="8598"/>
                    <a:pt x="5047" y="8577"/>
                    <a:pt x="5435" y="8560"/>
                  </a:cubicBezTo>
                  <a:cubicBezTo>
                    <a:pt x="5793" y="8560"/>
                    <a:pt x="6129" y="8509"/>
                    <a:pt x="6466" y="8419"/>
                  </a:cubicBezTo>
                  <a:cubicBezTo>
                    <a:pt x="6820" y="8313"/>
                    <a:pt x="7178" y="8206"/>
                    <a:pt x="7532" y="8082"/>
                  </a:cubicBezTo>
                  <a:cubicBezTo>
                    <a:pt x="7621" y="8065"/>
                    <a:pt x="7694" y="8027"/>
                    <a:pt x="7817" y="7976"/>
                  </a:cubicBezTo>
                  <a:close/>
                  <a:moveTo>
                    <a:pt x="2063" y="8223"/>
                  </a:moveTo>
                  <a:cubicBezTo>
                    <a:pt x="2080" y="8189"/>
                    <a:pt x="2080" y="8172"/>
                    <a:pt x="2080" y="8151"/>
                  </a:cubicBezTo>
                  <a:cubicBezTo>
                    <a:pt x="2131" y="7869"/>
                    <a:pt x="2187" y="7584"/>
                    <a:pt x="2221" y="7298"/>
                  </a:cubicBezTo>
                  <a:cubicBezTo>
                    <a:pt x="2276" y="6910"/>
                    <a:pt x="2327" y="6518"/>
                    <a:pt x="2383" y="6109"/>
                  </a:cubicBezTo>
                  <a:cubicBezTo>
                    <a:pt x="2400" y="6002"/>
                    <a:pt x="2417" y="5879"/>
                    <a:pt x="2417" y="5755"/>
                  </a:cubicBezTo>
                  <a:cubicBezTo>
                    <a:pt x="2451" y="5525"/>
                    <a:pt x="2472" y="5273"/>
                    <a:pt x="2506" y="5043"/>
                  </a:cubicBezTo>
                  <a:cubicBezTo>
                    <a:pt x="2541" y="4847"/>
                    <a:pt x="2579" y="4655"/>
                    <a:pt x="2613" y="4476"/>
                  </a:cubicBezTo>
                  <a:cubicBezTo>
                    <a:pt x="2720" y="3995"/>
                    <a:pt x="2792" y="3534"/>
                    <a:pt x="2967" y="3091"/>
                  </a:cubicBezTo>
                  <a:cubicBezTo>
                    <a:pt x="3056" y="2844"/>
                    <a:pt x="3180" y="2610"/>
                    <a:pt x="3359" y="2418"/>
                  </a:cubicBezTo>
                  <a:cubicBezTo>
                    <a:pt x="3606" y="2149"/>
                    <a:pt x="3926" y="2009"/>
                    <a:pt x="4228" y="1847"/>
                  </a:cubicBezTo>
                  <a:cubicBezTo>
                    <a:pt x="4335" y="1795"/>
                    <a:pt x="4442" y="1757"/>
                    <a:pt x="4565" y="1740"/>
                  </a:cubicBezTo>
                  <a:cubicBezTo>
                    <a:pt x="4868" y="1723"/>
                    <a:pt x="5170" y="1672"/>
                    <a:pt x="5473" y="1723"/>
                  </a:cubicBezTo>
                  <a:cubicBezTo>
                    <a:pt x="5737" y="1795"/>
                    <a:pt x="6006" y="1847"/>
                    <a:pt x="6219" y="2043"/>
                  </a:cubicBezTo>
                  <a:cubicBezTo>
                    <a:pt x="6377" y="2205"/>
                    <a:pt x="6522" y="2362"/>
                    <a:pt x="6590" y="2575"/>
                  </a:cubicBezTo>
                  <a:cubicBezTo>
                    <a:pt x="6713" y="2878"/>
                    <a:pt x="6841" y="3181"/>
                    <a:pt x="6948" y="3500"/>
                  </a:cubicBezTo>
                  <a:cubicBezTo>
                    <a:pt x="7089" y="3927"/>
                    <a:pt x="7178" y="4353"/>
                    <a:pt x="7268" y="4779"/>
                  </a:cubicBezTo>
                  <a:cubicBezTo>
                    <a:pt x="7285" y="4886"/>
                    <a:pt x="7319" y="4992"/>
                    <a:pt x="7353" y="5099"/>
                  </a:cubicBezTo>
                  <a:cubicBezTo>
                    <a:pt x="7408" y="5418"/>
                    <a:pt x="7481" y="5738"/>
                    <a:pt x="7532" y="6058"/>
                  </a:cubicBezTo>
                  <a:cubicBezTo>
                    <a:pt x="7604" y="6360"/>
                    <a:pt x="7672" y="6659"/>
                    <a:pt x="7745" y="6961"/>
                  </a:cubicBezTo>
                  <a:cubicBezTo>
                    <a:pt x="7800" y="7264"/>
                    <a:pt x="7851" y="7567"/>
                    <a:pt x="7907" y="7869"/>
                  </a:cubicBezTo>
                  <a:cubicBezTo>
                    <a:pt x="7907" y="7886"/>
                    <a:pt x="7924" y="7903"/>
                    <a:pt x="7941" y="7937"/>
                  </a:cubicBezTo>
                  <a:cubicBezTo>
                    <a:pt x="8065" y="7886"/>
                    <a:pt x="8171" y="7831"/>
                    <a:pt x="8261" y="7797"/>
                  </a:cubicBezTo>
                  <a:cubicBezTo>
                    <a:pt x="8188" y="7584"/>
                    <a:pt x="8137" y="7371"/>
                    <a:pt x="8082" y="7157"/>
                  </a:cubicBezTo>
                  <a:cubicBezTo>
                    <a:pt x="7975" y="6787"/>
                    <a:pt x="7886" y="6394"/>
                    <a:pt x="7800" y="6019"/>
                  </a:cubicBezTo>
                  <a:cubicBezTo>
                    <a:pt x="7728" y="5721"/>
                    <a:pt x="7655" y="5435"/>
                    <a:pt x="7655" y="5133"/>
                  </a:cubicBezTo>
                  <a:cubicBezTo>
                    <a:pt x="7655" y="4690"/>
                    <a:pt x="7817" y="4459"/>
                    <a:pt x="8188" y="4336"/>
                  </a:cubicBezTo>
                  <a:cubicBezTo>
                    <a:pt x="8227" y="4314"/>
                    <a:pt x="8244" y="4314"/>
                    <a:pt x="8295" y="4297"/>
                  </a:cubicBezTo>
                  <a:cubicBezTo>
                    <a:pt x="8244" y="4084"/>
                    <a:pt x="8171" y="3871"/>
                    <a:pt x="8099" y="3658"/>
                  </a:cubicBezTo>
                  <a:cubicBezTo>
                    <a:pt x="7958" y="3232"/>
                    <a:pt x="7800" y="2806"/>
                    <a:pt x="7638" y="2379"/>
                  </a:cubicBezTo>
                  <a:cubicBezTo>
                    <a:pt x="7459" y="1953"/>
                    <a:pt x="7302" y="1544"/>
                    <a:pt x="7106" y="1139"/>
                  </a:cubicBezTo>
                  <a:cubicBezTo>
                    <a:pt x="6910" y="713"/>
                    <a:pt x="6573" y="444"/>
                    <a:pt x="6129" y="304"/>
                  </a:cubicBezTo>
                  <a:cubicBezTo>
                    <a:pt x="6057" y="287"/>
                    <a:pt x="5968" y="287"/>
                    <a:pt x="5882" y="265"/>
                  </a:cubicBezTo>
                  <a:cubicBezTo>
                    <a:pt x="5614" y="180"/>
                    <a:pt x="5349" y="180"/>
                    <a:pt x="5064" y="197"/>
                  </a:cubicBezTo>
                  <a:cubicBezTo>
                    <a:pt x="4638" y="248"/>
                    <a:pt x="4211" y="321"/>
                    <a:pt x="3785" y="427"/>
                  </a:cubicBezTo>
                  <a:cubicBezTo>
                    <a:pt x="3342" y="551"/>
                    <a:pt x="3056" y="870"/>
                    <a:pt x="2826" y="1246"/>
                  </a:cubicBezTo>
                  <a:cubicBezTo>
                    <a:pt x="2720" y="1403"/>
                    <a:pt x="2630" y="1582"/>
                    <a:pt x="2541" y="1757"/>
                  </a:cubicBezTo>
                  <a:cubicBezTo>
                    <a:pt x="2451" y="1953"/>
                    <a:pt x="2366" y="2149"/>
                    <a:pt x="2293" y="2345"/>
                  </a:cubicBezTo>
                  <a:cubicBezTo>
                    <a:pt x="2204" y="2592"/>
                    <a:pt x="2131" y="2844"/>
                    <a:pt x="2046" y="3091"/>
                  </a:cubicBezTo>
                  <a:cubicBezTo>
                    <a:pt x="1991" y="3287"/>
                    <a:pt x="1940" y="3462"/>
                    <a:pt x="1884" y="3658"/>
                  </a:cubicBezTo>
                  <a:cubicBezTo>
                    <a:pt x="1833" y="3837"/>
                    <a:pt x="1778" y="4016"/>
                    <a:pt x="1726" y="4208"/>
                  </a:cubicBezTo>
                  <a:cubicBezTo>
                    <a:pt x="1688" y="4336"/>
                    <a:pt x="1654" y="4476"/>
                    <a:pt x="1620" y="4617"/>
                  </a:cubicBezTo>
                  <a:cubicBezTo>
                    <a:pt x="1940" y="4690"/>
                    <a:pt x="2080" y="4903"/>
                    <a:pt x="2114" y="5188"/>
                  </a:cubicBezTo>
                  <a:cubicBezTo>
                    <a:pt x="2153" y="5380"/>
                    <a:pt x="2170" y="5576"/>
                    <a:pt x="2153" y="5789"/>
                  </a:cubicBezTo>
                  <a:cubicBezTo>
                    <a:pt x="2114" y="6394"/>
                    <a:pt x="1991" y="6978"/>
                    <a:pt x="1884" y="7567"/>
                  </a:cubicBezTo>
                  <a:cubicBezTo>
                    <a:pt x="1850" y="7763"/>
                    <a:pt x="1812" y="7959"/>
                    <a:pt x="1778" y="8172"/>
                  </a:cubicBezTo>
                  <a:cubicBezTo>
                    <a:pt x="1884" y="8189"/>
                    <a:pt x="1974" y="8206"/>
                    <a:pt x="2063" y="8223"/>
                  </a:cubicBezTo>
                  <a:close/>
                  <a:moveTo>
                    <a:pt x="9450" y="7354"/>
                  </a:moveTo>
                  <a:cubicBezTo>
                    <a:pt x="8973" y="7656"/>
                    <a:pt x="8491" y="7903"/>
                    <a:pt x="7992" y="8082"/>
                  </a:cubicBezTo>
                  <a:cubicBezTo>
                    <a:pt x="7762" y="8189"/>
                    <a:pt x="7515" y="8257"/>
                    <a:pt x="7268" y="8330"/>
                  </a:cubicBezTo>
                  <a:cubicBezTo>
                    <a:pt x="6982" y="8436"/>
                    <a:pt x="6679" y="8509"/>
                    <a:pt x="6394" y="8598"/>
                  </a:cubicBezTo>
                  <a:cubicBezTo>
                    <a:pt x="6040" y="8705"/>
                    <a:pt x="5686" y="8722"/>
                    <a:pt x="5311" y="8722"/>
                  </a:cubicBezTo>
                  <a:cubicBezTo>
                    <a:pt x="5047" y="8739"/>
                    <a:pt x="4778" y="8739"/>
                    <a:pt x="4514" y="8722"/>
                  </a:cubicBezTo>
                  <a:cubicBezTo>
                    <a:pt x="4194" y="8722"/>
                    <a:pt x="3892" y="8722"/>
                    <a:pt x="3572" y="8705"/>
                  </a:cubicBezTo>
                  <a:cubicBezTo>
                    <a:pt x="3376" y="8683"/>
                    <a:pt x="3180" y="8632"/>
                    <a:pt x="2984" y="8598"/>
                  </a:cubicBezTo>
                  <a:cubicBezTo>
                    <a:pt x="2720" y="8543"/>
                    <a:pt x="2472" y="8509"/>
                    <a:pt x="2221" y="8436"/>
                  </a:cubicBezTo>
                  <a:cubicBezTo>
                    <a:pt x="1974" y="8385"/>
                    <a:pt x="1744" y="8313"/>
                    <a:pt x="1492" y="8223"/>
                  </a:cubicBezTo>
                  <a:cubicBezTo>
                    <a:pt x="1300" y="8151"/>
                    <a:pt x="1087" y="8099"/>
                    <a:pt x="891" y="7993"/>
                  </a:cubicBezTo>
                  <a:cubicBezTo>
                    <a:pt x="784" y="7937"/>
                    <a:pt x="640" y="7903"/>
                    <a:pt x="499" y="7852"/>
                  </a:cubicBezTo>
                  <a:cubicBezTo>
                    <a:pt x="482" y="7903"/>
                    <a:pt x="465" y="7959"/>
                    <a:pt x="448" y="7993"/>
                  </a:cubicBezTo>
                  <a:cubicBezTo>
                    <a:pt x="392" y="8206"/>
                    <a:pt x="320" y="8419"/>
                    <a:pt x="269" y="8632"/>
                  </a:cubicBezTo>
                  <a:cubicBezTo>
                    <a:pt x="179" y="8897"/>
                    <a:pt x="196" y="8935"/>
                    <a:pt x="448" y="9058"/>
                  </a:cubicBezTo>
                  <a:cubicBezTo>
                    <a:pt x="465" y="9058"/>
                    <a:pt x="482" y="9076"/>
                    <a:pt x="499" y="9076"/>
                  </a:cubicBezTo>
                  <a:cubicBezTo>
                    <a:pt x="661" y="9148"/>
                    <a:pt x="819" y="9216"/>
                    <a:pt x="998" y="9272"/>
                  </a:cubicBezTo>
                  <a:cubicBezTo>
                    <a:pt x="1211" y="9361"/>
                    <a:pt x="1407" y="9429"/>
                    <a:pt x="1637" y="9502"/>
                  </a:cubicBezTo>
                  <a:cubicBezTo>
                    <a:pt x="1940" y="9574"/>
                    <a:pt x="2238" y="9698"/>
                    <a:pt x="2541" y="9749"/>
                  </a:cubicBezTo>
                  <a:cubicBezTo>
                    <a:pt x="2647" y="9749"/>
                    <a:pt x="2737" y="9770"/>
                    <a:pt x="2826" y="9787"/>
                  </a:cubicBezTo>
                  <a:cubicBezTo>
                    <a:pt x="3090" y="9821"/>
                    <a:pt x="3359" y="9856"/>
                    <a:pt x="3623" y="9877"/>
                  </a:cubicBezTo>
                  <a:lnTo>
                    <a:pt x="4194" y="9877"/>
                  </a:lnTo>
                  <a:cubicBezTo>
                    <a:pt x="4655" y="9877"/>
                    <a:pt x="5115" y="9856"/>
                    <a:pt x="5597" y="9821"/>
                  </a:cubicBezTo>
                  <a:cubicBezTo>
                    <a:pt x="5899" y="9787"/>
                    <a:pt x="6219" y="9749"/>
                    <a:pt x="6539" y="9698"/>
                  </a:cubicBezTo>
                  <a:cubicBezTo>
                    <a:pt x="6841" y="9642"/>
                    <a:pt x="7123" y="9574"/>
                    <a:pt x="7425" y="9485"/>
                  </a:cubicBezTo>
                  <a:cubicBezTo>
                    <a:pt x="7604" y="9451"/>
                    <a:pt x="7762" y="9378"/>
                    <a:pt x="7924" y="9323"/>
                  </a:cubicBezTo>
                  <a:cubicBezTo>
                    <a:pt x="8508" y="9131"/>
                    <a:pt x="9041" y="8845"/>
                    <a:pt x="9539" y="8492"/>
                  </a:cubicBezTo>
                  <a:cubicBezTo>
                    <a:pt x="9663" y="8402"/>
                    <a:pt x="9718" y="8296"/>
                    <a:pt x="9680" y="8151"/>
                  </a:cubicBezTo>
                  <a:cubicBezTo>
                    <a:pt x="9612" y="7886"/>
                    <a:pt x="9539" y="7639"/>
                    <a:pt x="9450" y="7354"/>
                  </a:cubicBezTo>
                  <a:close/>
                  <a:moveTo>
                    <a:pt x="8384" y="7746"/>
                  </a:moveTo>
                  <a:cubicBezTo>
                    <a:pt x="8738" y="7550"/>
                    <a:pt x="9130" y="7405"/>
                    <a:pt x="9433" y="7140"/>
                  </a:cubicBezTo>
                  <a:cubicBezTo>
                    <a:pt x="9360" y="6838"/>
                    <a:pt x="9309" y="6535"/>
                    <a:pt x="9237" y="6233"/>
                  </a:cubicBezTo>
                  <a:cubicBezTo>
                    <a:pt x="9147" y="5896"/>
                    <a:pt x="9079" y="5559"/>
                    <a:pt x="8973" y="5222"/>
                  </a:cubicBezTo>
                  <a:cubicBezTo>
                    <a:pt x="8917" y="5043"/>
                    <a:pt x="8828" y="4869"/>
                    <a:pt x="8738" y="4707"/>
                  </a:cubicBezTo>
                  <a:cubicBezTo>
                    <a:pt x="8653" y="4583"/>
                    <a:pt x="8525" y="4493"/>
                    <a:pt x="8367" y="4476"/>
                  </a:cubicBezTo>
                  <a:cubicBezTo>
                    <a:pt x="8120" y="4459"/>
                    <a:pt x="7779" y="4672"/>
                    <a:pt x="7779" y="5043"/>
                  </a:cubicBezTo>
                  <a:cubicBezTo>
                    <a:pt x="7779" y="5329"/>
                    <a:pt x="7817" y="5614"/>
                    <a:pt x="7886" y="5896"/>
                  </a:cubicBezTo>
                  <a:cubicBezTo>
                    <a:pt x="8013" y="6394"/>
                    <a:pt x="8120" y="6872"/>
                    <a:pt x="8244" y="7354"/>
                  </a:cubicBezTo>
                  <a:cubicBezTo>
                    <a:pt x="8278" y="7477"/>
                    <a:pt x="8333" y="7601"/>
                    <a:pt x="8384" y="7746"/>
                  </a:cubicBezTo>
                  <a:close/>
                  <a:moveTo>
                    <a:pt x="1654" y="8134"/>
                  </a:moveTo>
                  <a:cubicBezTo>
                    <a:pt x="1671" y="8044"/>
                    <a:pt x="1688" y="7993"/>
                    <a:pt x="1705" y="7937"/>
                  </a:cubicBezTo>
                  <a:cubicBezTo>
                    <a:pt x="1744" y="7707"/>
                    <a:pt x="1795" y="7460"/>
                    <a:pt x="1850" y="7213"/>
                  </a:cubicBezTo>
                  <a:cubicBezTo>
                    <a:pt x="1884" y="7017"/>
                    <a:pt x="1940" y="6804"/>
                    <a:pt x="1957" y="6591"/>
                  </a:cubicBezTo>
                  <a:cubicBezTo>
                    <a:pt x="2008" y="6305"/>
                    <a:pt x="2025" y="6002"/>
                    <a:pt x="2046" y="5700"/>
                  </a:cubicBezTo>
                  <a:cubicBezTo>
                    <a:pt x="2063" y="5470"/>
                    <a:pt x="2046" y="5239"/>
                    <a:pt x="1940" y="5026"/>
                  </a:cubicBezTo>
                  <a:cubicBezTo>
                    <a:pt x="1812" y="4779"/>
                    <a:pt x="1582" y="4690"/>
                    <a:pt x="1317" y="4903"/>
                  </a:cubicBezTo>
                  <a:cubicBezTo>
                    <a:pt x="1155" y="5043"/>
                    <a:pt x="1066" y="5239"/>
                    <a:pt x="1015" y="5435"/>
                  </a:cubicBezTo>
                  <a:cubicBezTo>
                    <a:pt x="981" y="5576"/>
                    <a:pt x="942" y="5738"/>
                    <a:pt x="908" y="5879"/>
                  </a:cubicBezTo>
                  <a:cubicBezTo>
                    <a:pt x="819" y="6198"/>
                    <a:pt x="746" y="6518"/>
                    <a:pt x="678" y="6838"/>
                  </a:cubicBezTo>
                  <a:cubicBezTo>
                    <a:pt x="605" y="7106"/>
                    <a:pt x="571" y="7388"/>
                    <a:pt x="516" y="7673"/>
                  </a:cubicBezTo>
                  <a:cubicBezTo>
                    <a:pt x="891" y="7831"/>
                    <a:pt x="1262" y="7976"/>
                    <a:pt x="1654" y="813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6"/>
            <p:cNvSpPr/>
            <p:nvPr/>
          </p:nvSpPr>
          <p:spPr>
            <a:xfrm>
              <a:off x="9618713" y="3957581"/>
              <a:ext cx="172235" cy="229896"/>
            </a:xfrm>
            <a:custGeom>
              <a:rect b="b" l="l" r="r" t="t"/>
              <a:pathLst>
                <a:path extrusionOk="0" h="2771" w="2076">
                  <a:moveTo>
                    <a:pt x="2076" y="1829"/>
                  </a:moveTo>
                  <a:cubicBezTo>
                    <a:pt x="2059" y="2131"/>
                    <a:pt x="1918" y="2396"/>
                    <a:pt x="1667" y="2558"/>
                  </a:cubicBezTo>
                  <a:cubicBezTo>
                    <a:pt x="1454" y="2698"/>
                    <a:pt x="1189" y="2771"/>
                    <a:pt x="921" y="2732"/>
                  </a:cubicBezTo>
                  <a:cubicBezTo>
                    <a:pt x="746" y="2698"/>
                    <a:pt x="567" y="2681"/>
                    <a:pt x="405" y="2558"/>
                  </a:cubicBezTo>
                  <a:cubicBezTo>
                    <a:pt x="213" y="2413"/>
                    <a:pt x="107" y="2221"/>
                    <a:pt x="68" y="1986"/>
                  </a:cubicBezTo>
                  <a:cubicBezTo>
                    <a:pt x="17" y="1688"/>
                    <a:pt x="0" y="1368"/>
                    <a:pt x="68" y="1066"/>
                  </a:cubicBezTo>
                  <a:cubicBezTo>
                    <a:pt x="124" y="853"/>
                    <a:pt x="158" y="639"/>
                    <a:pt x="298" y="460"/>
                  </a:cubicBezTo>
                  <a:cubicBezTo>
                    <a:pt x="426" y="320"/>
                    <a:pt x="550" y="196"/>
                    <a:pt x="725" y="124"/>
                  </a:cubicBezTo>
                  <a:cubicBezTo>
                    <a:pt x="938" y="51"/>
                    <a:pt x="1151" y="0"/>
                    <a:pt x="1364" y="34"/>
                  </a:cubicBezTo>
                  <a:cubicBezTo>
                    <a:pt x="1437" y="34"/>
                    <a:pt x="1492" y="68"/>
                    <a:pt x="1543" y="90"/>
                  </a:cubicBezTo>
                  <a:cubicBezTo>
                    <a:pt x="1935" y="303"/>
                    <a:pt x="2076" y="657"/>
                    <a:pt x="2076" y="1083"/>
                  </a:cubicBezTo>
                  <a:moveTo>
                    <a:pt x="1986" y="1206"/>
                  </a:moveTo>
                  <a:cubicBezTo>
                    <a:pt x="1969" y="1100"/>
                    <a:pt x="1935" y="959"/>
                    <a:pt x="1918" y="814"/>
                  </a:cubicBezTo>
                  <a:cubicBezTo>
                    <a:pt x="1880" y="567"/>
                    <a:pt x="1739" y="371"/>
                    <a:pt x="1509" y="247"/>
                  </a:cubicBezTo>
                  <a:cubicBezTo>
                    <a:pt x="1454" y="213"/>
                    <a:pt x="1385" y="175"/>
                    <a:pt x="1330" y="175"/>
                  </a:cubicBezTo>
                  <a:cubicBezTo>
                    <a:pt x="1117" y="158"/>
                    <a:pt x="921" y="196"/>
                    <a:pt x="725" y="281"/>
                  </a:cubicBezTo>
                  <a:cubicBezTo>
                    <a:pt x="512" y="388"/>
                    <a:pt x="354" y="550"/>
                    <a:pt x="281" y="780"/>
                  </a:cubicBezTo>
                  <a:cubicBezTo>
                    <a:pt x="230" y="959"/>
                    <a:pt x="192" y="1134"/>
                    <a:pt x="175" y="1330"/>
                  </a:cubicBezTo>
                  <a:cubicBezTo>
                    <a:pt x="158" y="1598"/>
                    <a:pt x="192" y="1863"/>
                    <a:pt x="264" y="2131"/>
                  </a:cubicBezTo>
                  <a:cubicBezTo>
                    <a:pt x="320" y="2327"/>
                    <a:pt x="460" y="2451"/>
                    <a:pt x="656" y="2519"/>
                  </a:cubicBezTo>
                  <a:cubicBezTo>
                    <a:pt x="938" y="2626"/>
                    <a:pt x="1240" y="2609"/>
                    <a:pt x="1526" y="2468"/>
                  </a:cubicBezTo>
                  <a:cubicBezTo>
                    <a:pt x="1790" y="2344"/>
                    <a:pt x="1918" y="2114"/>
                    <a:pt x="1952" y="1846"/>
                  </a:cubicBezTo>
                  <a:cubicBezTo>
                    <a:pt x="1969" y="1633"/>
                    <a:pt x="1969" y="1437"/>
                    <a:pt x="1986" y="12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6"/>
            <p:cNvSpPr/>
            <p:nvPr/>
          </p:nvSpPr>
          <p:spPr>
            <a:xfrm>
              <a:off x="9695041" y="3992427"/>
              <a:ext cx="65210" cy="87528"/>
            </a:xfrm>
            <a:custGeom>
              <a:rect b="b" l="l" r="r" t="t"/>
              <a:pathLst>
                <a:path extrusionOk="0" h="1055" w="786">
                  <a:moveTo>
                    <a:pt x="219" y="1"/>
                  </a:moveTo>
                  <a:cubicBezTo>
                    <a:pt x="139" y="1"/>
                    <a:pt x="63" y="18"/>
                    <a:pt x="1" y="57"/>
                  </a:cubicBezTo>
                  <a:cubicBezTo>
                    <a:pt x="107" y="130"/>
                    <a:pt x="197" y="181"/>
                    <a:pt x="269" y="254"/>
                  </a:cubicBezTo>
                  <a:cubicBezTo>
                    <a:pt x="320" y="326"/>
                    <a:pt x="376" y="377"/>
                    <a:pt x="410" y="450"/>
                  </a:cubicBezTo>
                  <a:cubicBezTo>
                    <a:pt x="444" y="539"/>
                    <a:pt x="482" y="629"/>
                    <a:pt x="517" y="714"/>
                  </a:cubicBezTo>
                  <a:cubicBezTo>
                    <a:pt x="551" y="820"/>
                    <a:pt x="572" y="927"/>
                    <a:pt x="623" y="1055"/>
                  </a:cubicBezTo>
                  <a:cubicBezTo>
                    <a:pt x="713" y="948"/>
                    <a:pt x="747" y="820"/>
                    <a:pt x="764" y="697"/>
                  </a:cubicBezTo>
                  <a:cubicBezTo>
                    <a:pt x="785" y="573"/>
                    <a:pt x="764" y="433"/>
                    <a:pt x="713" y="309"/>
                  </a:cubicBezTo>
                  <a:cubicBezTo>
                    <a:pt x="640" y="181"/>
                    <a:pt x="517" y="75"/>
                    <a:pt x="393" y="23"/>
                  </a:cubicBezTo>
                  <a:cubicBezTo>
                    <a:pt x="335" y="9"/>
                    <a:pt x="276"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6"/>
            <p:cNvSpPr/>
            <p:nvPr/>
          </p:nvSpPr>
          <p:spPr>
            <a:xfrm>
              <a:off x="9377285" y="4094142"/>
              <a:ext cx="71765" cy="264907"/>
            </a:xfrm>
            <a:custGeom>
              <a:rect b="b" l="l" r="r" t="t"/>
              <a:pathLst>
                <a:path extrusionOk="0" h="3193" w="865">
                  <a:moveTo>
                    <a:pt x="802" y="0"/>
                  </a:moveTo>
                  <a:cubicBezTo>
                    <a:pt x="780" y="0"/>
                    <a:pt x="758" y="14"/>
                    <a:pt x="758" y="42"/>
                  </a:cubicBezTo>
                  <a:cubicBezTo>
                    <a:pt x="779" y="306"/>
                    <a:pt x="706" y="553"/>
                    <a:pt x="634" y="788"/>
                  </a:cubicBezTo>
                  <a:cubicBezTo>
                    <a:pt x="566" y="1035"/>
                    <a:pt x="493" y="1265"/>
                    <a:pt x="421" y="1495"/>
                  </a:cubicBezTo>
                  <a:cubicBezTo>
                    <a:pt x="246" y="2045"/>
                    <a:pt x="118" y="2599"/>
                    <a:pt x="12" y="3149"/>
                  </a:cubicBezTo>
                  <a:cubicBezTo>
                    <a:pt x="1" y="3171"/>
                    <a:pt x="33" y="3192"/>
                    <a:pt x="58" y="3192"/>
                  </a:cubicBezTo>
                  <a:cubicBezTo>
                    <a:pt x="72" y="3192"/>
                    <a:pt x="84" y="3185"/>
                    <a:pt x="84" y="3166"/>
                  </a:cubicBezTo>
                  <a:cubicBezTo>
                    <a:pt x="208" y="2599"/>
                    <a:pt x="331" y="2045"/>
                    <a:pt x="510" y="1495"/>
                  </a:cubicBezTo>
                  <a:cubicBezTo>
                    <a:pt x="583" y="1265"/>
                    <a:pt x="651" y="1018"/>
                    <a:pt x="723" y="788"/>
                  </a:cubicBezTo>
                  <a:cubicBezTo>
                    <a:pt x="796" y="536"/>
                    <a:pt x="864" y="289"/>
                    <a:pt x="847" y="42"/>
                  </a:cubicBezTo>
                  <a:cubicBezTo>
                    <a:pt x="847" y="14"/>
                    <a:pt x="825" y="0"/>
                    <a:pt x="8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6"/>
            <p:cNvSpPr/>
            <p:nvPr/>
          </p:nvSpPr>
          <p:spPr>
            <a:xfrm>
              <a:off x="9984505" y="4070165"/>
              <a:ext cx="73092" cy="256528"/>
            </a:xfrm>
            <a:custGeom>
              <a:rect b="b" l="l" r="r" t="t"/>
              <a:pathLst>
                <a:path extrusionOk="0" h="3092" w="881">
                  <a:moveTo>
                    <a:pt x="62" y="0"/>
                  </a:moveTo>
                  <a:cubicBezTo>
                    <a:pt x="32" y="0"/>
                    <a:pt x="0" y="24"/>
                    <a:pt x="11" y="45"/>
                  </a:cubicBezTo>
                  <a:cubicBezTo>
                    <a:pt x="173" y="561"/>
                    <a:pt x="224" y="1077"/>
                    <a:pt x="348" y="1588"/>
                  </a:cubicBezTo>
                  <a:cubicBezTo>
                    <a:pt x="472" y="2087"/>
                    <a:pt x="706" y="2547"/>
                    <a:pt x="791" y="3063"/>
                  </a:cubicBezTo>
                  <a:cubicBezTo>
                    <a:pt x="799" y="3083"/>
                    <a:pt x="813" y="3091"/>
                    <a:pt x="828" y="3091"/>
                  </a:cubicBezTo>
                  <a:cubicBezTo>
                    <a:pt x="853" y="3091"/>
                    <a:pt x="881" y="3068"/>
                    <a:pt x="881" y="3046"/>
                  </a:cubicBezTo>
                  <a:cubicBezTo>
                    <a:pt x="774" y="2530"/>
                    <a:pt x="561" y="2070"/>
                    <a:pt x="420" y="1571"/>
                  </a:cubicBezTo>
                  <a:cubicBezTo>
                    <a:pt x="297" y="1056"/>
                    <a:pt x="258" y="523"/>
                    <a:pt x="101" y="28"/>
                  </a:cubicBezTo>
                  <a:cubicBezTo>
                    <a:pt x="94" y="8"/>
                    <a:pt x="79" y="0"/>
                    <a:pt x="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6"/>
            <p:cNvSpPr/>
            <p:nvPr/>
          </p:nvSpPr>
          <p:spPr>
            <a:xfrm>
              <a:off x="9492606" y="4295581"/>
              <a:ext cx="459543" cy="58822"/>
            </a:xfrm>
            <a:custGeom>
              <a:rect b="b" l="l" r="r" t="t"/>
              <a:pathLst>
                <a:path extrusionOk="0" h="709" w="5539">
                  <a:moveTo>
                    <a:pt x="5483" y="0"/>
                  </a:moveTo>
                  <a:cubicBezTo>
                    <a:pt x="5476" y="0"/>
                    <a:pt x="5469" y="3"/>
                    <a:pt x="5463" y="9"/>
                  </a:cubicBezTo>
                  <a:cubicBezTo>
                    <a:pt x="4751" y="346"/>
                    <a:pt x="3988" y="470"/>
                    <a:pt x="3204" y="525"/>
                  </a:cubicBezTo>
                  <a:cubicBezTo>
                    <a:pt x="2651" y="567"/>
                    <a:pt x="2087" y="624"/>
                    <a:pt x="1528" y="624"/>
                  </a:cubicBezTo>
                  <a:cubicBezTo>
                    <a:pt x="1405" y="624"/>
                    <a:pt x="1284" y="621"/>
                    <a:pt x="1162" y="615"/>
                  </a:cubicBezTo>
                  <a:cubicBezTo>
                    <a:pt x="808" y="598"/>
                    <a:pt x="416" y="542"/>
                    <a:pt x="79" y="402"/>
                  </a:cubicBezTo>
                  <a:cubicBezTo>
                    <a:pt x="73" y="394"/>
                    <a:pt x="65" y="391"/>
                    <a:pt x="57" y="391"/>
                  </a:cubicBezTo>
                  <a:cubicBezTo>
                    <a:pt x="28" y="391"/>
                    <a:pt x="1" y="443"/>
                    <a:pt x="45" y="470"/>
                  </a:cubicBezTo>
                  <a:cubicBezTo>
                    <a:pt x="459" y="660"/>
                    <a:pt x="918" y="708"/>
                    <a:pt x="1378" y="708"/>
                  </a:cubicBezTo>
                  <a:cubicBezTo>
                    <a:pt x="1610" y="708"/>
                    <a:pt x="1843" y="696"/>
                    <a:pt x="2070" y="683"/>
                  </a:cubicBezTo>
                  <a:cubicBezTo>
                    <a:pt x="2799" y="649"/>
                    <a:pt x="3523" y="615"/>
                    <a:pt x="4235" y="491"/>
                  </a:cubicBezTo>
                  <a:cubicBezTo>
                    <a:pt x="4679" y="402"/>
                    <a:pt x="5088" y="278"/>
                    <a:pt x="5497" y="82"/>
                  </a:cubicBezTo>
                  <a:cubicBezTo>
                    <a:pt x="5538" y="51"/>
                    <a:pt x="5513" y="0"/>
                    <a:pt x="54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6"/>
            <p:cNvSpPr/>
            <p:nvPr/>
          </p:nvSpPr>
          <p:spPr>
            <a:xfrm>
              <a:off x="9522805" y="4292096"/>
              <a:ext cx="35509" cy="28042"/>
            </a:xfrm>
            <a:custGeom>
              <a:rect b="b" l="l" r="r" t="t"/>
              <a:pathLst>
                <a:path extrusionOk="0" h="338" w="428">
                  <a:moveTo>
                    <a:pt x="214" y="0"/>
                  </a:moveTo>
                  <a:cubicBezTo>
                    <a:pt x="1" y="0"/>
                    <a:pt x="1" y="337"/>
                    <a:pt x="214" y="337"/>
                  </a:cubicBezTo>
                  <a:cubicBezTo>
                    <a:pt x="427" y="337"/>
                    <a:pt x="427" y="0"/>
                    <a:pt x="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6"/>
            <p:cNvSpPr/>
            <p:nvPr/>
          </p:nvSpPr>
          <p:spPr>
            <a:xfrm>
              <a:off x="9587518" y="4297738"/>
              <a:ext cx="35509" cy="28042"/>
            </a:xfrm>
            <a:custGeom>
              <a:rect b="b" l="l" r="r" t="t"/>
              <a:pathLst>
                <a:path extrusionOk="0" h="338" w="428">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6"/>
            <p:cNvSpPr/>
            <p:nvPr/>
          </p:nvSpPr>
          <p:spPr>
            <a:xfrm>
              <a:off x="9652314" y="4297738"/>
              <a:ext cx="35426" cy="28042"/>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6"/>
            <p:cNvSpPr/>
            <p:nvPr/>
          </p:nvSpPr>
          <p:spPr>
            <a:xfrm>
              <a:off x="9602369" y="3718310"/>
              <a:ext cx="210565" cy="74088"/>
            </a:xfrm>
            <a:custGeom>
              <a:rect b="b" l="l" r="r" t="t"/>
              <a:pathLst>
                <a:path extrusionOk="0" h="893" w="2538">
                  <a:moveTo>
                    <a:pt x="2433" y="1"/>
                  </a:moveTo>
                  <a:cubicBezTo>
                    <a:pt x="2400" y="1"/>
                    <a:pt x="2365" y="18"/>
                    <a:pt x="2345" y="58"/>
                  </a:cubicBezTo>
                  <a:cubicBezTo>
                    <a:pt x="2180" y="514"/>
                    <a:pt x="1719" y="732"/>
                    <a:pt x="1255" y="732"/>
                  </a:cubicBezTo>
                  <a:cubicBezTo>
                    <a:pt x="1013" y="732"/>
                    <a:pt x="770" y="672"/>
                    <a:pt x="568" y="557"/>
                  </a:cubicBezTo>
                  <a:cubicBezTo>
                    <a:pt x="410" y="467"/>
                    <a:pt x="265" y="327"/>
                    <a:pt x="176" y="165"/>
                  </a:cubicBezTo>
                  <a:cubicBezTo>
                    <a:pt x="159" y="130"/>
                    <a:pt x="133" y="116"/>
                    <a:pt x="107" y="116"/>
                  </a:cubicBezTo>
                  <a:cubicBezTo>
                    <a:pt x="54" y="116"/>
                    <a:pt x="1" y="177"/>
                    <a:pt x="35" y="237"/>
                  </a:cubicBezTo>
                  <a:cubicBezTo>
                    <a:pt x="250" y="680"/>
                    <a:pt x="741" y="893"/>
                    <a:pt x="1233" y="893"/>
                  </a:cubicBezTo>
                  <a:cubicBezTo>
                    <a:pt x="1552" y="893"/>
                    <a:pt x="1871" y="803"/>
                    <a:pt x="2115" y="629"/>
                  </a:cubicBezTo>
                  <a:cubicBezTo>
                    <a:pt x="2290" y="501"/>
                    <a:pt x="2435" y="327"/>
                    <a:pt x="2503" y="114"/>
                  </a:cubicBezTo>
                  <a:cubicBezTo>
                    <a:pt x="2538" y="47"/>
                    <a:pt x="2488" y="1"/>
                    <a:pt x="24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6"/>
            <p:cNvSpPr/>
            <p:nvPr/>
          </p:nvSpPr>
          <p:spPr>
            <a:xfrm>
              <a:off x="9635306" y="3712503"/>
              <a:ext cx="136560" cy="45714"/>
            </a:xfrm>
            <a:custGeom>
              <a:rect b="b" l="l" r="r" t="t"/>
              <a:pathLst>
                <a:path extrusionOk="0" h="551" w="1646">
                  <a:moveTo>
                    <a:pt x="1607" y="0"/>
                  </a:moveTo>
                  <a:cubicBezTo>
                    <a:pt x="1587" y="0"/>
                    <a:pt x="1565" y="13"/>
                    <a:pt x="1556" y="39"/>
                  </a:cubicBezTo>
                  <a:cubicBezTo>
                    <a:pt x="1523" y="354"/>
                    <a:pt x="1274" y="468"/>
                    <a:pt x="986" y="468"/>
                  </a:cubicBezTo>
                  <a:cubicBezTo>
                    <a:pt x="654" y="468"/>
                    <a:pt x="270" y="316"/>
                    <a:pt x="98" y="145"/>
                  </a:cubicBezTo>
                  <a:cubicBezTo>
                    <a:pt x="87" y="138"/>
                    <a:pt x="76" y="135"/>
                    <a:pt x="65" y="135"/>
                  </a:cubicBezTo>
                  <a:cubicBezTo>
                    <a:pt x="27" y="135"/>
                    <a:pt x="0" y="174"/>
                    <a:pt x="30" y="201"/>
                  </a:cubicBezTo>
                  <a:cubicBezTo>
                    <a:pt x="205" y="380"/>
                    <a:pt x="474" y="486"/>
                    <a:pt x="721" y="520"/>
                  </a:cubicBezTo>
                  <a:cubicBezTo>
                    <a:pt x="812" y="539"/>
                    <a:pt x="907" y="551"/>
                    <a:pt x="1002" y="551"/>
                  </a:cubicBezTo>
                  <a:cubicBezTo>
                    <a:pt x="1167" y="551"/>
                    <a:pt x="1331" y="514"/>
                    <a:pt x="1467" y="414"/>
                  </a:cubicBezTo>
                  <a:cubicBezTo>
                    <a:pt x="1573" y="324"/>
                    <a:pt x="1629" y="184"/>
                    <a:pt x="1646" y="39"/>
                  </a:cubicBezTo>
                  <a:cubicBezTo>
                    <a:pt x="1646" y="13"/>
                    <a:pt x="1628"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6"/>
            <p:cNvSpPr/>
            <p:nvPr/>
          </p:nvSpPr>
          <p:spPr>
            <a:xfrm>
              <a:off x="9340780" y="4405012"/>
              <a:ext cx="81721" cy="88607"/>
            </a:xfrm>
            <a:custGeom>
              <a:rect b="b" l="l" r="r" t="t"/>
              <a:pathLst>
                <a:path extrusionOk="0" h="1068" w="985">
                  <a:moveTo>
                    <a:pt x="596" y="1"/>
                  </a:moveTo>
                  <a:cubicBezTo>
                    <a:pt x="583" y="1"/>
                    <a:pt x="571" y="2"/>
                    <a:pt x="558" y="3"/>
                  </a:cubicBezTo>
                  <a:cubicBezTo>
                    <a:pt x="435" y="42"/>
                    <a:pt x="328" y="148"/>
                    <a:pt x="260" y="255"/>
                  </a:cubicBezTo>
                  <a:cubicBezTo>
                    <a:pt x="170" y="378"/>
                    <a:pt x="115" y="502"/>
                    <a:pt x="25" y="626"/>
                  </a:cubicBezTo>
                  <a:cubicBezTo>
                    <a:pt x="0" y="654"/>
                    <a:pt x="34" y="699"/>
                    <a:pt x="60" y="699"/>
                  </a:cubicBezTo>
                  <a:cubicBezTo>
                    <a:pt x="69" y="699"/>
                    <a:pt x="76" y="694"/>
                    <a:pt x="81" y="681"/>
                  </a:cubicBezTo>
                  <a:cubicBezTo>
                    <a:pt x="170" y="591"/>
                    <a:pt x="204" y="485"/>
                    <a:pt x="277" y="378"/>
                  </a:cubicBezTo>
                  <a:cubicBezTo>
                    <a:pt x="328" y="289"/>
                    <a:pt x="401" y="165"/>
                    <a:pt x="507" y="110"/>
                  </a:cubicBezTo>
                  <a:cubicBezTo>
                    <a:pt x="536" y="96"/>
                    <a:pt x="568" y="90"/>
                    <a:pt x="600" y="90"/>
                  </a:cubicBezTo>
                  <a:cubicBezTo>
                    <a:pt x="684" y="90"/>
                    <a:pt x="769" y="134"/>
                    <a:pt x="810" y="199"/>
                  </a:cubicBezTo>
                  <a:cubicBezTo>
                    <a:pt x="899" y="289"/>
                    <a:pt x="899" y="451"/>
                    <a:pt x="899" y="574"/>
                  </a:cubicBezTo>
                  <a:cubicBezTo>
                    <a:pt x="899" y="715"/>
                    <a:pt x="878" y="877"/>
                    <a:pt x="861" y="1018"/>
                  </a:cubicBezTo>
                  <a:cubicBezTo>
                    <a:pt x="851" y="1048"/>
                    <a:pt x="878" y="1067"/>
                    <a:pt x="901" y="1067"/>
                  </a:cubicBezTo>
                  <a:cubicBezTo>
                    <a:pt x="918" y="1067"/>
                    <a:pt x="933" y="1058"/>
                    <a:pt x="933" y="1035"/>
                  </a:cubicBezTo>
                  <a:cubicBezTo>
                    <a:pt x="967" y="894"/>
                    <a:pt x="984" y="749"/>
                    <a:pt x="984" y="609"/>
                  </a:cubicBezTo>
                  <a:cubicBezTo>
                    <a:pt x="984" y="468"/>
                    <a:pt x="984" y="306"/>
                    <a:pt x="899" y="165"/>
                  </a:cubicBezTo>
                  <a:cubicBezTo>
                    <a:pt x="834" y="69"/>
                    <a:pt x="713" y="1"/>
                    <a:pt x="5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6"/>
            <p:cNvSpPr/>
            <p:nvPr/>
          </p:nvSpPr>
          <p:spPr>
            <a:xfrm>
              <a:off x="9482899" y="4446328"/>
              <a:ext cx="84209" cy="86201"/>
            </a:xfrm>
            <a:custGeom>
              <a:rect b="b" l="l" r="r" t="t"/>
              <a:pathLst>
                <a:path extrusionOk="0" h="1039" w="1015">
                  <a:moveTo>
                    <a:pt x="548" y="1"/>
                  </a:moveTo>
                  <a:cubicBezTo>
                    <a:pt x="531" y="1"/>
                    <a:pt x="515" y="2"/>
                    <a:pt x="499" y="4"/>
                  </a:cubicBezTo>
                  <a:cubicBezTo>
                    <a:pt x="358" y="38"/>
                    <a:pt x="252" y="145"/>
                    <a:pt x="162" y="273"/>
                  </a:cubicBezTo>
                  <a:cubicBezTo>
                    <a:pt x="73" y="413"/>
                    <a:pt x="17" y="592"/>
                    <a:pt x="0" y="767"/>
                  </a:cubicBezTo>
                  <a:cubicBezTo>
                    <a:pt x="0" y="795"/>
                    <a:pt x="18" y="808"/>
                    <a:pt x="39" y="808"/>
                  </a:cubicBezTo>
                  <a:cubicBezTo>
                    <a:pt x="59" y="808"/>
                    <a:pt x="81" y="795"/>
                    <a:pt x="90" y="767"/>
                  </a:cubicBezTo>
                  <a:cubicBezTo>
                    <a:pt x="107" y="626"/>
                    <a:pt x="145" y="486"/>
                    <a:pt x="213" y="379"/>
                  </a:cubicBezTo>
                  <a:cubicBezTo>
                    <a:pt x="269" y="251"/>
                    <a:pt x="337" y="145"/>
                    <a:pt x="465" y="93"/>
                  </a:cubicBezTo>
                  <a:cubicBezTo>
                    <a:pt x="496" y="85"/>
                    <a:pt x="527" y="81"/>
                    <a:pt x="559" y="81"/>
                  </a:cubicBezTo>
                  <a:cubicBezTo>
                    <a:pt x="655" y="81"/>
                    <a:pt x="751" y="120"/>
                    <a:pt x="819" y="200"/>
                  </a:cubicBezTo>
                  <a:cubicBezTo>
                    <a:pt x="891" y="290"/>
                    <a:pt x="925" y="430"/>
                    <a:pt x="925" y="554"/>
                  </a:cubicBezTo>
                  <a:lnTo>
                    <a:pt x="925" y="997"/>
                  </a:lnTo>
                  <a:cubicBezTo>
                    <a:pt x="925" y="1025"/>
                    <a:pt x="943" y="1039"/>
                    <a:pt x="962" y="1039"/>
                  </a:cubicBezTo>
                  <a:cubicBezTo>
                    <a:pt x="980" y="1039"/>
                    <a:pt x="998" y="1025"/>
                    <a:pt x="998" y="997"/>
                  </a:cubicBezTo>
                  <a:cubicBezTo>
                    <a:pt x="998" y="839"/>
                    <a:pt x="1015" y="699"/>
                    <a:pt x="1015" y="554"/>
                  </a:cubicBezTo>
                  <a:cubicBezTo>
                    <a:pt x="998" y="413"/>
                    <a:pt x="976" y="251"/>
                    <a:pt x="870" y="145"/>
                  </a:cubicBezTo>
                  <a:cubicBezTo>
                    <a:pt x="795" y="52"/>
                    <a:pt x="662" y="1"/>
                    <a:pt x="5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6"/>
            <p:cNvSpPr/>
            <p:nvPr/>
          </p:nvSpPr>
          <p:spPr>
            <a:xfrm>
              <a:off x="9647999" y="4451389"/>
              <a:ext cx="92257" cy="86035"/>
            </a:xfrm>
            <a:custGeom>
              <a:rect b="b" l="l" r="r" t="t"/>
              <a:pathLst>
                <a:path extrusionOk="0" h="1037" w="1112">
                  <a:moveTo>
                    <a:pt x="456" y="0"/>
                  </a:moveTo>
                  <a:cubicBezTo>
                    <a:pt x="384" y="0"/>
                    <a:pt x="313" y="19"/>
                    <a:pt x="248" y="67"/>
                  </a:cubicBezTo>
                  <a:cubicBezTo>
                    <a:pt x="124" y="139"/>
                    <a:pt x="73" y="263"/>
                    <a:pt x="35" y="403"/>
                  </a:cubicBezTo>
                  <a:cubicBezTo>
                    <a:pt x="1" y="565"/>
                    <a:pt x="1" y="744"/>
                    <a:pt x="1" y="919"/>
                  </a:cubicBezTo>
                  <a:cubicBezTo>
                    <a:pt x="1" y="947"/>
                    <a:pt x="23" y="961"/>
                    <a:pt x="46" y="961"/>
                  </a:cubicBezTo>
                  <a:cubicBezTo>
                    <a:pt x="68" y="961"/>
                    <a:pt x="90" y="947"/>
                    <a:pt x="90" y="919"/>
                  </a:cubicBezTo>
                  <a:cubicBezTo>
                    <a:pt x="90" y="778"/>
                    <a:pt x="90" y="638"/>
                    <a:pt x="107" y="493"/>
                  </a:cubicBezTo>
                  <a:cubicBezTo>
                    <a:pt x="124" y="386"/>
                    <a:pt x="159" y="246"/>
                    <a:pt x="248" y="156"/>
                  </a:cubicBezTo>
                  <a:cubicBezTo>
                    <a:pt x="301" y="103"/>
                    <a:pt x="368" y="85"/>
                    <a:pt x="440" y="85"/>
                  </a:cubicBezTo>
                  <a:cubicBezTo>
                    <a:pt x="511" y="85"/>
                    <a:pt x="587" y="103"/>
                    <a:pt x="657" y="122"/>
                  </a:cubicBezTo>
                  <a:cubicBezTo>
                    <a:pt x="819" y="173"/>
                    <a:pt x="904" y="297"/>
                    <a:pt x="960" y="459"/>
                  </a:cubicBezTo>
                  <a:cubicBezTo>
                    <a:pt x="994" y="638"/>
                    <a:pt x="994" y="830"/>
                    <a:pt x="1032" y="1009"/>
                  </a:cubicBezTo>
                  <a:cubicBezTo>
                    <a:pt x="1032" y="1029"/>
                    <a:pt x="1044" y="1037"/>
                    <a:pt x="1057" y="1037"/>
                  </a:cubicBezTo>
                  <a:cubicBezTo>
                    <a:pt x="1081" y="1037"/>
                    <a:pt x="1111" y="1013"/>
                    <a:pt x="1101" y="992"/>
                  </a:cubicBezTo>
                  <a:cubicBezTo>
                    <a:pt x="1066" y="812"/>
                    <a:pt x="1084" y="638"/>
                    <a:pt x="1032" y="459"/>
                  </a:cubicBezTo>
                  <a:cubicBezTo>
                    <a:pt x="994" y="280"/>
                    <a:pt x="887" y="139"/>
                    <a:pt x="730" y="67"/>
                  </a:cubicBezTo>
                  <a:cubicBezTo>
                    <a:pt x="640" y="29"/>
                    <a:pt x="547" y="0"/>
                    <a:pt x="4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6"/>
            <p:cNvSpPr/>
            <p:nvPr/>
          </p:nvSpPr>
          <p:spPr>
            <a:xfrm>
              <a:off x="9842552" y="4430980"/>
              <a:ext cx="81969" cy="86781"/>
            </a:xfrm>
            <a:custGeom>
              <a:rect b="b" l="l" r="r" t="t"/>
              <a:pathLst>
                <a:path extrusionOk="0" h="1046" w="988">
                  <a:moveTo>
                    <a:pt x="449" y="0"/>
                  </a:moveTo>
                  <a:cubicBezTo>
                    <a:pt x="331" y="0"/>
                    <a:pt x="210" y="55"/>
                    <a:pt x="124" y="155"/>
                  </a:cubicBezTo>
                  <a:cubicBezTo>
                    <a:pt x="51" y="261"/>
                    <a:pt x="17" y="402"/>
                    <a:pt x="17" y="526"/>
                  </a:cubicBezTo>
                  <a:cubicBezTo>
                    <a:pt x="0" y="688"/>
                    <a:pt x="17" y="845"/>
                    <a:pt x="0" y="1007"/>
                  </a:cubicBezTo>
                  <a:cubicBezTo>
                    <a:pt x="0" y="1033"/>
                    <a:pt x="23" y="1046"/>
                    <a:pt x="45" y="1046"/>
                  </a:cubicBezTo>
                  <a:cubicBezTo>
                    <a:pt x="67" y="1046"/>
                    <a:pt x="90" y="1033"/>
                    <a:pt x="90" y="1007"/>
                  </a:cubicBezTo>
                  <a:cubicBezTo>
                    <a:pt x="107" y="756"/>
                    <a:pt x="34" y="492"/>
                    <a:pt x="158" y="261"/>
                  </a:cubicBezTo>
                  <a:cubicBezTo>
                    <a:pt x="213" y="155"/>
                    <a:pt x="337" y="82"/>
                    <a:pt x="461" y="82"/>
                  </a:cubicBezTo>
                  <a:cubicBezTo>
                    <a:pt x="605" y="99"/>
                    <a:pt x="691" y="244"/>
                    <a:pt x="763" y="351"/>
                  </a:cubicBezTo>
                  <a:cubicBezTo>
                    <a:pt x="836" y="492"/>
                    <a:pt x="887" y="649"/>
                    <a:pt x="904" y="828"/>
                  </a:cubicBezTo>
                  <a:cubicBezTo>
                    <a:pt x="904" y="848"/>
                    <a:pt x="915" y="856"/>
                    <a:pt x="928" y="856"/>
                  </a:cubicBezTo>
                  <a:cubicBezTo>
                    <a:pt x="953" y="856"/>
                    <a:pt x="987" y="828"/>
                    <a:pt x="976" y="794"/>
                  </a:cubicBezTo>
                  <a:cubicBezTo>
                    <a:pt x="959" y="632"/>
                    <a:pt x="925" y="492"/>
                    <a:pt x="853" y="330"/>
                  </a:cubicBezTo>
                  <a:cubicBezTo>
                    <a:pt x="780" y="206"/>
                    <a:pt x="674" y="65"/>
                    <a:pt x="533" y="10"/>
                  </a:cubicBezTo>
                  <a:cubicBezTo>
                    <a:pt x="506" y="3"/>
                    <a:pt x="477" y="0"/>
                    <a:pt x="4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6"/>
            <p:cNvSpPr/>
            <p:nvPr/>
          </p:nvSpPr>
          <p:spPr>
            <a:xfrm>
              <a:off x="10001679" y="4380205"/>
              <a:ext cx="80559" cy="91925"/>
            </a:xfrm>
            <a:custGeom>
              <a:rect b="b" l="l" r="r" t="t"/>
              <a:pathLst>
                <a:path extrusionOk="0" h="1108" w="971">
                  <a:moveTo>
                    <a:pt x="419" y="1"/>
                  </a:moveTo>
                  <a:cubicBezTo>
                    <a:pt x="292" y="1"/>
                    <a:pt x="170" y="84"/>
                    <a:pt x="90" y="196"/>
                  </a:cubicBezTo>
                  <a:cubicBezTo>
                    <a:pt x="17" y="302"/>
                    <a:pt x="0" y="447"/>
                    <a:pt x="0" y="588"/>
                  </a:cubicBezTo>
                  <a:cubicBezTo>
                    <a:pt x="0" y="750"/>
                    <a:pt x="17" y="908"/>
                    <a:pt x="0" y="1070"/>
                  </a:cubicBezTo>
                  <a:cubicBezTo>
                    <a:pt x="0" y="1095"/>
                    <a:pt x="18" y="1108"/>
                    <a:pt x="39" y="1108"/>
                  </a:cubicBezTo>
                  <a:cubicBezTo>
                    <a:pt x="59" y="1108"/>
                    <a:pt x="81" y="1095"/>
                    <a:pt x="90" y="1070"/>
                  </a:cubicBezTo>
                  <a:cubicBezTo>
                    <a:pt x="107" y="818"/>
                    <a:pt x="34" y="554"/>
                    <a:pt x="124" y="324"/>
                  </a:cubicBezTo>
                  <a:cubicBezTo>
                    <a:pt x="158" y="196"/>
                    <a:pt x="265" y="110"/>
                    <a:pt x="392" y="89"/>
                  </a:cubicBezTo>
                  <a:cubicBezTo>
                    <a:pt x="411" y="84"/>
                    <a:pt x="429" y="82"/>
                    <a:pt x="447" y="82"/>
                  </a:cubicBezTo>
                  <a:cubicBezTo>
                    <a:pt x="552" y="82"/>
                    <a:pt x="650" y="158"/>
                    <a:pt x="712" y="234"/>
                  </a:cubicBezTo>
                  <a:cubicBezTo>
                    <a:pt x="797" y="358"/>
                    <a:pt x="853" y="498"/>
                    <a:pt x="887" y="660"/>
                  </a:cubicBezTo>
                  <a:cubicBezTo>
                    <a:pt x="887" y="678"/>
                    <a:pt x="897" y="685"/>
                    <a:pt x="911" y="685"/>
                  </a:cubicBezTo>
                  <a:cubicBezTo>
                    <a:pt x="936" y="685"/>
                    <a:pt x="970" y="658"/>
                    <a:pt x="959" y="622"/>
                  </a:cubicBezTo>
                  <a:cubicBezTo>
                    <a:pt x="925" y="375"/>
                    <a:pt x="763" y="21"/>
                    <a:pt x="461" y="4"/>
                  </a:cubicBezTo>
                  <a:cubicBezTo>
                    <a:pt x="447" y="2"/>
                    <a:pt x="433" y="1"/>
                    <a:pt x="4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6"/>
            <p:cNvSpPr/>
            <p:nvPr/>
          </p:nvSpPr>
          <p:spPr>
            <a:xfrm>
              <a:off x="9539149" y="3786425"/>
              <a:ext cx="54508" cy="7467"/>
            </a:xfrm>
            <a:custGeom>
              <a:rect b="b" l="l" r="r" t="t"/>
              <a:pathLst>
                <a:path extrusionOk="0" h="90" w="657">
                  <a:moveTo>
                    <a:pt x="51" y="0"/>
                  </a:moveTo>
                  <a:cubicBezTo>
                    <a:pt x="0" y="0"/>
                    <a:pt x="0" y="90"/>
                    <a:pt x="51" y="90"/>
                  </a:cubicBezTo>
                  <a:lnTo>
                    <a:pt x="601" y="90"/>
                  </a:lnTo>
                  <a:cubicBezTo>
                    <a:pt x="656" y="90"/>
                    <a:pt x="656" y="0"/>
                    <a:pt x="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6"/>
            <p:cNvSpPr/>
            <p:nvPr/>
          </p:nvSpPr>
          <p:spPr>
            <a:xfrm>
              <a:off x="9530272" y="3802686"/>
              <a:ext cx="49945" cy="7467"/>
            </a:xfrm>
            <a:custGeom>
              <a:rect b="b" l="l" r="r" t="t"/>
              <a:pathLst>
                <a:path extrusionOk="0" h="90" w="602">
                  <a:moveTo>
                    <a:pt x="69" y="0"/>
                  </a:moveTo>
                  <a:cubicBezTo>
                    <a:pt x="0" y="0"/>
                    <a:pt x="0" y="90"/>
                    <a:pt x="69" y="90"/>
                  </a:cubicBezTo>
                  <a:lnTo>
                    <a:pt x="550" y="90"/>
                  </a:lnTo>
                  <a:cubicBezTo>
                    <a:pt x="601" y="90"/>
                    <a:pt x="601" y="0"/>
                    <a:pt x="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6"/>
            <p:cNvSpPr/>
            <p:nvPr/>
          </p:nvSpPr>
          <p:spPr>
            <a:xfrm>
              <a:off x="9522805" y="3820357"/>
              <a:ext cx="57412" cy="8877"/>
            </a:xfrm>
            <a:custGeom>
              <a:rect b="b" l="l" r="r" t="t"/>
              <a:pathLst>
                <a:path extrusionOk="0" h="107" w="692">
                  <a:moveTo>
                    <a:pt x="69" y="0"/>
                  </a:moveTo>
                  <a:cubicBezTo>
                    <a:pt x="35" y="0"/>
                    <a:pt x="18" y="0"/>
                    <a:pt x="18" y="39"/>
                  </a:cubicBezTo>
                  <a:cubicBezTo>
                    <a:pt x="1" y="56"/>
                    <a:pt x="18" y="90"/>
                    <a:pt x="35" y="90"/>
                  </a:cubicBezTo>
                  <a:cubicBezTo>
                    <a:pt x="231" y="107"/>
                    <a:pt x="444" y="107"/>
                    <a:pt x="640" y="107"/>
                  </a:cubicBezTo>
                  <a:cubicBezTo>
                    <a:pt x="691" y="107"/>
                    <a:pt x="691" y="0"/>
                    <a:pt x="640" y="0"/>
                  </a:cubicBezTo>
                  <a:cubicBezTo>
                    <a:pt x="510" y="0"/>
                    <a:pt x="379" y="8"/>
                    <a:pt x="253" y="8"/>
                  </a:cubicBezTo>
                  <a:cubicBezTo>
                    <a:pt x="190" y="8"/>
                    <a:pt x="129" y="6"/>
                    <a:pt x="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6"/>
            <p:cNvSpPr/>
            <p:nvPr/>
          </p:nvSpPr>
          <p:spPr>
            <a:xfrm>
              <a:off x="9514011" y="4166570"/>
              <a:ext cx="45714" cy="9292"/>
            </a:xfrm>
            <a:custGeom>
              <a:rect b="b" l="l" r="r" t="t"/>
              <a:pathLst>
                <a:path extrusionOk="0" h="112" w="551">
                  <a:moveTo>
                    <a:pt x="52" y="0"/>
                  </a:moveTo>
                  <a:cubicBezTo>
                    <a:pt x="35" y="0"/>
                    <a:pt x="0" y="21"/>
                    <a:pt x="0" y="39"/>
                  </a:cubicBezTo>
                  <a:cubicBezTo>
                    <a:pt x="0" y="56"/>
                    <a:pt x="0" y="90"/>
                    <a:pt x="35" y="90"/>
                  </a:cubicBezTo>
                  <a:cubicBezTo>
                    <a:pt x="101" y="106"/>
                    <a:pt x="167" y="111"/>
                    <a:pt x="233" y="111"/>
                  </a:cubicBezTo>
                  <a:cubicBezTo>
                    <a:pt x="327" y="111"/>
                    <a:pt x="421" y="100"/>
                    <a:pt x="516" y="90"/>
                  </a:cubicBezTo>
                  <a:cubicBezTo>
                    <a:pt x="533" y="90"/>
                    <a:pt x="550" y="73"/>
                    <a:pt x="550" y="56"/>
                  </a:cubicBezTo>
                  <a:cubicBezTo>
                    <a:pt x="550" y="21"/>
                    <a:pt x="533" y="0"/>
                    <a:pt x="516" y="0"/>
                  </a:cubicBezTo>
                  <a:cubicBezTo>
                    <a:pt x="424" y="12"/>
                    <a:pt x="339" y="23"/>
                    <a:pt x="253" y="23"/>
                  </a:cubicBezTo>
                  <a:cubicBezTo>
                    <a:pt x="188" y="23"/>
                    <a:pt x="122" y="17"/>
                    <a:pt x="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6"/>
            <p:cNvSpPr/>
            <p:nvPr/>
          </p:nvSpPr>
          <p:spPr>
            <a:xfrm>
              <a:off x="9510858" y="4182831"/>
              <a:ext cx="39989" cy="8877"/>
            </a:xfrm>
            <a:custGeom>
              <a:rect b="b" l="l" r="r" t="t"/>
              <a:pathLst>
                <a:path extrusionOk="0" h="107" w="482">
                  <a:moveTo>
                    <a:pt x="73" y="0"/>
                  </a:moveTo>
                  <a:cubicBezTo>
                    <a:pt x="0" y="0"/>
                    <a:pt x="0" y="107"/>
                    <a:pt x="73" y="107"/>
                  </a:cubicBezTo>
                  <a:lnTo>
                    <a:pt x="409" y="107"/>
                  </a:lnTo>
                  <a:cubicBezTo>
                    <a:pt x="482" y="107"/>
                    <a:pt x="482" y="0"/>
                    <a:pt x="4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6"/>
            <p:cNvSpPr/>
            <p:nvPr/>
          </p:nvSpPr>
          <p:spPr>
            <a:xfrm>
              <a:off x="9506627" y="4201747"/>
              <a:ext cx="61892" cy="10868"/>
            </a:xfrm>
            <a:custGeom>
              <a:rect b="b" l="l" r="r" t="t"/>
              <a:pathLst>
                <a:path extrusionOk="0" h="131" w="746">
                  <a:moveTo>
                    <a:pt x="41" y="1"/>
                  </a:moveTo>
                  <a:cubicBezTo>
                    <a:pt x="0" y="1"/>
                    <a:pt x="4" y="92"/>
                    <a:pt x="51" y="92"/>
                  </a:cubicBezTo>
                  <a:cubicBezTo>
                    <a:pt x="264" y="109"/>
                    <a:pt x="477" y="130"/>
                    <a:pt x="690" y="130"/>
                  </a:cubicBezTo>
                  <a:cubicBezTo>
                    <a:pt x="746" y="130"/>
                    <a:pt x="746" y="24"/>
                    <a:pt x="690" y="24"/>
                  </a:cubicBezTo>
                  <a:cubicBezTo>
                    <a:pt x="477" y="24"/>
                    <a:pt x="264" y="24"/>
                    <a:pt x="51" y="2"/>
                  </a:cubicBezTo>
                  <a:cubicBezTo>
                    <a:pt x="47" y="1"/>
                    <a:pt x="44" y="1"/>
                    <a:pt x="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9" name="Google Shape;1739;p56"/>
          <p:cNvSpPr txBox="1"/>
          <p:nvPr/>
        </p:nvSpPr>
        <p:spPr>
          <a:xfrm>
            <a:off x="1244063" y="3331775"/>
            <a:ext cx="1725600" cy="49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Audiowide"/>
                <a:ea typeface="Audiowide"/>
                <a:cs typeface="Audiowide"/>
                <a:sym typeface="Audiowide"/>
              </a:rPr>
              <a:t>SATURN</a:t>
            </a:r>
            <a:endParaRPr sz="2000">
              <a:solidFill>
                <a:schemeClr val="dk1"/>
              </a:solidFill>
              <a:latin typeface="Audiowide"/>
              <a:ea typeface="Audiowide"/>
              <a:cs typeface="Audiowide"/>
              <a:sym typeface="Audiowide"/>
            </a:endParaRPr>
          </a:p>
        </p:txBody>
      </p:sp>
      <p:sp>
        <p:nvSpPr>
          <p:cNvPr id="1740" name="Google Shape;1740;p56"/>
          <p:cNvSpPr txBox="1"/>
          <p:nvPr/>
        </p:nvSpPr>
        <p:spPr>
          <a:xfrm>
            <a:off x="1025813" y="3682800"/>
            <a:ext cx="2162100" cy="61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Didact Gothic"/>
                <a:ea typeface="Didact Gothic"/>
                <a:cs typeface="Didact Gothic"/>
                <a:sym typeface="Didact Gothic"/>
              </a:rPr>
              <a:t>It’s composed of hydrogen and helium</a:t>
            </a:r>
            <a:endParaRPr>
              <a:solidFill>
                <a:schemeClr val="lt1"/>
              </a:solidFill>
              <a:latin typeface="Didact Gothic"/>
              <a:ea typeface="Didact Gothic"/>
              <a:cs typeface="Didact Gothic"/>
              <a:sym typeface="Didact Gothic"/>
            </a:endParaRPr>
          </a:p>
        </p:txBody>
      </p:sp>
      <p:sp>
        <p:nvSpPr>
          <p:cNvPr id="1741" name="Google Shape;1741;p56"/>
          <p:cNvSpPr txBox="1"/>
          <p:nvPr/>
        </p:nvSpPr>
        <p:spPr>
          <a:xfrm>
            <a:off x="3633025" y="3331775"/>
            <a:ext cx="1725600" cy="49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Audiowide"/>
                <a:ea typeface="Audiowide"/>
                <a:cs typeface="Audiowide"/>
                <a:sym typeface="Audiowide"/>
              </a:rPr>
              <a:t>NEPTUNE</a:t>
            </a:r>
            <a:endParaRPr sz="2000">
              <a:solidFill>
                <a:schemeClr val="dk1"/>
              </a:solidFill>
              <a:latin typeface="Audiowide"/>
              <a:ea typeface="Audiowide"/>
              <a:cs typeface="Audiowide"/>
              <a:sym typeface="Audiowide"/>
            </a:endParaRPr>
          </a:p>
        </p:txBody>
      </p:sp>
      <p:sp>
        <p:nvSpPr>
          <p:cNvPr id="1742" name="Google Shape;1742;p56"/>
          <p:cNvSpPr txBox="1"/>
          <p:nvPr/>
        </p:nvSpPr>
        <p:spPr>
          <a:xfrm>
            <a:off x="3490950" y="3682775"/>
            <a:ext cx="2162100" cy="61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Didact Gothic"/>
                <a:ea typeface="Didact Gothic"/>
                <a:cs typeface="Didact Gothic"/>
                <a:sym typeface="Didact Gothic"/>
              </a:rPr>
              <a:t>It’s the farthest planet from the Sun</a:t>
            </a:r>
            <a:endParaRPr>
              <a:solidFill>
                <a:schemeClr val="lt1"/>
              </a:solidFill>
              <a:latin typeface="Didact Gothic"/>
              <a:ea typeface="Didact Gothic"/>
              <a:cs typeface="Didact Gothic"/>
              <a:sym typeface="Didact Gothic"/>
            </a:endParaRPr>
          </a:p>
        </p:txBody>
      </p:sp>
      <p:sp>
        <p:nvSpPr>
          <p:cNvPr id="1743" name="Google Shape;1743;p56"/>
          <p:cNvSpPr txBox="1"/>
          <p:nvPr/>
        </p:nvSpPr>
        <p:spPr>
          <a:xfrm>
            <a:off x="6148613" y="3331775"/>
            <a:ext cx="1725600" cy="49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Audiowide"/>
                <a:ea typeface="Audiowide"/>
                <a:cs typeface="Audiowide"/>
                <a:sym typeface="Audiowide"/>
              </a:rPr>
              <a:t>MERCURY</a:t>
            </a:r>
            <a:endParaRPr sz="2000">
              <a:solidFill>
                <a:schemeClr val="dk1"/>
              </a:solidFill>
              <a:latin typeface="Audiowide"/>
              <a:ea typeface="Audiowide"/>
              <a:cs typeface="Audiowide"/>
              <a:sym typeface="Audiowide"/>
            </a:endParaRPr>
          </a:p>
        </p:txBody>
      </p:sp>
      <p:sp>
        <p:nvSpPr>
          <p:cNvPr id="1744" name="Google Shape;1744;p56"/>
          <p:cNvSpPr txBox="1"/>
          <p:nvPr/>
        </p:nvSpPr>
        <p:spPr>
          <a:xfrm>
            <a:off x="5956075" y="3682800"/>
            <a:ext cx="2162100" cy="61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Didact Gothic"/>
                <a:ea typeface="Didact Gothic"/>
                <a:cs typeface="Didact Gothic"/>
                <a:sym typeface="Didact Gothic"/>
              </a:rPr>
              <a:t>It’s the closest planet to the Sun</a:t>
            </a:r>
            <a:endParaRPr>
              <a:solidFill>
                <a:schemeClr val="lt1"/>
              </a:solidFill>
              <a:latin typeface="Didact Gothic"/>
              <a:ea typeface="Didact Gothic"/>
              <a:cs typeface="Didact Gothic"/>
              <a:sym typeface="Didact Gothic"/>
            </a:endParaRPr>
          </a:p>
        </p:txBody>
      </p:sp>
      <p:cxnSp>
        <p:nvCxnSpPr>
          <p:cNvPr id="1745" name="Google Shape;1745;p56"/>
          <p:cNvCxnSpPr/>
          <p:nvPr/>
        </p:nvCxnSpPr>
        <p:spPr>
          <a:xfrm rot="10800000">
            <a:off x="2128875" y="3000996"/>
            <a:ext cx="0" cy="326400"/>
          </a:xfrm>
          <a:prstGeom prst="straightConnector1">
            <a:avLst/>
          </a:prstGeom>
          <a:noFill/>
          <a:ln cap="rnd" cmpd="sng" w="28575">
            <a:solidFill>
              <a:schemeClr val="lt1"/>
            </a:solidFill>
            <a:prstDash val="dot"/>
            <a:round/>
            <a:headEnd len="med" w="med" type="none"/>
            <a:tailEnd len="med" w="med" type="none"/>
          </a:ln>
        </p:spPr>
      </p:cxnSp>
      <p:cxnSp>
        <p:nvCxnSpPr>
          <p:cNvPr id="1746" name="Google Shape;1746;p56"/>
          <p:cNvCxnSpPr/>
          <p:nvPr/>
        </p:nvCxnSpPr>
        <p:spPr>
          <a:xfrm rot="10800000">
            <a:off x="4569225" y="3000996"/>
            <a:ext cx="0" cy="326400"/>
          </a:xfrm>
          <a:prstGeom prst="straightConnector1">
            <a:avLst/>
          </a:prstGeom>
          <a:noFill/>
          <a:ln cap="rnd" cmpd="sng" w="28575">
            <a:solidFill>
              <a:schemeClr val="lt1"/>
            </a:solidFill>
            <a:prstDash val="dot"/>
            <a:round/>
            <a:headEnd len="med" w="med" type="none"/>
            <a:tailEnd len="med" w="med" type="none"/>
          </a:ln>
        </p:spPr>
      </p:cxnSp>
      <p:cxnSp>
        <p:nvCxnSpPr>
          <p:cNvPr id="1747" name="Google Shape;1747;p56"/>
          <p:cNvCxnSpPr/>
          <p:nvPr/>
        </p:nvCxnSpPr>
        <p:spPr>
          <a:xfrm rot="10800000">
            <a:off x="7033425" y="3034450"/>
            <a:ext cx="0" cy="326400"/>
          </a:xfrm>
          <a:prstGeom prst="straightConnector1">
            <a:avLst/>
          </a:prstGeom>
          <a:noFill/>
          <a:ln cap="rnd" cmpd="sng" w="28575">
            <a:solidFill>
              <a:schemeClr val="lt1"/>
            </a:solidFill>
            <a:prstDash val="dot"/>
            <a:round/>
            <a:headEnd len="med" w="med" type="none"/>
            <a:tailEnd len="med" w="med" type="none"/>
          </a:ln>
        </p:spPr>
      </p:cxnSp>
      <p:grpSp>
        <p:nvGrpSpPr>
          <p:cNvPr id="1748" name="Google Shape;1748;p56"/>
          <p:cNvGrpSpPr/>
          <p:nvPr/>
        </p:nvGrpSpPr>
        <p:grpSpPr>
          <a:xfrm>
            <a:off x="6868642" y="1882250"/>
            <a:ext cx="329545" cy="1152203"/>
            <a:chOff x="13160100" y="1641525"/>
            <a:chExt cx="946425" cy="3309026"/>
          </a:xfrm>
        </p:grpSpPr>
        <p:sp>
          <p:nvSpPr>
            <p:cNvPr id="1749" name="Google Shape;1749;p56"/>
            <p:cNvSpPr/>
            <p:nvPr/>
          </p:nvSpPr>
          <p:spPr>
            <a:xfrm>
              <a:off x="13160100" y="1641525"/>
              <a:ext cx="946425" cy="3309026"/>
            </a:xfrm>
            <a:custGeom>
              <a:rect b="b" l="l" r="r" t="t"/>
              <a:pathLst>
                <a:path extrusionOk="0" h="39673" w="11347">
                  <a:moveTo>
                    <a:pt x="5676" y="0"/>
                  </a:moveTo>
                  <a:cubicBezTo>
                    <a:pt x="5465" y="0"/>
                    <a:pt x="5256" y="62"/>
                    <a:pt x="5132" y="185"/>
                  </a:cubicBezTo>
                  <a:cubicBezTo>
                    <a:pt x="4885" y="416"/>
                    <a:pt x="4902" y="842"/>
                    <a:pt x="5188" y="1110"/>
                  </a:cubicBezTo>
                  <a:cubicBezTo>
                    <a:pt x="5648" y="1537"/>
                    <a:pt x="5452" y="2474"/>
                    <a:pt x="4847" y="2687"/>
                  </a:cubicBezTo>
                  <a:cubicBezTo>
                    <a:pt x="4246" y="2901"/>
                    <a:pt x="3657" y="3169"/>
                    <a:pt x="3427" y="3843"/>
                  </a:cubicBezTo>
                  <a:cubicBezTo>
                    <a:pt x="3392" y="3952"/>
                    <a:pt x="3315" y="3970"/>
                    <a:pt x="3235" y="3970"/>
                  </a:cubicBezTo>
                  <a:cubicBezTo>
                    <a:pt x="3197" y="3970"/>
                    <a:pt x="3159" y="3966"/>
                    <a:pt x="3125" y="3966"/>
                  </a:cubicBezTo>
                  <a:cubicBezTo>
                    <a:pt x="2864" y="3966"/>
                    <a:pt x="2598" y="3972"/>
                    <a:pt x="2332" y="3972"/>
                  </a:cubicBezTo>
                  <a:cubicBezTo>
                    <a:pt x="2092" y="3972"/>
                    <a:pt x="1852" y="3967"/>
                    <a:pt x="1616" y="3949"/>
                  </a:cubicBezTo>
                  <a:cubicBezTo>
                    <a:pt x="1592" y="3948"/>
                    <a:pt x="1569" y="3947"/>
                    <a:pt x="1546" y="3947"/>
                  </a:cubicBezTo>
                  <a:cubicBezTo>
                    <a:pt x="1244" y="3947"/>
                    <a:pt x="1013" y="4051"/>
                    <a:pt x="763" y="4218"/>
                  </a:cubicBezTo>
                  <a:cubicBezTo>
                    <a:pt x="320" y="4520"/>
                    <a:pt x="158" y="4964"/>
                    <a:pt x="107" y="5458"/>
                  </a:cubicBezTo>
                  <a:cubicBezTo>
                    <a:pt x="0" y="6276"/>
                    <a:pt x="51" y="7078"/>
                    <a:pt x="51" y="7892"/>
                  </a:cubicBezTo>
                  <a:cubicBezTo>
                    <a:pt x="73" y="11587"/>
                    <a:pt x="51" y="15283"/>
                    <a:pt x="51" y="18974"/>
                  </a:cubicBezTo>
                  <a:cubicBezTo>
                    <a:pt x="51" y="21834"/>
                    <a:pt x="73" y="24677"/>
                    <a:pt x="51" y="27537"/>
                  </a:cubicBezTo>
                  <a:cubicBezTo>
                    <a:pt x="34" y="28283"/>
                    <a:pt x="196" y="28833"/>
                    <a:pt x="942" y="29114"/>
                  </a:cubicBezTo>
                  <a:cubicBezTo>
                    <a:pt x="1117" y="29170"/>
                    <a:pt x="1083" y="29310"/>
                    <a:pt x="1083" y="29434"/>
                  </a:cubicBezTo>
                  <a:cubicBezTo>
                    <a:pt x="1083" y="29809"/>
                    <a:pt x="1066" y="30180"/>
                    <a:pt x="1138" y="30555"/>
                  </a:cubicBezTo>
                  <a:cubicBezTo>
                    <a:pt x="1206" y="30892"/>
                    <a:pt x="1313" y="31245"/>
                    <a:pt x="1671" y="31390"/>
                  </a:cubicBezTo>
                  <a:cubicBezTo>
                    <a:pt x="2025" y="31531"/>
                    <a:pt x="2114" y="31778"/>
                    <a:pt x="2097" y="32136"/>
                  </a:cubicBezTo>
                  <a:lnTo>
                    <a:pt x="2097" y="36595"/>
                  </a:lnTo>
                  <a:cubicBezTo>
                    <a:pt x="2097" y="36786"/>
                    <a:pt x="2059" y="36982"/>
                    <a:pt x="2238" y="37106"/>
                  </a:cubicBezTo>
                  <a:cubicBezTo>
                    <a:pt x="2379" y="37213"/>
                    <a:pt x="2396" y="37358"/>
                    <a:pt x="2396" y="37532"/>
                  </a:cubicBezTo>
                  <a:cubicBezTo>
                    <a:pt x="2396" y="37745"/>
                    <a:pt x="2379" y="37980"/>
                    <a:pt x="2396" y="38210"/>
                  </a:cubicBezTo>
                  <a:cubicBezTo>
                    <a:pt x="2434" y="38884"/>
                    <a:pt x="2894" y="39450"/>
                    <a:pt x="3500" y="39523"/>
                  </a:cubicBezTo>
                  <a:cubicBezTo>
                    <a:pt x="4243" y="39623"/>
                    <a:pt x="4987" y="39672"/>
                    <a:pt x="5730" y="39672"/>
                  </a:cubicBezTo>
                  <a:cubicBezTo>
                    <a:pt x="6440" y="39672"/>
                    <a:pt x="7148" y="39627"/>
                    <a:pt x="7852" y="39540"/>
                  </a:cubicBezTo>
                  <a:cubicBezTo>
                    <a:pt x="8116" y="39506"/>
                    <a:pt x="8329" y="39382"/>
                    <a:pt x="8508" y="39203"/>
                  </a:cubicBezTo>
                  <a:cubicBezTo>
                    <a:pt x="8862" y="38849"/>
                    <a:pt x="8968" y="38440"/>
                    <a:pt x="8968" y="37959"/>
                  </a:cubicBezTo>
                  <a:cubicBezTo>
                    <a:pt x="8968" y="37711"/>
                    <a:pt x="8845" y="37392"/>
                    <a:pt x="9041" y="37196"/>
                  </a:cubicBezTo>
                  <a:cubicBezTo>
                    <a:pt x="9254" y="36982"/>
                    <a:pt x="9271" y="36769"/>
                    <a:pt x="9271" y="36522"/>
                  </a:cubicBezTo>
                  <a:cubicBezTo>
                    <a:pt x="9254" y="35047"/>
                    <a:pt x="9254" y="33573"/>
                    <a:pt x="9254" y="32098"/>
                  </a:cubicBezTo>
                  <a:cubicBezTo>
                    <a:pt x="9254" y="31834"/>
                    <a:pt x="9254" y="31586"/>
                    <a:pt x="9556" y="31458"/>
                  </a:cubicBezTo>
                  <a:cubicBezTo>
                    <a:pt x="10000" y="31284"/>
                    <a:pt x="10157" y="30909"/>
                    <a:pt x="10230" y="30465"/>
                  </a:cubicBezTo>
                  <a:cubicBezTo>
                    <a:pt x="10281" y="30146"/>
                    <a:pt x="10281" y="29843"/>
                    <a:pt x="10264" y="29523"/>
                  </a:cubicBezTo>
                  <a:cubicBezTo>
                    <a:pt x="10247" y="29276"/>
                    <a:pt x="10319" y="29153"/>
                    <a:pt x="10550" y="29046"/>
                  </a:cubicBezTo>
                  <a:cubicBezTo>
                    <a:pt x="11099" y="28816"/>
                    <a:pt x="11347" y="28368"/>
                    <a:pt x="11296" y="27767"/>
                  </a:cubicBezTo>
                  <a:lnTo>
                    <a:pt x="11296" y="27375"/>
                  </a:lnTo>
                  <a:lnTo>
                    <a:pt x="11296" y="17039"/>
                  </a:lnTo>
                  <a:lnTo>
                    <a:pt x="11330" y="17039"/>
                  </a:lnTo>
                  <a:lnTo>
                    <a:pt x="11330" y="6899"/>
                  </a:lnTo>
                  <a:cubicBezTo>
                    <a:pt x="11330" y="6276"/>
                    <a:pt x="11313" y="5671"/>
                    <a:pt x="11172" y="5070"/>
                  </a:cubicBezTo>
                  <a:cubicBezTo>
                    <a:pt x="11027" y="4414"/>
                    <a:pt x="10409" y="3949"/>
                    <a:pt x="9731" y="3949"/>
                  </a:cubicBezTo>
                  <a:cubicBezTo>
                    <a:pt x="9237" y="3966"/>
                    <a:pt x="8721" y="3966"/>
                    <a:pt x="8222" y="3966"/>
                  </a:cubicBezTo>
                  <a:cubicBezTo>
                    <a:pt x="8199" y="3966"/>
                    <a:pt x="8175" y="3967"/>
                    <a:pt x="8151" y="3967"/>
                  </a:cubicBezTo>
                  <a:cubicBezTo>
                    <a:pt x="8053" y="3967"/>
                    <a:pt x="7961" y="3953"/>
                    <a:pt x="7903" y="3808"/>
                  </a:cubicBezTo>
                  <a:cubicBezTo>
                    <a:pt x="7762" y="3348"/>
                    <a:pt x="7387" y="3097"/>
                    <a:pt x="6978" y="2866"/>
                  </a:cubicBezTo>
                  <a:cubicBezTo>
                    <a:pt x="6679" y="2709"/>
                    <a:pt x="6338" y="2687"/>
                    <a:pt x="6125" y="2300"/>
                  </a:cubicBezTo>
                  <a:cubicBezTo>
                    <a:pt x="5912" y="1907"/>
                    <a:pt x="5827" y="1430"/>
                    <a:pt x="6164" y="1110"/>
                  </a:cubicBezTo>
                  <a:cubicBezTo>
                    <a:pt x="6445" y="842"/>
                    <a:pt x="6483" y="416"/>
                    <a:pt x="6232" y="185"/>
                  </a:cubicBezTo>
                  <a:cubicBezTo>
                    <a:pt x="6100" y="62"/>
                    <a:pt x="5887" y="0"/>
                    <a:pt x="56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6"/>
            <p:cNvSpPr/>
            <p:nvPr/>
          </p:nvSpPr>
          <p:spPr>
            <a:xfrm>
              <a:off x="13185289" y="1997508"/>
              <a:ext cx="897798" cy="2055411"/>
            </a:xfrm>
            <a:custGeom>
              <a:rect b="b" l="l" r="r" t="t"/>
              <a:pathLst>
                <a:path extrusionOk="0" h="24643" w="10764">
                  <a:moveTo>
                    <a:pt x="1420" y="1"/>
                  </a:moveTo>
                  <a:cubicBezTo>
                    <a:pt x="657" y="1"/>
                    <a:pt x="248" y="376"/>
                    <a:pt x="124" y="1122"/>
                  </a:cubicBezTo>
                  <a:cubicBezTo>
                    <a:pt x="1" y="1812"/>
                    <a:pt x="69" y="2524"/>
                    <a:pt x="69" y="3215"/>
                  </a:cubicBezTo>
                  <a:cubicBezTo>
                    <a:pt x="52" y="10034"/>
                    <a:pt x="69" y="16837"/>
                    <a:pt x="52" y="23657"/>
                  </a:cubicBezTo>
                  <a:cubicBezTo>
                    <a:pt x="52" y="23908"/>
                    <a:pt x="141" y="24122"/>
                    <a:pt x="321" y="24296"/>
                  </a:cubicBezTo>
                  <a:cubicBezTo>
                    <a:pt x="585" y="24526"/>
                    <a:pt x="904" y="24633"/>
                    <a:pt x="1262" y="24633"/>
                  </a:cubicBezTo>
                  <a:lnTo>
                    <a:pt x="7298" y="24633"/>
                  </a:lnTo>
                  <a:cubicBezTo>
                    <a:pt x="7821" y="24633"/>
                    <a:pt x="8334" y="24643"/>
                    <a:pt x="8844" y="24643"/>
                  </a:cubicBezTo>
                  <a:cubicBezTo>
                    <a:pt x="9100" y="24643"/>
                    <a:pt x="9354" y="24640"/>
                    <a:pt x="9608" y="24633"/>
                  </a:cubicBezTo>
                  <a:cubicBezTo>
                    <a:pt x="10282" y="24616"/>
                    <a:pt x="10691" y="24190"/>
                    <a:pt x="10691" y="23533"/>
                  </a:cubicBezTo>
                  <a:lnTo>
                    <a:pt x="10691" y="12720"/>
                  </a:lnTo>
                  <a:cubicBezTo>
                    <a:pt x="10691" y="9608"/>
                    <a:pt x="10691" y="6518"/>
                    <a:pt x="10674" y="3411"/>
                  </a:cubicBezTo>
                  <a:cubicBezTo>
                    <a:pt x="10674" y="2631"/>
                    <a:pt x="10763" y="1851"/>
                    <a:pt x="10618" y="1066"/>
                  </a:cubicBezTo>
                  <a:cubicBezTo>
                    <a:pt x="10495" y="376"/>
                    <a:pt x="10069" y="1"/>
                    <a:pt x="9361" y="1"/>
                  </a:cubicBezTo>
                  <a:cubicBezTo>
                    <a:pt x="8038" y="9"/>
                    <a:pt x="6714" y="14"/>
                    <a:pt x="5391" y="14"/>
                  </a:cubicBezTo>
                  <a:cubicBezTo>
                    <a:pt x="4067" y="14"/>
                    <a:pt x="2744" y="9"/>
                    <a:pt x="14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6"/>
            <p:cNvSpPr/>
            <p:nvPr/>
          </p:nvSpPr>
          <p:spPr>
            <a:xfrm>
              <a:off x="13300892" y="2947436"/>
              <a:ext cx="666676" cy="982040"/>
            </a:xfrm>
            <a:custGeom>
              <a:rect b="b" l="l" r="r" t="t"/>
              <a:pathLst>
                <a:path extrusionOk="0" h="11774" w="7993">
                  <a:moveTo>
                    <a:pt x="3988" y="1"/>
                  </a:moveTo>
                  <a:cubicBezTo>
                    <a:pt x="2827" y="1"/>
                    <a:pt x="1669" y="5"/>
                    <a:pt x="516" y="14"/>
                  </a:cubicBezTo>
                  <a:cubicBezTo>
                    <a:pt x="158" y="14"/>
                    <a:pt x="0" y="159"/>
                    <a:pt x="0" y="546"/>
                  </a:cubicBezTo>
                  <a:lnTo>
                    <a:pt x="0" y="5823"/>
                  </a:lnTo>
                  <a:lnTo>
                    <a:pt x="17" y="5823"/>
                  </a:lnTo>
                  <a:lnTo>
                    <a:pt x="17" y="11151"/>
                  </a:lnTo>
                  <a:cubicBezTo>
                    <a:pt x="17" y="11701"/>
                    <a:pt x="90" y="11774"/>
                    <a:pt x="622" y="11774"/>
                  </a:cubicBezTo>
                  <a:lnTo>
                    <a:pt x="7297" y="11774"/>
                  </a:lnTo>
                  <a:cubicBezTo>
                    <a:pt x="7903" y="11774"/>
                    <a:pt x="7975" y="11718"/>
                    <a:pt x="7975" y="11113"/>
                  </a:cubicBezTo>
                  <a:cubicBezTo>
                    <a:pt x="7975" y="7596"/>
                    <a:pt x="7975" y="4063"/>
                    <a:pt x="7992" y="546"/>
                  </a:cubicBezTo>
                  <a:cubicBezTo>
                    <a:pt x="7992" y="159"/>
                    <a:pt x="7813" y="14"/>
                    <a:pt x="7476" y="14"/>
                  </a:cubicBezTo>
                  <a:cubicBezTo>
                    <a:pt x="6313" y="5"/>
                    <a:pt x="5149" y="1"/>
                    <a:pt x="39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6"/>
            <p:cNvSpPr/>
            <p:nvPr/>
          </p:nvSpPr>
          <p:spPr>
            <a:xfrm>
              <a:off x="13518419" y="3124844"/>
              <a:ext cx="203097" cy="148382"/>
            </a:xfrm>
            <a:custGeom>
              <a:rect b="b" l="l" r="r" t="t"/>
              <a:pathLst>
                <a:path extrusionOk="0" h="1779" w="2435">
                  <a:moveTo>
                    <a:pt x="1" y="1"/>
                  </a:moveTo>
                  <a:lnTo>
                    <a:pt x="1" y="1778"/>
                  </a:lnTo>
                  <a:lnTo>
                    <a:pt x="2434" y="1778"/>
                  </a:lnTo>
                  <a:lnTo>
                    <a:pt x="2434" y="197"/>
                  </a:lnTo>
                  <a:cubicBezTo>
                    <a:pt x="2434" y="73"/>
                    <a:pt x="2383" y="1"/>
                    <a:pt x="22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6"/>
            <p:cNvSpPr/>
            <p:nvPr/>
          </p:nvSpPr>
          <p:spPr>
            <a:xfrm>
              <a:off x="13749541" y="3126262"/>
              <a:ext cx="186666" cy="146964"/>
            </a:xfrm>
            <a:custGeom>
              <a:rect b="b" l="l" r="r" t="t"/>
              <a:pathLst>
                <a:path extrusionOk="0" h="1762" w="2238">
                  <a:moveTo>
                    <a:pt x="0" y="1"/>
                  </a:moveTo>
                  <a:lnTo>
                    <a:pt x="0" y="1761"/>
                  </a:lnTo>
                  <a:lnTo>
                    <a:pt x="2238" y="1761"/>
                  </a:lnTo>
                  <a:lnTo>
                    <a:pt x="223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6"/>
            <p:cNvSpPr/>
            <p:nvPr/>
          </p:nvSpPr>
          <p:spPr>
            <a:xfrm>
              <a:off x="13515583" y="3744144"/>
              <a:ext cx="208769" cy="132034"/>
            </a:xfrm>
            <a:custGeom>
              <a:rect b="b" l="l" r="r" t="t"/>
              <a:pathLst>
                <a:path extrusionOk="0" h="1583" w="2503">
                  <a:moveTo>
                    <a:pt x="231" y="1"/>
                  </a:moveTo>
                  <a:cubicBezTo>
                    <a:pt x="52" y="1"/>
                    <a:pt x="1" y="90"/>
                    <a:pt x="1" y="248"/>
                  </a:cubicBezTo>
                  <a:lnTo>
                    <a:pt x="1" y="1582"/>
                  </a:lnTo>
                  <a:lnTo>
                    <a:pt x="2272" y="1582"/>
                  </a:lnTo>
                  <a:cubicBezTo>
                    <a:pt x="2396" y="1582"/>
                    <a:pt x="2468" y="1544"/>
                    <a:pt x="2468" y="1403"/>
                  </a:cubicBezTo>
                  <a:cubicBezTo>
                    <a:pt x="2468" y="943"/>
                    <a:pt x="2503" y="495"/>
                    <a:pt x="24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6"/>
            <p:cNvSpPr/>
            <p:nvPr/>
          </p:nvSpPr>
          <p:spPr>
            <a:xfrm>
              <a:off x="13515583" y="3299749"/>
              <a:ext cx="205933" cy="121358"/>
            </a:xfrm>
            <a:custGeom>
              <a:rect b="b" l="l" r="r" t="t"/>
              <a:pathLst>
                <a:path extrusionOk="0" h="1455" w="2469">
                  <a:moveTo>
                    <a:pt x="265" y="1"/>
                  </a:moveTo>
                  <a:cubicBezTo>
                    <a:pt x="90" y="1"/>
                    <a:pt x="1" y="52"/>
                    <a:pt x="1" y="248"/>
                  </a:cubicBezTo>
                  <a:cubicBezTo>
                    <a:pt x="18" y="640"/>
                    <a:pt x="1" y="1028"/>
                    <a:pt x="1" y="1454"/>
                  </a:cubicBezTo>
                  <a:lnTo>
                    <a:pt x="2468" y="1454"/>
                  </a:lnTo>
                  <a:lnTo>
                    <a:pt x="2468" y="214"/>
                  </a:lnTo>
                  <a:cubicBezTo>
                    <a:pt x="2468" y="35"/>
                    <a:pt x="2362" y="1"/>
                    <a:pt x="2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6"/>
            <p:cNvSpPr/>
            <p:nvPr/>
          </p:nvSpPr>
          <p:spPr>
            <a:xfrm>
              <a:off x="13517001" y="3450883"/>
              <a:ext cx="209103" cy="124527"/>
            </a:xfrm>
            <a:custGeom>
              <a:rect b="b" l="l" r="r" t="t"/>
              <a:pathLst>
                <a:path extrusionOk="0" h="1493" w="2507">
                  <a:moveTo>
                    <a:pt x="1" y="0"/>
                  </a:moveTo>
                  <a:lnTo>
                    <a:pt x="1" y="1492"/>
                  </a:lnTo>
                  <a:lnTo>
                    <a:pt x="2221" y="1492"/>
                  </a:lnTo>
                  <a:cubicBezTo>
                    <a:pt x="2294" y="1492"/>
                    <a:pt x="2345" y="1475"/>
                    <a:pt x="2417" y="1454"/>
                  </a:cubicBezTo>
                  <a:cubicBezTo>
                    <a:pt x="2507" y="1207"/>
                    <a:pt x="2451" y="976"/>
                    <a:pt x="2451" y="746"/>
                  </a:cubicBezTo>
                  <a:cubicBezTo>
                    <a:pt x="2469" y="0"/>
                    <a:pt x="2451" y="0"/>
                    <a:pt x="17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6"/>
            <p:cNvSpPr/>
            <p:nvPr/>
          </p:nvSpPr>
          <p:spPr>
            <a:xfrm>
              <a:off x="13748123" y="3744144"/>
              <a:ext cx="191337" cy="130199"/>
            </a:xfrm>
            <a:custGeom>
              <a:rect b="b" l="l" r="r" t="t"/>
              <a:pathLst>
                <a:path extrusionOk="0" h="1561" w="2294">
                  <a:moveTo>
                    <a:pt x="230" y="1"/>
                  </a:moveTo>
                  <a:cubicBezTo>
                    <a:pt x="90" y="1"/>
                    <a:pt x="0" y="35"/>
                    <a:pt x="0" y="197"/>
                  </a:cubicBezTo>
                  <a:lnTo>
                    <a:pt x="0" y="1561"/>
                  </a:lnTo>
                  <a:lnTo>
                    <a:pt x="2272" y="1561"/>
                  </a:lnTo>
                  <a:cubicBezTo>
                    <a:pt x="2272" y="1101"/>
                    <a:pt x="2272" y="674"/>
                    <a:pt x="2293" y="265"/>
                  </a:cubicBezTo>
                  <a:cubicBezTo>
                    <a:pt x="2293" y="69"/>
                    <a:pt x="2204" y="1"/>
                    <a:pt x="20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6"/>
            <p:cNvSpPr/>
            <p:nvPr/>
          </p:nvSpPr>
          <p:spPr>
            <a:xfrm>
              <a:off x="13330335" y="3126262"/>
              <a:ext cx="158641" cy="146964"/>
            </a:xfrm>
            <a:custGeom>
              <a:rect b="b" l="l" r="r" t="t"/>
              <a:pathLst>
                <a:path extrusionOk="0" h="1762" w="1902">
                  <a:moveTo>
                    <a:pt x="1" y="1"/>
                  </a:moveTo>
                  <a:lnTo>
                    <a:pt x="1" y="1761"/>
                  </a:lnTo>
                  <a:lnTo>
                    <a:pt x="1902" y="1761"/>
                  </a:lnTo>
                  <a:lnTo>
                    <a:pt x="19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6"/>
            <p:cNvSpPr/>
            <p:nvPr/>
          </p:nvSpPr>
          <p:spPr>
            <a:xfrm>
              <a:off x="13515583" y="3603352"/>
              <a:ext cx="213356" cy="117104"/>
            </a:xfrm>
            <a:custGeom>
              <a:rect b="b" l="l" r="r" t="t"/>
              <a:pathLst>
                <a:path extrusionOk="0" h="1404" w="2558">
                  <a:moveTo>
                    <a:pt x="1" y="1"/>
                  </a:moveTo>
                  <a:cubicBezTo>
                    <a:pt x="1" y="427"/>
                    <a:pt x="18" y="798"/>
                    <a:pt x="1" y="1173"/>
                  </a:cubicBezTo>
                  <a:cubicBezTo>
                    <a:pt x="1" y="1369"/>
                    <a:pt x="107" y="1403"/>
                    <a:pt x="286" y="1403"/>
                  </a:cubicBezTo>
                  <a:lnTo>
                    <a:pt x="1437" y="1403"/>
                  </a:lnTo>
                  <a:cubicBezTo>
                    <a:pt x="2558" y="1403"/>
                    <a:pt x="2558" y="1403"/>
                    <a:pt x="2468" y="265"/>
                  </a:cubicBezTo>
                  <a:lnTo>
                    <a:pt x="2468" y="180"/>
                  </a:lnTo>
                  <a:cubicBezTo>
                    <a:pt x="2468" y="52"/>
                    <a:pt x="2396" y="1"/>
                    <a:pt x="22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6"/>
            <p:cNvSpPr/>
            <p:nvPr/>
          </p:nvSpPr>
          <p:spPr>
            <a:xfrm>
              <a:off x="13518419" y="2984052"/>
              <a:ext cx="203097" cy="114268"/>
            </a:xfrm>
            <a:custGeom>
              <a:rect b="b" l="l" r="r" t="t"/>
              <a:pathLst>
                <a:path extrusionOk="0" h="1370" w="2435">
                  <a:moveTo>
                    <a:pt x="1" y="1"/>
                  </a:moveTo>
                  <a:lnTo>
                    <a:pt x="1" y="1369"/>
                  </a:lnTo>
                  <a:lnTo>
                    <a:pt x="2238" y="1369"/>
                  </a:lnTo>
                  <a:cubicBezTo>
                    <a:pt x="2400" y="1369"/>
                    <a:pt x="2434" y="1280"/>
                    <a:pt x="2434" y="1139"/>
                  </a:cubicBezTo>
                  <a:lnTo>
                    <a:pt x="2434" y="1"/>
                  </a:lnTo>
                  <a:close/>
                </a:path>
              </a:pathLst>
            </a:custGeom>
            <a:solidFill>
              <a:srgbClr val="41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6"/>
            <p:cNvSpPr/>
            <p:nvPr/>
          </p:nvSpPr>
          <p:spPr>
            <a:xfrm>
              <a:off x="13749541" y="3453719"/>
              <a:ext cx="186666" cy="120274"/>
            </a:xfrm>
            <a:custGeom>
              <a:rect b="b" l="l" r="r" t="t"/>
              <a:pathLst>
                <a:path extrusionOk="0" h="1442" w="2238">
                  <a:moveTo>
                    <a:pt x="0" y="0"/>
                  </a:moveTo>
                  <a:lnTo>
                    <a:pt x="0" y="1441"/>
                  </a:lnTo>
                  <a:lnTo>
                    <a:pt x="2238" y="1441"/>
                  </a:lnTo>
                  <a:lnTo>
                    <a:pt x="2238" y="0"/>
                  </a:lnTo>
                  <a:close/>
                </a:path>
              </a:pathLst>
            </a:custGeom>
            <a:solidFill>
              <a:srgbClr val="41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6"/>
            <p:cNvSpPr/>
            <p:nvPr/>
          </p:nvSpPr>
          <p:spPr>
            <a:xfrm>
              <a:off x="13748123" y="3299082"/>
              <a:ext cx="189585" cy="122025"/>
            </a:xfrm>
            <a:custGeom>
              <a:rect b="b" l="l" r="r" t="t"/>
              <a:pathLst>
                <a:path extrusionOk="0" h="1463" w="2273">
                  <a:moveTo>
                    <a:pt x="1329" y="0"/>
                  </a:moveTo>
                  <a:cubicBezTo>
                    <a:pt x="1031" y="0"/>
                    <a:pt x="739" y="12"/>
                    <a:pt x="445" y="12"/>
                  </a:cubicBezTo>
                  <a:cubicBezTo>
                    <a:pt x="368" y="12"/>
                    <a:pt x="291" y="11"/>
                    <a:pt x="213" y="9"/>
                  </a:cubicBezTo>
                  <a:cubicBezTo>
                    <a:pt x="90" y="9"/>
                    <a:pt x="0" y="43"/>
                    <a:pt x="0" y="184"/>
                  </a:cubicBezTo>
                  <a:lnTo>
                    <a:pt x="0" y="1462"/>
                  </a:lnTo>
                  <a:lnTo>
                    <a:pt x="2272" y="1462"/>
                  </a:lnTo>
                  <a:lnTo>
                    <a:pt x="2272" y="60"/>
                  </a:lnTo>
                  <a:cubicBezTo>
                    <a:pt x="1947" y="12"/>
                    <a:pt x="1635" y="0"/>
                    <a:pt x="13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6"/>
            <p:cNvSpPr/>
            <p:nvPr/>
          </p:nvSpPr>
          <p:spPr>
            <a:xfrm>
              <a:off x="13748123" y="3604770"/>
              <a:ext cx="189585" cy="115686"/>
            </a:xfrm>
            <a:custGeom>
              <a:rect b="b" l="l" r="r" t="t"/>
              <a:pathLst>
                <a:path extrusionOk="0" h="1387" w="2273">
                  <a:moveTo>
                    <a:pt x="0" y="1"/>
                  </a:moveTo>
                  <a:lnTo>
                    <a:pt x="0" y="1173"/>
                  </a:lnTo>
                  <a:cubicBezTo>
                    <a:pt x="0" y="1297"/>
                    <a:pt x="34" y="1386"/>
                    <a:pt x="179" y="1386"/>
                  </a:cubicBezTo>
                  <a:lnTo>
                    <a:pt x="2272" y="1386"/>
                  </a:lnTo>
                  <a:lnTo>
                    <a:pt x="2272" y="1"/>
                  </a:lnTo>
                  <a:close/>
                </a:path>
              </a:pathLst>
            </a:custGeom>
            <a:solidFill>
              <a:srgbClr val="41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6"/>
            <p:cNvSpPr/>
            <p:nvPr/>
          </p:nvSpPr>
          <p:spPr>
            <a:xfrm>
              <a:off x="13750959" y="2985470"/>
              <a:ext cx="185248" cy="109931"/>
            </a:xfrm>
            <a:custGeom>
              <a:rect b="b" l="l" r="r" t="t"/>
              <a:pathLst>
                <a:path extrusionOk="0" h="1318" w="2221">
                  <a:moveTo>
                    <a:pt x="0" y="1"/>
                  </a:moveTo>
                  <a:lnTo>
                    <a:pt x="0" y="1318"/>
                  </a:lnTo>
                  <a:lnTo>
                    <a:pt x="2221" y="1318"/>
                  </a:lnTo>
                  <a:lnTo>
                    <a:pt x="22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6"/>
            <p:cNvSpPr/>
            <p:nvPr/>
          </p:nvSpPr>
          <p:spPr>
            <a:xfrm>
              <a:off x="13328917" y="3744144"/>
              <a:ext cx="162895" cy="130199"/>
            </a:xfrm>
            <a:custGeom>
              <a:rect b="b" l="l" r="r" t="t"/>
              <a:pathLst>
                <a:path extrusionOk="0" h="1561" w="1953">
                  <a:moveTo>
                    <a:pt x="265" y="1"/>
                  </a:moveTo>
                  <a:cubicBezTo>
                    <a:pt x="124" y="1"/>
                    <a:pt x="1" y="35"/>
                    <a:pt x="1" y="214"/>
                  </a:cubicBezTo>
                  <a:lnTo>
                    <a:pt x="1" y="1561"/>
                  </a:lnTo>
                  <a:lnTo>
                    <a:pt x="1953" y="1561"/>
                  </a:lnTo>
                  <a:lnTo>
                    <a:pt x="1953" y="265"/>
                  </a:lnTo>
                  <a:cubicBezTo>
                    <a:pt x="1953" y="90"/>
                    <a:pt x="1902" y="1"/>
                    <a:pt x="17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6"/>
            <p:cNvSpPr/>
            <p:nvPr/>
          </p:nvSpPr>
          <p:spPr>
            <a:xfrm>
              <a:off x="13330335" y="3452301"/>
              <a:ext cx="160059" cy="121692"/>
            </a:xfrm>
            <a:custGeom>
              <a:rect b="b" l="l" r="r" t="t"/>
              <a:pathLst>
                <a:path extrusionOk="0" h="1459" w="1919">
                  <a:moveTo>
                    <a:pt x="1" y="0"/>
                  </a:moveTo>
                  <a:lnTo>
                    <a:pt x="1" y="1458"/>
                  </a:lnTo>
                  <a:lnTo>
                    <a:pt x="1919" y="1458"/>
                  </a:lnTo>
                  <a:lnTo>
                    <a:pt x="19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6"/>
            <p:cNvSpPr/>
            <p:nvPr/>
          </p:nvSpPr>
          <p:spPr>
            <a:xfrm>
              <a:off x="13331753" y="3299249"/>
              <a:ext cx="160059" cy="123610"/>
            </a:xfrm>
            <a:custGeom>
              <a:rect b="b" l="l" r="r" t="t"/>
              <a:pathLst>
                <a:path extrusionOk="0" h="1482" w="1919">
                  <a:moveTo>
                    <a:pt x="851" y="1"/>
                  </a:moveTo>
                  <a:cubicBezTo>
                    <a:pt x="564" y="1"/>
                    <a:pt x="281" y="14"/>
                    <a:pt x="1" y="75"/>
                  </a:cubicBezTo>
                  <a:lnTo>
                    <a:pt x="1" y="1482"/>
                  </a:lnTo>
                  <a:lnTo>
                    <a:pt x="1919" y="1482"/>
                  </a:lnTo>
                  <a:lnTo>
                    <a:pt x="1919" y="182"/>
                  </a:lnTo>
                  <a:cubicBezTo>
                    <a:pt x="1919" y="75"/>
                    <a:pt x="1868" y="7"/>
                    <a:pt x="1761" y="7"/>
                  </a:cubicBezTo>
                  <a:cubicBezTo>
                    <a:pt x="1690" y="9"/>
                    <a:pt x="1620" y="10"/>
                    <a:pt x="1549" y="10"/>
                  </a:cubicBezTo>
                  <a:cubicBezTo>
                    <a:pt x="1314" y="10"/>
                    <a:pt x="1081" y="1"/>
                    <a:pt x="851" y="1"/>
                  </a:cubicBezTo>
                  <a:close/>
                </a:path>
              </a:pathLst>
            </a:custGeom>
            <a:solidFill>
              <a:srgbClr val="41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6"/>
            <p:cNvSpPr/>
            <p:nvPr/>
          </p:nvSpPr>
          <p:spPr>
            <a:xfrm>
              <a:off x="13330335" y="3604770"/>
              <a:ext cx="164730" cy="115686"/>
            </a:xfrm>
            <a:custGeom>
              <a:rect b="b" l="l" r="r" t="t"/>
              <a:pathLst>
                <a:path extrusionOk="0" h="1387" w="1975">
                  <a:moveTo>
                    <a:pt x="1" y="1"/>
                  </a:moveTo>
                  <a:lnTo>
                    <a:pt x="1" y="1386"/>
                  </a:lnTo>
                  <a:lnTo>
                    <a:pt x="1723" y="1386"/>
                  </a:lnTo>
                  <a:cubicBezTo>
                    <a:pt x="1846" y="1386"/>
                    <a:pt x="1936" y="1335"/>
                    <a:pt x="1936" y="1207"/>
                  </a:cubicBezTo>
                  <a:cubicBezTo>
                    <a:pt x="1936" y="802"/>
                    <a:pt x="1974" y="410"/>
                    <a:pt x="19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6"/>
            <p:cNvSpPr/>
            <p:nvPr/>
          </p:nvSpPr>
          <p:spPr>
            <a:xfrm>
              <a:off x="13326081" y="2984052"/>
              <a:ext cx="162895" cy="111349"/>
            </a:xfrm>
            <a:custGeom>
              <a:rect b="b" l="l" r="r" t="t"/>
              <a:pathLst>
                <a:path extrusionOk="0" h="1335" w="1953">
                  <a:moveTo>
                    <a:pt x="69" y="1"/>
                  </a:moveTo>
                  <a:cubicBezTo>
                    <a:pt x="18" y="465"/>
                    <a:pt x="1" y="892"/>
                    <a:pt x="52" y="1335"/>
                  </a:cubicBezTo>
                  <a:lnTo>
                    <a:pt x="1953" y="1335"/>
                  </a:lnTo>
                  <a:lnTo>
                    <a:pt x="19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6"/>
            <p:cNvSpPr/>
            <p:nvPr/>
          </p:nvSpPr>
          <p:spPr>
            <a:xfrm>
              <a:off x="13265277" y="2154648"/>
              <a:ext cx="739241" cy="380505"/>
            </a:xfrm>
            <a:custGeom>
              <a:rect b="b" l="l" r="r" t="t"/>
              <a:pathLst>
                <a:path extrusionOk="0" h="4562" w="8863">
                  <a:moveTo>
                    <a:pt x="853" y="1"/>
                  </a:moveTo>
                  <a:cubicBezTo>
                    <a:pt x="159" y="1"/>
                    <a:pt x="18" y="158"/>
                    <a:pt x="1" y="853"/>
                  </a:cubicBezTo>
                  <a:cubicBezTo>
                    <a:pt x="1" y="1544"/>
                    <a:pt x="52" y="2221"/>
                    <a:pt x="107" y="2912"/>
                  </a:cubicBezTo>
                  <a:cubicBezTo>
                    <a:pt x="138" y="3478"/>
                    <a:pt x="198" y="3613"/>
                    <a:pt x="654" y="3613"/>
                  </a:cubicBezTo>
                  <a:cubicBezTo>
                    <a:pt x="714" y="3613"/>
                    <a:pt x="780" y="3611"/>
                    <a:pt x="853" y="3607"/>
                  </a:cubicBezTo>
                  <a:cubicBezTo>
                    <a:pt x="1031" y="3594"/>
                    <a:pt x="1209" y="3590"/>
                    <a:pt x="1386" y="3590"/>
                  </a:cubicBezTo>
                  <a:cubicBezTo>
                    <a:pt x="1741" y="3590"/>
                    <a:pt x="2097" y="3607"/>
                    <a:pt x="2452" y="3607"/>
                  </a:cubicBezTo>
                  <a:cubicBezTo>
                    <a:pt x="2469" y="3696"/>
                    <a:pt x="2486" y="3747"/>
                    <a:pt x="2486" y="3803"/>
                  </a:cubicBezTo>
                  <a:cubicBezTo>
                    <a:pt x="2520" y="4404"/>
                    <a:pt x="2682" y="4549"/>
                    <a:pt x="3249" y="4549"/>
                  </a:cubicBezTo>
                  <a:cubicBezTo>
                    <a:pt x="3658" y="4557"/>
                    <a:pt x="4062" y="4561"/>
                    <a:pt x="4466" y="4561"/>
                  </a:cubicBezTo>
                  <a:cubicBezTo>
                    <a:pt x="4870" y="4561"/>
                    <a:pt x="5273" y="4557"/>
                    <a:pt x="5683" y="4549"/>
                  </a:cubicBezTo>
                  <a:cubicBezTo>
                    <a:pt x="6109" y="4549"/>
                    <a:pt x="6305" y="4353"/>
                    <a:pt x="6339" y="3943"/>
                  </a:cubicBezTo>
                  <a:cubicBezTo>
                    <a:pt x="6356" y="3837"/>
                    <a:pt x="6356" y="3747"/>
                    <a:pt x="6356" y="3624"/>
                  </a:cubicBezTo>
                  <a:cubicBezTo>
                    <a:pt x="6446" y="3607"/>
                    <a:pt x="6501" y="3590"/>
                    <a:pt x="6535" y="3590"/>
                  </a:cubicBezTo>
                  <a:cubicBezTo>
                    <a:pt x="7051" y="3590"/>
                    <a:pt x="7567" y="3590"/>
                    <a:pt x="8082" y="3624"/>
                  </a:cubicBezTo>
                  <a:cubicBezTo>
                    <a:pt x="8108" y="3625"/>
                    <a:pt x="8133" y="3625"/>
                    <a:pt x="8157" y="3625"/>
                  </a:cubicBezTo>
                  <a:cubicBezTo>
                    <a:pt x="8533" y="3625"/>
                    <a:pt x="8722" y="3498"/>
                    <a:pt x="8722" y="3198"/>
                  </a:cubicBezTo>
                  <a:cubicBezTo>
                    <a:pt x="8739" y="2418"/>
                    <a:pt x="8862" y="1616"/>
                    <a:pt x="8828" y="836"/>
                  </a:cubicBezTo>
                  <a:cubicBezTo>
                    <a:pt x="8807" y="158"/>
                    <a:pt x="8649" y="1"/>
                    <a:pt x="7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6"/>
            <p:cNvSpPr/>
            <p:nvPr/>
          </p:nvSpPr>
          <p:spPr>
            <a:xfrm>
              <a:off x="13285962" y="2249732"/>
              <a:ext cx="699372" cy="179159"/>
            </a:xfrm>
            <a:custGeom>
              <a:rect b="b" l="l" r="r" t="t"/>
              <a:pathLst>
                <a:path extrusionOk="0" h="2148" w="8385">
                  <a:moveTo>
                    <a:pt x="1194" y="1"/>
                  </a:moveTo>
                  <a:cubicBezTo>
                    <a:pt x="1136" y="1"/>
                    <a:pt x="1076" y="6"/>
                    <a:pt x="1015" y="16"/>
                  </a:cubicBezTo>
                  <a:cubicBezTo>
                    <a:pt x="674" y="84"/>
                    <a:pt x="443" y="246"/>
                    <a:pt x="269" y="583"/>
                  </a:cubicBezTo>
                  <a:cubicBezTo>
                    <a:pt x="0" y="1043"/>
                    <a:pt x="230" y="1508"/>
                    <a:pt x="179" y="1968"/>
                  </a:cubicBezTo>
                  <a:cubicBezTo>
                    <a:pt x="165" y="2135"/>
                    <a:pt x="264" y="2147"/>
                    <a:pt x="381" y="2147"/>
                  </a:cubicBezTo>
                  <a:cubicBezTo>
                    <a:pt x="402" y="2147"/>
                    <a:pt x="423" y="2147"/>
                    <a:pt x="443" y="2147"/>
                  </a:cubicBezTo>
                  <a:cubicBezTo>
                    <a:pt x="2344" y="2130"/>
                    <a:pt x="4228" y="2130"/>
                    <a:pt x="6129" y="2130"/>
                  </a:cubicBezTo>
                  <a:lnTo>
                    <a:pt x="8171" y="2130"/>
                  </a:lnTo>
                  <a:cubicBezTo>
                    <a:pt x="8116" y="1704"/>
                    <a:pt x="8222" y="1312"/>
                    <a:pt x="8239" y="919"/>
                  </a:cubicBezTo>
                  <a:cubicBezTo>
                    <a:pt x="8261" y="745"/>
                    <a:pt x="8384" y="532"/>
                    <a:pt x="8116" y="442"/>
                  </a:cubicBezTo>
                  <a:cubicBezTo>
                    <a:pt x="8061" y="424"/>
                    <a:pt x="8011" y="415"/>
                    <a:pt x="7966" y="415"/>
                  </a:cubicBezTo>
                  <a:cubicBezTo>
                    <a:pt x="7792" y="415"/>
                    <a:pt x="7681" y="541"/>
                    <a:pt x="7583" y="723"/>
                  </a:cubicBezTo>
                  <a:cubicBezTo>
                    <a:pt x="7515" y="851"/>
                    <a:pt x="7442" y="975"/>
                    <a:pt x="7336" y="1081"/>
                  </a:cubicBezTo>
                  <a:cubicBezTo>
                    <a:pt x="7105" y="1303"/>
                    <a:pt x="6917" y="1414"/>
                    <a:pt x="6722" y="1414"/>
                  </a:cubicBezTo>
                  <a:cubicBezTo>
                    <a:pt x="6543" y="1414"/>
                    <a:pt x="6358" y="1320"/>
                    <a:pt x="6129" y="1133"/>
                  </a:cubicBezTo>
                  <a:cubicBezTo>
                    <a:pt x="5916" y="958"/>
                    <a:pt x="5703" y="762"/>
                    <a:pt x="5507" y="583"/>
                  </a:cubicBezTo>
                  <a:cubicBezTo>
                    <a:pt x="5254" y="365"/>
                    <a:pt x="5044" y="254"/>
                    <a:pt x="4837" y="254"/>
                  </a:cubicBezTo>
                  <a:cubicBezTo>
                    <a:pt x="4622" y="254"/>
                    <a:pt x="4410" y="374"/>
                    <a:pt x="4156" y="617"/>
                  </a:cubicBezTo>
                  <a:cubicBezTo>
                    <a:pt x="3926" y="813"/>
                    <a:pt x="3730" y="1043"/>
                    <a:pt x="3499" y="1239"/>
                  </a:cubicBezTo>
                  <a:cubicBezTo>
                    <a:pt x="3367" y="1353"/>
                    <a:pt x="3229" y="1411"/>
                    <a:pt x="3086" y="1411"/>
                  </a:cubicBezTo>
                  <a:cubicBezTo>
                    <a:pt x="2961" y="1411"/>
                    <a:pt x="2831" y="1367"/>
                    <a:pt x="2698" y="1278"/>
                  </a:cubicBezTo>
                  <a:cubicBezTo>
                    <a:pt x="2344" y="1026"/>
                    <a:pt x="2042" y="745"/>
                    <a:pt x="1829" y="370"/>
                  </a:cubicBezTo>
                  <a:cubicBezTo>
                    <a:pt x="1686" y="108"/>
                    <a:pt x="1457" y="1"/>
                    <a:pt x="1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6"/>
            <p:cNvSpPr/>
            <p:nvPr/>
          </p:nvSpPr>
          <p:spPr>
            <a:xfrm>
              <a:off x="13285962" y="2181255"/>
              <a:ext cx="697954" cy="161310"/>
            </a:xfrm>
            <a:custGeom>
              <a:rect b="b" l="l" r="r" t="t"/>
              <a:pathLst>
                <a:path extrusionOk="0" h="1934" w="8368">
                  <a:moveTo>
                    <a:pt x="451" y="0"/>
                  </a:moveTo>
                  <a:cubicBezTo>
                    <a:pt x="181" y="0"/>
                    <a:pt x="55" y="141"/>
                    <a:pt x="55" y="411"/>
                  </a:cubicBezTo>
                  <a:cubicBezTo>
                    <a:pt x="55" y="585"/>
                    <a:pt x="0" y="781"/>
                    <a:pt x="107" y="960"/>
                  </a:cubicBezTo>
                  <a:cubicBezTo>
                    <a:pt x="412" y="694"/>
                    <a:pt x="790" y="541"/>
                    <a:pt x="1150" y="541"/>
                  </a:cubicBezTo>
                  <a:cubicBezTo>
                    <a:pt x="1587" y="541"/>
                    <a:pt x="1997" y="765"/>
                    <a:pt x="2221" y="1280"/>
                  </a:cubicBezTo>
                  <a:cubicBezTo>
                    <a:pt x="2310" y="1493"/>
                    <a:pt x="2523" y="1617"/>
                    <a:pt x="2681" y="1758"/>
                  </a:cubicBezTo>
                  <a:cubicBezTo>
                    <a:pt x="2809" y="1870"/>
                    <a:pt x="2925" y="1921"/>
                    <a:pt x="3038" y="1921"/>
                  </a:cubicBezTo>
                  <a:cubicBezTo>
                    <a:pt x="3176" y="1921"/>
                    <a:pt x="3307" y="1843"/>
                    <a:pt x="3444" y="1706"/>
                  </a:cubicBezTo>
                  <a:cubicBezTo>
                    <a:pt x="3623" y="1510"/>
                    <a:pt x="3802" y="1314"/>
                    <a:pt x="4015" y="1157"/>
                  </a:cubicBezTo>
                  <a:cubicBezTo>
                    <a:pt x="4293" y="914"/>
                    <a:pt x="4561" y="793"/>
                    <a:pt x="4830" y="793"/>
                  </a:cubicBezTo>
                  <a:cubicBezTo>
                    <a:pt x="5094" y="793"/>
                    <a:pt x="5358" y="909"/>
                    <a:pt x="5631" y="1139"/>
                  </a:cubicBezTo>
                  <a:cubicBezTo>
                    <a:pt x="5827" y="1314"/>
                    <a:pt x="6023" y="1510"/>
                    <a:pt x="6215" y="1689"/>
                  </a:cubicBezTo>
                  <a:cubicBezTo>
                    <a:pt x="6399" y="1849"/>
                    <a:pt x="6566" y="1933"/>
                    <a:pt x="6719" y="1933"/>
                  </a:cubicBezTo>
                  <a:cubicBezTo>
                    <a:pt x="6905" y="1933"/>
                    <a:pt x="7072" y="1809"/>
                    <a:pt x="7229" y="1544"/>
                  </a:cubicBezTo>
                  <a:cubicBezTo>
                    <a:pt x="7421" y="1190"/>
                    <a:pt x="7639" y="947"/>
                    <a:pt x="8002" y="947"/>
                  </a:cubicBezTo>
                  <a:cubicBezTo>
                    <a:pt x="8075" y="947"/>
                    <a:pt x="8154" y="957"/>
                    <a:pt x="8239" y="978"/>
                  </a:cubicBezTo>
                  <a:cubicBezTo>
                    <a:pt x="8367" y="91"/>
                    <a:pt x="8295" y="1"/>
                    <a:pt x="7459" y="1"/>
                  </a:cubicBezTo>
                  <a:lnTo>
                    <a:pt x="499" y="1"/>
                  </a:lnTo>
                  <a:cubicBezTo>
                    <a:pt x="482" y="1"/>
                    <a:pt x="466" y="0"/>
                    <a:pt x="4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6"/>
            <p:cNvSpPr/>
            <p:nvPr/>
          </p:nvSpPr>
          <p:spPr>
            <a:xfrm>
              <a:off x="13494981" y="2455415"/>
              <a:ext cx="278414" cy="52046"/>
            </a:xfrm>
            <a:custGeom>
              <a:rect b="b" l="l" r="r" t="t"/>
              <a:pathLst>
                <a:path extrusionOk="0" h="624" w="3338">
                  <a:moveTo>
                    <a:pt x="86" y="1"/>
                  </a:moveTo>
                  <a:cubicBezTo>
                    <a:pt x="0" y="534"/>
                    <a:pt x="69" y="623"/>
                    <a:pt x="550" y="623"/>
                  </a:cubicBezTo>
                  <a:lnTo>
                    <a:pt x="2771" y="623"/>
                  </a:lnTo>
                  <a:cubicBezTo>
                    <a:pt x="3265" y="623"/>
                    <a:pt x="3338" y="534"/>
                    <a:pt x="3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6"/>
            <p:cNvSpPr/>
            <p:nvPr/>
          </p:nvSpPr>
          <p:spPr>
            <a:xfrm>
              <a:off x="13312569" y="2819822"/>
              <a:ext cx="62305" cy="57718"/>
            </a:xfrm>
            <a:custGeom>
              <a:rect b="b" l="l" r="r" t="t"/>
              <a:pathLst>
                <a:path extrusionOk="0" h="692" w="747">
                  <a:moveTo>
                    <a:pt x="269" y="1"/>
                  </a:moveTo>
                  <a:cubicBezTo>
                    <a:pt x="73" y="1"/>
                    <a:pt x="1" y="141"/>
                    <a:pt x="1" y="320"/>
                  </a:cubicBezTo>
                  <a:cubicBezTo>
                    <a:pt x="18" y="568"/>
                    <a:pt x="180" y="674"/>
                    <a:pt x="410" y="691"/>
                  </a:cubicBezTo>
                  <a:cubicBezTo>
                    <a:pt x="623" y="691"/>
                    <a:pt x="730" y="585"/>
                    <a:pt x="747" y="371"/>
                  </a:cubicBezTo>
                  <a:cubicBezTo>
                    <a:pt x="674" y="124"/>
                    <a:pt x="517" y="1"/>
                    <a:pt x="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6"/>
            <p:cNvSpPr/>
            <p:nvPr/>
          </p:nvSpPr>
          <p:spPr>
            <a:xfrm>
              <a:off x="13422083" y="2816653"/>
              <a:ext cx="55216" cy="53381"/>
            </a:xfrm>
            <a:custGeom>
              <a:rect b="b" l="l" r="r" t="t"/>
              <a:pathLst>
                <a:path extrusionOk="0" h="640" w="662">
                  <a:moveTo>
                    <a:pt x="252" y="0"/>
                  </a:moveTo>
                  <a:cubicBezTo>
                    <a:pt x="73" y="0"/>
                    <a:pt x="1" y="162"/>
                    <a:pt x="22" y="341"/>
                  </a:cubicBezTo>
                  <a:cubicBezTo>
                    <a:pt x="39" y="571"/>
                    <a:pt x="197" y="640"/>
                    <a:pt x="393" y="640"/>
                  </a:cubicBezTo>
                  <a:cubicBezTo>
                    <a:pt x="572" y="623"/>
                    <a:pt x="661" y="533"/>
                    <a:pt x="640" y="303"/>
                  </a:cubicBezTo>
                  <a:cubicBezTo>
                    <a:pt x="623" y="128"/>
                    <a:pt x="482" y="0"/>
                    <a:pt x="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6"/>
            <p:cNvSpPr/>
            <p:nvPr/>
          </p:nvSpPr>
          <p:spPr>
            <a:xfrm>
              <a:off x="13517001" y="2818738"/>
              <a:ext cx="59470" cy="48460"/>
            </a:xfrm>
            <a:custGeom>
              <a:rect b="b" l="l" r="r" t="t"/>
              <a:pathLst>
                <a:path extrusionOk="0" h="581" w="713">
                  <a:moveTo>
                    <a:pt x="279" y="1"/>
                  </a:moveTo>
                  <a:cubicBezTo>
                    <a:pt x="144" y="1"/>
                    <a:pt x="31" y="63"/>
                    <a:pt x="18" y="244"/>
                  </a:cubicBezTo>
                  <a:cubicBezTo>
                    <a:pt x="1" y="457"/>
                    <a:pt x="124" y="546"/>
                    <a:pt x="320" y="581"/>
                  </a:cubicBezTo>
                  <a:cubicBezTo>
                    <a:pt x="499" y="581"/>
                    <a:pt x="657" y="563"/>
                    <a:pt x="674" y="350"/>
                  </a:cubicBezTo>
                  <a:cubicBezTo>
                    <a:pt x="712" y="154"/>
                    <a:pt x="606" y="31"/>
                    <a:pt x="393" y="14"/>
                  </a:cubicBezTo>
                  <a:cubicBezTo>
                    <a:pt x="354" y="5"/>
                    <a:pt x="316" y="1"/>
                    <a:pt x="2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6"/>
            <p:cNvSpPr/>
            <p:nvPr/>
          </p:nvSpPr>
          <p:spPr>
            <a:xfrm>
              <a:off x="13382298" y="4809258"/>
              <a:ext cx="503781" cy="113518"/>
            </a:xfrm>
            <a:custGeom>
              <a:rect b="b" l="l" r="r" t="t"/>
              <a:pathLst>
                <a:path extrusionOk="0" h="1361" w="6040">
                  <a:moveTo>
                    <a:pt x="51" y="1"/>
                  </a:moveTo>
                  <a:cubicBezTo>
                    <a:pt x="0" y="725"/>
                    <a:pt x="426" y="1207"/>
                    <a:pt x="1100" y="1280"/>
                  </a:cubicBezTo>
                  <a:cubicBezTo>
                    <a:pt x="1704" y="1338"/>
                    <a:pt x="2305" y="1360"/>
                    <a:pt x="2904" y="1360"/>
                  </a:cubicBezTo>
                  <a:cubicBezTo>
                    <a:pt x="3571" y="1360"/>
                    <a:pt x="4237" y="1333"/>
                    <a:pt x="4902" y="1297"/>
                  </a:cubicBezTo>
                  <a:cubicBezTo>
                    <a:pt x="5507" y="1258"/>
                    <a:pt x="6040" y="708"/>
                    <a:pt x="59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6"/>
            <p:cNvSpPr/>
            <p:nvPr/>
          </p:nvSpPr>
          <p:spPr>
            <a:xfrm>
              <a:off x="13382298" y="4686315"/>
              <a:ext cx="503781" cy="99922"/>
            </a:xfrm>
            <a:custGeom>
              <a:rect b="b" l="l" r="r" t="t"/>
              <a:pathLst>
                <a:path extrusionOk="0" h="1198" w="6040">
                  <a:moveTo>
                    <a:pt x="107" y="0"/>
                  </a:moveTo>
                  <a:cubicBezTo>
                    <a:pt x="0" y="264"/>
                    <a:pt x="73" y="516"/>
                    <a:pt x="34" y="763"/>
                  </a:cubicBezTo>
                  <a:cubicBezTo>
                    <a:pt x="0" y="1066"/>
                    <a:pt x="124" y="1155"/>
                    <a:pt x="409" y="1172"/>
                  </a:cubicBezTo>
                  <a:cubicBezTo>
                    <a:pt x="1279" y="1189"/>
                    <a:pt x="2144" y="1198"/>
                    <a:pt x="3010" y="1198"/>
                  </a:cubicBezTo>
                  <a:cubicBezTo>
                    <a:pt x="3876" y="1198"/>
                    <a:pt x="4742" y="1189"/>
                    <a:pt x="5614" y="1172"/>
                  </a:cubicBezTo>
                  <a:cubicBezTo>
                    <a:pt x="5682" y="1155"/>
                    <a:pt x="5737" y="1155"/>
                    <a:pt x="5806" y="1155"/>
                  </a:cubicBezTo>
                  <a:cubicBezTo>
                    <a:pt x="5912" y="1134"/>
                    <a:pt x="5985" y="1083"/>
                    <a:pt x="5985" y="976"/>
                  </a:cubicBezTo>
                  <a:cubicBezTo>
                    <a:pt x="5968" y="639"/>
                    <a:pt x="6040" y="320"/>
                    <a:pt x="5933" y="0"/>
                  </a:cubicBezTo>
                  <a:cubicBezTo>
                    <a:pt x="4989" y="51"/>
                    <a:pt x="4058" y="74"/>
                    <a:pt x="3131" y="74"/>
                  </a:cubicBezTo>
                  <a:cubicBezTo>
                    <a:pt x="2121" y="74"/>
                    <a:pt x="1116" y="47"/>
                    <a:pt x="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6"/>
            <p:cNvSpPr/>
            <p:nvPr/>
          </p:nvSpPr>
          <p:spPr>
            <a:xfrm>
              <a:off x="13389721" y="4581055"/>
              <a:ext cx="488935" cy="84992"/>
            </a:xfrm>
            <a:custGeom>
              <a:rect b="b" l="l" r="r" t="t"/>
              <a:pathLst>
                <a:path extrusionOk="0" h="1019" w="5862">
                  <a:moveTo>
                    <a:pt x="90" y="0"/>
                  </a:moveTo>
                  <a:cubicBezTo>
                    <a:pt x="69" y="107"/>
                    <a:pt x="69" y="197"/>
                    <a:pt x="52" y="265"/>
                  </a:cubicBezTo>
                  <a:cubicBezTo>
                    <a:pt x="1" y="977"/>
                    <a:pt x="1" y="959"/>
                    <a:pt x="708" y="977"/>
                  </a:cubicBezTo>
                  <a:cubicBezTo>
                    <a:pt x="1454" y="1004"/>
                    <a:pt x="2205" y="1018"/>
                    <a:pt x="2959" y="1018"/>
                  </a:cubicBezTo>
                  <a:cubicBezTo>
                    <a:pt x="3712" y="1018"/>
                    <a:pt x="4468" y="1004"/>
                    <a:pt x="5222" y="977"/>
                  </a:cubicBezTo>
                  <a:cubicBezTo>
                    <a:pt x="5363" y="977"/>
                    <a:pt x="5503" y="959"/>
                    <a:pt x="5648" y="959"/>
                  </a:cubicBezTo>
                  <a:cubicBezTo>
                    <a:pt x="5806" y="942"/>
                    <a:pt x="5861" y="853"/>
                    <a:pt x="5844" y="712"/>
                  </a:cubicBezTo>
                  <a:cubicBezTo>
                    <a:pt x="5806" y="478"/>
                    <a:pt x="5789" y="248"/>
                    <a:pt x="57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6"/>
            <p:cNvSpPr/>
            <p:nvPr/>
          </p:nvSpPr>
          <p:spPr>
            <a:xfrm>
              <a:off x="13391139" y="4469789"/>
              <a:ext cx="480010" cy="80071"/>
            </a:xfrm>
            <a:custGeom>
              <a:rect b="b" l="l" r="r" t="t"/>
              <a:pathLst>
                <a:path extrusionOk="0" h="960" w="5755">
                  <a:moveTo>
                    <a:pt x="124" y="0"/>
                  </a:moveTo>
                  <a:cubicBezTo>
                    <a:pt x="141" y="341"/>
                    <a:pt x="1" y="640"/>
                    <a:pt x="107" y="959"/>
                  </a:cubicBezTo>
                  <a:lnTo>
                    <a:pt x="5721" y="959"/>
                  </a:lnTo>
                  <a:cubicBezTo>
                    <a:pt x="5755" y="623"/>
                    <a:pt x="5700" y="320"/>
                    <a:pt x="5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6"/>
            <p:cNvSpPr/>
            <p:nvPr/>
          </p:nvSpPr>
          <p:spPr>
            <a:xfrm>
              <a:off x="13400063" y="4361693"/>
              <a:ext cx="465080" cy="78653"/>
            </a:xfrm>
            <a:custGeom>
              <a:rect b="b" l="l" r="r" t="t"/>
              <a:pathLst>
                <a:path extrusionOk="0" h="943" w="5576">
                  <a:moveTo>
                    <a:pt x="5524" y="1"/>
                  </a:moveTo>
                  <a:cubicBezTo>
                    <a:pt x="4629" y="87"/>
                    <a:pt x="3747" y="119"/>
                    <a:pt x="2868" y="119"/>
                  </a:cubicBezTo>
                  <a:cubicBezTo>
                    <a:pt x="1931" y="119"/>
                    <a:pt x="997" y="83"/>
                    <a:pt x="51" y="39"/>
                  </a:cubicBezTo>
                  <a:cubicBezTo>
                    <a:pt x="51" y="231"/>
                    <a:pt x="34" y="376"/>
                    <a:pt x="34" y="499"/>
                  </a:cubicBezTo>
                  <a:cubicBezTo>
                    <a:pt x="34" y="640"/>
                    <a:pt x="0" y="785"/>
                    <a:pt x="90" y="943"/>
                  </a:cubicBezTo>
                  <a:lnTo>
                    <a:pt x="5541" y="943"/>
                  </a:lnTo>
                  <a:cubicBezTo>
                    <a:pt x="5575" y="640"/>
                    <a:pt x="5575" y="376"/>
                    <a:pt x="5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6"/>
            <p:cNvSpPr/>
            <p:nvPr/>
          </p:nvSpPr>
          <p:spPr>
            <a:xfrm>
              <a:off x="13404317" y="4284875"/>
              <a:ext cx="457991" cy="60887"/>
            </a:xfrm>
            <a:custGeom>
              <a:rect b="b" l="l" r="r" t="t"/>
              <a:pathLst>
                <a:path extrusionOk="0" h="730" w="5491">
                  <a:moveTo>
                    <a:pt x="73" y="1"/>
                  </a:moveTo>
                  <a:cubicBezTo>
                    <a:pt x="39" y="231"/>
                    <a:pt x="0" y="406"/>
                    <a:pt x="56" y="602"/>
                  </a:cubicBezTo>
                  <a:cubicBezTo>
                    <a:pt x="975" y="685"/>
                    <a:pt x="1895" y="730"/>
                    <a:pt x="2814" y="730"/>
                  </a:cubicBezTo>
                  <a:cubicBezTo>
                    <a:pt x="3688" y="730"/>
                    <a:pt x="4562" y="689"/>
                    <a:pt x="5435" y="602"/>
                  </a:cubicBezTo>
                  <a:cubicBezTo>
                    <a:pt x="5490" y="406"/>
                    <a:pt x="5473" y="214"/>
                    <a:pt x="5418" y="1"/>
                  </a:cubicBezTo>
                  <a:cubicBezTo>
                    <a:pt x="4608" y="24"/>
                    <a:pt x="3802" y="33"/>
                    <a:pt x="2998" y="33"/>
                  </a:cubicBezTo>
                  <a:cubicBezTo>
                    <a:pt x="2022" y="33"/>
                    <a:pt x="1048" y="20"/>
                    <a:pt x="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6"/>
            <p:cNvSpPr/>
            <p:nvPr/>
          </p:nvSpPr>
          <p:spPr>
            <a:xfrm>
              <a:off x="13468291" y="1883407"/>
              <a:ext cx="328959" cy="87578"/>
            </a:xfrm>
            <a:custGeom>
              <a:rect b="b" l="l" r="r" t="t"/>
              <a:pathLst>
                <a:path extrusionOk="0" h="1050" w="3944">
                  <a:moveTo>
                    <a:pt x="2013" y="0"/>
                  </a:moveTo>
                  <a:cubicBezTo>
                    <a:pt x="1903" y="0"/>
                    <a:pt x="1792" y="7"/>
                    <a:pt x="1684" y="22"/>
                  </a:cubicBezTo>
                  <a:cubicBezTo>
                    <a:pt x="1011" y="107"/>
                    <a:pt x="354" y="303"/>
                    <a:pt x="1" y="1049"/>
                  </a:cubicBezTo>
                  <a:lnTo>
                    <a:pt x="3943" y="1049"/>
                  </a:lnTo>
                  <a:cubicBezTo>
                    <a:pt x="3755" y="423"/>
                    <a:pt x="2868" y="0"/>
                    <a:pt x="20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6"/>
            <p:cNvSpPr/>
            <p:nvPr/>
          </p:nvSpPr>
          <p:spPr>
            <a:xfrm>
              <a:off x="13577805" y="4094873"/>
              <a:ext cx="108180" cy="164897"/>
            </a:xfrm>
            <a:custGeom>
              <a:rect b="b" l="l" r="r" t="t"/>
              <a:pathLst>
                <a:path extrusionOk="0" h="1977" w="1297">
                  <a:moveTo>
                    <a:pt x="802" y="1"/>
                  </a:moveTo>
                  <a:cubicBezTo>
                    <a:pt x="662" y="1"/>
                    <a:pt x="523" y="7"/>
                    <a:pt x="386" y="7"/>
                  </a:cubicBezTo>
                  <a:cubicBezTo>
                    <a:pt x="328" y="7"/>
                    <a:pt x="271" y="6"/>
                    <a:pt x="214" y="3"/>
                  </a:cubicBezTo>
                  <a:cubicBezTo>
                    <a:pt x="73" y="3"/>
                    <a:pt x="0" y="75"/>
                    <a:pt x="18" y="216"/>
                  </a:cubicBezTo>
                  <a:cubicBezTo>
                    <a:pt x="18" y="715"/>
                    <a:pt x="18" y="1230"/>
                    <a:pt x="35" y="1725"/>
                  </a:cubicBezTo>
                  <a:cubicBezTo>
                    <a:pt x="35" y="1831"/>
                    <a:pt x="52" y="1959"/>
                    <a:pt x="197" y="1976"/>
                  </a:cubicBezTo>
                  <a:lnTo>
                    <a:pt x="1139" y="1976"/>
                  </a:lnTo>
                  <a:cubicBezTo>
                    <a:pt x="1262" y="1959"/>
                    <a:pt x="1296" y="1853"/>
                    <a:pt x="1296" y="1746"/>
                  </a:cubicBezTo>
                  <a:lnTo>
                    <a:pt x="1296" y="41"/>
                  </a:lnTo>
                  <a:cubicBezTo>
                    <a:pt x="1129" y="8"/>
                    <a:pt x="965" y="1"/>
                    <a:pt x="8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6"/>
            <p:cNvSpPr/>
            <p:nvPr/>
          </p:nvSpPr>
          <p:spPr>
            <a:xfrm>
              <a:off x="13382298" y="4094622"/>
              <a:ext cx="54799" cy="162394"/>
            </a:xfrm>
            <a:custGeom>
              <a:rect b="b" l="l" r="r" t="t"/>
              <a:pathLst>
                <a:path extrusionOk="0" h="1947" w="657">
                  <a:moveTo>
                    <a:pt x="285" y="0"/>
                  </a:moveTo>
                  <a:cubicBezTo>
                    <a:pt x="195" y="0"/>
                    <a:pt x="101" y="19"/>
                    <a:pt x="0" y="61"/>
                  </a:cubicBezTo>
                  <a:cubicBezTo>
                    <a:pt x="124" y="662"/>
                    <a:pt x="73" y="1267"/>
                    <a:pt x="90" y="1873"/>
                  </a:cubicBezTo>
                  <a:cubicBezTo>
                    <a:pt x="201" y="1909"/>
                    <a:pt x="295" y="1947"/>
                    <a:pt x="404" y="1947"/>
                  </a:cubicBezTo>
                  <a:cubicBezTo>
                    <a:pt x="449" y="1947"/>
                    <a:pt x="497" y="1940"/>
                    <a:pt x="550" y="1924"/>
                  </a:cubicBezTo>
                  <a:cubicBezTo>
                    <a:pt x="584" y="1284"/>
                    <a:pt x="657" y="662"/>
                    <a:pt x="584" y="61"/>
                  </a:cubicBezTo>
                  <a:cubicBezTo>
                    <a:pt x="483" y="23"/>
                    <a:pt x="386" y="0"/>
                    <a:pt x="2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6"/>
            <p:cNvSpPr/>
            <p:nvPr/>
          </p:nvSpPr>
          <p:spPr>
            <a:xfrm>
              <a:off x="13832698" y="4094789"/>
              <a:ext cx="51629" cy="163562"/>
            </a:xfrm>
            <a:custGeom>
              <a:rect b="b" l="l" r="r" t="t"/>
              <a:pathLst>
                <a:path extrusionOk="0" h="1961" w="619">
                  <a:moveTo>
                    <a:pt x="324" y="0"/>
                  </a:moveTo>
                  <a:cubicBezTo>
                    <a:pt x="225" y="0"/>
                    <a:pt x="126" y="14"/>
                    <a:pt x="18" y="59"/>
                  </a:cubicBezTo>
                  <a:cubicBezTo>
                    <a:pt x="18" y="699"/>
                    <a:pt x="1" y="1321"/>
                    <a:pt x="107" y="1960"/>
                  </a:cubicBezTo>
                  <a:cubicBezTo>
                    <a:pt x="265" y="1939"/>
                    <a:pt x="406" y="1960"/>
                    <a:pt x="533" y="1832"/>
                  </a:cubicBezTo>
                  <a:cubicBezTo>
                    <a:pt x="550" y="1231"/>
                    <a:pt x="512" y="643"/>
                    <a:pt x="619" y="21"/>
                  </a:cubicBezTo>
                  <a:cubicBezTo>
                    <a:pt x="514" y="12"/>
                    <a:pt x="419" y="0"/>
                    <a:pt x="3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6"/>
            <p:cNvSpPr/>
            <p:nvPr/>
          </p:nvSpPr>
          <p:spPr>
            <a:xfrm>
              <a:off x="13515583" y="4095039"/>
              <a:ext cx="37033" cy="165564"/>
            </a:xfrm>
            <a:custGeom>
              <a:rect b="b" l="l" r="r" t="t"/>
              <a:pathLst>
                <a:path extrusionOk="0" h="1985" w="444">
                  <a:moveTo>
                    <a:pt x="231" y="1"/>
                  </a:moveTo>
                  <a:cubicBezTo>
                    <a:pt x="52" y="1"/>
                    <a:pt x="1" y="90"/>
                    <a:pt x="1" y="252"/>
                  </a:cubicBezTo>
                  <a:lnTo>
                    <a:pt x="1" y="1957"/>
                  </a:lnTo>
                  <a:cubicBezTo>
                    <a:pt x="95" y="1966"/>
                    <a:pt x="178" y="1985"/>
                    <a:pt x="254" y="1985"/>
                  </a:cubicBezTo>
                  <a:cubicBezTo>
                    <a:pt x="323" y="1985"/>
                    <a:pt x="385" y="1969"/>
                    <a:pt x="444" y="1919"/>
                  </a:cubicBezTo>
                  <a:lnTo>
                    <a:pt x="444" y="252"/>
                  </a:lnTo>
                  <a:cubicBezTo>
                    <a:pt x="444" y="90"/>
                    <a:pt x="410" y="1"/>
                    <a:pt x="2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6"/>
            <p:cNvSpPr/>
            <p:nvPr/>
          </p:nvSpPr>
          <p:spPr>
            <a:xfrm>
              <a:off x="13713926" y="4095039"/>
              <a:ext cx="37116" cy="164980"/>
            </a:xfrm>
            <a:custGeom>
              <a:rect b="b" l="l" r="r" t="t"/>
              <a:pathLst>
                <a:path extrusionOk="0" h="1978" w="445">
                  <a:moveTo>
                    <a:pt x="214" y="1"/>
                  </a:moveTo>
                  <a:cubicBezTo>
                    <a:pt x="73" y="1"/>
                    <a:pt x="1" y="73"/>
                    <a:pt x="1" y="214"/>
                  </a:cubicBezTo>
                  <a:lnTo>
                    <a:pt x="1" y="1957"/>
                  </a:lnTo>
                  <a:cubicBezTo>
                    <a:pt x="80" y="1966"/>
                    <a:pt x="150" y="1978"/>
                    <a:pt x="220" y="1978"/>
                  </a:cubicBezTo>
                  <a:cubicBezTo>
                    <a:pt x="292" y="1978"/>
                    <a:pt x="364" y="1965"/>
                    <a:pt x="444" y="1919"/>
                  </a:cubicBezTo>
                  <a:lnTo>
                    <a:pt x="444" y="197"/>
                  </a:lnTo>
                  <a:cubicBezTo>
                    <a:pt x="444" y="56"/>
                    <a:pt x="359" y="1"/>
                    <a:pt x="2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6"/>
            <p:cNvSpPr/>
            <p:nvPr/>
          </p:nvSpPr>
          <p:spPr>
            <a:xfrm>
              <a:off x="13776148" y="4095039"/>
              <a:ext cx="32863" cy="164229"/>
            </a:xfrm>
            <a:custGeom>
              <a:rect b="b" l="l" r="r" t="t"/>
              <a:pathLst>
                <a:path extrusionOk="0" h="1969" w="394">
                  <a:moveTo>
                    <a:pt x="214" y="1"/>
                  </a:moveTo>
                  <a:cubicBezTo>
                    <a:pt x="56" y="1"/>
                    <a:pt x="1" y="90"/>
                    <a:pt x="1" y="231"/>
                  </a:cubicBezTo>
                  <a:cubicBezTo>
                    <a:pt x="1" y="713"/>
                    <a:pt x="18" y="1211"/>
                    <a:pt x="18" y="1706"/>
                  </a:cubicBezTo>
                  <a:cubicBezTo>
                    <a:pt x="18" y="1896"/>
                    <a:pt x="91" y="1969"/>
                    <a:pt x="216" y="1969"/>
                  </a:cubicBezTo>
                  <a:cubicBezTo>
                    <a:pt x="267" y="1969"/>
                    <a:pt x="326" y="1957"/>
                    <a:pt x="393" y="1936"/>
                  </a:cubicBezTo>
                  <a:lnTo>
                    <a:pt x="393" y="214"/>
                  </a:lnTo>
                  <a:cubicBezTo>
                    <a:pt x="393" y="90"/>
                    <a:pt x="359" y="1"/>
                    <a:pt x="2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6"/>
            <p:cNvSpPr/>
            <p:nvPr/>
          </p:nvSpPr>
          <p:spPr>
            <a:xfrm>
              <a:off x="13457615" y="4095039"/>
              <a:ext cx="32779" cy="163979"/>
            </a:xfrm>
            <a:custGeom>
              <a:rect b="b" l="l" r="r" t="t"/>
              <a:pathLst>
                <a:path extrusionOk="0" h="1966" w="393">
                  <a:moveTo>
                    <a:pt x="180" y="1"/>
                  </a:moveTo>
                  <a:cubicBezTo>
                    <a:pt x="39" y="1"/>
                    <a:pt x="1" y="90"/>
                    <a:pt x="1" y="214"/>
                  </a:cubicBezTo>
                  <a:lnTo>
                    <a:pt x="1" y="1936"/>
                  </a:lnTo>
                  <a:cubicBezTo>
                    <a:pt x="67" y="1953"/>
                    <a:pt x="129" y="1965"/>
                    <a:pt x="182" y="1965"/>
                  </a:cubicBezTo>
                  <a:cubicBezTo>
                    <a:pt x="299" y="1965"/>
                    <a:pt x="376" y="1907"/>
                    <a:pt x="376" y="1723"/>
                  </a:cubicBezTo>
                  <a:cubicBezTo>
                    <a:pt x="393" y="1228"/>
                    <a:pt x="393" y="730"/>
                    <a:pt x="393" y="214"/>
                  </a:cubicBezTo>
                  <a:cubicBezTo>
                    <a:pt x="393" y="90"/>
                    <a:pt x="342" y="1"/>
                    <a:pt x="1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6"/>
            <p:cNvSpPr/>
            <p:nvPr/>
          </p:nvSpPr>
          <p:spPr>
            <a:xfrm>
              <a:off x="13900592" y="4095039"/>
              <a:ext cx="37116" cy="153220"/>
            </a:xfrm>
            <a:custGeom>
              <a:rect b="b" l="l" r="r" t="t"/>
              <a:pathLst>
                <a:path extrusionOk="0" h="1837" w="445">
                  <a:moveTo>
                    <a:pt x="269" y="1"/>
                  </a:moveTo>
                  <a:cubicBezTo>
                    <a:pt x="124" y="1"/>
                    <a:pt x="73" y="56"/>
                    <a:pt x="56" y="180"/>
                  </a:cubicBezTo>
                  <a:cubicBezTo>
                    <a:pt x="39" y="730"/>
                    <a:pt x="1" y="1279"/>
                    <a:pt x="73" y="1829"/>
                  </a:cubicBezTo>
                  <a:cubicBezTo>
                    <a:pt x="109" y="1834"/>
                    <a:pt x="142" y="1836"/>
                    <a:pt x="173" y="1836"/>
                  </a:cubicBezTo>
                  <a:cubicBezTo>
                    <a:pt x="297" y="1836"/>
                    <a:pt x="379" y="1795"/>
                    <a:pt x="393" y="1655"/>
                  </a:cubicBezTo>
                  <a:cubicBezTo>
                    <a:pt x="410" y="1173"/>
                    <a:pt x="427" y="696"/>
                    <a:pt x="444" y="197"/>
                  </a:cubicBezTo>
                  <a:cubicBezTo>
                    <a:pt x="444" y="73"/>
                    <a:pt x="393" y="1"/>
                    <a:pt x="2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6"/>
            <p:cNvSpPr/>
            <p:nvPr/>
          </p:nvSpPr>
          <p:spPr>
            <a:xfrm>
              <a:off x="13328917" y="4095039"/>
              <a:ext cx="37116" cy="153553"/>
            </a:xfrm>
            <a:custGeom>
              <a:rect b="b" l="l" r="r" t="t"/>
              <a:pathLst>
                <a:path extrusionOk="0" h="1841" w="445">
                  <a:moveTo>
                    <a:pt x="180" y="1"/>
                  </a:moveTo>
                  <a:cubicBezTo>
                    <a:pt x="52" y="1"/>
                    <a:pt x="1" y="73"/>
                    <a:pt x="1" y="197"/>
                  </a:cubicBezTo>
                  <a:cubicBezTo>
                    <a:pt x="18" y="678"/>
                    <a:pt x="35" y="1156"/>
                    <a:pt x="52" y="1616"/>
                  </a:cubicBezTo>
                  <a:cubicBezTo>
                    <a:pt x="69" y="1774"/>
                    <a:pt x="142" y="1841"/>
                    <a:pt x="269" y="1841"/>
                  </a:cubicBezTo>
                  <a:cubicBezTo>
                    <a:pt x="300" y="1841"/>
                    <a:pt x="334" y="1837"/>
                    <a:pt x="372" y="1829"/>
                  </a:cubicBezTo>
                  <a:cubicBezTo>
                    <a:pt x="444" y="1279"/>
                    <a:pt x="427" y="730"/>
                    <a:pt x="393" y="180"/>
                  </a:cubicBezTo>
                  <a:cubicBezTo>
                    <a:pt x="372" y="56"/>
                    <a:pt x="303" y="1"/>
                    <a:pt x="1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6"/>
            <p:cNvSpPr/>
            <p:nvPr/>
          </p:nvSpPr>
          <p:spPr>
            <a:xfrm>
              <a:off x="13269614" y="4095373"/>
              <a:ext cx="38784" cy="130283"/>
            </a:xfrm>
            <a:custGeom>
              <a:rect b="b" l="l" r="r" t="t"/>
              <a:pathLst>
                <a:path extrusionOk="0" h="1562" w="465">
                  <a:moveTo>
                    <a:pt x="244" y="0"/>
                  </a:moveTo>
                  <a:cubicBezTo>
                    <a:pt x="202" y="0"/>
                    <a:pt x="151" y="12"/>
                    <a:pt x="90" y="35"/>
                  </a:cubicBezTo>
                  <a:cubicBezTo>
                    <a:pt x="72" y="568"/>
                    <a:pt x="0" y="1101"/>
                    <a:pt x="392" y="1561"/>
                  </a:cubicBezTo>
                  <a:cubicBezTo>
                    <a:pt x="465" y="1101"/>
                    <a:pt x="443" y="636"/>
                    <a:pt x="392" y="193"/>
                  </a:cubicBezTo>
                  <a:cubicBezTo>
                    <a:pt x="380" y="58"/>
                    <a:pt x="335" y="0"/>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6"/>
            <p:cNvSpPr/>
            <p:nvPr/>
          </p:nvSpPr>
          <p:spPr>
            <a:xfrm>
              <a:off x="13951053" y="4096457"/>
              <a:ext cx="45958" cy="135204"/>
            </a:xfrm>
            <a:custGeom>
              <a:rect b="b" l="l" r="r" t="t"/>
              <a:pathLst>
                <a:path extrusionOk="0" h="1621" w="551">
                  <a:moveTo>
                    <a:pt x="461" y="1"/>
                  </a:moveTo>
                  <a:cubicBezTo>
                    <a:pt x="142" y="56"/>
                    <a:pt x="1" y="785"/>
                    <a:pt x="159" y="1621"/>
                  </a:cubicBezTo>
                  <a:cubicBezTo>
                    <a:pt x="551" y="1088"/>
                    <a:pt x="478" y="555"/>
                    <a:pt x="4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 name="Google Shape;1795;p56"/>
          <p:cNvGrpSpPr/>
          <p:nvPr/>
        </p:nvGrpSpPr>
        <p:grpSpPr>
          <a:xfrm>
            <a:off x="2391350" y="545988"/>
            <a:ext cx="4407700" cy="262562"/>
            <a:chOff x="2391350" y="545988"/>
            <a:chExt cx="4407700" cy="262562"/>
          </a:xfrm>
        </p:grpSpPr>
        <p:sp>
          <p:nvSpPr>
            <p:cNvPr id="1796" name="Google Shape;1796;p56"/>
            <p:cNvSpPr/>
            <p:nvPr/>
          </p:nvSpPr>
          <p:spPr>
            <a:xfrm>
              <a:off x="2391350" y="754850"/>
              <a:ext cx="473400" cy="537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6"/>
            <p:cNvSpPr/>
            <p:nvPr/>
          </p:nvSpPr>
          <p:spPr>
            <a:xfrm flipH="1">
              <a:off x="6190650" y="545988"/>
              <a:ext cx="608400" cy="62400"/>
            </a:xfrm>
            <a:prstGeom prst="round1Rect">
              <a:avLst>
                <a:gd fmla="val 50000" name="adj"/>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1" name="Shape 1801"/>
        <p:cNvGrpSpPr/>
        <p:nvPr/>
      </p:nvGrpSpPr>
      <p:grpSpPr>
        <a:xfrm>
          <a:off x="0" y="0"/>
          <a:ext cx="0" cy="0"/>
          <a:chOff x="0" y="0"/>
          <a:chExt cx="0" cy="0"/>
        </a:xfrm>
      </p:grpSpPr>
      <p:sp>
        <p:nvSpPr>
          <p:cNvPr id="1802" name="Google Shape;1802;p57"/>
          <p:cNvSpPr txBox="1"/>
          <p:nvPr>
            <p:ph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700"/>
              <a:t>THIS IS A TABLE</a:t>
            </a:r>
            <a:endParaRPr sz="2700"/>
          </a:p>
        </p:txBody>
      </p:sp>
      <p:graphicFrame>
        <p:nvGraphicFramePr>
          <p:cNvPr id="1803" name="Google Shape;1803;p57"/>
          <p:cNvGraphicFramePr/>
          <p:nvPr/>
        </p:nvGraphicFramePr>
        <p:xfrm>
          <a:off x="836250" y="1581150"/>
          <a:ext cx="3000000" cy="3000000"/>
        </p:xfrm>
        <a:graphic>
          <a:graphicData uri="http://schemas.openxmlformats.org/drawingml/2006/table">
            <a:tbl>
              <a:tblPr>
                <a:noFill/>
                <a:tableStyleId>{71583CF0-C2A1-4F56-BDE7-7A6A75FA93E9}</a:tableStyleId>
              </a:tblPr>
              <a:tblGrid>
                <a:gridCol w="1867875"/>
                <a:gridCol w="1867875"/>
                <a:gridCol w="1867875"/>
                <a:gridCol w="1867875"/>
              </a:tblGrid>
              <a:tr h="634600">
                <a:tc>
                  <a:txBody>
                    <a:bodyPr/>
                    <a:lstStyle/>
                    <a:p>
                      <a:pPr indent="0" lvl="0" marL="0" rtl="0" algn="ctr">
                        <a:spcBef>
                          <a:spcPts val="0"/>
                        </a:spcBef>
                        <a:spcAft>
                          <a:spcPts val="0"/>
                        </a:spcAft>
                        <a:buNone/>
                      </a:pPr>
                      <a:r>
                        <a:rPr lang="en" sz="1800">
                          <a:solidFill>
                            <a:schemeClr val="dk1"/>
                          </a:solidFill>
                          <a:latin typeface="Audiowide"/>
                          <a:ea typeface="Audiowide"/>
                          <a:cs typeface="Audiowide"/>
                          <a:sym typeface="Audiowide"/>
                        </a:rPr>
                        <a:t>MEASURES</a:t>
                      </a:r>
                      <a:endParaRPr sz="1800">
                        <a:solidFill>
                          <a:schemeClr val="dk1"/>
                        </a:solidFill>
                        <a:latin typeface="Audiowide"/>
                        <a:ea typeface="Audiowide"/>
                        <a:cs typeface="Audiowide"/>
                        <a:sym typeface="Audiowide"/>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Audiowide"/>
                          <a:ea typeface="Audiowide"/>
                          <a:cs typeface="Audiowide"/>
                          <a:sym typeface="Audiowide"/>
                        </a:rPr>
                        <a:t>MARS</a:t>
                      </a:r>
                      <a:endParaRPr sz="1800">
                        <a:solidFill>
                          <a:schemeClr val="dk1"/>
                        </a:solidFill>
                        <a:latin typeface="Audiowide"/>
                        <a:ea typeface="Audiowide"/>
                        <a:cs typeface="Audiowide"/>
                        <a:sym typeface="Audiowide"/>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Audiowide"/>
                          <a:ea typeface="Audiowide"/>
                          <a:cs typeface="Audiowide"/>
                          <a:sym typeface="Audiowide"/>
                        </a:rPr>
                        <a:t>NEPTUNE</a:t>
                      </a:r>
                      <a:endParaRPr sz="1800">
                        <a:solidFill>
                          <a:schemeClr val="dk1"/>
                        </a:solidFill>
                        <a:latin typeface="Audiowide"/>
                        <a:ea typeface="Audiowide"/>
                        <a:cs typeface="Audiowide"/>
                        <a:sym typeface="Audiowide"/>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Audiowide"/>
                          <a:ea typeface="Audiowide"/>
                          <a:cs typeface="Audiowide"/>
                          <a:sym typeface="Audiowide"/>
                        </a:rPr>
                        <a:t>JUPITER</a:t>
                      </a:r>
                      <a:endParaRPr sz="1800">
                        <a:solidFill>
                          <a:schemeClr val="dk1"/>
                        </a:solidFill>
                        <a:latin typeface="Audiowide"/>
                        <a:ea typeface="Audiowide"/>
                        <a:cs typeface="Audiowide"/>
                        <a:sym typeface="Audiowide"/>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r>
              <a:tr h="634600">
                <a:tc>
                  <a:txBody>
                    <a:bodyPr/>
                    <a:lstStyle/>
                    <a:p>
                      <a:pPr indent="0" lvl="0" marL="0" rtl="0" algn="ctr">
                        <a:spcBef>
                          <a:spcPts val="0"/>
                        </a:spcBef>
                        <a:spcAft>
                          <a:spcPts val="0"/>
                        </a:spcAft>
                        <a:buNone/>
                      </a:pPr>
                      <a:r>
                        <a:rPr lang="en" sz="1800">
                          <a:solidFill>
                            <a:schemeClr val="dk1"/>
                          </a:solidFill>
                          <a:latin typeface="Audiowide"/>
                          <a:ea typeface="Audiowide"/>
                          <a:cs typeface="Audiowide"/>
                          <a:sym typeface="Audiowide"/>
                        </a:rPr>
                        <a:t>MASS</a:t>
                      </a:r>
                      <a:endParaRPr sz="1800">
                        <a:solidFill>
                          <a:schemeClr val="dk1"/>
                        </a:solidFill>
                        <a:latin typeface="Audiowide"/>
                        <a:ea typeface="Audiowide"/>
                        <a:cs typeface="Audiowide"/>
                        <a:sym typeface="Audiowide"/>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Didact Gothic"/>
                          <a:ea typeface="Didact Gothic"/>
                          <a:cs typeface="Didact Gothic"/>
                          <a:sym typeface="Didact Gothic"/>
                        </a:rPr>
                        <a:t>0.15</a:t>
                      </a:r>
                      <a:endParaRPr sz="1600">
                        <a:solidFill>
                          <a:schemeClr val="lt1"/>
                        </a:solidFill>
                        <a:latin typeface="Didact Gothic"/>
                        <a:ea typeface="Didact Gothic"/>
                        <a:cs typeface="Didact Gothic"/>
                        <a:sym typeface="Didact Gothic"/>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Didact Gothic"/>
                          <a:ea typeface="Didact Gothic"/>
                          <a:cs typeface="Didact Gothic"/>
                          <a:sym typeface="Didact Gothic"/>
                        </a:rPr>
                        <a:t>0.21</a:t>
                      </a:r>
                      <a:endParaRPr sz="1600">
                        <a:solidFill>
                          <a:schemeClr val="lt1"/>
                        </a:solidFill>
                        <a:latin typeface="Didact Gothic"/>
                        <a:ea typeface="Didact Gothic"/>
                        <a:cs typeface="Didact Gothic"/>
                        <a:sym typeface="Didact Gothic"/>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Didact Gothic"/>
                          <a:ea typeface="Didact Gothic"/>
                          <a:cs typeface="Didact Gothic"/>
                          <a:sym typeface="Didact Gothic"/>
                        </a:rPr>
                        <a:t>0.89</a:t>
                      </a:r>
                      <a:endParaRPr sz="1600">
                        <a:solidFill>
                          <a:schemeClr val="lt1"/>
                        </a:solidFill>
                        <a:latin typeface="Didact Gothic"/>
                        <a:ea typeface="Didact Gothic"/>
                        <a:cs typeface="Didact Gothic"/>
                        <a:sym typeface="Didact Gothic"/>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r>
              <a:tr h="634600">
                <a:tc>
                  <a:txBody>
                    <a:bodyPr/>
                    <a:lstStyle/>
                    <a:p>
                      <a:pPr indent="0" lvl="0" marL="0" rtl="0" algn="ctr">
                        <a:spcBef>
                          <a:spcPts val="0"/>
                        </a:spcBef>
                        <a:spcAft>
                          <a:spcPts val="0"/>
                        </a:spcAft>
                        <a:buNone/>
                      </a:pPr>
                      <a:r>
                        <a:rPr lang="en" sz="1800">
                          <a:solidFill>
                            <a:schemeClr val="dk1"/>
                          </a:solidFill>
                          <a:latin typeface="Audiowide"/>
                          <a:ea typeface="Audiowide"/>
                          <a:cs typeface="Audiowide"/>
                          <a:sym typeface="Audiowide"/>
                        </a:rPr>
                        <a:t>DIAMETER</a:t>
                      </a:r>
                      <a:endParaRPr sz="1800">
                        <a:solidFill>
                          <a:schemeClr val="dk1"/>
                        </a:solidFill>
                        <a:latin typeface="Audiowide"/>
                        <a:ea typeface="Audiowide"/>
                        <a:cs typeface="Audiowide"/>
                        <a:sym typeface="Audiowide"/>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Didact Gothic"/>
                          <a:ea typeface="Didact Gothic"/>
                          <a:cs typeface="Didact Gothic"/>
                          <a:sym typeface="Didact Gothic"/>
                        </a:rPr>
                        <a:t>0.11</a:t>
                      </a:r>
                      <a:endParaRPr sz="1600">
                        <a:solidFill>
                          <a:schemeClr val="lt1"/>
                        </a:solidFill>
                        <a:latin typeface="Didact Gothic"/>
                        <a:ea typeface="Didact Gothic"/>
                        <a:cs typeface="Didact Gothic"/>
                        <a:sym typeface="Didact Gothic"/>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Didact Gothic"/>
                          <a:ea typeface="Didact Gothic"/>
                          <a:cs typeface="Didact Gothic"/>
                          <a:sym typeface="Didact Gothic"/>
                        </a:rPr>
                        <a:t>0.45</a:t>
                      </a:r>
                      <a:endParaRPr sz="1600">
                        <a:solidFill>
                          <a:schemeClr val="lt1"/>
                        </a:solidFill>
                        <a:latin typeface="Didact Gothic"/>
                        <a:ea typeface="Didact Gothic"/>
                        <a:cs typeface="Didact Gothic"/>
                        <a:sym typeface="Didact Gothic"/>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Didact Gothic"/>
                          <a:ea typeface="Didact Gothic"/>
                          <a:cs typeface="Didact Gothic"/>
                          <a:sym typeface="Didact Gothic"/>
                        </a:rPr>
                        <a:t>0.35</a:t>
                      </a:r>
                      <a:endParaRPr sz="1600">
                        <a:solidFill>
                          <a:schemeClr val="lt1"/>
                        </a:solidFill>
                        <a:latin typeface="Didact Gothic"/>
                        <a:ea typeface="Didact Gothic"/>
                        <a:cs typeface="Didact Gothic"/>
                        <a:sym typeface="Didact Gothic"/>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r>
              <a:tr h="634600">
                <a:tc>
                  <a:txBody>
                    <a:bodyPr/>
                    <a:lstStyle/>
                    <a:p>
                      <a:pPr indent="0" lvl="0" marL="0" rtl="0" algn="ctr">
                        <a:spcBef>
                          <a:spcPts val="0"/>
                        </a:spcBef>
                        <a:spcAft>
                          <a:spcPts val="0"/>
                        </a:spcAft>
                        <a:buNone/>
                      </a:pPr>
                      <a:r>
                        <a:rPr lang="en" sz="1800">
                          <a:solidFill>
                            <a:schemeClr val="dk1"/>
                          </a:solidFill>
                          <a:latin typeface="Audiowide"/>
                          <a:ea typeface="Audiowide"/>
                          <a:cs typeface="Audiowide"/>
                          <a:sym typeface="Audiowide"/>
                        </a:rPr>
                        <a:t>GRAVITY</a:t>
                      </a:r>
                      <a:endParaRPr sz="1800">
                        <a:solidFill>
                          <a:schemeClr val="dk1"/>
                        </a:solidFill>
                        <a:latin typeface="Audiowide"/>
                        <a:ea typeface="Audiowide"/>
                        <a:cs typeface="Audiowide"/>
                        <a:sym typeface="Audiowide"/>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Didact Gothic"/>
                          <a:ea typeface="Didact Gothic"/>
                          <a:cs typeface="Didact Gothic"/>
                          <a:sym typeface="Didact Gothic"/>
                        </a:rPr>
                        <a:t>0.44</a:t>
                      </a:r>
                      <a:endParaRPr sz="1600">
                        <a:solidFill>
                          <a:schemeClr val="lt1"/>
                        </a:solidFill>
                        <a:latin typeface="Didact Gothic"/>
                        <a:ea typeface="Didact Gothic"/>
                        <a:cs typeface="Didact Gothic"/>
                        <a:sym typeface="Didact Gothic"/>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Didact Gothic"/>
                          <a:ea typeface="Didact Gothic"/>
                          <a:cs typeface="Didact Gothic"/>
                          <a:sym typeface="Didact Gothic"/>
                        </a:rPr>
                        <a:t>0.13</a:t>
                      </a:r>
                      <a:endParaRPr sz="1600">
                        <a:solidFill>
                          <a:schemeClr val="lt1"/>
                        </a:solidFill>
                        <a:latin typeface="Didact Gothic"/>
                        <a:ea typeface="Didact Gothic"/>
                        <a:cs typeface="Didact Gothic"/>
                        <a:sym typeface="Didact Gothic"/>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Didact Gothic"/>
                          <a:ea typeface="Didact Gothic"/>
                          <a:cs typeface="Didact Gothic"/>
                          <a:sym typeface="Didact Gothic"/>
                        </a:rPr>
                        <a:t>0.70</a:t>
                      </a:r>
                      <a:endParaRPr sz="1600">
                        <a:solidFill>
                          <a:schemeClr val="lt1"/>
                        </a:solidFill>
                        <a:latin typeface="Didact Gothic"/>
                        <a:ea typeface="Didact Gothic"/>
                        <a:cs typeface="Didact Gothic"/>
                        <a:sym typeface="Didact Gothic"/>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r>
            </a:tbl>
          </a:graphicData>
        </a:graphic>
      </p:graphicFrame>
      <p:sp>
        <p:nvSpPr>
          <p:cNvPr id="1804" name="Google Shape;1804;p57"/>
          <p:cNvSpPr/>
          <p:nvPr/>
        </p:nvSpPr>
        <p:spPr>
          <a:xfrm rot="10800000">
            <a:off x="920227" y="598998"/>
            <a:ext cx="298974" cy="299175"/>
          </a:xfrm>
          <a:custGeom>
            <a:rect b="b" l="l" r="r" t="t"/>
            <a:pathLst>
              <a:path extrusionOk="0" h="1459" w="1458">
                <a:moveTo>
                  <a:pt x="623" y="410"/>
                </a:moveTo>
                <a:lnTo>
                  <a:pt x="729" y="0"/>
                </a:lnTo>
                <a:lnTo>
                  <a:pt x="836" y="410"/>
                </a:lnTo>
                <a:cubicBezTo>
                  <a:pt x="870" y="516"/>
                  <a:pt x="959" y="584"/>
                  <a:pt x="1049" y="623"/>
                </a:cubicBezTo>
                <a:lnTo>
                  <a:pt x="1458" y="729"/>
                </a:lnTo>
                <a:lnTo>
                  <a:pt x="1049" y="836"/>
                </a:lnTo>
                <a:cubicBezTo>
                  <a:pt x="942" y="870"/>
                  <a:pt x="870" y="942"/>
                  <a:pt x="836" y="1049"/>
                </a:cubicBezTo>
                <a:lnTo>
                  <a:pt x="729" y="1458"/>
                </a:lnTo>
                <a:lnTo>
                  <a:pt x="623" y="1049"/>
                </a:lnTo>
                <a:cubicBezTo>
                  <a:pt x="605" y="942"/>
                  <a:pt x="516" y="853"/>
                  <a:pt x="409" y="836"/>
                </a:cubicBezTo>
                <a:lnTo>
                  <a:pt x="0" y="729"/>
                </a:lnTo>
                <a:lnTo>
                  <a:pt x="409" y="623"/>
                </a:lnTo>
                <a:cubicBezTo>
                  <a:pt x="516" y="584"/>
                  <a:pt x="605" y="516"/>
                  <a:pt x="623" y="410"/>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7"/>
          <p:cNvSpPr/>
          <p:nvPr/>
        </p:nvSpPr>
        <p:spPr>
          <a:xfrm rot="10800000">
            <a:off x="583649" y="757665"/>
            <a:ext cx="203524" cy="204213"/>
          </a:xfrm>
          <a:custGeom>
            <a:rect b="b" l="l" r="r" t="t"/>
            <a:pathLst>
              <a:path extrusionOk="0" h="1459" w="1454">
                <a:moveTo>
                  <a:pt x="618" y="410"/>
                </a:moveTo>
                <a:lnTo>
                  <a:pt x="725" y="0"/>
                </a:lnTo>
                <a:lnTo>
                  <a:pt x="831" y="410"/>
                </a:lnTo>
                <a:cubicBezTo>
                  <a:pt x="870" y="516"/>
                  <a:pt x="938" y="584"/>
                  <a:pt x="1044" y="623"/>
                </a:cubicBezTo>
                <a:lnTo>
                  <a:pt x="1454" y="729"/>
                </a:lnTo>
                <a:lnTo>
                  <a:pt x="1044" y="836"/>
                </a:lnTo>
                <a:cubicBezTo>
                  <a:pt x="938" y="870"/>
                  <a:pt x="853" y="942"/>
                  <a:pt x="831" y="1049"/>
                </a:cubicBezTo>
                <a:lnTo>
                  <a:pt x="725" y="1458"/>
                </a:lnTo>
                <a:lnTo>
                  <a:pt x="618" y="1049"/>
                </a:lnTo>
                <a:cubicBezTo>
                  <a:pt x="584" y="942"/>
                  <a:pt x="512" y="853"/>
                  <a:pt x="405" y="836"/>
                </a:cubicBezTo>
                <a:lnTo>
                  <a:pt x="0" y="729"/>
                </a:lnTo>
                <a:lnTo>
                  <a:pt x="405" y="623"/>
                </a:lnTo>
                <a:cubicBezTo>
                  <a:pt x="512" y="584"/>
                  <a:pt x="584" y="516"/>
                  <a:pt x="618" y="410"/>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7"/>
          <p:cNvSpPr/>
          <p:nvPr/>
        </p:nvSpPr>
        <p:spPr>
          <a:xfrm rot="1799972">
            <a:off x="707996" y="464754"/>
            <a:ext cx="113317" cy="113537"/>
          </a:xfrm>
          <a:custGeom>
            <a:rect b="b" l="l" r="r" t="t"/>
            <a:pathLst>
              <a:path extrusionOk="0" h="2047" w="2043">
                <a:moveTo>
                  <a:pt x="1011" y="0"/>
                </a:moveTo>
                <a:cubicBezTo>
                  <a:pt x="461" y="0"/>
                  <a:pt x="1" y="465"/>
                  <a:pt x="1" y="1015"/>
                </a:cubicBezTo>
                <a:cubicBezTo>
                  <a:pt x="1" y="1582"/>
                  <a:pt x="461" y="2046"/>
                  <a:pt x="1011" y="2046"/>
                </a:cubicBezTo>
                <a:cubicBezTo>
                  <a:pt x="1582" y="2046"/>
                  <a:pt x="2042" y="1582"/>
                  <a:pt x="2042" y="1015"/>
                </a:cubicBezTo>
                <a:cubicBezTo>
                  <a:pt x="2042" y="465"/>
                  <a:pt x="1582" y="0"/>
                  <a:pt x="1011"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7" name="Google Shape;1807;p57"/>
          <p:cNvGrpSpPr/>
          <p:nvPr/>
        </p:nvGrpSpPr>
        <p:grpSpPr>
          <a:xfrm>
            <a:off x="2648250" y="545988"/>
            <a:ext cx="3890363" cy="262562"/>
            <a:chOff x="2648250" y="545988"/>
            <a:chExt cx="3890363" cy="262562"/>
          </a:xfrm>
        </p:grpSpPr>
        <p:sp>
          <p:nvSpPr>
            <p:cNvPr id="1808" name="Google Shape;1808;p57"/>
            <p:cNvSpPr/>
            <p:nvPr/>
          </p:nvSpPr>
          <p:spPr>
            <a:xfrm>
              <a:off x="2648250" y="754850"/>
              <a:ext cx="473400" cy="537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7"/>
            <p:cNvSpPr/>
            <p:nvPr/>
          </p:nvSpPr>
          <p:spPr>
            <a:xfrm flipH="1">
              <a:off x="5930213" y="545988"/>
              <a:ext cx="608400" cy="62400"/>
            </a:xfrm>
            <a:prstGeom prst="round1Rect">
              <a:avLst>
                <a:gd fmla="val 50000" name="adj"/>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3" name="Shape 1813"/>
        <p:cNvGrpSpPr/>
        <p:nvPr/>
      </p:nvGrpSpPr>
      <p:grpSpPr>
        <a:xfrm>
          <a:off x="0" y="0"/>
          <a:ext cx="0" cy="0"/>
          <a:chOff x="0" y="0"/>
          <a:chExt cx="0" cy="0"/>
        </a:xfrm>
      </p:grpSpPr>
      <p:sp>
        <p:nvSpPr>
          <p:cNvPr id="1814" name="Google Shape;1814;p58"/>
          <p:cNvSpPr txBox="1"/>
          <p:nvPr>
            <p:ph type="title"/>
          </p:nvPr>
        </p:nvSpPr>
        <p:spPr>
          <a:xfrm>
            <a:off x="2157450" y="1271550"/>
            <a:ext cx="4829100" cy="260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1815" name="Google Shape;1815;p58"/>
          <p:cNvGrpSpPr/>
          <p:nvPr/>
        </p:nvGrpSpPr>
        <p:grpSpPr>
          <a:xfrm>
            <a:off x="-47625" y="1961150"/>
            <a:ext cx="9205850" cy="869100"/>
            <a:chOff x="-47625" y="1961150"/>
            <a:chExt cx="9205850" cy="869100"/>
          </a:xfrm>
        </p:grpSpPr>
        <p:sp>
          <p:nvSpPr>
            <p:cNvPr id="1816" name="Google Shape;1816;p58"/>
            <p:cNvSpPr/>
            <p:nvPr/>
          </p:nvSpPr>
          <p:spPr>
            <a:xfrm flipH="1" rot="5400000">
              <a:off x="1506825" y="406700"/>
              <a:ext cx="108300" cy="3217200"/>
            </a:xfrm>
            <a:prstGeom prst="round1Rect">
              <a:avLst>
                <a:gd fmla="val 50000" name="adj"/>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8"/>
            <p:cNvSpPr/>
            <p:nvPr/>
          </p:nvSpPr>
          <p:spPr>
            <a:xfrm rot="-5400000">
              <a:off x="7298375" y="970400"/>
              <a:ext cx="104700" cy="3615000"/>
            </a:xfrm>
            <a:prstGeom prst="round1Rect">
              <a:avLst>
                <a:gd fmla="val 50000" name="adj"/>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 name="Google Shape;1818;p58"/>
          <p:cNvGrpSpPr/>
          <p:nvPr/>
        </p:nvGrpSpPr>
        <p:grpSpPr>
          <a:xfrm>
            <a:off x="7043132" y="706289"/>
            <a:ext cx="1464289" cy="400162"/>
            <a:chOff x="6843107" y="3278039"/>
            <a:chExt cx="1464289" cy="400162"/>
          </a:xfrm>
        </p:grpSpPr>
        <p:sp>
          <p:nvSpPr>
            <p:cNvPr id="1819" name="Google Shape;1819;p58"/>
            <p:cNvSpPr/>
            <p:nvPr/>
          </p:nvSpPr>
          <p:spPr>
            <a:xfrm rot="317815">
              <a:off x="6851980" y="3348141"/>
              <a:ext cx="1439954" cy="258923"/>
            </a:xfrm>
            <a:custGeom>
              <a:rect b="b" l="l" r="r" t="t"/>
              <a:pathLst>
                <a:path extrusionOk="0" h="3769" w="20959">
                  <a:moveTo>
                    <a:pt x="14565" y="0"/>
                  </a:moveTo>
                  <a:cubicBezTo>
                    <a:pt x="13568" y="73"/>
                    <a:pt x="12630" y="768"/>
                    <a:pt x="12272" y="1705"/>
                  </a:cubicBezTo>
                  <a:cubicBezTo>
                    <a:pt x="12098" y="1230"/>
                    <a:pt x="11571" y="969"/>
                    <a:pt x="11069" y="969"/>
                  </a:cubicBezTo>
                  <a:cubicBezTo>
                    <a:pt x="11008" y="969"/>
                    <a:pt x="10947" y="973"/>
                    <a:pt x="10887" y="981"/>
                  </a:cubicBezTo>
                  <a:cubicBezTo>
                    <a:pt x="10320" y="1049"/>
                    <a:pt x="9838" y="1369"/>
                    <a:pt x="9361" y="1688"/>
                  </a:cubicBezTo>
                  <a:cubicBezTo>
                    <a:pt x="9047" y="1442"/>
                    <a:pt x="8656" y="1326"/>
                    <a:pt x="8261" y="1326"/>
                  </a:cubicBezTo>
                  <a:cubicBezTo>
                    <a:pt x="7605" y="1326"/>
                    <a:pt x="6940" y="1646"/>
                    <a:pt x="6608" y="2221"/>
                  </a:cubicBezTo>
                  <a:cubicBezTo>
                    <a:pt x="6450" y="1867"/>
                    <a:pt x="6075" y="1620"/>
                    <a:pt x="5704" y="1599"/>
                  </a:cubicBezTo>
                  <a:cubicBezTo>
                    <a:pt x="5688" y="1598"/>
                    <a:pt x="5672" y="1598"/>
                    <a:pt x="5657" y="1598"/>
                  </a:cubicBezTo>
                  <a:cubicBezTo>
                    <a:pt x="5039" y="1598"/>
                    <a:pt x="4662" y="2164"/>
                    <a:pt x="4056" y="2164"/>
                  </a:cubicBezTo>
                  <a:cubicBezTo>
                    <a:pt x="3976" y="2164"/>
                    <a:pt x="3892" y="2154"/>
                    <a:pt x="3803" y="2132"/>
                  </a:cubicBezTo>
                  <a:cubicBezTo>
                    <a:pt x="2985" y="1957"/>
                    <a:pt x="2311" y="1599"/>
                    <a:pt x="1459" y="1565"/>
                  </a:cubicBezTo>
                  <a:cubicBezTo>
                    <a:pt x="1393" y="1558"/>
                    <a:pt x="1325" y="1554"/>
                    <a:pt x="1258" y="1554"/>
                  </a:cubicBezTo>
                  <a:cubicBezTo>
                    <a:pt x="1141" y="1554"/>
                    <a:pt x="1026" y="1566"/>
                    <a:pt x="926" y="1599"/>
                  </a:cubicBezTo>
                  <a:cubicBezTo>
                    <a:pt x="802" y="1637"/>
                    <a:pt x="696" y="1688"/>
                    <a:pt x="589" y="1744"/>
                  </a:cubicBezTo>
                  <a:lnTo>
                    <a:pt x="376" y="1850"/>
                  </a:lnTo>
                  <a:cubicBezTo>
                    <a:pt x="1" y="2046"/>
                    <a:pt x="107" y="2613"/>
                    <a:pt x="534" y="2647"/>
                  </a:cubicBezTo>
                  <a:cubicBezTo>
                    <a:pt x="1672" y="2737"/>
                    <a:pt x="2806" y="2916"/>
                    <a:pt x="3909" y="3180"/>
                  </a:cubicBezTo>
                  <a:lnTo>
                    <a:pt x="3786" y="3500"/>
                  </a:lnTo>
                  <a:cubicBezTo>
                    <a:pt x="4731" y="3628"/>
                    <a:pt x="5682" y="3692"/>
                    <a:pt x="6633" y="3692"/>
                  </a:cubicBezTo>
                  <a:cubicBezTo>
                    <a:pt x="7933" y="3692"/>
                    <a:pt x="9233" y="3571"/>
                    <a:pt x="10516" y="3325"/>
                  </a:cubicBezTo>
                  <a:lnTo>
                    <a:pt x="10516" y="3325"/>
                  </a:lnTo>
                  <a:cubicBezTo>
                    <a:pt x="10461" y="3466"/>
                    <a:pt x="10444" y="3623"/>
                    <a:pt x="10461" y="3768"/>
                  </a:cubicBezTo>
                  <a:cubicBezTo>
                    <a:pt x="10763" y="3768"/>
                    <a:pt x="11066" y="3751"/>
                    <a:pt x="11369" y="3696"/>
                  </a:cubicBezTo>
                  <a:cubicBezTo>
                    <a:pt x="11437" y="3679"/>
                    <a:pt x="11509" y="3662"/>
                    <a:pt x="11582" y="3645"/>
                  </a:cubicBezTo>
                  <a:cubicBezTo>
                    <a:pt x="12076" y="3538"/>
                    <a:pt x="12575" y="3325"/>
                    <a:pt x="13018" y="3056"/>
                  </a:cubicBezTo>
                  <a:cubicBezTo>
                    <a:pt x="13197" y="2950"/>
                    <a:pt x="13376" y="2826"/>
                    <a:pt x="13551" y="2737"/>
                  </a:cubicBezTo>
                  <a:cubicBezTo>
                    <a:pt x="13837" y="2613"/>
                    <a:pt x="14139" y="2579"/>
                    <a:pt x="14442" y="2558"/>
                  </a:cubicBezTo>
                  <a:cubicBezTo>
                    <a:pt x="14576" y="2552"/>
                    <a:pt x="14710" y="2549"/>
                    <a:pt x="14844" y="2549"/>
                  </a:cubicBezTo>
                  <a:cubicBezTo>
                    <a:pt x="15468" y="2549"/>
                    <a:pt x="16085" y="2608"/>
                    <a:pt x="16714" y="2664"/>
                  </a:cubicBezTo>
                  <a:cubicBezTo>
                    <a:pt x="16871" y="2686"/>
                    <a:pt x="17050" y="2703"/>
                    <a:pt x="17212" y="2703"/>
                  </a:cubicBezTo>
                  <a:cubicBezTo>
                    <a:pt x="17839" y="2763"/>
                    <a:pt x="18476" y="2820"/>
                    <a:pt x="19110" y="2820"/>
                  </a:cubicBezTo>
                  <a:cubicBezTo>
                    <a:pt x="19425" y="2820"/>
                    <a:pt x="19739" y="2806"/>
                    <a:pt x="20051" y="2771"/>
                  </a:cubicBezTo>
                  <a:cubicBezTo>
                    <a:pt x="20426" y="2720"/>
                    <a:pt x="20870" y="2579"/>
                    <a:pt x="20959" y="2204"/>
                  </a:cubicBezTo>
                  <a:cubicBezTo>
                    <a:pt x="20017" y="2204"/>
                    <a:pt x="19058" y="2046"/>
                    <a:pt x="18150" y="1761"/>
                  </a:cubicBezTo>
                  <a:cubicBezTo>
                    <a:pt x="18099" y="1744"/>
                    <a:pt x="18026" y="1705"/>
                    <a:pt x="17958" y="1688"/>
                  </a:cubicBezTo>
                  <a:cubicBezTo>
                    <a:pt x="17813" y="1654"/>
                    <a:pt x="17690" y="1599"/>
                    <a:pt x="17549" y="1548"/>
                  </a:cubicBezTo>
                  <a:cubicBezTo>
                    <a:pt x="17645" y="1483"/>
                    <a:pt x="17756" y="1470"/>
                    <a:pt x="17872" y="1470"/>
                  </a:cubicBezTo>
                  <a:cubicBezTo>
                    <a:pt x="17946" y="1470"/>
                    <a:pt x="18022" y="1475"/>
                    <a:pt x="18099" y="1475"/>
                  </a:cubicBezTo>
                  <a:cubicBezTo>
                    <a:pt x="18312" y="1475"/>
                    <a:pt x="18576" y="1386"/>
                    <a:pt x="18525" y="1138"/>
                  </a:cubicBezTo>
                  <a:cubicBezTo>
                    <a:pt x="18508" y="998"/>
                    <a:pt x="18402" y="891"/>
                    <a:pt x="18257" y="853"/>
                  </a:cubicBezTo>
                  <a:cubicBezTo>
                    <a:pt x="17566" y="729"/>
                    <a:pt x="16837" y="640"/>
                    <a:pt x="16125" y="623"/>
                  </a:cubicBezTo>
                  <a:lnTo>
                    <a:pt x="15205" y="623"/>
                  </a:lnTo>
                  <a:cubicBezTo>
                    <a:pt x="15328" y="482"/>
                    <a:pt x="15256" y="235"/>
                    <a:pt x="15115" y="128"/>
                  </a:cubicBezTo>
                  <a:cubicBezTo>
                    <a:pt x="15026" y="56"/>
                    <a:pt x="14902" y="22"/>
                    <a:pt x="147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0" name="Google Shape;1820;p58"/>
            <p:cNvGrpSpPr/>
            <p:nvPr/>
          </p:nvGrpSpPr>
          <p:grpSpPr>
            <a:xfrm>
              <a:off x="6847670" y="3278039"/>
              <a:ext cx="1459726" cy="400162"/>
              <a:chOff x="6847670" y="3278039"/>
              <a:chExt cx="1459726" cy="400162"/>
            </a:xfrm>
          </p:grpSpPr>
          <p:sp>
            <p:nvSpPr>
              <p:cNvPr id="1821" name="Google Shape;1821;p58"/>
              <p:cNvSpPr/>
              <p:nvPr/>
            </p:nvSpPr>
            <p:spPr>
              <a:xfrm rot="317815">
                <a:off x="6856972" y="3343987"/>
                <a:ext cx="1441122" cy="268266"/>
              </a:xfrm>
              <a:custGeom>
                <a:rect b="b" l="l" r="r" t="t"/>
                <a:pathLst>
                  <a:path extrusionOk="0" h="3905" w="20976">
                    <a:moveTo>
                      <a:pt x="14706" y="141"/>
                    </a:moveTo>
                    <a:cubicBezTo>
                      <a:pt x="14812" y="158"/>
                      <a:pt x="14919" y="196"/>
                      <a:pt x="14987" y="247"/>
                    </a:cubicBezTo>
                    <a:cubicBezTo>
                      <a:pt x="15042" y="264"/>
                      <a:pt x="15076" y="320"/>
                      <a:pt x="15093" y="354"/>
                    </a:cubicBezTo>
                    <a:cubicBezTo>
                      <a:pt x="15115" y="409"/>
                      <a:pt x="15132" y="460"/>
                      <a:pt x="15132" y="516"/>
                    </a:cubicBezTo>
                    <a:cubicBezTo>
                      <a:pt x="15132" y="567"/>
                      <a:pt x="15115" y="601"/>
                      <a:pt x="15076" y="639"/>
                    </a:cubicBezTo>
                    <a:lnTo>
                      <a:pt x="14970" y="763"/>
                    </a:lnTo>
                    <a:lnTo>
                      <a:pt x="16052" y="763"/>
                    </a:lnTo>
                    <a:cubicBezTo>
                      <a:pt x="16764" y="780"/>
                      <a:pt x="17476" y="870"/>
                      <a:pt x="18184" y="993"/>
                    </a:cubicBezTo>
                    <a:cubicBezTo>
                      <a:pt x="18239" y="1010"/>
                      <a:pt x="18273" y="1027"/>
                      <a:pt x="18312" y="1083"/>
                    </a:cubicBezTo>
                    <a:cubicBezTo>
                      <a:pt x="18363" y="1117"/>
                      <a:pt x="18380" y="1155"/>
                      <a:pt x="18397" y="1206"/>
                    </a:cubicBezTo>
                    <a:lnTo>
                      <a:pt x="18397" y="1240"/>
                    </a:lnTo>
                    <a:cubicBezTo>
                      <a:pt x="18397" y="1279"/>
                      <a:pt x="18380" y="1313"/>
                      <a:pt x="18363" y="1347"/>
                    </a:cubicBezTo>
                    <a:cubicBezTo>
                      <a:pt x="18346" y="1385"/>
                      <a:pt x="18290" y="1420"/>
                      <a:pt x="18222" y="1437"/>
                    </a:cubicBezTo>
                    <a:cubicBezTo>
                      <a:pt x="18167" y="1454"/>
                      <a:pt x="18098" y="1475"/>
                      <a:pt x="18026" y="1475"/>
                    </a:cubicBezTo>
                    <a:lnTo>
                      <a:pt x="17796" y="1475"/>
                    </a:lnTo>
                    <a:cubicBezTo>
                      <a:pt x="17672" y="1475"/>
                      <a:pt x="17544" y="1475"/>
                      <a:pt x="17438" y="1560"/>
                    </a:cubicBezTo>
                    <a:lnTo>
                      <a:pt x="17331" y="1633"/>
                    </a:lnTo>
                    <a:lnTo>
                      <a:pt x="17459" y="1688"/>
                    </a:lnTo>
                    <a:cubicBezTo>
                      <a:pt x="17583" y="1739"/>
                      <a:pt x="17723" y="1773"/>
                      <a:pt x="17864" y="1829"/>
                    </a:cubicBezTo>
                    <a:cubicBezTo>
                      <a:pt x="17919" y="1846"/>
                      <a:pt x="17992" y="1863"/>
                      <a:pt x="18060" y="1901"/>
                    </a:cubicBezTo>
                    <a:cubicBezTo>
                      <a:pt x="18954" y="2173"/>
                      <a:pt x="19863" y="2333"/>
                      <a:pt x="20788" y="2344"/>
                    </a:cubicBezTo>
                    <a:lnTo>
                      <a:pt x="20788" y="2344"/>
                    </a:lnTo>
                    <a:cubicBezTo>
                      <a:pt x="20769" y="2392"/>
                      <a:pt x="20742" y="2433"/>
                      <a:pt x="20707" y="2468"/>
                    </a:cubicBezTo>
                    <a:cubicBezTo>
                      <a:pt x="20635" y="2558"/>
                      <a:pt x="20511" y="2626"/>
                      <a:pt x="20387" y="2681"/>
                    </a:cubicBezTo>
                    <a:cubicBezTo>
                      <a:pt x="20264" y="2715"/>
                      <a:pt x="20102" y="2754"/>
                      <a:pt x="19978" y="2771"/>
                    </a:cubicBezTo>
                    <a:cubicBezTo>
                      <a:pt x="19658" y="2805"/>
                      <a:pt x="19339" y="2822"/>
                      <a:pt x="19019" y="2822"/>
                    </a:cubicBezTo>
                    <a:cubicBezTo>
                      <a:pt x="18397" y="2822"/>
                      <a:pt x="17757" y="2771"/>
                      <a:pt x="17139" y="2698"/>
                    </a:cubicBezTo>
                    <a:cubicBezTo>
                      <a:pt x="16977" y="2698"/>
                      <a:pt x="16820" y="2681"/>
                      <a:pt x="16658" y="2664"/>
                    </a:cubicBezTo>
                    <a:cubicBezTo>
                      <a:pt x="16052" y="2609"/>
                      <a:pt x="15451" y="2541"/>
                      <a:pt x="14829" y="2541"/>
                    </a:cubicBezTo>
                    <a:cubicBezTo>
                      <a:pt x="14667" y="2541"/>
                      <a:pt x="14509" y="2558"/>
                      <a:pt x="14369" y="2558"/>
                    </a:cubicBezTo>
                    <a:cubicBezTo>
                      <a:pt x="14049" y="2575"/>
                      <a:pt x="13747" y="2609"/>
                      <a:pt x="13461" y="2732"/>
                    </a:cubicBezTo>
                    <a:cubicBezTo>
                      <a:pt x="13248" y="2822"/>
                      <a:pt x="13090" y="2945"/>
                      <a:pt x="12911" y="3052"/>
                    </a:cubicBezTo>
                    <a:cubicBezTo>
                      <a:pt x="12468" y="3338"/>
                      <a:pt x="11986" y="3534"/>
                      <a:pt x="11492" y="3640"/>
                    </a:cubicBezTo>
                    <a:cubicBezTo>
                      <a:pt x="11419" y="3657"/>
                      <a:pt x="11347" y="3674"/>
                      <a:pt x="11279" y="3691"/>
                    </a:cubicBezTo>
                    <a:cubicBezTo>
                      <a:pt x="10995" y="3746"/>
                      <a:pt x="10727" y="3764"/>
                      <a:pt x="10448" y="3764"/>
                    </a:cubicBezTo>
                    <a:lnTo>
                      <a:pt x="10448" y="3764"/>
                    </a:lnTo>
                    <a:cubicBezTo>
                      <a:pt x="10445" y="3752"/>
                      <a:pt x="10443" y="3741"/>
                      <a:pt x="10443" y="3730"/>
                    </a:cubicBezTo>
                    <a:cubicBezTo>
                      <a:pt x="10443" y="3623"/>
                      <a:pt x="10477" y="3517"/>
                      <a:pt x="10511" y="3427"/>
                    </a:cubicBezTo>
                    <a:lnTo>
                      <a:pt x="10567" y="3303"/>
                    </a:lnTo>
                    <a:lnTo>
                      <a:pt x="10443" y="3321"/>
                    </a:lnTo>
                    <a:cubicBezTo>
                      <a:pt x="9147" y="3568"/>
                      <a:pt x="7847" y="3691"/>
                      <a:pt x="6535" y="3691"/>
                    </a:cubicBezTo>
                    <a:cubicBezTo>
                      <a:pt x="5623" y="3691"/>
                      <a:pt x="4711" y="3627"/>
                      <a:pt x="3819" y="3511"/>
                    </a:cubicBezTo>
                    <a:lnTo>
                      <a:pt x="3819" y="3511"/>
                    </a:lnTo>
                    <a:lnTo>
                      <a:pt x="3943" y="3197"/>
                    </a:lnTo>
                    <a:lnTo>
                      <a:pt x="3854" y="3180"/>
                    </a:lnTo>
                    <a:cubicBezTo>
                      <a:pt x="2733" y="2911"/>
                      <a:pt x="1599" y="2732"/>
                      <a:pt x="461" y="2647"/>
                    </a:cubicBezTo>
                    <a:cubicBezTo>
                      <a:pt x="354" y="2626"/>
                      <a:pt x="282" y="2592"/>
                      <a:pt x="231" y="2519"/>
                    </a:cubicBezTo>
                    <a:cubicBezTo>
                      <a:pt x="175" y="2468"/>
                      <a:pt x="141" y="2379"/>
                      <a:pt x="141" y="2289"/>
                    </a:cubicBezTo>
                    <a:cubicBezTo>
                      <a:pt x="141" y="2238"/>
                      <a:pt x="158" y="2165"/>
                      <a:pt x="196" y="2114"/>
                    </a:cubicBezTo>
                    <a:cubicBezTo>
                      <a:pt x="213" y="2059"/>
                      <a:pt x="265" y="2025"/>
                      <a:pt x="320" y="1986"/>
                    </a:cubicBezTo>
                    <a:lnTo>
                      <a:pt x="550" y="1880"/>
                    </a:lnTo>
                    <a:cubicBezTo>
                      <a:pt x="657" y="1812"/>
                      <a:pt x="763" y="1756"/>
                      <a:pt x="870" y="1739"/>
                    </a:cubicBezTo>
                    <a:cubicBezTo>
                      <a:pt x="976" y="1705"/>
                      <a:pt x="1100" y="1688"/>
                      <a:pt x="1224" y="1688"/>
                    </a:cubicBezTo>
                    <a:cubicBezTo>
                      <a:pt x="1279" y="1688"/>
                      <a:pt x="1330" y="1688"/>
                      <a:pt x="1369" y="1705"/>
                    </a:cubicBezTo>
                    <a:cubicBezTo>
                      <a:pt x="1795" y="1722"/>
                      <a:pt x="2166" y="1812"/>
                      <a:pt x="2558" y="1935"/>
                    </a:cubicBezTo>
                    <a:cubicBezTo>
                      <a:pt x="2929" y="2042"/>
                      <a:pt x="3304" y="2182"/>
                      <a:pt x="3713" y="2272"/>
                    </a:cubicBezTo>
                    <a:cubicBezTo>
                      <a:pt x="3798" y="2289"/>
                      <a:pt x="3888" y="2306"/>
                      <a:pt x="3960" y="2306"/>
                    </a:cubicBezTo>
                    <a:cubicBezTo>
                      <a:pt x="4118" y="2306"/>
                      <a:pt x="4280" y="2272"/>
                      <a:pt x="4420" y="2221"/>
                    </a:cubicBezTo>
                    <a:cubicBezTo>
                      <a:pt x="4617" y="2131"/>
                      <a:pt x="4813" y="2008"/>
                      <a:pt x="4992" y="1901"/>
                    </a:cubicBezTo>
                    <a:cubicBezTo>
                      <a:pt x="5183" y="1812"/>
                      <a:pt x="5362" y="1739"/>
                      <a:pt x="5576" y="1739"/>
                    </a:cubicBezTo>
                    <a:lnTo>
                      <a:pt x="5610" y="1739"/>
                    </a:lnTo>
                    <a:cubicBezTo>
                      <a:pt x="5985" y="1756"/>
                      <a:pt x="6321" y="1986"/>
                      <a:pt x="6483" y="2327"/>
                    </a:cubicBezTo>
                    <a:lnTo>
                      <a:pt x="6535" y="2451"/>
                    </a:lnTo>
                    <a:lnTo>
                      <a:pt x="6607" y="2327"/>
                    </a:lnTo>
                    <a:cubicBezTo>
                      <a:pt x="6910" y="1773"/>
                      <a:pt x="7566" y="1454"/>
                      <a:pt x="8205" y="1454"/>
                    </a:cubicBezTo>
                    <a:cubicBezTo>
                      <a:pt x="8576" y="1454"/>
                      <a:pt x="8951" y="1581"/>
                      <a:pt x="9254" y="1812"/>
                    </a:cubicBezTo>
                    <a:lnTo>
                      <a:pt x="9288" y="1846"/>
                    </a:lnTo>
                    <a:lnTo>
                      <a:pt x="9322" y="1812"/>
                    </a:lnTo>
                    <a:cubicBezTo>
                      <a:pt x="9804" y="1509"/>
                      <a:pt x="10281" y="1189"/>
                      <a:pt x="10814" y="1117"/>
                    </a:cubicBezTo>
                    <a:lnTo>
                      <a:pt x="10993" y="1117"/>
                    </a:lnTo>
                    <a:cubicBezTo>
                      <a:pt x="11240" y="1117"/>
                      <a:pt x="11492" y="1172"/>
                      <a:pt x="11684" y="1296"/>
                    </a:cubicBezTo>
                    <a:cubicBezTo>
                      <a:pt x="11897" y="1402"/>
                      <a:pt x="12059" y="1581"/>
                      <a:pt x="12131" y="1795"/>
                    </a:cubicBezTo>
                    <a:lnTo>
                      <a:pt x="12199" y="1969"/>
                    </a:lnTo>
                    <a:lnTo>
                      <a:pt x="12272" y="1795"/>
                    </a:lnTo>
                    <a:cubicBezTo>
                      <a:pt x="12608" y="887"/>
                      <a:pt x="13533" y="196"/>
                      <a:pt x="14492" y="141"/>
                    </a:cubicBezTo>
                    <a:close/>
                    <a:moveTo>
                      <a:pt x="14492" y="0"/>
                    </a:moveTo>
                    <a:cubicBezTo>
                      <a:pt x="13516" y="65"/>
                      <a:pt x="12605" y="706"/>
                      <a:pt x="12196" y="1588"/>
                    </a:cubicBezTo>
                    <a:lnTo>
                      <a:pt x="12196" y="1588"/>
                    </a:lnTo>
                    <a:cubicBezTo>
                      <a:pt x="12092" y="1407"/>
                      <a:pt x="11934" y="1268"/>
                      <a:pt x="11756" y="1172"/>
                    </a:cubicBezTo>
                    <a:cubicBezTo>
                      <a:pt x="11526" y="1027"/>
                      <a:pt x="11257" y="976"/>
                      <a:pt x="10993" y="976"/>
                    </a:cubicBezTo>
                    <a:lnTo>
                      <a:pt x="10797" y="976"/>
                    </a:lnTo>
                    <a:cubicBezTo>
                      <a:pt x="10245" y="1063"/>
                      <a:pt x="9742" y="1369"/>
                      <a:pt x="9291" y="1664"/>
                    </a:cubicBezTo>
                    <a:lnTo>
                      <a:pt x="9291" y="1664"/>
                    </a:lnTo>
                    <a:cubicBezTo>
                      <a:pt x="8976" y="1429"/>
                      <a:pt x="8581" y="1313"/>
                      <a:pt x="8205" y="1313"/>
                    </a:cubicBezTo>
                    <a:cubicBezTo>
                      <a:pt x="7550" y="1313"/>
                      <a:pt x="6899" y="1612"/>
                      <a:pt x="6544" y="2154"/>
                    </a:cubicBezTo>
                    <a:lnTo>
                      <a:pt x="6544" y="2154"/>
                    </a:lnTo>
                    <a:cubicBezTo>
                      <a:pt x="6346" y="1828"/>
                      <a:pt x="5994" y="1614"/>
                      <a:pt x="5631" y="1599"/>
                    </a:cubicBezTo>
                    <a:lnTo>
                      <a:pt x="5576" y="1599"/>
                    </a:lnTo>
                    <a:cubicBezTo>
                      <a:pt x="5418" y="1599"/>
                      <a:pt x="5256" y="1633"/>
                      <a:pt x="5132" y="1688"/>
                    </a:cubicBezTo>
                    <a:cubicBezTo>
                      <a:pt x="4919" y="1773"/>
                      <a:pt x="4740" y="1901"/>
                      <a:pt x="4544" y="1986"/>
                    </a:cubicBezTo>
                    <a:cubicBezTo>
                      <a:pt x="4369" y="2093"/>
                      <a:pt x="4173" y="2165"/>
                      <a:pt x="3960" y="2165"/>
                    </a:cubicBezTo>
                    <a:cubicBezTo>
                      <a:pt x="3888" y="2165"/>
                      <a:pt x="3819" y="2148"/>
                      <a:pt x="3747" y="2131"/>
                    </a:cubicBezTo>
                    <a:cubicBezTo>
                      <a:pt x="3338" y="2042"/>
                      <a:pt x="2967" y="1918"/>
                      <a:pt x="2592" y="1795"/>
                    </a:cubicBezTo>
                    <a:cubicBezTo>
                      <a:pt x="2221" y="1667"/>
                      <a:pt x="1812" y="1581"/>
                      <a:pt x="1386" y="1560"/>
                    </a:cubicBezTo>
                    <a:cubicBezTo>
                      <a:pt x="1330" y="1543"/>
                      <a:pt x="1279" y="1543"/>
                      <a:pt x="1224" y="1543"/>
                    </a:cubicBezTo>
                    <a:cubicBezTo>
                      <a:pt x="1083" y="1543"/>
                      <a:pt x="959" y="1560"/>
                      <a:pt x="814" y="1599"/>
                    </a:cubicBezTo>
                    <a:cubicBezTo>
                      <a:pt x="691" y="1633"/>
                      <a:pt x="584" y="1688"/>
                      <a:pt x="478" y="1756"/>
                    </a:cubicBezTo>
                    <a:lnTo>
                      <a:pt x="265" y="1863"/>
                    </a:lnTo>
                    <a:cubicBezTo>
                      <a:pt x="175" y="1901"/>
                      <a:pt x="107" y="1969"/>
                      <a:pt x="69" y="2042"/>
                    </a:cubicBezTo>
                    <a:cubicBezTo>
                      <a:pt x="17" y="2131"/>
                      <a:pt x="0" y="2200"/>
                      <a:pt x="0" y="2289"/>
                    </a:cubicBezTo>
                    <a:cubicBezTo>
                      <a:pt x="0" y="2413"/>
                      <a:pt x="34" y="2519"/>
                      <a:pt x="124" y="2609"/>
                    </a:cubicBezTo>
                    <a:cubicBezTo>
                      <a:pt x="196" y="2698"/>
                      <a:pt x="303" y="2771"/>
                      <a:pt x="444" y="2788"/>
                    </a:cubicBezTo>
                    <a:cubicBezTo>
                      <a:pt x="1556" y="2875"/>
                      <a:pt x="2663" y="3044"/>
                      <a:pt x="3743" y="3302"/>
                    </a:cubicBezTo>
                    <a:lnTo>
                      <a:pt x="3743" y="3302"/>
                    </a:lnTo>
                    <a:lnTo>
                      <a:pt x="3606" y="3623"/>
                    </a:lnTo>
                    <a:lnTo>
                      <a:pt x="3692" y="3640"/>
                    </a:lnTo>
                    <a:cubicBezTo>
                      <a:pt x="4634" y="3764"/>
                      <a:pt x="5593" y="3836"/>
                      <a:pt x="6535" y="3836"/>
                    </a:cubicBezTo>
                    <a:cubicBezTo>
                      <a:pt x="7807" y="3836"/>
                      <a:pt x="9084" y="3720"/>
                      <a:pt x="10342" y="3484"/>
                    </a:cubicBezTo>
                    <a:lnTo>
                      <a:pt x="10342" y="3484"/>
                    </a:lnTo>
                    <a:cubicBezTo>
                      <a:pt x="10315" y="3563"/>
                      <a:pt x="10298" y="3647"/>
                      <a:pt x="10298" y="3730"/>
                    </a:cubicBezTo>
                    <a:cubicBezTo>
                      <a:pt x="10298" y="3764"/>
                      <a:pt x="10320" y="3798"/>
                      <a:pt x="10320" y="3853"/>
                    </a:cubicBezTo>
                    <a:lnTo>
                      <a:pt x="10320" y="3904"/>
                    </a:lnTo>
                    <a:lnTo>
                      <a:pt x="10443" y="3904"/>
                    </a:lnTo>
                    <a:cubicBezTo>
                      <a:pt x="10724" y="3904"/>
                      <a:pt x="11010" y="3887"/>
                      <a:pt x="11296" y="3836"/>
                    </a:cubicBezTo>
                    <a:cubicBezTo>
                      <a:pt x="11364" y="3819"/>
                      <a:pt x="11453" y="3798"/>
                      <a:pt x="11526" y="3781"/>
                    </a:cubicBezTo>
                    <a:cubicBezTo>
                      <a:pt x="12042" y="3674"/>
                      <a:pt x="12536" y="3461"/>
                      <a:pt x="12984" y="3180"/>
                    </a:cubicBezTo>
                    <a:cubicBezTo>
                      <a:pt x="13158" y="3073"/>
                      <a:pt x="13337" y="2945"/>
                      <a:pt x="13516" y="2877"/>
                    </a:cubicBezTo>
                    <a:cubicBezTo>
                      <a:pt x="13781" y="2754"/>
                      <a:pt x="14066" y="2715"/>
                      <a:pt x="14369" y="2698"/>
                    </a:cubicBezTo>
                    <a:cubicBezTo>
                      <a:pt x="14527" y="2698"/>
                      <a:pt x="14667" y="2681"/>
                      <a:pt x="14829" y="2681"/>
                    </a:cubicBezTo>
                    <a:cubicBezTo>
                      <a:pt x="15434" y="2681"/>
                      <a:pt x="16035" y="2754"/>
                      <a:pt x="16641" y="2805"/>
                    </a:cubicBezTo>
                    <a:cubicBezTo>
                      <a:pt x="16798" y="2822"/>
                      <a:pt x="16960" y="2839"/>
                      <a:pt x="17118" y="2839"/>
                    </a:cubicBezTo>
                    <a:cubicBezTo>
                      <a:pt x="17757" y="2911"/>
                      <a:pt x="18380" y="2967"/>
                      <a:pt x="19019" y="2967"/>
                    </a:cubicBezTo>
                    <a:cubicBezTo>
                      <a:pt x="19339" y="2967"/>
                      <a:pt x="19658" y="2945"/>
                      <a:pt x="19995" y="2911"/>
                    </a:cubicBezTo>
                    <a:cubicBezTo>
                      <a:pt x="20191" y="2894"/>
                      <a:pt x="20387" y="2839"/>
                      <a:pt x="20583" y="2754"/>
                    </a:cubicBezTo>
                    <a:cubicBezTo>
                      <a:pt x="20673" y="2698"/>
                      <a:pt x="20741" y="2647"/>
                      <a:pt x="20814" y="2558"/>
                    </a:cubicBezTo>
                    <a:cubicBezTo>
                      <a:pt x="20886" y="2485"/>
                      <a:pt x="20937" y="2396"/>
                      <a:pt x="20954" y="2289"/>
                    </a:cubicBezTo>
                    <a:lnTo>
                      <a:pt x="20976" y="2200"/>
                    </a:lnTo>
                    <a:lnTo>
                      <a:pt x="20886" y="2200"/>
                    </a:lnTo>
                    <a:cubicBezTo>
                      <a:pt x="19944" y="2200"/>
                      <a:pt x="19002" y="2042"/>
                      <a:pt x="18115" y="1756"/>
                    </a:cubicBezTo>
                    <a:cubicBezTo>
                      <a:pt x="18043" y="1739"/>
                      <a:pt x="17971" y="1722"/>
                      <a:pt x="17902" y="1688"/>
                    </a:cubicBezTo>
                    <a:cubicBezTo>
                      <a:pt x="17837" y="1668"/>
                      <a:pt x="17765" y="1644"/>
                      <a:pt x="17694" y="1618"/>
                    </a:cubicBezTo>
                    <a:lnTo>
                      <a:pt x="17694" y="1618"/>
                    </a:lnTo>
                    <a:cubicBezTo>
                      <a:pt x="17726" y="1616"/>
                      <a:pt x="17760" y="1616"/>
                      <a:pt x="17796" y="1616"/>
                    </a:cubicBezTo>
                    <a:lnTo>
                      <a:pt x="18026" y="1616"/>
                    </a:lnTo>
                    <a:cubicBezTo>
                      <a:pt x="18133" y="1616"/>
                      <a:pt x="18256" y="1599"/>
                      <a:pt x="18363" y="1543"/>
                    </a:cubicBezTo>
                    <a:cubicBezTo>
                      <a:pt x="18397" y="1509"/>
                      <a:pt x="18452" y="1475"/>
                      <a:pt x="18486" y="1420"/>
                    </a:cubicBezTo>
                    <a:cubicBezTo>
                      <a:pt x="18525" y="1368"/>
                      <a:pt x="18542" y="1313"/>
                      <a:pt x="18542" y="1240"/>
                    </a:cubicBezTo>
                    <a:cubicBezTo>
                      <a:pt x="18542" y="1223"/>
                      <a:pt x="18542" y="1206"/>
                      <a:pt x="18525" y="1189"/>
                    </a:cubicBezTo>
                    <a:cubicBezTo>
                      <a:pt x="18525" y="1100"/>
                      <a:pt x="18469" y="1027"/>
                      <a:pt x="18418" y="976"/>
                    </a:cubicBezTo>
                    <a:cubicBezTo>
                      <a:pt x="18363" y="921"/>
                      <a:pt x="18290" y="870"/>
                      <a:pt x="18205" y="870"/>
                    </a:cubicBezTo>
                    <a:cubicBezTo>
                      <a:pt x="17493" y="729"/>
                      <a:pt x="16781" y="639"/>
                      <a:pt x="16052" y="622"/>
                    </a:cubicBezTo>
                    <a:lnTo>
                      <a:pt x="15257" y="622"/>
                    </a:lnTo>
                    <a:cubicBezTo>
                      <a:pt x="15269" y="585"/>
                      <a:pt x="15272" y="548"/>
                      <a:pt x="15272" y="516"/>
                    </a:cubicBezTo>
                    <a:cubicBezTo>
                      <a:pt x="15272" y="443"/>
                      <a:pt x="15255" y="371"/>
                      <a:pt x="15221" y="303"/>
                    </a:cubicBezTo>
                    <a:cubicBezTo>
                      <a:pt x="15183" y="230"/>
                      <a:pt x="15132" y="175"/>
                      <a:pt x="15076" y="124"/>
                    </a:cubicBezTo>
                    <a:cubicBezTo>
                      <a:pt x="14970" y="51"/>
                      <a:pt x="14846" y="17"/>
                      <a:pt x="147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2" name="Google Shape;1822;p58"/>
              <p:cNvGrpSpPr/>
              <p:nvPr/>
            </p:nvGrpSpPr>
            <p:grpSpPr>
              <a:xfrm rot="-101101">
                <a:off x="7766313" y="3425405"/>
                <a:ext cx="73738" cy="81286"/>
                <a:chOff x="2469775" y="616649"/>
                <a:chExt cx="73750" cy="81300"/>
              </a:xfrm>
            </p:grpSpPr>
            <p:cxnSp>
              <p:nvCxnSpPr>
                <p:cNvPr id="1823" name="Google Shape;1823;p58"/>
                <p:cNvCxnSpPr/>
                <p:nvPr/>
              </p:nvCxnSpPr>
              <p:spPr>
                <a:xfrm>
                  <a:off x="2469775" y="656474"/>
                  <a:ext cx="0" cy="41400"/>
                </a:xfrm>
                <a:prstGeom prst="straightConnector1">
                  <a:avLst/>
                </a:prstGeom>
                <a:noFill/>
                <a:ln cap="rnd" cmpd="sng" w="9525">
                  <a:solidFill>
                    <a:schemeClr val="dk2"/>
                  </a:solidFill>
                  <a:prstDash val="solid"/>
                  <a:round/>
                  <a:headEnd len="med" w="med" type="none"/>
                  <a:tailEnd len="med" w="med" type="none"/>
                </a:ln>
              </p:spPr>
            </p:cxnSp>
            <p:cxnSp>
              <p:nvCxnSpPr>
                <p:cNvPr id="1824" name="Google Shape;1824;p58"/>
                <p:cNvCxnSpPr/>
                <p:nvPr/>
              </p:nvCxnSpPr>
              <p:spPr>
                <a:xfrm>
                  <a:off x="2505850" y="638949"/>
                  <a:ext cx="0" cy="58800"/>
                </a:xfrm>
                <a:prstGeom prst="straightConnector1">
                  <a:avLst/>
                </a:prstGeom>
                <a:noFill/>
                <a:ln cap="rnd" cmpd="sng" w="9525">
                  <a:solidFill>
                    <a:schemeClr val="dk2"/>
                  </a:solidFill>
                  <a:prstDash val="solid"/>
                  <a:round/>
                  <a:headEnd len="med" w="med" type="none"/>
                  <a:tailEnd len="med" w="med" type="none"/>
                </a:ln>
              </p:spPr>
            </p:cxnSp>
            <p:cxnSp>
              <p:nvCxnSpPr>
                <p:cNvPr id="1825" name="Google Shape;1825;p58"/>
                <p:cNvCxnSpPr/>
                <p:nvPr/>
              </p:nvCxnSpPr>
              <p:spPr>
                <a:xfrm>
                  <a:off x="2543525" y="616649"/>
                  <a:ext cx="0" cy="81300"/>
                </a:xfrm>
                <a:prstGeom prst="straightConnector1">
                  <a:avLst/>
                </a:prstGeom>
                <a:noFill/>
                <a:ln cap="rnd" cmpd="sng" w="9525">
                  <a:solidFill>
                    <a:schemeClr val="dk2"/>
                  </a:solidFill>
                  <a:prstDash val="solid"/>
                  <a:round/>
                  <a:headEnd len="med" w="med" type="none"/>
                  <a:tailEnd len="med" w="med" type="none"/>
                </a:ln>
              </p:spPr>
            </p:cxnSp>
          </p:grpSp>
        </p:grpSp>
      </p:grpSp>
      <p:grpSp>
        <p:nvGrpSpPr>
          <p:cNvPr id="1826" name="Google Shape;1826;p58"/>
          <p:cNvGrpSpPr/>
          <p:nvPr/>
        </p:nvGrpSpPr>
        <p:grpSpPr>
          <a:xfrm rot="317692">
            <a:off x="7189574" y="619698"/>
            <a:ext cx="741854" cy="984114"/>
            <a:chOff x="9307511" y="3611368"/>
            <a:chExt cx="820856" cy="1088916"/>
          </a:xfrm>
        </p:grpSpPr>
        <p:sp>
          <p:nvSpPr>
            <p:cNvPr id="1827" name="Google Shape;1827;p58"/>
            <p:cNvSpPr/>
            <p:nvPr/>
          </p:nvSpPr>
          <p:spPr>
            <a:xfrm>
              <a:off x="9698276" y="3631280"/>
              <a:ext cx="14519" cy="104536"/>
            </a:xfrm>
            <a:custGeom>
              <a:rect b="b" l="l" r="r" t="t"/>
              <a:pathLst>
                <a:path extrusionOk="0" h="1260" w="175">
                  <a:moveTo>
                    <a:pt x="88" y="0"/>
                  </a:moveTo>
                  <a:cubicBezTo>
                    <a:pt x="44" y="0"/>
                    <a:pt x="0" y="27"/>
                    <a:pt x="0" y="80"/>
                  </a:cubicBezTo>
                  <a:lnTo>
                    <a:pt x="0" y="1180"/>
                  </a:lnTo>
                  <a:cubicBezTo>
                    <a:pt x="0" y="1233"/>
                    <a:pt x="44" y="1260"/>
                    <a:pt x="88" y="1260"/>
                  </a:cubicBezTo>
                  <a:cubicBezTo>
                    <a:pt x="131" y="1260"/>
                    <a:pt x="175" y="1233"/>
                    <a:pt x="175" y="1180"/>
                  </a:cubicBezTo>
                  <a:lnTo>
                    <a:pt x="175" y="80"/>
                  </a:lnTo>
                  <a:cubicBezTo>
                    <a:pt x="175" y="27"/>
                    <a:pt x="131" y="0"/>
                    <a:pt x="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8"/>
            <p:cNvSpPr/>
            <p:nvPr/>
          </p:nvSpPr>
          <p:spPr>
            <a:xfrm>
              <a:off x="9684836" y="3611368"/>
              <a:ext cx="41400" cy="41068"/>
            </a:xfrm>
            <a:custGeom>
              <a:rect b="b" l="l" r="r" t="t"/>
              <a:pathLst>
                <a:path extrusionOk="0" h="495" w="499">
                  <a:moveTo>
                    <a:pt x="247" y="0"/>
                  </a:moveTo>
                  <a:cubicBezTo>
                    <a:pt x="107" y="0"/>
                    <a:pt x="0" y="107"/>
                    <a:pt x="0" y="247"/>
                  </a:cubicBezTo>
                  <a:cubicBezTo>
                    <a:pt x="0" y="371"/>
                    <a:pt x="107" y="495"/>
                    <a:pt x="247" y="495"/>
                  </a:cubicBezTo>
                  <a:cubicBezTo>
                    <a:pt x="375" y="495"/>
                    <a:pt x="499" y="371"/>
                    <a:pt x="499" y="247"/>
                  </a:cubicBezTo>
                  <a:cubicBezTo>
                    <a:pt x="499" y="107"/>
                    <a:pt x="375"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8"/>
            <p:cNvSpPr/>
            <p:nvPr/>
          </p:nvSpPr>
          <p:spPr>
            <a:xfrm>
              <a:off x="9639205" y="4555593"/>
              <a:ext cx="150333" cy="86367"/>
            </a:xfrm>
            <a:custGeom>
              <a:rect b="b" l="l" r="r" t="t"/>
              <a:pathLst>
                <a:path extrusionOk="0" h="1041" w="1812">
                  <a:moveTo>
                    <a:pt x="1733" y="1"/>
                  </a:moveTo>
                  <a:cubicBezTo>
                    <a:pt x="1702" y="1"/>
                    <a:pt x="1671" y="19"/>
                    <a:pt x="1671" y="55"/>
                  </a:cubicBezTo>
                  <a:cubicBezTo>
                    <a:pt x="1688" y="426"/>
                    <a:pt x="1509" y="746"/>
                    <a:pt x="1155" y="874"/>
                  </a:cubicBezTo>
                  <a:cubicBezTo>
                    <a:pt x="1065" y="899"/>
                    <a:pt x="970" y="912"/>
                    <a:pt x="876" y="912"/>
                  </a:cubicBezTo>
                  <a:cubicBezTo>
                    <a:pt x="654" y="912"/>
                    <a:pt x="435" y="839"/>
                    <a:pt x="286" y="677"/>
                  </a:cubicBezTo>
                  <a:cubicBezTo>
                    <a:pt x="158" y="516"/>
                    <a:pt x="124" y="319"/>
                    <a:pt x="141" y="128"/>
                  </a:cubicBezTo>
                  <a:cubicBezTo>
                    <a:pt x="151" y="74"/>
                    <a:pt x="110" y="38"/>
                    <a:pt x="73" y="38"/>
                  </a:cubicBezTo>
                  <a:cubicBezTo>
                    <a:pt x="48" y="38"/>
                    <a:pt x="24" y="54"/>
                    <a:pt x="17" y="89"/>
                  </a:cubicBezTo>
                  <a:cubicBezTo>
                    <a:pt x="0" y="302"/>
                    <a:pt x="17" y="516"/>
                    <a:pt x="124" y="695"/>
                  </a:cubicBezTo>
                  <a:cubicBezTo>
                    <a:pt x="230" y="835"/>
                    <a:pt x="392" y="942"/>
                    <a:pt x="567" y="997"/>
                  </a:cubicBezTo>
                  <a:cubicBezTo>
                    <a:pt x="659" y="1026"/>
                    <a:pt x="758" y="1041"/>
                    <a:pt x="860" y="1041"/>
                  </a:cubicBezTo>
                  <a:cubicBezTo>
                    <a:pt x="1132" y="1041"/>
                    <a:pt x="1419" y="937"/>
                    <a:pt x="1599" y="729"/>
                  </a:cubicBezTo>
                  <a:cubicBezTo>
                    <a:pt x="1756" y="554"/>
                    <a:pt x="1812" y="302"/>
                    <a:pt x="1795" y="55"/>
                  </a:cubicBezTo>
                  <a:cubicBezTo>
                    <a:pt x="1795" y="19"/>
                    <a:pt x="1764" y="1"/>
                    <a:pt x="17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8"/>
            <p:cNvSpPr/>
            <p:nvPr/>
          </p:nvSpPr>
          <p:spPr>
            <a:xfrm>
              <a:off x="9914981" y="4520499"/>
              <a:ext cx="67202" cy="175056"/>
            </a:xfrm>
            <a:custGeom>
              <a:rect b="b" l="l" r="r" t="t"/>
              <a:pathLst>
                <a:path extrusionOk="0" h="2110" w="810">
                  <a:moveTo>
                    <a:pt x="199" y="1"/>
                  </a:moveTo>
                  <a:cubicBezTo>
                    <a:pt x="102" y="1"/>
                    <a:pt x="0" y="83"/>
                    <a:pt x="31" y="210"/>
                  </a:cubicBezTo>
                  <a:cubicBezTo>
                    <a:pt x="159" y="725"/>
                    <a:pt x="282" y="1258"/>
                    <a:pt x="406" y="1774"/>
                  </a:cubicBezTo>
                  <a:cubicBezTo>
                    <a:pt x="423" y="1846"/>
                    <a:pt x="440" y="1915"/>
                    <a:pt x="457" y="1987"/>
                  </a:cubicBezTo>
                  <a:cubicBezTo>
                    <a:pt x="479" y="2072"/>
                    <a:pt x="543" y="2109"/>
                    <a:pt x="609" y="2109"/>
                  </a:cubicBezTo>
                  <a:cubicBezTo>
                    <a:pt x="708" y="2109"/>
                    <a:pt x="810" y="2026"/>
                    <a:pt x="777" y="1898"/>
                  </a:cubicBezTo>
                  <a:cubicBezTo>
                    <a:pt x="653" y="1382"/>
                    <a:pt x="529" y="870"/>
                    <a:pt x="406" y="355"/>
                  </a:cubicBezTo>
                  <a:cubicBezTo>
                    <a:pt x="389" y="265"/>
                    <a:pt x="372" y="193"/>
                    <a:pt x="350" y="124"/>
                  </a:cubicBezTo>
                  <a:cubicBezTo>
                    <a:pt x="330" y="38"/>
                    <a:pt x="265" y="1"/>
                    <a:pt x="1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8"/>
            <p:cNvSpPr/>
            <p:nvPr/>
          </p:nvSpPr>
          <p:spPr>
            <a:xfrm>
              <a:off x="9951402" y="4672242"/>
              <a:ext cx="74005" cy="28042"/>
            </a:xfrm>
            <a:custGeom>
              <a:rect b="b" l="l" r="r" t="t"/>
              <a:pathLst>
                <a:path extrusionOk="0" h="338" w="892">
                  <a:moveTo>
                    <a:pt x="180" y="0"/>
                  </a:moveTo>
                  <a:cubicBezTo>
                    <a:pt x="90" y="0"/>
                    <a:pt x="1" y="69"/>
                    <a:pt x="18" y="158"/>
                  </a:cubicBezTo>
                  <a:cubicBezTo>
                    <a:pt x="18" y="248"/>
                    <a:pt x="90" y="337"/>
                    <a:pt x="180" y="337"/>
                  </a:cubicBezTo>
                  <a:lnTo>
                    <a:pt x="730" y="337"/>
                  </a:lnTo>
                  <a:cubicBezTo>
                    <a:pt x="819" y="337"/>
                    <a:pt x="892" y="248"/>
                    <a:pt x="892" y="158"/>
                  </a:cubicBezTo>
                  <a:cubicBezTo>
                    <a:pt x="892" y="69"/>
                    <a:pt x="819" y="0"/>
                    <a:pt x="7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8"/>
            <p:cNvSpPr/>
            <p:nvPr/>
          </p:nvSpPr>
          <p:spPr>
            <a:xfrm>
              <a:off x="9449381" y="4520499"/>
              <a:ext cx="65791" cy="175056"/>
            </a:xfrm>
            <a:custGeom>
              <a:rect b="b" l="l" r="r" t="t"/>
              <a:pathLst>
                <a:path extrusionOk="0" h="2110" w="793">
                  <a:moveTo>
                    <a:pt x="594" y="1"/>
                  </a:moveTo>
                  <a:cubicBezTo>
                    <a:pt x="528" y="1"/>
                    <a:pt x="463" y="38"/>
                    <a:pt x="443" y="124"/>
                  </a:cubicBezTo>
                  <a:cubicBezTo>
                    <a:pt x="315" y="636"/>
                    <a:pt x="191" y="1169"/>
                    <a:pt x="68" y="1684"/>
                  </a:cubicBezTo>
                  <a:cubicBezTo>
                    <a:pt x="68" y="1757"/>
                    <a:pt x="51" y="1829"/>
                    <a:pt x="34" y="1898"/>
                  </a:cubicBezTo>
                  <a:cubicBezTo>
                    <a:pt x="0" y="2026"/>
                    <a:pt x="102" y="2109"/>
                    <a:pt x="201" y="2109"/>
                  </a:cubicBezTo>
                  <a:cubicBezTo>
                    <a:pt x="267" y="2109"/>
                    <a:pt x="331" y="2072"/>
                    <a:pt x="353" y="1987"/>
                  </a:cubicBezTo>
                  <a:cubicBezTo>
                    <a:pt x="477" y="1471"/>
                    <a:pt x="583" y="956"/>
                    <a:pt x="707" y="423"/>
                  </a:cubicBezTo>
                  <a:cubicBezTo>
                    <a:pt x="724" y="355"/>
                    <a:pt x="741" y="282"/>
                    <a:pt x="762" y="210"/>
                  </a:cubicBezTo>
                  <a:cubicBezTo>
                    <a:pt x="793" y="83"/>
                    <a:pt x="692" y="1"/>
                    <a:pt x="5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8"/>
            <p:cNvSpPr/>
            <p:nvPr/>
          </p:nvSpPr>
          <p:spPr>
            <a:xfrm>
              <a:off x="9404746" y="4672242"/>
              <a:ext cx="74005" cy="28042"/>
            </a:xfrm>
            <a:custGeom>
              <a:rect b="b" l="l" r="r" t="t"/>
              <a:pathLst>
                <a:path extrusionOk="0" h="338" w="892">
                  <a:moveTo>
                    <a:pt x="179" y="0"/>
                  </a:moveTo>
                  <a:cubicBezTo>
                    <a:pt x="90" y="0"/>
                    <a:pt x="0" y="69"/>
                    <a:pt x="0" y="158"/>
                  </a:cubicBezTo>
                  <a:cubicBezTo>
                    <a:pt x="0" y="248"/>
                    <a:pt x="73" y="337"/>
                    <a:pt x="179" y="337"/>
                  </a:cubicBezTo>
                  <a:lnTo>
                    <a:pt x="712" y="337"/>
                  </a:lnTo>
                  <a:cubicBezTo>
                    <a:pt x="802" y="337"/>
                    <a:pt x="891" y="248"/>
                    <a:pt x="891" y="158"/>
                  </a:cubicBezTo>
                  <a:cubicBezTo>
                    <a:pt x="874" y="69"/>
                    <a:pt x="819" y="0"/>
                    <a:pt x="7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8"/>
            <p:cNvSpPr/>
            <p:nvPr/>
          </p:nvSpPr>
          <p:spPr>
            <a:xfrm>
              <a:off x="9342854" y="4414470"/>
              <a:ext cx="758964" cy="155974"/>
            </a:xfrm>
            <a:custGeom>
              <a:rect b="b" l="l" r="r" t="t"/>
              <a:pathLst>
                <a:path extrusionOk="0" h="1880" w="9148">
                  <a:moveTo>
                    <a:pt x="5282" y="780"/>
                  </a:moveTo>
                  <a:lnTo>
                    <a:pt x="5282" y="780"/>
                  </a:lnTo>
                  <a:cubicBezTo>
                    <a:pt x="5264" y="781"/>
                    <a:pt x="5248" y="784"/>
                    <a:pt x="5231" y="787"/>
                  </a:cubicBezTo>
                  <a:lnTo>
                    <a:pt x="5231" y="787"/>
                  </a:lnTo>
                  <a:cubicBezTo>
                    <a:pt x="5248" y="785"/>
                    <a:pt x="5265" y="783"/>
                    <a:pt x="5282" y="780"/>
                  </a:cubicBezTo>
                  <a:close/>
                  <a:moveTo>
                    <a:pt x="8578" y="1"/>
                  </a:moveTo>
                  <a:cubicBezTo>
                    <a:pt x="8538" y="1"/>
                    <a:pt x="8497" y="6"/>
                    <a:pt x="8457" y="17"/>
                  </a:cubicBezTo>
                  <a:cubicBezTo>
                    <a:pt x="7415" y="325"/>
                    <a:pt x="6370" y="632"/>
                    <a:pt x="5282" y="780"/>
                  </a:cubicBezTo>
                  <a:lnTo>
                    <a:pt x="5282" y="780"/>
                  </a:lnTo>
                  <a:cubicBezTo>
                    <a:pt x="5286" y="780"/>
                    <a:pt x="5290" y="780"/>
                    <a:pt x="5294" y="780"/>
                  </a:cubicBezTo>
                  <a:cubicBezTo>
                    <a:pt x="5266" y="784"/>
                    <a:pt x="5238" y="788"/>
                    <a:pt x="5209" y="791"/>
                  </a:cubicBezTo>
                  <a:lnTo>
                    <a:pt x="5209" y="791"/>
                  </a:lnTo>
                  <a:cubicBezTo>
                    <a:pt x="5217" y="790"/>
                    <a:pt x="5224" y="789"/>
                    <a:pt x="5231" y="787"/>
                  </a:cubicBezTo>
                  <a:lnTo>
                    <a:pt x="5231" y="787"/>
                  </a:lnTo>
                  <a:cubicBezTo>
                    <a:pt x="5206" y="791"/>
                    <a:pt x="5180" y="794"/>
                    <a:pt x="5154" y="797"/>
                  </a:cubicBezTo>
                  <a:cubicBezTo>
                    <a:pt x="5158" y="797"/>
                    <a:pt x="5162" y="797"/>
                    <a:pt x="5166" y="797"/>
                  </a:cubicBezTo>
                  <a:lnTo>
                    <a:pt x="5166" y="797"/>
                  </a:lnTo>
                  <a:cubicBezTo>
                    <a:pt x="4741" y="850"/>
                    <a:pt x="4318" y="875"/>
                    <a:pt x="3895" y="875"/>
                  </a:cubicBezTo>
                  <a:cubicBezTo>
                    <a:pt x="3501" y="875"/>
                    <a:pt x="3107" y="853"/>
                    <a:pt x="2710" y="810"/>
                  </a:cubicBezTo>
                  <a:lnTo>
                    <a:pt x="2710" y="810"/>
                  </a:lnTo>
                  <a:cubicBezTo>
                    <a:pt x="2714" y="811"/>
                    <a:pt x="2717" y="813"/>
                    <a:pt x="2720" y="814"/>
                  </a:cubicBezTo>
                  <a:cubicBezTo>
                    <a:pt x="2697" y="811"/>
                    <a:pt x="2674" y="807"/>
                    <a:pt x="2651" y="804"/>
                  </a:cubicBezTo>
                  <a:lnTo>
                    <a:pt x="2651" y="804"/>
                  </a:lnTo>
                  <a:cubicBezTo>
                    <a:pt x="2671" y="806"/>
                    <a:pt x="2691" y="808"/>
                    <a:pt x="2710" y="810"/>
                  </a:cubicBezTo>
                  <a:lnTo>
                    <a:pt x="2710" y="810"/>
                  </a:lnTo>
                  <a:cubicBezTo>
                    <a:pt x="2681" y="799"/>
                    <a:pt x="2642" y="797"/>
                    <a:pt x="2612" y="797"/>
                  </a:cubicBezTo>
                  <a:lnTo>
                    <a:pt x="2612" y="797"/>
                  </a:lnTo>
                  <a:cubicBezTo>
                    <a:pt x="2625" y="799"/>
                    <a:pt x="2638" y="801"/>
                    <a:pt x="2651" y="804"/>
                  </a:cubicBezTo>
                  <a:lnTo>
                    <a:pt x="2651" y="804"/>
                  </a:lnTo>
                  <a:cubicBezTo>
                    <a:pt x="2633" y="801"/>
                    <a:pt x="2615" y="799"/>
                    <a:pt x="2596" y="797"/>
                  </a:cubicBezTo>
                  <a:cubicBezTo>
                    <a:pt x="2601" y="797"/>
                    <a:pt x="2606" y="797"/>
                    <a:pt x="2612" y="797"/>
                  </a:cubicBezTo>
                  <a:lnTo>
                    <a:pt x="2612" y="797"/>
                  </a:lnTo>
                  <a:cubicBezTo>
                    <a:pt x="1955" y="691"/>
                    <a:pt x="1317" y="539"/>
                    <a:pt x="678" y="337"/>
                  </a:cubicBezTo>
                  <a:cubicBezTo>
                    <a:pt x="633" y="321"/>
                    <a:pt x="586" y="313"/>
                    <a:pt x="539" y="313"/>
                  </a:cubicBezTo>
                  <a:cubicBezTo>
                    <a:pt x="326" y="313"/>
                    <a:pt x="115" y="468"/>
                    <a:pt x="56" y="674"/>
                  </a:cubicBezTo>
                  <a:cubicBezTo>
                    <a:pt x="0" y="955"/>
                    <a:pt x="145" y="1206"/>
                    <a:pt x="410" y="1296"/>
                  </a:cubicBezTo>
                  <a:cubicBezTo>
                    <a:pt x="1514" y="1650"/>
                    <a:pt x="2647" y="1863"/>
                    <a:pt x="3820" y="1880"/>
                  </a:cubicBezTo>
                  <a:cubicBezTo>
                    <a:pt x="4868" y="1880"/>
                    <a:pt x="5917" y="1722"/>
                    <a:pt x="6927" y="1471"/>
                  </a:cubicBezTo>
                  <a:cubicBezTo>
                    <a:pt x="7532" y="1330"/>
                    <a:pt x="8137" y="1151"/>
                    <a:pt x="8721" y="976"/>
                  </a:cubicBezTo>
                  <a:cubicBezTo>
                    <a:pt x="8973" y="904"/>
                    <a:pt x="9147" y="635"/>
                    <a:pt x="9079" y="371"/>
                  </a:cubicBezTo>
                  <a:cubicBezTo>
                    <a:pt x="9003" y="161"/>
                    <a:pt x="8799" y="1"/>
                    <a:pt x="85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8"/>
            <p:cNvSpPr/>
            <p:nvPr/>
          </p:nvSpPr>
          <p:spPr>
            <a:xfrm>
              <a:off x="9490283" y="3854290"/>
              <a:ext cx="465848" cy="561673"/>
            </a:xfrm>
            <a:custGeom>
              <a:rect b="b" l="l" r="r" t="t"/>
              <a:pathLst>
                <a:path extrusionOk="0" h="6770" w="5615">
                  <a:moveTo>
                    <a:pt x="5614" y="6147"/>
                  </a:moveTo>
                  <a:cubicBezTo>
                    <a:pt x="5491" y="6198"/>
                    <a:pt x="5418" y="6236"/>
                    <a:pt x="5329" y="6253"/>
                  </a:cubicBezTo>
                  <a:cubicBezTo>
                    <a:pt x="4975" y="6377"/>
                    <a:pt x="4617" y="6484"/>
                    <a:pt x="4263" y="6590"/>
                  </a:cubicBezTo>
                  <a:cubicBezTo>
                    <a:pt x="3926" y="6680"/>
                    <a:pt x="3590" y="6731"/>
                    <a:pt x="3232" y="6731"/>
                  </a:cubicBezTo>
                  <a:cubicBezTo>
                    <a:pt x="2844" y="6748"/>
                    <a:pt x="2435" y="6769"/>
                    <a:pt x="2043" y="6748"/>
                  </a:cubicBezTo>
                  <a:cubicBezTo>
                    <a:pt x="1761" y="6748"/>
                    <a:pt x="1459" y="6731"/>
                    <a:pt x="1173" y="6697"/>
                  </a:cubicBezTo>
                  <a:cubicBezTo>
                    <a:pt x="960" y="6680"/>
                    <a:pt x="764" y="6607"/>
                    <a:pt x="551" y="6573"/>
                  </a:cubicBezTo>
                  <a:cubicBezTo>
                    <a:pt x="393" y="6535"/>
                    <a:pt x="231" y="6501"/>
                    <a:pt x="73" y="6484"/>
                  </a:cubicBezTo>
                  <a:cubicBezTo>
                    <a:pt x="56" y="6467"/>
                    <a:pt x="35" y="6467"/>
                    <a:pt x="1" y="6449"/>
                  </a:cubicBezTo>
                  <a:cubicBezTo>
                    <a:pt x="18" y="6287"/>
                    <a:pt x="35" y="6130"/>
                    <a:pt x="73" y="5968"/>
                  </a:cubicBezTo>
                  <a:cubicBezTo>
                    <a:pt x="107" y="5597"/>
                    <a:pt x="163" y="5205"/>
                    <a:pt x="214" y="4830"/>
                  </a:cubicBezTo>
                  <a:cubicBezTo>
                    <a:pt x="231" y="4655"/>
                    <a:pt x="269" y="4476"/>
                    <a:pt x="303" y="4297"/>
                  </a:cubicBezTo>
                  <a:cubicBezTo>
                    <a:pt x="321" y="4212"/>
                    <a:pt x="321" y="4105"/>
                    <a:pt x="338" y="3999"/>
                  </a:cubicBezTo>
                  <a:cubicBezTo>
                    <a:pt x="393" y="3551"/>
                    <a:pt x="427" y="3091"/>
                    <a:pt x="534" y="2630"/>
                  </a:cubicBezTo>
                  <a:cubicBezTo>
                    <a:pt x="589" y="2434"/>
                    <a:pt x="606" y="2238"/>
                    <a:pt x="657" y="2025"/>
                  </a:cubicBezTo>
                  <a:cubicBezTo>
                    <a:pt x="730" y="1633"/>
                    <a:pt x="853" y="1262"/>
                    <a:pt x="1066" y="925"/>
                  </a:cubicBezTo>
                  <a:cubicBezTo>
                    <a:pt x="1263" y="657"/>
                    <a:pt x="1476" y="444"/>
                    <a:pt x="1778" y="303"/>
                  </a:cubicBezTo>
                  <a:cubicBezTo>
                    <a:pt x="1868" y="269"/>
                    <a:pt x="1936" y="214"/>
                    <a:pt x="2025" y="180"/>
                  </a:cubicBezTo>
                  <a:cubicBezTo>
                    <a:pt x="2345" y="56"/>
                    <a:pt x="2682" y="0"/>
                    <a:pt x="3040" y="35"/>
                  </a:cubicBezTo>
                  <a:cubicBezTo>
                    <a:pt x="3253" y="56"/>
                    <a:pt x="3466" y="90"/>
                    <a:pt x="3658" y="180"/>
                  </a:cubicBezTo>
                  <a:cubicBezTo>
                    <a:pt x="3944" y="303"/>
                    <a:pt x="4140" y="516"/>
                    <a:pt x="4263" y="781"/>
                  </a:cubicBezTo>
                  <a:cubicBezTo>
                    <a:pt x="4404" y="1083"/>
                    <a:pt x="4532" y="1386"/>
                    <a:pt x="4617" y="1705"/>
                  </a:cubicBezTo>
                  <a:cubicBezTo>
                    <a:pt x="4724" y="2042"/>
                    <a:pt x="4813" y="2400"/>
                    <a:pt x="4903" y="2754"/>
                  </a:cubicBezTo>
                  <a:cubicBezTo>
                    <a:pt x="4937" y="2933"/>
                    <a:pt x="4975" y="3108"/>
                    <a:pt x="5009" y="3287"/>
                  </a:cubicBezTo>
                  <a:cubicBezTo>
                    <a:pt x="5082" y="3606"/>
                    <a:pt x="5150" y="3926"/>
                    <a:pt x="5205" y="4246"/>
                  </a:cubicBezTo>
                  <a:cubicBezTo>
                    <a:pt x="5222" y="4280"/>
                    <a:pt x="5222" y="4318"/>
                    <a:pt x="5239" y="4352"/>
                  </a:cubicBezTo>
                  <a:cubicBezTo>
                    <a:pt x="5346" y="4723"/>
                    <a:pt x="5435" y="5115"/>
                    <a:pt x="5469" y="5507"/>
                  </a:cubicBezTo>
                  <a:cubicBezTo>
                    <a:pt x="5469" y="5559"/>
                    <a:pt x="5491" y="5614"/>
                    <a:pt x="5508" y="5665"/>
                  </a:cubicBezTo>
                  <a:cubicBezTo>
                    <a:pt x="5542" y="5827"/>
                    <a:pt x="5576" y="5985"/>
                    <a:pt x="5614" y="6147"/>
                  </a:cubicBezTo>
                  <a:close/>
                  <a:moveTo>
                    <a:pt x="3641" y="2379"/>
                  </a:moveTo>
                  <a:lnTo>
                    <a:pt x="3624" y="2379"/>
                  </a:lnTo>
                  <a:lnTo>
                    <a:pt x="3624" y="2328"/>
                  </a:lnTo>
                  <a:cubicBezTo>
                    <a:pt x="3624" y="1902"/>
                    <a:pt x="3483" y="1548"/>
                    <a:pt x="3091" y="1335"/>
                  </a:cubicBezTo>
                  <a:cubicBezTo>
                    <a:pt x="3040" y="1313"/>
                    <a:pt x="2985" y="1279"/>
                    <a:pt x="2912" y="1279"/>
                  </a:cubicBezTo>
                  <a:cubicBezTo>
                    <a:pt x="2699" y="1245"/>
                    <a:pt x="2486" y="1296"/>
                    <a:pt x="2273" y="1369"/>
                  </a:cubicBezTo>
                  <a:cubicBezTo>
                    <a:pt x="2098" y="1441"/>
                    <a:pt x="1974" y="1565"/>
                    <a:pt x="1846" y="1705"/>
                  </a:cubicBezTo>
                  <a:cubicBezTo>
                    <a:pt x="1706" y="1884"/>
                    <a:pt x="1672" y="2098"/>
                    <a:pt x="1616" y="2311"/>
                  </a:cubicBezTo>
                  <a:cubicBezTo>
                    <a:pt x="1548" y="2613"/>
                    <a:pt x="1565" y="2933"/>
                    <a:pt x="1616" y="3231"/>
                  </a:cubicBezTo>
                  <a:cubicBezTo>
                    <a:pt x="1655" y="3466"/>
                    <a:pt x="1761" y="3658"/>
                    <a:pt x="1953" y="3803"/>
                  </a:cubicBezTo>
                  <a:cubicBezTo>
                    <a:pt x="2115" y="3926"/>
                    <a:pt x="2294" y="3943"/>
                    <a:pt x="2469" y="3977"/>
                  </a:cubicBezTo>
                  <a:cubicBezTo>
                    <a:pt x="2737" y="4016"/>
                    <a:pt x="3002" y="3943"/>
                    <a:pt x="3215" y="3803"/>
                  </a:cubicBezTo>
                  <a:cubicBezTo>
                    <a:pt x="3466" y="3641"/>
                    <a:pt x="3607" y="3376"/>
                    <a:pt x="3624" y="3074"/>
                  </a:cubicBezTo>
                  <a:cubicBezTo>
                    <a:pt x="3641" y="2843"/>
                    <a:pt x="3641" y="2613"/>
                    <a:pt x="3641" y="23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8"/>
            <p:cNvSpPr/>
            <p:nvPr/>
          </p:nvSpPr>
          <p:spPr>
            <a:xfrm>
              <a:off x="9441831" y="3717398"/>
              <a:ext cx="553874" cy="667453"/>
            </a:xfrm>
            <a:custGeom>
              <a:rect b="b" l="l" r="r" t="t"/>
              <a:pathLst>
                <a:path extrusionOk="0" h="8045" w="6676">
                  <a:moveTo>
                    <a:pt x="444" y="8044"/>
                  </a:moveTo>
                  <a:cubicBezTo>
                    <a:pt x="355" y="8027"/>
                    <a:pt x="265" y="8010"/>
                    <a:pt x="159" y="7993"/>
                  </a:cubicBezTo>
                  <a:cubicBezTo>
                    <a:pt x="193" y="7780"/>
                    <a:pt x="231" y="7584"/>
                    <a:pt x="265" y="7388"/>
                  </a:cubicBezTo>
                  <a:cubicBezTo>
                    <a:pt x="372" y="6799"/>
                    <a:pt x="495" y="6215"/>
                    <a:pt x="534" y="5610"/>
                  </a:cubicBezTo>
                  <a:cubicBezTo>
                    <a:pt x="551" y="5397"/>
                    <a:pt x="534" y="5201"/>
                    <a:pt x="495" y="5009"/>
                  </a:cubicBezTo>
                  <a:cubicBezTo>
                    <a:pt x="461" y="4724"/>
                    <a:pt x="321" y="4511"/>
                    <a:pt x="1" y="4438"/>
                  </a:cubicBezTo>
                  <a:cubicBezTo>
                    <a:pt x="35" y="4297"/>
                    <a:pt x="69" y="4157"/>
                    <a:pt x="107" y="4029"/>
                  </a:cubicBezTo>
                  <a:cubicBezTo>
                    <a:pt x="159" y="3837"/>
                    <a:pt x="214" y="3658"/>
                    <a:pt x="265" y="3479"/>
                  </a:cubicBezTo>
                  <a:cubicBezTo>
                    <a:pt x="321" y="3283"/>
                    <a:pt x="372" y="3108"/>
                    <a:pt x="427" y="2912"/>
                  </a:cubicBezTo>
                  <a:cubicBezTo>
                    <a:pt x="512" y="2665"/>
                    <a:pt x="585" y="2413"/>
                    <a:pt x="674" y="2166"/>
                  </a:cubicBezTo>
                  <a:cubicBezTo>
                    <a:pt x="747" y="1970"/>
                    <a:pt x="832" y="1774"/>
                    <a:pt x="922" y="1578"/>
                  </a:cubicBezTo>
                  <a:cubicBezTo>
                    <a:pt x="1011" y="1403"/>
                    <a:pt x="1101" y="1224"/>
                    <a:pt x="1207" y="1067"/>
                  </a:cubicBezTo>
                  <a:cubicBezTo>
                    <a:pt x="1437" y="691"/>
                    <a:pt x="1723" y="372"/>
                    <a:pt x="2166" y="248"/>
                  </a:cubicBezTo>
                  <a:cubicBezTo>
                    <a:pt x="2592" y="142"/>
                    <a:pt x="3019" y="69"/>
                    <a:pt x="3445" y="18"/>
                  </a:cubicBezTo>
                  <a:cubicBezTo>
                    <a:pt x="3730" y="1"/>
                    <a:pt x="3995" y="1"/>
                    <a:pt x="4263" y="86"/>
                  </a:cubicBezTo>
                  <a:cubicBezTo>
                    <a:pt x="4349" y="108"/>
                    <a:pt x="4438" y="108"/>
                    <a:pt x="4510" y="125"/>
                  </a:cubicBezTo>
                  <a:cubicBezTo>
                    <a:pt x="4954" y="265"/>
                    <a:pt x="5291" y="534"/>
                    <a:pt x="5487" y="960"/>
                  </a:cubicBezTo>
                  <a:cubicBezTo>
                    <a:pt x="5683" y="1365"/>
                    <a:pt x="5840" y="1774"/>
                    <a:pt x="6019" y="2200"/>
                  </a:cubicBezTo>
                  <a:cubicBezTo>
                    <a:pt x="6181" y="2627"/>
                    <a:pt x="6339" y="3053"/>
                    <a:pt x="6480" y="3479"/>
                  </a:cubicBezTo>
                  <a:cubicBezTo>
                    <a:pt x="6552" y="3692"/>
                    <a:pt x="6625" y="3905"/>
                    <a:pt x="6676" y="4118"/>
                  </a:cubicBezTo>
                  <a:cubicBezTo>
                    <a:pt x="6625" y="4135"/>
                    <a:pt x="6608" y="4135"/>
                    <a:pt x="6569" y="4157"/>
                  </a:cubicBezTo>
                  <a:cubicBezTo>
                    <a:pt x="6198" y="4280"/>
                    <a:pt x="6036" y="4511"/>
                    <a:pt x="6036" y="4954"/>
                  </a:cubicBezTo>
                  <a:cubicBezTo>
                    <a:pt x="6036" y="5256"/>
                    <a:pt x="6109" y="5542"/>
                    <a:pt x="6181" y="5840"/>
                  </a:cubicBezTo>
                  <a:cubicBezTo>
                    <a:pt x="6267" y="6215"/>
                    <a:pt x="6356" y="6608"/>
                    <a:pt x="6463" y="6978"/>
                  </a:cubicBezTo>
                  <a:cubicBezTo>
                    <a:pt x="6518" y="7192"/>
                    <a:pt x="6569" y="7405"/>
                    <a:pt x="6642" y="7618"/>
                  </a:cubicBezTo>
                  <a:cubicBezTo>
                    <a:pt x="6552" y="7652"/>
                    <a:pt x="6446" y="7707"/>
                    <a:pt x="6322" y="7758"/>
                  </a:cubicBezTo>
                  <a:cubicBezTo>
                    <a:pt x="6305" y="7724"/>
                    <a:pt x="6288" y="7707"/>
                    <a:pt x="6288" y="7690"/>
                  </a:cubicBezTo>
                  <a:cubicBezTo>
                    <a:pt x="6232" y="7388"/>
                    <a:pt x="6181" y="7085"/>
                    <a:pt x="6126" y="6782"/>
                  </a:cubicBezTo>
                  <a:cubicBezTo>
                    <a:pt x="6053" y="6480"/>
                    <a:pt x="5985" y="6181"/>
                    <a:pt x="5913" y="5879"/>
                  </a:cubicBezTo>
                  <a:cubicBezTo>
                    <a:pt x="5862" y="5559"/>
                    <a:pt x="5789" y="5239"/>
                    <a:pt x="5734" y="4920"/>
                  </a:cubicBezTo>
                  <a:cubicBezTo>
                    <a:pt x="5700" y="4813"/>
                    <a:pt x="5666" y="4707"/>
                    <a:pt x="5649" y="4600"/>
                  </a:cubicBezTo>
                  <a:cubicBezTo>
                    <a:pt x="5559" y="4174"/>
                    <a:pt x="5470" y="3748"/>
                    <a:pt x="5329" y="3321"/>
                  </a:cubicBezTo>
                  <a:cubicBezTo>
                    <a:pt x="5222" y="3002"/>
                    <a:pt x="5094" y="2699"/>
                    <a:pt x="4971" y="2396"/>
                  </a:cubicBezTo>
                  <a:cubicBezTo>
                    <a:pt x="4903" y="2183"/>
                    <a:pt x="4758" y="2026"/>
                    <a:pt x="4600" y="1864"/>
                  </a:cubicBezTo>
                  <a:cubicBezTo>
                    <a:pt x="4387" y="1668"/>
                    <a:pt x="4118" y="1616"/>
                    <a:pt x="3854" y="1544"/>
                  </a:cubicBezTo>
                  <a:cubicBezTo>
                    <a:pt x="3551" y="1493"/>
                    <a:pt x="3249" y="1544"/>
                    <a:pt x="2946" y="1561"/>
                  </a:cubicBezTo>
                  <a:cubicBezTo>
                    <a:pt x="2823" y="1578"/>
                    <a:pt x="2716" y="1616"/>
                    <a:pt x="2609" y="1668"/>
                  </a:cubicBezTo>
                  <a:cubicBezTo>
                    <a:pt x="2307" y="1830"/>
                    <a:pt x="1987" y="1970"/>
                    <a:pt x="1740" y="2239"/>
                  </a:cubicBezTo>
                  <a:cubicBezTo>
                    <a:pt x="1561" y="2431"/>
                    <a:pt x="1437" y="2665"/>
                    <a:pt x="1348" y="2912"/>
                  </a:cubicBezTo>
                  <a:cubicBezTo>
                    <a:pt x="1173" y="3355"/>
                    <a:pt x="1101" y="3816"/>
                    <a:pt x="994" y="4297"/>
                  </a:cubicBezTo>
                  <a:cubicBezTo>
                    <a:pt x="960" y="4476"/>
                    <a:pt x="922" y="4668"/>
                    <a:pt x="887" y="4864"/>
                  </a:cubicBezTo>
                  <a:cubicBezTo>
                    <a:pt x="853" y="5094"/>
                    <a:pt x="832" y="5346"/>
                    <a:pt x="798" y="5576"/>
                  </a:cubicBezTo>
                  <a:cubicBezTo>
                    <a:pt x="798" y="5700"/>
                    <a:pt x="781" y="5823"/>
                    <a:pt x="764" y="5930"/>
                  </a:cubicBezTo>
                  <a:cubicBezTo>
                    <a:pt x="708" y="6339"/>
                    <a:pt x="657" y="6731"/>
                    <a:pt x="602" y="7119"/>
                  </a:cubicBezTo>
                  <a:cubicBezTo>
                    <a:pt x="568" y="7405"/>
                    <a:pt x="512" y="7690"/>
                    <a:pt x="461" y="7972"/>
                  </a:cubicBezTo>
                  <a:cubicBezTo>
                    <a:pt x="461" y="7993"/>
                    <a:pt x="461" y="8010"/>
                    <a:pt x="444" y="80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8"/>
            <p:cNvSpPr/>
            <p:nvPr/>
          </p:nvSpPr>
          <p:spPr>
            <a:xfrm>
              <a:off x="9322362" y="4312589"/>
              <a:ext cx="791486" cy="209404"/>
            </a:xfrm>
            <a:custGeom>
              <a:rect b="b" l="l" r="r" t="t"/>
              <a:pathLst>
                <a:path extrusionOk="0" h="2524" w="9540">
                  <a:moveTo>
                    <a:pt x="9271" y="1"/>
                  </a:moveTo>
                  <a:cubicBezTo>
                    <a:pt x="9360" y="286"/>
                    <a:pt x="9433" y="533"/>
                    <a:pt x="9501" y="798"/>
                  </a:cubicBezTo>
                  <a:cubicBezTo>
                    <a:pt x="9539" y="943"/>
                    <a:pt x="9484" y="1049"/>
                    <a:pt x="9360" y="1139"/>
                  </a:cubicBezTo>
                  <a:cubicBezTo>
                    <a:pt x="8862" y="1492"/>
                    <a:pt x="8329" y="1778"/>
                    <a:pt x="7745" y="1970"/>
                  </a:cubicBezTo>
                  <a:cubicBezTo>
                    <a:pt x="7583" y="2025"/>
                    <a:pt x="7425" y="2098"/>
                    <a:pt x="7246" y="2132"/>
                  </a:cubicBezTo>
                  <a:cubicBezTo>
                    <a:pt x="6944" y="2221"/>
                    <a:pt x="6662" y="2289"/>
                    <a:pt x="6360" y="2345"/>
                  </a:cubicBezTo>
                  <a:cubicBezTo>
                    <a:pt x="6040" y="2396"/>
                    <a:pt x="5720" y="2434"/>
                    <a:pt x="5418" y="2468"/>
                  </a:cubicBezTo>
                  <a:cubicBezTo>
                    <a:pt x="4936" y="2503"/>
                    <a:pt x="4476" y="2524"/>
                    <a:pt x="4015" y="2524"/>
                  </a:cubicBezTo>
                  <a:lnTo>
                    <a:pt x="3444" y="2524"/>
                  </a:lnTo>
                  <a:cubicBezTo>
                    <a:pt x="3180" y="2503"/>
                    <a:pt x="2911" y="2468"/>
                    <a:pt x="2647" y="2434"/>
                  </a:cubicBezTo>
                  <a:cubicBezTo>
                    <a:pt x="2558" y="2417"/>
                    <a:pt x="2468" y="2396"/>
                    <a:pt x="2362" y="2396"/>
                  </a:cubicBezTo>
                  <a:cubicBezTo>
                    <a:pt x="2059" y="2345"/>
                    <a:pt x="1761" y="2221"/>
                    <a:pt x="1458" y="2149"/>
                  </a:cubicBezTo>
                  <a:cubicBezTo>
                    <a:pt x="1228" y="2076"/>
                    <a:pt x="1032" y="2008"/>
                    <a:pt x="819" y="1919"/>
                  </a:cubicBezTo>
                  <a:cubicBezTo>
                    <a:pt x="640" y="1863"/>
                    <a:pt x="482" y="1795"/>
                    <a:pt x="320" y="1723"/>
                  </a:cubicBezTo>
                  <a:cubicBezTo>
                    <a:pt x="303" y="1723"/>
                    <a:pt x="286" y="1705"/>
                    <a:pt x="269" y="1705"/>
                  </a:cubicBezTo>
                  <a:cubicBezTo>
                    <a:pt x="17" y="1582"/>
                    <a:pt x="0" y="1544"/>
                    <a:pt x="90" y="1279"/>
                  </a:cubicBezTo>
                  <a:cubicBezTo>
                    <a:pt x="141" y="1066"/>
                    <a:pt x="213" y="853"/>
                    <a:pt x="269" y="640"/>
                  </a:cubicBezTo>
                  <a:cubicBezTo>
                    <a:pt x="286" y="606"/>
                    <a:pt x="303" y="550"/>
                    <a:pt x="320" y="499"/>
                  </a:cubicBezTo>
                  <a:cubicBezTo>
                    <a:pt x="461" y="550"/>
                    <a:pt x="605" y="584"/>
                    <a:pt x="712" y="640"/>
                  </a:cubicBezTo>
                  <a:cubicBezTo>
                    <a:pt x="908" y="746"/>
                    <a:pt x="1121" y="798"/>
                    <a:pt x="1313" y="870"/>
                  </a:cubicBezTo>
                  <a:cubicBezTo>
                    <a:pt x="1565" y="960"/>
                    <a:pt x="1795" y="1032"/>
                    <a:pt x="2042" y="1083"/>
                  </a:cubicBezTo>
                  <a:cubicBezTo>
                    <a:pt x="2293" y="1156"/>
                    <a:pt x="2541" y="1190"/>
                    <a:pt x="2805" y="1245"/>
                  </a:cubicBezTo>
                  <a:cubicBezTo>
                    <a:pt x="3001" y="1279"/>
                    <a:pt x="3197" y="1330"/>
                    <a:pt x="3393" y="1352"/>
                  </a:cubicBezTo>
                  <a:cubicBezTo>
                    <a:pt x="3713" y="1369"/>
                    <a:pt x="4015" y="1369"/>
                    <a:pt x="4335" y="1369"/>
                  </a:cubicBezTo>
                  <a:cubicBezTo>
                    <a:pt x="4599" y="1386"/>
                    <a:pt x="4868" y="1386"/>
                    <a:pt x="5132" y="1369"/>
                  </a:cubicBezTo>
                  <a:cubicBezTo>
                    <a:pt x="5507" y="1369"/>
                    <a:pt x="5861" y="1352"/>
                    <a:pt x="6215" y="1245"/>
                  </a:cubicBezTo>
                  <a:cubicBezTo>
                    <a:pt x="6500" y="1156"/>
                    <a:pt x="6803" y="1083"/>
                    <a:pt x="7089" y="977"/>
                  </a:cubicBezTo>
                  <a:cubicBezTo>
                    <a:pt x="7336" y="904"/>
                    <a:pt x="7583" y="836"/>
                    <a:pt x="7813" y="729"/>
                  </a:cubicBezTo>
                  <a:cubicBezTo>
                    <a:pt x="8312" y="550"/>
                    <a:pt x="8794" y="303"/>
                    <a:pt x="92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8"/>
            <p:cNvSpPr/>
            <p:nvPr/>
          </p:nvSpPr>
          <p:spPr>
            <a:xfrm>
              <a:off x="9952896" y="4072488"/>
              <a:ext cx="137224" cy="272706"/>
            </a:xfrm>
            <a:custGeom>
              <a:rect b="b" l="l" r="r" t="t"/>
              <a:pathLst>
                <a:path extrusionOk="0" h="3287" w="1654">
                  <a:moveTo>
                    <a:pt x="605" y="3287"/>
                  </a:moveTo>
                  <a:cubicBezTo>
                    <a:pt x="554" y="3142"/>
                    <a:pt x="499" y="3018"/>
                    <a:pt x="465" y="2895"/>
                  </a:cubicBezTo>
                  <a:cubicBezTo>
                    <a:pt x="341" y="2413"/>
                    <a:pt x="234" y="1935"/>
                    <a:pt x="107" y="1437"/>
                  </a:cubicBezTo>
                  <a:cubicBezTo>
                    <a:pt x="38" y="1155"/>
                    <a:pt x="0" y="870"/>
                    <a:pt x="0" y="584"/>
                  </a:cubicBezTo>
                  <a:cubicBezTo>
                    <a:pt x="0" y="213"/>
                    <a:pt x="341" y="0"/>
                    <a:pt x="588" y="17"/>
                  </a:cubicBezTo>
                  <a:cubicBezTo>
                    <a:pt x="746" y="34"/>
                    <a:pt x="874" y="124"/>
                    <a:pt x="959" y="248"/>
                  </a:cubicBezTo>
                  <a:cubicBezTo>
                    <a:pt x="1049" y="410"/>
                    <a:pt x="1138" y="584"/>
                    <a:pt x="1194" y="763"/>
                  </a:cubicBezTo>
                  <a:cubicBezTo>
                    <a:pt x="1300" y="1100"/>
                    <a:pt x="1368" y="1437"/>
                    <a:pt x="1458" y="1774"/>
                  </a:cubicBezTo>
                  <a:cubicBezTo>
                    <a:pt x="1530" y="2076"/>
                    <a:pt x="1581" y="2379"/>
                    <a:pt x="1654" y="2681"/>
                  </a:cubicBezTo>
                  <a:cubicBezTo>
                    <a:pt x="1351" y="2946"/>
                    <a:pt x="959" y="3091"/>
                    <a:pt x="605" y="32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8"/>
            <p:cNvSpPr/>
            <p:nvPr/>
          </p:nvSpPr>
          <p:spPr>
            <a:xfrm>
              <a:off x="9350238" y="4091570"/>
              <a:ext cx="128513" cy="285814"/>
            </a:xfrm>
            <a:custGeom>
              <a:rect b="b" l="l" r="r" t="t"/>
              <a:pathLst>
                <a:path extrusionOk="0" h="3445" w="1549">
                  <a:moveTo>
                    <a:pt x="1139" y="3445"/>
                  </a:moveTo>
                  <a:cubicBezTo>
                    <a:pt x="747" y="3287"/>
                    <a:pt x="376" y="3142"/>
                    <a:pt x="1" y="2984"/>
                  </a:cubicBezTo>
                  <a:cubicBezTo>
                    <a:pt x="56" y="2699"/>
                    <a:pt x="90" y="2417"/>
                    <a:pt x="163" y="2149"/>
                  </a:cubicBezTo>
                  <a:cubicBezTo>
                    <a:pt x="231" y="1829"/>
                    <a:pt x="304" y="1509"/>
                    <a:pt x="393" y="1190"/>
                  </a:cubicBezTo>
                  <a:cubicBezTo>
                    <a:pt x="427" y="1049"/>
                    <a:pt x="466" y="887"/>
                    <a:pt x="500" y="746"/>
                  </a:cubicBezTo>
                  <a:cubicBezTo>
                    <a:pt x="551" y="550"/>
                    <a:pt x="640" y="354"/>
                    <a:pt x="802" y="214"/>
                  </a:cubicBezTo>
                  <a:cubicBezTo>
                    <a:pt x="1067" y="1"/>
                    <a:pt x="1297" y="90"/>
                    <a:pt x="1425" y="337"/>
                  </a:cubicBezTo>
                  <a:cubicBezTo>
                    <a:pt x="1531" y="550"/>
                    <a:pt x="1548" y="781"/>
                    <a:pt x="1531" y="1011"/>
                  </a:cubicBezTo>
                  <a:cubicBezTo>
                    <a:pt x="1510" y="1313"/>
                    <a:pt x="1493" y="1616"/>
                    <a:pt x="1442" y="1902"/>
                  </a:cubicBezTo>
                  <a:cubicBezTo>
                    <a:pt x="1425" y="2115"/>
                    <a:pt x="1369" y="2328"/>
                    <a:pt x="1335" y="2524"/>
                  </a:cubicBezTo>
                  <a:cubicBezTo>
                    <a:pt x="1280" y="2771"/>
                    <a:pt x="1229" y="3018"/>
                    <a:pt x="1190" y="3248"/>
                  </a:cubicBezTo>
                  <a:cubicBezTo>
                    <a:pt x="1173" y="3304"/>
                    <a:pt x="1156" y="3355"/>
                    <a:pt x="1139" y="344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8"/>
            <p:cNvSpPr/>
            <p:nvPr/>
          </p:nvSpPr>
          <p:spPr>
            <a:xfrm>
              <a:off x="9631738" y="3970607"/>
              <a:ext cx="151826" cy="204841"/>
            </a:xfrm>
            <a:custGeom>
              <a:rect b="b" l="l" r="r" t="t"/>
              <a:pathLst>
                <a:path extrusionOk="0" h="2469" w="1830">
                  <a:moveTo>
                    <a:pt x="1829" y="1049"/>
                  </a:moveTo>
                  <a:cubicBezTo>
                    <a:pt x="1812" y="1280"/>
                    <a:pt x="1812" y="1476"/>
                    <a:pt x="1795" y="1689"/>
                  </a:cubicBezTo>
                  <a:cubicBezTo>
                    <a:pt x="1761" y="1957"/>
                    <a:pt x="1633" y="2187"/>
                    <a:pt x="1369" y="2311"/>
                  </a:cubicBezTo>
                  <a:cubicBezTo>
                    <a:pt x="1083" y="2452"/>
                    <a:pt x="781" y="2469"/>
                    <a:pt x="499" y="2362"/>
                  </a:cubicBezTo>
                  <a:cubicBezTo>
                    <a:pt x="303" y="2294"/>
                    <a:pt x="163" y="2170"/>
                    <a:pt x="107" y="1974"/>
                  </a:cubicBezTo>
                  <a:cubicBezTo>
                    <a:pt x="35" y="1706"/>
                    <a:pt x="1" y="1441"/>
                    <a:pt x="18" y="1173"/>
                  </a:cubicBezTo>
                  <a:cubicBezTo>
                    <a:pt x="35" y="977"/>
                    <a:pt x="73" y="802"/>
                    <a:pt x="124" y="623"/>
                  </a:cubicBezTo>
                  <a:cubicBezTo>
                    <a:pt x="197" y="393"/>
                    <a:pt x="355" y="231"/>
                    <a:pt x="568" y="124"/>
                  </a:cubicBezTo>
                  <a:cubicBezTo>
                    <a:pt x="764" y="39"/>
                    <a:pt x="960" y="1"/>
                    <a:pt x="1173" y="18"/>
                  </a:cubicBezTo>
                  <a:cubicBezTo>
                    <a:pt x="1228" y="18"/>
                    <a:pt x="1297" y="56"/>
                    <a:pt x="1352" y="90"/>
                  </a:cubicBezTo>
                  <a:cubicBezTo>
                    <a:pt x="1582" y="214"/>
                    <a:pt x="1723" y="410"/>
                    <a:pt x="1761" y="657"/>
                  </a:cubicBezTo>
                  <a:cubicBezTo>
                    <a:pt x="1778" y="802"/>
                    <a:pt x="1812" y="943"/>
                    <a:pt x="1829" y="10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8"/>
            <p:cNvSpPr/>
            <p:nvPr/>
          </p:nvSpPr>
          <p:spPr>
            <a:xfrm>
              <a:off x="9307511" y="3702547"/>
              <a:ext cx="820856" cy="833964"/>
            </a:xfrm>
            <a:custGeom>
              <a:rect b="b" l="l" r="r" t="t"/>
              <a:pathLst>
                <a:path extrusionOk="0" h="10052" w="9894">
                  <a:moveTo>
                    <a:pt x="1458" y="4634"/>
                  </a:moveTo>
                  <a:cubicBezTo>
                    <a:pt x="1530" y="4404"/>
                    <a:pt x="1582" y="4157"/>
                    <a:pt x="1671" y="3888"/>
                  </a:cubicBezTo>
                  <a:cubicBezTo>
                    <a:pt x="1795" y="3462"/>
                    <a:pt x="1940" y="3019"/>
                    <a:pt x="2080" y="2592"/>
                  </a:cubicBezTo>
                  <a:cubicBezTo>
                    <a:pt x="2187" y="2290"/>
                    <a:pt x="2293" y="1970"/>
                    <a:pt x="2417" y="1672"/>
                  </a:cubicBezTo>
                  <a:cubicBezTo>
                    <a:pt x="2541" y="1403"/>
                    <a:pt x="2664" y="1139"/>
                    <a:pt x="2843" y="905"/>
                  </a:cubicBezTo>
                  <a:cubicBezTo>
                    <a:pt x="2877" y="870"/>
                    <a:pt x="2899" y="819"/>
                    <a:pt x="2933" y="781"/>
                  </a:cubicBezTo>
                  <a:cubicBezTo>
                    <a:pt x="3073" y="568"/>
                    <a:pt x="3269" y="444"/>
                    <a:pt x="3483" y="355"/>
                  </a:cubicBezTo>
                  <a:cubicBezTo>
                    <a:pt x="3819" y="197"/>
                    <a:pt x="4177" y="142"/>
                    <a:pt x="4531" y="90"/>
                  </a:cubicBezTo>
                  <a:cubicBezTo>
                    <a:pt x="4672" y="73"/>
                    <a:pt x="4834" y="35"/>
                    <a:pt x="4974" y="35"/>
                  </a:cubicBezTo>
                  <a:cubicBezTo>
                    <a:pt x="5098" y="18"/>
                    <a:pt x="5243" y="18"/>
                    <a:pt x="5367" y="18"/>
                  </a:cubicBezTo>
                  <a:cubicBezTo>
                    <a:pt x="5631" y="1"/>
                    <a:pt x="5899" y="73"/>
                    <a:pt x="6147" y="125"/>
                  </a:cubicBezTo>
                  <a:cubicBezTo>
                    <a:pt x="6394" y="180"/>
                    <a:pt x="6607" y="304"/>
                    <a:pt x="6786" y="461"/>
                  </a:cubicBezTo>
                  <a:cubicBezTo>
                    <a:pt x="6948" y="585"/>
                    <a:pt x="7106" y="691"/>
                    <a:pt x="7178" y="888"/>
                  </a:cubicBezTo>
                  <a:cubicBezTo>
                    <a:pt x="7285" y="1101"/>
                    <a:pt x="7391" y="1297"/>
                    <a:pt x="7459" y="1510"/>
                  </a:cubicBezTo>
                  <a:cubicBezTo>
                    <a:pt x="7638" y="1936"/>
                    <a:pt x="7800" y="2362"/>
                    <a:pt x="7958" y="2806"/>
                  </a:cubicBezTo>
                  <a:cubicBezTo>
                    <a:pt x="8099" y="3164"/>
                    <a:pt x="8227" y="3534"/>
                    <a:pt x="8350" y="3888"/>
                  </a:cubicBezTo>
                  <a:cubicBezTo>
                    <a:pt x="8384" y="3995"/>
                    <a:pt x="8401" y="4101"/>
                    <a:pt x="8440" y="4191"/>
                  </a:cubicBezTo>
                  <a:cubicBezTo>
                    <a:pt x="8474" y="4297"/>
                    <a:pt x="8525" y="4387"/>
                    <a:pt x="8632" y="4421"/>
                  </a:cubicBezTo>
                  <a:cubicBezTo>
                    <a:pt x="8759" y="4476"/>
                    <a:pt x="8811" y="4583"/>
                    <a:pt x="8883" y="4690"/>
                  </a:cubicBezTo>
                  <a:cubicBezTo>
                    <a:pt x="9058" y="4954"/>
                    <a:pt x="9113" y="5273"/>
                    <a:pt x="9186" y="5576"/>
                  </a:cubicBezTo>
                  <a:cubicBezTo>
                    <a:pt x="9399" y="6412"/>
                    <a:pt x="9556" y="7264"/>
                    <a:pt x="9825" y="8082"/>
                  </a:cubicBezTo>
                  <a:cubicBezTo>
                    <a:pt x="9842" y="8172"/>
                    <a:pt x="9859" y="8278"/>
                    <a:pt x="9893" y="8364"/>
                  </a:cubicBezTo>
                  <a:cubicBezTo>
                    <a:pt x="9718" y="8598"/>
                    <a:pt x="9467" y="8756"/>
                    <a:pt x="9237" y="8897"/>
                  </a:cubicBezTo>
                  <a:cubicBezTo>
                    <a:pt x="8900" y="9093"/>
                    <a:pt x="8525" y="9272"/>
                    <a:pt x="8154" y="9412"/>
                  </a:cubicBezTo>
                  <a:cubicBezTo>
                    <a:pt x="7498" y="9664"/>
                    <a:pt x="6841" y="9838"/>
                    <a:pt x="6129" y="9911"/>
                  </a:cubicBezTo>
                  <a:cubicBezTo>
                    <a:pt x="5614" y="9962"/>
                    <a:pt x="5098" y="10000"/>
                    <a:pt x="4582" y="10035"/>
                  </a:cubicBezTo>
                  <a:cubicBezTo>
                    <a:pt x="4301" y="10035"/>
                    <a:pt x="3998" y="10052"/>
                    <a:pt x="3713" y="10035"/>
                  </a:cubicBezTo>
                  <a:cubicBezTo>
                    <a:pt x="3252" y="10000"/>
                    <a:pt x="2792" y="9962"/>
                    <a:pt x="2345" y="9856"/>
                  </a:cubicBezTo>
                  <a:cubicBezTo>
                    <a:pt x="1901" y="9732"/>
                    <a:pt x="1458" y="9625"/>
                    <a:pt x="1032" y="9451"/>
                  </a:cubicBezTo>
                  <a:cubicBezTo>
                    <a:pt x="712" y="9323"/>
                    <a:pt x="375" y="9216"/>
                    <a:pt x="90" y="9003"/>
                  </a:cubicBezTo>
                  <a:cubicBezTo>
                    <a:pt x="22" y="8952"/>
                    <a:pt x="0" y="8897"/>
                    <a:pt x="22" y="8828"/>
                  </a:cubicBezTo>
                  <a:cubicBezTo>
                    <a:pt x="90" y="8649"/>
                    <a:pt x="162" y="8453"/>
                    <a:pt x="235" y="8257"/>
                  </a:cubicBezTo>
                  <a:cubicBezTo>
                    <a:pt x="320" y="7937"/>
                    <a:pt x="392" y="7618"/>
                    <a:pt x="465" y="7298"/>
                  </a:cubicBezTo>
                  <a:cubicBezTo>
                    <a:pt x="554" y="6804"/>
                    <a:pt x="640" y="6305"/>
                    <a:pt x="802" y="5828"/>
                  </a:cubicBezTo>
                  <a:cubicBezTo>
                    <a:pt x="853" y="5649"/>
                    <a:pt x="908" y="5470"/>
                    <a:pt x="942" y="5295"/>
                  </a:cubicBezTo>
                  <a:cubicBezTo>
                    <a:pt x="998" y="5099"/>
                    <a:pt x="1121" y="4937"/>
                    <a:pt x="1245" y="4779"/>
                  </a:cubicBezTo>
                  <a:cubicBezTo>
                    <a:pt x="1300" y="4724"/>
                    <a:pt x="1368" y="4690"/>
                    <a:pt x="1458" y="4634"/>
                  </a:cubicBezTo>
                  <a:close/>
                  <a:moveTo>
                    <a:pt x="7817" y="7976"/>
                  </a:moveTo>
                  <a:cubicBezTo>
                    <a:pt x="7779" y="7814"/>
                    <a:pt x="7745" y="7656"/>
                    <a:pt x="7711" y="7494"/>
                  </a:cubicBezTo>
                  <a:cubicBezTo>
                    <a:pt x="7694" y="7443"/>
                    <a:pt x="7672" y="7388"/>
                    <a:pt x="7672" y="7336"/>
                  </a:cubicBezTo>
                  <a:cubicBezTo>
                    <a:pt x="7638" y="6944"/>
                    <a:pt x="7549" y="6552"/>
                    <a:pt x="7442" y="6181"/>
                  </a:cubicBezTo>
                  <a:cubicBezTo>
                    <a:pt x="7425" y="6147"/>
                    <a:pt x="7425" y="6109"/>
                    <a:pt x="7408" y="6075"/>
                  </a:cubicBezTo>
                  <a:cubicBezTo>
                    <a:pt x="7353" y="5755"/>
                    <a:pt x="7285" y="5435"/>
                    <a:pt x="7212" y="5116"/>
                  </a:cubicBezTo>
                  <a:cubicBezTo>
                    <a:pt x="7178" y="4937"/>
                    <a:pt x="7140" y="4762"/>
                    <a:pt x="7106" y="4583"/>
                  </a:cubicBezTo>
                  <a:cubicBezTo>
                    <a:pt x="7016" y="4229"/>
                    <a:pt x="6927" y="3871"/>
                    <a:pt x="6820" y="3534"/>
                  </a:cubicBezTo>
                  <a:cubicBezTo>
                    <a:pt x="6735" y="3215"/>
                    <a:pt x="6607" y="2912"/>
                    <a:pt x="6466" y="2610"/>
                  </a:cubicBezTo>
                  <a:cubicBezTo>
                    <a:pt x="6343" y="2345"/>
                    <a:pt x="6147" y="2132"/>
                    <a:pt x="5861" y="2009"/>
                  </a:cubicBezTo>
                  <a:cubicBezTo>
                    <a:pt x="5669" y="1919"/>
                    <a:pt x="5456" y="1885"/>
                    <a:pt x="5243" y="1864"/>
                  </a:cubicBezTo>
                  <a:cubicBezTo>
                    <a:pt x="4885" y="1829"/>
                    <a:pt x="4548" y="1885"/>
                    <a:pt x="4228" y="2009"/>
                  </a:cubicBezTo>
                  <a:cubicBezTo>
                    <a:pt x="4139" y="2043"/>
                    <a:pt x="4071" y="2098"/>
                    <a:pt x="3981" y="2132"/>
                  </a:cubicBezTo>
                  <a:cubicBezTo>
                    <a:pt x="3679" y="2273"/>
                    <a:pt x="3466" y="2486"/>
                    <a:pt x="3269" y="2754"/>
                  </a:cubicBezTo>
                  <a:cubicBezTo>
                    <a:pt x="3056" y="3091"/>
                    <a:pt x="2933" y="3462"/>
                    <a:pt x="2860" y="3854"/>
                  </a:cubicBezTo>
                  <a:cubicBezTo>
                    <a:pt x="2809" y="4067"/>
                    <a:pt x="2792" y="4263"/>
                    <a:pt x="2737" y="4459"/>
                  </a:cubicBezTo>
                  <a:cubicBezTo>
                    <a:pt x="2630" y="4920"/>
                    <a:pt x="2596" y="5380"/>
                    <a:pt x="2541" y="5828"/>
                  </a:cubicBezTo>
                  <a:cubicBezTo>
                    <a:pt x="2524" y="5934"/>
                    <a:pt x="2524" y="6041"/>
                    <a:pt x="2506" y="6126"/>
                  </a:cubicBezTo>
                  <a:cubicBezTo>
                    <a:pt x="2472" y="6305"/>
                    <a:pt x="2434" y="6484"/>
                    <a:pt x="2417" y="6659"/>
                  </a:cubicBezTo>
                  <a:cubicBezTo>
                    <a:pt x="2366" y="7034"/>
                    <a:pt x="2310" y="7426"/>
                    <a:pt x="2276" y="7797"/>
                  </a:cubicBezTo>
                  <a:cubicBezTo>
                    <a:pt x="2238" y="7959"/>
                    <a:pt x="2221" y="8116"/>
                    <a:pt x="2204" y="8278"/>
                  </a:cubicBezTo>
                  <a:cubicBezTo>
                    <a:pt x="2238" y="8296"/>
                    <a:pt x="2259" y="8296"/>
                    <a:pt x="2276" y="8313"/>
                  </a:cubicBezTo>
                  <a:cubicBezTo>
                    <a:pt x="2434" y="8330"/>
                    <a:pt x="2596" y="8364"/>
                    <a:pt x="2754" y="8402"/>
                  </a:cubicBezTo>
                  <a:cubicBezTo>
                    <a:pt x="2967" y="8436"/>
                    <a:pt x="3163" y="8509"/>
                    <a:pt x="3376" y="8526"/>
                  </a:cubicBezTo>
                  <a:cubicBezTo>
                    <a:pt x="3662" y="8560"/>
                    <a:pt x="3964" y="8577"/>
                    <a:pt x="4246" y="8577"/>
                  </a:cubicBezTo>
                  <a:cubicBezTo>
                    <a:pt x="4638" y="8598"/>
                    <a:pt x="5047" y="8577"/>
                    <a:pt x="5435" y="8560"/>
                  </a:cubicBezTo>
                  <a:cubicBezTo>
                    <a:pt x="5793" y="8560"/>
                    <a:pt x="6129" y="8509"/>
                    <a:pt x="6466" y="8419"/>
                  </a:cubicBezTo>
                  <a:cubicBezTo>
                    <a:pt x="6820" y="8313"/>
                    <a:pt x="7178" y="8206"/>
                    <a:pt x="7532" y="8082"/>
                  </a:cubicBezTo>
                  <a:cubicBezTo>
                    <a:pt x="7621" y="8065"/>
                    <a:pt x="7694" y="8027"/>
                    <a:pt x="7817" y="7976"/>
                  </a:cubicBezTo>
                  <a:close/>
                  <a:moveTo>
                    <a:pt x="2063" y="8223"/>
                  </a:moveTo>
                  <a:cubicBezTo>
                    <a:pt x="2080" y="8189"/>
                    <a:pt x="2080" y="8172"/>
                    <a:pt x="2080" y="8151"/>
                  </a:cubicBezTo>
                  <a:cubicBezTo>
                    <a:pt x="2131" y="7869"/>
                    <a:pt x="2187" y="7584"/>
                    <a:pt x="2221" y="7298"/>
                  </a:cubicBezTo>
                  <a:cubicBezTo>
                    <a:pt x="2276" y="6910"/>
                    <a:pt x="2327" y="6518"/>
                    <a:pt x="2383" y="6109"/>
                  </a:cubicBezTo>
                  <a:cubicBezTo>
                    <a:pt x="2400" y="6002"/>
                    <a:pt x="2417" y="5879"/>
                    <a:pt x="2417" y="5755"/>
                  </a:cubicBezTo>
                  <a:cubicBezTo>
                    <a:pt x="2451" y="5525"/>
                    <a:pt x="2472" y="5273"/>
                    <a:pt x="2506" y="5043"/>
                  </a:cubicBezTo>
                  <a:cubicBezTo>
                    <a:pt x="2541" y="4847"/>
                    <a:pt x="2579" y="4655"/>
                    <a:pt x="2613" y="4476"/>
                  </a:cubicBezTo>
                  <a:cubicBezTo>
                    <a:pt x="2720" y="3995"/>
                    <a:pt x="2792" y="3534"/>
                    <a:pt x="2967" y="3091"/>
                  </a:cubicBezTo>
                  <a:cubicBezTo>
                    <a:pt x="3056" y="2844"/>
                    <a:pt x="3180" y="2610"/>
                    <a:pt x="3359" y="2418"/>
                  </a:cubicBezTo>
                  <a:cubicBezTo>
                    <a:pt x="3606" y="2149"/>
                    <a:pt x="3926" y="2009"/>
                    <a:pt x="4228" y="1847"/>
                  </a:cubicBezTo>
                  <a:cubicBezTo>
                    <a:pt x="4335" y="1795"/>
                    <a:pt x="4442" y="1757"/>
                    <a:pt x="4565" y="1740"/>
                  </a:cubicBezTo>
                  <a:cubicBezTo>
                    <a:pt x="4868" y="1723"/>
                    <a:pt x="5170" y="1672"/>
                    <a:pt x="5473" y="1723"/>
                  </a:cubicBezTo>
                  <a:cubicBezTo>
                    <a:pt x="5737" y="1795"/>
                    <a:pt x="6006" y="1847"/>
                    <a:pt x="6219" y="2043"/>
                  </a:cubicBezTo>
                  <a:cubicBezTo>
                    <a:pt x="6377" y="2205"/>
                    <a:pt x="6522" y="2362"/>
                    <a:pt x="6590" y="2575"/>
                  </a:cubicBezTo>
                  <a:cubicBezTo>
                    <a:pt x="6713" y="2878"/>
                    <a:pt x="6841" y="3181"/>
                    <a:pt x="6948" y="3500"/>
                  </a:cubicBezTo>
                  <a:cubicBezTo>
                    <a:pt x="7089" y="3927"/>
                    <a:pt x="7178" y="4353"/>
                    <a:pt x="7268" y="4779"/>
                  </a:cubicBezTo>
                  <a:cubicBezTo>
                    <a:pt x="7285" y="4886"/>
                    <a:pt x="7319" y="4992"/>
                    <a:pt x="7353" y="5099"/>
                  </a:cubicBezTo>
                  <a:cubicBezTo>
                    <a:pt x="7408" y="5418"/>
                    <a:pt x="7481" y="5738"/>
                    <a:pt x="7532" y="6058"/>
                  </a:cubicBezTo>
                  <a:cubicBezTo>
                    <a:pt x="7604" y="6360"/>
                    <a:pt x="7672" y="6659"/>
                    <a:pt x="7745" y="6961"/>
                  </a:cubicBezTo>
                  <a:cubicBezTo>
                    <a:pt x="7800" y="7264"/>
                    <a:pt x="7851" y="7567"/>
                    <a:pt x="7907" y="7869"/>
                  </a:cubicBezTo>
                  <a:cubicBezTo>
                    <a:pt x="7907" y="7886"/>
                    <a:pt x="7924" y="7903"/>
                    <a:pt x="7941" y="7937"/>
                  </a:cubicBezTo>
                  <a:cubicBezTo>
                    <a:pt x="8065" y="7886"/>
                    <a:pt x="8171" y="7831"/>
                    <a:pt x="8261" y="7797"/>
                  </a:cubicBezTo>
                  <a:cubicBezTo>
                    <a:pt x="8188" y="7584"/>
                    <a:pt x="8137" y="7371"/>
                    <a:pt x="8082" y="7157"/>
                  </a:cubicBezTo>
                  <a:cubicBezTo>
                    <a:pt x="7975" y="6787"/>
                    <a:pt x="7886" y="6394"/>
                    <a:pt x="7800" y="6019"/>
                  </a:cubicBezTo>
                  <a:cubicBezTo>
                    <a:pt x="7728" y="5721"/>
                    <a:pt x="7655" y="5435"/>
                    <a:pt x="7655" y="5133"/>
                  </a:cubicBezTo>
                  <a:cubicBezTo>
                    <a:pt x="7655" y="4690"/>
                    <a:pt x="7817" y="4459"/>
                    <a:pt x="8188" y="4336"/>
                  </a:cubicBezTo>
                  <a:cubicBezTo>
                    <a:pt x="8227" y="4314"/>
                    <a:pt x="8244" y="4314"/>
                    <a:pt x="8295" y="4297"/>
                  </a:cubicBezTo>
                  <a:cubicBezTo>
                    <a:pt x="8244" y="4084"/>
                    <a:pt x="8171" y="3871"/>
                    <a:pt x="8099" y="3658"/>
                  </a:cubicBezTo>
                  <a:cubicBezTo>
                    <a:pt x="7958" y="3232"/>
                    <a:pt x="7800" y="2806"/>
                    <a:pt x="7638" y="2379"/>
                  </a:cubicBezTo>
                  <a:cubicBezTo>
                    <a:pt x="7459" y="1953"/>
                    <a:pt x="7302" y="1544"/>
                    <a:pt x="7106" y="1139"/>
                  </a:cubicBezTo>
                  <a:cubicBezTo>
                    <a:pt x="6910" y="713"/>
                    <a:pt x="6573" y="444"/>
                    <a:pt x="6129" y="304"/>
                  </a:cubicBezTo>
                  <a:cubicBezTo>
                    <a:pt x="6057" y="287"/>
                    <a:pt x="5968" y="287"/>
                    <a:pt x="5882" y="265"/>
                  </a:cubicBezTo>
                  <a:cubicBezTo>
                    <a:pt x="5614" y="180"/>
                    <a:pt x="5349" y="180"/>
                    <a:pt x="5064" y="197"/>
                  </a:cubicBezTo>
                  <a:cubicBezTo>
                    <a:pt x="4638" y="248"/>
                    <a:pt x="4211" y="321"/>
                    <a:pt x="3785" y="427"/>
                  </a:cubicBezTo>
                  <a:cubicBezTo>
                    <a:pt x="3342" y="551"/>
                    <a:pt x="3056" y="870"/>
                    <a:pt x="2826" y="1246"/>
                  </a:cubicBezTo>
                  <a:cubicBezTo>
                    <a:pt x="2720" y="1403"/>
                    <a:pt x="2630" y="1582"/>
                    <a:pt x="2541" y="1757"/>
                  </a:cubicBezTo>
                  <a:cubicBezTo>
                    <a:pt x="2451" y="1953"/>
                    <a:pt x="2366" y="2149"/>
                    <a:pt x="2293" y="2345"/>
                  </a:cubicBezTo>
                  <a:cubicBezTo>
                    <a:pt x="2204" y="2592"/>
                    <a:pt x="2131" y="2844"/>
                    <a:pt x="2046" y="3091"/>
                  </a:cubicBezTo>
                  <a:cubicBezTo>
                    <a:pt x="1991" y="3287"/>
                    <a:pt x="1940" y="3462"/>
                    <a:pt x="1884" y="3658"/>
                  </a:cubicBezTo>
                  <a:cubicBezTo>
                    <a:pt x="1833" y="3837"/>
                    <a:pt x="1778" y="4016"/>
                    <a:pt x="1726" y="4208"/>
                  </a:cubicBezTo>
                  <a:cubicBezTo>
                    <a:pt x="1688" y="4336"/>
                    <a:pt x="1654" y="4476"/>
                    <a:pt x="1620" y="4617"/>
                  </a:cubicBezTo>
                  <a:cubicBezTo>
                    <a:pt x="1940" y="4690"/>
                    <a:pt x="2080" y="4903"/>
                    <a:pt x="2114" y="5188"/>
                  </a:cubicBezTo>
                  <a:cubicBezTo>
                    <a:pt x="2153" y="5380"/>
                    <a:pt x="2170" y="5576"/>
                    <a:pt x="2153" y="5789"/>
                  </a:cubicBezTo>
                  <a:cubicBezTo>
                    <a:pt x="2114" y="6394"/>
                    <a:pt x="1991" y="6978"/>
                    <a:pt x="1884" y="7567"/>
                  </a:cubicBezTo>
                  <a:cubicBezTo>
                    <a:pt x="1850" y="7763"/>
                    <a:pt x="1812" y="7959"/>
                    <a:pt x="1778" y="8172"/>
                  </a:cubicBezTo>
                  <a:cubicBezTo>
                    <a:pt x="1884" y="8189"/>
                    <a:pt x="1974" y="8206"/>
                    <a:pt x="2063" y="8223"/>
                  </a:cubicBezTo>
                  <a:close/>
                  <a:moveTo>
                    <a:pt x="9450" y="7354"/>
                  </a:moveTo>
                  <a:cubicBezTo>
                    <a:pt x="8973" y="7656"/>
                    <a:pt x="8491" y="7903"/>
                    <a:pt x="7992" y="8082"/>
                  </a:cubicBezTo>
                  <a:cubicBezTo>
                    <a:pt x="7762" y="8189"/>
                    <a:pt x="7515" y="8257"/>
                    <a:pt x="7268" y="8330"/>
                  </a:cubicBezTo>
                  <a:cubicBezTo>
                    <a:pt x="6982" y="8436"/>
                    <a:pt x="6679" y="8509"/>
                    <a:pt x="6394" y="8598"/>
                  </a:cubicBezTo>
                  <a:cubicBezTo>
                    <a:pt x="6040" y="8705"/>
                    <a:pt x="5686" y="8722"/>
                    <a:pt x="5311" y="8722"/>
                  </a:cubicBezTo>
                  <a:cubicBezTo>
                    <a:pt x="5047" y="8739"/>
                    <a:pt x="4778" y="8739"/>
                    <a:pt x="4514" y="8722"/>
                  </a:cubicBezTo>
                  <a:cubicBezTo>
                    <a:pt x="4194" y="8722"/>
                    <a:pt x="3892" y="8722"/>
                    <a:pt x="3572" y="8705"/>
                  </a:cubicBezTo>
                  <a:cubicBezTo>
                    <a:pt x="3376" y="8683"/>
                    <a:pt x="3180" y="8632"/>
                    <a:pt x="2984" y="8598"/>
                  </a:cubicBezTo>
                  <a:cubicBezTo>
                    <a:pt x="2720" y="8543"/>
                    <a:pt x="2472" y="8509"/>
                    <a:pt x="2221" y="8436"/>
                  </a:cubicBezTo>
                  <a:cubicBezTo>
                    <a:pt x="1974" y="8385"/>
                    <a:pt x="1744" y="8313"/>
                    <a:pt x="1492" y="8223"/>
                  </a:cubicBezTo>
                  <a:cubicBezTo>
                    <a:pt x="1300" y="8151"/>
                    <a:pt x="1087" y="8099"/>
                    <a:pt x="891" y="7993"/>
                  </a:cubicBezTo>
                  <a:cubicBezTo>
                    <a:pt x="784" y="7937"/>
                    <a:pt x="640" y="7903"/>
                    <a:pt x="499" y="7852"/>
                  </a:cubicBezTo>
                  <a:cubicBezTo>
                    <a:pt x="482" y="7903"/>
                    <a:pt x="465" y="7959"/>
                    <a:pt x="448" y="7993"/>
                  </a:cubicBezTo>
                  <a:cubicBezTo>
                    <a:pt x="392" y="8206"/>
                    <a:pt x="320" y="8419"/>
                    <a:pt x="269" y="8632"/>
                  </a:cubicBezTo>
                  <a:cubicBezTo>
                    <a:pt x="179" y="8897"/>
                    <a:pt x="196" y="8935"/>
                    <a:pt x="448" y="9058"/>
                  </a:cubicBezTo>
                  <a:cubicBezTo>
                    <a:pt x="465" y="9058"/>
                    <a:pt x="482" y="9076"/>
                    <a:pt x="499" y="9076"/>
                  </a:cubicBezTo>
                  <a:cubicBezTo>
                    <a:pt x="661" y="9148"/>
                    <a:pt x="819" y="9216"/>
                    <a:pt x="998" y="9272"/>
                  </a:cubicBezTo>
                  <a:cubicBezTo>
                    <a:pt x="1211" y="9361"/>
                    <a:pt x="1407" y="9429"/>
                    <a:pt x="1637" y="9502"/>
                  </a:cubicBezTo>
                  <a:cubicBezTo>
                    <a:pt x="1940" y="9574"/>
                    <a:pt x="2238" y="9698"/>
                    <a:pt x="2541" y="9749"/>
                  </a:cubicBezTo>
                  <a:cubicBezTo>
                    <a:pt x="2647" y="9749"/>
                    <a:pt x="2737" y="9770"/>
                    <a:pt x="2826" y="9787"/>
                  </a:cubicBezTo>
                  <a:cubicBezTo>
                    <a:pt x="3090" y="9821"/>
                    <a:pt x="3359" y="9856"/>
                    <a:pt x="3623" y="9877"/>
                  </a:cubicBezTo>
                  <a:lnTo>
                    <a:pt x="4194" y="9877"/>
                  </a:lnTo>
                  <a:cubicBezTo>
                    <a:pt x="4655" y="9877"/>
                    <a:pt x="5115" y="9856"/>
                    <a:pt x="5597" y="9821"/>
                  </a:cubicBezTo>
                  <a:cubicBezTo>
                    <a:pt x="5899" y="9787"/>
                    <a:pt x="6219" y="9749"/>
                    <a:pt x="6539" y="9698"/>
                  </a:cubicBezTo>
                  <a:cubicBezTo>
                    <a:pt x="6841" y="9642"/>
                    <a:pt x="7123" y="9574"/>
                    <a:pt x="7425" y="9485"/>
                  </a:cubicBezTo>
                  <a:cubicBezTo>
                    <a:pt x="7604" y="9451"/>
                    <a:pt x="7762" y="9378"/>
                    <a:pt x="7924" y="9323"/>
                  </a:cubicBezTo>
                  <a:cubicBezTo>
                    <a:pt x="8508" y="9131"/>
                    <a:pt x="9041" y="8845"/>
                    <a:pt x="9539" y="8492"/>
                  </a:cubicBezTo>
                  <a:cubicBezTo>
                    <a:pt x="9663" y="8402"/>
                    <a:pt x="9718" y="8296"/>
                    <a:pt x="9680" y="8151"/>
                  </a:cubicBezTo>
                  <a:cubicBezTo>
                    <a:pt x="9612" y="7886"/>
                    <a:pt x="9539" y="7639"/>
                    <a:pt x="9450" y="7354"/>
                  </a:cubicBezTo>
                  <a:close/>
                  <a:moveTo>
                    <a:pt x="8384" y="7746"/>
                  </a:moveTo>
                  <a:cubicBezTo>
                    <a:pt x="8738" y="7550"/>
                    <a:pt x="9130" y="7405"/>
                    <a:pt x="9433" y="7140"/>
                  </a:cubicBezTo>
                  <a:cubicBezTo>
                    <a:pt x="9360" y="6838"/>
                    <a:pt x="9309" y="6535"/>
                    <a:pt x="9237" y="6233"/>
                  </a:cubicBezTo>
                  <a:cubicBezTo>
                    <a:pt x="9147" y="5896"/>
                    <a:pt x="9079" y="5559"/>
                    <a:pt x="8973" y="5222"/>
                  </a:cubicBezTo>
                  <a:cubicBezTo>
                    <a:pt x="8917" y="5043"/>
                    <a:pt x="8828" y="4869"/>
                    <a:pt x="8738" y="4707"/>
                  </a:cubicBezTo>
                  <a:cubicBezTo>
                    <a:pt x="8653" y="4583"/>
                    <a:pt x="8525" y="4493"/>
                    <a:pt x="8367" y="4476"/>
                  </a:cubicBezTo>
                  <a:cubicBezTo>
                    <a:pt x="8120" y="4459"/>
                    <a:pt x="7779" y="4672"/>
                    <a:pt x="7779" y="5043"/>
                  </a:cubicBezTo>
                  <a:cubicBezTo>
                    <a:pt x="7779" y="5329"/>
                    <a:pt x="7817" y="5614"/>
                    <a:pt x="7886" y="5896"/>
                  </a:cubicBezTo>
                  <a:cubicBezTo>
                    <a:pt x="8013" y="6394"/>
                    <a:pt x="8120" y="6872"/>
                    <a:pt x="8244" y="7354"/>
                  </a:cubicBezTo>
                  <a:cubicBezTo>
                    <a:pt x="8278" y="7477"/>
                    <a:pt x="8333" y="7601"/>
                    <a:pt x="8384" y="7746"/>
                  </a:cubicBezTo>
                  <a:close/>
                  <a:moveTo>
                    <a:pt x="1654" y="8134"/>
                  </a:moveTo>
                  <a:cubicBezTo>
                    <a:pt x="1671" y="8044"/>
                    <a:pt x="1688" y="7993"/>
                    <a:pt x="1705" y="7937"/>
                  </a:cubicBezTo>
                  <a:cubicBezTo>
                    <a:pt x="1744" y="7707"/>
                    <a:pt x="1795" y="7460"/>
                    <a:pt x="1850" y="7213"/>
                  </a:cubicBezTo>
                  <a:cubicBezTo>
                    <a:pt x="1884" y="7017"/>
                    <a:pt x="1940" y="6804"/>
                    <a:pt x="1957" y="6591"/>
                  </a:cubicBezTo>
                  <a:cubicBezTo>
                    <a:pt x="2008" y="6305"/>
                    <a:pt x="2025" y="6002"/>
                    <a:pt x="2046" y="5700"/>
                  </a:cubicBezTo>
                  <a:cubicBezTo>
                    <a:pt x="2063" y="5470"/>
                    <a:pt x="2046" y="5239"/>
                    <a:pt x="1940" y="5026"/>
                  </a:cubicBezTo>
                  <a:cubicBezTo>
                    <a:pt x="1812" y="4779"/>
                    <a:pt x="1582" y="4690"/>
                    <a:pt x="1317" y="4903"/>
                  </a:cubicBezTo>
                  <a:cubicBezTo>
                    <a:pt x="1155" y="5043"/>
                    <a:pt x="1066" y="5239"/>
                    <a:pt x="1015" y="5435"/>
                  </a:cubicBezTo>
                  <a:cubicBezTo>
                    <a:pt x="981" y="5576"/>
                    <a:pt x="942" y="5738"/>
                    <a:pt x="908" y="5879"/>
                  </a:cubicBezTo>
                  <a:cubicBezTo>
                    <a:pt x="819" y="6198"/>
                    <a:pt x="746" y="6518"/>
                    <a:pt x="678" y="6838"/>
                  </a:cubicBezTo>
                  <a:cubicBezTo>
                    <a:pt x="605" y="7106"/>
                    <a:pt x="571" y="7388"/>
                    <a:pt x="516" y="7673"/>
                  </a:cubicBezTo>
                  <a:cubicBezTo>
                    <a:pt x="891" y="7831"/>
                    <a:pt x="1262" y="7976"/>
                    <a:pt x="1654" y="813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8"/>
            <p:cNvSpPr/>
            <p:nvPr/>
          </p:nvSpPr>
          <p:spPr>
            <a:xfrm>
              <a:off x="9618713" y="3957581"/>
              <a:ext cx="172235" cy="229896"/>
            </a:xfrm>
            <a:custGeom>
              <a:rect b="b" l="l" r="r" t="t"/>
              <a:pathLst>
                <a:path extrusionOk="0" h="2771" w="2076">
                  <a:moveTo>
                    <a:pt x="2076" y="1829"/>
                  </a:moveTo>
                  <a:cubicBezTo>
                    <a:pt x="2059" y="2131"/>
                    <a:pt x="1918" y="2396"/>
                    <a:pt x="1667" y="2558"/>
                  </a:cubicBezTo>
                  <a:cubicBezTo>
                    <a:pt x="1454" y="2698"/>
                    <a:pt x="1189" y="2771"/>
                    <a:pt x="921" y="2732"/>
                  </a:cubicBezTo>
                  <a:cubicBezTo>
                    <a:pt x="746" y="2698"/>
                    <a:pt x="567" y="2681"/>
                    <a:pt x="405" y="2558"/>
                  </a:cubicBezTo>
                  <a:cubicBezTo>
                    <a:pt x="213" y="2413"/>
                    <a:pt x="107" y="2221"/>
                    <a:pt x="68" y="1986"/>
                  </a:cubicBezTo>
                  <a:cubicBezTo>
                    <a:pt x="17" y="1688"/>
                    <a:pt x="0" y="1368"/>
                    <a:pt x="68" y="1066"/>
                  </a:cubicBezTo>
                  <a:cubicBezTo>
                    <a:pt x="124" y="853"/>
                    <a:pt x="158" y="639"/>
                    <a:pt x="298" y="460"/>
                  </a:cubicBezTo>
                  <a:cubicBezTo>
                    <a:pt x="426" y="320"/>
                    <a:pt x="550" y="196"/>
                    <a:pt x="725" y="124"/>
                  </a:cubicBezTo>
                  <a:cubicBezTo>
                    <a:pt x="938" y="51"/>
                    <a:pt x="1151" y="0"/>
                    <a:pt x="1364" y="34"/>
                  </a:cubicBezTo>
                  <a:cubicBezTo>
                    <a:pt x="1437" y="34"/>
                    <a:pt x="1492" y="68"/>
                    <a:pt x="1543" y="90"/>
                  </a:cubicBezTo>
                  <a:cubicBezTo>
                    <a:pt x="1935" y="303"/>
                    <a:pt x="2076" y="657"/>
                    <a:pt x="2076" y="1083"/>
                  </a:cubicBezTo>
                  <a:moveTo>
                    <a:pt x="1986" y="1206"/>
                  </a:moveTo>
                  <a:cubicBezTo>
                    <a:pt x="1969" y="1100"/>
                    <a:pt x="1935" y="959"/>
                    <a:pt x="1918" y="814"/>
                  </a:cubicBezTo>
                  <a:cubicBezTo>
                    <a:pt x="1880" y="567"/>
                    <a:pt x="1739" y="371"/>
                    <a:pt x="1509" y="247"/>
                  </a:cubicBezTo>
                  <a:cubicBezTo>
                    <a:pt x="1454" y="213"/>
                    <a:pt x="1385" y="175"/>
                    <a:pt x="1330" y="175"/>
                  </a:cubicBezTo>
                  <a:cubicBezTo>
                    <a:pt x="1117" y="158"/>
                    <a:pt x="921" y="196"/>
                    <a:pt x="725" y="281"/>
                  </a:cubicBezTo>
                  <a:cubicBezTo>
                    <a:pt x="512" y="388"/>
                    <a:pt x="354" y="550"/>
                    <a:pt x="281" y="780"/>
                  </a:cubicBezTo>
                  <a:cubicBezTo>
                    <a:pt x="230" y="959"/>
                    <a:pt x="192" y="1134"/>
                    <a:pt x="175" y="1330"/>
                  </a:cubicBezTo>
                  <a:cubicBezTo>
                    <a:pt x="158" y="1598"/>
                    <a:pt x="192" y="1863"/>
                    <a:pt x="264" y="2131"/>
                  </a:cubicBezTo>
                  <a:cubicBezTo>
                    <a:pt x="320" y="2327"/>
                    <a:pt x="460" y="2451"/>
                    <a:pt x="656" y="2519"/>
                  </a:cubicBezTo>
                  <a:cubicBezTo>
                    <a:pt x="938" y="2626"/>
                    <a:pt x="1240" y="2609"/>
                    <a:pt x="1526" y="2468"/>
                  </a:cubicBezTo>
                  <a:cubicBezTo>
                    <a:pt x="1790" y="2344"/>
                    <a:pt x="1918" y="2114"/>
                    <a:pt x="1952" y="1846"/>
                  </a:cubicBezTo>
                  <a:cubicBezTo>
                    <a:pt x="1969" y="1633"/>
                    <a:pt x="1969" y="1437"/>
                    <a:pt x="1986" y="12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8"/>
            <p:cNvSpPr/>
            <p:nvPr/>
          </p:nvSpPr>
          <p:spPr>
            <a:xfrm>
              <a:off x="9695041" y="3992427"/>
              <a:ext cx="65210" cy="87528"/>
            </a:xfrm>
            <a:custGeom>
              <a:rect b="b" l="l" r="r" t="t"/>
              <a:pathLst>
                <a:path extrusionOk="0" h="1055" w="786">
                  <a:moveTo>
                    <a:pt x="219" y="1"/>
                  </a:moveTo>
                  <a:cubicBezTo>
                    <a:pt x="139" y="1"/>
                    <a:pt x="63" y="18"/>
                    <a:pt x="1" y="57"/>
                  </a:cubicBezTo>
                  <a:cubicBezTo>
                    <a:pt x="107" y="130"/>
                    <a:pt x="197" y="181"/>
                    <a:pt x="269" y="254"/>
                  </a:cubicBezTo>
                  <a:cubicBezTo>
                    <a:pt x="320" y="326"/>
                    <a:pt x="376" y="377"/>
                    <a:pt x="410" y="450"/>
                  </a:cubicBezTo>
                  <a:cubicBezTo>
                    <a:pt x="444" y="539"/>
                    <a:pt x="482" y="629"/>
                    <a:pt x="517" y="714"/>
                  </a:cubicBezTo>
                  <a:cubicBezTo>
                    <a:pt x="551" y="820"/>
                    <a:pt x="572" y="927"/>
                    <a:pt x="623" y="1055"/>
                  </a:cubicBezTo>
                  <a:cubicBezTo>
                    <a:pt x="713" y="948"/>
                    <a:pt x="747" y="820"/>
                    <a:pt x="764" y="697"/>
                  </a:cubicBezTo>
                  <a:cubicBezTo>
                    <a:pt x="785" y="573"/>
                    <a:pt x="764" y="433"/>
                    <a:pt x="713" y="309"/>
                  </a:cubicBezTo>
                  <a:cubicBezTo>
                    <a:pt x="640" y="181"/>
                    <a:pt x="517" y="75"/>
                    <a:pt x="393" y="23"/>
                  </a:cubicBezTo>
                  <a:cubicBezTo>
                    <a:pt x="335" y="9"/>
                    <a:pt x="276"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8"/>
            <p:cNvSpPr/>
            <p:nvPr/>
          </p:nvSpPr>
          <p:spPr>
            <a:xfrm>
              <a:off x="9377285" y="4094142"/>
              <a:ext cx="71765" cy="264907"/>
            </a:xfrm>
            <a:custGeom>
              <a:rect b="b" l="l" r="r" t="t"/>
              <a:pathLst>
                <a:path extrusionOk="0" h="3193" w="865">
                  <a:moveTo>
                    <a:pt x="802" y="0"/>
                  </a:moveTo>
                  <a:cubicBezTo>
                    <a:pt x="780" y="0"/>
                    <a:pt x="758" y="14"/>
                    <a:pt x="758" y="42"/>
                  </a:cubicBezTo>
                  <a:cubicBezTo>
                    <a:pt x="779" y="306"/>
                    <a:pt x="706" y="553"/>
                    <a:pt x="634" y="788"/>
                  </a:cubicBezTo>
                  <a:cubicBezTo>
                    <a:pt x="566" y="1035"/>
                    <a:pt x="493" y="1265"/>
                    <a:pt x="421" y="1495"/>
                  </a:cubicBezTo>
                  <a:cubicBezTo>
                    <a:pt x="246" y="2045"/>
                    <a:pt x="118" y="2599"/>
                    <a:pt x="12" y="3149"/>
                  </a:cubicBezTo>
                  <a:cubicBezTo>
                    <a:pt x="1" y="3171"/>
                    <a:pt x="33" y="3192"/>
                    <a:pt x="58" y="3192"/>
                  </a:cubicBezTo>
                  <a:cubicBezTo>
                    <a:pt x="72" y="3192"/>
                    <a:pt x="84" y="3185"/>
                    <a:pt x="84" y="3166"/>
                  </a:cubicBezTo>
                  <a:cubicBezTo>
                    <a:pt x="208" y="2599"/>
                    <a:pt x="331" y="2045"/>
                    <a:pt x="510" y="1495"/>
                  </a:cubicBezTo>
                  <a:cubicBezTo>
                    <a:pt x="583" y="1265"/>
                    <a:pt x="651" y="1018"/>
                    <a:pt x="723" y="788"/>
                  </a:cubicBezTo>
                  <a:cubicBezTo>
                    <a:pt x="796" y="536"/>
                    <a:pt x="864" y="289"/>
                    <a:pt x="847" y="42"/>
                  </a:cubicBezTo>
                  <a:cubicBezTo>
                    <a:pt x="847" y="14"/>
                    <a:pt x="825" y="0"/>
                    <a:pt x="8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8"/>
            <p:cNvSpPr/>
            <p:nvPr/>
          </p:nvSpPr>
          <p:spPr>
            <a:xfrm>
              <a:off x="9984505" y="4070165"/>
              <a:ext cx="73092" cy="256528"/>
            </a:xfrm>
            <a:custGeom>
              <a:rect b="b" l="l" r="r" t="t"/>
              <a:pathLst>
                <a:path extrusionOk="0" h="3092" w="881">
                  <a:moveTo>
                    <a:pt x="62" y="0"/>
                  </a:moveTo>
                  <a:cubicBezTo>
                    <a:pt x="32" y="0"/>
                    <a:pt x="0" y="24"/>
                    <a:pt x="11" y="45"/>
                  </a:cubicBezTo>
                  <a:cubicBezTo>
                    <a:pt x="173" y="561"/>
                    <a:pt x="224" y="1077"/>
                    <a:pt x="348" y="1588"/>
                  </a:cubicBezTo>
                  <a:cubicBezTo>
                    <a:pt x="472" y="2087"/>
                    <a:pt x="706" y="2547"/>
                    <a:pt x="791" y="3063"/>
                  </a:cubicBezTo>
                  <a:cubicBezTo>
                    <a:pt x="799" y="3083"/>
                    <a:pt x="813" y="3091"/>
                    <a:pt x="828" y="3091"/>
                  </a:cubicBezTo>
                  <a:cubicBezTo>
                    <a:pt x="853" y="3091"/>
                    <a:pt x="881" y="3068"/>
                    <a:pt x="881" y="3046"/>
                  </a:cubicBezTo>
                  <a:cubicBezTo>
                    <a:pt x="774" y="2530"/>
                    <a:pt x="561" y="2070"/>
                    <a:pt x="420" y="1571"/>
                  </a:cubicBezTo>
                  <a:cubicBezTo>
                    <a:pt x="297" y="1056"/>
                    <a:pt x="258" y="523"/>
                    <a:pt x="101" y="28"/>
                  </a:cubicBezTo>
                  <a:cubicBezTo>
                    <a:pt x="94" y="8"/>
                    <a:pt x="79" y="0"/>
                    <a:pt x="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8"/>
            <p:cNvSpPr/>
            <p:nvPr/>
          </p:nvSpPr>
          <p:spPr>
            <a:xfrm>
              <a:off x="9492606" y="4295581"/>
              <a:ext cx="459543" cy="58822"/>
            </a:xfrm>
            <a:custGeom>
              <a:rect b="b" l="l" r="r" t="t"/>
              <a:pathLst>
                <a:path extrusionOk="0" h="709" w="5539">
                  <a:moveTo>
                    <a:pt x="5483" y="0"/>
                  </a:moveTo>
                  <a:cubicBezTo>
                    <a:pt x="5476" y="0"/>
                    <a:pt x="5469" y="3"/>
                    <a:pt x="5463" y="9"/>
                  </a:cubicBezTo>
                  <a:cubicBezTo>
                    <a:pt x="4751" y="346"/>
                    <a:pt x="3988" y="470"/>
                    <a:pt x="3204" y="525"/>
                  </a:cubicBezTo>
                  <a:cubicBezTo>
                    <a:pt x="2651" y="567"/>
                    <a:pt x="2087" y="624"/>
                    <a:pt x="1528" y="624"/>
                  </a:cubicBezTo>
                  <a:cubicBezTo>
                    <a:pt x="1405" y="624"/>
                    <a:pt x="1284" y="621"/>
                    <a:pt x="1162" y="615"/>
                  </a:cubicBezTo>
                  <a:cubicBezTo>
                    <a:pt x="808" y="598"/>
                    <a:pt x="416" y="542"/>
                    <a:pt x="79" y="402"/>
                  </a:cubicBezTo>
                  <a:cubicBezTo>
                    <a:pt x="73" y="394"/>
                    <a:pt x="65" y="391"/>
                    <a:pt x="57" y="391"/>
                  </a:cubicBezTo>
                  <a:cubicBezTo>
                    <a:pt x="28" y="391"/>
                    <a:pt x="1" y="443"/>
                    <a:pt x="45" y="470"/>
                  </a:cubicBezTo>
                  <a:cubicBezTo>
                    <a:pt x="459" y="660"/>
                    <a:pt x="918" y="708"/>
                    <a:pt x="1378" y="708"/>
                  </a:cubicBezTo>
                  <a:cubicBezTo>
                    <a:pt x="1610" y="708"/>
                    <a:pt x="1843" y="696"/>
                    <a:pt x="2070" y="683"/>
                  </a:cubicBezTo>
                  <a:cubicBezTo>
                    <a:pt x="2799" y="649"/>
                    <a:pt x="3523" y="615"/>
                    <a:pt x="4235" y="491"/>
                  </a:cubicBezTo>
                  <a:cubicBezTo>
                    <a:pt x="4679" y="402"/>
                    <a:pt x="5088" y="278"/>
                    <a:pt x="5497" y="82"/>
                  </a:cubicBezTo>
                  <a:cubicBezTo>
                    <a:pt x="5538" y="51"/>
                    <a:pt x="5513" y="0"/>
                    <a:pt x="54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8"/>
            <p:cNvSpPr/>
            <p:nvPr/>
          </p:nvSpPr>
          <p:spPr>
            <a:xfrm>
              <a:off x="9522805" y="4292096"/>
              <a:ext cx="35509" cy="28042"/>
            </a:xfrm>
            <a:custGeom>
              <a:rect b="b" l="l" r="r" t="t"/>
              <a:pathLst>
                <a:path extrusionOk="0" h="338" w="428">
                  <a:moveTo>
                    <a:pt x="214" y="0"/>
                  </a:moveTo>
                  <a:cubicBezTo>
                    <a:pt x="1" y="0"/>
                    <a:pt x="1" y="337"/>
                    <a:pt x="214" y="337"/>
                  </a:cubicBezTo>
                  <a:cubicBezTo>
                    <a:pt x="427" y="337"/>
                    <a:pt x="427" y="0"/>
                    <a:pt x="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8"/>
            <p:cNvSpPr/>
            <p:nvPr/>
          </p:nvSpPr>
          <p:spPr>
            <a:xfrm>
              <a:off x="9587518" y="4297738"/>
              <a:ext cx="35509" cy="28042"/>
            </a:xfrm>
            <a:custGeom>
              <a:rect b="b" l="l" r="r" t="t"/>
              <a:pathLst>
                <a:path extrusionOk="0" h="338" w="428">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8"/>
            <p:cNvSpPr/>
            <p:nvPr/>
          </p:nvSpPr>
          <p:spPr>
            <a:xfrm>
              <a:off x="9652314" y="4297738"/>
              <a:ext cx="35426" cy="28042"/>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8"/>
            <p:cNvSpPr/>
            <p:nvPr/>
          </p:nvSpPr>
          <p:spPr>
            <a:xfrm>
              <a:off x="9602369" y="3718310"/>
              <a:ext cx="210565" cy="74088"/>
            </a:xfrm>
            <a:custGeom>
              <a:rect b="b" l="l" r="r" t="t"/>
              <a:pathLst>
                <a:path extrusionOk="0" h="893" w="2538">
                  <a:moveTo>
                    <a:pt x="2433" y="1"/>
                  </a:moveTo>
                  <a:cubicBezTo>
                    <a:pt x="2400" y="1"/>
                    <a:pt x="2365" y="18"/>
                    <a:pt x="2345" y="58"/>
                  </a:cubicBezTo>
                  <a:cubicBezTo>
                    <a:pt x="2180" y="514"/>
                    <a:pt x="1719" y="732"/>
                    <a:pt x="1255" y="732"/>
                  </a:cubicBezTo>
                  <a:cubicBezTo>
                    <a:pt x="1013" y="732"/>
                    <a:pt x="770" y="672"/>
                    <a:pt x="568" y="557"/>
                  </a:cubicBezTo>
                  <a:cubicBezTo>
                    <a:pt x="410" y="467"/>
                    <a:pt x="265" y="327"/>
                    <a:pt x="176" y="165"/>
                  </a:cubicBezTo>
                  <a:cubicBezTo>
                    <a:pt x="159" y="130"/>
                    <a:pt x="133" y="116"/>
                    <a:pt x="107" y="116"/>
                  </a:cubicBezTo>
                  <a:cubicBezTo>
                    <a:pt x="54" y="116"/>
                    <a:pt x="1" y="177"/>
                    <a:pt x="35" y="237"/>
                  </a:cubicBezTo>
                  <a:cubicBezTo>
                    <a:pt x="250" y="680"/>
                    <a:pt x="741" y="893"/>
                    <a:pt x="1233" y="893"/>
                  </a:cubicBezTo>
                  <a:cubicBezTo>
                    <a:pt x="1552" y="893"/>
                    <a:pt x="1871" y="803"/>
                    <a:pt x="2115" y="629"/>
                  </a:cubicBezTo>
                  <a:cubicBezTo>
                    <a:pt x="2290" y="501"/>
                    <a:pt x="2435" y="327"/>
                    <a:pt x="2503" y="114"/>
                  </a:cubicBezTo>
                  <a:cubicBezTo>
                    <a:pt x="2538" y="47"/>
                    <a:pt x="2488" y="1"/>
                    <a:pt x="24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8"/>
            <p:cNvSpPr/>
            <p:nvPr/>
          </p:nvSpPr>
          <p:spPr>
            <a:xfrm>
              <a:off x="9635306" y="3712503"/>
              <a:ext cx="136560" cy="45714"/>
            </a:xfrm>
            <a:custGeom>
              <a:rect b="b" l="l" r="r" t="t"/>
              <a:pathLst>
                <a:path extrusionOk="0" h="551" w="1646">
                  <a:moveTo>
                    <a:pt x="1607" y="0"/>
                  </a:moveTo>
                  <a:cubicBezTo>
                    <a:pt x="1587" y="0"/>
                    <a:pt x="1565" y="13"/>
                    <a:pt x="1556" y="39"/>
                  </a:cubicBezTo>
                  <a:cubicBezTo>
                    <a:pt x="1523" y="354"/>
                    <a:pt x="1274" y="468"/>
                    <a:pt x="986" y="468"/>
                  </a:cubicBezTo>
                  <a:cubicBezTo>
                    <a:pt x="654" y="468"/>
                    <a:pt x="270" y="316"/>
                    <a:pt x="98" y="145"/>
                  </a:cubicBezTo>
                  <a:cubicBezTo>
                    <a:pt x="87" y="138"/>
                    <a:pt x="76" y="135"/>
                    <a:pt x="65" y="135"/>
                  </a:cubicBezTo>
                  <a:cubicBezTo>
                    <a:pt x="27" y="135"/>
                    <a:pt x="0" y="174"/>
                    <a:pt x="30" y="201"/>
                  </a:cubicBezTo>
                  <a:cubicBezTo>
                    <a:pt x="205" y="380"/>
                    <a:pt x="474" y="486"/>
                    <a:pt x="721" y="520"/>
                  </a:cubicBezTo>
                  <a:cubicBezTo>
                    <a:pt x="812" y="539"/>
                    <a:pt x="907" y="551"/>
                    <a:pt x="1002" y="551"/>
                  </a:cubicBezTo>
                  <a:cubicBezTo>
                    <a:pt x="1167" y="551"/>
                    <a:pt x="1331" y="514"/>
                    <a:pt x="1467" y="414"/>
                  </a:cubicBezTo>
                  <a:cubicBezTo>
                    <a:pt x="1573" y="324"/>
                    <a:pt x="1629" y="184"/>
                    <a:pt x="1646" y="39"/>
                  </a:cubicBezTo>
                  <a:cubicBezTo>
                    <a:pt x="1646" y="13"/>
                    <a:pt x="1628"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8"/>
            <p:cNvSpPr/>
            <p:nvPr/>
          </p:nvSpPr>
          <p:spPr>
            <a:xfrm>
              <a:off x="9340780" y="4405012"/>
              <a:ext cx="81721" cy="88607"/>
            </a:xfrm>
            <a:custGeom>
              <a:rect b="b" l="l" r="r" t="t"/>
              <a:pathLst>
                <a:path extrusionOk="0" h="1068" w="985">
                  <a:moveTo>
                    <a:pt x="596" y="1"/>
                  </a:moveTo>
                  <a:cubicBezTo>
                    <a:pt x="583" y="1"/>
                    <a:pt x="571" y="2"/>
                    <a:pt x="558" y="3"/>
                  </a:cubicBezTo>
                  <a:cubicBezTo>
                    <a:pt x="435" y="42"/>
                    <a:pt x="328" y="148"/>
                    <a:pt x="260" y="255"/>
                  </a:cubicBezTo>
                  <a:cubicBezTo>
                    <a:pt x="170" y="378"/>
                    <a:pt x="115" y="502"/>
                    <a:pt x="25" y="626"/>
                  </a:cubicBezTo>
                  <a:cubicBezTo>
                    <a:pt x="0" y="654"/>
                    <a:pt x="34" y="699"/>
                    <a:pt x="60" y="699"/>
                  </a:cubicBezTo>
                  <a:cubicBezTo>
                    <a:pt x="69" y="699"/>
                    <a:pt x="76" y="694"/>
                    <a:pt x="81" y="681"/>
                  </a:cubicBezTo>
                  <a:cubicBezTo>
                    <a:pt x="170" y="591"/>
                    <a:pt x="204" y="485"/>
                    <a:pt x="277" y="378"/>
                  </a:cubicBezTo>
                  <a:cubicBezTo>
                    <a:pt x="328" y="289"/>
                    <a:pt x="401" y="165"/>
                    <a:pt x="507" y="110"/>
                  </a:cubicBezTo>
                  <a:cubicBezTo>
                    <a:pt x="536" y="96"/>
                    <a:pt x="568" y="90"/>
                    <a:pt x="600" y="90"/>
                  </a:cubicBezTo>
                  <a:cubicBezTo>
                    <a:pt x="684" y="90"/>
                    <a:pt x="769" y="134"/>
                    <a:pt x="810" y="199"/>
                  </a:cubicBezTo>
                  <a:cubicBezTo>
                    <a:pt x="899" y="289"/>
                    <a:pt x="899" y="451"/>
                    <a:pt x="899" y="574"/>
                  </a:cubicBezTo>
                  <a:cubicBezTo>
                    <a:pt x="899" y="715"/>
                    <a:pt x="878" y="877"/>
                    <a:pt x="861" y="1018"/>
                  </a:cubicBezTo>
                  <a:cubicBezTo>
                    <a:pt x="851" y="1048"/>
                    <a:pt x="878" y="1067"/>
                    <a:pt x="901" y="1067"/>
                  </a:cubicBezTo>
                  <a:cubicBezTo>
                    <a:pt x="918" y="1067"/>
                    <a:pt x="933" y="1058"/>
                    <a:pt x="933" y="1035"/>
                  </a:cubicBezTo>
                  <a:cubicBezTo>
                    <a:pt x="967" y="894"/>
                    <a:pt x="984" y="749"/>
                    <a:pt x="984" y="609"/>
                  </a:cubicBezTo>
                  <a:cubicBezTo>
                    <a:pt x="984" y="468"/>
                    <a:pt x="984" y="306"/>
                    <a:pt x="899" y="165"/>
                  </a:cubicBezTo>
                  <a:cubicBezTo>
                    <a:pt x="834" y="69"/>
                    <a:pt x="713" y="1"/>
                    <a:pt x="5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8"/>
            <p:cNvSpPr/>
            <p:nvPr/>
          </p:nvSpPr>
          <p:spPr>
            <a:xfrm>
              <a:off x="9482899" y="4446328"/>
              <a:ext cx="84209" cy="86201"/>
            </a:xfrm>
            <a:custGeom>
              <a:rect b="b" l="l" r="r" t="t"/>
              <a:pathLst>
                <a:path extrusionOk="0" h="1039" w="1015">
                  <a:moveTo>
                    <a:pt x="548" y="1"/>
                  </a:moveTo>
                  <a:cubicBezTo>
                    <a:pt x="531" y="1"/>
                    <a:pt x="515" y="2"/>
                    <a:pt x="499" y="4"/>
                  </a:cubicBezTo>
                  <a:cubicBezTo>
                    <a:pt x="358" y="38"/>
                    <a:pt x="252" y="145"/>
                    <a:pt x="162" y="273"/>
                  </a:cubicBezTo>
                  <a:cubicBezTo>
                    <a:pt x="73" y="413"/>
                    <a:pt x="17" y="592"/>
                    <a:pt x="0" y="767"/>
                  </a:cubicBezTo>
                  <a:cubicBezTo>
                    <a:pt x="0" y="795"/>
                    <a:pt x="18" y="808"/>
                    <a:pt x="39" y="808"/>
                  </a:cubicBezTo>
                  <a:cubicBezTo>
                    <a:pt x="59" y="808"/>
                    <a:pt x="81" y="795"/>
                    <a:pt x="90" y="767"/>
                  </a:cubicBezTo>
                  <a:cubicBezTo>
                    <a:pt x="107" y="626"/>
                    <a:pt x="145" y="486"/>
                    <a:pt x="213" y="379"/>
                  </a:cubicBezTo>
                  <a:cubicBezTo>
                    <a:pt x="269" y="251"/>
                    <a:pt x="337" y="145"/>
                    <a:pt x="465" y="93"/>
                  </a:cubicBezTo>
                  <a:cubicBezTo>
                    <a:pt x="496" y="85"/>
                    <a:pt x="527" y="81"/>
                    <a:pt x="559" y="81"/>
                  </a:cubicBezTo>
                  <a:cubicBezTo>
                    <a:pt x="655" y="81"/>
                    <a:pt x="751" y="120"/>
                    <a:pt x="819" y="200"/>
                  </a:cubicBezTo>
                  <a:cubicBezTo>
                    <a:pt x="891" y="290"/>
                    <a:pt x="925" y="430"/>
                    <a:pt x="925" y="554"/>
                  </a:cubicBezTo>
                  <a:lnTo>
                    <a:pt x="925" y="997"/>
                  </a:lnTo>
                  <a:cubicBezTo>
                    <a:pt x="925" y="1025"/>
                    <a:pt x="943" y="1039"/>
                    <a:pt x="962" y="1039"/>
                  </a:cubicBezTo>
                  <a:cubicBezTo>
                    <a:pt x="980" y="1039"/>
                    <a:pt x="998" y="1025"/>
                    <a:pt x="998" y="997"/>
                  </a:cubicBezTo>
                  <a:cubicBezTo>
                    <a:pt x="998" y="839"/>
                    <a:pt x="1015" y="699"/>
                    <a:pt x="1015" y="554"/>
                  </a:cubicBezTo>
                  <a:cubicBezTo>
                    <a:pt x="998" y="413"/>
                    <a:pt x="976" y="251"/>
                    <a:pt x="870" y="145"/>
                  </a:cubicBezTo>
                  <a:cubicBezTo>
                    <a:pt x="795" y="52"/>
                    <a:pt x="662" y="1"/>
                    <a:pt x="5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8"/>
            <p:cNvSpPr/>
            <p:nvPr/>
          </p:nvSpPr>
          <p:spPr>
            <a:xfrm>
              <a:off x="9647999" y="4451389"/>
              <a:ext cx="92257" cy="86035"/>
            </a:xfrm>
            <a:custGeom>
              <a:rect b="b" l="l" r="r" t="t"/>
              <a:pathLst>
                <a:path extrusionOk="0" h="1037" w="1112">
                  <a:moveTo>
                    <a:pt x="456" y="0"/>
                  </a:moveTo>
                  <a:cubicBezTo>
                    <a:pt x="384" y="0"/>
                    <a:pt x="313" y="19"/>
                    <a:pt x="248" y="67"/>
                  </a:cubicBezTo>
                  <a:cubicBezTo>
                    <a:pt x="124" y="139"/>
                    <a:pt x="73" y="263"/>
                    <a:pt x="35" y="403"/>
                  </a:cubicBezTo>
                  <a:cubicBezTo>
                    <a:pt x="1" y="565"/>
                    <a:pt x="1" y="744"/>
                    <a:pt x="1" y="919"/>
                  </a:cubicBezTo>
                  <a:cubicBezTo>
                    <a:pt x="1" y="947"/>
                    <a:pt x="23" y="961"/>
                    <a:pt x="46" y="961"/>
                  </a:cubicBezTo>
                  <a:cubicBezTo>
                    <a:pt x="68" y="961"/>
                    <a:pt x="90" y="947"/>
                    <a:pt x="90" y="919"/>
                  </a:cubicBezTo>
                  <a:cubicBezTo>
                    <a:pt x="90" y="778"/>
                    <a:pt x="90" y="638"/>
                    <a:pt x="107" y="493"/>
                  </a:cubicBezTo>
                  <a:cubicBezTo>
                    <a:pt x="124" y="386"/>
                    <a:pt x="159" y="246"/>
                    <a:pt x="248" y="156"/>
                  </a:cubicBezTo>
                  <a:cubicBezTo>
                    <a:pt x="301" y="103"/>
                    <a:pt x="368" y="85"/>
                    <a:pt x="440" y="85"/>
                  </a:cubicBezTo>
                  <a:cubicBezTo>
                    <a:pt x="511" y="85"/>
                    <a:pt x="587" y="103"/>
                    <a:pt x="657" y="122"/>
                  </a:cubicBezTo>
                  <a:cubicBezTo>
                    <a:pt x="819" y="173"/>
                    <a:pt x="904" y="297"/>
                    <a:pt x="960" y="459"/>
                  </a:cubicBezTo>
                  <a:cubicBezTo>
                    <a:pt x="994" y="638"/>
                    <a:pt x="994" y="830"/>
                    <a:pt x="1032" y="1009"/>
                  </a:cubicBezTo>
                  <a:cubicBezTo>
                    <a:pt x="1032" y="1029"/>
                    <a:pt x="1044" y="1037"/>
                    <a:pt x="1057" y="1037"/>
                  </a:cubicBezTo>
                  <a:cubicBezTo>
                    <a:pt x="1081" y="1037"/>
                    <a:pt x="1111" y="1013"/>
                    <a:pt x="1101" y="992"/>
                  </a:cubicBezTo>
                  <a:cubicBezTo>
                    <a:pt x="1066" y="812"/>
                    <a:pt x="1084" y="638"/>
                    <a:pt x="1032" y="459"/>
                  </a:cubicBezTo>
                  <a:cubicBezTo>
                    <a:pt x="994" y="280"/>
                    <a:pt x="887" y="139"/>
                    <a:pt x="730" y="67"/>
                  </a:cubicBezTo>
                  <a:cubicBezTo>
                    <a:pt x="640" y="29"/>
                    <a:pt x="547" y="0"/>
                    <a:pt x="4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8"/>
            <p:cNvSpPr/>
            <p:nvPr/>
          </p:nvSpPr>
          <p:spPr>
            <a:xfrm>
              <a:off x="9842552" y="4430980"/>
              <a:ext cx="81969" cy="86781"/>
            </a:xfrm>
            <a:custGeom>
              <a:rect b="b" l="l" r="r" t="t"/>
              <a:pathLst>
                <a:path extrusionOk="0" h="1046" w="988">
                  <a:moveTo>
                    <a:pt x="449" y="0"/>
                  </a:moveTo>
                  <a:cubicBezTo>
                    <a:pt x="331" y="0"/>
                    <a:pt x="210" y="55"/>
                    <a:pt x="124" y="155"/>
                  </a:cubicBezTo>
                  <a:cubicBezTo>
                    <a:pt x="51" y="261"/>
                    <a:pt x="17" y="402"/>
                    <a:pt x="17" y="526"/>
                  </a:cubicBezTo>
                  <a:cubicBezTo>
                    <a:pt x="0" y="688"/>
                    <a:pt x="17" y="845"/>
                    <a:pt x="0" y="1007"/>
                  </a:cubicBezTo>
                  <a:cubicBezTo>
                    <a:pt x="0" y="1033"/>
                    <a:pt x="23" y="1046"/>
                    <a:pt x="45" y="1046"/>
                  </a:cubicBezTo>
                  <a:cubicBezTo>
                    <a:pt x="67" y="1046"/>
                    <a:pt x="90" y="1033"/>
                    <a:pt x="90" y="1007"/>
                  </a:cubicBezTo>
                  <a:cubicBezTo>
                    <a:pt x="107" y="756"/>
                    <a:pt x="34" y="492"/>
                    <a:pt x="158" y="261"/>
                  </a:cubicBezTo>
                  <a:cubicBezTo>
                    <a:pt x="213" y="155"/>
                    <a:pt x="337" y="82"/>
                    <a:pt x="461" y="82"/>
                  </a:cubicBezTo>
                  <a:cubicBezTo>
                    <a:pt x="605" y="99"/>
                    <a:pt x="691" y="244"/>
                    <a:pt x="763" y="351"/>
                  </a:cubicBezTo>
                  <a:cubicBezTo>
                    <a:pt x="836" y="492"/>
                    <a:pt x="887" y="649"/>
                    <a:pt x="904" y="828"/>
                  </a:cubicBezTo>
                  <a:cubicBezTo>
                    <a:pt x="904" y="848"/>
                    <a:pt x="915" y="856"/>
                    <a:pt x="928" y="856"/>
                  </a:cubicBezTo>
                  <a:cubicBezTo>
                    <a:pt x="953" y="856"/>
                    <a:pt x="987" y="828"/>
                    <a:pt x="976" y="794"/>
                  </a:cubicBezTo>
                  <a:cubicBezTo>
                    <a:pt x="959" y="632"/>
                    <a:pt x="925" y="492"/>
                    <a:pt x="853" y="330"/>
                  </a:cubicBezTo>
                  <a:cubicBezTo>
                    <a:pt x="780" y="206"/>
                    <a:pt x="674" y="65"/>
                    <a:pt x="533" y="10"/>
                  </a:cubicBezTo>
                  <a:cubicBezTo>
                    <a:pt x="506" y="3"/>
                    <a:pt x="477" y="0"/>
                    <a:pt x="4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8"/>
            <p:cNvSpPr/>
            <p:nvPr/>
          </p:nvSpPr>
          <p:spPr>
            <a:xfrm>
              <a:off x="10001679" y="4380205"/>
              <a:ext cx="80559" cy="91925"/>
            </a:xfrm>
            <a:custGeom>
              <a:rect b="b" l="l" r="r" t="t"/>
              <a:pathLst>
                <a:path extrusionOk="0" h="1108" w="971">
                  <a:moveTo>
                    <a:pt x="419" y="1"/>
                  </a:moveTo>
                  <a:cubicBezTo>
                    <a:pt x="292" y="1"/>
                    <a:pt x="170" y="84"/>
                    <a:pt x="90" y="196"/>
                  </a:cubicBezTo>
                  <a:cubicBezTo>
                    <a:pt x="17" y="302"/>
                    <a:pt x="0" y="447"/>
                    <a:pt x="0" y="588"/>
                  </a:cubicBezTo>
                  <a:cubicBezTo>
                    <a:pt x="0" y="750"/>
                    <a:pt x="17" y="908"/>
                    <a:pt x="0" y="1070"/>
                  </a:cubicBezTo>
                  <a:cubicBezTo>
                    <a:pt x="0" y="1095"/>
                    <a:pt x="18" y="1108"/>
                    <a:pt x="39" y="1108"/>
                  </a:cubicBezTo>
                  <a:cubicBezTo>
                    <a:pt x="59" y="1108"/>
                    <a:pt x="81" y="1095"/>
                    <a:pt x="90" y="1070"/>
                  </a:cubicBezTo>
                  <a:cubicBezTo>
                    <a:pt x="107" y="818"/>
                    <a:pt x="34" y="554"/>
                    <a:pt x="124" y="324"/>
                  </a:cubicBezTo>
                  <a:cubicBezTo>
                    <a:pt x="158" y="196"/>
                    <a:pt x="265" y="110"/>
                    <a:pt x="392" y="89"/>
                  </a:cubicBezTo>
                  <a:cubicBezTo>
                    <a:pt x="411" y="84"/>
                    <a:pt x="429" y="82"/>
                    <a:pt x="447" y="82"/>
                  </a:cubicBezTo>
                  <a:cubicBezTo>
                    <a:pt x="552" y="82"/>
                    <a:pt x="650" y="158"/>
                    <a:pt x="712" y="234"/>
                  </a:cubicBezTo>
                  <a:cubicBezTo>
                    <a:pt x="797" y="358"/>
                    <a:pt x="853" y="498"/>
                    <a:pt x="887" y="660"/>
                  </a:cubicBezTo>
                  <a:cubicBezTo>
                    <a:pt x="887" y="678"/>
                    <a:pt x="897" y="685"/>
                    <a:pt x="911" y="685"/>
                  </a:cubicBezTo>
                  <a:cubicBezTo>
                    <a:pt x="936" y="685"/>
                    <a:pt x="970" y="658"/>
                    <a:pt x="959" y="622"/>
                  </a:cubicBezTo>
                  <a:cubicBezTo>
                    <a:pt x="925" y="375"/>
                    <a:pt x="763" y="21"/>
                    <a:pt x="461" y="4"/>
                  </a:cubicBezTo>
                  <a:cubicBezTo>
                    <a:pt x="447" y="2"/>
                    <a:pt x="433" y="1"/>
                    <a:pt x="4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8"/>
            <p:cNvSpPr/>
            <p:nvPr/>
          </p:nvSpPr>
          <p:spPr>
            <a:xfrm>
              <a:off x="9539149" y="3786425"/>
              <a:ext cx="54508" cy="7467"/>
            </a:xfrm>
            <a:custGeom>
              <a:rect b="b" l="l" r="r" t="t"/>
              <a:pathLst>
                <a:path extrusionOk="0" h="90" w="657">
                  <a:moveTo>
                    <a:pt x="51" y="0"/>
                  </a:moveTo>
                  <a:cubicBezTo>
                    <a:pt x="0" y="0"/>
                    <a:pt x="0" y="90"/>
                    <a:pt x="51" y="90"/>
                  </a:cubicBezTo>
                  <a:lnTo>
                    <a:pt x="601" y="90"/>
                  </a:lnTo>
                  <a:cubicBezTo>
                    <a:pt x="656" y="90"/>
                    <a:pt x="656" y="0"/>
                    <a:pt x="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8"/>
            <p:cNvSpPr/>
            <p:nvPr/>
          </p:nvSpPr>
          <p:spPr>
            <a:xfrm>
              <a:off x="9530272" y="3802686"/>
              <a:ext cx="49945" cy="7467"/>
            </a:xfrm>
            <a:custGeom>
              <a:rect b="b" l="l" r="r" t="t"/>
              <a:pathLst>
                <a:path extrusionOk="0" h="90" w="602">
                  <a:moveTo>
                    <a:pt x="69" y="0"/>
                  </a:moveTo>
                  <a:cubicBezTo>
                    <a:pt x="0" y="0"/>
                    <a:pt x="0" y="90"/>
                    <a:pt x="69" y="90"/>
                  </a:cubicBezTo>
                  <a:lnTo>
                    <a:pt x="550" y="90"/>
                  </a:lnTo>
                  <a:cubicBezTo>
                    <a:pt x="601" y="90"/>
                    <a:pt x="601" y="0"/>
                    <a:pt x="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8"/>
            <p:cNvSpPr/>
            <p:nvPr/>
          </p:nvSpPr>
          <p:spPr>
            <a:xfrm>
              <a:off x="9522805" y="3820357"/>
              <a:ext cx="57412" cy="8877"/>
            </a:xfrm>
            <a:custGeom>
              <a:rect b="b" l="l" r="r" t="t"/>
              <a:pathLst>
                <a:path extrusionOk="0" h="107" w="692">
                  <a:moveTo>
                    <a:pt x="69" y="0"/>
                  </a:moveTo>
                  <a:cubicBezTo>
                    <a:pt x="35" y="0"/>
                    <a:pt x="18" y="0"/>
                    <a:pt x="18" y="39"/>
                  </a:cubicBezTo>
                  <a:cubicBezTo>
                    <a:pt x="1" y="56"/>
                    <a:pt x="18" y="90"/>
                    <a:pt x="35" y="90"/>
                  </a:cubicBezTo>
                  <a:cubicBezTo>
                    <a:pt x="231" y="107"/>
                    <a:pt x="444" y="107"/>
                    <a:pt x="640" y="107"/>
                  </a:cubicBezTo>
                  <a:cubicBezTo>
                    <a:pt x="691" y="107"/>
                    <a:pt x="691" y="0"/>
                    <a:pt x="640" y="0"/>
                  </a:cubicBezTo>
                  <a:cubicBezTo>
                    <a:pt x="510" y="0"/>
                    <a:pt x="379" y="8"/>
                    <a:pt x="253" y="8"/>
                  </a:cubicBezTo>
                  <a:cubicBezTo>
                    <a:pt x="190" y="8"/>
                    <a:pt x="129" y="6"/>
                    <a:pt x="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8"/>
            <p:cNvSpPr/>
            <p:nvPr/>
          </p:nvSpPr>
          <p:spPr>
            <a:xfrm>
              <a:off x="9514011" y="4166570"/>
              <a:ext cx="45714" cy="9292"/>
            </a:xfrm>
            <a:custGeom>
              <a:rect b="b" l="l" r="r" t="t"/>
              <a:pathLst>
                <a:path extrusionOk="0" h="112" w="551">
                  <a:moveTo>
                    <a:pt x="52" y="0"/>
                  </a:moveTo>
                  <a:cubicBezTo>
                    <a:pt x="35" y="0"/>
                    <a:pt x="0" y="21"/>
                    <a:pt x="0" y="39"/>
                  </a:cubicBezTo>
                  <a:cubicBezTo>
                    <a:pt x="0" y="56"/>
                    <a:pt x="0" y="90"/>
                    <a:pt x="35" y="90"/>
                  </a:cubicBezTo>
                  <a:cubicBezTo>
                    <a:pt x="101" y="106"/>
                    <a:pt x="167" y="111"/>
                    <a:pt x="233" y="111"/>
                  </a:cubicBezTo>
                  <a:cubicBezTo>
                    <a:pt x="327" y="111"/>
                    <a:pt x="421" y="100"/>
                    <a:pt x="516" y="90"/>
                  </a:cubicBezTo>
                  <a:cubicBezTo>
                    <a:pt x="533" y="90"/>
                    <a:pt x="550" y="73"/>
                    <a:pt x="550" y="56"/>
                  </a:cubicBezTo>
                  <a:cubicBezTo>
                    <a:pt x="550" y="21"/>
                    <a:pt x="533" y="0"/>
                    <a:pt x="516" y="0"/>
                  </a:cubicBezTo>
                  <a:cubicBezTo>
                    <a:pt x="424" y="12"/>
                    <a:pt x="339" y="23"/>
                    <a:pt x="253" y="23"/>
                  </a:cubicBezTo>
                  <a:cubicBezTo>
                    <a:pt x="188" y="23"/>
                    <a:pt x="122" y="17"/>
                    <a:pt x="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8"/>
            <p:cNvSpPr/>
            <p:nvPr/>
          </p:nvSpPr>
          <p:spPr>
            <a:xfrm>
              <a:off x="9510858" y="4182831"/>
              <a:ext cx="39989" cy="8877"/>
            </a:xfrm>
            <a:custGeom>
              <a:rect b="b" l="l" r="r" t="t"/>
              <a:pathLst>
                <a:path extrusionOk="0" h="107" w="482">
                  <a:moveTo>
                    <a:pt x="73" y="0"/>
                  </a:moveTo>
                  <a:cubicBezTo>
                    <a:pt x="0" y="0"/>
                    <a:pt x="0" y="107"/>
                    <a:pt x="73" y="107"/>
                  </a:cubicBezTo>
                  <a:lnTo>
                    <a:pt x="409" y="107"/>
                  </a:lnTo>
                  <a:cubicBezTo>
                    <a:pt x="482" y="107"/>
                    <a:pt x="482" y="0"/>
                    <a:pt x="4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8"/>
            <p:cNvSpPr/>
            <p:nvPr/>
          </p:nvSpPr>
          <p:spPr>
            <a:xfrm>
              <a:off x="9506627" y="4201747"/>
              <a:ext cx="61892" cy="10868"/>
            </a:xfrm>
            <a:custGeom>
              <a:rect b="b" l="l" r="r" t="t"/>
              <a:pathLst>
                <a:path extrusionOk="0" h="131" w="746">
                  <a:moveTo>
                    <a:pt x="41" y="1"/>
                  </a:moveTo>
                  <a:cubicBezTo>
                    <a:pt x="0" y="1"/>
                    <a:pt x="4" y="92"/>
                    <a:pt x="51" y="92"/>
                  </a:cubicBezTo>
                  <a:cubicBezTo>
                    <a:pt x="264" y="109"/>
                    <a:pt x="477" y="130"/>
                    <a:pt x="690" y="130"/>
                  </a:cubicBezTo>
                  <a:cubicBezTo>
                    <a:pt x="746" y="130"/>
                    <a:pt x="746" y="24"/>
                    <a:pt x="690" y="24"/>
                  </a:cubicBezTo>
                  <a:cubicBezTo>
                    <a:pt x="477" y="24"/>
                    <a:pt x="264" y="24"/>
                    <a:pt x="51" y="2"/>
                  </a:cubicBezTo>
                  <a:cubicBezTo>
                    <a:pt x="47" y="1"/>
                    <a:pt x="44" y="1"/>
                    <a:pt x="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 name="Google Shape;1863;p58"/>
          <p:cNvGrpSpPr/>
          <p:nvPr/>
        </p:nvGrpSpPr>
        <p:grpSpPr>
          <a:xfrm>
            <a:off x="7214621" y="1760570"/>
            <a:ext cx="632072" cy="363925"/>
            <a:chOff x="3239800" y="2712650"/>
            <a:chExt cx="289875" cy="166900"/>
          </a:xfrm>
        </p:grpSpPr>
        <p:sp>
          <p:nvSpPr>
            <p:cNvPr id="1864" name="Google Shape;1864;p58"/>
            <p:cNvSpPr/>
            <p:nvPr/>
          </p:nvSpPr>
          <p:spPr>
            <a:xfrm>
              <a:off x="3239800" y="2712650"/>
              <a:ext cx="289875" cy="45075"/>
            </a:xfrm>
            <a:custGeom>
              <a:rect b="b" l="l" r="r" t="t"/>
              <a:pathLst>
                <a:path extrusionOk="0" h="1803" w="11595">
                  <a:moveTo>
                    <a:pt x="5974" y="466"/>
                  </a:moveTo>
                  <a:cubicBezTo>
                    <a:pt x="7363" y="466"/>
                    <a:pt x="8753" y="532"/>
                    <a:pt x="10141" y="691"/>
                  </a:cubicBezTo>
                  <a:cubicBezTo>
                    <a:pt x="10443" y="729"/>
                    <a:pt x="10725" y="798"/>
                    <a:pt x="10993" y="1011"/>
                  </a:cubicBezTo>
                  <a:cubicBezTo>
                    <a:pt x="9252" y="1243"/>
                    <a:pt x="7525" y="1359"/>
                    <a:pt x="5800" y="1359"/>
                  </a:cubicBezTo>
                  <a:cubicBezTo>
                    <a:pt x="4074" y="1359"/>
                    <a:pt x="2351" y="1243"/>
                    <a:pt x="619" y="1011"/>
                  </a:cubicBezTo>
                  <a:cubicBezTo>
                    <a:pt x="938" y="691"/>
                    <a:pt x="1386" y="674"/>
                    <a:pt x="1774" y="640"/>
                  </a:cubicBezTo>
                  <a:cubicBezTo>
                    <a:pt x="3173" y="533"/>
                    <a:pt x="4574" y="466"/>
                    <a:pt x="5974" y="466"/>
                  </a:cubicBezTo>
                  <a:close/>
                  <a:moveTo>
                    <a:pt x="5772" y="1"/>
                  </a:moveTo>
                  <a:lnTo>
                    <a:pt x="5772" y="158"/>
                  </a:lnTo>
                  <a:cubicBezTo>
                    <a:pt x="5177" y="158"/>
                    <a:pt x="4582" y="154"/>
                    <a:pt x="3986" y="154"/>
                  </a:cubicBezTo>
                  <a:cubicBezTo>
                    <a:pt x="3390" y="154"/>
                    <a:pt x="2795" y="158"/>
                    <a:pt x="2200" y="175"/>
                  </a:cubicBezTo>
                  <a:cubicBezTo>
                    <a:pt x="1578" y="197"/>
                    <a:pt x="960" y="282"/>
                    <a:pt x="389" y="585"/>
                  </a:cubicBezTo>
                  <a:cubicBezTo>
                    <a:pt x="175" y="708"/>
                    <a:pt x="1" y="853"/>
                    <a:pt x="35" y="1117"/>
                  </a:cubicBezTo>
                  <a:cubicBezTo>
                    <a:pt x="69" y="1420"/>
                    <a:pt x="320" y="1475"/>
                    <a:pt x="551" y="1492"/>
                  </a:cubicBezTo>
                  <a:cubicBezTo>
                    <a:pt x="1100" y="1527"/>
                    <a:pt x="1650" y="1544"/>
                    <a:pt x="2200" y="1582"/>
                  </a:cubicBezTo>
                  <a:cubicBezTo>
                    <a:pt x="3436" y="1648"/>
                    <a:pt x="4682" y="1803"/>
                    <a:pt x="5932" y="1803"/>
                  </a:cubicBezTo>
                  <a:cubicBezTo>
                    <a:pt x="6299" y="1803"/>
                    <a:pt x="6666" y="1790"/>
                    <a:pt x="7034" y="1757"/>
                  </a:cubicBezTo>
                  <a:cubicBezTo>
                    <a:pt x="8329" y="1650"/>
                    <a:pt x="9625" y="1599"/>
                    <a:pt x="10921" y="1509"/>
                  </a:cubicBezTo>
                  <a:cubicBezTo>
                    <a:pt x="11189" y="1492"/>
                    <a:pt x="11488" y="1475"/>
                    <a:pt x="11543" y="1134"/>
                  </a:cubicBezTo>
                  <a:cubicBezTo>
                    <a:pt x="11594" y="798"/>
                    <a:pt x="11347" y="674"/>
                    <a:pt x="11100" y="550"/>
                  </a:cubicBezTo>
                  <a:cubicBezTo>
                    <a:pt x="10763" y="388"/>
                    <a:pt x="10405" y="265"/>
                    <a:pt x="10034" y="248"/>
                  </a:cubicBezTo>
                  <a:cubicBezTo>
                    <a:pt x="8611" y="158"/>
                    <a:pt x="7191" y="69"/>
                    <a:pt x="57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8"/>
            <p:cNvSpPr/>
            <p:nvPr/>
          </p:nvSpPr>
          <p:spPr>
            <a:xfrm>
              <a:off x="3253125" y="2789025"/>
              <a:ext cx="263225" cy="31925"/>
            </a:xfrm>
            <a:custGeom>
              <a:rect b="b" l="l" r="r" t="t"/>
              <a:pathLst>
                <a:path extrusionOk="0" h="1277" w="10529">
                  <a:moveTo>
                    <a:pt x="9305" y="407"/>
                  </a:moveTo>
                  <a:cubicBezTo>
                    <a:pt x="9591" y="407"/>
                    <a:pt x="9838" y="479"/>
                    <a:pt x="10017" y="782"/>
                  </a:cubicBezTo>
                  <a:cubicBezTo>
                    <a:pt x="8258" y="890"/>
                    <a:pt x="6504" y="939"/>
                    <a:pt x="4729" y="939"/>
                  </a:cubicBezTo>
                  <a:cubicBezTo>
                    <a:pt x="3295" y="939"/>
                    <a:pt x="1847" y="907"/>
                    <a:pt x="371" y="850"/>
                  </a:cubicBezTo>
                  <a:cubicBezTo>
                    <a:pt x="657" y="462"/>
                    <a:pt x="904" y="407"/>
                    <a:pt x="1207" y="407"/>
                  </a:cubicBezTo>
                  <a:close/>
                  <a:moveTo>
                    <a:pt x="5832" y="0"/>
                  </a:moveTo>
                  <a:cubicBezTo>
                    <a:pt x="4420" y="0"/>
                    <a:pt x="3010" y="15"/>
                    <a:pt x="1599" y="36"/>
                  </a:cubicBezTo>
                  <a:cubicBezTo>
                    <a:pt x="1470" y="36"/>
                    <a:pt x="1337" y="26"/>
                    <a:pt x="1207" y="26"/>
                  </a:cubicBezTo>
                  <a:cubicBezTo>
                    <a:pt x="1085" y="26"/>
                    <a:pt x="965" y="35"/>
                    <a:pt x="853" y="70"/>
                  </a:cubicBezTo>
                  <a:cubicBezTo>
                    <a:pt x="495" y="176"/>
                    <a:pt x="0" y="266"/>
                    <a:pt x="35" y="765"/>
                  </a:cubicBezTo>
                  <a:cubicBezTo>
                    <a:pt x="52" y="1242"/>
                    <a:pt x="533" y="1208"/>
                    <a:pt x="887" y="1259"/>
                  </a:cubicBezTo>
                  <a:cubicBezTo>
                    <a:pt x="921" y="1276"/>
                    <a:pt x="959" y="1276"/>
                    <a:pt x="994" y="1276"/>
                  </a:cubicBezTo>
                  <a:lnTo>
                    <a:pt x="9484" y="1276"/>
                  </a:lnTo>
                  <a:cubicBezTo>
                    <a:pt x="9676" y="1276"/>
                    <a:pt x="9910" y="1225"/>
                    <a:pt x="10102" y="1170"/>
                  </a:cubicBezTo>
                  <a:cubicBezTo>
                    <a:pt x="10298" y="1118"/>
                    <a:pt x="10460" y="1012"/>
                    <a:pt x="10494" y="799"/>
                  </a:cubicBezTo>
                  <a:cubicBezTo>
                    <a:pt x="10529" y="569"/>
                    <a:pt x="10405" y="424"/>
                    <a:pt x="10230" y="317"/>
                  </a:cubicBezTo>
                  <a:cubicBezTo>
                    <a:pt x="9962" y="159"/>
                    <a:pt x="9697" y="53"/>
                    <a:pt x="9378" y="36"/>
                  </a:cubicBezTo>
                  <a:cubicBezTo>
                    <a:pt x="8195" y="11"/>
                    <a:pt x="7013" y="0"/>
                    <a:pt x="5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8"/>
            <p:cNvSpPr/>
            <p:nvPr/>
          </p:nvSpPr>
          <p:spPr>
            <a:xfrm>
              <a:off x="3304175" y="2845850"/>
              <a:ext cx="160700" cy="33700"/>
            </a:xfrm>
            <a:custGeom>
              <a:rect b="b" l="l" r="r" t="t"/>
              <a:pathLst>
                <a:path extrusionOk="0" h="1348" w="6428">
                  <a:moveTo>
                    <a:pt x="3233" y="392"/>
                  </a:moveTo>
                  <a:cubicBezTo>
                    <a:pt x="4048" y="392"/>
                    <a:pt x="4864" y="525"/>
                    <a:pt x="5682" y="798"/>
                  </a:cubicBezTo>
                  <a:cubicBezTo>
                    <a:pt x="4888" y="857"/>
                    <a:pt x="4096" y="884"/>
                    <a:pt x="3305" y="884"/>
                  </a:cubicBezTo>
                  <a:cubicBezTo>
                    <a:pt x="2453" y="884"/>
                    <a:pt x="1601" y="853"/>
                    <a:pt x="746" y="798"/>
                  </a:cubicBezTo>
                  <a:cubicBezTo>
                    <a:pt x="1577" y="529"/>
                    <a:pt x="2405" y="392"/>
                    <a:pt x="3233" y="392"/>
                  </a:cubicBezTo>
                  <a:close/>
                  <a:moveTo>
                    <a:pt x="3214" y="1"/>
                  </a:moveTo>
                  <a:cubicBezTo>
                    <a:pt x="2272" y="1"/>
                    <a:pt x="1330" y="69"/>
                    <a:pt x="426" y="427"/>
                  </a:cubicBezTo>
                  <a:cubicBezTo>
                    <a:pt x="230" y="495"/>
                    <a:pt x="0" y="567"/>
                    <a:pt x="17" y="836"/>
                  </a:cubicBezTo>
                  <a:cubicBezTo>
                    <a:pt x="34" y="1049"/>
                    <a:pt x="230" y="1117"/>
                    <a:pt x="388" y="1156"/>
                  </a:cubicBezTo>
                  <a:cubicBezTo>
                    <a:pt x="550" y="1207"/>
                    <a:pt x="708" y="1241"/>
                    <a:pt x="870" y="1262"/>
                  </a:cubicBezTo>
                  <a:cubicBezTo>
                    <a:pt x="1650" y="1347"/>
                    <a:pt x="2434" y="1313"/>
                    <a:pt x="3214" y="1330"/>
                  </a:cubicBezTo>
                  <a:cubicBezTo>
                    <a:pt x="3364" y="1327"/>
                    <a:pt x="3514" y="1327"/>
                    <a:pt x="3664" y="1327"/>
                  </a:cubicBezTo>
                  <a:cubicBezTo>
                    <a:pt x="3817" y="1327"/>
                    <a:pt x="3970" y="1327"/>
                    <a:pt x="4123" y="1327"/>
                  </a:cubicBezTo>
                  <a:cubicBezTo>
                    <a:pt x="4672" y="1327"/>
                    <a:pt x="5222" y="1317"/>
                    <a:pt x="5771" y="1224"/>
                  </a:cubicBezTo>
                  <a:cubicBezTo>
                    <a:pt x="6019" y="1190"/>
                    <a:pt x="6377" y="1173"/>
                    <a:pt x="6394" y="836"/>
                  </a:cubicBezTo>
                  <a:cubicBezTo>
                    <a:pt x="6428" y="495"/>
                    <a:pt x="6091" y="461"/>
                    <a:pt x="5844" y="371"/>
                  </a:cubicBezTo>
                  <a:cubicBezTo>
                    <a:pt x="4991" y="52"/>
                    <a:pt x="4101" y="18"/>
                    <a:pt x="32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7" name="Google Shape;1867;p58"/>
          <p:cNvSpPr/>
          <p:nvPr/>
        </p:nvSpPr>
        <p:spPr>
          <a:xfrm rot="2700000">
            <a:off x="984569" y="4072157"/>
            <a:ext cx="72171" cy="72171"/>
          </a:xfrm>
          <a:custGeom>
            <a:rect b="b" l="l" r="r" t="t"/>
            <a:pathLst>
              <a:path extrusionOk="0" h="1033" w="1033">
                <a:moveTo>
                  <a:pt x="1032" y="517"/>
                </a:moveTo>
                <a:cubicBezTo>
                  <a:pt x="1032" y="798"/>
                  <a:pt x="802" y="1032"/>
                  <a:pt x="516" y="1032"/>
                </a:cubicBezTo>
                <a:cubicBezTo>
                  <a:pt x="235" y="1032"/>
                  <a:pt x="1" y="798"/>
                  <a:pt x="1" y="517"/>
                </a:cubicBezTo>
                <a:cubicBezTo>
                  <a:pt x="1" y="231"/>
                  <a:pt x="235" y="1"/>
                  <a:pt x="516" y="1"/>
                </a:cubicBezTo>
                <a:cubicBezTo>
                  <a:pt x="802" y="1"/>
                  <a:pt x="1032" y="231"/>
                  <a:pt x="1032" y="51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8"/>
          <p:cNvSpPr/>
          <p:nvPr/>
        </p:nvSpPr>
        <p:spPr>
          <a:xfrm rot="2700000">
            <a:off x="592662" y="3855115"/>
            <a:ext cx="105497" cy="105497"/>
          </a:xfrm>
          <a:custGeom>
            <a:rect b="b" l="l" r="r" t="t"/>
            <a:pathLst>
              <a:path extrusionOk="0" h="1510" w="1510">
                <a:moveTo>
                  <a:pt x="1509" y="746"/>
                </a:moveTo>
                <a:cubicBezTo>
                  <a:pt x="1509" y="1173"/>
                  <a:pt x="1172" y="1509"/>
                  <a:pt x="746" y="1509"/>
                </a:cubicBezTo>
                <a:cubicBezTo>
                  <a:pt x="337" y="1509"/>
                  <a:pt x="0" y="1173"/>
                  <a:pt x="0" y="746"/>
                </a:cubicBezTo>
                <a:cubicBezTo>
                  <a:pt x="0" y="337"/>
                  <a:pt x="337" y="0"/>
                  <a:pt x="746" y="0"/>
                </a:cubicBezTo>
                <a:cubicBezTo>
                  <a:pt x="1172" y="0"/>
                  <a:pt x="1509" y="337"/>
                  <a:pt x="1509" y="74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8"/>
          <p:cNvSpPr/>
          <p:nvPr/>
        </p:nvSpPr>
        <p:spPr>
          <a:xfrm rot="2700000">
            <a:off x="863136" y="3708089"/>
            <a:ext cx="189174" cy="186191"/>
          </a:xfrm>
          <a:custGeom>
            <a:rect b="b" l="l" r="r" t="t"/>
            <a:pathLst>
              <a:path extrusionOk="0" h="1139" w="1157">
                <a:moveTo>
                  <a:pt x="500" y="321"/>
                </a:moveTo>
                <a:lnTo>
                  <a:pt x="572" y="1"/>
                </a:lnTo>
                <a:lnTo>
                  <a:pt x="657" y="321"/>
                </a:lnTo>
                <a:cubicBezTo>
                  <a:pt x="679" y="410"/>
                  <a:pt x="747" y="461"/>
                  <a:pt x="819" y="483"/>
                </a:cubicBezTo>
                <a:lnTo>
                  <a:pt x="1156" y="568"/>
                </a:lnTo>
                <a:lnTo>
                  <a:pt x="819" y="657"/>
                </a:lnTo>
                <a:cubicBezTo>
                  <a:pt x="747" y="674"/>
                  <a:pt x="679" y="747"/>
                  <a:pt x="657" y="819"/>
                </a:cubicBezTo>
                <a:lnTo>
                  <a:pt x="572" y="1139"/>
                </a:lnTo>
                <a:lnTo>
                  <a:pt x="483" y="819"/>
                </a:lnTo>
                <a:cubicBezTo>
                  <a:pt x="466" y="747"/>
                  <a:pt x="410" y="674"/>
                  <a:pt x="321" y="657"/>
                </a:cubicBezTo>
                <a:lnTo>
                  <a:pt x="1" y="568"/>
                </a:lnTo>
                <a:lnTo>
                  <a:pt x="321" y="483"/>
                </a:lnTo>
                <a:cubicBezTo>
                  <a:pt x="410" y="461"/>
                  <a:pt x="466" y="393"/>
                  <a:pt x="500" y="3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3" name="Shape 1873"/>
        <p:cNvGrpSpPr/>
        <p:nvPr/>
      </p:nvGrpSpPr>
      <p:grpSpPr>
        <a:xfrm>
          <a:off x="0" y="0"/>
          <a:ext cx="0" cy="0"/>
          <a:chOff x="0" y="0"/>
          <a:chExt cx="0" cy="0"/>
        </a:xfrm>
      </p:grpSpPr>
      <p:sp>
        <p:nvSpPr>
          <p:cNvPr id="1874" name="Google Shape;1874;p59"/>
          <p:cNvSpPr txBox="1"/>
          <p:nvPr>
            <p:ph type="title"/>
          </p:nvPr>
        </p:nvSpPr>
        <p:spPr>
          <a:xfrm>
            <a:off x="3371850" y="1533525"/>
            <a:ext cx="4114800" cy="145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SzPts val="990"/>
              <a:buNone/>
            </a:pPr>
            <a:r>
              <a:rPr lang="en"/>
              <a:t>THE REPUBLIC</a:t>
            </a:r>
            <a:endParaRPr/>
          </a:p>
        </p:txBody>
      </p:sp>
      <p:sp>
        <p:nvSpPr>
          <p:cNvPr id="1875" name="Google Shape;1875;p59"/>
          <p:cNvSpPr txBox="1"/>
          <p:nvPr>
            <p:ph idx="1" type="subTitle"/>
          </p:nvPr>
        </p:nvSpPr>
        <p:spPr>
          <a:xfrm>
            <a:off x="3400425" y="3028950"/>
            <a:ext cx="2981400" cy="819300"/>
          </a:xfrm>
          <a:prstGeom prst="rect">
            <a:avLst/>
          </a:prstGeom>
        </p:spPr>
        <p:txBody>
          <a:bodyPr anchorCtr="0" anchor="ctr" bIns="91425" lIns="91425" spcFirstLastPara="1" rIns="91425" wrap="square" tIns="91425">
            <a:normAutofit/>
          </a:bodyPr>
          <a:lstStyle/>
          <a:p>
            <a:pPr indent="0" lvl="0" marL="0" rtl="0" algn="l">
              <a:spcBef>
                <a:spcPts val="0"/>
              </a:spcBef>
              <a:spcAft>
                <a:spcPts val="0"/>
              </a:spcAft>
              <a:buNone/>
            </a:pPr>
            <a:r>
              <a:rPr lang="en"/>
              <a:t>You can enter a subtitle here in case you need it</a:t>
            </a:r>
            <a:endParaRPr/>
          </a:p>
        </p:txBody>
      </p:sp>
      <p:grpSp>
        <p:nvGrpSpPr>
          <p:cNvPr id="1876" name="Google Shape;1876;p59"/>
          <p:cNvGrpSpPr/>
          <p:nvPr/>
        </p:nvGrpSpPr>
        <p:grpSpPr>
          <a:xfrm>
            <a:off x="-15613" y="1637862"/>
            <a:ext cx="9311838" cy="882813"/>
            <a:chOff x="-15613" y="1637862"/>
            <a:chExt cx="9311838" cy="882813"/>
          </a:xfrm>
        </p:grpSpPr>
        <p:sp>
          <p:nvSpPr>
            <p:cNvPr id="1877" name="Google Shape;1877;p59"/>
            <p:cNvSpPr/>
            <p:nvPr/>
          </p:nvSpPr>
          <p:spPr>
            <a:xfrm rot="5400000">
              <a:off x="1890887" y="-268638"/>
              <a:ext cx="125700" cy="39387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9"/>
            <p:cNvSpPr/>
            <p:nvPr/>
          </p:nvSpPr>
          <p:spPr>
            <a:xfrm rot="-5400000">
              <a:off x="7970525" y="1194975"/>
              <a:ext cx="104700" cy="2546700"/>
            </a:xfrm>
            <a:prstGeom prst="round1Rect">
              <a:avLst>
                <a:gd fmla="val 50000" name="adj"/>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9" name="Google Shape;1879;p59"/>
          <p:cNvSpPr/>
          <p:nvPr/>
        </p:nvSpPr>
        <p:spPr>
          <a:xfrm>
            <a:off x="2221290" y="2029933"/>
            <a:ext cx="777127" cy="841801"/>
          </a:xfrm>
          <a:prstGeom prst="rect">
            <a:avLst/>
          </a:prstGeom>
        </p:spPr>
        <p:txBody>
          <a:bodyPr>
            <a:prstTxWarp prst="textPlain"/>
          </a:bodyPr>
          <a:lstStyle/>
          <a:p>
            <a:pPr lvl="0" algn="ctr"/>
            <a:r>
              <a:rPr b="1" i="0">
                <a:ln cap="flat" cmpd="sng" w="19050">
                  <a:solidFill>
                    <a:schemeClr val="dk1"/>
                  </a:solidFill>
                  <a:prstDash val="solid"/>
                  <a:round/>
                  <a:headEnd len="sm" w="sm" type="none"/>
                  <a:tailEnd len="sm" w="sm" type="none"/>
                </a:ln>
                <a:noFill/>
                <a:latin typeface="Audiowide"/>
              </a:rPr>
              <a:t>4</a:t>
            </a:r>
          </a:p>
        </p:txBody>
      </p:sp>
      <p:grpSp>
        <p:nvGrpSpPr>
          <p:cNvPr id="1880" name="Google Shape;1880;p59"/>
          <p:cNvGrpSpPr/>
          <p:nvPr/>
        </p:nvGrpSpPr>
        <p:grpSpPr>
          <a:xfrm rot="-573897">
            <a:off x="864468" y="2408768"/>
            <a:ext cx="527336" cy="1785221"/>
            <a:chOff x="13185289" y="1883407"/>
            <a:chExt cx="897798" cy="3039369"/>
          </a:xfrm>
        </p:grpSpPr>
        <p:sp>
          <p:nvSpPr>
            <p:cNvPr id="1881" name="Google Shape;1881;p59"/>
            <p:cNvSpPr/>
            <p:nvPr/>
          </p:nvSpPr>
          <p:spPr>
            <a:xfrm>
              <a:off x="13185289" y="1997508"/>
              <a:ext cx="897798" cy="2055411"/>
            </a:xfrm>
            <a:custGeom>
              <a:rect b="b" l="l" r="r" t="t"/>
              <a:pathLst>
                <a:path extrusionOk="0" h="24643" w="10764">
                  <a:moveTo>
                    <a:pt x="1420" y="1"/>
                  </a:moveTo>
                  <a:cubicBezTo>
                    <a:pt x="657" y="1"/>
                    <a:pt x="248" y="376"/>
                    <a:pt x="124" y="1122"/>
                  </a:cubicBezTo>
                  <a:cubicBezTo>
                    <a:pt x="1" y="1812"/>
                    <a:pt x="69" y="2524"/>
                    <a:pt x="69" y="3215"/>
                  </a:cubicBezTo>
                  <a:cubicBezTo>
                    <a:pt x="52" y="10034"/>
                    <a:pt x="69" y="16837"/>
                    <a:pt x="52" y="23657"/>
                  </a:cubicBezTo>
                  <a:cubicBezTo>
                    <a:pt x="52" y="23908"/>
                    <a:pt x="141" y="24122"/>
                    <a:pt x="321" y="24296"/>
                  </a:cubicBezTo>
                  <a:cubicBezTo>
                    <a:pt x="585" y="24526"/>
                    <a:pt x="904" y="24633"/>
                    <a:pt x="1262" y="24633"/>
                  </a:cubicBezTo>
                  <a:lnTo>
                    <a:pt x="7298" y="24633"/>
                  </a:lnTo>
                  <a:cubicBezTo>
                    <a:pt x="7821" y="24633"/>
                    <a:pt x="8334" y="24643"/>
                    <a:pt x="8844" y="24643"/>
                  </a:cubicBezTo>
                  <a:cubicBezTo>
                    <a:pt x="9100" y="24643"/>
                    <a:pt x="9354" y="24640"/>
                    <a:pt x="9608" y="24633"/>
                  </a:cubicBezTo>
                  <a:cubicBezTo>
                    <a:pt x="10282" y="24616"/>
                    <a:pt x="10691" y="24190"/>
                    <a:pt x="10691" y="23533"/>
                  </a:cubicBezTo>
                  <a:lnTo>
                    <a:pt x="10691" y="12720"/>
                  </a:lnTo>
                  <a:cubicBezTo>
                    <a:pt x="10691" y="9608"/>
                    <a:pt x="10691" y="6518"/>
                    <a:pt x="10674" y="3411"/>
                  </a:cubicBezTo>
                  <a:cubicBezTo>
                    <a:pt x="10674" y="2631"/>
                    <a:pt x="10763" y="1851"/>
                    <a:pt x="10618" y="1066"/>
                  </a:cubicBezTo>
                  <a:cubicBezTo>
                    <a:pt x="10495" y="376"/>
                    <a:pt x="10069" y="1"/>
                    <a:pt x="9361" y="1"/>
                  </a:cubicBezTo>
                  <a:cubicBezTo>
                    <a:pt x="8038" y="9"/>
                    <a:pt x="6714" y="14"/>
                    <a:pt x="5391" y="14"/>
                  </a:cubicBezTo>
                  <a:cubicBezTo>
                    <a:pt x="4067" y="14"/>
                    <a:pt x="2744" y="9"/>
                    <a:pt x="14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9"/>
            <p:cNvSpPr/>
            <p:nvPr/>
          </p:nvSpPr>
          <p:spPr>
            <a:xfrm>
              <a:off x="13300892" y="2947436"/>
              <a:ext cx="666676" cy="982040"/>
            </a:xfrm>
            <a:custGeom>
              <a:rect b="b" l="l" r="r" t="t"/>
              <a:pathLst>
                <a:path extrusionOk="0" h="11774" w="7993">
                  <a:moveTo>
                    <a:pt x="3988" y="1"/>
                  </a:moveTo>
                  <a:cubicBezTo>
                    <a:pt x="2827" y="1"/>
                    <a:pt x="1669" y="5"/>
                    <a:pt x="516" y="14"/>
                  </a:cubicBezTo>
                  <a:cubicBezTo>
                    <a:pt x="158" y="14"/>
                    <a:pt x="0" y="159"/>
                    <a:pt x="0" y="546"/>
                  </a:cubicBezTo>
                  <a:lnTo>
                    <a:pt x="0" y="5823"/>
                  </a:lnTo>
                  <a:lnTo>
                    <a:pt x="17" y="5823"/>
                  </a:lnTo>
                  <a:lnTo>
                    <a:pt x="17" y="11151"/>
                  </a:lnTo>
                  <a:cubicBezTo>
                    <a:pt x="17" y="11701"/>
                    <a:pt x="90" y="11774"/>
                    <a:pt x="622" y="11774"/>
                  </a:cubicBezTo>
                  <a:lnTo>
                    <a:pt x="7297" y="11774"/>
                  </a:lnTo>
                  <a:cubicBezTo>
                    <a:pt x="7903" y="11774"/>
                    <a:pt x="7975" y="11718"/>
                    <a:pt x="7975" y="11113"/>
                  </a:cubicBezTo>
                  <a:cubicBezTo>
                    <a:pt x="7975" y="7596"/>
                    <a:pt x="7975" y="4063"/>
                    <a:pt x="7992" y="546"/>
                  </a:cubicBezTo>
                  <a:cubicBezTo>
                    <a:pt x="7992" y="159"/>
                    <a:pt x="7813" y="14"/>
                    <a:pt x="7476" y="14"/>
                  </a:cubicBezTo>
                  <a:cubicBezTo>
                    <a:pt x="6313" y="5"/>
                    <a:pt x="5149" y="1"/>
                    <a:pt x="39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9"/>
            <p:cNvSpPr/>
            <p:nvPr/>
          </p:nvSpPr>
          <p:spPr>
            <a:xfrm>
              <a:off x="13518419" y="3124844"/>
              <a:ext cx="203097" cy="148382"/>
            </a:xfrm>
            <a:custGeom>
              <a:rect b="b" l="l" r="r" t="t"/>
              <a:pathLst>
                <a:path extrusionOk="0" h="1779" w="2435">
                  <a:moveTo>
                    <a:pt x="1" y="1"/>
                  </a:moveTo>
                  <a:lnTo>
                    <a:pt x="1" y="1778"/>
                  </a:lnTo>
                  <a:lnTo>
                    <a:pt x="2434" y="1778"/>
                  </a:lnTo>
                  <a:lnTo>
                    <a:pt x="2434" y="197"/>
                  </a:lnTo>
                  <a:cubicBezTo>
                    <a:pt x="2434" y="73"/>
                    <a:pt x="2383" y="1"/>
                    <a:pt x="22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9"/>
            <p:cNvSpPr/>
            <p:nvPr/>
          </p:nvSpPr>
          <p:spPr>
            <a:xfrm>
              <a:off x="13749541" y="3126262"/>
              <a:ext cx="186666" cy="146964"/>
            </a:xfrm>
            <a:custGeom>
              <a:rect b="b" l="l" r="r" t="t"/>
              <a:pathLst>
                <a:path extrusionOk="0" h="1762" w="2238">
                  <a:moveTo>
                    <a:pt x="0" y="1"/>
                  </a:moveTo>
                  <a:lnTo>
                    <a:pt x="0" y="1761"/>
                  </a:lnTo>
                  <a:lnTo>
                    <a:pt x="2238" y="1761"/>
                  </a:lnTo>
                  <a:lnTo>
                    <a:pt x="223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9"/>
            <p:cNvSpPr/>
            <p:nvPr/>
          </p:nvSpPr>
          <p:spPr>
            <a:xfrm>
              <a:off x="13515583" y="3744144"/>
              <a:ext cx="208769" cy="132034"/>
            </a:xfrm>
            <a:custGeom>
              <a:rect b="b" l="l" r="r" t="t"/>
              <a:pathLst>
                <a:path extrusionOk="0" h="1583" w="2503">
                  <a:moveTo>
                    <a:pt x="231" y="1"/>
                  </a:moveTo>
                  <a:cubicBezTo>
                    <a:pt x="52" y="1"/>
                    <a:pt x="1" y="90"/>
                    <a:pt x="1" y="248"/>
                  </a:cubicBezTo>
                  <a:lnTo>
                    <a:pt x="1" y="1582"/>
                  </a:lnTo>
                  <a:lnTo>
                    <a:pt x="2272" y="1582"/>
                  </a:lnTo>
                  <a:cubicBezTo>
                    <a:pt x="2396" y="1582"/>
                    <a:pt x="2468" y="1544"/>
                    <a:pt x="2468" y="1403"/>
                  </a:cubicBezTo>
                  <a:cubicBezTo>
                    <a:pt x="2468" y="943"/>
                    <a:pt x="2503" y="495"/>
                    <a:pt x="24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9"/>
            <p:cNvSpPr/>
            <p:nvPr/>
          </p:nvSpPr>
          <p:spPr>
            <a:xfrm>
              <a:off x="13515583" y="3299749"/>
              <a:ext cx="205933" cy="121358"/>
            </a:xfrm>
            <a:custGeom>
              <a:rect b="b" l="l" r="r" t="t"/>
              <a:pathLst>
                <a:path extrusionOk="0" h="1455" w="2469">
                  <a:moveTo>
                    <a:pt x="265" y="1"/>
                  </a:moveTo>
                  <a:cubicBezTo>
                    <a:pt x="90" y="1"/>
                    <a:pt x="1" y="52"/>
                    <a:pt x="1" y="248"/>
                  </a:cubicBezTo>
                  <a:cubicBezTo>
                    <a:pt x="18" y="640"/>
                    <a:pt x="1" y="1028"/>
                    <a:pt x="1" y="1454"/>
                  </a:cubicBezTo>
                  <a:lnTo>
                    <a:pt x="2468" y="1454"/>
                  </a:lnTo>
                  <a:lnTo>
                    <a:pt x="2468" y="214"/>
                  </a:lnTo>
                  <a:cubicBezTo>
                    <a:pt x="2468" y="35"/>
                    <a:pt x="2362" y="1"/>
                    <a:pt x="2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9"/>
            <p:cNvSpPr/>
            <p:nvPr/>
          </p:nvSpPr>
          <p:spPr>
            <a:xfrm>
              <a:off x="13517001" y="3450883"/>
              <a:ext cx="209103" cy="124527"/>
            </a:xfrm>
            <a:custGeom>
              <a:rect b="b" l="l" r="r" t="t"/>
              <a:pathLst>
                <a:path extrusionOk="0" h="1493" w="2507">
                  <a:moveTo>
                    <a:pt x="1" y="0"/>
                  </a:moveTo>
                  <a:lnTo>
                    <a:pt x="1" y="1492"/>
                  </a:lnTo>
                  <a:lnTo>
                    <a:pt x="2221" y="1492"/>
                  </a:lnTo>
                  <a:cubicBezTo>
                    <a:pt x="2294" y="1492"/>
                    <a:pt x="2345" y="1475"/>
                    <a:pt x="2417" y="1454"/>
                  </a:cubicBezTo>
                  <a:cubicBezTo>
                    <a:pt x="2507" y="1207"/>
                    <a:pt x="2451" y="976"/>
                    <a:pt x="2451" y="746"/>
                  </a:cubicBezTo>
                  <a:cubicBezTo>
                    <a:pt x="2469" y="0"/>
                    <a:pt x="2451" y="0"/>
                    <a:pt x="17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9"/>
            <p:cNvSpPr/>
            <p:nvPr/>
          </p:nvSpPr>
          <p:spPr>
            <a:xfrm>
              <a:off x="13748123" y="3744144"/>
              <a:ext cx="191337" cy="130199"/>
            </a:xfrm>
            <a:custGeom>
              <a:rect b="b" l="l" r="r" t="t"/>
              <a:pathLst>
                <a:path extrusionOk="0" h="1561" w="2294">
                  <a:moveTo>
                    <a:pt x="230" y="1"/>
                  </a:moveTo>
                  <a:cubicBezTo>
                    <a:pt x="90" y="1"/>
                    <a:pt x="0" y="35"/>
                    <a:pt x="0" y="197"/>
                  </a:cubicBezTo>
                  <a:lnTo>
                    <a:pt x="0" y="1561"/>
                  </a:lnTo>
                  <a:lnTo>
                    <a:pt x="2272" y="1561"/>
                  </a:lnTo>
                  <a:cubicBezTo>
                    <a:pt x="2272" y="1101"/>
                    <a:pt x="2272" y="674"/>
                    <a:pt x="2293" y="265"/>
                  </a:cubicBezTo>
                  <a:cubicBezTo>
                    <a:pt x="2293" y="69"/>
                    <a:pt x="2204" y="1"/>
                    <a:pt x="20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9"/>
            <p:cNvSpPr/>
            <p:nvPr/>
          </p:nvSpPr>
          <p:spPr>
            <a:xfrm>
              <a:off x="13330335" y="3126262"/>
              <a:ext cx="158641" cy="146964"/>
            </a:xfrm>
            <a:custGeom>
              <a:rect b="b" l="l" r="r" t="t"/>
              <a:pathLst>
                <a:path extrusionOk="0" h="1762" w="1902">
                  <a:moveTo>
                    <a:pt x="1" y="1"/>
                  </a:moveTo>
                  <a:lnTo>
                    <a:pt x="1" y="1761"/>
                  </a:lnTo>
                  <a:lnTo>
                    <a:pt x="1902" y="1761"/>
                  </a:lnTo>
                  <a:lnTo>
                    <a:pt x="19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9"/>
            <p:cNvSpPr/>
            <p:nvPr/>
          </p:nvSpPr>
          <p:spPr>
            <a:xfrm>
              <a:off x="13515583" y="3603352"/>
              <a:ext cx="213356" cy="117104"/>
            </a:xfrm>
            <a:custGeom>
              <a:rect b="b" l="l" r="r" t="t"/>
              <a:pathLst>
                <a:path extrusionOk="0" h="1404" w="2558">
                  <a:moveTo>
                    <a:pt x="1" y="1"/>
                  </a:moveTo>
                  <a:cubicBezTo>
                    <a:pt x="1" y="427"/>
                    <a:pt x="18" y="798"/>
                    <a:pt x="1" y="1173"/>
                  </a:cubicBezTo>
                  <a:cubicBezTo>
                    <a:pt x="1" y="1369"/>
                    <a:pt x="107" y="1403"/>
                    <a:pt x="286" y="1403"/>
                  </a:cubicBezTo>
                  <a:lnTo>
                    <a:pt x="1437" y="1403"/>
                  </a:lnTo>
                  <a:cubicBezTo>
                    <a:pt x="2558" y="1403"/>
                    <a:pt x="2558" y="1403"/>
                    <a:pt x="2468" y="265"/>
                  </a:cubicBezTo>
                  <a:lnTo>
                    <a:pt x="2468" y="180"/>
                  </a:lnTo>
                  <a:cubicBezTo>
                    <a:pt x="2468" y="52"/>
                    <a:pt x="2396" y="1"/>
                    <a:pt x="22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9"/>
            <p:cNvSpPr/>
            <p:nvPr/>
          </p:nvSpPr>
          <p:spPr>
            <a:xfrm>
              <a:off x="13518419" y="2984052"/>
              <a:ext cx="203097" cy="114268"/>
            </a:xfrm>
            <a:custGeom>
              <a:rect b="b" l="l" r="r" t="t"/>
              <a:pathLst>
                <a:path extrusionOk="0" h="1370" w="2435">
                  <a:moveTo>
                    <a:pt x="1" y="1"/>
                  </a:moveTo>
                  <a:lnTo>
                    <a:pt x="1" y="1369"/>
                  </a:lnTo>
                  <a:lnTo>
                    <a:pt x="2238" y="1369"/>
                  </a:lnTo>
                  <a:cubicBezTo>
                    <a:pt x="2400" y="1369"/>
                    <a:pt x="2434" y="1280"/>
                    <a:pt x="2434" y="1139"/>
                  </a:cubicBezTo>
                  <a:lnTo>
                    <a:pt x="2434" y="1"/>
                  </a:lnTo>
                  <a:close/>
                </a:path>
              </a:pathLst>
            </a:custGeom>
            <a:solidFill>
              <a:srgbClr val="41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9"/>
            <p:cNvSpPr/>
            <p:nvPr/>
          </p:nvSpPr>
          <p:spPr>
            <a:xfrm>
              <a:off x="13749541" y="3453719"/>
              <a:ext cx="186666" cy="120274"/>
            </a:xfrm>
            <a:custGeom>
              <a:rect b="b" l="l" r="r" t="t"/>
              <a:pathLst>
                <a:path extrusionOk="0" h="1442" w="2238">
                  <a:moveTo>
                    <a:pt x="0" y="0"/>
                  </a:moveTo>
                  <a:lnTo>
                    <a:pt x="0" y="1441"/>
                  </a:lnTo>
                  <a:lnTo>
                    <a:pt x="2238" y="1441"/>
                  </a:lnTo>
                  <a:lnTo>
                    <a:pt x="2238" y="0"/>
                  </a:lnTo>
                  <a:close/>
                </a:path>
              </a:pathLst>
            </a:custGeom>
            <a:solidFill>
              <a:srgbClr val="41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9"/>
            <p:cNvSpPr/>
            <p:nvPr/>
          </p:nvSpPr>
          <p:spPr>
            <a:xfrm>
              <a:off x="13748123" y="3299082"/>
              <a:ext cx="189585" cy="122025"/>
            </a:xfrm>
            <a:custGeom>
              <a:rect b="b" l="l" r="r" t="t"/>
              <a:pathLst>
                <a:path extrusionOk="0" h="1463" w="2273">
                  <a:moveTo>
                    <a:pt x="1329" y="0"/>
                  </a:moveTo>
                  <a:cubicBezTo>
                    <a:pt x="1031" y="0"/>
                    <a:pt x="739" y="12"/>
                    <a:pt x="445" y="12"/>
                  </a:cubicBezTo>
                  <a:cubicBezTo>
                    <a:pt x="368" y="12"/>
                    <a:pt x="291" y="11"/>
                    <a:pt x="213" y="9"/>
                  </a:cubicBezTo>
                  <a:cubicBezTo>
                    <a:pt x="90" y="9"/>
                    <a:pt x="0" y="43"/>
                    <a:pt x="0" y="184"/>
                  </a:cubicBezTo>
                  <a:lnTo>
                    <a:pt x="0" y="1462"/>
                  </a:lnTo>
                  <a:lnTo>
                    <a:pt x="2272" y="1462"/>
                  </a:lnTo>
                  <a:lnTo>
                    <a:pt x="2272" y="60"/>
                  </a:lnTo>
                  <a:cubicBezTo>
                    <a:pt x="1947" y="12"/>
                    <a:pt x="1635" y="0"/>
                    <a:pt x="13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9"/>
            <p:cNvSpPr/>
            <p:nvPr/>
          </p:nvSpPr>
          <p:spPr>
            <a:xfrm>
              <a:off x="13748123" y="3604770"/>
              <a:ext cx="189585" cy="115686"/>
            </a:xfrm>
            <a:custGeom>
              <a:rect b="b" l="l" r="r" t="t"/>
              <a:pathLst>
                <a:path extrusionOk="0" h="1387" w="2273">
                  <a:moveTo>
                    <a:pt x="0" y="1"/>
                  </a:moveTo>
                  <a:lnTo>
                    <a:pt x="0" y="1173"/>
                  </a:lnTo>
                  <a:cubicBezTo>
                    <a:pt x="0" y="1297"/>
                    <a:pt x="34" y="1386"/>
                    <a:pt x="179" y="1386"/>
                  </a:cubicBezTo>
                  <a:lnTo>
                    <a:pt x="2272" y="1386"/>
                  </a:lnTo>
                  <a:lnTo>
                    <a:pt x="2272" y="1"/>
                  </a:lnTo>
                  <a:close/>
                </a:path>
              </a:pathLst>
            </a:custGeom>
            <a:solidFill>
              <a:srgbClr val="41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9"/>
            <p:cNvSpPr/>
            <p:nvPr/>
          </p:nvSpPr>
          <p:spPr>
            <a:xfrm>
              <a:off x="13750959" y="2985470"/>
              <a:ext cx="185248" cy="109931"/>
            </a:xfrm>
            <a:custGeom>
              <a:rect b="b" l="l" r="r" t="t"/>
              <a:pathLst>
                <a:path extrusionOk="0" h="1318" w="2221">
                  <a:moveTo>
                    <a:pt x="0" y="1"/>
                  </a:moveTo>
                  <a:lnTo>
                    <a:pt x="0" y="1318"/>
                  </a:lnTo>
                  <a:lnTo>
                    <a:pt x="2221" y="1318"/>
                  </a:lnTo>
                  <a:lnTo>
                    <a:pt x="22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9"/>
            <p:cNvSpPr/>
            <p:nvPr/>
          </p:nvSpPr>
          <p:spPr>
            <a:xfrm>
              <a:off x="13328917" y="3744144"/>
              <a:ext cx="162895" cy="130199"/>
            </a:xfrm>
            <a:custGeom>
              <a:rect b="b" l="l" r="r" t="t"/>
              <a:pathLst>
                <a:path extrusionOk="0" h="1561" w="1953">
                  <a:moveTo>
                    <a:pt x="265" y="1"/>
                  </a:moveTo>
                  <a:cubicBezTo>
                    <a:pt x="124" y="1"/>
                    <a:pt x="1" y="35"/>
                    <a:pt x="1" y="214"/>
                  </a:cubicBezTo>
                  <a:lnTo>
                    <a:pt x="1" y="1561"/>
                  </a:lnTo>
                  <a:lnTo>
                    <a:pt x="1953" y="1561"/>
                  </a:lnTo>
                  <a:lnTo>
                    <a:pt x="1953" y="265"/>
                  </a:lnTo>
                  <a:cubicBezTo>
                    <a:pt x="1953" y="90"/>
                    <a:pt x="1902" y="1"/>
                    <a:pt x="17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9"/>
            <p:cNvSpPr/>
            <p:nvPr/>
          </p:nvSpPr>
          <p:spPr>
            <a:xfrm>
              <a:off x="13330335" y="3452301"/>
              <a:ext cx="160059" cy="121692"/>
            </a:xfrm>
            <a:custGeom>
              <a:rect b="b" l="l" r="r" t="t"/>
              <a:pathLst>
                <a:path extrusionOk="0" h="1459" w="1919">
                  <a:moveTo>
                    <a:pt x="1" y="0"/>
                  </a:moveTo>
                  <a:lnTo>
                    <a:pt x="1" y="1458"/>
                  </a:lnTo>
                  <a:lnTo>
                    <a:pt x="1919" y="1458"/>
                  </a:lnTo>
                  <a:lnTo>
                    <a:pt x="19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9"/>
            <p:cNvSpPr/>
            <p:nvPr/>
          </p:nvSpPr>
          <p:spPr>
            <a:xfrm>
              <a:off x="13331753" y="3299249"/>
              <a:ext cx="160059" cy="123610"/>
            </a:xfrm>
            <a:custGeom>
              <a:rect b="b" l="l" r="r" t="t"/>
              <a:pathLst>
                <a:path extrusionOk="0" h="1482" w="1919">
                  <a:moveTo>
                    <a:pt x="851" y="1"/>
                  </a:moveTo>
                  <a:cubicBezTo>
                    <a:pt x="564" y="1"/>
                    <a:pt x="281" y="14"/>
                    <a:pt x="1" y="75"/>
                  </a:cubicBezTo>
                  <a:lnTo>
                    <a:pt x="1" y="1482"/>
                  </a:lnTo>
                  <a:lnTo>
                    <a:pt x="1919" y="1482"/>
                  </a:lnTo>
                  <a:lnTo>
                    <a:pt x="1919" y="182"/>
                  </a:lnTo>
                  <a:cubicBezTo>
                    <a:pt x="1919" y="75"/>
                    <a:pt x="1868" y="7"/>
                    <a:pt x="1761" y="7"/>
                  </a:cubicBezTo>
                  <a:cubicBezTo>
                    <a:pt x="1690" y="9"/>
                    <a:pt x="1620" y="10"/>
                    <a:pt x="1549" y="10"/>
                  </a:cubicBezTo>
                  <a:cubicBezTo>
                    <a:pt x="1314" y="10"/>
                    <a:pt x="1081" y="1"/>
                    <a:pt x="851" y="1"/>
                  </a:cubicBezTo>
                  <a:close/>
                </a:path>
              </a:pathLst>
            </a:custGeom>
            <a:solidFill>
              <a:srgbClr val="41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9"/>
            <p:cNvSpPr/>
            <p:nvPr/>
          </p:nvSpPr>
          <p:spPr>
            <a:xfrm>
              <a:off x="13330335" y="3604770"/>
              <a:ext cx="164730" cy="115686"/>
            </a:xfrm>
            <a:custGeom>
              <a:rect b="b" l="l" r="r" t="t"/>
              <a:pathLst>
                <a:path extrusionOk="0" h="1387" w="1975">
                  <a:moveTo>
                    <a:pt x="1" y="1"/>
                  </a:moveTo>
                  <a:lnTo>
                    <a:pt x="1" y="1386"/>
                  </a:lnTo>
                  <a:lnTo>
                    <a:pt x="1723" y="1386"/>
                  </a:lnTo>
                  <a:cubicBezTo>
                    <a:pt x="1846" y="1386"/>
                    <a:pt x="1936" y="1335"/>
                    <a:pt x="1936" y="1207"/>
                  </a:cubicBezTo>
                  <a:cubicBezTo>
                    <a:pt x="1936" y="802"/>
                    <a:pt x="1974" y="410"/>
                    <a:pt x="19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9"/>
            <p:cNvSpPr/>
            <p:nvPr/>
          </p:nvSpPr>
          <p:spPr>
            <a:xfrm>
              <a:off x="13326081" y="2984052"/>
              <a:ext cx="162895" cy="111349"/>
            </a:xfrm>
            <a:custGeom>
              <a:rect b="b" l="l" r="r" t="t"/>
              <a:pathLst>
                <a:path extrusionOk="0" h="1335" w="1953">
                  <a:moveTo>
                    <a:pt x="69" y="1"/>
                  </a:moveTo>
                  <a:cubicBezTo>
                    <a:pt x="18" y="465"/>
                    <a:pt x="1" y="892"/>
                    <a:pt x="52" y="1335"/>
                  </a:cubicBezTo>
                  <a:lnTo>
                    <a:pt x="1953" y="1335"/>
                  </a:lnTo>
                  <a:lnTo>
                    <a:pt x="19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9"/>
            <p:cNvSpPr/>
            <p:nvPr/>
          </p:nvSpPr>
          <p:spPr>
            <a:xfrm>
              <a:off x="13265277" y="2154648"/>
              <a:ext cx="739241" cy="380505"/>
            </a:xfrm>
            <a:custGeom>
              <a:rect b="b" l="l" r="r" t="t"/>
              <a:pathLst>
                <a:path extrusionOk="0" h="4562" w="8863">
                  <a:moveTo>
                    <a:pt x="853" y="1"/>
                  </a:moveTo>
                  <a:cubicBezTo>
                    <a:pt x="159" y="1"/>
                    <a:pt x="18" y="158"/>
                    <a:pt x="1" y="853"/>
                  </a:cubicBezTo>
                  <a:cubicBezTo>
                    <a:pt x="1" y="1544"/>
                    <a:pt x="52" y="2221"/>
                    <a:pt x="107" y="2912"/>
                  </a:cubicBezTo>
                  <a:cubicBezTo>
                    <a:pt x="138" y="3478"/>
                    <a:pt x="198" y="3613"/>
                    <a:pt x="654" y="3613"/>
                  </a:cubicBezTo>
                  <a:cubicBezTo>
                    <a:pt x="714" y="3613"/>
                    <a:pt x="780" y="3611"/>
                    <a:pt x="853" y="3607"/>
                  </a:cubicBezTo>
                  <a:cubicBezTo>
                    <a:pt x="1031" y="3594"/>
                    <a:pt x="1209" y="3590"/>
                    <a:pt x="1386" y="3590"/>
                  </a:cubicBezTo>
                  <a:cubicBezTo>
                    <a:pt x="1741" y="3590"/>
                    <a:pt x="2097" y="3607"/>
                    <a:pt x="2452" y="3607"/>
                  </a:cubicBezTo>
                  <a:cubicBezTo>
                    <a:pt x="2469" y="3696"/>
                    <a:pt x="2486" y="3747"/>
                    <a:pt x="2486" y="3803"/>
                  </a:cubicBezTo>
                  <a:cubicBezTo>
                    <a:pt x="2520" y="4404"/>
                    <a:pt x="2682" y="4549"/>
                    <a:pt x="3249" y="4549"/>
                  </a:cubicBezTo>
                  <a:cubicBezTo>
                    <a:pt x="3658" y="4557"/>
                    <a:pt x="4062" y="4561"/>
                    <a:pt x="4466" y="4561"/>
                  </a:cubicBezTo>
                  <a:cubicBezTo>
                    <a:pt x="4870" y="4561"/>
                    <a:pt x="5273" y="4557"/>
                    <a:pt x="5683" y="4549"/>
                  </a:cubicBezTo>
                  <a:cubicBezTo>
                    <a:pt x="6109" y="4549"/>
                    <a:pt x="6305" y="4353"/>
                    <a:pt x="6339" y="3943"/>
                  </a:cubicBezTo>
                  <a:cubicBezTo>
                    <a:pt x="6356" y="3837"/>
                    <a:pt x="6356" y="3747"/>
                    <a:pt x="6356" y="3624"/>
                  </a:cubicBezTo>
                  <a:cubicBezTo>
                    <a:pt x="6446" y="3607"/>
                    <a:pt x="6501" y="3590"/>
                    <a:pt x="6535" y="3590"/>
                  </a:cubicBezTo>
                  <a:cubicBezTo>
                    <a:pt x="7051" y="3590"/>
                    <a:pt x="7567" y="3590"/>
                    <a:pt x="8082" y="3624"/>
                  </a:cubicBezTo>
                  <a:cubicBezTo>
                    <a:pt x="8108" y="3625"/>
                    <a:pt x="8133" y="3625"/>
                    <a:pt x="8157" y="3625"/>
                  </a:cubicBezTo>
                  <a:cubicBezTo>
                    <a:pt x="8533" y="3625"/>
                    <a:pt x="8722" y="3498"/>
                    <a:pt x="8722" y="3198"/>
                  </a:cubicBezTo>
                  <a:cubicBezTo>
                    <a:pt x="8739" y="2418"/>
                    <a:pt x="8862" y="1616"/>
                    <a:pt x="8828" y="836"/>
                  </a:cubicBezTo>
                  <a:cubicBezTo>
                    <a:pt x="8807" y="158"/>
                    <a:pt x="8649" y="1"/>
                    <a:pt x="7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9"/>
            <p:cNvSpPr/>
            <p:nvPr/>
          </p:nvSpPr>
          <p:spPr>
            <a:xfrm>
              <a:off x="13285962" y="2249732"/>
              <a:ext cx="699372" cy="179159"/>
            </a:xfrm>
            <a:custGeom>
              <a:rect b="b" l="l" r="r" t="t"/>
              <a:pathLst>
                <a:path extrusionOk="0" h="2148" w="8385">
                  <a:moveTo>
                    <a:pt x="1194" y="1"/>
                  </a:moveTo>
                  <a:cubicBezTo>
                    <a:pt x="1136" y="1"/>
                    <a:pt x="1076" y="6"/>
                    <a:pt x="1015" y="16"/>
                  </a:cubicBezTo>
                  <a:cubicBezTo>
                    <a:pt x="674" y="84"/>
                    <a:pt x="443" y="246"/>
                    <a:pt x="269" y="583"/>
                  </a:cubicBezTo>
                  <a:cubicBezTo>
                    <a:pt x="0" y="1043"/>
                    <a:pt x="230" y="1508"/>
                    <a:pt x="179" y="1968"/>
                  </a:cubicBezTo>
                  <a:cubicBezTo>
                    <a:pt x="165" y="2135"/>
                    <a:pt x="264" y="2147"/>
                    <a:pt x="381" y="2147"/>
                  </a:cubicBezTo>
                  <a:cubicBezTo>
                    <a:pt x="402" y="2147"/>
                    <a:pt x="423" y="2147"/>
                    <a:pt x="443" y="2147"/>
                  </a:cubicBezTo>
                  <a:cubicBezTo>
                    <a:pt x="2344" y="2130"/>
                    <a:pt x="4228" y="2130"/>
                    <a:pt x="6129" y="2130"/>
                  </a:cubicBezTo>
                  <a:lnTo>
                    <a:pt x="8171" y="2130"/>
                  </a:lnTo>
                  <a:cubicBezTo>
                    <a:pt x="8116" y="1704"/>
                    <a:pt x="8222" y="1312"/>
                    <a:pt x="8239" y="919"/>
                  </a:cubicBezTo>
                  <a:cubicBezTo>
                    <a:pt x="8261" y="745"/>
                    <a:pt x="8384" y="532"/>
                    <a:pt x="8116" y="442"/>
                  </a:cubicBezTo>
                  <a:cubicBezTo>
                    <a:pt x="8061" y="424"/>
                    <a:pt x="8011" y="415"/>
                    <a:pt x="7966" y="415"/>
                  </a:cubicBezTo>
                  <a:cubicBezTo>
                    <a:pt x="7792" y="415"/>
                    <a:pt x="7681" y="541"/>
                    <a:pt x="7583" y="723"/>
                  </a:cubicBezTo>
                  <a:cubicBezTo>
                    <a:pt x="7515" y="851"/>
                    <a:pt x="7442" y="975"/>
                    <a:pt x="7336" y="1081"/>
                  </a:cubicBezTo>
                  <a:cubicBezTo>
                    <a:pt x="7105" y="1303"/>
                    <a:pt x="6917" y="1414"/>
                    <a:pt x="6722" y="1414"/>
                  </a:cubicBezTo>
                  <a:cubicBezTo>
                    <a:pt x="6543" y="1414"/>
                    <a:pt x="6358" y="1320"/>
                    <a:pt x="6129" y="1133"/>
                  </a:cubicBezTo>
                  <a:cubicBezTo>
                    <a:pt x="5916" y="958"/>
                    <a:pt x="5703" y="762"/>
                    <a:pt x="5507" y="583"/>
                  </a:cubicBezTo>
                  <a:cubicBezTo>
                    <a:pt x="5254" y="365"/>
                    <a:pt x="5044" y="254"/>
                    <a:pt x="4837" y="254"/>
                  </a:cubicBezTo>
                  <a:cubicBezTo>
                    <a:pt x="4622" y="254"/>
                    <a:pt x="4410" y="374"/>
                    <a:pt x="4156" y="617"/>
                  </a:cubicBezTo>
                  <a:cubicBezTo>
                    <a:pt x="3926" y="813"/>
                    <a:pt x="3730" y="1043"/>
                    <a:pt x="3499" y="1239"/>
                  </a:cubicBezTo>
                  <a:cubicBezTo>
                    <a:pt x="3367" y="1353"/>
                    <a:pt x="3229" y="1411"/>
                    <a:pt x="3086" y="1411"/>
                  </a:cubicBezTo>
                  <a:cubicBezTo>
                    <a:pt x="2961" y="1411"/>
                    <a:pt x="2831" y="1367"/>
                    <a:pt x="2698" y="1278"/>
                  </a:cubicBezTo>
                  <a:cubicBezTo>
                    <a:pt x="2344" y="1026"/>
                    <a:pt x="2042" y="745"/>
                    <a:pt x="1829" y="370"/>
                  </a:cubicBezTo>
                  <a:cubicBezTo>
                    <a:pt x="1686" y="108"/>
                    <a:pt x="1457" y="1"/>
                    <a:pt x="1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9"/>
            <p:cNvSpPr/>
            <p:nvPr/>
          </p:nvSpPr>
          <p:spPr>
            <a:xfrm>
              <a:off x="13285962" y="2181255"/>
              <a:ext cx="697954" cy="161310"/>
            </a:xfrm>
            <a:custGeom>
              <a:rect b="b" l="l" r="r" t="t"/>
              <a:pathLst>
                <a:path extrusionOk="0" h="1934" w="8368">
                  <a:moveTo>
                    <a:pt x="451" y="0"/>
                  </a:moveTo>
                  <a:cubicBezTo>
                    <a:pt x="181" y="0"/>
                    <a:pt x="55" y="141"/>
                    <a:pt x="55" y="411"/>
                  </a:cubicBezTo>
                  <a:cubicBezTo>
                    <a:pt x="55" y="585"/>
                    <a:pt x="0" y="781"/>
                    <a:pt x="107" y="960"/>
                  </a:cubicBezTo>
                  <a:cubicBezTo>
                    <a:pt x="412" y="694"/>
                    <a:pt x="790" y="541"/>
                    <a:pt x="1150" y="541"/>
                  </a:cubicBezTo>
                  <a:cubicBezTo>
                    <a:pt x="1587" y="541"/>
                    <a:pt x="1997" y="765"/>
                    <a:pt x="2221" y="1280"/>
                  </a:cubicBezTo>
                  <a:cubicBezTo>
                    <a:pt x="2310" y="1493"/>
                    <a:pt x="2523" y="1617"/>
                    <a:pt x="2681" y="1758"/>
                  </a:cubicBezTo>
                  <a:cubicBezTo>
                    <a:pt x="2809" y="1870"/>
                    <a:pt x="2925" y="1921"/>
                    <a:pt x="3038" y="1921"/>
                  </a:cubicBezTo>
                  <a:cubicBezTo>
                    <a:pt x="3176" y="1921"/>
                    <a:pt x="3307" y="1843"/>
                    <a:pt x="3444" y="1706"/>
                  </a:cubicBezTo>
                  <a:cubicBezTo>
                    <a:pt x="3623" y="1510"/>
                    <a:pt x="3802" y="1314"/>
                    <a:pt x="4015" y="1157"/>
                  </a:cubicBezTo>
                  <a:cubicBezTo>
                    <a:pt x="4293" y="914"/>
                    <a:pt x="4561" y="793"/>
                    <a:pt x="4830" y="793"/>
                  </a:cubicBezTo>
                  <a:cubicBezTo>
                    <a:pt x="5094" y="793"/>
                    <a:pt x="5358" y="909"/>
                    <a:pt x="5631" y="1139"/>
                  </a:cubicBezTo>
                  <a:cubicBezTo>
                    <a:pt x="5827" y="1314"/>
                    <a:pt x="6023" y="1510"/>
                    <a:pt x="6215" y="1689"/>
                  </a:cubicBezTo>
                  <a:cubicBezTo>
                    <a:pt x="6399" y="1849"/>
                    <a:pt x="6566" y="1933"/>
                    <a:pt x="6719" y="1933"/>
                  </a:cubicBezTo>
                  <a:cubicBezTo>
                    <a:pt x="6905" y="1933"/>
                    <a:pt x="7072" y="1809"/>
                    <a:pt x="7229" y="1544"/>
                  </a:cubicBezTo>
                  <a:cubicBezTo>
                    <a:pt x="7421" y="1190"/>
                    <a:pt x="7639" y="947"/>
                    <a:pt x="8002" y="947"/>
                  </a:cubicBezTo>
                  <a:cubicBezTo>
                    <a:pt x="8075" y="947"/>
                    <a:pt x="8154" y="957"/>
                    <a:pt x="8239" y="978"/>
                  </a:cubicBezTo>
                  <a:cubicBezTo>
                    <a:pt x="8367" y="91"/>
                    <a:pt x="8295" y="1"/>
                    <a:pt x="7459" y="1"/>
                  </a:cubicBezTo>
                  <a:lnTo>
                    <a:pt x="499" y="1"/>
                  </a:lnTo>
                  <a:cubicBezTo>
                    <a:pt x="482" y="1"/>
                    <a:pt x="466" y="0"/>
                    <a:pt x="4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9"/>
            <p:cNvSpPr/>
            <p:nvPr/>
          </p:nvSpPr>
          <p:spPr>
            <a:xfrm>
              <a:off x="13494981" y="2455415"/>
              <a:ext cx="278414" cy="52046"/>
            </a:xfrm>
            <a:custGeom>
              <a:rect b="b" l="l" r="r" t="t"/>
              <a:pathLst>
                <a:path extrusionOk="0" h="624" w="3338">
                  <a:moveTo>
                    <a:pt x="86" y="1"/>
                  </a:moveTo>
                  <a:cubicBezTo>
                    <a:pt x="0" y="534"/>
                    <a:pt x="69" y="623"/>
                    <a:pt x="550" y="623"/>
                  </a:cubicBezTo>
                  <a:lnTo>
                    <a:pt x="2771" y="623"/>
                  </a:lnTo>
                  <a:cubicBezTo>
                    <a:pt x="3265" y="623"/>
                    <a:pt x="3338" y="534"/>
                    <a:pt x="3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9"/>
            <p:cNvSpPr/>
            <p:nvPr/>
          </p:nvSpPr>
          <p:spPr>
            <a:xfrm>
              <a:off x="13312569" y="2819822"/>
              <a:ext cx="62305" cy="57718"/>
            </a:xfrm>
            <a:custGeom>
              <a:rect b="b" l="l" r="r" t="t"/>
              <a:pathLst>
                <a:path extrusionOk="0" h="692" w="747">
                  <a:moveTo>
                    <a:pt x="269" y="1"/>
                  </a:moveTo>
                  <a:cubicBezTo>
                    <a:pt x="73" y="1"/>
                    <a:pt x="1" y="141"/>
                    <a:pt x="1" y="320"/>
                  </a:cubicBezTo>
                  <a:cubicBezTo>
                    <a:pt x="18" y="568"/>
                    <a:pt x="180" y="674"/>
                    <a:pt x="410" y="691"/>
                  </a:cubicBezTo>
                  <a:cubicBezTo>
                    <a:pt x="623" y="691"/>
                    <a:pt x="730" y="585"/>
                    <a:pt x="747" y="371"/>
                  </a:cubicBezTo>
                  <a:cubicBezTo>
                    <a:pt x="674" y="124"/>
                    <a:pt x="517" y="1"/>
                    <a:pt x="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9"/>
            <p:cNvSpPr/>
            <p:nvPr/>
          </p:nvSpPr>
          <p:spPr>
            <a:xfrm>
              <a:off x="13422083" y="2816653"/>
              <a:ext cx="55216" cy="53381"/>
            </a:xfrm>
            <a:custGeom>
              <a:rect b="b" l="l" r="r" t="t"/>
              <a:pathLst>
                <a:path extrusionOk="0" h="640" w="662">
                  <a:moveTo>
                    <a:pt x="252" y="0"/>
                  </a:moveTo>
                  <a:cubicBezTo>
                    <a:pt x="73" y="0"/>
                    <a:pt x="1" y="162"/>
                    <a:pt x="22" y="341"/>
                  </a:cubicBezTo>
                  <a:cubicBezTo>
                    <a:pt x="39" y="571"/>
                    <a:pt x="197" y="640"/>
                    <a:pt x="393" y="640"/>
                  </a:cubicBezTo>
                  <a:cubicBezTo>
                    <a:pt x="572" y="623"/>
                    <a:pt x="661" y="533"/>
                    <a:pt x="640" y="303"/>
                  </a:cubicBezTo>
                  <a:cubicBezTo>
                    <a:pt x="623" y="128"/>
                    <a:pt x="482" y="0"/>
                    <a:pt x="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9"/>
            <p:cNvSpPr/>
            <p:nvPr/>
          </p:nvSpPr>
          <p:spPr>
            <a:xfrm>
              <a:off x="13517001" y="2818738"/>
              <a:ext cx="59470" cy="48460"/>
            </a:xfrm>
            <a:custGeom>
              <a:rect b="b" l="l" r="r" t="t"/>
              <a:pathLst>
                <a:path extrusionOk="0" h="581" w="713">
                  <a:moveTo>
                    <a:pt x="279" y="1"/>
                  </a:moveTo>
                  <a:cubicBezTo>
                    <a:pt x="144" y="1"/>
                    <a:pt x="31" y="63"/>
                    <a:pt x="18" y="244"/>
                  </a:cubicBezTo>
                  <a:cubicBezTo>
                    <a:pt x="1" y="457"/>
                    <a:pt x="124" y="546"/>
                    <a:pt x="320" y="581"/>
                  </a:cubicBezTo>
                  <a:cubicBezTo>
                    <a:pt x="499" y="581"/>
                    <a:pt x="657" y="563"/>
                    <a:pt x="674" y="350"/>
                  </a:cubicBezTo>
                  <a:cubicBezTo>
                    <a:pt x="712" y="154"/>
                    <a:pt x="606" y="31"/>
                    <a:pt x="393" y="14"/>
                  </a:cubicBezTo>
                  <a:cubicBezTo>
                    <a:pt x="354" y="5"/>
                    <a:pt x="316" y="1"/>
                    <a:pt x="2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9"/>
            <p:cNvSpPr/>
            <p:nvPr/>
          </p:nvSpPr>
          <p:spPr>
            <a:xfrm>
              <a:off x="13382298" y="4809258"/>
              <a:ext cx="503781" cy="113518"/>
            </a:xfrm>
            <a:custGeom>
              <a:rect b="b" l="l" r="r" t="t"/>
              <a:pathLst>
                <a:path extrusionOk="0" h="1361" w="6040">
                  <a:moveTo>
                    <a:pt x="51" y="1"/>
                  </a:moveTo>
                  <a:cubicBezTo>
                    <a:pt x="0" y="725"/>
                    <a:pt x="426" y="1207"/>
                    <a:pt x="1100" y="1280"/>
                  </a:cubicBezTo>
                  <a:cubicBezTo>
                    <a:pt x="1704" y="1338"/>
                    <a:pt x="2305" y="1360"/>
                    <a:pt x="2904" y="1360"/>
                  </a:cubicBezTo>
                  <a:cubicBezTo>
                    <a:pt x="3571" y="1360"/>
                    <a:pt x="4237" y="1333"/>
                    <a:pt x="4902" y="1297"/>
                  </a:cubicBezTo>
                  <a:cubicBezTo>
                    <a:pt x="5507" y="1258"/>
                    <a:pt x="6040" y="708"/>
                    <a:pt x="59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9"/>
            <p:cNvSpPr/>
            <p:nvPr/>
          </p:nvSpPr>
          <p:spPr>
            <a:xfrm>
              <a:off x="13382298" y="4686315"/>
              <a:ext cx="503781" cy="99922"/>
            </a:xfrm>
            <a:custGeom>
              <a:rect b="b" l="l" r="r" t="t"/>
              <a:pathLst>
                <a:path extrusionOk="0" h="1198" w="6040">
                  <a:moveTo>
                    <a:pt x="107" y="0"/>
                  </a:moveTo>
                  <a:cubicBezTo>
                    <a:pt x="0" y="264"/>
                    <a:pt x="73" y="516"/>
                    <a:pt x="34" y="763"/>
                  </a:cubicBezTo>
                  <a:cubicBezTo>
                    <a:pt x="0" y="1066"/>
                    <a:pt x="124" y="1155"/>
                    <a:pt x="409" y="1172"/>
                  </a:cubicBezTo>
                  <a:cubicBezTo>
                    <a:pt x="1279" y="1189"/>
                    <a:pt x="2144" y="1198"/>
                    <a:pt x="3010" y="1198"/>
                  </a:cubicBezTo>
                  <a:cubicBezTo>
                    <a:pt x="3876" y="1198"/>
                    <a:pt x="4742" y="1189"/>
                    <a:pt x="5614" y="1172"/>
                  </a:cubicBezTo>
                  <a:cubicBezTo>
                    <a:pt x="5682" y="1155"/>
                    <a:pt x="5737" y="1155"/>
                    <a:pt x="5806" y="1155"/>
                  </a:cubicBezTo>
                  <a:cubicBezTo>
                    <a:pt x="5912" y="1134"/>
                    <a:pt x="5985" y="1083"/>
                    <a:pt x="5985" y="976"/>
                  </a:cubicBezTo>
                  <a:cubicBezTo>
                    <a:pt x="5968" y="639"/>
                    <a:pt x="6040" y="320"/>
                    <a:pt x="5933" y="0"/>
                  </a:cubicBezTo>
                  <a:cubicBezTo>
                    <a:pt x="4989" y="51"/>
                    <a:pt x="4058" y="74"/>
                    <a:pt x="3131" y="74"/>
                  </a:cubicBezTo>
                  <a:cubicBezTo>
                    <a:pt x="2121" y="74"/>
                    <a:pt x="1116" y="47"/>
                    <a:pt x="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9"/>
            <p:cNvSpPr/>
            <p:nvPr/>
          </p:nvSpPr>
          <p:spPr>
            <a:xfrm>
              <a:off x="13389721" y="4581055"/>
              <a:ext cx="488935" cy="84992"/>
            </a:xfrm>
            <a:custGeom>
              <a:rect b="b" l="l" r="r" t="t"/>
              <a:pathLst>
                <a:path extrusionOk="0" h="1019" w="5862">
                  <a:moveTo>
                    <a:pt x="90" y="0"/>
                  </a:moveTo>
                  <a:cubicBezTo>
                    <a:pt x="69" y="107"/>
                    <a:pt x="69" y="197"/>
                    <a:pt x="52" y="265"/>
                  </a:cubicBezTo>
                  <a:cubicBezTo>
                    <a:pt x="1" y="977"/>
                    <a:pt x="1" y="959"/>
                    <a:pt x="708" y="977"/>
                  </a:cubicBezTo>
                  <a:cubicBezTo>
                    <a:pt x="1454" y="1004"/>
                    <a:pt x="2205" y="1018"/>
                    <a:pt x="2959" y="1018"/>
                  </a:cubicBezTo>
                  <a:cubicBezTo>
                    <a:pt x="3712" y="1018"/>
                    <a:pt x="4468" y="1004"/>
                    <a:pt x="5222" y="977"/>
                  </a:cubicBezTo>
                  <a:cubicBezTo>
                    <a:pt x="5363" y="977"/>
                    <a:pt x="5503" y="959"/>
                    <a:pt x="5648" y="959"/>
                  </a:cubicBezTo>
                  <a:cubicBezTo>
                    <a:pt x="5806" y="942"/>
                    <a:pt x="5861" y="853"/>
                    <a:pt x="5844" y="712"/>
                  </a:cubicBezTo>
                  <a:cubicBezTo>
                    <a:pt x="5806" y="478"/>
                    <a:pt x="5789" y="248"/>
                    <a:pt x="57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9"/>
            <p:cNvSpPr/>
            <p:nvPr/>
          </p:nvSpPr>
          <p:spPr>
            <a:xfrm>
              <a:off x="13391139" y="4469789"/>
              <a:ext cx="480010" cy="80071"/>
            </a:xfrm>
            <a:custGeom>
              <a:rect b="b" l="l" r="r" t="t"/>
              <a:pathLst>
                <a:path extrusionOk="0" h="960" w="5755">
                  <a:moveTo>
                    <a:pt x="124" y="0"/>
                  </a:moveTo>
                  <a:cubicBezTo>
                    <a:pt x="141" y="341"/>
                    <a:pt x="1" y="640"/>
                    <a:pt x="107" y="959"/>
                  </a:cubicBezTo>
                  <a:lnTo>
                    <a:pt x="5721" y="959"/>
                  </a:lnTo>
                  <a:cubicBezTo>
                    <a:pt x="5755" y="623"/>
                    <a:pt x="5700" y="320"/>
                    <a:pt x="5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9"/>
            <p:cNvSpPr/>
            <p:nvPr/>
          </p:nvSpPr>
          <p:spPr>
            <a:xfrm>
              <a:off x="13400063" y="4361693"/>
              <a:ext cx="465080" cy="78653"/>
            </a:xfrm>
            <a:custGeom>
              <a:rect b="b" l="l" r="r" t="t"/>
              <a:pathLst>
                <a:path extrusionOk="0" h="943" w="5576">
                  <a:moveTo>
                    <a:pt x="5524" y="1"/>
                  </a:moveTo>
                  <a:cubicBezTo>
                    <a:pt x="4629" y="87"/>
                    <a:pt x="3747" y="119"/>
                    <a:pt x="2868" y="119"/>
                  </a:cubicBezTo>
                  <a:cubicBezTo>
                    <a:pt x="1931" y="119"/>
                    <a:pt x="997" y="83"/>
                    <a:pt x="51" y="39"/>
                  </a:cubicBezTo>
                  <a:cubicBezTo>
                    <a:pt x="51" y="231"/>
                    <a:pt x="34" y="376"/>
                    <a:pt x="34" y="499"/>
                  </a:cubicBezTo>
                  <a:cubicBezTo>
                    <a:pt x="34" y="640"/>
                    <a:pt x="0" y="785"/>
                    <a:pt x="90" y="943"/>
                  </a:cubicBezTo>
                  <a:lnTo>
                    <a:pt x="5541" y="943"/>
                  </a:lnTo>
                  <a:cubicBezTo>
                    <a:pt x="5575" y="640"/>
                    <a:pt x="5575" y="376"/>
                    <a:pt x="5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9"/>
            <p:cNvSpPr/>
            <p:nvPr/>
          </p:nvSpPr>
          <p:spPr>
            <a:xfrm>
              <a:off x="13404317" y="4284875"/>
              <a:ext cx="457991" cy="60887"/>
            </a:xfrm>
            <a:custGeom>
              <a:rect b="b" l="l" r="r" t="t"/>
              <a:pathLst>
                <a:path extrusionOk="0" h="730" w="5491">
                  <a:moveTo>
                    <a:pt x="73" y="1"/>
                  </a:moveTo>
                  <a:cubicBezTo>
                    <a:pt x="39" y="231"/>
                    <a:pt x="0" y="406"/>
                    <a:pt x="56" y="602"/>
                  </a:cubicBezTo>
                  <a:cubicBezTo>
                    <a:pt x="975" y="685"/>
                    <a:pt x="1895" y="730"/>
                    <a:pt x="2814" y="730"/>
                  </a:cubicBezTo>
                  <a:cubicBezTo>
                    <a:pt x="3688" y="730"/>
                    <a:pt x="4562" y="689"/>
                    <a:pt x="5435" y="602"/>
                  </a:cubicBezTo>
                  <a:cubicBezTo>
                    <a:pt x="5490" y="406"/>
                    <a:pt x="5473" y="214"/>
                    <a:pt x="5418" y="1"/>
                  </a:cubicBezTo>
                  <a:cubicBezTo>
                    <a:pt x="4608" y="24"/>
                    <a:pt x="3802" y="33"/>
                    <a:pt x="2998" y="33"/>
                  </a:cubicBezTo>
                  <a:cubicBezTo>
                    <a:pt x="2022" y="33"/>
                    <a:pt x="1048" y="20"/>
                    <a:pt x="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9"/>
            <p:cNvSpPr/>
            <p:nvPr/>
          </p:nvSpPr>
          <p:spPr>
            <a:xfrm>
              <a:off x="13468291" y="1883407"/>
              <a:ext cx="328959" cy="87578"/>
            </a:xfrm>
            <a:custGeom>
              <a:rect b="b" l="l" r="r" t="t"/>
              <a:pathLst>
                <a:path extrusionOk="0" h="1050" w="3944">
                  <a:moveTo>
                    <a:pt x="2013" y="0"/>
                  </a:moveTo>
                  <a:cubicBezTo>
                    <a:pt x="1903" y="0"/>
                    <a:pt x="1792" y="7"/>
                    <a:pt x="1684" y="22"/>
                  </a:cubicBezTo>
                  <a:cubicBezTo>
                    <a:pt x="1011" y="107"/>
                    <a:pt x="354" y="303"/>
                    <a:pt x="1" y="1049"/>
                  </a:cubicBezTo>
                  <a:lnTo>
                    <a:pt x="3943" y="1049"/>
                  </a:lnTo>
                  <a:cubicBezTo>
                    <a:pt x="3755" y="423"/>
                    <a:pt x="2868" y="0"/>
                    <a:pt x="20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9"/>
            <p:cNvSpPr/>
            <p:nvPr/>
          </p:nvSpPr>
          <p:spPr>
            <a:xfrm>
              <a:off x="13577805" y="4094873"/>
              <a:ext cx="108180" cy="164897"/>
            </a:xfrm>
            <a:custGeom>
              <a:rect b="b" l="l" r="r" t="t"/>
              <a:pathLst>
                <a:path extrusionOk="0" h="1977" w="1297">
                  <a:moveTo>
                    <a:pt x="802" y="1"/>
                  </a:moveTo>
                  <a:cubicBezTo>
                    <a:pt x="662" y="1"/>
                    <a:pt x="523" y="7"/>
                    <a:pt x="386" y="7"/>
                  </a:cubicBezTo>
                  <a:cubicBezTo>
                    <a:pt x="328" y="7"/>
                    <a:pt x="271" y="6"/>
                    <a:pt x="214" y="3"/>
                  </a:cubicBezTo>
                  <a:cubicBezTo>
                    <a:pt x="73" y="3"/>
                    <a:pt x="0" y="75"/>
                    <a:pt x="18" y="216"/>
                  </a:cubicBezTo>
                  <a:cubicBezTo>
                    <a:pt x="18" y="715"/>
                    <a:pt x="18" y="1230"/>
                    <a:pt x="35" y="1725"/>
                  </a:cubicBezTo>
                  <a:cubicBezTo>
                    <a:pt x="35" y="1831"/>
                    <a:pt x="52" y="1959"/>
                    <a:pt x="197" y="1976"/>
                  </a:cubicBezTo>
                  <a:lnTo>
                    <a:pt x="1139" y="1976"/>
                  </a:lnTo>
                  <a:cubicBezTo>
                    <a:pt x="1262" y="1959"/>
                    <a:pt x="1296" y="1853"/>
                    <a:pt x="1296" y="1746"/>
                  </a:cubicBezTo>
                  <a:lnTo>
                    <a:pt x="1296" y="41"/>
                  </a:lnTo>
                  <a:cubicBezTo>
                    <a:pt x="1129" y="8"/>
                    <a:pt x="965" y="1"/>
                    <a:pt x="8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9"/>
            <p:cNvSpPr/>
            <p:nvPr/>
          </p:nvSpPr>
          <p:spPr>
            <a:xfrm>
              <a:off x="13382298" y="4094622"/>
              <a:ext cx="54799" cy="162394"/>
            </a:xfrm>
            <a:custGeom>
              <a:rect b="b" l="l" r="r" t="t"/>
              <a:pathLst>
                <a:path extrusionOk="0" h="1947" w="657">
                  <a:moveTo>
                    <a:pt x="285" y="0"/>
                  </a:moveTo>
                  <a:cubicBezTo>
                    <a:pt x="195" y="0"/>
                    <a:pt x="101" y="19"/>
                    <a:pt x="0" y="61"/>
                  </a:cubicBezTo>
                  <a:cubicBezTo>
                    <a:pt x="124" y="662"/>
                    <a:pt x="73" y="1267"/>
                    <a:pt x="90" y="1873"/>
                  </a:cubicBezTo>
                  <a:cubicBezTo>
                    <a:pt x="201" y="1909"/>
                    <a:pt x="295" y="1947"/>
                    <a:pt x="404" y="1947"/>
                  </a:cubicBezTo>
                  <a:cubicBezTo>
                    <a:pt x="449" y="1947"/>
                    <a:pt x="497" y="1940"/>
                    <a:pt x="550" y="1924"/>
                  </a:cubicBezTo>
                  <a:cubicBezTo>
                    <a:pt x="584" y="1284"/>
                    <a:pt x="657" y="662"/>
                    <a:pt x="584" y="61"/>
                  </a:cubicBezTo>
                  <a:cubicBezTo>
                    <a:pt x="483" y="23"/>
                    <a:pt x="386" y="0"/>
                    <a:pt x="2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9"/>
            <p:cNvSpPr/>
            <p:nvPr/>
          </p:nvSpPr>
          <p:spPr>
            <a:xfrm>
              <a:off x="13832698" y="4094789"/>
              <a:ext cx="51629" cy="163562"/>
            </a:xfrm>
            <a:custGeom>
              <a:rect b="b" l="l" r="r" t="t"/>
              <a:pathLst>
                <a:path extrusionOk="0" h="1961" w="619">
                  <a:moveTo>
                    <a:pt x="324" y="0"/>
                  </a:moveTo>
                  <a:cubicBezTo>
                    <a:pt x="225" y="0"/>
                    <a:pt x="126" y="14"/>
                    <a:pt x="18" y="59"/>
                  </a:cubicBezTo>
                  <a:cubicBezTo>
                    <a:pt x="18" y="699"/>
                    <a:pt x="1" y="1321"/>
                    <a:pt x="107" y="1960"/>
                  </a:cubicBezTo>
                  <a:cubicBezTo>
                    <a:pt x="265" y="1939"/>
                    <a:pt x="406" y="1960"/>
                    <a:pt x="533" y="1832"/>
                  </a:cubicBezTo>
                  <a:cubicBezTo>
                    <a:pt x="550" y="1231"/>
                    <a:pt x="512" y="643"/>
                    <a:pt x="619" y="21"/>
                  </a:cubicBezTo>
                  <a:cubicBezTo>
                    <a:pt x="514" y="12"/>
                    <a:pt x="419" y="0"/>
                    <a:pt x="3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9"/>
            <p:cNvSpPr/>
            <p:nvPr/>
          </p:nvSpPr>
          <p:spPr>
            <a:xfrm>
              <a:off x="13515583" y="4095039"/>
              <a:ext cx="37033" cy="165564"/>
            </a:xfrm>
            <a:custGeom>
              <a:rect b="b" l="l" r="r" t="t"/>
              <a:pathLst>
                <a:path extrusionOk="0" h="1985" w="444">
                  <a:moveTo>
                    <a:pt x="231" y="1"/>
                  </a:moveTo>
                  <a:cubicBezTo>
                    <a:pt x="52" y="1"/>
                    <a:pt x="1" y="90"/>
                    <a:pt x="1" y="252"/>
                  </a:cubicBezTo>
                  <a:lnTo>
                    <a:pt x="1" y="1957"/>
                  </a:lnTo>
                  <a:cubicBezTo>
                    <a:pt x="95" y="1966"/>
                    <a:pt x="178" y="1985"/>
                    <a:pt x="254" y="1985"/>
                  </a:cubicBezTo>
                  <a:cubicBezTo>
                    <a:pt x="323" y="1985"/>
                    <a:pt x="385" y="1969"/>
                    <a:pt x="444" y="1919"/>
                  </a:cubicBezTo>
                  <a:lnTo>
                    <a:pt x="444" y="252"/>
                  </a:lnTo>
                  <a:cubicBezTo>
                    <a:pt x="444" y="90"/>
                    <a:pt x="410" y="1"/>
                    <a:pt x="2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9"/>
            <p:cNvSpPr/>
            <p:nvPr/>
          </p:nvSpPr>
          <p:spPr>
            <a:xfrm>
              <a:off x="13713926" y="4095039"/>
              <a:ext cx="37116" cy="164980"/>
            </a:xfrm>
            <a:custGeom>
              <a:rect b="b" l="l" r="r" t="t"/>
              <a:pathLst>
                <a:path extrusionOk="0" h="1978" w="445">
                  <a:moveTo>
                    <a:pt x="214" y="1"/>
                  </a:moveTo>
                  <a:cubicBezTo>
                    <a:pt x="73" y="1"/>
                    <a:pt x="1" y="73"/>
                    <a:pt x="1" y="214"/>
                  </a:cubicBezTo>
                  <a:lnTo>
                    <a:pt x="1" y="1957"/>
                  </a:lnTo>
                  <a:cubicBezTo>
                    <a:pt x="80" y="1966"/>
                    <a:pt x="150" y="1978"/>
                    <a:pt x="220" y="1978"/>
                  </a:cubicBezTo>
                  <a:cubicBezTo>
                    <a:pt x="292" y="1978"/>
                    <a:pt x="364" y="1965"/>
                    <a:pt x="444" y="1919"/>
                  </a:cubicBezTo>
                  <a:lnTo>
                    <a:pt x="444" y="197"/>
                  </a:lnTo>
                  <a:cubicBezTo>
                    <a:pt x="444" y="56"/>
                    <a:pt x="359" y="1"/>
                    <a:pt x="2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9"/>
            <p:cNvSpPr/>
            <p:nvPr/>
          </p:nvSpPr>
          <p:spPr>
            <a:xfrm>
              <a:off x="13776148" y="4095039"/>
              <a:ext cx="32863" cy="164229"/>
            </a:xfrm>
            <a:custGeom>
              <a:rect b="b" l="l" r="r" t="t"/>
              <a:pathLst>
                <a:path extrusionOk="0" h="1969" w="394">
                  <a:moveTo>
                    <a:pt x="214" y="1"/>
                  </a:moveTo>
                  <a:cubicBezTo>
                    <a:pt x="56" y="1"/>
                    <a:pt x="1" y="90"/>
                    <a:pt x="1" y="231"/>
                  </a:cubicBezTo>
                  <a:cubicBezTo>
                    <a:pt x="1" y="713"/>
                    <a:pt x="18" y="1211"/>
                    <a:pt x="18" y="1706"/>
                  </a:cubicBezTo>
                  <a:cubicBezTo>
                    <a:pt x="18" y="1896"/>
                    <a:pt x="91" y="1969"/>
                    <a:pt x="216" y="1969"/>
                  </a:cubicBezTo>
                  <a:cubicBezTo>
                    <a:pt x="267" y="1969"/>
                    <a:pt x="326" y="1957"/>
                    <a:pt x="393" y="1936"/>
                  </a:cubicBezTo>
                  <a:lnTo>
                    <a:pt x="393" y="214"/>
                  </a:lnTo>
                  <a:cubicBezTo>
                    <a:pt x="393" y="90"/>
                    <a:pt x="359" y="1"/>
                    <a:pt x="2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9"/>
            <p:cNvSpPr/>
            <p:nvPr/>
          </p:nvSpPr>
          <p:spPr>
            <a:xfrm>
              <a:off x="13457615" y="4095039"/>
              <a:ext cx="32779" cy="163979"/>
            </a:xfrm>
            <a:custGeom>
              <a:rect b="b" l="l" r="r" t="t"/>
              <a:pathLst>
                <a:path extrusionOk="0" h="1966" w="393">
                  <a:moveTo>
                    <a:pt x="180" y="1"/>
                  </a:moveTo>
                  <a:cubicBezTo>
                    <a:pt x="39" y="1"/>
                    <a:pt x="1" y="90"/>
                    <a:pt x="1" y="214"/>
                  </a:cubicBezTo>
                  <a:lnTo>
                    <a:pt x="1" y="1936"/>
                  </a:lnTo>
                  <a:cubicBezTo>
                    <a:pt x="67" y="1953"/>
                    <a:pt x="129" y="1965"/>
                    <a:pt x="182" y="1965"/>
                  </a:cubicBezTo>
                  <a:cubicBezTo>
                    <a:pt x="299" y="1965"/>
                    <a:pt x="376" y="1907"/>
                    <a:pt x="376" y="1723"/>
                  </a:cubicBezTo>
                  <a:cubicBezTo>
                    <a:pt x="393" y="1228"/>
                    <a:pt x="393" y="730"/>
                    <a:pt x="393" y="214"/>
                  </a:cubicBezTo>
                  <a:cubicBezTo>
                    <a:pt x="393" y="90"/>
                    <a:pt x="342" y="1"/>
                    <a:pt x="1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9"/>
            <p:cNvSpPr/>
            <p:nvPr/>
          </p:nvSpPr>
          <p:spPr>
            <a:xfrm>
              <a:off x="13900592" y="4095039"/>
              <a:ext cx="37116" cy="153220"/>
            </a:xfrm>
            <a:custGeom>
              <a:rect b="b" l="l" r="r" t="t"/>
              <a:pathLst>
                <a:path extrusionOk="0" h="1837" w="445">
                  <a:moveTo>
                    <a:pt x="269" y="1"/>
                  </a:moveTo>
                  <a:cubicBezTo>
                    <a:pt x="124" y="1"/>
                    <a:pt x="73" y="56"/>
                    <a:pt x="56" y="180"/>
                  </a:cubicBezTo>
                  <a:cubicBezTo>
                    <a:pt x="39" y="730"/>
                    <a:pt x="1" y="1279"/>
                    <a:pt x="73" y="1829"/>
                  </a:cubicBezTo>
                  <a:cubicBezTo>
                    <a:pt x="109" y="1834"/>
                    <a:pt x="142" y="1836"/>
                    <a:pt x="173" y="1836"/>
                  </a:cubicBezTo>
                  <a:cubicBezTo>
                    <a:pt x="297" y="1836"/>
                    <a:pt x="379" y="1795"/>
                    <a:pt x="393" y="1655"/>
                  </a:cubicBezTo>
                  <a:cubicBezTo>
                    <a:pt x="410" y="1173"/>
                    <a:pt x="427" y="696"/>
                    <a:pt x="444" y="197"/>
                  </a:cubicBezTo>
                  <a:cubicBezTo>
                    <a:pt x="444" y="73"/>
                    <a:pt x="393" y="1"/>
                    <a:pt x="2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9"/>
            <p:cNvSpPr/>
            <p:nvPr/>
          </p:nvSpPr>
          <p:spPr>
            <a:xfrm>
              <a:off x="13328917" y="4095039"/>
              <a:ext cx="37116" cy="153553"/>
            </a:xfrm>
            <a:custGeom>
              <a:rect b="b" l="l" r="r" t="t"/>
              <a:pathLst>
                <a:path extrusionOk="0" h="1841" w="445">
                  <a:moveTo>
                    <a:pt x="180" y="1"/>
                  </a:moveTo>
                  <a:cubicBezTo>
                    <a:pt x="52" y="1"/>
                    <a:pt x="1" y="73"/>
                    <a:pt x="1" y="197"/>
                  </a:cubicBezTo>
                  <a:cubicBezTo>
                    <a:pt x="18" y="678"/>
                    <a:pt x="35" y="1156"/>
                    <a:pt x="52" y="1616"/>
                  </a:cubicBezTo>
                  <a:cubicBezTo>
                    <a:pt x="69" y="1774"/>
                    <a:pt x="142" y="1841"/>
                    <a:pt x="269" y="1841"/>
                  </a:cubicBezTo>
                  <a:cubicBezTo>
                    <a:pt x="300" y="1841"/>
                    <a:pt x="334" y="1837"/>
                    <a:pt x="372" y="1829"/>
                  </a:cubicBezTo>
                  <a:cubicBezTo>
                    <a:pt x="444" y="1279"/>
                    <a:pt x="427" y="730"/>
                    <a:pt x="393" y="180"/>
                  </a:cubicBezTo>
                  <a:cubicBezTo>
                    <a:pt x="372" y="56"/>
                    <a:pt x="303" y="1"/>
                    <a:pt x="1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9"/>
            <p:cNvSpPr/>
            <p:nvPr/>
          </p:nvSpPr>
          <p:spPr>
            <a:xfrm>
              <a:off x="13269614" y="4095373"/>
              <a:ext cx="38784" cy="130283"/>
            </a:xfrm>
            <a:custGeom>
              <a:rect b="b" l="l" r="r" t="t"/>
              <a:pathLst>
                <a:path extrusionOk="0" h="1562" w="465">
                  <a:moveTo>
                    <a:pt x="244" y="0"/>
                  </a:moveTo>
                  <a:cubicBezTo>
                    <a:pt x="202" y="0"/>
                    <a:pt x="151" y="12"/>
                    <a:pt x="90" y="35"/>
                  </a:cubicBezTo>
                  <a:cubicBezTo>
                    <a:pt x="72" y="568"/>
                    <a:pt x="0" y="1101"/>
                    <a:pt x="392" y="1561"/>
                  </a:cubicBezTo>
                  <a:cubicBezTo>
                    <a:pt x="465" y="1101"/>
                    <a:pt x="443" y="636"/>
                    <a:pt x="392" y="193"/>
                  </a:cubicBezTo>
                  <a:cubicBezTo>
                    <a:pt x="380" y="58"/>
                    <a:pt x="335" y="0"/>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9"/>
            <p:cNvSpPr/>
            <p:nvPr/>
          </p:nvSpPr>
          <p:spPr>
            <a:xfrm>
              <a:off x="13951053" y="4096457"/>
              <a:ext cx="45958" cy="135204"/>
            </a:xfrm>
            <a:custGeom>
              <a:rect b="b" l="l" r="r" t="t"/>
              <a:pathLst>
                <a:path extrusionOk="0" h="1621" w="551">
                  <a:moveTo>
                    <a:pt x="461" y="1"/>
                  </a:moveTo>
                  <a:cubicBezTo>
                    <a:pt x="142" y="56"/>
                    <a:pt x="1" y="785"/>
                    <a:pt x="159" y="1621"/>
                  </a:cubicBezTo>
                  <a:cubicBezTo>
                    <a:pt x="551" y="1088"/>
                    <a:pt x="478" y="555"/>
                    <a:pt x="4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 name="Google Shape;1926;p59"/>
          <p:cNvGrpSpPr/>
          <p:nvPr/>
        </p:nvGrpSpPr>
        <p:grpSpPr>
          <a:xfrm rot="1800036">
            <a:off x="6912190" y="769654"/>
            <a:ext cx="1647095" cy="619980"/>
            <a:chOff x="4852375" y="2531925"/>
            <a:chExt cx="856450" cy="322375"/>
          </a:xfrm>
        </p:grpSpPr>
        <p:sp>
          <p:nvSpPr>
            <p:cNvPr id="1927" name="Google Shape;1927;p59"/>
            <p:cNvSpPr/>
            <p:nvPr/>
          </p:nvSpPr>
          <p:spPr>
            <a:xfrm>
              <a:off x="5171200" y="2621125"/>
              <a:ext cx="192675" cy="192775"/>
            </a:xfrm>
            <a:custGeom>
              <a:rect b="b" l="l" r="r" t="t"/>
              <a:pathLst>
                <a:path extrusionOk="0" h="7711" w="7707">
                  <a:moveTo>
                    <a:pt x="3854" y="0"/>
                  </a:moveTo>
                  <a:cubicBezTo>
                    <a:pt x="1722" y="0"/>
                    <a:pt x="0" y="1726"/>
                    <a:pt x="0" y="3858"/>
                  </a:cubicBezTo>
                  <a:cubicBezTo>
                    <a:pt x="0" y="5989"/>
                    <a:pt x="1722" y="7711"/>
                    <a:pt x="3854" y="7711"/>
                  </a:cubicBezTo>
                  <a:cubicBezTo>
                    <a:pt x="5985" y="7711"/>
                    <a:pt x="7707" y="5989"/>
                    <a:pt x="7707" y="3858"/>
                  </a:cubicBezTo>
                  <a:cubicBezTo>
                    <a:pt x="7707" y="1726"/>
                    <a:pt x="5985" y="0"/>
                    <a:pt x="38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9"/>
            <p:cNvSpPr/>
            <p:nvPr/>
          </p:nvSpPr>
          <p:spPr>
            <a:xfrm>
              <a:off x="5169375" y="2619425"/>
              <a:ext cx="196325" cy="196200"/>
            </a:xfrm>
            <a:custGeom>
              <a:rect b="b" l="l" r="r" t="t"/>
              <a:pathLst>
                <a:path extrusionOk="0" h="7848" w="7853">
                  <a:moveTo>
                    <a:pt x="3927" y="141"/>
                  </a:moveTo>
                  <a:cubicBezTo>
                    <a:pt x="4975" y="141"/>
                    <a:pt x="5913" y="567"/>
                    <a:pt x="6608" y="1240"/>
                  </a:cubicBezTo>
                  <a:cubicBezTo>
                    <a:pt x="7298" y="1935"/>
                    <a:pt x="7707" y="2877"/>
                    <a:pt x="7707" y="3926"/>
                  </a:cubicBezTo>
                  <a:cubicBezTo>
                    <a:pt x="7707" y="4970"/>
                    <a:pt x="7298" y="5912"/>
                    <a:pt x="6608" y="6607"/>
                  </a:cubicBezTo>
                  <a:cubicBezTo>
                    <a:pt x="5913" y="7280"/>
                    <a:pt x="4975" y="7706"/>
                    <a:pt x="3927" y="7706"/>
                  </a:cubicBezTo>
                  <a:cubicBezTo>
                    <a:pt x="2878" y="7706"/>
                    <a:pt x="1936" y="7280"/>
                    <a:pt x="1245" y="6607"/>
                  </a:cubicBezTo>
                  <a:cubicBezTo>
                    <a:pt x="568" y="5912"/>
                    <a:pt x="142" y="4970"/>
                    <a:pt x="142" y="3926"/>
                  </a:cubicBezTo>
                  <a:cubicBezTo>
                    <a:pt x="142" y="2877"/>
                    <a:pt x="568" y="1935"/>
                    <a:pt x="1245" y="1240"/>
                  </a:cubicBezTo>
                  <a:cubicBezTo>
                    <a:pt x="1936" y="567"/>
                    <a:pt x="2878" y="141"/>
                    <a:pt x="3927" y="141"/>
                  </a:cubicBezTo>
                  <a:close/>
                  <a:moveTo>
                    <a:pt x="3927" y="0"/>
                  </a:moveTo>
                  <a:cubicBezTo>
                    <a:pt x="1757" y="0"/>
                    <a:pt x="1" y="1756"/>
                    <a:pt x="1" y="3926"/>
                  </a:cubicBezTo>
                  <a:cubicBezTo>
                    <a:pt x="1" y="6091"/>
                    <a:pt x="1757" y="7847"/>
                    <a:pt x="3927" y="7847"/>
                  </a:cubicBezTo>
                  <a:cubicBezTo>
                    <a:pt x="6092" y="7847"/>
                    <a:pt x="7852" y="6091"/>
                    <a:pt x="7852" y="3926"/>
                  </a:cubicBezTo>
                  <a:cubicBezTo>
                    <a:pt x="7852" y="1756"/>
                    <a:pt x="6092" y="0"/>
                    <a:pt x="39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9"/>
            <p:cNvSpPr/>
            <p:nvPr/>
          </p:nvSpPr>
          <p:spPr>
            <a:xfrm>
              <a:off x="4852375" y="2643825"/>
              <a:ext cx="856450" cy="120750"/>
            </a:xfrm>
            <a:custGeom>
              <a:rect b="b" l="l" r="r" t="t"/>
              <a:pathLst>
                <a:path extrusionOk="0" h="4830" w="34258">
                  <a:moveTo>
                    <a:pt x="19181" y="0"/>
                  </a:moveTo>
                  <a:lnTo>
                    <a:pt x="19181" y="141"/>
                  </a:lnTo>
                  <a:cubicBezTo>
                    <a:pt x="21189" y="179"/>
                    <a:pt x="23068" y="264"/>
                    <a:pt x="24795" y="371"/>
                  </a:cubicBezTo>
                  <a:lnTo>
                    <a:pt x="24812" y="371"/>
                  </a:lnTo>
                  <a:cubicBezTo>
                    <a:pt x="25468" y="426"/>
                    <a:pt x="26107" y="477"/>
                    <a:pt x="26730" y="533"/>
                  </a:cubicBezTo>
                  <a:cubicBezTo>
                    <a:pt x="28469" y="691"/>
                    <a:pt x="29978" y="904"/>
                    <a:pt x="31167" y="1138"/>
                  </a:cubicBezTo>
                  <a:cubicBezTo>
                    <a:pt x="31772" y="1262"/>
                    <a:pt x="32288" y="1385"/>
                    <a:pt x="32714" y="1526"/>
                  </a:cubicBezTo>
                  <a:cubicBezTo>
                    <a:pt x="33140" y="1650"/>
                    <a:pt x="33477" y="1795"/>
                    <a:pt x="33724" y="1935"/>
                  </a:cubicBezTo>
                  <a:cubicBezTo>
                    <a:pt x="33852" y="2025"/>
                    <a:pt x="33959" y="2114"/>
                    <a:pt x="34027" y="2182"/>
                  </a:cubicBezTo>
                  <a:cubicBezTo>
                    <a:pt x="34099" y="2272"/>
                    <a:pt x="34116" y="2344"/>
                    <a:pt x="34116" y="2417"/>
                  </a:cubicBezTo>
                  <a:cubicBezTo>
                    <a:pt x="34116" y="2451"/>
                    <a:pt x="34116" y="2502"/>
                    <a:pt x="34082" y="2540"/>
                  </a:cubicBezTo>
                  <a:cubicBezTo>
                    <a:pt x="34044" y="2630"/>
                    <a:pt x="33959" y="2737"/>
                    <a:pt x="33797" y="2822"/>
                  </a:cubicBezTo>
                  <a:cubicBezTo>
                    <a:pt x="33549" y="3001"/>
                    <a:pt x="33157" y="3163"/>
                    <a:pt x="32625" y="3320"/>
                  </a:cubicBezTo>
                  <a:cubicBezTo>
                    <a:pt x="31043" y="3802"/>
                    <a:pt x="28345" y="4190"/>
                    <a:pt x="24969" y="4420"/>
                  </a:cubicBezTo>
                  <a:cubicBezTo>
                    <a:pt x="23443" y="4527"/>
                    <a:pt x="21790" y="4616"/>
                    <a:pt x="20033" y="4655"/>
                  </a:cubicBezTo>
                  <a:cubicBezTo>
                    <a:pt x="19091" y="4672"/>
                    <a:pt x="18115" y="4689"/>
                    <a:pt x="17122" y="4689"/>
                  </a:cubicBezTo>
                  <a:lnTo>
                    <a:pt x="16355" y="4689"/>
                  </a:lnTo>
                  <a:cubicBezTo>
                    <a:pt x="15272" y="4689"/>
                    <a:pt x="14207" y="4655"/>
                    <a:pt x="13180" y="4633"/>
                  </a:cubicBezTo>
                  <a:cubicBezTo>
                    <a:pt x="10516" y="4548"/>
                    <a:pt x="8099" y="4369"/>
                    <a:pt x="6091" y="4139"/>
                  </a:cubicBezTo>
                  <a:cubicBezTo>
                    <a:pt x="4778" y="3977"/>
                    <a:pt x="3640" y="3802"/>
                    <a:pt x="2715" y="3606"/>
                  </a:cubicBezTo>
                  <a:cubicBezTo>
                    <a:pt x="1884" y="3410"/>
                    <a:pt x="1224" y="3214"/>
                    <a:pt x="780" y="3018"/>
                  </a:cubicBezTo>
                  <a:cubicBezTo>
                    <a:pt x="567" y="2911"/>
                    <a:pt x="392" y="2805"/>
                    <a:pt x="286" y="2698"/>
                  </a:cubicBezTo>
                  <a:cubicBezTo>
                    <a:pt x="230" y="2647"/>
                    <a:pt x="196" y="2592"/>
                    <a:pt x="179" y="2558"/>
                  </a:cubicBezTo>
                  <a:cubicBezTo>
                    <a:pt x="141" y="2502"/>
                    <a:pt x="141" y="2451"/>
                    <a:pt x="141" y="2417"/>
                  </a:cubicBezTo>
                  <a:cubicBezTo>
                    <a:pt x="141" y="2361"/>
                    <a:pt x="158" y="2289"/>
                    <a:pt x="196" y="2238"/>
                  </a:cubicBezTo>
                  <a:cubicBezTo>
                    <a:pt x="265" y="2114"/>
                    <a:pt x="427" y="1991"/>
                    <a:pt x="657" y="1884"/>
                  </a:cubicBezTo>
                  <a:cubicBezTo>
                    <a:pt x="1066" y="1671"/>
                    <a:pt x="1688" y="1458"/>
                    <a:pt x="2524" y="1262"/>
                  </a:cubicBezTo>
                  <a:cubicBezTo>
                    <a:pt x="4974" y="712"/>
                    <a:pt x="9130" y="286"/>
                    <a:pt x="14011" y="158"/>
                  </a:cubicBezTo>
                  <a:lnTo>
                    <a:pt x="14011" y="17"/>
                  </a:lnTo>
                  <a:cubicBezTo>
                    <a:pt x="10034" y="124"/>
                    <a:pt x="6552" y="426"/>
                    <a:pt x="4050" y="836"/>
                  </a:cubicBezTo>
                  <a:cubicBezTo>
                    <a:pt x="2805" y="1032"/>
                    <a:pt x="1795" y="1262"/>
                    <a:pt x="1100" y="1526"/>
                  </a:cubicBezTo>
                  <a:cubicBezTo>
                    <a:pt x="746" y="1650"/>
                    <a:pt x="478" y="1795"/>
                    <a:pt x="303" y="1935"/>
                  </a:cubicBezTo>
                  <a:cubicBezTo>
                    <a:pt x="196" y="2008"/>
                    <a:pt x="124" y="2076"/>
                    <a:pt x="73" y="2148"/>
                  </a:cubicBezTo>
                  <a:cubicBezTo>
                    <a:pt x="17" y="2238"/>
                    <a:pt x="0" y="2327"/>
                    <a:pt x="0" y="2417"/>
                  </a:cubicBezTo>
                  <a:cubicBezTo>
                    <a:pt x="0" y="2485"/>
                    <a:pt x="17" y="2558"/>
                    <a:pt x="51" y="2609"/>
                  </a:cubicBezTo>
                  <a:cubicBezTo>
                    <a:pt x="107" y="2737"/>
                    <a:pt x="213" y="2843"/>
                    <a:pt x="354" y="2928"/>
                  </a:cubicBezTo>
                  <a:cubicBezTo>
                    <a:pt x="567" y="3090"/>
                    <a:pt x="870" y="3214"/>
                    <a:pt x="1279" y="3355"/>
                  </a:cubicBezTo>
                  <a:cubicBezTo>
                    <a:pt x="1671" y="3482"/>
                    <a:pt x="2131" y="3623"/>
                    <a:pt x="2681" y="3730"/>
                  </a:cubicBezTo>
                  <a:cubicBezTo>
                    <a:pt x="3623" y="3943"/>
                    <a:pt x="4761" y="4122"/>
                    <a:pt x="6074" y="4280"/>
                  </a:cubicBezTo>
                  <a:cubicBezTo>
                    <a:pt x="8082" y="4510"/>
                    <a:pt x="10516" y="4689"/>
                    <a:pt x="13158" y="4778"/>
                  </a:cubicBezTo>
                  <a:lnTo>
                    <a:pt x="13180" y="4778"/>
                  </a:lnTo>
                  <a:cubicBezTo>
                    <a:pt x="14207" y="4795"/>
                    <a:pt x="15272" y="4829"/>
                    <a:pt x="16355" y="4829"/>
                  </a:cubicBezTo>
                  <a:lnTo>
                    <a:pt x="17122" y="4829"/>
                  </a:lnTo>
                  <a:cubicBezTo>
                    <a:pt x="18115" y="4829"/>
                    <a:pt x="19091" y="4812"/>
                    <a:pt x="20033" y="4795"/>
                  </a:cubicBezTo>
                  <a:cubicBezTo>
                    <a:pt x="21790" y="4761"/>
                    <a:pt x="23460" y="4672"/>
                    <a:pt x="24986" y="4565"/>
                  </a:cubicBezTo>
                  <a:cubicBezTo>
                    <a:pt x="27723" y="4369"/>
                    <a:pt x="30033" y="4083"/>
                    <a:pt x="31648" y="3713"/>
                  </a:cubicBezTo>
                  <a:cubicBezTo>
                    <a:pt x="32467" y="3534"/>
                    <a:pt x="33106" y="3338"/>
                    <a:pt x="33549" y="3124"/>
                  </a:cubicBezTo>
                  <a:cubicBezTo>
                    <a:pt x="33780" y="3018"/>
                    <a:pt x="33959" y="2911"/>
                    <a:pt x="34065" y="2788"/>
                  </a:cubicBezTo>
                  <a:cubicBezTo>
                    <a:pt x="34133" y="2737"/>
                    <a:pt x="34189" y="2681"/>
                    <a:pt x="34206" y="2609"/>
                  </a:cubicBezTo>
                  <a:cubicBezTo>
                    <a:pt x="34240" y="2540"/>
                    <a:pt x="34257" y="2485"/>
                    <a:pt x="34257" y="2417"/>
                  </a:cubicBezTo>
                  <a:cubicBezTo>
                    <a:pt x="34257" y="2289"/>
                    <a:pt x="34223" y="2182"/>
                    <a:pt x="34133" y="2097"/>
                  </a:cubicBezTo>
                  <a:cubicBezTo>
                    <a:pt x="34065" y="1991"/>
                    <a:pt x="33937" y="1901"/>
                    <a:pt x="33797" y="1812"/>
                  </a:cubicBezTo>
                  <a:cubicBezTo>
                    <a:pt x="33549" y="1671"/>
                    <a:pt x="33191" y="1526"/>
                    <a:pt x="32748" y="1385"/>
                  </a:cubicBezTo>
                  <a:cubicBezTo>
                    <a:pt x="31452" y="976"/>
                    <a:pt x="29355" y="639"/>
                    <a:pt x="26730" y="392"/>
                  </a:cubicBezTo>
                  <a:cubicBezTo>
                    <a:pt x="26124" y="337"/>
                    <a:pt x="25485" y="286"/>
                    <a:pt x="24812" y="230"/>
                  </a:cubicBezTo>
                  <a:cubicBezTo>
                    <a:pt x="23090" y="124"/>
                    <a:pt x="21189" y="34"/>
                    <a:pt x="19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9"/>
            <p:cNvSpPr/>
            <p:nvPr/>
          </p:nvSpPr>
          <p:spPr>
            <a:xfrm>
              <a:off x="4855025" y="2648300"/>
              <a:ext cx="851125" cy="155375"/>
            </a:xfrm>
            <a:custGeom>
              <a:rect b="b" l="l" r="r" t="t"/>
              <a:pathLst>
                <a:path extrusionOk="0" h="6215" w="34045">
                  <a:moveTo>
                    <a:pt x="27067" y="0"/>
                  </a:moveTo>
                  <a:cubicBezTo>
                    <a:pt x="26321" y="0"/>
                    <a:pt x="25520" y="17"/>
                    <a:pt x="24706" y="51"/>
                  </a:cubicBezTo>
                  <a:cubicBezTo>
                    <a:pt x="23124" y="124"/>
                    <a:pt x="21402" y="247"/>
                    <a:pt x="19591" y="405"/>
                  </a:cubicBezTo>
                  <a:lnTo>
                    <a:pt x="19608" y="550"/>
                  </a:lnTo>
                  <a:cubicBezTo>
                    <a:pt x="21419" y="388"/>
                    <a:pt x="23124" y="264"/>
                    <a:pt x="24706" y="192"/>
                  </a:cubicBezTo>
                  <a:cubicBezTo>
                    <a:pt x="25541" y="158"/>
                    <a:pt x="26321" y="141"/>
                    <a:pt x="27067" y="141"/>
                  </a:cubicBezTo>
                  <a:lnTo>
                    <a:pt x="27651" y="141"/>
                  </a:lnTo>
                  <a:cubicBezTo>
                    <a:pt x="29535" y="141"/>
                    <a:pt x="31099" y="230"/>
                    <a:pt x="32199" y="405"/>
                  </a:cubicBezTo>
                  <a:cubicBezTo>
                    <a:pt x="32732" y="495"/>
                    <a:pt x="33158" y="618"/>
                    <a:pt x="33461" y="746"/>
                  </a:cubicBezTo>
                  <a:cubicBezTo>
                    <a:pt x="33601" y="814"/>
                    <a:pt x="33708" y="887"/>
                    <a:pt x="33780" y="959"/>
                  </a:cubicBezTo>
                  <a:cubicBezTo>
                    <a:pt x="33870" y="1027"/>
                    <a:pt x="33904" y="1100"/>
                    <a:pt x="33904" y="1172"/>
                  </a:cubicBezTo>
                  <a:lnTo>
                    <a:pt x="33904" y="1189"/>
                  </a:lnTo>
                  <a:cubicBezTo>
                    <a:pt x="33904" y="1258"/>
                    <a:pt x="33887" y="1330"/>
                    <a:pt x="33831" y="1402"/>
                  </a:cubicBezTo>
                  <a:cubicBezTo>
                    <a:pt x="33780" y="1471"/>
                    <a:pt x="33708" y="1560"/>
                    <a:pt x="33601" y="1650"/>
                  </a:cubicBezTo>
                  <a:cubicBezTo>
                    <a:pt x="33354" y="1846"/>
                    <a:pt x="32962" y="2059"/>
                    <a:pt x="32446" y="2272"/>
                  </a:cubicBezTo>
                  <a:cubicBezTo>
                    <a:pt x="30903" y="2928"/>
                    <a:pt x="28222" y="3623"/>
                    <a:pt x="24863" y="4241"/>
                  </a:cubicBezTo>
                  <a:cubicBezTo>
                    <a:pt x="23214" y="4561"/>
                    <a:pt x="21419" y="4846"/>
                    <a:pt x="19518" y="5094"/>
                  </a:cubicBezTo>
                  <a:cubicBezTo>
                    <a:pt x="18789" y="5183"/>
                    <a:pt x="18043" y="5290"/>
                    <a:pt x="17281" y="5379"/>
                  </a:cubicBezTo>
                  <a:cubicBezTo>
                    <a:pt x="16181" y="5503"/>
                    <a:pt x="15115" y="5609"/>
                    <a:pt x="14067" y="5699"/>
                  </a:cubicBezTo>
                  <a:cubicBezTo>
                    <a:pt x="13478" y="5754"/>
                    <a:pt x="12895" y="5805"/>
                    <a:pt x="12328" y="5840"/>
                  </a:cubicBezTo>
                  <a:cubicBezTo>
                    <a:pt x="10124" y="6002"/>
                    <a:pt x="8116" y="6074"/>
                    <a:pt x="6377" y="6074"/>
                  </a:cubicBezTo>
                  <a:cubicBezTo>
                    <a:pt x="4903" y="6074"/>
                    <a:pt x="3624" y="6019"/>
                    <a:pt x="2609" y="5912"/>
                  </a:cubicBezTo>
                  <a:cubicBezTo>
                    <a:pt x="1846" y="5823"/>
                    <a:pt x="1224" y="5699"/>
                    <a:pt x="798" y="5541"/>
                  </a:cubicBezTo>
                  <a:cubicBezTo>
                    <a:pt x="585" y="5469"/>
                    <a:pt x="427" y="5396"/>
                    <a:pt x="303" y="5307"/>
                  </a:cubicBezTo>
                  <a:cubicBezTo>
                    <a:pt x="248" y="5256"/>
                    <a:pt x="214" y="5222"/>
                    <a:pt x="197" y="5166"/>
                  </a:cubicBezTo>
                  <a:cubicBezTo>
                    <a:pt x="159" y="5132"/>
                    <a:pt x="141" y="5094"/>
                    <a:pt x="141" y="5043"/>
                  </a:cubicBezTo>
                  <a:lnTo>
                    <a:pt x="141" y="5025"/>
                  </a:lnTo>
                  <a:cubicBezTo>
                    <a:pt x="141" y="4970"/>
                    <a:pt x="141" y="4919"/>
                    <a:pt x="180" y="4863"/>
                  </a:cubicBezTo>
                  <a:cubicBezTo>
                    <a:pt x="214" y="4774"/>
                    <a:pt x="303" y="4689"/>
                    <a:pt x="427" y="4582"/>
                  </a:cubicBezTo>
                  <a:cubicBezTo>
                    <a:pt x="623" y="4420"/>
                    <a:pt x="904" y="4241"/>
                    <a:pt x="1280" y="4083"/>
                  </a:cubicBezTo>
                  <a:cubicBezTo>
                    <a:pt x="1633" y="3904"/>
                    <a:pt x="2098" y="3730"/>
                    <a:pt x="2609" y="3551"/>
                  </a:cubicBezTo>
                  <a:cubicBezTo>
                    <a:pt x="4634" y="2877"/>
                    <a:pt x="7724" y="2165"/>
                    <a:pt x="11403" y="1577"/>
                  </a:cubicBezTo>
                  <a:cubicBezTo>
                    <a:pt x="11901" y="1492"/>
                    <a:pt x="12434" y="1419"/>
                    <a:pt x="12967" y="1330"/>
                  </a:cubicBezTo>
                  <a:lnTo>
                    <a:pt x="12946" y="1189"/>
                  </a:lnTo>
                  <a:cubicBezTo>
                    <a:pt x="12413" y="1279"/>
                    <a:pt x="11880" y="1347"/>
                    <a:pt x="11386" y="1437"/>
                  </a:cubicBezTo>
                  <a:cubicBezTo>
                    <a:pt x="7690" y="2042"/>
                    <a:pt x="4600" y="2732"/>
                    <a:pt x="2575" y="3427"/>
                  </a:cubicBezTo>
                  <a:cubicBezTo>
                    <a:pt x="1757" y="3691"/>
                    <a:pt x="1139" y="3960"/>
                    <a:pt x="691" y="4224"/>
                  </a:cubicBezTo>
                  <a:cubicBezTo>
                    <a:pt x="478" y="4348"/>
                    <a:pt x="303" y="4493"/>
                    <a:pt x="180" y="4616"/>
                  </a:cubicBezTo>
                  <a:cubicBezTo>
                    <a:pt x="124" y="4689"/>
                    <a:pt x="73" y="4740"/>
                    <a:pt x="52" y="4812"/>
                  </a:cubicBezTo>
                  <a:cubicBezTo>
                    <a:pt x="18" y="4881"/>
                    <a:pt x="1" y="4953"/>
                    <a:pt x="1" y="5025"/>
                  </a:cubicBezTo>
                  <a:lnTo>
                    <a:pt x="1" y="5060"/>
                  </a:lnTo>
                  <a:cubicBezTo>
                    <a:pt x="1" y="5132"/>
                    <a:pt x="35" y="5183"/>
                    <a:pt x="73" y="5256"/>
                  </a:cubicBezTo>
                  <a:cubicBezTo>
                    <a:pt x="141" y="5362"/>
                    <a:pt x="248" y="5452"/>
                    <a:pt x="393" y="5520"/>
                  </a:cubicBezTo>
                  <a:cubicBezTo>
                    <a:pt x="606" y="5648"/>
                    <a:pt x="887" y="5754"/>
                    <a:pt x="1262" y="5823"/>
                  </a:cubicBezTo>
                  <a:cubicBezTo>
                    <a:pt x="1633" y="5912"/>
                    <a:pt x="2098" y="5984"/>
                    <a:pt x="2609" y="6053"/>
                  </a:cubicBezTo>
                  <a:cubicBezTo>
                    <a:pt x="3624" y="6159"/>
                    <a:pt x="4903" y="6215"/>
                    <a:pt x="6377" y="6215"/>
                  </a:cubicBezTo>
                  <a:cubicBezTo>
                    <a:pt x="8116" y="6215"/>
                    <a:pt x="10141" y="6142"/>
                    <a:pt x="12345" y="5984"/>
                  </a:cubicBezTo>
                  <a:cubicBezTo>
                    <a:pt x="12912" y="5929"/>
                    <a:pt x="13500" y="5895"/>
                    <a:pt x="14084" y="5840"/>
                  </a:cubicBezTo>
                  <a:cubicBezTo>
                    <a:pt x="15132" y="5754"/>
                    <a:pt x="16198" y="5648"/>
                    <a:pt x="17298" y="5520"/>
                  </a:cubicBezTo>
                  <a:cubicBezTo>
                    <a:pt x="18061" y="5435"/>
                    <a:pt x="18806" y="5328"/>
                    <a:pt x="19535" y="5239"/>
                  </a:cubicBezTo>
                  <a:cubicBezTo>
                    <a:pt x="21436" y="4987"/>
                    <a:pt x="23248" y="4689"/>
                    <a:pt x="24880" y="4386"/>
                  </a:cubicBezTo>
                  <a:cubicBezTo>
                    <a:pt x="27118" y="3977"/>
                    <a:pt x="29075" y="3517"/>
                    <a:pt x="30583" y="3069"/>
                  </a:cubicBezTo>
                  <a:cubicBezTo>
                    <a:pt x="31329" y="2856"/>
                    <a:pt x="31986" y="2626"/>
                    <a:pt x="32501" y="2396"/>
                  </a:cubicBezTo>
                  <a:cubicBezTo>
                    <a:pt x="33034" y="2182"/>
                    <a:pt x="33426" y="1969"/>
                    <a:pt x="33691" y="1756"/>
                  </a:cubicBezTo>
                  <a:cubicBezTo>
                    <a:pt x="33814" y="1667"/>
                    <a:pt x="33887" y="1577"/>
                    <a:pt x="33959" y="1471"/>
                  </a:cubicBezTo>
                  <a:cubicBezTo>
                    <a:pt x="34010" y="1385"/>
                    <a:pt x="34044" y="1296"/>
                    <a:pt x="34044" y="1189"/>
                  </a:cubicBezTo>
                  <a:lnTo>
                    <a:pt x="34044" y="1151"/>
                  </a:lnTo>
                  <a:cubicBezTo>
                    <a:pt x="34027" y="1044"/>
                    <a:pt x="33976" y="938"/>
                    <a:pt x="33887" y="853"/>
                  </a:cubicBezTo>
                  <a:cubicBezTo>
                    <a:pt x="33725" y="691"/>
                    <a:pt x="33461" y="584"/>
                    <a:pt x="33107" y="478"/>
                  </a:cubicBezTo>
                  <a:cubicBezTo>
                    <a:pt x="32591" y="320"/>
                    <a:pt x="31845" y="192"/>
                    <a:pt x="30920" y="107"/>
                  </a:cubicBezTo>
                  <a:cubicBezTo>
                    <a:pt x="29995" y="34"/>
                    <a:pt x="28896" y="0"/>
                    <a:pt x="276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9"/>
            <p:cNvSpPr/>
            <p:nvPr/>
          </p:nvSpPr>
          <p:spPr>
            <a:xfrm>
              <a:off x="4878575" y="2531925"/>
              <a:ext cx="804125" cy="322375"/>
            </a:xfrm>
            <a:custGeom>
              <a:rect b="b" l="l" r="r" t="t"/>
              <a:pathLst>
                <a:path extrusionOk="0" h="12895" w="32165">
                  <a:moveTo>
                    <a:pt x="30797" y="1"/>
                  </a:moveTo>
                  <a:cubicBezTo>
                    <a:pt x="29586" y="1"/>
                    <a:pt x="27634" y="354"/>
                    <a:pt x="25183" y="977"/>
                  </a:cubicBezTo>
                  <a:cubicBezTo>
                    <a:pt x="22732" y="1616"/>
                    <a:pt x="19783" y="2524"/>
                    <a:pt x="16641" y="3658"/>
                  </a:cubicBezTo>
                  <a:lnTo>
                    <a:pt x="16658" y="3730"/>
                  </a:lnTo>
                  <a:lnTo>
                    <a:pt x="16658" y="3803"/>
                  </a:lnTo>
                  <a:lnTo>
                    <a:pt x="16692" y="3803"/>
                  </a:lnTo>
                  <a:cubicBezTo>
                    <a:pt x="19838" y="2665"/>
                    <a:pt x="22766" y="1740"/>
                    <a:pt x="25217" y="1117"/>
                  </a:cubicBezTo>
                  <a:cubicBezTo>
                    <a:pt x="27668" y="478"/>
                    <a:pt x="29624" y="141"/>
                    <a:pt x="30797" y="141"/>
                  </a:cubicBezTo>
                  <a:cubicBezTo>
                    <a:pt x="31150" y="141"/>
                    <a:pt x="31436" y="180"/>
                    <a:pt x="31649" y="231"/>
                  </a:cubicBezTo>
                  <a:cubicBezTo>
                    <a:pt x="31738" y="265"/>
                    <a:pt x="31824" y="303"/>
                    <a:pt x="31879" y="354"/>
                  </a:cubicBezTo>
                  <a:cubicBezTo>
                    <a:pt x="31930" y="393"/>
                    <a:pt x="31986" y="444"/>
                    <a:pt x="32003" y="499"/>
                  </a:cubicBezTo>
                  <a:cubicBezTo>
                    <a:pt x="32003" y="516"/>
                    <a:pt x="32020" y="550"/>
                    <a:pt x="32020" y="585"/>
                  </a:cubicBezTo>
                  <a:cubicBezTo>
                    <a:pt x="32020" y="674"/>
                    <a:pt x="31986" y="764"/>
                    <a:pt x="31913" y="887"/>
                  </a:cubicBezTo>
                  <a:cubicBezTo>
                    <a:pt x="31807" y="1083"/>
                    <a:pt x="31577" y="1330"/>
                    <a:pt x="31257" y="1599"/>
                  </a:cubicBezTo>
                  <a:cubicBezTo>
                    <a:pt x="30298" y="2396"/>
                    <a:pt x="28486" y="3483"/>
                    <a:pt x="26108" y="4655"/>
                  </a:cubicBezTo>
                  <a:lnTo>
                    <a:pt x="26091" y="4655"/>
                  </a:lnTo>
                  <a:cubicBezTo>
                    <a:pt x="25946" y="4723"/>
                    <a:pt x="25805" y="4796"/>
                    <a:pt x="25643" y="4885"/>
                  </a:cubicBezTo>
                  <a:cubicBezTo>
                    <a:pt x="23832" y="5755"/>
                    <a:pt x="21701" y="6697"/>
                    <a:pt x="19378" y="7617"/>
                  </a:cubicBezTo>
                  <a:cubicBezTo>
                    <a:pt x="18576" y="7937"/>
                    <a:pt x="17741" y="8257"/>
                    <a:pt x="16871" y="8577"/>
                  </a:cubicBezTo>
                  <a:cubicBezTo>
                    <a:pt x="16339" y="8790"/>
                    <a:pt x="15806" y="8986"/>
                    <a:pt x="15290" y="9165"/>
                  </a:cubicBezTo>
                  <a:cubicBezTo>
                    <a:pt x="14420" y="9484"/>
                    <a:pt x="13585" y="9770"/>
                    <a:pt x="12771" y="10034"/>
                  </a:cubicBezTo>
                  <a:cubicBezTo>
                    <a:pt x="12289" y="10196"/>
                    <a:pt x="11829" y="10354"/>
                    <a:pt x="11364" y="10495"/>
                  </a:cubicBezTo>
                  <a:cubicBezTo>
                    <a:pt x="9127" y="11206"/>
                    <a:pt x="7085" y="11773"/>
                    <a:pt x="5363" y="12165"/>
                  </a:cubicBezTo>
                  <a:cubicBezTo>
                    <a:pt x="3658" y="12541"/>
                    <a:pt x="2273" y="12754"/>
                    <a:pt x="1369" y="12754"/>
                  </a:cubicBezTo>
                  <a:cubicBezTo>
                    <a:pt x="1011" y="12754"/>
                    <a:pt x="730" y="12715"/>
                    <a:pt x="517" y="12664"/>
                  </a:cubicBezTo>
                  <a:cubicBezTo>
                    <a:pt x="410" y="12626"/>
                    <a:pt x="338" y="12592"/>
                    <a:pt x="282" y="12541"/>
                  </a:cubicBezTo>
                  <a:cubicBezTo>
                    <a:pt x="214" y="12502"/>
                    <a:pt x="176" y="12451"/>
                    <a:pt x="159" y="12396"/>
                  </a:cubicBezTo>
                  <a:cubicBezTo>
                    <a:pt x="159" y="12379"/>
                    <a:pt x="141" y="12344"/>
                    <a:pt x="141" y="12306"/>
                  </a:cubicBezTo>
                  <a:cubicBezTo>
                    <a:pt x="141" y="12221"/>
                    <a:pt x="176" y="12131"/>
                    <a:pt x="248" y="12025"/>
                  </a:cubicBezTo>
                  <a:cubicBezTo>
                    <a:pt x="338" y="11846"/>
                    <a:pt x="517" y="11650"/>
                    <a:pt x="764" y="11420"/>
                  </a:cubicBezTo>
                  <a:cubicBezTo>
                    <a:pt x="1011" y="11206"/>
                    <a:pt x="1331" y="10959"/>
                    <a:pt x="1706" y="10691"/>
                  </a:cubicBezTo>
                  <a:cubicBezTo>
                    <a:pt x="2541" y="10124"/>
                    <a:pt x="3692" y="9450"/>
                    <a:pt x="5060" y="8738"/>
                  </a:cubicBezTo>
                  <a:cubicBezTo>
                    <a:pt x="6608" y="7958"/>
                    <a:pt x="8436" y="7085"/>
                    <a:pt x="10478" y="6232"/>
                  </a:cubicBezTo>
                  <a:cubicBezTo>
                    <a:pt x="11066" y="5985"/>
                    <a:pt x="11667" y="5721"/>
                    <a:pt x="12306" y="5469"/>
                  </a:cubicBezTo>
                  <a:lnTo>
                    <a:pt x="12255" y="5346"/>
                  </a:lnTo>
                  <a:cubicBezTo>
                    <a:pt x="11616" y="5593"/>
                    <a:pt x="11011" y="5844"/>
                    <a:pt x="10427" y="6092"/>
                  </a:cubicBezTo>
                  <a:cubicBezTo>
                    <a:pt x="8381" y="6961"/>
                    <a:pt x="6535" y="7814"/>
                    <a:pt x="5009" y="8615"/>
                  </a:cubicBezTo>
                  <a:cubicBezTo>
                    <a:pt x="3624" y="9322"/>
                    <a:pt x="2469" y="10000"/>
                    <a:pt x="1633" y="10567"/>
                  </a:cubicBezTo>
                  <a:cubicBezTo>
                    <a:pt x="1118" y="10921"/>
                    <a:pt x="708" y="11262"/>
                    <a:pt x="444" y="11543"/>
                  </a:cubicBezTo>
                  <a:cubicBezTo>
                    <a:pt x="303" y="11688"/>
                    <a:pt x="197" y="11812"/>
                    <a:pt x="124" y="11952"/>
                  </a:cubicBezTo>
                  <a:cubicBezTo>
                    <a:pt x="52" y="12076"/>
                    <a:pt x="1" y="12182"/>
                    <a:pt x="1" y="12306"/>
                  </a:cubicBezTo>
                  <a:cubicBezTo>
                    <a:pt x="1" y="12362"/>
                    <a:pt x="18" y="12413"/>
                    <a:pt x="35" y="12451"/>
                  </a:cubicBezTo>
                  <a:cubicBezTo>
                    <a:pt x="69" y="12541"/>
                    <a:pt x="124" y="12609"/>
                    <a:pt x="197" y="12664"/>
                  </a:cubicBezTo>
                  <a:cubicBezTo>
                    <a:pt x="303" y="12754"/>
                    <a:pt x="461" y="12805"/>
                    <a:pt x="657" y="12839"/>
                  </a:cubicBezTo>
                  <a:cubicBezTo>
                    <a:pt x="853" y="12877"/>
                    <a:pt x="1083" y="12894"/>
                    <a:pt x="1369" y="12894"/>
                  </a:cubicBezTo>
                  <a:cubicBezTo>
                    <a:pt x="2290" y="12894"/>
                    <a:pt x="3675" y="12681"/>
                    <a:pt x="5397" y="12306"/>
                  </a:cubicBezTo>
                  <a:cubicBezTo>
                    <a:pt x="7123" y="11918"/>
                    <a:pt x="9165" y="11347"/>
                    <a:pt x="11403" y="10639"/>
                  </a:cubicBezTo>
                  <a:cubicBezTo>
                    <a:pt x="11863" y="10478"/>
                    <a:pt x="12345" y="10337"/>
                    <a:pt x="12822" y="10175"/>
                  </a:cubicBezTo>
                  <a:cubicBezTo>
                    <a:pt x="13640" y="9911"/>
                    <a:pt x="14476" y="9608"/>
                    <a:pt x="15345" y="9305"/>
                  </a:cubicBezTo>
                  <a:cubicBezTo>
                    <a:pt x="15861" y="9109"/>
                    <a:pt x="16394" y="8918"/>
                    <a:pt x="16927" y="8721"/>
                  </a:cubicBezTo>
                  <a:cubicBezTo>
                    <a:pt x="17779" y="8402"/>
                    <a:pt x="18632" y="8082"/>
                    <a:pt x="19429" y="7745"/>
                  </a:cubicBezTo>
                  <a:cubicBezTo>
                    <a:pt x="21756" y="6820"/>
                    <a:pt x="23887" y="5878"/>
                    <a:pt x="25716" y="5009"/>
                  </a:cubicBezTo>
                  <a:cubicBezTo>
                    <a:pt x="25847" y="4941"/>
                    <a:pt x="25998" y="4877"/>
                    <a:pt x="26132" y="4796"/>
                  </a:cubicBezTo>
                  <a:lnTo>
                    <a:pt x="26142" y="4796"/>
                  </a:lnTo>
                  <a:lnTo>
                    <a:pt x="26159" y="4779"/>
                  </a:lnTo>
                  <a:lnTo>
                    <a:pt x="26159" y="4779"/>
                  </a:lnTo>
                  <a:cubicBezTo>
                    <a:pt x="26159" y="4779"/>
                    <a:pt x="26159" y="4779"/>
                    <a:pt x="26159" y="4779"/>
                  </a:cubicBezTo>
                  <a:cubicBezTo>
                    <a:pt x="27988" y="3888"/>
                    <a:pt x="29479" y="3057"/>
                    <a:pt x="30511" y="2328"/>
                  </a:cubicBezTo>
                  <a:cubicBezTo>
                    <a:pt x="31027" y="1970"/>
                    <a:pt x="31436" y="1650"/>
                    <a:pt x="31717" y="1369"/>
                  </a:cubicBezTo>
                  <a:cubicBezTo>
                    <a:pt x="31862" y="1224"/>
                    <a:pt x="31969" y="1083"/>
                    <a:pt x="32037" y="960"/>
                  </a:cubicBezTo>
                  <a:cubicBezTo>
                    <a:pt x="32109" y="836"/>
                    <a:pt x="32165" y="712"/>
                    <a:pt x="32165" y="585"/>
                  </a:cubicBezTo>
                  <a:cubicBezTo>
                    <a:pt x="32165" y="533"/>
                    <a:pt x="32143" y="478"/>
                    <a:pt x="32126" y="444"/>
                  </a:cubicBezTo>
                  <a:cubicBezTo>
                    <a:pt x="32092" y="354"/>
                    <a:pt x="32037" y="286"/>
                    <a:pt x="31969" y="231"/>
                  </a:cubicBezTo>
                  <a:cubicBezTo>
                    <a:pt x="31862" y="158"/>
                    <a:pt x="31700" y="90"/>
                    <a:pt x="31504" y="52"/>
                  </a:cubicBezTo>
                  <a:cubicBezTo>
                    <a:pt x="31312" y="18"/>
                    <a:pt x="31078" y="1"/>
                    <a:pt x="307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9"/>
            <p:cNvSpPr/>
            <p:nvPr/>
          </p:nvSpPr>
          <p:spPr>
            <a:xfrm>
              <a:off x="4968200" y="2687725"/>
              <a:ext cx="106575" cy="106575"/>
            </a:xfrm>
            <a:custGeom>
              <a:rect b="b" l="l" r="r" t="t"/>
              <a:pathLst>
                <a:path extrusionOk="0" h="4263" w="4263">
                  <a:moveTo>
                    <a:pt x="2132" y="0"/>
                  </a:moveTo>
                  <a:cubicBezTo>
                    <a:pt x="960" y="0"/>
                    <a:pt x="0" y="959"/>
                    <a:pt x="0" y="2131"/>
                  </a:cubicBezTo>
                  <a:cubicBezTo>
                    <a:pt x="0" y="3304"/>
                    <a:pt x="960" y="4263"/>
                    <a:pt x="2132" y="4263"/>
                  </a:cubicBezTo>
                  <a:cubicBezTo>
                    <a:pt x="3304" y="4263"/>
                    <a:pt x="4263" y="3304"/>
                    <a:pt x="4263" y="2131"/>
                  </a:cubicBezTo>
                  <a:cubicBezTo>
                    <a:pt x="4263" y="959"/>
                    <a:pt x="3304" y="0"/>
                    <a:pt x="2132" y="0"/>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9"/>
            <p:cNvSpPr/>
            <p:nvPr/>
          </p:nvSpPr>
          <p:spPr>
            <a:xfrm>
              <a:off x="4966500" y="2686025"/>
              <a:ext cx="110100" cy="110100"/>
            </a:xfrm>
            <a:custGeom>
              <a:rect b="b" l="l" r="r" t="t"/>
              <a:pathLst>
                <a:path extrusionOk="0" h="4404" w="4404">
                  <a:moveTo>
                    <a:pt x="2200" y="141"/>
                  </a:moveTo>
                  <a:cubicBezTo>
                    <a:pt x="2771" y="141"/>
                    <a:pt x="3287" y="371"/>
                    <a:pt x="3657" y="746"/>
                  </a:cubicBezTo>
                  <a:cubicBezTo>
                    <a:pt x="4032" y="1117"/>
                    <a:pt x="4263" y="1632"/>
                    <a:pt x="4263" y="2199"/>
                  </a:cubicBezTo>
                  <a:cubicBezTo>
                    <a:pt x="4263" y="2771"/>
                    <a:pt x="4032" y="3286"/>
                    <a:pt x="3657" y="3657"/>
                  </a:cubicBezTo>
                  <a:cubicBezTo>
                    <a:pt x="3287" y="4032"/>
                    <a:pt x="2771" y="4262"/>
                    <a:pt x="2200" y="4262"/>
                  </a:cubicBezTo>
                  <a:cubicBezTo>
                    <a:pt x="1633" y="4262"/>
                    <a:pt x="1117" y="4032"/>
                    <a:pt x="746" y="3657"/>
                  </a:cubicBezTo>
                  <a:cubicBezTo>
                    <a:pt x="371" y="3286"/>
                    <a:pt x="141" y="2771"/>
                    <a:pt x="141" y="2199"/>
                  </a:cubicBezTo>
                  <a:cubicBezTo>
                    <a:pt x="141" y="1632"/>
                    <a:pt x="371" y="1117"/>
                    <a:pt x="746" y="746"/>
                  </a:cubicBezTo>
                  <a:cubicBezTo>
                    <a:pt x="1117" y="371"/>
                    <a:pt x="1633" y="141"/>
                    <a:pt x="2200" y="141"/>
                  </a:cubicBezTo>
                  <a:close/>
                  <a:moveTo>
                    <a:pt x="2200" y="0"/>
                  </a:moveTo>
                  <a:cubicBezTo>
                    <a:pt x="976" y="0"/>
                    <a:pt x="0" y="993"/>
                    <a:pt x="0" y="2199"/>
                  </a:cubicBezTo>
                  <a:cubicBezTo>
                    <a:pt x="0" y="3427"/>
                    <a:pt x="976" y="4403"/>
                    <a:pt x="2200" y="4403"/>
                  </a:cubicBezTo>
                  <a:cubicBezTo>
                    <a:pt x="3410" y="4403"/>
                    <a:pt x="4403" y="3427"/>
                    <a:pt x="4403" y="2199"/>
                  </a:cubicBezTo>
                  <a:cubicBezTo>
                    <a:pt x="4403" y="993"/>
                    <a:pt x="3410" y="0"/>
                    <a:pt x="2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9"/>
            <p:cNvSpPr/>
            <p:nvPr/>
          </p:nvSpPr>
          <p:spPr>
            <a:xfrm>
              <a:off x="5425125" y="2717550"/>
              <a:ext cx="75475" cy="75475"/>
            </a:xfrm>
            <a:custGeom>
              <a:rect b="b" l="l" r="r" t="t"/>
              <a:pathLst>
                <a:path extrusionOk="0" h="3019" w="3019">
                  <a:moveTo>
                    <a:pt x="1509" y="1"/>
                  </a:moveTo>
                  <a:cubicBezTo>
                    <a:pt x="674" y="1"/>
                    <a:pt x="1" y="674"/>
                    <a:pt x="1" y="1510"/>
                  </a:cubicBezTo>
                  <a:cubicBezTo>
                    <a:pt x="1" y="2345"/>
                    <a:pt x="674" y="3018"/>
                    <a:pt x="1509" y="3018"/>
                  </a:cubicBezTo>
                  <a:cubicBezTo>
                    <a:pt x="2345" y="3018"/>
                    <a:pt x="3018" y="2345"/>
                    <a:pt x="3018" y="1510"/>
                  </a:cubicBezTo>
                  <a:cubicBezTo>
                    <a:pt x="3018" y="674"/>
                    <a:pt x="2345" y="1"/>
                    <a:pt x="15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9"/>
            <p:cNvSpPr/>
            <p:nvPr/>
          </p:nvSpPr>
          <p:spPr>
            <a:xfrm>
              <a:off x="5423325" y="2715750"/>
              <a:ext cx="79075" cy="79075"/>
            </a:xfrm>
            <a:custGeom>
              <a:rect b="b" l="l" r="r" t="t"/>
              <a:pathLst>
                <a:path extrusionOk="0" h="3163" w="3163">
                  <a:moveTo>
                    <a:pt x="1581" y="141"/>
                  </a:moveTo>
                  <a:cubicBezTo>
                    <a:pt x="1991" y="141"/>
                    <a:pt x="2344" y="303"/>
                    <a:pt x="2613" y="567"/>
                  </a:cubicBezTo>
                  <a:cubicBezTo>
                    <a:pt x="2860" y="819"/>
                    <a:pt x="3022" y="1189"/>
                    <a:pt x="3022" y="1582"/>
                  </a:cubicBezTo>
                  <a:cubicBezTo>
                    <a:pt x="3022" y="1969"/>
                    <a:pt x="2860" y="2345"/>
                    <a:pt x="2613" y="2592"/>
                  </a:cubicBezTo>
                  <a:cubicBezTo>
                    <a:pt x="2344" y="2860"/>
                    <a:pt x="1991" y="3018"/>
                    <a:pt x="1581" y="3018"/>
                  </a:cubicBezTo>
                  <a:cubicBezTo>
                    <a:pt x="1189" y="3018"/>
                    <a:pt x="836" y="2860"/>
                    <a:pt x="571" y="2592"/>
                  </a:cubicBezTo>
                  <a:cubicBezTo>
                    <a:pt x="303" y="2345"/>
                    <a:pt x="145" y="1969"/>
                    <a:pt x="145" y="1582"/>
                  </a:cubicBezTo>
                  <a:cubicBezTo>
                    <a:pt x="145" y="1189"/>
                    <a:pt x="303" y="819"/>
                    <a:pt x="571" y="567"/>
                  </a:cubicBezTo>
                  <a:cubicBezTo>
                    <a:pt x="836" y="303"/>
                    <a:pt x="1189" y="141"/>
                    <a:pt x="1581" y="141"/>
                  </a:cubicBezTo>
                  <a:close/>
                  <a:moveTo>
                    <a:pt x="1581" y="0"/>
                  </a:moveTo>
                  <a:cubicBezTo>
                    <a:pt x="712" y="0"/>
                    <a:pt x="0" y="712"/>
                    <a:pt x="0" y="1582"/>
                  </a:cubicBezTo>
                  <a:cubicBezTo>
                    <a:pt x="0" y="2451"/>
                    <a:pt x="712" y="3163"/>
                    <a:pt x="1581" y="3163"/>
                  </a:cubicBezTo>
                  <a:cubicBezTo>
                    <a:pt x="2451" y="3163"/>
                    <a:pt x="3163" y="2451"/>
                    <a:pt x="3163" y="1582"/>
                  </a:cubicBezTo>
                  <a:cubicBezTo>
                    <a:pt x="3163" y="712"/>
                    <a:pt x="2451" y="0"/>
                    <a:pt x="1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9"/>
            <p:cNvSpPr/>
            <p:nvPr/>
          </p:nvSpPr>
          <p:spPr>
            <a:xfrm>
              <a:off x="5598275" y="2689525"/>
              <a:ext cx="75475" cy="75475"/>
            </a:xfrm>
            <a:custGeom>
              <a:rect b="b" l="l" r="r" t="t"/>
              <a:pathLst>
                <a:path extrusionOk="0" h="3019" w="3019">
                  <a:moveTo>
                    <a:pt x="1510" y="1"/>
                  </a:moveTo>
                  <a:cubicBezTo>
                    <a:pt x="674" y="1"/>
                    <a:pt x="1" y="674"/>
                    <a:pt x="1" y="1510"/>
                  </a:cubicBezTo>
                  <a:cubicBezTo>
                    <a:pt x="1" y="2345"/>
                    <a:pt x="674" y="3018"/>
                    <a:pt x="1510" y="3018"/>
                  </a:cubicBezTo>
                  <a:cubicBezTo>
                    <a:pt x="2345" y="3018"/>
                    <a:pt x="3019" y="2345"/>
                    <a:pt x="3019" y="1510"/>
                  </a:cubicBezTo>
                  <a:cubicBezTo>
                    <a:pt x="3019" y="674"/>
                    <a:pt x="2345" y="1"/>
                    <a:pt x="15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9"/>
            <p:cNvSpPr/>
            <p:nvPr/>
          </p:nvSpPr>
          <p:spPr>
            <a:xfrm>
              <a:off x="5596475" y="2687725"/>
              <a:ext cx="79100" cy="79075"/>
            </a:xfrm>
            <a:custGeom>
              <a:rect b="b" l="l" r="r" t="t"/>
              <a:pathLst>
                <a:path extrusionOk="0" h="3163" w="3164">
                  <a:moveTo>
                    <a:pt x="1582" y="145"/>
                  </a:moveTo>
                  <a:cubicBezTo>
                    <a:pt x="1974" y="145"/>
                    <a:pt x="2328" y="303"/>
                    <a:pt x="2596" y="571"/>
                  </a:cubicBezTo>
                  <a:cubicBezTo>
                    <a:pt x="2861" y="819"/>
                    <a:pt x="3022" y="1194"/>
                    <a:pt x="3022" y="1582"/>
                  </a:cubicBezTo>
                  <a:cubicBezTo>
                    <a:pt x="3022" y="1974"/>
                    <a:pt x="2861" y="2327"/>
                    <a:pt x="2596" y="2596"/>
                  </a:cubicBezTo>
                  <a:cubicBezTo>
                    <a:pt x="2328" y="2860"/>
                    <a:pt x="1974" y="3022"/>
                    <a:pt x="1582" y="3022"/>
                  </a:cubicBezTo>
                  <a:cubicBezTo>
                    <a:pt x="1173" y="3022"/>
                    <a:pt x="819" y="2860"/>
                    <a:pt x="572" y="2596"/>
                  </a:cubicBezTo>
                  <a:cubicBezTo>
                    <a:pt x="303" y="2327"/>
                    <a:pt x="145" y="1974"/>
                    <a:pt x="145" y="1582"/>
                  </a:cubicBezTo>
                  <a:cubicBezTo>
                    <a:pt x="145" y="1194"/>
                    <a:pt x="303" y="819"/>
                    <a:pt x="572" y="571"/>
                  </a:cubicBezTo>
                  <a:cubicBezTo>
                    <a:pt x="819" y="303"/>
                    <a:pt x="1173" y="145"/>
                    <a:pt x="1582" y="145"/>
                  </a:cubicBezTo>
                  <a:close/>
                  <a:moveTo>
                    <a:pt x="1582" y="0"/>
                  </a:moveTo>
                  <a:cubicBezTo>
                    <a:pt x="712" y="0"/>
                    <a:pt x="0" y="712"/>
                    <a:pt x="0" y="1582"/>
                  </a:cubicBezTo>
                  <a:cubicBezTo>
                    <a:pt x="0" y="2451"/>
                    <a:pt x="712" y="3163"/>
                    <a:pt x="1582" y="3163"/>
                  </a:cubicBezTo>
                  <a:cubicBezTo>
                    <a:pt x="2451" y="3163"/>
                    <a:pt x="3163" y="2451"/>
                    <a:pt x="3163" y="1582"/>
                  </a:cubicBezTo>
                  <a:cubicBezTo>
                    <a:pt x="3163" y="712"/>
                    <a:pt x="2451" y="0"/>
                    <a:pt x="1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9"/>
            <p:cNvSpPr/>
            <p:nvPr/>
          </p:nvSpPr>
          <p:spPr>
            <a:xfrm>
              <a:off x="5206250" y="2735675"/>
              <a:ext cx="51075" cy="51175"/>
            </a:xfrm>
            <a:custGeom>
              <a:rect b="b" l="l" r="r" t="t"/>
              <a:pathLst>
                <a:path extrusionOk="0" h="2047" w="2043">
                  <a:moveTo>
                    <a:pt x="1011" y="0"/>
                  </a:moveTo>
                  <a:cubicBezTo>
                    <a:pt x="461" y="0"/>
                    <a:pt x="1" y="465"/>
                    <a:pt x="1" y="1015"/>
                  </a:cubicBezTo>
                  <a:cubicBezTo>
                    <a:pt x="1" y="1582"/>
                    <a:pt x="461" y="2046"/>
                    <a:pt x="1011" y="2046"/>
                  </a:cubicBezTo>
                  <a:cubicBezTo>
                    <a:pt x="1582" y="2046"/>
                    <a:pt x="2042" y="1582"/>
                    <a:pt x="2042" y="1015"/>
                  </a:cubicBezTo>
                  <a:cubicBezTo>
                    <a:pt x="2042" y="465"/>
                    <a:pt x="1582" y="0"/>
                    <a:pt x="10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9"/>
            <p:cNvSpPr/>
            <p:nvPr/>
          </p:nvSpPr>
          <p:spPr>
            <a:xfrm>
              <a:off x="5204450" y="2733975"/>
              <a:ext cx="54675" cy="54575"/>
            </a:xfrm>
            <a:custGeom>
              <a:rect b="b" l="l" r="r" t="t"/>
              <a:pathLst>
                <a:path extrusionOk="0" h="2183" w="2187">
                  <a:moveTo>
                    <a:pt x="1083" y="141"/>
                  </a:moveTo>
                  <a:cubicBezTo>
                    <a:pt x="1351" y="141"/>
                    <a:pt x="1599" y="247"/>
                    <a:pt x="1761" y="409"/>
                  </a:cubicBezTo>
                  <a:cubicBezTo>
                    <a:pt x="1935" y="584"/>
                    <a:pt x="2042" y="814"/>
                    <a:pt x="2042" y="1083"/>
                  </a:cubicBezTo>
                  <a:cubicBezTo>
                    <a:pt x="2042" y="1347"/>
                    <a:pt x="1935" y="1581"/>
                    <a:pt x="1761" y="1756"/>
                  </a:cubicBezTo>
                  <a:cubicBezTo>
                    <a:pt x="1599" y="1935"/>
                    <a:pt x="1351" y="2042"/>
                    <a:pt x="1083" y="2042"/>
                  </a:cubicBezTo>
                  <a:cubicBezTo>
                    <a:pt x="836" y="2042"/>
                    <a:pt x="588" y="1935"/>
                    <a:pt x="426" y="1756"/>
                  </a:cubicBezTo>
                  <a:cubicBezTo>
                    <a:pt x="247" y="1581"/>
                    <a:pt x="141" y="1347"/>
                    <a:pt x="141" y="1083"/>
                  </a:cubicBezTo>
                  <a:cubicBezTo>
                    <a:pt x="141" y="814"/>
                    <a:pt x="247" y="584"/>
                    <a:pt x="426" y="409"/>
                  </a:cubicBezTo>
                  <a:cubicBezTo>
                    <a:pt x="588" y="247"/>
                    <a:pt x="836" y="141"/>
                    <a:pt x="1083" y="141"/>
                  </a:cubicBezTo>
                  <a:close/>
                  <a:moveTo>
                    <a:pt x="1083" y="0"/>
                  </a:moveTo>
                  <a:cubicBezTo>
                    <a:pt x="482" y="0"/>
                    <a:pt x="0" y="477"/>
                    <a:pt x="0" y="1083"/>
                  </a:cubicBezTo>
                  <a:cubicBezTo>
                    <a:pt x="0" y="1688"/>
                    <a:pt x="482" y="2182"/>
                    <a:pt x="1083" y="2182"/>
                  </a:cubicBezTo>
                  <a:cubicBezTo>
                    <a:pt x="1688" y="2182"/>
                    <a:pt x="2187" y="1688"/>
                    <a:pt x="2187" y="1083"/>
                  </a:cubicBezTo>
                  <a:cubicBezTo>
                    <a:pt x="2187" y="477"/>
                    <a:pt x="168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9"/>
            <p:cNvSpPr/>
            <p:nvPr/>
          </p:nvSpPr>
          <p:spPr>
            <a:xfrm>
              <a:off x="5449100" y="2553675"/>
              <a:ext cx="31575" cy="31550"/>
            </a:xfrm>
            <a:custGeom>
              <a:rect b="b" l="l" r="r" t="t"/>
              <a:pathLst>
                <a:path extrusionOk="0" h="1262" w="1263">
                  <a:moveTo>
                    <a:pt x="623" y="0"/>
                  </a:moveTo>
                  <a:cubicBezTo>
                    <a:pt x="286" y="0"/>
                    <a:pt x="1" y="286"/>
                    <a:pt x="1" y="639"/>
                  </a:cubicBezTo>
                  <a:cubicBezTo>
                    <a:pt x="1" y="976"/>
                    <a:pt x="286" y="1262"/>
                    <a:pt x="623" y="1262"/>
                  </a:cubicBezTo>
                  <a:cubicBezTo>
                    <a:pt x="977" y="1262"/>
                    <a:pt x="1262" y="976"/>
                    <a:pt x="1262" y="639"/>
                  </a:cubicBezTo>
                  <a:cubicBezTo>
                    <a:pt x="1262" y="286"/>
                    <a:pt x="977" y="0"/>
                    <a:pt x="6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9"/>
            <p:cNvSpPr/>
            <p:nvPr/>
          </p:nvSpPr>
          <p:spPr>
            <a:xfrm>
              <a:off x="5447300" y="2551850"/>
              <a:ext cx="35075" cy="35200"/>
            </a:xfrm>
            <a:custGeom>
              <a:rect b="b" l="l" r="r" t="t"/>
              <a:pathLst>
                <a:path extrusionOk="0" h="1408" w="1403">
                  <a:moveTo>
                    <a:pt x="695" y="146"/>
                  </a:moveTo>
                  <a:cubicBezTo>
                    <a:pt x="853" y="146"/>
                    <a:pt x="998" y="214"/>
                    <a:pt x="1083" y="320"/>
                  </a:cubicBezTo>
                  <a:cubicBezTo>
                    <a:pt x="1189" y="410"/>
                    <a:pt x="1262" y="555"/>
                    <a:pt x="1262" y="712"/>
                  </a:cubicBezTo>
                  <a:cubicBezTo>
                    <a:pt x="1262" y="874"/>
                    <a:pt x="1189" y="998"/>
                    <a:pt x="1083" y="1105"/>
                  </a:cubicBezTo>
                  <a:cubicBezTo>
                    <a:pt x="998" y="1211"/>
                    <a:pt x="853" y="1262"/>
                    <a:pt x="695" y="1262"/>
                  </a:cubicBezTo>
                  <a:cubicBezTo>
                    <a:pt x="533" y="1262"/>
                    <a:pt x="409" y="1211"/>
                    <a:pt x="303" y="1105"/>
                  </a:cubicBezTo>
                  <a:cubicBezTo>
                    <a:pt x="196" y="998"/>
                    <a:pt x="145" y="874"/>
                    <a:pt x="145" y="712"/>
                  </a:cubicBezTo>
                  <a:cubicBezTo>
                    <a:pt x="145" y="555"/>
                    <a:pt x="196" y="410"/>
                    <a:pt x="303" y="320"/>
                  </a:cubicBezTo>
                  <a:cubicBezTo>
                    <a:pt x="409" y="214"/>
                    <a:pt x="533" y="146"/>
                    <a:pt x="695" y="146"/>
                  </a:cubicBezTo>
                  <a:close/>
                  <a:moveTo>
                    <a:pt x="695" y="1"/>
                  </a:moveTo>
                  <a:cubicBezTo>
                    <a:pt x="303" y="1"/>
                    <a:pt x="0" y="320"/>
                    <a:pt x="0" y="712"/>
                  </a:cubicBezTo>
                  <a:cubicBezTo>
                    <a:pt x="0" y="1105"/>
                    <a:pt x="303" y="1407"/>
                    <a:pt x="695" y="1407"/>
                  </a:cubicBezTo>
                  <a:cubicBezTo>
                    <a:pt x="1083" y="1407"/>
                    <a:pt x="1402" y="1105"/>
                    <a:pt x="1402" y="712"/>
                  </a:cubicBezTo>
                  <a:cubicBezTo>
                    <a:pt x="1402" y="320"/>
                    <a:pt x="1083" y="1"/>
                    <a:pt x="695" y="1"/>
                  </a:cubicBezTo>
                  <a:close/>
                </a:path>
              </a:pathLst>
            </a:custGeom>
            <a:solidFill>
              <a:srgbClr val="2122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sp>
        <p:nvSpPr>
          <p:cNvPr id="1946" name="Google Shape;1946;p60"/>
          <p:cNvSpPr txBox="1"/>
          <p:nvPr>
            <p:ph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AN INFOGRAPHIC</a:t>
            </a:r>
            <a:endParaRPr/>
          </a:p>
        </p:txBody>
      </p:sp>
      <p:sp>
        <p:nvSpPr>
          <p:cNvPr id="1947" name="Google Shape;1947;p60"/>
          <p:cNvSpPr/>
          <p:nvPr/>
        </p:nvSpPr>
        <p:spPr>
          <a:xfrm>
            <a:off x="5319224" y="2533650"/>
            <a:ext cx="943800" cy="943800"/>
          </a:xfrm>
          <a:prstGeom prst="donut">
            <a:avLst>
              <a:gd fmla="val 8934"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0"/>
          <p:cNvSpPr/>
          <p:nvPr/>
        </p:nvSpPr>
        <p:spPr>
          <a:xfrm>
            <a:off x="5319224" y="2533685"/>
            <a:ext cx="943800" cy="943800"/>
          </a:xfrm>
          <a:prstGeom prst="blockArc">
            <a:avLst>
              <a:gd fmla="val 14992240" name="adj1"/>
              <a:gd fmla="val 555982" name="adj2"/>
              <a:gd fmla="val 14935" name="adj3"/>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0"/>
          <p:cNvSpPr/>
          <p:nvPr/>
        </p:nvSpPr>
        <p:spPr>
          <a:xfrm>
            <a:off x="6893540" y="2533661"/>
            <a:ext cx="943800" cy="943800"/>
          </a:xfrm>
          <a:prstGeom prst="donut">
            <a:avLst>
              <a:gd fmla="val 8934"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0"/>
          <p:cNvSpPr/>
          <p:nvPr/>
        </p:nvSpPr>
        <p:spPr>
          <a:xfrm>
            <a:off x="6893540" y="2533697"/>
            <a:ext cx="943800" cy="943800"/>
          </a:xfrm>
          <a:prstGeom prst="blockArc">
            <a:avLst>
              <a:gd fmla="val 6172564" name="adj1"/>
              <a:gd fmla="val 346752" name="adj2"/>
              <a:gd fmla="val 16562" name="adj3"/>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0"/>
          <p:cNvSpPr txBox="1"/>
          <p:nvPr/>
        </p:nvSpPr>
        <p:spPr>
          <a:xfrm>
            <a:off x="5214246" y="3599320"/>
            <a:ext cx="1153800" cy="393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Audiowide"/>
                <a:ea typeface="Audiowide"/>
                <a:cs typeface="Audiowide"/>
                <a:sym typeface="Audiowide"/>
              </a:rPr>
              <a:t>VENUS</a:t>
            </a:r>
            <a:endParaRPr sz="1800">
              <a:solidFill>
                <a:schemeClr val="dk1"/>
              </a:solidFill>
              <a:latin typeface="Audiowide"/>
              <a:ea typeface="Audiowide"/>
              <a:cs typeface="Audiowide"/>
              <a:sym typeface="Audiowide"/>
            </a:endParaRPr>
          </a:p>
        </p:txBody>
      </p:sp>
      <p:sp>
        <p:nvSpPr>
          <p:cNvPr id="1952" name="Google Shape;1952;p60"/>
          <p:cNvSpPr txBox="1"/>
          <p:nvPr/>
        </p:nvSpPr>
        <p:spPr>
          <a:xfrm>
            <a:off x="6790006" y="3599320"/>
            <a:ext cx="1153800" cy="393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Audiowide"/>
                <a:ea typeface="Audiowide"/>
                <a:cs typeface="Audiowide"/>
                <a:sym typeface="Audiowide"/>
              </a:rPr>
              <a:t>MARS</a:t>
            </a:r>
            <a:endParaRPr sz="1800">
              <a:solidFill>
                <a:schemeClr val="dk1"/>
              </a:solidFill>
              <a:latin typeface="Audiowide"/>
              <a:ea typeface="Audiowide"/>
              <a:cs typeface="Audiowide"/>
              <a:sym typeface="Audiowide"/>
            </a:endParaRPr>
          </a:p>
        </p:txBody>
      </p:sp>
      <p:sp>
        <p:nvSpPr>
          <p:cNvPr id="1953" name="Google Shape;1953;p60"/>
          <p:cNvSpPr txBox="1"/>
          <p:nvPr/>
        </p:nvSpPr>
        <p:spPr>
          <a:xfrm>
            <a:off x="5052325" y="3924300"/>
            <a:ext cx="1477800" cy="552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Didact Gothic"/>
                <a:ea typeface="Didact Gothic"/>
                <a:cs typeface="Didact Gothic"/>
                <a:sym typeface="Didact Gothic"/>
              </a:rPr>
              <a:t>Venus has a beautiful name</a:t>
            </a:r>
            <a:endParaRPr>
              <a:solidFill>
                <a:schemeClr val="lt1"/>
              </a:solidFill>
              <a:latin typeface="Didact Gothic"/>
              <a:ea typeface="Didact Gothic"/>
              <a:cs typeface="Didact Gothic"/>
              <a:sym typeface="Didact Gothic"/>
            </a:endParaRPr>
          </a:p>
        </p:txBody>
      </p:sp>
      <p:sp>
        <p:nvSpPr>
          <p:cNvPr id="1954" name="Google Shape;1954;p60"/>
          <p:cNvSpPr txBox="1"/>
          <p:nvPr/>
        </p:nvSpPr>
        <p:spPr>
          <a:xfrm>
            <a:off x="6628100" y="3924300"/>
            <a:ext cx="1477800" cy="552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Didact Gothic"/>
                <a:ea typeface="Didact Gothic"/>
                <a:cs typeface="Didact Gothic"/>
                <a:sym typeface="Didact Gothic"/>
              </a:rPr>
              <a:t>Mars is actually very cold</a:t>
            </a:r>
            <a:endParaRPr>
              <a:solidFill>
                <a:schemeClr val="lt1"/>
              </a:solidFill>
              <a:latin typeface="Didact Gothic"/>
              <a:ea typeface="Didact Gothic"/>
              <a:cs typeface="Didact Gothic"/>
              <a:sym typeface="Didact Gothic"/>
            </a:endParaRPr>
          </a:p>
        </p:txBody>
      </p:sp>
      <p:grpSp>
        <p:nvGrpSpPr>
          <p:cNvPr id="1955" name="Google Shape;1955;p60"/>
          <p:cNvGrpSpPr/>
          <p:nvPr/>
        </p:nvGrpSpPr>
        <p:grpSpPr>
          <a:xfrm>
            <a:off x="1202799" y="1457332"/>
            <a:ext cx="3386889" cy="2059200"/>
            <a:chOff x="1202799" y="1457332"/>
            <a:chExt cx="3386889" cy="2059200"/>
          </a:xfrm>
        </p:grpSpPr>
        <p:cxnSp>
          <p:nvCxnSpPr>
            <p:cNvPr id="1956" name="Google Shape;1956;p60"/>
            <p:cNvCxnSpPr/>
            <p:nvPr/>
          </p:nvCxnSpPr>
          <p:spPr>
            <a:xfrm>
              <a:off x="1206588" y="3509444"/>
              <a:ext cx="3383100" cy="0"/>
            </a:xfrm>
            <a:prstGeom prst="straightConnector1">
              <a:avLst/>
            </a:prstGeom>
            <a:noFill/>
            <a:ln cap="flat" cmpd="sng" w="19050">
              <a:solidFill>
                <a:schemeClr val="lt1"/>
              </a:solidFill>
              <a:prstDash val="solid"/>
              <a:round/>
              <a:headEnd len="med" w="med" type="none"/>
              <a:tailEnd len="med" w="med" type="none"/>
            </a:ln>
          </p:spPr>
        </p:cxnSp>
        <p:cxnSp>
          <p:nvCxnSpPr>
            <p:cNvPr id="1957" name="Google Shape;1957;p60"/>
            <p:cNvCxnSpPr/>
            <p:nvPr/>
          </p:nvCxnSpPr>
          <p:spPr>
            <a:xfrm rot="10800000">
              <a:off x="1202799" y="1457332"/>
              <a:ext cx="0" cy="2059200"/>
            </a:xfrm>
            <a:prstGeom prst="straightConnector1">
              <a:avLst/>
            </a:prstGeom>
            <a:noFill/>
            <a:ln cap="flat" cmpd="sng" w="19050">
              <a:solidFill>
                <a:schemeClr val="lt1"/>
              </a:solidFill>
              <a:prstDash val="solid"/>
              <a:round/>
              <a:headEnd len="med" w="med" type="none"/>
              <a:tailEnd len="med" w="med" type="none"/>
            </a:ln>
          </p:spPr>
        </p:cxnSp>
      </p:grpSp>
      <p:sp>
        <p:nvSpPr>
          <p:cNvPr id="1958" name="Google Shape;1958;p60"/>
          <p:cNvSpPr txBox="1"/>
          <p:nvPr/>
        </p:nvSpPr>
        <p:spPr>
          <a:xfrm>
            <a:off x="5425200" y="2743900"/>
            <a:ext cx="731700" cy="523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700">
                <a:solidFill>
                  <a:schemeClr val="dk1"/>
                </a:solidFill>
                <a:latin typeface="Audiowide"/>
                <a:ea typeface="Audiowide"/>
                <a:cs typeface="Audiowide"/>
                <a:sym typeface="Audiowide"/>
              </a:rPr>
              <a:t>30%</a:t>
            </a:r>
            <a:endParaRPr sz="1700">
              <a:solidFill>
                <a:schemeClr val="dk1"/>
              </a:solidFill>
              <a:latin typeface="Audiowide"/>
              <a:ea typeface="Audiowide"/>
              <a:cs typeface="Audiowide"/>
              <a:sym typeface="Audiowide"/>
            </a:endParaRPr>
          </a:p>
        </p:txBody>
      </p:sp>
      <p:sp>
        <p:nvSpPr>
          <p:cNvPr id="1959" name="Google Shape;1959;p60"/>
          <p:cNvSpPr txBox="1"/>
          <p:nvPr/>
        </p:nvSpPr>
        <p:spPr>
          <a:xfrm>
            <a:off x="6999525" y="2744000"/>
            <a:ext cx="731700" cy="52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700">
                <a:solidFill>
                  <a:schemeClr val="dk1"/>
                </a:solidFill>
                <a:latin typeface="Audiowide"/>
                <a:ea typeface="Audiowide"/>
                <a:cs typeface="Audiowide"/>
                <a:sym typeface="Audiowide"/>
              </a:rPr>
              <a:t>70%</a:t>
            </a:r>
            <a:endParaRPr sz="1700">
              <a:solidFill>
                <a:schemeClr val="dk1"/>
              </a:solidFill>
              <a:latin typeface="Audiowide"/>
              <a:ea typeface="Audiowide"/>
              <a:cs typeface="Audiowide"/>
              <a:sym typeface="Audiowide"/>
            </a:endParaRPr>
          </a:p>
        </p:txBody>
      </p:sp>
      <p:sp>
        <p:nvSpPr>
          <p:cNvPr id="1960" name="Google Shape;1960;p60"/>
          <p:cNvSpPr/>
          <p:nvPr/>
        </p:nvSpPr>
        <p:spPr>
          <a:xfrm>
            <a:off x="1188750" y="3999375"/>
            <a:ext cx="3418800" cy="4644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000">
                <a:solidFill>
                  <a:schemeClr val="lt1"/>
                </a:solidFill>
                <a:latin typeface="Didact Gothic"/>
                <a:ea typeface="Didact Gothic"/>
                <a:cs typeface="Didact Gothic"/>
                <a:sym typeface="Didact Gothic"/>
              </a:rPr>
              <a:t>* To modify this graph, click on it, follow the link, change the data and paste the new graph here, replacing this one</a:t>
            </a:r>
            <a:endParaRPr sz="1000">
              <a:solidFill>
                <a:schemeClr val="lt1"/>
              </a:solidFill>
              <a:latin typeface="Didact Gothic"/>
              <a:ea typeface="Didact Gothic"/>
              <a:cs typeface="Didact Gothic"/>
              <a:sym typeface="Didact Gothic"/>
            </a:endParaRPr>
          </a:p>
        </p:txBody>
      </p:sp>
      <p:grpSp>
        <p:nvGrpSpPr>
          <p:cNvPr id="1961" name="Google Shape;1961;p60"/>
          <p:cNvGrpSpPr/>
          <p:nvPr/>
        </p:nvGrpSpPr>
        <p:grpSpPr>
          <a:xfrm>
            <a:off x="5815960" y="1568679"/>
            <a:ext cx="1744524" cy="119733"/>
            <a:chOff x="5815960" y="1568679"/>
            <a:chExt cx="1744524" cy="119733"/>
          </a:xfrm>
        </p:grpSpPr>
        <p:sp>
          <p:nvSpPr>
            <p:cNvPr id="1962" name="Google Shape;1962;p60"/>
            <p:cNvSpPr/>
            <p:nvPr/>
          </p:nvSpPr>
          <p:spPr>
            <a:xfrm rot="-5400000">
              <a:off x="6177039" y="1568711"/>
              <a:ext cx="119700" cy="119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0"/>
            <p:cNvSpPr/>
            <p:nvPr/>
          </p:nvSpPr>
          <p:spPr>
            <a:xfrm rot="-5400000">
              <a:off x="6357578" y="1568711"/>
              <a:ext cx="119700" cy="119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0"/>
            <p:cNvSpPr/>
            <p:nvPr/>
          </p:nvSpPr>
          <p:spPr>
            <a:xfrm rot="-5400000">
              <a:off x="6538117" y="1568711"/>
              <a:ext cx="119700" cy="119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0"/>
            <p:cNvSpPr/>
            <p:nvPr/>
          </p:nvSpPr>
          <p:spPr>
            <a:xfrm rot="-5400000">
              <a:off x="6718656" y="1568711"/>
              <a:ext cx="119700" cy="119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0"/>
            <p:cNvSpPr/>
            <p:nvPr/>
          </p:nvSpPr>
          <p:spPr>
            <a:xfrm rot="-5400000">
              <a:off x="6899196" y="1568679"/>
              <a:ext cx="119700" cy="119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0"/>
            <p:cNvSpPr/>
            <p:nvPr/>
          </p:nvSpPr>
          <p:spPr>
            <a:xfrm rot="-5400000">
              <a:off x="7079735" y="1568679"/>
              <a:ext cx="119700" cy="119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0"/>
            <p:cNvSpPr/>
            <p:nvPr/>
          </p:nvSpPr>
          <p:spPr>
            <a:xfrm rot="-5400000">
              <a:off x="5996499" y="1568711"/>
              <a:ext cx="119700" cy="119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0"/>
            <p:cNvSpPr/>
            <p:nvPr/>
          </p:nvSpPr>
          <p:spPr>
            <a:xfrm rot="-5400000">
              <a:off x="5815960" y="1568711"/>
              <a:ext cx="119700" cy="119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0"/>
            <p:cNvSpPr/>
            <p:nvPr/>
          </p:nvSpPr>
          <p:spPr>
            <a:xfrm rot="-5400000">
              <a:off x="7260285" y="1568691"/>
              <a:ext cx="119700" cy="119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0"/>
            <p:cNvSpPr/>
            <p:nvPr/>
          </p:nvSpPr>
          <p:spPr>
            <a:xfrm rot="-5400000">
              <a:off x="7440785" y="1568691"/>
              <a:ext cx="119700" cy="119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 name="Google Shape;1972;p60"/>
          <p:cNvGrpSpPr/>
          <p:nvPr/>
        </p:nvGrpSpPr>
        <p:grpSpPr>
          <a:xfrm>
            <a:off x="5815960" y="1978254"/>
            <a:ext cx="1744524" cy="119733"/>
            <a:chOff x="5815960" y="1978254"/>
            <a:chExt cx="1744524" cy="119733"/>
          </a:xfrm>
        </p:grpSpPr>
        <p:sp>
          <p:nvSpPr>
            <p:cNvPr id="1973" name="Google Shape;1973;p60"/>
            <p:cNvSpPr/>
            <p:nvPr/>
          </p:nvSpPr>
          <p:spPr>
            <a:xfrm rot="-5400000">
              <a:off x="6177039" y="1978286"/>
              <a:ext cx="119700" cy="119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0"/>
            <p:cNvSpPr/>
            <p:nvPr/>
          </p:nvSpPr>
          <p:spPr>
            <a:xfrm rot="-5400000">
              <a:off x="6357578" y="1978286"/>
              <a:ext cx="119700" cy="119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0"/>
            <p:cNvSpPr/>
            <p:nvPr/>
          </p:nvSpPr>
          <p:spPr>
            <a:xfrm rot="-5400000">
              <a:off x="6538117" y="1978286"/>
              <a:ext cx="119700" cy="119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0"/>
            <p:cNvSpPr/>
            <p:nvPr/>
          </p:nvSpPr>
          <p:spPr>
            <a:xfrm rot="-5400000">
              <a:off x="6718656" y="1978286"/>
              <a:ext cx="119700" cy="119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0"/>
            <p:cNvSpPr/>
            <p:nvPr/>
          </p:nvSpPr>
          <p:spPr>
            <a:xfrm rot="-5400000">
              <a:off x="6899196" y="1978254"/>
              <a:ext cx="119700" cy="119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0"/>
            <p:cNvSpPr/>
            <p:nvPr/>
          </p:nvSpPr>
          <p:spPr>
            <a:xfrm rot="-5400000">
              <a:off x="7079735" y="1978254"/>
              <a:ext cx="119700" cy="119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0"/>
            <p:cNvSpPr/>
            <p:nvPr/>
          </p:nvSpPr>
          <p:spPr>
            <a:xfrm rot="-5400000">
              <a:off x="5996499" y="1978286"/>
              <a:ext cx="119700" cy="119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0"/>
            <p:cNvSpPr/>
            <p:nvPr/>
          </p:nvSpPr>
          <p:spPr>
            <a:xfrm rot="-5400000">
              <a:off x="5815960" y="1978286"/>
              <a:ext cx="119700" cy="119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0"/>
            <p:cNvSpPr/>
            <p:nvPr/>
          </p:nvSpPr>
          <p:spPr>
            <a:xfrm rot="-5400000">
              <a:off x="7260285" y="1978266"/>
              <a:ext cx="119700" cy="119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0"/>
            <p:cNvSpPr/>
            <p:nvPr/>
          </p:nvSpPr>
          <p:spPr>
            <a:xfrm rot="-5400000">
              <a:off x="7440785" y="1978266"/>
              <a:ext cx="119700" cy="119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3" name="Google Shape;1983;p60"/>
          <p:cNvSpPr txBox="1"/>
          <p:nvPr/>
        </p:nvSpPr>
        <p:spPr>
          <a:xfrm>
            <a:off x="7570950" y="1481000"/>
            <a:ext cx="824700" cy="294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Audiowide"/>
                <a:ea typeface="Audiowide"/>
                <a:cs typeface="Audiowide"/>
                <a:sym typeface="Audiowide"/>
              </a:rPr>
              <a:t>40%</a:t>
            </a:r>
            <a:endParaRPr sz="1800">
              <a:solidFill>
                <a:schemeClr val="dk1"/>
              </a:solidFill>
              <a:latin typeface="Audiowide"/>
              <a:ea typeface="Audiowide"/>
              <a:cs typeface="Audiowide"/>
              <a:sym typeface="Audiowide"/>
            </a:endParaRPr>
          </a:p>
        </p:txBody>
      </p:sp>
      <p:sp>
        <p:nvSpPr>
          <p:cNvPr id="1984" name="Google Shape;1984;p60"/>
          <p:cNvSpPr txBox="1"/>
          <p:nvPr/>
        </p:nvSpPr>
        <p:spPr>
          <a:xfrm>
            <a:off x="7570950" y="1890675"/>
            <a:ext cx="824700" cy="294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Audiowide"/>
                <a:ea typeface="Audiowide"/>
                <a:cs typeface="Audiowide"/>
                <a:sym typeface="Audiowide"/>
              </a:rPr>
              <a:t>6</a:t>
            </a:r>
            <a:r>
              <a:rPr lang="en" sz="1800">
                <a:solidFill>
                  <a:schemeClr val="dk1"/>
                </a:solidFill>
                <a:latin typeface="Audiowide"/>
                <a:ea typeface="Audiowide"/>
                <a:cs typeface="Audiowide"/>
                <a:sym typeface="Audiowide"/>
              </a:rPr>
              <a:t>0%</a:t>
            </a:r>
            <a:endParaRPr sz="1800">
              <a:solidFill>
                <a:schemeClr val="dk1"/>
              </a:solidFill>
              <a:latin typeface="Audiowide"/>
              <a:ea typeface="Audiowide"/>
              <a:cs typeface="Audiowide"/>
              <a:sym typeface="Audiowide"/>
            </a:endParaRPr>
          </a:p>
        </p:txBody>
      </p:sp>
      <p:sp>
        <p:nvSpPr>
          <p:cNvPr id="1985" name="Google Shape;1985;p60"/>
          <p:cNvSpPr txBox="1"/>
          <p:nvPr/>
        </p:nvSpPr>
        <p:spPr>
          <a:xfrm>
            <a:off x="4789750" y="1397600"/>
            <a:ext cx="1026300" cy="4617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Audiowide"/>
                <a:ea typeface="Audiowide"/>
                <a:cs typeface="Audiowide"/>
                <a:sym typeface="Audiowide"/>
              </a:rPr>
              <a:t>LIGHT</a:t>
            </a:r>
            <a:endParaRPr sz="1800">
              <a:solidFill>
                <a:schemeClr val="dk1"/>
              </a:solidFill>
              <a:latin typeface="Audiowide"/>
              <a:ea typeface="Audiowide"/>
              <a:cs typeface="Audiowide"/>
              <a:sym typeface="Audiowide"/>
            </a:endParaRPr>
          </a:p>
        </p:txBody>
      </p:sp>
      <p:sp>
        <p:nvSpPr>
          <p:cNvPr id="1986" name="Google Shape;1986;p60"/>
          <p:cNvSpPr txBox="1"/>
          <p:nvPr/>
        </p:nvSpPr>
        <p:spPr>
          <a:xfrm>
            <a:off x="4789750" y="1807275"/>
            <a:ext cx="1026300" cy="4617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Audiowide"/>
                <a:ea typeface="Audiowide"/>
                <a:cs typeface="Audiowide"/>
                <a:sym typeface="Audiowide"/>
              </a:rPr>
              <a:t>DARK</a:t>
            </a:r>
            <a:endParaRPr sz="1800">
              <a:solidFill>
                <a:schemeClr val="dk1"/>
              </a:solidFill>
              <a:latin typeface="Audiowide"/>
              <a:ea typeface="Audiowide"/>
              <a:cs typeface="Audiowide"/>
              <a:sym typeface="Audiowide"/>
            </a:endParaRPr>
          </a:p>
        </p:txBody>
      </p:sp>
      <p:grpSp>
        <p:nvGrpSpPr>
          <p:cNvPr id="1987" name="Google Shape;1987;p60"/>
          <p:cNvGrpSpPr/>
          <p:nvPr/>
        </p:nvGrpSpPr>
        <p:grpSpPr>
          <a:xfrm>
            <a:off x="1807649" y="743425"/>
            <a:ext cx="5587451" cy="70200"/>
            <a:chOff x="1807649" y="743425"/>
            <a:chExt cx="5587451" cy="70200"/>
          </a:xfrm>
        </p:grpSpPr>
        <p:sp>
          <p:nvSpPr>
            <p:cNvPr id="1988" name="Google Shape;1988;p60"/>
            <p:cNvSpPr/>
            <p:nvPr/>
          </p:nvSpPr>
          <p:spPr>
            <a:xfrm>
              <a:off x="1807649" y="754850"/>
              <a:ext cx="433500" cy="537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0"/>
            <p:cNvSpPr/>
            <p:nvPr/>
          </p:nvSpPr>
          <p:spPr>
            <a:xfrm rot="10800000">
              <a:off x="6813100" y="743425"/>
              <a:ext cx="582000" cy="70200"/>
            </a:xfrm>
            <a:prstGeom prst="round1Rect">
              <a:avLst>
                <a:gd fmla="val 50000" name="adj"/>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990" name="Google Shape;1990;p60" title="Gráfico">
            <a:hlinkClick r:id="rId3"/>
          </p:cNvPr>
          <p:cNvPicPr preferRelativeResize="0"/>
          <p:nvPr/>
        </p:nvPicPr>
        <p:blipFill>
          <a:blip r:embed="rId4">
            <a:alphaModFix/>
          </a:blip>
          <a:stretch>
            <a:fillRect/>
          </a:stretch>
        </p:blipFill>
        <p:spPr>
          <a:xfrm>
            <a:off x="462700" y="1308718"/>
            <a:ext cx="3960450" cy="2548935"/>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4" name="Shape 1994"/>
        <p:cNvGrpSpPr/>
        <p:nvPr/>
      </p:nvGrpSpPr>
      <p:grpSpPr>
        <a:xfrm>
          <a:off x="0" y="0"/>
          <a:ext cx="0" cy="0"/>
          <a:chOff x="0" y="0"/>
          <a:chExt cx="0" cy="0"/>
        </a:xfrm>
      </p:grpSpPr>
      <p:sp>
        <p:nvSpPr>
          <p:cNvPr id="1995" name="Google Shape;1995;p61"/>
          <p:cNvSpPr txBox="1"/>
          <p:nvPr>
            <p:ph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THIS IS AN INFOGRAPHIC</a:t>
            </a:r>
            <a:endParaRPr/>
          </a:p>
        </p:txBody>
      </p:sp>
      <p:grpSp>
        <p:nvGrpSpPr>
          <p:cNvPr id="1996" name="Google Shape;1996;p61"/>
          <p:cNvGrpSpPr/>
          <p:nvPr/>
        </p:nvGrpSpPr>
        <p:grpSpPr>
          <a:xfrm rot="-1093562">
            <a:off x="6067522" y="1569604"/>
            <a:ext cx="1435581" cy="1052964"/>
            <a:chOff x="5514644" y="271073"/>
            <a:chExt cx="1217137" cy="892883"/>
          </a:xfrm>
        </p:grpSpPr>
        <p:sp>
          <p:nvSpPr>
            <p:cNvPr id="1997" name="Google Shape;1997;p61"/>
            <p:cNvSpPr/>
            <p:nvPr/>
          </p:nvSpPr>
          <p:spPr>
            <a:xfrm rot="1073721">
              <a:off x="6364986" y="943912"/>
              <a:ext cx="19445" cy="205110"/>
            </a:xfrm>
            <a:custGeom>
              <a:rect b="b" l="l" r="r" t="t"/>
              <a:pathLst>
                <a:path extrusionOk="0" h="2616" w="248">
                  <a:moveTo>
                    <a:pt x="124" y="0"/>
                  </a:moveTo>
                  <a:cubicBezTo>
                    <a:pt x="62" y="0"/>
                    <a:pt x="0" y="40"/>
                    <a:pt x="0" y="118"/>
                  </a:cubicBezTo>
                  <a:lnTo>
                    <a:pt x="0" y="2484"/>
                  </a:lnTo>
                  <a:cubicBezTo>
                    <a:pt x="0" y="2571"/>
                    <a:pt x="62" y="2615"/>
                    <a:pt x="124" y="2615"/>
                  </a:cubicBezTo>
                  <a:cubicBezTo>
                    <a:pt x="186" y="2615"/>
                    <a:pt x="247" y="2571"/>
                    <a:pt x="247" y="2484"/>
                  </a:cubicBezTo>
                  <a:lnTo>
                    <a:pt x="247" y="118"/>
                  </a:lnTo>
                  <a:cubicBezTo>
                    <a:pt x="247" y="40"/>
                    <a:pt x="186" y="0"/>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1"/>
            <p:cNvSpPr/>
            <p:nvPr/>
          </p:nvSpPr>
          <p:spPr>
            <a:xfrm rot="1073721">
              <a:off x="6334036" y="1135778"/>
              <a:ext cx="59902" cy="19445"/>
            </a:xfrm>
            <a:custGeom>
              <a:rect b="b" l="l" r="r" t="t"/>
              <a:pathLst>
                <a:path extrusionOk="0" h="248" w="764">
                  <a:moveTo>
                    <a:pt x="124" y="1"/>
                  </a:moveTo>
                  <a:cubicBezTo>
                    <a:pt x="51" y="1"/>
                    <a:pt x="0" y="56"/>
                    <a:pt x="0" y="124"/>
                  </a:cubicBezTo>
                  <a:cubicBezTo>
                    <a:pt x="0" y="197"/>
                    <a:pt x="51" y="248"/>
                    <a:pt x="124" y="248"/>
                  </a:cubicBezTo>
                  <a:lnTo>
                    <a:pt x="639" y="248"/>
                  </a:lnTo>
                  <a:cubicBezTo>
                    <a:pt x="712" y="248"/>
                    <a:pt x="763" y="197"/>
                    <a:pt x="763" y="124"/>
                  </a:cubicBezTo>
                  <a:cubicBezTo>
                    <a:pt x="763" y="56"/>
                    <a:pt x="712" y="1"/>
                    <a:pt x="6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1"/>
            <p:cNvSpPr/>
            <p:nvPr/>
          </p:nvSpPr>
          <p:spPr>
            <a:xfrm rot="1073721">
              <a:off x="5681237" y="723128"/>
              <a:ext cx="19445" cy="205110"/>
            </a:xfrm>
            <a:custGeom>
              <a:rect b="b" l="l" r="r" t="t"/>
              <a:pathLst>
                <a:path extrusionOk="0" h="2616" w="248">
                  <a:moveTo>
                    <a:pt x="124" y="0"/>
                  </a:moveTo>
                  <a:cubicBezTo>
                    <a:pt x="62" y="0"/>
                    <a:pt x="0" y="40"/>
                    <a:pt x="0" y="118"/>
                  </a:cubicBezTo>
                  <a:lnTo>
                    <a:pt x="0" y="2484"/>
                  </a:lnTo>
                  <a:cubicBezTo>
                    <a:pt x="0" y="2571"/>
                    <a:pt x="62" y="2615"/>
                    <a:pt x="124" y="2615"/>
                  </a:cubicBezTo>
                  <a:cubicBezTo>
                    <a:pt x="185" y="2615"/>
                    <a:pt x="247" y="2571"/>
                    <a:pt x="247" y="2484"/>
                  </a:cubicBezTo>
                  <a:lnTo>
                    <a:pt x="247" y="118"/>
                  </a:lnTo>
                  <a:cubicBezTo>
                    <a:pt x="247" y="40"/>
                    <a:pt x="185" y="0"/>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1"/>
            <p:cNvSpPr/>
            <p:nvPr/>
          </p:nvSpPr>
          <p:spPr>
            <a:xfrm rot="1073721">
              <a:off x="5611755" y="902767"/>
              <a:ext cx="61235" cy="19445"/>
            </a:xfrm>
            <a:custGeom>
              <a:rect b="b" l="l" r="r" t="t"/>
              <a:pathLst>
                <a:path extrusionOk="0" h="248" w="781">
                  <a:moveTo>
                    <a:pt x="141" y="1"/>
                  </a:moveTo>
                  <a:cubicBezTo>
                    <a:pt x="73" y="1"/>
                    <a:pt x="0" y="56"/>
                    <a:pt x="17" y="124"/>
                  </a:cubicBezTo>
                  <a:cubicBezTo>
                    <a:pt x="17" y="197"/>
                    <a:pt x="73" y="248"/>
                    <a:pt x="141" y="248"/>
                  </a:cubicBezTo>
                  <a:lnTo>
                    <a:pt x="657" y="248"/>
                  </a:lnTo>
                  <a:cubicBezTo>
                    <a:pt x="712" y="248"/>
                    <a:pt x="780" y="197"/>
                    <a:pt x="780" y="124"/>
                  </a:cubicBezTo>
                  <a:cubicBezTo>
                    <a:pt x="763" y="56"/>
                    <a:pt x="712" y="1"/>
                    <a:pt x="6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1"/>
            <p:cNvSpPr/>
            <p:nvPr/>
          </p:nvSpPr>
          <p:spPr>
            <a:xfrm rot="1073721">
              <a:off x="5839806" y="892084"/>
              <a:ext cx="390069" cy="84992"/>
            </a:xfrm>
            <a:custGeom>
              <a:rect b="b" l="l" r="r" t="t"/>
              <a:pathLst>
                <a:path extrusionOk="0" h="1084" w="4975">
                  <a:moveTo>
                    <a:pt x="4459" y="1"/>
                  </a:moveTo>
                  <a:cubicBezTo>
                    <a:pt x="3142" y="1"/>
                    <a:pt x="1829" y="90"/>
                    <a:pt x="499" y="90"/>
                  </a:cubicBezTo>
                  <a:cubicBezTo>
                    <a:pt x="248" y="90"/>
                    <a:pt x="1" y="320"/>
                    <a:pt x="1" y="589"/>
                  </a:cubicBezTo>
                  <a:cubicBezTo>
                    <a:pt x="18" y="853"/>
                    <a:pt x="231" y="1083"/>
                    <a:pt x="499" y="1083"/>
                  </a:cubicBezTo>
                  <a:cubicBezTo>
                    <a:pt x="1829" y="1083"/>
                    <a:pt x="3142" y="1015"/>
                    <a:pt x="4459" y="1015"/>
                  </a:cubicBezTo>
                  <a:cubicBezTo>
                    <a:pt x="4723" y="1015"/>
                    <a:pt x="4975" y="785"/>
                    <a:pt x="4975" y="499"/>
                  </a:cubicBezTo>
                  <a:cubicBezTo>
                    <a:pt x="4954" y="231"/>
                    <a:pt x="4741" y="1"/>
                    <a:pt x="44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1"/>
            <p:cNvSpPr/>
            <p:nvPr/>
          </p:nvSpPr>
          <p:spPr>
            <a:xfrm rot="1073721">
              <a:off x="5918037" y="945680"/>
              <a:ext cx="47592" cy="46103"/>
            </a:xfrm>
            <a:custGeom>
              <a:rect b="b" l="l" r="r" t="t"/>
              <a:pathLst>
                <a:path extrusionOk="0" h="588" w="607">
                  <a:moveTo>
                    <a:pt x="46" y="1"/>
                  </a:moveTo>
                  <a:cubicBezTo>
                    <a:pt x="23" y="1"/>
                    <a:pt x="1" y="14"/>
                    <a:pt x="1" y="39"/>
                  </a:cubicBezTo>
                  <a:cubicBezTo>
                    <a:pt x="1" y="146"/>
                    <a:pt x="18" y="270"/>
                    <a:pt x="56" y="376"/>
                  </a:cubicBezTo>
                  <a:cubicBezTo>
                    <a:pt x="90" y="449"/>
                    <a:pt x="125" y="521"/>
                    <a:pt x="214" y="555"/>
                  </a:cubicBezTo>
                  <a:cubicBezTo>
                    <a:pt x="250" y="578"/>
                    <a:pt x="285" y="588"/>
                    <a:pt x="318" y="588"/>
                  </a:cubicBezTo>
                  <a:cubicBezTo>
                    <a:pt x="416" y="588"/>
                    <a:pt x="500" y="502"/>
                    <a:pt x="551" y="397"/>
                  </a:cubicBezTo>
                  <a:cubicBezTo>
                    <a:pt x="606" y="291"/>
                    <a:pt x="606" y="163"/>
                    <a:pt x="606" y="39"/>
                  </a:cubicBezTo>
                  <a:cubicBezTo>
                    <a:pt x="606" y="14"/>
                    <a:pt x="584" y="1"/>
                    <a:pt x="561" y="1"/>
                  </a:cubicBezTo>
                  <a:cubicBezTo>
                    <a:pt x="539" y="1"/>
                    <a:pt x="517" y="14"/>
                    <a:pt x="517" y="39"/>
                  </a:cubicBezTo>
                  <a:cubicBezTo>
                    <a:pt x="534" y="129"/>
                    <a:pt x="517" y="235"/>
                    <a:pt x="483" y="325"/>
                  </a:cubicBezTo>
                  <a:cubicBezTo>
                    <a:pt x="483" y="359"/>
                    <a:pt x="461" y="397"/>
                    <a:pt x="444" y="431"/>
                  </a:cubicBezTo>
                  <a:cubicBezTo>
                    <a:pt x="427" y="449"/>
                    <a:pt x="393" y="466"/>
                    <a:pt x="376" y="483"/>
                  </a:cubicBezTo>
                  <a:lnTo>
                    <a:pt x="355" y="483"/>
                  </a:lnTo>
                  <a:lnTo>
                    <a:pt x="355" y="504"/>
                  </a:lnTo>
                  <a:lnTo>
                    <a:pt x="248" y="504"/>
                  </a:lnTo>
                  <a:cubicBezTo>
                    <a:pt x="262" y="504"/>
                    <a:pt x="258" y="494"/>
                    <a:pt x="253" y="494"/>
                  </a:cubicBezTo>
                  <a:lnTo>
                    <a:pt x="253" y="494"/>
                  </a:lnTo>
                  <a:cubicBezTo>
                    <a:pt x="251" y="494"/>
                    <a:pt x="248" y="497"/>
                    <a:pt x="248" y="504"/>
                  </a:cubicBezTo>
                  <a:lnTo>
                    <a:pt x="248" y="483"/>
                  </a:lnTo>
                  <a:lnTo>
                    <a:pt x="231" y="483"/>
                  </a:lnTo>
                  <a:lnTo>
                    <a:pt x="214" y="466"/>
                  </a:lnTo>
                  <a:cubicBezTo>
                    <a:pt x="214" y="466"/>
                    <a:pt x="197" y="466"/>
                    <a:pt x="197" y="449"/>
                  </a:cubicBezTo>
                  <a:cubicBezTo>
                    <a:pt x="180" y="431"/>
                    <a:pt x="163" y="414"/>
                    <a:pt x="142" y="376"/>
                  </a:cubicBezTo>
                  <a:cubicBezTo>
                    <a:pt x="90" y="270"/>
                    <a:pt x="90" y="146"/>
                    <a:pt x="90" y="39"/>
                  </a:cubicBezTo>
                  <a:cubicBezTo>
                    <a:pt x="90" y="14"/>
                    <a:pt x="68" y="1"/>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1"/>
            <p:cNvSpPr/>
            <p:nvPr/>
          </p:nvSpPr>
          <p:spPr>
            <a:xfrm rot="1073721">
              <a:off x="5997668" y="968491"/>
              <a:ext cx="43202" cy="50572"/>
            </a:xfrm>
            <a:custGeom>
              <a:rect b="b" l="l" r="r" t="t"/>
              <a:pathLst>
                <a:path extrusionOk="0" h="645" w="551">
                  <a:moveTo>
                    <a:pt x="67" y="1"/>
                  </a:moveTo>
                  <a:cubicBezTo>
                    <a:pt x="50" y="1"/>
                    <a:pt x="35" y="10"/>
                    <a:pt x="35" y="33"/>
                  </a:cubicBezTo>
                  <a:cubicBezTo>
                    <a:pt x="18" y="123"/>
                    <a:pt x="1" y="212"/>
                    <a:pt x="1" y="298"/>
                  </a:cubicBezTo>
                  <a:cubicBezTo>
                    <a:pt x="18" y="387"/>
                    <a:pt x="18" y="494"/>
                    <a:pt x="90" y="566"/>
                  </a:cubicBezTo>
                  <a:cubicBezTo>
                    <a:pt x="129" y="622"/>
                    <a:pt x="191" y="645"/>
                    <a:pt x="266" y="645"/>
                  </a:cubicBezTo>
                  <a:cubicBezTo>
                    <a:pt x="289" y="645"/>
                    <a:pt x="312" y="642"/>
                    <a:pt x="337" y="639"/>
                  </a:cubicBezTo>
                  <a:cubicBezTo>
                    <a:pt x="444" y="617"/>
                    <a:pt x="516" y="532"/>
                    <a:pt x="533" y="425"/>
                  </a:cubicBezTo>
                  <a:cubicBezTo>
                    <a:pt x="550" y="298"/>
                    <a:pt x="533" y="174"/>
                    <a:pt x="533" y="67"/>
                  </a:cubicBezTo>
                  <a:cubicBezTo>
                    <a:pt x="533" y="42"/>
                    <a:pt x="511" y="29"/>
                    <a:pt x="489" y="29"/>
                  </a:cubicBezTo>
                  <a:cubicBezTo>
                    <a:pt x="466" y="29"/>
                    <a:pt x="444" y="42"/>
                    <a:pt x="444" y="67"/>
                  </a:cubicBezTo>
                  <a:cubicBezTo>
                    <a:pt x="444" y="157"/>
                    <a:pt x="461" y="246"/>
                    <a:pt x="461" y="336"/>
                  </a:cubicBezTo>
                  <a:cubicBezTo>
                    <a:pt x="461" y="425"/>
                    <a:pt x="427" y="511"/>
                    <a:pt x="354" y="549"/>
                  </a:cubicBezTo>
                  <a:cubicBezTo>
                    <a:pt x="320" y="566"/>
                    <a:pt x="269" y="566"/>
                    <a:pt x="231" y="566"/>
                  </a:cubicBezTo>
                  <a:cubicBezTo>
                    <a:pt x="197" y="566"/>
                    <a:pt x="180" y="549"/>
                    <a:pt x="163" y="511"/>
                  </a:cubicBezTo>
                  <a:cubicBezTo>
                    <a:pt x="107" y="477"/>
                    <a:pt x="90" y="387"/>
                    <a:pt x="90" y="319"/>
                  </a:cubicBezTo>
                  <a:cubicBezTo>
                    <a:pt x="90" y="229"/>
                    <a:pt x="90" y="140"/>
                    <a:pt x="107" y="50"/>
                  </a:cubicBezTo>
                  <a:cubicBezTo>
                    <a:pt x="117" y="20"/>
                    <a:pt x="90" y="1"/>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1"/>
            <p:cNvSpPr/>
            <p:nvPr/>
          </p:nvSpPr>
          <p:spPr>
            <a:xfrm rot="1073721">
              <a:off x="6065592" y="992304"/>
              <a:ext cx="45867" cy="46024"/>
            </a:xfrm>
            <a:custGeom>
              <a:rect b="b" l="l" r="r" t="t"/>
              <a:pathLst>
                <a:path extrusionOk="0" h="587" w="585">
                  <a:moveTo>
                    <a:pt x="518" y="0"/>
                  </a:moveTo>
                  <a:cubicBezTo>
                    <a:pt x="494" y="0"/>
                    <a:pt x="468" y="19"/>
                    <a:pt x="478" y="48"/>
                  </a:cubicBezTo>
                  <a:cubicBezTo>
                    <a:pt x="495" y="193"/>
                    <a:pt x="512" y="406"/>
                    <a:pt x="371" y="475"/>
                  </a:cubicBezTo>
                  <a:cubicBezTo>
                    <a:pt x="346" y="494"/>
                    <a:pt x="311" y="503"/>
                    <a:pt x="275" y="503"/>
                  </a:cubicBezTo>
                  <a:cubicBezTo>
                    <a:pt x="239" y="503"/>
                    <a:pt x="203" y="494"/>
                    <a:pt x="175" y="475"/>
                  </a:cubicBezTo>
                  <a:cubicBezTo>
                    <a:pt x="175" y="475"/>
                    <a:pt x="158" y="458"/>
                    <a:pt x="158" y="440"/>
                  </a:cubicBezTo>
                  <a:cubicBezTo>
                    <a:pt x="141" y="440"/>
                    <a:pt x="141" y="423"/>
                    <a:pt x="124" y="406"/>
                  </a:cubicBezTo>
                  <a:cubicBezTo>
                    <a:pt x="124" y="385"/>
                    <a:pt x="107" y="351"/>
                    <a:pt x="107" y="317"/>
                  </a:cubicBezTo>
                  <a:cubicBezTo>
                    <a:pt x="86" y="227"/>
                    <a:pt x="86" y="138"/>
                    <a:pt x="69" y="65"/>
                  </a:cubicBezTo>
                  <a:cubicBezTo>
                    <a:pt x="69" y="48"/>
                    <a:pt x="52" y="14"/>
                    <a:pt x="35" y="14"/>
                  </a:cubicBezTo>
                  <a:cubicBezTo>
                    <a:pt x="17" y="14"/>
                    <a:pt x="0" y="48"/>
                    <a:pt x="0" y="65"/>
                  </a:cubicBezTo>
                  <a:cubicBezTo>
                    <a:pt x="0" y="155"/>
                    <a:pt x="0" y="244"/>
                    <a:pt x="17" y="317"/>
                  </a:cubicBezTo>
                  <a:cubicBezTo>
                    <a:pt x="35" y="406"/>
                    <a:pt x="52" y="475"/>
                    <a:pt x="124" y="530"/>
                  </a:cubicBezTo>
                  <a:cubicBezTo>
                    <a:pt x="164" y="570"/>
                    <a:pt x="217" y="586"/>
                    <a:pt x="272" y="586"/>
                  </a:cubicBezTo>
                  <a:cubicBezTo>
                    <a:pt x="311" y="586"/>
                    <a:pt x="351" y="578"/>
                    <a:pt x="388" y="564"/>
                  </a:cubicBezTo>
                  <a:cubicBezTo>
                    <a:pt x="478" y="530"/>
                    <a:pt x="533" y="458"/>
                    <a:pt x="550" y="351"/>
                  </a:cubicBezTo>
                  <a:cubicBezTo>
                    <a:pt x="584" y="244"/>
                    <a:pt x="567" y="138"/>
                    <a:pt x="550" y="31"/>
                  </a:cubicBezTo>
                  <a:cubicBezTo>
                    <a:pt x="550" y="10"/>
                    <a:pt x="535" y="0"/>
                    <a:pt x="5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1"/>
            <p:cNvSpPr/>
            <p:nvPr/>
          </p:nvSpPr>
          <p:spPr>
            <a:xfrm rot="1073721">
              <a:off x="6211211" y="353367"/>
              <a:ext cx="12780" cy="79425"/>
            </a:xfrm>
            <a:custGeom>
              <a:rect b="b" l="l" r="r" t="t"/>
              <a:pathLst>
                <a:path extrusionOk="0" h="1013" w="163">
                  <a:moveTo>
                    <a:pt x="82" y="0"/>
                  </a:moveTo>
                  <a:cubicBezTo>
                    <a:pt x="41" y="0"/>
                    <a:pt x="1" y="27"/>
                    <a:pt x="1" y="80"/>
                  </a:cubicBezTo>
                  <a:lnTo>
                    <a:pt x="1" y="933"/>
                  </a:lnTo>
                  <a:cubicBezTo>
                    <a:pt x="1" y="986"/>
                    <a:pt x="41" y="1013"/>
                    <a:pt x="82" y="1013"/>
                  </a:cubicBezTo>
                  <a:cubicBezTo>
                    <a:pt x="122" y="1013"/>
                    <a:pt x="163" y="986"/>
                    <a:pt x="163" y="933"/>
                  </a:cubicBezTo>
                  <a:lnTo>
                    <a:pt x="163" y="80"/>
                  </a:lnTo>
                  <a:cubicBezTo>
                    <a:pt x="163" y="27"/>
                    <a:pt x="122" y="0"/>
                    <a:pt x="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1"/>
            <p:cNvSpPr/>
            <p:nvPr/>
          </p:nvSpPr>
          <p:spPr>
            <a:xfrm rot="1073721">
              <a:off x="6210400" y="333966"/>
              <a:ext cx="40457" cy="38811"/>
            </a:xfrm>
            <a:custGeom>
              <a:rect b="b" l="l" r="r" t="t"/>
              <a:pathLst>
                <a:path extrusionOk="0" h="495" w="516">
                  <a:moveTo>
                    <a:pt x="247" y="0"/>
                  </a:moveTo>
                  <a:cubicBezTo>
                    <a:pt x="124" y="0"/>
                    <a:pt x="0" y="107"/>
                    <a:pt x="0" y="248"/>
                  </a:cubicBezTo>
                  <a:cubicBezTo>
                    <a:pt x="0" y="388"/>
                    <a:pt x="124" y="495"/>
                    <a:pt x="247" y="495"/>
                  </a:cubicBezTo>
                  <a:cubicBezTo>
                    <a:pt x="388" y="495"/>
                    <a:pt x="516" y="388"/>
                    <a:pt x="516" y="248"/>
                  </a:cubicBezTo>
                  <a:cubicBezTo>
                    <a:pt x="516" y="107"/>
                    <a:pt x="388"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1"/>
            <p:cNvSpPr/>
            <p:nvPr/>
          </p:nvSpPr>
          <p:spPr>
            <a:xfrm rot="1073721">
              <a:off x="6159788" y="394400"/>
              <a:ext cx="97694" cy="57236"/>
            </a:xfrm>
            <a:custGeom>
              <a:rect b="b" l="l" r="r" t="t"/>
              <a:pathLst>
                <a:path extrusionOk="0" h="730" w="1246">
                  <a:moveTo>
                    <a:pt x="1" y="729"/>
                  </a:moveTo>
                  <a:cubicBezTo>
                    <a:pt x="1" y="1"/>
                    <a:pt x="1246" y="90"/>
                    <a:pt x="1211" y="7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1"/>
            <p:cNvSpPr/>
            <p:nvPr/>
          </p:nvSpPr>
          <p:spPr>
            <a:xfrm rot="1073721">
              <a:off x="6154495" y="407873"/>
              <a:ext cx="102084" cy="46416"/>
            </a:xfrm>
            <a:custGeom>
              <a:rect b="b" l="l" r="r" t="t"/>
              <a:pathLst>
                <a:path extrusionOk="0" h="592" w="1302">
                  <a:moveTo>
                    <a:pt x="636" y="1"/>
                  </a:moveTo>
                  <a:cubicBezTo>
                    <a:pt x="457" y="1"/>
                    <a:pt x="281" y="54"/>
                    <a:pt x="163" y="158"/>
                  </a:cubicBezTo>
                  <a:cubicBezTo>
                    <a:pt x="56" y="248"/>
                    <a:pt x="1" y="393"/>
                    <a:pt x="1" y="550"/>
                  </a:cubicBezTo>
                  <a:cubicBezTo>
                    <a:pt x="1" y="578"/>
                    <a:pt x="19" y="592"/>
                    <a:pt x="37" y="592"/>
                  </a:cubicBezTo>
                  <a:cubicBezTo>
                    <a:pt x="55" y="592"/>
                    <a:pt x="73" y="578"/>
                    <a:pt x="73" y="550"/>
                  </a:cubicBezTo>
                  <a:cubicBezTo>
                    <a:pt x="84" y="233"/>
                    <a:pt x="360" y="75"/>
                    <a:pt x="642" y="75"/>
                  </a:cubicBezTo>
                  <a:cubicBezTo>
                    <a:pt x="804" y="75"/>
                    <a:pt x="967" y="127"/>
                    <a:pt x="1084" y="231"/>
                  </a:cubicBezTo>
                  <a:cubicBezTo>
                    <a:pt x="1173" y="320"/>
                    <a:pt x="1207" y="427"/>
                    <a:pt x="1207" y="550"/>
                  </a:cubicBezTo>
                  <a:cubicBezTo>
                    <a:pt x="1199" y="578"/>
                    <a:pt x="1217" y="592"/>
                    <a:pt x="1237" y="592"/>
                  </a:cubicBezTo>
                  <a:cubicBezTo>
                    <a:pt x="1257" y="592"/>
                    <a:pt x="1280" y="578"/>
                    <a:pt x="1280" y="550"/>
                  </a:cubicBezTo>
                  <a:cubicBezTo>
                    <a:pt x="1302" y="182"/>
                    <a:pt x="966" y="1"/>
                    <a:pt x="6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1"/>
            <p:cNvSpPr/>
            <p:nvPr/>
          </p:nvSpPr>
          <p:spPr>
            <a:xfrm rot="1073721">
              <a:off x="5568922" y="428626"/>
              <a:ext cx="1108580" cy="527828"/>
            </a:xfrm>
            <a:custGeom>
              <a:rect b="b" l="l" r="r" t="t"/>
              <a:pathLst>
                <a:path extrusionOk="0" h="6732" w="14139">
                  <a:moveTo>
                    <a:pt x="8205" y="124"/>
                  </a:moveTo>
                  <a:cubicBezTo>
                    <a:pt x="8525" y="197"/>
                    <a:pt x="8828" y="286"/>
                    <a:pt x="9130" y="427"/>
                  </a:cubicBezTo>
                  <a:cubicBezTo>
                    <a:pt x="9433" y="585"/>
                    <a:pt x="9697" y="819"/>
                    <a:pt x="9910" y="1083"/>
                  </a:cubicBezTo>
                  <a:cubicBezTo>
                    <a:pt x="10089" y="1297"/>
                    <a:pt x="10247" y="1510"/>
                    <a:pt x="10409" y="1723"/>
                  </a:cubicBezTo>
                  <a:lnTo>
                    <a:pt x="10409" y="1723"/>
                  </a:lnTo>
                  <a:cubicBezTo>
                    <a:pt x="10673" y="1902"/>
                    <a:pt x="10673" y="2221"/>
                    <a:pt x="10797" y="2469"/>
                  </a:cubicBezTo>
                  <a:cubicBezTo>
                    <a:pt x="10852" y="2592"/>
                    <a:pt x="10886" y="2737"/>
                    <a:pt x="10925" y="2861"/>
                  </a:cubicBezTo>
                  <a:cubicBezTo>
                    <a:pt x="10942" y="2912"/>
                    <a:pt x="10976" y="2950"/>
                    <a:pt x="11031" y="2929"/>
                  </a:cubicBezTo>
                  <a:cubicBezTo>
                    <a:pt x="11313" y="2912"/>
                    <a:pt x="11598" y="2895"/>
                    <a:pt x="11901" y="2895"/>
                  </a:cubicBezTo>
                  <a:cubicBezTo>
                    <a:pt x="12310" y="2895"/>
                    <a:pt x="12327" y="2895"/>
                    <a:pt x="12753" y="2912"/>
                  </a:cubicBezTo>
                  <a:cubicBezTo>
                    <a:pt x="12911" y="2929"/>
                    <a:pt x="13073" y="2984"/>
                    <a:pt x="13231" y="3036"/>
                  </a:cubicBezTo>
                  <a:cubicBezTo>
                    <a:pt x="13674" y="3163"/>
                    <a:pt x="14139" y="3837"/>
                    <a:pt x="14032" y="4314"/>
                  </a:cubicBezTo>
                  <a:cubicBezTo>
                    <a:pt x="14015" y="4404"/>
                    <a:pt x="14015" y="4476"/>
                    <a:pt x="13994" y="4566"/>
                  </a:cubicBezTo>
                  <a:cubicBezTo>
                    <a:pt x="13926" y="4902"/>
                    <a:pt x="13695" y="5099"/>
                    <a:pt x="13393" y="5205"/>
                  </a:cubicBezTo>
                  <a:cubicBezTo>
                    <a:pt x="13141" y="5312"/>
                    <a:pt x="12860" y="5380"/>
                    <a:pt x="12574" y="5435"/>
                  </a:cubicBezTo>
                  <a:cubicBezTo>
                    <a:pt x="11969" y="5542"/>
                    <a:pt x="11739" y="5631"/>
                    <a:pt x="11117" y="5614"/>
                  </a:cubicBezTo>
                  <a:cubicBezTo>
                    <a:pt x="10959" y="5614"/>
                    <a:pt x="10797" y="5593"/>
                    <a:pt x="10622" y="5593"/>
                  </a:cubicBezTo>
                  <a:cubicBezTo>
                    <a:pt x="10533" y="5576"/>
                    <a:pt x="10477" y="5631"/>
                    <a:pt x="10426" y="5721"/>
                  </a:cubicBezTo>
                  <a:cubicBezTo>
                    <a:pt x="10213" y="6092"/>
                    <a:pt x="9910" y="6360"/>
                    <a:pt x="9450" y="6428"/>
                  </a:cubicBezTo>
                  <a:cubicBezTo>
                    <a:pt x="9181" y="6467"/>
                    <a:pt x="8900" y="6518"/>
                    <a:pt x="8615" y="6552"/>
                  </a:cubicBezTo>
                  <a:cubicBezTo>
                    <a:pt x="8384" y="6590"/>
                    <a:pt x="8154" y="6573"/>
                    <a:pt x="7941" y="6607"/>
                  </a:cubicBezTo>
                  <a:cubicBezTo>
                    <a:pt x="7549" y="6680"/>
                    <a:pt x="7157" y="6731"/>
                    <a:pt x="6769" y="6714"/>
                  </a:cubicBezTo>
                  <a:cubicBezTo>
                    <a:pt x="6002" y="6697"/>
                    <a:pt x="5222" y="6680"/>
                    <a:pt x="4459" y="6642"/>
                  </a:cubicBezTo>
                  <a:cubicBezTo>
                    <a:pt x="4122" y="6624"/>
                    <a:pt x="3836" y="6484"/>
                    <a:pt x="3572" y="6288"/>
                  </a:cubicBezTo>
                  <a:cubicBezTo>
                    <a:pt x="3410" y="6164"/>
                    <a:pt x="3304" y="5968"/>
                    <a:pt x="3253" y="5772"/>
                  </a:cubicBezTo>
                  <a:cubicBezTo>
                    <a:pt x="3231" y="5683"/>
                    <a:pt x="3180" y="5648"/>
                    <a:pt x="3108" y="5648"/>
                  </a:cubicBezTo>
                  <a:cubicBezTo>
                    <a:pt x="2754" y="5648"/>
                    <a:pt x="2400" y="5631"/>
                    <a:pt x="2059" y="5614"/>
                  </a:cubicBezTo>
                  <a:cubicBezTo>
                    <a:pt x="1654" y="5614"/>
                    <a:pt x="1245" y="5525"/>
                    <a:pt x="836" y="5435"/>
                  </a:cubicBezTo>
                  <a:cubicBezTo>
                    <a:pt x="802" y="5435"/>
                    <a:pt x="746" y="5418"/>
                    <a:pt x="712" y="5418"/>
                  </a:cubicBezTo>
                  <a:cubicBezTo>
                    <a:pt x="499" y="5418"/>
                    <a:pt x="375" y="5295"/>
                    <a:pt x="286" y="5133"/>
                  </a:cubicBezTo>
                  <a:cubicBezTo>
                    <a:pt x="90" y="4813"/>
                    <a:pt x="0" y="4476"/>
                    <a:pt x="90" y="4101"/>
                  </a:cubicBezTo>
                  <a:cubicBezTo>
                    <a:pt x="162" y="3764"/>
                    <a:pt x="392" y="3517"/>
                    <a:pt x="746" y="3411"/>
                  </a:cubicBezTo>
                  <a:cubicBezTo>
                    <a:pt x="976" y="3321"/>
                    <a:pt x="1207" y="3215"/>
                    <a:pt x="1458" y="3180"/>
                  </a:cubicBezTo>
                  <a:cubicBezTo>
                    <a:pt x="1812" y="3108"/>
                    <a:pt x="2187" y="3091"/>
                    <a:pt x="2558" y="3057"/>
                  </a:cubicBezTo>
                  <a:cubicBezTo>
                    <a:pt x="2720" y="3036"/>
                    <a:pt x="2877" y="3036"/>
                    <a:pt x="3039" y="3019"/>
                  </a:cubicBezTo>
                  <a:cubicBezTo>
                    <a:pt x="3056" y="3019"/>
                    <a:pt x="3108" y="2984"/>
                    <a:pt x="3125" y="2950"/>
                  </a:cubicBezTo>
                  <a:cubicBezTo>
                    <a:pt x="3304" y="2396"/>
                    <a:pt x="3623" y="1936"/>
                    <a:pt x="3943" y="1458"/>
                  </a:cubicBezTo>
                  <a:cubicBezTo>
                    <a:pt x="4386" y="853"/>
                    <a:pt x="4975" y="461"/>
                    <a:pt x="5682" y="231"/>
                  </a:cubicBezTo>
                  <a:cubicBezTo>
                    <a:pt x="6181" y="73"/>
                    <a:pt x="6662" y="1"/>
                    <a:pt x="7174" y="35"/>
                  </a:cubicBezTo>
                  <a:moveTo>
                    <a:pt x="4122" y="3198"/>
                  </a:moveTo>
                  <a:lnTo>
                    <a:pt x="2805" y="3198"/>
                  </a:lnTo>
                  <a:cubicBezTo>
                    <a:pt x="2558" y="3198"/>
                    <a:pt x="2311" y="3215"/>
                    <a:pt x="2059" y="3232"/>
                  </a:cubicBezTo>
                  <a:cubicBezTo>
                    <a:pt x="1633" y="3249"/>
                    <a:pt x="1245" y="3394"/>
                    <a:pt x="836" y="3534"/>
                  </a:cubicBezTo>
                  <a:cubicBezTo>
                    <a:pt x="533" y="3641"/>
                    <a:pt x="320" y="3854"/>
                    <a:pt x="269" y="4191"/>
                  </a:cubicBezTo>
                  <a:cubicBezTo>
                    <a:pt x="179" y="4549"/>
                    <a:pt x="303" y="4847"/>
                    <a:pt x="533" y="5133"/>
                  </a:cubicBezTo>
                  <a:cubicBezTo>
                    <a:pt x="567" y="5188"/>
                    <a:pt x="657" y="5222"/>
                    <a:pt x="746" y="5256"/>
                  </a:cubicBezTo>
                  <a:cubicBezTo>
                    <a:pt x="1475" y="5435"/>
                    <a:pt x="2221" y="5486"/>
                    <a:pt x="2967" y="5486"/>
                  </a:cubicBezTo>
                  <a:cubicBezTo>
                    <a:pt x="3747" y="5508"/>
                    <a:pt x="4531" y="5508"/>
                    <a:pt x="5311" y="5486"/>
                  </a:cubicBezTo>
                  <a:cubicBezTo>
                    <a:pt x="6091" y="5469"/>
                    <a:pt x="6854" y="5452"/>
                    <a:pt x="7638" y="5418"/>
                  </a:cubicBezTo>
                  <a:cubicBezTo>
                    <a:pt x="8099" y="5418"/>
                    <a:pt x="8542" y="5401"/>
                    <a:pt x="8985" y="5401"/>
                  </a:cubicBezTo>
                  <a:cubicBezTo>
                    <a:pt x="9343" y="5418"/>
                    <a:pt x="9697" y="5435"/>
                    <a:pt x="10051" y="5435"/>
                  </a:cubicBezTo>
                  <a:cubicBezTo>
                    <a:pt x="10285" y="5452"/>
                    <a:pt x="10533" y="5435"/>
                    <a:pt x="10763" y="5435"/>
                  </a:cubicBezTo>
                  <a:cubicBezTo>
                    <a:pt x="11138" y="5452"/>
                    <a:pt x="11509" y="5486"/>
                    <a:pt x="11884" y="5435"/>
                  </a:cubicBezTo>
                  <a:cubicBezTo>
                    <a:pt x="12255" y="5380"/>
                    <a:pt x="12221" y="5329"/>
                    <a:pt x="12591" y="5273"/>
                  </a:cubicBezTo>
                  <a:cubicBezTo>
                    <a:pt x="12894" y="5239"/>
                    <a:pt x="13197" y="5150"/>
                    <a:pt x="13461" y="4992"/>
                  </a:cubicBezTo>
                  <a:cubicBezTo>
                    <a:pt x="13836" y="4779"/>
                    <a:pt x="13887" y="4476"/>
                    <a:pt x="13836" y="4033"/>
                  </a:cubicBezTo>
                  <a:cubicBezTo>
                    <a:pt x="13712" y="3803"/>
                    <a:pt x="13589" y="3590"/>
                    <a:pt x="13461" y="3377"/>
                  </a:cubicBezTo>
                  <a:cubicBezTo>
                    <a:pt x="13444" y="3338"/>
                    <a:pt x="13427" y="3338"/>
                    <a:pt x="13410" y="3321"/>
                  </a:cubicBezTo>
                  <a:cubicBezTo>
                    <a:pt x="13214" y="3215"/>
                    <a:pt x="13001" y="3108"/>
                    <a:pt x="12770" y="3091"/>
                  </a:cubicBezTo>
                  <a:cubicBezTo>
                    <a:pt x="12327" y="3074"/>
                    <a:pt x="12255" y="3057"/>
                    <a:pt x="11811" y="3057"/>
                  </a:cubicBezTo>
                  <a:cubicBezTo>
                    <a:pt x="11313" y="3057"/>
                    <a:pt x="10835" y="3108"/>
                    <a:pt x="10354" y="3125"/>
                  </a:cubicBezTo>
                  <a:cubicBezTo>
                    <a:pt x="9893" y="3142"/>
                    <a:pt x="9433" y="3142"/>
                    <a:pt x="8968" y="3163"/>
                  </a:cubicBezTo>
                  <a:cubicBezTo>
                    <a:pt x="8312" y="3180"/>
                    <a:pt x="7638" y="3232"/>
                    <a:pt x="6961" y="3249"/>
                  </a:cubicBezTo>
                  <a:cubicBezTo>
                    <a:pt x="6590" y="3270"/>
                    <a:pt x="6198" y="3249"/>
                    <a:pt x="5827" y="3232"/>
                  </a:cubicBezTo>
                  <a:cubicBezTo>
                    <a:pt x="5239" y="3232"/>
                    <a:pt x="4655" y="3215"/>
                    <a:pt x="4122" y="3198"/>
                  </a:cubicBezTo>
                  <a:close/>
                  <a:moveTo>
                    <a:pt x="3764" y="2059"/>
                  </a:moveTo>
                  <a:cubicBezTo>
                    <a:pt x="5951" y="2025"/>
                    <a:pt x="8116" y="1991"/>
                    <a:pt x="10302" y="1829"/>
                  </a:cubicBezTo>
                  <a:cubicBezTo>
                    <a:pt x="10264" y="1778"/>
                    <a:pt x="10247" y="1740"/>
                    <a:pt x="10230" y="1723"/>
                  </a:cubicBezTo>
                  <a:cubicBezTo>
                    <a:pt x="9983" y="1437"/>
                    <a:pt x="9753" y="1139"/>
                    <a:pt x="9484" y="870"/>
                  </a:cubicBezTo>
                  <a:cubicBezTo>
                    <a:pt x="9343" y="730"/>
                    <a:pt x="9164" y="606"/>
                    <a:pt x="8985" y="534"/>
                  </a:cubicBezTo>
                  <a:cubicBezTo>
                    <a:pt x="8525" y="355"/>
                    <a:pt x="8048" y="214"/>
                    <a:pt x="7549" y="197"/>
                  </a:cubicBezTo>
                  <a:cubicBezTo>
                    <a:pt x="6961" y="180"/>
                    <a:pt x="6394" y="180"/>
                    <a:pt x="5810" y="355"/>
                  </a:cubicBezTo>
                  <a:cubicBezTo>
                    <a:pt x="5384" y="499"/>
                    <a:pt x="4975" y="691"/>
                    <a:pt x="4599" y="977"/>
                  </a:cubicBezTo>
                  <a:cubicBezTo>
                    <a:pt x="4246" y="1262"/>
                    <a:pt x="3960" y="1616"/>
                    <a:pt x="3764" y="2059"/>
                  </a:cubicBezTo>
                  <a:close/>
                  <a:moveTo>
                    <a:pt x="3321" y="3001"/>
                  </a:moveTo>
                  <a:cubicBezTo>
                    <a:pt x="3338" y="3019"/>
                    <a:pt x="3359" y="3019"/>
                    <a:pt x="3376" y="3019"/>
                  </a:cubicBezTo>
                  <a:cubicBezTo>
                    <a:pt x="4050" y="3036"/>
                    <a:pt x="4723" y="3074"/>
                    <a:pt x="5401" y="3091"/>
                  </a:cubicBezTo>
                  <a:cubicBezTo>
                    <a:pt x="6057" y="3108"/>
                    <a:pt x="6697" y="3108"/>
                    <a:pt x="7353" y="3091"/>
                  </a:cubicBezTo>
                  <a:cubicBezTo>
                    <a:pt x="8312" y="3074"/>
                    <a:pt x="9271" y="3019"/>
                    <a:pt x="10230" y="2967"/>
                  </a:cubicBezTo>
                  <a:cubicBezTo>
                    <a:pt x="10392" y="2967"/>
                    <a:pt x="10567" y="2950"/>
                    <a:pt x="10729" y="2950"/>
                  </a:cubicBezTo>
                  <a:cubicBezTo>
                    <a:pt x="10673" y="2631"/>
                    <a:pt x="10605" y="2362"/>
                    <a:pt x="10460" y="2098"/>
                  </a:cubicBezTo>
                  <a:cubicBezTo>
                    <a:pt x="10392" y="1953"/>
                    <a:pt x="10392" y="1953"/>
                    <a:pt x="10247" y="1970"/>
                  </a:cubicBezTo>
                  <a:cubicBezTo>
                    <a:pt x="9876" y="2008"/>
                    <a:pt x="9501" y="2042"/>
                    <a:pt x="9130" y="2059"/>
                  </a:cubicBezTo>
                  <a:cubicBezTo>
                    <a:pt x="8632" y="2077"/>
                    <a:pt x="8154" y="2098"/>
                    <a:pt x="7673" y="2098"/>
                  </a:cubicBezTo>
                  <a:cubicBezTo>
                    <a:pt x="6803" y="2132"/>
                    <a:pt x="5951" y="2149"/>
                    <a:pt x="5098" y="2166"/>
                  </a:cubicBezTo>
                  <a:cubicBezTo>
                    <a:pt x="4655" y="2183"/>
                    <a:pt x="4212" y="2183"/>
                    <a:pt x="3764" y="2183"/>
                  </a:cubicBezTo>
                  <a:cubicBezTo>
                    <a:pt x="3679" y="2183"/>
                    <a:pt x="3606" y="2204"/>
                    <a:pt x="3589" y="2273"/>
                  </a:cubicBezTo>
                  <a:cubicBezTo>
                    <a:pt x="3483" y="2524"/>
                    <a:pt x="3359" y="2754"/>
                    <a:pt x="3321" y="3001"/>
                  </a:cubicBezTo>
                  <a:close/>
                  <a:moveTo>
                    <a:pt x="10302" y="5631"/>
                  </a:moveTo>
                  <a:cubicBezTo>
                    <a:pt x="10230" y="5614"/>
                    <a:pt x="10179" y="5593"/>
                    <a:pt x="10123" y="5593"/>
                  </a:cubicBezTo>
                  <a:cubicBezTo>
                    <a:pt x="9714" y="5576"/>
                    <a:pt x="9326" y="5542"/>
                    <a:pt x="8917" y="5559"/>
                  </a:cubicBezTo>
                  <a:cubicBezTo>
                    <a:pt x="8295" y="5559"/>
                    <a:pt x="7656" y="5593"/>
                    <a:pt x="7016" y="5614"/>
                  </a:cubicBezTo>
                  <a:cubicBezTo>
                    <a:pt x="6641" y="5631"/>
                    <a:pt x="6253" y="5614"/>
                    <a:pt x="5878" y="5631"/>
                  </a:cubicBezTo>
                  <a:cubicBezTo>
                    <a:pt x="5490" y="5631"/>
                    <a:pt x="5115" y="5648"/>
                    <a:pt x="4744" y="5648"/>
                  </a:cubicBezTo>
                  <a:cubicBezTo>
                    <a:pt x="4510" y="5648"/>
                    <a:pt x="4263" y="5631"/>
                    <a:pt x="4015" y="5631"/>
                  </a:cubicBezTo>
                  <a:lnTo>
                    <a:pt x="3572" y="5631"/>
                  </a:lnTo>
                  <a:cubicBezTo>
                    <a:pt x="3517" y="5631"/>
                    <a:pt x="3466" y="5648"/>
                    <a:pt x="3393" y="5648"/>
                  </a:cubicBezTo>
                  <a:cubicBezTo>
                    <a:pt x="3500" y="5968"/>
                    <a:pt x="3679" y="6198"/>
                    <a:pt x="3960" y="6322"/>
                  </a:cubicBezTo>
                  <a:cubicBezTo>
                    <a:pt x="4229" y="6428"/>
                    <a:pt x="4493" y="6501"/>
                    <a:pt x="4761" y="6501"/>
                  </a:cubicBezTo>
                  <a:cubicBezTo>
                    <a:pt x="5384" y="6518"/>
                    <a:pt x="5985" y="6518"/>
                    <a:pt x="6590" y="6552"/>
                  </a:cubicBezTo>
                  <a:cubicBezTo>
                    <a:pt x="6999" y="6573"/>
                    <a:pt x="7408" y="6552"/>
                    <a:pt x="7813" y="6484"/>
                  </a:cubicBezTo>
                  <a:cubicBezTo>
                    <a:pt x="8065" y="6428"/>
                    <a:pt x="8312" y="6394"/>
                    <a:pt x="8559" y="6411"/>
                  </a:cubicBezTo>
                  <a:cubicBezTo>
                    <a:pt x="8615" y="6411"/>
                    <a:pt x="8666" y="6394"/>
                    <a:pt x="8738" y="6394"/>
                  </a:cubicBezTo>
                  <a:cubicBezTo>
                    <a:pt x="8985" y="6339"/>
                    <a:pt x="9254" y="6271"/>
                    <a:pt x="9501" y="6232"/>
                  </a:cubicBezTo>
                  <a:cubicBezTo>
                    <a:pt x="9876" y="6181"/>
                    <a:pt x="10106" y="5934"/>
                    <a:pt x="10302" y="56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1"/>
            <p:cNvSpPr/>
            <p:nvPr/>
          </p:nvSpPr>
          <p:spPr>
            <a:xfrm rot="1073721">
              <a:off x="5561025" y="663893"/>
              <a:ext cx="1074865" cy="192251"/>
            </a:xfrm>
            <a:custGeom>
              <a:rect b="b" l="l" r="r" t="t"/>
              <a:pathLst>
                <a:path extrusionOk="0" h="2452" w="13709">
                  <a:moveTo>
                    <a:pt x="3943" y="142"/>
                  </a:moveTo>
                  <a:cubicBezTo>
                    <a:pt x="4476" y="159"/>
                    <a:pt x="5060" y="176"/>
                    <a:pt x="5648" y="176"/>
                  </a:cubicBezTo>
                  <a:cubicBezTo>
                    <a:pt x="6019" y="193"/>
                    <a:pt x="6411" y="214"/>
                    <a:pt x="6782" y="193"/>
                  </a:cubicBezTo>
                  <a:cubicBezTo>
                    <a:pt x="7459" y="176"/>
                    <a:pt x="8133" y="124"/>
                    <a:pt x="8789" y="107"/>
                  </a:cubicBezTo>
                  <a:cubicBezTo>
                    <a:pt x="9254" y="86"/>
                    <a:pt x="9714" y="86"/>
                    <a:pt x="10175" y="69"/>
                  </a:cubicBezTo>
                  <a:cubicBezTo>
                    <a:pt x="10656" y="52"/>
                    <a:pt x="11134" y="1"/>
                    <a:pt x="11632" y="1"/>
                  </a:cubicBezTo>
                  <a:cubicBezTo>
                    <a:pt x="12076" y="1"/>
                    <a:pt x="12148" y="18"/>
                    <a:pt x="12591" y="35"/>
                  </a:cubicBezTo>
                  <a:cubicBezTo>
                    <a:pt x="12822" y="52"/>
                    <a:pt x="13035" y="159"/>
                    <a:pt x="13231" y="265"/>
                  </a:cubicBezTo>
                  <a:cubicBezTo>
                    <a:pt x="13248" y="282"/>
                    <a:pt x="13265" y="282"/>
                    <a:pt x="13282" y="321"/>
                  </a:cubicBezTo>
                  <a:cubicBezTo>
                    <a:pt x="13410" y="534"/>
                    <a:pt x="13533" y="747"/>
                    <a:pt x="13657" y="977"/>
                  </a:cubicBezTo>
                  <a:cubicBezTo>
                    <a:pt x="13708" y="1420"/>
                    <a:pt x="13657" y="1723"/>
                    <a:pt x="13282" y="1936"/>
                  </a:cubicBezTo>
                  <a:cubicBezTo>
                    <a:pt x="13018" y="2094"/>
                    <a:pt x="12715" y="2183"/>
                    <a:pt x="12412" y="2217"/>
                  </a:cubicBezTo>
                  <a:cubicBezTo>
                    <a:pt x="12042" y="2273"/>
                    <a:pt x="12076" y="2324"/>
                    <a:pt x="11705" y="2379"/>
                  </a:cubicBezTo>
                  <a:cubicBezTo>
                    <a:pt x="11330" y="2430"/>
                    <a:pt x="10959" y="2396"/>
                    <a:pt x="10584" y="2379"/>
                  </a:cubicBezTo>
                  <a:cubicBezTo>
                    <a:pt x="10354" y="2379"/>
                    <a:pt x="10106" y="2396"/>
                    <a:pt x="9872" y="2379"/>
                  </a:cubicBezTo>
                  <a:cubicBezTo>
                    <a:pt x="9518" y="2379"/>
                    <a:pt x="9164" y="2362"/>
                    <a:pt x="8806" y="2345"/>
                  </a:cubicBezTo>
                  <a:cubicBezTo>
                    <a:pt x="8363" y="2345"/>
                    <a:pt x="7920" y="2362"/>
                    <a:pt x="7459" y="2362"/>
                  </a:cubicBezTo>
                  <a:cubicBezTo>
                    <a:pt x="6675" y="2396"/>
                    <a:pt x="5912" y="2413"/>
                    <a:pt x="5132" y="2430"/>
                  </a:cubicBezTo>
                  <a:cubicBezTo>
                    <a:pt x="4352" y="2452"/>
                    <a:pt x="3568" y="2452"/>
                    <a:pt x="2788" y="2430"/>
                  </a:cubicBezTo>
                  <a:cubicBezTo>
                    <a:pt x="2042" y="2430"/>
                    <a:pt x="1296" y="2379"/>
                    <a:pt x="567" y="2200"/>
                  </a:cubicBezTo>
                  <a:cubicBezTo>
                    <a:pt x="478" y="2166"/>
                    <a:pt x="388" y="2132"/>
                    <a:pt x="354" y="2077"/>
                  </a:cubicBezTo>
                  <a:cubicBezTo>
                    <a:pt x="124" y="1791"/>
                    <a:pt x="0" y="1493"/>
                    <a:pt x="90" y="1135"/>
                  </a:cubicBezTo>
                  <a:cubicBezTo>
                    <a:pt x="141" y="798"/>
                    <a:pt x="354" y="585"/>
                    <a:pt x="657" y="478"/>
                  </a:cubicBezTo>
                  <a:cubicBezTo>
                    <a:pt x="1066" y="338"/>
                    <a:pt x="1454" y="193"/>
                    <a:pt x="1880" y="176"/>
                  </a:cubicBezTo>
                  <a:cubicBezTo>
                    <a:pt x="2132" y="159"/>
                    <a:pt x="2379" y="142"/>
                    <a:pt x="2626" y="14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1"/>
            <p:cNvSpPr/>
            <p:nvPr/>
          </p:nvSpPr>
          <p:spPr>
            <a:xfrm rot="1073721">
              <a:off x="5918225" y="450303"/>
              <a:ext cx="512774" cy="147481"/>
            </a:xfrm>
            <a:custGeom>
              <a:rect b="b" l="l" r="r" t="t"/>
              <a:pathLst>
                <a:path extrusionOk="0" h="1881" w="6540">
                  <a:moveTo>
                    <a:pt x="1" y="1880"/>
                  </a:moveTo>
                  <a:cubicBezTo>
                    <a:pt x="197" y="1437"/>
                    <a:pt x="483" y="1083"/>
                    <a:pt x="836" y="798"/>
                  </a:cubicBezTo>
                  <a:cubicBezTo>
                    <a:pt x="1212" y="512"/>
                    <a:pt x="1621" y="320"/>
                    <a:pt x="2047" y="176"/>
                  </a:cubicBezTo>
                  <a:cubicBezTo>
                    <a:pt x="2631" y="1"/>
                    <a:pt x="3198" y="1"/>
                    <a:pt x="3786" y="18"/>
                  </a:cubicBezTo>
                  <a:cubicBezTo>
                    <a:pt x="4285" y="35"/>
                    <a:pt x="4762" y="176"/>
                    <a:pt x="5222" y="355"/>
                  </a:cubicBezTo>
                  <a:cubicBezTo>
                    <a:pt x="5401" y="427"/>
                    <a:pt x="5580" y="551"/>
                    <a:pt x="5721" y="691"/>
                  </a:cubicBezTo>
                  <a:cubicBezTo>
                    <a:pt x="5990" y="960"/>
                    <a:pt x="6220" y="1258"/>
                    <a:pt x="6467" y="1544"/>
                  </a:cubicBezTo>
                  <a:cubicBezTo>
                    <a:pt x="6484" y="1561"/>
                    <a:pt x="6501" y="1599"/>
                    <a:pt x="6539" y="1650"/>
                  </a:cubicBezTo>
                  <a:cubicBezTo>
                    <a:pt x="4353" y="1812"/>
                    <a:pt x="2188" y="1846"/>
                    <a:pt x="1" y="188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1"/>
            <p:cNvSpPr/>
            <p:nvPr/>
          </p:nvSpPr>
          <p:spPr>
            <a:xfrm rot="1073721">
              <a:off x="5849529" y="583760"/>
              <a:ext cx="580909" cy="90716"/>
            </a:xfrm>
            <a:custGeom>
              <a:rect b="b" l="l" r="r" t="t"/>
              <a:pathLst>
                <a:path extrusionOk="0" h="1157" w="7409">
                  <a:moveTo>
                    <a:pt x="1" y="1049"/>
                  </a:moveTo>
                  <a:cubicBezTo>
                    <a:pt x="39" y="802"/>
                    <a:pt x="163" y="572"/>
                    <a:pt x="269" y="321"/>
                  </a:cubicBezTo>
                  <a:cubicBezTo>
                    <a:pt x="286" y="252"/>
                    <a:pt x="359" y="231"/>
                    <a:pt x="444" y="231"/>
                  </a:cubicBezTo>
                  <a:cubicBezTo>
                    <a:pt x="892" y="231"/>
                    <a:pt x="1335" y="231"/>
                    <a:pt x="1778" y="214"/>
                  </a:cubicBezTo>
                  <a:cubicBezTo>
                    <a:pt x="2631" y="197"/>
                    <a:pt x="3483" y="180"/>
                    <a:pt x="4353" y="146"/>
                  </a:cubicBezTo>
                  <a:cubicBezTo>
                    <a:pt x="4834" y="146"/>
                    <a:pt x="5312" y="125"/>
                    <a:pt x="5810" y="107"/>
                  </a:cubicBezTo>
                  <a:cubicBezTo>
                    <a:pt x="6181" y="90"/>
                    <a:pt x="6556" y="56"/>
                    <a:pt x="6927" y="18"/>
                  </a:cubicBezTo>
                  <a:cubicBezTo>
                    <a:pt x="7072" y="1"/>
                    <a:pt x="7072" y="1"/>
                    <a:pt x="7140" y="146"/>
                  </a:cubicBezTo>
                  <a:cubicBezTo>
                    <a:pt x="7285" y="410"/>
                    <a:pt x="7353" y="679"/>
                    <a:pt x="7409" y="998"/>
                  </a:cubicBezTo>
                  <a:cubicBezTo>
                    <a:pt x="7247" y="998"/>
                    <a:pt x="7072" y="1015"/>
                    <a:pt x="6910" y="1015"/>
                  </a:cubicBezTo>
                  <a:cubicBezTo>
                    <a:pt x="5951" y="1067"/>
                    <a:pt x="4992" y="1122"/>
                    <a:pt x="4033" y="1139"/>
                  </a:cubicBezTo>
                  <a:cubicBezTo>
                    <a:pt x="3377" y="1156"/>
                    <a:pt x="2737" y="1156"/>
                    <a:pt x="2081" y="1139"/>
                  </a:cubicBezTo>
                  <a:cubicBezTo>
                    <a:pt x="1403" y="1122"/>
                    <a:pt x="730" y="1084"/>
                    <a:pt x="56" y="1067"/>
                  </a:cubicBezTo>
                  <a:cubicBezTo>
                    <a:pt x="39" y="1067"/>
                    <a:pt x="18" y="1067"/>
                    <a:pt x="1" y="10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1"/>
            <p:cNvSpPr/>
            <p:nvPr/>
          </p:nvSpPr>
          <p:spPr>
            <a:xfrm rot="1073721">
              <a:off x="5770948" y="847527"/>
              <a:ext cx="541784" cy="80993"/>
            </a:xfrm>
            <a:custGeom>
              <a:rect b="b" l="l" r="r" t="t"/>
              <a:pathLst>
                <a:path extrusionOk="0" h="1033" w="6910">
                  <a:moveTo>
                    <a:pt x="6909" y="90"/>
                  </a:moveTo>
                  <a:cubicBezTo>
                    <a:pt x="6713" y="393"/>
                    <a:pt x="6483" y="640"/>
                    <a:pt x="6108" y="691"/>
                  </a:cubicBezTo>
                  <a:cubicBezTo>
                    <a:pt x="5861" y="730"/>
                    <a:pt x="5592" y="798"/>
                    <a:pt x="5345" y="853"/>
                  </a:cubicBezTo>
                  <a:cubicBezTo>
                    <a:pt x="5273" y="853"/>
                    <a:pt x="5222" y="870"/>
                    <a:pt x="5166" y="870"/>
                  </a:cubicBezTo>
                  <a:cubicBezTo>
                    <a:pt x="4919" y="853"/>
                    <a:pt x="4672" y="887"/>
                    <a:pt x="4420" y="943"/>
                  </a:cubicBezTo>
                  <a:cubicBezTo>
                    <a:pt x="4015" y="1011"/>
                    <a:pt x="3606" y="1032"/>
                    <a:pt x="3197" y="1011"/>
                  </a:cubicBezTo>
                  <a:cubicBezTo>
                    <a:pt x="2592" y="977"/>
                    <a:pt x="1991" y="977"/>
                    <a:pt x="1368" y="960"/>
                  </a:cubicBezTo>
                  <a:cubicBezTo>
                    <a:pt x="1100" y="960"/>
                    <a:pt x="836" y="887"/>
                    <a:pt x="567" y="781"/>
                  </a:cubicBezTo>
                  <a:cubicBezTo>
                    <a:pt x="286" y="657"/>
                    <a:pt x="107" y="427"/>
                    <a:pt x="0" y="107"/>
                  </a:cubicBezTo>
                  <a:cubicBezTo>
                    <a:pt x="73" y="107"/>
                    <a:pt x="124" y="90"/>
                    <a:pt x="179" y="90"/>
                  </a:cubicBezTo>
                  <a:lnTo>
                    <a:pt x="622" y="90"/>
                  </a:lnTo>
                  <a:cubicBezTo>
                    <a:pt x="870" y="90"/>
                    <a:pt x="1117" y="107"/>
                    <a:pt x="1351" y="107"/>
                  </a:cubicBezTo>
                  <a:cubicBezTo>
                    <a:pt x="1722" y="107"/>
                    <a:pt x="2097" y="90"/>
                    <a:pt x="2485" y="90"/>
                  </a:cubicBezTo>
                  <a:cubicBezTo>
                    <a:pt x="2860" y="73"/>
                    <a:pt x="3248" y="90"/>
                    <a:pt x="3623" y="73"/>
                  </a:cubicBezTo>
                  <a:cubicBezTo>
                    <a:pt x="4263" y="52"/>
                    <a:pt x="4902" y="18"/>
                    <a:pt x="5524" y="18"/>
                  </a:cubicBezTo>
                  <a:cubicBezTo>
                    <a:pt x="5933" y="1"/>
                    <a:pt x="6321" y="35"/>
                    <a:pt x="6730" y="52"/>
                  </a:cubicBezTo>
                  <a:cubicBezTo>
                    <a:pt x="6786" y="52"/>
                    <a:pt x="6837" y="73"/>
                    <a:pt x="6909" y="9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1"/>
            <p:cNvSpPr/>
            <p:nvPr/>
          </p:nvSpPr>
          <p:spPr>
            <a:xfrm rot="1073721">
              <a:off x="5909636" y="554267"/>
              <a:ext cx="33479" cy="26501"/>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1"/>
            <p:cNvSpPr/>
            <p:nvPr/>
          </p:nvSpPr>
          <p:spPr>
            <a:xfrm rot="1073721">
              <a:off x="5984025" y="578287"/>
              <a:ext cx="33479" cy="26501"/>
            </a:xfrm>
            <a:custGeom>
              <a:rect b="b" l="l" r="r" t="t"/>
              <a:pathLst>
                <a:path extrusionOk="0" h="338" w="427">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1"/>
            <p:cNvSpPr/>
            <p:nvPr/>
          </p:nvSpPr>
          <p:spPr>
            <a:xfrm rot="1073721">
              <a:off x="6064830" y="604379"/>
              <a:ext cx="33479" cy="26501"/>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1"/>
            <p:cNvSpPr/>
            <p:nvPr/>
          </p:nvSpPr>
          <p:spPr>
            <a:xfrm rot="1073721">
              <a:off x="6153544" y="633025"/>
              <a:ext cx="33479" cy="26501"/>
            </a:xfrm>
            <a:custGeom>
              <a:rect b="b" l="l" r="r" t="t"/>
              <a:pathLst>
                <a:path extrusionOk="0" h="338" w="427">
                  <a:moveTo>
                    <a:pt x="213" y="1"/>
                  </a:moveTo>
                  <a:cubicBezTo>
                    <a:pt x="0" y="1"/>
                    <a:pt x="0" y="337"/>
                    <a:pt x="213" y="337"/>
                  </a:cubicBezTo>
                  <a:cubicBezTo>
                    <a:pt x="427" y="337"/>
                    <a:pt x="427"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1"/>
            <p:cNvSpPr/>
            <p:nvPr/>
          </p:nvSpPr>
          <p:spPr>
            <a:xfrm rot="1073721">
              <a:off x="6242259" y="661671"/>
              <a:ext cx="33479" cy="26501"/>
            </a:xfrm>
            <a:custGeom>
              <a:rect b="b" l="l" r="r" t="t"/>
              <a:pathLst>
                <a:path extrusionOk="0" h="338" w="427">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1"/>
            <p:cNvSpPr/>
            <p:nvPr/>
          </p:nvSpPr>
          <p:spPr>
            <a:xfrm rot="1073721">
              <a:off x="6333129" y="683678"/>
              <a:ext cx="33479" cy="26423"/>
            </a:xfrm>
            <a:custGeom>
              <a:rect b="b" l="l" r="r" t="t"/>
              <a:pathLst>
                <a:path extrusionOk="0" h="337" w="427">
                  <a:moveTo>
                    <a:pt x="214" y="0"/>
                  </a:moveTo>
                  <a:cubicBezTo>
                    <a:pt x="1" y="0"/>
                    <a:pt x="1" y="337"/>
                    <a:pt x="214" y="337"/>
                  </a:cubicBezTo>
                  <a:cubicBezTo>
                    <a:pt x="427" y="337"/>
                    <a:pt x="427" y="0"/>
                    <a:pt x="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1"/>
            <p:cNvSpPr/>
            <p:nvPr/>
          </p:nvSpPr>
          <p:spPr>
            <a:xfrm rot="1073721">
              <a:off x="6175973" y="503050"/>
              <a:ext cx="163163" cy="76602"/>
            </a:xfrm>
            <a:custGeom>
              <a:rect b="b" l="l" r="r" t="t"/>
              <a:pathLst>
                <a:path extrusionOk="0" h="977" w="2081">
                  <a:moveTo>
                    <a:pt x="606" y="1"/>
                  </a:moveTo>
                  <a:cubicBezTo>
                    <a:pt x="392" y="1"/>
                    <a:pt x="179" y="18"/>
                    <a:pt x="0" y="107"/>
                  </a:cubicBezTo>
                  <a:cubicBezTo>
                    <a:pt x="196" y="158"/>
                    <a:pt x="375" y="197"/>
                    <a:pt x="571" y="248"/>
                  </a:cubicBezTo>
                  <a:cubicBezTo>
                    <a:pt x="746" y="303"/>
                    <a:pt x="925" y="371"/>
                    <a:pt x="1087" y="427"/>
                  </a:cubicBezTo>
                  <a:cubicBezTo>
                    <a:pt x="1262" y="495"/>
                    <a:pt x="1424" y="567"/>
                    <a:pt x="1599" y="657"/>
                  </a:cubicBezTo>
                  <a:cubicBezTo>
                    <a:pt x="1761" y="746"/>
                    <a:pt x="1918" y="853"/>
                    <a:pt x="2080" y="977"/>
                  </a:cubicBezTo>
                  <a:cubicBezTo>
                    <a:pt x="2025" y="763"/>
                    <a:pt x="1901" y="584"/>
                    <a:pt x="1744" y="444"/>
                  </a:cubicBezTo>
                  <a:cubicBezTo>
                    <a:pt x="1582" y="303"/>
                    <a:pt x="1407" y="197"/>
                    <a:pt x="1211" y="124"/>
                  </a:cubicBezTo>
                  <a:cubicBezTo>
                    <a:pt x="1015" y="52"/>
                    <a:pt x="819" y="1"/>
                    <a:pt x="6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1"/>
            <p:cNvSpPr/>
            <p:nvPr/>
          </p:nvSpPr>
          <p:spPr>
            <a:xfrm rot="1073721">
              <a:off x="5680639" y="598333"/>
              <a:ext cx="101614" cy="90637"/>
            </a:xfrm>
            <a:custGeom>
              <a:rect b="b" l="l" r="r" t="t"/>
              <a:pathLst>
                <a:path extrusionOk="0" h="1156" w="1296">
                  <a:moveTo>
                    <a:pt x="1296" y="550"/>
                  </a:moveTo>
                  <a:cubicBezTo>
                    <a:pt x="1279" y="797"/>
                    <a:pt x="1155" y="976"/>
                    <a:pt x="925" y="1066"/>
                  </a:cubicBezTo>
                  <a:cubicBezTo>
                    <a:pt x="674" y="1155"/>
                    <a:pt x="409" y="1117"/>
                    <a:pt x="264" y="942"/>
                  </a:cubicBezTo>
                  <a:cubicBezTo>
                    <a:pt x="0" y="640"/>
                    <a:pt x="124" y="231"/>
                    <a:pt x="499" y="73"/>
                  </a:cubicBezTo>
                  <a:cubicBezTo>
                    <a:pt x="656" y="17"/>
                    <a:pt x="818" y="0"/>
                    <a:pt x="993" y="51"/>
                  </a:cubicBezTo>
                  <a:cubicBezTo>
                    <a:pt x="1066" y="73"/>
                    <a:pt x="1138" y="124"/>
                    <a:pt x="1172" y="179"/>
                  </a:cubicBezTo>
                  <a:cubicBezTo>
                    <a:pt x="1262"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1"/>
            <p:cNvSpPr/>
            <p:nvPr/>
          </p:nvSpPr>
          <p:spPr>
            <a:xfrm rot="1073721">
              <a:off x="5674582" y="588065"/>
              <a:ext cx="118393" cy="114080"/>
            </a:xfrm>
            <a:custGeom>
              <a:rect b="b" l="l" r="r" t="t"/>
              <a:pathLst>
                <a:path extrusionOk="0" h="1455" w="1510">
                  <a:moveTo>
                    <a:pt x="1492" y="674"/>
                  </a:moveTo>
                  <a:cubicBezTo>
                    <a:pt x="1510" y="1045"/>
                    <a:pt x="1245" y="1296"/>
                    <a:pt x="909" y="1386"/>
                  </a:cubicBezTo>
                  <a:cubicBezTo>
                    <a:pt x="606" y="1454"/>
                    <a:pt x="359" y="1365"/>
                    <a:pt x="180" y="1117"/>
                  </a:cubicBezTo>
                  <a:cubicBezTo>
                    <a:pt x="1" y="887"/>
                    <a:pt x="1" y="533"/>
                    <a:pt x="269" y="248"/>
                  </a:cubicBezTo>
                  <a:cubicBezTo>
                    <a:pt x="482" y="52"/>
                    <a:pt x="729" y="1"/>
                    <a:pt x="998" y="35"/>
                  </a:cubicBezTo>
                  <a:cubicBezTo>
                    <a:pt x="1122" y="52"/>
                    <a:pt x="1245" y="52"/>
                    <a:pt x="1318" y="175"/>
                  </a:cubicBezTo>
                  <a:cubicBezTo>
                    <a:pt x="1403" y="282"/>
                    <a:pt x="1492" y="512"/>
                    <a:pt x="1492" y="674"/>
                  </a:cubicBezTo>
                  <a:close/>
                  <a:moveTo>
                    <a:pt x="1369" y="691"/>
                  </a:moveTo>
                  <a:cubicBezTo>
                    <a:pt x="1369" y="568"/>
                    <a:pt x="1335" y="427"/>
                    <a:pt x="1245" y="320"/>
                  </a:cubicBezTo>
                  <a:cubicBezTo>
                    <a:pt x="1211" y="265"/>
                    <a:pt x="1139" y="214"/>
                    <a:pt x="1066" y="192"/>
                  </a:cubicBezTo>
                  <a:cubicBezTo>
                    <a:pt x="891" y="141"/>
                    <a:pt x="729" y="158"/>
                    <a:pt x="572" y="214"/>
                  </a:cubicBezTo>
                  <a:cubicBezTo>
                    <a:pt x="197" y="372"/>
                    <a:pt x="73" y="781"/>
                    <a:pt x="337" y="1083"/>
                  </a:cubicBezTo>
                  <a:cubicBezTo>
                    <a:pt x="482" y="1258"/>
                    <a:pt x="747" y="1296"/>
                    <a:pt x="998" y="1207"/>
                  </a:cubicBezTo>
                  <a:cubicBezTo>
                    <a:pt x="1228" y="1117"/>
                    <a:pt x="1352" y="938"/>
                    <a:pt x="1369"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1"/>
            <p:cNvSpPr/>
            <p:nvPr/>
          </p:nvSpPr>
          <p:spPr>
            <a:xfrm rot="1073721">
              <a:off x="5858066" y="655637"/>
              <a:ext cx="101692" cy="90637"/>
            </a:xfrm>
            <a:custGeom>
              <a:rect b="b" l="l" r="r" t="t"/>
              <a:pathLst>
                <a:path extrusionOk="0" h="1156" w="1297">
                  <a:moveTo>
                    <a:pt x="1296" y="550"/>
                  </a:moveTo>
                  <a:cubicBezTo>
                    <a:pt x="1279" y="797"/>
                    <a:pt x="1156" y="976"/>
                    <a:pt x="925" y="1066"/>
                  </a:cubicBezTo>
                  <a:cubicBezTo>
                    <a:pt x="678" y="1155"/>
                    <a:pt x="410" y="1117"/>
                    <a:pt x="269" y="942"/>
                  </a:cubicBezTo>
                  <a:cubicBezTo>
                    <a:pt x="0" y="640"/>
                    <a:pt x="107" y="231"/>
                    <a:pt x="499" y="73"/>
                  </a:cubicBezTo>
                  <a:cubicBezTo>
                    <a:pt x="657" y="17"/>
                    <a:pt x="819" y="0"/>
                    <a:pt x="977" y="51"/>
                  </a:cubicBezTo>
                  <a:cubicBezTo>
                    <a:pt x="1049" y="73"/>
                    <a:pt x="1139" y="124"/>
                    <a:pt x="1173" y="179"/>
                  </a:cubicBezTo>
                  <a:cubicBezTo>
                    <a:pt x="1245"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1"/>
            <p:cNvSpPr/>
            <p:nvPr/>
          </p:nvSpPr>
          <p:spPr>
            <a:xfrm rot="1073721">
              <a:off x="5852383" y="645477"/>
              <a:ext cx="118393" cy="114080"/>
            </a:xfrm>
            <a:custGeom>
              <a:rect b="b" l="l" r="r" t="t"/>
              <a:pathLst>
                <a:path extrusionOk="0" h="1455" w="1510">
                  <a:moveTo>
                    <a:pt x="1492" y="674"/>
                  </a:moveTo>
                  <a:cubicBezTo>
                    <a:pt x="1509" y="1045"/>
                    <a:pt x="1241" y="1296"/>
                    <a:pt x="904" y="1386"/>
                  </a:cubicBezTo>
                  <a:cubicBezTo>
                    <a:pt x="601" y="1454"/>
                    <a:pt x="337" y="1365"/>
                    <a:pt x="158" y="1117"/>
                  </a:cubicBezTo>
                  <a:cubicBezTo>
                    <a:pt x="0" y="887"/>
                    <a:pt x="0" y="533"/>
                    <a:pt x="265" y="248"/>
                  </a:cubicBezTo>
                  <a:cubicBezTo>
                    <a:pt x="478" y="52"/>
                    <a:pt x="725" y="1"/>
                    <a:pt x="993" y="35"/>
                  </a:cubicBezTo>
                  <a:cubicBezTo>
                    <a:pt x="1100" y="52"/>
                    <a:pt x="1241" y="52"/>
                    <a:pt x="1313" y="175"/>
                  </a:cubicBezTo>
                  <a:cubicBezTo>
                    <a:pt x="1403" y="282"/>
                    <a:pt x="1471" y="512"/>
                    <a:pt x="1492" y="674"/>
                  </a:cubicBezTo>
                  <a:close/>
                  <a:moveTo>
                    <a:pt x="1364" y="691"/>
                  </a:moveTo>
                  <a:cubicBezTo>
                    <a:pt x="1364" y="568"/>
                    <a:pt x="1313" y="427"/>
                    <a:pt x="1241" y="320"/>
                  </a:cubicBezTo>
                  <a:cubicBezTo>
                    <a:pt x="1207" y="265"/>
                    <a:pt x="1117" y="214"/>
                    <a:pt x="1045" y="192"/>
                  </a:cubicBezTo>
                  <a:cubicBezTo>
                    <a:pt x="887" y="141"/>
                    <a:pt x="725" y="158"/>
                    <a:pt x="567" y="214"/>
                  </a:cubicBezTo>
                  <a:cubicBezTo>
                    <a:pt x="175" y="372"/>
                    <a:pt x="68" y="781"/>
                    <a:pt x="337" y="1083"/>
                  </a:cubicBezTo>
                  <a:cubicBezTo>
                    <a:pt x="478" y="1258"/>
                    <a:pt x="746" y="1296"/>
                    <a:pt x="993" y="1207"/>
                  </a:cubicBezTo>
                  <a:cubicBezTo>
                    <a:pt x="1224" y="1117"/>
                    <a:pt x="1347" y="938"/>
                    <a:pt x="1364"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1"/>
            <p:cNvSpPr/>
            <p:nvPr/>
          </p:nvSpPr>
          <p:spPr>
            <a:xfrm rot="1073721">
              <a:off x="6035869" y="713038"/>
              <a:ext cx="101614" cy="90637"/>
            </a:xfrm>
            <a:custGeom>
              <a:rect b="b" l="l" r="r" t="t"/>
              <a:pathLst>
                <a:path extrusionOk="0" h="1156" w="1296">
                  <a:moveTo>
                    <a:pt x="1296" y="550"/>
                  </a:moveTo>
                  <a:cubicBezTo>
                    <a:pt x="1279" y="797"/>
                    <a:pt x="1151" y="976"/>
                    <a:pt x="904" y="1066"/>
                  </a:cubicBezTo>
                  <a:cubicBezTo>
                    <a:pt x="674" y="1155"/>
                    <a:pt x="388" y="1117"/>
                    <a:pt x="247" y="942"/>
                  </a:cubicBezTo>
                  <a:cubicBezTo>
                    <a:pt x="0" y="640"/>
                    <a:pt x="107" y="231"/>
                    <a:pt x="495" y="73"/>
                  </a:cubicBezTo>
                  <a:cubicBezTo>
                    <a:pt x="657" y="17"/>
                    <a:pt x="814" y="0"/>
                    <a:pt x="976" y="51"/>
                  </a:cubicBezTo>
                  <a:cubicBezTo>
                    <a:pt x="1044" y="73"/>
                    <a:pt x="1134" y="124"/>
                    <a:pt x="1172" y="179"/>
                  </a:cubicBezTo>
                  <a:cubicBezTo>
                    <a:pt x="1241"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1"/>
            <p:cNvSpPr/>
            <p:nvPr/>
          </p:nvSpPr>
          <p:spPr>
            <a:xfrm rot="1073721">
              <a:off x="6028511" y="702565"/>
              <a:ext cx="119726" cy="114080"/>
            </a:xfrm>
            <a:custGeom>
              <a:rect b="b" l="l" r="r" t="t"/>
              <a:pathLst>
                <a:path extrusionOk="0" h="1455" w="1527">
                  <a:moveTo>
                    <a:pt x="1510" y="674"/>
                  </a:moveTo>
                  <a:cubicBezTo>
                    <a:pt x="1527" y="1045"/>
                    <a:pt x="1262" y="1296"/>
                    <a:pt x="921" y="1386"/>
                  </a:cubicBezTo>
                  <a:cubicBezTo>
                    <a:pt x="623" y="1454"/>
                    <a:pt x="354" y="1365"/>
                    <a:pt x="175" y="1117"/>
                  </a:cubicBezTo>
                  <a:cubicBezTo>
                    <a:pt x="18" y="887"/>
                    <a:pt x="1" y="533"/>
                    <a:pt x="282" y="248"/>
                  </a:cubicBezTo>
                  <a:cubicBezTo>
                    <a:pt x="478" y="52"/>
                    <a:pt x="747" y="1"/>
                    <a:pt x="1011" y="35"/>
                  </a:cubicBezTo>
                  <a:cubicBezTo>
                    <a:pt x="1117" y="52"/>
                    <a:pt x="1241" y="52"/>
                    <a:pt x="1331" y="175"/>
                  </a:cubicBezTo>
                  <a:cubicBezTo>
                    <a:pt x="1420" y="282"/>
                    <a:pt x="1492" y="512"/>
                    <a:pt x="1510" y="674"/>
                  </a:cubicBezTo>
                  <a:close/>
                  <a:moveTo>
                    <a:pt x="1386" y="691"/>
                  </a:moveTo>
                  <a:cubicBezTo>
                    <a:pt x="1386" y="568"/>
                    <a:pt x="1331" y="427"/>
                    <a:pt x="1262" y="320"/>
                  </a:cubicBezTo>
                  <a:cubicBezTo>
                    <a:pt x="1224" y="265"/>
                    <a:pt x="1134" y="214"/>
                    <a:pt x="1066" y="192"/>
                  </a:cubicBezTo>
                  <a:cubicBezTo>
                    <a:pt x="904" y="141"/>
                    <a:pt x="747" y="158"/>
                    <a:pt x="585" y="214"/>
                  </a:cubicBezTo>
                  <a:cubicBezTo>
                    <a:pt x="197" y="372"/>
                    <a:pt x="90" y="781"/>
                    <a:pt x="337" y="1083"/>
                  </a:cubicBezTo>
                  <a:cubicBezTo>
                    <a:pt x="478" y="1258"/>
                    <a:pt x="764" y="1296"/>
                    <a:pt x="994" y="1207"/>
                  </a:cubicBezTo>
                  <a:cubicBezTo>
                    <a:pt x="1241" y="1117"/>
                    <a:pt x="1369" y="938"/>
                    <a:pt x="1386"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1"/>
            <p:cNvSpPr/>
            <p:nvPr/>
          </p:nvSpPr>
          <p:spPr>
            <a:xfrm rot="1073721">
              <a:off x="6213296" y="770342"/>
              <a:ext cx="101692" cy="90637"/>
            </a:xfrm>
            <a:custGeom>
              <a:rect b="b" l="l" r="r" t="t"/>
              <a:pathLst>
                <a:path extrusionOk="0" h="1156" w="1297">
                  <a:moveTo>
                    <a:pt x="1279" y="550"/>
                  </a:moveTo>
                  <a:cubicBezTo>
                    <a:pt x="1279" y="797"/>
                    <a:pt x="1156" y="976"/>
                    <a:pt x="904" y="1066"/>
                  </a:cubicBezTo>
                  <a:cubicBezTo>
                    <a:pt x="674" y="1155"/>
                    <a:pt x="393" y="1117"/>
                    <a:pt x="248" y="942"/>
                  </a:cubicBezTo>
                  <a:cubicBezTo>
                    <a:pt x="1" y="640"/>
                    <a:pt x="107" y="231"/>
                    <a:pt x="478" y="73"/>
                  </a:cubicBezTo>
                  <a:cubicBezTo>
                    <a:pt x="640" y="17"/>
                    <a:pt x="819" y="0"/>
                    <a:pt x="977" y="51"/>
                  </a:cubicBezTo>
                  <a:cubicBezTo>
                    <a:pt x="1049" y="73"/>
                    <a:pt x="1139" y="124"/>
                    <a:pt x="1173" y="179"/>
                  </a:cubicBezTo>
                  <a:cubicBezTo>
                    <a:pt x="1245" y="286"/>
                    <a:pt x="1296" y="427"/>
                    <a:pt x="1279"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1"/>
            <p:cNvSpPr/>
            <p:nvPr/>
          </p:nvSpPr>
          <p:spPr>
            <a:xfrm rot="1073721">
              <a:off x="6206016" y="759869"/>
              <a:ext cx="119647" cy="114080"/>
            </a:xfrm>
            <a:custGeom>
              <a:rect b="b" l="l" r="r" t="t"/>
              <a:pathLst>
                <a:path extrusionOk="0" h="1455" w="1526">
                  <a:moveTo>
                    <a:pt x="1509" y="674"/>
                  </a:moveTo>
                  <a:cubicBezTo>
                    <a:pt x="1526" y="1045"/>
                    <a:pt x="1262" y="1296"/>
                    <a:pt x="925" y="1386"/>
                  </a:cubicBezTo>
                  <a:cubicBezTo>
                    <a:pt x="622" y="1454"/>
                    <a:pt x="354" y="1365"/>
                    <a:pt x="179" y="1117"/>
                  </a:cubicBezTo>
                  <a:cubicBezTo>
                    <a:pt x="17" y="887"/>
                    <a:pt x="0" y="533"/>
                    <a:pt x="286" y="248"/>
                  </a:cubicBezTo>
                  <a:cubicBezTo>
                    <a:pt x="482" y="52"/>
                    <a:pt x="746" y="1"/>
                    <a:pt x="1015" y="35"/>
                  </a:cubicBezTo>
                  <a:cubicBezTo>
                    <a:pt x="1121" y="52"/>
                    <a:pt x="1245" y="52"/>
                    <a:pt x="1334" y="175"/>
                  </a:cubicBezTo>
                  <a:cubicBezTo>
                    <a:pt x="1402" y="282"/>
                    <a:pt x="1492" y="512"/>
                    <a:pt x="1509" y="674"/>
                  </a:cubicBezTo>
                  <a:close/>
                  <a:moveTo>
                    <a:pt x="1368" y="691"/>
                  </a:moveTo>
                  <a:cubicBezTo>
                    <a:pt x="1385" y="568"/>
                    <a:pt x="1334" y="427"/>
                    <a:pt x="1262" y="320"/>
                  </a:cubicBezTo>
                  <a:cubicBezTo>
                    <a:pt x="1228" y="265"/>
                    <a:pt x="1138" y="214"/>
                    <a:pt x="1066" y="192"/>
                  </a:cubicBezTo>
                  <a:cubicBezTo>
                    <a:pt x="908" y="141"/>
                    <a:pt x="729" y="158"/>
                    <a:pt x="567" y="214"/>
                  </a:cubicBezTo>
                  <a:cubicBezTo>
                    <a:pt x="196" y="372"/>
                    <a:pt x="90" y="781"/>
                    <a:pt x="337" y="1083"/>
                  </a:cubicBezTo>
                  <a:cubicBezTo>
                    <a:pt x="482" y="1258"/>
                    <a:pt x="763" y="1296"/>
                    <a:pt x="993" y="1207"/>
                  </a:cubicBezTo>
                  <a:cubicBezTo>
                    <a:pt x="1245" y="1117"/>
                    <a:pt x="1368" y="938"/>
                    <a:pt x="1368"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1"/>
            <p:cNvSpPr/>
            <p:nvPr/>
          </p:nvSpPr>
          <p:spPr>
            <a:xfrm rot="1073721">
              <a:off x="6390724" y="827634"/>
              <a:ext cx="101692" cy="90637"/>
            </a:xfrm>
            <a:custGeom>
              <a:rect b="b" l="l" r="r" t="t"/>
              <a:pathLst>
                <a:path extrusionOk="0" h="1156" w="1297">
                  <a:moveTo>
                    <a:pt x="1280" y="550"/>
                  </a:moveTo>
                  <a:cubicBezTo>
                    <a:pt x="1280" y="797"/>
                    <a:pt x="1156" y="976"/>
                    <a:pt x="909" y="1066"/>
                  </a:cubicBezTo>
                  <a:cubicBezTo>
                    <a:pt x="679" y="1155"/>
                    <a:pt x="393" y="1117"/>
                    <a:pt x="252" y="942"/>
                  </a:cubicBezTo>
                  <a:cubicBezTo>
                    <a:pt x="1" y="640"/>
                    <a:pt x="108" y="231"/>
                    <a:pt x="483" y="73"/>
                  </a:cubicBezTo>
                  <a:cubicBezTo>
                    <a:pt x="640" y="17"/>
                    <a:pt x="819" y="0"/>
                    <a:pt x="977" y="51"/>
                  </a:cubicBezTo>
                  <a:cubicBezTo>
                    <a:pt x="1050" y="73"/>
                    <a:pt x="1122" y="124"/>
                    <a:pt x="1173" y="179"/>
                  </a:cubicBezTo>
                  <a:cubicBezTo>
                    <a:pt x="1246" y="286"/>
                    <a:pt x="1297" y="427"/>
                    <a:pt x="1280"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1"/>
            <p:cNvSpPr/>
            <p:nvPr/>
          </p:nvSpPr>
          <p:spPr>
            <a:xfrm rot="1073721">
              <a:off x="6383435" y="817221"/>
              <a:ext cx="120039" cy="114080"/>
            </a:xfrm>
            <a:custGeom>
              <a:rect b="b" l="l" r="r" t="t"/>
              <a:pathLst>
                <a:path extrusionOk="0" h="1455" w="1531">
                  <a:moveTo>
                    <a:pt x="1492" y="674"/>
                  </a:moveTo>
                  <a:cubicBezTo>
                    <a:pt x="1531" y="1045"/>
                    <a:pt x="1262" y="1296"/>
                    <a:pt x="925" y="1386"/>
                  </a:cubicBezTo>
                  <a:cubicBezTo>
                    <a:pt x="623" y="1454"/>
                    <a:pt x="359" y="1365"/>
                    <a:pt x="179" y="1117"/>
                  </a:cubicBezTo>
                  <a:cubicBezTo>
                    <a:pt x="22" y="887"/>
                    <a:pt x="0" y="533"/>
                    <a:pt x="286" y="248"/>
                  </a:cubicBezTo>
                  <a:cubicBezTo>
                    <a:pt x="482" y="52"/>
                    <a:pt x="746" y="1"/>
                    <a:pt x="1015" y="35"/>
                  </a:cubicBezTo>
                  <a:cubicBezTo>
                    <a:pt x="1121" y="52"/>
                    <a:pt x="1245" y="52"/>
                    <a:pt x="1335" y="175"/>
                  </a:cubicBezTo>
                  <a:cubicBezTo>
                    <a:pt x="1407" y="282"/>
                    <a:pt x="1492" y="512"/>
                    <a:pt x="1492" y="674"/>
                  </a:cubicBezTo>
                  <a:close/>
                  <a:moveTo>
                    <a:pt x="1369" y="691"/>
                  </a:moveTo>
                  <a:cubicBezTo>
                    <a:pt x="1386" y="568"/>
                    <a:pt x="1335" y="427"/>
                    <a:pt x="1262" y="320"/>
                  </a:cubicBezTo>
                  <a:cubicBezTo>
                    <a:pt x="1211" y="265"/>
                    <a:pt x="1139" y="214"/>
                    <a:pt x="1066" y="192"/>
                  </a:cubicBezTo>
                  <a:cubicBezTo>
                    <a:pt x="908" y="141"/>
                    <a:pt x="729" y="158"/>
                    <a:pt x="572" y="214"/>
                  </a:cubicBezTo>
                  <a:cubicBezTo>
                    <a:pt x="197" y="372"/>
                    <a:pt x="90" y="781"/>
                    <a:pt x="341" y="1083"/>
                  </a:cubicBezTo>
                  <a:cubicBezTo>
                    <a:pt x="482" y="1258"/>
                    <a:pt x="768" y="1296"/>
                    <a:pt x="998" y="1207"/>
                  </a:cubicBezTo>
                  <a:cubicBezTo>
                    <a:pt x="1245" y="1117"/>
                    <a:pt x="1369" y="938"/>
                    <a:pt x="1369"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1"/>
            <p:cNvSpPr/>
            <p:nvPr/>
          </p:nvSpPr>
          <p:spPr>
            <a:xfrm rot="1073721">
              <a:off x="5735506" y="618167"/>
              <a:ext cx="33479" cy="26501"/>
            </a:xfrm>
            <a:custGeom>
              <a:rect b="b" l="l" r="r" t="t"/>
              <a:pathLst>
                <a:path extrusionOk="0" h="338" w="427">
                  <a:moveTo>
                    <a:pt x="214" y="0"/>
                  </a:moveTo>
                  <a:cubicBezTo>
                    <a:pt x="0" y="0"/>
                    <a:pt x="0"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1"/>
            <p:cNvSpPr/>
            <p:nvPr/>
          </p:nvSpPr>
          <p:spPr>
            <a:xfrm rot="1073721">
              <a:off x="5917113" y="676808"/>
              <a:ext cx="33479" cy="26501"/>
            </a:xfrm>
            <a:custGeom>
              <a:rect b="b" l="l" r="r" t="t"/>
              <a:pathLst>
                <a:path extrusionOk="0" h="338" w="427">
                  <a:moveTo>
                    <a:pt x="213" y="0"/>
                  </a:moveTo>
                  <a:cubicBezTo>
                    <a:pt x="0" y="0"/>
                    <a:pt x="0" y="337"/>
                    <a:pt x="213" y="337"/>
                  </a:cubicBezTo>
                  <a:cubicBezTo>
                    <a:pt x="427" y="337"/>
                    <a:pt x="427" y="0"/>
                    <a:pt x="2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1"/>
            <p:cNvSpPr/>
            <p:nvPr/>
          </p:nvSpPr>
          <p:spPr>
            <a:xfrm rot="1073721">
              <a:off x="6094132" y="735369"/>
              <a:ext cx="33479" cy="26501"/>
            </a:xfrm>
            <a:custGeom>
              <a:rect b="b" l="l" r="r" t="t"/>
              <a:pathLst>
                <a:path extrusionOk="0" h="338" w="427">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1"/>
            <p:cNvSpPr/>
            <p:nvPr/>
          </p:nvSpPr>
          <p:spPr>
            <a:xfrm rot="1073721">
              <a:off x="6269022" y="791854"/>
              <a:ext cx="33558" cy="26501"/>
            </a:xfrm>
            <a:custGeom>
              <a:rect b="b" l="l" r="r" t="t"/>
              <a:pathLst>
                <a:path extrusionOk="0" h="338" w="428">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1"/>
            <p:cNvSpPr/>
            <p:nvPr/>
          </p:nvSpPr>
          <p:spPr>
            <a:xfrm rot="1073721">
              <a:off x="6448503" y="848395"/>
              <a:ext cx="33479" cy="26501"/>
            </a:xfrm>
            <a:custGeom>
              <a:rect b="b" l="l" r="r" t="t"/>
              <a:pathLst>
                <a:path extrusionOk="0" h="338" w="427">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1"/>
            <p:cNvSpPr/>
            <p:nvPr/>
          </p:nvSpPr>
          <p:spPr>
            <a:xfrm rot="1073721">
              <a:off x="5584944" y="587344"/>
              <a:ext cx="57236" cy="8389"/>
            </a:xfrm>
            <a:custGeom>
              <a:rect b="b" l="l" r="r" t="t"/>
              <a:pathLst>
                <a:path extrusionOk="0" h="107" w="730">
                  <a:moveTo>
                    <a:pt x="657" y="0"/>
                  </a:moveTo>
                  <a:cubicBezTo>
                    <a:pt x="466" y="17"/>
                    <a:pt x="269" y="17"/>
                    <a:pt x="56" y="17"/>
                  </a:cubicBezTo>
                  <a:cubicBezTo>
                    <a:pt x="1" y="17"/>
                    <a:pt x="1" y="107"/>
                    <a:pt x="56" y="107"/>
                  </a:cubicBezTo>
                  <a:cubicBezTo>
                    <a:pt x="269" y="107"/>
                    <a:pt x="466" y="107"/>
                    <a:pt x="657" y="90"/>
                  </a:cubicBezTo>
                  <a:cubicBezTo>
                    <a:pt x="730" y="90"/>
                    <a:pt x="730" y="0"/>
                    <a:pt x="6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1"/>
            <p:cNvSpPr/>
            <p:nvPr/>
          </p:nvSpPr>
          <p:spPr>
            <a:xfrm rot="1073721">
              <a:off x="5597480" y="570577"/>
              <a:ext cx="46181" cy="8468"/>
            </a:xfrm>
            <a:custGeom>
              <a:rect b="b" l="l" r="r" t="t"/>
              <a:pathLst>
                <a:path extrusionOk="0" h="108" w="589">
                  <a:moveTo>
                    <a:pt x="533" y="1"/>
                  </a:moveTo>
                  <a:cubicBezTo>
                    <a:pt x="376" y="1"/>
                    <a:pt x="214" y="18"/>
                    <a:pt x="56" y="18"/>
                  </a:cubicBezTo>
                  <a:cubicBezTo>
                    <a:pt x="0" y="18"/>
                    <a:pt x="0" y="108"/>
                    <a:pt x="56" y="108"/>
                  </a:cubicBezTo>
                  <a:cubicBezTo>
                    <a:pt x="214" y="108"/>
                    <a:pt x="376" y="90"/>
                    <a:pt x="533" y="90"/>
                  </a:cubicBezTo>
                  <a:cubicBezTo>
                    <a:pt x="589" y="90"/>
                    <a:pt x="589" y="1"/>
                    <a:pt x="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1"/>
            <p:cNvSpPr/>
            <p:nvPr/>
          </p:nvSpPr>
          <p:spPr>
            <a:xfrm rot="1073721">
              <a:off x="5577745" y="610099"/>
              <a:ext cx="58569" cy="7684"/>
            </a:xfrm>
            <a:custGeom>
              <a:rect b="b" l="l" r="r" t="t"/>
              <a:pathLst>
                <a:path extrusionOk="0" h="98" w="747">
                  <a:moveTo>
                    <a:pt x="56" y="1"/>
                  </a:moveTo>
                  <a:cubicBezTo>
                    <a:pt x="1" y="1"/>
                    <a:pt x="1" y="90"/>
                    <a:pt x="56" y="90"/>
                  </a:cubicBezTo>
                  <a:cubicBezTo>
                    <a:pt x="127" y="96"/>
                    <a:pt x="198" y="98"/>
                    <a:pt x="269" y="98"/>
                  </a:cubicBezTo>
                  <a:cubicBezTo>
                    <a:pt x="412" y="98"/>
                    <a:pt x="554" y="90"/>
                    <a:pt x="696" y="90"/>
                  </a:cubicBezTo>
                  <a:cubicBezTo>
                    <a:pt x="747" y="90"/>
                    <a:pt x="747" y="1"/>
                    <a:pt x="696" y="1"/>
                  </a:cubicBezTo>
                  <a:cubicBezTo>
                    <a:pt x="554" y="1"/>
                    <a:pt x="412" y="8"/>
                    <a:pt x="269" y="8"/>
                  </a:cubicBezTo>
                  <a:cubicBezTo>
                    <a:pt x="198" y="8"/>
                    <a:pt x="127" y="6"/>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1"/>
            <p:cNvSpPr/>
            <p:nvPr/>
          </p:nvSpPr>
          <p:spPr>
            <a:xfrm rot="1073721">
              <a:off x="5944045" y="477507"/>
              <a:ext cx="72604" cy="9801"/>
            </a:xfrm>
            <a:custGeom>
              <a:rect b="b" l="l" r="r" t="t"/>
              <a:pathLst>
                <a:path extrusionOk="0" h="125" w="926">
                  <a:moveTo>
                    <a:pt x="73" y="1"/>
                  </a:moveTo>
                  <a:cubicBezTo>
                    <a:pt x="1" y="1"/>
                    <a:pt x="1" y="90"/>
                    <a:pt x="73" y="90"/>
                  </a:cubicBezTo>
                  <a:cubicBezTo>
                    <a:pt x="205" y="107"/>
                    <a:pt x="338" y="107"/>
                    <a:pt x="469" y="107"/>
                  </a:cubicBezTo>
                  <a:cubicBezTo>
                    <a:pt x="600" y="107"/>
                    <a:pt x="729" y="107"/>
                    <a:pt x="853" y="124"/>
                  </a:cubicBezTo>
                  <a:cubicBezTo>
                    <a:pt x="926" y="124"/>
                    <a:pt x="926" y="39"/>
                    <a:pt x="853" y="39"/>
                  </a:cubicBezTo>
                  <a:cubicBezTo>
                    <a:pt x="729" y="20"/>
                    <a:pt x="600" y="20"/>
                    <a:pt x="469" y="20"/>
                  </a:cubicBezTo>
                  <a:cubicBezTo>
                    <a:pt x="338" y="20"/>
                    <a:pt x="205" y="20"/>
                    <a:pt x="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1"/>
            <p:cNvSpPr/>
            <p:nvPr/>
          </p:nvSpPr>
          <p:spPr>
            <a:xfrm rot="1073721">
              <a:off x="5963351" y="462057"/>
              <a:ext cx="47200" cy="8468"/>
            </a:xfrm>
            <a:custGeom>
              <a:rect b="b" l="l" r="r" t="t"/>
              <a:pathLst>
                <a:path extrusionOk="0" h="108" w="602">
                  <a:moveTo>
                    <a:pt x="69" y="0"/>
                  </a:moveTo>
                  <a:cubicBezTo>
                    <a:pt x="1" y="0"/>
                    <a:pt x="1" y="107"/>
                    <a:pt x="69" y="107"/>
                  </a:cubicBezTo>
                  <a:cubicBezTo>
                    <a:pt x="231" y="107"/>
                    <a:pt x="388" y="90"/>
                    <a:pt x="550" y="90"/>
                  </a:cubicBezTo>
                  <a:cubicBezTo>
                    <a:pt x="602" y="90"/>
                    <a:pt x="602" y="0"/>
                    <a:pt x="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1"/>
            <p:cNvSpPr/>
            <p:nvPr/>
          </p:nvSpPr>
          <p:spPr>
            <a:xfrm rot="1073721">
              <a:off x="5925809" y="493320"/>
              <a:ext cx="61235" cy="8703"/>
            </a:xfrm>
            <a:custGeom>
              <a:rect b="b" l="l" r="r" t="t"/>
              <a:pathLst>
                <a:path extrusionOk="0" h="111" w="781">
                  <a:moveTo>
                    <a:pt x="52" y="0"/>
                  </a:moveTo>
                  <a:cubicBezTo>
                    <a:pt x="18" y="0"/>
                    <a:pt x="1" y="17"/>
                    <a:pt x="1" y="34"/>
                  </a:cubicBezTo>
                  <a:cubicBezTo>
                    <a:pt x="1" y="73"/>
                    <a:pt x="18" y="90"/>
                    <a:pt x="52" y="90"/>
                  </a:cubicBezTo>
                  <a:cubicBezTo>
                    <a:pt x="159" y="107"/>
                    <a:pt x="269" y="111"/>
                    <a:pt x="382" y="111"/>
                  </a:cubicBezTo>
                  <a:cubicBezTo>
                    <a:pt x="495" y="111"/>
                    <a:pt x="610" y="107"/>
                    <a:pt x="725" y="107"/>
                  </a:cubicBezTo>
                  <a:cubicBezTo>
                    <a:pt x="781" y="107"/>
                    <a:pt x="781" y="17"/>
                    <a:pt x="725" y="17"/>
                  </a:cubicBezTo>
                  <a:cubicBezTo>
                    <a:pt x="495" y="17"/>
                    <a:pt x="265" y="17"/>
                    <a:pt x="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 name="Google Shape;2042;p61"/>
          <p:cNvGrpSpPr/>
          <p:nvPr/>
        </p:nvGrpSpPr>
        <p:grpSpPr>
          <a:xfrm>
            <a:off x="2250012" y="1534262"/>
            <a:ext cx="846056" cy="1122345"/>
            <a:chOff x="9307511" y="3611368"/>
            <a:chExt cx="820856" cy="1088916"/>
          </a:xfrm>
        </p:grpSpPr>
        <p:sp>
          <p:nvSpPr>
            <p:cNvPr id="2043" name="Google Shape;2043;p61"/>
            <p:cNvSpPr/>
            <p:nvPr/>
          </p:nvSpPr>
          <p:spPr>
            <a:xfrm>
              <a:off x="9698276" y="3631280"/>
              <a:ext cx="14519" cy="104536"/>
            </a:xfrm>
            <a:custGeom>
              <a:rect b="b" l="l" r="r" t="t"/>
              <a:pathLst>
                <a:path extrusionOk="0" h="1260" w="175">
                  <a:moveTo>
                    <a:pt x="88" y="0"/>
                  </a:moveTo>
                  <a:cubicBezTo>
                    <a:pt x="44" y="0"/>
                    <a:pt x="0" y="27"/>
                    <a:pt x="0" y="80"/>
                  </a:cubicBezTo>
                  <a:lnTo>
                    <a:pt x="0" y="1180"/>
                  </a:lnTo>
                  <a:cubicBezTo>
                    <a:pt x="0" y="1233"/>
                    <a:pt x="44" y="1260"/>
                    <a:pt x="88" y="1260"/>
                  </a:cubicBezTo>
                  <a:cubicBezTo>
                    <a:pt x="131" y="1260"/>
                    <a:pt x="175" y="1233"/>
                    <a:pt x="175" y="1180"/>
                  </a:cubicBezTo>
                  <a:lnTo>
                    <a:pt x="175" y="80"/>
                  </a:lnTo>
                  <a:cubicBezTo>
                    <a:pt x="175" y="27"/>
                    <a:pt x="131" y="0"/>
                    <a:pt x="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1"/>
            <p:cNvSpPr/>
            <p:nvPr/>
          </p:nvSpPr>
          <p:spPr>
            <a:xfrm>
              <a:off x="9684836" y="3611368"/>
              <a:ext cx="41400" cy="41068"/>
            </a:xfrm>
            <a:custGeom>
              <a:rect b="b" l="l" r="r" t="t"/>
              <a:pathLst>
                <a:path extrusionOk="0" h="495" w="499">
                  <a:moveTo>
                    <a:pt x="247" y="0"/>
                  </a:moveTo>
                  <a:cubicBezTo>
                    <a:pt x="107" y="0"/>
                    <a:pt x="0" y="107"/>
                    <a:pt x="0" y="247"/>
                  </a:cubicBezTo>
                  <a:cubicBezTo>
                    <a:pt x="0" y="371"/>
                    <a:pt x="107" y="495"/>
                    <a:pt x="247" y="495"/>
                  </a:cubicBezTo>
                  <a:cubicBezTo>
                    <a:pt x="375" y="495"/>
                    <a:pt x="499" y="371"/>
                    <a:pt x="499" y="247"/>
                  </a:cubicBezTo>
                  <a:cubicBezTo>
                    <a:pt x="499" y="107"/>
                    <a:pt x="375"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1"/>
            <p:cNvSpPr/>
            <p:nvPr/>
          </p:nvSpPr>
          <p:spPr>
            <a:xfrm>
              <a:off x="9639205" y="4555593"/>
              <a:ext cx="150333" cy="86367"/>
            </a:xfrm>
            <a:custGeom>
              <a:rect b="b" l="l" r="r" t="t"/>
              <a:pathLst>
                <a:path extrusionOk="0" h="1041" w="1812">
                  <a:moveTo>
                    <a:pt x="1733" y="1"/>
                  </a:moveTo>
                  <a:cubicBezTo>
                    <a:pt x="1702" y="1"/>
                    <a:pt x="1671" y="19"/>
                    <a:pt x="1671" y="55"/>
                  </a:cubicBezTo>
                  <a:cubicBezTo>
                    <a:pt x="1688" y="426"/>
                    <a:pt x="1509" y="746"/>
                    <a:pt x="1155" y="874"/>
                  </a:cubicBezTo>
                  <a:cubicBezTo>
                    <a:pt x="1065" y="899"/>
                    <a:pt x="970" y="912"/>
                    <a:pt x="876" y="912"/>
                  </a:cubicBezTo>
                  <a:cubicBezTo>
                    <a:pt x="654" y="912"/>
                    <a:pt x="435" y="839"/>
                    <a:pt x="286" y="677"/>
                  </a:cubicBezTo>
                  <a:cubicBezTo>
                    <a:pt x="158" y="516"/>
                    <a:pt x="124" y="319"/>
                    <a:pt x="141" y="128"/>
                  </a:cubicBezTo>
                  <a:cubicBezTo>
                    <a:pt x="151" y="74"/>
                    <a:pt x="110" y="38"/>
                    <a:pt x="73" y="38"/>
                  </a:cubicBezTo>
                  <a:cubicBezTo>
                    <a:pt x="48" y="38"/>
                    <a:pt x="24" y="54"/>
                    <a:pt x="17" y="89"/>
                  </a:cubicBezTo>
                  <a:cubicBezTo>
                    <a:pt x="0" y="302"/>
                    <a:pt x="17" y="516"/>
                    <a:pt x="124" y="695"/>
                  </a:cubicBezTo>
                  <a:cubicBezTo>
                    <a:pt x="230" y="835"/>
                    <a:pt x="392" y="942"/>
                    <a:pt x="567" y="997"/>
                  </a:cubicBezTo>
                  <a:cubicBezTo>
                    <a:pt x="659" y="1026"/>
                    <a:pt x="758" y="1041"/>
                    <a:pt x="860" y="1041"/>
                  </a:cubicBezTo>
                  <a:cubicBezTo>
                    <a:pt x="1132" y="1041"/>
                    <a:pt x="1419" y="937"/>
                    <a:pt x="1599" y="729"/>
                  </a:cubicBezTo>
                  <a:cubicBezTo>
                    <a:pt x="1756" y="554"/>
                    <a:pt x="1812" y="302"/>
                    <a:pt x="1795" y="55"/>
                  </a:cubicBezTo>
                  <a:cubicBezTo>
                    <a:pt x="1795" y="19"/>
                    <a:pt x="1764" y="1"/>
                    <a:pt x="17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1"/>
            <p:cNvSpPr/>
            <p:nvPr/>
          </p:nvSpPr>
          <p:spPr>
            <a:xfrm>
              <a:off x="9914981" y="4520499"/>
              <a:ext cx="67202" cy="175056"/>
            </a:xfrm>
            <a:custGeom>
              <a:rect b="b" l="l" r="r" t="t"/>
              <a:pathLst>
                <a:path extrusionOk="0" h="2110" w="810">
                  <a:moveTo>
                    <a:pt x="199" y="1"/>
                  </a:moveTo>
                  <a:cubicBezTo>
                    <a:pt x="102" y="1"/>
                    <a:pt x="0" y="83"/>
                    <a:pt x="31" y="210"/>
                  </a:cubicBezTo>
                  <a:cubicBezTo>
                    <a:pt x="159" y="725"/>
                    <a:pt x="282" y="1258"/>
                    <a:pt x="406" y="1774"/>
                  </a:cubicBezTo>
                  <a:cubicBezTo>
                    <a:pt x="423" y="1846"/>
                    <a:pt x="440" y="1915"/>
                    <a:pt x="457" y="1987"/>
                  </a:cubicBezTo>
                  <a:cubicBezTo>
                    <a:pt x="479" y="2072"/>
                    <a:pt x="543" y="2109"/>
                    <a:pt x="609" y="2109"/>
                  </a:cubicBezTo>
                  <a:cubicBezTo>
                    <a:pt x="708" y="2109"/>
                    <a:pt x="810" y="2026"/>
                    <a:pt x="777" y="1898"/>
                  </a:cubicBezTo>
                  <a:cubicBezTo>
                    <a:pt x="653" y="1382"/>
                    <a:pt x="529" y="870"/>
                    <a:pt x="406" y="355"/>
                  </a:cubicBezTo>
                  <a:cubicBezTo>
                    <a:pt x="389" y="265"/>
                    <a:pt x="372" y="193"/>
                    <a:pt x="350" y="124"/>
                  </a:cubicBezTo>
                  <a:cubicBezTo>
                    <a:pt x="330" y="38"/>
                    <a:pt x="265" y="1"/>
                    <a:pt x="1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1"/>
            <p:cNvSpPr/>
            <p:nvPr/>
          </p:nvSpPr>
          <p:spPr>
            <a:xfrm>
              <a:off x="9951402" y="4672242"/>
              <a:ext cx="74005" cy="28042"/>
            </a:xfrm>
            <a:custGeom>
              <a:rect b="b" l="l" r="r" t="t"/>
              <a:pathLst>
                <a:path extrusionOk="0" h="338" w="892">
                  <a:moveTo>
                    <a:pt x="180" y="0"/>
                  </a:moveTo>
                  <a:cubicBezTo>
                    <a:pt x="90" y="0"/>
                    <a:pt x="1" y="69"/>
                    <a:pt x="18" y="158"/>
                  </a:cubicBezTo>
                  <a:cubicBezTo>
                    <a:pt x="18" y="248"/>
                    <a:pt x="90" y="337"/>
                    <a:pt x="180" y="337"/>
                  </a:cubicBezTo>
                  <a:lnTo>
                    <a:pt x="730" y="337"/>
                  </a:lnTo>
                  <a:cubicBezTo>
                    <a:pt x="819" y="337"/>
                    <a:pt x="892" y="248"/>
                    <a:pt x="892" y="158"/>
                  </a:cubicBezTo>
                  <a:cubicBezTo>
                    <a:pt x="892" y="69"/>
                    <a:pt x="819" y="0"/>
                    <a:pt x="7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1"/>
            <p:cNvSpPr/>
            <p:nvPr/>
          </p:nvSpPr>
          <p:spPr>
            <a:xfrm>
              <a:off x="9449381" y="4520499"/>
              <a:ext cx="65791" cy="175056"/>
            </a:xfrm>
            <a:custGeom>
              <a:rect b="b" l="l" r="r" t="t"/>
              <a:pathLst>
                <a:path extrusionOk="0" h="2110" w="793">
                  <a:moveTo>
                    <a:pt x="594" y="1"/>
                  </a:moveTo>
                  <a:cubicBezTo>
                    <a:pt x="528" y="1"/>
                    <a:pt x="463" y="38"/>
                    <a:pt x="443" y="124"/>
                  </a:cubicBezTo>
                  <a:cubicBezTo>
                    <a:pt x="315" y="636"/>
                    <a:pt x="191" y="1169"/>
                    <a:pt x="68" y="1684"/>
                  </a:cubicBezTo>
                  <a:cubicBezTo>
                    <a:pt x="68" y="1757"/>
                    <a:pt x="51" y="1829"/>
                    <a:pt x="34" y="1898"/>
                  </a:cubicBezTo>
                  <a:cubicBezTo>
                    <a:pt x="0" y="2026"/>
                    <a:pt x="102" y="2109"/>
                    <a:pt x="201" y="2109"/>
                  </a:cubicBezTo>
                  <a:cubicBezTo>
                    <a:pt x="267" y="2109"/>
                    <a:pt x="331" y="2072"/>
                    <a:pt x="353" y="1987"/>
                  </a:cubicBezTo>
                  <a:cubicBezTo>
                    <a:pt x="477" y="1471"/>
                    <a:pt x="583" y="956"/>
                    <a:pt x="707" y="423"/>
                  </a:cubicBezTo>
                  <a:cubicBezTo>
                    <a:pt x="724" y="355"/>
                    <a:pt x="741" y="282"/>
                    <a:pt x="762" y="210"/>
                  </a:cubicBezTo>
                  <a:cubicBezTo>
                    <a:pt x="793" y="83"/>
                    <a:pt x="692" y="1"/>
                    <a:pt x="5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1"/>
            <p:cNvSpPr/>
            <p:nvPr/>
          </p:nvSpPr>
          <p:spPr>
            <a:xfrm>
              <a:off x="9404746" y="4672242"/>
              <a:ext cx="74005" cy="28042"/>
            </a:xfrm>
            <a:custGeom>
              <a:rect b="b" l="l" r="r" t="t"/>
              <a:pathLst>
                <a:path extrusionOk="0" h="338" w="892">
                  <a:moveTo>
                    <a:pt x="179" y="0"/>
                  </a:moveTo>
                  <a:cubicBezTo>
                    <a:pt x="90" y="0"/>
                    <a:pt x="0" y="69"/>
                    <a:pt x="0" y="158"/>
                  </a:cubicBezTo>
                  <a:cubicBezTo>
                    <a:pt x="0" y="248"/>
                    <a:pt x="73" y="337"/>
                    <a:pt x="179" y="337"/>
                  </a:cubicBezTo>
                  <a:lnTo>
                    <a:pt x="712" y="337"/>
                  </a:lnTo>
                  <a:cubicBezTo>
                    <a:pt x="802" y="337"/>
                    <a:pt x="891" y="248"/>
                    <a:pt x="891" y="158"/>
                  </a:cubicBezTo>
                  <a:cubicBezTo>
                    <a:pt x="874" y="69"/>
                    <a:pt x="819" y="0"/>
                    <a:pt x="7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1"/>
            <p:cNvSpPr/>
            <p:nvPr/>
          </p:nvSpPr>
          <p:spPr>
            <a:xfrm>
              <a:off x="9342854" y="4414470"/>
              <a:ext cx="758964" cy="155974"/>
            </a:xfrm>
            <a:custGeom>
              <a:rect b="b" l="l" r="r" t="t"/>
              <a:pathLst>
                <a:path extrusionOk="0" h="1880" w="9148">
                  <a:moveTo>
                    <a:pt x="5282" y="780"/>
                  </a:moveTo>
                  <a:lnTo>
                    <a:pt x="5282" y="780"/>
                  </a:lnTo>
                  <a:cubicBezTo>
                    <a:pt x="5264" y="781"/>
                    <a:pt x="5248" y="784"/>
                    <a:pt x="5231" y="787"/>
                  </a:cubicBezTo>
                  <a:lnTo>
                    <a:pt x="5231" y="787"/>
                  </a:lnTo>
                  <a:cubicBezTo>
                    <a:pt x="5248" y="785"/>
                    <a:pt x="5265" y="783"/>
                    <a:pt x="5282" y="780"/>
                  </a:cubicBezTo>
                  <a:close/>
                  <a:moveTo>
                    <a:pt x="8578" y="1"/>
                  </a:moveTo>
                  <a:cubicBezTo>
                    <a:pt x="8538" y="1"/>
                    <a:pt x="8497" y="6"/>
                    <a:pt x="8457" y="17"/>
                  </a:cubicBezTo>
                  <a:cubicBezTo>
                    <a:pt x="7415" y="325"/>
                    <a:pt x="6370" y="632"/>
                    <a:pt x="5282" y="780"/>
                  </a:cubicBezTo>
                  <a:lnTo>
                    <a:pt x="5282" y="780"/>
                  </a:lnTo>
                  <a:cubicBezTo>
                    <a:pt x="5286" y="780"/>
                    <a:pt x="5290" y="780"/>
                    <a:pt x="5294" y="780"/>
                  </a:cubicBezTo>
                  <a:cubicBezTo>
                    <a:pt x="5266" y="784"/>
                    <a:pt x="5238" y="788"/>
                    <a:pt x="5209" y="791"/>
                  </a:cubicBezTo>
                  <a:lnTo>
                    <a:pt x="5209" y="791"/>
                  </a:lnTo>
                  <a:cubicBezTo>
                    <a:pt x="5217" y="790"/>
                    <a:pt x="5224" y="789"/>
                    <a:pt x="5231" y="787"/>
                  </a:cubicBezTo>
                  <a:lnTo>
                    <a:pt x="5231" y="787"/>
                  </a:lnTo>
                  <a:cubicBezTo>
                    <a:pt x="5206" y="791"/>
                    <a:pt x="5180" y="794"/>
                    <a:pt x="5154" y="797"/>
                  </a:cubicBezTo>
                  <a:cubicBezTo>
                    <a:pt x="5158" y="797"/>
                    <a:pt x="5162" y="797"/>
                    <a:pt x="5166" y="797"/>
                  </a:cubicBezTo>
                  <a:lnTo>
                    <a:pt x="5166" y="797"/>
                  </a:lnTo>
                  <a:cubicBezTo>
                    <a:pt x="4741" y="850"/>
                    <a:pt x="4318" y="875"/>
                    <a:pt x="3895" y="875"/>
                  </a:cubicBezTo>
                  <a:cubicBezTo>
                    <a:pt x="3501" y="875"/>
                    <a:pt x="3107" y="853"/>
                    <a:pt x="2710" y="810"/>
                  </a:cubicBezTo>
                  <a:lnTo>
                    <a:pt x="2710" y="810"/>
                  </a:lnTo>
                  <a:cubicBezTo>
                    <a:pt x="2714" y="811"/>
                    <a:pt x="2717" y="813"/>
                    <a:pt x="2720" y="814"/>
                  </a:cubicBezTo>
                  <a:cubicBezTo>
                    <a:pt x="2697" y="811"/>
                    <a:pt x="2674" y="807"/>
                    <a:pt x="2651" y="804"/>
                  </a:cubicBezTo>
                  <a:lnTo>
                    <a:pt x="2651" y="804"/>
                  </a:lnTo>
                  <a:cubicBezTo>
                    <a:pt x="2671" y="806"/>
                    <a:pt x="2691" y="808"/>
                    <a:pt x="2710" y="810"/>
                  </a:cubicBezTo>
                  <a:lnTo>
                    <a:pt x="2710" y="810"/>
                  </a:lnTo>
                  <a:cubicBezTo>
                    <a:pt x="2681" y="799"/>
                    <a:pt x="2642" y="797"/>
                    <a:pt x="2612" y="797"/>
                  </a:cubicBezTo>
                  <a:lnTo>
                    <a:pt x="2612" y="797"/>
                  </a:lnTo>
                  <a:cubicBezTo>
                    <a:pt x="2625" y="799"/>
                    <a:pt x="2638" y="801"/>
                    <a:pt x="2651" y="804"/>
                  </a:cubicBezTo>
                  <a:lnTo>
                    <a:pt x="2651" y="804"/>
                  </a:lnTo>
                  <a:cubicBezTo>
                    <a:pt x="2633" y="801"/>
                    <a:pt x="2615" y="799"/>
                    <a:pt x="2596" y="797"/>
                  </a:cubicBezTo>
                  <a:cubicBezTo>
                    <a:pt x="2601" y="797"/>
                    <a:pt x="2606" y="797"/>
                    <a:pt x="2612" y="797"/>
                  </a:cubicBezTo>
                  <a:lnTo>
                    <a:pt x="2612" y="797"/>
                  </a:lnTo>
                  <a:cubicBezTo>
                    <a:pt x="1955" y="691"/>
                    <a:pt x="1317" y="539"/>
                    <a:pt x="678" y="337"/>
                  </a:cubicBezTo>
                  <a:cubicBezTo>
                    <a:pt x="633" y="321"/>
                    <a:pt x="586" y="313"/>
                    <a:pt x="539" y="313"/>
                  </a:cubicBezTo>
                  <a:cubicBezTo>
                    <a:pt x="326" y="313"/>
                    <a:pt x="115" y="468"/>
                    <a:pt x="56" y="674"/>
                  </a:cubicBezTo>
                  <a:cubicBezTo>
                    <a:pt x="0" y="955"/>
                    <a:pt x="145" y="1206"/>
                    <a:pt x="410" y="1296"/>
                  </a:cubicBezTo>
                  <a:cubicBezTo>
                    <a:pt x="1514" y="1650"/>
                    <a:pt x="2647" y="1863"/>
                    <a:pt x="3820" y="1880"/>
                  </a:cubicBezTo>
                  <a:cubicBezTo>
                    <a:pt x="4868" y="1880"/>
                    <a:pt x="5917" y="1722"/>
                    <a:pt x="6927" y="1471"/>
                  </a:cubicBezTo>
                  <a:cubicBezTo>
                    <a:pt x="7532" y="1330"/>
                    <a:pt x="8137" y="1151"/>
                    <a:pt x="8721" y="976"/>
                  </a:cubicBezTo>
                  <a:cubicBezTo>
                    <a:pt x="8973" y="904"/>
                    <a:pt x="9147" y="635"/>
                    <a:pt x="9079" y="371"/>
                  </a:cubicBezTo>
                  <a:cubicBezTo>
                    <a:pt x="9003" y="161"/>
                    <a:pt x="8799" y="1"/>
                    <a:pt x="85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1"/>
            <p:cNvSpPr/>
            <p:nvPr/>
          </p:nvSpPr>
          <p:spPr>
            <a:xfrm>
              <a:off x="9490283" y="3854290"/>
              <a:ext cx="465848" cy="561673"/>
            </a:xfrm>
            <a:custGeom>
              <a:rect b="b" l="l" r="r" t="t"/>
              <a:pathLst>
                <a:path extrusionOk="0" h="6770" w="5615">
                  <a:moveTo>
                    <a:pt x="5614" y="6147"/>
                  </a:moveTo>
                  <a:cubicBezTo>
                    <a:pt x="5491" y="6198"/>
                    <a:pt x="5418" y="6236"/>
                    <a:pt x="5329" y="6253"/>
                  </a:cubicBezTo>
                  <a:cubicBezTo>
                    <a:pt x="4975" y="6377"/>
                    <a:pt x="4617" y="6484"/>
                    <a:pt x="4263" y="6590"/>
                  </a:cubicBezTo>
                  <a:cubicBezTo>
                    <a:pt x="3926" y="6680"/>
                    <a:pt x="3590" y="6731"/>
                    <a:pt x="3232" y="6731"/>
                  </a:cubicBezTo>
                  <a:cubicBezTo>
                    <a:pt x="2844" y="6748"/>
                    <a:pt x="2435" y="6769"/>
                    <a:pt x="2043" y="6748"/>
                  </a:cubicBezTo>
                  <a:cubicBezTo>
                    <a:pt x="1761" y="6748"/>
                    <a:pt x="1459" y="6731"/>
                    <a:pt x="1173" y="6697"/>
                  </a:cubicBezTo>
                  <a:cubicBezTo>
                    <a:pt x="960" y="6680"/>
                    <a:pt x="764" y="6607"/>
                    <a:pt x="551" y="6573"/>
                  </a:cubicBezTo>
                  <a:cubicBezTo>
                    <a:pt x="393" y="6535"/>
                    <a:pt x="231" y="6501"/>
                    <a:pt x="73" y="6484"/>
                  </a:cubicBezTo>
                  <a:cubicBezTo>
                    <a:pt x="56" y="6467"/>
                    <a:pt x="35" y="6467"/>
                    <a:pt x="1" y="6449"/>
                  </a:cubicBezTo>
                  <a:cubicBezTo>
                    <a:pt x="18" y="6287"/>
                    <a:pt x="35" y="6130"/>
                    <a:pt x="73" y="5968"/>
                  </a:cubicBezTo>
                  <a:cubicBezTo>
                    <a:pt x="107" y="5597"/>
                    <a:pt x="163" y="5205"/>
                    <a:pt x="214" y="4830"/>
                  </a:cubicBezTo>
                  <a:cubicBezTo>
                    <a:pt x="231" y="4655"/>
                    <a:pt x="269" y="4476"/>
                    <a:pt x="303" y="4297"/>
                  </a:cubicBezTo>
                  <a:cubicBezTo>
                    <a:pt x="321" y="4212"/>
                    <a:pt x="321" y="4105"/>
                    <a:pt x="338" y="3999"/>
                  </a:cubicBezTo>
                  <a:cubicBezTo>
                    <a:pt x="393" y="3551"/>
                    <a:pt x="427" y="3091"/>
                    <a:pt x="534" y="2630"/>
                  </a:cubicBezTo>
                  <a:cubicBezTo>
                    <a:pt x="589" y="2434"/>
                    <a:pt x="606" y="2238"/>
                    <a:pt x="657" y="2025"/>
                  </a:cubicBezTo>
                  <a:cubicBezTo>
                    <a:pt x="730" y="1633"/>
                    <a:pt x="853" y="1262"/>
                    <a:pt x="1066" y="925"/>
                  </a:cubicBezTo>
                  <a:cubicBezTo>
                    <a:pt x="1263" y="657"/>
                    <a:pt x="1476" y="444"/>
                    <a:pt x="1778" y="303"/>
                  </a:cubicBezTo>
                  <a:cubicBezTo>
                    <a:pt x="1868" y="269"/>
                    <a:pt x="1936" y="214"/>
                    <a:pt x="2025" y="180"/>
                  </a:cubicBezTo>
                  <a:cubicBezTo>
                    <a:pt x="2345" y="56"/>
                    <a:pt x="2682" y="0"/>
                    <a:pt x="3040" y="35"/>
                  </a:cubicBezTo>
                  <a:cubicBezTo>
                    <a:pt x="3253" y="56"/>
                    <a:pt x="3466" y="90"/>
                    <a:pt x="3658" y="180"/>
                  </a:cubicBezTo>
                  <a:cubicBezTo>
                    <a:pt x="3944" y="303"/>
                    <a:pt x="4140" y="516"/>
                    <a:pt x="4263" y="781"/>
                  </a:cubicBezTo>
                  <a:cubicBezTo>
                    <a:pt x="4404" y="1083"/>
                    <a:pt x="4532" y="1386"/>
                    <a:pt x="4617" y="1705"/>
                  </a:cubicBezTo>
                  <a:cubicBezTo>
                    <a:pt x="4724" y="2042"/>
                    <a:pt x="4813" y="2400"/>
                    <a:pt x="4903" y="2754"/>
                  </a:cubicBezTo>
                  <a:cubicBezTo>
                    <a:pt x="4937" y="2933"/>
                    <a:pt x="4975" y="3108"/>
                    <a:pt x="5009" y="3287"/>
                  </a:cubicBezTo>
                  <a:cubicBezTo>
                    <a:pt x="5082" y="3606"/>
                    <a:pt x="5150" y="3926"/>
                    <a:pt x="5205" y="4246"/>
                  </a:cubicBezTo>
                  <a:cubicBezTo>
                    <a:pt x="5222" y="4280"/>
                    <a:pt x="5222" y="4318"/>
                    <a:pt x="5239" y="4352"/>
                  </a:cubicBezTo>
                  <a:cubicBezTo>
                    <a:pt x="5346" y="4723"/>
                    <a:pt x="5435" y="5115"/>
                    <a:pt x="5469" y="5507"/>
                  </a:cubicBezTo>
                  <a:cubicBezTo>
                    <a:pt x="5469" y="5559"/>
                    <a:pt x="5491" y="5614"/>
                    <a:pt x="5508" y="5665"/>
                  </a:cubicBezTo>
                  <a:cubicBezTo>
                    <a:pt x="5542" y="5827"/>
                    <a:pt x="5576" y="5985"/>
                    <a:pt x="5614" y="6147"/>
                  </a:cubicBezTo>
                  <a:close/>
                  <a:moveTo>
                    <a:pt x="3641" y="2379"/>
                  </a:moveTo>
                  <a:lnTo>
                    <a:pt x="3624" y="2379"/>
                  </a:lnTo>
                  <a:lnTo>
                    <a:pt x="3624" y="2328"/>
                  </a:lnTo>
                  <a:cubicBezTo>
                    <a:pt x="3624" y="1902"/>
                    <a:pt x="3483" y="1548"/>
                    <a:pt x="3091" y="1335"/>
                  </a:cubicBezTo>
                  <a:cubicBezTo>
                    <a:pt x="3040" y="1313"/>
                    <a:pt x="2985" y="1279"/>
                    <a:pt x="2912" y="1279"/>
                  </a:cubicBezTo>
                  <a:cubicBezTo>
                    <a:pt x="2699" y="1245"/>
                    <a:pt x="2486" y="1296"/>
                    <a:pt x="2273" y="1369"/>
                  </a:cubicBezTo>
                  <a:cubicBezTo>
                    <a:pt x="2098" y="1441"/>
                    <a:pt x="1974" y="1565"/>
                    <a:pt x="1846" y="1705"/>
                  </a:cubicBezTo>
                  <a:cubicBezTo>
                    <a:pt x="1706" y="1884"/>
                    <a:pt x="1672" y="2098"/>
                    <a:pt x="1616" y="2311"/>
                  </a:cubicBezTo>
                  <a:cubicBezTo>
                    <a:pt x="1548" y="2613"/>
                    <a:pt x="1565" y="2933"/>
                    <a:pt x="1616" y="3231"/>
                  </a:cubicBezTo>
                  <a:cubicBezTo>
                    <a:pt x="1655" y="3466"/>
                    <a:pt x="1761" y="3658"/>
                    <a:pt x="1953" y="3803"/>
                  </a:cubicBezTo>
                  <a:cubicBezTo>
                    <a:pt x="2115" y="3926"/>
                    <a:pt x="2294" y="3943"/>
                    <a:pt x="2469" y="3977"/>
                  </a:cubicBezTo>
                  <a:cubicBezTo>
                    <a:pt x="2737" y="4016"/>
                    <a:pt x="3002" y="3943"/>
                    <a:pt x="3215" y="3803"/>
                  </a:cubicBezTo>
                  <a:cubicBezTo>
                    <a:pt x="3466" y="3641"/>
                    <a:pt x="3607" y="3376"/>
                    <a:pt x="3624" y="3074"/>
                  </a:cubicBezTo>
                  <a:cubicBezTo>
                    <a:pt x="3641" y="2843"/>
                    <a:pt x="3641" y="2613"/>
                    <a:pt x="3641" y="23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1"/>
            <p:cNvSpPr/>
            <p:nvPr/>
          </p:nvSpPr>
          <p:spPr>
            <a:xfrm>
              <a:off x="9441831" y="3717398"/>
              <a:ext cx="553874" cy="667453"/>
            </a:xfrm>
            <a:custGeom>
              <a:rect b="b" l="l" r="r" t="t"/>
              <a:pathLst>
                <a:path extrusionOk="0" h="8045" w="6676">
                  <a:moveTo>
                    <a:pt x="444" y="8044"/>
                  </a:moveTo>
                  <a:cubicBezTo>
                    <a:pt x="355" y="8027"/>
                    <a:pt x="265" y="8010"/>
                    <a:pt x="159" y="7993"/>
                  </a:cubicBezTo>
                  <a:cubicBezTo>
                    <a:pt x="193" y="7780"/>
                    <a:pt x="231" y="7584"/>
                    <a:pt x="265" y="7388"/>
                  </a:cubicBezTo>
                  <a:cubicBezTo>
                    <a:pt x="372" y="6799"/>
                    <a:pt x="495" y="6215"/>
                    <a:pt x="534" y="5610"/>
                  </a:cubicBezTo>
                  <a:cubicBezTo>
                    <a:pt x="551" y="5397"/>
                    <a:pt x="534" y="5201"/>
                    <a:pt x="495" y="5009"/>
                  </a:cubicBezTo>
                  <a:cubicBezTo>
                    <a:pt x="461" y="4724"/>
                    <a:pt x="321" y="4511"/>
                    <a:pt x="1" y="4438"/>
                  </a:cubicBezTo>
                  <a:cubicBezTo>
                    <a:pt x="35" y="4297"/>
                    <a:pt x="69" y="4157"/>
                    <a:pt x="107" y="4029"/>
                  </a:cubicBezTo>
                  <a:cubicBezTo>
                    <a:pt x="159" y="3837"/>
                    <a:pt x="214" y="3658"/>
                    <a:pt x="265" y="3479"/>
                  </a:cubicBezTo>
                  <a:cubicBezTo>
                    <a:pt x="321" y="3283"/>
                    <a:pt x="372" y="3108"/>
                    <a:pt x="427" y="2912"/>
                  </a:cubicBezTo>
                  <a:cubicBezTo>
                    <a:pt x="512" y="2665"/>
                    <a:pt x="585" y="2413"/>
                    <a:pt x="674" y="2166"/>
                  </a:cubicBezTo>
                  <a:cubicBezTo>
                    <a:pt x="747" y="1970"/>
                    <a:pt x="832" y="1774"/>
                    <a:pt x="922" y="1578"/>
                  </a:cubicBezTo>
                  <a:cubicBezTo>
                    <a:pt x="1011" y="1403"/>
                    <a:pt x="1101" y="1224"/>
                    <a:pt x="1207" y="1067"/>
                  </a:cubicBezTo>
                  <a:cubicBezTo>
                    <a:pt x="1437" y="691"/>
                    <a:pt x="1723" y="372"/>
                    <a:pt x="2166" y="248"/>
                  </a:cubicBezTo>
                  <a:cubicBezTo>
                    <a:pt x="2592" y="142"/>
                    <a:pt x="3019" y="69"/>
                    <a:pt x="3445" y="18"/>
                  </a:cubicBezTo>
                  <a:cubicBezTo>
                    <a:pt x="3730" y="1"/>
                    <a:pt x="3995" y="1"/>
                    <a:pt x="4263" y="86"/>
                  </a:cubicBezTo>
                  <a:cubicBezTo>
                    <a:pt x="4349" y="108"/>
                    <a:pt x="4438" y="108"/>
                    <a:pt x="4510" y="125"/>
                  </a:cubicBezTo>
                  <a:cubicBezTo>
                    <a:pt x="4954" y="265"/>
                    <a:pt x="5291" y="534"/>
                    <a:pt x="5487" y="960"/>
                  </a:cubicBezTo>
                  <a:cubicBezTo>
                    <a:pt x="5683" y="1365"/>
                    <a:pt x="5840" y="1774"/>
                    <a:pt x="6019" y="2200"/>
                  </a:cubicBezTo>
                  <a:cubicBezTo>
                    <a:pt x="6181" y="2627"/>
                    <a:pt x="6339" y="3053"/>
                    <a:pt x="6480" y="3479"/>
                  </a:cubicBezTo>
                  <a:cubicBezTo>
                    <a:pt x="6552" y="3692"/>
                    <a:pt x="6625" y="3905"/>
                    <a:pt x="6676" y="4118"/>
                  </a:cubicBezTo>
                  <a:cubicBezTo>
                    <a:pt x="6625" y="4135"/>
                    <a:pt x="6608" y="4135"/>
                    <a:pt x="6569" y="4157"/>
                  </a:cubicBezTo>
                  <a:cubicBezTo>
                    <a:pt x="6198" y="4280"/>
                    <a:pt x="6036" y="4511"/>
                    <a:pt x="6036" y="4954"/>
                  </a:cubicBezTo>
                  <a:cubicBezTo>
                    <a:pt x="6036" y="5256"/>
                    <a:pt x="6109" y="5542"/>
                    <a:pt x="6181" y="5840"/>
                  </a:cubicBezTo>
                  <a:cubicBezTo>
                    <a:pt x="6267" y="6215"/>
                    <a:pt x="6356" y="6608"/>
                    <a:pt x="6463" y="6978"/>
                  </a:cubicBezTo>
                  <a:cubicBezTo>
                    <a:pt x="6518" y="7192"/>
                    <a:pt x="6569" y="7405"/>
                    <a:pt x="6642" y="7618"/>
                  </a:cubicBezTo>
                  <a:cubicBezTo>
                    <a:pt x="6552" y="7652"/>
                    <a:pt x="6446" y="7707"/>
                    <a:pt x="6322" y="7758"/>
                  </a:cubicBezTo>
                  <a:cubicBezTo>
                    <a:pt x="6305" y="7724"/>
                    <a:pt x="6288" y="7707"/>
                    <a:pt x="6288" y="7690"/>
                  </a:cubicBezTo>
                  <a:cubicBezTo>
                    <a:pt x="6232" y="7388"/>
                    <a:pt x="6181" y="7085"/>
                    <a:pt x="6126" y="6782"/>
                  </a:cubicBezTo>
                  <a:cubicBezTo>
                    <a:pt x="6053" y="6480"/>
                    <a:pt x="5985" y="6181"/>
                    <a:pt x="5913" y="5879"/>
                  </a:cubicBezTo>
                  <a:cubicBezTo>
                    <a:pt x="5862" y="5559"/>
                    <a:pt x="5789" y="5239"/>
                    <a:pt x="5734" y="4920"/>
                  </a:cubicBezTo>
                  <a:cubicBezTo>
                    <a:pt x="5700" y="4813"/>
                    <a:pt x="5666" y="4707"/>
                    <a:pt x="5649" y="4600"/>
                  </a:cubicBezTo>
                  <a:cubicBezTo>
                    <a:pt x="5559" y="4174"/>
                    <a:pt x="5470" y="3748"/>
                    <a:pt x="5329" y="3321"/>
                  </a:cubicBezTo>
                  <a:cubicBezTo>
                    <a:pt x="5222" y="3002"/>
                    <a:pt x="5094" y="2699"/>
                    <a:pt x="4971" y="2396"/>
                  </a:cubicBezTo>
                  <a:cubicBezTo>
                    <a:pt x="4903" y="2183"/>
                    <a:pt x="4758" y="2026"/>
                    <a:pt x="4600" y="1864"/>
                  </a:cubicBezTo>
                  <a:cubicBezTo>
                    <a:pt x="4387" y="1668"/>
                    <a:pt x="4118" y="1616"/>
                    <a:pt x="3854" y="1544"/>
                  </a:cubicBezTo>
                  <a:cubicBezTo>
                    <a:pt x="3551" y="1493"/>
                    <a:pt x="3249" y="1544"/>
                    <a:pt x="2946" y="1561"/>
                  </a:cubicBezTo>
                  <a:cubicBezTo>
                    <a:pt x="2823" y="1578"/>
                    <a:pt x="2716" y="1616"/>
                    <a:pt x="2609" y="1668"/>
                  </a:cubicBezTo>
                  <a:cubicBezTo>
                    <a:pt x="2307" y="1830"/>
                    <a:pt x="1987" y="1970"/>
                    <a:pt x="1740" y="2239"/>
                  </a:cubicBezTo>
                  <a:cubicBezTo>
                    <a:pt x="1561" y="2431"/>
                    <a:pt x="1437" y="2665"/>
                    <a:pt x="1348" y="2912"/>
                  </a:cubicBezTo>
                  <a:cubicBezTo>
                    <a:pt x="1173" y="3355"/>
                    <a:pt x="1101" y="3816"/>
                    <a:pt x="994" y="4297"/>
                  </a:cubicBezTo>
                  <a:cubicBezTo>
                    <a:pt x="960" y="4476"/>
                    <a:pt x="922" y="4668"/>
                    <a:pt x="887" y="4864"/>
                  </a:cubicBezTo>
                  <a:cubicBezTo>
                    <a:pt x="853" y="5094"/>
                    <a:pt x="832" y="5346"/>
                    <a:pt x="798" y="5576"/>
                  </a:cubicBezTo>
                  <a:cubicBezTo>
                    <a:pt x="798" y="5700"/>
                    <a:pt x="781" y="5823"/>
                    <a:pt x="764" y="5930"/>
                  </a:cubicBezTo>
                  <a:cubicBezTo>
                    <a:pt x="708" y="6339"/>
                    <a:pt x="657" y="6731"/>
                    <a:pt x="602" y="7119"/>
                  </a:cubicBezTo>
                  <a:cubicBezTo>
                    <a:pt x="568" y="7405"/>
                    <a:pt x="512" y="7690"/>
                    <a:pt x="461" y="7972"/>
                  </a:cubicBezTo>
                  <a:cubicBezTo>
                    <a:pt x="461" y="7993"/>
                    <a:pt x="461" y="8010"/>
                    <a:pt x="444" y="80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1"/>
            <p:cNvSpPr/>
            <p:nvPr/>
          </p:nvSpPr>
          <p:spPr>
            <a:xfrm>
              <a:off x="9322362" y="4312589"/>
              <a:ext cx="791486" cy="209404"/>
            </a:xfrm>
            <a:custGeom>
              <a:rect b="b" l="l" r="r" t="t"/>
              <a:pathLst>
                <a:path extrusionOk="0" h="2524" w="9540">
                  <a:moveTo>
                    <a:pt x="9271" y="1"/>
                  </a:moveTo>
                  <a:cubicBezTo>
                    <a:pt x="9360" y="286"/>
                    <a:pt x="9433" y="533"/>
                    <a:pt x="9501" y="798"/>
                  </a:cubicBezTo>
                  <a:cubicBezTo>
                    <a:pt x="9539" y="943"/>
                    <a:pt x="9484" y="1049"/>
                    <a:pt x="9360" y="1139"/>
                  </a:cubicBezTo>
                  <a:cubicBezTo>
                    <a:pt x="8862" y="1492"/>
                    <a:pt x="8329" y="1778"/>
                    <a:pt x="7745" y="1970"/>
                  </a:cubicBezTo>
                  <a:cubicBezTo>
                    <a:pt x="7583" y="2025"/>
                    <a:pt x="7425" y="2098"/>
                    <a:pt x="7246" y="2132"/>
                  </a:cubicBezTo>
                  <a:cubicBezTo>
                    <a:pt x="6944" y="2221"/>
                    <a:pt x="6662" y="2289"/>
                    <a:pt x="6360" y="2345"/>
                  </a:cubicBezTo>
                  <a:cubicBezTo>
                    <a:pt x="6040" y="2396"/>
                    <a:pt x="5720" y="2434"/>
                    <a:pt x="5418" y="2468"/>
                  </a:cubicBezTo>
                  <a:cubicBezTo>
                    <a:pt x="4936" y="2503"/>
                    <a:pt x="4476" y="2524"/>
                    <a:pt x="4015" y="2524"/>
                  </a:cubicBezTo>
                  <a:lnTo>
                    <a:pt x="3444" y="2524"/>
                  </a:lnTo>
                  <a:cubicBezTo>
                    <a:pt x="3180" y="2503"/>
                    <a:pt x="2911" y="2468"/>
                    <a:pt x="2647" y="2434"/>
                  </a:cubicBezTo>
                  <a:cubicBezTo>
                    <a:pt x="2558" y="2417"/>
                    <a:pt x="2468" y="2396"/>
                    <a:pt x="2362" y="2396"/>
                  </a:cubicBezTo>
                  <a:cubicBezTo>
                    <a:pt x="2059" y="2345"/>
                    <a:pt x="1761" y="2221"/>
                    <a:pt x="1458" y="2149"/>
                  </a:cubicBezTo>
                  <a:cubicBezTo>
                    <a:pt x="1228" y="2076"/>
                    <a:pt x="1032" y="2008"/>
                    <a:pt x="819" y="1919"/>
                  </a:cubicBezTo>
                  <a:cubicBezTo>
                    <a:pt x="640" y="1863"/>
                    <a:pt x="482" y="1795"/>
                    <a:pt x="320" y="1723"/>
                  </a:cubicBezTo>
                  <a:cubicBezTo>
                    <a:pt x="303" y="1723"/>
                    <a:pt x="286" y="1705"/>
                    <a:pt x="269" y="1705"/>
                  </a:cubicBezTo>
                  <a:cubicBezTo>
                    <a:pt x="17" y="1582"/>
                    <a:pt x="0" y="1544"/>
                    <a:pt x="90" y="1279"/>
                  </a:cubicBezTo>
                  <a:cubicBezTo>
                    <a:pt x="141" y="1066"/>
                    <a:pt x="213" y="853"/>
                    <a:pt x="269" y="640"/>
                  </a:cubicBezTo>
                  <a:cubicBezTo>
                    <a:pt x="286" y="606"/>
                    <a:pt x="303" y="550"/>
                    <a:pt x="320" y="499"/>
                  </a:cubicBezTo>
                  <a:cubicBezTo>
                    <a:pt x="461" y="550"/>
                    <a:pt x="605" y="584"/>
                    <a:pt x="712" y="640"/>
                  </a:cubicBezTo>
                  <a:cubicBezTo>
                    <a:pt x="908" y="746"/>
                    <a:pt x="1121" y="798"/>
                    <a:pt x="1313" y="870"/>
                  </a:cubicBezTo>
                  <a:cubicBezTo>
                    <a:pt x="1565" y="960"/>
                    <a:pt x="1795" y="1032"/>
                    <a:pt x="2042" y="1083"/>
                  </a:cubicBezTo>
                  <a:cubicBezTo>
                    <a:pt x="2293" y="1156"/>
                    <a:pt x="2541" y="1190"/>
                    <a:pt x="2805" y="1245"/>
                  </a:cubicBezTo>
                  <a:cubicBezTo>
                    <a:pt x="3001" y="1279"/>
                    <a:pt x="3197" y="1330"/>
                    <a:pt x="3393" y="1352"/>
                  </a:cubicBezTo>
                  <a:cubicBezTo>
                    <a:pt x="3713" y="1369"/>
                    <a:pt x="4015" y="1369"/>
                    <a:pt x="4335" y="1369"/>
                  </a:cubicBezTo>
                  <a:cubicBezTo>
                    <a:pt x="4599" y="1386"/>
                    <a:pt x="4868" y="1386"/>
                    <a:pt x="5132" y="1369"/>
                  </a:cubicBezTo>
                  <a:cubicBezTo>
                    <a:pt x="5507" y="1369"/>
                    <a:pt x="5861" y="1352"/>
                    <a:pt x="6215" y="1245"/>
                  </a:cubicBezTo>
                  <a:cubicBezTo>
                    <a:pt x="6500" y="1156"/>
                    <a:pt x="6803" y="1083"/>
                    <a:pt x="7089" y="977"/>
                  </a:cubicBezTo>
                  <a:cubicBezTo>
                    <a:pt x="7336" y="904"/>
                    <a:pt x="7583" y="836"/>
                    <a:pt x="7813" y="729"/>
                  </a:cubicBezTo>
                  <a:cubicBezTo>
                    <a:pt x="8312" y="550"/>
                    <a:pt x="8794" y="303"/>
                    <a:pt x="92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1"/>
            <p:cNvSpPr/>
            <p:nvPr/>
          </p:nvSpPr>
          <p:spPr>
            <a:xfrm>
              <a:off x="9952896" y="4072488"/>
              <a:ext cx="137224" cy="272706"/>
            </a:xfrm>
            <a:custGeom>
              <a:rect b="b" l="l" r="r" t="t"/>
              <a:pathLst>
                <a:path extrusionOk="0" h="3287" w="1654">
                  <a:moveTo>
                    <a:pt x="605" y="3287"/>
                  </a:moveTo>
                  <a:cubicBezTo>
                    <a:pt x="554" y="3142"/>
                    <a:pt x="499" y="3018"/>
                    <a:pt x="465" y="2895"/>
                  </a:cubicBezTo>
                  <a:cubicBezTo>
                    <a:pt x="341" y="2413"/>
                    <a:pt x="234" y="1935"/>
                    <a:pt x="107" y="1437"/>
                  </a:cubicBezTo>
                  <a:cubicBezTo>
                    <a:pt x="38" y="1155"/>
                    <a:pt x="0" y="870"/>
                    <a:pt x="0" y="584"/>
                  </a:cubicBezTo>
                  <a:cubicBezTo>
                    <a:pt x="0" y="213"/>
                    <a:pt x="341" y="0"/>
                    <a:pt x="588" y="17"/>
                  </a:cubicBezTo>
                  <a:cubicBezTo>
                    <a:pt x="746" y="34"/>
                    <a:pt x="874" y="124"/>
                    <a:pt x="959" y="248"/>
                  </a:cubicBezTo>
                  <a:cubicBezTo>
                    <a:pt x="1049" y="410"/>
                    <a:pt x="1138" y="584"/>
                    <a:pt x="1194" y="763"/>
                  </a:cubicBezTo>
                  <a:cubicBezTo>
                    <a:pt x="1300" y="1100"/>
                    <a:pt x="1368" y="1437"/>
                    <a:pt x="1458" y="1774"/>
                  </a:cubicBezTo>
                  <a:cubicBezTo>
                    <a:pt x="1530" y="2076"/>
                    <a:pt x="1581" y="2379"/>
                    <a:pt x="1654" y="2681"/>
                  </a:cubicBezTo>
                  <a:cubicBezTo>
                    <a:pt x="1351" y="2946"/>
                    <a:pt x="959" y="3091"/>
                    <a:pt x="605" y="32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1"/>
            <p:cNvSpPr/>
            <p:nvPr/>
          </p:nvSpPr>
          <p:spPr>
            <a:xfrm>
              <a:off x="9350238" y="4091570"/>
              <a:ext cx="128513" cy="285814"/>
            </a:xfrm>
            <a:custGeom>
              <a:rect b="b" l="l" r="r" t="t"/>
              <a:pathLst>
                <a:path extrusionOk="0" h="3445" w="1549">
                  <a:moveTo>
                    <a:pt x="1139" y="3445"/>
                  </a:moveTo>
                  <a:cubicBezTo>
                    <a:pt x="747" y="3287"/>
                    <a:pt x="376" y="3142"/>
                    <a:pt x="1" y="2984"/>
                  </a:cubicBezTo>
                  <a:cubicBezTo>
                    <a:pt x="56" y="2699"/>
                    <a:pt x="90" y="2417"/>
                    <a:pt x="163" y="2149"/>
                  </a:cubicBezTo>
                  <a:cubicBezTo>
                    <a:pt x="231" y="1829"/>
                    <a:pt x="304" y="1509"/>
                    <a:pt x="393" y="1190"/>
                  </a:cubicBezTo>
                  <a:cubicBezTo>
                    <a:pt x="427" y="1049"/>
                    <a:pt x="466" y="887"/>
                    <a:pt x="500" y="746"/>
                  </a:cubicBezTo>
                  <a:cubicBezTo>
                    <a:pt x="551" y="550"/>
                    <a:pt x="640" y="354"/>
                    <a:pt x="802" y="214"/>
                  </a:cubicBezTo>
                  <a:cubicBezTo>
                    <a:pt x="1067" y="1"/>
                    <a:pt x="1297" y="90"/>
                    <a:pt x="1425" y="337"/>
                  </a:cubicBezTo>
                  <a:cubicBezTo>
                    <a:pt x="1531" y="550"/>
                    <a:pt x="1548" y="781"/>
                    <a:pt x="1531" y="1011"/>
                  </a:cubicBezTo>
                  <a:cubicBezTo>
                    <a:pt x="1510" y="1313"/>
                    <a:pt x="1493" y="1616"/>
                    <a:pt x="1442" y="1902"/>
                  </a:cubicBezTo>
                  <a:cubicBezTo>
                    <a:pt x="1425" y="2115"/>
                    <a:pt x="1369" y="2328"/>
                    <a:pt x="1335" y="2524"/>
                  </a:cubicBezTo>
                  <a:cubicBezTo>
                    <a:pt x="1280" y="2771"/>
                    <a:pt x="1229" y="3018"/>
                    <a:pt x="1190" y="3248"/>
                  </a:cubicBezTo>
                  <a:cubicBezTo>
                    <a:pt x="1173" y="3304"/>
                    <a:pt x="1156" y="3355"/>
                    <a:pt x="1139" y="344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1"/>
            <p:cNvSpPr/>
            <p:nvPr/>
          </p:nvSpPr>
          <p:spPr>
            <a:xfrm>
              <a:off x="9631738" y="3970607"/>
              <a:ext cx="151826" cy="204841"/>
            </a:xfrm>
            <a:custGeom>
              <a:rect b="b" l="l" r="r" t="t"/>
              <a:pathLst>
                <a:path extrusionOk="0" h="2469" w="1830">
                  <a:moveTo>
                    <a:pt x="1829" y="1049"/>
                  </a:moveTo>
                  <a:cubicBezTo>
                    <a:pt x="1812" y="1280"/>
                    <a:pt x="1812" y="1476"/>
                    <a:pt x="1795" y="1689"/>
                  </a:cubicBezTo>
                  <a:cubicBezTo>
                    <a:pt x="1761" y="1957"/>
                    <a:pt x="1633" y="2187"/>
                    <a:pt x="1369" y="2311"/>
                  </a:cubicBezTo>
                  <a:cubicBezTo>
                    <a:pt x="1083" y="2452"/>
                    <a:pt x="781" y="2469"/>
                    <a:pt x="499" y="2362"/>
                  </a:cubicBezTo>
                  <a:cubicBezTo>
                    <a:pt x="303" y="2294"/>
                    <a:pt x="163" y="2170"/>
                    <a:pt x="107" y="1974"/>
                  </a:cubicBezTo>
                  <a:cubicBezTo>
                    <a:pt x="35" y="1706"/>
                    <a:pt x="1" y="1441"/>
                    <a:pt x="18" y="1173"/>
                  </a:cubicBezTo>
                  <a:cubicBezTo>
                    <a:pt x="35" y="977"/>
                    <a:pt x="73" y="802"/>
                    <a:pt x="124" y="623"/>
                  </a:cubicBezTo>
                  <a:cubicBezTo>
                    <a:pt x="197" y="393"/>
                    <a:pt x="355" y="231"/>
                    <a:pt x="568" y="124"/>
                  </a:cubicBezTo>
                  <a:cubicBezTo>
                    <a:pt x="764" y="39"/>
                    <a:pt x="960" y="1"/>
                    <a:pt x="1173" y="18"/>
                  </a:cubicBezTo>
                  <a:cubicBezTo>
                    <a:pt x="1228" y="18"/>
                    <a:pt x="1297" y="56"/>
                    <a:pt x="1352" y="90"/>
                  </a:cubicBezTo>
                  <a:cubicBezTo>
                    <a:pt x="1582" y="214"/>
                    <a:pt x="1723" y="410"/>
                    <a:pt x="1761" y="657"/>
                  </a:cubicBezTo>
                  <a:cubicBezTo>
                    <a:pt x="1778" y="802"/>
                    <a:pt x="1812" y="943"/>
                    <a:pt x="1829" y="10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1"/>
            <p:cNvSpPr/>
            <p:nvPr/>
          </p:nvSpPr>
          <p:spPr>
            <a:xfrm>
              <a:off x="9307511" y="3702547"/>
              <a:ext cx="820856" cy="833964"/>
            </a:xfrm>
            <a:custGeom>
              <a:rect b="b" l="l" r="r" t="t"/>
              <a:pathLst>
                <a:path extrusionOk="0" h="10052" w="9894">
                  <a:moveTo>
                    <a:pt x="1458" y="4634"/>
                  </a:moveTo>
                  <a:cubicBezTo>
                    <a:pt x="1530" y="4404"/>
                    <a:pt x="1582" y="4157"/>
                    <a:pt x="1671" y="3888"/>
                  </a:cubicBezTo>
                  <a:cubicBezTo>
                    <a:pt x="1795" y="3462"/>
                    <a:pt x="1940" y="3019"/>
                    <a:pt x="2080" y="2592"/>
                  </a:cubicBezTo>
                  <a:cubicBezTo>
                    <a:pt x="2187" y="2290"/>
                    <a:pt x="2293" y="1970"/>
                    <a:pt x="2417" y="1672"/>
                  </a:cubicBezTo>
                  <a:cubicBezTo>
                    <a:pt x="2541" y="1403"/>
                    <a:pt x="2664" y="1139"/>
                    <a:pt x="2843" y="905"/>
                  </a:cubicBezTo>
                  <a:cubicBezTo>
                    <a:pt x="2877" y="870"/>
                    <a:pt x="2899" y="819"/>
                    <a:pt x="2933" y="781"/>
                  </a:cubicBezTo>
                  <a:cubicBezTo>
                    <a:pt x="3073" y="568"/>
                    <a:pt x="3269" y="444"/>
                    <a:pt x="3483" y="355"/>
                  </a:cubicBezTo>
                  <a:cubicBezTo>
                    <a:pt x="3819" y="197"/>
                    <a:pt x="4177" y="142"/>
                    <a:pt x="4531" y="90"/>
                  </a:cubicBezTo>
                  <a:cubicBezTo>
                    <a:pt x="4672" y="73"/>
                    <a:pt x="4834" y="35"/>
                    <a:pt x="4974" y="35"/>
                  </a:cubicBezTo>
                  <a:cubicBezTo>
                    <a:pt x="5098" y="18"/>
                    <a:pt x="5243" y="18"/>
                    <a:pt x="5367" y="18"/>
                  </a:cubicBezTo>
                  <a:cubicBezTo>
                    <a:pt x="5631" y="1"/>
                    <a:pt x="5899" y="73"/>
                    <a:pt x="6147" y="125"/>
                  </a:cubicBezTo>
                  <a:cubicBezTo>
                    <a:pt x="6394" y="180"/>
                    <a:pt x="6607" y="304"/>
                    <a:pt x="6786" y="461"/>
                  </a:cubicBezTo>
                  <a:cubicBezTo>
                    <a:pt x="6948" y="585"/>
                    <a:pt x="7106" y="691"/>
                    <a:pt x="7178" y="888"/>
                  </a:cubicBezTo>
                  <a:cubicBezTo>
                    <a:pt x="7285" y="1101"/>
                    <a:pt x="7391" y="1297"/>
                    <a:pt x="7459" y="1510"/>
                  </a:cubicBezTo>
                  <a:cubicBezTo>
                    <a:pt x="7638" y="1936"/>
                    <a:pt x="7800" y="2362"/>
                    <a:pt x="7958" y="2806"/>
                  </a:cubicBezTo>
                  <a:cubicBezTo>
                    <a:pt x="8099" y="3164"/>
                    <a:pt x="8227" y="3534"/>
                    <a:pt x="8350" y="3888"/>
                  </a:cubicBezTo>
                  <a:cubicBezTo>
                    <a:pt x="8384" y="3995"/>
                    <a:pt x="8401" y="4101"/>
                    <a:pt x="8440" y="4191"/>
                  </a:cubicBezTo>
                  <a:cubicBezTo>
                    <a:pt x="8474" y="4297"/>
                    <a:pt x="8525" y="4387"/>
                    <a:pt x="8632" y="4421"/>
                  </a:cubicBezTo>
                  <a:cubicBezTo>
                    <a:pt x="8759" y="4476"/>
                    <a:pt x="8811" y="4583"/>
                    <a:pt x="8883" y="4690"/>
                  </a:cubicBezTo>
                  <a:cubicBezTo>
                    <a:pt x="9058" y="4954"/>
                    <a:pt x="9113" y="5273"/>
                    <a:pt x="9186" y="5576"/>
                  </a:cubicBezTo>
                  <a:cubicBezTo>
                    <a:pt x="9399" y="6412"/>
                    <a:pt x="9556" y="7264"/>
                    <a:pt x="9825" y="8082"/>
                  </a:cubicBezTo>
                  <a:cubicBezTo>
                    <a:pt x="9842" y="8172"/>
                    <a:pt x="9859" y="8278"/>
                    <a:pt x="9893" y="8364"/>
                  </a:cubicBezTo>
                  <a:cubicBezTo>
                    <a:pt x="9718" y="8598"/>
                    <a:pt x="9467" y="8756"/>
                    <a:pt x="9237" y="8897"/>
                  </a:cubicBezTo>
                  <a:cubicBezTo>
                    <a:pt x="8900" y="9093"/>
                    <a:pt x="8525" y="9272"/>
                    <a:pt x="8154" y="9412"/>
                  </a:cubicBezTo>
                  <a:cubicBezTo>
                    <a:pt x="7498" y="9664"/>
                    <a:pt x="6841" y="9838"/>
                    <a:pt x="6129" y="9911"/>
                  </a:cubicBezTo>
                  <a:cubicBezTo>
                    <a:pt x="5614" y="9962"/>
                    <a:pt x="5098" y="10000"/>
                    <a:pt x="4582" y="10035"/>
                  </a:cubicBezTo>
                  <a:cubicBezTo>
                    <a:pt x="4301" y="10035"/>
                    <a:pt x="3998" y="10052"/>
                    <a:pt x="3713" y="10035"/>
                  </a:cubicBezTo>
                  <a:cubicBezTo>
                    <a:pt x="3252" y="10000"/>
                    <a:pt x="2792" y="9962"/>
                    <a:pt x="2345" y="9856"/>
                  </a:cubicBezTo>
                  <a:cubicBezTo>
                    <a:pt x="1901" y="9732"/>
                    <a:pt x="1458" y="9625"/>
                    <a:pt x="1032" y="9451"/>
                  </a:cubicBezTo>
                  <a:cubicBezTo>
                    <a:pt x="712" y="9323"/>
                    <a:pt x="375" y="9216"/>
                    <a:pt x="90" y="9003"/>
                  </a:cubicBezTo>
                  <a:cubicBezTo>
                    <a:pt x="22" y="8952"/>
                    <a:pt x="0" y="8897"/>
                    <a:pt x="22" y="8828"/>
                  </a:cubicBezTo>
                  <a:cubicBezTo>
                    <a:pt x="90" y="8649"/>
                    <a:pt x="162" y="8453"/>
                    <a:pt x="235" y="8257"/>
                  </a:cubicBezTo>
                  <a:cubicBezTo>
                    <a:pt x="320" y="7937"/>
                    <a:pt x="392" y="7618"/>
                    <a:pt x="465" y="7298"/>
                  </a:cubicBezTo>
                  <a:cubicBezTo>
                    <a:pt x="554" y="6804"/>
                    <a:pt x="640" y="6305"/>
                    <a:pt x="802" y="5828"/>
                  </a:cubicBezTo>
                  <a:cubicBezTo>
                    <a:pt x="853" y="5649"/>
                    <a:pt x="908" y="5470"/>
                    <a:pt x="942" y="5295"/>
                  </a:cubicBezTo>
                  <a:cubicBezTo>
                    <a:pt x="998" y="5099"/>
                    <a:pt x="1121" y="4937"/>
                    <a:pt x="1245" y="4779"/>
                  </a:cubicBezTo>
                  <a:cubicBezTo>
                    <a:pt x="1300" y="4724"/>
                    <a:pt x="1368" y="4690"/>
                    <a:pt x="1458" y="4634"/>
                  </a:cubicBezTo>
                  <a:close/>
                  <a:moveTo>
                    <a:pt x="7817" y="7976"/>
                  </a:moveTo>
                  <a:cubicBezTo>
                    <a:pt x="7779" y="7814"/>
                    <a:pt x="7745" y="7656"/>
                    <a:pt x="7711" y="7494"/>
                  </a:cubicBezTo>
                  <a:cubicBezTo>
                    <a:pt x="7694" y="7443"/>
                    <a:pt x="7672" y="7388"/>
                    <a:pt x="7672" y="7336"/>
                  </a:cubicBezTo>
                  <a:cubicBezTo>
                    <a:pt x="7638" y="6944"/>
                    <a:pt x="7549" y="6552"/>
                    <a:pt x="7442" y="6181"/>
                  </a:cubicBezTo>
                  <a:cubicBezTo>
                    <a:pt x="7425" y="6147"/>
                    <a:pt x="7425" y="6109"/>
                    <a:pt x="7408" y="6075"/>
                  </a:cubicBezTo>
                  <a:cubicBezTo>
                    <a:pt x="7353" y="5755"/>
                    <a:pt x="7285" y="5435"/>
                    <a:pt x="7212" y="5116"/>
                  </a:cubicBezTo>
                  <a:cubicBezTo>
                    <a:pt x="7178" y="4937"/>
                    <a:pt x="7140" y="4762"/>
                    <a:pt x="7106" y="4583"/>
                  </a:cubicBezTo>
                  <a:cubicBezTo>
                    <a:pt x="7016" y="4229"/>
                    <a:pt x="6927" y="3871"/>
                    <a:pt x="6820" y="3534"/>
                  </a:cubicBezTo>
                  <a:cubicBezTo>
                    <a:pt x="6735" y="3215"/>
                    <a:pt x="6607" y="2912"/>
                    <a:pt x="6466" y="2610"/>
                  </a:cubicBezTo>
                  <a:cubicBezTo>
                    <a:pt x="6343" y="2345"/>
                    <a:pt x="6147" y="2132"/>
                    <a:pt x="5861" y="2009"/>
                  </a:cubicBezTo>
                  <a:cubicBezTo>
                    <a:pt x="5669" y="1919"/>
                    <a:pt x="5456" y="1885"/>
                    <a:pt x="5243" y="1864"/>
                  </a:cubicBezTo>
                  <a:cubicBezTo>
                    <a:pt x="4885" y="1829"/>
                    <a:pt x="4548" y="1885"/>
                    <a:pt x="4228" y="2009"/>
                  </a:cubicBezTo>
                  <a:cubicBezTo>
                    <a:pt x="4139" y="2043"/>
                    <a:pt x="4071" y="2098"/>
                    <a:pt x="3981" y="2132"/>
                  </a:cubicBezTo>
                  <a:cubicBezTo>
                    <a:pt x="3679" y="2273"/>
                    <a:pt x="3466" y="2486"/>
                    <a:pt x="3269" y="2754"/>
                  </a:cubicBezTo>
                  <a:cubicBezTo>
                    <a:pt x="3056" y="3091"/>
                    <a:pt x="2933" y="3462"/>
                    <a:pt x="2860" y="3854"/>
                  </a:cubicBezTo>
                  <a:cubicBezTo>
                    <a:pt x="2809" y="4067"/>
                    <a:pt x="2792" y="4263"/>
                    <a:pt x="2737" y="4459"/>
                  </a:cubicBezTo>
                  <a:cubicBezTo>
                    <a:pt x="2630" y="4920"/>
                    <a:pt x="2596" y="5380"/>
                    <a:pt x="2541" y="5828"/>
                  </a:cubicBezTo>
                  <a:cubicBezTo>
                    <a:pt x="2524" y="5934"/>
                    <a:pt x="2524" y="6041"/>
                    <a:pt x="2506" y="6126"/>
                  </a:cubicBezTo>
                  <a:cubicBezTo>
                    <a:pt x="2472" y="6305"/>
                    <a:pt x="2434" y="6484"/>
                    <a:pt x="2417" y="6659"/>
                  </a:cubicBezTo>
                  <a:cubicBezTo>
                    <a:pt x="2366" y="7034"/>
                    <a:pt x="2310" y="7426"/>
                    <a:pt x="2276" y="7797"/>
                  </a:cubicBezTo>
                  <a:cubicBezTo>
                    <a:pt x="2238" y="7959"/>
                    <a:pt x="2221" y="8116"/>
                    <a:pt x="2204" y="8278"/>
                  </a:cubicBezTo>
                  <a:cubicBezTo>
                    <a:pt x="2238" y="8296"/>
                    <a:pt x="2259" y="8296"/>
                    <a:pt x="2276" y="8313"/>
                  </a:cubicBezTo>
                  <a:cubicBezTo>
                    <a:pt x="2434" y="8330"/>
                    <a:pt x="2596" y="8364"/>
                    <a:pt x="2754" y="8402"/>
                  </a:cubicBezTo>
                  <a:cubicBezTo>
                    <a:pt x="2967" y="8436"/>
                    <a:pt x="3163" y="8509"/>
                    <a:pt x="3376" y="8526"/>
                  </a:cubicBezTo>
                  <a:cubicBezTo>
                    <a:pt x="3662" y="8560"/>
                    <a:pt x="3964" y="8577"/>
                    <a:pt x="4246" y="8577"/>
                  </a:cubicBezTo>
                  <a:cubicBezTo>
                    <a:pt x="4638" y="8598"/>
                    <a:pt x="5047" y="8577"/>
                    <a:pt x="5435" y="8560"/>
                  </a:cubicBezTo>
                  <a:cubicBezTo>
                    <a:pt x="5793" y="8560"/>
                    <a:pt x="6129" y="8509"/>
                    <a:pt x="6466" y="8419"/>
                  </a:cubicBezTo>
                  <a:cubicBezTo>
                    <a:pt x="6820" y="8313"/>
                    <a:pt x="7178" y="8206"/>
                    <a:pt x="7532" y="8082"/>
                  </a:cubicBezTo>
                  <a:cubicBezTo>
                    <a:pt x="7621" y="8065"/>
                    <a:pt x="7694" y="8027"/>
                    <a:pt x="7817" y="7976"/>
                  </a:cubicBezTo>
                  <a:close/>
                  <a:moveTo>
                    <a:pt x="2063" y="8223"/>
                  </a:moveTo>
                  <a:cubicBezTo>
                    <a:pt x="2080" y="8189"/>
                    <a:pt x="2080" y="8172"/>
                    <a:pt x="2080" y="8151"/>
                  </a:cubicBezTo>
                  <a:cubicBezTo>
                    <a:pt x="2131" y="7869"/>
                    <a:pt x="2187" y="7584"/>
                    <a:pt x="2221" y="7298"/>
                  </a:cubicBezTo>
                  <a:cubicBezTo>
                    <a:pt x="2276" y="6910"/>
                    <a:pt x="2327" y="6518"/>
                    <a:pt x="2383" y="6109"/>
                  </a:cubicBezTo>
                  <a:cubicBezTo>
                    <a:pt x="2400" y="6002"/>
                    <a:pt x="2417" y="5879"/>
                    <a:pt x="2417" y="5755"/>
                  </a:cubicBezTo>
                  <a:cubicBezTo>
                    <a:pt x="2451" y="5525"/>
                    <a:pt x="2472" y="5273"/>
                    <a:pt x="2506" y="5043"/>
                  </a:cubicBezTo>
                  <a:cubicBezTo>
                    <a:pt x="2541" y="4847"/>
                    <a:pt x="2579" y="4655"/>
                    <a:pt x="2613" y="4476"/>
                  </a:cubicBezTo>
                  <a:cubicBezTo>
                    <a:pt x="2720" y="3995"/>
                    <a:pt x="2792" y="3534"/>
                    <a:pt x="2967" y="3091"/>
                  </a:cubicBezTo>
                  <a:cubicBezTo>
                    <a:pt x="3056" y="2844"/>
                    <a:pt x="3180" y="2610"/>
                    <a:pt x="3359" y="2418"/>
                  </a:cubicBezTo>
                  <a:cubicBezTo>
                    <a:pt x="3606" y="2149"/>
                    <a:pt x="3926" y="2009"/>
                    <a:pt x="4228" y="1847"/>
                  </a:cubicBezTo>
                  <a:cubicBezTo>
                    <a:pt x="4335" y="1795"/>
                    <a:pt x="4442" y="1757"/>
                    <a:pt x="4565" y="1740"/>
                  </a:cubicBezTo>
                  <a:cubicBezTo>
                    <a:pt x="4868" y="1723"/>
                    <a:pt x="5170" y="1672"/>
                    <a:pt x="5473" y="1723"/>
                  </a:cubicBezTo>
                  <a:cubicBezTo>
                    <a:pt x="5737" y="1795"/>
                    <a:pt x="6006" y="1847"/>
                    <a:pt x="6219" y="2043"/>
                  </a:cubicBezTo>
                  <a:cubicBezTo>
                    <a:pt x="6377" y="2205"/>
                    <a:pt x="6522" y="2362"/>
                    <a:pt x="6590" y="2575"/>
                  </a:cubicBezTo>
                  <a:cubicBezTo>
                    <a:pt x="6713" y="2878"/>
                    <a:pt x="6841" y="3181"/>
                    <a:pt x="6948" y="3500"/>
                  </a:cubicBezTo>
                  <a:cubicBezTo>
                    <a:pt x="7089" y="3927"/>
                    <a:pt x="7178" y="4353"/>
                    <a:pt x="7268" y="4779"/>
                  </a:cubicBezTo>
                  <a:cubicBezTo>
                    <a:pt x="7285" y="4886"/>
                    <a:pt x="7319" y="4992"/>
                    <a:pt x="7353" y="5099"/>
                  </a:cubicBezTo>
                  <a:cubicBezTo>
                    <a:pt x="7408" y="5418"/>
                    <a:pt x="7481" y="5738"/>
                    <a:pt x="7532" y="6058"/>
                  </a:cubicBezTo>
                  <a:cubicBezTo>
                    <a:pt x="7604" y="6360"/>
                    <a:pt x="7672" y="6659"/>
                    <a:pt x="7745" y="6961"/>
                  </a:cubicBezTo>
                  <a:cubicBezTo>
                    <a:pt x="7800" y="7264"/>
                    <a:pt x="7851" y="7567"/>
                    <a:pt x="7907" y="7869"/>
                  </a:cubicBezTo>
                  <a:cubicBezTo>
                    <a:pt x="7907" y="7886"/>
                    <a:pt x="7924" y="7903"/>
                    <a:pt x="7941" y="7937"/>
                  </a:cubicBezTo>
                  <a:cubicBezTo>
                    <a:pt x="8065" y="7886"/>
                    <a:pt x="8171" y="7831"/>
                    <a:pt x="8261" y="7797"/>
                  </a:cubicBezTo>
                  <a:cubicBezTo>
                    <a:pt x="8188" y="7584"/>
                    <a:pt x="8137" y="7371"/>
                    <a:pt x="8082" y="7157"/>
                  </a:cubicBezTo>
                  <a:cubicBezTo>
                    <a:pt x="7975" y="6787"/>
                    <a:pt x="7886" y="6394"/>
                    <a:pt x="7800" y="6019"/>
                  </a:cubicBezTo>
                  <a:cubicBezTo>
                    <a:pt x="7728" y="5721"/>
                    <a:pt x="7655" y="5435"/>
                    <a:pt x="7655" y="5133"/>
                  </a:cubicBezTo>
                  <a:cubicBezTo>
                    <a:pt x="7655" y="4690"/>
                    <a:pt x="7817" y="4459"/>
                    <a:pt x="8188" y="4336"/>
                  </a:cubicBezTo>
                  <a:cubicBezTo>
                    <a:pt x="8227" y="4314"/>
                    <a:pt x="8244" y="4314"/>
                    <a:pt x="8295" y="4297"/>
                  </a:cubicBezTo>
                  <a:cubicBezTo>
                    <a:pt x="8244" y="4084"/>
                    <a:pt x="8171" y="3871"/>
                    <a:pt x="8099" y="3658"/>
                  </a:cubicBezTo>
                  <a:cubicBezTo>
                    <a:pt x="7958" y="3232"/>
                    <a:pt x="7800" y="2806"/>
                    <a:pt x="7638" y="2379"/>
                  </a:cubicBezTo>
                  <a:cubicBezTo>
                    <a:pt x="7459" y="1953"/>
                    <a:pt x="7302" y="1544"/>
                    <a:pt x="7106" y="1139"/>
                  </a:cubicBezTo>
                  <a:cubicBezTo>
                    <a:pt x="6910" y="713"/>
                    <a:pt x="6573" y="444"/>
                    <a:pt x="6129" y="304"/>
                  </a:cubicBezTo>
                  <a:cubicBezTo>
                    <a:pt x="6057" y="287"/>
                    <a:pt x="5968" y="287"/>
                    <a:pt x="5882" y="265"/>
                  </a:cubicBezTo>
                  <a:cubicBezTo>
                    <a:pt x="5614" y="180"/>
                    <a:pt x="5349" y="180"/>
                    <a:pt x="5064" y="197"/>
                  </a:cubicBezTo>
                  <a:cubicBezTo>
                    <a:pt x="4638" y="248"/>
                    <a:pt x="4211" y="321"/>
                    <a:pt x="3785" y="427"/>
                  </a:cubicBezTo>
                  <a:cubicBezTo>
                    <a:pt x="3342" y="551"/>
                    <a:pt x="3056" y="870"/>
                    <a:pt x="2826" y="1246"/>
                  </a:cubicBezTo>
                  <a:cubicBezTo>
                    <a:pt x="2720" y="1403"/>
                    <a:pt x="2630" y="1582"/>
                    <a:pt x="2541" y="1757"/>
                  </a:cubicBezTo>
                  <a:cubicBezTo>
                    <a:pt x="2451" y="1953"/>
                    <a:pt x="2366" y="2149"/>
                    <a:pt x="2293" y="2345"/>
                  </a:cubicBezTo>
                  <a:cubicBezTo>
                    <a:pt x="2204" y="2592"/>
                    <a:pt x="2131" y="2844"/>
                    <a:pt x="2046" y="3091"/>
                  </a:cubicBezTo>
                  <a:cubicBezTo>
                    <a:pt x="1991" y="3287"/>
                    <a:pt x="1940" y="3462"/>
                    <a:pt x="1884" y="3658"/>
                  </a:cubicBezTo>
                  <a:cubicBezTo>
                    <a:pt x="1833" y="3837"/>
                    <a:pt x="1778" y="4016"/>
                    <a:pt x="1726" y="4208"/>
                  </a:cubicBezTo>
                  <a:cubicBezTo>
                    <a:pt x="1688" y="4336"/>
                    <a:pt x="1654" y="4476"/>
                    <a:pt x="1620" y="4617"/>
                  </a:cubicBezTo>
                  <a:cubicBezTo>
                    <a:pt x="1940" y="4690"/>
                    <a:pt x="2080" y="4903"/>
                    <a:pt x="2114" y="5188"/>
                  </a:cubicBezTo>
                  <a:cubicBezTo>
                    <a:pt x="2153" y="5380"/>
                    <a:pt x="2170" y="5576"/>
                    <a:pt x="2153" y="5789"/>
                  </a:cubicBezTo>
                  <a:cubicBezTo>
                    <a:pt x="2114" y="6394"/>
                    <a:pt x="1991" y="6978"/>
                    <a:pt x="1884" y="7567"/>
                  </a:cubicBezTo>
                  <a:cubicBezTo>
                    <a:pt x="1850" y="7763"/>
                    <a:pt x="1812" y="7959"/>
                    <a:pt x="1778" y="8172"/>
                  </a:cubicBezTo>
                  <a:cubicBezTo>
                    <a:pt x="1884" y="8189"/>
                    <a:pt x="1974" y="8206"/>
                    <a:pt x="2063" y="8223"/>
                  </a:cubicBezTo>
                  <a:close/>
                  <a:moveTo>
                    <a:pt x="9450" y="7354"/>
                  </a:moveTo>
                  <a:cubicBezTo>
                    <a:pt x="8973" y="7656"/>
                    <a:pt x="8491" y="7903"/>
                    <a:pt x="7992" y="8082"/>
                  </a:cubicBezTo>
                  <a:cubicBezTo>
                    <a:pt x="7762" y="8189"/>
                    <a:pt x="7515" y="8257"/>
                    <a:pt x="7268" y="8330"/>
                  </a:cubicBezTo>
                  <a:cubicBezTo>
                    <a:pt x="6982" y="8436"/>
                    <a:pt x="6679" y="8509"/>
                    <a:pt x="6394" y="8598"/>
                  </a:cubicBezTo>
                  <a:cubicBezTo>
                    <a:pt x="6040" y="8705"/>
                    <a:pt x="5686" y="8722"/>
                    <a:pt x="5311" y="8722"/>
                  </a:cubicBezTo>
                  <a:cubicBezTo>
                    <a:pt x="5047" y="8739"/>
                    <a:pt x="4778" y="8739"/>
                    <a:pt x="4514" y="8722"/>
                  </a:cubicBezTo>
                  <a:cubicBezTo>
                    <a:pt x="4194" y="8722"/>
                    <a:pt x="3892" y="8722"/>
                    <a:pt x="3572" y="8705"/>
                  </a:cubicBezTo>
                  <a:cubicBezTo>
                    <a:pt x="3376" y="8683"/>
                    <a:pt x="3180" y="8632"/>
                    <a:pt x="2984" y="8598"/>
                  </a:cubicBezTo>
                  <a:cubicBezTo>
                    <a:pt x="2720" y="8543"/>
                    <a:pt x="2472" y="8509"/>
                    <a:pt x="2221" y="8436"/>
                  </a:cubicBezTo>
                  <a:cubicBezTo>
                    <a:pt x="1974" y="8385"/>
                    <a:pt x="1744" y="8313"/>
                    <a:pt x="1492" y="8223"/>
                  </a:cubicBezTo>
                  <a:cubicBezTo>
                    <a:pt x="1300" y="8151"/>
                    <a:pt x="1087" y="8099"/>
                    <a:pt x="891" y="7993"/>
                  </a:cubicBezTo>
                  <a:cubicBezTo>
                    <a:pt x="784" y="7937"/>
                    <a:pt x="640" y="7903"/>
                    <a:pt x="499" y="7852"/>
                  </a:cubicBezTo>
                  <a:cubicBezTo>
                    <a:pt x="482" y="7903"/>
                    <a:pt x="465" y="7959"/>
                    <a:pt x="448" y="7993"/>
                  </a:cubicBezTo>
                  <a:cubicBezTo>
                    <a:pt x="392" y="8206"/>
                    <a:pt x="320" y="8419"/>
                    <a:pt x="269" y="8632"/>
                  </a:cubicBezTo>
                  <a:cubicBezTo>
                    <a:pt x="179" y="8897"/>
                    <a:pt x="196" y="8935"/>
                    <a:pt x="448" y="9058"/>
                  </a:cubicBezTo>
                  <a:cubicBezTo>
                    <a:pt x="465" y="9058"/>
                    <a:pt x="482" y="9076"/>
                    <a:pt x="499" y="9076"/>
                  </a:cubicBezTo>
                  <a:cubicBezTo>
                    <a:pt x="661" y="9148"/>
                    <a:pt x="819" y="9216"/>
                    <a:pt x="998" y="9272"/>
                  </a:cubicBezTo>
                  <a:cubicBezTo>
                    <a:pt x="1211" y="9361"/>
                    <a:pt x="1407" y="9429"/>
                    <a:pt x="1637" y="9502"/>
                  </a:cubicBezTo>
                  <a:cubicBezTo>
                    <a:pt x="1940" y="9574"/>
                    <a:pt x="2238" y="9698"/>
                    <a:pt x="2541" y="9749"/>
                  </a:cubicBezTo>
                  <a:cubicBezTo>
                    <a:pt x="2647" y="9749"/>
                    <a:pt x="2737" y="9770"/>
                    <a:pt x="2826" y="9787"/>
                  </a:cubicBezTo>
                  <a:cubicBezTo>
                    <a:pt x="3090" y="9821"/>
                    <a:pt x="3359" y="9856"/>
                    <a:pt x="3623" y="9877"/>
                  </a:cubicBezTo>
                  <a:lnTo>
                    <a:pt x="4194" y="9877"/>
                  </a:lnTo>
                  <a:cubicBezTo>
                    <a:pt x="4655" y="9877"/>
                    <a:pt x="5115" y="9856"/>
                    <a:pt x="5597" y="9821"/>
                  </a:cubicBezTo>
                  <a:cubicBezTo>
                    <a:pt x="5899" y="9787"/>
                    <a:pt x="6219" y="9749"/>
                    <a:pt x="6539" y="9698"/>
                  </a:cubicBezTo>
                  <a:cubicBezTo>
                    <a:pt x="6841" y="9642"/>
                    <a:pt x="7123" y="9574"/>
                    <a:pt x="7425" y="9485"/>
                  </a:cubicBezTo>
                  <a:cubicBezTo>
                    <a:pt x="7604" y="9451"/>
                    <a:pt x="7762" y="9378"/>
                    <a:pt x="7924" y="9323"/>
                  </a:cubicBezTo>
                  <a:cubicBezTo>
                    <a:pt x="8508" y="9131"/>
                    <a:pt x="9041" y="8845"/>
                    <a:pt x="9539" y="8492"/>
                  </a:cubicBezTo>
                  <a:cubicBezTo>
                    <a:pt x="9663" y="8402"/>
                    <a:pt x="9718" y="8296"/>
                    <a:pt x="9680" y="8151"/>
                  </a:cubicBezTo>
                  <a:cubicBezTo>
                    <a:pt x="9612" y="7886"/>
                    <a:pt x="9539" y="7639"/>
                    <a:pt x="9450" y="7354"/>
                  </a:cubicBezTo>
                  <a:close/>
                  <a:moveTo>
                    <a:pt x="8384" y="7746"/>
                  </a:moveTo>
                  <a:cubicBezTo>
                    <a:pt x="8738" y="7550"/>
                    <a:pt x="9130" y="7405"/>
                    <a:pt x="9433" y="7140"/>
                  </a:cubicBezTo>
                  <a:cubicBezTo>
                    <a:pt x="9360" y="6838"/>
                    <a:pt x="9309" y="6535"/>
                    <a:pt x="9237" y="6233"/>
                  </a:cubicBezTo>
                  <a:cubicBezTo>
                    <a:pt x="9147" y="5896"/>
                    <a:pt x="9079" y="5559"/>
                    <a:pt x="8973" y="5222"/>
                  </a:cubicBezTo>
                  <a:cubicBezTo>
                    <a:pt x="8917" y="5043"/>
                    <a:pt x="8828" y="4869"/>
                    <a:pt x="8738" y="4707"/>
                  </a:cubicBezTo>
                  <a:cubicBezTo>
                    <a:pt x="8653" y="4583"/>
                    <a:pt x="8525" y="4493"/>
                    <a:pt x="8367" y="4476"/>
                  </a:cubicBezTo>
                  <a:cubicBezTo>
                    <a:pt x="8120" y="4459"/>
                    <a:pt x="7779" y="4672"/>
                    <a:pt x="7779" y="5043"/>
                  </a:cubicBezTo>
                  <a:cubicBezTo>
                    <a:pt x="7779" y="5329"/>
                    <a:pt x="7817" y="5614"/>
                    <a:pt x="7886" y="5896"/>
                  </a:cubicBezTo>
                  <a:cubicBezTo>
                    <a:pt x="8013" y="6394"/>
                    <a:pt x="8120" y="6872"/>
                    <a:pt x="8244" y="7354"/>
                  </a:cubicBezTo>
                  <a:cubicBezTo>
                    <a:pt x="8278" y="7477"/>
                    <a:pt x="8333" y="7601"/>
                    <a:pt x="8384" y="7746"/>
                  </a:cubicBezTo>
                  <a:close/>
                  <a:moveTo>
                    <a:pt x="1654" y="8134"/>
                  </a:moveTo>
                  <a:cubicBezTo>
                    <a:pt x="1671" y="8044"/>
                    <a:pt x="1688" y="7993"/>
                    <a:pt x="1705" y="7937"/>
                  </a:cubicBezTo>
                  <a:cubicBezTo>
                    <a:pt x="1744" y="7707"/>
                    <a:pt x="1795" y="7460"/>
                    <a:pt x="1850" y="7213"/>
                  </a:cubicBezTo>
                  <a:cubicBezTo>
                    <a:pt x="1884" y="7017"/>
                    <a:pt x="1940" y="6804"/>
                    <a:pt x="1957" y="6591"/>
                  </a:cubicBezTo>
                  <a:cubicBezTo>
                    <a:pt x="2008" y="6305"/>
                    <a:pt x="2025" y="6002"/>
                    <a:pt x="2046" y="5700"/>
                  </a:cubicBezTo>
                  <a:cubicBezTo>
                    <a:pt x="2063" y="5470"/>
                    <a:pt x="2046" y="5239"/>
                    <a:pt x="1940" y="5026"/>
                  </a:cubicBezTo>
                  <a:cubicBezTo>
                    <a:pt x="1812" y="4779"/>
                    <a:pt x="1582" y="4690"/>
                    <a:pt x="1317" y="4903"/>
                  </a:cubicBezTo>
                  <a:cubicBezTo>
                    <a:pt x="1155" y="5043"/>
                    <a:pt x="1066" y="5239"/>
                    <a:pt x="1015" y="5435"/>
                  </a:cubicBezTo>
                  <a:cubicBezTo>
                    <a:pt x="981" y="5576"/>
                    <a:pt x="942" y="5738"/>
                    <a:pt x="908" y="5879"/>
                  </a:cubicBezTo>
                  <a:cubicBezTo>
                    <a:pt x="819" y="6198"/>
                    <a:pt x="746" y="6518"/>
                    <a:pt x="678" y="6838"/>
                  </a:cubicBezTo>
                  <a:cubicBezTo>
                    <a:pt x="605" y="7106"/>
                    <a:pt x="571" y="7388"/>
                    <a:pt x="516" y="7673"/>
                  </a:cubicBezTo>
                  <a:cubicBezTo>
                    <a:pt x="891" y="7831"/>
                    <a:pt x="1262" y="7976"/>
                    <a:pt x="1654" y="813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1"/>
            <p:cNvSpPr/>
            <p:nvPr/>
          </p:nvSpPr>
          <p:spPr>
            <a:xfrm>
              <a:off x="9618713" y="3957581"/>
              <a:ext cx="172235" cy="229896"/>
            </a:xfrm>
            <a:custGeom>
              <a:rect b="b" l="l" r="r" t="t"/>
              <a:pathLst>
                <a:path extrusionOk="0" h="2771" w="2076">
                  <a:moveTo>
                    <a:pt x="2076" y="1829"/>
                  </a:moveTo>
                  <a:cubicBezTo>
                    <a:pt x="2059" y="2131"/>
                    <a:pt x="1918" y="2396"/>
                    <a:pt x="1667" y="2558"/>
                  </a:cubicBezTo>
                  <a:cubicBezTo>
                    <a:pt x="1454" y="2698"/>
                    <a:pt x="1189" y="2771"/>
                    <a:pt x="921" y="2732"/>
                  </a:cubicBezTo>
                  <a:cubicBezTo>
                    <a:pt x="746" y="2698"/>
                    <a:pt x="567" y="2681"/>
                    <a:pt x="405" y="2558"/>
                  </a:cubicBezTo>
                  <a:cubicBezTo>
                    <a:pt x="213" y="2413"/>
                    <a:pt x="107" y="2221"/>
                    <a:pt x="68" y="1986"/>
                  </a:cubicBezTo>
                  <a:cubicBezTo>
                    <a:pt x="17" y="1688"/>
                    <a:pt x="0" y="1368"/>
                    <a:pt x="68" y="1066"/>
                  </a:cubicBezTo>
                  <a:cubicBezTo>
                    <a:pt x="124" y="853"/>
                    <a:pt x="158" y="639"/>
                    <a:pt x="298" y="460"/>
                  </a:cubicBezTo>
                  <a:cubicBezTo>
                    <a:pt x="426" y="320"/>
                    <a:pt x="550" y="196"/>
                    <a:pt x="725" y="124"/>
                  </a:cubicBezTo>
                  <a:cubicBezTo>
                    <a:pt x="938" y="51"/>
                    <a:pt x="1151" y="0"/>
                    <a:pt x="1364" y="34"/>
                  </a:cubicBezTo>
                  <a:cubicBezTo>
                    <a:pt x="1437" y="34"/>
                    <a:pt x="1492" y="68"/>
                    <a:pt x="1543" y="90"/>
                  </a:cubicBezTo>
                  <a:cubicBezTo>
                    <a:pt x="1935" y="303"/>
                    <a:pt x="2076" y="657"/>
                    <a:pt x="2076" y="1083"/>
                  </a:cubicBezTo>
                  <a:moveTo>
                    <a:pt x="1986" y="1206"/>
                  </a:moveTo>
                  <a:cubicBezTo>
                    <a:pt x="1969" y="1100"/>
                    <a:pt x="1935" y="959"/>
                    <a:pt x="1918" y="814"/>
                  </a:cubicBezTo>
                  <a:cubicBezTo>
                    <a:pt x="1880" y="567"/>
                    <a:pt x="1739" y="371"/>
                    <a:pt x="1509" y="247"/>
                  </a:cubicBezTo>
                  <a:cubicBezTo>
                    <a:pt x="1454" y="213"/>
                    <a:pt x="1385" y="175"/>
                    <a:pt x="1330" y="175"/>
                  </a:cubicBezTo>
                  <a:cubicBezTo>
                    <a:pt x="1117" y="158"/>
                    <a:pt x="921" y="196"/>
                    <a:pt x="725" y="281"/>
                  </a:cubicBezTo>
                  <a:cubicBezTo>
                    <a:pt x="512" y="388"/>
                    <a:pt x="354" y="550"/>
                    <a:pt x="281" y="780"/>
                  </a:cubicBezTo>
                  <a:cubicBezTo>
                    <a:pt x="230" y="959"/>
                    <a:pt x="192" y="1134"/>
                    <a:pt x="175" y="1330"/>
                  </a:cubicBezTo>
                  <a:cubicBezTo>
                    <a:pt x="158" y="1598"/>
                    <a:pt x="192" y="1863"/>
                    <a:pt x="264" y="2131"/>
                  </a:cubicBezTo>
                  <a:cubicBezTo>
                    <a:pt x="320" y="2327"/>
                    <a:pt x="460" y="2451"/>
                    <a:pt x="656" y="2519"/>
                  </a:cubicBezTo>
                  <a:cubicBezTo>
                    <a:pt x="938" y="2626"/>
                    <a:pt x="1240" y="2609"/>
                    <a:pt x="1526" y="2468"/>
                  </a:cubicBezTo>
                  <a:cubicBezTo>
                    <a:pt x="1790" y="2344"/>
                    <a:pt x="1918" y="2114"/>
                    <a:pt x="1952" y="1846"/>
                  </a:cubicBezTo>
                  <a:cubicBezTo>
                    <a:pt x="1969" y="1633"/>
                    <a:pt x="1969" y="1437"/>
                    <a:pt x="1986" y="12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1"/>
            <p:cNvSpPr/>
            <p:nvPr/>
          </p:nvSpPr>
          <p:spPr>
            <a:xfrm>
              <a:off x="9695041" y="3992427"/>
              <a:ext cx="65210" cy="87528"/>
            </a:xfrm>
            <a:custGeom>
              <a:rect b="b" l="l" r="r" t="t"/>
              <a:pathLst>
                <a:path extrusionOk="0" h="1055" w="786">
                  <a:moveTo>
                    <a:pt x="219" y="1"/>
                  </a:moveTo>
                  <a:cubicBezTo>
                    <a:pt x="139" y="1"/>
                    <a:pt x="63" y="18"/>
                    <a:pt x="1" y="57"/>
                  </a:cubicBezTo>
                  <a:cubicBezTo>
                    <a:pt x="107" y="130"/>
                    <a:pt x="197" y="181"/>
                    <a:pt x="269" y="254"/>
                  </a:cubicBezTo>
                  <a:cubicBezTo>
                    <a:pt x="320" y="326"/>
                    <a:pt x="376" y="377"/>
                    <a:pt x="410" y="450"/>
                  </a:cubicBezTo>
                  <a:cubicBezTo>
                    <a:pt x="444" y="539"/>
                    <a:pt x="482" y="629"/>
                    <a:pt x="517" y="714"/>
                  </a:cubicBezTo>
                  <a:cubicBezTo>
                    <a:pt x="551" y="820"/>
                    <a:pt x="572" y="927"/>
                    <a:pt x="623" y="1055"/>
                  </a:cubicBezTo>
                  <a:cubicBezTo>
                    <a:pt x="713" y="948"/>
                    <a:pt x="747" y="820"/>
                    <a:pt x="764" y="697"/>
                  </a:cubicBezTo>
                  <a:cubicBezTo>
                    <a:pt x="785" y="573"/>
                    <a:pt x="764" y="433"/>
                    <a:pt x="713" y="309"/>
                  </a:cubicBezTo>
                  <a:cubicBezTo>
                    <a:pt x="640" y="181"/>
                    <a:pt x="517" y="75"/>
                    <a:pt x="393" y="23"/>
                  </a:cubicBezTo>
                  <a:cubicBezTo>
                    <a:pt x="335" y="9"/>
                    <a:pt x="276"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1"/>
            <p:cNvSpPr/>
            <p:nvPr/>
          </p:nvSpPr>
          <p:spPr>
            <a:xfrm>
              <a:off x="9377285" y="4094142"/>
              <a:ext cx="71765" cy="264907"/>
            </a:xfrm>
            <a:custGeom>
              <a:rect b="b" l="l" r="r" t="t"/>
              <a:pathLst>
                <a:path extrusionOk="0" h="3193" w="865">
                  <a:moveTo>
                    <a:pt x="802" y="0"/>
                  </a:moveTo>
                  <a:cubicBezTo>
                    <a:pt x="780" y="0"/>
                    <a:pt x="758" y="14"/>
                    <a:pt x="758" y="42"/>
                  </a:cubicBezTo>
                  <a:cubicBezTo>
                    <a:pt x="779" y="306"/>
                    <a:pt x="706" y="553"/>
                    <a:pt x="634" y="788"/>
                  </a:cubicBezTo>
                  <a:cubicBezTo>
                    <a:pt x="566" y="1035"/>
                    <a:pt x="493" y="1265"/>
                    <a:pt x="421" y="1495"/>
                  </a:cubicBezTo>
                  <a:cubicBezTo>
                    <a:pt x="246" y="2045"/>
                    <a:pt x="118" y="2599"/>
                    <a:pt x="12" y="3149"/>
                  </a:cubicBezTo>
                  <a:cubicBezTo>
                    <a:pt x="1" y="3171"/>
                    <a:pt x="33" y="3192"/>
                    <a:pt x="58" y="3192"/>
                  </a:cubicBezTo>
                  <a:cubicBezTo>
                    <a:pt x="72" y="3192"/>
                    <a:pt x="84" y="3185"/>
                    <a:pt x="84" y="3166"/>
                  </a:cubicBezTo>
                  <a:cubicBezTo>
                    <a:pt x="208" y="2599"/>
                    <a:pt x="331" y="2045"/>
                    <a:pt x="510" y="1495"/>
                  </a:cubicBezTo>
                  <a:cubicBezTo>
                    <a:pt x="583" y="1265"/>
                    <a:pt x="651" y="1018"/>
                    <a:pt x="723" y="788"/>
                  </a:cubicBezTo>
                  <a:cubicBezTo>
                    <a:pt x="796" y="536"/>
                    <a:pt x="864" y="289"/>
                    <a:pt x="847" y="42"/>
                  </a:cubicBezTo>
                  <a:cubicBezTo>
                    <a:pt x="847" y="14"/>
                    <a:pt x="825" y="0"/>
                    <a:pt x="8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1"/>
            <p:cNvSpPr/>
            <p:nvPr/>
          </p:nvSpPr>
          <p:spPr>
            <a:xfrm>
              <a:off x="9984505" y="4070165"/>
              <a:ext cx="73092" cy="256528"/>
            </a:xfrm>
            <a:custGeom>
              <a:rect b="b" l="l" r="r" t="t"/>
              <a:pathLst>
                <a:path extrusionOk="0" h="3092" w="881">
                  <a:moveTo>
                    <a:pt x="62" y="0"/>
                  </a:moveTo>
                  <a:cubicBezTo>
                    <a:pt x="32" y="0"/>
                    <a:pt x="0" y="24"/>
                    <a:pt x="11" y="45"/>
                  </a:cubicBezTo>
                  <a:cubicBezTo>
                    <a:pt x="173" y="561"/>
                    <a:pt x="224" y="1077"/>
                    <a:pt x="348" y="1588"/>
                  </a:cubicBezTo>
                  <a:cubicBezTo>
                    <a:pt x="472" y="2087"/>
                    <a:pt x="706" y="2547"/>
                    <a:pt x="791" y="3063"/>
                  </a:cubicBezTo>
                  <a:cubicBezTo>
                    <a:pt x="799" y="3083"/>
                    <a:pt x="813" y="3091"/>
                    <a:pt x="828" y="3091"/>
                  </a:cubicBezTo>
                  <a:cubicBezTo>
                    <a:pt x="853" y="3091"/>
                    <a:pt x="881" y="3068"/>
                    <a:pt x="881" y="3046"/>
                  </a:cubicBezTo>
                  <a:cubicBezTo>
                    <a:pt x="774" y="2530"/>
                    <a:pt x="561" y="2070"/>
                    <a:pt x="420" y="1571"/>
                  </a:cubicBezTo>
                  <a:cubicBezTo>
                    <a:pt x="297" y="1056"/>
                    <a:pt x="258" y="523"/>
                    <a:pt x="101" y="28"/>
                  </a:cubicBezTo>
                  <a:cubicBezTo>
                    <a:pt x="94" y="8"/>
                    <a:pt x="79" y="0"/>
                    <a:pt x="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1"/>
            <p:cNvSpPr/>
            <p:nvPr/>
          </p:nvSpPr>
          <p:spPr>
            <a:xfrm>
              <a:off x="9492606" y="4295581"/>
              <a:ext cx="459543" cy="58822"/>
            </a:xfrm>
            <a:custGeom>
              <a:rect b="b" l="l" r="r" t="t"/>
              <a:pathLst>
                <a:path extrusionOk="0" h="709" w="5539">
                  <a:moveTo>
                    <a:pt x="5483" y="0"/>
                  </a:moveTo>
                  <a:cubicBezTo>
                    <a:pt x="5476" y="0"/>
                    <a:pt x="5469" y="3"/>
                    <a:pt x="5463" y="9"/>
                  </a:cubicBezTo>
                  <a:cubicBezTo>
                    <a:pt x="4751" y="346"/>
                    <a:pt x="3988" y="470"/>
                    <a:pt x="3204" y="525"/>
                  </a:cubicBezTo>
                  <a:cubicBezTo>
                    <a:pt x="2651" y="567"/>
                    <a:pt x="2087" y="624"/>
                    <a:pt x="1528" y="624"/>
                  </a:cubicBezTo>
                  <a:cubicBezTo>
                    <a:pt x="1405" y="624"/>
                    <a:pt x="1284" y="621"/>
                    <a:pt x="1162" y="615"/>
                  </a:cubicBezTo>
                  <a:cubicBezTo>
                    <a:pt x="808" y="598"/>
                    <a:pt x="416" y="542"/>
                    <a:pt x="79" y="402"/>
                  </a:cubicBezTo>
                  <a:cubicBezTo>
                    <a:pt x="73" y="394"/>
                    <a:pt x="65" y="391"/>
                    <a:pt x="57" y="391"/>
                  </a:cubicBezTo>
                  <a:cubicBezTo>
                    <a:pt x="28" y="391"/>
                    <a:pt x="1" y="443"/>
                    <a:pt x="45" y="470"/>
                  </a:cubicBezTo>
                  <a:cubicBezTo>
                    <a:pt x="459" y="660"/>
                    <a:pt x="918" y="708"/>
                    <a:pt x="1378" y="708"/>
                  </a:cubicBezTo>
                  <a:cubicBezTo>
                    <a:pt x="1610" y="708"/>
                    <a:pt x="1843" y="696"/>
                    <a:pt x="2070" y="683"/>
                  </a:cubicBezTo>
                  <a:cubicBezTo>
                    <a:pt x="2799" y="649"/>
                    <a:pt x="3523" y="615"/>
                    <a:pt x="4235" y="491"/>
                  </a:cubicBezTo>
                  <a:cubicBezTo>
                    <a:pt x="4679" y="402"/>
                    <a:pt x="5088" y="278"/>
                    <a:pt x="5497" y="82"/>
                  </a:cubicBezTo>
                  <a:cubicBezTo>
                    <a:pt x="5538" y="51"/>
                    <a:pt x="5513" y="0"/>
                    <a:pt x="54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1"/>
            <p:cNvSpPr/>
            <p:nvPr/>
          </p:nvSpPr>
          <p:spPr>
            <a:xfrm>
              <a:off x="9522805" y="4292096"/>
              <a:ext cx="35509" cy="28042"/>
            </a:xfrm>
            <a:custGeom>
              <a:rect b="b" l="l" r="r" t="t"/>
              <a:pathLst>
                <a:path extrusionOk="0" h="338" w="428">
                  <a:moveTo>
                    <a:pt x="214" y="0"/>
                  </a:moveTo>
                  <a:cubicBezTo>
                    <a:pt x="1" y="0"/>
                    <a:pt x="1" y="337"/>
                    <a:pt x="214" y="337"/>
                  </a:cubicBezTo>
                  <a:cubicBezTo>
                    <a:pt x="427" y="337"/>
                    <a:pt x="427" y="0"/>
                    <a:pt x="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1"/>
            <p:cNvSpPr/>
            <p:nvPr/>
          </p:nvSpPr>
          <p:spPr>
            <a:xfrm>
              <a:off x="9587518" y="4297738"/>
              <a:ext cx="35509" cy="28042"/>
            </a:xfrm>
            <a:custGeom>
              <a:rect b="b" l="l" r="r" t="t"/>
              <a:pathLst>
                <a:path extrusionOk="0" h="338" w="428">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1"/>
            <p:cNvSpPr/>
            <p:nvPr/>
          </p:nvSpPr>
          <p:spPr>
            <a:xfrm>
              <a:off x="9652314" y="4297738"/>
              <a:ext cx="35426" cy="28042"/>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1"/>
            <p:cNvSpPr/>
            <p:nvPr/>
          </p:nvSpPr>
          <p:spPr>
            <a:xfrm>
              <a:off x="9602369" y="3718310"/>
              <a:ext cx="210565" cy="74088"/>
            </a:xfrm>
            <a:custGeom>
              <a:rect b="b" l="l" r="r" t="t"/>
              <a:pathLst>
                <a:path extrusionOk="0" h="893" w="2538">
                  <a:moveTo>
                    <a:pt x="2433" y="1"/>
                  </a:moveTo>
                  <a:cubicBezTo>
                    <a:pt x="2400" y="1"/>
                    <a:pt x="2365" y="18"/>
                    <a:pt x="2345" y="58"/>
                  </a:cubicBezTo>
                  <a:cubicBezTo>
                    <a:pt x="2180" y="514"/>
                    <a:pt x="1719" y="732"/>
                    <a:pt x="1255" y="732"/>
                  </a:cubicBezTo>
                  <a:cubicBezTo>
                    <a:pt x="1013" y="732"/>
                    <a:pt x="770" y="672"/>
                    <a:pt x="568" y="557"/>
                  </a:cubicBezTo>
                  <a:cubicBezTo>
                    <a:pt x="410" y="467"/>
                    <a:pt x="265" y="327"/>
                    <a:pt x="176" y="165"/>
                  </a:cubicBezTo>
                  <a:cubicBezTo>
                    <a:pt x="159" y="130"/>
                    <a:pt x="133" y="116"/>
                    <a:pt x="107" y="116"/>
                  </a:cubicBezTo>
                  <a:cubicBezTo>
                    <a:pt x="54" y="116"/>
                    <a:pt x="1" y="177"/>
                    <a:pt x="35" y="237"/>
                  </a:cubicBezTo>
                  <a:cubicBezTo>
                    <a:pt x="250" y="680"/>
                    <a:pt x="741" y="893"/>
                    <a:pt x="1233" y="893"/>
                  </a:cubicBezTo>
                  <a:cubicBezTo>
                    <a:pt x="1552" y="893"/>
                    <a:pt x="1871" y="803"/>
                    <a:pt x="2115" y="629"/>
                  </a:cubicBezTo>
                  <a:cubicBezTo>
                    <a:pt x="2290" y="501"/>
                    <a:pt x="2435" y="327"/>
                    <a:pt x="2503" y="114"/>
                  </a:cubicBezTo>
                  <a:cubicBezTo>
                    <a:pt x="2538" y="47"/>
                    <a:pt x="2488" y="1"/>
                    <a:pt x="24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1"/>
            <p:cNvSpPr/>
            <p:nvPr/>
          </p:nvSpPr>
          <p:spPr>
            <a:xfrm>
              <a:off x="9635306" y="3712503"/>
              <a:ext cx="136560" cy="45714"/>
            </a:xfrm>
            <a:custGeom>
              <a:rect b="b" l="l" r="r" t="t"/>
              <a:pathLst>
                <a:path extrusionOk="0" h="551" w="1646">
                  <a:moveTo>
                    <a:pt x="1607" y="0"/>
                  </a:moveTo>
                  <a:cubicBezTo>
                    <a:pt x="1587" y="0"/>
                    <a:pt x="1565" y="13"/>
                    <a:pt x="1556" y="39"/>
                  </a:cubicBezTo>
                  <a:cubicBezTo>
                    <a:pt x="1523" y="354"/>
                    <a:pt x="1274" y="468"/>
                    <a:pt x="986" y="468"/>
                  </a:cubicBezTo>
                  <a:cubicBezTo>
                    <a:pt x="654" y="468"/>
                    <a:pt x="270" y="316"/>
                    <a:pt x="98" y="145"/>
                  </a:cubicBezTo>
                  <a:cubicBezTo>
                    <a:pt x="87" y="138"/>
                    <a:pt x="76" y="135"/>
                    <a:pt x="65" y="135"/>
                  </a:cubicBezTo>
                  <a:cubicBezTo>
                    <a:pt x="27" y="135"/>
                    <a:pt x="0" y="174"/>
                    <a:pt x="30" y="201"/>
                  </a:cubicBezTo>
                  <a:cubicBezTo>
                    <a:pt x="205" y="380"/>
                    <a:pt x="474" y="486"/>
                    <a:pt x="721" y="520"/>
                  </a:cubicBezTo>
                  <a:cubicBezTo>
                    <a:pt x="812" y="539"/>
                    <a:pt x="907" y="551"/>
                    <a:pt x="1002" y="551"/>
                  </a:cubicBezTo>
                  <a:cubicBezTo>
                    <a:pt x="1167" y="551"/>
                    <a:pt x="1331" y="514"/>
                    <a:pt x="1467" y="414"/>
                  </a:cubicBezTo>
                  <a:cubicBezTo>
                    <a:pt x="1573" y="324"/>
                    <a:pt x="1629" y="184"/>
                    <a:pt x="1646" y="39"/>
                  </a:cubicBezTo>
                  <a:cubicBezTo>
                    <a:pt x="1646" y="13"/>
                    <a:pt x="1628"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1"/>
            <p:cNvSpPr/>
            <p:nvPr/>
          </p:nvSpPr>
          <p:spPr>
            <a:xfrm>
              <a:off x="9340780" y="4405012"/>
              <a:ext cx="81721" cy="88607"/>
            </a:xfrm>
            <a:custGeom>
              <a:rect b="b" l="l" r="r" t="t"/>
              <a:pathLst>
                <a:path extrusionOk="0" h="1068" w="985">
                  <a:moveTo>
                    <a:pt x="596" y="1"/>
                  </a:moveTo>
                  <a:cubicBezTo>
                    <a:pt x="583" y="1"/>
                    <a:pt x="571" y="2"/>
                    <a:pt x="558" y="3"/>
                  </a:cubicBezTo>
                  <a:cubicBezTo>
                    <a:pt x="435" y="42"/>
                    <a:pt x="328" y="148"/>
                    <a:pt x="260" y="255"/>
                  </a:cubicBezTo>
                  <a:cubicBezTo>
                    <a:pt x="170" y="378"/>
                    <a:pt x="115" y="502"/>
                    <a:pt x="25" y="626"/>
                  </a:cubicBezTo>
                  <a:cubicBezTo>
                    <a:pt x="0" y="654"/>
                    <a:pt x="34" y="699"/>
                    <a:pt x="60" y="699"/>
                  </a:cubicBezTo>
                  <a:cubicBezTo>
                    <a:pt x="69" y="699"/>
                    <a:pt x="76" y="694"/>
                    <a:pt x="81" y="681"/>
                  </a:cubicBezTo>
                  <a:cubicBezTo>
                    <a:pt x="170" y="591"/>
                    <a:pt x="204" y="485"/>
                    <a:pt x="277" y="378"/>
                  </a:cubicBezTo>
                  <a:cubicBezTo>
                    <a:pt x="328" y="289"/>
                    <a:pt x="401" y="165"/>
                    <a:pt x="507" y="110"/>
                  </a:cubicBezTo>
                  <a:cubicBezTo>
                    <a:pt x="536" y="96"/>
                    <a:pt x="568" y="90"/>
                    <a:pt x="600" y="90"/>
                  </a:cubicBezTo>
                  <a:cubicBezTo>
                    <a:pt x="684" y="90"/>
                    <a:pt x="769" y="134"/>
                    <a:pt x="810" y="199"/>
                  </a:cubicBezTo>
                  <a:cubicBezTo>
                    <a:pt x="899" y="289"/>
                    <a:pt x="899" y="451"/>
                    <a:pt x="899" y="574"/>
                  </a:cubicBezTo>
                  <a:cubicBezTo>
                    <a:pt x="899" y="715"/>
                    <a:pt x="878" y="877"/>
                    <a:pt x="861" y="1018"/>
                  </a:cubicBezTo>
                  <a:cubicBezTo>
                    <a:pt x="851" y="1048"/>
                    <a:pt x="878" y="1067"/>
                    <a:pt x="901" y="1067"/>
                  </a:cubicBezTo>
                  <a:cubicBezTo>
                    <a:pt x="918" y="1067"/>
                    <a:pt x="933" y="1058"/>
                    <a:pt x="933" y="1035"/>
                  </a:cubicBezTo>
                  <a:cubicBezTo>
                    <a:pt x="967" y="894"/>
                    <a:pt x="984" y="749"/>
                    <a:pt x="984" y="609"/>
                  </a:cubicBezTo>
                  <a:cubicBezTo>
                    <a:pt x="984" y="468"/>
                    <a:pt x="984" y="306"/>
                    <a:pt x="899" y="165"/>
                  </a:cubicBezTo>
                  <a:cubicBezTo>
                    <a:pt x="834" y="69"/>
                    <a:pt x="713" y="1"/>
                    <a:pt x="5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1"/>
            <p:cNvSpPr/>
            <p:nvPr/>
          </p:nvSpPr>
          <p:spPr>
            <a:xfrm>
              <a:off x="9482899" y="4446328"/>
              <a:ext cx="84209" cy="86201"/>
            </a:xfrm>
            <a:custGeom>
              <a:rect b="b" l="l" r="r" t="t"/>
              <a:pathLst>
                <a:path extrusionOk="0" h="1039" w="1015">
                  <a:moveTo>
                    <a:pt x="548" y="1"/>
                  </a:moveTo>
                  <a:cubicBezTo>
                    <a:pt x="531" y="1"/>
                    <a:pt x="515" y="2"/>
                    <a:pt x="499" y="4"/>
                  </a:cubicBezTo>
                  <a:cubicBezTo>
                    <a:pt x="358" y="38"/>
                    <a:pt x="252" y="145"/>
                    <a:pt x="162" y="273"/>
                  </a:cubicBezTo>
                  <a:cubicBezTo>
                    <a:pt x="73" y="413"/>
                    <a:pt x="17" y="592"/>
                    <a:pt x="0" y="767"/>
                  </a:cubicBezTo>
                  <a:cubicBezTo>
                    <a:pt x="0" y="795"/>
                    <a:pt x="18" y="808"/>
                    <a:pt x="39" y="808"/>
                  </a:cubicBezTo>
                  <a:cubicBezTo>
                    <a:pt x="59" y="808"/>
                    <a:pt x="81" y="795"/>
                    <a:pt x="90" y="767"/>
                  </a:cubicBezTo>
                  <a:cubicBezTo>
                    <a:pt x="107" y="626"/>
                    <a:pt x="145" y="486"/>
                    <a:pt x="213" y="379"/>
                  </a:cubicBezTo>
                  <a:cubicBezTo>
                    <a:pt x="269" y="251"/>
                    <a:pt x="337" y="145"/>
                    <a:pt x="465" y="93"/>
                  </a:cubicBezTo>
                  <a:cubicBezTo>
                    <a:pt x="496" y="85"/>
                    <a:pt x="527" y="81"/>
                    <a:pt x="559" y="81"/>
                  </a:cubicBezTo>
                  <a:cubicBezTo>
                    <a:pt x="655" y="81"/>
                    <a:pt x="751" y="120"/>
                    <a:pt x="819" y="200"/>
                  </a:cubicBezTo>
                  <a:cubicBezTo>
                    <a:pt x="891" y="290"/>
                    <a:pt x="925" y="430"/>
                    <a:pt x="925" y="554"/>
                  </a:cubicBezTo>
                  <a:lnTo>
                    <a:pt x="925" y="997"/>
                  </a:lnTo>
                  <a:cubicBezTo>
                    <a:pt x="925" y="1025"/>
                    <a:pt x="943" y="1039"/>
                    <a:pt x="962" y="1039"/>
                  </a:cubicBezTo>
                  <a:cubicBezTo>
                    <a:pt x="980" y="1039"/>
                    <a:pt x="998" y="1025"/>
                    <a:pt x="998" y="997"/>
                  </a:cubicBezTo>
                  <a:cubicBezTo>
                    <a:pt x="998" y="839"/>
                    <a:pt x="1015" y="699"/>
                    <a:pt x="1015" y="554"/>
                  </a:cubicBezTo>
                  <a:cubicBezTo>
                    <a:pt x="998" y="413"/>
                    <a:pt x="976" y="251"/>
                    <a:pt x="870" y="145"/>
                  </a:cubicBezTo>
                  <a:cubicBezTo>
                    <a:pt x="795" y="52"/>
                    <a:pt x="662" y="1"/>
                    <a:pt x="5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1"/>
            <p:cNvSpPr/>
            <p:nvPr/>
          </p:nvSpPr>
          <p:spPr>
            <a:xfrm>
              <a:off x="9647999" y="4451389"/>
              <a:ext cx="92257" cy="86035"/>
            </a:xfrm>
            <a:custGeom>
              <a:rect b="b" l="l" r="r" t="t"/>
              <a:pathLst>
                <a:path extrusionOk="0" h="1037" w="1112">
                  <a:moveTo>
                    <a:pt x="456" y="0"/>
                  </a:moveTo>
                  <a:cubicBezTo>
                    <a:pt x="384" y="0"/>
                    <a:pt x="313" y="19"/>
                    <a:pt x="248" y="67"/>
                  </a:cubicBezTo>
                  <a:cubicBezTo>
                    <a:pt x="124" y="139"/>
                    <a:pt x="73" y="263"/>
                    <a:pt x="35" y="403"/>
                  </a:cubicBezTo>
                  <a:cubicBezTo>
                    <a:pt x="1" y="565"/>
                    <a:pt x="1" y="744"/>
                    <a:pt x="1" y="919"/>
                  </a:cubicBezTo>
                  <a:cubicBezTo>
                    <a:pt x="1" y="947"/>
                    <a:pt x="23" y="961"/>
                    <a:pt x="46" y="961"/>
                  </a:cubicBezTo>
                  <a:cubicBezTo>
                    <a:pt x="68" y="961"/>
                    <a:pt x="90" y="947"/>
                    <a:pt x="90" y="919"/>
                  </a:cubicBezTo>
                  <a:cubicBezTo>
                    <a:pt x="90" y="778"/>
                    <a:pt x="90" y="638"/>
                    <a:pt x="107" y="493"/>
                  </a:cubicBezTo>
                  <a:cubicBezTo>
                    <a:pt x="124" y="386"/>
                    <a:pt x="159" y="246"/>
                    <a:pt x="248" y="156"/>
                  </a:cubicBezTo>
                  <a:cubicBezTo>
                    <a:pt x="301" y="103"/>
                    <a:pt x="368" y="85"/>
                    <a:pt x="440" y="85"/>
                  </a:cubicBezTo>
                  <a:cubicBezTo>
                    <a:pt x="511" y="85"/>
                    <a:pt x="587" y="103"/>
                    <a:pt x="657" y="122"/>
                  </a:cubicBezTo>
                  <a:cubicBezTo>
                    <a:pt x="819" y="173"/>
                    <a:pt x="904" y="297"/>
                    <a:pt x="960" y="459"/>
                  </a:cubicBezTo>
                  <a:cubicBezTo>
                    <a:pt x="994" y="638"/>
                    <a:pt x="994" y="830"/>
                    <a:pt x="1032" y="1009"/>
                  </a:cubicBezTo>
                  <a:cubicBezTo>
                    <a:pt x="1032" y="1029"/>
                    <a:pt x="1044" y="1037"/>
                    <a:pt x="1057" y="1037"/>
                  </a:cubicBezTo>
                  <a:cubicBezTo>
                    <a:pt x="1081" y="1037"/>
                    <a:pt x="1111" y="1013"/>
                    <a:pt x="1101" y="992"/>
                  </a:cubicBezTo>
                  <a:cubicBezTo>
                    <a:pt x="1066" y="812"/>
                    <a:pt x="1084" y="638"/>
                    <a:pt x="1032" y="459"/>
                  </a:cubicBezTo>
                  <a:cubicBezTo>
                    <a:pt x="994" y="280"/>
                    <a:pt x="887" y="139"/>
                    <a:pt x="730" y="67"/>
                  </a:cubicBezTo>
                  <a:cubicBezTo>
                    <a:pt x="640" y="29"/>
                    <a:pt x="547" y="0"/>
                    <a:pt x="4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1"/>
            <p:cNvSpPr/>
            <p:nvPr/>
          </p:nvSpPr>
          <p:spPr>
            <a:xfrm>
              <a:off x="9842552" y="4430980"/>
              <a:ext cx="81969" cy="86781"/>
            </a:xfrm>
            <a:custGeom>
              <a:rect b="b" l="l" r="r" t="t"/>
              <a:pathLst>
                <a:path extrusionOk="0" h="1046" w="988">
                  <a:moveTo>
                    <a:pt x="449" y="0"/>
                  </a:moveTo>
                  <a:cubicBezTo>
                    <a:pt x="331" y="0"/>
                    <a:pt x="210" y="55"/>
                    <a:pt x="124" y="155"/>
                  </a:cubicBezTo>
                  <a:cubicBezTo>
                    <a:pt x="51" y="261"/>
                    <a:pt x="17" y="402"/>
                    <a:pt x="17" y="526"/>
                  </a:cubicBezTo>
                  <a:cubicBezTo>
                    <a:pt x="0" y="688"/>
                    <a:pt x="17" y="845"/>
                    <a:pt x="0" y="1007"/>
                  </a:cubicBezTo>
                  <a:cubicBezTo>
                    <a:pt x="0" y="1033"/>
                    <a:pt x="23" y="1046"/>
                    <a:pt x="45" y="1046"/>
                  </a:cubicBezTo>
                  <a:cubicBezTo>
                    <a:pt x="67" y="1046"/>
                    <a:pt x="90" y="1033"/>
                    <a:pt x="90" y="1007"/>
                  </a:cubicBezTo>
                  <a:cubicBezTo>
                    <a:pt x="107" y="756"/>
                    <a:pt x="34" y="492"/>
                    <a:pt x="158" y="261"/>
                  </a:cubicBezTo>
                  <a:cubicBezTo>
                    <a:pt x="213" y="155"/>
                    <a:pt x="337" y="82"/>
                    <a:pt x="461" y="82"/>
                  </a:cubicBezTo>
                  <a:cubicBezTo>
                    <a:pt x="605" y="99"/>
                    <a:pt x="691" y="244"/>
                    <a:pt x="763" y="351"/>
                  </a:cubicBezTo>
                  <a:cubicBezTo>
                    <a:pt x="836" y="492"/>
                    <a:pt x="887" y="649"/>
                    <a:pt x="904" y="828"/>
                  </a:cubicBezTo>
                  <a:cubicBezTo>
                    <a:pt x="904" y="848"/>
                    <a:pt x="915" y="856"/>
                    <a:pt x="928" y="856"/>
                  </a:cubicBezTo>
                  <a:cubicBezTo>
                    <a:pt x="953" y="856"/>
                    <a:pt x="987" y="828"/>
                    <a:pt x="976" y="794"/>
                  </a:cubicBezTo>
                  <a:cubicBezTo>
                    <a:pt x="959" y="632"/>
                    <a:pt x="925" y="492"/>
                    <a:pt x="853" y="330"/>
                  </a:cubicBezTo>
                  <a:cubicBezTo>
                    <a:pt x="780" y="206"/>
                    <a:pt x="674" y="65"/>
                    <a:pt x="533" y="10"/>
                  </a:cubicBezTo>
                  <a:cubicBezTo>
                    <a:pt x="506" y="3"/>
                    <a:pt x="477" y="0"/>
                    <a:pt x="4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1"/>
            <p:cNvSpPr/>
            <p:nvPr/>
          </p:nvSpPr>
          <p:spPr>
            <a:xfrm>
              <a:off x="10001679" y="4380205"/>
              <a:ext cx="80559" cy="91925"/>
            </a:xfrm>
            <a:custGeom>
              <a:rect b="b" l="l" r="r" t="t"/>
              <a:pathLst>
                <a:path extrusionOk="0" h="1108" w="971">
                  <a:moveTo>
                    <a:pt x="419" y="1"/>
                  </a:moveTo>
                  <a:cubicBezTo>
                    <a:pt x="292" y="1"/>
                    <a:pt x="170" y="84"/>
                    <a:pt x="90" y="196"/>
                  </a:cubicBezTo>
                  <a:cubicBezTo>
                    <a:pt x="17" y="302"/>
                    <a:pt x="0" y="447"/>
                    <a:pt x="0" y="588"/>
                  </a:cubicBezTo>
                  <a:cubicBezTo>
                    <a:pt x="0" y="750"/>
                    <a:pt x="17" y="908"/>
                    <a:pt x="0" y="1070"/>
                  </a:cubicBezTo>
                  <a:cubicBezTo>
                    <a:pt x="0" y="1095"/>
                    <a:pt x="18" y="1108"/>
                    <a:pt x="39" y="1108"/>
                  </a:cubicBezTo>
                  <a:cubicBezTo>
                    <a:pt x="59" y="1108"/>
                    <a:pt x="81" y="1095"/>
                    <a:pt x="90" y="1070"/>
                  </a:cubicBezTo>
                  <a:cubicBezTo>
                    <a:pt x="107" y="818"/>
                    <a:pt x="34" y="554"/>
                    <a:pt x="124" y="324"/>
                  </a:cubicBezTo>
                  <a:cubicBezTo>
                    <a:pt x="158" y="196"/>
                    <a:pt x="265" y="110"/>
                    <a:pt x="392" y="89"/>
                  </a:cubicBezTo>
                  <a:cubicBezTo>
                    <a:pt x="411" y="84"/>
                    <a:pt x="429" y="82"/>
                    <a:pt x="447" y="82"/>
                  </a:cubicBezTo>
                  <a:cubicBezTo>
                    <a:pt x="552" y="82"/>
                    <a:pt x="650" y="158"/>
                    <a:pt x="712" y="234"/>
                  </a:cubicBezTo>
                  <a:cubicBezTo>
                    <a:pt x="797" y="358"/>
                    <a:pt x="853" y="498"/>
                    <a:pt x="887" y="660"/>
                  </a:cubicBezTo>
                  <a:cubicBezTo>
                    <a:pt x="887" y="678"/>
                    <a:pt x="897" y="685"/>
                    <a:pt x="911" y="685"/>
                  </a:cubicBezTo>
                  <a:cubicBezTo>
                    <a:pt x="936" y="685"/>
                    <a:pt x="970" y="658"/>
                    <a:pt x="959" y="622"/>
                  </a:cubicBezTo>
                  <a:cubicBezTo>
                    <a:pt x="925" y="375"/>
                    <a:pt x="763" y="21"/>
                    <a:pt x="461" y="4"/>
                  </a:cubicBezTo>
                  <a:cubicBezTo>
                    <a:pt x="447" y="2"/>
                    <a:pt x="433" y="1"/>
                    <a:pt x="4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1"/>
            <p:cNvSpPr/>
            <p:nvPr/>
          </p:nvSpPr>
          <p:spPr>
            <a:xfrm>
              <a:off x="9539149" y="3786425"/>
              <a:ext cx="54508" cy="7467"/>
            </a:xfrm>
            <a:custGeom>
              <a:rect b="b" l="l" r="r" t="t"/>
              <a:pathLst>
                <a:path extrusionOk="0" h="90" w="657">
                  <a:moveTo>
                    <a:pt x="51" y="0"/>
                  </a:moveTo>
                  <a:cubicBezTo>
                    <a:pt x="0" y="0"/>
                    <a:pt x="0" y="90"/>
                    <a:pt x="51" y="90"/>
                  </a:cubicBezTo>
                  <a:lnTo>
                    <a:pt x="601" y="90"/>
                  </a:lnTo>
                  <a:cubicBezTo>
                    <a:pt x="656" y="90"/>
                    <a:pt x="656" y="0"/>
                    <a:pt x="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1"/>
            <p:cNvSpPr/>
            <p:nvPr/>
          </p:nvSpPr>
          <p:spPr>
            <a:xfrm>
              <a:off x="9530272" y="3802686"/>
              <a:ext cx="49945" cy="7467"/>
            </a:xfrm>
            <a:custGeom>
              <a:rect b="b" l="l" r="r" t="t"/>
              <a:pathLst>
                <a:path extrusionOk="0" h="90" w="602">
                  <a:moveTo>
                    <a:pt x="69" y="0"/>
                  </a:moveTo>
                  <a:cubicBezTo>
                    <a:pt x="0" y="0"/>
                    <a:pt x="0" y="90"/>
                    <a:pt x="69" y="90"/>
                  </a:cubicBezTo>
                  <a:lnTo>
                    <a:pt x="550" y="90"/>
                  </a:lnTo>
                  <a:cubicBezTo>
                    <a:pt x="601" y="90"/>
                    <a:pt x="601" y="0"/>
                    <a:pt x="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1"/>
            <p:cNvSpPr/>
            <p:nvPr/>
          </p:nvSpPr>
          <p:spPr>
            <a:xfrm>
              <a:off x="9522805" y="3820357"/>
              <a:ext cx="57412" cy="8877"/>
            </a:xfrm>
            <a:custGeom>
              <a:rect b="b" l="l" r="r" t="t"/>
              <a:pathLst>
                <a:path extrusionOk="0" h="107" w="692">
                  <a:moveTo>
                    <a:pt x="69" y="0"/>
                  </a:moveTo>
                  <a:cubicBezTo>
                    <a:pt x="35" y="0"/>
                    <a:pt x="18" y="0"/>
                    <a:pt x="18" y="39"/>
                  </a:cubicBezTo>
                  <a:cubicBezTo>
                    <a:pt x="1" y="56"/>
                    <a:pt x="18" y="90"/>
                    <a:pt x="35" y="90"/>
                  </a:cubicBezTo>
                  <a:cubicBezTo>
                    <a:pt x="231" y="107"/>
                    <a:pt x="444" y="107"/>
                    <a:pt x="640" y="107"/>
                  </a:cubicBezTo>
                  <a:cubicBezTo>
                    <a:pt x="691" y="107"/>
                    <a:pt x="691" y="0"/>
                    <a:pt x="640" y="0"/>
                  </a:cubicBezTo>
                  <a:cubicBezTo>
                    <a:pt x="510" y="0"/>
                    <a:pt x="379" y="8"/>
                    <a:pt x="253" y="8"/>
                  </a:cubicBezTo>
                  <a:cubicBezTo>
                    <a:pt x="190" y="8"/>
                    <a:pt x="129" y="6"/>
                    <a:pt x="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1"/>
            <p:cNvSpPr/>
            <p:nvPr/>
          </p:nvSpPr>
          <p:spPr>
            <a:xfrm>
              <a:off x="9514011" y="4166570"/>
              <a:ext cx="45714" cy="9292"/>
            </a:xfrm>
            <a:custGeom>
              <a:rect b="b" l="l" r="r" t="t"/>
              <a:pathLst>
                <a:path extrusionOk="0" h="112" w="551">
                  <a:moveTo>
                    <a:pt x="52" y="0"/>
                  </a:moveTo>
                  <a:cubicBezTo>
                    <a:pt x="35" y="0"/>
                    <a:pt x="0" y="21"/>
                    <a:pt x="0" y="39"/>
                  </a:cubicBezTo>
                  <a:cubicBezTo>
                    <a:pt x="0" y="56"/>
                    <a:pt x="0" y="90"/>
                    <a:pt x="35" y="90"/>
                  </a:cubicBezTo>
                  <a:cubicBezTo>
                    <a:pt x="101" y="106"/>
                    <a:pt x="167" y="111"/>
                    <a:pt x="233" y="111"/>
                  </a:cubicBezTo>
                  <a:cubicBezTo>
                    <a:pt x="327" y="111"/>
                    <a:pt x="421" y="100"/>
                    <a:pt x="516" y="90"/>
                  </a:cubicBezTo>
                  <a:cubicBezTo>
                    <a:pt x="533" y="90"/>
                    <a:pt x="550" y="73"/>
                    <a:pt x="550" y="56"/>
                  </a:cubicBezTo>
                  <a:cubicBezTo>
                    <a:pt x="550" y="21"/>
                    <a:pt x="533" y="0"/>
                    <a:pt x="516" y="0"/>
                  </a:cubicBezTo>
                  <a:cubicBezTo>
                    <a:pt x="424" y="12"/>
                    <a:pt x="339" y="23"/>
                    <a:pt x="253" y="23"/>
                  </a:cubicBezTo>
                  <a:cubicBezTo>
                    <a:pt x="188" y="23"/>
                    <a:pt x="122" y="17"/>
                    <a:pt x="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1"/>
            <p:cNvSpPr/>
            <p:nvPr/>
          </p:nvSpPr>
          <p:spPr>
            <a:xfrm>
              <a:off x="9510858" y="4182831"/>
              <a:ext cx="39989" cy="8877"/>
            </a:xfrm>
            <a:custGeom>
              <a:rect b="b" l="l" r="r" t="t"/>
              <a:pathLst>
                <a:path extrusionOk="0" h="107" w="482">
                  <a:moveTo>
                    <a:pt x="73" y="0"/>
                  </a:moveTo>
                  <a:cubicBezTo>
                    <a:pt x="0" y="0"/>
                    <a:pt x="0" y="107"/>
                    <a:pt x="73" y="107"/>
                  </a:cubicBezTo>
                  <a:lnTo>
                    <a:pt x="409" y="107"/>
                  </a:lnTo>
                  <a:cubicBezTo>
                    <a:pt x="482" y="107"/>
                    <a:pt x="482" y="0"/>
                    <a:pt x="4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1"/>
            <p:cNvSpPr/>
            <p:nvPr/>
          </p:nvSpPr>
          <p:spPr>
            <a:xfrm>
              <a:off x="9506627" y="4201747"/>
              <a:ext cx="61892" cy="10868"/>
            </a:xfrm>
            <a:custGeom>
              <a:rect b="b" l="l" r="r" t="t"/>
              <a:pathLst>
                <a:path extrusionOk="0" h="131" w="746">
                  <a:moveTo>
                    <a:pt x="41" y="1"/>
                  </a:moveTo>
                  <a:cubicBezTo>
                    <a:pt x="0" y="1"/>
                    <a:pt x="4" y="92"/>
                    <a:pt x="51" y="92"/>
                  </a:cubicBezTo>
                  <a:cubicBezTo>
                    <a:pt x="264" y="109"/>
                    <a:pt x="477" y="130"/>
                    <a:pt x="690" y="130"/>
                  </a:cubicBezTo>
                  <a:cubicBezTo>
                    <a:pt x="746" y="130"/>
                    <a:pt x="746" y="24"/>
                    <a:pt x="690" y="24"/>
                  </a:cubicBezTo>
                  <a:cubicBezTo>
                    <a:pt x="477" y="24"/>
                    <a:pt x="264" y="24"/>
                    <a:pt x="51" y="2"/>
                  </a:cubicBezTo>
                  <a:cubicBezTo>
                    <a:pt x="47" y="1"/>
                    <a:pt x="44" y="1"/>
                    <a:pt x="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9" name="Google Shape;2079;p61"/>
          <p:cNvSpPr/>
          <p:nvPr/>
        </p:nvSpPr>
        <p:spPr>
          <a:xfrm flipH="1" rot="2700000">
            <a:off x="5404486" y="1931917"/>
            <a:ext cx="314963" cy="740806"/>
          </a:xfrm>
          <a:custGeom>
            <a:rect b="b" l="l" r="r" t="t"/>
            <a:pathLst>
              <a:path extrusionOk="0" h="35671" w="15166">
                <a:moveTo>
                  <a:pt x="642" y="0"/>
                </a:moveTo>
                <a:cubicBezTo>
                  <a:pt x="316" y="0"/>
                  <a:pt x="1" y="320"/>
                  <a:pt x="208" y="688"/>
                </a:cubicBezTo>
                <a:cubicBezTo>
                  <a:pt x="5612" y="10095"/>
                  <a:pt x="8414" y="20669"/>
                  <a:pt x="8013" y="31443"/>
                </a:cubicBezTo>
                <a:cubicBezTo>
                  <a:pt x="7279" y="30676"/>
                  <a:pt x="6512" y="29942"/>
                  <a:pt x="5778" y="29175"/>
                </a:cubicBezTo>
                <a:cubicBezTo>
                  <a:pt x="5583" y="28971"/>
                  <a:pt x="5342" y="28885"/>
                  <a:pt x="5099" y="28885"/>
                </a:cubicBezTo>
                <a:cubicBezTo>
                  <a:pt x="4349" y="28885"/>
                  <a:pt x="3589" y="29712"/>
                  <a:pt x="4144" y="30443"/>
                </a:cubicBezTo>
                <a:cubicBezTo>
                  <a:pt x="5545" y="32244"/>
                  <a:pt x="7746" y="35279"/>
                  <a:pt x="10215" y="35646"/>
                </a:cubicBezTo>
                <a:cubicBezTo>
                  <a:pt x="10343" y="35662"/>
                  <a:pt x="10469" y="35670"/>
                  <a:pt x="10591" y="35670"/>
                </a:cubicBezTo>
                <a:cubicBezTo>
                  <a:pt x="12755" y="35670"/>
                  <a:pt x="13966" y="33248"/>
                  <a:pt x="14818" y="31543"/>
                </a:cubicBezTo>
                <a:cubicBezTo>
                  <a:pt x="15166" y="30848"/>
                  <a:pt x="14590" y="30061"/>
                  <a:pt x="13956" y="30061"/>
                </a:cubicBezTo>
                <a:cubicBezTo>
                  <a:pt x="13738" y="30061"/>
                  <a:pt x="13513" y="30154"/>
                  <a:pt x="13317" y="30376"/>
                </a:cubicBezTo>
                <a:cubicBezTo>
                  <a:pt x="12318" y="31522"/>
                  <a:pt x="11862" y="33031"/>
                  <a:pt x="10535" y="33031"/>
                </a:cubicBezTo>
                <a:cubicBezTo>
                  <a:pt x="10357" y="33031"/>
                  <a:pt x="10162" y="33004"/>
                  <a:pt x="9948" y="32944"/>
                </a:cubicBezTo>
                <a:cubicBezTo>
                  <a:pt x="10582" y="21303"/>
                  <a:pt x="7613" y="9861"/>
                  <a:pt x="1042" y="221"/>
                </a:cubicBezTo>
                <a:cubicBezTo>
                  <a:pt x="938" y="65"/>
                  <a:pt x="789" y="0"/>
                  <a:pt x="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0" name="Google Shape;2080;p61"/>
          <p:cNvGrpSpPr/>
          <p:nvPr/>
        </p:nvGrpSpPr>
        <p:grpSpPr>
          <a:xfrm>
            <a:off x="1815181" y="3141568"/>
            <a:ext cx="1715716" cy="133676"/>
            <a:chOff x="2382205" y="3461550"/>
            <a:chExt cx="1799011" cy="154200"/>
          </a:xfrm>
        </p:grpSpPr>
        <p:sp>
          <p:nvSpPr>
            <p:cNvPr id="2081" name="Google Shape;2081;p61"/>
            <p:cNvSpPr/>
            <p:nvPr/>
          </p:nvSpPr>
          <p:spPr>
            <a:xfrm flipH="1" rot="5400000">
              <a:off x="3204829" y="2639192"/>
              <a:ext cx="153761" cy="1799011"/>
            </a:xfrm>
            <a:prstGeom prst="round2SameRect">
              <a:avLst>
                <a:gd fmla="val 50000" name="adj1"/>
                <a:gd fmla="val 5000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1"/>
            <p:cNvSpPr/>
            <p:nvPr/>
          </p:nvSpPr>
          <p:spPr>
            <a:xfrm flipH="1" rot="5400000">
              <a:off x="2785727" y="3058200"/>
              <a:ext cx="154200" cy="960900"/>
            </a:xfrm>
            <a:prstGeom prst="round2SameRect">
              <a:avLst>
                <a:gd fmla="val 50000" name="adj1"/>
                <a:gd fmla="val 50000"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 name="Google Shape;2083;p61"/>
          <p:cNvGrpSpPr/>
          <p:nvPr/>
        </p:nvGrpSpPr>
        <p:grpSpPr>
          <a:xfrm>
            <a:off x="1815181" y="3471856"/>
            <a:ext cx="1715716" cy="133676"/>
            <a:chOff x="2382205" y="3766350"/>
            <a:chExt cx="1799011" cy="154200"/>
          </a:xfrm>
        </p:grpSpPr>
        <p:sp>
          <p:nvSpPr>
            <p:cNvPr id="2084" name="Google Shape;2084;p61"/>
            <p:cNvSpPr/>
            <p:nvPr/>
          </p:nvSpPr>
          <p:spPr>
            <a:xfrm flipH="1" rot="5400000">
              <a:off x="3204829" y="2943992"/>
              <a:ext cx="153761" cy="1799011"/>
            </a:xfrm>
            <a:prstGeom prst="round2SameRect">
              <a:avLst>
                <a:gd fmla="val 50000" name="adj1"/>
                <a:gd fmla="val 5000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1"/>
            <p:cNvSpPr/>
            <p:nvPr/>
          </p:nvSpPr>
          <p:spPr>
            <a:xfrm flipH="1" rot="5400000">
              <a:off x="2888076" y="3260550"/>
              <a:ext cx="154200" cy="1165800"/>
            </a:xfrm>
            <a:prstGeom prst="round2SameRect">
              <a:avLst>
                <a:gd fmla="val 50000" name="adj1"/>
                <a:gd fmla="val 50000"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 name="Google Shape;2086;p61"/>
          <p:cNvGrpSpPr/>
          <p:nvPr/>
        </p:nvGrpSpPr>
        <p:grpSpPr>
          <a:xfrm>
            <a:off x="1815181" y="3802144"/>
            <a:ext cx="1715716" cy="133676"/>
            <a:chOff x="2382205" y="4071150"/>
            <a:chExt cx="1799011" cy="154200"/>
          </a:xfrm>
        </p:grpSpPr>
        <p:sp>
          <p:nvSpPr>
            <p:cNvPr id="2087" name="Google Shape;2087;p61"/>
            <p:cNvSpPr/>
            <p:nvPr/>
          </p:nvSpPr>
          <p:spPr>
            <a:xfrm flipH="1" rot="5400000">
              <a:off x="3204829" y="3248792"/>
              <a:ext cx="153761" cy="1799011"/>
            </a:xfrm>
            <a:prstGeom prst="round2SameRect">
              <a:avLst>
                <a:gd fmla="val 50000" name="adj1"/>
                <a:gd fmla="val 5000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1"/>
            <p:cNvSpPr/>
            <p:nvPr/>
          </p:nvSpPr>
          <p:spPr>
            <a:xfrm flipH="1" rot="5400000">
              <a:off x="3052424" y="3401100"/>
              <a:ext cx="154200" cy="1494300"/>
            </a:xfrm>
            <a:prstGeom prst="round2SameRect">
              <a:avLst>
                <a:gd fmla="val 50000" name="adj1"/>
                <a:gd fmla="val 50000"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 name="Google Shape;2089;p61"/>
          <p:cNvGrpSpPr/>
          <p:nvPr/>
        </p:nvGrpSpPr>
        <p:grpSpPr>
          <a:xfrm>
            <a:off x="5927441" y="3141568"/>
            <a:ext cx="1715743" cy="133676"/>
            <a:chOff x="4945576" y="3461550"/>
            <a:chExt cx="1799039" cy="154200"/>
          </a:xfrm>
        </p:grpSpPr>
        <p:sp>
          <p:nvSpPr>
            <p:cNvPr id="2090" name="Google Shape;2090;p61"/>
            <p:cNvSpPr/>
            <p:nvPr/>
          </p:nvSpPr>
          <p:spPr>
            <a:xfrm flipH="1" rot="5400000">
              <a:off x="5768229" y="2639192"/>
              <a:ext cx="153761" cy="1799011"/>
            </a:xfrm>
            <a:prstGeom prst="round2SameRect">
              <a:avLst>
                <a:gd fmla="val 50000" name="adj1"/>
                <a:gd fmla="val 5000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1"/>
            <p:cNvSpPr/>
            <p:nvPr/>
          </p:nvSpPr>
          <p:spPr>
            <a:xfrm flipH="1" rot="5400000">
              <a:off x="5381776" y="3025350"/>
              <a:ext cx="154200" cy="1026600"/>
            </a:xfrm>
            <a:prstGeom prst="round2SameRect">
              <a:avLst>
                <a:gd fmla="val 50000" name="adj1"/>
                <a:gd fmla="val 50000"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 name="Google Shape;2092;p61"/>
          <p:cNvGrpSpPr/>
          <p:nvPr/>
        </p:nvGrpSpPr>
        <p:grpSpPr>
          <a:xfrm>
            <a:off x="5927454" y="3471856"/>
            <a:ext cx="1715716" cy="133676"/>
            <a:chOff x="4945605" y="3766350"/>
            <a:chExt cx="1799011" cy="154200"/>
          </a:xfrm>
        </p:grpSpPr>
        <p:sp>
          <p:nvSpPr>
            <p:cNvPr id="2093" name="Google Shape;2093;p61"/>
            <p:cNvSpPr/>
            <p:nvPr/>
          </p:nvSpPr>
          <p:spPr>
            <a:xfrm flipH="1" rot="5400000">
              <a:off x="5768229" y="2943992"/>
              <a:ext cx="153761" cy="1799011"/>
            </a:xfrm>
            <a:prstGeom prst="round2SameRect">
              <a:avLst>
                <a:gd fmla="val 50000" name="adj1"/>
                <a:gd fmla="val 5000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1"/>
            <p:cNvSpPr/>
            <p:nvPr/>
          </p:nvSpPr>
          <p:spPr>
            <a:xfrm flipH="1" rot="5400000">
              <a:off x="5617624" y="3094500"/>
              <a:ext cx="154200" cy="1497900"/>
            </a:xfrm>
            <a:prstGeom prst="round2SameRect">
              <a:avLst>
                <a:gd fmla="val 50000" name="adj1"/>
                <a:gd fmla="val 50000"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 name="Google Shape;2095;p61"/>
          <p:cNvGrpSpPr/>
          <p:nvPr/>
        </p:nvGrpSpPr>
        <p:grpSpPr>
          <a:xfrm>
            <a:off x="5927454" y="3802144"/>
            <a:ext cx="1715716" cy="133676"/>
            <a:chOff x="4945605" y="4071150"/>
            <a:chExt cx="1799011" cy="154200"/>
          </a:xfrm>
        </p:grpSpPr>
        <p:sp>
          <p:nvSpPr>
            <p:cNvPr id="2096" name="Google Shape;2096;p61"/>
            <p:cNvSpPr/>
            <p:nvPr/>
          </p:nvSpPr>
          <p:spPr>
            <a:xfrm flipH="1" rot="5400000">
              <a:off x="5768229" y="3248792"/>
              <a:ext cx="153761" cy="1799011"/>
            </a:xfrm>
            <a:prstGeom prst="round2SameRect">
              <a:avLst>
                <a:gd fmla="val 50000" name="adj1"/>
                <a:gd fmla="val 5000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1"/>
            <p:cNvSpPr/>
            <p:nvPr/>
          </p:nvSpPr>
          <p:spPr>
            <a:xfrm flipH="1" rot="5400000">
              <a:off x="5348552" y="3668400"/>
              <a:ext cx="154200" cy="959700"/>
            </a:xfrm>
            <a:prstGeom prst="round2SameRect">
              <a:avLst>
                <a:gd fmla="val 50000" name="adj1"/>
                <a:gd fmla="val 50000"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8" name="Google Shape;2098;p61"/>
          <p:cNvSpPr txBox="1"/>
          <p:nvPr/>
        </p:nvSpPr>
        <p:spPr>
          <a:xfrm>
            <a:off x="7643169" y="3080541"/>
            <a:ext cx="786600" cy="255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Audiowide"/>
                <a:ea typeface="Audiowide"/>
                <a:cs typeface="Audiowide"/>
                <a:sym typeface="Audiowide"/>
              </a:rPr>
              <a:t>5</a:t>
            </a:r>
            <a:r>
              <a:rPr lang="en" sz="1800">
                <a:solidFill>
                  <a:schemeClr val="dk1"/>
                </a:solidFill>
                <a:latin typeface="Audiowide"/>
                <a:ea typeface="Audiowide"/>
                <a:cs typeface="Audiowide"/>
                <a:sym typeface="Audiowide"/>
              </a:rPr>
              <a:t>0%</a:t>
            </a:r>
            <a:endParaRPr sz="1800">
              <a:solidFill>
                <a:schemeClr val="dk1"/>
              </a:solidFill>
              <a:latin typeface="Audiowide"/>
              <a:ea typeface="Audiowide"/>
              <a:cs typeface="Audiowide"/>
              <a:sym typeface="Audiowide"/>
            </a:endParaRPr>
          </a:p>
        </p:txBody>
      </p:sp>
      <p:sp>
        <p:nvSpPr>
          <p:cNvPr id="2099" name="Google Shape;2099;p61"/>
          <p:cNvSpPr txBox="1"/>
          <p:nvPr/>
        </p:nvSpPr>
        <p:spPr>
          <a:xfrm>
            <a:off x="7643169" y="3410825"/>
            <a:ext cx="786600" cy="255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Audiowide"/>
                <a:ea typeface="Audiowide"/>
                <a:cs typeface="Audiowide"/>
                <a:sym typeface="Audiowide"/>
              </a:rPr>
              <a:t>7</a:t>
            </a:r>
            <a:r>
              <a:rPr lang="en" sz="1800">
                <a:solidFill>
                  <a:schemeClr val="dk1"/>
                </a:solidFill>
                <a:latin typeface="Audiowide"/>
                <a:ea typeface="Audiowide"/>
                <a:cs typeface="Audiowide"/>
                <a:sym typeface="Audiowide"/>
              </a:rPr>
              <a:t>0%</a:t>
            </a:r>
            <a:endParaRPr sz="1800">
              <a:solidFill>
                <a:schemeClr val="dk1"/>
              </a:solidFill>
              <a:latin typeface="Audiowide"/>
              <a:ea typeface="Audiowide"/>
              <a:cs typeface="Audiowide"/>
              <a:sym typeface="Audiowide"/>
            </a:endParaRPr>
          </a:p>
        </p:txBody>
      </p:sp>
      <p:sp>
        <p:nvSpPr>
          <p:cNvPr id="2100" name="Google Shape;2100;p61"/>
          <p:cNvSpPr txBox="1"/>
          <p:nvPr/>
        </p:nvSpPr>
        <p:spPr>
          <a:xfrm>
            <a:off x="7643169" y="3741109"/>
            <a:ext cx="786600" cy="255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Audiowide"/>
                <a:ea typeface="Audiowide"/>
                <a:cs typeface="Audiowide"/>
                <a:sym typeface="Audiowide"/>
              </a:rPr>
              <a:t>4</a:t>
            </a:r>
            <a:r>
              <a:rPr lang="en" sz="1800">
                <a:solidFill>
                  <a:schemeClr val="dk1"/>
                </a:solidFill>
                <a:latin typeface="Audiowide"/>
                <a:ea typeface="Audiowide"/>
                <a:cs typeface="Audiowide"/>
                <a:sym typeface="Audiowide"/>
              </a:rPr>
              <a:t>0%</a:t>
            </a:r>
            <a:endParaRPr sz="1800">
              <a:solidFill>
                <a:schemeClr val="dk1"/>
              </a:solidFill>
              <a:latin typeface="Audiowide"/>
              <a:ea typeface="Audiowide"/>
              <a:cs typeface="Audiowide"/>
              <a:sym typeface="Audiowide"/>
            </a:endParaRPr>
          </a:p>
        </p:txBody>
      </p:sp>
      <p:sp>
        <p:nvSpPr>
          <p:cNvPr id="2101" name="Google Shape;2101;p61"/>
          <p:cNvSpPr txBox="1"/>
          <p:nvPr/>
        </p:nvSpPr>
        <p:spPr>
          <a:xfrm>
            <a:off x="3530900" y="3080550"/>
            <a:ext cx="786600" cy="255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Audiowide"/>
                <a:ea typeface="Audiowide"/>
                <a:cs typeface="Audiowide"/>
                <a:sym typeface="Audiowide"/>
              </a:rPr>
              <a:t>50%</a:t>
            </a:r>
            <a:endParaRPr sz="1800">
              <a:solidFill>
                <a:schemeClr val="dk1"/>
              </a:solidFill>
              <a:latin typeface="Audiowide"/>
              <a:ea typeface="Audiowide"/>
              <a:cs typeface="Audiowide"/>
              <a:sym typeface="Audiowide"/>
            </a:endParaRPr>
          </a:p>
        </p:txBody>
      </p:sp>
      <p:sp>
        <p:nvSpPr>
          <p:cNvPr id="2102" name="Google Shape;2102;p61"/>
          <p:cNvSpPr txBox="1"/>
          <p:nvPr/>
        </p:nvSpPr>
        <p:spPr>
          <a:xfrm>
            <a:off x="3530900" y="3410828"/>
            <a:ext cx="786600" cy="255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Audiowide"/>
                <a:ea typeface="Audiowide"/>
                <a:cs typeface="Audiowide"/>
                <a:sym typeface="Audiowide"/>
              </a:rPr>
              <a:t>70%</a:t>
            </a:r>
            <a:endParaRPr sz="1800">
              <a:solidFill>
                <a:schemeClr val="dk1"/>
              </a:solidFill>
              <a:latin typeface="Audiowide"/>
              <a:ea typeface="Audiowide"/>
              <a:cs typeface="Audiowide"/>
              <a:sym typeface="Audiowide"/>
            </a:endParaRPr>
          </a:p>
        </p:txBody>
      </p:sp>
      <p:sp>
        <p:nvSpPr>
          <p:cNvPr id="2103" name="Google Shape;2103;p61"/>
          <p:cNvSpPr txBox="1"/>
          <p:nvPr/>
        </p:nvSpPr>
        <p:spPr>
          <a:xfrm>
            <a:off x="3530900" y="3741105"/>
            <a:ext cx="786600" cy="255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Audiowide"/>
                <a:ea typeface="Audiowide"/>
                <a:cs typeface="Audiowide"/>
                <a:sym typeface="Audiowide"/>
              </a:rPr>
              <a:t>8</a:t>
            </a:r>
            <a:r>
              <a:rPr lang="en" sz="1800">
                <a:solidFill>
                  <a:schemeClr val="dk1"/>
                </a:solidFill>
                <a:latin typeface="Audiowide"/>
                <a:ea typeface="Audiowide"/>
                <a:cs typeface="Audiowide"/>
                <a:sym typeface="Audiowide"/>
              </a:rPr>
              <a:t>0%</a:t>
            </a:r>
            <a:endParaRPr sz="1800">
              <a:solidFill>
                <a:schemeClr val="dk1"/>
              </a:solidFill>
              <a:latin typeface="Audiowide"/>
              <a:ea typeface="Audiowide"/>
              <a:cs typeface="Audiowide"/>
              <a:sym typeface="Audiowide"/>
            </a:endParaRPr>
          </a:p>
        </p:txBody>
      </p:sp>
      <p:sp>
        <p:nvSpPr>
          <p:cNvPr id="2104" name="Google Shape;2104;p61"/>
          <p:cNvSpPr txBox="1"/>
          <p:nvPr/>
        </p:nvSpPr>
        <p:spPr>
          <a:xfrm>
            <a:off x="726475" y="3071850"/>
            <a:ext cx="1089000" cy="273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Audiowide"/>
                <a:ea typeface="Audiowide"/>
                <a:cs typeface="Audiowide"/>
                <a:sym typeface="Audiowide"/>
              </a:rPr>
              <a:t>SPACE</a:t>
            </a:r>
            <a:endParaRPr sz="1800">
              <a:solidFill>
                <a:schemeClr val="dk1"/>
              </a:solidFill>
              <a:latin typeface="Audiowide"/>
              <a:ea typeface="Audiowide"/>
              <a:cs typeface="Audiowide"/>
              <a:sym typeface="Audiowide"/>
            </a:endParaRPr>
          </a:p>
        </p:txBody>
      </p:sp>
      <p:sp>
        <p:nvSpPr>
          <p:cNvPr id="2105" name="Google Shape;2105;p61"/>
          <p:cNvSpPr txBox="1"/>
          <p:nvPr/>
        </p:nvSpPr>
        <p:spPr>
          <a:xfrm>
            <a:off x="726475" y="3402113"/>
            <a:ext cx="1089000" cy="273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Audiowide"/>
                <a:ea typeface="Audiowide"/>
                <a:cs typeface="Audiowide"/>
                <a:sym typeface="Audiowide"/>
              </a:rPr>
              <a:t>VIEWS</a:t>
            </a:r>
            <a:endParaRPr sz="1800">
              <a:solidFill>
                <a:schemeClr val="dk1"/>
              </a:solidFill>
              <a:latin typeface="Audiowide"/>
              <a:ea typeface="Audiowide"/>
              <a:cs typeface="Audiowide"/>
              <a:sym typeface="Audiowide"/>
            </a:endParaRPr>
          </a:p>
        </p:txBody>
      </p:sp>
      <p:sp>
        <p:nvSpPr>
          <p:cNvPr id="2106" name="Google Shape;2106;p61"/>
          <p:cNvSpPr txBox="1"/>
          <p:nvPr/>
        </p:nvSpPr>
        <p:spPr>
          <a:xfrm>
            <a:off x="726475" y="3732375"/>
            <a:ext cx="1089000" cy="273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Audiowide"/>
                <a:ea typeface="Audiowide"/>
                <a:cs typeface="Audiowide"/>
                <a:sym typeface="Audiowide"/>
              </a:rPr>
              <a:t>FLEET</a:t>
            </a:r>
            <a:endParaRPr sz="1800">
              <a:solidFill>
                <a:schemeClr val="dk1"/>
              </a:solidFill>
              <a:latin typeface="Audiowide"/>
              <a:ea typeface="Audiowide"/>
              <a:cs typeface="Audiowide"/>
              <a:sym typeface="Audiowide"/>
            </a:endParaRPr>
          </a:p>
        </p:txBody>
      </p:sp>
      <p:sp>
        <p:nvSpPr>
          <p:cNvPr id="2107" name="Google Shape;2107;p61"/>
          <p:cNvSpPr txBox="1"/>
          <p:nvPr/>
        </p:nvSpPr>
        <p:spPr>
          <a:xfrm>
            <a:off x="4838700" y="3071850"/>
            <a:ext cx="1089000" cy="273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Audiowide"/>
                <a:ea typeface="Audiowide"/>
                <a:cs typeface="Audiowide"/>
                <a:sym typeface="Audiowide"/>
              </a:rPr>
              <a:t>SPACE</a:t>
            </a:r>
            <a:endParaRPr sz="1800">
              <a:solidFill>
                <a:schemeClr val="dk1"/>
              </a:solidFill>
              <a:latin typeface="Audiowide"/>
              <a:ea typeface="Audiowide"/>
              <a:cs typeface="Audiowide"/>
              <a:sym typeface="Audiowide"/>
            </a:endParaRPr>
          </a:p>
        </p:txBody>
      </p:sp>
      <p:sp>
        <p:nvSpPr>
          <p:cNvPr id="2108" name="Google Shape;2108;p61"/>
          <p:cNvSpPr txBox="1"/>
          <p:nvPr/>
        </p:nvSpPr>
        <p:spPr>
          <a:xfrm>
            <a:off x="4838700" y="3402113"/>
            <a:ext cx="1089000" cy="273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Audiowide"/>
                <a:ea typeface="Audiowide"/>
                <a:cs typeface="Audiowide"/>
                <a:sym typeface="Audiowide"/>
              </a:rPr>
              <a:t>VIEWS</a:t>
            </a:r>
            <a:endParaRPr sz="1800">
              <a:solidFill>
                <a:schemeClr val="dk1"/>
              </a:solidFill>
              <a:latin typeface="Audiowide"/>
              <a:ea typeface="Audiowide"/>
              <a:cs typeface="Audiowide"/>
              <a:sym typeface="Audiowide"/>
            </a:endParaRPr>
          </a:p>
        </p:txBody>
      </p:sp>
      <p:sp>
        <p:nvSpPr>
          <p:cNvPr id="2109" name="Google Shape;2109;p61"/>
          <p:cNvSpPr txBox="1"/>
          <p:nvPr/>
        </p:nvSpPr>
        <p:spPr>
          <a:xfrm>
            <a:off x="4838700" y="3732375"/>
            <a:ext cx="1089000" cy="273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Audiowide"/>
                <a:ea typeface="Audiowide"/>
                <a:cs typeface="Audiowide"/>
                <a:sym typeface="Audiowide"/>
              </a:rPr>
              <a:t>FLEET</a:t>
            </a:r>
            <a:endParaRPr sz="1800">
              <a:solidFill>
                <a:schemeClr val="dk1"/>
              </a:solidFill>
              <a:latin typeface="Audiowide"/>
              <a:ea typeface="Audiowide"/>
              <a:cs typeface="Audiowide"/>
              <a:sym typeface="Audiowide"/>
            </a:endParaRPr>
          </a:p>
        </p:txBody>
      </p:sp>
      <p:sp>
        <p:nvSpPr>
          <p:cNvPr id="2110" name="Google Shape;2110;p61"/>
          <p:cNvSpPr/>
          <p:nvPr/>
        </p:nvSpPr>
        <p:spPr>
          <a:xfrm flipH="1" rot="2700000">
            <a:off x="1327786" y="1931917"/>
            <a:ext cx="314963" cy="740806"/>
          </a:xfrm>
          <a:custGeom>
            <a:rect b="b" l="l" r="r" t="t"/>
            <a:pathLst>
              <a:path extrusionOk="0" h="35671" w="15166">
                <a:moveTo>
                  <a:pt x="642" y="0"/>
                </a:moveTo>
                <a:cubicBezTo>
                  <a:pt x="316" y="0"/>
                  <a:pt x="1" y="320"/>
                  <a:pt x="208" y="688"/>
                </a:cubicBezTo>
                <a:cubicBezTo>
                  <a:pt x="5612" y="10095"/>
                  <a:pt x="8414" y="20669"/>
                  <a:pt x="8013" y="31443"/>
                </a:cubicBezTo>
                <a:cubicBezTo>
                  <a:pt x="7279" y="30676"/>
                  <a:pt x="6512" y="29942"/>
                  <a:pt x="5778" y="29175"/>
                </a:cubicBezTo>
                <a:cubicBezTo>
                  <a:pt x="5583" y="28971"/>
                  <a:pt x="5342" y="28885"/>
                  <a:pt x="5099" y="28885"/>
                </a:cubicBezTo>
                <a:cubicBezTo>
                  <a:pt x="4349" y="28885"/>
                  <a:pt x="3589" y="29712"/>
                  <a:pt x="4144" y="30443"/>
                </a:cubicBezTo>
                <a:cubicBezTo>
                  <a:pt x="5545" y="32244"/>
                  <a:pt x="7746" y="35279"/>
                  <a:pt x="10215" y="35646"/>
                </a:cubicBezTo>
                <a:cubicBezTo>
                  <a:pt x="10343" y="35662"/>
                  <a:pt x="10469" y="35670"/>
                  <a:pt x="10591" y="35670"/>
                </a:cubicBezTo>
                <a:cubicBezTo>
                  <a:pt x="12755" y="35670"/>
                  <a:pt x="13966" y="33248"/>
                  <a:pt x="14818" y="31543"/>
                </a:cubicBezTo>
                <a:cubicBezTo>
                  <a:pt x="15166" y="30848"/>
                  <a:pt x="14590" y="30061"/>
                  <a:pt x="13956" y="30061"/>
                </a:cubicBezTo>
                <a:cubicBezTo>
                  <a:pt x="13738" y="30061"/>
                  <a:pt x="13513" y="30154"/>
                  <a:pt x="13317" y="30376"/>
                </a:cubicBezTo>
                <a:cubicBezTo>
                  <a:pt x="12318" y="31522"/>
                  <a:pt x="11862" y="33031"/>
                  <a:pt x="10535" y="33031"/>
                </a:cubicBezTo>
                <a:cubicBezTo>
                  <a:pt x="10357" y="33031"/>
                  <a:pt x="10162" y="33004"/>
                  <a:pt x="9948" y="32944"/>
                </a:cubicBezTo>
                <a:cubicBezTo>
                  <a:pt x="10582" y="21303"/>
                  <a:pt x="7613" y="9861"/>
                  <a:pt x="1042" y="221"/>
                </a:cubicBezTo>
                <a:cubicBezTo>
                  <a:pt x="938" y="65"/>
                  <a:pt x="789" y="0"/>
                  <a:pt x="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1"/>
          <p:cNvSpPr/>
          <p:nvPr/>
        </p:nvSpPr>
        <p:spPr>
          <a:xfrm rot="2700000">
            <a:off x="8528369" y="1204282"/>
            <a:ext cx="72171" cy="72171"/>
          </a:xfrm>
          <a:custGeom>
            <a:rect b="b" l="l" r="r" t="t"/>
            <a:pathLst>
              <a:path extrusionOk="0" h="1033" w="1033">
                <a:moveTo>
                  <a:pt x="1032" y="517"/>
                </a:moveTo>
                <a:cubicBezTo>
                  <a:pt x="1032" y="798"/>
                  <a:pt x="802" y="1032"/>
                  <a:pt x="516" y="1032"/>
                </a:cubicBezTo>
                <a:cubicBezTo>
                  <a:pt x="235" y="1032"/>
                  <a:pt x="1" y="798"/>
                  <a:pt x="1" y="517"/>
                </a:cubicBezTo>
                <a:cubicBezTo>
                  <a:pt x="1" y="231"/>
                  <a:pt x="235" y="1"/>
                  <a:pt x="516" y="1"/>
                </a:cubicBezTo>
                <a:cubicBezTo>
                  <a:pt x="802" y="1"/>
                  <a:pt x="1032" y="231"/>
                  <a:pt x="1032" y="51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1"/>
          <p:cNvSpPr/>
          <p:nvPr/>
        </p:nvSpPr>
        <p:spPr>
          <a:xfrm rot="2700000">
            <a:off x="8136462" y="987240"/>
            <a:ext cx="105497" cy="105497"/>
          </a:xfrm>
          <a:custGeom>
            <a:rect b="b" l="l" r="r" t="t"/>
            <a:pathLst>
              <a:path extrusionOk="0" h="1510" w="1510">
                <a:moveTo>
                  <a:pt x="1509" y="746"/>
                </a:moveTo>
                <a:cubicBezTo>
                  <a:pt x="1509" y="1173"/>
                  <a:pt x="1172" y="1509"/>
                  <a:pt x="746" y="1509"/>
                </a:cubicBezTo>
                <a:cubicBezTo>
                  <a:pt x="337" y="1509"/>
                  <a:pt x="0" y="1173"/>
                  <a:pt x="0" y="746"/>
                </a:cubicBezTo>
                <a:cubicBezTo>
                  <a:pt x="0" y="337"/>
                  <a:pt x="337" y="0"/>
                  <a:pt x="746" y="0"/>
                </a:cubicBezTo>
                <a:cubicBezTo>
                  <a:pt x="1172" y="0"/>
                  <a:pt x="1509" y="337"/>
                  <a:pt x="1509" y="74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1"/>
          <p:cNvSpPr/>
          <p:nvPr/>
        </p:nvSpPr>
        <p:spPr>
          <a:xfrm rot="2700000">
            <a:off x="8406936" y="840214"/>
            <a:ext cx="189174" cy="186191"/>
          </a:xfrm>
          <a:custGeom>
            <a:rect b="b" l="l" r="r" t="t"/>
            <a:pathLst>
              <a:path extrusionOk="0" h="1139" w="1157">
                <a:moveTo>
                  <a:pt x="500" y="321"/>
                </a:moveTo>
                <a:lnTo>
                  <a:pt x="572" y="1"/>
                </a:lnTo>
                <a:lnTo>
                  <a:pt x="657" y="321"/>
                </a:lnTo>
                <a:cubicBezTo>
                  <a:pt x="679" y="410"/>
                  <a:pt x="747" y="461"/>
                  <a:pt x="819" y="483"/>
                </a:cubicBezTo>
                <a:lnTo>
                  <a:pt x="1156" y="568"/>
                </a:lnTo>
                <a:lnTo>
                  <a:pt x="819" y="657"/>
                </a:lnTo>
                <a:cubicBezTo>
                  <a:pt x="747" y="674"/>
                  <a:pt x="679" y="747"/>
                  <a:pt x="657" y="819"/>
                </a:cubicBezTo>
                <a:lnTo>
                  <a:pt x="572" y="1139"/>
                </a:lnTo>
                <a:lnTo>
                  <a:pt x="483" y="819"/>
                </a:lnTo>
                <a:cubicBezTo>
                  <a:pt x="466" y="747"/>
                  <a:pt x="410" y="674"/>
                  <a:pt x="321" y="657"/>
                </a:cubicBezTo>
                <a:lnTo>
                  <a:pt x="1" y="568"/>
                </a:lnTo>
                <a:lnTo>
                  <a:pt x="321" y="483"/>
                </a:lnTo>
                <a:cubicBezTo>
                  <a:pt x="410" y="461"/>
                  <a:pt x="466" y="393"/>
                  <a:pt x="500" y="3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4" name="Google Shape;2114;p61"/>
          <p:cNvGrpSpPr/>
          <p:nvPr/>
        </p:nvGrpSpPr>
        <p:grpSpPr>
          <a:xfrm>
            <a:off x="1807649" y="743425"/>
            <a:ext cx="5587451" cy="70200"/>
            <a:chOff x="1807649" y="743425"/>
            <a:chExt cx="5587451" cy="70200"/>
          </a:xfrm>
        </p:grpSpPr>
        <p:sp>
          <p:nvSpPr>
            <p:cNvPr id="2115" name="Google Shape;2115;p61"/>
            <p:cNvSpPr/>
            <p:nvPr/>
          </p:nvSpPr>
          <p:spPr>
            <a:xfrm>
              <a:off x="1807649" y="754850"/>
              <a:ext cx="433500" cy="537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1"/>
            <p:cNvSpPr/>
            <p:nvPr/>
          </p:nvSpPr>
          <p:spPr>
            <a:xfrm rot="10800000">
              <a:off x="6813100" y="743425"/>
              <a:ext cx="582000" cy="70200"/>
            </a:xfrm>
            <a:prstGeom prst="round1Rect">
              <a:avLst>
                <a:gd fmla="val 50000" name="adj"/>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0" name="Shape 2120"/>
        <p:cNvGrpSpPr/>
        <p:nvPr/>
      </p:nvGrpSpPr>
      <p:grpSpPr>
        <a:xfrm>
          <a:off x="0" y="0"/>
          <a:ext cx="0" cy="0"/>
          <a:chOff x="0" y="0"/>
          <a:chExt cx="0" cy="0"/>
        </a:xfrm>
      </p:grpSpPr>
      <p:sp>
        <p:nvSpPr>
          <p:cNvPr id="2121" name="Google Shape;2121;p62"/>
          <p:cNvSpPr txBox="1"/>
          <p:nvPr>
            <p:ph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CONCLUSION</a:t>
            </a:r>
            <a:endParaRPr/>
          </a:p>
        </p:txBody>
      </p:sp>
      <p:grpSp>
        <p:nvGrpSpPr>
          <p:cNvPr id="2122" name="Google Shape;2122;p62"/>
          <p:cNvGrpSpPr/>
          <p:nvPr/>
        </p:nvGrpSpPr>
        <p:grpSpPr>
          <a:xfrm>
            <a:off x="3010400" y="751225"/>
            <a:ext cx="3325223" cy="66900"/>
            <a:chOff x="3010400" y="751225"/>
            <a:chExt cx="3325223" cy="66900"/>
          </a:xfrm>
        </p:grpSpPr>
        <p:sp>
          <p:nvSpPr>
            <p:cNvPr id="2123" name="Google Shape;2123;p62"/>
            <p:cNvSpPr/>
            <p:nvPr/>
          </p:nvSpPr>
          <p:spPr>
            <a:xfrm flipH="1" rot="10800000">
              <a:off x="3010400" y="751225"/>
              <a:ext cx="507000" cy="624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2"/>
            <p:cNvSpPr/>
            <p:nvPr/>
          </p:nvSpPr>
          <p:spPr>
            <a:xfrm rot="10800000">
              <a:off x="5804323" y="753625"/>
              <a:ext cx="531300" cy="64500"/>
            </a:xfrm>
            <a:prstGeom prst="round1Rect">
              <a:avLst>
                <a:gd fmla="val 50000" name="adj"/>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5" name="Google Shape;2125;p62"/>
          <p:cNvSpPr/>
          <p:nvPr/>
        </p:nvSpPr>
        <p:spPr>
          <a:xfrm>
            <a:off x="2427000" y="2517850"/>
            <a:ext cx="4290000" cy="14361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Didact Gothic"/>
                <a:ea typeface="Didact Gothic"/>
                <a:cs typeface="Didact Gothic"/>
                <a:sym typeface="Didact Gothic"/>
              </a:rPr>
              <a:t>Here you could give a brief conclusion of the topic you talked about. For example, if you talked about Mercury, you could say that it’s the smallest planet in the entire Solar System</a:t>
            </a:r>
            <a:endParaRPr sz="1000">
              <a:solidFill>
                <a:schemeClr val="lt1"/>
              </a:solidFill>
              <a:latin typeface="Didact Gothic"/>
              <a:ea typeface="Didact Gothic"/>
              <a:cs typeface="Didact Gothic"/>
              <a:sym typeface="Didact Gothic"/>
            </a:endParaRPr>
          </a:p>
        </p:txBody>
      </p:sp>
      <p:grpSp>
        <p:nvGrpSpPr>
          <p:cNvPr id="2126" name="Google Shape;2126;p62"/>
          <p:cNvGrpSpPr/>
          <p:nvPr/>
        </p:nvGrpSpPr>
        <p:grpSpPr>
          <a:xfrm rot="5400000">
            <a:off x="4045105" y="1282683"/>
            <a:ext cx="913739" cy="907836"/>
            <a:chOff x="6359778" y="416127"/>
            <a:chExt cx="2137401" cy="2123592"/>
          </a:xfrm>
        </p:grpSpPr>
        <p:sp>
          <p:nvSpPr>
            <p:cNvPr id="2127" name="Google Shape;2127;p62"/>
            <p:cNvSpPr/>
            <p:nvPr/>
          </p:nvSpPr>
          <p:spPr>
            <a:xfrm>
              <a:off x="7096334" y="1176360"/>
              <a:ext cx="349150" cy="305400"/>
            </a:xfrm>
            <a:custGeom>
              <a:rect b="b" l="l" r="r" t="t"/>
              <a:pathLst>
                <a:path extrusionOk="0" h="12216" w="13966">
                  <a:moveTo>
                    <a:pt x="7490" y="251"/>
                  </a:moveTo>
                  <a:lnTo>
                    <a:pt x="13966" y="6669"/>
                  </a:lnTo>
                  <a:lnTo>
                    <a:pt x="7750" y="12216"/>
                  </a:lnTo>
                  <a:lnTo>
                    <a:pt x="0" y="4426"/>
                  </a:lnTo>
                  <a:lnTo>
                    <a:pt x="5879" y="0"/>
                  </a:lnTo>
                  <a:close/>
                </a:path>
              </a:pathLst>
            </a:custGeom>
            <a:solidFill>
              <a:schemeClr val="accent6"/>
            </a:solidFill>
            <a:ln>
              <a:noFill/>
            </a:ln>
          </p:spPr>
        </p:sp>
        <p:grpSp>
          <p:nvGrpSpPr>
            <p:cNvPr id="2128" name="Google Shape;2128;p62"/>
            <p:cNvGrpSpPr/>
            <p:nvPr/>
          </p:nvGrpSpPr>
          <p:grpSpPr>
            <a:xfrm>
              <a:off x="6359778" y="416127"/>
              <a:ext cx="2137401" cy="2123592"/>
              <a:chOff x="-2840672" y="1395890"/>
              <a:chExt cx="2137401" cy="2123592"/>
            </a:xfrm>
          </p:grpSpPr>
          <p:sp>
            <p:nvSpPr>
              <p:cNvPr id="2129" name="Google Shape;2129;p62"/>
              <p:cNvSpPr/>
              <p:nvPr/>
            </p:nvSpPr>
            <p:spPr>
              <a:xfrm>
                <a:off x="-2840672" y="1395890"/>
                <a:ext cx="1528301" cy="1516383"/>
              </a:xfrm>
              <a:custGeom>
                <a:rect b="b" l="l" r="r" t="t"/>
                <a:pathLst>
                  <a:path extrusionOk="0" h="27229" w="27443">
                    <a:moveTo>
                      <a:pt x="1812" y="1"/>
                    </a:moveTo>
                    <a:cubicBezTo>
                      <a:pt x="1403" y="1"/>
                      <a:pt x="1015" y="145"/>
                      <a:pt x="713" y="427"/>
                    </a:cubicBezTo>
                    <a:cubicBezTo>
                      <a:pt x="1" y="1083"/>
                      <a:pt x="39" y="2238"/>
                      <a:pt x="785" y="2984"/>
                    </a:cubicBezTo>
                    <a:lnTo>
                      <a:pt x="14229" y="16428"/>
                    </a:lnTo>
                    <a:lnTo>
                      <a:pt x="14566" y="16074"/>
                    </a:lnTo>
                    <a:lnTo>
                      <a:pt x="1139" y="2647"/>
                    </a:lnTo>
                    <a:cubicBezTo>
                      <a:pt x="606" y="2132"/>
                      <a:pt x="572" y="1318"/>
                      <a:pt x="1050" y="836"/>
                    </a:cubicBezTo>
                    <a:cubicBezTo>
                      <a:pt x="1263" y="623"/>
                      <a:pt x="1565" y="516"/>
                      <a:pt x="1868" y="516"/>
                    </a:cubicBezTo>
                    <a:cubicBezTo>
                      <a:pt x="2222" y="516"/>
                      <a:pt x="2575" y="640"/>
                      <a:pt x="2844" y="925"/>
                    </a:cubicBezTo>
                    <a:lnTo>
                      <a:pt x="16288" y="14369"/>
                    </a:lnTo>
                    <a:lnTo>
                      <a:pt x="16624" y="14015"/>
                    </a:lnTo>
                    <a:lnTo>
                      <a:pt x="3215" y="606"/>
                    </a:lnTo>
                    <a:cubicBezTo>
                      <a:pt x="2827" y="214"/>
                      <a:pt x="2311" y="1"/>
                      <a:pt x="1812" y="1"/>
                    </a:cubicBezTo>
                    <a:close/>
                    <a:moveTo>
                      <a:pt x="19041" y="16428"/>
                    </a:moveTo>
                    <a:lnTo>
                      <a:pt x="18704" y="16769"/>
                    </a:lnTo>
                    <a:lnTo>
                      <a:pt x="27084" y="25166"/>
                    </a:lnTo>
                    <a:lnTo>
                      <a:pt x="27425" y="24829"/>
                    </a:lnTo>
                    <a:lnTo>
                      <a:pt x="27442" y="24829"/>
                    </a:lnTo>
                    <a:lnTo>
                      <a:pt x="19041" y="16428"/>
                    </a:lnTo>
                    <a:close/>
                    <a:moveTo>
                      <a:pt x="16982" y="18491"/>
                    </a:moveTo>
                    <a:lnTo>
                      <a:pt x="16624" y="18827"/>
                    </a:lnTo>
                    <a:lnTo>
                      <a:pt x="25025" y="27229"/>
                    </a:lnTo>
                    <a:lnTo>
                      <a:pt x="25042" y="27229"/>
                    </a:lnTo>
                    <a:lnTo>
                      <a:pt x="25379" y="26892"/>
                    </a:lnTo>
                    <a:lnTo>
                      <a:pt x="16982" y="18491"/>
                    </a:lnTo>
                    <a:close/>
                  </a:path>
                </a:pathLst>
              </a:custGeom>
              <a:solidFill>
                <a:schemeClr val="accent6"/>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2"/>
              <p:cNvSpPr/>
              <p:nvPr/>
            </p:nvSpPr>
            <p:spPr>
              <a:xfrm>
                <a:off x="-2808817" y="1424459"/>
                <a:ext cx="1521117" cy="1505579"/>
              </a:xfrm>
              <a:custGeom>
                <a:rect b="b" l="l" r="r" t="t"/>
                <a:pathLst>
                  <a:path extrusionOk="0" h="27035" w="27314">
                    <a:moveTo>
                      <a:pt x="1301" y="0"/>
                    </a:moveTo>
                    <a:cubicBezTo>
                      <a:pt x="998" y="0"/>
                      <a:pt x="703" y="107"/>
                      <a:pt x="478" y="323"/>
                    </a:cubicBezTo>
                    <a:cubicBezTo>
                      <a:pt x="0" y="805"/>
                      <a:pt x="34" y="1619"/>
                      <a:pt x="567" y="2134"/>
                    </a:cubicBezTo>
                    <a:lnTo>
                      <a:pt x="25042" y="26609"/>
                    </a:lnTo>
                    <a:cubicBezTo>
                      <a:pt x="25313" y="26892"/>
                      <a:pt x="25671" y="27034"/>
                      <a:pt x="26019" y="27034"/>
                    </a:cubicBezTo>
                    <a:cubicBezTo>
                      <a:pt x="26327" y="27034"/>
                      <a:pt x="26627" y="26923"/>
                      <a:pt x="26853" y="26699"/>
                    </a:cubicBezTo>
                    <a:cubicBezTo>
                      <a:pt x="27313" y="26217"/>
                      <a:pt x="27279" y="25420"/>
                      <a:pt x="26764" y="24904"/>
                    </a:cubicBezTo>
                    <a:lnTo>
                      <a:pt x="2272" y="412"/>
                    </a:lnTo>
                    <a:cubicBezTo>
                      <a:pt x="1998" y="138"/>
                      <a:pt x="1644" y="0"/>
                      <a:pt x="13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2"/>
              <p:cNvSpPr/>
              <p:nvPr/>
            </p:nvSpPr>
            <p:spPr>
              <a:xfrm>
                <a:off x="-2765379" y="1463387"/>
                <a:ext cx="1434240" cy="1427557"/>
              </a:xfrm>
              <a:custGeom>
                <a:rect b="b" l="l" r="r" t="t"/>
                <a:pathLst>
                  <a:path extrusionOk="0" h="25634" w="25754">
                    <a:moveTo>
                      <a:pt x="598" y="1"/>
                    </a:moveTo>
                    <a:cubicBezTo>
                      <a:pt x="455" y="1"/>
                      <a:pt x="316" y="54"/>
                      <a:pt x="213" y="157"/>
                    </a:cubicBezTo>
                    <a:cubicBezTo>
                      <a:pt x="0" y="370"/>
                      <a:pt x="17" y="724"/>
                      <a:pt x="247" y="958"/>
                    </a:cubicBezTo>
                    <a:lnTo>
                      <a:pt x="24739" y="25445"/>
                    </a:lnTo>
                    <a:cubicBezTo>
                      <a:pt x="24861" y="25570"/>
                      <a:pt x="25019" y="25633"/>
                      <a:pt x="25173" y="25633"/>
                    </a:cubicBezTo>
                    <a:cubicBezTo>
                      <a:pt x="25309" y="25633"/>
                      <a:pt x="25440" y="25584"/>
                      <a:pt x="25540" y="25484"/>
                    </a:cubicBezTo>
                    <a:cubicBezTo>
                      <a:pt x="25753" y="25271"/>
                      <a:pt x="25753" y="24896"/>
                      <a:pt x="25502" y="24665"/>
                    </a:cubicBezTo>
                    <a:lnTo>
                      <a:pt x="1032" y="191"/>
                    </a:lnTo>
                    <a:cubicBezTo>
                      <a:pt x="910" y="63"/>
                      <a:pt x="752" y="1"/>
                      <a:pt x="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2"/>
              <p:cNvSpPr/>
              <p:nvPr/>
            </p:nvSpPr>
            <p:spPr>
              <a:xfrm>
                <a:off x="-1290799" y="3064385"/>
                <a:ext cx="34695" cy="34751"/>
              </a:xfrm>
              <a:custGeom>
                <a:rect b="b" l="l" r="r" t="t"/>
                <a:pathLst>
                  <a:path extrusionOk="0" h="624" w="623">
                    <a:moveTo>
                      <a:pt x="213" y="1"/>
                    </a:moveTo>
                    <a:lnTo>
                      <a:pt x="0" y="235"/>
                    </a:lnTo>
                    <a:lnTo>
                      <a:pt x="392" y="623"/>
                    </a:lnTo>
                    <a:lnTo>
                      <a:pt x="622" y="410"/>
                    </a:lnTo>
                    <a:lnTo>
                      <a:pt x="213" y="1"/>
                    </a:lnTo>
                    <a:close/>
                  </a:path>
                </a:pathLst>
              </a:custGeom>
              <a:solidFill>
                <a:srgbClr val="B0B0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2"/>
              <p:cNvSpPr/>
              <p:nvPr/>
            </p:nvSpPr>
            <p:spPr>
              <a:xfrm>
                <a:off x="-1283726" y="3057535"/>
                <a:ext cx="34472" cy="34695"/>
              </a:xfrm>
              <a:custGeom>
                <a:rect b="b" l="l" r="r" t="t"/>
                <a:pathLst>
                  <a:path extrusionOk="0" h="623" w="619">
                    <a:moveTo>
                      <a:pt x="231" y="0"/>
                    </a:moveTo>
                    <a:lnTo>
                      <a:pt x="1" y="230"/>
                    </a:lnTo>
                    <a:lnTo>
                      <a:pt x="389" y="622"/>
                    </a:lnTo>
                    <a:lnTo>
                      <a:pt x="619" y="392"/>
                    </a:lnTo>
                    <a:lnTo>
                      <a:pt x="231" y="0"/>
                    </a:ln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2"/>
              <p:cNvSpPr/>
              <p:nvPr/>
            </p:nvSpPr>
            <p:spPr>
              <a:xfrm>
                <a:off x="-1167165" y="2932899"/>
                <a:ext cx="42547" cy="42547"/>
              </a:xfrm>
              <a:custGeom>
                <a:rect b="b" l="l" r="r" t="t"/>
                <a:pathLst>
                  <a:path extrusionOk="0" h="764" w="764">
                    <a:moveTo>
                      <a:pt x="376" y="0"/>
                    </a:moveTo>
                    <a:lnTo>
                      <a:pt x="1" y="376"/>
                    </a:lnTo>
                    <a:lnTo>
                      <a:pt x="393" y="763"/>
                    </a:lnTo>
                    <a:lnTo>
                      <a:pt x="764" y="393"/>
                    </a:lnTo>
                    <a:lnTo>
                      <a:pt x="376" y="0"/>
                    </a:lnTo>
                    <a:close/>
                  </a:path>
                </a:pathLst>
              </a:custGeom>
              <a:solidFill>
                <a:srgbClr val="FF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2"/>
              <p:cNvSpPr/>
              <p:nvPr/>
            </p:nvSpPr>
            <p:spPr>
              <a:xfrm>
                <a:off x="-1424234" y="2800467"/>
                <a:ext cx="720963" cy="716452"/>
              </a:xfrm>
              <a:custGeom>
                <a:rect b="b" l="l" r="r" t="t"/>
                <a:pathLst>
                  <a:path extrusionOk="0" h="12865" w="12946">
                    <a:moveTo>
                      <a:pt x="1706" y="0"/>
                    </a:moveTo>
                    <a:lnTo>
                      <a:pt x="1" y="1705"/>
                    </a:lnTo>
                    <a:lnTo>
                      <a:pt x="10921" y="12625"/>
                    </a:lnTo>
                    <a:cubicBezTo>
                      <a:pt x="11072" y="12785"/>
                      <a:pt x="11277" y="12865"/>
                      <a:pt x="11481" y="12865"/>
                    </a:cubicBezTo>
                    <a:cubicBezTo>
                      <a:pt x="11686" y="12865"/>
                      <a:pt x="11891" y="12785"/>
                      <a:pt x="12042" y="12625"/>
                    </a:cubicBezTo>
                    <a:lnTo>
                      <a:pt x="12626" y="12058"/>
                    </a:lnTo>
                    <a:cubicBezTo>
                      <a:pt x="12945" y="11739"/>
                      <a:pt x="12945" y="11240"/>
                      <a:pt x="12626" y="10920"/>
                    </a:cubicBezTo>
                    <a:lnTo>
                      <a:pt x="1706" y="0"/>
                    </a:lnTo>
                    <a:close/>
                  </a:path>
                </a:pathLst>
              </a:custGeom>
              <a:solidFill>
                <a:srgbClr val="2B2A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2"/>
              <p:cNvSpPr/>
              <p:nvPr/>
            </p:nvSpPr>
            <p:spPr>
              <a:xfrm>
                <a:off x="-1424234" y="2800467"/>
                <a:ext cx="422353" cy="423244"/>
              </a:xfrm>
              <a:custGeom>
                <a:rect b="b" l="l" r="r" t="t"/>
                <a:pathLst>
                  <a:path extrusionOk="0" h="7600" w="7584">
                    <a:moveTo>
                      <a:pt x="1706" y="0"/>
                    </a:moveTo>
                    <a:lnTo>
                      <a:pt x="1" y="1705"/>
                    </a:lnTo>
                    <a:lnTo>
                      <a:pt x="5878" y="7600"/>
                    </a:lnTo>
                    <a:cubicBezTo>
                      <a:pt x="5895" y="7442"/>
                      <a:pt x="5985" y="6892"/>
                      <a:pt x="6445" y="6428"/>
                    </a:cubicBezTo>
                    <a:cubicBezTo>
                      <a:pt x="6910" y="5984"/>
                      <a:pt x="7426" y="5912"/>
                      <a:pt x="7583" y="5895"/>
                    </a:cubicBezTo>
                    <a:cubicBezTo>
                      <a:pt x="5631" y="3926"/>
                      <a:pt x="3658" y="1969"/>
                      <a:pt x="1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2"/>
              <p:cNvSpPr/>
              <p:nvPr/>
            </p:nvSpPr>
            <p:spPr>
              <a:xfrm>
                <a:off x="-1434202" y="2790442"/>
                <a:ext cx="306741" cy="306685"/>
              </a:xfrm>
              <a:custGeom>
                <a:rect b="b" l="l" r="r" t="t"/>
                <a:pathLst>
                  <a:path extrusionOk="0" h="5507" w="5508">
                    <a:moveTo>
                      <a:pt x="2042" y="1"/>
                    </a:moveTo>
                    <a:lnTo>
                      <a:pt x="1" y="2064"/>
                    </a:lnTo>
                    <a:lnTo>
                      <a:pt x="3393" y="5453"/>
                    </a:lnTo>
                    <a:cubicBezTo>
                      <a:pt x="3430" y="5489"/>
                      <a:pt x="3470" y="5507"/>
                      <a:pt x="3508" y="5507"/>
                    </a:cubicBezTo>
                    <a:cubicBezTo>
                      <a:pt x="3546" y="5507"/>
                      <a:pt x="3581" y="5489"/>
                      <a:pt x="3607" y="5453"/>
                    </a:cubicBezTo>
                    <a:lnTo>
                      <a:pt x="5452" y="3607"/>
                    </a:lnTo>
                    <a:cubicBezTo>
                      <a:pt x="5508" y="3556"/>
                      <a:pt x="5508" y="3466"/>
                      <a:pt x="5452" y="3411"/>
                    </a:cubicBezTo>
                    <a:lnTo>
                      <a:pt x="20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2"/>
              <p:cNvSpPr/>
              <p:nvPr/>
            </p:nvSpPr>
            <p:spPr>
              <a:xfrm>
                <a:off x="-900128" y="3325352"/>
                <a:ext cx="187118" cy="185559"/>
              </a:xfrm>
              <a:custGeom>
                <a:rect b="b" l="l" r="r" t="t"/>
                <a:pathLst>
                  <a:path extrusionOk="0" h="3332" w="3360">
                    <a:moveTo>
                      <a:pt x="2017" y="0"/>
                    </a:moveTo>
                    <a:cubicBezTo>
                      <a:pt x="1979" y="0"/>
                      <a:pt x="1938" y="14"/>
                      <a:pt x="1902" y="42"/>
                    </a:cubicBezTo>
                    <a:lnTo>
                      <a:pt x="56" y="1904"/>
                    </a:lnTo>
                    <a:cubicBezTo>
                      <a:pt x="1" y="1960"/>
                      <a:pt x="1" y="2049"/>
                      <a:pt x="56" y="2100"/>
                    </a:cubicBezTo>
                    <a:lnTo>
                      <a:pt x="1246" y="3290"/>
                    </a:lnTo>
                    <a:cubicBezTo>
                      <a:pt x="1271" y="3317"/>
                      <a:pt x="1306" y="3331"/>
                      <a:pt x="1344" y="3331"/>
                    </a:cubicBezTo>
                    <a:cubicBezTo>
                      <a:pt x="1382" y="3331"/>
                      <a:pt x="1422" y="3317"/>
                      <a:pt x="1459" y="3290"/>
                    </a:cubicBezTo>
                    <a:lnTo>
                      <a:pt x="3304" y="1444"/>
                    </a:lnTo>
                    <a:cubicBezTo>
                      <a:pt x="3360" y="1389"/>
                      <a:pt x="3360" y="1303"/>
                      <a:pt x="3304" y="1248"/>
                    </a:cubicBezTo>
                    <a:lnTo>
                      <a:pt x="2115" y="42"/>
                    </a:lnTo>
                    <a:cubicBezTo>
                      <a:pt x="2090" y="14"/>
                      <a:pt x="2054" y="0"/>
                      <a:pt x="20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2"/>
              <p:cNvSpPr/>
              <p:nvPr/>
            </p:nvSpPr>
            <p:spPr>
              <a:xfrm>
                <a:off x="-1389594" y="2835106"/>
                <a:ext cx="189012" cy="188232"/>
              </a:xfrm>
              <a:custGeom>
                <a:rect b="b" l="l" r="r" t="t"/>
                <a:pathLst>
                  <a:path extrusionOk="0" h="3380" w="3394">
                    <a:moveTo>
                      <a:pt x="1173" y="0"/>
                    </a:moveTo>
                    <a:lnTo>
                      <a:pt x="1" y="1172"/>
                    </a:lnTo>
                    <a:lnTo>
                      <a:pt x="2060" y="3231"/>
                    </a:lnTo>
                    <a:cubicBezTo>
                      <a:pt x="2094" y="3265"/>
                      <a:pt x="2149" y="3265"/>
                      <a:pt x="2183" y="3265"/>
                    </a:cubicBezTo>
                    <a:lnTo>
                      <a:pt x="2912" y="3052"/>
                    </a:lnTo>
                    <a:lnTo>
                      <a:pt x="3198" y="3338"/>
                    </a:lnTo>
                    <a:cubicBezTo>
                      <a:pt x="3215" y="3365"/>
                      <a:pt x="3241" y="3379"/>
                      <a:pt x="3268" y="3379"/>
                    </a:cubicBezTo>
                    <a:cubicBezTo>
                      <a:pt x="3295" y="3379"/>
                      <a:pt x="3321" y="3365"/>
                      <a:pt x="3338" y="3338"/>
                    </a:cubicBezTo>
                    <a:cubicBezTo>
                      <a:pt x="3394" y="3304"/>
                      <a:pt x="3394" y="3231"/>
                      <a:pt x="3338" y="3197"/>
                    </a:cubicBezTo>
                    <a:lnTo>
                      <a:pt x="3053" y="2912"/>
                    </a:lnTo>
                    <a:lnTo>
                      <a:pt x="3266" y="2183"/>
                    </a:lnTo>
                    <a:cubicBezTo>
                      <a:pt x="3266" y="2149"/>
                      <a:pt x="3266" y="2093"/>
                      <a:pt x="3232" y="2059"/>
                    </a:cubicBezTo>
                    <a:lnTo>
                      <a:pt x="1173" y="0"/>
                    </a:lnTo>
                    <a:close/>
                  </a:path>
                </a:pathLst>
              </a:custGeom>
              <a:solidFill>
                <a:srgbClr val="2B2A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2"/>
              <p:cNvSpPr/>
              <p:nvPr/>
            </p:nvSpPr>
            <p:spPr>
              <a:xfrm>
                <a:off x="-1375783" y="2848862"/>
                <a:ext cx="75293" cy="75293"/>
              </a:xfrm>
              <a:custGeom>
                <a:rect b="b" l="l" r="r" t="t"/>
                <a:pathLst>
                  <a:path extrusionOk="0" h="1352" w="1352">
                    <a:moveTo>
                      <a:pt x="1172" y="1"/>
                    </a:moveTo>
                    <a:lnTo>
                      <a:pt x="0" y="1173"/>
                    </a:lnTo>
                    <a:lnTo>
                      <a:pt x="179" y="1352"/>
                    </a:lnTo>
                    <a:lnTo>
                      <a:pt x="1351" y="180"/>
                    </a:lnTo>
                    <a:lnTo>
                      <a:pt x="11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2"/>
              <p:cNvSpPr/>
              <p:nvPr/>
            </p:nvSpPr>
            <p:spPr>
              <a:xfrm>
                <a:off x="-1354899" y="2869746"/>
                <a:ext cx="75070" cy="75070"/>
              </a:xfrm>
              <a:custGeom>
                <a:rect b="b" l="l" r="r" t="t"/>
                <a:pathLst>
                  <a:path extrusionOk="0" h="1348" w="1348">
                    <a:moveTo>
                      <a:pt x="1172" y="1"/>
                    </a:moveTo>
                    <a:lnTo>
                      <a:pt x="0" y="1173"/>
                    </a:lnTo>
                    <a:lnTo>
                      <a:pt x="175" y="1348"/>
                    </a:lnTo>
                    <a:lnTo>
                      <a:pt x="1347" y="175"/>
                    </a:lnTo>
                    <a:lnTo>
                      <a:pt x="11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2"/>
              <p:cNvSpPr/>
              <p:nvPr/>
            </p:nvSpPr>
            <p:spPr>
              <a:xfrm>
                <a:off x="-1335184" y="2889460"/>
                <a:ext cx="75293" cy="75293"/>
              </a:xfrm>
              <a:custGeom>
                <a:rect b="b" l="l" r="r" t="t"/>
                <a:pathLst>
                  <a:path extrusionOk="0" h="1352" w="1352">
                    <a:moveTo>
                      <a:pt x="1172" y="0"/>
                    </a:moveTo>
                    <a:lnTo>
                      <a:pt x="0" y="1173"/>
                    </a:lnTo>
                    <a:lnTo>
                      <a:pt x="179" y="1352"/>
                    </a:lnTo>
                    <a:lnTo>
                      <a:pt x="1351" y="196"/>
                    </a:lnTo>
                    <a:lnTo>
                      <a:pt x="11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2"/>
              <p:cNvSpPr/>
              <p:nvPr/>
            </p:nvSpPr>
            <p:spPr>
              <a:xfrm>
                <a:off x="-1314579" y="2910122"/>
                <a:ext cx="75293" cy="75293"/>
              </a:xfrm>
              <a:custGeom>
                <a:rect b="b" l="l" r="r" t="t"/>
                <a:pathLst>
                  <a:path extrusionOk="0" h="1352" w="1352">
                    <a:moveTo>
                      <a:pt x="1173" y="0"/>
                    </a:moveTo>
                    <a:lnTo>
                      <a:pt x="1" y="1172"/>
                    </a:lnTo>
                    <a:lnTo>
                      <a:pt x="180" y="1351"/>
                    </a:lnTo>
                    <a:lnTo>
                      <a:pt x="1352" y="179"/>
                    </a:lnTo>
                    <a:lnTo>
                      <a:pt x="11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2"/>
              <p:cNvSpPr/>
              <p:nvPr/>
            </p:nvSpPr>
            <p:spPr>
              <a:xfrm>
                <a:off x="-1294641" y="2931006"/>
                <a:ext cx="75070" cy="75293"/>
              </a:xfrm>
              <a:custGeom>
                <a:rect b="b" l="l" r="r" t="t"/>
                <a:pathLst>
                  <a:path extrusionOk="0" h="1352" w="1348">
                    <a:moveTo>
                      <a:pt x="1173" y="0"/>
                    </a:moveTo>
                    <a:lnTo>
                      <a:pt x="1" y="1172"/>
                    </a:lnTo>
                    <a:lnTo>
                      <a:pt x="197" y="1351"/>
                    </a:lnTo>
                    <a:lnTo>
                      <a:pt x="1348" y="179"/>
                    </a:lnTo>
                    <a:lnTo>
                      <a:pt x="11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2"/>
              <p:cNvSpPr/>
              <p:nvPr/>
            </p:nvSpPr>
            <p:spPr>
              <a:xfrm>
                <a:off x="-1273980" y="2950720"/>
                <a:ext cx="75293" cy="75293"/>
              </a:xfrm>
              <a:custGeom>
                <a:rect b="b" l="l" r="r" t="t"/>
                <a:pathLst>
                  <a:path extrusionOk="0" h="1352" w="1352">
                    <a:moveTo>
                      <a:pt x="1173" y="0"/>
                    </a:moveTo>
                    <a:lnTo>
                      <a:pt x="1" y="1172"/>
                    </a:lnTo>
                    <a:lnTo>
                      <a:pt x="180" y="1351"/>
                    </a:lnTo>
                    <a:lnTo>
                      <a:pt x="1352" y="179"/>
                    </a:lnTo>
                    <a:lnTo>
                      <a:pt x="11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2"/>
              <p:cNvSpPr/>
              <p:nvPr/>
            </p:nvSpPr>
            <p:spPr>
              <a:xfrm>
                <a:off x="-1052275" y="3173372"/>
                <a:ext cx="78189" cy="78133"/>
              </a:xfrm>
              <a:custGeom>
                <a:rect b="b" l="l" r="r" t="t"/>
                <a:pathLst>
                  <a:path extrusionOk="0" h="1403" w="1404">
                    <a:moveTo>
                      <a:pt x="1173" y="0"/>
                    </a:moveTo>
                    <a:lnTo>
                      <a:pt x="1" y="1172"/>
                    </a:lnTo>
                    <a:lnTo>
                      <a:pt x="248" y="1403"/>
                    </a:lnTo>
                    <a:lnTo>
                      <a:pt x="1403" y="230"/>
                    </a:lnTo>
                    <a:lnTo>
                      <a:pt x="11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2"/>
              <p:cNvSpPr/>
              <p:nvPr/>
            </p:nvSpPr>
            <p:spPr>
              <a:xfrm>
                <a:off x="-1025655" y="3199936"/>
                <a:ext cx="78133" cy="78133"/>
              </a:xfrm>
              <a:custGeom>
                <a:rect b="b" l="l" r="r" t="t"/>
                <a:pathLst>
                  <a:path extrusionOk="0" h="1403" w="1403">
                    <a:moveTo>
                      <a:pt x="1172" y="1"/>
                    </a:moveTo>
                    <a:lnTo>
                      <a:pt x="0" y="1156"/>
                    </a:lnTo>
                    <a:lnTo>
                      <a:pt x="230" y="1403"/>
                    </a:lnTo>
                    <a:lnTo>
                      <a:pt x="1402" y="231"/>
                    </a:lnTo>
                    <a:lnTo>
                      <a:pt x="11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2"/>
              <p:cNvSpPr/>
              <p:nvPr/>
            </p:nvSpPr>
            <p:spPr>
              <a:xfrm>
                <a:off x="-998868" y="3225833"/>
                <a:ext cx="77242" cy="78133"/>
              </a:xfrm>
              <a:custGeom>
                <a:rect b="b" l="l" r="r" t="t"/>
                <a:pathLst>
                  <a:path extrusionOk="0" h="1403" w="1387">
                    <a:moveTo>
                      <a:pt x="1152" y="0"/>
                    </a:moveTo>
                    <a:lnTo>
                      <a:pt x="1" y="1172"/>
                    </a:lnTo>
                    <a:lnTo>
                      <a:pt x="231" y="1403"/>
                    </a:lnTo>
                    <a:lnTo>
                      <a:pt x="1386" y="247"/>
                    </a:lnTo>
                    <a:lnTo>
                      <a:pt x="115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2"/>
              <p:cNvSpPr/>
              <p:nvPr/>
            </p:nvSpPr>
            <p:spPr>
              <a:xfrm>
                <a:off x="-973194" y="3252397"/>
                <a:ext cx="78133" cy="78133"/>
              </a:xfrm>
              <a:custGeom>
                <a:rect b="b" l="l" r="r" t="t"/>
                <a:pathLst>
                  <a:path extrusionOk="0" h="1403" w="1403">
                    <a:moveTo>
                      <a:pt x="1172" y="1"/>
                    </a:moveTo>
                    <a:lnTo>
                      <a:pt x="0" y="1156"/>
                    </a:lnTo>
                    <a:lnTo>
                      <a:pt x="230" y="1403"/>
                    </a:lnTo>
                    <a:lnTo>
                      <a:pt x="1402" y="231"/>
                    </a:lnTo>
                    <a:lnTo>
                      <a:pt x="11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2"/>
              <p:cNvSpPr/>
              <p:nvPr/>
            </p:nvSpPr>
            <p:spPr>
              <a:xfrm>
                <a:off x="-946630" y="3278015"/>
                <a:ext cx="78412" cy="78412"/>
              </a:xfrm>
              <a:custGeom>
                <a:rect b="b" l="l" r="r" t="t"/>
                <a:pathLst>
                  <a:path extrusionOk="0" h="1408" w="1408">
                    <a:moveTo>
                      <a:pt x="1156" y="1"/>
                    </a:moveTo>
                    <a:lnTo>
                      <a:pt x="1" y="1173"/>
                    </a:lnTo>
                    <a:lnTo>
                      <a:pt x="235" y="1407"/>
                    </a:lnTo>
                    <a:lnTo>
                      <a:pt x="1407" y="252"/>
                    </a:lnTo>
                    <a:lnTo>
                      <a:pt x="11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2"/>
              <p:cNvSpPr/>
              <p:nvPr/>
            </p:nvSpPr>
            <p:spPr>
              <a:xfrm>
                <a:off x="-920734" y="3304858"/>
                <a:ext cx="78133" cy="78133"/>
              </a:xfrm>
              <a:custGeom>
                <a:rect b="b" l="l" r="r" t="t"/>
                <a:pathLst>
                  <a:path extrusionOk="0" h="1403" w="1403">
                    <a:moveTo>
                      <a:pt x="1172" y="1"/>
                    </a:moveTo>
                    <a:lnTo>
                      <a:pt x="0" y="1173"/>
                    </a:lnTo>
                    <a:lnTo>
                      <a:pt x="247" y="1403"/>
                    </a:lnTo>
                    <a:lnTo>
                      <a:pt x="1402" y="231"/>
                    </a:lnTo>
                    <a:lnTo>
                      <a:pt x="11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2"/>
              <p:cNvSpPr/>
              <p:nvPr/>
            </p:nvSpPr>
            <p:spPr>
              <a:xfrm>
                <a:off x="-1186880" y="3039547"/>
                <a:ext cx="136552" cy="134046"/>
              </a:xfrm>
              <a:custGeom>
                <a:rect b="b" l="l" r="r" t="t"/>
                <a:pathLst>
                  <a:path extrusionOk="0" h="2407" w="2452">
                    <a:moveTo>
                      <a:pt x="2016" y="0"/>
                    </a:moveTo>
                    <a:cubicBezTo>
                      <a:pt x="1980" y="0"/>
                      <a:pt x="1945" y="14"/>
                      <a:pt x="1919" y="42"/>
                    </a:cubicBezTo>
                    <a:lnTo>
                      <a:pt x="52" y="1887"/>
                    </a:lnTo>
                    <a:cubicBezTo>
                      <a:pt x="1" y="1939"/>
                      <a:pt x="1" y="2028"/>
                      <a:pt x="52" y="2084"/>
                    </a:cubicBezTo>
                    <a:lnTo>
                      <a:pt x="338" y="2365"/>
                    </a:lnTo>
                    <a:cubicBezTo>
                      <a:pt x="365" y="2393"/>
                      <a:pt x="401" y="2406"/>
                      <a:pt x="436" y="2406"/>
                    </a:cubicBezTo>
                    <a:cubicBezTo>
                      <a:pt x="471" y="2406"/>
                      <a:pt x="506" y="2393"/>
                      <a:pt x="534" y="2365"/>
                    </a:cubicBezTo>
                    <a:lnTo>
                      <a:pt x="2396" y="519"/>
                    </a:lnTo>
                    <a:cubicBezTo>
                      <a:pt x="2452" y="468"/>
                      <a:pt x="2452" y="362"/>
                      <a:pt x="2396" y="306"/>
                    </a:cubicBezTo>
                    <a:lnTo>
                      <a:pt x="2115" y="42"/>
                    </a:lnTo>
                    <a:cubicBezTo>
                      <a:pt x="2087" y="14"/>
                      <a:pt x="2051" y="0"/>
                      <a:pt x="2016" y="0"/>
                    </a:cubicBezTo>
                    <a:close/>
                  </a:path>
                </a:pathLst>
              </a:custGeom>
              <a:solidFill>
                <a:srgbClr val="B0B0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2"/>
              <p:cNvSpPr/>
              <p:nvPr/>
            </p:nvSpPr>
            <p:spPr>
              <a:xfrm>
                <a:off x="-1448905" y="2776464"/>
                <a:ext cx="165232" cy="164731"/>
              </a:xfrm>
              <a:custGeom>
                <a:rect b="b" l="l" r="r" t="t"/>
                <a:pathLst>
                  <a:path extrusionOk="0" h="2958" w="2967">
                    <a:moveTo>
                      <a:pt x="2533" y="1"/>
                    </a:moveTo>
                    <a:cubicBezTo>
                      <a:pt x="2495" y="1"/>
                      <a:pt x="2460" y="13"/>
                      <a:pt x="2434" y="39"/>
                    </a:cubicBezTo>
                    <a:lnTo>
                      <a:pt x="51" y="2439"/>
                    </a:lnTo>
                    <a:cubicBezTo>
                      <a:pt x="0" y="2490"/>
                      <a:pt x="0" y="2579"/>
                      <a:pt x="51" y="2635"/>
                    </a:cubicBezTo>
                    <a:lnTo>
                      <a:pt x="337" y="2916"/>
                    </a:lnTo>
                    <a:cubicBezTo>
                      <a:pt x="363" y="2944"/>
                      <a:pt x="398" y="2958"/>
                      <a:pt x="433" y="2958"/>
                    </a:cubicBezTo>
                    <a:cubicBezTo>
                      <a:pt x="469" y="2958"/>
                      <a:pt x="505" y="2944"/>
                      <a:pt x="533" y="2916"/>
                    </a:cubicBezTo>
                    <a:lnTo>
                      <a:pt x="2912" y="521"/>
                    </a:lnTo>
                    <a:cubicBezTo>
                      <a:pt x="2967" y="465"/>
                      <a:pt x="2967" y="376"/>
                      <a:pt x="2912" y="324"/>
                    </a:cubicBezTo>
                    <a:lnTo>
                      <a:pt x="2647" y="39"/>
                    </a:lnTo>
                    <a:cubicBezTo>
                      <a:pt x="2611" y="13"/>
                      <a:pt x="2571" y="1"/>
                      <a:pt x="25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2"/>
              <p:cNvSpPr/>
              <p:nvPr/>
            </p:nvSpPr>
            <p:spPr>
              <a:xfrm>
                <a:off x="-1199689" y="2970435"/>
                <a:ext cx="18823" cy="17264"/>
              </a:xfrm>
              <a:custGeom>
                <a:rect b="b" l="l" r="r" t="t"/>
                <a:pathLst>
                  <a:path extrusionOk="0" h="310" w="338">
                    <a:moveTo>
                      <a:pt x="167" y="1"/>
                    </a:moveTo>
                    <a:cubicBezTo>
                      <a:pt x="129" y="1"/>
                      <a:pt x="88" y="19"/>
                      <a:pt x="52" y="55"/>
                    </a:cubicBezTo>
                    <a:cubicBezTo>
                      <a:pt x="1" y="111"/>
                      <a:pt x="1" y="196"/>
                      <a:pt x="52" y="268"/>
                    </a:cubicBezTo>
                    <a:cubicBezTo>
                      <a:pt x="88" y="296"/>
                      <a:pt x="129" y="310"/>
                      <a:pt x="167" y="310"/>
                    </a:cubicBezTo>
                    <a:cubicBezTo>
                      <a:pt x="204" y="310"/>
                      <a:pt x="240" y="296"/>
                      <a:pt x="265" y="268"/>
                    </a:cubicBezTo>
                    <a:cubicBezTo>
                      <a:pt x="338" y="196"/>
                      <a:pt x="338" y="111"/>
                      <a:pt x="265" y="55"/>
                    </a:cubicBezTo>
                    <a:cubicBezTo>
                      <a:pt x="240" y="19"/>
                      <a:pt x="204" y="1"/>
                      <a:pt x="167" y="1"/>
                    </a:cubicBez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2"/>
              <p:cNvSpPr/>
              <p:nvPr/>
            </p:nvSpPr>
            <p:spPr>
              <a:xfrm>
                <a:off x="-1255212" y="3025958"/>
                <a:ext cx="19046" cy="17097"/>
              </a:xfrm>
              <a:custGeom>
                <a:rect b="b" l="l" r="r" t="t"/>
                <a:pathLst>
                  <a:path extrusionOk="0" h="307" w="342">
                    <a:moveTo>
                      <a:pt x="169" y="0"/>
                    </a:moveTo>
                    <a:cubicBezTo>
                      <a:pt x="131" y="0"/>
                      <a:pt x="92" y="17"/>
                      <a:pt x="56" y="51"/>
                    </a:cubicBezTo>
                    <a:cubicBezTo>
                      <a:pt x="0" y="107"/>
                      <a:pt x="0" y="196"/>
                      <a:pt x="56" y="265"/>
                    </a:cubicBezTo>
                    <a:cubicBezTo>
                      <a:pt x="92" y="292"/>
                      <a:pt x="131" y="306"/>
                      <a:pt x="169" y="306"/>
                    </a:cubicBezTo>
                    <a:cubicBezTo>
                      <a:pt x="206" y="306"/>
                      <a:pt x="241" y="292"/>
                      <a:pt x="269" y="265"/>
                    </a:cubicBezTo>
                    <a:cubicBezTo>
                      <a:pt x="341" y="196"/>
                      <a:pt x="341" y="107"/>
                      <a:pt x="269" y="51"/>
                    </a:cubicBezTo>
                    <a:cubicBezTo>
                      <a:pt x="241" y="17"/>
                      <a:pt x="206" y="0"/>
                      <a:pt x="169" y="0"/>
                    </a:cubicBez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2"/>
              <p:cNvSpPr/>
              <p:nvPr/>
            </p:nvSpPr>
            <p:spPr>
              <a:xfrm>
                <a:off x="-1254043" y="3085269"/>
                <a:ext cx="24782" cy="11918"/>
              </a:xfrm>
              <a:custGeom>
                <a:rect b="b" l="l" r="r" t="t"/>
                <a:pathLst>
                  <a:path extrusionOk="0" h="214" w="445">
                    <a:moveTo>
                      <a:pt x="1" y="1"/>
                    </a:moveTo>
                    <a:lnTo>
                      <a:pt x="176" y="180"/>
                    </a:lnTo>
                    <a:cubicBezTo>
                      <a:pt x="193" y="197"/>
                      <a:pt x="231" y="214"/>
                      <a:pt x="265" y="214"/>
                    </a:cubicBezTo>
                    <a:lnTo>
                      <a:pt x="265" y="214"/>
                    </a:lnTo>
                    <a:cubicBezTo>
                      <a:pt x="231" y="214"/>
                      <a:pt x="193" y="197"/>
                      <a:pt x="158" y="159"/>
                    </a:cubicBezTo>
                    <a:lnTo>
                      <a:pt x="1" y="1"/>
                    </a:lnTo>
                    <a:close/>
                    <a:moveTo>
                      <a:pt x="444" y="90"/>
                    </a:moveTo>
                    <a:lnTo>
                      <a:pt x="372" y="159"/>
                    </a:lnTo>
                    <a:cubicBezTo>
                      <a:pt x="337" y="197"/>
                      <a:pt x="299" y="214"/>
                      <a:pt x="265" y="214"/>
                    </a:cubicBezTo>
                    <a:lnTo>
                      <a:pt x="265" y="214"/>
                    </a:lnTo>
                    <a:cubicBezTo>
                      <a:pt x="299" y="214"/>
                      <a:pt x="337" y="197"/>
                      <a:pt x="355" y="180"/>
                    </a:cubicBezTo>
                    <a:lnTo>
                      <a:pt x="444" y="90"/>
                    </a:ln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2"/>
              <p:cNvSpPr/>
              <p:nvPr/>
            </p:nvSpPr>
            <p:spPr>
              <a:xfrm>
                <a:off x="-1276820" y="3062492"/>
                <a:ext cx="22833" cy="22833"/>
              </a:xfrm>
              <a:custGeom>
                <a:rect b="b" l="l" r="r" t="t"/>
                <a:pathLst>
                  <a:path extrusionOk="0" h="410" w="410">
                    <a:moveTo>
                      <a:pt x="1" y="1"/>
                    </a:moveTo>
                    <a:lnTo>
                      <a:pt x="1" y="1"/>
                    </a:lnTo>
                    <a:lnTo>
                      <a:pt x="410" y="410"/>
                    </a:lnTo>
                    <a:lnTo>
                      <a:pt x="410" y="410"/>
                    </a:lnTo>
                    <a:close/>
                  </a:path>
                </a:pathLst>
              </a:custGeom>
              <a:solidFill>
                <a:srgbClr val="4E50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2"/>
              <p:cNvSpPr/>
              <p:nvPr/>
            </p:nvSpPr>
            <p:spPr>
              <a:xfrm>
                <a:off x="-1168112" y="3171200"/>
                <a:ext cx="10971" cy="3174"/>
              </a:xfrm>
              <a:custGeom>
                <a:rect b="b" l="l" r="r" t="t"/>
                <a:pathLst>
                  <a:path extrusionOk="0" h="57" w="197">
                    <a:moveTo>
                      <a:pt x="197" y="1"/>
                    </a:moveTo>
                    <a:lnTo>
                      <a:pt x="197" y="1"/>
                    </a:lnTo>
                    <a:cubicBezTo>
                      <a:pt x="186" y="13"/>
                      <a:pt x="176" y="23"/>
                      <a:pt x="167" y="31"/>
                    </a:cubicBezTo>
                    <a:lnTo>
                      <a:pt x="167" y="31"/>
                    </a:lnTo>
                    <a:cubicBezTo>
                      <a:pt x="180" y="26"/>
                      <a:pt x="190" y="16"/>
                      <a:pt x="197" y="1"/>
                    </a:cubicBezTo>
                    <a:close/>
                    <a:moveTo>
                      <a:pt x="1" y="1"/>
                    </a:moveTo>
                    <a:cubicBezTo>
                      <a:pt x="35" y="39"/>
                      <a:pt x="73" y="56"/>
                      <a:pt x="107" y="56"/>
                    </a:cubicBezTo>
                    <a:cubicBezTo>
                      <a:pt x="131" y="56"/>
                      <a:pt x="148" y="48"/>
                      <a:pt x="167" y="31"/>
                    </a:cubicBezTo>
                    <a:lnTo>
                      <a:pt x="167" y="31"/>
                    </a:lnTo>
                    <a:cubicBezTo>
                      <a:pt x="149" y="39"/>
                      <a:pt x="128" y="39"/>
                      <a:pt x="107" y="39"/>
                    </a:cubicBezTo>
                    <a:cubicBezTo>
                      <a:pt x="73" y="39"/>
                      <a:pt x="35" y="39"/>
                      <a:pt x="1" y="1"/>
                    </a:cubicBez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2"/>
              <p:cNvSpPr/>
              <p:nvPr/>
            </p:nvSpPr>
            <p:spPr>
              <a:xfrm>
                <a:off x="-1229316" y="3041830"/>
                <a:ext cx="98794" cy="98794"/>
              </a:xfrm>
              <a:custGeom>
                <a:rect b="b" l="l" r="r" t="t"/>
                <a:pathLst>
                  <a:path extrusionOk="0" h="1774" w="1774">
                    <a:moveTo>
                      <a:pt x="870" y="1"/>
                    </a:moveTo>
                    <a:lnTo>
                      <a:pt x="0" y="870"/>
                    </a:lnTo>
                    <a:lnTo>
                      <a:pt x="887" y="1774"/>
                    </a:lnTo>
                    <a:lnTo>
                      <a:pt x="1773" y="887"/>
                    </a:lnTo>
                    <a:lnTo>
                      <a:pt x="8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2"/>
              <p:cNvSpPr/>
              <p:nvPr/>
            </p:nvSpPr>
            <p:spPr>
              <a:xfrm>
                <a:off x="-1410478" y="2904163"/>
                <a:ext cx="229610" cy="193022"/>
              </a:xfrm>
              <a:custGeom>
                <a:rect b="b" l="l" r="r" t="t"/>
                <a:pathLst>
                  <a:path extrusionOk="0" h="3466" w="4123">
                    <a:moveTo>
                      <a:pt x="2950" y="2187"/>
                    </a:moveTo>
                    <a:cubicBezTo>
                      <a:pt x="3002" y="2187"/>
                      <a:pt x="3040" y="2204"/>
                      <a:pt x="3057" y="2238"/>
                    </a:cubicBezTo>
                    <a:cubicBezTo>
                      <a:pt x="3129" y="2294"/>
                      <a:pt x="3129" y="2383"/>
                      <a:pt x="3057" y="2452"/>
                    </a:cubicBezTo>
                    <a:cubicBezTo>
                      <a:pt x="3040" y="2473"/>
                      <a:pt x="3002" y="2490"/>
                      <a:pt x="2950" y="2490"/>
                    </a:cubicBezTo>
                    <a:cubicBezTo>
                      <a:pt x="2916" y="2490"/>
                      <a:pt x="2878" y="2473"/>
                      <a:pt x="2844" y="2452"/>
                    </a:cubicBezTo>
                    <a:cubicBezTo>
                      <a:pt x="2788" y="2383"/>
                      <a:pt x="2788" y="2294"/>
                      <a:pt x="2844" y="2238"/>
                    </a:cubicBezTo>
                    <a:cubicBezTo>
                      <a:pt x="2878" y="2204"/>
                      <a:pt x="2916" y="2187"/>
                      <a:pt x="2950" y="2187"/>
                    </a:cubicBezTo>
                    <a:close/>
                    <a:moveTo>
                      <a:pt x="444" y="1"/>
                    </a:moveTo>
                    <a:lnTo>
                      <a:pt x="1" y="448"/>
                    </a:lnTo>
                    <a:lnTo>
                      <a:pt x="1386" y="1833"/>
                    </a:lnTo>
                    <a:lnTo>
                      <a:pt x="2401" y="2844"/>
                    </a:lnTo>
                    <a:lnTo>
                      <a:pt x="2810" y="3253"/>
                    </a:lnTo>
                    <a:lnTo>
                      <a:pt x="2967" y="3411"/>
                    </a:lnTo>
                    <a:cubicBezTo>
                      <a:pt x="3002" y="3449"/>
                      <a:pt x="3040" y="3466"/>
                      <a:pt x="3074" y="3466"/>
                    </a:cubicBezTo>
                    <a:cubicBezTo>
                      <a:pt x="3108" y="3466"/>
                      <a:pt x="3146" y="3449"/>
                      <a:pt x="3181" y="3411"/>
                    </a:cubicBezTo>
                    <a:lnTo>
                      <a:pt x="3253" y="3342"/>
                    </a:lnTo>
                    <a:lnTo>
                      <a:pt x="4123" y="2473"/>
                    </a:lnTo>
                    <a:lnTo>
                      <a:pt x="3730" y="2081"/>
                    </a:lnTo>
                    <a:cubicBezTo>
                      <a:pt x="3730" y="2098"/>
                      <a:pt x="3730" y="2098"/>
                      <a:pt x="3713" y="2098"/>
                    </a:cubicBezTo>
                    <a:cubicBezTo>
                      <a:pt x="3696" y="2132"/>
                      <a:pt x="3679" y="2132"/>
                      <a:pt x="3641" y="2132"/>
                    </a:cubicBezTo>
                    <a:cubicBezTo>
                      <a:pt x="3624" y="2132"/>
                      <a:pt x="3590" y="2132"/>
                      <a:pt x="3573" y="2098"/>
                    </a:cubicBezTo>
                    <a:lnTo>
                      <a:pt x="3287" y="1812"/>
                    </a:lnTo>
                    <a:lnTo>
                      <a:pt x="2895" y="1919"/>
                    </a:lnTo>
                    <a:lnTo>
                      <a:pt x="2558" y="2025"/>
                    </a:lnTo>
                    <a:lnTo>
                      <a:pt x="2524" y="2025"/>
                    </a:lnTo>
                    <a:cubicBezTo>
                      <a:pt x="2507" y="2025"/>
                      <a:pt x="2469" y="2025"/>
                      <a:pt x="2452" y="2008"/>
                    </a:cubicBezTo>
                    <a:lnTo>
                      <a:pt x="2435" y="1991"/>
                    </a:lnTo>
                    <a:lnTo>
                      <a:pt x="2277" y="1833"/>
                    </a:lnTo>
                    <a:lnTo>
                      <a:pt x="2081" y="1654"/>
                    </a:lnTo>
                    <a:lnTo>
                      <a:pt x="2098" y="1637"/>
                    </a:lnTo>
                    <a:lnTo>
                      <a:pt x="1902" y="1458"/>
                    </a:lnTo>
                    <a:lnTo>
                      <a:pt x="1723" y="1279"/>
                    </a:lnTo>
                    <a:lnTo>
                      <a:pt x="1531" y="1088"/>
                    </a:lnTo>
                    <a:lnTo>
                      <a:pt x="1352" y="909"/>
                    </a:lnTo>
                    <a:lnTo>
                      <a:pt x="1173" y="730"/>
                    </a:lnTo>
                    <a:lnTo>
                      <a:pt x="998" y="555"/>
                    </a:lnTo>
                    <a:lnTo>
                      <a:pt x="802" y="359"/>
                    </a:lnTo>
                    <a:lnTo>
                      <a:pt x="623" y="180"/>
                    </a:lnTo>
                    <a:lnTo>
                      <a:pt x="4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2"/>
              <p:cNvSpPr/>
              <p:nvPr/>
            </p:nvSpPr>
            <p:spPr>
              <a:xfrm>
                <a:off x="-1385751" y="2870693"/>
                <a:ext cx="183053" cy="152201"/>
              </a:xfrm>
              <a:custGeom>
                <a:rect b="b" l="l" r="r" t="t"/>
                <a:pathLst>
                  <a:path extrusionOk="0" h="2733" w="3287">
                    <a:moveTo>
                      <a:pt x="605" y="1"/>
                    </a:moveTo>
                    <a:lnTo>
                      <a:pt x="0" y="602"/>
                    </a:lnTo>
                    <a:lnTo>
                      <a:pt x="179" y="781"/>
                    </a:lnTo>
                    <a:lnTo>
                      <a:pt x="784" y="175"/>
                    </a:lnTo>
                    <a:lnTo>
                      <a:pt x="605" y="1"/>
                    </a:lnTo>
                    <a:close/>
                    <a:moveTo>
                      <a:pt x="959" y="354"/>
                    </a:moveTo>
                    <a:lnTo>
                      <a:pt x="358" y="960"/>
                    </a:lnTo>
                    <a:lnTo>
                      <a:pt x="554" y="1156"/>
                    </a:lnTo>
                    <a:lnTo>
                      <a:pt x="1155" y="551"/>
                    </a:lnTo>
                    <a:lnTo>
                      <a:pt x="959" y="354"/>
                    </a:lnTo>
                    <a:close/>
                    <a:moveTo>
                      <a:pt x="1334" y="730"/>
                    </a:moveTo>
                    <a:lnTo>
                      <a:pt x="729" y="1331"/>
                    </a:lnTo>
                    <a:lnTo>
                      <a:pt x="908" y="1510"/>
                    </a:lnTo>
                    <a:lnTo>
                      <a:pt x="1513" y="904"/>
                    </a:lnTo>
                    <a:lnTo>
                      <a:pt x="1334" y="730"/>
                    </a:lnTo>
                    <a:close/>
                    <a:moveTo>
                      <a:pt x="1705" y="1083"/>
                    </a:moveTo>
                    <a:lnTo>
                      <a:pt x="1087" y="1689"/>
                    </a:lnTo>
                    <a:lnTo>
                      <a:pt x="1279" y="1880"/>
                    </a:lnTo>
                    <a:lnTo>
                      <a:pt x="1884" y="1279"/>
                    </a:lnTo>
                    <a:lnTo>
                      <a:pt x="1705" y="1083"/>
                    </a:lnTo>
                    <a:close/>
                    <a:moveTo>
                      <a:pt x="2063" y="1454"/>
                    </a:moveTo>
                    <a:lnTo>
                      <a:pt x="1458" y="2059"/>
                    </a:lnTo>
                    <a:lnTo>
                      <a:pt x="1654" y="2238"/>
                    </a:lnTo>
                    <a:lnTo>
                      <a:pt x="2259" y="1633"/>
                    </a:lnTo>
                    <a:lnTo>
                      <a:pt x="2063" y="1454"/>
                    </a:lnTo>
                    <a:close/>
                    <a:moveTo>
                      <a:pt x="2434" y="1812"/>
                    </a:moveTo>
                    <a:lnTo>
                      <a:pt x="1833" y="2434"/>
                    </a:lnTo>
                    <a:lnTo>
                      <a:pt x="1991" y="2592"/>
                    </a:lnTo>
                    <a:lnTo>
                      <a:pt x="2008" y="2609"/>
                    </a:lnTo>
                    <a:lnTo>
                      <a:pt x="2613" y="2008"/>
                    </a:lnTo>
                    <a:lnTo>
                      <a:pt x="2434" y="1812"/>
                    </a:lnTo>
                    <a:close/>
                    <a:moveTo>
                      <a:pt x="2792" y="2183"/>
                    </a:moveTo>
                    <a:lnTo>
                      <a:pt x="2451" y="2520"/>
                    </a:lnTo>
                    <a:lnTo>
                      <a:pt x="2451" y="2520"/>
                    </a:lnTo>
                    <a:lnTo>
                      <a:pt x="2843" y="2413"/>
                    </a:lnTo>
                    <a:lnTo>
                      <a:pt x="3129" y="2699"/>
                    </a:lnTo>
                    <a:cubicBezTo>
                      <a:pt x="3146" y="2733"/>
                      <a:pt x="3180" y="2733"/>
                      <a:pt x="3197" y="2733"/>
                    </a:cubicBezTo>
                    <a:cubicBezTo>
                      <a:pt x="3235" y="2733"/>
                      <a:pt x="3252" y="2733"/>
                      <a:pt x="3269" y="2699"/>
                    </a:cubicBezTo>
                    <a:cubicBezTo>
                      <a:pt x="3286" y="2699"/>
                      <a:pt x="3286" y="2699"/>
                      <a:pt x="3286" y="2682"/>
                    </a:cubicBezTo>
                    <a:lnTo>
                      <a:pt x="2792" y="2183"/>
                    </a:lnTo>
                    <a:close/>
                  </a:path>
                </a:pathLst>
              </a:custGeom>
              <a:solidFill>
                <a:srgbClr val="1B1B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2"/>
              <p:cNvSpPr/>
              <p:nvPr/>
            </p:nvSpPr>
            <p:spPr>
              <a:xfrm>
                <a:off x="-1375783" y="2880439"/>
                <a:ext cx="43494" cy="43717"/>
              </a:xfrm>
              <a:custGeom>
                <a:rect b="b" l="l" r="r" t="t"/>
                <a:pathLst>
                  <a:path extrusionOk="0" h="785" w="781">
                    <a:moveTo>
                      <a:pt x="605" y="0"/>
                    </a:moveTo>
                    <a:lnTo>
                      <a:pt x="0" y="606"/>
                    </a:lnTo>
                    <a:lnTo>
                      <a:pt x="179" y="785"/>
                    </a:lnTo>
                    <a:lnTo>
                      <a:pt x="780" y="179"/>
                    </a:lnTo>
                    <a:lnTo>
                      <a:pt x="6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2"/>
              <p:cNvSpPr/>
              <p:nvPr/>
            </p:nvSpPr>
            <p:spPr>
              <a:xfrm>
                <a:off x="-1354899" y="2901323"/>
                <a:ext cx="43494" cy="43494"/>
              </a:xfrm>
              <a:custGeom>
                <a:rect b="b" l="l" r="r" t="t"/>
                <a:pathLst>
                  <a:path extrusionOk="0" h="781" w="781">
                    <a:moveTo>
                      <a:pt x="601" y="1"/>
                    </a:moveTo>
                    <a:lnTo>
                      <a:pt x="0" y="606"/>
                    </a:lnTo>
                    <a:lnTo>
                      <a:pt x="175" y="781"/>
                    </a:lnTo>
                    <a:lnTo>
                      <a:pt x="780" y="180"/>
                    </a:lnTo>
                    <a:lnTo>
                      <a:pt x="6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2"/>
              <p:cNvSpPr/>
              <p:nvPr/>
            </p:nvSpPr>
            <p:spPr>
              <a:xfrm>
                <a:off x="-1335184" y="2921037"/>
                <a:ext cx="44441" cy="43717"/>
              </a:xfrm>
              <a:custGeom>
                <a:rect b="b" l="l" r="r" t="t"/>
                <a:pathLst>
                  <a:path extrusionOk="0" h="785" w="798">
                    <a:moveTo>
                      <a:pt x="605" y="0"/>
                    </a:moveTo>
                    <a:lnTo>
                      <a:pt x="0" y="606"/>
                    </a:lnTo>
                    <a:lnTo>
                      <a:pt x="179" y="785"/>
                    </a:lnTo>
                    <a:lnTo>
                      <a:pt x="797" y="179"/>
                    </a:lnTo>
                    <a:lnTo>
                      <a:pt x="6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2"/>
              <p:cNvSpPr/>
              <p:nvPr/>
            </p:nvSpPr>
            <p:spPr>
              <a:xfrm>
                <a:off x="-1314579" y="2941921"/>
                <a:ext cx="43772" cy="43494"/>
              </a:xfrm>
              <a:custGeom>
                <a:rect b="b" l="l" r="r" t="t"/>
                <a:pathLst>
                  <a:path extrusionOk="0" h="781" w="786">
                    <a:moveTo>
                      <a:pt x="606" y="0"/>
                    </a:moveTo>
                    <a:lnTo>
                      <a:pt x="1" y="601"/>
                    </a:lnTo>
                    <a:lnTo>
                      <a:pt x="180" y="780"/>
                    </a:lnTo>
                    <a:lnTo>
                      <a:pt x="785" y="175"/>
                    </a:lnTo>
                    <a:lnTo>
                      <a:pt x="6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2"/>
              <p:cNvSpPr/>
              <p:nvPr/>
            </p:nvSpPr>
            <p:spPr>
              <a:xfrm>
                <a:off x="-1294641" y="2961636"/>
                <a:ext cx="44441" cy="44663"/>
              </a:xfrm>
              <a:custGeom>
                <a:rect b="b" l="l" r="r" t="t"/>
                <a:pathLst>
                  <a:path extrusionOk="0" h="802" w="798">
                    <a:moveTo>
                      <a:pt x="623" y="0"/>
                    </a:moveTo>
                    <a:lnTo>
                      <a:pt x="18" y="605"/>
                    </a:lnTo>
                    <a:lnTo>
                      <a:pt x="1" y="622"/>
                    </a:lnTo>
                    <a:lnTo>
                      <a:pt x="197" y="801"/>
                    </a:lnTo>
                    <a:lnTo>
                      <a:pt x="798" y="179"/>
                    </a:lnTo>
                    <a:lnTo>
                      <a:pt x="6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2"/>
              <p:cNvSpPr/>
              <p:nvPr/>
            </p:nvSpPr>
            <p:spPr>
              <a:xfrm>
                <a:off x="-1273980" y="2982520"/>
                <a:ext cx="43717" cy="34472"/>
              </a:xfrm>
              <a:custGeom>
                <a:rect b="b" l="l" r="r" t="t"/>
                <a:pathLst>
                  <a:path extrusionOk="0" h="619" w="785">
                    <a:moveTo>
                      <a:pt x="606" y="0"/>
                    </a:moveTo>
                    <a:lnTo>
                      <a:pt x="1" y="601"/>
                    </a:lnTo>
                    <a:cubicBezTo>
                      <a:pt x="18" y="618"/>
                      <a:pt x="56" y="618"/>
                      <a:pt x="73" y="618"/>
                    </a:cubicBezTo>
                    <a:lnTo>
                      <a:pt x="107" y="618"/>
                    </a:lnTo>
                    <a:lnTo>
                      <a:pt x="444" y="512"/>
                    </a:lnTo>
                    <a:lnTo>
                      <a:pt x="785" y="175"/>
                    </a:lnTo>
                    <a:lnTo>
                      <a:pt x="6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2"/>
              <p:cNvSpPr/>
              <p:nvPr/>
            </p:nvSpPr>
            <p:spPr>
              <a:xfrm>
                <a:off x="-1448905" y="2912349"/>
                <a:ext cx="2896" cy="10860"/>
              </a:xfrm>
              <a:custGeom>
                <a:rect b="b" l="l" r="r" t="t"/>
                <a:pathLst>
                  <a:path extrusionOk="0" h="195" w="52">
                    <a:moveTo>
                      <a:pt x="33" y="0"/>
                    </a:moveTo>
                    <a:cubicBezTo>
                      <a:pt x="0" y="51"/>
                      <a:pt x="1" y="140"/>
                      <a:pt x="34" y="195"/>
                    </a:cubicBezTo>
                    <a:lnTo>
                      <a:pt x="51" y="195"/>
                    </a:lnTo>
                    <a:cubicBezTo>
                      <a:pt x="1" y="140"/>
                      <a:pt x="0" y="51"/>
                      <a:pt x="33" y="0"/>
                    </a:cubicBez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2"/>
              <p:cNvSpPr/>
              <p:nvPr/>
            </p:nvSpPr>
            <p:spPr>
              <a:xfrm>
                <a:off x="-1447011" y="2912238"/>
                <a:ext cx="1002" cy="56"/>
              </a:xfrm>
              <a:custGeom>
                <a:rect b="b" l="l" r="r" t="t"/>
                <a:pathLst>
                  <a:path extrusionOk="0" h="1" w="18">
                    <a:moveTo>
                      <a:pt x="17" y="1"/>
                    </a:moveTo>
                    <a:lnTo>
                      <a:pt x="0" y="1"/>
                    </a:lnTo>
                    <a:lnTo>
                      <a:pt x="0" y="1"/>
                    </a:lnTo>
                    <a:lnTo>
                      <a:pt x="0" y="1"/>
                    </a:ln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2"/>
              <p:cNvSpPr/>
              <p:nvPr/>
            </p:nvSpPr>
            <p:spPr>
              <a:xfrm>
                <a:off x="-1425180" y="2938802"/>
                <a:ext cx="671566" cy="580680"/>
              </a:xfrm>
              <a:custGeom>
                <a:rect b="b" l="l" r="r" t="t"/>
                <a:pathLst>
                  <a:path extrusionOk="0" h="10427" w="12059">
                    <a:moveTo>
                      <a:pt x="90" y="1"/>
                    </a:moveTo>
                    <a:cubicBezTo>
                      <a:pt x="69" y="18"/>
                      <a:pt x="35" y="39"/>
                      <a:pt x="1" y="39"/>
                    </a:cubicBezTo>
                    <a:cubicBezTo>
                      <a:pt x="35" y="39"/>
                      <a:pt x="69" y="18"/>
                      <a:pt x="107" y="1"/>
                    </a:cubicBezTo>
                    <a:close/>
                    <a:moveTo>
                      <a:pt x="10887" y="10231"/>
                    </a:moveTo>
                    <a:lnTo>
                      <a:pt x="10870" y="10248"/>
                    </a:lnTo>
                    <a:cubicBezTo>
                      <a:pt x="10870" y="10248"/>
                      <a:pt x="10869" y="10248"/>
                      <a:pt x="10869" y="10248"/>
                    </a:cubicBezTo>
                    <a:lnTo>
                      <a:pt x="10869" y="10248"/>
                    </a:lnTo>
                    <a:cubicBezTo>
                      <a:pt x="10875" y="10243"/>
                      <a:pt x="10881" y="10237"/>
                      <a:pt x="10887" y="10231"/>
                    </a:cubicBezTo>
                    <a:close/>
                    <a:moveTo>
                      <a:pt x="10674" y="10231"/>
                    </a:moveTo>
                    <a:lnTo>
                      <a:pt x="10674" y="10231"/>
                    </a:lnTo>
                    <a:cubicBezTo>
                      <a:pt x="10679" y="10237"/>
                      <a:pt x="10685" y="10243"/>
                      <a:pt x="10691" y="10248"/>
                    </a:cubicBezTo>
                    <a:lnTo>
                      <a:pt x="10691" y="10248"/>
                    </a:lnTo>
                    <a:cubicBezTo>
                      <a:pt x="10691" y="10248"/>
                      <a:pt x="10691" y="10248"/>
                      <a:pt x="10691" y="10248"/>
                    </a:cubicBezTo>
                    <a:lnTo>
                      <a:pt x="10674" y="10231"/>
                    </a:lnTo>
                    <a:close/>
                    <a:moveTo>
                      <a:pt x="10691" y="10248"/>
                    </a:moveTo>
                    <a:cubicBezTo>
                      <a:pt x="10708" y="10269"/>
                      <a:pt x="10746" y="10286"/>
                      <a:pt x="10780" y="10286"/>
                    </a:cubicBezTo>
                    <a:lnTo>
                      <a:pt x="10780" y="10286"/>
                    </a:lnTo>
                    <a:cubicBezTo>
                      <a:pt x="10752" y="10286"/>
                      <a:pt x="10720" y="10274"/>
                      <a:pt x="10691" y="10248"/>
                    </a:cubicBezTo>
                    <a:close/>
                    <a:moveTo>
                      <a:pt x="10869" y="10248"/>
                    </a:moveTo>
                    <a:cubicBezTo>
                      <a:pt x="10840" y="10274"/>
                      <a:pt x="10809" y="10286"/>
                      <a:pt x="10780" y="10286"/>
                    </a:cubicBezTo>
                    <a:lnTo>
                      <a:pt x="10780" y="10286"/>
                    </a:lnTo>
                    <a:cubicBezTo>
                      <a:pt x="10814" y="10286"/>
                      <a:pt x="10852" y="10269"/>
                      <a:pt x="10869" y="10248"/>
                    </a:cubicBezTo>
                    <a:close/>
                    <a:moveTo>
                      <a:pt x="12059" y="10141"/>
                    </a:moveTo>
                    <a:cubicBezTo>
                      <a:pt x="11918" y="10303"/>
                      <a:pt x="11705" y="10393"/>
                      <a:pt x="11509" y="10393"/>
                    </a:cubicBezTo>
                    <a:cubicBezTo>
                      <a:pt x="11313" y="10393"/>
                      <a:pt x="11100" y="10303"/>
                      <a:pt x="10959" y="10162"/>
                    </a:cubicBezTo>
                    <a:lnTo>
                      <a:pt x="10959" y="10162"/>
                    </a:lnTo>
                    <a:lnTo>
                      <a:pt x="11010" y="10231"/>
                    </a:lnTo>
                    <a:cubicBezTo>
                      <a:pt x="11151" y="10354"/>
                      <a:pt x="11330" y="10427"/>
                      <a:pt x="11509" y="10427"/>
                    </a:cubicBezTo>
                    <a:cubicBezTo>
                      <a:pt x="11684" y="10427"/>
                      <a:pt x="11863" y="10354"/>
                      <a:pt x="11986" y="10231"/>
                    </a:cubicBezTo>
                    <a:lnTo>
                      <a:pt x="12059" y="10141"/>
                    </a:ln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2"/>
              <p:cNvSpPr/>
              <p:nvPr/>
            </p:nvSpPr>
            <p:spPr>
              <a:xfrm>
                <a:off x="-1096883" y="3157444"/>
                <a:ext cx="361094" cy="360147"/>
              </a:xfrm>
              <a:custGeom>
                <a:rect b="b" l="l" r="r" t="t"/>
                <a:pathLst>
                  <a:path extrusionOk="0" h="6467" w="6484">
                    <a:moveTo>
                      <a:pt x="589" y="1"/>
                    </a:moveTo>
                    <a:lnTo>
                      <a:pt x="567" y="18"/>
                    </a:lnTo>
                    <a:cubicBezTo>
                      <a:pt x="107" y="482"/>
                      <a:pt x="17" y="1032"/>
                      <a:pt x="0" y="1190"/>
                    </a:cubicBezTo>
                    <a:lnTo>
                      <a:pt x="3658" y="4851"/>
                    </a:lnTo>
                    <a:lnTo>
                      <a:pt x="4548" y="3960"/>
                    </a:lnTo>
                    <a:lnTo>
                      <a:pt x="4016" y="3445"/>
                    </a:lnTo>
                    <a:lnTo>
                      <a:pt x="3410" y="4050"/>
                    </a:lnTo>
                    <a:lnTo>
                      <a:pt x="3163" y="3820"/>
                    </a:lnTo>
                    <a:lnTo>
                      <a:pt x="3785" y="3197"/>
                    </a:lnTo>
                    <a:lnTo>
                      <a:pt x="3534" y="2967"/>
                    </a:lnTo>
                    <a:lnTo>
                      <a:pt x="2933" y="3572"/>
                    </a:lnTo>
                    <a:lnTo>
                      <a:pt x="2699" y="3338"/>
                    </a:lnTo>
                    <a:lnTo>
                      <a:pt x="3304" y="2737"/>
                    </a:lnTo>
                    <a:lnTo>
                      <a:pt x="3074" y="2486"/>
                    </a:lnTo>
                    <a:lnTo>
                      <a:pt x="2451" y="3108"/>
                    </a:lnTo>
                    <a:lnTo>
                      <a:pt x="2221" y="2861"/>
                    </a:lnTo>
                    <a:lnTo>
                      <a:pt x="2826" y="2255"/>
                    </a:lnTo>
                    <a:lnTo>
                      <a:pt x="2592" y="2025"/>
                    </a:lnTo>
                    <a:lnTo>
                      <a:pt x="1991" y="2631"/>
                    </a:lnTo>
                    <a:lnTo>
                      <a:pt x="1761" y="2400"/>
                    </a:lnTo>
                    <a:lnTo>
                      <a:pt x="2362" y="1795"/>
                    </a:lnTo>
                    <a:lnTo>
                      <a:pt x="2132" y="1548"/>
                    </a:lnTo>
                    <a:lnTo>
                      <a:pt x="1509" y="2166"/>
                    </a:lnTo>
                    <a:lnTo>
                      <a:pt x="1279" y="1919"/>
                    </a:lnTo>
                    <a:lnTo>
                      <a:pt x="1884" y="1313"/>
                    </a:lnTo>
                    <a:lnTo>
                      <a:pt x="1654" y="1083"/>
                    </a:lnTo>
                    <a:lnTo>
                      <a:pt x="1049" y="1689"/>
                    </a:lnTo>
                    <a:lnTo>
                      <a:pt x="802" y="1458"/>
                    </a:lnTo>
                    <a:lnTo>
                      <a:pt x="1420" y="836"/>
                    </a:lnTo>
                    <a:lnTo>
                      <a:pt x="589" y="1"/>
                    </a:lnTo>
                    <a:close/>
                    <a:moveTo>
                      <a:pt x="5934" y="5363"/>
                    </a:moveTo>
                    <a:lnTo>
                      <a:pt x="5064" y="6236"/>
                    </a:lnTo>
                    <a:cubicBezTo>
                      <a:pt x="5205" y="6377"/>
                      <a:pt x="5418" y="6467"/>
                      <a:pt x="5614" y="6467"/>
                    </a:cubicBezTo>
                    <a:cubicBezTo>
                      <a:pt x="5810" y="6467"/>
                      <a:pt x="6023" y="6377"/>
                      <a:pt x="6164" y="6215"/>
                    </a:cubicBezTo>
                    <a:lnTo>
                      <a:pt x="6484" y="5917"/>
                    </a:lnTo>
                    <a:lnTo>
                      <a:pt x="5934" y="536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2"/>
              <p:cNvSpPr/>
              <p:nvPr/>
            </p:nvSpPr>
            <p:spPr>
              <a:xfrm>
                <a:off x="-1153131" y="3117793"/>
                <a:ext cx="89048" cy="105922"/>
              </a:xfrm>
              <a:custGeom>
                <a:rect b="b" l="l" r="r" t="t"/>
                <a:pathLst>
                  <a:path extrusionOk="0" h="1902" w="1599">
                    <a:moveTo>
                      <a:pt x="887" y="1"/>
                    </a:moveTo>
                    <a:lnTo>
                      <a:pt x="0" y="892"/>
                    </a:lnTo>
                    <a:lnTo>
                      <a:pt x="1010" y="1902"/>
                    </a:lnTo>
                    <a:cubicBezTo>
                      <a:pt x="1027" y="1744"/>
                      <a:pt x="1117" y="1194"/>
                      <a:pt x="1577" y="730"/>
                    </a:cubicBezTo>
                    <a:lnTo>
                      <a:pt x="1599" y="713"/>
                    </a:lnTo>
                    <a:lnTo>
                      <a:pt x="8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2"/>
              <p:cNvSpPr/>
              <p:nvPr/>
            </p:nvSpPr>
            <p:spPr>
              <a:xfrm>
                <a:off x="-900128" y="3377980"/>
                <a:ext cx="133712" cy="133712"/>
              </a:xfrm>
              <a:custGeom>
                <a:rect b="b" l="l" r="r" t="t"/>
                <a:pathLst>
                  <a:path extrusionOk="0" h="2401" w="2401">
                    <a:moveTo>
                      <a:pt x="1015" y="0"/>
                    </a:moveTo>
                    <a:lnTo>
                      <a:pt x="125" y="891"/>
                    </a:lnTo>
                    <a:lnTo>
                      <a:pt x="56" y="959"/>
                    </a:lnTo>
                    <a:cubicBezTo>
                      <a:pt x="1" y="1015"/>
                      <a:pt x="1" y="1104"/>
                      <a:pt x="56" y="1155"/>
                    </a:cubicBezTo>
                    <a:lnTo>
                      <a:pt x="1246" y="2345"/>
                    </a:lnTo>
                    <a:cubicBezTo>
                      <a:pt x="1280" y="2383"/>
                      <a:pt x="1318" y="2400"/>
                      <a:pt x="1352" y="2400"/>
                    </a:cubicBezTo>
                    <a:cubicBezTo>
                      <a:pt x="1386" y="2400"/>
                      <a:pt x="1425" y="2383"/>
                      <a:pt x="1459" y="2345"/>
                    </a:cubicBezTo>
                    <a:lnTo>
                      <a:pt x="1531" y="2276"/>
                    </a:lnTo>
                    <a:lnTo>
                      <a:pt x="2401" y="1403"/>
                    </a:lnTo>
                    <a:lnTo>
                      <a:pt x="10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2"/>
              <p:cNvSpPr/>
              <p:nvPr/>
            </p:nvSpPr>
            <p:spPr>
              <a:xfrm>
                <a:off x="-1052275" y="3204002"/>
                <a:ext cx="47559" cy="47504"/>
              </a:xfrm>
              <a:custGeom>
                <a:rect b="b" l="l" r="r" t="t"/>
                <a:pathLst>
                  <a:path extrusionOk="0" h="853" w="854">
                    <a:moveTo>
                      <a:pt x="619" y="0"/>
                    </a:moveTo>
                    <a:lnTo>
                      <a:pt x="1" y="622"/>
                    </a:lnTo>
                    <a:lnTo>
                      <a:pt x="248" y="853"/>
                    </a:lnTo>
                    <a:lnTo>
                      <a:pt x="853" y="247"/>
                    </a:lnTo>
                    <a:lnTo>
                      <a:pt x="6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2"/>
              <p:cNvSpPr/>
              <p:nvPr/>
            </p:nvSpPr>
            <p:spPr>
              <a:xfrm>
                <a:off x="-1025655" y="3230566"/>
                <a:ext cx="47504" cy="47504"/>
              </a:xfrm>
              <a:custGeom>
                <a:rect b="b" l="l" r="r" t="t"/>
                <a:pathLst>
                  <a:path extrusionOk="0" h="853" w="853">
                    <a:moveTo>
                      <a:pt x="605" y="0"/>
                    </a:moveTo>
                    <a:lnTo>
                      <a:pt x="0" y="606"/>
                    </a:lnTo>
                    <a:lnTo>
                      <a:pt x="230" y="853"/>
                    </a:lnTo>
                    <a:lnTo>
                      <a:pt x="853" y="235"/>
                    </a:lnTo>
                    <a:lnTo>
                      <a:pt x="6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2"/>
              <p:cNvSpPr/>
              <p:nvPr/>
            </p:nvSpPr>
            <p:spPr>
              <a:xfrm>
                <a:off x="-998868" y="3257409"/>
                <a:ext cx="46334" cy="46557"/>
              </a:xfrm>
              <a:custGeom>
                <a:rect b="b" l="l" r="r" t="t"/>
                <a:pathLst>
                  <a:path extrusionOk="0" h="836" w="832">
                    <a:moveTo>
                      <a:pt x="602" y="0"/>
                    </a:moveTo>
                    <a:lnTo>
                      <a:pt x="1" y="605"/>
                    </a:lnTo>
                    <a:lnTo>
                      <a:pt x="231" y="836"/>
                    </a:lnTo>
                    <a:lnTo>
                      <a:pt x="832" y="230"/>
                    </a:lnTo>
                    <a:lnTo>
                      <a:pt x="6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2"/>
              <p:cNvSpPr/>
              <p:nvPr/>
            </p:nvSpPr>
            <p:spPr>
              <a:xfrm>
                <a:off x="-973194" y="3283027"/>
                <a:ext cx="47504" cy="47504"/>
              </a:xfrm>
              <a:custGeom>
                <a:rect b="b" l="l" r="r" t="t"/>
                <a:pathLst>
                  <a:path extrusionOk="0" h="853" w="853">
                    <a:moveTo>
                      <a:pt x="605" y="0"/>
                    </a:moveTo>
                    <a:lnTo>
                      <a:pt x="0" y="606"/>
                    </a:lnTo>
                    <a:lnTo>
                      <a:pt x="230" y="853"/>
                    </a:lnTo>
                    <a:lnTo>
                      <a:pt x="853" y="231"/>
                    </a:lnTo>
                    <a:lnTo>
                      <a:pt x="6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2"/>
              <p:cNvSpPr/>
              <p:nvPr/>
            </p:nvSpPr>
            <p:spPr>
              <a:xfrm>
                <a:off x="-946630" y="3309870"/>
                <a:ext cx="46557" cy="46557"/>
              </a:xfrm>
              <a:custGeom>
                <a:rect b="b" l="l" r="r" t="t"/>
                <a:pathLst>
                  <a:path extrusionOk="0" h="836" w="836">
                    <a:moveTo>
                      <a:pt x="606" y="0"/>
                    </a:moveTo>
                    <a:lnTo>
                      <a:pt x="1" y="601"/>
                    </a:lnTo>
                    <a:lnTo>
                      <a:pt x="235" y="835"/>
                    </a:lnTo>
                    <a:lnTo>
                      <a:pt x="836" y="230"/>
                    </a:lnTo>
                    <a:lnTo>
                      <a:pt x="6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2"/>
              <p:cNvSpPr/>
              <p:nvPr/>
            </p:nvSpPr>
            <p:spPr>
              <a:xfrm>
                <a:off x="-920734" y="3335488"/>
                <a:ext cx="47504" cy="47504"/>
              </a:xfrm>
              <a:custGeom>
                <a:rect b="b" l="l" r="r" t="t"/>
                <a:pathLst>
                  <a:path extrusionOk="0" h="853" w="853">
                    <a:moveTo>
                      <a:pt x="622" y="0"/>
                    </a:moveTo>
                    <a:lnTo>
                      <a:pt x="0" y="623"/>
                    </a:lnTo>
                    <a:lnTo>
                      <a:pt x="247" y="853"/>
                    </a:lnTo>
                    <a:lnTo>
                      <a:pt x="853" y="248"/>
                    </a:lnTo>
                    <a:lnTo>
                      <a:pt x="6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2"/>
              <p:cNvSpPr/>
              <p:nvPr/>
            </p:nvSpPr>
            <p:spPr>
              <a:xfrm>
                <a:off x="-1186880" y="3091228"/>
                <a:ext cx="83145" cy="82198"/>
              </a:xfrm>
              <a:custGeom>
                <a:rect b="b" l="l" r="r" t="t"/>
                <a:pathLst>
                  <a:path extrusionOk="0" h="1476" w="1493">
                    <a:moveTo>
                      <a:pt x="1011" y="0"/>
                    </a:moveTo>
                    <a:lnTo>
                      <a:pt x="125" y="887"/>
                    </a:lnTo>
                    <a:lnTo>
                      <a:pt x="52" y="959"/>
                    </a:lnTo>
                    <a:cubicBezTo>
                      <a:pt x="1" y="1011"/>
                      <a:pt x="1" y="1100"/>
                      <a:pt x="52" y="1156"/>
                    </a:cubicBezTo>
                    <a:lnTo>
                      <a:pt x="338" y="1437"/>
                    </a:lnTo>
                    <a:cubicBezTo>
                      <a:pt x="372" y="1475"/>
                      <a:pt x="410" y="1475"/>
                      <a:pt x="444" y="1475"/>
                    </a:cubicBezTo>
                    <a:cubicBezTo>
                      <a:pt x="478" y="1475"/>
                      <a:pt x="517" y="1475"/>
                      <a:pt x="534" y="1437"/>
                    </a:cubicBezTo>
                    <a:lnTo>
                      <a:pt x="606" y="1369"/>
                    </a:lnTo>
                    <a:lnTo>
                      <a:pt x="1493" y="478"/>
                    </a:lnTo>
                    <a:lnTo>
                      <a:pt x="10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2"/>
              <p:cNvSpPr/>
              <p:nvPr/>
            </p:nvSpPr>
            <p:spPr>
              <a:xfrm>
                <a:off x="-1448905" y="2843905"/>
                <a:ext cx="96901" cy="97123"/>
              </a:xfrm>
              <a:custGeom>
                <a:rect b="b" l="l" r="r" t="t"/>
                <a:pathLst>
                  <a:path extrusionOk="0" h="1744" w="1740">
                    <a:moveTo>
                      <a:pt x="1262" y="0"/>
                    </a:moveTo>
                    <a:lnTo>
                      <a:pt x="51" y="1228"/>
                    </a:lnTo>
                    <a:lnTo>
                      <a:pt x="34" y="1228"/>
                    </a:lnTo>
                    <a:cubicBezTo>
                      <a:pt x="0" y="1279"/>
                      <a:pt x="0" y="1368"/>
                      <a:pt x="51" y="1424"/>
                    </a:cubicBezTo>
                    <a:lnTo>
                      <a:pt x="337" y="1705"/>
                    </a:lnTo>
                    <a:cubicBezTo>
                      <a:pt x="354" y="1722"/>
                      <a:pt x="388" y="1743"/>
                      <a:pt x="427" y="1743"/>
                    </a:cubicBezTo>
                    <a:cubicBezTo>
                      <a:pt x="461" y="1743"/>
                      <a:pt x="495" y="1722"/>
                      <a:pt x="533" y="1705"/>
                    </a:cubicBezTo>
                    <a:lnTo>
                      <a:pt x="691" y="1530"/>
                    </a:lnTo>
                    <a:lnTo>
                      <a:pt x="1134" y="1083"/>
                    </a:lnTo>
                    <a:lnTo>
                      <a:pt x="1739" y="482"/>
                    </a:lnTo>
                    <a:lnTo>
                      <a:pt x="12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2"/>
              <p:cNvSpPr/>
              <p:nvPr/>
            </p:nvSpPr>
            <p:spPr>
              <a:xfrm>
                <a:off x="-1255212" y="3025958"/>
                <a:ext cx="19046" cy="16874"/>
              </a:xfrm>
              <a:custGeom>
                <a:rect b="b" l="l" r="r" t="t"/>
                <a:pathLst>
                  <a:path extrusionOk="0" h="303" w="342">
                    <a:moveTo>
                      <a:pt x="162" y="0"/>
                    </a:moveTo>
                    <a:cubicBezTo>
                      <a:pt x="128" y="0"/>
                      <a:pt x="90" y="17"/>
                      <a:pt x="56" y="51"/>
                    </a:cubicBezTo>
                    <a:cubicBezTo>
                      <a:pt x="0" y="107"/>
                      <a:pt x="0" y="196"/>
                      <a:pt x="56" y="265"/>
                    </a:cubicBezTo>
                    <a:cubicBezTo>
                      <a:pt x="90" y="286"/>
                      <a:pt x="128" y="303"/>
                      <a:pt x="162" y="303"/>
                    </a:cubicBezTo>
                    <a:cubicBezTo>
                      <a:pt x="214" y="303"/>
                      <a:pt x="252" y="286"/>
                      <a:pt x="269" y="265"/>
                    </a:cubicBezTo>
                    <a:cubicBezTo>
                      <a:pt x="341" y="196"/>
                      <a:pt x="341" y="107"/>
                      <a:pt x="269" y="51"/>
                    </a:cubicBezTo>
                    <a:cubicBezTo>
                      <a:pt x="252" y="17"/>
                      <a:pt x="214" y="0"/>
                      <a:pt x="162" y="0"/>
                    </a:cubicBezTo>
                    <a:close/>
                  </a:path>
                </a:pathLst>
              </a:custGeom>
              <a:solidFill>
                <a:srgbClr val="4E50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83" name="Google Shape;2183;p62"/>
          <p:cNvGrpSpPr/>
          <p:nvPr/>
        </p:nvGrpSpPr>
        <p:grpSpPr>
          <a:xfrm>
            <a:off x="4182201" y="1307650"/>
            <a:ext cx="913739" cy="1120539"/>
            <a:chOff x="6359778" y="416127"/>
            <a:chExt cx="2137401" cy="2621144"/>
          </a:xfrm>
        </p:grpSpPr>
        <p:sp>
          <p:nvSpPr>
            <p:cNvPr id="2184" name="Google Shape;2184;p62"/>
            <p:cNvSpPr/>
            <p:nvPr/>
          </p:nvSpPr>
          <p:spPr>
            <a:xfrm>
              <a:off x="7096334" y="1176360"/>
              <a:ext cx="349150" cy="305400"/>
            </a:xfrm>
            <a:custGeom>
              <a:rect b="b" l="l" r="r" t="t"/>
              <a:pathLst>
                <a:path extrusionOk="0" h="12216" w="13966">
                  <a:moveTo>
                    <a:pt x="7490" y="251"/>
                  </a:moveTo>
                  <a:lnTo>
                    <a:pt x="13966" y="6669"/>
                  </a:lnTo>
                  <a:lnTo>
                    <a:pt x="7750" y="12216"/>
                  </a:lnTo>
                  <a:lnTo>
                    <a:pt x="0" y="4426"/>
                  </a:lnTo>
                  <a:lnTo>
                    <a:pt x="5879" y="0"/>
                  </a:lnTo>
                  <a:close/>
                </a:path>
              </a:pathLst>
            </a:custGeom>
            <a:solidFill>
              <a:schemeClr val="accent6"/>
            </a:solidFill>
            <a:ln>
              <a:noFill/>
            </a:ln>
          </p:spPr>
        </p:sp>
        <p:grpSp>
          <p:nvGrpSpPr>
            <p:cNvPr id="2185" name="Google Shape;2185;p62"/>
            <p:cNvGrpSpPr/>
            <p:nvPr/>
          </p:nvGrpSpPr>
          <p:grpSpPr>
            <a:xfrm>
              <a:off x="6359778" y="416127"/>
              <a:ext cx="2137401" cy="2123592"/>
              <a:chOff x="-2840672" y="1395890"/>
              <a:chExt cx="2137401" cy="2123592"/>
            </a:xfrm>
          </p:grpSpPr>
          <p:sp>
            <p:nvSpPr>
              <p:cNvPr id="2186" name="Google Shape;2186;p62"/>
              <p:cNvSpPr/>
              <p:nvPr/>
            </p:nvSpPr>
            <p:spPr>
              <a:xfrm>
                <a:off x="-2840672" y="1395890"/>
                <a:ext cx="1528301" cy="1516383"/>
              </a:xfrm>
              <a:custGeom>
                <a:rect b="b" l="l" r="r" t="t"/>
                <a:pathLst>
                  <a:path extrusionOk="0" h="27229" w="27443">
                    <a:moveTo>
                      <a:pt x="1812" y="1"/>
                    </a:moveTo>
                    <a:cubicBezTo>
                      <a:pt x="1403" y="1"/>
                      <a:pt x="1015" y="145"/>
                      <a:pt x="713" y="427"/>
                    </a:cubicBezTo>
                    <a:cubicBezTo>
                      <a:pt x="1" y="1083"/>
                      <a:pt x="39" y="2238"/>
                      <a:pt x="785" y="2984"/>
                    </a:cubicBezTo>
                    <a:lnTo>
                      <a:pt x="14229" y="16428"/>
                    </a:lnTo>
                    <a:lnTo>
                      <a:pt x="14566" y="16074"/>
                    </a:lnTo>
                    <a:lnTo>
                      <a:pt x="1139" y="2647"/>
                    </a:lnTo>
                    <a:cubicBezTo>
                      <a:pt x="606" y="2132"/>
                      <a:pt x="572" y="1318"/>
                      <a:pt x="1050" y="836"/>
                    </a:cubicBezTo>
                    <a:cubicBezTo>
                      <a:pt x="1263" y="623"/>
                      <a:pt x="1565" y="516"/>
                      <a:pt x="1868" y="516"/>
                    </a:cubicBezTo>
                    <a:cubicBezTo>
                      <a:pt x="2222" y="516"/>
                      <a:pt x="2575" y="640"/>
                      <a:pt x="2844" y="925"/>
                    </a:cubicBezTo>
                    <a:lnTo>
                      <a:pt x="16288" y="14369"/>
                    </a:lnTo>
                    <a:lnTo>
                      <a:pt x="16624" y="14015"/>
                    </a:lnTo>
                    <a:lnTo>
                      <a:pt x="3215" y="606"/>
                    </a:lnTo>
                    <a:cubicBezTo>
                      <a:pt x="2827" y="214"/>
                      <a:pt x="2311" y="1"/>
                      <a:pt x="1812" y="1"/>
                    </a:cubicBezTo>
                    <a:close/>
                    <a:moveTo>
                      <a:pt x="19041" y="16428"/>
                    </a:moveTo>
                    <a:lnTo>
                      <a:pt x="18704" y="16769"/>
                    </a:lnTo>
                    <a:lnTo>
                      <a:pt x="27084" y="25166"/>
                    </a:lnTo>
                    <a:lnTo>
                      <a:pt x="27425" y="24829"/>
                    </a:lnTo>
                    <a:lnTo>
                      <a:pt x="27442" y="24829"/>
                    </a:lnTo>
                    <a:lnTo>
                      <a:pt x="19041" y="16428"/>
                    </a:lnTo>
                    <a:close/>
                    <a:moveTo>
                      <a:pt x="16982" y="18491"/>
                    </a:moveTo>
                    <a:lnTo>
                      <a:pt x="16624" y="18827"/>
                    </a:lnTo>
                    <a:lnTo>
                      <a:pt x="25025" y="27229"/>
                    </a:lnTo>
                    <a:lnTo>
                      <a:pt x="25042" y="27229"/>
                    </a:lnTo>
                    <a:lnTo>
                      <a:pt x="25379" y="26892"/>
                    </a:lnTo>
                    <a:lnTo>
                      <a:pt x="16982" y="18491"/>
                    </a:lnTo>
                    <a:close/>
                  </a:path>
                </a:pathLst>
              </a:custGeom>
              <a:solidFill>
                <a:schemeClr val="accent6"/>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2"/>
              <p:cNvSpPr/>
              <p:nvPr/>
            </p:nvSpPr>
            <p:spPr>
              <a:xfrm>
                <a:off x="-2808817" y="1424459"/>
                <a:ext cx="1521117" cy="1505579"/>
              </a:xfrm>
              <a:custGeom>
                <a:rect b="b" l="l" r="r" t="t"/>
                <a:pathLst>
                  <a:path extrusionOk="0" h="27035" w="27314">
                    <a:moveTo>
                      <a:pt x="1301" y="0"/>
                    </a:moveTo>
                    <a:cubicBezTo>
                      <a:pt x="998" y="0"/>
                      <a:pt x="703" y="107"/>
                      <a:pt x="478" y="323"/>
                    </a:cubicBezTo>
                    <a:cubicBezTo>
                      <a:pt x="0" y="805"/>
                      <a:pt x="34" y="1619"/>
                      <a:pt x="567" y="2134"/>
                    </a:cubicBezTo>
                    <a:lnTo>
                      <a:pt x="25042" y="26609"/>
                    </a:lnTo>
                    <a:cubicBezTo>
                      <a:pt x="25313" y="26892"/>
                      <a:pt x="25671" y="27034"/>
                      <a:pt x="26019" y="27034"/>
                    </a:cubicBezTo>
                    <a:cubicBezTo>
                      <a:pt x="26327" y="27034"/>
                      <a:pt x="26627" y="26923"/>
                      <a:pt x="26853" y="26699"/>
                    </a:cubicBezTo>
                    <a:cubicBezTo>
                      <a:pt x="27313" y="26217"/>
                      <a:pt x="27279" y="25420"/>
                      <a:pt x="26764" y="24904"/>
                    </a:cubicBezTo>
                    <a:lnTo>
                      <a:pt x="2272" y="412"/>
                    </a:lnTo>
                    <a:cubicBezTo>
                      <a:pt x="1998" y="138"/>
                      <a:pt x="1644" y="0"/>
                      <a:pt x="13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2"/>
              <p:cNvSpPr/>
              <p:nvPr/>
            </p:nvSpPr>
            <p:spPr>
              <a:xfrm>
                <a:off x="-2765379" y="1463387"/>
                <a:ext cx="1434240" cy="1427557"/>
              </a:xfrm>
              <a:custGeom>
                <a:rect b="b" l="l" r="r" t="t"/>
                <a:pathLst>
                  <a:path extrusionOk="0" h="25634" w="25754">
                    <a:moveTo>
                      <a:pt x="598" y="1"/>
                    </a:moveTo>
                    <a:cubicBezTo>
                      <a:pt x="455" y="1"/>
                      <a:pt x="316" y="54"/>
                      <a:pt x="213" y="157"/>
                    </a:cubicBezTo>
                    <a:cubicBezTo>
                      <a:pt x="0" y="370"/>
                      <a:pt x="17" y="724"/>
                      <a:pt x="247" y="958"/>
                    </a:cubicBezTo>
                    <a:lnTo>
                      <a:pt x="24739" y="25445"/>
                    </a:lnTo>
                    <a:cubicBezTo>
                      <a:pt x="24861" y="25570"/>
                      <a:pt x="25019" y="25633"/>
                      <a:pt x="25173" y="25633"/>
                    </a:cubicBezTo>
                    <a:cubicBezTo>
                      <a:pt x="25309" y="25633"/>
                      <a:pt x="25440" y="25584"/>
                      <a:pt x="25540" y="25484"/>
                    </a:cubicBezTo>
                    <a:cubicBezTo>
                      <a:pt x="25753" y="25271"/>
                      <a:pt x="25753" y="24896"/>
                      <a:pt x="25502" y="24665"/>
                    </a:cubicBezTo>
                    <a:lnTo>
                      <a:pt x="1032" y="191"/>
                    </a:lnTo>
                    <a:cubicBezTo>
                      <a:pt x="910" y="63"/>
                      <a:pt x="752" y="1"/>
                      <a:pt x="5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2"/>
              <p:cNvSpPr/>
              <p:nvPr/>
            </p:nvSpPr>
            <p:spPr>
              <a:xfrm>
                <a:off x="-1290799" y="3064385"/>
                <a:ext cx="34695" cy="34751"/>
              </a:xfrm>
              <a:custGeom>
                <a:rect b="b" l="l" r="r" t="t"/>
                <a:pathLst>
                  <a:path extrusionOk="0" h="624" w="623">
                    <a:moveTo>
                      <a:pt x="213" y="1"/>
                    </a:moveTo>
                    <a:lnTo>
                      <a:pt x="0" y="235"/>
                    </a:lnTo>
                    <a:lnTo>
                      <a:pt x="392" y="623"/>
                    </a:lnTo>
                    <a:lnTo>
                      <a:pt x="622" y="410"/>
                    </a:lnTo>
                    <a:lnTo>
                      <a:pt x="213" y="1"/>
                    </a:lnTo>
                    <a:close/>
                  </a:path>
                </a:pathLst>
              </a:custGeom>
              <a:solidFill>
                <a:srgbClr val="B0B0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2"/>
              <p:cNvSpPr/>
              <p:nvPr/>
            </p:nvSpPr>
            <p:spPr>
              <a:xfrm>
                <a:off x="-1283726" y="3057535"/>
                <a:ext cx="34472" cy="34695"/>
              </a:xfrm>
              <a:custGeom>
                <a:rect b="b" l="l" r="r" t="t"/>
                <a:pathLst>
                  <a:path extrusionOk="0" h="623" w="619">
                    <a:moveTo>
                      <a:pt x="231" y="0"/>
                    </a:moveTo>
                    <a:lnTo>
                      <a:pt x="1" y="230"/>
                    </a:lnTo>
                    <a:lnTo>
                      <a:pt x="389" y="622"/>
                    </a:lnTo>
                    <a:lnTo>
                      <a:pt x="619" y="392"/>
                    </a:lnTo>
                    <a:lnTo>
                      <a:pt x="231" y="0"/>
                    </a:ln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2"/>
              <p:cNvSpPr/>
              <p:nvPr/>
            </p:nvSpPr>
            <p:spPr>
              <a:xfrm>
                <a:off x="-1167165" y="2932899"/>
                <a:ext cx="42547" cy="42547"/>
              </a:xfrm>
              <a:custGeom>
                <a:rect b="b" l="l" r="r" t="t"/>
                <a:pathLst>
                  <a:path extrusionOk="0" h="764" w="764">
                    <a:moveTo>
                      <a:pt x="376" y="0"/>
                    </a:moveTo>
                    <a:lnTo>
                      <a:pt x="1" y="376"/>
                    </a:lnTo>
                    <a:lnTo>
                      <a:pt x="393" y="763"/>
                    </a:lnTo>
                    <a:lnTo>
                      <a:pt x="764" y="393"/>
                    </a:lnTo>
                    <a:lnTo>
                      <a:pt x="376" y="0"/>
                    </a:lnTo>
                    <a:close/>
                  </a:path>
                </a:pathLst>
              </a:custGeom>
              <a:solidFill>
                <a:srgbClr val="FF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2"/>
              <p:cNvSpPr/>
              <p:nvPr/>
            </p:nvSpPr>
            <p:spPr>
              <a:xfrm>
                <a:off x="-1424234" y="2800467"/>
                <a:ext cx="720963" cy="716452"/>
              </a:xfrm>
              <a:custGeom>
                <a:rect b="b" l="l" r="r" t="t"/>
                <a:pathLst>
                  <a:path extrusionOk="0" h="12865" w="12946">
                    <a:moveTo>
                      <a:pt x="1706" y="0"/>
                    </a:moveTo>
                    <a:lnTo>
                      <a:pt x="1" y="1705"/>
                    </a:lnTo>
                    <a:lnTo>
                      <a:pt x="10921" y="12625"/>
                    </a:lnTo>
                    <a:cubicBezTo>
                      <a:pt x="11072" y="12785"/>
                      <a:pt x="11277" y="12865"/>
                      <a:pt x="11481" y="12865"/>
                    </a:cubicBezTo>
                    <a:cubicBezTo>
                      <a:pt x="11686" y="12865"/>
                      <a:pt x="11891" y="12785"/>
                      <a:pt x="12042" y="12625"/>
                    </a:cubicBezTo>
                    <a:lnTo>
                      <a:pt x="12626" y="12058"/>
                    </a:lnTo>
                    <a:cubicBezTo>
                      <a:pt x="12945" y="11739"/>
                      <a:pt x="12945" y="11240"/>
                      <a:pt x="12626" y="10920"/>
                    </a:cubicBezTo>
                    <a:lnTo>
                      <a:pt x="1706" y="0"/>
                    </a:lnTo>
                    <a:close/>
                  </a:path>
                </a:pathLst>
              </a:custGeom>
              <a:solidFill>
                <a:srgbClr val="2B2A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2"/>
              <p:cNvSpPr/>
              <p:nvPr/>
            </p:nvSpPr>
            <p:spPr>
              <a:xfrm>
                <a:off x="-1424234" y="2800467"/>
                <a:ext cx="422353" cy="423244"/>
              </a:xfrm>
              <a:custGeom>
                <a:rect b="b" l="l" r="r" t="t"/>
                <a:pathLst>
                  <a:path extrusionOk="0" h="7600" w="7584">
                    <a:moveTo>
                      <a:pt x="1706" y="0"/>
                    </a:moveTo>
                    <a:lnTo>
                      <a:pt x="1" y="1705"/>
                    </a:lnTo>
                    <a:lnTo>
                      <a:pt x="5878" y="7600"/>
                    </a:lnTo>
                    <a:cubicBezTo>
                      <a:pt x="5895" y="7442"/>
                      <a:pt x="5985" y="6892"/>
                      <a:pt x="6445" y="6428"/>
                    </a:cubicBezTo>
                    <a:cubicBezTo>
                      <a:pt x="6910" y="5984"/>
                      <a:pt x="7426" y="5912"/>
                      <a:pt x="7583" y="5895"/>
                    </a:cubicBezTo>
                    <a:cubicBezTo>
                      <a:pt x="5631" y="3926"/>
                      <a:pt x="3658" y="1969"/>
                      <a:pt x="1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2"/>
              <p:cNvSpPr/>
              <p:nvPr/>
            </p:nvSpPr>
            <p:spPr>
              <a:xfrm>
                <a:off x="-1434202" y="2790442"/>
                <a:ext cx="306741" cy="306685"/>
              </a:xfrm>
              <a:custGeom>
                <a:rect b="b" l="l" r="r" t="t"/>
                <a:pathLst>
                  <a:path extrusionOk="0" h="5507" w="5508">
                    <a:moveTo>
                      <a:pt x="2042" y="1"/>
                    </a:moveTo>
                    <a:lnTo>
                      <a:pt x="1" y="2064"/>
                    </a:lnTo>
                    <a:lnTo>
                      <a:pt x="3393" y="5453"/>
                    </a:lnTo>
                    <a:cubicBezTo>
                      <a:pt x="3430" y="5489"/>
                      <a:pt x="3470" y="5507"/>
                      <a:pt x="3508" y="5507"/>
                    </a:cubicBezTo>
                    <a:cubicBezTo>
                      <a:pt x="3546" y="5507"/>
                      <a:pt x="3581" y="5489"/>
                      <a:pt x="3607" y="5453"/>
                    </a:cubicBezTo>
                    <a:lnTo>
                      <a:pt x="5452" y="3607"/>
                    </a:lnTo>
                    <a:cubicBezTo>
                      <a:pt x="5508" y="3556"/>
                      <a:pt x="5508" y="3466"/>
                      <a:pt x="5452" y="3411"/>
                    </a:cubicBezTo>
                    <a:lnTo>
                      <a:pt x="20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2"/>
              <p:cNvSpPr/>
              <p:nvPr/>
            </p:nvSpPr>
            <p:spPr>
              <a:xfrm>
                <a:off x="-900128" y="3325352"/>
                <a:ext cx="187118" cy="185559"/>
              </a:xfrm>
              <a:custGeom>
                <a:rect b="b" l="l" r="r" t="t"/>
                <a:pathLst>
                  <a:path extrusionOk="0" h="3332" w="3360">
                    <a:moveTo>
                      <a:pt x="2017" y="0"/>
                    </a:moveTo>
                    <a:cubicBezTo>
                      <a:pt x="1979" y="0"/>
                      <a:pt x="1938" y="14"/>
                      <a:pt x="1902" y="42"/>
                    </a:cubicBezTo>
                    <a:lnTo>
                      <a:pt x="56" y="1904"/>
                    </a:lnTo>
                    <a:cubicBezTo>
                      <a:pt x="1" y="1960"/>
                      <a:pt x="1" y="2049"/>
                      <a:pt x="56" y="2100"/>
                    </a:cubicBezTo>
                    <a:lnTo>
                      <a:pt x="1246" y="3290"/>
                    </a:lnTo>
                    <a:cubicBezTo>
                      <a:pt x="1271" y="3317"/>
                      <a:pt x="1306" y="3331"/>
                      <a:pt x="1344" y="3331"/>
                    </a:cubicBezTo>
                    <a:cubicBezTo>
                      <a:pt x="1382" y="3331"/>
                      <a:pt x="1422" y="3317"/>
                      <a:pt x="1459" y="3290"/>
                    </a:cubicBezTo>
                    <a:lnTo>
                      <a:pt x="3304" y="1444"/>
                    </a:lnTo>
                    <a:cubicBezTo>
                      <a:pt x="3360" y="1389"/>
                      <a:pt x="3360" y="1303"/>
                      <a:pt x="3304" y="1248"/>
                    </a:cubicBezTo>
                    <a:lnTo>
                      <a:pt x="2115" y="42"/>
                    </a:lnTo>
                    <a:cubicBezTo>
                      <a:pt x="2090" y="14"/>
                      <a:pt x="2054" y="0"/>
                      <a:pt x="20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2"/>
              <p:cNvSpPr/>
              <p:nvPr/>
            </p:nvSpPr>
            <p:spPr>
              <a:xfrm>
                <a:off x="-1389594" y="2835106"/>
                <a:ext cx="189012" cy="188232"/>
              </a:xfrm>
              <a:custGeom>
                <a:rect b="b" l="l" r="r" t="t"/>
                <a:pathLst>
                  <a:path extrusionOk="0" h="3380" w="3394">
                    <a:moveTo>
                      <a:pt x="1173" y="0"/>
                    </a:moveTo>
                    <a:lnTo>
                      <a:pt x="1" y="1172"/>
                    </a:lnTo>
                    <a:lnTo>
                      <a:pt x="2060" y="3231"/>
                    </a:lnTo>
                    <a:cubicBezTo>
                      <a:pt x="2094" y="3265"/>
                      <a:pt x="2149" y="3265"/>
                      <a:pt x="2183" y="3265"/>
                    </a:cubicBezTo>
                    <a:lnTo>
                      <a:pt x="2912" y="3052"/>
                    </a:lnTo>
                    <a:lnTo>
                      <a:pt x="3198" y="3338"/>
                    </a:lnTo>
                    <a:cubicBezTo>
                      <a:pt x="3215" y="3365"/>
                      <a:pt x="3241" y="3379"/>
                      <a:pt x="3268" y="3379"/>
                    </a:cubicBezTo>
                    <a:cubicBezTo>
                      <a:pt x="3295" y="3379"/>
                      <a:pt x="3321" y="3365"/>
                      <a:pt x="3338" y="3338"/>
                    </a:cubicBezTo>
                    <a:cubicBezTo>
                      <a:pt x="3394" y="3304"/>
                      <a:pt x="3394" y="3231"/>
                      <a:pt x="3338" y="3197"/>
                    </a:cubicBezTo>
                    <a:lnTo>
                      <a:pt x="3053" y="2912"/>
                    </a:lnTo>
                    <a:lnTo>
                      <a:pt x="3266" y="2183"/>
                    </a:lnTo>
                    <a:cubicBezTo>
                      <a:pt x="3266" y="2149"/>
                      <a:pt x="3266" y="2093"/>
                      <a:pt x="3232" y="2059"/>
                    </a:cubicBezTo>
                    <a:lnTo>
                      <a:pt x="1173" y="0"/>
                    </a:lnTo>
                    <a:close/>
                  </a:path>
                </a:pathLst>
              </a:custGeom>
              <a:solidFill>
                <a:srgbClr val="2B2A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2"/>
              <p:cNvSpPr/>
              <p:nvPr/>
            </p:nvSpPr>
            <p:spPr>
              <a:xfrm>
                <a:off x="-1375783" y="2848862"/>
                <a:ext cx="75293" cy="75293"/>
              </a:xfrm>
              <a:custGeom>
                <a:rect b="b" l="l" r="r" t="t"/>
                <a:pathLst>
                  <a:path extrusionOk="0" h="1352" w="1352">
                    <a:moveTo>
                      <a:pt x="1172" y="1"/>
                    </a:moveTo>
                    <a:lnTo>
                      <a:pt x="0" y="1173"/>
                    </a:lnTo>
                    <a:lnTo>
                      <a:pt x="179" y="1352"/>
                    </a:lnTo>
                    <a:lnTo>
                      <a:pt x="1351" y="180"/>
                    </a:lnTo>
                    <a:lnTo>
                      <a:pt x="11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2"/>
              <p:cNvSpPr/>
              <p:nvPr/>
            </p:nvSpPr>
            <p:spPr>
              <a:xfrm>
                <a:off x="-1354899" y="2869746"/>
                <a:ext cx="75070" cy="75070"/>
              </a:xfrm>
              <a:custGeom>
                <a:rect b="b" l="l" r="r" t="t"/>
                <a:pathLst>
                  <a:path extrusionOk="0" h="1348" w="1348">
                    <a:moveTo>
                      <a:pt x="1172" y="1"/>
                    </a:moveTo>
                    <a:lnTo>
                      <a:pt x="0" y="1173"/>
                    </a:lnTo>
                    <a:lnTo>
                      <a:pt x="175" y="1348"/>
                    </a:lnTo>
                    <a:lnTo>
                      <a:pt x="1347" y="175"/>
                    </a:lnTo>
                    <a:lnTo>
                      <a:pt x="11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2"/>
              <p:cNvSpPr/>
              <p:nvPr/>
            </p:nvSpPr>
            <p:spPr>
              <a:xfrm>
                <a:off x="-1335184" y="2889460"/>
                <a:ext cx="75293" cy="75293"/>
              </a:xfrm>
              <a:custGeom>
                <a:rect b="b" l="l" r="r" t="t"/>
                <a:pathLst>
                  <a:path extrusionOk="0" h="1352" w="1352">
                    <a:moveTo>
                      <a:pt x="1172" y="0"/>
                    </a:moveTo>
                    <a:lnTo>
                      <a:pt x="0" y="1173"/>
                    </a:lnTo>
                    <a:lnTo>
                      <a:pt x="179" y="1352"/>
                    </a:lnTo>
                    <a:lnTo>
                      <a:pt x="1351" y="196"/>
                    </a:lnTo>
                    <a:lnTo>
                      <a:pt x="11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2"/>
              <p:cNvSpPr/>
              <p:nvPr/>
            </p:nvSpPr>
            <p:spPr>
              <a:xfrm>
                <a:off x="-1314579" y="2910122"/>
                <a:ext cx="75293" cy="75293"/>
              </a:xfrm>
              <a:custGeom>
                <a:rect b="b" l="l" r="r" t="t"/>
                <a:pathLst>
                  <a:path extrusionOk="0" h="1352" w="1352">
                    <a:moveTo>
                      <a:pt x="1173" y="0"/>
                    </a:moveTo>
                    <a:lnTo>
                      <a:pt x="1" y="1172"/>
                    </a:lnTo>
                    <a:lnTo>
                      <a:pt x="180" y="1351"/>
                    </a:lnTo>
                    <a:lnTo>
                      <a:pt x="1352" y="179"/>
                    </a:lnTo>
                    <a:lnTo>
                      <a:pt x="11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2"/>
              <p:cNvSpPr/>
              <p:nvPr/>
            </p:nvSpPr>
            <p:spPr>
              <a:xfrm>
                <a:off x="-1294641" y="2931006"/>
                <a:ext cx="75070" cy="75293"/>
              </a:xfrm>
              <a:custGeom>
                <a:rect b="b" l="l" r="r" t="t"/>
                <a:pathLst>
                  <a:path extrusionOk="0" h="1352" w="1348">
                    <a:moveTo>
                      <a:pt x="1173" y="0"/>
                    </a:moveTo>
                    <a:lnTo>
                      <a:pt x="1" y="1172"/>
                    </a:lnTo>
                    <a:lnTo>
                      <a:pt x="197" y="1351"/>
                    </a:lnTo>
                    <a:lnTo>
                      <a:pt x="1348" y="179"/>
                    </a:lnTo>
                    <a:lnTo>
                      <a:pt x="11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2"/>
              <p:cNvSpPr/>
              <p:nvPr/>
            </p:nvSpPr>
            <p:spPr>
              <a:xfrm>
                <a:off x="-1273980" y="2950720"/>
                <a:ext cx="75293" cy="75293"/>
              </a:xfrm>
              <a:custGeom>
                <a:rect b="b" l="l" r="r" t="t"/>
                <a:pathLst>
                  <a:path extrusionOk="0" h="1352" w="1352">
                    <a:moveTo>
                      <a:pt x="1173" y="0"/>
                    </a:moveTo>
                    <a:lnTo>
                      <a:pt x="1" y="1172"/>
                    </a:lnTo>
                    <a:lnTo>
                      <a:pt x="180" y="1351"/>
                    </a:lnTo>
                    <a:lnTo>
                      <a:pt x="1352" y="179"/>
                    </a:lnTo>
                    <a:lnTo>
                      <a:pt x="11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2"/>
              <p:cNvSpPr/>
              <p:nvPr/>
            </p:nvSpPr>
            <p:spPr>
              <a:xfrm>
                <a:off x="-1052275" y="3173372"/>
                <a:ext cx="78189" cy="78133"/>
              </a:xfrm>
              <a:custGeom>
                <a:rect b="b" l="l" r="r" t="t"/>
                <a:pathLst>
                  <a:path extrusionOk="0" h="1403" w="1404">
                    <a:moveTo>
                      <a:pt x="1173" y="0"/>
                    </a:moveTo>
                    <a:lnTo>
                      <a:pt x="1" y="1172"/>
                    </a:lnTo>
                    <a:lnTo>
                      <a:pt x="248" y="1403"/>
                    </a:lnTo>
                    <a:lnTo>
                      <a:pt x="1403" y="230"/>
                    </a:lnTo>
                    <a:lnTo>
                      <a:pt x="11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2"/>
              <p:cNvSpPr/>
              <p:nvPr/>
            </p:nvSpPr>
            <p:spPr>
              <a:xfrm>
                <a:off x="-1025655" y="3199936"/>
                <a:ext cx="78133" cy="78133"/>
              </a:xfrm>
              <a:custGeom>
                <a:rect b="b" l="l" r="r" t="t"/>
                <a:pathLst>
                  <a:path extrusionOk="0" h="1403" w="1403">
                    <a:moveTo>
                      <a:pt x="1172" y="1"/>
                    </a:moveTo>
                    <a:lnTo>
                      <a:pt x="0" y="1156"/>
                    </a:lnTo>
                    <a:lnTo>
                      <a:pt x="230" y="1403"/>
                    </a:lnTo>
                    <a:lnTo>
                      <a:pt x="1402" y="231"/>
                    </a:lnTo>
                    <a:lnTo>
                      <a:pt x="11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2"/>
              <p:cNvSpPr/>
              <p:nvPr/>
            </p:nvSpPr>
            <p:spPr>
              <a:xfrm>
                <a:off x="-998868" y="3225833"/>
                <a:ext cx="77242" cy="78133"/>
              </a:xfrm>
              <a:custGeom>
                <a:rect b="b" l="l" r="r" t="t"/>
                <a:pathLst>
                  <a:path extrusionOk="0" h="1403" w="1387">
                    <a:moveTo>
                      <a:pt x="1152" y="0"/>
                    </a:moveTo>
                    <a:lnTo>
                      <a:pt x="1" y="1172"/>
                    </a:lnTo>
                    <a:lnTo>
                      <a:pt x="231" y="1403"/>
                    </a:lnTo>
                    <a:lnTo>
                      <a:pt x="1386" y="247"/>
                    </a:lnTo>
                    <a:lnTo>
                      <a:pt x="115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2"/>
              <p:cNvSpPr/>
              <p:nvPr/>
            </p:nvSpPr>
            <p:spPr>
              <a:xfrm>
                <a:off x="-973194" y="3252397"/>
                <a:ext cx="78133" cy="78133"/>
              </a:xfrm>
              <a:custGeom>
                <a:rect b="b" l="l" r="r" t="t"/>
                <a:pathLst>
                  <a:path extrusionOk="0" h="1403" w="1403">
                    <a:moveTo>
                      <a:pt x="1172" y="1"/>
                    </a:moveTo>
                    <a:lnTo>
                      <a:pt x="0" y="1156"/>
                    </a:lnTo>
                    <a:lnTo>
                      <a:pt x="230" y="1403"/>
                    </a:lnTo>
                    <a:lnTo>
                      <a:pt x="1402" y="231"/>
                    </a:lnTo>
                    <a:lnTo>
                      <a:pt x="11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2"/>
              <p:cNvSpPr/>
              <p:nvPr/>
            </p:nvSpPr>
            <p:spPr>
              <a:xfrm>
                <a:off x="-946630" y="3278015"/>
                <a:ext cx="78412" cy="78412"/>
              </a:xfrm>
              <a:custGeom>
                <a:rect b="b" l="l" r="r" t="t"/>
                <a:pathLst>
                  <a:path extrusionOk="0" h="1408" w="1408">
                    <a:moveTo>
                      <a:pt x="1156" y="1"/>
                    </a:moveTo>
                    <a:lnTo>
                      <a:pt x="1" y="1173"/>
                    </a:lnTo>
                    <a:lnTo>
                      <a:pt x="235" y="1407"/>
                    </a:lnTo>
                    <a:lnTo>
                      <a:pt x="1407" y="252"/>
                    </a:lnTo>
                    <a:lnTo>
                      <a:pt x="11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2"/>
              <p:cNvSpPr/>
              <p:nvPr/>
            </p:nvSpPr>
            <p:spPr>
              <a:xfrm>
                <a:off x="-920734" y="3304858"/>
                <a:ext cx="78133" cy="78133"/>
              </a:xfrm>
              <a:custGeom>
                <a:rect b="b" l="l" r="r" t="t"/>
                <a:pathLst>
                  <a:path extrusionOk="0" h="1403" w="1403">
                    <a:moveTo>
                      <a:pt x="1172" y="1"/>
                    </a:moveTo>
                    <a:lnTo>
                      <a:pt x="0" y="1173"/>
                    </a:lnTo>
                    <a:lnTo>
                      <a:pt x="247" y="1403"/>
                    </a:lnTo>
                    <a:lnTo>
                      <a:pt x="1402" y="231"/>
                    </a:lnTo>
                    <a:lnTo>
                      <a:pt x="11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2"/>
              <p:cNvSpPr/>
              <p:nvPr/>
            </p:nvSpPr>
            <p:spPr>
              <a:xfrm>
                <a:off x="-1186880" y="3039547"/>
                <a:ext cx="136552" cy="134046"/>
              </a:xfrm>
              <a:custGeom>
                <a:rect b="b" l="l" r="r" t="t"/>
                <a:pathLst>
                  <a:path extrusionOk="0" h="2407" w="2452">
                    <a:moveTo>
                      <a:pt x="2016" y="0"/>
                    </a:moveTo>
                    <a:cubicBezTo>
                      <a:pt x="1980" y="0"/>
                      <a:pt x="1945" y="14"/>
                      <a:pt x="1919" y="42"/>
                    </a:cubicBezTo>
                    <a:lnTo>
                      <a:pt x="52" y="1887"/>
                    </a:lnTo>
                    <a:cubicBezTo>
                      <a:pt x="1" y="1939"/>
                      <a:pt x="1" y="2028"/>
                      <a:pt x="52" y="2084"/>
                    </a:cubicBezTo>
                    <a:lnTo>
                      <a:pt x="338" y="2365"/>
                    </a:lnTo>
                    <a:cubicBezTo>
                      <a:pt x="365" y="2393"/>
                      <a:pt x="401" y="2406"/>
                      <a:pt x="436" y="2406"/>
                    </a:cubicBezTo>
                    <a:cubicBezTo>
                      <a:pt x="471" y="2406"/>
                      <a:pt x="506" y="2393"/>
                      <a:pt x="534" y="2365"/>
                    </a:cubicBezTo>
                    <a:lnTo>
                      <a:pt x="2396" y="519"/>
                    </a:lnTo>
                    <a:cubicBezTo>
                      <a:pt x="2452" y="468"/>
                      <a:pt x="2452" y="362"/>
                      <a:pt x="2396" y="306"/>
                    </a:cubicBezTo>
                    <a:lnTo>
                      <a:pt x="2115" y="42"/>
                    </a:lnTo>
                    <a:cubicBezTo>
                      <a:pt x="2087" y="14"/>
                      <a:pt x="2051" y="0"/>
                      <a:pt x="2016" y="0"/>
                    </a:cubicBezTo>
                    <a:close/>
                  </a:path>
                </a:pathLst>
              </a:custGeom>
              <a:solidFill>
                <a:srgbClr val="B0B0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2"/>
              <p:cNvSpPr/>
              <p:nvPr/>
            </p:nvSpPr>
            <p:spPr>
              <a:xfrm>
                <a:off x="-1448905" y="2776464"/>
                <a:ext cx="165232" cy="164731"/>
              </a:xfrm>
              <a:custGeom>
                <a:rect b="b" l="l" r="r" t="t"/>
                <a:pathLst>
                  <a:path extrusionOk="0" h="2958" w="2967">
                    <a:moveTo>
                      <a:pt x="2533" y="1"/>
                    </a:moveTo>
                    <a:cubicBezTo>
                      <a:pt x="2495" y="1"/>
                      <a:pt x="2460" y="13"/>
                      <a:pt x="2434" y="39"/>
                    </a:cubicBezTo>
                    <a:lnTo>
                      <a:pt x="51" y="2439"/>
                    </a:lnTo>
                    <a:cubicBezTo>
                      <a:pt x="0" y="2490"/>
                      <a:pt x="0" y="2579"/>
                      <a:pt x="51" y="2635"/>
                    </a:cubicBezTo>
                    <a:lnTo>
                      <a:pt x="337" y="2916"/>
                    </a:lnTo>
                    <a:cubicBezTo>
                      <a:pt x="363" y="2944"/>
                      <a:pt x="398" y="2958"/>
                      <a:pt x="433" y="2958"/>
                    </a:cubicBezTo>
                    <a:cubicBezTo>
                      <a:pt x="469" y="2958"/>
                      <a:pt x="505" y="2944"/>
                      <a:pt x="533" y="2916"/>
                    </a:cubicBezTo>
                    <a:lnTo>
                      <a:pt x="2912" y="521"/>
                    </a:lnTo>
                    <a:cubicBezTo>
                      <a:pt x="2967" y="465"/>
                      <a:pt x="2967" y="376"/>
                      <a:pt x="2912" y="324"/>
                    </a:cubicBezTo>
                    <a:lnTo>
                      <a:pt x="2647" y="39"/>
                    </a:lnTo>
                    <a:cubicBezTo>
                      <a:pt x="2611" y="13"/>
                      <a:pt x="2571" y="1"/>
                      <a:pt x="25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2"/>
              <p:cNvSpPr/>
              <p:nvPr/>
            </p:nvSpPr>
            <p:spPr>
              <a:xfrm>
                <a:off x="-1199689" y="2970435"/>
                <a:ext cx="18823" cy="17264"/>
              </a:xfrm>
              <a:custGeom>
                <a:rect b="b" l="l" r="r" t="t"/>
                <a:pathLst>
                  <a:path extrusionOk="0" h="310" w="338">
                    <a:moveTo>
                      <a:pt x="167" y="1"/>
                    </a:moveTo>
                    <a:cubicBezTo>
                      <a:pt x="129" y="1"/>
                      <a:pt x="88" y="19"/>
                      <a:pt x="52" y="55"/>
                    </a:cubicBezTo>
                    <a:cubicBezTo>
                      <a:pt x="1" y="111"/>
                      <a:pt x="1" y="196"/>
                      <a:pt x="52" y="268"/>
                    </a:cubicBezTo>
                    <a:cubicBezTo>
                      <a:pt x="88" y="296"/>
                      <a:pt x="129" y="310"/>
                      <a:pt x="167" y="310"/>
                    </a:cubicBezTo>
                    <a:cubicBezTo>
                      <a:pt x="204" y="310"/>
                      <a:pt x="240" y="296"/>
                      <a:pt x="265" y="268"/>
                    </a:cubicBezTo>
                    <a:cubicBezTo>
                      <a:pt x="338" y="196"/>
                      <a:pt x="338" y="111"/>
                      <a:pt x="265" y="55"/>
                    </a:cubicBezTo>
                    <a:cubicBezTo>
                      <a:pt x="240" y="19"/>
                      <a:pt x="204" y="1"/>
                      <a:pt x="167" y="1"/>
                    </a:cubicBez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2"/>
              <p:cNvSpPr/>
              <p:nvPr/>
            </p:nvSpPr>
            <p:spPr>
              <a:xfrm>
                <a:off x="-1255212" y="3025958"/>
                <a:ext cx="19046" cy="17097"/>
              </a:xfrm>
              <a:custGeom>
                <a:rect b="b" l="l" r="r" t="t"/>
                <a:pathLst>
                  <a:path extrusionOk="0" h="307" w="342">
                    <a:moveTo>
                      <a:pt x="169" y="0"/>
                    </a:moveTo>
                    <a:cubicBezTo>
                      <a:pt x="131" y="0"/>
                      <a:pt x="92" y="17"/>
                      <a:pt x="56" y="51"/>
                    </a:cubicBezTo>
                    <a:cubicBezTo>
                      <a:pt x="0" y="107"/>
                      <a:pt x="0" y="196"/>
                      <a:pt x="56" y="265"/>
                    </a:cubicBezTo>
                    <a:cubicBezTo>
                      <a:pt x="92" y="292"/>
                      <a:pt x="131" y="306"/>
                      <a:pt x="169" y="306"/>
                    </a:cubicBezTo>
                    <a:cubicBezTo>
                      <a:pt x="206" y="306"/>
                      <a:pt x="241" y="292"/>
                      <a:pt x="269" y="265"/>
                    </a:cubicBezTo>
                    <a:cubicBezTo>
                      <a:pt x="341" y="196"/>
                      <a:pt x="341" y="107"/>
                      <a:pt x="269" y="51"/>
                    </a:cubicBezTo>
                    <a:cubicBezTo>
                      <a:pt x="241" y="17"/>
                      <a:pt x="206" y="0"/>
                      <a:pt x="169" y="0"/>
                    </a:cubicBez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2"/>
              <p:cNvSpPr/>
              <p:nvPr/>
            </p:nvSpPr>
            <p:spPr>
              <a:xfrm>
                <a:off x="-1254043" y="3085269"/>
                <a:ext cx="24782" cy="11918"/>
              </a:xfrm>
              <a:custGeom>
                <a:rect b="b" l="l" r="r" t="t"/>
                <a:pathLst>
                  <a:path extrusionOk="0" h="214" w="445">
                    <a:moveTo>
                      <a:pt x="1" y="1"/>
                    </a:moveTo>
                    <a:lnTo>
                      <a:pt x="176" y="180"/>
                    </a:lnTo>
                    <a:cubicBezTo>
                      <a:pt x="193" y="197"/>
                      <a:pt x="231" y="214"/>
                      <a:pt x="265" y="214"/>
                    </a:cubicBezTo>
                    <a:lnTo>
                      <a:pt x="265" y="214"/>
                    </a:lnTo>
                    <a:cubicBezTo>
                      <a:pt x="231" y="214"/>
                      <a:pt x="193" y="197"/>
                      <a:pt x="158" y="159"/>
                    </a:cubicBezTo>
                    <a:lnTo>
                      <a:pt x="1" y="1"/>
                    </a:lnTo>
                    <a:close/>
                    <a:moveTo>
                      <a:pt x="444" y="90"/>
                    </a:moveTo>
                    <a:lnTo>
                      <a:pt x="372" y="159"/>
                    </a:lnTo>
                    <a:cubicBezTo>
                      <a:pt x="337" y="197"/>
                      <a:pt x="299" y="214"/>
                      <a:pt x="265" y="214"/>
                    </a:cubicBezTo>
                    <a:lnTo>
                      <a:pt x="265" y="214"/>
                    </a:lnTo>
                    <a:cubicBezTo>
                      <a:pt x="299" y="214"/>
                      <a:pt x="337" y="197"/>
                      <a:pt x="355" y="180"/>
                    </a:cubicBezTo>
                    <a:lnTo>
                      <a:pt x="444" y="90"/>
                    </a:ln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2"/>
              <p:cNvSpPr/>
              <p:nvPr/>
            </p:nvSpPr>
            <p:spPr>
              <a:xfrm>
                <a:off x="-1276820" y="3062492"/>
                <a:ext cx="22833" cy="22833"/>
              </a:xfrm>
              <a:custGeom>
                <a:rect b="b" l="l" r="r" t="t"/>
                <a:pathLst>
                  <a:path extrusionOk="0" h="410" w="410">
                    <a:moveTo>
                      <a:pt x="1" y="1"/>
                    </a:moveTo>
                    <a:lnTo>
                      <a:pt x="1" y="1"/>
                    </a:lnTo>
                    <a:lnTo>
                      <a:pt x="410" y="410"/>
                    </a:lnTo>
                    <a:lnTo>
                      <a:pt x="410" y="410"/>
                    </a:lnTo>
                    <a:close/>
                  </a:path>
                </a:pathLst>
              </a:custGeom>
              <a:solidFill>
                <a:srgbClr val="4E50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2"/>
              <p:cNvSpPr/>
              <p:nvPr/>
            </p:nvSpPr>
            <p:spPr>
              <a:xfrm>
                <a:off x="-1168112" y="3171200"/>
                <a:ext cx="10971" cy="3174"/>
              </a:xfrm>
              <a:custGeom>
                <a:rect b="b" l="l" r="r" t="t"/>
                <a:pathLst>
                  <a:path extrusionOk="0" h="57" w="197">
                    <a:moveTo>
                      <a:pt x="197" y="1"/>
                    </a:moveTo>
                    <a:lnTo>
                      <a:pt x="197" y="1"/>
                    </a:lnTo>
                    <a:cubicBezTo>
                      <a:pt x="186" y="13"/>
                      <a:pt x="176" y="23"/>
                      <a:pt x="167" y="31"/>
                    </a:cubicBezTo>
                    <a:lnTo>
                      <a:pt x="167" y="31"/>
                    </a:lnTo>
                    <a:cubicBezTo>
                      <a:pt x="180" y="26"/>
                      <a:pt x="190" y="16"/>
                      <a:pt x="197" y="1"/>
                    </a:cubicBezTo>
                    <a:close/>
                    <a:moveTo>
                      <a:pt x="1" y="1"/>
                    </a:moveTo>
                    <a:cubicBezTo>
                      <a:pt x="35" y="39"/>
                      <a:pt x="73" y="56"/>
                      <a:pt x="107" y="56"/>
                    </a:cubicBezTo>
                    <a:cubicBezTo>
                      <a:pt x="131" y="56"/>
                      <a:pt x="148" y="48"/>
                      <a:pt x="167" y="31"/>
                    </a:cubicBezTo>
                    <a:lnTo>
                      <a:pt x="167" y="31"/>
                    </a:lnTo>
                    <a:cubicBezTo>
                      <a:pt x="149" y="39"/>
                      <a:pt x="128" y="39"/>
                      <a:pt x="107" y="39"/>
                    </a:cubicBezTo>
                    <a:cubicBezTo>
                      <a:pt x="73" y="39"/>
                      <a:pt x="35" y="39"/>
                      <a:pt x="1" y="1"/>
                    </a:cubicBez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2"/>
              <p:cNvSpPr/>
              <p:nvPr/>
            </p:nvSpPr>
            <p:spPr>
              <a:xfrm>
                <a:off x="-1229316" y="3041830"/>
                <a:ext cx="98794" cy="98794"/>
              </a:xfrm>
              <a:custGeom>
                <a:rect b="b" l="l" r="r" t="t"/>
                <a:pathLst>
                  <a:path extrusionOk="0" h="1774" w="1774">
                    <a:moveTo>
                      <a:pt x="870" y="1"/>
                    </a:moveTo>
                    <a:lnTo>
                      <a:pt x="0" y="870"/>
                    </a:lnTo>
                    <a:lnTo>
                      <a:pt x="887" y="1774"/>
                    </a:lnTo>
                    <a:lnTo>
                      <a:pt x="1773" y="887"/>
                    </a:lnTo>
                    <a:lnTo>
                      <a:pt x="8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2"/>
              <p:cNvSpPr/>
              <p:nvPr/>
            </p:nvSpPr>
            <p:spPr>
              <a:xfrm>
                <a:off x="-1410478" y="2904163"/>
                <a:ext cx="229610" cy="193022"/>
              </a:xfrm>
              <a:custGeom>
                <a:rect b="b" l="l" r="r" t="t"/>
                <a:pathLst>
                  <a:path extrusionOk="0" h="3466" w="4123">
                    <a:moveTo>
                      <a:pt x="2950" y="2187"/>
                    </a:moveTo>
                    <a:cubicBezTo>
                      <a:pt x="3002" y="2187"/>
                      <a:pt x="3040" y="2204"/>
                      <a:pt x="3057" y="2238"/>
                    </a:cubicBezTo>
                    <a:cubicBezTo>
                      <a:pt x="3129" y="2294"/>
                      <a:pt x="3129" y="2383"/>
                      <a:pt x="3057" y="2452"/>
                    </a:cubicBezTo>
                    <a:cubicBezTo>
                      <a:pt x="3040" y="2473"/>
                      <a:pt x="3002" y="2490"/>
                      <a:pt x="2950" y="2490"/>
                    </a:cubicBezTo>
                    <a:cubicBezTo>
                      <a:pt x="2916" y="2490"/>
                      <a:pt x="2878" y="2473"/>
                      <a:pt x="2844" y="2452"/>
                    </a:cubicBezTo>
                    <a:cubicBezTo>
                      <a:pt x="2788" y="2383"/>
                      <a:pt x="2788" y="2294"/>
                      <a:pt x="2844" y="2238"/>
                    </a:cubicBezTo>
                    <a:cubicBezTo>
                      <a:pt x="2878" y="2204"/>
                      <a:pt x="2916" y="2187"/>
                      <a:pt x="2950" y="2187"/>
                    </a:cubicBezTo>
                    <a:close/>
                    <a:moveTo>
                      <a:pt x="444" y="1"/>
                    </a:moveTo>
                    <a:lnTo>
                      <a:pt x="1" y="448"/>
                    </a:lnTo>
                    <a:lnTo>
                      <a:pt x="1386" y="1833"/>
                    </a:lnTo>
                    <a:lnTo>
                      <a:pt x="2401" y="2844"/>
                    </a:lnTo>
                    <a:lnTo>
                      <a:pt x="2810" y="3253"/>
                    </a:lnTo>
                    <a:lnTo>
                      <a:pt x="2967" y="3411"/>
                    </a:lnTo>
                    <a:cubicBezTo>
                      <a:pt x="3002" y="3449"/>
                      <a:pt x="3040" y="3466"/>
                      <a:pt x="3074" y="3466"/>
                    </a:cubicBezTo>
                    <a:cubicBezTo>
                      <a:pt x="3108" y="3466"/>
                      <a:pt x="3146" y="3449"/>
                      <a:pt x="3181" y="3411"/>
                    </a:cubicBezTo>
                    <a:lnTo>
                      <a:pt x="3253" y="3342"/>
                    </a:lnTo>
                    <a:lnTo>
                      <a:pt x="4123" y="2473"/>
                    </a:lnTo>
                    <a:lnTo>
                      <a:pt x="3730" y="2081"/>
                    </a:lnTo>
                    <a:cubicBezTo>
                      <a:pt x="3730" y="2098"/>
                      <a:pt x="3730" y="2098"/>
                      <a:pt x="3713" y="2098"/>
                    </a:cubicBezTo>
                    <a:cubicBezTo>
                      <a:pt x="3696" y="2132"/>
                      <a:pt x="3679" y="2132"/>
                      <a:pt x="3641" y="2132"/>
                    </a:cubicBezTo>
                    <a:cubicBezTo>
                      <a:pt x="3624" y="2132"/>
                      <a:pt x="3590" y="2132"/>
                      <a:pt x="3573" y="2098"/>
                    </a:cubicBezTo>
                    <a:lnTo>
                      <a:pt x="3287" y="1812"/>
                    </a:lnTo>
                    <a:lnTo>
                      <a:pt x="2895" y="1919"/>
                    </a:lnTo>
                    <a:lnTo>
                      <a:pt x="2558" y="2025"/>
                    </a:lnTo>
                    <a:lnTo>
                      <a:pt x="2524" y="2025"/>
                    </a:lnTo>
                    <a:cubicBezTo>
                      <a:pt x="2507" y="2025"/>
                      <a:pt x="2469" y="2025"/>
                      <a:pt x="2452" y="2008"/>
                    </a:cubicBezTo>
                    <a:lnTo>
                      <a:pt x="2435" y="1991"/>
                    </a:lnTo>
                    <a:lnTo>
                      <a:pt x="2277" y="1833"/>
                    </a:lnTo>
                    <a:lnTo>
                      <a:pt x="2081" y="1654"/>
                    </a:lnTo>
                    <a:lnTo>
                      <a:pt x="2098" y="1637"/>
                    </a:lnTo>
                    <a:lnTo>
                      <a:pt x="1902" y="1458"/>
                    </a:lnTo>
                    <a:lnTo>
                      <a:pt x="1723" y="1279"/>
                    </a:lnTo>
                    <a:lnTo>
                      <a:pt x="1531" y="1088"/>
                    </a:lnTo>
                    <a:lnTo>
                      <a:pt x="1352" y="909"/>
                    </a:lnTo>
                    <a:lnTo>
                      <a:pt x="1173" y="730"/>
                    </a:lnTo>
                    <a:lnTo>
                      <a:pt x="998" y="555"/>
                    </a:lnTo>
                    <a:lnTo>
                      <a:pt x="802" y="359"/>
                    </a:lnTo>
                    <a:lnTo>
                      <a:pt x="623" y="180"/>
                    </a:lnTo>
                    <a:lnTo>
                      <a:pt x="4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2"/>
              <p:cNvSpPr/>
              <p:nvPr/>
            </p:nvSpPr>
            <p:spPr>
              <a:xfrm>
                <a:off x="-1385751" y="2870693"/>
                <a:ext cx="183053" cy="152201"/>
              </a:xfrm>
              <a:custGeom>
                <a:rect b="b" l="l" r="r" t="t"/>
                <a:pathLst>
                  <a:path extrusionOk="0" h="2733" w="3287">
                    <a:moveTo>
                      <a:pt x="605" y="1"/>
                    </a:moveTo>
                    <a:lnTo>
                      <a:pt x="0" y="602"/>
                    </a:lnTo>
                    <a:lnTo>
                      <a:pt x="179" y="781"/>
                    </a:lnTo>
                    <a:lnTo>
                      <a:pt x="784" y="175"/>
                    </a:lnTo>
                    <a:lnTo>
                      <a:pt x="605" y="1"/>
                    </a:lnTo>
                    <a:close/>
                    <a:moveTo>
                      <a:pt x="959" y="354"/>
                    </a:moveTo>
                    <a:lnTo>
                      <a:pt x="358" y="960"/>
                    </a:lnTo>
                    <a:lnTo>
                      <a:pt x="554" y="1156"/>
                    </a:lnTo>
                    <a:lnTo>
                      <a:pt x="1155" y="551"/>
                    </a:lnTo>
                    <a:lnTo>
                      <a:pt x="959" y="354"/>
                    </a:lnTo>
                    <a:close/>
                    <a:moveTo>
                      <a:pt x="1334" y="730"/>
                    </a:moveTo>
                    <a:lnTo>
                      <a:pt x="729" y="1331"/>
                    </a:lnTo>
                    <a:lnTo>
                      <a:pt x="908" y="1510"/>
                    </a:lnTo>
                    <a:lnTo>
                      <a:pt x="1513" y="904"/>
                    </a:lnTo>
                    <a:lnTo>
                      <a:pt x="1334" y="730"/>
                    </a:lnTo>
                    <a:close/>
                    <a:moveTo>
                      <a:pt x="1705" y="1083"/>
                    </a:moveTo>
                    <a:lnTo>
                      <a:pt x="1087" y="1689"/>
                    </a:lnTo>
                    <a:lnTo>
                      <a:pt x="1279" y="1880"/>
                    </a:lnTo>
                    <a:lnTo>
                      <a:pt x="1884" y="1279"/>
                    </a:lnTo>
                    <a:lnTo>
                      <a:pt x="1705" y="1083"/>
                    </a:lnTo>
                    <a:close/>
                    <a:moveTo>
                      <a:pt x="2063" y="1454"/>
                    </a:moveTo>
                    <a:lnTo>
                      <a:pt x="1458" y="2059"/>
                    </a:lnTo>
                    <a:lnTo>
                      <a:pt x="1654" y="2238"/>
                    </a:lnTo>
                    <a:lnTo>
                      <a:pt x="2259" y="1633"/>
                    </a:lnTo>
                    <a:lnTo>
                      <a:pt x="2063" y="1454"/>
                    </a:lnTo>
                    <a:close/>
                    <a:moveTo>
                      <a:pt x="2434" y="1812"/>
                    </a:moveTo>
                    <a:lnTo>
                      <a:pt x="1833" y="2434"/>
                    </a:lnTo>
                    <a:lnTo>
                      <a:pt x="1991" y="2592"/>
                    </a:lnTo>
                    <a:lnTo>
                      <a:pt x="2008" y="2609"/>
                    </a:lnTo>
                    <a:lnTo>
                      <a:pt x="2613" y="2008"/>
                    </a:lnTo>
                    <a:lnTo>
                      <a:pt x="2434" y="1812"/>
                    </a:lnTo>
                    <a:close/>
                    <a:moveTo>
                      <a:pt x="2792" y="2183"/>
                    </a:moveTo>
                    <a:lnTo>
                      <a:pt x="2451" y="2520"/>
                    </a:lnTo>
                    <a:lnTo>
                      <a:pt x="2451" y="2520"/>
                    </a:lnTo>
                    <a:lnTo>
                      <a:pt x="2843" y="2413"/>
                    </a:lnTo>
                    <a:lnTo>
                      <a:pt x="3129" y="2699"/>
                    </a:lnTo>
                    <a:cubicBezTo>
                      <a:pt x="3146" y="2733"/>
                      <a:pt x="3180" y="2733"/>
                      <a:pt x="3197" y="2733"/>
                    </a:cubicBezTo>
                    <a:cubicBezTo>
                      <a:pt x="3235" y="2733"/>
                      <a:pt x="3252" y="2733"/>
                      <a:pt x="3269" y="2699"/>
                    </a:cubicBezTo>
                    <a:cubicBezTo>
                      <a:pt x="3286" y="2699"/>
                      <a:pt x="3286" y="2699"/>
                      <a:pt x="3286" y="2682"/>
                    </a:cubicBezTo>
                    <a:lnTo>
                      <a:pt x="2792" y="2183"/>
                    </a:lnTo>
                    <a:close/>
                  </a:path>
                </a:pathLst>
              </a:custGeom>
              <a:solidFill>
                <a:srgbClr val="1B1B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2"/>
              <p:cNvSpPr/>
              <p:nvPr/>
            </p:nvSpPr>
            <p:spPr>
              <a:xfrm>
                <a:off x="-1375783" y="2880439"/>
                <a:ext cx="43494" cy="43717"/>
              </a:xfrm>
              <a:custGeom>
                <a:rect b="b" l="l" r="r" t="t"/>
                <a:pathLst>
                  <a:path extrusionOk="0" h="785" w="781">
                    <a:moveTo>
                      <a:pt x="605" y="0"/>
                    </a:moveTo>
                    <a:lnTo>
                      <a:pt x="0" y="606"/>
                    </a:lnTo>
                    <a:lnTo>
                      <a:pt x="179" y="785"/>
                    </a:lnTo>
                    <a:lnTo>
                      <a:pt x="780" y="179"/>
                    </a:lnTo>
                    <a:lnTo>
                      <a:pt x="6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2"/>
              <p:cNvSpPr/>
              <p:nvPr/>
            </p:nvSpPr>
            <p:spPr>
              <a:xfrm>
                <a:off x="-1354899" y="2901323"/>
                <a:ext cx="43494" cy="43494"/>
              </a:xfrm>
              <a:custGeom>
                <a:rect b="b" l="l" r="r" t="t"/>
                <a:pathLst>
                  <a:path extrusionOk="0" h="781" w="781">
                    <a:moveTo>
                      <a:pt x="601" y="1"/>
                    </a:moveTo>
                    <a:lnTo>
                      <a:pt x="0" y="606"/>
                    </a:lnTo>
                    <a:lnTo>
                      <a:pt x="175" y="781"/>
                    </a:lnTo>
                    <a:lnTo>
                      <a:pt x="780" y="180"/>
                    </a:lnTo>
                    <a:lnTo>
                      <a:pt x="6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2"/>
              <p:cNvSpPr/>
              <p:nvPr/>
            </p:nvSpPr>
            <p:spPr>
              <a:xfrm>
                <a:off x="-1335184" y="2921037"/>
                <a:ext cx="44441" cy="43717"/>
              </a:xfrm>
              <a:custGeom>
                <a:rect b="b" l="l" r="r" t="t"/>
                <a:pathLst>
                  <a:path extrusionOk="0" h="785" w="798">
                    <a:moveTo>
                      <a:pt x="605" y="0"/>
                    </a:moveTo>
                    <a:lnTo>
                      <a:pt x="0" y="606"/>
                    </a:lnTo>
                    <a:lnTo>
                      <a:pt x="179" y="785"/>
                    </a:lnTo>
                    <a:lnTo>
                      <a:pt x="797" y="179"/>
                    </a:lnTo>
                    <a:lnTo>
                      <a:pt x="6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2"/>
              <p:cNvSpPr/>
              <p:nvPr/>
            </p:nvSpPr>
            <p:spPr>
              <a:xfrm>
                <a:off x="-1314579" y="2941921"/>
                <a:ext cx="43772" cy="43494"/>
              </a:xfrm>
              <a:custGeom>
                <a:rect b="b" l="l" r="r" t="t"/>
                <a:pathLst>
                  <a:path extrusionOk="0" h="781" w="786">
                    <a:moveTo>
                      <a:pt x="606" y="0"/>
                    </a:moveTo>
                    <a:lnTo>
                      <a:pt x="1" y="601"/>
                    </a:lnTo>
                    <a:lnTo>
                      <a:pt x="180" y="780"/>
                    </a:lnTo>
                    <a:lnTo>
                      <a:pt x="785" y="175"/>
                    </a:lnTo>
                    <a:lnTo>
                      <a:pt x="6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2"/>
              <p:cNvSpPr/>
              <p:nvPr/>
            </p:nvSpPr>
            <p:spPr>
              <a:xfrm>
                <a:off x="-1294641" y="2961636"/>
                <a:ext cx="44441" cy="44663"/>
              </a:xfrm>
              <a:custGeom>
                <a:rect b="b" l="l" r="r" t="t"/>
                <a:pathLst>
                  <a:path extrusionOk="0" h="802" w="798">
                    <a:moveTo>
                      <a:pt x="623" y="0"/>
                    </a:moveTo>
                    <a:lnTo>
                      <a:pt x="18" y="605"/>
                    </a:lnTo>
                    <a:lnTo>
                      <a:pt x="1" y="622"/>
                    </a:lnTo>
                    <a:lnTo>
                      <a:pt x="197" y="801"/>
                    </a:lnTo>
                    <a:lnTo>
                      <a:pt x="798" y="179"/>
                    </a:lnTo>
                    <a:lnTo>
                      <a:pt x="6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2"/>
              <p:cNvSpPr/>
              <p:nvPr/>
            </p:nvSpPr>
            <p:spPr>
              <a:xfrm>
                <a:off x="-1273980" y="2982520"/>
                <a:ext cx="43717" cy="34472"/>
              </a:xfrm>
              <a:custGeom>
                <a:rect b="b" l="l" r="r" t="t"/>
                <a:pathLst>
                  <a:path extrusionOk="0" h="619" w="785">
                    <a:moveTo>
                      <a:pt x="606" y="0"/>
                    </a:moveTo>
                    <a:lnTo>
                      <a:pt x="1" y="601"/>
                    </a:lnTo>
                    <a:cubicBezTo>
                      <a:pt x="18" y="618"/>
                      <a:pt x="56" y="618"/>
                      <a:pt x="73" y="618"/>
                    </a:cubicBezTo>
                    <a:lnTo>
                      <a:pt x="107" y="618"/>
                    </a:lnTo>
                    <a:lnTo>
                      <a:pt x="444" y="512"/>
                    </a:lnTo>
                    <a:lnTo>
                      <a:pt x="785" y="175"/>
                    </a:lnTo>
                    <a:lnTo>
                      <a:pt x="6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2"/>
              <p:cNvSpPr/>
              <p:nvPr/>
            </p:nvSpPr>
            <p:spPr>
              <a:xfrm>
                <a:off x="-1448905" y="2912349"/>
                <a:ext cx="2896" cy="10860"/>
              </a:xfrm>
              <a:custGeom>
                <a:rect b="b" l="l" r="r" t="t"/>
                <a:pathLst>
                  <a:path extrusionOk="0" h="195" w="52">
                    <a:moveTo>
                      <a:pt x="33" y="0"/>
                    </a:moveTo>
                    <a:cubicBezTo>
                      <a:pt x="0" y="51"/>
                      <a:pt x="1" y="140"/>
                      <a:pt x="34" y="195"/>
                    </a:cubicBezTo>
                    <a:lnTo>
                      <a:pt x="51" y="195"/>
                    </a:lnTo>
                    <a:cubicBezTo>
                      <a:pt x="1" y="140"/>
                      <a:pt x="0" y="51"/>
                      <a:pt x="33" y="0"/>
                    </a:cubicBez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2"/>
              <p:cNvSpPr/>
              <p:nvPr/>
            </p:nvSpPr>
            <p:spPr>
              <a:xfrm>
                <a:off x="-1447011" y="2912238"/>
                <a:ext cx="1002" cy="56"/>
              </a:xfrm>
              <a:custGeom>
                <a:rect b="b" l="l" r="r" t="t"/>
                <a:pathLst>
                  <a:path extrusionOk="0" h="1" w="18">
                    <a:moveTo>
                      <a:pt x="17" y="1"/>
                    </a:moveTo>
                    <a:lnTo>
                      <a:pt x="0" y="1"/>
                    </a:lnTo>
                    <a:lnTo>
                      <a:pt x="0" y="1"/>
                    </a:lnTo>
                    <a:lnTo>
                      <a:pt x="0" y="1"/>
                    </a:ln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2"/>
              <p:cNvSpPr/>
              <p:nvPr/>
            </p:nvSpPr>
            <p:spPr>
              <a:xfrm>
                <a:off x="-1425180" y="2938802"/>
                <a:ext cx="671566" cy="580680"/>
              </a:xfrm>
              <a:custGeom>
                <a:rect b="b" l="l" r="r" t="t"/>
                <a:pathLst>
                  <a:path extrusionOk="0" h="10427" w="12059">
                    <a:moveTo>
                      <a:pt x="90" y="1"/>
                    </a:moveTo>
                    <a:cubicBezTo>
                      <a:pt x="69" y="18"/>
                      <a:pt x="35" y="39"/>
                      <a:pt x="1" y="39"/>
                    </a:cubicBezTo>
                    <a:cubicBezTo>
                      <a:pt x="35" y="39"/>
                      <a:pt x="69" y="18"/>
                      <a:pt x="107" y="1"/>
                    </a:cubicBezTo>
                    <a:close/>
                    <a:moveTo>
                      <a:pt x="10887" y="10231"/>
                    </a:moveTo>
                    <a:lnTo>
                      <a:pt x="10870" y="10248"/>
                    </a:lnTo>
                    <a:cubicBezTo>
                      <a:pt x="10870" y="10248"/>
                      <a:pt x="10869" y="10248"/>
                      <a:pt x="10869" y="10248"/>
                    </a:cubicBezTo>
                    <a:lnTo>
                      <a:pt x="10869" y="10248"/>
                    </a:lnTo>
                    <a:cubicBezTo>
                      <a:pt x="10875" y="10243"/>
                      <a:pt x="10881" y="10237"/>
                      <a:pt x="10887" y="10231"/>
                    </a:cubicBezTo>
                    <a:close/>
                    <a:moveTo>
                      <a:pt x="10674" y="10231"/>
                    </a:moveTo>
                    <a:lnTo>
                      <a:pt x="10674" y="10231"/>
                    </a:lnTo>
                    <a:cubicBezTo>
                      <a:pt x="10679" y="10237"/>
                      <a:pt x="10685" y="10243"/>
                      <a:pt x="10691" y="10248"/>
                    </a:cubicBezTo>
                    <a:lnTo>
                      <a:pt x="10691" y="10248"/>
                    </a:lnTo>
                    <a:cubicBezTo>
                      <a:pt x="10691" y="10248"/>
                      <a:pt x="10691" y="10248"/>
                      <a:pt x="10691" y="10248"/>
                    </a:cubicBezTo>
                    <a:lnTo>
                      <a:pt x="10674" y="10231"/>
                    </a:lnTo>
                    <a:close/>
                    <a:moveTo>
                      <a:pt x="10691" y="10248"/>
                    </a:moveTo>
                    <a:cubicBezTo>
                      <a:pt x="10708" y="10269"/>
                      <a:pt x="10746" y="10286"/>
                      <a:pt x="10780" y="10286"/>
                    </a:cubicBezTo>
                    <a:lnTo>
                      <a:pt x="10780" y="10286"/>
                    </a:lnTo>
                    <a:cubicBezTo>
                      <a:pt x="10752" y="10286"/>
                      <a:pt x="10720" y="10274"/>
                      <a:pt x="10691" y="10248"/>
                    </a:cubicBezTo>
                    <a:close/>
                    <a:moveTo>
                      <a:pt x="10869" y="10248"/>
                    </a:moveTo>
                    <a:cubicBezTo>
                      <a:pt x="10840" y="10274"/>
                      <a:pt x="10809" y="10286"/>
                      <a:pt x="10780" y="10286"/>
                    </a:cubicBezTo>
                    <a:lnTo>
                      <a:pt x="10780" y="10286"/>
                    </a:lnTo>
                    <a:cubicBezTo>
                      <a:pt x="10814" y="10286"/>
                      <a:pt x="10852" y="10269"/>
                      <a:pt x="10869" y="10248"/>
                    </a:cubicBezTo>
                    <a:close/>
                    <a:moveTo>
                      <a:pt x="12059" y="10141"/>
                    </a:moveTo>
                    <a:cubicBezTo>
                      <a:pt x="11918" y="10303"/>
                      <a:pt x="11705" y="10393"/>
                      <a:pt x="11509" y="10393"/>
                    </a:cubicBezTo>
                    <a:cubicBezTo>
                      <a:pt x="11313" y="10393"/>
                      <a:pt x="11100" y="10303"/>
                      <a:pt x="10959" y="10162"/>
                    </a:cubicBezTo>
                    <a:lnTo>
                      <a:pt x="10959" y="10162"/>
                    </a:lnTo>
                    <a:lnTo>
                      <a:pt x="11010" y="10231"/>
                    </a:lnTo>
                    <a:cubicBezTo>
                      <a:pt x="11151" y="10354"/>
                      <a:pt x="11330" y="10427"/>
                      <a:pt x="11509" y="10427"/>
                    </a:cubicBezTo>
                    <a:cubicBezTo>
                      <a:pt x="11684" y="10427"/>
                      <a:pt x="11863" y="10354"/>
                      <a:pt x="11986" y="10231"/>
                    </a:cubicBezTo>
                    <a:lnTo>
                      <a:pt x="12059" y="10141"/>
                    </a:ln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2"/>
              <p:cNvSpPr/>
              <p:nvPr/>
            </p:nvSpPr>
            <p:spPr>
              <a:xfrm>
                <a:off x="-1096883" y="3157444"/>
                <a:ext cx="361094" cy="360147"/>
              </a:xfrm>
              <a:custGeom>
                <a:rect b="b" l="l" r="r" t="t"/>
                <a:pathLst>
                  <a:path extrusionOk="0" h="6467" w="6484">
                    <a:moveTo>
                      <a:pt x="589" y="1"/>
                    </a:moveTo>
                    <a:lnTo>
                      <a:pt x="567" y="18"/>
                    </a:lnTo>
                    <a:cubicBezTo>
                      <a:pt x="107" y="482"/>
                      <a:pt x="17" y="1032"/>
                      <a:pt x="0" y="1190"/>
                    </a:cubicBezTo>
                    <a:lnTo>
                      <a:pt x="3658" y="4851"/>
                    </a:lnTo>
                    <a:lnTo>
                      <a:pt x="4548" y="3960"/>
                    </a:lnTo>
                    <a:lnTo>
                      <a:pt x="4016" y="3445"/>
                    </a:lnTo>
                    <a:lnTo>
                      <a:pt x="3410" y="4050"/>
                    </a:lnTo>
                    <a:lnTo>
                      <a:pt x="3163" y="3820"/>
                    </a:lnTo>
                    <a:lnTo>
                      <a:pt x="3785" y="3197"/>
                    </a:lnTo>
                    <a:lnTo>
                      <a:pt x="3534" y="2967"/>
                    </a:lnTo>
                    <a:lnTo>
                      <a:pt x="2933" y="3572"/>
                    </a:lnTo>
                    <a:lnTo>
                      <a:pt x="2699" y="3338"/>
                    </a:lnTo>
                    <a:lnTo>
                      <a:pt x="3304" y="2737"/>
                    </a:lnTo>
                    <a:lnTo>
                      <a:pt x="3074" y="2486"/>
                    </a:lnTo>
                    <a:lnTo>
                      <a:pt x="2451" y="3108"/>
                    </a:lnTo>
                    <a:lnTo>
                      <a:pt x="2221" y="2861"/>
                    </a:lnTo>
                    <a:lnTo>
                      <a:pt x="2826" y="2255"/>
                    </a:lnTo>
                    <a:lnTo>
                      <a:pt x="2592" y="2025"/>
                    </a:lnTo>
                    <a:lnTo>
                      <a:pt x="1991" y="2631"/>
                    </a:lnTo>
                    <a:lnTo>
                      <a:pt x="1761" y="2400"/>
                    </a:lnTo>
                    <a:lnTo>
                      <a:pt x="2362" y="1795"/>
                    </a:lnTo>
                    <a:lnTo>
                      <a:pt x="2132" y="1548"/>
                    </a:lnTo>
                    <a:lnTo>
                      <a:pt x="1509" y="2166"/>
                    </a:lnTo>
                    <a:lnTo>
                      <a:pt x="1279" y="1919"/>
                    </a:lnTo>
                    <a:lnTo>
                      <a:pt x="1884" y="1313"/>
                    </a:lnTo>
                    <a:lnTo>
                      <a:pt x="1654" y="1083"/>
                    </a:lnTo>
                    <a:lnTo>
                      <a:pt x="1049" y="1689"/>
                    </a:lnTo>
                    <a:lnTo>
                      <a:pt x="802" y="1458"/>
                    </a:lnTo>
                    <a:lnTo>
                      <a:pt x="1420" y="836"/>
                    </a:lnTo>
                    <a:lnTo>
                      <a:pt x="589" y="1"/>
                    </a:lnTo>
                    <a:close/>
                    <a:moveTo>
                      <a:pt x="5934" y="5363"/>
                    </a:moveTo>
                    <a:lnTo>
                      <a:pt x="5064" y="6236"/>
                    </a:lnTo>
                    <a:cubicBezTo>
                      <a:pt x="5205" y="6377"/>
                      <a:pt x="5418" y="6467"/>
                      <a:pt x="5614" y="6467"/>
                    </a:cubicBezTo>
                    <a:cubicBezTo>
                      <a:pt x="5810" y="6467"/>
                      <a:pt x="6023" y="6377"/>
                      <a:pt x="6164" y="6215"/>
                    </a:cubicBezTo>
                    <a:lnTo>
                      <a:pt x="6484" y="5917"/>
                    </a:lnTo>
                    <a:lnTo>
                      <a:pt x="5934" y="536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2"/>
              <p:cNvSpPr/>
              <p:nvPr/>
            </p:nvSpPr>
            <p:spPr>
              <a:xfrm>
                <a:off x="-1153131" y="3117793"/>
                <a:ext cx="89048" cy="105922"/>
              </a:xfrm>
              <a:custGeom>
                <a:rect b="b" l="l" r="r" t="t"/>
                <a:pathLst>
                  <a:path extrusionOk="0" h="1902" w="1599">
                    <a:moveTo>
                      <a:pt x="887" y="1"/>
                    </a:moveTo>
                    <a:lnTo>
                      <a:pt x="0" y="892"/>
                    </a:lnTo>
                    <a:lnTo>
                      <a:pt x="1010" y="1902"/>
                    </a:lnTo>
                    <a:cubicBezTo>
                      <a:pt x="1027" y="1744"/>
                      <a:pt x="1117" y="1194"/>
                      <a:pt x="1577" y="730"/>
                    </a:cubicBezTo>
                    <a:lnTo>
                      <a:pt x="1599" y="713"/>
                    </a:lnTo>
                    <a:lnTo>
                      <a:pt x="8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2"/>
              <p:cNvSpPr/>
              <p:nvPr/>
            </p:nvSpPr>
            <p:spPr>
              <a:xfrm>
                <a:off x="-900128" y="3377980"/>
                <a:ext cx="133712" cy="133712"/>
              </a:xfrm>
              <a:custGeom>
                <a:rect b="b" l="l" r="r" t="t"/>
                <a:pathLst>
                  <a:path extrusionOk="0" h="2401" w="2401">
                    <a:moveTo>
                      <a:pt x="1015" y="0"/>
                    </a:moveTo>
                    <a:lnTo>
                      <a:pt x="125" y="891"/>
                    </a:lnTo>
                    <a:lnTo>
                      <a:pt x="56" y="959"/>
                    </a:lnTo>
                    <a:cubicBezTo>
                      <a:pt x="1" y="1015"/>
                      <a:pt x="1" y="1104"/>
                      <a:pt x="56" y="1155"/>
                    </a:cubicBezTo>
                    <a:lnTo>
                      <a:pt x="1246" y="2345"/>
                    </a:lnTo>
                    <a:cubicBezTo>
                      <a:pt x="1280" y="2383"/>
                      <a:pt x="1318" y="2400"/>
                      <a:pt x="1352" y="2400"/>
                    </a:cubicBezTo>
                    <a:cubicBezTo>
                      <a:pt x="1386" y="2400"/>
                      <a:pt x="1425" y="2383"/>
                      <a:pt x="1459" y="2345"/>
                    </a:cubicBezTo>
                    <a:lnTo>
                      <a:pt x="1531" y="2276"/>
                    </a:lnTo>
                    <a:lnTo>
                      <a:pt x="2401" y="1403"/>
                    </a:lnTo>
                    <a:lnTo>
                      <a:pt x="10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2"/>
              <p:cNvSpPr/>
              <p:nvPr/>
            </p:nvSpPr>
            <p:spPr>
              <a:xfrm>
                <a:off x="-1052275" y="3204002"/>
                <a:ext cx="47559" cy="47504"/>
              </a:xfrm>
              <a:custGeom>
                <a:rect b="b" l="l" r="r" t="t"/>
                <a:pathLst>
                  <a:path extrusionOk="0" h="853" w="854">
                    <a:moveTo>
                      <a:pt x="619" y="0"/>
                    </a:moveTo>
                    <a:lnTo>
                      <a:pt x="1" y="622"/>
                    </a:lnTo>
                    <a:lnTo>
                      <a:pt x="248" y="853"/>
                    </a:lnTo>
                    <a:lnTo>
                      <a:pt x="853" y="247"/>
                    </a:lnTo>
                    <a:lnTo>
                      <a:pt x="6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2"/>
              <p:cNvSpPr/>
              <p:nvPr/>
            </p:nvSpPr>
            <p:spPr>
              <a:xfrm>
                <a:off x="-1025655" y="3230566"/>
                <a:ext cx="47504" cy="47504"/>
              </a:xfrm>
              <a:custGeom>
                <a:rect b="b" l="l" r="r" t="t"/>
                <a:pathLst>
                  <a:path extrusionOk="0" h="853" w="853">
                    <a:moveTo>
                      <a:pt x="605" y="0"/>
                    </a:moveTo>
                    <a:lnTo>
                      <a:pt x="0" y="606"/>
                    </a:lnTo>
                    <a:lnTo>
                      <a:pt x="230" y="853"/>
                    </a:lnTo>
                    <a:lnTo>
                      <a:pt x="853" y="235"/>
                    </a:lnTo>
                    <a:lnTo>
                      <a:pt x="6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2"/>
              <p:cNvSpPr/>
              <p:nvPr/>
            </p:nvSpPr>
            <p:spPr>
              <a:xfrm>
                <a:off x="-998868" y="3257409"/>
                <a:ext cx="46334" cy="46557"/>
              </a:xfrm>
              <a:custGeom>
                <a:rect b="b" l="l" r="r" t="t"/>
                <a:pathLst>
                  <a:path extrusionOk="0" h="836" w="832">
                    <a:moveTo>
                      <a:pt x="602" y="0"/>
                    </a:moveTo>
                    <a:lnTo>
                      <a:pt x="1" y="605"/>
                    </a:lnTo>
                    <a:lnTo>
                      <a:pt x="231" y="836"/>
                    </a:lnTo>
                    <a:lnTo>
                      <a:pt x="832" y="230"/>
                    </a:lnTo>
                    <a:lnTo>
                      <a:pt x="6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2"/>
              <p:cNvSpPr/>
              <p:nvPr/>
            </p:nvSpPr>
            <p:spPr>
              <a:xfrm>
                <a:off x="-973194" y="3283027"/>
                <a:ext cx="47504" cy="47504"/>
              </a:xfrm>
              <a:custGeom>
                <a:rect b="b" l="l" r="r" t="t"/>
                <a:pathLst>
                  <a:path extrusionOk="0" h="853" w="853">
                    <a:moveTo>
                      <a:pt x="605" y="0"/>
                    </a:moveTo>
                    <a:lnTo>
                      <a:pt x="0" y="606"/>
                    </a:lnTo>
                    <a:lnTo>
                      <a:pt x="230" y="853"/>
                    </a:lnTo>
                    <a:lnTo>
                      <a:pt x="853" y="231"/>
                    </a:lnTo>
                    <a:lnTo>
                      <a:pt x="6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2"/>
              <p:cNvSpPr/>
              <p:nvPr/>
            </p:nvSpPr>
            <p:spPr>
              <a:xfrm>
                <a:off x="-946630" y="3309870"/>
                <a:ext cx="46557" cy="46557"/>
              </a:xfrm>
              <a:custGeom>
                <a:rect b="b" l="l" r="r" t="t"/>
                <a:pathLst>
                  <a:path extrusionOk="0" h="836" w="836">
                    <a:moveTo>
                      <a:pt x="606" y="0"/>
                    </a:moveTo>
                    <a:lnTo>
                      <a:pt x="1" y="601"/>
                    </a:lnTo>
                    <a:lnTo>
                      <a:pt x="235" y="835"/>
                    </a:lnTo>
                    <a:lnTo>
                      <a:pt x="836" y="230"/>
                    </a:lnTo>
                    <a:lnTo>
                      <a:pt x="6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2"/>
              <p:cNvSpPr/>
              <p:nvPr/>
            </p:nvSpPr>
            <p:spPr>
              <a:xfrm>
                <a:off x="-920734" y="3335488"/>
                <a:ext cx="47504" cy="47504"/>
              </a:xfrm>
              <a:custGeom>
                <a:rect b="b" l="l" r="r" t="t"/>
                <a:pathLst>
                  <a:path extrusionOk="0" h="853" w="853">
                    <a:moveTo>
                      <a:pt x="622" y="0"/>
                    </a:moveTo>
                    <a:lnTo>
                      <a:pt x="0" y="623"/>
                    </a:lnTo>
                    <a:lnTo>
                      <a:pt x="247" y="853"/>
                    </a:lnTo>
                    <a:lnTo>
                      <a:pt x="853" y="248"/>
                    </a:lnTo>
                    <a:lnTo>
                      <a:pt x="6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2"/>
              <p:cNvSpPr/>
              <p:nvPr/>
            </p:nvSpPr>
            <p:spPr>
              <a:xfrm>
                <a:off x="-1186880" y="3091228"/>
                <a:ext cx="83145" cy="82198"/>
              </a:xfrm>
              <a:custGeom>
                <a:rect b="b" l="l" r="r" t="t"/>
                <a:pathLst>
                  <a:path extrusionOk="0" h="1476" w="1493">
                    <a:moveTo>
                      <a:pt x="1011" y="0"/>
                    </a:moveTo>
                    <a:lnTo>
                      <a:pt x="125" y="887"/>
                    </a:lnTo>
                    <a:lnTo>
                      <a:pt x="52" y="959"/>
                    </a:lnTo>
                    <a:cubicBezTo>
                      <a:pt x="1" y="1011"/>
                      <a:pt x="1" y="1100"/>
                      <a:pt x="52" y="1156"/>
                    </a:cubicBezTo>
                    <a:lnTo>
                      <a:pt x="338" y="1437"/>
                    </a:lnTo>
                    <a:cubicBezTo>
                      <a:pt x="372" y="1475"/>
                      <a:pt x="410" y="1475"/>
                      <a:pt x="444" y="1475"/>
                    </a:cubicBezTo>
                    <a:cubicBezTo>
                      <a:pt x="478" y="1475"/>
                      <a:pt x="517" y="1475"/>
                      <a:pt x="534" y="1437"/>
                    </a:cubicBezTo>
                    <a:lnTo>
                      <a:pt x="606" y="1369"/>
                    </a:lnTo>
                    <a:lnTo>
                      <a:pt x="1493" y="478"/>
                    </a:lnTo>
                    <a:lnTo>
                      <a:pt x="10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2"/>
              <p:cNvSpPr/>
              <p:nvPr/>
            </p:nvSpPr>
            <p:spPr>
              <a:xfrm>
                <a:off x="-1448905" y="2843905"/>
                <a:ext cx="96901" cy="97123"/>
              </a:xfrm>
              <a:custGeom>
                <a:rect b="b" l="l" r="r" t="t"/>
                <a:pathLst>
                  <a:path extrusionOk="0" h="1744" w="1740">
                    <a:moveTo>
                      <a:pt x="1262" y="0"/>
                    </a:moveTo>
                    <a:lnTo>
                      <a:pt x="51" y="1228"/>
                    </a:lnTo>
                    <a:lnTo>
                      <a:pt x="34" y="1228"/>
                    </a:lnTo>
                    <a:cubicBezTo>
                      <a:pt x="0" y="1279"/>
                      <a:pt x="0" y="1368"/>
                      <a:pt x="51" y="1424"/>
                    </a:cubicBezTo>
                    <a:lnTo>
                      <a:pt x="337" y="1705"/>
                    </a:lnTo>
                    <a:cubicBezTo>
                      <a:pt x="354" y="1722"/>
                      <a:pt x="388" y="1743"/>
                      <a:pt x="427" y="1743"/>
                    </a:cubicBezTo>
                    <a:cubicBezTo>
                      <a:pt x="461" y="1743"/>
                      <a:pt x="495" y="1722"/>
                      <a:pt x="533" y="1705"/>
                    </a:cubicBezTo>
                    <a:lnTo>
                      <a:pt x="691" y="1530"/>
                    </a:lnTo>
                    <a:lnTo>
                      <a:pt x="1134" y="1083"/>
                    </a:lnTo>
                    <a:lnTo>
                      <a:pt x="1739" y="482"/>
                    </a:lnTo>
                    <a:lnTo>
                      <a:pt x="12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2"/>
              <p:cNvSpPr/>
              <p:nvPr/>
            </p:nvSpPr>
            <p:spPr>
              <a:xfrm>
                <a:off x="-1255212" y="3025958"/>
                <a:ext cx="19046" cy="16874"/>
              </a:xfrm>
              <a:custGeom>
                <a:rect b="b" l="l" r="r" t="t"/>
                <a:pathLst>
                  <a:path extrusionOk="0" h="303" w="342">
                    <a:moveTo>
                      <a:pt x="162" y="0"/>
                    </a:moveTo>
                    <a:cubicBezTo>
                      <a:pt x="128" y="0"/>
                      <a:pt x="90" y="17"/>
                      <a:pt x="56" y="51"/>
                    </a:cubicBezTo>
                    <a:cubicBezTo>
                      <a:pt x="0" y="107"/>
                      <a:pt x="0" y="196"/>
                      <a:pt x="56" y="265"/>
                    </a:cubicBezTo>
                    <a:cubicBezTo>
                      <a:pt x="90" y="286"/>
                      <a:pt x="128" y="303"/>
                      <a:pt x="162" y="303"/>
                    </a:cubicBezTo>
                    <a:cubicBezTo>
                      <a:pt x="214" y="303"/>
                      <a:pt x="252" y="286"/>
                      <a:pt x="269" y="265"/>
                    </a:cubicBezTo>
                    <a:cubicBezTo>
                      <a:pt x="341" y="196"/>
                      <a:pt x="341" y="107"/>
                      <a:pt x="269" y="51"/>
                    </a:cubicBezTo>
                    <a:cubicBezTo>
                      <a:pt x="252" y="17"/>
                      <a:pt x="214" y="0"/>
                      <a:pt x="162" y="0"/>
                    </a:cubicBezTo>
                    <a:close/>
                  </a:path>
                </a:pathLst>
              </a:custGeom>
              <a:solidFill>
                <a:srgbClr val="4E50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0" name="Google Shape;2240;p62"/>
            <p:cNvSpPr/>
            <p:nvPr/>
          </p:nvSpPr>
          <p:spPr>
            <a:xfrm>
              <a:off x="6606048" y="3026300"/>
              <a:ext cx="3119" cy="10971"/>
            </a:xfrm>
            <a:custGeom>
              <a:rect b="b" l="l" r="r" t="t"/>
              <a:pathLst>
                <a:path extrusionOk="0" h="197" w="56">
                  <a:moveTo>
                    <a:pt x="21" y="1"/>
                  </a:moveTo>
                  <a:lnTo>
                    <a:pt x="21" y="1"/>
                  </a:lnTo>
                  <a:cubicBezTo>
                    <a:pt x="56" y="52"/>
                    <a:pt x="56" y="141"/>
                    <a:pt x="0" y="197"/>
                  </a:cubicBezTo>
                  <a:lnTo>
                    <a:pt x="0" y="197"/>
                  </a:lnTo>
                  <a:cubicBezTo>
                    <a:pt x="56" y="141"/>
                    <a:pt x="56" y="52"/>
                    <a:pt x="21" y="1"/>
                  </a:cubicBez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2"/>
            <p:cNvSpPr/>
            <p:nvPr/>
          </p:nvSpPr>
          <p:spPr>
            <a:xfrm>
              <a:off x="6606048" y="3026300"/>
              <a:ext cx="1225" cy="56"/>
            </a:xfrm>
            <a:custGeom>
              <a:rect b="b" l="l" r="r" t="t"/>
              <a:pathLst>
                <a:path extrusionOk="0" h="1" w="22">
                  <a:moveTo>
                    <a:pt x="0" y="1"/>
                  </a:moveTo>
                  <a:lnTo>
                    <a:pt x="21" y="1"/>
                  </a:lnTo>
                  <a:lnTo>
                    <a:pt x="21" y="1"/>
                  </a:lnTo>
                  <a:lnTo>
                    <a:pt x="0" y="1"/>
                  </a:lnTo>
                  <a:close/>
                </a:path>
              </a:pathLst>
            </a:custGeom>
            <a:solidFill>
              <a:srgbClr val="888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2" name="Google Shape;2242;p62"/>
          <p:cNvSpPr/>
          <p:nvPr/>
        </p:nvSpPr>
        <p:spPr>
          <a:xfrm rot="2700000">
            <a:off x="1003619" y="3866832"/>
            <a:ext cx="72171" cy="72171"/>
          </a:xfrm>
          <a:custGeom>
            <a:rect b="b" l="l" r="r" t="t"/>
            <a:pathLst>
              <a:path extrusionOk="0" h="1033" w="1033">
                <a:moveTo>
                  <a:pt x="1032" y="517"/>
                </a:moveTo>
                <a:cubicBezTo>
                  <a:pt x="1032" y="798"/>
                  <a:pt x="802" y="1032"/>
                  <a:pt x="516" y="1032"/>
                </a:cubicBezTo>
                <a:cubicBezTo>
                  <a:pt x="235" y="1032"/>
                  <a:pt x="1" y="798"/>
                  <a:pt x="1" y="517"/>
                </a:cubicBezTo>
                <a:cubicBezTo>
                  <a:pt x="1" y="231"/>
                  <a:pt x="235" y="1"/>
                  <a:pt x="516" y="1"/>
                </a:cubicBezTo>
                <a:cubicBezTo>
                  <a:pt x="802" y="1"/>
                  <a:pt x="1032" y="231"/>
                  <a:pt x="1032" y="51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2"/>
          <p:cNvSpPr/>
          <p:nvPr/>
        </p:nvSpPr>
        <p:spPr>
          <a:xfrm rot="2700000">
            <a:off x="611712" y="3649790"/>
            <a:ext cx="105497" cy="105497"/>
          </a:xfrm>
          <a:custGeom>
            <a:rect b="b" l="l" r="r" t="t"/>
            <a:pathLst>
              <a:path extrusionOk="0" h="1510" w="1510">
                <a:moveTo>
                  <a:pt x="1509" y="746"/>
                </a:moveTo>
                <a:cubicBezTo>
                  <a:pt x="1509" y="1173"/>
                  <a:pt x="1172" y="1509"/>
                  <a:pt x="746" y="1509"/>
                </a:cubicBezTo>
                <a:cubicBezTo>
                  <a:pt x="337" y="1509"/>
                  <a:pt x="0" y="1173"/>
                  <a:pt x="0" y="746"/>
                </a:cubicBezTo>
                <a:cubicBezTo>
                  <a:pt x="0" y="337"/>
                  <a:pt x="337" y="0"/>
                  <a:pt x="746" y="0"/>
                </a:cubicBezTo>
                <a:cubicBezTo>
                  <a:pt x="1172" y="0"/>
                  <a:pt x="1509" y="337"/>
                  <a:pt x="1509" y="74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2"/>
          <p:cNvSpPr/>
          <p:nvPr/>
        </p:nvSpPr>
        <p:spPr>
          <a:xfrm rot="2700000">
            <a:off x="882186" y="3502764"/>
            <a:ext cx="189174" cy="186191"/>
          </a:xfrm>
          <a:custGeom>
            <a:rect b="b" l="l" r="r" t="t"/>
            <a:pathLst>
              <a:path extrusionOk="0" h="1139" w="1157">
                <a:moveTo>
                  <a:pt x="500" y="321"/>
                </a:moveTo>
                <a:lnTo>
                  <a:pt x="572" y="1"/>
                </a:lnTo>
                <a:lnTo>
                  <a:pt x="657" y="321"/>
                </a:lnTo>
                <a:cubicBezTo>
                  <a:pt x="679" y="410"/>
                  <a:pt x="747" y="461"/>
                  <a:pt x="819" y="483"/>
                </a:cubicBezTo>
                <a:lnTo>
                  <a:pt x="1156" y="568"/>
                </a:lnTo>
                <a:lnTo>
                  <a:pt x="819" y="657"/>
                </a:lnTo>
                <a:cubicBezTo>
                  <a:pt x="747" y="674"/>
                  <a:pt x="679" y="747"/>
                  <a:pt x="657" y="819"/>
                </a:cubicBezTo>
                <a:lnTo>
                  <a:pt x="572" y="1139"/>
                </a:lnTo>
                <a:lnTo>
                  <a:pt x="483" y="819"/>
                </a:lnTo>
                <a:cubicBezTo>
                  <a:pt x="466" y="747"/>
                  <a:pt x="410" y="674"/>
                  <a:pt x="321" y="657"/>
                </a:cubicBezTo>
                <a:lnTo>
                  <a:pt x="1" y="568"/>
                </a:lnTo>
                <a:lnTo>
                  <a:pt x="321" y="483"/>
                </a:lnTo>
                <a:cubicBezTo>
                  <a:pt x="410" y="461"/>
                  <a:pt x="466" y="393"/>
                  <a:pt x="500" y="3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2"/>
          <p:cNvSpPr/>
          <p:nvPr/>
        </p:nvSpPr>
        <p:spPr>
          <a:xfrm rot="2700000">
            <a:off x="8005211" y="987214"/>
            <a:ext cx="189174" cy="186191"/>
          </a:xfrm>
          <a:custGeom>
            <a:rect b="b" l="l" r="r" t="t"/>
            <a:pathLst>
              <a:path extrusionOk="0" h="1139" w="1157">
                <a:moveTo>
                  <a:pt x="500" y="321"/>
                </a:moveTo>
                <a:lnTo>
                  <a:pt x="572" y="1"/>
                </a:lnTo>
                <a:lnTo>
                  <a:pt x="657" y="321"/>
                </a:lnTo>
                <a:cubicBezTo>
                  <a:pt x="679" y="410"/>
                  <a:pt x="747" y="461"/>
                  <a:pt x="819" y="483"/>
                </a:cubicBezTo>
                <a:lnTo>
                  <a:pt x="1156" y="568"/>
                </a:lnTo>
                <a:lnTo>
                  <a:pt x="819" y="657"/>
                </a:lnTo>
                <a:cubicBezTo>
                  <a:pt x="747" y="674"/>
                  <a:pt x="679" y="747"/>
                  <a:pt x="657" y="819"/>
                </a:cubicBezTo>
                <a:lnTo>
                  <a:pt x="572" y="1139"/>
                </a:lnTo>
                <a:lnTo>
                  <a:pt x="483" y="819"/>
                </a:lnTo>
                <a:cubicBezTo>
                  <a:pt x="466" y="747"/>
                  <a:pt x="410" y="674"/>
                  <a:pt x="321" y="657"/>
                </a:cubicBezTo>
                <a:lnTo>
                  <a:pt x="1" y="568"/>
                </a:lnTo>
                <a:lnTo>
                  <a:pt x="321" y="483"/>
                </a:lnTo>
                <a:cubicBezTo>
                  <a:pt x="410" y="461"/>
                  <a:pt x="466" y="393"/>
                  <a:pt x="500" y="3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2"/>
          <p:cNvSpPr/>
          <p:nvPr/>
        </p:nvSpPr>
        <p:spPr>
          <a:xfrm rot="2700000">
            <a:off x="8336869" y="1284607"/>
            <a:ext cx="72171" cy="72171"/>
          </a:xfrm>
          <a:custGeom>
            <a:rect b="b" l="l" r="r" t="t"/>
            <a:pathLst>
              <a:path extrusionOk="0" h="1033" w="1033">
                <a:moveTo>
                  <a:pt x="1032" y="517"/>
                </a:moveTo>
                <a:cubicBezTo>
                  <a:pt x="1032" y="798"/>
                  <a:pt x="802" y="1032"/>
                  <a:pt x="516" y="1032"/>
                </a:cubicBezTo>
                <a:cubicBezTo>
                  <a:pt x="235" y="1032"/>
                  <a:pt x="1" y="798"/>
                  <a:pt x="1" y="517"/>
                </a:cubicBezTo>
                <a:cubicBezTo>
                  <a:pt x="1" y="231"/>
                  <a:pt x="235" y="1"/>
                  <a:pt x="516" y="1"/>
                </a:cubicBezTo>
                <a:cubicBezTo>
                  <a:pt x="802" y="1"/>
                  <a:pt x="1032" y="231"/>
                  <a:pt x="1032" y="51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0" name="Shape 2250"/>
        <p:cNvGrpSpPr/>
        <p:nvPr/>
      </p:nvGrpSpPr>
      <p:grpSpPr>
        <a:xfrm>
          <a:off x="0" y="0"/>
          <a:ext cx="0" cy="0"/>
          <a:chOff x="0" y="0"/>
          <a:chExt cx="0" cy="0"/>
        </a:xfrm>
      </p:grpSpPr>
      <p:sp>
        <p:nvSpPr>
          <p:cNvPr id="2251" name="Google Shape;2251;p63"/>
          <p:cNvSpPr txBox="1"/>
          <p:nvPr>
            <p:ph type="title"/>
          </p:nvPr>
        </p:nvSpPr>
        <p:spPr>
          <a:xfrm>
            <a:off x="2095700" y="3438525"/>
            <a:ext cx="4952700" cy="71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SzPts val="990"/>
              <a:buNone/>
            </a:pPr>
            <a:r>
              <a:rPr lang="en"/>
              <a:t>DESKTOP SOFTWARE</a:t>
            </a:r>
            <a:endParaRPr/>
          </a:p>
        </p:txBody>
      </p:sp>
      <p:sp>
        <p:nvSpPr>
          <p:cNvPr id="2252" name="Google Shape;2252;p63"/>
          <p:cNvSpPr txBox="1"/>
          <p:nvPr>
            <p:ph idx="1" type="subTitle"/>
          </p:nvPr>
        </p:nvSpPr>
        <p:spPr>
          <a:xfrm>
            <a:off x="1986000" y="3878850"/>
            <a:ext cx="5172000" cy="80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delete this one, add yours and center it properly</a:t>
            </a:r>
            <a:endParaRPr/>
          </a:p>
        </p:txBody>
      </p:sp>
      <p:grpSp>
        <p:nvGrpSpPr>
          <p:cNvPr id="2253" name="Google Shape;2253;p63"/>
          <p:cNvGrpSpPr/>
          <p:nvPr/>
        </p:nvGrpSpPr>
        <p:grpSpPr>
          <a:xfrm>
            <a:off x="2849299" y="733427"/>
            <a:ext cx="3445424" cy="2624181"/>
            <a:chOff x="3804623" y="931514"/>
            <a:chExt cx="4311631" cy="3283920"/>
          </a:xfrm>
        </p:grpSpPr>
        <p:grpSp>
          <p:nvGrpSpPr>
            <p:cNvPr id="2254" name="Google Shape;2254;p63"/>
            <p:cNvGrpSpPr/>
            <p:nvPr/>
          </p:nvGrpSpPr>
          <p:grpSpPr>
            <a:xfrm>
              <a:off x="3804623" y="931514"/>
              <a:ext cx="4311631" cy="3283920"/>
              <a:chOff x="3420275" y="729475"/>
              <a:chExt cx="4831500" cy="3679875"/>
            </a:xfrm>
          </p:grpSpPr>
          <p:sp>
            <p:nvSpPr>
              <p:cNvPr id="2255" name="Google Shape;2255;p63"/>
              <p:cNvSpPr/>
              <p:nvPr/>
            </p:nvSpPr>
            <p:spPr>
              <a:xfrm>
                <a:off x="3586250" y="883825"/>
                <a:ext cx="4503600" cy="27462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3"/>
              <p:cNvSpPr/>
              <p:nvPr/>
            </p:nvSpPr>
            <p:spPr>
              <a:xfrm>
                <a:off x="5009044" y="3786200"/>
                <a:ext cx="1649975" cy="623150"/>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cap="flat" cmpd="sng" w="19050">
                <a:solidFill>
                  <a:schemeClr val="dk1"/>
                </a:solidFill>
                <a:prstDash val="solid"/>
                <a:round/>
                <a:headEnd len="med" w="med" type="none"/>
                <a:tailEnd len="med" w="med" type="none"/>
              </a:ln>
            </p:spPr>
          </p:sp>
          <p:sp>
            <p:nvSpPr>
              <p:cNvPr id="2257" name="Google Shape;2257;p63"/>
              <p:cNvSpPr/>
              <p:nvPr/>
            </p:nvSpPr>
            <p:spPr>
              <a:xfrm>
                <a:off x="3420275" y="729475"/>
                <a:ext cx="4831500" cy="3056700"/>
              </a:xfrm>
              <a:prstGeom prst="roundRect">
                <a:avLst>
                  <a:gd fmla="val 3857"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3"/>
              <p:cNvSpPr/>
              <p:nvPr/>
            </p:nvSpPr>
            <p:spPr>
              <a:xfrm>
                <a:off x="3485203" y="809613"/>
                <a:ext cx="4701600" cy="2896500"/>
              </a:xfrm>
              <a:prstGeom prst="roundRect">
                <a:avLst>
                  <a:gd fmla="val 3282"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259" name="Google Shape;2259;p63"/>
            <p:cNvCxnSpPr/>
            <p:nvPr/>
          </p:nvCxnSpPr>
          <p:spPr>
            <a:xfrm>
              <a:off x="5238353" y="4162783"/>
              <a:ext cx="1451100" cy="0"/>
            </a:xfrm>
            <a:prstGeom prst="straightConnector1">
              <a:avLst/>
            </a:prstGeom>
            <a:noFill/>
            <a:ln cap="flat" cmpd="sng" w="19050">
              <a:solidFill>
                <a:schemeClr val="dk1"/>
              </a:solidFill>
              <a:prstDash val="solid"/>
              <a:round/>
              <a:headEnd len="med" w="med" type="none"/>
              <a:tailEnd len="med" w="med" type="none"/>
            </a:ln>
          </p:spPr>
        </p:cxnSp>
      </p:grpSp>
      <p:pic>
        <p:nvPicPr>
          <p:cNvPr id="2260" name="Google Shape;2260;p63"/>
          <p:cNvPicPr preferRelativeResize="0"/>
          <p:nvPr/>
        </p:nvPicPr>
        <p:blipFill rotWithShape="1">
          <a:blip r:embed="rId3">
            <a:alphaModFix/>
          </a:blip>
          <a:srcRect b="0" l="3798" r="3788" t="0"/>
          <a:stretch/>
        </p:blipFill>
        <p:spPr>
          <a:xfrm>
            <a:off x="2975225" y="850125"/>
            <a:ext cx="3192226" cy="1943074"/>
          </a:xfrm>
          <a:prstGeom prst="rect">
            <a:avLst/>
          </a:prstGeom>
          <a:noFill/>
          <a:ln>
            <a:noFill/>
          </a:ln>
        </p:spPr>
      </p:pic>
      <p:sp>
        <p:nvSpPr>
          <p:cNvPr id="2261" name="Google Shape;2261;p63"/>
          <p:cNvSpPr/>
          <p:nvPr/>
        </p:nvSpPr>
        <p:spPr>
          <a:xfrm rot="10800000">
            <a:off x="8330674" y="3740254"/>
            <a:ext cx="204084" cy="204213"/>
          </a:xfrm>
          <a:custGeom>
            <a:rect b="b" l="l" r="r" t="t"/>
            <a:pathLst>
              <a:path extrusionOk="0" h="1459" w="1458">
                <a:moveTo>
                  <a:pt x="623" y="410"/>
                </a:moveTo>
                <a:lnTo>
                  <a:pt x="729" y="0"/>
                </a:lnTo>
                <a:lnTo>
                  <a:pt x="836" y="410"/>
                </a:lnTo>
                <a:cubicBezTo>
                  <a:pt x="870" y="516"/>
                  <a:pt x="959" y="584"/>
                  <a:pt x="1049" y="623"/>
                </a:cubicBezTo>
                <a:lnTo>
                  <a:pt x="1458" y="729"/>
                </a:lnTo>
                <a:lnTo>
                  <a:pt x="1049" y="836"/>
                </a:lnTo>
                <a:cubicBezTo>
                  <a:pt x="942" y="870"/>
                  <a:pt x="870" y="942"/>
                  <a:pt x="836" y="1049"/>
                </a:cubicBezTo>
                <a:lnTo>
                  <a:pt x="729" y="1458"/>
                </a:lnTo>
                <a:lnTo>
                  <a:pt x="623" y="1049"/>
                </a:lnTo>
                <a:cubicBezTo>
                  <a:pt x="605" y="942"/>
                  <a:pt x="516" y="853"/>
                  <a:pt x="409" y="836"/>
                </a:cubicBezTo>
                <a:lnTo>
                  <a:pt x="0" y="729"/>
                </a:lnTo>
                <a:lnTo>
                  <a:pt x="409" y="623"/>
                </a:lnTo>
                <a:cubicBezTo>
                  <a:pt x="516" y="584"/>
                  <a:pt x="605" y="516"/>
                  <a:pt x="623" y="410"/>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3"/>
          <p:cNvSpPr/>
          <p:nvPr/>
        </p:nvSpPr>
        <p:spPr>
          <a:xfrm rot="10800000">
            <a:off x="7978968" y="3944474"/>
            <a:ext cx="312127" cy="313200"/>
          </a:xfrm>
          <a:custGeom>
            <a:rect b="b" l="l" r="r" t="t"/>
            <a:pathLst>
              <a:path extrusionOk="0" h="1459" w="1454">
                <a:moveTo>
                  <a:pt x="618" y="410"/>
                </a:moveTo>
                <a:lnTo>
                  <a:pt x="725" y="0"/>
                </a:lnTo>
                <a:lnTo>
                  <a:pt x="831" y="410"/>
                </a:lnTo>
                <a:cubicBezTo>
                  <a:pt x="870" y="516"/>
                  <a:pt x="938" y="584"/>
                  <a:pt x="1044" y="623"/>
                </a:cubicBezTo>
                <a:lnTo>
                  <a:pt x="1454" y="729"/>
                </a:lnTo>
                <a:lnTo>
                  <a:pt x="1044" y="836"/>
                </a:lnTo>
                <a:cubicBezTo>
                  <a:pt x="938" y="870"/>
                  <a:pt x="853" y="942"/>
                  <a:pt x="831" y="1049"/>
                </a:cubicBezTo>
                <a:lnTo>
                  <a:pt x="725" y="1458"/>
                </a:lnTo>
                <a:lnTo>
                  <a:pt x="618" y="1049"/>
                </a:lnTo>
                <a:cubicBezTo>
                  <a:pt x="584" y="942"/>
                  <a:pt x="512" y="853"/>
                  <a:pt x="405" y="836"/>
                </a:cubicBezTo>
                <a:lnTo>
                  <a:pt x="0" y="729"/>
                </a:lnTo>
                <a:lnTo>
                  <a:pt x="405" y="623"/>
                </a:lnTo>
                <a:cubicBezTo>
                  <a:pt x="512" y="584"/>
                  <a:pt x="584" y="516"/>
                  <a:pt x="618" y="410"/>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3"/>
          <p:cNvSpPr/>
          <p:nvPr/>
        </p:nvSpPr>
        <p:spPr>
          <a:xfrm rot="1799972">
            <a:off x="8078384" y="3661954"/>
            <a:ext cx="113317" cy="113537"/>
          </a:xfrm>
          <a:custGeom>
            <a:rect b="b" l="l" r="r" t="t"/>
            <a:pathLst>
              <a:path extrusionOk="0" h="2047" w="2043">
                <a:moveTo>
                  <a:pt x="1011" y="0"/>
                </a:moveTo>
                <a:cubicBezTo>
                  <a:pt x="461" y="0"/>
                  <a:pt x="1" y="465"/>
                  <a:pt x="1" y="1015"/>
                </a:cubicBezTo>
                <a:cubicBezTo>
                  <a:pt x="1" y="1582"/>
                  <a:pt x="461" y="2046"/>
                  <a:pt x="1011" y="2046"/>
                </a:cubicBezTo>
                <a:cubicBezTo>
                  <a:pt x="1582" y="2046"/>
                  <a:pt x="2042" y="1582"/>
                  <a:pt x="2042" y="1015"/>
                </a:cubicBezTo>
                <a:cubicBezTo>
                  <a:pt x="2042" y="465"/>
                  <a:pt x="1582" y="0"/>
                  <a:pt x="1011"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3"/>
          <p:cNvSpPr/>
          <p:nvPr/>
        </p:nvSpPr>
        <p:spPr>
          <a:xfrm>
            <a:off x="829146" y="700625"/>
            <a:ext cx="510293" cy="510293"/>
          </a:xfrm>
          <a:custGeom>
            <a:rect b="b" l="l" r="r" t="t"/>
            <a:pathLst>
              <a:path extrusionOk="0" h="12379" w="12379">
                <a:moveTo>
                  <a:pt x="6198" y="1"/>
                </a:moveTo>
                <a:cubicBezTo>
                  <a:pt x="2771" y="1"/>
                  <a:pt x="1" y="2771"/>
                  <a:pt x="1" y="6198"/>
                </a:cubicBezTo>
                <a:cubicBezTo>
                  <a:pt x="1" y="9608"/>
                  <a:pt x="2771" y="12379"/>
                  <a:pt x="6198" y="12379"/>
                </a:cubicBezTo>
                <a:cubicBezTo>
                  <a:pt x="9608" y="12379"/>
                  <a:pt x="12379" y="9608"/>
                  <a:pt x="12379" y="6198"/>
                </a:cubicBezTo>
                <a:cubicBezTo>
                  <a:pt x="12379" y="2771"/>
                  <a:pt x="9608" y="1"/>
                  <a:pt x="6198" y="1"/>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3"/>
          <p:cNvSpPr/>
          <p:nvPr/>
        </p:nvSpPr>
        <p:spPr>
          <a:xfrm>
            <a:off x="944924" y="821933"/>
            <a:ext cx="44696" cy="67620"/>
          </a:xfrm>
          <a:custGeom>
            <a:rect b="b" l="l" r="r" t="t"/>
            <a:pathLst>
              <a:path extrusionOk="0" h="2507" w="1084">
                <a:moveTo>
                  <a:pt x="533" y="141"/>
                </a:moveTo>
                <a:cubicBezTo>
                  <a:pt x="551" y="141"/>
                  <a:pt x="568" y="141"/>
                  <a:pt x="602" y="163"/>
                </a:cubicBezTo>
                <a:cubicBezTo>
                  <a:pt x="640" y="180"/>
                  <a:pt x="674" y="214"/>
                  <a:pt x="725" y="286"/>
                </a:cubicBezTo>
                <a:cubicBezTo>
                  <a:pt x="781" y="376"/>
                  <a:pt x="832" y="516"/>
                  <a:pt x="870" y="674"/>
                </a:cubicBezTo>
                <a:cubicBezTo>
                  <a:pt x="904" y="853"/>
                  <a:pt x="938" y="1049"/>
                  <a:pt x="938" y="1262"/>
                </a:cubicBezTo>
                <a:cubicBezTo>
                  <a:pt x="938" y="1565"/>
                  <a:pt x="887" y="1868"/>
                  <a:pt x="798" y="2059"/>
                </a:cubicBezTo>
                <a:cubicBezTo>
                  <a:pt x="764" y="2166"/>
                  <a:pt x="708" y="2238"/>
                  <a:pt x="674" y="2294"/>
                </a:cubicBezTo>
                <a:cubicBezTo>
                  <a:pt x="640" y="2311"/>
                  <a:pt x="619" y="2328"/>
                  <a:pt x="602" y="2345"/>
                </a:cubicBezTo>
                <a:cubicBezTo>
                  <a:pt x="568" y="2362"/>
                  <a:pt x="551" y="2362"/>
                  <a:pt x="533" y="2362"/>
                </a:cubicBezTo>
                <a:cubicBezTo>
                  <a:pt x="512" y="2362"/>
                  <a:pt x="495" y="2362"/>
                  <a:pt x="478" y="2345"/>
                </a:cubicBezTo>
                <a:cubicBezTo>
                  <a:pt x="427" y="2328"/>
                  <a:pt x="389" y="2294"/>
                  <a:pt x="354" y="2221"/>
                </a:cubicBezTo>
                <a:cubicBezTo>
                  <a:pt x="282" y="2132"/>
                  <a:pt x="231" y="1991"/>
                  <a:pt x="192" y="1829"/>
                </a:cubicBezTo>
                <a:cubicBezTo>
                  <a:pt x="158" y="1654"/>
                  <a:pt x="141" y="1458"/>
                  <a:pt x="141" y="1262"/>
                </a:cubicBezTo>
                <a:cubicBezTo>
                  <a:pt x="141" y="943"/>
                  <a:pt x="175" y="640"/>
                  <a:pt x="265" y="444"/>
                </a:cubicBezTo>
                <a:cubicBezTo>
                  <a:pt x="299" y="337"/>
                  <a:pt x="354" y="269"/>
                  <a:pt x="406" y="214"/>
                </a:cubicBezTo>
                <a:cubicBezTo>
                  <a:pt x="427" y="197"/>
                  <a:pt x="444" y="180"/>
                  <a:pt x="478" y="163"/>
                </a:cubicBezTo>
                <a:cubicBezTo>
                  <a:pt x="495" y="141"/>
                  <a:pt x="512" y="141"/>
                  <a:pt x="533" y="141"/>
                </a:cubicBezTo>
                <a:close/>
                <a:moveTo>
                  <a:pt x="533" y="1"/>
                </a:moveTo>
                <a:cubicBezTo>
                  <a:pt x="495" y="1"/>
                  <a:pt x="444" y="18"/>
                  <a:pt x="406" y="35"/>
                </a:cubicBezTo>
                <a:cubicBezTo>
                  <a:pt x="337" y="73"/>
                  <a:pt x="282" y="124"/>
                  <a:pt x="231" y="197"/>
                </a:cubicBezTo>
                <a:cubicBezTo>
                  <a:pt x="158" y="320"/>
                  <a:pt x="86" y="461"/>
                  <a:pt x="52" y="657"/>
                </a:cubicBezTo>
                <a:cubicBezTo>
                  <a:pt x="18" y="836"/>
                  <a:pt x="1" y="1032"/>
                  <a:pt x="1" y="1262"/>
                </a:cubicBezTo>
                <a:cubicBezTo>
                  <a:pt x="1" y="1582"/>
                  <a:pt x="52" y="1885"/>
                  <a:pt x="141" y="2115"/>
                </a:cubicBezTo>
                <a:cubicBezTo>
                  <a:pt x="175" y="2221"/>
                  <a:pt x="231" y="2328"/>
                  <a:pt x="299" y="2400"/>
                </a:cubicBezTo>
                <a:cubicBezTo>
                  <a:pt x="337" y="2417"/>
                  <a:pt x="372" y="2452"/>
                  <a:pt x="406" y="2469"/>
                </a:cubicBezTo>
                <a:cubicBezTo>
                  <a:pt x="444" y="2486"/>
                  <a:pt x="495" y="2507"/>
                  <a:pt x="533" y="2507"/>
                </a:cubicBezTo>
                <a:cubicBezTo>
                  <a:pt x="585" y="2507"/>
                  <a:pt x="619" y="2486"/>
                  <a:pt x="657" y="2469"/>
                </a:cubicBezTo>
                <a:cubicBezTo>
                  <a:pt x="725" y="2434"/>
                  <a:pt x="781" y="2379"/>
                  <a:pt x="832" y="2311"/>
                </a:cubicBezTo>
                <a:cubicBezTo>
                  <a:pt x="904" y="2187"/>
                  <a:pt x="977" y="2042"/>
                  <a:pt x="1011" y="1868"/>
                </a:cubicBezTo>
                <a:cubicBezTo>
                  <a:pt x="1045" y="1671"/>
                  <a:pt x="1083" y="1475"/>
                  <a:pt x="1083" y="1262"/>
                </a:cubicBezTo>
                <a:cubicBezTo>
                  <a:pt x="1083" y="926"/>
                  <a:pt x="1028" y="623"/>
                  <a:pt x="938" y="393"/>
                </a:cubicBezTo>
                <a:cubicBezTo>
                  <a:pt x="887" y="286"/>
                  <a:pt x="832" y="180"/>
                  <a:pt x="764" y="124"/>
                </a:cubicBezTo>
                <a:cubicBezTo>
                  <a:pt x="747" y="90"/>
                  <a:pt x="708" y="56"/>
                  <a:pt x="657" y="35"/>
                </a:cubicBezTo>
                <a:cubicBezTo>
                  <a:pt x="619" y="18"/>
                  <a:pt x="585" y="1"/>
                  <a:pt x="533" y="1"/>
                </a:cubicBezTo>
                <a:close/>
              </a:path>
            </a:pathLst>
          </a:custGeom>
          <a:solidFill>
            <a:srgbClr val="01020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3"/>
          <p:cNvSpPr/>
          <p:nvPr/>
        </p:nvSpPr>
        <p:spPr>
          <a:xfrm>
            <a:off x="1070046" y="924669"/>
            <a:ext cx="42539" cy="67619"/>
          </a:xfrm>
          <a:custGeom>
            <a:rect b="b" l="l" r="r" t="t"/>
            <a:pathLst>
              <a:path extrusionOk="0" h="2771" w="1032">
                <a:moveTo>
                  <a:pt x="516" y="141"/>
                </a:moveTo>
                <a:cubicBezTo>
                  <a:pt x="533" y="141"/>
                  <a:pt x="550" y="141"/>
                  <a:pt x="567" y="158"/>
                </a:cubicBezTo>
                <a:cubicBezTo>
                  <a:pt x="606" y="175"/>
                  <a:pt x="640" y="231"/>
                  <a:pt x="695" y="299"/>
                </a:cubicBezTo>
                <a:cubicBezTo>
                  <a:pt x="746" y="405"/>
                  <a:pt x="802" y="550"/>
                  <a:pt x="836" y="746"/>
                </a:cubicBezTo>
                <a:cubicBezTo>
                  <a:pt x="870" y="938"/>
                  <a:pt x="887" y="1151"/>
                  <a:pt x="887" y="1386"/>
                </a:cubicBezTo>
                <a:cubicBezTo>
                  <a:pt x="887" y="1739"/>
                  <a:pt x="836" y="2059"/>
                  <a:pt x="763" y="2289"/>
                </a:cubicBezTo>
                <a:cubicBezTo>
                  <a:pt x="729" y="2396"/>
                  <a:pt x="674" y="2485"/>
                  <a:pt x="640" y="2558"/>
                </a:cubicBezTo>
                <a:cubicBezTo>
                  <a:pt x="606" y="2575"/>
                  <a:pt x="589" y="2592"/>
                  <a:pt x="567" y="2609"/>
                </a:cubicBezTo>
                <a:cubicBezTo>
                  <a:pt x="550" y="2626"/>
                  <a:pt x="533" y="2626"/>
                  <a:pt x="516" y="2626"/>
                </a:cubicBezTo>
                <a:cubicBezTo>
                  <a:pt x="499" y="2626"/>
                  <a:pt x="482" y="2626"/>
                  <a:pt x="461" y="2609"/>
                </a:cubicBezTo>
                <a:cubicBezTo>
                  <a:pt x="427" y="2592"/>
                  <a:pt x="393" y="2536"/>
                  <a:pt x="337" y="2468"/>
                </a:cubicBezTo>
                <a:cubicBezTo>
                  <a:pt x="286" y="2362"/>
                  <a:pt x="231" y="2217"/>
                  <a:pt x="197" y="2025"/>
                </a:cubicBezTo>
                <a:cubicBezTo>
                  <a:pt x="162" y="1829"/>
                  <a:pt x="141" y="1616"/>
                  <a:pt x="141" y="1386"/>
                </a:cubicBezTo>
                <a:cubicBezTo>
                  <a:pt x="141" y="1028"/>
                  <a:pt x="197" y="708"/>
                  <a:pt x="269" y="478"/>
                </a:cubicBezTo>
                <a:cubicBezTo>
                  <a:pt x="303" y="371"/>
                  <a:pt x="354" y="282"/>
                  <a:pt x="393" y="214"/>
                </a:cubicBezTo>
                <a:cubicBezTo>
                  <a:pt x="427" y="192"/>
                  <a:pt x="444" y="175"/>
                  <a:pt x="461" y="158"/>
                </a:cubicBezTo>
                <a:cubicBezTo>
                  <a:pt x="482" y="141"/>
                  <a:pt x="499" y="141"/>
                  <a:pt x="516" y="141"/>
                </a:cubicBezTo>
                <a:close/>
                <a:moveTo>
                  <a:pt x="516" y="0"/>
                </a:moveTo>
                <a:cubicBezTo>
                  <a:pt x="461" y="0"/>
                  <a:pt x="427" y="17"/>
                  <a:pt x="393" y="34"/>
                </a:cubicBezTo>
                <a:cubicBezTo>
                  <a:pt x="320" y="86"/>
                  <a:pt x="269" y="141"/>
                  <a:pt x="231" y="231"/>
                </a:cubicBezTo>
                <a:cubicBezTo>
                  <a:pt x="162" y="354"/>
                  <a:pt x="90" y="512"/>
                  <a:pt x="56" y="708"/>
                </a:cubicBezTo>
                <a:cubicBezTo>
                  <a:pt x="18" y="921"/>
                  <a:pt x="0" y="1134"/>
                  <a:pt x="0" y="1386"/>
                </a:cubicBezTo>
                <a:cubicBezTo>
                  <a:pt x="0" y="1756"/>
                  <a:pt x="56" y="2093"/>
                  <a:pt x="124" y="2345"/>
                </a:cubicBezTo>
                <a:cubicBezTo>
                  <a:pt x="180" y="2468"/>
                  <a:pt x="231" y="2558"/>
                  <a:pt x="286" y="2643"/>
                </a:cubicBezTo>
                <a:cubicBezTo>
                  <a:pt x="320" y="2681"/>
                  <a:pt x="354" y="2716"/>
                  <a:pt x="393" y="2733"/>
                </a:cubicBezTo>
                <a:cubicBezTo>
                  <a:pt x="427" y="2750"/>
                  <a:pt x="461" y="2771"/>
                  <a:pt x="516" y="2771"/>
                </a:cubicBezTo>
                <a:cubicBezTo>
                  <a:pt x="567" y="2771"/>
                  <a:pt x="606" y="2750"/>
                  <a:pt x="640" y="2733"/>
                </a:cubicBezTo>
                <a:cubicBezTo>
                  <a:pt x="712" y="2698"/>
                  <a:pt x="763" y="2626"/>
                  <a:pt x="819" y="2536"/>
                </a:cubicBezTo>
                <a:cubicBezTo>
                  <a:pt x="870" y="2413"/>
                  <a:pt x="942" y="2255"/>
                  <a:pt x="977" y="2059"/>
                </a:cubicBezTo>
                <a:cubicBezTo>
                  <a:pt x="1015" y="1846"/>
                  <a:pt x="1032" y="1633"/>
                  <a:pt x="1032" y="1386"/>
                </a:cubicBezTo>
                <a:cubicBezTo>
                  <a:pt x="1032" y="1011"/>
                  <a:pt x="977" y="674"/>
                  <a:pt x="908" y="444"/>
                </a:cubicBezTo>
                <a:cubicBezTo>
                  <a:pt x="853" y="320"/>
                  <a:pt x="802" y="214"/>
                  <a:pt x="746" y="124"/>
                </a:cubicBezTo>
                <a:cubicBezTo>
                  <a:pt x="712" y="86"/>
                  <a:pt x="674" y="69"/>
                  <a:pt x="640" y="34"/>
                </a:cubicBezTo>
                <a:cubicBezTo>
                  <a:pt x="606" y="17"/>
                  <a:pt x="567" y="0"/>
                  <a:pt x="516" y="0"/>
                </a:cubicBezTo>
                <a:close/>
              </a:path>
            </a:pathLst>
          </a:custGeom>
          <a:solidFill>
            <a:srgbClr val="01020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3"/>
          <p:cNvSpPr/>
          <p:nvPr/>
        </p:nvSpPr>
        <p:spPr>
          <a:xfrm>
            <a:off x="968532" y="951320"/>
            <a:ext cx="44698" cy="40970"/>
          </a:xfrm>
          <a:custGeom>
            <a:rect b="b" l="l" r="r" t="t"/>
            <a:pathLst>
              <a:path extrusionOk="0" h="994" w="572">
                <a:moveTo>
                  <a:pt x="286" y="141"/>
                </a:moveTo>
                <a:cubicBezTo>
                  <a:pt x="303" y="141"/>
                  <a:pt x="303" y="141"/>
                  <a:pt x="320" y="158"/>
                </a:cubicBezTo>
                <a:cubicBezTo>
                  <a:pt x="337" y="175"/>
                  <a:pt x="376" y="231"/>
                  <a:pt x="393" y="282"/>
                </a:cubicBezTo>
                <a:cubicBezTo>
                  <a:pt x="410" y="337"/>
                  <a:pt x="427" y="410"/>
                  <a:pt x="427" y="495"/>
                </a:cubicBezTo>
                <a:cubicBezTo>
                  <a:pt x="427" y="602"/>
                  <a:pt x="410" y="691"/>
                  <a:pt x="376" y="764"/>
                </a:cubicBezTo>
                <a:cubicBezTo>
                  <a:pt x="359" y="798"/>
                  <a:pt x="337" y="815"/>
                  <a:pt x="320" y="836"/>
                </a:cubicBezTo>
                <a:cubicBezTo>
                  <a:pt x="303" y="836"/>
                  <a:pt x="303" y="853"/>
                  <a:pt x="286" y="853"/>
                </a:cubicBezTo>
                <a:cubicBezTo>
                  <a:pt x="269" y="853"/>
                  <a:pt x="269" y="836"/>
                  <a:pt x="252" y="836"/>
                </a:cubicBezTo>
                <a:cubicBezTo>
                  <a:pt x="231" y="815"/>
                  <a:pt x="197" y="764"/>
                  <a:pt x="180" y="708"/>
                </a:cubicBezTo>
                <a:cubicBezTo>
                  <a:pt x="163" y="657"/>
                  <a:pt x="146" y="568"/>
                  <a:pt x="146" y="495"/>
                </a:cubicBezTo>
                <a:cubicBezTo>
                  <a:pt x="146" y="388"/>
                  <a:pt x="163" y="303"/>
                  <a:pt x="197" y="231"/>
                </a:cubicBezTo>
                <a:cubicBezTo>
                  <a:pt x="214" y="197"/>
                  <a:pt x="231" y="175"/>
                  <a:pt x="252" y="158"/>
                </a:cubicBezTo>
                <a:cubicBezTo>
                  <a:pt x="269" y="141"/>
                  <a:pt x="269" y="141"/>
                  <a:pt x="286" y="141"/>
                </a:cubicBezTo>
                <a:close/>
                <a:moveTo>
                  <a:pt x="286" y="1"/>
                </a:moveTo>
                <a:cubicBezTo>
                  <a:pt x="231" y="1"/>
                  <a:pt x="197" y="18"/>
                  <a:pt x="163" y="52"/>
                </a:cubicBezTo>
                <a:cubicBezTo>
                  <a:pt x="107" y="107"/>
                  <a:pt x="73" y="158"/>
                  <a:pt x="39" y="231"/>
                </a:cubicBezTo>
                <a:cubicBezTo>
                  <a:pt x="18" y="320"/>
                  <a:pt x="1" y="410"/>
                  <a:pt x="1" y="495"/>
                </a:cubicBezTo>
                <a:cubicBezTo>
                  <a:pt x="1" y="623"/>
                  <a:pt x="39" y="729"/>
                  <a:pt x="73" y="815"/>
                </a:cubicBezTo>
                <a:cubicBezTo>
                  <a:pt x="90" y="870"/>
                  <a:pt x="124" y="904"/>
                  <a:pt x="163" y="943"/>
                </a:cubicBezTo>
                <a:cubicBezTo>
                  <a:pt x="197" y="960"/>
                  <a:pt x="231" y="994"/>
                  <a:pt x="286" y="994"/>
                </a:cubicBezTo>
                <a:cubicBezTo>
                  <a:pt x="337" y="994"/>
                  <a:pt x="376" y="960"/>
                  <a:pt x="410" y="943"/>
                </a:cubicBezTo>
                <a:cubicBezTo>
                  <a:pt x="465" y="887"/>
                  <a:pt x="499" y="836"/>
                  <a:pt x="534" y="747"/>
                </a:cubicBezTo>
                <a:cubicBezTo>
                  <a:pt x="551" y="674"/>
                  <a:pt x="572" y="585"/>
                  <a:pt x="572" y="495"/>
                </a:cubicBezTo>
                <a:cubicBezTo>
                  <a:pt x="572" y="371"/>
                  <a:pt x="534" y="248"/>
                  <a:pt x="499" y="158"/>
                </a:cubicBezTo>
                <a:cubicBezTo>
                  <a:pt x="482" y="124"/>
                  <a:pt x="444" y="90"/>
                  <a:pt x="410" y="52"/>
                </a:cubicBezTo>
                <a:cubicBezTo>
                  <a:pt x="376" y="18"/>
                  <a:pt x="337" y="1"/>
                  <a:pt x="286" y="1"/>
                </a:cubicBezTo>
                <a:close/>
              </a:path>
            </a:pathLst>
          </a:custGeom>
          <a:solidFill>
            <a:srgbClr val="01020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3"/>
          <p:cNvSpPr/>
          <p:nvPr/>
        </p:nvSpPr>
        <p:spPr>
          <a:xfrm>
            <a:off x="1034138" y="1025611"/>
            <a:ext cx="35905" cy="46952"/>
          </a:xfrm>
          <a:custGeom>
            <a:rect b="b" l="l" r="r" t="t"/>
            <a:pathLst>
              <a:path extrusionOk="0" h="1139" w="871">
                <a:moveTo>
                  <a:pt x="427" y="141"/>
                </a:moveTo>
                <a:cubicBezTo>
                  <a:pt x="495" y="141"/>
                  <a:pt x="567" y="179"/>
                  <a:pt x="640" y="248"/>
                </a:cubicBezTo>
                <a:cubicBezTo>
                  <a:pt x="691" y="337"/>
                  <a:pt x="725" y="444"/>
                  <a:pt x="725" y="567"/>
                </a:cubicBezTo>
                <a:cubicBezTo>
                  <a:pt x="725" y="691"/>
                  <a:pt x="691" y="797"/>
                  <a:pt x="640" y="870"/>
                </a:cubicBezTo>
                <a:cubicBezTo>
                  <a:pt x="567" y="959"/>
                  <a:pt x="495" y="993"/>
                  <a:pt x="427" y="993"/>
                </a:cubicBezTo>
                <a:cubicBezTo>
                  <a:pt x="354" y="993"/>
                  <a:pt x="282" y="959"/>
                  <a:pt x="231" y="870"/>
                </a:cubicBezTo>
                <a:cubicBezTo>
                  <a:pt x="175" y="797"/>
                  <a:pt x="141" y="691"/>
                  <a:pt x="141" y="567"/>
                </a:cubicBezTo>
                <a:cubicBezTo>
                  <a:pt x="141" y="444"/>
                  <a:pt x="175" y="337"/>
                  <a:pt x="231" y="248"/>
                </a:cubicBezTo>
                <a:cubicBezTo>
                  <a:pt x="282" y="179"/>
                  <a:pt x="354" y="141"/>
                  <a:pt x="427" y="141"/>
                </a:cubicBezTo>
                <a:close/>
                <a:moveTo>
                  <a:pt x="427" y="0"/>
                </a:moveTo>
                <a:cubicBezTo>
                  <a:pt x="299" y="0"/>
                  <a:pt x="192" y="73"/>
                  <a:pt x="107" y="179"/>
                </a:cubicBezTo>
                <a:cubicBezTo>
                  <a:pt x="35" y="265"/>
                  <a:pt x="1" y="410"/>
                  <a:pt x="1" y="567"/>
                </a:cubicBezTo>
                <a:cubicBezTo>
                  <a:pt x="1" y="712"/>
                  <a:pt x="35" y="853"/>
                  <a:pt x="107" y="959"/>
                </a:cubicBezTo>
                <a:cubicBezTo>
                  <a:pt x="192" y="1066"/>
                  <a:pt x="299" y="1138"/>
                  <a:pt x="427" y="1138"/>
                </a:cubicBezTo>
                <a:cubicBezTo>
                  <a:pt x="567" y="1138"/>
                  <a:pt x="674" y="1066"/>
                  <a:pt x="747" y="959"/>
                </a:cubicBezTo>
                <a:cubicBezTo>
                  <a:pt x="815" y="853"/>
                  <a:pt x="870" y="712"/>
                  <a:pt x="870" y="567"/>
                </a:cubicBezTo>
                <a:cubicBezTo>
                  <a:pt x="870" y="410"/>
                  <a:pt x="815" y="265"/>
                  <a:pt x="747" y="179"/>
                </a:cubicBezTo>
                <a:cubicBezTo>
                  <a:pt x="674" y="73"/>
                  <a:pt x="567" y="0"/>
                  <a:pt x="427" y="0"/>
                </a:cubicBezTo>
                <a:close/>
              </a:path>
            </a:pathLst>
          </a:custGeom>
          <a:solidFill>
            <a:srgbClr val="01020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3"/>
          <p:cNvSpPr/>
          <p:nvPr/>
        </p:nvSpPr>
        <p:spPr>
          <a:xfrm rot="-5400000">
            <a:off x="1373869" y="660652"/>
            <a:ext cx="151714" cy="151742"/>
          </a:xfrm>
          <a:custGeom>
            <a:rect b="b" l="l" r="r" t="t"/>
            <a:pathLst>
              <a:path extrusionOk="0" h="5415" w="5414">
                <a:moveTo>
                  <a:pt x="5413" y="2716"/>
                </a:moveTo>
                <a:cubicBezTo>
                  <a:pt x="5413" y="4208"/>
                  <a:pt x="4207" y="5414"/>
                  <a:pt x="2698" y="5414"/>
                </a:cubicBezTo>
                <a:cubicBezTo>
                  <a:pt x="1207" y="5414"/>
                  <a:pt x="0" y="4208"/>
                  <a:pt x="0" y="2716"/>
                </a:cubicBezTo>
                <a:cubicBezTo>
                  <a:pt x="0" y="1224"/>
                  <a:pt x="1207" y="1"/>
                  <a:pt x="2698" y="1"/>
                </a:cubicBezTo>
                <a:cubicBezTo>
                  <a:pt x="4207" y="1"/>
                  <a:pt x="5413" y="1224"/>
                  <a:pt x="5413" y="2716"/>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3"/>
          <p:cNvSpPr/>
          <p:nvPr/>
        </p:nvSpPr>
        <p:spPr>
          <a:xfrm rot="-5400000">
            <a:off x="725814" y="539976"/>
            <a:ext cx="103326" cy="103359"/>
          </a:xfrm>
          <a:custGeom>
            <a:rect b="b" l="l" r="r" t="t"/>
            <a:pathLst>
              <a:path extrusionOk="0" h="5415" w="5414">
                <a:moveTo>
                  <a:pt x="5413" y="2716"/>
                </a:moveTo>
                <a:cubicBezTo>
                  <a:pt x="5413" y="4208"/>
                  <a:pt x="4207" y="5414"/>
                  <a:pt x="2698" y="5414"/>
                </a:cubicBezTo>
                <a:cubicBezTo>
                  <a:pt x="1207" y="5414"/>
                  <a:pt x="0" y="4208"/>
                  <a:pt x="0" y="2716"/>
                </a:cubicBezTo>
                <a:cubicBezTo>
                  <a:pt x="0" y="1224"/>
                  <a:pt x="1207" y="1"/>
                  <a:pt x="2698" y="1"/>
                </a:cubicBezTo>
                <a:cubicBezTo>
                  <a:pt x="4207" y="1"/>
                  <a:pt x="5413" y="1224"/>
                  <a:pt x="5413" y="2716"/>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3"/>
          <p:cNvSpPr/>
          <p:nvPr/>
        </p:nvSpPr>
        <p:spPr>
          <a:xfrm rot="5400000">
            <a:off x="474014" y="1025539"/>
            <a:ext cx="198295" cy="198424"/>
          </a:xfrm>
          <a:custGeom>
            <a:rect b="b" l="l" r="r" t="t"/>
            <a:pathLst>
              <a:path extrusionOk="0" h="1459" w="1458">
                <a:moveTo>
                  <a:pt x="623" y="410"/>
                </a:moveTo>
                <a:lnTo>
                  <a:pt x="729" y="0"/>
                </a:lnTo>
                <a:lnTo>
                  <a:pt x="836" y="410"/>
                </a:lnTo>
                <a:cubicBezTo>
                  <a:pt x="870" y="516"/>
                  <a:pt x="959" y="584"/>
                  <a:pt x="1049" y="623"/>
                </a:cubicBezTo>
                <a:lnTo>
                  <a:pt x="1458" y="729"/>
                </a:lnTo>
                <a:lnTo>
                  <a:pt x="1049" y="836"/>
                </a:lnTo>
                <a:cubicBezTo>
                  <a:pt x="942" y="870"/>
                  <a:pt x="870" y="942"/>
                  <a:pt x="836" y="1049"/>
                </a:cubicBezTo>
                <a:lnTo>
                  <a:pt x="729" y="1458"/>
                </a:lnTo>
                <a:lnTo>
                  <a:pt x="623" y="1049"/>
                </a:lnTo>
                <a:cubicBezTo>
                  <a:pt x="605" y="942"/>
                  <a:pt x="516" y="853"/>
                  <a:pt x="409" y="836"/>
                </a:cubicBezTo>
                <a:lnTo>
                  <a:pt x="0" y="729"/>
                </a:lnTo>
                <a:lnTo>
                  <a:pt x="409" y="623"/>
                </a:lnTo>
                <a:cubicBezTo>
                  <a:pt x="516" y="584"/>
                  <a:pt x="605" y="516"/>
                  <a:pt x="623" y="4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75" name="Shape 2275"/>
        <p:cNvGrpSpPr/>
        <p:nvPr/>
      </p:nvGrpSpPr>
      <p:grpSpPr>
        <a:xfrm>
          <a:off x="0" y="0"/>
          <a:ext cx="0" cy="0"/>
          <a:chOff x="0" y="0"/>
          <a:chExt cx="0" cy="0"/>
        </a:xfrm>
      </p:grpSpPr>
      <p:sp>
        <p:nvSpPr>
          <p:cNvPr id="2276" name="Google Shape;2276;p64"/>
          <p:cNvSpPr txBox="1"/>
          <p:nvPr>
            <p:ph type="title"/>
          </p:nvPr>
        </p:nvSpPr>
        <p:spPr>
          <a:xfrm>
            <a:off x="4559675" y="1975850"/>
            <a:ext cx="2388300" cy="153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SzPts val="990"/>
              <a:buNone/>
            </a:pPr>
            <a:r>
              <a:rPr lang="en"/>
              <a:t>TABLET APP</a:t>
            </a:r>
            <a:endParaRPr/>
          </a:p>
        </p:txBody>
      </p:sp>
      <p:sp>
        <p:nvSpPr>
          <p:cNvPr id="2277" name="Google Shape;2277;p64"/>
          <p:cNvSpPr txBox="1"/>
          <p:nvPr>
            <p:ph idx="1" type="subTitle"/>
          </p:nvPr>
        </p:nvSpPr>
        <p:spPr>
          <a:xfrm>
            <a:off x="4559675" y="3136950"/>
            <a:ext cx="2898300" cy="1157700"/>
          </a:xfrm>
          <a:prstGeom prst="rect">
            <a:avLst/>
          </a:prstGeom>
        </p:spPr>
        <p:txBody>
          <a:bodyPr anchorCtr="0" anchor="ctr" bIns="91425" lIns="91425" spcFirstLastPara="1" rIns="91425" wrap="square" tIns="91425">
            <a:normAutofit/>
          </a:bodyPr>
          <a:lstStyle/>
          <a:p>
            <a:pPr indent="0" lvl="0" marL="0" rtl="0" algn="l">
              <a:spcBef>
                <a:spcPts val="0"/>
              </a:spcBef>
              <a:spcAft>
                <a:spcPts val="0"/>
              </a:spcAft>
              <a:buNone/>
            </a:pPr>
            <a:r>
              <a:rPr lang="en"/>
              <a:t>You can replace the image on the screen with your own work. Just delete this one, add yours and center it properly</a:t>
            </a:r>
            <a:endParaRPr/>
          </a:p>
        </p:txBody>
      </p:sp>
      <p:grpSp>
        <p:nvGrpSpPr>
          <p:cNvPr id="2278" name="Google Shape;2278;p64"/>
          <p:cNvGrpSpPr/>
          <p:nvPr/>
        </p:nvGrpSpPr>
        <p:grpSpPr>
          <a:xfrm>
            <a:off x="1917329" y="1005968"/>
            <a:ext cx="2388309" cy="3283958"/>
            <a:chOff x="-734425" y="725975"/>
            <a:chExt cx="2684700" cy="3691500"/>
          </a:xfrm>
        </p:grpSpPr>
        <p:sp>
          <p:nvSpPr>
            <p:cNvPr id="2279" name="Google Shape;2279;p64"/>
            <p:cNvSpPr/>
            <p:nvPr/>
          </p:nvSpPr>
          <p:spPr>
            <a:xfrm>
              <a:off x="-734425" y="725975"/>
              <a:ext cx="2684700" cy="3691500"/>
            </a:xfrm>
            <a:prstGeom prst="roundRect">
              <a:avLst>
                <a:gd fmla="val 4846"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4"/>
            <p:cNvSpPr/>
            <p:nvPr/>
          </p:nvSpPr>
          <p:spPr>
            <a:xfrm>
              <a:off x="515529" y="4285098"/>
              <a:ext cx="184800" cy="61500"/>
            </a:xfrm>
            <a:prstGeom prst="roundRect">
              <a:avLst>
                <a:gd fmla="val 5000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4"/>
            <p:cNvSpPr/>
            <p:nvPr/>
          </p:nvSpPr>
          <p:spPr>
            <a:xfrm>
              <a:off x="577175" y="812032"/>
              <a:ext cx="61500" cy="615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4"/>
            <p:cNvSpPr/>
            <p:nvPr/>
          </p:nvSpPr>
          <p:spPr>
            <a:xfrm>
              <a:off x="-537625" y="945150"/>
              <a:ext cx="2291100" cy="32700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283" name="Google Shape;2283;p64"/>
          <p:cNvPicPr preferRelativeResize="0"/>
          <p:nvPr/>
        </p:nvPicPr>
        <p:blipFill rotWithShape="1">
          <a:blip r:embed="rId3">
            <a:alphaModFix/>
          </a:blip>
          <a:srcRect b="0" l="0" r="61003" t="0"/>
          <a:stretch/>
        </p:blipFill>
        <p:spPr>
          <a:xfrm>
            <a:off x="2103000" y="1207300"/>
            <a:ext cx="2014174" cy="2893224"/>
          </a:xfrm>
          <a:prstGeom prst="rect">
            <a:avLst/>
          </a:prstGeom>
          <a:noFill/>
          <a:ln>
            <a:noFill/>
          </a:ln>
        </p:spPr>
      </p:pic>
      <p:grpSp>
        <p:nvGrpSpPr>
          <p:cNvPr id="2284" name="Google Shape;2284;p64"/>
          <p:cNvGrpSpPr/>
          <p:nvPr/>
        </p:nvGrpSpPr>
        <p:grpSpPr>
          <a:xfrm rot="1800036">
            <a:off x="6912190" y="769654"/>
            <a:ext cx="1647095" cy="619980"/>
            <a:chOff x="4852375" y="2531925"/>
            <a:chExt cx="856450" cy="322375"/>
          </a:xfrm>
        </p:grpSpPr>
        <p:sp>
          <p:nvSpPr>
            <p:cNvPr id="2285" name="Google Shape;2285;p64"/>
            <p:cNvSpPr/>
            <p:nvPr/>
          </p:nvSpPr>
          <p:spPr>
            <a:xfrm>
              <a:off x="5171200" y="2621125"/>
              <a:ext cx="192675" cy="192775"/>
            </a:xfrm>
            <a:custGeom>
              <a:rect b="b" l="l" r="r" t="t"/>
              <a:pathLst>
                <a:path extrusionOk="0" h="7711" w="7707">
                  <a:moveTo>
                    <a:pt x="3854" y="0"/>
                  </a:moveTo>
                  <a:cubicBezTo>
                    <a:pt x="1722" y="0"/>
                    <a:pt x="0" y="1726"/>
                    <a:pt x="0" y="3858"/>
                  </a:cubicBezTo>
                  <a:cubicBezTo>
                    <a:pt x="0" y="5989"/>
                    <a:pt x="1722" y="7711"/>
                    <a:pt x="3854" y="7711"/>
                  </a:cubicBezTo>
                  <a:cubicBezTo>
                    <a:pt x="5985" y="7711"/>
                    <a:pt x="7707" y="5989"/>
                    <a:pt x="7707" y="3858"/>
                  </a:cubicBezTo>
                  <a:cubicBezTo>
                    <a:pt x="7707" y="1726"/>
                    <a:pt x="5985" y="0"/>
                    <a:pt x="38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4"/>
            <p:cNvSpPr/>
            <p:nvPr/>
          </p:nvSpPr>
          <p:spPr>
            <a:xfrm>
              <a:off x="5169375" y="2619425"/>
              <a:ext cx="196325" cy="196200"/>
            </a:xfrm>
            <a:custGeom>
              <a:rect b="b" l="l" r="r" t="t"/>
              <a:pathLst>
                <a:path extrusionOk="0" h="7848" w="7853">
                  <a:moveTo>
                    <a:pt x="3927" y="141"/>
                  </a:moveTo>
                  <a:cubicBezTo>
                    <a:pt x="4975" y="141"/>
                    <a:pt x="5913" y="567"/>
                    <a:pt x="6608" y="1240"/>
                  </a:cubicBezTo>
                  <a:cubicBezTo>
                    <a:pt x="7298" y="1935"/>
                    <a:pt x="7707" y="2877"/>
                    <a:pt x="7707" y="3926"/>
                  </a:cubicBezTo>
                  <a:cubicBezTo>
                    <a:pt x="7707" y="4970"/>
                    <a:pt x="7298" y="5912"/>
                    <a:pt x="6608" y="6607"/>
                  </a:cubicBezTo>
                  <a:cubicBezTo>
                    <a:pt x="5913" y="7280"/>
                    <a:pt x="4975" y="7706"/>
                    <a:pt x="3927" y="7706"/>
                  </a:cubicBezTo>
                  <a:cubicBezTo>
                    <a:pt x="2878" y="7706"/>
                    <a:pt x="1936" y="7280"/>
                    <a:pt x="1245" y="6607"/>
                  </a:cubicBezTo>
                  <a:cubicBezTo>
                    <a:pt x="568" y="5912"/>
                    <a:pt x="142" y="4970"/>
                    <a:pt x="142" y="3926"/>
                  </a:cubicBezTo>
                  <a:cubicBezTo>
                    <a:pt x="142" y="2877"/>
                    <a:pt x="568" y="1935"/>
                    <a:pt x="1245" y="1240"/>
                  </a:cubicBezTo>
                  <a:cubicBezTo>
                    <a:pt x="1936" y="567"/>
                    <a:pt x="2878" y="141"/>
                    <a:pt x="3927" y="141"/>
                  </a:cubicBezTo>
                  <a:close/>
                  <a:moveTo>
                    <a:pt x="3927" y="0"/>
                  </a:moveTo>
                  <a:cubicBezTo>
                    <a:pt x="1757" y="0"/>
                    <a:pt x="1" y="1756"/>
                    <a:pt x="1" y="3926"/>
                  </a:cubicBezTo>
                  <a:cubicBezTo>
                    <a:pt x="1" y="6091"/>
                    <a:pt x="1757" y="7847"/>
                    <a:pt x="3927" y="7847"/>
                  </a:cubicBezTo>
                  <a:cubicBezTo>
                    <a:pt x="6092" y="7847"/>
                    <a:pt x="7852" y="6091"/>
                    <a:pt x="7852" y="3926"/>
                  </a:cubicBezTo>
                  <a:cubicBezTo>
                    <a:pt x="7852" y="1756"/>
                    <a:pt x="6092" y="0"/>
                    <a:pt x="39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4"/>
            <p:cNvSpPr/>
            <p:nvPr/>
          </p:nvSpPr>
          <p:spPr>
            <a:xfrm>
              <a:off x="4852375" y="2643825"/>
              <a:ext cx="856450" cy="120750"/>
            </a:xfrm>
            <a:custGeom>
              <a:rect b="b" l="l" r="r" t="t"/>
              <a:pathLst>
                <a:path extrusionOk="0" h="4830" w="34258">
                  <a:moveTo>
                    <a:pt x="19181" y="0"/>
                  </a:moveTo>
                  <a:lnTo>
                    <a:pt x="19181" y="141"/>
                  </a:lnTo>
                  <a:cubicBezTo>
                    <a:pt x="21189" y="179"/>
                    <a:pt x="23068" y="264"/>
                    <a:pt x="24795" y="371"/>
                  </a:cubicBezTo>
                  <a:lnTo>
                    <a:pt x="24812" y="371"/>
                  </a:lnTo>
                  <a:cubicBezTo>
                    <a:pt x="25468" y="426"/>
                    <a:pt x="26107" y="477"/>
                    <a:pt x="26730" y="533"/>
                  </a:cubicBezTo>
                  <a:cubicBezTo>
                    <a:pt x="28469" y="691"/>
                    <a:pt x="29978" y="904"/>
                    <a:pt x="31167" y="1138"/>
                  </a:cubicBezTo>
                  <a:cubicBezTo>
                    <a:pt x="31772" y="1262"/>
                    <a:pt x="32288" y="1385"/>
                    <a:pt x="32714" y="1526"/>
                  </a:cubicBezTo>
                  <a:cubicBezTo>
                    <a:pt x="33140" y="1650"/>
                    <a:pt x="33477" y="1795"/>
                    <a:pt x="33724" y="1935"/>
                  </a:cubicBezTo>
                  <a:cubicBezTo>
                    <a:pt x="33852" y="2025"/>
                    <a:pt x="33959" y="2114"/>
                    <a:pt x="34027" y="2182"/>
                  </a:cubicBezTo>
                  <a:cubicBezTo>
                    <a:pt x="34099" y="2272"/>
                    <a:pt x="34116" y="2344"/>
                    <a:pt x="34116" y="2417"/>
                  </a:cubicBezTo>
                  <a:cubicBezTo>
                    <a:pt x="34116" y="2451"/>
                    <a:pt x="34116" y="2502"/>
                    <a:pt x="34082" y="2540"/>
                  </a:cubicBezTo>
                  <a:cubicBezTo>
                    <a:pt x="34044" y="2630"/>
                    <a:pt x="33959" y="2737"/>
                    <a:pt x="33797" y="2822"/>
                  </a:cubicBezTo>
                  <a:cubicBezTo>
                    <a:pt x="33549" y="3001"/>
                    <a:pt x="33157" y="3163"/>
                    <a:pt x="32625" y="3320"/>
                  </a:cubicBezTo>
                  <a:cubicBezTo>
                    <a:pt x="31043" y="3802"/>
                    <a:pt x="28345" y="4190"/>
                    <a:pt x="24969" y="4420"/>
                  </a:cubicBezTo>
                  <a:cubicBezTo>
                    <a:pt x="23443" y="4527"/>
                    <a:pt x="21790" y="4616"/>
                    <a:pt x="20033" y="4655"/>
                  </a:cubicBezTo>
                  <a:cubicBezTo>
                    <a:pt x="19091" y="4672"/>
                    <a:pt x="18115" y="4689"/>
                    <a:pt x="17122" y="4689"/>
                  </a:cubicBezTo>
                  <a:lnTo>
                    <a:pt x="16355" y="4689"/>
                  </a:lnTo>
                  <a:cubicBezTo>
                    <a:pt x="15272" y="4689"/>
                    <a:pt x="14207" y="4655"/>
                    <a:pt x="13180" y="4633"/>
                  </a:cubicBezTo>
                  <a:cubicBezTo>
                    <a:pt x="10516" y="4548"/>
                    <a:pt x="8099" y="4369"/>
                    <a:pt x="6091" y="4139"/>
                  </a:cubicBezTo>
                  <a:cubicBezTo>
                    <a:pt x="4778" y="3977"/>
                    <a:pt x="3640" y="3802"/>
                    <a:pt x="2715" y="3606"/>
                  </a:cubicBezTo>
                  <a:cubicBezTo>
                    <a:pt x="1884" y="3410"/>
                    <a:pt x="1224" y="3214"/>
                    <a:pt x="780" y="3018"/>
                  </a:cubicBezTo>
                  <a:cubicBezTo>
                    <a:pt x="567" y="2911"/>
                    <a:pt x="392" y="2805"/>
                    <a:pt x="286" y="2698"/>
                  </a:cubicBezTo>
                  <a:cubicBezTo>
                    <a:pt x="230" y="2647"/>
                    <a:pt x="196" y="2592"/>
                    <a:pt x="179" y="2558"/>
                  </a:cubicBezTo>
                  <a:cubicBezTo>
                    <a:pt x="141" y="2502"/>
                    <a:pt x="141" y="2451"/>
                    <a:pt x="141" y="2417"/>
                  </a:cubicBezTo>
                  <a:cubicBezTo>
                    <a:pt x="141" y="2361"/>
                    <a:pt x="158" y="2289"/>
                    <a:pt x="196" y="2238"/>
                  </a:cubicBezTo>
                  <a:cubicBezTo>
                    <a:pt x="265" y="2114"/>
                    <a:pt x="427" y="1991"/>
                    <a:pt x="657" y="1884"/>
                  </a:cubicBezTo>
                  <a:cubicBezTo>
                    <a:pt x="1066" y="1671"/>
                    <a:pt x="1688" y="1458"/>
                    <a:pt x="2524" y="1262"/>
                  </a:cubicBezTo>
                  <a:cubicBezTo>
                    <a:pt x="4974" y="712"/>
                    <a:pt x="9130" y="286"/>
                    <a:pt x="14011" y="158"/>
                  </a:cubicBezTo>
                  <a:lnTo>
                    <a:pt x="14011" y="17"/>
                  </a:lnTo>
                  <a:cubicBezTo>
                    <a:pt x="10034" y="124"/>
                    <a:pt x="6552" y="426"/>
                    <a:pt x="4050" y="836"/>
                  </a:cubicBezTo>
                  <a:cubicBezTo>
                    <a:pt x="2805" y="1032"/>
                    <a:pt x="1795" y="1262"/>
                    <a:pt x="1100" y="1526"/>
                  </a:cubicBezTo>
                  <a:cubicBezTo>
                    <a:pt x="746" y="1650"/>
                    <a:pt x="478" y="1795"/>
                    <a:pt x="303" y="1935"/>
                  </a:cubicBezTo>
                  <a:cubicBezTo>
                    <a:pt x="196" y="2008"/>
                    <a:pt x="124" y="2076"/>
                    <a:pt x="73" y="2148"/>
                  </a:cubicBezTo>
                  <a:cubicBezTo>
                    <a:pt x="17" y="2238"/>
                    <a:pt x="0" y="2327"/>
                    <a:pt x="0" y="2417"/>
                  </a:cubicBezTo>
                  <a:cubicBezTo>
                    <a:pt x="0" y="2485"/>
                    <a:pt x="17" y="2558"/>
                    <a:pt x="51" y="2609"/>
                  </a:cubicBezTo>
                  <a:cubicBezTo>
                    <a:pt x="107" y="2737"/>
                    <a:pt x="213" y="2843"/>
                    <a:pt x="354" y="2928"/>
                  </a:cubicBezTo>
                  <a:cubicBezTo>
                    <a:pt x="567" y="3090"/>
                    <a:pt x="870" y="3214"/>
                    <a:pt x="1279" y="3355"/>
                  </a:cubicBezTo>
                  <a:cubicBezTo>
                    <a:pt x="1671" y="3482"/>
                    <a:pt x="2131" y="3623"/>
                    <a:pt x="2681" y="3730"/>
                  </a:cubicBezTo>
                  <a:cubicBezTo>
                    <a:pt x="3623" y="3943"/>
                    <a:pt x="4761" y="4122"/>
                    <a:pt x="6074" y="4280"/>
                  </a:cubicBezTo>
                  <a:cubicBezTo>
                    <a:pt x="8082" y="4510"/>
                    <a:pt x="10516" y="4689"/>
                    <a:pt x="13158" y="4778"/>
                  </a:cubicBezTo>
                  <a:lnTo>
                    <a:pt x="13180" y="4778"/>
                  </a:lnTo>
                  <a:cubicBezTo>
                    <a:pt x="14207" y="4795"/>
                    <a:pt x="15272" y="4829"/>
                    <a:pt x="16355" y="4829"/>
                  </a:cubicBezTo>
                  <a:lnTo>
                    <a:pt x="17122" y="4829"/>
                  </a:lnTo>
                  <a:cubicBezTo>
                    <a:pt x="18115" y="4829"/>
                    <a:pt x="19091" y="4812"/>
                    <a:pt x="20033" y="4795"/>
                  </a:cubicBezTo>
                  <a:cubicBezTo>
                    <a:pt x="21790" y="4761"/>
                    <a:pt x="23460" y="4672"/>
                    <a:pt x="24986" y="4565"/>
                  </a:cubicBezTo>
                  <a:cubicBezTo>
                    <a:pt x="27723" y="4369"/>
                    <a:pt x="30033" y="4083"/>
                    <a:pt x="31648" y="3713"/>
                  </a:cubicBezTo>
                  <a:cubicBezTo>
                    <a:pt x="32467" y="3534"/>
                    <a:pt x="33106" y="3338"/>
                    <a:pt x="33549" y="3124"/>
                  </a:cubicBezTo>
                  <a:cubicBezTo>
                    <a:pt x="33780" y="3018"/>
                    <a:pt x="33959" y="2911"/>
                    <a:pt x="34065" y="2788"/>
                  </a:cubicBezTo>
                  <a:cubicBezTo>
                    <a:pt x="34133" y="2737"/>
                    <a:pt x="34189" y="2681"/>
                    <a:pt x="34206" y="2609"/>
                  </a:cubicBezTo>
                  <a:cubicBezTo>
                    <a:pt x="34240" y="2540"/>
                    <a:pt x="34257" y="2485"/>
                    <a:pt x="34257" y="2417"/>
                  </a:cubicBezTo>
                  <a:cubicBezTo>
                    <a:pt x="34257" y="2289"/>
                    <a:pt x="34223" y="2182"/>
                    <a:pt x="34133" y="2097"/>
                  </a:cubicBezTo>
                  <a:cubicBezTo>
                    <a:pt x="34065" y="1991"/>
                    <a:pt x="33937" y="1901"/>
                    <a:pt x="33797" y="1812"/>
                  </a:cubicBezTo>
                  <a:cubicBezTo>
                    <a:pt x="33549" y="1671"/>
                    <a:pt x="33191" y="1526"/>
                    <a:pt x="32748" y="1385"/>
                  </a:cubicBezTo>
                  <a:cubicBezTo>
                    <a:pt x="31452" y="976"/>
                    <a:pt x="29355" y="639"/>
                    <a:pt x="26730" y="392"/>
                  </a:cubicBezTo>
                  <a:cubicBezTo>
                    <a:pt x="26124" y="337"/>
                    <a:pt x="25485" y="286"/>
                    <a:pt x="24812" y="230"/>
                  </a:cubicBezTo>
                  <a:cubicBezTo>
                    <a:pt x="23090" y="124"/>
                    <a:pt x="21189" y="34"/>
                    <a:pt x="19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4"/>
            <p:cNvSpPr/>
            <p:nvPr/>
          </p:nvSpPr>
          <p:spPr>
            <a:xfrm>
              <a:off x="4855025" y="2648300"/>
              <a:ext cx="851125" cy="155375"/>
            </a:xfrm>
            <a:custGeom>
              <a:rect b="b" l="l" r="r" t="t"/>
              <a:pathLst>
                <a:path extrusionOk="0" h="6215" w="34045">
                  <a:moveTo>
                    <a:pt x="27067" y="0"/>
                  </a:moveTo>
                  <a:cubicBezTo>
                    <a:pt x="26321" y="0"/>
                    <a:pt x="25520" y="17"/>
                    <a:pt x="24706" y="51"/>
                  </a:cubicBezTo>
                  <a:cubicBezTo>
                    <a:pt x="23124" y="124"/>
                    <a:pt x="21402" y="247"/>
                    <a:pt x="19591" y="405"/>
                  </a:cubicBezTo>
                  <a:lnTo>
                    <a:pt x="19608" y="550"/>
                  </a:lnTo>
                  <a:cubicBezTo>
                    <a:pt x="21419" y="388"/>
                    <a:pt x="23124" y="264"/>
                    <a:pt x="24706" y="192"/>
                  </a:cubicBezTo>
                  <a:cubicBezTo>
                    <a:pt x="25541" y="158"/>
                    <a:pt x="26321" y="141"/>
                    <a:pt x="27067" y="141"/>
                  </a:cubicBezTo>
                  <a:lnTo>
                    <a:pt x="27651" y="141"/>
                  </a:lnTo>
                  <a:cubicBezTo>
                    <a:pt x="29535" y="141"/>
                    <a:pt x="31099" y="230"/>
                    <a:pt x="32199" y="405"/>
                  </a:cubicBezTo>
                  <a:cubicBezTo>
                    <a:pt x="32732" y="495"/>
                    <a:pt x="33158" y="618"/>
                    <a:pt x="33461" y="746"/>
                  </a:cubicBezTo>
                  <a:cubicBezTo>
                    <a:pt x="33601" y="814"/>
                    <a:pt x="33708" y="887"/>
                    <a:pt x="33780" y="959"/>
                  </a:cubicBezTo>
                  <a:cubicBezTo>
                    <a:pt x="33870" y="1027"/>
                    <a:pt x="33904" y="1100"/>
                    <a:pt x="33904" y="1172"/>
                  </a:cubicBezTo>
                  <a:lnTo>
                    <a:pt x="33904" y="1189"/>
                  </a:lnTo>
                  <a:cubicBezTo>
                    <a:pt x="33904" y="1258"/>
                    <a:pt x="33887" y="1330"/>
                    <a:pt x="33831" y="1402"/>
                  </a:cubicBezTo>
                  <a:cubicBezTo>
                    <a:pt x="33780" y="1471"/>
                    <a:pt x="33708" y="1560"/>
                    <a:pt x="33601" y="1650"/>
                  </a:cubicBezTo>
                  <a:cubicBezTo>
                    <a:pt x="33354" y="1846"/>
                    <a:pt x="32962" y="2059"/>
                    <a:pt x="32446" y="2272"/>
                  </a:cubicBezTo>
                  <a:cubicBezTo>
                    <a:pt x="30903" y="2928"/>
                    <a:pt x="28222" y="3623"/>
                    <a:pt x="24863" y="4241"/>
                  </a:cubicBezTo>
                  <a:cubicBezTo>
                    <a:pt x="23214" y="4561"/>
                    <a:pt x="21419" y="4846"/>
                    <a:pt x="19518" y="5094"/>
                  </a:cubicBezTo>
                  <a:cubicBezTo>
                    <a:pt x="18789" y="5183"/>
                    <a:pt x="18043" y="5290"/>
                    <a:pt x="17281" y="5379"/>
                  </a:cubicBezTo>
                  <a:cubicBezTo>
                    <a:pt x="16181" y="5503"/>
                    <a:pt x="15115" y="5609"/>
                    <a:pt x="14067" y="5699"/>
                  </a:cubicBezTo>
                  <a:cubicBezTo>
                    <a:pt x="13478" y="5754"/>
                    <a:pt x="12895" y="5805"/>
                    <a:pt x="12328" y="5840"/>
                  </a:cubicBezTo>
                  <a:cubicBezTo>
                    <a:pt x="10124" y="6002"/>
                    <a:pt x="8116" y="6074"/>
                    <a:pt x="6377" y="6074"/>
                  </a:cubicBezTo>
                  <a:cubicBezTo>
                    <a:pt x="4903" y="6074"/>
                    <a:pt x="3624" y="6019"/>
                    <a:pt x="2609" y="5912"/>
                  </a:cubicBezTo>
                  <a:cubicBezTo>
                    <a:pt x="1846" y="5823"/>
                    <a:pt x="1224" y="5699"/>
                    <a:pt x="798" y="5541"/>
                  </a:cubicBezTo>
                  <a:cubicBezTo>
                    <a:pt x="585" y="5469"/>
                    <a:pt x="427" y="5396"/>
                    <a:pt x="303" y="5307"/>
                  </a:cubicBezTo>
                  <a:cubicBezTo>
                    <a:pt x="248" y="5256"/>
                    <a:pt x="214" y="5222"/>
                    <a:pt x="197" y="5166"/>
                  </a:cubicBezTo>
                  <a:cubicBezTo>
                    <a:pt x="159" y="5132"/>
                    <a:pt x="141" y="5094"/>
                    <a:pt x="141" y="5043"/>
                  </a:cubicBezTo>
                  <a:lnTo>
                    <a:pt x="141" y="5025"/>
                  </a:lnTo>
                  <a:cubicBezTo>
                    <a:pt x="141" y="4970"/>
                    <a:pt x="141" y="4919"/>
                    <a:pt x="180" y="4863"/>
                  </a:cubicBezTo>
                  <a:cubicBezTo>
                    <a:pt x="214" y="4774"/>
                    <a:pt x="303" y="4689"/>
                    <a:pt x="427" y="4582"/>
                  </a:cubicBezTo>
                  <a:cubicBezTo>
                    <a:pt x="623" y="4420"/>
                    <a:pt x="904" y="4241"/>
                    <a:pt x="1280" y="4083"/>
                  </a:cubicBezTo>
                  <a:cubicBezTo>
                    <a:pt x="1633" y="3904"/>
                    <a:pt x="2098" y="3730"/>
                    <a:pt x="2609" y="3551"/>
                  </a:cubicBezTo>
                  <a:cubicBezTo>
                    <a:pt x="4634" y="2877"/>
                    <a:pt x="7724" y="2165"/>
                    <a:pt x="11403" y="1577"/>
                  </a:cubicBezTo>
                  <a:cubicBezTo>
                    <a:pt x="11901" y="1492"/>
                    <a:pt x="12434" y="1419"/>
                    <a:pt x="12967" y="1330"/>
                  </a:cubicBezTo>
                  <a:lnTo>
                    <a:pt x="12946" y="1189"/>
                  </a:lnTo>
                  <a:cubicBezTo>
                    <a:pt x="12413" y="1279"/>
                    <a:pt x="11880" y="1347"/>
                    <a:pt x="11386" y="1437"/>
                  </a:cubicBezTo>
                  <a:cubicBezTo>
                    <a:pt x="7690" y="2042"/>
                    <a:pt x="4600" y="2732"/>
                    <a:pt x="2575" y="3427"/>
                  </a:cubicBezTo>
                  <a:cubicBezTo>
                    <a:pt x="1757" y="3691"/>
                    <a:pt x="1139" y="3960"/>
                    <a:pt x="691" y="4224"/>
                  </a:cubicBezTo>
                  <a:cubicBezTo>
                    <a:pt x="478" y="4348"/>
                    <a:pt x="303" y="4493"/>
                    <a:pt x="180" y="4616"/>
                  </a:cubicBezTo>
                  <a:cubicBezTo>
                    <a:pt x="124" y="4689"/>
                    <a:pt x="73" y="4740"/>
                    <a:pt x="52" y="4812"/>
                  </a:cubicBezTo>
                  <a:cubicBezTo>
                    <a:pt x="18" y="4881"/>
                    <a:pt x="1" y="4953"/>
                    <a:pt x="1" y="5025"/>
                  </a:cubicBezTo>
                  <a:lnTo>
                    <a:pt x="1" y="5060"/>
                  </a:lnTo>
                  <a:cubicBezTo>
                    <a:pt x="1" y="5132"/>
                    <a:pt x="35" y="5183"/>
                    <a:pt x="73" y="5256"/>
                  </a:cubicBezTo>
                  <a:cubicBezTo>
                    <a:pt x="141" y="5362"/>
                    <a:pt x="248" y="5452"/>
                    <a:pt x="393" y="5520"/>
                  </a:cubicBezTo>
                  <a:cubicBezTo>
                    <a:pt x="606" y="5648"/>
                    <a:pt x="887" y="5754"/>
                    <a:pt x="1262" y="5823"/>
                  </a:cubicBezTo>
                  <a:cubicBezTo>
                    <a:pt x="1633" y="5912"/>
                    <a:pt x="2098" y="5984"/>
                    <a:pt x="2609" y="6053"/>
                  </a:cubicBezTo>
                  <a:cubicBezTo>
                    <a:pt x="3624" y="6159"/>
                    <a:pt x="4903" y="6215"/>
                    <a:pt x="6377" y="6215"/>
                  </a:cubicBezTo>
                  <a:cubicBezTo>
                    <a:pt x="8116" y="6215"/>
                    <a:pt x="10141" y="6142"/>
                    <a:pt x="12345" y="5984"/>
                  </a:cubicBezTo>
                  <a:cubicBezTo>
                    <a:pt x="12912" y="5929"/>
                    <a:pt x="13500" y="5895"/>
                    <a:pt x="14084" y="5840"/>
                  </a:cubicBezTo>
                  <a:cubicBezTo>
                    <a:pt x="15132" y="5754"/>
                    <a:pt x="16198" y="5648"/>
                    <a:pt x="17298" y="5520"/>
                  </a:cubicBezTo>
                  <a:cubicBezTo>
                    <a:pt x="18061" y="5435"/>
                    <a:pt x="18806" y="5328"/>
                    <a:pt x="19535" y="5239"/>
                  </a:cubicBezTo>
                  <a:cubicBezTo>
                    <a:pt x="21436" y="4987"/>
                    <a:pt x="23248" y="4689"/>
                    <a:pt x="24880" y="4386"/>
                  </a:cubicBezTo>
                  <a:cubicBezTo>
                    <a:pt x="27118" y="3977"/>
                    <a:pt x="29075" y="3517"/>
                    <a:pt x="30583" y="3069"/>
                  </a:cubicBezTo>
                  <a:cubicBezTo>
                    <a:pt x="31329" y="2856"/>
                    <a:pt x="31986" y="2626"/>
                    <a:pt x="32501" y="2396"/>
                  </a:cubicBezTo>
                  <a:cubicBezTo>
                    <a:pt x="33034" y="2182"/>
                    <a:pt x="33426" y="1969"/>
                    <a:pt x="33691" y="1756"/>
                  </a:cubicBezTo>
                  <a:cubicBezTo>
                    <a:pt x="33814" y="1667"/>
                    <a:pt x="33887" y="1577"/>
                    <a:pt x="33959" y="1471"/>
                  </a:cubicBezTo>
                  <a:cubicBezTo>
                    <a:pt x="34010" y="1385"/>
                    <a:pt x="34044" y="1296"/>
                    <a:pt x="34044" y="1189"/>
                  </a:cubicBezTo>
                  <a:lnTo>
                    <a:pt x="34044" y="1151"/>
                  </a:lnTo>
                  <a:cubicBezTo>
                    <a:pt x="34027" y="1044"/>
                    <a:pt x="33976" y="938"/>
                    <a:pt x="33887" y="853"/>
                  </a:cubicBezTo>
                  <a:cubicBezTo>
                    <a:pt x="33725" y="691"/>
                    <a:pt x="33461" y="584"/>
                    <a:pt x="33107" y="478"/>
                  </a:cubicBezTo>
                  <a:cubicBezTo>
                    <a:pt x="32591" y="320"/>
                    <a:pt x="31845" y="192"/>
                    <a:pt x="30920" y="107"/>
                  </a:cubicBezTo>
                  <a:cubicBezTo>
                    <a:pt x="29995" y="34"/>
                    <a:pt x="28896" y="0"/>
                    <a:pt x="276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4"/>
            <p:cNvSpPr/>
            <p:nvPr/>
          </p:nvSpPr>
          <p:spPr>
            <a:xfrm>
              <a:off x="4878575" y="2531925"/>
              <a:ext cx="804125" cy="322375"/>
            </a:xfrm>
            <a:custGeom>
              <a:rect b="b" l="l" r="r" t="t"/>
              <a:pathLst>
                <a:path extrusionOk="0" h="12895" w="32165">
                  <a:moveTo>
                    <a:pt x="30797" y="1"/>
                  </a:moveTo>
                  <a:cubicBezTo>
                    <a:pt x="29586" y="1"/>
                    <a:pt x="27634" y="354"/>
                    <a:pt x="25183" y="977"/>
                  </a:cubicBezTo>
                  <a:cubicBezTo>
                    <a:pt x="22732" y="1616"/>
                    <a:pt x="19783" y="2524"/>
                    <a:pt x="16641" y="3658"/>
                  </a:cubicBezTo>
                  <a:lnTo>
                    <a:pt x="16658" y="3730"/>
                  </a:lnTo>
                  <a:lnTo>
                    <a:pt x="16658" y="3803"/>
                  </a:lnTo>
                  <a:lnTo>
                    <a:pt x="16692" y="3803"/>
                  </a:lnTo>
                  <a:cubicBezTo>
                    <a:pt x="19838" y="2665"/>
                    <a:pt x="22766" y="1740"/>
                    <a:pt x="25217" y="1117"/>
                  </a:cubicBezTo>
                  <a:cubicBezTo>
                    <a:pt x="27668" y="478"/>
                    <a:pt x="29624" y="141"/>
                    <a:pt x="30797" y="141"/>
                  </a:cubicBezTo>
                  <a:cubicBezTo>
                    <a:pt x="31150" y="141"/>
                    <a:pt x="31436" y="180"/>
                    <a:pt x="31649" y="231"/>
                  </a:cubicBezTo>
                  <a:cubicBezTo>
                    <a:pt x="31738" y="265"/>
                    <a:pt x="31824" y="303"/>
                    <a:pt x="31879" y="354"/>
                  </a:cubicBezTo>
                  <a:cubicBezTo>
                    <a:pt x="31930" y="393"/>
                    <a:pt x="31986" y="444"/>
                    <a:pt x="32003" y="499"/>
                  </a:cubicBezTo>
                  <a:cubicBezTo>
                    <a:pt x="32003" y="516"/>
                    <a:pt x="32020" y="550"/>
                    <a:pt x="32020" y="585"/>
                  </a:cubicBezTo>
                  <a:cubicBezTo>
                    <a:pt x="32020" y="674"/>
                    <a:pt x="31986" y="764"/>
                    <a:pt x="31913" y="887"/>
                  </a:cubicBezTo>
                  <a:cubicBezTo>
                    <a:pt x="31807" y="1083"/>
                    <a:pt x="31577" y="1330"/>
                    <a:pt x="31257" y="1599"/>
                  </a:cubicBezTo>
                  <a:cubicBezTo>
                    <a:pt x="30298" y="2396"/>
                    <a:pt x="28486" y="3483"/>
                    <a:pt x="26108" y="4655"/>
                  </a:cubicBezTo>
                  <a:lnTo>
                    <a:pt x="26091" y="4655"/>
                  </a:lnTo>
                  <a:cubicBezTo>
                    <a:pt x="25946" y="4723"/>
                    <a:pt x="25805" y="4796"/>
                    <a:pt x="25643" y="4885"/>
                  </a:cubicBezTo>
                  <a:cubicBezTo>
                    <a:pt x="23832" y="5755"/>
                    <a:pt x="21701" y="6697"/>
                    <a:pt x="19378" y="7617"/>
                  </a:cubicBezTo>
                  <a:cubicBezTo>
                    <a:pt x="18576" y="7937"/>
                    <a:pt x="17741" y="8257"/>
                    <a:pt x="16871" y="8577"/>
                  </a:cubicBezTo>
                  <a:cubicBezTo>
                    <a:pt x="16339" y="8790"/>
                    <a:pt x="15806" y="8986"/>
                    <a:pt x="15290" y="9165"/>
                  </a:cubicBezTo>
                  <a:cubicBezTo>
                    <a:pt x="14420" y="9484"/>
                    <a:pt x="13585" y="9770"/>
                    <a:pt x="12771" y="10034"/>
                  </a:cubicBezTo>
                  <a:cubicBezTo>
                    <a:pt x="12289" y="10196"/>
                    <a:pt x="11829" y="10354"/>
                    <a:pt x="11364" y="10495"/>
                  </a:cubicBezTo>
                  <a:cubicBezTo>
                    <a:pt x="9127" y="11206"/>
                    <a:pt x="7085" y="11773"/>
                    <a:pt x="5363" y="12165"/>
                  </a:cubicBezTo>
                  <a:cubicBezTo>
                    <a:pt x="3658" y="12541"/>
                    <a:pt x="2273" y="12754"/>
                    <a:pt x="1369" y="12754"/>
                  </a:cubicBezTo>
                  <a:cubicBezTo>
                    <a:pt x="1011" y="12754"/>
                    <a:pt x="730" y="12715"/>
                    <a:pt x="517" y="12664"/>
                  </a:cubicBezTo>
                  <a:cubicBezTo>
                    <a:pt x="410" y="12626"/>
                    <a:pt x="338" y="12592"/>
                    <a:pt x="282" y="12541"/>
                  </a:cubicBezTo>
                  <a:cubicBezTo>
                    <a:pt x="214" y="12502"/>
                    <a:pt x="176" y="12451"/>
                    <a:pt x="159" y="12396"/>
                  </a:cubicBezTo>
                  <a:cubicBezTo>
                    <a:pt x="159" y="12379"/>
                    <a:pt x="141" y="12344"/>
                    <a:pt x="141" y="12306"/>
                  </a:cubicBezTo>
                  <a:cubicBezTo>
                    <a:pt x="141" y="12221"/>
                    <a:pt x="176" y="12131"/>
                    <a:pt x="248" y="12025"/>
                  </a:cubicBezTo>
                  <a:cubicBezTo>
                    <a:pt x="338" y="11846"/>
                    <a:pt x="517" y="11650"/>
                    <a:pt x="764" y="11420"/>
                  </a:cubicBezTo>
                  <a:cubicBezTo>
                    <a:pt x="1011" y="11206"/>
                    <a:pt x="1331" y="10959"/>
                    <a:pt x="1706" y="10691"/>
                  </a:cubicBezTo>
                  <a:cubicBezTo>
                    <a:pt x="2541" y="10124"/>
                    <a:pt x="3692" y="9450"/>
                    <a:pt x="5060" y="8738"/>
                  </a:cubicBezTo>
                  <a:cubicBezTo>
                    <a:pt x="6608" y="7958"/>
                    <a:pt x="8436" y="7085"/>
                    <a:pt x="10478" y="6232"/>
                  </a:cubicBezTo>
                  <a:cubicBezTo>
                    <a:pt x="11066" y="5985"/>
                    <a:pt x="11667" y="5721"/>
                    <a:pt x="12306" y="5469"/>
                  </a:cubicBezTo>
                  <a:lnTo>
                    <a:pt x="12255" y="5346"/>
                  </a:lnTo>
                  <a:cubicBezTo>
                    <a:pt x="11616" y="5593"/>
                    <a:pt x="11011" y="5844"/>
                    <a:pt x="10427" y="6092"/>
                  </a:cubicBezTo>
                  <a:cubicBezTo>
                    <a:pt x="8381" y="6961"/>
                    <a:pt x="6535" y="7814"/>
                    <a:pt x="5009" y="8615"/>
                  </a:cubicBezTo>
                  <a:cubicBezTo>
                    <a:pt x="3624" y="9322"/>
                    <a:pt x="2469" y="10000"/>
                    <a:pt x="1633" y="10567"/>
                  </a:cubicBezTo>
                  <a:cubicBezTo>
                    <a:pt x="1118" y="10921"/>
                    <a:pt x="708" y="11262"/>
                    <a:pt x="444" y="11543"/>
                  </a:cubicBezTo>
                  <a:cubicBezTo>
                    <a:pt x="303" y="11688"/>
                    <a:pt x="197" y="11812"/>
                    <a:pt x="124" y="11952"/>
                  </a:cubicBezTo>
                  <a:cubicBezTo>
                    <a:pt x="52" y="12076"/>
                    <a:pt x="1" y="12182"/>
                    <a:pt x="1" y="12306"/>
                  </a:cubicBezTo>
                  <a:cubicBezTo>
                    <a:pt x="1" y="12362"/>
                    <a:pt x="18" y="12413"/>
                    <a:pt x="35" y="12451"/>
                  </a:cubicBezTo>
                  <a:cubicBezTo>
                    <a:pt x="69" y="12541"/>
                    <a:pt x="124" y="12609"/>
                    <a:pt x="197" y="12664"/>
                  </a:cubicBezTo>
                  <a:cubicBezTo>
                    <a:pt x="303" y="12754"/>
                    <a:pt x="461" y="12805"/>
                    <a:pt x="657" y="12839"/>
                  </a:cubicBezTo>
                  <a:cubicBezTo>
                    <a:pt x="853" y="12877"/>
                    <a:pt x="1083" y="12894"/>
                    <a:pt x="1369" y="12894"/>
                  </a:cubicBezTo>
                  <a:cubicBezTo>
                    <a:pt x="2290" y="12894"/>
                    <a:pt x="3675" y="12681"/>
                    <a:pt x="5397" y="12306"/>
                  </a:cubicBezTo>
                  <a:cubicBezTo>
                    <a:pt x="7123" y="11918"/>
                    <a:pt x="9165" y="11347"/>
                    <a:pt x="11403" y="10639"/>
                  </a:cubicBezTo>
                  <a:cubicBezTo>
                    <a:pt x="11863" y="10478"/>
                    <a:pt x="12345" y="10337"/>
                    <a:pt x="12822" y="10175"/>
                  </a:cubicBezTo>
                  <a:cubicBezTo>
                    <a:pt x="13640" y="9911"/>
                    <a:pt x="14476" y="9608"/>
                    <a:pt x="15345" y="9305"/>
                  </a:cubicBezTo>
                  <a:cubicBezTo>
                    <a:pt x="15861" y="9109"/>
                    <a:pt x="16394" y="8918"/>
                    <a:pt x="16927" y="8721"/>
                  </a:cubicBezTo>
                  <a:cubicBezTo>
                    <a:pt x="17779" y="8402"/>
                    <a:pt x="18632" y="8082"/>
                    <a:pt x="19429" y="7745"/>
                  </a:cubicBezTo>
                  <a:cubicBezTo>
                    <a:pt x="21756" y="6820"/>
                    <a:pt x="23887" y="5878"/>
                    <a:pt x="25716" y="5009"/>
                  </a:cubicBezTo>
                  <a:cubicBezTo>
                    <a:pt x="25847" y="4941"/>
                    <a:pt x="25998" y="4877"/>
                    <a:pt x="26132" y="4796"/>
                  </a:cubicBezTo>
                  <a:lnTo>
                    <a:pt x="26142" y="4796"/>
                  </a:lnTo>
                  <a:lnTo>
                    <a:pt x="26159" y="4779"/>
                  </a:lnTo>
                  <a:lnTo>
                    <a:pt x="26159" y="4779"/>
                  </a:lnTo>
                  <a:cubicBezTo>
                    <a:pt x="26159" y="4779"/>
                    <a:pt x="26159" y="4779"/>
                    <a:pt x="26159" y="4779"/>
                  </a:cubicBezTo>
                  <a:cubicBezTo>
                    <a:pt x="27988" y="3888"/>
                    <a:pt x="29479" y="3057"/>
                    <a:pt x="30511" y="2328"/>
                  </a:cubicBezTo>
                  <a:cubicBezTo>
                    <a:pt x="31027" y="1970"/>
                    <a:pt x="31436" y="1650"/>
                    <a:pt x="31717" y="1369"/>
                  </a:cubicBezTo>
                  <a:cubicBezTo>
                    <a:pt x="31862" y="1224"/>
                    <a:pt x="31969" y="1083"/>
                    <a:pt x="32037" y="960"/>
                  </a:cubicBezTo>
                  <a:cubicBezTo>
                    <a:pt x="32109" y="836"/>
                    <a:pt x="32165" y="712"/>
                    <a:pt x="32165" y="585"/>
                  </a:cubicBezTo>
                  <a:cubicBezTo>
                    <a:pt x="32165" y="533"/>
                    <a:pt x="32143" y="478"/>
                    <a:pt x="32126" y="444"/>
                  </a:cubicBezTo>
                  <a:cubicBezTo>
                    <a:pt x="32092" y="354"/>
                    <a:pt x="32037" y="286"/>
                    <a:pt x="31969" y="231"/>
                  </a:cubicBezTo>
                  <a:cubicBezTo>
                    <a:pt x="31862" y="158"/>
                    <a:pt x="31700" y="90"/>
                    <a:pt x="31504" y="52"/>
                  </a:cubicBezTo>
                  <a:cubicBezTo>
                    <a:pt x="31312" y="18"/>
                    <a:pt x="31078" y="1"/>
                    <a:pt x="307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4"/>
            <p:cNvSpPr/>
            <p:nvPr/>
          </p:nvSpPr>
          <p:spPr>
            <a:xfrm>
              <a:off x="4968200" y="2687725"/>
              <a:ext cx="106575" cy="106575"/>
            </a:xfrm>
            <a:custGeom>
              <a:rect b="b" l="l" r="r" t="t"/>
              <a:pathLst>
                <a:path extrusionOk="0" h="4263" w="4263">
                  <a:moveTo>
                    <a:pt x="2132" y="0"/>
                  </a:moveTo>
                  <a:cubicBezTo>
                    <a:pt x="960" y="0"/>
                    <a:pt x="0" y="959"/>
                    <a:pt x="0" y="2131"/>
                  </a:cubicBezTo>
                  <a:cubicBezTo>
                    <a:pt x="0" y="3304"/>
                    <a:pt x="960" y="4263"/>
                    <a:pt x="2132" y="4263"/>
                  </a:cubicBezTo>
                  <a:cubicBezTo>
                    <a:pt x="3304" y="4263"/>
                    <a:pt x="4263" y="3304"/>
                    <a:pt x="4263" y="2131"/>
                  </a:cubicBezTo>
                  <a:cubicBezTo>
                    <a:pt x="4263" y="959"/>
                    <a:pt x="3304" y="0"/>
                    <a:pt x="2132" y="0"/>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4"/>
            <p:cNvSpPr/>
            <p:nvPr/>
          </p:nvSpPr>
          <p:spPr>
            <a:xfrm>
              <a:off x="4966500" y="2686025"/>
              <a:ext cx="110100" cy="110100"/>
            </a:xfrm>
            <a:custGeom>
              <a:rect b="b" l="l" r="r" t="t"/>
              <a:pathLst>
                <a:path extrusionOk="0" h="4404" w="4404">
                  <a:moveTo>
                    <a:pt x="2200" y="141"/>
                  </a:moveTo>
                  <a:cubicBezTo>
                    <a:pt x="2771" y="141"/>
                    <a:pt x="3287" y="371"/>
                    <a:pt x="3657" y="746"/>
                  </a:cubicBezTo>
                  <a:cubicBezTo>
                    <a:pt x="4032" y="1117"/>
                    <a:pt x="4263" y="1632"/>
                    <a:pt x="4263" y="2199"/>
                  </a:cubicBezTo>
                  <a:cubicBezTo>
                    <a:pt x="4263" y="2771"/>
                    <a:pt x="4032" y="3286"/>
                    <a:pt x="3657" y="3657"/>
                  </a:cubicBezTo>
                  <a:cubicBezTo>
                    <a:pt x="3287" y="4032"/>
                    <a:pt x="2771" y="4262"/>
                    <a:pt x="2200" y="4262"/>
                  </a:cubicBezTo>
                  <a:cubicBezTo>
                    <a:pt x="1633" y="4262"/>
                    <a:pt x="1117" y="4032"/>
                    <a:pt x="746" y="3657"/>
                  </a:cubicBezTo>
                  <a:cubicBezTo>
                    <a:pt x="371" y="3286"/>
                    <a:pt x="141" y="2771"/>
                    <a:pt x="141" y="2199"/>
                  </a:cubicBezTo>
                  <a:cubicBezTo>
                    <a:pt x="141" y="1632"/>
                    <a:pt x="371" y="1117"/>
                    <a:pt x="746" y="746"/>
                  </a:cubicBezTo>
                  <a:cubicBezTo>
                    <a:pt x="1117" y="371"/>
                    <a:pt x="1633" y="141"/>
                    <a:pt x="2200" y="141"/>
                  </a:cubicBezTo>
                  <a:close/>
                  <a:moveTo>
                    <a:pt x="2200" y="0"/>
                  </a:moveTo>
                  <a:cubicBezTo>
                    <a:pt x="976" y="0"/>
                    <a:pt x="0" y="993"/>
                    <a:pt x="0" y="2199"/>
                  </a:cubicBezTo>
                  <a:cubicBezTo>
                    <a:pt x="0" y="3427"/>
                    <a:pt x="976" y="4403"/>
                    <a:pt x="2200" y="4403"/>
                  </a:cubicBezTo>
                  <a:cubicBezTo>
                    <a:pt x="3410" y="4403"/>
                    <a:pt x="4403" y="3427"/>
                    <a:pt x="4403" y="2199"/>
                  </a:cubicBezTo>
                  <a:cubicBezTo>
                    <a:pt x="4403" y="993"/>
                    <a:pt x="3410" y="0"/>
                    <a:pt x="2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4"/>
            <p:cNvSpPr/>
            <p:nvPr/>
          </p:nvSpPr>
          <p:spPr>
            <a:xfrm>
              <a:off x="5425125" y="2717550"/>
              <a:ext cx="75475" cy="75475"/>
            </a:xfrm>
            <a:custGeom>
              <a:rect b="b" l="l" r="r" t="t"/>
              <a:pathLst>
                <a:path extrusionOk="0" h="3019" w="3019">
                  <a:moveTo>
                    <a:pt x="1509" y="1"/>
                  </a:moveTo>
                  <a:cubicBezTo>
                    <a:pt x="674" y="1"/>
                    <a:pt x="1" y="674"/>
                    <a:pt x="1" y="1510"/>
                  </a:cubicBezTo>
                  <a:cubicBezTo>
                    <a:pt x="1" y="2345"/>
                    <a:pt x="674" y="3018"/>
                    <a:pt x="1509" y="3018"/>
                  </a:cubicBezTo>
                  <a:cubicBezTo>
                    <a:pt x="2345" y="3018"/>
                    <a:pt x="3018" y="2345"/>
                    <a:pt x="3018" y="1510"/>
                  </a:cubicBezTo>
                  <a:cubicBezTo>
                    <a:pt x="3018" y="674"/>
                    <a:pt x="2345" y="1"/>
                    <a:pt x="15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4"/>
            <p:cNvSpPr/>
            <p:nvPr/>
          </p:nvSpPr>
          <p:spPr>
            <a:xfrm>
              <a:off x="5423325" y="2715750"/>
              <a:ext cx="79075" cy="79075"/>
            </a:xfrm>
            <a:custGeom>
              <a:rect b="b" l="l" r="r" t="t"/>
              <a:pathLst>
                <a:path extrusionOk="0" h="3163" w="3163">
                  <a:moveTo>
                    <a:pt x="1581" y="141"/>
                  </a:moveTo>
                  <a:cubicBezTo>
                    <a:pt x="1991" y="141"/>
                    <a:pt x="2344" y="303"/>
                    <a:pt x="2613" y="567"/>
                  </a:cubicBezTo>
                  <a:cubicBezTo>
                    <a:pt x="2860" y="819"/>
                    <a:pt x="3022" y="1189"/>
                    <a:pt x="3022" y="1582"/>
                  </a:cubicBezTo>
                  <a:cubicBezTo>
                    <a:pt x="3022" y="1969"/>
                    <a:pt x="2860" y="2345"/>
                    <a:pt x="2613" y="2592"/>
                  </a:cubicBezTo>
                  <a:cubicBezTo>
                    <a:pt x="2344" y="2860"/>
                    <a:pt x="1991" y="3018"/>
                    <a:pt x="1581" y="3018"/>
                  </a:cubicBezTo>
                  <a:cubicBezTo>
                    <a:pt x="1189" y="3018"/>
                    <a:pt x="836" y="2860"/>
                    <a:pt x="571" y="2592"/>
                  </a:cubicBezTo>
                  <a:cubicBezTo>
                    <a:pt x="303" y="2345"/>
                    <a:pt x="145" y="1969"/>
                    <a:pt x="145" y="1582"/>
                  </a:cubicBezTo>
                  <a:cubicBezTo>
                    <a:pt x="145" y="1189"/>
                    <a:pt x="303" y="819"/>
                    <a:pt x="571" y="567"/>
                  </a:cubicBezTo>
                  <a:cubicBezTo>
                    <a:pt x="836" y="303"/>
                    <a:pt x="1189" y="141"/>
                    <a:pt x="1581" y="141"/>
                  </a:cubicBezTo>
                  <a:close/>
                  <a:moveTo>
                    <a:pt x="1581" y="0"/>
                  </a:moveTo>
                  <a:cubicBezTo>
                    <a:pt x="712" y="0"/>
                    <a:pt x="0" y="712"/>
                    <a:pt x="0" y="1582"/>
                  </a:cubicBezTo>
                  <a:cubicBezTo>
                    <a:pt x="0" y="2451"/>
                    <a:pt x="712" y="3163"/>
                    <a:pt x="1581" y="3163"/>
                  </a:cubicBezTo>
                  <a:cubicBezTo>
                    <a:pt x="2451" y="3163"/>
                    <a:pt x="3163" y="2451"/>
                    <a:pt x="3163" y="1582"/>
                  </a:cubicBezTo>
                  <a:cubicBezTo>
                    <a:pt x="3163" y="712"/>
                    <a:pt x="2451" y="0"/>
                    <a:pt x="1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4"/>
            <p:cNvSpPr/>
            <p:nvPr/>
          </p:nvSpPr>
          <p:spPr>
            <a:xfrm>
              <a:off x="5598275" y="2689525"/>
              <a:ext cx="75475" cy="75475"/>
            </a:xfrm>
            <a:custGeom>
              <a:rect b="b" l="l" r="r" t="t"/>
              <a:pathLst>
                <a:path extrusionOk="0" h="3019" w="3019">
                  <a:moveTo>
                    <a:pt x="1510" y="1"/>
                  </a:moveTo>
                  <a:cubicBezTo>
                    <a:pt x="674" y="1"/>
                    <a:pt x="1" y="674"/>
                    <a:pt x="1" y="1510"/>
                  </a:cubicBezTo>
                  <a:cubicBezTo>
                    <a:pt x="1" y="2345"/>
                    <a:pt x="674" y="3018"/>
                    <a:pt x="1510" y="3018"/>
                  </a:cubicBezTo>
                  <a:cubicBezTo>
                    <a:pt x="2345" y="3018"/>
                    <a:pt x="3019" y="2345"/>
                    <a:pt x="3019" y="1510"/>
                  </a:cubicBezTo>
                  <a:cubicBezTo>
                    <a:pt x="3019" y="674"/>
                    <a:pt x="2345" y="1"/>
                    <a:pt x="15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4"/>
            <p:cNvSpPr/>
            <p:nvPr/>
          </p:nvSpPr>
          <p:spPr>
            <a:xfrm>
              <a:off x="5596475" y="2687725"/>
              <a:ext cx="79100" cy="79075"/>
            </a:xfrm>
            <a:custGeom>
              <a:rect b="b" l="l" r="r" t="t"/>
              <a:pathLst>
                <a:path extrusionOk="0" h="3163" w="3164">
                  <a:moveTo>
                    <a:pt x="1582" y="145"/>
                  </a:moveTo>
                  <a:cubicBezTo>
                    <a:pt x="1974" y="145"/>
                    <a:pt x="2328" y="303"/>
                    <a:pt x="2596" y="571"/>
                  </a:cubicBezTo>
                  <a:cubicBezTo>
                    <a:pt x="2861" y="819"/>
                    <a:pt x="3022" y="1194"/>
                    <a:pt x="3022" y="1582"/>
                  </a:cubicBezTo>
                  <a:cubicBezTo>
                    <a:pt x="3022" y="1974"/>
                    <a:pt x="2861" y="2327"/>
                    <a:pt x="2596" y="2596"/>
                  </a:cubicBezTo>
                  <a:cubicBezTo>
                    <a:pt x="2328" y="2860"/>
                    <a:pt x="1974" y="3022"/>
                    <a:pt x="1582" y="3022"/>
                  </a:cubicBezTo>
                  <a:cubicBezTo>
                    <a:pt x="1173" y="3022"/>
                    <a:pt x="819" y="2860"/>
                    <a:pt x="572" y="2596"/>
                  </a:cubicBezTo>
                  <a:cubicBezTo>
                    <a:pt x="303" y="2327"/>
                    <a:pt x="145" y="1974"/>
                    <a:pt x="145" y="1582"/>
                  </a:cubicBezTo>
                  <a:cubicBezTo>
                    <a:pt x="145" y="1194"/>
                    <a:pt x="303" y="819"/>
                    <a:pt x="572" y="571"/>
                  </a:cubicBezTo>
                  <a:cubicBezTo>
                    <a:pt x="819" y="303"/>
                    <a:pt x="1173" y="145"/>
                    <a:pt x="1582" y="145"/>
                  </a:cubicBezTo>
                  <a:close/>
                  <a:moveTo>
                    <a:pt x="1582" y="0"/>
                  </a:moveTo>
                  <a:cubicBezTo>
                    <a:pt x="712" y="0"/>
                    <a:pt x="0" y="712"/>
                    <a:pt x="0" y="1582"/>
                  </a:cubicBezTo>
                  <a:cubicBezTo>
                    <a:pt x="0" y="2451"/>
                    <a:pt x="712" y="3163"/>
                    <a:pt x="1582" y="3163"/>
                  </a:cubicBezTo>
                  <a:cubicBezTo>
                    <a:pt x="2451" y="3163"/>
                    <a:pt x="3163" y="2451"/>
                    <a:pt x="3163" y="1582"/>
                  </a:cubicBezTo>
                  <a:cubicBezTo>
                    <a:pt x="3163" y="712"/>
                    <a:pt x="2451" y="0"/>
                    <a:pt x="1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4"/>
            <p:cNvSpPr/>
            <p:nvPr/>
          </p:nvSpPr>
          <p:spPr>
            <a:xfrm>
              <a:off x="5206250" y="2735675"/>
              <a:ext cx="51075" cy="51175"/>
            </a:xfrm>
            <a:custGeom>
              <a:rect b="b" l="l" r="r" t="t"/>
              <a:pathLst>
                <a:path extrusionOk="0" h="2047" w="2043">
                  <a:moveTo>
                    <a:pt x="1011" y="0"/>
                  </a:moveTo>
                  <a:cubicBezTo>
                    <a:pt x="461" y="0"/>
                    <a:pt x="1" y="465"/>
                    <a:pt x="1" y="1015"/>
                  </a:cubicBezTo>
                  <a:cubicBezTo>
                    <a:pt x="1" y="1582"/>
                    <a:pt x="461" y="2046"/>
                    <a:pt x="1011" y="2046"/>
                  </a:cubicBezTo>
                  <a:cubicBezTo>
                    <a:pt x="1582" y="2046"/>
                    <a:pt x="2042" y="1582"/>
                    <a:pt x="2042" y="1015"/>
                  </a:cubicBezTo>
                  <a:cubicBezTo>
                    <a:pt x="2042" y="465"/>
                    <a:pt x="1582" y="0"/>
                    <a:pt x="10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4"/>
            <p:cNvSpPr/>
            <p:nvPr/>
          </p:nvSpPr>
          <p:spPr>
            <a:xfrm>
              <a:off x="5204450" y="2733975"/>
              <a:ext cx="54675" cy="54575"/>
            </a:xfrm>
            <a:custGeom>
              <a:rect b="b" l="l" r="r" t="t"/>
              <a:pathLst>
                <a:path extrusionOk="0" h="2183" w="2187">
                  <a:moveTo>
                    <a:pt x="1083" y="141"/>
                  </a:moveTo>
                  <a:cubicBezTo>
                    <a:pt x="1351" y="141"/>
                    <a:pt x="1599" y="247"/>
                    <a:pt x="1761" y="409"/>
                  </a:cubicBezTo>
                  <a:cubicBezTo>
                    <a:pt x="1935" y="584"/>
                    <a:pt x="2042" y="814"/>
                    <a:pt x="2042" y="1083"/>
                  </a:cubicBezTo>
                  <a:cubicBezTo>
                    <a:pt x="2042" y="1347"/>
                    <a:pt x="1935" y="1581"/>
                    <a:pt x="1761" y="1756"/>
                  </a:cubicBezTo>
                  <a:cubicBezTo>
                    <a:pt x="1599" y="1935"/>
                    <a:pt x="1351" y="2042"/>
                    <a:pt x="1083" y="2042"/>
                  </a:cubicBezTo>
                  <a:cubicBezTo>
                    <a:pt x="836" y="2042"/>
                    <a:pt x="588" y="1935"/>
                    <a:pt x="426" y="1756"/>
                  </a:cubicBezTo>
                  <a:cubicBezTo>
                    <a:pt x="247" y="1581"/>
                    <a:pt x="141" y="1347"/>
                    <a:pt x="141" y="1083"/>
                  </a:cubicBezTo>
                  <a:cubicBezTo>
                    <a:pt x="141" y="814"/>
                    <a:pt x="247" y="584"/>
                    <a:pt x="426" y="409"/>
                  </a:cubicBezTo>
                  <a:cubicBezTo>
                    <a:pt x="588" y="247"/>
                    <a:pt x="836" y="141"/>
                    <a:pt x="1083" y="141"/>
                  </a:cubicBezTo>
                  <a:close/>
                  <a:moveTo>
                    <a:pt x="1083" y="0"/>
                  </a:moveTo>
                  <a:cubicBezTo>
                    <a:pt x="482" y="0"/>
                    <a:pt x="0" y="477"/>
                    <a:pt x="0" y="1083"/>
                  </a:cubicBezTo>
                  <a:cubicBezTo>
                    <a:pt x="0" y="1688"/>
                    <a:pt x="482" y="2182"/>
                    <a:pt x="1083" y="2182"/>
                  </a:cubicBezTo>
                  <a:cubicBezTo>
                    <a:pt x="1688" y="2182"/>
                    <a:pt x="2187" y="1688"/>
                    <a:pt x="2187" y="1083"/>
                  </a:cubicBezTo>
                  <a:cubicBezTo>
                    <a:pt x="2187" y="477"/>
                    <a:pt x="168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4"/>
            <p:cNvSpPr/>
            <p:nvPr/>
          </p:nvSpPr>
          <p:spPr>
            <a:xfrm>
              <a:off x="5449100" y="2553675"/>
              <a:ext cx="31575" cy="31550"/>
            </a:xfrm>
            <a:custGeom>
              <a:rect b="b" l="l" r="r" t="t"/>
              <a:pathLst>
                <a:path extrusionOk="0" h="1262" w="1263">
                  <a:moveTo>
                    <a:pt x="623" y="0"/>
                  </a:moveTo>
                  <a:cubicBezTo>
                    <a:pt x="286" y="0"/>
                    <a:pt x="1" y="286"/>
                    <a:pt x="1" y="639"/>
                  </a:cubicBezTo>
                  <a:cubicBezTo>
                    <a:pt x="1" y="976"/>
                    <a:pt x="286" y="1262"/>
                    <a:pt x="623" y="1262"/>
                  </a:cubicBezTo>
                  <a:cubicBezTo>
                    <a:pt x="977" y="1262"/>
                    <a:pt x="1262" y="976"/>
                    <a:pt x="1262" y="639"/>
                  </a:cubicBezTo>
                  <a:cubicBezTo>
                    <a:pt x="1262" y="286"/>
                    <a:pt x="977" y="0"/>
                    <a:pt x="6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4"/>
            <p:cNvSpPr/>
            <p:nvPr/>
          </p:nvSpPr>
          <p:spPr>
            <a:xfrm>
              <a:off x="5447300" y="2551850"/>
              <a:ext cx="35075" cy="35200"/>
            </a:xfrm>
            <a:custGeom>
              <a:rect b="b" l="l" r="r" t="t"/>
              <a:pathLst>
                <a:path extrusionOk="0" h="1408" w="1403">
                  <a:moveTo>
                    <a:pt x="695" y="146"/>
                  </a:moveTo>
                  <a:cubicBezTo>
                    <a:pt x="853" y="146"/>
                    <a:pt x="998" y="214"/>
                    <a:pt x="1083" y="320"/>
                  </a:cubicBezTo>
                  <a:cubicBezTo>
                    <a:pt x="1189" y="410"/>
                    <a:pt x="1262" y="555"/>
                    <a:pt x="1262" y="712"/>
                  </a:cubicBezTo>
                  <a:cubicBezTo>
                    <a:pt x="1262" y="874"/>
                    <a:pt x="1189" y="998"/>
                    <a:pt x="1083" y="1105"/>
                  </a:cubicBezTo>
                  <a:cubicBezTo>
                    <a:pt x="998" y="1211"/>
                    <a:pt x="853" y="1262"/>
                    <a:pt x="695" y="1262"/>
                  </a:cubicBezTo>
                  <a:cubicBezTo>
                    <a:pt x="533" y="1262"/>
                    <a:pt x="409" y="1211"/>
                    <a:pt x="303" y="1105"/>
                  </a:cubicBezTo>
                  <a:cubicBezTo>
                    <a:pt x="196" y="998"/>
                    <a:pt x="145" y="874"/>
                    <a:pt x="145" y="712"/>
                  </a:cubicBezTo>
                  <a:cubicBezTo>
                    <a:pt x="145" y="555"/>
                    <a:pt x="196" y="410"/>
                    <a:pt x="303" y="320"/>
                  </a:cubicBezTo>
                  <a:cubicBezTo>
                    <a:pt x="409" y="214"/>
                    <a:pt x="533" y="146"/>
                    <a:pt x="695" y="146"/>
                  </a:cubicBezTo>
                  <a:close/>
                  <a:moveTo>
                    <a:pt x="695" y="1"/>
                  </a:moveTo>
                  <a:cubicBezTo>
                    <a:pt x="303" y="1"/>
                    <a:pt x="0" y="320"/>
                    <a:pt x="0" y="712"/>
                  </a:cubicBezTo>
                  <a:cubicBezTo>
                    <a:pt x="0" y="1105"/>
                    <a:pt x="303" y="1407"/>
                    <a:pt x="695" y="1407"/>
                  </a:cubicBezTo>
                  <a:cubicBezTo>
                    <a:pt x="1083" y="1407"/>
                    <a:pt x="1402" y="1105"/>
                    <a:pt x="1402" y="712"/>
                  </a:cubicBezTo>
                  <a:cubicBezTo>
                    <a:pt x="1402" y="320"/>
                    <a:pt x="1083" y="1"/>
                    <a:pt x="695" y="1"/>
                  </a:cubicBezTo>
                  <a:close/>
                </a:path>
              </a:pathLst>
            </a:custGeom>
            <a:solidFill>
              <a:srgbClr val="2122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0" name="Google Shape;2300;p64"/>
          <p:cNvSpPr/>
          <p:nvPr/>
        </p:nvSpPr>
        <p:spPr>
          <a:xfrm rot="2700000">
            <a:off x="1003619" y="4415057"/>
            <a:ext cx="72171" cy="72171"/>
          </a:xfrm>
          <a:custGeom>
            <a:rect b="b" l="l" r="r" t="t"/>
            <a:pathLst>
              <a:path extrusionOk="0" h="1033" w="1033">
                <a:moveTo>
                  <a:pt x="1032" y="517"/>
                </a:moveTo>
                <a:cubicBezTo>
                  <a:pt x="1032" y="798"/>
                  <a:pt x="802" y="1032"/>
                  <a:pt x="516" y="1032"/>
                </a:cubicBezTo>
                <a:cubicBezTo>
                  <a:pt x="235" y="1032"/>
                  <a:pt x="1" y="798"/>
                  <a:pt x="1" y="517"/>
                </a:cubicBezTo>
                <a:cubicBezTo>
                  <a:pt x="1" y="231"/>
                  <a:pt x="235" y="1"/>
                  <a:pt x="516" y="1"/>
                </a:cubicBezTo>
                <a:cubicBezTo>
                  <a:pt x="802" y="1"/>
                  <a:pt x="1032" y="231"/>
                  <a:pt x="1032" y="51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4"/>
          <p:cNvSpPr/>
          <p:nvPr/>
        </p:nvSpPr>
        <p:spPr>
          <a:xfrm rot="2700000">
            <a:off x="611712" y="4198015"/>
            <a:ext cx="105497" cy="105497"/>
          </a:xfrm>
          <a:custGeom>
            <a:rect b="b" l="l" r="r" t="t"/>
            <a:pathLst>
              <a:path extrusionOk="0" h="1510" w="1510">
                <a:moveTo>
                  <a:pt x="1509" y="746"/>
                </a:moveTo>
                <a:cubicBezTo>
                  <a:pt x="1509" y="1173"/>
                  <a:pt x="1172" y="1509"/>
                  <a:pt x="746" y="1509"/>
                </a:cubicBezTo>
                <a:cubicBezTo>
                  <a:pt x="337" y="1509"/>
                  <a:pt x="0" y="1173"/>
                  <a:pt x="0" y="746"/>
                </a:cubicBezTo>
                <a:cubicBezTo>
                  <a:pt x="0" y="337"/>
                  <a:pt x="337" y="0"/>
                  <a:pt x="746" y="0"/>
                </a:cubicBezTo>
                <a:cubicBezTo>
                  <a:pt x="1172" y="0"/>
                  <a:pt x="1509" y="337"/>
                  <a:pt x="1509" y="74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4"/>
          <p:cNvSpPr/>
          <p:nvPr/>
        </p:nvSpPr>
        <p:spPr>
          <a:xfrm rot="2700000">
            <a:off x="882186" y="4050989"/>
            <a:ext cx="189174" cy="186191"/>
          </a:xfrm>
          <a:custGeom>
            <a:rect b="b" l="l" r="r" t="t"/>
            <a:pathLst>
              <a:path extrusionOk="0" h="1139" w="1157">
                <a:moveTo>
                  <a:pt x="500" y="321"/>
                </a:moveTo>
                <a:lnTo>
                  <a:pt x="572" y="1"/>
                </a:lnTo>
                <a:lnTo>
                  <a:pt x="657" y="321"/>
                </a:lnTo>
                <a:cubicBezTo>
                  <a:pt x="679" y="410"/>
                  <a:pt x="747" y="461"/>
                  <a:pt x="819" y="483"/>
                </a:cubicBezTo>
                <a:lnTo>
                  <a:pt x="1156" y="568"/>
                </a:lnTo>
                <a:lnTo>
                  <a:pt x="819" y="657"/>
                </a:lnTo>
                <a:cubicBezTo>
                  <a:pt x="747" y="674"/>
                  <a:pt x="679" y="747"/>
                  <a:pt x="657" y="819"/>
                </a:cubicBezTo>
                <a:lnTo>
                  <a:pt x="572" y="1139"/>
                </a:lnTo>
                <a:lnTo>
                  <a:pt x="483" y="819"/>
                </a:lnTo>
                <a:cubicBezTo>
                  <a:pt x="466" y="747"/>
                  <a:pt x="410" y="674"/>
                  <a:pt x="321" y="657"/>
                </a:cubicBezTo>
                <a:lnTo>
                  <a:pt x="1" y="568"/>
                </a:lnTo>
                <a:lnTo>
                  <a:pt x="321" y="483"/>
                </a:lnTo>
                <a:cubicBezTo>
                  <a:pt x="410" y="461"/>
                  <a:pt x="466" y="393"/>
                  <a:pt x="500" y="3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6" name="Shape 2306"/>
        <p:cNvGrpSpPr/>
        <p:nvPr/>
      </p:nvGrpSpPr>
      <p:grpSpPr>
        <a:xfrm>
          <a:off x="0" y="0"/>
          <a:ext cx="0" cy="0"/>
          <a:chOff x="0" y="0"/>
          <a:chExt cx="0" cy="0"/>
        </a:xfrm>
      </p:grpSpPr>
      <p:sp>
        <p:nvSpPr>
          <p:cNvPr id="2307" name="Google Shape;2307;p65"/>
          <p:cNvSpPr txBox="1"/>
          <p:nvPr>
            <p:ph type="title"/>
          </p:nvPr>
        </p:nvSpPr>
        <p:spPr>
          <a:xfrm>
            <a:off x="2095700" y="3438525"/>
            <a:ext cx="4952700" cy="71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MOBILE APP</a:t>
            </a:r>
            <a:endParaRPr/>
          </a:p>
        </p:txBody>
      </p:sp>
      <p:sp>
        <p:nvSpPr>
          <p:cNvPr id="2308" name="Google Shape;2308;p65"/>
          <p:cNvSpPr txBox="1"/>
          <p:nvPr>
            <p:ph idx="1" type="subTitle"/>
          </p:nvPr>
        </p:nvSpPr>
        <p:spPr>
          <a:xfrm>
            <a:off x="1986000" y="3878850"/>
            <a:ext cx="5172000" cy="801000"/>
          </a:xfrm>
          <a:prstGeom prst="rect">
            <a:avLst/>
          </a:prstGeom>
        </p:spPr>
        <p:txBody>
          <a:bodyPr anchorCtr="0" anchor="ctr" bIns="91425" lIns="91425" spcFirstLastPara="1" rIns="91425" wrap="square" tIns="91425">
            <a:normAutofit/>
          </a:bodyPr>
          <a:lstStyle/>
          <a:p>
            <a:pPr indent="0" lvl="0" marL="0" rtl="0" algn="ctr">
              <a:spcBef>
                <a:spcPts val="0"/>
              </a:spcBef>
              <a:spcAft>
                <a:spcPts val="0"/>
              </a:spcAft>
              <a:buNone/>
            </a:pPr>
            <a:r>
              <a:rPr lang="en"/>
              <a:t>You can replace the image on the screen with your own work. Just delete this one, add yours and center it properly</a:t>
            </a:r>
            <a:endParaRPr/>
          </a:p>
        </p:txBody>
      </p:sp>
      <p:sp>
        <p:nvSpPr>
          <p:cNvPr id="2309" name="Google Shape;2309;p65"/>
          <p:cNvSpPr/>
          <p:nvPr/>
        </p:nvSpPr>
        <p:spPr>
          <a:xfrm>
            <a:off x="3845178" y="540000"/>
            <a:ext cx="1453635" cy="2898631"/>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0" name="Google Shape;2310;p65"/>
          <p:cNvGrpSpPr/>
          <p:nvPr/>
        </p:nvGrpSpPr>
        <p:grpSpPr>
          <a:xfrm rot="1800010">
            <a:off x="7167300" y="814606"/>
            <a:ext cx="1268041" cy="721370"/>
            <a:chOff x="411778" y="464322"/>
            <a:chExt cx="1367905" cy="778181"/>
          </a:xfrm>
        </p:grpSpPr>
        <p:grpSp>
          <p:nvGrpSpPr>
            <p:cNvPr id="2311" name="Google Shape;2311;p65"/>
            <p:cNvGrpSpPr/>
            <p:nvPr/>
          </p:nvGrpSpPr>
          <p:grpSpPr>
            <a:xfrm>
              <a:off x="411778" y="464322"/>
              <a:ext cx="1367905" cy="778181"/>
              <a:chOff x="1502875" y="937063"/>
              <a:chExt cx="248200" cy="141200"/>
            </a:xfrm>
          </p:grpSpPr>
          <p:sp>
            <p:nvSpPr>
              <p:cNvPr id="2312" name="Google Shape;2312;p65"/>
              <p:cNvSpPr/>
              <p:nvPr/>
            </p:nvSpPr>
            <p:spPr>
              <a:xfrm>
                <a:off x="1687100" y="962838"/>
                <a:ext cx="63975" cy="43075"/>
              </a:xfrm>
              <a:custGeom>
                <a:rect b="b" l="l" r="r" t="t"/>
                <a:pathLst>
                  <a:path extrusionOk="0" h="1723" w="2559">
                    <a:moveTo>
                      <a:pt x="2098" y="1"/>
                    </a:moveTo>
                    <a:cubicBezTo>
                      <a:pt x="1885" y="1"/>
                      <a:pt x="1582" y="35"/>
                      <a:pt x="1228" y="107"/>
                    </a:cubicBezTo>
                    <a:cubicBezTo>
                      <a:pt x="870" y="175"/>
                      <a:pt x="461" y="265"/>
                      <a:pt x="1" y="410"/>
                    </a:cubicBezTo>
                    <a:lnTo>
                      <a:pt x="35" y="533"/>
                    </a:lnTo>
                    <a:cubicBezTo>
                      <a:pt x="499" y="410"/>
                      <a:pt x="909" y="320"/>
                      <a:pt x="1262" y="248"/>
                    </a:cubicBezTo>
                    <a:cubicBezTo>
                      <a:pt x="1599" y="175"/>
                      <a:pt x="1885" y="141"/>
                      <a:pt x="2098" y="141"/>
                    </a:cubicBezTo>
                    <a:cubicBezTo>
                      <a:pt x="2204" y="141"/>
                      <a:pt x="2294" y="158"/>
                      <a:pt x="2345" y="175"/>
                    </a:cubicBezTo>
                    <a:cubicBezTo>
                      <a:pt x="2362" y="175"/>
                      <a:pt x="2379" y="197"/>
                      <a:pt x="2400" y="197"/>
                    </a:cubicBezTo>
                    <a:lnTo>
                      <a:pt x="2417" y="214"/>
                    </a:lnTo>
                    <a:lnTo>
                      <a:pt x="2417" y="231"/>
                    </a:lnTo>
                    <a:cubicBezTo>
                      <a:pt x="2417" y="248"/>
                      <a:pt x="2417" y="265"/>
                      <a:pt x="2400" y="303"/>
                    </a:cubicBezTo>
                    <a:cubicBezTo>
                      <a:pt x="2362" y="354"/>
                      <a:pt x="2294" y="427"/>
                      <a:pt x="2204" y="495"/>
                    </a:cubicBezTo>
                    <a:cubicBezTo>
                      <a:pt x="1923" y="743"/>
                      <a:pt x="1386" y="1056"/>
                      <a:pt x="673" y="1420"/>
                    </a:cubicBezTo>
                    <a:lnTo>
                      <a:pt x="657" y="1420"/>
                    </a:lnTo>
                    <a:lnTo>
                      <a:pt x="640" y="1437"/>
                    </a:lnTo>
                    <a:cubicBezTo>
                      <a:pt x="589" y="1454"/>
                      <a:pt x="551" y="1475"/>
                      <a:pt x="499" y="1492"/>
                    </a:cubicBezTo>
                    <a:cubicBezTo>
                      <a:pt x="444" y="1527"/>
                      <a:pt x="376" y="1561"/>
                      <a:pt x="303" y="1599"/>
                    </a:cubicBezTo>
                    <a:lnTo>
                      <a:pt x="376" y="1723"/>
                    </a:lnTo>
                    <a:cubicBezTo>
                      <a:pt x="427" y="1688"/>
                      <a:pt x="499" y="1650"/>
                      <a:pt x="568" y="1616"/>
                    </a:cubicBezTo>
                    <a:cubicBezTo>
                      <a:pt x="606" y="1599"/>
                      <a:pt x="657" y="1582"/>
                      <a:pt x="695" y="1561"/>
                    </a:cubicBezTo>
                    <a:cubicBezTo>
                      <a:pt x="1262" y="1279"/>
                      <a:pt x="1723" y="1028"/>
                      <a:pt x="2042" y="798"/>
                    </a:cubicBezTo>
                    <a:cubicBezTo>
                      <a:pt x="2204" y="691"/>
                      <a:pt x="2328" y="585"/>
                      <a:pt x="2417" y="495"/>
                    </a:cubicBezTo>
                    <a:cubicBezTo>
                      <a:pt x="2452" y="461"/>
                      <a:pt x="2486" y="410"/>
                      <a:pt x="2524" y="371"/>
                    </a:cubicBezTo>
                    <a:cubicBezTo>
                      <a:pt x="2541" y="320"/>
                      <a:pt x="2558" y="282"/>
                      <a:pt x="2558" y="231"/>
                    </a:cubicBezTo>
                    <a:cubicBezTo>
                      <a:pt x="2558" y="214"/>
                      <a:pt x="2558" y="197"/>
                      <a:pt x="2541" y="175"/>
                    </a:cubicBezTo>
                    <a:cubicBezTo>
                      <a:pt x="2541" y="141"/>
                      <a:pt x="2507" y="107"/>
                      <a:pt x="2486" y="90"/>
                    </a:cubicBezTo>
                    <a:cubicBezTo>
                      <a:pt x="2434" y="52"/>
                      <a:pt x="2379" y="35"/>
                      <a:pt x="2328" y="18"/>
                    </a:cubicBezTo>
                    <a:cubicBezTo>
                      <a:pt x="2255" y="1"/>
                      <a:pt x="2187" y="1"/>
                      <a:pt x="209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5"/>
              <p:cNvSpPr/>
              <p:nvPr/>
            </p:nvSpPr>
            <p:spPr>
              <a:xfrm>
                <a:off x="1502875" y="1021863"/>
                <a:ext cx="67050" cy="42225"/>
              </a:xfrm>
              <a:custGeom>
                <a:rect b="b" l="l" r="r" t="t"/>
                <a:pathLst>
                  <a:path extrusionOk="0" h="1689" w="2682">
                    <a:moveTo>
                      <a:pt x="2097" y="1"/>
                    </a:moveTo>
                    <a:cubicBezTo>
                      <a:pt x="1918" y="107"/>
                      <a:pt x="1722" y="197"/>
                      <a:pt x="1564" y="287"/>
                    </a:cubicBezTo>
                    <a:cubicBezTo>
                      <a:pt x="1138" y="500"/>
                      <a:pt x="780" y="691"/>
                      <a:pt x="516" y="887"/>
                    </a:cubicBezTo>
                    <a:cubicBezTo>
                      <a:pt x="371" y="994"/>
                      <a:pt x="230" y="1084"/>
                      <a:pt x="158" y="1190"/>
                    </a:cubicBezTo>
                    <a:cubicBezTo>
                      <a:pt x="107" y="1224"/>
                      <a:pt x="72" y="1280"/>
                      <a:pt x="51" y="1314"/>
                    </a:cubicBezTo>
                    <a:cubicBezTo>
                      <a:pt x="17" y="1352"/>
                      <a:pt x="0" y="1403"/>
                      <a:pt x="0" y="1459"/>
                    </a:cubicBezTo>
                    <a:cubicBezTo>
                      <a:pt x="0" y="1476"/>
                      <a:pt x="17" y="1493"/>
                      <a:pt x="17" y="1510"/>
                    </a:cubicBezTo>
                    <a:cubicBezTo>
                      <a:pt x="34" y="1544"/>
                      <a:pt x="51" y="1582"/>
                      <a:pt x="90" y="1599"/>
                    </a:cubicBezTo>
                    <a:cubicBezTo>
                      <a:pt x="124" y="1633"/>
                      <a:pt x="179" y="1650"/>
                      <a:pt x="247" y="1672"/>
                    </a:cubicBezTo>
                    <a:cubicBezTo>
                      <a:pt x="303" y="1672"/>
                      <a:pt x="392" y="1689"/>
                      <a:pt x="460" y="1689"/>
                    </a:cubicBezTo>
                    <a:cubicBezTo>
                      <a:pt x="691" y="1689"/>
                      <a:pt x="1010" y="1633"/>
                      <a:pt x="1385" y="1565"/>
                    </a:cubicBezTo>
                    <a:cubicBezTo>
                      <a:pt x="1756" y="1493"/>
                      <a:pt x="2204" y="1386"/>
                      <a:pt x="2681" y="1246"/>
                    </a:cubicBezTo>
                    <a:lnTo>
                      <a:pt x="2647" y="1101"/>
                    </a:lnTo>
                    <a:cubicBezTo>
                      <a:pt x="2165" y="1246"/>
                      <a:pt x="1722" y="1352"/>
                      <a:pt x="1351" y="1420"/>
                    </a:cubicBezTo>
                    <a:cubicBezTo>
                      <a:pt x="976" y="1493"/>
                      <a:pt x="673" y="1544"/>
                      <a:pt x="460" y="1544"/>
                    </a:cubicBezTo>
                    <a:cubicBezTo>
                      <a:pt x="354" y="1544"/>
                      <a:pt x="286" y="1527"/>
                      <a:pt x="230" y="1510"/>
                    </a:cubicBezTo>
                    <a:cubicBezTo>
                      <a:pt x="196" y="1510"/>
                      <a:pt x="179" y="1493"/>
                      <a:pt x="158" y="1493"/>
                    </a:cubicBezTo>
                    <a:cubicBezTo>
                      <a:pt x="158" y="1476"/>
                      <a:pt x="158" y="1476"/>
                      <a:pt x="141" y="1459"/>
                    </a:cubicBezTo>
                    <a:cubicBezTo>
                      <a:pt x="141" y="1437"/>
                      <a:pt x="158" y="1420"/>
                      <a:pt x="179" y="1386"/>
                    </a:cubicBezTo>
                    <a:cubicBezTo>
                      <a:pt x="196" y="1352"/>
                      <a:pt x="247" y="1280"/>
                      <a:pt x="320" y="1207"/>
                    </a:cubicBezTo>
                    <a:cubicBezTo>
                      <a:pt x="392" y="1156"/>
                      <a:pt x="499" y="1084"/>
                      <a:pt x="605" y="994"/>
                    </a:cubicBezTo>
                    <a:cubicBezTo>
                      <a:pt x="852" y="819"/>
                      <a:pt x="1206" y="623"/>
                      <a:pt x="1615" y="410"/>
                    </a:cubicBezTo>
                    <a:cubicBezTo>
                      <a:pt x="1794" y="321"/>
                      <a:pt x="1969" y="231"/>
                      <a:pt x="2165" y="142"/>
                    </a:cubicBezTo>
                    <a:lnTo>
                      <a:pt x="2097"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5"/>
              <p:cNvSpPr/>
              <p:nvPr/>
            </p:nvSpPr>
            <p:spPr>
              <a:xfrm>
                <a:off x="1554325" y="937063"/>
                <a:ext cx="141225" cy="114150"/>
              </a:xfrm>
              <a:custGeom>
                <a:rect b="b" l="l" r="r" t="t"/>
                <a:pathLst>
                  <a:path extrusionOk="0" h="4566" w="5649">
                    <a:moveTo>
                      <a:pt x="2827" y="0"/>
                    </a:moveTo>
                    <a:cubicBezTo>
                      <a:pt x="1262" y="0"/>
                      <a:pt x="1" y="1262"/>
                      <a:pt x="1" y="2826"/>
                    </a:cubicBezTo>
                    <a:cubicBezTo>
                      <a:pt x="1" y="3039"/>
                      <a:pt x="18" y="3252"/>
                      <a:pt x="73" y="3465"/>
                    </a:cubicBezTo>
                    <a:cubicBezTo>
                      <a:pt x="180" y="3870"/>
                      <a:pt x="359" y="4245"/>
                      <a:pt x="606" y="4565"/>
                    </a:cubicBezTo>
                    <a:cubicBezTo>
                      <a:pt x="892" y="4493"/>
                      <a:pt x="1173" y="4403"/>
                      <a:pt x="1476" y="4318"/>
                    </a:cubicBezTo>
                    <a:cubicBezTo>
                      <a:pt x="1616" y="4262"/>
                      <a:pt x="1761" y="4228"/>
                      <a:pt x="1902" y="4173"/>
                    </a:cubicBezTo>
                    <a:cubicBezTo>
                      <a:pt x="2149" y="4083"/>
                      <a:pt x="2418" y="3998"/>
                      <a:pt x="2665" y="3909"/>
                    </a:cubicBezTo>
                    <a:cubicBezTo>
                      <a:pt x="2844" y="3853"/>
                      <a:pt x="3001" y="3785"/>
                      <a:pt x="3163" y="3730"/>
                    </a:cubicBezTo>
                    <a:cubicBezTo>
                      <a:pt x="3428" y="3623"/>
                      <a:pt x="3679" y="3534"/>
                      <a:pt x="3926" y="3427"/>
                    </a:cubicBezTo>
                    <a:cubicBezTo>
                      <a:pt x="4549" y="3180"/>
                      <a:pt x="5133" y="2933"/>
                      <a:pt x="5648" y="2681"/>
                    </a:cubicBezTo>
                    <a:cubicBezTo>
                      <a:pt x="5631" y="2255"/>
                      <a:pt x="5508" y="1867"/>
                      <a:pt x="5329" y="1492"/>
                    </a:cubicBezTo>
                    <a:cubicBezTo>
                      <a:pt x="4851" y="605"/>
                      <a:pt x="3909" y="0"/>
                      <a:pt x="28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5"/>
              <p:cNvSpPr/>
              <p:nvPr/>
            </p:nvSpPr>
            <p:spPr>
              <a:xfrm>
                <a:off x="1569450" y="1004088"/>
                <a:ext cx="126100" cy="74175"/>
              </a:xfrm>
              <a:custGeom>
                <a:rect b="b" l="l" r="r" t="t"/>
                <a:pathLst>
                  <a:path extrusionOk="0" h="2967" w="5044">
                    <a:moveTo>
                      <a:pt x="5043" y="0"/>
                    </a:moveTo>
                    <a:cubicBezTo>
                      <a:pt x="4528" y="252"/>
                      <a:pt x="3944" y="499"/>
                      <a:pt x="3321" y="746"/>
                    </a:cubicBezTo>
                    <a:cubicBezTo>
                      <a:pt x="3074" y="853"/>
                      <a:pt x="2823" y="942"/>
                      <a:pt x="2558" y="1049"/>
                    </a:cubicBezTo>
                    <a:cubicBezTo>
                      <a:pt x="2396" y="1104"/>
                      <a:pt x="2239" y="1172"/>
                      <a:pt x="2060" y="1228"/>
                    </a:cubicBezTo>
                    <a:cubicBezTo>
                      <a:pt x="1813" y="1317"/>
                      <a:pt x="1544" y="1402"/>
                      <a:pt x="1297" y="1492"/>
                    </a:cubicBezTo>
                    <a:cubicBezTo>
                      <a:pt x="1156" y="1547"/>
                      <a:pt x="1011" y="1581"/>
                      <a:pt x="871" y="1637"/>
                    </a:cubicBezTo>
                    <a:cubicBezTo>
                      <a:pt x="568" y="1722"/>
                      <a:pt x="287" y="1812"/>
                      <a:pt x="1" y="1884"/>
                    </a:cubicBezTo>
                    <a:cubicBezTo>
                      <a:pt x="517" y="2540"/>
                      <a:pt x="1314" y="2967"/>
                      <a:pt x="2222" y="2967"/>
                    </a:cubicBezTo>
                    <a:cubicBezTo>
                      <a:pt x="3782" y="2967"/>
                      <a:pt x="5043" y="1688"/>
                      <a:pt x="5043" y="145"/>
                    </a:cubicBezTo>
                    <a:lnTo>
                      <a:pt x="504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6" name="Google Shape;2316;p65"/>
            <p:cNvSpPr/>
            <p:nvPr/>
          </p:nvSpPr>
          <p:spPr>
            <a:xfrm rot="-1063722">
              <a:off x="747753" y="946833"/>
              <a:ext cx="754633" cy="33354"/>
            </a:xfrm>
            <a:custGeom>
              <a:rect b="b" l="l" r="r" t="t"/>
              <a:pathLst>
                <a:path extrusionOk="0" h="10573" w="29051">
                  <a:moveTo>
                    <a:pt x="0" y="10573"/>
                  </a:moveTo>
                  <a:cubicBezTo>
                    <a:pt x="10254" y="9551"/>
                    <a:pt x="20673" y="6000"/>
                    <a:pt x="29051" y="0"/>
                  </a:cubicBezTo>
                </a:path>
              </a:pathLst>
            </a:custGeom>
            <a:noFill/>
            <a:ln cap="flat" cmpd="sng" w="28575">
              <a:solidFill>
                <a:schemeClr val="dk1"/>
              </a:solidFill>
              <a:prstDash val="solid"/>
              <a:round/>
              <a:headEnd len="med" w="med" type="none"/>
              <a:tailEnd len="med" w="med" type="none"/>
            </a:ln>
          </p:spPr>
        </p:sp>
        <p:sp>
          <p:nvSpPr>
            <p:cNvPr id="2317" name="Google Shape;2317;p65"/>
            <p:cNvSpPr/>
            <p:nvPr/>
          </p:nvSpPr>
          <p:spPr>
            <a:xfrm>
              <a:off x="1268275" y="587300"/>
              <a:ext cx="25800" cy="69275"/>
            </a:xfrm>
            <a:custGeom>
              <a:rect b="b" l="l" r="r" t="t"/>
              <a:pathLst>
                <a:path extrusionOk="0" h="2771" w="1032">
                  <a:moveTo>
                    <a:pt x="516" y="141"/>
                  </a:moveTo>
                  <a:cubicBezTo>
                    <a:pt x="533" y="141"/>
                    <a:pt x="550" y="141"/>
                    <a:pt x="567" y="158"/>
                  </a:cubicBezTo>
                  <a:cubicBezTo>
                    <a:pt x="606" y="175"/>
                    <a:pt x="640" y="231"/>
                    <a:pt x="695" y="299"/>
                  </a:cubicBezTo>
                  <a:cubicBezTo>
                    <a:pt x="746" y="405"/>
                    <a:pt x="802" y="550"/>
                    <a:pt x="836" y="746"/>
                  </a:cubicBezTo>
                  <a:cubicBezTo>
                    <a:pt x="870" y="938"/>
                    <a:pt x="887" y="1151"/>
                    <a:pt x="887" y="1386"/>
                  </a:cubicBezTo>
                  <a:cubicBezTo>
                    <a:pt x="887" y="1739"/>
                    <a:pt x="836" y="2059"/>
                    <a:pt x="763" y="2289"/>
                  </a:cubicBezTo>
                  <a:cubicBezTo>
                    <a:pt x="729" y="2396"/>
                    <a:pt x="674" y="2485"/>
                    <a:pt x="640" y="2558"/>
                  </a:cubicBezTo>
                  <a:cubicBezTo>
                    <a:pt x="606" y="2575"/>
                    <a:pt x="589" y="2592"/>
                    <a:pt x="567" y="2609"/>
                  </a:cubicBezTo>
                  <a:cubicBezTo>
                    <a:pt x="550" y="2626"/>
                    <a:pt x="533" y="2626"/>
                    <a:pt x="516" y="2626"/>
                  </a:cubicBezTo>
                  <a:cubicBezTo>
                    <a:pt x="499" y="2626"/>
                    <a:pt x="482" y="2626"/>
                    <a:pt x="461" y="2609"/>
                  </a:cubicBezTo>
                  <a:cubicBezTo>
                    <a:pt x="427" y="2592"/>
                    <a:pt x="393" y="2536"/>
                    <a:pt x="337" y="2468"/>
                  </a:cubicBezTo>
                  <a:cubicBezTo>
                    <a:pt x="286" y="2362"/>
                    <a:pt x="231" y="2217"/>
                    <a:pt x="197" y="2025"/>
                  </a:cubicBezTo>
                  <a:cubicBezTo>
                    <a:pt x="162" y="1829"/>
                    <a:pt x="141" y="1616"/>
                    <a:pt x="141" y="1386"/>
                  </a:cubicBezTo>
                  <a:cubicBezTo>
                    <a:pt x="141" y="1028"/>
                    <a:pt x="197" y="708"/>
                    <a:pt x="269" y="478"/>
                  </a:cubicBezTo>
                  <a:cubicBezTo>
                    <a:pt x="303" y="371"/>
                    <a:pt x="354" y="282"/>
                    <a:pt x="393" y="214"/>
                  </a:cubicBezTo>
                  <a:cubicBezTo>
                    <a:pt x="427" y="192"/>
                    <a:pt x="444" y="175"/>
                    <a:pt x="461" y="158"/>
                  </a:cubicBezTo>
                  <a:cubicBezTo>
                    <a:pt x="482" y="141"/>
                    <a:pt x="499" y="141"/>
                    <a:pt x="516" y="141"/>
                  </a:cubicBezTo>
                  <a:close/>
                  <a:moveTo>
                    <a:pt x="516" y="0"/>
                  </a:moveTo>
                  <a:cubicBezTo>
                    <a:pt x="461" y="0"/>
                    <a:pt x="427" y="17"/>
                    <a:pt x="393" y="34"/>
                  </a:cubicBezTo>
                  <a:cubicBezTo>
                    <a:pt x="320" y="86"/>
                    <a:pt x="269" y="141"/>
                    <a:pt x="231" y="231"/>
                  </a:cubicBezTo>
                  <a:cubicBezTo>
                    <a:pt x="162" y="354"/>
                    <a:pt x="90" y="512"/>
                    <a:pt x="56" y="708"/>
                  </a:cubicBezTo>
                  <a:cubicBezTo>
                    <a:pt x="18" y="921"/>
                    <a:pt x="0" y="1134"/>
                    <a:pt x="0" y="1386"/>
                  </a:cubicBezTo>
                  <a:cubicBezTo>
                    <a:pt x="0" y="1756"/>
                    <a:pt x="56" y="2093"/>
                    <a:pt x="124" y="2345"/>
                  </a:cubicBezTo>
                  <a:cubicBezTo>
                    <a:pt x="180" y="2468"/>
                    <a:pt x="231" y="2558"/>
                    <a:pt x="286" y="2643"/>
                  </a:cubicBezTo>
                  <a:cubicBezTo>
                    <a:pt x="320" y="2681"/>
                    <a:pt x="354" y="2716"/>
                    <a:pt x="393" y="2733"/>
                  </a:cubicBezTo>
                  <a:cubicBezTo>
                    <a:pt x="427" y="2750"/>
                    <a:pt x="461" y="2771"/>
                    <a:pt x="516" y="2771"/>
                  </a:cubicBezTo>
                  <a:cubicBezTo>
                    <a:pt x="567" y="2771"/>
                    <a:pt x="606" y="2750"/>
                    <a:pt x="640" y="2733"/>
                  </a:cubicBezTo>
                  <a:cubicBezTo>
                    <a:pt x="712" y="2698"/>
                    <a:pt x="763" y="2626"/>
                    <a:pt x="819" y="2536"/>
                  </a:cubicBezTo>
                  <a:cubicBezTo>
                    <a:pt x="870" y="2413"/>
                    <a:pt x="942" y="2255"/>
                    <a:pt x="977" y="2059"/>
                  </a:cubicBezTo>
                  <a:cubicBezTo>
                    <a:pt x="1015" y="1846"/>
                    <a:pt x="1032" y="1633"/>
                    <a:pt x="1032" y="1386"/>
                  </a:cubicBezTo>
                  <a:cubicBezTo>
                    <a:pt x="1032" y="1011"/>
                    <a:pt x="977" y="674"/>
                    <a:pt x="908" y="444"/>
                  </a:cubicBezTo>
                  <a:cubicBezTo>
                    <a:pt x="853" y="320"/>
                    <a:pt x="802" y="214"/>
                    <a:pt x="746" y="124"/>
                  </a:cubicBezTo>
                  <a:cubicBezTo>
                    <a:pt x="712" y="86"/>
                    <a:pt x="674" y="69"/>
                    <a:pt x="640" y="34"/>
                  </a:cubicBezTo>
                  <a:cubicBezTo>
                    <a:pt x="606" y="17"/>
                    <a:pt x="567" y="0"/>
                    <a:pt x="516" y="0"/>
                  </a:cubicBezTo>
                  <a:close/>
                </a:path>
              </a:pathLst>
            </a:custGeom>
            <a:solidFill>
              <a:srgbClr val="01020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5"/>
            <p:cNvSpPr/>
            <p:nvPr/>
          </p:nvSpPr>
          <p:spPr>
            <a:xfrm>
              <a:off x="1231400" y="641000"/>
              <a:ext cx="14300" cy="24850"/>
            </a:xfrm>
            <a:custGeom>
              <a:rect b="b" l="l" r="r" t="t"/>
              <a:pathLst>
                <a:path extrusionOk="0" h="994" w="572">
                  <a:moveTo>
                    <a:pt x="286" y="141"/>
                  </a:moveTo>
                  <a:cubicBezTo>
                    <a:pt x="303" y="141"/>
                    <a:pt x="303" y="141"/>
                    <a:pt x="320" y="158"/>
                  </a:cubicBezTo>
                  <a:cubicBezTo>
                    <a:pt x="337" y="175"/>
                    <a:pt x="376" y="231"/>
                    <a:pt x="393" y="282"/>
                  </a:cubicBezTo>
                  <a:cubicBezTo>
                    <a:pt x="410" y="337"/>
                    <a:pt x="427" y="410"/>
                    <a:pt x="427" y="495"/>
                  </a:cubicBezTo>
                  <a:cubicBezTo>
                    <a:pt x="427" y="602"/>
                    <a:pt x="410" y="691"/>
                    <a:pt x="376" y="764"/>
                  </a:cubicBezTo>
                  <a:cubicBezTo>
                    <a:pt x="359" y="798"/>
                    <a:pt x="337" y="815"/>
                    <a:pt x="320" y="836"/>
                  </a:cubicBezTo>
                  <a:cubicBezTo>
                    <a:pt x="303" y="836"/>
                    <a:pt x="303" y="853"/>
                    <a:pt x="286" y="853"/>
                  </a:cubicBezTo>
                  <a:cubicBezTo>
                    <a:pt x="269" y="853"/>
                    <a:pt x="269" y="836"/>
                    <a:pt x="252" y="836"/>
                  </a:cubicBezTo>
                  <a:cubicBezTo>
                    <a:pt x="231" y="815"/>
                    <a:pt x="197" y="764"/>
                    <a:pt x="180" y="708"/>
                  </a:cubicBezTo>
                  <a:cubicBezTo>
                    <a:pt x="163" y="657"/>
                    <a:pt x="146" y="568"/>
                    <a:pt x="146" y="495"/>
                  </a:cubicBezTo>
                  <a:cubicBezTo>
                    <a:pt x="146" y="388"/>
                    <a:pt x="163" y="303"/>
                    <a:pt x="197" y="231"/>
                  </a:cubicBezTo>
                  <a:cubicBezTo>
                    <a:pt x="214" y="197"/>
                    <a:pt x="231" y="175"/>
                    <a:pt x="252" y="158"/>
                  </a:cubicBezTo>
                  <a:cubicBezTo>
                    <a:pt x="269" y="141"/>
                    <a:pt x="269" y="141"/>
                    <a:pt x="286" y="141"/>
                  </a:cubicBezTo>
                  <a:close/>
                  <a:moveTo>
                    <a:pt x="286" y="1"/>
                  </a:moveTo>
                  <a:cubicBezTo>
                    <a:pt x="231" y="1"/>
                    <a:pt x="197" y="18"/>
                    <a:pt x="163" y="52"/>
                  </a:cubicBezTo>
                  <a:cubicBezTo>
                    <a:pt x="107" y="107"/>
                    <a:pt x="73" y="158"/>
                    <a:pt x="39" y="231"/>
                  </a:cubicBezTo>
                  <a:cubicBezTo>
                    <a:pt x="18" y="320"/>
                    <a:pt x="1" y="410"/>
                    <a:pt x="1" y="495"/>
                  </a:cubicBezTo>
                  <a:cubicBezTo>
                    <a:pt x="1" y="623"/>
                    <a:pt x="39" y="729"/>
                    <a:pt x="73" y="815"/>
                  </a:cubicBezTo>
                  <a:cubicBezTo>
                    <a:pt x="90" y="870"/>
                    <a:pt x="124" y="904"/>
                    <a:pt x="163" y="943"/>
                  </a:cubicBezTo>
                  <a:cubicBezTo>
                    <a:pt x="197" y="960"/>
                    <a:pt x="231" y="994"/>
                    <a:pt x="286" y="994"/>
                  </a:cubicBezTo>
                  <a:cubicBezTo>
                    <a:pt x="337" y="994"/>
                    <a:pt x="376" y="960"/>
                    <a:pt x="410" y="943"/>
                  </a:cubicBezTo>
                  <a:cubicBezTo>
                    <a:pt x="465" y="887"/>
                    <a:pt x="499" y="836"/>
                    <a:pt x="534" y="747"/>
                  </a:cubicBezTo>
                  <a:cubicBezTo>
                    <a:pt x="551" y="674"/>
                    <a:pt x="572" y="585"/>
                    <a:pt x="572" y="495"/>
                  </a:cubicBezTo>
                  <a:cubicBezTo>
                    <a:pt x="572" y="371"/>
                    <a:pt x="534" y="248"/>
                    <a:pt x="499" y="158"/>
                  </a:cubicBezTo>
                  <a:cubicBezTo>
                    <a:pt x="482" y="124"/>
                    <a:pt x="444" y="90"/>
                    <a:pt x="410" y="52"/>
                  </a:cubicBezTo>
                  <a:cubicBezTo>
                    <a:pt x="376" y="18"/>
                    <a:pt x="337" y="1"/>
                    <a:pt x="286" y="1"/>
                  </a:cubicBezTo>
                  <a:close/>
                </a:path>
              </a:pathLst>
            </a:custGeom>
            <a:solidFill>
              <a:srgbClr val="01020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5"/>
            <p:cNvSpPr/>
            <p:nvPr/>
          </p:nvSpPr>
          <p:spPr>
            <a:xfrm>
              <a:off x="1277650" y="716025"/>
              <a:ext cx="21775" cy="28475"/>
            </a:xfrm>
            <a:custGeom>
              <a:rect b="b" l="l" r="r" t="t"/>
              <a:pathLst>
                <a:path extrusionOk="0" h="1139" w="871">
                  <a:moveTo>
                    <a:pt x="427" y="141"/>
                  </a:moveTo>
                  <a:cubicBezTo>
                    <a:pt x="495" y="141"/>
                    <a:pt x="567" y="179"/>
                    <a:pt x="640" y="248"/>
                  </a:cubicBezTo>
                  <a:cubicBezTo>
                    <a:pt x="691" y="337"/>
                    <a:pt x="725" y="444"/>
                    <a:pt x="725" y="567"/>
                  </a:cubicBezTo>
                  <a:cubicBezTo>
                    <a:pt x="725" y="691"/>
                    <a:pt x="691" y="797"/>
                    <a:pt x="640" y="870"/>
                  </a:cubicBezTo>
                  <a:cubicBezTo>
                    <a:pt x="567" y="959"/>
                    <a:pt x="495" y="993"/>
                    <a:pt x="427" y="993"/>
                  </a:cubicBezTo>
                  <a:cubicBezTo>
                    <a:pt x="354" y="993"/>
                    <a:pt x="282" y="959"/>
                    <a:pt x="231" y="870"/>
                  </a:cubicBezTo>
                  <a:cubicBezTo>
                    <a:pt x="175" y="797"/>
                    <a:pt x="141" y="691"/>
                    <a:pt x="141" y="567"/>
                  </a:cubicBezTo>
                  <a:cubicBezTo>
                    <a:pt x="141" y="444"/>
                    <a:pt x="175" y="337"/>
                    <a:pt x="231" y="248"/>
                  </a:cubicBezTo>
                  <a:cubicBezTo>
                    <a:pt x="282" y="179"/>
                    <a:pt x="354" y="141"/>
                    <a:pt x="427" y="141"/>
                  </a:cubicBezTo>
                  <a:close/>
                  <a:moveTo>
                    <a:pt x="427" y="0"/>
                  </a:moveTo>
                  <a:cubicBezTo>
                    <a:pt x="299" y="0"/>
                    <a:pt x="192" y="73"/>
                    <a:pt x="107" y="179"/>
                  </a:cubicBezTo>
                  <a:cubicBezTo>
                    <a:pt x="35" y="265"/>
                    <a:pt x="1" y="410"/>
                    <a:pt x="1" y="567"/>
                  </a:cubicBezTo>
                  <a:cubicBezTo>
                    <a:pt x="1" y="712"/>
                    <a:pt x="35" y="853"/>
                    <a:pt x="107" y="959"/>
                  </a:cubicBezTo>
                  <a:cubicBezTo>
                    <a:pt x="192" y="1066"/>
                    <a:pt x="299" y="1138"/>
                    <a:pt x="427" y="1138"/>
                  </a:cubicBezTo>
                  <a:cubicBezTo>
                    <a:pt x="567" y="1138"/>
                    <a:pt x="674" y="1066"/>
                    <a:pt x="747" y="959"/>
                  </a:cubicBezTo>
                  <a:cubicBezTo>
                    <a:pt x="815" y="853"/>
                    <a:pt x="870" y="712"/>
                    <a:pt x="870" y="567"/>
                  </a:cubicBezTo>
                  <a:cubicBezTo>
                    <a:pt x="870" y="410"/>
                    <a:pt x="815" y="265"/>
                    <a:pt x="747" y="179"/>
                  </a:cubicBezTo>
                  <a:cubicBezTo>
                    <a:pt x="674" y="73"/>
                    <a:pt x="567" y="0"/>
                    <a:pt x="427" y="0"/>
                  </a:cubicBezTo>
                  <a:close/>
                </a:path>
              </a:pathLst>
            </a:custGeom>
            <a:solidFill>
              <a:srgbClr val="01020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5"/>
            <p:cNvSpPr/>
            <p:nvPr/>
          </p:nvSpPr>
          <p:spPr>
            <a:xfrm>
              <a:off x="1031600" y="600625"/>
              <a:ext cx="15150" cy="15050"/>
            </a:xfrm>
            <a:custGeom>
              <a:rect b="b" l="l" r="r" t="t"/>
              <a:pathLst>
                <a:path extrusionOk="0" h="602" w="606">
                  <a:moveTo>
                    <a:pt x="303" y="141"/>
                  </a:moveTo>
                  <a:cubicBezTo>
                    <a:pt x="393" y="141"/>
                    <a:pt x="465" y="213"/>
                    <a:pt x="465" y="299"/>
                  </a:cubicBezTo>
                  <a:cubicBezTo>
                    <a:pt x="465" y="388"/>
                    <a:pt x="393" y="461"/>
                    <a:pt x="303" y="461"/>
                  </a:cubicBezTo>
                  <a:cubicBezTo>
                    <a:pt x="214" y="461"/>
                    <a:pt x="146" y="388"/>
                    <a:pt x="146" y="299"/>
                  </a:cubicBezTo>
                  <a:cubicBezTo>
                    <a:pt x="146" y="213"/>
                    <a:pt x="214" y="141"/>
                    <a:pt x="303" y="141"/>
                  </a:cubicBezTo>
                  <a:close/>
                  <a:moveTo>
                    <a:pt x="303" y="0"/>
                  </a:moveTo>
                  <a:cubicBezTo>
                    <a:pt x="124" y="0"/>
                    <a:pt x="1" y="124"/>
                    <a:pt x="1" y="299"/>
                  </a:cubicBezTo>
                  <a:cubicBezTo>
                    <a:pt x="1" y="478"/>
                    <a:pt x="124" y="601"/>
                    <a:pt x="303" y="601"/>
                  </a:cubicBezTo>
                  <a:cubicBezTo>
                    <a:pt x="465" y="601"/>
                    <a:pt x="606" y="478"/>
                    <a:pt x="606" y="299"/>
                  </a:cubicBezTo>
                  <a:cubicBezTo>
                    <a:pt x="606" y="124"/>
                    <a:pt x="465" y="0"/>
                    <a:pt x="303" y="0"/>
                  </a:cubicBezTo>
                  <a:close/>
                </a:path>
              </a:pathLst>
            </a:custGeom>
            <a:solidFill>
              <a:srgbClr val="21222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1" name="Google Shape;2321;p65"/>
          <p:cNvSpPr/>
          <p:nvPr/>
        </p:nvSpPr>
        <p:spPr>
          <a:xfrm rot="-7261803">
            <a:off x="7316124" y="503261"/>
            <a:ext cx="99886" cy="100016"/>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5"/>
          <p:cNvSpPr/>
          <p:nvPr/>
        </p:nvSpPr>
        <p:spPr>
          <a:xfrm rot="-7262007">
            <a:off x="7549310" y="472445"/>
            <a:ext cx="133015" cy="133025"/>
          </a:xfrm>
          <a:custGeom>
            <a:rect b="b" l="l" r="r" t="t"/>
            <a:pathLst>
              <a:path extrusionOk="0" h="4493" w="4493">
                <a:moveTo>
                  <a:pt x="2255" y="0"/>
                </a:moveTo>
                <a:cubicBezTo>
                  <a:pt x="1015" y="0"/>
                  <a:pt x="0" y="993"/>
                  <a:pt x="0" y="2238"/>
                </a:cubicBezTo>
                <a:cubicBezTo>
                  <a:pt x="0" y="3483"/>
                  <a:pt x="1015" y="4493"/>
                  <a:pt x="2255" y="4493"/>
                </a:cubicBezTo>
                <a:cubicBezTo>
                  <a:pt x="3500" y="4493"/>
                  <a:pt x="4493" y="3483"/>
                  <a:pt x="4493" y="2238"/>
                </a:cubicBezTo>
                <a:cubicBezTo>
                  <a:pt x="4493" y="993"/>
                  <a:pt x="3500" y="0"/>
                  <a:pt x="2255"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5"/>
          <p:cNvSpPr/>
          <p:nvPr/>
        </p:nvSpPr>
        <p:spPr>
          <a:xfrm rot="-7261671">
            <a:off x="7170753" y="701171"/>
            <a:ext cx="133044" cy="130944"/>
          </a:xfrm>
          <a:custGeom>
            <a:rect b="b" l="l" r="r" t="t"/>
            <a:pathLst>
              <a:path extrusionOk="0" h="1139" w="1157">
                <a:moveTo>
                  <a:pt x="500" y="321"/>
                </a:moveTo>
                <a:lnTo>
                  <a:pt x="572" y="1"/>
                </a:lnTo>
                <a:lnTo>
                  <a:pt x="657" y="321"/>
                </a:lnTo>
                <a:cubicBezTo>
                  <a:pt x="679" y="410"/>
                  <a:pt x="747" y="461"/>
                  <a:pt x="819" y="483"/>
                </a:cubicBezTo>
                <a:lnTo>
                  <a:pt x="1156" y="568"/>
                </a:lnTo>
                <a:lnTo>
                  <a:pt x="819" y="657"/>
                </a:lnTo>
                <a:cubicBezTo>
                  <a:pt x="747" y="674"/>
                  <a:pt x="679" y="747"/>
                  <a:pt x="657" y="819"/>
                </a:cubicBezTo>
                <a:lnTo>
                  <a:pt x="572" y="1139"/>
                </a:lnTo>
                <a:lnTo>
                  <a:pt x="483" y="819"/>
                </a:lnTo>
                <a:cubicBezTo>
                  <a:pt x="466" y="747"/>
                  <a:pt x="410" y="674"/>
                  <a:pt x="321" y="657"/>
                </a:cubicBezTo>
                <a:lnTo>
                  <a:pt x="1" y="568"/>
                </a:lnTo>
                <a:lnTo>
                  <a:pt x="321" y="483"/>
                </a:lnTo>
                <a:cubicBezTo>
                  <a:pt x="410" y="461"/>
                  <a:pt x="466" y="393"/>
                  <a:pt x="500" y="3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5"/>
          <p:cNvSpPr/>
          <p:nvPr/>
        </p:nvSpPr>
        <p:spPr>
          <a:xfrm>
            <a:off x="951376" y="4083587"/>
            <a:ext cx="153706" cy="153877"/>
          </a:xfrm>
          <a:custGeom>
            <a:rect b="b" l="l" r="r" t="t"/>
            <a:pathLst>
              <a:path extrusionOk="0" h="4498" w="4493">
                <a:moveTo>
                  <a:pt x="2238" y="0"/>
                </a:moveTo>
                <a:cubicBezTo>
                  <a:pt x="1015" y="0"/>
                  <a:pt x="0" y="998"/>
                  <a:pt x="0" y="2238"/>
                </a:cubicBezTo>
                <a:cubicBezTo>
                  <a:pt x="0" y="3483"/>
                  <a:pt x="1015" y="4497"/>
                  <a:pt x="2238" y="4497"/>
                </a:cubicBezTo>
                <a:cubicBezTo>
                  <a:pt x="3483" y="4497"/>
                  <a:pt x="4493" y="3483"/>
                  <a:pt x="4493" y="2238"/>
                </a:cubicBezTo>
                <a:cubicBezTo>
                  <a:pt x="4493" y="998"/>
                  <a:pt x="3483" y="0"/>
                  <a:pt x="2238"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5"/>
          <p:cNvSpPr/>
          <p:nvPr/>
        </p:nvSpPr>
        <p:spPr>
          <a:xfrm>
            <a:off x="746685" y="4398828"/>
            <a:ext cx="204679" cy="204679"/>
          </a:xfrm>
          <a:custGeom>
            <a:rect b="b" l="l" r="r" t="t"/>
            <a:pathLst>
              <a:path extrusionOk="0" h="4493" w="4493">
                <a:moveTo>
                  <a:pt x="2255" y="0"/>
                </a:moveTo>
                <a:cubicBezTo>
                  <a:pt x="1015" y="0"/>
                  <a:pt x="0" y="993"/>
                  <a:pt x="0" y="2238"/>
                </a:cubicBezTo>
                <a:cubicBezTo>
                  <a:pt x="0" y="3483"/>
                  <a:pt x="1015" y="4493"/>
                  <a:pt x="2255" y="4493"/>
                </a:cubicBezTo>
                <a:cubicBezTo>
                  <a:pt x="3500" y="4493"/>
                  <a:pt x="4493" y="3483"/>
                  <a:pt x="4493" y="2238"/>
                </a:cubicBezTo>
                <a:cubicBezTo>
                  <a:pt x="4493" y="993"/>
                  <a:pt x="3500" y="0"/>
                  <a:pt x="2255"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5"/>
          <p:cNvSpPr/>
          <p:nvPr/>
        </p:nvSpPr>
        <p:spPr>
          <a:xfrm>
            <a:off x="539025" y="4011685"/>
            <a:ext cx="297702" cy="297702"/>
          </a:xfrm>
          <a:custGeom>
            <a:rect b="b" l="l" r="r" t="t"/>
            <a:pathLst>
              <a:path extrusionOk="0" h="6535" w="6535">
                <a:moveTo>
                  <a:pt x="3269" y="0"/>
                </a:moveTo>
                <a:cubicBezTo>
                  <a:pt x="1458" y="0"/>
                  <a:pt x="0" y="1454"/>
                  <a:pt x="0" y="3265"/>
                </a:cubicBezTo>
                <a:cubicBezTo>
                  <a:pt x="0" y="5077"/>
                  <a:pt x="1458" y="6534"/>
                  <a:pt x="3269" y="6534"/>
                </a:cubicBezTo>
                <a:cubicBezTo>
                  <a:pt x="5081" y="6534"/>
                  <a:pt x="6534" y="5077"/>
                  <a:pt x="6534" y="3265"/>
                </a:cubicBezTo>
                <a:cubicBezTo>
                  <a:pt x="6534" y="1454"/>
                  <a:pt x="5081" y="0"/>
                  <a:pt x="3269"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5"/>
          <p:cNvSpPr/>
          <p:nvPr/>
        </p:nvSpPr>
        <p:spPr>
          <a:xfrm>
            <a:off x="746678" y="3720777"/>
            <a:ext cx="204699" cy="201461"/>
          </a:xfrm>
          <a:custGeom>
            <a:rect b="b" l="l" r="r" t="t"/>
            <a:pathLst>
              <a:path extrusionOk="0" h="1139" w="1157">
                <a:moveTo>
                  <a:pt x="500" y="321"/>
                </a:moveTo>
                <a:lnTo>
                  <a:pt x="572" y="1"/>
                </a:lnTo>
                <a:lnTo>
                  <a:pt x="657" y="321"/>
                </a:lnTo>
                <a:cubicBezTo>
                  <a:pt x="679" y="410"/>
                  <a:pt x="747" y="461"/>
                  <a:pt x="819" y="483"/>
                </a:cubicBezTo>
                <a:lnTo>
                  <a:pt x="1156" y="568"/>
                </a:lnTo>
                <a:lnTo>
                  <a:pt x="819" y="657"/>
                </a:lnTo>
                <a:cubicBezTo>
                  <a:pt x="747" y="674"/>
                  <a:pt x="679" y="747"/>
                  <a:pt x="657" y="819"/>
                </a:cubicBezTo>
                <a:lnTo>
                  <a:pt x="572" y="1139"/>
                </a:lnTo>
                <a:lnTo>
                  <a:pt x="483" y="819"/>
                </a:lnTo>
                <a:cubicBezTo>
                  <a:pt x="466" y="747"/>
                  <a:pt x="410" y="674"/>
                  <a:pt x="321" y="657"/>
                </a:cubicBezTo>
                <a:lnTo>
                  <a:pt x="1" y="568"/>
                </a:lnTo>
                <a:lnTo>
                  <a:pt x="321" y="483"/>
                </a:lnTo>
                <a:cubicBezTo>
                  <a:pt x="410" y="461"/>
                  <a:pt x="466" y="393"/>
                  <a:pt x="500" y="3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328" name="Google Shape;2328;p65"/>
          <p:cNvPicPr preferRelativeResize="0"/>
          <p:nvPr/>
        </p:nvPicPr>
        <p:blipFill rotWithShape="1">
          <a:blip r:embed="rId3">
            <a:alphaModFix/>
          </a:blip>
          <a:srcRect b="0" l="34252" r="34248" t="0"/>
          <a:stretch/>
        </p:blipFill>
        <p:spPr>
          <a:xfrm>
            <a:off x="3898100" y="778425"/>
            <a:ext cx="1352551" cy="2415375"/>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2" name="Shape 2332"/>
        <p:cNvGrpSpPr/>
        <p:nvPr/>
      </p:nvGrpSpPr>
      <p:grpSpPr>
        <a:xfrm>
          <a:off x="0" y="0"/>
          <a:ext cx="0" cy="0"/>
          <a:chOff x="0" y="0"/>
          <a:chExt cx="0" cy="0"/>
        </a:xfrm>
      </p:grpSpPr>
      <p:sp>
        <p:nvSpPr>
          <p:cNvPr id="2333" name="Google Shape;2333;p66"/>
          <p:cNvSpPr/>
          <p:nvPr/>
        </p:nvSpPr>
        <p:spPr>
          <a:xfrm>
            <a:off x="3224250" y="2181225"/>
            <a:ext cx="2695500" cy="975300"/>
          </a:xfrm>
          <a:prstGeom prst="rect">
            <a:avLst/>
          </a:prstGeom>
          <a:solidFill>
            <a:schemeClr val="dk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Didact Gothic"/>
                <a:ea typeface="Didact Gothic"/>
                <a:cs typeface="Didact Gothic"/>
                <a:sym typeface="Didact Gothic"/>
              </a:rPr>
              <a:t>addyouremail@freepik.com </a:t>
            </a:r>
            <a:endParaRPr>
              <a:solidFill>
                <a:schemeClr val="lt1"/>
              </a:solidFill>
              <a:latin typeface="Didact Gothic"/>
              <a:ea typeface="Didact Gothic"/>
              <a:cs typeface="Didact Gothic"/>
              <a:sym typeface="Didact Gothic"/>
            </a:endParaRPr>
          </a:p>
          <a:p>
            <a:pPr indent="0" lvl="0" marL="0" rtl="0" algn="ctr">
              <a:spcBef>
                <a:spcPts val="0"/>
              </a:spcBef>
              <a:spcAft>
                <a:spcPts val="0"/>
              </a:spcAft>
              <a:buNone/>
            </a:pPr>
            <a:r>
              <a:rPr lang="en">
                <a:solidFill>
                  <a:schemeClr val="lt1"/>
                </a:solidFill>
                <a:latin typeface="Didact Gothic"/>
                <a:ea typeface="Didact Gothic"/>
                <a:cs typeface="Didact Gothic"/>
                <a:sym typeface="Didact Gothic"/>
              </a:rPr>
              <a:t>+91  620 421 838 </a:t>
            </a:r>
            <a:endParaRPr>
              <a:solidFill>
                <a:schemeClr val="lt1"/>
              </a:solidFill>
              <a:latin typeface="Didact Gothic"/>
              <a:ea typeface="Didact Gothic"/>
              <a:cs typeface="Didact Gothic"/>
              <a:sym typeface="Didact Gothic"/>
            </a:endParaRPr>
          </a:p>
          <a:p>
            <a:pPr indent="0" lvl="0" marL="0" rtl="0" algn="ctr">
              <a:spcBef>
                <a:spcPts val="0"/>
              </a:spcBef>
              <a:spcAft>
                <a:spcPts val="0"/>
              </a:spcAft>
              <a:buNone/>
            </a:pPr>
            <a:r>
              <a:rPr lang="en">
                <a:solidFill>
                  <a:schemeClr val="lt1"/>
                </a:solidFill>
                <a:latin typeface="Didact Gothic"/>
                <a:ea typeface="Didact Gothic"/>
                <a:cs typeface="Didact Gothic"/>
                <a:sym typeface="Didact Gothic"/>
              </a:rPr>
              <a:t>yourcompany.com</a:t>
            </a:r>
            <a:endParaRPr>
              <a:latin typeface="Didact Gothic"/>
              <a:ea typeface="Didact Gothic"/>
              <a:cs typeface="Didact Gothic"/>
              <a:sym typeface="Didact Gothic"/>
            </a:endParaRPr>
          </a:p>
        </p:txBody>
      </p:sp>
      <p:sp>
        <p:nvSpPr>
          <p:cNvPr id="2334" name="Google Shape;2334;p66"/>
          <p:cNvSpPr txBox="1"/>
          <p:nvPr>
            <p:ph type="title"/>
          </p:nvPr>
        </p:nvSpPr>
        <p:spPr>
          <a:xfrm>
            <a:off x="2038325" y="523875"/>
            <a:ext cx="5057700" cy="1118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2335" name="Google Shape;2335;p66"/>
          <p:cNvSpPr txBox="1"/>
          <p:nvPr>
            <p:ph idx="1" type="subTitle"/>
          </p:nvPr>
        </p:nvSpPr>
        <p:spPr>
          <a:xfrm>
            <a:off x="2128800" y="1413375"/>
            <a:ext cx="4886400" cy="689400"/>
          </a:xfrm>
          <a:prstGeom prst="rect">
            <a:avLst/>
          </a:prstGeom>
        </p:spPr>
        <p:txBody>
          <a:bodyPr anchorCtr="0" anchor="ctr" bIns="91425" lIns="91425" spcFirstLastPara="1" rIns="91425" wrap="square" tIns="91425">
            <a:normAutofit/>
          </a:bodyPr>
          <a:lstStyle/>
          <a:p>
            <a:pPr indent="0" lvl="0" marL="0" rtl="0" algn="l">
              <a:spcBef>
                <a:spcPts val="0"/>
              </a:spcBef>
              <a:spcAft>
                <a:spcPts val="0"/>
              </a:spcAft>
              <a:buNone/>
            </a:pPr>
            <a:r>
              <a:rPr lang="en"/>
              <a:t>DO YOU HAVE ANY QUESTIONS?</a:t>
            </a:r>
            <a:endParaRPr/>
          </a:p>
        </p:txBody>
      </p:sp>
      <p:grpSp>
        <p:nvGrpSpPr>
          <p:cNvPr id="2336" name="Google Shape;2336;p66"/>
          <p:cNvGrpSpPr/>
          <p:nvPr/>
        </p:nvGrpSpPr>
        <p:grpSpPr>
          <a:xfrm>
            <a:off x="-85600" y="851475"/>
            <a:ext cx="9324925" cy="364275"/>
            <a:chOff x="-85600" y="851475"/>
            <a:chExt cx="9324925" cy="364275"/>
          </a:xfrm>
        </p:grpSpPr>
        <p:sp>
          <p:nvSpPr>
            <p:cNvPr id="2337" name="Google Shape;2337;p66"/>
            <p:cNvSpPr/>
            <p:nvPr/>
          </p:nvSpPr>
          <p:spPr>
            <a:xfrm rot="5400000">
              <a:off x="1605650" y="-839775"/>
              <a:ext cx="108300" cy="34908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6"/>
            <p:cNvSpPr/>
            <p:nvPr/>
          </p:nvSpPr>
          <p:spPr>
            <a:xfrm rot="-5400000">
              <a:off x="7601025" y="-422550"/>
              <a:ext cx="104700" cy="31719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 name="Google Shape;2339;p66"/>
          <p:cNvGrpSpPr/>
          <p:nvPr/>
        </p:nvGrpSpPr>
        <p:grpSpPr>
          <a:xfrm>
            <a:off x="3762149" y="3400052"/>
            <a:ext cx="405214" cy="405772"/>
            <a:chOff x="6047600" y="3358748"/>
            <a:chExt cx="435105" cy="435705"/>
          </a:xfrm>
        </p:grpSpPr>
        <p:sp>
          <p:nvSpPr>
            <p:cNvPr id="2340" name="Google Shape;2340;p66"/>
            <p:cNvSpPr/>
            <p:nvPr/>
          </p:nvSpPr>
          <p:spPr>
            <a:xfrm>
              <a:off x="6047600" y="3358748"/>
              <a:ext cx="435105" cy="435705"/>
            </a:xfrm>
            <a:custGeom>
              <a:rect b="b" l="l" r="r" t="t"/>
              <a:pathLst>
                <a:path extrusionOk="0" h="23250" w="23218">
                  <a:moveTo>
                    <a:pt x="11609" y="0"/>
                  </a:moveTo>
                  <a:cubicBezTo>
                    <a:pt x="5204" y="0"/>
                    <a:pt x="1" y="5204"/>
                    <a:pt x="1" y="11642"/>
                  </a:cubicBezTo>
                  <a:cubicBezTo>
                    <a:pt x="1" y="18046"/>
                    <a:pt x="5204" y="23250"/>
                    <a:pt x="11609" y="23250"/>
                  </a:cubicBezTo>
                  <a:cubicBezTo>
                    <a:pt x="18013" y="23250"/>
                    <a:pt x="23217" y="18046"/>
                    <a:pt x="23217" y="11642"/>
                  </a:cubicBezTo>
                  <a:cubicBezTo>
                    <a:pt x="23217" y="5204"/>
                    <a:pt x="18013" y="0"/>
                    <a:pt x="116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6"/>
            <p:cNvSpPr/>
            <p:nvPr/>
          </p:nvSpPr>
          <p:spPr>
            <a:xfrm>
              <a:off x="6187009" y="3452506"/>
              <a:ext cx="133166" cy="255689"/>
            </a:xfrm>
            <a:custGeom>
              <a:rect b="b" l="l" r="r" t="t"/>
              <a:pathLst>
                <a:path extrusionOk="0" h="13644" w="7106">
                  <a:moveTo>
                    <a:pt x="5671" y="2302"/>
                  </a:moveTo>
                  <a:cubicBezTo>
                    <a:pt x="6071" y="2302"/>
                    <a:pt x="6505" y="2302"/>
                    <a:pt x="6939" y="2302"/>
                  </a:cubicBezTo>
                  <a:lnTo>
                    <a:pt x="7105" y="2302"/>
                  </a:lnTo>
                  <a:lnTo>
                    <a:pt x="7105" y="101"/>
                  </a:lnTo>
                  <a:cubicBezTo>
                    <a:pt x="6872" y="101"/>
                    <a:pt x="6638" y="67"/>
                    <a:pt x="6405" y="34"/>
                  </a:cubicBezTo>
                  <a:cubicBezTo>
                    <a:pt x="5971" y="34"/>
                    <a:pt x="5538" y="1"/>
                    <a:pt x="5104" y="1"/>
                  </a:cubicBezTo>
                  <a:cubicBezTo>
                    <a:pt x="4437" y="34"/>
                    <a:pt x="3803" y="201"/>
                    <a:pt x="3269" y="568"/>
                  </a:cubicBezTo>
                  <a:cubicBezTo>
                    <a:pt x="2635" y="1035"/>
                    <a:pt x="2302" y="1669"/>
                    <a:pt x="2168" y="2402"/>
                  </a:cubicBezTo>
                  <a:cubicBezTo>
                    <a:pt x="2102" y="2736"/>
                    <a:pt x="2102" y="3036"/>
                    <a:pt x="2102" y="3370"/>
                  </a:cubicBezTo>
                  <a:cubicBezTo>
                    <a:pt x="2068" y="3837"/>
                    <a:pt x="2068" y="4337"/>
                    <a:pt x="2102" y="4838"/>
                  </a:cubicBezTo>
                  <a:lnTo>
                    <a:pt x="2102" y="5004"/>
                  </a:lnTo>
                  <a:lnTo>
                    <a:pt x="0" y="5004"/>
                  </a:lnTo>
                  <a:lnTo>
                    <a:pt x="0" y="7473"/>
                  </a:lnTo>
                  <a:lnTo>
                    <a:pt x="2068" y="7473"/>
                  </a:lnTo>
                  <a:lnTo>
                    <a:pt x="2068" y="13644"/>
                  </a:lnTo>
                  <a:lnTo>
                    <a:pt x="4637" y="13644"/>
                  </a:lnTo>
                  <a:lnTo>
                    <a:pt x="4637" y="7473"/>
                  </a:lnTo>
                  <a:lnTo>
                    <a:pt x="6705" y="7473"/>
                  </a:lnTo>
                  <a:cubicBezTo>
                    <a:pt x="6805" y="6672"/>
                    <a:pt x="6905" y="5872"/>
                    <a:pt x="7039" y="5004"/>
                  </a:cubicBezTo>
                  <a:lnTo>
                    <a:pt x="6572" y="5004"/>
                  </a:lnTo>
                  <a:cubicBezTo>
                    <a:pt x="5971" y="5004"/>
                    <a:pt x="4604" y="5004"/>
                    <a:pt x="4604" y="5004"/>
                  </a:cubicBezTo>
                  <a:cubicBezTo>
                    <a:pt x="4604" y="5004"/>
                    <a:pt x="4604" y="3803"/>
                    <a:pt x="4637" y="3270"/>
                  </a:cubicBezTo>
                  <a:cubicBezTo>
                    <a:pt x="4637" y="2569"/>
                    <a:pt x="5071" y="2336"/>
                    <a:pt x="5671" y="230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2" name="Google Shape;2342;p66"/>
          <p:cNvGrpSpPr/>
          <p:nvPr/>
        </p:nvGrpSpPr>
        <p:grpSpPr>
          <a:xfrm>
            <a:off x="4364498" y="3400052"/>
            <a:ext cx="405214" cy="405772"/>
            <a:chOff x="5068965" y="3358748"/>
            <a:chExt cx="435105" cy="435705"/>
          </a:xfrm>
        </p:grpSpPr>
        <p:sp>
          <p:nvSpPr>
            <p:cNvPr id="2343" name="Google Shape;2343;p66"/>
            <p:cNvSpPr/>
            <p:nvPr/>
          </p:nvSpPr>
          <p:spPr>
            <a:xfrm>
              <a:off x="5068965" y="3358748"/>
              <a:ext cx="435105" cy="435705"/>
            </a:xfrm>
            <a:custGeom>
              <a:rect b="b" l="l" r="r" t="t"/>
              <a:pathLst>
                <a:path extrusionOk="0" h="23250" w="23218">
                  <a:moveTo>
                    <a:pt x="11609" y="0"/>
                  </a:moveTo>
                  <a:cubicBezTo>
                    <a:pt x="5205" y="0"/>
                    <a:pt x="1" y="5204"/>
                    <a:pt x="1" y="11642"/>
                  </a:cubicBezTo>
                  <a:cubicBezTo>
                    <a:pt x="1" y="18046"/>
                    <a:pt x="5205" y="23250"/>
                    <a:pt x="11609" y="23250"/>
                  </a:cubicBezTo>
                  <a:cubicBezTo>
                    <a:pt x="18014" y="23250"/>
                    <a:pt x="23217" y="18046"/>
                    <a:pt x="23217" y="11642"/>
                  </a:cubicBezTo>
                  <a:cubicBezTo>
                    <a:pt x="23217" y="5204"/>
                    <a:pt x="18014" y="0"/>
                    <a:pt x="116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6"/>
            <p:cNvSpPr/>
            <p:nvPr/>
          </p:nvSpPr>
          <p:spPr>
            <a:xfrm>
              <a:off x="5171493" y="3480635"/>
              <a:ext cx="248811" cy="205053"/>
            </a:xfrm>
            <a:custGeom>
              <a:rect b="b" l="l" r="r" t="t"/>
              <a:pathLst>
                <a:path extrusionOk="0" h="10942" w="13277">
                  <a:moveTo>
                    <a:pt x="4037" y="8574"/>
                  </a:moveTo>
                  <a:cubicBezTo>
                    <a:pt x="2602" y="8507"/>
                    <a:pt x="1735" y="7473"/>
                    <a:pt x="1502" y="6672"/>
                  </a:cubicBezTo>
                  <a:cubicBezTo>
                    <a:pt x="1902" y="6739"/>
                    <a:pt x="2269" y="6739"/>
                    <a:pt x="2669" y="6639"/>
                  </a:cubicBezTo>
                  <a:cubicBezTo>
                    <a:pt x="2669" y="6639"/>
                    <a:pt x="2669" y="6639"/>
                    <a:pt x="2702" y="6606"/>
                  </a:cubicBezTo>
                  <a:cubicBezTo>
                    <a:pt x="1935" y="6439"/>
                    <a:pt x="1335" y="6038"/>
                    <a:pt x="934" y="5371"/>
                  </a:cubicBezTo>
                  <a:cubicBezTo>
                    <a:pt x="668" y="4938"/>
                    <a:pt x="534" y="4437"/>
                    <a:pt x="534" y="3904"/>
                  </a:cubicBezTo>
                  <a:cubicBezTo>
                    <a:pt x="901" y="4104"/>
                    <a:pt x="1301" y="4237"/>
                    <a:pt x="1735" y="4237"/>
                  </a:cubicBezTo>
                  <a:cubicBezTo>
                    <a:pt x="1168" y="3837"/>
                    <a:pt x="768" y="3270"/>
                    <a:pt x="634" y="2603"/>
                  </a:cubicBezTo>
                  <a:cubicBezTo>
                    <a:pt x="467" y="1902"/>
                    <a:pt x="568" y="1235"/>
                    <a:pt x="901" y="601"/>
                  </a:cubicBezTo>
                  <a:cubicBezTo>
                    <a:pt x="2402" y="2336"/>
                    <a:pt x="4270" y="3303"/>
                    <a:pt x="6538" y="3470"/>
                  </a:cubicBezTo>
                  <a:cubicBezTo>
                    <a:pt x="6538" y="3370"/>
                    <a:pt x="6505" y="3270"/>
                    <a:pt x="6505" y="3170"/>
                  </a:cubicBezTo>
                  <a:cubicBezTo>
                    <a:pt x="6405" y="2536"/>
                    <a:pt x="6538" y="1936"/>
                    <a:pt x="6905" y="1368"/>
                  </a:cubicBezTo>
                  <a:cubicBezTo>
                    <a:pt x="7339" y="701"/>
                    <a:pt x="7939" y="268"/>
                    <a:pt x="8740" y="134"/>
                  </a:cubicBezTo>
                  <a:cubicBezTo>
                    <a:pt x="9674" y="1"/>
                    <a:pt x="10475" y="268"/>
                    <a:pt x="11142" y="901"/>
                  </a:cubicBezTo>
                  <a:cubicBezTo>
                    <a:pt x="11175" y="935"/>
                    <a:pt x="11208" y="968"/>
                    <a:pt x="11275" y="935"/>
                  </a:cubicBezTo>
                  <a:cubicBezTo>
                    <a:pt x="11842" y="835"/>
                    <a:pt x="12376" y="635"/>
                    <a:pt x="12876" y="334"/>
                  </a:cubicBezTo>
                  <a:cubicBezTo>
                    <a:pt x="12876" y="334"/>
                    <a:pt x="12910" y="334"/>
                    <a:pt x="12910" y="334"/>
                  </a:cubicBezTo>
                  <a:lnTo>
                    <a:pt x="12910" y="334"/>
                  </a:lnTo>
                  <a:cubicBezTo>
                    <a:pt x="12710" y="968"/>
                    <a:pt x="12309" y="1435"/>
                    <a:pt x="11742" y="1802"/>
                  </a:cubicBezTo>
                  <a:cubicBezTo>
                    <a:pt x="12276" y="1735"/>
                    <a:pt x="12776" y="1602"/>
                    <a:pt x="13277" y="1402"/>
                  </a:cubicBezTo>
                  <a:lnTo>
                    <a:pt x="13277" y="1402"/>
                  </a:lnTo>
                  <a:cubicBezTo>
                    <a:pt x="13177" y="1535"/>
                    <a:pt x="13076" y="1669"/>
                    <a:pt x="12976" y="1802"/>
                  </a:cubicBezTo>
                  <a:cubicBezTo>
                    <a:pt x="12676" y="2169"/>
                    <a:pt x="12343" y="2503"/>
                    <a:pt x="11976" y="2769"/>
                  </a:cubicBezTo>
                  <a:cubicBezTo>
                    <a:pt x="11942" y="2769"/>
                    <a:pt x="11942" y="2803"/>
                    <a:pt x="11942" y="2836"/>
                  </a:cubicBezTo>
                  <a:cubicBezTo>
                    <a:pt x="11942" y="3236"/>
                    <a:pt x="11942" y="3670"/>
                    <a:pt x="11876" y="4070"/>
                  </a:cubicBezTo>
                  <a:cubicBezTo>
                    <a:pt x="11776" y="4904"/>
                    <a:pt x="11542" y="5705"/>
                    <a:pt x="11175" y="6505"/>
                  </a:cubicBezTo>
                  <a:cubicBezTo>
                    <a:pt x="10808" y="7273"/>
                    <a:pt x="10308" y="8007"/>
                    <a:pt x="9707" y="8640"/>
                  </a:cubicBezTo>
                  <a:cubicBezTo>
                    <a:pt x="8673" y="9708"/>
                    <a:pt x="7406" y="10408"/>
                    <a:pt x="5971" y="10742"/>
                  </a:cubicBezTo>
                  <a:cubicBezTo>
                    <a:pt x="5438" y="10842"/>
                    <a:pt x="4937" y="10909"/>
                    <a:pt x="4437" y="10909"/>
                  </a:cubicBezTo>
                  <a:cubicBezTo>
                    <a:pt x="2869" y="10942"/>
                    <a:pt x="1401" y="10575"/>
                    <a:pt x="67" y="9741"/>
                  </a:cubicBezTo>
                  <a:cubicBezTo>
                    <a:pt x="34" y="9741"/>
                    <a:pt x="34" y="9708"/>
                    <a:pt x="0" y="9708"/>
                  </a:cubicBezTo>
                  <a:cubicBezTo>
                    <a:pt x="968" y="9808"/>
                    <a:pt x="1868" y="9674"/>
                    <a:pt x="2736" y="9307"/>
                  </a:cubicBezTo>
                  <a:cubicBezTo>
                    <a:pt x="3203" y="9141"/>
                    <a:pt x="3636" y="8874"/>
                    <a:pt x="4037" y="857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5" name="Google Shape;2345;p66"/>
          <p:cNvGrpSpPr/>
          <p:nvPr/>
        </p:nvGrpSpPr>
        <p:grpSpPr>
          <a:xfrm>
            <a:off x="4966804" y="3400340"/>
            <a:ext cx="405196" cy="405214"/>
            <a:chOff x="7514456" y="3363115"/>
            <a:chExt cx="435087" cy="435105"/>
          </a:xfrm>
        </p:grpSpPr>
        <p:sp>
          <p:nvSpPr>
            <p:cNvPr id="2346" name="Google Shape;2346;p66"/>
            <p:cNvSpPr/>
            <p:nvPr/>
          </p:nvSpPr>
          <p:spPr>
            <a:xfrm>
              <a:off x="7514456" y="3363115"/>
              <a:ext cx="435087" cy="435105"/>
            </a:xfrm>
            <a:custGeom>
              <a:rect b="b" l="l" r="r" t="t"/>
              <a:pathLst>
                <a:path extrusionOk="0" h="23218" w="23217">
                  <a:moveTo>
                    <a:pt x="11608" y="1"/>
                  </a:moveTo>
                  <a:cubicBezTo>
                    <a:pt x="5204" y="1"/>
                    <a:pt x="0" y="5204"/>
                    <a:pt x="0" y="11609"/>
                  </a:cubicBezTo>
                  <a:cubicBezTo>
                    <a:pt x="0" y="18047"/>
                    <a:pt x="5204" y="23217"/>
                    <a:pt x="11608" y="23217"/>
                  </a:cubicBezTo>
                  <a:cubicBezTo>
                    <a:pt x="18013" y="23217"/>
                    <a:pt x="23217" y="18047"/>
                    <a:pt x="23217" y="11609"/>
                  </a:cubicBezTo>
                  <a:cubicBezTo>
                    <a:pt x="23217" y="5204"/>
                    <a:pt x="18013" y="1"/>
                    <a:pt x="116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6"/>
            <p:cNvSpPr/>
            <p:nvPr/>
          </p:nvSpPr>
          <p:spPr>
            <a:xfrm>
              <a:off x="7613835" y="3499394"/>
              <a:ext cx="235075" cy="163788"/>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8" name="Google Shape;2348;p66"/>
          <p:cNvSpPr txBox="1"/>
          <p:nvPr>
            <p:ph idx="2" type="subTitle"/>
          </p:nvPr>
        </p:nvSpPr>
        <p:spPr>
          <a:xfrm>
            <a:off x="2571750" y="3838650"/>
            <a:ext cx="4000500" cy="340200"/>
          </a:xfrm>
          <a:prstGeom prst="rect">
            <a:avLst/>
          </a:prstGeom>
        </p:spPr>
        <p:txBody>
          <a:bodyPr anchorCtr="0" anchor="ctr" bIns="91425" lIns="91425" spcFirstLastPara="1" rIns="91425" wrap="square" tIns="91425">
            <a:normAutofit/>
          </a:bodyPr>
          <a:lstStyle/>
          <a:p>
            <a:pPr indent="0" lvl="0" marL="0" rtl="0" algn="ctr">
              <a:spcBef>
                <a:spcPts val="0"/>
              </a:spcBef>
              <a:spcAft>
                <a:spcPts val="0"/>
              </a:spcAft>
              <a:buNone/>
            </a:pPr>
            <a:r>
              <a:rPr lang="en"/>
              <a:t>Please keep this slide for attribution</a:t>
            </a:r>
            <a:endParaRPr/>
          </a:p>
        </p:txBody>
      </p:sp>
      <p:grpSp>
        <p:nvGrpSpPr>
          <p:cNvPr id="2349" name="Google Shape;2349;p66"/>
          <p:cNvGrpSpPr/>
          <p:nvPr/>
        </p:nvGrpSpPr>
        <p:grpSpPr>
          <a:xfrm>
            <a:off x="7311644" y="2806973"/>
            <a:ext cx="1217137" cy="892883"/>
            <a:chOff x="5514644" y="271073"/>
            <a:chExt cx="1217137" cy="892883"/>
          </a:xfrm>
        </p:grpSpPr>
        <p:sp>
          <p:nvSpPr>
            <p:cNvPr id="2350" name="Google Shape;2350;p66"/>
            <p:cNvSpPr/>
            <p:nvPr/>
          </p:nvSpPr>
          <p:spPr>
            <a:xfrm rot="1073721">
              <a:off x="6364986" y="943912"/>
              <a:ext cx="19445" cy="205110"/>
            </a:xfrm>
            <a:custGeom>
              <a:rect b="b" l="l" r="r" t="t"/>
              <a:pathLst>
                <a:path extrusionOk="0" h="2616" w="248">
                  <a:moveTo>
                    <a:pt x="124" y="0"/>
                  </a:moveTo>
                  <a:cubicBezTo>
                    <a:pt x="62" y="0"/>
                    <a:pt x="0" y="40"/>
                    <a:pt x="0" y="118"/>
                  </a:cubicBezTo>
                  <a:lnTo>
                    <a:pt x="0" y="2484"/>
                  </a:lnTo>
                  <a:cubicBezTo>
                    <a:pt x="0" y="2571"/>
                    <a:pt x="62" y="2615"/>
                    <a:pt x="124" y="2615"/>
                  </a:cubicBezTo>
                  <a:cubicBezTo>
                    <a:pt x="186" y="2615"/>
                    <a:pt x="247" y="2571"/>
                    <a:pt x="247" y="2484"/>
                  </a:cubicBezTo>
                  <a:lnTo>
                    <a:pt x="247" y="118"/>
                  </a:lnTo>
                  <a:cubicBezTo>
                    <a:pt x="247" y="40"/>
                    <a:pt x="186" y="0"/>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6"/>
            <p:cNvSpPr/>
            <p:nvPr/>
          </p:nvSpPr>
          <p:spPr>
            <a:xfrm rot="1073721">
              <a:off x="6334036" y="1135778"/>
              <a:ext cx="59902" cy="19445"/>
            </a:xfrm>
            <a:custGeom>
              <a:rect b="b" l="l" r="r" t="t"/>
              <a:pathLst>
                <a:path extrusionOk="0" h="248" w="764">
                  <a:moveTo>
                    <a:pt x="124" y="1"/>
                  </a:moveTo>
                  <a:cubicBezTo>
                    <a:pt x="51" y="1"/>
                    <a:pt x="0" y="56"/>
                    <a:pt x="0" y="124"/>
                  </a:cubicBezTo>
                  <a:cubicBezTo>
                    <a:pt x="0" y="197"/>
                    <a:pt x="51" y="248"/>
                    <a:pt x="124" y="248"/>
                  </a:cubicBezTo>
                  <a:lnTo>
                    <a:pt x="639" y="248"/>
                  </a:lnTo>
                  <a:cubicBezTo>
                    <a:pt x="712" y="248"/>
                    <a:pt x="763" y="197"/>
                    <a:pt x="763" y="124"/>
                  </a:cubicBezTo>
                  <a:cubicBezTo>
                    <a:pt x="763" y="56"/>
                    <a:pt x="712" y="1"/>
                    <a:pt x="6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6"/>
            <p:cNvSpPr/>
            <p:nvPr/>
          </p:nvSpPr>
          <p:spPr>
            <a:xfrm rot="1073721">
              <a:off x="5681237" y="723128"/>
              <a:ext cx="19445" cy="205110"/>
            </a:xfrm>
            <a:custGeom>
              <a:rect b="b" l="l" r="r" t="t"/>
              <a:pathLst>
                <a:path extrusionOk="0" h="2616" w="248">
                  <a:moveTo>
                    <a:pt x="124" y="0"/>
                  </a:moveTo>
                  <a:cubicBezTo>
                    <a:pt x="62" y="0"/>
                    <a:pt x="0" y="40"/>
                    <a:pt x="0" y="118"/>
                  </a:cubicBezTo>
                  <a:lnTo>
                    <a:pt x="0" y="2484"/>
                  </a:lnTo>
                  <a:cubicBezTo>
                    <a:pt x="0" y="2571"/>
                    <a:pt x="62" y="2615"/>
                    <a:pt x="124" y="2615"/>
                  </a:cubicBezTo>
                  <a:cubicBezTo>
                    <a:pt x="185" y="2615"/>
                    <a:pt x="247" y="2571"/>
                    <a:pt x="247" y="2484"/>
                  </a:cubicBezTo>
                  <a:lnTo>
                    <a:pt x="247" y="118"/>
                  </a:lnTo>
                  <a:cubicBezTo>
                    <a:pt x="247" y="40"/>
                    <a:pt x="185" y="0"/>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6"/>
            <p:cNvSpPr/>
            <p:nvPr/>
          </p:nvSpPr>
          <p:spPr>
            <a:xfrm rot="1073721">
              <a:off x="5611755" y="902767"/>
              <a:ext cx="61235" cy="19445"/>
            </a:xfrm>
            <a:custGeom>
              <a:rect b="b" l="l" r="r" t="t"/>
              <a:pathLst>
                <a:path extrusionOk="0" h="248" w="781">
                  <a:moveTo>
                    <a:pt x="141" y="1"/>
                  </a:moveTo>
                  <a:cubicBezTo>
                    <a:pt x="73" y="1"/>
                    <a:pt x="0" y="56"/>
                    <a:pt x="17" y="124"/>
                  </a:cubicBezTo>
                  <a:cubicBezTo>
                    <a:pt x="17" y="197"/>
                    <a:pt x="73" y="248"/>
                    <a:pt x="141" y="248"/>
                  </a:cubicBezTo>
                  <a:lnTo>
                    <a:pt x="657" y="248"/>
                  </a:lnTo>
                  <a:cubicBezTo>
                    <a:pt x="712" y="248"/>
                    <a:pt x="780" y="197"/>
                    <a:pt x="780" y="124"/>
                  </a:cubicBezTo>
                  <a:cubicBezTo>
                    <a:pt x="763" y="56"/>
                    <a:pt x="712" y="1"/>
                    <a:pt x="6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6"/>
            <p:cNvSpPr/>
            <p:nvPr/>
          </p:nvSpPr>
          <p:spPr>
            <a:xfrm rot="1073721">
              <a:off x="5839806" y="892084"/>
              <a:ext cx="390069" cy="84992"/>
            </a:xfrm>
            <a:custGeom>
              <a:rect b="b" l="l" r="r" t="t"/>
              <a:pathLst>
                <a:path extrusionOk="0" h="1084" w="4975">
                  <a:moveTo>
                    <a:pt x="4459" y="1"/>
                  </a:moveTo>
                  <a:cubicBezTo>
                    <a:pt x="3142" y="1"/>
                    <a:pt x="1829" y="90"/>
                    <a:pt x="499" y="90"/>
                  </a:cubicBezTo>
                  <a:cubicBezTo>
                    <a:pt x="248" y="90"/>
                    <a:pt x="1" y="320"/>
                    <a:pt x="1" y="589"/>
                  </a:cubicBezTo>
                  <a:cubicBezTo>
                    <a:pt x="18" y="853"/>
                    <a:pt x="231" y="1083"/>
                    <a:pt x="499" y="1083"/>
                  </a:cubicBezTo>
                  <a:cubicBezTo>
                    <a:pt x="1829" y="1083"/>
                    <a:pt x="3142" y="1015"/>
                    <a:pt x="4459" y="1015"/>
                  </a:cubicBezTo>
                  <a:cubicBezTo>
                    <a:pt x="4723" y="1015"/>
                    <a:pt x="4975" y="785"/>
                    <a:pt x="4975" y="499"/>
                  </a:cubicBezTo>
                  <a:cubicBezTo>
                    <a:pt x="4954" y="231"/>
                    <a:pt x="4741" y="1"/>
                    <a:pt x="44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6"/>
            <p:cNvSpPr/>
            <p:nvPr/>
          </p:nvSpPr>
          <p:spPr>
            <a:xfrm rot="1073721">
              <a:off x="5918037" y="945680"/>
              <a:ext cx="47592" cy="46103"/>
            </a:xfrm>
            <a:custGeom>
              <a:rect b="b" l="l" r="r" t="t"/>
              <a:pathLst>
                <a:path extrusionOk="0" h="588" w="607">
                  <a:moveTo>
                    <a:pt x="46" y="1"/>
                  </a:moveTo>
                  <a:cubicBezTo>
                    <a:pt x="23" y="1"/>
                    <a:pt x="1" y="14"/>
                    <a:pt x="1" y="39"/>
                  </a:cubicBezTo>
                  <a:cubicBezTo>
                    <a:pt x="1" y="146"/>
                    <a:pt x="18" y="270"/>
                    <a:pt x="56" y="376"/>
                  </a:cubicBezTo>
                  <a:cubicBezTo>
                    <a:pt x="90" y="449"/>
                    <a:pt x="125" y="521"/>
                    <a:pt x="214" y="555"/>
                  </a:cubicBezTo>
                  <a:cubicBezTo>
                    <a:pt x="250" y="578"/>
                    <a:pt x="285" y="588"/>
                    <a:pt x="318" y="588"/>
                  </a:cubicBezTo>
                  <a:cubicBezTo>
                    <a:pt x="416" y="588"/>
                    <a:pt x="500" y="502"/>
                    <a:pt x="551" y="397"/>
                  </a:cubicBezTo>
                  <a:cubicBezTo>
                    <a:pt x="606" y="291"/>
                    <a:pt x="606" y="163"/>
                    <a:pt x="606" y="39"/>
                  </a:cubicBezTo>
                  <a:cubicBezTo>
                    <a:pt x="606" y="14"/>
                    <a:pt x="584" y="1"/>
                    <a:pt x="561" y="1"/>
                  </a:cubicBezTo>
                  <a:cubicBezTo>
                    <a:pt x="539" y="1"/>
                    <a:pt x="517" y="14"/>
                    <a:pt x="517" y="39"/>
                  </a:cubicBezTo>
                  <a:cubicBezTo>
                    <a:pt x="534" y="129"/>
                    <a:pt x="517" y="235"/>
                    <a:pt x="483" y="325"/>
                  </a:cubicBezTo>
                  <a:cubicBezTo>
                    <a:pt x="483" y="359"/>
                    <a:pt x="461" y="397"/>
                    <a:pt x="444" y="431"/>
                  </a:cubicBezTo>
                  <a:cubicBezTo>
                    <a:pt x="427" y="449"/>
                    <a:pt x="393" y="466"/>
                    <a:pt x="376" y="483"/>
                  </a:cubicBezTo>
                  <a:lnTo>
                    <a:pt x="355" y="483"/>
                  </a:lnTo>
                  <a:lnTo>
                    <a:pt x="355" y="504"/>
                  </a:lnTo>
                  <a:lnTo>
                    <a:pt x="248" y="504"/>
                  </a:lnTo>
                  <a:cubicBezTo>
                    <a:pt x="262" y="504"/>
                    <a:pt x="258" y="494"/>
                    <a:pt x="253" y="494"/>
                  </a:cubicBezTo>
                  <a:lnTo>
                    <a:pt x="253" y="494"/>
                  </a:lnTo>
                  <a:cubicBezTo>
                    <a:pt x="251" y="494"/>
                    <a:pt x="248" y="497"/>
                    <a:pt x="248" y="504"/>
                  </a:cubicBezTo>
                  <a:lnTo>
                    <a:pt x="248" y="483"/>
                  </a:lnTo>
                  <a:lnTo>
                    <a:pt x="231" y="483"/>
                  </a:lnTo>
                  <a:lnTo>
                    <a:pt x="214" y="466"/>
                  </a:lnTo>
                  <a:cubicBezTo>
                    <a:pt x="214" y="466"/>
                    <a:pt x="197" y="466"/>
                    <a:pt x="197" y="449"/>
                  </a:cubicBezTo>
                  <a:cubicBezTo>
                    <a:pt x="180" y="431"/>
                    <a:pt x="163" y="414"/>
                    <a:pt x="142" y="376"/>
                  </a:cubicBezTo>
                  <a:cubicBezTo>
                    <a:pt x="90" y="270"/>
                    <a:pt x="90" y="146"/>
                    <a:pt x="90" y="39"/>
                  </a:cubicBezTo>
                  <a:cubicBezTo>
                    <a:pt x="90" y="14"/>
                    <a:pt x="68" y="1"/>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6"/>
            <p:cNvSpPr/>
            <p:nvPr/>
          </p:nvSpPr>
          <p:spPr>
            <a:xfrm rot="1073721">
              <a:off x="5997668" y="968491"/>
              <a:ext cx="43202" cy="50572"/>
            </a:xfrm>
            <a:custGeom>
              <a:rect b="b" l="l" r="r" t="t"/>
              <a:pathLst>
                <a:path extrusionOk="0" h="645" w="551">
                  <a:moveTo>
                    <a:pt x="67" y="1"/>
                  </a:moveTo>
                  <a:cubicBezTo>
                    <a:pt x="50" y="1"/>
                    <a:pt x="35" y="10"/>
                    <a:pt x="35" y="33"/>
                  </a:cubicBezTo>
                  <a:cubicBezTo>
                    <a:pt x="18" y="123"/>
                    <a:pt x="1" y="212"/>
                    <a:pt x="1" y="298"/>
                  </a:cubicBezTo>
                  <a:cubicBezTo>
                    <a:pt x="18" y="387"/>
                    <a:pt x="18" y="494"/>
                    <a:pt x="90" y="566"/>
                  </a:cubicBezTo>
                  <a:cubicBezTo>
                    <a:pt x="129" y="622"/>
                    <a:pt x="191" y="645"/>
                    <a:pt x="266" y="645"/>
                  </a:cubicBezTo>
                  <a:cubicBezTo>
                    <a:pt x="289" y="645"/>
                    <a:pt x="312" y="642"/>
                    <a:pt x="337" y="639"/>
                  </a:cubicBezTo>
                  <a:cubicBezTo>
                    <a:pt x="444" y="617"/>
                    <a:pt x="516" y="532"/>
                    <a:pt x="533" y="425"/>
                  </a:cubicBezTo>
                  <a:cubicBezTo>
                    <a:pt x="550" y="298"/>
                    <a:pt x="533" y="174"/>
                    <a:pt x="533" y="67"/>
                  </a:cubicBezTo>
                  <a:cubicBezTo>
                    <a:pt x="533" y="42"/>
                    <a:pt x="511" y="29"/>
                    <a:pt x="489" y="29"/>
                  </a:cubicBezTo>
                  <a:cubicBezTo>
                    <a:pt x="466" y="29"/>
                    <a:pt x="444" y="42"/>
                    <a:pt x="444" y="67"/>
                  </a:cubicBezTo>
                  <a:cubicBezTo>
                    <a:pt x="444" y="157"/>
                    <a:pt x="461" y="246"/>
                    <a:pt x="461" y="336"/>
                  </a:cubicBezTo>
                  <a:cubicBezTo>
                    <a:pt x="461" y="425"/>
                    <a:pt x="427" y="511"/>
                    <a:pt x="354" y="549"/>
                  </a:cubicBezTo>
                  <a:cubicBezTo>
                    <a:pt x="320" y="566"/>
                    <a:pt x="269" y="566"/>
                    <a:pt x="231" y="566"/>
                  </a:cubicBezTo>
                  <a:cubicBezTo>
                    <a:pt x="197" y="566"/>
                    <a:pt x="180" y="549"/>
                    <a:pt x="163" y="511"/>
                  </a:cubicBezTo>
                  <a:cubicBezTo>
                    <a:pt x="107" y="477"/>
                    <a:pt x="90" y="387"/>
                    <a:pt x="90" y="319"/>
                  </a:cubicBezTo>
                  <a:cubicBezTo>
                    <a:pt x="90" y="229"/>
                    <a:pt x="90" y="140"/>
                    <a:pt x="107" y="50"/>
                  </a:cubicBezTo>
                  <a:cubicBezTo>
                    <a:pt x="117" y="20"/>
                    <a:pt x="90" y="1"/>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6"/>
            <p:cNvSpPr/>
            <p:nvPr/>
          </p:nvSpPr>
          <p:spPr>
            <a:xfrm rot="1073721">
              <a:off x="6065592" y="992304"/>
              <a:ext cx="45867" cy="46024"/>
            </a:xfrm>
            <a:custGeom>
              <a:rect b="b" l="l" r="r" t="t"/>
              <a:pathLst>
                <a:path extrusionOk="0" h="587" w="585">
                  <a:moveTo>
                    <a:pt x="518" y="0"/>
                  </a:moveTo>
                  <a:cubicBezTo>
                    <a:pt x="494" y="0"/>
                    <a:pt x="468" y="19"/>
                    <a:pt x="478" y="48"/>
                  </a:cubicBezTo>
                  <a:cubicBezTo>
                    <a:pt x="495" y="193"/>
                    <a:pt x="512" y="406"/>
                    <a:pt x="371" y="475"/>
                  </a:cubicBezTo>
                  <a:cubicBezTo>
                    <a:pt x="346" y="494"/>
                    <a:pt x="311" y="503"/>
                    <a:pt x="275" y="503"/>
                  </a:cubicBezTo>
                  <a:cubicBezTo>
                    <a:pt x="239" y="503"/>
                    <a:pt x="203" y="494"/>
                    <a:pt x="175" y="475"/>
                  </a:cubicBezTo>
                  <a:cubicBezTo>
                    <a:pt x="175" y="475"/>
                    <a:pt x="158" y="458"/>
                    <a:pt x="158" y="440"/>
                  </a:cubicBezTo>
                  <a:cubicBezTo>
                    <a:pt x="141" y="440"/>
                    <a:pt x="141" y="423"/>
                    <a:pt x="124" y="406"/>
                  </a:cubicBezTo>
                  <a:cubicBezTo>
                    <a:pt x="124" y="385"/>
                    <a:pt x="107" y="351"/>
                    <a:pt x="107" y="317"/>
                  </a:cubicBezTo>
                  <a:cubicBezTo>
                    <a:pt x="86" y="227"/>
                    <a:pt x="86" y="138"/>
                    <a:pt x="69" y="65"/>
                  </a:cubicBezTo>
                  <a:cubicBezTo>
                    <a:pt x="69" y="48"/>
                    <a:pt x="52" y="14"/>
                    <a:pt x="35" y="14"/>
                  </a:cubicBezTo>
                  <a:cubicBezTo>
                    <a:pt x="17" y="14"/>
                    <a:pt x="0" y="48"/>
                    <a:pt x="0" y="65"/>
                  </a:cubicBezTo>
                  <a:cubicBezTo>
                    <a:pt x="0" y="155"/>
                    <a:pt x="0" y="244"/>
                    <a:pt x="17" y="317"/>
                  </a:cubicBezTo>
                  <a:cubicBezTo>
                    <a:pt x="35" y="406"/>
                    <a:pt x="52" y="475"/>
                    <a:pt x="124" y="530"/>
                  </a:cubicBezTo>
                  <a:cubicBezTo>
                    <a:pt x="164" y="570"/>
                    <a:pt x="217" y="586"/>
                    <a:pt x="272" y="586"/>
                  </a:cubicBezTo>
                  <a:cubicBezTo>
                    <a:pt x="311" y="586"/>
                    <a:pt x="351" y="578"/>
                    <a:pt x="388" y="564"/>
                  </a:cubicBezTo>
                  <a:cubicBezTo>
                    <a:pt x="478" y="530"/>
                    <a:pt x="533" y="458"/>
                    <a:pt x="550" y="351"/>
                  </a:cubicBezTo>
                  <a:cubicBezTo>
                    <a:pt x="584" y="244"/>
                    <a:pt x="567" y="138"/>
                    <a:pt x="550" y="31"/>
                  </a:cubicBezTo>
                  <a:cubicBezTo>
                    <a:pt x="550" y="10"/>
                    <a:pt x="535" y="0"/>
                    <a:pt x="5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6"/>
            <p:cNvSpPr/>
            <p:nvPr/>
          </p:nvSpPr>
          <p:spPr>
            <a:xfrm rot="1073721">
              <a:off x="6211211" y="353367"/>
              <a:ext cx="12780" cy="79425"/>
            </a:xfrm>
            <a:custGeom>
              <a:rect b="b" l="l" r="r" t="t"/>
              <a:pathLst>
                <a:path extrusionOk="0" h="1013" w="163">
                  <a:moveTo>
                    <a:pt x="82" y="0"/>
                  </a:moveTo>
                  <a:cubicBezTo>
                    <a:pt x="41" y="0"/>
                    <a:pt x="1" y="27"/>
                    <a:pt x="1" y="80"/>
                  </a:cubicBezTo>
                  <a:lnTo>
                    <a:pt x="1" y="933"/>
                  </a:lnTo>
                  <a:cubicBezTo>
                    <a:pt x="1" y="986"/>
                    <a:pt x="41" y="1013"/>
                    <a:pt x="82" y="1013"/>
                  </a:cubicBezTo>
                  <a:cubicBezTo>
                    <a:pt x="122" y="1013"/>
                    <a:pt x="163" y="986"/>
                    <a:pt x="163" y="933"/>
                  </a:cubicBezTo>
                  <a:lnTo>
                    <a:pt x="163" y="80"/>
                  </a:lnTo>
                  <a:cubicBezTo>
                    <a:pt x="163" y="27"/>
                    <a:pt x="122" y="0"/>
                    <a:pt x="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6"/>
            <p:cNvSpPr/>
            <p:nvPr/>
          </p:nvSpPr>
          <p:spPr>
            <a:xfrm rot="1073721">
              <a:off x="6210400" y="333966"/>
              <a:ext cx="40457" cy="38811"/>
            </a:xfrm>
            <a:custGeom>
              <a:rect b="b" l="l" r="r" t="t"/>
              <a:pathLst>
                <a:path extrusionOk="0" h="495" w="516">
                  <a:moveTo>
                    <a:pt x="247" y="0"/>
                  </a:moveTo>
                  <a:cubicBezTo>
                    <a:pt x="124" y="0"/>
                    <a:pt x="0" y="107"/>
                    <a:pt x="0" y="248"/>
                  </a:cubicBezTo>
                  <a:cubicBezTo>
                    <a:pt x="0" y="388"/>
                    <a:pt x="124" y="495"/>
                    <a:pt x="247" y="495"/>
                  </a:cubicBezTo>
                  <a:cubicBezTo>
                    <a:pt x="388" y="495"/>
                    <a:pt x="516" y="388"/>
                    <a:pt x="516" y="248"/>
                  </a:cubicBezTo>
                  <a:cubicBezTo>
                    <a:pt x="516" y="107"/>
                    <a:pt x="388"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6"/>
            <p:cNvSpPr/>
            <p:nvPr/>
          </p:nvSpPr>
          <p:spPr>
            <a:xfrm rot="1073721">
              <a:off x="6159788" y="394400"/>
              <a:ext cx="97694" cy="57236"/>
            </a:xfrm>
            <a:custGeom>
              <a:rect b="b" l="l" r="r" t="t"/>
              <a:pathLst>
                <a:path extrusionOk="0" h="730" w="1246">
                  <a:moveTo>
                    <a:pt x="1" y="729"/>
                  </a:moveTo>
                  <a:cubicBezTo>
                    <a:pt x="1" y="1"/>
                    <a:pt x="1246" y="90"/>
                    <a:pt x="1211" y="7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6"/>
            <p:cNvSpPr/>
            <p:nvPr/>
          </p:nvSpPr>
          <p:spPr>
            <a:xfrm rot="1073721">
              <a:off x="6154495" y="407873"/>
              <a:ext cx="102084" cy="46416"/>
            </a:xfrm>
            <a:custGeom>
              <a:rect b="b" l="l" r="r" t="t"/>
              <a:pathLst>
                <a:path extrusionOk="0" h="592" w="1302">
                  <a:moveTo>
                    <a:pt x="636" y="1"/>
                  </a:moveTo>
                  <a:cubicBezTo>
                    <a:pt x="457" y="1"/>
                    <a:pt x="281" y="54"/>
                    <a:pt x="163" y="158"/>
                  </a:cubicBezTo>
                  <a:cubicBezTo>
                    <a:pt x="56" y="248"/>
                    <a:pt x="1" y="393"/>
                    <a:pt x="1" y="550"/>
                  </a:cubicBezTo>
                  <a:cubicBezTo>
                    <a:pt x="1" y="578"/>
                    <a:pt x="19" y="592"/>
                    <a:pt x="37" y="592"/>
                  </a:cubicBezTo>
                  <a:cubicBezTo>
                    <a:pt x="55" y="592"/>
                    <a:pt x="73" y="578"/>
                    <a:pt x="73" y="550"/>
                  </a:cubicBezTo>
                  <a:cubicBezTo>
                    <a:pt x="84" y="233"/>
                    <a:pt x="360" y="75"/>
                    <a:pt x="642" y="75"/>
                  </a:cubicBezTo>
                  <a:cubicBezTo>
                    <a:pt x="804" y="75"/>
                    <a:pt x="967" y="127"/>
                    <a:pt x="1084" y="231"/>
                  </a:cubicBezTo>
                  <a:cubicBezTo>
                    <a:pt x="1173" y="320"/>
                    <a:pt x="1207" y="427"/>
                    <a:pt x="1207" y="550"/>
                  </a:cubicBezTo>
                  <a:cubicBezTo>
                    <a:pt x="1199" y="578"/>
                    <a:pt x="1217" y="592"/>
                    <a:pt x="1237" y="592"/>
                  </a:cubicBezTo>
                  <a:cubicBezTo>
                    <a:pt x="1257" y="592"/>
                    <a:pt x="1280" y="578"/>
                    <a:pt x="1280" y="550"/>
                  </a:cubicBezTo>
                  <a:cubicBezTo>
                    <a:pt x="1302" y="182"/>
                    <a:pt x="966" y="1"/>
                    <a:pt x="6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6"/>
            <p:cNvSpPr/>
            <p:nvPr/>
          </p:nvSpPr>
          <p:spPr>
            <a:xfrm rot="1073721">
              <a:off x="5568922" y="428626"/>
              <a:ext cx="1108580" cy="527828"/>
            </a:xfrm>
            <a:custGeom>
              <a:rect b="b" l="l" r="r" t="t"/>
              <a:pathLst>
                <a:path extrusionOk="0" h="6732" w="14139">
                  <a:moveTo>
                    <a:pt x="8205" y="124"/>
                  </a:moveTo>
                  <a:cubicBezTo>
                    <a:pt x="8525" y="197"/>
                    <a:pt x="8828" y="286"/>
                    <a:pt x="9130" y="427"/>
                  </a:cubicBezTo>
                  <a:cubicBezTo>
                    <a:pt x="9433" y="585"/>
                    <a:pt x="9697" y="819"/>
                    <a:pt x="9910" y="1083"/>
                  </a:cubicBezTo>
                  <a:cubicBezTo>
                    <a:pt x="10089" y="1297"/>
                    <a:pt x="10247" y="1510"/>
                    <a:pt x="10409" y="1723"/>
                  </a:cubicBezTo>
                  <a:lnTo>
                    <a:pt x="10409" y="1723"/>
                  </a:lnTo>
                  <a:cubicBezTo>
                    <a:pt x="10673" y="1902"/>
                    <a:pt x="10673" y="2221"/>
                    <a:pt x="10797" y="2469"/>
                  </a:cubicBezTo>
                  <a:cubicBezTo>
                    <a:pt x="10852" y="2592"/>
                    <a:pt x="10886" y="2737"/>
                    <a:pt x="10925" y="2861"/>
                  </a:cubicBezTo>
                  <a:cubicBezTo>
                    <a:pt x="10942" y="2912"/>
                    <a:pt x="10976" y="2950"/>
                    <a:pt x="11031" y="2929"/>
                  </a:cubicBezTo>
                  <a:cubicBezTo>
                    <a:pt x="11313" y="2912"/>
                    <a:pt x="11598" y="2895"/>
                    <a:pt x="11901" y="2895"/>
                  </a:cubicBezTo>
                  <a:cubicBezTo>
                    <a:pt x="12310" y="2895"/>
                    <a:pt x="12327" y="2895"/>
                    <a:pt x="12753" y="2912"/>
                  </a:cubicBezTo>
                  <a:cubicBezTo>
                    <a:pt x="12911" y="2929"/>
                    <a:pt x="13073" y="2984"/>
                    <a:pt x="13231" y="3036"/>
                  </a:cubicBezTo>
                  <a:cubicBezTo>
                    <a:pt x="13674" y="3163"/>
                    <a:pt x="14139" y="3837"/>
                    <a:pt x="14032" y="4314"/>
                  </a:cubicBezTo>
                  <a:cubicBezTo>
                    <a:pt x="14015" y="4404"/>
                    <a:pt x="14015" y="4476"/>
                    <a:pt x="13994" y="4566"/>
                  </a:cubicBezTo>
                  <a:cubicBezTo>
                    <a:pt x="13926" y="4902"/>
                    <a:pt x="13695" y="5099"/>
                    <a:pt x="13393" y="5205"/>
                  </a:cubicBezTo>
                  <a:cubicBezTo>
                    <a:pt x="13141" y="5312"/>
                    <a:pt x="12860" y="5380"/>
                    <a:pt x="12574" y="5435"/>
                  </a:cubicBezTo>
                  <a:cubicBezTo>
                    <a:pt x="11969" y="5542"/>
                    <a:pt x="11739" y="5631"/>
                    <a:pt x="11117" y="5614"/>
                  </a:cubicBezTo>
                  <a:cubicBezTo>
                    <a:pt x="10959" y="5614"/>
                    <a:pt x="10797" y="5593"/>
                    <a:pt x="10622" y="5593"/>
                  </a:cubicBezTo>
                  <a:cubicBezTo>
                    <a:pt x="10533" y="5576"/>
                    <a:pt x="10477" y="5631"/>
                    <a:pt x="10426" y="5721"/>
                  </a:cubicBezTo>
                  <a:cubicBezTo>
                    <a:pt x="10213" y="6092"/>
                    <a:pt x="9910" y="6360"/>
                    <a:pt x="9450" y="6428"/>
                  </a:cubicBezTo>
                  <a:cubicBezTo>
                    <a:pt x="9181" y="6467"/>
                    <a:pt x="8900" y="6518"/>
                    <a:pt x="8615" y="6552"/>
                  </a:cubicBezTo>
                  <a:cubicBezTo>
                    <a:pt x="8384" y="6590"/>
                    <a:pt x="8154" y="6573"/>
                    <a:pt x="7941" y="6607"/>
                  </a:cubicBezTo>
                  <a:cubicBezTo>
                    <a:pt x="7549" y="6680"/>
                    <a:pt x="7157" y="6731"/>
                    <a:pt x="6769" y="6714"/>
                  </a:cubicBezTo>
                  <a:cubicBezTo>
                    <a:pt x="6002" y="6697"/>
                    <a:pt x="5222" y="6680"/>
                    <a:pt x="4459" y="6642"/>
                  </a:cubicBezTo>
                  <a:cubicBezTo>
                    <a:pt x="4122" y="6624"/>
                    <a:pt x="3836" y="6484"/>
                    <a:pt x="3572" y="6288"/>
                  </a:cubicBezTo>
                  <a:cubicBezTo>
                    <a:pt x="3410" y="6164"/>
                    <a:pt x="3304" y="5968"/>
                    <a:pt x="3253" y="5772"/>
                  </a:cubicBezTo>
                  <a:cubicBezTo>
                    <a:pt x="3231" y="5683"/>
                    <a:pt x="3180" y="5648"/>
                    <a:pt x="3108" y="5648"/>
                  </a:cubicBezTo>
                  <a:cubicBezTo>
                    <a:pt x="2754" y="5648"/>
                    <a:pt x="2400" y="5631"/>
                    <a:pt x="2059" y="5614"/>
                  </a:cubicBezTo>
                  <a:cubicBezTo>
                    <a:pt x="1654" y="5614"/>
                    <a:pt x="1245" y="5525"/>
                    <a:pt x="836" y="5435"/>
                  </a:cubicBezTo>
                  <a:cubicBezTo>
                    <a:pt x="802" y="5435"/>
                    <a:pt x="746" y="5418"/>
                    <a:pt x="712" y="5418"/>
                  </a:cubicBezTo>
                  <a:cubicBezTo>
                    <a:pt x="499" y="5418"/>
                    <a:pt x="375" y="5295"/>
                    <a:pt x="286" y="5133"/>
                  </a:cubicBezTo>
                  <a:cubicBezTo>
                    <a:pt x="90" y="4813"/>
                    <a:pt x="0" y="4476"/>
                    <a:pt x="90" y="4101"/>
                  </a:cubicBezTo>
                  <a:cubicBezTo>
                    <a:pt x="162" y="3764"/>
                    <a:pt x="392" y="3517"/>
                    <a:pt x="746" y="3411"/>
                  </a:cubicBezTo>
                  <a:cubicBezTo>
                    <a:pt x="976" y="3321"/>
                    <a:pt x="1207" y="3215"/>
                    <a:pt x="1458" y="3180"/>
                  </a:cubicBezTo>
                  <a:cubicBezTo>
                    <a:pt x="1812" y="3108"/>
                    <a:pt x="2187" y="3091"/>
                    <a:pt x="2558" y="3057"/>
                  </a:cubicBezTo>
                  <a:cubicBezTo>
                    <a:pt x="2720" y="3036"/>
                    <a:pt x="2877" y="3036"/>
                    <a:pt x="3039" y="3019"/>
                  </a:cubicBezTo>
                  <a:cubicBezTo>
                    <a:pt x="3056" y="3019"/>
                    <a:pt x="3108" y="2984"/>
                    <a:pt x="3125" y="2950"/>
                  </a:cubicBezTo>
                  <a:cubicBezTo>
                    <a:pt x="3304" y="2396"/>
                    <a:pt x="3623" y="1936"/>
                    <a:pt x="3943" y="1458"/>
                  </a:cubicBezTo>
                  <a:cubicBezTo>
                    <a:pt x="4386" y="853"/>
                    <a:pt x="4975" y="461"/>
                    <a:pt x="5682" y="231"/>
                  </a:cubicBezTo>
                  <a:cubicBezTo>
                    <a:pt x="6181" y="73"/>
                    <a:pt x="6662" y="1"/>
                    <a:pt x="7174" y="35"/>
                  </a:cubicBezTo>
                  <a:moveTo>
                    <a:pt x="4122" y="3198"/>
                  </a:moveTo>
                  <a:lnTo>
                    <a:pt x="2805" y="3198"/>
                  </a:lnTo>
                  <a:cubicBezTo>
                    <a:pt x="2558" y="3198"/>
                    <a:pt x="2311" y="3215"/>
                    <a:pt x="2059" y="3232"/>
                  </a:cubicBezTo>
                  <a:cubicBezTo>
                    <a:pt x="1633" y="3249"/>
                    <a:pt x="1245" y="3394"/>
                    <a:pt x="836" y="3534"/>
                  </a:cubicBezTo>
                  <a:cubicBezTo>
                    <a:pt x="533" y="3641"/>
                    <a:pt x="320" y="3854"/>
                    <a:pt x="269" y="4191"/>
                  </a:cubicBezTo>
                  <a:cubicBezTo>
                    <a:pt x="179" y="4549"/>
                    <a:pt x="303" y="4847"/>
                    <a:pt x="533" y="5133"/>
                  </a:cubicBezTo>
                  <a:cubicBezTo>
                    <a:pt x="567" y="5188"/>
                    <a:pt x="657" y="5222"/>
                    <a:pt x="746" y="5256"/>
                  </a:cubicBezTo>
                  <a:cubicBezTo>
                    <a:pt x="1475" y="5435"/>
                    <a:pt x="2221" y="5486"/>
                    <a:pt x="2967" y="5486"/>
                  </a:cubicBezTo>
                  <a:cubicBezTo>
                    <a:pt x="3747" y="5508"/>
                    <a:pt x="4531" y="5508"/>
                    <a:pt x="5311" y="5486"/>
                  </a:cubicBezTo>
                  <a:cubicBezTo>
                    <a:pt x="6091" y="5469"/>
                    <a:pt x="6854" y="5452"/>
                    <a:pt x="7638" y="5418"/>
                  </a:cubicBezTo>
                  <a:cubicBezTo>
                    <a:pt x="8099" y="5418"/>
                    <a:pt x="8542" y="5401"/>
                    <a:pt x="8985" y="5401"/>
                  </a:cubicBezTo>
                  <a:cubicBezTo>
                    <a:pt x="9343" y="5418"/>
                    <a:pt x="9697" y="5435"/>
                    <a:pt x="10051" y="5435"/>
                  </a:cubicBezTo>
                  <a:cubicBezTo>
                    <a:pt x="10285" y="5452"/>
                    <a:pt x="10533" y="5435"/>
                    <a:pt x="10763" y="5435"/>
                  </a:cubicBezTo>
                  <a:cubicBezTo>
                    <a:pt x="11138" y="5452"/>
                    <a:pt x="11509" y="5486"/>
                    <a:pt x="11884" y="5435"/>
                  </a:cubicBezTo>
                  <a:cubicBezTo>
                    <a:pt x="12255" y="5380"/>
                    <a:pt x="12221" y="5329"/>
                    <a:pt x="12591" y="5273"/>
                  </a:cubicBezTo>
                  <a:cubicBezTo>
                    <a:pt x="12894" y="5239"/>
                    <a:pt x="13197" y="5150"/>
                    <a:pt x="13461" y="4992"/>
                  </a:cubicBezTo>
                  <a:cubicBezTo>
                    <a:pt x="13836" y="4779"/>
                    <a:pt x="13887" y="4476"/>
                    <a:pt x="13836" y="4033"/>
                  </a:cubicBezTo>
                  <a:cubicBezTo>
                    <a:pt x="13712" y="3803"/>
                    <a:pt x="13589" y="3590"/>
                    <a:pt x="13461" y="3377"/>
                  </a:cubicBezTo>
                  <a:cubicBezTo>
                    <a:pt x="13444" y="3338"/>
                    <a:pt x="13427" y="3338"/>
                    <a:pt x="13410" y="3321"/>
                  </a:cubicBezTo>
                  <a:cubicBezTo>
                    <a:pt x="13214" y="3215"/>
                    <a:pt x="13001" y="3108"/>
                    <a:pt x="12770" y="3091"/>
                  </a:cubicBezTo>
                  <a:cubicBezTo>
                    <a:pt x="12327" y="3074"/>
                    <a:pt x="12255" y="3057"/>
                    <a:pt x="11811" y="3057"/>
                  </a:cubicBezTo>
                  <a:cubicBezTo>
                    <a:pt x="11313" y="3057"/>
                    <a:pt x="10835" y="3108"/>
                    <a:pt x="10354" y="3125"/>
                  </a:cubicBezTo>
                  <a:cubicBezTo>
                    <a:pt x="9893" y="3142"/>
                    <a:pt x="9433" y="3142"/>
                    <a:pt x="8968" y="3163"/>
                  </a:cubicBezTo>
                  <a:cubicBezTo>
                    <a:pt x="8312" y="3180"/>
                    <a:pt x="7638" y="3232"/>
                    <a:pt x="6961" y="3249"/>
                  </a:cubicBezTo>
                  <a:cubicBezTo>
                    <a:pt x="6590" y="3270"/>
                    <a:pt x="6198" y="3249"/>
                    <a:pt x="5827" y="3232"/>
                  </a:cubicBezTo>
                  <a:cubicBezTo>
                    <a:pt x="5239" y="3232"/>
                    <a:pt x="4655" y="3215"/>
                    <a:pt x="4122" y="3198"/>
                  </a:cubicBezTo>
                  <a:close/>
                  <a:moveTo>
                    <a:pt x="3764" y="2059"/>
                  </a:moveTo>
                  <a:cubicBezTo>
                    <a:pt x="5951" y="2025"/>
                    <a:pt x="8116" y="1991"/>
                    <a:pt x="10302" y="1829"/>
                  </a:cubicBezTo>
                  <a:cubicBezTo>
                    <a:pt x="10264" y="1778"/>
                    <a:pt x="10247" y="1740"/>
                    <a:pt x="10230" y="1723"/>
                  </a:cubicBezTo>
                  <a:cubicBezTo>
                    <a:pt x="9983" y="1437"/>
                    <a:pt x="9753" y="1139"/>
                    <a:pt x="9484" y="870"/>
                  </a:cubicBezTo>
                  <a:cubicBezTo>
                    <a:pt x="9343" y="730"/>
                    <a:pt x="9164" y="606"/>
                    <a:pt x="8985" y="534"/>
                  </a:cubicBezTo>
                  <a:cubicBezTo>
                    <a:pt x="8525" y="355"/>
                    <a:pt x="8048" y="214"/>
                    <a:pt x="7549" y="197"/>
                  </a:cubicBezTo>
                  <a:cubicBezTo>
                    <a:pt x="6961" y="180"/>
                    <a:pt x="6394" y="180"/>
                    <a:pt x="5810" y="355"/>
                  </a:cubicBezTo>
                  <a:cubicBezTo>
                    <a:pt x="5384" y="499"/>
                    <a:pt x="4975" y="691"/>
                    <a:pt x="4599" y="977"/>
                  </a:cubicBezTo>
                  <a:cubicBezTo>
                    <a:pt x="4246" y="1262"/>
                    <a:pt x="3960" y="1616"/>
                    <a:pt x="3764" y="2059"/>
                  </a:cubicBezTo>
                  <a:close/>
                  <a:moveTo>
                    <a:pt x="3321" y="3001"/>
                  </a:moveTo>
                  <a:cubicBezTo>
                    <a:pt x="3338" y="3019"/>
                    <a:pt x="3359" y="3019"/>
                    <a:pt x="3376" y="3019"/>
                  </a:cubicBezTo>
                  <a:cubicBezTo>
                    <a:pt x="4050" y="3036"/>
                    <a:pt x="4723" y="3074"/>
                    <a:pt x="5401" y="3091"/>
                  </a:cubicBezTo>
                  <a:cubicBezTo>
                    <a:pt x="6057" y="3108"/>
                    <a:pt x="6697" y="3108"/>
                    <a:pt x="7353" y="3091"/>
                  </a:cubicBezTo>
                  <a:cubicBezTo>
                    <a:pt x="8312" y="3074"/>
                    <a:pt x="9271" y="3019"/>
                    <a:pt x="10230" y="2967"/>
                  </a:cubicBezTo>
                  <a:cubicBezTo>
                    <a:pt x="10392" y="2967"/>
                    <a:pt x="10567" y="2950"/>
                    <a:pt x="10729" y="2950"/>
                  </a:cubicBezTo>
                  <a:cubicBezTo>
                    <a:pt x="10673" y="2631"/>
                    <a:pt x="10605" y="2362"/>
                    <a:pt x="10460" y="2098"/>
                  </a:cubicBezTo>
                  <a:cubicBezTo>
                    <a:pt x="10392" y="1953"/>
                    <a:pt x="10392" y="1953"/>
                    <a:pt x="10247" y="1970"/>
                  </a:cubicBezTo>
                  <a:cubicBezTo>
                    <a:pt x="9876" y="2008"/>
                    <a:pt x="9501" y="2042"/>
                    <a:pt x="9130" y="2059"/>
                  </a:cubicBezTo>
                  <a:cubicBezTo>
                    <a:pt x="8632" y="2077"/>
                    <a:pt x="8154" y="2098"/>
                    <a:pt x="7673" y="2098"/>
                  </a:cubicBezTo>
                  <a:cubicBezTo>
                    <a:pt x="6803" y="2132"/>
                    <a:pt x="5951" y="2149"/>
                    <a:pt x="5098" y="2166"/>
                  </a:cubicBezTo>
                  <a:cubicBezTo>
                    <a:pt x="4655" y="2183"/>
                    <a:pt x="4212" y="2183"/>
                    <a:pt x="3764" y="2183"/>
                  </a:cubicBezTo>
                  <a:cubicBezTo>
                    <a:pt x="3679" y="2183"/>
                    <a:pt x="3606" y="2204"/>
                    <a:pt x="3589" y="2273"/>
                  </a:cubicBezTo>
                  <a:cubicBezTo>
                    <a:pt x="3483" y="2524"/>
                    <a:pt x="3359" y="2754"/>
                    <a:pt x="3321" y="3001"/>
                  </a:cubicBezTo>
                  <a:close/>
                  <a:moveTo>
                    <a:pt x="10302" y="5631"/>
                  </a:moveTo>
                  <a:cubicBezTo>
                    <a:pt x="10230" y="5614"/>
                    <a:pt x="10179" y="5593"/>
                    <a:pt x="10123" y="5593"/>
                  </a:cubicBezTo>
                  <a:cubicBezTo>
                    <a:pt x="9714" y="5576"/>
                    <a:pt x="9326" y="5542"/>
                    <a:pt x="8917" y="5559"/>
                  </a:cubicBezTo>
                  <a:cubicBezTo>
                    <a:pt x="8295" y="5559"/>
                    <a:pt x="7656" y="5593"/>
                    <a:pt x="7016" y="5614"/>
                  </a:cubicBezTo>
                  <a:cubicBezTo>
                    <a:pt x="6641" y="5631"/>
                    <a:pt x="6253" y="5614"/>
                    <a:pt x="5878" y="5631"/>
                  </a:cubicBezTo>
                  <a:cubicBezTo>
                    <a:pt x="5490" y="5631"/>
                    <a:pt x="5115" y="5648"/>
                    <a:pt x="4744" y="5648"/>
                  </a:cubicBezTo>
                  <a:cubicBezTo>
                    <a:pt x="4510" y="5648"/>
                    <a:pt x="4263" y="5631"/>
                    <a:pt x="4015" y="5631"/>
                  </a:cubicBezTo>
                  <a:lnTo>
                    <a:pt x="3572" y="5631"/>
                  </a:lnTo>
                  <a:cubicBezTo>
                    <a:pt x="3517" y="5631"/>
                    <a:pt x="3466" y="5648"/>
                    <a:pt x="3393" y="5648"/>
                  </a:cubicBezTo>
                  <a:cubicBezTo>
                    <a:pt x="3500" y="5968"/>
                    <a:pt x="3679" y="6198"/>
                    <a:pt x="3960" y="6322"/>
                  </a:cubicBezTo>
                  <a:cubicBezTo>
                    <a:pt x="4229" y="6428"/>
                    <a:pt x="4493" y="6501"/>
                    <a:pt x="4761" y="6501"/>
                  </a:cubicBezTo>
                  <a:cubicBezTo>
                    <a:pt x="5384" y="6518"/>
                    <a:pt x="5985" y="6518"/>
                    <a:pt x="6590" y="6552"/>
                  </a:cubicBezTo>
                  <a:cubicBezTo>
                    <a:pt x="6999" y="6573"/>
                    <a:pt x="7408" y="6552"/>
                    <a:pt x="7813" y="6484"/>
                  </a:cubicBezTo>
                  <a:cubicBezTo>
                    <a:pt x="8065" y="6428"/>
                    <a:pt x="8312" y="6394"/>
                    <a:pt x="8559" y="6411"/>
                  </a:cubicBezTo>
                  <a:cubicBezTo>
                    <a:pt x="8615" y="6411"/>
                    <a:pt x="8666" y="6394"/>
                    <a:pt x="8738" y="6394"/>
                  </a:cubicBezTo>
                  <a:cubicBezTo>
                    <a:pt x="8985" y="6339"/>
                    <a:pt x="9254" y="6271"/>
                    <a:pt x="9501" y="6232"/>
                  </a:cubicBezTo>
                  <a:cubicBezTo>
                    <a:pt x="9876" y="6181"/>
                    <a:pt x="10106" y="5934"/>
                    <a:pt x="10302" y="56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6"/>
            <p:cNvSpPr/>
            <p:nvPr/>
          </p:nvSpPr>
          <p:spPr>
            <a:xfrm rot="1073721">
              <a:off x="5561025" y="663893"/>
              <a:ext cx="1074865" cy="192251"/>
            </a:xfrm>
            <a:custGeom>
              <a:rect b="b" l="l" r="r" t="t"/>
              <a:pathLst>
                <a:path extrusionOk="0" h="2452" w="13709">
                  <a:moveTo>
                    <a:pt x="3943" y="142"/>
                  </a:moveTo>
                  <a:cubicBezTo>
                    <a:pt x="4476" y="159"/>
                    <a:pt x="5060" y="176"/>
                    <a:pt x="5648" y="176"/>
                  </a:cubicBezTo>
                  <a:cubicBezTo>
                    <a:pt x="6019" y="193"/>
                    <a:pt x="6411" y="214"/>
                    <a:pt x="6782" y="193"/>
                  </a:cubicBezTo>
                  <a:cubicBezTo>
                    <a:pt x="7459" y="176"/>
                    <a:pt x="8133" y="124"/>
                    <a:pt x="8789" y="107"/>
                  </a:cubicBezTo>
                  <a:cubicBezTo>
                    <a:pt x="9254" y="86"/>
                    <a:pt x="9714" y="86"/>
                    <a:pt x="10175" y="69"/>
                  </a:cubicBezTo>
                  <a:cubicBezTo>
                    <a:pt x="10656" y="52"/>
                    <a:pt x="11134" y="1"/>
                    <a:pt x="11632" y="1"/>
                  </a:cubicBezTo>
                  <a:cubicBezTo>
                    <a:pt x="12076" y="1"/>
                    <a:pt x="12148" y="18"/>
                    <a:pt x="12591" y="35"/>
                  </a:cubicBezTo>
                  <a:cubicBezTo>
                    <a:pt x="12822" y="52"/>
                    <a:pt x="13035" y="159"/>
                    <a:pt x="13231" y="265"/>
                  </a:cubicBezTo>
                  <a:cubicBezTo>
                    <a:pt x="13248" y="282"/>
                    <a:pt x="13265" y="282"/>
                    <a:pt x="13282" y="321"/>
                  </a:cubicBezTo>
                  <a:cubicBezTo>
                    <a:pt x="13410" y="534"/>
                    <a:pt x="13533" y="747"/>
                    <a:pt x="13657" y="977"/>
                  </a:cubicBezTo>
                  <a:cubicBezTo>
                    <a:pt x="13708" y="1420"/>
                    <a:pt x="13657" y="1723"/>
                    <a:pt x="13282" y="1936"/>
                  </a:cubicBezTo>
                  <a:cubicBezTo>
                    <a:pt x="13018" y="2094"/>
                    <a:pt x="12715" y="2183"/>
                    <a:pt x="12412" y="2217"/>
                  </a:cubicBezTo>
                  <a:cubicBezTo>
                    <a:pt x="12042" y="2273"/>
                    <a:pt x="12076" y="2324"/>
                    <a:pt x="11705" y="2379"/>
                  </a:cubicBezTo>
                  <a:cubicBezTo>
                    <a:pt x="11330" y="2430"/>
                    <a:pt x="10959" y="2396"/>
                    <a:pt x="10584" y="2379"/>
                  </a:cubicBezTo>
                  <a:cubicBezTo>
                    <a:pt x="10354" y="2379"/>
                    <a:pt x="10106" y="2396"/>
                    <a:pt x="9872" y="2379"/>
                  </a:cubicBezTo>
                  <a:cubicBezTo>
                    <a:pt x="9518" y="2379"/>
                    <a:pt x="9164" y="2362"/>
                    <a:pt x="8806" y="2345"/>
                  </a:cubicBezTo>
                  <a:cubicBezTo>
                    <a:pt x="8363" y="2345"/>
                    <a:pt x="7920" y="2362"/>
                    <a:pt x="7459" y="2362"/>
                  </a:cubicBezTo>
                  <a:cubicBezTo>
                    <a:pt x="6675" y="2396"/>
                    <a:pt x="5912" y="2413"/>
                    <a:pt x="5132" y="2430"/>
                  </a:cubicBezTo>
                  <a:cubicBezTo>
                    <a:pt x="4352" y="2452"/>
                    <a:pt x="3568" y="2452"/>
                    <a:pt x="2788" y="2430"/>
                  </a:cubicBezTo>
                  <a:cubicBezTo>
                    <a:pt x="2042" y="2430"/>
                    <a:pt x="1296" y="2379"/>
                    <a:pt x="567" y="2200"/>
                  </a:cubicBezTo>
                  <a:cubicBezTo>
                    <a:pt x="478" y="2166"/>
                    <a:pt x="388" y="2132"/>
                    <a:pt x="354" y="2077"/>
                  </a:cubicBezTo>
                  <a:cubicBezTo>
                    <a:pt x="124" y="1791"/>
                    <a:pt x="0" y="1493"/>
                    <a:pt x="90" y="1135"/>
                  </a:cubicBezTo>
                  <a:cubicBezTo>
                    <a:pt x="141" y="798"/>
                    <a:pt x="354" y="585"/>
                    <a:pt x="657" y="478"/>
                  </a:cubicBezTo>
                  <a:cubicBezTo>
                    <a:pt x="1066" y="338"/>
                    <a:pt x="1454" y="193"/>
                    <a:pt x="1880" y="176"/>
                  </a:cubicBezTo>
                  <a:cubicBezTo>
                    <a:pt x="2132" y="159"/>
                    <a:pt x="2379" y="142"/>
                    <a:pt x="2626" y="14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6"/>
            <p:cNvSpPr/>
            <p:nvPr/>
          </p:nvSpPr>
          <p:spPr>
            <a:xfrm rot="1073721">
              <a:off x="5918225" y="450303"/>
              <a:ext cx="512774" cy="147481"/>
            </a:xfrm>
            <a:custGeom>
              <a:rect b="b" l="l" r="r" t="t"/>
              <a:pathLst>
                <a:path extrusionOk="0" h="1881" w="6540">
                  <a:moveTo>
                    <a:pt x="1" y="1880"/>
                  </a:moveTo>
                  <a:cubicBezTo>
                    <a:pt x="197" y="1437"/>
                    <a:pt x="483" y="1083"/>
                    <a:pt x="836" y="798"/>
                  </a:cubicBezTo>
                  <a:cubicBezTo>
                    <a:pt x="1212" y="512"/>
                    <a:pt x="1621" y="320"/>
                    <a:pt x="2047" y="176"/>
                  </a:cubicBezTo>
                  <a:cubicBezTo>
                    <a:pt x="2631" y="1"/>
                    <a:pt x="3198" y="1"/>
                    <a:pt x="3786" y="18"/>
                  </a:cubicBezTo>
                  <a:cubicBezTo>
                    <a:pt x="4285" y="35"/>
                    <a:pt x="4762" y="176"/>
                    <a:pt x="5222" y="355"/>
                  </a:cubicBezTo>
                  <a:cubicBezTo>
                    <a:pt x="5401" y="427"/>
                    <a:pt x="5580" y="551"/>
                    <a:pt x="5721" y="691"/>
                  </a:cubicBezTo>
                  <a:cubicBezTo>
                    <a:pt x="5990" y="960"/>
                    <a:pt x="6220" y="1258"/>
                    <a:pt x="6467" y="1544"/>
                  </a:cubicBezTo>
                  <a:cubicBezTo>
                    <a:pt x="6484" y="1561"/>
                    <a:pt x="6501" y="1599"/>
                    <a:pt x="6539" y="1650"/>
                  </a:cubicBezTo>
                  <a:cubicBezTo>
                    <a:pt x="4353" y="1812"/>
                    <a:pt x="2188" y="1846"/>
                    <a:pt x="1" y="188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6"/>
            <p:cNvSpPr/>
            <p:nvPr/>
          </p:nvSpPr>
          <p:spPr>
            <a:xfrm rot="1073721">
              <a:off x="5849529" y="583760"/>
              <a:ext cx="580909" cy="90716"/>
            </a:xfrm>
            <a:custGeom>
              <a:rect b="b" l="l" r="r" t="t"/>
              <a:pathLst>
                <a:path extrusionOk="0" h="1157" w="7409">
                  <a:moveTo>
                    <a:pt x="1" y="1049"/>
                  </a:moveTo>
                  <a:cubicBezTo>
                    <a:pt x="39" y="802"/>
                    <a:pt x="163" y="572"/>
                    <a:pt x="269" y="321"/>
                  </a:cubicBezTo>
                  <a:cubicBezTo>
                    <a:pt x="286" y="252"/>
                    <a:pt x="359" y="231"/>
                    <a:pt x="444" y="231"/>
                  </a:cubicBezTo>
                  <a:cubicBezTo>
                    <a:pt x="892" y="231"/>
                    <a:pt x="1335" y="231"/>
                    <a:pt x="1778" y="214"/>
                  </a:cubicBezTo>
                  <a:cubicBezTo>
                    <a:pt x="2631" y="197"/>
                    <a:pt x="3483" y="180"/>
                    <a:pt x="4353" y="146"/>
                  </a:cubicBezTo>
                  <a:cubicBezTo>
                    <a:pt x="4834" y="146"/>
                    <a:pt x="5312" y="125"/>
                    <a:pt x="5810" y="107"/>
                  </a:cubicBezTo>
                  <a:cubicBezTo>
                    <a:pt x="6181" y="90"/>
                    <a:pt x="6556" y="56"/>
                    <a:pt x="6927" y="18"/>
                  </a:cubicBezTo>
                  <a:cubicBezTo>
                    <a:pt x="7072" y="1"/>
                    <a:pt x="7072" y="1"/>
                    <a:pt x="7140" y="146"/>
                  </a:cubicBezTo>
                  <a:cubicBezTo>
                    <a:pt x="7285" y="410"/>
                    <a:pt x="7353" y="679"/>
                    <a:pt x="7409" y="998"/>
                  </a:cubicBezTo>
                  <a:cubicBezTo>
                    <a:pt x="7247" y="998"/>
                    <a:pt x="7072" y="1015"/>
                    <a:pt x="6910" y="1015"/>
                  </a:cubicBezTo>
                  <a:cubicBezTo>
                    <a:pt x="5951" y="1067"/>
                    <a:pt x="4992" y="1122"/>
                    <a:pt x="4033" y="1139"/>
                  </a:cubicBezTo>
                  <a:cubicBezTo>
                    <a:pt x="3377" y="1156"/>
                    <a:pt x="2737" y="1156"/>
                    <a:pt x="2081" y="1139"/>
                  </a:cubicBezTo>
                  <a:cubicBezTo>
                    <a:pt x="1403" y="1122"/>
                    <a:pt x="730" y="1084"/>
                    <a:pt x="56" y="1067"/>
                  </a:cubicBezTo>
                  <a:cubicBezTo>
                    <a:pt x="39" y="1067"/>
                    <a:pt x="18" y="1067"/>
                    <a:pt x="1" y="10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6"/>
            <p:cNvSpPr/>
            <p:nvPr/>
          </p:nvSpPr>
          <p:spPr>
            <a:xfrm rot="1073721">
              <a:off x="5770948" y="847527"/>
              <a:ext cx="541784" cy="80993"/>
            </a:xfrm>
            <a:custGeom>
              <a:rect b="b" l="l" r="r" t="t"/>
              <a:pathLst>
                <a:path extrusionOk="0" h="1033" w="6910">
                  <a:moveTo>
                    <a:pt x="6909" y="90"/>
                  </a:moveTo>
                  <a:cubicBezTo>
                    <a:pt x="6713" y="393"/>
                    <a:pt x="6483" y="640"/>
                    <a:pt x="6108" y="691"/>
                  </a:cubicBezTo>
                  <a:cubicBezTo>
                    <a:pt x="5861" y="730"/>
                    <a:pt x="5592" y="798"/>
                    <a:pt x="5345" y="853"/>
                  </a:cubicBezTo>
                  <a:cubicBezTo>
                    <a:pt x="5273" y="853"/>
                    <a:pt x="5222" y="870"/>
                    <a:pt x="5166" y="870"/>
                  </a:cubicBezTo>
                  <a:cubicBezTo>
                    <a:pt x="4919" y="853"/>
                    <a:pt x="4672" y="887"/>
                    <a:pt x="4420" y="943"/>
                  </a:cubicBezTo>
                  <a:cubicBezTo>
                    <a:pt x="4015" y="1011"/>
                    <a:pt x="3606" y="1032"/>
                    <a:pt x="3197" y="1011"/>
                  </a:cubicBezTo>
                  <a:cubicBezTo>
                    <a:pt x="2592" y="977"/>
                    <a:pt x="1991" y="977"/>
                    <a:pt x="1368" y="960"/>
                  </a:cubicBezTo>
                  <a:cubicBezTo>
                    <a:pt x="1100" y="960"/>
                    <a:pt x="836" y="887"/>
                    <a:pt x="567" y="781"/>
                  </a:cubicBezTo>
                  <a:cubicBezTo>
                    <a:pt x="286" y="657"/>
                    <a:pt x="107" y="427"/>
                    <a:pt x="0" y="107"/>
                  </a:cubicBezTo>
                  <a:cubicBezTo>
                    <a:pt x="73" y="107"/>
                    <a:pt x="124" y="90"/>
                    <a:pt x="179" y="90"/>
                  </a:cubicBezTo>
                  <a:lnTo>
                    <a:pt x="622" y="90"/>
                  </a:lnTo>
                  <a:cubicBezTo>
                    <a:pt x="870" y="90"/>
                    <a:pt x="1117" y="107"/>
                    <a:pt x="1351" y="107"/>
                  </a:cubicBezTo>
                  <a:cubicBezTo>
                    <a:pt x="1722" y="107"/>
                    <a:pt x="2097" y="90"/>
                    <a:pt x="2485" y="90"/>
                  </a:cubicBezTo>
                  <a:cubicBezTo>
                    <a:pt x="2860" y="73"/>
                    <a:pt x="3248" y="90"/>
                    <a:pt x="3623" y="73"/>
                  </a:cubicBezTo>
                  <a:cubicBezTo>
                    <a:pt x="4263" y="52"/>
                    <a:pt x="4902" y="18"/>
                    <a:pt x="5524" y="18"/>
                  </a:cubicBezTo>
                  <a:cubicBezTo>
                    <a:pt x="5933" y="1"/>
                    <a:pt x="6321" y="35"/>
                    <a:pt x="6730" y="52"/>
                  </a:cubicBezTo>
                  <a:cubicBezTo>
                    <a:pt x="6786" y="52"/>
                    <a:pt x="6837" y="73"/>
                    <a:pt x="6909" y="9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6"/>
            <p:cNvSpPr/>
            <p:nvPr/>
          </p:nvSpPr>
          <p:spPr>
            <a:xfrm rot="1073721">
              <a:off x="5909636" y="554267"/>
              <a:ext cx="33479" cy="26501"/>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6"/>
            <p:cNvSpPr/>
            <p:nvPr/>
          </p:nvSpPr>
          <p:spPr>
            <a:xfrm rot="1073721">
              <a:off x="5984025" y="578287"/>
              <a:ext cx="33479" cy="26501"/>
            </a:xfrm>
            <a:custGeom>
              <a:rect b="b" l="l" r="r" t="t"/>
              <a:pathLst>
                <a:path extrusionOk="0" h="338" w="427">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6"/>
            <p:cNvSpPr/>
            <p:nvPr/>
          </p:nvSpPr>
          <p:spPr>
            <a:xfrm rot="1073721">
              <a:off x="6064830" y="604379"/>
              <a:ext cx="33479" cy="26501"/>
            </a:xfrm>
            <a:custGeom>
              <a:rect b="b" l="l" r="r" t="t"/>
              <a:pathLst>
                <a:path extrusionOk="0" h="338" w="427">
                  <a:moveTo>
                    <a:pt x="213" y="1"/>
                  </a:moveTo>
                  <a:cubicBezTo>
                    <a:pt x="0" y="1"/>
                    <a:pt x="0" y="337"/>
                    <a:pt x="213" y="337"/>
                  </a:cubicBezTo>
                  <a:cubicBezTo>
                    <a:pt x="426" y="337"/>
                    <a:pt x="4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6"/>
            <p:cNvSpPr/>
            <p:nvPr/>
          </p:nvSpPr>
          <p:spPr>
            <a:xfrm rot="1073721">
              <a:off x="6153544" y="633025"/>
              <a:ext cx="33479" cy="26501"/>
            </a:xfrm>
            <a:custGeom>
              <a:rect b="b" l="l" r="r" t="t"/>
              <a:pathLst>
                <a:path extrusionOk="0" h="338" w="427">
                  <a:moveTo>
                    <a:pt x="213" y="1"/>
                  </a:moveTo>
                  <a:cubicBezTo>
                    <a:pt x="0" y="1"/>
                    <a:pt x="0" y="337"/>
                    <a:pt x="213" y="337"/>
                  </a:cubicBezTo>
                  <a:cubicBezTo>
                    <a:pt x="427" y="337"/>
                    <a:pt x="427"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6"/>
            <p:cNvSpPr/>
            <p:nvPr/>
          </p:nvSpPr>
          <p:spPr>
            <a:xfrm rot="1073721">
              <a:off x="6242259" y="661671"/>
              <a:ext cx="33479" cy="26501"/>
            </a:xfrm>
            <a:custGeom>
              <a:rect b="b" l="l" r="r" t="t"/>
              <a:pathLst>
                <a:path extrusionOk="0" h="338" w="427">
                  <a:moveTo>
                    <a:pt x="214" y="1"/>
                  </a:moveTo>
                  <a:cubicBezTo>
                    <a:pt x="1" y="1"/>
                    <a:pt x="1" y="337"/>
                    <a:pt x="214" y="337"/>
                  </a:cubicBezTo>
                  <a:cubicBezTo>
                    <a:pt x="427" y="337"/>
                    <a:pt x="427" y="1"/>
                    <a:pt x="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6"/>
            <p:cNvSpPr/>
            <p:nvPr/>
          </p:nvSpPr>
          <p:spPr>
            <a:xfrm rot="1073721">
              <a:off x="6333129" y="683678"/>
              <a:ext cx="33479" cy="26423"/>
            </a:xfrm>
            <a:custGeom>
              <a:rect b="b" l="l" r="r" t="t"/>
              <a:pathLst>
                <a:path extrusionOk="0" h="337" w="427">
                  <a:moveTo>
                    <a:pt x="214" y="0"/>
                  </a:moveTo>
                  <a:cubicBezTo>
                    <a:pt x="1" y="0"/>
                    <a:pt x="1" y="337"/>
                    <a:pt x="214" y="337"/>
                  </a:cubicBezTo>
                  <a:cubicBezTo>
                    <a:pt x="427" y="337"/>
                    <a:pt x="427" y="0"/>
                    <a:pt x="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6"/>
            <p:cNvSpPr/>
            <p:nvPr/>
          </p:nvSpPr>
          <p:spPr>
            <a:xfrm rot="1073721">
              <a:off x="6175973" y="503050"/>
              <a:ext cx="163163" cy="76602"/>
            </a:xfrm>
            <a:custGeom>
              <a:rect b="b" l="l" r="r" t="t"/>
              <a:pathLst>
                <a:path extrusionOk="0" h="977" w="2081">
                  <a:moveTo>
                    <a:pt x="606" y="1"/>
                  </a:moveTo>
                  <a:cubicBezTo>
                    <a:pt x="392" y="1"/>
                    <a:pt x="179" y="18"/>
                    <a:pt x="0" y="107"/>
                  </a:cubicBezTo>
                  <a:cubicBezTo>
                    <a:pt x="196" y="158"/>
                    <a:pt x="375" y="197"/>
                    <a:pt x="571" y="248"/>
                  </a:cubicBezTo>
                  <a:cubicBezTo>
                    <a:pt x="746" y="303"/>
                    <a:pt x="925" y="371"/>
                    <a:pt x="1087" y="427"/>
                  </a:cubicBezTo>
                  <a:cubicBezTo>
                    <a:pt x="1262" y="495"/>
                    <a:pt x="1424" y="567"/>
                    <a:pt x="1599" y="657"/>
                  </a:cubicBezTo>
                  <a:cubicBezTo>
                    <a:pt x="1761" y="746"/>
                    <a:pt x="1918" y="853"/>
                    <a:pt x="2080" y="977"/>
                  </a:cubicBezTo>
                  <a:cubicBezTo>
                    <a:pt x="2025" y="763"/>
                    <a:pt x="1901" y="584"/>
                    <a:pt x="1744" y="444"/>
                  </a:cubicBezTo>
                  <a:cubicBezTo>
                    <a:pt x="1582" y="303"/>
                    <a:pt x="1407" y="197"/>
                    <a:pt x="1211" y="124"/>
                  </a:cubicBezTo>
                  <a:cubicBezTo>
                    <a:pt x="1015" y="52"/>
                    <a:pt x="819" y="1"/>
                    <a:pt x="6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6"/>
            <p:cNvSpPr/>
            <p:nvPr/>
          </p:nvSpPr>
          <p:spPr>
            <a:xfrm rot="1073721">
              <a:off x="5680639" y="598333"/>
              <a:ext cx="101614" cy="90637"/>
            </a:xfrm>
            <a:custGeom>
              <a:rect b="b" l="l" r="r" t="t"/>
              <a:pathLst>
                <a:path extrusionOk="0" h="1156" w="1296">
                  <a:moveTo>
                    <a:pt x="1296" y="550"/>
                  </a:moveTo>
                  <a:cubicBezTo>
                    <a:pt x="1279" y="797"/>
                    <a:pt x="1155" y="976"/>
                    <a:pt x="925" y="1066"/>
                  </a:cubicBezTo>
                  <a:cubicBezTo>
                    <a:pt x="674" y="1155"/>
                    <a:pt x="409" y="1117"/>
                    <a:pt x="264" y="942"/>
                  </a:cubicBezTo>
                  <a:cubicBezTo>
                    <a:pt x="0" y="640"/>
                    <a:pt x="124" y="231"/>
                    <a:pt x="499" y="73"/>
                  </a:cubicBezTo>
                  <a:cubicBezTo>
                    <a:pt x="656" y="17"/>
                    <a:pt x="818" y="0"/>
                    <a:pt x="993" y="51"/>
                  </a:cubicBezTo>
                  <a:cubicBezTo>
                    <a:pt x="1066" y="73"/>
                    <a:pt x="1138" y="124"/>
                    <a:pt x="1172" y="179"/>
                  </a:cubicBezTo>
                  <a:cubicBezTo>
                    <a:pt x="1262"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6"/>
            <p:cNvSpPr/>
            <p:nvPr/>
          </p:nvSpPr>
          <p:spPr>
            <a:xfrm rot="1073721">
              <a:off x="5674582" y="588065"/>
              <a:ext cx="118393" cy="114080"/>
            </a:xfrm>
            <a:custGeom>
              <a:rect b="b" l="l" r="r" t="t"/>
              <a:pathLst>
                <a:path extrusionOk="0" h="1455" w="1510">
                  <a:moveTo>
                    <a:pt x="1492" y="674"/>
                  </a:moveTo>
                  <a:cubicBezTo>
                    <a:pt x="1510" y="1045"/>
                    <a:pt x="1245" y="1296"/>
                    <a:pt x="909" y="1386"/>
                  </a:cubicBezTo>
                  <a:cubicBezTo>
                    <a:pt x="606" y="1454"/>
                    <a:pt x="359" y="1365"/>
                    <a:pt x="180" y="1117"/>
                  </a:cubicBezTo>
                  <a:cubicBezTo>
                    <a:pt x="1" y="887"/>
                    <a:pt x="1" y="533"/>
                    <a:pt x="269" y="248"/>
                  </a:cubicBezTo>
                  <a:cubicBezTo>
                    <a:pt x="482" y="52"/>
                    <a:pt x="729" y="1"/>
                    <a:pt x="998" y="35"/>
                  </a:cubicBezTo>
                  <a:cubicBezTo>
                    <a:pt x="1122" y="52"/>
                    <a:pt x="1245" y="52"/>
                    <a:pt x="1318" y="175"/>
                  </a:cubicBezTo>
                  <a:cubicBezTo>
                    <a:pt x="1403" y="282"/>
                    <a:pt x="1492" y="512"/>
                    <a:pt x="1492" y="674"/>
                  </a:cubicBezTo>
                  <a:close/>
                  <a:moveTo>
                    <a:pt x="1369" y="691"/>
                  </a:moveTo>
                  <a:cubicBezTo>
                    <a:pt x="1369" y="568"/>
                    <a:pt x="1335" y="427"/>
                    <a:pt x="1245" y="320"/>
                  </a:cubicBezTo>
                  <a:cubicBezTo>
                    <a:pt x="1211" y="265"/>
                    <a:pt x="1139" y="214"/>
                    <a:pt x="1066" y="192"/>
                  </a:cubicBezTo>
                  <a:cubicBezTo>
                    <a:pt x="891" y="141"/>
                    <a:pt x="729" y="158"/>
                    <a:pt x="572" y="214"/>
                  </a:cubicBezTo>
                  <a:cubicBezTo>
                    <a:pt x="197" y="372"/>
                    <a:pt x="73" y="781"/>
                    <a:pt x="337" y="1083"/>
                  </a:cubicBezTo>
                  <a:cubicBezTo>
                    <a:pt x="482" y="1258"/>
                    <a:pt x="747" y="1296"/>
                    <a:pt x="998" y="1207"/>
                  </a:cubicBezTo>
                  <a:cubicBezTo>
                    <a:pt x="1228" y="1117"/>
                    <a:pt x="1352" y="938"/>
                    <a:pt x="1369"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6"/>
            <p:cNvSpPr/>
            <p:nvPr/>
          </p:nvSpPr>
          <p:spPr>
            <a:xfrm rot="1073721">
              <a:off x="5858066" y="655637"/>
              <a:ext cx="101692" cy="90637"/>
            </a:xfrm>
            <a:custGeom>
              <a:rect b="b" l="l" r="r" t="t"/>
              <a:pathLst>
                <a:path extrusionOk="0" h="1156" w="1297">
                  <a:moveTo>
                    <a:pt x="1296" y="550"/>
                  </a:moveTo>
                  <a:cubicBezTo>
                    <a:pt x="1279" y="797"/>
                    <a:pt x="1156" y="976"/>
                    <a:pt x="925" y="1066"/>
                  </a:cubicBezTo>
                  <a:cubicBezTo>
                    <a:pt x="678" y="1155"/>
                    <a:pt x="410" y="1117"/>
                    <a:pt x="269" y="942"/>
                  </a:cubicBezTo>
                  <a:cubicBezTo>
                    <a:pt x="0" y="640"/>
                    <a:pt x="107" y="231"/>
                    <a:pt x="499" y="73"/>
                  </a:cubicBezTo>
                  <a:cubicBezTo>
                    <a:pt x="657" y="17"/>
                    <a:pt x="819" y="0"/>
                    <a:pt x="977" y="51"/>
                  </a:cubicBezTo>
                  <a:cubicBezTo>
                    <a:pt x="1049" y="73"/>
                    <a:pt x="1139" y="124"/>
                    <a:pt x="1173" y="179"/>
                  </a:cubicBezTo>
                  <a:cubicBezTo>
                    <a:pt x="1245"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6"/>
            <p:cNvSpPr/>
            <p:nvPr/>
          </p:nvSpPr>
          <p:spPr>
            <a:xfrm rot="1073721">
              <a:off x="5852383" y="645477"/>
              <a:ext cx="118393" cy="114080"/>
            </a:xfrm>
            <a:custGeom>
              <a:rect b="b" l="l" r="r" t="t"/>
              <a:pathLst>
                <a:path extrusionOk="0" h="1455" w="1510">
                  <a:moveTo>
                    <a:pt x="1492" y="674"/>
                  </a:moveTo>
                  <a:cubicBezTo>
                    <a:pt x="1509" y="1045"/>
                    <a:pt x="1241" y="1296"/>
                    <a:pt x="904" y="1386"/>
                  </a:cubicBezTo>
                  <a:cubicBezTo>
                    <a:pt x="601" y="1454"/>
                    <a:pt x="337" y="1365"/>
                    <a:pt x="158" y="1117"/>
                  </a:cubicBezTo>
                  <a:cubicBezTo>
                    <a:pt x="0" y="887"/>
                    <a:pt x="0" y="533"/>
                    <a:pt x="265" y="248"/>
                  </a:cubicBezTo>
                  <a:cubicBezTo>
                    <a:pt x="478" y="52"/>
                    <a:pt x="725" y="1"/>
                    <a:pt x="993" y="35"/>
                  </a:cubicBezTo>
                  <a:cubicBezTo>
                    <a:pt x="1100" y="52"/>
                    <a:pt x="1241" y="52"/>
                    <a:pt x="1313" y="175"/>
                  </a:cubicBezTo>
                  <a:cubicBezTo>
                    <a:pt x="1403" y="282"/>
                    <a:pt x="1471" y="512"/>
                    <a:pt x="1492" y="674"/>
                  </a:cubicBezTo>
                  <a:close/>
                  <a:moveTo>
                    <a:pt x="1364" y="691"/>
                  </a:moveTo>
                  <a:cubicBezTo>
                    <a:pt x="1364" y="568"/>
                    <a:pt x="1313" y="427"/>
                    <a:pt x="1241" y="320"/>
                  </a:cubicBezTo>
                  <a:cubicBezTo>
                    <a:pt x="1207" y="265"/>
                    <a:pt x="1117" y="214"/>
                    <a:pt x="1045" y="192"/>
                  </a:cubicBezTo>
                  <a:cubicBezTo>
                    <a:pt x="887" y="141"/>
                    <a:pt x="725" y="158"/>
                    <a:pt x="567" y="214"/>
                  </a:cubicBezTo>
                  <a:cubicBezTo>
                    <a:pt x="175" y="372"/>
                    <a:pt x="68" y="781"/>
                    <a:pt x="337" y="1083"/>
                  </a:cubicBezTo>
                  <a:cubicBezTo>
                    <a:pt x="478" y="1258"/>
                    <a:pt x="746" y="1296"/>
                    <a:pt x="993" y="1207"/>
                  </a:cubicBezTo>
                  <a:cubicBezTo>
                    <a:pt x="1224" y="1117"/>
                    <a:pt x="1347" y="938"/>
                    <a:pt x="1364"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6"/>
            <p:cNvSpPr/>
            <p:nvPr/>
          </p:nvSpPr>
          <p:spPr>
            <a:xfrm rot="1073721">
              <a:off x="6035869" y="713038"/>
              <a:ext cx="101614" cy="90637"/>
            </a:xfrm>
            <a:custGeom>
              <a:rect b="b" l="l" r="r" t="t"/>
              <a:pathLst>
                <a:path extrusionOk="0" h="1156" w="1296">
                  <a:moveTo>
                    <a:pt x="1296" y="550"/>
                  </a:moveTo>
                  <a:cubicBezTo>
                    <a:pt x="1279" y="797"/>
                    <a:pt x="1151" y="976"/>
                    <a:pt x="904" y="1066"/>
                  </a:cubicBezTo>
                  <a:cubicBezTo>
                    <a:pt x="674" y="1155"/>
                    <a:pt x="388" y="1117"/>
                    <a:pt x="247" y="942"/>
                  </a:cubicBezTo>
                  <a:cubicBezTo>
                    <a:pt x="0" y="640"/>
                    <a:pt x="107" y="231"/>
                    <a:pt x="495" y="73"/>
                  </a:cubicBezTo>
                  <a:cubicBezTo>
                    <a:pt x="657" y="17"/>
                    <a:pt x="814" y="0"/>
                    <a:pt x="976" y="51"/>
                  </a:cubicBezTo>
                  <a:cubicBezTo>
                    <a:pt x="1044" y="73"/>
                    <a:pt x="1134" y="124"/>
                    <a:pt x="1172" y="179"/>
                  </a:cubicBezTo>
                  <a:cubicBezTo>
                    <a:pt x="1241" y="286"/>
                    <a:pt x="1296" y="427"/>
                    <a:pt x="1296"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6"/>
            <p:cNvSpPr/>
            <p:nvPr/>
          </p:nvSpPr>
          <p:spPr>
            <a:xfrm rot="1073721">
              <a:off x="6028511" y="702565"/>
              <a:ext cx="119726" cy="114080"/>
            </a:xfrm>
            <a:custGeom>
              <a:rect b="b" l="l" r="r" t="t"/>
              <a:pathLst>
                <a:path extrusionOk="0" h="1455" w="1527">
                  <a:moveTo>
                    <a:pt x="1510" y="674"/>
                  </a:moveTo>
                  <a:cubicBezTo>
                    <a:pt x="1527" y="1045"/>
                    <a:pt x="1262" y="1296"/>
                    <a:pt x="921" y="1386"/>
                  </a:cubicBezTo>
                  <a:cubicBezTo>
                    <a:pt x="623" y="1454"/>
                    <a:pt x="354" y="1365"/>
                    <a:pt x="175" y="1117"/>
                  </a:cubicBezTo>
                  <a:cubicBezTo>
                    <a:pt x="18" y="887"/>
                    <a:pt x="1" y="533"/>
                    <a:pt x="282" y="248"/>
                  </a:cubicBezTo>
                  <a:cubicBezTo>
                    <a:pt x="478" y="52"/>
                    <a:pt x="747" y="1"/>
                    <a:pt x="1011" y="35"/>
                  </a:cubicBezTo>
                  <a:cubicBezTo>
                    <a:pt x="1117" y="52"/>
                    <a:pt x="1241" y="52"/>
                    <a:pt x="1331" y="175"/>
                  </a:cubicBezTo>
                  <a:cubicBezTo>
                    <a:pt x="1420" y="282"/>
                    <a:pt x="1492" y="512"/>
                    <a:pt x="1510" y="674"/>
                  </a:cubicBezTo>
                  <a:close/>
                  <a:moveTo>
                    <a:pt x="1386" y="691"/>
                  </a:moveTo>
                  <a:cubicBezTo>
                    <a:pt x="1386" y="568"/>
                    <a:pt x="1331" y="427"/>
                    <a:pt x="1262" y="320"/>
                  </a:cubicBezTo>
                  <a:cubicBezTo>
                    <a:pt x="1224" y="265"/>
                    <a:pt x="1134" y="214"/>
                    <a:pt x="1066" y="192"/>
                  </a:cubicBezTo>
                  <a:cubicBezTo>
                    <a:pt x="904" y="141"/>
                    <a:pt x="747" y="158"/>
                    <a:pt x="585" y="214"/>
                  </a:cubicBezTo>
                  <a:cubicBezTo>
                    <a:pt x="197" y="372"/>
                    <a:pt x="90" y="781"/>
                    <a:pt x="337" y="1083"/>
                  </a:cubicBezTo>
                  <a:cubicBezTo>
                    <a:pt x="478" y="1258"/>
                    <a:pt x="764" y="1296"/>
                    <a:pt x="994" y="1207"/>
                  </a:cubicBezTo>
                  <a:cubicBezTo>
                    <a:pt x="1241" y="1117"/>
                    <a:pt x="1369" y="938"/>
                    <a:pt x="1386"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6"/>
            <p:cNvSpPr/>
            <p:nvPr/>
          </p:nvSpPr>
          <p:spPr>
            <a:xfrm rot="1073721">
              <a:off x="6213296" y="770342"/>
              <a:ext cx="101692" cy="90637"/>
            </a:xfrm>
            <a:custGeom>
              <a:rect b="b" l="l" r="r" t="t"/>
              <a:pathLst>
                <a:path extrusionOk="0" h="1156" w="1297">
                  <a:moveTo>
                    <a:pt x="1279" y="550"/>
                  </a:moveTo>
                  <a:cubicBezTo>
                    <a:pt x="1279" y="797"/>
                    <a:pt x="1156" y="976"/>
                    <a:pt x="904" y="1066"/>
                  </a:cubicBezTo>
                  <a:cubicBezTo>
                    <a:pt x="674" y="1155"/>
                    <a:pt x="393" y="1117"/>
                    <a:pt x="248" y="942"/>
                  </a:cubicBezTo>
                  <a:cubicBezTo>
                    <a:pt x="1" y="640"/>
                    <a:pt x="107" y="231"/>
                    <a:pt x="478" y="73"/>
                  </a:cubicBezTo>
                  <a:cubicBezTo>
                    <a:pt x="640" y="17"/>
                    <a:pt x="819" y="0"/>
                    <a:pt x="977" y="51"/>
                  </a:cubicBezTo>
                  <a:cubicBezTo>
                    <a:pt x="1049" y="73"/>
                    <a:pt x="1139" y="124"/>
                    <a:pt x="1173" y="179"/>
                  </a:cubicBezTo>
                  <a:cubicBezTo>
                    <a:pt x="1245" y="286"/>
                    <a:pt x="1296" y="427"/>
                    <a:pt x="1279"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6"/>
            <p:cNvSpPr/>
            <p:nvPr/>
          </p:nvSpPr>
          <p:spPr>
            <a:xfrm rot="1073721">
              <a:off x="6206016" y="759869"/>
              <a:ext cx="119647" cy="114080"/>
            </a:xfrm>
            <a:custGeom>
              <a:rect b="b" l="l" r="r" t="t"/>
              <a:pathLst>
                <a:path extrusionOk="0" h="1455" w="1526">
                  <a:moveTo>
                    <a:pt x="1509" y="674"/>
                  </a:moveTo>
                  <a:cubicBezTo>
                    <a:pt x="1526" y="1045"/>
                    <a:pt x="1262" y="1296"/>
                    <a:pt x="925" y="1386"/>
                  </a:cubicBezTo>
                  <a:cubicBezTo>
                    <a:pt x="622" y="1454"/>
                    <a:pt x="354" y="1365"/>
                    <a:pt x="179" y="1117"/>
                  </a:cubicBezTo>
                  <a:cubicBezTo>
                    <a:pt x="17" y="887"/>
                    <a:pt x="0" y="533"/>
                    <a:pt x="286" y="248"/>
                  </a:cubicBezTo>
                  <a:cubicBezTo>
                    <a:pt x="482" y="52"/>
                    <a:pt x="746" y="1"/>
                    <a:pt x="1015" y="35"/>
                  </a:cubicBezTo>
                  <a:cubicBezTo>
                    <a:pt x="1121" y="52"/>
                    <a:pt x="1245" y="52"/>
                    <a:pt x="1334" y="175"/>
                  </a:cubicBezTo>
                  <a:cubicBezTo>
                    <a:pt x="1402" y="282"/>
                    <a:pt x="1492" y="512"/>
                    <a:pt x="1509" y="674"/>
                  </a:cubicBezTo>
                  <a:close/>
                  <a:moveTo>
                    <a:pt x="1368" y="691"/>
                  </a:moveTo>
                  <a:cubicBezTo>
                    <a:pt x="1385" y="568"/>
                    <a:pt x="1334" y="427"/>
                    <a:pt x="1262" y="320"/>
                  </a:cubicBezTo>
                  <a:cubicBezTo>
                    <a:pt x="1228" y="265"/>
                    <a:pt x="1138" y="214"/>
                    <a:pt x="1066" y="192"/>
                  </a:cubicBezTo>
                  <a:cubicBezTo>
                    <a:pt x="908" y="141"/>
                    <a:pt x="729" y="158"/>
                    <a:pt x="567" y="214"/>
                  </a:cubicBezTo>
                  <a:cubicBezTo>
                    <a:pt x="196" y="372"/>
                    <a:pt x="90" y="781"/>
                    <a:pt x="337" y="1083"/>
                  </a:cubicBezTo>
                  <a:cubicBezTo>
                    <a:pt x="482" y="1258"/>
                    <a:pt x="763" y="1296"/>
                    <a:pt x="993" y="1207"/>
                  </a:cubicBezTo>
                  <a:cubicBezTo>
                    <a:pt x="1245" y="1117"/>
                    <a:pt x="1368" y="938"/>
                    <a:pt x="1368"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6"/>
            <p:cNvSpPr/>
            <p:nvPr/>
          </p:nvSpPr>
          <p:spPr>
            <a:xfrm rot="1073721">
              <a:off x="6390724" y="827634"/>
              <a:ext cx="101692" cy="90637"/>
            </a:xfrm>
            <a:custGeom>
              <a:rect b="b" l="l" r="r" t="t"/>
              <a:pathLst>
                <a:path extrusionOk="0" h="1156" w="1297">
                  <a:moveTo>
                    <a:pt x="1280" y="550"/>
                  </a:moveTo>
                  <a:cubicBezTo>
                    <a:pt x="1280" y="797"/>
                    <a:pt x="1156" y="976"/>
                    <a:pt x="909" y="1066"/>
                  </a:cubicBezTo>
                  <a:cubicBezTo>
                    <a:pt x="679" y="1155"/>
                    <a:pt x="393" y="1117"/>
                    <a:pt x="252" y="942"/>
                  </a:cubicBezTo>
                  <a:cubicBezTo>
                    <a:pt x="1" y="640"/>
                    <a:pt x="108" y="231"/>
                    <a:pt x="483" y="73"/>
                  </a:cubicBezTo>
                  <a:cubicBezTo>
                    <a:pt x="640" y="17"/>
                    <a:pt x="819" y="0"/>
                    <a:pt x="977" y="51"/>
                  </a:cubicBezTo>
                  <a:cubicBezTo>
                    <a:pt x="1050" y="73"/>
                    <a:pt x="1122" y="124"/>
                    <a:pt x="1173" y="179"/>
                  </a:cubicBezTo>
                  <a:cubicBezTo>
                    <a:pt x="1246" y="286"/>
                    <a:pt x="1297" y="427"/>
                    <a:pt x="1280" y="5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6"/>
            <p:cNvSpPr/>
            <p:nvPr/>
          </p:nvSpPr>
          <p:spPr>
            <a:xfrm rot="1073721">
              <a:off x="6383435" y="817221"/>
              <a:ext cx="120039" cy="114080"/>
            </a:xfrm>
            <a:custGeom>
              <a:rect b="b" l="l" r="r" t="t"/>
              <a:pathLst>
                <a:path extrusionOk="0" h="1455" w="1531">
                  <a:moveTo>
                    <a:pt x="1492" y="674"/>
                  </a:moveTo>
                  <a:cubicBezTo>
                    <a:pt x="1531" y="1045"/>
                    <a:pt x="1262" y="1296"/>
                    <a:pt x="925" y="1386"/>
                  </a:cubicBezTo>
                  <a:cubicBezTo>
                    <a:pt x="623" y="1454"/>
                    <a:pt x="359" y="1365"/>
                    <a:pt x="179" y="1117"/>
                  </a:cubicBezTo>
                  <a:cubicBezTo>
                    <a:pt x="22" y="887"/>
                    <a:pt x="0" y="533"/>
                    <a:pt x="286" y="248"/>
                  </a:cubicBezTo>
                  <a:cubicBezTo>
                    <a:pt x="482" y="52"/>
                    <a:pt x="746" y="1"/>
                    <a:pt x="1015" y="35"/>
                  </a:cubicBezTo>
                  <a:cubicBezTo>
                    <a:pt x="1121" y="52"/>
                    <a:pt x="1245" y="52"/>
                    <a:pt x="1335" y="175"/>
                  </a:cubicBezTo>
                  <a:cubicBezTo>
                    <a:pt x="1407" y="282"/>
                    <a:pt x="1492" y="512"/>
                    <a:pt x="1492" y="674"/>
                  </a:cubicBezTo>
                  <a:close/>
                  <a:moveTo>
                    <a:pt x="1369" y="691"/>
                  </a:moveTo>
                  <a:cubicBezTo>
                    <a:pt x="1386" y="568"/>
                    <a:pt x="1335" y="427"/>
                    <a:pt x="1262" y="320"/>
                  </a:cubicBezTo>
                  <a:cubicBezTo>
                    <a:pt x="1211" y="265"/>
                    <a:pt x="1139" y="214"/>
                    <a:pt x="1066" y="192"/>
                  </a:cubicBezTo>
                  <a:cubicBezTo>
                    <a:pt x="908" y="141"/>
                    <a:pt x="729" y="158"/>
                    <a:pt x="572" y="214"/>
                  </a:cubicBezTo>
                  <a:cubicBezTo>
                    <a:pt x="197" y="372"/>
                    <a:pt x="90" y="781"/>
                    <a:pt x="341" y="1083"/>
                  </a:cubicBezTo>
                  <a:cubicBezTo>
                    <a:pt x="482" y="1258"/>
                    <a:pt x="768" y="1296"/>
                    <a:pt x="998" y="1207"/>
                  </a:cubicBezTo>
                  <a:cubicBezTo>
                    <a:pt x="1245" y="1117"/>
                    <a:pt x="1369" y="938"/>
                    <a:pt x="1369" y="6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6"/>
            <p:cNvSpPr/>
            <p:nvPr/>
          </p:nvSpPr>
          <p:spPr>
            <a:xfrm rot="1073721">
              <a:off x="5735506" y="618167"/>
              <a:ext cx="33479" cy="26501"/>
            </a:xfrm>
            <a:custGeom>
              <a:rect b="b" l="l" r="r" t="t"/>
              <a:pathLst>
                <a:path extrusionOk="0" h="338" w="427">
                  <a:moveTo>
                    <a:pt x="214" y="0"/>
                  </a:moveTo>
                  <a:cubicBezTo>
                    <a:pt x="0" y="0"/>
                    <a:pt x="0"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6"/>
            <p:cNvSpPr/>
            <p:nvPr/>
          </p:nvSpPr>
          <p:spPr>
            <a:xfrm rot="1073721">
              <a:off x="5917113" y="676808"/>
              <a:ext cx="33479" cy="26501"/>
            </a:xfrm>
            <a:custGeom>
              <a:rect b="b" l="l" r="r" t="t"/>
              <a:pathLst>
                <a:path extrusionOk="0" h="338" w="427">
                  <a:moveTo>
                    <a:pt x="213" y="0"/>
                  </a:moveTo>
                  <a:cubicBezTo>
                    <a:pt x="0" y="0"/>
                    <a:pt x="0" y="337"/>
                    <a:pt x="213" y="337"/>
                  </a:cubicBezTo>
                  <a:cubicBezTo>
                    <a:pt x="427" y="337"/>
                    <a:pt x="427" y="0"/>
                    <a:pt x="2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6"/>
            <p:cNvSpPr/>
            <p:nvPr/>
          </p:nvSpPr>
          <p:spPr>
            <a:xfrm rot="1073721">
              <a:off x="6094132" y="735369"/>
              <a:ext cx="33479" cy="26501"/>
            </a:xfrm>
            <a:custGeom>
              <a:rect b="b" l="l" r="r" t="t"/>
              <a:pathLst>
                <a:path extrusionOk="0" h="338" w="427">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6"/>
            <p:cNvSpPr/>
            <p:nvPr/>
          </p:nvSpPr>
          <p:spPr>
            <a:xfrm rot="1073721">
              <a:off x="6269022" y="791854"/>
              <a:ext cx="33558" cy="26501"/>
            </a:xfrm>
            <a:custGeom>
              <a:rect b="b" l="l" r="r" t="t"/>
              <a:pathLst>
                <a:path extrusionOk="0" h="338" w="428">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6"/>
            <p:cNvSpPr/>
            <p:nvPr/>
          </p:nvSpPr>
          <p:spPr>
            <a:xfrm rot="1073721">
              <a:off x="6448503" y="848395"/>
              <a:ext cx="33479" cy="26501"/>
            </a:xfrm>
            <a:custGeom>
              <a:rect b="b" l="l" r="r" t="t"/>
              <a:pathLst>
                <a:path extrusionOk="0" h="338" w="427">
                  <a:moveTo>
                    <a:pt x="214" y="0"/>
                  </a:moveTo>
                  <a:cubicBezTo>
                    <a:pt x="1" y="0"/>
                    <a:pt x="1" y="337"/>
                    <a:pt x="214" y="337"/>
                  </a:cubicBezTo>
                  <a:cubicBezTo>
                    <a:pt x="427" y="337"/>
                    <a:pt x="427"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6"/>
            <p:cNvSpPr/>
            <p:nvPr/>
          </p:nvSpPr>
          <p:spPr>
            <a:xfrm rot="1073721">
              <a:off x="5584944" y="587344"/>
              <a:ext cx="57236" cy="8389"/>
            </a:xfrm>
            <a:custGeom>
              <a:rect b="b" l="l" r="r" t="t"/>
              <a:pathLst>
                <a:path extrusionOk="0" h="107" w="730">
                  <a:moveTo>
                    <a:pt x="657" y="0"/>
                  </a:moveTo>
                  <a:cubicBezTo>
                    <a:pt x="466" y="17"/>
                    <a:pt x="269" y="17"/>
                    <a:pt x="56" y="17"/>
                  </a:cubicBezTo>
                  <a:cubicBezTo>
                    <a:pt x="1" y="17"/>
                    <a:pt x="1" y="107"/>
                    <a:pt x="56" y="107"/>
                  </a:cubicBezTo>
                  <a:cubicBezTo>
                    <a:pt x="269" y="107"/>
                    <a:pt x="466" y="107"/>
                    <a:pt x="657" y="90"/>
                  </a:cubicBezTo>
                  <a:cubicBezTo>
                    <a:pt x="730" y="90"/>
                    <a:pt x="730" y="0"/>
                    <a:pt x="6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6"/>
            <p:cNvSpPr/>
            <p:nvPr/>
          </p:nvSpPr>
          <p:spPr>
            <a:xfrm rot="1073721">
              <a:off x="5597480" y="570577"/>
              <a:ext cx="46181" cy="8468"/>
            </a:xfrm>
            <a:custGeom>
              <a:rect b="b" l="l" r="r" t="t"/>
              <a:pathLst>
                <a:path extrusionOk="0" h="108" w="589">
                  <a:moveTo>
                    <a:pt x="533" y="1"/>
                  </a:moveTo>
                  <a:cubicBezTo>
                    <a:pt x="376" y="1"/>
                    <a:pt x="214" y="18"/>
                    <a:pt x="56" y="18"/>
                  </a:cubicBezTo>
                  <a:cubicBezTo>
                    <a:pt x="0" y="18"/>
                    <a:pt x="0" y="108"/>
                    <a:pt x="56" y="108"/>
                  </a:cubicBezTo>
                  <a:cubicBezTo>
                    <a:pt x="214" y="108"/>
                    <a:pt x="376" y="90"/>
                    <a:pt x="533" y="90"/>
                  </a:cubicBezTo>
                  <a:cubicBezTo>
                    <a:pt x="589" y="90"/>
                    <a:pt x="589" y="1"/>
                    <a:pt x="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6"/>
            <p:cNvSpPr/>
            <p:nvPr/>
          </p:nvSpPr>
          <p:spPr>
            <a:xfrm rot="1073721">
              <a:off x="5577745" y="610099"/>
              <a:ext cx="58569" cy="7684"/>
            </a:xfrm>
            <a:custGeom>
              <a:rect b="b" l="l" r="r" t="t"/>
              <a:pathLst>
                <a:path extrusionOk="0" h="98" w="747">
                  <a:moveTo>
                    <a:pt x="56" y="1"/>
                  </a:moveTo>
                  <a:cubicBezTo>
                    <a:pt x="1" y="1"/>
                    <a:pt x="1" y="90"/>
                    <a:pt x="56" y="90"/>
                  </a:cubicBezTo>
                  <a:cubicBezTo>
                    <a:pt x="127" y="96"/>
                    <a:pt x="198" y="98"/>
                    <a:pt x="269" y="98"/>
                  </a:cubicBezTo>
                  <a:cubicBezTo>
                    <a:pt x="412" y="98"/>
                    <a:pt x="554" y="90"/>
                    <a:pt x="696" y="90"/>
                  </a:cubicBezTo>
                  <a:cubicBezTo>
                    <a:pt x="747" y="90"/>
                    <a:pt x="747" y="1"/>
                    <a:pt x="696" y="1"/>
                  </a:cubicBezTo>
                  <a:cubicBezTo>
                    <a:pt x="554" y="1"/>
                    <a:pt x="412" y="8"/>
                    <a:pt x="269" y="8"/>
                  </a:cubicBezTo>
                  <a:cubicBezTo>
                    <a:pt x="198" y="8"/>
                    <a:pt x="127" y="6"/>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6"/>
            <p:cNvSpPr/>
            <p:nvPr/>
          </p:nvSpPr>
          <p:spPr>
            <a:xfrm rot="1073721">
              <a:off x="5944045" y="477507"/>
              <a:ext cx="72604" cy="9801"/>
            </a:xfrm>
            <a:custGeom>
              <a:rect b="b" l="l" r="r" t="t"/>
              <a:pathLst>
                <a:path extrusionOk="0" h="125" w="926">
                  <a:moveTo>
                    <a:pt x="73" y="1"/>
                  </a:moveTo>
                  <a:cubicBezTo>
                    <a:pt x="1" y="1"/>
                    <a:pt x="1" y="90"/>
                    <a:pt x="73" y="90"/>
                  </a:cubicBezTo>
                  <a:cubicBezTo>
                    <a:pt x="205" y="107"/>
                    <a:pt x="338" y="107"/>
                    <a:pt x="469" y="107"/>
                  </a:cubicBezTo>
                  <a:cubicBezTo>
                    <a:pt x="600" y="107"/>
                    <a:pt x="729" y="107"/>
                    <a:pt x="853" y="124"/>
                  </a:cubicBezTo>
                  <a:cubicBezTo>
                    <a:pt x="926" y="124"/>
                    <a:pt x="926" y="39"/>
                    <a:pt x="853" y="39"/>
                  </a:cubicBezTo>
                  <a:cubicBezTo>
                    <a:pt x="729" y="20"/>
                    <a:pt x="600" y="20"/>
                    <a:pt x="469" y="20"/>
                  </a:cubicBezTo>
                  <a:cubicBezTo>
                    <a:pt x="338" y="20"/>
                    <a:pt x="205" y="20"/>
                    <a:pt x="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6"/>
            <p:cNvSpPr/>
            <p:nvPr/>
          </p:nvSpPr>
          <p:spPr>
            <a:xfrm rot="1073721">
              <a:off x="5963351" y="462057"/>
              <a:ext cx="47200" cy="8468"/>
            </a:xfrm>
            <a:custGeom>
              <a:rect b="b" l="l" r="r" t="t"/>
              <a:pathLst>
                <a:path extrusionOk="0" h="108" w="602">
                  <a:moveTo>
                    <a:pt x="69" y="0"/>
                  </a:moveTo>
                  <a:cubicBezTo>
                    <a:pt x="1" y="0"/>
                    <a:pt x="1" y="107"/>
                    <a:pt x="69" y="107"/>
                  </a:cubicBezTo>
                  <a:cubicBezTo>
                    <a:pt x="231" y="107"/>
                    <a:pt x="388" y="90"/>
                    <a:pt x="550" y="90"/>
                  </a:cubicBezTo>
                  <a:cubicBezTo>
                    <a:pt x="602" y="90"/>
                    <a:pt x="602" y="0"/>
                    <a:pt x="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6"/>
            <p:cNvSpPr/>
            <p:nvPr/>
          </p:nvSpPr>
          <p:spPr>
            <a:xfrm rot="1073721">
              <a:off x="5925809" y="493320"/>
              <a:ext cx="61235" cy="8703"/>
            </a:xfrm>
            <a:custGeom>
              <a:rect b="b" l="l" r="r" t="t"/>
              <a:pathLst>
                <a:path extrusionOk="0" h="111" w="781">
                  <a:moveTo>
                    <a:pt x="52" y="0"/>
                  </a:moveTo>
                  <a:cubicBezTo>
                    <a:pt x="18" y="0"/>
                    <a:pt x="1" y="17"/>
                    <a:pt x="1" y="34"/>
                  </a:cubicBezTo>
                  <a:cubicBezTo>
                    <a:pt x="1" y="73"/>
                    <a:pt x="18" y="90"/>
                    <a:pt x="52" y="90"/>
                  </a:cubicBezTo>
                  <a:cubicBezTo>
                    <a:pt x="159" y="107"/>
                    <a:pt x="269" y="111"/>
                    <a:pt x="382" y="111"/>
                  </a:cubicBezTo>
                  <a:cubicBezTo>
                    <a:pt x="495" y="111"/>
                    <a:pt x="610" y="107"/>
                    <a:pt x="725" y="107"/>
                  </a:cubicBezTo>
                  <a:cubicBezTo>
                    <a:pt x="781" y="107"/>
                    <a:pt x="781" y="17"/>
                    <a:pt x="725" y="17"/>
                  </a:cubicBezTo>
                  <a:cubicBezTo>
                    <a:pt x="495" y="17"/>
                    <a:pt x="265" y="17"/>
                    <a:pt x="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5" name="Google Shape;2395;p66"/>
          <p:cNvSpPr/>
          <p:nvPr/>
        </p:nvSpPr>
        <p:spPr>
          <a:xfrm>
            <a:off x="1080683" y="3560396"/>
            <a:ext cx="169702" cy="169696"/>
          </a:xfrm>
          <a:custGeom>
            <a:rect b="b" l="l" r="r" t="t"/>
            <a:pathLst>
              <a:path extrusionOk="0" h="2256" w="2256">
                <a:moveTo>
                  <a:pt x="1139" y="0"/>
                </a:moveTo>
                <a:cubicBezTo>
                  <a:pt x="516" y="0"/>
                  <a:pt x="1" y="516"/>
                  <a:pt x="1" y="1138"/>
                </a:cubicBezTo>
                <a:cubicBezTo>
                  <a:pt x="1" y="1756"/>
                  <a:pt x="516" y="2255"/>
                  <a:pt x="1139" y="2255"/>
                </a:cubicBezTo>
                <a:cubicBezTo>
                  <a:pt x="1757" y="2255"/>
                  <a:pt x="2255" y="1756"/>
                  <a:pt x="2255" y="1138"/>
                </a:cubicBezTo>
                <a:cubicBezTo>
                  <a:pt x="2255" y="516"/>
                  <a:pt x="1757" y="0"/>
                  <a:pt x="1139"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6"/>
          <p:cNvSpPr/>
          <p:nvPr/>
        </p:nvSpPr>
        <p:spPr>
          <a:xfrm>
            <a:off x="1335903" y="3347833"/>
            <a:ext cx="127051" cy="125768"/>
          </a:xfrm>
          <a:custGeom>
            <a:rect b="b" l="l" r="r" t="t"/>
            <a:pathLst>
              <a:path extrusionOk="0" h="1672" w="1689">
                <a:moveTo>
                  <a:pt x="853" y="0"/>
                </a:moveTo>
                <a:cubicBezTo>
                  <a:pt x="388" y="0"/>
                  <a:pt x="0" y="376"/>
                  <a:pt x="0" y="836"/>
                </a:cubicBezTo>
                <a:cubicBezTo>
                  <a:pt x="0" y="1300"/>
                  <a:pt x="388" y="1671"/>
                  <a:pt x="853" y="1671"/>
                </a:cubicBezTo>
                <a:cubicBezTo>
                  <a:pt x="1313" y="1671"/>
                  <a:pt x="1688" y="1300"/>
                  <a:pt x="1688" y="836"/>
                </a:cubicBezTo>
                <a:cubicBezTo>
                  <a:pt x="1688" y="376"/>
                  <a:pt x="1313" y="0"/>
                  <a:pt x="853"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6"/>
          <p:cNvSpPr/>
          <p:nvPr/>
        </p:nvSpPr>
        <p:spPr>
          <a:xfrm>
            <a:off x="1021784" y="3198736"/>
            <a:ext cx="111028" cy="109370"/>
          </a:xfrm>
          <a:custGeom>
            <a:rect b="b" l="l" r="r" t="t"/>
            <a:pathLst>
              <a:path extrusionOk="0" h="1454" w="1476">
                <a:moveTo>
                  <a:pt x="730" y="0"/>
                </a:moveTo>
                <a:cubicBezTo>
                  <a:pt x="337" y="0"/>
                  <a:pt x="1" y="320"/>
                  <a:pt x="1" y="725"/>
                </a:cubicBezTo>
                <a:cubicBezTo>
                  <a:pt x="1" y="1134"/>
                  <a:pt x="337" y="1454"/>
                  <a:pt x="730" y="1454"/>
                </a:cubicBezTo>
                <a:cubicBezTo>
                  <a:pt x="1139" y="1454"/>
                  <a:pt x="1476" y="1134"/>
                  <a:pt x="1476" y="725"/>
                </a:cubicBezTo>
                <a:cubicBezTo>
                  <a:pt x="1476" y="320"/>
                  <a:pt x="1139" y="0"/>
                  <a:pt x="730" y="0"/>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01" name="Shape 2401"/>
        <p:cNvGrpSpPr/>
        <p:nvPr/>
      </p:nvGrpSpPr>
      <p:grpSpPr>
        <a:xfrm>
          <a:off x="0" y="0"/>
          <a:ext cx="0" cy="0"/>
          <a:chOff x="0" y="0"/>
          <a:chExt cx="0" cy="0"/>
        </a:xfrm>
      </p:grpSpPr>
      <p:sp>
        <p:nvSpPr>
          <p:cNvPr id="2402" name="Google Shape;2402;p67"/>
          <p:cNvSpPr txBox="1"/>
          <p:nvPr>
            <p:ph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ALTERNATIVE RESOURCES</a:t>
            </a:r>
            <a:endParaRPr/>
          </a:p>
        </p:txBody>
      </p:sp>
      <p:grpSp>
        <p:nvGrpSpPr>
          <p:cNvPr id="2403" name="Google Shape;2403;p67"/>
          <p:cNvGrpSpPr/>
          <p:nvPr/>
        </p:nvGrpSpPr>
        <p:grpSpPr>
          <a:xfrm>
            <a:off x="1514050" y="751250"/>
            <a:ext cx="6155225" cy="60600"/>
            <a:chOff x="1514050" y="751250"/>
            <a:chExt cx="6155225" cy="60600"/>
          </a:xfrm>
        </p:grpSpPr>
        <p:sp>
          <p:nvSpPr>
            <p:cNvPr id="2404" name="Google Shape;2404;p67"/>
            <p:cNvSpPr/>
            <p:nvPr/>
          </p:nvSpPr>
          <p:spPr>
            <a:xfrm>
              <a:off x="1514050" y="757300"/>
              <a:ext cx="429600" cy="537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7"/>
            <p:cNvSpPr/>
            <p:nvPr/>
          </p:nvSpPr>
          <p:spPr>
            <a:xfrm rot="10800000">
              <a:off x="7009575" y="751250"/>
              <a:ext cx="659700" cy="606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6" name="Google Shape;2406;p67"/>
          <p:cNvGrpSpPr/>
          <p:nvPr/>
        </p:nvGrpSpPr>
        <p:grpSpPr>
          <a:xfrm>
            <a:off x="4036311" y="1323363"/>
            <a:ext cx="1551555" cy="1554844"/>
            <a:chOff x="4810950" y="747525"/>
            <a:chExt cx="2052050" cy="2056400"/>
          </a:xfrm>
        </p:grpSpPr>
        <p:sp>
          <p:nvSpPr>
            <p:cNvPr id="2407" name="Google Shape;2407;p67"/>
            <p:cNvSpPr/>
            <p:nvPr/>
          </p:nvSpPr>
          <p:spPr>
            <a:xfrm>
              <a:off x="5200050" y="1522575"/>
              <a:ext cx="563950" cy="625950"/>
            </a:xfrm>
            <a:custGeom>
              <a:rect b="b" l="l" r="r" t="t"/>
              <a:pathLst>
                <a:path extrusionOk="0" h="25038" w="22558">
                  <a:moveTo>
                    <a:pt x="16651" y="0"/>
                  </a:moveTo>
                  <a:cubicBezTo>
                    <a:pt x="15223" y="0"/>
                    <a:pt x="13859" y="363"/>
                    <a:pt x="12733" y="1228"/>
                  </a:cubicBezTo>
                  <a:cubicBezTo>
                    <a:pt x="11680" y="1980"/>
                    <a:pt x="10953" y="3007"/>
                    <a:pt x="10327" y="4060"/>
                  </a:cubicBezTo>
                  <a:cubicBezTo>
                    <a:pt x="6041" y="10626"/>
                    <a:pt x="2607" y="17644"/>
                    <a:pt x="1" y="25038"/>
                  </a:cubicBezTo>
                  <a:cubicBezTo>
                    <a:pt x="1555" y="21804"/>
                    <a:pt x="3535" y="18672"/>
                    <a:pt x="5941" y="15865"/>
                  </a:cubicBezTo>
                  <a:cubicBezTo>
                    <a:pt x="7194" y="14386"/>
                    <a:pt x="8673" y="12932"/>
                    <a:pt x="10552" y="12306"/>
                  </a:cubicBezTo>
                  <a:cubicBezTo>
                    <a:pt x="11069" y="12121"/>
                    <a:pt x="11634" y="12028"/>
                    <a:pt x="12202" y="12028"/>
                  </a:cubicBezTo>
                  <a:cubicBezTo>
                    <a:pt x="13565" y="12028"/>
                    <a:pt x="14952" y="12563"/>
                    <a:pt x="15765" y="13659"/>
                  </a:cubicBezTo>
                  <a:lnTo>
                    <a:pt x="22557" y="1754"/>
                  </a:lnTo>
                  <a:cubicBezTo>
                    <a:pt x="20786" y="715"/>
                    <a:pt x="18656" y="0"/>
                    <a:pt x="166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7"/>
            <p:cNvSpPr/>
            <p:nvPr/>
          </p:nvSpPr>
          <p:spPr>
            <a:xfrm>
              <a:off x="5604825" y="2047000"/>
              <a:ext cx="558300" cy="530100"/>
            </a:xfrm>
            <a:custGeom>
              <a:rect b="b" l="l" r="r" t="t"/>
              <a:pathLst>
                <a:path extrusionOk="0" h="21204" w="22332">
                  <a:moveTo>
                    <a:pt x="20552" y="0"/>
                  </a:moveTo>
                  <a:lnTo>
                    <a:pt x="8547" y="6467"/>
                  </a:lnTo>
                  <a:cubicBezTo>
                    <a:pt x="9600" y="7519"/>
                    <a:pt x="10652" y="8672"/>
                    <a:pt x="10427" y="10126"/>
                  </a:cubicBezTo>
                  <a:cubicBezTo>
                    <a:pt x="10326" y="11078"/>
                    <a:pt x="9700" y="11805"/>
                    <a:pt x="9073" y="12532"/>
                  </a:cubicBezTo>
                  <a:cubicBezTo>
                    <a:pt x="6266" y="15665"/>
                    <a:pt x="3234" y="18597"/>
                    <a:pt x="0" y="21204"/>
                  </a:cubicBezTo>
                  <a:cubicBezTo>
                    <a:pt x="6767" y="18371"/>
                    <a:pt x="13158" y="14612"/>
                    <a:pt x="18798" y="9925"/>
                  </a:cubicBezTo>
                  <a:cubicBezTo>
                    <a:pt x="20151" y="8772"/>
                    <a:pt x="21504" y="7519"/>
                    <a:pt x="21930" y="5840"/>
                  </a:cubicBezTo>
                  <a:cubicBezTo>
                    <a:pt x="22331" y="3860"/>
                    <a:pt x="21504" y="1880"/>
                    <a:pt x="205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7"/>
            <p:cNvSpPr/>
            <p:nvPr/>
          </p:nvSpPr>
          <p:spPr>
            <a:xfrm>
              <a:off x="4857950" y="1963675"/>
              <a:ext cx="859050" cy="806400"/>
            </a:xfrm>
            <a:custGeom>
              <a:rect b="b" l="l" r="r" t="t"/>
              <a:pathLst>
                <a:path extrusionOk="0" h="32256" w="34362">
                  <a:moveTo>
                    <a:pt x="27670" y="0"/>
                  </a:moveTo>
                  <a:cubicBezTo>
                    <a:pt x="19098" y="4687"/>
                    <a:pt x="11705" y="11479"/>
                    <a:pt x="6066" y="19424"/>
                  </a:cubicBezTo>
                  <a:cubicBezTo>
                    <a:pt x="7720" y="19098"/>
                    <a:pt x="9299" y="18572"/>
                    <a:pt x="10753" y="17644"/>
                  </a:cubicBezTo>
                  <a:lnTo>
                    <a:pt x="10753" y="17644"/>
                  </a:lnTo>
                  <a:cubicBezTo>
                    <a:pt x="6793" y="22231"/>
                    <a:pt x="3133" y="27143"/>
                    <a:pt x="1" y="32256"/>
                  </a:cubicBezTo>
                  <a:cubicBezTo>
                    <a:pt x="4913" y="31203"/>
                    <a:pt x="9399" y="28597"/>
                    <a:pt x="13785" y="26090"/>
                  </a:cubicBezTo>
                  <a:cubicBezTo>
                    <a:pt x="16592" y="24436"/>
                    <a:pt x="19525" y="22657"/>
                    <a:pt x="22357" y="20978"/>
                  </a:cubicBezTo>
                  <a:lnTo>
                    <a:pt x="22357" y="20978"/>
                  </a:lnTo>
                  <a:cubicBezTo>
                    <a:pt x="21304" y="22131"/>
                    <a:pt x="20477" y="23484"/>
                    <a:pt x="20151" y="24938"/>
                  </a:cubicBezTo>
                  <a:cubicBezTo>
                    <a:pt x="26417" y="21930"/>
                    <a:pt x="31530" y="16592"/>
                    <a:pt x="34362" y="10226"/>
                  </a:cubicBezTo>
                  <a:lnTo>
                    <a:pt x="276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7"/>
            <p:cNvSpPr/>
            <p:nvPr/>
          </p:nvSpPr>
          <p:spPr>
            <a:xfrm>
              <a:off x="5294050" y="2000000"/>
              <a:ext cx="367825" cy="388500"/>
            </a:xfrm>
            <a:custGeom>
              <a:rect b="b" l="l" r="r" t="t"/>
              <a:pathLst>
                <a:path extrusionOk="0" h="15540" w="14713">
                  <a:moveTo>
                    <a:pt x="13359" y="1"/>
                  </a:moveTo>
                  <a:cubicBezTo>
                    <a:pt x="12532" y="828"/>
                    <a:pt x="11379" y="1154"/>
                    <a:pt x="10326" y="1680"/>
                  </a:cubicBezTo>
                  <a:cubicBezTo>
                    <a:pt x="6366" y="3234"/>
                    <a:pt x="2908" y="5941"/>
                    <a:pt x="527" y="9399"/>
                  </a:cubicBezTo>
                  <a:cubicBezTo>
                    <a:pt x="201" y="9825"/>
                    <a:pt x="0" y="10652"/>
                    <a:pt x="527" y="10853"/>
                  </a:cubicBezTo>
                  <a:cubicBezTo>
                    <a:pt x="727" y="10853"/>
                    <a:pt x="928" y="10853"/>
                    <a:pt x="1153" y="10753"/>
                  </a:cubicBezTo>
                  <a:cubicBezTo>
                    <a:pt x="1780" y="10452"/>
                    <a:pt x="2406" y="10226"/>
                    <a:pt x="3033" y="9926"/>
                  </a:cubicBezTo>
                  <a:lnTo>
                    <a:pt x="3033" y="9926"/>
                  </a:lnTo>
                  <a:cubicBezTo>
                    <a:pt x="1354" y="10953"/>
                    <a:pt x="301" y="12733"/>
                    <a:pt x="0" y="14713"/>
                  </a:cubicBezTo>
                  <a:cubicBezTo>
                    <a:pt x="0" y="14938"/>
                    <a:pt x="0" y="15239"/>
                    <a:pt x="201" y="15464"/>
                  </a:cubicBezTo>
                  <a:cubicBezTo>
                    <a:pt x="301" y="15515"/>
                    <a:pt x="408" y="15540"/>
                    <a:pt x="514" y="15540"/>
                  </a:cubicBezTo>
                  <a:cubicBezTo>
                    <a:pt x="621" y="15540"/>
                    <a:pt x="727" y="15515"/>
                    <a:pt x="827" y="15464"/>
                  </a:cubicBezTo>
                  <a:cubicBezTo>
                    <a:pt x="4161" y="14938"/>
                    <a:pt x="7294" y="13459"/>
                    <a:pt x="9800" y="11279"/>
                  </a:cubicBezTo>
                  <a:lnTo>
                    <a:pt x="9800" y="11279"/>
                  </a:lnTo>
                  <a:cubicBezTo>
                    <a:pt x="9499" y="11580"/>
                    <a:pt x="9800" y="12106"/>
                    <a:pt x="10226" y="12206"/>
                  </a:cubicBezTo>
                  <a:cubicBezTo>
                    <a:pt x="10311" y="12231"/>
                    <a:pt x="10395" y="12242"/>
                    <a:pt x="10479" y="12242"/>
                  </a:cubicBezTo>
                  <a:cubicBezTo>
                    <a:pt x="10813" y="12242"/>
                    <a:pt x="11138" y="12066"/>
                    <a:pt x="11479" y="11906"/>
                  </a:cubicBezTo>
                  <a:cubicBezTo>
                    <a:pt x="13058" y="10953"/>
                    <a:pt x="14186" y="9399"/>
                    <a:pt x="14712" y="7620"/>
                  </a:cubicBezTo>
                  <a:lnTo>
                    <a:pt x="133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7"/>
            <p:cNvSpPr/>
            <p:nvPr/>
          </p:nvSpPr>
          <p:spPr>
            <a:xfrm>
              <a:off x="5479500" y="1049500"/>
              <a:ext cx="1359700" cy="1237500"/>
            </a:xfrm>
            <a:custGeom>
              <a:rect b="b" l="l" r="r" t="t"/>
              <a:pathLst>
                <a:path extrusionOk="0" h="49500" w="54388">
                  <a:moveTo>
                    <a:pt x="50227" y="0"/>
                  </a:moveTo>
                  <a:cubicBezTo>
                    <a:pt x="44262" y="0"/>
                    <a:pt x="38723" y="2406"/>
                    <a:pt x="33309" y="4712"/>
                  </a:cubicBezTo>
                  <a:cubicBezTo>
                    <a:pt x="31530" y="5439"/>
                    <a:pt x="29750" y="6166"/>
                    <a:pt x="28197" y="7219"/>
                  </a:cubicBezTo>
                  <a:cubicBezTo>
                    <a:pt x="26943" y="7945"/>
                    <a:pt x="25791" y="8873"/>
                    <a:pt x="24638" y="9725"/>
                  </a:cubicBezTo>
                  <a:cubicBezTo>
                    <a:pt x="22958" y="11078"/>
                    <a:pt x="21304" y="12432"/>
                    <a:pt x="19525" y="13685"/>
                  </a:cubicBezTo>
                  <a:cubicBezTo>
                    <a:pt x="16592" y="16091"/>
                    <a:pt x="13560" y="18397"/>
                    <a:pt x="10853" y="21204"/>
                  </a:cubicBezTo>
                  <a:cubicBezTo>
                    <a:pt x="8247" y="23910"/>
                    <a:pt x="6041" y="26943"/>
                    <a:pt x="3861" y="30076"/>
                  </a:cubicBezTo>
                  <a:cubicBezTo>
                    <a:pt x="2607" y="31956"/>
                    <a:pt x="1" y="35314"/>
                    <a:pt x="302" y="37695"/>
                  </a:cubicBezTo>
                  <a:cubicBezTo>
                    <a:pt x="502" y="38647"/>
                    <a:pt x="1028" y="39474"/>
                    <a:pt x="1555" y="40326"/>
                  </a:cubicBezTo>
                  <a:cubicBezTo>
                    <a:pt x="3435" y="43234"/>
                    <a:pt x="5515" y="45966"/>
                    <a:pt x="7921" y="48472"/>
                  </a:cubicBezTo>
                  <a:cubicBezTo>
                    <a:pt x="8347" y="48973"/>
                    <a:pt x="8873" y="49399"/>
                    <a:pt x="9399" y="49499"/>
                  </a:cubicBezTo>
                  <a:cubicBezTo>
                    <a:pt x="9901" y="49499"/>
                    <a:pt x="10427" y="49299"/>
                    <a:pt x="10853" y="49098"/>
                  </a:cubicBezTo>
                  <a:cubicBezTo>
                    <a:pt x="18798" y="45214"/>
                    <a:pt x="26618" y="41053"/>
                    <a:pt x="33610" y="35615"/>
                  </a:cubicBezTo>
                  <a:cubicBezTo>
                    <a:pt x="38522" y="31855"/>
                    <a:pt x="43009" y="27369"/>
                    <a:pt x="46467" y="22156"/>
                  </a:cubicBezTo>
                  <a:cubicBezTo>
                    <a:pt x="49901" y="17018"/>
                    <a:pt x="53034" y="10878"/>
                    <a:pt x="54086" y="4612"/>
                  </a:cubicBezTo>
                  <a:cubicBezTo>
                    <a:pt x="54287" y="3459"/>
                    <a:pt x="54387" y="2206"/>
                    <a:pt x="53660" y="1254"/>
                  </a:cubicBezTo>
                  <a:cubicBezTo>
                    <a:pt x="52934" y="226"/>
                    <a:pt x="51480" y="101"/>
                    <a:pt x="502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7"/>
            <p:cNvSpPr/>
            <p:nvPr/>
          </p:nvSpPr>
          <p:spPr>
            <a:xfrm>
              <a:off x="6074750" y="1437975"/>
              <a:ext cx="349650" cy="282175"/>
            </a:xfrm>
            <a:custGeom>
              <a:rect b="b" l="l" r="r" t="t"/>
              <a:pathLst>
                <a:path extrusionOk="0" h="11287" w="13986">
                  <a:moveTo>
                    <a:pt x="5594" y="1"/>
                  </a:moveTo>
                  <a:cubicBezTo>
                    <a:pt x="4644" y="1"/>
                    <a:pt x="3690" y="227"/>
                    <a:pt x="2808" y="752"/>
                  </a:cubicBezTo>
                  <a:cubicBezTo>
                    <a:pt x="2382" y="1078"/>
                    <a:pt x="2081" y="1379"/>
                    <a:pt x="1755" y="1805"/>
                  </a:cubicBezTo>
                  <a:cubicBezTo>
                    <a:pt x="402" y="3584"/>
                    <a:pt x="1" y="6091"/>
                    <a:pt x="828" y="8171"/>
                  </a:cubicBezTo>
                  <a:cubicBezTo>
                    <a:pt x="1254" y="8898"/>
                    <a:pt x="1755" y="9624"/>
                    <a:pt x="2507" y="10251"/>
                  </a:cubicBezTo>
                  <a:cubicBezTo>
                    <a:pt x="3470" y="10939"/>
                    <a:pt x="4659" y="11287"/>
                    <a:pt x="5868" y="11287"/>
                  </a:cubicBezTo>
                  <a:cubicBezTo>
                    <a:pt x="6861" y="11287"/>
                    <a:pt x="7868" y="11052"/>
                    <a:pt x="8773" y="10577"/>
                  </a:cubicBezTo>
                  <a:cubicBezTo>
                    <a:pt x="11780" y="9123"/>
                    <a:pt x="13986" y="4837"/>
                    <a:pt x="11153" y="2005"/>
                  </a:cubicBezTo>
                  <a:cubicBezTo>
                    <a:pt x="9800" y="752"/>
                    <a:pt x="8021" y="126"/>
                    <a:pt x="6141" y="25"/>
                  </a:cubicBezTo>
                  <a:cubicBezTo>
                    <a:pt x="5959" y="9"/>
                    <a:pt x="5777" y="1"/>
                    <a:pt x="55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7"/>
            <p:cNvSpPr/>
            <p:nvPr/>
          </p:nvSpPr>
          <p:spPr>
            <a:xfrm>
              <a:off x="6118600" y="1485700"/>
              <a:ext cx="214325" cy="180975"/>
            </a:xfrm>
            <a:custGeom>
              <a:rect b="b" l="l" r="r" t="t"/>
              <a:pathLst>
                <a:path extrusionOk="0" h="7239" w="8573">
                  <a:moveTo>
                    <a:pt x="3855" y="1"/>
                  </a:moveTo>
                  <a:cubicBezTo>
                    <a:pt x="2994" y="1"/>
                    <a:pt x="2137" y="284"/>
                    <a:pt x="1480" y="823"/>
                  </a:cubicBezTo>
                  <a:cubicBezTo>
                    <a:pt x="227" y="1976"/>
                    <a:pt x="1" y="3956"/>
                    <a:pt x="953" y="5335"/>
                  </a:cubicBezTo>
                  <a:cubicBezTo>
                    <a:pt x="1580" y="5961"/>
                    <a:pt x="2407" y="6362"/>
                    <a:pt x="3259" y="6788"/>
                  </a:cubicBezTo>
                  <a:cubicBezTo>
                    <a:pt x="3783" y="7040"/>
                    <a:pt x="4376" y="7238"/>
                    <a:pt x="4923" y="7238"/>
                  </a:cubicBezTo>
                  <a:cubicBezTo>
                    <a:pt x="5031" y="7238"/>
                    <a:pt x="5136" y="7231"/>
                    <a:pt x="5239" y="7214"/>
                  </a:cubicBezTo>
                  <a:cubicBezTo>
                    <a:pt x="5966" y="7089"/>
                    <a:pt x="6492" y="6588"/>
                    <a:pt x="6893" y="6162"/>
                  </a:cubicBezTo>
                  <a:cubicBezTo>
                    <a:pt x="7520" y="5635"/>
                    <a:pt x="8146" y="5109"/>
                    <a:pt x="8372" y="4282"/>
                  </a:cubicBezTo>
                  <a:cubicBezTo>
                    <a:pt x="8572" y="3229"/>
                    <a:pt x="8046" y="2302"/>
                    <a:pt x="7420" y="1450"/>
                  </a:cubicBezTo>
                  <a:cubicBezTo>
                    <a:pt x="7119" y="1049"/>
                    <a:pt x="6893" y="623"/>
                    <a:pt x="6492" y="422"/>
                  </a:cubicBezTo>
                  <a:cubicBezTo>
                    <a:pt x="6215" y="210"/>
                    <a:pt x="5895" y="93"/>
                    <a:pt x="5594" y="93"/>
                  </a:cubicBezTo>
                  <a:cubicBezTo>
                    <a:pt x="5434" y="93"/>
                    <a:pt x="5279" y="127"/>
                    <a:pt x="5139" y="197"/>
                  </a:cubicBezTo>
                  <a:lnTo>
                    <a:pt x="5273" y="273"/>
                  </a:lnTo>
                  <a:lnTo>
                    <a:pt x="5273" y="273"/>
                  </a:lnTo>
                  <a:cubicBezTo>
                    <a:pt x="4821" y="90"/>
                    <a:pt x="4338" y="1"/>
                    <a:pt x="38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7"/>
            <p:cNvSpPr/>
            <p:nvPr/>
          </p:nvSpPr>
          <p:spPr>
            <a:xfrm>
              <a:off x="5314725" y="1797900"/>
              <a:ext cx="697400" cy="557400"/>
            </a:xfrm>
            <a:custGeom>
              <a:rect b="b" l="l" r="r" t="t"/>
              <a:pathLst>
                <a:path extrusionOk="0" h="22296" w="27896">
                  <a:moveTo>
                    <a:pt x="22794" y="0"/>
                  </a:moveTo>
                  <a:cubicBezTo>
                    <a:pt x="22572" y="0"/>
                    <a:pt x="22350" y="13"/>
                    <a:pt x="22131" y="40"/>
                  </a:cubicBezTo>
                  <a:cubicBezTo>
                    <a:pt x="19750" y="466"/>
                    <a:pt x="17645" y="2120"/>
                    <a:pt x="15865" y="3799"/>
                  </a:cubicBezTo>
                  <a:cubicBezTo>
                    <a:pt x="9825" y="9238"/>
                    <a:pt x="4487" y="15503"/>
                    <a:pt x="0" y="22295"/>
                  </a:cubicBezTo>
                  <a:cubicBezTo>
                    <a:pt x="3033" y="19664"/>
                    <a:pt x="6166" y="16957"/>
                    <a:pt x="9198" y="14350"/>
                  </a:cubicBezTo>
                  <a:cubicBezTo>
                    <a:pt x="10026" y="13724"/>
                    <a:pt x="10752" y="12997"/>
                    <a:pt x="11705" y="12471"/>
                  </a:cubicBezTo>
                  <a:cubicBezTo>
                    <a:pt x="12618" y="11969"/>
                    <a:pt x="13721" y="11700"/>
                    <a:pt x="14808" y="11700"/>
                  </a:cubicBezTo>
                  <a:cubicBezTo>
                    <a:pt x="16435" y="11700"/>
                    <a:pt x="18026" y="12302"/>
                    <a:pt x="18898" y="13624"/>
                  </a:cubicBezTo>
                  <a:cubicBezTo>
                    <a:pt x="22657" y="10591"/>
                    <a:pt x="25163" y="7884"/>
                    <a:pt x="27895" y="3899"/>
                  </a:cubicBezTo>
                  <a:lnTo>
                    <a:pt x="27770" y="3598"/>
                  </a:lnTo>
                  <a:cubicBezTo>
                    <a:pt x="27496" y="1403"/>
                    <a:pt x="25113" y="0"/>
                    <a:pt x="227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7"/>
            <p:cNvSpPr/>
            <p:nvPr/>
          </p:nvSpPr>
          <p:spPr>
            <a:xfrm>
              <a:off x="5622300" y="1163950"/>
              <a:ext cx="193625" cy="214525"/>
            </a:xfrm>
            <a:custGeom>
              <a:rect b="b" l="l" r="r" t="t"/>
              <a:pathLst>
                <a:path extrusionOk="0" h="8581" w="7745">
                  <a:moveTo>
                    <a:pt x="723" y="0"/>
                  </a:moveTo>
                  <a:cubicBezTo>
                    <a:pt x="362" y="0"/>
                    <a:pt x="1" y="229"/>
                    <a:pt x="329" y="661"/>
                  </a:cubicBezTo>
                  <a:cubicBezTo>
                    <a:pt x="755" y="1162"/>
                    <a:pt x="1181" y="1688"/>
                    <a:pt x="1682" y="2114"/>
                  </a:cubicBezTo>
                  <a:cubicBezTo>
                    <a:pt x="2209" y="2540"/>
                    <a:pt x="2835" y="2941"/>
                    <a:pt x="3161" y="3568"/>
                  </a:cubicBezTo>
                  <a:cubicBezTo>
                    <a:pt x="3462" y="4094"/>
                    <a:pt x="3988" y="4420"/>
                    <a:pt x="4414" y="4921"/>
                  </a:cubicBezTo>
                  <a:cubicBezTo>
                    <a:pt x="4715" y="5347"/>
                    <a:pt x="4941" y="5874"/>
                    <a:pt x="5342" y="6400"/>
                  </a:cubicBezTo>
                  <a:cubicBezTo>
                    <a:pt x="5768" y="6801"/>
                    <a:pt x="6068" y="7327"/>
                    <a:pt x="6695" y="7954"/>
                  </a:cubicBezTo>
                  <a:lnTo>
                    <a:pt x="7322" y="8580"/>
                  </a:lnTo>
                  <a:lnTo>
                    <a:pt x="7647" y="7854"/>
                  </a:lnTo>
                  <a:lnTo>
                    <a:pt x="7647" y="7553"/>
                  </a:lnTo>
                  <a:cubicBezTo>
                    <a:pt x="7665" y="7570"/>
                    <a:pt x="7679" y="7578"/>
                    <a:pt x="7691" y="7578"/>
                  </a:cubicBezTo>
                  <a:cubicBezTo>
                    <a:pt x="7745" y="7578"/>
                    <a:pt x="7730" y="7410"/>
                    <a:pt x="7647" y="7327"/>
                  </a:cubicBezTo>
                  <a:cubicBezTo>
                    <a:pt x="7616" y="7265"/>
                    <a:pt x="7573" y="7213"/>
                    <a:pt x="7523" y="7173"/>
                  </a:cubicBezTo>
                  <a:lnTo>
                    <a:pt x="7523" y="7173"/>
                  </a:lnTo>
                  <a:cubicBezTo>
                    <a:pt x="7486" y="7067"/>
                    <a:pt x="7410" y="6997"/>
                    <a:pt x="7322" y="6926"/>
                  </a:cubicBezTo>
                  <a:cubicBezTo>
                    <a:pt x="6921" y="6400"/>
                    <a:pt x="6194" y="5347"/>
                    <a:pt x="5768" y="4821"/>
                  </a:cubicBezTo>
                  <a:cubicBezTo>
                    <a:pt x="5041" y="3894"/>
                    <a:pt x="4715" y="3568"/>
                    <a:pt x="3988" y="2741"/>
                  </a:cubicBezTo>
                  <a:cubicBezTo>
                    <a:pt x="3161" y="1788"/>
                    <a:pt x="2309" y="234"/>
                    <a:pt x="956" y="34"/>
                  </a:cubicBezTo>
                  <a:cubicBezTo>
                    <a:pt x="883" y="11"/>
                    <a:pt x="803" y="0"/>
                    <a:pt x="7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7"/>
            <p:cNvSpPr/>
            <p:nvPr/>
          </p:nvSpPr>
          <p:spPr>
            <a:xfrm>
              <a:off x="5654325" y="1055150"/>
              <a:ext cx="276350" cy="300825"/>
            </a:xfrm>
            <a:custGeom>
              <a:rect b="b" l="l" r="r" t="t"/>
              <a:pathLst>
                <a:path extrusionOk="0" h="12033" w="11054">
                  <a:moveTo>
                    <a:pt x="5113" y="0"/>
                  </a:moveTo>
                  <a:cubicBezTo>
                    <a:pt x="4787" y="100"/>
                    <a:pt x="4487" y="201"/>
                    <a:pt x="4161" y="301"/>
                  </a:cubicBezTo>
                  <a:cubicBezTo>
                    <a:pt x="3534" y="627"/>
                    <a:pt x="3133" y="927"/>
                    <a:pt x="2707" y="1253"/>
                  </a:cubicBezTo>
                  <a:cubicBezTo>
                    <a:pt x="1880" y="1880"/>
                    <a:pt x="1153" y="2506"/>
                    <a:pt x="527" y="3133"/>
                  </a:cubicBezTo>
                  <a:cubicBezTo>
                    <a:pt x="301" y="3333"/>
                    <a:pt x="101" y="3634"/>
                    <a:pt x="0" y="3960"/>
                  </a:cubicBezTo>
                  <a:cubicBezTo>
                    <a:pt x="0" y="4261"/>
                    <a:pt x="101" y="4486"/>
                    <a:pt x="201" y="4586"/>
                  </a:cubicBezTo>
                  <a:cubicBezTo>
                    <a:pt x="301" y="4586"/>
                    <a:pt x="301" y="4586"/>
                    <a:pt x="401" y="4486"/>
                  </a:cubicBezTo>
                  <a:cubicBezTo>
                    <a:pt x="401" y="4386"/>
                    <a:pt x="401" y="4386"/>
                    <a:pt x="527" y="4261"/>
                  </a:cubicBezTo>
                  <a:cubicBezTo>
                    <a:pt x="627" y="4160"/>
                    <a:pt x="727" y="4060"/>
                    <a:pt x="827" y="3960"/>
                  </a:cubicBezTo>
                  <a:cubicBezTo>
                    <a:pt x="1028" y="3860"/>
                    <a:pt x="1254" y="3759"/>
                    <a:pt x="1454" y="3534"/>
                  </a:cubicBezTo>
                  <a:lnTo>
                    <a:pt x="2181" y="3133"/>
                  </a:lnTo>
                  <a:lnTo>
                    <a:pt x="3534" y="2281"/>
                  </a:lnTo>
                  <a:cubicBezTo>
                    <a:pt x="4299" y="1719"/>
                    <a:pt x="5043" y="1338"/>
                    <a:pt x="5713" y="1338"/>
                  </a:cubicBezTo>
                  <a:cubicBezTo>
                    <a:pt x="5790" y="1338"/>
                    <a:pt x="5865" y="1343"/>
                    <a:pt x="5940" y="1353"/>
                  </a:cubicBezTo>
                  <a:cubicBezTo>
                    <a:pt x="6366" y="1454"/>
                    <a:pt x="6667" y="1654"/>
                    <a:pt x="6792" y="1880"/>
                  </a:cubicBezTo>
                  <a:cubicBezTo>
                    <a:pt x="6893" y="2180"/>
                    <a:pt x="6893" y="2607"/>
                    <a:pt x="6667" y="3008"/>
                  </a:cubicBezTo>
                  <a:cubicBezTo>
                    <a:pt x="6567" y="3434"/>
                    <a:pt x="6266" y="3860"/>
                    <a:pt x="6041" y="4261"/>
                  </a:cubicBezTo>
                  <a:cubicBezTo>
                    <a:pt x="5740" y="4687"/>
                    <a:pt x="5414" y="5113"/>
                    <a:pt x="5113" y="5514"/>
                  </a:cubicBezTo>
                  <a:cubicBezTo>
                    <a:pt x="4386" y="6366"/>
                    <a:pt x="3760" y="7193"/>
                    <a:pt x="3033" y="8020"/>
                  </a:cubicBezTo>
                  <a:lnTo>
                    <a:pt x="4061" y="8972"/>
                  </a:lnTo>
                  <a:cubicBezTo>
                    <a:pt x="4587" y="8346"/>
                    <a:pt x="5013" y="7820"/>
                    <a:pt x="5640" y="7293"/>
                  </a:cubicBezTo>
                  <a:cubicBezTo>
                    <a:pt x="6266" y="6767"/>
                    <a:pt x="6993" y="6366"/>
                    <a:pt x="7720" y="6266"/>
                  </a:cubicBezTo>
                  <a:cubicBezTo>
                    <a:pt x="8146" y="6140"/>
                    <a:pt x="8447" y="6140"/>
                    <a:pt x="8873" y="6140"/>
                  </a:cubicBezTo>
                  <a:cubicBezTo>
                    <a:pt x="9173" y="6266"/>
                    <a:pt x="9599" y="6366"/>
                    <a:pt x="9700" y="6466"/>
                  </a:cubicBezTo>
                  <a:cubicBezTo>
                    <a:pt x="9750" y="6516"/>
                    <a:pt x="9775" y="6516"/>
                    <a:pt x="9787" y="6516"/>
                  </a:cubicBezTo>
                  <a:cubicBezTo>
                    <a:pt x="9800" y="6516"/>
                    <a:pt x="9800" y="6516"/>
                    <a:pt x="9800" y="6566"/>
                  </a:cubicBezTo>
                  <a:lnTo>
                    <a:pt x="9800" y="7193"/>
                  </a:lnTo>
                  <a:cubicBezTo>
                    <a:pt x="9700" y="7619"/>
                    <a:pt x="9599" y="8020"/>
                    <a:pt x="9399" y="8546"/>
                  </a:cubicBezTo>
                  <a:cubicBezTo>
                    <a:pt x="8974" y="9396"/>
                    <a:pt x="8350" y="10321"/>
                    <a:pt x="7203" y="11047"/>
                  </a:cubicBezTo>
                  <a:lnTo>
                    <a:pt x="7203" y="11047"/>
                  </a:lnTo>
                  <a:cubicBezTo>
                    <a:pt x="7223" y="11025"/>
                    <a:pt x="7233" y="11014"/>
                    <a:pt x="7233" y="11014"/>
                  </a:cubicBezTo>
                  <a:lnTo>
                    <a:pt x="7233" y="11014"/>
                  </a:lnTo>
                  <a:cubicBezTo>
                    <a:pt x="7232" y="11014"/>
                    <a:pt x="7220" y="11026"/>
                    <a:pt x="7193" y="11053"/>
                  </a:cubicBezTo>
                  <a:cubicBezTo>
                    <a:pt x="7197" y="11051"/>
                    <a:pt x="7200" y="11049"/>
                    <a:pt x="7203" y="11047"/>
                  </a:cubicBezTo>
                  <a:lnTo>
                    <a:pt x="7203" y="11047"/>
                  </a:lnTo>
                  <a:cubicBezTo>
                    <a:pt x="7164" y="11089"/>
                    <a:pt x="7090" y="11169"/>
                    <a:pt x="6993" y="11278"/>
                  </a:cubicBezTo>
                  <a:cubicBezTo>
                    <a:pt x="6792" y="11379"/>
                    <a:pt x="6567" y="11579"/>
                    <a:pt x="6467" y="11780"/>
                  </a:cubicBezTo>
                  <a:cubicBezTo>
                    <a:pt x="6731" y="11881"/>
                    <a:pt x="6979" y="12032"/>
                    <a:pt x="7290" y="12032"/>
                  </a:cubicBezTo>
                  <a:cubicBezTo>
                    <a:pt x="7363" y="12032"/>
                    <a:pt x="7439" y="12024"/>
                    <a:pt x="7519" y="12005"/>
                  </a:cubicBezTo>
                  <a:cubicBezTo>
                    <a:pt x="8146" y="11780"/>
                    <a:pt x="8873" y="11278"/>
                    <a:pt x="9399" y="10752"/>
                  </a:cubicBezTo>
                  <a:cubicBezTo>
                    <a:pt x="10126" y="9900"/>
                    <a:pt x="11053" y="8446"/>
                    <a:pt x="11053" y="6767"/>
                  </a:cubicBezTo>
                  <a:cubicBezTo>
                    <a:pt x="11053" y="6466"/>
                    <a:pt x="11053" y="6266"/>
                    <a:pt x="10853" y="5940"/>
                  </a:cubicBezTo>
                  <a:cubicBezTo>
                    <a:pt x="10752" y="5639"/>
                    <a:pt x="10552" y="5514"/>
                    <a:pt x="10326" y="5313"/>
                  </a:cubicBezTo>
                  <a:cubicBezTo>
                    <a:pt x="9925" y="5113"/>
                    <a:pt x="9499" y="5013"/>
                    <a:pt x="9073" y="4887"/>
                  </a:cubicBezTo>
                  <a:cubicBezTo>
                    <a:pt x="8946" y="4870"/>
                    <a:pt x="8819" y="4862"/>
                    <a:pt x="8693" y="4862"/>
                  </a:cubicBezTo>
                  <a:cubicBezTo>
                    <a:pt x="8098" y="4862"/>
                    <a:pt x="7527" y="5030"/>
                    <a:pt x="7093" y="5113"/>
                  </a:cubicBezTo>
                  <a:cubicBezTo>
                    <a:pt x="6965" y="5162"/>
                    <a:pt x="6841" y="5212"/>
                    <a:pt x="6723" y="5265"/>
                  </a:cubicBezTo>
                  <a:lnTo>
                    <a:pt x="6723" y="5265"/>
                  </a:lnTo>
                  <a:cubicBezTo>
                    <a:pt x="6825" y="5106"/>
                    <a:pt x="6918" y="4947"/>
                    <a:pt x="6993" y="4787"/>
                  </a:cubicBezTo>
                  <a:cubicBezTo>
                    <a:pt x="7294" y="4386"/>
                    <a:pt x="7620" y="3960"/>
                    <a:pt x="7820" y="3333"/>
                  </a:cubicBezTo>
                  <a:cubicBezTo>
                    <a:pt x="7920" y="3133"/>
                    <a:pt x="8046" y="2807"/>
                    <a:pt x="8046" y="2381"/>
                  </a:cubicBezTo>
                  <a:cubicBezTo>
                    <a:pt x="8146" y="2080"/>
                    <a:pt x="8046" y="1654"/>
                    <a:pt x="7920" y="1353"/>
                  </a:cubicBezTo>
                  <a:cubicBezTo>
                    <a:pt x="7720" y="927"/>
                    <a:pt x="7519" y="627"/>
                    <a:pt x="7193" y="401"/>
                  </a:cubicBezTo>
                  <a:cubicBezTo>
                    <a:pt x="6893" y="201"/>
                    <a:pt x="6467" y="100"/>
                    <a:pt x="61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7"/>
            <p:cNvSpPr/>
            <p:nvPr/>
          </p:nvSpPr>
          <p:spPr>
            <a:xfrm>
              <a:off x="5883650" y="932325"/>
              <a:ext cx="248150" cy="267775"/>
            </a:xfrm>
            <a:custGeom>
              <a:rect b="b" l="l" r="r" t="t"/>
              <a:pathLst>
                <a:path extrusionOk="0" h="10711" w="9926">
                  <a:moveTo>
                    <a:pt x="5239" y="1"/>
                  </a:moveTo>
                  <a:lnTo>
                    <a:pt x="4086" y="527"/>
                  </a:lnTo>
                  <a:cubicBezTo>
                    <a:pt x="4201" y="1001"/>
                    <a:pt x="4423" y="1410"/>
                    <a:pt x="4690" y="1771"/>
                  </a:cubicBezTo>
                  <a:lnTo>
                    <a:pt x="4690" y="1771"/>
                  </a:lnTo>
                  <a:cubicBezTo>
                    <a:pt x="4765" y="2101"/>
                    <a:pt x="4812" y="2454"/>
                    <a:pt x="4812" y="2808"/>
                  </a:cubicBezTo>
                  <a:cubicBezTo>
                    <a:pt x="4913" y="3234"/>
                    <a:pt x="4812" y="3535"/>
                    <a:pt x="4812" y="3860"/>
                  </a:cubicBezTo>
                  <a:cubicBezTo>
                    <a:pt x="4712" y="4161"/>
                    <a:pt x="4612" y="4387"/>
                    <a:pt x="4386" y="4487"/>
                  </a:cubicBezTo>
                  <a:cubicBezTo>
                    <a:pt x="4192" y="4682"/>
                    <a:pt x="3818" y="4803"/>
                    <a:pt x="3436" y="4803"/>
                  </a:cubicBezTo>
                  <a:cubicBezTo>
                    <a:pt x="3228" y="4803"/>
                    <a:pt x="3018" y="4767"/>
                    <a:pt x="2832" y="4687"/>
                  </a:cubicBezTo>
                  <a:cubicBezTo>
                    <a:pt x="2306" y="4487"/>
                    <a:pt x="1780" y="4061"/>
                    <a:pt x="1254" y="3660"/>
                  </a:cubicBezTo>
                  <a:cubicBezTo>
                    <a:pt x="953" y="3434"/>
                    <a:pt x="527" y="3134"/>
                    <a:pt x="326" y="3134"/>
                  </a:cubicBezTo>
                  <a:cubicBezTo>
                    <a:pt x="126" y="3134"/>
                    <a:pt x="0" y="3334"/>
                    <a:pt x="426" y="4061"/>
                  </a:cubicBezTo>
                  <a:cubicBezTo>
                    <a:pt x="853" y="4788"/>
                    <a:pt x="1479" y="5540"/>
                    <a:pt x="2406" y="5941"/>
                  </a:cubicBezTo>
                  <a:cubicBezTo>
                    <a:pt x="2720" y="6107"/>
                    <a:pt x="3089" y="6205"/>
                    <a:pt x="3472" y="6205"/>
                  </a:cubicBezTo>
                  <a:cubicBezTo>
                    <a:pt x="3608" y="6205"/>
                    <a:pt x="3747" y="6193"/>
                    <a:pt x="3885" y="6166"/>
                  </a:cubicBezTo>
                  <a:cubicBezTo>
                    <a:pt x="4386" y="6166"/>
                    <a:pt x="5013" y="5941"/>
                    <a:pt x="5439" y="5540"/>
                  </a:cubicBezTo>
                  <a:cubicBezTo>
                    <a:pt x="5865" y="5114"/>
                    <a:pt x="5965" y="4487"/>
                    <a:pt x="6066" y="4061"/>
                  </a:cubicBezTo>
                  <a:cubicBezTo>
                    <a:pt x="6066" y="3705"/>
                    <a:pt x="6066" y="3406"/>
                    <a:pt x="6035" y="3118"/>
                  </a:cubicBezTo>
                  <a:lnTo>
                    <a:pt x="6035" y="3118"/>
                  </a:lnTo>
                  <a:cubicBezTo>
                    <a:pt x="6370" y="3389"/>
                    <a:pt x="6711" y="3654"/>
                    <a:pt x="7018" y="3961"/>
                  </a:cubicBezTo>
                  <a:cubicBezTo>
                    <a:pt x="7419" y="4387"/>
                    <a:pt x="7945" y="4913"/>
                    <a:pt x="8146" y="5414"/>
                  </a:cubicBezTo>
                  <a:cubicBezTo>
                    <a:pt x="8472" y="5941"/>
                    <a:pt x="8572" y="6467"/>
                    <a:pt x="8572" y="6993"/>
                  </a:cubicBezTo>
                  <a:cubicBezTo>
                    <a:pt x="8472" y="7620"/>
                    <a:pt x="8146" y="8146"/>
                    <a:pt x="7645" y="8672"/>
                  </a:cubicBezTo>
                  <a:cubicBezTo>
                    <a:pt x="7419" y="8873"/>
                    <a:pt x="7118" y="9073"/>
                    <a:pt x="6692" y="9299"/>
                  </a:cubicBezTo>
                  <a:cubicBezTo>
                    <a:pt x="6692" y="9399"/>
                    <a:pt x="6592" y="9399"/>
                    <a:pt x="6492" y="9399"/>
                  </a:cubicBezTo>
                  <a:cubicBezTo>
                    <a:pt x="6391" y="9499"/>
                    <a:pt x="6266" y="9499"/>
                    <a:pt x="6166" y="9499"/>
                  </a:cubicBezTo>
                  <a:cubicBezTo>
                    <a:pt x="5965" y="9600"/>
                    <a:pt x="5765" y="9600"/>
                    <a:pt x="5640" y="9600"/>
                  </a:cubicBezTo>
                  <a:cubicBezTo>
                    <a:pt x="5668" y="9577"/>
                    <a:pt x="5668" y="9570"/>
                    <a:pt x="5647" y="9570"/>
                  </a:cubicBezTo>
                  <a:cubicBezTo>
                    <a:pt x="5611" y="9570"/>
                    <a:pt x="5508" y="9593"/>
                    <a:pt x="5382" y="9593"/>
                  </a:cubicBezTo>
                  <a:cubicBezTo>
                    <a:pt x="5267" y="9593"/>
                    <a:pt x="5133" y="9574"/>
                    <a:pt x="5013" y="9499"/>
                  </a:cubicBezTo>
                  <a:cubicBezTo>
                    <a:pt x="4913" y="9600"/>
                    <a:pt x="4913" y="9800"/>
                    <a:pt x="4913" y="9926"/>
                  </a:cubicBezTo>
                  <a:cubicBezTo>
                    <a:pt x="4913" y="10126"/>
                    <a:pt x="5013" y="10327"/>
                    <a:pt x="5138" y="10427"/>
                  </a:cubicBezTo>
                  <a:cubicBezTo>
                    <a:pt x="5431" y="10626"/>
                    <a:pt x="5767" y="10710"/>
                    <a:pt x="6107" y="10710"/>
                  </a:cubicBezTo>
                  <a:cubicBezTo>
                    <a:pt x="6494" y="10710"/>
                    <a:pt x="6885" y="10600"/>
                    <a:pt x="7218" y="10427"/>
                  </a:cubicBezTo>
                  <a:cubicBezTo>
                    <a:pt x="7945" y="10126"/>
                    <a:pt x="9098" y="9299"/>
                    <a:pt x="9625" y="8046"/>
                  </a:cubicBezTo>
                  <a:cubicBezTo>
                    <a:pt x="9825" y="7419"/>
                    <a:pt x="9925" y="6667"/>
                    <a:pt x="9725" y="6041"/>
                  </a:cubicBezTo>
                  <a:cubicBezTo>
                    <a:pt x="9625" y="5414"/>
                    <a:pt x="9299" y="4913"/>
                    <a:pt x="9098" y="4587"/>
                  </a:cubicBezTo>
                  <a:cubicBezTo>
                    <a:pt x="8271" y="3434"/>
                    <a:pt x="7419" y="2908"/>
                    <a:pt x="6792" y="2281"/>
                  </a:cubicBezTo>
                  <a:cubicBezTo>
                    <a:pt x="6492" y="1981"/>
                    <a:pt x="6166" y="1780"/>
                    <a:pt x="5865" y="1354"/>
                  </a:cubicBezTo>
                  <a:cubicBezTo>
                    <a:pt x="5795" y="1253"/>
                    <a:pt x="5717" y="1144"/>
                    <a:pt x="5638" y="1026"/>
                  </a:cubicBezTo>
                  <a:lnTo>
                    <a:pt x="5638" y="1026"/>
                  </a:lnTo>
                  <a:cubicBezTo>
                    <a:pt x="5550" y="713"/>
                    <a:pt x="5449" y="405"/>
                    <a:pt x="5339" y="101"/>
                  </a:cubicBezTo>
                  <a:lnTo>
                    <a:pt x="52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7"/>
            <p:cNvSpPr/>
            <p:nvPr/>
          </p:nvSpPr>
          <p:spPr>
            <a:xfrm>
              <a:off x="6092925" y="840850"/>
              <a:ext cx="122825" cy="60175"/>
            </a:xfrm>
            <a:custGeom>
              <a:rect b="b" l="l" r="r" t="t"/>
              <a:pathLst>
                <a:path extrusionOk="0" h="2407" w="4913">
                  <a:moveTo>
                    <a:pt x="4286" y="1"/>
                  </a:moveTo>
                  <a:cubicBezTo>
                    <a:pt x="3960" y="201"/>
                    <a:pt x="3334" y="427"/>
                    <a:pt x="3033" y="427"/>
                  </a:cubicBezTo>
                  <a:cubicBezTo>
                    <a:pt x="2607" y="627"/>
                    <a:pt x="2406" y="727"/>
                    <a:pt x="1880" y="828"/>
                  </a:cubicBezTo>
                  <a:cubicBezTo>
                    <a:pt x="1254" y="1053"/>
                    <a:pt x="401" y="828"/>
                    <a:pt x="101" y="1554"/>
                  </a:cubicBezTo>
                  <a:cubicBezTo>
                    <a:pt x="0" y="1880"/>
                    <a:pt x="0" y="2407"/>
                    <a:pt x="401" y="2407"/>
                  </a:cubicBezTo>
                  <a:cubicBezTo>
                    <a:pt x="727" y="2407"/>
                    <a:pt x="1028" y="2407"/>
                    <a:pt x="1354" y="2306"/>
                  </a:cubicBezTo>
                  <a:cubicBezTo>
                    <a:pt x="1600" y="2122"/>
                    <a:pt x="1796" y="1954"/>
                    <a:pt x="2078" y="1954"/>
                  </a:cubicBezTo>
                  <a:cubicBezTo>
                    <a:pt x="2141" y="1954"/>
                    <a:pt x="2208" y="1962"/>
                    <a:pt x="2281" y="1980"/>
                  </a:cubicBezTo>
                  <a:cubicBezTo>
                    <a:pt x="2607" y="1980"/>
                    <a:pt x="2807" y="1680"/>
                    <a:pt x="3033" y="1680"/>
                  </a:cubicBezTo>
                  <a:cubicBezTo>
                    <a:pt x="3183" y="1617"/>
                    <a:pt x="3340" y="1617"/>
                    <a:pt x="3484" y="1617"/>
                  </a:cubicBezTo>
                  <a:cubicBezTo>
                    <a:pt x="3628" y="1617"/>
                    <a:pt x="3760" y="1617"/>
                    <a:pt x="3860" y="1554"/>
                  </a:cubicBezTo>
                  <a:cubicBezTo>
                    <a:pt x="4161" y="1354"/>
                    <a:pt x="4487" y="1354"/>
                    <a:pt x="4787" y="1053"/>
                  </a:cubicBezTo>
                  <a:cubicBezTo>
                    <a:pt x="4787" y="1053"/>
                    <a:pt x="4913" y="828"/>
                    <a:pt x="4913" y="527"/>
                  </a:cubicBezTo>
                  <a:cubicBezTo>
                    <a:pt x="4787" y="427"/>
                    <a:pt x="4687" y="101"/>
                    <a:pt x="4587" y="101"/>
                  </a:cubicBezTo>
                  <a:cubicBezTo>
                    <a:pt x="4487" y="1"/>
                    <a:pt x="4386" y="1"/>
                    <a:pt x="42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7"/>
            <p:cNvSpPr/>
            <p:nvPr/>
          </p:nvSpPr>
          <p:spPr>
            <a:xfrm>
              <a:off x="6095625" y="892950"/>
              <a:ext cx="210675" cy="202100"/>
            </a:xfrm>
            <a:custGeom>
              <a:rect b="b" l="l" r="r" t="t"/>
              <a:pathLst>
                <a:path extrusionOk="0" h="8084" w="8427">
                  <a:moveTo>
                    <a:pt x="274" y="0"/>
                  </a:moveTo>
                  <a:cubicBezTo>
                    <a:pt x="105" y="0"/>
                    <a:pt x="0" y="142"/>
                    <a:pt x="93" y="523"/>
                  </a:cubicBezTo>
                  <a:cubicBezTo>
                    <a:pt x="293" y="1475"/>
                    <a:pt x="419" y="2303"/>
                    <a:pt x="719" y="3130"/>
                  </a:cubicBezTo>
                  <a:cubicBezTo>
                    <a:pt x="1045" y="3982"/>
                    <a:pt x="1446" y="4809"/>
                    <a:pt x="1672" y="5736"/>
                  </a:cubicBezTo>
                  <a:cubicBezTo>
                    <a:pt x="1772" y="6162"/>
                    <a:pt x="1973" y="6488"/>
                    <a:pt x="2298" y="6889"/>
                  </a:cubicBezTo>
                  <a:cubicBezTo>
                    <a:pt x="2399" y="6989"/>
                    <a:pt x="2499" y="7215"/>
                    <a:pt x="2699" y="7315"/>
                  </a:cubicBezTo>
                  <a:cubicBezTo>
                    <a:pt x="2925" y="7516"/>
                    <a:pt x="3025" y="7741"/>
                    <a:pt x="3326" y="7942"/>
                  </a:cubicBezTo>
                  <a:cubicBezTo>
                    <a:pt x="3556" y="8013"/>
                    <a:pt x="3824" y="8083"/>
                    <a:pt x="4077" y="8083"/>
                  </a:cubicBezTo>
                  <a:cubicBezTo>
                    <a:pt x="4181" y="8083"/>
                    <a:pt x="4283" y="8071"/>
                    <a:pt x="4379" y="8042"/>
                  </a:cubicBezTo>
                  <a:cubicBezTo>
                    <a:pt x="4679" y="7942"/>
                    <a:pt x="4905" y="7841"/>
                    <a:pt x="5005" y="7741"/>
                  </a:cubicBezTo>
                  <a:cubicBezTo>
                    <a:pt x="5431" y="7616"/>
                    <a:pt x="5732" y="7415"/>
                    <a:pt x="6058" y="7215"/>
                  </a:cubicBezTo>
                  <a:cubicBezTo>
                    <a:pt x="6785" y="6588"/>
                    <a:pt x="7511" y="6162"/>
                    <a:pt x="8339" y="5110"/>
                  </a:cubicBezTo>
                  <a:lnTo>
                    <a:pt x="8339" y="5110"/>
                  </a:lnTo>
                  <a:cubicBezTo>
                    <a:pt x="8326" y="5125"/>
                    <a:pt x="8318" y="5132"/>
                    <a:pt x="8314" y="5132"/>
                  </a:cubicBezTo>
                  <a:cubicBezTo>
                    <a:pt x="8283" y="5132"/>
                    <a:pt x="8427" y="4769"/>
                    <a:pt x="8339" y="4483"/>
                  </a:cubicBezTo>
                  <a:cubicBezTo>
                    <a:pt x="8178" y="4483"/>
                    <a:pt x="7938" y="4355"/>
                    <a:pt x="7796" y="4355"/>
                  </a:cubicBezTo>
                  <a:cubicBezTo>
                    <a:pt x="7761" y="4355"/>
                    <a:pt x="7732" y="4363"/>
                    <a:pt x="7712" y="4383"/>
                  </a:cubicBezTo>
                  <a:cubicBezTo>
                    <a:pt x="7411" y="4483"/>
                    <a:pt x="7186" y="4608"/>
                    <a:pt x="6985" y="4809"/>
                  </a:cubicBezTo>
                  <a:cubicBezTo>
                    <a:pt x="6684" y="5110"/>
                    <a:pt x="6258" y="5536"/>
                    <a:pt x="5732" y="5861"/>
                  </a:cubicBezTo>
                  <a:cubicBezTo>
                    <a:pt x="5206" y="6262"/>
                    <a:pt x="4679" y="6588"/>
                    <a:pt x="4379" y="6689"/>
                  </a:cubicBezTo>
                  <a:cubicBezTo>
                    <a:pt x="3953" y="6889"/>
                    <a:pt x="3953" y="6889"/>
                    <a:pt x="3852" y="6889"/>
                  </a:cubicBezTo>
                  <a:cubicBezTo>
                    <a:pt x="3852" y="6889"/>
                    <a:pt x="3652" y="6689"/>
                    <a:pt x="3552" y="6588"/>
                  </a:cubicBezTo>
                  <a:cubicBezTo>
                    <a:pt x="3226" y="6162"/>
                    <a:pt x="2925" y="5736"/>
                    <a:pt x="2699" y="5110"/>
                  </a:cubicBezTo>
                  <a:cubicBezTo>
                    <a:pt x="2399" y="4483"/>
                    <a:pt x="2173" y="3556"/>
                    <a:pt x="1973" y="2729"/>
                  </a:cubicBezTo>
                  <a:cubicBezTo>
                    <a:pt x="1772" y="1876"/>
                    <a:pt x="1446" y="1049"/>
                    <a:pt x="920" y="423"/>
                  </a:cubicBezTo>
                  <a:cubicBezTo>
                    <a:pt x="758" y="193"/>
                    <a:pt x="472" y="0"/>
                    <a:pt x="2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7"/>
            <p:cNvSpPr/>
            <p:nvPr/>
          </p:nvSpPr>
          <p:spPr>
            <a:xfrm>
              <a:off x="6111275" y="882825"/>
              <a:ext cx="122650" cy="70475"/>
            </a:xfrm>
            <a:custGeom>
              <a:rect b="b" l="l" r="r" t="t"/>
              <a:pathLst>
                <a:path extrusionOk="0" h="2819" w="4906">
                  <a:moveTo>
                    <a:pt x="4179" y="1"/>
                  </a:moveTo>
                  <a:cubicBezTo>
                    <a:pt x="3953" y="201"/>
                    <a:pt x="3327" y="402"/>
                    <a:pt x="3026" y="502"/>
                  </a:cubicBezTo>
                  <a:cubicBezTo>
                    <a:pt x="2499" y="728"/>
                    <a:pt x="2299" y="928"/>
                    <a:pt x="1773" y="1028"/>
                  </a:cubicBezTo>
                  <a:cubicBezTo>
                    <a:pt x="1246" y="1254"/>
                    <a:pt x="294" y="1129"/>
                    <a:pt x="93" y="2081"/>
                  </a:cubicBezTo>
                  <a:cubicBezTo>
                    <a:pt x="1" y="2267"/>
                    <a:pt x="80" y="2819"/>
                    <a:pt x="351" y="2819"/>
                  </a:cubicBezTo>
                  <a:cubicBezTo>
                    <a:pt x="373" y="2819"/>
                    <a:pt x="395" y="2815"/>
                    <a:pt x="419" y="2808"/>
                  </a:cubicBezTo>
                  <a:cubicBezTo>
                    <a:pt x="820" y="2708"/>
                    <a:pt x="1146" y="2708"/>
                    <a:pt x="1447" y="2507"/>
                  </a:cubicBezTo>
                  <a:cubicBezTo>
                    <a:pt x="1672" y="2382"/>
                    <a:pt x="1873" y="2081"/>
                    <a:pt x="2299" y="2081"/>
                  </a:cubicBezTo>
                  <a:cubicBezTo>
                    <a:pt x="2341" y="2095"/>
                    <a:pt x="2381" y="2101"/>
                    <a:pt x="2419" y="2101"/>
                  </a:cubicBezTo>
                  <a:cubicBezTo>
                    <a:pt x="2658" y="2101"/>
                    <a:pt x="2845" y="1863"/>
                    <a:pt x="3126" y="1755"/>
                  </a:cubicBezTo>
                  <a:cubicBezTo>
                    <a:pt x="3327" y="1655"/>
                    <a:pt x="3652" y="1655"/>
                    <a:pt x="3953" y="1555"/>
                  </a:cubicBezTo>
                  <a:cubicBezTo>
                    <a:pt x="4179" y="1454"/>
                    <a:pt x="4479" y="1354"/>
                    <a:pt x="4905" y="1028"/>
                  </a:cubicBezTo>
                  <a:cubicBezTo>
                    <a:pt x="4805" y="1028"/>
                    <a:pt x="4905" y="828"/>
                    <a:pt x="4905" y="502"/>
                  </a:cubicBezTo>
                  <a:cubicBezTo>
                    <a:pt x="4805" y="402"/>
                    <a:pt x="4680" y="101"/>
                    <a:pt x="4580" y="101"/>
                  </a:cubicBezTo>
                  <a:cubicBezTo>
                    <a:pt x="4479" y="1"/>
                    <a:pt x="4279" y="1"/>
                    <a:pt x="4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7"/>
            <p:cNvSpPr/>
            <p:nvPr/>
          </p:nvSpPr>
          <p:spPr>
            <a:xfrm>
              <a:off x="6312225" y="775697"/>
              <a:ext cx="62675" cy="165550"/>
            </a:xfrm>
            <a:custGeom>
              <a:rect b="b" l="l" r="r" t="t"/>
              <a:pathLst>
                <a:path extrusionOk="0" h="6622" w="2507">
                  <a:moveTo>
                    <a:pt x="442" y="0"/>
                  </a:moveTo>
                  <a:cubicBezTo>
                    <a:pt x="221" y="0"/>
                    <a:pt x="0" y="103"/>
                    <a:pt x="0" y="356"/>
                  </a:cubicBezTo>
                  <a:cubicBezTo>
                    <a:pt x="0" y="757"/>
                    <a:pt x="0" y="1283"/>
                    <a:pt x="201" y="1709"/>
                  </a:cubicBezTo>
                  <a:cubicBezTo>
                    <a:pt x="301" y="2010"/>
                    <a:pt x="627" y="2436"/>
                    <a:pt x="527" y="2862"/>
                  </a:cubicBezTo>
                  <a:cubicBezTo>
                    <a:pt x="401" y="3388"/>
                    <a:pt x="727" y="3689"/>
                    <a:pt x="827" y="4015"/>
                  </a:cubicBezTo>
                  <a:cubicBezTo>
                    <a:pt x="827" y="4416"/>
                    <a:pt x="827" y="4842"/>
                    <a:pt x="928" y="5143"/>
                  </a:cubicBezTo>
                  <a:cubicBezTo>
                    <a:pt x="1028" y="5569"/>
                    <a:pt x="1153" y="5995"/>
                    <a:pt x="1454" y="6521"/>
                  </a:cubicBezTo>
                  <a:cubicBezTo>
                    <a:pt x="1354" y="6521"/>
                    <a:pt x="1654" y="6621"/>
                    <a:pt x="1980" y="6621"/>
                  </a:cubicBezTo>
                  <a:cubicBezTo>
                    <a:pt x="2081" y="6521"/>
                    <a:pt x="2406" y="6396"/>
                    <a:pt x="2406" y="6295"/>
                  </a:cubicBezTo>
                  <a:cubicBezTo>
                    <a:pt x="2507" y="6195"/>
                    <a:pt x="2507" y="5995"/>
                    <a:pt x="2507" y="5894"/>
                  </a:cubicBezTo>
                  <a:cubicBezTo>
                    <a:pt x="2281" y="5468"/>
                    <a:pt x="2081" y="4641"/>
                    <a:pt x="1980" y="4215"/>
                  </a:cubicBezTo>
                  <a:cubicBezTo>
                    <a:pt x="1880" y="3589"/>
                    <a:pt x="1780" y="3263"/>
                    <a:pt x="1554" y="2536"/>
                  </a:cubicBezTo>
                  <a:cubicBezTo>
                    <a:pt x="1454" y="1809"/>
                    <a:pt x="1654" y="656"/>
                    <a:pt x="827" y="130"/>
                  </a:cubicBezTo>
                  <a:cubicBezTo>
                    <a:pt x="746" y="48"/>
                    <a:pt x="594" y="0"/>
                    <a:pt x="4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7"/>
            <p:cNvSpPr/>
            <p:nvPr/>
          </p:nvSpPr>
          <p:spPr>
            <a:xfrm>
              <a:off x="6351075" y="973172"/>
              <a:ext cx="57675" cy="56425"/>
            </a:xfrm>
            <a:custGeom>
              <a:rect b="b" l="l" r="r" t="t"/>
              <a:pathLst>
                <a:path extrusionOk="0" h="2257" w="2307">
                  <a:moveTo>
                    <a:pt x="1244" y="0"/>
                  </a:moveTo>
                  <a:cubicBezTo>
                    <a:pt x="1131" y="0"/>
                    <a:pt x="1008" y="24"/>
                    <a:pt x="862" y="72"/>
                  </a:cubicBezTo>
                  <a:lnTo>
                    <a:pt x="862" y="72"/>
                  </a:lnTo>
                  <a:cubicBezTo>
                    <a:pt x="872" y="58"/>
                    <a:pt x="879" y="50"/>
                    <a:pt x="878" y="50"/>
                  </a:cubicBezTo>
                  <a:lnTo>
                    <a:pt x="878" y="50"/>
                  </a:lnTo>
                  <a:cubicBezTo>
                    <a:pt x="878" y="50"/>
                    <a:pt x="870" y="58"/>
                    <a:pt x="852" y="76"/>
                  </a:cubicBezTo>
                  <a:cubicBezTo>
                    <a:pt x="856" y="75"/>
                    <a:pt x="859" y="73"/>
                    <a:pt x="862" y="72"/>
                  </a:cubicBezTo>
                  <a:lnTo>
                    <a:pt x="862" y="72"/>
                  </a:lnTo>
                  <a:cubicBezTo>
                    <a:pt x="823" y="129"/>
                    <a:pt x="727" y="289"/>
                    <a:pt x="727" y="502"/>
                  </a:cubicBezTo>
                  <a:cubicBezTo>
                    <a:pt x="793" y="607"/>
                    <a:pt x="852" y="713"/>
                    <a:pt x="893" y="804"/>
                  </a:cubicBezTo>
                  <a:lnTo>
                    <a:pt x="893" y="804"/>
                  </a:lnTo>
                  <a:cubicBezTo>
                    <a:pt x="763" y="737"/>
                    <a:pt x="629" y="682"/>
                    <a:pt x="522" y="682"/>
                  </a:cubicBezTo>
                  <a:cubicBezTo>
                    <a:pt x="487" y="682"/>
                    <a:pt x="454" y="688"/>
                    <a:pt x="426" y="702"/>
                  </a:cubicBezTo>
                  <a:cubicBezTo>
                    <a:pt x="226" y="903"/>
                    <a:pt x="0" y="1003"/>
                    <a:pt x="0" y="1229"/>
                  </a:cubicBezTo>
                  <a:lnTo>
                    <a:pt x="0" y="1329"/>
                  </a:lnTo>
                  <a:lnTo>
                    <a:pt x="100" y="1955"/>
                  </a:lnTo>
                  <a:lnTo>
                    <a:pt x="226" y="2056"/>
                  </a:lnTo>
                  <a:cubicBezTo>
                    <a:pt x="627" y="2156"/>
                    <a:pt x="852" y="2156"/>
                    <a:pt x="1153" y="2256"/>
                  </a:cubicBezTo>
                  <a:cubicBezTo>
                    <a:pt x="1354" y="2256"/>
                    <a:pt x="1579" y="2256"/>
                    <a:pt x="1679" y="2056"/>
                  </a:cubicBezTo>
                  <a:cubicBezTo>
                    <a:pt x="1780" y="1955"/>
                    <a:pt x="1880" y="1755"/>
                    <a:pt x="1980" y="1630"/>
                  </a:cubicBezTo>
                  <a:cubicBezTo>
                    <a:pt x="2206" y="1329"/>
                    <a:pt x="2306" y="802"/>
                    <a:pt x="2106" y="502"/>
                  </a:cubicBezTo>
                  <a:cubicBezTo>
                    <a:pt x="1880" y="276"/>
                    <a:pt x="1780" y="176"/>
                    <a:pt x="1579" y="76"/>
                  </a:cubicBezTo>
                  <a:cubicBezTo>
                    <a:pt x="1466" y="26"/>
                    <a:pt x="1360" y="0"/>
                    <a:pt x="12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7"/>
            <p:cNvSpPr/>
            <p:nvPr/>
          </p:nvSpPr>
          <p:spPr>
            <a:xfrm>
              <a:off x="6424375" y="747525"/>
              <a:ext cx="47025" cy="179200"/>
            </a:xfrm>
            <a:custGeom>
              <a:rect b="b" l="l" r="r" t="t"/>
              <a:pathLst>
                <a:path extrusionOk="0" h="7168" w="1881">
                  <a:moveTo>
                    <a:pt x="520" y="1"/>
                  </a:moveTo>
                  <a:cubicBezTo>
                    <a:pt x="368" y="1"/>
                    <a:pt x="242" y="72"/>
                    <a:pt x="201" y="275"/>
                  </a:cubicBezTo>
                  <a:cubicBezTo>
                    <a:pt x="101" y="701"/>
                    <a:pt x="1" y="1227"/>
                    <a:pt x="101" y="1653"/>
                  </a:cubicBezTo>
                  <a:cubicBezTo>
                    <a:pt x="101" y="2155"/>
                    <a:pt x="301" y="2581"/>
                    <a:pt x="201" y="3107"/>
                  </a:cubicBezTo>
                  <a:cubicBezTo>
                    <a:pt x="1" y="3533"/>
                    <a:pt x="301" y="3934"/>
                    <a:pt x="301" y="4360"/>
                  </a:cubicBezTo>
                  <a:cubicBezTo>
                    <a:pt x="301" y="4786"/>
                    <a:pt x="201" y="5187"/>
                    <a:pt x="301" y="5513"/>
                  </a:cubicBezTo>
                  <a:cubicBezTo>
                    <a:pt x="427" y="6039"/>
                    <a:pt x="427" y="6440"/>
                    <a:pt x="727" y="7067"/>
                  </a:cubicBezTo>
                  <a:cubicBezTo>
                    <a:pt x="727" y="7047"/>
                    <a:pt x="735" y="7039"/>
                    <a:pt x="751" y="7039"/>
                  </a:cubicBezTo>
                  <a:cubicBezTo>
                    <a:pt x="813" y="7039"/>
                    <a:pt x="993" y="7167"/>
                    <a:pt x="1254" y="7167"/>
                  </a:cubicBezTo>
                  <a:cubicBezTo>
                    <a:pt x="1354" y="7067"/>
                    <a:pt x="1680" y="6967"/>
                    <a:pt x="1680" y="6967"/>
                  </a:cubicBezTo>
                  <a:cubicBezTo>
                    <a:pt x="1780" y="6766"/>
                    <a:pt x="1880" y="6541"/>
                    <a:pt x="1780" y="6440"/>
                  </a:cubicBezTo>
                  <a:cubicBezTo>
                    <a:pt x="1680" y="6039"/>
                    <a:pt x="1554" y="5187"/>
                    <a:pt x="1454" y="4786"/>
                  </a:cubicBezTo>
                  <a:cubicBezTo>
                    <a:pt x="1454" y="4034"/>
                    <a:pt x="1354" y="3734"/>
                    <a:pt x="1354" y="2906"/>
                  </a:cubicBezTo>
                  <a:cubicBezTo>
                    <a:pt x="1354" y="2155"/>
                    <a:pt x="1780" y="1027"/>
                    <a:pt x="1153" y="275"/>
                  </a:cubicBezTo>
                  <a:cubicBezTo>
                    <a:pt x="1019" y="155"/>
                    <a:pt x="743" y="1"/>
                    <a:pt x="5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7"/>
            <p:cNvSpPr/>
            <p:nvPr/>
          </p:nvSpPr>
          <p:spPr>
            <a:xfrm>
              <a:off x="6442875" y="943722"/>
              <a:ext cx="54825" cy="52025"/>
            </a:xfrm>
            <a:custGeom>
              <a:rect b="b" l="l" r="r" t="t"/>
              <a:pathLst>
                <a:path extrusionOk="0" h="2081" w="2193">
                  <a:moveTo>
                    <a:pt x="1117" y="1013"/>
                  </a:moveTo>
                  <a:cubicBezTo>
                    <a:pt x="1126" y="1025"/>
                    <a:pt x="1135" y="1037"/>
                    <a:pt x="1144" y="1048"/>
                  </a:cubicBezTo>
                  <a:lnTo>
                    <a:pt x="1144" y="1048"/>
                  </a:lnTo>
                  <a:lnTo>
                    <a:pt x="1147" y="1045"/>
                  </a:lnTo>
                  <a:lnTo>
                    <a:pt x="1147" y="1045"/>
                  </a:lnTo>
                  <a:lnTo>
                    <a:pt x="1117" y="1013"/>
                  </a:lnTo>
                  <a:close/>
                  <a:moveTo>
                    <a:pt x="1140" y="928"/>
                  </a:moveTo>
                  <a:lnTo>
                    <a:pt x="1190" y="990"/>
                  </a:lnTo>
                  <a:lnTo>
                    <a:pt x="1190" y="990"/>
                  </a:lnTo>
                  <a:lnTo>
                    <a:pt x="1147" y="1045"/>
                  </a:lnTo>
                  <a:lnTo>
                    <a:pt x="1147" y="1045"/>
                  </a:lnTo>
                  <a:lnTo>
                    <a:pt x="1263" y="1167"/>
                  </a:lnTo>
                  <a:lnTo>
                    <a:pt x="1263" y="1167"/>
                  </a:lnTo>
                  <a:cubicBezTo>
                    <a:pt x="1256" y="1163"/>
                    <a:pt x="1248" y="1158"/>
                    <a:pt x="1241" y="1153"/>
                  </a:cubicBezTo>
                  <a:cubicBezTo>
                    <a:pt x="1209" y="1121"/>
                    <a:pt x="1176" y="1087"/>
                    <a:pt x="1144" y="1048"/>
                  </a:cubicBezTo>
                  <a:lnTo>
                    <a:pt x="1144" y="1048"/>
                  </a:lnTo>
                  <a:lnTo>
                    <a:pt x="1140" y="1053"/>
                  </a:lnTo>
                  <a:lnTo>
                    <a:pt x="1065" y="959"/>
                  </a:lnTo>
                  <a:lnTo>
                    <a:pt x="1117" y="1013"/>
                  </a:lnTo>
                  <a:lnTo>
                    <a:pt x="1117" y="1013"/>
                  </a:lnTo>
                  <a:cubicBezTo>
                    <a:pt x="1100" y="992"/>
                    <a:pt x="1084" y="970"/>
                    <a:pt x="1068" y="946"/>
                  </a:cubicBezTo>
                  <a:lnTo>
                    <a:pt x="1068" y="946"/>
                  </a:lnTo>
                  <a:cubicBezTo>
                    <a:pt x="1092" y="935"/>
                    <a:pt x="1116" y="928"/>
                    <a:pt x="1140" y="928"/>
                  </a:cubicBezTo>
                  <a:close/>
                  <a:moveTo>
                    <a:pt x="1341" y="1"/>
                  </a:moveTo>
                  <a:cubicBezTo>
                    <a:pt x="1140" y="1"/>
                    <a:pt x="1040" y="1"/>
                    <a:pt x="940" y="101"/>
                  </a:cubicBezTo>
                  <a:cubicBezTo>
                    <a:pt x="714" y="101"/>
                    <a:pt x="614" y="201"/>
                    <a:pt x="514" y="301"/>
                  </a:cubicBezTo>
                  <a:cubicBezTo>
                    <a:pt x="514" y="395"/>
                    <a:pt x="457" y="531"/>
                    <a:pt x="429" y="678"/>
                  </a:cubicBezTo>
                  <a:lnTo>
                    <a:pt x="429" y="678"/>
                  </a:lnTo>
                  <a:cubicBezTo>
                    <a:pt x="235" y="813"/>
                    <a:pt x="1" y="1093"/>
                    <a:pt x="88" y="1354"/>
                  </a:cubicBezTo>
                  <a:lnTo>
                    <a:pt x="88" y="1554"/>
                  </a:lnTo>
                  <a:lnTo>
                    <a:pt x="313" y="2081"/>
                  </a:lnTo>
                  <a:lnTo>
                    <a:pt x="614" y="2081"/>
                  </a:lnTo>
                  <a:cubicBezTo>
                    <a:pt x="748" y="2081"/>
                    <a:pt x="892" y="2036"/>
                    <a:pt x="1063" y="2036"/>
                  </a:cubicBezTo>
                  <a:cubicBezTo>
                    <a:pt x="1149" y="2036"/>
                    <a:pt x="1241" y="2047"/>
                    <a:pt x="1341" y="2081"/>
                  </a:cubicBezTo>
                  <a:cubicBezTo>
                    <a:pt x="1441" y="2081"/>
                    <a:pt x="1667" y="1980"/>
                    <a:pt x="1767" y="1880"/>
                  </a:cubicBezTo>
                  <a:cubicBezTo>
                    <a:pt x="1967" y="1780"/>
                    <a:pt x="1967" y="1554"/>
                    <a:pt x="2068" y="1354"/>
                  </a:cubicBezTo>
                  <a:cubicBezTo>
                    <a:pt x="2193" y="1153"/>
                    <a:pt x="2193" y="1053"/>
                    <a:pt x="2193" y="828"/>
                  </a:cubicBezTo>
                  <a:cubicBezTo>
                    <a:pt x="2193" y="527"/>
                    <a:pt x="2068" y="301"/>
                    <a:pt x="1867" y="101"/>
                  </a:cubicBezTo>
                  <a:cubicBezTo>
                    <a:pt x="1667" y="1"/>
                    <a:pt x="1441" y="1"/>
                    <a:pt x="13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7"/>
            <p:cNvSpPr/>
            <p:nvPr/>
          </p:nvSpPr>
          <p:spPr>
            <a:xfrm>
              <a:off x="5476375" y="984950"/>
              <a:ext cx="1386625" cy="1286375"/>
            </a:xfrm>
            <a:custGeom>
              <a:rect b="b" l="l" r="r" t="t"/>
              <a:pathLst>
                <a:path extrusionOk="0" h="51455" w="55465">
                  <a:moveTo>
                    <a:pt x="52272" y="1"/>
                  </a:moveTo>
                  <a:cubicBezTo>
                    <a:pt x="52037" y="1"/>
                    <a:pt x="51805" y="26"/>
                    <a:pt x="51605" y="76"/>
                  </a:cubicBezTo>
                  <a:cubicBezTo>
                    <a:pt x="48773" y="302"/>
                    <a:pt x="45966" y="1229"/>
                    <a:pt x="43359" y="2056"/>
                  </a:cubicBezTo>
                  <a:cubicBezTo>
                    <a:pt x="39073" y="3309"/>
                    <a:pt x="34988" y="5189"/>
                    <a:pt x="31028" y="7194"/>
                  </a:cubicBezTo>
                  <a:cubicBezTo>
                    <a:pt x="27469" y="8948"/>
                    <a:pt x="23936" y="10953"/>
                    <a:pt x="20677" y="13234"/>
                  </a:cubicBezTo>
                  <a:cubicBezTo>
                    <a:pt x="18497" y="14813"/>
                    <a:pt x="16417" y="16593"/>
                    <a:pt x="14412" y="18472"/>
                  </a:cubicBezTo>
                  <a:cubicBezTo>
                    <a:pt x="12958" y="19926"/>
                    <a:pt x="11404" y="21380"/>
                    <a:pt x="10026" y="22958"/>
                  </a:cubicBezTo>
                  <a:cubicBezTo>
                    <a:pt x="8572" y="24512"/>
                    <a:pt x="7118" y="26091"/>
                    <a:pt x="5865" y="27745"/>
                  </a:cubicBezTo>
                  <a:cubicBezTo>
                    <a:pt x="5138" y="28898"/>
                    <a:pt x="4387" y="30051"/>
                    <a:pt x="3760" y="31304"/>
                  </a:cubicBezTo>
                  <a:cubicBezTo>
                    <a:pt x="3133" y="32457"/>
                    <a:pt x="2507" y="33710"/>
                    <a:pt x="1880" y="34863"/>
                  </a:cubicBezTo>
                  <a:cubicBezTo>
                    <a:pt x="1479" y="35891"/>
                    <a:pt x="953" y="36944"/>
                    <a:pt x="527" y="37896"/>
                  </a:cubicBezTo>
                  <a:cubicBezTo>
                    <a:pt x="427" y="38197"/>
                    <a:pt x="326" y="38397"/>
                    <a:pt x="226" y="38723"/>
                  </a:cubicBezTo>
                  <a:cubicBezTo>
                    <a:pt x="126" y="38923"/>
                    <a:pt x="1" y="39350"/>
                    <a:pt x="126" y="39650"/>
                  </a:cubicBezTo>
                  <a:cubicBezTo>
                    <a:pt x="226" y="40277"/>
                    <a:pt x="527" y="40803"/>
                    <a:pt x="752" y="41330"/>
                  </a:cubicBezTo>
                  <a:cubicBezTo>
                    <a:pt x="953" y="41530"/>
                    <a:pt x="1053" y="41756"/>
                    <a:pt x="1254" y="42056"/>
                  </a:cubicBezTo>
                  <a:cubicBezTo>
                    <a:pt x="1560" y="42551"/>
                    <a:pt x="2308" y="43421"/>
                    <a:pt x="2585" y="43421"/>
                  </a:cubicBezTo>
                  <a:cubicBezTo>
                    <a:pt x="2603" y="43421"/>
                    <a:pt x="2618" y="43417"/>
                    <a:pt x="2632" y="43410"/>
                  </a:cubicBezTo>
                  <a:cubicBezTo>
                    <a:pt x="2732" y="43410"/>
                    <a:pt x="2507" y="43209"/>
                    <a:pt x="2407" y="42908"/>
                  </a:cubicBezTo>
                  <a:cubicBezTo>
                    <a:pt x="2106" y="42382"/>
                    <a:pt x="1780" y="41856"/>
                    <a:pt x="1479" y="41330"/>
                  </a:cubicBezTo>
                  <a:cubicBezTo>
                    <a:pt x="1153" y="40703"/>
                    <a:pt x="853" y="40177"/>
                    <a:pt x="752" y="39550"/>
                  </a:cubicBezTo>
                  <a:cubicBezTo>
                    <a:pt x="752" y="39249"/>
                    <a:pt x="752" y="39024"/>
                    <a:pt x="953" y="38723"/>
                  </a:cubicBezTo>
                  <a:cubicBezTo>
                    <a:pt x="1053" y="38397"/>
                    <a:pt x="1153" y="38096"/>
                    <a:pt x="1379" y="37771"/>
                  </a:cubicBezTo>
                  <a:cubicBezTo>
                    <a:pt x="1680" y="37144"/>
                    <a:pt x="1880" y="36517"/>
                    <a:pt x="2206" y="36016"/>
                  </a:cubicBezTo>
                  <a:cubicBezTo>
                    <a:pt x="2933" y="34538"/>
                    <a:pt x="3660" y="33184"/>
                    <a:pt x="4387" y="31730"/>
                  </a:cubicBezTo>
                  <a:cubicBezTo>
                    <a:pt x="5013" y="30252"/>
                    <a:pt x="5966" y="28999"/>
                    <a:pt x="6893" y="27745"/>
                  </a:cubicBezTo>
                  <a:cubicBezTo>
                    <a:pt x="8146" y="25991"/>
                    <a:pt x="9625" y="24412"/>
                    <a:pt x="11179" y="22733"/>
                  </a:cubicBezTo>
                  <a:cubicBezTo>
                    <a:pt x="12657" y="21179"/>
                    <a:pt x="14211" y="19600"/>
                    <a:pt x="15890" y="18146"/>
                  </a:cubicBezTo>
                  <a:cubicBezTo>
                    <a:pt x="19424" y="14913"/>
                    <a:pt x="23309" y="12207"/>
                    <a:pt x="27570" y="9901"/>
                  </a:cubicBezTo>
                  <a:cubicBezTo>
                    <a:pt x="30928" y="8121"/>
                    <a:pt x="34362" y="6442"/>
                    <a:pt x="37921" y="4888"/>
                  </a:cubicBezTo>
                  <a:cubicBezTo>
                    <a:pt x="39600" y="4161"/>
                    <a:pt x="41480" y="3535"/>
                    <a:pt x="43234" y="2908"/>
                  </a:cubicBezTo>
                  <a:cubicBezTo>
                    <a:pt x="45013" y="2382"/>
                    <a:pt x="46893" y="1755"/>
                    <a:pt x="48773" y="1329"/>
                  </a:cubicBezTo>
                  <a:cubicBezTo>
                    <a:pt x="49399" y="1129"/>
                    <a:pt x="50026" y="1029"/>
                    <a:pt x="50753" y="1029"/>
                  </a:cubicBezTo>
                  <a:cubicBezTo>
                    <a:pt x="51192" y="958"/>
                    <a:pt x="51631" y="876"/>
                    <a:pt x="52070" y="876"/>
                  </a:cubicBezTo>
                  <a:cubicBezTo>
                    <a:pt x="52257" y="876"/>
                    <a:pt x="52445" y="891"/>
                    <a:pt x="52632" y="928"/>
                  </a:cubicBezTo>
                  <a:cubicBezTo>
                    <a:pt x="53259" y="928"/>
                    <a:pt x="53785" y="1129"/>
                    <a:pt x="54211" y="1555"/>
                  </a:cubicBezTo>
                  <a:cubicBezTo>
                    <a:pt x="54512" y="1856"/>
                    <a:pt x="54637" y="2482"/>
                    <a:pt x="54637" y="3109"/>
                  </a:cubicBezTo>
                  <a:cubicBezTo>
                    <a:pt x="54637" y="3836"/>
                    <a:pt x="54412" y="4688"/>
                    <a:pt x="54312" y="5415"/>
                  </a:cubicBezTo>
                  <a:cubicBezTo>
                    <a:pt x="54211" y="6141"/>
                    <a:pt x="54011" y="6868"/>
                    <a:pt x="53785" y="7695"/>
                  </a:cubicBezTo>
                  <a:cubicBezTo>
                    <a:pt x="53059" y="10728"/>
                    <a:pt x="51805" y="13660"/>
                    <a:pt x="50352" y="16467"/>
                  </a:cubicBezTo>
                  <a:cubicBezTo>
                    <a:pt x="49399" y="18347"/>
                    <a:pt x="48246" y="20227"/>
                    <a:pt x="47119" y="22006"/>
                  </a:cubicBezTo>
                  <a:cubicBezTo>
                    <a:pt x="45114" y="24838"/>
                    <a:pt x="43033" y="27445"/>
                    <a:pt x="40728" y="30051"/>
                  </a:cubicBezTo>
                  <a:cubicBezTo>
                    <a:pt x="38547" y="32457"/>
                    <a:pt x="36141" y="34337"/>
                    <a:pt x="33635" y="36417"/>
                  </a:cubicBezTo>
                  <a:cubicBezTo>
                    <a:pt x="32081" y="37670"/>
                    <a:pt x="30602" y="38823"/>
                    <a:pt x="29048" y="39976"/>
                  </a:cubicBezTo>
                  <a:cubicBezTo>
                    <a:pt x="28322" y="40603"/>
                    <a:pt x="27570" y="41229"/>
                    <a:pt x="26843" y="41756"/>
                  </a:cubicBezTo>
                  <a:cubicBezTo>
                    <a:pt x="26016" y="42282"/>
                    <a:pt x="25289" y="42783"/>
                    <a:pt x="24437" y="43309"/>
                  </a:cubicBezTo>
                  <a:cubicBezTo>
                    <a:pt x="22783" y="44462"/>
                    <a:pt x="20903" y="45515"/>
                    <a:pt x="19123" y="46342"/>
                  </a:cubicBezTo>
                  <a:cubicBezTo>
                    <a:pt x="17244" y="47294"/>
                    <a:pt x="15464" y="48322"/>
                    <a:pt x="13585" y="49274"/>
                  </a:cubicBezTo>
                  <a:lnTo>
                    <a:pt x="11705" y="50202"/>
                  </a:lnTo>
                  <a:cubicBezTo>
                    <a:pt x="11404" y="50302"/>
                    <a:pt x="11078" y="50528"/>
                    <a:pt x="10778" y="50628"/>
                  </a:cubicBezTo>
                  <a:cubicBezTo>
                    <a:pt x="10547" y="50699"/>
                    <a:pt x="10329" y="50770"/>
                    <a:pt x="10142" y="50770"/>
                  </a:cubicBezTo>
                  <a:cubicBezTo>
                    <a:pt x="10064" y="50770"/>
                    <a:pt x="9992" y="50757"/>
                    <a:pt x="9925" y="50728"/>
                  </a:cubicBezTo>
                  <a:cubicBezTo>
                    <a:pt x="9725" y="50628"/>
                    <a:pt x="9399" y="50427"/>
                    <a:pt x="9199" y="50202"/>
                  </a:cubicBezTo>
                  <a:cubicBezTo>
                    <a:pt x="8898" y="50001"/>
                    <a:pt x="8672" y="49801"/>
                    <a:pt x="8472" y="49575"/>
                  </a:cubicBezTo>
                  <a:cubicBezTo>
                    <a:pt x="7945" y="49049"/>
                    <a:pt x="7519" y="48548"/>
                    <a:pt x="7118" y="48021"/>
                  </a:cubicBezTo>
                  <a:cubicBezTo>
                    <a:pt x="6392" y="47169"/>
                    <a:pt x="5239" y="46041"/>
                    <a:pt x="4712" y="45515"/>
                  </a:cubicBezTo>
                  <a:cubicBezTo>
                    <a:pt x="4413" y="45296"/>
                    <a:pt x="4227" y="45202"/>
                    <a:pt x="4131" y="45202"/>
                  </a:cubicBezTo>
                  <a:cubicBezTo>
                    <a:pt x="3720" y="45202"/>
                    <a:pt x="4950" y="46924"/>
                    <a:pt x="5966" y="48021"/>
                  </a:cubicBezTo>
                  <a:cubicBezTo>
                    <a:pt x="6793" y="48949"/>
                    <a:pt x="7745" y="49901"/>
                    <a:pt x="8773" y="50728"/>
                  </a:cubicBezTo>
                  <a:cubicBezTo>
                    <a:pt x="8898" y="50828"/>
                    <a:pt x="8998" y="50929"/>
                    <a:pt x="9199" y="51054"/>
                  </a:cubicBezTo>
                  <a:cubicBezTo>
                    <a:pt x="9299" y="51254"/>
                    <a:pt x="9524" y="51355"/>
                    <a:pt x="9725" y="51455"/>
                  </a:cubicBezTo>
                  <a:lnTo>
                    <a:pt x="10452" y="51455"/>
                  </a:lnTo>
                  <a:cubicBezTo>
                    <a:pt x="10652" y="51455"/>
                    <a:pt x="10878" y="51355"/>
                    <a:pt x="10978" y="51254"/>
                  </a:cubicBezTo>
                  <a:cubicBezTo>
                    <a:pt x="11605" y="51054"/>
                    <a:pt x="12231" y="50828"/>
                    <a:pt x="12858" y="50528"/>
                  </a:cubicBezTo>
                  <a:cubicBezTo>
                    <a:pt x="14011" y="50001"/>
                    <a:pt x="15164" y="49375"/>
                    <a:pt x="16291" y="48748"/>
                  </a:cubicBezTo>
                  <a:cubicBezTo>
                    <a:pt x="16818" y="48422"/>
                    <a:pt x="17444" y="48122"/>
                    <a:pt x="17971" y="47921"/>
                  </a:cubicBezTo>
                  <a:cubicBezTo>
                    <a:pt x="18597" y="47595"/>
                    <a:pt x="19123" y="47294"/>
                    <a:pt x="19750" y="47069"/>
                  </a:cubicBezTo>
                  <a:cubicBezTo>
                    <a:pt x="22056" y="45916"/>
                    <a:pt x="24337" y="44563"/>
                    <a:pt x="26442" y="43109"/>
                  </a:cubicBezTo>
                  <a:cubicBezTo>
                    <a:pt x="27169" y="42583"/>
                    <a:pt x="27895" y="42056"/>
                    <a:pt x="28522" y="41530"/>
                  </a:cubicBezTo>
                  <a:lnTo>
                    <a:pt x="30602" y="39976"/>
                  </a:lnTo>
                  <a:cubicBezTo>
                    <a:pt x="31956" y="38823"/>
                    <a:pt x="33209" y="37771"/>
                    <a:pt x="34587" y="36743"/>
                  </a:cubicBezTo>
                  <a:cubicBezTo>
                    <a:pt x="37194" y="34538"/>
                    <a:pt x="39800" y="32131"/>
                    <a:pt x="42106" y="29625"/>
                  </a:cubicBezTo>
                  <a:cubicBezTo>
                    <a:pt x="42607" y="28999"/>
                    <a:pt x="43033" y="28497"/>
                    <a:pt x="43560" y="27871"/>
                  </a:cubicBezTo>
                  <a:cubicBezTo>
                    <a:pt x="44086" y="27244"/>
                    <a:pt x="44612" y="26618"/>
                    <a:pt x="45013" y="25991"/>
                  </a:cubicBezTo>
                  <a:cubicBezTo>
                    <a:pt x="46367" y="24312"/>
                    <a:pt x="47620" y="22633"/>
                    <a:pt x="48773" y="20853"/>
                  </a:cubicBezTo>
                  <a:cubicBezTo>
                    <a:pt x="49926" y="18974"/>
                    <a:pt x="50978" y="17219"/>
                    <a:pt x="51805" y="15214"/>
                  </a:cubicBezTo>
                  <a:cubicBezTo>
                    <a:pt x="52758" y="13334"/>
                    <a:pt x="53485" y="11354"/>
                    <a:pt x="54111" y="9274"/>
                  </a:cubicBezTo>
                  <a:cubicBezTo>
                    <a:pt x="54512" y="8322"/>
                    <a:pt x="54738" y="7294"/>
                    <a:pt x="54938" y="6242"/>
                  </a:cubicBezTo>
                  <a:cubicBezTo>
                    <a:pt x="55139" y="5189"/>
                    <a:pt x="55465" y="4161"/>
                    <a:pt x="55465" y="3009"/>
                  </a:cubicBezTo>
                  <a:cubicBezTo>
                    <a:pt x="55465" y="2582"/>
                    <a:pt x="55465" y="2056"/>
                    <a:pt x="55264" y="1655"/>
                  </a:cubicBezTo>
                  <a:cubicBezTo>
                    <a:pt x="55038" y="1229"/>
                    <a:pt x="54738" y="803"/>
                    <a:pt x="54312" y="502"/>
                  </a:cubicBezTo>
                  <a:cubicBezTo>
                    <a:pt x="53886" y="176"/>
                    <a:pt x="53384" y="76"/>
                    <a:pt x="52958" y="76"/>
                  </a:cubicBezTo>
                  <a:cubicBezTo>
                    <a:pt x="52745" y="26"/>
                    <a:pt x="52507" y="1"/>
                    <a:pt x="52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7"/>
            <p:cNvSpPr/>
            <p:nvPr/>
          </p:nvSpPr>
          <p:spPr>
            <a:xfrm>
              <a:off x="5296550" y="1780350"/>
              <a:ext cx="769375" cy="584975"/>
            </a:xfrm>
            <a:custGeom>
              <a:rect b="b" l="l" r="r" t="t"/>
              <a:pathLst>
                <a:path extrusionOk="0" h="23399" w="30775">
                  <a:moveTo>
                    <a:pt x="23557" y="834"/>
                  </a:moveTo>
                  <a:cubicBezTo>
                    <a:pt x="23926" y="834"/>
                    <a:pt x="24290" y="867"/>
                    <a:pt x="24637" y="942"/>
                  </a:cubicBezTo>
                  <a:cubicBezTo>
                    <a:pt x="25991" y="1168"/>
                    <a:pt x="27244" y="1468"/>
                    <a:pt x="28296" y="2320"/>
                  </a:cubicBezTo>
                  <a:cubicBezTo>
                    <a:pt x="28629" y="2633"/>
                    <a:pt x="29083" y="2900"/>
                    <a:pt x="29457" y="3050"/>
                  </a:cubicBezTo>
                  <a:lnTo>
                    <a:pt x="29457" y="3050"/>
                  </a:lnTo>
                  <a:cubicBezTo>
                    <a:pt x="29378" y="3056"/>
                    <a:pt x="29282" y="3077"/>
                    <a:pt x="29124" y="3148"/>
                  </a:cubicBezTo>
                  <a:cubicBezTo>
                    <a:pt x="28296" y="3774"/>
                    <a:pt x="27244" y="5027"/>
                    <a:pt x="26417" y="5955"/>
                  </a:cubicBezTo>
                  <a:cubicBezTo>
                    <a:pt x="25364" y="7107"/>
                    <a:pt x="24236" y="8160"/>
                    <a:pt x="23083" y="9213"/>
                  </a:cubicBezTo>
                  <a:cubicBezTo>
                    <a:pt x="22557" y="9839"/>
                    <a:pt x="21931" y="10341"/>
                    <a:pt x="21304" y="10867"/>
                  </a:cubicBezTo>
                  <a:lnTo>
                    <a:pt x="20352" y="11719"/>
                  </a:lnTo>
                  <a:lnTo>
                    <a:pt x="20151" y="11920"/>
                  </a:lnTo>
                  <a:lnTo>
                    <a:pt x="19951" y="12020"/>
                  </a:lnTo>
                  <a:lnTo>
                    <a:pt x="19850" y="12120"/>
                  </a:lnTo>
                  <a:lnTo>
                    <a:pt x="19850" y="12020"/>
                  </a:lnTo>
                  <a:lnTo>
                    <a:pt x="19725" y="12020"/>
                  </a:lnTo>
                  <a:lnTo>
                    <a:pt x="19625" y="11819"/>
                  </a:lnTo>
                  <a:cubicBezTo>
                    <a:pt x="19524" y="11594"/>
                    <a:pt x="19224" y="11393"/>
                    <a:pt x="18998" y="11293"/>
                  </a:cubicBezTo>
                  <a:cubicBezTo>
                    <a:pt x="18472" y="10867"/>
                    <a:pt x="17845" y="10666"/>
                    <a:pt x="17219" y="10566"/>
                  </a:cubicBezTo>
                  <a:cubicBezTo>
                    <a:pt x="16959" y="10525"/>
                    <a:pt x="16682" y="10500"/>
                    <a:pt x="16403" y="10500"/>
                  </a:cubicBezTo>
                  <a:cubicBezTo>
                    <a:pt x="16007" y="10500"/>
                    <a:pt x="15606" y="10549"/>
                    <a:pt x="15239" y="10666"/>
                  </a:cubicBezTo>
                  <a:cubicBezTo>
                    <a:pt x="13986" y="11092"/>
                    <a:pt x="13058" y="11819"/>
                    <a:pt x="12106" y="12546"/>
                  </a:cubicBezTo>
                  <a:cubicBezTo>
                    <a:pt x="10652" y="13799"/>
                    <a:pt x="9299" y="15153"/>
                    <a:pt x="7945" y="16406"/>
                  </a:cubicBezTo>
                  <a:cubicBezTo>
                    <a:pt x="6567" y="17659"/>
                    <a:pt x="5214" y="18912"/>
                    <a:pt x="3660" y="20065"/>
                  </a:cubicBezTo>
                  <a:cubicBezTo>
                    <a:pt x="3391" y="20231"/>
                    <a:pt x="3125" y="20397"/>
                    <a:pt x="2861" y="20562"/>
                  </a:cubicBezTo>
                  <a:lnTo>
                    <a:pt x="2861" y="20562"/>
                  </a:lnTo>
                  <a:cubicBezTo>
                    <a:pt x="3092" y="20203"/>
                    <a:pt x="3359" y="19853"/>
                    <a:pt x="3660" y="19438"/>
                  </a:cubicBezTo>
                  <a:cubicBezTo>
                    <a:pt x="4487" y="18185"/>
                    <a:pt x="5439" y="16932"/>
                    <a:pt x="6367" y="15679"/>
                  </a:cubicBezTo>
                  <a:lnTo>
                    <a:pt x="7319" y="14426"/>
                  </a:lnTo>
                  <a:cubicBezTo>
                    <a:pt x="7620" y="14000"/>
                    <a:pt x="8046" y="13599"/>
                    <a:pt x="8346" y="13173"/>
                  </a:cubicBezTo>
                  <a:cubicBezTo>
                    <a:pt x="9399" y="11920"/>
                    <a:pt x="10552" y="10666"/>
                    <a:pt x="11580" y="9313"/>
                  </a:cubicBezTo>
                  <a:cubicBezTo>
                    <a:pt x="12632" y="8160"/>
                    <a:pt x="13785" y="7208"/>
                    <a:pt x="15038" y="6080"/>
                  </a:cubicBezTo>
                  <a:cubicBezTo>
                    <a:pt x="16392" y="4827"/>
                    <a:pt x="17845" y="3574"/>
                    <a:pt x="19224" y="2421"/>
                  </a:cubicBezTo>
                  <a:cubicBezTo>
                    <a:pt x="20051" y="1794"/>
                    <a:pt x="20878" y="1268"/>
                    <a:pt x="21730" y="1067"/>
                  </a:cubicBezTo>
                  <a:cubicBezTo>
                    <a:pt x="22310" y="926"/>
                    <a:pt x="22940" y="834"/>
                    <a:pt x="23557" y="834"/>
                  </a:cubicBezTo>
                  <a:close/>
                  <a:moveTo>
                    <a:pt x="23278" y="1"/>
                  </a:moveTo>
                  <a:cubicBezTo>
                    <a:pt x="22660" y="1"/>
                    <a:pt x="22032" y="76"/>
                    <a:pt x="21404" y="215"/>
                  </a:cubicBezTo>
                  <a:cubicBezTo>
                    <a:pt x="20051" y="641"/>
                    <a:pt x="18998" y="1468"/>
                    <a:pt x="17971" y="2320"/>
                  </a:cubicBezTo>
                  <a:cubicBezTo>
                    <a:pt x="16717" y="3348"/>
                    <a:pt x="15464" y="4501"/>
                    <a:pt x="14211" y="5754"/>
                  </a:cubicBezTo>
                  <a:cubicBezTo>
                    <a:pt x="12958" y="6907"/>
                    <a:pt x="11805" y="8060"/>
                    <a:pt x="10652" y="9313"/>
                  </a:cubicBezTo>
                  <a:cubicBezTo>
                    <a:pt x="10126" y="9839"/>
                    <a:pt x="9700" y="10466"/>
                    <a:pt x="9199" y="11092"/>
                  </a:cubicBezTo>
                  <a:cubicBezTo>
                    <a:pt x="6367" y="14225"/>
                    <a:pt x="3860" y="17559"/>
                    <a:pt x="1680" y="20992"/>
                  </a:cubicBezTo>
                  <a:lnTo>
                    <a:pt x="1272" y="21547"/>
                  </a:lnTo>
                  <a:lnTo>
                    <a:pt x="1272" y="21547"/>
                  </a:lnTo>
                  <a:cubicBezTo>
                    <a:pt x="1232" y="21571"/>
                    <a:pt x="1193" y="21595"/>
                    <a:pt x="1153" y="21619"/>
                  </a:cubicBezTo>
                  <a:lnTo>
                    <a:pt x="1191" y="21657"/>
                  </a:lnTo>
                  <a:lnTo>
                    <a:pt x="1191" y="21657"/>
                  </a:lnTo>
                  <a:lnTo>
                    <a:pt x="1053" y="21844"/>
                  </a:lnTo>
                  <a:lnTo>
                    <a:pt x="1" y="23398"/>
                  </a:lnTo>
                  <a:lnTo>
                    <a:pt x="1680" y="22371"/>
                  </a:lnTo>
                  <a:lnTo>
                    <a:pt x="2808" y="21519"/>
                  </a:lnTo>
                  <a:cubicBezTo>
                    <a:pt x="3960" y="20692"/>
                    <a:pt x="5214" y="19965"/>
                    <a:pt x="6266" y="19012"/>
                  </a:cubicBezTo>
                  <a:cubicBezTo>
                    <a:pt x="7945" y="17659"/>
                    <a:pt x="9499" y="16105"/>
                    <a:pt x="11078" y="14526"/>
                  </a:cubicBezTo>
                  <a:cubicBezTo>
                    <a:pt x="11805" y="13900"/>
                    <a:pt x="12532" y="13273"/>
                    <a:pt x="13259" y="12646"/>
                  </a:cubicBezTo>
                  <a:cubicBezTo>
                    <a:pt x="13986" y="12120"/>
                    <a:pt x="14838" y="11594"/>
                    <a:pt x="15665" y="11393"/>
                  </a:cubicBezTo>
                  <a:cubicBezTo>
                    <a:pt x="15978" y="11343"/>
                    <a:pt x="16266" y="11318"/>
                    <a:pt x="16555" y="11318"/>
                  </a:cubicBezTo>
                  <a:cubicBezTo>
                    <a:pt x="16843" y="11318"/>
                    <a:pt x="17131" y="11343"/>
                    <a:pt x="17444" y="11393"/>
                  </a:cubicBezTo>
                  <a:cubicBezTo>
                    <a:pt x="17971" y="11493"/>
                    <a:pt x="18597" y="11819"/>
                    <a:pt x="18998" y="12220"/>
                  </a:cubicBezTo>
                  <a:cubicBezTo>
                    <a:pt x="18998" y="12220"/>
                    <a:pt x="18998" y="12346"/>
                    <a:pt x="19098" y="12346"/>
                  </a:cubicBezTo>
                  <a:lnTo>
                    <a:pt x="19098" y="12446"/>
                  </a:lnTo>
                  <a:cubicBezTo>
                    <a:pt x="19224" y="12446"/>
                    <a:pt x="19224" y="12546"/>
                    <a:pt x="19224" y="12646"/>
                  </a:cubicBezTo>
                  <a:cubicBezTo>
                    <a:pt x="19324" y="12847"/>
                    <a:pt x="19424" y="13072"/>
                    <a:pt x="19524" y="13373"/>
                  </a:cubicBezTo>
                  <a:cubicBezTo>
                    <a:pt x="20051" y="12972"/>
                    <a:pt x="20677" y="12446"/>
                    <a:pt x="20878" y="12220"/>
                  </a:cubicBezTo>
                  <a:lnTo>
                    <a:pt x="21931" y="11393"/>
                  </a:lnTo>
                  <a:lnTo>
                    <a:pt x="23810" y="9514"/>
                  </a:lnTo>
                  <a:cubicBezTo>
                    <a:pt x="24738" y="8586"/>
                    <a:pt x="25790" y="7734"/>
                    <a:pt x="26617" y="6706"/>
                  </a:cubicBezTo>
                  <a:cubicBezTo>
                    <a:pt x="27369" y="5854"/>
                    <a:pt x="28096" y="5128"/>
                    <a:pt x="28823" y="4300"/>
                  </a:cubicBezTo>
                  <a:cubicBezTo>
                    <a:pt x="28823" y="4200"/>
                    <a:pt x="28923" y="3975"/>
                    <a:pt x="29023" y="3874"/>
                  </a:cubicBezTo>
                  <a:cubicBezTo>
                    <a:pt x="29234" y="3687"/>
                    <a:pt x="29597" y="3304"/>
                    <a:pt x="29563" y="3090"/>
                  </a:cubicBezTo>
                  <a:lnTo>
                    <a:pt x="29563" y="3090"/>
                  </a:lnTo>
                  <a:cubicBezTo>
                    <a:pt x="29629" y="3114"/>
                    <a:pt x="29692" y="3133"/>
                    <a:pt x="29750" y="3148"/>
                  </a:cubicBezTo>
                  <a:cubicBezTo>
                    <a:pt x="29815" y="3153"/>
                    <a:pt x="29872" y="3156"/>
                    <a:pt x="29923" y="3156"/>
                  </a:cubicBezTo>
                  <a:cubicBezTo>
                    <a:pt x="30775" y="3156"/>
                    <a:pt x="29709" y="2391"/>
                    <a:pt x="29023" y="1894"/>
                  </a:cubicBezTo>
                  <a:cubicBezTo>
                    <a:pt x="27996" y="1168"/>
                    <a:pt x="26743" y="641"/>
                    <a:pt x="25364" y="315"/>
                  </a:cubicBezTo>
                  <a:cubicBezTo>
                    <a:pt x="24693" y="101"/>
                    <a:pt x="23992" y="1"/>
                    <a:pt x="23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7"/>
            <p:cNvSpPr/>
            <p:nvPr/>
          </p:nvSpPr>
          <p:spPr>
            <a:xfrm>
              <a:off x="5171250" y="1495200"/>
              <a:ext cx="579600" cy="692800"/>
            </a:xfrm>
            <a:custGeom>
              <a:rect b="b" l="l" r="r" t="t"/>
              <a:pathLst>
                <a:path extrusionOk="0" h="27712" w="23184">
                  <a:moveTo>
                    <a:pt x="17142" y="1"/>
                  </a:moveTo>
                  <a:cubicBezTo>
                    <a:pt x="16959" y="1"/>
                    <a:pt x="16775" y="13"/>
                    <a:pt x="16592" y="42"/>
                  </a:cubicBezTo>
                  <a:cubicBezTo>
                    <a:pt x="15664" y="243"/>
                    <a:pt x="14937" y="769"/>
                    <a:pt x="14311" y="1195"/>
                  </a:cubicBezTo>
                  <a:cubicBezTo>
                    <a:pt x="13584" y="1696"/>
                    <a:pt x="13058" y="2323"/>
                    <a:pt x="12431" y="2949"/>
                  </a:cubicBezTo>
                  <a:cubicBezTo>
                    <a:pt x="11278" y="4428"/>
                    <a:pt x="10326" y="5982"/>
                    <a:pt x="9298" y="7461"/>
                  </a:cubicBezTo>
                  <a:cubicBezTo>
                    <a:pt x="7719" y="9742"/>
                    <a:pt x="6792" y="12574"/>
                    <a:pt x="5439" y="15080"/>
                  </a:cubicBezTo>
                  <a:cubicBezTo>
                    <a:pt x="4912" y="15907"/>
                    <a:pt x="4386" y="16734"/>
                    <a:pt x="3960" y="17686"/>
                  </a:cubicBezTo>
                  <a:cubicBezTo>
                    <a:pt x="3759" y="18313"/>
                    <a:pt x="3559" y="18839"/>
                    <a:pt x="3333" y="19366"/>
                  </a:cubicBezTo>
                  <a:cubicBezTo>
                    <a:pt x="2807" y="20493"/>
                    <a:pt x="2406" y="21546"/>
                    <a:pt x="1980" y="22599"/>
                  </a:cubicBezTo>
                  <a:cubicBezTo>
                    <a:pt x="1679" y="23426"/>
                    <a:pt x="1253" y="24153"/>
                    <a:pt x="1053" y="24879"/>
                  </a:cubicBezTo>
                  <a:cubicBezTo>
                    <a:pt x="951" y="25063"/>
                    <a:pt x="865" y="25230"/>
                    <a:pt x="837" y="25394"/>
                  </a:cubicBezTo>
                  <a:lnTo>
                    <a:pt x="837" y="25394"/>
                  </a:lnTo>
                  <a:lnTo>
                    <a:pt x="827" y="25406"/>
                  </a:lnTo>
                  <a:lnTo>
                    <a:pt x="835" y="25409"/>
                  </a:lnTo>
                  <a:lnTo>
                    <a:pt x="835" y="25409"/>
                  </a:lnTo>
                  <a:cubicBezTo>
                    <a:pt x="830" y="25441"/>
                    <a:pt x="827" y="25474"/>
                    <a:pt x="827" y="25506"/>
                  </a:cubicBezTo>
                  <a:lnTo>
                    <a:pt x="0" y="27712"/>
                  </a:lnTo>
                  <a:lnTo>
                    <a:pt x="1454" y="25932"/>
                  </a:lnTo>
                  <a:cubicBezTo>
                    <a:pt x="2080" y="25105"/>
                    <a:pt x="2707" y="24153"/>
                    <a:pt x="3333" y="23326"/>
                  </a:cubicBezTo>
                  <a:cubicBezTo>
                    <a:pt x="3960" y="22273"/>
                    <a:pt x="4687" y="21446"/>
                    <a:pt x="5439" y="20393"/>
                  </a:cubicBezTo>
                  <a:cubicBezTo>
                    <a:pt x="6165" y="19140"/>
                    <a:pt x="6892" y="17987"/>
                    <a:pt x="7719" y="16859"/>
                  </a:cubicBezTo>
                  <a:cubicBezTo>
                    <a:pt x="8571" y="15606"/>
                    <a:pt x="9599" y="14554"/>
                    <a:pt x="10852" y="13827"/>
                  </a:cubicBezTo>
                  <a:cubicBezTo>
                    <a:pt x="11379" y="13601"/>
                    <a:pt x="11805" y="13401"/>
                    <a:pt x="12331" y="13300"/>
                  </a:cubicBezTo>
                  <a:cubicBezTo>
                    <a:pt x="12531" y="13250"/>
                    <a:pt x="12763" y="13225"/>
                    <a:pt x="12998" y="13225"/>
                  </a:cubicBezTo>
                  <a:cubicBezTo>
                    <a:pt x="13233" y="13225"/>
                    <a:pt x="13471" y="13250"/>
                    <a:pt x="13684" y="13300"/>
                  </a:cubicBezTo>
                  <a:cubicBezTo>
                    <a:pt x="14085" y="13401"/>
                    <a:pt x="14612" y="13501"/>
                    <a:pt x="14937" y="13501"/>
                  </a:cubicBezTo>
                  <a:cubicBezTo>
                    <a:pt x="15338" y="13401"/>
                    <a:pt x="15338" y="13200"/>
                    <a:pt x="15138" y="12975"/>
                  </a:cubicBezTo>
                  <a:cubicBezTo>
                    <a:pt x="14937" y="12774"/>
                    <a:pt x="14411" y="12674"/>
                    <a:pt x="14085" y="12574"/>
                  </a:cubicBezTo>
                  <a:cubicBezTo>
                    <a:pt x="13805" y="12512"/>
                    <a:pt x="13523" y="12484"/>
                    <a:pt x="13242" y="12484"/>
                  </a:cubicBezTo>
                  <a:cubicBezTo>
                    <a:pt x="12493" y="12484"/>
                    <a:pt x="11752" y="12683"/>
                    <a:pt x="11078" y="12975"/>
                  </a:cubicBezTo>
                  <a:cubicBezTo>
                    <a:pt x="10025" y="13300"/>
                    <a:pt x="9198" y="13827"/>
                    <a:pt x="8446" y="14554"/>
                  </a:cubicBezTo>
                  <a:cubicBezTo>
                    <a:pt x="7719" y="15280"/>
                    <a:pt x="7093" y="16007"/>
                    <a:pt x="6566" y="16859"/>
                  </a:cubicBezTo>
                  <a:cubicBezTo>
                    <a:pt x="5840" y="17887"/>
                    <a:pt x="5213" y="19040"/>
                    <a:pt x="4586" y="20193"/>
                  </a:cubicBezTo>
                  <a:cubicBezTo>
                    <a:pt x="3979" y="21213"/>
                    <a:pt x="3277" y="22210"/>
                    <a:pt x="2573" y="23138"/>
                  </a:cubicBezTo>
                  <a:lnTo>
                    <a:pt x="2573" y="23138"/>
                  </a:lnTo>
                  <a:cubicBezTo>
                    <a:pt x="3280" y="21443"/>
                    <a:pt x="4046" y="19778"/>
                    <a:pt x="4812" y="18112"/>
                  </a:cubicBezTo>
                  <a:cubicBezTo>
                    <a:pt x="5013" y="17486"/>
                    <a:pt x="5313" y="16960"/>
                    <a:pt x="5639" y="16433"/>
                  </a:cubicBezTo>
                  <a:cubicBezTo>
                    <a:pt x="6065" y="15481"/>
                    <a:pt x="6692" y="14554"/>
                    <a:pt x="7093" y="13601"/>
                  </a:cubicBezTo>
                  <a:cubicBezTo>
                    <a:pt x="7820" y="12148"/>
                    <a:pt x="8446" y="10694"/>
                    <a:pt x="9198" y="9215"/>
                  </a:cubicBezTo>
                  <a:cubicBezTo>
                    <a:pt x="9925" y="7862"/>
                    <a:pt x="10752" y="6709"/>
                    <a:pt x="11579" y="5581"/>
                  </a:cubicBezTo>
                  <a:cubicBezTo>
                    <a:pt x="12206" y="4729"/>
                    <a:pt x="12632" y="3902"/>
                    <a:pt x="13358" y="3175"/>
                  </a:cubicBezTo>
                  <a:cubicBezTo>
                    <a:pt x="13785" y="2548"/>
                    <a:pt x="14411" y="2022"/>
                    <a:pt x="15038" y="1596"/>
                  </a:cubicBezTo>
                  <a:cubicBezTo>
                    <a:pt x="15664" y="1195"/>
                    <a:pt x="16291" y="769"/>
                    <a:pt x="16917" y="669"/>
                  </a:cubicBezTo>
                  <a:cubicBezTo>
                    <a:pt x="16991" y="660"/>
                    <a:pt x="17066" y="656"/>
                    <a:pt x="17141" y="656"/>
                  </a:cubicBezTo>
                  <a:cubicBezTo>
                    <a:pt x="17915" y="656"/>
                    <a:pt x="18788" y="1090"/>
                    <a:pt x="19724" y="1295"/>
                  </a:cubicBezTo>
                  <a:cubicBezTo>
                    <a:pt x="20577" y="1396"/>
                    <a:pt x="21303" y="1596"/>
                    <a:pt x="22130" y="1822"/>
                  </a:cubicBezTo>
                  <a:cubicBezTo>
                    <a:pt x="22231" y="1822"/>
                    <a:pt x="22356" y="1922"/>
                    <a:pt x="22456" y="1922"/>
                  </a:cubicBezTo>
                  <a:cubicBezTo>
                    <a:pt x="22590" y="1922"/>
                    <a:pt x="22824" y="2011"/>
                    <a:pt x="22995" y="2011"/>
                  </a:cubicBezTo>
                  <a:cubicBezTo>
                    <a:pt x="23080" y="2011"/>
                    <a:pt x="23150" y="1989"/>
                    <a:pt x="23183" y="1922"/>
                  </a:cubicBezTo>
                  <a:cubicBezTo>
                    <a:pt x="23183" y="1822"/>
                    <a:pt x="23083" y="1696"/>
                    <a:pt x="22983" y="1596"/>
                  </a:cubicBezTo>
                  <a:cubicBezTo>
                    <a:pt x="22356" y="1195"/>
                    <a:pt x="21103" y="869"/>
                    <a:pt x="20251" y="669"/>
                  </a:cubicBezTo>
                  <a:cubicBezTo>
                    <a:pt x="19624" y="443"/>
                    <a:pt x="19098" y="343"/>
                    <a:pt x="18471" y="142"/>
                  </a:cubicBezTo>
                  <a:cubicBezTo>
                    <a:pt x="18028" y="72"/>
                    <a:pt x="17585" y="1"/>
                    <a:pt x="171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7"/>
            <p:cNvSpPr/>
            <p:nvPr/>
          </p:nvSpPr>
          <p:spPr>
            <a:xfrm>
              <a:off x="5549675" y="2041975"/>
              <a:ext cx="639775" cy="555800"/>
            </a:xfrm>
            <a:custGeom>
              <a:rect b="b" l="l" r="r" t="t"/>
              <a:pathLst>
                <a:path extrusionOk="0" h="22232" w="25591">
                  <a:moveTo>
                    <a:pt x="24011" y="1"/>
                  </a:moveTo>
                  <a:cubicBezTo>
                    <a:pt x="23911" y="1"/>
                    <a:pt x="23911" y="101"/>
                    <a:pt x="23911" y="302"/>
                  </a:cubicBezTo>
                  <a:cubicBezTo>
                    <a:pt x="23811" y="1129"/>
                    <a:pt x="24337" y="2282"/>
                    <a:pt x="24537" y="3134"/>
                  </a:cubicBezTo>
                  <a:cubicBezTo>
                    <a:pt x="24763" y="3635"/>
                    <a:pt x="24863" y="4161"/>
                    <a:pt x="24863" y="4788"/>
                  </a:cubicBezTo>
                  <a:cubicBezTo>
                    <a:pt x="24763" y="5314"/>
                    <a:pt x="24638" y="5740"/>
                    <a:pt x="24337" y="6267"/>
                  </a:cubicBezTo>
                  <a:cubicBezTo>
                    <a:pt x="23911" y="6768"/>
                    <a:pt x="23284" y="7294"/>
                    <a:pt x="22658" y="7720"/>
                  </a:cubicBezTo>
                  <a:cubicBezTo>
                    <a:pt x="21931" y="8247"/>
                    <a:pt x="21304" y="8773"/>
                    <a:pt x="20678" y="9274"/>
                  </a:cubicBezTo>
                  <a:cubicBezTo>
                    <a:pt x="19324" y="10327"/>
                    <a:pt x="17871" y="11379"/>
                    <a:pt x="16292" y="12307"/>
                  </a:cubicBezTo>
                  <a:cubicBezTo>
                    <a:pt x="13886" y="13660"/>
                    <a:pt x="11705" y="15665"/>
                    <a:pt x="9199" y="16918"/>
                  </a:cubicBezTo>
                  <a:cubicBezTo>
                    <a:pt x="8347" y="17319"/>
                    <a:pt x="7420" y="17745"/>
                    <a:pt x="6467" y="18272"/>
                  </a:cubicBezTo>
                  <a:cubicBezTo>
                    <a:pt x="5966" y="18572"/>
                    <a:pt x="5540" y="18798"/>
                    <a:pt x="5013" y="19099"/>
                  </a:cubicBezTo>
                  <a:cubicBezTo>
                    <a:pt x="4671" y="19270"/>
                    <a:pt x="4330" y="19442"/>
                    <a:pt x="3991" y="19613"/>
                  </a:cubicBezTo>
                  <a:lnTo>
                    <a:pt x="3991" y="19613"/>
                  </a:lnTo>
                  <a:cubicBezTo>
                    <a:pt x="4898" y="18841"/>
                    <a:pt x="5784" y="18238"/>
                    <a:pt x="6693" y="17545"/>
                  </a:cubicBezTo>
                  <a:cubicBezTo>
                    <a:pt x="7846" y="16693"/>
                    <a:pt x="8873" y="15665"/>
                    <a:pt x="9926" y="14613"/>
                  </a:cubicBezTo>
                  <a:cubicBezTo>
                    <a:pt x="10452" y="14086"/>
                    <a:pt x="10978" y="13560"/>
                    <a:pt x="11480" y="13034"/>
                  </a:cubicBezTo>
                  <a:cubicBezTo>
                    <a:pt x="12006" y="12407"/>
                    <a:pt x="12532" y="11906"/>
                    <a:pt x="12958" y="11154"/>
                  </a:cubicBezTo>
                  <a:cubicBezTo>
                    <a:pt x="13159" y="10653"/>
                    <a:pt x="13359" y="10026"/>
                    <a:pt x="13259" y="9500"/>
                  </a:cubicBezTo>
                  <a:cubicBezTo>
                    <a:pt x="13259" y="8973"/>
                    <a:pt x="13059" y="8447"/>
                    <a:pt x="12858" y="7921"/>
                  </a:cubicBezTo>
                  <a:cubicBezTo>
                    <a:pt x="12733" y="7520"/>
                    <a:pt x="12332" y="6993"/>
                    <a:pt x="12006" y="6893"/>
                  </a:cubicBezTo>
                  <a:cubicBezTo>
                    <a:pt x="11921" y="6870"/>
                    <a:pt x="11851" y="6859"/>
                    <a:pt x="11795" y="6859"/>
                  </a:cubicBezTo>
                  <a:cubicBezTo>
                    <a:pt x="11303" y="6859"/>
                    <a:pt x="11826" y="7674"/>
                    <a:pt x="12006" y="8146"/>
                  </a:cubicBezTo>
                  <a:cubicBezTo>
                    <a:pt x="12232" y="8447"/>
                    <a:pt x="12432" y="8873"/>
                    <a:pt x="12532" y="9274"/>
                  </a:cubicBezTo>
                  <a:cubicBezTo>
                    <a:pt x="12633" y="9600"/>
                    <a:pt x="12532" y="10026"/>
                    <a:pt x="12432" y="10327"/>
                  </a:cubicBezTo>
                  <a:cubicBezTo>
                    <a:pt x="12106" y="11154"/>
                    <a:pt x="11379" y="11780"/>
                    <a:pt x="10753" y="12407"/>
                  </a:cubicBezTo>
                  <a:cubicBezTo>
                    <a:pt x="10126" y="13159"/>
                    <a:pt x="9500" y="13886"/>
                    <a:pt x="8773" y="14512"/>
                  </a:cubicBezTo>
                  <a:cubicBezTo>
                    <a:pt x="7946" y="15339"/>
                    <a:pt x="6993" y="16292"/>
                    <a:pt x="6066" y="17019"/>
                  </a:cubicBezTo>
                  <a:cubicBezTo>
                    <a:pt x="5114" y="17846"/>
                    <a:pt x="4086" y="18673"/>
                    <a:pt x="3134" y="19425"/>
                  </a:cubicBezTo>
                  <a:cubicBezTo>
                    <a:pt x="2607" y="19725"/>
                    <a:pt x="2206" y="20151"/>
                    <a:pt x="1780" y="20452"/>
                  </a:cubicBezTo>
                  <a:cubicBezTo>
                    <a:pt x="1154" y="20778"/>
                    <a:pt x="628" y="21179"/>
                    <a:pt x="1" y="21505"/>
                  </a:cubicBezTo>
                  <a:lnTo>
                    <a:pt x="427" y="22232"/>
                  </a:lnTo>
                  <a:cubicBezTo>
                    <a:pt x="2607" y="21179"/>
                    <a:pt x="4813" y="20151"/>
                    <a:pt x="6893" y="18999"/>
                  </a:cubicBezTo>
                  <a:cubicBezTo>
                    <a:pt x="7520" y="18673"/>
                    <a:pt x="8046" y="18372"/>
                    <a:pt x="8572" y="18046"/>
                  </a:cubicBezTo>
                  <a:cubicBezTo>
                    <a:pt x="9500" y="17645"/>
                    <a:pt x="10452" y="17119"/>
                    <a:pt x="11379" y="16592"/>
                  </a:cubicBezTo>
                  <a:cubicBezTo>
                    <a:pt x="12733" y="15765"/>
                    <a:pt x="14111" y="14713"/>
                    <a:pt x="15465" y="13785"/>
                  </a:cubicBezTo>
                  <a:cubicBezTo>
                    <a:pt x="16618" y="13034"/>
                    <a:pt x="17971" y="12307"/>
                    <a:pt x="19124" y="11480"/>
                  </a:cubicBezTo>
                  <a:cubicBezTo>
                    <a:pt x="19951" y="10853"/>
                    <a:pt x="20678" y="10126"/>
                    <a:pt x="21505" y="9600"/>
                  </a:cubicBezTo>
                  <a:cubicBezTo>
                    <a:pt x="22131" y="9074"/>
                    <a:pt x="22758" y="8648"/>
                    <a:pt x="23385" y="8146"/>
                  </a:cubicBezTo>
                  <a:cubicBezTo>
                    <a:pt x="23911" y="7720"/>
                    <a:pt x="24638" y="7194"/>
                    <a:pt x="25064" y="6367"/>
                  </a:cubicBezTo>
                  <a:cubicBezTo>
                    <a:pt x="25390" y="5941"/>
                    <a:pt x="25490" y="5414"/>
                    <a:pt x="25590" y="4788"/>
                  </a:cubicBezTo>
                  <a:cubicBezTo>
                    <a:pt x="25590" y="4262"/>
                    <a:pt x="25590" y="3760"/>
                    <a:pt x="25390" y="3234"/>
                  </a:cubicBezTo>
                  <a:cubicBezTo>
                    <a:pt x="25064" y="2382"/>
                    <a:pt x="24763" y="1655"/>
                    <a:pt x="24537" y="928"/>
                  </a:cubicBezTo>
                  <a:cubicBezTo>
                    <a:pt x="24437" y="828"/>
                    <a:pt x="24437" y="728"/>
                    <a:pt x="24437" y="627"/>
                  </a:cubicBezTo>
                  <a:cubicBezTo>
                    <a:pt x="24337" y="402"/>
                    <a:pt x="24237" y="1"/>
                    <a:pt x="240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7"/>
            <p:cNvSpPr/>
            <p:nvPr/>
          </p:nvSpPr>
          <p:spPr>
            <a:xfrm>
              <a:off x="6431900" y="1085150"/>
              <a:ext cx="313300" cy="305625"/>
            </a:xfrm>
            <a:custGeom>
              <a:rect b="b" l="l" r="r" t="t"/>
              <a:pathLst>
                <a:path extrusionOk="0" h="12225" w="12532">
                  <a:moveTo>
                    <a:pt x="460" y="1"/>
                  </a:moveTo>
                  <a:cubicBezTo>
                    <a:pt x="428" y="1"/>
                    <a:pt x="386" y="16"/>
                    <a:pt x="326" y="53"/>
                  </a:cubicBezTo>
                  <a:cubicBezTo>
                    <a:pt x="226" y="53"/>
                    <a:pt x="226" y="153"/>
                    <a:pt x="226" y="153"/>
                  </a:cubicBezTo>
                  <a:cubicBezTo>
                    <a:pt x="0" y="554"/>
                    <a:pt x="226" y="880"/>
                    <a:pt x="426" y="1081"/>
                  </a:cubicBezTo>
                  <a:cubicBezTo>
                    <a:pt x="627" y="1306"/>
                    <a:pt x="852" y="1707"/>
                    <a:pt x="1053" y="1933"/>
                  </a:cubicBezTo>
                  <a:cubicBezTo>
                    <a:pt x="1379" y="2334"/>
                    <a:pt x="1479" y="2860"/>
                    <a:pt x="1880" y="3186"/>
                  </a:cubicBezTo>
                  <a:cubicBezTo>
                    <a:pt x="2206" y="3587"/>
                    <a:pt x="2507" y="4013"/>
                    <a:pt x="2832" y="4539"/>
                  </a:cubicBezTo>
                  <a:cubicBezTo>
                    <a:pt x="3133" y="5366"/>
                    <a:pt x="4186" y="5692"/>
                    <a:pt x="4612" y="6419"/>
                  </a:cubicBezTo>
                  <a:cubicBezTo>
                    <a:pt x="4812" y="6620"/>
                    <a:pt x="4913" y="6945"/>
                    <a:pt x="5138" y="7146"/>
                  </a:cubicBezTo>
                  <a:cubicBezTo>
                    <a:pt x="5339" y="7246"/>
                    <a:pt x="5439" y="7346"/>
                    <a:pt x="5539" y="7447"/>
                  </a:cubicBezTo>
                  <a:cubicBezTo>
                    <a:pt x="5865" y="7672"/>
                    <a:pt x="6166" y="7973"/>
                    <a:pt x="6391" y="8199"/>
                  </a:cubicBezTo>
                  <a:lnTo>
                    <a:pt x="6893" y="8700"/>
                  </a:lnTo>
                  <a:cubicBezTo>
                    <a:pt x="7218" y="8925"/>
                    <a:pt x="7519" y="9126"/>
                    <a:pt x="7945" y="9326"/>
                  </a:cubicBezTo>
                  <a:cubicBezTo>
                    <a:pt x="8271" y="9452"/>
                    <a:pt x="8371" y="9853"/>
                    <a:pt x="8672" y="10078"/>
                  </a:cubicBezTo>
                  <a:cubicBezTo>
                    <a:pt x="8998" y="10379"/>
                    <a:pt x="9299" y="10580"/>
                    <a:pt x="9725" y="10905"/>
                  </a:cubicBezTo>
                  <a:cubicBezTo>
                    <a:pt x="10025" y="11106"/>
                    <a:pt x="10452" y="11331"/>
                    <a:pt x="10878" y="11532"/>
                  </a:cubicBezTo>
                  <a:cubicBezTo>
                    <a:pt x="11178" y="11732"/>
                    <a:pt x="11604" y="11732"/>
                    <a:pt x="11705" y="12058"/>
                  </a:cubicBezTo>
                  <a:cubicBezTo>
                    <a:pt x="11705" y="12176"/>
                    <a:pt x="11773" y="12224"/>
                    <a:pt x="11876" y="12224"/>
                  </a:cubicBezTo>
                  <a:cubicBezTo>
                    <a:pt x="11948" y="12224"/>
                    <a:pt x="12037" y="12200"/>
                    <a:pt x="12131" y="12158"/>
                  </a:cubicBezTo>
                  <a:cubicBezTo>
                    <a:pt x="12532" y="11833"/>
                    <a:pt x="12331" y="11632"/>
                    <a:pt x="12131" y="11432"/>
                  </a:cubicBezTo>
                  <a:cubicBezTo>
                    <a:pt x="11905" y="11206"/>
                    <a:pt x="11705" y="11106"/>
                    <a:pt x="11504" y="11006"/>
                  </a:cubicBezTo>
                  <a:cubicBezTo>
                    <a:pt x="10978" y="10705"/>
                    <a:pt x="10552" y="10379"/>
                    <a:pt x="10025" y="10078"/>
                  </a:cubicBezTo>
                  <a:cubicBezTo>
                    <a:pt x="9725" y="9853"/>
                    <a:pt x="9399" y="9652"/>
                    <a:pt x="9098" y="9326"/>
                  </a:cubicBezTo>
                  <a:cubicBezTo>
                    <a:pt x="8772" y="9126"/>
                    <a:pt x="8572" y="8925"/>
                    <a:pt x="8271" y="8700"/>
                  </a:cubicBezTo>
                  <a:cubicBezTo>
                    <a:pt x="8045" y="8600"/>
                    <a:pt x="7945" y="8499"/>
                    <a:pt x="7845" y="8399"/>
                  </a:cubicBezTo>
                  <a:cubicBezTo>
                    <a:pt x="7118" y="7772"/>
                    <a:pt x="6391" y="7146"/>
                    <a:pt x="5765" y="6519"/>
                  </a:cubicBezTo>
                  <a:cubicBezTo>
                    <a:pt x="5639" y="6419"/>
                    <a:pt x="5539" y="6194"/>
                    <a:pt x="5439" y="6093"/>
                  </a:cubicBezTo>
                  <a:cubicBezTo>
                    <a:pt x="5238" y="5893"/>
                    <a:pt x="5013" y="5567"/>
                    <a:pt x="4812" y="5366"/>
                  </a:cubicBezTo>
                  <a:cubicBezTo>
                    <a:pt x="4512" y="5066"/>
                    <a:pt x="4086" y="4740"/>
                    <a:pt x="3660" y="4439"/>
                  </a:cubicBezTo>
                  <a:cubicBezTo>
                    <a:pt x="3459" y="4113"/>
                    <a:pt x="3259" y="3587"/>
                    <a:pt x="3033" y="3286"/>
                  </a:cubicBezTo>
                  <a:cubicBezTo>
                    <a:pt x="2832" y="3061"/>
                    <a:pt x="2507" y="2860"/>
                    <a:pt x="2306" y="2660"/>
                  </a:cubicBezTo>
                  <a:cubicBezTo>
                    <a:pt x="2106" y="2334"/>
                    <a:pt x="1880" y="1808"/>
                    <a:pt x="1579" y="1507"/>
                  </a:cubicBezTo>
                  <a:cubicBezTo>
                    <a:pt x="1379" y="1306"/>
                    <a:pt x="1379" y="980"/>
                    <a:pt x="1153" y="780"/>
                  </a:cubicBezTo>
                  <a:cubicBezTo>
                    <a:pt x="953" y="554"/>
                    <a:pt x="852" y="354"/>
                    <a:pt x="627" y="153"/>
                  </a:cubicBezTo>
                  <a:cubicBezTo>
                    <a:pt x="557" y="83"/>
                    <a:pt x="536" y="1"/>
                    <a:pt x="4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7"/>
            <p:cNvSpPr/>
            <p:nvPr/>
          </p:nvSpPr>
          <p:spPr>
            <a:xfrm>
              <a:off x="6398050" y="1103925"/>
              <a:ext cx="331500" cy="312600"/>
            </a:xfrm>
            <a:custGeom>
              <a:rect b="b" l="l" r="r" t="t"/>
              <a:pathLst>
                <a:path extrusionOk="0" h="12504" w="13260">
                  <a:moveTo>
                    <a:pt x="325" y="1"/>
                  </a:moveTo>
                  <a:cubicBezTo>
                    <a:pt x="299" y="1"/>
                    <a:pt x="267" y="9"/>
                    <a:pt x="227" y="29"/>
                  </a:cubicBezTo>
                  <a:cubicBezTo>
                    <a:pt x="227" y="129"/>
                    <a:pt x="101" y="129"/>
                    <a:pt x="101" y="229"/>
                  </a:cubicBezTo>
                  <a:cubicBezTo>
                    <a:pt x="1" y="555"/>
                    <a:pt x="227" y="856"/>
                    <a:pt x="427" y="1182"/>
                  </a:cubicBezTo>
                  <a:cubicBezTo>
                    <a:pt x="628" y="1382"/>
                    <a:pt x="853" y="1808"/>
                    <a:pt x="1054" y="2009"/>
                  </a:cubicBezTo>
                  <a:cubicBezTo>
                    <a:pt x="1354" y="2435"/>
                    <a:pt x="1580" y="2936"/>
                    <a:pt x="1981" y="3362"/>
                  </a:cubicBezTo>
                  <a:cubicBezTo>
                    <a:pt x="2307" y="3688"/>
                    <a:pt x="2733" y="4089"/>
                    <a:pt x="3034" y="4615"/>
                  </a:cubicBezTo>
                  <a:cubicBezTo>
                    <a:pt x="3460" y="5443"/>
                    <a:pt x="4487" y="5768"/>
                    <a:pt x="5014" y="6495"/>
                  </a:cubicBezTo>
                  <a:cubicBezTo>
                    <a:pt x="5239" y="6696"/>
                    <a:pt x="5339" y="7021"/>
                    <a:pt x="5540" y="7222"/>
                  </a:cubicBezTo>
                  <a:cubicBezTo>
                    <a:pt x="5740" y="7322"/>
                    <a:pt x="5866" y="7448"/>
                    <a:pt x="5966" y="7548"/>
                  </a:cubicBezTo>
                  <a:cubicBezTo>
                    <a:pt x="6267" y="7849"/>
                    <a:pt x="6592" y="8074"/>
                    <a:pt x="6793" y="8375"/>
                  </a:cubicBezTo>
                  <a:cubicBezTo>
                    <a:pt x="6993" y="8475"/>
                    <a:pt x="7219" y="8701"/>
                    <a:pt x="7319" y="8901"/>
                  </a:cubicBezTo>
                  <a:cubicBezTo>
                    <a:pt x="7620" y="9102"/>
                    <a:pt x="7946" y="9428"/>
                    <a:pt x="8372" y="9628"/>
                  </a:cubicBezTo>
                  <a:cubicBezTo>
                    <a:pt x="8673" y="9728"/>
                    <a:pt x="8873" y="10154"/>
                    <a:pt x="9099" y="10355"/>
                  </a:cubicBezTo>
                  <a:cubicBezTo>
                    <a:pt x="9500" y="10681"/>
                    <a:pt x="9826" y="10981"/>
                    <a:pt x="10252" y="11307"/>
                  </a:cubicBezTo>
                  <a:cubicBezTo>
                    <a:pt x="10653" y="11508"/>
                    <a:pt x="11079" y="11708"/>
                    <a:pt x="11505" y="11934"/>
                  </a:cubicBezTo>
                  <a:cubicBezTo>
                    <a:pt x="11806" y="12034"/>
                    <a:pt x="12232" y="12034"/>
                    <a:pt x="12432" y="12335"/>
                  </a:cubicBezTo>
                  <a:cubicBezTo>
                    <a:pt x="12482" y="12448"/>
                    <a:pt x="12564" y="12504"/>
                    <a:pt x="12645" y="12504"/>
                  </a:cubicBezTo>
                  <a:cubicBezTo>
                    <a:pt x="12727" y="12504"/>
                    <a:pt x="12808" y="12448"/>
                    <a:pt x="12858" y="12335"/>
                  </a:cubicBezTo>
                  <a:cubicBezTo>
                    <a:pt x="13259" y="11934"/>
                    <a:pt x="12958" y="11834"/>
                    <a:pt x="12758" y="11708"/>
                  </a:cubicBezTo>
                  <a:cubicBezTo>
                    <a:pt x="12532" y="11508"/>
                    <a:pt x="12232" y="11407"/>
                    <a:pt x="12006" y="11307"/>
                  </a:cubicBezTo>
                  <a:cubicBezTo>
                    <a:pt x="11505" y="10981"/>
                    <a:pt x="10978" y="10781"/>
                    <a:pt x="10552" y="10455"/>
                  </a:cubicBezTo>
                  <a:cubicBezTo>
                    <a:pt x="10252" y="10154"/>
                    <a:pt x="9926" y="9954"/>
                    <a:pt x="9625" y="9728"/>
                  </a:cubicBezTo>
                  <a:cubicBezTo>
                    <a:pt x="9299" y="9528"/>
                    <a:pt x="8998" y="9202"/>
                    <a:pt x="8673" y="9001"/>
                  </a:cubicBezTo>
                  <a:cubicBezTo>
                    <a:pt x="8572" y="8901"/>
                    <a:pt x="8372" y="8801"/>
                    <a:pt x="8247" y="8701"/>
                  </a:cubicBezTo>
                  <a:cubicBezTo>
                    <a:pt x="7520" y="7949"/>
                    <a:pt x="6893" y="7322"/>
                    <a:pt x="6166" y="6595"/>
                  </a:cubicBezTo>
                  <a:lnTo>
                    <a:pt x="5740" y="6194"/>
                  </a:lnTo>
                  <a:cubicBezTo>
                    <a:pt x="5540" y="5969"/>
                    <a:pt x="5440" y="5668"/>
                    <a:pt x="5114" y="5443"/>
                  </a:cubicBezTo>
                  <a:cubicBezTo>
                    <a:pt x="4713" y="5142"/>
                    <a:pt x="4287" y="4816"/>
                    <a:pt x="3986" y="4515"/>
                  </a:cubicBezTo>
                  <a:cubicBezTo>
                    <a:pt x="3560" y="4089"/>
                    <a:pt x="3460" y="3688"/>
                    <a:pt x="3134" y="3362"/>
                  </a:cubicBezTo>
                  <a:cubicBezTo>
                    <a:pt x="2933" y="3162"/>
                    <a:pt x="2607" y="2936"/>
                    <a:pt x="2407" y="2736"/>
                  </a:cubicBezTo>
                  <a:cubicBezTo>
                    <a:pt x="2106" y="2435"/>
                    <a:pt x="1881" y="1909"/>
                    <a:pt x="1580" y="1583"/>
                  </a:cubicBezTo>
                  <a:cubicBezTo>
                    <a:pt x="1354" y="1382"/>
                    <a:pt x="1254" y="956"/>
                    <a:pt x="1054" y="756"/>
                  </a:cubicBezTo>
                  <a:cubicBezTo>
                    <a:pt x="853" y="656"/>
                    <a:pt x="728" y="430"/>
                    <a:pt x="527" y="229"/>
                  </a:cubicBezTo>
                  <a:lnTo>
                    <a:pt x="527" y="129"/>
                  </a:lnTo>
                  <a:cubicBezTo>
                    <a:pt x="447" y="129"/>
                    <a:pt x="431" y="1"/>
                    <a:pt x="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7"/>
            <p:cNvSpPr/>
            <p:nvPr/>
          </p:nvSpPr>
          <p:spPr>
            <a:xfrm>
              <a:off x="6082275" y="1421575"/>
              <a:ext cx="331475" cy="289225"/>
            </a:xfrm>
            <a:custGeom>
              <a:rect b="b" l="l" r="r" t="t"/>
              <a:pathLst>
                <a:path extrusionOk="0" h="11569" w="13259">
                  <a:moveTo>
                    <a:pt x="6620" y="723"/>
                  </a:moveTo>
                  <a:cubicBezTo>
                    <a:pt x="6954" y="723"/>
                    <a:pt x="7289" y="746"/>
                    <a:pt x="7619" y="782"/>
                  </a:cubicBezTo>
                  <a:cubicBezTo>
                    <a:pt x="8246" y="882"/>
                    <a:pt x="8772" y="1208"/>
                    <a:pt x="9399" y="1408"/>
                  </a:cubicBezTo>
                  <a:cubicBezTo>
                    <a:pt x="9825" y="1634"/>
                    <a:pt x="10226" y="1834"/>
                    <a:pt x="10652" y="2135"/>
                  </a:cubicBezTo>
                  <a:lnTo>
                    <a:pt x="10752" y="2361"/>
                  </a:lnTo>
                  <a:cubicBezTo>
                    <a:pt x="10827" y="2361"/>
                    <a:pt x="10972" y="2528"/>
                    <a:pt x="11124" y="2530"/>
                  </a:cubicBezTo>
                  <a:lnTo>
                    <a:pt x="11124" y="2530"/>
                  </a:lnTo>
                  <a:cubicBezTo>
                    <a:pt x="11145" y="2577"/>
                    <a:pt x="11165" y="2621"/>
                    <a:pt x="11178" y="2661"/>
                  </a:cubicBezTo>
                  <a:cubicBezTo>
                    <a:pt x="11479" y="3188"/>
                    <a:pt x="11805" y="3714"/>
                    <a:pt x="12005" y="4240"/>
                  </a:cubicBezTo>
                  <a:cubicBezTo>
                    <a:pt x="12331" y="5268"/>
                    <a:pt x="12331" y="6421"/>
                    <a:pt x="11905" y="7473"/>
                  </a:cubicBezTo>
                  <a:cubicBezTo>
                    <a:pt x="11705" y="8200"/>
                    <a:pt x="11178" y="8827"/>
                    <a:pt x="10652" y="9353"/>
                  </a:cubicBezTo>
                  <a:cubicBezTo>
                    <a:pt x="10126" y="9879"/>
                    <a:pt x="9399" y="10280"/>
                    <a:pt x="8772" y="10506"/>
                  </a:cubicBezTo>
                  <a:cubicBezTo>
                    <a:pt x="8346" y="10606"/>
                    <a:pt x="8045" y="10707"/>
                    <a:pt x="7720" y="10707"/>
                  </a:cubicBezTo>
                  <a:cubicBezTo>
                    <a:pt x="7488" y="10732"/>
                    <a:pt x="7254" y="10744"/>
                    <a:pt x="7020" y="10744"/>
                  </a:cubicBezTo>
                  <a:cubicBezTo>
                    <a:pt x="6318" y="10744"/>
                    <a:pt x="5608" y="10631"/>
                    <a:pt x="4913" y="10406"/>
                  </a:cubicBezTo>
                  <a:cubicBezTo>
                    <a:pt x="3960" y="10180"/>
                    <a:pt x="3133" y="9654"/>
                    <a:pt x="2406" y="9027"/>
                  </a:cubicBezTo>
                  <a:cubicBezTo>
                    <a:pt x="2081" y="8827"/>
                    <a:pt x="1880" y="8526"/>
                    <a:pt x="1680" y="8200"/>
                  </a:cubicBezTo>
                  <a:cubicBezTo>
                    <a:pt x="1253" y="7674"/>
                    <a:pt x="1053" y="7148"/>
                    <a:pt x="953" y="6646"/>
                  </a:cubicBezTo>
                  <a:cubicBezTo>
                    <a:pt x="727" y="5794"/>
                    <a:pt x="953" y="4641"/>
                    <a:pt x="1354" y="3814"/>
                  </a:cubicBezTo>
                  <a:cubicBezTo>
                    <a:pt x="1780" y="2987"/>
                    <a:pt x="2507" y="2461"/>
                    <a:pt x="3233" y="1935"/>
                  </a:cubicBezTo>
                  <a:cubicBezTo>
                    <a:pt x="3760" y="1634"/>
                    <a:pt x="4286" y="1208"/>
                    <a:pt x="4812" y="1007"/>
                  </a:cubicBezTo>
                  <a:cubicBezTo>
                    <a:pt x="5409" y="798"/>
                    <a:pt x="6016" y="723"/>
                    <a:pt x="6620" y="723"/>
                  </a:cubicBezTo>
                  <a:close/>
                  <a:moveTo>
                    <a:pt x="6499" y="0"/>
                  </a:moveTo>
                  <a:cubicBezTo>
                    <a:pt x="5738" y="0"/>
                    <a:pt x="4995" y="94"/>
                    <a:pt x="4286" y="381"/>
                  </a:cubicBezTo>
                  <a:cubicBezTo>
                    <a:pt x="3133" y="882"/>
                    <a:pt x="2206" y="1634"/>
                    <a:pt x="1354" y="2561"/>
                  </a:cubicBezTo>
                  <a:cubicBezTo>
                    <a:pt x="627" y="3188"/>
                    <a:pt x="201" y="4240"/>
                    <a:pt x="101" y="5168"/>
                  </a:cubicBezTo>
                  <a:cubicBezTo>
                    <a:pt x="0" y="5694"/>
                    <a:pt x="0" y="6120"/>
                    <a:pt x="101" y="6646"/>
                  </a:cubicBezTo>
                  <a:cubicBezTo>
                    <a:pt x="201" y="7148"/>
                    <a:pt x="426" y="7574"/>
                    <a:pt x="627" y="8100"/>
                  </a:cubicBezTo>
                  <a:cubicBezTo>
                    <a:pt x="953" y="8626"/>
                    <a:pt x="1253" y="9353"/>
                    <a:pt x="1880" y="9779"/>
                  </a:cubicBezTo>
                  <a:cubicBezTo>
                    <a:pt x="2206" y="9980"/>
                    <a:pt x="2507" y="10180"/>
                    <a:pt x="2832" y="10406"/>
                  </a:cubicBezTo>
                  <a:cubicBezTo>
                    <a:pt x="3559" y="10807"/>
                    <a:pt x="4286" y="11032"/>
                    <a:pt x="5113" y="11233"/>
                  </a:cubicBezTo>
                  <a:cubicBezTo>
                    <a:pt x="5639" y="11433"/>
                    <a:pt x="6166" y="11534"/>
                    <a:pt x="6692" y="11534"/>
                  </a:cubicBezTo>
                  <a:cubicBezTo>
                    <a:pt x="6847" y="11557"/>
                    <a:pt x="7006" y="11568"/>
                    <a:pt x="7168" y="11568"/>
                  </a:cubicBezTo>
                  <a:cubicBezTo>
                    <a:pt x="7868" y="11568"/>
                    <a:pt x="8608" y="11358"/>
                    <a:pt x="9198" y="11032"/>
                  </a:cubicBezTo>
                  <a:cubicBezTo>
                    <a:pt x="9925" y="10707"/>
                    <a:pt x="10652" y="10406"/>
                    <a:pt x="11279" y="9879"/>
                  </a:cubicBezTo>
                  <a:cubicBezTo>
                    <a:pt x="12005" y="9253"/>
                    <a:pt x="12632" y="8401"/>
                    <a:pt x="12958" y="7373"/>
                  </a:cubicBezTo>
                  <a:cubicBezTo>
                    <a:pt x="13259" y="6421"/>
                    <a:pt x="13158" y="5268"/>
                    <a:pt x="12858" y="4240"/>
                  </a:cubicBezTo>
                  <a:cubicBezTo>
                    <a:pt x="12632" y="3614"/>
                    <a:pt x="12106" y="3087"/>
                    <a:pt x="12005" y="2361"/>
                  </a:cubicBezTo>
                  <a:cubicBezTo>
                    <a:pt x="11905" y="2135"/>
                    <a:pt x="11604" y="1834"/>
                    <a:pt x="11279" y="1834"/>
                  </a:cubicBezTo>
                  <a:cubicBezTo>
                    <a:pt x="11216" y="1834"/>
                    <a:pt x="11164" y="1840"/>
                    <a:pt x="11122" y="1849"/>
                  </a:cubicBezTo>
                  <a:lnTo>
                    <a:pt x="11122" y="1849"/>
                  </a:lnTo>
                  <a:cubicBezTo>
                    <a:pt x="10857" y="1409"/>
                    <a:pt x="10331" y="1056"/>
                    <a:pt x="9925" y="882"/>
                  </a:cubicBezTo>
                  <a:cubicBezTo>
                    <a:pt x="9198" y="481"/>
                    <a:pt x="8346" y="155"/>
                    <a:pt x="7619" y="55"/>
                  </a:cubicBezTo>
                  <a:cubicBezTo>
                    <a:pt x="7243" y="22"/>
                    <a:pt x="6869" y="0"/>
                    <a:pt x="6499" y="0"/>
                  </a:cubicBezTo>
                  <a:close/>
                </a:path>
              </a:pathLst>
            </a:custGeom>
            <a:solidFill>
              <a:srgbClr val="3333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7"/>
            <p:cNvSpPr/>
            <p:nvPr/>
          </p:nvSpPr>
          <p:spPr>
            <a:xfrm>
              <a:off x="6111100" y="1454025"/>
              <a:ext cx="255650" cy="216425"/>
            </a:xfrm>
            <a:custGeom>
              <a:rect b="b" l="l" r="r" t="t"/>
              <a:pathLst>
                <a:path extrusionOk="0" h="8657" w="10226">
                  <a:moveTo>
                    <a:pt x="5162" y="1"/>
                  </a:moveTo>
                  <a:cubicBezTo>
                    <a:pt x="4832" y="1"/>
                    <a:pt x="4502" y="34"/>
                    <a:pt x="4186" y="110"/>
                  </a:cubicBezTo>
                  <a:cubicBezTo>
                    <a:pt x="3334" y="336"/>
                    <a:pt x="2506" y="737"/>
                    <a:pt x="1679" y="1263"/>
                  </a:cubicBezTo>
                  <a:cubicBezTo>
                    <a:pt x="1053" y="1589"/>
                    <a:pt x="627" y="2316"/>
                    <a:pt x="301" y="2942"/>
                  </a:cubicBezTo>
                  <a:cubicBezTo>
                    <a:pt x="100" y="3669"/>
                    <a:pt x="0" y="4496"/>
                    <a:pt x="100" y="5223"/>
                  </a:cubicBezTo>
                  <a:cubicBezTo>
                    <a:pt x="201" y="5749"/>
                    <a:pt x="301" y="6376"/>
                    <a:pt x="727" y="6702"/>
                  </a:cubicBezTo>
                  <a:cubicBezTo>
                    <a:pt x="1053" y="6902"/>
                    <a:pt x="1253" y="7103"/>
                    <a:pt x="1454" y="7328"/>
                  </a:cubicBezTo>
                  <a:cubicBezTo>
                    <a:pt x="1980" y="7629"/>
                    <a:pt x="2506" y="7955"/>
                    <a:pt x="3033" y="8155"/>
                  </a:cubicBezTo>
                  <a:cubicBezTo>
                    <a:pt x="3434" y="8356"/>
                    <a:pt x="3760" y="8481"/>
                    <a:pt x="4186" y="8581"/>
                  </a:cubicBezTo>
                  <a:cubicBezTo>
                    <a:pt x="4499" y="8632"/>
                    <a:pt x="4837" y="8657"/>
                    <a:pt x="5176" y="8657"/>
                  </a:cubicBezTo>
                  <a:cubicBezTo>
                    <a:pt x="5514" y="8657"/>
                    <a:pt x="5852" y="8632"/>
                    <a:pt x="6166" y="8581"/>
                  </a:cubicBezTo>
                  <a:cubicBezTo>
                    <a:pt x="6792" y="8356"/>
                    <a:pt x="7319" y="8356"/>
                    <a:pt x="7945" y="8155"/>
                  </a:cubicBezTo>
                  <a:cubicBezTo>
                    <a:pt x="8572" y="7855"/>
                    <a:pt x="9198" y="7328"/>
                    <a:pt x="9599" y="6702"/>
                  </a:cubicBezTo>
                  <a:cubicBezTo>
                    <a:pt x="10025" y="5975"/>
                    <a:pt x="10226" y="5123"/>
                    <a:pt x="10226" y="4396"/>
                  </a:cubicBezTo>
                  <a:cubicBezTo>
                    <a:pt x="10126" y="3769"/>
                    <a:pt x="9925" y="3343"/>
                    <a:pt x="10025" y="2842"/>
                  </a:cubicBezTo>
                  <a:cubicBezTo>
                    <a:pt x="10025" y="2516"/>
                    <a:pt x="9825" y="2316"/>
                    <a:pt x="9599" y="2216"/>
                  </a:cubicBezTo>
                  <a:cubicBezTo>
                    <a:pt x="9298" y="2216"/>
                    <a:pt x="9198" y="2316"/>
                    <a:pt x="9073" y="2516"/>
                  </a:cubicBezTo>
                  <a:cubicBezTo>
                    <a:pt x="9073" y="2617"/>
                    <a:pt x="9198" y="2842"/>
                    <a:pt x="9198" y="2942"/>
                  </a:cubicBezTo>
                  <a:cubicBezTo>
                    <a:pt x="9298" y="3343"/>
                    <a:pt x="9399" y="3769"/>
                    <a:pt x="9399" y="4195"/>
                  </a:cubicBezTo>
                  <a:cubicBezTo>
                    <a:pt x="9399" y="4922"/>
                    <a:pt x="9198" y="5749"/>
                    <a:pt x="8672" y="6376"/>
                  </a:cubicBezTo>
                  <a:cubicBezTo>
                    <a:pt x="8346" y="6802"/>
                    <a:pt x="7945" y="7228"/>
                    <a:pt x="7419" y="7429"/>
                  </a:cubicBezTo>
                  <a:cubicBezTo>
                    <a:pt x="6993" y="7729"/>
                    <a:pt x="6466" y="7855"/>
                    <a:pt x="5840" y="7855"/>
                  </a:cubicBezTo>
                  <a:cubicBezTo>
                    <a:pt x="5639" y="7955"/>
                    <a:pt x="5314" y="7955"/>
                    <a:pt x="5113" y="7955"/>
                  </a:cubicBezTo>
                  <a:cubicBezTo>
                    <a:pt x="4386" y="7855"/>
                    <a:pt x="3760" y="7629"/>
                    <a:pt x="3133" y="7328"/>
                  </a:cubicBezTo>
                  <a:cubicBezTo>
                    <a:pt x="2506" y="7003"/>
                    <a:pt x="1880" y="6602"/>
                    <a:pt x="1354" y="6175"/>
                  </a:cubicBezTo>
                  <a:cubicBezTo>
                    <a:pt x="1253" y="5975"/>
                    <a:pt x="1053" y="5749"/>
                    <a:pt x="1053" y="5449"/>
                  </a:cubicBezTo>
                  <a:cubicBezTo>
                    <a:pt x="827" y="5023"/>
                    <a:pt x="827" y="4722"/>
                    <a:pt x="928" y="4296"/>
                  </a:cubicBezTo>
                  <a:cubicBezTo>
                    <a:pt x="928" y="3569"/>
                    <a:pt x="1153" y="2842"/>
                    <a:pt x="1679" y="2316"/>
                  </a:cubicBezTo>
                  <a:cubicBezTo>
                    <a:pt x="2080" y="1789"/>
                    <a:pt x="2707" y="1589"/>
                    <a:pt x="3334" y="1263"/>
                  </a:cubicBezTo>
                  <a:cubicBezTo>
                    <a:pt x="3760" y="1163"/>
                    <a:pt x="4060" y="837"/>
                    <a:pt x="4587" y="737"/>
                  </a:cubicBezTo>
                  <a:cubicBezTo>
                    <a:pt x="4705" y="718"/>
                    <a:pt x="4827" y="710"/>
                    <a:pt x="4951" y="710"/>
                  </a:cubicBezTo>
                  <a:cubicBezTo>
                    <a:pt x="5484" y="710"/>
                    <a:pt x="6058" y="861"/>
                    <a:pt x="6567" y="962"/>
                  </a:cubicBezTo>
                  <a:cubicBezTo>
                    <a:pt x="7093" y="1063"/>
                    <a:pt x="7419" y="1363"/>
                    <a:pt x="7820" y="1464"/>
                  </a:cubicBezTo>
                  <a:cubicBezTo>
                    <a:pt x="8146" y="1689"/>
                    <a:pt x="8446" y="1890"/>
                    <a:pt x="8772" y="2090"/>
                  </a:cubicBezTo>
                  <a:lnTo>
                    <a:pt x="8872" y="2216"/>
                  </a:lnTo>
                  <a:cubicBezTo>
                    <a:pt x="8943" y="2286"/>
                    <a:pt x="9014" y="2357"/>
                    <a:pt x="9094" y="2357"/>
                  </a:cubicBezTo>
                  <a:cubicBezTo>
                    <a:pt x="9127" y="2357"/>
                    <a:pt x="9162" y="2345"/>
                    <a:pt x="9198" y="2316"/>
                  </a:cubicBezTo>
                  <a:cubicBezTo>
                    <a:pt x="9298" y="2316"/>
                    <a:pt x="9298" y="2216"/>
                    <a:pt x="9298" y="2090"/>
                  </a:cubicBezTo>
                  <a:cubicBezTo>
                    <a:pt x="9298" y="1589"/>
                    <a:pt x="8772" y="1163"/>
                    <a:pt x="8346" y="962"/>
                  </a:cubicBezTo>
                  <a:cubicBezTo>
                    <a:pt x="7820" y="637"/>
                    <a:pt x="7319" y="336"/>
                    <a:pt x="6692" y="211"/>
                  </a:cubicBezTo>
                  <a:cubicBezTo>
                    <a:pt x="6227" y="87"/>
                    <a:pt x="5696" y="1"/>
                    <a:pt x="5162" y="1"/>
                  </a:cubicBezTo>
                  <a:close/>
                </a:path>
              </a:pathLst>
            </a:custGeom>
            <a:solidFill>
              <a:srgbClr val="3333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7"/>
            <p:cNvSpPr/>
            <p:nvPr/>
          </p:nvSpPr>
          <p:spPr>
            <a:xfrm>
              <a:off x="4810950" y="2005650"/>
              <a:ext cx="897675" cy="798275"/>
            </a:xfrm>
            <a:custGeom>
              <a:rect b="b" l="l" r="r" t="t"/>
              <a:pathLst>
                <a:path extrusionOk="0" h="31931" w="35907">
                  <a:moveTo>
                    <a:pt x="27332" y="0"/>
                  </a:moveTo>
                  <a:cubicBezTo>
                    <a:pt x="27250" y="0"/>
                    <a:pt x="27144" y="25"/>
                    <a:pt x="27044" y="75"/>
                  </a:cubicBezTo>
                  <a:cubicBezTo>
                    <a:pt x="25590" y="502"/>
                    <a:pt x="23485" y="1654"/>
                    <a:pt x="22131" y="2707"/>
                  </a:cubicBezTo>
                  <a:cubicBezTo>
                    <a:pt x="20252" y="3960"/>
                    <a:pt x="18372" y="5213"/>
                    <a:pt x="16718" y="6667"/>
                  </a:cubicBezTo>
                  <a:cubicBezTo>
                    <a:pt x="15565" y="7720"/>
                    <a:pt x="14412" y="8747"/>
                    <a:pt x="13259" y="9900"/>
                  </a:cubicBezTo>
                  <a:cubicBezTo>
                    <a:pt x="12206" y="10953"/>
                    <a:pt x="11179" y="12106"/>
                    <a:pt x="10227" y="13233"/>
                  </a:cubicBezTo>
                  <a:cubicBezTo>
                    <a:pt x="9600" y="13985"/>
                    <a:pt x="9074" y="14612"/>
                    <a:pt x="8572" y="15339"/>
                  </a:cubicBezTo>
                  <a:lnTo>
                    <a:pt x="7820" y="16266"/>
                  </a:lnTo>
                  <a:lnTo>
                    <a:pt x="7620" y="16592"/>
                  </a:lnTo>
                  <a:lnTo>
                    <a:pt x="7520" y="16692"/>
                  </a:lnTo>
                  <a:lnTo>
                    <a:pt x="7419" y="16893"/>
                  </a:lnTo>
                  <a:lnTo>
                    <a:pt x="6893" y="17619"/>
                  </a:lnTo>
                  <a:lnTo>
                    <a:pt x="6367" y="18472"/>
                  </a:lnTo>
                  <a:lnTo>
                    <a:pt x="6166" y="18672"/>
                  </a:lnTo>
                  <a:lnTo>
                    <a:pt x="6166" y="18772"/>
                  </a:lnTo>
                  <a:lnTo>
                    <a:pt x="6567" y="18672"/>
                  </a:lnTo>
                  <a:cubicBezTo>
                    <a:pt x="6893" y="18672"/>
                    <a:pt x="7194" y="18572"/>
                    <a:pt x="7520" y="18572"/>
                  </a:cubicBezTo>
                  <a:cubicBezTo>
                    <a:pt x="7946" y="18472"/>
                    <a:pt x="8247" y="18371"/>
                    <a:pt x="8572" y="18246"/>
                  </a:cubicBezTo>
                  <a:cubicBezTo>
                    <a:pt x="8707" y="18197"/>
                    <a:pt x="8839" y="18145"/>
                    <a:pt x="8969" y="18089"/>
                  </a:cubicBezTo>
                  <a:lnTo>
                    <a:pt x="8969" y="18089"/>
                  </a:lnTo>
                  <a:cubicBezTo>
                    <a:pt x="6390" y="21223"/>
                    <a:pt x="4276" y="24747"/>
                    <a:pt x="2081" y="28271"/>
                  </a:cubicBezTo>
                  <a:cubicBezTo>
                    <a:pt x="1881" y="28697"/>
                    <a:pt x="1680" y="29023"/>
                    <a:pt x="1354" y="29424"/>
                  </a:cubicBezTo>
                  <a:lnTo>
                    <a:pt x="1154" y="29750"/>
                  </a:lnTo>
                  <a:lnTo>
                    <a:pt x="1054" y="29950"/>
                  </a:lnTo>
                  <a:lnTo>
                    <a:pt x="928" y="30276"/>
                  </a:lnTo>
                  <a:lnTo>
                    <a:pt x="201" y="31404"/>
                  </a:lnTo>
                  <a:lnTo>
                    <a:pt x="101" y="31730"/>
                  </a:lnTo>
                  <a:lnTo>
                    <a:pt x="1" y="31830"/>
                  </a:lnTo>
                  <a:lnTo>
                    <a:pt x="1" y="31930"/>
                  </a:lnTo>
                  <a:lnTo>
                    <a:pt x="627" y="31730"/>
                  </a:lnTo>
                  <a:lnTo>
                    <a:pt x="1881" y="31304"/>
                  </a:lnTo>
                  <a:lnTo>
                    <a:pt x="2808" y="31103"/>
                  </a:lnTo>
                  <a:lnTo>
                    <a:pt x="3435" y="30777"/>
                  </a:lnTo>
                  <a:cubicBezTo>
                    <a:pt x="4587" y="30376"/>
                    <a:pt x="5540" y="29950"/>
                    <a:pt x="6567" y="29524"/>
                  </a:cubicBezTo>
                  <a:cubicBezTo>
                    <a:pt x="8572" y="28597"/>
                    <a:pt x="10653" y="27645"/>
                    <a:pt x="12633" y="26617"/>
                  </a:cubicBezTo>
                  <a:cubicBezTo>
                    <a:pt x="13886" y="25890"/>
                    <a:pt x="15239" y="25138"/>
                    <a:pt x="16492" y="24411"/>
                  </a:cubicBezTo>
                  <a:cubicBezTo>
                    <a:pt x="18597" y="23058"/>
                    <a:pt x="20577" y="21604"/>
                    <a:pt x="22357" y="20126"/>
                  </a:cubicBezTo>
                  <a:cubicBezTo>
                    <a:pt x="22734" y="19816"/>
                    <a:pt x="23102" y="19503"/>
                    <a:pt x="23465" y="19193"/>
                  </a:cubicBezTo>
                  <a:lnTo>
                    <a:pt x="23465" y="19193"/>
                  </a:lnTo>
                  <a:lnTo>
                    <a:pt x="22457" y="20552"/>
                  </a:lnTo>
                  <a:lnTo>
                    <a:pt x="20778" y="22858"/>
                  </a:lnTo>
                  <a:lnTo>
                    <a:pt x="20252" y="23584"/>
                  </a:lnTo>
                  <a:lnTo>
                    <a:pt x="20051" y="23885"/>
                  </a:lnTo>
                  <a:lnTo>
                    <a:pt x="20252" y="23885"/>
                  </a:lnTo>
                  <a:lnTo>
                    <a:pt x="21931" y="23259"/>
                  </a:lnTo>
                  <a:cubicBezTo>
                    <a:pt x="22457" y="23058"/>
                    <a:pt x="23084" y="22757"/>
                    <a:pt x="23284" y="22632"/>
                  </a:cubicBezTo>
                  <a:cubicBezTo>
                    <a:pt x="23610" y="22532"/>
                    <a:pt x="23911" y="22331"/>
                    <a:pt x="24237" y="22231"/>
                  </a:cubicBezTo>
                  <a:cubicBezTo>
                    <a:pt x="25490" y="21504"/>
                    <a:pt x="26743" y="20652"/>
                    <a:pt x="27770" y="19624"/>
                  </a:cubicBezTo>
                  <a:cubicBezTo>
                    <a:pt x="28923" y="18672"/>
                    <a:pt x="29876" y="17619"/>
                    <a:pt x="30803" y="16592"/>
                  </a:cubicBezTo>
                  <a:cubicBezTo>
                    <a:pt x="32156" y="15013"/>
                    <a:pt x="33109" y="13359"/>
                    <a:pt x="34462" y="12106"/>
                  </a:cubicBezTo>
                  <a:cubicBezTo>
                    <a:pt x="34989" y="11479"/>
                    <a:pt x="35615" y="10527"/>
                    <a:pt x="35816" y="9900"/>
                  </a:cubicBezTo>
                  <a:cubicBezTo>
                    <a:pt x="35906" y="9524"/>
                    <a:pt x="35875" y="9372"/>
                    <a:pt x="35766" y="9372"/>
                  </a:cubicBezTo>
                  <a:cubicBezTo>
                    <a:pt x="35483" y="9372"/>
                    <a:pt x="34679" y="10393"/>
                    <a:pt x="34136" y="11153"/>
                  </a:cubicBezTo>
                  <a:cubicBezTo>
                    <a:pt x="33109" y="12507"/>
                    <a:pt x="31956" y="13985"/>
                    <a:pt x="30803" y="15339"/>
                  </a:cubicBezTo>
                  <a:cubicBezTo>
                    <a:pt x="28497" y="18045"/>
                    <a:pt x="25891" y="20552"/>
                    <a:pt x="22658" y="22005"/>
                  </a:cubicBezTo>
                  <a:lnTo>
                    <a:pt x="22557" y="22005"/>
                  </a:lnTo>
                  <a:lnTo>
                    <a:pt x="22457" y="22131"/>
                  </a:lnTo>
                  <a:cubicBezTo>
                    <a:pt x="22357" y="22131"/>
                    <a:pt x="22457" y="22131"/>
                    <a:pt x="22457" y="22005"/>
                  </a:cubicBezTo>
                  <a:lnTo>
                    <a:pt x="22557" y="21905"/>
                  </a:lnTo>
                  <a:lnTo>
                    <a:pt x="24537" y="19198"/>
                  </a:lnTo>
                  <a:lnTo>
                    <a:pt x="25791" y="17419"/>
                  </a:lnTo>
                  <a:lnTo>
                    <a:pt x="28197" y="14186"/>
                  </a:lnTo>
                  <a:lnTo>
                    <a:pt x="25164" y="16893"/>
                  </a:lnTo>
                  <a:cubicBezTo>
                    <a:pt x="23911" y="17945"/>
                    <a:pt x="22557" y="19098"/>
                    <a:pt x="21304" y="20025"/>
                  </a:cubicBezTo>
                  <a:cubicBezTo>
                    <a:pt x="20352" y="20752"/>
                    <a:pt x="19525" y="21379"/>
                    <a:pt x="18698" y="22005"/>
                  </a:cubicBezTo>
                  <a:cubicBezTo>
                    <a:pt x="13886" y="25364"/>
                    <a:pt x="8572" y="28071"/>
                    <a:pt x="3134" y="30051"/>
                  </a:cubicBezTo>
                  <a:cubicBezTo>
                    <a:pt x="2607" y="30276"/>
                    <a:pt x="1780" y="30477"/>
                    <a:pt x="1881" y="30477"/>
                  </a:cubicBezTo>
                  <a:lnTo>
                    <a:pt x="1780" y="30477"/>
                  </a:lnTo>
                  <a:lnTo>
                    <a:pt x="1881" y="30276"/>
                  </a:lnTo>
                  <a:lnTo>
                    <a:pt x="1881" y="30151"/>
                  </a:lnTo>
                  <a:lnTo>
                    <a:pt x="2081" y="29850"/>
                  </a:lnTo>
                  <a:lnTo>
                    <a:pt x="2507" y="29223"/>
                  </a:lnTo>
                  <a:lnTo>
                    <a:pt x="3234" y="27970"/>
                  </a:lnTo>
                  <a:cubicBezTo>
                    <a:pt x="3760" y="27143"/>
                    <a:pt x="4287" y="26291"/>
                    <a:pt x="4813" y="25464"/>
                  </a:cubicBezTo>
                  <a:cubicBezTo>
                    <a:pt x="6467" y="22858"/>
                    <a:pt x="8146" y="20351"/>
                    <a:pt x="10126" y="17945"/>
                  </a:cubicBezTo>
                  <a:cubicBezTo>
                    <a:pt x="10384" y="17627"/>
                    <a:pt x="10678" y="17308"/>
                    <a:pt x="10960" y="16990"/>
                  </a:cubicBezTo>
                  <a:lnTo>
                    <a:pt x="10960" y="16990"/>
                  </a:lnTo>
                  <a:cubicBezTo>
                    <a:pt x="11183" y="16889"/>
                    <a:pt x="11381" y="16690"/>
                    <a:pt x="11580" y="16492"/>
                  </a:cubicBezTo>
                  <a:lnTo>
                    <a:pt x="11469" y="16380"/>
                  </a:lnTo>
                  <a:lnTo>
                    <a:pt x="11469" y="16380"/>
                  </a:lnTo>
                  <a:cubicBezTo>
                    <a:pt x="11472" y="16376"/>
                    <a:pt x="11476" y="16371"/>
                    <a:pt x="11480" y="16366"/>
                  </a:cubicBezTo>
                  <a:lnTo>
                    <a:pt x="11079" y="15865"/>
                  </a:lnTo>
                  <a:cubicBezTo>
                    <a:pt x="11057" y="15886"/>
                    <a:pt x="11036" y="15906"/>
                    <a:pt x="11014" y="15926"/>
                  </a:cubicBezTo>
                  <a:lnTo>
                    <a:pt x="11014" y="15926"/>
                  </a:lnTo>
                  <a:lnTo>
                    <a:pt x="10953" y="15865"/>
                  </a:lnTo>
                  <a:cubicBezTo>
                    <a:pt x="10797" y="16026"/>
                    <a:pt x="10642" y="16189"/>
                    <a:pt x="10489" y="16353"/>
                  </a:cubicBezTo>
                  <a:lnTo>
                    <a:pt x="10489" y="16353"/>
                  </a:lnTo>
                  <a:cubicBezTo>
                    <a:pt x="9871" y="16793"/>
                    <a:pt x="9194" y="17099"/>
                    <a:pt x="8572" y="17419"/>
                  </a:cubicBezTo>
                  <a:lnTo>
                    <a:pt x="8347" y="17419"/>
                  </a:lnTo>
                  <a:lnTo>
                    <a:pt x="8247" y="17519"/>
                  </a:lnTo>
                  <a:lnTo>
                    <a:pt x="7946" y="17519"/>
                  </a:lnTo>
                  <a:lnTo>
                    <a:pt x="8046" y="17419"/>
                  </a:lnTo>
                  <a:lnTo>
                    <a:pt x="8146" y="17218"/>
                  </a:lnTo>
                  <a:cubicBezTo>
                    <a:pt x="8673" y="16592"/>
                    <a:pt x="9074" y="15965"/>
                    <a:pt x="9600" y="15339"/>
                  </a:cubicBezTo>
                  <a:lnTo>
                    <a:pt x="10452" y="14186"/>
                  </a:lnTo>
                  <a:cubicBezTo>
                    <a:pt x="10653" y="13860"/>
                    <a:pt x="10953" y="13459"/>
                    <a:pt x="11279" y="13133"/>
                  </a:cubicBezTo>
                  <a:cubicBezTo>
                    <a:pt x="13159" y="10953"/>
                    <a:pt x="15339" y="8847"/>
                    <a:pt x="17545" y="6968"/>
                  </a:cubicBezTo>
                  <a:cubicBezTo>
                    <a:pt x="18898" y="5715"/>
                    <a:pt x="20577" y="4687"/>
                    <a:pt x="22031" y="3634"/>
                  </a:cubicBezTo>
                  <a:cubicBezTo>
                    <a:pt x="23284" y="2707"/>
                    <a:pt x="24537" y="1955"/>
                    <a:pt x="25891" y="1128"/>
                  </a:cubicBezTo>
                  <a:cubicBezTo>
                    <a:pt x="25991" y="1028"/>
                    <a:pt x="26217" y="928"/>
                    <a:pt x="26417" y="827"/>
                  </a:cubicBezTo>
                  <a:cubicBezTo>
                    <a:pt x="26843" y="602"/>
                    <a:pt x="27570" y="301"/>
                    <a:pt x="27470" y="75"/>
                  </a:cubicBezTo>
                  <a:cubicBezTo>
                    <a:pt x="27470" y="25"/>
                    <a:pt x="27413" y="0"/>
                    <a:pt x="27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7"/>
            <p:cNvSpPr/>
            <p:nvPr/>
          </p:nvSpPr>
          <p:spPr>
            <a:xfrm>
              <a:off x="5495175" y="1821825"/>
              <a:ext cx="101525" cy="183225"/>
            </a:xfrm>
            <a:custGeom>
              <a:rect b="b" l="l" r="r" t="t"/>
              <a:pathLst>
                <a:path extrusionOk="0" h="7329" w="4061">
                  <a:moveTo>
                    <a:pt x="3815" y="0"/>
                  </a:moveTo>
                  <a:cubicBezTo>
                    <a:pt x="3760" y="0"/>
                    <a:pt x="3701" y="35"/>
                    <a:pt x="3635" y="35"/>
                  </a:cubicBezTo>
                  <a:cubicBezTo>
                    <a:pt x="3534" y="135"/>
                    <a:pt x="3434" y="336"/>
                    <a:pt x="3334" y="436"/>
                  </a:cubicBezTo>
                  <a:cubicBezTo>
                    <a:pt x="3234" y="661"/>
                    <a:pt x="3133" y="862"/>
                    <a:pt x="2908" y="1063"/>
                  </a:cubicBezTo>
                  <a:lnTo>
                    <a:pt x="2707" y="1589"/>
                  </a:lnTo>
                  <a:lnTo>
                    <a:pt x="2381" y="2115"/>
                  </a:lnTo>
                  <a:cubicBezTo>
                    <a:pt x="2381" y="2115"/>
                    <a:pt x="2281" y="2215"/>
                    <a:pt x="2281" y="2316"/>
                  </a:cubicBezTo>
                  <a:cubicBezTo>
                    <a:pt x="2081" y="2742"/>
                    <a:pt x="1880" y="3042"/>
                    <a:pt x="1655" y="3469"/>
                  </a:cubicBezTo>
                  <a:cubicBezTo>
                    <a:pt x="1554" y="3569"/>
                    <a:pt x="1554" y="3669"/>
                    <a:pt x="1454" y="3669"/>
                  </a:cubicBezTo>
                  <a:cubicBezTo>
                    <a:pt x="1454" y="3895"/>
                    <a:pt x="1254" y="3995"/>
                    <a:pt x="1254" y="4095"/>
                  </a:cubicBezTo>
                  <a:cubicBezTo>
                    <a:pt x="1128" y="4296"/>
                    <a:pt x="1128" y="4621"/>
                    <a:pt x="1028" y="4822"/>
                  </a:cubicBezTo>
                  <a:cubicBezTo>
                    <a:pt x="928" y="5047"/>
                    <a:pt x="828" y="5148"/>
                    <a:pt x="727" y="5348"/>
                  </a:cubicBezTo>
                  <a:cubicBezTo>
                    <a:pt x="627" y="5448"/>
                    <a:pt x="627" y="5674"/>
                    <a:pt x="627" y="5774"/>
                  </a:cubicBezTo>
                  <a:cubicBezTo>
                    <a:pt x="502" y="5975"/>
                    <a:pt x="301" y="6175"/>
                    <a:pt x="301" y="6401"/>
                  </a:cubicBezTo>
                  <a:cubicBezTo>
                    <a:pt x="201" y="6501"/>
                    <a:pt x="101" y="6601"/>
                    <a:pt x="101" y="6802"/>
                  </a:cubicBezTo>
                  <a:cubicBezTo>
                    <a:pt x="101" y="6927"/>
                    <a:pt x="101" y="7027"/>
                    <a:pt x="0" y="7128"/>
                  </a:cubicBezTo>
                  <a:cubicBezTo>
                    <a:pt x="0" y="7228"/>
                    <a:pt x="0" y="7228"/>
                    <a:pt x="101" y="7328"/>
                  </a:cubicBezTo>
                  <a:lnTo>
                    <a:pt x="201" y="7328"/>
                  </a:lnTo>
                  <a:cubicBezTo>
                    <a:pt x="401" y="7228"/>
                    <a:pt x="401" y="7128"/>
                    <a:pt x="502" y="7027"/>
                  </a:cubicBezTo>
                  <a:cubicBezTo>
                    <a:pt x="502" y="6802"/>
                    <a:pt x="627" y="6702"/>
                    <a:pt x="627" y="6501"/>
                  </a:cubicBezTo>
                  <a:cubicBezTo>
                    <a:pt x="727" y="6301"/>
                    <a:pt x="928" y="6075"/>
                    <a:pt x="928" y="5875"/>
                  </a:cubicBezTo>
                  <a:cubicBezTo>
                    <a:pt x="1028" y="5674"/>
                    <a:pt x="1128" y="5348"/>
                    <a:pt x="1354" y="5148"/>
                  </a:cubicBezTo>
                  <a:cubicBezTo>
                    <a:pt x="1554" y="4822"/>
                    <a:pt x="1554" y="4421"/>
                    <a:pt x="1755" y="4095"/>
                  </a:cubicBezTo>
                  <a:cubicBezTo>
                    <a:pt x="1880" y="3895"/>
                    <a:pt x="1980" y="3895"/>
                    <a:pt x="2081" y="3669"/>
                  </a:cubicBezTo>
                  <a:cubicBezTo>
                    <a:pt x="2081" y="3569"/>
                    <a:pt x="2081" y="3569"/>
                    <a:pt x="2181" y="3469"/>
                  </a:cubicBezTo>
                  <a:cubicBezTo>
                    <a:pt x="2181" y="3268"/>
                    <a:pt x="2281" y="3168"/>
                    <a:pt x="2381" y="3042"/>
                  </a:cubicBezTo>
                  <a:cubicBezTo>
                    <a:pt x="2381" y="2942"/>
                    <a:pt x="2507" y="2842"/>
                    <a:pt x="2507" y="2742"/>
                  </a:cubicBezTo>
                  <a:cubicBezTo>
                    <a:pt x="2607" y="2541"/>
                    <a:pt x="2707" y="2416"/>
                    <a:pt x="2707" y="2215"/>
                  </a:cubicBezTo>
                  <a:cubicBezTo>
                    <a:pt x="2808" y="2015"/>
                    <a:pt x="2908" y="1915"/>
                    <a:pt x="3008" y="1789"/>
                  </a:cubicBezTo>
                  <a:cubicBezTo>
                    <a:pt x="3234" y="1589"/>
                    <a:pt x="3334" y="1489"/>
                    <a:pt x="3434" y="1288"/>
                  </a:cubicBezTo>
                  <a:cubicBezTo>
                    <a:pt x="3534" y="1063"/>
                    <a:pt x="3635" y="862"/>
                    <a:pt x="3760" y="762"/>
                  </a:cubicBezTo>
                  <a:cubicBezTo>
                    <a:pt x="3760" y="536"/>
                    <a:pt x="3760" y="336"/>
                    <a:pt x="3960" y="336"/>
                  </a:cubicBezTo>
                  <a:cubicBezTo>
                    <a:pt x="4061" y="336"/>
                    <a:pt x="4061" y="235"/>
                    <a:pt x="3960" y="135"/>
                  </a:cubicBezTo>
                  <a:cubicBezTo>
                    <a:pt x="3913" y="28"/>
                    <a:pt x="3865" y="0"/>
                    <a:pt x="38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7"/>
            <p:cNvSpPr/>
            <p:nvPr/>
          </p:nvSpPr>
          <p:spPr>
            <a:xfrm>
              <a:off x="5507700" y="1948000"/>
              <a:ext cx="52650" cy="78350"/>
            </a:xfrm>
            <a:custGeom>
              <a:rect b="b" l="l" r="r" t="t"/>
              <a:pathLst>
                <a:path extrusionOk="0" h="3134" w="2106">
                  <a:moveTo>
                    <a:pt x="1680" y="0"/>
                  </a:moveTo>
                  <a:cubicBezTo>
                    <a:pt x="1680" y="0"/>
                    <a:pt x="1680" y="101"/>
                    <a:pt x="1580" y="101"/>
                  </a:cubicBezTo>
                  <a:cubicBezTo>
                    <a:pt x="1479" y="201"/>
                    <a:pt x="1479" y="301"/>
                    <a:pt x="1379" y="401"/>
                  </a:cubicBezTo>
                  <a:lnTo>
                    <a:pt x="1254" y="627"/>
                  </a:lnTo>
                  <a:cubicBezTo>
                    <a:pt x="1154" y="627"/>
                    <a:pt x="1154" y="727"/>
                    <a:pt x="1053" y="828"/>
                  </a:cubicBezTo>
                  <a:lnTo>
                    <a:pt x="1053" y="928"/>
                  </a:lnTo>
                  <a:cubicBezTo>
                    <a:pt x="953" y="1028"/>
                    <a:pt x="853" y="1254"/>
                    <a:pt x="753" y="1354"/>
                  </a:cubicBezTo>
                  <a:cubicBezTo>
                    <a:pt x="753" y="1454"/>
                    <a:pt x="627" y="1454"/>
                    <a:pt x="627" y="1454"/>
                  </a:cubicBezTo>
                  <a:cubicBezTo>
                    <a:pt x="627" y="1554"/>
                    <a:pt x="527" y="1554"/>
                    <a:pt x="527" y="1655"/>
                  </a:cubicBezTo>
                  <a:cubicBezTo>
                    <a:pt x="427" y="1755"/>
                    <a:pt x="527" y="1880"/>
                    <a:pt x="427" y="1980"/>
                  </a:cubicBezTo>
                  <a:cubicBezTo>
                    <a:pt x="427" y="2081"/>
                    <a:pt x="327" y="2081"/>
                    <a:pt x="226" y="2181"/>
                  </a:cubicBezTo>
                  <a:lnTo>
                    <a:pt x="226" y="2381"/>
                  </a:lnTo>
                  <a:cubicBezTo>
                    <a:pt x="226" y="2507"/>
                    <a:pt x="126" y="2507"/>
                    <a:pt x="126" y="2607"/>
                  </a:cubicBezTo>
                  <a:cubicBezTo>
                    <a:pt x="126" y="2707"/>
                    <a:pt x="1" y="2707"/>
                    <a:pt x="1" y="2808"/>
                  </a:cubicBezTo>
                  <a:lnTo>
                    <a:pt x="1" y="3008"/>
                  </a:lnTo>
                  <a:lnTo>
                    <a:pt x="126" y="3133"/>
                  </a:lnTo>
                  <a:lnTo>
                    <a:pt x="226" y="3133"/>
                  </a:lnTo>
                  <a:cubicBezTo>
                    <a:pt x="427" y="3133"/>
                    <a:pt x="427" y="3008"/>
                    <a:pt x="427" y="3008"/>
                  </a:cubicBezTo>
                  <a:lnTo>
                    <a:pt x="427" y="2808"/>
                  </a:lnTo>
                  <a:cubicBezTo>
                    <a:pt x="527" y="2707"/>
                    <a:pt x="627" y="2607"/>
                    <a:pt x="627" y="2507"/>
                  </a:cubicBezTo>
                  <a:cubicBezTo>
                    <a:pt x="627" y="2381"/>
                    <a:pt x="627" y="2281"/>
                    <a:pt x="753" y="2281"/>
                  </a:cubicBezTo>
                  <a:cubicBezTo>
                    <a:pt x="953" y="2181"/>
                    <a:pt x="853" y="1880"/>
                    <a:pt x="953" y="1755"/>
                  </a:cubicBezTo>
                  <a:cubicBezTo>
                    <a:pt x="1053" y="1655"/>
                    <a:pt x="1154" y="1655"/>
                    <a:pt x="1154" y="1655"/>
                  </a:cubicBezTo>
                  <a:lnTo>
                    <a:pt x="1154" y="1554"/>
                  </a:lnTo>
                  <a:cubicBezTo>
                    <a:pt x="1154" y="1454"/>
                    <a:pt x="1254" y="1454"/>
                    <a:pt x="1254" y="1354"/>
                  </a:cubicBezTo>
                  <a:lnTo>
                    <a:pt x="1379" y="1254"/>
                  </a:lnTo>
                  <a:lnTo>
                    <a:pt x="1379" y="1028"/>
                  </a:lnTo>
                  <a:cubicBezTo>
                    <a:pt x="1379" y="928"/>
                    <a:pt x="1580" y="928"/>
                    <a:pt x="1580" y="828"/>
                  </a:cubicBezTo>
                  <a:cubicBezTo>
                    <a:pt x="1680" y="828"/>
                    <a:pt x="1680" y="727"/>
                    <a:pt x="1780" y="627"/>
                  </a:cubicBezTo>
                  <a:cubicBezTo>
                    <a:pt x="1780" y="627"/>
                    <a:pt x="1880" y="502"/>
                    <a:pt x="1880" y="401"/>
                  </a:cubicBezTo>
                  <a:cubicBezTo>
                    <a:pt x="1880" y="401"/>
                    <a:pt x="1880" y="273"/>
                    <a:pt x="1945" y="273"/>
                  </a:cubicBezTo>
                  <a:cubicBezTo>
                    <a:pt x="1961" y="273"/>
                    <a:pt x="1981" y="281"/>
                    <a:pt x="2006" y="301"/>
                  </a:cubicBezTo>
                  <a:cubicBezTo>
                    <a:pt x="2106" y="301"/>
                    <a:pt x="2106" y="301"/>
                    <a:pt x="2006" y="201"/>
                  </a:cubicBezTo>
                  <a:cubicBezTo>
                    <a:pt x="1880" y="0"/>
                    <a:pt x="1780" y="0"/>
                    <a:pt x="16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7"/>
            <p:cNvSpPr/>
            <p:nvPr/>
          </p:nvSpPr>
          <p:spPr>
            <a:xfrm>
              <a:off x="5307200" y="1777075"/>
              <a:ext cx="258175" cy="195600"/>
            </a:xfrm>
            <a:custGeom>
              <a:rect b="b" l="l" r="r" t="t"/>
              <a:pathLst>
                <a:path extrusionOk="0" h="7824" w="10327">
                  <a:moveTo>
                    <a:pt x="7923" y="1"/>
                  </a:moveTo>
                  <a:cubicBezTo>
                    <a:pt x="7790" y="1"/>
                    <a:pt x="7653" y="12"/>
                    <a:pt x="7519" y="45"/>
                  </a:cubicBezTo>
                  <a:cubicBezTo>
                    <a:pt x="7093" y="146"/>
                    <a:pt x="6667" y="246"/>
                    <a:pt x="6141" y="346"/>
                  </a:cubicBezTo>
                  <a:cubicBezTo>
                    <a:pt x="5414" y="446"/>
                    <a:pt x="5013" y="1073"/>
                    <a:pt x="4387" y="1399"/>
                  </a:cubicBezTo>
                  <a:cubicBezTo>
                    <a:pt x="4161" y="1499"/>
                    <a:pt x="3860" y="1599"/>
                    <a:pt x="3760" y="1825"/>
                  </a:cubicBezTo>
                  <a:lnTo>
                    <a:pt x="3434" y="2126"/>
                  </a:lnTo>
                  <a:cubicBezTo>
                    <a:pt x="3234" y="2326"/>
                    <a:pt x="3008" y="2652"/>
                    <a:pt x="2908" y="2853"/>
                  </a:cubicBezTo>
                  <a:cubicBezTo>
                    <a:pt x="2707" y="2953"/>
                    <a:pt x="2607" y="3178"/>
                    <a:pt x="2507" y="3279"/>
                  </a:cubicBezTo>
                  <a:cubicBezTo>
                    <a:pt x="2382" y="3579"/>
                    <a:pt x="2181" y="3805"/>
                    <a:pt x="2081" y="4106"/>
                  </a:cubicBezTo>
                  <a:cubicBezTo>
                    <a:pt x="1981" y="4431"/>
                    <a:pt x="1755" y="4632"/>
                    <a:pt x="1555" y="4832"/>
                  </a:cubicBezTo>
                  <a:cubicBezTo>
                    <a:pt x="1354" y="5158"/>
                    <a:pt x="1254" y="5459"/>
                    <a:pt x="1028" y="5685"/>
                  </a:cubicBezTo>
                  <a:cubicBezTo>
                    <a:pt x="928" y="6086"/>
                    <a:pt x="727" y="6411"/>
                    <a:pt x="627" y="6712"/>
                  </a:cubicBezTo>
                  <a:cubicBezTo>
                    <a:pt x="402" y="6938"/>
                    <a:pt x="402" y="7238"/>
                    <a:pt x="201" y="7339"/>
                  </a:cubicBezTo>
                  <a:cubicBezTo>
                    <a:pt x="101" y="7339"/>
                    <a:pt x="1" y="7564"/>
                    <a:pt x="101" y="7665"/>
                  </a:cubicBezTo>
                  <a:cubicBezTo>
                    <a:pt x="140" y="7783"/>
                    <a:pt x="195" y="7823"/>
                    <a:pt x="253" y="7823"/>
                  </a:cubicBezTo>
                  <a:cubicBezTo>
                    <a:pt x="343" y="7823"/>
                    <a:pt x="441" y="7725"/>
                    <a:pt x="502" y="7665"/>
                  </a:cubicBezTo>
                  <a:cubicBezTo>
                    <a:pt x="627" y="7464"/>
                    <a:pt x="727" y="7238"/>
                    <a:pt x="928" y="7038"/>
                  </a:cubicBezTo>
                  <a:cubicBezTo>
                    <a:pt x="1128" y="6612"/>
                    <a:pt x="1354" y="6211"/>
                    <a:pt x="1555" y="5785"/>
                  </a:cubicBezTo>
                  <a:lnTo>
                    <a:pt x="1981" y="5058"/>
                  </a:lnTo>
                  <a:cubicBezTo>
                    <a:pt x="2181" y="4732"/>
                    <a:pt x="2281" y="4532"/>
                    <a:pt x="2507" y="4206"/>
                  </a:cubicBezTo>
                  <a:cubicBezTo>
                    <a:pt x="2507" y="4106"/>
                    <a:pt x="2607" y="4005"/>
                    <a:pt x="2607" y="3905"/>
                  </a:cubicBezTo>
                  <a:cubicBezTo>
                    <a:pt x="3008" y="3279"/>
                    <a:pt x="3534" y="2652"/>
                    <a:pt x="4061" y="2126"/>
                  </a:cubicBezTo>
                  <a:cubicBezTo>
                    <a:pt x="4161" y="2025"/>
                    <a:pt x="4261" y="2025"/>
                    <a:pt x="4387" y="1925"/>
                  </a:cubicBezTo>
                  <a:cubicBezTo>
                    <a:pt x="4587" y="1825"/>
                    <a:pt x="4788" y="1700"/>
                    <a:pt x="5013" y="1499"/>
                  </a:cubicBezTo>
                  <a:cubicBezTo>
                    <a:pt x="5314" y="1299"/>
                    <a:pt x="5640" y="1073"/>
                    <a:pt x="5941" y="873"/>
                  </a:cubicBezTo>
                  <a:cubicBezTo>
                    <a:pt x="6266" y="772"/>
                    <a:pt x="6667" y="772"/>
                    <a:pt x="6993" y="672"/>
                  </a:cubicBezTo>
                  <a:cubicBezTo>
                    <a:pt x="7194" y="572"/>
                    <a:pt x="7394" y="446"/>
                    <a:pt x="7620" y="446"/>
                  </a:cubicBezTo>
                  <a:cubicBezTo>
                    <a:pt x="7753" y="413"/>
                    <a:pt x="7879" y="402"/>
                    <a:pt x="8002" y="402"/>
                  </a:cubicBezTo>
                  <a:cubicBezTo>
                    <a:pt x="8249" y="402"/>
                    <a:pt x="8489" y="446"/>
                    <a:pt x="8773" y="446"/>
                  </a:cubicBezTo>
                  <a:cubicBezTo>
                    <a:pt x="8839" y="413"/>
                    <a:pt x="8906" y="402"/>
                    <a:pt x="8978" y="402"/>
                  </a:cubicBezTo>
                  <a:cubicBezTo>
                    <a:pt x="9121" y="402"/>
                    <a:pt x="9282" y="446"/>
                    <a:pt x="9499" y="446"/>
                  </a:cubicBezTo>
                  <a:cubicBezTo>
                    <a:pt x="9700" y="446"/>
                    <a:pt x="9800" y="446"/>
                    <a:pt x="10026" y="572"/>
                  </a:cubicBezTo>
                  <a:lnTo>
                    <a:pt x="10126" y="572"/>
                  </a:lnTo>
                  <a:cubicBezTo>
                    <a:pt x="10126" y="572"/>
                    <a:pt x="10226" y="572"/>
                    <a:pt x="10327" y="446"/>
                  </a:cubicBezTo>
                  <a:cubicBezTo>
                    <a:pt x="10327" y="446"/>
                    <a:pt x="10327" y="346"/>
                    <a:pt x="10226" y="346"/>
                  </a:cubicBezTo>
                  <a:cubicBezTo>
                    <a:pt x="10126" y="146"/>
                    <a:pt x="9800" y="146"/>
                    <a:pt x="9600" y="45"/>
                  </a:cubicBezTo>
                  <a:lnTo>
                    <a:pt x="8647" y="45"/>
                  </a:lnTo>
                  <a:cubicBezTo>
                    <a:pt x="8447" y="45"/>
                    <a:pt x="8191"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7"/>
            <p:cNvSpPr/>
            <p:nvPr/>
          </p:nvSpPr>
          <p:spPr>
            <a:xfrm>
              <a:off x="5815975" y="2193000"/>
              <a:ext cx="91500" cy="188600"/>
            </a:xfrm>
            <a:custGeom>
              <a:rect b="b" l="l" r="r" t="t"/>
              <a:pathLst>
                <a:path extrusionOk="0" h="7544" w="3660">
                  <a:moveTo>
                    <a:pt x="2707" y="0"/>
                  </a:moveTo>
                  <a:cubicBezTo>
                    <a:pt x="2707" y="100"/>
                    <a:pt x="2607" y="100"/>
                    <a:pt x="2607" y="100"/>
                  </a:cubicBezTo>
                  <a:cubicBezTo>
                    <a:pt x="2607" y="326"/>
                    <a:pt x="2707" y="426"/>
                    <a:pt x="2833" y="526"/>
                  </a:cubicBezTo>
                  <a:cubicBezTo>
                    <a:pt x="2933" y="627"/>
                    <a:pt x="3033" y="852"/>
                    <a:pt x="3033" y="952"/>
                  </a:cubicBezTo>
                  <a:cubicBezTo>
                    <a:pt x="3133" y="1153"/>
                    <a:pt x="3133" y="1479"/>
                    <a:pt x="3234" y="1679"/>
                  </a:cubicBezTo>
                  <a:cubicBezTo>
                    <a:pt x="3234" y="1880"/>
                    <a:pt x="3234" y="2206"/>
                    <a:pt x="3133" y="2406"/>
                  </a:cubicBezTo>
                  <a:cubicBezTo>
                    <a:pt x="3033" y="2832"/>
                    <a:pt x="3133" y="3233"/>
                    <a:pt x="2933" y="3659"/>
                  </a:cubicBezTo>
                  <a:cubicBezTo>
                    <a:pt x="2833" y="3759"/>
                    <a:pt x="2607" y="3759"/>
                    <a:pt x="2607" y="3985"/>
                  </a:cubicBezTo>
                  <a:cubicBezTo>
                    <a:pt x="2607" y="4085"/>
                    <a:pt x="2507" y="4085"/>
                    <a:pt x="2507" y="4186"/>
                  </a:cubicBezTo>
                  <a:cubicBezTo>
                    <a:pt x="2407" y="4386"/>
                    <a:pt x="2306" y="4486"/>
                    <a:pt x="2206" y="4612"/>
                  </a:cubicBezTo>
                  <a:cubicBezTo>
                    <a:pt x="2081" y="4712"/>
                    <a:pt x="2081" y="4812"/>
                    <a:pt x="1981" y="4912"/>
                  </a:cubicBezTo>
                  <a:cubicBezTo>
                    <a:pt x="1880" y="5013"/>
                    <a:pt x="1780" y="5238"/>
                    <a:pt x="1680" y="5439"/>
                  </a:cubicBezTo>
                  <a:cubicBezTo>
                    <a:pt x="1580" y="5539"/>
                    <a:pt x="1354" y="5639"/>
                    <a:pt x="1254" y="5739"/>
                  </a:cubicBezTo>
                  <a:cubicBezTo>
                    <a:pt x="1053" y="5965"/>
                    <a:pt x="953" y="6065"/>
                    <a:pt x="828" y="6266"/>
                  </a:cubicBezTo>
                  <a:cubicBezTo>
                    <a:pt x="627" y="6366"/>
                    <a:pt x="527" y="6592"/>
                    <a:pt x="427" y="6792"/>
                  </a:cubicBezTo>
                  <a:cubicBezTo>
                    <a:pt x="326" y="6993"/>
                    <a:pt x="326" y="7218"/>
                    <a:pt x="101" y="7218"/>
                  </a:cubicBezTo>
                  <a:cubicBezTo>
                    <a:pt x="1" y="7218"/>
                    <a:pt x="1" y="7318"/>
                    <a:pt x="101" y="7419"/>
                  </a:cubicBezTo>
                  <a:cubicBezTo>
                    <a:pt x="151" y="7519"/>
                    <a:pt x="232" y="7544"/>
                    <a:pt x="301" y="7544"/>
                  </a:cubicBezTo>
                  <a:cubicBezTo>
                    <a:pt x="370" y="7544"/>
                    <a:pt x="427" y="7519"/>
                    <a:pt x="427" y="7519"/>
                  </a:cubicBezTo>
                  <a:cubicBezTo>
                    <a:pt x="527" y="7419"/>
                    <a:pt x="627" y="7218"/>
                    <a:pt x="727" y="7118"/>
                  </a:cubicBezTo>
                  <a:lnTo>
                    <a:pt x="1254" y="6491"/>
                  </a:lnTo>
                  <a:lnTo>
                    <a:pt x="1680" y="6065"/>
                  </a:lnTo>
                  <a:cubicBezTo>
                    <a:pt x="1780" y="5865"/>
                    <a:pt x="1880" y="5739"/>
                    <a:pt x="1981" y="5639"/>
                  </a:cubicBezTo>
                  <a:cubicBezTo>
                    <a:pt x="2081" y="5539"/>
                    <a:pt x="2081" y="5439"/>
                    <a:pt x="2206" y="5338"/>
                  </a:cubicBezTo>
                  <a:cubicBezTo>
                    <a:pt x="2407" y="5013"/>
                    <a:pt x="2707" y="4612"/>
                    <a:pt x="3033" y="4186"/>
                  </a:cubicBezTo>
                  <a:cubicBezTo>
                    <a:pt x="3033" y="4085"/>
                    <a:pt x="3133" y="4085"/>
                    <a:pt x="3133" y="3985"/>
                  </a:cubicBezTo>
                  <a:cubicBezTo>
                    <a:pt x="3234" y="3759"/>
                    <a:pt x="3334" y="3659"/>
                    <a:pt x="3459" y="3559"/>
                  </a:cubicBezTo>
                  <a:cubicBezTo>
                    <a:pt x="3560" y="3233"/>
                    <a:pt x="3459" y="2932"/>
                    <a:pt x="3560" y="2732"/>
                  </a:cubicBezTo>
                  <a:cubicBezTo>
                    <a:pt x="3560" y="2506"/>
                    <a:pt x="3660" y="2306"/>
                    <a:pt x="3660" y="1980"/>
                  </a:cubicBezTo>
                  <a:cubicBezTo>
                    <a:pt x="3660" y="1880"/>
                    <a:pt x="3660" y="1679"/>
                    <a:pt x="3560" y="1579"/>
                  </a:cubicBezTo>
                  <a:cubicBezTo>
                    <a:pt x="3560" y="1253"/>
                    <a:pt x="3560" y="1053"/>
                    <a:pt x="3459" y="852"/>
                  </a:cubicBezTo>
                  <a:cubicBezTo>
                    <a:pt x="3334" y="627"/>
                    <a:pt x="3334" y="426"/>
                    <a:pt x="3234" y="326"/>
                  </a:cubicBezTo>
                  <a:cubicBezTo>
                    <a:pt x="3133" y="226"/>
                    <a:pt x="3033" y="100"/>
                    <a:pt x="2933" y="100"/>
                  </a:cubicBezTo>
                  <a:lnTo>
                    <a:pt x="2833"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7"/>
            <p:cNvSpPr/>
            <p:nvPr/>
          </p:nvSpPr>
          <p:spPr>
            <a:xfrm>
              <a:off x="5912475" y="2178725"/>
              <a:ext cx="18200" cy="66925"/>
            </a:xfrm>
            <a:custGeom>
              <a:rect b="b" l="l" r="r" t="t"/>
              <a:pathLst>
                <a:path extrusionOk="0" h="2677" w="728">
                  <a:moveTo>
                    <a:pt x="296" y="0"/>
                  </a:moveTo>
                  <a:cubicBezTo>
                    <a:pt x="282" y="0"/>
                    <a:pt x="259" y="11"/>
                    <a:pt x="226" y="45"/>
                  </a:cubicBezTo>
                  <a:lnTo>
                    <a:pt x="101" y="45"/>
                  </a:lnTo>
                  <a:cubicBezTo>
                    <a:pt x="0" y="170"/>
                    <a:pt x="0" y="270"/>
                    <a:pt x="0" y="270"/>
                  </a:cubicBezTo>
                  <a:cubicBezTo>
                    <a:pt x="101" y="270"/>
                    <a:pt x="101" y="371"/>
                    <a:pt x="101" y="371"/>
                  </a:cubicBezTo>
                  <a:lnTo>
                    <a:pt x="101" y="671"/>
                  </a:lnTo>
                  <a:cubicBezTo>
                    <a:pt x="226" y="671"/>
                    <a:pt x="226" y="797"/>
                    <a:pt x="226" y="897"/>
                  </a:cubicBezTo>
                  <a:cubicBezTo>
                    <a:pt x="101" y="997"/>
                    <a:pt x="426" y="1097"/>
                    <a:pt x="326" y="1198"/>
                  </a:cubicBezTo>
                  <a:cubicBezTo>
                    <a:pt x="326" y="1298"/>
                    <a:pt x="226" y="1298"/>
                    <a:pt x="226" y="1298"/>
                  </a:cubicBezTo>
                  <a:lnTo>
                    <a:pt x="326" y="1423"/>
                  </a:lnTo>
                  <a:lnTo>
                    <a:pt x="326" y="1624"/>
                  </a:lnTo>
                  <a:lnTo>
                    <a:pt x="326" y="1724"/>
                  </a:lnTo>
                  <a:lnTo>
                    <a:pt x="326" y="1824"/>
                  </a:lnTo>
                  <a:cubicBezTo>
                    <a:pt x="426" y="1924"/>
                    <a:pt x="326" y="1924"/>
                    <a:pt x="326" y="2050"/>
                  </a:cubicBezTo>
                  <a:cubicBezTo>
                    <a:pt x="226" y="2050"/>
                    <a:pt x="226" y="2150"/>
                    <a:pt x="226" y="2150"/>
                  </a:cubicBezTo>
                  <a:lnTo>
                    <a:pt x="226" y="2350"/>
                  </a:lnTo>
                  <a:cubicBezTo>
                    <a:pt x="226" y="2451"/>
                    <a:pt x="326" y="2551"/>
                    <a:pt x="226" y="2551"/>
                  </a:cubicBezTo>
                  <a:lnTo>
                    <a:pt x="326" y="2551"/>
                  </a:lnTo>
                  <a:cubicBezTo>
                    <a:pt x="527" y="2676"/>
                    <a:pt x="627" y="2676"/>
                    <a:pt x="627" y="2676"/>
                  </a:cubicBezTo>
                  <a:lnTo>
                    <a:pt x="627" y="2451"/>
                  </a:lnTo>
                  <a:cubicBezTo>
                    <a:pt x="727" y="2451"/>
                    <a:pt x="727" y="2350"/>
                    <a:pt x="727" y="2250"/>
                  </a:cubicBezTo>
                  <a:lnTo>
                    <a:pt x="727" y="2050"/>
                  </a:lnTo>
                  <a:lnTo>
                    <a:pt x="727" y="1824"/>
                  </a:lnTo>
                  <a:lnTo>
                    <a:pt x="727" y="1724"/>
                  </a:lnTo>
                  <a:lnTo>
                    <a:pt x="727" y="1298"/>
                  </a:lnTo>
                  <a:lnTo>
                    <a:pt x="727" y="1198"/>
                  </a:lnTo>
                  <a:lnTo>
                    <a:pt x="727" y="1097"/>
                  </a:lnTo>
                  <a:cubicBezTo>
                    <a:pt x="727" y="997"/>
                    <a:pt x="627" y="897"/>
                    <a:pt x="627" y="897"/>
                  </a:cubicBezTo>
                  <a:lnTo>
                    <a:pt x="627" y="571"/>
                  </a:lnTo>
                  <a:cubicBezTo>
                    <a:pt x="627" y="571"/>
                    <a:pt x="527" y="571"/>
                    <a:pt x="527" y="471"/>
                  </a:cubicBezTo>
                  <a:cubicBezTo>
                    <a:pt x="527" y="471"/>
                    <a:pt x="527" y="371"/>
                    <a:pt x="426" y="270"/>
                  </a:cubicBezTo>
                  <a:cubicBezTo>
                    <a:pt x="426" y="270"/>
                    <a:pt x="527" y="170"/>
                    <a:pt x="426" y="170"/>
                  </a:cubicBezTo>
                  <a:cubicBezTo>
                    <a:pt x="426" y="45"/>
                    <a:pt x="326" y="45"/>
                    <a:pt x="326" y="45"/>
                  </a:cubicBezTo>
                  <a:cubicBezTo>
                    <a:pt x="326" y="45"/>
                    <a:pt x="326" y="0"/>
                    <a:pt x="2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7"/>
            <p:cNvSpPr/>
            <p:nvPr/>
          </p:nvSpPr>
          <p:spPr>
            <a:xfrm>
              <a:off x="5938775" y="2161650"/>
              <a:ext cx="23225" cy="62700"/>
            </a:xfrm>
            <a:custGeom>
              <a:rect b="b" l="l" r="r" t="t"/>
              <a:pathLst>
                <a:path extrusionOk="0" h="2508" w="929">
                  <a:moveTo>
                    <a:pt x="302" y="1"/>
                  </a:moveTo>
                  <a:lnTo>
                    <a:pt x="201" y="101"/>
                  </a:lnTo>
                  <a:lnTo>
                    <a:pt x="101" y="226"/>
                  </a:lnTo>
                  <a:cubicBezTo>
                    <a:pt x="1" y="327"/>
                    <a:pt x="101" y="327"/>
                    <a:pt x="101" y="327"/>
                  </a:cubicBezTo>
                  <a:lnTo>
                    <a:pt x="201" y="427"/>
                  </a:lnTo>
                  <a:cubicBezTo>
                    <a:pt x="201" y="527"/>
                    <a:pt x="201" y="627"/>
                    <a:pt x="302" y="627"/>
                  </a:cubicBezTo>
                  <a:cubicBezTo>
                    <a:pt x="302" y="627"/>
                    <a:pt x="427" y="728"/>
                    <a:pt x="302" y="853"/>
                  </a:cubicBezTo>
                  <a:cubicBezTo>
                    <a:pt x="201" y="953"/>
                    <a:pt x="527" y="953"/>
                    <a:pt x="527" y="1154"/>
                  </a:cubicBezTo>
                  <a:lnTo>
                    <a:pt x="427" y="1254"/>
                  </a:lnTo>
                  <a:lnTo>
                    <a:pt x="427" y="1354"/>
                  </a:lnTo>
                  <a:cubicBezTo>
                    <a:pt x="527" y="1354"/>
                    <a:pt x="527" y="1354"/>
                    <a:pt x="527" y="1480"/>
                  </a:cubicBezTo>
                  <a:cubicBezTo>
                    <a:pt x="427" y="1480"/>
                    <a:pt x="427" y="1480"/>
                    <a:pt x="427" y="1580"/>
                  </a:cubicBezTo>
                  <a:lnTo>
                    <a:pt x="527" y="1680"/>
                  </a:lnTo>
                  <a:cubicBezTo>
                    <a:pt x="527" y="1780"/>
                    <a:pt x="427" y="1780"/>
                    <a:pt x="427" y="1780"/>
                  </a:cubicBezTo>
                  <a:cubicBezTo>
                    <a:pt x="427" y="1881"/>
                    <a:pt x="302" y="1881"/>
                    <a:pt x="302" y="1981"/>
                  </a:cubicBezTo>
                  <a:lnTo>
                    <a:pt x="302" y="2206"/>
                  </a:lnTo>
                  <a:cubicBezTo>
                    <a:pt x="302" y="2206"/>
                    <a:pt x="357" y="2251"/>
                    <a:pt x="328" y="2251"/>
                  </a:cubicBezTo>
                  <a:cubicBezTo>
                    <a:pt x="313" y="2251"/>
                    <a:pt x="277" y="2240"/>
                    <a:pt x="201" y="2206"/>
                  </a:cubicBezTo>
                  <a:lnTo>
                    <a:pt x="201" y="2206"/>
                  </a:lnTo>
                  <a:cubicBezTo>
                    <a:pt x="201" y="2206"/>
                    <a:pt x="201" y="2307"/>
                    <a:pt x="302" y="2307"/>
                  </a:cubicBezTo>
                  <a:cubicBezTo>
                    <a:pt x="527" y="2507"/>
                    <a:pt x="527" y="2507"/>
                    <a:pt x="627" y="2507"/>
                  </a:cubicBezTo>
                  <a:cubicBezTo>
                    <a:pt x="627" y="2507"/>
                    <a:pt x="627" y="2407"/>
                    <a:pt x="728" y="2407"/>
                  </a:cubicBezTo>
                  <a:cubicBezTo>
                    <a:pt x="728" y="2307"/>
                    <a:pt x="728" y="2206"/>
                    <a:pt x="828" y="2106"/>
                  </a:cubicBezTo>
                  <a:lnTo>
                    <a:pt x="828" y="1881"/>
                  </a:lnTo>
                  <a:lnTo>
                    <a:pt x="928" y="1780"/>
                  </a:lnTo>
                  <a:cubicBezTo>
                    <a:pt x="928" y="1680"/>
                    <a:pt x="828" y="1680"/>
                    <a:pt x="828" y="1680"/>
                  </a:cubicBezTo>
                  <a:cubicBezTo>
                    <a:pt x="928" y="1480"/>
                    <a:pt x="928" y="1354"/>
                    <a:pt x="828" y="1254"/>
                  </a:cubicBezTo>
                  <a:cubicBezTo>
                    <a:pt x="828" y="1154"/>
                    <a:pt x="928" y="1154"/>
                    <a:pt x="928" y="1154"/>
                  </a:cubicBezTo>
                  <a:lnTo>
                    <a:pt x="928" y="953"/>
                  </a:lnTo>
                  <a:cubicBezTo>
                    <a:pt x="928" y="853"/>
                    <a:pt x="828" y="853"/>
                    <a:pt x="728" y="728"/>
                  </a:cubicBezTo>
                  <a:lnTo>
                    <a:pt x="728" y="527"/>
                  </a:lnTo>
                  <a:lnTo>
                    <a:pt x="627" y="427"/>
                  </a:lnTo>
                  <a:cubicBezTo>
                    <a:pt x="627" y="327"/>
                    <a:pt x="627" y="327"/>
                    <a:pt x="527" y="226"/>
                  </a:cubicBezTo>
                  <a:cubicBezTo>
                    <a:pt x="527" y="226"/>
                    <a:pt x="527" y="101"/>
                    <a:pt x="427" y="101"/>
                  </a:cubicBezTo>
                  <a:cubicBezTo>
                    <a:pt x="427" y="101"/>
                    <a:pt x="302" y="101"/>
                    <a:pt x="3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7"/>
            <p:cNvSpPr/>
            <p:nvPr/>
          </p:nvSpPr>
          <p:spPr>
            <a:xfrm>
              <a:off x="5970125" y="2153025"/>
              <a:ext cx="20700" cy="40625"/>
            </a:xfrm>
            <a:custGeom>
              <a:rect b="b" l="l" r="r" t="t"/>
              <a:pathLst>
                <a:path extrusionOk="0" h="1625" w="828">
                  <a:moveTo>
                    <a:pt x="171" y="1"/>
                  </a:moveTo>
                  <a:cubicBezTo>
                    <a:pt x="156" y="1"/>
                    <a:pt x="134" y="12"/>
                    <a:pt x="100" y="45"/>
                  </a:cubicBezTo>
                  <a:lnTo>
                    <a:pt x="100" y="145"/>
                  </a:lnTo>
                  <a:lnTo>
                    <a:pt x="0" y="246"/>
                  </a:lnTo>
                  <a:cubicBezTo>
                    <a:pt x="100" y="246"/>
                    <a:pt x="100" y="346"/>
                    <a:pt x="100" y="346"/>
                  </a:cubicBezTo>
                  <a:lnTo>
                    <a:pt x="100" y="446"/>
                  </a:lnTo>
                  <a:cubicBezTo>
                    <a:pt x="201" y="446"/>
                    <a:pt x="201" y="571"/>
                    <a:pt x="201" y="571"/>
                  </a:cubicBezTo>
                  <a:cubicBezTo>
                    <a:pt x="100" y="672"/>
                    <a:pt x="426" y="672"/>
                    <a:pt x="301" y="772"/>
                  </a:cubicBezTo>
                  <a:cubicBezTo>
                    <a:pt x="301" y="772"/>
                    <a:pt x="201" y="872"/>
                    <a:pt x="301" y="872"/>
                  </a:cubicBezTo>
                  <a:lnTo>
                    <a:pt x="301" y="972"/>
                  </a:lnTo>
                  <a:cubicBezTo>
                    <a:pt x="301" y="1073"/>
                    <a:pt x="301" y="1073"/>
                    <a:pt x="426" y="1073"/>
                  </a:cubicBezTo>
                  <a:cubicBezTo>
                    <a:pt x="426" y="1198"/>
                    <a:pt x="426" y="1198"/>
                    <a:pt x="301" y="1198"/>
                  </a:cubicBezTo>
                  <a:lnTo>
                    <a:pt x="301" y="1298"/>
                  </a:lnTo>
                  <a:lnTo>
                    <a:pt x="301" y="1399"/>
                  </a:lnTo>
                  <a:cubicBezTo>
                    <a:pt x="301" y="1499"/>
                    <a:pt x="526" y="1499"/>
                    <a:pt x="301" y="1499"/>
                  </a:cubicBezTo>
                  <a:lnTo>
                    <a:pt x="426" y="1499"/>
                  </a:lnTo>
                  <a:cubicBezTo>
                    <a:pt x="526" y="1599"/>
                    <a:pt x="602" y="1624"/>
                    <a:pt x="652" y="1624"/>
                  </a:cubicBezTo>
                  <a:cubicBezTo>
                    <a:pt x="702" y="1624"/>
                    <a:pt x="727" y="1599"/>
                    <a:pt x="727" y="1599"/>
                  </a:cubicBezTo>
                  <a:lnTo>
                    <a:pt x="727" y="1499"/>
                  </a:lnTo>
                  <a:cubicBezTo>
                    <a:pt x="827" y="1499"/>
                    <a:pt x="827" y="1399"/>
                    <a:pt x="827" y="1399"/>
                  </a:cubicBezTo>
                  <a:lnTo>
                    <a:pt x="827" y="1198"/>
                  </a:lnTo>
                  <a:lnTo>
                    <a:pt x="827" y="1073"/>
                  </a:lnTo>
                  <a:lnTo>
                    <a:pt x="727" y="1073"/>
                  </a:lnTo>
                  <a:lnTo>
                    <a:pt x="727" y="772"/>
                  </a:lnTo>
                  <a:lnTo>
                    <a:pt x="727" y="672"/>
                  </a:lnTo>
                  <a:lnTo>
                    <a:pt x="727" y="571"/>
                  </a:lnTo>
                  <a:cubicBezTo>
                    <a:pt x="727" y="446"/>
                    <a:pt x="627" y="446"/>
                    <a:pt x="526" y="446"/>
                  </a:cubicBezTo>
                  <a:cubicBezTo>
                    <a:pt x="526" y="446"/>
                    <a:pt x="627" y="346"/>
                    <a:pt x="526" y="246"/>
                  </a:cubicBezTo>
                  <a:lnTo>
                    <a:pt x="426" y="246"/>
                  </a:lnTo>
                  <a:lnTo>
                    <a:pt x="426" y="145"/>
                  </a:lnTo>
                  <a:cubicBezTo>
                    <a:pt x="301" y="45"/>
                    <a:pt x="426" y="45"/>
                    <a:pt x="301" y="45"/>
                  </a:cubicBezTo>
                  <a:lnTo>
                    <a:pt x="201" y="45"/>
                  </a:lnTo>
                  <a:cubicBezTo>
                    <a:pt x="201" y="45"/>
                    <a:pt x="201" y="1"/>
                    <a:pt x="1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7"/>
            <p:cNvSpPr/>
            <p:nvPr/>
          </p:nvSpPr>
          <p:spPr>
            <a:xfrm>
              <a:off x="5518350" y="1733725"/>
              <a:ext cx="60175" cy="20700"/>
            </a:xfrm>
            <a:custGeom>
              <a:rect b="b" l="l" r="r" t="t"/>
              <a:pathLst>
                <a:path extrusionOk="0" h="828" w="2407">
                  <a:moveTo>
                    <a:pt x="427" y="0"/>
                  </a:moveTo>
                  <a:cubicBezTo>
                    <a:pt x="327" y="0"/>
                    <a:pt x="327" y="100"/>
                    <a:pt x="201" y="100"/>
                  </a:cubicBezTo>
                  <a:cubicBezTo>
                    <a:pt x="201" y="100"/>
                    <a:pt x="201" y="189"/>
                    <a:pt x="172" y="189"/>
                  </a:cubicBezTo>
                  <a:cubicBezTo>
                    <a:pt x="157" y="189"/>
                    <a:pt x="134" y="167"/>
                    <a:pt x="101" y="100"/>
                  </a:cubicBezTo>
                  <a:cubicBezTo>
                    <a:pt x="101" y="100"/>
                    <a:pt x="1" y="100"/>
                    <a:pt x="101" y="201"/>
                  </a:cubicBezTo>
                  <a:cubicBezTo>
                    <a:pt x="101" y="526"/>
                    <a:pt x="101" y="526"/>
                    <a:pt x="201" y="526"/>
                  </a:cubicBezTo>
                  <a:cubicBezTo>
                    <a:pt x="201" y="560"/>
                    <a:pt x="201" y="571"/>
                    <a:pt x="206" y="571"/>
                  </a:cubicBezTo>
                  <a:cubicBezTo>
                    <a:pt x="215" y="571"/>
                    <a:pt x="243" y="526"/>
                    <a:pt x="327" y="526"/>
                  </a:cubicBezTo>
                  <a:lnTo>
                    <a:pt x="728" y="526"/>
                  </a:lnTo>
                  <a:cubicBezTo>
                    <a:pt x="828" y="526"/>
                    <a:pt x="828" y="426"/>
                    <a:pt x="828" y="426"/>
                  </a:cubicBezTo>
                  <a:cubicBezTo>
                    <a:pt x="953" y="426"/>
                    <a:pt x="1053" y="426"/>
                    <a:pt x="1254" y="526"/>
                  </a:cubicBezTo>
                  <a:cubicBezTo>
                    <a:pt x="1354" y="526"/>
                    <a:pt x="1354" y="627"/>
                    <a:pt x="1354" y="627"/>
                  </a:cubicBezTo>
                  <a:cubicBezTo>
                    <a:pt x="1454" y="627"/>
                    <a:pt x="1580" y="526"/>
                    <a:pt x="1580" y="526"/>
                  </a:cubicBezTo>
                  <a:cubicBezTo>
                    <a:pt x="1680" y="526"/>
                    <a:pt x="1680" y="627"/>
                    <a:pt x="1680" y="627"/>
                  </a:cubicBezTo>
                  <a:cubicBezTo>
                    <a:pt x="1713" y="660"/>
                    <a:pt x="1736" y="671"/>
                    <a:pt x="1754" y="671"/>
                  </a:cubicBezTo>
                  <a:cubicBezTo>
                    <a:pt x="1791" y="671"/>
                    <a:pt x="1814" y="627"/>
                    <a:pt x="1881" y="627"/>
                  </a:cubicBezTo>
                  <a:lnTo>
                    <a:pt x="1981" y="727"/>
                  </a:lnTo>
                  <a:cubicBezTo>
                    <a:pt x="2081" y="727"/>
                    <a:pt x="2081" y="827"/>
                    <a:pt x="2081" y="827"/>
                  </a:cubicBezTo>
                  <a:lnTo>
                    <a:pt x="2206" y="827"/>
                  </a:lnTo>
                  <a:lnTo>
                    <a:pt x="2307" y="727"/>
                  </a:lnTo>
                  <a:cubicBezTo>
                    <a:pt x="2307" y="727"/>
                    <a:pt x="2307" y="627"/>
                    <a:pt x="2407" y="627"/>
                  </a:cubicBezTo>
                  <a:cubicBezTo>
                    <a:pt x="2407" y="426"/>
                    <a:pt x="2307" y="426"/>
                    <a:pt x="2307" y="426"/>
                  </a:cubicBezTo>
                  <a:lnTo>
                    <a:pt x="2206" y="426"/>
                  </a:lnTo>
                  <a:cubicBezTo>
                    <a:pt x="2081" y="301"/>
                    <a:pt x="2081" y="201"/>
                    <a:pt x="1981" y="201"/>
                  </a:cubicBezTo>
                  <a:cubicBezTo>
                    <a:pt x="1881" y="201"/>
                    <a:pt x="1780" y="201"/>
                    <a:pt x="1780" y="100"/>
                  </a:cubicBezTo>
                  <a:cubicBezTo>
                    <a:pt x="1759" y="79"/>
                    <a:pt x="1732" y="71"/>
                    <a:pt x="1702" y="71"/>
                  </a:cubicBezTo>
                  <a:cubicBezTo>
                    <a:pt x="1620" y="71"/>
                    <a:pt x="1514" y="129"/>
                    <a:pt x="1432" y="129"/>
                  </a:cubicBezTo>
                  <a:cubicBezTo>
                    <a:pt x="1402" y="129"/>
                    <a:pt x="1375" y="121"/>
                    <a:pt x="1354" y="100"/>
                  </a:cubicBezTo>
                  <a:cubicBezTo>
                    <a:pt x="1354" y="100"/>
                    <a:pt x="1354" y="0"/>
                    <a:pt x="1254" y="0"/>
                  </a:cubicBezTo>
                  <a:lnTo>
                    <a:pt x="1154" y="0"/>
                  </a:lnTo>
                  <a:cubicBezTo>
                    <a:pt x="1154" y="33"/>
                    <a:pt x="1143" y="45"/>
                    <a:pt x="1128" y="45"/>
                  </a:cubicBezTo>
                  <a:cubicBezTo>
                    <a:pt x="1098" y="45"/>
                    <a:pt x="1053" y="0"/>
                    <a:pt x="1053" y="0"/>
                  </a:cubicBezTo>
                  <a:lnTo>
                    <a:pt x="953" y="0"/>
                  </a:lnTo>
                  <a:cubicBezTo>
                    <a:pt x="828" y="0"/>
                    <a:pt x="828" y="0"/>
                    <a:pt x="728" y="100"/>
                  </a:cubicBezTo>
                  <a:cubicBezTo>
                    <a:pt x="728" y="100"/>
                    <a:pt x="627" y="100"/>
                    <a:pt x="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7"/>
            <p:cNvSpPr/>
            <p:nvPr/>
          </p:nvSpPr>
          <p:spPr>
            <a:xfrm>
              <a:off x="5531525" y="1691725"/>
              <a:ext cx="70200" cy="28850"/>
            </a:xfrm>
            <a:custGeom>
              <a:rect b="b" l="l" r="r" t="t"/>
              <a:pathLst>
                <a:path extrusionOk="0" h="1154" w="2808">
                  <a:moveTo>
                    <a:pt x="100" y="1"/>
                  </a:moveTo>
                  <a:lnTo>
                    <a:pt x="100" y="101"/>
                  </a:lnTo>
                  <a:cubicBezTo>
                    <a:pt x="0" y="327"/>
                    <a:pt x="100" y="427"/>
                    <a:pt x="100" y="427"/>
                  </a:cubicBezTo>
                  <a:lnTo>
                    <a:pt x="526" y="427"/>
                  </a:lnTo>
                  <a:lnTo>
                    <a:pt x="727" y="527"/>
                  </a:lnTo>
                  <a:lnTo>
                    <a:pt x="927" y="527"/>
                  </a:lnTo>
                  <a:cubicBezTo>
                    <a:pt x="1053" y="527"/>
                    <a:pt x="1253" y="527"/>
                    <a:pt x="1354" y="627"/>
                  </a:cubicBezTo>
                  <a:lnTo>
                    <a:pt x="1454" y="627"/>
                  </a:lnTo>
                  <a:lnTo>
                    <a:pt x="1554" y="728"/>
                  </a:lnTo>
                  <a:lnTo>
                    <a:pt x="1880" y="728"/>
                  </a:lnTo>
                  <a:lnTo>
                    <a:pt x="1980" y="853"/>
                  </a:lnTo>
                  <a:cubicBezTo>
                    <a:pt x="1980" y="886"/>
                    <a:pt x="1991" y="897"/>
                    <a:pt x="2010" y="897"/>
                  </a:cubicBezTo>
                  <a:cubicBezTo>
                    <a:pt x="2047" y="897"/>
                    <a:pt x="2114" y="853"/>
                    <a:pt x="2181" y="853"/>
                  </a:cubicBezTo>
                  <a:cubicBezTo>
                    <a:pt x="2181" y="953"/>
                    <a:pt x="2306" y="953"/>
                    <a:pt x="2306" y="1053"/>
                  </a:cubicBezTo>
                  <a:lnTo>
                    <a:pt x="2607" y="1053"/>
                  </a:lnTo>
                  <a:lnTo>
                    <a:pt x="2607" y="1154"/>
                  </a:lnTo>
                  <a:lnTo>
                    <a:pt x="2707" y="1053"/>
                  </a:lnTo>
                  <a:lnTo>
                    <a:pt x="2707" y="953"/>
                  </a:lnTo>
                  <a:cubicBezTo>
                    <a:pt x="2807" y="728"/>
                    <a:pt x="2707" y="728"/>
                    <a:pt x="2707" y="728"/>
                  </a:cubicBezTo>
                  <a:cubicBezTo>
                    <a:pt x="2607" y="728"/>
                    <a:pt x="2607" y="627"/>
                    <a:pt x="2506" y="627"/>
                  </a:cubicBezTo>
                  <a:cubicBezTo>
                    <a:pt x="2406" y="627"/>
                    <a:pt x="2406" y="527"/>
                    <a:pt x="2306" y="527"/>
                  </a:cubicBezTo>
                  <a:cubicBezTo>
                    <a:pt x="2181" y="527"/>
                    <a:pt x="2080" y="427"/>
                    <a:pt x="2080" y="327"/>
                  </a:cubicBezTo>
                  <a:cubicBezTo>
                    <a:pt x="2059" y="305"/>
                    <a:pt x="2033" y="298"/>
                    <a:pt x="2005" y="298"/>
                  </a:cubicBezTo>
                  <a:cubicBezTo>
                    <a:pt x="1928" y="298"/>
                    <a:pt x="1832" y="356"/>
                    <a:pt x="1754" y="356"/>
                  </a:cubicBezTo>
                  <a:cubicBezTo>
                    <a:pt x="1726" y="356"/>
                    <a:pt x="1701" y="348"/>
                    <a:pt x="1679" y="327"/>
                  </a:cubicBezTo>
                  <a:cubicBezTo>
                    <a:pt x="1554" y="226"/>
                    <a:pt x="1554" y="101"/>
                    <a:pt x="1554" y="101"/>
                  </a:cubicBezTo>
                  <a:lnTo>
                    <a:pt x="927" y="101"/>
                  </a:lnTo>
                  <a:cubicBezTo>
                    <a:pt x="827" y="101"/>
                    <a:pt x="827" y="1"/>
                    <a:pt x="727" y="1"/>
                  </a:cubicBezTo>
                  <a:lnTo>
                    <a:pt x="301" y="1"/>
                  </a:lnTo>
                  <a:cubicBezTo>
                    <a:pt x="234" y="1"/>
                    <a:pt x="212" y="45"/>
                    <a:pt x="175" y="45"/>
                  </a:cubicBezTo>
                  <a:cubicBezTo>
                    <a:pt x="156" y="45"/>
                    <a:pt x="134" y="34"/>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7"/>
            <p:cNvSpPr/>
            <p:nvPr/>
          </p:nvSpPr>
          <p:spPr>
            <a:xfrm>
              <a:off x="5636150" y="2017050"/>
              <a:ext cx="198025" cy="64850"/>
            </a:xfrm>
            <a:custGeom>
              <a:rect b="b" l="l" r="r" t="t"/>
              <a:pathLst>
                <a:path extrusionOk="0" h="2594" w="7921">
                  <a:moveTo>
                    <a:pt x="5496" y="1"/>
                  </a:moveTo>
                  <a:cubicBezTo>
                    <a:pt x="5325" y="1"/>
                    <a:pt x="5147" y="46"/>
                    <a:pt x="5013" y="46"/>
                  </a:cubicBezTo>
                  <a:cubicBezTo>
                    <a:pt x="4788" y="46"/>
                    <a:pt x="4587" y="146"/>
                    <a:pt x="4261" y="146"/>
                  </a:cubicBezTo>
                  <a:cubicBezTo>
                    <a:pt x="4194" y="146"/>
                    <a:pt x="4083" y="101"/>
                    <a:pt x="3987" y="101"/>
                  </a:cubicBezTo>
                  <a:cubicBezTo>
                    <a:pt x="3938" y="101"/>
                    <a:pt x="3894" y="112"/>
                    <a:pt x="3860" y="146"/>
                  </a:cubicBezTo>
                  <a:cubicBezTo>
                    <a:pt x="3760" y="146"/>
                    <a:pt x="3635" y="146"/>
                    <a:pt x="3534" y="246"/>
                  </a:cubicBezTo>
                  <a:cubicBezTo>
                    <a:pt x="3334" y="246"/>
                    <a:pt x="3234" y="371"/>
                    <a:pt x="3008" y="472"/>
                  </a:cubicBezTo>
                  <a:cubicBezTo>
                    <a:pt x="2908" y="472"/>
                    <a:pt x="2808" y="472"/>
                    <a:pt x="2707" y="572"/>
                  </a:cubicBezTo>
                  <a:cubicBezTo>
                    <a:pt x="2507" y="672"/>
                    <a:pt x="2281" y="672"/>
                    <a:pt x="2181" y="873"/>
                  </a:cubicBezTo>
                  <a:cubicBezTo>
                    <a:pt x="1981" y="998"/>
                    <a:pt x="1755" y="998"/>
                    <a:pt x="1554" y="998"/>
                  </a:cubicBezTo>
                  <a:cubicBezTo>
                    <a:pt x="1354" y="1098"/>
                    <a:pt x="1128" y="1198"/>
                    <a:pt x="928" y="1299"/>
                  </a:cubicBezTo>
                  <a:cubicBezTo>
                    <a:pt x="727" y="1399"/>
                    <a:pt x="627" y="1624"/>
                    <a:pt x="402" y="1825"/>
                  </a:cubicBezTo>
                  <a:cubicBezTo>
                    <a:pt x="301" y="2025"/>
                    <a:pt x="301" y="2126"/>
                    <a:pt x="101" y="2251"/>
                  </a:cubicBezTo>
                  <a:cubicBezTo>
                    <a:pt x="1" y="2351"/>
                    <a:pt x="1" y="2452"/>
                    <a:pt x="101" y="2552"/>
                  </a:cubicBezTo>
                  <a:cubicBezTo>
                    <a:pt x="189" y="2581"/>
                    <a:pt x="251" y="2593"/>
                    <a:pt x="298" y="2593"/>
                  </a:cubicBezTo>
                  <a:cubicBezTo>
                    <a:pt x="410" y="2593"/>
                    <a:pt x="431" y="2522"/>
                    <a:pt x="502" y="2452"/>
                  </a:cubicBezTo>
                  <a:cubicBezTo>
                    <a:pt x="627" y="2351"/>
                    <a:pt x="627" y="2251"/>
                    <a:pt x="727" y="2126"/>
                  </a:cubicBezTo>
                  <a:cubicBezTo>
                    <a:pt x="828" y="2025"/>
                    <a:pt x="1028" y="1825"/>
                    <a:pt x="1354" y="1725"/>
                  </a:cubicBezTo>
                  <a:cubicBezTo>
                    <a:pt x="1454" y="1624"/>
                    <a:pt x="1655" y="1499"/>
                    <a:pt x="1880" y="1399"/>
                  </a:cubicBezTo>
                  <a:lnTo>
                    <a:pt x="2382" y="1198"/>
                  </a:lnTo>
                  <a:cubicBezTo>
                    <a:pt x="2382" y="1098"/>
                    <a:pt x="2507" y="1098"/>
                    <a:pt x="2607" y="998"/>
                  </a:cubicBezTo>
                  <a:cubicBezTo>
                    <a:pt x="3008" y="873"/>
                    <a:pt x="3434" y="672"/>
                    <a:pt x="3961" y="572"/>
                  </a:cubicBezTo>
                  <a:lnTo>
                    <a:pt x="4687" y="572"/>
                  </a:lnTo>
                  <a:cubicBezTo>
                    <a:pt x="4888" y="572"/>
                    <a:pt x="5113" y="472"/>
                    <a:pt x="5414" y="472"/>
                  </a:cubicBezTo>
                  <a:cubicBezTo>
                    <a:pt x="5640" y="472"/>
                    <a:pt x="5840" y="672"/>
                    <a:pt x="6041" y="672"/>
                  </a:cubicBezTo>
                  <a:cubicBezTo>
                    <a:pt x="6141" y="772"/>
                    <a:pt x="6367" y="772"/>
                    <a:pt x="6467" y="772"/>
                  </a:cubicBezTo>
                  <a:cubicBezTo>
                    <a:pt x="6667" y="873"/>
                    <a:pt x="6768" y="1098"/>
                    <a:pt x="6993" y="1198"/>
                  </a:cubicBezTo>
                  <a:cubicBezTo>
                    <a:pt x="7093" y="1299"/>
                    <a:pt x="7194" y="1399"/>
                    <a:pt x="7294" y="1499"/>
                  </a:cubicBezTo>
                  <a:cubicBezTo>
                    <a:pt x="7394" y="1624"/>
                    <a:pt x="7519" y="1624"/>
                    <a:pt x="7519" y="1725"/>
                  </a:cubicBezTo>
                  <a:lnTo>
                    <a:pt x="7620" y="1825"/>
                  </a:lnTo>
                  <a:cubicBezTo>
                    <a:pt x="7620" y="1825"/>
                    <a:pt x="7620" y="1870"/>
                    <a:pt x="7649" y="1870"/>
                  </a:cubicBezTo>
                  <a:cubicBezTo>
                    <a:pt x="7664" y="1870"/>
                    <a:pt x="7687" y="1858"/>
                    <a:pt x="7720" y="1825"/>
                  </a:cubicBezTo>
                  <a:cubicBezTo>
                    <a:pt x="7720" y="1825"/>
                    <a:pt x="7820" y="1825"/>
                    <a:pt x="7820" y="1725"/>
                  </a:cubicBezTo>
                  <a:cubicBezTo>
                    <a:pt x="7920" y="1624"/>
                    <a:pt x="7720" y="1399"/>
                    <a:pt x="7620" y="1299"/>
                  </a:cubicBezTo>
                  <a:cubicBezTo>
                    <a:pt x="7519" y="1098"/>
                    <a:pt x="7394" y="998"/>
                    <a:pt x="7194" y="873"/>
                  </a:cubicBezTo>
                  <a:cubicBezTo>
                    <a:pt x="6993" y="672"/>
                    <a:pt x="6768" y="472"/>
                    <a:pt x="6567" y="371"/>
                  </a:cubicBezTo>
                  <a:cubicBezTo>
                    <a:pt x="6266" y="246"/>
                    <a:pt x="5940" y="246"/>
                    <a:pt x="5740" y="46"/>
                  </a:cubicBezTo>
                  <a:cubicBezTo>
                    <a:pt x="5665" y="12"/>
                    <a:pt x="5581" y="1"/>
                    <a:pt x="54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7"/>
            <p:cNvSpPr/>
            <p:nvPr/>
          </p:nvSpPr>
          <p:spPr>
            <a:xfrm>
              <a:off x="5821000" y="1992650"/>
              <a:ext cx="47000" cy="38700"/>
            </a:xfrm>
            <a:custGeom>
              <a:rect b="b" l="l" r="r" t="t"/>
              <a:pathLst>
                <a:path extrusionOk="0" h="1548" w="1880">
                  <a:moveTo>
                    <a:pt x="213" y="0"/>
                  </a:moveTo>
                  <a:cubicBezTo>
                    <a:pt x="201" y="0"/>
                    <a:pt x="176" y="32"/>
                    <a:pt x="125" y="94"/>
                  </a:cubicBezTo>
                  <a:cubicBezTo>
                    <a:pt x="0" y="395"/>
                    <a:pt x="0" y="495"/>
                    <a:pt x="0" y="495"/>
                  </a:cubicBezTo>
                  <a:lnTo>
                    <a:pt x="125" y="495"/>
                  </a:lnTo>
                  <a:cubicBezTo>
                    <a:pt x="226" y="595"/>
                    <a:pt x="226" y="595"/>
                    <a:pt x="326" y="595"/>
                  </a:cubicBezTo>
                  <a:lnTo>
                    <a:pt x="426" y="595"/>
                  </a:lnTo>
                  <a:lnTo>
                    <a:pt x="526" y="721"/>
                  </a:lnTo>
                  <a:lnTo>
                    <a:pt x="627" y="721"/>
                  </a:lnTo>
                  <a:cubicBezTo>
                    <a:pt x="752" y="721"/>
                    <a:pt x="852" y="821"/>
                    <a:pt x="852" y="921"/>
                  </a:cubicBezTo>
                  <a:lnTo>
                    <a:pt x="953" y="921"/>
                  </a:lnTo>
                  <a:lnTo>
                    <a:pt x="953" y="1022"/>
                  </a:lnTo>
                  <a:lnTo>
                    <a:pt x="1153" y="1022"/>
                  </a:lnTo>
                  <a:cubicBezTo>
                    <a:pt x="1253" y="1122"/>
                    <a:pt x="1153" y="1222"/>
                    <a:pt x="1253" y="1222"/>
                  </a:cubicBezTo>
                  <a:lnTo>
                    <a:pt x="1379" y="1222"/>
                  </a:lnTo>
                  <a:cubicBezTo>
                    <a:pt x="1379" y="1347"/>
                    <a:pt x="1379" y="1347"/>
                    <a:pt x="1479" y="1448"/>
                  </a:cubicBezTo>
                  <a:lnTo>
                    <a:pt x="1579" y="1548"/>
                  </a:lnTo>
                  <a:lnTo>
                    <a:pt x="1679" y="1548"/>
                  </a:lnTo>
                  <a:cubicBezTo>
                    <a:pt x="1679" y="1448"/>
                    <a:pt x="1780" y="1448"/>
                    <a:pt x="1780" y="1448"/>
                  </a:cubicBezTo>
                  <a:cubicBezTo>
                    <a:pt x="1880" y="1347"/>
                    <a:pt x="1880" y="1222"/>
                    <a:pt x="1780" y="1222"/>
                  </a:cubicBezTo>
                  <a:cubicBezTo>
                    <a:pt x="1780" y="1222"/>
                    <a:pt x="1780" y="1122"/>
                    <a:pt x="1679" y="1122"/>
                  </a:cubicBezTo>
                  <a:lnTo>
                    <a:pt x="1679" y="1022"/>
                  </a:lnTo>
                  <a:cubicBezTo>
                    <a:pt x="1579" y="921"/>
                    <a:pt x="1479" y="921"/>
                    <a:pt x="1479" y="821"/>
                  </a:cubicBezTo>
                  <a:cubicBezTo>
                    <a:pt x="1479" y="708"/>
                    <a:pt x="1422" y="708"/>
                    <a:pt x="1354" y="708"/>
                  </a:cubicBezTo>
                  <a:cubicBezTo>
                    <a:pt x="1285" y="708"/>
                    <a:pt x="1203" y="708"/>
                    <a:pt x="1153" y="595"/>
                  </a:cubicBezTo>
                  <a:cubicBezTo>
                    <a:pt x="1153" y="595"/>
                    <a:pt x="1253" y="495"/>
                    <a:pt x="1153" y="495"/>
                  </a:cubicBezTo>
                  <a:lnTo>
                    <a:pt x="1053" y="495"/>
                  </a:lnTo>
                  <a:cubicBezTo>
                    <a:pt x="1053" y="495"/>
                    <a:pt x="1053" y="395"/>
                    <a:pt x="953" y="395"/>
                  </a:cubicBezTo>
                  <a:cubicBezTo>
                    <a:pt x="902" y="345"/>
                    <a:pt x="877" y="320"/>
                    <a:pt x="852" y="320"/>
                  </a:cubicBezTo>
                  <a:cubicBezTo>
                    <a:pt x="827" y="320"/>
                    <a:pt x="802" y="345"/>
                    <a:pt x="752" y="395"/>
                  </a:cubicBezTo>
                  <a:cubicBezTo>
                    <a:pt x="627" y="395"/>
                    <a:pt x="627" y="295"/>
                    <a:pt x="627" y="194"/>
                  </a:cubicBezTo>
                  <a:lnTo>
                    <a:pt x="526" y="194"/>
                  </a:lnTo>
                  <a:cubicBezTo>
                    <a:pt x="426" y="94"/>
                    <a:pt x="326" y="94"/>
                    <a:pt x="326" y="94"/>
                  </a:cubicBezTo>
                  <a:cubicBezTo>
                    <a:pt x="259" y="94"/>
                    <a:pt x="237" y="139"/>
                    <a:pt x="229" y="139"/>
                  </a:cubicBezTo>
                  <a:cubicBezTo>
                    <a:pt x="226" y="139"/>
                    <a:pt x="226" y="128"/>
                    <a:pt x="226" y="94"/>
                  </a:cubicBezTo>
                  <a:cubicBezTo>
                    <a:pt x="226" y="32"/>
                    <a:pt x="226" y="0"/>
                    <a:pt x="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7"/>
            <p:cNvSpPr/>
            <p:nvPr/>
          </p:nvSpPr>
          <p:spPr>
            <a:xfrm>
              <a:off x="5844800" y="1973700"/>
              <a:ext cx="49525" cy="33850"/>
            </a:xfrm>
            <a:custGeom>
              <a:rect b="b" l="l" r="r" t="t"/>
              <a:pathLst>
                <a:path extrusionOk="0" h="1354" w="1981">
                  <a:moveTo>
                    <a:pt x="201" y="0"/>
                  </a:moveTo>
                  <a:lnTo>
                    <a:pt x="101" y="100"/>
                  </a:lnTo>
                  <a:cubicBezTo>
                    <a:pt x="1" y="326"/>
                    <a:pt x="1" y="426"/>
                    <a:pt x="1" y="426"/>
                  </a:cubicBezTo>
                  <a:cubicBezTo>
                    <a:pt x="51" y="476"/>
                    <a:pt x="76" y="476"/>
                    <a:pt x="88" y="476"/>
                  </a:cubicBezTo>
                  <a:cubicBezTo>
                    <a:pt x="101" y="476"/>
                    <a:pt x="101" y="476"/>
                    <a:pt x="101" y="526"/>
                  </a:cubicBezTo>
                  <a:lnTo>
                    <a:pt x="301" y="526"/>
                  </a:lnTo>
                  <a:lnTo>
                    <a:pt x="427" y="627"/>
                  </a:lnTo>
                  <a:lnTo>
                    <a:pt x="627" y="627"/>
                  </a:lnTo>
                  <a:cubicBezTo>
                    <a:pt x="727" y="727"/>
                    <a:pt x="828" y="727"/>
                    <a:pt x="928" y="852"/>
                  </a:cubicBezTo>
                  <a:lnTo>
                    <a:pt x="1053" y="952"/>
                  </a:lnTo>
                  <a:lnTo>
                    <a:pt x="1254" y="952"/>
                  </a:lnTo>
                  <a:cubicBezTo>
                    <a:pt x="1254" y="1053"/>
                    <a:pt x="1254" y="1053"/>
                    <a:pt x="1354" y="1153"/>
                  </a:cubicBezTo>
                  <a:lnTo>
                    <a:pt x="1454" y="1153"/>
                  </a:lnTo>
                  <a:cubicBezTo>
                    <a:pt x="1554" y="1153"/>
                    <a:pt x="1554" y="1253"/>
                    <a:pt x="1554" y="1253"/>
                  </a:cubicBezTo>
                  <a:cubicBezTo>
                    <a:pt x="1680" y="1253"/>
                    <a:pt x="1554" y="1353"/>
                    <a:pt x="1680" y="1353"/>
                  </a:cubicBezTo>
                  <a:lnTo>
                    <a:pt x="1780" y="1353"/>
                  </a:lnTo>
                  <a:lnTo>
                    <a:pt x="1880" y="1253"/>
                  </a:lnTo>
                  <a:lnTo>
                    <a:pt x="1880" y="1153"/>
                  </a:lnTo>
                  <a:cubicBezTo>
                    <a:pt x="1980" y="1053"/>
                    <a:pt x="1980" y="1053"/>
                    <a:pt x="1880" y="1053"/>
                  </a:cubicBezTo>
                  <a:cubicBezTo>
                    <a:pt x="1880" y="952"/>
                    <a:pt x="1880" y="952"/>
                    <a:pt x="1780" y="952"/>
                  </a:cubicBezTo>
                  <a:cubicBezTo>
                    <a:pt x="1780" y="952"/>
                    <a:pt x="1780" y="852"/>
                    <a:pt x="1680" y="852"/>
                  </a:cubicBezTo>
                  <a:cubicBezTo>
                    <a:pt x="1554" y="727"/>
                    <a:pt x="1554" y="727"/>
                    <a:pt x="1554" y="627"/>
                  </a:cubicBezTo>
                  <a:cubicBezTo>
                    <a:pt x="1554" y="577"/>
                    <a:pt x="1479" y="577"/>
                    <a:pt x="1404" y="577"/>
                  </a:cubicBezTo>
                  <a:cubicBezTo>
                    <a:pt x="1329" y="577"/>
                    <a:pt x="1254" y="577"/>
                    <a:pt x="1254" y="526"/>
                  </a:cubicBezTo>
                  <a:cubicBezTo>
                    <a:pt x="1254" y="526"/>
                    <a:pt x="1254" y="426"/>
                    <a:pt x="1153" y="426"/>
                  </a:cubicBezTo>
                  <a:lnTo>
                    <a:pt x="1053" y="426"/>
                  </a:lnTo>
                  <a:lnTo>
                    <a:pt x="928" y="326"/>
                  </a:lnTo>
                  <a:lnTo>
                    <a:pt x="727" y="326"/>
                  </a:lnTo>
                  <a:cubicBezTo>
                    <a:pt x="627" y="326"/>
                    <a:pt x="627" y="226"/>
                    <a:pt x="627" y="226"/>
                  </a:cubicBezTo>
                  <a:cubicBezTo>
                    <a:pt x="627" y="100"/>
                    <a:pt x="527" y="100"/>
                    <a:pt x="527" y="100"/>
                  </a:cubicBezTo>
                  <a:lnTo>
                    <a:pt x="301" y="100"/>
                  </a:lnTo>
                  <a:cubicBezTo>
                    <a:pt x="301" y="100"/>
                    <a:pt x="273" y="135"/>
                    <a:pt x="247" y="135"/>
                  </a:cubicBezTo>
                  <a:cubicBezTo>
                    <a:pt x="224" y="135"/>
                    <a:pt x="201" y="107"/>
                    <a:pt x="2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7"/>
            <p:cNvSpPr/>
            <p:nvPr/>
          </p:nvSpPr>
          <p:spPr>
            <a:xfrm>
              <a:off x="5871125" y="1948000"/>
              <a:ext cx="52025" cy="36375"/>
            </a:xfrm>
            <a:custGeom>
              <a:rect b="b" l="l" r="r" t="t"/>
              <a:pathLst>
                <a:path extrusionOk="0" h="1455" w="2081">
                  <a:moveTo>
                    <a:pt x="301" y="0"/>
                  </a:moveTo>
                  <a:lnTo>
                    <a:pt x="201" y="101"/>
                  </a:lnTo>
                  <a:cubicBezTo>
                    <a:pt x="0" y="301"/>
                    <a:pt x="0" y="301"/>
                    <a:pt x="0" y="401"/>
                  </a:cubicBezTo>
                  <a:lnTo>
                    <a:pt x="100" y="401"/>
                  </a:lnTo>
                  <a:cubicBezTo>
                    <a:pt x="201" y="502"/>
                    <a:pt x="201" y="502"/>
                    <a:pt x="301" y="502"/>
                  </a:cubicBezTo>
                  <a:cubicBezTo>
                    <a:pt x="301" y="627"/>
                    <a:pt x="401" y="627"/>
                    <a:pt x="401" y="627"/>
                  </a:cubicBezTo>
                  <a:cubicBezTo>
                    <a:pt x="501" y="627"/>
                    <a:pt x="501" y="727"/>
                    <a:pt x="501" y="727"/>
                  </a:cubicBezTo>
                  <a:lnTo>
                    <a:pt x="627" y="727"/>
                  </a:lnTo>
                  <a:cubicBezTo>
                    <a:pt x="727" y="727"/>
                    <a:pt x="827" y="828"/>
                    <a:pt x="927" y="928"/>
                  </a:cubicBezTo>
                  <a:lnTo>
                    <a:pt x="1028" y="1028"/>
                  </a:lnTo>
                  <a:cubicBezTo>
                    <a:pt x="1061" y="1061"/>
                    <a:pt x="1097" y="1073"/>
                    <a:pt x="1131" y="1073"/>
                  </a:cubicBezTo>
                  <a:cubicBezTo>
                    <a:pt x="1198" y="1073"/>
                    <a:pt x="1253" y="1028"/>
                    <a:pt x="1253" y="1028"/>
                  </a:cubicBezTo>
                  <a:cubicBezTo>
                    <a:pt x="1354" y="1128"/>
                    <a:pt x="1354" y="1254"/>
                    <a:pt x="1354" y="1254"/>
                  </a:cubicBezTo>
                  <a:lnTo>
                    <a:pt x="1454" y="1254"/>
                  </a:lnTo>
                  <a:cubicBezTo>
                    <a:pt x="1554" y="1254"/>
                    <a:pt x="1554" y="1354"/>
                    <a:pt x="1654" y="1354"/>
                  </a:cubicBezTo>
                  <a:lnTo>
                    <a:pt x="1654" y="1454"/>
                  </a:lnTo>
                  <a:lnTo>
                    <a:pt x="1880" y="1454"/>
                  </a:lnTo>
                  <a:lnTo>
                    <a:pt x="1880" y="1354"/>
                  </a:lnTo>
                  <a:cubicBezTo>
                    <a:pt x="1980" y="1354"/>
                    <a:pt x="1980" y="1254"/>
                    <a:pt x="1980" y="1254"/>
                  </a:cubicBezTo>
                  <a:cubicBezTo>
                    <a:pt x="2080" y="1128"/>
                    <a:pt x="1980" y="1128"/>
                    <a:pt x="1980" y="1128"/>
                  </a:cubicBezTo>
                  <a:lnTo>
                    <a:pt x="1880" y="1028"/>
                  </a:lnTo>
                  <a:cubicBezTo>
                    <a:pt x="1755" y="1028"/>
                    <a:pt x="1755" y="928"/>
                    <a:pt x="1654" y="928"/>
                  </a:cubicBezTo>
                  <a:cubicBezTo>
                    <a:pt x="1654" y="828"/>
                    <a:pt x="1554" y="828"/>
                    <a:pt x="1554" y="727"/>
                  </a:cubicBezTo>
                  <a:cubicBezTo>
                    <a:pt x="1554" y="677"/>
                    <a:pt x="1479" y="677"/>
                    <a:pt x="1404" y="677"/>
                  </a:cubicBezTo>
                  <a:cubicBezTo>
                    <a:pt x="1328" y="677"/>
                    <a:pt x="1253" y="677"/>
                    <a:pt x="1253" y="627"/>
                  </a:cubicBezTo>
                  <a:cubicBezTo>
                    <a:pt x="1253" y="627"/>
                    <a:pt x="1253" y="502"/>
                    <a:pt x="1128" y="502"/>
                  </a:cubicBezTo>
                  <a:cubicBezTo>
                    <a:pt x="1028" y="502"/>
                    <a:pt x="1028" y="502"/>
                    <a:pt x="1028" y="401"/>
                  </a:cubicBezTo>
                  <a:lnTo>
                    <a:pt x="927" y="401"/>
                  </a:lnTo>
                  <a:cubicBezTo>
                    <a:pt x="861" y="401"/>
                    <a:pt x="838" y="357"/>
                    <a:pt x="801" y="357"/>
                  </a:cubicBezTo>
                  <a:cubicBezTo>
                    <a:pt x="783" y="357"/>
                    <a:pt x="760" y="368"/>
                    <a:pt x="727" y="401"/>
                  </a:cubicBezTo>
                  <a:lnTo>
                    <a:pt x="727" y="201"/>
                  </a:lnTo>
                  <a:cubicBezTo>
                    <a:pt x="627" y="201"/>
                    <a:pt x="627" y="201"/>
                    <a:pt x="501" y="101"/>
                  </a:cubicBezTo>
                  <a:lnTo>
                    <a:pt x="401" y="101"/>
                  </a:lnTo>
                  <a:cubicBezTo>
                    <a:pt x="351" y="101"/>
                    <a:pt x="301" y="126"/>
                    <a:pt x="276" y="126"/>
                  </a:cubicBezTo>
                  <a:cubicBezTo>
                    <a:pt x="251" y="126"/>
                    <a:pt x="251" y="101"/>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7"/>
            <p:cNvSpPr/>
            <p:nvPr/>
          </p:nvSpPr>
          <p:spPr>
            <a:xfrm>
              <a:off x="5361725" y="2035225"/>
              <a:ext cx="159175" cy="112450"/>
            </a:xfrm>
            <a:custGeom>
              <a:rect b="b" l="l" r="r" t="t"/>
              <a:pathLst>
                <a:path extrusionOk="0" h="4498" w="6367">
                  <a:moveTo>
                    <a:pt x="6139" y="1"/>
                  </a:moveTo>
                  <a:cubicBezTo>
                    <a:pt x="6040" y="1"/>
                    <a:pt x="5923" y="45"/>
                    <a:pt x="5840" y="45"/>
                  </a:cubicBezTo>
                  <a:cubicBezTo>
                    <a:pt x="5739" y="146"/>
                    <a:pt x="5539" y="146"/>
                    <a:pt x="5439" y="271"/>
                  </a:cubicBezTo>
                  <a:cubicBezTo>
                    <a:pt x="5213" y="371"/>
                    <a:pt x="5013" y="371"/>
                    <a:pt x="4812" y="471"/>
                  </a:cubicBezTo>
                  <a:cubicBezTo>
                    <a:pt x="4587" y="672"/>
                    <a:pt x="4386" y="772"/>
                    <a:pt x="4186" y="897"/>
                  </a:cubicBezTo>
                  <a:cubicBezTo>
                    <a:pt x="3760" y="897"/>
                    <a:pt x="3559" y="1399"/>
                    <a:pt x="3233" y="1524"/>
                  </a:cubicBezTo>
                  <a:cubicBezTo>
                    <a:pt x="3133" y="1524"/>
                    <a:pt x="2932" y="1524"/>
                    <a:pt x="2832" y="1725"/>
                  </a:cubicBezTo>
                  <a:lnTo>
                    <a:pt x="2707" y="1825"/>
                  </a:lnTo>
                  <a:cubicBezTo>
                    <a:pt x="2506" y="1925"/>
                    <a:pt x="2406" y="2025"/>
                    <a:pt x="2306" y="2151"/>
                  </a:cubicBezTo>
                  <a:cubicBezTo>
                    <a:pt x="2206" y="2251"/>
                    <a:pt x="2080" y="2251"/>
                    <a:pt x="1980" y="2351"/>
                  </a:cubicBezTo>
                  <a:cubicBezTo>
                    <a:pt x="1880" y="2451"/>
                    <a:pt x="1780" y="2552"/>
                    <a:pt x="1679" y="2777"/>
                  </a:cubicBezTo>
                  <a:cubicBezTo>
                    <a:pt x="1579" y="2877"/>
                    <a:pt x="1454" y="2877"/>
                    <a:pt x="1253" y="2978"/>
                  </a:cubicBezTo>
                  <a:cubicBezTo>
                    <a:pt x="1153" y="3078"/>
                    <a:pt x="952" y="3178"/>
                    <a:pt x="827" y="3404"/>
                  </a:cubicBezTo>
                  <a:cubicBezTo>
                    <a:pt x="727" y="3504"/>
                    <a:pt x="627" y="3705"/>
                    <a:pt x="426" y="3805"/>
                  </a:cubicBezTo>
                  <a:cubicBezTo>
                    <a:pt x="426" y="4030"/>
                    <a:pt x="426" y="4131"/>
                    <a:pt x="201" y="4131"/>
                  </a:cubicBezTo>
                  <a:cubicBezTo>
                    <a:pt x="100" y="4131"/>
                    <a:pt x="0" y="4231"/>
                    <a:pt x="100" y="4331"/>
                  </a:cubicBezTo>
                  <a:cubicBezTo>
                    <a:pt x="159" y="4449"/>
                    <a:pt x="261" y="4497"/>
                    <a:pt x="335" y="4497"/>
                  </a:cubicBezTo>
                  <a:cubicBezTo>
                    <a:pt x="387" y="4497"/>
                    <a:pt x="426" y="4473"/>
                    <a:pt x="426" y="4431"/>
                  </a:cubicBezTo>
                  <a:cubicBezTo>
                    <a:pt x="627" y="4431"/>
                    <a:pt x="627" y="4331"/>
                    <a:pt x="727" y="4231"/>
                  </a:cubicBezTo>
                  <a:cubicBezTo>
                    <a:pt x="952" y="4030"/>
                    <a:pt x="1053" y="3805"/>
                    <a:pt x="1253" y="3705"/>
                  </a:cubicBezTo>
                  <a:cubicBezTo>
                    <a:pt x="1353" y="3504"/>
                    <a:pt x="1454" y="3404"/>
                    <a:pt x="1579" y="3278"/>
                  </a:cubicBezTo>
                  <a:lnTo>
                    <a:pt x="1980" y="2978"/>
                  </a:lnTo>
                  <a:cubicBezTo>
                    <a:pt x="2080" y="2877"/>
                    <a:pt x="2080" y="2877"/>
                    <a:pt x="2080" y="2777"/>
                  </a:cubicBezTo>
                  <a:cubicBezTo>
                    <a:pt x="2406" y="2552"/>
                    <a:pt x="2832" y="2251"/>
                    <a:pt x="3133" y="2025"/>
                  </a:cubicBezTo>
                  <a:cubicBezTo>
                    <a:pt x="3233" y="2025"/>
                    <a:pt x="3233" y="1925"/>
                    <a:pt x="3333" y="1925"/>
                  </a:cubicBezTo>
                  <a:cubicBezTo>
                    <a:pt x="3459" y="1825"/>
                    <a:pt x="3659" y="1825"/>
                    <a:pt x="3760" y="1725"/>
                  </a:cubicBezTo>
                  <a:cubicBezTo>
                    <a:pt x="3860" y="1624"/>
                    <a:pt x="4085" y="1399"/>
                    <a:pt x="4186" y="1298"/>
                  </a:cubicBezTo>
                  <a:cubicBezTo>
                    <a:pt x="4386" y="1198"/>
                    <a:pt x="4587" y="1198"/>
                    <a:pt x="4812" y="1098"/>
                  </a:cubicBezTo>
                  <a:cubicBezTo>
                    <a:pt x="4912" y="1098"/>
                    <a:pt x="4912" y="897"/>
                    <a:pt x="5113" y="897"/>
                  </a:cubicBezTo>
                  <a:cubicBezTo>
                    <a:pt x="5213" y="772"/>
                    <a:pt x="5439" y="672"/>
                    <a:pt x="5639" y="572"/>
                  </a:cubicBezTo>
                  <a:cubicBezTo>
                    <a:pt x="5739" y="572"/>
                    <a:pt x="5840" y="572"/>
                    <a:pt x="5965" y="471"/>
                  </a:cubicBezTo>
                  <a:cubicBezTo>
                    <a:pt x="6065" y="371"/>
                    <a:pt x="6166" y="371"/>
                    <a:pt x="6266" y="271"/>
                  </a:cubicBezTo>
                  <a:lnTo>
                    <a:pt x="6366" y="271"/>
                  </a:lnTo>
                  <a:lnTo>
                    <a:pt x="6366" y="146"/>
                  </a:lnTo>
                  <a:cubicBezTo>
                    <a:pt x="6366" y="45"/>
                    <a:pt x="6366" y="45"/>
                    <a:pt x="6266" y="45"/>
                  </a:cubicBezTo>
                  <a:cubicBezTo>
                    <a:pt x="6232" y="12"/>
                    <a:pt x="6188" y="1"/>
                    <a:pt x="61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7"/>
            <p:cNvSpPr/>
            <p:nvPr/>
          </p:nvSpPr>
          <p:spPr>
            <a:xfrm>
              <a:off x="5313125" y="2218200"/>
              <a:ext cx="359400" cy="193100"/>
            </a:xfrm>
            <a:custGeom>
              <a:rect b="b" l="l" r="r" t="t"/>
              <a:pathLst>
                <a:path extrusionOk="0" h="7724" w="14376">
                  <a:moveTo>
                    <a:pt x="14301" y="0"/>
                  </a:moveTo>
                  <a:cubicBezTo>
                    <a:pt x="14264" y="0"/>
                    <a:pt x="14242" y="45"/>
                    <a:pt x="14175" y="45"/>
                  </a:cubicBezTo>
                  <a:cubicBezTo>
                    <a:pt x="13949" y="245"/>
                    <a:pt x="13849" y="571"/>
                    <a:pt x="13648" y="771"/>
                  </a:cubicBezTo>
                  <a:cubicBezTo>
                    <a:pt x="13548" y="1097"/>
                    <a:pt x="13222" y="1398"/>
                    <a:pt x="13022" y="1724"/>
                  </a:cubicBezTo>
                  <a:cubicBezTo>
                    <a:pt x="12696" y="2025"/>
                    <a:pt x="12295" y="2350"/>
                    <a:pt x="11869" y="2651"/>
                  </a:cubicBezTo>
                  <a:cubicBezTo>
                    <a:pt x="11443" y="3077"/>
                    <a:pt x="10917" y="3378"/>
                    <a:pt x="10415" y="3604"/>
                  </a:cubicBezTo>
                  <a:cubicBezTo>
                    <a:pt x="10190" y="3704"/>
                    <a:pt x="9989" y="3804"/>
                    <a:pt x="9889" y="3904"/>
                  </a:cubicBezTo>
                  <a:cubicBezTo>
                    <a:pt x="9663" y="4005"/>
                    <a:pt x="9463" y="4105"/>
                    <a:pt x="9262" y="4230"/>
                  </a:cubicBezTo>
                  <a:cubicBezTo>
                    <a:pt x="9192" y="4301"/>
                    <a:pt x="9058" y="4372"/>
                    <a:pt x="8915" y="4372"/>
                  </a:cubicBezTo>
                  <a:cubicBezTo>
                    <a:pt x="8856" y="4372"/>
                    <a:pt x="8795" y="4360"/>
                    <a:pt x="8736" y="4330"/>
                  </a:cubicBezTo>
                  <a:cubicBezTo>
                    <a:pt x="8636" y="4330"/>
                    <a:pt x="8536" y="4105"/>
                    <a:pt x="8536" y="3904"/>
                  </a:cubicBezTo>
                  <a:lnTo>
                    <a:pt x="8536" y="3478"/>
                  </a:lnTo>
                  <a:lnTo>
                    <a:pt x="8836" y="2651"/>
                  </a:lnTo>
                  <a:lnTo>
                    <a:pt x="8836" y="2651"/>
                  </a:lnTo>
                  <a:cubicBezTo>
                    <a:pt x="8736" y="2751"/>
                    <a:pt x="8536" y="2852"/>
                    <a:pt x="8310" y="2977"/>
                  </a:cubicBezTo>
                  <a:cubicBezTo>
                    <a:pt x="8210" y="3077"/>
                    <a:pt x="8009" y="3178"/>
                    <a:pt x="7909" y="3278"/>
                  </a:cubicBezTo>
                  <a:cubicBezTo>
                    <a:pt x="7784" y="3378"/>
                    <a:pt x="7683" y="3478"/>
                    <a:pt x="7583" y="3478"/>
                  </a:cubicBezTo>
                  <a:cubicBezTo>
                    <a:pt x="7282" y="3804"/>
                    <a:pt x="6957" y="3904"/>
                    <a:pt x="6656" y="4105"/>
                  </a:cubicBezTo>
                  <a:cubicBezTo>
                    <a:pt x="6430" y="4330"/>
                    <a:pt x="6230" y="4431"/>
                    <a:pt x="6029" y="4531"/>
                  </a:cubicBezTo>
                  <a:cubicBezTo>
                    <a:pt x="5704" y="4731"/>
                    <a:pt x="5277" y="4957"/>
                    <a:pt x="4977" y="5258"/>
                  </a:cubicBezTo>
                  <a:cubicBezTo>
                    <a:pt x="4651" y="5483"/>
                    <a:pt x="4350" y="5584"/>
                    <a:pt x="3924" y="5684"/>
                  </a:cubicBezTo>
                  <a:cubicBezTo>
                    <a:pt x="3523" y="5884"/>
                    <a:pt x="3097" y="6110"/>
                    <a:pt x="2671" y="6310"/>
                  </a:cubicBezTo>
                  <a:cubicBezTo>
                    <a:pt x="2270" y="6511"/>
                    <a:pt x="1844" y="6736"/>
                    <a:pt x="1418" y="6937"/>
                  </a:cubicBezTo>
                  <a:cubicBezTo>
                    <a:pt x="1117" y="7037"/>
                    <a:pt x="791" y="7238"/>
                    <a:pt x="490" y="7238"/>
                  </a:cubicBezTo>
                  <a:cubicBezTo>
                    <a:pt x="265" y="7238"/>
                    <a:pt x="165" y="7363"/>
                    <a:pt x="64" y="7463"/>
                  </a:cubicBezTo>
                  <a:cubicBezTo>
                    <a:pt x="1" y="7654"/>
                    <a:pt x="98" y="7724"/>
                    <a:pt x="236" y="7724"/>
                  </a:cubicBezTo>
                  <a:cubicBezTo>
                    <a:pt x="315" y="7724"/>
                    <a:pt x="408" y="7700"/>
                    <a:pt x="490" y="7664"/>
                  </a:cubicBezTo>
                  <a:cubicBezTo>
                    <a:pt x="791" y="7564"/>
                    <a:pt x="1117" y="7463"/>
                    <a:pt x="1418" y="7363"/>
                  </a:cubicBezTo>
                  <a:cubicBezTo>
                    <a:pt x="1944" y="7137"/>
                    <a:pt x="2571" y="6837"/>
                    <a:pt x="3097" y="6611"/>
                  </a:cubicBezTo>
                  <a:cubicBezTo>
                    <a:pt x="3523" y="6411"/>
                    <a:pt x="3824" y="6310"/>
                    <a:pt x="4250" y="6110"/>
                  </a:cubicBezTo>
                  <a:cubicBezTo>
                    <a:pt x="4551" y="5884"/>
                    <a:pt x="4977" y="5684"/>
                    <a:pt x="5277" y="5483"/>
                  </a:cubicBezTo>
                  <a:cubicBezTo>
                    <a:pt x="5503" y="5358"/>
                    <a:pt x="5603" y="5258"/>
                    <a:pt x="5804" y="5157"/>
                  </a:cubicBezTo>
                  <a:cubicBezTo>
                    <a:pt x="6230" y="4957"/>
                    <a:pt x="6656" y="4631"/>
                    <a:pt x="7057" y="4431"/>
                  </a:cubicBezTo>
                  <a:lnTo>
                    <a:pt x="7683" y="4005"/>
                  </a:lnTo>
                  <a:lnTo>
                    <a:pt x="8110" y="3704"/>
                  </a:lnTo>
                  <a:lnTo>
                    <a:pt x="8110" y="3804"/>
                  </a:lnTo>
                  <a:lnTo>
                    <a:pt x="8009" y="3904"/>
                  </a:lnTo>
                  <a:cubicBezTo>
                    <a:pt x="8009" y="4005"/>
                    <a:pt x="8110" y="4105"/>
                    <a:pt x="8110" y="4230"/>
                  </a:cubicBezTo>
                  <a:cubicBezTo>
                    <a:pt x="8110" y="4431"/>
                    <a:pt x="8310" y="4631"/>
                    <a:pt x="8536" y="4731"/>
                  </a:cubicBezTo>
                  <a:cubicBezTo>
                    <a:pt x="8656" y="4769"/>
                    <a:pt x="8769" y="4784"/>
                    <a:pt x="8874" y="4784"/>
                  </a:cubicBezTo>
                  <a:cubicBezTo>
                    <a:pt x="9120" y="4784"/>
                    <a:pt x="9322" y="4701"/>
                    <a:pt x="9463" y="4631"/>
                  </a:cubicBezTo>
                  <a:cubicBezTo>
                    <a:pt x="9789" y="4531"/>
                    <a:pt x="9989" y="4330"/>
                    <a:pt x="10190" y="4230"/>
                  </a:cubicBezTo>
                  <a:cubicBezTo>
                    <a:pt x="10616" y="4005"/>
                    <a:pt x="11142" y="3804"/>
                    <a:pt x="11443" y="3604"/>
                  </a:cubicBezTo>
                  <a:cubicBezTo>
                    <a:pt x="11769" y="3378"/>
                    <a:pt x="11969" y="3178"/>
                    <a:pt x="12295" y="2977"/>
                  </a:cubicBezTo>
                  <a:cubicBezTo>
                    <a:pt x="12596" y="2651"/>
                    <a:pt x="13022" y="2350"/>
                    <a:pt x="13323" y="1924"/>
                  </a:cubicBezTo>
                  <a:cubicBezTo>
                    <a:pt x="13548" y="1599"/>
                    <a:pt x="13849" y="1398"/>
                    <a:pt x="13949" y="1097"/>
                  </a:cubicBezTo>
                  <a:cubicBezTo>
                    <a:pt x="14049" y="872"/>
                    <a:pt x="14175" y="571"/>
                    <a:pt x="14275" y="345"/>
                  </a:cubicBezTo>
                  <a:lnTo>
                    <a:pt x="14375" y="245"/>
                  </a:lnTo>
                  <a:lnTo>
                    <a:pt x="14375" y="45"/>
                  </a:lnTo>
                  <a:cubicBezTo>
                    <a:pt x="14342" y="11"/>
                    <a:pt x="14320" y="0"/>
                    <a:pt x="143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7"/>
            <p:cNvSpPr/>
            <p:nvPr/>
          </p:nvSpPr>
          <p:spPr>
            <a:xfrm>
              <a:off x="5547175" y="2193000"/>
              <a:ext cx="107175" cy="91500"/>
            </a:xfrm>
            <a:custGeom>
              <a:rect b="b" l="l" r="r" t="t"/>
              <a:pathLst>
                <a:path extrusionOk="0" h="3660" w="4287">
                  <a:moveTo>
                    <a:pt x="4061" y="0"/>
                  </a:moveTo>
                  <a:cubicBezTo>
                    <a:pt x="3860" y="0"/>
                    <a:pt x="3860" y="100"/>
                    <a:pt x="3760" y="226"/>
                  </a:cubicBezTo>
                  <a:cubicBezTo>
                    <a:pt x="3760" y="326"/>
                    <a:pt x="3660" y="326"/>
                    <a:pt x="3560" y="426"/>
                  </a:cubicBezTo>
                  <a:cubicBezTo>
                    <a:pt x="3560" y="526"/>
                    <a:pt x="3334" y="627"/>
                    <a:pt x="3234" y="727"/>
                  </a:cubicBezTo>
                  <a:cubicBezTo>
                    <a:pt x="3234" y="952"/>
                    <a:pt x="3134" y="1053"/>
                    <a:pt x="2933" y="1153"/>
                  </a:cubicBezTo>
                  <a:cubicBezTo>
                    <a:pt x="2607" y="1253"/>
                    <a:pt x="2707" y="1579"/>
                    <a:pt x="2407" y="1779"/>
                  </a:cubicBezTo>
                  <a:cubicBezTo>
                    <a:pt x="2306" y="1779"/>
                    <a:pt x="2181" y="1779"/>
                    <a:pt x="2181" y="1880"/>
                  </a:cubicBezTo>
                  <a:cubicBezTo>
                    <a:pt x="2081" y="1880"/>
                    <a:pt x="2081" y="1980"/>
                    <a:pt x="2081" y="1980"/>
                  </a:cubicBezTo>
                  <a:cubicBezTo>
                    <a:pt x="1981" y="2105"/>
                    <a:pt x="1880" y="2105"/>
                    <a:pt x="1780" y="2206"/>
                  </a:cubicBezTo>
                  <a:cubicBezTo>
                    <a:pt x="1780" y="2206"/>
                    <a:pt x="1680" y="2306"/>
                    <a:pt x="1555" y="2306"/>
                  </a:cubicBezTo>
                  <a:cubicBezTo>
                    <a:pt x="1555" y="2406"/>
                    <a:pt x="1454" y="2506"/>
                    <a:pt x="1354" y="2607"/>
                  </a:cubicBezTo>
                  <a:cubicBezTo>
                    <a:pt x="1354" y="2732"/>
                    <a:pt x="1154" y="2732"/>
                    <a:pt x="1053" y="2732"/>
                  </a:cubicBezTo>
                  <a:cubicBezTo>
                    <a:pt x="928" y="2832"/>
                    <a:pt x="828" y="2832"/>
                    <a:pt x="728" y="2932"/>
                  </a:cubicBezTo>
                  <a:cubicBezTo>
                    <a:pt x="627" y="3033"/>
                    <a:pt x="527" y="3133"/>
                    <a:pt x="427" y="3133"/>
                  </a:cubicBezTo>
                  <a:cubicBezTo>
                    <a:pt x="301" y="3233"/>
                    <a:pt x="301" y="3358"/>
                    <a:pt x="101" y="3358"/>
                  </a:cubicBezTo>
                  <a:cubicBezTo>
                    <a:pt x="101" y="3321"/>
                    <a:pt x="92" y="3306"/>
                    <a:pt x="79" y="3306"/>
                  </a:cubicBezTo>
                  <a:cubicBezTo>
                    <a:pt x="50" y="3306"/>
                    <a:pt x="1" y="3388"/>
                    <a:pt x="1" y="3459"/>
                  </a:cubicBezTo>
                  <a:cubicBezTo>
                    <a:pt x="101" y="3659"/>
                    <a:pt x="201" y="3659"/>
                    <a:pt x="301" y="3659"/>
                  </a:cubicBezTo>
                  <a:cubicBezTo>
                    <a:pt x="427" y="3659"/>
                    <a:pt x="427" y="3659"/>
                    <a:pt x="527" y="3559"/>
                  </a:cubicBezTo>
                  <a:cubicBezTo>
                    <a:pt x="728" y="3559"/>
                    <a:pt x="828" y="3459"/>
                    <a:pt x="1053" y="3358"/>
                  </a:cubicBezTo>
                  <a:cubicBezTo>
                    <a:pt x="1154" y="3233"/>
                    <a:pt x="1254" y="3133"/>
                    <a:pt x="1354" y="3133"/>
                  </a:cubicBezTo>
                  <a:cubicBezTo>
                    <a:pt x="1454" y="3033"/>
                    <a:pt x="1555" y="2932"/>
                    <a:pt x="1680" y="2932"/>
                  </a:cubicBezTo>
                  <a:cubicBezTo>
                    <a:pt x="1680" y="2832"/>
                    <a:pt x="1680" y="2832"/>
                    <a:pt x="1780" y="2732"/>
                  </a:cubicBezTo>
                  <a:cubicBezTo>
                    <a:pt x="1981" y="2607"/>
                    <a:pt x="2181" y="2406"/>
                    <a:pt x="2407" y="2206"/>
                  </a:cubicBezTo>
                  <a:cubicBezTo>
                    <a:pt x="2507" y="2206"/>
                    <a:pt x="2507" y="2105"/>
                    <a:pt x="2607" y="2105"/>
                  </a:cubicBezTo>
                  <a:cubicBezTo>
                    <a:pt x="2707" y="2105"/>
                    <a:pt x="2808" y="1980"/>
                    <a:pt x="2808" y="1980"/>
                  </a:cubicBezTo>
                  <a:cubicBezTo>
                    <a:pt x="2933" y="1779"/>
                    <a:pt x="3033" y="1679"/>
                    <a:pt x="3134" y="1579"/>
                  </a:cubicBezTo>
                  <a:lnTo>
                    <a:pt x="3434" y="1253"/>
                  </a:lnTo>
                  <a:cubicBezTo>
                    <a:pt x="3560" y="1253"/>
                    <a:pt x="3560" y="1053"/>
                    <a:pt x="3660" y="1053"/>
                  </a:cubicBezTo>
                  <a:cubicBezTo>
                    <a:pt x="3660" y="952"/>
                    <a:pt x="3860" y="852"/>
                    <a:pt x="3961" y="627"/>
                  </a:cubicBezTo>
                  <a:cubicBezTo>
                    <a:pt x="3961" y="627"/>
                    <a:pt x="4061" y="526"/>
                    <a:pt x="4061" y="426"/>
                  </a:cubicBezTo>
                  <a:cubicBezTo>
                    <a:pt x="4186" y="426"/>
                    <a:pt x="4186" y="326"/>
                    <a:pt x="4186" y="226"/>
                  </a:cubicBezTo>
                  <a:cubicBezTo>
                    <a:pt x="4186" y="226"/>
                    <a:pt x="4286" y="226"/>
                    <a:pt x="4186" y="100"/>
                  </a:cubicBezTo>
                  <a:lnTo>
                    <a:pt x="40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7"/>
            <p:cNvSpPr/>
            <p:nvPr/>
          </p:nvSpPr>
          <p:spPr>
            <a:xfrm>
              <a:off x="5539025" y="2164175"/>
              <a:ext cx="86500" cy="68300"/>
            </a:xfrm>
            <a:custGeom>
              <a:rect b="b" l="l" r="r" t="t"/>
              <a:pathLst>
                <a:path extrusionOk="0" h="2732" w="3460">
                  <a:moveTo>
                    <a:pt x="3259" y="0"/>
                  </a:moveTo>
                  <a:cubicBezTo>
                    <a:pt x="3033" y="0"/>
                    <a:pt x="3033" y="125"/>
                    <a:pt x="3033" y="125"/>
                  </a:cubicBezTo>
                  <a:cubicBezTo>
                    <a:pt x="2933" y="226"/>
                    <a:pt x="2833" y="226"/>
                    <a:pt x="2833" y="326"/>
                  </a:cubicBezTo>
                  <a:cubicBezTo>
                    <a:pt x="2733" y="426"/>
                    <a:pt x="2632" y="426"/>
                    <a:pt x="2507" y="526"/>
                  </a:cubicBezTo>
                  <a:cubicBezTo>
                    <a:pt x="2507" y="627"/>
                    <a:pt x="2407" y="752"/>
                    <a:pt x="2307" y="752"/>
                  </a:cubicBezTo>
                  <a:cubicBezTo>
                    <a:pt x="2006" y="852"/>
                    <a:pt x="2106" y="1153"/>
                    <a:pt x="1881" y="1153"/>
                  </a:cubicBezTo>
                  <a:cubicBezTo>
                    <a:pt x="1830" y="1203"/>
                    <a:pt x="1780" y="1203"/>
                    <a:pt x="1743" y="1203"/>
                  </a:cubicBezTo>
                  <a:cubicBezTo>
                    <a:pt x="1705" y="1203"/>
                    <a:pt x="1680" y="1203"/>
                    <a:pt x="1680" y="1253"/>
                  </a:cubicBezTo>
                  <a:lnTo>
                    <a:pt x="1580" y="1379"/>
                  </a:lnTo>
                  <a:cubicBezTo>
                    <a:pt x="1480" y="1479"/>
                    <a:pt x="1480" y="1479"/>
                    <a:pt x="1379" y="1579"/>
                  </a:cubicBezTo>
                  <a:lnTo>
                    <a:pt x="1254" y="1579"/>
                  </a:lnTo>
                  <a:cubicBezTo>
                    <a:pt x="1154" y="1679"/>
                    <a:pt x="1054" y="1780"/>
                    <a:pt x="1054" y="1880"/>
                  </a:cubicBezTo>
                  <a:lnTo>
                    <a:pt x="753" y="1880"/>
                  </a:lnTo>
                  <a:cubicBezTo>
                    <a:pt x="753" y="2005"/>
                    <a:pt x="627" y="2005"/>
                    <a:pt x="527" y="2105"/>
                  </a:cubicBezTo>
                  <a:cubicBezTo>
                    <a:pt x="427" y="2105"/>
                    <a:pt x="327" y="2206"/>
                    <a:pt x="226" y="2306"/>
                  </a:cubicBezTo>
                  <a:cubicBezTo>
                    <a:pt x="226" y="2306"/>
                    <a:pt x="226" y="2406"/>
                    <a:pt x="126" y="2406"/>
                  </a:cubicBezTo>
                  <a:cubicBezTo>
                    <a:pt x="89" y="2377"/>
                    <a:pt x="64" y="2365"/>
                    <a:pt x="45" y="2365"/>
                  </a:cubicBezTo>
                  <a:cubicBezTo>
                    <a:pt x="1" y="2365"/>
                    <a:pt x="1" y="2436"/>
                    <a:pt x="1" y="2506"/>
                  </a:cubicBezTo>
                  <a:cubicBezTo>
                    <a:pt x="126" y="2732"/>
                    <a:pt x="226" y="2732"/>
                    <a:pt x="226" y="2732"/>
                  </a:cubicBezTo>
                  <a:cubicBezTo>
                    <a:pt x="327" y="2732"/>
                    <a:pt x="427" y="2732"/>
                    <a:pt x="427" y="2632"/>
                  </a:cubicBezTo>
                  <a:cubicBezTo>
                    <a:pt x="527" y="2632"/>
                    <a:pt x="753" y="2506"/>
                    <a:pt x="853" y="2406"/>
                  </a:cubicBezTo>
                  <a:lnTo>
                    <a:pt x="1054" y="2306"/>
                  </a:lnTo>
                  <a:lnTo>
                    <a:pt x="1254" y="2105"/>
                  </a:lnTo>
                  <a:cubicBezTo>
                    <a:pt x="1254" y="2105"/>
                    <a:pt x="1379" y="2105"/>
                    <a:pt x="1379" y="2005"/>
                  </a:cubicBezTo>
                  <a:cubicBezTo>
                    <a:pt x="1580" y="1880"/>
                    <a:pt x="1680" y="1780"/>
                    <a:pt x="1881" y="1679"/>
                  </a:cubicBezTo>
                  <a:lnTo>
                    <a:pt x="2006" y="1579"/>
                  </a:lnTo>
                  <a:cubicBezTo>
                    <a:pt x="2106" y="1579"/>
                    <a:pt x="2206" y="1579"/>
                    <a:pt x="2307" y="1479"/>
                  </a:cubicBezTo>
                  <a:cubicBezTo>
                    <a:pt x="2307" y="1379"/>
                    <a:pt x="2407" y="1253"/>
                    <a:pt x="2407" y="1153"/>
                  </a:cubicBezTo>
                  <a:cubicBezTo>
                    <a:pt x="2507" y="1053"/>
                    <a:pt x="2632" y="1053"/>
                    <a:pt x="2733" y="953"/>
                  </a:cubicBezTo>
                  <a:cubicBezTo>
                    <a:pt x="2833" y="953"/>
                    <a:pt x="2833" y="852"/>
                    <a:pt x="2833" y="752"/>
                  </a:cubicBezTo>
                  <a:cubicBezTo>
                    <a:pt x="2933" y="752"/>
                    <a:pt x="3033" y="627"/>
                    <a:pt x="3134" y="526"/>
                  </a:cubicBezTo>
                  <a:cubicBezTo>
                    <a:pt x="3134" y="526"/>
                    <a:pt x="3259" y="526"/>
                    <a:pt x="3259" y="426"/>
                  </a:cubicBezTo>
                  <a:cubicBezTo>
                    <a:pt x="3359" y="326"/>
                    <a:pt x="3359" y="326"/>
                    <a:pt x="3359" y="226"/>
                  </a:cubicBezTo>
                  <a:cubicBezTo>
                    <a:pt x="3359" y="226"/>
                    <a:pt x="3460" y="226"/>
                    <a:pt x="3359" y="125"/>
                  </a:cubicBezTo>
                  <a:cubicBezTo>
                    <a:pt x="3359" y="125"/>
                    <a:pt x="3259" y="125"/>
                    <a:pt x="3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7"/>
            <p:cNvSpPr/>
            <p:nvPr/>
          </p:nvSpPr>
          <p:spPr>
            <a:xfrm>
              <a:off x="6017100" y="1768600"/>
              <a:ext cx="389125" cy="299100"/>
            </a:xfrm>
            <a:custGeom>
              <a:rect b="b" l="l" r="r" t="t"/>
              <a:pathLst>
                <a:path extrusionOk="0" h="11964" w="15565">
                  <a:moveTo>
                    <a:pt x="15370" y="0"/>
                  </a:moveTo>
                  <a:cubicBezTo>
                    <a:pt x="15244" y="0"/>
                    <a:pt x="15099" y="98"/>
                    <a:pt x="15038" y="159"/>
                  </a:cubicBezTo>
                  <a:cubicBezTo>
                    <a:pt x="14713" y="384"/>
                    <a:pt x="14512" y="685"/>
                    <a:pt x="14312" y="911"/>
                  </a:cubicBezTo>
                  <a:lnTo>
                    <a:pt x="12958" y="2264"/>
                  </a:lnTo>
                  <a:lnTo>
                    <a:pt x="12006" y="3192"/>
                  </a:lnTo>
                  <a:lnTo>
                    <a:pt x="11079" y="4044"/>
                  </a:lnTo>
                  <a:cubicBezTo>
                    <a:pt x="10953" y="4244"/>
                    <a:pt x="10753" y="4344"/>
                    <a:pt x="10652" y="4445"/>
                  </a:cubicBezTo>
                  <a:cubicBezTo>
                    <a:pt x="9825" y="5171"/>
                    <a:pt x="8973" y="5923"/>
                    <a:pt x="8146" y="6550"/>
                  </a:cubicBezTo>
                  <a:cubicBezTo>
                    <a:pt x="8046" y="6650"/>
                    <a:pt x="7820" y="6750"/>
                    <a:pt x="7620" y="6851"/>
                  </a:cubicBezTo>
                  <a:cubicBezTo>
                    <a:pt x="7319" y="7051"/>
                    <a:pt x="6993" y="7277"/>
                    <a:pt x="6793" y="7477"/>
                  </a:cubicBezTo>
                  <a:cubicBezTo>
                    <a:pt x="6367" y="7803"/>
                    <a:pt x="5941" y="8204"/>
                    <a:pt x="5439" y="8530"/>
                  </a:cubicBezTo>
                  <a:cubicBezTo>
                    <a:pt x="5013" y="8831"/>
                    <a:pt x="4587" y="9056"/>
                    <a:pt x="4186" y="9357"/>
                  </a:cubicBezTo>
                  <a:cubicBezTo>
                    <a:pt x="3860" y="9457"/>
                    <a:pt x="3660" y="9783"/>
                    <a:pt x="3334" y="9883"/>
                  </a:cubicBezTo>
                  <a:cubicBezTo>
                    <a:pt x="2933" y="10184"/>
                    <a:pt x="2407" y="10410"/>
                    <a:pt x="1981" y="10710"/>
                  </a:cubicBezTo>
                  <a:cubicBezTo>
                    <a:pt x="1680" y="10936"/>
                    <a:pt x="1354" y="11036"/>
                    <a:pt x="1053" y="11237"/>
                  </a:cubicBezTo>
                  <a:cubicBezTo>
                    <a:pt x="828" y="11337"/>
                    <a:pt x="627" y="11562"/>
                    <a:pt x="302" y="11663"/>
                  </a:cubicBezTo>
                  <a:lnTo>
                    <a:pt x="201" y="11763"/>
                  </a:lnTo>
                  <a:cubicBezTo>
                    <a:pt x="201" y="11763"/>
                    <a:pt x="1" y="11863"/>
                    <a:pt x="101" y="11863"/>
                  </a:cubicBezTo>
                  <a:cubicBezTo>
                    <a:pt x="101" y="11963"/>
                    <a:pt x="101" y="11963"/>
                    <a:pt x="201" y="11963"/>
                  </a:cubicBezTo>
                  <a:cubicBezTo>
                    <a:pt x="527" y="11963"/>
                    <a:pt x="928" y="11763"/>
                    <a:pt x="1154" y="11663"/>
                  </a:cubicBezTo>
                  <a:cubicBezTo>
                    <a:pt x="1454" y="11437"/>
                    <a:pt x="1880" y="11237"/>
                    <a:pt x="2181" y="11036"/>
                  </a:cubicBezTo>
                  <a:cubicBezTo>
                    <a:pt x="2708" y="10710"/>
                    <a:pt x="3234" y="10510"/>
                    <a:pt x="3660" y="10184"/>
                  </a:cubicBezTo>
                  <a:cubicBezTo>
                    <a:pt x="4186" y="9783"/>
                    <a:pt x="4688" y="9457"/>
                    <a:pt x="5214" y="9257"/>
                  </a:cubicBezTo>
                  <a:cubicBezTo>
                    <a:pt x="6166" y="8730"/>
                    <a:pt x="6793" y="8004"/>
                    <a:pt x="7620" y="7477"/>
                  </a:cubicBezTo>
                  <a:cubicBezTo>
                    <a:pt x="7820" y="7277"/>
                    <a:pt x="8246" y="7176"/>
                    <a:pt x="8447" y="6851"/>
                  </a:cubicBezTo>
                  <a:cubicBezTo>
                    <a:pt x="8672" y="6750"/>
                    <a:pt x="8773" y="6650"/>
                    <a:pt x="8873" y="6425"/>
                  </a:cubicBezTo>
                  <a:cubicBezTo>
                    <a:pt x="9199" y="6224"/>
                    <a:pt x="9500" y="6024"/>
                    <a:pt x="9825" y="5698"/>
                  </a:cubicBezTo>
                  <a:cubicBezTo>
                    <a:pt x="10026" y="5497"/>
                    <a:pt x="10327" y="5397"/>
                    <a:pt x="10552" y="5171"/>
                  </a:cubicBezTo>
                  <a:lnTo>
                    <a:pt x="11480" y="4244"/>
                  </a:lnTo>
                  <a:cubicBezTo>
                    <a:pt x="11705" y="3918"/>
                    <a:pt x="12106" y="3718"/>
                    <a:pt x="12432" y="3517"/>
                  </a:cubicBezTo>
                  <a:cubicBezTo>
                    <a:pt x="12733" y="3192"/>
                    <a:pt x="13159" y="2891"/>
                    <a:pt x="13459" y="2465"/>
                  </a:cubicBezTo>
                  <a:cubicBezTo>
                    <a:pt x="13785" y="2164"/>
                    <a:pt x="14211" y="1738"/>
                    <a:pt x="14512" y="1312"/>
                  </a:cubicBezTo>
                  <a:cubicBezTo>
                    <a:pt x="14838" y="1111"/>
                    <a:pt x="14938" y="685"/>
                    <a:pt x="15239" y="585"/>
                  </a:cubicBezTo>
                  <a:cubicBezTo>
                    <a:pt x="15465" y="485"/>
                    <a:pt x="15565" y="384"/>
                    <a:pt x="15565" y="159"/>
                  </a:cubicBezTo>
                  <a:cubicBezTo>
                    <a:pt x="15525" y="41"/>
                    <a:pt x="15451" y="0"/>
                    <a:pt x="153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7"/>
            <p:cNvSpPr/>
            <p:nvPr/>
          </p:nvSpPr>
          <p:spPr>
            <a:xfrm>
              <a:off x="5800325" y="1501250"/>
              <a:ext cx="156650" cy="125350"/>
            </a:xfrm>
            <a:custGeom>
              <a:rect b="b" l="l" r="r" t="t"/>
              <a:pathLst>
                <a:path extrusionOk="0" h="5014" w="6266">
                  <a:moveTo>
                    <a:pt x="5965" y="1"/>
                  </a:moveTo>
                  <a:cubicBezTo>
                    <a:pt x="5840" y="1"/>
                    <a:pt x="5739" y="101"/>
                    <a:pt x="5539" y="201"/>
                  </a:cubicBezTo>
                  <a:cubicBezTo>
                    <a:pt x="5338" y="327"/>
                    <a:pt x="5113" y="427"/>
                    <a:pt x="4912" y="527"/>
                  </a:cubicBezTo>
                  <a:cubicBezTo>
                    <a:pt x="4712" y="627"/>
                    <a:pt x="4587" y="728"/>
                    <a:pt x="4386" y="828"/>
                  </a:cubicBezTo>
                  <a:cubicBezTo>
                    <a:pt x="4286" y="953"/>
                    <a:pt x="4085" y="1053"/>
                    <a:pt x="3960" y="1154"/>
                  </a:cubicBezTo>
                  <a:cubicBezTo>
                    <a:pt x="3860" y="1154"/>
                    <a:pt x="3860" y="1254"/>
                    <a:pt x="3759" y="1254"/>
                  </a:cubicBezTo>
                  <a:cubicBezTo>
                    <a:pt x="3459" y="1580"/>
                    <a:pt x="3033" y="1780"/>
                    <a:pt x="2707" y="2081"/>
                  </a:cubicBezTo>
                  <a:cubicBezTo>
                    <a:pt x="2607" y="2081"/>
                    <a:pt x="2607" y="2206"/>
                    <a:pt x="2506" y="2206"/>
                  </a:cubicBezTo>
                  <a:cubicBezTo>
                    <a:pt x="2406" y="2306"/>
                    <a:pt x="2206" y="2306"/>
                    <a:pt x="2080" y="2407"/>
                  </a:cubicBezTo>
                  <a:cubicBezTo>
                    <a:pt x="1980" y="2607"/>
                    <a:pt x="1880" y="2833"/>
                    <a:pt x="1679" y="3033"/>
                  </a:cubicBezTo>
                  <a:cubicBezTo>
                    <a:pt x="1579" y="3134"/>
                    <a:pt x="1353" y="3234"/>
                    <a:pt x="1153" y="3334"/>
                  </a:cubicBezTo>
                  <a:cubicBezTo>
                    <a:pt x="1053" y="3459"/>
                    <a:pt x="1053" y="3660"/>
                    <a:pt x="952" y="3760"/>
                  </a:cubicBezTo>
                  <a:cubicBezTo>
                    <a:pt x="827" y="3860"/>
                    <a:pt x="627" y="3961"/>
                    <a:pt x="526" y="4186"/>
                  </a:cubicBezTo>
                  <a:lnTo>
                    <a:pt x="201" y="4487"/>
                  </a:lnTo>
                  <a:cubicBezTo>
                    <a:pt x="201" y="4587"/>
                    <a:pt x="100" y="4713"/>
                    <a:pt x="100" y="4813"/>
                  </a:cubicBezTo>
                  <a:lnTo>
                    <a:pt x="0" y="4813"/>
                  </a:lnTo>
                  <a:lnTo>
                    <a:pt x="0" y="5013"/>
                  </a:lnTo>
                  <a:lnTo>
                    <a:pt x="201" y="5013"/>
                  </a:lnTo>
                  <a:cubicBezTo>
                    <a:pt x="326" y="5013"/>
                    <a:pt x="426" y="4913"/>
                    <a:pt x="526" y="4813"/>
                  </a:cubicBezTo>
                  <a:cubicBezTo>
                    <a:pt x="627" y="4713"/>
                    <a:pt x="727" y="4587"/>
                    <a:pt x="827" y="4387"/>
                  </a:cubicBezTo>
                  <a:cubicBezTo>
                    <a:pt x="952" y="4286"/>
                    <a:pt x="1153" y="4186"/>
                    <a:pt x="1253" y="3961"/>
                  </a:cubicBezTo>
                  <a:cubicBezTo>
                    <a:pt x="1454" y="3760"/>
                    <a:pt x="1579" y="3560"/>
                    <a:pt x="1880" y="3459"/>
                  </a:cubicBezTo>
                  <a:cubicBezTo>
                    <a:pt x="2206" y="3234"/>
                    <a:pt x="2306" y="2833"/>
                    <a:pt x="2607" y="2607"/>
                  </a:cubicBezTo>
                  <a:cubicBezTo>
                    <a:pt x="2707" y="2507"/>
                    <a:pt x="2932" y="2507"/>
                    <a:pt x="3033" y="2407"/>
                  </a:cubicBezTo>
                  <a:lnTo>
                    <a:pt x="3133" y="2306"/>
                  </a:lnTo>
                  <a:cubicBezTo>
                    <a:pt x="3333" y="2081"/>
                    <a:pt x="3459" y="2081"/>
                    <a:pt x="3559" y="1981"/>
                  </a:cubicBezTo>
                  <a:cubicBezTo>
                    <a:pt x="3659" y="1880"/>
                    <a:pt x="3759" y="1880"/>
                    <a:pt x="3860" y="1780"/>
                  </a:cubicBezTo>
                  <a:lnTo>
                    <a:pt x="4186" y="1454"/>
                  </a:lnTo>
                  <a:cubicBezTo>
                    <a:pt x="4386" y="1254"/>
                    <a:pt x="4486" y="1254"/>
                    <a:pt x="4712" y="1254"/>
                  </a:cubicBezTo>
                  <a:cubicBezTo>
                    <a:pt x="4812" y="1154"/>
                    <a:pt x="5013" y="1053"/>
                    <a:pt x="5213" y="953"/>
                  </a:cubicBezTo>
                  <a:cubicBezTo>
                    <a:pt x="5338" y="828"/>
                    <a:pt x="5539" y="728"/>
                    <a:pt x="5739" y="627"/>
                  </a:cubicBezTo>
                  <a:cubicBezTo>
                    <a:pt x="5821" y="546"/>
                    <a:pt x="5918" y="399"/>
                    <a:pt x="6005" y="399"/>
                  </a:cubicBezTo>
                  <a:cubicBezTo>
                    <a:pt x="6026" y="399"/>
                    <a:pt x="6046" y="408"/>
                    <a:pt x="6065" y="427"/>
                  </a:cubicBezTo>
                  <a:cubicBezTo>
                    <a:pt x="6165" y="427"/>
                    <a:pt x="6266" y="427"/>
                    <a:pt x="6266" y="327"/>
                  </a:cubicBezTo>
                  <a:cubicBezTo>
                    <a:pt x="6165" y="1"/>
                    <a:pt x="6065" y="1"/>
                    <a:pt x="5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7"/>
            <p:cNvSpPr/>
            <p:nvPr/>
          </p:nvSpPr>
          <p:spPr>
            <a:xfrm>
              <a:off x="5834150" y="1540725"/>
              <a:ext cx="125325" cy="92200"/>
            </a:xfrm>
            <a:custGeom>
              <a:rect b="b" l="l" r="r" t="t"/>
              <a:pathLst>
                <a:path extrusionOk="0" h="3688" w="5013">
                  <a:moveTo>
                    <a:pt x="4812" y="1"/>
                  </a:moveTo>
                  <a:cubicBezTo>
                    <a:pt x="4612" y="1"/>
                    <a:pt x="4612" y="101"/>
                    <a:pt x="4487" y="101"/>
                  </a:cubicBezTo>
                  <a:cubicBezTo>
                    <a:pt x="4286" y="201"/>
                    <a:pt x="4086" y="301"/>
                    <a:pt x="3985" y="402"/>
                  </a:cubicBezTo>
                  <a:lnTo>
                    <a:pt x="3559" y="627"/>
                  </a:lnTo>
                  <a:cubicBezTo>
                    <a:pt x="3459" y="727"/>
                    <a:pt x="3359" y="828"/>
                    <a:pt x="3234" y="828"/>
                  </a:cubicBezTo>
                  <a:cubicBezTo>
                    <a:pt x="3234" y="928"/>
                    <a:pt x="3133" y="928"/>
                    <a:pt x="3133" y="1028"/>
                  </a:cubicBezTo>
                  <a:cubicBezTo>
                    <a:pt x="2833" y="1128"/>
                    <a:pt x="2507" y="1354"/>
                    <a:pt x="2306" y="1555"/>
                  </a:cubicBezTo>
                  <a:cubicBezTo>
                    <a:pt x="2206" y="1555"/>
                    <a:pt x="2206" y="1655"/>
                    <a:pt x="2106" y="1655"/>
                  </a:cubicBezTo>
                  <a:cubicBezTo>
                    <a:pt x="1980" y="1655"/>
                    <a:pt x="1880" y="1755"/>
                    <a:pt x="1780" y="1755"/>
                  </a:cubicBezTo>
                  <a:cubicBezTo>
                    <a:pt x="1680" y="1981"/>
                    <a:pt x="1579" y="2081"/>
                    <a:pt x="1479" y="2181"/>
                  </a:cubicBezTo>
                  <a:cubicBezTo>
                    <a:pt x="1354" y="2281"/>
                    <a:pt x="1153" y="2382"/>
                    <a:pt x="1053" y="2507"/>
                  </a:cubicBezTo>
                  <a:cubicBezTo>
                    <a:pt x="953" y="2507"/>
                    <a:pt x="953" y="2707"/>
                    <a:pt x="853" y="2707"/>
                  </a:cubicBezTo>
                  <a:cubicBezTo>
                    <a:pt x="727" y="2808"/>
                    <a:pt x="527" y="2908"/>
                    <a:pt x="427" y="3008"/>
                  </a:cubicBezTo>
                  <a:cubicBezTo>
                    <a:pt x="427" y="3134"/>
                    <a:pt x="226" y="3134"/>
                    <a:pt x="226" y="3234"/>
                  </a:cubicBezTo>
                  <a:cubicBezTo>
                    <a:pt x="101" y="3334"/>
                    <a:pt x="101" y="3434"/>
                    <a:pt x="0" y="3434"/>
                  </a:cubicBezTo>
                  <a:lnTo>
                    <a:pt x="0" y="3535"/>
                  </a:lnTo>
                  <a:lnTo>
                    <a:pt x="0" y="3635"/>
                  </a:lnTo>
                  <a:lnTo>
                    <a:pt x="101" y="3635"/>
                  </a:lnTo>
                  <a:cubicBezTo>
                    <a:pt x="168" y="3672"/>
                    <a:pt x="224" y="3687"/>
                    <a:pt x="270" y="3687"/>
                  </a:cubicBezTo>
                  <a:cubicBezTo>
                    <a:pt x="377" y="3687"/>
                    <a:pt x="427" y="3605"/>
                    <a:pt x="427" y="3535"/>
                  </a:cubicBezTo>
                  <a:cubicBezTo>
                    <a:pt x="527" y="3434"/>
                    <a:pt x="627" y="3434"/>
                    <a:pt x="727" y="3334"/>
                  </a:cubicBezTo>
                  <a:cubicBezTo>
                    <a:pt x="853" y="3234"/>
                    <a:pt x="1053" y="3134"/>
                    <a:pt x="1153" y="3008"/>
                  </a:cubicBezTo>
                  <a:cubicBezTo>
                    <a:pt x="1254" y="2808"/>
                    <a:pt x="1354" y="2707"/>
                    <a:pt x="1579" y="2707"/>
                  </a:cubicBezTo>
                  <a:cubicBezTo>
                    <a:pt x="1880" y="2607"/>
                    <a:pt x="1980" y="2181"/>
                    <a:pt x="2306" y="2081"/>
                  </a:cubicBezTo>
                  <a:cubicBezTo>
                    <a:pt x="2406" y="1981"/>
                    <a:pt x="2507" y="1981"/>
                    <a:pt x="2507" y="1981"/>
                  </a:cubicBezTo>
                  <a:cubicBezTo>
                    <a:pt x="2607" y="1880"/>
                    <a:pt x="2607" y="1880"/>
                    <a:pt x="2732" y="1755"/>
                  </a:cubicBezTo>
                  <a:cubicBezTo>
                    <a:pt x="2833" y="1655"/>
                    <a:pt x="2933" y="1655"/>
                    <a:pt x="3033" y="1555"/>
                  </a:cubicBezTo>
                  <a:cubicBezTo>
                    <a:pt x="3033" y="1555"/>
                    <a:pt x="3133" y="1454"/>
                    <a:pt x="3234" y="1454"/>
                  </a:cubicBezTo>
                  <a:cubicBezTo>
                    <a:pt x="3359" y="1354"/>
                    <a:pt x="3459" y="1254"/>
                    <a:pt x="3459" y="1128"/>
                  </a:cubicBezTo>
                  <a:cubicBezTo>
                    <a:pt x="3559" y="1028"/>
                    <a:pt x="3760" y="1028"/>
                    <a:pt x="3860" y="1028"/>
                  </a:cubicBezTo>
                  <a:cubicBezTo>
                    <a:pt x="3985" y="928"/>
                    <a:pt x="4086" y="928"/>
                    <a:pt x="4286" y="828"/>
                  </a:cubicBezTo>
                  <a:cubicBezTo>
                    <a:pt x="4386" y="727"/>
                    <a:pt x="4487" y="627"/>
                    <a:pt x="4612" y="502"/>
                  </a:cubicBezTo>
                  <a:cubicBezTo>
                    <a:pt x="4683" y="431"/>
                    <a:pt x="4754" y="360"/>
                    <a:pt x="4825" y="360"/>
                  </a:cubicBezTo>
                  <a:cubicBezTo>
                    <a:pt x="4854" y="360"/>
                    <a:pt x="4883" y="372"/>
                    <a:pt x="4913" y="402"/>
                  </a:cubicBezTo>
                  <a:cubicBezTo>
                    <a:pt x="5013" y="402"/>
                    <a:pt x="5013" y="301"/>
                    <a:pt x="5013" y="201"/>
                  </a:cubicBezTo>
                  <a:cubicBezTo>
                    <a:pt x="4913" y="1"/>
                    <a:pt x="4812" y="1"/>
                    <a:pt x="4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7"/>
            <p:cNvSpPr/>
            <p:nvPr/>
          </p:nvSpPr>
          <p:spPr>
            <a:xfrm>
              <a:off x="5836650" y="1535100"/>
              <a:ext cx="50150" cy="90875"/>
            </a:xfrm>
            <a:custGeom>
              <a:rect b="b" l="l" r="r" t="t"/>
              <a:pathLst>
                <a:path extrusionOk="0" h="3635" w="2006">
                  <a:moveTo>
                    <a:pt x="327" y="0"/>
                  </a:moveTo>
                  <a:cubicBezTo>
                    <a:pt x="226" y="0"/>
                    <a:pt x="226" y="0"/>
                    <a:pt x="226" y="100"/>
                  </a:cubicBezTo>
                  <a:cubicBezTo>
                    <a:pt x="1" y="100"/>
                    <a:pt x="126" y="226"/>
                    <a:pt x="126" y="326"/>
                  </a:cubicBezTo>
                  <a:lnTo>
                    <a:pt x="126" y="526"/>
                  </a:lnTo>
                  <a:cubicBezTo>
                    <a:pt x="226" y="627"/>
                    <a:pt x="226" y="727"/>
                    <a:pt x="226" y="852"/>
                  </a:cubicBezTo>
                  <a:cubicBezTo>
                    <a:pt x="327" y="952"/>
                    <a:pt x="327" y="1053"/>
                    <a:pt x="327" y="1253"/>
                  </a:cubicBezTo>
                  <a:cubicBezTo>
                    <a:pt x="327" y="1479"/>
                    <a:pt x="627" y="1579"/>
                    <a:pt x="627" y="1780"/>
                  </a:cubicBezTo>
                  <a:cubicBezTo>
                    <a:pt x="627" y="1780"/>
                    <a:pt x="527" y="1880"/>
                    <a:pt x="627" y="1980"/>
                  </a:cubicBezTo>
                  <a:cubicBezTo>
                    <a:pt x="627" y="1980"/>
                    <a:pt x="627" y="2105"/>
                    <a:pt x="753" y="2105"/>
                  </a:cubicBezTo>
                  <a:cubicBezTo>
                    <a:pt x="753" y="2105"/>
                    <a:pt x="753" y="2206"/>
                    <a:pt x="853" y="2306"/>
                  </a:cubicBezTo>
                  <a:lnTo>
                    <a:pt x="853" y="2406"/>
                  </a:lnTo>
                  <a:cubicBezTo>
                    <a:pt x="953" y="2506"/>
                    <a:pt x="953" y="2607"/>
                    <a:pt x="1053" y="2607"/>
                  </a:cubicBezTo>
                  <a:cubicBezTo>
                    <a:pt x="1154" y="2732"/>
                    <a:pt x="1154" y="2832"/>
                    <a:pt x="1154" y="2932"/>
                  </a:cubicBezTo>
                  <a:cubicBezTo>
                    <a:pt x="1154" y="3033"/>
                    <a:pt x="1254" y="3033"/>
                    <a:pt x="1254" y="3133"/>
                  </a:cubicBezTo>
                  <a:cubicBezTo>
                    <a:pt x="1379" y="3233"/>
                    <a:pt x="1479" y="3359"/>
                    <a:pt x="1479" y="3359"/>
                  </a:cubicBezTo>
                  <a:cubicBezTo>
                    <a:pt x="1580" y="3459"/>
                    <a:pt x="1680" y="3459"/>
                    <a:pt x="1680" y="3559"/>
                  </a:cubicBezTo>
                  <a:cubicBezTo>
                    <a:pt x="1630" y="3609"/>
                    <a:pt x="1630" y="3634"/>
                    <a:pt x="1655" y="3634"/>
                  </a:cubicBezTo>
                  <a:cubicBezTo>
                    <a:pt x="1680" y="3634"/>
                    <a:pt x="1730" y="3609"/>
                    <a:pt x="1780" y="3559"/>
                  </a:cubicBezTo>
                  <a:cubicBezTo>
                    <a:pt x="2006" y="3459"/>
                    <a:pt x="2006" y="3359"/>
                    <a:pt x="2006" y="3359"/>
                  </a:cubicBezTo>
                  <a:cubicBezTo>
                    <a:pt x="2006" y="3233"/>
                    <a:pt x="1880" y="3233"/>
                    <a:pt x="1880" y="3133"/>
                  </a:cubicBezTo>
                  <a:cubicBezTo>
                    <a:pt x="1780" y="3033"/>
                    <a:pt x="1780" y="2932"/>
                    <a:pt x="1680" y="2832"/>
                  </a:cubicBezTo>
                  <a:lnTo>
                    <a:pt x="1580" y="2607"/>
                  </a:lnTo>
                  <a:cubicBezTo>
                    <a:pt x="1479" y="2607"/>
                    <a:pt x="1479" y="2506"/>
                    <a:pt x="1379" y="2406"/>
                  </a:cubicBezTo>
                  <a:lnTo>
                    <a:pt x="1379" y="2306"/>
                  </a:lnTo>
                  <a:cubicBezTo>
                    <a:pt x="1254" y="2206"/>
                    <a:pt x="1154" y="1980"/>
                    <a:pt x="1053" y="1780"/>
                  </a:cubicBezTo>
                  <a:lnTo>
                    <a:pt x="1053" y="1679"/>
                  </a:lnTo>
                  <a:cubicBezTo>
                    <a:pt x="1053" y="1579"/>
                    <a:pt x="1053" y="1479"/>
                    <a:pt x="953" y="1479"/>
                  </a:cubicBezTo>
                  <a:cubicBezTo>
                    <a:pt x="953" y="1353"/>
                    <a:pt x="853" y="1253"/>
                    <a:pt x="753" y="1153"/>
                  </a:cubicBezTo>
                  <a:lnTo>
                    <a:pt x="753" y="852"/>
                  </a:lnTo>
                  <a:lnTo>
                    <a:pt x="627" y="727"/>
                  </a:lnTo>
                  <a:cubicBezTo>
                    <a:pt x="527" y="627"/>
                    <a:pt x="627" y="526"/>
                    <a:pt x="527" y="426"/>
                  </a:cubicBezTo>
                  <a:lnTo>
                    <a:pt x="527" y="226"/>
                  </a:lnTo>
                  <a:cubicBezTo>
                    <a:pt x="427" y="226"/>
                    <a:pt x="427" y="100"/>
                    <a:pt x="427" y="100"/>
                  </a:cubicBezTo>
                  <a:lnTo>
                    <a:pt x="4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7"/>
            <p:cNvSpPr/>
            <p:nvPr/>
          </p:nvSpPr>
          <p:spPr>
            <a:xfrm>
              <a:off x="5873625" y="1498750"/>
              <a:ext cx="44500" cy="96525"/>
            </a:xfrm>
            <a:custGeom>
              <a:rect b="b" l="l" r="r" t="t"/>
              <a:pathLst>
                <a:path extrusionOk="0" h="3861" w="1780">
                  <a:moveTo>
                    <a:pt x="301" y="0"/>
                  </a:moveTo>
                  <a:lnTo>
                    <a:pt x="201" y="101"/>
                  </a:lnTo>
                  <a:cubicBezTo>
                    <a:pt x="0" y="101"/>
                    <a:pt x="101" y="201"/>
                    <a:pt x="101" y="301"/>
                  </a:cubicBezTo>
                  <a:lnTo>
                    <a:pt x="101" y="527"/>
                  </a:lnTo>
                  <a:lnTo>
                    <a:pt x="101" y="928"/>
                  </a:lnTo>
                  <a:cubicBezTo>
                    <a:pt x="201" y="1053"/>
                    <a:pt x="201" y="1153"/>
                    <a:pt x="201" y="1254"/>
                  </a:cubicBezTo>
                  <a:cubicBezTo>
                    <a:pt x="101" y="1554"/>
                    <a:pt x="401" y="1680"/>
                    <a:pt x="401" y="1880"/>
                  </a:cubicBezTo>
                  <a:lnTo>
                    <a:pt x="401" y="2081"/>
                  </a:lnTo>
                  <a:lnTo>
                    <a:pt x="527" y="2181"/>
                  </a:lnTo>
                  <a:cubicBezTo>
                    <a:pt x="527" y="2306"/>
                    <a:pt x="627" y="2306"/>
                    <a:pt x="627" y="2406"/>
                  </a:cubicBezTo>
                  <a:lnTo>
                    <a:pt x="627" y="2607"/>
                  </a:lnTo>
                  <a:cubicBezTo>
                    <a:pt x="727" y="2707"/>
                    <a:pt x="727" y="2707"/>
                    <a:pt x="827" y="2807"/>
                  </a:cubicBezTo>
                  <a:cubicBezTo>
                    <a:pt x="928" y="2807"/>
                    <a:pt x="928" y="2933"/>
                    <a:pt x="928" y="3033"/>
                  </a:cubicBezTo>
                  <a:cubicBezTo>
                    <a:pt x="928" y="3133"/>
                    <a:pt x="928" y="3234"/>
                    <a:pt x="1028" y="3334"/>
                  </a:cubicBezTo>
                  <a:cubicBezTo>
                    <a:pt x="1153" y="3434"/>
                    <a:pt x="1153" y="3559"/>
                    <a:pt x="1254" y="3559"/>
                  </a:cubicBezTo>
                  <a:cubicBezTo>
                    <a:pt x="1354" y="3660"/>
                    <a:pt x="1454" y="3660"/>
                    <a:pt x="1354" y="3760"/>
                  </a:cubicBezTo>
                  <a:cubicBezTo>
                    <a:pt x="1354" y="3860"/>
                    <a:pt x="1354" y="3860"/>
                    <a:pt x="1454" y="3860"/>
                  </a:cubicBezTo>
                  <a:cubicBezTo>
                    <a:pt x="1780" y="3660"/>
                    <a:pt x="1780" y="3660"/>
                    <a:pt x="1780" y="3559"/>
                  </a:cubicBezTo>
                  <a:cubicBezTo>
                    <a:pt x="1780" y="3434"/>
                    <a:pt x="1655" y="3434"/>
                    <a:pt x="1655" y="3334"/>
                  </a:cubicBezTo>
                  <a:cubicBezTo>
                    <a:pt x="1554" y="3234"/>
                    <a:pt x="1554" y="3133"/>
                    <a:pt x="1454" y="3033"/>
                  </a:cubicBezTo>
                  <a:cubicBezTo>
                    <a:pt x="1354" y="3033"/>
                    <a:pt x="1354" y="2933"/>
                    <a:pt x="1354" y="2807"/>
                  </a:cubicBezTo>
                  <a:lnTo>
                    <a:pt x="1153" y="2607"/>
                  </a:lnTo>
                  <a:lnTo>
                    <a:pt x="1153" y="2507"/>
                  </a:lnTo>
                  <a:cubicBezTo>
                    <a:pt x="1028" y="2306"/>
                    <a:pt x="928" y="2081"/>
                    <a:pt x="827" y="1880"/>
                  </a:cubicBezTo>
                  <a:lnTo>
                    <a:pt x="827" y="1780"/>
                  </a:lnTo>
                  <a:lnTo>
                    <a:pt x="827" y="1554"/>
                  </a:lnTo>
                  <a:cubicBezTo>
                    <a:pt x="827" y="1454"/>
                    <a:pt x="627" y="1354"/>
                    <a:pt x="627" y="1254"/>
                  </a:cubicBezTo>
                  <a:lnTo>
                    <a:pt x="627" y="928"/>
                  </a:lnTo>
                  <a:lnTo>
                    <a:pt x="527" y="828"/>
                  </a:lnTo>
                  <a:lnTo>
                    <a:pt x="527" y="527"/>
                  </a:lnTo>
                  <a:lnTo>
                    <a:pt x="527" y="301"/>
                  </a:lnTo>
                  <a:cubicBezTo>
                    <a:pt x="401" y="201"/>
                    <a:pt x="401" y="201"/>
                    <a:pt x="401" y="101"/>
                  </a:cubicBezTo>
                  <a:cubicBezTo>
                    <a:pt x="401" y="101"/>
                    <a:pt x="401" y="0"/>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7"/>
            <p:cNvSpPr/>
            <p:nvPr/>
          </p:nvSpPr>
          <p:spPr>
            <a:xfrm>
              <a:off x="6719500" y="1028825"/>
              <a:ext cx="101525" cy="347150"/>
            </a:xfrm>
            <a:custGeom>
              <a:rect b="b" l="l" r="r" t="t"/>
              <a:pathLst>
                <a:path extrusionOk="0" h="13886" w="4061">
                  <a:moveTo>
                    <a:pt x="2356" y="0"/>
                  </a:moveTo>
                  <a:cubicBezTo>
                    <a:pt x="2105" y="0"/>
                    <a:pt x="1867" y="50"/>
                    <a:pt x="1654" y="101"/>
                  </a:cubicBezTo>
                  <a:cubicBezTo>
                    <a:pt x="1416" y="180"/>
                    <a:pt x="1162" y="338"/>
                    <a:pt x="917" y="338"/>
                  </a:cubicBezTo>
                  <a:cubicBezTo>
                    <a:pt x="853" y="338"/>
                    <a:pt x="790" y="327"/>
                    <a:pt x="727" y="301"/>
                  </a:cubicBezTo>
                  <a:cubicBezTo>
                    <a:pt x="698" y="272"/>
                    <a:pt x="670" y="260"/>
                    <a:pt x="640" y="260"/>
                  </a:cubicBezTo>
                  <a:cubicBezTo>
                    <a:pt x="567" y="260"/>
                    <a:pt x="491" y="337"/>
                    <a:pt x="401" y="426"/>
                  </a:cubicBezTo>
                  <a:cubicBezTo>
                    <a:pt x="201" y="727"/>
                    <a:pt x="526" y="727"/>
                    <a:pt x="727" y="727"/>
                  </a:cubicBezTo>
                  <a:cubicBezTo>
                    <a:pt x="1028" y="727"/>
                    <a:pt x="1354" y="627"/>
                    <a:pt x="1654" y="627"/>
                  </a:cubicBezTo>
                  <a:cubicBezTo>
                    <a:pt x="1958" y="569"/>
                    <a:pt x="2262" y="511"/>
                    <a:pt x="2527" y="511"/>
                  </a:cubicBezTo>
                  <a:cubicBezTo>
                    <a:pt x="2722" y="511"/>
                    <a:pt x="2895" y="542"/>
                    <a:pt x="3033" y="627"/>
                  </a:cubicBezTo>
                  <a:cubicBezTo>
                    <a:pt x="3334" y="827"/>
                    <a:pt x="3534" y="1153"/>
                    <a:pt x="3534" y="1454"/>
                  </a:cubicBezTo>
                  <a:cubicBezTo>
                    <a:pt x="3659" y="1780"/>
                    <a:pt x="3659" y="2181"/>
                    <a:pt x="3659" y="2507"/>
                  </a:cubicBezTo>
                  <a:cubicBezTo>
                    <a:pt x="3534" y="2707"/>
                    <a:pt x="3534" y="2807"/>
                    <a:pt x="3534" y="3033"/>
                  </a:cubicBezTo>
                  <a:cubicBezTo>
                    <a:pt x="3334" y="3960"/>
                    <a:pt x="3033" y="4812"/>
                    <a:pt x="2807" y="5740"/>
                  </a:cubicBezTo>
                  <a:cubicBezTo>
                    <a:pt x="2707" y="5940"/>
                    <a:pt x="2707" y="6066"/>
                    <a:pt x="2607" y="6266"/>
                  </a:cubicBezTo>
                  <a:cubicBezTo>
                    <a:pt x="2506" y="6567"/>
                    <a:pt x="2406" y="6893"/>
                    <a:pt x="2281" y="7093"/>
                  </a:cubicBezTo>
                  <a:cubicBezTo>
                    <a:pt x="2181" y="7619"/>
                    <a:pt x="2080" y="8146"/>
                    <a:pt x="1980" y="8572"/>
                  </a:cubicBezTo>
                  <a:cubicBezTo>
                    <a:pt x="1780" y="8973"/>
                    <a:pt x="1554" y="9399"/>
                    <a:pt x="1454" y="9825"/>
                  </a:cubicBezTo>
                  <a:cubicBezTo>
                    <a:pt x="1354" y="10126"/>
                    <a:pt x="1253" y="10452"/>
                    <a:pt x="1253" y="10652"/>
                  </a:cubicBezTo>
                  <a:cubicBezTo>
                    <a:pt x="1028" y="11178"/>
                    <a:pt x="827" y="11579"/>
                    <a:pt x="727" y="12005"/>
                  </a:cubicBezTo>
                  <a:cubicBezTo>
                    <a:pt x="627" y="12331"/>
                    <a:pt x="401" y="12532"/>
                    <a:pt x="401" y="12833"/>
                  </a:cubicBezTo>
                  <a:cubicBezTo>
                    <a:pt x="301" y="13058"/>
                    <a:pt x="201" y="13359"/>
                    <a:pt x="100" y="13584"/>
                  </a:cubicBezTo>
                  <a:lnTo>
                    <a:pt x="100" y="13685"/>
                  </a:lnTo>
                  <a:cubicBezTo>
                    <a:pt x="100" y="13685"/>
                    <a:pt x="0" y="13885"/>
                    <a:pt x="100" y="13885"/>
                  </a:cubicBezTo>
                  <a:lnTo>
                    <a:pt x="301" y="13885"/>
                  </a:lnTo>
                  <a:cubicBezTo>
                    <a:pt x="526" y="13685"/>
                    <a:pt x="627" y="13359"/>
                    <a:pt x="727" y="13058"/>
                  </a:cubicBezTo>
                  <a:cubicBezTo>
                    <a:pt x="827" y="12732"/>
                    <a:pt x="927" y="12432"/>
                    <a:pt x="1153" y="12106"/>
                  </a:cubicBezTo>
                  <a:cubicBezTo>
                    <a:pt x="1253" y="11579"/>
                    <a:pt x="1454" y="11178"/>
                    <a:pt x="1654" y="10752"/>
                  </a:cubicBezTo>
                  <a:cubicBezTo>
                    <a:pt x="1780" y="10226"/>
                    <a:pt x="1980" y="9700"/>
                    <a:pt x="2181" y="9198"/>
                  </a:cubicBezTo>
                  <a:cubicBezTo>
                    <a:pt x="2607" y="8447"/>
                    <a:pt x="2607" y="7519"/>
                    <a:pt x="2907" y="6692"/>
                  </a:cubicBezTo>
                  <a:cubicBezTo>
                    <a:pt x="3033" y="6467"/>
                    <a:pt x="3233" y="6166"/>
                    <a:pt x="3233" y="5840"/>
                  </a:cubicBezTo>
                  <a:cubicBezTo>
                    <a:pt x="3233" y="5639"/>
                    <a:pt x="3334" y="5539"/>
                    <a:pt x="3334" y="5314"/>
                  </a:cubicBezTo>
                  <a:cubicBezTo>
                    <a:pt x="3434" y="5013"/>
                    <a:pt x="3534" y="4587"/>
                    <a:pt x="3659" y="4286"/>
                  </a:cubicBezTo>
                  <a:cubicBezTo>
                    <a:pt x="3659" y="4061"/>
                    <a:pt x="3760" y="3860"/>
                    <a:pt x="3860" y="3660"/>
                  </a:cubicBezTo>
                  <a:cubicBezTo>
                    <a:pt x="3960" y="3233"/>
                    <a:pt x="3960" y="2807"/>
                    <a:pt x="3960" y="2406"/>
                  </a:cubicBezTo>
                  <a:cubicBezTo>
                    <a:pt x="3960" y="2081"/>
                    <a:pt x="4060" y="1680"/>
                    <a:pt x="3960" y="1254"/>
                  </a:cubicBezTo>
                  <a:cubicBezTo>
                    <a:pt x="3860" y="827"/>
                    <a:pt x="3659" y="426"/>
                    <a:pt x="3133" y="201"/>
                  </a:cubicBezTo>
                  <a:cubicBezTo>
                    <a:pt x="2870" y="50"/>
                    <a:pt x="2607" y="0"/>
                    <a:pt x="2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7"/>
            <p:cNvSpPr/>
            <p:nvPr/>
          </p:nvSpPr>
          <p:spPr>
            <a:xfrm>
              <a:off x="6147425" y="1482675"/>
              <a:ext cx="196150" cy="148925"/>
            </a:xfrm>
            <a:custGeom>
              <a:rect b="b" l="l" r="r" t="t"/>
              <a:pathLst>
                <a:path extrusionOk="0" h="5957" w="7846">
                  <a:moveTo>
                    <a:pt x="7649" y="1"/>
                  </a:moveTo>
                  <a:cubicBezTo>
                    <a:pt x="7604" y="1"/>
                    <a:pt x="7560" y="17"/>
                    <a:pt x="7520" y="17"/>
                  </a:cubicBezTo>
                  <a:cubicBezTo>
                    <a:pt x="7319" y="117"/>
                    <a:pt x="7219" y="217"/>
                    <a:pt x="7119" y="318"/>
                  </a:cubicBezTo>
                  <a:cubicBezTo>
                    <a:pt x="6793" y="543"/>
                    <a:pt x="6592" y="744"/>
                    <a:pt x="6267" y="944"/>
                  </a:cubicBezTo>
                  <a:lnTo>
                    <a:pt x="5866" y="1370"/>
                  </a:lnTo>
                  <a:lnTo>
                    <a:pt x="5339" y="1696"/>
                  </a:lnTo>
                  <a:cubicBezTo>
                    <a:pt x="5239" y="1796"/>
                    <a:pt x="5114" y="1897"/>
                    <a:pt x="5114" y="1897"/>
                  </a:cubicBezTo>
                  <a:lnTo>
                    <a:pt x="3861" y="2949"/>
                  </a:lnTo>
                  <a:cubicBezTo>
                    <a:pt x="3760" y="2949"/>
                    <a:pt x="3660" y="3049"/>
                    <a:pt x="3560" y="3049"/>
                  </a:cubicBezTo>
                  <a:cubicBezTo>
                    <a:pt x="3459" y="3150"/>
                    <a:pt x="3234" y="3250"/>
                    <a:pt x="3134" y="3350"/>
                  </a:cubicBezTo>
                  <a:cubicBezTo>
                    <a:pt x="2933" y="3576"/>
                    <a:pt x="2733" y="3776"/>
                    <a:pt x="2507" y="3977"/>
                  </a:cubicBezTo>
                  <a:cubicBezTo>
                    <a:pt x="2307" y="4077"/>
                    <a:pt x="2106" y="4202"/>
                    <a:pt x="1881" y="4303"/>
                  </a:cubicBezTo>
                  <a:cubicBezTo>
                    <a:pt x="1680" y="4403"/>
                    <a:pt x="1680" y="4603"/>
                    <a:pt x="1480" y="4704"/>
                  </a:cubicBezTo>
                  <a:cubicBezTo>
                    <a:pt x="1254" y="4829"/>
                    <a:pt x="1053" y="5029"/>
                    <a:pt x="853" y="5130"/>
                  </a:cubicBezTo>
                  <a:cubicBezTo>
                    <a:pt x="728" y="5230"/>
                    <a:pt x="527" y="5330"/>
                    <a:pt x="427" y="5456"/>
                  </a:cubicBezTo>
                  <a:cubicBezTo>
                    <a:pt x="427" y="5556"/>
                    <a:pt x="427" y="5556"/>
                    <a:pt x="327" y="5556"/>
                  </a:cubicBezTo>
                  <a:lnTo>
                    <a:pt x="101" y="5556"/>
                  </a:lnTo>
                  <a:lnTo>
                    <a:pt x="101" y="5756"/>
                  </a:lnTo>
                  <a:cubicBezTo>
                    <a:pt x="1" y="5857"/>
                    <a:pt x="226" y="5957"/>
                    <a:pt x="327" y="5957"/>
                  </a:cubicBezTo>
                  <a:cubicBezTo>
                    <a:pt x="427" y="5957"/>
                    <a:pt x="527" y="5857"/>
                    <a:pt x="627" y="5857"/>
                  </a:cubicBezTo>
                  <a:cubicBezTo>
                    <a:pt x="853" y="5656"/>
                    <a:pt x="953" y="5556"/>
                    <a:pt x="1154" y="5456"/>
                  </a:cubicBezTo>
                  <a:cubicBezTo>
                    <a:pt x="1354" y="5230"/>
                    <a:pt x="1580" y="5130"/>
                    <a:pt x="1780" y="4929"/>
                  </a:cubicBezTo>
                  <a:cubicBezTo>
                    <a:pt x="1981" y="4704"/>
                    <a:pt x="2307" y="4603"/>
                    <a:pt x="2507" y="4403"/>
                  </a:cubicBezTo>
                  <a:cubicBezTo>
                    <a:pt x="3033" y="4303"/>
                    <a:pt x="3234" y="3776"/>
                    <a:pt x="3660" y="3450"/>
                  </a:cubicBezTo>
                  <a:cubicBezTo>
                    <a:pt x="3760" y="3450"/>
                    <a:pt x="3986" y="3350"/>
                    <a:pt x="4086" y="3250"/>
                  </a:cubicBezTo>
                  <a:cubicBezTo>
                    <a:pt x="4186" y="3150"/>
                    <a:pt x="4287" y="3150"/>
                    <a:pt x="4287" y="3049"/>
                  </a:cubicBezTo>
                  <a:cubicBezTo>
                    <a:pt x="4487" y="2949"/>
                    <a:pt x="4612" y="2824"/>
                    <a:pt x="4813" y="2724"/>
                  </a:cubicBezTo>
                  <a:lnTo>
                    <a:pt x="5114" y="2423"/>
                  </a:lnTo>
                  <a:cubicBezTo>
                    <a:pt x="5339" y="2323"/>
                    <a:pt x="5439" y="2097"/>
                    <a:pt x="5540" y="1997"/>
                  </a:cubicBezTo>
                  <a:cubicBezTo>
                    <a:pt x="5740" y="1796"/>
                    <a:pt x="5966" y="1796"/>
                    <a:pt x="6066" y="1696"/>
                  </a:cubicBezTo>
                  <a:cubicBezTo>
                    <a:pt x="6267" y="1571"/>
                    <a:pt x="6492" y="1370"/>
                    <a:pt x="6693" y="1270"/>
                  </a:cubicBezTo>
                  <a:cubicBezTo>
                    <a:pt x="6893" y="1070"/>
                    <a:pt x="7119" y="844"/>
                    <a:pt x="7319" y="744"/>
                  </a:cubicBezTo>
                  <a:cubicBezTo>
                    <a:pt x="7419" y="643"/>
                    <a:pt x="7520" y="443"/>
                    <a:pt x="7745" y="443"/>
                  </a:cubicBezTo>
                  <a:cubicBezTo>
                    <a:pt x="7845" y="443"/>
                    <a:pt x="7845" y="318"/>
                    <a:pt x="7845" y="217"/>
                  </a:cubicBezTo>
                  <a:cubicBezTo>
                    <a:pt x="7785" y="37"/>
                    <a:pt x="7716" y="1"/>
                    <a:pt x="764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8" name="Google Shape;2458;p67"/>
          <p:cNvGrpSpPr/>
          <p:nvPr/>
        </p:nvGrpSpPr>
        <p:grpSpPr>
          <a:xfrm>
            <a:off x="4438755" y="3328067"/>
            <a:ext cx="1387569" cy="1114498"/>
            <a:chOff x="4050925" y="3488275"/>
            <a:chExt cx="1585250" cy="1273275"/>
          </a:xfrm>
        </p:grpSpPr>
        <p:sp>
          <p:nvSpPr>
            <p:cNvPr id="2459" name="Google Shape;2459;p67"/>
            <p:cNvSpPr/>
            <p:nvPr/>
          </p:nvSpPr>
          <p:spPr>
            <a:xfrm>
              <a:off x="4090400" y="3842950"/>
              <a:ext cx="1524475" cy="610625"/>
            </a:xfrm>
            <a:custGeom>
              <a:rect b="b" l="l" r="r" t="t"/>
              <a:pathLst>
                <a:path extrusionOk="0" h="24425" w="60979">
                  <a:moveTo>
                    <a:pt x="27823" y="1"/>
                  </a:moveTo>
                  <a:cubicBezTo>
                    <a:pt x="26517" y="1"/>
                    <a:pt x="25200" y="250"/>
                    <a:pt x="24011" y="751"/>
                  </a:cubicBezTo>
                  <a:cubicBezTo>
                    <a:pt x="20151" y="2505"/>
                    <a:pt x="17545" y="6265"/>
                    <a:pt x="15765" y="10150"/>
                  </a:cubicBezTo>
                  <a:cubicBezTo>
                    <a:pt x="15232" y="9976"/>
                    <a:pt x="14678" y="9893"/>
                    <a:pt x="14125" y="9893"/>
                  </a:cubicBezTo>
                  <a:cubicBezTo>
                    <a:pt x="12285" y="9893"/>
                    <a:pt x="10463" y="10808"/>
                    <a:pt x="9499" y="12330"/>
                  </a:cubicBezTo>
                  <a:cubicBezTo>
                    <a:pt x="9199" y="12756"/>
                    <a:pt x="8973" y="13383"/>
                    <a:pt x="8447" y="13683"/>
                  </a:cubicBezTo>
                  <a:cubicBezTo>
                    <a:pt x="8046" y="14109"/>
                    <a:pt x="7319" y="14109"/>
                    <a:pt x="6692" y="14210"/>
                  </a:cubicBezTo>
                  <a:cubicBezTo>
                    <a:pt x="5013" y="14536"/>
                    <a:pt x="3334" y="15037"/>
                    <a:pt x="1880" y="15989"/>
                  </a:cubicBezTo>
                  <a:cubicBezTo>
                    <a:pt x="1254" y="16415"/>
                    <a:pt x="527" y="16917"/>
                    <a:pt x="301" y="17668"/>
                  </a:cubicBezTo>
                  <a:cubicBezTo>
                    <a:pt x="1" y="18696"/>
                    <a:pt x="627" y="19849"/>
                    <a:pt x="1555" y="20475"/>
                  </a:cubicBezTo>
                  <a:cubicBezTo>
                    <a:pt x="2507" y="21002"/>
                    <a:pt x="3560" y="21202"/>
                    <a:pt x="4687" y="21302"/>
                  </a:cubicBezTo>
                  <a:cubicBezTo>
                    <a:pt x="5763" y="21385"/>
                    <a:pt x="6839" y="21424"/>
                    <a:pt x="7913" y="21424"/>
                  </a:cubicBezTo>
                  <a:cubicBezTo>
                    <a:pt x="9768" y="21424"/>
                    <a:pt x="11619" y="21308"/>
                    <a:pt x="13459" y="21102"/>
                  </a:cubicBezTo>
                  <a:cubicBezTo>
                    <a:pt x="13821" y="21044"/>
                    <a:pt x="14149" y="20986"/>
                    <a:pt x="14464" y="20986"/>
                  </a:cubicBezTo>
                  <a:cubicBezTo>
                    <a:pt x="14694" y="20986"/>
                    <a:pt x="14916" y="21017"/>
                    <a:pt x="15139" y="21102"/>
                  </a:cubicBezTo>
                  <a:cubicBezTo>
                    <a:pt x="15565" y="21302"/>
                    <a:pt x="15966" y="21628"/>
                    <a:pt x="16292" y="21829"/>
                  </a:cubicBezTo>
                  <a:cubicBezTo>
                    <a:pt x="17018" y="22355"/>
                    <a:pt x="17845" y="22556"/>
                    <a:pt x="18698" y="22781"/>
                  </a:cubicBezTo>
                  <a:cubicBezTo>
                    <a:pt x="20721" y="23311"/>
                    <a:pt x="22784" y="23505"/>
                    <a:pt x="24863" y="23505"/>
                  </a:cubicBezTo>
                  <a:cubicBezTo>
                    <a:pt x="27704" y="23505"/>
                    <a:pt x="30573" y="23143"/>
                    <a:pt x="33409" y="22781"/>
                  </a:cubicBezTo>
                  <a:cubicBezTo>
                    <a:pt x="37069" y="22255"/>
                    <a:pt x="40728" y="21829"/>
                    <a:pt x="44387" y="21302"/>
                  </a:cubicBezTo>
                  <a:lnTo>
                    <a:pt x="44387" y="21302"/>
                  </a:lnTo>
                  <a:cubicBezTo>
                    <a:pt x="43435" y="21929"/>
                    <a:pt x="43861" y="23508"/>
                    <a:pt x="44788" y="24034"/>
                  </a:cubicBezTo>
                  <a:cubicBezTo>
                    <a:pt x="45337" y="24338"/>
                    <a:pt x="45952" y="24425"/>
                    <a:pt x="46572" y="24425"/>
                  </a:cubicBezTo>
                  <a:cubicBezTo>
                    <a:pt x="47027" y="24425"/>
                    <a:pt x="47485" y="24378"/>
                    <a:pt x="47921" y="24335"/>
                  </a:cubicBezTo>
                  <a:cubicBezTo>
                    <a:pt x="52307" y="23709"/>
                    <a:pt x="57019" y="22982"/>
                    <a:pt x="60452" y="20275"/>
                  </a:cubicBezTo>
                  <a:cubicBezTo>
                    <a:pt x="60678" y="20049"/>
                    <a:pt x="60978" y="19749"/>
                    <a:pt x="60978" y="19423"/>
                  </a:cubicBezTo>
                  <a:cubicBezTo>
                    <a:pt x="60978" y="19022"/>
                    <a:pt x="60678" y="18696"/>
                    <a:pt x="60352" y="18495"/>
                  </a:cubicBezTo>
                  <a:cubicBezTo>
                    <a:pt x="58574" y="17002"/>
                    <a:pt x="56236" y="16182"/>
                    <a:pt x="53868" y="16182"/>
                  </a:cubicBezTo>
                  <a:cubicBezTo>
                    <a:pt x="53732" y="16182"/>
                    <a:pt x="53596" y="16184"/>
                    <a:pt x="53460" y="16190"/>
                  </a:cubicBezTo>
                  <a:cubicBezTo>
                    <a:pt x="53685" y="14736"/>
                    <a:pt x="52733" y="13483"/>
                    <a:pt x="51480" y="12756"/>
                  </a:cubicBezTo>
                  <a:cubicBezTo>
                    <a:pt x="50227" y="12130"/>
                    <a:pt x="48773" y="11904"/>
                    <a:pt x="47419" y="11904"/>
                  </a:cubicBezTo>
                  <a:cubicBezTo>
                    <a:pt x="47029" y="11888"/>
                    <a:pt x="46636" y="11881"/>
                    <a:pt x="46241" y="11881"/>
                  </a:cubicBezTo>
                  <a:cubicBezTo>
                    <a:pt x="44100" y="11881"/>
                    <a:pt x="41911" y="12107"/>
                    <a:pt x="39901" y="12531"/>
                  </a:cubicBezTo>
                  <a:cubicBezTo>
                    <a:pt x="39738" y="12593"/>
                    <a:pt x="39550" y="12625"/>
                    <a:pt x="39377" y="12625"/>
                  </a:cubicBezTo>
                  <a:cubicBezTo>
                    <a:pt x="39205" y="12625"/>
                    <a:pt x="39049" y="12593"/>
                    <a:pt x="38948" y="12531"/>
                  </a:cubicBezTo>
                  <a:cubicBezTo>
                    <a:pt x="38748" y="12330"/>
                    <a:pt x="38648" y="12130"/>
                    <a:pt x="38522" y="11904"/>
                  </a:cubicBezTo>
                  <a:cubicBezTo>
                    <a:pt x="37595" y="9824"/>
                    <a:pt x="36768" y="7744"/>
                    <a:pt x="35815" y="5538"/>
                  </a:cubicBezTo>
                  <a:cubicBezTo>
                    <a:pt x="35615" y="4911"/>
                    <a:pt x="35289" y="4285"/>
                    <a:pt x="35189" y="3658"/>
                  </a:cubicBezTo>
                  <a:lnTo>
                    <a:pt x="35089" y="4084"/>
                  </a:lnTo>
                  <a:cubicBezTo>
                    <a:pt x="33911" y="1377"/>
                    <a:pt x="30894" y="1"/>
                    <a:pt x="278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7"/>
            <p:cNvSpPr/>
            <p:nvPr/>
          </p:nvSpPr>
          <p:spPr>
            <a:xfrm>
              <a:off x="4181875" y="3506450"/>
              <a:ext cx="1193025" cy="1255100"/>
            </a:xfrm>
            <a:custGeom>
              <a:rect b="b" l="l" r="r" t="t"/>
              <a:pathLst>
                <a:path extrusionOk="0" h="50204" w="47721">
                  <a:moveTo>
                    <a:pt x="26091" y="0"/>
                  </a:moveTo>
                  <a:lnTo>
                    <a:pt x="26091" y="0"/>
                  </a:lnTo>
                  <a:cubicBezTo>
                    <a:pt x="26098" y="12"/>
                    <a:pt x="26105" y="24"/>
                    <a:pt x="26112" y="35"/>
                  </a:cubicBezTo>
                  <a:lnTo>
                    <a:pt x="26112" y="35"/>
                  </a:lnTo>
                  <a:cubicBezTo>
                    <a:pt x="26105" y="23"/>
                    <a:pt x="26098" y="12"/>
                    <a:pt x="26091" y="0"/>
                  </a:cubicBezTo>
                  <a:close/>
                  <a:moveTo>
                    <a:pt x="26112" y="35"/>
                  </a:moveTo>
                  <a:lnTo>
                    <a:pt x="26112" y="35"/>
                  </a:lnTo>
                  <a:cubicBezTo>
                    <a:pt x="28307" y="3685"/>
                    <a:pt x="29853" y="7733"/>
                    <a:pt x="30603" y="11905"/>
                  </a:cubicBezTo>
                  <a:cubicBezTo>
                    <a:pt x="31630" y="18597"/>
                    <a:pt x="30477" y="25890"/>
                    <a:pt x="26317" y="31329"/>
                  </a:cubicBezTo>
                  <a:cubicBezTo>
                    <a:pt x="23585" y="34888"/>
                    <a:pt x="19725" y="37494"/>
                    <a:pt x="15565" y="39148"/>
                  </a:cubicBezTo>
                  <a:cubicBezTo>
                    <a:pt x="12180" y="40633"/>
                    <a:pt x="7356" y="42259"/>
                    <a:pt x="3169" y="42259"/>
                  </a:cubicBezTo>
                  <a:cubicBezTo>
                    <a:pt x="2055" y="42259"/>
                    <a:pt x="986" y="42144"/>
                    <a:pt x="1" y="41880"/>
                  </a:cubicBezTo>
                  <a:lnTo>
                    <a:pt x="1" y="41880"/>
                  </a:lnTo>
                  <a:cubicBezTo>
                    <a:pt x="5640" y="46266"/>
                    <a:pt x="12432" y="49600"/>
                    <a:pt x="19625" y="50126"/>
                  </a:cubicBezTo>
                  <a:cubicBezTo>
                    <a:pt x="20317" y="50178"/>
                    <a:pt x="21004" y="50204"/>
                    <a:pt x="21685" y="50204"/>
                  </a:cubicBezTo>
                  <a:cubicBezTo>
                    <a:pt x="31804" y="50204"/>
                    <a:pt x="40578" y="44540"/>
                    <a:pt x="44688" y="36016"/>
                  </a:cubicBezTo>
                  <a:cubicBezTo>
                    <a:pt x="45640" y="33835"/>
                    <a:pt x="46367" y="31529"/>
                    <a:pt x="46768" y="29123"/>
                  </a:cubicBezTo>
                  <a:cubicBezTo>
                    <a:pt x="47720" y="23384"/>
                    <a:pt x="46768" y="17444"/>
                    <a:pt x="44061" y="12432"/>
                  </a:cubicBezTo>
                  <a:cubicBezTo>
                    <a:pt x="42081" y="8873"/>
                    <a:pt x="39249" y="5940"/>
                    <a:pt x="35816" y="3760"/>
                  </a:cubicBezTo>
                  <a:cubicBezTo>
                    <a:pt x="34136" y="2707"/>
                    <a:pt x="32357" y="1980"/>
                    <a:pt x="30377" y="1454"/>
                  </a:cubicBezTo>
                  <a:cubicBezTo>
                    <a:pt x="29362" y="1256"/>
                    <a:pt x="26686" y="936"/>
                    <a:pt x="26112" y="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7"/>
            <p:cNvSpPr/>
            <p:nvPr/>
          </p:nvSpPr>
          <p:spPr>
            <a:xfrm>
              <a:off x="5144925" y="3921700"/>
              <a:ext cx="141000" cy="136825"/>
            </a:xfrm>
            <a:custGeom>
              <a:rect b="b" l="l" r="r" t="t"/>
              <a:pathLst>
                <a:path extrusionOk="0" h="5473" w="5640">
                  <a:moveTo>
                    <a:pt x="3233" y="0"/>
                  </a:moveTo>
                  <a:lnTo>
                    <a:pt x="3233" y="201"/>
                  </a:lnTo>
                  <a:cubicBezTo>
                    <a:pt x="3067" y="148"/>
                    <a:pt x="2894" y="123"/>
                    <a:pt x="2721" y="123"/>
                  </a:cubicBezTo>
                  <a:cubicBezTo>
                    <a:pt x="2244" y="123"/>
                    <a:pt x="1774" y="314"/>
                    <a:pt x="1479" y="627"/>
                  </a:cubicBezTo>
                  <a:cubicBezTo>
                    <a:pt x="953" y="928"/>
                    <a:pt x="627" y="1554"/>
                    <a:pt x="426" y="2181"/>
                  </a:cubicBezTo>
                  <a:cubicBezTo>
                    <a:pt x="226" y="2607"/>
                    <a:pt x="0" y="3133"/>
                    <a:pt x="101" y="3634"/>
                  </a:cubicBezTo>
                  <a:cubicBezTo>
                    <a:pt x="226" y="4386"/>
                    <a:pt x="853" y="5013"/>
                    <a:pt x="1579" y="5314"/>
                  </a:cubicBezTo>
                  <a:cubicBezTo>
                    <a:pt x="1857" y="5422"/>
                    <a:pt x="2153" y="5473"/>
                    <a:pt x="2453" y="5473"/>
                  </a:cubicBezTo>
                  <a:cubicBezTo>
                    <a:pt x="3611" y="5473"/>
                    <a:pt x="4820" y="4709"/>
                    <a:pt x="5238" y="3534"/>
                  </a:cubicBezTo>
                  <a:cubicBezTo>
                    <a:pt x="5639" y="2080"/>
                    <a:pt x="4712" y="401"/>
                    <a:pt x="32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7"/>
            <p:cNvSpPr/>
            <p:nvPr/>
          </p:nvSpPr>
          <p:spPr>
            <a:xfrm>
              <a:off x="4907450" y="4427975"/>
              <a:ext cx="172325" cy="160075"/>
            </a:xfrm>
            <a:custGeom>
              <a:rect b="b" l="l" r="r" t="t"/>
              <a:pathLst>
                <a:path extrusionOk="0" h="6403" w="6893">
                  <a:moveTo>
                    <a:pt x="4286" y="0"/>
                  </a:moveTo>
                  <a:lnTo>
                    <a:pt x="4587" y="201"/>
                  </a:lnTo>
                  <a:cubicBezTo>
                    <a:pt x="4376" y="113"/>
                    <a:pt x="4165" y="77"/>
                    <a:pt x="3954" y="77"/>
                  </a:cubicBezTo>
                  <a:cubicBezTo>
                    <a:pt x="3438" y="77"/>
                    <a:pt x="2922" y="295"/>
                    <a:pt x="2407" y="526"/>
                  </a:cubicBezTo>
                  <a:cubicBezTo>
                    <a:pt x="1354" y="1053"/>
                    <a:pt x="427" y="2080"/>
                    <a:pt x="201" y="3233"/>
                  </a:cubicBezTo>
                  <a:cubicBezTo>
                    <a:pt x="1" y="4386"/>
                    <a:pt x="627" y="5739"/>
                    <a:pt x="1680" y="6266"/>
                  </a:cubicBezTo>
                  <a:cubicBezTo>
                    <a:pt x="1958" y="6360"/>
                    <a:pt x="2240" y="6403"/>
                    <a:pt x="2522" y="6403"/>
                  </a:cubicBezTo>
                  <a:cubicBezTo>
                    <a:pt x="3512" y="6403"/>
                    <a:pt x="4492" y="5876"/>
                    <a:pt x="5214" y="5213"/>
                  </a:cubicBezTo>
                  <a:cubicBezTo>
                    <a:pt x="5840" y="4687"/>
                    <a:pt x="6367" y="4060"/>
                    <a:pt x="6592" y="3233"/>
                  </a:cubicBezTo>
                  <a:cubicBezTo>
                    <a:pt x="6893" y="2506"/>
                    <a:pt x="6793" y="1554"/>
                    <a:pt x="6166" y="927"/>
                  </a:cubicBezTo>
                  <a:cubicBezTo>
                    <a:pt x="5740" y="426"/>
                    <a:pt x="4913" y="201"/>
                    <a:pt x="42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7"/>
            <p:cNvSpPr/>
            <p:nvPr/>
          </p:nvSpPr>
          <p:spPr>
            <a:xfrm>
              <a:off x="4938775" y="4157900"/>
              <a:ext cx="75850" cy="65050"/>
            </a:xfrm>
            <a:custGeom>
              <a:rect b="b" l="l" r="r" t="t"/>
              <a:pathLst>
                <a:path extrusionOk="0" h="2602" w="3034">
                  <a:moveTo>
                    <a:pt x="1454" y="1"/>
                  </a:moveTo>
                  <a:cubicBezTo>
                    <a:pt x="1285" y="1"/>
                    <a:pt x="1103" y="51"/>
                    <a:pt x="953" y="151"/>
                  </a:cubicBezTo>
                  <a:cubicBezTo>
                    <a:pt x="327" y="452"/>
                    <a:pt x="1" y="1505"/>
                    <a:pt x="527" y="2131"/>
                  </a:cubicBezTo>
                  <a:cubicBezTo>
                    <a:pt x="740" y="2445"/>
                    <a:pt x="1129" y="2601"/>
                    <a:pt x="1517" y="2601"/>
                  </a:cubicBezTo>
                  <a:cubicBezTo>
                    <a:pt x="1905" y="2601"/>
                    <a:pt x="2294" y="2445"/>
                    <a:pt x="2507" y="2131"/>
                  </a:cubicBezTo>
                  <a:cubicBezTo>
                    <a:pt x="3033" y="1505"/>
                    <a:pt x="2607" y="452"/>
                    <a:pt x="1880" y="252"/>
                  </a:cubicBezTo>
                  <a:lnTo>
                    <a:pt x="1880" y="151"/>
                  </a:lnTo>
                  <a:cubicBezTo>
                    <a:pt x="1780" y="51"/>
                    <a:pt x="1624" y="1"/>
                    <a:pt x="14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7"/>
            <p:cNvSpPr/>
            <p:nvPr/>
          </p:nvSpPr>
          <p:spPr>
            <a:xfrm>
              <a:off x="4978250" y="3699250"/>
              <a:ext cx="78350" cy="73600"/>
            </a:xfrm>
            <a:custGeom>
              <a:rect b="b" l="l" r="r" t="t"/>
              <a:pathLst>
                <a:path extrusionOk="0" h="2944" w="3134">
                  <a:moveTo>
                    <a:pt x="1755" y="1"/>
                  </a:moveTo>
                  <a:lnTo>
                    <a:pt x="2081" y="327"/>
                  </a:lnTo>
                  <a:cubicBezTo>
                    <a:pt x="1912" y="251"/>
                    <a:pt x="1730" y="216"/>
                    <a:pt x="1549" y="216"/>
                  </a:cubicBezTo>
                  <a:cubicBezTo>
                    <a:pt x="951" y="216"/>
                    <a:pt x="355" y="596"/>
                    <a:pt x="201" y="1154"/>
                  </a:cubicBezTo>
                  <a:cubicBezTo>
                    <a:pt x="1" y="1881"/>
                    <a:pt x="502" y="2733"/>
                    <a:pt x="1354" y="2933"/>
                  </a:cubicBezTo>
                  <a:cubicBezTo>
                    <a:pt x="1406" y="2940"/>
                    <a:pt x="1458" y="2944"/>
                    <a:pt x="1510" y="2944"/>
                  </a:cubicBezTo>
                  <a:cubicBezTo>
                    <a:pt x="2195" y="2944"/>
                    <a:pt x="2915" y="2355"/>
                    <a:pt x="3008" y="1680"/>
                  </a:cubicBezTo>
                  <a:cubicBezTo>
                    <a:pt x="3134" y="953"/>
                    <a:pt x="2507" y="126"/>
                    <a:pt x="17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7"/>
            <p:cNvSpPr/>
            <p:nvPr/>
          </p:nvSpPr>
          <p:spPr>
            <a:xfrm>
              <a:off x="4597800" y="4483950"/>
              <a:ext cx="69700" cy="56100"/>
            </a:xfrm>
            <a:custGeom>
              <a:rect b="b" l="l" r="r" t="t"/>
              <a:pathLst>
                <a:path extrusionOk="0" h="2244" w="2788">
                  <a:moveTo>
                    <a:pt x="1387" y="1"/>
                  </a:moveTo>
                  <a:cubicBezTo>
                    <a:pt x="668" y="1"/>
                    <a:pt x="1" y="794"/>
                    <a:pt x="281" y="1420"/>
                  </a:cubicBezTo>
                  <a:cubicBezTo>
                    <a:pt x="404" y="1925"/>
                    <a:pt x="881" y="2243"/>
                    <a:pt x="1377" y="2243"/>
                  </a:cubicBezTo>
                  <a:cubicBezTo>
                    <a:pt x="1693" y="2243"/>
                    <a:pt x="2017" y="2114"/>
                    <a:pt x="2261" y="1821"/>
                  </a:cubicBezTo>
                  <a:cubicBezTo>
                    <a:pt x="2788" y="1195"/>
                    <a:pt x="2261" y="67"/>
                    <a:pt x="1434" y="67"/>
                  </a:cubicBezTo>
                  <a:lnTo>
                    <a:pt x="1735" y="67"/>
                  </a:lnTo>
                  <a:cubicBezTo>
                    <a:pt x="1620" y="22"/>
                    <a:pt x="1503" y="1"/>
                    <a:pt x="13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7"/>
            <p:cNvSpPr/>
            <p:nvPr/>
          </p:nvSpPr>
          <p:spPr>
            <a:xfrm>
              <a:off x="5218225" y="4482475"/>
              <a:ext cx="25" cy="25"/>
            </a:xfrm>
            <a:custGeom>
              <a:rect b="b" l="l" r="r" t="t"/>
              <a:pathLst>
                <a:path extrusionOk="0" fill="none" h="1" w="1">
                  <a:moveTo>
                    <a:pt x="1" y="0"/>
                  </a:moveTo>
                  <a:lnTo>
                    <a:pt x="1" y="0"/>
                  </a:lnTo>
                  <a:close/>
                </a:path>
              </a:pathLst>
            </a:custGeom>
            <a:noFill/>
            <a:ln cap="flat" cmpd="sng" w="10650">
              <a:solidFill>
                <a:schemeClr val="lt1"/>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7"/>
            <p:cNvSpPr/>
            <p:nvPr/>
          </p:nvSpPr>
          <p:spPr>
            <a:xfrm>
              <a:off x="4124250" y="3488275"/>
              <a:ext cx="1221825" cy="1268100"/>
            </a:xfrm>
            <a:custGeom>
              <a:rect b="b" l="l" r="r" t="t"/>
              <a:pathLst>
                <a:path extrusionOk="0" h="50724" w="48873">
                  <a:moveTo>
                    <a:pt x="27995" y="928"/>
                  </a:moveTo>
                  <a:cubicBezTo>
                    <a:pt x="28095" y="928"/>
                    <a:pt x="28095" y="1028"/>
                    <a:pt x="28196" y="1028"/>
                  </a:cubicBezTo>
                  <a:cubicBezTo>
                    <a:pt x="28296" y="1153"/>
                    <a:pt x="28396" y="1153"/>
                    <a:pt x="28522" y="1254"/>
                  </a:cubicBezTo>
                  <a:cubicBezTo>
                    <a:pt x="28722" y="1354"/>
                    <a:pt x="29549" y="1554"/>
                    <a:pt x="30176" y="1655"/>
                  </a:cubicBezTo>
                  <a:cubicBezTo>
                    <a:pt x="30802" y="1780"/>
                    <a:pt x="31329" y="1880"/>
                    <a:pt x="31955" y="2081"/>
                  </a:cubicBezTo>
                  <a:cubicBezTo>
                    <a:pt x="33108" y="2407"/>
                    <a:pt x="34261" y="2908"/>
                    <a:pt x="35414" y="3534"/>
                  </a:cubicBezTo>
                  <a:cubicBezTo>
                    <a:pt x="38948" y="5314"/>
                    <a:pt x="41880" y="8146"/>
                    <a:pt x="44060" y="11479"/>
                  </a:cubicBezTo>
                  <a:cubicBezTo>
                    <a:pt x="46366" y="15038"/>
                    <a:pt x="47720" y="19199"/>
                    <a:pt x="48045" y="23484"/>
                  </a:cubicBezTo>
                  <a:cubicBezTo>
                    <a:pt x="48146" y="25063"/>
                    <a:pt x="48146" y="26517"/>
                    <a:pt x="48045" y="27870"/>
                  </a:cubicBezTo>
                  <a:cubicBezTo>
                    <a:pt x="47820" y="29349"/>
                    <a:pt x="47619" y="30702"/>
                    <a:pt x="47093" y="31956"/>
                  </a:cubicBezTo>
                  <a:cubicBezTo>
                    <a:pt x="46692" y="33109"/>
                    <a:pt x="46166" y="34662"/>
                    <a:pt x="45940" y="35489"/>
                  </a:cubicBezTo>
                  <a:cubicBezTo>
                    <a:pt x="45900" y="35917"/>
                    <a:pt x="45912" y="36137"/>
                    <a:pt x="45969" y="36207"/>
                  </a:cubicBezTo>
                  <a:lnTo>
                    <a:pt x="45969" y="36207"/>
                  </a:lnTo>
                  <a:cubicBezTo>
                    <a:pt x="45849" y="36223"/>
                    <a:pt x="45694" y="36410"/>
                    <a:pt x="45539" y="36642"/>
                  </a:cubicBezTo>
                  <a:cubicBezTo>
                    <a:pt x="45113" y="37169"/>
                    <a:pt x="44812" y="37695"/>
                    <a:pt x="44386" y="38221"/>
                  </a:cubicBezTo>
                  <a:cubicBezTo>
                    <a:pt x="44186" y="38522"/>
                    <a:pt x="44060" y="38848"/>
                    <a:pt x="43860" y="39048"/>
                  </a:cubicBezTo>
                  <a:cubicBezTo>
                    <a:pt x="43659" y="39374"/>
                    <a:pt x="43334" y="39675"/>
                    <a:pt x="43133" y="40001"/>
                  </a:cubicBezTo>
                  <a:cubicBezTo>
                    <a:pt x="42933" y="40201"/>
                    <a:pt x="42707" y="40502"/>
                    <a:pt x="42507" y="40828"/>
                  </a:cubicBezTo>
                  <a:cubicBezTo>
                    <a:pt x="42306" y="41129"/>
                    <a:pt x="41980" y="41354"/>
                    <a:pt x="41780" y="41655"/>
                  </a:cubicBezTo>
                  <a:cubicBezTo>
                    <a:pt x="41554" y="41881"/>
                    <a:pt x="41354" y="42181"/>
                    <a:pt x="41053" y="42382"/>
                  </a:cubicBezTo>
                  <a:cubicBezTo>
                    <a:pt x="40827" y="42708"/>
                    <a:pt x="40627" y="42908"/>
                    <a:pt x="40426" y="43134"/>
                  </a:cubicBezTo>
                  <a:cubicBezTo>
                    <a:pt x="40101" y="43434"/>
                    <a:pt x="39800" y="43635"/>
                    <a:pt x="39474" y="43961"/>
                  </a:cubicBezTo>
                  <a:cubicBezTo>
                    <a:pt x="39173" y="44161"/>
                    <a:pt x="38847" y="44487"/>
                    <a:pt x="38547" y="44788"/>
                  </a:cubicBezTo>
                  <a:cubicBezTo>
                    <a:pt x="37795" y="45214"/>
                    <a:pt x="37168" y="45740"/>
                    <a:pt x="36441" y="46141"/>
                  </a:cubicBezTo>
                  <a:cubicBezTo>
                    <a:pt x="35088" y="47094"/>
                    <a:pt x="33534" y="47720"/>
                    <a:pt x="32055" y="48347"/>
                  </a:cubicBezTo>
                  <a:cubicBezTo>
                    <a:pt x="29875" y="49174"/>
                    <a:pt x="27669" y="49700"/>
                    <a:pt x="25389" y="49800"/>
                  </a:cubicBezTo>
                  <a:cubicBezTo>
                    <a:pt x="24762" y="49901"/>
                    <a:pt x="24236" y="49901"/>
                    <a:pt x="23609" y="49901"/>
                  </a:cubicBezTo>
                  <a:lnTo>
                    <a:pt x="21930" y="49901"/>
                  </a:lnTo>
                  <a:cubicBezTo>
                    <a:pt x="21404" y="49901"/>
                    <a:pt x="20777" y="49800"/>
                    <a:pt x="20251" y="49800"/>
                  </a:cubicBezTo>
                  <a:cubicBezTo>
                    <a:pt x="19624" y="49700"/>
                    <a:pt x="19123" y="49700"/>
                    <a:pt x="18597" y="49600"/>
                  </a:cubicBezTo>
                  <a:cubicBezTo>
                    <a:pt x="13584" y="48873"/>
                    <a:pt x="8872" y="46893"/>
                    <a:pt x="4712" y="43961"/>
                  </a:cubicBezTo>
                  <a:lnTo>
                    <a:pt x="3860" y="43334"/>
                  </a:lnTo>
                  <a:cubicBezTo>
                    <a:pt x="3759" y="43234"/>
                    <a:pt x="3559" y="43134"/>
                    <a:pt x="3459" y="43008"/>
                  </a:cubicBezTo>
                  <a:lnTo>
                    <a:pt x="3960" y="43008"/>
                  </a:lnTo>
                  <a:cubicBezTo>
                    <a:pt x="4812" y="43008"/>
                    <a:pt x="5639" y="43008"/>
                    <a:pt x="6592" y="42808"/>
                  </a:cubicBezTo>
                  <a:cubicBezTo>
                    <a:pt x="8246" y="42607"/>
                    <a:pt x="9925" y="42181"/>
                    <a:pt x="11479" y="41655"/>
                  </a:cubicBezTo>
                  <a:cubicBezTo>
                    <a:pt x="13058" y="41254"/>
                    <a:pt x="14737" y="40627"/>
                    <a:pt x="16191" y="40001"/>
                  </a:cubicBezTo>
                  <a:cubicBezTo>
                    <a:pt x="17745" y="39374"/>
                    <a:pt x="19323" y="38622"/>
                    <a:pt x="20777" y="37795"/>
                  </a:cubicBezTo>
                  <a:cubicBezTo>
                    <a:pt x="22030" y="37068"/>
                    <a:pt x="23283" y="36342"/>
                    <a:pt x="24436" y="35389"/>
                  </a:cubicBezTo>
                  <a:cubicBezTo>
                    <a:pt x="25589" y="34562"/>
                    <a:pt x="26642" y="33510"/>
                    <a:pt x="27569" y="32357"/>
                  </a:cubicBezTo>
                  <a:cubicBezTo>
                    <a:pt x="28622" y="30903"/>
                    <a:pt x="29449" y="29550"/>
                    <a:pt x="30276" y="27971"/>
                  </a:cubicBezTo>
                  <a:cubicBezTo>
                    <a:pt x="31654" y="24838"/>
                    <a:pt x="32481" y="21504"/>
                    <a:pt x="32582" y="18071"/>
                  </a:cubicBezTo>
                  <a:cubicBezTo>
                    <a:pt x="32582" y="16918"/>
                    <a:pt x="32582" y="15765"/>
                    <a:pt x="32481" y="14612"/>
                  </a:cubicBezTo>
                  <a:cubicBezTo>
                    <a:pt x="32481" y="13560"/>
                    <a:pt x="32281" y="12432"/>
                    <a:pt x="32055" y="11279"/>
                  </a:cubicBezTo>
                  <a:cubicBezTo>
                    <a:pt x="31755" y="9499"/>
                    <a:pt x="31228" y="7720"/>
                    <a:pt x="30501" y="5940"/>
                  </a:cubicBezTo>
                  <a:cubicBezTo>
                    <a:pt x="30176" y="5113"/>
                    <a:pt x="29875" y="4286"/>
                    <a:pt x="29449" y="3434"/>
                  </a:cubicBezTo>
                  <a:cubicBezTo>
                    <a:pt x="29248" y="3033"/>
                    <a:pt x="29023" y="2607"/>
                    <a:pt x="28822" y="2281"/>
                  </a:cubicBezTo>
                  <a:lnTo>
                    <a:pt x="28622" y="1981"/>
                  </a:lnTo>
                  <a:lnTo>
                    <a:pt x="28522" y="1780"/>
                  </a:lnTo>
                  <a:lnTo>
                    <a:pt x="28296" y="1454"/>
                  </a:lnTo>
                  <a:lnTo>
                    <a:pt x="28296" y="1354"/>
                  </a:lnTo>
                  <a:cubicBezTo>
                    <a:pt x="28196" y="1254"/>
                    <a:pt x="28095" y="1028"/>
                    <a:pt x="27995" y="928"/>
                  </a:cubicBezTo>
                  <a:close/>
                  <a:moveTo>
                    <a:pt x="27895" y="1"/>
                  </a:moveTo>
                  <a:cubicBezTo>
                    <a:pt x="27569" y="201"/>
                    <a:pt x="27369" y="201"/>
                    <a:pt x="27369" y="201"/>
                  </a:cubicBezTo>
                  <a:cubicBezTo>
                    <a:pt x="27351" y="183"/>
                    <a:pt x="27337" y="175"/>
                    <a:pt x="27323" y="175"/>
                  </a:cubicBezTo>
                  <a:cubicBezTo>
                    <a:pt x="27258" y="175"/>
                    <a:pt x="27211" y="359"/>
                    <a:pt x="26943" y="627"/>
                  </a:cubicBezTo>
                  <a:cubicBezTo>
                    <a:pt x="27268" y="928"/>
                    <a:pt x="27469" y="1354"/>
                    <a:pt x="27669" y="1780"/>
                  </a:cubicBezTo>
                  <a:lnTo>
                    <a:pt x="28095" y="2507"/>
                  </a:lnTo>
                  <a:cubicBezTo>
                    <a:pt x="28822" y="3961"/>
                    <a:pt x="29549" y="5414"/>
                    <a:pt x="30075" y="6993"/>
                  </a:cubicBezTo>
                  <a:cubicBezTo>
                    <a:pt x="30802" y="8973"/>
                    <a:pt x="31329" y="11179"/>
                    <a:pt x="31529" y="13359"/>
                  </a:cubicBezTo>
                  <a:cubicBezTo>
                    <a:pt x="31855" y="15565"/>
                    <a:pt x="31855" y="17745"/>
                    <a:pt x="31654" y="19825"/>
                  </a:cubicBezTo>
                  <a:cubicBezTo>
                    <a:pt x="31429" y="22031"/>
                    <a:pt x="30903" y="24211"/>
                    <a:pt x="30075" y="26216"/>
                  </a:cubicBezTo>
                  <a:cubicBezTo>
                    <a:pt x="29649" y="27244"/>
                    <a:pt x="29248" y="28196"/>
                    <a:pt x="28722" y="29124"/>
                  </a:cubicBezTo>
                  <a:cubicBezTo>
                    <a:pt x="28095" y="30076"/>
                    <a:pt x="27469" y="31003"/>
                    <a:pt x="26842" y="31855"/>
                  </a:cubicBezTo>
                  <a:cubicBezTo>
                    <a:pt x="25689" y="33209"/>
                    <a:pt x="24436" y="34362"/>
                    <a:pt x="22983" y="35389"/>
                  </a:cubicBezTo>
                  <a:cubicBezTo>
                    <a:pt x="20677" y="37068"/>
                    <a:pt x="17970" y="38322"/>
                    <a:pt x="15238" y="39374"/>
                  </a:cubicBezTo>
                  <a:cubicBezTo>
                    <a:pt x="13158" y="40302"/>
                    <a:pt x="10978" y="41028"/>
                    <a:pt x="8672" y="41555"/>
                  </a:cubicBezTo>
                  <a:cubicBezTo>
                    <a:pt x="7619" y="41755"/>
                    <a:pt x="6466" y="41981"/>
                    <a:pt x="5338" y="42081"/>
                  </a:cubicBezTo>
                  <a:lnTo>
                    <a:pt x="4486" y="42081"/>
                  </a:lnTo>
                  <a:cubicBezTo>
                    <a:pt x="4336" y="42131"/>
                    <a:pt x="4179" y="42156"/>
                    <a:pt x="4023" y="42156"/>
                  </a:cubicBezTo>
                  <a:cubicBezTo>
                    <a:pt x="3866" y="42156"/>
                    <a:pt x="3709" y="42131"/>
                    <a:pt x="3559" y="42081"/>
                  </a:cubicBezTo>
                  <a:lnTo>
                    <a:pt x="2932" y="42081"/>
                  </a:lnTo>
                  <a:cubicBezTo>
                    <a:pt x="2707" y="42081"/>
                    <a:pt x="2406" y="41981"/>
                    <a:pt x="2206" y="41981"/>
                  </a:cubicBezTo>
                  <a:cubicBezTo>
                    <a:pt x="1579" y="41881"/>
                    <a:pt x="1053" y="41755"/>
                    <a:pt x="627" y="41655"/>
                  </a:cubicBezTo>
                  <a:lnTo>
                    <a:pt x="0" y="41454"/>
                  </a:lnTo>
                  <a:lnTo>
                    <a:pt x="100" y="41555"/>
                  </a:lnTo>
                  <a:lnTo>
                    <a:pt x="100" y="41655"/>
                  </a:lnTo>
                  <a:lnTo>
                    <a:pt x="201" y="41755"/>
                  </a:lnTo>
                  <a:lnTo>
                    <a:pt x="727" y="42081"/>
                  </a:lnTo>
                  <a:lnTo>
                    <a:pt x="1679" y="42808"/>
                  </a:lnTo>
                  <a:cubicBezTo>
                    <a:pt x="1980" y="43008"/>
                    <a:pt x="2306" y="43334"/>
                    <a:pt x="2607" y="43535"/>
                  </a:cubicBezTo>
                  <a:lnTo>
                    <a:pt x="3333" y="44061"/>
                  </a:lnTo>
                  <a:cubicBezTo>
                    <a:pt x="4186" y="44587"/>
                    <a:pt x="5013" y="45214"/>
                    <a:pt x="5965" y="45740"/>
                  </a:cubicBezTo>
                  <a:cubicBezTo>
                    <a:pt x="7619" y="46768"/>
                    <a:pt x="9499" y="47820"/>
                    <a:pt x="11379" y="48547"/>
                  </a:cubicBezTo>
                  <a:cubicBezTo>
                    <a:pt x="12732" y="49074"/>
                    <a:pt x="14110" y="49500"/>
                    <a:pt x="15464" y="49800"/>
                  </a:cubicBezTo>
                  <a:cubicBezTo>
                    <a:pt x="16917" y="50126"/>
                    <a:pt x="18271" y="50327"/>
                    <a:pt x="19750" y="50527"/>
                  </a:cubicBezTo>
                  <a:cubicBezTo>
                    <a:pt x="20836" y="50658"/>
                    <a:pt x="21936" y="50723"/>
                    <a:pt x="23038" y="50723"/>
                  </a:cubicBezTo>
                  <a:cubicBezTo>
                    <a:pt x="26384" y="50723"/>
                    <a:pt x="29759" y="50117"/>
                    <a:pt x="32908" y="48873"/>
                  </a:cubicBezTo>
                  <a:cubicBezTo>
                    <a:pt x="35514" y="47720"/>
                    <a:pt x="38121" y="46266"/>
                    <a:pt x="40201" y="44261"/>
                  </a:cubicBezTo>
                  <a:cubicBezTo>
                    <a:pt x="41980" y="42708"/>
                    <a:pt x="43434" y="40928"/>
                    <a:pt x="44687" y="38948"/>
                  </a:cubicBezTo>
                  <a:cubicBezTo>
                    <a:pt x="44913" y="38622"/>
                    <a:pt x="45013" y="38422"/>
                    <a:pt x="45213" y="38121"/>
                  </a:cubicBezTo>
                  <a:cubicBezTo>
                    <a:pt x="45539" y="37495"/>
                    <a:pt x="46166" y="36442"/>
                    <a:pt x="46065" y="36241"/>
                  </a:cubicBezTo>
                  <a:cubicBezTo>
                    <a:pt x="46060" y="36235"/>
                    <a:pt x="46054" y="36230"/>
                    <a:pt x="46047" y="36226"/>
                  </a:cubicBezTo>
                  <a:lnTo>
                    <a:pt x="46047" y="36226"/>
                  </a:lnTo>
                  <a:cubicBezTo>
                    <a:pt x="46143" y="36190"/>
                    <a:pt x="46287" y="35995"/>
                    <a:pt x="46466" y="35715"/>
                  </a:cubicBezTo>
                  <a:cubicBezTo>
                    <a:pt x="46893" y="35088"/>
                    <a:pt x="47319" y="33936"/>
                    <a:pt x="47619" y="33109"/>
                  </a:cubicBezTo>
                  <a:cubicBezTo>
                    <a:pt x="48572" y="30477"/>
                    <a:pt x="48873" y="27570"/>
                    <a:pt x="48873" y="24838"/>
                  </a:cubicBezTo>
                  <a:cubicBezTo>
                    <a:pt x="48873" y="19324"/>
                    <a:pt x="47093" y="13785"/>
                    <a:pt x="43760" y="9399"/>
                  </a:cubicBezTo>
                  <a:cubicBezTo>
                    <a:pt x="41454" y="6467"/>
                    <a:pt x="38647" y="4061"/>
                    <a:pt x="35288" y="2407"/>
                  </a:cubicBezTo>
                  <a:cubicBezTo>
                    <a:pt x="34161" y="1981"/>
                    <a:pt x="33008" y="1554"/>
                    <a:pt x="31855" y="1254"/>
                  </a:cubicBezTo>
                  <a:cubicBezTo>
                    <a:pt x="31228" y="1153"/>
                    <a:pt x="30702" y="1028"/>
                    <a:pt x="30176" y="928"/>
                  </a:cubicBezTo>
                  <a:cubicBezTo>
                    <a:pt x="29875" y="828"/>
                    <a:pt x="29549" y="828"/>
                    <a:pt x="29349" y="727"/>
                  </a:cubicBezTo>
                  <a:lnTo>
                    <a:pt x="29148" y="627"/>
                  </a:lnTo>
                  <a:lnTo>
                    <a:pt x="28722" y="527"/>
                  </a:lnTo>
                  <a:lnTo>
                    <a:pt x="28622" y="527"/>
                  </a:lnTo>
                  <a:cubicBezTo>
                    <a:pt x="28522" y="402"/>
                    <a:pt x="28396" y="402"/>
                    <a:pt x="28296" y="301"/>
                  </a:cubicBezTo>
                  <a:cubicBezTo>
                    <a:pt x="28196" y="201"/>
                    <a:pt x="27995" y="201"/>
                    <a:pt x="27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7"/>
            <p:cNvSpPr/>
            <p:nvPr/>
          </p:nvSpPr>
          <p:spPr>
            <a:xfrm>
              <a:off x="4050925" y="3828075"/>
              <a:ext cx="874725" cy="626275"/>
            </a:xfrm>
            <a:custGeom>
              <a:rect b="b" l="l" r="r" t="t"/>
              <a:pathLst>
                <a:path extrusionOk="0" h="25051" w="34989">
                  <a:moveTo>
                    <a:pt x="28977" y="0"/>
                  </a:moveTo>
                  <a:cubicBezTo>
                    <a:pt x="28336" y="0"/>
                    <a:pt x="27692" y="62"/>
                    <a:pt x="27069" y="193"/>
                  </a:cubicBezTo>
                  <a:cubicBezTo>
                    <a:pt x="24863" y="594"/>
                    <a:pt x="22783" y="1547"/>
                    <a:pt x="21204" y="3100"/>
                  </a:cubicBezTo>
                  <a:cubicBezTo>
                    <a:pt x="19550" y="4780"/>
                    <a:pt x="18297" y="6860"/>
                    <a:pt x="17244" y="9065"/>
                  </a:cubicBezTo>
                  <a:cubicBezTo>
                    <a:pt x="17043" y="9366"/>
                    <a:pt x="16918" y="9692"/>
                    <a:pt x="16818" y="9993"/>
                  </a:cubicBezTo>
                  <a:lnTo>
                    <a:pt x="16718" y="10318"/>
                  </a:lnTo>
                  <a:lnTo>
                    <a:pt x="16617" y="10218"/>
                  </a:lnTo>
                  <a:cubicBezTo>
                    <a:pt x="16517" y="10218"/>
                    <a:pt x="16417" y="10218"/>
                    <a:pt x="16292" y="10118"/>
                  </a:cubicBezTo>
                  <a:cubicBezTo>
                    <a:pt x="15891" y="9993"/>
                    <a:pt x="15464" y="9792"/>
                    <a:pt x="15038" y="9792"/>
                  </a:cubicBezTo>
                  <a:cubicBezTo>
                    <a:pt x="14835" y="9767"/>
                    <a:pt x="14631" y="9755"/>
                    <a:pt x="14429" y="9755"/>
                  </a:cubicBezTo>
                  <a:cubicBezTo>
                    <a:pt x="13810" y="9755"/>
                    <a:pt x="13205" y="9872"/>
                    <a:pt x="12657" y="10118"/>
                  </a:cubicBezTo>
                  <a:cubicBezTo>
                    <a:pt x="11906" y="10419"/>
                    <a:pt x="11279" y="10945"/>
                    <a:pt x="10778" y="11672"/>
                  </a:cubicBezTo>
                  <a:cubicBezTo>
                    <a:pt x="10251" y="12298"/>
                    <a:pt x="9926" y="13025"/>
                    <a:pt x="9825" y="13877"/>
                  </a:cubicBezTo>
                  <a:lnTo>
                    <a:pt x="9825" y="14078"/>
                  </a:lnTo>
                  <a:lnTo>
                    <a:pt x="9825" y="14278"/>
                  </a:lnTo>
                  <a:lnTo>
                    <a:pt x="9725" y="14379"/>
                  </a:lnTo>
                  <a:lnTo>
                    <a:pt x="9725" y="14504"/>
                  </a:lnTo>
                  <a:lnTo>
                    <a:pt x="9625" y="14504"/>
                  </a:lnTo>
                  <a:lnTo>
                    <a:pt x="9625" y="14379"/>
                  </a:lnTo>
                  <a:lnTo>
                    <a:pt x="9525" y="14379"/>
                  </a:lnTo>
                  <a:cubicBezTo>
                    <a:pt x="9299" y="14379"/>
                    <a:pt x="8998" y="14379"/>
                    <a:pt x="8773" y="14278"/>
                  </a:cubicBezTo>
                  <a:lnTo>
                    <a:pt x="7319" y="14278"/>
                  </a:lnTo>
                  <a:cubicBezTo>
                    <a:pt x="6492" y="14379"/>
                    <a:pt x="5765" y="14504"/>
                    <a:pt x="4913" y="14704"/>
                  </a:cubicBezTo>
                  <a:cubicBezTo>
                    <a:pt x="4186" y="14905"/>
                    <a:pt x="3459" y="15131"/>
                    <a:pt x="2733" y="15431"/>
                  </a:cubicBezTo>
                  <a:cubicBezTo>
                    <a:pt x="2307" y="15632"/>
                    <a:pt x="2006" y="15757"/>
                    <a:pt x="1580" y="15958"/>
                  </a:cubicBezTo>
                  <a:cubicBezTo>
                    <a:pt x="1254" y="16158"/>
                    <a:pt x="853" y="16384"/>
                    <a:pt x="627" y="16785"/>
                  </a:cubicBezTo>
                  <a:cubicBezTo>
                    <a:pt x="226" y="17311"/>
                    <a:pt x="1" y="17938"/>
                    <a:pt x="126" y="18564"/>
                  </a:cubicBezTo>
                  <a:cubicBezTo>
                    <a:pt x="226" y="19191"/>
                    <a:pt x="427" y="19717"/>
                    <a:pt x="853" y="20143"/>
                  </a:cubicBezTo>
                  <a:cubicBezTo>
                    <a:pt x="1479" y="20870"/>
                    <a:pt x="2407" y="21271"/>
                    <a:pt x="3259" y="21396"/>
                  </a:cubicBezTo>
                  <a:cubicBezTo>
                    <a:pt x="4186" y="21597"/>
                    <a:pt x="5013" y="21597"/>
                    <a:pt x="5765" y="21597"/>
                  </a:cubicBezTo>
                  <a:cubicBezTo>
                    <a:pt x="7419" y="21597"/>
                    <a:pt x="8898" y="21797"/>
                    <a:pt x="10452" y="21797"/>
                  </a:cubicBezTo>
                  <a:cubicBezTo>
                    <a:pt x="10956" y="21824"/>
                    <a:pt x="11459" y="21837"/>
                    <a:pt x="11963" y="21837"/>
                  </a:cubicBezTo>
                  <a:cubicBezTo>
                    <a:pt x="13339" y="21837"/>
                    <a:pt x="14715" y="21744"/>
                    <a:pt x="16091" y="21597"/>
                  </a:cubicBezTo>
                  <a:cubicBezTo>
                    <a:pt x="16625" y="21550"/>
                    <a:pt x="17181" y="21504"/>
                    <a:pt x="17739" y="21445"/>
                  </a:cubicBezTo>
                  <a:lnTo>
                    <a:pt x="17739" y="21445"/>
                  </a:lnTo>
                  <a:cubicBezTo>
                    <a:pt x="17656" y="21621"/>
                    <a:pt x="17594" y="21814"/>
                    <a:pt x="17545" y="22023"/>
                  </a:cubicBezTo>
                  <a:cubicBezTo>
                    <a:pt x="17444" y="22424"/>
                    <a:pt x="17545" y="22850"/>
                    <a:pt x="17770" y="23151"/>
                  </a:cubicBezTo>
                  <a:cubicBezTo>
                    <a:pt x="17971" y="23476"/>
                    <a:pt x="18171" y="23777"/>
                    <a:pt x="18497" y="24003"/>
                  </a:cubicBezTo>
                  <a:cubicBezTo>
                    <a:pt x="19023" y="24404"/>
                    <a:pt x="19650" y="24730"/>
                    <a:pt x="20277" y="24930"/>
                  </a:cubicBezTo>
                  <a:cubicBezTo>
                    <a:pt x="20513" y="25015"/>
                    <a:pt x="20778" y="25050"/>
                    <a:pt x="21034" y="25050"/>
                  </a:cubicBezTo>
                  <a:cubicBezTo>
                    <a:pt x="21456" y="25050"/>
                    <a:pt x="21853" y="24955"/>
                    <a:pt x="22056" y="24830"/>
                  </a:cubicBezTo>
                  <a:cubicBezTo>
                    <a:pt x="22983" y="24203"/>
                    <a:pt x="21530" y="24304"/>
                    <a:pt x="20803" y="24203"/>
                  </a:cubicBezTo>
                  <a:cubicBezTo>
                    <a:pt x="20277" y="24103"/>
                    <a:pt x="19650" y="24003"/>
                    <a:pt x="19224" y="23677"/>
                  </a:cubicBezTo>
                  <a:cubicBezTo>
                    <a:pt x="18798" y="23376"/>
                    <a:pt x="18497" y="22950"/>
                    <a:pt x="18397" y="22524"/>
                  </a:cubicBezTo>
                  <a:lnTo>
                    <a:pt x="18397" y="22023"/>
                  </a:lnTo>
                  <a:cubicBezTo>
                    <a:pt x="18397" y="21897"/>
                    <a:pt x="18497" y="21697"/>
                    <a:pt x="18597" y="21597"/>
                  </a:cubicBezTo>
                  <a:cubicBezTo>
                    <a:pt x="18868" y="21430"/>
                    <a:pt x="19121" y="21246"/>
                    <a:pt x="19314" y="21246"/>
                  </a:cubicBezTo>
                  <a:cubicBezTo>
                    <a:pt x="19354" y="21246"/>
                    <a:pt x="19390" y="21254"/>
                    <a:pt x="19424" y="21271"/>
                  </a:cubicBezTo>
                  <a:lnTo>
                    <a:pt x="19432" y="21212"/>
                  </a:lnTo>
                  <a:lnTo>
                    <a:pt x="19432" y="21212"/>
                  </a:lnTo>
                  <a:cubicBezTo>
                    <a:pt x="19505" y="21199"/>
                    <a:pt x="19578" y="21185"/>
                    <a:pt x="19650" y="21171"/>
                  </a:cubicBezTo>
                  <a:lnTo>
                    <a:pt x="21429" y="20870"/>
                  </a:lnTo>
                  <a:lnTo>
                    <a:pt x="19750" y="20444"/>
                  </a:lnTo>
                  <a:cubicBezTo>
                    <a:pt x="19679" y="20417"/>
                    <a:pt x="19606" y="20397"/>
                    <a:pt x="19533" y="20384"/>
                  </a:cubicBezTo>
                  <a:lnTo>
                    <a:pt x="19533" y="20384"/>
                  </a:lnTo>
                  <a:lnTo>
                    <a:pt x="19550" y="20243"/>
                  </a:lnTo>
                  <a:lnTo>
                    <a:pt x="19550" y="20243"/>
                  </a:lnTo>
                  <a:cubicBezTo>
                    <a:pt x="18071" y="20444"/>
                    <a:pt x="16617" y="20644"/>
                    <a:pt x="15164" y="20770"/>
                  </a:cubicBezTo>
                  <a:cubicBezTo>
                    <a:pt x="13485" y="20870"/>
                    <a:pt x="11805" y="20970"/>
                    <a:pt x="10151" y="20970"/>
                  </a:cubicBezTo>
                  <a:cubicBezTo>
                    <a:pt x="8572" y="20970"/>
                    <a:pt x="6893" y="20870"/>
                    <a:pt x="5239" y="20870"/>
                  </a:cubicBezTo>
                  <a:cubicBezTo>
                    <a:pt x="4512" y="20770"/>
                    <a:pt x="3760" y="20770"/>
                    <a:pt x="3134" y="20544"/>
                  </a:cubicBezTo>
                  <a:cubicBezTo>
                    <a:pt x="2733" y="20444"/>
                    <a:pt x="2206" y="20243"/>
                    <a:pt x="1880" y="20018"/>
                  </a:cubicBezTo>
                  <a:cubicBezTo>
                    <a:pt x="1580" y="19717"/>
                    <a:pt x="1254" y="19391"/>
                    <a:pt x="1053" y="18990"/>
                  </a:cubicBezTo>
                  <a:cubicBezTo>
                    <a:pt x="953" y="18564"/>
                    <a:pt x="853" y="18138"/>
                    <a:pt x="953" y="17737"/>
                  </a:cubicBezTo>
                  <a:cubicBezTo>
                    <a:pt x="1053" y="17311"/>
                    <a:pt x="1379" y="17010"/>
                    <a:pt x="1780" y="16785"/>
                  </a:cubicBezTo>
                  <a:cubicBezTo>
                    <a:pt x="2206" y="16584"/>
                    <a:pt x="2632" y="16384"/>
                    <a:pt x="3033" y="16158"/>
                  </a:cubicBezTo>
                  <a:cubicBezTo>
                    <a:pt x="3560" y="15958"/>
                    <a:pt x="3986" y="15857"/>
                    <a:pt x="4512" y="15632"/>
                  </a:cubicBezTo>
                  <a:cubicBezTo>
                    <a:pt x="5439" y="15431"/>
                    <a:pt x="6392" y="15231"/>
                    <a:pt x="7419" y="15231"/>
                  </a:cubicBezTo>
                  <a:lnTo>
                    <a:pt x="8572" y="15231"/>
                  </a:lnTo>
                  <a:cubicBezTo>
                    <a:pt x="8773" y="15231"/>
                    <a:pt x="8998" y="15231"/>
                    <a:pt x="9199" y="15331"/>
                  </a:cubicBezTo>
                  <a:lnTo>
                    <a:pt x="9399" y="15331"/>
                  </a:lnTo>
                  <a:cubicBezTo>
                    <a:pt x="9625" y="15331"/>
                    <a:pt x="9825" y="15331"/>
                    <a:pt x="10026" y="15431"/>
                  </a:cubicBezTo>
                  <a:lnTo>
                    <a:pt x="10652" y="15532"/>
                  </a:lnTo>
                  <a:cubicBezTo>
                    <a:pt x="10652" y="15005"/>
                    <a:pt x="10552" y="14178"/>
                    <a:pt x="10652" y="14078"/>
                  </a:cubicBezTo>
                  <a:cubicBezTo>
                    <a:pt x="10652" y="13752"/>
                    <a:pt x="10778" y="13552"/>
                    <a:pt x="10878" y="13251"/>
                  </a:cubicBezTo>
                  <a:cubicBezTo>
                    <a:pt x="11078" y="12825"/>
                    <a:pt x="11279" y="12298"/>
                    <a:pt x="11705" y="11872"/>
                  </a:cubicBezTo>
                  <a:cubicBezTo>
                    <a:pt x="12231" y="11146"/>
                    <a:pt x="13159" y="10745"/>
                    <a:pt x="14111" y="10619"/>
                  </a:cubicBezTo>
                  <a:cubicBezTo>
                    <a:pt x="14537" y="10619"/>
                    <a:pt x="15038" y="10619"/>
                    <a:pt x="15464" y="10745"/>
                  </a:cubicBezTo>
                  <a:cubicBezTo>
                    <a:pt x="15790" y="10845"/>
                    <a:pt x="15991" y="10945"/>
                    <a:pt x="16191" y="11045"/>
                  </a:cubicBezTo>
                  <a:lnTo>
                    <a:pt x="16292" y="11045"/>
                  </a:lnTo>
                  <a:cubicBezTo>
                    <a:pt x="16292" y="11146"/>
                    <a:pt x="16417" y="11146"/>
                    <a:pt x="16417" y="11146"/>
                  </a:cubicBezTo>
                  <a:lnTo>
                    <a:pt x="16617" y="11371"/>
                  </a:lnTo>
                  <a:cubicBezTo>
                    <a:pt x="16818" y="11471"/>
                    <a:pt x="17043" y="11672"/>
                    <a:pt x="17144" y="11772"/>
                  </a:cubicBezTo>
                  <a:cubicBezTo>
                    <a:pt x="17244" y="11772"/>
                    <a:pt x="17244" y="11672"/>
                    <a:pt x="17244" y="11672"/>
                  </a:cubicBezTo>
                  <a:cubicBezTo>
                    <a:pt x="17344" y="11246"/>
                    <a:pt x="17444" y="10945"/>
                    <a:pt x="17545" y="10519"/>
                  </a:cubicBezTo>
                  <a:cubicBezTo>
                    <a:pt x="17670" y="10318"/>
                    <a:pt x="17770" y="10118"/>
                    <a:pt x="17770" y="9892"/>
                  </a:cubicBezTo>
                  <a:cubicBezTo>
                    <a:pt x="17971" y="9491"/>
                    <a:pt x="18171" y="9065"/>
                    <a:pt x="18397" y="8639"/>
                  </a:cubicBezTo>
                  <a:cubicBezTo>
                    <a:pt x="18798" y="7812"/>
                    <a:pt x="19324" y="6985"/>
                    <a:pt x="19850" y="6233"/>
                  </a:cubicBezTo>
                  <a:cubicBezTo>
                    <a:pt x="20477" y="5206"/>
                    <a:pt x="21204" y="4153"/>
                    <a:pt x="22156" y="3326"/>
                  </a:cubicBezTo>
                  <a:cubicBezTo>
                    <a:pt x="23710" y="2073"/>
                    <a:pt x="25590" y="1221"/>
                    <a:pt x="27470" y="820"/>
                  </a:cubicBezTo>
                  <a:cubicBezTo>
                    <a:pt x="27841" y="753"/>
                    <a:pt x="28212" y="726"/>
                    <a:pt x="28581" y="726"/>
                  </a:cubicBezTo>
                  <a:cubicBezTo>
                    <a:pt x="29457" y="726"/>
                    <a:pt x="30317" y="879"/>
                    <a:pt x="31129" y="1020"/>
                  </a:cubicBezTo>
                  <a:cubicBezTo>
                    <a:pt x="32181" y="1221"/>
                    <a:pt x="33109" y="1647"/>
                    <a:pt x="33836" y="2273"/>
                  </a:cubicBezTo>
                  <a:cubicBezTo>
                    <a:pt x="33961" y="2374"/>
                    <a:pt x="34061" y="2474"/>
                    <a:pt x="34161" y="2599"/>
                  </a:cubicBezTo>
                  <a:cubicBezTo>
                    <a:pt x="34337" y="2775"/>
                    <a:pt x="34608" y="3123"/>
                    <a:pt x="34808" y="3123"/>
                  </a:cubicBezTo>
                  <a:cubicBezTo>
                    <a:pt x="34836" y="3123"/>
                    <a:pt x="34863" y="3116"/>
                    <a:pt x="34888" y="3100"/>
                  </a:cubicBezTo>
                  <a:cubicBezTo>
                    <a:pt x="34988" y="3100"/>
                    <a:pt x="34988" y="3000"/>
                    <a:pt x="34888" y="2800"/>
                  </a:cubicBezTo>
                  <a:cubicBezTo>
                    <a:pt x="34688" y="2273"/>
                    <a:pt x="34262" y="1747"/>
                    <a:pt x="33635" y="1221"/>
                  </a:cubicBezTo>
                  <a:cubicBezTo>
                    <a:pt x="33109" y="820"/>
                    <a:pt x="32382" y="594"/>
                    <a:pt x="31755" y="394"/>
                  </a:cubicBezTo>
                  <a:cubicBezTo>
                    <a:pt x="30885" y="139"/>
                    <a:pt x="29934" y="0"/>
                    <a:pt x="28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7"/>
            <p:cNvSpPr/>
            <p:nvPr/>
          </p:nvSpPr>
          <p:spPr>
            <a:xfrm>
              <a:off x="5244550" y="4165025"/>
              <a:ext cx="391625" cy="309950"/>
            </a:xfrm>
            <a:custGeom>
              <a:rect b="b" l="l" r="r" t="t"/>
              <a:pathLst>
                <a:path extrusionOk="0" h="12398" w="15665">
                  <a:moveTo>
                    <a:pt x="4174" y="1"/>
                  </a:moveTo>
                  <a:cubicBezTo>
                    <a:pt x="4063" y="1"/>
                    <a:pt x="3960" y="50"/>
                    <a:pt x="3960" y="167"/>
                  </a:cubicBezTo>
                  <a:cubicBezTo>
                    <a:pt x="3960" y="292"/>
                    <a:pt x="4061" y="393"/>
                    <a:pt x="4061" y="393"/>
                  </a:cubicBezTo>
                  <a:cubicBezTo>
                    <a:pt x="4487" y="794"/>
                    <a:pt x="5113" y="794"/>
                    <a:pt x="5639" y="1019"/>
                  </a:cubicBezTo>
                  <a:cubicBezTo>
                    <a:pt x="6266" y="1220"/>
                    <a:pt x="6667" y="1646"/>
                    <a:pt x="6993" y="2172"/>
                  </a:cubicBezTo>
                  <a:cubicBezTo>
                    <a:pt x="7193" y="2473"/>
                    <a:pt x="7294" y="2899"/>
                    <a:pt x="7193" y="3300"/>
                  </a:cubicBezTo>
                  <a:lnTo>
                    <a:pt x="7193" y="3626"/>
                  </a:lnTo>
                  <a:lnTo>
                    <a:pt x="7193" y="3726"/>
                  </a:lnTo>
                  <a:cubicBezTo>
                    <a:pt x="7193" y="3726"/>
                    <a:pt x="7093" y="3826"/>
                    <a:pt x="7093" y="3927"/>
                  </a:cubicBezTo>
                  <a:lnTo>
                    <a:pt x="6993" y="4052"/>
                  </a:lnTo>
                  <a:cubicBezTo>
                    <a:pt x="6993" y="4052"/>
                    <a:pt x="6993" y="4152"/>
                    <a:pt x="6893" y="4152"/>
                  </a:cubicBezTo>
                  <a:lnTo>
                    <a:pt x="6567" y="4453"/>
                  </a:lnTo>
                  <a:lnTo>
                    <a:pt x="5740" y="5305"/>
                  </a:lnTo>
                  <a:lnTo>
                    <a:pt x="6266" y="5305"/>
                  </a:lnTo>
                  <a:lnTo>
                    <a:pt x="6993" y="5180"/>
                  </a:lnTo>
                  <a:cubicBezTo>
                    <a:pt x="7294" y="5180"/>
                    <a:pt x="7519" y="5180"/>
                    <a:pt x="7720" y="5079"/>
                  </a:cubicBezTo>
                  <a:lnTo>
                    <a:pt x="8246" y="5079"/>
                  </a:lnTo>
                  <a:cubicBezTo>
                    <a:pt x="8772" y="5079"/>
                    <a:pt x="9274" y="5079"/>
                    <a:pt x="9800" y="5180"/>
                  </a:cubicBezTo>
                  <a:cubicBezTo>
                    <a:pt x="10527" y="5405"/>
                    <a:pt x="11379" y="5405"/>
                    <a:pt x="12206" y="5505"/>
                  </a:cubicBezTo>
                  <a:cubicBezTo>
                    <a:pt x="12532" y="5505"/>
                    <a:pt x="12933" y="5606"/>
                    <a:pt x="13359" y="5706"/>
                  </a:cubicBezTo>
                  <a:cubicBezTo>
                    <a:pt x="13660" y="5806"/>
                    <a:pt x="14086" y="5932"/>
                    <a:pt x="14286" y="6232"/>
                  </a:cubicBezTo>
                  <a:cubicBezTo>
                    <a:pt x="14512" y="6433"/>
                    <a:pt x="14612" y="6658"/>
                    <a:pt x="14612" y="6859"/>
                  </a:cubicBezTo>
                  <a:cubicBezTo>
                    <a:pt x="14712" y="7059"/>
                    <a:pt x="14712" y="7285"/>
                    <a:pt x="14812" y="7485"/>
                  </a:cubicBezTo>
                  <a:cubicBezTo>
                    <a:pt x="14812" y="7686"/>
                    <a:pt x="14712" y="7911"/>
                    <a:pt x="14612" y="8112"/>
                  </a:cubicBezTo>
                  <a:cubicBezTo>
                    <a:pt x="14286" y="8638"/>
                    <a:pt x="13660" y="8839"/>
                    <a:pt x="13033" y="9064"/>
                  </a:cubicBezTo>
                  <a:cubicBezTo>
                    <a:pt x="12632" y="9165"/>
                    <a:pt x="12106" y="9165"/>
                    <a:pt x="11680" y="9365"/>
                  </a:cubicBezTo>
                  <a:cubicBezTo>
                    <a:pt x="10953" y="9566"/>
                    <a:pt x="10326" y="9791"/>
                    <a:pt x="9599" y="9992"/>
                  </a:cubicBezTo>
                  <a:cubicBezTo>
                    <a:pt x="8973" y="10318"/>
                    <a:pt x="8246" y="10318"/>
                    <a:pt x="7619" y="10418"/>
                  </a:cubicBezTo>
                  <a:cubicBezTo>
                    <a:pt x="6767" y="10518"/>
                    <a:pt x="5940" y="10618"/>
                    <a:pt x="5113" y="10819"/>
                  </a:cubicBezTo>
                  <a:cubicBezTo>
                    <a:pt x="4261" y="11044"/>
                    <a:pt x="3434" y="11245"/>
                    <a:pt x="2607" y="11345"/>
                  </a:cubicBezTo>
                  <a:cubicBezTo>
                    <a:pt x="2281" y="11445"/>
                    <a:pt x="1980" y="11571"/>
                    <a:pt x="1654" y="11571"/>
                  </a:cubicBezTo>
                  <a:cubicBezTo>
                    <a:pt x="1539" y="11629"/>
                    <a:pt x="1348" y="11686"/>
                    <a:pt x="1188" y="11686"/>
                  </a:cubicBezTo>
                  <a:cubicBezTo>
                    <a:pt x="1071" y="11686"/>
                    <a:pt x="970" y="11655"/>
                    <a:pt x="928" y="11571"/>
                  </a:cubicBezTo>
                  <a:cubicBezTo>
                    <a:pt x="827" y="11445"/>
                    <a:pt x="827" y="11345"/>
                    <a:pt x="727" y="11345"/>
                  </a:cubicBezTo>
                  <a:lnTo>
                    <a:pt x="627" y="11345"/>
                  </a:lnTo>
                  <a:lnTo>
                    <a:pt x="627" y="11445"/>
                  </a:lnTo>
                  <a:lnTo>
                    <a:pt x="502" y="11445"/>
                  </a:lnTo>
                  <a:cubicBezTo>
                    <a:pt x="401" y="11445"/>
                    <a:pt x="401" y="11245"/>
                    <a:pt x="301" y="11245"/>
                  </a:cubicBezTo>
                  <a:cubicBezTo>
                    <a:pt x="301" y="11195"/>
                    <a:pt x="276" y="11170"/>
                    <a:pt x="226" y="11170"/>
                  </a:cubicBezTo>
                  <a:cubicBezTo>
                    <a:pt x="176" y="11170"/>
                    <a:pt x="101" y="11195"/>
                    <a:pt x="0" y="11245"/>
                  </a:cubicBezTo>
                  <a:lnTo>
                    <a:pt x="0" y="11671"/>
                  </a:lnTo>
                  <a:cubicBezTo>
                    <a:pt x="0" y="11771"/>
                    <a:pt x="101" y="11871"/>
                    <a:pt x="101" y="11972"/>
                  </a:cubicBezTo>
                  <a:cubicBezTo>
                    <a:pt x="201" y="12072"/>
                    <a:pt x="401" y="12197"/>
                    <a:pt x="502" y="12297"/>
                  </a:cubicBezTo>
                  <a:cubicBezTo>
                    <a:pt x="627" y="12398"/>
                    <a:pt x="827" y="12398"/>
                    <a:pt x="1128" y="12398"/>
                  </a:cubicBezTo>
                  <a:lnTo>
                    <a:pt x="1554" y="12398"/>
                  </a:lnTo>
                  <a:cubicBezTo>
                    <a:pt x="1880" y="12297"/>
                    <a:pt x="2081" y="12297"/>
                    <a:pt x="2381" y="12297"/>
                  </a:cubicBezTo>
                  <a:cubicBezTo>
                    <a:pt x="3534" y="12072"/>
                    <a:pt x="4587" y="11871"/>
                    <a:pt x="5740" y="11671"/>
                  </a:cubicBezTo>
                  <a:cubicBezTo>
                    <a:pt x="6467" y="11571"/>
                    <a:pt x="7193" y="11345"/>
                    <a:pt x="7920" y="11245"/>
                  </a:cubicBezTo>
                  <a:cubicBezTo>
                    <a:pt x="8547" y="11044"/>
                    <a:pt x="9274" y="10819"/>
                    <a:pt x="10025" y="10719"/>
                  </a:cubicBezTo>
                  <a:cubicBezTo>
                    <a:pt x="10326" y="10618"/>
                    <a:pt x="10652" y="10418"/>
                    <a:pt x="10953" y="10418"/>
                  </a:cubicBezTo>
                  <a:lnTo>
                    <a:pt x="12306" y="9992"/>
                  </a:lnTo>
                  <a:cubicBezTo>
                    <a:pt x="12732" y="9891"/>
                    <a:pt x="13158" y="9791"/>
                    <a:pt x="13660" y="9691"/>
                  </a:cubicBezTo>
                  <a:cubicBezTo>
                    <a:pt x="14086" y="9465"/>
                    <a:pt x="14612" y="9365"/>
                    <a:pt x="15038" y="8939"/>
                  </a:cubicBezTo>
                  <a:cubicBezTo>
                    <a:pt x="15339" y="8638"/>
                    <a:pt x="15665" y="8012"/>
                    <a:pt x="15665" y="7485"/>
                  </a:cubicBezTo>
                  <a:cubicBezTo>
                    <a:pt x="15665" y="7059"/>
                    <a:pt x="15539" y="6558"/>
                    <a:pt x="15339" y="6232"/>
                  </a:cubicBezTo>
                  <a:cubicBezTo>
                    <a:pt x="14913" y="5606"/>
                    <a:pt x="14286" y="5079"/>
                    <a:pt x="13660" y="4879"/>
                  </a:cubicBezTo>
                  <a:cubicBezTo>
                    <a:pt x="13158" y="4678"/>
                    <a:pt x="12732" y="4678"/>
                    <a:pt x="12206" y="4678"/>
                  </a:cubicBezTo>
                  <a:lnTo>
                    <a:pt x="10752" y="4453"/>
                  </a:lnTo>
                  <a:cubicBezTo>
                    <a:pt x="9900" y="4453"/>
                    <a:pt x="9073" y="4252"/>
                    <a:pt x="8146" y="4252"/>
                  </a:cubicBezTo>
                  <a:lnTo>
                    <a:pt x="7920" y="4252"/>
                  </a:lnTo>
                  <a:cubicBezTo>
                    <a:pt x="7920" y="4353"/>
                    <a:pt x="7820" y="4353"/>
                    <a:pt x="7720" y="4353"/>
                  </a:cubicBezTo>
                  <a:lnTo>
                    <a:pt x="7820" y="4252"/>
                  </a:lnTo>
                  <a:lnTo>
                    <a:pt x="7820" y="4152"/>
                  </a:lnTo>
                  <a:lnTo>
                    <a:pt x="7920" y="4052"/>
                  </a:lnTo>
                  <a:lnTo>
                    <a:pt x="7920" y="3826"/>
                  </a:lnTo>
                  <a:cubicBezTo>
                    <a:pt x="8020" y="3626"/>
                    <a:pt x="8020" y="3300"/>
                    <a:pt x="8020" y="3099"/>
                  </a:cubicBezTo>
                  <a:cubicBezTo>
                    <a:pt x="8020" y="2573"/>
                    <a:pt x="7920" y="2047"/>
                    <a:pt x="7619" y="1646"/>
                  </a:cubicBezTo>
                  <a:cubicBezTo>
                    <a:pt x="7193" y="1119"/>
                    <a:pt x="6667" y="593"/>
                    <a:pt x="6141" y="393"/>
                  </a:cubicBezTo>
                  <a:cubicBezTo>
                    <a:pt x="5639" y="167"/>
                    <a:pt x="5113" y="67"/>
                    <a:pt x="4587" y="67"/>
                  </a:cubicBezTo>
                  <a:lnTo>
                    <a:pt x="4386" y="67"/>
                  </a:lnTo>
                  <a:cubicBezTo>
                    <a:pt x="4334" y="25"/>
                    <a:pt x="4252" y="1"/>
                    <a:pt x="4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7"/>
            <p:cNvSpPr/>
            <p:nvPr/>
          </p:nvSpPr>
          <p:spPr>
            <a:xfrm>
              <a:off x="5126750" y="3909925"/>
              <a:ext cx="151650" cy="162175"/>
            </a:xfrm>
            <a:custGeom>
              <a:rect b="b" l="l" r="r" t="t"/>
              <a:pathLst>
                <a:path extrusionOk="0" h="6487" w="6066">
                  <a:moveTo>
                    <a:pt x="3589" y="1"/>
                  </a:moveTo>
                  <a:cubicBezTo>
                    <a:pt x="3571" y="1"/>
                    <a:pt x="3559" y="12"/>
                    <a:pt x="3559" y="45"/>
                  </a:cubicBezTo>
                  <a:lnTo>
                    <a:pt x="3559" y="246"/>
                  </a:lnTo>
                  <a:cubicBezTo>
                    <a:pt x="3760" y="471"/>
                    <a:pt x="4086" y="572"/>
                    <a:pt x="4286" y="672"/>
                  </a:cubicBezTo>
                  <a:lnTo>
                    <a:pt x="5013" y="1399"/>
                  </a:lnTo>
                  <a:cubicBezTo>
                    <a:pt x="5214" y="1825"/>
                    <a:pt x="5439" y="2226"/>
                    <a:pt x="5539" y="2652"/>
                  </a:cubicBezTo>
                  <a:cubicBezTo>
                    <a:pt x="5640" y="3178"/>
                    <a:pt x="5539" y="3704"/>
                    <a:pt x="5339" y="4231"/>
                  </a:cubicBezTo>
                  <a:cubicBezTo>
                    <a:pt x="5113" y="4531"/>
                    <a:pt x="4913" y="4857"/>
                    <a:pt x="4712" y="5158"/>
                  </a:cubicBezTo>
                  <a:cubicBezTo>
                    <a:pt x="4487" y="5484"/>
                    <a:pt x="4186" y="5785"/>
                    <a:pt x="3760" y="5885"/>
                  </a:cubicBezTo>
                  <a:cubicBezTo>
                    <a:pt x="3459" y="5985"/>
                    <a:pt x="3133" y="5985"/>
                    <a:pt x="2933" y="5985"/>
                  </a:cubicBezTo>
                  <a:cubicBezTo>
                    <a:pt x="2707" y="5985"/>
                    <a:pt x="2607" y="5985"/>
                    <a:pt x="2507" y="5885"/>
                  </a:cubicBezTo>
                  <a:cubicBezTo>
                    <a:pt x="2206" y="5785"/>
                    <a:pt x="1880" y="5584"/>
                    <a:pt x="1680" y="5359"/>
                  </a:cubicBezTo>
                  <a:cubicBezTo>
                    <a:pt x="1454" y="5158"/>
                    <a:pt x="1354" y="5058"/>
                    <a:pt x="1153" y="4857"/>
                  </a:cubicBezTo>
                  <a:cubicBezTo>
                    <a:pt x="953" y="4531"/>
                    <a:pt x="727" y="4331"/>
                    <a:pt x="527" y="4005"/>
                  </a:cubicBezTo>
                  <a:cubicBezTo>
                    <a:pt x="427" y="3704"/>
                    <a:pt x="527" y="3278"/>
                    <a:pt x="627" y="2978"/>
                  </a:cubicBezTo>
                  <a:cubicBezTo>
                    <a:pt x="828" y="2652"/>
                    <a:pt x="953" y="2226"/>
                    <a:pt x="1254" y="1925"/>
                  </a:cubicBezTo>
                  <a:cubicBezTo>
                    <a:pt x="1580" y="1599"/>
                    <a:pt x="1880" y="1298"/>
                    <a:pt x="2206" y="1098"/>
                  </a:cubicBezTo>
                  <a:cubicBezTo>
                    <a:pt x="2507" y="872"/>
                    <a:pt x="2707" y="672"/>
                    <a:pt x="3033" y="672"/>
                  </a:cubicBezTo>
                  <a:cubicBezTo>
                    <a:pt x="3133" y="672"/>
                    <a:pt x="3334" y="572"/>
                    <a:pt x="3334" y="346"/>
                  </a:cubicBezTo>
                  <a:cubicBezTo>
                    <a:pt x="3409" y="166"/>
                    <a:pt x="3322" y="129"/>
                    <a:pt x="3197" y="129"/>
                  </a:cubicBezTo>
                  <a:cubicBezTo>
                    <a:pt x="3113" y="129"/>
                    <a:pt x="3013" y="145"/>
                    <a:pt x="2933" y="145"/>
                  </a:cubicBezTo>
                  <a:cubicBezTo>
                    <a:pt x="2607" y="246"/>
                    <a:pt x="2407" y="471"/>
                    <a:pt x="2081" y="572"/>
                  </a:cubicBezTo>
                  <a:cubicBezTo>
                    <a:pt x="1580" y="872"/>
                    <a:pt x="1153" y="1298"/>
                    <a:pt x="727" y="1825"/>
                  </a:cubicBezTo>
                  <a:cubicBezTo>
                    <a:pt x="427" y="2125"/>
                    <a:pt x="326" y="2551"/>
                    <a:pt x="201" y="2978"/>
                  </a:cubicBezTo>
                  <a:cubicBezTo>
                    <a:pt x="101" y="3379"/>
                    <a:pt x="1" y="3805"/>
                    <a:pt x="201" y="4231"/>
                  </a:cubicBezTo>
                  <a:cubicBezTo>
                    <a:pt x="326" y="4431"/>
                    <a:pt x="427" y="4531"/>
                    <a:pt x="527" y="4732"/>
                  </a:cubicBezTo>
                  <a:cubicBezTo>
                    <a:pt x="727" y="5158"/>
                    <a:pt x="1153" y="5484"/>
                    <a:pt x="1454" y="5785"/>
                  </a:cubicBezTo>
                  <a:cubicBezTo>
                    <a:pt x="1880" y="6110"/>
                    <a:pt x="2407" y="6411"/>
                    <a:pt x="2933" y="6411"/>
                  </a:cubicBezTo>
                  <a:cubicBezTo>
                    <a:pt x="3033" y="6461"/>
                    <a:pt x="3133" y="6486"/>
                    <a:pt x="3237" y="6486"/>
                  </a:cubicBezTo>
                  <a:cubicBezTo>
                    <a:pt x="3340" y="6486"/>
                    <a:pt x="3447" y="6461"/>
                    <a:pt x="3559" y="6411"/>
                  </a:cubicBezTo>
                  <a:cubicBezTo>
                    <a:pt x="3860" y="6411"/>
                    <a:pt x="4186" y="6311"/>
                    <a:pt x="4487" y="6110"/>
                  </a:cubicBezTo>
                  <a:cubicBezTo>
                    <a:pt x="4913" y="5684"/>
                    <a:pt x="5214" y="5258"/>
                    <a:pt x="5539" y="4732"/>
                  </a:cubicBezTo>
                  <a:cubicBezTo>
                    <a:pt x="5740" y="4331"/>
                    <a:pt x="5965" y="3905"/>
                    <a:pt x="6066" y="3479"/>
                  </a:cubicBezTo>
                  <a:cubicBezTo>
                    <a:pt x="6066" y="3178"/>
                    <a:pt x="5965" y="2752"/>
                    <a:pt x="5840" y="2451"/>
                  </a:cubicBezTo>
                  <a:cubicBezTo>
                    <a:pt x="5740" y="2025"/>
                    <a:pt x="5640" y="1499"/>
                    <a:pt x="5214" y="1098"/>
                  </a:cubicBezTo>
                  <a:cubicBezTo>
                    <a:pt x="5013" y="872"/>
                    <a:pt x="4913" y="572"/>
                    <a:pt x="4587" y="471"/>
                  </a:cubicBezTo>
                  <a:cubicBezTo>
                    <a:pt x="4387" y="246"/>
                    <a:pt x="4086" y="145"/>
                    <a:pt x="3860" y="45"/>
                  </a:cubicBezTo>
                  <a:lnTo>
                    <a:pt x="3760" y="45"/>
                  </a:lnTo>
                  <a:cubicBezTo>
                    <a:pt x="3693" y="45"/>
                    <a:pt x="3626" y="1"/>
                    <a:pt x="35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7"/>
            <p:cNvSpPr/>
            <p:nvPr/>
          </p:nvSpPr>
          <p:spPr>
            <a:xfrm>
              <a:off x="4920600" y="4156650"/>
              <a:ext cx="80850" cy="78350"/>
            </a:xfrm>
            <a:custGeom>
              <a:rect b="b" l="l" r="r" t="t"/>
              <a:pathLst>
                <a:path extrusionOk="0" h="3134" w="3234">
                  <a:moveTo>
                    <a:pt x="1354" y="1"/>
                  </a:moveTo>
                  <a:cubicBezTo>
                    <a:pt x="1154" y="1"/>
                    <a:pt x="1054" y="101"/>
                    <a:pt x="828" y="201"/>
                  </a:cubicBezTo>
                  <a:cubicBezTo>
                    <a:pt x="627" y="302"/>
                    <a:pt x="427" y="627"/>
                    <a:pt x="201" y="828"/>
                  </a:cubicBezTo>
                  <a:cubicBezTo>
                    <a:pt x="101" y="1028"/>
                    <a:pt x="101" y="1254"/>
                    <a:pt x="101" y="1454"/>
                  </a:cubicBezTo>
                  <a:cubicBezTo>
                    <a:pt x="1" y="1655"/>
                    <a:pt x="101" y="1881"/>
                    <a:pt x="101" y="2081"/>
                  </a:cubicBezTo>
                  <a:cubicBezTo>
                    <a:pt x="201" y="2181"/>
                    <a:pt x="302" y="2282"/>
                    <a:pt x="302" y="2282"/>
                  </a:cubicBezTo>
                  <a:cubicBezTo>
                    <a:pt x="627" y="2708"/>
                    <a:pt x="1054" y="3008"/>
                    <a:pt x="1555" y="3134"/>
                  </a:cubicBezTo>
                  <a:lnTo>
                    <a:pt x="1881" y="3134"/>
                  </a:lnTo>
                  <a:cubicBezTo>
                    <a:pt x="1981" y="3134"/>
                    <a:pt x="2181" y="3134"/>
                    <a:pt x="2407" y="3008"/>
                  </a:cubicBezTo>
                  <a:cubicBezTo>
                    <a:pt x="2607" y="2808"/>
                    <a:pt x="2708" y="2607"/>
                    <a:pt x="2933" y="2382"/>
                  </a:cubicBezTo>
                  <a:cubicBezTo>
                    <a:pt x="3033" y="2181"/>
                    <a:pt x="3234" y="1981"/>
                    <a:pt x="3234" y="1755"/>
                  </a:cubicBezTo>
                  <a:cubicBezTo>
                    <a:pt x="3234" y="1555"/>
                    <a:pt x="3134" y="1454"/>
                    <a:pt x="3134" y="1254"/>
                  </a:cubicBezTo>
                  <a:cubicBezTo>
                    <a:pt x="3033" y="1028"/>
                    <a:pt x="2933" y="828"/>
                    <a:pt x="2708" y="627"/>
                  </a:cubicBezTo>
                  <a:cubicBezTo>
                    <a:pt x="2607" y="502"/>
                    <a:pt x="2507" y="402"/>
                    <a:pt x="2307" y="402"/>
                  </a:cubicBezTo>
                  <a:lnTo>
                    <a:pt x="1780" y="402"/>
                  </a:lnTo>
                  <a:cubicBezTo>
                    <a:pt x="1780" y="502"/>
                    <a:pt x="1680" y="502"/>
                    <a:pt x="1780" y="627"/>
                  </a:cubicBezTo>
                  <a:lnTo>
                    <a:pt x="1780" y="728"/>
                  </a:lnTo>
                  <a:cubicBezTo>
                    <a:pt x="1981" y="828"/>
                    <a:pt x="2081" y="828"/>
                    <a:pt x="2181" y="828"/>
                  </a:cubicBezTo>
                  <a:cubicBezTo>
                    <a:pt x="2307" y="828"/>
                    <a:pt x="2407" y="928"/>
                    <a:pt x="2507" y="928"/>
                  </a:cubicBezTo>
                  <a:cubicBezTo>
                    <a:pt x="2607" y="1129"/>
                    <a:pt x="2607" y="1254"/>
                    <a:pt x="2708" y="1454"/>
                  </a:cubicBezTo>
                  <a:cubicBezTo>
                    <a:pt x="2708" y="1555"/>
                    <a:pt x="2808" y="1655"/>
                    <a:pt x="2808" y="1755"/>
                  </a:cubicBezTo>
                  <a:cubicBezTo>
                    <a:pt x="2708" y="1755"/>
                    <a:pt x="2708" y="1881"/>
                    <a:pt x="2607" y="1981"/>
                  </a:cubicBezTo>
                  <a:cubicBezTo>
                    <a:pt x="2507" y="2081"/>
                    <a:pt x="2407" y="2181"/>
                    <a:pt x="2307" y="2382"/>
                  </a:cubicBezTo>
                  <a:cubicBezTo>
                    <a:pt x="2181" y="2507"/>
                    <a:pt x="2081" y="2607"/>
                    <a:pt x="1881" y="2607"/>
                  </a:cubicBezTo>
                  <a:lnTo>
                    <a:pt x="1354" y="2607"/>
                  </a:lnTo>
                  <a:cubicBezTo>
                    <a:pt x="1254" y="2607"/>
                    <a:pt x="1154" y="2507"/>
                    <a:pt x="1054" y="2382"/>
                  </a:cubicBezTo>
                  <a:cubicBezTo>
                    <a:pt x="928" y="2382"/>
                    <a:pt x="828" y="2282"/>
                    <a:pt x="828" y="2181"/>
                  </a:cubicBezTo>
                  <a:cubicBezTo>
                    <a:pt x="728" y="2181"/>
                    <a:pt x="627" y="1981"/>
                    <a:pt x="527" y="1881"/>
                  </a:cubicBezTo>
                  <a:cubicBezTo>
                    <a:pt x="427" y="1755"/>
                    <a:pt x="527" y="1555"/>
                    <a:pt x="527" y="1454"/>
                  </a:cubicBezTo>
                  <a:cubicBezTo>
                    <a:pt x="627" y="1354"/>
                    <a:pt x="627" y="1129"/>
                    <a:pt x="728" y="1028"/>
                  </a:cubicBezTo>
                  <a:cubicBezTo>
                    <a:pt x="828" y="928"/>
                    <a:pt x="928" y="728"/>
                    <a:pt x="1054" y="627"/>
                  </a:cubicBezTo>
                  <a:cubicBezTo>
                    <a:pt x="1125" y="538"/>
                    <a:pt x="1197" y="461"/>
                    <a:pt x="1268" y="461"/>
                  </a:cubicBezTo>
                  <a:cubicBezTo>
                    <a:pt x="1297" y="461"/>
                    <a:pt x="1326" y="473"/>
                    <a:pt x="1354" y="502"/>
                  </a:cubicBezTo>
                  <a:cubicBezTo>
                    <a:pt x="1455" y="502"/>
                    <a:pt x="1455" y="502"/>
                    <a:pt x="1555" y="402"/>
                  </a:cubicBezTo>
                  <a:cubicBezTo>
                    <a:pt x="1555" y="101"/>
                    <a:pt x="1455" y="1"/>
                    <a:pt x="1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7"/>
            <p:cNvSpPr/>
            <p:nvPr/>
          </p:nvSpPr>
          <p:spPr>
            <a:xfrm>
              <a:off x="4889275" y="4417300"/>
              <a:ext cx="183000" cy="177975"/>
            </a:xfrm>
            <a:custGeom>
              <a:rect b="b" l="l" r="r" t="t"/>
              <a:pathLst>
                <a:path extrusionOk="0" h="7119" w="7320">
                  <a:moveTo>
                    <a:pt x="4487" y="1"/>
                  </a:moveTo>
                  <a:cubicBezTo>
                    <a:pt x="3961" y="1"/>
                    <a:pt x="3560" y="101"/>
                    <a:pt x="3033" y="327"/>
                  </a:cubicBezTo>
                  <a:cubicBezTo>
                    <a:pt x="2808" y="327"/>
                    <a:pt x="2607" y="527"/>
                    <a:pt x="2507" y="628"/>
                  </a:cubicBezTo>
                  <a:cubicBezTo>
                    <a:pt x="1981" y="853"/>
                    <a:pt x="1454" y="1254"/>
                    <a:pt x="1053" y="1680"/>
                  </a:cubicBezTo>
                  <a:cubicBezTo>
                    <a:pt x="728" y="2206"/>
                    <a:pt x="302" y="2607"/>
                    <a:pt x="201" y="3234"/>
                  </a:cubicBezTo>
                  <a:cubicBezTo>
                    <a:pt x="101" y="3460"/>
                    <a:pt x="101" y="3760"/>
                    <a:pt x="1" y="3986"/>
                  </a:cubicBezTo>
                  <a:cubicBezTo>
                    <a:pt x="1" y="4387"/>
                    <a:pt x="101" y="4813"/>
                    <a:pt x="302" y="5239"/>
                  </a:cubicBezTo>
                  <a:cubicBezTo>
                    <a:pt x="627" y="5740"/>
                    <a:pt x="1154" y="6166"/>
                    <a:pt x="1680" y="6492"/>
                  </a:cubicBezTo>
                  <a:cubicBezTo>
                    <a:pt x="2081" y="6793"/>
                    <a:pt x="2708" y="6993"/>
                    <a:pt x="3234" y="7119"/>
                  </a:cubicBezTo>
                  <a:cubicBezTo>
                    <a:pt x="3660" y="7119"/>
                    <a:pt x="4061" y="6993"/>
                    <a:pt x="4387" y="6893"/>
                  </a:cubicBezTo>
                  <a:cubicBezTo>
                    <a:pt x="4913" y="6693"/>
                    <a:pt x="5540" y="6367"/>
                    <a:pt x="5941" y="5966"/>
                  </a:cubicBezTo>
                  <a:cubicBezTo>
                    <a:pt x="6166" y="5740"/>
                    <a:pt x="6467" y="5440"/>
                    <a:pt x="6693" y="5114"/>
                  </a:cubicBezTo>
                  <a:cubicBezTo>
                    <a:pt x="6793" y="4813"/>
                    <a:pt x="6893" y="4487"/>
                    <a:pt x="6993" y="4186"/>
                  </a:cubicBezTo>
                  <a:lnTo>
                    <a:pt x="6993" y="4086"/>
                  </a:lnTo>
                  <a:cubicBezTo>
                    <a:pt x="6993" y="3986"/>
                    <a:pt x="7094" y="3861"/>
                    <a:pt x="6993" y="3861"/>
                  </a:cubicBezTo>
                  <a:cubicBezTo>
                    <a:pt x="6993" y="3827"/>
                    <a:pt x="6982" y="3816"/>
                    <a:pt x="6967" y="3816"/>
                  </a:cubicBezTo>
                  <a:cubicBezTo>
                    <a:pt x="6938" y="3816"/>
                    <a:pt x="6893" y="3861"/>
                    <a:pt x="6893" y="3861"/>
                  </a:cubicBezTo>
                  <a:cubicBezTo>
                    <a:pt x="6567" y="4086"/>
                    <a:pt x="6467" y="4487"/>
                    <a:pt x="6367" y="4813"/>
                  </a:cubicBezTo>
                  <a:cubicBezTo>
                    <a:pt x="6166" y="5114"/>
                    <a:pt x="5840" y="5440"/>
                    <a:pt x="5540" y="5740"/>
                  </a:cubicBezTo>
                  <a:cubicBezTo>
                    <a:pt x="5114" y="6066"/>
                    <a:pt x="4587" y="6267"/>
                    <a:pt x="4061" y="6492"/>
                  </a:cubicBezTo>
                  <a:cubicBezTo>
                    <a:pt x="3860" y="6592"/>
                    <a:pt x="3560" y="6592"/>
                    <a:pt x="3234" y="6592"/>
                  </a:cubicBezTo>
                  <a:cubicBezTo>
                    <a:pt x="2933" y="6592"/>
                    <a:pt x="2607" y="6492"/>
                    <a:pt x="2407" y="6367"/>
                  </a:cubicBezTo>
                  <a:cubicBezTo>
                    <a:pt x="1981" y="6166"/>
                    <a:pt x="1555" y="5866"/>
                    <a:pt x="1154" y="5540"/>
                  </a:cubicBezTo>
                  <a:cubicBezTo>
                    <a:pt x="828" y="5239"/>
                    <a:pt x="527" y="4813"/>
                    <a:pt x="527" y="4387"/>
                  </a:cubicBezTo>
                  <a:cubicBezTo>
                    <a:pt x="527" y="3986"/>
                    <a:pt x="627" y="3660"/>
                    <a:pt x="627" y="3359"/>
                  </a:cubicBezTo>
                  <a:cubicBezTo>
                    <a:pt x="728" y="3134"/>
                    <a:pt x="728" y="3034"/>
                    <a:pt x="828" y="2833"/>
                  </a:cubicBezTo>
                  <a:cubicBezTo>
                    <a:pt x="1053" y="2407"/>
                    <a:pt x="1254" y="2106"/>
                    <a:pt x="1555" y="1881"/>
                  </a:cubicBezTo>
                  <a:lnTo>
                    <a:pt x="2181" y="1254"/>
                  </a:lnTo>
                  <a:cubicBezTo>
                    <a:pt x="2507" y="1054"/>
                    <a:pt x="2933" y="853"/>
                    <a:pt x="3334" y="628"/>
                  </a:cubicBezTo>
                  <a:cubicBezTo>
                    <a:pt x="3584" y="510"/>
                    <a:pt x="3833" y="461"/>
                    <a:pt x="4078" y="461"/>
                  </a:cubicBezTo>
                  <a:cubicBezTo>
                    <a:pt x="4251" y="461"/>
                    <a:pt x="4421" y="486"/>
                    <a:pt x="4587" y="527"/>
                  </a:cubicBezTo>
                  <a:cubicBezTo>
                    <a:pt x="5013" y="527"/>
                    <a:pt x="5540" y="728"/>
                    <a:pt x="5840" y="953"/>
                  </a:cubicBezTo>
                  <a:cubicBezTo>
                    <a:pt x="6266" y="1254"/>
                    <a:pt x="6567" y="1680"/>
                    <a:pt x="6693" y="2206"/>
                  </a:cubicBezTo>
                  <a:cubicBezTo>
                    <a:pt x="6793" y="2507"/>
                    <a:pt x="6993" y="2933"/>
                    <a:pt x="6793" y="3234"/>
                  </a:cubicBezTo>
                  <a:cubicBezTo>
                    <a:pt x="6793" y="3359"/>
                    <a:pt x="6693" y="3560"/>
                    <a:pt x="6793" y="3660"/>
                  </a:cubicBezTo>
                  <a:cubicBezTo>
                    <a:pt x="6882" y="3756"/>
                    <a:pt x="6953" y="3796"/>
                    <a:pt x="7013" y="3796"/>
                  </a:cubicBezTo>
                  <a:cubicBezTo>
                    <a:pt x="7155" y="3796"/>
                    <a:pt x="7231" y="3571"/>
                    <a:pt x="7319" y="3359"/>
                  </a:cubicBezTo>
                  <a:cubicBezTo>
                    <a:pt x="7319" y="3034"/>
                    <a:pt x="7319" y="2607"/>
                    <a:pt x="7194" y="2307"/>
                  </a:cubicBezTo>
                  <a:cubicBezTo>
                    <a:pt x="7094" y="1881"/>
                    <a:pt x="6993" y="1480"/>
                    <a:pt x="6793" y="1154"/>
                  </a:cubicBezTo>
                  <a:cubicBezTo>
                    <a:pt x="6567" y="853"/>
                    <a:pt x="6266" y="628"/>
                    <a:pt x="5941" y="427"/>
                  </a:cubicBezTo>
                  <a:cubicBezTo>
                    <a:pt x="5540" y="101"/>
                    <a:pt x="5013" y="1"/>
                    <a:pt x="44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7"/>
            <p:cNvSpPr/>
            <p:nvPr/>
          </p:nvSpPr>
          <p:spPr>
            <a:xfrm>
              <a:off x="4581000" y="4474950"/>
              <a:ext cx="78350" cy="80000"/>
            </a:xfrm>
            <a:custGeom>
              <a:rect b="b" l="l" r="r" t="t"/>
              <a:pathLst>
                <a:path extrusionOk="0" h="3200" w="3134">
                  <a:moveTo>
                    <a:pt x="2206" y="1"/>
                  </a:moveTo>
                  <a:cubicBezTo>
                    <a:pt x="2106" y="1"/>
                    <a:pt x="1981" y="1"/>
                    <a:pt x="1780" y="101"/>
                  </a:cubicBezTo>
                  <a:cubicBezTo>
                    <a:pt x="1680" y="101"/>
                    <a:pt x="1580" y="101"/>
                    <a:pt x="1680" y="201"/>
                  </a:cubicBezTo>
                  <a:lnTo>
                    <a:pt x="1680" y="301"/>
                  </a:lnTo>
                  <a:cubicBezTo>
                    <a:pt x="1881" y="427"/>
                    <a:pt x="1981" y="427"/>
                    <a:pt x="2106" y="427"/>
                  </a:cubicBezTo>
                  <a:cubicBezTo>
                    <a:pt x="2206" y="527"/>
                    <a:pt x="2307" y="627"/>
                    <a:pt x="2407" y="627"/>
                  </a:cubicBezTo>
                  <a:cubicBezTo>
                    <a:pt x="2607" y="828"/>
                    <a:pt x="2607" y="1053"/>
                    <a:pt x="2607" y="1154"/>
                  </a:cubicBezTo>
                  <a:cubicBezTo>
                    <a:pt x="2607" y="1354"/>
                    <a:pt x="2607" y="1680"/>
                    <a:pt x="2407" y="1780"/>
                  </a:cubicBezTo>
                  <a:cubicBezTo>
                    <a:pt x="2307" y="1880"/>
                    <a:pt x="2206" y="2081"/>
                    <a:pt x="2106" y="2181"/>
                  </a:cubicBezTo>
                  <a:cubicBezTo>
                    <a:pt x="1981" y="2407"/>
                    <a:pt x="1881" y="2607"/>
                    <a:pt x="1680" y="2607"/>
                  </a:cubicBezTo>
                  <a:cubicBezTo>
                    <a:pt x="1630" y="2657"/>
                    <a:pt x="1580" y="2657"/>
                    <a:pt x="1527" y="2657"/>
                  </a:cubicBezTo>
                  <a:cubicBezTo>
                    <a:pt x="1473" y="2657"/>
                    <a:pt x="1417" y="2657"/>
                    <a:pt x="1354" y="2708"/>
                  </a:cubicBezTo>
                  <a:lnTo>
                    <a:pt x="1154" y="2708"/>
                  </a:lnTo>
                  <a:cubicBezTo>
                    <a:pt x="1053" y="2708"/>
                    <a:pt x="853" y="2708"/>
                    <a:pt x="728" y="2607"/>
                  </a:cubicBezTo>
                  <a:lnTo>
                    <a:pt x="627" y="2507"/>
                  </a:lnTo>
                  <a:cubicBezTo>
                    <a:pt x="527" y="2307"/>
                    <a:pt x="427" y="2181"/>
                    <a:pt x="427" y="2081"/>
                  </a:cubicBezTo>
                  <a:cubicBezTo>
                    <a:pt x="327" y="1880"/>
                    <a:pt x="427" y="1780"/>
                    <a:pt x="527" y="1680"/>
                  </a:cubicBezTo>
                  <a:cubicBezTo>
                    <a:pt x="627" y="1454"/>
                    <a:pt x="728" y="1354"/>
                    <a:pt x="853" y="1254"/>
                  </a:cubicBezTo>
                  <a:cubicBezTo>
                    <a:pt x="1053" y="1053"/>
                    <a:pt x="1154" y="928"/>
                    <a:pt x="1354" y="828"/>
                  </a:cubicBezTo>
                  <a:lnTo>
                    <a:pt x="1480" y="828"/>
                  </a:lnTo>
                  <a:cubicBezTo>
                    <a:pt x="1509" y="798"/>
                    <a:pt x="1538" y="786"/>
                    <a:pt x="1565" y="786"/>
                  </a:cubicBezTo>
                  <a:cubicBezTo>
                    <a:pt x="1630" y="786"/>
                    <a:pt x="1680" y="857"/>
                    <a:pt x="1680" y="928"/>
                  </a:cubicBezTo>
                  <a:lnTo>
                    <a:pt x="1780" y="928"/>
                  </a:lnTo>
                  <a:cubicBezTo>
                    <a:pt x="1881" y="828"/>
                    <a:pt x="1981" y="728"/>
                    <a:pt x="1981" y="728"/>
                  </a:cubicBezTo>
                  <a:cubicBezTo>
                    <a:pt x="1981" y="627"/>
                    <a:pt x="1881" y="527"/>
                    <a:pt x="1881" y="527"/>
                  </a:cubicBezTo>
                  <a:cubicBezTo>
                    <a:pt x="1786" y="420"/>
                    <a:pt x="1691" y="392"/>
                    <a:pt x="1593" y="392"/>
                  </a:cubicBezTo>
                  <a:cubicBezTo>
                    <a:pt x="1484" y="392"/>
                    <a:pt x="1373" y="427"/>
                    <a:pt x="1254" y="427"/>
                  </a:cubicBezTo>
                  <a:cubicBezTo>
                    <a:pt x="953" y="427"/>
                    <a:pt x="627" y="728"/>
                    <a:pt x="427" y="928"/>
                  </a:cubicBezTo>
                  <a:cubicBezTo>
                    <a:pt x="327" y="1053"/>
                    <a:pt x="226" y="1254"/>
                    <a:pt x="101" y="1454"/>
                  </a:cubicBezTo>
                  <a:cubicBezTo>
                    <a:pt x="1" y="1680"/>
                    <a:pt x="1" y="1880"/>
                    <a:pt x="1" y="2181"/>
                  </a:cubicBezTo>
                  <a:cubicBezTo>
                    <a:pt x="1" y="2307"/>
                    <a:pt x="1" y="2307"/>
                    <a:pt x="101" y="2407"/>
                  </a:cubicBezTo>
                  <a:cubicBezTo>
                    <a:pt x="226" y="2708"/>
                    <a:pt x="327" y="2933"/>
                    <a:pt x="627" y="3033"/>
                  </a:cubicBezTo>
                  <a:cubicBezTo>
                    <a:pt x="760" y="3151"/>
                    <a:pt x="917" y="3199"/>
                    <a:pt x="1091" y="3199"/>
                  </a:cubicBezTo>
                  <a:cubicBezTo>
                    <a:pt x="1214" y="3199"/>
                    <a:pt x="1345" y="3175"/>
                    <a:pt x="1480" y="3134"/>
                  </a:cubicBezTo>
                  <a:lnTo>
                    <a:pt x="1780" y="3134"/>
                  </a:lnTo>
                  <a:cubicBezTo>
                    <a:pt x="1881" y="3033"/>
                    <a:pt x="2106" y="3033"/>
                    <a:pt x="2206" y="2933"/>
                  </a:cubicBezTo>
                  <a:cubicBezTo>
                    <a:pt x="2407" y="2708"/>
                    <a:pt x="2507" y="2407"/>
                    <a:pt x="2733" y="2181"/>
                  </a:cubicBezTo>
                  <a:cubicBezTo>
                    <a:pt x="2833" y="1981"/>
                    <a:pt x="3033" y="1880"/>
                    <a:pt x="3134" y="1555"/>
                  </a:cubicBezTo>
                  <a:cubicBezTo>
                    <a:pt x="3134" y="1454"/>
                    <a:pt x="3033" y="1254"/>
                    <a:pt x="3033" y="1053"/>
                  </a:cubicBezTo>
                  <a:cubicBezTo>
                    <a:pt x="3033" y="828"/>
                    <a:pt x="2933" y="527"/>
                    <a:pt x="2733" y="301"/>
                  </a:cubicBezTo>
                  <a:cubicBezTo>
                    <a:pt x="2507" y="201"/>
                    <a:pt x="2407" y="10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7"/>
            <p:cNvSpPr/>
            <p:nvPr/>
          </p:nvSpPr>
          <p:spPr>
            <a:xfrm>
              <a:off x="5019600" y="3741250"/>
              <a:ext cx="25" cy="25"/>
            </a:xfrm>
            <a:custGeom>
              <a:rect b="b" l="l" r="r" t="t"/>
              <a:pathLst>
                <a:path extrusionOk="0" fill="none" h="1" w="1">
                  <a:moveTo>
                    <a:pt x="1" y="0"/>
                  </a:moveTo>
                  <a:lnTo>
                    <a:pt x="1" y="0"/>
                  </a:lnTo>
                  <a:close/>
                </a:path>
              </a:pathLst>
            </a:custGeom>
            <a:noFill/>
            <a:ln cap="flat" cmpd="sng" w="10650">
              <a:solidFill>
                <a:schemeClr val="lt2"/>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7"/>
            <p:cNvSpPr/>
            <p:nvPr/>
          </p:nvSpPr>
          <p:spPr>
            <a:xfrm>
              <a:off x="4962600" y="3694875"/>
              <a:ext cx="90875" cy="85875"/>
            </a:xfrm>
            <a:custGeom>
              <a:rect b="b" l="l" r="r" t="t"/>
              <a:pathLst>
                <a:path extrusionOk="0" h="3435" w="3635">
                  <a:moveTo>
                    <a:pt x="2080" y="502"/>
                  </a:moveTo>
                  <a:cubicBezTo>
                    <a:pt x="2281" y="502"/>
                    <a:pt x="2506" y="502"/>
                    <a:pt x="2506" y="702"/>
                  </a:cubicBezTo>
                  <a:cubicBezTo>
                    <a:pt x="2506" y="803"/>
                    <a:pt x="2607" y="803"/>
                    <a:pt x="2707" y="803"/>
                  </a:cubicBezTo>
                  <a:cubicBezTo>
                    <a:pt x="2747" y="789"/>
                    <a:pt x="2780" y="774"/>
                    <a:pt x="2807" y="757"/>
                  </a:cubicBezTo>
                  <a:lnTo>
                    <a:pt x="2807" y="757"/>
                  </a:lnTo>
                  <a:lnTo>
                    <a:pt x="2807" y="803"/>
                  </a:lnTo>
                  <a:cubicBezTo>
                    <a:pt x="2907" y="1028"/>
                    <a:pt x="2907" y="1028"/>
                    <a:pt x="3008" y="1128"/>
                  </a:cubicBezTo>
                  <a:cubicBezTo>
                    <a:pt x="3133" y="1229"/>
                    <a:pt x="3233" y="1329"/>
                    <a:pt x="3233" y="1554"/>
                  </a:cubicBezTo>
                  <a:cubicBezTo>
                    <a:pt x="3233" y="1755"/>
                    <a:pt x="3133" y="1955"/>
                    <a:pt x="3008" y="2181"/>
                  </a:cubicBezTo>
                  <a:cubicBezTo>
                    <a:pt x="2907" y="2382"/>
                    <a:pt x="2707" y="2582"/>
                    <a:pt x="2506" y="2682"/>
                  </a:cubicBezTo>
                  <a:cubicBezTo>
                    <a:pt x="2281" y="2682"/>
                    <a:pt x="2080" y="2808"/>
                    <a:pt x="1880" y="2908"/>
                  </a:cubicBezTo>
                  <a:cubicBezTo>
                    <a:pt x="1796" y="2908"/>
                    <a:pt x="1635" y="2952"/>
                    <a:pt x="1507" y="2952"/>
                  </a:cubicBezTo>
                  <a:cubicBezTo>
                    <a:pt x="1443" y="2952"/>
                    <a:pt x="1387" y="2941"/>
                    <a:pt x="1353" y="2908"/>
                  </a:cubicBezTo>
                  <a:cubicBezTo>
                    <a:pt x="1253" y="2808"/>
                    <a:pt x="1128" y="2582"/>
                    <a:pt x="1028" y="2582"/>
                  </a:cubicBezTo>
                  <a:lnTo>
                    <a:pt x="827" y="2382"/>
                  </a:lnTo>
                  <a:cubicBezTo>
                    <a:pt x="727" y="2281"/>
                    <a:pt x="627" y="2181"/>
                    <a:pt x="627" y="1955"/>
                  </a:cubicBezTo>
                  <a:cubicBezTo>
                    <a:pt x="501" y="1855"/>
                    <a:pt x="501" y="1755"/>
                    <a:pt x="501" y="1655"/>
                  </a:cubicBezTo>
                  <a:lnTo>
                    <a:pt x="501" y="1128"/>
                  </a:lnTo>
                  <a:cubicBezTo>
                    <a:pt x="627" y="928"/>
                    <a:pt x="727" y="803"/>
                    <a:pt x="927" y="803"/>
                  </a:cubicBezTo>
                  <a:cubicBezTo>
                    <a:pt x="1028" y="702"/>
                    <a:pt x="1253" y="602"/>
                    <a:pt x="1454" y="602"/>
                  </a:cubicBezTo>
                  <a:cubicBezTo>
                    <a:pt x="1654" y="502"/>
                    <a:pt x="1880" y="502"/>
                    <a:pt x="2080" y="502"/>
                  </a:cubicBezTo>
                  <a:close/>
                  <a:moveTo>
                    <a:pt x="1767" y="1"/>
                  </a:moveTo>
                  <a:cubicBezTo>
                    <a:pt x="1585" y="1"/>
                    <a:pt x="1404" y="26"/>
                    <a:pt x="1253" y="76"/>
                  </a:cubicBezTo>
                  <a:cubicBezTo>
                    <a:pt x="1028" y="176"/>
                    <a:pt x="727" y="301"/>
                    <a:pt x="627" y="402"/>
                  </a:cubicBezTo>
                  <a:cubicBezTo>
                    <a:pt x="401" y="602"/>
                    <a:pt x="201" y="803"/>
                    <a:pt x="100" y="1028"/>
                  </a:cubicBezTo>
                  <a:lnTo>
                    <a:pt x="100" y="1329"/>
                  </a:lnTo>
                  <a:cubicBezTo>
                    <a:pt x="0" y="1955"/>
                    <a:pt x="301" y="2582"/>
                    <a:pt x="727" y="2908"/>
                  </a:cubicBezTo>
                  <a:cubicBezTo>
                    <a:pt x="827" y="3008"/>
                    <a:pt x="827" y="3108"/>
                    <a:pt x="927" y="3209"/>
                  </a:cubicBezTo>
                  <a:cubicBezTo>
                    <a:pt x="1128" y="3309"/>
                    <a:pt x="1353" y="3434"/>
                    <a:pt x="1554" y="3434"/>
                  </a:cubicBezTo>
                  <a:cubicBezTo>
                    <a:pt x="1880" y="3434"/>
                    <a:pt x="2181" y="3309"/>
                    <a:pt x="2381" y="3108"/>
                  </a:cubicBezTo>
                  <a:cubicBezTo>
                    <a:pt x="2707" y="3008"/>
                    <a:pt x="2907" y="3008"/>
                    <a:pt x="3133" y="2808"/>
                  </a:cubicBezTo>
                  <a:cubicBezTo>
                    <a:pt x="3333" y="2682"/>
                    <a:pt x="3333" y="2482"/>
                    <a:pt x="3434" y="2281"/>
                  </a:cubicBezTo>
                  <a:cubicBezTo>
                    <a:pt x="3534" y="2056"/>
                    <a:pt x="3634" y="1755"/>
                    <a:pt x="3634" y="1429"/>
                  </a:cubicBezTo>
                  <a:cubicBezTo>
                    <a:pt x="3534" y="1229"/>
                    <a:pt x="3634" y="1028"/>
                    <a:pt x="3434" y="928"/>
                  </a:cubicBezTo>
                  <a:cubicBezTo>
                    <a:pt x="3333" y="702"/>
                    <a:pt x="3133" y="602"/>
                    <a:pt x="3008" y="602"/>
                  </a:cubicBezTo>
                  <a:lnTo>
                    <a:pt x="2907" y="602"/>
                  </a:lnTo>
                  <a:cubicBezTo>
                    <a:pt x="2907" y="527"/>
                    <a:pt x="2857" y="452"/>
                    <a:pt x="2807" y="402"/>
                  </a:cubicBezTo>
                  <a:cubicBezTo>
                    <a:pt x="2707" y="176"/>
                    <a:pt x="2506" y="176"/>
                    <a:pt x="2281" y="76"/>
                  </a:cubicBezTo>
                  <a:cubicBezTo>
                    <a:pt x="2130" y="26"/>
                    <a:pt x="1949" y="1"/>
                    <a:pt x="1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7"/>
            <p:cNvSpPr/>
            <p:nvPr/>
          </p:nvSpPr>
          <p:spPr>
            <a:xfrm>
              <a:off x="4419350" y="4636650"/>
              <a:ext cx="122825" cy="98000"/>
            </a:xfrm>
            <a:custGeom>
              <a:rect b="b" l="l" r="r" t="t"/>
              <a:pathLst>
                <a:path extrusionOk="0" h="3920" w="4913">
                  <a:moveTo>
                    <a:pt x="2681" y="0"/>
                  </a:moveTo>
                  <a:cubicBezTo>
                    <a:pt x="2624" y="0"/>
                    <a:pt x="2564" y="13"/>
                    <a:pt x="2507" y="41"/>
                  </a:cubicBezTo>
                  <a:cubicBezTo>
                    <a:pt x="2306" y="41"/>
                    <a:pt x="2081" y="166"/>
                    <a:pt x="1780" y="166"/>
                  </a:cubicBezTo>
                  <a:cubicBezTo>
                    <a:pt x="1555" y="267"/>
                    <a:pt x="1354" y="267"/>
                    <a:pt x="1154" y="367"/>
                  </a:cubicBezTo>
                  <a:cubicBezTo>
                    <a:pt x="928" y="467"/>
                    <a:pt x="928" y="567"/>
                    <a:pt x="828" y="668"/>
                  </a:cubicBezTo>
                  <a:cubicBezTo>
                    <a:pt x="627" y="893"/>
                    <a:pt x="427" y="994"/>
                    <a:pt x="301" y="1294"/>
                  </a:cubicBezTo>
                  <a:cubicBezTo>
                    <a:pt x="201" y="1420"/>
                    <a:pt x="101" y="1520"/>
                    <a:pt x="101" y="1720"/>
                  </a:cubicBezTo>
                  <a:cubicBezTo>
                    <a:pt x="101" y="1821"/>
                    <a:pt x="1" y="1921"/>
                    <a:pt x="1" y="2046"/>
                  </a:cubicBezTo>
                  <a:lnTo>
                    <a:pt x="1" y="2146"/>
                  </a:lnTo>
                  <a:cubicBezTo>
                    <a:pt x="1" y="2146"/>
                    <a:pt x="1" y="2247"/>
                    <a:pt x="101" y="2247"/>
                  </a:cubicBezTo>
                  <a:lnTo>
                    <a:pt x="201" y="2247"/>
                  </a:lnTo>
                  <a:cubicBezTo>
                    <a:pt x="427" y="2146"/>
                    <a:pt x="427" y="2046"/>
                    <a:pt x="527" y="1821"/>
                  </a:cubicBezTo>
                  <a:cubicBezTo>
                    <a:pt x="527" y="1720"/>
                    <a:pt x="627" y="1620"/>
                    <a:pt x="627" y="1420"/>
                  </a:cubicBezTo>
                  <a:cubicBezTo>
                    <a:pt x="828" y="1294"/>
                    <a:pt x="928" y="1194"/>
                    <a:pt x="1154" y="994"/>
                  </a:cubicBezTo>
                  <a:cubicBezTo>
                    <a:pt x="1254" y="793"/>
                    <a:pt x="1454" y="668"/>
                    <a:pt x="1680" y="668"/>
                  </a:cubicBezTo>
                  <a:cubicBezTo>
                    <a:pt x="1880" y="668"/>
                    <a:pt x="2081" y="668"/>
                    <a:pt x="2181" y="567"/>
                  </a:cubicBezTo>
                  <a:cubicBezTo>
                    <a:pt x="2407" y="467"/>
                    <a:pt x="2607" y="467"/>
                    <a:pt x="2808" y="467"/>
                  </a:cubicBezTo>
                  <a:cubicBezTo>
                    <a:pt x="2933" y="567"/>
                    <a:pt x="3033" y="668"/>
                    <a:pt x="3134" y="668"/>
                  </a:cubicBezTo>
                  <a:cubicBezTo>
                    <a:pt x="3234" y="668"/>
                    <a:pt x="3334" y="793"/>
                    <a:pt x="3334" y="793"/>
                  </a:cubicBezTo>
                  <a:cubicBezTo>
                    <a:pt x="3560" y="793"/>
                    <a:pt x="3660" y="893"/>
                    <a:pt x="3760" y="994"/>
                  </a:cubicBezTo>
                  <a:lnTo>
                    <a:pt x="3961" y="1194"/>
                  </a:lnTo>
                  <a:cubicBezTo>
                    <a:pt x="4061" y="1294"/>
                    <a:pt x="4186" y="1520"/>
                    <a:pt x="4286" y="1620"/>
                  </a:cubicBezTo>
                  <a:cubicBezTo>
                    <a:pt x="4387" y="1720"/>
                    <a:pt x="4387" y="1921"/>
                    <a:pt x="4387" y="2046"/>
                  </a:cubicBezTo>
                  <a:cubicBezTo>
                    <a:pt x="4387" y="2247"/>
                    <a:pt x="4387" y="2447"/>
                    <a:pt x="4286" y="2673"/>
                  </a:cubicBezTo>
                  <a:lnTo>
                    <a:pt x="4286" y="3174"/>
                  </a:lnTo>
                  <a:cubicBezTo>
                    <a:pt x="4186" y="3299"/>
                    <a:pt x="4286" y="3500"/>
                    <a:pt x="4061" y="3500"/>
                  </a:cubicBezTo>
                  <a:cubicBezTo>
                    <a:pt x="3961" y="3500"/>
                    <a:pt x="3961" y="3600"/>
                    <a:pt x="3961" y="3700"/>
                  </a:cubicBezTo>
                  <a:cubicBezTo>
                    <a:pt x="4073" y="3863"/>
                    <a:pt x="4155" y="3920"/>
                    <a:pt x="4221" y="3920"/>
                  </a:cubicBezTo>
                  <a:cubicBezTo>
                    <a:pt x="4286" y="3920"/>
                    <a:pt x="4337" y="3863"/>
                    <a:pt x="4387" y="3801"/>
                  </a:cubicBezTo>
                  <a:cubicBezTo>
                    <a:pt x="4487" y="3700"/>
                    <a:pt x="4587" y="3600"/>
                    <a:pt x="4587" y="3500"/>
                  </a:cubicBezTo>
                  <a:cubicBezTo>
                    <a:pt x="4813" y="3174"/>
                    <a:pt x="4813" y="2873"/>
                    <a:pt x="4913" y="2547"/>
                  </a:cubicBezTo>
                  <a:cubicBezTo>
                    <a:pt x="4913" y="2347"/>
                    <a:pt x="4813" y="2146"/>
                    <a:pt x="4813" y="1921"/>
                  </a:cubicBezTo>
                  <a:cubicBezTo>
                    <a:pt x="4813" y="1720"/>
                    <a:pt x="4687" y="1520"/>
                    <a:pt x="4587" y="1420"/>
                  </a:cubicBezTo>
                  <a:cubicBezTo>
                    <a:pt x="4587" y="1294"/>
                    <a:pt x="4487" y="1194"/>
                    <a:pt x="4487" y="1194"/>
                  </a:cubicBezTo>
                  <a:cubicBezTo>
                    <a:pt x="4186" y="668"/>
                    <a:pt x="3760" y="367"/>
                    <a:pt x="3334" y="267"/>
                  </a:cubicBezTo>
                  <a:lnTo>
                    <a:pt x="3033" y="166"/>
                  </a:lnTo>
                  <a:cubicBezTo>
                    <a:pt x="2962" y="77"/>
                    <a:pt x="2826" y="0"/>
                    <a:pt x="26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7"/>
            <p:cNvSpPr/>
            <p:nvPr/>
          </p:nvSpPr>
          <p:spPr>
            <a:xfrm>
              <a:off x="4813475" y="3887225"/>
              <a:ext cx="114675" cy="78350"/>
            </a:xfrm>
            <a:custGeom>
              <a:rect b="b" l="l" r="r" t="t"/>
              <a:pathLst>
                <a:path extrusionOk="0" h="3134" w="4587">
                  <a:moveTo>
                    <a:pt x="201" y="1"/>
                  </a:moveTo>
                  <a:cubicBezTo>
                    <a:pt x="201" y="1"/>
                    <a:pt x="100" y="1"/>
                    <a:pt x="100" y="126"/>
                  </a:cubicBezTo>
                  <a:cubicBezTo>
                    <a:pt x="0" y="427"/>
                    <a:pt x="100" y="427"/>
                    <a:pt x="201" y="527"/>
                  </a:cubicBezTo>
                  <a:lnTo>
                    <a:pt x="426" y="527"/>
                  </a:lnTo>
                  <a:cubicBezTo>
                    <a:pt x="627" y="527"/>
                    <a:pt x="727" y="527"/>
                    <a:pt x="953" y="627"/>
                  </a:cubicBezTo>
                  <a:lnTo>
                    <a:pt x="1253" y="627"/>
                  </a:lnTo>
                  <a:cubicBezTo>
                    <a:pt x="1354" y="627"/>
                    <a:pt x="1454" y="753"/>
                    <a:pt x="1579" y="753"/>
                  </a:cubicBezTo>
                  <a:lnTo>
                    <a:pt x="1780" y="753"/>
                  </a:lnTo>
                  <a:cubicBezTo>
                    <a:pt x="2080" y="853"/>
                    <a:pt x="2306" y="1053"/>
                    <a:pt x="2506" y="1154"/>
                  </a:cubicBezTo>
                  <a:lnTo>
                    <a:pt x="2607" y="1254"/>
                  </a:lnTo>
                  <a:cubicBezTo>
                    <a:pt x="2707" y="1379"/>
                    <a:pt x="2832" y="1480"/>
                    <a:pt x="2832" y="1580"/>
                  </a:cubicBezTo>
                  <a:cubicBezTo>
                    <a:pt x="3033" y="1580"/>
                    <a:pt x="3133" y="1680"/>
                    <a:pt x="3233" y="1780"/>
                  </a:cubicBezTo>
                  <a:cubicBezTo>
                    <a:pt x="3334" y="1780"/>
                    <a:pt x="3459" y="2006"/>
                    <a:pt x="3459" y="2106"/>
                  </a:cubicBezTo>
                  <a:cubicBezTo>
                    <a:pt x="3559" y="2206"/>
                    <a:pt x="3659" y="2206"/>
                    <a:pt x="3760" y="2307"/>
                  </a:cubicBezTo>
                  <a:cubicBezTo>
                    <a:pt x="3760" y="2407"/>
                    <a:pt x="3860" y="2507"/>
                    <a:pt x="3960" y="2632"/>
                  </a:cubicBezTo>
                  <a:cubicBezTo>
                    <a:pt x="3960" y="2733"/>
                    <a:pt x="3960" y="2833"/>
                    <a:pt x="4085" y="2933"/>
                  </a:cubicBezTo>
                  <a:lnTo>
                    <a:pt x="4186" y="3033"/>
                  </a:lnTo>
                  <a:lnTo>
                    <a:pt x="4186" y="3134"/>
                  </a:lnTo>
                  <a:lnTo>
                    <a:pt x="4286" y="3134"/>
                  </a:lnTo>
                  <a:cubicBezTo>
                    <a:pt x="4386" y="3134"/>
                    <a:pt x="4386" y="3033"/>
                    <a:pt x="4386" y="3033"/>
                  </a:cubicBezTo>
                  <a:cubicBezTo>
                    <a:pt x="4587" y="2933"/>
                    <a:pt x="4486" y="2833"/>
                    <a:pt x="4486" y="2733"/>
                  </a:cubicBezTo>
                  <a:cubicBezTo>
                    <a:pt x="4386" y="2632"/>
                    <a:pt x="4386" y="2507"/>
                    <a:pt x="4286" y="2407"/>
                  </a:cubicBezTo>
                  <a:cubicBezTo>
                    <a:pt x="4186" y="2307"/>
                    <a:pt x="4186" y="2106"/>
                    <a:pt x="4085" y="2006"/>
                  </a:cubicBezTo>
                  <a:cubicBezTo>
                    <a:pt x="3860" y="1881"/>
                    <a:pt x="3760" y="1780"/>
                    <a:pt x="3659" y="1580"/>
                  </a:cubicBezTo>
                  <a:cubicBezTo>
                    <a:pt x="3559" y="1254"/>
                    <a:pt x="3133" y="1254"/>
                    <a:pt x="3033" y="1053"/>
                  </a:cubicBezTo>
                  <a:cubicBezTo>
                    <a:pt x="2932" y="953"/>
                    <a:pt x="2932" y="853"/>
                    <a:pt x="2832" y="753"/>
                  </a:cubicBezTo>
                  <a:lnTo>
                    <a:pt x="2607" y="753"/>
                  </a:lnTo>
                  <a:cubicBezTo>
                    <a:pt x="2506" y="627"/>
                    <a:pt x="2406" y="627"/>
                    <a:pt x="2306" y="527"/>
                  </a:cubicBezTo>
                  <a:cubicBezTo>
                    <a:pt x="2306" y="527"/>
                    <a:pt x="2206" y="427"/>
                    <a:pt x="2080" y="427"/>
                  </a:cubicBezTo>
                  <a:cubicBezTo>
                    <a:pt x="1980" y="427"/>
                    <a:pt x="1880" y="327"/>
                    <a:pt x="1679" y="327"/>
                  </a:cubicBezTo>
                  <a:cubicBezTo>
                    <a:pt x="1659" y="347"/>
                    <a:pt x="1638" y="355"/>
                    <a:pt x="1617" y="355"/>
                  </a:cubicBezTo>
                  <a:cubicBezTo>
                    <a:pt x="1530" y="355"/>
                    <a:pt x="1434" y="226"/>
                    <a:pt x="1354" y="226"/>
                  </a:cubicBezTo>
                  <a:cubicBezTo>
                    <a:pt x="1253" y="126"/>
                    <a:pt x="1153" y="126"/>
                    <a:pt x="953" y="126"/>
                  </a:cubicBezTo>
                  <a:cubicBezTo>
                    <a:pt x="890" y="63"/>
                    <a:pt x="808" y="32"/>
                    <a:pt x="730" y="32"/>
                  </a:cubicBezTo>
                  <a:cubicBezTo>
                    <a:pt x="652" y="32"/>
                    <a:pt x="577" y="63"/>
                    <a:pt x="526" y="126"/>
                  </a:cubicBezTo>
                  <a:cubicBezTo>
                    <a:pt x="479" y="126"/>
                    <a:pt x="432" y="148"/>
                    <a:pt x="382" y="148"/>
                  </a:cubicBezTo>
                  <a:cubicBezTo>
                    <a:pt x="326" y="148"/>
                    <a:pt x="267" y="120"/>
                    <a:pt x="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7"/>
            <p:cNvSpPr/>
            <p:nvPr/>
          </p:nvSpPr>
          <p:spPr>
            <a:xfrm>
              <a:off x="4857950" y="3934225"/>
              <a:ext cx="65200" cy="76950"/>
            </a:xfrm>
            <a:custGeom>
              <a:rect b="b" l="l" r="r" t="t"/>
              <a:pathLst>
                <a:path extrusionOk="0" h="3078" w="2608">
                  <a:moveTo>
                    <a:pt x="301" y="1"/>
                  </a:moveTo>
                  <a:cubicBezTo>
                    <a:pt x="301" y="1"/>
                    <a:pt x="201" y="1"/>
                    <a:pt x="101" y="126"/>
                  </a:cubicBezTo>
                  <a:cubicBezTo>
                    <a:pt x="1" y="326"/>
                    <a:pt x="1" y="427"/>
                    <a:pt x="1" y="427"/>
                  </a:cubicBezTo>
                  <a:cubicBezTo>
                    <a:pt x="101" y="527"/>
                    <a:pt x="101" y="527"/>
                    <a:pt x="201" y="527"/>
                  </a:cubicBezTo>
                  <a:cubicBezTo>
                    <a:pt x="301" y="627"/>
                    <a:pt x="427" y="627"/>
                    <a:pt x="527" y="752"/>
                  </a:cubicBezTo>
                  <a:cubicBezTo>
                    <a:pt x="627" y="752"/>
                    <a:pt x="627" y="853"/>
                    <a:pt x="727" y="853"/>
                  </a:cubicBezTo>
                  <a:lnTo>
                    <a:pt x="928" y="1053"/>
                  </a:lnTo>
                  <a:lnTo>
                    <a:pt x="1053" y="1053"/>
                  </a:lnTo>
                  <a:cubicBezTo>
                    <a:pt x="1153" y="1153"/>
                    <a:pt x="1254" y="1379"/>
                    <a:pt x="1354" y="1479"/>
                  </a:cubicBezTo>
                  <a:lnTo>
                    <a:pt x="1454" y="1579"/>
                  </a:lnTo>
                  <a:cubicBezTo>
                    <a:pt x="1454" y="1680"/>
                    <a:pt x="1454" y="1780"/>
                    <a:pt x="1555" y="1780"/>
                  </a:cubicBezTo>
                  <a:cubicBezTo>
                    <a:pt x="1555" y="1880"/>
                    <a:pt x="1780" y="1880"/>
                    <a:pt x="1780" y="2006"/>
                  </a:cubicBezTo>
                  <a:cubicBezTo>
                    <a:pt x="1880" y="2106"/>
                    <a:pt x="1780" y="2206"/>
                    <a:pt x="1880" y="2306"/>
                  </a:cubicBezTo>
                  <a:lnTo>
                    <a:pt x="1981" y="2407"/>
                  </a:lnTo>
                  <a:cubicBezTo>
                    <a:pt x="1981" y="2507"/>
                    <a:pt x="1981" y="2632"/>
                    <a:pt x="2081" y="2732"/>
                  </a:cubicBezTo>
                  <a:lnTo>
                    <a:pt x="2081" y="2933"/>
                  </a:lnTo>
                  <a:cubicBezTo>
                    <a:pt x="2181" y="2933"/>
                    <a:pt x="2181" y="3033"/>
                    <a:pt x="2181" y="3033"/>
                  </a:cubicBezTo>
                  <a:cubicBezTo>
                    <a:pt x="2181" y="3033"/>
                    <a:pt x="2181" y="3078"/>
                    <a:pt x="2218" y="3078"/>
                  </a:cubicBezTo>
                  <a:cubicBezTo>
                    <a:pt x="2237" y="3078"/>
                    <a:pt x="2265" y="3067"/>
                    <a:pt x="2306" y="3033"/>
                  </a:cubicBezTo>
                  <a:lnTo>
                    <a:pt x="2407" y="3033"/>
                  </a:lnTo>
                  <a:cubicBezTo>
                    <a:pt x="2607" y="2933"/>
                    <a:pt x="2607" y="2833"/>
                    <a:pt x="2507" y="2833"/>
                  </a:cubicBezTo>
                  <a:lnTo>
                    <a:pt x="2507" y="2507"/>
                  </a:lnTo>
                  <a:cubicBezTo>
                    <a:pt x="2407" y="2407"/>
                    <a:pt x="2407" y="2306"/>
                    <a:pt x="2407" y="2206"/>
                  </a:cubicBezTo>
                  <a:cubicBezTo>
                    <a:pt x="2306" y="2106"/>
                    <a:pt x="2181" y="2006"/>
                    <a:pt x="2181" y="1880"/>
                  </a:cubicBezTo>
                  <a:cubicBezTo>
                    <a:pt x="2306" y="1579"/>
                    <a:pt x="1880" y="1579"/>
                    <a:pt x="1880" y="1379"/>
                  </a:cubicBezTo>
                  <a:cubicBezTo>
                    <a:pt x="1880" y="1379"/>
                    <a:pt x="1880" y="1254"/>
                    <a:pt x="1780" y="1153"/>
                  </a:cubicBezTo>
                  <a:lnTo>
                    <a:pt x="1680" y="1153"/>
                  </a:lnTo>
                  <a:cubicBezTo>
                    <a:pt x="1555" y="1053"/>
                    <a:pt x="1555" y="953"/>
                    <a:pt x="1454" y="953"/>
                  </a:cubicBezTo>
                  <a:cubicBezTo>
                    <a:pt x="1454" y="853"/>
                    <a:pt x="1454" y="853"/>
                    <a:pt x="1354" y="853"/>
                  </a:cubicBezTo>
                  <a:cubicBezTo>
                    <a:pt x="1354" y="752"/>
                    <a:pt x="1254" y="752"/>
                    <a:pt x="1153" y="752"/>
                  </a:cubicBezTo>
                  <a:cubicBezTo>
                    <a:pt x="1053" y="627"/>
                    <a:pt x="1053" y="527"/>
                    <a:pt x="1053" y="427"/>
                  </a:cubicBezTo>
                  <a:cubicBezTo>
                    <a:pt x="928" y="427"/>
                    <a:pt x="828" y="326"/>
                    <a:pt x="727" y="326"/>
                  </a:cubicBezTo>
                  <a:cubicBezTo>
                    <a:pt x="627" y="226"/>
                    <a:pt x="527" y="226"/>
                    <a:pt x="427" y="126"/>
                  </a:cubicBezTo>
                  <a:cubicBezTo>
                    <a:pt x="427" y="126"/>
                    <a:pt x="399" y="148"/>
                    <a:pt x="370" y="148"/>
                  </a:cubicBezTo>
                  <a:cubicBezTo>
                    <a:pt x="336" y="148"/>
                    <a:pt x="301" y="120"/>
                    <a:pt x="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7"/>
            <p:cNvSpPr/>
            <p:nvPr/>
          </p:nvSpPr>
          <p:spPr>
            <a:xfrm>
              <a:off x="4343550" y="4127125"/>
              <a:ext cx="47000" cy="89250"/>
            </a:xfrm>
            <a:custGeom>
              <a:rect b="b" l="l" r="r" t="t"/>
              <a:pathLst>
                <a:path extrusionOk="0" h="3570" w="1880">
                  <a:moveTo>
                    <a:pt x="1648" y="1"/>
                  </a:moveTo>
                  <a:cubicBezTo>
                    <a:pt x="1607" y="1"/>
                    <a:pt x="1579" y="36"/>
                    <a:pt x="1579" y="36"/>
                  </a:cubicBezTo>
                  <a:cubicBezTo>
                    <a:pt x="1454" y="136"/>
                    <a:pt x="1353" y="136"/>
                    <a:pt x="1353" y="236"/>
                  </a:cubicBezTo>
                  <a:cubicBezTo>
                    <a:pt x="1253" y="236"/>
                    <a:pt x="1053" y="336"/>
                    <a:pt x="952" y="437"/>
                  </a:cubicBezTo>
                  <a:cubicBezTo>
                    <a:pt x="952" y="537"/>
                    <a:pt x="827" y="662"/>
                    <a:pt x="627" y="662"/>
                  </a:cubicBezTo>
                  <a:cubicBezTo>
                    <a:pt x="426" y="763"/>
                    <a:pt x="526" y="1164"/>
                    <a:pt x="326" y="1289"/>
                  </a:cubicBezTo>
                  <a:cubicBezTo>
                    <a:pt x="326" y="1289"/>
                    <a:pt x="201" y="1389"/>
                    <a:pt x="201" y="1489"/>
                  </a:cubicBezTo>
                  <a:lnTo>
                    <a:pt x="100" y="1590"/>
                  </a:lnTo>
                  <a:lnTo>
                    <a:pt x="100" y="1790"/>
                  </a:lnTo>
                  <a:cubicBezTo>
                    <a:pt x="100" y="1915"/>
                    <a:pt x="0" y="2016"/>
                    <a:pt x="0" y="2016"/>
                  </a:cubicBezTo>
                  <a:cubicBezTo>
                    <a:pt x="0" y="2116"/>
                    <a:pt x="0" y="2216"/>
                    <a:pt x="100" y="2316"/>
                  </a:cubicBezTo>
                  <a:cubicBezTo>
                    <a:pt x="100" y="2417"/>
                    <a:pt x="0" y="2542"/>
                    <a:pt x="0" y="2642"/>
                  </a:cubicBezTo>
                  <a:lnTo>
                    <a:pt x="0" y="2943"/>
                  </a:lnTo>
                  <a:cubicBezTo>
                    <a:pt x="0" y="3043"/>
                    <a:pt x="100" y="3169"/>
                    <a:pt x="100" y="3269"/>
                  </a:cubicBezTo>
                  <a:cubicBezTo>
                    <a:pt x="100" y="3369"/>
                    <a:pt x="326" y="3369"/>
                    <a:pt x="201" y="3469"/>
                  </a:cubicBezTo>
                  <a:cubicBezTo>
                    <a:pt x="100" y="3570"/>
                    <a:pt x="201" y="3570"/>
                    <a:pt x="326" y="3570"/>
                  </a:cubicBezTo>
                  <a:cubicBezTo>
                    <a:pt x="627" y="3469"/>
                    <a:pt x="627" y="3369"/>
                    <a:pt x="627" y="3369"/>
                  </a:cubicBezTo>
                  <a:cubicBezTo>
                    <a:pt x="627" y="3269"/>
                    <a:pt x="526" y="3269"/>
                    <a:pt x="526" y="3169"/>
                  </a:cubicBezTo>
                  <a:lnTo>
                    <a:pt x="526" y="2843"/>
                  </a:lnTo>
                  <a:cubicBezTo>
                    <a:pt x="526" y="2742"/>
                    <a:pt x="526" y="2642"/>
                    <a:pt x="426" y="2642"/>
                  </a:cubicBezTo>
                  <a:cubicBezTo>
                    <a:pt x="426" y="2542"/>
                    <a:pt x="526" y="2417"/>
                    <a:pt x="526" y="2316"/>
                  </a:cubicBezTo>
                  <a:lnTo>
                    <a:pt x="426" y="2216"/>
                  </a:lnTo>
                  <a:cubicBezTo>
                    <a:pt x="526" y="2016"/>
                    <a:pt x="526" y="1790"/>
                    <a:pt x="627" y="1590"/>
                  </a:cubicBezTo>
                  <a:cubicBezTo>
                    <a:pt x="627" y="1590"/>
                    <a:pt x="727" y="1590"/>
                    <a:pt x="727" y="1489"/>
                  </a:cubicBezTo>
                  <a:cubicBezTo>
                    <a:pt x="727" y="1489"/>
                    <a:pt x="827" y="1489"/>
                    <a:pt x="827" y="1389"/>
                  </a:cubicBezTo>
                  <a:cubicBezTo>
                    <a:pt x="827" y="1289"/>
                    <a:pt x="827" y="1164"/>
                    <a:pt x="952" y="1063"/>
                  </a:cubicBezTo>
                  <a:cubicBezTo>
                    <a:pt x="952" y="963"/>
                    <a:pt x="1153" y="963"/>
                    <a:pt x="1153" y="863"/>
                  </a:cubicBezTo>
                  <a:cubicBezTo>
                    <a:pt x="1253" y="863"/>
                    <a:pt x="1253" y="763"/>
                    <a:pt x="1253" y="662"/>
                  </a:cubicBezTo>
                  <a:cubicBezTo>
                    <a:pt x="1353" y="662"/>
                    <a:pt x="1454" y="662"/>
                    <a:pt x="1579" y="537"/>
                  </a:cubicBezTo>
                  <a:cubicBezTo>
                    <a:pt x="1579" y="537"/>
                    <a:pt x="1679" y="537"/>
                    <a:pt x="1780" y="437"/>
                  </a:cubicBezTo>
                  <a:cubicBezTo>
                    <a:pt x="1780" y="437"/>
                    <a:pt x="1780" y="336"/>
                    <a:pt x="1880" y="336"/>
                  </a:cubicBezTo>
                  <a:lnTo>
                    <a:pt x="1880" y="236"/>
                  </a:lnTo>
                  <a:cubicBezTo>
                    <a:pt x="1880" y="136"/>
                    <a:pt x="1880" y="136"/>
                    <a:pt x="1780" y="136"/>
                  </a:cubicBezTo>
                  <a:cubicBezTo>
                    <a:pt x="1732" y="29"/>
                    <a:pt x="1685" y="1"/>
                    <a:pt x="1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7"/>
            <p:cNvSpPr/>
            <p:nvPr/>
          </p:nvSpPr>
          <p:spPr>
            <a:xfrm>
              <a:off x="4372350" y="4133650"/>
              <a:ext cx="44525" cy="73825"/>
            </a:xfrm>
            <a:custGeom>
              <a:rect b="b" l="l" r="r" t="t"/>
              <a:pathLst>
                <a:path extrusionOk="0" h="2953" w="1781">
                  <a:moveTo>
                    <a:pt x="1520" y="0"/>
                  </a:moveTo>
                  <a:cubicBezTo>
                    <a:pt x="1480" y="0"/>
                    <a:pt x="1455" y="25"/>
                    <a:pt x="1455" y="75"/>
                  </a:cubicBezTo>
                  <a:cubicBezTo>
                    <a:pt x="1354" y="75"/>
                    <a:pt x="1254" y="75"/>
                    <a:pt x="1254" y="176"/>
                  </a:cubicBezTo>
                  <a:cubicBezTo>
                    <a:pt x="1154" y="176"/>
                    <a:pt x="1054" y="176"/>
                    <a:pt x="928" y="276"/>
                  </a:cubicBezTo>
                  <a:cubicBezTo>
                    <a:pt x="828" y="401"/>
                    <a:pt x="828" y="502"/>
                    <a:pt x="628" y="502"/>
                  </a:cubicBezTo>
                  <a:cubicBezTo>
                    <a:pt x="427" y="602"/>
                    <a:pt x="527" y="903"/>
                    <a:pt x="427" y="1028"/>
                  </a:cubicBezTo>
                  <a:cubicBezTo>
                    <a:pt x="302" y="1028"/>
                    <a:pt x="201" y="1028"/>
                    <a:pt x="201" y="1128"/>
                  </a:cubicBezTo>
                  <a:lnTo>
                    <a:pt x="201" y="1228"/>
                  </a:lnTo>
                  <a:cubicBezTo>
                    <a:pt x="201" y="1329"/>
                    <a:pt x="101" y="1429"/>
                    <a:pt x="101" y="1429"/>
                  </a:cubicBezTo>
                  <a:lnTo>
                    <a:pt x="101" y="1654"/>
                  </a:lnTo>
                  <a:lnTo>
                    <a:pt x="101" y="1855"/>
                  </a:lnTo>
                  <a:cubicBezTo>
                    <a:pt x="201" y="1955"/>
                    <a:pt x="1" y="2055"/>
                    <a:pt x="1" y="2055"/>
                  </a:cubicBezTo>
                  <a:lnTo>
                    <a:pt x="1" y="2381"/>
                  </a:lnTo>
                  <a:cubicBezTo>
                    <a:pt x="1" y="2481"/>
                    <a:pt x="101" y="2582"/>
                    <a:pt x="101" y="2682"/>
                  </a:cubicBezTo>
                  <a:cubicBezTo>
                    <a:pt x="101" y="2782"/>
                    <a:pt x="302" y="2782"/>
                    <a:pt x="101" y="2908"/>
                  </a:cubicBezTo>
                  <a:cubicBezTo>
                    <a:pt x="101" y="2908"/>
                    <a:pt x="101" y="2952"/>
                    <a:pt x="131" y="2952"/>
                  </a:cubicBezTo>
                  <a:cubicBezTo>
                    <a:pt x="146" y="2952"/>
                    <a:pt x="168" y="2941"/>
                    <a:pt x="201" y="2908"/>
                  </a:cubicBezTo>
                  <a:cubicBezTo>
                    <a:pt x="527" y="2908"/>
                    <a:pt x="527" y="2782"/>
                    <a:pt x="628" y="2782"/>
                  </a:cubicBezTo>
                  <a:cubicBezTo>
                    <a:pt x="628" y="2682"/>
                    <a:pt x="527" y="2682"/>
                    <a:pt x="527" y="2582"/>
                  </a:cubicBezTo>
                  <a:lnTo>
                    <a:pt x="527" y="2281"/>
                  </a:lnTo>
                  <a:lnTo>
                    <a:pt x="527" y="2156"/>
                  </a:lnTo>
                  <a:lnTo>
                    <a:pt x="527" y="1955"/>
                  </a:lnTo>
                  <a:lnTo>
                    <a:pt x="527" y="1855"/>
                  </a:lnTo>
                  <a:cubicBezTo>
                    <a:pt x="527" y="1654"/>
                    <a:pt x="628" y="1529"/>
                    <a:pt x="628" y="1329"/>
                  </a:cubicBezTo>
                  <a:lnTo>
                    <a:pt x="728" y="1329"/>
                  </a:lnTo>
                  <a:cubicBezTo>
                    <a:pt x="728" y="1228"/>
                    <a:pt x="828" y="1228"/>
                    <a:pt x="828" y="1228"/>
                  </a:cubicBezTo>
                  <a:cubicBezTo>
                    <a:pt x="928" y="1128"/>
                    <a:pt x="828" y="1028"/>
                    <a:pt x="928" y="903"/>
                  </a:cubicBezTo>
                  <a:cubicBezTo>
                    <a:pt x="928" y="802"/>
                    <a:pt x="1054" y="802"/>
                    <a:pt x="1154" y="802"/>
                  </a:cubicBezTo>
                  <a:cubicBezTo>
                    <a:pt x="1154" y="802"/>
                    <a:pt x="1154" y="702"/>
                    <a:pt x="1254" y="602"/>
                  </a:cubicBezTo>
                  <a:cubicBezTo>
                    <a:pt x="1254" y="602"/>
                    <a:pt x="1354" y="602"/>
                    <a:pt x="1455" y="502"/>
                  </a:cubicBezTo>
                  <a:lnTo>
                    <a:pt x="1555" y="502"/>
                  </a:lnTo>
                  <a:lnTo>
                    <a:pt x="1680" y="401"/>
                  </a:lnTo>
                  <a:cubicBezTo>
                    <a:pt x="1680" y="401"/>
                    <a:pt x="1780" y="401"/>
                    <a:pt x="1680" y="276"/>
                  </a:cubicBezTo>
                  <a:lnTo>
                    <a:pt x="1680" y="75"/>
                  </a:lnTo>
                  <a:cubicBezTo>
                    <a:pt x="1617" y="25"/>
                    <a:pt x="1561"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7"/>
            <p:cNvSpPr/>
            <p:nvPr/>
          </p:nvSpPr>
          <p:spPr>
            <a:xfrm>
              <a:off x="4106075" y="4246950"/>
              <a:ext cx="57675" cy="84550"/>
            </a:xfrm>
            <a:custGeom>
              <a:rect b="b" l="l" r="r" t="t"/>
              <a:pathLst>
                <a:path extrusionOk="0" h="3382" w="2307">
                  <a:moveTo>
                    <a:pt x="1090" y="1"/>
                  </a:moveTo>
                  <a:cubicBezTo>
                    <a:pt x="1040" y="1"/>
                    <a:pt x="987" y="23"/>
                    <a:pt x="928" y="23"/>
                  </a:cubicBezTo>
                  <a:cubicBezTo>
                    <a:pt x="827" y="148"/>
                    <a:pt x="727" y="148"/>
                    <a:pt x="627" y="248"/>
                  </a:cubicBezTo>
                  <a:cubicBezTo>
                    <a:pt x="527" y="349"/>
                    <a:pt x="426" y="349"/>
                    <a:pt x="301" y="549"/>
                  </a:cubicBezTo>
                  <a:cubicBezTo>
                    <a:pt x="301" y="650"/>
                    <a:pt x="201" y="875"/>
                    <a:pt x="101" y="975"/>
                  </a:cubicBezTo>
                  <a:cubicBezTo>
                    <a:pt x="0" y="1076"/>
                    <a:pt x="101" y="1176"/>
                    <a:pt x="101" y="1401"/>
                  </a:cubicBezTo>
                  <a:cubicBezTo>
                    <a:pt x="201" y="1502"/>
                    <a:pt x="201" y="1602"/>
                    <a:pt x="201" y="1702"/>
                  </a:cubicBezTo>
                  <a:lnTo>
                    <a:pt x="201" y="2028"/>
                  </a:lnTo>
                  <a:cubicBezTo>
                    <a:pt x="301" y="2028"/>
                    <a:pt x="301" y="2128"/>
                    <a:pt x="301" y="2128"/>
                  </a:cubicBezTo>
                  <a:cubicBezTo>
                    <a:pt x="426" y="2228"/>
                    <a:pt x="527" y="2329"/>
                    <a:pt x="527" y="2329"/>
                  </a:cubicBezTo>
                  <a:cubicBezTo>
                    <a:pt x="627" y="2429"/>
                    <a:pt x="627" y="2429"/>
                    <a:pt x="627" y="2529"/>
                  </a:cubicBezTo>
                  <a:cubicBezTo>
                    <a:pt x="727" y="2529"/>
                    <a:pt x="827" y="2655"/>
                    <a:pt x="928" y="2655"/>
                  </a:cubicBezTo>
                  <a:cubicBezTo>
                    <a:pt x="1053" y="2655"/>
                    <a:pt x="1053" y="2855"/>
                    <a:pt x="1153" y="2855"/>
                  </a:cubicBezTo>
                  <a:cubicBezTo>
                    <a:pt x="1253" y="2955"/>
                    <a:pt x="1253" y="3056"/>
                    <a:pt x="1354" y="3056"/>
                  </a:cubicBezTo>
                  <a:cubicBezTo>
                    <a:pt x="1454" y="3156"/>
                    <a:pt x="1679" y="3156"/>
                    <a:pt x="1780" y="3156"/>
                  </a:cubicBezTo>
                  <a:cubicBezTo>
                    <a:pt x="1780" y="3281"/>
                    <a:pt x="1980" y="3156"/>
                    <a:pt x="1980" y="3381"/>
                  </a:cubicBezTo>
                  <a:lnTo>
                    <a:pt x="2080" y="3281"/>
                  </a:lnTo>
                  <a:cubicBezTo>
                    <a:pt x="2306" y="3056"/>
                    <a:pt x="2181" y="2955"/>
                    <a:pt x="2181" y="2955"/>
                  </a:cubicBezTo>
                  <a:cubicBezTo>
                    <a:pt x="2080" y="2855"/>
                    <a:pt x="2080" y="2855"/>
                    <a:pt x="1980" y="2855"/>
                  </a:cubicBezTo>
                  <a:cubicBezTo>
                    <a:pt x="1880" y="2755"/>
                    <a:pt x="1780" y="2655"/>
                    <a:pt x="1679" y="2655"/>
                  </a:cubicBezTo>
                  <a:cubicBezTo>
                    <a:pt x="1554" y="2529"/>
                    <a:pt x="1454" y="2529"/>
                    <a:pt x="1354" y="2429"/>
                  </a:cubicBezTo>
                  <a:cubicBezTo>
                    <a:pt x="1354" y="2429"/>
                    <a:pt x="1253" y="2329"/>
                    <a:pt x="1153" y="2329"/>
                  </a:cubicBezTo>
                  <a:lnTo>
                    <a:pt x="1053" y="2228"/>
                  </a:lnTo>
                  <a:cubicBezTo>
                    <a:pt x="928" y="2128"/>
                    <a:pt x="727" y="1903"/>
                    <a:pt x="727" y="1802"/>
                  </a:cubicBezTo>
                  <a:lnTo>
                    <a:pt x="627" y="1702"/>
                  </a:lnTo>
                  <a:cubicBezTo>
                    <a:pt x="627" y="1602"/>
                    <a:pt x="727" y="1502"/>
                    <a:pt x="727" y="1502"/>
                  </a:cubicBezTo>
                  <a:cubicBezTo>
                    <a:pt x="627" y="1401"/>
                    <a:pt x="527" y="1276"/>
                    <a:pt x="527" y="1176"/>
                  </a:cubicBezTo>
                  <a:cubicBezTo>
                    <a:pt x="527" y="1076"/>
                    <a:pt x="627" y="975"/>
                    <a:pt x="727" y="875"/>
                  </a:cubicBezTo>
                  <a:lnTo>
                    <a:pt x="727" y="775"/>
                  </a:lnTo>
                  <a:cubicBezTo>
                    <a:pt x="727" y="650"/>
                    <a:pt x="827" y="549"/>
                    <a:pt x="928" y="549"/>
                  </a:cubicBezTo>
                  <a:cubicBezTo>
                    <a:pt x="928" y="499"/>
                    <a:pt x="959" y="499"/>
                    <a:pt x="990" y="499"/>
                  </a:cubicBezTo>
                  <a:cubicBezTo>
                    <a:pt x="1022" y="499"/>
                    <a:pt x="1053" y="499"/>
                    <a:pt x="1053" y="449"/>
                  </a:cubicBezTo>
                  <a:cubicBezTo>
                    <a:pt x="1153" y="449"/>
                    <a:pt x="1153" y="349"/>
                    <a:pt x="1153" y="349"/>
                  </a:cubicBezTo>
                  <a:lnTo>
                    <a:pt x="1253" y="349"/>
                  </a:lnTo>
                  <a:lnTo>
                    <a:pt x="1253" y="248"/>
                  </a:lnTo>
                  <a:lnTo>
                    <a:pt x="1253" y="148"/>
                  </a:lnTo>
                  <a:cubicBezTo>
                    <a:pt x="1200" y="29"/>
                    <a:pt x="1147"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7"/>
            <p:cNvSpPr/>
            <p:nvPr/>
          </p:nvSpPr>
          <p:spPr>
            <a:xfrm>
              <a:off x="4148050" y="4251925"/>
              <a:ext cx="43875" cy="64075"/>
            </a:xfrm>
            <a:custGeom>
              <a:rect b="b" l="l" r="r" t="t"/>
              <a:pathLst>
                <a:path extrusionOk="0" h="2563" w="1755">
                  <a:moveTo>
                    <a:pt x="731" y="1"/>
                  </a:moveTo>
                  <a:cubicBezTo>
                    <a:pt x="672" y="1"/>
                    <a:pt x="627" y="56"/>
                    <a:pt x="627" y="56"/>
                  </a:cubicBezTo>
                  <a:lnTo>
                    <a:pt x="401" y="257"/>
                  </a:lnTo>
                  <a:cubicBezTo>
                    <a:pt x="401" y="357"/>
                    <a:pt x="301" y="357"/>
                    <a:pt x="201" y="457"/>
                  </a:cubicBezTo>
                  <a:cubicBezTo>
                    <a:pt x="201" y="683"/>
                    <a:pt x="201" y="783"/>
                    <a:pt x="101" y="883"/>
                  </a:cubicBezTo>
                  <a:cubicBezTo>
                    <a:pt x="0" y="984"/>
                    <a:pt x="101" y="1084"/>
                    <a:pt x="101" y="1184"/>
                  </a:cubicBezTo>
                  <a:cubicBezTo>
                    <a:pt x="201" y="1184"/>
                    <a:pt x="201" y="1309"/>
                    <a:pt x="201" y="1410"/>
                  </a:cubicBezTo>
                  <a:cubicBezTo>
                    <a:pt x="201" y="1510"/>
                    <a:pt x="101" y="1610"/>
                    <a:pt x="201" y="1610"/>
                  </a:cubicBezTo>
                  <a:lnTo>
                    <a:pt x="201" y="1710"/>
                  </a:lnTo>
                  <a:cubicBezTo>
                    <a:pt x="301" y="1811"/>
                    <a:pt x="301" y="1936"/>
                    <a:pt x="401" y="1936"/>
                  </a:cubicBezTo>
                  <a:cubicBezTo>
                    <a:pt x="401" y="2036"/>
                    <a:pt x="401" y="2036"/>
                    <a:pt x="502" y="2136"/>
                  </a:cubicBezTo>
                  <a:cubicBezTo>
                    <a:pt x="502" y="2136"/>
                    <a:pt x="627" y="2237"/>
                    <a:pt x="727" y="2237"/>
                  </a:cubicBezTo>
                  <a:cubicBezTo>
                    <a:pt x="828" y="2237"/>
                    <a:pt x="828" y="2337"/>
                    <a:pt x="928" y="2337"/>
                  </a:cubicBezTo>
                  <a:cubicBezTo>
                    <a:pt x="928" y="2437"/>
                    <a:pt x="1028" y="2437"/>
                    <a:pt x="1128" y="2563"/>
                  </a:cubicBezTo>
                  <a:lnTo>
                    <a:pt x="1454" y="2563"/>
                  </a:lnTo>
                  <a:cubicBezTo>
                    <a:pt x="1511" y="2491"/>
                    <a:pt x="1568" y="2428"/>
                    <a:pt x="1606" y="2428"/>
                  </a:cubicBezTo>
                  <a:cubicBezTo>
                    <a:pt x="1636" y="2428"/>
                    <a:pt x="1655" y="2465"/>
                    <a:pt x="1655" y="2563"/>
                  </a:cubicBezTo>
                  <a:cubicBezTo>
                    <a:pt x="1755" y="2563"/>
                    <a:pt x="1755" y="2563"/>
                    <a:pt x="1755" y="2437"/>
                  </a:cubicBezTo>
                  <a:cubicBezTo>
                    <a:pt x="1755" y="2136"/>
                    <a:pt x="1655" y="2036"/>
                    <a:pt x="1655" y="2036"/>
                  </a:cubicBezTo>
                  <a:lnTo>
                    <a:pt x="1254" y="2036"/>
                  </a:lnTo>
                  <a:lnTo>
                    <a:pt x="1128" y="1936"/>
                  </a:lnTo>
                  <a:cubicBezTo>
                    <a:pt x="1028" y="1936"/>
                    <a:pt x="1028" y="1936"/>
                    <a:pt x="928" y="1811"/>
                  </a:cubicBezTo>
                  <a:lnTo>
                    <a:pt x="828" y="1811"/>
                  </a:lnTo>
                  <a:cubicBezTo>
                    <a:pt x="727" y="1710"/>
                    <a:pt x="727" y="1610"/>
                    <a:pt x="627" y="1510"/>
                  </a:cubicBezTo>
                  <a:lnTo>
                    <a:pt x="627" y="1410"/>
                  </a:lnTo>
                  <a:cubicBezTo>
                    <a:pt x="627" y="1309"/>
                    <a:pt x="727" y="1309"/>
                    <a:pt x="627" y="1184"/>
                  </a:cubicBezTo>
                  <a:cubicBezTo>
                    <a:pt x="627" y="1184"/>
                    <a:pt x="502" y="1084"/>
                    <a:pt x="502" y="984"/>
                  </a:cubicBezTo>
                  <a:cubicBezTo>
                    <a:pt x="502" y="984"/>
                    <a:pt x="627" y="883"/>
                    <a:pt x="627" y="783"/>
                  </a:cubicBezTo>
                  <a:cubicBezTo>
                    <a:pt x="727" y="783"/>
                    <a:pt x="627" y="683"/>
                    <a:pt x="627" y="683"/>
                  </a:cubicBezTo>
                  <a:lnTo>
                    <a:pt x="828" y="457"/>
                  </a:lnTo>
                  <a:cubicBezTo>
                    <a:pt x="828" y="457"/>
                    <a:pt x="928" y="457"/>
                    <a:pt x="928" y="357"/>
                  </a:cubicBezTo>
                  <a:lnTo>
                    <a:pt x="928" y="257"/>
                  </a:lnTo>
                  <a:cubicBezTo>
                    <a:pt x="928" y="257"/>
                    <a:pt x="1028" y="257"/>
                    <a:pt x="928" y="156"/>
                  </a:cubicBezTo>
                  <a:lnTo>
                    <a:pt x="828" y="56"/>
                  </a:lnTo>
                  <a:cubicBezTo>
                    <a:pt x="794" y="14"/>
                    <a:pt x="761" y="1"/>
                    <a:pt x="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7"/>
            <p:cNvSpPr/>
            <p:nvPr/>
          </p:nvSpPr>
          <p:spPr>
            <a:xfrm>
              <a:off x="5341050" y="4198000"/>
              <a:ext cx="60175" cy="36225"/>
            </a:xfrm>
            <a:custGeom>
              <a:rect b="b" l="l" r="r" t="t"/>
              <a:pathLst>
                <a:path extrusionOk="0" h="1449" w="2407">
                  <a:moveTo>
                    <a:pt x="0" y="1"/>
                  </a:moveTo>
                  <a:lnTo>
                    <a:pt x="0" y="101"/>
                  </a:lnTo>
                  <a:lnTo>
                    <a:pt x="0" y="227"/>
                  </a:lnTo>
                  <a:cubicBezTo>
                    <a:pt x="0" y="427"/>
                    <a:pt x="0" y="427"/>
                    <a:pt x="100" y="427"/>
                  </a:cubicBezTo>
                  <a:lnTo>
                    <a:pt x="201" y="427"/>
                  </a:lnTo>
                  <a:cubicBezTo>
                    <a:pt x="301" y="427"/>
                    <a:pt x="301" y="527"/>
                    <a:pt x="401" y="527"/>
                  </a:cubicBezTo>
                  <a:cubicBezTo>
                    <a:pt x="526" y="527"/>
                    <a:pt x="526" y="527"/>
                    <a:pt x="627" y="628"/>
                  </a:cubicBezTo>
                  <a:cubicBezTo>
                    <a:pt x="627" y="710"/>
                    <a:pt x="666" y="732"/>
                    <a:pt x="717" y="732"/>
                  </a:cubicBezTo>
                  <a:cubicBezTo>
                    <a:pt x="778" y="732"/>
                    <a:pt x="853" y="701"/>
                    <a:pt x="895" y="701"/>
                  </a:cubicBezTo>
                  <a:cubicBezTo>
                    <a:pt x="915" y="701"/>
                    <a:pt x="927" y="707"/>
                    <a:pt x="927" y="728"/>
                  </a:cubicBezTo>
                  <a:cubicBezTo>
                    <a:pt x="1028" y="728"/>
                    <a:pt x="1028" y="853"/>
                    <a:pt x="1028" y="853"/>
                  </a:cubicBezTo>
                  <a:lnTo>
                    <a:pt x="1153" y="853"/>
                  </a:lnTo>
                  <a:cubicBezTo>
                    <a:pt x="1253" y="853"/>
                    <a:pt x="1253" y="953"/>
                    <a:pt x="1253" y="953"/>
                  </a:cubicBezTo>
                  <a:lnTo>
                    <a:pt x="1353" y="953"/>
                  </a:lnTo>
                  <a:cubicBezTo>
                    <a:pt x="1420" y="953"/>
                    <a:pt x="1443" y="998"/>
                    <a:pt x="1480" y="998"/>
                  </a:cubicBezTo>
                  <a:cubicBezTo>
                    <a:pt x="1498" y="998"/>
                    <a:pt x="1520" y="987"/>
                    <a:pt x="1554" y="953"/>
                  </a:cubicBezTo>
                  <a:cubicBezTo>
                    <a:pt x="1654" y="953"/>
                    <a:pt x="1654" y="1054"/>
                    <a:pt x="1654" y="1154"/>
                  </a:cubicBezTo>
                  <a:lnTo>
                    <a:pt x="1779" y="1254"/>
                  </a:lnTo>
                  <a:cubicBezTo>
                    <a:pt x="1880" y="1254"/>
                    <a:pt x="1980" y="1254"/>
                    <a:pt x="1980" y="1354"/>
                  </a:cubicBezTo>
                  <a:cubicBezTo>
                    <a:pt x="2047" y="1354"/>
                    <a:pt x="2114" y="1310"/>
                    <a:pt x="2121" y="1310"/>
                  </a:cubicBezTo>
                  <a:cubicBezTo>
                    <a:pt x="2125" y="1310"/>
                    <a:pt x="2114" y="1321"/>
                    <a:pt x="2080" y="1354"/>
                  </a:cubicBezTo>
                  <a:cubicBezTo>
                    <a:pt x="2080" y="1417"/>
                    <a:pt x="2080" y="1448"/>
                    <a:pt x="2093" y="1448"/>
                  </a:cubicBezTo>
                  <a:cubicBezTo>
                    <a:pt x="2105" y="1448"/>
                    <a:pt x="2130" y="1417"/>
                    <a:pt x="2180" y="1354"/>
                  </a:cubicBezTo>
                  <a:cubicBezTo>
                    <a:pt x="2406" y="1154"/>
                    <a:pt x="2406" y="1054"/>
                    <a:pt x="2406" y="1054"/>
                  </a:cubicBezTo>
                  <a:cubicBezTo>
                    <a:pt x="2406" y="953"/>
                    <a:pt x="2281" y="953"/>
                    <a:pt x="2281" y="953"/>
                  </a:cubicBezTo>
                  <a:cubicBezTo>
                    <a:pt x="2281" y="853"/>
                    <a:pt x="2180" y="853"/>
                    <a:pt x="2080" y="853"/>
                  </a:cubicBezTo>
                  <a:lnTo>
                    <a:pt x="1880" y="728"/>
                  </a:lnTo>
                  <a:lnTo>
                    <a:pt x="1779" y="628"/>
                  </a:lnTo>
                  <a:lnTo>
                    <a:pt x="1654" y="628"/>
                  </a:lnTo>
                  <a:lnTo>
                    <a:pt x="1253" y="427"/>
                  </a:lnTo>
                  <a:lnTo>
                    <a:pt x="1253" y="327"/>
                  </a:lnTo>
                  <a:cubicBezTo>
                    <a:pt x="1153" y="327"/>
                    <a:pt x="1153" y="227"/>
                    <a:pt x="1153" y="227"/>
                  </a:cubicBezTo>
                  <a:cubicBezTo>
                    <a:pt x="1069" y="227"/>
                    <a:pt x="997" y="271"/>
                    <a:pt x="928" y="271"/>
                  </a:cubicBezTo>
                  <a:cubicBezTo>
                    <a:pt x="894" y="271"/>
                    <a:pt x="861" y="260"/>
                    <a:pt x="827" y="227"/>
                  </a:cubicBezTo>
                  <a:cubicBezTo>
                    <a:pt x="727" y="227"/>
                    <a:pt x="727" y="101"/>
                    <a:pt x="627" y="101"/>
                  </a:cubicBezTo>
                  <a:lnTo>
                    <a:pt x="526" y="101"/>
                  </a:lnTo>
                  <a:cubicBezTo>
                    <a:pt x="401" y="101"/>
                    <a:pt x="401" y="1"/>
                    <a:pt x="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7"/>
            <p:cNvSpPr/>
            <p:nvPr/>
          </p:nvSpPr>
          <p:spPr>
            <a:xfrm>
              <a:off x="5330375" y="4233575"/>
              <a:ext cx="39500" cy="18975"/>
            </a:xfrm>
            <a:custGeom>
              <a:rect b="b" l="l" r="r" t="t"/>
              <a:pathLst>
                <a:path extrusionOk="0" h="759" w="1580">
                  <a:moveTo>
                    <a:pt x="172" y="1"/>
                  </a:moveTo>
                  <a:cubicBezTo>
                    <a:pt x="157" y="1"/>
                    <a:pt x="135" y="15"/>
                    <a:pt x="101" y="57"/>
                  </a:cubicBezTo>
                  <a:lnTo>
                    <a:pt x="1" y="157"/>
                  </a:lnTo>
                  <a:lnTo>
                    <a:pt x="1" y="257"/>
                  </a:lnTo>
                  <a:cubicBezTo>
                    <a:pt x="1" y="458"/>
                    <a:pt x="1" y="458"/>
                    <a:pt x="101" y="458"/>
                  </a:cubicBezTo>
                  <a:cubicBezTo>
                    <a:pt x="201" y="458"/>
                    <a:pt x="201" y="558"/>
                    <a:pt x="327" y="558"/>
                  </a:cubicBezTo>
                  <a:cubicBezTo>
                    <a:pt x="327" y="508"/>
                    <a:pt x="327" y="483"/>
                    <a:pt x="339" y="483"/>
                  </a:cubicBezTo>
                  <a:cubicBezTo>
                    <a:pt x="352" y="483"/>
                    <a:pt x="377" y="508"/>
                    <a:pt x="427" y="558"/>
                  </a:cubicBezTo>
                  <a:cubicBezTo>
                    <a:pt x="427" y="587"/>
                    <a:pt x="432" y="597"/>
                    <a:pt x="442" y="597"/>
                  </a:cubicBezTo>
                  <a:cubicBezTo>
                    <a:pt x="465" y="597"/>
                    <a:pt x="515" y="531"/>
                    <a:pt x="570" y="531"/>
                  </a:cubicBezTo>
                  <a:cubicBezTo>
                    <a:pt x="589" y="531"/>
                    <a:pt x="608" y="539"/>
                    <a:pt x="628" y="558"/>
                  </a:cubicBezTo>
                  <a:cubicBezTo>
                    <a:pt x="628" y="558"/>
                    <a:pt x="628" y="683"/>
                    <a:pt x="728" y="683"/>
                  </a:cubicBezTo>
                  <a:cubicBezTo>
                    <a:pt x="728" y="641"/>
                    <a:pt x="739" y="628"/>
                    <a:pt x="754" y="628"/>
                  </a:cubicBezTo>
                  <a:cubicBezTo>
                    <a:pt x="783" y="628"/>
                    <a:pt x="828" y="683"/>
                    <a:pt x="828" y="683"/>
                  </a:cubicBezTo>
                  <a:cubicBezTo>
                    <a:pt x="953" y="683"/>
                    <a:pt x="953" y="683"/>
                    <a:pt x="1054" y="558"/>
                  </a:cubicBezTo>
                  <a:lnTo>
                    <a:pt x="1054" y="683"/>
                  </a:lnTo>
                  <a:lnTo>
                    <a:pt x="1354" y="683"/>
                  </a:lnTo>
                  <a:cubicBezTo>
                    <a:pt x="1354" y="733"/>
                    <a:pt x="1354" y="758"/>
                    <a:pt x="1367" y="758"/>
                  </a:cubicBezTo>
                  <a:cubicBezTo>
                    <a:pt x="1379" y="758"/>
                    <a:pt x="1404" y="733"/>
                    <a:pt x="1455" y="683"/>
                  </a:cubicBezTo>
                  <a:cubicBezTo>
                    <a:pt x="1580" y="357"/>
                    <a:pt x="1455" y="257"/>
                    <a:pt x="1455" y="257"/>
                  </a:cubicBezTo>
                  <a:lnTo>
                    <a:pt x="1154" y="257"/>
                  </a:lnTo>
                  <a:cubicBezTo>
                    <a:pt x="1154" y="157"/>
                    <a:pt x="1154" y="157"/>
                    <a:pt x="1054" y="157"/>
                  </a:cubicBezTo>
                  <a:lnTo>
                    <a:pt x="1054" y="257"/>
                  </a:lnTo>
                  <a:cubicBezTo>
                    <a:pt x="953" y="157"/>
                    <a:pt x="828" y="157"/>
                    <a:pt x="828" y="157"/>
                  </a:cubicBezTo>
                  <a:lnTo>
                    <a:pt x="728" y="157"/>
                  </a:lnTo>
                  <a:lnTo>
                    <a:pt x="728" y="57"/>
                  </a:lnTo>
                  <a:cubicBezTo>
                    <a:pt x="628" y="57"/>
                    <a:pt x="527" y="157"/>
                    <a:pt x="527" y="157"/>
                  </a:cubicBezTo>
                  <a:lnTo>
                    <a:pt x="427" y="57"/>
                  </a:lnTo>
                  <a:cubicBezTo>
                    <a:pt x="427" y="57"/>
                    <a:pt x="427" y="101"/>
                    <a:pt x="397" y="101"/>
                  </a:cubicBezTo>
                  <a:cubicBezTo>
                    <a:pt x="382" y="101"/>
                    <a:pt x="360" y="90"/>
                    <a:pt x="327" y="57"/>
                  </a:cubicBezTo>
                  <a:lnTo>
                    <a:pt x="201" y="57"/>
                  </a:lnTo>
                  <a:cubicBezTo>
                    <a:pt x="201" y="57"/>
                    <a:pt x="201" y="1"/>
                    <a:pt x="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7"/>
            <p:cNvSpPr/>
            <p:nvPr/>
          </p:nvSpPr>
          <p:spPr>
            <a:xfrm>
              <a:off x="5442550" y="4325825"/>
              <a:ext cx="115300" cy="86500"/>
            </a:xfrm>
            <a:custGeom>
              <a:rect b="b" l="l" r="r" t="t"/>
              <a:pathLst>
                <a:path extrusionOk="0" h="3460" w="4612">
                  <a:moveTo>
                    <a:pt x="2832" y="1"/>
                  </a:moveTo>
                  <a:cubicBezTo>
                    <a:pt x="2832" y="1"/>
                    <a:pt x="2732" y="1"/>
                    <a:pt x="2732" y="126"/>
                  </a:cubicBezTo>
                  <a:lnTo>
                    <a:pt x="2732" y="226"/>
                  </a:lnTo>
                  <a:cubicBezTo>
                    <a:pt x="2832" y="427"/>
                    <a:pt x="2933" y="427"/>
                    <a:pt x="3033" y="427"/>
                  </a:cubicBezTo>
                  <a:cubicBezTo>
                    <a:pt x="3133" y="427"/>
                    <a:pt x="3233" y="527"/>
                    <a:pt x="3459" y="627"/>
                  </a:cubicBezTo>
                  <a:cubicBezTo>
                    <a:pt x="3559" y="627"/>
                    <a:pt x="3659" y="853"/>
                    <a:pt x="3860" y="953"/>
                  </a:cubicBezTo>
                  <a:cubicBezTo>
                    <a:pt x="3985" y="953"/>
                    <a:pt x="4085" y="953"/>
                    <a:pt x="4085" y="1053"/>
                  </a:cubicBezTo>
                  <a:lnTo>
                    <a:pt x="4085" y="1154"/>
                  </a:lnTo>
                  <a:cubicBezTo>
                    <a:pt x="3985" y="1154"/>
                    <a:pt x="3985" y="1254"/>
                    <a:pt x="3860" y="1379"/>
                  </a:cubicBezTo>
                  <a:cubicBezTo>
                    <a:pt x="3760" y="1479"/>
                    <a:pt x="3559" y="1680"/>
                    <a:pt x="3459" y="1680"/>
                  </a:cubicBezTo>
                  <a:cubicBezTo>
                    <a:pt x="3359" y="1680"/>
                    <a:pt x="3133" y="1680"/>
                    <a:pt x="3033" y="1780"/>
                  </a:cubicBezTo>
                  <a:cubicBezTo>
                    <a:pt x="3033" y="1780"/>
                    <a:pt x="2933" y="1780"/>
                    <a:pt x="2933" y="1880"/>
                  </a:cubicBezTo>
                  <a:cubicBezTo>
                    <a:pt x="2832" y="2006"/>
                    <a:pt x="2607" y="2006"/>
                    <a:pt x="2506" y="2106"/>
                  </a:cubicBezTo>
                  <a:cubicBezTo>
                    <a:pt x="2406" y="2106"/>
                    <a:pt x="2306" y="2106"/>
                    <a:pt x="2306" y="2206"/>
                  </a:cubicBezTo>
                  <a:cubicBezTo>
                    <a:pt x="2105" y="2206"/>
                    <a:pt x="1980" y="2307"/>
                    <a:pt x="1880" y="2407"/>
                  </a:cubicBezTo>
                  <a:cubicBezTo>
                    <a:pt x="1780" y="2507"/>
                    <a:pt x="1579" y="2507"/>
                    <a:pt x="1479" y="2507"/>
                  </a:cubicBezTo>
                  <a:cubicBezTo>
                    <a:pt x="1253" y="2507"/>
                    <a:pt x="1153" y="2632"/>
                    <a:pt x="953" y="2733"/>
                  </a:cubicBezTo>
                  <a:cubicBezTo>
                    <a:pt x="852" y="2733"/>
                    <a:pt x="627" y="2833"/>
                    <a:pt x="527" y="2933"/>
                  </a:cubicBezTo>
                  <a:cubicBezTo>
                    <a:pt x="446" y="2933"/>
                    <a:pt x="366" y="3061"/>
                    <a:pt x="222" y="3061"/>
                  </a:cubicBezTo>
                  <a:cubicBezTo>
                    <a:pt x="186" y="3061"/>
                    <a:pt x="146" y="3053"/>
                    <a:pt x="100" y="3033"/>
                  </a:cubicBezTo>
                  <a:cubicBezTo>
                    <a:pt x="100" y="3004"/>
                    <a:pt x="92" y="2992"/>
                    <a:pt x="80" y="2992"/>
                  </a:cubicBezTo>
                  <a:cubicBezTo>
                    <a:pt x="50" y="2992"/>
                    <a:pt x="0" y="3063"/>
                    <a:pt x="0" y="3134"/>
                  </a:cubicBezTo>
                  <a:cubicBezTo>
                    <a:pt x="0" y="3459"/>
                    <a:pt x="226" y="3459"/>
                    <a:pt x="226" y="3459"/>
                  </a:cubicBezTo>
                  <a:cubicBezTo>
                    <a:pt x="426" y="3459"/>
                    <a:pt x="527" y="3459"/>
                    <a:pt x="627" y="3359"/>
                  </a:cubicBezTo>
                  <a:cubicBezTo>
                    <a:pt x="852" y="3359"/>
                    <a:pt x="1053" y="3259"/>
                    <a:pt x="1253" y="3134"/>
                  </a:cubicBezTo>
                  <a:lnTo>
                    <a:pt x="1679" y="2933"/>
                  </a:lnTo>
                  <a:cubicBezTo>
                    <a:pt x="1780" y="2933"/>
                    <a:pt x="1980" y="2833"/>
                    <a:pt x="2105" y="2833"/>
                  </a:cubicBezTo>
                  <a:cubicBezTo>
                    <a:pt x="2206" y="2733"/>
                    <a:pt x="2206" y="2733"/>
                    <a:pt x="2306" y="2632"/>
                  </a:cubicBezTo>
                  <a:cubicBezTo>
                    <a:pt x="2607" y="2507"/>
                    <a:pt x="2933" y="2307"/>
                    <a:pt x="3359" y="2206"/>
                  </a:cubicBezTo>
                  <a:cubicBezTo>
                    <a:pt x="3359" y="2206"/>
                    <a:pt x="3459" y="2106"/>
                    <a:pt x="3559" y="2106"/>
                  </a:cubicBezTo>
                  <a:cubicBezTo>
                    <a:pt x="3659" y="2106"/>
                    <a:pt x="3760" y="2106"/>
                    <a:pt x="3860" y="2006"/>
                  </a:cubicBezTo>
                  <a:cubicBezTo>
                    <a:pt x="4085" y="1880"/>
                    <a:pt x="4186" y="1680"/>
                    <a:pt x="4386" y="1479"/>
                  </a:cubicBezTo>
                  <a:cubicBezTo>
                    <a:pt x="4386" y="1379"/>
                    <a:pt x="4486" y="1254"/>
                    <a:pt x="4486" y="1154"/>
                  </a:cubicBezTo>
                  <a:cubicBezTo>
                    <a:pt x="4612" y="1053"/>
                    <a:pt x="4486" y="853"/>
                    <a:pt x="4386" y="753"/>
                  </a:cubicBezTo>
                  <a:cubicBezTo>
                    <a:pt x="4286" y="627"/>
                    <a:pt x="4186" y="627"/>
                    <a:pt x="4085" y="527"/>
                  </a:cubicBezTo>
                  <a:cubicBezTo>
                    <a:pt x="3860" y="427"/>
                    <a:pt x="3760" y="226"/>
                    <a:pt x="3559" y="226"/>
                  </a:cubicBezTo>
                  <a:cubicBezTo>
                    <a:pt x="3459" y="226"/>
                    <a:pt x="3359" y="1"/>
                    <a:pt x="32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7"/>
            <p:cNvSpPr/>
            <p:nvPr/>
          </p:nvSpPr>
          <p:spPr>
            <a:xfrm>
              <a:off x="5547175" y="4331475"/>
              <a:ext cx="44525" cy="60175"/>
            </a:xfrm>
            <a:custGeom>
              <a:rect b="b" l="l" r="r" t="t"/>
              <a:pathLst>
                <a:path extrusionOk="0" h="2407" w="1781">
                  <a:moveTo>
                    <a:pt x="1053" y="0"/>
                  </a:moveTo>
                  <a:cubicBezTo>
                    <a:pt x="1053" y="0"/>
                    <a:pt x="928" y="0"/>
                    <a:pt x="928" y="101"/>
                  </a:cubicBezTo>
                  <a:lnTo>
                    <a:pt x="928" y="301"/>
                  </a:lnTo>
                  <a:lnTo>
                    <a:pt x="1053" y="401"/>
                  </a:lnTo>
                  <a:cubicBezTo>
                    <a:pt x="1154" y="401"/>
                    <a:pt x="1154" y="527"/>
                    <a:pt x="1154" y="527"/>
                  </a:cubicBezTo>
                  <a:cubicBezTo>
                    <a:pt x="1254" y="527"/>
                    <a:pt x="1154" y="627"/>
                    <a:pt x="1254" y="627"/>
                  </a:cubicBezTo>
                  <a:cubicBezTo>
                    <a:pt x="1254" y="727"/>
                    <a:pt x="1354" y="827"/>
                    <a:pt x="1254" y="827"/>
                  </a:cubicBezTo>
                  <a:lnTo>
                    <a:pt x="1254" y="1028"/>
                  </a:lnTo>
                  <a:cubicBezTo>
                    <a:pt x="1354" y="1153"/>
                    <a:pt x="1354" y="1153"/>
                    <a:pt x="1254" y="1253"/>
                  </a:cubicBezTo>
                  <a:lnTo>
                    <a:pt x="1154" y="1253"/>
                  </a:lnTo>
                  <a:lnTo>
                    <a:pt x="1154" y="1354"/>
                  </a:lnTo>
                  <a:lnTo>
                    <a:pt x="1053" y="1454"/>
                  </a:lnTo>
                  <a:cubicBezTo>
                    <a:pt x="1053" y="1454"/>
                    <a:pt x="928" y="1454"/>
                    <a:pt x="928" y="1554"/>
                  </a:cubicBezTo>
                  <a:lnTo>
                    <a:pt x="828" y="1654"/>
                  </a:lnTo>
                  <a:cubicBezTo>
                    <a:pt x="828" y="1696"/>
                    <a:pt x="817" y="1710"/>
                    <a:pt x="798" y="1710"/>
                  </a:cubicBezTo>
                  <a:cubicBezTo>
                    <a:pt x="761" y="1710"/>
                    <a:pt x="694" y="1654"/>
                    <a:pt x="627" y="1654"/>
                  </a:cubicBezTo>
                  <a:cubicBezTo>
                    <a:pt x="527" y="1654"/>
                    <a:pt x="527" y="1780"/>
                    <a:pt x="427" y="1780"/>
                  </a:cubicBezTo>
                  <a:cubicBezTo>
                    <a:pt x="301" y="1780"/>
                    <a:pt x="301" y="1880"/>
                    <a:pt x="201" y="1880"/>
                  </a:cubicBezTo>
                  <a:cubicBezTo>
                    <a:pt x="134" y="1880"/>
                    <a:pt x="112" y="1969"/>
                    <a:pt x="75" y="1969"/>
                  </a:cubicBezTo>
                  <a:cubicBezTo>
                    <a:pt x="56" y="1969"/>
                    <a:pt x="34" y="1947"/>
                    <a:pt x="1" y="1880"/>
                  </a:cubicBezTo>
                  <a:lnTo>
                    <a:pt x="1" y="1980"/>
                  </a:lnTo>
                  <a:cubicBezTo>
                    <a:pt x="1" y="2281"/>
                    <a:pt x="101" y="2281"/>
                    <a:pt x="101" y="2406"/>
                  </a:cubicBezTo>
                  <a:cubicBezTo>
                    <a:pt x="201" y="2406"/>
                    <a:pt x="201" y="2281"/>
                    <a:pt x="301" y="2281"/>
                  </a:cubicBezTo>
                  <a:cubicBezTo>
                    <a:pt x="427" y="2281"/>
                    <a:pt x="527" y="2281"/>
                    <a:pt x="627" y="2181"/>
                  </a:cubicBezTo>
                  <a:lnTo>
                    <a:pt x="828" y="2181"/>
                  </a:lnTo>
                  <a:cubicBezTo>
                    <a:pt x="928" y="2081"/>
                    <a:pt x="928" y="2081"/>
                    <a:pt x="1053" y="2081"/>
                  </a:cubicBezTo>
                  <a:cubicBezTo>
                    <a:pt x="1053" y="1980"/>
                    <a:pt x="1053" y="1980"/>
                    <a:pt x="1154" y="1980"/>
                  </a:cubicBezTo>
                  <a:cubicBezTo>
                    <a:pt x="1254" y="1880"/>
                    <a:pt x="1454" y="1780"/>
                    <a:pt x="1555" y="1554"/>
                  </a:cubicBezTo>
                  <a:lnTo>
                    <a:pt x="1680" y="1454"/>
                  </a:lnTo>
                  <a:cubicBezTo>
                    <a:pt x="1680" y="1454"/>
                    <a:pt x="1780" y="1354"/>
                    <a:pt x="1780" y="1253"/>
                  </a:cubicBezTo>
                  <a:cubicBezTo>
                    <a:pt x="1780" y="1153"/>
                    <a:pt x="1780" y="1028"/>
                    <a:pt x="1680" y="928"/>
                  </a:cubicBezTo>
                  <a:cubicBezTo>
                    <a:pt x="1680" y="827"/>
                    <a:pt x="1780" y="727"/>
                    <a:pt x="1780" y="627"/>
                  </a:cubicBezTo>
                  <a:cubicBezTo>
                    <a:pt x="1780" y="527"/>
                    <a:pt x="1680" y="527"/>
                    <a:pt x="1680" y="401"/>
                  </a:cubicBezTo>
                  <a:cubicBezTo>
                    <a:pt x="1555" y="301"/>
                    <a:pt x="1555" y="201"/>
                    <a:pt x="1454" y="201"/>
                  </a:cubicBezTo>
                  <a:cubicBezTo>
                    <a:pt x="1354" y="101"/>
                    <a:pt x="1354" y="0"/>
                    <a:pt x="1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7"/>
            <p:cNvSpPr/>
            <p:nvPr/>
          </p:nvSpPr>
          <p:spPr>
            <a:xfrm>
              <a:off x="4696300" y="4203650"/>
              <a:ext cx="70200" cy="52025"/>
            </a:xfrm>
            <a:custGeom>
              <a:rect b="b" l="l" r="r" t="t"/>
              <a:pathLst>
                <a:path extrusionOk="0" h="2081" w="2808">
                  <a:moveTo>
                    <a:pt x="301" y="1"/>
                  </a:moveTo>
                  <a:cubicBezTo>
                    <a:pt x="101" y="1"/>
                    <a:pt x="101" y="101"/>
                    <a:pt x="101" y="101"/>
                  </a:cubicBezTo>
                  <a:cubicBezTo>
                    <a:pt x="101" y="201"/>
                    <a:pt x="0" y="301"/>
                    <a:pt x="0" y="402"/>
                  </a:cubicBezTo>
                  <a:lnTo>
                    <a:pt x="0" y="828"/>
                  </a:lnTo>
                  <a:cubicBezTo>
                    <a:pt x="101" y="928"/>
                    <a:pt x="101" y="1028"/>
                    <a:pt x="101" y="1254"/>
                  </a:cubicBezTo>
                  <a:cubicBezTo>
                    <a:pt x="101" y="1354"/>
                    <a:pt x="201" y="1454"/>
                    <a:pt x="301" y="1454"/>
                  </a:cubicBezTo>
                  <a:cubicBezTo>
                    <a:pt x="401" y="1554"/>
                    <a:pt x="627" y="1554"/>
                    <a:pt x="627" y="1655"/>
                  </a:cubicBezTo>
                  <a:cubicBezTo>
                    <a:pt x="727" y="1755"/>
                    <a:pt x="727" y="1880"/>
                    <a:pt x="827" y="1880"/>
                  </a:cubicBezTo>
                  <a:cubicBezTo>
                    <a:pt x="827" y="1880"/>
                    <a:pt x="928" y="1880"/>
                    <a:pt x="928" y="1980"/>
                  </a:cubicBezTo>
                  <a:lnTo>
                    <a:pt x="1254" y="1980"/>
                  </a:lnTo>
                  <a:lnTo>
                    <a:pt x="1354" y="2081"/>
                  </a:lnTo>
                  <a:cubicBezTo>
                    <a:pt x="1454" y="2081"/>
                    <a:pt x="1554" y="2081"/>
                    <a:pt x="1655" y="1980"/>
                  </a:cubicBezTo>
                  <a:cubicBezTo>
                    <a:pt x="1688" y="1947"/>
                    <a:pt x="1724" y="1936"/>
                    <a:pt x="1761" y="1936"/>
                  </a:cubicBezTo>
                  <a:cubicBezTo>
                    <a:pt x="1836" y="1936"/>
                    <a:pt x="1914" y="1980"/>
                    <a:pt x="1980" y="1980"/>
                  </a:cubicBezTo>
                  <a:cubicBezTo>
                    <a:pt x="2014" y="2014"/>
                    <a:pt x="2047" y="2025"/>
                    <a:pt x="2081" y="2025"/>
                  </a:cubicBezTo>
                  <a:cubicBezTo>
                    <a:pt x="2147" y="2025"/>
                    <a:pt x="2214" y="1980"/>
                    <a:pt x="2281" y="1980"/>
                  </a:cubicBezTo>
                  <a:cubicBezTo>
                    <a:pt x="2381" y="1980"/>
                    <a:pt x="2507" y="1880"/>
                    <a:pt x="2607" y="1880"/>
                  </a:cubicBezTo>
                  <a:cubicBezTo>
                    <a:pt x="2607" y="1791"/>
                    <a:pt x="2607" y="1714"/>
                    <a:pt x="2680" y="1714"/>
                  </a:cubicBezTo>
                  <a:cubicBezTo>
                    <a:pt x="2709" y="1714"/>
                    <a:pt x="2750" y="1726"/>
                    <a:pt x="2807" y="1755"/>
                  </a:cubicBezTo>
                  <a:lnTo>
                    <a:pt x="2807" y="1655"/>
                  </a:lnTo>
                  <a:cubicBezTo>
                    <a:pt x="2707" y="1354"/>
                    <a:pt x="2607" y="1354"/>
                    <a:pt x="2607" y="1354"/>
                  </a:cubicBezTo>
                  <a:lnTo>
                    <a:pt x="2381" y="1354"/>
                  </a:lnTo>
                  <a:cubicBezTo>
                    <a:pt x="2281" y="1454"/>
                    <a:pt x="2181" y="1454"/>
                    <a:pt x="2081" y="1454"/>
                  </a:cubicBezTo>
                  <a:cubicBezTo>
                    <a:pt x="1980" y="1554"/>
                    <a:pt x="1980" y="1554"/>
                    <a:pt x="1880" y="1554"/>
                  </a:cubicBezTo>
                  <a:lnTo>
                    <a:pt x="1554" y="1554"/>
                  </a:lnTo>
                  <a:cubicBezTo>
                    <a:pt x="1354" y="1554"/>
                    <a:pt x="1128" y="1554"/>
                    <a:pt x="1028" y="1454"/>
                  </a:cubicBezTo>
                  <a:cubicBezTo>
                    <a:pt x="928" y="1454"/>
                    <a:pt x="928" y="1454"/>
                    <a:pt x="928" y="1354"/>
                  </a:cubicBezTo>
                  <a:cubicBezTo>
                    <a:pt x="928" y="1354"/>
                    <a:pt x="928" y="1254"/>
                    <a:pt x="827" y="1254"/>
                  </a:cubicBezTo>
                  <a:cubicBezTo>
                    <a:pt x="727" y="1254"/>
                    <a:pt x="627" y="1128"/>
                    <a:pt x="627" y="1128"/>
                  </a:cubicBezTo>
                  <a:cubicBezTo>
                    <a:pt x="502" y="1028"/>
                    <a:pt x="627" y="928"/>
                    <a:pt x="502" y="828"/>
                  </a:cubicBezTo>
                  <a:lnTo>
                    <a:pt x="401" y="727"/>
                  </a:lnTo>
                  <a:cubicBezTo>
                    <a:pt x="401" y="627"/>
                    <a:pt x="502" y="502"/>
                    <a:pt x="401" y="402"/>
                  </a:cubicBezTo>
                  <a:lnTo>
                    <a:pt x="502" y="301"/>
                  </a:lnTo>
                  <a:lnTo>
                    <a:pt x="502" y="201"/>
                  </a:lnTo>
                  <a:lnTo>
                    <a:pt x="502" y="101"/>
                  </a:lnTo>
                  <a:lnTo>
                    <a:pt x="401" y="101"/>
                  </a:lnTo>
                  <a:cubicBezTo>
                    <a:pt x="401" y="1"/>
                    <a:pt x="301" y="1"/>
                    <a:pt x="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7"/>
            <p:cNvSpPr/>
            <p:nvPr/>
          </p:nvSpPr>
          <p:spPr>
            <a:xfrm>
              <a:off x="5173750" y="4083350"/>
              <a:ext cx="15675" cy="20700"/>
            </a:xfrm>
            <a:custGeom>
              <a:rect b="b" l="l" r="r" t="t"/>
              <a:pathLst>
                <a:path extrusionOk="0" h="828" w="627">
                  <a:moveTo>
                    <a:pt x="3" y="485"/>
                  </a:moveTo>
                  <a:cubicBezTo>
                    <a:pt x="0" y="485"/>
                    <a:pt x="0" y="497"/>
                    <a:pt x="0" y="527"/>
                  </a:cubicBezTo>
                  <a:cubicBezTo>
                    <a:pt x="13" y="533"/>
                    <a:pt x="25" y="539"/>
                    <a:pt x="36" y="544"/>
                  </a:cubicBezTo>
                  <a:lnTo>
                    <a:pt x="36" y="544"/>
                  </a:lnTo>
                  <a:cubicBezTo>
                    <a:pt x="15" y="510"/>
                    <a:pt x="6" y="485"/>
                    <a:pt x="3" y="485"/>
                  </a:cubicBezTo>
                  <a:close/>
                  <a:moveTo>
                    <a:pt x="527" y="0"/>
                  </a:moveTo>
                  <a:cubicBezTo>
                    <a:pt x="426" y="0"/>
                    <a:pt x="426" y="0"/>
                    <a:pt x="326" y="101"/>
                  </a:cubicBezTo>
                  <a:lnTo>
                    <a:pt x="201" y="101"/>
                  </a:lnTo>
                  <a:cubicBezTo>
                    <a:pt x="201" y="201"/>
                    <a:pt x="201" y="201"/>
                    <a:pt x="101" y="201"/>
                  </a:cubicBezTo>
                  <a:cubicBezTo>
                    <a:pt x="0" y="201"/>
                    <a:pt x="326" y="301"/>
                    <a:pt x="201" y="301"/>
                  </a:cubicBezTo>
                  <a:cubicBezTo>
                    <a:pt x="201" y="301"/>
                    <a:pt x="156" y="257"/>
                    <a:pt x="126" y="257"/>
                  </a:cubicBezTo>
                  <a:cubicBezTo>
                    <a:pt x="112" y="257"/>
                    <a:pt x="101" y="268"/>
                    <a:pt x="101" y="301"/>
                  </a:cubicBezTo>
                  <a:cubicBezTo>
                    <a:pt x="101" y="301"/>
                    <a:pt x="101" y="427"/>
                    <a:pt x="201" y="427"/>
                  </a:cubicBezTo>
                  <a:lnTo>
                    <a:pt x="0" y="427"/>
                  </a:lnTo>
                  <a:lnTo>
                    <a:pt x="101" y="527"/>
                  </a:lnTo>
                  <a:cubicBezTo>
                    <a:pt x="101" y="527"/>
                    <a:pt x="145" y="571"/>
                    <a:pt x="115" y="571"/>
                  </a:cubicBezTo>
                  <a:cubicBezTo>
                    <a:pt x="103" y="571"/>
                    <a:pt x="79" y="564"/>
                    <a:pt x="36" y="544"/>
                  </a:cubicBezTo>
                  <a:lnTo>
                    <a:pt x="36" y="544"/>
                  </a:lnTo>
                  <a:cubicBezTo>
                    <a:pt x="50" y="568"/>
                    <a:pt x="71" y="598"/>
                    <a:pt x="101" y="627"/>
                  </a:cubicBezTo>
                  <a:cubicBezTo>
                    <a:pt x="326" y="828"/>
                    <a:pt x="326" y="828"/>
                    <a:pt x="426" y="828"/>
                  </a:cubicBezTo>
                  <a:lnTo>
                    <a:pt x="426" y="727"/>
                  </a:lnTo>
                  <a:lnTo>
                    <a:pt x="527" y="627"/>
                  </a:lnTo>
                  <a:lnTo>
                    <a:pt x="527" y="427"/>
                  </a:lnTo>
                  <a:lnTo>
                    <a:pt x="627" y="427"/>
                  </a:lnTo>
                  <a:lnTo>
                    <a:pt x="527" y="301"/>
                  </a:lnTo>
                  <a:lnTo>
                    <a:pt x="627" y="301"/>
                  </a:lnTo>
                  <a:lnTo>
                    <a:pt x="627" y="201"/>
                  </a:lnTo>
                  <a:lnTo>
                    <a:pt x="627" y="101"/>
                  </a:lnTo>
                  <a:cubicBezTo>
                    <a:pt x="627" y="101"/>
                    <a:pt x="627" y="0"/>
                    <a:pt x="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7"/>
            <p:cNvSpPr/>
            <p:nvPr/>
          </p:nvSpPr>
          <p:spPr>
            <a:xfrm>
              <a:off x="5202575" y="4083350"/>
              <a:ext cx="15675" cy="18200"/>
            </a:xfrm>
            <a:custGeom>
              <a:rect b="b" l="l" r="r" t="t"/>
              <a:pathLst>
                <a:path extrusionOk="0" h="728" w="627">
                  <a:moveTo>
                    <a:pt x="301" y="0"/>
                  </a:moveTo>
                  <a:cubicBezTo>
                    <a:pt x="201" y="0"/>
                    <a:pt x="201" y="101"/>
                    <a:pt x="201" y="101"/>
                  </a:cubicBezTo>
                  <a:lnTo>
                    <a:pt x="0" y="101"/>
                  </a:lnTo>
                  <a:lnTo>
                    <a:pt x="0" y="201"/>
                  </a:lnTo>
                  <a:cubicBezTo>
                    <a:pt x="0" y="201"/>
                    <a:pt x="100" y="201"/>
                    <a:pt x="0" y="301"/>
                  </a:cubicBezTo>
                  <a:lnTo>
                    <a:pt x="100" y="301"/>
                  </a:lnTo>
                  <a:cubicBezTo>
                    <a:pt x="100" y="427"/>
                    <a:pt x="0" y="427"/>
                    <a:pt x="0" y="427"/>
                  </a:cubicBezTo>
                  <a:lnTo>
                    <a:pt x="100" y="427"/>
                  </a:lnTo>
                  <a:lnTo>
                    <a:pt x="100" y="527"/>
                  </a:lnTo>
                  <a:lnTo>
                    <a:pt x="100" y="627"/>
                  </a:lnTo>
                  <a:lnTo>
                    <a:pt x="201" y="627"/>
                  </a:lnTo>
                  <a:cubicBezTo>
                    <a:pt x="201" y="627"/>
                    <a:pt x="301" y="627"/>
                    <a:pt x="100" y="727"/>
                  </a:cubicBezTo>
                  <a:lnTo>
                    <a:pt x="201" y="727"/>
                  </a:lnTo>
                  <a:cubicBezTo>
                    <a:pt x="526" y="627"/>
                    <a:pt x="627" y="627"/>
                    <a:pt x="627" y="627"/>
                  </a:cubicBezTo>
                  <a:lnTo>
                    <a:pt x="627" y="527"/>
                  </a:lnTo>
                  <a:lnTo>
                    <a:pt x="526" y="427"/>
                  </a:lnTo>
                  <a:lnTo>
                    <a:pt x="526" y="301"/>
                  </a:lnTo>
                  <a:cubicBezTo>
                    <a:pt x="526" y="301"/>
                    <a:pt x="627" y="201"/>
                    <a:pt x="526" y="201"/>
                  </a:cubicBezTo>
                  <a:lnTo>
                    <a:pt x="426" y="201"/>
                  </a:lnTo>
                  <a:cubicBezTo>
                    <a:pt x="426" y="201"/>
                    <a:pt x="526" y="201"/>
                    <a:pt x="526" y="101"/>
                  </a:cubicBezTo>
                  <a:lnTo>
                    <a:pt x="426" y="101"/>
                  </a:lnTo>
                  <a:cubicBezTo>
                    <a:pt x="426" y="101"/>
                    <a:pt x="526" y="0"/>
                    <a:pt x="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7"/>
            <p:cNvSpPr/>
            <p:nvPr/>
          </p:nvSpPr>
          <p:spPr>
            <a:xfrm>
              <a:off x="5124250" y="4062675"/>
              <a:ext cx="20700" cy="25700"/>
            </a:xfrm>
            <a:custGeom>
              <a:rect b="b" l="l" r="r" t="t"/>
              <a:pathLst>
                <a:path extrusionOk="0" h="1028" w="828">
                  <a:moveTo>
                    <a:pt x="426" y="0"/>
                  </a:moveTo>
                  <a:lnTo>
                    <a:pt x="426" y="101"/>
                  </a:lnTo>
                  <a:lnTo>
                    <a:pt x="301" y="101"/>
                  </a:lnTo>
                  <a:cubicBezTo>
                    <a:pt x="426" y="201"/>
                    <a:pt x="426" y="201"/>
                    <a:pt x="301" y="201"/>
                  </a:cubicBezTo>
                  <a:cubicBezTo>
                    <a:pt x="201" y="201"/>
                    <a:pt x="426" y="301"/>
                    <a:pt x="301" y="301"/>
                  </a:cubicBezTo>
                  <a:lnTo>
                    <a:pt x="201" y="301"/>
                  </a:lnTo>
                  <a:lnTo>
                    <a:pt x="201" y="401"/>
                  </a:lnTo>
                  <a:lnTo>
                    <a:pt x="201" y="502"/>
                  </a:lnTo>
                  <a:cubicBezTo>
                    <a:pt x="301" y="627"/>
                    <a:pt x="201" y="627"/>
                    <a:pt x="201" y="627"/>
                  </a:cubicBezTo>
                  <a:lnTo>
                    <a:pt x="101" y="627"/>
                  </a:lnTo>
                  <a:lnTo>
                    <a:pt x="101" y="727"/>
                  </a:lnTo>
                  <a:cubicBezTo>
                    <a:pt x="0" y="727"/>
                    <a:pt x="0" y="727"/>
                    <a:pt x="101" y="827"/>
                  </a:cubicBezTo>
                  <a:cubicBezTo>
                    <a:pt x="301" y="1028"/>
                    <a:pt x="426" y="1028"/>
                    <a:pt x="426" y="1028"/>
                  </a:cubicBezTo>
                  <a:cubicBezTo>
                    <a:pt x="527" y="1028"/>
                    <a:pt x="527" y="928"/>
                    <a:pt x="527" y="928"/>
                  </a:cubicBezTo>
                  <a:lnTo>
                    <a:pt x="527" y="827"/>
                  </a:lnTo>
                  <a:lnTo>
                    <a:pt x="627" y="827"/>
                  </a:lnTo>
                  <a:cubicBezTo>
                    <a:pt x="627" y="727"/>
                    <a:pt x="527" y="727"/>
                    <a:pt x="627" y="727"/>
                  </a:cubicBezTo>
                  <a:lnTo>
                    <a:pt x="627" y="627"/>
                  </a:lnTo>
                  <a:lnTo>
                    <a:pt x="727" y="627"/>
                  </a:lnTo>
                  <a:cubicBezTo>
                    <a:pt x="727" y="564"/>
                    <a:pt x="752" y="564"/>
                    <a:pt x="765" y="564"/>
                  </a:cubicBezTo>
                  <a:cubicBezTo>
                    <a:pt x="777" y="564"/>
                    <a:pt x="777" y="564"/>
                    <a:pt x="727" y="502"/>
                  </a:cubicBezTo>
                  <a:lnTo>
                    <a:pt x="727" y="401"/>
                  </a:lnTo>
                  <a:lnTo>
                    <a:pt x="827" y="401"/>
                  </a:lnTo>
                  <a:cubicBezTo>
                    <a:pt x="827" y="301"/>
                    <a:pt x="727" y="301"/>
                    <a:pt x="727" y="301"/>
                  </a:cubicBezTo>
                  <a:lnTo>
                    <a:pt x="827" y="201"/>
                  </a:lnTo>
                  <a:lnTo>
                    <a:pt x="827" y="101"/>
                  </a:lnTo>
                  <a:lnTo>
                    <a:pt x="727" y="101"/>
                  </a:lnTo>
                  <a:cubicBezTo>
                    <a:pt x="627" y="101"/>
                    <a:pt x="627" y="0"/>
                    <a:pt x="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7"/>
            <p:cNvSpPr/>
            <p:nvPr/>
          </p:nvSpPr>
          <p:spPr>
            <a:xfrm>
              <a:off x="5012100" y="4177325"/>
              <a:ext cx="18175" cy="15700"/>
            </a:xfrm>
            <a:custGeom>
              <a:rect b="b" l="l" r="r" t="t"/>
              <a:pathLst>
                <a:path extrusionOk="0" h="628" w="727">
                  <a:moveTo>
                    <a:pt x="100" y="1"/>
                  </a:moveTo>
                  <a:lnTo>
                    <a:pt x="100" y="101"/>
                  </a:lnTo>
                  <a:cubicBezTo>
                    <a:pt x="100" y="201"/>
                    <a:pt x="0" y="201"/>
                    <a:pt x="0" y="201"/>
                  </a:cubicBezTo>
                  <a:lnTo>
                    <a:pt x="0" y="427"/>
                  </a:lnTo>
                  <a:cubicBezTo>
                    <a:pt x="67" y="427"/>
                    <a:pt x="89" y="472"/>
                    <a:pt x="97" y="472"/>
                  </a:cubicBezTo>
                  <a:cubicBezTo>
                    <a:pt x="100" y="472"/>
                    <a:pt x="100" y="460"/>
                    <a:pt x="100" y="427"/>
                  </a:cubicBezTo>
                  <a:lnTo>
                    <a:pt x="100" y="527"/>
                  </a:lnTo>
                  <a:cubicBezTo>
                    <a:pt x="100" y="548"/>
                    <a:pt x="105" y="556"/>
                    <a:pt x="112" y="556"/>
                  </a:cubicBezTo>
                  <a:cubicBezTo>
                    <a:pt x="131" y="556"/>
                    <a:pt x="170" y="498"/>
                    <a:pt x="189" y="498"/>
                  </a:cubicBezTo>
                  <a:cubicBezTo>
                    <a:pt x="196" y="498"/>
                    <a:pt x="201" y="506"/>
                    <a:pt x="201" y="527"/>
                  </a:cubicBezTo>
                  <a:lnTo>
                    <a:pt x="401" y="527"/>
                  </a:lnTo>
                  <a:lnTo>
                    <a:pt x="401" y="627"/>
                  </a:lnTo>
                  <a:lnTo>
                    <a:pt x="526" y="627"/>
                  </a:lnTo>
                  <a:lnTo>
                    <a:pt x="627" y="527"/>
                  </a:lnTo>
                  <a:cubicBezTo>
                    <a:pt x="727" y="302"/>
                    <a:pt x="727" y="201"/>
                    <a:pt x="727" y="201"/>
                  </a:cubicBezTo>
                  <a:lnTo>
                    <a:pt x="727" y="101"/>
                  </a:lnTo>
                  <a:lnTo>
                    <a:pt x="401" y="101"/>
                  </a:lnTo>
                  <a:lnTo>
                    <a:pt x="401" y="1"/>
                  </a:lnTo>
                  <a:lnTo>
                    <a:pt x="301" y="101"/>
                  </a:lnTo>
                  <a:lnTo>
                    <a:pt x="301" y="1"/>
                  </a:lnTo>
                  <a:lnTo>
                    <a:pt x="201" y="101"/>
                  </a:lnTo>
                  <a:lnTo>
                    <a:pt x="2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7"/>
            <p:cNvSpPr/>
            <p:nvPr/>
          </p:nvSpPr>
          <p:spPr>
            <a:xfrm>
              <a:off x="5019600" y="4202250"/>
              <a:ext cx="15700" cy="15275"/>
            </a:xfrm>
            <a:custGeom>
              <a:rect b="b" l="l" r="r" t="t"/>
              <a:pathLst>
                <a:path extrusionOk="0" h="611" w="628">
                  <a:moveTo>
                    <a:pt x="226" y="458"/>
                  </a:moveTo>
                  <a:cubicBezTo>
                    <a:pt x="101" y="458"/>
                    <a:pt x="101" y="458"/>
                    <a:pt x="101" y="558"/>
                  </a:cubicBezTo>
                  <a:cubicBezTo>
                    <a:pt x="101" y="558"/>
                    <a:pt x="101" y="458"/>
                    <a:pt x="226" y="458"/>
                  </a:cubicBezTo>
                  <a:close/>
                  <a:moveTo>
                    <a:pt x="275" y="1"/>
                  </a:moveTo>
                  <a:cubicBezTo>
                    <a:pt x="271" y="1"/>
                    <a:pt x="260" y="15"/>
                    <a:pt x="226" y="57"/>
                  </a:cubicBezTo>
                  <a:lnTo>
                    <a:pt x="101" y="157"/>
                  </a:lnTo>
                  <a:lnTo>
                    <a:pt x="101" y="257"/>
                  </a:lnTo>
                  <a:lnTo>
                    <a:pt x="1" y="357"/>
                  </a:lnTo>
                  <a:lnTo>
                    <a:pt x="1" y="458"/>
                  </a:lnTo>
                  <a:cubicBezTo>
                    <a:pt x="51" y="407"/>
                    <a:pt x="76" y="382"/>
                    <a:pt x="89" y="382"/>
                  </a:cubicBezTo>
                  <a:cubicBezTo>
                    <a:pt x="101" y="382"/>
                    <a:pt x="101" y="407"/>
                    <a:pt x="101" y="458"/>
                  </a:cubicBezTo>
                  <a:cubicBezTo>
                    <a:pt x="80" y="479"/>
                    <a:pt x="73" y="486"/>
                    <a:pt x="76" y="486"/>
                  </a:cubicBezTo>
                  <a:cubicBezTo>
                    <a:pt x="83" y="486"/>
                    <a:pt x="161" y="429"/>
                    <a:pt x="201" y="429"/>
                  </a:cubicBezTo>
                  <a:cubicBezTo>
                    <a:pt x="216" y="429"/>
                    <a:pt x="226" y="436"/>
                    <a:pt x="226" y="458"/>
                  </a:cubicBezTo>
                  <a:lnTo>
                    <a:pt x="226" y="558"/>
                  </a:lnTo>
                  <a:cubicBezTo>
                    <a:pt x="226" y="558"/>
                    <a:pt x="226" y="458"/>
                    <a:pt x="327" y="458"/>
                  </a:cubicBezTo>
                  <a:lnTo>
                    <a:pt x="327" y="558"/>
                  </a:lnTo>
                  <a:cubicBezTo>
                    <a:pt x="327" y="595"/>
                    <a:pt x="327" y="610"/>
                    <a:pt x="329" y="610"/>
                  </a:cubicBezTo>
                  <a:cubicBezTo>
                    <a:pt x="336" y="610"/>
                    <a:pt x="357" y="528"/>
                    <a:pt x="427" y="458"/>
                  </a:cubicBezTo>
                  <a:cubicBezTo>
                    <a:pt x="627" y="257"/>
                    <a:pt x="627" y="257"/>
                    <a:pt x="627" y="157"/>
                  </a:cubicBezTo>
                  <a:lnTo>
                    <a:pt x="427" y="157"/>
                  </a:lnTo>
                  <a:lnTo>
                    <a:pt x="427" y="57"/>
                  </a:lnTo>
                  <a:lnTo>
                    <a:pt x="327" y="157"/>
                  </a:lnTo>
                  <a:lnTo>
                    <a:pt x="327" y="57"/>
                  </a:lnTo>
                  <a:cubicBezTo>
                    <a:pt x="260" y="57"/>
                    <a:pt x="282" y="1"/>
                    <a:pt x="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7"/>
            <p:cNvSpPr/>
            <p:nvPr/>
          </p:nvSpPr>
          <p:spPr>
            <a:xfrm>
              <a:off x="4980750" y="4237475"/>
              <a:ext cx="18200" cy="18200"/>
            </a:xfrm>
            <a:custGeom>
              <a:rect b="b" l="l" r="r" t="t"/>
              <a:pathLst>
                <a:path extrusionOk="0" h="728" w="728">
                  <a:moveTo>
                    <a:pt x="201" y="1"/>
                  </a:moveTo>
                  <a:lnTo>
                    <a:pt x="201" y="101"/>
                  </a:lnTo>
                  <a:lnTo>
                    <a:pt x="201" y="201"/>
                  </a:lnTo>
                  <a:cubicBezTo>
                    <a:pt x="1" y="201"/>
                    <a:pt x="302" y="302"/>
                    <a:pt x="201" y="302"/>
                  </a:cubicBezTo>
                  <a:lnTo>
                    <a:pt x="201" y="402"/>
                  </a:lnTo>
                  <a:cubicBezTo>
                    <a:pt x="201" y="527"/>
                    <a:pt x="302" y="527"/>
                    <a:pt x="302" y="527"/>
                  </a:cubicBezTo>
                  <a:lnTo>
                    <a:pt x="302" y="627"/>
                  </a:lnTo>
                  <a:lnTo>
                    <a:pt x="402" y="627"/>
                  </a:lnTo>
                  <a:cubicBezTo>
                    <a:pt x="402" y="627"/>
                    <a:pt x="484" y="627"/>
                    <a:pt x="449" y="681"/>
                  </a:cubicBezTo>
                  <a:lnTo>
                    <a:pt x="449" y="681"/>
                  </a:lnTo>
                  <a:cubicBezTo>
                    <a:pt x="472" y="667"/>
                    <a:pt x="499" y="650"/>
                    <a:pt x="527" y="627"/>
                  </a:cubicBezTo>
                  <a:cubicBezTo>
                    <a:pt x="728" y="527"/>
                    <a:pt x="728" y="402"/>
                    <a:pt x="728" y="402"/>
                  </a:cubicBezTo>
                  <a:lnTo>
                    <a:pt x="728" y="302"/>
                  </a:lnTo>
                  <a:lnTo>
                    <a:pt x="627" y="302"/>
                  </a:lnTo>
                  <a:cubicBezTo>
                    <a:pt x="627" y="302"/>
                    <a:pt x="627" y="201"/>
                    <a:pt x="728" y="201"/>
                  </a:cubicBezTo>
                  <a:cubicBezTo>
                    <a:pt x="728" y="101"/>
                    <a:pt x="627" y="101"/>
                    <a:pt x="627" y="101"/>
                  </a:cubicBezTo>
                  <a:lnTo>
                    <a:pt x="627" y="1"/>
                  </a:lnTo>
                  <a:close/>
                  <a:moveTo>
                    <a:pt x="449" y="681"/>
                  </a:moveTo>
                  <a:cubicBezTo>
                    <a:pt x="367" y="728"/>
                    <a:pt x="324" y="728"/>
                    <a:pt x="402" y="728"/>
                  </a:cubicBezTo>
                  <a:cubicBezTo>
                    <a:pt x="426" y="709"/>
                    <a:pt x="440" y="693"/>
                    <a:pt x="449" y="68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7"/>
            <p:cNvSpPr/>
            <p:nvPr/>
          </p:nvSpPr>
          <p:spPr>
            <a:xfrm>
              <a:off x="4990775" y="3806400"/>
              <a:ext cx="18825" cy="23850"/>
            </a:xfrm>
            <a:custGeom>
              <a:rect b="b" l="l" r="r" t="t"/>
              <a:pathLst>
                <a:path extrusionOk="0" h="954" w="753">
                  <a:moveTo>
                    <a:pt x="327" y="1"/>
                  </a:moveTo>
                  <a:lnTo>
                    <a:pt x="226" y="101"/>
                  </a:lnTo>
                  <a:cubicBezTo>
                    <a:pt x="226" y="226"/>
                    <a:pt x="126" y="226"/>
                    <a:pt x="226" y="226"/>
                  </a:cubicBezTo>
                  <a:lnTo>
                    <a:pt x="126" y="327"/>
                  </a:lnTo>
                  <a:cubicBezTo>
                    <a:pt x="1" y="327"/>
                    <a:pt x="327" y="327"/>
                    <a:pt x="226" y="427"/>
                  </a:cubicBezTo>
                  <a:lnTo>
                    <a:pt x="226" y="527"/>
                  </a:lnTo>
                  <a:lnTo>
                    <a:pt x="226" y="627"/>
                  </a:lnTo>
                  <a:lnTo>
                    <a:pt x="126" y="627"/>
                  </a:lnTo>
                  <a:cubicBezTo>
                    <a:pt x="126" y="728"/>
                    <a:pt x="126" y="728"/>
                    <a:pt x="226" y="728"/>
                  </a:cubicBezTo>
                  <a:cubicBezTo>
                    <a:pt x="226" y="728"/>
                    <a:pt x="271" y="783"/>
                    <a:pt x="241" y="783"/>
                  </a:cubicBezTo>
                  <a:cubicBezTo>
                    <a:pt x="226" y="783"/>
                    <a:pt x="193" y="769"/>
                    <a:pt x="126" y="728"/>
                  </a:cubicBezTo>
                  <a:lnTo>
                    <a:pt x="126" y="728"/>
                  </a:lnTo>
                  <a:lnTo>
                    <a:pt x="226" y="853"/>
                  </a:lnTo>
                  <a:cubicBezTo>
                    <a:pt x="427" y="953"/>
                    <a:pt x="527" y="953"/>
                    <a:pt x="527" y="953"/>
                  </a:cubicBezTo>
                  <a:lnTo>
                    <a:pt x="627" y="953"/>
                  </a:lnTo>
                  <a:lnTo>
                    <a:pt x="627" y="853"/>
                  </a:lnTo>
                  <a:lnTo>
                    <a:pt x="627" y="728"/>
                  </a:lnTo>
                  <a:lnTo>
                    <a:pt x="627" y="627"/>
                  </a:lnTo>
                  <a:lnTo>
                    <a:pt x="627" y="527"/>
                  </a:lnTo>
                  <a:lnTo>
                    <a:pt x="627" y="427"/>
                  </a:lnTo>
                  <a:lnTo>
                    <a:pt x="753" y="427"/>
                  </a:lnTo>
                  <a:cubicBezTo>
                    <a:pt x="753" y="327"/>
                    <a:pt x="627" y="327"/>
                    <a:pt x="627" y="327"/>
                  </a:cubicBezTo>
                  <a:lnTo>
                    <a:pt x="753" y="226"/>
                  </a:lnTo>
                  <a:lnTo>
                    <a:pt x="627" y="226"/>
                  </a:lnTo>
                  <a:lnTo>
                    <a:pt x="627" y="101"/>
                  </a:lnTo>
                  <a:lnTo>
                    <a:pt x="6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7"/>
            <p:cNvSpPr/>
            <p:nvPr/>
          </p:nvSpPr>
          <p:spPr>
            <a:xfrm>
              <a:off x="5019600" y="3796375"/>
              <a:ext cx="23850" cy="20075"/>
            </a:xfrm>
            <a:custGeom>
              <a:rect b="b" l="l" r="r" t="t"/>
              <a:pathLst>
                <a:path extrusionOk="0" h="803" w="954">
                  <a:moveTo>
                    <a:pt x="327" y="1"/>
                  </a:moveTo>
                  <a:cubicBezTo>
                    <a:pt x="226" y="1"/>
                    <a:pt x="226" y="101"/>
                    <a:pt x="226" y="101"/>
                  </a:cubicBezTo>
                  <a:cubicBezTo>
                    <a:pt x="1" y="201"/>
                    <a:pt x="101" y="201"/>
                    <a:pt x="101" y="201"/>
                  </a:cubicBezTo>
                  <a:lnTo>
                    <a:pt x="101" y="301"/>
                  </a:lnTo>
                  <a:cubicBezTo>
                    <a:pt x="226" y="301"/>
                    <a:pt x="226" y="301"/>
                    <a:pt x="101" y="402"/>
                  </a:cubicBezTo>
                  <a:cubicBezTo>
                    <a:pt x="101" y="452"/>
                    <a:pt x="157" y="452"/>
                    <a:pt x="214" y="452"/>
                  </a:cubicBezTo>
                  <a:cubicBezTo>
                    <a:pt x="270" y="452"/>
                    <a:pt x="327" y="452"/>
                    <a:pt x="327" y="502"/>
                  </a:cubicBezTo>
                  <a:cubicBezTo>
                    <a:pt x="327" y="502"/>
                    <a:pt x="226" y="627"/>
                    <a:pt x="327" y="627"/>
                  </a:cubicBezTo>
                  <a:lnTo>
                    <a:pt x="527" y="627"/>
                  </a:lnTo>
                  <a:cubicBezTo>
                    <a:pt x="557" y="590"/>
                    <a:pt x="569" y="575"/>
                    <a:pt x="571" y="575"/>
                  </a:cubicBezTo>
                  <a:lnTo>
                    <a:pt x="571" y="575"/>
                  </a:lnTo>
                  <a:cubicBezTo>
                    <a:pt x="576" y="575"/>
                    <a:pt x="527" y="657"/>
                    <a:pt x="527" y="728"/>
                  </a:cubicBezTo>
                  <a:lnTo>
                    <a:pt x="728" y="728"/>
                  </a:lnTo>
                  <a:cubicBezTo>
                    <a:pt x="728" y="778"/>
                    <a:pt x="728" y="803"/>
                    <a:pt x="743" y="803"/>
                  </a:cubicBezTo>
                  <a:cubicBezTo>
                    <a:pt x="759" y="803"/>
                    <a:pt x="790" y="778"/>
                    <a:pt x="853" y="728"/>
                  </a:cubicBezTo>
                  <a:cubicBezTo>
                    <a:pt x="853" y="402"/>
                    <a:pt x="953" y="301"/>
                    <a:pt x="953" y="301"/>
                  </a:cubicBezTo>
                  <a:lnTo>
                    <a:pt x="728" y="301"/>
                  </a:lnTo>
                  <a:lnTo>
                    <a:pt x="627" y="201"/>
                  </a:lnTo>
                  <a:lnTo>
                    <a:pt x="627" y="101"/>
                  </a:lnTo>
                  <a:lnTo>
                    <a:pt x="527" y="201"/>
                  </a:lnTo>
                  <a:lnTo>
                    <a:pt x="527" y="101"/>
                  </a:lnTo>
                  <a:cubicBezTo>
                    <a:pt x="427" y="101"/>
                    <a:pt x="527" y="1"/>
                    <a:pt x="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7"/>
            <p:cNvSpPr/>
            <p:nvPr/>
          </p:nvSpPr>
          <p:spPr>
            <a:xfrm>
              <a:off x="5043425" y="3780725"/>
              <a:ext cx="25700" cy="18175"/>
            </a:xfrm>
            <a:custGeom>
              <a:rect b="b" l="l" r="r" t="t"/>
              <a:pathLst>
                <a:path extrusionOk="0" h="727" w="1028">
                  <a:moveTo>
                    <a:pt x="301" y="0"/>
                  </a:moveTo>
                  <a:cubicBezTo>
                    <a:pt x="301" y="0"/>
                    <a:pt x="301" y="100"/>
                    <a:pt x="201" y="100"/>
                  </a:cubicBezTo>
                  <a:lnTo>
                    <a:pt x="100" y="201"/>
                  </a:lnTo>
                  <a:cubicBezTo>
                    <a:pt x="0" y="401"/>
                    <a:pt x="100" y="401"/>
                    <a:pt x="100" y="401"/>
                  </a:cubicBezTo>
                  <a:cubicBezTo>
                    <a:pt x="201" y="401"/>
                    <a:pt x="201" y="501"/>
                    <a:pt x="201" y="501"/>
                  </a:cubicBezTo>
                  <a:lnTo>
                    <a:pt x="301" y="501"/>
                  </a:lnTo>
                  <a:cubicBezTo>
                    <a:pt x="301" y="562"/>
                    <a:pt x="308" y="583"/>
                    <a:pt x="319" y="583"/>
                  </a:cubicBezTo>
                  <a:cubicBezTo>
                    <a:pt x="342" y="583"/>
                    <a:pt x="382" y="482"/>
                    <a:pt x="396" y="482"/>
                  </a:cubicBezTo>
                  <a:cubicBezTo>
                    <a:pt x="399" y="482"/>
                    <a:pt x="401" y="487"/>
                    <a:pt x="401" y="501"/>
                  </a:cubicBezTo>
                  <a:cubicBezTo>
                    <a:pt x="401" y="627"/>
                    <a:pt x="401" y="627"/>
                    <a:pt x="527" y="627"/>
                  </a:cubicBezTo>
                  <a:lnTo>
                    <a:pt x="627" y="627"/>
                  </a:lnTo>
                  <a:lnTo>
                    <a:pt x="727" y="501"/>
                  </a:lnTo>
                  <a:lnTo>
                    <a:pt x="727" y="627"/>
                  </a:lnTo>
                  <a:cubicBezTo>
                    <a:pt x="727" y="727"/>
                    <a:pt x="827" y="727"/>
                    <a:pt x="827" y="727"/>
                  </a:cubicBezTo>
                  <a:cubicBezTo>
                    <a:pt x="827" y="627"/>
                    <a:pt x="827" y="627"/>
                    <a:pt x="928" y="627"/>
                  </a:cubicBezTo>
                  <a:lnTo>
                    <a:pt x="928" y="501"/>
                  </a:lnTo>
                  <a:cubicBezTo>
                    <a:pt x="1028" y="301"/>
                    <a:pt x="928" y="201"/>
                    <a:pt x="928" y="201"/>
                  </a:cubicBezTo>
                  <a:cubicBezTo>
                    <a:pt x="928" y="167"/>
                    <a:pt x="928" y="156"/>
                    <a:pt x="924" y="156"/>
                  </a:cubicBezTo>
                  <a:cubicBezTo>
                    <a:pt x="916" y="156"/>
                    <a:pt x="894" y="201"/>
                    <a:pt x="827" y="201"/>
                  </a:cubicBezTo>
                  <a:lnTo>
                    <a:pt x="627" y="201"/>
                  </a:lnTo>
                  <a:lnTo>
                    <a:pt x="627" y="100"/>
                  </a:lnTo>
                  <a:cubicBezTo>
                    <a:pt x="527" y="100"/>
                    <a:pt x="527" y="201"/>
                    <a:pt x="527" y="201"/>
                  </a:cubicBezTo>
                  <a:cubicBezTo>
                    <a:pt x="401" y="201"/>
                    <a:pt x="401" y="100"/>
                    <a:pt x="401" y="100"/>
                  </a:cubicBezTo>
                  <a:cubicBezTo>
                    <a:pt x="334" y="100"/>
                    <a:pt x="357" y="56"/>
                    <a:pt x="349" y="56"/>
                  </a:cubicBezTo>
                  <a:cubicBezTo>
                    <a:pt x="346" y="56"/>
                    <a:pt x="334" y="67"/>
                    <a:pt x="301" y="100"/>
                  </a:cubicBezTo>
                  <a:lnTo>
                    <a:pt x="3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7"/>
            <p:cNvSpPr/>
            <p:nvPr/>
          </p:nvSpPr>
          <p:spPr>
            <a:xfrm>
              <a:off x="5066600" y="3749400"/>
              <a:ext cx="18200" cy="18650"/>
            </a:xfrm>
            <a:custGeom>
              <a:rect b="b" l="l" r="r" t="t"/>
              <a:pathLst>
                <a:path extrusionOk="0" h="746" w="728">
                  <a:moveTo>
                    <a:pt x="427" y="0"/>
                  </a:moveTo>
                  <a:lnTo>
                    <a:pt x="427" y="100"/>
                  </a:lnTo>
                  <a:cubicBezTo>
                    <a:pt x="326" y="100"/>
                    <a:pt x="326" y="201"/>
                    <a:pt x="326" y="201"/>
                  </a:cubicBezTo>
                  <a:lnTo>
                    <a:pt x="226" y="100"/>
                  </a:lnTo>
                  <a:lnTo>
                    <a:pt x="226" y="201"/>
                  </a:lnTo>
                  <a:cubicBezTo>
                    <a:pt x="226" y="234"/>
                    <a:pt x="212" y="245"/>
                    <a:pt x="194" y="245"/>
                  </a:cubicBezTo>
                  <a:cubicBezTo>
                    <a:pt x="156" y="245"/>
                    <a:pt x="101" y="201"/>
                    <a:pt x="101" y="201"/>
                  </a:cubicBezTo>
                  <a:lnTo>
                    <a:pt x="101" y="301"/>
                  </a:lnTo>
                  <a:cubicBezTo>
                    <a:pt x="34" y="301"/>
                    <a:pt x="12" y="256"/>
                    <a:pt x="4" y="256"/>
                  </a:cubicBezTo>
                  <a:cubicBezTo>
                    <a:pt x="1" y="256"/>
                    <a:pt x="1" y="267"/>
                    <a:pt x="1" y="301"/>
                  </a:cubicBezTo>
                  <a:lnTo>
                    <a:pt x="1" y="401"/>
                  </a:lnTo>
                  <a:lnTo>
                    <a:pt x="101" y="501"/>
                  </a:lnTo>
                  <a:cubicBezTo>
                    <a:pt x="176" y="637"/>
                    <a:pt x="206" y="691"/>
                    <a:pt x="218" y="691"/>
                  </a:cubicBezTo>
                  <a:cubicBezTo>
                    <a:pt x="226" y="691"/>
                    <a:pt x="226" y="667"/>
                    <a:pt x="226" y="627"/>
                  </a:cubicBezTo>
                  <a:cubicBezTo>
                    <a:pt x="226" y="627"/>
                    <a:pt x="271" y="671"/>
                    <a:pt x="300" y="671"/>
                  </a:cubicBezTo>
                  <a:cubicBezTo>
                    <a:pt x="315" y="671"/>
                    <a:pt x="326" y="660"/>
                    <a:pt x="326" y="627"/>
                  </a:cubicBezTo>
                  <a:lnTo>
                    <a:pt x="326" y="727"/>
                  </a:lnTo>
                  <a:cubicBezTo>
                    <a:pt x="340" y="740"/>
                    <a:pt x="350" y="746"/>
                    <a:pt x="357" y="746"/>
                  </a:cubicBezTo>
                  <a:cubicBezTo>
                    <a:pt x="403" y="746"/>
                    <a:pt x="340" y="501"/>
                    <a:pt x="427" y="501"/>
                  </a:cubicBezTo>
                  <a:cubicBezTo>
                    <a:pt x="427" y="627"/>
                    <a:pt x="527" y="627"/>
                    <a:pt x="527" y="627"/>
                  </a:cubicBezTo>
                  <a:lnTo>
                    <a:pt x="527" y="501"/>
                  </a:lnTo>
                  <a:lnTo>
                    <a:pt x="527" y="401"/>
                  </a:lnTo>
                  <a:lnTo>
                    <a:pt x="627" y="501"/>
                  </a:lnTo>
                  <a:cubicBezTo>
                    <a:pt x="727" y="501"/>
                    <a:pt x="727" y="401"/>
                    <a:pt x="727" y="401"/>
                  </a:cubicBezTo>
                  <a:lnTo>
                    <a:pt x="727" y="301"/>
                  </a:lnTo>
                  <a:cubicBezTo>
                    <a:pt x="627" y="100"/>
                    <a:pt x="627" y="0"/>
                    <a:pt x="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7"/>
            <p:cNvSpPr/>
            <p:nvPr/>
          </p:nvSpPr>
          <p:spPr>
            <a:xfrm>
              <a:off x="4669975" y="4495625"/>
              <a:ext cx="18200" cy="15700"/>
            </a:xfrm>
            <a:custGeom>
              <a:rect b="b" l="l" r="r" t="t"/>
              <a:pathLst>
                <a:path extrusionOk="0" h="628" w="728">
                  <a:moveTo>
                    <a:pt x="201" y="1"/>
                  </a:moveTo>
                  <a:lnTo>
                    <a:pt x="201" y="226"/>
                  </a:lnTo>
                  <a:cubicBezTo>
                    <a:pt x="201" y="226"/>
                    <a:pt x="201" y="101"/>
                    <a:pt x="101" y="101"/>
                  </a:cubicBezTo>
                  <a:lnTo>
                    <a:pt x="101" y="226"/>
                  </a:lnTo>
                  <a:lnTo>
                    <a:pt x="1" y="101"/>
                  </a:lnTo>
                  <a:lnTo>
                    <a:pt x="1" y="226"/>
                  </a:lnTo>
                  <a:lnTo>
                    <a:pt x="1" y="327"/>
                  </a:lnTo>
                  <a:lnTo>
                    <a:pt x="101" y="427"/>
                  </a:lnTo>
                  <a:lnTo>
                    <a:pt x="101" y="627"/>
                  </a:lnTo>
                  <a:cubicBezTo>
                    <a:pt x="101" y="577"/>
                    <a:pt x="101" y="577"/>
                    <a:pt x="114" y="577"/>
                  </a:cubicBezTo>
                  <a:cubicBezTo>
                    <a:pt x="126" y="577"/>
                    <a:pt x="151" y="577"/>
                    <a:pt x="201" y="527"/>
                  </a:cubicBezTo>
                  <a:lnTo>
                    <a:pt x="201" y="627"/>
                  </a:lnTo>
                  <a:cubicBezTo>
                    <a:pt x="201" y="577"/>
                    <a:pt x="201" y="552"/>
                    <a:pt x="214" y="552"/>
                  </a:cubicBezTo>
                  <a:cubicBezTo>
                    <a:pt x="226" y="552"/>
                    <a:pt x="251" y="577"/>
                    <a:pt x="302" y="627"/>
                  </a:cubicBezTo>
                  <a:lnTo>
                    <a:pt x="302" y="527"/>
                  </a:lnTo>
                  <a:cubicBezTo>
                    <a:pt x="427" y="527"/>
                    <a:pt x="427" y="627"/>
                    <a:pt x="427" y="627"/>
                  </a:cubicBezTo>
                  <a:lnTo>
                    <a:pt x="427" y="527"/>
                  </a:lnTo>
                  <a:lnTo>
                    <a:pt x="627" y="527"/>
                  </a:lnTo>
                  <a:lnTo>
                    <a:pt x="627" y="427"/>
                  </a:lnTo>
                  <a:cubicBezTo>
                    <a:pt x="627" y="427"/>
                    <a:pt x="627" y="382"/>
                    <a:pt x="657" y="382"/>
                  </a:cubicBezTo>
                  <a:cubicBezTo>
                    <a:pt x="672" y="382"/>
                    <a:pt x="694" y="393"/>
                    <a:pt x="728" y="427"/>
                  </a:cubicBezTo>
                  <a:lnTo>
                    <a:pt x="728" y="327"/>
                  </a:lnTo>
                  <a:cubicBezTo>
                    <a:pt x="627" y="101"/>
                    <a:pt x="627" y="1"/>
                    <a:pt x="627" y="1"/>
                  </a:cubicBezTo>
                  <a:lnTo>
                    <a:pt x="427" y="1"/>
                  </a:lnTo>
                  <a:lnTo>
                    <a:pt x="427" y="101"/>
                  </a:lnTo>
                  <a:lnTo>
                    <a:pt x="302" y="101"/>
                  </a:lnTo>
                  <a:lnTo>
                    <a:pt x="2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7"/>
            <p:cNvSpPr/>
            <p:nvPr/>
          </p:nvSpPr>
          <p:spPr>
            <a:xfrm>
              <a:off x="4661150" y="4526950"/>
              <a:ext cx="13875" cy="13200"/>
            </a:xfrm>
            <a:custGeom>
              <a:rect b="b" l="l" r="r" t="t"/>
              <a:pathLst>
                <a:path extrusionOk="0" h="528" w="555">
                  <a:moveTo>
                    <a:pt x="28" y="427"/>
                  </a:moveTo>
                  <a:cubicBezTo>
                    <a:pt x="7" y="448"/>
                    <a:pt x="0" y="456"/>
                    <a:pt x="3" y="456"/>
                  </a:cubicBezTo>
                  <a:cubicBezTo>
                    <a:pt x="5" y="456"/>
                    <a:pt x="15" y="450"/>
                    <a:pt x="29" y="441"/>
                  </a:cubicBezTo>
                  <a:lnTo>
                    <a:pt x="29" y="441"/>
                  </a:lnTo>
                  <a:cubicBezTo>
                    <a:pt x="28" y="437"/>
                    <a:pt x="28" y="432"/>
                    <a:pt x="28" y="427"/>
                  </a:cubicBezTo>
                  <a:close/>
                  <a:moveTo>
                    <a:pt x="53" y="427"/>
                  </a:moveTo>
                  <a:cubicBezTo>
                    <a:pt x="44" y="432"/>
                    <a:pt x="36" y="437"/>
                    <a:pt x="29" y="441"/>
                  </a:cubicBezTo>
                  <a:lnTo>
                    <a:pt x="29" y="441"/>
                  </a:lnTo>
                  <a:cubicBezTo>
                    <a:pt x="33" y="464"/>
                    <a:pt x="45" y="472"/>
                    <a:pt x="60" y="472"/>
                  </a:cubicBezTo>
                  <a:cubicBezTo>
                    <a:pt x="98" y="472"/>
                    <a:pt x="153" y="427"/>
                    <a:pt x="153" y="427"/>
                  </a:cubicBezTo>
                  <a:close/>
                  <a:moveTo>
                    <a:pt x="254" y="1"/>
                  </a:moveTo>
                  <a:lnTo>
                    <a:pt x="254" y="101"/>
                  </a:lnTo>
                  <a:cubicBezTo>
                    <a:pt x="153" y="101"/>
                    <a:pt x="153" y="227"/>
                    <a:pt x="153" y="227"/>
                  </a:cubicBezTo>
                  <a:lnTo>
                    <a:pt x="28" y="327"/>
                  </a:lnTo>
                  <a:lnTo>
                    <a:pt x="28" y="427"/>
                  </a:lnTo>
                  <a:lnTo>
                    <a:pt x="53" y="427"/>
                  </a:lnTo>
                  <a:cubicBezTo>
                    <a:pt x="78" y="413"/>
                    <a:pt x="108" y="398"/>
                    <a:pt x="128" y="398"/>
                  </a:cubicBezTo>
                  <a:cubicBezTo>
                    <a:pt x="143" y="398"/>
                    <a:pt x="153" y="406"/>
                    <a:pt x="153" y="427"/>
                  </a:cubicBezTo>
                  <a:lnTo>
                    <a:pt x="254" y="427"/>
                  </a:lnTo>
                  <a:lnTo>
                    <a:pt x="153" y="527"/>
                  </a:lnTo>
                  <a:lnTo>
                    <a:pt x="254" y="527"/>
                  </a:lnTo>
                  <a:lnTo>
                    <a:pt x="354" y="427"/>
                  </a:lnTo>
                  <a:lnTo>
                    <a:pt x="554" y="227"/>
                  </a:lnTo>
                  <a:lnTo>
                    <a:pt x="554" y="101"/>
                  </a:lnTo>
                  <a:lnTo>
                    <a:pt x="454" y="101"/>
                  </a:lnTo>
                  <a:lnTo>
                    <a:pt x="454" y="1"/>
                  </a:lnTo>
                  <a:lnTo>
                    <a:pt x="354" y="101"/>
                  </a:lnTo>
                  <a:lnTo>
                    <a:pt x="3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7"/>
            <p:cNvSpPr/>
            <p:nvPr/>
          </p:nvSpPr>
          <p:spPr>
            <a:xfrm>
              <a:off x="4625500" y="4573950"/>
              <a:ext cx="13175" cy="8175"/>
            </a:xfrm>
            <a:custGeom>
              <a:rect b="b" l="l" r="r" t="t"/>
              <a:pathLst>
                <a:path extrusionOk="0" h="327" w="527">
                  <a:moveTo>
                    <a:pt x="0" y="1"/>
                  </a:moveTo>
                  <a:cubicBezTo>
                    <a:pt x="0" y="1"/>
                    <a:pt x="101" y="1"/>
                    <a:pt x="0" y="101"/>
                  </a:cubicBezTo>
                  <a:lnTo>
                    <a:pt x="0" y="226"/>
                  </a:lnTo>
                  <a:cubicBezTo>
                    <a:pt x="0" y="326"/>
                    <a:pt x="0" y="326"/>
                    <a:pt x="101" y="326"/>
                  </a:cubicBezTo>
                  <a:lnTo>
                    <a:pt x="527" y="326"/>
                  </a:lnTo>
                  <a:lnTo>
                    <a:pt x="527" y="226"/>
                  </a:lnTo>
                  <a:lnTo>
                    <a:pt x="426" y="226"/>
                  </a:lnTo>
                  <a:lnTo>
                    <a:pt x="426" y="101"/>
                  </a:lnTo>
                  <a:cubicBezTo>
                    <a:pt x="426" y="101"/>
                    <a:pt x="527" y="101"/>
                    <a:pt x="5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7"/>
            <p:cNvSpPr/>
            <p:nvPr/>
          </p:nvSpPr>
          <p:spPr>
            <a:xfrm>
              <a:off x="4591950" y="4565325"/>
              <a:ext cx="19150" cy="24325"/>
            </a:xfrm>
            <a:custGeom>
              <a:rect b="b" l="l" r="r" t="t"/>
              <a:pathLst>
                <a:path extrusionOk="0" h="973" w="766">
                  <a:moveTo>
                    <a:pt x="22" y="827"/>
                  </a:moveTo>
                  <a:cubicBezTo>
                    <a:pt x="0" y="827"/>
                    <a:pt x="22" y="872"/>
                    <a:pt x="89" y="872"/>
                  </a:cubicBezTo>
                  <a:cubicBezTo>
                    <a:pt x="56" y="839"/>
                    <a:pt x="33" y="827"/>
                    <a:pt x="22" y="827"/>
                  </a:cubicBezTo>
                  <a:close/>
                  <a:moveTo>
                    <a:pt x="357" y="0"/>
                  </a:moveTo>
                  <a:cubicBezTo>
                    <a:pt x="290" y="0"/>
                    <a:pt x="290" y="45"/>
                    <a:pt x="290" y="45"/>
                  </a:cubicBezTo>
                  <a:cubicBezTo>
                    <a:pt x="290" y="145"/>
                    <a:pt x="189" y="145"/>
                    <a:pt x="290" y="145"/>
                  </a:cubicBezTo>
                  <a:cubicBezTo>
                    <a:pt x="290" y="145"/>
                    <a:pt x="290" y="245"/>
                    <a:pt x="189" y="245"/>
                  </a:cubicBezTo>
                  <a:cubicBezTo>
                    <a:pt x="89" y="245"/>
                    <a:pt x="290" y="346"/>
                    <a:pt x="189" y="346"/>
                  </a:cubicBezTo>
                  <a:lnTo>
                    <a:pt x="89" y="346"/>
                  </a:lnTo>
                  <a:cubicBezTo>
                    <a:pt x="189" y="346"/>
                    <a:pt x="189" y="446"/>
                    <a:pt x="189" y="446"/>
                  </a:cubicBezTo>
                  <a:cubicBezTo>
                    <a:pt x="189" y="446"/>
                    <a:pt x="89" y="446"/>
                    <a:pt x="89" y="571"/>
                  </a:cubicBezTo>
                  <a:lnTo>
                    <a:pt x="189" y="571"/>
                  </a:lnTo>
                  <a:cubicBezTo>
                    <a:pt x="189" y="671"/>
                    <a:pt x="89" y="671"/>
                    <a:pt x="89" y="671"/>
                  </a:cubicBezTo>
                  <a:lnTo>
                    <a:pt x="89" y="772"/>
                  </a:lnTo>
                  <a:cubicBezTo>
                    <a:pt x="89" y="772"/>
                    <a:pt x="189" y="872"/>
                    <a:pt x="89" y="872"/>
                  </a:cubicBezTo>
                  <a:cubicBezTo>
                    <a:pt x="415" y="972"/>
                    <a:pt x="515" y="972"/>
                    <a:pt x="515" y="972"/>
                  </a:cubicBezTo>
                  <a:lnTo>
                    <a:pt x="515" y="872"/>
                  </a:lnTo>
                  <a:lnTo>
                    <a:pt x="615" y="772"/>
                  </a:lnTo>
                  <a:lnTo>
                    <a:pt x="515" y="671"/>
                  </a:lnTo>
                  <a:cubicBezTo>
                    <a:pt x="615" y="671"/>
                    <a:pt x="615" y="571"/>
                    <a:pt x="615" y="571"/>
                  </a:cubicBezTo>
                  <a:cubicBezTo>
                    <a:pt x="716" y="571"/>
                    <a:pt x="716" y="571"/>
                    <a:pt x="716" y="446"/>
                  </a:cubicBezTo>
                  <a:cubicBezTo>
                    <a:pt x="716" y="446"/>
                    <a:pt x="615" y="446"/>
                    <a:pt x="615" y="346"/>
                  </a:cubicBezTo>
                  <a:lnTo>
                    <a:pt x="716" y="346"/>
                  </a:lnTo>
                  <a:lnTo>
                    <a:pt x="716" y="245"/>
                  </a:lnTo>
                  <a:cubicBezTo>
                    <a:pt x="716" y="195"/>
                    <a:pt x="741" y="195"/>
                    <a:pt x="753" y="195"/>
                  </a:cubicBezTo>
                  <a:cubicBezTo>
                    <a:pt x="766" y="195"/>
                    <a:pt x="766" y="195"/>
                    <a:pt x="716" y="145"/>
                  </a:cubicBezTo>
                  <a:lnTo>
                    <a:pt x="615" y="45"/>
                  </a:lnTo>
                  <a:lnTo>
                    <a:pt x="515" y="45"/>
                  </a:lnTo>
                  <a:cubicBezTo>
                    <a:pt x="440" y="11"/>
                    <a:pt x="390" y="0"/>
                    <a:pt x="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7"/>
            <p:cNvSpPr/>
            <p:nvPr/>
          </p:nvSpPr>
          <p:spPr>
            <a:xfrm>
              <a:off x="4573500" y="4554950"/>
              <a:ext cx="13175" cy="15075"/>
            </a:xfrm>
            <a:custGeom>
              <a:rect b="b" l="l" r="r" t="t"/>
              <a:pathLst>
                <a:path extrusionOk="0" h="603" w="527">
                  <a:moveTo>
                    <a:pt x="71" y="48"/>
                  </a:moveTo>
                  <a:cubicBezTo>
                    <a:pt x="71" y="48"/>
                    <a:pt x="80" y="60"/>
                    <a:pt x="92" y="76"/>
                  </a:cubicBezTo>
                  <a:lnTo>
                    <a:pt x="92" y="76"/>
                  </a:lnTo>
                  <a:cubicBezTo>
                    <a:pt x="94" y="76"/>
                    <a:pt x="97" y="76"/>
                    <a:pt x="100" y="76"/>
                  </a:cubicBezTo>
                  <a:cubicBezTo>
                    <a:pt x="80" y="56"/>
                    <a:pt x="72" y="48"/>
                    <a:pt x="71" y="48"/>
                  </a:cubicBezTo>
                  <a:close/>
                  <a:moveTo>
                    <a:pt x="213" y="1"/>
                  </a:moveTo>
                  <a:cubicBezTo>
                    <a:pt x="201" y="1"/>
                    <a:pt x="201" y="26"/>
                    <a:pt x="201" y="76"/>
                  </a:cubicBezTo>
                  <a:lnTo>
                    <a:pt x="100" y="76"/>
                  </a:lnTo>
                  <a:lnTo>
                    <a:pt x="100" y="89"/>
                  </a:lnTo>
                  <a:lnTo>
                    <a:pt x="100" y="89"/>
                  </a:lnTo>
                  <a:cubicBezTo>
                    <a:pt x="97" y="84"/>
                    <a:pt x="95" y="80"/>
                    <a:pt x="92" y="76"/>
                  </a:cubicBezTo>
                  <a:lnTo>
                    <a:pt x="92" y="76"/>
                  </a:lnTo>
                  <a:cubicBezTo>
                    <a:pt x="6" y="76"/>
                    <a:pt x="100" y="79"/>
                    <a:pt x="100" y="176"/>
                  </a:cubicBezTo>
                  <a:lnTo>
                    <a:pt x="100" y="89"/>
                  </a:lnTo>
                  <a:lnTo>
                    <a:pt x="100" y="89"/>
                  </a:lnTo>
                  <a:cubicBezTo>
                    <a:pt x="125" y="126"/>
                    <a:pt x="150" y="176"/>
                    <a:pt x="100" y="176"/>
                  </a:cubicBezTo>
                  <a:cubicBezTo>
                    <a:pt x="100" y="218"/>
                    <a:pt x="100" y="232"/>
                    <a:pt x="97" y="232"/>
                  </a:cubicBezTo>
                  <a:cubicBezTo>
                    <a:pt x="89" y="232"/>
                    <a:pt x="67" y="176"/>
                    <a:pt x="0" y="176"/>
                  </a:cubicBezTo>
                  <a:lnTo>
                    <a:pt x="0" y="302"/>
                  </a:lnTo>
                  <a:cubicBezTo>
                    <a:pt x="0" y="260"/>
                    <a:pt x="0" y="246"/>
                    <a:pt x="4" y="246"/>
                  </a:cubicBezTo>
                  <a:cubicBezTo>
                    <a:pt x="11" y="246"/>
                    <a:pt x="34" y="302"/>
                    <a:pt x="100" y="302"/>
                  </a:cubicBezTo>
                  <a:cubicBezTo>
                    <a:pt x="301" y="502"/>
                    <a:pt x="301" y="602"/>
                    <a:pt x="301" y="602"/>
                  </a:cubicBezTo>
                  <a:lnTo>
                    <a:pt x="401" y="602"/>
                  </a:lnTo>
                  <a:lnTo>
                    <a:pt x="401" y="502"/>
                  </a:lnTo>
                  <a:lnTo>
                    <a:pt x="526" y="502"/>
                  </a:lnTo>
                  <a:lnTo>
                    <a:pt x="401" y="402"/>
                  </a:lnTo>
                  <a:cubicBezTo>
                    <a:pt x="401" y="368"/>
                    <a:pt x="415" y="357"/>
                    <a:pt x="434" y="357"/>
                  </a:cubicBezTo>
                  <a:cubicBezTo>
                    <a:pt x="471" y="357"/>
                    <a:pt x="526" y="402"/>
                    <a:pt x="526" y="402"/>
                  </a:cubicBezTo>
                  <a:lnTo>
                    <a:pt x="526" y="302"/>
                  </a:lnTo>
                  <a:lnTo>
                    <a:pt x="401" y="176"/>
                  </a:lnTo>
                  <a:cubicBezTo>
                    <a:pt x="401" y="176"/>
                    <a:pt x="301" y="176"/>
                    <a:pt x="301" y="76"/>
                  </a:cubicBezTo>
                  <a:cubicBezTo>
                    <a:pt x="251" y="26"/>
                    <a:pt x="226" y="1"/>
                    <a:pt x="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7"/>
            <p:cNvSpPr/>
            <p:nvPr/>
          </p:nvSpPr>
          <p:spPr>
            <a:xfrm>
              <a:off x="4549675" y="4692800"/>
              <a:ext cx="26350" cy="15700"/>
            </a:xfrm>
            <a:custGeom>
              <a:rect b="b" l="l" r="r" t="t"/>
              <a:pathLst>
                <a:path extrusionOk="0" h="628" w="1054">
                  <a:moveTo>
                    <a:pt x="527" y="1"/>
                  </a:moveTo>
                  <a:cubicBezTo>
                    <a:pt x="527" y="101"/>
                    <a:pt x="427" y="201"/>
                    <a:pt x="427" y="201"/>
                  </a:cubicBezTo>
                  <a:lnTo>
                    <a:pt x="427" y="101"/>
                  </a:lnTo>
                  <a:lnTo>
                    <a:pt x="327" y="101"/>
                  </a:lnTo>
                  <a:cubicBezTo>
                    <a:pt x="226" y="101"/>
                    <a:pt x="226" y="201"/>
                    <a:pt x="226" y="201"/>
                  </a:cubicBezTo>
                  <a:cubicBezTo>
                    <a:pt x="1" y="201"/>
                    <a:pt x="1" y="301"/>
                    <a:pt x="101" y="301"/>
                  </a:cubicBezTo>
                  <a:lnTo>
                    <a:pt x="101" y="427"/>
                  </a:lnTo>
                  <a:lnTo>
                    <a:pt x="101" y="527"/>
                  </a:lnTo>
                  <a:lnTo>
                    <a:pt x="226" y="527"/>
                  </a:lnTo>
                  <a:cubicBezTo>
                    <a:pt x="226" y="627"/>
                    <a:pt x="327" y="627"/>
                    <a:pt x="327" y="627"/>
                  </a:cubicBezTo>
                  <a:lnTo>
                    <a:pt x="427" y="527"/>
                  </a:lnTo>
                  <a:cubicBezTo>
                    <a:pt x="527" y="527"/>
                    <a:pt x="527" y="627"/>
                    <a:pt x="527" y="627"/>
                  </a:cubicBezTo>
                  <a:cubicBezTo>
                    <a:pt x="577" y="577"/>
                    <a:pt x="602" y="577"/>
                    <a:pt x="615" y="577"/>
                  </a:cubicBezTo>
                  <a:cubicBezTo>
                    <a:pt x="627" y="577"/>
                    <a:pt x="627" y="577"/>
                    <a:pt x="627" y="527"/>
                  </a:cubicBezTo>
                  <a:cubicBezTo>
                    <a:pt x="627" y="527"/>
                    <a:pt x="627" y="572"/>
                    <a:pt x="657" y="572"/>
                  </a:cubicBezTo>
                  <a:cubicBezTo>
                    <a:pt x="672" y="572"/>
                    <a:pt x="694" y="560"/>
                    <a:pt x="728" y="527"/>
                  </a:cubicBezTo>
                  <a:lnTo>
                    <a:pt x="728" y="427"/>
                  </a:lnTo>
                  <a:lnTo>
                    <a:pt x="853" y="527"/>
                  </a:lnTo>
                  <a:lnTo>
                    <a:pt x="953" y="427"/>
                  </a:lnTo>
                  <a:lnTo>
                    <a:pt x="953" y="301"/>
                  </a:lnTo>
                  <a:cubicBezTo>
                    <a:pt x="953" y="201"/>
                    <a:pt x="853" y="201"/>
                    <a:pt x="1053" y="201"/>
                  </a:cubicBezTo>
                  <a:lnTo>
                    <a:pt x="953" y="201"/>
                  </a:lnTo>
                  <a:cubicBezTo>
                    <a:pt x="728" y="101"/>
                    <a:pt x="728" y="101"/>
                    <a:pt x="627" y="101"/>
                  </a:cubicBezTo>
                  <a:lnTo>
                    <a:pt x="527" y="101"/>
                  </a:lnTo>
                  <a:lnTo>
                    <a:pt x="5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7"/>
            <p:cNvSpPr/>
            <p:nvPr/>
          </p:nvSpPr>
          <p:spPr>
            <a:xfrm>
              <a:off x="4547175" y="4663975"/>
              <a:ext cx="26350" cy="21575"/>
            </a:xfrm>
            <a:custGeom>
              <a:rect b="b" l="l" r="r" t="t"/>
              <a:pathLst>
                <a:path extrusionOk="0" h="863" w="1054">
                  <a:moveTo>
                    <a:pt x="627" y="1"/>
                  </a:moveTo>
                  <a:lnTo>
                    <a:pt x="627" y="101"/>
                  </a:lnTo>
                  <a:lnTo>
                    <a:pt x="527" y="101"/>
                  </a:lnTo>
                  <a:lnTo>
                    <a:pt x="527" y="201"/>
                  </a:lnTo>
                  <a:lnTo>
                    <a:pt x="427" y="201"/>
                  </a:lnTo>
                  <a:cubicBezTo>
                    <a:pt x="427" y="243"/>
                    <a:pt x="427" y="257"/>
                    <a:pt x="423" y="257"/>
                  </a:cubicBezTo>
                  <a:cubicBezTo>
                    <a:pt x="415" y="257"/>
                    <a:pt x="393" y="201"/>
                    <a:pt x="326" y="201"/>
                  </a:cubicBezTo>
                  <a:lnTo>
                    <a:pt x="326" y="427"/>
                  </a:lnTo>
                  <a:cubicBezTo>
                    <a:pt x="201" y="427"/>
                    <a:pt x="201" y="327"/>
                    <a:pt x="201" y="327"/>
                  </a:cubicBezTo>
                  <a:cubicBezTo>
                    <a:pt x="101" y="327"/>
                    <a:pt x="201" y="427"/>
                    <a:pt x="101" y="427"/>
                  </a:cubicBezTo>
                  <a:cubicBezTo>
                    <a:pt x="101" y="460"/>
                    <a:pt x="90" y="471"/>
                    <a:pt x="75" y="471"/>
                  </a:cubicBezTo>
                  <a:cubicBezTo>
                    <a:pt x="45" y="471"/>
                    <a:pt x="0" y="427"/>
                    <a:pt x="0" y="427"/>
                  </a:cubicBezTo>
                  <a:lnTo>
                    <a:pt x="0" y="527"/>
                  </a:lnTo>
                  <a:lnTo>
                    <a:pt x="0" y="627"/>
                  </a:lnTo>
                  <a:cubicBezTo>
                    <a:pt x="101" y="627"/>
                    <a:pt x="101" y="728"/>
                    <a:pt x="101" y="728"/>
                  </a:cubicBezTo>
                  <a:cubicBezTo>
                    <a:pt x="148" y="834"/>
                    <a:pt x="173" y="863"/>
                    <a:pt x="186" y="863"/>
                  </a:cubicBezTo>
                  <a:cubicBezTo>
                    <a:pt x="201" y="863"/>
                    <a:pt x="201" y="828"/>
                    <a:pt x="201" y="828"/>
                  </a:cubicBezTo>
                  <a:lnTo>
                    <a:pt x="427" y="828"/>
                  </a:lnTo>
                  <a:cubicBezTo>
                    <a:pt x="427" y="778"/>
                    <a:pt x="427" y="753"/>
                    <a:pt x="439" y="753"/>
                  </a:cubicBezTo>
                  <a:cubicBezTo>
                    <a:pt x="452" y="753"/>
                    <a:pt x="477" y="778"/>
                    <a:pt x="527" y="828"/>
                  </a:cubicBezTo>
                  <a:cubicBezTo>
                    <a:pt x="627" y="828"/>
                    <a:pt x="527" y="627"/>
                    <a:pt x="527" y="627"/>
                  </a:cubicBezTo>
                  <a:cubicBezTo>
                    <a:pt x="627" y="627"/>
                    <a:pt x="627" y="728"/>
                    <a:pt x="627" y="728"/>
                  </a:cubicBezTo>
                  <a:lnTo>
                    <a:pt x="627" y="627"/>
                  </a:lnTo>
                  <a:lnTo>
                    <a:pt x="727" y="627"/>
                  </a:lnTo>
                  <a:lnTo>
                    <a:pt x="727" y="527"/>
                  </a:lnTo>
                  <a:cubicBezTo>
                    <a:pt x="727" y="494"/>
                    <a:pt x="738" y="483"/>
                    <a:pt x="753" y="483"/>
                  </a:cubicBezTo>
                  <a:cubicBezTo>
                    <a:pt x="783" y="483"/>
                    <a:pt x="828" y="527"/>
                    <a:pt x="828" y="527"/>
                  </a:cubicBezTo>
                  <a:lnTo>
                    <a:pt x="953" y="527"/>
                  </a:lnTo>
                  <a:lnTo>
                    <a:pt x="953" y="427"/>
                  </a:lnTo>
                  <a:cubicBezTo>
                    <a:pt x="953" y="427"/>
                    <a:pt x="953" y="368"/>
                    <a:pt x="966" y="340"/>
                  </a:cubicBezTo>
                  <a:lnTo>
                    <a:pt x="966" y="340"/>
                  </a:lnTo>
                  <a:lnTo>
                    <a:pt x="1053" y="427"/>
                  </a:lnTo>
                  <a:cubicBezTo>
                    <a:pt x="1020" y="352"/>
                    <a:pt x="997" y="327"/>
                    <a:pt x="983" y="327"/>
                  </a:cubicBezTo>
                  <a:cubicBezTo>
                    <a:pt x="976" y="327"/>
                    <a:pt x="970" y="332"/>
                    <a:pt x="966" y="340"/>
                  </a:cubicBezTo>
                  <a:lnTo>
                    <a:pt x="966" y="340"/>
                  </a:lnTo>
                  <a:lnTo>
                    <a:pt x="953" y="327"/>
                  </a:lnTo>
                  <a:lnTo>
                    <a:pt x="8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7"/>
            <p:cNvSpPr/>
            <p:nvPr/>
          </p:nvSpPr>
          <p:spPr>
            <a:xfrm>
              <a:off x="5087900" y="4464300"/>
              <a:ext cx="20700" cy="16200"/>
            </a:xfrm>
            <a:custGeom>
              <a:rect b="b" l="l" r="r" t="t"/>
              <a:pathLst>
                <a:path extrusionOk="0" h="648" w="828">
                  <a:moveTo>
                    <a:pt x="201" y="1"/>
                  </a:moveTo>
                  <a:cubicBezTo>
                    <a:pt x="101" y="1"/>
                    <a:pt x="101" y="101"/>
                    <a:pt x="101" y="101"/>
                  </a:cubicBezTo>
                  <a:lnTo>
                    <a:pt x="1" y="101"/>
                  </a:lnTo>
                  <a:lnTo>
                    <a:pt x="1" y="226"/>
                  </a:lnTo>
                  <a:lnTo>
                    <a:pt x="1" y="427"/>
                  </a:lnTo>
                  <a:lnTo>
                    <a:pt x="1" y="527"/>
                  </a:lnTo>
                  <a:lnTo>
                    <a:pt x="101" y="527"/>
                  </a:lnTo>
                  <a:cubicBezTo>
                    <a:pt x="101" y="527"/>
                    <a:pt x="201" y="527"/>
                    <a:pt x="201" y="627"/>
                  </a:cubicBezTo>
                  <a:cubicBezTo>
                    <a:pt x="201" y="642"/>
                    <a:pt x="203" y="648"/>
                    <a:pt x="207" y="648"/>
                  </a:cubicBezTo>
                  <a:cubicBezTo>
                    <a:pt x="225" y="648"/>
                    <a:pt x="278" y="506"/>
                    <a:pt x="296" y="506"/>
                  </a:cubicBezTo>
                  <a:cubicBezTo>
                    <a:pt x="299" y="506"/>
                    <a:pt x="301" y="512"/>
                    <a:pt x="301" y="527"/>
                  </a:cubicBezTo>
                  <a:cubicBezTo>
                    <a:pt x="301" y="527"/>
                    <a:pt x="301" y="627"/>
                    <a:pt x="402" y="627"/>
                  </a:cubicBezTo>
                  <a:lnTo>
                    <a:pt x="402" y="527"/>
                  </a:lnTo>
                  <a:lnTo>
                    <a:pt x="502" y="527"/>
                  </a:lnTo>
                  <a:lnTo>
                    <a:pt x="502" y="427"/>
                  </a:lnTo>
                  <a:lnTo>
                    <a:pt x="627" y="527"/>
                  </a:lnTo>
                  <a:lnTo>
                    <a:pt x="727" y="527"/>
                  </a:lnTo>
                  <a:cubicBezTo>
                    <a:pt x="727" y="527"/>
                    <a:pt x="727" y="438"/>
                    <a:pt x="757" y="438"/>
                  </a:cubicBezTo>
                  <a:cubicBezTo>
                    <a:pt x="772" y="438"/>
                    <a:pt x="794" y="460"/>
                    <a:pt x="828" y="527"/>
                  </a:cubicBezTo>
                  <a:lnTo>
                    <a:pt x="828" y="427"/>
                  </a:lnTo>
                  <a:lnTo>
                    <a:pt x="828" y="1"/>
                  </a:lnTo>
                  <a:lnTo>
                    <a:pt x="627" y="1"/>
                  </a:lnTo>
                  <a:cubicBezTo>
                    <a:pt x="627" y="1"/>
                    <a:pt x="502" y="1"/>
                    <a:pt x="502" y="101"/>
                  </a:cubicBezTo>
                  <a:lnTo>
                    <a:pt x="301" y="101"/>
                  </a:lnTo>
                  <a:lnTo>
                    <a:pt x="301" y="1"/>
                  </a:lnTo>
                  <a:lnTo>
                    <a:pt x="201" y="101"/>
                  </a:lnTo>
                  <a:lnTo>
                    <a:pt x="2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7"/>
            <p:cNvSpPr/>
            <p:nvPr/>
          </p:nvSpPr>
          <p:spPr>
            <a:xfrm>
              <a:off x="5090400" y="4506275"/>
              <a:ext cx="20700" cy="18200"/>
            </a:xfrm>
            <a:custGeom>
              <a:rect b="b" l="l" r="r" t="t"/>
              <a:pathLst>
                <a:path extrusionOk="0" h="728" w="828">
                  <a:moveTo>
                    <a:pt x="1" y="1"/>
                  </a:moveTo>
                  <a:lnTo>
                    <a:pt x="1" y="101"/>
                  </a:lnTo>
                  <a:lnTo>
                    <a:pt x="1" y="201"/>
                  </a:lnTo>
                  <a:lnTo>
                    <a:pt x="1" y="302"/>
                  </a:lnTo>
                  <a:lnTo>
                    <a:pt x="1" y="427"/>
                  </a:lnTo>
                  <a:cubicBezTo>
                    <a:pt x="1" y="427"/>
                    <a:pt x="1" y="527"/>
                    <a:pt x="101" y="527"/>
                  </a:cubicBezTo>
                  <a:cubicBezTo>
                    <a:pt x="101" y="548"/>
                    <a:pt x="106" y="556"/>
                    <a:pt x="113" y="556"/>
                  </a:cubicBezTo>
                  <a:cubicBezTo>
                    <a:pt x="132" y="556"/>
                    <a:pt x="171" y="498"/>
                    <a:pt x="190" y="498"/>
                  </a:cubicBezTo>
                  <a:cubicBezTo>
                    <a:pt x="197" y="498"/>
                    <a:pt x="201" y="506"/>
                    <a:pt x="201" y="527"/>
                  </a:cubicBezTo>
                  <a:cubicBezTo>
                    <a:pt x="201" y="527"/>
                    <a:pt x="201" y="627"/>
                    <a:pt x="302" y="627"/>
                  </a:cubicBezTo>
                  <a:lnTo>
                    <a:pt x="302" y="527"/>
                  </a:lnTo>
                  <a:cubicBezTo>
                    <a:pt x="402" y="527"/>
                    <a:pt x="302" y="627"/>
                    <a:pt x="302" y="627"/>
                  </a:cubicBezTo>
                  <a:lnTo>
                    <a:pt x="402" y="627"/>
                  </a:lnTo>
                  <a:cubicBezTo>
                    <a:pt x="402" y="627"/>
                    <a:pt x="527" y="627"/>
                    <a:pt x="402" y="728"/>
                  </a:cubicBezTo>
                  <a:lnTo>
                    <a:pt x="527" y="627"/>
                  </a:lnTo>
                  <a:cubicBezTo>
                    <a:pt x="728" y="527"/>
                    <a:pt x="828" y="427"/>
                    <a:pt x="828" y="427"/>
                  </a:cubicBezTo>
                  <a:lnTo>
                    <a:pt x="828" y="302"/>
                  </a:lnTo>
                  <a:lnTo>
                    <a:pt x="728" y="302"/>
                  </a:lnTo>
                  <a:lnTo>
                    <a:pt x="627" y="201"/>
                  </a:lnTo>
                  <a:lnTo>
                    <a:pt x="527" y="201"/>
                  </a:lnTo>
                  <a:lnTo>
                    <a:pt x="402" y="101"/>
                  </a:lnTo>
                  <a:lnTo>
                    <a:pt x="402" y="1"/>
                  </a:lnTo>
                  <a:cubicBezTo>
                    <a:pt x="302" y="1"/>
                    <a:pt x="302" y="101"/>
                    <a:pt x="302" y="101"/>
                  </a:cubicBezTo>
                  <a:cubicBezTo>
                    <a:pt x="201" y="101"/>
                    <a:pt x="201" y="1"/>
                    <a:pt x="201" y="1"/>
                  </a:cubicBezTo>
                  <a:cubicBezTo>
                    <a:pt x="201" y="1"/>
                    <a:pt x="201" y="101"/>
                    <a:pt x="101" y="101"/>
                  </a:cubicBezTo>
                  <a:lnTo>
                    <a:pt x="101" y="1"/>
                  </a:lnTo>
                  <a:cubicBezTo>
                    <a:pt x="101" y="34"/>
                    <a:pt x="101" y="45"/>
                    <a:pt x="97" y="45"/>
                  </a:cubicBezTo>
                  <a:cubicBezTo>
                    <a:pt x="90" y="45"/>
                    <a:pt x="68"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7"/>
            <p:cNvSpPr/>
            <p:nvPr/>
          </p:nvSpPr>
          <p:spPr>
            <a:xfrm>
              <a:off x="5072250" y="4535100"/>
              <a:ext cx="23200" cy="21750"/>
            </a:xfrm>
            <a:custGeom>
              <a:rect b="b" l="l" r="r" t="t"/>
              <a:pathLst>
                <a:path extrusionOk="0" h="870" w="928">
                  <a:moveTo>
                    <a:pt x="301" y="1"/>
                  </a:moveTo>
                  <a:cubicBezTo>
                    <a:pt x="201" y="101"/>
                    <a:pt x="201" y="101"/>
                    <a:pt x="100" y="101"/>
                  </a:cubicBezTo>
                  <a:lnTo>
                    <a:pt x="0" y="201"/>
                  </a:lnTo>
                  <a:lnTo>
                    <a:pt x="100" y="201"/>
                  </a:lnTo>
                  <a:cubicBezTo>
                    <a:pt x="100" y="302"/>
                    <a:pt x="0" y="302"/>
                    <a:pt x="100" y="302"/>
                  </a:cubicBezTo>
                  <a:cubicBezTo>
                    <a:pt x="100" y="302"/>
                    <a:pt x="201" y="402"/>
                    <a:pt x="100" y="402"/>
                  </a:cubicBezTo>
                  <a:cubicBezTo>
                    <a:pt x="63" y="486"/>
                    <a:pt x="82" y="507"/>
                    <a:pt x="120" y="507"/>
                  </a:cubicBezTo>
                  <a:cubicBezTo>
                    <a:pt x="158" y="507"/>
                    <a:pt x="215" y="486"/>
                    <a:pt x="255" y="486"/>
                  </a:cubicBezTo>
                  <a:cubicBezTo>
                    <a:pt x="282" y="486"/>
                    <a:pt x="301" y="496"/>
                    <a:pt x="301" y="527"/>
                  </a:cubicBezTo>
                  <a:cubicBezTo>
                    <a:pt x="301" y="527"/>
                    <a:pt x="201" y="627"/>
                    <a:pt x="301" y="627"/>
                  </a:cubicBezTo>
                  <a:lnTo>
                    <a:pt x="401" y="627"/>
                  </a:lnTo>
                  <a:lnTo>
                    <a:pt x="401" y="728"/>
                  </a:lnTo>
                  <a:lnTo>
                    <a:pt x="501" y="627"/>
                  </a:lnTo>
                  <a:lnTo>
                    <a:pt x="501" y="728"/>
                  </a:lnTo>
                  <a:cubicBezTo>
                    <a:pt x="501" y="828"/>
                    <a:pt x="501" y="828"/>
                    <a:pt x="627" y="828"/>
                  </a:cubicBezTo>
                  <a:lnTo>
                    <a:pt x="727" y="828"/>
                  </a:lnTo>
                  <a:cubicBezTo>
                    <a:pt x="727" y="857"/>
                    <a:pt x="727" y="869"/>
                    <a:pt x="729" y="869"/>
                  </a:cubicBezTo>
                  <a:cubicBezTo>
                    <a:pt x="736" y="869"/>
                    <a:pt x="756" y="798"/>
                    <a:pt x="827" y="728"/>
                  </a:cubicBezTo>
                  <a:cubicBezTo>
                    <a:pt x="927" y="527"/>
                    <a:pt x="927" y="402"/>
                    <a:pt x="927" y="402"/>
                  </a:cubicBezTo>
                  <a:cubicBezTo>
                    <a:pt x="927" y="368"/>
                    <a:pt x="916" y="357"/>
                    <a:pt x="901" y="357"/>
                  </a:cubicBezTo>
                  <a:cubicBezTo>
                    <a:pt x="872" y="357"/>
                    <a:pt x="827" y="402"/>
                    <a:pt x="827" y="402"/>
                  </a:cubicBezTo>
                  <a:lnTo>
                    <a:pt x="827" y="302"/>
                  </a:lnTo>
                  <a:lnTo>
                    <a:pt x="627" y="302"/>
                  </a:lnTo>
                  <a:lnTo>
                    <a:pt x="627" y="201"/>
                  </a:lnTo>
                  <a:lnTo>
                    <a:pt x="501" y="201"/>
                  </a:lnTo>
                  <a:cubicBezTo>
                    <a:pt x="401" y="201"/>
                    <a:pt x="501" y="101"/>
                    <a:pt x="501" y="101"/>
                  </a:cubicBezTo>
                  <a:lnTo>
                    <a:pt x="401" y="101"/>
                  </a:lnTo>
                  <a:lnTo>
                    <a:pt x="4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7"/>
            <p:cNvSpPr/>
            <p:nvPr/>
          </p:nvSpPr>
          <p:spPr>
            <a:xfrm>
              <a:off x="5050925" y="4571450"/>
              <a:ext cx="18200" cy="18200"/>
            </a:xfrm>
            <a:custGeom>
              <a:rect b="b" l="l" r="r" t="t"/>
              <a:pathLst>
                <a:path extrusionOk="0" h="728" w="728">
                  <a:moveTo>
                    <a:pt x="227" y="0"/>
                  </a:moveTo>
                  <a:cubicBezTo>
                    <a:pt x="227" y="0"/>
                    <a:pt x="227" y="101"/>
                    <a:pt x="101" y="101"/>
                  </a:cubicBezTo>
                  <a:lnTo>
                    <a:pt x="1" y="201"/>
                  </a:lnTo>
                  <a:cubicBezTo>
                    <a:pt x="101" y="201"/>
                    <a:pt x="1" y="326"/>
                    <a:pt x="101" y="326"/>
                  </a:cubicBezTo>
                  <a:lnTo>
                    <a:pt x="101" y="426"/>
                  </a:lnTo>
                  <a:cubicBezTo>
                    <a:pt x="80" y="448"/>
                    <a:pt x="73" y="455"/>
                    <a:pt x="76" y="455"/>
                  </a:cubicBezTo>
                  <a:cubicBezTo>
                    <a:pt x="83" y="455"/>
                    <a:pt x="161" y="398"/>
                    <a:pt x="201" y="398"/>
                  </a:cubicBezTo>
                  <a:cubicBezTo>
                    <a:pt x="216" y="398"/>
                    <a:pt x="227" y="405"/>
                    <a:pt x="227" y="426"/>
                  </a:cubicBezTo>
                  <a:lnTo>
                    <a:pt x="101" y="527"/>
                  </a:lnTo>
                  <a:lnTo>
                    <a:pt x="227" y="527"/>
                  </a:lnTo>
                  <a:cubicBezTo>
                    <a:pt x="227" y="577"/>
                    <a:pt x="227" y="602"/>
                    <a:pt x="239" y="602"/>
                  </a:cubicBezTo>
                  <a:cubicBezTo>
                    <a:pt x="252" y="602"/>
                    <a:pt x="277" y="577"/>
                    <a:pt x="327" y="527"/>
                  </a:cubicBezTo>
                  <a:cubicBezTo>
                    <a:pt x="427" y="527"/>
                    <a:pt x="327" y="627"/>
                    <a:pt x="327" y="627"/>
                  </a:cubicBezTo>
                  <a:lnTo>
                    <a:pt x="327" y="727"/>
                  </a:lnTo>
                  <a:lnTo>
                    <a:pt x="427" y="727"/>
                  </a:lnTo>
                  <a:cubicBezTo>
                    <a:pt x="728" y="627"/>
                    <a:pt x="728" y="527"/>
                    <a:pt x="728" y="527"/>
                  </a:cubicBezTo>
                  <a:lnTo>
                    <a:pt x="728" y="426"/>
                  </a:lnTo>
                  <a:lnTo>
                    <a:pt x="628" y="326"/>
                  </a:lnTo>
                  <a:lnTo>
                    <a:pt x="527" y="201"/>
                  </a:lnTo>
                  <a:cubicBezTo>
                    <a:pt x="628" y="201"/>
                    <a:pt x="628" y="201"/>
                    <a:pt x="628" y="101"/>
                  </a:cubicBezTo>
                  <a:cubicBezTo>
                    <a:pt x="527" y="101"/>
                    <a:pt x="527" y="201"/>
                    <a:pt x="427" y="201"/>
                  </a:cubicBezTo>
                  <a:cubicBezTo>
                    <a:pt x="427" y="101"/>
                    <a:pt x="527" y="101"/>
                    <a:pt x="527" y="101"/>
                  </a:cubicBezTo>
                  <a:lnTo>
                    <a:pt x="427" y="101"/>
                  </a:lnTo>
                  <a:lnTo>
                    <a:pt x="4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7"/>
            <p:cNvSpPr/>
            <p:nvPr/>
          </p:nvSpPr>
          <p:spPr>
            <a:xfrm>
              <a:off x="4716975" y="4372825"/>
              <a:ext cx="36375" cy="31350"/>
            </a:xfrm>
            <a:custGeom>
              <a:rect b="b" l="l" r="r" t="t"/>
              <a:pathLst>
                <a:path extrusionOk="0" h="1254" w="1455">
                  <a:moveTo>
                    <a:pt x="301" y="0"/>
                  </a:moveTo>
                  <a:lnTo>
                    <a:pt x="201" y="126"/>
                  </a:lnTo>
                  <a:cubicBezTo>
                    <a:pt x="0" y="226"/>
                    <a:pt x="101" y="226"/>
                    <a:pt x="101" y="226"/>
                  </a:cubicBezTo>
                  <a:lnTo>
                    <a:pt x="101" y="326"/>
                  </a:lnTo>
                  <a:cubicBezTo>
                    <a:pt x="201" y="427"/>
                    <a:pt x="101" y="427"/>
                    <a:pt x="201" y="527"/>
                  </a:cubicBezTo>
                  <a:cubicBezTo>
                    <a:pt x="301" y="527"/>
                    <a:pt x="301" y="527"/>
                    <a:pt x="301" y="627"/>
                  </a:cubicBezTo>
                  <a:cubicBezTo>
                    <a:pt x="251" y="690"/>
                    <a:pt x="308" y="690"/>
                    <a:pt x="376" y="690"/>
                  </a:cubicBezTo>
                  <a:cubicBezTo>
                    <a:pt x="445" y="690"/>
                    <a:pt x="527" y="690"/>
                    <a:pt x="527" y="752"/>
                  </a:cubicBezTo>
                  <a:lnTo>
                    <a:pt x="527" y="853"/>
                  </a:lnTo>
                  <a:lnTo>
                    <a:pt x="627" y="853"/>
                  </a:lnTo>
                  <a:lnTo>
                    <a:pt x="627" y="953"/>
                  </a:lnTo>
                  <a:lnTo>
                    <a:pt x="727" y="953"/>
                  </a:lnTo>
                  <a:cubicBezTo>
                    <a:pt x="727" y="953"/>
                    <a:pt x="772" y="997"/>
                    <a:pt x="802" y="997"/>
                  </a:cubicBezTo>
                  <a:cubicBezTo>
                    <a:pt x="816" y="997"/>
                    <a:pt x="828" y="986"/>
                    <a:pt x="828" y="953"/>
                  </a:cubicBezTo>
                  <a:cubicBezTo>
                    <a:pt x="928" y="953"/>
                    <a:pt x="928" y="1053"/>
                    <a:pt x="928" y="1053"/>
                  </a:cubicBezTo>
                  <a:cubicBezTo>
                    <a:pt x="928" y="1153"/>
                    <a:pt x="928" y="1153"/>
                    <a:pt x="1053" y="1153"/>
                  </a:cubicBezTo>
                  <a:lnTo>
                    <a:pt x="1153" y="1153"/>
                  </a:lnTo>
                  <a:cubicBezTo>
                    <a:pt x="1153" y="1153"/>
                    <a:pt x="1178" y="1128"/>
                    <a:pt x="1203" y="1128"/>
                  </a:cubicBezTo>
                  <a:cubicBezTo>
                    <a:pt x="1229" y="1128"/>
                    <a:pt x="1254" y="1153"/>
                    <a:pt x="1254" y="1254"/>
                  </a:cubicBezTo>
                  <a:lnTo>
                    <a:pt x="1254" y="1153"/>
                  </a:lnTo>
                  <a:lnTo>
                    <a:pt x="1454" y="853"/>
                  </a:lnTo>
                  <a:lnTo>
                    <a:pt x="1354" y="752"/>
                  </a:lnTo>
                  <a:lnTo>
                    <a:pt x="1254" y="752"/>
                  </a:lnTo>
                  <a:lnTo>
                    <a:pt x="1153" y="627"/>
                  </a:lnTo>
                  <a:lnTo>
                    <a:pt x="1053" y="627"/>
                  </a:lnTo>
                  <a:cubicBezTo>
                    <a:pt x="928" y="627"/>
                    <a:pt x="928" y="527"/>
                    <a:pt x="828" y="527"/>
                  </a:cubicBezTo>
                  <a:lnTo>
                    <a:pt x="828" y="427"/>
                  </a:lnTo>
                  <a:lnTo>
                    <a:pt x="828" y="326"/>
                  </a:lnTo>
                  <a:cubicBezTo>
                    <a:pt x="761" y="326"/>
                    <a:pt x="738" y="371"/>
                    <a:pt x="701" y="371"/>
                  </a:cubicBezTo>
                  <a:cubicBezTo>
                    <a:pt x="683" y="371"/>
                    <a:pt x="660" y="360"/>
                    <a:pt x="627" y="326"/>
                  </a:cubicBezTo>
                  <a:lnTo>
                    <a:pt x="627" y="226"/>
                  </a:lnTo>
                  <a:lnTo>
                    <a:pt x="527" y="226"/>
                  </a:lnTo>
                  <a:lnTo>
                    <a:pt x="527" y="126"/>
                  </a:lnTo>
                  <a:cubicBezTo>
                    <a:pt x="427" y="126"/>
                    <a:pt x="527" y="0"/>
                    <a:pt x="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7"/>
            <p:cNvSpPr/>
            <p:nvPr/>
          </p:nvSpPr>
          <p:spPr>
            <a:xfrm>
              <a:off x="4737650" y="4353550"/>
              <a:ext cx="52650" cy="31600"/>
            </a:xfrm>
            <a:custGeom>
              <a:rect b="b" l="l" r="r" t="t"/>
              <a:pathLst>
                <a:path extrusionOk="0" h="1264" w="2106">
                  <a:moveTo>
                    <a:pt x="230" y="0"/>
                  </a:moveTo>
                  <a:cubicBezTo>
                    <a:pt x="226" y="0"/>
                    <a:pt x="226" y="11"/>
                    <a:pt x="226" y="45"/>
                  </a:cubicBezTo>
                  <a:lnTo>
                    <a:pt x="101" y="145"/>
                  </a:lnTo>
                  <a:cubicBezTo>
                    <a:pt x="1" y="370"/>
                    <a:pt x="1" y="370"/>
                    <a:pt x="101" y="370"/>
                  </a:cubicBezTo>
                  <a:cubicBezTo>
                    <a:pt x="101" y="370"/>
                    <a:pt x="101" y="471"/>
                    <a:pt x="226" y="471"/>
                  </a:cubicBezTo>
                  <a:cubicBezTo>
                    <a:pt x="226" y="471"/>
                    <a:pt x="226" y="571"/>
                    <a:pt x="326" y="571"/>
                  </a:cubicBezTo>
                  <a:cubicBezTo>
                    <a:pt x="427" y="571"/>
                    <a:pt x="427" y="671"/>
                    <a:pt x="527" y="771"/>
                  </a:cubicBezTo>
                  <a:cubicBezTo>
                    <a:pt x="527" y="800"/>
                    <a:pt x="537" y="811"/>
                    <a:pt x="555" y="811"/>
                  </a:cubicBezTo>
                  <a:cubicBezTo>
                    <a:pt x="600" y="811"/>
                    <a:pt x="691" y="745"/>
                    <a:pt x="774" y="745"/>
                  </a:cubicBezTo>
                  <a:cubicBezTo>
                    <a:pt x="802" y="745"/>
                    <a:pt x="829" y="752"/>
                    <a:pt x="853" y="771"/>
                  </a:cubicBezTo>
                  <a:lnTo>
                    <a:pt x="853" y="997"/>
                  </a:lnTo>
                  <a:lnTo>
                    <a:pt x="1053" y="997"/>
                  </a:lnTo>
                  <a:cubicBezTo>
                    <a:pt x="1153" y="997"/>
                    <a:pt x="1153" y="1097"/>
                    <a:pt x="1153" y="1097"/>
                  </a:cubicBezTo>
                  <a:cubicBezTo>
                    <a:pt x="1254" y="1097"/>
                    <a:pt x="1254" y="1097"/>
                    <a:pt x="1354" y="997"/>
                  </a:cubicBezTo>
                  <a:cubicBezTo>
                    <a:pt x="1354" y="997"/>
                    <a:pt x="1354" y="1097"/>
                    <a:pt x="1479" y="1097"/>
                  </a:cubicBezTo>
                  <a:cubicBezTo>
                    <a:pt x="1479" y="1198"/>
                    <a:pt x="1580" y="1198"/>
                    <a:pt x="1580" y="1198"/>
                  </a:cubicBezTo>
                  <a:lnTo>
                    <a:pt x="1780" y="1198"/>
                  </a:lnTo>
                  <a:cubicBezTo>
                    <a:pt x="1847" y="1198"/>
                    <a:pt x="1869" y="1153"/>
                    <a:pt x="1877" y="1153"/>
                  </a:cubicBezTo>
                  <a:cubicBezTo>
                    <a:pt x="1880" y="1153"/>
                    <a:pt x="1880" y="1164"/>
                    <a:pt x="1880" y="1198"/>
                  </a:cubicBezTo>
                  <a:cubicBezTo>
                    <a:pt x="1880" y="1239"/>
                    <a:pt x="1880" y="1263"/>
                    <a:pt x="1887" y="1263"/>
                  </a:cubicBezTo>
                  <a:cubicBezTo>
                    <a:pt x="1897" y="1263"/>
                    <a:pt x="1922" y="1215"/>
                    <a:pt x="1981" y="1097"/>
                  </a:cubicBezTo>
                  <a:cubicBezTo>
                    <a:pt x="2106" y="897"/>
                    <a:pt x="1981" y="771"/>
                    <a:pt x="1981" y="771"/>
                  </a:cubicBezTo>
                  <a:cubicBezTo>
                    <a:pt x="1981" y="721"/>
                    <a:pt x="1955" y="721"/>
                    <a:pt x="1930" y="721"/>
                  </a:cubicBezTo>
                  <a:cubicBezTo>
                    <a:pt x="1905" y="721"/>
                    <a:pt x="1880" y="721"/>
                    <a:pt x="1880" y="671"/>
                  </a:cubicBezTo>
                  <a:lnTo>
                    <a:pt x="1354" y="671"/>
                  </a:lnTo>
                  <a:cubicBezTo>
                    <a:pt x="1254" y="571"/>
                    <a:pt x="1153" y="571"/>
                    <a:pt x="1053" y="471"/>
                  </a:cubicBezTo>
                  <a:cubicBezTo>
                    <a:pt x="1053" y="471"/>
                    <a:pt x="1053" y="370"/>
                    <a:pt x="953" y="370"/>
                  </a:cubicBezTo>
                  <a:lnTo>
                    <a:pt x="727" y="370"/>
                  </a:lnTo>
                  <a:lnTo>
                    <a:pt x="727" y="270"/>
                  </a:lnTo>
                  <a:cubicBezTo>
                    <a:pt x="694" y="228"/>
                    <a:pt x="672" y="215"/>
                    <a:pt x="653" y="215"/>
                  </a:cubicBezTo>
                  <a:cubicBezTo>
                    <a:pt x="616" y="215"/>
                    <a:pt x="594" y="270"/>
                    <a:pt x="527" y="270"/>
                  </a:cubicBezTo>
                  <a:cubicBezTo>
                    <a:pt x="527" y="145"/>
                    <a:pt x="527" y="145"/>
                    <a:pt x="427" y="145"/>
                  </a:cubicBezTo>
                  <a:lnTo>
                    <a:pt x="427" y="45"/>
                  </a:lnTo>
                  <a:lnTo>
                    <a:pt x="326" y="45"/>
                  </a:lnTo>
                  <a:cubicBezTo>
                    <a:pt x="260" y="45"/>
                    <a:pt x="237" y="0"/>
                    <a:pt x="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7"/>
            <p:cNvSpPr/>
            <p:nvPr/>
          </p:nvSpPr>
          <p:spPr>
            <a:xfrm>
              <a:off x="4763975" y="4327575"/>
              <a:ext cx="44500" cy="29600"/>
            </a:xfrm>
            <a:custGeom>
              <a:rect b="b" l="l" r="r" t="t"/>
              <a:pathLst>
                <a:path extrusionOk="0" h="1184" w="1780">
                  <a:moveTo>
                    <a:pt x="389" y="0"/>
                  </a:moveTo>
                  <a:cubicBezTo>
                    <a:pt x="371" y="0"/>
                    <a:pt x="343" y="14"/>
                    <a:pt x="301" y="56"/>
                  </a:cubicBezTo>
                  <a:lnTo>
                    <a:pt x="100" y="56"/>
                  </a:lnTo>
                  <a:cubicBezTo>
                    <a:pt x="0" y="156"/>
                    <a:pt x="0" y="257"/>
                    <a:pt x="100" y="257"/>
                  </a:cubicBezTo>
                  <a:lnTo>
                    <a:pt x="100" y="357"/>
                  </a:lnTo>
                  <a:cubicBezTo>
                    <a:pt x="201" y="357"/>
                    <a:pt x="100" y="457"/>
                    <a:pt x="201" y="557"/>
                  </a:cubicBezTo>
                  <a:cubicBezTo>
                    <a:pt x="301" y="557"/>
                    <a:pt x="301" y="557"/>
                    <a:pt x="301" y="683"/>
                  </a:cubicBezTo>
                  <a:cubicBezTo>
                    <a:pt x="301" y="883"/>
                    <a:pt x="627" y="783"/>
                    <a:pt x="627" y="883"/>
                  </a:cubicBezTo>
                  <a:cubicBezTo>
                    <a:pt x="627" y="883"/>
                    <a:pt x="627" y="983"/>
                    <a:pt x="727" y="983"/>
                  </a:cubicBezTo>
                  <a:lnTo>
                    <a:pt x="827" y="983"/>
                  </a:lnTo>
                  <a:lnTo>
                    <a:pt x="928" y="1084"/>
                  </a:lnTo>
                  <a:lnTo>
                    <a:pt x="1153" y="1084"/>
                  </a:lnTo>
                  <a:cubicBezTo>
                    <a:pt x="1186" y="1050"/>
                    <a:pt x="1209" y="1039"/>
                    <a:pt x="1224" y="1039"/>
                  </a:cubicBezTo>
                  <a:cubicBezTo>
                    <a:pt x="1253" y="1039"/>
                    <a:pt x="1253" y="1084"/>
                    <a:pt x="1253" y="1084"/>
                  </a:cubicBezTo>
                  <a:cubicBezTo>
                    <a:pt x="1354" y="1184"/>
                    <a:pt x="1454" y="1184"/>
                    <a:pt x="1454" y="1184"/>
                  </a:cubicBezTo>
                  <a:cubicBezTo>
                    <a:pt x="1554" y="1184"/>
                    <a:pt x="1554" y="1084"/>
                    <a:pt x="1679" y="1084"/>
                  </a:cubicBezTo>
                  <a:cubicBezTo>
                    <a:pt x="1679" y="1084"/>
                    <a:pt x="1679" y="1039"/>
                    <a:pt x="1709" y="1039"/>
                  </a:cubicBezTo>
                  <a:cubicBezTo>
                    <a:pt x="1724" y="1039"/>
                    <a:pt x="1746" y="1050"/>
                    <a:pt x="1780" y="1084"/>
                  </a:cubicBezTo>
                  <a:lnTo>
                    <a:pt x="1780" y="983"/>
                  </a:lnTo>
                  <a:cubicBezTo>
                    <a:pt x="1780" y="683"/>
                    <a:pt x="1679" y="683"/>
                    <a:pt x="1679" y="683"/>
                  </a:cubicBezTo>
                  <a:cubicBezTo>
                    <a:pt x="1679" y="641"/>
                    <a:pt x="1679" y="627"/>
                    <a:pt x="1675" y="627"/>
                  </a:cubicBezTo>
                  <a:cubicBezTo>
                    <a:pt x="1665" y="627"/>
                    <a:pt x="1638" y="683"/>
                    <a:pt x="1554" y="683"/>
                  </a:cubicBezTo>
                  <a:lnTo>
                    <a:pt x="1153" y="683"/>
                  </a:lnTo>
                  <a:cubicBezTo>
                    <a:pt x="1153" y="683"/>
                    <a:pt x="1053" y="557"/>
                    <a:pt x="928" y="557"/>
                  </a:cubicBezTo>
                  <a:lnTo>
                    <a:pt x="928" y="457"/>
                  </a:lnTo>
                  <a:lnTo>
                    <a:pt x="727" y="457"/>
                  </a:lnTo>
                  <a:cubicBezTo>
                    <a:pt x="627" y="357"/>
                    <a:pt x="627" y="357"/>
                    <a:pt x="627" y="257"/>
                  </a:cubicBezTo>
                  <a:lnTo>
                    <a:pt x="527" y="257"/>
                  </a:lnTo>
                  <a:lnTo>
                    <a:pt x="527" y="156"/>
                  </a:lnTo>
                  <a:cubicBezTo>
                    <a:pt x="426" y="156"/>
                    <a:pt x="527" y="56"/>
                    <a:pt x="426" y="56"/>
                  </a:cubicBezTo>
                  <a:cubicBezTo>
                    <a:pt x="426" y="56"/>
                    <a:pt x="426"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7"/>
            <p:cNvSpPr/>
            <p:nvPr/>
          </p:nvSpPr>
          <p:spPr>
            <a:xfrm>
              <a:off x="4787150" y="4305150"/>
              <a:ext cx="39500" cy="28850"/>
            </a:xfrm>
            <a:custGeom>
              <a:rect b="b" l="l" r="r" t="t"/>
              <a:pathLst>
                <a:path extrusionOk="0" h="1154" w="1580">
                  <a:moveTo>
                    <a:pt x="226" y="1"/>
                  </a:moveTo>
                  <a:lnTo>
                    <a:pt x="126" y="101"/>
                  </a:lnTo>
                  <a:lnTo>
                    <a:pt x="1" y="327"/>
                  </a:lnTo>
                  <a:cubicBezTo>
                    <a:pt x="126" y="327"/>
                    <a:pt x="126" y="327"/>
                    <a:pt x="126" y="427"/>
                  </a:cubicBezTo>
                  <a:cubicBezTo>
                    <a:pt x="126" y="427"/>
                    <a:pt x="126" y="527"/>
                    <a:pt x="226" y="527"/>
                  </a:cubicBezTo>
                  <a:cubicBezTo>
                    <a:pt x="226" y="527"/>
                    <a:pt x="326" y="527"/>
                    <a:pt x="326" y="627"/>
                  </a:cubicBezTo>
                  <a:cubicBezTo>
                    <a:pt x="326" y="701"/>
                    <a:pt x="354" y="721"/>
                    <a:pt x="388" y="721"/>
                  </a:cubicBezTo>
                  <a:cubicBezTo>
                    <a:pt x="426" y="721"/>
                    <a:pt x="472" y="698"/>
                    <a:pt x="501" y="698"/>
                  </a:cubicBezTo>
                  <a:cubicBezTo>
                    <a:pt x="517" y="698"/>
                    <a:pt x="527" y="705"/>
                    <a:pt x="527" y="728"/>
                  </a:cubicBezTo>
                  <a:cubicBezTo>
                    <a:pt x="527" y="728"/>
                    <a:pt x="527" y="828"/>
                    <a:pt x="627" y="828"/>
                  </a:cubicBezTo>
                  <a:cubicBezTo>
                    <a:pt x="752" y="828"/>
                    <a:pt x="752" y="828"/>
                    <a:pt x="752" y="953"/>
                  </a:cubicBezTo>
                  <a:lnTo>
                    <a:pt x="953" y="953"/>
                  </a:lnTo>
                  <a:cubicBezTo>
                    <a:pt x="983" y="916"/>
                    <a:pt x="995" y="901"/>
                    <a:pt x="1000" y="901"/>
                  </a:cubicBezTo>
                  <a:cubicBezTo>
                    <a:pt x="1011" y="901"/>
                    <a:pt x="983" y="983"/>
                    <a:pt x="1053" y="1053"/>
                  </a:cubicBezTo>
                  <a:lnTo>
                    <a:pt x="1153" y="1053"/>
                  </a:lnTo>
                  <a:cubicBezTo>
                    <a:pt x="1153" y="1087"/>
                    <a:pt x="1165" y="1098"/>
                    <a:pt x="1179" y="1098"/>
                  </a:cubicBezTo>
                  <a:cubicBezTo>
                    <a:pt x="1209" y="1098"/>
                    <a:pt x="1254" y="1053"/>
                    <a:pt x="1254" y="1053"/>
                  </a:cubicBezTo>
                  <a:cubicBezTo>
                    <a:pt x="1316" y="1053"/>
                    <a:pt x="1348" y="1028"/>
                    <a:pt x="1363" y="1028"/>
                  </a:cubicBezTo>
                  <a:cubicBezTo>
                    <a:pt x="1379" y="1028"/>
                    <a:pt x="1379" y="1053"/>
                    <a:pt x="1379" y="1154"/>
                  </a:cubicBezTo>
                  <a:lnTo>
                    <a:pt x="1479" y="1053"/>
                  </a:lnTo>
                  <a:cubicBezTo>
                    <a:pt x="1579" y="728"/>
                    <a:pt x="1479" y="728"/>
                    <a:pt x="1479" y="627"/>
                  </a:cubicBezTo>
                  <a:lnTo>
                    <a:pt x="1254" y="627"/>
                  </a:lnTo>
                  <a:lnTo>
                    <a:pt x="1153" y="527"/>
                  </a:lnTo>
                  <a:lnTo>
                    <a:pt x="1053" y="527"/>
                  </a:lnTo>
                  <a:cubicBezTo>
                    <a:pt x="953" y="527"/>
                    <a:pt x="953" y="527"/>
                    <a:pt x="853" y="427"/>
                  </a:cubicBezTo>
                  <a:cubicBezTo>
                    <a:pt x="853" y="327"/>
                    <a:pt x="853" y="327"/>
                    <a:pt x="752" y="327"/>
                  </a:cubicBezTo>
                  <a:lnTo>
                    <a:pt x="627" y="327"/>
                  </a:lnTo>
                  <a:cubicBezTo>
                    <a:pt x="527" y="327"/>
                    <a:pt x="627" y="201"/>
                    <a:pt x="627" y="201"/>
                  </a:cubicBezTo>
                  <a:cubicBezTo>
                    <a:pt x="594" y="168"/>
                    <a:pt x="571" y="157"/>
                    <a:pt x="553" y="157"/>
                  </a:cubicBezTo>
                  <a:cubicBezTo>
                    <a:pt x="516" y="157"/>
                    <a:pt x="493" y="201"/>
                    <a:pt x="427" y="201"/>
                  </a:cubicBezTo>
                  <a:lnTo>
                    <a:pt x="427" y="101"/>
                  </a:lnTo>
                  <a:cubicBezTo>
                    <a:pt x="326" y="101"/>
                    <a:pt x="427" y="1"/>
                    <a:pt x="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7"/>
            <p:cNvSpPr/>
            <p:nvPr/>
          </p:nvSpPr>
          <p:spPr>
            <a:xfrm>
              <a:off x="5077250" y="3648650"/>
              <a:ext cx="182975" cy="246750"/>
            </a:xfrm>
            <a:custGeom>
              <a:rect b="b" l="l" r="r" t="t"/>
              <a:pathLst>
                <a:path extrusionOk="0" h="9870" w="7319">
                  <a:moveTo>
                    <a:pt x="97" y="0"/>
                  </a:moveTo>
                  <a:cubicBezTo>
                    <a:pt x="67" y="0"/>
                    <a:pt x="34" y="12"/>
                    <a:pt x="1" y="45"/>
                  </a:cubicBezTo>
                  <a:lnTo>
                    <a:pt x="1" y="145"/>
                  </a:lnTo>
                  <a:cubicBezTo>
                    <a:pt x="1" y="471"/>
                    <a:pt x="201" y="571"/>
                    <a:pt x="427" y="672"/>
                  </a:cubicBezTo>
                  <a:lnTo>
                    <a:pt x="928" y="1198"/>
                  </a:lnTo>
                  <a:cubicBezTo>
                    <a:pt x="1254" y="1398"/>
                    <a:pt x="1454" y="1724"/>
                    <a:pt x="1680" y="1925"/>
                  </a:cubicBezTo>
                  <a:cubicBezTo>
                    <a:pt x="1981" y="2150"/>
                    <a:pt x="2306" y="2451"/>
                    <a:pt x="2507" y="2777"/>
                  </a:cubicBezTo>
                  <a:cubicBezTo>
                    <a:pt x="2808" y="3278"/>
                    <a:pt x="3434" y="3504"/>
                    <a:pt x="3660" y="4130"/>
                  </a:cubicBezTo>
                  <a:cubicBezTo>
                    <a:pt x="3760" y="4231"/>
                    <a:pt x="3860" y="4531"/>
                    <a:pt x="3961" y="4657"/>
                  </a:cubicBezTo>
                  <a:cubicBezTo>
                    <a:pt x="4061" y="4757"/>
                    <a:pt x="4186" y="4857"/>
                    <a:pt x="4286" y="4957"/>
                  </a:cubicBezTo>
                  <a:cubicBezTo>
                    <a:pt x="4387" y="5158"/>
                    <a:pt x="4587" y="5383"/>
                    <a:pt x="4687" y="5584"/>
                  </a:cubicBezTo>
                  <a:cubicBezTo>
                    <a:pt x="4813" y="5684"/>
                    <a:pt x="4913" y="5784"/>
                    <a:pt x="4913" y="6010"/>
                  </a:cubicBezTo>
                  <a:cubicBezTo>
                    <a:pt x="5113" y="6210"/>
                    <a:pt x="5214" y="6411"/>
                    <a:pt x="5439" y="6637"/>
                  </a:cubicBezTo>
                  <a:cubicBezTo>
                    <a:pt x="5640" y="6837"/>
                    <a:pt x="5640" y="7038"/>
                    <a:pt x="5740" y="7363"/>
                  </a:cubicBezTo>
                  <a:cubicBezTo>
                    <a:pt x="5840" y="7564"/>
                    <a:pt x="5940" y="7890"/>
                    <a:pt x="6166" y="8190"/>
                  </a:cubicBezTo>
                  <a:lnTo>
                    <a:pt x="6567" y="9043"/>
                  </a:lnTo>
                  <a:cubicBezTo>
                    <a:pt x="6692" y="9243"/>
                    <a:pt x="6893" y="9343"/>
                    <a:pt x="6793" y="9669"/>
                  </a:cubicBezTo>
                  <a:cubicBezTo>
                    <a:pt x="6793" y="9769"/>
                    <a:pt x="6793" y="9870"/>
                    <a:pt x="6993" y="9870"/>
                  </a:cubicBezTo>
                  <a:cubicBezTo>
                    <a:pt x="7319" y="9870"/>
                    <a:pt x="7319" y="9669"/>
                    <a:pt x="7194" y="9544"/>
                  </a:cubicBezTo>
                  <a:cubicBezTo>
                    <a:pt x="7194" y="9343"/>
                    <a:pt x="7093" y="9143"/>
                    <a:pt x="6993" y="8917"/>
                  </a:cubicBezTo>
                  <a:cubicBezTo>
                    <a:pt x="6893" y="8516"/>
                    <a:pt x="6692" y="8190"/>
                    <a:pt x="6467" y="7789"/>
                  </a:cubicBezTo>
                  <a:cubicBezTo>
                    <a:pt x="6367" y="7564"/>
                    <a:pt x="6266" y="7363"/>
                    <a:pt x="6166" y="7038"/>
                  </a:cubicBezTo>
                  <a:cubicBezTo>
                    <a:pt x="6066" y="6837"/>
                    <a:pt x="5840" y="6637"/>
                    <a:pt x="5740" y="6311"/>
                  </a:cubicBezTo>
                  <a:cubicBezTo>
                    <a:pt x="5640" y="6210"/>
                    <a:pt x="5640" y="6110"/>
                    <a:pt x="5539" y="6010"/>
                  </a:cubicBezTo>
                  <a:cubicBezTo>
                    <a:pt x="5214" y="5484"/>
                    <a:pt x="4813" y="4857"/>
                    <a:pt x="4387" y="4331"/>
                  </a:cubicBezTo>
                  <a:cubicBezTo>
                    <a:pt x="4286" y="4231"/>
                    <a:pt x="4286" y="4130"/>
                    <a:pt x="4186" y="4030"/>
                  </a:cubicBezTo>
                  <a:cubicBezTo>
                    <a:pt x="4061" y="3804"/>
                    <a:pt x="3961" y="3604"/>
                    <a:pt x="3860" y="3403"/>
                  </a:cubicBezTo>
                  <a:cubicBezTo>
                    <a:pt x="3560" y="3178"/>
                    <a:pt x="3234" y="2977"/>
                    <a:pt x="3033" y="2652"/>
                  </a:cubicBezTo>
                  <a:cubicBezTo>
                    <a:pt x="2808" y="2451"/>
                    <a:pt x="2607" y="2150"/>
                    <a:pt x="2407" y="1925"/>
                  </a:cubicBezTo>
                  <a:cubicBezTo>
                    <a:pt x="2306" y="1824"/>
                    <a:pt x="2081" y="1724"/>
                    <a:pt x="1981" y="1524"/>
                  </a:cubicBezTo>
                  <a:cubicBezTo>
                    <a:pt x="1680" y="1298"/>
                    <a:pt x="1454" y="997"/>
                    <a:pt x="1254" y="897"/>
                  </a:cubicBezTo>
                  <a:cubicBezTo>
                    <a:pt x="1053" y="672"/>
                    <a:pt x="928" y="471"/>
                    <a:pt x="727" y="371"/>
                  </a:cubicBezTo>
                  <a:cubicBezTo>
                    <a:pt x="527" y="271"/>
                    <a:pt x="427" y="271"/>
                    <a:pt x="301" y="145"/>
                  </a:cubicBezTo>
                  <a:lnTo>
                    <a:pt x="201" y="45"/>
                  </a:lnTo>
                  <a:cubicBezTo>
                    <a:pt x="201" y="45"/>
                    <a:pt x="157" y="0"/>
                    <a:pt x="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7"/>
            <p:cNvSpPr/>
            <p:nvPr/>
          </p:nvSpPr>
          <p:spPr>
            <a:xfrm>
              <a:off x="4233900" y="4550950"/>
              <a:ext cx="201150" cy="104025"/>
            </a:xfrm>
            <a:custGeom>
              <a:rect b="b" l="l" r="r" t="t"/>
              <a:pathLst>
                <a:path extrusionOk="0" h="4161" w="8046">
                  <a:moveTo>
                    <a:pt x="201" y="0"/>
                  </a:moveTo>
                  <a:cubicBezTo>
                    <a:pt x="201" y="0"/>
                    <a:pt x="100" y="0"/>
                    <a:pt x="100" y="100"/>
                  </a:cubicBezTo>
                  <a:lnTo>
                    <a:pt x="0" y="201"/>
                  </a:lnTo>
                  <a:cubicBezTo>
                    <a:pt x="0" y="401"/>
                    <a:pt x="201" y="501"/>
                    <a:pt x="326" y="501"/>
                  </a:cubicBezTo>
                  <a:cubicBezTo>
                    <a:pt x="526" y="627"/>
                    <a:pt x="627" y="727"/>
                    <a:pt x="827" y="827"/>
                  </a:cubicBezTo>
                  <a:cubicBezTo>
                    <a:pt x="1053" y="1028"/>
                    <a:pt x="1153" y="1128"/>
                    <a:pt x="1454" y="1253"/>
                  </a:cubicBezTo>
                  <a:cubicBezTo>
                    <a:pt x="1679" y="1353"/>
                    <a:pt x="1880" y="1554"/>
                    <a:pt x="2080" y="1754"/>
                  </a:cubicBezTo>
                  <a:cubicBezTo>
                    <a:pt x="2406" y="2080"/>
                    <a:pt x="3033" y="1980"/>
                    <a:pt x="3333" y="2281"/>
                  </a:cubicBezTo>
                  <a:cubicBezTo>
                    <a:pt x="3459" y="2381"/>
                    <a:pt x="3559" y="2506"/>
                    <a:pt x="3659" y="2607"/>
                  </a:cubicBezTo>
                  <a:cubicBezTo>
                    <a:pt x="3759" y="2607"/>
                    <a:pt x="3860" y="2607"/>
                    <a:pt x="3960" y="2707"/>
                  </a:cubicBezTo>
                  <a:cubicBezTo>
                    <a:pt x="4186" y="2707"/>
                    <a:pt x="4286" y="2807"/>
                    <a:pt x="4486" y="2907"/>
                  </a:cubicBezTo>
                  <a:cubicBezTo>
                    <a:pt x="4587" y="2907"/>
                    <a:pt x="4712" y="3008"/>
                    <a:pt x="4812" y="3008"/>
                  </a:cubicBezTo>
                  <a:cubicBezTo>
                    <a:pt x="5013" y="3133"/>
                    <a:pt x="5113" y="3233"/>
                    <a:pt x="5338" y="3233"/>
                  </a:cubicBezTo>
                  <a:cubicBezTo>
                    <a:pt x="5539" y="3233"/>
                    <a:pt x="5639" y="3434"/>
                    <a:pt x="5840" y="3434"/>
                  </a:cubicBezTo>
                  <a:cubicBezTo>
                    <a:pt x="6065" y="3534"/>
                    <a:pt x="6266" y="3634"/>
                    <a:pt x="6466" y="3759"/>
                  </a:cubicBezTo>
                  <a:cubicBezTo>
                    <a:pt x="6692" y="3860"/>
                    <a:pt x="6892" y="3860"/>
                    <a:pt x="7093" y="3960"/>
                  </a:cubicBezTo>
                  <a:cubicBezTo>
                    <a:pt x="7318" y="3960"/>
                    <a:pt x="7519" y="3960"/>
                    <a:pt x="7619" y="4160"/>
                  </a:cubicBezTo>
                  <a:cubicBezTo>
                    <a:pt x="7619" y="4160"/>
                    <a:pt x="7719" y="4160"/>
                    <a:pt x="7845" y="4060"/>
                  </a:cubicBezTo>
                  <a:cubicBezTo>
                    <a:pt x="8045" y="3860"/>
                    <a:pt x="7845" y="3759"/>
                    <a:pt x="7719" y="3634"/>
                  </a:cubicBezTo>
                  <a:cubicBezTo>
                    <a:pt x="7619" y="3634"/>
                    <a:pt x="7519" y="3534"/>
                    <a:pt x="7318" y="3534"/>
                  </a:cubicBezTo>
                  <a:cubicBezTo>
                    <a:pt x="7093" y="3434"/>
                    <a:pt x="6792" y="3333"/>
                    <a:pt x="6592" y="3233"/>
                  </a:cubicBezTo>
                  <a:lnTo>
                    <a:pt x="5965" y="3008"/>
                  </a:lnTo>
                  <a:lnTo>
                    <a:pt x="5439" y="2807"/>
                  </a:lnTo>
                  <a:cubicBezTo>
                    <a:pt x="5439" y="2807"/>
                    <a:pt x="5338" y="2807"/>
                    <a:pt x="5213" y="2707"/>
                  </a:cubicBezTo>
                  <a:cubicBezTo>
                    <a:pt x="4812" y="2506"/>
                    <a:pt x="4386" y="2281"/>
                    <a:pt x="3860" y="2080"/>
                  </a:cubicBezTo>
                  <a:cubicBezTo>
                    <a:pt x="3860" y="2080"/>
                    <a:pt x="3759" y="1980"/>
                    <a:pt x="3659" y="1980"/>
                  </a:cubicBezTo>
                  <a:cubicBezTo>
                    <a:pt x="3559" y="1880"/>
                    <a:pt x="3459" y="1754"/>
                    <a:pt x="3233" y="1654"/>
                  </a:cubicBezTo>
                  <a:cubicBezTo>
                    <a:pt x="3033" y="1554"/>
                    <a:pt x="2832" y="1554"/>
                    <a:pt x="2506" y="1454"/>
                  </a:cubicBezTo>
                  <a:cubicBezTo>
                    <a:pt x="2406" y="1353"/>
                    <a:pt x="2206" y="1128"/>
                    <a:pt x="1980" y="1028"/>
                  </a:cubicBezTo>
                  <a:cubicBezTo>
                    <a:pt x="1880" y="927"/>
                    <a:pt x="1679" y="927"/>
                    <a:pt x="1579" y="927"/>
                  </a:cubicBezTo>
                  <a:cubicBezTo>
                    <a:pt x="1353" y="727"/>
                    <a:pt x="1253" y="627"/>
                    <a:pt x="1053" y="501"/>
                  </a:cubicBezTo>
                  <a:cubicBezTo>
                    <a:pt x="827" y="401"/>
                    <a:pt x="727" y="301"/>
                    <a:pt x="627" y="201"/>
                  </a:cubicBezTo>
                  <a:cubicBezTo>
                    <a:pt x="526" y="201"/>
                    <a:pt x="426" y="100"/>
                    <a:pt x="326" y="100"/>
                  </a:cubicBezTo>
                  <a:lnTo>
                    <a:pt x="2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7"/>
            <p:cNvSpPr/>
            <p:nvPr/>
          </p:nvSpPr>
          <p:spPr>
            <a:xfrm>
              <a:off x="4294050" y="4550950"/>
              <a:ext cx="172325" cy="75200"/>
            </a:xfrm>
            <a:custGeom>
              <a:rect b="b" l="l" r="r" t="t"/>
              <a:pathLst>
                <a:path extrusionOk="0" h="3008" w="6893">
                  <a:moveTo>
                    <a:pt x="0" y="0"/>
                  </a:moveTo>
                  <a:lnTo>
                    <a:pt x="0" y="201"/>
                  </a:lnTo>
                  <a:cubicBezTo>
                    <a:pt x="0" y="301"/>
                    <a:pt x="100" y="401"/>
                    <a:pt x="201" y="501"/>
                  </a:cubicBezTo>
                  <a:cubicBezTo>
                    <a:pt x="301" y="501"/>
                    <a:pt x="526" y="627"/>
                    <a:pt x="627" y="727"/>
                  </a:cubicBezTo>
                  <a:cubicBezTo>
                    <a:pt x="827" y="827"/>
                    <a:pt x="927" y="1028"/>
                    <a:pt x="1153" y="1128"/>
                  </a:cubicBezTo>
                  <a:cubicBezTo>
                    <a:pt x="1353" y="1128"/>
                    <a:pt x="1554" y="1253"/>
                    <a:pt x="1780" y="1454"/>
                  </a:cubicBezTo>
                  <a:cubicBezTo>
                    <a:pt x="1980" y="1754"/>
                    <a:pt x="2506" y="1654"/>
                    <a:pt x="2807" y="1880"/>
                  </a:cubicBezTo>
                  <a:cubicBezTo>
                    <a:pt x="2932" y="1980"/>
                    <a:pt x="3033" y="2080"/>
                    <a:pt x="3133" y="2080"/>
                  </a:cubicBezTo>
                  <a:cubicBezTo>
                    <a:pt x="3233" y="2080"/>
                    <a:pt x="3233" y="2181"/>
                    <a:pt x="3333" y="2181"/>
                  </a:cubicBezTo>
                  <a:cubicBezTo>
                    <a:pt x="3559" y="2181"/>
                    <a:pt x="3659" y="2281"/>
                    <a:pt x="3760" y="2281"/>
                  </a:cubicBezTo>
                  <a:cubicBezTo>
                    <a:pt x="3860" y="2281"/>
                    <a:pt x="3960" y="2381"/>
                    <a:pt x="4060" y="2381"/>
                  </a:cubicBezTo>
                  <a:cubicBezTo>
                    <a:pt x="4286" y="2506"/>
                    <a:pt x="4386" y="2506"/>
                    <a:pt x="4587" y="2506"/>
                  </a:cubicBezTo>
                  <a:cubicBezTo>
                    <a:pt x="4812" y="2506"/>
                    <a:pt x="4912" y="2607"/>
                    <a:pt x="5013" y="2707"/>
                  </a:cubicBezTo>
                  <a:cubicBezTo>
                    <a:pt x="5213" y="2707"/>
                    <a:pt x="5439" y="2807"/>
                    <a:pt x="5539" y="2807"/>
                  </a:cubicBezTo>
                  <a:cubicBezTo>
                    <a:pt x="5739" y="2907"/>
                    <a:pt x="5940" y="2907"/>
                    <a:pt x="6166" y="2907"/>
                  </a:cubicBezTo>
                  <a:cubicBezTo>
                    <a:pt x="6216" y="2907"/>
                    <a:pt x="6291" y="2882"/>
                    <a:pt x="6366" y="2882"/>
                  </a:cubicBezTo>
                  <a:cubicBezTo>
                    <a:pt x="6441" y="2882"/>
                    <a:pt x="6516" y="2907"/>
                    <a:pt x="6567" y="3008"/>
                  </a:cubicBezTo>
                  <a:cubicBezTo>
                    <a:pt x="6567" y="3008"/>
                    <a:pt x="6692" y="3008"/>
                    <a:pt x="6792" y="2907"/>
                  </a:cubicBezTo>
                  <a:cubicBezTo>
                    <a:pt x="6892" y="2607"/>
                    <a:pt x="6792" y="2607"/>
                    <a:pt x="6692" y="2506"/>
                  </a:cubicBezTo>
                  <a:lnTo>
                    <a:pt x="6266" y="2506"/>
                  </a:lnTo>
                  <a:cubicBezTo>
                    <a:pt x="6065" y="2381"/>
                    <a:pt x="5840" y="2381"/>
                    <a:pt x="5639" y="2281"/>
                  </a:cubicBezTo>
                  <a:cubicBezTo>
                    <a:pt x="5439" y="2281"/>
                    <a:pt x="5313" y="2281"/>
                    <a:pt x="5113" y="2181"/>
                  </a:cubicBezTo>
                  <a:lnTo>
                    <a:pt x="4687" y="2080"/>
                  </a:lnTo>
                  <a:lnTo>
                    <a:pt x="4486" y="2080"/>
                  </a:lnTo>
                  <a:cubicBezTo>
                    <a:pt x="4060" y="1980"/>
                    <a:pt x="3659" y="1754"/>
                    <a:pt x="3333" y="1654"/>
                  </a:cubicBezTo>
                  <a:cubicBezTo>
                    <a:pt x="3233" y="1654"/>
                    <a:pt x="3133" y="1554"/>
                    <a:pt x="3133" y="1554"/>
                  </a:cubicBezTo>
                  <a:cubicBezTo>
                    <a:pt x="3033" y="1454"/>
                    <a:pt x="2932" y="1353"/>
                    <a:pt x="2707" y="1353"/>
                  </a:cubicBezTo>
                  <a:cubicBezTo>
                    <a:pt x="2506" y="1253"/>
                    <a:pt x="2306" y="1253"/>
                    <a:pt x="2080" y="1128"/>
                  </a:cubicBezTo>
                  <a:cubicBezTo>
                    <a:pt x="1980" y="1028"/>
                    <a:pt x="1880" y="927"/>
                    <a:pt x="1679" y="827"/>
                  </a:cubicBezTo>
                  <a:cubicBezTo>
                    <a:pt x="1554" y="727"/>
                    <a:pt x="1454" y="727"/>
                    <a:pt x="1253" y="727"/>
                  </a:cubicBezTo>
                  <a:cubicBezTo>
                    <a:pt x="1153" y="627"/>
                    <a:pt x="927" y="401"/>
                    <a:pt x="827" y="401"/>
                  </a:cubicBezTo>
                  <a:lnTo>
                    <a:pt x="526" y="100"/>
                  </a:lnTo>
                  <a:cubicBezTo>
                    <a:pt x="426" y="100"/>
                    <a:pt x="301" y="100"/>
                    <a:pt x="2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7"/>
            <p:cNvSpPr/>
            <p:nvPr/>
          </p:nvSpPr>
          <p:spPr>
            <a:xfrm>
              <a:off x="4557825" y="4391175"/>
              <a:ext cx="67700" cy="34475"/>
            </a:xfrm>
            <a:custGeom>
              <a:rect b="b" l="l" r="r" t="t"/>
              <a:pathLst>
                <a:path extrusionOk="0" h="1379" w="2708">
                  <a:moveTo>
                    <a:pt x="301" y="0"/>
                  </a:moveTo>
                  <a:cubicBezTo>
                    <a:pt x="101" y="125"/>
                    <a:pt x="1" y="226"/>
                    <a:pt x="101" y="326"/>
                  </a:cubicBezTo>
                  <a:lnTo>
                    <a:pt x="101" y="426"/>
                  </a:lnTo>
                  <a:cubicBezTo>
                    <a:pt x="201" y="526"/>
                    <a:pt x="301" y="526"/>
                    <a:pt x="301" y="627"/>
                  </a:cubicBezTo>
                  <a:cubicBezTo>
                    <a:pt x="402" y="752"/>
                    <a:pt x="402" y="752"/>
                    <a:pt x="527" y="752"/>
                  </a:cubicBezTo>
                  <a:lnTo>
                    <a:pt x="727" y="952"/>
                  </a:lnTo>
                  <a:lnTo>
                    <a:pt x="828" y="952"/>
                  </a:lnTo>
                  <a:cubicBezTo>
                    <a:pt x="928" y="1053"/>
                    <a:pt x="1028" y="1053"/>
                    <a:pt x="1254" y="1153"/>
                  </a:cubicBezTo>
                  <a:lnTo>
                    <a:pt x="1354" y="1253"/>
                  </a:lnTo>
                  <a:lnTo>
                    <a:pt x="1454" y="1379"/>
                  </a:lnTo>
                  <a:cubicBezTo>
                    <a:pt x="1554" y="1379"/>
                    <a:pt x="1655" y="1253"/>
                    <a:pt x="1780" y="1253"/>
                  </a:cubicBezTo>
                  <a:cubicBezTo>
                    <a:pt x="1880" y="1253"/>
                    <a:pt x="1880" y="1379"/>
                    <a:pt x="1980" y="1379"/>
                  </a:cubicBezTo>
                  <a:cubicBezTo>
                    <a:pt x="2081" y="1379"/>
                    <a:pt x="2081" y="1253"/>
                    <a:pt x="2181" y="1253"/>
                  </a:cubicBezTo>
                  <a:cubicBezTo>
                    <a:pt x="2281" y="1253"/>
                    <a:pt x="2281" y="1379"/>
                    <a:pt x="2407" y="1379"/>
                  </a:cubicBezTo>
                  <a:cubicBezTo>
                    <a:pt x="2440" y="1337"/>
                    <a:pt x="2462" y="1323"/>
                    <a:pt x="2481" y="1323"/>
                  </a:cubicBezTo>
                  <a:cubicBezTo>
                    <a:pt x="2518" y="1323"/>
                    <a:pt x="2540" y="1379"/>
                    <a:pt x="2607" y="1379"/>
                  </a:cubicBezTo>
                  <a:cubicBezTo>
                    <a:pt x="2607" y="1253"/>
                    <a:pt x="2707" y="1253"/>
                    <a:pt x="2707" y="1253"/>
                  </a:cubicBezTo>
                  <a:lnTo>
                    <a:pt x="2707" y="1153"/>
                  </a:lnTo>
                  <a:lnTo>
                    <a:pt x="2707" y="952"/>
                  </a:lnTo>
                  <a:cubicBezTo>
                    <a:pt x="2607" y="852"/>
                    <a:pt x="2607" y="852"/>
                    <a:pt x="2507" y="852"/>
                  </a:cubicBezTo>
                  <a:cubicBezTo>
                    <a:pt x="2507" y="902"/>
                    <a:pt x="2482" y="902"/>
                    <a:pt x="2457" y="902"/>
                  </a:cubicBezTo>
                  <a:cubicBezTo>
                    <a:pt x="2432" y="902"/>
                    <a:pt x="2407" y="902"/>
                    <a:pt x="2407" y="952"/>
                  </a:cubicBezTo>
                  <a:cubicBezTo>
                    <a:pt x="2281" y="952"/>
                    <a:pt x="2181" y="852"/>
                    <a:pt x="2181" y="852"/>
                  </a:cubicBezTo>
                  <a:cubicBezTo>
                    <a:pt x="2131" y="902"/>
                    <a:pt x="2081" y="927"/>
                    <a:pt x="2031" y="927"/>
                  </a:cubicBezTo>
                  <a:cubicBezTo>
                    <a:pt x="1980" y="927"/>
                    <a:pt x="1930" y="902"/>
                    <a:pt x="1880" y="852"/>
                  </a:cubicBezTo>
                  <a:cubicBezTo>
                    <a:pt x="1853" y="792"/>
                    <a:pt x="1825" y="771"/>
                    <a:pt x="1795" y="771"/>
                  </a:cubicBezTo>
                  <a:cubicBezTo>
                    <a:pt x="1730" y="771"/>
                    <a:pt x="1661" y="872"/>
                    <a:pt x="1598" y="872"/>
                  </a:cubicBezTo>
                  <a:cubicBezTo>
                    <a:pt x="1583" y="872"/>
                    <a:pt x="1568" y="866"/>
                    <a:pt x="1554" y="852"/>
                  </a:cubicBezTo>
                  <a:cubicBezTo>
                    <a:pt x="1484" y="782"/>
                    <a:pt x="1463" y="699"/>
                    <a:pt x="1457" y="699"/>
                  </a:cubicBezTo>
                  <a:cubicBezTo>
                    <a:pt x="1454" y="699"/>
                    <a:pt x="1454" y="714"/>
                    <a:pt x="1454" y="752"/>
                  </a:cubicBezTo>
                  <a:lnTo>
                    <a:pt x="1354" y="752"/>
                  </a:lnTo>
                  <a:cubicBezTo>
                    <a:pt x="1254" y="752"/>
                    <a:pt x="1254" y="627"/>
                    <a:pt x="1153" y="627"/>
                  </a:cubicBezTo>
                  <a:lnTo>
                    <a:pt x="1153" y="526"/>
                  </a:lnTo>
                  <a:lnTo>
                    <a:pt x="928" y="526"/>
                  </a:lnTo>
                  <a:cubicBezTo>
                    <a:pt x="828" y="526"/>
                    <a:pt x="828" y="426"/>
                    <a:pt x="828" y="426"/>
                  </a:cubicBezTo>
                  <a:cubicBezTo>
                    <a:pt x="828" y="326"/>
                    <a:pt x="727" y="326"/>
                    <a:pt x="727" y="226"/>
                  </a:cubicBezTo>
                  <a:cubicBezTo>
                    <a:pt x="627" y="226"/>
                    <a:pt x="527" y="226"/>
                    <a:pt x="527" y="125"/>
                  </a:cubicBezTo>
                  <a:cubicBezTo>
                    <a:pt x="402" y="125"/>
                    <a:pt x="301" y="125"/>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7"/>
            <p:cNvSpPr/>
            <p:nvPr/>
          </p:nvSpPr>
          <p:spPr>
            <a:xfrm>
              <a:off x="4599175" y="4378475"/>
              <a:ext cx="60175" cy="28825"/>
            </a:xfrm>
            <a:custGeom>
              <a:rect b="b" l="l" r="r" t="t"/>
              <a:pathLst>
                <a:path extrusionOk="0" h="1153" w="2407">
                  <a:moveTo>
                    <a:pt x="326" y="0"/>
                  </a:moveTo>
                  <a:cubicBezTo>
                    <a:pt x="1" y="201"/>
                    <a:pt x="1" y="201"/>
                    <a:pt x="1" y="301"/>
                  </a:cubicBezTo>
                  <a:lnTo>
                    <a:pt x="126" y="401"/>
                  </a:lnTo>
                  <a:cubicBezTo>
                    <a:pt x="126" y="526"/>
                    <a:pt x="226" y="526"/>
                    <a:pt x="326" y="627"/>
                  </a:cubicBezTo>
                  <a:cubicBezTo>
                    <a:pt x="326" y="627"/>
                    <a:pt x="427" y="627"/>
                    <a:pt x="427" y="727"/>
                  </a:cubicBezTo>
                  <a:cubicBezTo>
                    <a:pt x="527" y="727"/>
                    <a:pt x="527" y="727"/>
                    <a:pt x="627" y="827"/>
                  </a:cubicBezTo>
                  <a:lnTo>
                    <a:pt x="753" y="827"/>
                  </a:lnTo>
                  <a:cubicBezTo>
                    <a:pt x="853" y="827"/>
                    <a:pt x="953" y="927"/>
                    <a:pt x="1154" y="927"/>
                  </a:cubicBezTo>
                  <a:lnTo>
                    <a:pt x="1154" y="1028"/>
                  </a:lnTo>
                  <a:cubicBezTo>
                    <a:pt x="1254" y="1028"/>
                    <a:pt x="1254" y="1153"/>
                    <a:pt x="1379" y="1153"/>
                  </a:cubicBezTo>
                  <a:cubicBezTo>
                    <a:pt x="1379" y="1153"/>
                    <a:pt x="1479" y="1028"/>
                    <a:pt x="1580" y="1028"/>
                  </a:cubicBezTo>
                  <a:cubicBezTo>
                    <a:pt x="1680" y="1028"/>
                    <a:pt x="1680" y="1153"/>
                    <a:pt x="1780" y="1153"/>
                  </a:cubicBezTo>
                  <a:lnTo>
                    <a:pt x="1880" y="1028"/>
                  </a:lnTo>
                  <a:cubicBezTo>
                    <a:pt x="1964" y="1028"/>
                    <a:pt x="2036" y="1083"/>
                    <a:pt x="2105" y="1083"/>
                  </a:cubicBezTo>
                  <a:cubicBezTo>
                    <a:pt x="2139" y="1083"/>
                    <a:pt x="2173" y="1069"/>
                    <a:pt x="2206" y="1028"/>
                  </a:cubicBezTo>
                  <a:cubicBezTo>
                    <a:pt x="2206" y="1028"/>
                    <a:pt x="2251" y="1083"/>
                    <a:pt x="2280" y="1083"/>
                  </a:cubicBezTo>
                  <a:cubicBezTo>
                    <a:pt x="2295" y="1083"/>
                    <a:pt x="2306" y="1069"/>
                    <a:pt x="2306" y="1028"/>
                  </a:cubicBezTo>
                  <a:lnTo>
                    <a:pt x="2407" y="1028"/>
                  </a:lnTo>
                  <a:lnTo>
                    <a:pt x="2407" y="927"/>
                  </a:lnTo>
                  <a:lnTo>
                    <a:pt x="2407" y="727"/>
                  </a:lnTo>
                  <a:cubicBezTo>
                    <a:pt x="2306" y="627"/>
                    <a:pt x="2306" y="627"/>
                    <a:pt x="2206" y="627"/>
                  </a:cubicBezTo>
                  <a:cubicBezTo>
                    <a:pt x="2206" y="660"/>
                    <a:pt x="2195" y="671"/>
                    <a:pt x="2180" y="671"/>
                  </a:cubicBezTo>
                  <a:cubicBezTo>
                    <a:pt x="2151" y="671"/>
                    <a:pt x="2106" y="627"/>
                    <a:pt x="2106" y="627"/>
                  </a:cubicBezTo>
                  <a:cubicBezTo>
                    <a:pt x="2073" y="660"/>
                    <a:pt x="2050" y="671"/>
                    <a:pt x="2031" y="671"/>
                  </a:cubicBezTo>
                  <a:cubicBezTo>
                    <a:pt x="1992" y="671"/>
                    <a:pt x="1964" y="627"/>
                    <a:pt x="1880" y="627"/>
                  </a:cubicBezTo>
                  <a:cubicBezTo>
                    <a:pt x="1830" y="677"/>
                    <a:pt x="1805" y="702"/>
                    <a:pt x="1780" y="702"/>
                  </a:cubicBezTo>
                  <a:cubicBezTo>
                    <a:pt x="1755" y="702"/>
                    <a:pt x="1730" y="677"/>
                    <a:pt x="1680" y="627"/>
                  </a:cubicBezTo>
                  <a:cubicBezTo>
                    <a:pt x="1659" y="605"/>
                    <a:pt x="1638" y="598"/>
                    <a:pt x="1616" y="598"/>
                  </a:cubicBezTo>
                  <a:cubicBezTo>
                    <a:pt x="1558" y="598"/>
                    <a:pt x="1501" y="656"/>
                    <a:pt x="1443" y="656"/>
                  </a:cubicBezTo>
                  <a:cubicBezTo>
                    <a:pt x="1422" y="656"/>
                    <a:pt x="1400" y="648"/>
                    <a:pt x="1379" y="627"/>
                  </a:cubicBezTo>
                  <a:cubicBezTo>
                    <a:pt x="1379" y="627"/>
                    <a:pt x="1379" y="526"/>
                    <a:pt x="1254" y="526"/>
                  </a:cubicBezTo>
                  <a:lnTo>
                    <a:pt x="1053" y="526"/>
                  </a:lnTo>
                  <a:cubicBezTo>
                    <a:pt x="1053" y="526"/>
                    <a:pt x="1053" y="401"/>
                    <a:pt x="953" y="401"/>
                  </a:cubicBezTo>
                  <a:lnTo>
                    <a:pt x="853" y="401"/>
                  </a:lnTo>
                  <a:cubicBezTo>
                    <a:pt x="753" y="401"/>
                    <a:pt x="753" y="301"/>
                    <a:pt x="753" y="301"/>
                  </a:cubicBezTo>
                  <a:cubicBezTo>
                    <a:pt x="753" y="201"/>
                    <a:pt x="627" y="201"/>
                    <a:pt x="627" y="201"/>
                  </a:cubicBezTo>
                  <a:cubicBezTo>
                    <a:pt x="527" y="201"/>
                    <a:pt x="527" y="100"/>
                    <a:pt x="427" y="100"/>
                  </a:cubicBezTo>
                  <a:cubicBezTo>
                    <a:pt x="427" y="100"/>
                    <a:pt x="326" y="100"/>
                    <a:pt x="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7"/>
            <p:cNvSpPr/>
            <p:nvPr/>
          </p:nvSpPr>
          <p:spPr>
            <a:xfrm>
              <a:off x="5178750" y="4177325"/>
              <a:ext cx="122850" cy="278275"/>
            </a:xfrm>
            <a:custGeom>
              <a:rect b="b" l="l" r="r" t="t"/>
              <a:pathLst>
                <a:path extrusionOk="0" h="11131" w="4914">
                  <a:moveTo>
                    <a:pt x="4713" y="1"/>
                  </a:moveTo>
                  <a:lnTo>
                    <a:pt x="4612" y="101"/>
                  </a:lnTo>
                  <a:cubicBezTo>
                    <a:pt x="4387" y="302"/>
                    <a:pt x="4512" y="527"/>
                    <a:pt x="4512" y="728"/>
                  </a:cubicBezTo>
                  <a:cubicBezTo>
                    <a:pt x="4512" y="928"/>
                    <a:pt x="4387" y="1254"/>
                    <a:pt x="4387" y="1455"/>
                  </a:cubicBezTo>
                  <a:cubicBezTo>
                    <a:pt x="4387" y="1780"/>
                    <a:pt x="4286" y="2081"/>
                    <a:pt x="4186" y="2407"/>
                  </a:cubicBezTo>
                  <a:cubicBezTo>
                    <a:pt x="4186" y="2808"/>
                    <a:pt x="4086" y="3234"/>
                    <a:pt x="3986" y="3560"/>
                  </a:cubicBezTo>
                  <a:cubicBezTo>
                    <a:pt x="3660" y="4061"/>
                    <a:pt x="3760" y="4688"/>
                    <a:pt x="3459" y="5214"/>
                  </a:cubicBezTo>
                  <a:cubicBezTo>
                    <a:pt x="3359" y="5440"/>
                    <a:pt x="3134" y="5540"/>
                    <a:pt x="3033" y="5740"/>
                  </a:cubicBezTo>
                  <a:cubicBezTo>
                    <a:pt x="3033" y="5941"/>
                    <a:pt x="2933" y="6066"/>
                    <a:pt x="2933" y="6166"/>
                  </a:cubicBezTo>
                  <a:cubicBezTo>
                    <a:pt x="2833" y="6367"/>
                    <a:pt x="2733" y="6567"/>
                    <a:pt x="2632" y="6793"/>
                  </a:cubicBezTo>
                  <a:cubicBezTo>
                    <a:pt x="2507" y="6993"/>
                    <a:pt x="2407" y="7094"/>
                    <a:pt x="2307" y="7194"/>
                  </a:cubicBezTo>
                  <a:cubicBezTo>
                    <a:pt x="2206" y="7520"/>
                    <a:pt x="2106" y="7720"/>
                    <a:pt x="2006" y="7946"/>
                  </a:cubicBezTo>
                  <a:cubicBezTo>
                    <a:pt x="1880" y="8247"/>
                    <a:pt x="1680" y="8347"/>
                    <a:pt x="1580" y="8572"/>
                  </a:cubicBezTo>
                  <a:cubicBezTo>
                    <a:pt x="1379" y="8773"/>
                    <a:pt x="1154" y="9074"/>
                    <a:pt x="1053" y="9299"/>
                  </a:cubicBezTo>
                  <a:cubicBezTo>
                    <a:pt x="853" y="9600"/>
                    <a:pt x="627" y="9926"/>
                    <a:pt x="527" y="10126"/>
                  </a:cubicBezTo>
                  <a:cubicBezTo>
                    <a:pt x="427" y="10327"/>
                    <a:pt x="327" y="10653"/>
                    <a:pt x="126" y="10653"/>
                  </a:cubicBezTo>
                  <a:cubicBezTo>
                    <a:pt x="1" y="10753"/>
                    <a:pt x="1" y="10853"/>
                    <a:pt x="1" y="10953"/>
                  </a:cubicBezTo>
                  <a:cubicBezTo>
                    <a:pt x="91" y="11084"/>
                    <a:pt x="162" y="11130"/>
                    <a:pt x="220" y="11130"/>
                  </a:cubicBezTo>
                  <a:cubicBezTo>
                    <a:pt x="307" y="11130"/>
                    <a:pt x="367" y="11028"/>
                    <a:pt x="427" y="10953"/>
                  </a:cubicBezTo>
                  <a:cubicBezTo>
                    <a:pt x="627" y="10853"/>
                    <a:pt x="753" y="10653"/>
                    <a:pt x="853" y="10552"/>
                  </a:cubicBezTo>
                  <a:cubicBezTo>
                    <a:pt x="1053" y="10126"/>
                    <a:pt x="1254" y="9826"/>
                    <a:pt x="1479" y="9500"/>
                  </a:cubicBezTo>
                  <a:lnTo>
                    <a:pt x="2006" y="8773"/>
                  </a:lnTo>
                  <a:cubicBezTo>
                    <a:pt x="2106" y="8572"/>
                    <a:pt x="2307" y="8347"/>
                    <a:pt x="2407" y="8146"/>
                  </a:cubicBezTo>
                  <a:cubicBezTo>
                    <a:pt x="2407" y="8046"/>
                    <a:pt x="2507" y="7820"/>
                    <a:pt x="2507" y="7720"/>
                  </a:cubicBezTo>
                  <a:cubicBezTo>
                    <a:pt x="2933" y="7194"/>
                    <a:pt x="3259" y="6567"/>
                    <a:pt x="3560" y="5941"/>
                  </a:cubicBezTo>
                  <a:cubicBezTo>
                    <a:pt x="3560" y="5841"/>
                    <a:pt x="3660" y="5740"/>
                    <a:pt x="3660" y="5640"/>
                  </a:cubicBezTo>
                  <a:cubicBezTo>
                    <a:pt x="3885" y="5440"/>
                    <a:pt x="3986" y="5214"/>
                    <a:pt x="4086" y="5013"/>
                  </a:cubicBezTo>
                  <a:cubicBezTo>
                    <a:pt x="4186" y="4688"/>
                    <a:pt x="4186" y="4287"/>
                    <a:pt x="4286" y="3961"/>
                  </a:cubicBezTo>
                  <a:cubicBezTo>
                    <a:pt x="4387" y="3660"/>
                    <a:pt x="4512" y="3435"/>
                    <a:pt x="4612" y="3134"/>
                  </a:cubicBezTo>
                  <a:cubicBezTo>
                    <a:pt x="4713" y="2933"/>
                    <a:pt x="4612" y="2607"/>
                    <a:pt x="4713" y="2407"/>
                  </a:cubicBezTo>
                  <a:cubicBezTo>
                    <a:pt x="4713" y="2081"/>
                    <a:pt x="4813" y="1780"/>
                    <a:pt x="4813" y="1455"/>
                  </a:cubicBezTo>
                  <a:cubicBezTo>
                    <a:pt x="4813" y="1254"/>
                    <a:pt x="4913" y="1054"/>
                    <a:pt x="4913" y="828"/>
                  </a:cubicBezTo>
                  <a:cubicBezTo>
                    <a:pt x="4813" y="627"/>
                    <a:pt x="4813" y="427"/>
                    <a:pt x="4813" y="201"/>
                  </a:cubicBezTo>
                  <a:cubicBezTo>
                    <a:pt x="4813" y="101"/>
                    <a:pt x="4813" y="1"/>
                    <a:pt x="4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7"/>
            <p:cNvSpPr/>
            <p:nvPr/>
          </p:nvSpPr>
          <p:spPr>
            <a:xfrm>
              <a:off x="5186900" y="4273825"/>
              <a:ext cx="65200" cy="94425"/>
            </a:xfrm>
            <a:custGeom>
              <a:rect b="b" l="l" r="r" t="t"/>
              <a:pathLst>
                <a:path extrusionOk="0" h="3777" w="2608">
                  <a:moveTo>
                    <a:pt x="2306" y="1"/>
                  </a:moveTo>
                  <a:cubicBezTo>
                    <a:pt x="2181" y="1"/>
                    <a:pt x="2081" y="1"/>
                    <a:pt x="2081" y="101"/>
                  </a:cubicBezTo>
                  <a:cubicBezTo>
                    <a:pt x="2081" y="201"/>
                    <a:pt x="2081" y="326"/>
                    <a:pt x="1981" y="427"/>
                  </a:cubicBezTo>
                  <a:cubicBezTo>
                    <a:pt x="1981" y="527"/>
                    <a:pt x="1880" y="527"/>
                    <a:pt x="1880" y="727"/>
                  </a:cubicBezTo>
                  <a:cubicBezTo>
                    <a:pt x="1780" y="828"/>
                    <a:pt x="1780" y="953"/>
                    <a:pt x="1680" y="1053"/>
                  </a:cubicBezTo>
                  <a:cubicBezTo>
                    <a:pt x="1454" y="1153"/>
                    <a:pt x="1554" y="1454"/>
                    <a:pt x="1354" y="1680"/>
                  </a:cubicBezTo>
                  <a:cubicBezTo>
                    <a:pt x="1354" y="1680"/>
                    <a:pt x="1254" y="1680"/>
                    <a:pt x="1254" y="1780"/>
                  </a:cubicBezTo>
                  <a:cubicBezTo>
                    <a:pt x="1254" y="1880"/>
                    <a:pt x="1153" y="1880"/>
                    <a:pt x="1153" y="1880"/>
                  </a:cubicBezTo>
                  <a:cubicBezTo>
                    <a:pt x="1153" y="1981"/>
                    <a:pt x="1053" y="2081"/>
                    <a:pt x="1053" y="2206"/>
                  </a:cubicBezTo>
                  <a:cubicBezTo>
                    <a:pt x="1053" y="2206"/>
                    <a:pt x="928" y="2206"/>
                    <a:pt x="928" y="2306"/>
                  </a:cubicBezTo>
                  <a:cubicBezTo>
                    <a:pt x="928" y="2407"/>
                    <a:pt x="828" y="2507"/>
                    <a:pt x="828" y="2607"/>
                  </a:cubicBezTo>
                  <a:cubicBezTo>
                    <a:pt x="828" y="2707"/>
                    <a:pt x="727" y="2707"/>
                    <a:pt x="627" y="2707"/>
                  </a:cubicBezTo>
                  <a:cubicBezTo>
                    <a:pt x="527" y="2833"/>
                    <a:pt x="527" y="2933"/>
                    <a:pt x="427" y="3033"/>
                  </a:cubicBezTo>
                  <a:cubicBezTo>
                    <a:pt x="301" y="3133"/>
                    <a:pt x="301" y="3234"/>
                    <a:pt x="201" y="3334"/>
                  </a:cubicBezTo>
                  <a:cubicBezTo>
                    <a:pt x="201" y="3334"/>
                    <a:pt x="201" y="3485"/>
                    <a:pt x="146" y="3485"/>
                  </a:cubicBezTo>
                  <a:cubicBezTo>
                    <a:pt x="134" y="3485"/>
                    <a:pt x="119" y="3477"/>
                    <a:pt x="101" y="3459"/>
                  </a:cubicBezTo>
                  <a:cubicBezTo>
                    <a:pt x="1" y="3459"/>
                    <a:pt x="1" y="3459"/>
                    <a:pt x="101" y="3559"/>
                  </a:cubicBezTo>
                  <a:cubicBezTo>
                    <a:pt x="221" y="3740"/>
                    <a:pt x="269" y="3776"/>
                    <a:pt x="316" y="3776"/>
                  </a:cubicBezTo>
                  <a:cubicBezTo>
                    <a:pt x="346" y="3776"/>
                    <a:pt x="377" y="3760"/>
                    <a:pt x="427" y="3760"/>
                  </a:cubicBezTo>
                  <a:cubicBezTo>
                    <a:pt x="527" y="3760"/>
                    <a:pt x="527" y="3660"/>
                    <a:pt x="527" y="3660"/>
                  </a:cubicBezTo>
                  <a:cubicBezTo>
                    <a:pt x="727" y="3559"/>
                    <a:pt x="727" y="3334"/>
                    <a:pt x="828" y="3234"/>
                  </a:cubicBezTo>
                  <a:lnTo>
                    <a:pt x="1053" y="3033"/>
                  </a:lnTo>
                  <a:cubicBezTo>
                    <a:pt x="1053" y="2933"/>
                    <a:pt x="1153" y="2833"/>
                    <a:pt x="1153" y="2833"/>
                  </a:cubicBezTo>
                  <a:cubicBezTo>
                    <a:pt x="1254" y="2707"/>
                    <a:pt x="1254" y="2707"/>
                    <a:pt x="1254" y="2607"/>
                  </a:cubicBezTo>
                  <a:cubicBezTo>
                    <a:pt x="1354" y="2407"/>
                    <a:pt x="1454" y="2306"/>
                    <a:pt x="1680" y="2081"/>
                  </a:cubicBezTo>
                  <a:cubicBezTo>
                    <a:pt x="1680" y="1981"/>
                    <a:pt x="1680" y="1981"/>
                    <a:pt x="1780" y="1880"/>
                  </a:cubicBezTo>
                  <a:lnTo>
                    <a:pt x="1880" y="1780"/>
                  </a:lnTo>
                  <a:cubicBezTo>
                    <a:pt x="1981" y="1680"/>
                    <a:pt x="1880" y="1454"/>
                    <a:pt x="1981" y="1354"/>
                  </a:cubicBezTo>
                  <a:cubicBezTo>
                    <a:pt x="1981" y="1254"/>
                    <a:pt x="2181" y="1153"/>
                    <a:pt x="2181" y="1053"/>
                  </a:cubicBezTo>
                  <a:cubicBezTo>
                    <a:pt x="2306" y="1053"/>
                    <a:pt x="2181" y="953"/>
                    <a:pt x="2181" y="828"/>
                  </a:cubicBezTo>
                  <a:cubicBezTo>
                    <a:pt x="2306" y="727"/>
                    <a:pt x="2407" y="627"/>
                    <a:pt x="2407" y="527"/>
                  </a:cubicBezTo>
                  <a:cubicBezTo>
                    <a:pt x="2407" y="427"/>
                    <a:pt x="2507" y="427"/>
                    <a:pt x="2507" y="326"/>
                  </a:cubicBezTo>
                  <a:lnTo>
                    <a:pt x="2507" y="101"/>
                  </a:lnTo>
                  <a:cubicBezTo>
                    <a:pt x="2507" y="101"/>
                    <a:pt x="2607" y="1"/>
                    <a:pt x="25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 name="Google Shape;2520;p67"/>
          <p:cNvGrpSpPr/>
          <p:nvPr/>
        </p:nvGrpSpPr>
        <p:grpSpPr>
          <a:xfrm>
            <a:off x="1333018" y="1344664"/>
            <a:ext cx="1773006" cy="993175"/>
            <a:chOff x="2380500" y="646975"/>
            <a:chExt cx="2419825" cy="1355500"/>
          </a:xfrm>
        </p:grpSpPr>
        <p:sp>
          <p:nvSpPr>
            <p:cNvPr id="2521" name="Google Shape;2521;p67"/>
            <p:cNvSpPr/>
            <p:nvPr/>
          </p:nvSpPr>
          <p:spPr>
            <a:xfrm>
              <a:off x="2406175" y="866575"/>
              <a:ext cx="773225" cy="481550"/>
            </a:xfrm>
            <a:custGeom>
              <a:rect b="b" l="l" r="r" t="t"/>
              <a:pathLst>
                <a:path extrusionOk="0" h="19262" w="30929">
                  <a:moveTo>
                    <a:pt x="7206" y="0"/>
                  </a:moveTo>
                  <a:cubicBezTo>
                    <a:pt x="6893" y="0"/>
                    <a:pt x="6580" y="8"/>
                    <a:pt x="6267" y="24"/>
                  </a:cubicBezTo>
                  <a:cubicBezTo>
                    <a:pt x="7520" y="1378"/>
                    <a:pt x="8773" y="2831"/>
                    <a:pt x="9926" y="4285"/>
                  </a:cubicBezTo>
                  <a:cubicBezTo>
                    <a:pt x="6592" y="4084"/>
                    <a:pt x="3259" y="3658"/>
                    <a:pt x="1" y="2931"/>
                  </a:cubicBezTo>
                  <a:lnTo>
                    <a:pt x="1" y="2931"/>
                  </a:lnTo>
                  <a:cubicBezTo>
                    <a:pt x="2206" y="6490"/>
                    <a:pt x="5339" y="9623"/>
                    <a:pt x="8998" y="11929"/>
                  </a:cubicBezTo>
                  <a:cubicBezTo>
                    <a:pt x="7219" y="11703"/>
                    <a:pt x="5540" y="11177"/>
                    <a:pt x="3986" y="10350"/>
                  </a:cubicBezTo>
                  <a:lnTo>
                    <a:pt x="3986" y="10350"/>
                  </a:lnTo>
                  <a:cubicBezTo>
                    <a:pt x="5765" y="15062"/>
                    <a:pt x="10552" y="18395"/>
                    <a:pt x="15465" y="18495"/>
                  </a:cubicBezTo>
                  <a:cubicBezTo>
                    <a:pt x="16951" y="18495"/>
                    <a:pt x="18375" y="18229"/>
                    <a:pt x="19735" y="18229"/>
                  </a:cubicBezTo>
                  <a:cubicBezTo>
                    <a:pt x="20096" y="18229"/>
                    <a:pt x="20452" y="18248"/>
                    <a:pt x="20803" y="18295"/>
                  </a:cubicBezTo>
                  <a:cubicBezTo>
                    <a:pt x="22257" y="18395"/>
                    <a:pt x="23610" y="18922"/>
                    <a:pt x="25064" y="19122"/>
                  </a:cubicBezTo>
                  <a:cubicBezTo>
                    <a:pt x="25627" y="19212"/>
                    <a:pt x="26190" y="19262"/>
                    <a:pt x="26754" y="19262"/>
                  </a:cubicBezTo>
                  <a:cubicBezTo>
                    <a:pt x="27443" y="19262"/>
                    <a:pt x="28133" y="19187"/>
                    <a:pt x="28823" y="19022"/>
                  </a:cubicBezTo>
                  <a:cubicBezTo>
                    <a:pt x="29149" y="19022"/>
                    <a:pt x="29575" y="18922"/>
                    <a:pt x="29775" y="18596"/>
                  </a:cubicBezTo>
                  <a:cubicBezTo>
                    <a:pt x="30076" y="18395"/>
                    <a:pt x="30302" y="17869"/>
                    <a:pt x="30402" y="17443"/>
                  </a:cubicBezTo>
                  <a:cubicBezTo>
                    <a:pt x="30928" y="14536"/>
                    <a:pt x="28723" y="11302"/>
                    <a:pt x="25690" y="10776"/>
                  </a:cubicBezTo>
                  <a:lnTo>
                    <a:pt x="22983" y="7744"/>
                  </a:lnTo>
                  <a:cubicBezTo>
                    <a:pt x="19313" y="2977"/>
                    <a:pt x="13285" y="0"/>
                    <a:pt x="72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7"/>
            <p:cNvSpPr/>
            <p:nvPr/>
          </p:nvSpPr>
          <p:spPr>
            <a:xfrm>
              <a:off x="2667475" y="1039475"/>
              <a:ext cx="506275" cy="305175"/>
            </a:xfrm>
            <a:custGeom>
              <a:rect b="b" l="l" r="r" t="t"/>
              <a:pathLst>
                <a:path extrusionOk="0" h="12207" w="20251">
                  <a:moveTo>
                    <a:pt x="5113" y="0"/>
                  </a:moveTo>
                  <a:lnTo>
                    <a:pt x="5113" y="0"/>
                  </a:lnTo>
                  <a:cubicBezTo>
                    <a:pt x="5739" y="727"/>
                    <a:pt x="6266" y="1554"/>
                    <a:pt x="6892" y="2281"/>
                  </a:cubicBezTo>
                  <a:cubicBezTo>
                    <a:pt x="6993" y="2507"/>
                    <a:pt x="7093" y="2707"/>
                    <a:pt x="6993" y="2908"/>
                  </a:cubicBezTo>
                  <a:cubicBezTo>
                    <a:pt x="6942" y="3071"/>
                    <a:pt x="6811" y="3127"/>
                    <a:pt x="6642" y="3127"/>
                  </a:cubicBezTo>
                  <a:cubicBezTo>
                    <a:pt x="6473" y="3127"/>
                    <a:pt x="6266" y="3071"/>
                    <a:pt x="6065" y="3008"/>
                  </a:cubicBezTo>
                  <a:cubicBezTo>
                    <a:pt x="4186" y="2181"/>
                    <a:pt x="2080" y="1755"/>
                    <a:pt x="0" y="1655"/>
                  </a:cubicBezTo>
                  <a:lnTo>
                    <a:pt x="0" y="1655"/>
                  </a:lnTo>
                  <a:cubicBezTo>
                    <a:pt x="1780" y="4161"/>
                    <a:pt x="4085" y="6141"/>
                    <a:pt x="6792" y="7620"/>
                  </a:cubicBezTo>
                  <a:cubicBezTo>
                    <a:pt x="6166" y="7720"/>
                    <a:pt x="5539" y="7920"/>
                    <a:pt x="5013" y="8146"/>
                  </a:cubicBezTo>
                  <a:cubicBezTo>
                    <a:pt x="4912" y="8647"/>
                    <a:pt x="5539" y="8973"/>
                    <a:pt x="6065" y="9173"/>
                  </a:cubicBezTo>
                  <a:cubicBezTo>
                    <a:pt x="8872" y="10326"/>
                    <a:pt x="11704" y="11379"/>
                    <a:pt x="14737" y="12006"/>
                  </a:cubicBezTo>
                  <a:cubicBezTo>
                    <a:pt x="15138" y="12106"/>
                    <a:pt x="15564" y="12206"/>
                    <a:pt x="15990" y="12206"/>
                  </a:cubicBezTo>
                  <a:cubicBezTo>
                    <a:pt x="16291" y="12106"/>
                    <a:pt x="16617" y="11905"/>
                    <a:pt x="16917" y="11780"/>
                  </a:cubicBezTo>
                  <a:cubicBezTo>
                    <a:pt x="17745" y="11279"/>
                    <a:pt x="18597" y="10853"/>
                    <a:pt x="19424" y="10326"/>
                  </a:cubicBezTo>
                  <a:cubicBezTo>
                    <a:pt x="19624" y="10226"/>
                    <a:pt x="19850" y="10126"/>
                    <a:pt x="19950" y="9900"/>
                  </a:cubicBezTo>
                  <a:cubicBezTo>
                    <a:pt x="20251" y="9274"/>
                    <a:pt x="19750" y="8647"/>
                    <a:pt x="19123" y="8346"/>
                  </a:cubicBezTo>
                  <a:cubicBezTo>
                    <a:pt x="17970" y="7720"/>
                    <a:pt x="16717" y="7394"/>
                    <a:pt x="15564" y="6767"/>
                  </a:cubicBezTo>
                  <a:cubicBezTo>
                    <a:pt x="14411" y="6141"/>
                    <a:pt x="13359" y="5314"/>
                    <a:pt x="13058" y="4061"/>
                  </a:cubicBezTo>
                  <a:lnTo>
                    <a:pt x="12857" y="4061"/>
                  </a:lnTo>
                  <a:cubicBezTo>
                    <a:pt x="10552" y="2281"/>
                    <a:pt x="7945" y="928"/>
                    <a:pt x="51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7"/>
            <p:cNvSpPr/>
            <p:nvPr/>
          </p:nvSpPr>
          <p:spPr>
            <a:xfrm>
              <a:off x="2936275" y="1061625"/>
              <a:ext cx="154150" cy="131375"/>
            </a:xfrm>
            <a:custGeom>
              <a:rect b="b" l="l" r="r" t="t"/>
              <a:pathLst>
                <a:path extrusionOk="0" h="5255" w="6166">
                  <a:moveTo>
                    <a:pt x="1970" y="0"/>
                  </a:moveTo>
                  <a:cubicBezTo>
                    <a:pt x="1866" y="0"/>
                    <a:pt x="1767" y="12"/>
                    <a:pt x="1679" y="42"/>
                  </a:cubicBezTo>
                  <a:cubicBezTo>
                    <a:pt x="526" y="242"/>
                    <a:pt x="0" y="1921"/>
                    <a:pt x="627" y="2974"/>
                  </a:cubicBezTo>
                  <a:cubicBezTo>
                    <a:pt x="1253" y="4002"/>
                    <a:pt x="2406" y="4528"/>
                    <a:pt x="3559" y="4854"/>
                  </a:cubicBezTo>
                  <a:cubicBezTo>
                    <a:pt x="4085" y="5054"/>
                    <a:pt x="4486" y="5155"/>
                    <a:pt x="5013" y="5255"/>
                  </a:cubicBezTo>
                  <a:lnTo>
                    <a:pt x="5539" y="5255"/>
                  </a:lnTo>
                  <a:cubicBezTo>
                    <a:pt x="5739" y="5155"/>
                    <a:pt x="5865" y="4954"/>
                    <a:pt x="5739" y="4754"/>
                  </a:cubicBezTo>
                  <a:lnTo>
                    <a:pt x="6165" y="1621"/>
                  </a:lnTo>
                  <a:cubicBezTo>
                    <a:pt x="5113" y="994"/>
                    <a:pt x="3985" y="468"/>
                    <a:pt x="2732" y="142"/>
                  </a:cubicBezTo>
                  <a:cubicBezTo>
                    <a:pt x="2501" y="71"/>
                    <a:pt x="2221" y="0"/>
                    <a:pt x="19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7"/>
            <p:cNvSpPr/>
            <p:nvPr/>
          </p:nvSpPr>
          <p:spPr>
            <a:xfrm>
              <a:off x="2852925" y="1278400"/>
              <a:ext cx="154175" cy="130775"/>
            </a:xfrm>
            <a:custGeom>
              <a:rect b="b" l="l" r="r" t="t"/>
              <a:pathLst>
                <a:path extrusionOk="0" h="5231" w="6167">
                  <a:moveTo>
                    <a:pt x="1970" y="1"/>
                  </a:moveTo>
                  <a:cubicBezTo>
                    <a:pt x="1867" y="1"/>
                    <a:pt x="1768" y="13"/>
                    <a:pt x="1680" y="42"/>
                  </a:cubicBezTo>
                  <a:cubicBezTo>
                    <a:pt x="427" y="243"/>
                    <a:pt x="1" y="1822"/>
                    <a:pt x="527" y="2975"/>
                  </a:cubicBezTo>
                  <a:cubicBezTo>
                    <a:pt x="1154" y="4002"/>
                    <a:pt x="2407" y="4529"/>
                    <a:pt x="3560" y="4855"/>
                  </a:cubicBezTo>
                  <a:cubicBezTo>
                    <a:pt x="3961" y="4955"/>
                    <a:pt x="4487" y="5155"/>
                    <a:pt x="4913" y="5155"/>
                  </a:cubicBezTo>
                  <a:cubicBezTo>
                    <a:pt x="5013" y="5205"/>
                    <a:pt x="5113" y="5230"/>
                    <a:pt x="5217" y="5230"/>
                  </a:cubicBezTo>
                  <a:cubicBezTo>
                    <a:pt x="5320" y="5230"/>
                    <a:pt x="5427" y="5205"/>
                    <a:pt x="5540" y="5155"/>
                  </a:cubicBezTo>
                  <a:cubicBezTo>
                    <a:pt x="5640" y="5155"/>
                    <a:pt x="5740" y="4855"/>
                    <a:pt x="5640" y="4729"/>
                  </a:cubicBezTo>
                  <a:lnTo>
                    <a:pt x="6166" y="1596"/>
                  </a:lnTo>
                  <a:cubicBezTo>
                    <a:pt x="5113" y="970"/>
                    <a:pt x="3961" y="469"/>
                    <a:pt x="2707" y="143"/>
                  </a:cubicBezTo>
                  <a:cubicBezTo>
                    <a:pt x="2495" y="72"/>
                    <a:pt x="2219" y="1"/>
                    <a:pt x="19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7"/>
            <p:cNvSpPr/>
            <p:nvPr/>
          </p:nvSpPr>
          <p:spPr>
            <a:xfrm>
              <a:off x="2931250" y="646975"/>
              <a:ext cx="1869075" cy="1342200"/>
            </a:xfrm>
            <a:custGeom>
              <a:rect b="b" l="l" r="r" t="t"/>
              <a:pathLst>
                <a:path extrusionOk="0" h="53688" w="74763">
                  <a:moveTo>
                    <a:pt x="19140" y="0"/>
                  </a:moveTo>
                  <a:cubicBezTo>
                    <a:pt x="19063" y="0"/>
                    <a:pt x="18983" y="11"/>
                    <a:pt x="18898" y="36"/>
                  </a:cubicBezTo>
                  <a:cubicBezTo>
                    <a:pt x="18372" y="136"/>
                    <a:pt x="18071" y="763"/>
                    <a:pt x="17845" y="1289"/>
                  </a:cubicBezTo>
                  <a:cubicBezTo>
                    <a:pt x="15665" y="7129"/>
                    <a:pt x="13585" y="12868"/>
                    <a:pt x="11379" y="18608"/>
                  </a:cubicBezTo>
                  <a:cubicBezTo>
                    <a:pt x="9700" y="17881"/>
                    <a:pt x="7945" y="17254"/>
                    <a:pt x="6166" y="16728"/>
                  </a:cubicBezTo>
                  <a:cubicBezTo>
                    <a:pt x="4913" y="18608"/>
                    <a:pt x="4186" y="20713"/>
                    <a:pt x="3860" y="22893"/>
                  </a:cubicBezTo>
                  <a:cubicBezTo>
                    <a:pt x="4687" y="23094"/>
                    <a:pt x="5640" y="23320"/>
                    <a:pt x="6366" y="23946"/>
                  </a:cubicBezTo>
                  <a:cubicBezTo>
                    <a:pt x="6993" y="24472"/>
                    <a:pt x="7419" y="25500"/>
                    <a:pt x="6993" y="26227"/>
                  </a:cubicBezTo>
                  <a:cubicBezTo>
                    <a:pt x="6524" y="25629"/>
                    <a:pt x="5701" y="25333"/>
                    <a:pt x="4899" y="25333"/>
                  </a:cubicBezTo>
                  <a:cubicBezTo>
                    <a:pt x="4458" y="25333"/>
                    <a:pt x="4024" y="25422"/>
                    <a:pt x="3660" y="25600"/>
                  </a:cubicBezTo>
                  <a:cubicBezTo>
                    <a:pt x="2507" y="26127"/>
                    <a:pt x="1780" y="27279"/>
                    <a:pt x="1454" y="28432"/>
                  </a:cubicBezTo>
                  <a:cubicBezTo>
                    <a:pt x="1153" y="29360"/>
                    <a:pt x="1053" y="30513"/>
                    <a:pt x="1554" y="31465"/>
                  </a:cubicBezTo>
                  <a:cubicBezTo>
                    <a:pt x="1990" y="32233"/>
                    <a:pt x="2786" y="32794"/>
                    <a:pt x="3645" y="32794"/>
                  </a:cubicBezTo>
                  <a:cubicBezTo>
                    <a:pt x="3824" y="32794"/>
                    <a:pt x="4005" y="32770"/>
                    <a:pt x="4186" y="32718"/>
                  </a:cubicBezTo>
                  <a:lnTo>
                    <a:pt x="4186" y="32718"/>
                  </a:lnTo>
                  <a:cubicBezTo>
                    <a:pt x="2808" y="37630"/>
                    <a:pt x="1554" y="42518"/>
                    <a:pt x="201" y="47430"/>
                  </a:cubicBezTo>
                  <a:cubicBezTo>
                    <a:pt x="101" y="47956"/>
                    <a:pt x="1" y="48382"/>
                    <a:pt x="101" y="48909"/>
                  </a:cubicBezTo>
                  <a:cubicBezTo>
                    <a:pt x="301" y="49936"/>
                    <a:pt x="1780" y="50362"/>
                    <a:pt x="2933" y="50463"/>
                  </a:cubicBezTo>
                  <a:cubicBezTo>
                    <a:pt x="3435" y="50492"/>
                    <a:pt x="3939" y="50507"/>
                    <a:pt x="4443" y="50507"/>
                  </a:cubicBezTo>
                  <a:cubicBezTo>
                    <a:pt x="9468" y="50507"/>
                    <a:pt x="14524" y="49045"/>
                    <a:pt x="18898" y="46402"/>
                  </a:cubicBezTo>
                  <a:cubicBezTo>
                    <a:pt x="19850" y="45776"/>
                    <a:pt x="20677" y="45024"/>
                    <a:pt x="21830" y="44723"/>
                  </a:cubicBezTo>
                  <a:cubicBezTo>
                    <a:pt x="22408" y="44539"/>
                    <a:pt x="23000" y="44461"/>
                    <a:pt x="23598" y="44461"/>
                  </a:cubicBezTo>
                  <a:cubicBezTo>
                    <a:pt x="25361" y="44461"/>
                    <a:pt x="27176" y="45139"/>
                    <a:pt x="28823" y="45776"/>
                  </a:cubicBezTo>
                  <a:cubicBezTo>
                    <a:pt x="33209" y="47430"/>
                    <a:pt x="37494" y="49109"/>
                    <a:pt x="41880" y="50788"/>
                  </a:cubicBezTo>
                  <a:cubicBezTo>
                    <a:pt x="44486" y="51837"/>
                    <a:pt x="47423" y="52898"/>
                    <a:pt x="50213" y="52898"/>
                  </a:cubicBezTo>
                  <a:cubicBezTo>
                    <a:pt x="51556" y="52898"/>
                    <a:pt x="52865" y="52652"/>
                    <a:pt x="54086" y="52041"/>
                  </a:cubicBezTo>
                  <a:cubicBezTo>
                    <a:pt x="54713" y="51716"/>
                    <a:pt x="55339" y="51290"/>
                    <a:pt x="56066" y="51290"/>
                  </a:cubicBezTo>
                  <a:cubicBezTo>
                    <a:pt x="56492" y="51290"/>
                    <a:pt x="57018" y="51415"/>
                    <a:pt x="57545" y="51615"/>
                  </a:cubicBezTo>
                  <a:cubicBezTo>
                    <a:pt x="59694" y="52293"/>
                    <a:pt x="64108" y="53687"/>
                    <a:pt x="67873" y="53687"/>
                  </a:cubicBezTo>
                  <a:cubicBezTo>
                    <a:pt x="70518" y="53687"/>
                    <a:pt x="72843" y="52999"/>
                    <a:pt x="73836" y="50889"/>
                  </a:cubicBezTo>
                  <a:cubicBezTo>
                    <a:pt x="74763" y="48909"/>
                    <a:pt x="72482" y="46277"/>
                    <a:pt x="71104" y="44924"/>
                  </a:cubicBezTo>
                  <a:cubicBezTo>
                    <a:pt x="68923" y="43044"/>
                    <a:pt x="66091" y="41891"/>
                    <a:pt x="63710" y="40437"/>
                  </a:cubicBezTo>
                  <a:cubicBezTo>
                    <a:pt x="59099" y="37505"/>
                    <a:pt x="55765" y="33119"/>
                    <a:pt x="51379" y="30112"/>
                  </a:cubicBezTo>
                  <a:cubicBezTo>
                    <a:pt x="46793" y="26853"/>
                    <a:pt x="41028" y="25299"/>
                    <a:pt x="36768" y="21540"/>
                  </a:cubicBezTo>
                  <a:cubicBezTo>
                    <a:pt x="29875" y="15475"/>
                    <a:pt x="27770" y="4923"/>
                    <a:pt x="20051" y="337"/>
                  </a:cubicBezTo>
                  <a:cubicBezTo>
                    <a:pt x="19710" y="177"/>
                    <a:pt x="19449" y="0"/>
                    <a:pt x="191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7"/>
            <p:cNvSpPr/>
            <p:nvPr/>
          </p:nvSpPr>
          <p:spPr>
            <a:xfrm>
              <a:off x="4299050" y="1666700"/>
              <a:ext cx="154175" cy="215825"/>
            </a:xfrm>
            <a:custGeom>
              <a:rect b="b" l="l" r="r" t="t"/>
              <a:pathLst>
                <a:path extrusionOk="0" h="8633" w="6167">
                  <a:moveTo>
                    <a:pt x="2740" y="1"/>
                  </a:moveTo>
                  <a:cubicBezTo>
                    <a:pt x="2407" y="1"/>
                    <a:pt x="2106" y="271"/>
                    <a:pt x="2106" y="601"/>
                  </a:cubicBezTo>
                  <a:cubicBezTo>
                    <a:pt x="2106" y="801"/>
                    <a:pt x="2206" y="902"/>
                    <a:pt x="2306" y="1102"/>
                  </a:cubicBezTo>
                  <a:cubicBezTo>
                    <a:pt x="2732" y="1628"/>
                    <a:pt x="3133" y="2255"/>
                    <a:pt x="3459" y="2982"/>
                  </a:cubicBezTo>
                  <a:cubicBezTo>
                    <a:pt x="3660" y="3508"/>
                    <a:pt x="3860" y="4034"/>
                    <a:pt x="3760" y="4661"/>
                  </a:cubicBezTo>
                  <a:cubicBezTo>
                    <a:pt x="3660" y="5087"/>
                    <a:pt x="3234" y="5488"/>
                    <a:pt x="2833" y="5814"/>
                  </a:cubicBezTo>
                  <a:cubicBezTo>
                    <a:pt x="2206" y="6340"/>
                    <a:pt x="1354" y="6866"/>
                    <a:pt x="627" y="7167"/>
                  </a:cubicBezTo>
                  <a:cubicBezTo>
                    <a:pt x="427" y="7268"/>
                    <a:pt x="101" y="7368"/>
                    <a:pt x="101" y="7593"/>
                  </a:cubicBezTo>
                  <a:cubicBezTo>
                    <a:pt x="1" y="7794"/>
                    <a:pt x="101" y="8120"/>
                    <a:pt x="427" y="8320"/>
                  </a:cubicBezTo>
                  <a:cubicBezTo>
                    <a:pt x="684" y="8542"/>
                    <a:pt x="995" y="8632"/>
                    <a:pt x="1331" y="8632"/>
                  </a:cubicBezTo>
                  <a:cubicBezTo>
                    <a:pt x="1942" y="8632"/>
                    <a:pt x="2635" y="8334"/>
                    <a:pt x="3234" y="7994"/>
                  </a:cubicBezTo>
                  <a:cubicBezTo>
                    <a:pt x="4286" y="7493"/>
                    <a:pt x="5339" y="6741"/>
                    <a:pt x="5740" y="5714"/>
                  </a:cubicBezTo>
                  <a:cubicBezTo>
                    <a:pt x="6166" y="4561"/>
                    <a:pt x="5865" y="3308"/>
                    <a:pt x="5239" y="2255"/>
                  </a:cubicBezTo>
                  <a:cubicBezTo>
                    <a:pt x="4863" y="1703"/>
                    <a:pt x="4410" y="1151"/>
                    <a:pt x="3879" y="822"/>
                  </a:cubicBezTo>
                  <a:lnTo>
                    <a:pt x="3879" y="822"/>
                  </a:lnTo>
                  <a:cubicBezTo>
                    <a:pt x="3668" y="481"/>
                    <a:pt x="3396" y="160"/>
                    <a:pt x="3033" y="74"/>
                  </a:cubicBezTo>
                  <a:cubicBezTo>
                    <a:pt x="2937" y="24"/>
                    <a:pt x="2837" y="1"/>
                    <a:pt x="27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7"/>
            <p:cNvSpPr/>
            <p:nvPr/>
          </p:nvSpPr>
          <p:spPr>
            <a:xfrm>
              <a:off x="4473875" y="1673550"/>
              <a:ext cx="326450" cy="328925"/>
            </a:xfrm>
            <a:custGeom>
              <a:rect b="b" l="l" r="r" t="t"/>
              <a:pathLst>
                <a:path extrusionOk="0" h="13157" w="13058">
                  <a:moveTo>
                    <a:pt x="3033" y="1"/>
                  </a:moveTo>
                  <a:cubicBezTo>
                    <a:pt x="3760" y="1680"/>
                    <a:pt x="4612" y="2933"/>
                    <a:pt x="4085" y="4713"/>
                  </a:cubicBezTo>
                  <a:cubicBezTo>
                    <a:pt x="3495" y="4623"/>
                    <a:pt x="2891" y="4547"/>
                    <a:pt x="2293" y="4547"/>
                  </a:cubicBezTo>
                  <a:cubicBezTo>
                    <a:pt x="2054" y="4547"/>
                    <a:pt x="1815" y="4559"/>
                    <a:pt x="1579" y="4587"/>
                  </a:cubicBezTo>
                  <a:cubicBezTo>
                    <a:pt x="1153" y="5640"/>
                    <a:pt x="627" y="6693"/>
                    <a:pt x="125" y="7720"/>
                  </a:cubicBezTo>
                  <a:cubicBezTo>
                    <a:pt x="125" y="7946"/>
                    <a:pt x="953" y="8873"/>
                    <a:pt x="1053" y="8973"/>
                  </a:cubicBezTo>
                  <a:cubicBezTo>
                    <a:pt x="1479" y="9826"/>
                    <a:pt x="627" y="10978"/>
                    <a:pt x="226" y="11605"/>
                  </a:cubicBezTo>
                  <a:cubicBezTo>
                    <a:pt x="125" y="11705"/>
                    <a:pt x="0" y="11806"/>
                    <a:pt x="0" y="11906"/>
                  </a:cubicBezTo>
                  <a:cubicBezTo>
                    <a:pt x="125" y="12006"/>
                    <a:pt x="226" y="12006"/>
                    <a:pt x="226" y="12006"/>
                  </a:cubicBezTo>
                  <a:cubicBezTo>
                    <a:pt x="2338" y="12749"/>
                    <a:pt x="4650" y="13157"/>
                    <a:pt x="6897" y="13157"/>
                  </a:cubicBezTo>
                  <a:cubicBezTo>
                    <a:pt x="7529" y="13157"/>
                    <a:pt x="8156" y="13125"/>
                    <a:pt x="8772" y="13059"/>
                  </a:cubicBezTo>
                  <a:cubicBezTo>
                    <a:pt x="9724" y="13059"/>
                    <a:pt x="10777" y="12858"/>
                    <a:pt x="11504" y="12232"/>
                  </a:cubicBezTo>
                  <a:cubicBezTo>
                    <a:pt x="12857" y="11079"/>
                    <a:pt x="13058" y="8973"/>
                    <a:pt x="12331" y="7420"/>
                  </a:cubicBezTo>
                  <a:cubicBezTo>
                    <a:pt x="11704" y="5740"/>
                    <a:pt x="10351" y="4587"/>
                    <a:pt x="8998" y="3460"/>
                  </a:cubicBezTo>
                  <a:cubicBezTo>
                    <a:pt x="7745" y="2407"/>
                    <a:pt x="6391" y="1354"/>
                    <a:pt x="5013" y="427"/>
                  </a:cubicBezTo>
                  <a:lnTo>
                    <a:pt x="30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7"/>
            <p:cNvSpPr/>
            <p:nvPr/>
          </p:nvSpPr>
          <p:spPr>
            <a:xfrm>
              <a:off x="3278375" y="1221800"/>
              <a:ext cx="1511925" cy="771350"/>
            </a:xfrm>
            <a:custGeom>
              <a:rect b="b" l="l" r="r" t="t"/>
              <a:pathLst>
                <a:path extrusionOk="0" h="30854" w="60477">
                  <a:moveTo>
                    <a:pt x="4386" y="953"/>
                  </a:moveTo>
                  <a:cubicBezTo>
                    <a:pt x="4812" y="1053"/>
                    <a:pt x="5339" y="1254"/>
                    <a:pt x="5740" y="1354"/>
                  </a:cubicBezTo>
                  <a:cubicBezTo>
                    <a:pt x="6366" y="1580"/>
                    <a:pt x="6792" y="1780"/>
                    <a:pt x="7319" y="1981"/>
                  </a:cubicBezTo>
                  <a:lnTo>
                    <a:pt x="7720" y="2106"/>
                  </a:lnTo>
                  <a:lnTo>
                    <a:pt x="7945" y="2106"/>
                  </a:lnTo>
                  <a:lnTo>
                    <a:pt x="8045" y="2206"/>
                  </a:lnTo>
                  <a:cubicBezTo>
                    <a:pt x="8346" y="2306"/>
                    <a:pt x="8572" y="2407"/>
                    <a:pt x="8873" y="2507"/>
                  </a:cubicBezTo>
                  <a:cubicBezTo>
                    <a:pt x="10752" y="3134"/>
                    <a:pt x="12532" y="3760"/>
                    <a:pt x="14411" y="4387"/>
                  </a:cubicBezTo>
                  <a:cubicBezTo>
                    <a:pt x="16717" y="5239"/>
                    <a:pt x="18697" y="5740"/>
                    <a:pt x="21003" y="6692"/>
                  </a:cubicBezTo>
                  <a:cubicBezTo>
                    <a:pt x="22256" y="7119"/>
                    <a:pt x="23509" y="7620"/>
                    <a:pt x="24762" y="8146"/>
                  </a:cubicBezTo>
                  <a:cubicBezTo>
                    <a:pt x="26517" y="8773"/>
                    <a:pt x="27143" y="9099"/>
                    <a:pt x="27895" y="9399"/>
                  </a:cubicBezTo>
                  <a:cubicBezTo>
                    <a:pt x="28622" y="9725"/>
                    <a:pt x="29249" y="10026"/>
                    <a:pt x="31028" y="10753"/>
                  </a:cubicBezTo>
                  <a:cubicBezTo>
                    <a:pt x="32156" y="11279"/>
                    <a:pt x="37394" y="13585"/>
                    <a:pt x="38647" y="14111"/>
                  </a:cubicBezTo>
                  <a:cubicBezTo>
                    <a:pt x="39374" y="14412"/>
                    <a:pt x="40001" y="14838"/>
                    <a:pt x="40727" y="15038"/>
                  </a:cubicBezTo>
                  <a:cubicBezTo>
                    <a:pt x="41554" y="15464"/>
                    <a:pt x="42306" y="15565"/>
                    <a:pt x="43234" y="15991"/>
                  </a:cubicBezTo>
                  <a:cubicBezTo>
                    <a:pt x="43673" y="16242"/>
                    <a:pt x="44478" y="16789"/>
                    <a:pt x="44966" y="16789"/>
                  </a:cubicBezTo>
                  <a:cubicBezTo>
                    <a:pt x="45063" y="16789"/>
                    <a:pt x="45147" y="16767"/>
                    <a:pt x="45214" y="16718"/>
                  </a:cubicBezTo>
                  <a:cubicBezTo>
                    <a:pt x="45443" y="16859"/>
                    <a:pt x="45771" y="17012"/>
                    <a:pt x="46016" y="17012"/>
                  </a:cubicBezTo>
                  <a:cubicBezTo>
                    <a:pt x="46100" y="17012"/>
                    <a:pt x="46174" y="16994"/>
                    <a:pt x="46230" y="16951"/>
                  </a:cubicBezTo>
                  <a:lnTo>
                    <a:pt x="46230" y="16951"/>
                  </a:lnTo>
                  <a:cubicBezTo>
                    <a:pt x="46221" y="17001"/>
                    <a:pt x="46231" y="17064"/>
                    <a:pt x="46266" y="17144"/>
                  </a:cubicBezTo>
                  <a:cubicBezTo>
                    <a:pt x="46366" y="17244"/>
                    <a:pt x="46567" y="17344"/>
                    <a:pt x="46793" y="17444"/>
                  </a:cubicBezTo>
                  <a:cubicBezTo>
                    <a:pt x="47620" y="17770"/>
                    <a:pt x="48447" y="17971"/>
                    <a:pt x="49299" y="18397"/>
                  </a:cubicBezTo>
                  <a:cubicBezTo>
                    <a:pt x="50126" y="18698"/>
                    <a:pt x="51179" y="19324"/>
                    <a:pt x="52006" y="19750"/>
                  </a:cubicBezTo>
                  <a:cubicBezTo>
                    <a:pt x="52632" y="20051"/>
                    <a:pt x="53359" y="20277"/>
                    <a:pt x="53885" y="20678"/>
                  </a:cubicBezTo>
                  <a:cubicBezTo>
                    <a:pt x="54612" y="21304"/>
                    <a:pt x="55464" y="21630"/>
                    <a:pt x="56191" y="22256"/>
                  </a:cubicBezTo>
                  <a:cubicBezTo>
                    <a:pt x="56717" y="22557"/>
                    <a:pt x="56918" y="22783"/>
                    <a:pt x="57219" y="23184"/>
                  </a:cubicBezTo>
                  <a:cubicBezTo>
                    <a:pt x="57745" y="23911"/>
                    <a:pt x="58472" y="24537"/>
                    <a:pt x="58998" y="25389"/>
                  </a:cubicBezTo>
                  <a:cubicBezTo>
                    <a:pt x="59424" y="26317"/>
                    <a:pt x="59725" y="27369"/>
                    <a:pt x="59324" y="28096"/>
                  </a:cubicBezTo>
                  <a:cubicBezTo>
                    <a:pt x="59098" y="28422"/>
                    <a:pt x="58898" y="28723"/>
                    <a:pt x="58472" y="28923"/>
                  </a:cubicBezTo>
                  <a:cubicBezTo>
                    <a:pt x="58071" y="29249"/>
                    <a:pt x="57645" y="29349"/>
                    <a:pt x="57118" y="29550"/>
                  </a:cubicBezTo>
                  <a:cubicBezTo>
                    <a:pt x="56121" y="29716"/>
                    <a:pt x="55123" y="29814"/>
                    <a:pt x="54126" y="29814"/>
                  </a:cubicBezTo>
                  <a:cubicBezTo>
                    <a:pt x="53770" y="29814"/>
                    <a:pt x="53414" y="29802"/>
                    <a:pt x="53058" y="29775"/>
                  </a:cubicBezTo>
                  <a:cubicBezTo>
                    <a:pt x="52432" y="29775"/>
                    <a:pt x="51805" y="29775"/>
                    <a:pt x="51179" y="29675"/>
                  </a:cubicBezTo>
                  <a:cubicBezTo>
                    <a:pt x="50552" y="29550"/>
                    <a:pt x="49925" y="29449"/>
                    <a:pt x="49299" y="29249"/>
                  </a:cubicBezTo>
                  <a:cubicBezTo>
                    <a:pt x="48346" y="28923"/>
                    <a:pt x="47419" y="28723"/>
                    <a:pt x="46467" y="28297"/>
                  </a:cubicBezTo>
                  <a:cubicBezTo>
                    <a:pt x="45439" y="27896"/>
                    <a:pt x="44487" y="27795"/>
                    <a:pt x="43334" y="27470"/>
                  </a:cubicBezTo>
                  <a:cubicBezTo>
                    <a:pt x="42081" y="27169"/>
                    <a:pt x="40828" y="26943"/>
                    <a:pt x="39675" y="26542"/>
                  </a:cubicBezTo>
                  <a:cubicBezTo>
                    <a:pt x="39173" y="26417"/>
                    <a:pt x="38647" y="26216"/>
                    <a:pt x="38021" y="25916"/>
                  </a:cubicBezTo>
                  <a:cubicBezTo>
                    <a:pt x="37494" y="25690"/>
                    <a:pt x="36868" y="25490"/>
                    <a:pt x="36241" y="25164"/>
                  </a:cubicBezTo>
                  <a:cubicBezTo>
                    <a:pt x="33835" y="24136"/>
                    <a:pt x="30903" y="23084"/>
                    <a:pt x="28396" y="22156"/>
                  </a:cubicBezTo>
                  <a:cubicBezTo>
                    <a:pt x="26843" y="21630"/>
                    <a:pt x="25063" y="20903"/>
                    <a:pt x="23609" y="20377"/>
                  </a:cubicBezTo>
                  <a:cubicBezTo>
                    <a:pt x="22457" y="19850"/>
                    <a:pt x="21203" y="19750"/>
                    <a:pt x="20376" y="19023"/>
                  </a:cubicBezTo>
                  <a:cubicBezTo>
                    <a:pt x="19950" y="18798"/>
                    <a:pt x="18497" y="18271"/>
                    <a:pt x="17970" y="18071"/>
                  </a:cubicBezTo>
                  <a:lnTo>
                    <a:pt x="14737" y="16818"/>
                  </a:lnTo>
                  <a:cubicBezTo>
                    <a:pt x="12532" y="15991"/>
                    <a:pt x="10351" y="15139"/>
                    <a:pt x="8246" y="14211"/>
                  </a:cubicBezTo>
                  <a:cubicBezTo>
                    <a:pt x="7419" y="13885"/>
                    <a:pt x="6692" y="13585"/>
                    <a:pt x="5840" y="13259"/>
                  </a:cubicBezTo>
                  <a:cubicBezTo>
                    <a:pt x="5213" y="12858"/>
                    <a:pt x="3860" y="12432"/>
                    <a:pt x="3133" y="12131"/>
                  </a:cubicBezTo>
                  <a:cubicBezTo>
                    <a:pt x="2507" y="11906"/>
                    <a:pt x="1980" y="11705"/>
                    <a:pt x="1579" y="11379"/>
                  </a:cubicBezTo>
                  <a:cubicBezTo>
                    <a:pt x="1153" y="11078"/>
                    <a:pt x="953" y="10753"/>
                    <a:pt x="1053" y="10352"/>
                  </a:cubicBezTo>
                  <a:cubicBezTo>
                    <a:pt x="1053" y="10026"/>
                    <a:pt x="1153" y="9500"/>
                    <a:pt x="1354" y="9099"/>
                  </a:cubicBezTo>
                  <a:cubicBezTo>
                    <a:pt x="1579" y="8572"/>
                    <a:pt x="1680" y="8046"/>
                    <a:pt x="1880" y="7620"/>
                  </a:cubicBezTo>
                  <a:cubicBezTo>
                    <a:pt x="2206" y="6692"/>
                    <a:pt x="2507" y="5740"/>
                    <a:pt x="2832" y="4713"/>
                  </a:cubicBezTo>
                  <a:cubicBezTo>
                    <a:pt x="3133" y="3660"/>
                    <a:pt x="3559" y="2607"/>
                    <a:pt x="3960" y="1680"/>
                  </a:cubicBezTo>
                  <a:lnTo>
                    <a:pt x="4186" y="1053"/>
                  </a:lnTo>
                  <a:cubicBezTo>
                    <a:pt x="4186" y="953"/>
                    <a:pt x="4186" y="953"/>
                    <a:pt x="4286" y="953"/>
                  </a:cubicBezTo>
                  <a:close/>
                  <a:moveTo>
                    <a:pt x="3760" y="1"/>
                  </a:moveTo>
                  <a:cubicBezTo>
                    <a:pt x="3659" y="101"/>
                    <a:pt x="3659" y="226"/>
                    <a:pt x="3559" y="327"/>
                  </a:cubicBezTo>
                  <a:cubicBezTo>
                    <a:pt x="3559" y="327"/>
                    <a:pt x="3459" y="527"/>
                    <a:pt x="3459" y="627"/>
                  </a:cubicBezTo>
                  <a:cubicBezTo>
                    <a:pt x="3459" y="728"/>
                    <a:pt x="3334" y="728"/>
                    <a:pt x="3334" y="853"/>
                  </a:cubicBezTo>
                  <a:cubicBezTo>
                    <a:pt x="3334" y="953"/>
                    <a:pt x="3334" y="1053"/>
                    <a:pt x="3233" y="1053"/>
                  </a:cubicBezTo>
                  <a:cubicBezTo>
                    <a:pt x="3233" y="1254"/>
                    <a:pt x="3233" y="1354"/>
                    <a:pt x="3133" y="1580"/>
                  </a:cubicBezTo>
                  <a:cubicBezTo>
                    <a:pt x="2933" y="2407"/>
                    <a:pt x="2206" y="3986"/>
                    <a:pt x="1880" y="4813"/>
                  </a:cubicBezTo>
                  <a:cubicBezTo>
                    <a:pt x="1680" y="5540"/>
                    <a:pt x="1579" y="5966"/>
                    <a:pt x="1354" y="6692"/>
                  </a:cubicBezTo>
                  <a:cubicBezTo>
                    <a:pt x="1153" y="7520"/>
                    <a:pt x="827" y="8146"/>
                    <a:pt x="527" y="8873"/>
                  </a:cubicBezTo>
                  <a:cubicBezTo>
                    <a:pt x="326" y="9199"/>
                    <a:pt x="101" y="9625"/>
                    <a:pt x="101" y="10126"/>
                  </a:cubicBezTo>
                  <a:cubicBezTo>
                    <a:pt x="0" y="10652"/>
                    <a:pt x="101" y="11179"/>
                    <a:pt x="426" y="11605"/>
                  </a:cubicBezTo>
                  <a:cubicBezTo>
                    <a:pt x="1153" y="12332"/>
                    <a:pt x="1980" y="12632"/>
                    <a:pt x="2832" y="12958"/>
                  </a:cubicBezTo>
                  <a:cubicBezTo>
                    <a:pt x="4086" y="13384"/>
                    <a:pt x="5439" y="14011"/>
                    <a:pt x="6692" y="14412"/>
                  </a:cubicBezTo>
                  <a:cubicBezTo>
                    <a:pt x="8472" y="15139"/>
                    <a:pt x="10025" y="16091"/>
                    <a:pt x="11905" y="16718"/>
                  </a:cubicBezTo>
                  <a:cubicBezTo>
                    <a:pt x="12858" y="17018"/>
                    <a:pt x="13484" y="17344"/>
                    <a:pt x="14411" y="17770"/>
                  </a:cubicBezTo>
                  <a:cubicBezTo>
                    <a:pt x="15464" y="18171"/>
                    <a:pt x="16717" y="18497"/>
                    <a:pt x="17645" y="19023"/>
                  </a:cubicBezTo>
                  <a:cubicBezTo>
                    <a:pt x="18497" y="19424"/>
                    <a:pt x="19324" y="19650"/>
                    <a:pt x="20151" y="19951"/>
                  </a:cubicBezTo>
                  <a:cubicBezTo>
                    <a:pt x="21629" y="20377"/>
                    <a:pt x="23284" y="21404"/>
                    <a:pt x="24637" y="21830"/>
                  </a:cubicBezTo>
                  <a:cubicBezTo>
                    <a:pt x="25264" y="21931"/>
                    <a:pt x="25790" y="22156"/>
                    <a:pt x="26316" y="22256"/>
                  </a:cubicBezTo>
                  <a:cubicBezTo>
                    <a:pt x="27369" y="22557"/>
                    <a:pt x="28096" y="23084"/>
                    <a:pt x="29023" y="23409"/>
                  </a:cubicBezTo>
                  <a:cubicBezTo>
                    <a:pt x="29975" y="23810"/>
                    <a:pt x="31028" y="24236"/>
                    <a:pt x="32056" y="24662"/>
                  </a:cubicBezTo>
                  <a:cubicBezTo>
                    <a:pt x="33108" y="25064"/>
                    <a:pt x="33935" y="25389"/>
                    <a:pt x="34988" y="25790"/>
                  </a:cubicBezTo>
                  <a:cubicBezTo>
                    <a:pt x="36241" y="26317"/>
                    <a:pt x="37168" y="26542"/>
                    <a:pt x="38321" y="26943"/>
                  </a:cubicBezTo>
                  <a:cubicBezTo>
                    <a:pt x="39800" y="27369"/>
                    <a:pt x="41153" y="27996"/>
                    <a:pt x="42607" y="28297"/>
                  </a:cubicBezTo>
                  <a:cubicBezTo>
                    <a:pt x="43860" y="28622"/>
                    <a:pt x="44913" y="28923"/>
                    <a:pt x="46066" y="29349"/>
                  </a:cubicBezTo>
                  <a:cubicBezTo>
                    <a:pt x="47194" y="29675"/>
                    <a:pt x="48246" y="29976"/>
                    <a:pt x="49299" y="30176"/>
                  </a:cubicBezTo>
                  <a:cubicBezTo>
                    <a:pt x="50326" y="30502"/>
                    <a:pt x="51379" y="30703"/>
                    <a:pt x="52532" y="30803"/>
                  </a:cubicBezTo>
                  <a:cubicBezTo>
                    <a:pt x="52997" y="30838"/>
                    <a:pt x="53429" y="30853"/>
                    <a:pt x="53838" y="30853"/>
                  </a:cubicBezTo>
                  <a:cubicBezTo>
                    <a:pt x="54905" y="30853"/>
                    <a:pt x="55811" y="30747"/>
                    <a:pt x="56717" y="30602"/>
                  </a:cubicBezTo>
                  <a:cubicBezTo>
                    <a:pt x="57344" y="30402"/>
                    <a:pt x="57971" y="30302"/>
                    <a:pt x="58697" y="29976"/>
                  </a:cubicBezTo>
                  <a:cubicBezTo>
                    <a:pt x="58798" y="29876"/>
                    <a:pt x="58998" y="29775"/>
                    <a:pt x="59098" y="29675"/>
                  </a:cubicBezTo>
                  <a:cubicBezTo>
                    <a:pt x="59224" y="29550"/>
                    <a:pt x="59324" y="29550"/>
                    <a:pt x="59324" y="29449"/>
                  </a:cubicBezTo>
                  <a:cubicBezTo>
                    <a:pt x="59424" y="29449"/>
                    <a:pt x="59524" y="29349"/>
                    <a:pt x="59524" y="29249"/>
                  </a:cubicBezTo>
                  <a:cubicBezTo>
                    <a:pt x="59850" y="29048"/>
                    <a:pt x="60151" y="28622"/>
                    <a:pt x="60251" y="28196"/>
                  </a:cubicBezTo>
                  <a:cubicBezTo>
                    <a:pt x="60477" y="27570"/>
                    <a:pt x="60352" y="26943"/>
                    <a:pt x="60151" y="26417"/>
                  </a:cubicBezTo>
                  <a:cubicBezTo>
                    <a:pt x="59951" y="25916"/>
                    <a:pt x="59725" y="25389"/>
                    <a:pt x="59524" y="24863"/>
                  </a:cubicBezTo>
                  <a:cubicBezTo>
                    <a:pt x="59324" y="24537"/>
                    <a:pt x="58697" y="23409"/>
                    <a:pt x="57745" y="22557"/>
                  </a:cubicBezTo>
                  <a:cubicBezTo>
                    <a:pt x="56818" y="21630"/>
                    <a:pt x="55765" y="20778"/>
                    <a:pt x="55464" y="20577"/>
                  </a:cubicBezTo>
                  <a:cubicBezTo>
                    <a:pt x="54086" y="19850"/>
                    <a:pt x="53459" y="19525"/>
                    <a:pt x="52958" y="19224"/>
                  </a:cubicBezTo>
                  <a:cubicBezTo>
                    <a:pt x="52331" y="18898"/>
                    <a:pt x="51905" y="18698"/>
                    <a:pt x="50752" y="18171"/>
                  </a:cubicBezTo>
                  <a:cubicBezTo>
                    <a:pt x="49791" y="17691"/>
                    <a:pt x="47806" y="16792"/>
                    <a:pt x="46744" y="16792"/>
                  </a:cubicBezTo>
                  <a:cubicBezTo>
                    <a:pt x="46642" y="16792"/>
                    <a:pt x="46550" y="16800"/>
                    <a:pt x="46467" y="16818"/>
                  </a:cubicBezTo>
                  <a:cubicBezTo>
                    <a:pt x="46396" y="16818"/>
                    <a:pt x="46338" y="16830"/>
                    <a:pt x="46297" y="16856"/>
                  </a:cubicBezTo>
                  <a:lnTo>
                    <a:pt x="46297" y="16856"/>
                  </a:lnTo>
                  <a:cubicBezTo>
                    <a:pt x="46331" y="16700"/>
                    <a:pt x="46205" y="16363"/>
                    <a:pt x="45840" y="16191"/>
                  </a:cubicBezTo>
                  <a:cubicBezTo>
                    <a:pt x="45314" y="15891"/>
                    <a:pt x="44587" y="15665"/>
                    <a:pt x="43960" y="15464"/>
                  </a:cubicBezTo>
                  <a:cubicBezTo>
                    <a:pt x="41354" y="14312"/>
                    <a:pt x="40627" y="14111"/>
                    <a:pt x="36542" y="12131"/>
                  </a:cubicBezTo>
                  <a:cubicBezTo>
                    <a:pt x="34562" y="11179"/>
                    <a:pt x="32782" y="10552"/>
                    <a:pt x="31028" y="9725"/>
                  </a:cubicBezTo>
                  <a:cubicBezTo>
                    <a:pt x="29349" y="8998"/>
                    <a:pt x="27469" y="8372"/>
                    <a:pt x="25690" y="7520"/>
                  </a:cubicBezTo>
                  <a:cubicBezTo>
                    <a:pt x="24963" y="7219"/>
                    <a:pt x="24136" y="6893"/>
                    <a:pt x="23284" y="6592"/>
                  </a:cubicBezTo>
                  <a:cubicBezTo>
                    <a:pt x="21504" y="5966"/>
                    <a:pt x="19524" y="5239"/>
                    <a:pt x="17745" y="4612"/>
                  </a:cubicBezTo>
                  <a:cubicBezTo>
                    <a:pt x="16918" y="4286"/>
                    <a:pt x="16091" y="4186"/>
                    <a:pt x="15138" y="3760"/>
                  </a:cubicBezTo>
                  <a:cubicBezTo>
                    <a:pt x="14111" y="3359"/>
                    <a:pt x="12732" y="2933"/>
                    <a:pt x="11479" y="2507"/>
                  </a:cubicBezTo>
                  <a:cubicBezTo>
                    <a:pt x="10652" y="2106"/>
                    <a:pt x="9825" y="1981"/>
                    <a:pt x="8973" y="1680"/>
                  </a:cubicBezTo>
                  <a:cubicBezTo>
                    <a:pt x="8672" y="1580"/>
                    <a:pt x="8346" y="1479"/>
                    <a:pt x="8146" y="1254"/>
                  </a:cubicBezTo>
                  <a:cubicBezTo>
                    <a:pt x="7845" y="1254"/>
                    <a:pt x="7619" y="1154"/>
                    <a:pt x="7319" y="1053"/>
                  </a:cubicBezTo>
                  <a:cubicBezTo>
                    <a:pt x="6792" y="853"/>
                    <a:pt x="6366" y="728"/>
                    <a:pt x="5840" y="527"/>
                  </a:cubicBezTo>
                  <a:cubicBezTo>
                    <a:pt x="5639" y="427"/>
                    <a:pt x="5439" y="327"/>
                    <a:pt x="5213" y="327"/>
                  </a:cubicBezTo>
                  <a:cubicBezTo>
                    <a:pt x="5013" y="226"/>
                    <a:pt x="4913" y="226"/>
                    <a:pt x="4812" y="226"/>
                  </a:cubicBezTo>
                  <a:lnTo>
                    <a:pt x="4587" y="101"/>
                  </a:lnTo>
                  <a:cubicBezTo>
                    <a:pt x="4487" y="101"/>
                    <a:pt x="4386" y="101"/>
                    <a:pt x="4286" y="1"/>
                  </a:cubicBezTo>
                  <a:lnTo>
                    <a:pt x="3860" y="1"/>
                  </a:lnTo>
                  <a:lnTo>
                    <a:pt x="3860" y="101"/>
                  </a:lnTo>
                  <a:lnTo>
                    <a:pt x="3760" y="101"/>
                  </a:lnTo>
                  <a:cubicBezTo>
                    <a:pt x="3760" y="101"/>
                    <a:pt x="3860" y="101"/>
                    <a:pt x="37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7"/>
            <p:cNvSpPr/>
            <p:nvPr/>
          </p:nvSpPr>
          <p:spPr>
            <a:xfrm>
              <a:off x="2907450" y="1458175"/>
              <a:ext cx="1415425" cy="505525"/>
            </a:xfrm>
            <a:custGeom>
              <a:rect b="b" l="l" r="r" t="t"/>
              <a:pathLst>
                <a:path extrusionOk="0" h="20221" w="56617">
                  <a:moveTo>
                    <a:pt x="6429" y="1"/>
                  </a:moveTo>
                  <a:cubicBezTo>
                    <a:pt x="6297" y="1"/>
                    <a:pt x="6166" y="57"/>
                    <a:pt x="6065" y="170"/>
                  </a:cubicBezTo>
                  <a:cubicBezTo>
                    <a:pt x="5865" y="471"/>
                    <a:pt x="5865" y="897"/>
                    <a:pt x="5765" y="1197"/>
                  </a:cubicBezTo>
                  <a:cubicBezTo>
                    <a:pt x="5238" y="2676"/>
                    <a:pt x="5013" y="3077"/>
                    <a:pt x="4085" y="5383"/>
                  </a:cubicBezTo>
                  <a:cubicBezTo>
                    <a:pt x="3559" y="6436"/>
                    <a:pt x="3359" y="7463"/>
                    <a:pt x="3033" y="8415"/>
                  </a:cubicBezTo>
                  <a:cubicBezTo>
                    <a:pt x="2732" y="9343"/>
                    <a:pt x="2406" y="10395"/>
                    <a:pt x="2005" y="11323"/>
                  </a:cubicBezTo>
                  <a:cubicBezTo>
                    <a:pt x="1780" y="11749"/>
                    <a:pt x="1679" y="12175"/>
                    <a:pt x="1479" y="12701"/>
                  </a:cubicBezTo>
                  <a:cubicBezTo>
                    <a:pt x="1153" y="13629"/>
                    <a:pt x="852" y="14681"/>
                    <a:pt x="426" y="15609"/>
                  </a:cubicBezTo>
                  <a:cubicBezTo>
                    <a:pt x="426" y="15834"/>
                    <a:pt x="426" y="15834"/>
                    <a:pt x="326" y="16035"/>
                  </a:cubicBezTo>
                  <a:cubicBezTo>
                    <a:pt x="326" y="16235"/>
                    <a:pt x="226" y="16461"/>
                    <a:pt x="226" y="16561"/>
                  </a:cubicBezTo>
                  <a:lnTo>
                    <a:pt x="125" y="16862"/>
                  </a:lnTo>
                  <a:lnTo>
                    <a:pt x="125" y="16962"/>
                  </a:lnTo>
                  <a:cubicBezTo>
                    <a:pt x="125" y="17087"/>
                    <a:pt x="0" y="17087"/>
                    <a:pt x="125" y="17087"/>
                  </a:cubicBezTo>
                  <a:cubicBezTo>
                    <a:pt x="326" y="17187"/>
                    <a:pt x="526" y="17187"/>
                    <a:pt x="752" y="17288"/>
                  </a:cubicBezTo>
                  <a:cubicBezTo>
                    <a:pt x="852" y="17288"/>
                    <a:pt x="1053" y="17288"/>
                    <a:pt x="1153" y="17388"/>
                  </a:cubicBezTo>
                  <a:lnTo>
                    <a:pt x="1379" y="17388"/>
                  </a:lnTo>
                  <a:cubicBezTo>
                    <a:pt x="1579" y="17388"/>
                    <a:pt x="1780" y="17488"/>
                    <a:pt x="2005" y="17488"/>
                  </a:cubicBezTo>
                  <a:cubicBezTo>
                    <a:pt x="2306" y="17488"/>
                    <a:pt x="2632" y="17588"/>
                    <a:pt x="3033" y="17588"/>
                  </a:cubicBezTo>
                  <a:cubicBezTo>
                    <a:pt x="3559" y="17714"/>
                    <a:pt x="3985" y="17714"/>
                    <a:pt x="4511" y="17714"/>
                  </a:cubicBezTo>
                  <a:cubicBezTo>
                    <a:pt x="5539" y="17790"/>
                    <a:pt x="6206" y="17982"/>
                    <a:pt x="7104" y="17982"/>
                  </a:cubicBezTo>
                  <a:cubicBezTo>
                    <a:pt x="7388" y="17982"/>
                    <a:pt x="7696" y="17962"/>
                    <a:pt x="8045" y="17914"/>
                  </a:cubicBezTo>
                  <a:cubicBezTo>
                    <a:pt x="8471" y="17814"/>
                    <a:pt x="9524" y="17814"/>
                    <a:pt x="9925" y="17714"/>
                  </a:cubicBezTo>
                  <a:cubicBezTo>
                    <a:pt x="10351" y="17714"/>
                    <a:pt x="10652" y="17588"/>
                    <a:pt x="10978" y="17488"/>
                  </a:cubicBezTo>
                  <a:cubicBezTo>
                    <a:pt x="11404" y="17288"/>
                    <a:pt x="11805" y="17288"/>
                    <a:pt x="12231" y="17288"/>
                  </a:cubicBezTo>
                  <a:cubicBezTo>
                    <a:pt x="13283" y="17187"/>
                    <a:pt x="14010" y="16962"/>
                    <a:pt x="14938" y="16661"/>
                  </a:cubicBezTo>
                  <a:cubicBezTo>
                    <a:pt x="15664" y="16335"/>
                    <a:pt x="16416" y="16135"/>
                    <a:pt x="17043" y="15834"/>
                  </a:cubicBezTo>
                  <a:cubicBezTo>
                    <a:pt x="18070" y="15408"/>
                    <a:pt x="19023" y="15308"/>
                    <a:pt x="19950" y="14781"/>
                  </a:cubicBezTo>
                  <a:cubicBezTo>
                    <a:pt x="20376" y="14456"/>
                    <a:pt x="20802" y="14456"/>
                    <a:pt x="21304" y="14355"/>
                  </a:cubicBezTo>
                  <a:cubicBezTo>
                    <a:pt x="21830" y="14155"/>
                    <a:pt x="22557" y="13954"/>
                    <a:pt x="23083" y="13954"/>
                  </a:cubicBezTo>
                  <a:cubicBezTo>
                    <a:pt x="23609" y="13954"/>
                    <a:pt x="24035" y="13954"/>
                    <a:pt x="24562" y="13829"/>
                  </a:cubicBezTo>
                  <a:cubicBezTo>
                    <a:pt x="24678" y="13797"/>
                    <a:pt x="24799" y="13783"/>
                    <a:pt x="24925" y="13783"/>
                  </a:cubicBezTo>
                  <a:cubicBezTo>
                    <a:pt x="25583" y="13783"/>
                    <a:pt x="26352" y="14155"/>
                    <a:pt x="27068" y="14155"/>
                  </a:cubicBezTo>
                  <a:lnTo>
                    <a:pt x="27995" y="14155"/>
                  </a:lnTo>
                  <a:cubicBezTo>
                    <a:pt x="28522" y="14155"/>
                    <a:pt x="28948" y="14456"/>
                    <a:pt x="29449" y="14581"/>
                  </a:cubicBezTo>
                  <a:cubicBezTo>
                    <a:pt x="29975" y="14681"/>
                    <a:pt x="30602" y="14882"/>
                    <a:pt x="31128" y="14982"/>
                  </a:cubicBezTo>
                  <a:cubicBezTo>
                    <a:pt x="31755" y="15207"/>
                    <a:pt x="32281" y="15308"/>
                    <a:pt x="32807" y="15508"/>
                  </a:cubicBezTo>
                  <a:cubicBezTo>
                    <a:pt x="33434" y="15834"/>
                    <a:pt x="33960" y="15834"/>
                    <a:pt x="34687" y="15934"/>
                  </a:cubicBezTo>
                  <a:cubicBezTo>
                    <a:pt x="35414" y="16135"/>
                    <a:pt x="36141" y="16561"/>
                    <a:pt x="36868" y="16862"/>
                  </a:cubicBezTo>
                  <a:cubicBezTo>
                    <a:pt x="37494" y="17087"/>
                    <a:pt x="38121" y="17288"/>
                    <a:pt x="38747" y="17488"/>
                  </a:cubicBezTo>
                  <a:cubicBezTo>
                    <a:pt x="40000" y="17914"/>
                    <a:pt x="40953" y="18115"/>
                    <a:pt x="42106" y="18641"/>
                  </a:cubicBezTo>
                  <a:cubicBezTo>
                    <a:pt x="43760" y="19167"/>
                    <a:pt x="44712" y="19368"/>
                    <a:pt x="46492" y="19694"/>
                  </a:cubicBezTo>
                  <a:cubicBezTo>
                    <a:pt x="46993" y="19694"/>
                    <a:pt x="47619" y="19694"/>
                    <a:pt x="48146" y="19894"/>
                  </a:cubicBezTo>
                  <a:cubicBezTo>
                    <a:pt x="48371" y="19894"/>
                    <a:pt x="49098" y="20095"/>
                    <a:pt x="49725" y="20095"/>
                  </a:cubicBezTo>
                  <a:cubicBezTo>
                    <a:pt x="50452" y="20220"/>
                    <a:pt x="51178" y="20220"/>
                    <a:pt x="51379" y="20220"/>
                  </a:cubicBezTo>
                  <a:cubicBezTo>
                    <a:pt x="52958" y="19994"/>
                    <a:pt x="52858" y="20095"/>
                    <a:pt x="54211" y="19894"/>
                  </a:cubicBezTo>
                  <a:cubicBezTo>
                    <a:pt x="54838" y="19894"/>
                    <a:pt x="56291" y="19794"/>
                    <a:pt x="56517" y="19167"/>
                  </a:cubicBezTo>
                  <a:cubicBezTo>
                    <a:pt x="56617" y="19067"/>
                    <a:pt x="56617" y="18842"/>
                    <a:pt x="56391" y="18741"/>
                  </a:cubicBezTo>
                  <a:lnTo>
                    <a:pt x="56091" y="18741"/>
                  </a:lnTo>
                  <a:cubicBezTo>
                    <a:pt x="55665" y="18842"/>
                    <a:pt x="55264" y="18967"/>
                    <a:pt x="54737" y="19067"/>
                  </a:cubicBezTo>
                  <a:cubicBezTo>
                    <a:pt x="54311" y="19167"/>
                    <a:pt x="53584" y="19167"/>
                    <a:pt x="53158" y="19167"/>
                  </a:cubicBezTo>
                  <a:cubicBezTo>
                    <a:pt x="52757" y="19268"/>
                    <a:pt x="52331" y="19268"/>
                    <a:pt x="52005" y="19268"/>
                  </a:cubicBezTo>
                  <a:cubicBezTo>
                    <a:pt x="51905" y="19248"/>
                    <a:pt x="51804" y="19240"/>
                    <a:pt x="51702" y="19240"/>
                  </a:cubicBezTo>
                  <a:cubicBezTo>
                    <a:pt x="51294" y="19240"/>
                    <a:pt x="50873" y="19368"/>
                    <a:pt x="50452" y="19368"/>
                  </a:cubicBezTo>
                  <a:cubicBezTo>
                    <a:pt x="50251" y="19368"/>
                    <a:pt x="50025" y="19368"/>
                    <a:pt x="49725" y="19268"/>
                  </a:cubicBezTo>
                  <a:cubicBezTo>
                    <a:pt x="49299" y="19067"/>
                    <a:pt x="48672" y="19167"/>
                    <a:pt x="48146" y="19067"/>
                  </a:cubicBezTo>
                  <a:cubicBezTo>
                    <a:pt x="47945" y="19067"/>
                    <a:pt x="47619" y="18967"/>
                    <a:pt x="47319" y="18967"/>
                  </a:cubicBezTo>
                  <a:cubicBezTo>
                    <a:pt x="47118" y="18842"/>
                    <a:pt x="46792" y="18741"/>
                    <a:pt x="46492" y="18741"/>
                  </a:cubicBezTo>
                  <a:cubicBezTo>
                    <a:pt x="45965" y="18641"/>
                    <a:pt x="45339" y="18641"/>
                    <a:pt x="44812" y="18441"/>
                  </a:cubicBezTo>
                  <a:cubicBezTo>
                    <a:pt x="44086" y="18215"/>
                    <a:pt x="43359" y="17914"/>
                    <a:pt x="42607" y="17714"/>
                  </a:cubicBezTo>
                  <a:cubicBezTo>
                    <a:pt x="41980" y="17488"/>
                    <a:pt x="41253" y="17388"/>
                    <a:pt x="40627" y="17087"/>
                  </a:cubicBezTo>
                  <a:cubicBezTo>
                    <a:pt x="40101" y="16862"/>
                    <a:pt x="39599" y="16761"/>
                    <a:pt x="39073" y="16561"/>
                  </a:cubicBezTo>
                  <a:cubicBezTo>
                    <a:pt x="38547" y="16335"/>
                    <a:pt x="38020" y="16135"/>
                    <a:pt x="37494" y="16035"/>
                  </a:cubicBezTo>
                  <a:cubicBezTo>
                    <a:pt x="36141" y="15609"/>
                    <a:pt x="34988" y="15207"/>
                    <a:pt x="33634" y="14681"/>
                  </a:cubicBezTo>
                  <a:cubicBezTo>
                    <a:pt x="32281" y="14155"/>
                    <a:pt x="30602" y="13729"/>
                    <a:pt x="29148" y="13528"/>
                  </a:cubicBezTo>
                  <a:cubicBezTo>
                    <a:pt x="28321" y="13428"/>
                    <a:pt x="27268" y="13102"/>
                    <a:pt x="26316" y="13102"/>
                  </a:cubicBezTo>
                  <a:cubicBezTo>
                    <a:pt x="26174" y="13080"/>
                    <a:pt x="26027" y="13072"/>
                    <a:pt x="25877" y="13072"/>
                  </a:cubicBezTo>
                  <a:cubicBezTo>
                    <a:pt x="25610" y="13072"/>
                    <a:pt x="25333" y="13095"/>
                    <a:pt x="25061" y="13095"/>
                  </a:cubicBezTo>
                  <a:cubicBezTo>
                    <a:pt x="24813" y="13095"/>
                    <a:pt x="24568" y="13076"/>
                    <a:pt x="24336" y="13002"/>
                  </a:cubicBezTo>
                  <a:cubicBezTo>
                    <a:pt x="24269" y="12935"/>
                    <a:pt x="24133" y="12913"/>
                    <a:pt x="23969" y="12913"/>
                  </a:cubicBezTo>
                  <a:cubicBezTo>
                    <a:pt x="23640" y="12913"/>
                    <a:pt x="23200" y="13002"/>
                    <a:pt x="22983" y="13002"/>
                  </a:cubicBezTo>
                  <a:cubicBezTo>
                    <a:pt x="22356" y="13102"/>
                    <a:pt x="21629" y="13202"/>
                    <a:pt x="21003" y="13428"/>
                  </a:cubicBezTo>
                  <a:cubicBezTo>
                    <a:pt x="19750" y="13829"/>
                    <a:pt x="18597" y="14355"/>
                    <a:pt x="17444" y="14781"/>
                  </a:cubicBezTo>
                  <a:cubicBezTo>
                    <a:pt x="17043" y="14982"/>
                    <a:pt x="16617" y="15207"/>
                    <a:pt x="16191" y="15308"/>
                  </a:cubicBezTo>
                  <a:cubicBezTo>
                    <a:pt x="15790" y="15308"/>
                    <a:pt x="15038" y="15709"/>
                    <a:pt x="14637" y="15834"/>
                  </a:cubicBezTo>
                  <a:cubicBezTo>
                    <a:pt x="14110" y="15934"/>
                    <a:pt x="13484" y="16135"/>
                    <a:pt x="12857" y="16235"/>
                  </a:cubicBezTo>
                  <a:cubicBezTo>
                    <a:pt x="11704" y="16461"/>
                    <a:pt x="10777" y="16761"/>
                    <a:pt x="9624" y="16962"/>
                  </a:cubicBezTo>
                  <a:cubicBezTo>
                    <a:pt x="8933" y="17097"/>
                    <a:pt x="8241" y="17151"/>
                    <a:pt x="7549" y="17151"/>
                  </a:cubicBezTo>
                  <a:cubicBezTo>
                    <a:pt x="7088" y="17151"/>
                    <a:pt x="6627" y="17127"/>
                    <a:pt x="6166" y="17087"/>
                  </a:cubicBezTo>
                  <a:cubicBezTo>
                    <a:pt x="5539" y="16962"/>
                    <a:pt x="5013" y="16862"/>
                    <a:pt x="4511" y="16862"/>
                  </a:cubicBezTo>
                  <a:cubicBezTo>
                    <a:pt x="3459" y="16862"/>
                    <a:pt x="2406" y="16761"/>
                    <a:pt x="1379" y="16561"/>
                  </a:cubicBezTo>
                  <a:cubicBezTo>
                    <a:pt x="1253" y="16561"/>
                    <a:pt x="1253" y="16561"/>
                    <a:pt x="1153" y="16461"/>
                  </a:cubicBezTo>
                  <a:lnTo>
                    <a:pt x="1153" y="16235"/>
                  </a:lnTo>
                  <a:lnTo>
                    <a:pt x="1253" y="15834"/>
                  </a:lnTo>
                  <a:cubicBezTo>
                    <a:pt x="1479" y="15207"/>
                    <a:pt x="1679" y="14681"/>
                    <a:pt x="1880" y="14055"/>
                  </a:cubicBezTo>
                  <a:cubicBezTo>
                    <a:pt x="2206" y="13328"/>
                    <a:pt x="2406" y="12701"/>
                    <a:pt x="2732" y="11949"/>
                  </a:cubicBezTo>
                  <a:cubicBezTo>
                    <a:pt x="3459" y="10070"/>
                    <a:pt x="3359" y="10496"/>
                    <a:pt x="3985" y="8516"/>
                  </a:cubicBezTo>
                  <a:cubicBezTo>
                    <a:pt x="4186" y="7889"/>
                    <a:pt x="5238" y="4957"/>
                    <a:pt x="5439" y="4330"/>
                  </a:cubicBezTo>
                  <a:cubicBezTo>
                    <a:pt x="5639" y="3929"/>
                    <a:pt x="5865" y="3603"/>
                    <a:pt x="5965" y="3177"/>
                  </a:cubicBezTo>
                  <a:cubicBezTo>
                    <a:pt x="6166" y="2676"/>
                    <a:pt x="6166" y="2250"/>
                    <a:pt x="6391" y="1824"/>
                  </a:cubicBezTo>
                  <a:cubicBezTo>
                    <a:pt x="6491" y="1523"/>
                    <a:pt x="7018" y="997"/>
                    <a:pt x="6792" y="671"/>
                  </a:cubicBezTo>
                  <a:cubicBezTo>
                    <a:pt x="6892" y="471"/>
                    <a:pt x="6892" y="270"/>
                    <a:pt x="6792" y="170"/>
                  </a:cubicBezTo>
                  <a:cubicBezTo>
                    <a:pt x="6692" y="57"/>
                    <a:pt x="6560" y="1"/>
                    <a:pt x="64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7"/>
            <p:cNvSpPr/>
            <p:nvPr/>
          </p:nvSpPr>
          <p:spPr>
            <a:xfrm>
              <a:off x="3192525" y="660400"/>
              <a:ext cx="1253175" cy="981850"/>
            </a:xfrm>
            <a:custGeom>
              <a:rect b="b" l="l" r="r" t="t"/>
              <a:pathLst>
                <a:path extrusionOk="0" h="39274" w="50127">
                  <a:moveTo>
                    <a:pt x="7520" y="0"/>
                  </a:moveTo>
                  <a:cubicBezTo>
                    <a:pt x="7394" y="0"/>
                    <a:pt x="7294" y="0"/>
                    <a:pt x="7294" y="126"/>
                  </a:cubicBezTo>
                  <a:cubicBezTo>
                    <a:pt x="7194" y="226"/>
                    <a:pt x="7093" y="226"/>
                    <a:pt x="7093" y="326"/>
                  </a:cubicBezTo>
                  <a:cubicBezTo>
                    <a:pt x="6993" y="527"/>
                    <a:pt x="6893" y="627"/>
                    <a:pt x="6768" y="853"/>
                  </a:cubicBezTo>
                  <a:cubicBezTo>
                    <a:pt x="6768" y="953"/>
                    <a:pt x="6667" y="1053"/>
                    <a:pt x="6567" y="1254"/>
                  </a:cubicBezTo>
                  <a:cubicBezTo>
                    <a:pt x="6467" y="1479"/>
                    <a:pt x="6367" y="1780"/>
                    <a:pt x="6266" y="2005"/>
                  </a:cubicBezTo>
                  <a:cubicBezTo>
                    <a:pt x="6041" y="2632"/>
                    <a:pt x="5840" y="3133"/>
                    <a:pt x="5515" y="3660"/>
                  </a:cubicBezTo>
                  <a:cubicBezTo>
                    <a:pt x="5214" y="4386"/>
                    <a:pt x="5013" y="5013"/>
                    <a:pt x="4687" y="5765"/>
                  </a:cubicBezTo>
                  <a:cubicBezTo>
                    <a:pt x="3961" y="7745"/>
                    <a:pt x="4061" y="7319"/>
                    <a:pt x="3334" y="9299"/>
                  </a:cubicBezTo>
                  <a:cubicBezTo>
                    <a:pt x="3234" y="9725"/>
                    <a:pt x="2908" y="10552"/>
                    <a:pt x="2507" y="11504"/>
                  </a:cubicBezTo>
                  <a:cubicBezTo>
                    <a:pt x="2181" y="12331"/>
                    <a:pt x="1755" y="13284"/>
                    <a:pt x="1655" y="13685"/>
                  </a:cubicBezTo>
                  <a:cubicBezTo>
                    <a:pt x="1454" y="14011"/>
                    <a:pt x="1254" y="14412"/>
                    <a:pt x="1028" y="14838"/>
                  </a:cubicBezTo>
                  <a:cubicBezTo>
                    <a:pt x="928" y="15264"/>
                    <a:pt x="828" y="15790"/>
                    <a:pt x="728" y="16291"/>
                  </a:cubicBezTo>
                  <a:cubicBezTo>
                    <a:pt x="502" y="16617"/>
                    <a:pt x="1" y="17143"/>
                    <a:pt x="301" y="17444"/>
                  </a:cubicBezTo>
                  <a:cubicBezTo>
                    <a:pt x="201" y="17544"/>
                    <a:pt x="201" y="17870"/>
                    <a:pt x="301" y="17970"/>
                  </a:cubicBezTo>
                  <a:cubicBezTo>
                    <a:pt x="385" y="18012"/>
                    <a:pt x="489" y="18036"/>
                    <a:pt x="597" y="18036"/>
                  </a:cubicBezTo>
                  <a:cubicBezTo>
                    <a:pt x="750" y="18036"/>
                    <a:pt x="911" y="17988"/>
                    <a:pt x="1028" y="17870"/>
                  </a:cubicBezTo>
                  <a:cubicBezTo>
                    <a:pt x="1254" y="17544"/>
                    <a:pt x="1254" y="17143"/>
                    <a:pt x="1354" y="16818"/>
                  </a:cubicBezTo>
                  <a:cubicBezTo>
                    <a:pt x="1655" y="16091"/>
                    <a:pt x="1755" y="15564"/>
                    <a:pt x="1981" y="15038"/>
                  </a:cubicBezTo>
                  <a:cubicBezTo>
                    <a:pt x="2281" y="14412"/>
                    <a:pt x="2607" y="13785"/>
                    <a:pt x="3134" y="12657"/>
                  </a:cubicBezTo>
                  <a:cubicBezTo>
                    <a:pt x="3635" y="11504"/>
                    <a:pt x="3961" y="10452"/>
                    <a:pt x="4261" y="9524"/>
                  </a:cubicBezTo>
                  <a:cubicBezTo>
                    <a:pt x="4687" y="8472"/>
                    <a:pt x="5013" y="7419"/>
                    <a:pt x="5414" y="6492"/>
                  </a:cubicBezTo>
                  <a:cubicBezTo>
                    <a:pt x="5640" y="6066"/>
                    <a:pt x="5740" y="5539"/>
                    <a:pt x="5941" y="5138"/>
                  </a:cubicBezTo>
                  <a:cubicBezTo>
                    <a:pt x="6266" y="4186"/>
                    <a:pt x="6667" y="3033"/>
                    <a:pt x="7194" y="2106"/>
                  </a:cubicBezTo>
                  <a:cubicBezTo>
                    <a:pt x="7294" y="1880"/>
                    <a:pt x="7294" y="1680"/>
                    <a:pt x="7394" y="1479"/>
                  </a:cubicBezTo>
                  <a:cubicBezTo>
                    <a:pt x="7394" y="1379"/>
                    <a:pt x="7520" y="1254"/>
                    <a:pt x="7520" y="1153"/>
                  </a:cubicBezTo>
                  <a:lnTo>
                    <a:pt x="7620" y="1053"/>
                  </a:lnTo>
                  <a:lnTo>
                    <a:pt x="7620" y="953"/>
                  </a:lnTo>
                  <a:lnTo>
                    <a:pt x="7720" y="953"/>
                  </a:lnTo>
                  <a:cubicBezTo>
                    <a:pt x="7720" y="903"/>
                    <a:pt x="7745" y="878"/>
                    <a:pt x="7770" y="878"/>
                  </a:cubicBezTo>
                  <a:cubicBezTo>
                    <a:pt x="7795" y="878"/>
                    <a:pt x="7820" y="903"/>
                    <a:pt x="7820" y="953"/>
                  </a:cubicBezTo>
                  <a:lnTo>
                    <a:pt x="7921" y="953"/>
                  </a:lnTo>
                  <a:cubicBezTo>
                    <a:pt x="8021" y="953"/>
                    <a:pt x="8021" y="1053"/>
                    <a:pt x="8146" y="1053"/>
                  </a:cubicBezTo>
                  <a:cubicBezTo>
                    <a:pt x="8447" y="1254"/>
                    <a:pt x="8773" y="1379"/>
                    <a:pt x="9073" y="1680"/>
                  </a:cubicBezTo>
                  <a:cubicBezTo>
                    <a:pt x="9399" y="2005"/>
                    <a:pt x="9800" y="2206"/>
                    <a:pt x="10226" y="2507"/>
                  </a:cubicBezTo>
                  <a:cubicBezTo>
                    <a:pt x="11379" y="3459"/>
                    <a:pt x="11680" y="4186"/>
                    <a:pt x="12833" y="5013"/>
                  </a:cubicBezTo>
                  <a:cubicBezTo>
                    <a:pt x="13259" y="5239"/>
                    <a:pt x="13885" y="6066"/>
                    <a:pt x="14186" y="6391"/>
                  </a:cubicBezTo>
                  <a:cubicBezTo>
                    <a:pt x="14412" y="6692"/>
                    <a:pt x="14612" y="6893"/>
                    <a:pt x="14913" y="7219"/>
                  </a:cubicBezTo>
                  <a:cubicBezTo>
                    <a:pt x="15239" y="7519"/>
                    <a:pt x="15439" y="7845"/>
                    <a:pt x="15665" y="8271"/>
                  </a:cubicBezTo>
                  <a:cubicBezTo>
                    <a:pt x="15966" y="9198"/>
                    <a:pt x="16492" y="9825"/>
                    <a:pt x="16918" y="10777"/>
                  </a:cubicBezTo>
                  <a:cubicBezTo>
                    <a:pt x="17319" y="11404"/>
                    <a:pt x="17545" y="12131"/>
                    <a:pt x="17946" y="12858"/>
                  </a:cubicBezTo>
                  <a:cubicBezTo>
                    <a:pt x="18472" y="13785"/>
                    <a:pt x="18672" y="14838"/>
                    <a:pt x="19424" y="15665"/>
                  </a:cubicBezTo>
                  <a:cubicBezTo>
                    <a:pt x="19725" y="16091"/>
                    <a:pt x="19926" y="16517"/>
                    <a:pt x="20251" y="17043"/>
                  </a:cubicBezTo>
                  <a:cubicBezTo>
                    <a:pt x="20552" y="17544"/>
                    <a:pt x="21079" y="18071"/>
                    <a:pt x="21404" y="18597"/>
                  </a:cubicBezTo>
                  <a:cubicBezTo>
                    <a:pt x="21705" y="19023"/>
                    <a:pt x="22031" y="19424"/>
                    <a:pt x="22432" y="19750"/>
                  </a:cubicBezTo>
                  <a:cubicBezTo>
                    <a:pt x="23058" y="20176"/>
                    <a:pt x="23585" y="21204"/>
                    <a:pt x="24312" y="21730"/>
                  </a:cubicBezTo>
                  <a:cubicBezTo>
                    <a:pt x="24637" y="21830"/>
                    <a:pt x="24938" y="22056"/>
                    <a:pt x="25264" y="22156"/>
                  </a:cubicBezTo>
                  <a:cubicBezTo>
                    <a:pt x="25465" y="22356"/>
                    <a:pt x="25690" y="22457"/>
                    <a:pt x="25891" y="22682"/>
                  </a:cubicBezTo>
                  <a:cubicBezTo>
                    <a:pt x="26091" y="22883"/>
                    <a:pt x="26317" y="23083"/>
                    <a:pt x="26517" y="23184"/>
                  </a:cubicBezTo>
                  <a:cubicBezTo>
                    <a:pt x="27043" y="23610"/>
                    <a:pt x="27570" y="23935"/>
                    <a:pt x="28071" y="24236"/>
                  </a:cubicBezTo>
                  <a:cubicBezTo>
                    <a:pt x="28597" y="24562"/>
                    <a:pt x="29124" y="24762"/>
                    <a:pt x="29650" y="25063"/>
                  </a:cubicBezTo>
                  <a:cubicBezTo>
                    <a:pt x="30277" y="25489"/>
                    <a:pt x="30903" y="25489"/>
                    <a:pt x="31530" y="25815"/>
                  </a:cubicBezTo>
                  <a:cubicBezTo>
                    <a:pt x="32257" y="26016"/>
                    <a:pt x="32983" y="26642"/>
                    <a:pt x="33710" y="26943"/>
                  </a:cubicBezTo>
                  <a:cubicBezTo>
                    <a:pt x="34337" y="27269"/>
                    <a:pt x="34863" y="27570"/>
                    <a:pt x="35490" y="27795"/>
                  </a:cubicBezTo>
                  <a:cubicBezTo>
                    <a:pt x="36743" y="28321"/>
                    <a:pt x="37695" y="28823"/>
                    <a:pt x="38723" y="29575"/>
                  </a:cubicBezTo>
                  <a:cubicBezTo>
                    <a:pt x="40201" y="30502"/>
                    <a:pt x="41028" y="31028"/>
                    <a:pt x="42482" y="31956"/>
                  </a:cubicBezTo>
                  <a:cubicBezTo>
                    <a:pt x="43008" y="32281"/>
                    <a:pt x="43635" y="32582"/>
                    <a:pt x="43961" y="33008"/>
                  </a:cubicBezTo>
                  <a:lnTo>
                    <a:pt x="45114" y="34161"/>
                  </a:lnTo>
                  <a:cubicBezTo>
                    <a:pt x="45615" y="34587"/>
                    <a:pt x="46141" y="35088"/>
                    <a:pt x="46242" y="35214"/>
                  </a:cubicBezTo>
                  <a:cubicBezTo>
                    <a:pt x="47620" y="36241"/>
                    <a:pt x="47394" y="36241"/>
                    <a:pt x="48247" y="37294"/>
                  </a:cubicBezTo>
                  <a:cubicBezTo>
                    <a:pt x="48648" y="37820"/>
                    <a:pt x="49174" y="39073"/>
                    <a:pt x="49800" y="39274"/>
                  </a:cubicBezTo>
                  <a:cubicBezTo>
                    <a:pt x="49901" y="39274"/>
                    <a:pt x="50126" y="39274"/>
                    <a:pt x="50126" y="39073"/>
                  </a:cubicBezTo>
                  <a:lnTo>
                    <a:pt x="50126" y="38748"/>
                  </a:lnTo>
                  <a:cubicBezTo>
                    <a:pt x="49901" y="38221"/>
                    <a:pt x="49600" y="37920"/>
                    <a:pt x="49274" y="37494"/>
                  </a:cubicBezTo>
                  <a:cubicBezTo>
                    <a:pt x="49174" y="37294"/>
                    <a:pt x="48973" y="36968"/>
                    <a:pt x="48748" y="36667"/>
                  </a:cubicBezTo>
                  <a:cubicBezTo>
                    <a:pt x="48648" y="36467"/>
                    <a:pt x="48447" y="36141"/>
                    <a:pt x="48247" y="35940"/>
                  </a:cubicBezTo>
                  <a:cubicBezTo>
                    <a:pt x="48021" y="35715"/>
                    <a:pt x="47720" y="35414"/>
                    <a:pt x="47495" y="35088"/>
                  </a:cubicBezTo>
                  <a:cubicBezTo>
                    <a:pt x="47194" y="34687"/>
                    <a:pt x="46668" y="34362"/>
                    <a:pt x="46242" y="34061"/>
                  </a:cubicBezTo>
                  <a:cubicBezTo>
                    <a:pt x="45941" y="33835"/>
                    <a:pt x="45841" y="33735"/>
                    <a:pt x="45615" y="33434"/>
                  </a:cubicBezTo>
                  <a:cubicBezTo>
                    <a:pt x="45314" y="32908"/>
                    <a:pt x="44788" y="32707"/>
                    <a:pt x="44362" y="32382"/>
                  </a:cubicBezTo>
                  <a:cubicBezTo>
                    <a:pt x="43861" y="31956"/>
                    <a:pt x="43435" y="31555"/>
                    <a:pt x="42908" y="31128"/>
                  </a:cubicBezTo>
                  <a:cubicBezTo>
                    <a:pt x="42482" y="30828"/>
                    <a:pt x="41856" y="30602"/>
                    <a:pt x="41455" y="30201"/>
                  </a:cubicBezTo>
                  <a:cubicBezTo>
                    <a:pt x="40828" y="29675"/>
                    <a:pt x="40101" y="29249"/>
                    <a:pt x="39475" y="28823"/>
                  </a:cubicBezTo>
                  <a:cubicBezTo>
                    <a:pt x="38848" y="28422"/>
                    <a:pt x="38096" y="28096"/>
                    <a:pt x="37470" y="27695"/>
                  </a:cubicBezTo>
                  <a:cubicBezTo>
                    <a:pt x="37069" y="27369"/>
                    <a:pt x="36542" y="27269"/>
                    <a:pt x="36016" y="26943"/>
                  </a:cubicBezTo>
                  <a:cubicBezTo>
                    <a:pt x="35490" y="26542"/>
                    <a:pt x="34963" y="26442"/>
                    <a:pt x="34462" y="26116"/>
                  </a:cubicBezTo>
                  <a:cubicBezTo>
                    <a:pt x="32983" y="25590"/>
                    <a:pt x="31956" y="25063"/>
                    <a:pt x="30577" y="24336"/>
                  </a:cubicBezTo>
                  <a:cubicBezTo>
                    <a:pt x="29951" y="24036"/>
                    <a:pt x="29224" y="23610"/>
                    <a:pt x="28597" y="23309"/>
                  </a:cubicBezTo>
                  <a:cubicBezTo>
                    <a:pt x="28196" y="23083"/>
                    <a:pt x="27871" y="22883"/>
                    <a:pt x="27570" y="22682"/>
                  </a:cubicBezTo>
                  <a:cubicBezTo>
                    <a:pt x="27244" y="22557"/>
                    <a:pt x="26943" y="22356"/>
                    <a:pt x="26617" y="22156"/>
                  </a:cubicBezTo>
                  <a:cubicBezTo>
                    <a:pt x="25790" y="21730"/>
                    <a:pt x="25063" y="21003"/>
                    <a:pt x="24312" y="20376"/>
                  </a:cubicBezTo>
                  <a:cubicBezTo>
                    <a:pt x="24111" y="20176"/>
                    <a:pt x="23810" y="19950"/>
                    <a:pt x="23585" y="19750"/>
                  </a:cubicBezTo>
                  <a:cubicBezTo>
                    <a:pt x="23384" y="19549"/>
                    <a:pt x="23184" y="19324"/>
                    <a:pt x="22958" y="19023"/>
                  </a:cubicBezTo>
                  <a:cubicBezTo>
                    <a:pt x="22958" y="18697"/>
                    <a:pt x="22332" y="18171"/>
                    <a:pt x="22131" y="17970"/>
                  </a:cubicBezTo>
                  <a:cubicBezTo>
                    <a:pt x="21705" y="17444"/>
                    <a:pt x="21304" y="16918"/>
                    <a:pt x="20978" y="16417"/>
                  </a:cubicBezTo>
                  <a:cubicBezTo>
                    <a:pt x="20251" y="15364"/>
                    <a:pt x="19525" y="14311"/>
                    <a:pt x="18998" y="13158"/>
                  </a:cubicBezTo>
                  <a:cubicBezTo>
                    <a:pt x="18798" y="12757"/>
                    <a:pt x="18472" y="12331"/>
                    <a:pt x="18372" y="11905"/>
                  </a:cubicBezTo>
                  <a:cubicBezTo>
                    <a:pt x="18372" y="11705"/>
                    <a:pt x="18271" y="11404"/>
                    <a:pt x="18046" y="11078"/>
                  </a:cubicBezTo>
                  <a:cubicBezTo>
                    <a:pt x="17946" y="10878"/>
                    <a:pt x="17745" y="10552"/>
                    <a:pt x="17645" y="10351"/>
                  </a:cubicBezTo>
                  <a:cubicBezTo>
                    <a:pt x="17419" y="9725"/>
                    <a:pt x="17119" y="9098"/>
                    <a:pt x="16793" y="8472"/>
                  </a:cubicBezTo>
                  <a:cubicBezTo>
                    <a:pt x="16166" y="7419"/>
                    <a:pt x="15439" y="6592"/>
                    <a:pt x="14612" y="5640"/>
                  </a:cubicBezTo>
                  <a:cubicBezTo>
                    <a:pt x="13785" y="4813"/>
                    <a:pt x="12933" y="3885"/>
                    <a:pt x="12006" y="3033"/>
                  </a:cubicBezTo>
                  <a:cubicBezTo>
                    <a:pt x="11580" y="2632"/>
                    <a:pt x="11154" y="2206"/>
                    <a:pt x="10652" y="1780"/>
                  </a:cubicBezTo>
                  <a:cubicBezTo>
                    <a:pt x="10226" y="1479"/>
                    <a:pt x="9800" y="1153"/>
                    <a:pt x="9399" y="853"/>
                  </a:cubicBezTo>
                  <a:cubicBezTo>
                    <a:pt x="9073" y="627"/>
                    <a:pt x="8873" y="527"/>
                    <a:pt x="8647" y="326"/>
                  </a:cubicBezTo>
                  <a:cubicBezTo>
                    <a:pt x="8547" y="326"/>
                    <a:pt x="8547" y="326"/>
                    <a:pt x="8447" y="226"/>
                  </a:cubicBezTo>
                  <a:cubicBezTo>
                    <a:pt x="8347" y="226"/>
                    <a:pt x="8347" y="226"/>
                    <a:pt x="8246" y="126"/>
                  </a:cubicBezTo>
                  <a:cubicBezTo>
                    <a:pt x="7921" y="0"/>
                    <a:pt x="7720" y="0"/>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7"/>
            <p:cNvSpPr/>
            <p:nvPr/>
          </p:nvSpPr>
          <p:spPr>
            <a:xfrm>
              <a:off x="3022725" y="1073300"/>
              <a:ext cx="365325" cy="297800"/>
            </a:xfrm>
            <a:custGeom>
              <a:rect b="b" l="l" r="r" t="t"/>
              <a:pathLst>
                <a:path extrusionOk="0" h="11912" w="14613">
                  <a:moveTo>
                    <a:pt x="3134" y="1"/>
                  </a:moveTo>
                  <a:cubicBezTo>
                    <a:pt x="2908" y="1"/>
                    <a:pt x="2707" y="1"/>
                    <a:pt x="2607" y="101"/>
                  </a:cubicBezTo>
                  <a:cubicBezTo>
                    <a:pt x="2507" y="101"/>
                    <a:pt x="2407" y="201"/>
                    <a:pt x="2281" y="302"/>
                  </a:cubicBezTo>
                  <a:cubicBezTo>
                    <a:pt x="2181" y="402"/>
                    <a:pt x="2181" y="527"/>
                    <a:pt x="2181" y="627"/>
                  </a:cubicBezTo>
                  <a:cubicBezTo>
                    <a:pt x="2081" y="728"/>
                    <a:pt x="2081" y="828"/>
                    <a:pt x="1880" y="928"/>
                  </a:cubicBezTo>
                  <a:cubicBezTo>
                    <a:pt x="1655" y="1028"/>
                    <a:pt x="1655" y="1354"/>
                    <a:pt x="1555" y="1454"/>
                  </a:cubicBezTo>
                  <a:cubicBezTo>
                    <a:pt x="1454" y="1780"/>
                    <a:pt x="1354" y="1981"/>
                    <a:pt x="1254" y="2282"/>
                  </a:cubicBezTo>
                  <a:cubicBezTo>
                    <a:pt x="1028" y="2808"/>
                    <a:pt x="828" y="3334"/>
                    <a:pt x="627" y="3860"/>
                  </a:cubicBezTo>
                  <a:cubicBezTo>
                    <a:pt x="527" y="4061"/>
                    <a:pt x="527" y="4287"/>
                    <a:pt x="527" y="4487"/>
                  </a:cubicBezTo>
                  <a:cubicBezTo>
                    <a:pt x="301" y="4587"/>
                    <a:pt x="301" y="5013"/>
                    <a:pt x="201" y="5114"/>
                  </a:cubicBezTo>
                  <a:cubicBezTo>
                    <a:pt x="101" y="5414"/>
                    <a:pt x="1" y="5840"/>
                    <a:pt x="101" y="6367"/>
                  </a:cubicBezTo>
                  <a:cubicBezTo>
                    <a:pt x="201" y="6567"/>
                    <a:pt x="402" y="6793"/>
                    <a:pt x="527" y="6893"/>
                  </a:cubicBezTo>
                  <a:cubicBezTo>
                    <a:pt x="728" y="6993"/>
                    <a:pt x="828" y="7094"/>
                    <a:pt x="928" y="7094"/>
                  </a:cubicBezTo>
                  <a:cubicBezTo>
                    <a:pt x="1254" y="7194"/>
                    <a:pt x="1454" y="7194"/>
                    <a:pt x="1655" y="7294"/>
                  </a:cubicBezTo>
                  <a:cubicBezTo>
                    <a:pt x="2181" y="7419"/>
                    <a:pt x="2707" y="7620"/>
                    <a:pt x="3134" y="7921"/>
                  </a:cubicBezTo>
                  <a:cubicBezTo>
                    <a:pt x="3334" y="8046"/>
                    <a:pt x="3535" y="8246"/>
                    <a:pt x="3760" y="8246"/>
                  </a:cubicBezTo>
                  <a:cubicBezTo>
                    <a:pt x="4286" y="8447"/>
                    <a:pt x="4687" y="8547"/>
                    <a:pt x="5113" y="8773"/>
                  </a:cubicBezTo>
                  <a:cubicBezTo>
                    <a:pt x="5640" y="8973"/>
                    <a:pt x="6166" y="9074"/>
                    <a:pt x="6667" y="9299"/>
                  </a:cubicBezTo>
                  <a:cubicBezTo>
                    <a:pt x="6993" y="9399"/>
                    <a:pt x="7194" y="9600"/>
                    <a:pt x="7520" y="9700"/>
                  </a:cubicBezTo>
                  <a:cubicBezTo>
                    <a:pt x="8347" y="10126"/>
                    <a:pt x="8146" y="10126"/>
                    <a:pt x="8973" y="10327"/>
                  </a:cubicBezTo>
                  <a:cubicBezTo>
                    <a:pt x="9299" y="10427"/>
                    <a:pt x="10552" y="10953"/>
                    <a:pt x="10853" y="11179"/>
                  </a:cubicBezTo>
                  <a:cubicBezTo>
                    <a:pt x="10953" y="11179"/>
                    <a:pt x="11053" y="11379"/>
                    <a:pt x="11279" y="11480"/>
                  </a:cubicBezTo>
                  <a:cubicBezTo>
                    <a:pt x="11479" y="11480"/>
                    <a:pt x="11680" y="11480"/>
                    <a:pt x="11906" y="11580"/>
                  </a:cubicBezTo>
                  <a:cubicBezTo>
                    <a:pt x="11980" y="11655"/>
                    <a:pt x="12111" y="11911"/>
                    <a:pt x="12266" y="11911"/>
                  </a:cubicBezTo>
                  <a:cubicBezTo>
                    <a:pt x="12319" y="11911"/>
                    <a:pt x="12375" y="11882"/>
                    <a:pt x="12432" y="11805"/>
                  </a:cubicBezTo>
                  <a:cubicBezTo>
                    <a:pt x="12432" y="11846"/>
                    <a:pt x="12464" y="11870"/>
                    <a:pt x="12502" y="11870"/>
                  </a:cubicBezTo>
                  <a:cubicBezTo>
                    <a:pt x="12560" y="11870"/>
                    <a:pt x="12632" y="11815"/>
                    <a:pt x="12632" y="11680"/>
                  </a:cubicBezTo>
                  <a:cubicBezTo>
                    <a:pt x="12733" y="11580"/>
                    <a:pt x="12833" y="11179"/>
                    <a:pt x="12833" y="11054"/>
                  </a:cubicBezTo>
                  <a:cubicBezTo>
                    <a:pt x="12733" y="10953"/>
                    <a:pt x="12532" y="10953"/>
                    <a:pt x="12307" y="10853"/>
                  </a:cubicBezTo>
                  <a:cubicBezTo>
                    <a:pt x="11680" y="10653"/>
                    <a:pt x="11580" y="10552"/>
                    <a:pt x="10652" y="10026"/>
                  </a:cubicBezTo>
                  <a:cubicBezTo>
                    <a:pt x="10226" y="9700"/>
                    <a:pt x="9700" y="9700"/>
                    <a:pt x="9299" y="9500"/>
                  </a:cubicBezTo>
                  <a:cubicBezTo>
                    <a:pt x="8873" y="9299"/>
                    <a:pt x="8447" y="9174"/>
                    <a:pt x="8046" y="8973"/>
                  </a:cubicBezTo>
                  <a:cubicBezTo>
                    <a:pt x="7921" y="8873"/>
                    <a:pt x="7720" y="8773"/>
                    <a:pt x="7520" y="8673"/>
                  </a:cubicBezTo>
                  <a:cubicBezTo>
                    <a:pt x="7093" y="8547"/>
                    <a:pt x="6567" y="8347"/>
                    <a:pt x="6166" y="8146"/>
                  </a:cubicBezTo>
                  <a:cubicBezTo>
                    <a:pt x="5941" y="8146"/>
                    <a:pt x="5740" y="8146"/>
                    <a:pt x="5540" y="8046"/>
                  </a:cubicBezTo>
                  <a:cubicBezTo>
                    <a:pt x="5314" y="7820"/>
                    <a:pt x="5013" y="7820"/>
                    <a:pt x="4687" y="7720"/>
                  </a:cubicBezTo>
                  <a:cubicBezTo>
                    <a:pt x="4487" y="7620"/>
                    <a:pt x="4286" y="7620"/>
                    <a:pt x="4061" y="7520"/>
                  </a:cubicBezTo>
                  <a:cubicBezTo>
                    <a:pt x="3535" y="7294"/>
                    <a:pt x="3334" y="6893"/>
                    <a:pt x="2707" y="6893"/>
                  </a:cubicBezTo>
                  <a:cubicBezTo>
                    <a:pt x="2507" y="6793"/>
                    <a:pt x="2081" y="6567"/>
                    <a:pt x="1981" y="6467"/>
                  </a:cubicBezTo>
                  <a:lnTo>
                    <a:pt x="1454" y="6467"/>
                  </a:lnTo>
                  <a:cubicBezTo>
                    <a:pt x="1254" y="6367"/>
                    <a:pt x="1154" y="6367"/>
                    <a:pt x="1028" y="6166"/>
                  </a:cubicBezTo>
                  <a:lnTo>
                    <a:pt x="1028" y="5840"/>
                  </a:lnTo>
                  <a:lnTo>
                    <a:pt x="1028" y="5314"/>
                  </a:lnTo>
                  <a:cubicBezTo>
                    <a:pt x="1154" y="5013"/>
                    <a:pt x="1254" y="4688"/>
                    <a:pt x="1354" y="4387"/>
                  </a:cubicBezTo>
                  <a:cubicBezTo>
                    <a:pt x="1354" y="3961"/>
                    <a:pt x="1880" y="3660"/>
                    <a:pt x="1880" y="3234"/>
                  </a:cubicBezTo>
                  <a:cubicBezTo>
                    <a:pt x="1880" y="3033"/>
                    <a:pt x="1981" y="2808"/>
                    <a:pt x="2081" y="2607"/>
                  </a:cubicBezTo>
                  <a:cubicBezTo>
                    <a:pt x="2181" y="2407"/>
                    <a:pt x="2281" y="2081"/>
                    <a:pt x="2407" y="1881"/>
                  </a:cubicBezTo>
                  <a:cubicBezTo>
                    <a:pt x="2607" y="1780"/>
                    <a:pt x="2607" y="1555"/>
                    <a:pt x="2607" y="1354"/>
                  </a:cubicBezTo>
                  <a:cubicBezTo>
                    <a:pt x="2707" y="1254"/>
                    <a:pt x="2707" y="1154"/>
                    <a:pt x="2707" y="1028"/>
                  </a:cubicBezTo>
                  <a:cubicBezTo>
                    <a:pt x="2808" y="1028"/>
                    <a:pt x="2808" y="1028"/>
                    <a:pt x="2808" y="928"/>
                  </a:cubicBezTo>
                  <a:lnTo>
                    <a:pt x="2908" y="928"/>
                  </a:lnTo>
                  <a:cubicBezTo>
                    <a:pt x="2992" y="928"/>
                    <a:pt x="3019" y="973"/>
                    <a:pt x="3058" y="973"/>
                  </a:cubicBezTo>
                  <a:cubicBezTo>
                    <a:pt x="3078" y="973"/>
                    <a:pt x="3100" y="962"/>
                    <a:pt x="3134" y="928"/>
                  </a:cubicBezTo>
                  <a:lnTo>
                    <a:pt x="3434" y="928"/>
                  </a:lnTo>
                  <a:cubicBezTo>
                    <a:pt x="3760" y="928"/>
                    <a:pt x="3860" y="1154"/>
                    <a:pt x="4061" y="1254"/>
                  </a:cubicBezTo>
                  <a:cubicBezTo>
                    <a:pt x="4286" y="1354"/>
                    <a:pt x="4587" y="1454"/>
                    <a:pt x="4788" y="1555"/>
                  </a:cubicBezTo>
                  <a:cubicBezTo>
                    <a:pt x="5013" y="1655"/>
                    <a:pt x="5214" y="1655"/>
                    <a:pt x="5540" y="1780"/>
                  </a:cubicBezTo>
                  <a:cubicBezTo>
                    <a:pt x="5740" y="1981"/>
                    <a:pt x="6041" y="1881"/>
                    <a:pt x="6367" y="1981"/>
                  </a:cubicBezTo>
                  <a:cubicBezTo>
                    <a:pt x="6667" y="1981"/>
                    <a:pt x="6893" y="2282"/>
                    <a:pt x="7194" y="2507"/>
                  </a:cubicBezTo>
                  <a:cubicBezTo>
                    <a:pt x="7520" y="2607"/>
                    <a:pt x="7720" y="2708"/>
                    <a:pt x="8046" y="2808"/>
                  </a:cubicBezTo>
                  <a:cubicBezTo>
                    <a:pt x="8547" y="3033"/>
                    <a:pt x="8973" y="3134"/>
                    <a:pt x="9399" y="3434"/>
                  </a:cubicBezTo>
                  <a:cubicBezTo>
                    <a:pt x="10026" y="3860"/>
                    <a:pt x="10327" y="4061"/>
                    <a:pt x="11053" y="4387"/>
                  </a:cubicBezTo>
                  <a:cubicBezTo>
                    <a:pt x="11279" y="4587"/>
                    <a:pt x="11580" y="4587"/>
                    <a:pt x="11680" y="4788"/>
                  </a:cubicBezTo>
                  <a:cubicBezTo>
                    <a:pt x="11805" y="5013"/>
                    <a:pt x="12432" y="5740"/>
                    <a:pt x="12532" y="5840"/>
                  </a:cubicBezTo>
                  <a:cubicBezTo>
                    <a:pt x="13159" y="6166"/>
                    <a:pt x="13159" y="6166"/>
                    <a:pt x="13459" y="6567"/>
                  </a:cubicBezTo>
                  <a:cubicBezTo>
                    <a:pt x="13665" y="6773"/>
                    <a:pt x="13766" y="7311"/>
                    <a:pt x="14180" y="7311"/>
                  </a:cubicBezTo>
                  <a:cubicBezTo>
                    <a:pt x="14221" y="7311"/>
                    <a:pt x="14264" y="7305"/>
                    <a:pt x="14312" y="7294"/>
                  </a:cubicBezTo>
                  <a:cubicBezTo>
                    <a:pt x="14412" y="7294"/>
                    <a:pt x="14512" y="7194"/>
                    <a:pt x="14612" y="7094"/>
                  </a:cubicBezTo>
                  <a:lnTo>
                    <a:pt x="14612" y="6893"/>
                  </a:lnTo>
                  <a:cubicBezTo>
                    <a:pt x="14512" y="6668"/>
                    <a:pt x="14412" y="6567"/>
                    <a:pt x="14186" y="6367"/>
                  </a:cubicBezTo>
                  <a:cubicBezTo>
                    <a:pt x="14086" y="6267"/>
                    <a:pt x="13986" y="5840"/>
                    <a:pt x="13785" y="5740"/>
                  </a:cubicBezTo>
                  <a:cubicBezTo>
                    <a:pt x="13685" y="5640"/>
                    <a:pt x="13459" y="5540"/>
                    <a:pt x="13459" y="5314"/>
                  </a:cubicBezTo>
                  <a:cubicBezTo>
                    <a:pt x="13359" y="5114"/>
                    <a:pt x="13058" y="5013"/>
                    <a:pt x="12833" y="4913"/>
                  </a:cubicBezTo>
                  <a:cubicBezTo>
                    <a:pt x="12733" y="4913"/>
                    <a:pt x="12632" y="4788"/>
                    <a:pt x="12632" y="4688"/>
                  </a:cubicBezTo>
                  <a:cubicBezTo>
                    <a:pt x="12532" y="4387"/>
                    <a:pt x="12206" y="4387"/>
                    <a:pt x="12106" y="4161"/>
                  </a:cubicBezTo>
                  <a:cubicBezTo>
                    <a:pt x="11906" y="4061"/>
                    <a:pt x="11680" y="3860"/>
                    <a:pt x="11479" y="3660"/>
                  </a:cubicBezTo>
                  <a:cubicBezTo>
                    <a:pt x="11279" y="3434"/>
                    <a:pt x="10953" y="3434"/>
                    <a:pt x="10853" y="3234"/>
                  </a:cubicBezTo>
                  <a:cubicBezTo>
                    <a:pt x="10552" y="3033"/>
                    <a:pt x="10226" y="2808"/>
                    <a:pt x="9926" y="2607"/>
                  </a:cubicBezTo>
                  <a:cubicBezTo>
                    <a:pt x="9700" y="2507"/>
                    <a:pt x="9299" y="2507"/>
                    <a:pt x="9073" y="2181"/>
                  </a:cubicBezTo>
                  <a:cubicBezTo>
                    <a:pt x="8873" y="2081"/>
                    <a:pt x="8672" y="2081"/>
                    <a:pt x="8447" y="1881"/>
                  </a:cubicBezTo>
                  <a:cubicBezTo>
                    <a:pt x="8246" y="1780"/>
                    <a:pt x="8046" y="1655"/>
                    <a:pt x="7720" y="1555"/>
                  </a:cubicBezTo>
                  <a:cubicBezTo>
                    <a:pt x="7093" y="1354"/>
                    <a:pt x="6567" y="1254"/>
                    <a:pt x="6041" y="928"/>
                  </a:cubicBezTo>
                  <a:cubicBezTo>
                    <a:pt x="5540" y="627"/>
                    <a:pt x="4788" y="402"/>
                    <a:pt x="4161" y="302"/>
                  </a:cubicBezTo>
                  <a:cubicBezTo>
                    <a:pt x="3961" y="302"/>
                    <a:pt x="3760" y="201"/>
                    <a:pt x="3535" y="101"/>
                  </a:cubicBezTo>
                  <a:cubicBezTo>
                    <a:pt x="3535" y="101"/>
                    <a:pt x="3434" y="10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7"/>
            <p:cNvSpPr/>
            <p:nvPr/>
          </p:nvSpPr>
          <p:spPr>
            <a:xfrm>
              <a:off x="2944400" y="1274425"/>
              <a:ext cx="389125" cy="238550"/>
            </a:xfrm>
            <a:custGeom>
              <a:rect b="b" l="l" r="r" t="t"/>
              <a:pathLst>
                <a:path extrusionOk="0" h="9542" w="15565">
                  <a:moveTo>
                    <a:pt x="2908" y="1"/>
                  </a:moveTo>
                  <a:cubicBezTo>
                    <a:pt x="2607" y="1"/>
                    <a:pt x="2282" y="201"/>
                    <a:pt x="2181" y="302"/>
                  </a:cubicBezTo>
                  <a:cubicBezTo>
                    <a:pt x="1981" y="502"/>
                    <a:pt x="1881" y="728"/>
                    <a:pt x="1881" y="928"/>
                  </a:cubicBezTo>
                  <a:cubicBezTo>
                    <a:pt x="1655" y="1254"/>
                    <a:pt x="1454" y="1555"/>
                    <a:pt x="1454" y="1881"/>
                  </a:cubicBezTo>
                  <a:cubicBezTo>
                    <a:pt x="1254" y="2282"/>
                    <a:pt x="828" y="2608"/>
                    <a:pt x="828" y="3134"/>
                  </a:cubicBezTo>
                  <a:cubicBezTo>
                    <a:pt x="828" y="3435"/>
                    <a:pt x="728" y="3535"/>
                    <a:pt x="627" y="3760"/>
                  </a:cubicBezTo>
                  <a:cubicBezTo>
                    <a:pt x="527" y="4061"/>
                    <a:pt x="527" y="4387"/>
                    <a:pt x="302" y="4587"/>
                  </a:cubicBezTo>
                  <a:cubicBezTo>
                    <a:pt x="201" y="4788"/>
                    <a:pt x="201" y="5014"/>
                    <a:pt x="302" y="5214"/>
                  </a:cubicBezTo>
                  <a:cubicBezTo>
                    <a:pt x="302" y="5415"/>
                    <a:pt x="201" y="5640"/>
                    <a:pt x="101" y="5841"/>
                  </a:cubicBezTo>
                  <a:cubicBezTo>
                    <a:pt x="101" y="6041"/>
                    <a:pt x="1" y="6267"/>
                    <a:pt x="101" y="6367"/>
                  </a:cubicBezTo>
                  <a:cubicBezTo>
                    <a:pt x="101" y="6567"/>
                    <a:pt x="201" y="6668"/>
                    <a:pt x="302" y="6768"/>
                  </a:cubicBezTo>
                  <a:cubicBezTo>
                    <a:pt x="402" y="6893"/>
                    <a:pt x="627" y="6893"/>
                    <a:pt x="728" y="6893"/>
                  </a:cubicBezTo>
                  <a:lnTo>
                    <a:pt x="928" y="6893"/>
                  </a:lnTo>
                  <a:cubicBezTo>
                    <a:pt x="1154" y="6893"/>
                    <a:pt x="1354" y="7194"/>
                    <a:pt x="1555" y="7294"/>
                  </a:cubicBezTo>
                  <a:cubicBezTo>
                    <a:pt x="1780" y="7395"/>
                    <a:pt x="1981" y="7520"/>
                    <a:pt x="2282" y="7620"/>
                  </a:cubicBezTo>
                  <a:cubicBezTo>
                    <a:pt x="2507" y="7720"/>
                    <a:pt x="2708" y="7720"/>
                    <a:pt x="2908" y="7921"/>
                  </a:cubicBezTo>
                  <a:cubicBezTo>
                    <a:pt x="3062" y="8028"/>
                    <a:pt x="3211" y="8056"/>
                    <a:pt x="3360" y="8056"/>
                  </a:cubicBezTo>
                  <a:cubicBezTo>
                    <a:pt x="3524" y="8056"/>
                    <a:pt x="3689" y="8021"/>
                    <a:pt x="3861" y="8021"/>
                  </a:cubicBezTo>
                  <a:cubicBezTo>
                    <a:pt x="4161" y="8146"/>
                    <a:pt x="4487" y="8447"/>
                    <a:pt x="4788" y="8547"/>
                  </a:cubicBezTo>
                  <a:cubicBezTo>
                    <a:pt x="5114" y="8547"/>
                    <a:pt x="5314" y="8773"/>
                    <a:pt x="5640" y="8773"/>
                  </a:cubicBezTo>
                  <a:cubicBezTo>
                    <a:pt x="6267" y="8873"/>
                    <a:pt x="6668" y="8973"/>
                    <a:pt x="7194" y="9174"/>
                  </a:cubicBezTo>
                  <a:cubicBezTo>
                    <a:pt x="7730" y="9340"/>
                    <a:pt x="8156" y="9438"/>
                    <a:pt x="8635" y="9438"/>
                  </a:cubicBezTo>
                  <a:cubicBezTo>
                    <a:pt x="8805" y="9438"/>
                    <a:pt x="8983" y="9426"/>
                    <a:pt x="9174" y="9400"/>
                  </a:cubicBezTo>
                  <a:cubicBezTo>
                    <a:pt x="9391" y="9400"/>
                    <a:pt x="9553" y="9344"/>
                    <a:pt x="9733" y="9344"/>
                  </a:cubicBezTo>
                  <a:cubicBezTo>
                    <a:pt x="9823" y="9344"/>
                    <a:pt x="9917" y="9358"/>
                    <a:pt x="10026" y="9400"/>
                  </a:cubicBezTo>
                  <a:cubicBezTo>
                    <a:pt x="10097" y="9470"/>
                    <a:pt x="10694" y="9541"/>
                    <a:pt x="11073" y="9541"/>
                  </a:cubicBezTo>
                  <a:cubicBezTo>
                    <a:pt x="11230" y="9541"/>
                    <a:pt x="11350" y="9529"/>
                    <a:pt x="11379" y="9500"/>
                  </a:cubicBezTo>
                  <a:cubicBezTo>
                    <a:pt x="12106" y="9274"/>
                    <a:pt x="12106" y="9400"/>
                    <a:pt x="12632" y="9274"/>
                  </a:cubicBezTo>
                  <a:cubicBezTo>
                    <a:pt x="12933" y="9174"/>
                    <a:pt x="13685" y="9274"/>
                    <a:pt x="13685" y="8773"/>
                  </a:cubicBezTo>
                  <a:cubicBezTo>
                    <a:pt x="13685" y="8648"/>
                    <a:pt x="13685" y="8447"/>
                    <a:pt x="13560" y="8347"/>
                  </a:cubicBezTo>
                  <a:lnTo>
                    <a:pt x="13460" y="8347"/>
                  </a:lnTo>
                  <a:cubicBezTo>
                    <a:pt x="13399" y="8327"/>
                    <a:pt x="13347" y="8319"/>
                    <a:pt x="13301" y="8319"/>
                  </a:cubicBezTo>
                  <a:cubicBezTo>
                    <a:pt x="13114" y="8319"/>
                    <a:pt x="13013" y="8447"/>
                    <a:pt x="12833" y="8447"/>
                  </a:cubicBezTo>
                  <a:cubicBezTo>
                    <a:pt x="12766" y="8481"/>
                    <a:pt x="12685" y="8492"/>
                    <a:pt x="12600" y="8492"/>
                  </a:cubicBezTo>
                  <a:cubicBezTo>
                    <a:pt x="12429" y="8492"/>
                    <a:pt x="12240" y="8447"/>
                    <a:pt x="12106" y="8447"/>
                  </a:cubicBezTo>
                  <a:cubicBezTo>
                    <a:pt x="12006" y="8547"/>
                    <a:pt x="11805" y="8547"/>
                    <a:pt x="11680" y="8547"/>
                  </a:cubicBezTo>
                  <a:cubicBezTo>
                    <a:pt x="11623" y="8528"/>
                    <a:pt x="11570" y="8520"/>
                    <a:pt x="11519" y="8520"/>
                  </a:cubicBezTo>
                  <a:cubicBezTo>
                    <a:pt x="11303" y="8520"/>
                    <a:pt x="11136" y="8671"/>
                    <a:pt x="10953" y="8773"/>
                  </a:cubicBezTo>
                  <a:cubicBezTo>
                    <a:pt x="10853" y="8773"/>
                    <a:pt x="10753" y="8773"/>
                    <a:pt x="10653" y="8648"/>
                  </a:cubicBezTo>
                  <a:cubicBezTo>
                    <a:pt x="10577" y="8614"/>
                    <a:pt x="10505" y="8603"/>
                    <a:pt x="10434" y="8603"/>
                  </a:cubicBezTo>
                  <a:cubicBezTo>
                    <a:pt x="10293" y="8603"/>
                    <a:pt x="10160" y="8648"/>
                    <a:pt x="10026" y="8648"/>
                  </a:cubicBezTo>
                  <a:cubicBezTo>
                    <a:pt x="9700" y="8648"/>
                    <a:pt x="9500" y="8547"/>
                    <a:pt x="9174" y="8547"/>
                  </a:cubicBezTo>
                  <a:cubicBezTo>
                    <a:pt x="9074" y="8497"/>
                    <a:pt x="8973" y="8497"/>
                    <a:pt x="8857" y="8497"/>
                  </a:cubicBezTo>
                  <a:cubicBezTo>
                    <a:pt x="8741" y="8497"/>
                    <a:pt x="8610" y="8497"/>
                    <a:pt x="8447" y="8447"/>
                  </a:cubicBezTo>
                  <a:cubicBezTo>
                    <a:pt x="8146" y="8347"/>
                    <a:pt x="7820" y="8247"/>
                    <a:pt x="7520" y="8247"/>
                  </a:cubicBezTo>
                  <a:cubicBezTo>
                    <a:pt x="7194" y="8146"/>
                    <a:pt x="6893" y="8146"/>
                    <a:pt x="6567" y="8021"/>
                  </a:cubicBezTo>
                  <a:cubicBezTo>
                    <a:pt x="6367" y="7921"/>
                    <a:pt x="6166" y="7921"/>
                    <a:pt x="5941" y="7821"/>
                  </a:cubicBezTo>
                  <a:cubicBezTo>
                    <a:pt x="5740" y="7720"/>
                    <a:pt x="5540" y="7720"/>
                    <a:pt x="5214" y="7620"/>
                  </a:cubicBezTo>
                  <a:cubicBezTo>
                    <a:pt x="4587" y="7520"/>
                    <a:pt x="4061" y="7294"/>
                    <a:pt x="3535" y="6994"/>
                  </a:cubicBezTo>
                  <a:cubicBezTo>
                    <a:pt x="3033" y="6768"/>
                    <a:pt x="2282" y="6467"/>
                    <a:pt x="1655" y="6367"/>
                  </a:cubicBezTo>
                  <a:cubicBezTo>
                    <a:pt x="1454" y="6267"/>
                    <a:pt x="1254" y="6141"/>
                    <a:pt x="1154" y="6141"/>
                  </a:cubicBezTo>
                  <a:lnTo>
                    <a:pt x="1028" y="6041"/>
                  </a:lnTo>
                  <a:lnTo>
                    <a:pt x="928" y="5941"/>
                  </a:lnTo>
                  <a:lnTo>
                    <a:pt x="928" y="5740"/>
                  </a:lnTo>
                  <a:cubicBezTo>
                    <a:pt x="928" y="5640"/>
                    <a:pt x="928" y="5515"/>
                    <a:pt x="1154" y="5415"/>
                  </a:cubicBezTo>
                  <a:cubicBezTo>
                    <a:pt x="1254" y="5314"/>
                    <a:pt x="1254" y="5014"/>
                    <a:pt x="1254" y="4788"/>
                  </a:cubicBezTo>
                  <a:lnTo>
                    <a:pt x="1454" y="4061"/>
                  </a:lnTo>
                  <a:cubicBezTo>
                    <a:pt x="1655" y="3535"/>
                    <a:pt x="1780" y="3009"/>
                    <a:pt x="2081" y="2507"/>
                  </a:cubicBezTo>
                  <a:cubicBezTo>
                    <a:pt x="2081" y="2282"/>
                    <a:pt x="2081" y="2081"/>
                    <a:pt x="2282" y="1981"/>
                  </a:cubicBezTo>
                  <a:cubicBezTo>
                    <a:pt x="2507" y="1881"/>
                    <a:pt x="2507" y="1455"/>
                    <a:pt x="2607" y="1354"/>
                  </a:cubicBezTo>
                  <a:cubicBezTo>
                    <a:pt x="2708" y="1029"/>
                    <a:pt x="2908" y="928"/>
                    <a:pt x="3033" y="828"/>
                  </a:cubicBezTo>
                  <a:lnTo>
                    <a:pt x="3861" y="828"/>
                  </a:lnTo>
                  <a:cubicBezTo>
                    <a:pt x="4387" y="928"/>
                    <a:pt x="4913" y="1129"/>
                    <a:pt x="5314" y="1354"/>
                  </a:cubicBezTo>
                  <a:cubicBezTo>
                    <a:pt x="5640" y="1455"/>
                    <a:pt x="5840" y="1655"/>
                    <a:pt x="6041" y="1655"/>
                  </a:cubicBezTo>
                  <a:cubicBezTo>
                    <a:pt x="6567" y="1755"/>
                    <a:pt x="6993" y="1881"/>
                    <a:pt x="7520" y="1981"/>
                  </a:cubicBezTo>
                  <a:cubicBezTo>
                    <a:pt x="8046" y="2181"/>
                    <a:pt x="8547" y="2181"/>
                    <a:pt x="9074" y="2382"/>
                  </a:cubicBezTo>
                  <a:cubicBezTo>
                    <a:pt x="9399" y="2507"/>
                    <a:pt x="9700" y="2708"/>
                    <a:pt x="10026" y="2808"/>
                  </a:cubicBezTo>
                  <a:cubicBezTo>
                    <a:pt x="10853" y="3134"/>
                    <a:pt x="10653" y="3134"/>
                    <a:pt x="11580" y="3334"/>
                  </a:cubicBezTo>
                  <a:cubicBezTo>
                    <a:pt x="11805" y="3435"/>
                    <a:pt x="13159" y="3861"/>
                    <a:pt x="13460" y="3961"/>
                  </a:cubicBezTo>
                  <a:cubicBezTo>
                    <a:pt x="13685" y="3961"/>
                    <a:pt x="13785" y="4161"/>
                    <a:pt x="13986" y="4161"/>
                  </a:cubicBezTo>
                  <a:cubicBezTo>
                    <a:pt x="14086" y="4212"/>
                    <a:pt x="14193" y="4212"/>
                    <a:pt x="14299" y="4212"/>
                  </a:cubicBezTo>
                  <a:cubicBezTo>
                    <a:pt x="14406" y="4212"/>
                    <a:pt x="14512" y="4212"/>
                    <a:pt x="14612" y="4262"/>
                  </a:cubicBezTo>
                  <a:cubicBezTo>
                    <a:pt x="14686" y="4354"/>
                    <a:pt x="14829" y="4597"/>
                    <a:pt x="14938" y="4597"/>
                  </a:cubicBezTo>
                  <a:cubicBezTo>
                    <a:pt x="14977" y="4597"/>
                    <a:pt x="15012" y="4566"/>
                    <a:pt x="15039" y="4487"/>
                  </a:cubicBezTo>
                  <a:cubicBezTo>
                    <a:pt x="15068" y="4517"/>
                    <a:pt x="15097" y="4529"/>
                    <a:pt x="15127" y="4529"/>
                  </a:cubicBezTo>
                  <a:cubicBezTo>
                    <a:pt x="15197" y="4529"/>
                    <a:pt x="15268" y="4458"/>
                    <a:pt x="15339" y="4387"/>
                  </a:cubicBezTo>
                  <a:cubicBezTo>
                    <a:pt x="15440" y="4161"/>
                    <a:pt x="15565" y="3861"/>
                    <a:pt x="15440" y="3760"/>
                  </a:cubicBezTo>
                  <a:cubicBezTo>
                    <a:pt x="15339" y="3535"/>
                    <a:pt x="15139" y="3635"/>
                    <a:pt x="14938" y="3535"/>
                  </a:cubicBezTo>
                  <a:cubicBezTo>
                    <a:pt x="14312" y="3334"/>
                    <a:pt x="14086" y="3234"/>
                    <a:pt x="13159" y="2808"/>
                  </a:cubicBezTo>
                  <a:cubicBezTo>
                    <a:pt x="12632" y="2608"/>
                    <a:pt x="12206" y="2608"/>
                    <a:pt x="11805" y="2382"/>
                  </a:cubicBezTo>
                  <a:cubicBezTo>
                    <a:pt x="11279" y="2282"/>
                    <a:pt x="10853" y="2181"/>
                    <a:pt x="10427" y="1981"/>
                  </a:cubicBezTo>
                  <a:cubicBezTo>
                    <a:pt x="10226" y="1881"/>
                    <a:pt x="10026" y="1881"/>
                    <a:pt x="9800" y="1755"/>
                  </a:cubicBezTo>
                  <a:cubicBezTo>
                    <a:pt x="9399" y="1655"/>
                    <a:pt x="8973" y="1555"/>
                    <a:pt x="8447" y="1354"/>
                  </a:cubicBezTo>
                  <a:cubicBezTo>
                    <a:pt x="8246" y="1354"/>
                    <a:pt x="8046" y="1354"/>
                    <a:pt x="7820" y="1254"/>
                  </a:cubicBezTo>
                  <a:cubicBezTo>
                    <a:pt x="7620" y="1129"/>
                    <a:pt x="7194" y="1129"/>
                    <a:pt x="6993" y="1029"/>
                  </a:cubicBezTo>
                  <a:cubicBezTo>
                    <a:pt x="6793" y="928"/>
                    <a:pt x="6467" y="928"/>
                    <a:pt x="6267" y="928"/>
                  </a:cubicBezTo>
                  <a:cubicBezTo>
                    <a:pt x="5740" y="728"/>
                    <a:pt x="5540" y="302"/>
                    <a:pt x="4788" y="302"/>
                  </a:cubicBezTo>
                  <a:cubicBezTo>
                    <a:pt x="4587" y="302"/>
                    <a:pt x="4287" y="101"/>
                    <a:pt x="4061" y="101"/>
                  </a:cubicBezTo>
                  <a:cubicBezTo>
                    <a:pt x="3861" y="1"/>
                    <a:pt x="3760" y="1"/>
                    <a:pt x="35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7"/>
            <p:cNvSpPr/>
            <p:nvPr/>
          </p:nvSpPr>
          <p:spPr>
            <a:xfrm>
              <a:off x="4463850" y="1710025"/>
              <a:ext cx="143500" cy="238000"/>
            </a:xfrm>
            <a:custGeom>
              <a:rect b="b" l="l" r="r" t="t"/>
              <a:pathLst>
                <a:path extrusionOk="0" h="9520" w="5740">
                  <a:moveTo>
                    <a:pt x="4439" y="0"/>
                  </a:moveTo>
                  <a:cubicBezTo>
                    <a:pt x="4366" y="0"/>
                    <a:pt x="4275" y="34"/>
                    <a:pt x="4161" y="121"/>
                  </a:cubicBezTo>
                  <a:cubicBezTo>
                    <a:pt x="4161" y="221"/>
                    <a:pt x="3960" y="321"/>
                    <a:pt x="3960" y="422"/>
                  </a:cubicBezTo>
                  <a:lnTo>
                    <a:pt x="3960" y="522"/>
                  </a:lnTo>
                  <a:cubicBezTo>
                    <a:pt x="3960" y="622"/>
                    <a:pt x="4060" y="622"/>
                    <a:pt x="4060" y="748"/>
                  </a:cubicBezTo>
                  <a:cubicBezTo>
                    <a:pt x="4161" y="748"/>
                    <a:pt x="4161" y="948"/>
                    <a:pt x="4161" y="1048"/>
                  </a:cubicBezTo>
                  <a:cubicBezTo>
                    <a:pt x="4286" y="1048"/>
                    <a:pt x="4386" y="1048"/>
                    <a:pt x="4386" y="1149"/>
                  </a:cubicBezTo>
                  <a:cubicBezTo>
                    <a:pt x="4286" y="1374"/>
                    <a:pt x="4486" y="1374"/>
                    <a:pt x="4587" y="1374"/>
                  </a:cubicBezTo>
                  <a:lnTo>
                    <a:pt x="4587" y="1575"/>
                  </a:lnTo>
                  <a:cubicBezTo>
                    <a:pt x="4486" y="1675"/>
                    <a:pt x="4687" y="1675"/>
                    <a:pt x="4687" y="1775"/>
                  </a:cubicBezTo>
                  <a:cubicBezTo>
                    <a:pt x="4687" y="1875"/>
                    <a:pt x="4587" y="2001"/>
                    <a:pt x="4687" y="2101"/>
                  </a:cubicBezTo>
                  <a:cubicBezTo>
                    <a:pt x="4687" y="2201"/>
                    <a:pt x="4787" y="2301"/>
                    <a:pt x="4687" y="2402"/>
                  </a:cubicBezTo>
                  <a:cubicBezTo>
                    <a:pt x="4687" y="2627"/>
                    <a:pt x="4587" y="2727"/>
                    <a:pt x="4587" y="2828"/>
                  </a:cubicBezTo>
                  <a:cubicBezTo>
                    <a:pt x="4587" y="2928"/>
                    <a:pt x="4587" y="2928"/>
                    <a:pt x="4687" y="3028"/>
                  </a:cubicBezTo>
                  <a:lnTo>
                    <a:pt x="4587" y="3028"/>
                  </a:lnTo>
                  <a:lnTo>
                    <a:pt x="4587" y="3128"/>
                  </a:lnTo>
                  <a:lnTo>
                    <a:pt x="4486" y="3128"/>
                  </a:lnTo>
                  <a:cubicBezTo>
                    <a:pt x="4386" y="3028"/>
                    <a:pt x="4286" y="3028"/>
                    <a:pt x="4161" y="2928"/>
                  </a:cubicBezTo>
                  <a:cubicBezTo>
                    <a:pt x="3860" y="2727"/>
                    <a:pt x="3534" y="2627"/>
                    <a:pt x="3233" y="2627"/>
                  </a:cubicBezTo>
                  <a:cubicBezTo>
                    <a:pt x="3033" y="2627"/>
                    <a:pt x="2907" y="2502"/>
                    <a:pt x="2707" y="2502"/>
                  </a:cubicBezTo>
                  <a:cubicBezTo>
                    <a:pt x="2607" y="2452"/>
                    <a:pt x="2531" y="2427"/>
                    <a:pt x="2453" y="2427"/>
                  </a:cubicBezTo>
                  <a:cubicBezTo>
                    <a:pt x="2375" y="2427"/>
                    <a:pt x="2293" y="2452"/>
                    <a:pt x="2181" y="2502"/>
                  </a:cubicBezTo>
                  <a:cubicBezTo>
                    <a:pt x="2181" y="2627"/>
                    <a:pt x="2080" y="2727"/>
                    <a:pt x="2080" y="2828"/>
                  </a:cubicBezTo>
                  <a:cubicBezTo>
                    <a:pt x="2080" y="2928"/>
                    <a:pt x="1980" y="3028"/>
                    <a:pt x="1880" y="3028"/>
                  </a:cubicBezTo>
                  <a:lnTo>
                    <a:pt x="1780" y="3128"/>
                  </a:lnTo>
                  <a:lnTo>
                    <a:pt x="1780" y="3254"/>
                  </a:lnTo>
                  <a:cubicBezTo>
                    <a:pt x="1780" y="3354"/>
                    <a:pt x="1780" y="3354"/>
                    <a:pt x="1654" y="3354"/>
                  </a:cubicBezTo>
                  <a:lnTo>
                    <a:pt x="1554" y="3755"/>
                  </a:lnTo>
                  <a:cubicBezTo>
                    <a:pt x="1454" y="4081"/>
                    <a:pt x="1354" y="4281"/>
                    <a:pt x="1253" y="4607"/>
                  </a:cubicBezTo>
                  <a:lnTo>
                    <a:pt x="1253" y="4908"/>
                  </a:lnTo>
                  <a:cubicBezTo>
                    <a:pt x="1028" y="5008"/>
                    <a:pt x="1153" y="5234"/>
                    <a:pt x="1153" y="5434"/>
                  </a:cubicBezTo>
                  <a:cubicBezTo>
                    <a:pt x="1153" y="5535"/>
                    <a:pt x="1153" y="5860"/>
                    <a:pt x="1253" y="6061"/>
                  </a:cubicBezTo>
                  <a:cubicBezTo>
                    <a:pt x="1354" y="6261"/>
                    <a:pt x="1554" y="6387"/>
                    <a:pt x="1654" y="6487"/>
                  </a:cubicBezTo>
                  <a:cubicBezTo>
                    <a:pt x="1880" y="6487"/>
                    <a:pt x="1980" y="6587"/>
                    <a:pt x="2181" y="6587"/>
                  </a:cubicBezTo>
                  <a:cubicBezTo>
                    <a:pt x="2506" y="6587"/>
                    <a:pt x="2707" y="6687"/>
                    <a:pt x="2807" y="6788"/>
                  </a:cubicBezTo>
                  <a:lnTo>
                    <a:pt x="2807" y="6888"/>
                  </a:lnTo>
                  <a:lnTo>
                    <a:pt x="2907" y="6888"/>
                  </a:lnTo>
                  <a:lnTo>
                    <a:pt x="2907" y="7113"/>
                  </a:lnTo>
                  <a:cubicBezTo>
                    <a:pt x="2807" y="7314"/>
                    <a:pt x="2807" y="7514"/>
                    <a:pt x="2607" y="7740"/>
                  </a:cubicBezTo>
                  <a:cubicBezTo>
                    <a:pt x="2506" y="7840"/>
                    <a:pt x="2406" y="7840"/>
                    <a:pt x="2281" y="7941"/>
                  </a:cubicBezTo>
                  <a:cubicBezTo>
                    <a:pt x="1980" y="8141"/>
                    <a:pt x="1980" y="8041"/>
                    <a:pt x="1654" y="8266"/>
                  </a:cubicBezTo>
                  <a:cubicBezTo>
                    <a:pt x="1654" y="8367"/>
                    <a:pt x="1454" y="8367"/>
                    <a:pt x="1253" y="8467"/>
                  </a:cubicBezTo>
                  <a:cubicBezTo>
                    <a:pt x="1153" y="8567"/>
                    <a:pt x="927" y="8567"/>
                    <a:pt x="927" y="8567"/>
                  </a:cubicBezTo>
                  <a:cubicBezTo>
                    <a:pt x="827" y="8567"/>
                    <a:pt x="727" y="8467"/>
                    <a:pt x="627" y="8467"/>
                  </a:cubicBezTo>
                  <a:cubicBezTo>
                    <a:pt x="627" y="8467"/>
                    <a:pt x="563" y="8595"/>
                    <a:pt x="473" y="8595"/>
                  </a:cubicBezTo>
                  <a:cubicBezTo>
                    <a:pt x="450" y="8595"/>
                    <a:pt x="426" y="8587"/>
                    <a:pt x="401" y="8567"/>
                  </a:cubicBezTo>
                  <a:cubicBezTo>
                    <a:pt x="334" y="8567"/>
                    <a:pt x="267" y="8433"/>
                    <a:pt x="230" y="8433"/>
                  </a:cubicBezTo>
                  <a:cubicBezTo>
                    <a:pt x="212" y="8433"/>
                    <a:pt x="201" y="8467"/>
                    <a:pt x="201" y="8567"/>
                  </a:cubicBezTo>
                  <a:cubicBezTo>
                    <a:pt x="201" y="8567"/>
                    <a:pt x="100" y="8567"/>
                    <a:pt x="100" y="8768"/>
                  </a:cubicBezTo>
                  <a:cubicBezTo>
                    <a:pt x="0" y="8993"/>
                    <a:pt x="0" y="9294"/>
                    <a:pt x="100" y="9394"/>
                  </a:cubicBezTo>
                  <a:cubicBezTo>
                    <a:pt x="100" y="9436"/>
                    <a:pt x="112" y="9450"/>
                    <a:pt x="130" y="9450"/>
                  </a:cubicBezTo>
                  <a:cubicBezTo>
                    <a:pt x="167" y="9450"/>
                    <a:pt x="234" y="9394"/>
                    <a:pt x="301" y="9394"/>
                  </a:cubicBezTo>
                  <a:cubicBezTo>
                    <a:pt x="727" y="9394"/>
                    <a:pt x="827" y="9519"/>
                    <a:pt x="1454" y="9519"/>
                  </a:cubicBezTo>
                  <a:cubicBezTo>
                    <a:pt x="1654" y="9394"/>
                    <a:pt x="1880" y="9194"/>
                    <a:pt x="2080" y="9093"/>
                  </a:cubicBezTo>
                  <a:cubicBezTo>
                    <a:pt x="2406" y="8993"/>
                    <a:pt x="2506" y="8768"/>
                    <a:pt x="2807" y="8667"/>
                  </a:cubicBezTo>
                  <a:cubicBezTo>
                    <a:pt x="2907" y="8667"/>
                    <a:pt x="2907" y="8567"/>
                    <a:pt x="3033" y="8467"/>
                  </a:cubicBezTo>
                  <a:cubicBezTo>
                    <a:pt x="3233" y="8367"/>
                    <a:pt x="3333" y="8041"/>
                    <a:pt x="3534" y="7840"/>
                  </a:cubicBezTo>
                  <a:cubicBezTo>
                    <a:pt x="3534" y="7740"/>
                    <a:pt x="3534" y="7640"/>
                    <a:pt x="3659" y="7514"/>
                  </a:cubicBezTo>
                  <a:cubicBezTo>
                    <a:pt x="3760" y="7414"/>
                    <a:pt x="3760" y="7113"/>
                    <a:pt x="3760" y="6888"/>
                  </a:cubicBezTo>
                  <a:cubicBezTo>
                    <a:pt x="3760" y="6788"/>
                    <a:pt x="3760" y="6788"/>
                    <a:pt x="3659" y="6687"/>
                  </a:cubicBezTo>
                  <a:cubicBezTo>
                    <a:pt x="3659" y="6587"/>
                    <a:pt x="3534" y="6587"/>
                    <a:pt x="3534" y="6487"/>
                  </a:cubicBezTo>
                  <a:cubicBezTo>
                    <a:pt x="3434" y="6261"/>
                    <a:pt x="3333" y="6161"/>
                    <a:pt x="3233" y="6061"/>
                  </a:cubicBezTo>
                  <a:cubicBezTo>
                    <a:pt x="3162" y="5990"/>
                    <a:pt x="3029" y="5919"/>
                    <a:pt x="2921" y="5919"/>
                  </a:cubicBezTo>
                  <a:cubicBezTo>
                    <a:pt x="2877" y="5919"/>
                    <a:pt x="2837" y="5931"/>
                    <a:pt x="2807" y="5961"/>
                  </a:cubicBezTo>
                  <a:cubicBezTo>
                    <a:pt x="2707" y="5961"/>
                    <a:pt x="2506" y="5860"/>
                    <a:pt x="2406" y="5760"/>
                  </a:cubicBezTo>
                  <a:cubicBezTo>
                    <a:pt x="2406" y="5760"/>
                    <a:pt x="2281" y="5760"/>
                    <a:pt x="2181" y="5860"/>
                  </a:cubicBezTo>
                  <a:cubicBezTo>
                    <a:pt x="2080" y="5860"/>
                    <a:pt x="2080" y="5760"/>
                    <a:pt x="2080" y="5635"/>
                  </a:cubicBezTo>
                  <a:cubicBezTo>
                    <a:pt x="2080" y="5434"/>
                    <a:pt x="2080" y="5434"/>
                    <a:pt x="1980" y="5334"/>
                  </a:cubicBezTo>
                  <a:cubicBezTo>
                    <a:pt x="1980" y="5234"/>
                    <a:pt x="2080" y="5008"/>
                    <a:pt x="1980" y="4908"/>
                  </a:cubicBezTo>
                  <a:cubicBezTo>
                    <a:pt x="1980" y="4707"/>
                    <a:pt x="2406" y="4607"/>
                    <a:pt x="2281" y="4382"/>
                  </a:cubicBezTo>
                  <a:cubicBezTo>
                    <a:pt x="2281" y="4281"/>
                    <a:pt x="2406" y="4181"/>
                    <a:pt x="2406" y="4181"/>
                  </a:cubicBezTo>
                  <a:cubicBezTo>
                    <a:pt x="2506" y="4081"/>
                    <a:pt x="2506" y="3880"/>
                    <a:pt x="2607" y="3755"/>
                  </a:cubicBezTo>
                  <a:lnTo>
                    <a:pt x="2607" y="3655"/>
                  </a:lnTo>
                  <a:lnTo>
                    <a:pt x="2607" y="3555"/>
                  </a:lnTo>
                  <a:cubicBezTo>
                    <a:pt x="2506" y="3454"/>
                    <a:pt x="2607" y="3454"/>
                    <a:pt x="2707" y="3454"/>
                  </a:cubicBezTo>
                  <a:cubicBezTo>
                    <a:pt x="2707" y="3454"/>
                    <a:pt x="2751" y="3499"/>
                    <a:pt x="2781" y="3499"/>
                  </a:cubicBezTo>
                  <a:cubicBezTo>
                    <a:pt x="2796" y="3499"/>
                    <a:pt x="2807" y="3488"/>
                    <a:pt x="2807" y="3454"/>
                  </a:cubicBezTo>
                  <a:lnTo>
                    <a:pt x="2807" y="3354"/>
                  </a:lnTo>
                  <a:cubicBezTo>
                    <a:pt x="2807" y="3321"/>
                    <a:pt x="2818" y="3309"/>
                    <a:pt x="2833" y="3309"/>
                  </a:cubicBezTo>
                  <a:cubicBezTo>
                    <a:pt x="2863" y="3309"/>
                    <a:pt x="2907" y="3354"/>
                    <a:pt x="2907" y="3354"/>
                  </a:cubicBezTo>
                  <a:cubicBezTo>
                    <a:pt x="2907" y="3454"/>
                    <a:pt x="2907" y="3454"/>
                    <a:pt x="3033" y="3555"/>
                  </a:cubicBezTo>
                  <a:cubicBezTo>
                    <a:pt x="3133" y="3555"/>
                    <a:pt x="3233" y="3655"/>
                    <a:pt x="3333" y="3655"/>
                  </a:cubicBezTo>
                  <a:cubicBezTo>
                    <a:pt x="3434" y="3755"/>
                    <a:pt x="3534" y="3755"/>
                    <a:pt x="3659" y="3880"/>
                  </a:cubicBezTo>
                  <a:cubicBezTo>
                    <a:pt x="3693" y="3914"/>
                    <a:pt x="3737" y="3925"/>
                    <a:pt x="3786" y="3925"/>
                  </a:cubicBezTo>
                  <a:cubicBezTo>
                    <a:pt x="3882" y="3925"/>
                    <a:pt x="3993" y="3880"/>
                    <a:pt x="4060" y="3880"/>
                  </a:cubicBezTo>
                  <a:lnTo>
                    <a:pt x="4286" y="3880"/>
                  </a:lnTo>
                  <a:lnTo>
                    <a:pt x="4386" y="3981"/>
                  </a:lnTo>
                  <a:cubicBezTo>
                    <a:pt x="4486" y="4081"/>
                    <a:pt x="4587" y="4181"/>
                    <a:pt x="4687" y="4181"/>
                  </a:cubicBezTo>
                  <a:lnTo>
                    <a:pt x="5013" y="4181"/>
                  </a:lnTo>
                  <a:cubicBezTo>
                    <a:pt x="5113" y="4181"/>
                    <a:pt x="5213" y="4081"/>
                    <a:pt x="5313" y="4081"/>
                  </a:cubicBezTo>
                  <a:cubicBezTo>
                    <a:pt x="5414" y="3880"/>
                    <a:pt x="5414" y="3655"/>
                    <a:pt x="5539" y="3454"/>
                  </a:cubicBezTo>
                  <a:lnTo>
                    <a:pt x="5539" y="3254"/>
                  </a:lnTo>
                  <a:cubicBezTo>
                    <a:pt x="5539" y="3128"/>
                    <a:pt x="5639" y="3028"/>
                    <a:pt x="5639" y="2928"/>
                  </a:cubicBezTo>
                  <a:cubicBezTo>
                    <a:pt x="5739" y="2627"/>
                    <a:pt x="5739" y="2301"/>
                    <a:pt x="5539" y="2001"/>
                  </a:cubicBezTo>
                  <a:cubicBezTo>
                    <a:pt x="5414" y="1775"/>
                    <a:pt x="5313" y="1775"/>
                    <a:pt x="5414" y="1575"/>
                  </a:cubicBezTo>
                  <a:cubicBezTo>
                    <a:pt x="5414" y="1474"/>
                    <a:pt x="5313" y="948"/>
                    <a:pt x="5213" y="848"/>
                  </a:cubicBezTo>
                  <a:cubicBezTo>
                    <a:pt x="5013" y="748"/>
                    <a:pt x="5013" y="622"/>
                    <a:pt x="4912" y="622"/>
                  </a:cubicBezTo>
                  <a:cubicBezTo>
                    <a:pt x="4912" y="522"/>
                    <a:pt x="4912" y="522"/>
                    <a:pt x="4787" y="321"/>
                  </a:cubicBezTo>
                  <a:cubicBezTo>
                    <a:pt x="4714" y="248"/>
                    <a:pt x="4640" y="0"/>
                    <a:pt x="44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7"/>
            <p:cNvSpPr/>
            <p:nvPr/>
          </p:nvSpPr>
          <p:spPr>
            <a:xfrm>
              <a:off x="2918100" y="1033825"/>
              <a:ext cx="182975" cy="191625"/>
            </a:xfrm>
            <a:custGeom>
              <a:rect b="b" l="l" r="r" t="t"/>
              <a:pathLst>
                <a:path extrusionOk="0" h="7665" w="7319">
                  <a:moveTo>
                    <a:pt x="2607" y="1"/>
                  </a:moveTo>
                  <a:cubicBezTo>
                    <a:pt x="2406" y="1"/>
                    <a:pt x="2306" y="101"/>
                    <a:pt x="2080" y="101"/>
                  </a:cubicBezTo>
                  <a:cubicBezTo>
                    <a:pt x="1880" y="226"/>
                    <a:pt x="1679" y="527"/>
                    <a:pt x="1679" y="728"/>
                  </a:cubicBezTo>
                  <a:cubicBezTo>
                    <a:pt x="1579" y="953"/>
                    <a:pt x="1354" y="1054"/>
                    <a:pt x="1354" y="1254"/>
                  </a:cubicBezTo>
                  <a:cubicBezTo>
                    <a:pt x="1253" y="1354"/>
                    <a:pt x="1454" y="1580"/>
                    <a:pt x="1153" y="1580"/>
                  </a:cubicBezTo>
                  <a:cubicBezTo>
                    <a:pt x="1053" y="1580"/>
                    <a:pt x="1053" y="1780"/>
                    <a:pt x="1053" y="1881"/>
                  </a:cubicBezTo>
                  <a:cubicBezTo>
                    <a:pt x="1053" y="1981"/>
                    <a:pt x="953" y="2106"/>
                    <a:pt x="953" y="2206"/>
                  </a:cubicBezTo>
                  <a:cubicBezTo>
                    <a:pt x="827" y="2507"/>
                    <a:pt x="727" y="2733"/>
                    <a:pt x="627" y="2933"/>
                  </a:cubicBezTo>
                  <a:lnTo>
                    <a:pt x="627" y="3234"/>
                  </a:lnTo>
                  <a:cubicBezTo>
                    <a:pt x="426" y="3234"/>
                    <a:pt x="426" y="3460"/>
                    <a:pt x="426" y="3560"/>
                  </a:cubicBezTo>
                  <a:cubicBezTo>
                    <a:pt x="326" y="3660"/>
                    <a:pt x="326" y="3760"/>
                    <a:pt x="201" y="3861"/>
                  </a:cubicBezTo>
                  <a:cubicBezTo>
                    <a:pt x="100" y="4186"/>
                    <a:pt x="201" y="4387"/>
                    <a:pt x="201" y="4612"/>
                  </a:cubicBezTo>
                  <a:cubicBezTo>
                    <a:pt x="201" y="4713"/>
                    <a:pt x="201" y="4913"/>
                    <a:pt x="100" y="5114"/>
                  </a:cubicBezTo>
                  <a:lnTo>
                    <a:pt x="100" y="5439"/>
                  </a:lnTo>
                  <a:cubicBezTo>
                    <a:pt x="0" y="5540"/>
                    <a:pt x="100" y="5540"/>
                    <a:pt x="100" y="5540"/>
                  </a:cubicBezTo>
                  <a:lnTo>
                    <a:pt x="201" y="5640"/>
                  </a:lnTo>
                  <a:cubicBezTo>
                    <a:pt x="326" y="5740"/>
                    <a:pt x="426" y="5740"/>
                    <a:pt x="527" y="5866"/>
                  </a:cubicBezTo>
                  <a:lnTo>
                    <a:pt x="627" y="5966"/>
                  </a:lnTo>
                  <a:lnTo>
                    <a:pt x="727" y="5966"/>
                  </a:lnTo>
                  <a:cubicBezTo>
                    <a:pt x="953" y="6066"/>
                    <a:pt x="1153" y="6066"/>
                    <a:pt x="1354" y="6166"/>
                  </a:cubicBezTo>
                  <a:cubicBezTo>
                    <a:pt x="1579" y="6367"/>
                    <a:pt x="1880" y="6367"/>
                    <a:pt x="2080" y="6492"/>
                  </a:cubicBezTo>
                  <a:cubicBezTo>
                    <a:pt x="2206" y="6592"/>
                    <a:pt x="2306" y="6693"/>
                    <a:pt x="2406" y="6693"/>
                  </a:cubicBezTo>
                  <a:cubicBezTo>
                    <a:pt x="2832" y="6893"/>
                    <a:pt x="2707" y="6993"/>
                    <a:pt x="3133" y="7119"/>
                  </a:cubicBezTo>
                  <a:cubicBezTo>
                    <a:pt x="3233" y="7119"/>
                    <a:pt x="3860" y="7319"/>
                    <a:pt x="4085" y="7319"/>
                  </a:cubicBezTo>
                  <a:cubicBezTo>
                    <a:pt x="4085" y="7419"/>
                    <a:pt x="4186" y="7520"/>
                    <a:pt x="4286" y="7520"/>
                  </a:cubicBezTo>
                  <a:cubicBezTo>
                    <a:pt x="4353" y="7520"/>
                    <a:pt x="4420" y="7475"/>
                    <a:pt x="4486" y="7475"/>
                  </a:cubicBezTo>
                  <a:cubicBezTo>
                    <a:pt x="4520" y="7475"/>
                    <a:pt x="4553" y="7486"/>
                    <a:pt x="4587" y="7520"/>
                  </a:cubicBezTo>
                  <a:cubicBezTo>
                    <a:pt x="4670" y="7520"/>
                    <a:pt x="4743" y="7665"/>
                    <a:pt x="4811" y="7665"/>
                  </a:cubicBezTo>
                  <a:cubicBezTo>
                    <a:pt x="4846" y="7665"/>
                    <a:pt x="4879" y="7628"/>
                    <a:pt x="4913" y="7520"/>
                  </a:cubicBezTo>
                  <a:cubicBezTo>
                    <a:pt x="4913" y="7520"/>
                    <a:pt x="5013" y="7520"/>
                    <a:pt x="5013" y="7319"/>
                  </a:cubicBezTo>
                  <a:cubicBezTo>
                    <a:pt x="5013" y="7119"/>
                    <a:pt x="5013" y="6793"/>
                    <a:pt x="4913" y="6693"/>
                  </a:cubicBezTo>
                  <a:cubicBezTo>
                    <a:pt x="4913" y="6659"/>
                    <a:pt x="4901" y="6648"/>
                    <a:pt x="4883" y="6648"/>
                  </a:cubicBezTo>
                  <a:cubicBezTo>
                    <a:pt x="4846" y="6648"/>
                    <a:pt x="4779" y="6693"/>
                    <a:pt x="4712" y="6693"/>
                  </a:cubicBezTo>
                  <a:cubicBezTo>
                    <a:pt x="4486" y="6592"/>
                    <a:pt x="4386" y="6592"/>
                    <a:pt x="4085" y="6367"/>
                  </a:cubicBezTo>
                  <a:cubicBezTo>
                    <a:pt x="3860" y="6267"/>
                    <a:pt x="3659" y="6267"/>
                    <a:pt x="3459" y="6166"/>
                  </a:cubicBezTo>
                  <a:cubicBezTo>
                    <a:pt x="3233" y="6166"/>
                    <a:pt x="3033" y="6066"/>
                    <a:pt x="2933" y="5966"/>
                  </a:cubicBezTo>
                  <a:cubicBezTo>
                    <a:pt x="2832" y="5866"/>
                    <a:pt x="2707" y="5866"/>
                    <a:pt x="2607" y="5866"/>
                  </a:cubicBezTo>
                  <a:cubicBezTo>
                    <a:pt x="2506" y="5740"/>
                    <a:pt x="2306" y="5640"/>
                    <a:pt x="2080" y="5540"/>
                  </a:cubicBezTo>
                  <a:cubicBezTo>
                    <a:pt x="2014" y="5540"/>
                    <a:pt x="1947" y="5584"/>
                    <a:pt x="1880" y="5584"/>
                  </a:cubicBezTo>
                  <a:cubicBezTo>
                    <a:pt x="1846" y="5584"/>
                    <a:pt x="1813" y="5573"/>
                    <a:pt x="1780" y="5540"/>
                  </a:cubicBezTo>
                  <a:cubicBezTo>
                    <a:pt x="1679" y="5439"/>
                    <a:pt x="1454" y="5439"/>
                    <a:pt x="1354" y="5339"/>
                  </a:cubicBezTo>
                  <a:cubicBezTo>
                    <a:pt x="1354" y="5289"/>
                    <a:pt x="1329" y="5289"/>
                    <a:pt x="1291" y="5289"/>
                  </a:cubicBezTo>
                  <a:cubicBezTo>
                    <a:pt x="1253" y="5289"/>
                    <a:pt x="1203" y="5289"/>
                    <a:pt x="1153" y="5239"/>
                  </a:cubicBezTo>
                  <a:cubicBezTo>
                    <a:pt x="1053" y="5239"/>
                    <a:pt x="1053" y="5114"/>
                    <a:pt x="1053" y="5114"/>
                  </a:cubicBezTo>
                  <a:cubicBezTo>
                    <a:pt x="1053" y="5013"/>
                    <a:pt x="1053" y="5013"/>
                    <a:pt x="953" y="5013"/>
                  </a:cubicBezTo>
                  <a:lnTo>
                    <a:pt x="953" y="4913"/>
                  </a:lnTo>
                  <a:cubicBezTo>
                    <a:pt x="953" y="4913"/>
                    <a:pt x="1053" y="4813"/>
                    <a:pt x="1053" y="4713"/>
                  </a:cubicBezTo>
                  <a:cubicBezTo>
                    <a:pt x="1053" y="4713"/>
                    <a:pt x="1053" y="4612"/>
                    <a:pt x="953" y="4487"/>
                  </a:cubicBezTo>
                  <a:cubicBezTo>
                    <a:pt x="953" y="4387"/>
                    <a:pt x="953" y="4387"/>
                    <a:pt x="1053" y="4287"/>
                  </a:cubicBezTo>
                  <a:cubicBezTo>
                    <a:pt x="1253" y="4186"/>
                    <a:pt x="1253" y="3986"/>
                    <a:pt x="1253" y="3760"/>
                  </a:cubicBezTo>
                  <a:cubicBezTo>
                    <a:pt x="1253" y="3660"/>
                    <a:pt x="1354" y="3560"/>
                    <a:pt x="1354" y="3359"/>
                  </a:cubicBezTo>
                  <a:cubicBezTo>
                    <a:pt x="1354" y="3134"/>
                    <a:pt x="1780" y="3134"/>
                    <a:pt x="1679" y="2833"/>
                  </a:cubicBezTo>
                  <a:cubicBezTo>
                    <a:pt x="1679" y="2733"/>
                    <a:pt x="1679" y="2607"/>
                    <a:pt x="1780" y="2607"/>
                  </a:cubicBezTo>
                  <a:cubicBezTo>
                    <a:pt x="1880" y="2507"/>
                    <a:pt x="1780" y="2307"/>
                    <a:pt x="1880" y="2206"/>
                  </a:cubicBezTo>
                  <a:cubicBezTo>
                    <a:pt x="1980" y="2206"/>
                    <a:pt x="1980" y="2106"/>
                    <a:pt x="1980" y="1981"/>
                  </a:cubicBezTo>
                  <a:cubicBezTo>
                    <a:pt x="1880" y="1780"/>
                    <a:pt x="2306" y="1780"/>
                    <a:pt x="2306" y="1580"/>
                  </a:cubicBezTo>
                  <a:cubicBezTo>
                    <a:pt x="2306" y="1480"/>
                    <a:pt x="2206" y="1354"/>
                    <a:pt x="2206" y="1254"/>
                  </a:cubicBezTo>
                  <a:cubicBezTo>
                    <a:pt x="2206" y="1254"/>
                    <a:pt x="2306" y="1254"/>
                    <a:pt x="2306" y="1154"/>
                  </a:cubicBezTo>
                  <a:lnTo>
                    <a:pt x="2506" y="1154"/>
                  </a:lnTo>
                  <a:cubicBezTo>
                    <a:pt x="2573" y="1154"/>
                    <a:pt x="2596" y="1109"/>
                    <a:pt x="2603" y="1109"/>
                  </a:cubicBezTo>
                  <a:cubicBezTo>
                    <a:pt x="2607" y="1109"/>
                    <a:pt x="2607" y="1120"/>
                    <a:pt x="2607" y="1154"/>
                  </a:cubicBezTo>
                  <a:lnTo>
                    <a:pt x="2832" y="1154"/>
                  </a:lnTo>
                  <a:cubicBezTo>
                    <a:pt x="2832" y="1154"/>
                    <a:pt x="2933" y="1154"/>
                    <a:pt x="3033" y="1054"/>
                  </a:cubicBezTo>
                  <a:cubicBezTo>
                    <a:pt x="3133" y="1054"/>
                    <a:pt x="3233" y="1254"/>
                    <a:pt x="3459" y="1354"/>
                  </a:cubicBezTo>
                  <a:cubicBezTo>
                    <a:pt x="3559" y="1354"/>
                    <a:pt x="3659" y="1480"/>
                    <a:pt x="3760" y="1480"/>
                  </a:cubicBezTo>
                  <a:cubicBezTo>
                    <a:pt x="3960" y="1580"/>
                    <a:pt x="4186" y="1580"/>
                    <a:pt x="4386" y="1780"/>
                  </a:cubicBezTo>
                  <a:cubicBezTo>
                    <a:pt x="4712" y="1981"/>
                    <a:pt x="4913" y="2106"/>
                    <a:pt x="5213" y="2106"/>
                  </a:cubicBezTo>
                  <a:cubicBezTo>
                    <a:pt x="5279" y="2106"/>
                    <a:pt x="5366" y="2071"/>
                    <a:pt x="5433" y="2071"/>
                  </a:cubicBezTo>
                  <a:cubicBezTo>
                    <a:pt x="5494" y="2071"/>
                    <a:pt x="5539" y="2100"/>
                    <a:pt x="5539" y="2206"/>
                  </a:cubicBezTo>
                  <a:cubicBezTo>
                    <a:pt x="5639" y="2307"/>
                    <a:pt x="5965" y="2507"/>
                    <a:pt x="6166" y="2507"/>
                  </a:cubicBezTo>
                  <a:cubicBezTo>
                    <a:pt x="6466" y="2507"/>
                    <a:pt x="6466" y="2507"/>
                    <a:pt x="6692" y="2607"/>
                  </a:cubicBezTo>
                  <a:cubicBezTo>
                    <a:pt x="6749" y="2679"/>
                    <a:pt x="6839" y="2807"/>
                    <a:pt x="6947" y="2807"/>
                  </a:cubicBezTo>
                  <a:cubicBezTo>
                    <a:pt x="7029" y="2807"/>
                    <a:pt x="7121" y="2734"/>
                    <a:pt x="7218" y="2507"/>
                  </a:cubicBezTo>
                  <a:cubicBezTo>
                    <a:pt x="7319" y="2407"/>
                    <a:pt x="7319" y="2307"/>
                    <a:pt x="7319" y="2206"/>
                  </a:cubicBezTo>
                  <a:lnTo>
                    <a:pt x="7319" y="2106"/>
                  </a:lnTo>
                  <a:cubicBezTo>
                    <a:pt x="7218" y="1981"/>
                    <a:pt x="7093" y="1981"/>
                    <a:pt x="7093" y="1981"/>
                  </a:cubicBezTo>
                  <a:cubicBezTo>
                    <a:pt x="6993" y="1981"/>
                    <a:pt x="6892" y="1780"/>
                    <a:pt x="6792" y="1780"/>
                  </a:cubicBezTo>
                  <a:cubicBezTo>
                    <a:pt x="6692" y="1780"/>
                    <a:pt x="6592" y="1780"/>
                    <a:pt x="6592" y="1680"/>
                  </a:cubicBezTo>
                  <a:cubicBezTo>
                    <a:pt x="6550" y="1647"/>
                    <a:pt x="6511" y="1636"/>
                    <a:pt x="6474" y="1636"/>
                  </a:cubicBezTo>
                  <a:cubicBezTo>
                    <a:pt x="6400" y="1636"/>
                    <a:pt x="6333" y="1680"/>
                    <a:pt x="6266" y="1680"/>
                  </a:cubicBezTo>
                  <a:cubicBezTo>
                    <a:pt x="6166" y="1680"/>
                    <a:pt x="6166" y="1680"/>
                    <a:pt x="6166" y="1580"/>
                  </a:cubicBezTo>
                  <a:cubicBezTo>
                    <a:pt x="6129" y="1498"/>
                    <a:pt x="6093" y="1475"/>
                    <a:pt x="6055" y="1475"/>
                  </a:cubicBezTo>
                  <a:cubicBezTo>
                    <a:pt x="6010" y="1475"/>
                    <a:pt x="5964" y="1507"/>
                    <a:pt x="5913" y="1507"/>
                  </a:cubicBezTo>
                  <a:cubicBezTo>
                    <a:pt x="5890" y="1507"/>
                    <a:pt x="5865" y="1500"/>
                    <a:pt x="5840" y="1480"/>
                  </a:cubicBezTo>
                  <a:cubicBezTo>
                    <a:pt x="5740" y="1354"/>
                    <a:pt x="5639" y="1254"/>
                    <a:pt x="5539" y="1254"/>
                  </a:cubicBezTo>
                  <a:cubicBezTo>
                    <a:pt x="5489" y="1204"/>
                    <a:pt x="5439" y="1204"/>
                    <a:pt x="5386" y="1204"/>
                  </a:cubicBezTo>
                  <a:cubicBezTo>
                    <a:pt x="5332" y="1204"/>
                    <a:pt x="5276" y="1204"/>
                    <a:pt x="5213" y="1154"/>
                  </a:cubicBezTo>
                  <a:cubicBezTo>
                    <a:pt x="5113" y="1054"/>
                    <a:pt x="5013" y="953"/>
                    <a:pt x="4913" y="853"/>
                  </a:cubicBezTo>
                  <a:cubicBezTo>
                    <a:pt x="4712" y="853"/>
                    <a:pt x="4486" y="853"/>
                    <a:pt x="4486" y="728"/>
                  </a:cubicBezTo>
                  <a:cubicBezTo>
                    <a:pt x="4386" y="627"/>
                    <a:pt x="4286" y="627"/>
                    <a:pt x="4186" y="527"/>
                  </a:cubicBezTo>
                  <a:cubicBezTo>
                    <a:pt x="4085" y="427"/>
                    <a:pt x="3960" y="427"/>
                    <a:pt x="3760" y="427"/>
                  </a:cubicBezTo>
                  <a:cubicBezTo>
                    <a:pt x="3559" y="427"/>
                    <a:pt x="3233" y="327"/>
                    <a:pt x="3033" y="226"/>
                  </a:cubicBezTo>
                  <a:cubicBezTo>
                    <a:pt x="2933" y="226"/>
                    <a:pt x="2933" y="101"/>
                    <a:pt x="2933" y="101"/>
                  </a:cubicBezTo>
                  <a:lnTo>
                    <a:pt x="2832" y="101"/>
                  </a:lnTo>
                  <a:cubicBezTo>
                    <a:pt x="2707" y="101"/>
                    <a:pt x="2607" y="101"/>
                    <a:pt x="2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7"/>
            <p:cNvSpPr/>
            <p:nvPr/>
          </p:nvSpPr>
          <p:spPr>
            <a:xfrm>
              <a:off x="2832250" y="1245625"/>
              <a:ext cx="169200" cy="174275"/>
            </a:xfrm>
            <a:custGeom>
              <a:rect b="b" l="l" r="r" t="t"/>
              <a:pathLst>
                <a:path extrusionOk="0" h="6971" w="6768">
                  <a:moveTo>
                    <a:pt x="2181" y="0"/>
                  </a:moveTo>
                  <a:cubicBezTo>
                    <a:pt x="2081" y="0"/>
                    <a:pt x="2081" y="100"/>
                    <a:pt x="1981" y="100"/>
                  </a:cubicBezTo>
                  <a:cubicBezTo>
                    <a:pt x="1880" y="201"/>
                    <a:pt x="1880" y="301"/>
                    <a:pt x="1755" y="401"/>
                  </a:cubicBezTo>
                  <a:cubicBezTo>
                    <a:pt x="1655" y="526"/>
                    <a:pt x="1655" y="627"/>
                    <a:pt x="1554" y="627"/>
                  </a:cubicBezTo>
                  <a:lnTo>
                    <a:pt x="1554" y="827"/>
                  </a:lnTo>
                  <a:cubicBezTo>
                    <a:pt x="1454" y="1028"/>
                    <a:pt x="1354" y="1153"/>
                    <a:pt x="1254" y="1253"/>
                  </a:cubicBezTo>
                  <a:cubicBezTo>
                    <a:pt x="1151" y="1417"/>
                    <a:pt x="1283" y="1581"/>
                    <a:pt x="1157" y="1581"/>
                  </a:cubicBezTo>
                  <a:cubicBezTo>
                    <a:pt x="1129" y="1581"/>
                    <a:pt x="1088" y="1572"/>
                    <a:pt x="1028" y="1554"/>
                  </a:cubicBezTo>
                  <a:cubicBezTo>
                    <a:pt x="928" y="1554"/>
                    <a:pt x="928" y="1780"/>
                    <a:pt x="928" y="1880"/>
                  </a:cubicBezTo>
                  <a:cubicBezTo>
                    <a:pt x="928" y="1980"/>
                    <a:pt x="828" y="2080"/>
                    <a:pt x="828" y="2181"/>
                  </a:cubicBezTo>
                  <a:cubicBezTo>
                    <a:pt x="727" y="2406"/>
                    <a:pt x="627" y="2607"/>
                    <a:pt x="502" y="2807"/>
                  </a:cubicBezTo>
                  <a:cubicBezTo>
                    <a:pt x="502" y="2907"/>
                    <a:pt x="502" y="3033"/>
                    <a:pt x="402" y="3133"/>
                  </a:cubicBezTo>
                  <a:cubicBezTo>
                    <a:pt x="301" y="3133"/>
                    <a:pt x="301" y="3233"/>
                    <a:pt x="301" y="3333"/>
                  </a:cubicBezTo>
                  <a:cubicBezTo>
                    <a:pt x="201" y="3434"/>
                    <a:pt x="201" y="3534"/>
                    <a:pt x="101" y="3659"/>
                  </a:cubicBezTo>
                  <a:cubicBezTo>
                    <a:pt x="1" y="3860"/>
                    <a:pt x="101" y="4161"/>
                    <a:pt x="101" y="4386"/>
                  </a:cubicBezTo>
                  <a:cubicBezTo>
                    <a:pt x="201" y="4687"/>
                    <a:pt x="201" y="5013"/>
                    <a:pt x="402" y="5313"/>
                  </a:cubicBezTo>
                  <a:cubicBezTo>
                    <a:pt x="402" y="5414"/>
                    <a:pt x="502" y="5639"/>
                    <a:pt x="727" y="5739"/>
                  </a:cubicBezTo>
                  <a:cubicBezTo>
                    <a:pt x="1028" y="5739"/>
                    <a:pt x="1254" y="5739"/>
                    <a:pt x="1354" y="5840"/>
                  </a:cubicBezTo>
                  <a:cubicBezTo>
                    <a:pt x="1454" y="5890"/>
                    <a:pt x="1586" y="5890"/>
                    <a:pt x="1717" y="5890"/>
                  </a:cubicBezTo>
                  <a:cubicBezTo>
                    <a:pt x="1849" y="5890"/>
                    <a:pt x="1981" y="5890"/>
                    <a:pt x="2081" y="5940"/>
                  </a:cubicBezTo>
                  <a:cubicBezTo>
                    <a:pt x="2181" y="6040"/>
                    <a:pt x="2281" y="6040"/>
                    <a:pt x="2382" y="6166"/>
                  </a:cubicBezTo>
                  <a:cubicBezTo>
                    <a:pt x="2707" y="6266"/>
                    <a:pt x="2707" y="6366"/>
                    <a:pt x="3008" y="6366"/>
                  </a:cubicBezTo>
                  <a:cubicBezTo>
                    <a:pt x="3133" y="6366"/>
                    <a:pt x="3635" y="6567"/>
                    <a:pt x="3760" y="6567"/>
                  </a:cubicBezTo>
                  <a:cubicBezTo>
                    <a:pt x="3860" y="6667"/>
                    <a:pt x="3860" y="6792"/>
                    <a:pt x="3961" y="6792"/>
                  </a:cubicBezTo>
                  <a:cubicBezTo>
                    <a:pt x="4027" y="6792"/>
                    <a:pt x="4094" y="6736"/>
                    <a:pt x="4161" y="6736"/>
                  </a:cubicBezTo>
                  <a:cubicBezTo>
                    <a:pt x="4194" y="6736"/>
                    <a:pt x="4228" y="6750"/>
                    <a:pt x="4261" y="6792"/>
                  </a:cubicBezTo>
                  <a:cubicBezTo>
                    <a:pt x="4261" y="6792"/>
                    <a:pt x="4261" y="6970"/>
                    <a:pt x="4328" y="6970"/>
                  </a:cubicBezTo>
                  <a:cubicBezTo>
                    <a:pt x="4362" y="6970"/>
                    <a:pt x="4412" y="6926"/>
                    <a:pt x="4487" y="6792"/>
                  </a:cubicBezTo>
                  <a:cubicBezTo>
                    <a:pt x="4487" y="6832"/>
                    <a:pt x="4487" y="6856"/>
                    <a:pt x="4493" y="6856"/>
                  </a:cubicBezTo>
                  <a:cubicBezTo>
                    <a:pt x="4503" y="6856"/>
                    <a:pt x="4527" y="6802"/>
                    <a:pt x="4587" y="6667"/>
                  </a:cubicBezTo>
                  <a:cubicBezTo>
                    <a:pt x="4687" y="6466"/>
                    <a:pt x="4788" y="6166"/>
                    <a:pt x="4788" y="6040"/>
                  </a:cubicBezTo>
                  <a:cubicBezTo>
                    <a:pt x="4754" y="6007"/>
                    <a:pt x="4721" y="5996"/>
                    <a:pt x="4691" y="5996"/>
                  </a:cubicBezTo>
                  <a:cubicBezTo>
                    <a:pt x="4632" y="5996"/>
                    <a:pt x="4587" y="6040"/>
                    <a:pt x="4587" y="6040"/>
                  </a:cubicBezTo>
                  <a:cubicBezTo>
                    <a:pt x="4261" y="5940"/>
                    <a:pt x="4261" y="5840"/>
                    <a:pt x="3860" y="5639"/>
                  </a:cubicBezTo>
                  <a:cubicBezTo>
                    <a:pt x="3753" y="5532"/>
                    <a:pt x="3652" y="5504"/>
                    <a:pt x="3565" y="5504"/>
                  </a:cubicBezTo>
                  <a:cubicBezTo>
                    <a:pt x="3467" y="5504"/>
                    <a:pt x="3387" y="5539"/>
                    <a:pt x="3334" y="5539"/>
                  </a:cubicBezTo>
                  <a:cubicBezTo>
                    <a:pt x="3133" y="5414"/>
                    <a:pt x="2908" y="5414"/>
                    <a:pt x="2808" y="5313"/>
                  </a:cubicBezTo>
                  <a:cubicBezTo>
                    <a:pt x="2707" y="5213"/>
                    <a:pt x="2607" y="5213"/>
                    <a:pt x="2507" y="5213"/>
                  </a:cubicBezTo>
                  <a:cubicBezTo>
                    <a:pt x="2382" y="5113"/>
                    <a:pt x="2181" y="5113"/>
                    <a:pt x="1981" y="5113"/>
                  </a:cubicBezTo>
                  <a:cubicBezTo>
                    <a:pt x="1947" y="5079"/>
                    <a:pt x="1911" y="5068"/>
                    <a:pt x="1874" y="5068"/>
                  </a:cubicBezTo>
                  <a:cubicBezTo>
                    <a:pt x="1800" y="5068"/>
                    <a:pt x="1722" y="5113"/>
                    <a:pt x="1655" y="5113"/>
                  </a:cubicBezTo>
                  <a:cubicBezTo>
                    <a:pt x="1605" y="5063"/>
                    <a:pt x="1554" y="5063"/>
                    <a:pt x="1504" y="5063"/>
                  </a:cubicBezTo>
                  <a:cubicBezTo>
                    <a:pt x="1454" y="5063"/>
                    <a:pt x="1404" y="5063"/>
                    <a:pt x="1354" y="5013"/>
                  </a:cubicBezTo>
                  <a:cubicBezTo>
                    <a:pt x="1321" y="4979"/>
                    <a:pt x="1284" y="4968"/>
                    <a:pt x="1251" y="4968"/>
                  </a:cubicBezTo>
                  <a:cubicBezTo>
                    <a:pt x="1184" y="4968"/>
                    <a:pt x="1128" y="5013"/>
                    <a:pt x="1128" y="5013"/>
                  </a:cubicBezTo>
                  <a:cubicBezTo>
                    <a:pt x="1028" y="4912"/>
                    <a:pt x="1028" y="4787"/>
                    <a:pt x="1028" y="4787"/>
                  </a:cubicBezTo>
                  <a:cubicBezTo>
                    <a:pt x="1028" y="4687"/>
                    <a:pt x="1028" y="4687"/>
                    <a:pt x="928" y="4587"/>
                  </a:cubicBezTo>
                  <a:cubicBezTo>
                    <a:pt x="828" y="4587"/>
                    <a:pt x="928" y="4486"/>
                    <a:pt x="928" y="4386"/>
                  </a:cubicBezTo>
                  <a:cubicBezTo>
                    <a:pt x="928" y="4386"/>
                    <a:pt x="928" y="4286"/>
                    <a:pt x="828" y="4286"/>
                  </a:cubicBezTo>
                  <a:cubicBezTo>
                    <a:pt x="828" y="4161"/>
                    <a:pt x="828" y="4060"/>
                    <a:pt x="928" y="4060"/>
                  </a:cubicBezTo>
                  <a:cubicBezTo>
                    <a:pt x="1128" y="3960"/>
                    <a:pt x="1028" y="3760"/>
                    <a:pt x="1128" y="3659"/>
                  </a:cubicBezTo>
                  <a:cubicBezTo>
                    <a:pt x="1128" y="3434"/>
                    <a:pt x="1254" y="3333"/>
                    <a:pt x="1254" y="3233"/>
                  </a:cubicBezTo>
                  <a:cubicBezTo>
                    <a:pt x="1254" y="3033"/>
                    <a:pt x="1655" y="3033"/>
                    <a:pt x="1554" y="2807"/>
                  </a:cubicBezTo>
                  <a:cubicBezTo>
                    <a:pt x="1454" y="2707"/>
                    <a:pt x="1554" y="2607"/>
                    <a:pt x="1655" y="2607"/>
                  </a:cubicBezTo>
                  <a:cubicBezTo>
                    <a:pt x="1655" y="2506"/>
                    <a:pt x="1655" y="2281"/>
                    <a:pt x="1755" y="2281"/>
                  </a:cubicBezTo>
                  <a:cubicBezTo>
                    <a:pt x="1880" y="2181"/>
                    <a:pt x="1880" y="2181"/>
                    <a:pt x="1880" y="1980"/>
                  </a:cubicBezTo>
                  <a:cubicBezTo>
                    <a:pt x="1755" y="1780"/>
                    <a:pt x="2181" y="1880"/>
                    <a:pt x="2181" y="1654"/>
                  </a:cubicBezTo>
                  <a:cubicBezTo>
                    <a:pt x="2181" y="1654"/>
                    <a:pt x="2081" y="1554"/>
                    <a:pt x="2081" y="1454"/>
                  </a:cubicBezTo>
                  <a:cubicBezTo>
                    <a:pt x="2081" y="1353"/>
                    <a:pt x="2281" y="1353"/>
                    <a:pt x="2382" y="1353"/>
                  </a:cubicBezTo>
                  <a:cubicBezTo>
                    <a:pt x="2382" y="1253"/>
                    <a:pt x="2382" y="1253"/>
                    <a:pt x="2507" y="1253"/>
                  </a:cubicBezTo>
                  <a:lnTo>
                    <a:pt x="2507" y="1153"/>
                  </a:lnTo>
                  <a:cubicBezTo>
                    <a:pt x="2507" y="1153"/>
                    <a:pt x="2507" y="1028"/>
                    <a:pt x="2607" y="1028"/>
                  </a:cubicBezTo>
                  <a:cubicBezTo>
                    <a:pt x="2607" y="1065"/>
                    <a:pt x="2607" y="1080"/>
                    <a:pt x="2610" y="1080"/>
                  </a:cubicBezTo>
                  <a:cubicBezTo>
                    <a:pt x="2616" y="1080"/>
                    <a:pt x="2637" y="998"/>
                    <a:pt x="2707" y="927"/>
                  </a:cubicBezTo>
                  <a:cubicBezTo>
                    <a:pt x="2808" y="927"/>
                    <a:pt x="2908" y="1153"/>
                    <a:pt x="3133" y="1153"/>
                  </a:cubicBezTo>
                  <a:cubicBezTo>
                    <a:pt x="3234" y="1153"/>
                    <a:pt x="3334" y="1253"/>
                    <a:pt x="3434" y="1253"/>
                  </a:cubicBezTo>
                  <a:cubicBezTo>
                    <a:pt x="3534" y="1203"/>
                    <a:pt x="3641" y="1178"/>
                    <a:pt x="3747" y="1178"/>
                  </a:cubicBezTo>
                  <a:cubicBezTo>
                    <a:pt x="3854" y="1178"/>
                    <a:pt x="3961" y="1203"/>
                    <a:pt x="4061" y="1253"/>
                  </a:cubicBezTo>
                  <a:cubicBezTo>
                    <a:pt x="4261" y="1454"/>
                    <a:pt x="4487" y="1454"/>
                    <a:pt x="4788" y="1454"/>
                  </a:cubicBezTo>
                  <a:cubicBezTo>
                    <a:pt x="4854" y="1454"/>
                    <a:pt x="4932" y="1409"/>
                    <a:pt x="5007" y="1409"/>
                  </a:cubicBezTo>
                  <a:cubicBezTo>
                    <a:pt x="5044" y="1409"/>
                    <a:pt x="5080" y="1420"/>
                    <a:pt x="5113" y="1454"/>
                  </a:cubicBezTo>
                  <a:cubicBezTo>
                    <a:pt x="5113" y="1554"/>
                    <a:pt x="5514" y="1780"/>
                    <a:pt x="5640" y="1780"/>
                  </a:cubicBezTo>
                  <a:cubicBezTo>
                    <a:pt x="5740" y="1738"/>
                    <a:pt x="5796" y="1724"/>
                    <a:pt x="5833" y="1724"/>
                  </a:cubicBezTo>
                  <a:cubicBezTo>
                    <a:pt x="5907" y="1724"/>
                    <a:pt x="5907" y="1780"/>
                    <a:pt x="6041" y="1780"/>
                  </a:cubicBezTo>
                  <a:cubicBezTo>
                    <a:pt x="6097" y="1836"/>
                    <a:pt x="6193" y="1956"/>
                    <a:pt x="6303" y="1956"/>
                  </a:cubicBezTo>
                  <a:cubicBezTo>
                    <a:pt x="6387" y="1956"/>
                    <a:pt x="6480" y="1884"/>
                    <a:pt x="6567" y="1654"/>
                  </a:cubicBezTo>
                  <a:cubicBezTo>
                    <a:pt x="6667" y="1654"/>
                    <a:pt x="6667" y="1454"/>
                    <a:pt x="6667" y="1353"/>
                  </a:cubicBezTo>
                  <a:cubicBezTo>
                    <a:pt x="6768" y="1353"/>
                    <a:pt x="6667" y="1253"/>
                    <a:pt x="6667" y="1253"/>
                  </a:cubicBezTo>
                  <a:cubicBezTo>
                    <a:pt x="6667" y="1153"/>
                    <a:pt x="6567" y="1153"/>
                    <a:pt x="6467" y="1153"/>
                  </a:cubicBezTo>
                  <a:cubicBezTo>
                    <a:pt x="6367" y="1153"/>
                    <a:pt x="6266" y="927"/>
                    <a:pt x="6266" y="927"/>
                  </a:cubicBezTo>
                  <a:lnTo>
                    <a:pt x="6041" y="927"/>
                  </a:lnTo>
                  <a:cubicBezTo>
                    <a:pt x="6007" y="861"/>
                    <a:pt x="5974" y="838"/>
                    <a:pt x="5940" y="838"/>
                  </a:cubicBezTo>
                  <a:cubicBezTo>
                    <a:pt x="5874" y="838"/>
                    <a:pt x="5807" y="927"/>
                    <a:pt x="5740" y="927"/>
                  </a:cubicBezTo>
                  <a:cubicBezTo>
                    <a:pt x="5640" y="927"/>
                    <a:pt x="5640" y="927"/>
                    <a:pt x="5514" y="827"/>
                  </a:cubicBezTo>
                  <a:cubicBezTo>
                    <a:pt x="5514" y="727"/>
                    <a:pt x="5489" y="702"/>
                    <a:pt x="5452" y="702"/>
                  </a:cubicBezTo>
                  <a:cubicBezTo>
                    <a:pt x="5414" y="702"/>
                    <a:pt x="5364" y="727"/>
                    <a:pt x="5314" y="727"/>
                  </a:cubicBezTo>
                  <a:cubicBezTo>
                    <a:pt x="5214" y="727"/>
                    <a:pt x="5113" y="627"/>
                    <a:pt x="5013" y="526"/>
                  </a:cubicBezTo>
                  <a:cubicBezTo>
                    <a:pt x="4930" y="526"/>
                    <a:pt x="4857" y="571"/>
                    <a:pt x="4789" y="571"/>
                  </a:cubicBezTo>
                  <a:cubicBezTo>
                    <a:pt x="4754" y="571"/>
                    <a:pt x="4721" y="560"/>
                    <a:pt x="4687" y="526"/>
                  </a:cubicBezTo>
                  <a:cubicBezTo>
                    <a:pt x="4587" y="401"/>
                    <a:pt x="4487" y="301"/>
                    <a:pt x="4261" y="301"/>
                  </a:cubicBezTo>
                  <a:cubicBezTo>
                    <a:pt x="4194" y="301"/>
                    <a:pt x="4128" y="345"/>
                    <a:pt x="4061" y="345"/>
                  </a:cubicBezTo>
                  <a:cubicBezTo>
                    <a:pt x="4027" y="345"/>
                    <a:pt x="3994" y="334"/>
                    <a:pt x="3961" y="301"/>
                  </a:cubicBezTo>
                  <a:cubicBezTo>
                    <a:pt x="3910" y="251"/>
                    <a:pt x="3860" y="251"/>
                    <a:pt x="3807" y="251"/>
                  </a:cubicBezTo>
                  <a:cubicBezTo>
                    <a:pt x="3754" y="251"/>
                    <a:pt x="3697" y="251"/>
                    <a:pt x="3635" y="201"/>
                  </a:cubicBezTo>
                  <a:cubicBezTo>
                    <a:pt x="3585" y="150"/>
                    <a:pt x="3534" y="125"/>
                    <a:pt x="3484" y="125"/>
                  </a:cubicBezTo>
                  <a:cubicBezTo>
                    <a:pt x="3434" y="125"/>
                    <a:pt x="3384" y="150"/>
                    <a:pt x="3334" y="201"/>
                  </a:cubicBezTo>
                  <a:cubicBezTo>
                    <a:pt x="3008" y="201"/>
                    <a:pt x="2908" y="201"/>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7"/>
            <p:cNvSpPr/>
            <p:nvPr/>
          </p:nvSpPr>
          <p:spPr>
            <a:xfrm>
              <a:off x="3518350" y="1313275"/>
              <a:ext cx="117825" cy="284500"/>
            </a:xfrm>
            <a:custGeom>
              <a:rect b="b" l="l" r="r" t="t"/>
              <a:pathLst>
                <a:path extrusionOk="0" h="11380" w="4713">
                  <a:moveTo>
                    <a:pt x="3760" y="1"/>
                  </a:moveTo>
                  <a:cubicBezTo>
                    <a:pt x="3660" y="1"/>
                    <a:pt x="3760" y="101"/>
                    <a:pt x="3760" y="201"/>
                  </a:cubicBezTo>
                  <a:cubicBezTo>
                    <a:pt x="3760" y="327"/>
                    <a:pt x="3559" y="327"/>
                    <a:pt x="3559" y="427"/>
                  </a:cubicBezTo>
                  <a:lnTo>
                    <a:pt x="3559" y="627"/>
                  </a:lnTo>
                  <a:cubicBezTo>
                    <a:pt x="3359" y="627"/>
                    <a:pt x="3559" y="828"/>
                    <a:pt x="3559" y="828"/>
                  </a:cubicBezTo>
                  <a:cubicBezTo>
                    <a:pt x="3559" y="953"/>
                    <a:pt x="3559" y="953"/>
                    <a:pt x="3459" y="953"/>
                  </a:cubicBezTo>
                  <a:cubicBezTo>
                    <a:pt x="3259" y="1054"/>
                    <a:pt x="3459" y="1154"/>
                    <a:pt x="3359" y="1254"/>
                  </a:cubicBezTo>
                  <a:cubicBezTo>
                    <a:pt x="3359" y="1254"/>
                    <a:pt x="3259" y="1354"/>
                    <a:pt x="3259" y="1455"/>
                  </a:cubicBezTo>
                  <a:cubicBezTo>
                    <a:pt x="3133" y="1580"/>
                    <a:pt x="3259" y="1680"/>
                    <a:pt x="3133" y="1680"/>
                  </a:cubicBezTo>
                  <a:cubicBezTo>
                    <a:pt x="3033" y="1780"/>
                    <a:pt x="3033" y="1881"/>
                    <a:pt x="2933" y="1981"/>
                  </a:cubicBezTo>
                  <a:cubicBezTo>
                    <a:pt x="2933" y="2081"/>
                    <a:pt x="3033" y="2307"/>
                    <a:pt x="2933" y="2407"/>
                  </a:cubicBezTo>
                  <a:cubicBezTo>
                    <a:pt x="2832" y="2407"/>
                    <a:pt x="2933" y="2507"/>
                    <a:pt x="2832" y="2607"/>
                  </a:cubicBezTo>
                  <a:cubicBezTo>
                    <a:pt x="2732" y="2708"/>
                    <a:pt x="2732" y="2708"/>
                    <a:pt x="2732" y="2833"/>
                  </a:cubicBezTo>
                  <a:cubicBezTo>
                    <a:pt x="2732" y="3134"/>
                    <a:pt x="2732" y="3234"/>
                    <a:pt x="2507" y="3460"/>
                  </a:cubicBezTo>
                  <a:cubicBezTo>
                    <a:pt x="2406" y="3660"/>
                    <a:pt x="2306" y="3861"/>
                    <a:pt x="2406" y="4186"/>
                  </a:cubicBezTo>
                  <a:cubicBezTo>
                    <a:pt x="2406" y="4287"/>
                    <a:pt x="2306" y="4387"/>
                    <a:pt x="2206" y="4587"/>
                  </a:cubicBezTo>
                  <a:cubicBezTo>
                    <a:pt x="2206" y="4713"/>
                    <a:pt x="2406" y="4813"/>
                    <a:pt x="2206" y="4913"/>
                  </a:cubicBezTo>
                  <a:cubicBezTo>
                    <a:pt x="2005" y="4913"/>
                    <a:pt x="2106" y="5013"/>
                    <a:pt x="2106" y="5114"/>
                  </a:cubicBezTo>
                  <a:cubicBezTo>
                    <a:pt x="2106" y="5114"/>
                    <a:pt x="2106" y="5214"/>
                    <a:pt x="2005" y="5339"/>
                  </a:cubicBezTo>
                  <a:cubicBezTo>
                    <a:pt x="2005" y="5540"/>
                    <a:pt x="2005" y="5740"/>
                    <a:pt x="1880" y="5966"/>
                  </a:cubicBezTo>
                  <a:cubicBezTo>
                    <a:pt x="1780" y="5966"/>
                    <a:pt x="1880" y="6066"/>
                    <a:pt x="1780" y="6166"/>
                  </a:cubicBezTo>
                  <a:cubicBezTo>
                    <a:pt x="1680" y="6166"/>
                    <a:pt x="1680" y="6267"/>
                    <a:pt x="1680" y="6367"/>
                  </a:cubicBezTo>
                  <a:cubicBezTo>
                    <a:pt x="1680" y="6467"/>
                    <a:pt x="1579" y="6592"/>
                    <a:pt x="1479" y="6592"/>
                  </a:cubicBezTo>
                  <a:cubicBezTo>
                    <a:pt x="1379" y="6793"/>
                    <a:pt x="1479" y="6993"/>
                    <a:pt x="1479" y="7219"/>
                  </a:cubicBezTo>
                  <a:cubicBezTo>
                    <a:pt x="1479" y="7319"/>
                    <a:pt x="1379" y="7520"/>
                    <a:pt x="1253" y="7620"/>
                  </a:cubicBezTo>
                  <a:cubicBezTo>
                    <a:pt x="1253" y="7720"/>
                    <a:pt x="1153" y="7846"/>
                    <a:pt x="1153" y="7946"/>
                  </a:cubicBezTo>
                  <a:cubicBezTo>
                    <a:pt x="1153" y="8146"/>
                    <a:pt x="1153" y="8247"/>
                    <a:pt x="1053" y="8472"/>
                  </a:cubicBezTo>
                  <a:cubicBezTo>
                    <a:pt x="1053" y="8673"/>
                    <a:pt x="1153" y="8873"/>
                    <a:pt x="1053" y="8973"/>
                  </a:cubicBezTo>
                  <a:cubicBezTo>
                    <a:pt x="953" y="9099"/>
                    <a:pt x="953" y="9199"/>
                    <a:pt x="852" y="9299"/>
                  </a:cubicBezTo>
                  <a:cubicBezTo>
                    <a:pt x="752" y="9600"/>
                    <a:pt x="752" y="9500"/>
                    <a:pt x="627" y="9825"/>
                  </a:cubicBezTo>
                  <a:cubicBezTo>
                    <a:pt x="627" y="10026"/>
                    <a:pt x="527" y="10452"/>
                    <a:pt x="527" y="10552"/>
                  </a:cubicBezTo>
                  <a:cubicBezTo>
                    <a:pt x="426" y="10653"/>
                    <a:pt x="326" y="10653"/>
                    <a:pt x="326" y="10653"/>
                  </a:cubicBezTo>
                  <a:cubicBezTo>
                    <a:pt x="326" y="10753"/>
                    <a:pt x="426" y="10853"/>
                    <a:pt x="326" y="10978"/>
                  </a:cubicBezTo>
                  <a:cubicBezTo>
                    <a:pt x="326" y="10978"/>
                    <a:pt x="0" y="10978"/>
                    <a:pt x="326" y="11079"/>
                  </a:cubicBezTo>
                  <a:cubicBezTo>
                    <a:pt x="226" y="11179"/>
                    <a:pt x="226" y="11179"/>
                    <a:pt x="426" y="11279"/>
                  </a:cubicBezTo>
                  <a:cubicBezTo>
                    <a:pt x="627" y="11279"/>
                    <a:pt x="953" y="11379"/>
                    <a:pt x="1053" y="11379"/>
                  </a:cubicBezTo>
                  <a:cubicBezTo>
                    <a:pt x="1153" y="11379"/>
                    <a:pt x="1053" y="11279"/>
                    <a:pt x="1153" y="11279"/>
                  </a:cubicBezTo>
                  <a:cubicBezTo>
                    <a:pt x="1153" y="10978"/>
                    <a:pt x="1253" y="10978"/>
                    <a:pt x="1479" y="10653"/>
                  </a:cubicBezTo>
                  <a:cubicBezTo>
                    <a:pt x="1579" y="10452"/>
                    <a:pt x="1479" y="10226"/>
                    <a:pt x="1579" y="10126"/>
                  </a:cubicBezTo>
                  <a:cubicBezTo>
                    <a:pt x="1579" y="9926"/>
                    <a:pt x="1579" y="9825"/>
                    <a:pt x="1680" y="9725"/>
                  </a:cubicBezTo>
                  <a:cubicBezTo>
                    <a:pt x="1780" y="9600"/>
                    <a:pt x="1780" y="9500"/>
                    <a:pt x="1780" y="9500"/>
                  </a:cubicBezTo>
                  <a:cubicBezTo>
                    <a:pt x="1880" y="9299"/>
                    <a:pt x="1880" y="9099"/>
                    <a:pt x="1880" y="8973"/>
                  </a:cubicBezTo>
                  <a:cubicBezTo>
                    <a:pt x="1880" y="8873"/>
                    <a:pt x="1780" y="8773"/>
                    <a:pt x="1880" y="8773"/>
                  </a:cubicBezTo>
                  <a:cubicBezTo>
                    <a:pt x="2005" y="8673"/>
                    <a:pt x="1880" y="8472"/>
                    <a:pt x="2005" y="8347"/>
                  </a:cubicBezTo>
                  <a:cubicBezTo>
                    <a:pt x="2005" y="8347"/>
                    <a:pt x="1880" y="8247"/>
                    <a:pt x="1880" y="8146"/>
                  </a:cubicBezTo>
                  <a:cubicBezTo>
                    <a:pt x="2005" y="7946"/>
                    <a:pt x="2306" y="7946"/>
                    <a:pt x="2206" y="7620"/>
                  </a:cubicBezTo>
                  <a:cubicBezTo>
                    <a:pt x="2106" y="7520"/>
                    <a:pt x="2306" y="7419"/>
                    <a:pt x="2306" y="7419"/>
                  </a:cubicBezTo>
                  <a:cubicBezTo>
                    <a:pt x="2306" y="7319"/>
                    <a:pt x="2306" y="7319"/>
                    <a:pt x="2206" y="7219"/>
                  </a:cubicBezTo>
                  <a:cubicBezTo>
                    <a:pt x="2206" y="7094"/>
                    <a:pt x="2206" y="6993"/>
                    <a:pt x="2306" y="6993"/>
                  </a:cubicBezTo>
                  <a:cubicBezTo>
                    <a:pt x="2507" y="6893"/>
                    <a:pt x="2507" y="6793"/>
                    <a:pt x="2507" y="6592"/>
                  </a:cubicBezTo>
                  <a:cubicBezTo>
                    <a:pt x="2507" y="6467"/>
                    <a:pt x="2632" y="6367"/>
                    <a:pt x="2632" y="6267"/>
                  </a:cubicBezTo>
                  <a:cubicBezTo>
                    <a:pt x="2632" y="6066"/>
                    <a:pt x="2933" y="6066"/>
                    <a:pt x="2832" y="5841"/>
                  </a:cubicBezTo>
                  <a:cubicBezTo>
                    <a:pt x="2832" y="5740"/>
                    <a:pt x="2933" y="5740"/>
                    <a:pt x="2933" y="5640"/>
                  </a:cubicBezTo>
                  <a:cubicBezTo>
                    <a:pt x="2933" y="5540"/>
                    <a:pt x="2933" y="5440"/>
                    <a:pt x="3033" y="5339"/>
                  </a:cubicBezTo>
                  <a:lnTo>
                    <a:pt x="3033" y="5114"/>
                  </a:lnTo>
                  <a:cubicBezTo>
                    <a:pt x="2832" y="4913"/>
                    <a:pt x="3359" y="4913"/>
                    <a:pt x="3259" y="4713"/>
                  </a:cubicBezTo>
                  <a:lnTo>
                    <a:pt x="3133" y="4587"/>
                  </a:lnTo>
                  <a:cubicBezTo>
                    <a:pt x="3033" y="4487"/>
                    <a:pt x="3259" y="4387"/>
                    <a:pt x="3259" y="4387"/>
                  </a:cubicBezTo>
                  <a:cubicBezTo>
                    <a:pt x="3359" y="4287"/>
                    <a:pt x="3359" y="4186"/>
                    <a:pt x="3459" y="4086"/>
                  </a:cubicBezTo>
                  <a:cubicBezTo>
                    <a:pt x="3459" y="4086"/>
                    <a:pt x="3459" y="3961"/>
                    <a:pt x="3559" y="3861"/>
                  </a:cubicBezTo>
                  <a:cubicBezTo>
                    <a:pt x="3660" y="3760"/>
                    <a:pt x="3459" y="3660"/>
                    <a:pt x="3459" y="3560"/>
                  </a:cubicBezTo>
                  <a:cubicBezTo>
                    <a:pt x="3459" y="3334"/>
                    <a:pt x="3660" y="3334"/>
                    <a:pt x="3660" y="3234"/>
                  </a:cubicBezTo>
                  <a:cubicBezTo>
                    <a:pt x="3660" y="3134"/>
                    <a:pt x="3760" y="3033"/>
                    <a:pt x="3760" y="2933"/>
                  </a:cubicBezTo>
                  <a:cubicBezTo>
                    <a:pt x="3760" y="2708"/>
                    <a:pt x="3760" y="2507"/>
                    <a:pt x="3885" y="2407"/>
                  </a:cubicBezTo>
                  <a:cubicBezTo>
                    <a:pt x="4086" y="2081"/>
                    <a:pt x="4086" y="1981"/>
                    <a:pt x="4086" y="1680"/>
                  </a:cubicBezTo>
                  <a:cubicBezTo>
                    <a:pt x="4086" y="1580"/>
                    <a:pt x="3985" y="1455"/>
                    <a:pt x="4086" y="1455"/>
                  </a:cubicBezTo>
                  <a:cubicBezTo>
                    <a:pt x="4186" y="1354"/>
                    <a:pt x="4386" y="1054"/>
                    <a:pt x="4386" y="1054"/>
                  </a:cubicBezTo>
                  <a:cubicBezTo>
                    <a:pt x="4286" y="728"/>
                    <a:pt x="4286" y="728"/>
                    <a:pt x="4386" y="527"/>
                  </a:cubicBezTo>
                  <a:cubicBezTo>
                    <a:pt x="4512" y="427"/>
                    <a:pt x="4712" y="327"/>
                    <a:pt x="4286" y="101"/>
                  </a:cubicBezTo>
                  <a:cubicBezTo>
                    <a:pt x="4186" y="101"/>
                    <a:pt x="3985" y="1"/>
                    <a:pt x="3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7"/>
            <p:cNvSpPr/>
            <p:nvPr/>
          </p:nvSpPr>
          <p:spPr>
            <a:xfrm>
              <a:off x="3753300" y="1412275"/>
              <a:ext cx="133500" cy="287625"/>
            </a:xfrm>
            <a:custGeom>
              <a:rect b="b" l="l" r="r" t="t"/>
              <a:pathLst>
                <a:path extrusionOk="0" h="11505" w="5340">
                  <a:moveTo>
                    <a:pt x="4512" y="1"/>
                  </a:moveTo>
                  <a:cubicBezTo>
                    <a:pt x="4287" y="126"/>
                    <a:pt x="4387" y="226"/>
                    <a:pt x="4387" y="327"/>
                  </a:cubicBezTo>
                  <a:cubicBezTo>
                    <a:pt x="4387" y="327"/>
                    <a:pt x="4186" y="427"/>
                    <a:pt x="4186" y="527"/>
                  </a:cubicBezTo>
                  <a:lnTo>
                    <a:pt x="4186" y="627"/>
                  </a:lnTo>
                  <a:cubicBezTo>
                    <a:pt x="3986" y="753"/>
                    <a:pt x="4186" y="853"/>
                    <a:pt x="4186" y="953"/>
                  </a:cubicBezTo>
                  <a:cubicBezTo>
                    <a:pt x="4186" y="953"/>
                    <a:pt x="4186" y="1053"/>
                    <a:pt x="4086" y="1053"/>
                  </a:cubicBezTo>
                  <a:cubicBezTo>
                    <a:pt x="3886" y="1053"/>
                    <a:pt x="3986" y="1154"/>
                    <a:pt x="3986" y="1254"/>
                  </a:cubicBezTo>
                  <a:cubicBezTo>
                    <a:pt x="3986" y="1379"/>
                    <a:pt x="3886" y="1480"/>
                    <a:pt x="3760" y="1480"/>
                  </a:cubicBezTo>
                  <a:cubicBezTo>
                    <a:pt x="3760" y="1580"/>
                    <a:pt x="3886" y="1680"/>
                    <a:pt x="3760" y="1780"/>
                  </a:cubicBezTo>
                  <a:cubicBezTo>
                    <a:pt x="3660" y="1881"/>
                    <a:pt x="3560" y="2006"/>
                    <a:pt x="3560" y="2106"/>
                  </a:cubicBezTo>
                  <a:cubicBezTo>
                    <a:pt x="3460" y="2206"/>
                    <a:pt x="3560" y="2307"/>
                    <a:pt x="3460" y="2407"/>
                  </a:cubicBezTo>
                  <a:cubicBezTo>
                    <a:pt x="3359" y="2507"/>
                    <a:pt x="3460" y="2632"/>
                    <a:pt x="3359" y="2632"/>
                  </a:cubicBezTo>
                  <a:cubicBezTo>
                    <a:pt x="3259" y="2733"/>
                    <a:pt x="3259" y="2833"/>
                    <a:pt x="3259" y="2933"/>
                  </a:cubicBezTo>
                  <a:cubicBezTo>
                    <a:pt x="3259" y="3134"/>
                    <a:pt x="3259" y="3359"/>
                    <a:pt x="3034" y="3560"/>
                  </a:cubicBezTo>
                  <a:cubicBezTo>
                    <a:pt x="2933" y="3760"/>
                    <a:pt x="2833" y="3986"/>
                    <a:pt x="2833" y="4186"/>
                  </a:cubicBezTo>
                  <a:cubicBezTo>
                    <a:pt x="2933" y="4387"/>
                    <a:pt x="2733" y="4512"/>
                    <a:pt x="2733" y="4612"/>
                  </a:cubicBezTo>
                  <a:cubicBezTo>
                    <a:pt x="2733" y="4713"/>
                    <a:pt x="2833" y="4913"/>
                    <a:pt x="2632" y="4913"/>
                  </a:cubicBezTo>
                  <a:cubicBezTo>
                    <a:pt x="2507" y="4913"/>
                    <a:pt x="2507" y="5139"/>
                    <a:pt x="2507" y="5139"/>
                  </a:cubicBezTo>
                  <a:lnTo>
                    <a:pt x="2407" y="5439"/>
                  </a:lnTo>
                  <a:cubicBezTo>
                    <a:pt x="2407" y="5640"/>
                    <a:pt x="2307" y="5865"/>
                    <a:pt x="2206" y="5966"/>
                  </a:cubicBezTo>
                  <a:lnTo>
                    <a:pt x="2206" y="6166"/>
                  </a:lnTo>
                  <a:cubicBezTo>
                    <a:pt x="2006" y="6166"/>
                    <a:pt x="2106" y="6392"/>
                    <a:pt x="2006" y="6392"/>
                  </a:cubicBezTo>
                  <a:lnTo>
                    <a:pt x="1881" y="6693"/>
                  </a:lnTo>
                  <a:cubicBezTo>
                    <a:pt x="1680" y="6793"/>
                    <a:pt x="1780" y="7018"/>
                    <a:pt x="1780" y="7219"/>
                  </a:cubicBezTo>
                  <a:cubicBezTo>
                    <a:pt x="1780" y="7419"/>
                    <a:pt x="1680" y="7520"/>
                    <a:pt x="1580" y="7745"/>
                  </a:cubicBezTo>
                  <a:cubicBezTo>
                    <a:pt x="1480" y="7845"/>
                    <a:pt x="1379" y="7845"/>
                    <a:pt x="1379" y="7946"/>
                  </a:cubicBezTo>
                  <a:lnTo>
                    <a:pt x="1379" y="8472"/>
                  </a:lnTo>
                  <a:cubicBezTo>
                    <a:pt x="1254" y="8673"/>
                    <a:pt x="1254" y="8898"/>
                    <a:pt x="1154" y="9099"/>
                  </a:cubicBezTo>
                  <a:cubicBezTo>
                    <a:pt x="1154" y="9199"/>
                    <a:pt x="1054" y="9299"/>
                    <a:pt x="1054" y="9399"/>
                  </a:cubicBezTo>
                  <a:cubicBezTo>
                    <a:pt x="853" y="9625"/>
                    <a:pt x="853" y="9625"/>
                    <a:pt x="753" y="9926"/>
                  </a:cubicBezTo>
                  <a:cubicBezTo>
                    <a:pt x="753" y="10026"/>
                    <a:pt x="527" y="10452"/>
                    <a:pt x="527" y="10552"/>
                  </a:cubicBezTo>
                  <a:cubicBezTo>
                    <a:pt x="527" y="10652"/>
                    <a:pt x="327" y="10652"/>
                    <a:pt x="327" y="10778"/>
                  </a:cubicBezTo>
                  <a:cubicBezTo>
                    <a:pt x="327" y="10778"/>
                    <a:pt x="427" y="10878"/>
                    <a:pt x="327" y="10978"/>
                  </a:cubicBezTo>
                  <a:cubicBezTo>
                    <a:pt x="327" y="10978"/>
                    <a:pt x="1" y="10978"/>
                    <a:pt x="327" y="11179"/>
                  </a:cubicBezTo>
                  <a:cubicBezTo>
                    <a:pt x="226" y="11179"/>
                    <a:pt x="226" y="11179"/>
                    <a:pt x="427" y="11279"/>
                  </a:cubicBezTo>
                  <a:cubicBezTo>
                    <a:pt x="627" y="11404"/>
                    <a:pt x="953" y="11505"/>
                    <a:pt x="1054" y="11505"/>
                  </a:cubicBezTo>
                  <a:cubicBezTo>
                    <a:pt x="1154" y="11505"/>
                    <a:pt x="1054" y="11404"/>
                    <a:pt x="1054" y="11279"/>
                  </a:cubicBezTo>
                  <a:cubicBezTo>
                    <a:pt x="1154" y="11079"/>
                    <a:pt x="1254" y="11079"/>
                    <a:pt x="1480" y="10778"/>
                  </a:cubicBezTo>
                  <a:cubicBezTo>
                    <a:pt x="1680" y="10552"/>
                    <a:pt x="1580" y="10352"/>
                    <a:pt x="1680" y="10251"/>
                  </a:cubicBezTo>
                  <a:cubicBezTo>
                    <a:pt x="1680" y="10026"/>
                    <a:pt x="1680" y="9926"/>
                    <a:pt x="1881" y="9725"/>
                  </a:cubicBezTo>
                  <a:lnTo>
                    <a:pt x="1881" y="9525"/>
                  </a:lnTo>
                  <a:cubicBezTo>
                    <a:pt x="2006" y="9399"/>
                    <a:pt x="2006" y="9199"/>
                    <a:pt x="2106" y="9099"/>
                  </a:cubicBezTo>
                  <a:cubicBezTo>
                    <a:pt x="2106" y="8998"/>
                    <a:pt x="2006" y="8898"/>
                    <a:pt x="2106" y="8773"/>
                  </a:cubicBezTo>
                  <a:cubicBezTo>
                    <a:pt x="2206" y="8773"/>
                    <a:pt x="2106" y="8572"/>
                    <a:pt x="2206" y="8472"/>
                  </a:cubicBezTo>
                  <a:cubicBezTo>
                    <a:pt x="2206" y="8472"/>
                    <a:pt x="2106" y="8372"/>
                    <a:pt x="2206" y="8272"/>
                  </a:cubicBezTo>
                  <a:cubicBezTo>
                    <a:pt x="2307" y="8046"/>
                    <a:pt x="2507" y="8046"/>
                    <a:pt x="2407" y="7745"/>
                  </a:cubicBezTo>
                  <a:cubicBezTo>
                    <a:pt x="2407" y="7645"/>
                    <a:pt x="2507" y="7520"/>
                    <a:pt x="2507" y="7520"/>
                  </a:cubicBezTo>
                  <a:cubicBezTo>
                    <a:pt x="2632" y="7419"/>
                    <a:pt x="2507" y="7319"/>
                    <a:pt x="2507" y="7319"/>
                  </a:cubicBezTo>
                  <a:cubicBezTo>
                    <a:pt x="2507" y="7219"/>
                    <a:pt x="2507" y="7119"/>
                    <a:pt x="2632" y="7119"/>
                  </a:cubicBezTo>
                  <a:cubicBezTo>
                    <a:pt x="2833" y="7018"/>
                    <a:pt x="2833" y="6893"/>
                    <a:pt x="2833" y="6693"/>
                  </a:cubicBezTo>
                  <a:cubicBezTo>
                    <a:pt x="2833" y="6592"/>
                    <a:pt x="2933" y="6492"/>
                    <a:pt x="2933" y="6392"/>
                  </a:cubicBezTo>
                  <a:cubicBezTo>
                    <a:pt x="2933" y="6166"/>
                    <a:pt x="3359" y="6166"/>
                    <a:pt x="3259" y="5966"/>
                  </a:cubicBezTo>
                  <a:cubicBezTo>
                    <a:pt x="3259" y="5865"/>
                    <a:pt x="3259" y="5865"/>
                    <a:pt x="3359" y="5765"/>
                  </a:cubicBezTo>
                  <a:cubicBezTo>
                    <a:pt x="3359" y="5640"/>
                    <a:pt x="3359" y="5540"/>
                    <a:pt x="3460" y="5439"/>
                  </a:cubicBezTo>
                  <a:lnTo>
                    <a:pt x="3460" y="5239"/>
                  </a:lnTo>
                  <a:cubicBezTo>
                    <a:pt x="3359" y="5013"/>
                    <a:pt x="3760" y="5013"/>
                    <a:pt x="3660" y="4813"/>
                  </a:cubicBezTo>
                  <a:lnTo>
                    <a:pt x="3560" y="4713"/>
                  </a:lnTo>
                  <a:cubicBezTo>
                    <a:pt x="3560" y="4512"/>
                    <a:pt x="3760" y="4512"/>
                    <a:pt x="3760" y="4512"/>
                  </a:cubicBezTo>
                  <a:cubicBezTo>
                    <a:pt x="3760" y="4387"/>
                    <a:pt x="3886" y="4287"/>
                    <a:pt x="3886" y="4186"/>
                  </a:cubicBezTo>
                  <a:cubicBezTo>
                    <a:pt x="3986" y="4086"/>
                    <a:pt x="3886" y="4086"/>
                    <a:pt x="3986" y="3986"/>
                  </a:cubicBezTo>
                  <a:cubicBezTo>
                    <a:pt x="4086" y="3886"/>
                    <a:pt x="3986" y="3760"/>
                    <a:pt x="3986" y="3660"/>
                  </a:cubicBezTo>
                  <a:cubicBezTo>
                    <a:pt x="3986" y="3459"/>
                    <a:pt x="4186" y="3459"/>
                    <a:pt x="4186" y="3359"/>
                  </a:cubicBezTo>
                  <a:cubicBezTo>
                    <a:pt x="4186" y="3259"/>
                    <a:pt x="4287" y="3134"/>
                    <a:pt x="4287" y="3033"/>
                  </a:cubicBezTo>
                  <a:cubicBezTo>
                    <a:pt x="4287" y="2833"/>
                    <a:pt x="4387" y="2632"/>
                    <a:pt x="4512" y="2507"/>
                  </a:cubicBezTo>
                  <a:cubicBezTo>
                    <a:pt x="4612" y="2206"/>
                    <a:pt x="4713" y="2106"/>
                    <a:pt x="4713" y="1780"/>
                  </a:cubicBezTo>
                  <a:cubicBezTo>
                    <a:pt x="4713" y="1680"/>
                    <a:pt x="4512" y="1580"/>
                    <a:pt x="4713" y="1480"/>
                  </a:cubicBezTo>
                  <a:cubicBezTo>
                    <a:pt x="4813" y="1480"/>
                    <a:pt x="5013" y="1154"/>
                    <a:pt x="5013" y="1053"/>
                  </a:cubicBezTo>
                  <a:cubicBezTo>
                    <a:pt x="4913" y="753"/>
                    <a:pt x="4913" y="853"/>
                    <a:pt x="5013" y="627"/>
                  </a:cubicBezTo>
                  <a:cubicBezTo>
                    <a:pt x="5139" y="527"/>
                    <a:pt x="5339" y="427"/>
                    <a:pt x="4913" y="226"/>
                  </a:cubicBezTo>
                  <a:cubicBezTo>
                    <a:pt x="4813" y="126"/>
                    <a:pt x="4713" y="126"/>
                    <a:pt x="4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7"/>
            <p:cNvSpPr/>
            <p:nvPr/>
          </p:nvSpPr>
          <p:spPr>
            <a:xfrm>
              <a:off x="4007075" y="1509400"/>
              <a:ext cx="122200" cy="284500"/>
            </a:xfrm>
            <a:custGeom>
              <a:rect b="b" l="l" r="r" t="t"/>
              <a:pathLst>
                <a:path extrusionOk="0" h="11380" w="4888">
                  <a:moveTo>
                    <a:pt x="3960" y="1"/>
                  </a:moveTo>
                  <a:cubicBezTo>
                    <a:pt x="3860" y="1"/>
                    <a:pt x="3960" y="101"/>
                    <a:pt x="3960" y="201"/>
                  </a:cubicBezTo>
                  <a:cubicBezTo>
                    <a:pt x="3960" y="301"/>
                    <a:pt x="3760" y="301"/>
                    <a:pt x="3760" y="402"/>
                  </a:cubicBezTo>
                  <a:lnTo>
                    <a:pt x="3760" y="627"/>
                  </a:lnTo>
                  <a:cubicBezTo>
                    <a:pt x="3634" y="627"/>
                    <a:pt x="3760" y="727"/>
                    <a:pt x="3760" y="828"/>
                  </a:cubicBezTo>
                  <a:cubicBezTo>
                    <a:pt x="3760" y="928"/>
                    <a:pt x="3760" y="928"/>
                    <a:pt x="3634" y="928"/>
                  </a:cubicBezTo>
                  <a:cubicBezTo>
                    <a:pt x="3534" y="1028"/>
                    <a:pt x="3634" y="1128"/>
                    <a:pt x="3634" y="1254"/>
                  </a:cubicBezTo>
                  <a:cubicBezTo>
                    <a:pt x="3534" y="1254"/>
                    <a:pt x="3434" y="1354"/>
                    <a:pt x="3434" y="1454"/>
                  </a:cubicBezTo>
                  <a:cubicBezTo>
                    <a:pt x="3434" y="1554"/>
                    <a:pt x="3534" y="1655"/>
                    <a:pt x="3434" y="1655"/>
                  </a:cubicBezTo>
                  <a:cubicBezTo>
                    <a:pt x="3334" y="1755"/>
                    <a:pt x="3233" y="1880"/>
                    <a:pt x="3233" y="1980"/>
                  </a:cubicBezTo>
                  <a:cubicBezTo>
                    <a:pt x="3233" y="2081"/>
                    <a:pt x="3334" y="2281"/>
                    <a:pt x="3133" y="2381"/>
                  </a:cubicBezTo>
                  <a:cubicBezTo>
                    <a:pt x="3008" y="2381"/>
                    <a:pt x="3133" y="2507"/>
                    <a:pt x="3133" y="2607"/>
                  </a:cubicBezTo>
                  <a:cubicBezTo>
                    <a:pt x="3008" y="2707"/>
                    <a:pt x="3008" y="2707"/>
                    <a:pt x="3008" y="2808"/>
                  </a:cubicBezTo>
                  <a:cubicBezTo>
                    <a:pt x="3008" y="3133"/>
                    <a:pt x="2908" y="3234"/>
                    <a:pt x="2807" y="3434"/>
                  </a:cubicBezTo>
                  <a:cubicBezTo>
                    <a:pt x="2707" y="3635"/>
                    <a:pt x="2607" y="3860"/>
                    <a:pt x="2607" y="4161"/>
                  </a:cubicBezTo>
                  <a:cubicBezTo>
                    <a:pt x="2707" y="4261"/>
                    <a:pt x="2507" y="4387"/>
                    <a:pt x="2507" y="4587"/>
                  </a:cubicBezTo>
                  <a:cubicBezTo>
                    <a:pt x="2507" y="4687"/>
                    <a:pt x="2707" y="4788"/>
                    <a:pt x="2381" y="4788"/>
                  </a:cubicBezTo>
                  <a:cubicBezTo>
                    <a:pt x="2281" y="4788"/>
                    <a:pt x="2381" y="5013"/>
                    <a:pt x="2281" y="5013"/>
                  </a:cubicBezTo>
                  <a:lnTo>
                    <a:pt x="2281" y="5314"/>
                  </a:lnTo>
                  <a:cubicBezTo>
                    <a:pt x="2181" y="5514"/>
                    <a:pt x="2181" y="5740"/>
                    <a:pt x="2081" y="5840"/>
                  </a:cubicBezTo>
                  <a:lnTo>
                    <a:pt x="2081" y="6041"/>
                  </a:lnTo>
                  <a:cubicBezTo>
                    <a:pt x="1880" y="6041"/>
                    <a:pt x="1980" y="6266"/>
                    <a:pt x="1880" y="6366"/>
                  </a:cubicBezTo>
                  <a:lnTo>
                    <a:pt x="1654" y="6567"/>
                  </a:lnTo>
                  <a:cubicBezTo>
                    <a:pt x="1554" y="6667"/>
                    <a:pt x="1654" y="6893"/>
                    <a:pt x="1654" y="7093"/>
                  </a:cubicBezTo>
                  <a:cubicBezTo>
                    <a:pt x="1654" y="7294"/>
                    <a:pt x="1554" y="7519"/>
                    <a:pt x="1454" y="7620"/>
                  </a:cubicBezTo>
                  <a:cubicBezTo>
                    <a:pt x="1354" y="7720"/>
                    <a:pt x="1354" y="7720"/>
                    <a:pt x="1354" y="7820"/>
                  </a:cubicBezTo>
                  <a:cubicBezTo>
                    <a:pt x="1354" y="8021"/>
                    <a:pt x="1354" y="8246"/>
                    <a:pt x="1253" y="8346"/>
                  </a:cubicBezTo>
                  <a:cubicBezTo>
                    <a:pt x="1128" y="8547"/>
                    <a:pt x="1253" y="8773"/>
                    <a:pt x="1128" y="8973"/>
                  </a:cubicBezTo>
                  <a:cubicBezTo>
                    <a:pt x="1128" y="9073"/>
                    <a:pt x="1028" y="9174"/>
                    <a:pt x="1028" y="9274"/>
                  </a:cubicBezTo>
                  <a:cubicBezTo>
                    <a:pt x="827" y="9499"/>
                    <a:pt x="827" y="9499"/>
                    <a:pt x="727" y="9800"/>
                  </a:cubicBezTo>
                  <a:cubicBezTo>
                    <a:pt x="727" y="9900"/>
                    <a:pt x="627" y="10326"/>
                    <a:pt x="627" y="10427"/>
                  </a:cubicBezTo>
                  <a:cubicBezTo>
                    <a:pt x="502" y="10527"/>
                    <a:pt x="401" y="10527"/>
                    <a:pt x="401" y="10652"/>
                  </a:cubicBezTo>
                  <a:cubicBezTo>
                    <a:pt x="401" y="10652"/>
                    <a:pt x="502" y="10752"/>
                    <a:pt x="401" y="10853"/>
                  </a:cubicBezTo>
                  <a:cubicBezTo>
                    <a:pt x="401" y="10853"/>
                    <a:pt x="0" y="10853"/>
                    <a:pt x="401" y="11053"/>
                  </a:cubicBezTo>
                  <a:cubicBezTo>
                    <a:pt x="301" y="11053"/>
                    <a:pt x="301" y="11053"/>
                    <a:pt x="502" y="11153"/>
                  </a:cubicBezTo>
                  <a:cubicBezTo>
                    <a:pt x="727" y="11279"/>
                    <a:pt x="1028" y="11379"/>
                    <a:pt x="1128" y="11379"/>
                  </a:cubicBezTo>
                  <a:cubicBezTo>
                    <a:pt x="1253" y="11279"/>
                    <a:pt x="1128" y="11279"/>
                    <a:pt x="1128" y="11153"/>
                  </a:cubicBezTo>
                  <a:cubicBezTo>
                    <a:pt x="1253" y="10953"/>
                    <a:pt x="1354" y="10853"/>
                    <a:pt x="1554" y="10527"/>
                  </a:cubicBezTo>
                  <a:cubicBezTo>
                    <a:pt x="1654" y="10427"/>
                    <a:pt x="1654" y="10226"/>
                    <a:pt x="1654" y="10126"/>
                  </a:cubicBezTo>
                  <a:cubicBezTo>
                    <a:pt x="1755" y="9900"/>
                    <a:pt x="1654" y="9700"/>
                    <a:pt x="1880" y="9600"/>
                  </a:cubicBezTo>
                  <a:lnTo>
                    <a:pt x="1880" y="9399"/>
                  </a:lnTo>
                  <a:cubicBezTo>
                    <a:pt x="1980" y="9274"/>
                    <a:pt x="1980" y="9073"/>
                    <a:pt x="1980" y="8973"/>
                  </a:cubicBezTo>
                  <a:cubicBezTo>
                    <a:pt x="2081" y="8873"/>
                    <a:pt x="1980" y="8773"/>
                    <a:pt x="1980" y="8647"/>
                  </a:cubicBezTo>
                  <a:cubicBezTo>
                    <a:pt x="2081" y="8547"/>
                    <a:pt x="1980" y="8447"/>
                    <a:pt x="2081" y="8346"/>
                  </a:cubicBezTo>
                  <a:cubicBezTo>
                    <a:pt x="2181" y="8246"/>
                    <a:pt x="2081" y="8146"/>
                    <a:pt x="2081" y="8146"/>
                  </a:cubicBezTo>
                  <a:cubicBezTo>
                    <a:pt x="2181" y="7920"/>
                    <a:pt x="2507" y="7920"/>
                    <a:pt x="2381" y="7620"/>
                  </a:cubicBezTo>
                  <a:cubicBezTo>
                    <a:pt x="2281" y="7519"/>
                    <a:pt x="2381" y="7394"/>
                    <a:pt x="2507" y="7294"/>
                  </a:cubicBezTo>
                  <a:cubicBezTo>
                    <a:pt x="2507" y="7294"/>
                    <a:pt x="2507" y="7194"/>
                    <a:pt x="2381" y="7194"/>
                  </a:cubicBezTo>
                  <a:cubicBezTo>
                    <a:pt x="2381" y="7093"/>
                    <a:pt x="2381" y="6993"/>
                    <a:pt x="2507" y="6993"/>
                  </a:cubicBezTo>
                  <a:cubicBezTo>
                    <a:pt x="2707" y="6893"/>
                    <a:pt x="2707" y="6767"/>
                    <a:pt x="2707" y="6567"/>
                  </a:cubicBezTo>
                  <a:cubicBezTo>
                    <a:pt x="2707" y="6467"/>
                    <a:pt x="2807" y="6366"/>
                    <a:pt x="2807" y="6266"/>
                  </a:cubicBezTo>
                  <a:cubicBezTo>
                    <a:pt x="2807" y="6041"/>
                    <a:pt x="3133" y="6041"/>
                    <a:pt x="3133" y="5840"/>
                  </a:cubicBezTo>
                  <a:cubicBezTo>
                    <a:pt x="3008" y="5740"/>
                    <a:pt x="3133" y="5740"/>
                    <a:pt x="3133" y="5640"/>
                  </a:cubicBezTo>
                  <a:cubicBezTo>
                    <a:pt x="3233" y="5514"/>
                    <a:pt x="3133" y="5414"/>
                    <a:pt x="3233" y="5314"/>
                  </a:cubicBezTo>
                  <a:cubicBezTo>
                    <a:pt x="3334" y="5314"/>
                    <a:pt x="3334" y="5214"/>
                    <a:pt x="3233" y="5113"/>
                  </a:cubicBezTo>
                  <a:cubicBezTo>
                    <a:pt x="3133" y="4888"/>
                    <a:pt x="3534" y="4888"/>
                    <a:pt x="3434" y="4687"/>
                  </a:cubicBezTo>
                  <a:lnTo>
                    <a:pt x="3334" y="4587"/>
                  </a:lnTo>
                  <a:cubicBezTo>
                    <a:pt x="3334" y="4487"/>
                    <a:pt x="3534" y="4387"/>
                    <a:pt x="3534" y="4387"/>
                  </a:cubicBezTo>
                  <a:cubicBezTo>
                    <a:pt x="3534" y="4261"/>
                    <a:pt x="3634" y="4161"/>
                    <a:pt x="3634" y="4061"/>
                  </a:cubicBezTo>
                  <a:cubicBezTo>
                    <a:pt x="3760" y="3960"/>
                    <a:pt x="3634" y="3960"/>
                    <a:pt x="3760" y="3860"/>
                  </a:cubicBezTo>
                  <a:cubicBezTo>
                    <a:pt x="3860" y="3760"/>
                    <a:pt x="3760" y="3635"/>
                    <a:pt x="3760" y="3534"/>
                  </a:cubicBezTo>
                  <a:cubicBezTo>
                    <a:pt x="3634" y="3334"/>
                    <a:pt x="3960" y="3334"/>
                    <a:pt x="3960" y="3234"/>
                  </a:cubicBezTo>
                  <a:cubicBezTo>
                    <a:pt x="3960" y="3133"/>
                    <a:pt x="4061" y="3008"/>
                    <a:pt x="4061" y="2908"/>
                  </a:cubicBezTo>
                  <a:cubicBezTo>
                    <a:pt x="4061" y="2707"/>
                    <a:pt x="4061" y="2507"/>
                    <a:pt x="4161" y="2381"/>
                  </a:cubicBezTo>
                  <a:cubicBezTo>
                    <a:pt x="4261" y="2081"/>
                    <a:pt x="4386" y="1980"/>
                    <a:pt x="4386" y="1655"/>
                  </a:cubicBezTo>
                  <a:cubicBezTo>
                    <a:pt x="4261" y="1554"/>
                    <a:pt x="4161" y="1454"/>
                    <a:pt x="4386" y="1354"/>
                  </a:cubicBezTo>
                  <a:cubicBezTo>
                    <a:pt x="4487" y="1354"/>
                    <a:pt x="4587" y="1028"/>
                    <a:pt x="4587" y="928"/>
                  </a:cubicBezTo>
                  <a:cubicBezTo>
                    <a:pt x="4487" y="627"/>
                    <a:pt x="4587" y="727"/>
                    <a:pt x="4587" y="502"/>
                  </a:cubicBezTo>
                  <a:cubicBezTo>
                    <a:pt x="4687" y="402"/>
                    <a:pt x="4888" y="301"/>
                    <a:pt x="4487" y="101"/>
                  </a:cubicBezTo>
                  <a:cubicBezTo>
                    <a:pt x="4386" y="1"/>
                    <a:pt x="4161" y="1"/>
                    <a:pt x="40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7"/>
            <p:cNvSpPr/>
            <p:nvPr/>
          </p:nvSpPr>
          <p:spPr>
            <a:xfrm>
              <a:off x="4275875" y="1655400"/>
              <a:ext cx="177350" cy="231075"/>
            </a:xfrm>
            <a:custGeom>
              <a:rect b="b" l="l" r="r" t="t"/>
              <a:pathLst>
                <a:path extrusionOk="0" h="9243" w="7094">
                  <a:moveTo>
                    <a:pt x="3233" y="0"/>
                  </a:moveTo>
                  <a:cubicBezTo>
                    <a:pt x="3033" y="201"/>
                    <a:pt x="2807" y="426"/>
                    <a:pt x="2807" y="727"/>
                  </a:cubicBezTo>
                  <a:cubicBezTo>
                    <a:pt x="2707" y="1053"/>
                    <a:pt x="2807" y="1354"/>
                    <a:pt x="2908" y="1554"/>
                  </a:cubicBezTo>
                  <a:cubicBezTo>
                    <a:pt x="2908" y="1880"/>
                    <a:pt x="3233" y="2080"/>
                    <a:pt x="3334" y="2306"/>
                  </a:cubicBezTo>
                  <a:cubicBezTo>
                    <a:pt x="3434" y="2406"/>
                    <a:pt x="3659" y="2406"/>
                    <a:pt x="3760" y="2607"/>
                  </a:cubicBezTo>
                  <a:cubicBezTo>
                    <a:pt x="4060" y="2933"/>
                    <a:pt x="3860" y="3233"/>
                    <a:pt x="4161" y="3559"/>
                  </a:cubicBezTo>
                  <a:cubicBezTo>
                    <a:pt x="4286" y="3659"/>
                    <a:pt x="4286" y="3960"/>
                    <a:pt x="4286" y="4060"/>
                  </a:cubicBezTo>
                  <a:cubicBezTo>
                    <a:pt x="4286" y="4186"/>
                    <a:pt x="4386" y="4286"/>
                    <a:pt x="4487" y="4386"/>
                  </a:cubicBezTo>
                  <a:cubicBezTo>
                    <a:pt x="4487" y="4486"/>
                    <a:pt x="4487" y="4687"/>
                    <a:pt x="4386" y="4812"/>
                  </a:cubicBezTo>
                  <a:cubicBezTo>
                    <a:pt x="4161" y="5013"/>
                    <a:pt x="4161" y="5313"/>
                    <a:pt x="4060" y="5539"/>
                  </a:cubicBezTo>
                  <a:cubicBezTo>
                    <a:pt x="4060" y="5740"/>
                    <a:pt x="3860" y="5940"/>
                    <a:pt x="3760" y="6166"/>
                  </a:cubicBezTo>
                  <a:cubicBezTo>
                    <a:pt x="3760" y="6266"/>
                    <a:pt x="3534" y="6366"/>
                    <a:pt x="3434" y="6366"/>
                  </a:cubicBezTo>
                  <a:cubicBezTo>
                    <a:pt x="3233" y="6366"/>
                    <a:pt x="3133" y="6466"/>
                    <a:pt x="3033" y="6567"/>
                  </a:cubicBezTo>
                  <a:cubicBezTo>
                    <a:pt x="2908" y="6692"/>
                    <a:pt x="2807" y="6692"/>
                    <a:pt x="2607" y="6692"/>
                  </a:cubicBezTo>
                  <a:cubicBezTo>
                    <a:pt x="2507" y="6792"/>
                    <a:pt x="2281" y="6892"/>
                    <a:pt x="2080" y="6892"/>
                  </a:cubicBezTo>
                  <a:cubicBezTo>
                    <a:pt x="2051" y="6863"/>
                    <a:pt x="2013" y="6851"/>
                    <a:pt x="1971" y="6851"/>
                  </a:cubicBezTo>
                  <a:cubicBezTo>
                    <a:pt x="1869" y="6851"/>
                    <a:pt x="1743" y="6922"/>
                    <a:pt x="1654" y="6993"/>
                  </a:cubicBezTo>
                  <a:cubicBezTo>
                    <a:pt x="1621" y="7026"/>
                    <a:pt x="1576" y="7037"/>
                    <a:pt x="1524" y="7037"/>
                  </a:cubicBezTo>
                  <a:cubicBezTo>
                    <a:pt x="1421" y="7037"/>
                    <a:pt x="1287" y="6993"/>
                    <a:pt x="1153" y="6993"/>
                  </a:cubicBezTo>
                  <a:lnTo>
                    <a:pt x="727" y="6993"/>
                  </a:lnTo>
                  <a:cubicBezTo>
                    <a:pt x="627" y="6993"/>
                    <a:pt x="627" y="6993"/>
                    <a:pt x="627" y="7093"/>
                  </a:cubicBezTo>
                  <a:lnTo>
                    <a:pt x="527" y="7193"/>
                  </a:lnTo>
                  <a:cubicBezTo>
                    <a:pt x="401" y="7419"/>
                    <a:pt x="527" y="7519"/>
                    <a:pt x="401" y="7720"/>
                  </a:cubicBezTo>
                  <a:cubicBezTo>
                    <a:pt x="301" y="7945"/>
                    <a:pt x="0" y="8045"/>
                    <a:pt x="0" y="8346"/>
                  </a:cubicBezTo>
                  <a:lnTo>
                    <a:pt x="0" y="8572"/>
                  </a:lnTo>
                  <a:cubicBezTo>
                    <a:pt x="101" y="8772"/>
                    <a:pt x="201" y="8872"/>
                    <a:pt x="401" y="8973"/>
                  </a:cubicBezTo>
                  <a:cubicBezTo>
                    <a:pt x="627" y="9073"/>
                    <a:pt x="727" y="9073"/>
                    <a:pt x="928" y="9073"/>
                  </a:cubicBezTo>
                  <a:cubicBezTo>
                    <a:pt x="1028" y="9073"/>
                    <a:pt x="1028" y="9198"/>
                    <a:pt x="1153" y="9198"/>
                  </a:cubicBezTo>
                  <a:lnTo>
                    <a:pt x="1253" y="9198"/>
                  </a:lnTo>
                  <a:cubicBezTo>
                    <a:pt x="1320" y="9232"/>
                    <a:pt x="1387" y="9243"/>
                    <a:pt x="1459" y="9243"/>
                  </a:cubicBezTo>
                  <a:cubicBezTo>
                    <a:pt x="1602" y="9243"/>
                    <a:pt x="1763" y="9198"/>
                    <a:pt x="1980" y="9198"/>
                  </a:cubicBezTo>
                  <a:cubicBezTo>
                    <a:pt x="2026" y="9169"/>
                    <a:pt x="2079" y="9159"/>
                    <a:pt x="2136" y="9159"/>
                  </a:cubicBezTo>
                  <a:cubicBezTo>
                    <a:pt x="2281" y="9159"/>
                    <a:pt x="2456" y="9225"/>
                    <a:pt x="2632" y="9225"/>
                  </a:cubicBezTo>
                  <a:cubicBezTo>
                    <a:pt x="2691" y="9225"/>
                    <a:pt x="2749" y="9217"/>
                    <a:pt x="2807" y="9198"/>
                  </a:cubicBezTo>
                  <a:lnTo>
                    <a:pt x="3534" y="9198"/>
                  </a:lnTo>
                  <a:cubicBezTo>
                    <a:pt x="3960" y="8973"/>
                    <a:pt x="4286" y="8772"/>
                    <a:pt x="4687" y="8672"/>
                  </a:cubicBezTo>
                  <a:cubicBezTo>
                    <a:pt x="5314" y="8346"/>
                    <a:pt x="5639" y="8146"/>
                    <a:pt x="5940" y="7619"/>
                  </a:cubicBezTo>
                  <a:cubicBezTo>
                    <a:pt x="6040" y="7419"/>
                    <a:pt x="6040" y="7193"/>
                    <a:pt x="6266" y="7093"/>
                  </a:cubicBezTo>
                  <a:cubicBezTo>
                    <a:pt x="6366" y="6993"/>
                    <a:pt x="6567" y="6892"/>
                    <a:pt x="6667" y="6692"/>
                  </a:cubicBezTo>
                  <a:cubicBezTo>
                    <a:pt x="6792" y="6366"/>
                    <a:pt x="6893" y="6166"/>
                    <a:pt x="6893" y="6065"/>
                  </a:cubicBezTo>
                  <a:lnTo>
                    <a:pt x="6893" y="5539"/>
                  </a:lnTo>
                  <a:cubicBezTo>
                    <a:pt x="6893" y="5313"/>
                    <a:pt x="6893" y="5213"/>
                    <a:pt x="6993" y="5013"/>
                  </a:cubicBezTo>
                  <a:cubicBezTo>
                    <a:pt x="6993" y="4812"/>
                    <a:pt x="7093" y="4286"/>
                    <a:pt x="6567" y="4186"/>
                  </a:cubicBezTo>
                  <a:cubicBezTo>
                    <a:pt x="6466" y="4186"/>
                    <a:pt x="6366" y="4186"/>
                    <a:pt x="6266" y="4286"/>
                  </a:cubicBezTo>
                  <a:cubicBezTo>
                    <a:pt x="6166" y="4286"/>
                    <a:pt x="6166" y="4386"/>
                    <a:pt x="6166" y="4386"/>
                  </a:cubicBezTo>
                  <a:cubicBezTo>
                    <a:pt x="6040" y="4486"/>
                    <a:pt x="6166" y="4687"/>
                    <a:pt x="6166" y="4812"/>
                  </a:cubicBezTo>
                  <a:cubicBezTo>
                    <a:pt x="6266" y="5013"/>
                    <a:pt x="6040" y="5113"/>
                    <a:pt x="6040" y="5313"/>
                  </a:cubicBezTo>
                  <a:cubicBezTo>
                    <a:pt x="6040" y="5439"/>
                    <a:pt x="6166" y="5539"/>
                    <a:pt x="6040" y="5639"/>
                  </a:cubicBezTo>
                  <a:cubicBezTo>
                    <a:pt x="5940" y="5740"/>
                    <a:pt x="6040" y="5940"/>
                    <a:pt x="6040" y="6065"/>
                  </a:cubicBezTo>
                  <a:cubicBezTo>
                    <a:pt x="6040" y="6166"/>
                    <a:pt x="5940" y="6266"/>
                    <a:pt x="5840" y="6266"/>
                  </a:cubicBezTo>
                  <a:cubicBezTo>
                    <a:pt x="5639" y="6366"/>
                    <a:pt x="5740" y="6567"/>
                    <a:pt x="5639" y="6692"/>
                  </a:cubicBezTo>
                  <a:cubicBezTo>
                    <a:pt x="5539" y="6792"/>
                    <a:pt x="5414" y="6892"/>
                    <a:pt x="5213" y="7093"/>
                  </a:cubicBezTo>
                  <a:cubicBezTo>
                    <a:pt x="5113" y="7193"/>
                    <a:pt x="5113" y="7419"/>
                    <a:pt x="4913" y="7419"/>
                  </a:cubicBezTo>
                  <a:cubicBezTo>
                    <a:pt x="4687" y="7519"/>
                    <a:pt x="4487" y="7619"/>
                    <a:pt x="4286" y="7720"/>
                  </a:cubicBezTo>
                  <a:cubicBezTo>
                    <a:pt x="4161" y="7820"/>
                    <a:pt x="3960" y="8045"/>
                    <a:pt x="3760" y="8045"/>
                  </a:cubicBezTo>
                  <a:cubicBezTo>
                    <a:pt x="3659" y="8045"/>
                    <a:pt x="3534" y="8146"/>
                    <a:pt x="3334" y="8146"/>
                  </a:cubicBezTo>
                  <a:cubicBezTo>
                    <a:pt x="3133" y="8146"/>
                    <a:pt x="3033" y="8146"/>
                    <a:pt x="2807" y="8246"/>
                  </a:cubicBezTo>
                  <a:cubicBezTo>
                    <a:pt x="2607" y="8296"/>
                    <a:pt x="2400" y="8321"/>
                    <a:pt x="2190" y="8321"/>
                  </a:cubicBezTo>
                  <a:cubicBezTo>
                    <a:pt x="1980" y="8321"/>
                    <a:pt x="1767" y="8296"/>
                    <a:pt x="1554" y="8246"/>
                  </a:cubicBezTo>
                  <a:cubicBezTo>
                    <a:pt x="1454" y="8246"/>
                    <a:pt x="1454" y="8146"/>
                    <a:pt x="1354" y="8146"/>
                  </a:cubicBezTo>
                  <a:lnTo>
                    <a:pt x="1153" y="8146"/>
                  </a:lnTo>
                  <a:cubicBezTo>
                    <a:pt x="1028" y="8045"/>
                    <a:pt x="1028" y="8045"/>
                    <a:pt x="1153" y="8045"/>
                  </a:cubicBezTo>
                  <a:lnTo>
                    <a:pt x="1253" y="7945"/>
                  </a:lnTo>
                  <a:lnTo>
                    <a:pt x="1354" y="7820"/>
                  </a:lnTo>
                  <a:lnTo>
                    <a:pt x="1454" y="7820"/>
                  </a:lnTo>
                  <a:cubicBezTo>
                    <a:pt x="1504" y="7770"/>
                    <a:pt x="1554" y="7745"/>
                    <a:pt x="1607" y="7745"/>
                  </a:cubicBezTo>
                  <a:cubicBezTo>
                    <a:pt x="1661" y="7745"/>
                    <a:pt x="1717" y="7770"/>
                    <a:pt x="1780" y="7820"/>
                  </a:cubicBezTo>
                  <a:cubicBezTo>
                    <a:pt x="1810" y="7857"/>
                    <a:pt x="1858" y="7872"/>
                    <a:pt x="1913" y="7872"/>
                  </a:cubicBezTo>
                  <a:cubicBezTo>
                    <a:pt x="2042" y="7872"/>
                    <a:pt x="2211" y="7790"/>
                    <a:pt x="2281" y="7720"/>
                  </a:cubicBezTo>
                  <a:cubicBezTo>
                    <a:pt x="2507" y="7720"/>
                    <a:pt x="2707" y="7619"/>
                    <a:pt x="2908" y="7619"/>
                  </a:cubicBezTo>
                  <a:cubicBezTo>
                    <a:pt x="3334" y="7419"/>
                    <a:pt x="3860" y="7193"/>
                    <a:pt x="4286" y="6892"/>
                  </a:cubicBezTo>
                  <a:cubicBezTo>
                    <a:pt x="4386" y="6792"/>
                    <a:pt x="4386" y="6567"/>
                    <a:pt x="4587" y="6466"/>
                  </a:cubicBezTo>
                  <a:cubicBezTo>
                    <a:pt x="4787" y="6366"/>
                    <a:pt x="4787" y="6065"/>
                    <a:pt x="4913" y="5840"/>
                  </a:cubicBezTo>
                  <a:cubicBezTo>
                    <a:pt x="5013" y="5639"/>
                    <a:pt x="5113" y="5439"/>
                    <a:pt x="5213" y="5213"/>
                  </a:cubicBezTo>
                  <a:cubicBezTo>
                    <a:pt x="5314" y="4687"/>
                    <a:pt x="5213" y="4286"/>
                    <a:pt x="5113" y="3860"/>
                  </a:cubicBezTo>
                  <a:cubicBezTo>
                    <a:pt x="5013" y="3434"/>
                    <a:pt x="4913" y="3033"/>
                    <a:pt x="4687" y="2607"/>
                  </a:cubicBezTo>
                  <a:cubicBezTo>
                    <a:pt x="4687" y="2406"/>
                    <a:pt x="4587" y="2080"/>
                    <a:pt x="4386" y="1980"/>
                  </a:cubicBezTo>
                  <a:cubicBezTo>
                    <a:pt x="4060" y="1780"/>
                    <a:pt x="3760" y="1554"/>
                    <a:pt x="3659" y="1354"/>
                  </a:cubicBezTo>
                  <a:lnTo>
                    <a:pt x="3659" y="1253"/>
                  </a:lnTo>
                  <a:cubicBezTo>
                    <a:pt x="3659" y="1153"/>
                    <a:pt x="3534" y="1153"/>
                    <a:pt x="3534" y="1153"/>
                  </a:cubicBezTo>
                  <a:cubicBezTo>
                    <a:pt x="3534" y="1053"/>
                    <a:pt x="3659" y="827"/>
                    <a:pt x="3760" y="827"/>
                  </a:cubicBezTo>
                  <a:cubicBezTo>
                    <a:pt x="3760" y="927"/>
                    <a:pt x="3860" y="927"/>
                    <a:pt x="3860" y="927"/>
                  </a:cubicBezTo>
                  <a:lnTo>
                    <a:pt x="3960" y="1053"/>
                  </a:lnTo>
                  <a:lnTo>
                    <a:pt x="4060" y="1153"/>
                  </a:lnTo>
                  <a:cubicBezTo>
                    <a:pt x="4386" y="1253"/>
                    <a:pt x="4386" y="1354"/>
                    <a:pt x="4487" y="1454"/>
                  </a:cubicBezTo>
                  <a:cubicBezTo>
                    <a:pt x="4587" y="1554"/>
                    <a:pt x="4687" y="1679"/>
                    <a:pt x="4913" y="1880"/>
                  </a:cubicBezTo>
                  <a:cubicBezTo>
                    <a:pt x="5013" y="1880"/>
                    <a:pt x="5213" y="2080"/>
                    <a:pt x="5414" y="2406"/>
                  </a:cubicBezTo>
                  <a:cubicBezTo>
                    <a:pt x="5539" y="2607"/>
                    <a:pt x="5740" y="2807"/>
                    <a:pt x="5740" y="2933"/>
                  </a:cubicBezTo>
                  <a:cubicBezTo>
                    <a:pt x="5840" y="3033"/>
                    <a:pt x="5740" y="3233"/>
                    <a:pt x="5840" y="3334"/>
                  </a:cubicBezTo>
                  <a:cubicBezTo>
                    <a:pt x="5840" y="3434"/>
                    <a:pt x="6040" y="3559"/>
                    <a:pt x="6040" y="3760"/>
                  </a:cubicBezTo>
                  <a:cubicBezTo>
                    <a:pt x="6040" y="3860"/>
                    <a:pt x="5740" y="4060"/>
                    <a:pt x="6166" y="4060"/>
                  </a:cubicBezTo>
                  <a:cubicBezTo>
                    <a:pt x="6076" y="4150"/>
                    <a:pt x="6115" y="4227"/>
                    <a:pt x="6217" y="4227"/>
                  </a:cubicBezTo>
                  <a:cubicBezTo>
                    <a:pt x="6258" y="4227"/>
                    <a:pt x="6309" y="4214"/>
                    <a:pt x="6366" y="4186"/>
                  </a:cubicBezTo>
                  <a:cubicBezTo>
                    <a:pt x="6567" y="4186"/>
                    <a:pt x="6893" y="4060"/>
                    <a:pt x="6993" y="3960"/>
                  </a:cubicBezTo>
                  <a:cubicBezTo>
                    <a:pt x="6993" y="3860"/>
                    <a:pt x="6893" y="3760"/>
                    <a:pt x="6893" y="3659"/>
                  </a:cubicBezTo>
                  <a:cubicBezTo>
                    <a:pt x="6792" y="3334"/>
                    <a:pt x="6792" y="3133"/>
                    <a:pt x="6667" y="2933"/>
                  </a:cubicBezTo>
                  <a:cubicBezTo>
                    <a:pt x="6567" y="2707"/>
                    <a:pt x="6567" y="2506"/>
                    <a:pt x="6366" y="2080"/>
                  </a:cubicBezTo>
                  <a:cubicBezTo>
                    <a:pt x="6166" y="1679"/>
                    <a:pt x="5840" y="1354"/>
                    <a:pt x="5539" y="1153"/>
                  </a:cubicBezTo>
                  <a:cubicBezTo>
                    <a:pt x="5314" y="827"/>
                    <a:pt x="4913" y="727"/>
                    <a:pt x="4687" y="426"/>
                  </a:cubicBezTo>
                  <a:cubicBezTo>
                    <a:pt x="4587" y="301"/>
                    <a:pt x="4487" y="301"/>
                    <a:pt x="4487" y="301"/>
                  </a:cubicBezTo>
                  <a:lnTo>
                    <a:pt x="4386" y="201"/>
                  </a:lnTo>
                  <a:lnTo>
                    <a:pt x="4286" y="201"/>
                  </a:lnTo>
                  <a:lnTo>
                    <a:pt x="4060" y="100"/>
                  </a:lnTo>
                  <a:lnTo>
                    <a:pt x="39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7"/>
            <p:cNvSpPr/>
            <p:nvPr/>
          </p:nvSpPr>
          <p:spPr>
            <a:xfrm>
              <a:off x="3106075" y="1273050"/>
              <a:ext cx="31350" cy="42775"/>
            </a:xfrm>
            <a:custGeom>
              <a:rect b="b" l="l" r="r" t="t"/>
              <a:pathLst>
                <a:path extrusionOk="0" h="1711" w="1254">
                  <a:moveTo>
                    <a:pt x="104" y="939"/>
                  </a:moveTo>
                  <a:cubicBezTo>
                    <a:pt x="100" y="939"/>
                    <a:pt x="100" y="950"/>
                    <a:pt x="100" y="983"/>
                  </a:cubicBezTo>
                  <a:lnTo>
                    <a:pt x="201" y="983"/>
                  </a:lnTo>
                  <a:cubicBezTo>
                    <a:pt x="134" y="983"/>
                    <a:pt x="111" y="939"/>
                    <a:pt x="104" y="939"/>
                  </a:cubicBezTo>
                  <a:close/>
                  <a:moveTo>
                    <a:pt x="26" y="1253"/>
                  </a:moveTo>
                  <a:cubicBezTo>
                    <a:pt x="11" y="1253"/>
                    <a:pt x="0" y="1267"/>
                    <a:pt x="0" y="1309"/>
                  </a:cubicBezTo>
                  <a:lnTo>
                    <a:pt x="100" y="1309"/>
                  </a:lnTo>
                  <a:cubicBezTo>
                    <a:pt x="100" y="1309"/>
                    <a:pt x="56" y="1253"/>
                    <a:pt x="26" y="1253"/>
                  </a:cubicBezTo>
                  <a:close/>
                  <a:moveTo>
                    <a:pt x="1120" y="0"/>
                  </a:moveTo>
                  <a:cubicBezTo>
                    <a:pt x="1086" y="0"/>
                    <a:pt x="1003" y="14"/>
                    <a:pt x="827" y="56"/>
                  </a:cubicBezTo>
                  <a:lnTo>
                    <a:pt x="326" y="56"/>
                  </a:lnTo>
                  <a:cubicBezTo>
                    <a:pt x="326" y="56"/>
                    <a:pt x="201" y="56"/>
                    <a:pt x="201" y="156"/>
                  </a:cubicBezTo>
                  <a:lnTo>
                    <a:pt x="326" y="156"/>
                  </a:lnTo>
                  <a:lnTo>
                    <a:pt x="201" y="256"/>
                  </a:lnTo>
                  <a:lnTo>
                    <a:pt x="100" y="256"/>
                  </a:lnTo>
                  <a:cubicBezTo>
                    <a:pt x="100" y="256"/>
                    <a:pt x="326" y="357"/>
                    <a:pt x="201" y="357"/>
                  </a:cubicBezTo>
                  <a:cubicBezTo>
                    <a:pt x="201" y="357"/>
                    <a:pt x="326" y="457"/>
                    <a:pt x="201" y="457"/>
                  </a:cubicBezTo>
                  <a:cubicBezTo>
                    <a:pt x="100" y="457"/>
                    <a:pt x="100" y="457"/>
                    <a:pt x="201" y="557"/>
                  </a:cubicBezTo>
                  <a:cubicBezTo>
                    <a:pt x="100" y="557"/>
                    <a:pt x="201" y="683"/>
                    <a:pt x="201" y="683"/>
                  </a:cubicBezTo>
                  <a:cubicBezTo>
                    <a:pt x="326" y="683"/>
                    <a:pt x="326" y="783"/>
                    <a:pt x="201" y="783"/>
                  </a:cubicBezTo>
                  <a:lnTo>
                    <a:pt x="100" y="783"/>
                  </a:lnTo>
                  <a:cubicBezTo>
                    <a:pt x="0" y="783"/>
                    <a:pt x="100" y="883"/>
                    <a:pt x="201" y="883"/>
                  </a:cubicBezTo>
                  <a:cubicBezTo>
                    <a:pt x="326" y="883"/>
                    <a:pt x="201" y="983"/>
                    <a:pt x="201" y="983"/>
                  </a:cubicBezTo>
                  <a:cubicBezTo>
                    <a:pt x="201" y="1084"/>
                    <a:pt x="326" y="1084"/>
                    <a:pt x="326" y="1084"/>
                  </a:cubicBezTo>
                  <a:lnTo>
                    <a:pt x="201" y="1184"/>
                  </a:lnTo>
                  <a:lnTo>
                    <a:pt x="100" y="1184"/>
                  </a:lnTo>
                  <a:lnTo>
                    <a:pt x="100" y="1309"/>
                  </a:lnTo>
                  <a:cubicBezTo>
                    <a:pt x="100" y="1309"/>
                    <a:pt x="100" y="1409"/>
                    <a:pt x="326" y="1409"/>
                  </a:cubicBezTo>
                  <a:cubicBezTo>
                    <a:pt x="426" y="1510"/>
                    <a:pt x="727" y="1710"/>
                    <a:pt x="827" y="1710"/>
                  </a:cubicBezTo>
                  <a:cubicBezTo>
                    <a:pt x="827" y="1610"/>
                    <a:pt x="952" y="1610"/>
                    <a:pt x="1053" y="1610"/>
                  </a:cubicBezTo>
                  <a:cubicBezTo>
                    <a:pt x="1053" y="1510"/>
                    <a:pt x="952" y="1510"/>
                    <a:pt x="1053" y="1510"/>
                  </a:cubicBezTo>
                  <a:lnTo>
                    <a:pt x="1053" y="1409"/>
                  </a:lnTo>
                  <a:lnTo>
                    <a:pt x="952" y="1309"/>
                  </a:lnTo>
                  <a:cubicBezTo>
                    <a:pt x="952" y="1309"/>
                    <a:pt x="827" y="1184"/>
                    <a:pt x="952" y="1184"/>
                  </a:cubicBezTo>
                  <a:cubicBezTo>
                    <a:pt x="952" y="1184"/>
                    <a:pt x="1153" y="1184"/>
                    <a:pt x="952" y="1084"/>
                  </a:cubicBezTo>
                  <a:cubicBezTo>
                    <a:pt x="827" y="983"/>
                    <a:pt x="827" y="983"/>
                    <a:pt x="952" y="983"/>
                  </a:cubicBezTo>
                  <a:cubicBezTo>
                    <a:pt x="986" y="1017"/>
                    <a:pt x="1008" y="1028"/>
                    <a:pt x="1023" y="1028"/>
                  </a:cubicBezTo>
                  <a:cubicBezTo>
                    <a:pt x="1053" y="1028"/>
                    <a:pt x="1053" y="983"/>
                    <a:pt x="1053" y="983"/>
                  </a:cubicBezTo>
                  <a:lnTo>
                    <a:pt x="1053" y="904"/>
                  </a:lnTo>
                  <a:lnTo>
                    <a:pt x="1053" y="904"/>
                  </a:lnTo>
                  <a:cubicBezTo>
                    <a:pt x="1078" y="915"/>
                    <a:pt x="1122" y="928"/>
                    <a:pt x="1149" y="928"/>
                  </a:cubicBezTo>
                  <a:cubicBezTo>
                    <a:pt x="1175" y="928"/>
                    <a:pt x="1186" y="916"/>
                    <a:pt x="1153" y="883"/>
                  </a:cubicBezTo>
                  <a:cubicBezTo>
                    <a:pt x="1153" y="883"/>
                    <a:pt x="1053" y="783"/>
                    <a:pt x="1153" y="783"/>
                  </a:cubicBezTo>
                  <a:lnTo>
                    <a:pt x="1053" y="783"/>
                  </a:lnTo>
                  <a:cubicBezTo>
                    <a:pt x="1003" y="733"/>
                    <a:pt x="1078" y="733"/>
                    <a:pt x="1140" y="733"/>
                  </a:cubicBezTo>
                  <a:cubicBezTo>
                    <a:pt x="1203" y="733"/>
                    <a:pt x="1253" y="733"/>
                    <a:pt x="1153" y="683"/>
                  </a:cubicBezTo>
                  <a:lnTo>
                    <a:pt x="1153" y="557"/>
                  </a:lnTo>
                  <a:lnTo>
                    <a:pt x="1253" y="557"/>
                  </a:lnTo>
                  <a:cubicBezTo>
                    <a:pt x="1253" y="557"/>
                    <a:pt x="1153" y="557"/>
                    <a:pt x="1053" y="457"/>
                  </a:cubicBezTo>
                  <a:lnTo>
                    <a:pt x="1153" y="457"/>
                  </a:lnTo>
                  <a:cubicBezTo>
                    <a:pt x="1153" y="457"/>
                    <a:pt x="1253" y="457"/>
                    <a:pt x="1253" y="357"/>
                  </a:cubicBezTo>
                  <a:lnTo>
                    <a:pt x="1153" y="357"/>
                  </a:lnTo>
                  <a:cubicBezTo>
                    <a:pt x="1253" y="256"/>
                    <a:pt x="1253" y="256"/>
                    <a:pt x="1153" y="256"/>
                  </a:cubicBezTo>
                  <a:cubicBezTo>
                    <a:pt x="1053" y="256"/>
                    <a:pt x="952" y="156"/>
                    <a:pt x="1053" y="156"/>
                  </a:cubicBezTo>
                  <a:lnTo>
                    <a:pt x="1153" y="156"/>
                  </a:lnTo>
                  <a:cubicBezTo>
                    <a:pt x="952" y="56"/>
                    <a:pt x="1053" y="56"/>
                    <a:pt x="1053" y="56"/>
                  </a:cubicBezTo>
                  <a:cubicBezTo>
                    <a:pt x="1053" y="56"/>
                    <a:pt x="1186" y="0"/>
                    <a:pt x="1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7"/>
            <p:cNvSpPr/>
            <p:nvPr/>
          </p:nvSpPr>
          <p:spPr>
            <a:xfrm>
              <a:off x="3257700" y="699875"/>
              <a:ext cx="195500" cy="446150"/>
            </a:xfrm>
            <a:custGeom>
              <a:rect b="b" l="l" r="r" t="t"/>
              <a:pathLst>
                <a:path extrusionOk="0" h="17846" w="7820">
                  <a:moveTo>
                    <a:pt x="7294" y="0"/>
                  </a:moveTo>
                  <a:cubicBezTo>
                    <a:pt x="7193" y="101"/>
                    <a:pt x="7193" y="301"/>
                    <a:pt x="7193" y="426"/>
                  </a:cubicBezTo>
                  <a:cubicBezTo>
                    <a:pt x="7093" y="527"/>
                    <a:pt x="6993" y="627"/>
                    <a:pt x="6993" y="727"/>
                  </a:cubicBezTo>
                  <a:cubicBezTo>
                    <a:pt x="6893" y="827"/>
                    <a:pt x="6893" y="928"/>
                    <a:pt x="6893" y="1053"/>
                  </a:cubicBezTo>
                  <a:cubicBezTo>
                    <a:pt x="6792" y="1153"/>
                    <a:pt x="6792" y="1254"/>
                    <a:pt x="6792" y="1454"/>
                  </a:cubicBezTo>
                  <a:cubicBezTo>
                    <a:pt x="6792" y="1454"/>
                    <a:pt x="6792" y="1554"/>
                    <a:pt x="6667" y="1554"/>
                  </a:cubicBezTo>
                  <a:cubicBezTo>
                    <a:pt x="6466" y="1680"/>
                    <a:pt x="6567" y="1880"/>
                    <a:pt x="6466" y="1980"/>
                  </a:cubicBezTo>
                  <a:cubicBezTo>
                    <a:pt x="6466" y="2081"/>
                    <a:pt x="6366" y="2181"/>
                    <a:pt x="6266" y="2406"/>
                  </a:cubicBezTo>
                  <a:cubicBezTo>
                    <a:pt x="6266" y="2507"/>
                    <a:pt x="6266" y="2607"/>
                    <a:pt x="6166" y="2807"/>
                  </a:cubicBezTo>
                  <a:cubicBezTo>
                    <a:pt x="6040" y="2933"/>
                    <a:pt x="5940" y="3133"/>
                    <a:pt x="5840" y="3334"/>
                  </a:cubicBezTo>
                  <a:cubicBezTo>
                    <a:pt x="5740" y="3434"/>
                    <a:pt x="5840" y="3660"/>
                    <a:pt x="5639" y="3760"/>
                  </a:cubicBezTo>
                  <a:cubicBezTo>
                    <a:pt x="5639" y="3960"/>
                    <a:pt x="5639" y="4061"/>
                    <a:pt x="5539" y="4186"/>
                  </a:cubicBezTo>
                  <a:cubicBezTo>
                    <a:pt x="5414" y="4286"/>
                    <a:pt x="5414" y="4487"/>
                    <a:pt x="5314" y="4587"/>
                  </a:cubicBezTo>
                  <a:cubicBezTo>
                    <a:pt x="5213" y="4913"/>
                    <a:pt x="5113" y="5213"/>
                    <a:pt x="5013" y="5539"/>
                  </a:cubicBezTo>
                  <a:cubicBezTo>
                    <a:pt x="4787" y="5840"/>
                    <a:pt x="4587" y="6266"/>
                    <a:pt x="4587" y="6692"/>
                  </a:cubicBezTo>
                  <a:cubicBezTo>
                    <a:pt x="4486" y="6893"/>
                    <a:pt x="4386" y="7093"/>
                    <a:pt x="4286" y="7319"/>
                  </a:cubicBezTo>
                  <a:cubicBezTo>
                    <a:pt x="4286" y="7419"/>
                    <a:pt x="4286" y="7619"/>
                    <a:pt x="4060" y="7720"/>
                  </a:cubicBezTo>
                  <a:cubicBezTo>
                    <a:pt x="3960" y="7820"/>
                    <a:pt x="3960" y="8046"/>
                    <a:pt x="3960" y="8046"/>
                  </a:cubicBezTo>
                  <a:lnTo>
                    <a:pt x="3860" y="8572"/>
                  </a:lnTo>
                  <a:cubicBezTo>
                    <a:pt x="3760" y="8873"/>
                    <a:pt x="3534" y="9073"/>
                    <a:pt x="3434" y="9399"/>
                  </a:cubicBezTo>
                  <a:cubicBezTo>
                    <a:pt x="3434" y="9499"/>
                    <a:pt x="3434" y="9599"/>
                    <a:pt x="3334" y="9700"/>
                  </a:cubicBezTo>
                  <a:cubicBezTo>
                    <a:pt x="3233" y="9825"/>
                    <a:pt x="3233" y="10026"/>
                    <a:pt x="3133" y="10126"/>
                  </a:cubicBezTo>
                  <a:lnTo>
                    <a:pt x="2908" y="10552"/>
                  </a:lnTo>
                  <a:cubicBezTo>
                    <a:pt x="2707" y="10853"/>
                    <a:pt x="2707" y="11078"/>
                    <a:pt x="2707" y="11379"/>
                  </a:cubicBezTo>
                  <a:cubicBezTo>
                    <a:pt x="2607" y="11705"/>
                    <a:pt x="2507" y="11905"/>
                    <a:pt x="2281" y="12206"/>
                  </a:cubicBezTo>
                  <a:cubicBezTo>
                    <a:pt x="2181" y="12331"/>
                    <a:pt x="2181" y="12432"/>
                    <a:pt x="2080" y="12632"/>
                  </a:cubicBezTo>
                  <a:cubicBezTo>
                    <a:pt x="2080" y="12833"/>
                    <a:pt x="1980" y="13158"/>
                    <a:pt x="1880" y="13359"/>
                  </a:cubicBezTo>
                  <a:cubicBezTo>
                    <a:pt x="1780" y="13685"/>
                    <a:pt x="1654" y="13985"/>
                    <a:pt x="1554" y="14311"/>
                  </a:cubicBezTo>
                  <a:cubicBezTo>
                    <a:pt x="1454" y="14412"/>
                    <a:pt x="1354" y="14612"/>
                    <a:pt x="1354" y="14838"/>
                  </a:cubicBezTo>
                  <a:cubicBezTo>
                    <a:pt x="1153" y="15239"/>
                    <a:pt x="1153" y="15138"/>
                    <a:pt x="928" y="15665"/>
                  </a:cubicBezTo>
                  <a:cubicBezTo>
                    <a:pt x="928" y="15765"/>
                    <a:pt x="627" y="16492"/>
                    <a:pt x="527" y="16717"/>
                  </a:cubicBezTo>
                  <a:cubicBezTo>
                    <a:pt x="527" y="16818"/>
                    <a:pt x="401" y="16918"/>
                    <a:pt x="301" y="17018"/>
                  </a:cubicBezTo>
                  <a:lnTo>
                    <a:pt x="301" y="17344"/>
                  </a:lnTo>
                  <a:cubicBezTo>
                    <a:pt x="201" y="17444"/>
                    <a:pt x="0" y="17544"/>
                    <a:pt x="201" y="17645"/>
                  </a:cubicBezTo>
                  <a:cubicBezTo>
                    <a:pt x="100" y="17645"/>
                    <a:pt x="100" y="17745"/>
                    <a:pt x="201" y="17745"/>
                  </a:cubicBezTo>
                  <a:cubicBezTo>
                    <a:pt x="301" y="17845"/>
                    <a:pt x="527" y="17845"/>
                    <a:pt x="627" y="17845"/>
                  </a:cubicBezTo>
                  <a:cubicBezTo>
                    <a:pt x="727" y="17745"/>
                    <a:pt x="727" y="17645"/>
                    <a:pt x="727" y="17544"/>
                  </a:cubicBezTo>
                  <a:cubicBezTo>
                    <a:pt x="827" y="17219"/>
                    <a:pt x="928" y="17118"/>
                    <a:pt x="1253" y="16592"/>
                  </a:cubicBezTo>
                  <a:cubicBezTo>
                    <a:pt x="1354" y="16291"/>
                    <a:pt x="1454" y="16091"/>
                    <a:pt x="1454" y="15765"/>
                  </a:cubicBezTo>
                  <a:cubicBezTo>
                    <a:pt x="1554" y="15564"/>
                    <a:pt x="1654" y="15339"/>
                    <a:pt x="1780" y="15038"/>
                  </a:cubicBezTo>
                  <a:cubicBezTo>
                    <a:pt x="1880" y="14938"/>
                    <a:pt x="1880" y="14838"/>
                    <a:pt x="1980" y="14712"/>
                  </a:cubicBezTo>
                  <a:cubicBezTo>
                    <a:pt x="2080" y="14512"/>
                    <a:pt x="2080" y="14211"/>
                    <a:pt x="2181" y="13985"/>
                  </a:cubicBezTo>
                  <a:cubicBezTo>
                    <a:pt x="2281" y="13885"/>
                    <a:pt x="2181" y="13785"/>
                    <a:pt x="2281" y="13584"/>
                  </a:cubicBezTo>
                  <a:cubicBezTo>
                    <a:pt x="2406" y="13459"/>
                    <a:pt x="2406" y="13259"/>
                    <a:pt x="2507" y="13158"/>
                  </a:cubicBezTo>
                  <a:cubicBezTo>
                    <a:pt x="2607" y="13058"/>
                    <a:pt x="2507" y="12833"/>
                    <a:pt x="2607" y="12732"/>
                  </a:cubicBezTo>
                  <a:cubicBezTo>
                    <a:pt x="2707" y="12432"/>
                    <a:pt x="2908" y="12331"/>
                    <a:pt x="2908" y="11905"/>
                  </a:cubicBezTo>
                  <a:cubicBezTo>
                    <a:pt x="3033" y="11805"/>
                    <a:pt x="3133" y="11579"/>
                    <a:pt x="3133" y="11479"/>
                  </a:cubicBezTo>
                  <a:cubicBezTo>
                    <a:pt x="3233" y="11379"/>
                    <a:pt x="3233" y="11379"/>
                    <a:pt x="3233" y="11279"/>
                  </a:cubicBezTo>
                  <a:cubicBezTo>
                    <a:pt x="3233" y="11078"/>
                    <a:pt x="3233" y="11078"/>
                    <a:pt x="3334" y="10953"/>
                  </a:cubicBezTo>
                  <a:cubicBezTo>
                    <a:pt x="3534" y="10752"/>
                    <a:pt x="3534" y="10552"/>
                    <a:pt x="3659" y="10326"/>
                  </a:cubicBezTo>
                  <a:cubicBezTo>
                    <a:pt x="3659" y="10126"/>
                    <a:pt x="3760" y="9925"/>
                    <a:pt x="3860" y="9825"/>
                  </a:cubicBezTo>
                  <a:cubicBezTo>
                    <a:pt x="3960" y="9499"/>
                    <a:pt x="4161" y="9399"/>
                    <a:pt x="4161" y="9073"/>
                  </a:cubicBezTo>
                  <a:cubicBezTo>
                    <a:pt x="4161" y="8973"/>
                    <a:pt x="4286" y="8873"/>
                    <a:pt x="4386" y="8772"/>
                  </a:cubicBezTo>
                  <a:cubicBezTo>
                    <a:pt x="4386" y="8572"/>
                    <a:pt x="4386" y="8447"/>
                    <a:pt x="4486" y="8246"/>
                  </a:cubicBezTo>
                  <a:cubicBezTo>
                    <a:pt x="4587" y="8146"/>
                    <a:pt x="4587" y="8046"/>
                    <a:pt x="4587" y="7945"/>
                  </a:cubicBezTo>
                  <a:cubicBezTo>
                    <a:pt x="4587" y="7720"/>
                    <a:pt x="4913" y="7519"/>
                    <a:pt x="4913" y="7319"/>
                  </a:cubicBezTo>
                  <a:lnTo>
                    <a:pt x="4913" y="7093"/>
                  </a:lnTo>
                  <a:cubicBezTo>
                    <a:pt x="4913" y="6893"/>
                    <a:pt x="5113" y="6893"/>
                    <a:pt x="5113" y="6792"/>
                  </a:cubicBezTo>
                  <a:cubicBezTo>
                    <a:pt x="5213" y="6567"/>
                    <a:pt x="5213" y="6467"/>
                    <a:pt x="5314" y="6366"/>
                  </a:cubicBezTo>
                  <a:cubicBezTo>
                    <a:pt x="5414" y="6166"/>
                    <a:pt x="5414" y="6066"/>
                    <a:pt x="5539" y="5940"/>
                  </a:cubicBezTo>
                  <a:cubicBezTo>
                    <a:pt x="5639" y="5740"/>
                    <a:pt x="5539" y="5640"/>
                    <a:pt x="5639" y="5439"/>
                  </a:cubicBezTo>
                  <a:cubicBezTo>
                    <a:pt x="5639" y="5213"/>
                    <a:pt x="5840" y="5113"/>
                    <a:pt x="5840" y="4913"/>
                  </a:cubicBezTo>
                  <a:cubicBezTo>
                    <a:pt x="5940" y="4687"/>
                    <a:pt x="6040" y="4587"/>
                    <a:pt x="6040" y="4487"/>
                  </a:cubicBezTo>
                  <a:cubicBezTo>
                    <a:pt x="6166" y="4061"/>
                    <a:pt x="6266" y="3860"/>
                    <a:pt x="6366" y="3559"/>
                  </a:cubicBezTo>
                  <a:cubicBezTo>
                    <a:pt x="6567" y="3234"/>
                    <a:pt x="6667" y="3033"/>
                    <a:pt x="6792" y="2507"/>
                  </a:cubicBezTo>
                  <a:cubicBezTo>
                    <a:pt x="6893" y="2406"/>
                    <a:pt x="6792" y="2181"/>
                    <a:pt x="6893" y="2081"/>
                  </a:cubicBezTo>
                  <a:cubicBezTo>
                    <a:pt x="6993" y="2081"/>
                    <a:pt x="7294" y="1554"/>
                    <a:pt x="7294" y="1454"/>
                  </a:cubicBezTo>
                  <a:cubicBezTo>
                    <a:pt x="7294" y="1053"/>
                    <a:pt x="7419" y="1053"/>
                    <a:pt x="7519" y="727"/>
                  </a:cubicBezTo>
                  <a:cubicBezTo>
                    <a:pt x="7619" y="627"/>
                    <a:pt x="7820" y="301"/>
                    <a:pt x="7619" y="101"/>
                  </a:cubicBezTo>
                  <a:cubicBezTo>
                    <a:pt x="7519" y="0"/>
                    <a:pt x="7419" y="0"/>
                    <a:pt x="7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7"/>
            <p:cNvSpPr/>
            <p:nvPr/>
          </p:nvSpPr>
          <p:spPr>
            <a:xfrm>
              <a:off x="2973225" y="1490600"/>
              <a:ext cx="169200" cy="412950"/>
            </a:xfrm>
            <a:custGeom>
              <a:rect b="b" l="l" r="r" t="t"/>
              <a:pathLst>
                <a:path extrusionOk="0" h="16518" w="6768">
                  <a:moveTo>
                    <a:pt x="6266" y="1"/>
                  </a:moveTo>
                  <a:lnTo>
                    <a:pt x="6141" y="126"/>
                  </a:lnTo>
                  <a:cubicBezTo>
                    <a:pt x="6141" y="226"/>
                    <a:pt x="6141" y="326"/>
                    <a:pt x="6041" y="427"/>
                  </a:cubicBezTo>
                  <a:cubicBezTo>
                    <a:pt x="6041" y="527"/>
                    <a:pt x="5941" y="627"/>
                    <a:pt x="5840" y="753"/>
                  </a:cubicBezTo>
                  <a:cubicBezTo>
                    <a:pt x="5840" y="853"/>
                    <a:pt x="5840" y="953"/>
                    <a:pt x="5740" y="953"/>
                  </a:cubicBezTo>
                  <a:lnTo>
                    <a:pt x="5740" y="1379"/>
                  </a:lnTo>
                  <a:cubicBezTo>
                    <a:pt x="5740" y="1379"/>
                    <a:pt x="5740" y="1479"/>
                    <a:pt x="5640" y="1479"/>
                  </a:cubicBezTo>
                  <a:cubicBezTo>
                    <a:pt x="5515" y="1580"/>
                    <a:pt x="5515" y="1680"/>
                    <a:pt x="5515" y="1880"/>
                  </a:cubicBezTo>
                  <a:cubicBezTo>
                    <a:pt x="5414" y="2006"/>
                    <a:pt x="5314" y="2106"/>
                    <a:pt x="5314" y="2206"/>
                  </a:cubicBezTo>
                  <a:cubicBezTo>
                    <a:pt x="5214" y="2306"/>
                    <a:pt x="5214" y="2507"/>
                    <a:pt x="5214" y="2632"/>
                  </a:cubicBezTo>
                  <a:cubicBezTo>
                    <a:pt x="5114" y="2732"/>
                    <a:pt x="5013" y="2933"/>
                    <a:pt x="4888" y="3033"/>
                  </a:cubicBezTo>
                  <a:cubicBezTo>
                    <a:pt x="4788" y="3259"/>
                    <a:pt x="4888" y="3359"/>
                    <a:pt x="4788" y="3560"/>
                  </a:cubicBezTo>
                  <a:cubicBezTo>
                    <a:pt x="4687" y="3660"/>
                    <a:pt x="4687" y="3760"/>
                    <a:pt x="4587" y="3885"/>
                  </a:cubicBezTo>
                  <a:cubicBezTo>
                    <a:pt x="4487" y="3986"/>
                    <a:pt x="4487" y="4086"/>
                    <a:pt x="4487" y="4286"/>
                  </a:cubicBezTo>
                  <a:cubicBezTo>
                    <a:pt x="4387" y="4612"/>
                    <a:pt x="4261" y="4813"/>
                    <a:pt x="4161" y="5139"/>
                  </a:cubicBezTo>
                  <a:cubicBezTo>
                    <a:pt x="3961" y="5439"/>
                    <a:pt x="3860" y="5765"/>
                    <a:pt x="3760" y="6166"/>
                  </a:cubicBezTo>
                  <a:cubicBezTo>
                    <a:pt x="3760" y="6392"/>
                    <a:pt x="3535" y="6492"/>
                    <a:pt x="3535" y="6692"/>
                  </a:cubicBezTo>
                  <a:cubicBezTo>
                    <a:pt x="3434" y="6893"/>
                    <a:pt x="3535" y="7118"/>
                    <a:pt x="3334" y="7118"/>
                  </a:cubicBezTo>
                  <a:cubicBezTo>
                    <a:pt x="3234" y="7219"/>
                    <a:pt x="3234" y="7419"/>
                    <a:pt x="3234" y="7419"/>
                  </a:cubicBezTo>
                  <a:lnTo>
                    <a:pt x="3134" y="7845"/>
                  </a:lnTo>
                  <a:cubicBezTo>
                    <a:pt x="3008" y="8146"/>
                    <a:pt x="2908" y="8372"/>
                    <a:pt x="2808" y="8672"/>
                  </a:cubicBezTo>
                  <a:cubicBezTo>
                    <a:pt x="2708" y="8773"/>
                    <a:pt x="2708" y="8898"/>
                    <a:pt x="2708" y="8998"/>
                  </a:cubicBezTo>
                  <a:cubicBezTo>
                    <a:pt x="2507" y="8998"/>
                    <a:pt x="2607" y="9199"/>
                    <a:pt x="2507" y="9299"/>
                  </a:cubicBezTo>
                  <a:lnTo>
                    <a:pt x="2281" y="9725"/>
                  </a:lnTo>
                  <a:cubicBezTo>
                    <a:pt x="2181" y="9926"/>
                    <a:pt x="2181" y="10251"/>
                    <a:pt x="2081" y="10452"/>
                  </a:cubicBezTo>
                  <a:cubicBezTo>
                    <a:pt x="1981" y="10778"/>
                    <a:pt x="1880" y="10978"/>
                    <a:pt x="1755" y="11179"/>
                  </a:cubicBezTo>
                  <a:cubicBezTo>
                    <a:pt x="1655" y="11279"/>
                    <a:pt x="1555" y="11404"/>
                    <a:pt x="1555" y="11605"/>
                  </a:cubicBezTo>
                  <a:cubicBezTo>
                    <a:pt x="1555" y="11805"/>
                    <a:pt x="1454" y="12031"/>
                    <a:pt x="1354" y="12332"/>
                  </a:cubicBezTo>
                  <a:cubicBezTo>
                    <a:pt x="1254" y="12532"/>
                    <a:pt x="1254" y="12858"/>
                    <a:pt x="1129" y="13159"/>
                  </a:cubicBezTo>
                  <a:cubicBezTo>
                    <a:pt x="1028" y="13284"/>
                    <a:pt x="928" y="13484"/>
                    <a:pt x="928" y="13585"/>
                  </a:cubicBezTo>
                  <a:cubicBezTo>
                    <a:pt x="728" y="14011"/>
                    <a:pt x="728" y="13910"/>
                    <a:pt x="627" y="14412"/>
                  </a:cubicBezTo>
                  <a:cubicBezTo>
                    <a:pt x="502" y="14537"/>
                    <a:pt x="402" y="15264"/>
                    <a:pt x="301" y="15464"/>
                  </a:cubicBezTo>
                  <a:cubicBezTo>
                    <a:pt x="301" y="15565"/>
                    <a:pt x="201" y="15565"/>
                    <a:pt x="201" y="15665"/>
                  </a:cubicBezTo>
                  <a:cubicBezTo>
                    <a:pt x="201" y="15890"/>
                    <a:pt x="301" y="15991"/>
                    <a:pt x="201" y="16091"/>
                  </a:cubicBezTo>
                  <a:cubicBezTo>
                    <a:pt x="201" y="16191"/>
                    <a:pt x="1" y="16291"/>
                    <a:pt x="201" y="16291"/>
                  </a:cubicBezTo>
                  <a:cubicBezTo>
                    <a:pt x="201" y="16417"/>
                    <a:pt x="201" y="16517"/>
                    <a:pt x="301" y="16517"/>
                  </a:cubicBezTo>
                  <a:cubicBezTo>
                    <a:pt x="402" y="16517"/>
                    <a:pt x="627" y="16517"/>
                    <a:pt x="728" y="16417"/>
                  </a:cubicBezTo>
                  <a:lnTo>
                    <a:pt x="728" y="16191"/>
                  </a:lnTo>
                  <a:cubicBezTo>
                    <a:pt x="728" y="15890"/>
                    <a:pt x="828" y="15790"/>
                    <a:pt x="1028" y="15264"/>
                  </a:cubicBezTo>
                  <a:cubicBezTo>
                    <a:pt x="1129" y="15038"/>
                    <a:pt x="1129" y="14738"/>
                    <a:pt x="1129" y="14537"/>
                  </a:cubicBezTo>
                  <a:cubicBezTo>
                    <a:pt x="1254" y="14312"/>
                    <a:pt x="1254" y="14111"/>
                    <a:pt x="1354" y="13910"/>
                  </a:cubicBezTo>
                  <a:cubicBezTo>
                    <a:pt x="1454" y="13785"/>
                    <a:pt x="1454" y="13685"/>
                    <a:pt x="1454" y="13585"/>
                  </a:cubicBezTo>
                  <a:cubicBezTo>
                    <a:pt x="1555" y="13384"/>
                    <a:pt x="1655" y="13058"/>
                    <a:pt x="1755" y="12858"/>
                  </a:cubicBezTo>
                  <a:cubicBezTo>
                    <a:pt x="1755" y="12758"/>
                    <a:pt x="1755" y="12657"/>
                    <a:pt x="1880" y="12532"/>
                  </a:cubicBezTo>
                  <a:cubicBezTo>
                    <a:pt x="1880" y="12432"/>
                    <a:pt x="1880" y="12231"/>
                    <a:pt x="1981" y="12031"/>
                  </a:cubicBezTo>
                  <a:cubicBezTo>
                    <a:pt x="2081" y="11905"/>
                    <a:pt x="1981" y="11805"/>
                    <a:pt x="2081" y="11705"/>
                  </a:cubicBezTo>
                  <a:cubicBezTo>
                    <a:pt x="2181" y="11404"/>
                    <a:pt x="2382" y="11279"/>
                    <a:pt x="2382" y="10978"/>
                  </a:cubicBezTo>
                  <a:cubicBezTo>
                    <a:pt x="2382" y="10878"/>
                    <a:pt x="2507" y="10652"/>
                    <a:pt x="2607" y="10552"/>
                  </a:cubicBezTo>
                  <a:lnTo>
                    <a:pt x="2607" y="10352"/>
                  </a:lnTo>
                  <a:cubicBezTo>
                    <a:pt x="2607" y="10251"/>
                    <a:pt x="2607" y="10151"/>
                    <a:pt x="2708" y="10026"/>
                  </a:cubicBezTo>
                  <a:cubicBezTo>
                    <a:pt x="2908" y="9926"/>
                    <a:pt x="2908" y="9725"/>
                    <a:pt x="3008" y="9525"/>
                  </a:cubicBezTo>
                  <a:cubicBezTo>
                    <a:pt x="3008" y="9299"/>
                    <a:pt x="3134" y="9199"/>
                    <a:pt x="3234" y="8998"/>
                  </a:cubicBezTo>
                  <a:cubicBezTo>
                    <a:pt x="3234" y="8773"/>
                    <a:pt x="3535" y="8672"/>
                    <a:pt x="3535" y="8372"/>
                  </a:cubicBezTo>
                  <a:cubicBezTo>
                    <a:pt x="3535" y="8271"/>
                    <a:pt x="3535" y="8146"/>
                    <a:pt x="3635" y="8046"/>
                  </a:cubicBezTo>
                  <a:cubicBezTo>
                    <a:pt x="3635" y="7946"/>
                    <a:pt x="3760" y="7745"/>
                    <a:pt x="3760" y="7645"/>
                  </a:cubicBezTo>
                  <a:cubicBezTo>
                    <a:pt x="3860" y="7519"/>
                    <a:pt x="3860" y="7419"/>
                    <a:pt x="3860" y="7319"/>
                  </a:cubicBezTo>
                  <a:cubicBezTo>
                    <a:pt x="3860" y="7118"/>
                    <a:pt x="4161" y="7018"/>
                    <a:pt x="4161" y="6793"/>
                  </a:cubicBezTo>
                  <a:lnTo>
                    <a:pt x="4161" y="6492"/>
                  </a:lnTo>
                  <a:cubicBezTo>
                    <a:pt x="4161" y="6392"/>
                    <a:pt x="4261" y="6392"/>
                    <a:pt x="4387" y="6166"/>
                  </a:cubicBezTo>
                  <a:cubicBezTo>
                    <a:pt x="4387" y="6066"/>
                    <a:pt x="4487" y="5966"/>
                    <a:pt x="4487" y="5865"/>
                  </a:cubicBezTo>
                  <a:cubicBezTo>
                    <a:pt x="4587" y="5765"/>
                    <a:pt x="4587" y="5540"/>
                    <a:pt x="4687" y="5439"/>
                  </a:cubicBezTo>
                  <a:cubicBezTo>
                    <a:pt x="4788" y="5339"/>
                    <a:pt x="4687" y="5239"/>
                    <a:pt x="4687" y="5013"/>
                  </a:cubicBezTo>
                  <a:cubicBezTo>
                    <a:pt x="4788" y="4813"/>
                    <a:pt x="4888" y="4712"/>
                    <a:pt x="5013" y="4512"/>
                  </a:cubicBezTo>
                  <a:cubicBezTo>
                    <a:pt x="5114" y="4387"/>
                    <a:pt x="5114" y="4286"/>
                    <a:pt x="5214" y="4086"/>
                  </a:cubicBezTo>
                  <a:cubicBezTo>
                    <a:pt x="5214" y="3760"/>
                    <a:pt x="5314" y="3560"/>
                    <a:pt x="5414" y="3359"/>
                  </a:cubicBezTo>
                  <a:cubicBezTo>
                    <a:pt x="5640" y="2933"/>
                    <a:pt x="5740" y="2732"/>
                    <a:pt x="5840" y="2407"/>
                  </a:cubicBezTo>
                  <a:cubicBezTo>
                    <a:pt x="5840" y="2206"/>
                    <a:pt x="5840" y="2106"/>
                    <a:pt x="5941" y="2006"/>
                  </a:cubicBezTo>
                  <a:cubicBezTo>
                    <a:pt x="6041" y="1880"/>
                    <a:pt x="6266" y="1479"/>
                    <a:pt x="6266" y="1379"/>
                  </a:cubicBezTo>
                  <a:cubicBezTo>
                    <a:pt x="6266" y="953"/>
                    <a:pt x="6367" y="953"/>
                    <a:pt x="6467" y="753"/>
                  </a:cubicBezTo>
                  <a:cubicBezTo>
                    <a:pt x="6467" y="527"/>
                    <a:pt x="6768" y="326"/>
                    <a:pt x="6467" y="126"/>
                  </a:cubicBezTo>
                  <a:cubicBezTo>
                    <a:pt x="6467" y="126"/>
                    <a:pt x="6367" y="1"/>
                    <a:pt x="6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7"/>
            <p:cNvSpPr/>
            <p:nvPr/>
          </p:nvSpPr>
          <p:spPr>
            <a:xfrm>
              <a:off x="3268025" y="1525075"/>
              <a:ext cx="62375" cy="146000"/>
            </a:xfrm>
            <a:custGeom>
              <a:rect b="b" l="l" r="r" t="t"/>
              <a:pathLst>
                <a:path extrusionOk="0" h="5840" w="2495">
                  <a:moveTo>
                    <a:pt x="1993" y="0"/>
                  </a:moveTo>
                  <a:cubicBezTo>
                    <a:pt x="1868" y="100"/>
                    <a:pt x="1993" y="100"/>
                    <a:pt x="1993" y="100"/>
                  </a:cubicBezTo>
                  <a:cubicBezTo>
                    <a:pt x="1868" y="201"/>
                    <a:pt x="1768" y="201"/>
                    <a:pt x="1768" y="201"/>
                  </a:cubicBezTo>
                  <a:cubicBezTo>
                    <a:pt x="1868" y="301"/>
                    <a:pt x="1868" y="301"/>
                    <a:pt x="1768" y="301"/>
                  </a:cubicBezTo>
                  <a:cubicBezTo>
                    <a:pt x="1768" y="401"/>
                    <a:pt x="1868" y="401"/>
                    <a:pt x="1868" y="501"/>
                  </a:cubicBezTo>
                  <a:lnTo>
                    <a:pt x="1768" y="501"/>
                  </a:lnTo>
                  <a:cubicBezTo>
                    <a:pt x="1667" y="501"/>
                    <a:pt x="1768" y="627"/>
                    <a:pt x="1768" y="627"/>
                  </a:cubicBezTo>
                  <a:cubicBezTo>
                    <a:pt x="1768" y="727"/>
                    <a:pt x="1667" y="727"/>
                    <a:pt x="1667" y="727"/>
                  </a:cubicBezTo>
                  <a:lnTo>
                    <a:pt x="1667" y="927"/>
                  </a:lnTo>
                  <a:cubicBezTo>
                    <a:pt x="1567" y="927"/>
                    <a:pt x="1567" y="1028"/>
                    <a:pt x="1567" y="1028"/>
                  </a:cubicBezTo>
                  <a:lnTo>
                    <a:pt x="1567" y="1253"/>
                  </a:lnTo>
                  <a:cubicBezTo>
                    <a:pt x="1467" y="1253"/>
                    <a:pt x="1567" y="1353"/>
                    <a:pt x="1467" y="1353"/>
                  </a:cubicBezTo>
                  <a:lnTo>
                    <a:pt x="1467" y="1454"/>
                  </a:lnTo>
                  <a:cubicBezTo>
                    <a:pt x="1467" y="1554"/>
                    <a:pt x="1467" y="1654"/>
                    <a:pt x="1367" y="1754"/>
                  </a:cubicBezTo>
                  <a:cubicBezTo>
                    <a:pt x="1241" y="1880"/>
                    <a:pt x="1241" y="1980"/>
                    <a:pt x="1241" y="2181"/>
                  </a:cubicBezTo>
                  <a:cubicBezTo>
                    <a:pt x="1367" y="2181"/>
                    <a:pt x="1241" y="2281"/>
                    <a:pt x="1241" y="2381"/>
                  </a:cubicBezTo>
                  <a:cubicBezTo>
                    <a:pt x="1241" y="2381"/>
                    <a:pt x="1367" y="2506"/>
                    <a:pt x="1141" y="2506"/>
                  </a:cubicBezTo>
                  <a:cubicBezTo>
                    <a:pt x="1041" y="2506"/>
                    <a:pt x="1141" y="2607"/>
                    <a:pt x="1141" y="2607"/>
                  </a:cubicBezTo>
                  <a:lnTo>
                    <a:pt x="1141" y="2807"/>
                  </a:lnTo>
                  <a:cubicBezTo>
                    <a:pt x="1141" y="2807"/>
                    <a:pt x="1041" y="2907"/>
                    <a:pt x="1041" y="3008"/>
                  </a:cubicBezTo>
                  <a:lnTo>
                    <a:pt x="1041" y="3133"/>
                  </a:lnTo>
                  <a:cubicBezTo>
                    <a:pt x="941" y="3133"/>
                    <a:pt x="941" y="3233"/>
                    <a:pt x="941" y="3233"/>
                  </a:cubicBezTo>
                  <a:lnTo>
                    <a:pt x="840" y="3434"/>
                  </a:lnTo>
                  <a:cubicBezTo>
                    <a:pt x="740" y="3434"/>
                    <a:pt x="840" y="3534"/>
                    <a:pt x="840" y="3634"/>
                  </a:cubicBezTo>
                  <a:cubicBezTo>
                    <a:pt x="840" y="3760"/>
                    <a:pt x="740" y="3860"/>
                    <a:pt x="740" y="3960"/>
                  </a:cubicBezTo>
                  <a:cubicBezTo>
                    <a:pt x="615" y="3960"/>
                    <a:pt x="615" y="3960"/>
                    <a:pt x="615" y="4060"/>
                  </a:cubicBezTo>
                  <a:lnTo>
                    <a:pt x="615" y="4261"/>
                  </a:lnTo>
                  <a:cubicBezTo>
                    <a:pt x="615" y="4386"/>
                    <a:pt x="615" y="4486"/>
                    <a:pt x="515" y="4587"/>
                  </a:cubicBezTo>
                  <a:lnTo>
                    <a:pt x="515" y="4787"/>
                  </a:lnTo>
                  <a:cubicBezTo>
                    <a:pt x="414" y="4887"/>
                    <a:pt x="414" y="4887"/>
                    <a:pt x="314" y="5013"/>
                  </a:cubicBezTo>
                  <a:cubicBezTo>
                    <a:pt x="314" y="5113"/>
                    <a:pt x="314" y="5313"/>
                    <a:pt x="214" y="5313"/>
                  </a:cubicBezTo>
                  <a:cubicBezTo>
                    <a:pt x="214" y="5414"/>
                    <a:pt x="114" y="5414"/>
                    <a:pt x="114" y="5414"/>
                  </a:cubicBezTo>
                  <a:lnTo>
                    <a:pt x="214" y="5514"/>
                  </a:lnTo>
                  <a:cubicBezTo>
                    <a:pt x="164" y="5577"/>
                    <a:pt x="82" y="5577"/>
                    <a:pt x="41" y="5577"/>
                  </a:cubicBezTo>
                  <a:cubicBezTo>
                    <a:pt x="1" y="5577"/>
                    <a:pt x="1" y="5577"/>
                    <a:pt x="114" y="5639"/>
                  </a:cubicBezTo>
                  <a:cubicBezTo>
                    <a:pt x="114" y="5639"/>
                    <a:pt x="114" y="5739"/>
                    <a:pt x="214" y="5739"/>
                  </a:cubicBezTo>
                  <a:cubicBezTo>
                    <a:pt x="314" y="5739"/>
                    <a:pt x="515" y="5840"/>
                    <a:pt x="615" y="5840"/>
                  </a:cubicBezTo>
                  <a:lnTo>
                    <a:pt x="615" y="5739"/>
                  </a:lnTo>
                  <a:cubicBezTo>
                    <a:pt x="615" y="5639"/>
                    <a:pt x="740" y="5639"/>
                    <a:pt x="840" y="5514"/>
                  </a:cubicBezTo>
                  <a:cubicBezTo>
                    <a:pt x="941" y="5414"/>
                    <a:pt x="840" y="5313"/>
                    <a:pt x="941" y="5213"/>
                  </a:cubicBezTo>
                  <a:cubicBezTo>
                    <a:pt x="941" y="5113"/>
                    <a:pt x="941" y="5013"/>
                    <a:pt x="1041" y="5013"/>
                  </a:cubicBezTo>
                  <a:lnTo>
                    <a:pt x="1041" y="4887"/>
                  </a:lnTo>
                  <a:lnTo>
                    <a:pt x="1041" y="4587"/>
                  </a:lnTo>
                  <a:cubicBezTo>
                    <a:pt x="1141" y="4587"/>
                    <a:pt x="1041" y="4486"/>
                    <a:pt x="1041" y="4486"/>
                  </a:cubicBezTo>
                  <a:cubicBezTo>
                    <a:pt x="1141" y="4486"/>
                    <a:pt x="1041" y="4386"/>
                    <a:pt x="1141" y="4386"/>
                  </a:cubicBezTo>
                  <a:cubicBezTo>
                    <a:pt x="1141" y="4261"/>
                    <a:pt x="1041" y="4261"/>
                    <a:pt x="1141" y="4161"/>
                  </a:cubicBezTo>
                  <a:cubicBezTo>
                    <a:pt x="1141" y="4060"/>
                    <a:pt x="1367" y="4060"/>
                    <a:pt x="1241" y="3960"/>
                  </a:cubicBezTo>
                  <a:lnTo>
                    <a:pt x="1241" y="3860"/>
                  </a:lnTo>
                  <a:cubicBezTo>
                    <a:pt x="1367" y="3760"/>
                    <a:pt x="1241" y="3760"/>
                    <a:pt x="1241" y="3760"/>
                  </a:cubicBezTo>
                  <a:lnTo>
                    <a:pt x="1241" y="3634"/>
                  </a:lnTo>
                  <a:cubicBezTo>
                    <a:pt x="1467" y="3534"/>
                    <a:pt x="1467" y="3534"/>
                    <a:pt x="1467" y="3434"/>
                  </a:cubicBezTo>
                  <a:lnTo>
                    <a:pt x="1467" y="3233"/>
                  </a:lnTo>
                  <a:cubicBezTo>
                    <a:pt x="1467" y="3133"/>
                    <a:pt x="1667" y="3133"/>
                    <a:pt x="1667" y="3008"/>
                  </a:cubicBezTo>
                  <a:cubicBezTo>
                    <a:pt x="1567" y="3008"/>
                    <a:pt x="1667" y="3008"/>
                    <a:pt x="1667" y="2907"/>
                  </a:cubicBezTo>
                  <a:lnTo>
                    <a:pt x="1667" y="2807"/>
                  </a:lnTo>
                  <a:cubicBezTo>
                    <a:pt x="1768" y="2807"/>
                    <a:pt x="1768" y="2707"/>
                    <a:pt x="1667" y="2707"/>
                  </a:cubicBezTo>
                  <a:cubicBezTo>
                    <a:pt x="1567" y="2607"/>
                    <a:pt x="1868" y="2607"/>
                    <a:pt x="1768" y="2506"/>
                  </a:cubicBezTo>
                  <a:lnTo>
                    <a:pt x="1768" y="2381"/>
                  </a:lnTo>
                  <a:cubicBezTo>
                    <a:pt x="1667" y="2281"/>
                    <a:pt x="1768" y="2281"/>
                    <a:pt x="1868" y="2281"/>
                  </a:cubicBezTo>
                  <a:lnTo>
                    <a:pt x="1868" y="2181"/>
                  </a:lnTo>
                  <a:cubicBezTo>
                    <a:pt x="1868" y="2080"/>
                    <a:pt x="1868" y="2080"/>
                    <a:pt x="1993" y="1980"/>
                  </a:cubicBezTo>
                  <a:cubicBezTo>
                    <a:pt x="1993" y="1980"/>
                    <a:pt x="1993" y="1880"/>
                    <a:pt x="1868" y="1880"/>
                  </a:cubicBezTo>
                  <a:cubicBezTo>
                    <a:pt x="1868" y="1754"/>
                    <a:pt x="1993" y="1754"/>
                    <a:pt x="1993" y="1654"/>
                  </a:cubicBezTo>
                  <a:cubicBezTo>
                    <a:pt x="2094" y="1654"/>
                    <a:pt x="2094" y="1554"/>
                    <a:pt x="2094" y="1554"/>
                  </a:cubicBezTo>
                  <a:lnTo>
                    <a:pt x="2094" y="1253"/>
                  </a:lnTo>
                  <a:cubicBezTo>
                    <a:pt x="2194" y="1128"/>
                    <a:pt x="2194" y="1028"/>
                    <a:pt x="2194" y="927"/>
                  </a:cubicBezTo>
                  <a:cubicBezTo>
                    <a:pt x="2194" y="827"/>
                    <a:pt x="2094" y="827"/>
                    <a:pt x="2194" y="727"/>
                  </a:cubicBezTo>
                  <a:cubicBezTo>
                    <a:pt x="2294" y="727"/>
                    <a:pt x="2394" y="627"/>
                    <a:pt x="2394" y="501"/>
                  </a:cubicBezTo>
                  <a:cubicBezTo>
                    <a:pt x="2294" y="401"/>
                    <a:pt x="2294" y="401"/>
                    <a:pt x="2394" y="301"/>
                  </a:cubicBezTo>
                  <a:cubicBezTo>
                    <a:pt x="2394" y="301"/>
                    <a:pt x="2495" y="201"/>
                    <a:pt x="2194" y="100"/>
                  </a:cubicBezTo>
                  <a:cubicBezTo>
                    <a:pt x="2194" y="100"/>
                    <a:pt x="2094" y="0"/>
                    <a:pt x="1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7"/>
            <p:cNvSpPr/>
            <p:nvPr/>
          </p:nvSpPr>
          <p:spPr>
            <a:xfrm>
              <a:off x="3307200" y="1540725"/>
              <a:ext cx="52025" cy="106550"/>
            </a:xfrm>
            <a:custGeom>
              <a:rect b="b" l="l" r="r" t="t"/>
              <a:pathLst>
                <a:path extrusionOk="0" h="4262" w="2081">
                  <a:moveTo>
                    <a:pt x="1454" y="1"/>
                  </a:moveTo>
                  <a:lnTo>
                    <a:pt x="1454" y="101"/>
                  </a:lnTo>
                  <a:cubicBezTo>
                    <a:pt x="1454" y="101"/>
                    <a:pt x="1354" y="101"/>
                    <a:pt x="1354" y="201"/>
                  </a:cubicBezTo>
                  <a:cubicBezTo>
                    <a:pt x="1253" y="201"/>
                    <a:pt x="1354" y="301"/>
                    <a:pt x="1454" y="301"/>
                  </a:cubicBezTo>
                  <a:lnTo>
                    <a:pt x="1354" y="402"/>
                  </a:lnTo>
                  <a:cubicBezTo>
                    <a:pt x="1354" y="502"/>
                    <a:pt x="1253" y="502"/>
                    <a:pt x="1253" y="502"/>
                  </a:cubicBezTo>
                  <a:cubicBezTo>
                    <a:pt x="1253" y="502"/>
                    <a:pt x="1354" y="627"/>
                    <a:pt x="1253" y="627"/>
                  </a:cubicBezTo>
                  <a:cubicBezTo>
                    <a:pt x="1253" y="727"/>
                    <a:pt x="1253" y="727"/>
                    <a:pt x="1153" y="727"/>
                  </a:cubicBezTo>
                  <a:cubicBezTo>
                    <a:pt x="1153" y="828"/>
                    <a:pt x="1253" y="828"/>
                    <a:pt x="1153" y="828"/>
                  </a:cubicBezTo>
                  <a:lnTo>
                    <a:pt x="1153" y="928"/>
                  </a:lnTo>
                  <a:lnTo>
                    <a:pt x="1153" y="1028"/>
                  </a:lnTo>
                  <a:cubicBezTo>
                    <a:pt x="1153" y="1128"/>
                    <a:pt x="1153" y="1254"/>
                    <a:pt x="1053" y="1254"/>
                  </a:cubicBezTo>
                  <a:lnTo>
                    <a:pt x="1053" y="1555"/>
                  </a:lnTo>
                  <a:lnTo>
                    <a:pt x="928" y="1655"/>
                  </a:lnTo>
                  <a:cubicBezTo>
                    <a:pt x="928" y="1755"/>
                    <a:pt x="1153" y="1755"/>
                    <a:pt x="928" y="1755"/>
                  </a:cubicBezTo>
                  <a:cubicBezTo>
                    <a:pt x="827" y="1755"/>
                    <a:pt x="928" y="1880"/>
                    <a:pt x="928" y="1880"/>
                  </a:cubicBezTo>
                  <a:lnTo>
                    <a:pt x="928" y="1981"/>
                  </a:lnTo>
                  <a:cubicBezTo>
                    <a:pt x="928" y="2081"/>
                    <a:pt x="928" y="2081"/>
                    <a:pt x="827" y="2181"/>
                  </a:cubicBezTo>
                  <a:cubicBezTo>
                    <a:pt x="827" y="2181"/>
                    <a:pt x="928" y="2281"/>
                    <a:pt x="827" y="2281"/>
                  </a:cubicBezTo>
                  <a:lnTo>
                    <a:pt x="727" y="2382"/>
                  </a:lnTo>
                  <a:cubicBezTo>
                    <a:pt x="627" y="2507"/>
                    <a:pt x="727" y="2607"/>
                    <a:pt x="727" y="2607"/>
                  </a:cubicBezTo>
                  <a:cubicBezTo>
                    <a:pt x="727" y="2707"/>
                    <a:pt x="727" y="2808"/>
                    <a:pt x="627" y="2808"/>
                  </a:cubicBezTo>
                  <a:cubicBezTo>
                    <a:pt x="627" y="2808"/>
                    <a:pt x="527" y="2808"/>
                    <a:pt x="527" y="2908"/>
                  </a:cubicBezTo>
                  <a:cubicBezTo>
                    <a:pt x="627" y="3008"/>
                    <a:pt x="627" y="3008"/>
                    <a:pt x="627" y="3134"/>
                  </a:cubicBezTo>
                  <a:cubicBezTo>
                    <a:pt x="527" y="3134"/>
                    <a:pt x="627" y="3234"/>
                    <a:pt x="527" y="3334"/>
                  </a:cubicBezTo>
                  <a:lnTo>
                    <a:pt x="527" y="3434"/>
                  </a:lnTo>
                  <a:cubicBezTo>
                    <a:pt x="426" y="3535"/>
                    <a:pt x="426" y="3535"/>
                    <a:pt x="426" y="3635"/>
                  </a:cubicBezTo>
                  <a:lnTo>
                    <a:pt x="301" y="3860"/>
                  </a:lnTo>
                  <a:lnTo>
                    <a:pt x="201" y="3860"/>
                  </a:lnTo>
                  <a:cubicBezTo>
                    <a:pt x="201" y="3961"/>
                    <a:pt x="301" y="3961"/>
                    <a:pt x="201" y="3961"/>
                  </a:cubicBezTo>
                  <a:cubicBezTo>
                    <a:pt x="201" y="3961"/>
                    <a:pt x="0" y="3961"/>
                    <a:pt x="201" y="4061"/>
                  </a:cubicBezTo>
                  <a:lnTo>
                    <a:pt x="301" y="4161"/>
                  </a:lnTo>
                  <a:cubicBezTo>
                    <a:pt x="426" y="4161"/>
                    <a:pt x="627" y="4261"/>
                    <a:pt x="627" y="4261"/>
                  </a:cubicBezTo>
                  <a:cubicBezTo>
                    <a:pt x="727" y="4261"/>
                    <a:pt x="727" y="4261"/>
                    <a:pt x="727" y="4161"/>
                  </a:cubicBezTo>
                  <a:cubicBezTo>
                    <a:pt x="727" y="4161"/>
                    <a:pt x="727" y="4061"/>
                    <a:pt x="928" y="3961"/>
                  </a:cubicBezTo>
                  <a:lnTo>
                    <a:pt x="928" y="3860"/>
                  </a:lnTo>
                  <a:cubicBezTo>
                    <a:pt x="928" y="3760"/>
                    <a:pt x="928" y="3635"/>
                    <a:pt x="1053" y="3635"/>
                  </a:cubicBezTo>
                  <a:lnTo>
                    <a:pt x="1053" y="3535"/>
                  </a:lnTo>
                  <a:lnTo>
                    <a:pt x="1053" y="3434"/>
                  </a:lnTo>
                  <a:lnTo>
                    <a:pt x="1053" y="3334"/>
                  </a:lnTo>
                  <a:lnTo>
                    <a:pt x="1053" y="3134"/>
                  </a:lnTo>
                  <a:cubicBezTo>
                    <a:pt x="1153" y="3134"/>
                    <a:pt x="1053" y="3134"/>
                    <a:pt x="1053" y="3008"/>
                  </a:cubicBezTo>
                  <a:cubicBezTo>
                    <a:pt x="1053" y="3008"/>
                    <a:pt x="1253" y="3008"/>
                    <a:pt x="1153" y="2908"/>
                  </a:cubicBezTo>
                  <a:cubicBezTo>
                    <a:pt x="1153" y="2808"/>
                    <a:pt x="1253" y="2808"/>
                    <a:pt x="1253" y="2808"/>
                  </a:cubicBezTo>
                  <a:lnTo>
                    <a:pt x="1153" y="2707"/>
                  </a:lnTo>
                  <a:lnTo>
                    <a:pt x="1153" y="2607"/>
                  </a:lnTo>
                  <a:cubicBezTo>
                    <a:pt x="1354" y="2607"/>
                    <a:pt x="1253" y="2607"/>
                    <a:pt x="1253" y="2507"/>
                  </a:cubicBezTo>
                  <a:lnTo>
                    <a:pt x="1354" y="2382"/>
                  </a:lnTo>
                  <a:cubicBezTo>
                    <a:pt x="1354" y="2281"/>
                    <a:pt x="1554" y="2281"/>
                    <a:pt x="1454" y="2181"/>
                  </a:cubicBezTo>
                  <a:lnTo>
                    <a:pt x="1454" y="2081"/>
                  </a:lnTo>
                  <a:cubicBezTo>
                    <a:pt x="1554" y="1981"/>
                    <a:pt x="1554" y="1981"/>
                    <a:pt x="1454" y="1981"/>
                  </a:cubicBezTo>
                  <a:cubicBezTo>
                    <a:pt x="1354" y="1880"/>
                    <a:pt x="1679" y="1880"/>
                    <a:pt x="1554" y="1755"/>
                  </a:cubicBezTo>
                  <a:lnTo>
                    <a:pt x="1454" y="1755"/>
                  </a:lnTo>
                  <a:cubicBezTo>
                    <a:pt x="1454" y="1655"/>
                    <a:pt x="1554" y="1655"/>
                    <a:pt x="1554" y="1655"/>
                  </a:cubicBezTo>
                  <a:lnTo>
                    <a:pt x="1679" y="1555"/>
                  </a:lnTo>
                  <a:lnTo>
                    <a:pt x="1679" y="1454"/>
                  </a:lnTo>
                  <a:cubicBezTo>
                    <a:pt x="1780" y="1454"/>
                    <a:pt x="1679" y="1354"/>
                    <a:pt x="1679" y="1354"/>
                  </a:cubicBezTo>
                  <a:cubicBezTo>
                    <a:pt x="1554" y="1254"/>
                    <a:pt x="1679" y="1254"/>
                    <a:pt x="1780" y="1254"/>
                  </a:cubicBezTo>
                  <a:lnTo>
                    <a:pt x="1780" y="1128"/>
                  </a:lnTo>
                  <a:lnTo>
                    <a:pt x="1780" y="928"/>
                  </a:lnTo>
                  <a:cubicBezTo>
                    <a:pt x="1880" y="828"/>
                    <a:pt x="1880" y="727"/>
                    <a:pt x="1780" y="627"/>
                  </a:cubicBezTo>
                  <a:cubicBezTo>
                    <a:pt x="1780" y="627"/>
                    <a:pt x="1679" y="502"/>
                    <a:pt x="1780" y="502"/>
                  </a:cubicBezTo>
                  <a:cubicBezTo>
                    <a:pt x="1880" y="502"/>
                    <a:pt x="1980" y="402"/>
                    <a:pt x="1880" y="402"/>
                  </a:cubicBezTo>
                  <a:lnTo>
                    <a:pt x="1880" y="201"/>
                  </a:lnTo>
                  <a:cubicBezTo>
                    <a:pt x="1880" y="201"/>
                    <a:pt x="2080" y="101"/>
                    <a:pt x="17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7"/>
            <p:cNvSpPr/>
            <p:nvPr/>
          </p:nvSpPr>
          <p:spPr>
            <a:xfrm>
              <a:off x="3348850" y="1553250"/>
              <a:ext cx="47350" cy="91525"/>
            </a:xfrm>
            <a:custGeom>
              <a:rect b="b" l="l" r="r" t="t"/>
              <a:pathLst>
                <a:path extrusionOk="0" h="3661" w="1894">
                  <a:moveTo>
                    <a:pt x="1367" y="1"/>
                  </a:moveTo>
                  <a:cubicBezTo>
                    <a:pt x="1267" y="1"/>
                    <a:pt x="1267" y="126"/>
                    <a:pt x="1267" y="126"/>
                  </a:cubicBezTo>
                  <a:lnTo>
                    <a:pt x="1141" y="126"/>
                  </a:lnTo>
                  <a:cubicBezTo>
                    <a:pt x="1267" y="226"/>
                    <a:pt x="1267" y="226"/>
                    <a:pt x="1141" y="226"/>
                  </a:cubicBezTo>
                  <a:lnTo>
                    <a:pt x="1267" y="327"/>
                  </a:lnTo>
                  <a:lnTo>
                    <a:pt x="1141" y="327"/>
                  </a:lnTo>
                  <a:cubicBezTo>
                    <a:pt x="1041" y="327"/>
                    <a:pt x="1141" y="427"/>
                    <a:pt x="1141" y="427"/>
                  </a:cubicBezTo>
                  <a:lnTo>
                    <a:pt x="1041" y="427"/>
                  </a:lnTo>
                  <a:cubicBezTo>
                    <a:pt x="1041" y="527"/>
                    <a:pt x="1141" y="527"/>
                    <a:pt x="1041" y="527"/>
                  </a:cubicBezTo>
                  <a:cubicBezTo>
                    <a:pt x="1041" y="527"/>
                    <a:pt x="1041" y="627"/>
                    <a:pt x="941" y="627"/>
                  </a:cubicBezTo>
                  <a:cubicBezTo>
                    <a:pt x="941" y="627"/>
                    <a:pt x="1041" y="753"/>
                    <a:pt x="941" y="753"/>
                  </a:cubicBezTo>
                  <a:lnTo>
                    <a:pt x="941" y="853"/>
                  </a:lnTo>
                  <a:lnTo>
                    <a:pt x="941" y="953"/>
                  </a:lnTo>
                  <a:cubicBezTo>
                    <a:pt x="941" y="953"/>
                    <a:pt x="941" y="1054"/>
                    <a:pt x="840" y="1054"/>
                  </a:cubicBezTo>
                  <a:cubicBezTo>
                    <a:pt x="840" y="1154"/>
                    <a:pt x="740" y="1254"/>
                    <a:pt x="840" y="1254"/>
                  </a:cubicBezTo>
                  <a:cubicBezTo>
                    <a:pt x="840" y="1379"/>
                    <a:pt x="740" y="1379"/>
                    <a:pt x="740" y="1480"/>
                  </a:cubicBezTo>
                  <a:cubicBezTo>
                    <a:pt x="640" y="1480"/>
                    <a:pt x="740" y="1580"/>
                    <a:pt x="740" y="1580"/>
                  </a:cubicBezTo>
                  <a:lnTo>
                    <a:pt x="740" y="1680"/>
                  </a:lnTo>
                  <a:cubicBezTo>
                    <a:pt x="740" y="1780"/>
                    <a:pt x="640" y="1780"/>
                    <a:pt x="640" y="1881"/>
                  </a:cubicBezTo>
                  <a:cubicBezTo>
                    <a:pt x="515" y="1881"/>
                    <a:pt x="640" y="2006"/>
                    <a:pt x="515" y="2006"/>
                  </a:cubicBezTo>
                  <a:lnTo>
                    <a:pt x="515" y="2106"/>
                  </a:lnTo>
                  <a:cubicBezTo>
                    <a:pt x="414" y="2106"/>
                    <a:pt x="515" y="2206"/>
                    <a:pt x="515" y="2206"/>
                  </a:cubicBezTo>
                  <a:cubicBezTo>
                    <a:pt x="515" y="2307"/>
                    <a:pt x="515" y="2307"/>
                    <a:pt x="414" y="2407"/>
                  </a:cubicBezTo>
                  <a:lnTo>
                    <a:pt x="314" y="2407"/>
                  </a:lnTo>
                  <a:cubicBezTo>
                    <a:pt x="414" y="2507"/>
                    <a:pt x="414" y="2633"/>
                    <a:pt x="414" y="2633"/>
                  </a:cubicBezTo>
                  <a:cubicBezTo>
                    <a:pt x="314" y="2733"/>
                    <a:pt x="414" y="2733"/>
                    <a:pt x="414" y="2833"/>
                  </a:cubicBezTo>
                  <a:cubicBezTo>
                    <a:pt x="314" y="2833"/>
                    <a:pt x="314" y="2833"/>
                    <a:pt x="314" y="2933"/>
                  </a:cubicBezTo>
                  <a:cubicBezTo>
                    <a:pt x="264" y="2983"/>
                    <a:pt x="239" y="2983"/>
                    <a:pt x="226" y="2983"/>
                  </a:cubicBezTo>
                  <a:cubicBezTo>
                    <a:pt x="214" y="2983"/>
                    <a:pt x="214" y="2983"/>
                    <a:pt x="214" y="3034"/>
                  </a:cubicBezTo>
                  <a:lnTo>
                    <a:pt x="214" y="3259"/>
                  </a:lnTo>
                  <a:cubicBezTo>
                    <a:pt x="214" y="3309"/>
                    <a:pt x="189" y="3309"/>
                    <a:pt x="164" y="3309"/>
                  </a:cubicBezTo>
                  <a:cubicBezTo>
                    <a:pt x="139" y="3309"/>
                    <a:pt x="114" y="3309"/>
                    <a:pt x="114" y="3359"/>
                  </a:cubicBezTo>
                  <a:cubicBezTo>
                    <a:pt x="114" y="3409"/>
                    <a:pt x="57" y="3409"/>
                    <a:pt x="29" y="3409"/>
                  </a:cubicBezTo>
                  <a:cubicBezTo>
                    <a:pt x="1" y="3409"/>
                    <a:pt x="1" y="3409"/>
                    <a:pt x="114" y="3460"/>
                  </a:cubicBezTo>
                  <a:lnTo>
                    <a:pt x="214" y="3560"/>
                  </a:lnTo>
                  <a:cubicBezTo>
                    <a:pt x="314" y="3560"/>
                    <a:pt x="515" y="3660"/>
                    <a:pt x="515" y="3660"/>
                  </a:cubicBezTo>
                  <a:cubicBezTo>
                    <a:pt x="640" y="3660"/>
                    <a:pt x="640" y="3560"/>
                    <a:pt x="640" y="3560"/>
                  </a:cubicBezTo>
                  <a:cubicBezTo>
                    <a:pt x="640" y="3560"/>
                    <a:pt x="640" y="3460"/>
                    <a:pt x="740" y="3460"/>
                  </a:cubicBezTo>
                  <a:cubicBezTo>
                    <a:pt x="840" y="3359"/>
                    <a:pt x="740" y="3359"/>
                    <a:pt x="740" y="3259"/>
                  </a:cubicBezTo>
                  <a:cubicBezTo>
                    <a:pt x="840" y="3259"/>
                    <a:pt x="740" y="3134"/>
                    <a:pt x="840" y="3134"/>
                  </a:cubicBezTo>
                  <a:lnTo>
                    <a:pt x="840" y="3034"/>
                  </a:lnTo>
                  <a:lnTo>
                    <a:pt x="840" y="2933"/>
                  </a:lnTo>
                  <a:lnTo>
                    <a:pt x="840" y="2833"/>
                  </a:lnTo>
                  <a:cubicBezTo>
                    <a:pt x="941" y="2833"/>
                    <a:pt x="840" y="2733"/>
                    <a:pt x="840" y="2733"/>
                  </a:cubicBezTo>
                  <a:cubicBezTo>
                    <a:pt x="941" y="2733"/>
                    <a:pt x="840" y="2633"/>
                    <a:pt x="840" y="2633"/>
                  </a:cubicBezTo>
                  <a:cubicBezTo>
                    <a:pt x="840" y="2570"/>
                    <a:pt x="891" y="2570"/>
                    <a:pt x="928" y="2570"/>
                  </a:cubicBezTo>
                  <a:cubicBezTo>
                    <a:pt x="966" y="2570"/>
                    <a:pt x="991" y="2570"/>
                    <a:pt x="941" y="2507"/>
                  </a:cubicBezTo>
                  <a:lnTo>
                    <a:pt x="941" y="2407"/>
                  </a:lnTo>
                  <a:lnTo>
                    <a:pt x="941" y="2307"/>
                  </a:lnTo>
                  <a:cubicBezTo>
                    <a:pt x="1041" y="2307"/>
                    <a:pt x="1041" y="2206"/>
                    <a:pt x="1041" y="2206"/>
                  </a:cubicBezTo>
                  <a:cubicBezTo>
                    <a:pt x="1041" y="2106"/>
                    <a:pt x="1141" y="2106"/>
                    <a:pt x="1041" y="2106"/>
                  </a:cubicBezTo>
                  <a:cubicBezTo>
                    <a:pt x="1041" y="2006"/>
                    <a:pt x="1267" y="2006"/>
                    <a:pt x="1267" y="1881"/>
                  </a:cubicBezTo>
                  <a:lnTo>
                    <a:pt x="1267" y="1780"/>
                  </a:lnTo>
                  <a:lnTo>
                    <a:pt x="1267" y="1680"/>
                  </a:lnTo>
                  <a:cubicBezTo>
                    <a:pt x="1141" y="1680"/>
                    <a:pt x="1367" y="1680"/>
                    <a:pt x="1367" y="1580"/>
                  </a:cubicBezTo>
                  <a:cubicBezTo>
                    <a:pt x="1367" y="1580"/>
                    <a:pt x="1267" y="1580"/>
                    <a:pt x="1267" y="1480"/>
                  </a:cubicBezTo>
                  <a:lnTo>
                    <a:pt x="1367" y="1480"/>
                  </a:lnTo>
                  <a:lnTo>
                    <a:pt x="1367" y="1379"/>
                  </a:lnTo>
                  <a:lnTo>
                    <a:pt x="1467" y="1379"/>
                  </a:lnTo>
                  <a:cubicBezTo>
                    <a:pt x="1467" y="1254"/>
                    <a:pt x="1467" y="1254"/>
                    <a:pt x="1367" y="1154"/>
                  </a:cubicBezTo>
                  <a:lnTo>
                    <a:pt x="1467" y="1154"/>
                  </a:lnTo>
                  <a:cubicBezTo>
                    <a:pt x="1467" y="1054"/>
                    <a:pt x="1567" y="1054"/>
                    <a:pt x="1567" y="1054"/>
                  </a:cubicBezTo>
                  <a:cubicBezTo>
                    <a:pt x="1467" y="953"/>
                    <a:pt x="1467" y="953"/>
                    <a:pt x="1567" y="853"/>
                  </a:cubicBezTo>
                  <a:cubicBezTo>
                    <a:pt x="1668" y="853"/>
                    <a:pt x="1668" y="753"/>
                    <a:pt x="1567" y="627"/>
                  </a:cubicBezTo>
                  <a:cubicBezTo>
                    <a:pt x="1567" y="627"/>
                    <a:pt x="1467" y="527"/>
                    <a:pt x="1567" y="527"/>
                  </a:cubicBezTo>
                  <a:cubicBezTo>
                    <a:pt x="1668" y="527"/>
                    <a:pt x="1768" y="427"/>
                    <a:pt x="1768" y="427"/>
                  </a:cubicBezTo>
                  <a:lnTo>
                    <a:pt x="1668" y="327"/>
                  </a:lnTo>
                  <a:cubicBezTo>
                    <a:pt x="1768" y="226"/>
                    <a:pt x="1893" y="226"/>
                    <a:pt x="1567" y="126"/>
                  </a:cubicBezTo>
                  <a:cubicBezTo>
                    <a:pt x="1567" y="126"/>
                    <a:pt x="1467" y="126"/>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7"/>
            <p:cNvSpPr/>
            <p:nvPr/>
          </p:nvSpPr>
          <p:spPr>
            <a:xfrm>
              <a:off x="3401175" y="1561400"/>
              <a:ext cx="38875" cy="73350"/>
            </a:xfrm>
            <a:custGeom>
              <a:rect b="b" l="l" r="r" t="t"/>
              <a:pathLst>
                <a:path extrusionOk="0" h="2934" w="1555">
                  <a:moveTo>
                    <a:pt x="928" y="1"/>
                  </a:moveTo>
                  <a:cubicBezTo>
                    <a:pt x="928" y="1"/>
                    <a:pt x="828" y="1"/>
                    <a:pt x="828" y="101"/>
                  </a:cubicBezTo>
                  <a:cubicBezTo>
                    <a:pt x="828" y="101"/>
                    <a:pt x="828" y="201"/>
                    <a:pt x="928" y="201"/>
                  </a:cubicBezTo>
                  <a:lnTo>
                    <a:pt x="828" y="201"/>
                  </a:lnTo>
                  <a:cubicBezTo>
                    <a:pt x="727" y="201"/>
                    <a:pt x="828" y="201"/>
                    <a:pt x="828" y="301"/>
                  </a:cubicBezTo>
                  <a:lnTo>
                    <a:pt x="727" y="301"/>
                  </a:lnTo>
                  <a:cubicBezTo>
                    <a:pt x="727" y="301"/>
                    <a:pt x="828" y="427"/>
                    <a:pt x="727" y="427"/>
                  </a:cubicBezTo>
                  <a:lnTo>
                    <a:pt x="627" y="427"/>
                  </a:lnTo>
                  <a:cubicBezTo>
                    <a:pt x="627" y="527"/>
                    <a:pt x="727" y="527"/>
                    <a:pt x="727" y="527"/>
                  </a:cubicBezTo>
                  <a:cubicBezTo>
                    <a:pt x="627" y="527"/>
                    <a:pt x="727" y="627"/>
                    <a:pt x="627" y="627"/>
                  </a:cubicBezTo>
                  <a:lnTo>
                    <a:pt x="627" y="828"/>
                  </a:lnTo>
                  <a:cubicBezTo>
                    <a:pt x="527" y="828"/>
                    <a:pt x="527" y="928"/>
                    <a:pt x="527" y="928"/>
                  </a:cubicBezTo>
                  <a:cubicBezTo>
                    <a:pt x="627" y="1053"/>
                    <a:pt x="527" y="1053"/>
                    <a:pt x="527" y="1053"/>
                  </a:cubicBezTo>
                  <a:cubicBezTo>
                    <a:pt x="527" y="1154"/>
                    <a:pt x="627" y="1154"/>
                    <a:pt x="527" y="1154"/>
                  </a:cubicBezTo>
                  <a:cubicBezTo>
                    <a:pt x="427" y="1154"/>
                    <a:pt x="527" y="1254"/>
                    <a:pt x="527" y="1254"/>
                  </a:cubicBezTo>
                  <a:cubicBezTo>
                    <a:pt x="527" y="1354"/>
                    <a:pt x="527" y="1354"/>
                    <a:pt x="427" y="1454"/>
                  </a:cubicBezTo>
                  <a:cubicBezTo>
                    <a:pt x="301" y="1454"/>
                    <a:pt x="427" y="1555"/>
                    <a:pt x="427" y="1555"/>
                  </a:cubicBezTo>
                  <a:lnTo>
                    <a:pt x="301" y="1555"/>
                  </a:lnTo>
                  <a:cubicBezTo>
                    <a:pt x="201" y="1680"/>
                    <a:pt x="301" y="1680"/>
                    <a:pt x="301" y="1780"/>
                  </a:cubicBezTo>
                  <a:lnTo>
                    <a:pt x="301" y="1880"/>
                  </a:lnTo>
                  <a:lnTo>
                    <a:pt x="201" y="1880"/>
                  </a:lnTo>
                  <a:lnTo>
                    <a:pt x="201" y="2081"/>
                  </a:lnTo>
                  <a:lnTo>
                    <a:pt x="301" y="2181"/>
                  </a:lnTo>
                  <a:cubicBezTo>
                    <a:pt x="201" y="2181"/>
                    <a:pt x="201" y="2307"/>
                    <a:pt x="201" y="2307"/>
                  </a:cubicBezTo>
                  <a:cubicBezTo>
                    <a:pt x="151" y="2357"/>
                    <a:pt x="126" y="2357"/>
                    <a:pt x="113" y="2357"/>
                  </a:cubicBezTo>
                  <a:cubicBezTo>
                    <a:pt x="101" y="2357"/>
                    <a:pt x="101" y="2357"/>
                    <a:pt x="101" y="2407"/>
                  </a:cubicBezTo>
                  <a:lnTo>
                    <a:pt x="101" y="2607"/>
                  </a:lnTo>
                  <a:lnTo>
                    <a:pt x="1" y="2607"/>
                  </a:lnTo>
                  <a:cubicBezTo>
                    <a:pt x="1" y="2607"/>
                    <a:pt x="101" y="2708"/>
                    <a:pt x="1" y="2708"/>
                  </a:cubicBezTo>
                  <a:lnTo>
                    <a:pt x="101" y="2808"/>
                  </a:lnTo>
                  <a:cubicBezTo>
                    <a:pt x="201" y="2808"/>
                    <a:pt x="527" y="2933"/>
                    <a:pt x="527" y="2933"/>
                  </a:cubicBezTo>
                  <a:lnTo>
                    <a:pt x="527" y="2808"/>
                  </a:lnTo>
                  <a:lnTo>
                    <a:pt x="727" y="2708"/>
                  </a:lnTo>
                  <a:cubicBezTo>
                    <a:pt x="727" y="2708"/>
                    <a:pt x="627" y="2607"/>
                    <a:pt x="727" y="2607"/>
                  </a:cubicBezTo>
                  <a:cubicBezTo>
                    <a:pt x="727" y="2607"/>
                    <a:pt x="627" y="2507"/>
                    <a:pt x="727" y="2507"/>
                  </a:cubicBezTo>
                  <a:lnTo>
                    <a:pt x="727" y="2407"/>
                  </a:lnTo>
                  <a:lnTo>
                    <a:pt x="727" y="2307"/>
                  </a:lnTo>
                  <a:lnTo>
                    <a:pt x="727" y="2181"/>
                  </a:lnTo>
                  <a:lnTo>
                    <a:pt x="727" y="2081"/>
                  </a:lnTo>
                  <a:cubicBezTo>
                    <a:pt x="727" y="2031"/>
                    <a:pt x="752" y="2031"/>
                    <a:pt x="778" y="2031"/>
                  </a:cubicBezTo>
                  <a:cubicBezTo>
                    <a:pt x="803" y="2031"/>
                    <a:pt x="828" y="2031"/>
                    <a:pt x="828" y="1981"/>
                  </a:cubicBezTo>
                  <a:cubicBezTo>
                    <a:pt x="727" y="1981"/>
                    <a:pt x="828" y="1880"/>
                    <a:pt x="828" y="1880"/>
                  </a:cubicBezTo>
                  <a:lnTo>
                    <a:pt x="727" y="1880"/>
                  </a:lnTo>
                  <a:cubicBezTo>
                    <a:pt x="727" y="1780"/>
                    <a:pt x="727" y="1780"/>
                    <a:pt x="828" y="1780"/>
                  </a:cubicBezTo>
                  <a:cubicBezTo>
                    <a:pt x="928" y="1780"/>
                    <a:pt x="828" y="1780"/>
                    <a:pt x="828" y="1680"/>
                  </a:cubicBezTo>
                  <a:lnTo>
                    <a:pt x="928" y="1680"/>
                  </a:lnTo>
                  <a:cubicBezTo>
                    <a:pt x="828" y="1555"/>
                    <a:pt x="1053" y="1555"/>
                    <a:pt x="1053" y="1555"/>
                  </a:cubicBezTo>
                  <a:cubicBezTo>
                    <a:pt x="928" y="1454"/>
                    <a:pt x="1053" y="1454"/>
                    <a:pt x="1053" y="1454"/>
                  </a:cubicBezTo>
                  <a:lnTo>
                    <a:pt x="1053" y="1354"/>
                  </a:lnTo>
                  <a:cubicBezTo>
                    <a:pt x="991" y="1304"/>
                    <a:pt x="1016" y="1304"/>
                    <a:pt x="1056" y="1304"/>
                  </a:cubicBezTo>
                  <a:cubicBezTo>
                    <a:pt x="1097" y="1304"/>
                    <a:pt x="1154" y="1304"/>
                    <a:pt x="1154" y="1254"/>
                  </a:cubicBezTo>
                  <a:cubicBezTo>
                    <a:pt x="1053" y="1254"/>
                    <a:pt x="1053" y="1254"/>
                    <a:pt x="1053" y="1154"/>
                  </a:cubicBezTo>
                  <a:lnTo>
                    <a:pt x="1154" y="1154"/>
                  </a:lnTo>
                  <a:lnTo>
                    <a:pt x="1154" y="1053"/>
                  </a:lnTo>
                  <a:cubicBezTo>
                    <a:pt x="1254" y="1053"/>
                    <a:pt x="1154" y="928"/>
                    <a:pt x="1154" y="928"/>
                  </a:cubicBezTo>
                  <a:cubicBezTo>
                    <a:pt x="1053" y="928"/>
                    <a:pt x="1254" y="928"/>
                    <a:pt x="1254" y="828"/>
                  </a:cubicBezTo>
                  <a:lnTo>
                    <a:pt x="1254" y="627"/>
                  </a:lnTo>
                  <a:cubicBezTo>
                    <a:pt x="1354" y="627"/>
                    <a:pt x="1354" y="527"/>
                    <a:pt x="1254" y="527"/>
                  </a:cubicBezTo>
                  <a:cubicBezTo>
                    <a:pt x="1254" y="427"/>
                    <a:pt x="1154" y="427"/>
                    <a:pt x="1254" y="427"/>
                  </a:cubicBezTo>
                  <a:cubicBezTo>
                    <a:pt x="1354" y="427"/>
                    <a:pt x="1454" y="301"/>
                    <a:pt x="1354" y="301"/>
                  </a:cubicBezTo>
                  <a:cubicBezTo>
                    <a:pt x="1254" y="201"/>
                    <a:pt x="1354" y="201"/>
                    <a:pt x="1354" y="201"/>
                  </a:cubicBezTo>
                  <a:cubicBezTo>
                    <a:pt x="1354" y="201"/>
                    <a:pt x="1555" y="201"/>
                    <a:pt x="12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7"/>
            <p:cNvSpPr/>
            <p:nvPr/>
          </p:nvSpPr>
          <p:spPr>
            <a:xfrm>
              <a:off x="3432500" y="1579575"/>
              <a:ext cx="38875" cy="65200"/>
            </a:xfrm>
            <a:custGeom>
              <a:rect b="b" l="l" r="r" t="t"/>
              <a:pathLst>
                <a:path extrusionOk="0" h="2608" w="1555">
                  <a:moveTo>
                    <a:pt x="928" y="1"/>
                  </a:moveTo>
                  <a:cubicBezTo>
                    <a:pt x="928" y="101"/>
                    <a:pt x="828" y="101"/>
                    <a:pt x="828" y="101"/>
                  </a:cubicBezTo>
                  <a:cubicBezTo>
                    <a:pt x="828" y="101"/>
                    <a:pt x="828" y="201"/>
                    <a:pt x="928" y="201"/>
                  </a:cubicBezTo>
                  <a:lnTo>
                    <a:pt x="828" y="201"/>
                  </a:lnTo>
                  <a:cubicBezTo>
                    <a:pt x="828" y="326"/>
                    <a:pt x="728" y="326"/>
                    <a:pt x="728" y="326"/>
                  </a:cubicBezTo>
                  <a:lnTo>
                    <a:pt x="728" y="427"/>
                  </a:lnTo>
                  <a:cubicBezTo>
                    <a:pt x="627" y="427"/>
                    <a:pt x="728" y="527"/>
                    <a:pt x="627" y="527"/>
                  </a:cubicBezTo>
                  <a:lnTo>
                    <a:pt x="627" y="627"/>
                  </a:lnTo>
                  <a:lnTo>
                    <a:pt x="627" y="727"/>
                  </a:lnTo>
                  <a:cubicBezTo>
                    <a:pt x="527" y="727"/>
                    <a:pt x="527" y="828"/>
                    <a:pt x="527" y="828"/>
                  </a:cubicBezTo>
                  <a:cubicBezTo>
                    <a:pt x="627" y="953"/>
                    <a:pt x="527" y="953"/>
                    <a:pt x="527" y="953"/>
                  </a:cubicBezTo>
                  <a:cubicBezTo>
                    <a:pt x="527" y="1053"/>
                    <a:pt x="627" y="1053"/>
                    <a:pt x="527" y="1053"/>
                  </a:cubicBezTo>
                  <a:cubicBezTo>
                    <a:pt x="527" y="1153"/>
                    <a:pt x="527" y="1153"/>
                    <a:pt x="427" y="1153"/>
                  </a:cubicBezTo>
                  <a:lnTo>
                    <a:pt x="427" y="1254"/>
                  </a:lnTo>
                  <a:lnTo>
                    <a:pt x="427" y="1354"/>
                  </a:lnTo>
                  <a:cubicBezTo>
                    <a:pt x="385" y="1321"/>
                    <a:pt x="371" y="1309"/>
                    <a:pt x="366" y="1309"/>
                  </a:cubicBezTo>
                  <a:cubicBezTo>
                    <a:pt x="357" y="1309"/>
                    <a:pt x="385" y="1354"/>
                    <a:pt x="302" y="1354"/>
                  </a:cubicBezTo>
                  <a:cubicBezTo>
                    <a:pt x="201" y="1454"/>
                    <a:pt x="302" y="1454"/>
                    <a:pt x="302" y="1580"/>
                  </a:cubicBezTo>
                  <a:cubicBezTo>
                    <a:pt x="302" y="1580"/>
                    <a:pt x="302" y="1680"/>
                    <a:pt x="201" y="1680"/>
                  </a:cubicBezTo>
                  <a:lnTo>
                    <a:pt x="201" y="1780"/>
                  </a:lnTo>
                  <a:cubicBezTo>
                    <a:pt x="201" y="1880"/>
                    <a:pt x="302" y="1880"/>
                    <a:pt x="201" y="1981"/>
                  </a:cubicBezTo>
                  <a:lnTo>
                    <a:pt x="101" y="2081"/>
                  </a:lnTo>
                  <a:lnTo>
                    <a:pt x="101" y="2306"/>
                  </a:lnTo>
                  <a:lnTo>
                    <a:pt x="1" y="2306"/>
                  </a:lnTo>
                  <a:lnTo>
                    <a:pt x="1" y="2407"/>
                  </a:lnTo>
                  <a:lnTo>
                    <a:pt x="101" y="2507"/>
                  </a:lnTo>
                  <a:cubicBezTo>
                    <a:pt x="201" y="2507"/>
                    <a:pt x="427" y="2607"/>
                    <a:pt x="527" y="2607"/>
                  </a:cubicBezTo>
                  <a:cubicBezTo>
                    <a:pt x="527" y="2507"/>
                    <a:pt x="527" y="2507"/>
                    <a:pt x="627" y="2507"/>
                  </a:cubicBezTo>
                  <a:cubicBezTo>
                    <a:pt x="728" y="2407"/>
                    <a:pt x="627" y="2407"/>
                    <a:pt x="627" y="2306"/>
                  </a:cubicBezTo>
                  <a:lnTo>
                    <a:pt x="728" y="2206"/>
                  </a:lnTo>
                  <a:lnTo>
                    <a:pt x="728" y="2081"/>
                  </a:lnTo>
                  <a:cubicBezTo>
                    <a:pt x="728" y="2081"/>
                    <a:pt x="627" y="1981"/>
                    <a:pt x="728" y="1981"/>
                  </a:cubicBezTo>
                  <a:cubicBezTo>
                    <a:pt x="728" y="1880"/>
                    <a:pt x="627" y="1880"/>
                    <a:pt x="627" y="1880"/>
                  </a:cubicBezTo>
                  <a:cubicBezTo>
                    <a:pt x="728" y="1880"/>
                    <a:pt x="828" y="1880"/>
                    <a:pt x="728" y="1780"/>
                  </a:cubicBezTo>
                  <a:lnTo>
                    <a:pt x="828" y="1780"/>
                  </a:lnTo>
                  <a:cubicBezTo>
                    <a:pt x="828" y="1680"/>
                    <a:pt x="728" y="1680"/>
                    <a:pt x="728" y="1680"/>
                  </a:cubicBezTo>
                  <a:cubicBezTo>
                    <a:pt x="828" y="1680"/>
                    <a:pt x="828" y="1580"/>
                    <a:pt x="828" y="1580"/>
                  </a:cubicBezTo>
                  <a:lnTo>
                    <a:pt x="828" y="1454"/>
                  </a:lnTo>
                  <a:lnTo>
                    <a:pt x="928" y="1454"/>
                  </a:lnTo>
                  <a:cubicBezTo>
                    <a:pt x="928" y="1354"/>
                    <a:pt x="928" y="1354"/>
                    <a:pt x="1053" y="1354"/>
                  </a:cubicBezTo>
                  <a:cubicBezTo>
                    <a:pt x="1053" y="1354"/>
                    <a:pt x="928" y="1254"/>
                    <a:pt x="1053" y="1254"/>
                  </a:cubicBezTo>
                  <a:lnTo>
                    <a:pt x="928" y="1254"/>
                  </a:lnTo>
                  <a:cubicBezTo>
                    <a:pt x="928" y="1204"/>
                    <a:pt x="984" y="1204"/>
                    <a:pt x="1028" y="1204"/>
                  </a:cubicBezTo>
                  <a:cubicBezTo>
                    <a:pt x="1072" y="1204"/>
                    <a:pt x="1104" y="1204"/>
                    <a:pt x="1053" y="1153"/>
                  </a:cubicBezTo>
                  <a:cubicBezTo>
                    <a:pt x="928" y="1053"/>
                    <a:pt x="1053" y="1053"/>
                    <a:pt x="1053" y="1053"/>
                  </a:cubicBezTo>
                  <a:lnTo>
                    <a:pt x="1154" y="1053"/>
                  </a:lnTo>
                  <a:lnTo>
                    <a:pt x="1154" y="953"/>
                  </a:lnTo>
                  <a:cubicBezTo>
                    <a:pt x="1254" y="953"/>
                    <a:pt x="1154" y="953"/>
                    <a:pt x="1154" y="828"/>
                  </a:cubicBezTo>
                  <a:cubicBezTo>
                    <a:pt x="1154" y="828"/>
                    <a:pt x="1254" y="828"/>
                    <a:pt x="1254" y="727"/>
                  </a:cubicBezTo>
                  <a:lnTo>
                    <a:pt x="1254" y="627"/>
                  </a:lnTo>
                  <a:cubicBezTo>
                    <a:pt x="1354" y="627"/>
                    <a:pt x="1354" y="627"/>
                    <a:pt x="1254" y="527"/>
                  </a:cubicBezTo>
                  <a:cubicBezTo>
                    <a:pt x="1254" y="527"/>
                    <a:pt x="1154" y="427"/>
                    <a:pt x="1254" y="427"/>
                  </a:cubicBezTo>
                  <a:cubicBezTo>
                    <a:pt x="1354" y="427"/>
                    <a:pt x="1454" y="427"/>
                    <a:pt x="1354" y="326"/>
                  </a:cubicBezTo>
                  <a:cubicBezTo>
                    <a:pt x="1304" y="264"/>
                    <a:pt x="1304" y="264"/>
                    <a:pt x="1317" y="264"/>
                  </a:cubicBezTo>
                  <a:cubicBezTo>
                    <a:pt x="1329" y="264"/>
                    <a:pt x="1354" y="264"/>
                    <a:pt x="1354" y="201"/>
                  </a:cubicBezTo>
                  <a:cubicBezTo>
                    <a:pt x="1354" y="201"/>
                    <a:pt x="1555" y="201"/>
                    <a:pt x="1254" y="101"/>
                  </a:cubicBezTo>
                  <a:cubicBezTo>
                    <a:pt x="1154" y="101"/>
                    <a:pt x="1053" y="1"/>
                    <a:pt x="1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7"/>
            <p:cNvSpPr/>
            <p:nvPr/>
          </p:nvSpPr>
          <p:spPr>
            <a:xfrm>
              <a:off x="3474475" y="1584600"/>
              <a:ext cx="38875" cy="62675"/>
            </a:xfrm>
            <a:custGeom>
              <a:rect b="b" l="l" r="r" t="t"/>
              <a:pathLst>
                <a:path extrusionOk="0" h="2507" w="1555">
                  <a:moveTo>
                    <a:pt x="1029" y="0"/>
                  </a:moveTo>
                  <a:cubicBezTo>
                    <a:pt x="928" y="0"/>
                    <a:pt x="1029" y="125"/>
                    <a:pt x="1029" y="125"/>
                  </a:cubicBezTo>
                  <a:lnTo>
                    <a:pt x="928" y="125"/>
                  </a:lnTo>
                  <a:cubicBezTo>
                    <a:pt x="828" y="125"/>
                    <a:pt x="928" y="226"/>
                    <a:pt x="928" y="226"/>
                  </a:cubicBezTo>
                  <a:cubicBezTo>
                    <a:pt x="828" y="226"/>
                    <a:pt x="928" y="326"/>
                    <a:pt x="928" y="326"/>
                  </a:cubicBezTo>
                  <a:lnTo>
                    <a:pt x="828" y="326"/>
                  </a:lnTo>
                  <a:cubicBezTo>
                    <a:pt x="828" y="326"/>
                    <a:pt x="928" y="426"/>
                    <a:pt x="828" y="426"/>
                  </a:cubicBezTo>
                  <a:lnTo>
                    <a:pt x="728" y="426"/>
                  </a:lnTo>
                  <a:cubicBezTo>
                    <a:pt x="728" y="426"/>
                    <a:pt x="828" y="526"/>
                    <a:pt x="728" y="526"/>
                  </a:cubicBezTo>
                  <a:lnTo>
                    <a:pt x="728" y="627"/>
                  </a:lnTo>
                  <a:lnTo>
                    <a:pt x="728" y="752"/>
                  </a:lnTo>
                  <a:cubicBezTo>
                    <a:pt x="628" y="752"/>
                    <a:pt x="628" y="852"/>
                    <a:pt x="628" y="852"/>
                  </a:cubicBezTo>
                  <a:cubicBezTo>
                    <a:pt x="728" y="952"/>
                    <a:pt x="628" y="952"/>
                    <a:pt x="628" y="952"/>
                  </a:cubicBezTo>
                  <a:cubicBezTo>
                    <a:pt x="628" y="952"/>
                    <a:pt x="728" y="1053"/>
                    <a:pt x="628" y="1053"/>
                  </a:cubicBezTo>
                  <a:lnTo>
                    <a:pt x="628" y="1153"/>
                  </a:lnTo>
                  <a:lnTo>
                    <a:pt x="502" y="1253"/>
                  </a:lnTo>
                  <a:cubicBezTo>
                    <a:pt x="402" y="1253"/>
                    <a:pt x="502" y="1253"/>
                    <a:pt x="502" y="1379"/>
                  </a:cubicBezTo>
                  <a:lnTo>
                    <a:pt x="402" y="1379"/>
                  </a:lnTo>
                  <a:cubicBezTo>
                    <a:pt x="402" y="1379"/>
                    <a:pt x="402" y="1479"/>
                    <a:pt x="502" y="1479"/>
                  </a:cubicBezTo>
                  <a:cubicBezTo>
                    <a:pt x="502" y="1579"/>
                    <a:pt x="502" y="1579"/>
                    <a:pt x="402" y="1579"/>
                  </a:cubicBezTo>
                  <a:lnTo>
                    <a:pt x="402" y="1780"/>
                  </a:lnTo>
                  <a:lnTo>
                    <a:pt x="402" y="1880"/>
                  </a:lnTo>
                  <a:lnTo>
                    <a:pt x="302" y="2005"/>
                  </a:lnTo>
                  <a:lnTo>
                    <a:pt x="302" y="2206"/>
                  </a:lnTo>
                  <a:lnTo>
                    <a:pt x="201" y="2206"/>
                  </a:lnTo>
                  <a:cubicBezTo>
                    <a:pt x="201" y="2206"/>
                    <a:pt x="1" y="2206"/>
                    <a:pt x="201" y="2306"/>
                  </a:cubicBezTo>
                  <a:lnTo>
                    <a:pt x="302" y="2306"/>
                  </a:lnTo>
                  <a:cubicBezTo>
                    <a:pt x="402" y="2406"/>
                    <a:pt x="628" y="2406"/>
                    <a:pt x="728" y="2506"/>
                  </a:cubicBezTo>
                  <a:lnTo>
                    <a:pt x="728" y="2406"/>
                  </a:lnTo>
                  <a:lnTo>
                    <a:pt x="828" y="2306"/>
                  </a:lnTo>
                  <a:cubicBezTo>
                    <a:pt x="928" y="2306"/>
                    <a:pt x="828" y="2306"/>
                    <a:pt x="828" y="2206"/>
                  </a:cubicBezTo>
                  <a:cubicBezTo>
                    <a:pt x="828" y="2206"/>
                    <a:pt x="828" y="2105"/>
                    <a:pt x="928" y="2105"/>
                  </a:cubicBezTo>
                  <a:lnTo>
                    <a:pt x="928" y="2005"/>
                  </a:lnTo>
                  <a:lnTo>
                    <a:pt x="828" y="1880"/>
                  </a:lnTo>
                  <a:cubicBezTo>
                    <a:pt x="928" y="1880"/>
                    <a:pt x="828" y="1780"/>
                    <a:pt x="828" y="1780"/>
                  </a:cubicBezTo>
                  <a:cubicBezTo>
                    <a:pt x="828" y="1780"/>
                    <a:pt x="1029" y="1780"/>
                    <a:pt x="928" y="1679"/>
                  </a:cubicBezTo>
                  <a:lnTo>
                    <a:pt x="928" y="1579"/>
                  </a:lnTo>
                  <a:cubicBezTo>
                    <a:pt x="1029" y="1579"/>
                    <a:pt x="1029" y="1579"/>
                    <a:pt x="1029" y="1479"/>
                  </a:cubicBezTo>
                  <a:cubicBezTo>
                    <a:pt x="1029" y="1429"/>
                    <a:pt x="1085" y="1429"/>
                    <a:pt x="1126" y="1429"/>
                  </a:cubicBezTo>
                  <a:cubicBezTo>
                    <a:pt x="1166" y="1429"/>
                    <a:pt x="1191" y="1429"/>
                    <a:pt x="1129" y="1379"/>
                  </a:cubicBezTo>
                  <a:lnTo>
                    <a:pt x="1129" y="1253"/>
                  </a:lnTo>
                  <a:lnTo>
                    <a:pt x="1129" y="1153"/>
                  </a:lnTo>
                  <a:lnTo>
                    <a:pt x="1254" y="1153"/>
                  </a:lnTo>
                  <a:cubicBezTo>
                    <a:pt x="1129" y="1153"/>
                    <a:pt x="1129" y="1053"/>
                    <a:pt x="1129" y="1053"/>
                  </a:cubicBezTo>
                  <a:lnTo>
                    <a:pt x="1254" y="1053"/>
                  </a:lnTo>
                  <a:lnTo>
                    <a:pt x="1254" y="952"/>
                  </a:lnTo>
                  <a:cubicBezTo>
                    <a:pt x="1354" y="952"/>
                    <a:pt x="1254" y="952"/>
                    <a:pt x="1254" y="852"/>
                  </a:cubicBezTo>
                  <a:lnTo>
                    <a:pt x="1354" y="852"/>
                  </a:lnTo>
                  <a:lnTo>
                    <a:pt x="1354" y="752"/>
                  </a:lnTo>
                  <a:cubicBezTo>
                    <a:pt x="1354" y="752"/>
                    <a:pt x="1254" y="627"/>
                    <a:pt x="1354" y="627"/>
                  </a:cubicBezTo>
                  <a:cubicBezTo>
                    <a:pt x="1354" y="627"/>
                    <a:pt x="1455" y="627"/>
                    <a:pt x="1354" y="526"/>
                  </a:cubicBezTo>
                  <a:cubicBezTo>
                    <a:pt x="1354" y="526"/>
                    <a:pt x="1254" y="426"/>
                    <a:pt x="1354" y="426"/>
                  </a:cubicBezTo>
                  <a:lnTo>
                    <a:pt x="1455" y="426"/>
                  </a:lnTo>
                  <a:cubicBezTo>
                    <a:pt x="1354" y="326"/>
                    <a:pt x="1455" y="326"/>
                    <a:pt x="1455" y="326"/>
                  </a:cubicBezTo>
                  <a:cubicBezTo>
                    <a:pt x="1455" y="226"/>
                    <a:pt x="1555" y="326"/>
                    <a:pt x="1254" y="125"/>
                  </a:cubicBezTo>
                  <a:lnTo>
                    <a:pt x="1129" y="125"/>
                  </a:lnTo>
                  <a:cubicBezTo>
                    <a:pt x="1029" y="125"/>
                    <a:pt x="1029" y="0"/>
                    <a:pt x="1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7"/>
            <p:cNvSpPr/>
            <p:nvPr/>
          </p:nvSpPr>
          <p:spPr>
            <a:xfrm>
              <a:off x="3414325" y="1130325"/>
              <a:ext cx="54550" cy="117825"/>
            </a:xfrm>
            <a:custGeom>
              <a:rect b="b" l="l" r="r" t="t"/>
              <a:pathLst>
                <a:path extrusionOk="0" h="4713" w="2182">
                  <a:moveTo>
                    <a:pt x="1555" y="1"/>
                  </a:moveTo>
                  <a:cubicBezTo>
                    <a:pt x="1455" y="1"/>
                    <a:pt x="1555" y="126"/>
                    <a:pt x="1455" y="126"/>
                  </a:cubicBezTo>
                  <a:cubicBezTo>
                    <a:pt x="1455" y="226"/>
                    <a:pt x="1455" y="226"/>
                    <a:pt x="1354" y="326"/>
                  </a:cubicBezTo>
                  <a:cubicBezTo>
                    <a:pt x="1254" y="427"/>
                    <a:pt x="1354" y="427"/>
                    <a:pt x="1354" y="527"/>
                  </a:cubicBezTo>
                  <a:cubicBezTo>
                    <a:pt x="1354" y="627"/>
                    <a:pt x="1354" y="627"/>
                    <a:pt x="1254" y="752"/>
                  </a:cubicBezTo>
                  <a:lnTo>
                    <a:pt x="1254" y="853"/>
                  </a:lnTo>
                  <a:lnTo>
                    <a:pt x="1254" y="1053"/>
                  </a:lnTo>
                  <a:lnTo>
                    <a:pt x="1254" y="1153"/>
                  </a:lnTo>
                  <a:lnTo>
                    <a:pt x="1254" y="1254"/>
                  </a:lnTo>
                  <a:lnTo>
                    <a:pt x="1254" y="1379"/>
                  </a:lnTo>
                  <a:cubicBezTo>
                    <a:pt x="1254" y="1479"/>
                    <a:pt x="1029" y="1479"/>
                    <a:pt x="1154" y="1579"/>
                  </a:cubicBezTo>
                  <a:lnTo>
                    <a:pt x="1154" y="1680"/>
                  </a:lnTo>
                  <a:lnTo>
                    <a:pt x="1154" y="1780"/>
                  </a:lnTo>
                  <a:cubicBezTo>
                    <a:pt x="1029" y="1880"/>
                    <a:pt x="1029" y="1880"/>
                    <a:pt x="1029" y="2006"/>
                  </a:cubicBezTo>
                  <a:lnTo>
                    <a:pt x="928" y="2106"/>
                  </a:lnTo>
                  <a:cubicBezTo>
                    <a:pt x="1029" y="2206"/>
                    <a:pt x="728" y="2206"/>
                    <a:pt x="828" y="2306"/>
                  </a:cubicBezTo>
                  <a:cubicBezTo>
                    <a:pt x="928" y="2306"/>
                    <a:pt x="828" y="2306"/>
                    <a:pt x="828" y="2407"/>
                  </a:cubicBezTo>
                  <a:lnTo>
                    <a:pt x="828" y="2507"/>
                  </a:lnTo>
                  <a:cubicBezTo>
                    <a:pt x="728" y="2507"/>
                    <a:pt x="728" y="2507"/>
                    <a:pt x="828" y="2632"/>
                  </a:cubicBezTo>
                  <a:cubicBezTo>
                    <a:pt x="928" y="2632"/>
                    <a:pt x="628" y="2632"/>
                    <a:pt x="728" y="2732"/>
                  </a:cubicBezTo>
                  <a:cubicBezTo>
                    <a:pt x="728" y="2732"/>
                    <a:pt x="728" y="2833"/>
                    <a:pt x="828" y="2833"/>
                  </a:cubicBezTo>
                  <a:lnTo>
                    <a:pt x="728" y="2833"/>
                  </a:lnTo>
                  <a:lnTo>
                    <a:pt x="628" y="2933"/>
                  </a:lnTo>
                  <a:cubicBezTo>
                    <a:pt x="628" y="3033"/>
                    <a:pt x="628" y="3033"/>
                    <a:pt x="527" y="3033"/>
                  </a:cubicBezTo>
                  <a:cubicBezTo>
                    <a:pt x="527" y="3133"/>
                    <a:pt x="628" y="3133"/>
                    <a:pt x="628" y="3259"/>
                  </a:cubicBezTo>
                  <a:cubicBezTo>
                    <a:pt x="628" y="3259"/>
                    <a:pt x="527" y="3259"/>
                    <a:pt x="527" y="3359"/>
                  </a:cubicBezTo>
                  <a:cubicBezTo>
                    <a:pt x="527" y="3359"/>
                    <a:pt x="402" y="3359"/>
                    <a:pt x="402" y="3459"/>
                  </a:cubicBezTo>
                  <a:cubicBezTo>
                    <a:pt x="527" y="3559"/>
                    <a:pt x="402" y="3559"/>
                    <a:pt x="402" y="3660"/>
                  </a:cubicBezTo>
                  <a:cubicBezTo>
                    <a:pt x="302" y="3760"/>
                    <a:pt x="302" y="3760"/>
                    <a:pt x="302" y="3986"/>
                  </a:cubicBezTo>
                  <a:cubicBezTo>
                    <a:pt x="302" y="3986"/>
                    <a:pt x="402" y="4086"/>
                    <a:pt x="302" y="4086"/>
                  </a:cubicBezTo>
                  <a:lnTo>
                    <a:pt x="201" y="4186"/>
                  </a:lnTo>
                  <a:cubicBezTo>
                    <a:pt x="302" y="4387"/>
                    <a:pt x="201" y="4286"/>
                    <a:pt x="201" y="4387"/>
                  </a:cubicBezTo>
                  <a:cubicBezTo>
                    <a:pt x="201" y="4387"/>
                    <a:pt x="1" y="4512"/>
                    <a:pt x="302" y="4612"/>
                  </a:cubicBezTo>
                  <a:cubicBezTo>
                    <a:pt x="302" y="4612"/>
                    <a:pt x="402" y="4712"/>
                    <a:pt x="527" y="4712"/>
                  </a:cubicBezTo>
                  <a:cubicBezTo>
                    <a:pt x="628" y="4712"/>
                    <a:pt x="628" y="4612"/>
                    <a:pt x="628" y="4612"/>
                  </a:cubicBezTo>
                  <a:cubicBezTo>
                    <a:pt x="628" y="4612"/>
                    <a:pt x="728" y="4612"/>
                    <a:pt x="728" y="4512"/>
                  </a:cubicBezTo>
                  <a:cubicBezTo>
                    <a:pt x="728" y="4512"/>
                    <a:pt x="728" y="4387"/>
                    <a:pt x="628" y="4286"/>
                  </a:cubicBezTo>
                  <a:lnTo>
                    <a:pt x="728" y="4286"/>
                  </a:lnTo>
                  <a:cubicBezTo>
                    <a:pt x="828" y="4286"/>
                    <a:pt x="728" y="4286"/>
                    <a:pt x="728" y="4186"/>
                  </a:cubicBezTo>
                  <a:cubicBezTo>
                    <a:pt x="828" y="4186"/>
                    <a:pt x="828" y="4186"/>
                    <a:pt x="828" y="4086"/>
                  </a:cubicBezTo>
                  <a:lnTo>
                    <a:pt x="828" y="3986"/>
                  </a:lnTo>
                  <a:cubicBezTo>
                    <a:pt x="928" y="3986"/>
                    <a:pt x="928" y="3986"/>
                    <a:pt x="928" y="3885"/>
                  </a:cubicBezTo>
                  <a:cubicBezTo>
                    <a:pt x="1029" y="3885"/>
                    <a:pt x="928" y="3760"/>
                    <a:pt x="1029" y="3760"/>
                  </a:cubicBezTo>
                  <a:lnTo>
                    <a:pt x="1029" y="3660"/>
                  </a:lnTo>
                  <a:cubicBezTo>
                    <a:pt x="1154" y="3660"/>
                    <a:pt x="1029" y="3559"/>
                    <a:pt x="1029" y="3559"/>
                  </a:cubicBezTo>
                  <a:cubicBezTo>
                    <a:pt x="1029" y="3459"/>
                    <a:pt x="1029" y="3359"/>
                    <a:pt x="1154" y="3359"/>
                  </a:cubicBezTo>
                  <a:cubicBezTo>
                    <a:pt x="1254" y="3259"/>
                    <a:pt x="1254" y="3133"/>
                    <a:pt x="1254" y="3033"/>
                  </a:cubicBezTo>
                  <a:lnTo>
                    <a:pt x="1254" y="2833"/>
                  </a:lnTo>
                  <a:cubicBezTo>
                    <a:pt x="1254" y="2833"/>
                    <a:pt x="1154" y="2732"/>
                    <a:pt x="1354" y="2732"/>
                  </a:cubicBezTo>
                  <a:lnTo>
                    <a:pt x="1354" y="2632"/>
                  </a:lnTo>
                  <a:lnTo>
                    <a:pt x="1354" y="2507"/>
                  </a:lnTo>
                  <a:cubicBezTo>
                    <a:pt x="1354" y="2407"/>
                    <a:pt x="1354" y="2407"/>
                    <a:pt x="1455" y="2306"/>
                  </a:cubicBezTo>
                  <a:lnTo>
                    <a:pt x="1455" y="2206"/>
                  </a:lnTo>
                  <a:cubicBezTo>
                    <a:pt x="1555" y="2206"/>
                    <a:pt x="1455" y="2206"/>
                    <a:pt x="1555" y="2106"/>
                  </a:cubicBezTo>
                  <a:lnTo>
                    <a:pt x="1555" y="2006"/>
                  </a:lnTo>
                  <a:cubicBezTo>
                    <a:pt x="1655" y="2006"/>
                    <a:pt x="1555" y="1880"/>
                    <a:pt x="1555" y="1780"/>
                  </a:cubicBezTo>
                  <a:cubicBezTo>
                    <a:pt x="1555" y="1680"/>
                    <a:pt x="1655" y="1680"/>
                    <a:pt x="1655" y="1579"/>
                  </a:cubicBezTo>
                  <a:cubicBezTo>
                    <a:pt x="1655" y="1579"/>
                    <a:pt x="1780" y="1579"/>
                    <a:pt x="1780" y="1479"/>
                  </a:cubicBezTo>
                  <a:cubicBezTo>
                    <a:pt x="1780" y="1379"/>
                    <a:pt x="1655" y="1379"/>
                    <a:pt x="1780" y="1254"/>
                  </a:cubicBezTo>
                  <a:cubicBezTo>
                    <a:pt x="1780" y="1153"/>
                    <a:pt x="1655" y="1053"/>
                    <a:pt x="1780" y="1053"/>
                  </a:cubicBezTo>
                  <a:lnTo>
                    <a:pt x="1780" y="953"/>
                  </a:lnTo>
                  <a:cubicBezTo>
                    <a:pt x="1881" y="752"/>
                    <a:pt x="1881" y="853"/>
                    <a:pt x="1881" y="627"/>
                  </a:cubicBezTo>
                  <a:lnTo>
                    <a:pt x="1981" y="427"/>
                  </a:lnTo>
                  <a:cubicBezTo>
                    <a:pt x="1981" y="326"/>
                    <a:pt x="2081" y="326"/>
                    <a:pt x="2081" y="326"/>
                  </a:cubicBezTo>
                  <a:lnTo>
                    <a:pt x="1981" y="226"/>
                  </a:lnTo>
                  <a:cubicBezTo>
                    <a:pt x="1981" y="226"/>
                    <a:pt x="2181" y="226"/>
                    <a:pt x="1981" y="126"/>
                  </a:cubicBezTo>
                  <a:lnTo>
                    <a:pt x="1881" y="126"/>
                  </a:lnTo>
                  <a:cubicBezTo>
                    <a:pt x="1780" y="126"/>
                    <a:pt x="1555" y="1"/>
                    <a:pt x="1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7"/>
            <p:cNvSpPr/>
            <p:nvPr/>
          </p:nvSpPr>
          <p:spPr>
            <a:xfrm>
              <a:off x="3448175" y="1161650"/>
              <a:ext cx="52025" cy="84000"/>
            </a:xfrm>
            <a:custGeom>
              <a:rect b="b" l="l" r="r" t="t"/>
              <a:pathLst>
                <a:path extrusionOk="0" h="3360" w="2081">
                  <a:moveTo>
                    <a:pt x="1454" y="1"/>
                  </a:moveTo>
                  <a:lnTo>
                    <a:pt x="1454" y="126"/>
                  </a:lnTo>
                  <a:cubicBezTo>
                    <a:pt x="1454" y="126"/>
                    <a:pt x="1354" y="126"/>
                    <a:pt x="1253" y="226"/>
                  </a:cubicBezTo>
                  <a:lnTo>
                    <a:pt x="1253" y="427"/>
                  </a:lnTo>
                  <a:cubicBezTo>
                    <a:pt x="1253" y="427"/>
                    <a:pt x="1253" y="527"/>
                    <a:pt x="1153" y="527"/>
                  </a:cubicBezTo>
                  <a:lnTo>
                    <a:pt x="1153" y="753"/>
                  </a:lnTo>
                  <a:lnTo>
                    <a:pt x="1153" y="853"/>
                  </a:lnTo>
                  <a:lnTo>
                    <a:pt x="1153" y="953"/>
                  </a:lnTo>
                  <a:cubicBezTo>
                    <a:pt x="1153" y="1003"/>
                    <a:pt x="1097" y="1003"/>
                    <a:pt x="1056" y="1003"/>
                  </a:cubicBezTo>
                  <a:cubicBezTo>
                    <a:pt x="1015" y="1003"/>
                    <a:pt x="990" y="1003"/>
                    <a:pt x="1053" y="1053"/>
                  </a:cubicBezTo>
                  <a:lnTo>
                    <a:pt x="1053" y="1154"/>
                  </a:lnTo>
                  <a:cubicBezTo>
                    <a:pt x="928" y="1154"/>
                    <a:pt x="1053" y="1154"/>
                    <a:pt x="1053" y="1254"/>
                  </a:cubicBezTo>
                  <a:cubicBezTo>
                    <a:pt x="928" y="1254"/>
                    <a:pt x="928" y="1379"/>
                    <a:pt x="928" y="1379"/>
                  </a:cubicBezTo>
                  <a:lnTo>
                    <a:pt x="827" y="1479"/>
                  </a:lnTo>
                  <a:cubicBezTo>
                    <a:pt x="827" y="1479"/>
                    <a:pt x="727" y="1479"/>
                    <a:pt x="727" y="1580"/>
                  </a:cubicBezTo>
                  <a:lnTo>
                    <a:pt x="727" y="1680"/>
                  </a:lnTo>
                  <a:cubicBezTo>
                    <a:pt x="627" y="1680"/>
                    <a:pt x="627" y="1780"/>
                    <a:pt x="727" y="1780"/>
                  </a:cubicBezTo>
                  <a:cubicBezTo>
                    <a:pt x="777" y="1830"/>
                    <a:pt x="727" y="1830"/>
                    <a:pt x="677" y="1830"/>
                  </a:cubicBezTo>
                  <a:cubicBezTo>
                    <a:pt x="627" y="1830"/>
                    <a:pt x="577" y="1830"/>
                    <a:pt x="627" y="1880"/>
                  </a:cubicBezTo>
                  <a:lnTo>
                    <a:pt x="727" y="2006"/>
                  </a:lnTo>
                  <a:lnTo>
                    <a:pt x="527" y="2006"/>
                  </a:lnTo>
                  <a:lnTo>
                    <a:pt x="527" y="2106"/>
                  </a:lnTo>
                  <a:cubicBezTo>
                    <a:pt x="426" y="2106"/>
                    <a:pt x="527" y="2206"/>
                    <a:pt x="527" y="2206"/>
                  </a:cubicBezTo>
                  <a:cubicBezTo>
                    <a:pt x="527" y="2306"/>
                    <a:pt x="426" y="2306"/>
                    <a:pt x="426" y="2306"/>
                  </a:cubicBezTo>
                  <a:lnTo>
                    <a:pt x="426" y="2407"/>
                  </a:lnTo>
                  <a:cubicBezTo>
                    <a:pt x="426" y="2407"/>
                    <a:pt x="426" y="2507"/>
                    <a:pt x="301" y="2507"/>
                  </a:cubicBezTo>
                  <a:cubicBezTo>
                    <a:pt x="301" y="2632"/>
                    <a:pt x="201" y="2632"/>
                    <a:pt x="301" y="2733"/>
                  </a:cubicBezTo>
                  <a:cubicBezTo>
                    <a:pt x="301" y="2733"/>
                    <a:pt x="426" y="2833"/>
                    <a:pt x="301" y="2833"/>
                  </a:cubicBezTo>
                  <a:cubicBezTo>
                    <a:pt x="201" y="2833"/>
                    <a:pt x="101" y="2833"/>
                    <a:pt x="201" y="2933"/>
                  </a:cubicBezTo>
                  <a:lnTo>
                    <a:pt x="201" y="3033"/>
                  </a:lnTo>
                  <a:cubicBezTo>
                    <a:pt x="101" y="3033"/>
                    <a:pt x="0" y="3033"/>
                    <a:pt x="301" y="3259"/>
                  </a:cubicBezTo>
                  <a:cubicBezTo>
                    <a:pt x="301" y="3259"/>
                    <a:pt x="426" y="3259"/>
                    <a:pt x="527" y="3359"/>
                  </a:cubicBezTo>
                  <a:cubicBezTo>
                    <a:pt x="627" y="3359"/>
                    <a:pt x="527" y="3259"/>
                    <a:pt x="527" y="3259"/>
                  </a:cubicBezTo>
                  <a:lnTo>
                    <a:pt x="627" y="3259"/>
                  </a:lnTo>
                  <a:lnTo>
                    <a:pt x="627" y="3134"/>
                  </a:lnTo>
                  <a:cubicBezTo>
                    <a:pt x="727" y="3134"/>
                    <a:pt x="627" y="3134"/>
                    <a:pt x="627" y="3033"/>
                  </a:cubicBezTo>
                  <a:lnTo>
                    <a:pt x="727" y="3033"/>
                  </a:lnTo>
                  <a:cubicBezTo>
                    <a:pt x="727" y="2933"/>
                    <a:pt x="827" y="2933"/>
                    <a:pt x="827" y="2933"/>
                  </a:cubicBezTo>
                  <a:cubicBezTo>
                    <a:pt x="827" y="2933"/>
                    <a:pt x="727" y="2833"/>
                    <a:pt x="827" y="2833"/>
                  </a:cubicBezTo>
                  <a:lnTo>
                    <a:pt x="928" y="2833"/>
                  </a:lnTo>
                  <a:cubicBezTo>
                    <a:pt x="928" y="2733"/>
                    <a:pt x="827" y="2733"/>
                    <a:pt x="928" y="2733"/>
                  </a:cubicBezTo>
                  <a:lnTo>
                    <a:pt x="928" y="2632"/>
                  </a:lnTo>
                  <a:cubicBezTo>
                    <a:pt x="1053" y="2632"/>
                    <a:pt x="928" y="2632"/>
                    <a:pt x="928" y="2507"/>
                  </a:cubicBezTo>
                  <a:cubicBezTo>
                    <a:pt x="928" y="2507"/>
                    <a:pt x="928" y="2407"/>
                    <a:pt x="1053" y="2407"/>
                  </a:cubicBezTo>
                  <a:cubicBezTo>
                    <a:pt x="1153" y="2306"/>
                    <a:pt x="1153" y="2306"/>
                    <a:pt x="1153" y="2206"/>
                  </a:cubicBezTo>
                  <a:cubicBezTo>
                    <a:pt x="1053" y="2106"/>
                    <a:pt x="1153" y="2106"/>
                    <a:pt x="1153" y="2106"/>
                  </a:cubicBezTo>
                  <a:cubicBezTo>
                    <a:pt x="1153" y="2106"/>
                    <a:pt x="1053" y="2006"/>
                    <a:pt x="1253" y="2006"/>
                  </a:cubicBezTo>
                  <a:lnTo>
                    <a:pt x="1253" y="1880"/>
                  </a:lnTo>
                  <a:cubicBezTo>
                    <a:pt x="1253" y="1780"/>
                    <a:pt x="1253" y="1780"/>
                    <a:pt x="1354" y="1680"/>
                  </a:cubicBezTo>
                  <a:cubicBezTo>
                    <a:pt x="1454" y="1680"/>
                    <a:pt x="1354" y="1580"/>
                    <a:pt x="1354" y="1580"/>
                  </a:cubicBezTo>
                  <a:lnTo>
                    <a:pt x="1454" y="1580"/>
                  </a:lnTo>
                  <a:cubicBezTo>
                    <a:pt x="1554" y="1479"/>
                    <a:pt x="1454" y="1479"/>
                    <a:pt x="1454" y="1379"/>
                  </a:cubicBezTo>
                  <a:cubicBezTo>
                    <a:pt x="1454" y="1254"/>
                    <a:pt x="1454" y="1254"/>
                    <a:pt x="1554" y="1254"/>
                  </a:cubicBezTo>
                  <a:cubicBezTo>
                    <a:pt x="1554" y="1154"/>
                    <a:pt x="1680" y="1154"/>
                    <a:pt x="1554" y="1154"/>
                  </a:cubicBezTo>
                  <a:lnTo>
                    <a:pt x="1554" y="1053"/>
                  </a:lnTo>
                  <a:cubicBezTo>
                    <a:pt x="1680" y="953"/>
                    <a:pt x="1554" y="853"/>
                    <a:pt x="1554" y="853"/>
                  </a:cubicBezTo>
                  <a:cubicBezTo>
                    <a:pt x="1680" y="853"/>
                    <a:pt x="1680" y="753"/>
                    <a:pt x="1680" y="753"/>
                  </a:cubicBezTo>
                  <a:cubicBezTo>
                    <a:pt x="1730" y="690"/>
                    <a:pt x="1755" y="690"/>
                    <a:pt x="1767" y="690"/>
                  </a:cubicBezTo>
                  <a:cubicBezTo>
                    <a:pt x="1780" y="690"/>
                    <a:pt x="1780" y="690"/>
                    <a:pt x="1780" y="627"/>
                  </a:cubicBezTo>
                  <a:cubicBezTo>
                    <a:pt x="1780" y="527"/>
                    <a:pt x="1880" y="427"/>
                    <a:pt x="1880" y="427"/>
                  </a:cubicBezTo>
                  <a:lnTo>
                    <a:pt x="1980" y="427"/>
                  </a:lnTo>
                  <a:cubicBezTo>
                    <a:pt x="1980" y="326"/>
                    <a:pt x="1880" y="326"/>
                    <a:pt x="1880" y="326"/>
                  </a:cubicBezTo>
                  <a:cubicBezTo>
                    <a:pt x="1880" y="326"/>
                    <a:pt x="2081" y="326"/>
                    <a:pt x="1880" y="226"/>
                  </a:cubicBezTo>
                  <a:lnTo>
                    <a:pt x="14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7"/>
            <p:cNvSpPr/>
            <p:nvPr/>
          </p:nvSpPr>
          <p:spPr>
            <a:xfrm>
              <a:off x="3479500" y="1211775"/>
              <a:ext cx="38875" cy="59550"/>
            </a:xfrm>
            <a:custGeom>
              <a:rect b="b" l="l" r="r" t="t"/>
              <a:pathLst>
                <a:path extrusionOk="0" h="2382" w="1555">
                  <a:moveTo>
                    <a:pt x="1153" y="1"/>
                  </a:moveTo>
                  <a:cubicBezTo>
                    <a:pt x="1053" y="101"/>
                    <a:pt x="1053" y="101"/>
                    <a:pt x="928" y="101"/>
                  </a:cubicBezTo>
                  <a:lnTo>
                    <a:pt x="928" y="201"/>
                  </a:lnTo>
                  <a:lnTo>
                    <a:pt x="928" y="301"/>
                  </a:lnTo>
                  <a:lnTo>
                    <a:pt x="828" y="301"/>
                  </a:lnTo>
                  <a:lnTo>
                    <a:pt x="828" y="402"/>
                  </a:lnTo>
                  <a:cubicBezTo>
                    <a:pt x="828" y="502"/>
                    <a:pt x="928" y="502"/>
                    <a:pt x="928" y="502"/>
                  </a:cubicBezTo>
                  <a:cubicBezTo>
                    <a:pt x="828" y="502"/>
                    <a:pt x="928" y="627"/>
                    <a:pt x="828" y="627"/>
                  </a:cubicBezTo>
                  <a:lnTo>
                    <a:pt x="928" y="627"/>
                  </a:lnTo>
                  <a:cubicBezTo>
                    <a:pt x="878" y="677"/>
                    <a:pt x="828" y="677"/>
                    <a:pt x="802" y="677"/>
                  </a:cubicBezTo>
                  <a:cubicBezTo>
                    <a:pt x="777" y="677"/>
                    <a:pt x="777" y="677"/>
                    <a:pt x="828" y="728"/>
                  </a:cubicBezTo>
                  <a:lnTo>
                    <a:pt x="828" y="828"/>
                  </a:lnTo>
                  <a:lnTo>
                    <a:pt x="828" y="928"/>
                  </a:lnTo>
                  <a:cubicBezTo>
                    <a:pt x="794" y="895"/>
                    <a:pt x="772" y="883"/>
                    <a:pt x="757" y="883"/>
                  </a:cubicBezTo>
                  <a:cubicBezTo>
                    <a:pt x="727" y="883"/>
                    <a:pt x="727" y="928"/>
                    <a:pt x="727" y="928"/>
                  </a:cubicBezTo>
                  <a:lnTo>
                    <a:pt x="727" y="1028"/>
                  </a:lnTo>
                  <a:lnTo>
                    <a:pt x="627" y="1028"/>
                  </a:lnTo>
                  <a:lnTo>
                    <a:pt x="627" y="1129"/>
                  </a:lnTo>
                  <a:lnTo>
                    <a:pt x="527" y="1129"/>
                  </a:lnTo>
                  <a:cubicBezTo>
                    <a:pt x="527" y="1129"/>
                    <a:pt x="527" y="1254"/>
                    <a:pt x="627" y="1254"/>
                  </a:cubicBezTo>
                  <a:cubicBezTo>
                    <a:pt x="627" y="1304"/>
                    <a:pt x="577" y="1304"/>
                    <a:pt x="539" y="1304"/>
                  </a:cubicBezTo>
                  <a:cubicBezTo>
                    <a:pt x="502" y="1304"/>
                    <a:pt x="477" y="1304"/>
                    <a:pt x="527" y="1354"/>
                  </a:cubicBezTo>
                  <a:lnTo>
                    <a:pt x="627" y="1354"/>
                  </a:lnTo>
                  <a:cubicBezTo>
                    <a:pt x="627" y="1388"/>
                    <a:pt x="616" y="1399"/>
                    <a:pt x="601" y="1399"/>
                  </a:cubicBezTo>
                  <a:cubicBezTo>
                    <a:pt x="571" y="1399"/>
                    <a:pt x="527" y="1354"/>
                    <a:pt x="527" y="1354"/>
                  </a:cubicBezTo>
                  <a:lnTo>
                    <a:pt x="427" y="1454"/>
                  </a:lnTo>
                  <a:cubicBezTo>
                    <a:pt x="301" y="1454"/>
                    <a:pt x="427" y="1555"/>
                    <a:pt x="527" y="1555"/>
                  </a:cubicBezTo>
                  <a:cubicBezTo>
                    <a:pt x="527" y="1605"/>
                    <a:pt x="502" y="1605"/>
                    <a:pt x="477" y="1605"/>
                  </a:cubicBezTo>
                  <a:cubicBezTo>
                    <a:pt x="452" y="1605"/>
                    <a:pt x="427" y="1605"/>
                    <a:pt x="427" y="1655"/>
                  </a:cubicBezTo>
                  <a:lnTo>
                    <a:pt x="301" y="1655"/>
                  </a:lnTo>
                  <a:cubicBezTo>
                    <a:pt x="427" y="1755"/>
                    <a:pt x="427" y="1755"/>
                    <a:pt x="301" y="1755"/>
                  </a:cubicBezTo>
                  <a:cubicBezTo>
                    <a:pt x="301" y="1880"/>
                    <a:pt x="201" y="1880"/>
                    <a:pt x="301" y="1981"/>
                  </a:cubicBezTo>
                  <a:cubicBezTo>
                    <a:pt x="201" y="1981"/>
                    <a:pt x="201" y="1981"/>
                    <a:pt x="201" y="2081"/>
                  </a:cubicBezTo>
                  <a:cubicBezTo>
                    <a:pt x="251" y="2131"/>
                    <a:pt x="251" y="2131"/>
                    <a:pt x="239" y="2131"/>
                  </a:cubicBezTo>
                  <a:cubicBezTo>
                    <a:pt x="226" y="2131"/>
                    <a:pt x="201" y="2131"/>
                    <a:pt x="201" y="2181"/>
                  </a:cubicBezTo>
                  <a:cubicBezTo>
                    <a:pt x="201" y="2181"/>
                    <a:pt x="0" y="2181"/>
                    <a:pt x="301" y="2281"/>
                  </a:cubicBezTo>
                  <a:cubicBezTo>
                    <a:pt x="427" y="2281"/>
                    <a:pt x="527" y="2382"/>
                    <a:pt x="527" y="2382"/>
                  </a:cubicBezTo>
                  <a:lnTo>
                    <a:pt x="727" y="2382"/>
                  </a:lnTo>
                  <a:cubicBezTo>
                    <a:pt x="727" y="2281"/>
                    <a:pt x="627" y="2281"/>
                    <a:pt x="727" y="2281"/>
                  </a:cubicBezTo>
                  <a:lnTo>
                    <a:pt x="627" y="2281"/>
                  </a:lnTo>
                  <a:cubicBezTo>
                    <a:pt x="627" y="2181"/>
                    <a:pt x="627" y="2181"/>
                    <a:pt x="727" y="2181"/>
                  </a:cubicBezTo>
                  <a:lnTo>
                    <a:pt x="828" y="2181"/>
                  </a:lnTo>
                  <a:cubicBezTo>
                    <a:pt x="828" y="2181"/>
                    <a:pt x="727" y="2081"/>
                    <a:pt x="828" y="2081"/>
                  </a:cubicBezTo>
                  <a:cubicBezTo>
                    <a:pt x="928" y="2081"/>
                    <a:pt x="828" y="1981"/>
                    <a:pt x="928" y="1981"/>
                  </a:cubicBezTo>
                  <a:lnTo>
                    <a:pt x="928" y="1880"/>
                  </a:lnTo>
                  <a:lnTo>
                    <a:pt x="928" y="1755"/>
                  </a:lnTo>
                  <a:cubicBezTo>
                    <a:pt x="1053" y="1755"/>
                    <a:pt x="1053" y="1655"/>
                    <a:pt x="1053" y="1555"/>
                  </a:cubicBezTo>
                  <a:cubicBezTo>
                    <a:pt x="1053" y="1454"/>
                    <a:pt x="928" y="1454"/>
                    <a:pt x="1053" y="1454"/>
                  </a:cubicBezTo>
                  <a:cubicBezTo>
                    <a:pt x="1153" y="1454"/>
                    <a:pt x="1153" y="1354"/>
                    <a:pt x="1153" y="1354"/>
                  </a:cubicBezTo>
                  <a:lnTo>
                    <a:pt x="1153" y="1254"/>
                  </a:lnTo>
                  <a:cubicBezTo>
                    <a:pt x="1254" y="1254"/>
                    <a:pt x="1153" y="1129"/>
                    <a:pt x="1254" y="1129"/>
                  </a:cubicBezTo>
                  <a:cubicBezTo>
                    <a:pt x="1354" y="1129"/>
                    <a:pt x="1254" y="1028"/>
                    <a:pt x="1254" y="1028"/>
                  </a:cubicBezTo>
                  <a:cubicBezTo>
                    <a:pt x="1254" y="928"/>
                    <a:pt x="1254" y="928"/>
                    <a:pt x="1354" y="928"/>
                  </a:cubicBezTo>
                  <a:lnTo>
                    <a:pt x="1354" y="828"/>
                  </a:lnTo>
                  <a:lnTo>
                    <a:pt x="1354" y="728"/>
                  </a:lnTo>
                  <a:lnTo>
                    <a:pt x="1354" y="627"/>
                  </a:lnTo>
                  <a:lnTo>
                    <a:pt x="1354" y="502"/>
                  </a:lnTo>
                  <a:cubicBezTo>
                    <a:pt x="1454" y="502"/>
                    <a:pt x="1454" y="502"/>
                    <a:pt x="1454" y="402"/>
                  </a:cubicBezTo>
                  <a:lnTo>
                    <a:pt x="1454" y="301"/>
                  </a:lnTo>
                  <a:lnTo>
                    <a:pt x="1554" y="301"/>
                  </a:lnTo>
                  <a:lnTo>
                    <a:pt x="1554" y="201"/>
                  </a:lnTo>
                  <a:lnTo>
                    <a:pt x="1454" y="101"/>
                  </a:lnTo>
                  <a:cubicBezTo>
                    <a:pt x="1354" y="101"/>
                    <a:pt x="1153" y="1"/>
                    <a:pt x="1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7"/>
            <p:cNvSpPr/>
            <p:nvPr/>
          </p:nvSpPr>
          <p:spPr>
            <a:xfrm>
              <a:off x="3523975" y="1226050"/>
              <a:ext cx="40000" cy="60950"/>
            </a:xfrm>
            <a:custGeom>
              <a:rect b="b" l="l" r="r" t="t"/>
              <a:pathLst>
                <a:path extrusionOk="0" h="2438" w="1600">
                  <a:moveTo>
                    <a:pt x="1066" y="1"/>
                  </a:moveTo>
                  <a:cubicBezTo>
                    <a:pt x="1028" y="1"/>
                    <a:pt x="1028" y="56"/>
                    <a:pt x="1028" y="56"/>
                  </a:cubicBezTo>
                  <a:lnTo>
                    <a:pt x="928" y="157"/>
                  </a:lnTo>
                  <a:cubicBezTo>
                    <a:pt x="828" y="157"/>
                    <a:pt x="928" y="157"/>
                    <a:pt x="928" y="257"/>
                  </a:cubicBezTo>
                  <a:cubicBezTo>
                    <a:pt x="828" y="257"/>
                    <a:pt x="928" y="257"/>
                    <a:pt x="828" y="357"/>
                  </a:cubicBezTo>
                  <a:lnTo>
                    <a:pt x="828" y="457"/>
                  </a:lnTo>
                  <a:cubicBezTo>
                    <a:pt x="728" y="457"/>
                    <a:pt x="828" y="558"/>
                    <a:pt x="828" y="558"/>
                  </a:cubicBezTo>
                  <a:cubicBezTo>
                    <a:pt x="728" y="558"/>
                    <a:pt x="828" y="683"/>
                    <a:pt x="828" y="683"/>
                  </a:cubicBezTo>
                  <a:cubicBezTo>
                    <a:pt x="828" y="683"/>
                    <a:pt x="627" y="683"/>
                    <a:pt x="728" y="783"/>
                  </a:cubicBezTo>
                  <a:lnTo>
                    <a:pt x="728" y="883"/>
                  </a:lnTo>
                  <a:cubicBezTo>
                    <a:pt x="627" y="883"/>
                    <a:pt x="627" y="883"/>
                    <a:pt x="627" y="984"/>
                  </a:cubicBezTo>
                  <a:cubicBezTo>
                    <a:pt x="627" y="1034"/>
                    <a:pt x="571" y="1034"/>
                    <a:pt x="530" y="1034"/>
                  </a:cubicBezTo>
                  <a:cubicBezTo>
                    <a:pt x="490" y="1034"/>
                    <a:pt x="465" y="1034"/>
                    <a:pt x="527" y="1084"/>
                  </a:cubicBezTo>
                  <a:lnTo>
                    <a:pt x="527" y="1184"/>
                  </a:lnTo>
                  <a:lnTo>
                    <a:pt x="402" y="1184"/>
                  </a:lnTo>
                  <a:lnTo>
                    <a:pt x="527" y="1309"/>
                  </a:lnTo>
                  <a:lnTo>
                    <a:pt x="402" y="1309"/>
                  </a:lnTo>
                  <a:cubicBezTo>
                    <a:pt x="402" y="1309"/>
                    <a:pt x="402" y="1410"/>
                    <a:pt x="527" y="1410"/>
                  </a:cubicBezTo>
                  <a:lnTo>
                    <a:pt x="402" y="1410"/>
                  </a:lnTo>
                  <a:lnTo>
                    <a:pt x="302" y="1510"/>
                  </a:lnTo>
                  <a:cubicBezTo>
                    <a:pt x="302" y="1510"/>
                    <a:pt x="302" y="1610"/>
                    <a:pt x="402" y="1610"/>
                  </a:cubicBezTo>
                  <a:lnTo>
                    <a:pt x="302" y="1610"/>
                  </a:lnTo>
                  <a:cubicBezTo>
                    <a:pt x="302" y="1710"/>
                    <a:pt x="201" y="1710"/>
                    <a:pt x="302" y="1710"/>
                  </a:cubicBezTo>
                  <a:cubicBezTo>
                    <a:pt x="302" y="1811"/>
                    <a:pt x="302" y="1811"/>
                    <a:pt x="201" y="1811"/>
                  </a:cubicBezTo>
                  <a:lnTo>
                    <a:pt x="201" y="2036"/>
                  </a:lnTo>
                  <a:lnTo>
                    <a:pt x="101" y="2136"/>
                  </a:lnTo>
                  <a:lnTo>
                    <a:pt x="201" y="2237"/>
                  </a:lnTo>
                  <a:cubicBezTo>
                    <a:pt x="201" y="2237"/>
                    <a:pt x="1" y="2237"/>
                    <a:pt x="302" y="2337"/>
                  </a:cubicBezTo>
                  <a:cubicBezTo>
                    <a:pt x="402" y="2337"/>
                    <a:pt x="527" y="2437"/>
                    <a:pt x="527" y="2437"/>
                  </a:cubicBezTo>
                  <a:lnTo>
                    <a:pt x="627" y="2437"/>
                  </a:lnTo>
                  <a:lnTo>
                    <a:pt x="627" y="2337"/>
                  </a:lnTo>
                  <a:lnTo>
                    <a:pt x="728" y="2337"/>
                  </a:lnTo>
                  <a:lnTo>
                    <a:pt x="627" y="2237"/>
                  </a:lnTo>
                  <a:lnTo>
                    <a:pt x="728" y="2237"/>
                  </a:lnTo>
                  <a:lnTo>
                    <a:pt x="728" y="2136"/>
                  </a:lnTo>
                  <a:lnTo>
                    <a:pt x="828" y="2036"/>
                  </a:lnTo>
                  <a:cubicBezTo>
                    <a:pt x="828" y="2036"/>
                    <a:pt x="728" y="1936"/>
                    <a:pt x="828" y="1936"/>
                  </a:cubicBezTo>
                  <a:cubicBezTo>
                    <a:pt x="928" y="1936"/>
                    <a:pt x="828" y="1936"/>
                    <a:pt x="828" y="1811"/>
                  </a:cubicBezTo>
                  <a:lnTo>
                    <a:pt x="928" y="1710"/>
                  </a:lnTo>
                  <a:lnTo>
                    <a:pt x="928" y="1610"/>
                  </a:lnTo>
                  <a:lnTo>
                    <a:pt x="928" y="1510"/>
                  </a:lnTo>
                  <a:cubicBezTo>
                    <a:pt x="928" y="1510"/>
                    <a:pt x="884" y="1465"/>
                    <a:pt x="913" y="1465"/>
                  </a:cubicBezTo>
                  <a:cubicBezTo>
                    <a:pt x="928" y="1465"/>
                    <a:pt x="962" y="1476"/>
                    <a:pt x="1028" y="1510"/>
                  </a:cubicBezTo>
                  <a:lnTo>
                    <a:pt x="1028" y="1410"/>
                  </a:lnTo>
                  <a:lnTo>
                    <a:pt x="1028" y="1309"/>
                  </a:lnTo>
                  <a:lnTo>
                    <a:pt x="1028" y="1184"/>
                  </a:lnTo>
                  <a:lnTo>
                    <a:pt x="1154" y="1184"/>
                  </a:lnTo>
                  <a:cubicBezTo>
                    <a:pt x="1254" y="1084"/>
                    <a:pt x="1154" y="1084"/>
                    <a:pt x="1154" y="984"/>
                  </a:cubicBezTo>
                  <a:lnTo>
                    <a:pt x="1254" y="883"/>
                  </a:lnTo>
                  <a:lnTo>
                    <a:pt x="1254" y="783"/>
                  </a:lnTo>
                  <a:lnTo>
                    <a:pt x="1254" y="683"/>
                  </a:lnTo>
                  <a:lnTo>
                    <a:pt x="1354" y="558"/>
                  </a:lnTo>
                  <a:lnTo>
                    <a:pt x="1354" y="457"/>
                  </a:lnTo>
                  <a:lnTo>
                    <a:pt x="1455" y="357"/>
                  </a:lnTo>
                  <a:lnTo>
                    <a:pt x="1555" y="357"/>
                  </a:lnTo>
                  <a:lnTo>
                    <a:pt x="1455" y="257"/>
                  </a:lnTo>
                  <a:cubicBezTo>
                    <a:pt x="1521" y="257"/>
                    <a:pt x="1588" y="301"/>
                    <a:pt x="1596" y="301"/>
                  </a:cubicBezTo>
                  <a:cubicBezTo>
                    <a:pt x="1599" y="301"/>
                    <a:pt x="1588" y="290"/>
                    <a:pt x="1555" y="257"/>
                  </a:cubicBezTo>
                  <a:lnTo>
                    <a:pt x="1455" y="157"/>
                  </a:lnTo>
                  <a:cubicBezTo>
                    <a:pt x="1354" y="157"/>
                    <a:pt x="1154" y="56"/>
                    <a:pt x="1154" y="56"/>
                  </a:cubicBezTo>
                  <a:cubicBezTo>
                    <a:pt x="1112" y="15"/>
                    <a:pt x="1084"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7"/>
            <p:cNvSpPr/>
            <p:nvPr/>
          </p:nvSpPr>
          <p:spPr>
            <a:xfrm>
              <a:off x="3562825" y="1250625"/>
              <a:ext cx="33875" cy="52025"/>
            </a:xfrm>
            <a:custGeom>
              <a:rect b="b" l="l" r="r" t="t"/>
              <a:pathLst>
                <a:path extrusionOk="0" h="2081" w="1355">
                  <a:moveTo>
                    <a:pt x="427" y="1053"/>
                  </a:moveTo>
                  <a:cubicBezTo>
                    <a:pt x="377" y="1053"/>
                    <a:pt x="402" y="1078"/>
                    <a:pt x="427" y="1091"/>
                  </a:cubicBezTo>
                  <a:lnTo>
                    <a:pt x="427" y="1091"/>
                  </a:lnTo>
                  <a:lnTo>
                    <a:pt x="427" y="1053"/>
                  </a:lnTo>
                  <a:close/>
                  <a:moveTo>
                    <a:pt x="853" y="1"/>
                  </a:moveTo>
                  <a:cubicBezTo>
                    <a:pt x="853" y="101"/>
                    <a:pt x="853" y="101"/>
                    <a:pt x="728" y="101"/>
                  </a:cubicBezTo>
                  <a:lnTo>
                    <a:pt x="728" y="201"/>
                  </a:lnTo>
                  <a:cubicBezTo>
                    <a:pt x="627" y="201"/>
                    <a:pt x="728" y="326"/>
                    <a:pt x="728" y="326"/>
                  </a:cubicBezTo>
                  <a:cubicBezTo>
                    <a:pt x="627" y="326"/>
                    <a:pt x="728" y="326"/>
                    <a:pt x="627" y="427"/>
                  </a:cubicBezTo>
                  <a:lnTo>
                    <a:pt x="728" y="427"/>
                  </a:lnTo>
                  <a:cubicBezTo>
                    <a:pt x="627" y="427"/>
                    <a:pt x="728" y="527"/>
                    <a:pt x="728" y="527"/>
                  </a:cubicBezTo>
                  <a:cubicBezTo>
                    <a:pt x="728" y="577"/>
                    <a:pt x="678" y="577"/>
                    <a:pt x="640" y="577"/>
                  </a:cubicBezTo>
                  <a:cubicBezTo>
                    <a:pt x="602" y="577"/>
                    <a:pt x="577" y="577"/>
                    <a:pt x="627" y="627"/>
                  </a:cubicBezTo>
                  <a:lnTo>
                    <a:pt x="627" y="727"/>
                  </a:lnTo>
                  <a:cubicBezTo>
                    <a:pt x="527" y="727"/>
                    <a:pt x="527" y="727"/>
                    <a:pt x="627" y="828"/>
                  </a:cubicBezTo>
                  <a:lnTo>
                    <a:pt x="527" y="828"/>
                  </a:lnTo>
                  <a:cubicBezTo>
                    <a:pt x="577" y="890"/>
                    <a:pt x="552" y="890"/>
                    <a:pt x="515" y="890"/>
                  </a:cubicBezTo>
                  <a:cubicBezTo>
                    <a:pt x="477" y="890"/>
                    <a:pt x="427" y="890"/>
                    <a:pt x="427" y="953"/>
                  </a:cubicBezTo>
                  <a:cubicBezTo>
                    <a:pt x="427" y="953"/>
                    <a:pt x="527" y="1053"/>
                    <a:pt x="427" y="1053"/>
                  </a:cubicBezTo>
                  <a:cubicBezTo>
                    <a:pt x="460" y="1087"/>
                    <a:pt x="460" y="1098"/>
                    <a:pt x="449" y="1098"/>
                  </a:cubicBezTo>
                  <a:cubicBezTo>
                    <a:pt x="444" y="1098"/>
                    <a:pt x="435" y="1095"/>
                    <a:pt x="427" y="1091"/>
                  </a:cubicBezTo>
                  <a:lnTo>
                    <a:pt x="427" y="1091"/>
                  </a:lnTo>
                  <a:lnTo>
                    <a:pt x="427" y="1153"/>
                  </a:lnTo>
                  <a:cubicBezTo>
                    <a:pt x="327" y="1153"/>
                    <a:pt x="327" y="1153"/>
                    <a:pt x="327" y="1254"/>
                  </a:cubicBezTo>
                  <a:cubicBezTo>
                    <a:pt x="226" y="1254"/>
                    <a:pt x="327" y="1254"/>
                    <a:pt x="427" y="1354"/>
                  </a:cubicBezTo>
                  <a:lnTo>
                    <a:pt x="226" y="1354"/>
                  </a:lnTo>
                  <a:cubicBezTo>
                    <a:pt x="327" y="1454"/>
                    <a:pt x="327" y="1454"/>
                    <a:pt x="226" y="1454"/>
                  </a:cubicBezTo>
                  <a:lnTo>
                    <a:pt x="226" y="1680"/>
                  </a:lnTo>
                  <a:cubicBezTo>
                    <a:pt x="226" y="1680"/>
                    <a:pt x="101" y="1680"/>
                    <a:pt x="101" y="1780"/>
                  </a:cubicBezTo>
                  <a:cubicBezTo>
                    <a:pt x="101" y="1880"/>
                    <a:pt x="1" y="1780"/>
                    <a:pt x="327" y="1981"/>
                  </a:cubicBezTo>
                  <a:cubicBezTo>
                    <a:pt x="327" y="1981"/>
                    <a:pt x="427" y="1981"/>
                    <a:pt x="527" y="2081"/>
                  </a:cubicBezTo>
                  <a:cubicBezTo>
                    <a:pt x="627" y="2081"/>
                    <a:pt x="527" y="2081"/>
                    <a:pt x="527" y="1981"/>
                  </a:cubicBezTo>
                  <a:lnTo>
                    <a:pt x="627" y="1981"/>
                  </a:lnTo>
                  <a:cubicBezTo>
                    <a:pt x="728" y="1981"/>
                    <a:pt x="627" y="1981"/>
                    <a:pt x="627" y="1880"/>
                  </a:cubicBezTo>
                  <a:lnTo>
                    <a:pt x="728" y="1880"/>
                  </a:lnTo>
                  <a:lnTo>
                    <a:pt x="728" y="1780"/>
                  </a:lnTo>
                  <a:lnTo>
                    <a:pt x="853" y="1780"/>
                  </a:lnTo>
                  <a:cubicBezTo>
                    <a:pt x="853" y="1780"/>
                    <a:pt x="728" y="1680"/>
                    <a:pt x="853" y="1680"/>
                  </a:cubicBezTo>
                  <a:lnTo>
                    <a:pt x="853" y="1580"/>
                  </a:lnTo>
                  <a:lnTo>
                    <a:pt x="853" y="1454"/>
                  </a:lnTo>
                  <a:cubicBezTo>
                    <a:pt x="953" y="1454"/>
                    <a:pt x="953" y="1454"/>
                    <a:pt x="953" y="1354"/>
                  </a:cubicBezTo>
                  <a:cubicBezTo>
                    <a:pt x="953" y="1254"/>
                    <a:pt x="853" y="1254"/>
                    <a:pt x="953" y="1254"/>
                  </a:cubicBezTo>
                  <a:lnTo>
                    <a:pt x="953" y="1153"/>
                  </a:lnTo>
                  <a:lnTo>
                    <a:pt x="1053" y="1053"/>
                  </a:lnTo>
                  <a:lnTo>
                    <a:pt x="1154" y="1053"/>
                  </a:lnTo>
                  <a:cubicBezTo>
                    <a:pt x="1154" y="953"/>
                    <a:pt x="1154" y="953"/>
                    <a:pt x="1053" y="828"/>
                  </a:cubicBezTo>
                  <a:lnTo>
                    <a:pt x="1154" y="828"/>
                  </a:lnTo>
                  <a:cubicBezTo>
                    <a:pt x="1154" y="828"/>
                    <a:pt x="1254" y="828"/>
                    <a:pt x="1254" y="727"/>
                  </a:cubicBezTo>
                  <a:cubicBezTo>
                    <a:pt x="1154" y="727"/>
                    <a:pt x="1154" y="727"/>
                    <a:pt x="1154" y="627"/>
                  </a:cubicBezTo>
                  <a:lnTo>
                    <a:pt x="1154" y="527"/>
                  </a:lnTo>
                  <a:lnTo>
                    <a:pt x="1254" y="527"/>
                  </a:lnTo>
                  <a:lnTo>
                    <a:pt x="1254" y="427"/>
                  </a:lnTo>
                  <a:lnTo>
                    <a:pt x="1254" y="326"/>
                  </a:lnTo>
                  <a:lnTo>
                    <a:pt x="1354" y="326"/>
                  </a:lnTo>
                  <a:lnTo>
                    <a:pt x="1354" y="201"/>
                  </a:lnTo>
                  <a:lnTo>
                    <a:pt x="1254" y="101"/>
                  </a:lnTo>
                  <a:cubicBezTo>
                    <a:pt x="1154" y="101"/>
                    <a:pt x="953" y="1"/>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7"/>
            <p:cNvSpPr/>
            <p:nvPr/>
          </p:nvSpPr>
          <p:spPr>
            <a:xfrm>
              <a:off x="3640825" y="1386600"/>
              <a:ext cx="24175" cy="20700"/>
            </a:xfrm>
            <a:custGeom>
              <a:rect b="b" l="l" r="r" t="t"/>
              <a:pathLst>
                <a:path extrusionOk="0" h="828" w="967">
                  <a:moveTo>
                    <a:pt x="440" y="0"/>
                  </a:moveTo>
                  <a:cubicBezTo>
                    <a:pt x="339" y="100"/>
                    <a:pt x="239" y="100"/>
                    <a:pt x="239" y="100"/>
                  </a:cubicBezTo>
                  <a:lnTo>
                    <a:pt x="114" y="100"/>
                  </a:lnTo>
                  <a:cubicBezTo>
                    <a:pt x="14" y="201"/>
                    <a:pt x="114" y="201"/>
                    <a:pt x="114" y="201"/>
                  </a:cubicBezTo>
                  <a:lnTo>
                    <a:pt x="111" y="204"/>
                  </a:lnTo>
                  <a:lnTo>
                    <a:pt x="111" y="204"/>
                  </a:lnTo>
                  <a:cubicBezTo>
                    <a:pt x="44" y="210"/>
                    <a:pt x="0" y="224"/>
                    <a:pt x="51" y="264"/>
                  </a:cubicBezTo>
                  <a:lnTo>
                    <a:pt x="51" y="264"/>
                  </a:lnTo>
                  <a:lnTo>
                    <a:pt x="14" y="301"/>
                  </a:lnTo>
                  <a:lnTo>
                    <a:pt x="114" y="301"/>
                  </a:lnTo>
                  <a:lnTo>
                    <a:pt x="114" y="401"/>
                  </a:lnTo>
                  <a:lnTo>
                    <a:pt x="114" y="527"/>
                  </a:lnTo>
                  <a:lnTo>
                    <a:pt x="339" y="827"/>
                  </a:lnTo>
                  <a:lnTo>
                    <a:pt x="640" y="827"/>
                  </a:lnTo>
                  <a:lnTo>
                    <a:pt x="640" y="727"/>
                  </a:lnTo>
                  <a:cubicBezTo>
                    <a:pt x="674" y="760"/>
                    <a:pt x="696" y="772"/>
                    <a:pt x="711" y="772"/>
                  </a:cubicBezTo>
                  <a:cubicBezTo>
                    <a:pt x="740" y="772"/>
                    <a:pt x="740" y="727"/>
                    <a:pt x="740" y="727"/>
                  </a:cubicBezTo>
                  <a:lnTo>
                    <a:pt x="866" y="727"/>
                  </a:lnTo>
                  <a:lnTo>
                    <a:pt x="866" y="627"/>
                  </a:lnTo>
                  <a:lnTo>
                    <a:pt x="866" y="401"/>
                  </a:lnTo>
                  <a:cubicBezTo>
                    <a:pt x="966" y="401"/>
                    <a:pt x="966" y="301"/>
                    <a:pt x="966" y="301"/>
                  </a:cubicBezTo>
                  <a:cubicBezTo>
                    <a:pt x="866" y="201"/>
                    <a:pt x="866" y="201"/>
                    <a:pt x="740" y="201"/>
                  </a:cubicBezTo>
                  <a:cubicBezTo>
                    <a:pt x="740" y="151"/>
                    <a:pt x="715" y="151"/>
                    <a:pt x="690" y="151"/>
                  </a:cubicBezTo>
                  <a:cubicBezTo>
                    <a:pt x="665" y="151"/>
                    <a:pt x="640" y="151"/>
                    <a:pt x="640" y="100"/>
                  </a:cubicBezTo>
                  <a:lnTo>
                    <a:pt x="540" y="100"/>
                  </a:lnTo>
                  <a:cubicBezTo>
                    <a:pt x="640" y="0"/>
                    <a:pt x="740" y="0"/>
                    <a:pt x="4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7"/>
            <p:cNvSpPr/>
            <p:nvPr/>
          </p:nvSpPr>
          <p:spPr>
            <a:xfrm>
              <a:off x="3578500" y="1573450"/>
              <a:ext cx="31350" cy="26825"/>
            </a:xfrm>
            <a:custGeom>
              <a:rect b="b" l="l" r="r" t="t"/>
              <a:pathLst>
                <a:path extrusionOk="0" h="1073" w="1254">
                  <a:moveTo>
                    <a:pt x="426" y="346"/>
                  </a:moveTo>
                  <a:lnTo>
                    <a:pt x="527" y="446"/>
                  </a:lnTo>
                  <a:cubicBezTo>
                    <a:pt x="471" y="390"/>
                    <a:pt x="446" y="365"/>
                    <a:pt x="418" y="355"/>
                  </a:cubicBezTo>
                  <a:lnTo>
                    <a:pt x="418" y="355"/>
                  </a:lnTo>
                  <a:lnTo>
                    <a:pt x="426" y="346"/>
                  </a:lnTo>
                  <a:close/>
                  <a:moveTo>
                    <a:pt x="527" y="396"/>
                  </a:moveTo>
                  <a:lnTo>
                    <a:pt x="627" y="446"/>
                  </a:lnTo>
                  <a:cubicBezTo>
                    <a:pt x="627" y="446"/>
                    <a:pt x="627" y="502"/>
                    <a:pt x="597" y="502"/>
                  </a:cubicBezTo>
                  <a:cubicBezTo>
                    <a:pt x="582" y="502"/>
                    <a:pt x="560" y="488"/>
                    <a:pt x="527" y="446"/>
                  </a:cubicBezTo>
                  <a:lnTo>
                    <a:pt x="527" y="396"/>
                  </a:lnTo>
                  <a:close/>
                  <a:moveTo>
                    <a:pt x="400" y="1"/>
                  </a:moveTo>
                  <a:cubicBezTo>
                    <a:pt x="382" y="1"/>
                    <a:pt x="360" y="12"/>
                    <a:pt x="326" y="45"/>
                  </a:cubicBezTo>
                  <a:lnTo>
                    <a:pt x="226" y="145"/>
                  </a:lnTo>
                  <a:cubicBezTo>
                    <a:pt x="101" y="246"/>
                    <a:pt x="0" y="246"/>
                    <a:pt x="0" y="246"/>
                  </a:cubicBezTo>
                  <a:cubicBezTo>
                    <a:pt x="0" y="346"/>
                    <a:pt x="101" y="346"/>
                    <a:pt x="101" y="446"/>
                  </a:cubicBezTo>
                  <a:cubicBezTo>
                    <a:pt x="101" y="446"/>
                    <a:pt x="34" y="597"/>
                    <a:pt x="133" y="597"/>
                  </a:cubicBezTo>
                  <a:cubicBezTo>
                    <a:pt x="155" y="597"/>
                    <a:pt x="185" y="590"/>
                    <a:pt x="226" y="571"/>
                  </a:cubicBezTo>
                  <a:cubicBezTo>
                    <a:pt x="174" y="571"/>
                    <a:pt x="165" y="571"/>
                    <a:pt x="180" y="563"/>
                  </a:cubicBezTo>
                  <a:lnTo>
                    <a:pt x="180" y="563"/>
                  </a:lnTo>
                  <a:cubicBezTo>
                    <a:pt x="205" y="571"/>
                    <a:pt x="226" y="571"/>
                    <a:pt x="226" y="571"/>
                  </a:cubicBezTo>
                  <a:lnTo>
                    <a:pt x="226" y="672"/>
                  </a:lnTo>
                  <a:lnTo>
                    <a:pt x="226" y="772"/>
                  </a:lnTo>
                  <a:cubicBezTo>
                    <a:pt x="226" y="772"/>
                    <a:pt x="326" y="772"/>
                    <a:pt x="326" y="872"/>
                  </a:cubicBezTo>
                  <a:lnTo>
                    <a:pt x="326" y="972"/>
                  </a:lnTo>
                  <a:cubicBezTo>
                    <a:pt x="326" y="972"/>
                    <a:pt x="371" y="928"/>
                    <a:pt x="400" y="928"/>
                  </a:cubicBezTo>
                  <a:cubicBezTo>
                    <a:pt x="415" y="928"/>
                    <a:pt x="426" y="939"/>
                    <a:pt x="426" y="972"/>
                  </a:cubicBezTo>
                  <a:lnTo>
                    <a:pt x="426" y="1073"/>
                  </a:lnTo>
                  <a:lnTo>
                    <a:pt x="727" y="1073"/>
                  </a:lnTo>
                  <a:cubicBezTo>
                    <a:pt x="853" y="1073"/>
                    <a:pt x="1053" y="1073"/>
                    <a:pt x="1053" y="872"/>
                  </a:cubicBezTo>
                  <a:cubicBezTo>
                    <a:pt x="1053" y="872"/>
                    <a:pt x="1153" y="872"/>
                    <a:pt x="1153" y="772"/>
                  </a:cubicBezTo>
                  <a:cubicBezTo>
                    <a:pt x="1153" y="772"/>
                    <a:pt x="953" y="672"/>
                    <a:pt x="1153" y="672"/>
                  </a:cubicBezTo>
                  <a:cubicBezTo>
                    <a:pt x="1254" y="672"/>
                    <a:pt x="1153" y="672"/>
                    <a:pt x="1153" y="571"/>
                  </a:cubicBezTo>
                  <a:cubicBezTo>
                    <a:pt x="1153" y="446"/>
                    <a:pt x="1053" y="446"/>
                    <a:pt x="1053" y="346"/>
                  </a:cubicBezTo>
                  <a:cubicBezTo>
                    <a:pt x="1153" y="246"/>
                    <a:pt x="1053" y="246"/>
                    <a:pt x="1053" y="246"/>
                  </a:cubicBezTo>
                  <a:lnTo>
                    <a:pt x="1053" y="145"/>
                  </a:lnTo>
                  <a:cubicBezTo>
                    <a:pt x="1053" y="112"/>
                    <a:pt x="1042" y="101"/>
                    <a:pt x="1023" y="101"/>
                  </a:cubicBezTo>
                  <a:cubicBezTo>
                    <a:pt x="986" y="101"/>
                    <a:pt x="919" y="145"/>
                    <a:pt x="853" y="145"/>
                  </a:cubicBezTo>
                  <a:cubicBezTo>
                    <a:pt x="727" y="145"/>
                    <a:pt x="727" y="45"/>
                    <a:pt x="627" y="45"/>
                  </a:cubicBezTo>
                  <a:cubicBezTo>
                    <a:pt x="627" y="45"/>
                    <a:pt x="627" y="1"/>
                    <a:pt x="597" y="1"/>
                  </a:cubicBezTo>
                  <a:cubicBezTo>
                    <a:pt x="582" y="1"/>
                    <a:pt x="560" y="12"/>
                    <a:pt x="527" y="45"/>
                  </a:cubicBezTo>
                  <a:cubicBezTo>
                    <a:pt x="460" y="45"/>
                    <a:pt x="438" y="1"/>
                    <a:pt x="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7"/>
            <p:cNvSpPr/>
            <p:nvPr/>
          </p:nvSpPr>
          <p:spPr>
            <a:xfrm>
              <a:off x="3891775" y="1471325"/>
              <a:ext cx="26350" cy="27450"/>
            </a:xfrm>
            <a:custGeom>
              <a:rect b="b" l="l" r="r" t="t"/>
              <a:pathLst>
                <a:path extrusionOk="0" h="1098" w="1054">
                  <a:moveTo>
                    <a:pt x="1053" y="671"/>
                  </a:moveTo>
                  <a:cubicBezTo>
                    <a:pt x="1016" y="671"/>
                    <a:pt x="989" y="675"/>
                    <a:pt x="970" y="681"/>
                  </a:cubicBezTo>
                  <a:lnTo>
                    <a:pt x="970" y="681"/>
                  </a:lnTo>
                  <a:cubicBezTo>
                    <a:pt x="953" y="692"/>
                    <a:pt x="953" y="717"/>
                    <a:pt x="953" y="772"/>
                  </a:cubicBezTo>
                  <a:lnTo>
                    <a:pt x="1053" y="671"/>
                  </a:lnTo>
                  <a:close/>
                  <a:moveTo>
                    <a:pt x="553" y="0"/>
                  </a:moveTo>
                  <a:cubicBezTo>
                    <a:pt x="538" y="0"/>
                    <a:pt x="527" y="11"/>
                    <a:pt x="527" y="45"/>
                  </a:cubicBezTo>
                  <a:cubicBezTo>
                    <a:pt x="427" y="45"/>
                    <a:pt x="427" y="45"/>
                    <a:pt x="427" y="145"/>
                  </a:cubicBezTo>
                  <a:cubicBezTo>
                    <a:pt x="327" y="145"/>
                    <a:pt x="327" y="270"/>
                    <a:pt x="327" y="270"/>
                  </a:cubicBezTo>
                  <a:lnTo>
                    <a:pt x="226" y="270"/>
                  </a:lnTo>
                  <a:cubicBezTo>
                    <a:pt x="226" y="371"/>
                    <a:pt x="101" y="371"/>
                    <a:pt x="101" y="371"/>
                  </a:cubicBezTo>
                  <a:lnTo>
                    <a:pt x="101" y="471"/>
                  </a:lnTo>
                  <a:cubicBezTo>
                    <a:pt x="1" y="571"/>
                    <a:pt x="101" y="571"/>
                    <a:pt x="101" y="571"/>
                  </a:cubicBezTo>
                  <a:cubicBezTo>
                    <a:pt x="127" y="592"/>
                    <a:pt x="148" y="609"/>
                    <a:pt x="163" y="622"/>
                  </a:cubicBezTo>
                  <a:lnTo>
                    <a:pt x="163" y="622"/>
                  </a:lnTo>
                  <a:lnTo>
                    <a:pt x="101" y="671"/>
                  </a:lnTo>
                  <a:cubicBezTo>
                    <a:pt x="51" y="722"/>
                    <a:pt x="82" y="722"/>
                    <a:pt x="126" y="722"/>
                  </a:cubicBezTo>
                  <a:cubicBezTo>
                    <a:pt x="143" y="722"/>
                    <a:pt x="161" y="722"/>
                    <a:pt x="177" y="724"/>
                  </a:cubicBezTo>
                  <a:lnTo>
                    <a:pt x="177" y="724"/>
                  </a:lnTo>
                  <a:cubicBezTo>
                    <a:pt x="143" y="763"/>
                    <a:pt x="108" y="810"/>
                    <a:pt x="136" y="810"/>
                  </a:cubicBezTo>
                  <a:cubicBezTo>
                    <a:pt x="144" y="810"/>
                    <a:pt x="155" y="806"/>
                    <a:pt x="172" y="799"/>
                  </a:cubicBezTo>
                  <a:lnTo>
                    <a:pt x="172" y="799"/>
                  </a:lnTo>
                  <a:cubicBezTo>
                    <a:pt x="166" y="817"/>
                    <a:pt x="177" y="847"/>
                    <a:pt x="226" y="897"/>
                  </a:cubicBezTo>
                  <a:cubicBezTo>
                    <a:pt x="226" y="897"/>
                    <a:pt x="226" y="997"/>
                    <a:pt x="327" y="997"/>
                  </a:cubicBezTo>
                  <a:cubicBezTo>
                    <a:pt x="327" y="1031"/>
                    <a:pt x="338" y="1042"/>
                    <a:pt x="353" y="1042"/>
                  </a:cubicBezTo>
                  <a:cubicBezTo>
                    <a:pt x="382" y="1042"/>
                    <a:pt x="427" y="997"/>
                    <a:pt x="427" y="997"/>
                  </a:cubicBezTo>
                  <a:cubicBezTo>
                    <a:pt x="427" y="1097"/>
                    <a:pt x="427" y="1097"/>
                    <a:pt x="527" y="1097"/>
                  </a:cubicBezTo>
                  <a:cubicBezTo>
                    <a:pt x="527" y="997"/>
                    <a:pt x="627" y="997"/>
                    <a:pt x="728" y="997"/>
                  </a:cubicBezTo>
                  <a:lnTo>
                    <a:pt x="953" y="997"/>
                  </a:lnTo>
                  <a:lnTo>
                    <a:pt x="953" y="772"/>
                  </a:lnTo>
                  <a:cubicBezTo>
                    <a:pt x="953" y="772"/>
                    <a:pt x="887" y="706"/>
                    <a:pt x="970" y="681"/>
                  </a:cubicBezTo>
                  <a:lnTo>
                    <a:pt x="970" y="681"/>
                  </a:lnTo>
                  <a:cubicBezTo>
                    <a:pt x="983" y="671"/>
                    <a:pt x="1008" y="671"/>
                    <a:pt x="1053" y="671"/>
                  </a:cubicBezTo>
                  <a:lnTo>
                    <a:pt x="1053" y="571"/>
                  </a:lnTo>
                  <a:cubicBezTo>
                    <a:pt x="1053" y="471"/>
                    <a:pt x="953" y="471"/>
                    <a:pt x="953" y="371"/>
                  </a:cubicBezTo>
                  <a:cubicBezTo>
                    <a:pt x="1053" y="270"/>
                    <a:pt x="953" y="270"/>
                    <a:pt x="953" y="270"/>
                  </a:cubicBezTo>
                  <a:lnTo>
                    <a:pt x="953" y="145"/>
                  </a:lnTo>
                  <a:cubicBezTo>
                    <a:pt x="953" y="112"/>
                    <a:pt x="942" y="101"/>
                    <a:pt x="923" y="101"/>
                  </a:cubicBezTo>
                  <a:cubicBezTo>
                    <a:pt x="884" y="101"/>
                    <a:pt x="811" y="145"/>
                    <a:pt x="728" y="145"/>
                  </a:cubicBezTo>
                  <a:lnTo>
                    <a:pt x="627" y="45"/>
                  </a:lnTo>
                  <a:cubicBezTo>
                    <a:pt x="627" y="45"/>
                    <a:pt x="583" y="0"/>
                    <a:pt x="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7"/>
            <p:cNvSpPr/>
            <p:nvPr/>
          </p:nvSpPr>
          <p:spPr>
            <a:xfrm>
              <a:off x="3810950" y="1688825"/>
              <a:ext cx="65200" cy="37425"/>
            </a:xfrm>
            <a:custGeom>
              <a:rect b="b" l="l" r="r" t="t"/>
              <a:pathLst>
                <a:path extrusionOk="0" h="1497" w="2608">
                  <a:moveTo>
                    <a:pt x="195" y="1"/>
                  </a:moveTo>
                  <a:cubicBezTo>
                    <a:pt x="185" y="1"/>
                    <a:pt x="161" y="37"/>
                    <a:pt x="101" y="217"/>
                  </a:cubicBezTo>
                  <a:cubicBezTo>
                    <a:pt x="101" y="217"/>
                    <a:pt x="1" y="342"/>
                    <a:pt x="1" y="443"/>
                  </a:cubicBezTo>
                  <a:cubicBezTo>
                    <a:pt x="1" y="543"/>
                    <a:pt x="101" y="543"/>
                    <a:pt x="101" y="543"/>
                  </a:cubicBezTo>
                  <a:cubicBezTo>
                    <a:pt x="101" y="576"/>
                    <a:pt x="112" y="587"/>
                    <a:pt x="127" y="587"/>
                  </a:cubicBezTo>
                  <a:cubicBezTo>
                    <a:pt x="157" y="587"/>
                    <a:pt x="201" y="543"/>
                    <a:pt x="201" y="543"/>
                  </a:cubicBezTo>
                  <a:cubicBezTo>
                    <a:pt x="201" y="576"/>
                    <a:pt x="215" y="587"/>
                    <a:pt x="234" y="587"/>
                  </a:cubicBezTo>
                  <a:cubicBezTo>
                    <a:pt x="271" y="587"/>
                    <a:pt x="326" y="543"/>
                    <a:pt x="326" y="543"/>
                  </a:cubicBezTo>
                  <a:lnTo>
                    <a:pt x="326" y="643"/>
                  </a:lnTo>
                  <a:lnTo>
                    <a:pt x="427" y="643"/>
                  </a:lnTo>
                  <a:lnTo>
                    <a:pt x="427" y="743"/>
                  </a:lnTo>
                  <a:cubicBezTo>
                    <a:pt x="427" y="743"/>
                    <a:pt x="471" y="699"/>
                    <a:pt x="501" y="699"/>
                  </a:cubicBezTo>
                  <a:cubicBezTo>
                    <a:pt x="516" y="699"/>
                    <a:pt x="527" y="710"/>
                    <a:pt x="527" y="743"/>
                  </a:cubicBezTo>
                  <a:lnTo>
                    <a:pt x="627" y="743"/>
                  </a:lnTo>
                  <a:cubicBezTo>
                    <a:pt x="728" y="743"/>
                    <a:pt x="728" y="743"/>
                    <a:pt x="728" y="844"/>
                  </a:cubicBezTo>
                  <a:lnTo>
                    <a:pt x="1053" y="844"/>
                  </a:lnTo>
                  <a:cubicBezTo>
                    <a:pt x="1053" y="969"/>
                    <a:pt x="1053" y="969"/>
                    <a:pt x="1154" y="969"/>
                  </a:cubicBezTo>
                  <a:lnTo>
                    <a:pt x="1354" y="969"/>
                  </a:lnTo>
                  <a:lnTo>
                    <a:pt x="1354" y="1069"/>
                  </a:lnTo>
                  <a:lnTo>
                    <a:pt x="1454" y="1069"/>
                  </a:lnTo>
                  <a:cubicBezTo>
                    <a:pt x="1454" y="1103"/>
                    <a:pt x="1454" y="1114"/>
                    <a:pt x="1459" y="1114"/>
                  </a:cubicBezTo>
                  <a:cubicBezTo>
                    <a:pt x="1468" y="1114"/>
                    <a:pt x="1496" y="1069"/>
                    <a:pt x="1580" y="1069"/>
                  </a:cubicBezTo>
                  <a:cubicBezTo>
                    <a:pt x="1580" y="1069"/>
                    <a:pt x="1680" y="1069"/>
                    <a:pt x="1680" y="1169"/>
                  </a:cubicBezTo>
                  <a:lnTo>
                    <a:pt x="1981" y="1169"/>
                  </a:lnTo>
                  <a:lnTo>
                    <a:pt x="1981" y="1270"/>
                  </a:lnTo>
                  <a:lnTo>
                    <a:pt x="2081" y="1270"/>
                  </a:lnTo>
                  <a:cubicBezTo>
                    <a:pt x="2206" y="1270"/>
                    <a:pt x="2206" y="1370"/>
                    <a:pt x="2306" y="1370"/>
                  </a:cubicBezTo>
                  <a:cubicBezTo>
                    <a:pt x="2306" y="1429"/>
                    <a:pt x="2306" y="1496"/>
                    <a:pt x="2327" y="1496"/>
                  </a:cubicBezTo>
                  <a:cubicBezTo>
                    <a:pt x="2341" y="1496"/>
                    <a:pt x="2365" y="1463"/>
                    <a:pt x="2407" y="1370"/>
                  </a:cubicBezTo>
                  <a:cubicBezTo>
                    <a:pt x="2507" y="1270"/>
                    <a:pt x="2607" y="1069"/>
                    <a:pt x="2607" y="969"/>
                  </a:cubicBezTo>
                  <a:cubicBezTo>
                    <a:pt x="2507" y="969"/>
                    <a:pt x="2507" y="969"/>
                    <a:pt x="2507" y="743"/>
                  </a:cubicBezTo>
                  <a:lnTo>
                    <a:pt x="2206" y="743"/>
                  </a:lnTo>
                  <a:cubicBezTo>
                    <a:pt x="2206" y="643"/>
                    <a:pt x="2206" y="643"/>
                    <a:pt x="2081" y="643"/>
                  </a:cubicBezTo>
                  <a:lnTo>
                    <a:pt x="2081" y="743"/>
                  </a:lnTo>
                  <a:cubicBezTo>
                    <a:pt x="2081" y="710"/>
                    <a:pt x="2070" y="699"/>
                    <a:pt x="2055" y="699"/>
                  </a:cubicBezTo>
                  <a:cubicBezTo>
                    <a:pt x="2025" y="699"/>
                    <a:pt x="1981" y="743"/>
                    <a:pt x="1981" y="743"/>
                  </a:cubicBezTo>
                  <a:cubicBezTo>
                    <a:pt x="1981" y="710"/>
                    <a:pt x="1970" y="699"/>
                    <a:pt x="1955" y="699"/>
                  </a:cubicBezTo>
                  <a:cubicBezTo>
                    <a:pt x="1925" y="699"/>
                    <a:pt x="1880" y="743"/>
                    <a:pt x="1880" y="743"/>
                  </a:cubicBezTo>
                  <a:cubicBezTo>
                    <a:pt x="1880" y="743"/>
                    <a:pt x="1880" y="615"/>
                    <a:pt x="1829" y="615"/>
                  </a:cubicBezTo>
                  <a:cubicBezTo>
                    <a:pt x="1816" y="615"/>
                    <a:pt x="1800" y="623"/>
                    <a:pt x="1780" y="643"/>
                  </a:cubicBezTo>
                  <a:cubicBezTo>
                    <a:pt x="1780" y="610"/>
                    <a:pt x="1769" y="599"/>
                    <a:pt x="1754" y="599"/>
                  </a:cubicBezTo>
                  <a:cubicBezTo>
                    <a:pt x="1724" y="599"/>
                    <a:pt x="1680" y="643"/>
                    <a:pt x="1680" y="643"/>
                  </a:cubicBezTo>
                  <a:cubicBezTo>
                    <a:pt x="1680" y="543"/>
                    <a:pt x="1680" y="543"/>
                    <a:pt x="1580" y="543"/>
                  </a:cubicBezTo>
                  <a:lnTo>
                    <a:pt x="1454" y="543"/>
                  </a:lnTo>
                  <a:lnTo>
                    <a:pt x="1454" y="443"/>
                  </a:lnTo>
                  <a:cubicBezTo>
                    <a:pt x="1354" y="443"/>
                    <a:pt x="1354" y="443"/>
                    <a:pt x="1354" y="342"/>
                  </a:cubicBezTo>
                  <a:cubicBezTo>
                    <a:pt x="1354" y="342"/>
                    <a:pt x="1254" y="342"/>
                    <a:pt x="1254" y="443"/>
                  </a:cubicBezTo>
                  <a:cubicBezTo>
                    <a:pt x="1175" y="443"/>
                    <a:pt x="1220" y="304"/>
                    <a:pt x="1195" y="304"/>
                  </a:cubicBezTo>
                  <a:cubicBezTo>
                    <a:pt x="1188" y="304"/>
                    <a:pt x="1175" y="315"/>
                    <a:pt x="1154" y="342"/>
                  </a:cubicBezTo>
                  <a:lnTo>
                    <a:pt x="1154" y="443"/>
                  </a:lnTo>
                  <a:cubicBezTo>
                    <a:pt x="1053" y="443"/>
                    <a:pt x="1154" y="342"/>
                    <a:pt x="1154" y="342"/>
                  </a:cubicBezTo>
                  <a:cubicBezTo>
                    <a:pt x="1053" y="342"/>
                    <a:pt x="1053" y="217"/>
                    <a:pt x="1053" y="217"/>
                  </a:cubicBezTo>
                  <a:cubicBezTo>
                    <a:pt x="1025" y="188"/>
                    <a:pt x="1004" y="176"/>
                    <a:pt x="990" y="176"/>
                  </a:cubicBezTo>
                  <a:cubicBezTo>
                    <a:pt x="953" y="176"/>
                    <a:pt x="953" y="253"/>
                    <a:pt x="953" y="342"/>
                  </a:cubicBezTo>
                  <a:cubicBezTo>
                    <a:pt x="828" y="342"/>
                    <a:pt x="828" y="217"/>
                    <a:pt x="828" y="217"/>
                  </a:cubicBezTo>
                  <a:cubicBezTo>
                    <a:pt x="828" y="217"/>
                    <a:pt x="828" y="117"/>
                    <a:pt x="728" y="117"/>
                  </a:cubicBezTo>
                  <a:cubicBezTo>
                    <a:pt x="728" y="167"/>
                    <a:pt x="728" y="192"/>
                    <a:pt x="715" y="192"/>
                  </a:cubicBezTo>
                  <a:cubicBezTo>
                    <a:pt x="702" y="192"/>
                    <a:pt x="677" y="167"/>
                    <a:pt x="627" y="117"/>
                  </a:cubicBezTo>
                  <a:lnTo>
                    <a:pt x="527" y="117"/>
                  </a:lnTo>
                  <a:cubicBezTo>
                    <a:pt x="460" y="117"/>
                    <a:pt x="438" y="161"/>
                    <a:pt x="430" y="161"/>
                  </a:cubicBezTo>
                  <a:cubicBezTo>
                    <a:pt x="427" y="161"/>
                    <a:pt x="427" y="150"/>
                    <a:pt x="427" y="117"/>
                  </a:cubicBezTo>
                  <a:cubicBezTo>
                    <a:pt x="427" y="117"/>
                    <a:pt x="427" y="17"/>
                    <a:pt x="326" y="17"/>
                  </a:cubicBezTo>
                  <a:cubicBezTo>
                    <a:pt x="264" y="67"/>
                    <a:pt x="264" y="92"/>
                    <a:pt x="264" y="92"/>
                  </a:cubicBezTo>
                  <a:cubicBezTo>
                    <a:pt x="264" y="92"/>
                    <a:pt x="264" y="67"/>
                    <a:pt x="201" y="17"/>
                  </a:cubicBezTo>
                  <a:cubicBezTo>
                    <a:pt x="201" y="17"/>
                    <a:pt x="201" y="1"/>
                    <a:pt x="1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7"/>
            <p:cNvSpPr/>
            <p:nvPr/>
          </p:nvSpPr>
          <p:spPr>
            <a:xfrm>
              <a:off x="4066600" y="1776300"/>
              <a:ext cx="73325" cy="40775"/>
            </a:xfrm>
            <a:custGeom>
              <a:rect b="b" l="l" r="r" t="t"/>
              <a:pathLst>
                <a:path extrusionOk="0" h="1631" w="2933">
                  <a:moveTo>
                    <a:pt x="287" y="0"/>
                  </a:moveTo>
                  <a:cubicBezTo>
                    <a:pt x="259" y="0"/>
                    <a:pt x="210" y="40"/>
                    <a:pt x="126" y="177"/>
                  </a:cubicBezTo>
                  <a:cubicBezTo>
                    <a:pt x="126" y="177"/>
                    <a:pt x="0" y="277"/>
                    <a:pt x="0" y="377"/>
                  </a:cubicBezTo>
                  <a:cubicBezTo>
                    <a:pt x="126" y="377"/>
                    <a:pt x="0" y="477"/>
                    <a:pt x="126" y="477"/>
                  </a:cubicBezTo>
                  <a:cubicBezTo>
                    <a:pt x="126" y="519"/>
                    <a:pt x="137" y="533"/>
                    <a:pt x="152" y="533"/>
                  </a:cubicBezTo>
                  <a:cubicBezTo>
                    <a:pt x="181" y="533"/>
                    <a:pt x="226" y="477"/>
                    <a:pt x="226" y="477"/>
                  </a:cubicBezTo>
                  <a:lnTo>
                    <a:pt x="226" y="603"/>
                  </a:lnTo>
                  <a:cubicBezTo>
                    <a:pt x="326" y="603"/>
                    <a:pt x="326" y="703"/>
                    <a:pt x="326" y="703"/>
                  </a:cubicBezTo>
                  <a:cubicBezTo>
                    <a:pt x="326" y="703"/>
                    <a:pt x="326" y="658"/>
                    <a:pt x="356" y="658"/>
                  </a:cubicBezTo>
                  <a:cubicBezTo>
                    <a:pt x="371" y="658"/>
                    <a:pt x="393" y="670"/>
                    <a:pt x="426" y="703"/>
                  </a:cubicBezTo>
                  <a:lnTo>
                    <a:pt x="426" y="803"/>
                  </a:lnTo>
                  <a:cubicBezTo>
                    <a:pt x="426" y="803"/>
                    <a:pt x="471" y="759"/>
                    <a:pt x="501" y="759"/>
                  </a:cubicBezTo>
                  <a:cubicBezTo>
                    <a:pt x="515" y="759"/>
                    <a:pt x="527" y="770"/>
                    <a:pt x="527" y="803"/>
                  </a:cubicBezTo>
                  <a:cubicBezTo>
                    <a:pt x="577" y="853"/>
                    <a:pt x="602" y="878"/>
                    <a:pt x="614" y="878"/>
                  </a:cubicBezTo>
                  <a:cubicBezTo>
                    <a:pt x="627" y="878"/>
                    <a:pt x="627" y="853"/>
                    <a:pt x="627" y="803"/>
                  </a:cubicBezTo>
                  <a:cubicBezTo>
                    <a:pt x="752" y="803"/>
                    <a:pt x="752" y="803"/>
                    <a:pt x="852" y="904"/>
                  </a:cubicBezTo>
                  <a:cubicBezTo>
                    <a:pt x="852" y="1004"/>
                    <a:pt x="852" y="1004"/>
                    <a:pt x="953" y="1004"/>
                  </a:cubicBezTo>
                  <a:cubicBezTo>
                    <a:pt x="986" y="970"/>
                    <a:pt x="1008" y="959"/>
                    <a:pt x="1023" y="959"/>
                  </a:cubicBezTo>
                  <a:cubicBezTo>
                    <a:pt x="1053" y="959"/>
                    <a:pt x="1053" y="1004"/>
                    <a:pt x="1053" y="1004"/>
                  </a:cubicBezTo>
                  <a:cubicBezTo>
                    <a:pt x="1053" y="1004"/>
                    <a:pt x="1078" y="979"/>
                    <a:pt x="1103" y="979"/>
                  </a:cubicBezTo>
                  <a:cubicBezTo>
                    <a:pt x="1128" y="979"/>
                    <a:pt x="1153" y="1004"/>
                    <a:pt x="1153" y="1104"/>
                  </a:cubicBezTo>
                  <a:lnTo>
                    <a:pt x="1379" y="1104"/>
                  </a:lnTo>
                  <a:cubicBezTo>
                    <a:pt x="1412" y="1146"/>
                    <a:pt x="1434" y="1160"/>
                    <a:pt x="1449" y="1160"/>
                  </a:cubicBezTo>
                  <a:cubicBezTo>
                    <a:pt x="1479" y="1160"/>
                    <a:pt x="1479" y="1104"/>
                    <a:pt x="1479" y="1104"/>
                  </a:cubicBezTo>
                  <a:lnTo>
                    <a:pt x="1479" y="1229"/>
                  </a:lnTo>
                  <a:lnTo>
                    <a:pt x="1579" y="1330"/>
                  </a:lnTo>
                  <a:lnTo>
                    <a:pt x="1680" y="1330"/>
                  </a:lnTo>
                  <a:cubicBezTo>
                    <a:pt x="1713" y="1296"/>
                    <a:pt x="1735" y="1285"/>
                    <a:pt x="1754" y="1285"/>
                  </a:cubicBezTo>
                  <a:cubicBezTo>
                    <a:pt x="1791" y="1285"/>
                    <a:pt x="1813" y="1330"/>
                    <a:pt x="1880" y="1330"/>
                  </a:cubicBezTo>
                  <a:lnTo>
                    <a:pt x="1880" y="1430"/>
                  </a:lnTo>
                  <a:lnTo>
                    <a:pt x="2106" y="1430"/>
                  </a:lnTo>
                  <a:cubicBezTo>
                    <a:pt x="2106" y="1430"/>
                    <a:pt x="2150" y="1385"/>
                    <a:pt x="2180" y="1385"/>
                  </a:cubicBezTo>
                  <a:cubicBezTo>
                    <a:pt x="2195" y="1385"/>
                    <a:pt x="2206" y="1396"/>
                    <a:pt x="2206" y="1430"/>
                  </a:cubicBezTo>
                  <a:lnTo>
                    <a:pt x="2306" y="1430"/>
                  </a:lnTo>
                  <a:cubicBezTo>
                    <a:pt x="2306" y="1530"/>
                    <a:pt x="2306" y="1530"/>
                    <a:pt x="2406" y="1530"/>
                  </a:cubicBezTo>
                  <a:cubicBezTo>
                    <a:pt x="2406" y="1530"/>
                    <a:pt x="2507" y="1530"/>
                    <a:pt x="2632" y="1630"/>
                  </a:cubicBezTo>
                  <a:lnTo>
                    <a:pt x="2732" y="1630"/>
                  </a:lnTo>
                  <a:lnTo>
                    <a:pt x="2832" y="1530"/>
                  </a:lnTo>
                  <a:cubicBezTo>
                    <a:pt x="2832" y="1430"/>
                    <a:pt x="2933" y="1229"/>
                    <a:pt x="2933" y="1229"/>
                  </a:cubicBezTo>
                  <a:cubicBezTo>
                    <a:pt x="2933" y="1104"/>
                    <a:pt x="2933" y="1104"/>
                    <a:pt x="2832" y="1104"/>
                  </a:cubicBezTo>
                  <a:lnTo>
                    <a:pt x="2732" y="1004"/>
                  </a:lnTo>
                  <a:cubicBezTo>
                    <a:pt x="2732" y="970"/>
                    <a:pt x="2721" y="959"/>
                    <a:pt x="2706" y="959"/>
                  </a:cubicBezTo>
                  <a:cubicBezTo>
                    <a:pt x="2676" y="959"/>
                    <a:pt x="2632" y="1004"/>
                    <a:pt x="2632" y="1004"/>
                  </a:cubicBezTo>
                  <a:cubicBezTo>
                    <a:pt x="2632" y="1004"/>
                    <a:pt x="2507" y="1004"/>
                    <a:pt x="2507" y="904"/>
                  </a:cubicBezTo>
                  <a:lnTo>
                    <a:pt x="2306" y="904"/>
                  </a:lnTo>
                  <a:cubicBezTo>
                    <a:pt x="2306" y="904"/>
                    <a:pt x="2306" y="948"/>
                    <a:pt x="2276" y="948"/>
                  </a:cubicBezTo>
                  <a:cubicBezTo>
                    <a:pt x="2262" y="948"/>
                    <a:pt x="2239" y="937"/>
                    <a:pt x="2206" y="904"/>
                  </a:cubicBezTo>
                  <a:cubicBezTo>
                    <a:pt x="2206" y="904"/>
                    <a:pt x="2161" y="948"/>
                    <a:pt x="2132" y="948"/>
                  </a:cubicBezTo>
                  <a:cubicBezTo>
                    <a:pt x="2117" y="948"/>
                    <a:pt x="2106" y="937"/>
                    <a:pt x="2106" y="904"/>
                  </a:cubicBezTo>
                  <a:cubicBezTo>
                    <a:pt x="2005" y="904"/>
                    <a:pt x="2106" y="803"/>
                    <a:pt x="2005" y="803"/>
                  </a:cubicBezTo>
                  <a:cubicBezTo>
                    <a:pt x="2005" y="837"/>
                    <a:pt x="1991" y="848"/>
                    <a:pt x="1973" y="848"/>
                  </a:cubicBezTo>
                  <a:cubicBezTo>
                    <a:pt x="1936" y="848"/>
                    <a:pt x="1880" y="803"/>
                    <a:pt x="1880" y="803"/>
                  </a:cubicBezTo>
                  <a:lnTo>
                    <a:pt x="1880" y="904"/>
                  </a:lnTo>
                  <a:cubicBezTo>
                    <a:pt x="1780" y="904"/>
                    <a:pt x="1780" y="904"/>
                    <a:pt x="1780" y="803"/>
                  </a:cubicBezTo>
                  <a:cubicBezTo>
                    <a:pt x="1780" y="703"/>
                    <a:pt x="1780" y="703"/>
                    <a:pt x="1680" y="703"/>
                  </a:cubicBezTo>
                  <a:cubicBezTo>
                    <a:pt x="1601" y="703"/>
                    <a:pt x="1645" y="565"/>
                    <a:pt x="1620" y="565"/>
                  </a:cubicBezTo>
                  <a:cubicBezTo>
                    <a:pt x="1613" y="565"/>
                    <a:pt x="1601" y="576"/>
                    <a:pt x="1579" y="603"/>
                  </a:cubicBezTo>
                  <a:lnTo>
                    <a:pt x="1479" y="603"/>
                  </a:lnTo>
                  <a:cubicBezTo>
                    <a:pt x="1479" y="540"/>
                    <a:pt x="1454" y="509"/>
                    <a:pt x="1429" y="509"/>
                  </a:cubicBezTo>
                  <a:cubicBezTo>
                    <a:pt x="1404" y="509"/>
                    <a:pt x="1379" y="540"/>
                    <a:pt x="1379" y="603"/>
                  </a:cubicBezTo>
                  <a:cubicBezTo>
                    <a:pt x="1362" y="616"/>
                    <a:pt x="1349" y="622"/>
                    <a:pt x="1340" y="622"/>
                  </a:cubicBezTo>
                  <a:cubicBezTo>
                    <a:pt x="1292" y="622"/>
                    <a:pt x="1340" y="458"/>
                    <a:pt x="1292" y="458"/>
                  </a:cubicBezTo>
                  <a:cubicBezTo>
                    <a:pt x="1283" y="458"/>
                    <a:pt x="1271" y="464"/>
                    <a:pt x="1253" y="477"/>
                  </a:cubicBezTo>
                  <a:lnTo>
                    <a:pt x="1253" y="603"/>
                  </a:lnTo>
                  <a:cubicBezTo>
                    <a:pt x="1153" y="603"/>
                    <a:pt x="1253" y="477"/>
                    <a:pt x="1153" y="477"/>
                  </a:cubicBezTo>
                  <a:lnTo>
                    <a:pt x="1153" y="377"/>
                  </a:lnTo>
                  <a:lnTo>
                    <a:pt x="1053" y="377"/>
                  </a:lnTo>
                  <a:cubicBezTo>
                    <a:pt x="1053" y="344"/>
                    <a:pt x="1053" y="333"/>
                    <a:pt x="1049" y="333"/>
                  </a:cubicBezTo>
                  <a:cubicBezTo>
                    <a:pt x="1042" y="333"/>
                    <a:pt x="1020" y="377"/>
                    <a:pt x="953" y="377"/>
                  </a:cubicBezTo>
                  <a:lnTo>
                    <a:pt x="953" y="277"/>
                  </a:lnTo>
                  <a:lnTo>
                    <a:pt x="752" y="277"/>
                  </a:lnTo>
                  <a:cubicBezTo>
                    <a:pt x="752" y="177"/>
                    <a:pt x="627" y="177"/>
                    <a:pt x="527" y="177"/>
                  </a:cubicBezTo>
                  <a:cubicBezTo>
                    <a:pt x="527" y="106"/>
                    <a:pt x="476" y="35"/>
                    <a:pt x="447" y="35"/>
                  </a:cubicBezTo>
                  <a:cubicBezTo>
                    <a:pt x="435" y="35"/>
                    <a:pt x="426" y="47"/>
                    <a:pt x="426" y="76"/>
                  </a:cubicBezTo>
                  <a:lnTo>
                    <a:pt x="326" y="76"/>
                  </a:lnTo>
                  <a:cubicBezTo>
                    <a:pt x="326" y="76"/>
                    <a:pt x="326" y="0"/>
                    <a:pt x="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7"/>
            <p:cNvSpPr/>
            <p:nvPr/>
          </p:nvSpPr>
          <p:spPr>
            <a:xfrm>
              <a:off x="4103575" y="1514425"/>
              <a:ext cx="57025" cy="125325"/>
            </a:xfrm>
            <a:custGeom>
              <a:rect b="b" l="l" r="r" t="t"/>
              <a:pathLst>
                <a:path extrusionOk="0" h="5013" w="2281">
                  <a:moveTo>
                    <a:pt x="1654" y="0"/>
                  </a:moveTo>
                  <a:lnTo>
                    <a:pt x="1654" y="100"/>
                  </a:lnTo>
                  <a:cubicBezTo>
                    <a:pt x="1654" y="201"/>
                    <a:pt x="1554" y="201"/>
                    <a:pt x="1554" y="201"/>
                  </a:cubicBezTo>
                  <a:lnTo>
                    <a:pt x="1554" y="301"/>
                  </a:lnTo>
                  <a:cubicBezTo>
                    <a:pt x="1454" y="301"/>
                    <a:pt x="1554" y="426"/>
                    <a:pt x="1554" y="426"/>
                  </a:cubicBezTo>
                  <a:cubicBezTo>
                    <a:pt x="1454" y="426"/>
                    <a:pt x="1554" y="526"/>
                    <a:pt x="1554" y="526"/>
                  </a:cubicBezTo>
                  <a:cubicBezTo>
                    <a:pt x="1554" y="627"/>
                    <a:pt x="1454" y="627"/>
                    <a:pt x="1454" y="627"/>
                  </a:cubicBezTo>
                  <a:lnTo>
                    <a:pt x="1454" y="727"/>
                  </a:lnTo>
                  <a:cubicBezTo>
                    <a:pt x="1454" y="827"/>
                    <a:pt x="1353" y="827"/>
                    <a:pt x="1353" y="927"/>
                  </a:cubicBezTo>
                  <a:lnTo>
                    <a:pt x="1353" y="1053"/>
                  </a:lnTo>
                  <a:cubicBezTo>
                    <a:pt x="1253" y="1053"/>
                    <a:pt x="1353" y="1153"/>
                    <a:pt x="1253" y="1153"/>
                  </a:cubicBezTo>
                  <a:lnTo>
                    <a:pt x="1253" y="1253"/>
                  </a:lnTo>
                  <a:lnTo>
                    <a:pt x="1253" y="1554"/>
                  </a:lnTo>
                  <a:cubicBezTo>
                    <a:pt x="1153" y="1554"/>
                    <a:pt x="1153" y="1679"/>
                    <a:pt x="1153" y="1880"/>
                  </a:cubicBezTo>
                  <a:cubicBezTo>
                    <a:pt x="1153" y="1880"/>
                    <a:pt x="1153" y="1980"/>
                    <a:pt x="1028" y="1980"/>
                  </a:cubicBezTo>
                  <a:cubicBezTo>
                    <a:pt x="1028" y="2051"/>
                    <a:pt x="1140" y="2122"/>
                    <a:pt x="1127" y="2122"/>
                  </a:cubicBezTo>
                  <a:cubicBezTo>
                    <a:pt x="1121" y="2122"/>
                    <a:pt x="1094" y="2110"/>
                    <a:pt x="1028" y="2080"/>
                  </a:cubicBezTo>
                  <a:cubicBezTo>
                    <a:pt x="927" y="2080"/>
                    <a:pt x="1028" y="2180"/>
                    <a:pt x="1028" y="2180"/>
                  </a:cubicBezTo>
                  <a:lnTo>
                    <a:pt x="1028" y="2306"/>
                  </a:lnTo>
                  <a:cubicBezTo>
                    <a:pt x="1028" y="2406"/>
                    <a:pt x="1028" y="2506"/>
                    <a:pt x="927" y="2607"/>
                  </a:cubicBezTo>
                  <a:lnTo>
                    <a:pt x="927" y="2707"/>
                  </a:lnTo>
                  <a:cubicBezTo>
                    <a:pt x="827" y="2707"/>
                    <a:pt x="827" y="2707"/>
                    <a:pt x="827" y="2807"/>
                  </a:cubicBezTo>
                  <a:lnTo>
                    <a:pt x="727" y="2932"/>
                  </a:lnTo>
                  <a:lnTo>
                    <a:pt x="727" y="3133"/>
                  </a:lnTo>
                  <a:cubicBezTo>
                    <a:pt x="827" y="3233"/>
                    <a:pt x="727" y="3233"/>
                    <a:pt x="727" y="3333"/>
                  </a:cubicBezTo>
                  <a:cubicBezTo>
                    <a:pt x="627" y="3333"/>
                    <a:pt x="627" y="3333"/>
                    <a:pt x="627" y="3434"/>
                  </a:cubicBezTo>
                  <a:lnTo>
                    <a:pt x="627" y="3659"/>
                  </a:lnTo>
                  <a:cubicBezTo>
                    <a:pt x="526" y="3759"/>
                    <a:pt x="627" y="3860"/>
                    <a:pt x="627" y="3860"/>
                  </a:cubicBezTo>
                  <a:cubicBezTo>
                    <a:pt x="526" y="3960"/>
                    <a:pt x="526" y="3960"/>
                    <a:pt x="526" y="4060"/>
                  </a:cubicBezTo>
                  <a:cubicBezTo>
                    <a:pt x="401" y="4186"/>
                    <a:pt x="401" y="4060"/>
                    <a:pt x="401" y="4286"/>
                  </a:cubicBezTo>
                  <a:lnTo>
                    <a:pt x="301" y="4486"/>
                  </a:lnTo>
                  <a:cubicBezTo>
                    <a:pt x="301" y="4587"/>
                    <a:pt x="201" y="4587"/>
                    <a:pt x="201" y="4587"/>
                  </a:cubicBezTo>
                  <a:lnTo>
                    <a:pt x="201" y="4687"/>
                  </a:lnTo>
                  <a:cubicBezTo>
                    <a:pt x="201" y="4687"/>
                    <a:pt x="0" y="4687"/>
                    <a:pt x="201" y="4812"/>
                  </a:cubicBezTo>
                  <a:lnTo>
                    <a:pt x="301" y="4812"/>
                  </a:lnTo>
                  <a:cubicBezTo>
                    <a:pt x="401" y="4912"/>
                    <a:pt x="627" y="5013"/>
                    <a:pt x="627" y="5013"/>
                  </a:cubicBezTo>
                  <a:cubicBezTo>
                    <a:pt x="727" y="5013"/>
                    <a:pt x="627" y="4912"/>
                    <a:pt x="727" y="4912"/>
                  </a:cubicBezTo>
                  <a:cubicBezTo>
                    <a:pt x="727" y="4812"/>
                    <a:pt x="727" y="4812"/>
                    <a:pt x="927" y="4687"/>
                  </a:cubicBezTo>
                  <a:lnTo>
                    <a:pt x="927" y="4486"/>
                  </a:lnTo>
                  <a:cubicBezTo>
                    <a:pt x="927" y="4386"/>
                    <a:pt x="927" y="4286"/>
                    <a:pt x="1028" y="4286"/>
                  </a:cubicBezTo>
                  <a:lnTo>
                    <a:pt x="1028" y="4186"/>
                  </a:lnTo>
                  <a:lnTo>
                    <a:pt x="1028" y="3960"/>
                  </a:lnTo>
                  <a:cubicBezTo>
                    <a:pt x="1153" y="3960"/>
                    <a:pt x="1028" y="3860"/>
                    <a:pt x="1028" y="3860"/>
                  </a:cubicBezTo>
                  <a:cubicBezTo>
                    <a:pt x="1153" y="3860"/>
                    <a:pt x="1028" y="3759"/>
                    <a:pt x="1153" y="3659"/>
                  </a:cubicBezTo>
                  <a:cubicBezTo>
                    <a:pt x="1153" y="3659"/>
                    <a:pt x="1028" y="3659"/>
                    <a:pt x="1028" y="3559"/>
                  </a:cubicBezTo>
                  <a:cubicBezTo>
                    <a:pt x="1153" y="3559"/>
                    <a:pt x="1253" y="3559"/>
                    <a:pt x="1253" y="3333"/>
                  </a:cubicBezTo>
                  <a:cubicBezTo>
                    <a:pt x="1153" y="3333"/>
                    <a:pt x="1253" y="3333"/>
                    <a:pt x="1253" y="3233"/>
                  </a:cubicBezTo>
                  <a:lnTo>
                    <a:pt x="1253" y="3133"/>
                  </a:lnTo>
                  <a:cubicBezTo>
                    <a:pt x="1353" y="3033"/>
                    <a:pt x="1353" y="3033"/>
                    <a:pt x="1353" y="2932"/>
                  </a:cubicBezTo>
                  <a:cubicBezTo>
                    <a:pt x="1353" y="2932"/>
                    <a:pt x="1454" y="2807"/>
                    <a:pt x="1353" y="2807"/>
                  </a:cubicBezTo>
                  <a:cubicBezTo>
                    <a:pt x="1353" y="2707"/>
                    <a:pt x="1554" y="2707"/>
                    <a:pt x="1554" y="2607"/>
                  </a:cubicBezTo>
                  <a:cubicBezTo>
                    <a:pt x="1454" y="2607"/>
                    <a:pt x="1554" y="2506"/>
                    <a:pt x="1554" y="2506"/>
                  </a:cubicBezTo>
                  <a:lnTo>
                    <a:pt x="1554" y="2406"/>
                  </a:lnTo>
                  <a:cubicBezTo>
                    <a:pt x="1654" y="2406"/>
                    <a:pt x="1654" y="2306"/>
                    <a:pt x="1554" y="2306"/>
                  </a:cubicBezTo>
                  <a:cubicBezTo>
                    <a:pt x="1454" y="2180"/>
                    <a:pt x="1779" y="2180"/>
                    <a:pt x="1654" y="2080"/>
                  </a:cubicBezTo>
                  <a:lnTo>
                    <a:pt x="1554" y="2080"/>
                  </a:lnTo>
                  <a:cubicBezTo>
                    <a:pt x="1554" y="1980"/>
                    <a:pt x="1654" y="1980"/>
                    <a:pt x="1654" y="1980"/>
                  </a:cubicBezTo>
                  <a:lnTo>
                    <a:pt x="1779" y="1880"/>
                  </a:lnTo>
                  <a:lnTo>
                    <a:pt x="1779" y="1779"/>
                  </a:lnTo>
                  <a:cubicBezTo>
                    <a:pt x="1880" y="1679"/>
                    <a:pt x="1779" y="1679"/>
                    <a:pt x="1779" y="1554"/>
                  </a:cubicBezTo>
                  <a:lnTo>
                    <a:pt x="1880" y="1454"/>
                  </a:lnTo>
                  <a:lnTo>
                    <a:pt x="1880" y="1353"/>
                  </a:lnTo>
                  <a:cubicBezTo>
                    <a:pt x="1880" y="1253"/>
                    <a:pt x="1880" y="1153"/>
                    <a:pt x="1980" y="1053"/>
                  </a:cubicBezTo>
                  <a:cubicBezTo>
                    <a:pt x="1980" y="927"/>
                    <a:pt x="2080" y="927"/>
                    <a:pt x="1980" y="827"/>
                  </a:cubicBezTo>
                  <a:cubicBezTo>
                    <a:pt x="1980" y="727"/>
                    <a:pt x="1880" y="727"/>
                    <a:pt x="1980" y="627"/>
                  </a:cubicBezTo>
                  <a:cubicBezTo>
                    <a:pt x="2080" y="627"/>
                    <a:pt x="2180" y="526"/>
                    <a:pt x="2080" y="526"/>
                  </a:cubicBezTo>
                  <a:cubicBezTo>
                    <a:pt x="1980" y="301"/>
                    <a:pt x="2080" y="426"/>
                    <a:pt x="2080" y="301"/>
                  </a:cubicBezTo>
                  <a:cubicBezTo>
                    <a:pt x="2080" y="201"/>
                    <a:pt x="2281" y="201"/>
                    <a:pt x="1980" y="100"/>
                  </a:cubicBezTo>
                  <a:cubicBezTo>
                    <a:pt x="1880" y="100"/>
                    <a:pt x="1779" y="0"/>
                    <a:pt x="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7"/>
            <p:cNvSpPr/>
            <p:nvPr/>
          </p:nvSpPr>
          <p:spPr>
            <a:xfrm>
              <a:off x="4139900" y="1525075"/>
              <a:ext cx="47025" cy="94000"/>
            </a:xfrm>
            <a:custGeom>
              <a:rect b="b" l="l" r="r" t="t"/>
              <a:pathLst>
                <a:path extrusionOk="0" h="3760" w="1881">
                  <a:moveTo>
                    <a:pt x="1254" y="0"/>
                  </a:moveTo>
                  <a:lnTo>
                    <a:pt x="1254" y="100"/>
                  </a:lnTo>
                  <a:lnTo>
                    <a:pt x="1154" y="100"/>
                  </a:lnTo>
                  <a:cubicBezTo>
                    <a:pt x="1154" y="201"/>
                    <a:pt x="1254" y="201"/>
                    <a:pt x="1154" y="201"/>
                  </a:cubicBezTo>
                  <a:cubicBezTo>
                    <a:pt x="1154" y="201"/>
                    <a:pt x="1254" y="201"/>
                    <a:pt x="1254" y="301"/>
                  </a:cubicBezTo>
                  <a:lnTo>
                    <a:pt x="1154" y="301"/>
                  </a:lnTo>
                  <a:cubicBezTo>
                    <a:pt x="1053" y="301"/>
                    <a:pt x="1154" y="401"/>
                    <a:pt x="1154" y="401"/>
                  </a:cubicBezTo>
                  <a:lnTo>
                    <a:pt x="1053" y="401"/>
                  </a:lnTo>
                  <a:cubicBezTo>
                    <a:pt x="1053" y="501"/>
                    <a:pt x="1154" y="501"/>
                    <a:pt x="1053" y="501"/>
                  </a:cubicBezTo>
                  <a:cubicBezTo>
                    <a:pt x="1053" y="627"/>
                    <a:pt x="1053" y="627"/>
                    <a:pt x="953" y="627"/>
                  </a:cubicBezTo>
                  <a:cubicBezTo>
                    <a:pt x="953" y="727"/>
                    <a:pt x="1053" y="727"/>
                    <a:pt x="953" y="727"/>
                  </a:cubicBezTo>
                  <a:cubicBezTo>
                    <a:pt x="953" y="727"/>
                    <a:pt x="1053" y="827"/>
                    <a:pt x="953" y="827"/>
                  </a:cubicBezTo>
                  <a:lnTo>
                    <a:pt x="953" y="927"/>
                  </a:lnTo>
                  <a:cubicBezTo>
                    <a:pt x="953" y="1028"/>
                    <a:pt x="953" y="1028"/>
                    <a:pt x="828" y="1128"/>
                  </a:cubicBezTo>
                  <a:lnTo>
                    <a:pt x="828" y="1353"/>
                  </a:lnTo>
                  <a:lnTo>
                    <a:pt x="828" y="1454"/>
                  </a:lnTo>
                  <a:cubicBezTo>
                    <a:pt x="828" y="1454"/>
                    <a:pt x="953" y="1554"/>
                    <a:pt x="727" y="1554"/>
                  </a:cubicBezTo>
                  <a:lnTo>
                    <a:pt x="727" y="1654"/>
                  </a:lnTo>
                  <a:lnTo>
                    <a:pt x="727" y="1754"/>
                  </a:lnTo>
                  <a:lnTo>
                    <a:pt x="727" y="1880"/>
                  </a:lnTo>
                  <a:lnTo>
                    <a:pt x="727" y="1980"/>
                  </a:lnTo>
                  <a:cubicBezTo>
                    <a:pt x="627" y="1980"/>
                    <a:pt x="627" y="2080"/>
                    <a:pt x="627" y="2080"/>
                  </a:cubicBezTo>
                  <a:lnTo>
                    <a:pt x="527" y="2080"/>
                  </a:lnTo>
                  <a:cubicBezTo>
                    <a:pt x="527" y="2181"/>
                    <a:pt x="527" y="2281"/>
                    <a:pt x="627" y="2281"/>
                  </a:cubicBezTo>
                  <a:cubicBezTo>
                    <a:pt x="627" y="2381"/>
                    <a:pt x="527" y="2381"/>
                    <a:pt x="527" y="2506"/>
                  </a:cubicBezTo>
                  <a:lnTo>
                    <a:pt x="427" y="2506"/>
                  </a:lnTo>
                  <a:cubicBezTo>
                    <a:pt x="527" y="2607"/>
                    <a:pt x="527" y="2707"/>
                    <a:pt x="527" y="2707"/>
                  </a:cubicBezTo>
                  <a:cubicBezTo>
                    <a:pt x="427" y="2807"/>
                    <a:pt x="527" y="2907"/>
                    <a:pt x="527" y="2907"/>
                  </a:cubicBezTo>
                  <a:cubicBezTo>
                    <a:pt x="427" y="2907"/>
                    <a:pt x="427" y="3008"/>
                    <a:pt x="427" y="3008"/>
                  </a:cubicBezTo>
                  <a:cubicBezTo>
                    <a:pt x="427" y="3133"/>
                    <a:pt x="326" y="3133"/>
                    <a:pt x="326" y="3233"/>
                  </a:cubicBezTo>
                  <a:lnTo>
                    <a:pt x="326" y="3434"/>
                  </a:lnTo>
                  <a:lnTo>
                    <a:pt x="201" y="3434"/>
                  </a:lnTo>
                  <a:cubicBezTo>
                    <a:pt x="201" y="3434"/>
                    <a:pt x="326" y="3534"/>
                    <a:pt x="201" y="3534"/>
                  </a:cubicBezTo>
                  <a:cubicBezTo>
                    <a:pt x="201" y="3534"/>
                    <a:pt x="1" y="3534"/>
                    <a:pt x="201" y="3634"/>
                  </a:cubicBezTo>
                  <a:lnTo>
                    <a:pt x="326" y="3634"/>
                  </a:lnTo>
                  <a:cubicBezTo>
                    <a:pt x="427" y="3634"/>
                    <a:pt x="627" y="3760"/>
                    <a:pt x="727" y="3760"/>
                  </a:cubicBezTo>
                  <a:cubicBezTo>
                    <a:pt x="727" y="3634"/>
                    <a:pt x="727" y="3634"/>
                    <a:pt x="953" y="3534"/>
                  </a:cubicBezTo>
                  <a:lnTo>
                    <a:pt x="953" y="3333"/>
                  </a:lnTo>
                  <a:cubicBezTo>
                    <a:pt x="953" y="3333"/>
                    <a:pt x="828" y="3233"/>
                    <a:pt x="953" y="3233"/>
                  </a:cubicBezTo>
                  <a:lnTo>
                    <a:pt x="953" y="3133"/>
                  </a:lnTo>
                  <a:cubicBezTo>
                    <a:pt x="953" y="3133"/>
                    <a:pt x="953" y="3008"/>
                    <a:pt x="1053" y="3008"/>
                  </a:cubicBezTo>
                  <a:cubicBezTo>
                    <a:pt x="1053" y="2907"/>
                    <a:pt x="953" y="2907"/>
                    <a:pt x="953" y="2907"/>
                  </a:cubicBezTo>
                  <a:cubicBezTo>
                    <a:pt x="1053" y="2807"/>
                    <a:pt x="953" y="2807"/>
                    <a:pt x="953" y="2807"/>
                  </a:cubicBezTo>
                  <a:cubicBezTo>
                    <a:pt x="1053" y="2707"/>
                    <a:pt x="953" y="2707"/>
                    <a:pt x="953" y="2707"/>
                  </a:cubicBezTo>
                  <a:cubicBezTo>
                    <a:pt x="953" y="2607"/>
                    <a:pt x="1154" y="2607"/>
                    <a:pt x="1053" y="2506"/>
                  </a:cubicBezTo>
                  <a:lnTo>
                    <a:pt x="1053" y="2381"/>
                  </a:lnTo>
                  <a:cubicBezTo>
                    <a:pt x="953" y="2381"/>
                    <a:pt x="953" y="2281"/>
                    <a:pt x="1053" y="2281"/>
                  </a:cubicBezTo>
                  <a:cubicBezTo>
                    <a:pt x="1154" y="2281"/>
                    <a:pt x="1154" y="2281"/>
                    <a:pt x="1154" y="2181"/>
                  </a:cubicBezTo>
                  <a:lnTo>
                    <a:pt x="1154" y="2080"/>
                  </a:lnTo>
                  <a:cubicBezTo>
                    <a:pt x="1154" y="2080"/>
                    <a:pt x="1354" y="2080"/>
                    <a:pt x="1254" y="1980"/>
                  </a:cubicBezTo>
                  <a:lnTo>
                    <a:pt x="1254" y="1880"/>
                  </a:lnTo>
                  <a:cubicBezTo>
                    <a:pt x="1354" y="1880"/>
                    <a:pt x="1254" y="1754"/>
                    <a:pt x="1354" y="1754"/>
                  </a:cubicBezTo>
                  <a:lnTo>
                    <a:pt x="1254" y="1654"/>
                  </a:lnTo>
                  <a:cubicBezTo>
                    <a:pt x="1254" y="1654"/>
                    <a:pt x="1454" y="1654"/>
                    <a:pt x="1354" y="1554"/>
                  </a:cubicBezTo>
                  <a:lnTo>
                    <a:pt x="1254" y="1554"/>
                  </a:lnTo>
                  <a:cubicBezTo>
                    <a:pt x="1254" y="1454"/>
                    <a:pt x="1354" y="1454"/>
                    <a:pt x="1354" y="1454"/>
                  </a:cubicBezTo>
                  <a:cubicBezTo>
                    <a:pt x="1454" y="1454"/>
                    <a:pt x="1454" y="1454"/>
                    <a:pt x="1454" y="1353"/>
                  </a:cubicBezTo>
                  <a:cubicBezTo>
                    <a:pt x="1580" y="1353"/>
                    <a:pt x="1454" y="1253"/>
                    <a:pt x="1454" y="1253"/>
                  </a:cubicBezTo>
                  <a:cubicBezTo>
                    <a:pt x="1354" y="1128"/>
                    <a:pt x="1454" y="1128"/>
                    <a:pt x="1580" y="1128"/>
                  </a:cubicBezTo>
                  <a:lnTo>
                    <a:pt x="1580" y="1028"/>
                  </a:lnTo>
                  <a:lnTo>
                    <a:pt x="1580" y="827"/>
                  </a:lnTo>
                  <a:cubicBezTo>
                    <a:pt x="1680" y="727"/>
                    <a:pt x="1680" y="727"/>
                    <a:pt x="1680" y="627"/>
                  </a:cubicBezTo>
                  <a:cubicBezTo>
                    <a:pt x="1580" y="627"/>
                    <a:pt x="1580" y="501"/>
                    <a:pt x="1580" y="501"/>
                  </a:cubicBezTo>
                  <a:cubicBezTo>
                    <a:pt x="1680" y="501"/>
                    <a:pt x="1780" y="401"/>
                    <a:pt x="1780" y="401"/>
                  </a:cubicBezTo>
                  <a:cubicBezTo>
                    <a:pt x="1680" y="301"/>
                    <a:pt x="1680" y="301"/>
                    <a:pt x="1680" y="201"/>
                  </a:cubicBezTo>
                  <a:cubicBezTo>
                    <a:pt x="1780" y="201"/>
                    <a:pt x="1880" y="201"/>
                    <a:pt x="1580" y="100"/>
                  </a:cubicBezTo>
                  <a:cubicBezTo>
                    <a:pt x="1580" y="100"/>
                    <a:pt x="1454"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7"/>
            <p:cNvSpPr/>
            <p:nvPr/>
          </p:nvSpPr>
          <p:spPr>
            <a:xfrm>
              <a:off x="4197550" y="1548250"/>
              <a:ext cx="36375" cy="60175"/>
            </a:xfrm>
            <a:custGeom>
              <a:rect b="b" l="l" r="r" t="t"/>
              <a:pathLst>
                <a:path extrusionOk="0" h="2407" w="1455">
                  <a:moveTo>
                    <a:pt x="827" y="0"/>
                  </a:moveTo>
                  <a:cubicBezTo>
                    <a:pt x="827" y="101"/>
                    <a:pt x="727" y="101"/>
                    <a:pt x="727" y="101"/>
                  </a:cubicBezTo>
                  <a:lnTo>
                    <a:pt x="827" y="201"/>
                  </a:lnTo>
                  <a:lnTo>
                    <a:pt x="727" y="201"/>
                  </a:lnTo>
                  <a:lnTo>
                    <a:pt x="727" y="326"/>
                  </a:lnTo>
                  <a:cubicBezTo>
                    <a:pt x="627" y="326"/>
                    <a:pt x="627" y="326"/>
                    <a:pt x="627" y="426"/>
                  </a:cubicBezTo>
                  <a:cubicBezTo>
                    <a:pt x="527" y="426"/>
                    <a:pt x="627" y="527"/>
                    <a:pt x="627" y="527"/>
                  </a:cubicBezTo>
                  <a:cubicBezTo>
                    <a:pt x="627" y="627"/>
                    <a:pt x="627" y="627"/>
                    <a:pt x="527" y="727"/>
                  </a:cubicBezTo>
                  <a:lnTo>
                    <a:pt x="527" y="827"/>
                  </a:lnTo>
                  <a:lnTo>
                    <a:pt x="527" y="953"/>
                  </a:lnTo>
                  <a:cubicBezTo>
                    <a:pt x="527" y="953"/>
                    <a:pt x="571" y="997"/>
                    <a:pt x="534" y="997"/>
                  </a:cubicBezTo>
                  <a:cubicBezTo>
                    <a:pt x="516" y="997"/>
                    <a:pt x="477" y="986"/>
                    <a:pt x="401" y="953"/>
                  </a:cubicBezTo>
                  <a:lnTo>
                    <a:pt x="401" y="1053"/>
                  </a:lnTo>
                  <a:lnTo>
                    <a:pt x="401" y="1153"/>
                  </a:lnTo>
                  <a:lnTo>
                    <a:pt x="401" y="1254"/>
                  </a:lnTo>
                  <a:lnTo>
                    <a:pt x="301" y="1254"/>
                  </a:lnTo>
                  <a:cubicBezTo>
                    <a:pt x="201" y="1354"/>
                    <a:pt x="301" y="1354"/>
                    <a:pt x="301" y="1454"/>
                  </a:cubicBezTo>
                  <a:lnTo>
                    <a:pt x="301" y="1579"/>
                  </a:lnTo>
                  <a:lnTo>
                    <a:pt x="201" y="1579"/>
                  </a:lnTo>
                  <a:lnTo>
                    <a:pt x="201" y="1680"/>
                  </a:lnTo>
                  <a:cubicBezTo>
                    <a:pt x="201" y="1780"/>
                    <a:pt x="301" y="1780"/>
                    <a:pt x="301" y="1780"/>
                  </a:cubicBezTo>
                  <a:lnTo>
                    <a:pt x="201" y="1880"/>
                  </a:lnTo>
                  <a:cubicBezTo>
                    <a:pt x="201" y="1880"/>
                    <a:pt x="101" y="1880"/>
                    <a:pt x="101" y="1980"/>
                  </a:cubicBezTo>
                  <a:lnTo>
                    <a:pt x="101" y="2081"/>
                  </a:lnTo>
                  <a:lnTo>
                    <a:pt x="0" y="2081"/>
                  </a:lnTo>
                  <a:cubicBezTo>
                    <a:pt x="0" y="2206"/>
                    <a:pt x="101" y="2206"/>
                    <a:pt x="101" y="2206"/>
                  </a:cubicBezTo>
                  <a:cubicBezTo>
                    <a:pt x="0" y="2206"/>
                    <a:pt x="101" y="2306"/>
                    <a:pt x="201" y="2306"/>
                  </a:cubicBezTo>
                  <a:cubicBezTo>
                    <a:pt x="301" y="2306"/>
                    <a:pt x="527" y="2406"/>
                    <a:pt x="527" y="2406"/>
                  </a:cubicBezTo>
                  <a:cubicBezTo>
                    <a:pt x="627" y="2306"/>
                    <a:pt x="627" y="2306"/>
                    <a:pt x="727" y="2306"/>
                  </a:cubicBezTo>
                  <a:lnTo>
                    <a:pt x="727" y="2206"/>
                  </a:lnTo>
                  <a:lnTo>
                    <a:pt x="727" y="2081"/>
                  </a:lnTo>
                  <a:lnTo>
                    <a:pt x="727" y="1980"/>
                  </a:lnTo>
                  <a:lnTo>
                    <a:pt x="727" y="1880"/>
                  </a:lnTo>
                  <a:lnTo>
                    <a:pt x="727" y="1780"/>
                  </a:lnTo>
                  <a:cubicBezTo>
                    <a:pt x="727" y="1730"/>
                    <a:pt x="752" y="1730"/>
                    <a:pt x="765" y="1730"/>
                  </a:cubicBezTo>
                  <a:cubicBezTo>
                    <a:pt x="777" y="1730"/>
                    <a:pt x="777" y="1730"/>
                    <a:pt x="727" y="1680"/>
                  </a:cubicBezTo>
                  <a:lnTo>
                    <a:pt x="827" y="1579"/>
                  </a:lnTo>
                  <a:lnTo>
                    <a:pt x="727" y="1579"/>
                  </a:lnTo>
                  <a:lnTo>
                    <a:pt x="727" y="1454"/>
                  </a:lnTo>
                  <a:cubicBezTo>
                    <a:pt x="761" y="1496"/>
                    <a:pt x="783" y="1510"/>
                    <a:pt x="798" y="1510"/>
                  </a:cubicBezTo>
                  <a:cubicBezTo>
                    <a:pt x="827" y="1510"/>
                    <a:pt x="827" y="1454"/>
                    <a:pt x="827" y="1454"/>
                  </a:cubicBezTo>
                  <a:lnTo>
                    <a:pt x="827" y="1354"/>
                  </a:lnTo>
                  <a:lnTo>
                    <a:pt x="928" y="1354"/>
                  </a:lnTo>
                  <a:lnTo>
                    <a:pt x="928" y="1254"/>
                  </a:lnTo>
                  <a:lnTo>
                    <a:pt x="1028" y="1254"/>
                  </a:lnTo>
                  <a:cubicBezTo>
                    <a:pt x="1028" y="1254"/>
                    <a:pt x="1028" y="1153"/>
                    <a:pt x="928" y="1153"/>
                  </a:cubicBezTo>
                  <a:cubicBezTo>
                    <a:pt x="878" y="1103"/>
                    <a:pt x="934" y="1103"/>
                    <a:pt x="987" y="1103"/>
                  </a:cubicBezTo>
                  <a:cubicBezTo>
                    <a:pt x="1041" y="1103"/>
                    <a:pt x="1091" y="1103"/>
                    <a:pt x="1028" y="1053"/>
                  </a:cubicBezTo>
                  <a:lnTo>
                    <a:pt x="928" y="1053"/>
                  </a:lnTo>
                  <a:cubicBezTo>
                    <a:pt x="928" y="1020"/>
                    <a:pt x="939" y="1009"/>
                    <a:pt x="954" y="1009"/>
                  </a:cubicBezTo>
                  <a:cubicBezTo>
                    <a:pt x="983" y="1009"/>
                    <a:pt x="1028" y="1053"/>
                    <a:pt x="1028" y="1053"/>
                  </a:cubicBezTo>
                  <a:cubicBezTo>
                    <a:pt x="1028" y="953"/>
                    <a:pt x="1028" y="953"/>
                    <a:pt x="1153" y="953"/>
                  </a:cubicBezTo>
                  <a:lnTo>
                    <a:pt x="1028" y="827"/>
                  </a:lnTo>
                  <a:cubicBezTo>
                    <a:pt x="1028" y="827"/>
                    <a:pt x="1153" y="827"/>
                    <a:pt x="1153" y="727"/>
                  </a:cubicBezTo>
                  <a:lnTo>
                    <a:pt x="1153" y="627"/>
                  </a:lnTo>
                  <a:cubicBezTo>
                    <a:pt x="1254" y="527"/>
                    <a:pt x="1254" y="527"/>
                    <a:pt x="1254" y="426"/>
                  </a:cubicBezTo>
                  <a:lnTo>
                    <a:pt x="1153" y="426"/>
                  </a:lnTo>
                  <a:cubicBezTo>
                    <a:pt x="1254" y="426"/>
                    <a:pt x="1354" y="326"/>
                    <a:pt x="1354" y="326"/>
                  </a:cubicBezTo>
                  <a:cubicBezTo>
                    <a:pt x="1304" y="264"/>
                    <a:pt x="1279" y="264"/>
                    <a:pt x="1266" y="264"/>
                  </a:cubicBezTo>
                  <a:cubicBezTo>
                    <a:pt x="1254" y="264"/>
                    <a:pt x="1254" y="264"/>
                    <a:pt x="1254" y="201"/>
                  </a:cubicBezTo>
                  <a:cubicBezTo>
                    <a:pt x="1254" y="201"/>
                    <a:pt x="1454" y="201"/>
                    <a:pt x="1153" y="101"/>
                  </a:cubicBezTo>
                  <a:cubicBezTo>
                    <a:pt x="1028" y="101"/>
                    <a:pt x="928" y="0"/>
                    <a:pt x="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7"/>
            <p:cNvSpPr/>
            <p:nvPr/>
          </p:nvSpPr>
          <p:spPr>
            <a:xfrm>
              <a:off x="3289025" y="1279450"/>
              <a:ext cx="25700" cy="44500"/>
            </a:xfrm>
            <a:custGeom>
              <a:rect b="b" l="l" r="r" t="t"/>
              <a:pathLst>
                <a:path extrusionOk="0" h="1780" w="1028">
                  <a:moveTo>
                    <a:pt x="527" y="0"/>
                  </a:moveTo>
                  <a:cubicBezTo>
                    <a:pt x="527" y="0"/>
                    <a:pt x="401" y="0"/>
                    <a:pt x="301" y="101"/>
                  </a:cubicBezTo>
                  <a:lnTo>
                    <a:pt x="401" y="101"/>
                  </a:lnTo>
                  <a:cubicBezTo>
                    <a:pt x="401" y="201"/>
                    <a:pt x="401" y="201"/>
                    <a:pt x="301" y="201"/>
                  </a:cubicBezTo>
                  <a:cubicBezTo>
                    <a:pt x="301" y="301"/>
                    <a:pt x="401" y="301"/>
                    <a:pt x="401" y="301"/>
                  </a:cubicBezTo>
                  <a:lnTo>
                    <a:pt x="401" y="427"/>
                  </a:lnTo>
                  <a:cubicBezTo>
                    <a:pt x="401" y="527"/>
                    <a:pt x="301" y="527"/>
                    <a:pt x="401" y="527"/>
                  </a:cubicBezTo>
                  <a:lnTo>
                    <a:pt x="401" y="627"/>
                  </a:lnTo>
                  <a:cubicBezTo>
                    <a:pt x="301" y="627"/>
                    <a:pt x="301" y="627"/>
                    <a:pt x="401" y="727"/>
                  </a:cubicBezTo>
                  <a:lnTo>
                    <a:pt x="301" y="727"/>
                  </a:lnTo>
                  <a:cubicBezTo>
                    <a:pt x="351" y="777"/>
                    <a:pt x="326" y="777"/>
                    <a:pt x="301" y="777"/>
                  </a:cubicBezTo>
                  <a:cubicBezTo>
                    <a:pt x="276" y="777"/>
                    <a:pt x="251" y="777"/>
                    <a:pt x="301" y="828"/>
                  </a:cubicBezTo>
                  <a:cubicBezTo>
                    <a:pt x="201" y="828"/>
                    <a:pt x="301" y="828"/>
                    <a:pt x="301" y="928"/>
                  </a:cubicBezTo>
                  <a:lnTo>
                    <a:pt x="201" y="928"/>
                  </a:lnTo>
                  <a:cubicBezTo>
                    <a:pt x="201" y="1053"/>
                    <a:pt x="301" y="1053"/>
                    <a:pt x="301" y="1053"/>
                  </a:cubicBezTo>
                  <a:lnTo>
                    <a:pt x="201" y="1053"/>
                  </a:lnTo>
                  <a:lnTo>
                    <a:pt x="201" y="1153"/>
                  </a:lnTo>
                  <a:lnTo>
                    <a:pt x="301" y="1153"/>
                  </a:lnTo>
                  <a:cubicBezTo>
                    <a:pt x="301" y="1254"/>
                    <a:pt x="201" y="1254"/>
                    <a:pt x="201" y="1254"/>
                  </a:cubicBezTo>
                  <a:lnTo>
                    <a:pt x="201" y="1354"/>
                  </a:lnTo>
                  <a:cubicBezTo>
                    <a:pt x="101" y="1354"/>
                    <a:pt x="101" y="1454"/>
                    <a:pt x="201" y="1454"/>
                  </a:cubicBezTo>
                  <a:cubicBezTo>
                    <a:pt x="201" y="1454"/>
                    <a:pt x="301" y="1554"/>
                    <a:pt x="201" y="1554"/>
                  </a:cubicBezTo>
                  <a:cubicBezTo>
                    <a:pt x="201" y="1521"/>
                    <a:pt x="190" y="1510"/>
                    <a:pt x="175" y="1510"/>
                  </a:cubicBezTo>
                  <a:cubicBezTo>
                    <a:pt x="145" y="1510"/>
                    <a:pt x="101" y="1554"/>
                    <a:pt x="101" y="1554"/>
                  </a:cubicBezTo>
                  <a:lnTo>
                    <a:pt x="201" y="1680"/>
                  </a:lnTo>
                  <a:cubicBezTo>
                    <a:pt x="201" y="1680"/>
                    <a:pt x="0" y="1680"/>
                    <a:pt x="301" y="1780"/>
                  </a:cubicBezTo>
                  <a:lnTo>
                    <a:pt x="727" y="1780"/>
                  </a:lnTo>
                  <a:cubicBezTo>
                    <a:pt x="727" y="1780"/>
                    <a:pt x="627" y="1680"/>
                    <a:pt x="727" y="1680"/>
                  </a:cubicBezTo>
                  <a:lnTo>
                    <a:pt x="627" y="1680"/>
                  </a:lnTo>
                  <a:cubicBezTo>
                    <a:pt x="727" y="1680"/>
                    <a:pt x="627" y="1680"/>
                    <a:pt x="627" y="1554"/>
                  </a:cubicBezTo>
                  <a:lnTo>
                    <a:pt x="727" y="1554"/>
                  </a:lnTo>
                  <a:cubicBezTo>
                    <a:pt x="727" y="1554"/>
                    <a:pt x="827" y="1554"/>
                    <a:pt x="827" y="1454"/>
                  </a:cubicBezTo>
                  <a:lnTo>
                    <a:pt x="727" y="1454"/>
                  </a:lnTo>
                  <a:cubicBezTo>
                    <a:pt x="827" y="1454"/>
                    <a:pt x="727" y="1454"/>
                    <a:pt x="827" y="1354"/>
                  </a:cubicBezTo>
                  <a:cubicBezTo>
                    <a:pt x="727" y="1354"/>
                    <a:pt x="727" y="1254"/>
                    <a:pt x="827" y="1254"/>
                  </a:cubicBezTo>
                  <a:lnTo>
                    <a:pt x="827" y="1153"/>
                  </a:lnTo>
                  <a:cubicBezTo>
                    <a:pt x="727" y="1153"/>
                    <a:pt x="827" y="1153"/>
                    <a:pt x="827" y="1053"/>
                  </a:cubicBezTo>
                  <a:lnTo>
                    <a:pt x="827" y="928"/>
                  </a:lnTo>
                  <a:lnTo>
                    <a:pt x="827" y="828"/>
                  </a:lnTo>
                  <a:cubicBezTo>
                    <a:pt x="928" y="828"/>
                    <a:pt x="928" y="828"/>
                    <a:pt x="928" y="727"/>
                  </a:cubicBezTo>
                  <a:lnTo>
                    <a:pt x="827" y="727"/>
                  </a:lnTo>
                  <a:cubicBezTo>
                    <a:pt x="827" y="627"/>
                    <a:pt x="827" y="627"/>
                    <a:pt x="928" y="627"/>
                  </a:cubicBezTo>
                  <a:lnTo>
                    <a:pt x="928" y="527"/>
                  </a:lnTo>
                  <a:cubicBezTo>
                    <a:pt x="928" y="427"/>
                    <a:pt x="827" y="427"/>
                    <a:pt x="827" y="427"/>
                  </a:cubicBezTo>
                  <a:lnTo>
                    <a:pt x="928" y="301"/>
                  </a:lnTo>
                  <a:lnTo>
                    <a:pt x="928" y="101"/>
                  </a:lnTo>
                  <a:cubicBezTo>
                    <a:pt x="1028" y="101"/>
                    <a:pt x="928" y="101"/>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7"/>
            <p:cNvSpPr/>
            <p:nvPr/>
          </p:nvSpPr>
          <p:spPr>
            <a:xfrm>
              <a:off x="3255175" y="1263775"/>
              <a:ext cx="25725" cy="49525"/>
            </a:xfrm>
            <a:custGeom>
              <a:rect b="b" l="l" r="r" t="t"/>
              <a:pathLst>
                <a:path extrusionOk="0" h="1981" w="1029">
                  <a:moveTo>
                    <a:pt x="502" y="1"/>
                  </a:moveTo>
                  <a:cubicBezTo>
                    <a:pt x="502" y="101"/>
                    <a:pt x="502" y="101"/>
                    <a:pt x="402" y="101"/>
                  </a:cubicBezTo>
                  <a:cubicBezTo>
                    <a:pt x="302" y="101"/>
                    <a:pt x="402" y="201"/>
                    <a:pt x="402" y="201"/>
                  </a:cubicBezTo>
                  <a:lnTo>
                    <a:pt x="402" y="302"/>
                  </a:lnTo>
                  <a:cubicBezTo>
                    <a:pt x="302" y="302"/>
                    <a:pt x="402" y="427"/>
                    <a:pt x="402" y="427"/>
                  </a:cubicBezTo>
                  <a:lnTo>
                    <a:pt x="402" y="527"/>
                  </a:lnTo>
                  <a:lnTo>
                    <a:pt x="502" y="527"/>
                  </a:lnTo>
                  <a:cubicBezTo>
                    <a:pt x="402" y="627"/>
                    <a:pt x="302" y="627"/>
                    <a:pt x="402" y="627"/>
                  </a:cubicBezTo>
                  <a:lnTo>
                    <a:pt x="402" y="728"/>
                  </a:lnTo>
                  <a:cubicBezTo>
                    <a:pt x="302" y="728"/>
                    <a:pt x="302" y="828"/>
                    <a:pt x="402" y="828"/>
                  </a:cubicBezTo>
                  <a:lnTo>
                    <a:pt x="302" y="828"/>
                  </a:lnTo>
                  <a:cubicBezTo>
                    <a:pt x="402" y="928"/>
                    <a:pt x="201" y="928"/>
                    <a:pt x="302" y="928"/>
                  </a:cubicBezTo>
                  <a:cubicBezTo>
                    <a:pt x="201" y="928"/>
                    <a:pt x="302" y="1054"/>
                    <a:pt x="302" y="1054"/>
                  </a:cubicBezTo>
                  <a:cubicBezTo>
                    <a:pt x="352" y="1104"/>
                    <a:pt x="302" y="1104"/>
                    <a:pt x="252" y="1104"/>
                  </a:cubicBezTo>
                  <a:cubicBezTo>
                    <a:pt x="201" y="1104"/>
                    <a:pt x="151" y="1104"/>
                    <a:pt x="201" y="1154"/>
                  </a:cubicBezTo>
                  <a:lnTo>
                    <a:pt x="201" y="1254"/>
                  </a:lnTo>
                  <a:cubicBezTo>
                    <a:pt x="101" y="1254"/>
                    <a:pt x="201" y="1354"/>
                    <a:pt x="302" y="1354"/>
                  </a:cubicBezTo>
                  <a:lnTo>
                    <a:pt x="201" y="1354"/>
                  </a:lnTo>
                  <a:cubicBezTo>
                    <a:pt x="201" y="1455"/>
                    <a:pt x="101" y="1455"/>
                    <a:pt x="201" y="1455"/>
                  </a:cubicBezTo>
                  <a:lnTo>
                    <a:pt x="201" y="1555"/>
                  </a:lnTo>
                  <a:cubicBezTo>
                    <a:pt x="101" y="1555"/>
                    <a:pt x="101" y="1555"/>
                    <a:pt x="201" y="1680"/>
                  </a:cubicBezTo>
                  <a:cubicBezTo>
                    <a:pt x="101" y="1680"/>
                    <a:pt x="101" y="1780"/>
                    <a:pt x="101" y="1780"/>
                  </a:cubicBezTo>
                  <a:cubicBezTo>
                    <a:pt x="151" y="1830"/>
                    <a:pt x="176" y="1830"/>
                    <a:pt x="176" y="1830"/>
                  </a:cubicBezTo>
                  <a:cubicBezTo>
                    <a:pt x="176" y="1830"/>
                    <a:pt x="151" y="1830"/>
                    <a:pt x="101" y="1881"/>
                  </a:cubicBezTo>
                  <a:cubicBezTo>
                    <a:pt x="101" y="1881"/>
                    <a:pt x="1" y="1881"/>
                    <a:pt x="302" y="1981"/>
                  </a:cubicBezTo>
                  <a:lnTo>
                    <a:pt x="628" y="1981"/>
                  </a:lnTo>
                  <a:lnTo>
                    <a:pt x="628" y="1881"/>
                  </a:lnTo>
                  <a:cubicBezTo>
                    <a:pt x="728" y="1881"/>
                    <a:pt x="628" y="1780"/>
                    <a:pt x="628" y="1780"/>
                  </a:cubicBezTo>
                  <a:lnTo>
                    <a:pt x="728" y="1780"/>
                  </a:lnTo>
                  <a:lnTo>
                    <a:pt x="728" y="1680"/>
                  </a:lnTo>
                  <a:cubicBezTo>
                    <a:pt x="828" y="1555"/>
                    <a:pt x="728" y="1555"/>
                    <a:pt x="828" y="1555"/>
                  </a:cubicBezTo>
                  <a:cubicBezTo>
                    <a:pt x="728" y="1455"/>
                    <a:pt x="728" y="1455"/>
                    <a:pt x="828" y="1455"/>
                  </a:cubicBezTo>
                  <a:lnTo>
                    <a:pt x="828" y="1354"/>
                  </a:lnTo>
                  <a:cubicBezTo>
                    <a:pt x="728" y="1254"/>
                    <a:pt x="828" y="1254"/>
                    <a:pt x="828" y="1254"/>
                  </a:cubicBezTo>
                  <a:cubicBezTo>
                    <a:pt x="828" y="1254"/>
                    <a:pt x="628" y="1154"/>
                    <a:pt x="828" y="1154"/>
                  </a:cubicBezTo>
                  <a:lnTo>
                    <a:pt x="828" y="1054"/>
                  </a:lnTo>
                  <a:lnTo>
                    <a:pt x="828" y="928"/>
                  </a:lnTo>
                  <a:lnTo>
                    <a:pt x="928" y="928"/>
                  </a:lnTo>
                  <a:cubicBezTo>
                    <a:pt x="928" y="828"/>
                    <a:pt x="928" y="828"/>
                    <a:pt x="828" y="828"/>
                  </a:cubicBezTo>
                  <a:cubicBezTo>
                    <a:pt x="828" y="728"/>
                    <a:pt x="828" y="728"/>
                    <a:pt x="928" y="728"/>
                  </a:cubicBezTo>
                  <a:lnTo>
                    <a:pt x="928" y="627"/>
                  </a:lnTo>
                  <a:cubicBezTo>
                    <a:pt x="928" y="527"/>
                    <a:pt x="828" y="527"/>
                    <a:pt x="828" y="427"/>
                  </a:cubicBezTo>
                  <a:lnTo>
                    <a:pt x="928" y="427"/>
                  </a:lnTo>
                  <a:lnTo>
                    <a:pt x="928" y="302"/>
                  </a:lnTo>
                  <a:lnTo>
                    <a:pt x="928" y="201"/>
                  </a:lnTo>
                  <a:lnTo>
                    <a:pt x="1029" y="201"/>
                  </a:lnTo>
                  <a:cubicBezTo>
                    <a:pt x="1029" y="201"/>
                    <a:pt x="928" y="101"/>
                    <a:pt x="1029" y="101"/>
                  </a:cubicBezTo>
                  <a:lnTo>
                    <a:pt x="928" y="101"/>
                  </a:lnTo>
                  <a:cubicBezTo>
                    <a:pt x="728" y="1"/>
                    <a:pt x="502" y="1"/>
                    <a:pt x="5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7"/>
            <p:cNvSpPr/>
            <p:nvPr/>
          </p:nvSpPr>
          <p:spPr>
            <a:xfrm>
              <a:off x="3223850" y="1261275"/>
              <a:ext cx="20700" cy="41375"/>
            </a:xfrm>
            <a:custGeom>
              <a:rect b="b" l="l" r="r" t="t"/>
              <a:pathLst>
                <a:path extrusionOk="0" h="1655" w="828">
                  <a:moveTo>
                    <a:pt x="302" y="1"/>
                  </a:moveTo>
                  <a:lnTo>
                    <a:pt x="201" y="101"/>
                  </a:lnTo>
                  <a:lnTo>
                    <a:pt x="201" y="201"/>
                  </a:lnTo>
                  <a:lnTo>
                    <a:pt x="201" y="301"/>
                  </a:lnTo>
                  <a:cubicBezTo>
                    <a:pt x="201" y="301"/>
                    <a:pt x="302" y="402"/>
                    <a:pt x="201" y="402"/>
                  </a:cubicBezTo>
                  <a:cubicBezTo>
                    <a:pt x="201" y="402"/>
                    <a:pt x="302" y="402"/>
                    <a:pt x="302" y="527"/>
                  </a:cubicBezTo>
                  <a:lnTo>
                    <a:pt x="201" y="527"/>
                  </a:lnTo>
                  <a:lnTo>
                    <a:pt x="201" y="627"/>
                  </a:lnTo>
                  <a:cubicBezTo>
                    <a:pt x="101" y="627"/>
                    <a:pt x="201" y="627"/>
                    <a:pt x="201" y="727"/>
                  </a:cubicBezTo>
                  <a:cubicBezTo>
                    <a:pt x="201" y="727"/>
                    <a:pt x="1" y="727"/>
                    <a:pt x="101" y="828"/>
                  </a:cubicBezTo>
                  <a:lnTo>
                    <a:pt x="101" y="928"/>
                  </a:lnTo>
                  <a:cubicBezTo>
                    <a:pt x="101" y="928"/>
                    <a:pt x="101" y="1028"/>
                    <a:pt x="201" y="1028"/>
                  </a:cubicBezTo>
                  <a:lnTo>
                    <a:pt x="101" y="1028"/>
                  </a:lnTo>
                  <a:lnTo>
                    <a:pt x="101" y="1154"/>
                  </a:lnTo>
                  <a:cubicBezTo>
                    <a:pt x="201" y="1154"/>
                    <a:pt x="101" y="1154"/>
                    <a:pt x="101" y="1254"/>
                  </a:cubicBezTo>
                  <a:lnTo>
                    <a:pt x="101" y="1354"/>
                  </a:lnTo>
                  <a:lnTo>
                    <a:pt x="101" y="1454"/>
                  </a:lnTo>
                  <a:lnTo>
                    <a:pt x="201" y="1454"/>
                  </a:lnTo>
                  <a:cubicBezTo>
                    <a:pt x="101" y="1454"/>
                    <a:pt x="101" y="1555"/>
                    <a:pt x="101" y="1555"/>
                  </a:cubicBezTo>
                  <a:cubicBezTo>
                    <a:pt x="201" y="1555"/>
                    <a:pt x="201" y="1555"/>
                    <a:pt x="201" y="1655"/>
                  </a:cubicBezTo>
                  <a:lnTo>
                    <a:pt x="627" y="1655"/>
                  </a:lnTo>
                  <a:lnTo>
                    <a:pt x="627" y="1555"/>
                  </a:lnTo>
                  <a:cubicBezTo>
                    <a:pt x="728" y="1555"/>
                    <a:pt x="627" y="1555"/>
                    <a:pt x="627" y="1454"/>
                  </a:cubicBezTo>
                  <a:lnTo>
                    <a:pt x="728" y="1454"/>
                  </a:lnTo>
                  <a:lnTo>
                    <a:pt x="627" y="1354"/>
                  </a:lnTo>
                  <a:lnTo>
                    <a:pt x="728" y="1354"/>
                  </a:lnTo>
                  <a:cubicBezTo>
                    <a:pt x="728" y="1254"/>
                    <a:pt x="627" y="1254"/>
                    <a:pt x="728" y="1254"/>
                  </a:cubicBezTo>
                  <a:cubicBezTo>
                    <a:pt x="627" y="1254"/>
                    <a:pt x="627" y="1154"/>
                    <a:pt x="728" y="1154"/>
                  </a:cubicBezTo>
                  <a:lnTo>
                    <a:pt x="627" y="1028"/>
                  </a:lnTo>
                  <a:lnTo>
                    <a:pt x="728" y="1028"/>
                  </a:lnTo>
                  <a:cubicBezTo>
                    <a:pt x="627" y="1028"/>
                    <a:pt x="502" y="928"/>
                    <a:pt x="728" y="928"/>
                  </a:cubicBezTo>
                  <a:lnTo>
                    <a:pt x="627" y="928"/>
                  </a:lnTo>
                  <a:lnTo>
                    <a:pt x="627" y="828"/>
                  </a:lnTo>
                  <a:lnTo>
                    <a:pt x="728" y="828"/>
                  </a:lnTo>
                  <a:lnTo>
                    <a:pt x="728" y="727"/>
                  </a:lnTo>
                  <a:cubicBezTo>
                    <a:pt x="627" y="627"/>
                    <a:pt x="728" y="627"/>
                    <a:pt x="728" y="627"/>
                  </a:cubicBezTo>
                  <a:lnTo>
                    <a:pt x="728" y="527"/>
                  </a:lnTo>
                  <a:cubicBezTo>
                    <a:pt x="728" y="527"/>
                    <a:pt x="627" y="402"/>
                    <a:pt x="728" y="402"/>
                  </a:cubicBezTo>
                  <a:cubicBezTo>
                    <a:pt x="728" y="402"/>
                    <a:pt x="828" y="402"/>
                    <a:pt x="728" y="301"/>
                  </a:cubicBezTo>
                  <a:lnTo>
                    <a:pt x="728" y="201"/>
                  </a:lnTo>
                  <a:cubicBezTo>
                    <a:pt x="795" y="201"/>
                    <a:pt x="817" y="246"/>
                    <a:pt x="824" y="246"/>
                  </a:cubicBezTo>
                  <a:cubicBezTo>
                    <a:pt x="828" y="246"/>
                    <a:pt x="828" y="235"/>
                    <a:pt x="828" y="201"/>
                  </a:cubicBezTo>
                  <a:lnTo>
                    <a:pt x="728" y="101"/>
                  </a:lnTo>
                  <a:cubicBezTo>
                    <a:pt x="627" y="101"/>
                    <a:pt x="402"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7"/>
            <p:cNvSpPr/>
            <p:nvPr/>
          </p:nvSpPr>
          <p:spPr>
            <a:xfrm>
              <a:off x="3186900" y="1257375"/>
              <a:ext cx="18175" cy="32750"/>
            </a:xfrm>
            <a:custGeom>
              <a:rect b="b" l="l" r="r" t="t"/>
              <a:pathLst>
                <a:path extrusionOk="0" h="1310" w="727">
                  <a:moveTo>
                    <a:pt x="356" y="1"/>
                  </a:moveTo>
                  <a:cubicBezTo>
                    <a:pt x="326" y="1"/>
                    <a:pt x="326" y="56"/>
                    <a:pt x="326" y="56"/>
                  </a:cubicBezTo>
                  <a:lnTo>
                    <a:pt x="226" y="56"/>
                  </a:lnTo>
                  <a:cubicBezTo>
                    <a:pt x="100" y="56"/>
                    <a:pt x="226" y="56"/>
                    <a:pt x="226" y="157"/>
                  </a:cubicBezTo>
                  <a:lnTo>
                    <a:pt x="100" y="157"/>
                  </a:lnTo>
                  <a:lnTo>
                    <a:pt x="100" y="257"/>
                  </a:lnTo>
                  <a:cubicBezTo>
                    <a:pt x="100" y="257"/>
                    <a:pt x="226" y="357"/>
                    <a:pt x="100" y="357"/>
                  </a:cubicBezTo>
                  <a:lnTo>
                    <a:pt x="226" y="357"/>
                  </a:lnTo>
                  <a:cubicBezTo>
                    <a:pt x="226" y="407"/>
                    <a:pt x="169" y="407"/>
                    <a:pt x="125" y="407"/>
                  </a:cubicBezTo>
                  <a:cubicBezTo>
                    <a:pt x="82" y="407"/>
                    <a:pt x="50" y="407"/>
                    <a:pt x="100" y="457"/>
                  </a:cubicBezTo>
                  <a:lnTo>
                    <a:pt x="226" y="558"/>
                  </a:lnTo>
                  <a:lnTo>
                    <a:pt x="100" y="558"/>
                  </a:lnTo>
                  <a:lnTo>
                    <a:pt x="100" y="683"/>
                  </a:lnTo>
                  <a:lnTo>
                    <a:pt x="0" y="683"/>
                  </a:lnTo>
                  <a:cubicBezTo>
                    <a:pt x="100" y="683"/>
                    <a:pt x="100" y="683"/>
                    <a:pt x="100" y="783"/>
                  </a:cubicBezTo>
                  <a:cubicBezTo>
                    <a:pt x="226" y="783"/>
                    <a:pt x="0" y="883"/>
                    <a:pt x="100" y="883"/>
                  </a:cubicBezTo>
                  <a:lnTo>
                    <a:pt x="100" y="984"/>
                  </a:lnTo>
                  <a:lnTo>
                    <a:pt x="226" y="984"/>
                  </a:lnTo>
                  <a:lnTo>
                    <a:pt x="226" y="1084"/>
                  </a:lnTo>
                  <a:lnTo>
                    <a:pt x="326" y="1084"/>
                  </a:lnTo>
                  <a:cubicBezTo>
                    <a:pt x="226" y="1184"/>
                    <a:pt x="326" y="1184"/>
                    <a:pt x="326" y="1184"/>
                  </a:cubicBezTo>
                  <a:cubicBezTo>
                    <a:pt x="393" y="1184"/>
                    <a:pt x="415" y="1140"/>
                    <a:pt x="422" y="1140"/>
                  </a:cubicBezTo>
                  <a:cubicBezTo>
                    <a:pt x="426" y="1140"/>
                    <a:pt x="426" y="1151"/>
                    <a:pt x="426" y="1184"/>
                  </a:cubicBezTo>
                  <a:lnTo>
                    <a:pt x="426" y="1310"/>
                  </a:lnTo>
                  <a:lnTo>
                    <a:pt x="526" y="1184"/>
                  </a:lnTo>
                  <a:cubicBezTo>
                    <a:pt x="526" y="1247"/>
                    <a:pt x="526" y="1303"/>
                    <a:pt x="539" y="1303"/>
                  </a:cubicBezTo>
                  <a:cubicBezTo>
                    <a:pt x="552" y="1303"/>
                    <a:pt x="577" y="1247"/>
                    <a:pt x="627" y="1084"/>
                  </a:cubicBezTo>
                  <a:cubicBezTo>
                    <a:pt x="627" y="1084"/>
                    <a:pt x="627" y="984"/>
                    <a:pt x="727" y="883"/>
                  </a:cubicBezTo>
                  <a:lnTo>
                    <a:pt x="727" y="783"/>
                  </a:lnTo>
                  <a:lnTo>
                    <a:pt x="727" y="683"/>
                  </a:lnTo>
                  <a:lnTo>
                    <a:pt x="627" y="683"/>
                  </a:lnTo>
                  <a:lnTo>
                    <a:pt x="627" y="558"/>
                  </a:lnTo>
                  <a:cubicBezTo>
                    <a:pt x="627" y="457"/>
                    <a:pt x="526" y="457"/>
                    <a:pt x="526" y="457"/>
                  </a:cubicBezTo>
                  <a:lnTo>
                    <a:pt x="627" y="457"/>
                  </a:lnTo>
                  <a:lnTo>
                    <a:pt x="627" y="357"/>
                  </a:lnTo>
                  <a:cubicBezTo>
                    <a:pt x="526" y="257"/>
                    <a:pt x="426" y="56"/>
                    <a:pt x="426" y="56"/>
                  </a:cubicBezTo>
                  <a:cubicBezTo>
                    <a:pt x="393" y="15"/>
                    <a:pt x="371" y="1"/>
                    <a:pt x="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7"/>
            <p:cNvSpPr/>
            <p:nvPr/>
          </p:nvSpPr>
          <p:spPr>
            <a:xfrm>
              <a:off x="3168725" y="1331450"/>
              <a:ext cx="31350" cy="39500"/>
            </a:xfrm>
            <a:custGeom>
              <a:rect b="b" l="l" r="r" t="t"/>
              <a:pathLst>
                <a:path extrusionOk="0" h="1580" w="1254">
                  <a:moveTo>
                    <a:pt x="913" y="813"/>
                  </a:moveTo>
                  <a:lnTo>
                    <a:pt x="953" y="853"/>
                  </a:lnTo>
                  <a:cubicBezTo>
                    <a:pt x="996" y="853"/>
                    <a:pt x="960" y="829"/>
                    <a:pt x="913" y="813"/>
                  </a:cubicBezTo>
                  <a:close/>
                  <a:moveTo>
                    <a:pt x="827" y="853"/>
                  </a:moveTo>
                  <a:cubicBezTo>
                    <a:pt x="869" y="886"/>
                    <a:pt x="897" y="897"/>
                    <a:pt x="911" y="897"/>
                  </a:cubicBezTo>
                  <a:cubicBezTo>
                    <a:pt x="939" y="897"/>
                    <a:pt x="911" y="853"/>
                    <a:pt x="827" y="853"/>
                  </a:cubicBezTo>
                  <a:close/>
                  <a:moveTo>
                    <a:pt x="727" y="1"/>
                  </a:moveTo>
                  <a:lnTo>
                    <a:pt x="727" y="101"/>
                  </a:lnTo>
                  <a:lnTo>
                    <a:pt x="627" y="101"/>
                  </a:lnTo>
                  <a:cubicBezTo>
                    <a:pt x="627" y="101"/>
                    <a:pt x="727" y="226"/>
                    <a:pt x="627" y="226"/>
                  </a:cubicBezTo>
                  <a:lnTo>
                    <a:pt x="527" y="226"/>
                  </a:lnTo>
                  <a:lnTo>
                    <a:pt x="527" y="327"/>
                  </a:lnTo>
                  <a:cubicBezTo>
                    <a:pt x="426" y="327"/>
                    <a:pt x="426" y="427"/>
                    <a:pt x="426" y="427"/>
                  </a:cubicBezTo>
                  <a:cubicBezTo>
                    <a:pt x="477" y="477"/>
                    <a:pt x="477" y="477"/>
                    <a:pt x="464" y="477"/>
                  </a:cubicBezTo>
                  <a:cubicBezTo>
                    <a:pt x="451" y="477"/>
                    <a:pt x="426" y="477"/>
                    <a:pt x="426" y="527"/>
                  </a:cubicBezTo>
                  <a:lnTo>
                    <a:pt x="426" y="627"/>
                  </a:lnTo>
                  <a:lnTo>
                    <a:pt x="326" y="627"/>
                  </a:lnTo>
                  <a:cubicBezTo>
                    <a:pt x="326" y="627"/>
                    <a:pt x="426" y="728"/>
                    <a:pt x="326" y="728"/>
                  </a:cubicBezTo>
                  <a:lnTo>
                    <a:pt x="201" y="728"/>
                  </a:lnTo>
                  <a:lnTo>
                    <a:pt x="201" y="853"/>
                  </a:lnTo>
                  <a:lnTo>
                    <a:pt x="101" y="853"/>
                  </a:lnTo>
                  <a:cubicBezTo>
                    <a:pt x="201" y="853"/>
                    <a:pt x="201" y="953"/>
                    <a:pt x="201" y="953"/>
                  </a:cubicBezTo>
                  <a:lnTo>
                    <a:pt x="201" y="1053"/>
                  </a:lnTo>
                  <a:lnTo>
                    <a:pt x="101" y="1053"/>
                  </a:lnTo>
                  <a:cubicBezTo>
                    <a:pt x="101" y="1154"/>
                    <a:pt x="0" y="1154"/>
                    <a:pt x="0" y="1154"/>
                  </a:cubicBezTo>
                  <a:lnTo>
                    <a:pt x="0" y="1254"/>
                  </a:lnTo>
                  <a:lnTo>
                    <a:pt x="101" y="1354"/>
                  </a:lnTo>
                  <a:cubicBezTo>
                    <a:pt x="201" y="1354"/>
                    <a:pt x="326" y="1580"/>
                    <a:pt x="426" y="1580"/>
                  </a:cubicBezTo>
                  <a:cubicBezTo>
                    <a:pt x="426" y="1479"/>
                    <a:pt x="426" y="1479"/>
                    <a:pt x="527" y="1479"/>
                  </a:cubicBezTo>
                  <a:cubicBezTo>
                    <a:pt x="527" y="1479"/>
                    <a:pt x="527" y="1354"/>
                    <a:pt x="627" y="1354"/>
                  </a:cubicBezTo>
                  <a:lnTo>
                    <a:pt x="627" y="1254"/>
                  </a:lnTo>
                  <a:cubicBezTo>
                    <a:pt x="627" y="1254"/>
                    <a:pt x="527" y="1154"/>
                    <a:pt x="627" y="1154"/>
                  </a:cubicBezTo>
                  <a:lnTo>
                    <a:pt x="627" y="1053"/>
                  </a:lnTo>
                  <a:cubicBezTo>
                    <a:pt x="727" y="1053"/>
                    <a:pt x="727" y="1053"/>
                    <a:pt x="727" y="953"/>
                  </a:cubicBezTo>
                  <a:cubicBezTo>
                    <a:pt x="727" y="953"/>
                    <a:pt x="827" y="998"/>
                    <a:pt x="857" y="998"/>
                  </a:cubicBezTo>
                  <a:cubicBezTo>
                    <a:pt x="872" y="998"/>
                    <a:pt x="869" y="986"/>
                    <a:pt x="827" y="953"/>
                  </a:cubicBezTo>
                  <a:lnTo>
                    <a:pt x="827" y="853"/>
                  </a:lnTo>
                  <a:cubicBezTo>
                    <a:pt x="794" y="811"/>
                    <a:pt x="808" y="797"/>
                    <a:pt x="838" y="797"/>
                  </a:cubicBezTo>
                  <a:cubicBezTo>
                    <a:pt x="859" y="797"/>
                    <a:pt x="887" y="804"/>
                    <a:pt x="913" y="813"/>
                  </a:cubicBezTo>
                  <a:lnTo>
                    <a:pt x="913" y="813"/>
                  </a:lnTo>
                  <a:lnTo>
                    <a:pt x="827" y="728"/>
                  </a:lnTo>
                  <a:lnTo>
                    <a:pt x="1053" y="728"/>
                  </a:lnTo>
                  <a:lnTo>
                    <a:pt x="953" y="627"/>
                  </a:lnTo>
                  <a:lnTo>
                    <a:pt x="1053" y="627"/>
                  </a:lnTo>
                  <a:lnTo>
                    <a:pt x="1053" y="527"/>
                  </a:lnTo>
                  <a:cubicBezTo>
                    <a:pt x="1153" y="527"/>
                    <a:pt x="1153" y="527"/>
                    <a:pt x="1153" y="427"/>
                  </a:cubicBezTo>
                  <a:lnTo>
                    <a:pt x="1253" y="427"/>
                  </a:lnTo>
                  <a:lnTo>
                    <a:pt x="1153" y="327"/>
                  </a:lnTo>
                  <a:lnTo>
                    <a:pt x="1153" y="327"/>
                  </a:lnTo>
                  <a:cubicBezTo>
                    <a:pt x="1153" y="327"/>
                    <a:pt x="1203" y="352"/>
                    <a:pt x="1216" y="352"/>
                  </a:cubicBezTo>
                  <a:cubicBezTo>
                    <a:pt x="1228" y="352"/>
                    <a:pt x="1203" y="327"/>
                    <a:pt x="1053" y="226"/>
                  </a:cubicBezTo>
                  <a:cubicBezTo>
                    <a:pt x="1053" y="101"/>
                    <a:pt x="953" y="101"/>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7"/>
            <p:cNvSpPr/>
            <p:nvPr/>
          </p:nvSpPr>
          <p:spPr>
            <a:xfrm>
              <a:off x="3202550" y="1344625"/>
              <a:ext cx="26350" cy="36350"/>
            </a:xfrm>
            <a:custGeom>
              <a:rect b="b" l="l" r="r" t="t"/>
              <a:pathLst>
                <a:path extrusionOk="0" h="1454" w="1054">
                  <a:moveTo>
                    <a:pt x="427" y="0"/>
                  </a:moveTo>
                  <a:cubicBezTo>
                    <a:pt x="427" y="0"/>
                    <a:pt x="427" y="100"/>
                    <a:pt x="527" y="100"/>
                  </a:cubicBezTo>
                  <a:lnTo>
                    <a:pt x="427" y="100"/>
                  </a:lnTo>
                  <a:lnTo>
                    <a:pt x="427" y="201"/>
                  </a:lnTo>
                  <a:lnTo>
                    <a:pt x="327" y="201"/>
                  </a:lnTo>
                  <a:lnTo>
                    <a:pt x="327" y="326"/>
                  </a:lnTo>
                  <a:lnTo>
                    <a:pt x="327" y="426"/>
                  </a:lnTo>
                  <a:cubicBezTo>
                    <a:pt x="226" y="426"/>
                    <a:pt x="226" y="426"/>
                    <a:pt x="327" y="526"/>
                  </a:cubicBezTo>
                  <a:cubicBezTo>
                    <a:pt x="327" y="526"/>
                    <a:pt x="371" y="571"/>
                    <a:pt x="341" y="571"/>
                  </a:cubicBezTo>
                  <a:cubicBezTo>
                    <a:pt x="327" y="571"/>
                    <a:pt x="293" y="560"/>
                    <a:pt x="226" y="526"/>
                  </a:cubicBezTo>
                  <a:lnTo>
                    <a:pt x="226" y="627"/>
                  </a:lnTo>
                  <a:lnTo>
                    <a:pt x="327" y="627"/>
                  </a:lnTo>
                  <a:cubicBezTo>
                    <a:pt x="327" y="627"/>
                    <a:pt x="327" y="727"/>
                    <a:pt x="226" y="727"/>
                  </a:cubicBezTo>
                  <a:lnTo>
                    <a:pt x="101" y="727"/>
                  </a:lnTo>
                  <a:lnTo>
                    <a:pt x="226" y="827"/>
                  </a:lnTo>
                  <a:lnTo>
                    <a:pt x="226" y="952"/>
                  </a:lnTo>
                  <a:lnTo>
                    <a:pt x="101" y="952"/>
                  </a:lnTo>
                  <a:cubicBezTo>
                    <a:pt x="101" y="952"/>
                    <a:pt x="226" y="952"/>
                    <a:pt x="226" y="1053"/>
                  </a:cubicBezTo>
                  <a:cubicBezTo>
                    <a:pt x="226" y="1153"/>
                    <a:pt x="226" y="1153"/>
                    <a:pt x="101" y="1153"/>
                  </a:cubicBezTo>
                  <a:lnTo>
                    <a:pt x="101" y="1253"/>
                  </a:lnTo>
                  <a:lnTo>
                    <a:pt x="1" y="1253"/>
                  </a:lnTo>
                  <a:lnTo>
                    <a:pt x="101" y="1353"/>
                  </a:lnTo>
                  <a:lnTo>
                    <a:pt x="226" y="1353"/>
                  </a:lnTo>
                  <a:cubicBezTo>
                    <a:pt x="327" y="1454"/>
                    <a:pt x="527" y="1454"/>
                    <a:pt x="527" y="1454"/>
                  </a:cubicBezTo>
                  <a:lnTo>
                    <a:pt x="728" y="1454"/>
                  </a:lnTo>
                  <a:lnTo>
                    <a:pt x="627" y="1353"/>
                  </a:lnTo>
                  <a:lnTo>
                    <a:pt x="728" y="1353"/>
                  </a:lnTo>
                  <a:lnTo>
                    <a:pt x="728" y="1253"/>
                  </a:lnTo>
                  <a:lnTo>
                    <a:pt x="627" y="1153"/>
                  </a:lnTo>
                  <a:lnTo>
                    <a:pt x="627" y="1053"/>
                  </a:lnTo>
                  <a:lnTo>
                    <a:pt x="728" y="1053"/>
                  </a:lnTo>
                  <a:lnTo>
                    <a:pt x="627" y="952"/>
                  </a:lnTo>
                  <a:lnTo>
                    <a:pt x="728" y="952"/>
                  </a:lnTo>
                  <a:lnTo>
                    <a:pt x="728" y="827"/>
                  </a:lnTo>
                  <a:cubicBezTo>
                    <a:pt x="728" y="827"/>
                    <a:pt x="828" y="883"/>
                    <a:pt x="865" y="883"/>
                  </a:cubicBezTo>
                  <a:cubicBezTo>
                    <a:pt x="883" y="883"/>
                    <a:pt x="886" y="869"/>
                    <a:pt x="853" y="827"/>
                  </a:cubicBezTo>
                  <a:cubicBezTo>
                    <a:pt x="853" y="827"/>
                    <a:pt x="728" y="727"/>
                    <a:pt x="853" y="727"/>
                  </a:cubicBezTo>
                  <a:lnTo>
                    <a:pt x="728" y="627"/>
                  </a:lnTo>
                  <a:lnTo>
                    <a:pt x="953" y="627"/>
                  </a:lnTo>
                  <a:lnTo>
                    <a:pt x="853" y="526"/>
                  </a:lnTo>
                  <a:lnTo>
                    <a:pt x="953" y="526"/>
                  </a:lnTo>
                  <a:cubicBezTo>
                    <a:pt x="853" y="426"/>
                    <a:pt x="853" y="426"/>
                    <a:pt x="953" y="426"/>
                  </a:cubicBezTo>
                  <a:lnTo>
                    <a:pt x="953" y="326"/>
                  </a:lnTo>
                  <a:cubicBezTo>
                    <a:pt x="953" y="326"/>
                    <a:pt x="944" y="315"/>
                    <a:pt x="932" y="302"/>
                  </a:cubicBezTo>
                  <a:lnTo>
                    <a:pt x="932" y="302"/>
                  </a:lnTo>
                  <a:cubicBezTo>
                    <a:pt x="993" y="266"/>
                    <a:pt x="1026" y="201"/>
                    <a:pt x="953" y="201"/>
                  </a:cubicBezTo>
                  <a:cubicBezTo>
                    <a:pt x="953" y="201"/>
                    <a:pt x="1053" y="201"/>
                    <a:pt x="853" y="100"/>
                  </a:cubicBezTo>
                  <a:cubicBezTo>
                    <a:pt x="728" y="0"/>
                    <a:pt x="627" y="0"/>
                    <a:pt x="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7"/>
            <p:cNvSpPr/>
            <p:nvPr/>
          </p:nvSpPr>
          <p:spPr>
            <a:xfrm>
              <a:off x="3233050" y="1355275"/>
              <a:ext cx="29675" cy="47000"/>
            </a:xfrm>
            <a:custGeom>
              <a:rect b="b" l="l" r="r" t="t"/>
              <a:pathLst>
                <a:path extrusionOk="0" h="1880" w="1187">
                  <a:moveTo>
                    <a:pt x="23" y="1610"/>
                  </a:moveTo>
                  <a:cubicBezTo>
                    <a:pt x="0" y="1610"/>
                    <a:pt x="67" y="1654"/>
                    <a:pt x="134" y="1654"/>
                  </a:cubicBezTo>
                  <a:cubicBezTo>
                    <a:pt x="134" y="1654"/>
                    <a:pt x="83" y="1654"/>
                    <a:pt x="54" y="1618"/>
                  </a:cubicBezTo>
                  <a:lnTo>
                    <a:pt x="54" y="1618"/>
                  </a:lnTo>
                  <a:cubicBezTo>
                    <a:pt x="38" y="1612"/>
                    <a:pt x="28" y="1610"/>
                    <a:pt x="23" y="1610"/>
                  </a:cubicBezTo>
                  <a:close/>
                  <a:moveTo>
                    <a:pt x="560" y="0"/>
                  </a:moveTo>
                  <a:cubicBezTo>
                    <a:pt x="560" y="0"/>
                    <a:pt x="560" y="100"/>
                    <a:pt x="660" y="100"/>
                  </a:cubicBezTo>
                  <a:lnTo>
                    <a:pt x="560" y="100"/>
                  </a:lnTo>
                  <a:lnTo>
                    <a:pt x="560" y="201"/>
                  </a:lnTo>
                  <a:lnTo>
                    <a:pt x="460" y="201"/>
                  </a:lnTo>
                  <a:cubicBezTo>
                    <a:pt x="460" y="301"/>
                    <a:pt x="560" y="301"/>
                    <a:pt x="460" y="301"/>
                  </a:cubicBezTo>
                  <a:cubicBezTo>
                    <a:pt x="360" y="301"/>
                    <a:pt x="460" y="401"/>
                    <a:pt x="460" y="401"/>
                  </a:cubicBezTo>
                  <a:lnTo>
                    <a:pt x="360" y="526"/>
                  </a:lnTo>
                  <a:lnTo>
                    <a:pt x="360" y="627"/>
                  </a:lnTo>
                  <a:cubicBezTo>
                    <a:pt x="360" y="627"/>
                    <a:pt x="560" y="727"/>
                    <a:pt x="360" y="727"/>
                  </a:cubicBezTo>
                  <a:lnTo>
                    <a:pt x="360" y="827"/>
                  </a:lnTo>
                  <a:lnTo>
                    <a:pt x="360" y="927"/>
                  </a:lnTo>
                  <a:cubicBezTo>
                    <a:pt x="326" y="894"/>
                    <a:pt x="304" y="883"/>
                    <a:pt x="289" y="883"/>
                  </a:cubicBezTo>
                  <a:cubicBezTo>
                    <a:pt x="259" y="883"/>
                    <a:pt x="259" y="927"/>
                    <a:pt x="259" y="927"/>
                  </a:cubicBezTo>
                  <a:cubicBezTo>
                    <a:pt x="134" y="927"/>
                    <a:pt x="259" y="1028"/>
                    <a:pt x="259" y="1028"/>
                  </a:cubicBezTo>
                  <a:lnTo>
                    <a:pt x="259" y="1153"/>
                  </a:lnTo>
                  <a:lnTo>
                    <a:pt x="134" y="1153"/>
                  </a:lnTo>
                  <a:lnTo>
                    <a:pt x="259" y="1253"/>
                  </a:lnTo>
                  <a:lnTo>
                    <a:pt x="259" y="1353"/>
                  </a:lnTo>
                  <a:lnTo>
                    <a:pt x="134" y="1454"/>
                  </a:lnTo>
                  <a:lnTo>
                    <a:pt x="134" y="1554"/>
                  </a:lnTo>
                  <a:lnTo>
                    <a:pt x="34" y="1554"/>
                  </a:lnTo>
                  <a:cubicBezTo>
                    <a:pt x="34" y="1583"/>
                    <a:pt x="42" y="1603"/>
                    <a:pt x="54" y="1618"/>
                  </a:cubicBezTo>
                  <a:lnTo>
                    <a:pt x="54" y="1618"/>
                  </a:lnTo>
                  <a:cubicBezTo>
                    <a:pt x="72" y="1625"/>
                    <a:pt x="98" y="1636"/>
                    <a:pt x="134" y="1654"/>
                  </a:cubicBezTo>
                  <a:cubicBezTo>
                    <a:pt x="34" y="1654"/>
                    <a:pt x="34" y="1654"/>
                    <a:pt x="134" y="1780"/>
                  </a:cubicBezTo>
                  <a:cubicBezTo>
                    <a:pt x="360" y="1780"/>
                    <a:pt x="560" y="1880"/>
                    <a:pt x="560" y="1880"/>
                  </a:cubicBezTo>
                  <a:cubicBezTo>
                    <a:pt x="560" y="1780"/>
                    <a:pt x="560" y="1780"/>
                    <a:pt x="660" y="1780"/>
                  </a:cubicBezTo>
                  <a:cubicBezTo>
                    <a:pt x="761" y="1780"/>
                    <a:pt x="660" y="1654"/>
                    <a:pt x="660" y="1654"/>
                  </a:cubicBezTo>
                  <a:cubicBezTo>
                    <a:pt x="660" y="1654"/>
                    <a:pt x="660" y="1554"/>
                    <a:pt x="761" y="1554"/>
                  </a:cubicBezTo>
                  <a:lnTo>
                    <a:pt x="761" y="1454"/>
                  </a:lnTo>
                  <a:lnTo>
                    <a:pt x="660" y="1454"/>
                  </a:lnTo>
                  <a:cubicBezTo>
                    <a:pt x="761" y="1454"/>
                    <a:pt x="660" y="1353"/>
                    <a:pt x="660" y="1353"/>
                  </a:cubicBezTo>
                  <a:cubicBezTo>
                    <a:pt x="660" y="1353"/>
                    <a:pt x="886" y="1353"/>
                    <a:pt x="761" y="1253"/>
                  </a:cubicBezTo>
                  <a:lnTo>
                    <a:pt x="660" y="1153"/>
                  </a:lnTo>
                  <a:lnTo>
                    <a:pt x="761" y="1153"/>
                  </a:lnTo>
                  <a:lnTo>
                    <a:pt x="761" y="1028"/>
                  </a:lnTo>
                  <a:lnTo>
                    <a:pt x="886" y="1028"/>
                  </a:lnTo>
                  <a:lnTo>
                    <a:pt x="886" y="927"/>
                  </a:lnTo>
                  <a:cubicBezTo>
                    <a:pt x="986" y="927"/>
                    <a:pt x="886" y="927"/>
                    <a:pt x="886" y="827"/>
                  </a:cubicBezTo>
                  <a:lnTo>
                    <a:pt x="986" y="827"/>
                  </a:lnTo>
                  <a:cubicBezTo>
                    <a:pt x="886" y="827"/>
                    <a:pt x="886" y="827"/>
                    <a:pt x="886" y="727"/>
                  </a:cubicBezTo>
                  <a:lnTo>
                    <a:pt x="986" y="727"/>
                  </a:lnTo>
                  <a:cubicBezTo>
                    <a:pt x="1086" y="727"/>
                    <a:pt x="986" y="627"/>
                    <a:pt x="886" y="627"/>
                  </a:cubicBezTo>
                  <a:lnTo>
                    <a:pt x="986" y="627"/>
                  </a:lnTo>
                  <a:cubicBezTo>
                    <a:pt x="986" y="627"/>
                    <a:pt x="1086" y="627"/>
                    <a:pt x="1086" y="526"/>
                  </a:cubicBezTo>
                  <a:cubicBezTo>
                    <a:pt x="986" y="526"/>
                    <a:pt x="986" y="526"/>
                    <a:pt x="986" y="401"/>
                  </a:cubicBezTo>
                  <a:cubicBezTo>
                    <a:pt x="1086" y="401"/>
                    <a:pt x="1086" y="401"/>
                    <a:pt x="1086" y="301"/>
                  </a:cubicBezTo>
                  <a:lnTo>
                    <a:pt x="986" y="301"/>
                  </a:lnTo>
                  <a:cubicBezTo>
                    <a:pt x="1086" y="301"/>
                    <a:pt x="1187" y="301"/>
                    <a:pt x="1086" y="201"/>
                  </a:cubicBezTo>
                  <a:cubicBezTo>
                    <a:pt x="1086" y="201"/>
                    <a:pt x="1187" y="201"/>
                    <a:pt x="986" y="100"/>
                  </a:cubicBezTo>
                  <a:cubicBezTo>
                    <a:pt x="886" y="0"/>
                    <a:pt x="761" y="0"/>
                    <a:pt x="7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7"/>
            <p:cNvSpPr/>
            <p:nvPr/>
          </p:nvSpPr>
          <p:spPr>
            <a:xfrm>
              <a:off x="3265200" y="1368425"/>
              <a:ext cx="28850" cy="57050"/>
            </a:xfrm>
            <a:custGeom>
              <a:rect b="b" l="l" r="r" t="t"/>
              <a:pathLst>
                <a:path extrusionOk="0" h="2282" w="1154">
                  <a:moveTo>
                    <a:pt x="628" y="0"/>
                  </a:moveTo>
                  <a:cubicBezTo>
                    <a:pt x="527" y="0"/>
                    <a:pt x="628" y="101"/>
                    <a:pt x="628" y="101"/>
                  </a:cubicBezTo>
                  <a:lnTo>
                    <a:pt x="628" y="0"/>
                  </a:lnTo>
                  <a:close/>
                  <a:moveTo>
                    <a:pt x="527" y="101"/>
                  </a:moveTo>
                  <a:cubicBezTo>
                    <a:pt x="427" y="101"/>
                    <a:pt x="527" y="201"/>
                    <a:pt x="527" y="201"/>
                  </a:cubicBezTo>
                  <a:cubicBezTo>
                    <a:pt x="427" y="201"/>
                    <a:pt x="527" y="201"/>
                    <a:pt x="527" y="301"/>
                  </a:cubicBezTo>
                  <a:lnTo>
                    <a:pt x="427" y="301"/>
                  </a:lnTo>
                  <a:lnTo>
                    <a:pt x="427" y="401"/>
                  </a:lnTo>
                  <a:lnTo>
                    <a:pt x="427" y="502"/>
                  </a:lnTo>
                  <a:lnTo>
                    <a:pt x="327" y="502"/>
                  </a:lnTo>
                  <a:cubicBezTo>
                    <a:pt x="427" y="627"/>
                    <a:pt x="427" y="627"/>
                    <a:pt x="327" y="627"/>
                  </a:cubicBezTo>
                  <a:lnTo>
                    <a:pt x="327" y="827"/>
                  </a:lnTo>
                  <a:cubicBezTo>
                    <a:pt x="327" y="928"/>
                    <a:pt x="427" y="928"/>
                    <a:pt x="327" y="928"/>
                  </a:cubicBezTo>
                  <a:lnTo>
                    <a:pt x="327" y="1028"/>
                  </a:lnTo>
                  <a:cubicBezTo>
                    <a:pt x="327" y="1028"/>
                    <a:pt x="327" y="1128"/>
                    <a:pt x="227" y="1128"/>
                  </a:cubicBezTo>
                  <a:cubicBezTo>
                    <a:pt x="101" y="1128"/>
                    <a:pt x="227" y="1254"/>
                    <a:pt x="227" y="1254"/>
                  </a:cubicBezTo>
                  <a:lnTo>
                    <a:pt x="101" y="1254"/>
                  </a:lnTo>
                  <a:cubicBezTo>
                    <a:pt x="101" y="1254"/>
                    <a:pt x="101" y="1354"/>
                    <a:pt x="227" y="1354"/>
                  </a:cubicBezTo>
                  <a:cubicBezTo>
                    <a:pt x="227" y="1454"/>
                    <a:pt x="227" y="1454"/>
                    <a:pt x="101" y="1454"/>
                  </a:cubicBezTo>
                  <a:lnTo>
                    <a:pt x="101" y="1554"/>
                  </a:lnTo>
                  <a:cubicBezTo>
                    <a:pt x="101" y="1655"/>
                    <a:pt x="227" y="1655"/>
                    <a:pt x="227" y="1755"/>
                  </a:cubicBezTo>
                  <a:lnTo>
                    <a:pt x="101" y="1755"/>
                  </a:lnTo>
                  <a:cubicBezTo>
                    <a:pt x="101" y="1817"/>
                    <a:pt x="76" y="1817"/>
                    <a:pt x="64" y="1817"/>
                  </a:cubicBezTo>
                  <a:cubicBezTo>
                    <a:pt x="51" y="1817"/>
                    <a:pt x="51" y="1817"/>
                    <a:pt x="101" y="1880"/>
                  </a:cubicBezTo>
                  <a:lnTo>
                    <a:pt x="1" y="1980"/>
                  </a:lnTo>
                  <a:lnTo>
                    <a:pt x="1" y="2081"/>
                  </a:lnTo>
                  <a:lnTo>
                    <a:pt x="101" y="2181"/>
                  </a:lnTo>
                  <a:cubicBezTo>
                    <a:pt x="227" y="2181"/>
                    <a:pt x="427" y="2281"/>
                    <a:pt x="527" y="2281"/>
                  </a:cubicBezTo>
                  <a:lnTo>
                    <a:pt x="527" y="2181"/>
                  </a:lnTo>
                  <a:lnTo>
                    <a:pt x="628" y="2181"/>
                  </a:lnTo>
                  <a:lnTo>
                    <a:pt x="628" y="2081"/>
                  </a:lnTo>
                  <a:lnTo>
                    <a:pt x="628" y="1980"/>
                  </a:lnTo>
                  <a:lnTo>
                    <a:pt x="628" y="1880"/>
                  </a:lnTo>
                  <a:lnTo>
                    <a:pt x="628" y="1755"/>
                  </a:lnTo>
                  <a:lnTo>
                    <a:pt x="628" y="1655"/>
                  </a:lnTo>
                  <a:cubicBezTo>
                    <a:pt x="628" y="1604"/>
                    <a:pt x="653" y="1604"/>
                    <a:pt x="665" y="1604"/>
                  </a:cubicBezTo>
                  <a:cubicBezTo>
                    <a:pt x="678" y="1604"/>
                    <a:pt x="678" y="1604"/>
                    <a:pt x="628" y="1554"/>
                  </a:cubicBezTo>
                  <a:lnTo>
                    <a:pt x="628" y="1454"/>
                  </a:lnTo>
                  <a:cubicBezTo>
                    <a:pt x="728" y="1454"/>
                    <a:pt x="728" y="1354"/>
                    <a:pt x="728" y="1354"/>
                  </a:cubicBezTo>
                  <a:cubicBezTo>
                    <a:pt x="728" y="1254"/>
                    <a:pt x="953" y="1254"/>
                    <a:pt x="853" y="1254"/>
                  </a:cubicBezTo>
                  <a:lnTo>
                    <a:pt x="853" y="1128"/>
                  </a:lnTo>
                  <a:lnTo>
                    <a:pt x="853" y="1028"/>
                  </a:lnTo>
                  <a:lnTo>
                    <a:pt x="728" y="928"/>
                  </a:lnTo>
                  <a:lnTo>
                    <a:pt x="953" y="928"/>
                  </a:lnTo>
                  <a:cubicBezTo>
                    <a:pt x="953" y="928"/>
                    <a:pt x="853" y="827"/>
                    <a:pt x="953" y="827"/>
                  </a:cubicBezTo>
                  <a:lnTo>
                    <a:pt x="853" y="827"/>
                  </a:lnTo>
                  <a:cubicBezTo>
                    <a:pt x="853" y="727"/>
                    <a:pt x="953" y="727"/>
                    <a:pt x="953" y="727"/>
                  </a:cubicBezTo>
                  <a:lnTo>
                    <a:pt x="953" y="627"/>
                  </a:lnTo>
                  <a:cubicBezTo>
                    <a:pt x="1054" y="502"/>
                    <a:pt x="1054" y="502"/>
                    <a:pt x="953" y="401"/>
                  </a:cubicBezTo>
                  <a:cubicBezTo>
                    <a:pt x="1054" y="401"/>
                    <a:pt x="1054" y="301"/>
                    <a:pt x="1054" y="301"/>
                  </a:cubicBezTo>
                  <a:cubicBezTo>
                    <a:pt x="1004" y="251"/>
                    <a:pt x="1004" y="251"/>
                    <a:pt x="1016" y="251"/>
                  </a:cubicBezTo>
                  <a:cubicBezTo>
                    <a:pt x="1029" y="251"/>
                    <a:pt x="1054" y="251"/>
                    <a:pt x="1054" y="201"/>
                  </a:cubicBezTo>
                  <a:cubicBezTo>
                    <a:pt x="1054" y="201"/>
                    <a:pt x="1154" y="201"/>
                    <a:pt x="853" y="10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7"/>
            <p:cNvSpPr/>
            <p:nvPr/>
          </p:nvSpPr>
          <p:spPr>
            <a:xfrm>
              <a:off x="2938775" y="1138750"/>
              <a:ext cx="104650" cy="44850"/>
            </a:xfrm>
            <a:custGeom>
              <a:rect b="b" l="l" r="r" t="t"/>
              <a:pathLst>
                <a:path extrusionOk="0" h="1794" w="4186">
                  <a:moveTo>
                    <a:pt x="196" y="0"/>
                  </a:moveTo>
                  <a:cubicBezTo>
                    <a:pt x="181" y="0"/>
                    <a:pt x="159" y="23"/>
                    <a:pt x="126" y="90"/>
                  </a:cubicBezTo>
                  <a:lnTo>
                    <a:pt x="126" y="190"/>
                  </a:lnTo>
                  <a:cubicBezTo>
                    <a:pt x="126" y="290"/>
                    <a:pt x="0" y="616"/>
                    <a:pt x="0" y="616"/>
                  </a:cubicBezTo>
                  <a:cubicBezTo>
                    <a:pt x="0" y="649"/>
                    <a:pt x="14" y="660"/>
                    <a:pt x="33" y="660"/>
                  </a:cubicBezTo>
                  <a:cubicBezTo>
                    <a:pt x="70" y="660"/>
                    <a:pt x="126" y="616"/>
                    <a:pt x="126" y="616"/>
                  </a:cubicBezTo>
                  <a:cubicBezTo>
                    <a:pt x="226" y="616"/>
                    <a:pt x="226" y="716"/>
                    <a:pt x="326" y="816"/>
                  </a:cubicBezTo>
                  <a:cubicBezTo>
                    <a:pt x="326" y="816"/>
                    <a:pt x="371" y="772"/>
                    <a:pt x="430" y="772"/>
                  </a:cubicBezTo>
                  <a:cubicBezTo>
                    <a:pt x="460" y="772"/>
                    <a:pt x="493" y="783"/>
                    <a:pt x="527" y="816"/>
                  </a:cubicBezTo>
                  <a:cubicBezTo>
                    <a:pt x="527" y="816"/>
                    <a:pt x="571" y="772"/>
                    <a:pt x="601" y="772"/>
                  </a:cubicBezTo>
                  <a:cubicBezTo>
                    <a:pt x="616" y="772"/>
                    <a:pt x="627" y="783"/>
                    <a:pt x="627" y="816"/>
                  </a:cubicBezTo>
                  <a:lnTo>
                    <a:pt x="1153" y="816"/>
                  </a:lnTo>
                  <a:cubicBezTo>
                    <a:pt x="1232" y="816"/>
                    <a:pt x="1249" y="955"/>
                    <a:pt x="1312" y="955"/>
                  </a:cubicBezTo>
                  <a:cubicBezTo>
                    <a:pt x="1330" y="955"/>
                    <a:pt x="1351" y="944"/>
                    <a:pt x="1379" y="917"/>
                  </a:cubicBezTo>
                  <a:cubicBezTo>
                    <a:pt x="1379" y="883"/>
                    <a:pt x="1390" y="872"/>
                    <a:pt x="1405" y="872"/>
                  </a:cubicBezTo>
                  <a:cubicBezTo>
                    <a:pt x="1434" y="872"/>
                    <a:pt x="1479" y="917"/>
                    <a:pt x="1479" y="917"/>
                  </a:cubicBezTo>
                  <a:lnTo>
                    <a:pt x="1579" y="917"/>
                  </a:lnTo>
                  <a:cubicBezTo>
                    <a:pt x="1679" y="1042"/>
                    <a:pt x="1679" y="1042"/>
                    <a:pt x="1780" y="1042"/>
                  </a:cubicBezTo>
                  <a:lnTo>
                    <a:pt x="1880" y="1042"/>
                  </a:lnTo>
                  <a:cubicBezTo>
                    <a:pt x="1880" y="1042"/>
                    <a:pt x="1880" y="1170"/>
                    <a:pt x="1944" y="1170"/>
                  </a:cubicBezTo>
                  <a:cubicBezTo>
                    <a:pt x="1960" y="1170"/>
                    <a:pt x="1980" y="1162"/>
                    <a:pt x="2005" y="1142"/>
                  </a:cubicBezTo>
                  <a:lnTo>
                    <a:pt x="2106" y="1142"/>
                  </a:lnTo>
                  <a:cubicBezTo>
                    <a:pt x="2106" y="1192"/>
                    <a:pt x="2131" y="1192"/>
                    <a:pt x="2156" y="1192"/>
                  </a:cubicBezTo>
                  <a:cubicBezTo>
                    <a:pt x="2181" y="1192"/>
                    <a:pt x="2206" y="1192"/>
                    <a:pt x="2206" y="1242"/>
                  </a:cubicBezTo>
                  <a:lnTo>
                    <a:pt x="2306" y="1142"/>
                  </a:lnTo>
                  <a:cubicBezTo>
                    <a:pt x="2306" y="1142"/>
                    <a:pt x="2306" y="1271"/>
                    <a:pt x="2357" y="1271"/>
                  </a:cubicBezTo>
                  <a:cubicBezTo>
                    <a:pt x="2370" y="1271"/>
                    <a:pt x="2386" y="1263"/>
                    <a:pt x="2406" y="1242"/>
                  </a:cubicBezTo>
                  <a:lnTo>
                    <a:pt x="2507" y="1242"/>
                  </a:lnTo>
                  <a:cubicBezTo>
                    <a:pt x="2507" y="1343"/>
                    <a:pt x="2632" y="1343"/>
                    <a:pt x="2632" y="1343"/>
                  </a:cubicBezTo>
                  <a:lnTo>
                    <a:pt x="2732" y="1343"/>
                  </a:lnTo>
                  <a:cubicBezTo>
                    <a:pt x="2732" y="1376"/>
                    <a:pt x="2732" y="1387"/>
                    <a:pt x="2736" y="1387"/>
                  </a:cubicBezTo>
                  <a:cubicBezTo>
                    <a:pt x="2743" y="1387"/>
                    <a:pt x="2766" y="1343"/>
                    <a:pt x="2832" y="1343"/>
                  </a:cubicBezTo>
                  <a:cubicBezTo>
                    <a:pt x="2933" y="1343"/>
                    <a:pt x="2933" y="1443"/>
                    <a:pt x="2933" y="1443"/>
                  </a:cubicBezTo>
                  <a:cubicBezTo>
                    <a:pt x="2933" y="1443"/>
                    <a:pt x="2933" y="1488"/>
                    <a:pt x="2962" y="1488"/>
                  </a:cubicBezTo>
                  <a:cubicBezTo>
                    <a:pt x="2977" y="1488"/>
                    <a:pt x="2999" y="1476"/>
                    <a:pt x="3033" y="1443"/>
                  </a:cubicBezTo>
                  <a:cubicBezTo>
                    <a:pt x="3133" y="1443"/>
                    <a:pt x="3133" y="1443"/>
                    <a:pt x="3258" y="1543"/>
                  </a:cubicBezTo>
                  <a:cubicBezTo>
                    <a:pt x="3258" y="1606"/>
                    <a:pt x="3284" y="1637"/>
                    <a:pt x="3321" y="1637"/>
                  </a:cubicBezTo>
                  <a:cubicBezTo>
                    <a:pt x="3359" y="1637"/>
                    <a:pt x="3409" y="1606"/>
                    <a:pt x="3459" y="1543"/>
                  </a:cubicBezTo>
                  <a:lnTo>
                    <a:pt x="3559" y="1543"/>
                  </a:lnTo>
                  <a:cubicBezTo>
                    <a:pt x="3559" y="1669"/>
                    <a:pt x="3659" y="1769"/>
                    <a:pt x="3659" y="1769"/>
                  </a:cubicBezTo>
                  <a:cubicBezTo>
                    <a:pt x="3710" y="1719"/>
                    <a:pt x="3735" y="1694"/>
                    <a:pt x="3763" y="1694"/>
                  </a:cubicBezTo>
                  <a:cubicBezTo>
                    <a:pt x="3791" y="1694"/>
                    <a:pt x="3822" y="1719"/>
                    <a:pt x="3885" y="1769"/>
                  </a:cubicBezTo>
                  <a:cubicBezTo>
                    <a:pt x="3885" y="1769"/>
                    <a:pt x="3885" y="1794"/>
                    <a:pt x="3910" y="1794"/>
                  </a:cubicBezTo>
                  <a:cubicBezTo>
                    <a:pt x="3935" y="1794"/>
                    <a:pt x="3985" y="1769"/>
                    <a:pt x="4086" y="1669"/>
                  </a:cubicBezTo>
                  <a:lnTo>
                    <a:pt x="4086" y="1443"/>
                  </a:lnTo>
                  <a:lnTo>
                    <a:pt x="4186" y="1343"/>
                  </a:lnTo>
                  <a:lnTo>
                    <a:pt x="4086" y="1343"/>
                  </a:lnTo>
                  <a:cubicBezTo>
                    <a:pt x="4086" y="1343"/>
                    <a:pt x="4086" y="1242"/>
                    <a:pt x="3985" y="1242"/>
                  </a:cubicBezTo>
                  <a:cubicBezTo>
                    <a:pt x="3985" y="1209"/>
                    <a:pt x="3974" y="1198"/>
                    <a:pt x="3959" y="1198"/>
                  </a:cubicBezTo>
                  <a:cubicBezTo>
                    <a:pt x="3930" y="1198"/>
                    <a:pt x="3885" y="1242"/>
                    <a:pt x="3885" y="1242"/>
                  </a:cubicBezTo>
                  <a:lnTo>
                    <a:pt x="3760" y="1242"/>
                  </a:lnTo>
                  <a:lnTo>
                    <a:pt x="3760" y="1142"/>
                  </a:lnTo>
                  <a:cubicBezTo>
                    <a:pt x="3659" y="1142"/>
                    <a:pt x="3659" y="1142"/>
                    <a:pt x="3659" y="1042"/>
                  </a:cubicBezTo>
                  <a:cubicBezTo>
                    <a:pt x="3659" y="1042"/>
                    <a:pt x="3615" y="1087"/>
                    <a:pt x="3585" y="1087"/>
                  </a:cubicBezTo>
                  <a:cubicBezTo>
                    <a:pt x="3570" y="1087"/>
                    <a:pt x="3559" y="1075"/>
                    <a:pt x="3559" y="1042"/>
                  </a:cubicBezTo>
                  <a:lnTo>
                    <a:pt x="3459" y="917"/>
                  </a:lnTo>
                  <a:cubicBezTo>
                    <a:pt x="3459" y="917"/>
                    <a:pt x="3414" y="972"/>
                    <a:pt x="3385" y="972"/>
                  </a:cubicBezTo>
                  <a:cubicBezTo>
                    <a:pt x="3370" y="972"/>
                    <a:pt x="3359" y="958"/>
                    <a:pt x="3359" y="917"/>
                  </a:cubicBezTo>
                  <a:lnTo>
                    <a:pt x="3258" y="917"/>
                  </a:lnTo>
                  <a:cubicBezTo>
                    <a:pt x="3258" y="816"/>
                    <a:pt x="3133" y="816"/>
                    <a:pt x="3133" y="816"/>
                  </a:cubicBezTo>
                  <a:cubicBezTo>
                    <a:pt x="3100" y="850"/>
                    <a:pt x="3077" y="861"/>
                    <a:pt x="3059" y="861"/>
                  </a:cubicBezTo>
                  <a:cubicBezTo>
                    <a:pt x="3022" y="861"/>
                    <a:pt x="2999" y="816"/>
                    <a:pt x="2933" y="816"/>
                  </a:cubicBezTo>
                  <a:cubicBezTo>
                    <a:pt x="2832" y="716"/>
                    <a:pt x="2832" y="716"/>
                    <a:pt x="2732" y="716"/>
                  </a:cubicBezTo>
                  <a:lnTo>
                    <a:pt x="2507" y="716"/>
                  </a:lnTo>
                  <a:cubicBezTo>
                    <a:pt x="2507" y="716"/>
                    <a:pt x="2481" y="741"/>
                    <a:pt x="2456" y="741"/>
                  </a:cubicBezTo>
                  <a:cubicBezTo>
                    <a:pt x="2431" y="741"/>
                    <a:pt x="2406" y="716"/>
                    <a:pt x="2406" y="616"/>
                  </a:cubicBezTo>
                  <a:lnTo>
                    <a:pt x="2206" y="616"/>
                  </a:lnTo>
                  <a:cubicBezTo>
                    <a:pt x="2206" y="616"/>
                    <a:pt x="2106" y="616"/>
                    <a:pt x="2106" y="516"/>
                  </a:cubicBezTo>
                  <a:cubicBezTo>
                    <a:pt x="2039" y="516"/>
                    <a:pt x="2016" y="560"/>
                    <a:pt x="2009" y="560"/>
                  </a:cubicBezTo>
                  <a:cubicBezTo>
                    <a:pt x="2005" y="560"/>
                    <a:pt x="2005" y="549"/>
                    <a:pt x="2005" y="516"/>
                  </a:cubicBezTo>
                  <a:cubicBezTo>
                    <a:pt x="2005" y="482"/>
                    <a:pt x="1991" y="471"/>
                    <a:pt x="1973" y="471"/>
                  </a:cubicBezTo>
                  <a:cubicBezTo>
                    <a:pt x="1936" y="471"/>
                    <a:pt x="1880" y="516"/>
                    <a:pt x="1880" y="516"/>
                  </a:cubicBezTo>
                  <a:lnTo>
                    <a:pt x="1780" y="415"/>
                  </a:lnTo>
                  <a:lnTo>
                    <a:pt x="1579" y="415"/>
                  </a:lnTo>
                  <a:cubicBezTo>
                    <a:pt x="1546" y="449"/>
                    <a:pt x="1524" y="460"/>
                    <a:pt x="1505" y="460"/>
                  </a:cubicBezTo>
                  <a:cubicBezTo>
                    <a:pt x="1468" y="460"/>
                    <a:pt x="1446" y="415"/>
                    <a:pt x="1379" y="415"/>
                  </a:cubicBezTo>
                  <a:lnTo>
                    <a:pt x="1379" y="290"/>
                  </a:lnTo>
                  <a:lnTo>
                    <a:pt x="1153" y="290"/>
                  </a:lnTo>
                  <a:cubicBezTo>
                    <a:pt x="1086" y="290"/>
                    <a:pt x="1019" y="346"/>
                    <a:pt x="982" y="346"/>
                  </a:cubicBezTo>
                  <a:cubicBezTo>
                    <a:pt x="964" y="346"/>
                    <a:pt x="953" y="332"/>
                    <a:pt x="953" y="290"/>
                  </a:cubicBezTo>
                  <a:lnTo>
                    <a:pt x="852" y="290"/>
                  </a:lnTo>
                  <a:cubicBezTo>
                    <a:pt x="752" y="190"/>
                    <a:pt x="752" y="190"/>
                    <a:pt x="627" y="190"/>
                  </a:cubicBezTo>
                  <a:lnTo>
                    <a:pt x="326" y="190"/>
                  </a:lnTo>
                  <a:lnTo>
                    <a:pt x="326" y="90"/>
                  </a:lnTo>
                  <a:cubicBezTo>
                    <a:pt x="326" y="90"/>
                    <a:pt x="282" y="134"/>
                    <a:pt x="252" y="134"/>
                  </a:cubicBezTo>
                  <a:cubicBezTo>
                    <a:pt x="237" y="134"/>
                    <a:pt x="226" y="123"/>
                    <a:pt x="226" y="90"/>
                  </a:cubicBezTo>
                  <a:cubicBezTo>
                    <a:pt x="226" y="90"/>
                    <a:pt x="226" y="0"/>
                    <a:pt x="1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7"/>
            <p:cNvSpPr/>
            <p:nvPr/>
          </p:nvSpPr>
          <p:spPr>
            <a:xfrm>
              <a:off x="2866075" y="1341075"/>
              <a:ext cx="88375" cy="46175"/>
            </a:xfrm>
            <a:custGeom>
              <a:rect b="b" l="l" r="r" t="t"/>
              <a:pathLst>
                <a:path extrusionOk="0" h="1847" w="3535">
                  <a:moveTo>
                    <a:pt x="266" y="0"/>
                  </a:moveTo>
                  <a:cubicBezTo>
                    <a:pt x="252" y="0"/>
                    <a:pt x="231" y="12"/>
                    <a:pt x="201" y="42"/>
                  </a:cubicBezTo>
                  <a:lnTo>
                    <a:pt x="201" y="142"/>
                  </a:lnTo>
                  <a:cubicBezTo>
                    <a:pt x="101" y="242"/>
                    <a:pt x="1" y="468"/>
                    <a:pt x="1" y="568"/>
                  </a:cubicBezTo>
                  <a:lnTo>
                    <a:pt x="101" y="568"/>
                  </a:lnTo>
                  <a:cubicBezTo>
                    <a:pt x="201" y="568"/>
                    <a:pt x="201" y="668"/>
                    <a:pt x="201" y="769"/>
                  </a:cubicBezTo>
                  <a:lnTo>
                    <a:pt x="527" y="769"/>
                  </a:lnTo>
                  <a:cubicBezTo>
                    <a:pt x="527" y="869"/>
                    <a:pt x="628" y="869"/>
                    <a:pt x="628" y="869"/>
                  </a:cubicBezTo>
                  <a:lnTo>
                    <a:pt x="728" y="869"/>
                  </a:lnTo>
                  <a:cubicBezTo>
                    <a:pt x="728" y="869"/>
                    <a:pt x="772" y="824"/>
                    <a:pt x="802" y="824"/>
                  </a:cubicBezTo>
                  <a:cubicBezTo>
                    <a:pt x="817" y="824"/>
                    <a:pt x="828" y="835"/>
                    <a:pt x="828" y="869"/>
                  </a:cubicBezTo>
                  <a:lnTo>
                    <a:pt x="1029" y="869"/>
                  </a:lnTo>
                  <a:cubicBezTo>
                    <a:pt x="1029" y="869"/>
                    <a:pt x="1029" y="1007"/>
                    <a:pt x="1089" y="1007"/>
                  </a:cubicBezTo>
                  <a:cubicBezTo>
                    <a:pt x="1105" y="1007"/>
                    <a:pt x="1127" y="996"/>
                    <a:pt x="1154" y="969"/>
                  </a:cubicBezTo>
                  <a:cubicBezTo>
                    <a:pt x="1154" y="936"/>
                    <a:pt x="1165" y="925"/>
                    <a:pt x="1180" y="925"/>
                  </a:cubicBezTo>
                  <a:cubicBezTo>
                    <a:pt x="1210" y="925"/>
                    <a:pt x="1254" y="969"/>
                    <a:pt x="1254" y="969"/>
                  </a:cubicBezTo>
                  <a:cubicBezTo>
                    <a:pt x="1304" y="919"/>
                    <a:pt x="1329" y="894"/>
                    <a:pt x="1342" y="894"/>
                  </a:cubicBezTo>
                  <a:cubicBezTo>
                    <a:pt x="1354" y="894"/>
                    <a:pt x="1354" y="919"/>
                    <a:pt x="1354" y="969"/>
                  </a:cubicBezTo>
                  <a:cubicBezTo>
                    <a:pt x="1354" y="1094"/>
                    <a:pt x="1354" y="1094"/>
                    <a:pt x="1455" y="1094"/>
                  </a:cubicBezTo>
                  <a:lnTo>
                    <a:pt x="1555" y="1094"/>
                  </a:lnTo>
                  <a:cubicBezTo>
                    <a:pt x="1555" y="1094"/>
                    <a:pt x="1555" y="1223"/>
                    <a:pt x="1606" y="1223"/>
                  </a:cubicBezTo>
                  <a:cubicBezTo>
                    <a:pt x="1619" y="1223"/>
                    <a:pt x="1635" y="1215"/>
                    <a:pt x="1655" y="1195"/>
                  </a:cubicBezTo>
                  <a:cubicBezTo>
                    <a:pt x="1655" y="1195"/>
                    <a:pt x="1655" y="1295"/>
                    <a:pt x="1780" y="1295"/>
                  </a:cubicBezTo>
                  <a:lnTo>
                    <a:pt x="1881" y="1295"/>
                  </a:lnTo>
                  <a:cubicBezTo>
                    <a:pt x="1901" y="1275"/>
                    <a:pt x="1913" y="1267"/>
                    <a:pt x="1920" y="1267"/>
                  </a:cubicBezTo>
                  <a:cubicBezTo>
                    <a:pt x="1949" y="1267"/>
                    <a:pt x="1901" y="1395"/>
                    <a:pt x="1981" y="1395"/>
                  </a:cubicBezTo>
                  <a:lnTo>
                    <a:pt x="2081" y="1295"/>
                  </a:lnTo>
                  <a:lnTo>
                    <a:pt x="2081" y="1395"/>
                  </a:lnTo>
                  <a:lnTo>
                    <a:pt x="2181" y="1395"/>
                  </a:lnTo>
                  <a:cubicBezTo>
                    <a:pt x="2181" y="1445"/>
                    <a:pt x="2181" y="1445"/>
                    <a:pt x="2194" y="1445"/>
                  </a:cubicBezTo>
                  <a:cubicBezTo>
                    <a:pt x="2207" y="1445"/>
                    <a:pt x="2232" y="1445"/>
                    <a:pt x="2282" y="1495"/>
                  </a:cubicBezTo>
                  <a:lnTo>
                    <a:pt x="2407" y="1395"/>
                  </a:lnTo>
                  <a:lnTo>
                    <a:pt x="2407" y="1495"/>
                  </a:lnTo>
                  <a:cubicBezTo>
                    <a:pt x="2507" y="1495"/>
                    <a:pt x="2507" y="1596"/>
                    <a:pt x="2507" y="1596"/>
                  </a:cubicBezTo>
                  <a:lnTo>
                    <a:pt x="2708" y="1596"/>
                  </a:lnTo>
                  <a:cubicBezTo>
                    <a:pt x="2708" y="1721"/>
                    <a:pt x="2808" y="1721"/>
                    <a:pt x="2908" y="1721"/>
                  </a:cubicBezTo>
                  <a:cubicBezTo>
                    <a:pt x="2908" y="1721"/>
                    <a:pt x="2964" y="1665"/>
                    <a:pt x="3001" y="1665"/>
                  </a:cubicBezTo>
                  <a:cubicBezTo>
                    <a:pt x="3020" y="1665"/>
                    <a:pt x="3034" y="1679"/>
                    <a:pt x="3034" y="1721"/>
                  </a:cubicBezTo>
                  <a:cubicBezTo>
                    <a:pt x="3034" y="1721"/>
                    <a:pt x="3034" y="1821"/>
                    <a:pt x="3134" y="1821"/>
                  </a:cubicBezTo>
                  <a:cubicBezTo>
                    <a:pt x="3184" y="1771"/>
                    <a:pt x="3209" y="1746"/>
                    <a:pt x="3222" y="1746"/>
                  </a:cubicBezTo>
                  <a:cubicBezTo>
                    <a:pt x="3234" y="1746"/>
                    <a:pt x="3234" y="1771"/>
                    <a:pt x="3234" y="1821"/>
                  </a:cubicBezTo>
                  <a:cubicBezTo>
                    <a:pt x="3234" y="1821"/>
                    <a:pt x="3234" y="1846"/>
                    <a:pt x="3259" y="1846"/>
                  </a:cubicBezTo>
                  <a:cubicBezTo>
                    <a:pt x="3284" y="1846"/>
                    <a:pt x="3334" y="1821"/>
                    <a:pt x="3435" y="1721"/>
                  </a:cubicBezTo>
                  <a:lnTo>
                    <a:pt x="3435" y="1495"/>
                  </a:lnTo>
                  <a:lnTo>
                    <a:pt x="3535" y="1395"/>
                  </a:lnTo>
                  <a:cubicBezTo>
                    <a:pt x="3535" y="1362"/>
                    <a:pt x="3524" y="1351"/>
                    <a:pt x="3509" y="1351"/>
                  </a:cubicBezTo>
                  <a:cubicBezTo>
                    <a:pt x="3479" y="1351"/>
                    <a:pt x="3435" y="1395"/>
                    <a:pt x="3435" y="1395"/>
                  </a:cubicBezTo>
                  <a:lnTo>
                    <a:pt x="3435" y="1295"/>
                  </a:lnTo>
                  <a:lnTo>
                    <a:pt x="3334" y="1295"/>
                  </a:lnTo>
                  <a:cubicBezTo>
                    <a:pt x="3334" y="1261"/>
                    <a:pt x="3323" y="1250"/>
                    <a:pt x="3308" y="1250"/>
                  </a:cubicBezTo>
                  <a:cubicBezTo>
                    <a:pt x="3279" y="1250"/>
                    <a:pt x="3234" y="1295"/>
                    <a:pt x="3234" y="1295"/>
                  </a:cubicBezTo>
                  <a:cubicBezTo>
                    <a:pt x="3234" y="1245"/>
                    <a:pt x="3209" y="1245"/>
                    <a:pt x="3184" y="1245"/>
                  </a:cubicBezTo>
                  <a:cubicBezTo>
                    <a:pt x="3159" y="1245"/>
                    <a:pt x="3134" y="1245"/>
                    <a:pt x="3134" y="1195"/>
                  </a:cubicBezTo>
                  <a:lnTo>
                    <a:pt x="3034" y="1195"/>
                  </a:lnTo>
                  <a:cubicBezTo>
                    <a:pt x="3034" y="1094"/>
                    <a:pt x="2908" y="1094"/>
                    <a:pt x="2908" y="1094"/>
                  </a:cubicBezTo>
                  <a:cubicBezTo>
                    <a:pt x="2908" y="1053"/>
                    <a:pt x="2897" y="1039"/>
                    <a:pt x="2882" y="1039"/>
                  </a:cubicBezTo>
                  <a:cubicBezTo>
                    <a:pt x="2853" y="1039"/>
                    <a:pt x="2808" y="1094"/>
                    <a:pt x="2808" y="1094"/>
                  </a:cubicBezTo>
                  <a:lnTo>
                    <a:pt x="2808" y="969"/>
                  </a:lnTo>
                  <a:lnTo>
                    <a:pt x="2708" y="969"/>
                  </a:lnTo>
                  <a:cubicBezTo>
                    <a:pt x="2608" y="969"/>
                    <a:pt x="2507" y="969"/>
                    <a:pt x="2507" y="869"/>
                  </a:cubicBezTo>
                  <a:cubicBezTo>
                    <a:pt x="2507" y="869"/>
                    <a:pt x="2463" y="824"/>
                    <a:pt x="2396" y="824"/>
                  </a:cubicBezTo>
                  <a:cubicBezTo>
                    <a:pt x="2362" y="824"/>
                    <a:pt x="2323" y="835"/>
                    <a:pt x="2282" y="869"/>
                  </a:cubicBezTo>
                  <a:lnTo>
                    <a:pt x="2181" y="769"/>
                  </a:lnTo>
                  <a:cubicBezTo>
                    <a:pt x="2181" y="769"/>
                    <a:pt x="2137" y="813"/>
                    <a:pt x="2107" y="813"/>
                  </a:cubicBezTo>
                  <a:cubicBezTo>
                    <a:pt x="2092" y="813"/>
                    <a:pt x="2081" y="802"/>
                    <a:pt x="2081" y="769"/>
                  </a:cubicBezTo>
                  <a:cubicBezTo>
                    <a:pt x="2081" y="735"/>
                    <a:pt x="2081" y="724"/>
                    <a:pt x="2077" y="724"/>
                  </a:cubicBezTo>
                  <a:cubicBezTo>
                    <a:pt x="2070" y="724"/>
                    <a:pt x="2048" y="769"/>
                    <a:pt x="1981" y="769"/>
                  </a:cubicBezTo>
                  <a:cubicBezTo>
                    <a:pt x="1881" y="769"/>
                    <a:pt x="1780" y="668"/>
                    <a:pt x="1780" y="668"/>
                  </a:cubicBezTo>
                  <a:lnTo>
                    <a:pt x="1655" y="668"/>
                  </a:lnTo>
                  <a:cubicBezTo>
                    <a:pt x="1780" y="568"/>
                    <a:pt x="1655" y="568"/>
                    <a:pt x="1655" y="568"/>
                  </a:cubicBezTo>
                  <a:cubicBezTo>
                    <a:pt x="1655" y="568"/>
                    <a:pt x="1555" y="568"/>
                    <a:pt x="1555" y="468"/>
                  </a:cubicBezTo>
                  <a:cubicBezTo>
                    <a:pt x="1555" y="468"/>
                    <a:pt x="1455" y="468"/>
                    <a:pt x="1455" y="568"/>
                  </a:cubicBezTo>
                  <a:cubicBezTo>
                    <a:pt x="1354" y="568"/>
                    <a:pt x="1254" y="468"/>
                    <a:pt x="1254" y="468"/>
                  </a:cubicBezTo>
                  <a:lnTo>
                    <a:pt x="1254" y="343"/>
                  </a:lnTo>
                  <a:lnTo>
                    <a:pt x="1029" y="343"/>
                  </a:lnTo>
                  <a:cubicBezTo>
                    <a:pt x="962" y="343"/>
                    <a:pt x="939" y="398"/>
                    <a:pt x="902" y="398"/>
                  </a:cubicBezTo>
                  <a:cubicBezTo>
                    <a:pt x="884" y="398"/>
                    <a:pt x="861" y="384"/>
                    <a:pt x="828" y="343"/>
                  </a:cubicBezTo>
                  <a:lnTo>
                    <a:pt x="728" y="343"/>
                  </a:lnTo>
                  <a:cubicBezTo>
                    <a:pt x="728" y="242"/>
                    <a:pt x="728" y="242"/>
                    <a:pt x="628" y="242"/>
                  </a:cubicBezTo>
                  <a:lnTo>
                    <a:pt x="402" y="142"/>
                  </a:lnTo>
                  <a:lnTo>
                    <a:pt x="402" y="42"/>
                  </a:lnTo>
                  <a:cubicBezTo>
                    <a:pt x="302" y="42"/>
                    <a:pt x="302" y="142"/>
                    <a:pt x="302" y="142"/>
                  </a:cubicBezTo>
                  <a:cubicBezTo>
                    <a:pt x="302" y="71"/>
                    <a:pt x="302" y="0"/>
                    <a:pt x="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7"/>
            <p:cNvSpPr/>
            <p:nvPr/>
          </p:nvSpPr>
          <p:spPr>
            <a:xfrm>
              <a:off x="2380500" y="872175"/>
              <a:ext cx="602775" cy="466050"/>
            </a:xfrm>
            <a:custGeom>
              <a:rect b="b" l="l" r="r" t="t"/>
              <a:pathLst>
                <a:path extrusionOk="0" h="18642" w="24111">
                  <a:moveTo>
                    <a:pt x="8672" y="1"/>
                  </a:moveTo>
                  <a:cubicBezTo>
                    <a:pt x="8346" y="1"/>
                    <a:pt x="8045" y="1"/>
                    <a:pt x="7619" y="101"/>
                  </a:cubicBezTo>
                  <a:cubicBezTo>
                    <a:pt x="7519" y="101"/>
                    <a:pt x="7294" y="201"/>
                    <a:pt x="7093" y="201"/>
                  </a:cubicBezTo>
                  <a:lnTo>
                    <a:pt x="6893" y="301"/>
                  </a:lnTo>
                  <a:cubicBezTo>
                    <a:pt x="6792" y="301"/>
                    <a:pt x="6567" y="301"/>
                    <a:pt x="6567" y="427"/>
                  </a:cubicBezTo>
                  <a:cubicBezTo>
                    <a:pt x="6467" y="527"/>
                    <a:pt x="6366" y="527"/>
                    <a:pt x="6366" y="627"/>
                  </a:cubicBezTo>
                  <a:lnTo>
                    <a:pt x="6366" y="828"/>
                  </a:lnTo>
                  <a:cubicBezTo>
                    <a:pt x="6366" y="1053"/>
                    <a:pt x="6467" y="1254"/>
                    <a:pt x="6667" y="1354"/>
                  </a:cubicBezTo>
                  <a:cubicBezTo>
                    <a:pt x="6792" y="1354"/>
                    <a:pt x="6893" y="1454"/>
                    <a:pt x="6993" y="1454"/>
                  </a:cubicBezTo>
                  <a:cubicBezTo>
                    <a:pt x="7093" y="1555"/>
                    <a:pt x="7193" y="1555"/>
                    <a:pt x="7294" y="1680"/>
                  </a:cubicBezTo>
                  <a:cubicBezTo>
                    <a:pt x="7920" y="1880"/>
                    <a:pt x="8346" y="2181"/>
                    <a:pt x="8772" y="2507"/>
                  </a:cubicBezTo>
                  <a:cubicBezTo>
                    <a:pt x="8873" y="2607"/>
                    <a:pt x="8973" y="2607"/>
                    <a:pt x="9073" y="2707"/>
                  </a:cubicBezTo>
                  <a:cubicBezTo>
                    <a:pt x="9073" y="2808"/>
                    <a:pt x="9173" y="2933"/>
                    <a:pt x="9299" y="2933"/>
                  </a:cubicBezTo>
                  <a:cubicBezTo>
                    <a:pt x="9399" y="3033"/>
                    <a:pt x="9499" y="3134"/>
                    <a:pt x="9599" y="3234"/>
                  </a:cubicBezTo>
                  <a:cubicBezTo>
                    <a:pt x="9599" y="3234"/>
                    <a:pt x="9700" y="3234"/>
                    <a:pt x="9700" y="3334"/>
                  </a:cubicBezTo>
                  <a:lnTo>
                    <a:pt x="9599" y="3334"/>
                  </a:lnTo>
                  <a:cubicBezTo>
                    <a:pt x="9399" y="3234"/>
                    <a:pt x="9299" y="3234"/>
                    <a:pt x="9073" y="3134"/>
                  </a:cubicBezTo>
                  <a:cubicBezTo>
                    <a:pt x="8672" y="3033"/>
                    <a:pt x="8346" y="3033"/>
                    <a:pt x="8045" y="3033"/>
                  </a:cubicBezTo>
                  <a:cubicBezTo>
                    <a:pt x="7519" y="3033"/>
                    <a:pt x="7193" y="2933"/>
                    <a:pt x="6792" y="2933"/>
                  </a:cubicBezTo>
                  <a:cubicBezTo>
                    <a:pt x="5840" y="2707"/>
                    <a:pt x="5013" y="2707"/>
                    <a:pt x="4060" y="2707"/>
                  </a:cubicBezTo>
                  <a:cubicBezTo>
                    <a:pt x="3334" y="2607"/>
                    <a:pt x="2607" y="2507"/>
                    <a:pt x="1980" y="2407"/>
                  </a:cubicBezTo>
                  <a:cubicBezTo>
                    <a:pt x="1780" y="2407"/>
                    <a:pt x="1554" y="2306"/>
                    <a:pt x="1354" y="2306"/>
                  </a:cubicBezTo>
                  <a:cubicBezTo>
                    <a:pt x="1153" y="2181"/>
                    <a:pt x="1028" y="2181"/>
                    <a:pt x="827" y="2081"/>
                  </a:cubicBezTo>
                  <a:cubicBezTo>
                    <a:pt x="727" y="1981"/>
                    <a:pt x="527" y="1981"/>
                    <a:pt x="301" y="1880"/>
                  </a:cubicBezTo>
                  <a:cubicBezTo>
                    <a:pt x="201" y="1880"/>
                    <a:pt x="201" y="1880"/>
                    <a:pt x="201" y="1981"/>
                  </a:cubicBezTo>
                  <a:lnTo>
                    <a:pt x="0" y="1981"/>
                  </a:lnTo>
                  <a:lnTo>
                    <a:pt x="0" y="2407"/>
                  </a:lnTo>
                  <a:cubicBezTo>
                    <a:pt x="101" y="2507"/>
                    <a:pt x="201" y="2507"/>
                    <a:pt x="201" y="2607"/>
                  </a:cubicBezTo>
                  <a:lnTo>
                    <a:pt x="301" y="2707"/>
                  </a:lnTo>
                  <a:cubicBezTo>
                    <a:pt x="401" y="2808"/>
                    <a:pt x="527" y="2933"/>
                    <a:pt x="527" y="3033"/>
                  </a:cubicBezTo>
                  <a:cubicBezTo>
                    <a:pt x="627" y="3134"/>
                    <a:pt x="627" y="3134"/>
                    <a:pt x="727" y="3234"/>
                  </a:cubicBezTo>
                  <a:lnTo>
                    <a:pt x="827" y="3334"/>
                  </a:lnTo>
                  <a:cubicBezTo>
                    <a:pt x="928" y="3560"/>
                    <a:pt x="1028" y="3760"/>
                    <a:pt x="1153" y="3961"/>
                  </a:cubicBezTo>
                  <a:cubicBezTo>
                    <a:pt x="1354" y="4286"/>
                    <a:pt x="1454" y="4487"/>
                    <a:pt x="1654" y="4813"/>
                  </a:cubicBezTo>
                  <a:cubicBezTo>
                    <a:pt x="1880" y="5013"/>
                    <a:pt x="2081" y="5214"/>
                    <a:pt x="2281" y="5540"/>
                  </a:cubicBezTo>
                  <a:cubicBezTo>
                    <a:pt x="2507" y="5840"/>
                    <a:pt x="2908" y="6266"/>
                    <a:pt x="3233" y="6567"/>
                  </a:cubicBezTo>
                  <a:cubicBezTo>
                    <a:pt x="3860" y="7093"/>
                    <a:pt x="4386" y="7946"/>
                    <a:pt x="5013" y="8447"/>
                  </a:cubicBezTo>
                  <a:cubicBezTo>
                    <a:pt x="5314" y="8672"/>
                    <a:pt x="5539" y="8773"/>
                    <a:pt x="5740" y="8973"/>
                  </a:cubicBezTo>
                  <a:cubicBezTo>
                    <a:pt x="6266" y="9299"/>
                    <a:pt x="6467" y="9700"/>
                    <a:pt x="6893" y="10026"/>
                  </a:cubicBezTo>
                  <a:cubicBezTo>
                    <a:pt x="7419" y="10327"/>
                    <a:pt x="7820" y="10753"/>
                    <a:pt x="8246" y="11078"/>
                  </a:cubicBezTo>
                  <a:cubicBezTo>
                    <a:pt x="8446" y="11179"/>
                    <a:pt x="8547" y="11279"/>
                    <a:pt x="8672" y="11279"/>
                  </a:cubicBezTo>
                  <a:cubicBezTo>
                    <a:pt x="8772" y="11379"/>
                    <a:pt x="8873" y="11479"/>
                    <a:pt x="8973" y="11479"/>
                  </a:cubicBezTo>
                  <a:cubicBezTo>
                    <a:pt x="8973" y="11580"/>
                    <a:pt x="9073" y="11580"/>
                    <a:pt x="9073" y="11580"/>
                  </a:cubicBezTo>
                  <a:lnTo>
                    <a:pt x="8973" y="11705"/>
                  </a:lnTo>
                  <a:lnTo>
                    <a:pt x="8246" y="11705"/>
                  </a:lnTo>
                  <a:cubicBezTo>
                    <a:pt x="7519" y="11580"/>
                    <a:pt x="6792" y="11179"/>
                    <a:pt x="6166" y="10853"/>
                  </a:cubicBezTo>
                  <a:cubicBezTo>
                    <a:pt x="6040" y="10753"/>
                    <a:pt x="5940" y="10652"/>
                    <a:pt x="5840" y="10652"/>
                  </a:cubicBezTo>
                  <a:lnTo>
                    <a:pt x="5539" y="10452"/>
                  </a:lnTo>
                  <a:cubicBezTo>
                    <a:pt x="5414" y="10327"/>
                    <a:pt x="5314" y="10327"/>
                    <a:pt x="5213" y="10226"/>
                  </a:cubicBezTo>
                  <a:cubicBezTo>
                    <a:pt x="5013" y="10026"/>
                    <a:pt x="4787" y="9926"/>
                    <a:pt x="4587" y="9700"/>
                  </a:cubicBezTo>
                  <a:cubicBezTo>
                    <a:pt x="4386" y="9499"/>
                    <a:pt x="4161" y="9299"/>
                    <a:pt x="3960" y="9199"/>
                  </a:cubicBezTo>
                  <a:lnTo>
                    <a:pt x="3960" y="9299"/>
                  </a:lnTo>
                  <a:lnTo>
                    <a:pt x="4060" y="9399"/>
                  </a:lnTo>
                  <a:cubicBezTo>
                    <a:pt x="4286" y="9926"/>
                    <a:pt x="4386" y="10452"/>
                    <a:pt x="4587" y="10853"/>
                  </a:cubicBezTo>
                  <a:cubicBezTo>
                    <a:pt x="4587" y="10953"/>
                    <a:pt x="4687" y="11078"/>
                    <a:pt x="4687" y="11179"/>
                  </a:cubicBezTo>
                  <a:lnTo>
                    <a:pt x="4787" y="11379"/>
                  </a:lnTo>
                  <a:cubicBezTo>
                    <a:pt x="4913" y="11580"/>
                    <a:pt x="4913" y="11705"/>
                    <a:pt x="5013" y="11805"/>
                  </a:cubicBezTo>
                  <a:cubicBezTo>
                    <a:pt x="5314" y="12332"/>
                    <a:pt x="5539" y="12733"/>
                    <a:pt x="5940" y="13259"/>
                  </a:cubicBezTo>
                  <a:cubicBezTo>
                    <a:pt x="6366" y="13986"/>
                    <a:pt x="6893" y="14512"/>
                    <a:pt x="7294" y="15038"/>
                  </a:cubicBezTo>
                  <a:cubicBezTo>
                    <a:pt x="7820" y="15464"/>
                    <a:pt x="8346" y="15865"/>
                    <a:pt x="9073" y="16291"/>
                  </a:cubicBezTo>
                  <a:cubicBezTo>
                    <a:pt x="9599" y="16592"/>
                    <a:pt x="10126" y="16818"/>
                    <a:pt x="10552" y="17119"/>
                  </a:cubicBezTo>
                  <a:cubicBezTo>
                    <a:pt x="10752" y="17219"/>
                    <a:pt x="11379" y="17545"/>
                    <a:pt x="12005" y="17745"/>
                  </a:cubicBezTo>
                  <a:cubicBezTo>
                    <a:pt x="12632" y="18071"/>
                    <a:pt x="13259" y="18171"/>
                    <a:pt x="13459" y="18271"/>
                  </a:cubicBezTo>
                  <a:cubicBezTo>
                    <a:pt x="14311" y="18372"/>
                    <a:pt x="14612" y="18372"/>
                    <a:pt x="15038" y="18372"/>
                  </a:cubicBezTo>
                  <a:cubicBezTo>
                    <a:pt x="15339" y="18472"/>
                    <a:pt x="15665" y="18472"/>
                    <a:pt x="16291" y="18597"/>
                  </a:cubicBezTo>
                  <a:cubicBezTo>
                    <a:pt x="16492" y="18597"/>
                    <a:pt x="16748" y="18642"/>
                    <a:pt x="17052" y="18642"/>
                  </a:cubicBezTo>
                  <a:cubicBezTo>
                    <a:pt x="17205" y="18642"/>
                    <a:pt x="17369" y="18631"/>
                    <a:pt x="17544" y="18597"/>
                  </a:cubicBezTo>
                  <a:cubicBezTo>
                    <a:pt x="18071" y="18597"/>
                    <a:pt x="18472" y="18597"/>
                    <a:pt x="18697" y="18372"/>
                  </a:cubicBezTo>
                  <a:lnTo>
                    <a:pt x="18697" y="18171"/>
                  </a:lnTo>
                  <a:cubicBezTo>
                    <a:pt x="18572" y="18071"/>
                    <a:pt x="18472" y="18071"/>
                    <a:pt x="18371" y="18071"/>
                  </a:cubicBezTo>
                  <a:cubicBezTo>
                    <a:pt x="17845" y="18071"/>
                    <a:pt x="17444" y="18171"/>
                    <a:pt x="17018" y="18171"/>
                  </a:cubicBezTo>
                  <a:cubicBezTo>
                    <a:pt x="16492" y="18171"/>
                    <a:pt x="15865" y="17971"/>
                    <a:pt x="15339" y="17971"/>
                  </a:cubicBezTo>
                  <a:cubicBezTo>
                    <a:pt x="15038" y="17971"/>
                    <a:pt x="14612" y="17845"/>
                    <a:pt x="14311" y="17745"/>
                  </a:cubicBezTo>
                  <a:cubicBezTo>
                    <a:pt x="13785" y="17645"/>
                    <a:pt x="13259" y="17645"/>
                    <a:pt x="12832" y="17545"/>
                  </a:cubicBezTo>
                  <a:cubicBezTo>
                    <a:pt x="12532" y="17444"/>
                    <a:pt x="12306" y="17444"/>
                    <a:pt x="12106" y="17219"/>
                  </a:cubicBezTo>
                  <a:cubicBezTo>
                    <a:pt x="11680" y="17018"/>
                    <a:pt x="11178" y="16918"/>
                    <a:pt x="10752" y="16718"/>
                  </a:cubicBezTo>
                  <a:cubicBezTo>
                    <a:pt x="10226" y="16392"/>
                    <a:pt x="9700" y="16091"/>
                    <a:pt x="9299" y="15765"/>
                  </a:cubicBezTo>
                  <a:cubicBezTo>
                    <a:pt x="8873" y="15464"/>
                    <a:pt x="8346" y="15239"/>
                    <a:pt x="7920" y="14838"/>
                  </a:cubicBezTo>
                  <a:cubicBezTo>
                    <a:pt x="7419" y="14312"/>
                    <a:pt x="6993" y="13685"/>
                    <a:pt x="6567" y="13159"/>
                  </a:cubicBezTo>
                  <a:cubicBezTo>
                    <a:pt x="6166" y="12532"/>
                    <a:pt x="5740" y="12006"/>
                    <a:pt x="5539" y="11379"/>
                  </a:cubicBezTo>
                  <a:cubicBezTo>
                    <a:pt x="5414" y="11279"/>
                    <a:pt x="5414" y="11179"/>
                    <a:pt x="5314" y="11078"/>
                  </a:cubicBezTo>
                  <a:lnTo>
                    <a:pt x="5314" y="11078"/>
                  </a:lnTo>
                  <a:lnTo>
                    <a:pt x="5414" y="11179"/>
                  </a:lnTo>
                  <a:lnTo>
                    <a:pt x="5639" y="11179"/>
                  </a:lnTo>
                  <a:cubicBezTo>
                    <a:pt x="6266" y="11580"/>
                    <a:pt x="6893" y="11905"/>
                    <a:pt x="7519" y="12006"/>
                  </a:cubicBezTo>
                  <a:cubicBezTo>
                    <a:pt x="7820" y="12106"/>
                    <a:pt x="8146" y="12206"/>
                    <a:pt x="8547" y="12206"/>
                  </a:cubicBezTo>
                  <a:lnTo>
                    <a:pt x="8772" y="12332"/>
                  </a:lnTo>
                  <a:lnTo>
                    <a:pt x="9173" y="12332"/>
                  </a:lnTo>
                  <a:cubicBezTo>
                    <a:pt x="9499" y="12332"/>
                    <a:pt x="9800" y="12206"/>
                    <a:pt x="10126" y="12206"/>
                  </a:cubicBezTo>
                  <a:cubicBezTo>
                    <a:pt x="10326" y="12106"/>
                    <a:pt x="10652" y="12106"/>
                    <a:pt x="10853" y="12006"/>
                  </a:cubicBezTo>
                  <a:cubicBezTo>
                    <a:pt x="10326" y="11705"/>
                    <a:pt x="9800" y="11379"/>
                    <a:pt x="9299" y="10953"/>
                  </a:cubicBezTo>
                  <a:cubicBezTo>
                    <a:pt x="8973" y="10753"/>
                    <a:pt x="8772" y="10552"/>
                    <a:pt x="8446" y="10452"/>
                  </a:cubicBezTo>
                  <a:cubicBezTo>
                    <a:pt x="7920" y="10026"/>
                    <a:pt x="7419" y="9600"/>
                    <a:pt x="6893" y="9299"/>
                  </a:cubicBezTo>
                  <a:cubicBezTo>
                    <a:pt x="6166" y="8773"/>
                    <a:pt x="5414" y="8046"/>
                    <a:pt x="4787" y="7419"/>
                  </a:cubicBezTo>
                  <a:cubicBezTo>
                    <a:pt x="4386" y="6993"/>
                    <a:pt x="3860" y="6692"/>
                    <a:pt x="3534" y="6066"/>
                  </a:cubicBezTo>
                  <a:cubicBezTo>
                    <a:pt x="3434" y="5840"/>
                    <a:pt x="2908" y="5314"/>
                    <a:pt x="2707" y="5113"/>
                  </a:cubicBezTo>
                  <a:cubicBezTo>
                    <a:pt x="2507" y="4913"/>
                    <a:pt x="2281" y="4587"/>
                    <a:pt x="2081" y="4387"/>
                  </a:cubicBezTo>
                  <a:cubicBezTo>
                    <a:pt x="1980" y="4186"/>
                    <a:pt x="1780" y="3860"/>
                    <a:pt x="1654" y="3660"/>
                  </a:cubicBezTo>
                  <a:lnTo>
                    <a:pt x="1253" y="3033"/>
                  </a:lnTo>
                  <a:lnTo>
                    <a:pt x="1153" y="2933"/>
                  </a:lnTo>
                  <a:lnTo>
                    <a:pt x="1153" y="2808"/>
                  </a:lnTo>
                  <a:lnTo>
                    <a:pt x="1028" y="2808"/>
                  </a:lnTo>
                  <a:cubicBezTo>
                    <a:pt x="1028" y="2718"/>
                    <a:pt x="948" y="2709"/>
                    <a:pt x="931" y="2637"/>
                  </a:cubicBezTo>
                  <a:lnTo>
                    <a:pt x="931" y="2637"/>
                  </a:lnTo>
                  <a:cubicBezTo>
                    <a:pt x="987" y="2666"/>
                    <a:pt x="1028" y="2707"/>
                    <a:pt x="1028" y="2707"/>
                  </a:cubicBezTo>
                  <a:lnTo>
                    <a:pt x="1253" y="2707"/>
                  </a:lnTo>
                  <a:lnTo>
                    <a:pt x="1253" y="2808"/>
                  </a:lnTo>
                  <a:lnTo>
                    <a:pt x="1454" y="2808"/>
                  </a:lnTo>
                  <a:cubicBezTo>
                    <a:pt x="1554" y="2808"/>
                    <a:pt x="1654" y="2933"/>
                    <a:pt x="1780" y="2933"/>
                  </a:cubicBezTo>
                  <a:cubicBezTo>
                    <a:pt x="2081" y="2933"/>
                    <a:pt x="2281" y="2933"/>
                    <a:pt x="2507" y="3033"/>
                  </a:cubicBezTo>
                  <a:cubicBezTo>
                    <a:pt x="2908" y="3134"/>
                    <a:pt x="3659" y="3134"/>
                    <a:pt x="4060" y="3234"/>
                  </a:cubicBezTo>
                  <a:lnTo>
                    <a:pt x="5940" y="3334"/>
                  </a:lnTo>
                  <a:cubicBezTo>
                    <a:pt x="6567" y="3434"/>
                    <a:pt x="7093" y="3434"/>
                    <a:pt x="7619" y="3434"/>
                  </a:cubicBezTo>
                  <a:cubicBezTo>
                    <a:pt x="7820" y="3560"/>
                    <a:pt x="8146" y="3560"/>
                    <a:pt x="8346" y="3560"/>
                  </a:cubicBezTo>
                  <a:cubicBezTo>
                    <a:pt x="8446" y="3560"/>
                    <a:pt x="8672" y="3560"/>
                    <a:pt x="8772" y="3660"/>
                  </a:cubicBezTo>
                  <a:lnTo>
                    <a:pt x="8973" y="3660"/>
                  </a:lnTo>
                  <a:cubicBezTo>
                    <a:pt x="9073" y="3660"/>
                    <a:pt x="9173" y="3660"/>
                    <a:pt x="9299" y="3760"/>
                  </a:cubicBezTo>
                  <a:cubicBezTo>
                    <a:pt x="9499" y="3760"/>
                    <a:pt x="9800" y="3860"/>
                    <a:pt x="10126" y="3961"/>
                  </a:cubicBezTo>
                  <a:lnTo>
                    <a:pt x="11053" y="4286"/>
                  </a:lnTo>
                  <a:lnTo>
                    <a:pt x="10953" y="4061"/>
                  </a:lnTo>
                  <a:lnTo>
                    <a:pt x="10652" y="3760"/>
                  </a:lnTo>
                  <a:cubicBezTo>
                    <a:pt x="10426" y="3560"/>
                    <a:pt x="10326" y="3234"/>
                    <a:pt x="10126" y="3033"/>
                  </a:cubicBezTo>
                  <a:lnTo>
                    <a:pt x="9800" y="2707"/>
                  </a:lnTo>
                  <a:lnTo>
                    <a:pt x="9599" y="2507"/>
                  </a:lnTo>
                  <a:lnTo>
                    <a:pt x="9499" y="2407"/>
                  </a:lnTo>
                  <a:cubicBezTo>
                    <a:pt x="9299" y="2306"/>
                    <a:pt x="9173" y="2081"/>
                    <a:pt x="8973" y="1981"/>
                  </a:cubicBezTo>
                  <a:cubicBezTo>
                    <a:pt x="8446" y="1680"/>
                    <a:pt x="8045" y="1354"/>
                    <a:pt x="7419" y="1154"/>
                  </a:cubicBezTo>
                  <a:cubicBezTo>
                    <a:pt x="7294" y="1053"/>
                    <a:pt x="7193" y="1053"/>
                    <a:pt x="7093" y="1053"/>
                  </a:cubicBezTo>
                  <a:cubicBezTo>
                    <a:pt x="7093" y="928"/>
                    <a:pt x="6993" y="928"/>
                    <a:pt x="6993" y="928"/>
                  </a:cubicBezTo>
                  <a:lnTo>
                    <a:pt x="6893" y="928"/>
                  </a:lnTo>
                  <a:cubicBezTo>
                    <a:pt x="6893" y="828"/>
                    <a:pt x="6893" y="727"/>
                    <a:pt x="6993" y="727"/>
                  </a:cubicBezTo>
                  <a:cubicBezTo>
                    <a:pt x="7419" y="627"/>
                    <a:pt x="7920" y="527"/>
                    <a:pt x="8446" y="527"/>
                  </a:cubicBezTo>
                  <a:lnTo>
                    <a:pt x="10226" y="527"/>
                  </a:lnTo>
                  <a:cubicBezTo>
                    <a:pt x="10853" y="527"/>
                    <a:pt x="11479" y="627"/>
                    <a:pt x="12005" y="727"/>
                  </a:cubicBezTo>
                  <a:cubicBezTo>
                    <a:pt x="12732" y="928"/>
                    <a:pt x="13359" y="1154"/>
                    <a:pt x="14086" y="1354"/>
                  </a:cubicBezTo>
                  <a:cubicBezTo>
                    <a:pt x="14938" y="1780"/>
                    <a:pt x="15339" y="1880"/>
                    <a:pt x="15665" y="2081"/>
                  </a:cubicBezTo>
                  <a:cubicBezTo>
                    <a:pt x="16066" y="2181"/>
                    <a:pt x="16492" y="2407"/>
                    <a:pt x="17319" y="2707"/>
                  </a:cubicBezTo>
                  <a:cubicBezTo>
                    <a:pt x="17645" y="2933"/>
                    <a:pt x="18472" y="3234"/>
                    <a:pt x="19324" y="3760"/>
                  </a:cubicBezTo>
                  <a:cubicBezTo>
                    <a:pt x="20151" y="4186"/>
                    <a:pt x="20878" y="4687"/>
                    <a:pt x="21078" y="4913"/>
                  </a:cubicBezTo>
                  <a:cubicBezTo>
                    <a:pt x="21404" y="5214"/>
                    <a:pt x="21604" y="5540"/>
                    <a:pt x="21930" y="5740"/>
                  </a:cubicBezTo>
                  <a:cubicBezTo>
                    <a:pt x="22231" y="6066"/>
                    <a:pt x="22657" y="6367"/>
                    <a:pt x="22858" y="6793"/>
                  </a:cubicBezTo>
                  <a:cubicBezTo>
                    <a:pt x="23083" y="6993"/>
                    <a:pt x="23284" y="7620"/>
                    <a:pt x="23484" y="7620"/>
                  </a:cubicBezTo>
                  <a:cubicBezTo>
                    <a:pt x="23584" y="7820"/>
                    <a:pt x="23710" y="8046"/>
                    <a:pt x="23910" y="8046"/>
                  </a:cubicBezTo>
                  <a:cubicBezTo>
                    <a:pt x="24010" y="8046"/>
                    <a:pt x="24111" y="7820"/>
                    <a:pt x="24010" y="7620"/>
                  </a:cubicBezTo>
                  <a:cubicBezTo>
                    <a:pt x="23910" y="7319"/>
                    <a:pt x="23710" y="6993"/>
                    <a:pt x="23484" y="6692"/>
                  </a:cubicBezTo>
                  <a:cubicBezTo>
                    <a:pt x="22958" y="6066"/>
                    <a:pt x="22657" y="5640"/>
                    <a:pt x="22231" y="5214"/>
                  </a:cubicBezTo>
                  <a:cubicBezTo>
                    <a:pt x="21830" y="4813"/>
                    <a:pt x="21304" y="4286"/>
                    <a:pt x="20251" y="3660"/>
                  </a:cubicBezTo>
                  <a:cubicBezTo>
                    <a:pt x="19324" y="2933"/>
                    <a:pt x="18371" y="2607"/>
                    <a:pt x="17444" y="2181"/>
                  </a:cubicBezTo>
                  <a:cubicBezTo>
                    <a:pt x="16492" y="1780"/>
                    <a:pt x="15564" y="1354"/>
                    <a:pt x="14612" y="928"/>
                  </a:cubicBezTo>
                  <a:cubicBezTo>
                    <a:pt x="14186" y="828"/>
                    <a:pt x="13785" y="727"/>
                    <a:pt x="13259" y="527"/>
                  </a:cubicBezTo>
                  <a:cubicBezTo>
                    <a:pt x="12306" y="201"/>
                    <a:pt x="11178"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7"/>
            <p:cNvSpPr/>
            <p:nvPr/>
          </p:nvSpPr>
          <p:spPr>
            <a:xfrm>
              <a:off x="2644275" y="1023800"/>
              <a:ext cx="302675" cy="281275"/>
            </a:xfrm>
            <a:custGeom>
              <a:rect b="b" l="l" r="r" t="t"/>
              <a:pathLst>
                <a:path extrusionOk="0" h="11251" w="12107">
                  <a:moveTo>
                    <a:pt x="4487" y="1"/>
                  </a:moveTo>
                  <a:cubicBezTo>
                    <a:pt x="4788" y="201"/>
                    <a:pt x="5114" y="502"/>
                    <a:pt x="5314" y="728"/>
                  </a:cubicBezTo>
                  <a:cubicBezTo>
                    <a:pt x="5414" y="928"/>
                    <a:pt x="5640" y="1129"/>
                    <a:pt x="5840" y="1354"/>
                  </a:cubicBezTo>
                  <a:cubicBezTo>
                    <a:pt x="5941" y="1455"/>
                    <a:pt x="6041" y="1555"/>
                    <a:pt x="6141" y="1755"/>
                  </a:cubicBezTo>
                  <a:cubicBezTo>
                    <a:pt x="6367" y="1981"/>
                    <a:pt x="6467" y="2181"/>
                    <a:pt x="6667" y="2382"/>
                  </a:cubicBezTo>
                  <a:cubicBezTo>
                    <a:pt x="6768" y="2507"/>
                    <a:pt x="6768" y="2708"/>
                    <a:pt x="6893" y="2808"/>
                  </a:cubicBezTo>
                  <a:cubicBezTo>
                    <a:pt x="6893" y="2808"/>
                    <a:pt x="6893" y="2908"/>
                    <a:pt x="6993" y="3008"/>
                  </a:cubicBezTo>
                  <a:lnTo>
                    <a:pt x="6993" y="3134"/>
                  </a:lnTo>
                  <a:lnTo>
                    <a:pt x="6567" y="3134"/>
                  </a:lnTo>
                  <a:cubicBezTo>
                    <a:pt x="6141" y="3008"/>
                    <a:pt x="5740" y="2808"/>
                    <a:pt x="5414" y="2708"/>
                  </a:cubicBezTo>
                  <a:cubicBezTo>
                    <a:pt x="5294" y="2708"/>
                    <a:pt x="5170" y="2724"/>
                    <a:pt x="5051" y="2724"/>
                  </a:cubicBezTo>
                  <a:cubicBezTo>
                    <a:pt x="4873" y="2724"/>
                    <a:pt x="4708" y="2688"/>
                    <a:pt x="4587" y="2507"/>
                  </a:cubicBezTo>
                  <a:cubicBezTo>
                    <a:pt x="4487" y="2507"/>
                    <a:pt x="4161" y="2382"/>
                    <a:pt x="3961" y="2382"/>
                  </a:cubicBezTo>
                  <a:cubicBezTo>
                    <a:pt x="3760" y="2382"/>
                    <a:pt x="3434" y="2282"/>
                    <a:pt x="3234" y="2282"/>
                  </a:cubicBezTo>
                  <a:lnTo>
                    <a:pt x="2382" y="2081"/>
                  </a:lnTo>
                  <a:lnTo>
                    <a:pt x="1454" y="1981"/>
                  </a:lnTo>
                  <a:cubicBezTo>
                    <a:pt x="1129" y="1881"/>
                    <a:pt x="828" y="1881"/>
                    <a:pt x="502" y="1755"/>
                  </a:cubicBezTo>
                  <a:cubicBezTo>
                    <a:pt x="402" y="1755"/>
                    <a:pt x="201" y="1655"/>
                    <a:pt x="101" y="1655"/>
                  </a:cubicBezTo>
                  <a:lnTo>
                    <a:pt x="1" y="1655"/>
                  </a:lnTo>
                  <a:cubicBezTo>
                    <a:pt x="1" y="1755"/>
                    <a:pt x="101" y="1755"/>
                    <a:pt x="101" y="1881"/>
                  </a:cubicBezTo>
                  <a:cubicBezTo>
                    <a:pt x="201" y="1981"/>
                    <a:pt x="402" y="2181"/>
                    <a:pt x="502" y="2382"/>
                  </a:cubicBezTo>
                  <a:cubicBezTo>
                    <a:pt x="627" y="2607"/>
                    <a:pt x="828" y="2808"/>
                    <a:pt x="928" y="3008"/>
                  </a:cubicBezTo>
                  <a:lnTo>
                    <a:pt x="1028" y="3234"/>
                  </a:lnTo>
                  <a:lnTo>
                    <a:pt x="1129" y="3334"/>
                  </a:lnTo>
                  <a:cubicBezTo>
                    <a:pt x="1454" y="3760"/>
                    <a:pt x="1755" y="4161"/>
                    <a:pt x="2081" y="4487"/>
                  </a:cubicBezTo>
                  <a:cubicBezTo>
                    <a:pt x="2382" y="4888"/>
                    <a:pt x="2607" y="5314"/>
                    <a:pt x="2908" y="5740"/>
                  </a:cubicBezTo>
                  <a:cubicBezTo>
                    <a:pt x="3134" y="6041"/>
                    <a:pt x="3234" y="6267"/>
                    <a:pt x="3434" y="6467"/>
                  </a:cubicBezTo>
                  <a:cubicBezTo>
                    <a:pt x="3760" y="6768"/>
                    <a:pt x="4161" y="6993"/>
                    <a:pt x="4587" y="7294"/>
                  </a:cubicBezTo>
                  <a:cubicBezTo>
                    <a:pt x="4788" y="7520"/>
                    <a:pt x="5013" y="7620"/>
                    <a:pt x="5314" y="7720"/>
                  </a:cubicBezTo>
                  <a:cubicBezTo>
                    <a:pt x="5414" y="7820"/>
                    <a:pt x="5640" y="7921"/>
                    <a:pt x="5840" y="8021"/>
                  </a:cubicBezTo>
                  <a:lnTo>
                    <a:pt x="5740" y="8146"/>
                  </a:lnTo>
                  <a:lnTo>
                    <a:pt x="5515" y="8146"/>
                  </a:lnTo>
                  <a:cubicBezTo>
                    <a:pt x="5515" y="8146"/>
                    <a:pt x="5515" y="8247"/>
                    <a:pt x="5414" y="8247"/>
                  </a:cubicBezTo>
                  <a:cubicBezTo>
                    <a:pt x="5314" y="8247"/>
                    <a:pt x="5214" y="8347"/>
                    <a:pt x="5214" y="8447"/>
                  </a:cubicBezTo>
                  <a:cubicBezTo>
                    <a:pt x="5114" y="8547"/>
                    <a:pt x="5013" y="8648"/>
                    <a:pt x="5013" y="8873"/>
                  </a:cubicBezTo>
                  <a:cubicBezTo>
                    <a:pt x="5013" y="8973"/>
                    <a:pt x="5013" y="9274"/>
                    <a:pt x="5114" y="9500"/>
                  </a:cubicBezTo>
                  <a:cubicBezTo>
                    <a:pt x="5214" y="9700"/>
                    <a:pt x="5515" y="10026"/>
                    <a:pt x="5941" y="10226"/>
                  </a:cubicBezTo>
                  <a:cubicBezTo>
                    <a:pt x="6266" y="10427"/>
                    <a:pt x="6667" y="10653"/>
                    <a:pt x="6768" y="10653"/>
                  </a:cubicBezTo>
                  <a:cubicBezTo>
                    <a:pt x="6993" y="10753"/>
                    <a:pt x="7094" y="10853"/>
                    <a:pt x="7294" y="10953"/>
                  </a:cubicBezTo>
                  <a:cubicBezTo>
                    <a:pt x="7407" y="11003"/>
                    <a:pt x="7513" y="11003"/>
                    <a:pt x="7617" y="11003"/>
                  </a:cubicBezTo>
                  <a:cubicBezTo>
                    <a:pt x="7720" y="11003"/>
                    <a:pt x="7820" y="11003"/>
                    <a:pt x="7921" y="11054"/>
                  </a:cubicBezTo>
                  <a:cubicBezTo>
                    <a:pt x="8076" y="11122"/>
                    <a:pt x="8219" y="11251"/>
                    <a:pt x="8326" y="11251"/>
                  </a:cubicBezTo>
                  <a:cubicBezTo>
                    <a:pt x="8375" y="11251"/>
                    <a:pt x="8416" y="11224"/>
                    <a:pt x="8447" y="11154"/>
                  </a:cubicBezTo>
                  <a:cubicBezTo>
                    <a:pt x="8497" y="11216"/>
                    <a:pt x="8547" y="11248"/>
                    <a:pt x="8600" y="11248"/>
                  </a:cubicBezTo>
                  <a:cubicBezTo>
                    <a:pt x="8654" y="11248"/>
                    <a:pt x="8710" y="11216"/>
                    <a:pt x="8773" y="11154"/>
                  </a:cubicBezTo>
                  <a:cubicBezTo>
                    <a:pt x="8773" y="11054"/>
                    <a:pt x="8773" y="10753"/>
                    <a:pt x="8647" y="10753"/>
                  </a:cubicBezTo>
                  <a:cubicBezTo>
                    <a:pt x="8547" y="10653"/>
                    <a:pt x="8347" y="10653"/>
                    <a:pt x="8246" y="10653"/>
                  </a:cubicBezTo>
                  <a:cubicBezTo>
                    <a:pt x="7921" y="10527"/>
                    <a:pt x="7720" y="10427"/>
                    <a:pt x="7394" y="10327"/>
                  </a:cubicBezTo>
                  <a:cubicBezTo>
                    <a:pt x="7194" y="10226"/>
                    <a:pt x="6993" y="10126"/>
                    <a:pt x="6467" y="9901"/>
                  </a:cubicBezTo>
                  <a:cubicBezTo>
                    <a:pt x="6266" y="9700"/>
                    <a:pt x="6141" y="9700"/>
                    <a:pt x="5941" y="9600"/>
                  </a:cubicBezTo>
                  <a:cubicBezTo>
                    <a:pt x="5740" y="9399"/>
                    <a:pt x="5640" y="9274"/>
                    <a:pt x="5640" y="9174"/>
                  </a:cubicBezTo>
                  <a:cubicBezTo>
                    <a:pt x="5515" y="9074"/>
                    <a:pt x="5515" y="8973"/>
                    <a:pt x="5640" y="8873"/>
                  </a:cubicBezTo>
                  <a:cubicBezTo>
                    <a:pt x="5640" y="8773"/>
                    <a:pt x="5740" y="8773"/>
                    <a:pt x="5740" y="8648"/>
                  </a:cubicBezTo>
                  <a:cubicBezTo>
                    <a:pt x="5740" y="8648"/>
                    <a:pt x="6041" y="8547"/>
                    <a:pt x="6266" y="8447"/>
                  </a:cubicBezTo>
                  <a:cubicBezTo>
                    <a:pt x="6467" y="8447"/>
                    <a:pt x="6768" y="8447"/>
                    <a:pt x="6993" y="8347"/>
                  </a:cubicBezTo>
                  <a:lnTo>
                    <a:pt x="7620" y="8247"/>
                  </a:lnTo>
                  <a:lnTo>
                    <a:pt x="7520" y="8247"/>
                  </a:lnTo>
                  <a:cubicBezTo>
                    <a:pt x="7520" y="8247"/>
                    <a:pt x="7394" y="8146"/>
                    <a:pt x="7294" y="8146"/>
                  </a:cubicBezTo>
                  <a:cubicBezTo>
                    <a:pt x="7194" y="8021"/>
                    <a:pt x="7094" y="8021"/>
                    <a:pt x="6993" y="7921"/>
                  </a:cubicBezTo>
                  <a:cubicBezTo>
                    <a:pt x="6768" y="7820"/>
                    <a:pt x="6567" y="7820"/>
                    <a:pt x="6367" y="7720"/>
                  </a:cubicBezTo>
                  <a:lnTo>
                    <a:pt x="6041" y="7520"/>
                  </a:lnTo>
                  <a:lnTo>
                    <a:pt x="5840" y="7394"/>
                  </a:lnTo>
                  <a:cubicBezTo>
                    <a:pt x="5740" y="7394"/>
                    <a:pt x="5640" y="7294"/>
                    <a:pt x="5515" y="7294"/>
                  </a:cubicBezTo>
                  <a:cubicBezTo>
                    <a:pt x="5314" y="7094"/>
                    <a:pt x="5114" y="7094"/>
                    <a:pt x="5013" y="6993"/>
                  </a:cubicBezTo>
                  <a:cubicBezTo>
                    <a:pt x="4788" y="6768"/>
                    <a:pt x="4487" y="6668"/>
                    <a:pt x="4261" y="6467"/>
                  </a:cubicBezTo>
                  <a:cubicBezTo>
                    <a:pt x="4061" y="6267"/>
                    <a:pt x="3961" y="6141"/>
                    <a:pt x="3760" y="6041"/>
                  </a:cubicBezTo>
                  <a:cubicBezTo>
                    <a:pt x="3334" y="5640"/>
                    <a:pt x="3334" y="5214"/>
                    <a:pt x="2908" y="4788"/>
                  </a:cubicBezTo>
                  <a:cubicBezTo>
                    <a:pt x="2708" y="4688"/>
                    <a:pt x="2507" y="4262"/>
                    <a:pt x="2382" y="4161"/>
                  </a:cubicBezTo>
                  <a:cubicBezTo>
                    <a:pt x="2281" y="3961"/>
                    <a:pt x="2281" y="3961"/>
                    <a:pt x="2081" y="3760"/>
                  </a:cubicBezTo>
                  <a:cubicBezTo>
                    <a:pt x="1981" y="3635"/>
                    <a:pt x="1880" y="3535"/>
                    <a:pt x="1755" y="3334"/>
                  </a:cubicBezTo>
                  <a:cubicBezTo>
                    <a:pt x="1755" y="3134"/>
                    <a:pt x="1655" y="3008"/>
                    <a:pt x="1555" y="2808"/>
                  </a:cubicBezTo>
                  <a:lnTo>
                    <a:pt x="1454" y="2708"/>
                  </a:lnTo>
                  <a:lnTo>
                    <a:pt x="1454" y="2607"/>
                  </a:lnTo>
                  <a:lnTo>
                    <a:pt x="1354" y="2607"/>
                  </a:lnTo>
                  <a:cubicBezTo>
                    <a:pt x="1254" y="2507"/>
                    <a:pt x="1254" y="2382"/>
                    <a:pt x="1254" y="2382"/>
                  </a:cubicBezTo>
                  <a:lnTo>
                    <a:pt x="1454" y="2382"/>
                  </a:lnTo>
                  <a:cubicBezTo>
                    <a:pt x="1555" y="2382"/>
                    <a:pt x="2081" y="2708"/>
                    <a:pt x="2507" y="2708"/>
                  </a:cubicBezTo>
                  <a:cubicBezTo>
                    <a:pt x="2708" y="2708"/>
                    <a:pt x="2908" y="2708"/>
                    <a:pt x="3134" y="2808"/>
                  </a:cubicBezTo>
                  <a:cubicBezTo>
                    <a:pt x="3334" y="2908"/>
                    <a:pt x="3635" y="2908"/>
                    <a:pt x="3860" y="3008"/>
                  </a:cubicBezTo>
                  <a:cubicBezTo>
                    <a:pt x="4061" y="3008"/>
                    <a:pt x="4261" y="3134"/>
                    <a:pt x="4487" y="3134"/>
                  </a:cubicBezTo>
                  <a:cubicBezTo>
                    <a:pt x="4538" y="3118"/>
                    <a:pt x="4589" y="3111"/>
                    <a:pt x="4638" y="3111"/>
                  </a:cubicBezTo>
                  <a:cubicBezTo>
                    <a:pt x="4973" y="3111"/>
                    <a:pt x="5268" y="3434"/>
                    <a:pt x="5640" y="3434"/>
                  </a:cubicBezTo>
                  <a:lnTo>
                    <a:pt x="6041" y="3434"/>
                  </a:lnTo>
                  <a:cubicBezTo>
                    <a:pt x="6266" y="3434"/>
                    <a:pt x="6467" y="3635"/>
                    <a:pt x="6667" y="3635"/>
                  </a:cubicBezTo>
                  <a:lnTo>
                    <a:pt x="7194" y="3861"/>
                  </a:lnTo>
                  <a:cubicBezTo>
                    <a:pt x="7394" y="3961"/>
                    <a:pt x="7620" y="3961"/>
                    <a:pt x="7820" y="4061"/>
                  </a:cubicBezTo>
                  <a:cubicBezTo>
                    <a:pt x="7921" y="4061"/>
                    <a:pt x="8021" y="4161"/>
                    <a:pt x="8146" y="4161"/>
                  </a:cubicBezTo>
                  <a:lnTo>
                    <a:pt x="8021" y="4061"/>
                  </a:lnTo>
                  <a:lnTo>
                    <a:pt x="8021" y="3861"/>
                  </a:lnTo>
                  <a:cubicBezTo>
                    <a:pt x="7921" y="3760"/>
                    <a:pt x="7820" y="3535"/>
                    <a:pt x="7820" y="3334"/>
                  </a:cubicBezTo>
                  <a:cubicBezTo>
                    <a:pt x="7720" y="3234"/>
                    <a:pt x="7720" y="3134"/>
                    <a:pt x="7620" y="3008"/>
                  </a:cubicBezTo>
                  <a:lnTo>
                    <a:pt x="7620" y="2808"/>
                  </a:lnTo>
                  <a:lnTo>
                    <a:pt x="7520" y="2708"/>
                  </a:lnTo>
                  <a:cubicBezTo>
                    <a:pt x="7394" y="2607"/>
                    <a:pt x="7294" y="2507"/>
                    <a:pt x="7194" y="2382"/>
                  </a:cubicBezTo>
                  <a:cubicBezTo>
                    <a:pt x="6993" y="2081"/>
                    <a:pt x="6993" y="1755"/>
                    <a:pt x="6667" y="1455"/>
                  </a:cubicBezTo>
                  <a:cubicBezTo>
                    <a:pt x="6667" y="1455"/>
                    <a:pt x="6667" y="1354"/>
                    <a:pt x="6567" y="1254"/>
                  </a:cubicBezTo>
                  <a:lnTo>
                    <a:pt x="6567" y="1129"/>
                  </a:lnTo>
                  <a:lnTo>
                    <a:pt x="6467" y="1129"/>
                  </a:lnTo>
                  <a:cubicBezTo>
                    <a:pt x="6367" y="1028"/>
                    <a:pt x="6367" y="1028"/>
                    <a:pt x="6266" y="928"/>
                  </a:cubicBezTo>
                  <a:lnTo>
                    <a:pt x="6367" y="928"/>
                  </a:lnTo>
                  <a:cubicBezTo>
                    <a:pt x="6467" y="928"/>
                    <a:pt x="6467" y="928"/>
                    <a:pt x="6567" y="1028"/>
                  </a:cubicBezTo>
                  <a:lnTo>
                    <a:pt x="6667" y="1028"/>
                  </a:lnTo>
                  <a:cubicBezTo>
                    <a:pt x="6768" y="1028"/>
                    <a:pt x="6893" y="1129"/>
                    <a:pt x="6893" y="1129"/>
                  </a:cubicBezTo>
                  <a:cubicBezTo>
                    <a:pt x="7094" y="1129"/>
                    <a:pt x="7194" y="1254"/>
                    <a:pt x="7294" y="1254"/>
                  </a:cubicBezTo>
                  <a:cubicBezTo>
                    <a:pt x="7620" y="1354"/>
                    <a:pt x="7921" y="1455"/>
                    <a:pt x="8246" y="1555"/>
                  </a:cubicBezTo>
                  <a:cubicBezTo>
                    <a:pt x="8447" y="1655"/>
                    <a:pt x="8773" y="1655"/>
                    <a:pt x="8873" y="1881"/>
                  </a:cubicBezTo>
                  <a:cubicBezTo>
                    <a:pt x="9073" y="1981"/>
                    <a:pt x="9800" y="2507"/>
                    <a:pt x="10026" y="2607"/>
                  </a:cubicBezTo>
                  <a:cubicBezTo>
                    <a:pt x="10652" y="2908"/>
                    <a:pt x="10527" y="2908"/>
                    <a:pt x="10953" y="3334"/>
                  </a:cubicBezTo>
                  <a:cubicBezTo>
                    <a:pt x="11251" y="3426"/>
                    <a:pt x="11444" y="3873"/>
                    <a:pt x="11800" y="3873"/>
                  </a:cubicBezTo>
                  <a:cubicBezTo>
                    <a:pt x="11834" y="3873"/>
                    <a:pt x="11869" y="3869"/>
                    <a:pt x="11906" y="3861"/>
                  </a:cubicBezTo>
                  <a:cubicBezTo>
                    <a:pt x="12006" y="3861"/>
                    <a:pt x="12006" y="3760"/>
                    <a:pt x="12006" y="3760"/>
                  </a:cubicBezTo>
                  <a:cubicBezTo>
                    <a:pt x="12106" y="3635"/>
                    <a:pt x="12006" y="3635"/>
                    <a:pt x="12006" y="3535"/>
                  </a:cubicBezTo>
                  <a:cubicBezTo>
                    <a:pt x="11906" y="3434"/>
                    <a:pt x="11680" y="3334"/>
                    <a:pt x="11580" y="3134"/>
                  </a:cubicBezTo>
                  <a:cubicBezTo>
                    <a:pt x="11379" y="3008"/>
                    <a:pt x="11154" y="2708"/>
                    <a:pt x="11053" y="2607"/>
                  </a:cubicBezTo>
                  <a:cubicBezTo>
                    <a:pt x="10853" y="2507"/>
                    <a:pt x="10753" y="2382"/>
                    <a:pt x="10652" y="2282"/>
                  </a:cubicBezTo>
                  <a:cubicBezTo>
                    <a:pt x="10427" y="2081"/>
                    <a:pt x="10226" y="2081"/>
                    <a:pt x="10026" y="1981"/>
                  </a:cubicBezTo>
                  <a:cubicBezTo>
                    <a:pt x="9800" y="1981"/>
                    <a:pt x="9800" y="1881"/>
                    <a:pt x="9700" y="1755"/>
                  </a:cubicBezTo>
                  <a:cubicBezTo>
                    <a:pt x="9600" y="1555"/>
                    <a:pt x="9274" y="1555"/>
                    <a:pt x="9073" y="1455"/>
                  </a:cubicBezTo>
                  <a:cubicBezTo>
                    <a:pt x="8873" y="1354"/>
                    <a:pt x="8647" y="1129"/>
                    <a:pt x="8447" y="1028"/>
                  </a:cubicBezTo>
                  <a:cubicBezTo>
                    <a:pt x="8146" y="928"/>
                    <a:pt x="7921" y="928"/>
                    <a:pt x="7720" y="828"/>
                  </a:cubicBezTo>
                  <a:cubicBezTo>
                    <a:pt x="7520" y="728"/>
                    <a:pt x="7394" y="627"/>
                    <a:pt x="7194" y="502"/>
                  </a:cubicBezTo>
                  <a:lnTo>
                    <a:pt x="6993" y="502"/>
                  </a:lnTo>
                  <a:lnTo>
                    <a:pt x="6768" y="402"/>
                  </a:lnTo>
                  <a:lnTo>
                    <a:pt x="6567" y="402"/>
                  </a:lnTo>
                  <a:cubicBezTo>
                    <a:pt x="6266" y="302"/>
                    <a:pt x="6041" y="302"/>
                    <a:pt x="5740" y="201"/>
                  </a:cubicBezTo>
                  <a:cubicBezTo>
                    <a:pt x="5515" y="201"/>
                    <a:pt x="5314" y="101"/>
                    <a:pt x="4888" y="101"/>
                  </a:cubicBezTo>
                  <a:cubicBezTo>
                    <a:pt x="4788" y="1"/>
                    <a:pt x="4587" y="1"/>
                    <a:pt x="44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4" name="Google Shape;2574;p67"/>
          <p:cNvGrpSpPr/>
          <p:nvPr/>
        </p:nvGrpSpPr>
        <p:grpSpPr>
          <a:xfrm>
            <a:off x="5987013" y="2636925"/>
            <a:ext cx="113825" cy="205225"/>
            <a:chOff x="4547175" y="926225"/>
            <a:chExt cx="113825" cy="205225"/>
          </a:xfrm>
        </p:grpSpPr>
        <p:sp>
          <p:nvSpPr>
            <p:cNvPr id="2575" name="Google Shape;2575;p67"/>
            <p:cNvSpPr/>
            <p:nvPr/>
          </p:nvSpPr>
          <p:spPr>
            <a:xfrm>
              <a:off x="4589150" y="926225"/>
              <a:ext cx="37625" cy="205225"/>
            </a:xfrm>
            <a:custGeom>
              <a:rect b="b" l="l" r="r" t="t"/>
              <a:pathLst>
                <a:path extrusionOk="0" h="8209" w="1505">
                  <a:moveTo>
                    <a:pt x="264" y="0"/>
                  </a:moveTo>
                  <a:cubicBezTo>
                    <a:pt x="132" y="0"/>
                    <a:pt x="1" y="82"/>
                    <a:pt x="1" y="245"/>
                  </a:cubicBezTo>
                  <a:cubicBezTo>
                    <a:pt x="301" y="2851"/>
                    <a:pt x="627" y="5458"/>
                    <a:pt x="928" y="7964"/>
                  </a:cubicBezTo>
                  <a:cubicBezTo>
                    <a:pt x="978" y="8127"/>
                    <a:pt x="1135" y="8208"/>
                    <a:pt x="1266" y="8208"/>
                  </a:cubicBezTo>
                  <a:cubicBezTo>
                    <a:pt x="1398" y="8208"/>
                    <a:pt x="1504" y="8127"/>
                    <a:pt x="1454" y="7964"/>
                  </a:cubicBezTo>
                  <a:cubicBezTo>
                    <a:pt x="1154" y="5458"/>
                    <a:pt x="828" y="2851"/>
                    <a:pt x="527" y="245"/>
                  </a:cubicBezTo>
                  <a:cubicBezTo>
                    <a:pt x="527" y="82"/>
                    <a:pt x="395" y="0"/>
                    <a:pt x="2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7"/>
            <p:cNvSpPr/>
            <p:nvPr/>
          </p:nvSpPr>
          <p:spPr>
            <a:xfrm>
              <a:off x="4547175" y="1031000"/>
              <a:ext cx="113825" cy="19475"/>
            </a:xfrm>
            <a:custGeom>
              <a:rect b="b" l="l" r="r" t="t"/>
              <a:pathLst>
                <a:path extrusionOk="0" h="779" w="4553">
                  <a:moveTo>
                    <a:pt x="4162" y="1"/>
                  </a:moveTo>
                  <a:cubicBezTo>
                    <a:pt x="4137" y="1"/>
                    <a:pt x="4112" y="5"/>
                    <a:pt x="4086" y="14"/>
                  </a:cubicBezTo>
                  <a:cubicBezTo>
                    <a:pt x="3179" y="159"/>
                    <a:pt x="2273" y="264"/>
                    <a:pt x="1367" y="264"/>
                  </a:cubicBezTo>
                  <a:cubicBezTo>
                    <a:pt x="1020" y="264"/>
                    <a:pt x="673" y="249"/>
                    <a:pt x="326" y="214"/>
                  </a:cubicBezTo>
                  <a:cubicBezTo>
                    <a:pt x="0" y="214"/>
                    <a:pt x="0" y="740"/>
                    <a:pt x="326" y="740"/>
                  </a:cubicBezTo>
                  <a:cubicBezTo>
                    <a:pt x="665" y="766"/>
                    <a:pt x="997" y="778"/>
                    <a:pt x="1324" y="778"/>
                  </a:cubicBezTo>
                  <a:cubicBezTo>
                    <a:pt x="2306" y="778"/>
                    <a:pt x="3246" y="665"/>
                    <a:pt x="4186" y="440"/>
                  </a:cubicBezTo>
                  <a:cubicBezTo>
                    <a:pt x="4552" y="440"/>
                    <a:pt x="4417" y="1"/>
                    <a:pt x="41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7"/>
            <p:cNvSpPr/>
            <p:nvPr/>
          </p:nvSpPr>
          <p:spPr>
            <a:xfrm>
              <a:off x="4566200" y="1023325"/>
              <a:ext cx="84650" cy="43250"/>
            </a:xfrm>
            <a:custGeom>
              <a:rect b="b" l="l" r="r" t="t"/>
              <a:pathLst>
                <a:path extrusionOk="0" h="1730" w="3386">
                  <a:moveTo>
                    <a:pt x="296" y="1"/>
                  </a:moveTo>
                  <a:cubicBezTo>
                    <a:pt x="50" y="1"/>
                    <a:pt x="1" y="421"/>
                    <a:pt x="292" y="421"/>
                  </a:cubicBezTo>
                  <a:cubicBezTo>
                    <a:pt x="1219" y="747"/>
                    <a:pt x="2072" y="1148"/>
                    <a:pt x="2899" y="1674"/>
                  </a:cubicBezTo>
                  <a:cubicBezTo>
                    <a:pt x="2951" y="1713"/>
                    <a:pt x="3001" y="1730"/>
                    <a:pt x="3047" y="1730"/>
                  </a:cubicBezTo>
                  <a:cubicBezTo>
                    <a:pt x="3264" y="1730"/>
                    <a:pt x="3386" y="1356"/>
                    <a:pt x="3199" y="1273"/>
                  </a:cubicBezTo>
                  <a:cubicBezTo>
                    <a:pt x="2372" y="646"/>
                    <a:pt x="1445" y="220"/>
                    <a:pt x="392" y="20"/>
                  </a:cubicBezTo>
                  <a:cubicBezTo>
                    <a:pt x="358" y="7"/>
                    <a:pt x="326" y="1"/>
                    <a:pt x="2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7"/>
            <p:cNvSpPr/>
            <p:nvPr/>
          </p:nvSpPr>
          <p:spPr>
            <a:xfrm>
              <a:off x="4568925" y="1003900"/>
              <a:ext cx="79150" cy="101950"/>
            </a:xfrm>
            <a:custGeom>
              <a:rect b="b" l="l" r="r" t="t"/>
              <a:pathLst>
                <a:path extrusionOk="0" h="4078" w="3166">
                  <a:moveTo>
                    <a:pt x="2789" y="0"/>
                  </a:moveTo>
                  <a:cubicBezTo>
                    <a:pt x="2755" y="0"/>
                    <a:pt x="2721" y="14"/>
                    <a:pt x="2689" y="45"/>
                  </a:cubicBezTo>
                  <a:cubicBezTo>
                    <a:pt x="1436" y="997"/>
                    <a:pt x="484" y="2251"/>
                    <a:pt x="83" y="3704"/>
                  </a:cubicBezTo>
                  <a:cubicBezTo>
                    <a:pt x="1" y="3918"/>
                    <a:pt x="155" y="4077"/>
                    <a:pt x="300" y="4077"/>
                  </a:cubicBezTo>
                  <a:cubicBezTo>
                    <a:pt x="376" y="4077"/>
                    <a:pt x="449" y="4033"/>
                    <a:pt x="484" y="3930"/>
                  </a:cubicBezTo>
                  <a:cubicBezTo>
                    <a:pt x="910" y="2551"/>
                    <a:pt x="1737" y="1423"/>
                    <a:pt x="2890" y="571"/>
                  </a:cubicBezTo>
                  <a:cubicBezTo>
                    <a:pt x="3165" y="402"/>
                    <a:pt x="2975" y="0"/>
                    <a:pt x="27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9" name="Google Shape;2579;p67"/>
          <p:cNvGrpSpPr/>
          <p:nvPr/>
        </p:nvGrpSpPr>
        <p:grpSpPr>
          <a:xfrm>
            <a:off x="3432403" y="3777730"/>
            <a:ext cx="79099" cy="142556"/>
            <a:chOff x="2497078" y="3706830"/>
            <a:chExt cx="79099" cy="142556"/>
          </a:xfrm>
        </p:grpSpPr>
        <p:sp>
          <p:nvSpPr>
            <p:cNvPr id="2580" name="Google Shape;2580;p67"/>
            <p:cNvSpPr/>
            <p:nvPr/>
          </p:nvSpPr>
          <p:spPr>
            <a:xfrm>
              <a:off x="2519311" y="3706830"/>
              <a:ext cx="46729" cy="142556"/>
            </a:xfrm>
            <a:custGeom>
              <a:rect b="b" l="l" r="r" t="t"/>
              <a:pathLst>
                <a:path extrusionOk="0" h="8002" w="2623">
                  <a:moveTo>
                    <a:pt x="2316" y="1"/>
                  </a:moveTo>
                  <a:cubicBezTo>
                    <a:pt x="2201" y="1"/>
                    <a:pt x="2081" y="62"/>
                    <a:pt x="2039" y="201"/>
                  </a:cubicBezTo>
                  <a:cubicBezTo>
                    <a:pt x="1412" y="2707"/>
                    <a:pt x="786" y="5213"/>
                    <a:pt x="59" y="7720"/>
                  </a:cubicBezTo>
                  <a:cubicBezTo>
                    <a:pt x="1" y="7894"/>
                    <a:pt x="154" y="8001"/>
                    <a:pt x="312" y="8001"/>
                  </a:cubicBezTo>
                  <a:cubicBezTo>
                    <a:pt x="426" y="8001"/>
                    <a:pt x="543" y="7946"/>
                    <a:pt x="585" y="7820"/>
                  </a:cubicBezTo>
                  <a:cubicBezTo>
                    <a:pt x="1212" y="5314"/>
                    <a:pt x="1938" y="2807"/>
                    <a:pt x="2565" y="301"/>
                  </a:cubicBezTo>
                  <a:cubicBezTo>
                    <a:pt x="2623" y="114"/>
                    <a:pt x="2473" y="1"/>
                    <a:pt x="23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7"/>
            <p:cNvSpPr/>
            <p:nvPr/>
          </p:nvSpPr>
          <p:spPr>
            <a:xfrm>
              <a:off x="2497078" y="3768969"/>
              <a:ext cx="79099" cy="30749"/>
            </a:xfrm>
            <a:custGeom>
              <a:rect b="b" l="l" r="r" t="t"/>
              <a:pathLst>
                <a:path extrusionOk="0" h="1726" w="4440">
                  <a:moveTo>
                    <a:pt x="370" y="1"/>
                  </a:moveTo>
                  <a:cubicBezTo>
                    <a:pt x="174" y="1"/>
                    <a:pt x="1" y="388"/>
                    <a:pt x="254" y="472"/>
                  </a:cubicBezTo>
                  <a:cubicBezTo>
                    <a:pt x="1407" y="1099"/>
                    <a:pt x="2660" y="1500"/>
                    <a:pt x="4014" y="1725"/>
                  </a:cubicBezTo>
                  <a:cubicBezTo>
                    <a:pt x="4339" y="1725"/>
                    <a:pt x="4440" y="1199"/>
                    <a:pt x="4139" y="1199"/>
                  </a:cubicBezTo>
                  <a:cubicBezTo>
                    <a:pt x="2886" y="998"/>
                    <a:pt x="1633" y="572"/>
                    <a:pt x="480" y="46"/>
                  </a:cubicBezTo>
                  <a:cubicBezTo>
                    <a:pt x="444" y="14"/>
                    <a:pt x="407" y="1"/>
                    <a:pt x="3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7"/>
            <p:cNvSpPr/>
            <p:nvPr/>
          </p:nvSpPr>
          <p:spPr>
            <a:xfrm>
              <a:off x="2513913" y="3765067"/>
              <a:ext cx="50114" cy="47228"/>
            </a:xfrm>
            <a:custGeom>
              <a:rect b="b" l="l" r="r" t="t"/>
              <a:pathLst>
                <a:path extrusionOk="0" h="2651" w="2813">
                  <a:moveTo>
                    <a:pt x="423" y="0"/>
                  </a:moveTo>
                  <a:cubicBezTo>
                    <a:pt x="221" y="0"/>
                    <a:pt x="1" y="305"/>
                    <a:pt x="262" y="466"/>
                  </a:cubicBezTo>
                  <a:cubicBezTo>
                    <a:pt x="988" y="992"/>
                    <a:pt x="1715" y="1719"/>
                    <a:pt x="2241" y="2571"/>
                  </a:cubicBezTo>
                  <a:cubicBezTo>
                    <a:pt x="2297" y="2626"/>
                    <a:pt x="2369" y="2651"/>
                    <a:pt x="2441" y="2651"/>
                  </a:cubicBezTo>
                  <a:cubicBezTo>
                    <a:pt x="2630" y="2651"/>
                    <a:pt x="2813" y="2481"/>
                    <a:pt x="2668" y="2245"/>
                  </a:cubicBezTo>
                  <a:cubicBezTo>
                    <a:pt x="2141" y="1418"/>
                    <a:pt x="1414" y="691"/>
                    <a:pt x="562" y="65"/>
                  </a:cubicBezTo>
                  <a:cubicBezTo>
                    <a:pt x="522" y="19"/>
                    <a:pt x="473" y="0"/>
                    <a:pt x="4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7"/>
            <p:cNvSpPr/>
            <p:nvPr/>
          </p:nvSpPr>
          <p:spPr>
            <a:xfrm>
              <a:off x="2497167" y="3769556"/>
              <a:ext cx="76729" cy="50577"/>
            </a:xfrm>
            <a:custGeom>
              <a:rect b="b" l="l" r="r" t="t"/>
              <a:pathLst>
                <a:path extrusionOk="0" h="2839" w="4307">
                  <a:moveTo>
                    <a:pt x="3987" y="0"/>
                  </a:moveTo>
                  <a:cubicBezTo>
                    <a:pt x="3963" y="0"/>
                    <a:pt x="3936" y="4"/>
                    <a:pt x="3908" y="13"/>
                  </a:cubicBezTo>
                  <a:cubicBezTo>
                    <a:pt x="2455" y="439"/>
                    <a:pt x="1101" y="1266"/>
                    <a:pt x="149" y="2419"/>
                  </a:cubicBezTo>
                  <a:cubicBezTo>
                    <a:pt x="1" y="2567"/>
                    <a:pt x="195" y="2839"/>
                    <a:pt x="387" y="2839"/>
                  </a:cubicBezTo>
                  <a:cubicBezTo>
                    <a:pt x="455" y="2839"/>
                    <a:pt x="523" y="2805"/>
                    <a:pt x="575" y="2720"/>
                  </a:cubicBezTo>
                  <a:cubicBezTo>
                    <a:pt x="1402" y="1692"/>
                    <a:pt x="2655" y="840"/>
                    <a:pt x="4009" y="539"/>
                  </a:cubicBezTo>
                  <a:cubicBezTo>
                    <a:pt x="4306" y="448"/>
                    <a:pt x="4248" y="0"/>
                    <a:pt x="39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4" name="Google Shape;2584;p67"/>
          <p:cNvGrpSpPr/>
          <p:nvPr/>
        </p:nvGrpSpPr>
        <p:grpSpPr>
          <a:xfrm>
            <a:off x="7290725" y="1330575"/>
            <a:ext cx="105650" cy="164325"/>
            <a:chOff x="6727725" y="2153525"/>
            <a:chExt cx="105650" cy="164325"/>
          </a:xfrm>
        </p:grpSpPr>
        <p:sp>
          <p:nvSpPr>
            <p:cNvPr id="2585" name="Google Shape;2585;p67"/>
            <p:cNvSpPr/>
            <p:nvPr/>
          </p:nvSpPr>
          <p:spPr>
            <a:xfrm>
              <a:off x="6763975" y="2153525"/>
              <a:ext cx="31350" cy="164325"/>
            </a:xfrm>
            <a:custGeom>
              <a:rect b="b" l="l" r="r" t="t"/>
              <a:pathLst>
                <a:path extrusionOk="0" h="6573" w="1254">
                  <a:moveTo>
                    <a:pt x="991" y="0"/>
                  </a:moveTo>
                  <a:cubicBezTo>
                    <a:pt x="859" y="0"/>
                    <a:pt x="727" y="75"/>
                    <a:pt x="727" y="226"/>
                  </a:cubicBezTo>
                  <a:cubicBezTo>
                    <a:pt x="627" y="2306"/>
                    <a:pt x="402" y="4311"/>
                    <a:pt x="1" y="6291"/>
                  </a:cubicBezTo>
                  <a:cubicBezTo>
                    <a:pt x="1" y="6466"/>
                    <a:pt x="170" y="6573"/>
                    <a:pt x="312" y="6573"/>
                  </a:cubicBezTo>
                  <a:cubicBezTo>
                    <a:pt x="414" y="6573"/>
                    <a:pt x="502" y="6517"/>
                    <a:pt x="502" y="6391"/>
                  </a:cubicBezTo>
                  <a:cubicBezTo>
                    <a:pt x="828" y="4411"/>
                    <a:pt x="1128" y="2306"/>
                    <a:pt x="1254" y="226"/>
                  </a:cubicBezTo>
                  <a:cubicBezTo>
                    <a:pt x="1254" y="75"/>
                    <a:pt x="1122" y="0"/>
                    <a:pt x="9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7"/>
            <p:cNvSpPr/>
            <p:nvPr/>
          </p:nvSpPr>
          <p:spPr>
            <a:xfrm>
              <a:off x="6727725" y="2226500"/>
              <a:ext cx="105650" cy="21850"/>
            </a:xfrm>
            <a:custGeom>
              <a:rect b="b" l="l" r="r" t="t"/>
              <a:pathLst>
                <a:path extrusionOk="0" h="874" w="4226">
                  <a:moveTo>
                    <a:pt x="319" y="1"/>
                  </a:moveTo>
                  <a:cubicBezTo>
                    <a:pt x="58" y="1"/>
                    <a:pt x="0" y="448"/>
                    <a:pt x="298" y="540"/>
                  </a:cubicBezTo>
                  <a:cubicBezTo>
                    <a:pt x="913" y="767"/>
                    <a:pt x="1556" y="873"/>
                    <a:pt x="2213" y="873"/>
                  </a:cubicBezTo>
                  <a:cubicBezTo>
                    <a:pt x="2788" y="873"/>
                    <a:pt x="3372" y="792"/>
                    <a:pt x="3957" y="640"/>
                  </a:cubicBezTo>
                  <a:cubicBezTo>
                    <a:pt x="4226" y="550"/>
                    <a:pt x="4174" y="120"/>
                    <a:pt x="3927" y="120"/>
                  </a:cubicBezTo>
                  <a:cubicBezTo>
                    <a:pt x="3898" y="120"/>
                    <a:pt x="3866" y="126"/>
                    <a:pt x="3832" y="139"/>
                  </a:cubicBezTo>
                  <a:cubicBezTo>
                    <a:pt x="3317" y="276"/>
                    <a:pt x="2796" y="351"/>
                    <a:pt x="2273" y="351"/>
                  </a:cubicBezTo>
                  <a:cubicBezTo>
                    <a:pt x="1651" y="351"/>
                    <a:pt x="1024" y="245"/>
                    <a:pt x="398" y="13"/>
                  </a:cubicBezTo>
                  <a:cubicBezTo>
                    <a:pt x="370" y="5"/>
                    <a:pt x="343" y="1"/>
                    <a:pt x="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7"/>
            <p:cNvSpPr/>
            <p:nvPr/>
          </p:nvSpPr>
          <p:spPr>
            <a:xfrm>
              <a:off x="6746675" y="2223000"/>
              <a:ext cx="65950" cy="48725"/>
            </a:xfrm>
            <a:custGeom>
              <a:rect b="b" l="l" r="r" t="t"/>
              <a:pathLst>
                <a:path extrusionOk="0" h="1949" w="2638">
                  <a:moveTo>
                    <a:pt x="349" y="1"/>
                  </a:moveTo>
                  <a:cubicBezTo>
                    <a:pt x="169" y="1"/>
                    <a:pt x="0" y="315"/>
                    <a:pt x="267" y="479"/>
                  </a:cubicBezTo>
                  <a:cubicBezTo>
                    <a:pt x="893" y="905"/>
                    <a:pt x="1520" y="1407"/>
                    <a:pt x="2146" y="1933"/>
                  </a:cubicBezTo>
                  <a:cubicBezTo>
                    <a:pt x="2168" y="1944"/>
                    <a:pt x="2191" y="1949"/>
                    <a:pt x="2215" y="1949"/>
                  </a:cubicBezTo>
                  <a:cubicBezTo>
                    <a:pt x="2409" y="1949"/>
                    <a:pt x="2637" y="1608"/>
                    <a:pt x="2347" y="1407"/>
                  </a:cubicBezTo>
                  <a:cubicBezTo>
                    <a:pt x="1720" y="1006"/>
                    <a:pt x="1094" y="479"/>
                    <a:pt x="467" y="53"/>
                  </a:cubicBezTo>
                  <a:cubicBezTo>
                    <a:pt x="430" y="17"/>
                    <a:pt x="390" y="1"/>
                    <a:pt x="3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7"/>
            <p:cNvSpPr/>
            <p:nvPr/>
          </p:nvSpPr>
          <p:spPr>
            <a:xfrm>
              <a:off x="6736075" y="2202275"/>
              <a:ext cx="84000" cy="78525"/>
            </a:xfrm>
            <a:custGeom>
              <a:rect b="b" l="l" r="r" t="t"/>
              <a:pathLst>
                <a:path extrusionOk="0" h="3141" w="3360">
                  <a:moveTo>
                    <a:pt x="2950" y="1"/>
                  </a:moveTo>
                  <a:cubicBezTo>
                    <a:pt x="2894" y="1"/>
                    <a:pt x="2833" y="17"/>
                    <a:pt x="2771" y="55"/>
                  </a:cubicBezTo>
                  <a:cubicBezTo>
                    <a:pt x="1944" y="982"/>
                    <a:pt x="991" y="1835"/>
                    <a:pt x="164" y="2662"/>
                  </a:cubicBezTo>
                  <a:cubicBezTo>
                    <a:pt x="0" y="2826"/>
                    <a:pt x="171" y="3140"/>
                    <a:pt x="417" y="3140"/>
                  </a:cubicBezTo>
                  <a:cubicBezTo>
                    <a:pt x="472" y="3140"/>
                    <a:pt x="531" y="3124"/>
                    <a:pt x="590" y="3088"/>
                  </a:cubicBezTo>
                  <a:cubicBezTo>
                    <a:pt x="1417" y="2135"/>
                    <a:pt x="2244" y="1308"/>
                    <a:pt x="3197" y="481"/>
                  </a:cubicBezTo>
                  <a:cubicBezTo>
                    <a:pt x="3359" y="298"/>
                    <a:pt x="3193" y="1"/>
                    <a:pt x="29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9" name="Google Shape;2589;p67"/>
          <p:cNvGrpSpPr/>
          <p:nvPr/>
        </p:nvGrpSpPr>
        <p:grpSpPr>
          <a:xfrm>
            <a:off x="3511500" y="1694450"/>
            <a:ext cx="108125" cy="164600"/>
            <a:chOff x="5299925" y="746250"/>
            <a:chExt cx="108125" cy="164600"/>
          </a:xfrm>
        </p:grpSpPr>
        <p:sp>
          <p:nvSpPr>
            <p:cNvPr id="2590" name="Google Shape;2590;p67"/>
            <p:cNvSpPr/>
            <p:nvPr/>
          </p:nvSpPr>
          <p:spPr>
            <a:xfrm>
              <a:off x="5338525" y="746250"/>
              <a:ext cx="31350" cy="164600"/>
            </a:xfrm>
            <a:custGeom>
              <a:rect b="b" l="l" r="r" t="t"/>
              <a:pathLst>
                <a:path extrusionOk="0" h="6584" w="1254">
                  <a:moveTo>
                    <a:pt x="991" y="0"/>
                  </a:moveTo>
                  <a:cubicBezTo>
                    <a:pt x="859" y="0"/>
                    <a:pt x="728" y="75"/>
                    <a:pt x="728" y="226"/>
                  </a:cubicBezTo>
                  <a:cubicBezTo>
                    <a:pt x="502" y="2206"/>
                    <a:pt x="302" y="4311"/>
                    <a:pt x="1" y="6291"/>
                  </a:cubicBezTo>
                  <a:cubicBezTo>
                    <a:pt x="1" y="6467"/>
                    <a:pt x="173" y="6583"/>
                    <a:pt x="316" y="6583"/>
                  </a:cubicBezTo>
                  <a:cubicBezTo>
                    <a:pt x="416" y="6583"/>
                    <a:pt x="502" y="6526"/>
                    <a:pt x="502" y="6391"/>
                  </a:cubicBezTo>
                  <a:cubicBezTo>
                    <a:pt x="828" y="4311"/>
                    <a:pt x="1028" y="2331"/>
                    <a:pt x="1254" y="226"/>
                  </a:cubicBezTo>
                  <a:cubicBezTo>
                    <a:pt x="1254" y="75"/>
                    <a:pt x="1122" y="0"/>
                    <a:pt x="9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7"/>
            <p:cNvSpPr/>
            <p:nvPr/>
          </p:nvSpPr>
          <p:spPr>
            <a:xfrm>
              <a:off x="5299925" y="819700"/>
              <a:ext cx="108125" cy="20650"/>
            </a:xfrm>
            <a:custGeom>
              <a:rect b="b" l="l" r="r" t="t"/>
              <a:pathLst>
                <a:path extrusionOk="0" h="826" w="4325">
                  <a:moveTo>
                    <a:pt x="394" y="0"/>
                  </a:moveTo>
                  <a:cubicBezTo>
                    <a:pt x="130" y="0"/>
                    <a:pt x="0" y="431"/>
                    <a:pt x="292" y="521"/>
                  </a:cubicBezTo>
                  <a:cubicBezTo>
                    <a:pt x="1028" y="712"/>
                    <a:pt x="1765" y="826"/>
                    <a:pt x="2502" y="826"/>
                  </a:cubicBezTo>
                  <a:cubicBezTo>
                    <a:pt x="3018" y="826"/>
                    <a:pt x="3535" y="770"/>
                    <a:pt x="4051" y="646"/>
                  </a:cubicBezTo>
                  <a:cubicBezTo>
                    <a:pt x="4325" y="532"/>
                    <a:pt x="4266" y="107"/>
                    <a:pt x="3932" y="107"/>
                  </a:cubicBezTo>
                  <a:cubicBezTo>
                    <a:pt x="3899" y="107"/>
                    <a:pt x="3864" y="111"/>
                    <a:pt x="3825" y="120"/>
                  </a:cubicBezTo>
                  <a:cubicBezTo>
                    <a:pt x="3343" y="246"/>
                    <a:pt x="2882" y="301"/>
                    <a:pt x="2424" y="301"/>
                  </a:cubicBezTo>
                  <a:cubicBezTo>
                    <a:pt x="1790" y="301"/>
                    <a:pt x="1162" y="194"/>
                    <a:pt x="492" y="19"/>
                  </a:cubicBezTo>
                  <a:cubicBezTo>
                    <a:pt x="458" y="6"/>
                    <a:pt x="425" y="0"/>
                    <a:pt x="3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7"/>
            <p:cNvSpPr/>
            <p:nvPr/>
          </p:nvSpPr>
          <p:spPr>
            <a:xfrm>
              <a:off x="5320600" y="813425"/>
              <a:ext cx="65825" cy="49725"/>
            </a:xfrm>
            <a:custGeom>
              <a:rect b="b" l="l" r="r" t="t"/>
              <a:pathLst>
                <a:path extrusionOk="0" h="1989" w="2633">
                  <a:moveTo>
                    <a:pt x="359" y="0"/>
                  </a:moveTo>
                  <a:cubicBezTo>
                    <a:pt x="132" y="0"/>
                    <a:pt x="1" y="402"/>
                    <a:pt x="191" y="571"/>
                  </a:cubicBezTo>
                  <a:cubicBezTo>
                    <a:pt x="818" y="997"/>
                    <a:pt x="1545" y="1524"/>
                    <a:pt x="2171" y="1925"/>
                  </a:cubicBezTo>
                  <a:cubicBezTo>
                    <a:pt x="2212" y="1970"/>
                    <a:pt x="2257" y="1989"/>
                    <a:pt x="2301" y="1989"/>
                  </a:cubicBezTo>
                  <a:cubicBezTo>
                    <a:pt x="2476" y="1989"/>
                    <a:pt x="2633" y="1684"/>
                    <a:pt x="2372" y="1524"/>
                  </a:cubicBezTo>
                  <a:cubicBezTo>
                    <a:pt x="1745" y="997"/>
                    <a:pt x="1119" y="571"/>
                    <a:pt x="492" y="45"/>
                  </a:cubicBezTo>
                  <a:cubicBezTo>
                    <a:pt x="445" y="14"/>
                    <a:pt x="401" y="0"/>
                    <a:pt x="3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7"/>
            <p:cNvSpPr/>
            <p:nvPr/>
          </p:nvSpPr>
          <p:spPr>
            <a:xfrm>
              <a:off x="5313175" y="798775"/>
              <a:ext cx="83675" cy="77300"/>
            </a:xfrm>
            <a:custGeom>
              <a:rect b="b" l="l" r="r" t="t"/>
              <a:pathLst>
                <a:path extrusionOk="0" h="3092" w="3347">
                  <a:moveTo>
                    <a:pt x="2999" y="0"/>
                  </a:moveTo>
                  <a:cubicBezTo>
                    <a:pt x="2928" y="0"/>
                    <a:pt x="2850" y="30"/>
                    <a:pt x="2769" y="105"/>
                  </a:cubicBezTo>
                  <a:cubicBezTo>
                    <a:pt x="1942" y="957"/>
                    <a:pt x="1015" y="1784"/>
                    <a:pt x="163" y="2611"/>
                  </a:cubicBezTo>
                  <a:cubicBezTo>
                    <a:pt x="0" y="2794"/>
                    <a:pt x="167" y="3091"/>
                    <a:pt x="356" y="3091"/>
                  </a:cubicBezTo>
                  <a:cubicBezTo>
                    <a:pt x="400" y="3091"/>
                    <a:pt x="446" y="3075"/>
                    <a:pt x="488" y="3037"/>
                  </a:cubicBezTo>
                  <a:cubicBezTo>
                    <a:pt x="1416" y="2210"/>
                    <a:pt x="2268" y="1257"/>
                    <a:pt x="3195" y="430"/>
                  </a:cubicBezTo>
                  <a:cubicBezTo>
                    <a:pt x="3346" y="279"/>
                    <a:pt x="3213" y="0"/>
                    <a:pt x="29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4" name="Google Shape;2594;p67"/>
          <p:cNvGrpSpPr/>
          <p:nvPr/>
        </p:nvGrpSpPr>
        <p:grpSpPr>
          <a:xfrm>
            <a:off x="6788700" y="2099075"/>
            <a:ext cx="1383500" cy="2050575"/>
            <a:chOff x="6788700" y="2099075"/>
            <a:chExt cx="1383500" cy="2050575"/>
          </a:xfrm>
        </p:grpSpPr>
        <p:sp>
          <p:nvSpPr>
            <p:cNvPr id="2595" name="Google Shape;2595;p67"/>
            <p:cNvSpPr/>
            <p:nvPr/>
          </p:nvSpPr>
          <p:spPr>
            <a:xfrm>
              <a:off x="7095425" y="2135975"/>
              <a:ext cx="25" cy="25"/>
            </a:xfrm>
            <a:custGeom>
              <a:rect b="b" l="l" r="r" t="t"/>
              <a:pathLst>
                <a:path extrusionOk="0" fill="none" h="1" w="1">
                  <a:moveTo>
                    <a:pt x="1" y="0"/>
                  </a:moveTo>
                  <a:lnTo>
                    <a:pt x="1" y="0"/>
                  </a:lnTo>
                  <a:close/>
                </a:path>
              </a:pathLst>
            </a:custGeom>
            <a:noFill/>
            <a:ln cap="flat" cmpd="sng" w="18175">
              <a:solidFill>
                <a:schemeClr val="lt1"/>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7"/>
            <p:cNvSpPr/>
            <p:nvPr/>
          </p:nvSpPr>
          <p:spPr>
            <a:xfrm>
              <a:off x="6924675" y="2115175"/>
              <a:ext cx="1174850" cy="2023900"/>
            </a:xfrm>
            <a:custGeom>
              <a:rect b="b" l="l" r="r" t="t"/>
              <a:pathLst>
                <a:path extrusionOk="0" h="80956" w="46994">
                  <a:moveTo>
                    <a:pt x="26631" y="0"/>
                  </a:moveTo>
                  <a:cubicBezTo>
                    <a:pt x="26418" y="0"/>
                    <a:pt x="26202" y="40"/>
                    <a:pt x="25990" y="125"/>
                  </a:cubicBezTo>
                  <a:cubicBezTo>
                    <a:pt x="25690" y="426"/>
                    <a:pt x="25790" y="1053"/>
                    <a:pt x="25990" y="1479"/>
                  </a:cubicBezTo>
                  <a:cubicBezTo>
                    <a:pt x="26316" y="1905"/>
                    <a:pt x="26717" y="2205"/>
                    <a:pt x="27043" y="2631"/>
                  </a:cubicBezTo>
                  <a:cubicBezTo>
                    <a:pt x="28196" y="3985"/>
                    <a:pt x="28196" y="5865"/>
                    <a:pt x="28196" y="7644"/>
                  </a:cubicBezTo>
                  <a:cubicBezTo>
                    <a:pt x="28071" y="9524"/>
                    <a:pt x="27970" y="11504"/>
                    <a:pt x="27970" y="13383"/>
                  </a:cubicBezTo>
                  <a:cubicBezTo>
                    <a:pt x="27348" y="13242"/>
                    <a:pt x="26714" y="13173"/>
                    <a:pt x="26085" y="13173"/>
                  </a:cubicBezTo>
                  <a:cubicBezTo>
                    <a:pt x="24812" y="13173"/>
                    <a:pt x="23555" y="13457"/>
                    <a:pt x="22431" y="14010"/>
                  </a:cubicBezTo>
                  <a:cubicBezTo>
                    <a:pt x="23183" y="10977"/>
                    <a:pt x="23284" y="7744"/>
                    <a:pt x="22858" y="4611"/>
                  </a:cubicBezTo>
                  <a:cubicBezTo>
                    <a:pt x="22657" y="3684"/>
                    <a:pt x="22431" y="2732"/>
                    <a:pt x="21930" y="1905"/>
                  </a:cubicBezTo>
                  <a:cubicBezTo>
                    <a:pt x="21404" y="1178"/>
                    <a:pt x="20552" y="426"/>
                    <a:pt x="19624" y="426"/>
                  </a:cubicBezTo>
                  <a:cubicBezTo>
                    <a:pt x="19424" y="426"/>
                    <a:pt x="19098" y="551"/>
                    <a:pt x="18998" y="752"/>
                  </a:cubicBezTo>
                  <a:cubicBezTo>
                    <a:pt x="18898" y="852"/>
                    <a:pt x="18898" y="1053"/>
                    <a:pt x="18998" y="1278"/>
                  </a:cubicBezTo>
                  <a:cubicBezTo>
                    <a:pt x="19198" y="2105"/>
                    <a:pt x="19925" y="2531"/>
                    <a:pt x="20452" y="3258"/>
                  </a:cubicBezTo>
                  <a:cubicBezTo>
                    <a:pt x="21078" y="4185"/>
                    <a:pt x="21178" y="5438"/>
                    <a:pt x="21304" y="6591"/>
                  </a:cubicBezTo>
                  <a:cubicBezTo>
                    <a:pt x="21404" y="8571"/>
                    <a:pt x="21404" y="10576"/>
                    <a:pt x="21404" y="12556"/>
                  </a:cubicBezTo>
                  <a:cubicBezTo>
                    <a:pt x="21404" y="12757"/>
                    <a:pt x="21404" y="12957"/>
                    <a:pt x="21304" y="13283"/>
                  </a:cubicBezTo>
                  <a:cubicBezTo>
                    <a:pt x="21178" y="13484"/>
                    <a:pt x="20978" y="13709"/>
                    <a:pt x="20777" y="13910"/>
                  </a:cubicBezTo>
                  <a:cubicBezTo>
                    <a:pt x="18998" y="15689"/>
                    <a:pt x="16692" y="17243"/>
                    <a:pt x="14913" y="19123"/>
                  </a:cubicBezTo>
                  <a:cubicBezTo>
                    <a:pt x="14411" y="19749"/>
                    <a:pt x="13985" y="20276"/>
                    <a:pt x="13559" y="21002"/>
                  </a:cubicBezTo>
                  <a:cubicBezTo>
                    <a:pt x="11905" y="23835"/>
                    <a:pt x="11479" y="27168"/>
                    <a:pt x="10126" y="30100"/>
                  </a:cubicBezTo>
                  <a:cubicBezTo>
                    <a:pt x="9599" y="31128"/>
                    <a:pt x="8873" y="32281"/>
                    <a:pt x="7720" y="32607"/>
                  </a:cubicBezTo>
                  <a:cubicBezTo>
                    <a:pt x="7482" y="32689"/>
                    <a:pt x="7232" y="32728"/>
                    <a:pt x="6978" y="32728"/>
                  </a:cubicBezTo>
                  <a:cubicBezTo>
                    <a:pt x="5999" y="32728"/>
                    <a:pt x="4963" y="32149"/>
                    <a:pt x="4386" y="31253"/>
                  </a:cubicBezTo>
                  <a:cubicBezTo>
                    <a:pt x="3634" y="30201"/>
                    <a:pt x="3534" y="28747"/>
                    <a:pt x="3760" y="27494"/>
                  </a:cubicBezTo>
                  <a:cubicBezTo>
                    <a:pt x="3960" y="26241"/>
                    <a:pt x="4487" y="24987"/>
                    <a:pt x="5113" y="23835"/>
                  </a:cubicBezTo>
                  <a:cubicBezTo>
                    <a:pt x="4908" y="23503"/>
                    <a:pt x="4584" y="23341"/>
                    <a:pt x="4272" y="23341"/>
                  </a:cubicBezTo>
                  <a:cubicBezTo>
                    <a:pt x="4088" y="23341"/>
                    <a:pt x="3908" y="23397"/>
                    <a:pt x="3760" y="23509"/>
                  </a:cubicBezTo>
                  <a:cubicBezTo>
                    <a:pt x="3860" y="23108"/>
                    <a:pt x="3860" y="22782"/>
                    <a:pt x="3760" y="22481"/>
                  </a:cubicBezTo>
                  <a:cubicBezTo>
                    <a:pt x="3760" y="22055"/>
                    <a:pt x="3434" y="21629"/>
                    <a:pt x="3008" y="21529"/>
                  </a:cubicBezTo>
                  <a:cubicBezTo>
                    <a:pt x="2967" y="21519"/>
                    <a:pt x="2926" y="21514"/>
                    <a:pt x="2885" y="21514"/>
                  </a:cubicBezTo>
                  <a:cubicBezTo>
                    <a:pt x="2694" y="21514"/>
                    <a:pt x="2510" y="21619"/>
                    <a:pt x="2393" y="21758"/>
                  </a:cubicBezTo>
                  <a:lnTo>
                    <a:pt x="2393" y="21758"/>
                  </a:lnTo>
                  <a:cubicBezTo>
                    <a:pt x="2365" y="21385"/>
                    <a:pt x="2036" y="21002"/>
                    <a:pt x="1654" y="21002"/>
                  </a:cubicBezTo>
                  <a:cubicBezTo>
                    <a:pt x="1128" y="21002"/>
                    <a:pt x="727" y="21629"/>
                    <a:pt x="1028" y="22155"/>
                  </a:cubicBezTo>
                  <a:cubicBezTo>
                    <a:pt x="937" y="22020"/>
                    <a:pt x="801" y="21966"/>
                    <a:pt x="660" y="21966"/>
                  </a:cubicBezTo>
                  <a:cubicBezTo>
                    <a:pt x="489" y="21966"/>
                    <a:pt x="311" y="22045"/>
                    <a:pt x="201" y="22155"/>
                  </a:cubicBezTo>
                  <a:cubicBezTo>
                    <a:pt x="0" y="22481"/>
                    <a:pt x="0" y="22782"/>
                    <a:pt x="0" y="23108"/>
                  </a:cubicBezTo>
                  <a:cubicBezTo>
                    <a:pt x="101" y="26241"/>
                    <a:pt x="201" y="29474"/>
                    <a:pt x="1253" y="32381"/>
                  </a:cubicBezTo>
                  <a:cubicBezTo>
                    <a:pt x="1554" y="33333"/>
                    <a:pt x="1980" y="34160"/>
                    <a:pt x="2507" y="35013"/>
                  </a:cubicBezTo>
                  <a:cubicBezTo>
                    <a:pt x="3705" y="36594"/>
                    <a:pt x="5750" y="37626"/>
                    <a:pt x="7746" y="37626"/>
                  </a:cubicBezTo>
                  <a:cubicBezTo>
                    <a:pt x="7837" y="37626"/>
                    <a:pt x="7929" y="37624"/>
                    <a:pt x="8020" y="37619"/>
                  </a:cubicBezTo>
                  <a:cubicBezTo>
                    <a:pt x="10126" y="37519"/>
                    <a:pt x="12206" y="36266"/>
                    <a:pt x="13259" y="34486"/>
                  </a:cubicBezTo>
                  <a:lnTo>
                    <a:pt x="13259" y="34486"/>
                  </a:lnTo>
                  <a:cubicBezTo>
                    <a:pt x="12532" y="39273"/>
                    <a:pt x="15038" y="44286"/>
                    <a:pt x="17945" y="47945"/>
                  </a:cubicBezTo>
                  <a:cubicBezTo>
                    <a:pt x="18271" y="48371"/>
                    <a:pt x="18672" y="48797"/>
                    <a:pt x="18797" y="49198"/>
                  </a:cubicBezTo>
                  <a:cubicBezTo>
                    <a:pt x="18998" y="49624"/>
                    <a:pt x="18998" y="50151"/>
                    <a:pt x="19098" y="50677"/>
                  </a:cubicBezTo>
                  <a:cubicBezTo>
                    <a:pt x="19524" y="57870"/>
                    <a:pt x="19524" y="65188"/>
                    <a:pt x="18998" y="72481"/>
                  </a:cubicBezTo>
                  <a:cubicBezTo>
                    <a:pt x="18998" y="73334"/>
                    <a:pt x="18898" y="74261"/>
                    <a:pt x="18371" y="74887"/>
                  </a:cubicBezTo>
                  <a:cubicBezTo>
                    <a:pt x="17544" y="76141"/>
                    <a:pt x="15539" y="76366"/>
                    <a:pt x="15138" y="77820"/>
                  </a:cubicBezTo>
                  <a:cubicBezTo>
                    <a:pt x="14913" y="78747"/>
                    <a:pt x="15665" y="79800"/>
                    <a:pt x="16492" y="80226"/>
                  </a:cubicBezTo>
                  <a:cubicBezTo>
                    <a:pt x="17319" y="80752"/>
                    <a:pt x="18371" y="80752"/>
                    <a:pt x="19424" y="80752"/>
                  </a:cubicBezTo>
                  <a:cubicBezTo>
                    <a:pt x="19660" y="80781"/>
                    <a:pt x="19915" y="80801"/>
                    <a:pt x="20175" y="80801"/>
                  </a:cubicBezTo>
                  <a:cubicBezTo>
                    <a:pt x="20826" y="80801"/>
                    <a:pt x="21511" y="80673"/>
                    <a:pt x="22030" y="80226"/>
                  </a:cubicBezTo>
                  <a:cubicBezTo>
                    <a:pt x="22958" y="79499"/>
                    <a:pt x="22958" y="78121"/>
                    <a:pt x="23058" y="76993"/>
                  </a:cubicBezTo>
                  <a:cubicBezTo>
                    <a:pt x="23058" y="68095"/>
                    <a:pt x="23183" y="59223"/>
                    <a:pt x="23284" y="50451"/>
                  </a:cubicBezTo>
                  <a:cubicBezTo>
                    <a:pt x="23284" y="50151"/>
                    <a:pt x="23284" y="49825"/>
                    <a:pt x="23484" y="49724"/>
                  </a:cubicBezTo>
                  <a:cubicBezTo>
                    <a:pt x="23685" y="49524"/>
                    <a:pt x="23910" y="49524"/>
                    <a:pt x="24111" y="49524"/>
                  </a:cubicBezTo>
                  <a:cubicBezTo>
                    <a:pt x="25264" y="49424"/>
                    <a:pt x="26316" y="49298"/>
                    <a:pt x="27444" y="49198"/>
                  </a:cubicBezTo>
                  <a:cubicBezTo>
                    <a:pt x="28697" y="58822"/>
                    <a:pt x="29324" y="68421"/>
                    <a:pt x="29224" y="77920"/>
                  </a:cubicBezTo>
                  <a:cubicBezTo>
                    <a:pt x="29224" y="78747"/>
                    <a:pt x="29324" y="79800"/>
                    <a:pt x="29950" y="80226"/>
                  </a:cubicBezTo>
                  <a:cubicBezTo>
                    <a:pt x="30276" y="80527"/>
                    <a:pt x="30702" y="80627"/>
                    <a:pt x="31103" y="80627"/>
                  </a:cubicBezTo>
                  <a:cubicBezTo>
                    <a:pt x="32197" y="80839"/>
                    <a:pt x="33376" y="80956"/>
                    <a:pt x="34530" y="80956"/>
                  </a:cubicBezTo>
                  <a:cubicBezTo>
                    <a:pt x="35147" y="80956"/>
                    <a:pt x="35756" y="80922"/>
                    <a:pt x="36341" y="80852"/>
                  </a:cubicBezTo>
                  <a:cubicBezTo>
                    <a:pt x="36843" y="80852"/>
                    <a:pt x="37469" y="80752"/>
                    <a:pt x="37795" y="80326"/>
                  </a:cubicBezTo>
                  <a:cubicBezTo>
                    <a:pt x="38522" y="79599"/>
                    <a:pt x="37895" y="78346"/>
                    <a:pt x="36968" y="77720"/>
                  </a:cubicBezTo>
                  <a:cubicBezTo>
                    <a:pt x="36116" y="77193"/>
                    <a:pt x="35088" y="77093"/>
                    <a:pt x="34236" y="76466"/>
                  </a:cubicBezTo>
                  <a:cubicBezTo>
                    <a:pt x="32883" y="75314"/>
                    <a:pt x="32682" y="73334"/>
                    <a:pt x="32682" y="71554"/>
                  </a:cubicBezTo>
                  <a:cubicBezTo>
                    <a:pt x="32682" y="64336"/>
                    <a:pt x="32582" y="57043"/>
                    <a:pt x="32582" y="49724"/>
                  </a:cubicBezTo>
                  <a:cubicBezTo>
                    <a:pt x="32582" y="49298"/>
                    <a:pt x="32582" y="48797"/>
                    <a:pt x="32682" y="48371"/>
                  </a:cubicBezTo>
                  <a:cubicBezTo>
                    <a:pt x="32883" y="47544"/>
                    <a:pt x="33609" y="46917"/>
                    <a:pt x="34236" y="46166"/>
                  </a:cubicBezTo>
                  <a:cubicBezTo>
                    <a:pt x="36742" y="43559"/>
                    <a:pt x="38096" y="39900"/>
                    <a:pt x="37895" y="36266"/>
                  </a:cubicBezTo>
                  <a:lnTo>
                    <a:pt x="37895" y="36266"/>
                  </a:lnTo>
                  <a:cubicBezTo>
                    <a:pt x="39148" y="37093"/>
                    <a:pt x="39675" y="38546"/>
                    <a:pt x="40201" y="39900"/>
                  </a:cubicBezTo>
                  <a:cubicBezTo>
                    <a:pt x="41028" y="42105"/>
                    <a:pt x="41855" y="44186"/>
                    <a:pt x="42081" y="46391"/>
                  </a:cubicBezTo>
                  <a:cubicBezTo>
                    <a:pt x="42281" y="48672"/>
                    <a:pt x="41980" y="51078"/>
                    <a:pt x="40602" y="52857"/>
                  </a:cubicBezTo>
                  <a:cubicBezTo>
                    <a:pt x="40201" y="53384"/>
                    <a:pt x="39675" y="53910"/>
                    <a:pt x="39675" y="54637"/>
                  </a:cubicBezTo>
                  <a:cubicBezTo>
                    <a:pt x="39740" y="55047"/>
                    <a:pt x="40215" y="55415"/>
                    <a:pt x="40591" y="55415"/>
                  </a:cubicBezTo>
                  <a:cubicBezTo>
                    <a:pt x="40766" y="55415"/>
                    <a:pt x="40919" y="55336"/>
                    <a:pt x="41000" y="55144"/>
                  </a:cubicBezTo>
                  <a:lnTo>
                    <a:pt x="41000" y="55144"/>
                  </a:lnTo>
                  <a:cubicBezTo>
                    <a:pt x="40734" y="55958"/>
                    <a:pt x="40845" y="56963"/>
                    <a:pt x="41354" y="57569"/>
                  </a:cubicBezTo>
                  <a:cubicBezTo>
                    <a:pt x="41780" y="57996"/>
                    <a:pt x="42346" y="58225"/>
                    <a:pt x="42925" y="58225"/>
                  </a:cubicBezTo>
                  <a:cubicBezTo>
                    <a:pt x="43197" y="58225"/>
                    <a:pt x="43471" y="58174"/>
                    <a:pt x="43735" y="58070"/>
                  </a:cubicBezTo>
                  <a:lnTo>
                    <a:pt x="43735" y="58070"/>
                  </a:lnTo>
                  <a:cubicBezTo>
                    <a:pt x="43383" y="58819"/>
                    <a:pt x="44229" y="59703"/>
                    <a:pt x="45069" y="59703"/>
                  </a:cubicBezTo>
                  <a:cubicBezTo>
                    <a:pt x="45185" y="59703"/>
                    <a:pt x="45301" y="59686"/>
                    <a:pt x="45414" y="59649"/>
                  </a:cubicBezTo>
                  <a:cubicBezTo>
                    <a:pt x="46366" y="59324"/>
                    <a:pt x="46767" y="58296"/>
                    <a:pt x="46767" y="57344"/>
                  </a:cubicBezTo>
                  <a:cubicBezTo>
                    <a:pt x="46767" y="56316"/>
                    <a:pt x="46467" y="55364"/>
                    <a:pt x="46241" y="54436"/>
                  </a:cubicBezTo>
                  <a:cubicBezTo>
                    <a:pt x="46041" y="52857"/>
                    <a:pt x="46467" y="51178"/>
                    <a:pt x="46567" y="49624"/>
                  </a:cubicBezTo>
                  <a:cubicBezTo>
                    <a:pt x="46993" y="45539"/>
                    <a:pt x="46141" y="41278"/>
                    <a:pt x="44161" y="37719"/>
                  </a:cubicBezTo>
                  <a:cubicBezTo>
                    <a:pt x="43434" y="36366"/>
                    <a:pt x="42707" y="35213"/>
                    <a:pt x="41855" y="33860"/>
                  </a:cubicBezTo>
                  <a:cubicBezTo>
                    <a:pt x="40201" y="30827"/>
                    <a:pt x="39574" y="27795"/>
                    <a:pt x="38522" y="24862"/>
                  </a:cubicBezTo>
                  <a:cubicBezTo>
                    <a:pt x="36968" y="20376"/>
                    <a:pt x="34036" y="16717"/>
                    <a:pt x="29950" y="14336"/>
                  </a:cubicBezTo>
                  <a:cubicBezTo>
                    <a:pt x="29750" y="14210"/>
                    <a:pt x="29549" y="14110"/>
                    <a:pt x="29449" y="13910"/>
                  </a:cubicBezTo>
                  <a:cubicBezTo>
                    <a:pt x="29324" y="13709"/>
                    <a:pt x="29324" y="13484"/>
                    <a:pt x="29324" y="13283"/>
                  </a:cubicBezTo>
                  <a:cubicBezTo>
                    <a:pt x="29449" y="10351"/>
                    <a:pt x="29449" y="7544"/>
                    <a:pt x="29324" y="4611"/>
                  </a:cubicBezTo>
                  <a:cubicBezTo>
                    <a:pt x="29324" y="3459"/>
                    <a:pt x="29224" y="2306"/>
                    <a:pt x="28697" y="1378"/>
                  </a:cubicBezTo>
                  <a:cubicBezTo>
                    <a:pt x="28297" y="617"/>
                    <a:pt x="27480" y="0"/>
                    <a:pt x="266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7"/>
            <p:cNvSpPr/>
            <p:nvPr/>
          </p:nvSpPr>
          <p:spPr>
            <a:xfrm>
              <a:off x="7417775" y="2953500"/>
              <a:ext cx="315825" cy="175225"/>
            </a:xfrm>
            <a:custGeom>
              <a:rect b="b" l="l" r="r" t="t"/>
              <a:pathLst>
                <a:path extrusionOk="0" h="7009" w="12633">
                  <a:moveTo>
                    <a:pt x="12106" y="1"/>
                  </a:moveTo>
                  <a:lnTo>
                    <a:pt x="12106" y="1"/>
                  </a:lnTo>
                  <a:cubicBezTo>
                    <a:pt x="11179" y="527"/>
                    <a:pt x="10226" y="853"/>
                    <a:pt x="9199" y="1154"/>
                  </a:cubicBezTo>
                  <a:cubicBezTo>
                    <a:pt x="8246" y="1580"/>
                    <a:pt x="7219" y="1780"/>
                    <a:pt x="6166" y="1881"/>
                  </a:cubicBezTo>
                  <a:cubicBezTo>
                    <a:pt x="6037" y="1887"/>
                    <a:pt x="5907" y="1890"/>
                    <a:pt x="5778" y="1890"/>
                  </a:cubicBezTo>
                  <a:cubicBezTo>
                    <a:pt x="3837" y="1890"/>
                    <a:pt x="1964" y="1202"/>
                    <a:pt x="201" y="427"/>
                  </a:cubicBezTo>
                  <a:lnTo>
                    <a:pt x="201" y="427"/>
                  </a:lnTo>
                  <a:cubicBezTo>
                    <a:pt x="1" y="1580"/>
                    <a:pt x="1" y="2733"/>
                    <a:pt x="427" y="3760"/>
                  </a:cubicBezTo>
                  <a:cubicBezTo>
                    <a:pt x="828" y="4612"/>
                    <a:pt x="1580" y="5339"/>
                    <a:pt x="2306" y="5740"/>
                  </a:cubicBezTo>
                  <a:cubicBezTo>
                    <a:pt x="3134" y="6267"/>
                    <a:pt x="4086" y="6492"/>
                    <a:pt x="4913" y="6693"/>
                  </a:cubicBezTo>
                  <a:cubicBezTo>
                    <a:pt x="5724" y="6887"/>
                    <a:pt x="6578" y="7009"/>
                    <a:pt x="7419" y="7009"/>
                  </a:cubicBezTo>
                  <a:cubicBezTo>
                    <a:pt x="7877" y="7009"/>
                    <a:pt x="8331" y="6973"/>
                    <a:pt x="8773" y="6893"/>
                  </a:cubicBezTo>
                  <a:cubicBezTo>
                    <a:pt x="10126" y="6693"/>
                    <a:pt x="11379" y="5966"/>
                    <a:pt x="12006" y="4713"/>
                  </a:cubicBezTo>
                  <a:cubicBezTo>
                    <a:pt x="12532" y="3660"/>
                    <a:pt x="12632" y="2407"/>
                    <a:pt x="12632" y="1254"/>
                  </a:cubicBezTo>
                  <a:cubicBezTo>
                    <a:pt x="12632" y="953"/>
                    <a:pt x="12632" y="728"/>
                    <a:pt x="12532" y="527"/>
                  </a:cubicBezTo>
                  <a:cubicBezTo>
                    <a:pt x="12458" y="305"/>
                    <a:pt x="12329" y="178"/>
                    <a:pt x="12135" y="178"/>
                  </a:cubicBezTo>
                  <a:cubicBezTo>
                    <a:pt x="12067" y="178"/>
                    <a:pt x="11990" y="194"/>
                    <a:pt x="11906" y="226"/>
                  </a:cubicBezTo>
                  <a:lnTo>
                    <a:pt x="1210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7"/>
            <p:cNvSpPr/>
            <p:nvPr/>
          </p:nvSpPr>
          <p:spPr>
            <a:xfrm>
              <a:off x="7381450" y="2652050"/>
              <a:ext cx="342125" cy="241325"/>
            </a:xfrm>
            <a:custGeom>
              <a:rect b="b" l="l" r="r" t="t"/>
              <a:pathLst>
                <a:path extrusionOk="0" h="9653" w="13685">
                  <a:moveTo>
                    <a:pt x="7250" y="1"/>
                  </a:moveTo>
                  <a:cubicBezTo>
                    <a:pt x="6140" y="1"/>
                    <a:pt x="5002" y="261"/>
                    <a:pt x="4060" y="781"/>
                  </a:cubicBezTo>
                  <a:cubicBezTo>
                    <a:pt x="2406" y="1633"/>
                    <a:pt x="1153" y="3287"/>
                    <a:pt x="301" y="4966"/>
                  </a:cubicBezTo>
                  <a:cubicBezTo>
                    <a:pt x="100" y="5167"/>
                    <a:pt x="0" y="5492"/>
                    <a:pt x="0" y="5793"/>
                  </a:cubicBezTo>
                  <a:cubicBezTo>
                    <a:pt x="100" y="6219"/>
                    <a:pt x="401" y="6520"/>
                    <a:pt x="727" y="6746"/>
                  </a:cubicBezTo>
                  <a:cubicBezTo>
                    <a:pt x="2607" y="8199"/>
                    <a:pt x="4587" y="9653"/>
                    <a:pt x="6993" y="9653"/>
                  </a:cubicBezTo>
                  <a:cubicBezTo>
                    <a:pt x="9073" y="9553"/>
                    <a:pt x="10953" y="8299"/>
                    <a:pt x="12306" y="6645"/>
                  </a:cubicBezTo>
                  <a:cubicBezTo>
                    <a:pt x="12732" y="6119"/>
                    <a:pt x="13158" y="5593"/>
                    <a:pt x="13258" y="4866"/>
                  </a:cubicBezTo>
                  <a:cubicBezTo>
                    <a:pt x="13684" y="2761"/>
                    <a:pt x="11379" y="1207"/>
                    <a:pt x="9399" y="380"/>
                  </a:cubicBezTo>
                  <a:lnTo>
                    <a:pt x="9399" y="380"/>
                  </a:lnTo>
                  <a:lnTo>
                    <a:pt x="9699" y="480"/>
                  </a:lnTo>
                  <a:cubicBezTo>
                    <a:pt x="8973" y="161"/>
                    <a:pt x="8120" y="1"/>
                    <a:pt x="7250" y="1"/>
                  </a:cubicBezTo>
                  <a:close/>
                </a:path>
              </a:pathLst>
            </a:custGeom>
            <a:solidFill>
              <a:srgbClr val="EEFF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7"/>
            <p:cNvSpPr/>
            <p:nvPr/>
          </p:nvSpPr>
          <p:spPr>
            <a:xfrm>
              <a:off x="7457250" y="2990475"/>
              <a:ext cx="59550" cy="54925"/>
            </a:xfrm>
            <a:custGeom>
              <a:rect b="b" l="l" r="r" t="t"/>
              <a:pathLst>
                <a:path extrusionOk="0" h="2197" w="2382">
                  <a:moveTo>
                    <a:pt x="101" y="1"/>
                  </a:moveTo>
                  <a:lnTo>
                    <a:pt x="101" y="1"/>
                  </a:lnTo>
                  <a:cubicBezTo>
                    <a:pt x="1" y="502"/>
                    <a:pt x="101" y="1028"/>
                    <a:pt x="301" y="1554"/>
                  </a:cubicBezTo>
                  <a:cubicBezTo>
                    <a:pt x="391" y="1846"/>
                    <a:pt x="661" y="2197"/>
                    <a:pt x="1003" y="2197"/>
                  </a:cubicBezTo>
                  <a:cubicBezTo>
                    <a:pt x="1044" y="2197"/>
                    <a:pt x="1086" y="2192"/>
                    <a:pt x="1128" y="2181"/>
                  </a:cubicBezTo>
                  <a:cubicBezTo>
                    <a:pt x="1454" y="2181"/>
                    <a:pt x="1655" y="1880"/>
                    <a:pt x="1755" y="1655"/>
                  </a:cubicBezTo>
                  <a:cubicBezTo>
                    <a:pt x="2081" y="1254"/>
                    <a:pt x="2382" y="727"/>
                    <a:pt x="2181" y="201"/>
                  </a:cubicBezTo>
                  <a:lnTo>
                    <a:pt x="101" y="1"/>
                  </a:lnTo>
                  <a:close/>
                </a:path>
              </a:pathLst>
            </a:custGeom>
            <a:solidFill>
              <a:srgbClr val="EEFF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7"/>
            <p:cNvSpPr/>
            <p:nvPr/>
          </p:nvSpPr>
          <p:spPr>
            <a:xfrm>
              <a:off x="7543100" y="2992975"/>
              <a:ext cx="55150" cy="54050"/>
            </a:xfrm>
            <a:custGeom>
              <a:rect b="b" l="l" r="r" t="t"/>
              <a:pathLst>
                <a:path extrusionOk="0" h="2162" w="2206">
                  <a:moveTo>
                    <a:pt x="2206" y="1"/>
                  </a:moveTo>
                  <a:lnTo>
                    <a:pt x="0" y="402"/>
                  </a:lnTo>
                  <a:cubicBezTo>
                    <a:pt x="101" y="828"/>
                    <a:pt x="201" y="1354"/>
                    <a:pt x="527" y="1780"/>
                  </a:cubicBezTo>
                  <a:cubicBezTo>
                    <a:pt x="743" y="1997"/>
                    <a:pt x="1077" y="2162"/>
                    <a:pt x="1406" y="2162"/>
                  </a:cubicBezTo>
                  <a:cubicBezTo>
                    <a:pt x="1534" y="2162"/>
                    <a:pt x="1661" y="2137"/>
                    <a:pt x="1780" y="2081"/>
                  </a:cubicBezTo>
                  <a:cubicBezTo>
                    <a:pt x="2206" y="1780"/>
                    <a:pt x="2206" y="1154"/>
                    <a:pt x="2206" y="627"/>
                  </a:cubicBezTo>
                  <a:lnTo>
                    <a:pt x="2206" y="1"/>
                  </a:lnTo>
                  <a:close/>
                </a:path>
              </a:pathLst>
            </a:custGeom>
            <a:solidFill>
              <a:srgbClr val="EEFF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7"/>
            <p:cNvSpPr/>
            <p:nvPr/>
          </p:nvSpPr>
          <p:spPr>
            <a:xfrm>
              <a:off x="7629550" y="2969175"/>
              <a:ext cx="70200" cy="59700"/>
            </a:xfrm>
            <a:custGeom>
              <a:rect b="b" l="l" r="r" t="t"/>
              <a:pathLst>
                <a:path extrusionOk="0" h="2388" w="2808">
                  <a:moveTo>
                    <a:pt x="2507" y="0"/>
                  </a:moveTo>
                  <a:lnTo>
                    <a:pt x="1" y="953"/>
                  </a:lnTo>
                  <a:cubicBezTo>
                    <a:pt x="201" y="1354"/>
                    <a:pt x="502" y="1880"/>
                    <a:pt x="928" y="2206"/>
                  </a:cubicBezTo>
                  <a:cubicBezTo>
                    <a:pt x="1107" y="2332"/>
                    <a:pt x="1338" y="2388"/>
                    <a:pt x="1569" y="2388"/>
                  </a:cubicBezTo>
                  <a:cubicBezTo>
                    <a:pt x="1888" y="2388"/>
                    <a:pt x="2207" y="2281"/>
                    <a:pt x="2382" y="2106"/>
                  </a:cubicBezTo>
                  <a:cubicBezTo>
                    <a:pt x="2607" y="1780"/>
                    <a:pt x="2708" y="1479"/>
                    <a:pt x="2708" y="1153"/>
                  </a:cubicBezTo>
                  <a:cubicBezTo>
                    <a:pt x="2808" y="727"/>
                    <a:pt x="2808" y="326"/>
                    <a:pt x="2507" y="0"/>
                  </a:cubicBezTo>
                  <a:close/>
                </a:path>
              </a:pathLst>
            </a:custGeom>
            <a:solidFill>
              <a:srgbClr val="EEFF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7"/>
            <p:cNvSpPr/>
            <p:nvPr/>
          </p:nvSpPr>
          <p:spPr>
            <a:xfrm>
              <a:off x="6909000" y="2444725"/>
              <a:ext cx="1174850" cy="1164200"/>
            </a:xfrm>
            <a:custGeom>
              <a:rect b="b" l="l" r="r" t="t"/>
              <a:pathLst>
                <a:path extrusionOk="0" h="46568" w="46994">
                  <a:moveTo>
                    <a:pt x="915" y="8731"/>
                  </a:moveTo>
                  <a:cubicBezTo>
                    <a:pt x="919" y="8731"/>
                    <a:pt x="927" y="8741"/>
                    <a:pt x="928" y="8765"/>
                  </a:cubicBezTo>
                  <a:lnTo>
                    <a:pt x="928" y="8765"/>
                  </a:lnTo>
                  <a:cubicBezTo>
                    <a:pt x="910" y="8745"/>
                    <a:pt x="910" y="8731"/>
                    <a:pt x="915" y="8731"/>
                  </a:cubicBezTo>
                  <a:close/>
                  <a:moveTo>
                    <a:pt x="1655" y="9299"/>
                  </a:moveTo>
                  <a:lnTo>
                    <a:pt x="1655" y="9399"/>
                  </a:lnTo>
                  <a:lnTo>
                    <a:pt x="1688" y="9466"/>
                  </a:lnTo>
                  <a:lnTo>
                    <a:pt x="1688" y="9466"/>
                  </a:lnTo>
                  <a:lnTo>
                    <a:pt x="1655" y="9299"/>
                  </a:lnTo>
                  <a:close/>
                  <a:moveTo>
                    <a:pt x="1688" y="9466"/>
                  </a:moveTo>
                  <a:lnTo>
                    <a:pt x="1755" y="9800"/>
                  </a:lnTo>
                  <a:lnTo>
                    <a:pt x="1755" y="9700"/>
                  </a:lnTo>
                  <a:lnTo>
                    <a:pt x="1755" y="9600"/>
                  </a:lnTo>
                  <a:lnTo>
                    <a:pt x="1688" y="9466"/>
                  </a:lnTo>
                  <a:close/>
                  <a:moveTo>
                    <a:pt x="26417" y="1"/>
                  </a:moveTo>
                  <a:cubicBezTo>
                    <a:pt x="25364" y="1"/>
                    <a:pt x="24211" y="302"/>
                    <a:pt x="23284" y="527"/>
                  </a:cubicBezTo>
                  <a:cubicBezTo>
                    <a:pt x="22758" y="627"/>
                    <a:pt x="22131" y="828"/>
                    <a:pt x="21505" y="1254"/>
                  </a:cubicBezTo>
                  <a:cubicBezTo>
                    <a:pt x="21304" y="1254"/>
                    <a:pt x="21179" y="1354"/>
                    <a:pt x="20978" y="1455"/>
                  </a:cubicBezTo>
                  <a:cubicBezTo>
                    <a:pt x="20878" y="1555"/>
                    <a:pt x="20778" y="1655"/>
                    <a:pt x="20552" y="1780"/>
                  </a:cubicBezTo>
                  <a:cubicBezTo>
                    <a:pt x="20251" y="1881"/>
                    <a:pt x="20051" y="2081"/>
                    <a:pt x="19825" y="2282"/>
                  </a:cubicBezTo>
                  <a:cubicBezTo>
                    <a:pt x="18572" y="3134"/>
                    <a:pt x="17545" y="4161"/>
                    <a:pt x="16592" y="5314"/>
                  </a:cubicBezTo>
                  <a:cubicBezTo>
                    <a:pt x="15765" y="6367"/>
                    <a:pt x="15139" y="7520"/>
                    <a:pt x="14612" y="8673"/>
                  </a:cubicBezTo>
                  <a:cubicBezTo>
                    <a:pt x="14086" y="9800"/>
                    <a:pt x="13660" y="10953"/>
                    <a:pt x="13259" y="12307"/>
                  </a:cubicBezTo>
                  <a:cubicBezTo>
                    <a:pt x="12833" y="13560"/>
                    <a:pt x="12532" y="14813"/>
                    <a:pt x="12006" y="15966"/>
                  </a:cubicBezTo>
                  <a:cubicBezTo>
                    <a:pt x="11479" y="17219"/>
                    <a:pt x="10753" y="18272"/>
                    <a:pt x="9800" y="19099"/>
                  </a:cubicBezTo>
                  <a:cubicBezTo>
                    <a:pt x="9274" y="19525"/>
                    <a:pt x="8773" y="19826"/>
                    <a:pt x="8246" y="19951"/>
                  </a:cubicBezTo>
                  <a:cubicBezTo>
                    <a:pt x="7861" y="20098"/>
                    <a:pt x="7422" y="20191"/>
                    <a:pt x="7008" y="20191"/>
                  </a:cubicBezTo>
                  <a:cubicBezTo>
                    <a:pt x="6856" y="20191"/>
                    <a:pt x="6708" y="20178"/>
                    <a:pt x="6567" y="20151"/>
                  </a:cubicBezTo>
                  <a:cubicBezTo>
                    <a:pt x="6041" y="20051"/>
                    <a:pt x="5640" y="19725"/>
                    <a:pt x="5214" y="19425"/>
                  </a:cubicBezTo>
                  <a:cubicBezTo>
                    <a:pt x="4888" y="18999"/>
                    <a:pt x="4687" y="18472"/>
                    <a:pt x="4587" y="17946"/>
                  </a:cubicBezTo>
                  <a:cubicBezTo>
                    <a:pt x="4261" y="16918"/>
                    <a:pt x="4261" y="15765"/>
                    <a:pt x="4261" y="14512"/>
                  </a:cubicBezTo>
                  <a:cubicBezTo>
                    <a:pt x="4261" y="13785"/>
                    <a:pt x="4487" y="13159"/>
                    <a:pt x="4687" y="12532"/>
                  </a:cubicBezTo>
                  <a:cubicBezTo>
                    <a:pt x="4888" y="12307"/>
                    <a:pt x="5114" y="12006"/>
                    <a:pt x="5314" y="11805"/>
                  </a:cubicBezTo>
                  <a:cubicBezTo>
                    <a:pt x="5314" y="11680"/>
                    <a:pt x="5414" y="11580"/>
                    <a:pt x="5515" y="11480"/>
                  </a:cubicBezTo>
                  <a:cubicBezTo>
                    <a:pt x="5640" y="11379"/>
                    <a:pt x="5740" y="11279"/>
                    <a:pt x="5840" y="11179"/>
                  </a:cubicBezTo>
                  <a:cubicBezTo>
                    <a:pt x="5941" y="10953"/>
                    <a:pt x="5941" y="10753"/>
                    <a:pt x="5941" y="10552"/>
                  </a:cubicBezTo>
                  <a:cubicBezTo>
                    <a:pt x="5840" y="10427"/>
                    <a:pt x="5840" y="10327"/>
                    <a:pt x="5740" y="10227"/>
                  </a:cubicBezTo>
                  <a:cubicBezTo>
                    <a:pt x="5640" y="10126"/>
                    <a:pt x="5515" y="10126"/>
                    <a:pt x="5515" y="10126"/>
                  </a:cubicBezTo>
                  <a:lnTo>
                    <a:pt x="5013" y="10126"/>
                  </a:lnTo>
                  <a:cubicBezTo>
                    <a:pt x="5013" y="10126"/>
                    <a:pt x="4829" y="10126"/>
                    <a:pt x="4868" y="10200"/>
                  </a:cubicBezTo>
                  <a:lnTo>
                    <a:pt x="4868" y="10200"/>
                  </a:lnTo>
                  <a:cubicBezTo>
                    <a:pt x="4871" y="10199"/>
                    <a:pt x="4874" y="10198"/>
                    <a:pt x="4876" y="10198"/>
                  </a:cubicBezTo>
                  <a:cubicBezTo>
                    <a:pt x="4883" y="10198"/>
                    <a:pt x="4888" y="10205"/>
                    <a:pt x="4888" y="10227"/>
                  </a:cubicBezTo>
                  <a:cubicBezTo>
                    <a:pt x="4888" y="10227"/>
                    <a:pt x="4824" y="10355"/>
                    <a:pt x="4798" y="10355"/>
                  </a:cubicBezTo>
                  <a:cubicBezTo>
                    <a:pt x="4792" y="10355"/>
                    <a:pt x="4788" y="10347"/>
                    <a:pt x="4788" y="10327"/>
                  </a:cubicBezTo>
                  <a:lnTo>
                    <a:pt x="4788" y="10227"/>
                  </a:lnTo>
                  <a:cubicBezTo>
                    <a:pt x="4788" y="10248"/>
                    <a:pt x="4792" y="10255"/>
                    <a:pt x="4799" y="10255"/>
                  </a:cubicBezTo>
                  <a:cubicBezTo>
                    <a:pt x="4815" y="10255"/>
                    <a:pt x="4844" y="10217"/>
                    <a:pt x="4864" y="10203"/>
                  </a:cubicBezTo>
                  <a:lnTo>
                    <a:pt x="4864" y="10203"/>
                  </a:lnTo>
                  <a:lnTo>
                    <a:pt x="4888" y="10227"/>
                  </a:lnTo>
                  <a:cubicBezTo>
                    <a:pt x="4878" y="10217"/>
                    <a:pt x="4872" y="10208"/>
                    <a:pt x="4868" y="10200"/>
                  </a:cubicBezTo>
                  <a:lnTo>
                    <a:pt x="4868" y="10200"/>
                  </a:lnTo>
                  <a:cubicBezTo>
                    <a:pt x="4867" y="10201"/>
                    <a:pt x="4865" y="10202"/>
                    <a:pt x="4864" y="10203"/>
                  </a:cubicBezTo>
                  <a:lnTo>
                    <a:pt x="4864" y="10203"/>
                  </a:lnTo>
                  <a:lnTo>
                    <a:pt x="4788" y="10126"/>
                  </a:lnTo>
                  <a:cubicBezTo>
                    <a:pt x="4687" y="10126"/>
                    <a:pt x="4687" y="10026"/>
                    <a:pt x="4587" y="10026"/>
                  </a:cubicBezTo>
                  <a:lnTo>
                    <a:pt x="4587" y="9700"/>
                  </a:lnTo>
                  <a:cubicBezTo>
                    <a:pt x="4587" y="9600"/>
                    <a:pt x="4687" y="9399"/>
                    <a:pt x="4687" y="9174"/>
                  </a:cubicBezTo>
                  <a:lnTo>
                    <a:pt x="4687" y="8873"/>
                  </a:lnTo>
                  <a:lnTo>
                    <a:pt x="4687" y="8547"/>
                  </a:lnTo>
                  <a:cubicBezTo>
                    <a:pt x="4587" y="8347"/>
                    <a:pt x="4587" y="8247"/>
                    <a:pt x="4487" y="8146"/>
                  </a:cubicBezTo>
                  <a:cubicBezTo>
                    <a:pt x="4487" y="8046"/>
                    <a:pt x="4387" y="8046"/>
                    <a:pt x="4261" y="7921"/>
                  </a:cubicBezTo>
                  <a:cubicBezTo>
                    <a:pt x="4161" y="7871"/>
                    <a:pt x="4036" y="7846"/>
                    <a:pt x="3920" y="7846"/>
                  </a:cubicBezTo>
                  <a:cubicBezTo>
                    <a:pt x="3804" y="7846"/>
                    <a:pt x="3697" y="7871"/>
                    <a:pt x="3635" y="7921"/>
                  </a:cubicBezTo>
                  <a:cubicBezTo>
                    <a:pt x="3519" y="7993"/>
                    <a:pt x="3436" y="8057"/>
                    <a:pt x="3368" y="8118"/>
                  </a:cubicBezTo>
                  <a:lnTo>
                    <a:pt x="3368" y="8118"/>
                  </a:lnTo>
                  <a:cubicBezTo>
                    <a:pt x="3357" y="8093"/>
                    <a:pt x="3345" y="8069"/>
                    <a:pt x="3334" y="8046"/>
                  </a:cubicBezTo>
                  <a:cubicBezTo>
                    <a:pt x="3234" y="7820"/>
                    <a:pt x="3134" y="7720"/>
                    <a:pt x="3008" y="7620"/>
                  </a:cubicBezTo>
                  <a:cubicBezTo>
                    <a:pt x="3008" y="7620"/>
                    <a:pt x="2908" y="7520"/>
                    <a:pt x="2808" y="7520"/>
                  </a:cubicBezTo>
                  <a:cubicBezTo>
                    <a:pt x="2808" y="7419"/>
                    <a:pt x="2708" y="7419"/>
                    <a:pt x="2607" y="7419"/>
                  </a:cubicBezTo>
                  <a:cubicBezTo>
                    <a:pt x="2382" y="7294"/>
                    <a:pt x="2281" y="7294"/>
                    <a:pt x="2081" y="7294"/>
                  </a:cubicBezTo>
                  <a:cubicBezTo>
                    <a:pt x="1880" y="7419"/>
                    <a:pt x="1755" y="7520"/>
                    <a:pt x="1655" y="7620"/>
                  </a:cubicBezTo>
                  <a:cubicBezTo>
                    <a:pt x="1555" y="7921"/>
                    <a:pt x="1454" y="8146"/>
                    <a:pt x="1354" y="8247"/>
                  </a:cubicBezTo>
                  <a:lnTo>
                    <a:pt x="1354" y="8447"/>
                  </a:lnTo>
                  <a:cubicBezTo>
                    <a:pt x="1354" y="8447"/>
                    <a:pt x="1354" y="8347"/>
                    <a:pt x="1254" y="8347"/>
                  </a:cubicBezTo>
                  <a:lnTo>
                    <a:pt x="1254" y="8247"/>
                  </a:lnTo>
                  <a:lnTo>
                    <a:pt x="1129" y="8247"/>
                  </a:lnTo>
                  <a:cubicBezTo>
                    <a:pt x="1129" y="8247"/>
                    <a:pt x="1039" y="8202"/>
                    <a:pt x="921" y="8202"/>
                  </a:cubicBezTo>
                  <a:cubicBezTo>
                    <a:pt x="861" y="8202"/>
                    <a:pt x="794" y="8213"/>
                    <a:pt x="728" y="8247"/>
                  </a:cubicBezTo>
                  <a:cubicBezTo>
                    <a:pt x="627" y="8247"/>
                    <a:pt x="502" y="8347"/>
                    <a:pt x="402" y="8447"/>
                  </a:cubicBezTo>
                  <a:cubicBezTo>
                    <a:pt x="402" y="8547"/>
                    <a:pt x="301" y="8673"/>
                    <a:pt x="301" y="8673"/>
                  </a:cubicBezTo>
                  <a:cubicBezTo>
                    <a:pt x="201" y="8873"/>
                    <a:pt x="201" y="9174"/>
                    <a:pt x="101" y="9399"/>
                  </a:cubicBezTo>
                  <a:cubicBezTo>
                    <a:pt x="1" y="9800"/>
                    <a:pt x="1" y="10126"/>
                    <a:pt x="1" y="10427"/>
                  </a:cubicBezTo>
                  <a:cubicBezTo>
                    <a:pt x="1" y="11179"/>
                    <a:pt x="101" y="11580"/>
                    <a:pt x="201" y="12106"/>
                  </a:cubicBezTo>
                  <a:cubicBezTo>
                    <a:pt x="301" y="12532"/>
                    <a:pt x="402" y="12933"/>
                    <a:pt x="502" y="13560"/>
                  </a:cubicBezTo>
                  <a:cubicBezTo>
                    <a:pt x="627" y="14086"/>
                    <a:pt x="627" y="14813"/>
                    <a:pt x="502" y="15966"/>
                  </a:cubicBezTo>
                  <a:cubicBezTo>
                    <a:pt x="502" y="16392"/>
                    <a:pt x="402" y="17119"/>
                    <a:pt x="502" y="18071"/>
                  </a:cubicBezTo>
                  <a:cubicBezTo>
                    <a:pt x="502" y="18999"/>
                    <a:pt x="828" y="20151"/>
                    <a:pt x="1354" y="21204"/>
                  </a:cubicBezTo>
                  <a:cubicBezTo>
                    <a:pt x="1555" y="21605"/>
                    <a:pt x="1880" y="22131"/>
                    <a:pt x="2281" y="22557"/>
                  </a:cubicBezTo>
                  <a:cubicBezTo>
                    <a:pt x="2607" y="22958"/>
                    <a:pt x="3008" y="23284"/>
                    <a:pt x="3434" y="23485"/>
                  </a:cubicBezTo>
                  <a:cubicBezTo>
                    <a:pt x="4261" y="24011"/>
                    <a:pt x="5013" y="24212"/>
                    <a:pt x="5414" y="24337"/>
                  </a:cubicBezTo>
                  <a:cubicBezTo>
                    <a:pt x="6185" y="24484"/>
                    <a:pt x="6888" y="24577"/>
                    <a:pt x="7584" y="24577"/>
                  </a:cubicBezTo>
                  <a:cubicBezTo>
                    <a:pt x="7838" y="24577"/>
                    <a:pt x="8091" y="24564"/>
                    <a:pt x="8347" y="24537"/>
                  </a:cubicBezTo>
                  <a:cubicBezTo>
                    <a:pt x="8973" y="24537"/>
                    <a:pt x="9500" y="24337"/>
                    <a:pt x="10026" y="24111"/>
                  </a:cubicBezTo>
                  <a:cubicBezTo>
                    <a:pt x="10527" y="24011"/>
                    <a:pt x="11053" y="23811"/>
                    <a:pt x="11580" y="23585"/>
                  </a:cubicBezTo>
                  <a:cubicBezTo>
                    <a:pt x="11906" y="23384"/>
                    <a:pt x="12532" y="23184"/>
                    <a:pt x="12933" y="22858"/>
                  </a:cubicBezTo>
                  <a:cubicBezTo>
                    <a:pt x="13459" y="22658"/>
                    <a:pt x="13886" y="22232"/>
                    <a:pt x="13886" y="21931"/>
                  </a:cubicBezTo>
                  <a:cubicBezTo>
                    <a:pt x="13986" y="21705"/>
                    <a:pt x="14186" y="21405"/>
                    <a:pt x="14186" y="21204"/>
                  </a:cubicBezTo>
                  <a:cubicBezTo>
                    <a:pt x="14287" y="20878"/>
                    <a:pt x="14186" y="20577"/>
                    <a:pt x="14086" y="20577"/>
                  </a:cubicBezTo>
                  <a:cubicBezTo>
                    <a:pt x="14056" y="20540"/>
                    <a:pt x="14026" y="20525"/>
                    <a:pt x="13996" y="20525"/>
                  </a:cubicBezTo>
                  <a:cubicBezTo>
                    <a:pt x="13926" y="20525"/>
                    <a:pt x="13856" y="20607"/>
                    <a:pt x="13785" y="20678"/>
                  </a:cubicBezTo>
                  <a:cubicBezTo>
                    <a:pt x="13660" y="20778"/>
                    <a:pt x="13560" y="20878"/>
                    <a:pt x="13459" y="21079"/>
                  </a:cubicBezTo>
                  <a:cubicBezTo>
                    <a:pt x="13159" y="21605"/>
                    <a:pt x="12532" y="22232"/>
                    <a:pt x="11906" y="22557"/>
                  </a:cubicBezTo>
                  <a:cubicBezTo>
                    <a:pt x="11053" y="22958"/>
                    <a:pt x="10427" y="23184"/>
                    <a:pt x="9800" y="23384"/>
                  </a:cubicBezTo>
                  <a:cubicBezTo>
                    <a:pt x="9500" y="23485"/>
                    <a:pt x="9174" y="23585"/>
                    <a:pt x="8873" y="23585"/>
                  </a:cubicBezTo>
                  <a:cubicBezTo>
                    <a:pt x="8773" y="23585"/>
                    <a:pt x="8547" y="23710"/>
                    <a:pt x="8447" y="23710"/>
                  </a:cubicBezTo>
                  <a:lnTo>
                    <a:pt x="7921" y="23710"/>
                  </a:lnTo>
                  <a:cubicBezTo>
                    <a:pt x="7294" y="23710"/>
                    <a:pt x="6567" y="23710"/>
                    <a:pt x="5740" y="23585"/>
                  </a:cubicBezTo>
                  <a:cubicBezTo>
                    <a:pt x="4888" y="23384"/>
                    <a:pt x="3961" y="22958"/>
                    <a:pt x="3008" y="22131"/>
                  </a:cubicBezTo>
                  <a:cubicBezTo>
                    <a:pt x="2281" y="21204"/>
                    <a:pt x="1755" y="20151"/>
                    <a:pt x="1454" y="18999"/>
                  </a:cubicBezTo>
                  <a:cubicBezTo>
                    <a:pt x="1354" y="18472"/>
                    <a:pt x="1354" y="17946"/>
                    <a:pt x="1354" y="17319"/>
                  </a:cubicBezTo>
                  <a:cubicBezTo>
                    <a:pt x="1254" y="16818"/>
                    <a:pt x="1354" y="16292"/>
                    <a:pt x="1354" y="15665"/>
                  </a:cubicBezTo>
                  <a:cubicBezTo>
                    <a:pt x="1454" y="15039"/>
                    <a:pt x="1454" y="14412"/>
                    <a:pt x="1454" y="13785"/>
                  </a:cubicBezTo>
                  <a:cubicBezTo>
                    <a:pt x="1354" y="13159"/>
                    <a:pt x="1129" y="12633"/>
                    <a:pt x="1028" y="12006"/>
                  </a:cubicBezTo>
                  <a:cubicBezTo>
                    <a:pt x="928" y="11480"/>
                    <a:pt x="828" y="10953"/>
                    <a:pt x="828" y="10427"/>
                  </a:cubicBezTo>
                  <a:cubicBezTo>
                    <a:pt x="828" y="10126"/>
                    <a:pt x="828" y="9926"/>
                    <a:pt x="928" y="9600"/>
                  </a:cubicBezTo>
                  <a:cubicBezTo>
                    <a:pt x="928" y="9505"/>
                    <a:pt x="928" y="9410"/>
                    <a:pt x="1013" y="9209"/>
                  </a:cubicBezTo>
                  <a:lnTo>
                    <a:pt x="1013" y="9209"/>
                  </a:lnTo>
                  <a:cubicBezTo>
                    <a:pt x="1044" y="9286"/>
                    <a:pt x="1068" y="9379"/>
                    <a:pt x="1129" y="9500"/>
                  </a:cubicBezTo>
                  <a:cubicBezTo>
                    <a:pt x="1454" y="9399"/>
                    <a:pt x="1555" y="9399"/>
                    <a:pt x="1555" y="9299"/>
                  </a:cubicBezTo>
                  <a:lnTo>
                    <a:pt x="1655" y="9299"/>
                  </a:lnTo>
                  <a:cubicBezTo>
                    <a:pt x="1655" y="9299"/>
                    <a:pt x="1755" y="9174"/>
                    <a:pt x="2081" y="8973"/>
                  </a:cubicBezTo>
                  <a:lnTo>
                    <a:pt x="2081" y="8773"/>
                  </a:lnTo>
                  <a:cubicBezTo>
                    <a:pt x="2081" y="8673"/>
                    <a:pt x="2081" y="8547"/>
                    <a:pt x="2181" y="8547"/>
                  </a:cubicBezTo>
                  <a:lnTo>
                    <a:pt x="2181" y="8447"/>
                  </a:lnTo>
                  <a:lnTo>
                    <a:pt x="2281" y="8347"/>
                  </a:lnTo>
                  <a:lnTo>
                    <a:pt x="2281" y="8247"/>
                  </a:lnTo>
                  <a:lnTo>
                    <a:pt x="2281" y="8146"/>
                  </a:lnTo>
                  <a:lnTo>
                    <a:pt x="2382" y="8146"/>
                  </a:lnTo>
                  <a:lnTo>
                    <a:pt x="2507" y="8247"/>
                  </a:lnTo>
                  <a:cubicBezTo>
                    <a:pt x="2708" y="8447"/>
                    <a:pt x="2708" y="8547"/>
                    <a:pt x="2708" y="8773"/>
                  </a:cubicBezTo>
                  <a:lnTo>
                    <a:pt x="2708" y="9700"/>
                  </a:lnTo>
                  <a:lnTo>
                    <a:pt x="3434" y="9174"/>
                  </a:lnTo>
                  <a:cubicBezTo>
                    <a:pt x="3535" y="9174"/>
                    <a:pt x="3635" y="9074"/>
                    <a:pt x="3635" y="9074"/>
                  </a:cubicBezTo>
                  <a:cubicBezTo>
                    <a:pt x="3760" y="8973"/>
                    <a:pt x="3760" y="8873"/>
                    <a:pt x="3760" y="8873"/>
                  </a:cubicBezTo>
                  <a:lnTo>
                    <a:pt x="3961" y="8873"/>
                  </a:lnTo>
                  <a:lnTo>
                    <a:pt x="3961" y="8973"/>
                  </a:lnTo>
                  <a:lnTo>
                    <a:pt x="3961" y="9174"/>
                  </a:lnTo>
                  <a:cubicBezTo>
                    <a:pt x="3860" y="9299"/>
                    <a:pt x="3860" y="9399"/>
                    <a:pt x="3860" y="9500"/>
                  </a:cubicBezTo>
                  <a:cubicBezTo>
                    <a:pt x="3860" y="9600"/>
                    <a:pt x="3760" y="9800"/>
                    <a:pt x="3860" y="10026"/>
                  </a:cubicBezTo>
                  <a:cubicBezTo>
                    <a:pt x="3860" y="10126"/>
                    <a:pt x="3961" y="10327"/>
                    <a:pt x="4061" y="10427"/>
                  </a:cubicBezTo>
                  <a:cubicBezTo>
                    <a:pt x="4161" y="10552"/>
                    <a:pt x="4261" y="10653"/>
                    <a:pt x="4387" y="10753"/>
                  </a:cubicBezTo>
                  <a:lnTo>
                    <a:pt x="4387" y="10853"/>
                  </a:lnTo>
                  <a:lnTo>
                    <a:pt x="4587" y="10853"/>
                  </a:lnTo>
                  <a:cubicBezTo>
                    <a:pt x="4587" y="10953"/>
                    <a:pt x="4687" y="10953"/>
                    <a:pt x="4687" y="10953"/>
                  </a:cubicBezTo>
                  <a:lnTo>
                    <a:pt x="4788" y="10953"/>
                  </a:lnTo>
                  <a:cubicBezTo>
                    <a:pt x="4788" y="10920"/>
                    <a:pt x="4799" y="10909"/>
                    <a:pt x="4814" y="10909"/>
                  </a:cubicBezTo>
                  <a:cubicBezTo>
                    <a:pt x="4843" y="10909"/>
                    <a:pt x="4888" y="10953"/>
                    <a:pt x="4888" y="10953"/>
                  </a:cubicBezTo>
                  <a:lnTo>
                    <a:pt x="4888" y="11054"/>
                  </a:lnTo>
                  <a:cubicBezTo>
                    <a:pt x="4888" y="11054"/>
                    <a:pt x="4788" y="11054"/>
                    <a:pt x="4788" y="11179"/>
                  </a:cubicBezTo>
                  <a:cubicBezTo>
                    <a:pt x="4687" y="11279"/>
                    <a:pt x="4687" y="11279"/>
                    <a:pt x="4587" y="11379"/>
                  </a:cubicBezTo>
                  <a:cubicBezTo>
                    <a:pt x="4387" y="11580"/>
                    <a:pt x="4261" y="11805"/>
                    <a:pt x="4161" y="12106"/>
                  </a:cubicBezTo>
                  <a:cubicBezTo>
                    <a:pt x="3860" y="12633"/>
                    <a:pt x="3760" y="13259"/>
                    <a:pt x="3635" y="13886"/>
                  </a:cubicBezTo>
                  <a:cubicBezTo>
                    <a:pt x="3535" y="14186"/>
                    <a:pt x="3535" y="14613"/>
                    <a:pt x="3535" y="15039"/>
                  </a:cubicBezTo>
                  <a:lnTo>
                    <a:pt x="3535" y="16292"/>
                  </a:lnTo>
                  <a:cubicBezTo>
                    <a:pt x="3535" y="17119"/>
                    <a:pt x="3760" y="17946"/>
                    <a:pt x="3961" y="18698"/>
                  </a:cubicBezTo>
                  <a:cubicBezTo>
                    <a:pt x="4161" y="19324"/>
                    <a:pt x="4487" y="19826"/>
                    <a:pt x="5013" y="20151"/>
                  </a:cubicBezTo>
                  <a:cubicBezTo>
                    <a:pt x="5414" y="20577"/>
                    <a:pt x="6041" y="20778"/>
                    <a:pt x="6567" y="20878"/>
                  </a:cubicBezTo>
                  <a:cubicBezTo>
                    <a:pt x="6805" y="20903"/>
                    <a:pt x="7029" y="20916"/>
                    <a:pt x="7241" y="20916"/>
                  </a:cubicBezTo>
                  <a:cubicBezTo>
                    <a:pt x="7877" y="20916"/>
                    <a:pt x="8403" y="20803"/>
                    <a:pt x="8873" y="20577"/>
                  </a:cubicBezTo>
                  <a:cubicBezTo>
                    <a:pt x="9174" y="20452"/>
                    <a:pt x="9500" y="20252"/>
                    <a:pt x="9700" y="20151"/>
                  </a:cubicBezTo>
                  <a:cubicBezTo>
                    <a:pt x="10026" y="19951"/>
                    <a:pt x="10226" y="19725"/>
                    <a:pt x="10527" y="19525"/>
                  </a:cubicBezTo>
                  <a:cubicBezTo>
                    <a:pt x="10953" y="19099"/>
                    <a:pt x="11379" y="18572"/>
                    <a:pt x="11780" y="18071"/>
                  </a:cubicBezTo>
                  <a:cubicBezTo>
                    <a:pt x="12106" y="17445"/>
                    <a:pt x="12407" y="16818"/>
                    <a:pt x="12733" y="16066"/>
                  </a:cubicBezTo>
                  <a:cubicBezTo>
                    <a:pt x="13033" y="15039"/>
                    <a:pt x="13785" y="13059"/>
                    <a:pt x="14086" y="12106"/>
                  </a:cubicBezTo>
                  <a:cubicBezTo>
                    <a:pt x="14412" y="11179"/>
                    <a:pt x="14612" y="10552"/>
                    <a:pt x="14913" y="9700"/>
                  </a:cubicBezTo>
                  <a:cubicBezTo>
                    <a:pt x="15239" y="8773"/>
                    <a:pt x="15665" y="8046"/>
                    <a:pt x="16166" y="7294"/>
                  </a:cubicBezTo>
                  <a:cubicBezTo>
                    <a:pt x="16793" y="6367"/>
                    <a:pt x="17419" y="5640"/>
                    <a:pt x="18046" y="4913"/>
                  </a:cubicBezTo>
                  <a:cubicBezTo>
                    <a:pt x="18798" y="4161"/>
                    <a:pt x="19525" y="3435"/>
                    <a:pt x="20352" y="2808"/>
                  </a:cubicBezTo>
                  <a:cubicBezTo>
                    <a:pt x="20678" y="2607"/>
                    <a:pt x="21079" y="2407"/>
                    <a:pt x="21404" y="2181"/>
                  </a:cubicBezTo>
                  <a:cubicBezTo>
                    <a:pt x="21705" y="1981"/>
                    <a:pt x="22131" y="1780"/>
                    <a:pt x="22557" y="1655"/>
                  </a:cubicBezTo>
                  <a:cubicBezTo>
                    <a:pt x="23284" y="1254"/>
                    <a:pt x="24011" y="1028"/>
                    <a:pt x="24838" y="928"/>
                  </a:cubicBezTo>
                  <a:cubicBezTo>
                    <a:pt x="25356" y="838"/>
                    <a:pt x="25854" y="788"/>
                    <a:pt x="26350" y="788"/>
                  </a:cubicBezTo>
                  <a:cubicBezTo>
                    <a:pt x="26957" y="788"/>
                    <a:pt x="27562" y="863"/>
                    <a:pt x="28196" y="1028"/>
                  </a:cubicBezTo>
                  <a:cubicBezTo>
                    <a:pt x="29224" y="1254"/>
                    <a:pt x="30277" y="1655"/>
                    <a:pt x="31329" y="2181"/>
                  </a:cubicBezTo>
                  <a:cubicBezTo>
                    <a:pt x="32357" y="2708"/>
                    <a:pt x="33084" y="3234"/>
                    <a:pt x="33936" y="4061"/>
                  </a:cubicBezTo>
                  <a:cubicBezTo>
                    <a:pt x="34863" y="4913"/>
                    <a:pt x="35916" y="6041"/>
                    <a:pt x="36542" y="7194"/>
                  </a:cubicBezTo>
                  <a:cubicBezTo>
                    <a:pt x="37169" y="8146"/>
                    <a:pt x="37595" y="9074"/>
                    <a:pt x="38096" y="10026"/>
                  </a:cubicBezTo>
                  <a:cubicBezTo>
                    <a:pt x="38948" y="11680"/>
                    <a:pt x="38948" y="14086"/>
                    <a:pt x="39475" y="15866"/>
                  </a:cubicBezTo>
                  <a:cubicBezTo>
                    <a:pt x="39775" y="16492"/>
                    <a:pt x="39976" y="17119"/>
                    <a:pt x="40302" y="17745"/>
                  </a:cubicBezTo>
                  <a:cubicBezTo>
                    <a:pt x="40502" y="18372"/>
                    <a:pt x="40728" y="18898"/>
                    <a:pt x="41029" y="19425"/>
                  </a:cubicBezTo>
                  <a:cubicBezTo>
                    <a:pt x="41229" y="20051"/>
                    <a:pt x="41455" y="20577"/>
                    <a:pt x="41755" y="20978"/>
                  </a:cubicBezTo>
                  <a:cubicBezTo>
                    <a:pt x="42382" y="22232"/>
                    <a:pt x="43008" y="23384"/>
                    <a:pt x="43535" y="24638"/>
                  </a:cubicBezTo>
                  <a:cubicBezTo>
                    <a:pt x="44161" y="25891"/>
                    <a:pt x="44688" y="26843"/>
                    <a:pt x="44988" y="28197"/>
                  </a:cubicBezTo>
                  <a:cubicBezTo>
                    <a:pt x="45415" y="29650"/>
                    <a:pt x="45841" y="30803"/>
                    <a:pt x="46041" y="32257"/>
                  </a:cubicBezTo>
                  <a:cubicBezTo>
                    <a:pt x="46242" y="34036"/>
                    <a:pt x="45615" y="35816"/>
                    <a:pt x="45515" y="37595"/>
                  </a:cubicBezTo>
                  <a:cubicBezTo>
                    <a:pt x="45515" y="38422"/>
                    <a:pt x="45415" y="39149"/>
                    <a:pt x="45515" y="39876"/>
                  </a:cubicBezTo>
                  <a:cubicBezTo>
                    <a:pt x="45615" y="40302"/>
                    <a:pt x="45615" y="40728"/>
                    <a:pt x="45740" y="41129"/>
                  </a:cubicBezTo>
                  <a:cubicBezTo>
                    <a:pt x="45841" y="41455"/>
                    <a:pt x="45941" y="41756"/>
                    <a:pt x="45941" y="42081"/>
                  </a:cubicBezTo>
                  <a:cubicBezTo>
                    <a:pt x="46041" y="42708"/>
                    <a:pt x="46041" y="43334"/>
                    <a:pt x="45941" y="43861"/>
                  </a:cubicBezTo>
                  <a:cubicBezTo>
                    <a:pt x="45941" y="44387"/>
                    <a:pt x="45841" y="44888"/>
                    <a:pt x="45515" y="45314"/>
                  </a:cubicBezTo>
                  <a:cubicBezTo>
                    <a:pt x="45415" y="45515"/>
                    <a:pt x="45314" y="45515"/>
                    <a:pt x="45214" y="45640"/>
                  </a:cubicBezTo>
                  <a:cubicBezTo>
                    <a:pt x="45214" y="45640"/>
                    <a:pt x="45169" y="45685"/>
                    <a:pt x="45140" y="45685"/>
                  </a:cubicBezTo>
                  <a:cubicBezTo>
                    <a:pt x="45125" y="45685"/>
                    <a:pt x="45114" y="45674"/>
                    <a:pt x="45114" y="45640"/>
                  </a:cubicBezTo>
                  <a:cubicBezTo>
                    <a:pt x="44988" y="45640"/>
                    <a:pt x="44988" y="45515"/>
                    <a:pt x="44988" y="45515"/>
                  </a:cubicBezTo>
                  <a:lnTo>
                    <a:pt x="44988" y="45214"/>
                  </a:lnTo>
                  <a:lnTo>
                    <a:pt x="44988" y="45014"/>
                  </a:lnTo>
                  <a:lnTo>
                    <a:pt x="45114" y="44788"/>
                  </a:lnTo>
                  <a:lnTo>
                    <a:pt x="45114" y="44688"/>
                  </a:lnTo>
                  <a:lnTo>
                    <a:pt x="45214" y="44487"/>
                  </a:lnTo>
                  <a:cubicBezTo>
                    <a:pt x="45214" y="44387"/>
                    <a:pt x="45314" y="44162"/>
                    <a:pt x="45314" y="44061"/>
                  </a:cubicBezTo>
                  <a:lnTo>
                    <a:pt x="44819" y="43967"/>
                  </a:lnTo>
                  <a:lnTo>
                    <a:pt x="44819" y="43967"/>
                  </a:lnTo>
                  <a:lnTo>
                    <a:pt x="44487" y="43861"/>
                  </a:lnTo>
                  <a:cubicBezTo>
                    <a:pt x="44482" y="43874"/>
                    <a:pt x="44476" y="43887"/>
                    <a:pt x="44471" y="43901"/>
                  </a:cubicBezTo>
                  <a:lnTo>
                    <a:pt x="44471" y="43901"/>
                  </a:lnTo>
                  <a:lnTo>
                    <a:pt x="44262" y="43861"/>
                  </a:lnTo>
                  <a:cubicBezTo>
                    <a:pt x="44173" y="44127"/>
                    <a:pt x="44163" y="44335"/>
                    <a:pt x="44162" y="44588"/>
                  </a:cubicBezTo>
                  <a:lnTo>
                    <a:pt x="44162" y="44588"/>
                  </a:lnTo>
                  <a:cubicBezTo>
                    <a:pt x="44161" y="44588"/>
                    <a:pt x="44161" y="44588"/>
                    <a:pt x="44161" y="44588"/>
                  </a:cubicBezTo>
                  <a:cubicBezTo>
                    <a:pt x="44161" y="44688"/>
                    <a:pt x="44061" y="44788"/>
                    <a:pt x="44061" y="44788"/>
                  </a:cubicBezTo>
                  <a:lnTo>
                    <a:pt x="43961" y="44788"/>
                  </a:lnTo>
                  <a:cubicBezTo>
                    <a:pt x="43861" y="44788"/>
                    <a:pt x="43861" y="44688"/>
                    <a:pt x="43861" y="44688"/>
                  </a:cubicBezTo>
                  <a:lnTo>
                    <a:pt x="43861" y="44487"/>
                  </a:lnTo>
                  <a:cubicBezTo>
                    <a:pt x="43961" y="44162"/>
                    <a:pt x="43961" y="43961"/>
                    <a:pt x="43961" y="43761"/>
                  </a:cubicBezTo>
                  <a:lnTo>
                    <a:pt x="43961" y="43134"/>
                  </a:lnTo>
                  <a:lnTo>
                    <a:pt x="43334" y="43435"/>
                  </a:lnTo>
                  <a:cubicBezTo>
                    <a:pt x="43008" y="43535"/>
                    <a:pt x="42908" y="43761"/>
                    <a:pt x="42808" y="43961"/>
                  </a:cubicBezTo>
                  <a:cubicBezTo>
                    <a:pt x="42708" y="44162"/>
                    <a:pt x="42607" y="44262"/>
                    <a:pt x="42482" y="44487"/>
                  </a:cubicBezTo>
                  <a:cubicBezTo>
                    <a:pt x="42482" y="44487"/>
                    <a:pt x="42482" y="44588"/>
                    <a:pt x="42382" y="44588"/>
                  </a:cubicBezTo>
                  <a:lnTo>
                    <a:pt x="42382" y="44688"/>
                  </a:lnTo>
                  <a:lnTo>
                    <a:pt x="42181" y="44688"/>
                  </a:lnTo>
                  <a:lnTo>
                    <a:pt x="42181" y="44588"/>
                  </a:lnTo>
                  <a:lnTo>
                    <a:pt x="42181" y="44487"/>
                  </a:lnTo>
                  <a:cubicBezTo>
                    <a:pt x="42081" y="44487"/>
                    <a:pt x="42081" y="44387"/>
                    <a:pt x="42081" y="44387"/>
                  </a:cubicBezTo>
                  <a:cubicBezTo>
                    <a:pt x="42181" y="44061"/>
                    <a:pt x="42181" y="43761"/>
                    <a:pt x="42181" y="43535"/>
                  </a:cubicBezTo>
                  <a:cubicBezTo>
                    <a:pt x="42181" y="43334"/>
                    <a:pt x="42181" y="43234"/>
                    <a:pt x="42282" y="43009"/>
                  </a:cubicBezTo>
                  <a:lnTo>
                    <a:pt x="42282" y="42608"/>
                  </a:lnTo>
                  <a:cubicBezTo>
                    <a:pt x="42282" y="42382"/>
                    <a:pt x="42382" y="42081"/>
                    <a:pt x="42382" y="41756"/>
                  </a:cubicBezTo>
                  <a:cubicBezTo>
                    <a:pt x="42382" y="41655"/>
                    <a:pt x="42482" y="41555"/>
                    <a:pt x="42482" y="41355"/>
                  </a:cubicBezTo>
                  <a:cubicBezTo>
                    <a:pt x="42482" y="41254"/>
                    <a:pt x="42607" y="41129"/>
                    <a:pt x="42482" y="41029"/>
                  </a:cubicBezTo>
                  <a:cubicBezTo>
                    <a:pt x="42282" y="41129"/>
                    <a:pt x="41981" y="41355"/>
                    <a:pt x="41655" y="41455"/>
                  </a:cubicBezTo>
                  <a:cubicBezTo>
                    <a:pt x="41555" y="41555"/>
                    <a:pt x="41455" y="41555"/>
                    <a:pt x="41354" y="41555"/>
                  </a:cubicBezTo>
                  <a:cubicBezTo>
                    <a:pt x="41229" y="41655"/>
                    <a:pt x="41129" y="41655"/>
                    <a:pt x="41129" y="41655"/>
                  </a:cubicBezTo>
                  <a:lnTo>
                    <a:pt x="40928" y="41655"/>
                  </a:lnTo>
                  <a:cubicBezTo>
                    <a:pt x="40728" y="41655"/>
                    <a:pt x="40728" y="41655"/>
                    <a:pt x="40602" y="41555"/>
                  </a:cubicBezTo>
                  <a:cubicBezTo>
                    <a:pt x="40502" y="41555"/>
                    <a:pt x="40502" y="41455"/>
                    <a:pt x="40402" y="41355"/>
                  </a:cubicBezTo>
                  <a:cubicBezTo>
                    <a:pt x="40402" y="41129"/>
                    <a:pt x="40502" y="40828"/>
                    <a:pt x="40728" y="40628"/>
                  </a:cubicBezTo>
                  <a:cubicBezTo>
                    <a:pt x="40828" y="40402"/>
                    <a:pt x="41029" y="40202"/>
                    <a:pt x="41354" y="39876"/>
                  </a:cubicBezTo>
                  <a:cubicBezTo>
                    <a:pt x="41555" y="39675"/>
                    <a:pt x="41755" y="39475"/>
                    <a:pt x="41981" y="39149"/>
                  </a:cubicBezTo>
                  <a:cubicBezTo>
                    <a:pt x="42181" y="38948"/>
                    <a:pt x="42482" y="38623"/>
                    <a:pt x="42808" y="37996"/>
                  </a:cubicBezTo>
                  <a:cubicBezTo>
                    <a:pt x="42908" y="37695"/>
                    <a:pt x="43109" y="37370"/>
                    <a:pt x="43109" y="36969"/>
                  </a:cubicBezTo>
                  <a:cubicBezTo>
                    <a:pt x="43234" y="36743"/>
                    <a:pt x="43234" y="36542"/>
                    <a:pt x="43234" y="36342"/>
                  </a:cubicBezTo>
                  <a:cubicBezTo>
                    <a:pt x="43334" y="36116"/>
                    <a:pt x="43234" y="35916"/>
                    <a:pt x="43334" y="35816"/>
                  </a:cubicBezTo>
                  <a:cubicBezTo>
                    <a:pt x="43334" y="34237"/>
                    <a:pt x="43109" y="32683"/>
                    <a:pt x="43109" y="32156"/>
                  </a:cubicBezTo>
                  <a:cubicBezTo>
                    <a:pt x="42708" y="30277"/>
                    <a:pt x="42382" y="29450"/>
                    <a:pt x="42181" y="28723"/>
                  </a:cubicBezTo>
                  <a:cubicBezTo>
                    <a:pt x="42081" y="28598"/>
                    <a:pt x="42081" y="28397"/>
                    <a:pt x="41981" y="28197"/>
                  </a:cubicBezTo>
                  <a:cubicBezTo>
                    <a:pt x="41856" y="27971"/>
                    <a:pt x="41856" y="27871"/>
                    <a:pt x="41755" y="27670"/>
                  </a:cubicBezTo>
                  <a:cubicBezTo>
                    <a:pt x="41655" y="27470"/>
                    <a:pt x="41555" y="27144"/>
                    <a:pt x="41455" y="26943"/>
                  </a:cubicBezTo>
                  <a:cubicBezTo>
                    <a:pt x="41354" y="26618"/>
                    <a:pt x="41229" y="26417"/>
                    <a:pt x="41029" y="26091"/>
                  </a:cubicBezTo>
                  <a:cubicBezTo>
                    <a:pt x="40728" y="25364"/>
                    <a:pt x="40201" y="24337"/>
                    <a:pt x="39475" y="23485"/>
                  </a:cubicBezTo>
                  <a:cubicBezTo>
                    <a:pt x="38848" y="22557"/>
                    <a:pt x="37996" y="21931"/>
                    <a:pt x="37470" y="21705"/>
                  </a:cubicBezTo>
                  <a:cubicBezTo>
                    <a:pt x="37443" y="21679"/>
                    <a:pt x="37410" y="21666"/>
                    <a:pt x="37377" y="21666"/>
                  </a:cubicBezTo>
                  <a:cubicBezTo>
                    <a:pt x="37285" y="21666"/>
                    <a:pt x="37195" y="21765"/>
                    <a:pt x="37269" y="21931"/>
                  </a:cubicBezTo>
                  <a:cubicBezTo>
                    <a:pt x="37369" y="22131"/>
                    <a:pt x="37470" y="22332"/>
                    <a:pt x="37695" y="22457"/>
                  </a:cubicBezTo>
                  <a:cubicBezTo>
                    <a:pt x="38422" y="23384"/>
                    <a:pt x="39049" y="24011"/>
                    <a:pt x="39675" y="24963"/>
                  </a:cubicBezTo>
                  <a:cubicBezTo>
                    <a:pt x="40302" y="25891"/>
                    <a:pt x="40828" y="27344"/>
                    <a:pt x="41229" y="28297"/>
                  </a:cubicBezTo>
                  <a:cubicBezTo>
                    <a:pt x="41555" y="29124"/>
                    <a:pt x="41856" y="29976"/>
                    <a:pt x="41981" y="30803"/>
                  </a:cubicBezTo>
                  <a:cubicBezTo>
                    <a:pt x="42081" y="31856"/>
                    <a:pt x="42382" y="32984"/>
                    <a:pt x="42482" y="34136"/>
                  </a:cubicBezTo>
                  <a:cubicBezTo>
                    <a:pt x="42607" y="34863"/>
                    <a:pt x="42607" y="35189"/>
                    <a:pt x="42482" y="35916"/>
                  </a:cubicBezTo>
                  <a:cubicBezTo>
                    <a:pt x="42482" y="36016"/>
                    <a:pt x="42482" y="36242"/>
                    <a:pt x="42382" y="36342"/>
                  </a:cubicBezTo>
                  <a:lnTo>
                    <a:pt x="42382" y="36643"/>
                  </a:lnTo>
                  <a:cubicBezTo>
                    <a:pt x="42282" y="36969"/>
                    <a:pt x="42282" y="37169"/>
                    <a:pt x="42181" y="37495"/>
                  </a:cubicBezTo>
                  <a:cubicBezTo>
                    <a:pt x="41981" y="37996"/>
                    <a:pt x="41655" y="38422"/>
                    <a:pt x="41354" y="38948"/>
                  </a:cubicBezTo>
                  <a:cubicBezTo>
                    <a:pt x="41129" y="39149"/>
                    <a:pt x="40928" y="39375"/>
                    <a:pt x="40728" y="39675"/>
                  </a:cubicBezTo>
                  <a:cubicBezTo>
                    <a:pt x="40402" y="39876"/>
                    <a:pt x="40201" y="40101"/>
                    <a:pt x="39976" y="40502"/>
                  </a:cubicBezTo>
                  <a:cubicBezTo>
                    <a:pt x="39876" y="40628"/>
                    <a:pt x="39775" y="40828"/>
                    <a:pt x="39675" y="41129"/>
                  </a:cubicBezTo>
                  <a:cubicBezTo>
                    <a:pt x="39675" y="41355"/>
                    <a:pt x="39675" y="41655"/>
                    <a:pt x="39876" y="41981"/>
                  </a:cubicBezTo>
                  <a:cubicBezTo>
                    <a:pt x="39976" y="42182"/>
                    <a:pt x="40302" y="42382"/>
                    <a:pt x="40502" y="42382"/>
                  </a:cubicBezTo>
                  <a:cubicBezTo>
                    <a:pt x="40828" y="42507"/>
                    <a:pt x="41029" y="42507"/>
                    <a:pt x="41229" y="42507"/>
                  </a:cubicBezTo>
                  <a:lnTo>
                    <a:pt x="41354" y="42507"/>
                  </a:lnTo>
                  <a:cubicBezTo>
                    <a:pt x="41454" y="42507"/>
                    <a:pt x="41455" y="42384"/>
                    <a:pt x="41455" y="42382"/>
                  </a:cubicBezTo>
                  <a:lnTo>
                    <a:pt x="41455" y="42382"/>
                  </a:lnTo>
                  <a:cubicBezTo>
                    <a:pt x="41455" y="42507"/>
                    <a:pt x="41455" y="42282"/>
                    <a:pt x="41354" y="43009"/>
                  </a:cubicBezTo>
                  <a:lnTo>
                    <a:pt x="41354" y="43761"/>
                  </a:lnTo>
                  <a:cubicBezTo>
                    <a:pt x="41354" y="44061"/>
                    <a:pt x="41229" y="44262"/>
                    <a:pt x="41229" y="44588"/>
                  </a:cubicBezTo>
                  <a:cubicBezTo>
                    <a:pt x="41354" y="45014"/>
                    <a:pt x="41455" y="45314"/>
                    <a:pt x="41755" y="45515"/>
                  </a:cubicBezTo>
                  <a:cubicBezTo>
                    <a:pt x="41918" y="45578"/>
                    <a:pt x="42075" y="45609"/>
                    <a:pt x="42232" y="45609"/>
                  </a:cubicBezTo>
                  <a:cubicBezTo>
                    <a:pt x="42388" y="45609"/>
                    <a:pt x="42545" y="45578"/>
                    <a:pt x="42708" y="45515"/>
                  </a:cubicBezTo>
                  <a:cubicBezTo>
                    <a:pt x="42763" y="45460"/>
                    <a:pt x="42847" y="45405"/>
                    <a:pt x="42929" y="45350"/>
                  </a:cubicBezTo>
                  <a:lnTo>
                    <a:pt x="42929" y="45350"/>
                  </a:lnTo>
                  <a:cubicBezTo>
                    <a:pt x="42944" y="45417"/>
                    <a:pt x="42968" y="45474"/>
                    <a:pt x="43008" y="45515"/>
                  </a:cubicBezTo>
                  <a:cubicBezTo>
                    <a:pt x="43008" y="45740"/>
                    <a:pt x="43109" y="45841"/>
                    <a:pt x="43109" y="45841"/>
                  </a:cubicBezTo>
                  <a:lnTo>
                    <a:pt x="43435" y="46142"/>
                  </a:lnTo>
                  <a:cubicBezTo>
                    <a:pt x="43525" y="46179"/>
                    <a:pt x="43617" y="46194"/>
                    <a:pt x="43707" y="46194"/>
                  </a:cubicBezTo>
                  <a:cubicBezTo>
                    <a:pt x="43919" y="46194"/>
                    <a:pt x="44121" y="46112"/>
                    <a:pt x="44262" y="46041"/>
                  </a:cubicBezTo>
                  <a:cubicBezTo>
                    <a:pt x="44266" y="46039"/>
                    <a:pt x="44270" y="46038"/>
                    <a:pt x="44274" y="46036"/>
                  </a:cubicBezTo>
                  <a:lnTo>
                    <a:pt x="44274" y="46036"/>
                  </a:lnTo>
                  <a:cubicBezTo>
                    <a:pt x="44315" y="46142"/>
                    <a:pt x="44371" y="46251"/>
                    <a:pt x="44487" y="46367"/>
                  </a:cubicBezTo>
                  <a:cubicBezTo>
                    <a:pt x="44487" y="46467"/>
                    <a:pt x="44587" y="46467"/>
                    <a:pt x="44688" y="46568"/>
                  </a:cubicBezTo>
                  <a:lnTo>
                    <a:pt x="45214" y="46568"/>
                  </a:lnTo>
                  <a:cubicBezTo>
                    <a:pt x="45314" y="46568"/>
                    <a:pt x="45415" y="46467"/>
                    <a:pt x="45515" y="46367"/>
                  </a:cubicBezTo>
                  <a:cubicBezTo>
                    <a:pt x="45740" y="46367"/>
                    <a:pt x="45941" y="46142"/>
                    <a:pt x="46041" y="46041"/>
                  </a:cubicBezTo>
                  <a:cubicBezTo>
                    <a:pt x="46367" y="45740"/>
                    <a:pt x="46567" y="45314"/>
                    <a:pt x="46668" y="45014"/>
                  </a:cubicBezTo>
                  <a:cubicBezTo>
                    <a:pt x="46768" y="44688"/>
                    <a:pt x="46768" y="44387"/>
                    <a:pt x="46868" y="44061"/>
                  </a:cubicBezTo>
                  <a:cubicBezTo>
                    <a:pt x="46993" y="43435"/>
                    <a:pt x="46993" y="42808"/>
                    <a:pt x="46868" y="42081"/>
                  </a:cubicBezTo>
                  <a:cubicBezTo>
                    <a:pt x="46868" y="41756"/>
                    <a:pt x="46868" y="41355"/>
                    <a:pt x="46768" y="41029"/>
                  </a:cubicBezTo>
                  <a:cubicBezTo>
                    <a:pt x="46668" y="40828"/>
                    <a:pt x="46668" y="40728"/>
                    <a:pt x="46668" y="40628"/>
                  </a:cubicBezTo>
                  <a:cubicBezTo>
                    <a:pt x="46567" y="40402"/>
                    <a:pt x="46567" y="40302"/>
                    <a:pt x="46567" y="40101"/>
                  </a:cubicBezTo>
                  <a:cubicBezTo>
                    <a:pt x="46467" y="39575"/>
                    <a:pt x="46367" y="38948"/>
                    <a:pt x="46467" y="38322"/>
                  </a:cubicBezTo>
                  <a:cubicBezTo>
                    <a:pt x="46467" y="36743"/>
                    <a:pt x="46768" y="35289"/>
                    <a:pt x="46768" y="33735"/>
                  </a:cubicBezTo>
                  <a:cubicBezTo>
                    <a:pt x="46868" y="32156"/>
                    <a:pt x="46668" y="30603"/>
                    <a:pt x="46242" y="29024"/>
                  </a:cubicBezTo>
                  <a:cubicBezTo>
                    <a:pt x="45415" y="25690"/>
                    <a:pt x="43535" y="22457"/>
                    <a:pt x="41981" y="19625"/>
                  </a:cubicBezTo>
                  <a:cubicBezTo>
                    <a:pt x="41655" y="19199"/>
                    <a:pt x="41455" y="18698"/>
                    <a:pt x="41229" y="18272"/>
                  </a:cubicBezTo>
                  <a:cubicBezTo>
                    <a:pt x="41029" y="17745"/>
                    <a:pt x="40828" y="17319"/>
                    <a:pt x="40728" y="16818"/>
                  </a:cubicBezTo>
                  <a:cubicBezTo>
                    <a:pt x="40402" y="15765"/>
                    <a:pt x="40201" y="14713"/>
                    <a:pt x="39976" y="13685"/>
                  </a:cubicBezTo>
                  <a:cubicBezTo>
                    <a:pt x="39675" y="12307"/>
                    <a:pt x="39049" y="10853"/>
                    <a:pt x="38723" y="9500"/>
                  </a:cubicBezTo>
                  <a:cubicBezTo>
                    <a:pt x="38723" y="9174"/>
                    <a:pt x="38422" y="8673"/>
                    <a:pt x="38096" y="8046"/>
                  </a:cubicBezTo>
                  <a:cubicBezTo>
                    <a:pt x="37795" y="7520"/>
                    <a:pt x="37470" y="6993"/>
                    <a:pt x="37269" y="6668"/>
                  </a:cubicBezTo>
                  <a:cubicBezTo>
                    <a:pt x="36442" y="5414"/>
                    <a:pt x="35490" y="4287"/>
                    <a:pt x="34462" y="3334"/>
                  </a:cubicBezTo>
                  <a:cubicBezTo>
                    <a:pt x="32257" y="1354"/>
                    <a:pt x="29450" y="101"/>
                    <a:pt x="26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7"/>
            <p:cNvSpPr/>
            <p:nvPr/>
          </p:nvSpPr>
          <p:spPr>
            <a:xfrm>
              <a:off x="7227300" y="2995100"/>
              <a:ext cx="660425" cy="1154550"/>
            </a:xfrm>
            <a:custGeom>
              <a:rect b="b" l="l" r="r" t="t"/>
              <a:pathLst>
                <a:path extrusionOk="0" h="46182" w="26417">
                  <a:moveTo>
                    <a:pt x="188" y="1"/>
                  </a:moveTo>
                  <a:cubicBezTo>
                    <a:pt x="137" y="1"/>
                    <a:pt x="101" y="32"/>
                    <a:pt x="101" y="116"/>
                  </a:cubicBezTo>
                  <a:cubicBezTo>
                    <a:pt x="1" y="317"/>
                    <a:pt x="101" y="643"/>
                    <a:pt x="101" y="943"/>
                  </a:cubicBezTo>
                  <a:cubicBezTo>
                    <a:pt x="301" y="2096"/>
                    <a:pt x="627" y="3149"/>
                    <a:pt x="1053" y="4302"/>
                  </a:cubicBezTo>
                  <a:cubicBezTo>
                    <a:pt x="1454" y="5329"/>
                    <a:pt x="1981" y="7009"/>
                    <a:pt x="2607" y="8061"/>
                  </a:cubicBezTo>
                  <a:cubicBezTo>
                    <a:pt x="3033" y="8888"/>
                    <a:pt x="3660" y="9615"/>
                    <a:pt x="4061" y="10467"/>
                  </a:cubicBezTo>
                  <a:cubicBezTo>
                    <a:pt x="4687" y="11495"/>
                    <a:pt x="5640" y="12447"/>
                    <a:pt x="6266" y="13375"/>
                  </a:cubicBezTo>
                  <a:cubicBezTo>
                    <a:pt x="6692" y="14001"/>
                    <a:pt x="6793" y="14327"/>
                    <a:pt x="6993" y="15054"/>
                  </a:cubicBezTo>
                  <a:cubicBezTo>
                    <a:pt x="7194" y="16207"/>
                    <a:pt x="7419" y="17360"/>
                    <a:pt x="7519" y="18713"/>
                  </a:cubicBezTo>
                  <a:cubicBezTo>
                    <a:pt x="7519" y="20066"/>
                    <a:pt x="7419" y="21420"/>
                    <a:pt x="7419" y="22873"/>
                  </a:cubicBezTo>
                  <a:cubicBezTo>
                    <a:pt x="7319" y="24252"/>
                    <a:pt x="7419" y="25605"/>
                    <a:pt x="7319" y="26959"/>
                  </a:cubicBezTo>
                  <a:cubicBezTo>
                    <a:pt x="7093" y="28838"/>
                    <a:pt x="6993" y="30718"/>
                    <a:pt x="6893" y="32598"/>
                  </a:cubicBezTo>
                  <a:cubicBezTo>
                    <a:pt x="6793" y="34277"/>
                    <a:pt x="6893" y="35931"/>
                    <a:pt x="6893" y="37610"/>
                  </a:cubicBezTo>
                  <a:cubicBezTo>
                    <a:pt x="6893" y="38337"/>
                    <a:pt x="6893" y="38863"/>
                    <a:pt x="6793" y="39490"/>
                  </a:cubicBezTo>
                  <a:cubicBezTo>
                    <a:pt x="6692" y="40016"/>
                    <a:pt x="6467" y="40417"/>
                    <a:pt x="6066" y="40843"/>
                  </a:cubicBezTo>
                  <a:cubicBezTo>
                    <a:pt x="5539" y="41169"/>
                    <a:pt x="4913" y="41370"/>
                    <a:pt x="4286" y="41670"/>
                  </a:cubicBezTo>
                  <a:cubicBezTo>
                    <a:pt x="4186" y="41796"/>
                    <a:pt x="3961" y="41896"/>
                    <a:pt x="3860" y="41996"/>
                  </a:cubicBezTo>
                  <a:cubicBezTo>
                    <a:pt x="3660" y="42097"/>
                    <a:pt x="3560" y="42297"/>
                    <a:pt x="3334" y="42422"/>
                  </a:cubicBezTo>
                  <a:cubicBezTo>
                    <a:pt x="3133" y="42723"/>
                    <a:pt x="2808" y="43149"/>
                    <a:pt x="2707" y="43675"/>
                  </a:cubicBezTo>
                  <a:cubicBezTo>
                    <a:pt x="2707" y="43876"/>
                    <a:pt x="2707" y="44177"/>
                    <a:pt x="2808" y="44503"/>
                  </a:cubicBezTo>
                  <a:cubicBezTo>
                    <a:pt x="2933" y="44803"/>
                    <a:pt x="3133" y="45129"/>
                    <a:pt x="3334" y="45229"/>
                  </a:cubicBezTo>
                  <a:cubicBezTo>
                    <a:pt x="3860" y="45655"/>
                    <a:pt x="4387" y="45655"/>
                    <a:pt x="4687" y="45655"/>
                  </a:cubicBezTo>
                  <a:cubicBezTo>
                    <a:pt x="5539" y="45756"/>
                    <a:pt x="6367" y="45856"/>
                    <a:pt x="7093" y="45856"/>
                  </a:cubicBezTo>
                  <a:cubicBezTo>
                    <a:pt x="7519" y="45956"/>
                    <a:pt x="7946" y="45956"/>
                    <a:pt x="8246" y="45956"/>
                  </a:cubicBezTo>
                  <a:cubicBezTo>
                    <a:pt x="8672" y="46056"/>
                    <a:pt x="9073" y="46056"/>
                    <a:pt x="9499" y="46182"/>
                  </a:cubicBezTo>
                  <a:cubicBezTo>
                    <a:pt x="9700" y="46182"/>
                    <a:pt x="10026" y="46182"/>
                    <a:pt x="10226" y="46056"/>
                  </a:cubicBezTo>
                  <a:cubicBezTo>
                    <a:pt x="10552" y="45956"/>
                    <a:pt x="10853" y="45756"/>
                    <a:pt x="11078" y="45555"/>
                  </a:cubicBezTo>
                  <a:cubicBezTo>
                    <a:pt x="11379" y="45129"/>
                    <a:pt x="11479" y="44503"/>
                    <a:pt x="11479" y="44076"/>
                  </a:cubicBezTo>
                  <a:lnTo>
                    <a:pt x="11479" y="33224"/>
                  </a:lnTo>
                  <a:cubicBezTo>
                    <a:pt x="11479" y="31144"/>
                    <a:pt x="11705" y="28638"/>
                    <a:pt x="11705" y="26533"/>
                  </a:cubicBezTo>
                  <a:cubicBezTo>
                    <a:pt x="11805" y="24979"/>
                    <a:pt x="11580" y="23400"/>
                    <a:pt x="11805" y="21946"/>
                  </a:cubicBezTo>
                  <a:cubicBezTo>
                    <a:pt x="11905" y="21319"/>
                    <a:pt x="11905" y="19340"/>
                    <a:pt x="11905" y="18713"/>
                  </a:cubicBezTo>
                  <a:lnTo>
                    <a:pt x="11805" y="16407"/>
                  </a:lnTo>
                  <a:lnTo>
                    <a:pt x="11805" y="15254"/>
                  </a:lnTo>
                  <a:lnTo>
                    <a:pt x="11805" y="14728"/>
                  </a:lnTo>
                  <a:lnTo>
                    <a:pt x="11805" y="14628"/>
                  </a:lnTo>
                  <a:cubicBezTo>
                    <a:pt x="11805" y="14628"/>
                    <a:pt x="12332" y="14527"/>
                    <a:pt x="12632" y="14527"/>
                  </a:cubicBezTo>
                  <a:lnTo>
                    <a:pt x="13785" y="14527"/>
                  </a:lnTo>
                  <a:cubicBezTo>
                    <a:pt x="14086" y="14527"/>
                    <a:pt x="14512" y="14527"/>
                    <a:pt x="14838" y="14427"/>
                  </a:cubicBezTo>
                  <a:lnTo>
                    <a:pt x="15565" y="14427"/>
                  </a:lnTo>
                  <a:lnTo>
                    <a:pt x="15665" y="14527"/>
                  </a:lnTo>
                  <a:lnTo>
                    <a:pt x="15665" y="15054"/>
                  </a:lnTo>
                  <a:lnTo>
                    <a:pt x="15765" y="16207"/>
                  </a:lnTo>
                  <a:cubicBezTo>
                    <a:pt x="15765" y="16933"/>
                    <a:pt x="15865" y="17761"/>
                    <a:pt x="15865" y="18487"/>
                  </a:cubicBezTo>
                  <a:cubicBezTo>
                    <a:pt x="15966" y="19540"/>
                    <a:pt x="16091" y="20693"/>
                    <a:pt x="16091" y="21746"/>
                  </a:cubicBezTo>
                  <a:cubicBezTo>
                    <a:pt x="15966" y="22673"/>
                    <a:pt x="16191" y="24553"/>
                    <a:pt x="16191" y="25605"/>
                  </a:cubicBezTo>
                  <a:cubicBezTo>
                    <a:pt x="16291" y="27159"/>
                    <a:pt x="16392" y="28738"/>
                    <a:pt x="16492" y="30192"/>
                  </a:cubicBezTo>
                  <a:cubicBezTo>
                    <a:pt x="16718" y="33024"/>
                    <a:pt x="16818" y="35405"/>
                    <a:pt x="16918" y="38237"/>
                  </a:cubicBezTo>
                  <a:lnTo>
                    <a:pt x="16918" y="42422"/>
                  </a:lnTo>
                  <a:cubicBezTo>
                    <a:pt x="16918" y="42723"/>
                    <a:pt x="16818" y="43049"/>
                    <a:pt x="16818" y="43450"/>
                  </a:cubicBezTo>
                  <a:cubicBezTo>
                    <a:pt x="16818" y="43776"/>
                    <a:pt x="16818" y="44177"/>
                    <a:pt x="17018" y="44603"/>
                  </a:cubicBezTo>
                  <a:cubicBezTo>
                    <a:pt x="17219" y="45029"/>
                    <a:pt x="17745" y="45330"/>
                    <a:pt x="18071" y="45430"/>
                  </a:cubicBezTo>
                  <a:cubicBezTo>
                    <a:pt x="18472" y="45555"/>
                    <a:pt x="18798" y="45655"/>
                    <a:pt x="19224" y="45655"/>
                  </a:cubicBezTo>
                  <a:cubicBezTo>
                    <a:pt x="20162" y="45850"/>
                    <a:pt x="21059" y="45960"/>
                    <a:pt x="21968" y="45960"/>
                  </a:cubicBezTo>
                  <a:cubicBezTo>
                    <a:pt x="22467" y="45960"/>
                    <a:pt x="22970" y="45927"/>
                    <a:pt x="23484" y="45856"/>
                  </a:cubicBezTo>
                  <a:cubicBezTo>
                    <a:pt x="24236" y="45756"/>
                    <a:pt x="24863" y="45655"/>
                    <a:pt x="25489" y="45555"/>
                  </a:cubicBezTo>
                  <a:lnTo>
                    <a:pt x="25590" y="45555"/>
                  </a:lnTo>
                  <a:lnTo>
                    <a:pt x="25790" y="45430"/>
                  </a:lnTo>
                  <a:lnTo>
                    <a:pt x="26116" y="45330"/>
                  </a:lnTo>
                  <a:lnTo>
                    <a:pt x="26317" y="45330"/>
                  </a:lnTo>
                  <a:lnTo>
                    <a:pt x="26317" y="45229"/>
                  </a:lnTo>
                  <a:lnTo>
                    <a:pt x="26317" y="45029"/>
                  </a:lnTo>
                  <a:cubicBezTo>
                    <a:pt x="26417" y="44929"/>
                    <a:pt x="26417" y="44803"/>
                    <a:pt x="26417" y="44603"/>
                  </a:cubicBezTo>
                  <a:lnTo>
                    <a:pt x="26417" y="44302"/>
                  </a:lnTo>
                  <a:cubicBezTo>
                    <a:pt x="26417" y="44177"/>
                    <a:pt x="26417" y="44076"/>
                    <a:pt x="26317" y="43976"/>
                  </a:cubicBezTo>
                  <a:cubicBezTo>
                    <a:pt x="26317" y="43876"/>
                    <a:pt x="26216" y="43675"/>
                    <a:pt x="26216" y="43450"/>
                  </a:cubicBezTo>
                  <a:cubicBezTo>
                    <a:pt x="25790" y="42823"/>
                    <a:pt x="25264" y="42297"/>
                    <a:pt x="24637" y="41996"/>
                  </a:cubicBezTo>
                  <a:cubicBezTo>
                    <a:pt x="24011" y="41670"/>
                    <a:pt x="23384" y="41570"/>
                    <a:pt x="22758" y="41470"/>
                  </a:cubicBezTo>
                  <a:cubicBezTo>
                    <a:pt x="22357" y="41370"/>
                    <a:pt x="22031" y="41269"/>
                    <a:pt x="21605" y="41169"/>
                  </a:cubicBezTo>
                  <a:cubicBezTo>
                    <a:pt x="21504" y="41169"/>
                    <a:pt x="21404" y="41044"/>
                    <a:pt x="21304" y="41044"/>
                  </a:cubicBezTo>
                  <a:cubicBezTo>
                    <a:pt x="21304" y="41044"/>
                    <a:pt x="21304" y="40843"/>
                    <a:pt x="21204" y="40743"/>
                  </a:cubicBezTo>
                  <a:cubicBezTo>
                    <a:pt x="21103" y="40016"/>
                    <a:pt x="21103" y="39289"/>
                    <a:pt x="20978" y="38538"/>
                  </a:cubicBezTo>
                  <a:cubicBezTo>
                    <a:pt x="20878" y="37084"/>
                    <a:pt x="20778" y="35630"/>
                    <a:pt x="20778" y="34051"/>
                  </a:cubicBezTo>
                  <a:cubicBezTo>
                    <a:pt x="20677" y="32272"/>
                    <a:pt x="20677" y="30518"/>
                    <a:pt x="20577" y="28738"/>
                  </a:cubicBezTo>
                  <a:cubicBezTo>
                    <a:pt x="20577" y="28212"/>
                    <a:pt x="20477" y="27685"/>
                    <a:pt x="20477" y="27159"/>
                  </a:cubicBezTo>
                  <a:cubicBezTo>
                    <a:pt x="20477" y="26758"/>
                    <a:pt x="20352" y="26432"/>
                    <a:pt x="20352" y="26006"/>
                  </a:cubicBezTo>
                  <a:lnTo>
                    <a:pt x="20352" y="24452"/>
                  </a:lnTo>
                  <a:cubicBezTo>
                    <a:pt x="20352" y="23400"/>
                    <a:pt x="20352" y="22472"/>
                    <a:pt x="20477" y="20066"/>
                  </a:cubicBezTo>
                  <a:cubicBezTo>
                    <a:pt x="20477" y="19239"/>
                    <a:pt x="20577" y="16933"/>
                    <a:pt x="20352" y="14628"/>
                  </a:cubicBezTo>
                  <a:cubicBezTo>
                    <a:pt x="20352" y="14327"/>
                    <a:pt x="20352" y="14101"/>
                    <a:pt x="20251" y="13801"/>
                  </a:cubicBezTo>
                  <a:lnTo>
                    <a:pt x="20251" y="13700"/>
                  </a:lnTo>
                  <a:lnTo>
                    <a:pt x="20251" y="13600"/>
                  </a:lnTo>
                  <a:lnTo>
                    <a:pt x="20477" y="13375"/>
                  </a:lnTo>
                  <a:cubicBezTo>
                    <a:pt x="20677" y="13174"/>
                    <a:pt x="20878" y="13074"/>
                    <a:pt x="21103" y="12848"/>
                  </a:cubicBezTo>
                  <a:cubicBezTo>
                    <a:pt x="21204" y="12648"/>
                    <a:pt x="21404" y="12447"/>
                    <a:pt x="21605" y="12222"/>
                  </a:cubicBezTo>
                  <a:cubicBezTo>
                    <a:pt x="21730" y="12121"/>
                    <a:pt x="21931" y="11921"/>
                    <a:pt x="22031" y="11720"/>
                  </a:cubicBezTo>
                  <a:lnTo>
                    <a:pt x="22457" y="11294"/>
                  </a:lnTo>
                  <a:cubicBezTo>
                    <a:pt x="22657" y="10969"/>
                    <a:pt x="22758" y="10668"/>
                    <a:pt x="22983" y="10568"/>
                  </a:cubicBezTo>
                  <a:cubicBezTo>
                    <a:pt x="23484" y="9615"/>
                    <a:pt x="24111" y="8888"/>
                    <a:pt x="24537" y="7961"/>
                  </a:cubicBezTo>
                  <a:cubicBezTo>
                    <a:pt x="24963" y="6808"/>
                    <a:pt x="25164" y="5755"/>
                    <a:pt x="25489" y="4502"/>
                  </a:cubicBezTo>
                  <a:cubicBezTo>
                    <a:pt x="25690" y="3776"/>
                    <a:pt x="26216" y="2197"/>
                    <a:pt x="25790" y="1796"/>
                  </a:cubicBezTo>
                  <a:cubicBezTo>
                    <a:pt x="25890" y="1269"/>
                    <a:pt x="25890" y="542"/>
                    <a:pt x="25690" y="442"/>
                  </a:cubicBezTo>
                  <a:cubicBezTo>
                    <a:pt x="25647" y="394"/>
                    <a:pt x="25598" y="371"/>
                    <a:pt x="25548" y="371"/>
                  </a:cubicBezTo>
                  <a:cubicBezTo>
                    <a:pt x="25364" y="371"/>
                    <a:pt x="25164" y="677"/>
                    <a:pt x="25164" y="1169"/>
                  </a:cubicBezTo>
                  <a:cubicBezTo>
                    <a:pt x="25063" y="1996"/>
                    <a:pt x="25063" y="2823"/>
                    <a:pt x="24863" y="3675"/>
                  </a:cubicBezTo>
                  <a:cubicBezTo>
                    <a:pt x="24738" y="4603"/>
                    <a:pt x="24537" y="5329"/>
                    <a:pt x="24337" y="5956"/>
                  </a:cubicBezTo>
                  <a:cubicBezTo>
                    <a:pt x="24236" y="6282"/>
                    <a:pt x="24111" y="6583"/>
                    <a:pt x="23911" y="6908"/>
                  </a:cubicBezTo>
                  <a:cubicBezTo>
                    <a:pt x="23810" y="7209"/>
                    <a:pt x="23710" y="7535"/>
                    <a:pt x="23610" y="7836"/>
                  </a:cubicBezTo>
                  <a:cubicBezTo>
                    <a:pt x="23284" y="8462"/>
                    <a:pt x="22858" y="9214"/>
                    <a:pt x="22357" y="9941"/>
                  </a:cubicBezTo>
                  <a:cubicBezTo>
                    <a:pt x="21830" y="10768"/>
                    <a:pt x="21103" y="11595"/>
                    <a:pt x="20051" y="12547"/>
                  </a:cubicBezTo>
                  <a:cubicBezTo>
                    <a:pt x="19850" y="12748"/>
                    <a:pt x="19725" y="12848"/>
                    <a:pt x="19625" y="12974"/>
                  </a:cubicBezTo>
                  <a:lnTo>
                    <a:pt x="19424" y="13174"/>
                  </a:lnTo>
                  <a:lnTo>
                    <a:pt x="19324" y="13274"/>
                  </a:lnTo>
                  <a:lnTo>
                    <a:pt x="19324" y="13375"/>
                  </a:lnTo>
                  <a:lnTo>
                    <a:pt x="19424" y="13901"/>
                  </a:lnTo>
                  <a:lnTo>
                    <a:pt x="19424" y="14853"/>
                  </a:lnTo>
                  <a:cubicBezTo>
                    <a:pt x="19525" y="15480"/>
                    <a:pt x="19525" y="16106"/>
                    <a:pt x="19525" y="16733"/>
                  </a:cubicBezTo>
                  <a:cubicBezTo>
                    <a:pt x="19625" y="17986"/>
                    <a:pt x="19625" y="19239"/>
                    <a:pt x="19525" y="20492"/>
                  </a:cubicBezTo>
                  <a:cubicBezTo>
                    <a:pt x="19525" y="21746"/>
                    <a:pt x="19424" y="22873"/>
                    <a:pt x="19525" y="24127"/>
                  </a:cubicBezTo>
                  <a:lnTo>
                    <a:pt x="19525" y="26132"/>
                  </a:lnTo>
                  <a:cubicBezTo>
                    <a:pt x="19625" y="26758"/>
                    <a:pt x="19625" y="27385"/>
                    <a:pt x="19625" y="28011"/>
                  </a:cubicBezTo>
                  <a:cubicBezTo>
                    <a:pt x="19725" y="29039"/>
                    <a:pt x="19850" y="30192"/>
                    <a:pt x="19850" y="31244"/>
                  </a:cubicBezTo>
                  <a:cubicBezTo>
                    <a:pt x="19951" y="33751"/>
                    <a:pt x="20051" y="36357"/>
                    <a:pt x="20251" y="38863"/>
                  </a:cubicBezTo>
                  <a:cubicBezTo>
                    <a:pt x="20251" y="39490"/>
                    <a:pt x="20352" y="40016"/>
                    <a:pt x="20477" y="40643"/>
                  </a:cubicBezTo>
                  <a:cubicBezTo>
                    <a:pt x="20477" y="40743"/>
                    <a:pt x="20477" y="40843"/>
                    <a:pt x="20577" y="41044"/>
                  </a:cubicBezTo>
                  <a:cubicBezTo>
                    <a:pt x="20577" y="41269"/>
                    <a:pt x="20677" y="41470"/>
                    <a:pt x="20878" y="41670"/>
                  </a:cubicBezTo>
                  <a:cubicBezTo>
                    <a:pt x="21103" y="41796"/>
                    <a:pt x="21304" y="41796"/>
                    <a:pt x="21404" y="41896"/>
                  </a:cubicBezTo>
                  <a:cubicBezTo>
                    <a:pt x="21605" y="41896"/>
                    <a:pt x="21730" y="41996"/>
                    <a:pt x="21931" y="41996"/>
                  </a:cubicBezTo>
                  <a:cubicBezTo>
                    <a:pt x="22657" y="42197"/>
                    <a:pt x="23484" y="42297"/>
                    <a:pt x="24236" y="42623"/>
                  </a:cubicBezTo>
                  <a:cubicBezTo>
                    <a:pt x="24963" y="42924"/>
                    <a:pt x="25590" y="43550"/>
                    <a:pt x="25690" y="44302"/>
                  </a:cubicBezTo>
                  <a:lnTo>
                    <a:pt x="25690" y="44603"/>
                  </a:lnTo>
                  <a:lnTo>
                    <a:pt x="25590" y="44603"/>
                  </a:lnTo>
                  <a:lnTo>
                    <a:pt x="25590" y="44703"/>
                  </a:lnTo>
                  <a:lnTo>
                    <a:pt x="25364" y="44703"/>
                  </a:lnTo>
                  <a:lnTo>
                    <a:pt x="25264" y="44803"/>
                  </a:lnTo>
                  <a:lnTo>
                    <a:pt x="24863" y="44803"/>
                  </a:lnTo>
                  <a:cubicBezTo>
                    <a:pt x="24337" y="45029"/>
                    <a:pt x="23810" y="45129"/>
                    <a:pt x="23184" y="45129"/>
                  </a:cubicBezTo>
                  <a:cubicBezTo>
                    <a:pt x="22761" y="45156"/>
                    <a:pt x="22361" y="45168"/>
                    <a:pt x="21978" y="45168"/>
                  </a:cubicBezTo>
                  <a:cubicBezTo>
                    <a:pt x="20933" y="45168"/>
                    <a:pt x="20016" y="45075"/>
                    <a:pt x="19098" y="44929"/>
                  </a:cubicBezTo>
                  <a:cubicBezTo>
                    <a:pt x="18798" y="44803"/>
                    <a:pt x="18472" y="44703"/>
                    <a:pt x="18271" y="44703"/>
                  </a:cubicBezTo>
                  <a:cubicBezTo>
                    <a:pt x="17971" y="44603"/>
                    <a:pt x="17845" y="44402"/>
                    <a:pt x="17745" y="44177"/>
                  </a:cubicBezTo>
                  <a:cubicBezTo>
                    <a:pt x="17645" y="43976"/>
                    <a:pt x="17645" y="43675"/>
                    <a:pt x="17645" y="43350"/>
                  </a:cubicBezTo>
                  <a:lnTo>
                    <a:pt x="17645" y="42197"/>
                  </a:lnTo>
                  <a:cubicBezTo>
                    <a:pt x="17545" y="41044"/>
                    <a:pt x="17645" y="38763"/>
                    <a:pt x="17645" y="37711"/>
                  </a:cubicBezTo>
                  <a:cubicBezTo>
                    <a:pt x="17645" y="36658"/>
                    <a:pt x="17645" y="36031"/>
                    <a:pt x="17545" y="35104"/>
                  </a:cubicBezTo>
                  <a:cubicBezTo>
                    <a:pt x="17444" y="34051"/>
                    <a:pt x="17444" y="33124"/>
                    <a:pt x="17444" y="32071"/>
                  </a:cubicBezTo>
                  <a:cubicBezTo>
                    <a:pt x="17444" y="30919"/>
                    <a:pt x="17344" y="29891"/>
                    <a:pt x="17344" y="28838"/>
                  </a:cubicBezTo>
                  <a:cubicBezTo>
                    <a:pt x="17219" y="27685"/>
                    <a:pt x="17119" y="26633"/>
                    <a:pt x="17018" y="25505"/>
                  </a:cubicBezTo>
                  <a:cubicBezTo>
                    <a:pt x="16918" y="23725"/>
                    <a:pt x="16818" y="21846"/>
                    <a:pt x="16718" y="20167"/>
                  </a:cubicBezTo>
                  <a:cubicBezTo>
                    <a:pt x="16592" y="19114"/>
                    <a:pt x="16592" y="18086"/>
                    <a:pt x="16592" y="17034"/>
                  </a:cubicBezTo>
                  <a:cubicBezTo>
                    <a:pt x="16592" y="16507"/>
                    <a:pt x="16592" y="15981"/>
                    <a:pt x="16492" y="15480"/>
                  </a:cubicBezTo>
                  <a:lnTo>
                    <a:pt x="16492" y="14628"/>
                  </a:lnTo>
                  <a:cubicBezTo>
                    <a:pt x="16492" y="14227"/>
                    <a:pt x="16392" y="13801"/>
                    <a:pt x="16392" y="13375"/>
                  </a:cubicBezTo>
                  <a:cubicBezTo>
                    <a:pt x="16091" y="13475"/>
                    <a:pt x="15765" y="13475"/>
                    <a:pt x="15464" y="13600"/>
                  </a:cubicBezTo>
                  <a:lnTo>
                    <a:pt x="14838" y="13600"/>
                  </a:lnTo>
                  <a:cubicBezTo>
                    <a:pt x="14211" y="13700"/>
                    <a:pt x="13685" y="13700"/>
                    <a:pt x="13159" y="13700"/>
                  </a:cubicBezTo>
                  <a:cubicBezTo>
                    <a:pt x="12833" y="13700"/>
                    <a:pt x="12532" y="13700"/>
                    <a:pt x="12206" y="13801"/>
                  </a:cubicBezTo>
                  <a:lnTo>
                    <a:pt x="11705" y="13801"/>
                  </a:lnTo>
                  <a:cubicBezTo>
                    <a:pt x="11580" y="13801"/>
                    <a:pt x="11479" y="13801"/>
                    <a:pt x="11379" y="13901"/>
                  </a:cubicBezTo>
                  <a:lnTo>
                    <a:pt x="10953" y="13901"/>
                  </a:lnTo>
                  <a:lnTo>
                    <a:pt x="10953" y="14427"/>
                  </a:lnTo>
                  <a:lnTo>
                    <a:pt x="10953" y="14853"/>
                  </a:lnTo>
                  <a:lnTo>
                    <a:pt x="10953" y="15355"/>
                  </a:lnTo>
                  <a:lnTo>
                    <a:pt x="10953" y="16507"/>
                  </a:lnTo>
                  <a:cubicBezTo>
                    <a:pt x="10953" y="17234"/>
                    <a:pt x="11078" y="18086"/>
                    <a:pt x="10953" y="18713"/>
                  </a:cubicBezTo>
                  <a:cubicBezTo>
                    <a:pt x="10953" y="19966"/>
                    <a:pt x="10953" y="21119"/>
                    <a:pt x="11078" y="22247"/>
                  </a:cubicBezTo>
                  <a:cubicBezTo>
                    <a:pt x="11179" y="24127"/>
                    <a:pt x="10652" y="26633"/>
                    <a:pt x="10753" y="28512"/>
                  </a:cubicBezTo>
                  <a:cubicBezTo>
                    <a:pt x="10753" y="29264"/>
                    <a:pt x="10853" y="29991"/>
                    <a:pt x="10853" y="30718"/>
                  </a:cubicBezTo>
                  <a:cubicBezTo>
                    <a:pt x="10853" y="32071"/>
                    <a:pt x="10652" y="33224"/>
                    <a:pt x="10652" y="34477"/>
                  </a:cubicBezTo>
                  <a:cubicBezTo>
                    <a:pt x="10652" y="35831"/>
                    <a:pt x="10552" y="37284"/>
                    <a:pt x="10552" y="38763"/>
                  </a:cubicBezTo>
                  <a:lnTo>
                    <a:pt x="10552" y="42823"/>
                  </a:lnTo>
                  <a:cubicBezTo>
                    <a:pt x="10552" y="43675"/>
                    <a:pt x="10652" y="44503"/>
                    <a:pt x="10452" y="44929"/>
                  </a:cubicBezTo>
                  <a:cubicBezTo>
                    <a:pt x="10326" y="45129"/>
                    <a:pt x="10126" y="45229"/>
                    <a:pt x="9825" y="45330"/>
                  </a:cubicBezTo>
                  <a:lnTo>
                    <a:pt x="8672" y="45330"/>
                  </a:lnTo>
                  <a:cubicBezTo>
                    <a:pt x="7720" y="45229"/>
                    <a:pt x="6793" y="45129"/>
                    <a:pt x="5840" y="45029"/>
                  </a:cubicBezTo>
                  <a:cubicBezTo>
                    <a:pt x="5439" y="44929"/>
                    <a:pt x="4913" y="44803"/>
                    <a:pt x="4487" y="44803"/>
                  </a:cubicBezTo>
                  <a:cubicBezTo>
                    <a:pt x="4061" y="44703"/>
                    <a:pt x="3760" y="44503"/>
                    <a:pt x="3660" y="44302"/>
                  </a:cubicBezTo>
                  <a:cubicBezTo>
                    <a:pt x="3560" y="43976"/>
                    <a:pt x="3660" y="43675"/>
                    <a:pt x="3760" y="43450"/>
                  </a:cubicBezTo>
                  <a:cubicBezTo>
                    <a:pt x="3961" y="43149"/>
                    <a:pt x="4186" y="42924"/>
                    <a:pt x="4487" y="42723"/>
                  </a:cubicBezTo>
                  <a:cubicBezTo>
                    <a:pt x="5013" y="42422"/>
                    <a:pt x="5840" y="42197"/>
                    <a:pt x="6567" y="41570"/>
                  </a:cubicBezTo>
                  <a:cubicBezTo>
                    <a:pt x="6893" y="41269"/>
                    <a:pt x="7194" y="40944"/>
                    <a:pt x="7319" y="40543"/>
                  </a:cubicBezTo>
                  <a:cubicBezTo>
                    <a:pt x="7519" y="40217"/>
                    <a:pt x="7620" y="39791"/>
                    <a:pt x="7620" y="39390"/>
                  </a:cubicBezTo>
                  <a:cubicBezTo>
                    <a:pt x="7720" y="38663"/>
                    <a:pt x="7720" y="38036"/>
                    <a:pt x="7720" y="37284"/>
                  </a:cubicBezTo>
                  <a:lnTo>
                    <a:pt x="7720" y="33124"/>
                  </a:lnTo>
                  <a:cubicBezTo>
                    <a:pt x="8046" y="28939"/>
                    <a:pt x="8246" y="26633"/>
                    <a:pt x="8246" y="22573"/>
                  </a:cubicBezTo>
                  <a:cubicBezTo>
                    <a:pt x="8246" y="21119"/>
                    <a:pt x="8046" y="19866"/>
                    <a:pt x="8146" y="18387"/>
                  </a:cubicBezTo>
                  <a:cubicBezTo>
                    <a:pt x="8146" y="17986"/>
                    <a:pt x="8146" y="16307"/>
                    <a:pt x="7620" y="14628"/>
                  </a:cubicBezTo>
                  <a:cubicBezTo>
                    <a:pt x="7419" y="13801"/>
                    <a:pt x="6993" y="13074"/>
                    <a:pt x="6567" y="12547"/>
                  </a:cubicBezTo>
                  <a:cubicBezTo>
                    <a:pt x="6266" y="11921"/>
                    <a:pt x="5840" y="11495"/>
                    <a:pt x="5740" y="11294"/>
                  </a:cubicBezTo>
                  <a:cubicBezTo>
                    <a:pt x="4487" y="9841"/>
                    <a:pt x="4061" y="8989"/>
                    <a:pt x="3660" y="8362"/>
                  </a:cubicBezTo>
                  <a:cubicBezTo>
                    <a:pt x="3234" y="7635"/>
                    <a:pt x="2933" y="7009"/>
                    <a:pt x="2306" y="5655"/>
                  </a:cubicBezTo>
                  <a:cubicBezTo>
                    <a:pt x="1981" y="4928"/>
                    <a:pt x="1680" y="3776"/>
                    <a:pt x="1354" y="2723"/>
                  </a:cubicBezTo>
                  <a:cubicBezTo>
                    <a:pt x="1053" y="1695"/>
                    <a:pt x="727" y="643"/>
                    <a:pt x="427" y="116"/>
                  </a:cubicBezTo>
                  <a:cubicBezTo>
                    <a:pt x="354" y="58"/>
                    <a:pt x="257" y="1"/>
                    <a:pt x="1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04" name="Google Shape;2604;p67"/>
            <p:cNvGrpSpPr/>
            <p:nvPr/>
          </p:nvGrpSpPr>
          <p:grpSpPr>
            <a:xfrm>
              <a:off x="6853875" y="2906525"/>
              <a:ext cx="89000" cy="140375"/>
              <a:chOff x="6853875" y="2906525"/>
              <a:chExt cx="89000" cy="140375"/>
            </a:xfrm>
          </p:grpSpPr>
          <p:sp>
            <p:nvSpPr>
              <p:cNvPr id="2605" name="Google Shape;2605;p67"/>
              <p:cNvSpPr/>
              <p:nvPr/>
            </p:nvSpPr>
            <p:spPr>
              <a:xfrm>
                <a:off x="6885200" y="2906525"/>
                <a:ext cx="57675" cy="125325"/>
              </a:xfrm>
              <a:custGeom>
                <a:rect b="b" l="l" r="r" t="t"/>
                <a:pathLst>
                  <a:path extrusionOk="0" h="5013" w="2307">
                    <a:moveTo>
                      <a:pt x="101" y="0"/>
                    </a:moveTo>
                    <a:cubicBezTo>
                      <a:pt x="0" y="100"/>
                      <a:pt x="0" y="226"/>
                      <a:pt x="0" y="326"/>
                    </a:cubicBezTo>
                    <a:lnTo>
                      <a:pt x="0" y="727"/>
                    </a:lnTo>
                    <a:cubicBezTo>
                      <a:pt x="101" y="852"/>
                      <a:pt x="0" y="1053"/>
                      <a:pt x="101" y="1153"/>
                    </a:cubicBezTo>
                    <a:cubicBezTo>
                      <a:pt x="101" y="1354"/>
                      <a:pt x="201" y="1479"/>
                      <a:pt x="101" y="1679"/>
                    </a:cubicBezTo>
                    <a:cubicBezTo>
                      <a:pt x="101" y="1980"/>
                      <a:pt x="426" y="2206"/>
                      <a:pt x="426" y="2406"/>
                    </a:cubicBezTo>
                    <a:cubicBezTo>
                      <a:pt x="426" y="2506"/>
                      <a:pt x="426" y="2732"/>
                      <a:pt x="527" y="2732"/>
                    </a:cubicBezTo>
                    <a:cubicBezTo>
                      <a:pt x="527" y="2832"/>
                      <a:pt x="527" y="2832"/>
                      <a:pt x="627" y="2933"/>
                    </a:cubicBezTo>
                    <a:cubicBezTo>
                      <a:pt x="627" y="3033"/>
                      <a:pt x="727" y="3133"/>
                      <a:pt x="727" y="3233"/>
                    </a:cubicBezTo>
                    <a:cubicBezTo>
                      <a:pt x="727" y="3233"/>
                      <a:pt x="727" y="3359"/>
                      <a:pt x="827" y="3459"/>
                    </a:cubicBezTo>
                    <a:cubicBezTo>
                      <a:pt x="953" y="3559"/>
                      <a:pt x="953" y="3659"/>
                      <a:pt x="1053" y="3659"/>
                    </a:cubicBezTo>
                    <a:cubicBezTo>
                      <a:pt x="1153" y="3760"/>
                      <a:pt x="1153" y="3985"/>
                      <a:pt x="1253" y="4085"/>
                    </a:cubicBezTo>
                    <a:cubicBezTo>
                      <a:pt x="1253" y="4186"/>
                      <a:pt x="1354" y="4286"/>
                      <a:pt x="1454" y="4386"/>
                    </a:cubicBezTo>
                    <a:cubicBezTo>
                      <a:pt x="1454" y="4486"/>
                      <a:pt x="1680" y="4612"/>
                      <a:pt x="1780" y="4712"/>
                    </a:cubicBezTo>
                    <a:cubicBezTo>
                      <a:pt x="1780" y="4812"/>
                      <a:pt x="1980" y="4812"/>
                      <a:pt x="1880" y="4912"/>
                    </a:cubicBezTo>
                    <a:cubicBezTo>
                      <a:pt x="1880" y="5013"/>
                      <a:pt x="1980" y="5013"/>
                      <a:pt x="2081" y="5013"/>
                    </a:cubicBezTo>
                    <a:cubicBezTo>
                      <a:pt x="2306" y="4812"/>
                      <a:pt x="2306" y="4712"/>
                      <a:pt x="2306" y="4712"/>
                    </a:cubicBezTo>
                    <a:cubicBezTo>
                      <a:pt x="2306" y="4612"/>
                      <a:pt x="2206" y="4486"/>
                      <a:pt x="2081" y="4386"/>
                    </a:cubicBezTo>
                    <a:cubicBezTo>
                      <a:pt x="2081" y="4286"/>
                      <a:pt x="1880" y="4186"/>
                      <a:pt x="1780" y="4085"/>
                    </a:cubicBezTo>
                    <a:cubicBezTo>
                      <a:pt x="1780" y="3985"/>
                      <a:pt x="1680" y="3860"/>
                      <a:pt x="1579" y="3760"/>
                    </a:cubicBezTo>
                    <a:lnTo>
                      <a:pt x="1454" y="3459"/>
                    </a:lnTo>
                    <a:cubicBezTo>
                      <a:pt x="1354" y="3459"/>
                      <a:pt x="1354" y="3359"/>
                      <a:pt x="1354" y="3359"/>
                    </a:cubicBezTo>
                    <a:cubicBezTo>
                      <a:pt x="1153" y="3133"/>
                      <a:pt x="1053" y="2832"/>
                      <a:pt x="953" y="2607"/>
                    </a:cubicBezTo>
                    <a:lnTo>
                      <a:pt x="953" y="2406"/>
                    </a:lnTo>
                    <a:cubicBezTo>
                      <a:pt x="953" y="2306"/>
                      <a:pt x="953" y="2206"/>
                      <a:pt x="827" y="2105"/>
                    </a:cubicBezTo>
                    <a:cubicBezTo>
                      <a:pt x="827" y="1980"/>
                      <a:pt x="627" y="1880"/>
                      <a:pt x="627" y="1679"/>
                    </a:cubicBezTo>
                    <a:lnTo>
                      <a:pt x="627" y="1253"/>
                    </a:lnTo>
                    <a:cubicBezTo>
                      <a:pt x="627" y="1253"/>
                      <a:pt x="527" y="1153"/>
                      <a:pt x="527" y="1053"/>
                    </a:cubicBezTo>
                    <a:cubicBezTo>
                      <a:pt x="426" y="953"/>
                      <a:pt x="527" y="727"/>
                      <a:pt x="426" y="627"/>
                    </a:cubicBezTo>
                    <a:cubicBezTo>
                      <a:pt x="426" y="527"/>
                      <a:pt x="527" y="426"/>
                      <a:pt x="426" y="326"/>
                    </a:cubicBezTo>
                    <a:lnTo>
                      <a:pt x="426" y="100"/>
                    </a:lnTo>
                    <a:cubicBezTo>
                      <a:pt x="426" y="100"/>
                      <a:pt x="426" y="0"/>
                      <a:pt x="3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7"/>
              <p:cNvSpPr/>
              <p:nvPr/>
            </p:nvSpPr>
            <p:spPr>
              <a:xfrm>
                <a:off x="6853875" y="2935350"/>
                <a:ext cx="65175" cy="111550"/>
              </a:xfrm>
              <a:custGeom>
                <a:rect b="b" l="l" r="r" t="t"/>
                <a:pathLst>
                  <a:path extrusionOk="0" h="4462" w="2607">
                    <a:moveTo>
                      <a:pt x="326" y="0"/>
                    </a:moveTo>
                    <a:cubicBezTo>
                      <a:pt x="201" y="0"/>
                      <a:pt x="201" y="100"/>
                      <a:pt x="201" y="100"/>
                    </a:cubicBezTo>
                    <a:cubicBezTo>
                      <a:pt x="0" y="201"/>
                      <a:pt x="0" y="326"/>
                      <a:pt x="100" y="326"/>
                    </a:cubicBezTo>
                    <a:lnTo>
                      <a:pt x="100" y="627"/>
                    </a:lnTo>
                    <a:cubicBezTo>
                      <a:pt x="201" y="827"/>
                      <a:pt x="100" y="952"/>
                      <a:pt x="201" y="1053"/>
                    </a:cubicBezTo>
                    <a:cubicBezTo>
                      <a:pt x="326" y="1253"/>
                      <a:pt x="326" y="1353"/>
                      <a:pt x="326" y="1579"/>
                    </a:cubicBezTo>
                    <a:cubicBezTo>
                      <a:pt x="201" y="1880"/>
                      <a:pt x="627" y="1980"/>
                      <a:pt x="627" y="2206"/>
                    </a:cubicBezTo>
                    <a:cubicBezTo>
                      <a:pt x="727" y="2306"/>
                      <a:pt x="627" y="2406"/>
                      <a:pt x="727" y="2506"/>
                    </a:cubicBezTo>
                    <a:cubicBezTo>
                      <a:pt x="727" y="2506"/>
                      <a:pt x="727" y="2607"/>
                      <a:pt x="827" y="2607"/>
                    </a:cubicBezTo>
                    <a:cubicBezTo>
                      <a:pt x="827" y="2707"/>
                      <a:pt x="953" y="2832"/>
                      <a:pt x="953" y="2932"/>
                    </a:cubicBezTo>
                    <a:cubicBezTo>
                      <a:pt x="1053" y="2932"/>
                      <a:pt x="1053" y="3033"/>
                      <a:pt x="1053" y="3133"/>
                    </a:cubicBezTo>
                    <a:cubicBezTo>
                      <a:pt x="1153" y="3133"/>
                      <a:pt x="1253" y="3233"/>
                      <a:pt x="1354" y="3333"/>
                    </a:cubicBezTo>
                    <a:cubicBezTo>
                      <a:pt x="1454" y="3333"/>
                      <a:pt x="1454" y="3559"/>
                      <a:pt x="1454" y="3659"/>
                    </a:cubicBezTo>
                    <a:cubicBezTo>
                      <a:pt x="1579" y="3759"/>
                      <a:pt x="1579" y="3860"/>
                      <a:pt x="1679" y="3960"/>
                    </a:cubicBezTo>
                    <a:cubicBezTo>
                      <a:pt x="1780" y="4085"/>
                      <a:pt x="1880" y="4085"/>
                      <a:pt x="1980" y="4186"/>
                    </a:cubicBezTo>
                    <a:cubicBezTo>
                      <a:pt x="2080" y="4286"/>
                      <a:pt x="2206" y="4186"/>
                      <a:pt x="2206" y="4386"/>
                    </a:cubicBezTo>
                    <a:cubicBezTo>
                      <a:pt x="2206" y="4436"/>
                      <a:pt x="2206" y="4461"/>
                      <a:pt x="2218" y="4461"/>
                    </a:cubicBezTo>
                    <a:cubicBezTo>
                      <a:pt x="2231" y="4461"/>
                      <a:pt x="2256" y="4436"/>
                      <a:pt x="2306" y="4386"/>
                    </a:cubicBezTo>
                    <a:cubicBezTo>
                      <a:pt x="2607" y="4186"/>
                      <a:pt x="2506" y="4085"/>
                      <a:pt x="2506" y="4085"/>
                    </a:cubicBezTo>
                    <a:cubicBezTo>
                      <a:pt x="2506" y="3960"/>
                      <a:pt x="2406" y="3960"/>
                      <a:pt x="2406" y="3860"/>
                    </a:cubicBezTo>
                    <a:cubicBezTo>
                      <a:pt x="2306" y="3759"/>
                      <a:pt x="2206" y="3659"/>
                      <a:pt x="2080" y="3559"/>
                    </a:cubicBezTo>
                    <a:cubicBezTo>
                      <a:pt x="1980" y="3459"/>
                      <a:pt x="1880" y="3333"/>
                      <a:pt x="1880" y="3333"/>
                    </a:cubicBezTo>
                    <a:lnTo>
                      <a:pt x="1679" y="3033"/>
                    </a:lnTo>
                    <a:cubicBezTo>
                      <a:pt x="1679" y="3033"/>
                      <a:pt x="1579" y="3033"/>
                      <a:pt x="1579" y="2932"/>
                    </a:cubicBezTo>
                    <a:cubicBezTo>
                      <a:pt x="1354" y="2707"/>
                      <a:pt x="1253" y="2506"/>
                      <a:pt x="1153" y="2306"/>
                    </a:cubicBezTo>
                    <a:lnTo>
                      <a:pt x="1153" y="2080"/>
                    </a:lnTo>
                    <a:cubicBezTo>
                      <a:pt x="1053" y="2080"/>
                      <a:pt x="1153" y="1980"/>
                      <a:pt x="1053" y="1880"/>
                    </a:cubicBezTo>
                    <a:cubicBezTo>
                      <a:pt x="953" y="1780"/>
                      <a:pt x="827" y="1679"/>
                      <a:pt x="827" y="1579"/>
                    </a:cubicBezTo>
                    <a:cubicBezTo>
                      <a:pt x="727" y="1454"/>
                      <a:pt x="827" y="1253"/>
                      <a:pt x="727" y="1153"/>
                    </a:cubicBezTo>
                    <a:cubicBezTo>
                      <a:pt x="727" y="1053"/>
                      <a:pt x="627" y="1053"/>
                      <a:pt x="627" y="952"/>
                    </a:cubicBezTo>
                    <a:cubicBezTo>
                      <a:pt x="527" y="827"/>
                      <a:pt x="627" y="627"/>
                      <a:pt x="527" y="526"/>
                    </a:cubicBezTo>
                    <a:lnTo>
                      <a:pt x="527" y="326"/>
                    </a:lnTo>
                    <a:cubicBezTo>
                      <a:pt x="527" y="201"/>
                      <a:pt x="426" y="201"/>
                      <a:pt x="426" y="100"/>
                    </a:cubicBezTo>
                    <a:cubicBezTo>
                      <a:pt x="426" y="100"/>
                      <a:pt x="426" y="0"/>
                      <a:pt x="3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07" name="Google Shape;2607;p67"/>
            <p:cNvSpPr/>
            <p:nvPr/>
          </p:nvSpPr>
          <p:spPr>
            <a:xfrm>
              <a:off x="7352625" y="2637725"/>
              <a:ext cx="355275" cy="266300"/>
            </a:xfrm>
            <a:custGeom>
              <a:rect b="b" l="l" r="r" t="t"/>
              <a:pathLst>
                <a:path extrusionOk="0" h="10652" w="14211">
                  <a:moveTo>
                    <a:pt x="8475" y="818"/>
                  </a:moveTo>
                  <a:cubicBezTo>
                    <a:pt x="8665" y="818"/>
                    <a:pt x="8788" y="882"/>
                    <a:pt x="9073" y="953"/>
                  </a:cubicBezTo>
                  <a:cubicBezTo>
                    <a:pt x="9295" y="1021"/>
                    <a:pt x="9565" y="1183"/>
                    <a:pt x="9841" y="1183"/>
                  </a:cubicBezTo>
                  <a:cubicBezTo>
                    <a:pt x="9889" y="1183"/>
                    <a:pt x="9938" y="1178"/>
                    <a:pt x="9987" y="1167"/>
                  </a:cubicBezTo>
                  <a:lnTo>
                    <a:pt x="9987" y="1167"/>
                  </a:lnTo>
                  <a:cubicBezTo>
                    <a:pt x="9993" y="1203"/>
                    <a:pt x="10005" y="1233"/>
                    <a:pt x="10025" y="1253"/>
                  </a:cubicBezTo>
                  <a:cubicBezTo>
                    <a:pt x="10126" y="1454"/>
                    <a:pt x="10326" y="1454"/>
                    <a:pt x="10451" y="1454"/>
                  </a:cubicBezTo>
                  <a:cubicBezTo>
                    <a:pt x="10752" y="1679"/>
                    <a:pt x="10953" y="1780"/>
                    <a:pt x="11178" y="1980"/>
                  </a:cubicBezTo>
                  <a:cubicBezTo>
                    <a:pt x="11379" y="2080"/>
                    <a:pt x="11579" y="2306"/>
                    <a:pt x="12005" y="2707"/>
                  </a:cubicBezTo>
                  <a:cubicBezTo>
                    <a:pt x="12431" y="3033"/>
                    <a:pt x="12732" y="3334"/>
                    <a:pt x="12958" y="3659"/>
                  </a:cubicBezTo>
                  <a:cubicBezTo>
                    <a:pt x="13258" y="3960"/>
                    <a:pt x="13459" y="4386"/>
                    <a:pt x="13359" y="4812"/>
                  </a:cubicBezTo>
                  <a:lnTo>
                    <a:pt x="13359" y="5013"/>
                  </a:lnTo>
                  <a:lnTo>
                    <a:pt x="13359" y="5339"/>
                  </a:lnTo>
                  <a:cubicBezTo>
                    <a:pt x="13359" y="5740"/>
                    <a:pt x="13158" y="6166"/>
                    <a:pt x="12832" y="6466"/>
                  </a:cubicBezTo>
                  <a:cubicBezTo>
                    <a:pt x="12732" y="6692"/>
                    <a:pt x="12732" y="6893"/>
                    <a:pt x="12532" y="7093"/>
                  </a:cubicBezTo>
                  <a:cubicBezTo>
                    <a:pt x="12331" y="7218"/>
                    <a:pt x="12106" y="7619"/>
                    <a:pt x="11905" y="7845"/>
                  </a:cubicBezTo>
                  <a:cubicBezTo>
                    <a:pt x="11705" y="7945"/>
                    <a:pt x="11579" y="8146"/>
                    <a:pt x="11479" y="8246"/>
                  </a:cubicBezTo>
                  <a:cubicBezTo>
                    <a:pt x="10953" y="8672"/>
                    <a:pt x="10552" y="8672"/>
                    <a:pt x="10126" y="9098"/>
                  </a:cubicBezTo>
                  <a:cubicBezTo>
                    <a:pt x="9925" y="9299"/>
                    <a:pt x="9499" y="9399"/>
                    <a:pt x="9298" y="9499"/>
                  </a:cubicBezTo>
                  <a:cubicBezTo>
                    <a:pt x="9198" y="9499"/>
                    <a:pt x="9073" y="9599"/>
                    <a:pt x="8872" y="9725"/>
                  </a:cubicBezTo>
                  <a:cubicBezTo>
                    <a:pt x="8802" y="9795"/>
                    <a:pt x="8681" y="9866"/>
                    <a:pt x="8536" y="9866"/>
                  </a:cubicBezTo>
                  <a:cubicBezTo>
                    <a:pt x="8476" y="9866"/>
                    <a:pt x="8412" y="9854"/>
                    <a:pt x="8346" y="9825"/>
                  </a:cubicBezTo>
                  <a:cubicBezTo>
                    <a:pt x="8212" y="9791"/>
                    <a:pt x="8076" y="9780"/>
                    <a:pt x="7938" y="9780"/>
                  </a:cubicBezTo>
                  <a:cubicBezTo>
                    <a:pt x="7661" y="9780"/>
                    <a:pt x="7377" y="9825"/>
                    <a:pt x="7093" y="9825"/>
                  </a:cubicBezTo>
                  <a:cubicBezTo>
                    <a:pt x="6792" y="9825"/>
                    <a:pt x="6466" y="9725"/>
                    <a:pt x="6166" y="9725"/>
                  </a:cubicBezTo>
                  <a:cubicBezTo>
                    <a:pt x="5639" y="9599"/>
                    <a:pt x="5313" y="9198"/>
                    <a:pt x="4912" y="9098"/>
                  </a:cubicBezTo>
                  <a:cubicBezTo>
                    <a:pt x="4587" y="9098"/>
                    <a:pt x="4486" y="8973"/>
                    <a:pt x="4286" y="8772"/>
                  </a:cubicBezTo>
                  <a:cubicBezTo>
                    <a:pt x="4060" y="8672"/>
                    <a:pt x="3760" y="8572"/>
                    <a:pt x="3559" y="8346"/>
                  </a:cubicBezTo>
                  <a:cubicBezTo>
                    <a:pt x="3334" y="8246"/>
                    <a:pt x="3133" y="8146"/>
                    <a:pt x="2933" y="8045"/>
                  </a:cubicBezTo>
                  <a:cubicBezTo>
                    <a:pt x="2506" y="8045"/>
                    <a:pt x="2406" y="7419"/>
                    <a:pt x="1980" y="7319"/>
                  </a:cubicBezTo>
                  <a:cubicBezTo>
                    <a:pt x="1880" y="7218"/>
                    <a:pt x="1679" y="7218"/>
                    <a:pt x="1554" y="7218"/>
                  </a:cubicBezTo>
                  <a:cubicBezTo>
                    <a:pt x="1253" y="7093"/>
                    <a:pt x="1253" y="6792"/>
                    <a:pt x="1153" y="6692"/>
                  </a:cubicBezTo>
                  <a:cubicBezTo>
                    <a:pt x="928" y="6466"/>
                    <a:pt x="928" y="6366"/>
                    <a:pt x="928" y="6166"/>
                  </a:cubicBezTo>
                  <a:cubicBezTo>
                    <a:pt x="1053" y="6065"/>
                    <a:pt x="1053" y="5840"/>
                    <a:pt x="1253" y="5639"/>
                  </a:cubicBezTo>
                  <a:cubicBezTo>
                    <a:pt x="1454" y="5339"/>
                    <a:pt x="1454" y="5013"/>
                    <a:pt x="1554" y="4812"/>
                  </a:cubicBezTo>
                  <a:cubicBezTo>
                    <a:pt x="1679" y="4386"/>
                    <a:pt x="2080" y="4186"/>
                    <a:pt x="2306" y="3860"/>
                  </a:cubicBezTo>
                  <a:cubicBezTo>
                    <a:pt x="2406" y="3659"/>
                    <a:pt x="2707" y="3459"/>
                    <a:pt x="2807" y="3233"/>
                  </a:cubicBezTo>
                  <a:cubicBezTo>
                    <a:pt x="3233" y="2707"/>
                    <a:pt x="3434" y="2406"/>
                    <a:pt x="3960" y="2080"/>
                  </a:cubicBezTo>
                  <a:cubicBezTo>
                    <a:pt x="4687" y="1679"/>
                    <a:pt x="5013" y="1579"/>
                    <a:pt x="5740" y="1153"/>
                  </a:cubicBezTo>
                  <a:cubicBezTo>
                    <a:pt x="5898" y="1074"/>
                    <a:pt x="6073" y="916"/>
                    <a:pt x="6288" y="916"/>
                  </a:cubicBezTo>
                  <a:cubicBezTo>
                    <a:pt x="6345" y="916"/>
                    <a:pt x="6404" y="927"/>
                    <a:pt x="6466" y="953"/>
                  </a:cubicBezTo>
                  <a:lnTo>
                    <a:pt x="7820" y="953"/>
                  </a:lnTo>
                  <a:cubicBezTo>
                    <a:pt x="8145" y="855"/>
                    <a:pt x="8329" y="818"/>
                    <a:pt x="8475" y="818"/>
                  </a:cubicBezTo>
                  <a:close/>
                  <a:moveTo>
                    <a:pt x="8246" y="0"/>
                  </a:moveTo>
                  <a:cubicBezTo>
                    <a:pt x="7945" y="0"/>
                    <a:pt x="7720" y="100"/>
                    <a:pt x="7419" y="100"/>
                  </a:cubicBezTo>
                  <a:cubicBezTo>
                    <a:pt x="7369" y="151"/>
                    <a:pt x="7312" y="176"/>
                    <a:pt x="7243" y="176"/>
                  </a:cubicBezTo>
                  <a:cubicBezTo>
                    <a:pt x="7174" y="176"/>
                    <a:pt x="7093" y="151"/>
                    <a:pt x="6993" y="100"/>
                  </a:cubicBezTo>
                  <a:cubicBezTo>
                    <a:pt x="6953" y="80"/>
                    <a:pt x="6907" y="72"/>
                    <a:pt x="6859" y="72"/>
                  </a:cubicBezTo>
                  <a:cubicBezTo>
                    <a:pt x="6667" y="72"/>
                    <a:pt x="6426" y="201"/>
                    <a:pt x="6266" y="201"/>
                  </a:cubicBezTo>
                  <a:cubicBezTo>
                    <a:pt x="5940" y="326"/>
                    <a:pt x="5639" y="326"/>
                    <a:pt x="5313" y="426"/>
                  </a:cubicBezTo>
                  <a:cubicBezTo>
                    <a:pt x="5113" y="527"/>
                    <a:pt x="4912" y="727"/>
                    <a:pt x="4587" y="727"/>
                  </a:cubicBezTo>
                  <a:cubicBezTo>
                    <a:pt x="4186" y="953"/>
                    <a:pt x="3860" y="1053"/>
                    <a:pt x="3559" y="1354"/>
                  </a:cubicBezTo>
                  <a:cubicBezTo>
                    <a:pt x="3233" y="1454"/>
                    <a:pt x="3033" y="1880"/>
                    <a:pt x="2707" y="1980"/>
                  </a:cubicBezTo>
                  <a:cubicBezTo>
                    <a:pt x="2506" y="2206"/>
                    <a:pt x="2406" y="2406"/>
                    <a:pt x="2181" y="2607"/>
                  </a:cubicBezTo>
                  <a:cubicBezTo>
                    <a:pt x="1880" y="2832"/>
                    <a:pt x="1780" y="3033"/>
                    <a:pt x="1679" y="3233"/>
                  </a:cubicBezTo>
                  <a:cubicBezTo>
                    <a:pt x="1253" y="3860"/>
                    <a:pt x="928" y="4386"/>
                    <a:pt x="526" y="4913"/>
                  </a:cubicBezTo>
                  <a:cubicBezTo>
                    <a:pt x="426" y="5113"/>
                    <a:pt x="301" y="5213"/>
                    <a:pt x="201" y="5439"/>
                  </a:cubicBezTo>
                  <a:cubicBezTo>
                    <a:pt x="100" y="5539"/>
                    <a:pt x="0" y="5840"/>
                    <a:pt x="0" y="6065"/>
                  </a:cubicBezTo>
                  <a:cubicBezTo>
                    <a:pt x="0" y="6366"/>
                    <a:pt x="100" y="6692"/>
                    <a:pt x="201" y="6893"/>
                  </a:cubicBezTo>
                  <a:cubicBezTo>
                    <a:pt x="426" y="7093"/>
                    <a:pt x="526" y="7319"/>
                    <a:pt x="727" y="7419"/>
                  </a:cubicBezTo>
                  <a:cubicBezTo>
                    <a:pt x="928" y="7519"/>
                    <a:pt x="1053" y="7720"/>
                    <a:pt x="1253" y="7845"/>
                  </a:cubicBezTo>
                  <a:cubicBezTo>
                    <a:pt x="1454" y="7945"/>
                    <a:pt x="1554" y="8146"/>
                    <a:pt x="1780" y="8246"/>
                  </a:cubicBezTo>
                  <a:cubicBezTo>
                    <a:pt x="2080" y="8471"/>
                    <a:pt x="2406" y="8471"/>
                    <a:pt x="2506" y="8772"/>
                  </a:cubicBezTo>
                  <a:cubicBezTo>
                    <a:pt x="2607" y="8973"/>
                    <a:pt x="2933" y="9098"/>
                    <a:pt x="3133" y="9098"/>
                  </a:cubicBezTo>
                  <a:cubicBezTo>
                    <a:pt x="3334" y="9299"/>
                    <a:pt x="3659" y="9399"/>
                    <a:pt x="3860" y="9599"/>
                  </a:cubicBezTo>
                  <a:cubicBezTo>
                    <a:pt x="4486" y="9825"/>
                    <a:pt x="5013" y="10126"/>
                    <a:pt x="5639" y="10351"/>
                  </a:cubicBezTo>
                  <a:cubicBezTo>
                    <a:pt x="5840" y="10351"/>
                    <a:pt x="6065" y="10351"/>
                    <a:pt x="6266" y="10451"/>
                  </a:cubicBezTo>
                  <a:cubicBezTo>
                    <a:pt x="6466" y="10652"/>
                    <a:pt x="6892" y="10552"/>
                    <a:pt x="7093" y="10652"/>
                  </a:cubicBezTo>
                  <a:lnTo>
                    <a:pt x="8045" y="10652"/>
                  </a:lnTo>
                  <a:cubicBezTo>
                    <a:pt x="8672" y="10652"/>
                    <a:pt x="9198" y="10351"/>
                    <a:pt x="9699" y="10126"/>
                  </a:cubicBezTo>
                  <a:cubicBezTo>
                    <a:pt x="10226" y="9825"/>
                    <a:pt x="10752" y="9599"/>
                    <a:pt x="11278" y="9299"/>
                  </a:cubicBezTo>
                  <a:cubicBezTo>
                    <a:pt x="11479" y="9198"/>
                    <a:pt x="11805" y="9098"/>
                    <a:pt x="12005" y="8772"/>
                  </a:cubicBezTo>
                  <a:cubicBezTo>
                    <a:pt x="12331" y="8471"/>
                    <a:pt x="12632" y="8045"/>
                    <a:pt x="13058" y="7619"/>
                  </a:cubicBezTo>
                  <a:cubicBezTo>
                    <a:pt x="13459" y="7218"/>
                    <a:pt x="13684" y="6692"/>
                    <a:pt x="13985" y="6065"/>
                  </a:cubicBezTo>
                  <a:cubicBezTo>
                    <a:pt x="14085" y="5740"/>
                    <a:pt x="14211" y="5339"/>
                    <a:pt x="14211" y="4913"/>
                  </a:cubicBezTo>
                  <a:lnTo>
                    <a:pt x="14211" y="4587"/>
                  </a:lnTo>
                  <a:lnTo>
                    <a:pt x="14211" y="4286"/>
                  </a:lnTo>
                  <a:cubicBezTo>
                    <a:pt x="14211" y="4186"/>
                    <a:pt x="14085" y="4085"/>
                    <a:pt x="14085" y="3960"/>
                  </a:cubicBezTo>
                  <a:cubicBezTo>
                    <a:pt x="14085" y="3860"/>
                    <a:pt x="14085" y="3760"/>
                    <a:pt x="13985" y="3659"/>
                  </a:cubicBezTo>
                  <a:cubicBezTo>
                    <a:pt x="13885" y="3459"/>
                    <a:pt x="13785" y="3334"/>
                    <a:pt x="13684" y="3133"/>
                  </a:cubicBezTo>
                  <a:cubicBezTo>
                    <a:pt x="13584" y="3033"/>
                    <a:pt x="13459" y="2933"/>
                    <a:pt x="13359" y="2707"/>
                  </a:cubicBezTo>
                  <a:cubicBezTo>
                    <a:pt x="13258" y="2607"/>
                    <a:pt x="13058" y="2406"/>
                    <a:pt x="12832" y="2306"/>
                  </a:cubicBezTo>
                  <a:cubicBezTo>
                    <a:pt x="12532" y="1980"/>
                    <a:pt x="12106" y="1679"/>
                    <a:pt x="12005" y="1579"/>
                  </a:cubicBezTo>
                  <a:cubicBezTo>
                    <a:pt x="11805" y="1454"/>
                    <a:pt x="11805" y="1253"/>
                    <a:pt x="11579" y="1153"/>
                  </a:cubicBezTo>
                  <a:cubicBezTo>
                    <a:pt x="11379" y="1053"/>
                    <a:pt x="11078" y="1053"/>
                    <a:pt x="10852" y="953"/>
                  </a:cubicBezTo>
                  <a:cubicBezTo>
                    <a:pt x="10772" y="852"/>
                    <a:pt x="10691" y="572"/>
                    <a:pt x="10558" y="572"/>
                  </a:cubicBezTo>
                  <a:cubicBezTo>
                    <a:pt x="10525" y="572"/>
                    <a:pt x="10490" y="588"/>
                    <a:pt x="10451" y="627"/>
                  </a:cubicBezTo>
                  <a:cubicBezTo>
                    <a:pt x="10399" y="585"/>
                    <a:pt x="10352" y="561"/>
                    <a:pt x="10307" y="561"/>
                  </a:cubicBezTo>
                  <a:cubicBezTo>
                    <a:pt x="10272" y="561"/>
                    <a:pt x="10239" y="575"/>
                    <a:pt x="10206" y="608"/>
                  </a:cubicBezTo>
                  <a:lnTo>
                    <a:pt x="10206" y="608"/>
                  </a:lnTo>
                  <a:cubicBezTo>
                    <a:pt x="10012" y="426"/>
                    <a:pt x="9817" y="426"/>
                    <a:pt x="9599" y="426"/>
                  </a:cubicBezTo>
                  <a:cubicBezTo>
                    <a:pt x="9399" y="326"/>
                    <a:pt x="9073" y="100"/>
                    <a:pt x="8772" y="100"/>
                  </a:cubicBezTo>
                  <a:cubicBezTo>
                    <a:pt x="8572" y="100"/>
                    <a:pt x="8346" y="100"/>
                    <a:pt x="8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7"/>
            <p:cNvSpPr/>
            <p:nvPr/>
          </p:nvSpPr>
          <p:spPr>
            <a:xfrm>
              <a:off x="7417775" y="2650175"/>
              <a:ext cx="216825" cy="189675"/>
            </a:xfrm>
            <a:custGeom>
              <a:rect b="b" l="l" r="r" t="t"/>
              <a:pathLst>
                <a:path extrusionOk="0" h="7587" w="8673">
                  <a:moveTo>
                    <a:pt x="5496" y="0"/>
                  </a:moveTo>
                  <a:cubicBezTo>
                    <a:pt x="4851" y="0"/>
                    <a:pt x="4141" y="129"/>
                    <a:pt x="3560" y="129"/>
                  </a:cubicBezTo>
                  <a:cubicBezTo>
                    <a:pt x="2507" y="229"/>
                    <a:pt x="1580" y="755"/>
                    <a:pt x="828" y="1582"/>
                  </a:cubicBezTo>
                  <a:cubicBezTo>
                    <a:pt x="1" y="2435"/>
                    <a:pt x="101" y="3362"/>
                    <a:pt x="527" y="4415"/>
                  </a:cubicBezTo>
                  <a:cubicBezTo>
                    <a:pt x="1098" y="6219"/>
                    <a:pt x="2794" y="7587"/>
                    <a:pt x="4589" y="7587"/>
                  </a:cubicBezTo>
                  <a:cubicBezTo>
                    <a:pt x="4763" y="7587"/>
                    <a:pt x="4938" y="7574"/>
                    <a:pt x="5114" y="7547"/>
                  </a:cubicBezTo>
                  <a:cubicBezTo>
                    <a:pt x="6793" y="7222"/>
                    <a:pt x="7946" y="5768"/>
                    <a:pt x="8472" y="4089"/>
                  </a:cubicBezTo>
                  <a:cubicBezTo>
                    <a:pt x="8672" y="3262"/>
                    <a:pt x="8672" y="2435"/>
                    <a:pt x="8472" y="1582"/>
                  </a:cubicBezTo>
                  <a:cubicBezTo>
                    <a:pt x="8246" y="1081"/>
                    <a:pt x="8146" y="755"/>
                    <a:pt x="7720" y="655"/>
                  </a:cubicBezTo>
                  <a:cubicBezTo>
                    <a:pt x="7219" y="329"/>
                    <a:pt x="6467" y="129"/>
                    <a:pt x="5966" y="29"/>
                  </a:cubicBezTo>
                  <a:cubicBezTo>
                    <a:pt x="5815" y="9"/>
                    <a:pt x="5658" y="0"/>
                    <a:pt x="54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7"/>
            <p:cNvSpPr/>
            <p:nvPr/>
          </p:nvSpPr>
          <p:spPr>
            <a:xfrm>
              <a:off x="7383950" y="2113275"/>
              <a:ext cx="130350" cy="362825"/>
            </a:xfrm>
            <a:custGeom>
              <a:rect b="b" l="l" r="r" t="t"/>
              <a:pathLst>
                <a:path extrusionOk="0" h="14513" w="5214">
                  <a:moveTo>
                    <a:pt x="1454" y="1"/>
                  </a:moveTo>
                  <a:cubicBezTo>
                    <a:pt x="1153" y="1"/>
                    <a:pt x="928" y="1"/>
                    <a:pt x="627" y="301"/>
                  </a:cubicBezTo>
                  <a:cubicBezTo>
                    <a:pt x="426" y="502"/>
                    <a:pt x="301" y="627"/>
                    <a:pt x="101" y="928"/>
                  </a:cubicBezTo>
                  <a:cubicBezTo>
                    <a:pt x="0" y="1254"/>
                    <a:pt x="0" y="1555"/>
                    <a:pt x="0" y="1880"/>
                  </a:cubicBezTo>
                  <a:cubicBezTo>
                    <a:pt x="0" y="2181"/>
                    <a:pt x="101" y="2507"/>
                    <a:pt x="301" y="2607"/>
                  </a:cubicBezTo>
                  <a:cubicBezTo>
                    <a:pt x="527" y="2707"/>
                    <a:pt x="627" y="2908"/>
                    <a:pt x="928" y="3134"/>
                  </a:cubicBezTo>
                  <a:cubicBezTo>
                    <a:pt x="1087" y="3204"/>
                    <a:pt x="1234" y="3275"/>
                    <a:pt x="1377" y="3275"/>
                  </a:cubicBezTo>
                  <a:cubicBezTo>
                    <a:pt x="1437" y="3275"/>
                    <a:pt x="1495" y="3263"/>
                    <a:pt x="1554" y="3234"/>
                  </a:cubicBezTo>
                  <a:cubicBezTo>
                    <a:pt x="1680" y="3234"/>
                    <a:pt x="1780" y="3134"/>
                    <a:pt x="1880" y="3134"/>
                  </a:cubicBezTo>
                  <a:cubicBezTo>
                    <a:pt x="1912" y="3113"/>
                    <a:pt x="1942" y="3105"/>
                    <a:pt x="1970" y="3105"/>
                  </a:cubicBezTo>
                  <a:cubicBezTo>
                    <a:pt x="2114" y="3105"/>
                    <a:pt x="2201" y="3334"/>
                    <a:pt x="2306" y="3334"/>
                  </a:cubicBezTo>
                  <a:cubicBezTo>
                    <a:pt x="2507" y="3535"/>
                    <a:pt x="2607" y="3635"/>
                    <a:pt x="2707" y="3860"/>
                  </a:cubicBezTo>
                  <a:cubicBezTo>
                    <a:pt x="2807" y="4061"/>
                    <a:pt x="2933" y="4161"/>
                    <a:pt x="2933" y="4387"/>
                  </a:cubicBezTo>
                  <a:cubicBezTo>
                    <a:pt x="2933" y="4687"/>
                    <a:pt x="3033" y="4788"/>
                    <a:pt x="3133" y="5113"/>
                  </a:cubicBezTo>
                  <a:cubicBezTo>
                    <a:pt x="3233" y="5414"/>
                    <a:pt x="3133" y="5740"/>
                    <a:pt x="3133" y="6041"/>
                  </a:cubicBezTo>
                  <a:cubicBezTo>
                    <a:pt x="3133" y="6367"/>
                    <a:pt x="3033" y="6567"/>
                    <a:pt x="3033" y="6893"/>
                  </a:cubicBezTo>
                  <a:cubicBezTo>
                    <a:pt x="3133" y="7394"/>
                    <a:pt x="3133" y="7820"/>
                    <a:pt x="3033" y="8347"/>
                  </a:cubicBezTo>
                  <a:cubicBezTo>
                    <a:pt x="3033" y="9073"/>
                    <a:pt x="2933" y="9499"/>
                    <a:pt x="3033" y="10226"/>
                  </a:cubicBezTo>
                  <a:cubicBezTo>
                    <a:pt x="3033" y="10427"/>
                    <a:pt x="3233" y="10652"/>
                    <a:pt x="3133" y="10953"/>
                  </a:cubicBezTo>
                  <a:cubicBezTo>
                    <a:pt x="3033" y="11053"/>
                    <a:pt x="2933" y="12006"/>
                    <a:pt x="2933" y="12206"/>
                  </a:cubicBezTo>
                  <a:cubicBezTo>
                    <a:pt x="3133" y="12933"/>
                    <a:pt x="3033" y="12833"/>
                    <a:pt x="2933" y="13359"/>
                  </a:cubicBezTo>
                  <a:cubicBezTo>
                    <a:pt x="2933" y="13660"/>
                    <a:pt x="2707" y="14186"/>
                    <a:pt x="3233" y="14412"/>
                  </a:cubicBezTo>
                  <a:cubicBezTo>
                    <a:pt x="3233" y="14512"/>
                    <a:pt x="3434" y="14512"/>
                    <a:pt x="3559" y="14512"/>
                  </a:cubicBezTo>
                  <a:cubicBezTo>
                    <a:pt x="3559" y="14412"/>
                    <a:pt x="3659" y="14412"/>
                    <a:pt x="3659" y="14286"/>
                  </a:cubicBezTo>
                  <a:cubicBezTo>
                    <a:pt x="3760" y="14086"/>
                    <a:pt x="3659" y="13986"/>
                    <a:pt x="3659" y="13785"/>
                  </a:cubicBezTo>
                  <a:cubicBezTo>
                    <a:pt x="3659" y="13560"/>
                    <a:pt x="3760" y="13259"/>
                    <a:pt x="3760" y="13033"/>
                  </a:cubicBezTo>
                  <a:cubicBezTo>
                    <a:pt x="3760" y="12833"/>
                    <a:pt x="3659" y="12733"/>
                    <a:pt x="3760" y="12532"/>
                  </a:cubicBezTo>
                  <a:cubicBezTo>
                    <a:pt x="3860" y="12307"/>
                    <a:pt x="3760" y="12106"/>
                    <a:pt x="3659" y="11906"/>
                  </a:cubicBezTo>
                  <a:cubicBezTo>
                    <a:pt x="3659" y="11780"/>
                    <a:pt x="3659" y="11680"/>
                    <a:pt x="3760" y="11580"/>
                  </a:cubicBezTo>
                  <a:cubicBezTo>
                    <a:pt x="3860" y="11379"/>
                    <a:pt x="3760" y="11154"/>
                    <a:pt x="3760" y="10953"/>
                  </a:cubicBezTo>
                  <a:cubicBezTo>
                    <a:pt x="3760" y="10652"/>
                    <a:pt x="3860" y="10427"/>
                    <a:pt x="3860" y="10226"/>
                  </a:cubicBezTo>
                  <a:cubicBezTo>
                    <a:pt x="3860" y="9900"/>
                    <a:pt x="3760" y="9700"/>
                    <a:pt x="3860" y="9499"/>
                  </a:cubicBezTo>
                  <a:cubicBezTo>
                    <a:pt x="3860" y="9174"/>
                    <a:pt x="3960" y="8773"/>
                    <a:pt x="3960" y="8447"/>
                  </a:cubicBezTo>
                  <a:cubicBezTo>
                    <a:pt x="3960" y="8146"/>
                    <a:pt x="3860" y="7921"/>
                    <a:pt x="3960" y="7620"/>
                  </a:cubicBezTo>
                  <a:cubicBezTo>
                    <a:pt x="4060" y="7394"/>
                    <a:pt x="3960" y="7194"/>
                    <a:pt x="3960" y="6893"/>
                  </a:cubicBezTo>
                  <a:cubicBezTo>
                    <a:pt x="4060" y="6667"/>
                    <a:pt x="4060" y="6467"/>
                    <a:pt x="4060" y="6141"/>
                  </a:cubicBezTo>
                  <a:cubicBezTo>
                    <a:pt x="3960" y="5514"/>
                    <a:pt x="3960" y="5013"/>
                    <a:pt x="3860" y="4387"/>
                  </a:cubicBezTo>
                  <a:cubicBezTo>
                    <a:pt x="3760" y="4061"/>
                    <a:pt x="3659" y="3635"/>
                    <a:pt x="3434" y="3334"/>
                  </a:cubicBezTo>
                  <a:cubicBezTo>
                    <a:pt x="3334" y="3008"/>
                    <a:pt x="2933" y="2707"/>
                    <a:pt x="2607" y="2607"/>
                  </a:cubicBezTo>
                  <a:cubicBezTo>
                    <a:pt x="2306" y="2507"/>
                    <a:pt x="2081" y="2382"/>
                    <a:pt x="1880" y="2382"/>
                  </a:cubicBezTo>
                  <a:cubicBezTo>
                    <a:pt x="1554" y="2281"/>
                    <a:pt x="1354" y="2281"/>
                    <a:pt x="1253" y="2281"/>
                  </a:cubicBezTo>
                  <a:cubicBezTo>
                    <a:pt x="1187" y="2281"/>
                    <a:pt x="1164" y="2326"/>
                    <a:pt x="1127" y="2326"/>
                  </a:cubicBezTo>
                  <a:cubicBezTo>
                    <a:pt x="1109" y="2326"/>
                    <a:pt x="1086" y="2315"/>
                    <a:pt x="1053" y="2281"/>
                  </a:cubicBezTo>
                  <a:cubicBezTo>
                    <a:pt x="928" y="2281"/>
                    <a:pt x="827" y="2281"/>
                    <a:pt x="928" y="2081"/>
                  </a:cubicBezTo>
                  <a:lnTo>
                    <a:pt x="928" y="1981"/>
                  </a:lnTo>
                  <a:cubicBezTo>
                    <a:pt x="827" y="1981"/>
                    <a:pt x="827" y="1880"/>
                    <a:pt x="827" y="1755"/>
                  </a:cubicBezTo>
                  <a:cubicBezTo>
                    <a:pt x="827" y="1655"/>
                    <a:pt x="827" y="1454"/>
                    <a:pt x="928" y="1254"/>
                  </a:cubicBezTo>
                  <a:cubicBezTo>
                    <a:pt x="928" y="1129"/>
                    <a:pt x="1053" y="928"/>
                    <a:pt x="1253" y="928"/>
                  </a:cubicBezTo>
                  <a:cubicBezTo>
                    <a:pt x="1454" y="828"/>
                    <a:pt x="1554" y="828"/>
                    <a:pt x="1780" y="828"/>
                  </a:cubicBezTo>
                  <a:cubicBezTo>
                    <a:pt x="1980" y="828"/>
                    <a:pt x="2081" y="828"/>
                    <a:pt x="2181" y="928"/>
                  </a:cubicBezTo>
                  <a:cubicBezTo>
                    <a:pt x="2306" y="1129"/>
                    <a:pt x="2607" y="1129"/>
                    <a:pt x="2707" y="1254"/>
                  </a:cubicBezTo>
                  <a:cubicBezTo>
                    <a:pt x="2807" y="1454"/>
                    <a:pt x="2933" y="1555"/>
                    <a:pt x="3033" y="1755"/>
                  </a:cubicBezTo>
                  <a:cubicBezTo>
                    <a:pt x="3233" y="2181"/>
                    <a:pt x="3559" y="2507"/>
                    <a:pt x="3760" y="2908"/>
                  </a:cubicBezTo>
                  <a:cubicBezTo>
                    <a:pt x="3960" y="3334"/>
                    <a:pt x="4060" y="3760"/>
                    <a:pt x="4060" y="4161"/>
                  </a:cubicBezTo>
                  <a:lnTo>
                    <a:pt x="4060" y="4888"/>
                  </a:lnTo>
                  <a:cubicBezTo>
                    <a:pt x="4186" y="5314"/>
                    <a:pt x="4286" y="5740"/>
                    <a:pt x="4286" y="6266"/>
                  </a:cubicBezTo>
                  <a:cubicBezTo>
                    <a:pt x="4286" y="6768"/>
                    <a:pt x="4386" y="7294"/>
                    <a:pt x="4386" y="7820"/>
                  </a:cubicBezTo>
                  <a:cubicBezTo>
                    <a:pt x="4386" y="8146"/>
                    <a:pt x="4286" y="8447"/>
                    <a:pt x="4286" y="8647"/>
                  </a:cubicBezTo>
                  <a:cubicBezTo>
                    <a:pt x="4286" y="9499"/>
                    <a:pt x="4186" y="9399"/>
                    <a:pt x="4286" y="10226"/>
                  </a:cubicBezTo>
                  <a:cubicBezTo>
                    <a:pt x="4286" y="10527"/>
                    <a:pt x="4186" y="11780"/>
                    <a:pt x="4186" y="12106"/>
                  </a:cubicBezTo>
                  <a:cubicBezTo>
                    <a:pt x="4186" y="12307"/>
                    <a:pt x="3960" y="12407"/>
                    <a:pt x="4060" y="12632"/>
                  </a:cubicBezTo>
                  <a:lnTo>
                    <a:pt x="4060" y="13159"/>
                  </a:lnTo>
                  <a:cubicBezTo>
                    <a:pt x="4060" y="13359"/>
                    <a:pt x="3760" y="13560"/>
                    <a:pt x="4060" y="13660"/>
                  </a:cubicBezTo>
                  <a:cubicBezTo>
                    <a:pt x="3960" y="13785"/>
                    <a:pt x="4060" y="13885"/>
                    <a:pt x="4186" y="13885"/>
                  </a:cubicBezTo>
                  <a:cubicBezTo>
                    <a:pt x="4286" y="13936"/>
                    <a:pt x="4411" y="13961"/>
                    <a:pt x="4527" y="13961"/>
                  </a:cubicBezTo>
                  <a:cubicBezTo>
                    <a:pt x="4643" y="13961"/>
                    <a:pt x="4750" y="13936"/>
                    <a:pt x="4812" y="13885"/>
                  </a:cubicBezTo>
                  <a:cubicBezTo>
                    <a:pt x="4913" y="13660"/>
                    <a:pt x="4812" y="13560"/>
                    <a:pt x="4812" y="13359"/>
                  </a:cubicBezTo>
                  <a:cubicBezTo>
                    <a:pt x="4913" y="12733"/>
                    <a:pt x="4913" y="12532"/>
                    <a:pt x="5113" y="11580"/>
                  </a:cubicBezTo>
                  <a:cubicBezTo>
                    <a:pt x="5213" y="11053"/>
                    <a:pt x="5113" y="10652"/>
                    <a:pt x="5113" y="10226"/>
                  </a:cubicBezTo>
                  <a:cubicBezTo>
                    <a:pt x="5113" y="9700"/>
                    <a:pt x="5013" y="9274"/>
                    <a:pt x="5113" y="8873"/>
                  </a:cubicBezTo>
                  <a:cubicBezTo>
                    <a:pt x="5213" y="8647"/>
                    <a:pt x="5113" y="8447"/>
                    <a:pt x="5113" y="8246"/>
                  </a:cubicBezTo>
                  <a:lnTo>
                    <a:pt x="5113" y="6993"/>
                  </a:lnTo>
                  <a:cubicBezTo>
                    <a:pt x="5113" y="6768"/>
                    <a:pt x="5013" y="6567"/>
                    <a:pt x="5013" y="6367"/>
                  </a:cubicBezTo>
                  <a:cubicBezTo>
                    <a:pt x="5013" y="6041"/>
                    <a:pt x="4913" y="5740"/>
                    <a:pt x="4913" y="5414"/>
                  </a:cubicBezTo>
                  <a:cubicBezTo>
                    <a:pt x="5013" y="5214"/>
                    <a:pt x="4913" y="5113"/>
                    <a:pt x="4812" y="4788"/>
                  </a:cubicBezTo>
                  <a:cubicBezTo>
                    <a:pt x="4812" y="4261"/>
                    <a:pt x="5013" y="3860"/>
                    <a:pt x="4687" y="3334"/>
                  </a:cubicBezTo>
                  <a:cubicBezTo>
                    <a:pt x="4587" y="3134"/>
                    <a:pt x="4487" y="2707"/>
                    <a:pt x="4386" y="2507"/>
                  </a:cubicBezTo>
                  <a:cubicBezTo>
                    <a:pt x="4386" y="2382"/>
                    <a:pt x="4286" y="2281"/>
                    <a:pt x="4060" y="2181"/>
                  </a:cubicBezTo>
                  <a:cubicBezTo>
                    <a:pt x="3960" y="1981"/>
                    <a:pt x="3860" y="1880"/>
                    <a:pt x="3860" y="1655"/>
                  </a:cubicBezTo>
                  <a:cubicBezTo>
                    <a:pt x="3860" y="1254"/>
                    <a:pt x="3559" y="928"/>
                    <a:pt x="3133" y="627"/>
                  </a:cubicBezTo>
                  <a:cubicBezTo>
                    <a:pt x="2933" y="402"/>
                    <a:pt x="2607" y="201"/>
                    <a:pt x="2181" y="201"/>
                  </a:cubicBezTo>
                  <a:cubicBezTo>
                    <a:pt x="1980" y="101"/>
                    <a:pt x="1780" y="1"/>
                    <a:pt x="1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7"/>
            <p:cNvSpPr/>
            <p:nvPr/>
          </p:nvSpPr>
          <p:spPr>
            <a:xfrm>
              <a:off x="7540600" y="2099075"/>
              <a:ext cx="122825" cy="363850"/>
            </a:xfrm>
            <a:custGeom>
              <a:rect b="b" l="l" r="r" t="t"/>
              <a:pathLst>
                <a:path extrusionOk="0" h="14554" w="4913">
                  <a:moveTo>
                    <a:pt x="1832" y="1"/>
                  </a:moveTo>
                  <a:cubicBezTo>
                    <a:pt x="1743" y="1"/>
                    <a:pt x="1649" y="13"/>
                    <a:pt x="1554" y="42"/>
                  </a:cubicBezTo>
                  <a:cubicBezTo>
                    <a:pt x="1353" y="143"/>
                    <a:pt x="1153" y="143"/>
                    <a:pt x="827" y="243"/>
                  </a:cubicBezTo>
                  <a:cubicBezTo>
                    <a:pt x="526" y="343"/>
                    <a:pt x="301" y="769"/>
                    <a:pt x="201" y="970"/>
                  </a:cubicBezTo>
                  <a:cubicBezTo>
                    <a:pt x="0" y="1296"/>
                    <a:pt x="100" y="1596"/>
                    <a:pt x="201" y="1822"/>
                  </a:cubicBezTo>
                  <a:cubicBezTo>
                    <a:pt x="301" y="2022"/>
                    <a:pt x="301" y="2223"/>
                    <a:pt x="301" y="2448"/>
                  </a:cubicBezTo>
                  <a:cubicBezTo>
                    <a:pt x="426" y="2649"/>
                    <a:pt x="426" y="2849"/>
                    <a:pt x="627" y="2950"/>
                  </a:cubicBezTo>
                  <a:cubicBezTo>
                    <a:pt x="727" y="3075"/>
                    <a:pt x="827" y="3175"/>
                    <a:pt x="1053" y="3175"/>
                  </a:cubicBezTo>
                  <a:cubicBezTo>
                    <a:pt x="1253" y="3376"/>
                    <a:pt x="1253" y="3576"/>
                    <a:pt x="1454" y="3802"/>
                  </a:cubicBezTo>
                  <a:lnTo>
                    <a:pt x="1880" y="4203"/>
                  </a:lnTo>
                  <a:cubicBezTo>
                    <a:pt x="2080" y="4428"/>
                    <a:pt x="2306" y="4529"/>
                    <a:pt x="2306" y="4729"/>
                  </a:cubicBezTo>
                  <a:cubicBezTo>
                    <a:pt x="2406" y="4829"/>
                    <a:pt x="2406" y="4955"/>
                    <a:pt x="2506" y="4955"/>
                  </a:cubicBezTo>
                  <a:cubicBezTo>
                    <a:pt x="2506" y="5055"/>
                    <a:pt x="2607" y="5155"/>
                    <a:pt x="2607" y="5255"/>
                  </a:cubicBezTo>
                  <a:cubicBezTo>
                    <a:pt x="2807" y="5581"/>
                    <a:pt x="2607" y="5882"/>
                    <a:pt x="2607" y="6208"/>
                  </a:cubicBezTo>
                  <a:lnTo>
                    <a:pt x="2607" y="7035"/>
                  </a:lnTo>
                  <a:cubicBezTo>
                    <a:pt x="2607" y="7561"/>
                    <a:pt x="2707" y="7962"/>
                    <a:pt x="2607" y="8489"/>
                  </a:cubicBezTo>
                  <a:cubicBezTo>
                    <a:pt x="2607" y="9215"/>
                    <a:pt x="2607" y="9541"/>
                    <a:pt x="2707" y="10268"/>
                  </a:cubicBezTo>
                  <a:cubicBezTo>
                    <a:pt x="2707" y="10594"/>
                    <a:pt x="2932" y="10794"/>
                    <a:pt x="2807" y="10995"/>
                  </a:cubicBezTo>
                  <a:cubicBezTo>
                    <a:pt x="2707" y="11220"/>
                    <a:pt x="2607" y="12148"/>
                    <a:pt x="2707" y="12248"/>
                  </a:cubicBezTo>
                  <a:cubicBezTo>
                    <a:pt x="2932" y="12975"/>
                    <a:pt x="2807" y="12875"/>
                    <a:pt x="2807" y="13401"/>
                  </a:cubicBezTo>
                  <a:cubicBezTo>
                    <a:pt x="2807" y="13727"/>
                    <a:pt x="2607" y="14228"/>
                    <a:pt x="3133" y="14453"/>
                  </a:cubicBezTo>
                  <a:lnTo>
                    <a:pt x="3434" y="14453"/>
                  </a:lnTo>
                  <a:cubicBezTo>
                    <a:pt x="3434" y="14453"/>
                    <a:pt x="3434" y="14353"/>
                    <a:pt x="3559" y="14353"/>
                  </a:cubicBezTo>
                  <a:lnTo>
                    <a:pt x="3559" y="13727"/>
                  </a:lnTo>
                  <a:cubicBezTo>
                    <a:pt x="3434" y="13501"/>
                    <a:pt x="3659" y="13200"/>
                    <a:pt x="3659" y="12975"/>
                  </a:cubicBezTo>
                  <a:cubicBezTo>
                    <a:pt x="3559" y="12875"/>
                    <a:pt x="3559" y="12674"/>
                    <a:pt x="3559" y="12574"/>
                  </a:cubicBezTo>
                  <a:cubicBezTo>
                    <a:pt x="3659" y="12348"/>
                    <a:pt x="3559" y="12148"/>
                    <a:pt x="3434" y="11947"/>
                  </a:cubicBezTo>
                  <a:cubicBezTo>
                    <a:pt x="3434" y="11847"/>
                    <a:pt x="3434" y="11722"/>
                    <a:pt x="3559" y="11621"/>
                  </a:cubicBezTo>
                  <a:cubicBezTo>
                    <a:pt x="3659" y="11421"/>
                    <a:pt x="3434" y="11220"/>
                    <a:pt x="3434" y="10895"/>
                  </a:cubicBezTo>
                  <a:cubicBezTo>
                    <a:pt x="3434" y="10694"/>
                    <a:pt x="3559" y="10468"/>
                    <a:pt x="3559" y="10168"/>
                  </a:cubicBezTo>
                  <a:cubicBezTo>
                    <a:pt x="3559" y="9967"/>
                    <a:pt x="3434" y="9742"/>
                    <a:pt x="3434" y="9541"/>
                  </a:cubicBezTo>
                  <a:cubicBezTo>
                    <a:pt x="3559" y="9215"/>
                    <a:pt x="3559" y="8915"/>
                    <a:pt x="3559" y="8489"/>
                  </a:cubicBezTo>
                  <a:cubicBezTo>
                    <a:pt x="3559" y="8288"/>
                    <a:pt x="3434" y="7962"/>
                    <a:pt x="3559" y="7661"/>
                  </a:cubicBezTo>
                  <a:cubicBezTo>
                    <a:pt x="3559" y="7461"/>
                    <a:pt x="3434" y="7235"/>
                    <a:pt x="3559" y="7035"/>
                  </a:cubicBezTo>
                  <a:lnTo>
                    <a:pt x="3559" y="6308"/>
                  </a:lnTo>
                  <a:cubicBezTo>
                    <a:pt x="3559" y="5982"/>
                    <a:pt x="3434" y="5681"/>
                    <a:pt x="3434" y="5456"/>
                  </a:cubicBezTo>
                  <a:cubicBezTo>
                    <a:pt x="3434" y="5155"/>
                    <a:pt x="3333" y="4829"/>
                    <a:pt x="3233" y="4428"/>
                  </a:cubicBezTo>
                  <a:cubicBezTo>
                    <a:pt x="2932" y="3702"/>
                    <a:pt x="2306" y="3275"/>
                    <a:pt x="1779" y="2950"/>
                  </a:cubicBezTo>
                  <a:cubicBezTo>
                    <a:pt x="1454" y="2749"/>
                    <a:pt x="1353" y="2448"/>
                    <a:pt x="1153" y="2223"/>
                  </a:cubicBezTo>
                  <a:cubicBezTo>
                    <a:pt x="1153" y="2123"/>
                    <a:pt x="1053" y="2022"/>
                    <a:pt x="927" y="1922"/>
                  </a:cubicBezTo>
                  <a:cubicBezTo>
                    <a:pt x="827" y="1922"/>
                    <a:pt x="827" y="1822"/>
                    <a:pt x="927" y="1697"/>
                  </a:cubicBezTo>
                  <a:cubicBezTo>
                    <a:pt x="1053" y="1596"/>
                    <a:pt x="927" y="1396"/>
                    <a:pt x="1053" y="1296"/>
                  </a:cubicBezTo>
                  <a:cubicBezTo>
                    <a:pt x="1053" y="1195"/>
                    <a:pt x="1153" y="1070"/>
                    <a:pt x="1253" y="970"/>
                  </a:cubicBezTo>
                  <a:cubicBezTo>
                    <a:pt x="1404" y="869"/>
                    <a:pt x="1610" y="819"/>
                    <a:pt x="1820" y="819"/>
                  </a:cubicBezTo>
                  <a:cubicBezTo>
                    <a:pt x="2030" y="819"/>
                    <a:pt x="2243" y="869"/>
                    <a:pt x="2406" y="970"/>
                  </a:cubicBezTo>
                  <a:cubicBezTo>
                    <a:pt x="2506" y="1070"/>
                    <a:pt x="2707" y="1070"/>
                    <a:pt x="2807" y="1195"/>
                  </a:cubicBezTo>
                  <a:cubicBezTo>
                    <a:pt x="2807" y="1296"/>
                    <a:pt x="2807" y="1296"/>
                    <a:pt x="2932" y="1396"/>
                  </a:cubicBezTo>
                  <a:cubicBezTo>
                    <a:pt x="3033" y="1496"/>
                    <a:pt x="3033" y="1596"/>
                    <a:pt x="3133" y="1596"/>
                  </a:cubicBezTo>
                  <a:cubicBezTo>
                    <a:pt x="3233" y="1822"/>
                    <a:pt x="3233" y="2123"/>
                    <a:pt x="3333" y="2323"/>
                  </a:cubicBezTo>
                  <a:cubicBezTo>
                    <a:pt x="3434" y="2749"/>
                    <a:pt x="3659" y="3075"/>
                    <a:pt x="3860" y="3476"/>
                  </a:cubicBezTo>
                  <a:cubicBezTo>
                    <a:pt x="3960" y="3702"/>
                    <a:pt x="3960" y="3902"/>
                    <a:pt x="3960" y="4203"/>
                  </a:cubicBezTo>
                  <a:lnTo>
                    <a:pt x="3960" y="4529"/>
                  </a:lnTo>
                  <a:lnTo>
                    <a:pt x="3960" y="4829"/>
                  </a:lnTo>
                  <a:cubicBezTo>
                    <a:pt x="3860" y="5155"/>
                    <a:pt x="3860" y="5356"/>
                    <a:pt x="3860" y="5581"/>
                  </a:cubicBezTo>
                  <a:cubicBezTo>
                    <a:pt x="3960" y="5982"/>
                    <a:pt x="3960" y="6408"/>
                    <a:pt x="3960" y="6935"/>
                  </a:cubicBezTo>
                  <a:cubicBezTo>
                    <a:pt x="3960" y="7461"/>
                    <a:pt x="4060" y="7862"/>
                    <a:pt x="3960" y="8388"/>
                  </a:cubicBezTo>
                  <a:lnTo>
                    <a:pt x="3960" y="9341"/>
                  </a:lnTo>
                  <a:cubicBezTo>
                    <a:pt x="3860" y="10168"/>
                    <a:pt x="3860" y="9967"/>
                    <a:pt x="3860" y="10794"/>
                  </a:cubicBezTo>
                  <a:lnTo>
                    <a:pt x="3860" y="12674"/>
                  </a:lnTo>
                  <a:cubicBezTo>
                    <a:pt x="3860" y="12875"/>
                    <a:pt x="3659" y="13100"/>
                    <a:pt x="3759" y="13200"/>
                  </a:cubicBezTo>
                  <a:cubicBezTo>
                    <a:pt x="3759" y="13401"/>
                    <a:pt x="3860" y="13601"/>
                    <a:pt x="3860" y="13827"/>
                  </a:cubicBezTo>
                  <a:cubicBezTo>
                    <a:pt x="3759" y="13927"/>
                    <a:pt x="3559" y="14228"/>
                    <a:pt x="3860" y="14228"/>
                  </a:cubicBezTo>
                  <a:cubicBezTo>
                    <a:pt x="3759" y="14353"/>
                    <a:pt x="3860" y="14453"/>
                    <a:pt x="3960" y="14554"/>
                  </a:cubicBezTo>
                  <a:cubicBezTo>
                    <a:pt x="4186" y="14554"/>
                    <a:pt x="4486" y="14453"/>
                    <a:pt x="4587" y="14353"/>
                  </a:cubicBezTo>
                  <a:lnTo>
                    <a:pt x="4587" y="13927"/>
                  </a:lnTo>
                  <a:cubicBezTo>
                    <a:pt x="4587" y="13301"/>
                    <a:pt x="4587" y="13100"/>
                    <a:pt x="4687" y="12148"/>
                  </a:cubicBezTo>
                  <a:cubicBezTo>
                    <a:pt x="4812" y="11621"/>
                    <a:pt x="4687" y="11220"/>
                    <a:pt x="4687" y="10794"/>
                  </a:cubicBezTo>
                  <a:cubicBezTo>
                    <a:pt x="4687" y="10368"/>
                    <a:pt x="4687" y="9967"/>
                    <a:pt x="4812" y="9541"/>
                  </a:cubicBezTo>
                  <a:lnTo>
                    <a:pt x="4812" y="8915"/>
                  </a:lnTo>
                  <a:lnTo>
                    <a:pt x="4812" y="7661"/>
                  </a:lnTo>
                  <a:cubicBezTo>
                    <a:pt x="4812" y="7461"/>
                    <a:pt x="4687" y="7235"/>
                    <a:pt x="4687" y="7035"/>
                  </a:cubicBezTo>
                  <a:cubicBezTo>
                    <a:pt x="4812" y="6709"/>
                    <a:pt x="4587" y="6408"/>
                    <a:pt x="4687" y="6208"/>
                  </a:cubicBezTo>
                  <a:cubicBezTo>
                    <a:pt x="4687" y="5982"/>
                    <a:pt x="4587" y="5782"/>
                    <a:pt x="4587" y="5581"/>
                  </a:cubicBezTo>
                  <a:cubicBezTo>
                    <a:pt x="4587" y="4955"/>
                    <a:pt x="4912" y="4729"/>
                    <a:pt x="4687" y="4103"/>
                  </a:cubicBezTo>
                  <a:cubicBezTo>
                    <a:pt x="4587" y="3902"/>
                    <a:pt x="4587" y="3476"/>
                    <a:pt x="4587" y="3275"/>
                  </a:cubicBezTo>
                  <a:cubicBezTo>
                    <a:pt x="4486" y="3075"/>
                    <a:pt x="4486" y="2950"/>
                    <a:pt x="4386" y="2849"/>
                  </a:cubicBezTo>
                  <a:cubicBezTo>
                    <a:pt x="4286" y="2649"/>
                    <a:pt x="4186" y="2549"/>
                    <a:pt x="4186" y="2323"/>
                  </a:cubicBezTo>
                  <a:cubicBezTo>
                    <a:pt x="4186" y="1922"/>
                    <a:pt x="3960" y="1596"/>
                    <a:pt x="3759" y="1195"/>
                  </a:cubicBezTo>
                  <a:cubicBezTo>
                    <a:pt x="3659" y="1070"/>
                    <a:pt x="3559" y="970"/>
                    <a:pt x="3434" y="769"/>
                  </a:cubicBezTo>
                  <a:cubicBezTo>
                    <a:pt x="3333" y="669"/>
                    <a:pt x="3233" y="569"/>
                    <a:pt x="3033" y="443"/>
                  </a:cubicBezTo>
                  <a:cubicBezTo>
                    <a:pt x="2807" y="343"/>
                    <a:pt x="2607" y="243"/>
                    <a:pt x="2406" y="143"/>
                  </a:cubicBezTo>
                  <a:cubicBezTo>
                    <a:pt x="2247" y="72"/>
                    <a:pt x="2049" y="1"/>
                    <a:pt x="1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7"/>
            <p:cNvSpPr/>
            <p:nvPr/>
          </p:nvSpPr>
          <p:spPr>
            <a:xfrm>
              <a:off x="7441600" y="2665875"/>
              <a:ext cx="90875" cy="84625"/>
            </a:xfrm>
            <a:custGeom>
              <a:rect b="b" l="l" r="r" t="t"/>
              <a:pathLst>
                <a:path extrusionOk="0" h="3385" w="3635">
                  <a:moveTo>
                    <a:pt x="2532" y="0"/>
                  </a:moveTo>
                  <a:cubicBezTo>
                    <a:pt x="2474" y="0"/>
                    <a:pt x="2422" y="9"/>
                    <a:pt x="2381" y="27"/>
                  </a:cubicBezTo>
                  <a:cubicBezTo>
                    <a:pt x="2306" y="17"/>
                    <a:pt x="2230" y="12"/>
                    <a:pt x="2154" y="12"/>
                  </a:cubicBezTo>
                  <a:cubicBezTo>
                    <a:pt x="1488" y="12"/>
                    <a:pt x="783" y="392"/>
                    <a:pt x="401" y="954"/>
                  </a:cubicBezTo>
                  <a:cubicBezTo>
                    <a:pt x="301" y="1080"/>
                    <a:pt x="301" y="1280"/>
                    <a:pt x="201" y="1481"/>
                  </a:cubicBezTo>
                  <a:cubicBezTo>
                    <a:pt x="100" y="1807"/>
                    <a:pt x="0" y="2333"/>
                    <a:pt x="201" y="2634"/>
                  </a:cubicBezTo>
                  <a:cubicBezTo>
                    <a:pt x="369" y="3159"/>
                    <a:pt x="907" y="3385"/>
                    <a:pt x="1446" y="3385"/>
                  </a:cubicBezTo>
                  <a:cubicBezTo>
                    <a:pt x="1550" y="3385"/>
                    <a:pt x="1653" y="3377"/>
                    <a:pt x="1754" y="3360"/>
                  </a:cubicBezTo>
                  <a:cubicBezTo>
                    <a:pt x="2381" y="3260"/>
                    <a:pt x="2807" y="2734"/>
                    <a:pt x="3233" y="2208"/>
                  </a:cubicBezTo>
                  <a:cubicBezTo>
                    <a:pt x="3333" y="1907"/>
                    <a:pt x="3534" y="1581"/>
                    <a:pt x="3534" y="1280"/>
                  </a:cubicBezTo>
                  <a:cubicBezTo>
                    <a:pt x="3634" y="954"/>
                    <a:pt x="3534" y="553"/>
                    <a:pt x="3333" y="328"/>
                  </a:cubicBezTo>
                  <a:cubicBezTo>
                    <a:pt x="3170" y="164"/>
                    <a:pt x="2789" y="0"/>
                    <a:pt x="25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7"/>
            <p:cNvSpPr/>
            <p:nvPr/>
          </p:nvSpPr>
          <p:spPr>
            <a:xfrm>
              <a:off x="7386450" y="2943475"/>
              <a:ext cx="357800" cy="196550"/>
            </a:xfrm>
            <a:custGeom>
              <a:rect b="b" l="l" r="r" t="t"/>
              <a:pathLst>
                <a:path extrusionOk="0" h="7862" w="14312">
                  <a:moveTo>
                    <a:pt x="13112" y="694"/>
                  </a:moveTo>
                  <a:cubicBezTo>
                    <a:pt x="13159" y="768"/>
                    <a:pt x="13159" y="828"/>
                    <a:pt x="13159" y="828"/>
                  </a:cubicBezTo>
                  <a:cubicBezTo>
                    <a:pt x="13159" y="928"/>
                    <a:pt x="13259" y="928"/>
                    <a:pt x="13259" y="928"/>
                  </a:cubicBezTo>
                  <a:cubicBezTo>
                    <a:pt x="13359" y="1129"/>
                    <a:pt x="13359" y="1354"/>
                    <a:pt x="13359" y="1555"/>
                  </a:cubicBezTo>
                  <a:cubicBezTo>
                    <a:pt x="13359" y="1881"/>
                    <a:pt x="13359" y="2181"/>
                    <a:pt x="13159" y="2708"/>
                  </a:cubicBezTo>
                  <a:cubicBezTo>
                    <a:pt x="13058" y="3234"/>
                    <a:pt x="13159" y="3760"/>
                    <a:pt x="12958" y="4161"/>
                  </a:cubicBezTo>
                  <a:cubicBezTo>
                    <a:pt x="12858" y="4587"/>
                    <a:pt x="12732" y="5013"/>
                    <a:pt x="12331" y="5214"/>
                  </a:cubicBezTo>
                  <a:cubicBezTo>
                    <a:pt x="12231" y="5414"/>
                    <a:pt x="12106" y="5515"/>
                    <a:pt x="11905" y="5640"/>
                  </a:cubicBezTo>
                  <a:cubicBezTo>
                    <a:pt x="11605" y="5941"/>
                    <a:pt x="11179" y="6267"/>
                    <a:pt x="10853" y="6467"/>
                  </a:cubicBezTo>
                  <a:cubicBezTo>
                    <a:pt x="10652" y="6467"/>
                    <a:pt x="10452" y="6668"/>
                    <a:pt x="10226" y="6668"/>
                  </a:cubicBezTo>
                  <a:cubicBezTo>
                    <a:pt x="9925" y="6768"/>
                    <a:pt x="9600" y="6993"/>
                    <a:pt x="9299" y="6993"/>
                  </a:cubicBezTo>
                  <a:cubicBezTo>
                    <a:pt x="9098" y="6993"/>
                    <a:pt x="8873" y="7094"/>
                    <a:pt x="8672" y="7094"/>
                  </a:cubicBezTo>
                  <a:cubicBezTo>
                    <a:pt x="8147" y="7094"/>
                    <a:pt x="7833" y="6864"/>
                    <a:pt x="7376" y="6864"/>
                  </a:cubicBezTo>
                  <a:cubicBezTo>
                    <a:pt x="7288" y="6864"/>
                    <a:pt x="7194" y="6873"/>
                    <a:pt x="7093" y="6893"/>
                  </a:cubicBezTo>
                  <a:cubicBezTo>
                    <a:pt x="7039" y="6911"/>
                    <a:pt x="6980" y="6919"/>
                    <a:pt x="6919" y="6919"/>
                  </a:cubicBezTo>
                  <a:cubicBezTo>
                    <a:pt x="6645" y="6919"/>
                    <a:pt x="6330" y="6768"/>
                    <a:pt x="6166" y="6768"/>
                  </a:cubicBezTo>
                  <a:lnTo>
                    <a:pt x="5640" y="6768"/>
                  </a:lnTo>
                  <a:cubicBezTo>
                    <a:pt x="5439" y="6768"/>
                    <a:pt x="5339" y="6768"/>
                    <a:pt x="5113" y="6668"/>
                  </a:cubicBezTo>
                  <a:cubicBezTo>
                    <a:pt x="4712" y="6367"/>
                    <a:pt x="4387" y="6367"/>
                    <a:pt x="3960" y="6141"/>
                  </a:cubicBezTo>
                  <a:cubicBezTo>
                    <a:pt x="3660" y="6141"/>
                    <a:pt x="3334" y="5941"/>
                    <a:pt x="3033" y="5740"/>
                  </a:cubicBezTo>
                  <a:cubicBezTo>
                    <a:pt x="2607" y="5640"/>
                    <a:pt x="2407" y="5114"/>
                    <a:pt x="1981" y="4888"/>
                  </a:cubicBezTo>
                  <a:cubicBezTo>
                    <a:pt x="1780" y="4788"/>
                    <a:pt x="1680" y="4587"/>
                    <a:pt x="1580" y="4387"/>
                  </a:cubicBezTo>
                  <a:cubicBezTo>
                    <a:pt x="1454" y="4161"/>
                    <a:pt x="1254" y="3961"/>
                    <a:pt x="1254" y="3760"/>
                  </a:cubicBezTo>
                  <a:cubicBezTo>
                    <a:pt x="1153" y="3535"/>
                    <a:pt x="1153" y="3334"/>
                    <a:pt x="953" y="3134"/>
                  </a:cubicBezTo>
                  <a:cubicBezTo>
                    <a:pt x="727" y="2808"/>
                    <a:pt x="1053" y="2282"/>
                    <a:pt x="953" y="1981"/>
                  </a:cubicBezTo>
                  <a:cubicBezTo>
                    <a:pt x="953" y="1881"/>
                    <a:pt x="828" y="1655"/>
                    <a:pt x="828" y="1555"/>
                  </a:cubicBezTo>
                  <a:lnTo>
                    <a:pt x="828" y="1354"/>
                  </a:lnTo>
                  <a:lnTo>
                    <a:pt x="953" y="1354"/>
                  </a:lnTo>
                  <a:cubicBezTo>
                    <a:pt x="982" y="1325"/>
                    <a:pt x="1012" y="1313"/>
                    <a:pt x="1041" y="1313"/>
                  </a:cubicBezTo>
                  <a:cubicBezTo>
                    <a:pt x="1112" y="1313"/>
                    <a:pt x="1183" y="1384"/>
                    <a:pt x="1254" y="1455"/>
                  </a:cubicBezTo>
                  <a:lnTo>
                    <a:pt x="1354" y="1455"/>
                  </a:lnTo>
                  <a:cubicBezTo>
                    <a:pt x="1454" y="1555"/>
                    <a:pt x="1454" y="1555"/>
                    <a:pt x="1580" y="1555"/>
                  </a:cubicBezTo>
                  <a:cubicBezTo>
                    <a:pt x="1680" y="1555"/>
                    <a:pt x="1780" y="1655"/>
                    <a:pt x="1981" y="1755"/>
                  </a:cubicBezTo>
                  <a:cubicBezTo>
                    <a:pt x="2100" y="1875"/>
                    <a:pt x="2240" y="1903"/>
                    <a:pt x="2395" y="1903"/>
                  </a:cubicBezTo>
                  <a:cubicBezTo>
                    <a:pt x="2532" y="1903"/>
                    <a:pt x="2679" y="1881"/>
                    <a:pt x="2833" y="1881"/>
                  </a:cubicBezTo>
                  <a:cubicBezTo>
                    <a:pt x="3234" y="1981"/>
                    <a:pt x="3559" y="2181"/>
                    <a:pt x="3960" y="2282"/>
                  </a:cubicBezTo>
                  <a:cubicBezTo>
                    <a:pt x="4286" y="2382"/>
                    <a:pt x="4587" y="2507"/>
                    <a:pt x="4913" y="2507"/>
                  </a:cubicBezTo>
                  <a:cubicBezTo>
                    <a:pt x="5539" y="2507"/>
                    <a:pt x="5966" y="2607"/>
                    <a:pt x="6692" y="2607"/>
                  </a:cubicBezTo>
                  <a:cubicBezTo>
                    <a:pt x="7519" y="2607"/>
                    <a:pt x="7945" y="2507"/>
                    <a:pt x="8773" y="2282"/>
                  </a:cubicBezTo>
                  <a:cubicBezTo>
                    <a:pt x="9098" y="2181"/>
                    <a:pt x="9299" y="1981"/>
                    <a:pt x="9499" y="1981"/>
                  </a:cubicBezTo>
                  <a:cubicBezTo>
                    <a:pt x="9600" y="1981"/>
                    <a:pt x="10026" y="1981"/>
                    <a:pt x="10352" y="1881"/>
                  </a:cubicBezTo>
                  <a:cubicBezTo>
                    <a:pt x="10652" y="1755"/>
                    <a:pt x="10978" y="1655"/>
                    <a:pt x="10978" y="1655"/>
                  </a:cubicBezTo>
                  <a:cubicBezTo>
                    <a:pt x="11705" y="1129"/>
                    <a:pt x="11705" y="1254"/>
                    <a:pt x="12231" y="1028"/>
                  </a:cubicBezTo>
                  <a:cubicBezTo>
                    <a:pt x="12461" y="952"/>
                    <a:pt x="12882" y="934"/>
                    <a:pt x="13112" y="694"/>
                  </a:cubicBezTo>
                  <a:close/>
                  <a:moveTo>
                    <a:pt x="201" y="1"/>
                  </a:moveTo>
                  <a:lnTo>
                    <a:pt x="201" y="101"/>
                  </a:lnTo>
                  <a:lnTo>
                    <a:pt x="201" y="627"/>
                  </a:lnTo>
                  <a:cubicBezTo>
                    <a:pt x="201" y="828"/>
                    <a:pt x="101" y="1028"/>
                    <a:pt x="101" y="1254"/>
                  </a:cubicBezTo>
                  <a:lnTo>
                    <a:pt x="101" y="1655"/>
                  </a:lnTo>
                  <a:cubicBezTo>
                    <a:pt x="101" y="1881"/>
                    <a:pt x="1" y="2181"/>
                    <a:pt x="101" y="2382"/>
                  </a:cubicBezTo>
                  <a:cubicBezTo>
                    <a:pt x="101" y="2708"/>
                    <a:pt x="427" y="3008"/>
                    <a:pt x="201" y="3334"/>
                  </a:cubicBezTo>
                  <a:cubicBezTo>
                    <a:pt x="101" y="3535"/>
                    <a:pt x="326" y="3961"/>
                    <a:pt x="427" y="4061"/>
                  </a:cubicBezTo>
                  <a:cubicBezTo>
                    <a:pt x="527" y="4387"/>
                    <a:pt x="727" y="4688"/>
                    <a:pt x="953" y="4888"/>
                  </a:cubicBezTo>
                  <a:cubicBezTo>
                    <a:pt x="1354" y="5414"/>
                    <a:pt x="1780" y="5841"/>
                    <a:pt x="2306" y="6267"/>
                  </a:cubicBezTo>
                  <a:cubicBezTo>
                    <a:pt x="2507" y="6367"/>
                    <a:pt x="2707" y="6467"/>
                    <a:pt x="2933" y="6567"/>
                  </a:cubicBezTo>
                  <a:cubicBezTo>
                    <a:pt x="3033" y="6768"/>
                    <a:pt x="3459" y="6893"/>
                    <a:pt x="3660" y="6993"/>
                  </a:cubicBezTo>
                  <a:cubicBezTo>
                    <a:pt x="3960" y="7094"/>
                    <a:pt x="4286" y="7194"/>
                    <a:pt x="4587" y="7294"/>
                  </a:cubicBezTo>
                  <a:cubicBezTo>
                    <a:pt x="5113" y="7520"/>
                    <a:pt x="5640" y="7520"/>
                    <a:pt x="6166" y="7520"/>
                  </a:cubicBezTo>
                  <a:cubicBezTo>
                    <a:pt x="6793" y="7620"/>
                    <a:pt x="7319" y="7720"/>
                    <a:pt x="7845" y="7720"/>
                  </a:cubicBezTo>
                  <a:cubicBezTo>
                    <a:pt x="8058" y="7791"/>
                    <a:pt x="8283" y="7862"/>
                    <a:pt x="8503" y="7862"/>
                  </a:cubicBezTo>
                  <a:cubicBezTo>
                    <a:pt x="8594" y="7862"/>
                    <a:pt x="8684" y="7850"/>
                    <a:pt x="8773" y="7820"/>
                  </a:cubicBezTo>
                  <a:cubicBezTo>
                    <a:pt x="9299" y="7720"/>
                    <a:pt x="9825" y="7620"/>
                    <a:pt x="10352" y="7520"/>
                  </a:cubicBezTo>
                  <a:cubicBezTo>
                    <a:pt x="10978" y="7294"/>
                    <a:pt x="11479" y="6993"/>
                    <a:pt x="12006" y="6567"/>
                  </a:cubicBezTo>
                  <a:cubicBezTo>
                    <a:pt x="12331" y="6467"/>
                    <a:pt x="12632" y="6267"/>
                    <a:pt x="12858" y="5941"/>
                  </a:cubicBezTo>
                  <a:cubicBezTo>
                    <a:pt x="13259" y="5515"/>
                    <a:pt x="13359" y="5414"/>
                    <a:pt x="13484" y="5214"/>
                  </a:cubicBezTo>
                  <a:cubicBezTo>
                    <a:pt x="13585" y="5013"/>
                    <a:pt x="13685" y="4788"/>
                    <a:pt x="13785" y="4387"/>
                  </a:cubicBezTo>
                  <a:cubicBezTo>
                    <a:pt x="13885" y="4161"/>
                    <a:pt x="13986" y="3635"/>
                    <a:pt x="14111" y="3234"/>
                  </a:cubicBezTo>
                  <a:lnTo>
                    <a:pt x="14111" y="2081"/>
                  </a:lnTo>
                  <a:cubicBezTo>
                    <a:pt x="14111" y="1881"/>
                    <a:pt x="14311" y="1755"/>
                    <a:pt x="14311" y="1555"/>
                  </a:cubicBezTo>
                  <a:cubicBezTo>
                    <a:pt x="14211" y="1254"/>
                    <a:pt x="14111" y="1028"/>
                    <a:pt x="13986" y="728"/>
                  </a:cubicBezTo>
                  <a:cubicBezTo>
                    <a:pt x="13986" y="627"/>
                    <a:pt x="13986" y="402"/>
                    <a:pt x="13785" y="201"/>
                  </a:cubicBezTo>
                  <a:cubicBezTo>
                    <a:pt x="13727" y="144"/>
                    <a:pt x="13636" y="86"/>
                    <a:pt x="13545" y="86"/>
                  </a:cubicBezTo>
                  <a:cubicBezTo>
                    <a:pt x="13478" y="86"/>
                    <a:pt x="13412" y="117"/>
                    <a:pt x="13359" y="201"/>
                  </a:cubicBezTo>
                  <a:cubicBezTo>
                    <a:pt x="13321" y="125"/>
                    <a:pt x="13253" y="92"/>
                    <a:pt x="13184" y="92"/>
                  </a:cubicBezTo>
                  <a:cubicBezTo>
                    <a:pt x="13147" y="92"/>
                    <a:pt x="13110" y="102"/>
                    <a:pt x="13076" y="119"/>
                  </a:cubicBezTo>
                  <a:lnTo>
                    <a:pt x="13076" y="119"/>
                  </a:lnTo>
                  <a:cubicBezTo>
                    <a:pt x="13070" y="113"/>
                    <a:pt x="13064" y="107"/>
                    <a:pt x="13058" y="101"/>
                  </a:cubicBezTo>
                  <a:lnTo>
                    <a:pt x="12958" y="101"/>
                  </a:lnTo>
                  <a:cubicBezTo>
                    <a:pt x="12632" y="101"/>
                    <a:pt x="12532" y="201"/>
                    <a:pt x="12331" y="302"/>
                  </a:cubicBezTo>
                  <a:cubicBezTo>
                    <a:pt x="12106" y="402"/>
                    <a:pt x="11705" y="402"/>
                    <a:pt x="11479" y="502"/>
                  </a:cubicBezTo>
                  <a:cubicBezTo>
                    <a:pt x="11379" y="627"/>
                    <a:pt x="11179" y="728"/>
                    <a:pt x="11078" y="728"/>
                  </a:cubicBezTo>
                  <a:cubicBezTo>
                    <a:pt x="10753" y="728"/>
                    <a:pt x="10552" y="928"/>
                    <a:pt x="10352" y="1028"/>
                  </a:cubicBezTo>
                  <a:cubicBezTo>
                    <a:pt x="10226" y="1129"/>
                    <a:pt x="10126" y="1129"/>
                    <a:pt x="10026" y="1129"/>
                  </a:cubicBezTo>
                  <a:cubicBezTo>
                    <a:pt x="9973" y="1111"/>
                    <a:pt x="9923" y="1104"/>
                    <a:pt x="9874" y="1104"/>
                  </a:cubicBezTo>
                  <a:cubicBezTo>
                    <a:pt x="9647" y="1104"/>
                    <a:pt x="9464" y="1272"/>
                    <a:pt x="9299" y="1354"/>
                  </a:cubicBezTo>
                  <a:cubicBezTo>
                    <a:pt x="9098" y="1455"/>
                    <a:pt x="8773" y="1455"/>
                    <a:pt x="8472" y="1455"/>
                  </a:cubicBezTo>
                  <a:cubicBezTo>
                    <a:pt x="8246" y="1555"/>
                    <a:pt x="8046" y="1655"/>
                    <a:pt x="7720" y="1655"/>
                  </a:cubicBezTo>
                  <a:lnTo>
                    <a:pt x="6692" y="1655"/>
                  </a:lnTo>
                  <a:cubicBezTo>
                    <a:pt x="6475" y="1655"/>
                    <a:pt x="6269" y="1700"/>
                    <a:pt x="6059" y="1700"/>
                  </a:cubicBezTo>
                  <a:cubicBezTo>
                    <a:pt x="5954" y="1700"/>
                    <a:pt x="5849" y="1688"/>
                    <a:pt x="5740" y="1655"/>
                  </a:cubicBezTo>
                  <a:cubicBezTo>
                    <a:pt x="5539" y="1655"/>
                    <a:pt x="5339" y="1655"/>
                    <a:pt x="5013" y="1555"/>
                  </a:cubicBezTo>
                  <a:cubicBezTo>
                    <a:pt x="4813" y="1555"/>
                    <a:pt x="4587" y="1455"/>
                    <a:pt x="4286" y="1455"/>
                  </a:cubicBezTo>
                  <a:cubicBezTo>
                    <a:pt x="3660" y="1354"/>
                    <a:pt x="3133" y="1254"/>
                    <a:pt x="2507" y="928"/>
                  </a:cubicBezTo>
                  <a:cubicBezTo>
                    <a:pt x="2306" y="828"/>
                    <a:pt x="2206" y="828"/>
                    <a:pt x="1981" y="728"/>
                  </a:cubicBezTo>
                  <a:lnTo>
                    <a:pt x="1780" y="627"/>
                  </a:lnTo>
                  <a:lnTo>
                    <a:pt x="1454" y="502"/>
                  </a:lnTo>
                  <a:cubicBezTo>
                    <a:pt x="1153" y="402"/>
                    <a:pt x="828" y="201"/>
                    <a:pt x="527" y="101"/>
                  </a:cubicBezTo>
                  <a:lnTo>
                    <a:pt x="326" y="101"/>
                  </a:lnTo>
                  <a:lnTo>
                    <a:pt x="2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7"/>
            <p:cNvSpPr/>
            <p:nvPr/>
          </p:nvSpPr>
          <p:spPr>
            <a:xfrm>
              <a:off x="7451625" y="2990475"/>
              <a:ext cx="68300" cy="59550"/>
            </a:xfrm>
            <a:custGeom>
              <a:rect b="b" l="l" r="r" t="t"/>
              <a:pathLst>
                <a:path extrusionOk="0" h="2382" w="2732">
                  <a:moveTo>
                    <a:pt x="100" y="1"/>
                  </a:moveTo>
                  <a:lnTo>
                    <a:pt x="100" y="101"/>
                  </a:lnTo>
                  <a:lnTo>
                    <a:pt x="100" y="201"/>
                  </a:lnTo>
                  <a:lnTo>
                    <a:pt x="100" y="301"/>
                  </a:lnTo>
                  <a:cubicBezTo>
                    <a:pt x="0" y="301"/>
                    <a:pt x="100" y="402"/>
                    <a:pt x="100" y="402"/>
                  </a:cubicBezTo>
                  <a:lnTo>
                    <a:pt x="100" y="502"/>
                  </a:lnTo>
                  <a:cubicBezTo>
                    <a:pt x="0" y="502"/>
                    <a:pt x="100" y="502"/>
                    <a:pt x="100" y="627"/>
                  </a:cubicBezTo>
                  <a:lnTo>
                    <a:pt x="100" y="727"/>
                  </a:lnTo>
                  <a:lnTo>
                    <a:pt x="100" y="828"/>
                  </a:lnTo>
                  <a:lnTo>
                    <a:pt x="100" y="1028"/>
                  </a:lnTo>
                  <a:cubicBezTo>
                    <a:pt x="100" y="1028"/>
                    <a:pt x="226" y="1128"/>
                    <a:pt x="100" y="1128"/>
                  </a:cubicBezTo>
                  <a:cubicBezTo>
                    <a:pt x="100" y="1254"/>
                    <a:pt x="226" y="1254"/>
                    <a:pt x="226" y="1354"/>
                  </a:cubicBezTo>
                  <a:cubicBezTo>
                    <a:pt x="100" y="1354"/>
                    <a:pt x="226" y="1354"/>
                    <a:pt x="226" y="1454"/>
                  </a:cubicBezTo>
                  <a:cubicBezTo>
                    <a:pt x="326" y="1554"/>
                    <a:pt x="326" y="1554"/>
                    <a:pt x="326" y="1655"/>
                  </a:cubicBezTo>
                  <a:cubicBezTo>
                    <a:pt x="326" y="1880"/>
                    <a:pt x="426" y="1981"/>
                    <a:pt x="526" y="1981"/>
                  </a:cubicBezTo>
                  <a:cubicBezTo>
                    <a:pt x="627" y="2081"/>
                    <a:pt x="627" y="2181"/>
                    <a:pt x="727" y="2181"/>
                  </a:cubicBezTo>
                  <a:cubicBezTo>
                    <a:pt x="727" y="2181"/>
                    <a:pt x="852" y="2181"/>
                    <a:pt x="852" y="2281"/>
                  </a:cubicBezTo>
                  <a:lnTo>
                    <a:pt x="952" y="2281"/>
                  </a:lnTo>
                  <a:cubicBezTo>
                    <a:pt x="952" y="2382"/>
                    <a:pt x="1053" y="2382"/>
                    <a:pt x="1153" y="2382"/>
                  </a:cubicBezTo>
                  <a:lnTo>
                    <a:pt x="1479" y="2382"/>
                  </a:lnTo>
                  <a:lnTo>
                    <a:pt x="1579" y="2281"/>
                  </a:lnTo>
                  <a:cubicBezTo>
                    <a:pt x="1612" y="2315"/>
                    <a:pt x="1635" y="2326"/>
                    <a:pt x="1650" y="2326"/>
                  </a:cubicBezTo>
                  <a:cubicBezTo>
                    <a:pt x="1679" y="2326"/>
                    <a:pt x="1679" y="2281"/>
                    <a:pt x="1679" y="2281"/>
                  </a:cubicBezTo>
                  <a:cubicBezTo>
                    <a:pt x="1780" y="2281"/>
                    <a:pt x="1880" y="2281"/>
                    <a:pt x="1880" y="2181"/>
                  </a:cubicBezTo>
                  <a:cubicBezTo>
                    <a:pt x="1980" y="2181"/>
                    <a:pt x="1980" y="2081"/>
                    <a:pt x="1980" y="1981"/>
                  </a:cubicBezTo>
                  <a:lnTo>
                    <a:pt x="2206" y="1755"/>
                  </a:lnTo>
                  <a:cubicBezTo>
                    <a:pt x="2206" y="1755"/>
                    <a:pt x="2306" y="1755"/>
                    <a:pt x="2306" y="1655"/>
                  </a:cubicBezTo>
                  <a:cubicBezTo>
                    <a:pt x="2306" y="1655"/>
                    <a:pt x="2306" y="1554"/>
                    <a:pt x="2406" y="1454"/>
                  </a:cubicBezTo>
                  <a:lnTo>
                    <a:pt x="2406" y="1254"/>
                  </a:lnTo>
                  <a:cubicBezTo>
                    <a:pt x="2506" y="1128"/>
                    <a:pt x="2506" y="1128"/>
                    <a:pt x="2506" y="1028"/>
                  </a:cubicBezTo>
                  <a:cubicBezTo>
                    <a:pt x="2607" y="928"/>
                    <a:pt x="2607" y="928"/>
                    <a:pt x="2607" y="828"/>
                  </a:cubicBezTo>
                  <a:lnTo>
                    <a:pt x="2607" y="402"/>
                  </a:lnTo>
                  <a:lnTo>
                    <a:pt x="2732" y="402"/>
                  </a:lnTo>
                  <a:cubicBezTo>
                    <a:pt x="2732" y="301"/>
                    <a:pt x="2607" y="301"/>
                    <a:pt x="2607" y="201"/>
                  </a:cubicBezTo>
                  <a:cubicBezTo>
                    <a:pt x="2607" y="101"/>
                    <a:pt x="2607" y="101"/>
                    <a:pt x="2506" y="101"/>
                  </a:cubicBezTo>
                  <a:cubicBezTo>
                    <a:pt x="2406" y="201"/>
                    <a:pt x="2306" y="201"/>
                    <a:pt x="2306" y="201"/>
                  </a:cubicBezTo>
                  <a:cubicBezTo>
                    <a:pt x="2206" y="201"/>
                    <a:pt x="2306" y="301"/>
                    <a:pt x="2306" y="301"/>
                  </a:cubicBezTo>
                  <a:cubicBezTo>
                    <a:pt x="2306" y="402"/>
                    <a:pt x="2306" y="402"/>
                    <a:pt x="2206" y="502"/>
                  </a:cubicBezTo>
                  <a:lnTo>
                    <a:pt x="2206" y="727"/>
                  </a:lnTo>
                  <a:cubicBezTo>
                    <a:pt x="2206" y="828"/>
                    <a:pt x="2206" y="828"/>
                    <a:pt x="2105" y="928"/>
                  </a:cubicBezTo>
                  <a:lnTo>
                    <a:pt x="2105" y="1128"/>
                  </a:lnTo>
                  <a:cubicBezTo>
                    <a:pt x="1980" y="1254"/>
                    <a:pt x="2105" y="1254"/>
                    <a:pt x="1980" y="1254"/>
                  </a:cubicBezTo>
                  <a:lnTo>
                    <a:pt x="1980" y="1354"/>
                  </a:lnTo>
                  <a:lnTo>
                    <a:pt x="1980" y="1454"/>
                  </a:lnTo>
                  <a:cubicBezTo>
                    <a:pt x="1880" y="1554"/>
                    <a:pt x="1780" y="1554"/>
                    <a:pt x="1780" y="1655"/>
                  </a:cubicBezTo>
                  <a:lnTo>
                    <a:pt x="1780" y="1755"/>
                  </a:lnTo>
                  <a:cubicBezTo>
                    <a:pt x="1679" y="1755"/>
                    <a:pt x="1679" y="1755"/>
                    <a:pt x="1679" y="1880"/>
                  </a:cubicBezTo>
                  <a:cubicBezTo>
                    <a:pt x="1579" y="1880"/>
                    <a:pt x="1579" y="1981"/>
                    <a:pt x="1479" y="1981"/>
                  </a:cubicBezTo>
                  <a:lnTo>
                    <a:pt x="1353" y="1981"/>
                  </a:lnTo>
                  <a:cubicBezTo>
                    <a:pt x="1353" y="2002"/>
                    <a:pt x="1349" y="2009"/>
                    <a:pt x="1342" y="2009"/>
                  </a:cubicBezTo>
                  <a:cubicBezTo>
                    <a:pt x="1323" y="2009"/>
                    <a:pt x="1284" y="1952"/>
                    <a:pt x="1265" y="1952"/>
                  </a:cubicBezTo>
                  <a:cubicBezTo>
                    <a:pt x="1258" y="1952"/>
                    <a:pt x="1253" y="1959"/>
                    <a:pt x="1253" y="1981"/>
                  </a:cubicBezTo>
                  <a:lnTo>
                    <a:pt x="1153" y="1981"/>
                  </a:lnTo>
                  <a:cubicBezTo>
                    <a:pt x="1153" y="1930"/>
                    <a:pt x="1128" y="1905"/>
                    <a:pt x="1103" y="1905"/>
                  </a:cubicBezTo>
                  <a:cubicBezTo>
                    <a:pt x="1078" y="1905"/>
                    <a:pt x="1053" y="1930"/>
                    <a:pt x="1053" y="1981"/>
                  </a:cubicBezTo>
                  <a:cubicBezTo>
                    <a:pt x="952" y="1981"/>
                    <a:pt x="1053" y="1755"/>
                    <a:pt x="952" y="1755"/>
                  </a:cubicBezTo>
                  <a:cubicBezTo>
                    <a:pt x="952" y="1880"/>
                    <a:pt x="852" y="1880"/>
                    <a:pt x="852" y="1880"/>
                  </a:cubicBezTo>
                  <a:lnTo>
                    <a:pt x="852" y="1755"/>
                  </a:lnTo>
                  <a:lnTo>
                    <a:pt x="852" y="1655"/>
                  </a:lnTo>
                  <a:cubicBezTo>
                    <a:pt x="852" y="1554"/>
                    <a:pt x="727" y="1554"/>
                    <a:pt x="727" y="1554"/>
                  </a:cubicBezTo>
                  <a:cubicBezTo>
                    <a:pt x="727" y="1454"/>
                    <a:pt x="727" y="1454"/>
                    <a:pt x="627" y="1454"/>
                  </a:cubicBezTo>
                  <a:lnTo>
                    <a:pt x="627" y="1254"/>
                  </a:lnTo>
                  <a:lnTo>
                    <a:pt x="627" y="1128"/>
                  </a:lnTo>
                  <a:cubicBezTo>
                    <a:pt x="526" y="1128"/>
                    <a:pt x="526" y="1028"/>
                    <a:pt x="526" y="928"/>
                  </a:cubicBezTo>
                  <a:lnTo>
                    <a:pt x="526" y="727"/>
                  </a:lnTo>
                  <a:lnTo>
                    <a:pt x="426" y="627"/>
                  </a:lnTo>
                  <a:cubicBezTo>
                    <a:pt x="526" y="502"/>
                    <a:pt x="526" y="402"/>
                    <a:pt x="526" y="402"/>
                  </a:cubicBezTo>
                  <a:cubicBezTo>
                    <a:pt x="426" y="301"/>
                    <a:pt x="426" y="301"/>
                    <a:pt x="426" y="201"/>
                  </a:cubicBezTo>
                  <a:cubicBezTo>
                    <a:pt x="526" y="101"/>
                    <a:pt x="627" y="101"/>
                    <a:pt x="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7"/>
            <p:cNvSpPr/>
            <p:nvPr/>
          </p:nvSpPr>
          <p:spPr>
            <a:xfrm>
              <a:off x="7532450" y="2992975"/>
              <a:ext cx="70825" cy="62700"/>
            </a:xfrm>
            <a:custGeom>
              <a:rect b="b" l="l" r="r" t="t"/>
              <a:pathLst>
                <a:path extrusionOk="0" h="2508" w="2833">
                  <a:moveTo>
                    <a:pt x="2506" y="1"/>
                  </a:moveTo>
                  <a:lnTo>
                    <a:pt x="2306" y="101"/>
                  </a:lnTo>
                  <a:cubicBezTo>
                    <a:pt x="2306" y="201"/>
                    <a:pt x="2306" y="302"/>
                    <a:pt x="2206" y="402"/>
                  </a:cubicBezTo>
                  <a:lnTo>
                    <a:pt x="2206" y="627"/>
                  </a:lnTo>
                  <a:cubicBezTo>
                    <a:pt x="2206" y="728"/>
                    <a:pt x="2306" y="828"/>
                    <a:pt x="2206" y="828"/>
                  </a:cubicBezTo>
                  <a:lnTo>
                    <a:pt x="2206" y="928"/>
                  </a:lnTo>
                  <a:cubicBezTo>
                    <a:pt x="2206" y="1028"/>
                    <a:pt x="2306" y="1154"/>
                    <a:pt x="2206" y="1154"/>
                  </a:cubicBezTo>
                  <a:lnTo>
                    <a:pt x="2306" y="1254"/>
                  </a:lnTo>
                  <a:cubicBezTo>
                    <a:pt x="2206" y="1254"/>
                    <a:pt x="2306" y="1354"/>
                    <a:pt x="2306" y="1354"/>
                  </a:cubicBezTo>
                  <a:lnTo>
                    <a:pt x="2306" y="1454"/>
                  </a:lnTo>
                  <a:cubicBezTo>
                    <a:pt x="2306" y="1555"/>
                    <a:pt x="2105" y="1555"/>
                    <a:pt x="2206" y="1655"/>
                  </a:cubicBezTo>
                  <a:lnTo>
                    <a:pt x="2206" y="1780"/>
                  </a:lnTo>
                  <a:cubicBezTo>
                    <a:pt x="2105" y="1780"/>
                    <a:pt x="2206" y="1780"/>
                    <a:pt x="2206" y="1881"/>
                  </a:cubicBezTo>
                  <a:lnTo>
                    <a:pt x="2105" y="1881"/>
                  </a:lnTo>
                  <a:cubicBezTo>
                    <a:pt x="2005" y="1881"/>
                    <a:pt x="2005" y="1981"/>
                    <a:pt x="2005" y="1981"/>
                  </a:cubicBezTo>
                  <a:cubicBezTo>
                    <a:pt x="2005" y="1981"/>
                    <a:pt x="1880" y="1981"/>
                    <a:pt x="1880" y="2081"/>
                  </a:cubicBezTo>
                  <a:cubicBezTo>
                    <a:pt x="1813" y="2081"/>
                    <a:pt x="1791" y="2037"/>
                    <a:pt x="1754" y="2037"/>
                  </a:cubicBezTo>
                  <a:cubicBezTo>
                    <a:pt x="1735" y="2037"/>
                    <a:pt x="1713" y="2048"/>
                    <a:pt x="1679" y="2081"/>
                  </a:cubicBezTo>
                  <a:lnTo>
                    <a:pt x="1579" y="2081"/>
                  </a:lnTo>
                  <a:cubicBezTo>
                    <a:pt x="1546" y="2048"/>
                    <a:pt x="1523" y="2037"/>
                    <a:pt x="1509" y="2037"/>
                  </a:cubicBezTo>
                  <a:cubicBezTo>
                    <a:pt x="1479" y="2037"/>
                    <a:pt x="1479" y="2081"/>
                    <a:pt x="1479" y="2081"/>
                  </a:cubicBezTo>
                  <a:cubicBezTo>
                    <a:pt x="1459" y="2101"/>
                    <a:pt x="1443" y="2109"/>
                    <a:pt x="1430" y="2109"/>
                  </a:cubicBezTo>
                  <a:cubicBezTo>
                    <a:pt x="1379" y="2109"/>
                    <a:pt x="1379" y="1981"/>
                    <a:pt x="1379" y="1981"/>
                  </a:cubicBezTo>
                  <a:cubicBezTo>
                    <a:pt x="1253" y="1981"/>
                    <a:pt x="1253" y="2081"/>
                    <a:pt x="1253" y="2081"/>
                  </a:cubicBezTo>
                  <a:cubicBezTo>
                    <a:pt x="1153" y="2081"/>
                    <a:pt x="1253" y="1981"/>
                    <a:pt x="1153" y="1981"/>
                  </a:cubicBezTo>
                  <a:lnTo>
                    <a:pt x="1153" y="1881"/>
                  </a:lnTo>
                  <a:cubicBezTo>
                    <a:pt x="1053" y="1881"/>
                    <a:pt x="1053" y="1881"/>
                    <a:pt x="1053" y="1780"/>
                  </a:cubicBezTo>
                  <a:lnTo>
                    <a:pt x="953" y="1780"/>
                  </a:lnTo>
                  <a:cubicBezTo>
                    <a:pt x="852" y="1780"/>
                    <a:pt x="953" y="1655"/>
                    <a:pt x="852" y="1655"/>
                  </a:cubicBezTo>
                  <a:lnTo>
                    <a:pt x="852" y="1555"/>
                  </a:lnTo>
                  <a:lnTo>
                    <a:pt x="627" y="1354"/>
                  </a:lnTo>
                  <a:cubicBezTo>
                    <a:pt x="627" y="1254"/>
                    <a:pt x="627" y="1254"/>
                    <a:pt x="527" y="1154"/>
                  </a:cubicBezTo>
                  <a:cubicBezTo>
                    <a:pt x="527" y="1154"/>
                    <a:pt x="426" y="1028"/>
                    <a:pt x="527" y="1028"/>
                  </a:cubicBezTo>
                  <a:lnTo>
                    <a:pt x="527" y="828"/>
                  </a:lnTo>
                  <a:cubicBezTo>
                    <a:pt x="426" y="728"/>
                    <a:pt x="426" y="728"/>
                    <a:pt x="426" y="627"/>
                  </a:cubicBezTo>
                  <a:cubicBezTo>
                    <a:pt x="426" y="627"/>
                    <a:pt x="527" y="527"/>
                    <a:pt x="226" y="527"/>
                  </a:cubicBezTo>
                  <a:lnTo>
                    <a:pt x="126" y="527"/>
                  </a:lnTo>
                  <a:cubicBezTo>
                    <a:pt x="0" y="627"/>
                    <a:pt x="126" y="627"/>
                    <a:pt x="126" y="627"/>
                  </a:cubicBezTo>
                  <a:cubicBezTo>
                    <a:pt x="126" y="728"/>
                    <a:pt x="0" y="728"/>
                    <a:pt x="0" y="828"/>
                  </a:cubicBezTo>
                  <a:lnTo>
                    <a:pt x="126" y="828"/>
                  </a:lnTo>
                  <a:cubicBezTo>
                    <a:pt x="0" y="928"/>
                    <a:pt x="126" y="928"/>
                    <a:pt x="126" y="928"/>
                  </a:cubicBezTo>
                  <a:cubicBezTo>
                    <a:pt x="226" y="928"/>
                    <a:pt x="226" y="928"/>
                    <a:pt x="126" y="1028"/>
                  </a:cubicBezTo>
                  <a:cubicBezTo>
                    <a:pt x="126" y="1028"/>
                    <a:pt x="226" y="1028"/>
                    <a:pt x="226" y="1154"/>
                  </a:cubicBezTo>
                  <a:lnTo>
                    <a:pt x="226" y="1254"/>
                  </a:lnTo>
                  <a:lnTo>
                    <a:pt x="226" y="1354"/>
                  </a:lnTo>
                  <a:lnTo>
                    <a:pt x="226" y="1555"/>
                  </a:lnTo>
                  <a:cubicBezTo>
                    <a:pt x="326" y="1555"/>
                    <a:pt x="326" y="1655"/>
                    <a:pt x="326" y="1655"/>
                  </a:cubicBezTo>
                  <a:cubicBezTo>
                    <a:pt x="326" y="1780"/>
                    <a:pt x="426" y="1780"/>
                    <a:pt x="426" y="1780"/>
                  </a:cubicBezTo>
                  <a:cubicBezTo>
                    <a:pt x="426" y="1881"/>
                    <a:pt x="426" y="1881"/>
                    <a:pt x="527" y="1881"/>
                  </a:cubicBezTo>
                  <a:cubicBezTo>
                    <a:pt x="527" y="1981"/>
                    <a:pt x="627" y="2081"/>
                    <a:pt x="752" y="2181"/>
                  </a:cubicBezTo>
                  <a:cubicBezTo>
                    <a:pt x="752" y="2282"/>
                    <a:pt x="953" y="2282"/>
                    <a:pt x="1053" y="2282"/>
                  </a:cubicBezTo>
                  <a:cubicBezTo>
                    <a:pt x="1053" y="2282"/>
                    <a:pt x="1153" y="2407"/>
                    <a:pt x="1253" y="2407"/>
                  </a:cubicBezTo>
                  <a:cubicBezTo>
                    <a:pt x="1253" y="2407"/>
                    <a:pt x="1288" y="2372"/>
                    <a:pt x="1321" y="2372"/>
                  </a:cubicBezTo>
                  <a:cubicBezTo>
                    <a:pt x="1351" y="2372"/>
                    <a:pt x="1379" y="2400"/>
                    <a:pt x="1379" y="2507"/>
                  </a:cubicBezTo>
                  <a:lnTo>
                    <a:pt x="1679" y="2507"/>
                  </a:lnTo>
                  <a:cubicBezTo>
                    <a:pt x="1780" y="2507"/>
                    <a:pt x="1880" y="2407"/>
                    <a:pt x="2005" y="2407"/>
                  </a:cubicBezTo>
                  <a:lnTo>
                    <a:pt x="2105" y="2282"/>
                  </a:lnTo>
                  <a:cubicBezTo>
                    <a:pt x="2105" y="2323"/>
                    <a:pt x="2117" y="2337"/>
                    <a:pt x="2131" y="2337"/>
                  </a:cubicBezTo>
                  <a:cubicBezTo>
                    <a:pt x="2161" y="2337"/>
                    <a:pt x="2206" y="2282"/>
                    <a:pt x="2206" y="2282"/>
                  </a:cubicBezTo>
                  <a:cubicBezTo>
                    <a:pt x="2306" y="2282"/>
                    <a:pt x="2306" y="2181"/>
                    <a:pt x="2406" y="2181"/>
                  </a:cubicBezTo>
                  <a:cubicBezTo>
                    <a:pt x="2406" y="2181"/>
                    <a:pt x="2506" y="2081"/>
                    <a:pt x="2506" y="1981"/>
                  </a:cubicBezTo>
                  <a:cubicBezTo>
                    <a:pt x="2506" y="1881"/>
                    <a:pt x="2506" y="1780"/>
                    <a:pt x="2632" y="1655"/>
                  </a:cubicBezTo>
                  <a:cubicBezTo>
                    <a:pt x="2632" y="1655"/>
                    <a:pt x="2732" y="1555"/>
                    <a:pt x="2632" y="1555"/>
                  </a:cubicBezTo>
                  <a:lnTo>
                    <a:pt x="2632" y="1354"/>
                  </a:lnTo>
                  <a:lnTo>
                    <a:pt x="2632" y="1028"/>
                  </a:lnTo>
                  <a:lnTo>
                    <a:pt x="2632" y="928"/>
                  </a:lnTo>
                  <a:cubicBezTo>
                    <a:pt x="2732" y="728"/>
                    <a:pt x="2732" y="728"/>
                    <a:pt x="2732" y="627"/>
                  </a:cubicBezTo>
                  <a:cubicBezTo>
                    <a:pt x="2632" y="627"/>
                    <a:pt x="2632" y="402"/>
                    <a:pt x="2632" y="302"/>
                  </a:cubicBezTo>
                  <a:cubicBezTo>
                    <a:pt x="2632" y="302"/>
                    <a:pt x="2732" y="302"/>
                    <a:pt x="2732" y="201"/>
                  </a:cubicBezTo>
                  <a:lnTo>
                    <a:pt x="2632" y="201"/>
                  </a:lnTo>
                  <a:cubicBezTo>
                    <a:pt x="2632" y="101"/>
                    <a:pt x="2832" y="101"/>
                    <a:pt x="2632" y="101"/>
                  </a:cubicBezTo>
                  <a:cubicBezTo>
                    <a:pt x="2732" y="101"/>
                    <a:pt x="2632" y="1"/>
                    <a:pt x="2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7"/>
            <p:cNvSpPr/>
            <p:nvPr/>
          </p:nvSpPr>
          <p:spPr>
            <a:xfrm>
              <a:off x="7618900" y="2965975"/>
              <a:ext cx="78350" cy="68375"/>
            </a:xfrm>
            <a:custGeom>
              <a:rect b="b" l="l" r="r" t="t"/>
              <a:pathLst>
                <a:path extrusionOk="0" h="2735" w="3134">
                  <a:moveTo>
                    <a:pt x="2972" y="0"/>
                  </a:moveTo>
                  <a:cubicBezTo>
                    <a:pt x="2965" y="0"/>
                    <a:pt x="2953" y="8"/>
                    <a:pt x="2933" y="28"/>
                  </a:cubicBezTo>
                  <a:lnTo>
                    <a:pt x="2808" y="28"/>
                  </a:lnTo>
                  <a:cubicBezTo>
                    <a:pt x="2708" y="128"/>
                    <a:pt x="2607" y="229"/>
                    <a:pt x="2607" y="229"/>
                  </a:cubicBezTo>
                  <a:lnTo>
                    <a:pt x="2607" y="354"/>
                  </a:lnTo>
                  <a:cubicBezTo>
                    <a:pt x="2708" y="354"/>
                    <a:pt x="2708" y="454"/>
                    <a:pt x="2708" y="555"/>
                  </a:cubicBezTo>
                  <a:cubicBezTo>
                    <a:pt x="2607" y="655"/>
                    <a:pt x="2708" y="655"/>
                    <a:pt x="2708" y="755"/>
                  </a:cubicBezTo>
                  <a:lnTo>
                    <a:pt x="2708" y="981"/>
                  </a:lnTo>
                  <a:lnTo>
                    <a:pt x="2708" y="1081"/>
                  </a:lnTo>
                  <a:lnTo>
                    <a:pt x="2708" y="1281"/>
                  </a:lnTo>
                  <a:lnTo>
                    <a:pt x="2708" y="1382"/>
                  </a:lnTo>
                  <a:lnTo>
                    <a:pt x="2708" y="1482"/>
                  </a:lnTo>
                  <a:lnTo>
                    <a:pt x="2708" y="1607"/>
                  </a:lnTo>
                  <a:cubicBezTo>
                    <a:pt x="2708" y="1707"/>
                    <a:pt x="2607" y="1707"/>
                    <a:pt x="2607" y="1808"/>
                  </a:cubicBezTo>
                  <a:lnTo>
                    <a:pt x="2607" y="1908"/>
                  </a:lnTo>
                  <a:lnTo>
                    <a:pt x="2607" y="2008"/>
                  </a:lnTo>
                  <a:lnTo>
                    <a:pt x="2507" y="2008"/>
                  </a:lnTo>
                  <a:cubicBezTo>
                    <a:pt x="2407" y="2008"/>
                    <a:pt x="2407" y="2108"/>
                    <a:pt x="2407" y="2108"/>
                  </a:cubicBezTo>
                  <a:cubicBezTo>
                    <a:pt x="2407" y="2234"/>
                    <a:pt x="2307" y="2234"/>
                    <a:pt x="2307" y="2234"/>
                  </a:cubicBezTo>
                  <a:cubicBezTo>
                    <a:pt x="2307" y="2234"/>
                    <a:pt x="2251" y="2178"/>
                    <a:pt x="2184" y="2178"/>
                  </a:cubicBezTo>
                  <a:cubicBezTo>
                    <a:pt x="2151" y="2178"/>
                    <a:pt x="2114" y="2192"/>
                    <a:pt x="2081" y="2234"/>
                  </a:cubicBezTo>
                  <a:cubicBezTo>
                    <a:pt x="1981" y="2234"/>
                    <a:pt x="1981" y="2334"/>
                    <a:pt x="1881" y="2334"/>
                  </a:cubicBezTo>
                  <a:cubicBezTo>
                    <a:pt x="1859" y="2355"/>
                    <a:pt x="1843" y="2363"/>
                    <a:pt x="1829" y="2363"/>
                  </a:cubicBezTo>
                  <a:cubicBezTo>
                    <a:pt x="1790" y="2363"/>
                    <a:pt x="1771" y="2305"/>
                    <a:pt x="1732" y="2305"/>
                  </a:cubicBezTo>
                  <a:cubicBezTo>
                    <a:pt x="1718" y="2305"/>
                    <a:pt x="1701" y="2313"/>
                    <a:pt x="1680" y="2334"/>
                  </a:cubicBezTo>
                  <a:lnTo>
                    <a:pt x="1555" y="2334"/>
                  </a:lnTo>
                  <a:lnTo>
                    <a:pt x="1555" y="2234"/>
                  </a:lnTo>
                  <a:lnTo>
                    <a:pt x="1354" y="2234"/>
                  </a:lnTo>
                  <a:cubicBezTo>
                    <a:pt x="1354" y="2192"/>
                    <a:pt x="1343" y="2178"/>
                    <a:pt x="1328" y="2178"/>
                  </a:cubicBezTo>
                  <a:cubicBezTo>
                    <a:pt x="1299" y="2178"/>
                    <a:pt x="1254" y="2234"/>
                    <a:pt x="1254" y="2234"/>
                  </a:cubicBezTo>
                  <a:cubicBezTo>
                    <a:pt x="1154" y="2234"/>
                    <a:pt x="1154" y="2108"/>
                    <a:pt x="1154" y="2008"/>
                  </a:cubicBezTo>
                  <a:lnTo>
                    <a:pt x="1054" y="2008"/>
                  </a:lnTo>
                  <a:cubicBezTo>
                    <a:pt x="928" y="1908"/>
                    <a:pt x="828" y="1908"/>
                    <a:pt x="828" y="1808"/>
                  </a:cubicBezTo>
                  <a:cubicBezTo>
                    <a:pt x="828" y="1707"/>
                    <a:pt x="728" y="1707"/>
                    <a:pt x="627" y="1607"/>
                  </a:cubicBezTo>
                  <a:cubicBezTo>
                    <a:pt x="627" y="1607"/>
                    <a:pt x="527" y="1607"/>
                    <a:pt x="627" y="1482"/>
                  </a:cubicBezTo>
                  <a:lnTo>
                    <a:pt x="527" y="1281"/>
                  </a:lnTo>
                  <a:cubicBezTo>
                    <a:pt x="427" y="1281"/>
                    <a:pt x="427" y="1281"/>
                    <a:pt x="427" y="1181"/>
                  </a:cubicBezTo>
                  <a:cubicBezTo>
                    <a:pt x="427" y="1110"/>
                    <a:pt x="477" y="1039"/>
                    <a:pt x="391" y="1039"/>
                  </a:cubicBezTo>
                  <a:cubicBezTo>
                    <a:pt x="356" y="1039"/>
                    <a:pt x="297" y="1051"/>
                    <a:pt x="201" y="1081"/>
                  </a:cubicBezTo>
                  <a:lnTo>
                    <a:pt x="1" y="1081"/>
                  </a:lnTo>
                  <a:cubicBezTo>
                    <a:pt x="1" y="1181"/>
                    <a:pt x="101" y="1181"/>
                    <a:pt x="101" y="1181"/>
                  </a:cubicBezTo>
                  <a:lnTo>
                    <a:pt x="101" y="1382"/>
                  </a:lnTo>
                  <a:cubicBezTo>
                    <a:pt x="101" y="1482"/>
                    <a:pt x="201" y="1482"/>
                    <a:pt x="201" y="1482"/>
                  </a:cubicBezTo>
                  <a:lnTo>
                    <a:pt x="201" y="1607"/>
                  </a:lnTo>
                  <a:cubicBezTo>
                    <a:pt x="201" y="1707"/>
                    <a:pt x="302" y="1707"/>
                    <a:pt x="302" y="1707"/>
                  </a:cubicBezTo>
                  <a:lnTo>
                    <a:pt x="302" y="1808"/>
                  </a:lnTo>
                  <a:cubicBezTo>
                    <a:pt x="302" y="1908"/>
                    <a:pt x="427" y="1908"/>
                    <a:pt x="427" y="1908"/>
                  </a:cubicBezTo>
                  <a:cubicBezTo>
                    <a:pt x="427" y="2008"/>
                    <a:pt x="427" y="2008"/>
                    <a:pt x="527" y="2108"/>
                  </a:cubicBezTo>
                  <a:cubicBezTo>
                    <a:pt x="527" y="2108"/>
                    <a:pt x="627" y="2108"/>
                    <a:pt x="627" y="2234"/>
                  </a:cubicBezTo>
                  <a:cubicBezTo>
                    <a:pt x="627" y="2284"/>
                    <a:pt x="652" y="2284"/>
                    <a:pt x="678" y="2284"/>
                  </a:cubicBezTo>
                  <a:cubicBezTo>
                    <a:pt x="703" y="2284"/>
                    <a:pt x="728" y="2284"/>
                    <a:pt x="728" y="2334"/>
                  </a:cubicBezTo>
                  <a:cubicBezTo>
                    <a:pt x="728" y="2334"/>
                    <a:pt x="728" y="2434"/>
                    <a:pt x="828" y="2434"/>
                  </a:cubicBezTo>
                  <a:cubicBezTo>
                    <a:pt x="928" y="2434"/>
                    <a:pt x="1054" y="2534"/>
                    <a:pt x="1154" y="2534"/>
                  </a:cubicBezTo>
                  <a:cubicBezTo>
                    <a:pt x="1225" y="2605"/>
                    <a:pt x="1296" y="2676"/>
                    <a:pt x="1366" y="2676"/>
                  </a:cubicBezTo>
                  <a:cubicBezTo>
                    <a:pt x="1396" y="2676"/>
                    <a:pt x="1425" y="2664"/>
                    <a:pt x="1455" y="2635"/>
                  </a:cubicBezTo>
                  <a:cubicBezTo>
                    <a:pt x="1555" y="2635"/>
                    <a:pt x="1680" y="2735"/>
                    <a:pt x="1680" y="2735"/>
                  </a:cubicBezTo>
                  <a:cubicBezTo>
                    <a:pt x="1747" y="2735"/>
                    <a:pt x="1769" y="2690"/>
                    <a:pt x="1806" y="2690"/>
                  </a:cubicBezTo>
                  <a:cubicBezTo>
                    <a:pt x="1825" y="2690"/>
                    <a:pt x="1847" y="2702"/>
                    <a:pt x="1881" y="2735"/>
                  </a:cubicBezTo>
                  <a:lnTo>
                    <a:pt x="1981" y="2735"/>
                  </a:lnTo>
                  <a:cubicBezTo>
                    <a:pt x="1981" y="2735"/>
                    <a:pt x="2081" y="2735"/>
                    <a:pt x="2081" y="2635"/>
                  </a:cubicBezTo>
                  <a:cubicBezTo>
                    <a:pt x="2181" y="2635"/>
                    <a:pt x="2307" y="2635"/>
                    <a:pt x="2407" y="2534"/>
                  </a:cubicBezTo>
                  <a:lnTo>
                    <a:pt x="2507" y="2534"/>
                  </a:lnTo>
                  <a:cubicBezTo>
                    <a:pt x="2607" y="2534"/>
                    <a:pt x="2607" y="2434"/>
                    <a:pt x="2708" y="2434"/>
                  </a:cubicBezTo>
                  <a:cubicBezTo>
                    <a:pt x="2708" y="2434"/>
                    <a:pt x="2708" y="2334"/>
                    <a:pt x="2808" y="2334"/>
                  </a:cubicBezTo>
                  <a:cubicBezTo>
                    <a:pt x="2933" y="2234"/>
                    <a:pt x="2933" y="2108"/>
                    <a:pt x="2933" y="2008"/>
                  </a:cubicBezTo>
                  <a:cubicBezTo>
                    <a:pt x="2933" y="2008"/>
                    <a:pt x="3033" y="1908"/>
                    <a:pt x="3033" y="1808"/>
                  </a:cubicBezTo>
                  <a:lnTo>
                    <a:pt x="3134" y="1707"/>
                  </a:lnTo>
                  <a:lnTo>
                    <a:pt x="3134" y="1382"/>
                  </a:lnTo>
                  <a:cubicBezTo>
                    <a:pt x="3134" y="1281"/>
                    <a:pt x="3033" y="1281"/>
                    <a:pt x="3134" y="1181"/>
                  </a:cubicBezTo>
                  <a:lnTo>
                    <a:pt x="3134" y="981"/>
                  </a:lnTo>
                  <a:lnTo>
                    <a:pt x="3134" y="655"/>
                  </a:lnTo>
                  <a:cubicBezTo>
                    <a:pt x="3134" y="655"/>
                    <a:pt x="3134" y="454"/>
                    <a:pt x="3033" y="354"/>
                  </a:cubicBezTo>
                  <a:cubicBezTo>
                    <a:pt x="3033" y="354"/>
                    <a:pt x="3134" y="229"/>
                    <a:pt x="3033" y="229"/>
                  </a:cubicBezTo>
                  <a:cubicBezTo>
                    <a:pt x="3033" y="128"/>
                    <a:pt x="3033" y="128"/>
                    <a:pt x="2933" y="128"/>
                  </a:cubicBezTo>
                  <a:cubicBezTo>
                    <a:pt x="2933" y="128"/>
                    <a:pt x="2997" y="0"/>
                    <a:pt x="2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6" name="Google Shape;2616;p67"/>
            <p:cNvGrpSpPr/>
            <p:nvPr/>
          </p:nvGrpSpPr>
          <p:grpSpPr>
            <a:xfrm>
              <a:off x="8104500" y="3156025"/>
              <a:ext cx="67700" cy="148875"/>
              <a:chOff x="8104500" y="3156025"/>
              <a:chExt cx="67700" cy="148875"/>
            </a:xfrm>
          </p:grpSpPr>
          <p:sp>
            <p:nvSpPr>
              <p:cNvPr id="2617" name="Google Shape;2617;p67"/>
              <p:cNvSpPr/>
              <p:nvPr/>
            </p:nvSpPr>
            <p:spPr>
              <a:xfrm>
                <a:off x="8104500" y="3156025"/>
                <a:ext cx="31350" cy="148875"/>
              </a:xfrm>
              <a:custGeom>
                <a:rect b="b" l="l" r="r" t="t"/>
                <a:pathLst>
                  <a:path extrusionOk="0" h="5955" w="1254">
                    <a:moveTo>
                      <a:pt x="272" y="1"/>
                    </a:moveTo>
                    <a:cubicBezTo>
                      <a:pt x="257" y="1"/>
                      <a:pt x="234" y="12"/>
                      <a:pt x="201" y="45"/>
                    </a:cubicBezTo>
                    <a:cubicBezTo>
                      <a:pt x="101" y="45"/>
                      <a:pt x="101" y="45"/>
                      <a:pt x="101" y="146"/>
                    </a:cubicBezTo>
                    <a:cubicBezTo>
                      <a:pt x="1" y="271"/>
                      <a:pt x="1" y="371"/>
                      <a:pt x="101" y="471"/>
                    </a:cubicBezTo>
                    <a:cubicBezTo>
                      <a:pt x="201" y="572"/>
                      <a:pt x="201" y="672"/>
                      <a:pt x="201" y="772"/>
                    </a:cubicBezTo>
                    <a:cubicBezTo>
                      <a:pt x="301" y="897"/>
                      <a:pt x="301" y="1098"/>
                      <a:pt x="427" y="1298"/>
                    </a:cubicBezTo>
                    <a:cubicBezTo>
                      <a:pt x="527" y="1399"/>
                      <a:pt x="527" y="1624"/>
                      <a:pt x="527" y="1825"/>
                    </a:cubicBezTo>
                    <a:cubicBezTo>
                      <a:pt x="427" y="2151"/>
                      <a:pt x="828" y="2351"/>
                      <a:pt x="727" y="2652"/>
                    </a:cubicBezTo>
                    <a:cubicBezTo>
                      <a:pt x="727" y="2777"/>
                      <a:pt x="627" y="2877"/>
                      <a:pt x="727" y="2978"/>
                    </a:cubicBezTo>
                    <a:lnTo>
                      <a:pt x="727" y="3178"/>
                    </a:lnTo>
                    <a:cubicBezTo>
                      <a:pt x="828" y="3278"/>
                      <a:pt x="828" y="3404"/>
                      <a:pt x="828" y="3504"/>
                    </a:cubicBezTo>
                    <a:cubicBezTo>
                      <a:pt x="828" y="3604"/>
                      <a:pt x="727" y="3704"/>
                      <a:pt x="727" y="3704"/>
                    </a:cubicBezTo>
                    <a:cubicBezTo>
                      <a:pt x="828" y="3905"/>
                      <a:pt x="828" y="4030"/>
                      <a:pt x="828" y="4131"/>
                    </a:cubicBezTo>
                    <a:cubicBezTo>
                      <a:pt x="928" y="4231"/>
                      <a:pt x="828" y="4331"/>
                      <a:pt x="727" y="4532"/>
                    </a:cubicBezTo>
                    <a:cubicBezTo>
                      <a:pt x="727" y="4657"/>
                      <a:pt x="627" y="4757"/>
                      <a:pt x="627" y="4958"/>
                    </a:cubicBezTo>
                    <a:lnTo>
                      <a:pt x="627" y="5384"/>
                    </a:lnTo>
                    <a:cubicBezTo>
                      <a:pt x="627" y="5484"/>
                      <a:pt x="727" y="5684"/>
                      <a:pt x="527" y="5684"/>
                    </a:cubicBezTo>
                    <a:cubicBezTo>
                      <a:pt x="427" y="5684"/>
                      <a:pt x="427" y="5785"/>
                      <a:pt x="527" y="5910"/>
                    </a:cubicBezTo>
                    <a:cubicBezTo>
                      <a:pt x="627" y="5943"/>
                      <a:pt x="705" y="5955"/>
                      <a:pt x="764" y="5955"/>
                    </a:cubicBezTo>
                    <a:cubicBezTo>
                      <a:pt x="883" y="5955"/>
                      <a:pt x="928" y="5910"/>
                      <a:pt x="928" y="5910"/>
                    </a:cubicBezTo>
                    <a:cubicBezTo>
                      <a:pt x="1053" y="5785"/>
                      <a:pt x="1053" y="5684"/>
                      <a:pt x="1053" y="5584"/>
                    </a:cubicBezTo>
                    <a:cubicBezTo>
                      <a:pt x="1153" y="5384"/>
                      <a:pt x="1153" y="5158"/>
                      <a:pt x="1153" y="4958"/>
                    </a:cubicBezTo>
                    <a:cubicBezTo>
                      <a:pt x="1254" y="4857"/>
                      <a:pt x="1254" y="4657"/>
                      <a:pt x="1254" y="4532"/>
                    </a:cubicBezTo>
                    <a:lnTo>
                      <a:pt x="1254" y="4131"/>
                    </a:lnTo>
                    <a:lnTo>
                      <a:pt x="1254" y="3905"/>
                    </a:lnTo>
                    <a:lnTo>
                      <a:pt x="1254" y="2877"/>
                    </a:lnTo>
                    <a:lnTo>
                      <a:pt x="1254" y="2652"/>
                    </a:lnTo>
                    <a:lnTo>
                      <a:pt x="1254" y="2351"/>
                    </a:lnTo>
                    <a:cubicBezTo>
                      <a:pt x="1153" y="2151"/>
                      <a:pt x="1053" y="2025"/>
                      <a:pt x="1053" y="1825"/>
                    </a:cubicBezTo>
                    <a:cubicBezTo>
                      <a:pt x="928" y="1725"/>
                      <a:pt x="1053" y="1524"/>
                      <a:pt x="928" y="1399"/>
                    </a:cubicBezTo>
                    <a:cubicBezTo>
                      <a:pt x="928" y="1198"/>
                      <a:pt x="828" y="1198"/>
                      <a:pt x="828" y="1098"/>
                    </a:cubicBezTo>
                    <a:cubicBezTo>
                      <a:pt x="727" y="897"/>
                      <a:pt x="727" y="772"/>
                      <a:pt x="627" y="572"/>
                    </a:cubicBezTo>
                    <a:cubicBezTo>
                      <a:pt x="527" y="471"/>
                      <a:pt x="627" y="371"/>
                      <a:pt x="527" y="271"/>
                    </a:cubicBezTo>
                    <a:cubicBezTo>
                      <a:pt x="427" y="271"/>
                      <a:pt x="427" y="146"/>
                      <a:pt x="301" y="45"/>
                    </a:cubicBezTo>
                    <a:cubicBezTo>
                      <a:pt x="301" y="45"/>
                      <a:pt x="301" y="1"/>
                      <a:pt x="2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7"/>
              <p:cNvSpPr/>
              <p:nvPr/>
            </p:nvSpPr>
            <p:spPr>
              <a:xfrm>
                <a:off x="8146475" y="3165300"/>
                <a:ext cx="25725" cy="81950"/>
              </a:xfrm>
              <a:custGeom>
                <a:rect b="b" l="l" r="r" t="t"/>
                <a:pathLst>
                  <a:path extrusionOk="0" h="3278" w="1029">
                    <a:moveTo>
                      <a:pt x="301" y="0"/>
                    </a:moveTo>
                    <a:cubicBezTo>
                      <a:pt x="201" y="0"/>
                      <a:pt x="201" y="0"/>
                      <a:pt x="201" y="100"/>
                    </a:cubicBezTo>
                    <a:cubicBezTo>
                      <a:pt x="1" y="201"/>
                      <a:pt x="1" y="201"/>
                      <a:pt x="101" y="301"/>
                    </a:cubicBezTo>
                    <a:lnTo>
                      <a:pt x="101" y="401"/>
                    </a:lnTo>
                    <a:cubicBezTo>
                      <a:pt x="201" y="526"/>
                      <a:pt x="101" y="627"/>
                      <a:pt x="201" y="727"/>
                    </a:cubicBezTo>
                    <a:cubicBezTo>
                      <a:pt x="201" y="827"/>
                      <a:pt x="301" y="927"/>
                      <a:pt x="201" y="1028"/>
                    </a:cubicBezTo>
                    <a:cubicBezTo>
                      <a:pt x="101" y="1253"/>
                      <a:pt x="502" y="1253"/>
                      <a:pt x="402" y="1454"/>
                    </a:cubicBezTo>
                    <a:cubicBezTo>
                      <a:pt x="402" y="1554"/>
                      <a:pt x="301" y="1554"/>
                      <a:pt x="301" y="1654"/>
                    </a:cubicBezTo>
                    <a:cubicBezTo>
                      <a:pt x="402" y="1654"/>
                      <a:pt x="402" y="1654"/>
                      <a:pt x="402" y="1780"/>
                    </a:cubicBezTo>
                    <a:lnTo>
                      <a:pt x="402" y="1980"/>
                    </a:lnTo>
                    <a:lnTo>
                      <a:pt x="402" y="2080"/>
                    </a:lnTo>
                    <a:cubicBezTo>
                      <a:pt x="402" y="2181"/>
                      <a:pt x="502" y="2181"/>
                      <a:pt x="502" y="2281"/>
                    </a:cubicBezTo>
                    <a:cubicBezTo>
                      <a:pt x="627" y="2406"/>
                      <a:pt x="502" y="2406"/>
                      <a:pt x="502" y="2506"/>
                    </a:cubicBezTo>
                    <a:cubicBezTo>
                      <a:pt x="402" y="2607"/>
                      <a:pt x="402" y="2607"/>
                      <a:pt x="402" y="2707"/>
                    </a:cubicBezTo>
                    <a:cubicBezTo>
                      <a:pt x="402" y="2807"/>
                      <a:pt x="502" y="2907"/>
                      <a:pt x="502" y="3033"/>
                    </a:cubicBezTo>
                    <a:cubicBezTo>
                      <a:pt x="502" y="3033"/>
                      <a:pt x="627" y="3133"/>
                      <a:pt x="502" y="3133"/>
                    </a:cubicBezTo>
                    <a:cubicBezTo>
                      <a:pt x="402" y="3233"/>
                      <a:pt x="402" y="3233"/>
                      <a:pt x="502" y="3233"/>
                    </a:cubicBezTo>
                    <a:cubicBezTo>
                      <a:pt x="611" y="3267"/>
                      <a:pt x="694" y="3278"/>
                      <a:pt x="757" y="3278"/>
                    </a:cubicBezTo>
                    <a:cubicBezTo>
                      <a:pt x="884" y="3278"/>
                      <a:pt x="928" y="3233"/>
                      <a:pt x="928" y="3233"/>
                    </a:cubicBezTo>
                    <a:cubicBezTo>
                      <a:pt x="1028" y="3133"/>
                      <a:pt x="928" y="3133"/>
                      <a:pt x="928" y="3033"/>
                    </a:cubicBezTo>
                    <a:cubicBezTo>
                      <a:pt x="1028" y="2907"/>
                      <a:pt x="1028" y="2807"/>
                      <a:pt x="928" y="2707"/>
                    </a:cubicBezTo>
                    <a:lnTo>
                      <a:pt x="928" y="2506"/>
                    </a:lnTo>
                    <a:lnTo>
                      <a:pt x="928" y="2281"/>
                    </a:lnTo>
                    <a:lnTo>
                      <a:pt x="928" y="2181"/>
                    </a:lnTo>
                    <a:cubicBezTo>
                      <a:pt x="928" y="1980"/>
                      <a:pt x="828" y="1780"/>
                      <a:pt x="828" y="1554"/>
                    </a:cubicBezTo>
                    <a:lnTo>
                      <a:pt x="828" y="1454"/>
                    </a:lnTo>
                    <a:cubicBezTo>
                      <a:pt x="828" y="1354"/>
                      <a:pt x="928" y="1354"/>
                      <a:pt x="928" y="1253"/>
                    </a:cubicBezTo>
                    <a:cubicBezTo>
                      <a:pt x="828" y="1153"/>
                      <a:pt x="728" y="1153"/>
                      <a:pt x="728" y="1028"/>
                    </a:cubicBezTo>
                    <a:lnTo>
                      <a:pt x="728" y="727"/>
                    </a:lnTo>
                    <a:cubicBezTo>
                      <a:pt x="728" y="627"/>
                      <a:pt x="627" y="627"/>
                      <a:pt x="627" y="627"/>
                    </a:cubicBezTo>
                    <a:cubicBezTo>
                      <a:pt x="627" y="526"/>
                      <a:pt x="627" y="401"/>
                      <a:pt x="502" y="301"/>
                    </a:cubicBezTo>
                    <a:lnTo>
                      <a:pt x="502" y="100"/>
                    </a:lnTo>
                    <a:cubicBezTo>
                      <a:pt x="402" y="100"/>
                      <a:pt x="402" y="100"/>
                      <a:pt x="4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9" name="Google Shape;2619;p67"/>
            <p:cNvSpPr/>
            <p:nvPr/>
          </p:nvSpPr>
          <p:spPr>
            <a:xfrm>
              <a:off x="7524925" y="3162775"/>
              <a:ext cx="65175" cy="23225"/>
            </a:xfrm>
            <a:custGeom>
              <a:rect b="b" l="l" r="r" t="t"/>
              <a:pathLst>
                <a:path extrusionOk="0" h="929" w="2607">
                  <a:moveTo>
                    <a:pt x="201" y="1"/>
                  </a:moveTo>
                  <a:cubicBezTo>
                    <a:pt x="201" y="101"/>
                    <a:pt x="101" y="101"/>
                    <a:pt x="101" y="101"/>
                  </a:cubicBezTo>
                  <a:cubicBezTo>
                    <a:pt x="0" y="201"/>
                    <a:pt x="0" y="302"/>
                    <a:pt x="101" y="302"/>
                  </a:cubicBezTo>
                  <a:lnTo>
                    <a:pt x="201" y="402"/>
                  </a:lnTo>
                  <a:cubicBezTo>
                    <a:pt x="301" y="502"/>
                    <a:pt x="301" y="627"/>
                    <a:pt x="427" y="627"/>
                  </a:cubicBezTo>
                  <a:cubicBezTo>
                    <a:pt x="527" y="627"/>
                    <a:pt x="627" y="728"/>
                    <a:pt x="627" y="828"/>
                  </a:cubicBezTo>
                  <a:cubicBezTo>
                    <a:pt x="648" y="849"/>
                    <a:pt x="674" y="857"/>
                    <a:pt x="703" y="857"/>
                  </a:cubicBezTo>
                  <a:cubicBezTo>
                    <a:pt x="784" y="857"/>
                    <a:pt x="892" y="799"/>
                    <a:pt x="1014" y="799"/>
                  </a:cubicBezTo>
                  <a:cubicBezTo>
                    <a:pt x="1059" y="799"/>
                    <a:pt x="1106" y="807"/>
                    <a:pt x="1153" y="828"/>
                  </a:cubicBezTo>
                  <a:cubicBezTo>
                    <a:pt x="1153" y="828"/>
                    <a:pt x="1153" y="928"/>
                    <a:pt x="1254" y="928"/>
                  </a:cubicBezTo>
                  <a:lnTo>
                    <a:pt x="1354" y="928"/>
                  </a:lnTo>
                  <a:cubicBezTo>
                    <a:pt x="1354" y="828"/>
                    <a:pt x="1454" y="828"/>
                    <a:pt x="1554" y="828"/>
                  </a:cubicBezTo>
                  <a:lnTo>
                    <a:pt x="1680" y="828"/>
                  </a:lnTo>
                  <a:cubicBezTo>
                    <a:pt x="1680" y="828"/>
                    <a:pt x="1780" y="828"/>
                    <a:pt x="1780" y="728"/>
                  </a:cubicBezTo>
                  <a:cubicBezTo>
                    <a:pt x="1813" y="694"/>
                    <a:pt x="1847" y="683"/>
                    <a:pt x="1876" y="683"/>
                  </a:cubicBezTo>
                  <a:cubicBezTo>
                    <a:pt x="1936" y="683"/>
                    <a:pt x="1980" y="728"/>
                    <a:pt x="1980" y="728"/>
                  </a:cubicBezTo>
                  <a:cubicBezTo>
                    <a:pt x="2081" y="728"/>
                    <a:pt x="2181" y="728"/>
                    <a:pt x="2181" y="627"/>
                  </a:cubicBezTo>
                  <a:cubicBezTo>
                    <a:pt x="2306" y="627"/>
                    <a:pt x="2306" y="502"/>
                    <a:pt x="2406" y="402"/>
                  </a:cubicBezTo>
                  <a:cubicBezTo>
                    <a:pt x="2406" y="402"/>
                    <a:pt x="2406" y="274"/>
                    <a:pt x="2458" y="274"/>
                  </a:cubicBezTo>
                  <a:cubicBezTo>
                    <a:pt x="2471" y="274"/>
                    <a:pt x="2487" y="282"/>
                    <a:pt x="2507" y="302"/>
                  </a:cubicBezTo>
                  <a:cubicBezTo>
                    <a:pt x="2607" y="302"/>
                    <a:pt x="2607" y="302"/>
                    <a:pt x="2507" y="201"/>
                  </a:cubicBezTo>
                  <a:cubicBezTo>
                    <a:pt x="2306" y="1"/>
                    <a:pt x="2181" y="1"/>
                    <a:pt x="2181" y="1"/>
                  </a:cubicBezTo>
                  <a:cubicBezTo>
                    <a:pt x="2081" y="1"/>
                    <a:pt x="2081" y="101"/>
                    <a:pt x="2081" y="101"/>
                  </a:cubicBezTo>
                  <a:cubicBezTo>
                    <a:pt x="1980" y="101"/>
                    <a:pt x="1980" y="201"/>
                    <a:pt x="1880" y="201"/>
                  </a:cubicBezTo>
                  <a:lnTo>
                    <a:pt x="1780" y="302"/>
                  </a:lnTo>
                  <a:lnTo>
                    <a:pt x="1680" y="302"/>
                  </a:lnTo>
                  <a:lnTo>
                    <a:pt x="1680" y="402"/>
                  </a:lnTo>
                  <a:lnTo>
                    <a:pt x="1153" y="402"/>
                  </a:lnTo>
                  <a:cubicBezTo>
                    <a:pt x="1153" y="302"/>
                    <a:pt x="1153" y="302"/>
                    <a:pt x="1053" y="302"/>
                  </a:cubicBezTo>
                  <a:cubicBezTo>
                    <a:pt x="1053" y="302"/>
                    <a:pt x="928" y="402"/>
                    <a:pt x="828" y="402"/>
                  </a:cubicBezTo>
                  <a:cubicBezTo>
                    <a:pt x="828" y="402"/>
                    <a:pt x="828" y="302"/>
                    <a:pt x="727" y="201"/>
                  </a:cubicBezTo>
                  <a:cubicBezTo>
                    <a:pt x="727" y="201"/>
                    <a:pt x="683" y="246"/>
                    <a:pt x="653" y="246"/>
                  </a:cubicBezTo>
                  <a:cubicBezTo>
                    <a:pt x="638" y="246"/>
                    <a:pt x="627" y="235"/>
                    <a:pt x="627" y="201"/>
                  </a:cubicBezTo>
                  <a:cubicBezTo>
                    <a:pt x="527" y="201"/>
                    <a:pt x="527" y="101"/>
                    <a:pt x="527" y="101"/>
                  </a:cubicBezTo>
                  <a:cubicBezTo>
                    <a:pt x="427" y="101"/>
                    <a:pt x="527" y="1"/>
                    <a:pt x="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7"/>
            <p:cNvSpPr/>
            <p:nvPr/>
          </p:nvSpPr>
          <p:spPr>
            <a:xfrm>
              <a:off x="7715400" y="2718550"/>
              <a:ext cx="18200" cy="42000"/>
            </a:xfrm>
            <a:custGeom>
              <a:rect b="b" l="l" r="r" t="t"/>
              <a:pathLst>
                <a:path extrusionOk="0" h="1680" w="728">
                  <a:moveTo>
                    <a:pt x="201" y="0"/>
                  </a:moveTo>
                  <a:cubicBezTo>
                    <a:pt x="201" y="101"/>
                    <a:pt x="101" y="101"/>
                    <a:pt x="101" y="101"/>
                  </a:cubicBezTo>
                  <a:cubicBezTo>
                    <a:pt x="1" y="226"/>
                    <a:pt x="1" y="226"/>
                    <a:pt x="1" y="326"/>
                  </a:cubicBezTo>
                  <a:lnTo>
                    <a:pt x="101" y="326"/>
                  </a:lnTo>
                  <a:cubicBezTo>
                    <a:pt x="101" y="426"/>
                    <a:pt x="1" y="426"/>
                    <a:pt x="101" y="527"/>
                  </a:cubicBezTo>
                  <a:cubicBezTo>
                    <a:pt x="101" y="527"/>
                    <a:pt x="201" y="527"/>
                    <a:pt x="101" y="627"/>
                  </a:cubicBezTo>
                  <a:cubicBezTo>
                    <a:pt x="1" y="727"/>
                    <a:pt x="326" y="727"/>
                    <a:pt x="201" y="852"/>
                  </a:cubicBezTo>
                  <a:cubicBezTo>
                    <a:pt x="201" y="852"/>
                    <a:pt x="101" y="852"/>
                    <a:pt x="101" y="953"/>
                  </a:cubicBezTo>
                  <a:lnTo>
                    <a:pt x="201" y="953"/>
                  </a:lnTo>
                  <a:lnTo>
                    <a:pt x="201" y="1053"/>
                  </a:lnTo>
                  <a:cubicBezTo>
                    <a:pt x="201" y="1153"/>
                    <a:pt x="201" y="1153"/>
                    <a:pt x="326" y="1153"/>
                  </a:cubicBezTo>
                  <a:cubicBezTo>
                    <a:pt x="326" y="1253"/>
                    <a:pt x="201" y="1253"/>
                    <a:pt x="201" y="1253"/>
                  </a:cubicBezTo>
                  <a:lnTo>
                    <a:pt x="201" y="1354"/>
                  </a:lnTo>
                  <a:lnTo>
                    <a:pt x="201" y="1479"/>
                  </a:lnTo>
                  <a:cubicBezTo>
                    <a:pt x="201" y="1579"/>
                    <a:pt x="427" y="1579"/>
                    <a:pt x="201" y="1579"/>
                  </a:cubicBezTo>
                  <a:cubicBezTo>
                    <a:pt x="101" y="1579"/>
                    <a:pt x="201" y="1579"/>
                    <a:pt x="326" y="1680"/>
                  </a:cubicBezTo>
                  <a:lnTo>
                    <a:pt x="627" y="1680"/>
                  </a:lnTo>
                  <a:cubicBezTo>
                    <a:pt x="727" y="1680"/>
                    <a:pt x="727" y="1680"/>
                    <a:pt x="727" y="1579"/>
                  </a:cubicBezTo>
                  <a:lnTo>
                    <a:pt x="727" y="1354"/>
                  </a:lnTo>
                  <a:lnTo>
                    <a:pt x="727" y="1253"/>
                  </a:lnTo>
                  <a:lnTo>
                    <a:pt x="727" y="1153"/>
                  </a:lnTo>
                  <a:cubicBezTo>
                    <a:pt x="727" y="1053"/>
                    <a:pt x="627" y="953"/>
                    <a:pt x="627" y="852"/>
                  </a:cubicBezTo>
                  <a:lnTo>
                    <a:pt x="627" y="727"/>
                  </a:lnTo>
                  <a:cubicBezTo>
                    <a:pt x="727" y="727"/>
                    <a:pt x="727" y="627"/>
                    <a:pt x="727" y="627"/>
                  </a:cubicBezTo>
                  <a:cubicBezTo>
                    <a:pt x="627" y="627"/>
                    <a:pt x="527" y="527"/>
                    <a:pt x="527" y="527"/>
                  </a:cubicBezTo>
                  <a:cubicBezTo>
                    <a:pt x="527" y="527"/>
                    <a:pt x="627" y="426"/>
                    <a:pt x="627" y="326"/>
                  </a:cubicBezTo>
                  <a:lnTo>
                    <a:pt x="527" y="326"/>
                  </a:lnTo>
                  <a:cubicBezTo>
                    <a:pt x="427" y="226"/>
                    <a:pt x="527" y="226"/>
                    <a:pt x="427" y="101"/>
                  </a:cubicBezTo>
                  <a:cubicBezTo>
                    <a:pt x="427" y="0"/>
                    <a:pt x="326" y="0"/>
                    <a:pt x="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7"/>
            <p:cNvSpPr/>
            <p:nvPr/>
          </p:nvSpPr>
          <p:spPr>
            <a:xfrm>
              <a:off x="7323800" y="2751275"/>
              <a:ext cx="26325" cy="48125"/>
            </a:xfrm>
            <a:custGeom>
              <a:rect b="b" l="l" r="r" t="t"/>
              <a:pathLst>
                <a:path extrusionOk="0" h="1925" w="1053">
                  <a:moveTo>
                    <a:pt x="686" y="0"/>
                  </a:moveTo>
                  <a:cubicBezTo>
                    <a:pt x="627" y="0"/>
                    <a:pt x="627" y="45"/>
                    <a:pt x="627" y="45"/>
                  </a:cubicBezTo>
                  <a:cubicBezTo>
                    <a:pt x="627" y="45"/>
                    <a:pt x="627" y="170"/>
                    <a:pt x="527" y="170"/>
                  </a:cubicBezTo>
                  <a:cubicBezTo>
                    <a:pt x="527" y="270"/>
                    <a:pt x="426" y="270"/>
                    <a:pt x="426" y="270"/>
                  </a:cubicBezTo>
                  <a:cubicBezTo>
                    <a:pt x="426" y="371"/>
                    <a:pt x="426" y="471"/>
                    <a:pt x="326" y="471"/>
                  </a:cubicBezTo>
                  <a:cubicBezTo>
                    <a:pt x="201" y="571"/>
                    <a:pt x="426" y="797"/>
                    <a:pt x="326" y="797"/>
                  </a:cubicBezTo>
                  <a:cubicBezTo>
                    <a:pt x="326" y="797"/>
                    <a:pt x="201" y="797"/>
                    <a:pt x="201" y="897"/>
                  </a:cubicBezTo>
                  <a:lnTo>
                    <a:pt x="201" y="997"/>
                  </a:lnTo>
                  <a:lnTo>
                    <a:pt x="201" y="1097"/>
                  </a:lnTo>
                  <a:lnTo>
                    <a:pt x="201" y="1198"/>
                  </a:lnTo>
                  <a:lnTo>
                    <a:pt x="201" y="1298"/>
                  </a:lnTo>
                  <a:cubicBezTo>
                    <a:pt x="326" y="1423"/>
                    <a:pt x="201" y="1423"/>
                    <a:pt x="101" y="1423"/>
                  </a:cubicBezTo>
                  <a:lnTo>
                    <a:pt x="101" y="1624"/>
                  </a:lnTo>
                  <a:lnTo>
                    <a:pt x="101" y="1724"/>
                  </a:lnTo>
                  <a:cubicBezTo>
                    <a:pt x="101" y="1824"/>
                    <a:pt x="326" y="1824"/>
                    <a:pt x="101" y="1824"/>
                  </a:cubicBezTo>
                  <a:cubicBezTo>
                    <a:pt x="0" y="1824"/>
                    <a:pt x="101" y="1924"/>
                    <a:pt x="201" y="1924"/>
                  </a:cubicBezTo>
                  <a:lnTo>
                    <a:pt x="627" y="1924"/>
                  </a:lnTo>
                  <a:lnTo>
                    <a:pt x="627" y="1824"/>
                  </a:lnTo>
                  <a:lnTo>
                    <a:pt x="627" y="1624"/>
                  </a:lnTo>
                  <a:lnTo>
                    <a:pt x="627" y="1523"/>
                  </a:lnTo>
                  <a:lnTo>
                    <a:pt x="627" y="1423"/>
                  </a:lnTo>
                  <a:lnTo>
                    <a:pt x="627" y="1298"/>
                  </a:lnTo>
                  <a:cubicBezTo>
                    <a:pt x="627" y="1198"/>
                    <a:pt x="627" y="1097"/>
                    <a:pt x="727" y="997"/>
                  </a:cubicBezTo>
                  <a:lnTo>
                    <a:pt x="827" y="897"/>
                  </a:lnTo>
                  <a:cubicBezTo>
                    <a:pt x="827" y="897"/>
                    <a:pt x="727" y="797"/>
                    <a:pt x="727" y="671"/>
                  </a:cubicBezTo>
                  <a:cubicBezTo>
                    <a:pt x="727" y="671"/>
                    <a:pt x="827" y="671"/>
                    <a:pt x="953" y="571"/>
                  </a:cubicBezTo>
                  <a:lnTo>
                    <a:pt x="827" y="471"/>
                  </a:lnTo>
                  <a:cubicBezTo>
                    <a:pt x="827" y="471"/>
                    <a:pt x="953" y="471"/>
                    <a:pt x="953" y="371"/>
                  </a:cubicBezTo>
                  <a:cubicBezTo>
                    <a:pt x="953" y="371"/>
                    <a:pt x="1053" y="371"/>
                    <a:pt x="1053" y="270"/>
                  </a:cubicBezTo>
                  <a:lnTo>
                    <a:pt x="1053" y="170"/>
                  </a:lnTo>
                  <a:lnTo>
                    <a:pt x="953" y="45"/>
                  </a:lnTo>
                  <a:lnTo>
                    <a:pt x="827" y="45"/>
                  </a:lnTo>
                  <a:cubicBezTo>
                    <a:pt x="761" y="11"/>
                    <a:pt x="716" y="0"/>
                    <a:pt x="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7"/>
            <p:cNvSpPr/>
            <p:nvPr/>
          </p:nvSpPr>
          <p:spPr>
            <a:xfrm>
              <a:off x="7404625" y="2588850"/>
              <a:ext cx="44500" cy="90250"/>
            </a:xfrm>
            <a:custGeom>
              <a:rect b="b" l="l" r="r" t="t"/>
              <a:pathLst>
                <a:path extrusionOk="0" h="3610" w="1780">
                  <a:moveTo>
                    <a:pt x="389" y="0"/>
                  </a:moveTo>
                  <a:cubicBezTo>
                    <a:pt x="326" y="0"/>
                    <a:pt x="276" y="25"/>
                    <a:pt x="226" y="76"/>
                  </a:cubicBezTo>
                  <a:cubicBezTo>
                    <a:pt x="226" y="76"/>
                    <a:pt x="226" y="176"/>
                    <a:pt x="101" y="276"/>
                  </a:cubicBezTo>
                  <a:lnTo>
                    <a:pt x="101" y="702"/>
                  </a:lnTo>
                  <a:cubicBezTo>
                    <a:pt x="0" y="802"/>
                    <a:pt x="101" y="903"/>
                    <a:pt x="0" y="1028"/>
                  </a:cubicBezTo>
                  <a:cubicBezTo>
                    <a:pt x="0" y="1028"/>
                    <a:pt x="0" y="1128"/>
                    <a:pt x="101" y="1228"/>
                  </a:cubicBezTo>
                  <a:lnTo>
                    <a:pt x="101" y="1429"/>
                  </a:lnTo>
                  <a:cubicBezTo>
                    <a:pt x="101" y="1654"/>
                    <a:pt x="226" y="1855"/>
                    <a:pt x="326" y="2055"/>
                  </a:cubicBezTo>
                  <a:lnTo>
                    <a:pt x="326" y="2156"/>
                  </a:lnTo>
                  <a:lnTo>
                    <a:pt x="326" y="2482"/>
                  </a:lnTo>
                  <a:cubicBezTo>
                    <a:pt x="426" y="2582"/>
                    <a:pt x="527" y="2582"/>
                    <a:pt x="627" y="2682"/>
                  </a:cubicBezTo>
                  <a:cubicBezTo>
                    <a:pt x="727" y="2782"/>
                    <a:pt x="727" y="2908"/>
                    <a:pt x="727" y="3008"/>
                  </a:cubicBezTo>
                  <a:cubicBezTo>
                    <a:pt x="853" y="3108"/>
                    <a:pt x="953" y="3108"/>
                    <a:pt x="953" y="3108"/>
                  </a:cubicBezTo>
                  <a:cubicBezTo>
                    <a:pt x="1053" y="3208"/>
                    <a:pt x="1153" y="3309"/>
                    <a:pt x="1254" y="3409"/>
                  </a:cubicBezTo>
                  <a:cubicBezTo>
                    <a:pt x="1354" y="3409"/>
                    <a:pt x="1354" y="3534"/>
                    <a:pt x="1479" y="3534"/>
                  </a:cubicBezTo>
                  <a:lnTo>
                    <a:pt x="1680" y="3534"/>
                  </a:lnTo>
                  <a:cubicBezTo>
                    <a:pt x="1680" y="3584"/>
                    <a:pt x="1680" y="3609"/>
                    <a:pt x="1692" y="3609"/>
                  </a:cubicBezTo>
                  <a:cubicBezTo>
                    <a:pt x="1705" y="3609"/>
                    <a:pt x="1730" y="3584"/>
                    <a:pt x="1780" y="3534"/>
                  </a:cubicBezTo>
                  <a:lnTo>
                    <a:pt x="1780" y="3409"/>
                  </a:lnTo>
                  <a:cubicBezTo>
                    <a:pt x="1780" y="3208"/>
                    <a:pt x="1780" y="3208"/>
                    <a:pt x="1680" y="3108"/>
                  </a:cubicBezTo>
                  <a:cubicBezTo>
                    <a:pt x="1579" y="3108"/>
                    <a:pt x="1579" y="3108"/>
                    <a:pt x="1479" y="3008"/>
                  </a:cubicBezTo>
                  <a:cubicBezTo>
                    <a:pt x="1354" y="3008"/>
                    <a:pt x="1354" y="2908"/>
                    <a:pt x="1254" y="2782"/>
                  </a:cubicBezTo>
                  <a:cubicBezTo>
                    <a:pt x="1153" y="2782"/>
                    <a:pt x="1053" y="2682"/>
                    <a:pt x="1053" y="2482"/>
                  </a:cubicBezTo>
                  <a:cubicBezTo>
                    <a:pt x="1053" y="2281"/>
                    <a:pt x="727" y="2381"/>
                    <a:pt x="727" y="2055"/>
                  </a:cubicBezTo>
                  <a:cubicBezTo>
                    <a:pt x="727" y="2055"/>
                    <a:pt x="853" y="1955"/>
                    <a:pt x="727" y="1855"/>
                  </a:cubicBezTo>
                  <a:cubicBezTo>
                    <a:pt x="627" y="1755"/>
                    <a:pt x="627" y="1654"/>
                    <a:pt x="627" y="1529"/>
                  </a:cubicBezTo>
                  <a:lnTo>
                    <a:pt x="627" y="1429"/>
                  </a:lnTo>
                  <a:cubicBezTo>
                    <a:pt x="527" y="1329"/>
                    <a:pt x="527" y="1329"/>
                    <a:pt x="527" y="1228"/>
                  </a:cubicBezTo>
                  <a:cubicBezTo>
                    <a:pt x="426" y="1128"/>
                    <a:pt x="527" y="1028"/>
                    <a:pt x="527" y="1028"/>
                  </a:cubicBezTo>
                  <a:cubicBezTo>
                    <a:pt x="627" y="903"/>
                    <a:pt x="627" y="802"/>
                    <a:pt x="627" y="702"/>
                  </a:cubicBezTo>
                  <a:lnTo>
                    <a:pt x="627" y="401"/>
                  </a:lnTo>
                  <a:cubicBezTo>
                    <a:pt x="627" y="401"/>
                    <a:pt x="560" y="250"/>
                    <a:pt x="645" y="250"/>
                  </a:cubicBezTo>
                  <a:cubicBezTo>
                    <a:pt x="664" y="250"/>
                    <a:pt x="691" y="258"/>
                    <a:pt x="727" y="276"/>
                  </a:cubicBezTo>
                  <a:cubicBezTo>
                    <a:pt x="727" y="276"/>
                    <a:pt x="727" y="176"/>
                    <a:pt x="627" y="76"/>
                  </a:cubicBezTo>
                  <a:cubicBezTo>
                    <a:pt x="527" y="25"/>
                    <a:pt x="452"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7"/>
            <p:cNvSpPr/>
            <p:nvPr/>
          </p:nvSpPr>
          <p:spPr>
            <a:xfrm>
              <a:off x="7451625" y="2571450"/>
              <a:ext cx="57650" cy="97625"/>
            </a:xfrm>
            <a:custGeom>
              <a:rect b="b" l="l" r="r" t="t"/>
              <a:pathLst>
                <a:path extrusionOk="0" h="3905" w="2306">
                  <a:moveTo>
                    <a:pt x="460" y="0"/>
                  </a:moveTo>
                  <a:cubicBezTo>
                    <a:pt x="370" y="0"/>
                    <a:pt x="326" y="45"/>
                    <a:pt x="326" y="45"/>
                  </a:cubicBezTo>
                  <a:cubicBezTo>
                    <a:pt x="226" y="145"/>
                    <a:pt x="226" y="245"/>
                    <a:pt x="226" y="245"/>
                  </a:cubicBezTo>
                  <a:cubicBezTo>
                    <a:pt x="100" y="471"/>
                    <a:pt x="100" y="571"/>
                    <a:pt x="100" y="772"/>
                  </a:cubicBezTo>
                  <a:lnTo>
                    <a:pt x="100" y="1097"/>
                  </a:lnTo>
                  <a:cubicBezTo>
                    <a:pt x="0" y="1198"/>
                    <a:pt x="0" y="1298"/>
                    <a:pt x="0" y="1498"/>
                  </a:cubicBezTo>
                  <a:lnTo>
                    <a:pt x="100" y="1599"/>
                  </a:lnTo>
                  <a:cubicBezTo>
                    <a:pt x="100" y="1924"/>
                    <a:pt x="100" y="2225"/>
                    <a:pt x="226" y="2451"/>
                  </a:cubicBezTo>
                  <a:lnTo>
                    <a:pt x="226" y="2651"/>
                  </a:lnTo>
                  <a:cubicBezTo>
                    <a:pt x="226" y="2751"/>
                    <a:pt x="226" y="2852"/>
                    <a:pt x="326" y="2977"/>
                  </a:cubicBezTo>
                  <a:cubicBezTo>
                    <a:pt x="426" y="3077"/>
                    <a:pt x="526" y="3178"/>
                    <a:pt x="627" y="3278"/>
                  </a:cubicBezTo>
                  <a:cubicBezTo>
                    <a:pt x="727" y="3378"/>
                    <a:pt x="852" y="3478"/>
                    <a:pt x="952" y="3604"/>
                  </a:cubicBezTo>
                  <a:cubicBezTo>
                    <a:pt x="1053" y="3704"/>
                    <a:pt x="1153" y="3704"/>
                    <a:pt x="1253" y="3704"/>
                  </a:cubicBezTo>
                  <a:cubicBezTo>
                    <a:pt x="1353" y="3804"/>
                    <a:pt x="1479" y="3904"/>
                    <a:pt x="1679" y="3904"/>
                  </a:cubicBezTo>
                  <a:lnTo>
                    <a:pt x="1980" y="3904"/>
                  </a:lnTo>
                  <a:cubicBezTo>
                    <a:pt x="1980" y="3904"/>
                    <a:pt x="2105" y="3804"/>
                    <a:pt x="2206" y="3804"/>
                  </a:cubicBezTo>
                  <a:cubicBezTo>
                    <a:pt x="2206" y="3804"/>
                    <a:pt x="2306" y="3804"/>
                    <a:pt x="2206" y="3704"/>
                  </a:cubicBezTo>
                  <a:lnTo>
                    <a:pt x="2206" y="3604"/>
                  </a:lnTo>
                  <a:cubicBezTo>
                    <a:pt x="2153" y="3484"/>
                    <a:pt x="2092" y="3456"/>
                    <a:pt x="2048" y="3456"/>
                  </a:cubicBezTo>
                  <a:cubicBezTo>
                    <a:pt x="2008" y="3456"/>
                    <a:pt x="1980" y="3478"/>
                    <a:pt x="1980" y="3478"/>
                  </a:cubicBezTo>
                  <a:lnTo>
                    <a:pt x="1679" y="3478"/>
                  </a:lnTo>
                  <a:cubicBezTo>
                    <a:pt x="1579" y="3378"/>
                    <a:pt x="1479" y="3278"/>
                    <a:pt x="1353" y="3278"/>
                  </a:cubicBezTo>
                  <a:cubicBezTo>
                    <a:pt x="1253" y="3278"/>
                    <a:pt x="1153" y="3178"/>
                    <a:pt x="1053" y="3077"/>
                  </a:cubicBezTo>
                  <a:cubicBezTo>
                    <a:pt x="1053" y="2852"/>
                    <a:pt x="952" y="2852"/>
                    <a:pt x="852" y="2852"/>
                  </a:cubicBezTo>
                  <a:cubicBezTo>
                    <a:pt x="727" y="2751"/>
                    <a:pt x="627" y="2651"/>
                    <a:pt x="627" y="2551"/>
                  </a:cubicBezTo>
                  <a:cubicBezTo>
                    <a:pt x="627" y="2451"/>
                    <a:pt x="727" y="2350"/>
                    <a:pt x="627" y="2350"/>
                  </a:cubicBezTo>
                  <a:lnTo>
                    <a:pt x="627" y="2225"/>
                  </a:lnTo>
                  <a:cubicBezTo>
                    <a:pt x="526" y="2125"/>
                    <a:pt x="526" y="2025"/>
                    <a:pt x="526" y="1924"/>
                  </a:cubicBezTo>
                  <a:lnTo>
                    <a:pt x="526" y="1724"/>
                  </a:lnTo>
                  <a:cubicBezTo>
                    <a:pt x="526" y="1599"/>
                    <a:pt x="526" y="1498"/>
                    <a:pt x="426" y="1398"/>
                  </a:cubicBezTo>
                  <a:cubicBezTo>
                    <a:pt x="426" y="1298"/>
                    <a:pt x="526" y="1298"/>
                    <a:pt x="526" y="1198"/>
                  </a:cubicBezTo>
                  <a:cubicBezTo>
                    <a:pt x="627" y="1097"/>
                    <a:pt x="627" y="972"/>
                    <a:pt x="627" y="772"/>
                  </a:cubicBezTo>
                  <a:lnTo>
                    <a:pt x="627" y="471"/>
                  </a:lnTo>
                  <a:cubicBezTo>
                    <a:pt x="627" y="345"/>
                    <a:pt x="526" y="245"/>
                    <a:pt x="727" y="145"/>
                  </a:cubicBezTo>
                  <a:cubicBezTo>
                    <a:pt x="852" y="145"/>
                    <a:pt x="852" y="145"/>
                    <a:pt x="627" y="45"/>
                  </a:cubicBezTo>
                  <a:cubicBezTo>
                    <a:pt x="560" y="11"/>
                    <a:pt x="504" y="0"/>
                    <a:pt x="4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7"/>
            <p:cNvSpPr/>
            <p:nvPr/>
          </p:nvSpPr>
          <p:spPr>
            <a:xfrm>
              <a:off x="7629550" y="2571450"/>
              <a:ext cx="75225" cy="100750"/>
            </a:xfrm>
            <a:custGeom>
              <a:rect b="b" l="l" r="r" t="t"/>
              <a:pathLst>
                <a:path extrusionOk="0" h="4030" w="3009">
                  <a:moveTo>
                    <a:pt x="2801" y="0"/>
                  </a:moveTo>
                  <a:cubicBezTo>
                    <a:pt x="2775" y="0"/>
                    <a:pt x="2741" y="11"/>
                    <a:pt x="2708" y="45"/>
                  </a:cubicBezTo>
                  <a:cubicBezTo>
                    <a:pt x="2382" y="45"/>
                    <a:pt x="2382" y="145"/>
                    <a:pt x="2382" y="245"/>
                  </a:cubicBezTo>
                  <a:lnTo>
                    <a:pt x="2382" y="471"/>
                  </a:lnTo>
                  <a:cubicBezTo>
                    <a:pt x="2382" y="571"/>
                    <a:pt x="2507" y="772"/>
                    <a:pt x="2507" y="972"/>
                  </a:cubicBezTo>
                  <a:lnTo>
                    <a:pt x="2507" y="1298"/>
                  </a:lnTo>
                  <a:cubicBezTo>
                    <a:pt x="2507" y="1398"/>
                    <a:pt x="2507" y="1498"/>
                    <a:pt x="2382" y="1599"/>
                  </a:cubicBezTo>
                  <a:lnTo>
                    <a:pt x="2382" y="1724"/>
                  </a:lnTo>
                  <a:cubicBezTo>
                    <a:pt x="2382" y="2025"/>
                    <a:pt x="2282" y="2225"/>
                    <a:pt x="2081" y="2451"/>
                  </a:cubicBezTo>
                  <a:cubicBezTo>
                    <a:pt x="2081" y="2551"/>
                    <a:pt x="1981" y="2551"/>
                    <a:pt x="1981" y="2551"/>
                  </a:cubicBezTo>
                  <a:cubicBezTo>
                    <a:pt x="1881" y="2651"/>
                    <a:pt x="1755" y="2651"/>
                    <a:pt x="1755" y="2751"/>
                  </a:cubicBezTo>
                  <a:cubicBezTo>
                    <a:pt x="1655" y="2852"/>
                    <a:pt x="1655" y="2977"/>
                    <a:pt x="1555" y="3077"/>
                  </a:cubicBezTo>
                  <a:cubicBezTo>
                    <a:pt x="1455" y="3178"/>
                    <a:pt x="1254" y="3178"/>
                    <a:pt x="1129" y="3278"/>
                  </a:cubicBezTo>
                  <a:cubicBezTo>
                    <a:pt x="1129" y="3278"/>
                    <a:pt x="1029" y="3378"/>
                    <a:pt x="928" y="3378"/>
                  </a:cubicBezTo>
                  <a:cubicBezTo>
                    <a:pt x="828" y="3478"/>
                    <a:pt x="728" y="3478"/>
                    <a:pt x="628" y="3478"/>
                  </a:cubicBezTo>
                  <a:cubicBezTo>
                    <a:pt x="565" y="3541"/>
                    <a:pt x="508" y="3541"/>
                    <a:pt x="455" y="3541"/>
                  </a:cubicBezTo>
                  <a:cubicBezTo>
                    <a:pt x="402" y="3541"/>
                    <a:pt x="352" y="3541"/>
                    <a:pt x="302" y="3604"/>
                  </a:cubicBezTo>
                  <a:lnTo>
                    <a:pt x="101" y="3604"/>
                  </a:lnTo>
                  <a:cubicBezTo>
                    <a:pt x="101" y="3654"/>
                    <a:pt x="76" y="3654"/>
                    <a:pt x="51" y="3654"/>
                  </a:cubicBezTo>
                  <a:cubicBezTo>
                    <a:pt x="26" y="3654"/>
                    <a:pt x="1" y="3654"/>
                    <a:pt x="1" y="3704"/>
                  </a:cubicBezTo>
                  <a:cubicBezTo>
                    <a:pt x="1" y="3804"/>
                    <a:pt x="1" y="3904"/>
                    <a:pt x="101" y="3904"/>
                  </a:cubicBezTo>
                  <a:cubicBezTo>
                    <a:pt x="101" y="4005"/>
                    <a:pt x="151" y="4030"/>
                    <a:pt x="201" y="4030"/>
                  </a:cubicBezTo>
                  <a:cubicBezTo>
                    <a:pt x="252" y="4030"/>
                    <a:pt x="302" y="4005"/>
                    <a:pt x="302" y="4005"/>
                  </a:cubicBezTo>
                  <a:cubicBezTo>
                    <a:pt x="502" y="4005"/>
                    <a:pt x="628" y="4005"/>
                    <a:pt x="728" y="3904"/>
                  </a:cubicBezTo>
                  <a:cubicBezTo>
                    <a:pt x="828" y="3904"/>
                    <a:pt x="1029" y="3904"/>
                    <a:pt x="1129" y="3804"/>
                  </a:cubicBezTo>
                  <a:cubicBezTo>
                    <a:pt x="1354" y="3704"/>
                    <a:pt x="1455" y="3604"/>
                    <a:pt x="1655" y="3604"/>
                  </a:cubicBezTo>
                  <a:cubicBezTo>
                    <a:pt x="1981" y="3478"/>
                    <a:pt x="2081" y="3077"/>
                    <a:pt x="2282" y="2977"/>
                  </a:cubicBezTo>
                  <a:cubicBezTo>
                    <a:pt x="2382" y="2852"/>
                    <a:pt x="2507" y="2852"/>
                    <a:pt x="2507" y="2751"/>
                  </a:cubicBezTo>
                  <a:cubicBezTo>
                    <a:pt x="2507" y="2651"/>
                    <a:pt x="2607" y="2651"/>
                    <a:pt x="2607" y="2551"/>
                  </a:cubicBezTo>
                  <a:cubicBezTo>
                    <a:pt x="2607" y="2451"/>
                    <a:pt x="2708" y="2350"/>
                    <a:pt x="2708" y="2225"/>
                  </a:cubicBezTo>
                  <a:cubicBezTo>
                    <a:pt x="2808" y="2125"/>
                    <a:pt x="2808" y="2125"/>
                    <a:pt x="2808" y="2025"/>
                  </a:cubicBezTo>
                  <a:cubicBezTo>
                    <a:pt x="2908" y="1924"/>
                    <a:pt x="2908" y="1724"/>
                    <a:pt x="2808" y="1599"/>
                  </a:cubicBezTo>
                  <a:cubicBezTo>
                    <a:pt x="2808" y="1498"/>
                    <a:pt x="2908" y="1398"/>
                    <a:pt x="3008" y="1298"/>
                  </a:cubicBezTo>
                  <a:lnTo>
                    <a:pt x="3008" y="872"/>
                  </a:lnTo>
                  <a:cubicBezTo>
                    <a:pt x="3008" y="671"/>
                    <a:pt x="2908" y="571"/>
                    <a:pt x="2908" y="345"/>
                  </a:cubicBezTo>
                  <a:cubicBezTo>
                    <a:pt x="2808" y="245"/>
                    <a:pt x="2708" y="245"/>
                    <a:pt x="2808" y="45"/>
                  </a:cubicBezTo>
                  <a:cubicBezTo>
                    <a:pt x="2875" y="45"/>
                    <a:pt x="2853" y="0"/>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7"/>
            <p:cNvSpPr/>
            <p:nvPr/>
          </p:nvSpPr>
          <p:spPr>
            <a:xfrm>
              <a:off x="7650250" y="2631675"/>
              <a:ext cx="94000" cy="73750"/>
            </a:xfrm>
            <a:custGeom>
              <a:rect b="b" l="l" r="r" t="t"/>
              <a:pathLst>
                <a:path extrusionOk="0" h="2950" w="3760">
                  <a:moveTo>
                    <a:pt x="3346" y="0"/>
                  </a:moveTo>
                  <a:cubicBezTo>
                    <a:pt x="3225" y="0"/>
                    <a:pt x="3204" y="71"/>
                    <a:pt x="3133" y="142"/>
                  </a:cubicBezTo>
                  <a:lnTo>
                    <a:pt x="3133" y="342"/>
                  </a:lnTo>
                  <a:cubicBezTo>
                    <a:pt x="3033" y="443"/>
                    <a:pt x="3033" y="568"/>
                    <a:pt x="3033" y="769"/>
                  </a:cubicBezTo>
                  <a:cubicBezTo>
                    <a:pt x="2932" y="869"/>
                    <a:pt x="2932" y="869"/>
                    <a:pt x="2932" y="969"/>
                  </a:cubicBezTo>
                  <a:cubicBezTo>
                    <a:pt x="2807" y="1069"/>
                    <a:pt x="2807" y="1195"/>
                    <a:pt x="2707" y="1295"/>
                  </a:cubicBezTo>
                  <a:lnTo>
                    <a:pt x="2707" y="1395"/>
                  </a:lnTo>
                  <a:lnTo>
                    <a:pt x="2180" y="1921"/>
                  </a:lnTo>
                  <a:lnTo>
                    <a:pt x="1980" y="1921"/>
                  </a:lnTo>
                  <a:cubicBezTo>
                    <a:pt x="1980" y="2022"/>
                    <a:pt x="1880" y="2022"/>
                    <a:pt x="1779" y="2022"/>
                  </a:cubicBezTo>
                  <a:cubicBezTo>
                    <a:pt x="1679" y="2122"/>
                    <a:pt x="1679" y="2222"/>
                    <a:pt x="1454" y="2322"/>
                  </a:cubicBezTo>
                  <a:cubicBezTo>
                    <a:pt x="1420" y="2364"/>
                    <a:pt x="1387" y="2378"/>
                    <a:pt x="1353" y="2378"/>
                  </a:cubicBezTo>
                  <a:cubicBezTo>
                    <a:pt x="1287" y="2378"/>
                    <a:pt x="1220" y="2322"/>
                    <a:pt x="1153" y="2322"/>
                  </a:cubicBezTo>
                  <a:lnTo>
                    <a:pt x="927" y="2548"/>
                  </a:lnTo>
                  <a:lnTo>
                    <a:pt x="627" y="2548"/>
                  </a:lnTo>
                  <a:cubicBezTo>
                    <a:pt x="560" y="2548"/>
                    <a:pt x="493" y="2503"/>
                    <a:pt x="419" y="2503"/>
                  </a:cubicBezTo>
                  <a:cubicBezTo>
                    <a:pt x="382" y="2503"/>
                    <a:pt x="343" y="2515"/>
                    <a:pt x="301" y="2548"/>
                  </a:cubicBezTo>
                  <a:lnTo>
                    <a:pt x="100" y="2548"/>
                  </a:lnTo>
                  <a:lnTo>
                    <a:pt x="100" y="2648"/>
                  </a:lnTo>
                  <a:cubicBezTo>
                    <a:pt x="0" y="2749"/>
                    <a:pt x="0" y="2749"/>
                    <a:pt x="100" y="2749"/>
                  </a:cubicBezTo>
                  <a:cubicBezTo>
                    <a:pt x="100" y="2949"/>
                    <a:pt x="201" y="2949"/>
                    <a:pt x="301" y="2949"/>
                  </a:cubicBezTo>
                  <a:lnTo>
                    <a:pt x="1053" y="2949"/>
                  </a:lnTo>
                  <a:cubicBezTo>
                    <a:pt x="1253" y="2849"/>
                    <a:pt x="1353" y="2849"/>
                    <a:pt x="1554" y="2849"/>
                  </a:cubicBezTo>
                  <a:cubicBezTo>
                    <a:pt x="1679" y="2849"/>
                    <a:pt x="1779" y="2749"/>
                    <a:pt x="1880" y="2648"/>
                  </a:cubicBezTo>
                  <a:cubicBezTo>
                    <a:pt x="1980" y="2548"/>
                    <a:pt x="2080" y="2448"/>
                    <a:pt x="2180" y="2448"/>
                  </a:cubicBezTo>
                  <a:cubicBezTo>
                    <a:pt x="2243" y="2385"/>
                    <a:pt x="2300" y="2385"/>
                    <a:pt x="2353" y="2385"/>
                  </a:cubicBezTo>
                  <a:cubicBezTo>
                    <a:pt x="2406" y="2385"/>
                    <a:pt x="2456" y="2385"/>
                    <a:pt x="2506" y="2322"/>
                  </a:cubicBezTo>
                  <a:cubicBezTo>
                    <a:pt x="2506" y="2222"/>
                    <a:pt x="2506" y="2222"/>
                    <a:pt x="2607" y="2122"/>
                  </a:cubicBezTo>
                  <a:lnTo>
                    <a:pt x="2807" y="1921"/>
                  </a:lnTo>
                  <a:lnTo>
                    <a:pt x="2932" y="1821"/>
                  </a:lnTo>
                  <a:cubicBezTo>
                    <a:pt x="3033" y="1696"/>
                    <a:pt x="3133" y="1596"/>
                    <a:pt x="3133" y="1495"/>
                  </a:cubicBezTo>
                  <a:cubicBezTo>
                    <a:pt x="3133" y="1295"/>
                    <a:pt x="3233" y="1295"/>
                    <a:pt x="3333" y="1195"/>
                  </a:cubicBezTo>
                  <a:cubicBezTo>
                    <a:pt x="3434" y="1069"/>
                    <a:pt x="3434" y="969"/>
                    <a:pt x="3559" y="869"/>
                  </a:cubicBezTo>
                  <a:lnTo>
                    <a:pt x="3559" y="443"/>
                  </a:lnTo>
                  <a:cubicBezTo>
                    <a:pt x="3559" y="342"/>
                    <a:pt x="3434" y="242"/>
                    <a:pt x="3659" y="142"/>
                  </a:cubicBezTo>
                  <a:cubicBezTo>
                    <a:pt x="3759" y="142"/>
                    <a:pt x="3659" y="42"/>
                    <a:pt x="3559" y="42"/>
                  </a:cubicBezTo>
                  <a:cubicBezTo>
                    <a:pt x="3463" y="12"/>
                    <a:pt x="3396" y="0"/>
                    <a:pt x="3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7"/>
            <p:cNvSpPr/>
            <p:nvPr/>
          </p:nvSpPr>
          <p:spPr>
            <a:xfrm>
              <a:off x="7509250" y="2563300"/>
              <a:ext cx="26350" cy="87600"/>
            </a:xfrm>
            <a:custGeom>
              <a:rect b="b" l="l" r="r" t="t"/>
              <a:pathLst>
                <a:path extrusionOk="0" h="3504" w="1054">
                  <a:moveTo>
                    <a:pt x="454" y="0"/>
                  </a:moveTo>
                  <a:cubicBezTo>
                    <a:pt x="357" y="0"/>
                    <a:pt x="302" y="45"/>
                    <a:pt x="302" y="45"/>
                  </a:cubicBezTo>
                  <a:cubicBezTo>
                    <a:pt x="201" y="45"/>
                    <a:pt x="201" y="170"/>
                    <a:pt x="201" y="270"/>
                  </a:cubicBezTo>
                  <a:cubicBezTo>
                    <a:pt x="101" y="371"/>
                    <a:pt x="101" y="471"/>
                    <a:pt x="101" y="571"/>
                  </a:cubicBezTo>
                  <a:lnTo>
                    <a:pt x="101" y="897"/>
                  </a:lnTo>
                  <a:cubicBezTo>
                    <a:pt x="101" y="997"/>
                    <a:pt x="1" y="997"/>
                    <a:pt x="1" y="1098"/>
                  </a:cubicBezTo>
                  <a:cubicBezTo>
                    <a:pt x="1" y="1198"/>
                    <a:pt x="101" y="1198"/>
                    <a:pt x="101" y="1198"/>
                  </a:cubicBezTo>
                  <a:cubicBezTo>
                    <a:pt x="1" y="1423"/>
                    <a:pt x="1" y="1624"/>
                    <a:pt x="1" y="1824"/>
                  </a:cubicBezTo>
                  <a:lnTo>
                    <a:pt x="1" y="2050"/>
                  </a:lnTo>
                  <a:lnTo>
                    <a:pt x="1" y="2250"/>
                  </a:lnTo>
                  <a:cubicBezTo>
                    <a:pt x="1" y="2351"/>
                    <a:pt x="101" y="2451"/>
                    <a:pt x="101" y="2551"/>
                  </a:cubicBezTo>
                  <a:lnTo>
                    <a:pt x="101" y="2877"/>
                  </a:lnTo>
                  <a:cubicBezTo>
                    <a:pt x="101" y="2977"/>
                    <a:pt x="201" y="2977"/>
                    <a:pt x="302" y="3077"/>
                  </a:cubicBezTo>
                  <a:cubicBezTo>
                    <a:pt x="302" y="3178"/>
                    <a:pt x="302" y="3303"/>
                    <a:pt x="427" y="3403"/>
                  </a:cubicBezTo>
                  <a:cubicBezTo>
                    <a:pt x="527" y="3403"/>
                    <a:pt x="527" y="3504"/>
                    <a:pt x="728" y="3504"/>
                  </a:cubicBezTo>
                  <a:lnTo>
                    <a:pt x="928" y="3504"/>
                  </a:lnTo>
                  <a:cubicBezTo>
                    <a:pt x="1054" y="3504"/>
                    <a:pt x="1054" y="3504"/>
                    <a:pt x="1054" y="3403"/>
                  </a:cubicBezTo>
                  <a:lnTo>
                    <a:pt x="928" y="3303"/>
                  </a:lnTo>
                  <a:cubicBezTo>
                    <a:pt x="928" y="3077"/>
                    <a:pt x="928" y="3077"/>
                    <a:pt x="828" y="3077"/>
                  </a:cubicBezTo>
                  <a:lnTo>
                    <a:pt x="728" y="3077"/>
                  </a:lnTo>
                  <a:cubicBezTo>
                    <a:pt x="728" y="2977"/>
                    <a:pt x="728" y="2877"/>
                    <a:pt x="627" y="2877"/>
                  </a:cubicBezTo>
                  <a:cubicBezTo>
                    <a:pt x="627" y="2777"/>
                    <a:pt x="527" y="2676"/>
                    <a:pt x="627" y="2551"/>
                  </a:cubicBezTo>
                  <a:cubicBezTo>
                    <a:pt x="728" y="2351"/>
                    <a:pt x="427" y="2250"/>
                    <a:pt x="427" y="2050"/>
                  </a:cubicBezTo>
                  <a:cubicBezTo>
                    <a:pt x="527" y="1925"/>
                    <a:pt x="627" y="1925"/>
                    <a:pt x="527" y="1824"/>
                  </a:cubicBezTo>
                  <a:lnTo>
                    <a:pt x="527" y="1724"/>
                  </a:lnTo>
                  <a:lnTo>
                    <a:pt x="527" y="1524"/>
                  </a:lnTo>
                  <a:lnTo>
                    <a:pt x="527" y="1423"/>
                  </a:lnTo>
                  <a:cubicBezTo>
                    <a:pt x="527" y="1298"/>
                    <a:pt x="527" y="1198"/>
                    <a:pt x="427" y="1098"/>
                  </a:cubicBezTo>
                  <a:cubicBezTo>
                    <a:pt x="427" y="1098"/>
                    <a:pt x="527" y="997"/>
                    <a:pt x="527" y="897"/>
                  </a:cubicBezTo>
                  <a:cubicBezTo>
                    <a:pt x="627" y="897"/>
                    <a:pt x="627" y="797"/>
                    <a:pt x="627" y="671"/>
                  </a:cubicBezTo>
                  <a:lnTo>
                    <a:pt x="627" y="371"/>
                  </a:lnTo>
                  <a:cubicBezTo>
                    <a:pt x="627" y="371"/>
                    <a:pt x="527" y="270"/>
                    <a:pt x="728" y="170"/>
                  </a:cubicBezTo>
                  <a:cubicBezTo>
                    <a:pt x="828" y="170"/>
                    <a:pt x="728" y="170"/>
                    <a:pt x="627" y="45"/>
                  </a:cubicBezTo>
                  <a:cubicBezTo>
                    <a:pt x="561" y="11"/>
                    <a:pt x="502" y="0"/>
                    <a:pt x="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7"/>
            <p:cNvSpPr/>
            <p:nvPr/>
          </p:nvSpPr>
          <p:spPr>
            <a:xfrm>
              <a:off x="7566900" y="2548750"/>
              <a:ext cx="49525" cy="104650"/>
            </a:xfrm>
            <a:custGeom>
              <a:rect b="b" l="l" r="r" t="t"/>
              <a:pathLst>
                <a:path extrusionOk="0" h="4186" w="1981">
                  <a:moveTo>
                    <a:pt x="1354" y="0"/>
                  </a:moveTo>
                  <a:cubicBezTo>
                    <a:pt x="1028" y="126"/>
                    <a:pt x="1028" y="226"/>
                    <a:pt x="1028" y="326"/>
                  </a:cubicBezTo>
                  <a:cubicBezTo>
                    <a:pt x="1028" y="326"/>
                    <a:pt x="1128" y="426"/>
                    <a:pt x="1128" y="527"/>
                  </a:cubicBezTo>
                  <a:cubicBezTo>
                    <a:pt x="1254" y="627"/>
                    <a:pt x="1254" y="752"/>
                    <a:pt x="1354" y="953"/>
                  </a:cubicBezTo>
                  <a:lnTo>
                    <a:pt x="1354" y="1153"/>
                  </a:lnTo>
                  <a:cubicBezTo>
                    <a:pt x="1454" y="1253"/>
                    <a:pt x="1454" y="1379"/>
                    <a:pt x="1454" y="1479"/>
                  </a:cubicBezTo>
                  <a:lnTo>
                    <a:pt x="1454" y="1680"/>
                  </a:lnTo>
                  <a:cubicBezTo>
                    <a:pt x="1454" y="1880"/>
                    <a:pt x="1454" y="2106"/>
                    <a:pt x="1354" y="2406"/>
                  </a:cubicBezTo>
                  <a:lnTo>
                    <a:pt x="1354" y="2507"/>
                  </a:lnTo>
                  <a:lnTo>
                    <a:pt x="1128" y="2732"/>
                  </a:lnTo>
                  <a:lnTo>
                    <a:pt x="1128" y="3133"/>
                  </a:lnTo>
                  <a:cubicBezTo>
                    <a:pt x="1028" y="3258"/>
                    <a:pt x="928" y="3258"/>
                    <a:pt x="828" y="3359"/>
                  </a:cubicBezTo>
                  <a:cubicBezTo>
                    <a:pt x="828" y="3359"/>
                    <a:pt x="828" y="3459"/>
                    <a:pt x="727" y="3559"/>
                  </a:cubicBezTo>
                  <a:cubicBezTo>
                    <a:pt x="627" y="3559"/>
                    <a:pt x="502" y="3559"/>
                    <a:pt x="402" y="3659"/>
                  </a:cubicBezTo>
                  <a:cubicBezTo>
                    <a:pt x="402" y="3710"/>
                    <a:pt x="377" y="3710"/>
                    <a:pt x="339" y="3710"/>
                  </a:cubicBezTo>
                  <a:cubicBezTo>
                    <a:pt x="301" y="3710"/>
                    <a:pt x="251" y="3710"/>
                    <a:pt x="201" y="3760"/>
                  </a:cubicBezTo>
                  <a:lnTo>
                    <a:pt x="1" y="3760"/>
                  </a:lnTo>
                  <a:lnTo>
                    <a:pt x="1" y="3885"/>
                  </a:lnTo>
                  <a:lnTo>
                    <a:pt x="1" y="4086"/>
                  </a:lnTo>
                  <a:cubicBezTo>
                    <a:pt x="101" y="4186"/>
                    <a:pt x="201" y="4186"/>
                    <a:pt x="301" y="4186"/>
                  </a:cubicBezTo>
                  <a:cubicBezTo>
                    <a:pt x="402" y="4086"/>
                    <a:pt x="502" y="4086"/>
                    <a:pt x="627" y="4086"/>
                  </a:cubicBezTo>
                  <a:cubicBezTo>
                    <a:pt x="727" y="3985"/>
                    <a:pt x="928" y="3985"/>
                    <a:pt x="1028" y="3885"/>
                  </a:cubicBezTo>
                  <a:cubicBezTo>
                    <a:pt x="1128" y="3659"/>
                    <a:pt x="1254" y="3559"/>
                    <a:pt x="1454" y="3459"/>
                  </a:cubicBezTo>
                  <a:cubicBezTo>
                    <a:pt x="1655" y="3359"/>
                    <a:pt x="1555" y="2933"/>
                    <a:pt x="1755" y="2732"/>
                  </a:cubicBezTo>
                  <a:cubicBezTo>
                    <a:pt x="1755" y="2632"/>
                    <a:pt x="1880" y="2632"/>
                    <a:pt x="1880" y="2507"/>
                  </a:cubicBezTo>
                  <a:lnTo>
                    <a:pt x="1880" y="2306"/>
                  </a:lnTo>
                  <a:cubicBezTo>
                    <a:pt x="1880" y="2206"/>
                    <a:pt x="1880" y="2106"/>
                    <a:pt x="1981" y="2005"/>
                  </a:cubicBezTo>
                  <a:lnTo>
                    <a:pt x="1981" y="1780"/>
                  </a:lnTo>
                  <a:cubicBezTo>
                    <a:pt x="1981" y="1680"/>
                    <a:pt x="1880" y="1579"/>
                    <a:pt x="1880" y="1479"/>
                  </a:cubicBezTo>
                  <a:cubicBezTo>
                    <a:pt x="1755" y="1379"/>
                    <a:pt x="1880" y="1253"/>
                    <a:pt x="1880" y="1053"/>
                  </a:cubicBezTo>
                  <a:cubicBezTo>
                    <a:pt x="1880" y="953"/>
                    <a:pt x="1880" y="852"/>
                    <a:pt x="1755" y="752"/>
                  </a:cubicBezTo>
                  <a:cubicBezTo>
                    <a:pt x="1755" y="527"/>
                    <a:pt x="1655" y="426"/>
                    <a:pt x="1655" y="326"/>
                  </a:cubicBezTo>
                  <a:cubicBezTo>
                    <a:pt x="1555" y="226"/>
                    <a:pt x="1354" y="226"/>
                    <a:pt x="1454" y="126"/>
                  </a:cubicBezTo>
                  <a:cubicBezTo>
                    <a:pt x="1555" y="0"/>
                    <a:pt x="1454"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7"/>
            <p:cNvSpPr/>
            <p:nvPr/>
          </p:nvSpPr>
          <p:spPr>
            <a:xfrm>
              <a:off x="7334450" y="4073825"/>
              <a:ext cx="18200" cy="42750"/>
            </a:xfrm>
            <a:custGeom>
              <a:rect b="b" l="l" r="r" t="t"/>
              <a:pathLst>
                <a:path extrusionOk="0" h="1710" w="728">
                  <a:moveTo>
                    <a:pt x="627" y="0"/>
                  </a:moveTo>
                  <a:cubicBezTo>
                    <a:pt x="527" y="0"/>
                    <a:pt x="527" y="0"/>
                    <a:pt x="527" y="100"/>
                  </a:cubicBezTo>
                  <a:cubicBezTo>
                    <a:pt x="401" y="100"/>
                    <a:pt x="301" y="201"/>
                    <a:pt x="301" y="201"/>
                  </a:cubicBezTo>
                  <a:cubicBezTo>
                    <a:pt x="201" y="201"/>
                    <a:pt x="201" y="301"/>
                    <a:pt x="201" y="301"/>
                  </a:cubicBezTo>
                  <a:cubicBezTo>
                    <a:pt x="201" y="401"/>
                    <a:pt x="101" y="401"/>
                    <a:pt x="101" y="526"/>
                  </a:cubicBezTo>
                  <a:lnTo>
                    <a:pt x="101" y="827"/>
                  </a:lnTo>
                  <a:cubicBezTo>
                    <a:pt x="101" y="927"/>
                    <a:pt x="0" y="927"/>
                    <a:pt x="0" y="927"/>
                  </a:cubicBezTo>
                  <a:lnTo>
                    <a:pt x="0" y="1028"/>
                  </a:lnTo>
                  <a:cubicBezTo>
                    <a:pt x="0" y="1153"/>
                    <a:pt x="101" y="1153"/>
                    <a:pt x="101" y="1253"/>
                  </a:cubicBezTo>
                  <a:lnTo>
                    <a:pt x="101" y="1354"/>
                  </a:lnTo>
                  <a:cubicBezTo>
                    <a:pt x="101" y="1454"/>
                    <a:pt x="201" y="1454"/>
                    <a:pt x="201" y="1454"/>
                  </a:cubicBezTo>
                  <a:cubicBezTo>
                    <a:pt x="301" y="1454"/>
                    <a:pt x="201" y="1554"/>
                    <a:pt x="301" y="1654"/>
                  </a:cubicBezTo>
                  <a:cubicBezTo>
                    <a:pt x="368" y="1654"/>
                    <a:pt x="346" y="1710"/>
                    <a:pt x="353" y="1710"/>
                  </a:cubicBezTo>
                  <a:cubicBezTo>
                    <a:pt x="357" y="1710"/>
                    <a:pt x="368" y="1696"/>
                    <a:pt x="401" y="1654"/>
                  </a:cubicBezTo>
                  <a:lnTo>
                    <a:pt x="527" y="1654"/>
                  </a:lnTo>
                  <a:cubicBezTo>
                    <a:pt x="527" y="1654"/>
                    <a:pt x="527" y="1710"/>
                    <a:pt x="556" y="1710"/>
                  </a:cubicBezTo>
                  <a:cubicBezTo>
                    <a:pt x="571" y="1710"/>
                    <a:pt x="594" y="1696"/>
                    <a:pt x="627" y="1654"/>
                  </a:cubicBezTo>
                  <a:lnTo>
                    <a:pt x="627" y="1454"/>
                  </a:lnTo>
                  <a:cubicBezTo>
                    <a:pt x="727" y="1354"/>
                    <a:pt x="727" y="1354"/>
                    <a:pt x="627" y="1354"/>
                  </a:cubicBezTo>
                  <a:lnTo>
                    <a:pt x="627" y="1253"/>
                  </a:lnTo>
                  <a:cubicBezTo>
                    <a:pt x="527" y="1253"/>
                    <a:pt x="527" y="1153"/>
                    <a:pt x="627" y="1153"/>
                  </a:cubicBezTo>
                  <a:cubicBezTo>
                    <a:pt x="627" y="1028"/>
                    <a:pt x="627" y="1028"/>
                    <a:pt x="527" y="1028"/>
                  </a:cubicBezTo>
                  <a:cubicBezTo>
                    <a:pt x="527" y="1028"/>
                    <a:pt x="401" y="1028"/>
                    <a:pt x="401" y="927"/>
                  </a:cubicBezTo>
                  <a:lnTo>
                    <a:pt x="527" y="927"/>
                  </a:lnTo>
                  <a:lnTo>
                    <a:pt x="527" y="827"/>
                  </a:lnTo>
                  <a:lnTo>
                    <a:pt x="527" y="727"/>
                  </a:lnTo>
                  <a:lnTo>
                    <a:pt x="527" y="627"/>
                  </a:lnTo>
                  <a:lnTo>
                    <a:pt x="627" y="627"/>
                  </a:lnTo>
                  <a:cubicBezTo>
                    <a:pt x="727" y="627"/>
                    <a:pt x="727" y="526"/>
                    <a:pt x="727" y="526"/>
                  </a:cubicBezTo>
                  <a:lnTo>
                    <a:pt x="727" y="401"/>
                  </a:lnTo>
                  <a:cubicBezTo>
                    <a:pt x="727" y="100"/>
                    <a:pt x="627" y="100"/>
                    <a:pt x="627" y="0"/>
                  </a:cubicBezTo>
                  <a:close/>
                </a:path>
              </a:pathLst>
            </a:custGeom>
            <a:solidFill>
              <a:srgbClr val="3333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7"/>
            <p:cNvSpPr/>
            <p:nvPr/>
          </p:nvSpPr>
          <p:spPr>
            <a:xfrm>
              <a:off x="7357625" y="4071300"/>
              <a:ext cx="21325" cy="50650"/>
            </a:xfrm>
            <a:custGeom>
              <a:rect b="b" l="l" r="r" t="t"/>
              <a:pathLst>
                <a:path extrusionOk="0" h="2026" w="853">
                  <a:moveTo>
                    <a:pt x="527" y="1"/>
                  </a:moveTo>
                  <a:cubicBezTo>
                    <a:pt x="427" y="1"/>
                    <a:pt x="427" y="101"/>
                    <a:pt x="427" y="101"/>
                  </a:cubicBezTo>
                  <a:lnTo>
                    <a:pt x="226" y="302"/>
                  </a:lnTo>
                  <a:lnTo>
                    <a:pt x="226" y="402"/>
                  </a:lnTo>
                  <a:cubicBezTo>
                    <a:pt x="101" y="502"/>
                    <a:pt x="101" y="502"/>
                    <a:pt x="101" y="627"/>
                  </a:cubicBezTo>
                  <a:lnTo>
                    <a:pt x="101" y="1028"/>
                  </a:lnTo>
                  <a:cubicBezTo>
                    <a:pt x="101" y="1028"/>
                    <a:pt x="1" y="1028"/>
                    <a:pt x="1" y="1129"/>
                  </a:cubicBezTo>
                  <a:lnTo>
                    <a:pt x="1" y="1254"/>
                  </a:lnTo>
                  <a:cubicBezTo>
                    <a:pt x="1" y="1354"/>
                    <a:pt x="101" y="1354"/>
                    <a:pt x="101" y="1455"/>
                  </a:cubicBezTo>
                  <a:lnTo>
                    <a:pt x="101" y="1555"/>
                  </a:lnTo>
                  <a:cubicBezTo>
                    <a:pt x="101" y="1655"/>
                    <a:pt x="226" y="1655"/>
                    <a:pt x="226" y="1655"/>
                  </a:cubicBezTo>
                  <a:cubicBezTo>
                    <a:pt x="226" y="1755"/>
                    <a:pt x="226" y="1881"/>
                    <a:pt x="326" y="1881"/>
                  </a:cubicBezTo>
                  <a:lnTo>
                    <a:pt x="326" y="1981"/>
                  </a:lnTo>
                  <a:lnTo>
                    <a:pt x="427" y="1981"/>
                  </a:lnTo>
                  <a:cubicBezTo>
                    <a:pt x="427" y="1981"/>
                    <a:pt x="427" y="2025"/>
                    <a:pt x="456" y="2025"/>
                  </a:cubicBezTo>
                  <a:cubicBezTo>
                    <a:pt x="471" y="2025"/>
                    <a:pt x="494" y="2014"/>
                    <a:pt x="527" y="1981"/>
                  </a:cubicBezTo>
                  <a:cubicBezTo>
                    <a:pt x="627" y="1981"/>
                    <a:pt x="627" y="1881"/>
                    <a:pt x="627" y="1881"/>
                  </a:cubicBezTo>
                  <a:cubicBezTo>
                    <a:pt x="728" y="1755"/>
                    <a:pt x="728" y="1755"/>
                    <a:pt x="728" y="1655"/>
                  </a:cubicBezTo>
                  <a:lnTo>
                    <a:pt x="627" y="1655"/>
                  </a:lnTo>
                  <a:lnTo>
                    <a:pt x="627" y="1455"/>
                  </a:lnTo>
                  <a:cubicBezTo>
                    <a:pt x="527" y="1455"/>
                    <a:pt x="527" y="1455"/>
                    <a:pt x="627" y="1354"/>
                  </a:cubicBezTo>
                  <a:cubicBezTo>
                    <a:pt x="728" y="1254"/>
                    <a:pt x="427" y="1254"/>
                    <a:pt x="527" y="1129"/>
                  </a:cubicBezTo>
                  <a:lnTo>
                    <a:pt x="627" y="1028"/>
                  </a:lnTo>
                  <a:lnTo>
                    <a:pt x="527" y="1028"/>
                  </a:lnTo>
                  <a:lnTo>
                    <a:pt x="527" y="928"/>
                  </a:lnTo>
                  <a:cubicBezTo>
                    <a:pt x="527" y="928"/>
                    <a:pt x="627" y="828"/>
                    <a:pt x="527" y="828"/>
                  </a:cubicBezTo>
                  <a:lnTo>
                    <a:pt x="527" y="728"/>
                  </a:lnTo>
                  <a:cubicBezTo>
                    <a:pt x="527" y="678"/>
                    <a:pt x="552" y="678"/>
                    <a:pt x="577" y="678"/>
                  </a:cubicBezTo>
                  <a:cubicBezTo>
                    <a:pt x="602" y="678"/>
                    <a:pt x="627" y="678"/>
                    <a:pt x="627" y="627"/>
                  </a:cubicBezTo>
                  <a:lnTo>
                    <a:pt x="728" y="627"/>
                  </a:lnTo>
                  <a:lnTo>
                    <a:pt x="728" y="402"/>
                  </a:lnTo>
                  <a:cubicBezTo>
                    <a:pt x="728" y="402"/>
                    <a:pt x="683" y="357"/>
                    <a:pt x="720" y="357"/>
                  </a:cubicBezTo>
                  <a:cubicBezTo>
                    <a:pt x="739" y="357"/>
                    <a:pt x="778" y="368"/>
                    <a:pt x="853" y="402"/>
                  </a:cubicBezTo>
                  <a:lnTo>
                    <a:pt x="728" y="302"/>
                  </a:lnTo>
                  <a:cubicBezTo>
                    <a:pt x="627" y="101"/>
                    <a:pt x="527" y="1"/>
                    <a:pt x="527" y="1"/>
                  </a:cubicBezTo>
                  <a:close/>
                </a:path>
              </a:pathLst>
            </a:custGeom>
            <a:solidFill>
              <a:srgbClr val="3333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7"/>
            <p:cNvSpPr/>
            <p:nvPr/>
          </p:nvSpPr>
          <p:spPr>
            <a:xfrm>
              <a:off x="7791225" y="4076325"/>
              <a:ext cx="23200" cy="55400"/>
            </a:xfrm>
            <a:custGeom>
              <a:rect b="b" l="l" r="r" t="t"/>
              <a:pathLst>
                <a:path extrusionOk="0" h="2216" w="928">
                  <a:moveTo>
                    <a:pt x="526" y="0"/>
                  </a:moveTo>
                  <a:cubicBezTo>
                    <a:pt x="201" y="201"/>
                    <a:pt x="201" y="301"/>
                    <a:pt x="201" y="301"/>
                  </a:cubicBezTo>
                  <a:lnTo>
                    <a:pt x="201" y="426"/>
                  </a:lnTo>
                  <a:lnTo>
                    <a:pt x="301" y="527"/>
                  </a:lnTo>
                  <a:lnTo>
                    <a:pt x="301" y="627"/>
                  </a:lnTo>
                  <a:cubicBezTo>
                    <a:pt x="426" y="627"/>
                    <a:pt x="426" y="727"/>
                    <a:pt x="426" y="727"/>
                  </a:cubicBezTo>
                  <a:lnTo>
                    <a:pt x="426" y="827"/>
                  </a:lnTo>
                  <a:lnTo>
                    <a:pt x="426" y="1153"/>
                  </a:lnTo>
                  <a:cubicBezTo>
                    <a:pt x="301" y="1153"/>
                    <a:pt x="301" y="1254"/>
                    <a:pt x="301" y="1254"/>
                  </a:cubicBezTo>
                  <a:cubicBezTo>
                    <a:pt x="301" y="1254"/>
                    <a:pt x="426" y="1354"/>
                    <a:pt x="301" y="1454"/>
                  </a:cubicBezTo>
                  <a:cubicBezTo>
                    <a:pt x="301" y="1454"/>
                    <a:pt x="201" y="1454"/>
                    <a:pt x="201" y="1554"/>
                  </a:cubicBezTo>
                  <a:lnTo>
                    <a:pt x="201" y="1680"/>
                  </a:lnTo>
                  <a:cubicBezTo>
                    <a:pt x="201" y="1680"/>
                    <a:pt x="100" y="1680"/>
                    <a:pt x="100" y="1780"/>
                  </a:cubicBezTo>
                  <a:lnTo>
                    <a:pt x="0" y="1780"/>
                  </a:lnTo>
                  <a:lnTo>
                    <a:pt x="0" y="1880"/>
                  </a:lnTo>
                  <a:lnTo>
                    <a:pt x="0" y="1980"/>
                  </a:lnTo>
                  <a:lnTo>
                    <a:pt x="100" y="2081"/>
                  </a:lnTo>
                  <a:cubicBezTo>
                    <a:pt x="148" y="2187"/>
                    <a:pt x="195" y="2216"/>
                    <a:pt x="232" y="2216"/>
                  </a:cubicBezTo>
                  <a:cubicBezTo>
                    <a:pt x="273" y="2216"/>
                    <a:pt x="301" y="2181"/>
                    <a:pt x="301" y="2181"/>
                  </a:cubicBezTo>
                  <a:cubicBezTo>
                    <a:pt x="301" y="2081"/>
                    <a:pt x="426" y="2081"/>
                    <a:pt x="426" y="2081"/>
                  </a:cubicBezTo>
                  <a:cubicBezTo>
                    <a:pt x="526" y="1980"/>
                    <a:pt x="627" y="1980"/>
                    <a:pt x="627" y="1880"/>
                  </a:cubicBezTo>
                  <a:cubicBezTo>
                    <a:pt x="627" y="1780"/>
                    <a:pt x="627" y="1780"/>
                    <a:pt x="727" y="1680"/>
                  </a:cubicBezTo>
                  <a:cubicBezTo>
                    <a:pt x="927" y="1680"/>
                    <a:pt x="727" y="1354"/>
                    <a:pt x="827" y="1254"/>
                  </a:cubicBezTo>
                  <a:cubicBezTo>
                    <a:pt x="827" y="1254"/>
                    <a:pt x="927" y="1254"/>
                    <a:pt x="927" y="1153"/>
                  </a:cubicBezTo>
                  <a:cubicBezTo>
                    <a:pt x="827" y="1053"/>
                    <a:pt x="927" y="1053"/>
                    <a:pt x="927" y="928"/>
                  </a:cubicBezTo>
                  <a:lnTo>
                    <a:pt x="927" y="827"/>
                  </a:lnTo>
                  <a:cubicBezTo>
                    <a:pt x="827" y="727"/>
                    <a:pt x="827" y="727"/>
                    <a:pt x="827" y="627"/>
                  </a:cubicBezTo>
                  <a:cubicBezTo>
                    <a:pt x="727" y="627"/>
                    <a:pt x="827" y="527"/>
                    <a:pt x="827" y="527"/>
                  </a:cubicBezTo>
                  <a:lnTo>
                    <a:pt x="827" y="301"/>
                  </a:lnTo>
                  <a:cubicBezTo>
                    <a:pt x="727" y="201"/>
                    <a:pt x="727" y="201"/>
                    <a:pt x="627" y="101"/>
                  </a:cubicBezTo>
                  <a:cubicBezTo>
                    <a:pt x="627" y="101"/>
                    <a:pt x="526" y="101"/>
                    <a:pt x="627" y="0"/>
                  </a:cubicBezTo>
                  <a:close/>
                </a:path>
              </a:pathLst>
            </a:custGeom>
            <a:solidFill>
              <a:srgbClr val="3333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7"/>
            <p:cNvSpPr/>
            <p:nvPr/>
          </p:nvSpPr>
          <p:spPr>
            <a:xfrm>
              <a:off x="7825050" y="4076950"/>
              <a:ext cx="26350" cy="47500"/>
            </a:xfrm>
            <a:custGeom>
              <a:rect b="b" l="l" r="r" t="t"/>
              <a:pathLst>
                <a:path extrusionOk="0" h="1900" w="1054">
                  <a:moveTo>
                    <a:pt x="348" y="0"/>
                  </a:moveTo>
                  <a:cubicBezTo>
                    <a:pt x="320" y="0"/>
                    <a:pt x="264" y="26"/>
                    <a:pt x="201" y="76"/>
                  </a:cubicBezTo>
                  <a:cubicBezTo>
                    <a:pt x="101" y="276"/>
                    <a:pt x="101" y="401"/>
                    <a:pt x="101" y="401"/>
                  </a:cubicBezTo>
                  <a:cubicBezTo>
                    <a:pt x="1" y="502"/>
                    <a:pt x="101" y="502"/>
                    <a:pt x="101" y="502"/>
                  </a:cubicBezTo>
                  <a:cubicBezTo>
                    <a:pt x="101" y="502"/>
                    <a:pt x="201" y="502"/>
                    <a:pt x="201" y="602"/>
                  </a:cubicBezTo>
                  <a:cubicBezTo>
                    <a:pt x="326" y="602"/>
                    <a:pt x="326" y="702"/>
                    <a:pt x="326" y="702"/>
                  </a:cubicBezTo>
                  <a:cubicBezTo>
                    <a:pt x="427" y="802"/>
                    <a:pt x="427" y="903"/>
                    <a:pt x="427" y="903"/>
                  </a:cubicBezTo>
                  <a:lnTo>
                    <a:pt x="427" y="1028"/>
                  </a:lnTo>
                  <a:lnTo>
                    <a:pt x="326" y="1128"/>
                  </a:lnTo>
                  <a:cubicBezTo>
                    <a:pt x="427" y="1128"/>
                    <a:pt x="527" y="1229"/>
                    <a:pt x="527" y="1229"/>
                  </a:cubicBezTo>
                  <a:lnTo>
                    <a:pt x="427" y="1329"/>
                  </a:lnTo>
                  <a:cubicBezTo>
                    <a:pt x="326" y="1329"/>
                    <a:pt x="427" y="1429"/>
                    <a:pt x="427" y="1429"/>
                  </a:cubicBezTo>
                  <a:cubicBezTo>
                    <a:pt x="427" y="1429"/>
                    <a:pt x="326" y="1429"/>
                    <a:pt x="427" y="1529"/>
                  </a:cubicBezTo>
                  <a:lnTo>
                    <a:pt x="326" y="1529"/>
                  </a:lnTo>
                  <a:lnTo>
                    <a:pt x="326" y="1655"/>
                  </a:lnTo>
                  <a:lnTo>
                    <a:pt x="427" y="1755"/>
                  </a:lnTo>
                  <a:lnTo>
                    <a:pt x="527" y="1855"/>
                  </a:lnTo>
                  <a:cubicBezTo>
                    <a:pt x="594" y="1889"/>
                    <a:pt x="638" y="1900"/>
                    <a:pt x="668" y="1900"/>
                  </a:cubicBezTo>
                  <a:cubicBezTo>
                    <a:pt x="727" y="1900"/>
                    <a:pt x="727" y="1855"/>
                    <a:pt x="727" y="1855"/>
                  </a:cubicBezTo>
                  <a:lnTo>
                    <a:pt x="727" y="1655"/>
                  </a:lnTo>
                  <a:cubicBezTo>
                    <a:pt x="727" y="1655"/>
                    <a:pt x="828" y="1655"/>
                    <a:pt x="828" y="1529"/>
                  </a:cubicBezTo>
                  <a:cubicBezTo>
                    <a:pt x="828" y="1429"/>
                    <a:pt x="828" y="1429"/>
                    <a:pt x="953" y="1329"/>
                  </a:cubicBezTo>
                  <a:cubicBezTo>
                    <a:pt x="1053" y="1229"/>
                    <a:pt x="727" y="1128"/>
                    <a:pt x="828" y="1028"/>
                  </a:cubicBezTo>
                  <a:cubicBezTo>
                    <a:pt x="828" y="903"/>
                    <a:pt x="953" y="903"/>
                    <a:pt x="953" y="903"/>
                  </a:cubicBezTo>
                  <a:lnTo>
                    <a:pt x="953" y="802"/>
                  </a:lnTo>
                  <a:cubicBezTo>
                    <a:pt x="828" y="802"/>
                    <a:pt x="828" y="702"/>
                    <a:pt x="828" y="702"/>
                  </a:cubicBezTo>
                  <a:lnTo>
                    <a:pt x="828" y="602"/>
                  </a:lnTo>
                  <a:cubicBezTo>
                    <a:pt x="828" y="602"/>
                    <a:pt x="727" y="502"/>
                    <a:pt x="627" y="502"/>
                  </a:cubicBezTo>
                  <a:cubicBezTo>
                    <a:pt x="627" y="502"/>
                    <a:pt x="727" y="401"/>
                    <a:pt x="627" y="401"/>
                  </a:cubicBezTo>
                  <a:lnTo>
                    <a:pt x="627" y="176"/>
                  </a:lnTo>
                  <a:cubicBezTo>
                    <a:pt x="527" y="176"/>
                    <a:pt x="527" y="176"/>
                    <a:pt x="427" y="76"/>
                  </a:cubicBezTo>
                  <a:cubicBezTo>
                    <a:pt x="427" y="76"/>
                    <a:pt x="382" y="120"/>
                    <a:pt x="352" y="120"/>
                  </a:cubicBezTo>
                  <a:cubicBezTo>
                    <a:pt x="337" y="120"/>
                    <a:pt x="326" y="109"/>
                    <a:pt x="326" y="76"/>
                  </a:cubicBezTo>
                  <a:cubicBezTo>
                    <a:pt x="376" y="26"/>
                    <a:pt x="376" y="0"/>
                    <a:pt x="348" y="0"/>
                  </a:cubicBezTo>
                  <a:close/>
                </a:path>
              </a:pathLst>
            </a:custGeom>
            <a:solidFill>
              <a:srgbClr val="3333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7"/>
            <p:cNvSpPr/>
            <p:nvPr/>
          </p:nvSpPr>
          <p:spPr>
            <a:xfrm>
              <a:off x="8133325" y="2697875"/>
              <a:ext cx="25" cy="25"/>
            </a:xfrm>
            <a:custGeom>
              <a:rect b="b" l="l" r="r" t="t"/>
              <a:pathLst>
                <a:path extrusionOk="0" fill="none" h="1" w="1">
                  <a:moveTo>
                    <a:pt x="0" y="0"/>
                  </a:moveTo>
                  <a:lnTo>
                    <a:pt x="0" y="0"/>
                  </a:lnTo>
                  <a:close/>
                </a:path>
              </a:pathLst>
            </a:custGeom>
            <a:noFill/>
            <a:ln cap="flat" cmpd="sng" w="13150">
              <a:solidFill>
                <a:srgbClr val="DBD3F4"/>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3" name="Google Shape;2633;p67"/>
            <p:cNvGrpSpPr/>
            <p:nvPr/>
          </p:nvGrpSpPr>
          <p:grpSpPr>
            <a:xfrm>
              <a:off x="6788700" y="2366425"/>
              <a:ext cx="461800" cy="238175"/>
              <a:chOff x="6788700" y="2366425"/>
              <a:chExt cx="461800" cy="238175"/>
            </a:xfrm>
          </p:grpSpPr>
          <p:sp>
            <p:nvSpPr>
              <p:cNvPr id="2634" name="Google Shape;2634;p67"/>
              <p:cNvSpPr/>
              <p:nvPr/>
            </p:nvSpPr>
            <p:spPr>
              <a:xfrm>
                <a:off x="6788700" y="2441275"/>
                <a:ext cx="57675" cy="163325"/>
              </a:xfrm>
              <a:custGeom>
                <a:rect b="b" l="l" r="r" t="t"/>
                <a:pathLst>
                  <a:path extrusionOk="0" h="6533" w="2307">
                    <a:moveTo>
                      <a:pt x="611" y="1"/>
                    </a:moveTo>
                    <a:cubicBezTo>
                      <a:pt x="573" y="1"/>
                      <a:pt x="514" y="11"/>
                      <a:pt x="427" y="39"/>
                    </a:cubicBezTo>
                    <a:lnTo>
                      <a:pt x="1" y="39"/>
                    </a:lnTo>
                    <a:cubicBezTo>
                      <a:pt x="1" y="139"/>
                      <a:pt x="101" y="139"/>
                      <a:pt x="101" y="139"/>
                    </a:cubicBezTo>
                    <a:cubicBezTo>
                      <a:pt x="101" y="239"/>
                      <a:pt x="1" y="339"/>
                      <a:pt x="1" y="339"/>
                    </a:cubicBezTo>
                    <a:cubicBezTo>
                      <a:pt x="1" y="339"/>
                      <a:pt x="101" y="339"/>
                      <a:pt x="1" y="440"/>
                    </a:cubicBezTo>
                    <a:lnTo>
                      <a:pt x="101" y="540"/>
                    </a:lnTo>
                    <a:cubicBezTo>
                      <a:pt x="201" y="540"/>
                      <a:pt x="201" y="540"/>
                      <a:pt x="101" y="665"/>
                    </a:cubicBezTo>
                    <a:cubicBezTo>
                      <a:pt x="1" y="665"/>
                      <a:pt x="101" y="765"/>
                      <a:pt x="101" y="765"/>
                    </a:cubicBezTo>
                    <a:lnTo>
                      <a:pt x="101" y="966"/>
                    </a:lnTo>
                    <a:cubicBezTo>
                      <a:pt x="101" y="966"/>
                      <a:pt x="201" y="1066"/>
                      <a:pt x="101" y="1066"/>
                    </a:cubicBezTo>
                    <a:lnTo>
                      <a:pt x="101" y="1292"/>
                    </a:lnTo>
                    <a:cubicBezTo>
                      <a:pt x="101" y="1392"/>
                      <a:pt x="201" y="1392"/>
                      <a:pt x="101" y="1492"/>
                    </a:cubicBezTo>
                    <a:cubicBezTo>
                      <a:pt x="101" y="1593"/>
                      <a:pt x="201" y="1593"/>
                      <a:pt x="201" y="1593"/>
                    </a:cubicBezTo>
                    <a:cubicBezTo>
                      <a:pt x="101" y="1693"/>
                      <a:pt x="201" y="1693"/>
                      <a:pt x="201" y="1793"/>
                    </a:cubicBezTo>
                    <a:cubicBezTo>
                      <a:pt x="301" y="1918"/>
                      <a:pt x="301" y="2019"/>
                      <a:pt x="301" y="2119"/>
                    </a:cubicBezTo>
                    <a:cubicBezTo>
                      <a:pt x="201" y="2319"/>
                      <a:pt x="301" y="2420"/>
                      <a:pt x="427" y="2545"/>
                    </a:cubicBezTo>
                    <a:lnTo>
                      <a:pt x="427" y="2745"/>
                    </a:lnTo>
                    <a:cubicBezTo>
                      <a:pt x="427" y="2846"/>
                      <a:pt x="627" y="2846"/>
                      <a:pt x="527" y="2946"/>
                    </a:cubicBezTo>
                    <a:cubicBezTo>
                      <a:pt x="427" y="2946"/>
                      <a:pt x="527" y="3046"/>
                      <a:pt x="527" y="3046"/>
                    </a:cubicBezTo>
                    <a:lnTo>
                      <a:pt x="627" y="3272"/>
                    </a:lnTo>
                    <a:lnTo>
                      <a:pt x="627" y="3573"/>
                    </a:lnTo>
                    <a:cubicBezTo>
                      <a:pt x="627" y="3573"/>
                      <a:pt x="727" y="3573"/>
                      <a:pt x="727" y="3673"/>
                    </a:cubicBezTo>
                    <a:cubicBezTo>
                      <a:pt x="627" y="3673"/>
                      <a:pt x="727" y="3798"/>
                      <a:pt x="727" y="3798"/>
                    </a:cubicBezTo>
                    <a:lnTo>
                      <a:pt x="627" y="3999"/>
                    </a:lnTo>
                    <a:cubicBezTo>
                      <a:pt x="627" y="4099"/>
                      <a:pt x="727" y="4199"/>
                      <a:pt x="828" y="4299"/>
                    </a:cubicBezTo>
                    <a:cubicBezTo>
                      <a:pt x="928" y="4299"/>
                      <a:pt x="928" y="4425"/>
                      <a:pt x="928" y="4625"/>
                    </a:cubicBezTo>
                    <a:cubicBezTo>
                      <a:pt x="928" y="4625"/>
                      <a:pt x="828" y="4725"/>
                      <a:pt x="928" y="4725"/>
                    </a:cubicBezTo>
                    <a:cubicBezTo>
                      <a:pt x="1053" y="4826"/>
                      <a:pt x="1053" y="4926"/>
                      <a:pt x="1053" y="4926"/>
                    </a:cubicBezTo>
                    <a:cubicBezTo>
                      <a:pt x="1154" y="5151"/>
                      <a:pt x="1254" y="5151"/>
                      <a:pt x="1254" y="5252"/>
                    </a:cubicBezTo>
                    <a:lnTo>
                      <a:pt x="1254" y="5452"/>
                    </a:lnTo>
                    <a:cubicBezTo>
                      <a:pt x="1354" y="5678"/>
                      <a:pt x="1254" y="5678"/>
                      <a:pt x="1354" y="5778"/>
                    </a:cubicBezTo>
                    <a:cubicBezTo>
                      <a:pt x="1354" y="5878"/>
                      <a:pt x="1454" y="6079"/>
                      <a:pt x="1555" y="6179"/>
                    </a:cubicBezTo>
                    <a:lnTo>
                      <a:pt x="1454" y="6304"/>
                    </a:lnTo>
                    <a:cubicBezTo>
                      <a:pt x="1555" y="6304"/>
                      <a:pt x="1555" y="6304"/>
                      <a:pt x="1555" y="6405"/>
                    </a:cubicBezTo>
                    <a:cubicBezTo>
                      <a:pt x="1555" y="6405"/>
                      <a:pt x="1426" y="6533"/>
                      <a:pt x="1542" y="6533"/>
                    </a:cubicBezTo>
                    <a:cubicBezTo>
                      <a:pt x="1571" y="6533"/>
                      <a:pt x="1615" y="6525"/>
                      <a:pt x="1680" y="6505"/>
                    </a:cubicBezTo>
                    <a:lnTo>
                      <a:pt x="1780" y="6505"/>
                    </a:lnTo>
                    <a:cubicBezTo>
                      <a:pt x="1981" y="6405"/>
                      <a:pt x="2181" y="6304"/>
                      <a:pt x="2181" y="6304"/>
                    </a:cubicBezTo>
                    <a:cubicBezTo>
                      <a:pt x="2306" y="6179"/>
                      <a:pt x="2181" y="6179"/>
                      <a:pt x="2181" y="6179"/>
                    </a:cubicBezTo>
                    <a:lnTo>
                      <a:pt x="2181" y="5778"/>
                    </a:lnTo>
                    <a:cubicBezTo>
                      <a:pt x="2181" y="5678"/>
                      <a:pt x="2081" y="5678"/>
                      <a:pt x="2081" y="5552"/>
                    </a:cubicBezTo>
                    <a:cubicBezTo>
                      <a:pt x="1981" y="5452"/>
                      <a:pt x="1981" y="5352"/>
                      <a:pt x="1981" y="5252"/>
                    </a:cubicBezTo>
                    <a:lnTo>
                      <a:pt x="1880" y="5151"/>
                    </a:lnTo>
                    <a:cubicBezTo>
                      <a:pt x="1880" y="5051"/>
                      <a:pt x="1880" y="5051"/>
                      <a:pt x="1780" y="4926"/>
                    </a:cubicBezTo>
                    <a:cubicBezTo>
                      <a:pt x="1780" y="4826"/>
                      <a:pt x="1680" y="4826"/>
                      <a:pt x="1680" y="4826"/>
                    </a:cubicBezTo>
                    <a:cubicBezTo>
                      <a:pt x="1780" y="4725"/>
                      <a:pt x="1555" y="4725"/>
                      <a:pt x="1680" y="4625"/>
                    </a:cubicBezTo>
                    <a:cubicBezTo>
                      <a:pt x="1680" y="4625"/>
                      <a:pt x="1555" y="4625"/>
                      <a:pt x="1555" y="4525"/>
                    </a:cubicBezTo>
                    <a:cubicBezTo>
                      <a:pt x="1454" y="4425"/>
                      <a:pt x="1680" y="4299"/>
                      <a:pt x="1454" y="4199"/>
                    </a:cubicBezTo>
                    <a:lnTo>
                      <a:pt x="1454" y="4099"/>
                    </a:lnTo>
                    <a:cubicBezTo>
                      <a:pt x="1454" y="3999"/>
                      <a:pt x="1454" y="3999"/>
                      <a:pt x="1354" y="3999"/>
                    </a:cubicBezTo>
                    <a:cubicBezTo>
                      <a:pt x="1254" y="3999"/>
                      <a:pt x="1254" y="3999"/>
                      <a:pt x="1354" y="3898"/>
                    </a:cubicBezTo>
                    <a:cubicBezTo>
                      <a:pt x="1454" y="3798"/>
                      <a:pt x="1354" y="3673"/>
                      <a:pt x="1354" y="3673"/>
                    </a:cubicBezTo>
                    <a:cubicBezTo>
                      <a:pt x="1354" y="3573"/>
                      <a:pt x="1354" y="3472"/>
                      <a:pt x="1254" y="3472"/>
                    </a:cubicBezTo>
                    <a:cubicBezTo>
                      <a:pt x="1254" y="3372"/>
                      <a:pt x="1454" y="3272"/>
                      <a:pt x="1254" y="3172"/>
                    </a:cubicBezTo>
                    <a:lnTo>
                      <a:pt x="1254" y="3046"/>
                    </a:lnTo>
                    <a:cubicBezTo>
                      <a:pt x="1254" y="2946"/>
                      <a:pt x="1154" y="2946"/>
                      <a:pt x="1254" y="2846"/>
                    </a:cubicBezTo>
                    <a:lnTo>
                      <a:pt x="1154" y="2745"/>
                    </a:lnTo>
                    <a:cubicBezTo>
                      <a:pt x="1053" y="2745"/>
                      <a:pt x="1254" y="2645"/>
                      <a:pt x="1154" y="2545"/>
                    </a:cubicBezTo>
                    <a:lnTo>
                      <a:pt x="1053" y="2545"/>
                    </a:lnTo>
                    <a:cubicBezTo>
                      <a:pt x="928" y="2420"/>
                      <a:pt x="1053" y="2420"/>
                      <a:pt x="1053" y="2319"/>
                    </a:cubicBezTo>
                    <a:lnTo>
                      <a:pt x="1053" y="2219"/>
                    </a:lnTo>
                    <a:lnTo>
                      <a:pt x="1053" y="2019"/>
                    </a:lnTo>
                    <a:cubicBezTo>
                      <a:pt x="1154" y="2019"/>
                      <a:pt x="928" y="1918"/>
                      <a:pt x="928" y="1918"/>
                    </a:cubicBezTo>
                    <a:cubicBezTo>
                      <a:pt x="828" y="1793"/>
                      <a:pt x="928" y="1693"/>
                      <a:pt x="928" y="1693"/>
                    </a:cubicBezTo>
                    <a:lnTo>
                      <a:pt x="928" y="1492"/>
                    </a:lnTo>
                    <a:cubicBezTo>
                      <a:pt x="828" y="1392"/>
                      <a:pt x="828" y="1292"/>
                      <a:pt x="828" y="1166"/>
                    </a:cubicBezTo>
                    <a:cubicBezTo>
                      <a:pt x="828" y="1066"/>
                      <a:pt x="828" y="966"/>
                      <a:pt x="727" y="866"/>
                    </a:cubicBezTo>
                    <a:cubicBezTo>
                      <a:pt x="727" y="765"/>
                      <a:pt x="627" y="765"/>
                      <a:pt x="727" y="665"/>
                    </a:cubicBezTo>
                    <a:cubicBezTo>
                      <a:pt x="727" y="665"/>
                      <a:pt x="828" y="440"/>
                      <a:pt x="727" y="440"/>
                    </a:cubicBezTo>
                    <a:cubicBezTo>
                      <a:pt x="627" y="239"/>
                      <a:pt x="627" y="239"/>
                      <a:pt x="627" y="139"/>
                    </a:cubicBezTo>
                    <a:cubicBezTo>
                      <a:pt x="627" y="139"/>
                      <a:pt x="750" y="1"/>
                      <a:pt x="6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7"/>
              <p:cNvSpPr/>
              <p:nvPr/>
            </p:nvSpPr>
            <p:spPr>
              <a:xfrm>
                <a:off x="6874550" y="2404550"/>
                <a:ext cx="50150" cy="163025"/>
              </a:xfrm>
              <a:custGeom>
                <a:rect b="b" l="l" r="r" t="t"/>
                <a:pathLst>
                  <a:path extrusionOk="0" h="6521" w="2006">
                    <a:moveTo>
                      <a:pt x="612" y="1"/>
                    </a:moveTo>
                    <a:cubicBezTo>
                      <a:pt x="571" y="1"/>
                      <a:pt x="512" y="9"/>
                      <a:pt x="426" y="29"/>
                    </a:cubicBezTo>
                    <a:lnTo>
                      <a:pt x="126" y="29"/>
                    </a:lnTo>
                    <a:lnTo>
                      <a:pt x="126" y="129"/>
                    </a:lnTo>
                    <a:cubicBezTo>
                      <a:pt x="0" y="129"/>
                      <a:pt x="126" y="129"/>
                      <a:pt x="126" y="255"/>
                    </a:cubicBezTo>
                    <a:lnTo>
                      <a:pt x="0" y="355"/>
                    </a:lnTo>
                    <a:lnTo>
                      <a:pt x="126" y="455"/>
                    </a:lnTo>
                    <a:cubicBezTo>
                      <a:pt x="0" y="555"/>
                      <a:pt x="126" y="555"/>
                      <a:pt x="226" y="555"/>
                    </a:cubicBezTo>
                    <a:cubicBezTo>
                      <a:pt x="226" y="555"/>
                      <a:pt x="226" y="656"/>
                      <a:pt x="126" y="656"/>
                    </a:cubicBezTo>
                    <a:cubicBezTo>
                      <a:pt x="0" y="756"/>
                      <a:pt x="226" y="756"/>
                      <a:pt x="226" y="756"/>
                    </a:cubicBezTo>
                    <a:cubicBezTo>
                      <a:pt x="226" y="881"/>
                      <a:pt x="126" y="881"/>
                      <a:pt x="126" y="981"/>
                    </a:cubicBezTo>
                    <a:lnTo>
                      <a:pt x="226" y="1082"/>
                    </a:lnTo>
                    <a:cubicBezTo>
                      <a:pt x="226" y="1182"/>
                      <a:pt x="126" y="1282"/>
                      <a:pt x="126" y="1282"/>
                    </a:cubicBezTo>
                    <a:cubicBezTo>
                      <a:pt x="226" y="1382"/>
                      <a:pt x="326" y="1382"/>
                      <a:pt x="226" y="1508"/>
                    </a:cubicBezTo>
                    <a:cubicBezTo>
                      <a:pt x="226" y="1508"/>
                      <a:pt x="326" y="1608"/>
                      <a:pt x="226" y="1608"/>
                    </a:cubicBezTo>
                    <a:cubicBezTo>
                      <a:pt x="226" y="1708"/>
                      <a:pt x="226" y="1708"/>
                      <a:pt x="326" y="1808"/>
                    </a:cubicBezTo>
                    <a:cubicBezTo>
                      <a:pt x="326" y="1909"/>
                      <a:pt x="426" y="2009"/>
                      <a:pt x="326" y="2134"/>
                    </a:cubicBezTo>
                    <a:cubicBezTo>
                      <a:pt x="326" y="2234"/>
                      <a:pt x="326" y="2435"/>
                      <a:pt x="426" y="2535"/>
                    </a:cubicBezTo>
                    <a:cubicBezTo>
                      <a:pt x="527" y="2535"/>
                      <a:pt x="426" y="2635"/>
                      <a:pt x="527" y="2761"/>
                    </a:cubicBezTo>
                    <a:cubicBezTo>
                      <a:pt x="527" y="2761"/>
                      <a:pt x="752" y="2861"/>
                      <a:pt x="527" y="2961"/>
                    </a:cubicBezTo>
                    <a:cubicBezTo>
                      <a:pt x="426" y="2961"/>
                      <a:pt x="527" y="2961"/>
                      <a:pt x="527" y="3062"/>
                    </a:cubicBezTo>
                    <a:lnTo>
                      <a:pt x="627" y="3162"/>
                    </a:lnTo>
                    <a:lnTo>
                      <a:pt x="627" y="3488"/>
                    </a:lnTo>
                    <a:cubicBezTo>
                      <a:pt x="627" y="3588"/>
                      <a:pt x="752" y="3588"/>
                      <a:pt x="752" y="3588"/>
                    </a:cubicBezTo>
                    <a:cubicBezTo>
                      <a:pt x="627" y="3688"/>
                      <a:pt x="752" y="3688"/>
                      <a:pt x="752" y="3788"/>
                    </a:cubicBezTo>
                    <a:cubicBezTo>
                      <a:pt x="627" y="3788"/>
                      <a:pt x="627" y="3889"/>
                      <a:pt x="627" y="3889"/>
                    </a:cubicBezTo>
                    <a:cubicBezTo>
                      <a:pt x="627" y="4014"/>
                      <a:pt x="752" y="4114"/>
                      <a:pt x="852" y="4214"/>
                    </a:cubicBezTo>
                    <a:lnTo>
                      <a:pt x="852" y="4515"/>
                    </a:lnTo>
                    <a:cubicBezTo>
                      <a:pt x="852" y="4515"/>
                      <a:pt x="752" y="4641"/>
                      <a:pt x="852" y="4641"/>
                    </a:cubicBezTo>
                    <a:cubicBezTo>
                      <a:pt x="953" y="4741"/>
                      <a:pt x="953" y="4841"/>
                      <a:pt x="953" y="4941"/>
                    </a:cubicBezTo>
                    <a:cubicBezTo>
                      <a:pt x="953" y="5042"/>
                      <a:pt x="1153" y="5142"/>
                      <a:pt x="1153" y="5267"/>
                    </a:cubicBezTo>
                    <a:cubicBezTo>
                      <a:pt x="1153" y="5267"/>
                      <a:pt x="1053" y="5367"/>
                      <a:pt x="1053" y="5468"/>
                    </a:cubicBezTo>
                    <a:cubicBezTo>
                      <a:pt x="1053" y="5568"/>
                      <a:pt x="1053" y="5568"/>
                      <a:pt x="1153" y="5768"/>
                    </a:cubicBezTo>
                    <a:lnTo>
                      <a:pt x="1253" y="6094"/>
                    </a:lnTo>
                    <a:cubicBezTo>
                      <a:pt x="1253" y="6194"/>
                      <a:pt x="1153" y="6194"/>
                      <a:pt x="1153" y="6295"/>
                    </a:cubicBezTo>
                    <a:cubicBezTo>
                      <a:pt x="1153" y="6295"/>
                      <a:pt x="1253" y="6295"/>
                      <a:pt x="1253" y="6395"/>
                    </a:cubicBezTo>
                    <a:cubicBezTo>
                      <a:pt x="1253" y="6395"/>
                      <a:pt x="1053" y="6520"/>
                      <a:pt x="1253" y="6520"/>
                    </a:cubicBezTo>
                    <a:lnTo>
                      <a:pt x="1479" y="6520"/>
                    </a:lnTo>
                    <a:cubicBezTo>
                      <a:pt x="1579" y="6520"/>
                      <a:pt x="1880" y="6395"/>
                      <a:pt x="1880" y="6395"/>
                    </a:cubicBezTo>
                    <a:cubicBezTo>
                      <a:pt x="2005" y="6295"/>
                      <a:pt x="1880" y="6295"/>
                      <a:pt x="1880" y="6295"/>
                    </a:cubicBezTo>
                    <a:cubicBezTo>
                      <a:pt x="1880" y="6094"/>
                      <a:pt x="1880" y="6094"/>
                      <a:pt x="2005" y="5894"/>
                    </a:cubicBezTo>
                    <a:cubicBezTo>
                      <a:pt x="2005" y="5768"/>
                      <a:pt x="1880" y="5668"/>
                      <a:pt x="1880" y="5568"/>
                    </a:cubicBezTo>
                    <a:cubicBezTo>
                      <a:pt x="1780" y="5468"/>
                      <a:pt x="1780" y="5468"/>
                      <a:pt x="1780" y="5367"/>
                    </a:cubicBezTo>
                    <a:lnTo>
                      <a:pt x="1780" y="5267"/>
                    </a:lnTo>
                    <a:cubicBezTo>
                      <a:pt x="1780" y="5142"/>
                      <a:pt x="1679" y="5042"/>
                      <a:pt x="1679" y="4941"/>
                    </a:cubicBezTo>
                    <a:lnTo>
                      <a:pt x="1579" y="4841"/>
                    </a:lnTo>
                    <a:cubicBezTo>
                      <a:pt x="1679" y="4741"/>
                      <a:pt x="1479" y="4741"/>
                      <a:pt x="1579" y="4641"/>
                    </a:cubicBezTo>
                    <a:cubicBezTo>
                      <a:pt x="1579" y="4641"/>
                      <a:pt x="1479" y="4641"/>
                      <a:pt x="1479" y="4515"/>
                    </a:cubicBezTo>
                    <a:cubicBezTo>
                      <a:pt x="1479" y="4415"/>
                      <a:pt x="1579" y="4315"/>
                      <a:pt x="1479" y="4214"/>
                    </a:cubicBezTo>
                    <a:cubicBezTo>
                      <a:pt x="1379" y="4214"/>
                      <a:pt x="1479" y="4114"/>
                      <a:pt x="1479" y="4114"/>
                    </a:cubicBezTo>
                    <a:cubicBezTo>
                      <a:pt x="1479" y="4014"/>
                      <a:pt x="1379" y="4014"/>
                      <a:pt x="1379" y="4014"/>
                    </a:cubicBezTo>
                    <a:cubicBezTo>
                      <a:pt x="1253" y="4014"/>
                      <a:pt x="1253" y="3889"/>
                      <a:pt x="1379" y="3889"/>
                    </a:cubicBezTo>
                    <a:cubicBezTo>
                      <a:pt x="1479" y="3788"/>
                      <a:pt x="1379" y="3688"/>
                      <a:pt x="1379" y="3688"/>
                    </a:cubicBezTo>
                    <a:cubicBezTo>
                      <a:pt x="1379" y="3588"/>
                      <a:pt x="1379" y="3488"/>
                      <a:pt x="1253" y="3488"/>
                    </a:cubicBezTo>
                    <a:cubicBezTo>
                      <a:pt x="1253" y="3387"/>
                      <a:pt x="1479" y="3262"/>
                      <a:pt x="1379" y="3162"/>
                    </a:cubicBezTo>
                    <a:cubicBezTo>
                      <a:pt x="1253" y="3162"/>
                      <a:pt x="1379" y="3062"/>
                      <a:pt x="1379" y="3062"/>
                    </a:cubicBezTo>
                    <a:cubicBezTo>
                      <a:pt x="1379" y="2961"/>
                      <a:pt x="1253" y="2961"/>
                      <a:pt x="1253" y="2861"/>
                    </a:cubicBezTo>
                    <a:cubicBezTo>
                      <a:pt x="1379" y="2861"/>
                      <a:pt x="1253" y="2861"/>
                      <a:pt x="1153" y="2761"/>
                    </a:cubicBezTo>
                    <a:cubicBezTo>
                      <a:pt x="1053" y="2761"/>
                      <a:pt x="1379" y="2535"/>
                      <a:pt x="1253" y="2535"/>
                    </a:cubicBezTo>
                    <a:cubicBezTo>
                      <a:pt x="1153" y="2535"/>
                      <a:pt x="1153" y="2535"/>
                      <a:pt x="1053" y="2435"/>
                    </a:cubicBezTo>
                    <a:lnTo>
                      <a:pt x="1153" y="2335"/>
                    </a:lnTo>
                    <a:lnTo>
                      <a:pt x="1153" y="2134"/>
                    </a:lnTo>
                    <a:cubicBezTo>
                      <a:pt x="1153" y="2134"/>
                      <a:pt x="1053" y="2134"/>
                      <a:pt x="1153" y="2009"/>
                    </a:cubicBezTo>
                    <a:cubicBezTo>
                      <a:pt x="1153" y="1909"/>
                      <a:pt x="1053" y="1909"/>
                      <a:pt x="953" y="1909"/>
                    </a:cubicBezTo>
                    <a:cubicBezTo>
                      <a:pt x="953" y="1808"/>
                      <a:pt x="1053" y="1708"/>
                      <a:pt x="1053" y="1708"/>
                    </a:cubicBezTo>
                    <a:lnTo>
                      <a:pt x="1053" y="1508"/>
                    </a:lnTo>
                    <a:cubicBezTo>
                      <a:pt x="953" y="1382"/>
                      <a:pt x="953" y="1282"/>
                      <a:pt x="953" y="1182"/>
                    </a:cubicBezTo>
                    <a:cubicBezTo>
                      <a:pt x="953" y="1082"/>
                      <a:pt x="953" y="981"/>
                      <a:pt x="852" y="881"/>
                    </a:cubicBezTo>
                    <a:cubicBezTo>
                      <a:pt x="852" y="756"/>
                      <a:pt x="627" y="756"/>
                      <a:pt x="752" y="656"/>
                    </a:cubicBezTo>
                    <a:cubicBezTo>
                      <a:pt x="852" y="656"/>
                      <a:pt x="852" y="455"/>
                      <a:pt x="852" y="355"/>
                    </a:cubicBezTo>
                    <a:cubicBezTo>
                      <a:pt x="627" y="255"/>
                      <a:pt x="752" y="255"/>
                      <a:pt x="752" y="129"/>
                    </a:cubicBezTo>
                    <a:cubicBezTo>
                      <a:pt x="652" y="129"/>
                      <a:pt x="776" y="1"/>
                      <a:pt x="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7"/>
              <p:cNvSpPr/>
              <p:nvPr/>
            </p:nvSpPr>
            <p:spPr>
              <a:xfrm>
                <a:off x="6802950" y="2486100"/>
                <a:ext cx="107200" cy="50800"/>
              </a:xfrm>
              <a:custGeom>
                <a:rect b="b" l="l" r="r" t="t"/>
                <a:pathLst>
                  <a:path extrusionOk="0" h="2032" w="4288">
                    <a:moveTo>
                      <a:pt x="3616" y="0"/>
                    </a:moveTo>
                    <a:cubicBezTo>
                      <a:pt x="3491" y="0"/>
                      <a:pt x="3491" y="125"/>
                      <a:pt x="3491" y="125"/>
                    </a:cubicBezTo>
                    <a:cubicBezTo>
                      <a:pt x="3391" y="125"/>
                      <a:pt x="3391" y="226"/>
                      <a:pt x="3290" y="226"/>
                    </a:cubicBezTo>
                    <a:cubicBezTo>
                      <a:pt x="3190" y="226"/>
                      <a:pt x="3190" y="326"/>
                      <a:pt x="3090" y="326"/>
                    </a:cubicBezTo>
                    <a:lnTo>
                      <a:pt x="3090" y="426"/>
                    </a:lnTo>
                    <a:cubicBezTo>
                      <a:pt x="2990" y="426"/>
                      <a:pt x="2990" y="526"/>
                      <a:pt x="2990" y="526"/>
                    </a:cubicBezTo>
                    <a:cubicBezTo>
                      <a:pt x="2948" y="493"/>
                      <a:pt x="2934" y="482"/>
                      <a:pt x="2929" y="482"/>
                    </a:cubicBezTo>
                    <a:cubicBezTo>
                      <a:pt x="2920" y="482"/>
                      <a:pt x="2948" y="526"/>
                      <a:pt x="2864" y="526"/>
                    </a:cubicBezTo>
                    <a:cubicBezTo>
                      <a:pt x="2864" y="549"/>
                      <a:pt x="2854" y="556"/>
                      <a:pt x="2838" y="556"/>
                    </a:cubicBezTo>
                    <a:cubicBezTo>
                      <a:pt x="2810" y="556"/>
                      <a:pt x="2763" y="533"/>
                      <a:pt x="2726" y="533"/>
                    </a:cubicBezTo>
                    <a:cubicBezTo>
                      <a:pt x="2691" y="533"/>
                      <a:pt x="2664" y="553"/>
                      <a:pt x="2664" y="627"/>
                    </a:cubicBezTo>
                    <a:lnTo>
                      <a:pt x="2564" y="627"/>
                    </a:lnTo>
                    <a:lnTo>
                      <a:pt x="2564" y="752"/>
                    </a:lnTo>
                    <a:cubicBezTo>
                      <a:pt x="2564" y="752"/>
                      <a:pt x="2564" y="796"/>
                      <a:pt x="2534" y="796"/>
                    </a:cubicBezTo>
                    <a:cubicBezTo>
                      <a:pt x="2519" y="796"/>
                      <a:pt x="2497" y="785"/>
                      <a:pt x="2463" y="752"/>
                    </a:cubicBezTo>
                    <a:cubicBezTo>
                      <a:pt x="2430" y="710"/>
                      <a:pt x="2408" y="696"/>
                      <a:pt x="2393" y="696"/>
                    </a:cubicBezTo>
                    <a:cubicBezTo>
                      <a:pt x="2363" y="696"/>
                      <a:pt x="2363" y="752"/>
                      <a:pt x="2363" y="752"/>
                    </a:cubicBezTo>
                    <a:lnTo>
                      <a:pt x="2238" y="752"/>
                    </a:lnTo>
                    <a:cubicBezTo>
                      <a:pt x="2218" y="771"/>
                      <a:pt x="2199" y="778"/>
                      <a:pt x="2181" y="778"/>
                    </a:cubicBezTo>
                    <a:cubicBezTo>
                      <a:pt x="2125" y="778"/>
                      <a:pt x="2075" y="713"/>
                      <a:pt x="2052" y="713"/>
                    </a:cubicBezTo>
                    <a:cubicBezTo>
                      <a:pt x="2042" y="713"/>
                      <a:pt x="2037" y="723"/>
                      <a:pt x="2037" y="752"/>
                    </a:cubicBezTo>
                    <a:cubicBezTo>
                      <a:pt x="2037" y="785"/>
                      <a:pt x="2026" y="796"/>
                      <a:pt x="2011" y="796"/>
                    </a:cubicBezTo>
                    <a:cubicBezTo>
                      <a:pt x="1982" y="796"/>
                      <a:pt x="1937" y="752"/>
                      <a:pt x="1937" y="752"/>
                    </a:cubicBezTo>
                    <a:cubicBezTo>
                      <a:pt x="1937" y="752"/>
                      <a:pt x="1937" y="852"/>
                      <a:pt x="1837" y="852"/>
                    </a:cubicBezTo>
                    <a:lnTo>
                      <a:pt x="1837" y="952"/>
                    </a:lnTo>
                    <a:cubicBezTo>
                      <a:pt x="1837" y="967"/>
                      <a:pt x="1832" y="973"/>
                      <a:pt x="1824" y="973"/>
                    </a:cubicBezTo>
                    <a:cubicBezTo>
                      <a:pt x="1784" y="973"/>
                      <a:pt x="1664" y="831"/>
                      <a:pt x="1624" y="831"/>
                    </a:cubicBezTo>
                    <a:cubicBezTo>
                      <a:pt x="1616" y="831"/>
                      <a:pt x="1611" y="838"/>
                      <a:pt x="1611" y="852"/>
                    </a:cubicBezTo>
                    <a:lnTo>
                      <a:pt x="1611" y="1053"/>
                    </a:lnTo>
                    <a:lnTo>
                      <a:pt x="1511" y="952"/>
                    </a:lnTo>
                    <a:lnTo>
                      <a:pt x="1411" y="952"/>
                    </a:lnTo>
                    <a:cubicBezTo>
                      <a:pt x="1411" y="952"/>
                      <a:pt x="1366" y="997"/>
                      <a:pt x="1336" y="997"/>
                    </a:cubicBezTo>
                    <a:cubicBezTo>
                      <a:pt x="1322" y="997"/>
                      <a:pt x="1310" y="986"/>
                      <a:pt x="1310" y="952"/>
                    </a:cubicBezTo>
                    <a:cubicBezTo>
                      <a:pt x="1210" y="952"/>
                      <a:pt x="1310" y="1053"/>
                      <a:pt x="1210" y="1153"/>
                    </a:cubicBezTo>
                    <a:lnTo>
                      <a:pt x="1110" y="1053"/>
                    </a:lnTo>
                    <a:lnTo>
                      <a:pt x="985" y="1053"/>
                    </a:lnTo>
                    <a:cubicBezTo>
                      <a:pt x="884" y="1153"/>
                      <a:pt x="884" y="1153"/>
                      <a:pt x="784" y="1153"/>
                    </a:cubicBezTo>
                    <a:cubicBezTo>
                      <a:pt x="684" y="1153"/>
                      <a:pt x="584" y="1153"/>
                      <a:pt x="584" y="1253"/>
                    </a:cubicBezTo>
                    <a:cubicBezTo>
                      <a:pt x="584" y="1253"/>
                      <a:pt x="584" y="1404"/>
                      <a:pt x="529" y="1404"/>
                    </a:cubicBezTo>
                    <a:cubicBezTo>
                      <a:pt x="516" y="1404"/>
                      <a:pt x="502" y="1397"/>
                      <a:pt x="483" y="1379"/>
                    </a:cubicBezTo>
                    <a:cubicBezTo>
                      <a:pt x="483" y="1253"/>
                      <a:pt x="258" y="1253"/>
                      <a:pt x="258" y="1253"/>
                    </a:cubicBezTo>
                    <a:cubicBezTo>
                      <a:pt x="258" y="1373"/>
                      <a:pt x="258" y="1401"/>
                      <a:pt x="243" y="1401"/>
                    </a:cubicBezTo>
                    <a:cubicBezTo>
                      <a:pt x="230" y="1401"/>
                      <a:pt x="205" y="1379"/>
                      <a:pt x="157" y="1379"/>
                    </a:cubicBezTo>
                    <a:cubicBezTo>
                      <a:pt x="114" y="1379"/>
                      <a:pt x="70" y="1355"/>
                      <a:pt x="43" y="1355"/>
                    </a:cubicBezTo>
                    <a:cubicBezTo>
                      <a:pt x="8" y="1355"/>
                      <a:pt x="1" y="1395"/>
                      <a:pt x="57" y="1579"/>
                    </a:cubicBezTo>
                    <a:lnTo>
                      <a:pt x="57" y="1880"/>
                    </a:lnTo>
                    <a:lnTo>
                      <a:pt x="157" y="2005"/>
                    </a:lnTo>
                    <a:cubicBezTo>
                      <a:pt x="180" y="1976"/>
                      <a:pt x="198" y="1966"/>
                      <a:pt x="213" y="1966"/>
                    </a:cubicBezTo>
                    <a:cubicBezTo>
                      <a:pt x="251" y="1966"/>
                      <a:pt x="270" y="2032"/>
                      <a:pt x="310" y="2032"/>
                    </a:cubicBezTo>
                    <a:cubicBezTo>
                      <a:pt x="323" y="2032"/>
                      <a:pt x="339" y="2024"/>
                      <a:pt x="358" y="2005"/>
                    </a:cubicBezTo>
                    <a:cubicBezTo>
                      <a:pt x="381" y="2023"/>
                      <a:pt x="399" y="2031"/>
                      <a:pt x="415" y="2031"/>
                    </a:cubicBezTo>
                    <a:cubicBezTo>
                      <a:pt x="483" y="2031"/>
                      <a:pt x="483" y="1880"/>
                      <a:pt x="483" y="1880"/>
                    </a:cubicBezTo>
                    <a:cubicBezTo>
                      <a:pt x="517" y="1922"/>
                      <a:pt x="539" y="1935"/>
                      <a:pt x="554" y="1935"/>
                    </a:cubicBezTo>
                    <a:cubicBezTo>
                      <a:pt x="584" y="1935"/>
                      <a:pt x="584" y="1880"/>
                      <a:pt x="584" y="1880"/>
                    </a:cubicBezTo>
                    <a:cubicBezTo>
                      <a:pt x="684" y="1880"/>
                      <a:pt x="684" y="2005"/>
                      <a:pt x="684" y="2005"/>
                    </a:cubicBezTo>
                    <a:cubicBezTo>
                      <a:pt x="784" y="2005"/>
                      <a:pt x="784" y="1880"/>
                      <a:pt x="784" y="1880"/>
                    </a:cubicBezTo>
                    <a:cubicBezTo>
                      <a:pt x="851" y="1880"/>
                      <a:pt x="873" y="1935"/>
                      <a:pt x="910" y="1935"/>
                    </a:cubicBezTo>
                    <a:cubicBezTo>
                      <a:pt x="929" y="1935"/>
                      <a:pt x="951" y="1922"/>
                      <a:pt x="985" y="1880"/>
                    </a:cubicBezTo>
                    <a:cubicBezTo>
                      <a:pt x="985" y="1880"/>
                      <a:pt x="985" y="1835"/>
                      <a:pt x="1022" y="1835"/>
                    </a:cubicBezTo>
                    <a:cubicBezTo>
                      <a:pt x="1040" y="1835"/>
                      <a:pt x="1068" y="1846"/>
                      <a:pt x="1110" y="1880"/>
                    </a:cubicBezTo>
                    <a:cubicBezTo>
                      <a:pt x="1110" y="1880"/>
                      <a:pt x="1110" y="1835"/>
                      <a:pt x="1140" y="1835"/>
                    </a:cubicBezTo>
                    <a:cubicBezTo>
                      <a:pt x="1154" y="1835"/>
                      <a:pt x="1177" y="1846"/>
                      <a:pt x="1210" y="1880"/>
                    </a:cubicBezTo>
                    <a:lnTo>
                      <a:pt x="1310" y="1780"/>
                    </a:lnTo>
                    <a:cubicBezTo>
                      <a:pt x="1310" y="1780"/>
                      <a:pt x="1355" y="1735"/>
                      <a:pt x="1414" y="1735"/>
                    </a:cubicBezTo>
                    <a:cubicBezTo>
                      <a:pt x="1444" y="1735"/>
                      <a:pt x="1477" y="1746"/>
                      <a:pt x="1511" y="1780"/>
                    </a:cubicBezTo>
                    <a:cubicBezTo>
                      <a:pt x="1611" y="1780"/>
                      <a:pt x="1736" y="1780"/>
                      <a:pt x="1736" y="1679"/>
                    </a:cubicBezTo>
                    <a:cubicBezTo>
                      <a:pt x="1736" y="1629"/>
                      <a:pt x="1762" y="1629"/>
                      <a:pt x="1799" y="1629"/>
                    </a:cubicBezTo>
                    <a:cubicBezTo>
                      <a:pt x="1837" y="1629"/>
                      <a:pt x="1887" y="1629"/>
                      <a:pt x="1937" y="1579"/>
                    </a:cubicBezTo>
                    <a:cubicBezTo>
                      <a:pt x="1937" y="1579"/>
                      <a:pt x="1937" y="1490"/>
                      <a:pt x="1967" y="1490"/>
                    </a:cubicBezTo>
                    <a:cubicBezTo>
                      <a:pt x="1982" y="1490"/>
                      <a:pt x="2004" y="1512"/>
                      <a:pt x="2037" y="1579"/>
                    </a:cubicBezTo>
                    <a:lnTo>
                      <a:pt x="2137" y="1479"/>
                    </a:lnTo>
                    <a:cubicBezTo>
                      <a:pt x="2238" y="1479"/>
                      <a:pt x="2363" y="1379"/>
                      <a:pt x="2363" y="1379"/>
                    </a:cubicBezTo>
                    <a:lnTo>
                      <a:pt x="2463" y="1379"/>
                    </a:lnTo>
                    <a:cubicBezTo>
                      <a:pt x="2497" y="1412"/>
                      <a:pt x="2519" y="1423"/>
                      <a:pt x="2534" y="1423"/>
                    </a:cubicBezTo>
                    <a:cubicBezTo>
                      <a:pt x="2564" y="1423"/>
                      <a:pt x="2564" y="1379"/>
                      <a:pt x="2564" y="1379"/>
                    </a:cubicBezTo>
                    <a:lnTo>
                      <a:pt x="2664" y="1379"/>
                    </a:lnTo>
                    <a:cubicBezTo>
                      <a:pt x="2764" y="1379"/>
                      <a:pt x="2764" y="1253"/>
                      <a:pt x="2864" y="1253"/>
                    </a:cubicBezTo>
                    <a:cubicBezTo>
                      <a:pt x="2864" y="1153"/>
                      <a:pt x="2990" y="1153"/>
                      <a:pt x="3090" y="1153"/>
                    </a:cubicBezTo>
                    <a:lnTo>
                      <a:pt x="3190" y="1153"/>
                    </a:lnTo>
                    <a:cubicBezTo>
                      <a:pt x="3190" y="1053"/>
                      <a:pt x="3190" y="1053"/>
                      <a:pt x="3290" y="1053"/>
                    </a:cubicBezTo>
                    <a:cubicBezTo>
                      <a:pt x="3391" y="952"/>
                      <a:pt x="3391" y="852"/>
                      <a:pt x="3491" y="852"/>
                    </a:cubicBezTo>
                    <a:lnTo>
                      <a:pt x="3616" y="852"/>
                    </a:lnTo>
                    <a:cubicBezTo>
                      <a:pt x="3716" y="852"/>
                      <a:pt x="3716" y="852"/>
                      <a:pt x="3817" y="752"/>
                    </a:cubicBezTo>
                    <a:lnTo>
                      <a:pt x="4017" y="627"/>
                    </a:lnTo>
                    <a:cubicBezTo>
                      <a:pt x="4017" y="627"/>
                      <a:pt x="4062" y="682"/>
                      <a:pt x="4091" y="682"/>
                    </a:cubicBezTo>
                    <a:cubicBezTo>
                      <a:pt x="4106" y="682"/>
                      <a:pt x="4117" y="668"/>
                      <a:pt x="4117" y="627"/>
                    </a:cubicBezTo>
                    <a:lnTo>
                      <a:pt x="4117" y="526"/>
                    </a:lnTo>
                    <a:cubicBezTo>
                      <a:pt x="4201" y="526"/>
                      <a:pt x="4273" y="627"/>
                      <a:pt x="4283" y="627"/>
                    </a:cubicBezTo>
                    <a:cubicBezTo>
                      <a:pt x="4287" y="627"/>
                      <a:pt x="4276" y="602"/>
                      <a:pt x="4243" y="526"/>
                    </a:cubicBezTo>
                    <a:lnTo>
                      <a:pt x="4243" y="426"/>
                    </a:lnTo>
                    <a:cubicBezTo>
                      <a:pt x="4117" y="226"/>
                      <a:pt x="4017" y="0"/>
                      <a:pt x="39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7"/>
              <p:cNvSpPr/>
              <p:nvPr/>
            </p:nvSpPr>
            <p:spPr>
              <a:xfrm>
                <a:off x="6945350" y="2387100"/>
                <a:ext cx="83350" cy="42000"/>
              </a:xfrm>
              <a:custGeom>
                <a:rect b="b" l="l" r="r" t="t"/>
                <a:pathLst>
                  <a:path extrusionOk="0" h="1680" w="3334">
                    <a:moveTo>
                      <a:pt x="3233" y="627"/>
                    </a:moveTo>
                    <a:cubicBezTo>
                      <a:pt x="3233" y="685"/>
                      <a:pt x="3267" y="742"/>
                      <a:pt x="3276" y="742"/>
                    </a:cubicBezTo>
                    <a:cubicBezTo>
                      <a:pt x="3282" y="742"/>
                      <a:pt x="3276" y="711"/>
                      <a:pt x="3233" y="627"/>
                    </a:cubicBezTo>
                    <a:close/>
                    <a:moveTo>
                      <a:pt x="2807" y="0"/>
                    </a:moveTo>
                    <a:cubicBezTo>
                      <a:pt x="2707" y="0"/>
                      <a:pt x="2707" y="100"/>
                      <a:pt x="2707" y="100"/>
                    </a:cubicBezTo>
                    <a:cubicBezTo>
                      <a:pt x="2607" y="100"/>
                      <a:pt x="2607" y="201"/>
                      <a:pt x="2507" y="201"/>
                    </a:cubicBezTo>
                    <a:cubicBezTo>
                      <a:pt x="2406" y="201"/>
                      <a:pt x="2406" y="201"/>
                      <a:pt x="2406" y="326"/>
                    </a:cubicBezTo>
                    <a:cubicBezTo>
                      <a:pt x="2406" y="326"/>
                      <a:pt x="2406" y="370"/>
                      <a:pt x="2377" y="370"/>
                    </a:cubicBezTo>
                    <a:cubicBezTo>
                      <a:pt x="2362" y="370"/>
                      <a:pt x="2340" y="359"/>
                      <a:pt x="2306" y="326"/>
                    </a:cubicBezTo>
                    <a:lnTo>
                      <a:pt x="2306" y="426"/>
                    </a:lnTo>
                    <a:cubicBezTo>
                      <a:pt x="2181" y="426"/>
                      <a:pt x="2306" y="526"/>
                      <a:pt x="2181" y="526"/>
                    </a:cubicBezTo>
                    <a:cubicBezTo>
                      <a:pt x="2181" y="526"/>
                      <a:pt x="2136" y="437"/>
                      <a:pt x="2107" y="437"/>
                    </a:cubicBezTo>
                    <a:cubicBezTo>
                      <a:pt x="2092" y="437"/>
                      <a:pt x="2081" y="460"/>
                      <a:pt x="2081" y="526"/>
                    </a:cubicBezTo>
                    <a:lnTo>
                      <a:pt x="1980" y="526"/>
                    </a:lnTo>
                    <a:lnTo>
                      <a:pt x="1980" y="627"/>
                    </a:lnTo>
                    <a:lnTo>
                      <a:pt x="1880" y="627"/>
                    </a:lnTo>
                    <a:cubicBezTo>
                      <a:pt x="1880" y="577"/>
                      <a:pt x="1855" y="552"/>
                      <a:pt x="1830" y="552"/>
                    </a:cubicBezTo>
                    <a:cubicBezTo>
                      <a:pt x="1805" y="552"/>
                      <a:pt x="1780" y="577"/>
                      <a:pt x="1780" y="627"/>
                    </a:cubicBezTo>
                    <a:lnTo>
                      <a:pt x="1680" y="627"/>
                    </a:lnTo>
                    <a:cubicBezTo>
                      <a:pt x="1680" y="627"/>
                      <a:pt x="1624" y="538"/>
                      <a:pt x="1587" y="538"/>
                    </a:cubicBezTo>
                    <a:cubicBezTo>
                      <a:pt x="1568" y="538"/>
                      <a:pt x="1554" y="560"/>
                      <a:pt x="1554" y="627"/>
                    </a:cubicBezTo>
                    <a:lnTo>
                      <a:pt x="1454" y="627"/>
                    </a:lnTo>
                    <a:cubicBezTo>
                      <a:pt x="1354" y="627"/>
                      <a:pt x="1354" y="627"/>
                      <a:pt x="1354" y="727"/>
                    </a:cubicBezTo>
                    <a:cubicBezTo>
                      <a:pt x="1354" y="742"/>
                      <a:pt x="1352" y="748"/>
                      <a:pt x="1348" y="748"/>
                    </a:cubicBezTo>
                    <a:cubicBezTo>
                      <a:pt x="1330" y="748"/>
                      <a:pt x="1277" y="606"/>
                      <a:pt x="1259" y="606"/>
                    </a:cubicBezTo>
                    <a:cubicBezTo>
                      <a:pt x="1256" y="606"/>
                      <a:pt x="1254" y="612"/>
                      <a:pt x="1254" y="627"/>
                    </a:cubicBezTo>
                    <a:lnTo>
                      <a:pt x="1254" y="827"/>
                    </a:lnTo>
                    <a:lnTo>
                      <a:pt x="1153" y="727"/>
                    </a:lnTo>
                    <a:lnTo>
                      <a:pt x="928" y="727"/>
                    </a:lnTo>
                    <a:lnTo>
                      <a:pt x="928" y="827"/>
                    </a:lnTo>
                    <a:cubicBezTo>
                      <a:pt x="928" y="856"/>
                      <a:pt x="922" y="866"/>
                      <a:pt x="914" y="866"/>
                    </a:cubicBezTo>
                    <a:cubicBezTo>
                      <a:pt x="894" y="866"/>
                      <a:pt x="855" y="801"/>
                      <a:pt x="837" y="801"/>
                    </a:cubicBezTo>
                    <a:cubicBezTo>
                      <a:pt x="831" y="801"/>
                      <a:pt x="827" y="808"/>
                      <a:pt x="827" y="827"/>
                    </a:cubicBezTo>
                    <a:cubicBezTo>
                      <a:pt x="827" y="827"/>
                      <a:pt x="783" y="783"/>
                      <a:pt x="753" y="783"/>
                    </a:cubicBezTo>
                    <a:cubicBezTo>
                      <a:pt x="738" y="783"/>
                      <a:pt x="727" y="794"/>
                      <a:pt x="727" y="827"/>
                    </a:cubicBezTo>
                    <a:cubicBezTo>
                      <a:pt x="727" y="827"/>
                      <a:pt x="683" y="883"/>
                      <a:pt x="653" y="883"/>
                    </a:cubicBezTo>
                    <a:cubicBezTo>
                      <a:pt x="638" y="883"/>
                      <a:pt x="627" y="869"/>
                      <a:pt x="627" y="827"/>
                    </a:cubicBezTo>
                    <a:cubicBezTo>
                      <a:pt x="527" y="827"/>
                      <a:pt x="527" y="827"/>
                      <a:pt x="426" y="953"/>
                    </a:cubicBezTo>
                    <a:cubicBezTo>
                      <a:pt x="426" y="953"/>
                      <a:pt x="426" y="1081"/>
                      <a:pt x="362" y="1081"/>
                    </a:cubicBezTo>
                    <a:cubicBezTo>
                      <a:pt x="346" y="1081"/>
                      <a:pt x="326" y="1073"/>
                      <a:pt x="301" y="1053"/>
                    </a:cubicBezTo>
                    <a:cubicBezTo>
                      <a:pt x="301" y="983"/>
                      <a:pt x="252" y="900"/>
                      <a:pt x="222" y="900"/>
                    </a:cubicBezTo>
                    <a:cubicBezTo>
                      <a:pt x="210" y="900"/>
                      <a:pt x="201" y="915"/>
                      <a:pt x="201" y="953"/>
                    </a:cubicBezTo>
                    <a:cubicBezTo>
                      <a:pt x="201" y="1053"/>
                      <a:pt x="201" y="1053"/>
                      <a:pt x="101" y="1053"/>
                    </a:cubicBezTo>
                    <a:cubicBezTo>
                      <a:pt x="101" y="1053"/>
                      <a:pt x="74" y="993"/>
                      <a:pt x="48" y="993"/>
                    </a:cubicBezTo>
                    <a:cubicBezTo>
                      <a:pt x="24" y="993"/>
                      <a:pt x="0" y="1046"/>
                      <a:pt x="0" y="1253"/>
                    </a:cubicBezTo>
                    <a:cubicBezTo>
                      <a:pt x="0" y="1354"/>
                      <a:pt x="101" y="1454"/>
                      <a:pt x="101" y="1579"/>
                    </a:cubicBezTo>
                    <a:cubicBezTo>
                      <a:pt x="101" y="1612"/>
                      <a:pt x="101" y="1624"/>
                      <a:pt x="104" y="1624"/>
                    </a:cubicBezTo>
                    <a:cubicBezTo>
                      <a:pt x="112" y="1624"/>
                      <a:pt x="134" y="1579"/>
                      <a:pt x="201" y="1579"/>
                    </a:cubicBezTo>
                    <a:lnTo>
                      <a:pt x="201" y="1679"/>
                    </a:lnTo>
                    <a:cubicBezTo>
                      <a:pt x="268" y="1679"/>
                      <a:pt x="290" y="1635"/>
                      <a:pt x="297" y="1635"/>
                    </a:cubicBezTo>
                    <a:cubicBezTo>
                      <a:pt x="301" y="1635"/>
                      <a:pt x="301" y="1646"/>
                      <a:pt x="301" y="1679"/>
                    </a:cubicBezTo>
                    <a:lnTo>
                      <a:pt x="301" y="1579"/>
                    </a:lnTo>
                    <a:lnTo>
                      <a:pt x="426" y="1579"/>
                    </a:lnTo>
                    <a:cubicBezTo>
                      <a:pt x="426" y="1612"/>
                      <a:pt x="426" y="1624"/>
                      <a:pt x="430" y="1624"/>
                    </a:cubicBezTo>
                    <a:cubicBezTo>
                      <a:pt x="438" y="1624"/>
                      <a:pt x="460" y="1579"/>
                      <a:pt x="527" y="1579"/>
                    </a:cubicBezTo>
                    <a:lnTo>
                      <a:pt x="527" y="1679"/>
                    </a:lnTo>
                    <a:cubicBezTo>
                      <a:pt x="627" y="1679"/>
                      <a:pt x="627" y="1579"/>
                      <a:pt x="627" y="1579"/>
                    </a:cubicBezTo>
                    <a:lnTo>
                      <a:pt x="727" y="1679"/>
                    </a:lnTo>
                    <a:cubicBezTo>
                      <a:pt x="827" y="1679"/>
                      <a:pt x="827" y="1579"/>
                      <a:pt x="827" y="1579"/>
                    </a:cubicBezTo>
                    <a:cubicBezTo>
                      <a:pt x="827" y="1612"/>
                      <a:pt x="827" y="1624"/>
                      <a:pt x="831" y="1624"/>
                    </a:cubicBezTo>
                    <a:cubicBezTo>
                      <a:pt x="839" y="1624"/>
                      <a:pt x="861" y="1579"/>
                      <a:pt x="928" y="1579"/>
                    </a:cubicBezTo>
                    <a:cubicBezTo>
                      <a:pt x="1053" y="1454"/>
                      <a:pt x="1053" y="1454"/>
                      <a:pt x="1153" y="1454"/>
                    </a:cubicBezTo>
                    <a:cubicBezTo>
                      <a:pt x="1183" y="1491"/>
                      <a:pt x="1213" y="1506"/>
                      <a:pt x="1241" y="1506"/>
                    </a:cubicBezTo>
                    <a:cubicBezTo>
                      <a:pt x="1305" y="1506"/>
                      <a:pt x="1354" y="1424"/>
                      <a:pt x="1354" y="1354"/>
                    </a:cubicBezTo>
                    <a:cubicBezTo>
                      <a:pt x="1354" y="1354"/>
                      <a:pt x="1398" y="1398"/>
                      <a:pt x="1428" y="1398"/>
                    </a:cubicBezTo>
                    <a:cubicBezTo>
                      <a:pt x="1443" y="1398"/>
                      <a:pt x="1454" y="1387"/>
                      <a:pt x="1454" y="1354"/>
                    </a:cubicBezTo>
                    <a:cubicBezTo>
                      <a:pt x="1454" y="1354"/>
                      <a:pt x="1454" y="1264"/>
                      <a:pt x="1484" y="1264"/>
                    </a:cubicBezTo>
                    <a:cubicBezTo>
                      <a:pt x="1499" y="1264"/>
                      <a:pt x="1521" y="1287"/>
                      <a:pt x="1554" y="1354"/>
                    </a:cubicBezTo>
                    <a:cubicBezTo>
                      <a:pt x="1680" y="1354"/>
                      <a:pt x="1680" y="1253"/>
                      <a:pt x="1680" y="1253"/>
                    </a:cubicBezTo>
                    <a:lnTo>
                      <a:pt x="1880" y="1253"/>
                    </a:lnTo>
                    <a:lnTo>
                      <a:pt x="1880" y="1153"/>
                    </a:lnTo>
                    <a:cubicBezTo>
                      <a:pt x="1930" y="1253"/>
                      <a:pt x="1955" y="1278"/>
                      <a:pt x="1968" y="1278"/>
                    </a:cubicBezTo>
                    <a:cubicBezTo>
                      <a:pt x="1980" y="1278"/>
                      <a:pt x="1980" y="1253"/>
                      <a:pt x="1980" y="1253"/>
                    </a:cubicBezTo>
                    <a:lnTo>
                      <a:pt x="2081" y="1253"/>
                    </a:lnTo>
                    <a:cubicBezTo>
                      <a:pt x="2181" y="1253"/>
                      <a:pt x="2181" y="1153"/>
                      <a:pt x="2181" y="1153"/>
                    </a:cubicBezTo>
                    <a:cubicBezTo>
                      <a:pt x="2181" y="1053"/>
                      <a:pt x="2306" y="1053"/>
                      <a:pt x="2406" y="1053"/>
                    </a:cubicBezTo>
                    <a:lnTo>
                      <a:pt x="2406" y="1153"/>
                    </a:lnTo>
                    <a:cubicBezTo>
                      <a:pt x="2507" y="1053"/>
                      <a:pt x="2507" y="953"/>
                      <a:pt x="2507" y="953"/>
                    </a:cubicBezTo>
                    <a:cubicBezTo>
                      <a:pt x="2607" y="953"/>
                      <a:pt x="2607" y="827"/>
                      <a:pt x="2707" y="827"/>
                    </a:cubicBezTo>
                    <a:lnTo>
                      <a:pt x="2933" y="827"/>
                    </a:lnTo>
                    <a:cubicBezTo>
                      <a:pt x="2933" y="727"/>
                      <a:pt x="3133" y="727"/>
                      <a:pt x="3133" y="727"/>
                    </a:cubicBezTo>
                    <a:cubicBezTo>
                      <a:pt x="3133" y="727"/>
                      <a:pt x="3178" y="772"/>
                      <a:pt x="3207" y="772"/>
                    </a:cubicBezTo>
                    <a:cubicBezTo>
                      <a:pt x="3222" y="772"/>
                      <a:pt x="3233" y="760"/>
                      <a:pt x="3233" y="727"/>
                    </a:cubicBezTo>
                    <a:lnTo>
                      <a:pt x="3233" y="627"/>
                    </a:lnTo>
                    <a:cubicBezTo>
                      <a:pt x="3334" y="627"/>
                      <a:pt x="3334" y="627"/>
                      <a:pt x="3233" y="526"/>
                    </a:cubicBezTo>
                    <a:cubicBezTo>
                      <a:pt x="3133" y="326"/>
                      <a:pt x="3033" y="100"/>
                      <a:pt x="3033" y="100"/>
                    </a:cubicBezTo>
                    <a:cubicBezTo>
                      <a:pt x="2933" y="100"/>
                      <a:pt x="2933" y="100"/>
                      <a:pt x="28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7"/>
              <p:cNvSpPr/>
              <p:nvPr/>
            </p:nvSpPr>
            <p:spPr>
              <a:xfrm>
                <a:off x="6947850" y="2422800"/>
                <a:ext cx="120325" cy="147275"/>
              </a:xfrm>
              <a:custGeom>
                <a:rect b="b" l="l" r="r" t="t"/>
                <a:pathLst>
                  <a:path extrusionOk="0" h="5891" w="4813">
                    <a:moveTo>
                      <a:pt x="550" y="1"/>
                    </a:moveTo>
                    <a:cubicBezTo>
                      <a:pt x="520" y="1"/>
                      <a:pt x="479" y="8"/>
                      <a:pt x="427" y="26"/>
                    </a:cubicBezTo>
                    <a:cubicBezTo>
                      <a:pt x="326" y="26"/>
                      <a:pt x="201" y="26"/>
                      <a:pt x="101" y="151"/>
                    </a:cubicBezTo>
                    <a:lnTo>
                      <a:pt x="1" y="151"/>
                    </a:lnTo>
                    <a:cubicBezTo>
                      <a:pt x="1" y="251"/>
                      <a:pt x="1" y="251"/>
                      <a:pt x="101" y="352"/>
                    </a:cubicBezTo>
                    <a:lnTo>
                      <a:pt x="1" y="452"/>
                    </a:lnTo>
                    <a:cubicBezTo>
                      <a:pt x="1" y="552"/>
                      <a:pt x="101" y="552"/>
                      <a:pt x="1" y="652"/>
                    </a:cubicBezTo>
                    <a:cubicBezTo>
                      <a:pt x="1" y="652"/>
                      <a:pt x="101" y="652"/>
                      <a:pt x="201" y="778"/>
                    </a:cubicBezTo>
                    <a:lnTo>
                      <a:pt x="101" y="878"/>
                    </a:lnTo>
                    <a:cubicBezTo>
                      <a:pt x="1" y="878"/>
                      <a:pt x="101" y="978"/>
                      <a:pt x="101" y="978"/>
                    </a:cubicBezTo>
                    <a:lnTo>
                      <a:pt x="101" y="1179"/>
                    </a:lnTo>
                    <a:cubicBezTo>
                      <a:pt x="101" y="1279"/>
                      <a:pt x="201" y="1279"/>
                      <a:pt x="201" y="1404"/>
                    </a:cubicBezTo>
                    <a:cubicBezTo>
                      <a:pt x="101" y="1504"/>
                      <a:pt x="101" y="1605"/>
                      <a:pt x="101" y="1705"/>
                    </a:cubicBezTo>
                    <a:cubicBezTo>
                      <a:pt x="101" y="1705"/>
                      <a:pt x="201" y="1805"/>
                      <a:pt x="101" y="1905"/>
                    </a:cubicBezTo>
                    <a:cubicBezTo>
                      <a:pt x="101" y="1905"/>
                      <a:pt x="201" y="2031"/>
                      <a:pt x="101" y="2131"/>
                    </a:cubicBezTo>
                    <a:cubicBezTo>
                      <a:pt x="101" y="2131"/>
                      <a:pt x="101" y="2231"/>
                      <a:pt x="201" y="2231"/>
                    </a:cubicBezTo>
                    <a:lnTo>
                      <a:pt x="201" y="2758"/>
                    </a:lnTo>
                    <a:cubicBezTo>
                      <a:pt x="201" y="2958"/>
                      <a:pt x="201" y="3159"/>
                      <a:pt x="326" y="3284"/>
                    </a:cubicBezTo>
                    <a:cubicBezTo>
                      <a:pt x="427" y="3384"/>
                      <a:pt x="326" y="3484"/>
                      <a:pt x="427" y="3585"/>
                    </a:cubicBezTo>
                    <a:cubicBezTo>
                      <a:pt x="427" y="3685"/>
                      <a:pt x="627" y="3685"/>
                      <a:pt x="427" y="3785"/>
                    </a:cubicBezTo>
                    <a:cubicBezTo>
                      <a:pt x="427" y="3911"/>
                      <a:pt x="527" y="4011"/>
                      <a:pt x="527" y="4011"/>
                    </a:cubicBezTo>
                    <a:cubicBezTo>
                      <a:pt x="527" y="4111"/>
                      <a:pt x="627" y="4111"/>
                      <a:pt x="627" y="4211"/>
                    </a:cubicBezTo>
                    <a:cubicBezTo>
                      <a:pt x="727" y="4312"/>
                      <a:pt x="727" y="4537"/>
                      <a:pt x="828" y="4637"/>
                    </a:cubicBezTo>
                    <a:cubicBezTo>
                      <a:pt x="828" y="4738"/>
                      <a:pt x="953" y="4738"/>
                      <a:pt x="953" y="4738"/>
                    </a:cubicBezTo>
                    <a:cubicBezTo>
                      <a:pt x="828" y="4838"/>
                      <a:pt x="953" y="4938"/>
                      <a:pt x="953" y="4938"/>
                    </a:cubicBezTo>
                    <a:cubicBezTo>
                      <a:pt x="1053" y="5038"/>
                      <a:pt x="1053" y="5164"/>
                      <a:pt x="1053" y="5264"/>
                    </a:cubicBezTo>
                    <a:cubicBezTo>
                      <a:pt x="1154" y="5364"/>
                      <a:pt x="1354" y="5364"/>
                      <a:pt x="1454" y="5464"/>
                    </a:cubicBezTo>
                    <a:cubicBezTo>
                      <a:pt x="1680" y="5464"/>
                      <a:pt x="1780" y="5565"/>
                      <a:pt x="1880" y="5790"/>
                    </a:cubicBezTo>
                    <a:cubicBezTo>
                      <a:pt x="1880" y="5790"/>
                      <a:pt x="1981" y="5890"/>
                      <a:pt x="2081" y="5890"/>
                    </a:cubicBezTo>
                    <a:lnTo>
                      <a:pt x="2507" y="5890"/>
                    </a:lnTo>
                    <a:cubicBezTo>
                      <a:pt x="2641" y="5890"/>
                      <a:pt x="2741" y="5846"/>
                      <a:pt x="2852" y="5846"/>
                    </a:cubicBezTo>
                    <a:cubicBezTo>
                      <a:pt x="2908" y="5846"/>
                      <a:pt x="2966" y="5857"/>
                      <a:pt x="3033" y="5890"/>
                    </a:cubicBezTo>
                    <a:lnTo>
                      <a:pt x="3234" y="5890"/>
                    </a:lnTo>
                    <a:cubicBezTo>
                      <a:pt x="3560" y="5790"/>
                      <a:pt x="3560" y="5890"/>
                      <a:pt x="3760" y="5665"/>
                    </a:cubicBezTo>
                    <a:cubicBezTo>
                      <a:pt x="3760" y="5665"/>
                      <a:pt x="3860" y="5565"/>
                      <a:pt x="3961" y="5565"/>
                    </a:cubicBezTo>
                    <a:cubicBezTo>
                      <a:pt x="4086" y="5464"/>
                      <a:pt x="4186" y="5364"/>
                      <a:pt x="4286" y="5364"/>
                    </a:cubicBezTo>
                    <a:cubicBezTo>
                      <a:pt x="4286" y="5264"/>
                      <a:pt x="4387" y="5264"/>
                      <a:pt x="4387" y="5264"/>
                    </a:cubicBezTo>
                    <a:cubicBezTo>
                      <a:pt x="4487" y="5164"/>
                      <a:pt x="4387" y="5038"/>
                      <a:pt x="4487" y="5038"/>
                    </a:cubicBezTo>
                    <a:cubicBezTo>
                      <a:pt x="4487" y="4938"/>
                      <a:pt x="4813" y="4938"/>
                      <a:pt x="4487" y="4838"/>
                    </a:cubicBezTo>
                    <a:cubicBezTo>
                      <a:pt x="4587" y="4838"/>
                      <a:pt x="4587" y="4738"/>
                      <a:pt x="4387" y="4738"/>
                    </a:cubicBezTo>
                    <a:cubicBezTo>
                      <a:pt x="4286" y="4738"/>
                      <a:pt x="3961" y="4637"/>
                      <a:pt x="3961" y="4637"/>
                    </a:cubicBezTo>
                    <a:cubicBezTo>
                      <a:pt x="3860" y="4637"/>
                      <a:pt x="3860" y="4637"/>
                      <a:pt x="3860" y="4738"/>
                    </a:cubicBezTo>
                    <a:cubicBezTo>
                      <a:pt x="3860" y="4838"/>
                      <a:pt x="3760" y="4838"/>
                      <a:pt x="3660" y="4838"/>
                    </a:cubicBezTo>
                    <a:cubicBezTo>
                      <a:pt x="3560" y="4938"/>
                      <a:pt x="3560" y="5038"/>
                      <a:pt x="3459" y="5038"/>
                    </a:cubicBezTo>
                    <a:cubicBezTo>
                      <a:pt x="3334" y="5038"/>
                      <a:pt x="3234" y="5164"/>
                      <a:pt x="3133" y="5164"/>
                    </a:cubicBezTo>
                    <a:lnTo>
                      <a:pt x="3033" y="5164"/>
                    </a:lnTo>
                    <a:cubicBezTo>
                      <a:pt x="2933" y="5164"/>
                      <a:pt x="2833" y="5264"/>
                      <a:pt x="2833" y="5264"/>
                    </a:cubicBezTo>
                    <a:lnTo>
                      <a:pt x="2607" y="5264"/>
                    </a:lnTo>
                    <a:cubicBezTo>
                      <a:pt x="2607" y="5264"/>
                      <a:pt x="2563" y="5308"/>
                      <a:pt x="2503" y="5308"/>
                    </a:cubicBezTo>
                    <a:cubicBezTo>
                      <a:pt x="2473" y="5308"/>
                      <a:pt x="2440" y="5297"/>
                      <a:pt x="2407" y="5264"/>
                    </a:cubicBezTo>
                    <a:lnTo>
                      <a:pt x="2306" y="5264"/>
                    </a:lnTo>
                    <a:cubicBezTo>
                      <a:pt x="2206" y="5264"/>
                      <a:pt x="2206" y="5038"/>
                      <a:pt x="1981" y="5038"/>
                    </a:cubicBezTo>
                    <a:lnTo>
                      <a:pt x="1880" y="4938"/>
                    </a:lnTo>
                    <a:lnTo>
                      <a:pt x="1780" y="4938"/>
                    </a:lnTo>
                    <a:cubicBezTo>
                      <a:pt x="1680" y="4938"/>
                      <a:pt x="1680" y="4938"/>
                      <a:pt x="1680" y="4838"/>
                    </a:cubicBezTo>
                    <a:cubicBezTo>
                      <a:pt x="1680" y="4637"/>
                      <a:pt x="1580" y="4637"/>
                      <a:pt x="1580" y="4537"/>
                    </a:cubicBezTo>
                    <a:cubicBezTo>
                      <a:pt x="1454" y="4537"/>
                      <a:pt x="1454" y="4412"/>
                      <a:pt x="1354" y="4412"/>
                    </a:cubicBezTo>
                    <a:cubicBezTo>
                      <a:pt x="1354" y="4312"/>
                      <a:pt x="1454" y="4111"/>
                      <a:pt x="1354" y="4111"/>
                    </a:cubicBezTo>
                    <a:cubicBezTo>
                      <a:pt x="1254" y="4011"/>
                      <a:pt x="1254" y="4011"/>
                      <a:pt x="1254" y="3911"/>
                    </a:cubicBezTo>
                    <a:cubicBezTo>
                      <a:pt x="1254" y="3911"/>
                      <a:pt x="1154" y="3785"/>
                      <a:pt x="1254" y="3785"/>
                    </a:cubicBezTo>
                    <a:cubicBezTo>
                      <a:pt x="1254" y="3685"/>
                      <a:pt x="1154" y="3685"/>
                      <a:pt x="1053" y="3585"/>
                    </a:cubicBezTo>
                    <a:cubicBezTo>
                      <a:pt x="953" y="3585"/>
                      <a:pt x="1254" y="3384"/>
                      <a:pt x="1154" y="3384"/>
                    </a:cubicBezTo>
                    <a:cubicBezTo>
                      <a:pt x="1053" y="3284"/>
                      <a:pt x="1053" y="3284"/>
                      <a:pt x="953" y="3284"/>
                    </a:cubicBezTo>
                    <a:cubicBezTo>
                      <a:pt x="828" y="3284"/>
                      <a:pt x="1053" y="3159"/>
                      <a:pt x="1053" y="3058"/>
                    </a:cubicBezTo>
                    <a:lnTo>
                      <a:pt x="1053" y="2858"/>
                    </a:lnTo>
                    <a:cubicBezTo>
                      <a:pt x="1053" y="2858"/>
                      <a:pt x="953" y="2758"/>
                      <a:pt x="1053" y="2758"/>
                    </a:cubicBezTo>
                    <a:cubicBezTo>
                      <a:pt x="1053" y="2657"/>
                      <a:pt x="953" y="2532"/>
                      <a:pt x="828" y="2532"/>
                    </a:cubicBezTo>
                    <a:cubicBezTo>
                      <a:pt x="828" y="2432"/>
                      <a:pt x="953" y="2332"/>
                      <a:pt x="953" y="2231"/>
                    </a:cubicBezTo>
                    <a:lnTo>
                      <a:pt x="953" y="2031"/>
                    </a:lnTo>
                    <a:cubicBezTo>
                      <a:pt x="828" y="1905"/>
                      <a:pt x="828" y="1805"/>
                      <a:pt x="828" y="1605"/>
                    </a:cubicBezTo>
                    <a:cubicBezTo>
                      <a:pt x="953" y="1404"/>
                      <a:pt x="953" y="1279"/>
                      <a:pt x="828" y="1179"/>
                    </a:cubicBezTo>
                    <a:cubicBezTo>
                      <a:pt x="727" y="1078"/>
                      <a:pt x="627" y="978"/>
                      <a:pt x="727" y="978"/>
                    </a:cubicBezTo>
                    <a:cubicBezTo>
                      <a:pt x="828" y="878"/>
                      <a:pt x="828" y="652"/>
                      <a:pt x="727" y="552"/>
                    </a:cubicBezTo>
                    <a:cubicBezTo>
                      <a:pt x="627" y="452"/>
                      <a:pt x="627" y="452"/>
                      <a:pt x="627" y="251"/>
                    </a:cubicBezTo>
                    <a:cubicBezTo>
                      <a:pt x="627" y="169"/>
                      <a:pt x="695" y="1"/>
                      <a:pt x="5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7"/>
              <p:cNvSpPr/>
              <p:nvPr/>
            </p:nvSpPr>
            <p:spPr>
              <a:xfrm>
                <a:off x="6956000" y="2460400"/>
                <a:ext cx="59550" cy="25725"/>
              </a:xfrm>
              <a:custGeom>
                <a:rect b="b" l="l" r="r" t="t"/>
                <a:pathLst>
                  <a:path extrusionOk="0" h="1029" w="2382">
                    <a:moveTo>
                      <a:pt x="2381" y="627"/>
                    </a:moveTo>
                    <a:lnTo>
                      <a:pt x="2381" y="627"/>
                    </a:lnTo>
                    <a:cubicBezTo>
                      <a:pt x="2381" y="640"/>
                      <a:pt x="2381" y="651"/>
                      <a:pt x="2381" y="662"/>
                    </a:cubicBezTo>
                    <a:lnTo>
                      <a:pt x="2381" y="662"/>
                    </a:lnTo>
                    <a:cubicBezTo>
                      <a:pt x="2381" y="656"/>
                      <a:pt x="2381" y="644"/>
                      <a:pt x="2381" y="627"/>
                    </a:cubicBezTo>
                    <a:close/>
                    <a:moveTo>
                      <a:pt x="1980" y="0"/>
                    </a:moveTo>
                    <a:lnTo>
                      <a:pt x="1880" y="101"/>
                    </a:lnTo>
                    <a:cubicBezTo>
                      <a:pt x="1838" y="67"/>
                      <a:pt x="1811" y="56"/>
                      <a:pt x="1792" y="56"/>
                    </a:cubicBezTo>
                    <a:cubicBezTo>
                      <a:pt x="1755" y="56"/>
                      <a:pt x="1755" y="101"/>
                      <a:pt x="1755" y="101"/>
                    </a:cubicBezTo>
                    <a:lnTo>
                      <a:pt x="1655" y="101"/>
                    </a:lnTo>
                    <a:lnTo>
                      <a:pt x="1655" y="201"/>
                    </a:lnTo>
                    <a:cubicBezTo>
                      <a:pt x="1655" y="201"/>
                      <a:pt x="1655" y="301"/>
                      <a:pt x="1554" y="301"/>
                    </a:cubicBezTo>
                    <a:cubicBezTo>
                      <a:pt x="1554" y="301"/>
                      <a:pt x="1554" y="212"/>
                      <a:pt x="1525" y="212"/>
                    </a:cubicBezTo>
                    <a:cubicBezTo>
                      <a:pt x="1510" y="212"/>
                      <a:pt x="1487" y="234"/>
                      <a:pt x="1454" y="301"/>
                    </a:cubicBezTo>
                    <a:cubicBezTo>
                      <a:pt x="1454" y="401"/>
                      <a:pt x="1454" y="401"/>
                      <a:pt x="1354" y="401"/>
                    </a:cubicBezTo>
                    <a:lnTo>
                      <a:pt x="1354" y="301"/>
                    </a:lnTo>
                    <a:lnTo>
                      <a:pt x="1254" y="301"/>
                    </a:lnTo>
                    <a:cubicBezTo>
                      <a:pt x="1254" y="301"/>
                      <a:pt x="1173" y="173"/>
                      <a:pt x="1141" y="173"/>
                    </a:cubicBezTo>
                    <a:cubicBezTo>
                      <a:pt x="1133" y="173"/>
                      <a:pt x="1128" y="181"/>
                      <a:pt x="1128" y="201"/>
                    </a:cubicBezTo>
                    <a:cubicBezTo>
                      <a:pt x="1128" y="201"/>
                      <a:pt x="1084" y="246"/>
                      <a:pt x="1054" y="246"/>
                    </a:cubicBezTo>
                    <a:cubicBezTo>
                      <a:pt x="1039" y="246"/>
                      <a:pt x="1028" y="234"/>
                      <a:pt x="1028" y="201"/>
                    </a:cubicBezTo>
                    <a:lnTo>
                      <a:pt x="1028" y="301"/>
                    </a:lnTo>
                    <a:cubicBezTo>
                      <a:pt x="1028" y="316"/>
                      <a:pt x="1026" y="322"/>
                      <a:pt x="1022" y="322"/>
                    </a:cubicBezTo>
                    <a:cubicBezTo>
                      <a:pt x="1004" y="322"/>
                      <a:pt x="951" y="180"/>
                      <a:pt x="934" y="180"/>
                    </a:cubicBezTo>
                    <a:cubicBezTo>
                      <a:pt x="930" y="180"/>
                      <a:pt x="928" y="186"/>
                      <a:pt x="928" y="201"/>
                    </a:cubicBezTo>
                    <a:lnTo>
                      <a:pt x="828" y="201"/>
                    </a:lnTo>
                    <a:cubicBezTo>
                      <a:pt x="828" y="181"/>
                      <a:pt x="823" y="173"/>
                      <a:pt x="817" y="173"/>
                    </a:cubicBezTo>
                    <a:cubicBezTo>
                      <a:pt x="791" y="173"/>
                      <a:pt x="727" y="301"/>
                      <a:pt x="727" y="301"/>
                    </a:cubicBezTo>
                    <a:lnTo>
                      <a:pt x="727" y="201"/>
                    </a:lnTo>
                    <a:lnTo>
                      <a:pt x="627" y="201"/>
                    </a:lnTo>
                    <a:cubicBezTo>
                      <a:pt x="627" y="251"/>
                      <a:pt x="596" y="276"/>
                      <a:pt x="564" y="276"/>
                    </a:cubicBezTo>
                    <a:cubicBezTo>
                      <a:pt x="533" y="276"/>
                      <a:pt x="502" y="251"/>
                      <a:pt x="502" y="201"/>
                    </a:cubicBezTo>
                    <a:lnTo>
                      <a:pt x="401" y="201"/>
                    </a:lnTo>
                    <a:cubicBezTo>
                      <a:pt x="401" y="272"/>
                      <a:pt x="351" y="343"/>
                      <a:pt x="322" y="343"/>
                    </a:cubicBezTo>
                    <a:cubicBezTo>
                      <a:pt x="310" y="343"/>
                      <a:pt x="301" y="331"/>
                      <a:pt x="301" y="301"/>
                    </a:cubicBezTo>
                    <a:lnTo>
                      <a:pt x="301" y="201"/>
                    </a:lnTo>
                    <a:cubicBezTo>
                      <a:pt x="268" y="234"/>
                      <a:pt x="245" y="246"/>
                      <a:pt x="231" y="246"/>
                    </a:cubicBezTo>
                    <a:cubicBezTo>
                      <a:pt x="201" y="246"/>
                      <a:pt x="201" y="201"/>
                      <a:pt x="201" y="201"/>
                    </a:cubicBezTo>
                    <a:cubicBezTo>
                      <a:pt x="201" y="201"/>
                      <a:pt x="201" y="151"/>
                      <a:pt x="188" y="151"/>
                    </a:cubicBezTo>
                    <a:cubicBezTo>
                      <a:pt x="176" y="151"/>
                      <a:pt x="151" y="201"/>
                      <a:pt x="101" y="401"/>
                    </a:cubicBezTo>
                    <a:cubicBezTo>
                      <a:pt x="101" y="527"/>
                      <a:pt x="0" y="627"/>
                      <a:pt x="0" y="727"/>
                    </a:cubicBezTo>
                    <a:lnTo>
                      <a:pt x="0" y="828"/>
                    </a:lnTo>
                    <a:cubicBezTo>
                      <a:pt x="101" y="828"/>
                      <a:pt x="101" y="928"/>
                      <a:pt x="101" y="928"/>
                    </a:cubicBezTo>
                    <a:lnTo>
                      <a:pt x="201" y="828"/>
                    </a:lnTo>
                    <a:cubicBezTo>
                      <a:pt x="301" y="828"/>
                      <a:pt x="301" y="928"/>
                      <a:pt x="301" y="928"/>
                    </a:cubicBezTo>
                    <a:cubicBezTo>
                      <a:pt x="401" y="928"/>
                      <a:pt x="401" y="1028"/>
                      <a:pt x="401" y="1028"/>
                    </a:cubicBezTo>
                    <a:lnTo>
                      <a:pt x="502" y="928"/>
                    </a:lnTo>
                    <a:lnTo>
                      <a:pt x="502" y="1028"/>
                    </a:lnTo>
                    <a:lnTo>
                      <a:pt x="627" y="1028"/>
                    </a:lnTo>
                    <a:cubicBezTo>
                      <a:pt x="627" y="978"/>
                      <a:pt x="652" y="953"/>
                      <a:pt x="677" y="953"/>
                    </a:cubicBezTo>
                    <a:cubicBezTo>
                      <a:pt x="702" y="953"/>
                      <a:pt x="727" y="978"/>
                      <a:pt x="727" y="1028"/>
                    </a:cubicBezTo>
                    <a:cubicBezTo>
                      <a:pt x="828" y="1028"/>
                      <a:pt x="828" y="1028"/>
                      <a:pt x="928" y="928"/>
                    </a:cubicBezTo>
                    <a:cubicBezTo>
                      <a:pt x="995" y="928"/>
                      <a:pt x="1017" y="839"/>
                      <a:pt x="1024" y="839"/>
                    </a:cubicBezTo>
                    <a:cubicBezTo>
                      <a:pt x="1028" y="839"/>
                      <a:pt x="1028" y="861"/>
                      <a:pt x="1028" y="928"/>
                    </a:cubicBezTo>
                    <a:lnTo>
                      <a:pt x="1254" y="928"/>
                    </a:lnTo>
                    <a:cubicBezTo>
                      <a:pt x="1254" y="928"/>
                      <a:pt x="1254" y="883"/>
                      <a:pt x="1283" y="883"/>
                    </a:cubicBezTo>
                    <a:cubicBezTo>
                      <a:pt x="1298" y="883"/>
                      <a:pt x="1320" y="894"/>
                      <a:pt x="1354" y="928"/>
                    </a:cubicBezTo>
                    <a:lnTo>
                      <a:pt x="1454" y="1028"/>
                    </a:lnTo>
                    <a:cubicBezTo>
                      <a:pt x="1454" y="1028"/>
                      <a:pt x="1454" y="928"/>
                      <a:pt x="1554" y="928"/>
                    </a:cubicBezTo>
                    <a:cubicBezTo>
                      <a:pt x="1554" y="878"/>
                      <a:pt x="1554" y="853"/>
                      <a:pt x="1567" y="853"/>
                    </a:cubicBezTo>
                    <a:cubicBezTo>
                      <a:pt x="1579" y="853"/>
                      <a:pt x="1604" y="878"/>
                      <a:pt x="1655" y="928"/>
                    </a:cubicBezTo>
                    <a:cubicBezTo>
                      <a:pt x="1755" y="928"/>
                      <a:pt x="1755" y="828"/>
                      <a:pt x="1755" y="828"/>
                    </a:cubicBezTo>
                    <a:cubicBezTo>
                      <a:pt x="1880" y="828"/>
                      <a:pt x="1880" y="727"/>
                      <a:pt x="1880" y="727"/>
                    </a:cubicBezTo>
                    <a:lnTo>
                      <a:pt x="1980" y="727"/>
                    </a:lnTo>
                    <a:cubicBezTo>
                      <a:pt x="2047" y="727"/>
                      <a:pt x="2070" y="772"/>
                      <a:pt x="2077" y="772"/>
                    </a:cubicBezTo>
                    <a:cubicBezTo>
                      <a:pt x="2081" y="772"/>
                      <a:pt x="2081" y="761"/>
                      <a:pt x="2081" y="727"/>
                    </a:cubicBezTo>
                    <a:lnTo>
                      <a:pt x="2181" y="727"/>
                    </a:lnTo>
                    <a:cubicBezTo>
                      <a:pt x="2248" y="727"/>
                      <a:pt x="2270" y="772"/>
                      <a:pt x="2277" y="772"/>
                    </a:cubicBezTo>
                    <a:cubicBezTo>
                      <a:pt x="2281" y="772"/>
                      <a:pt x="2281" y="761"/>
                      <a:pt x="2281" y="727"/>
                    </a:cubicBezTo>
                    <a:cubicBezTo>
                      <a:pt x="2281" y="727"/>
                      <a:pt x="2314" y="793"/>
                      <a:pt x="2342" y="793"/>
                    </a:cubicBezTo>
                    <a:cubicBezTo>
                      <a:pt x="2361" y="793"/>
                      <a:pt x="2378" y="763"/>
                      <a:pt x="2381" y="662"/>
                    </a:cubicBezTo>
                    <a:lnTo>
                      <a:pt x="2381" y="662"/>
                    </a:lnTo>
                    <a:cubicBezTo>
                      <a:pt x="2381" y="666"/>
                      <a:pt x="2380" y="669"/>
                      <a:pt x="2379" y="669"/>
                    </a:cubicBezTo>
                    <a:cubicBezTo>
                      <a:pt x="2373" y="669"/>
                      <a:pt x="2352" y="598"/>
                      <a:pt x="2281" y="527"/>
                    </a:cubicBezTo>
                    <a:cubicBezTo>
                      <a:pt x="2281" y="401"/>
                      <a:pt x="2181" y="101"/>
                      <a:pt x="2181" y="101"/>
                    </a:cubicBezTo>
                    <a:cubicBezTo>
                      <a:pt x="2147" y="67"/>
                      <a:pt x="2125" y="56"/>
                      <a:pt x="2110" y="56"/>
                    </a:cubicBezTo>
                    <a:cubicBezTo>
                      <a:pt x="2081" y="56"/>
                      <a:pt x="2081" y="101"/>
                      <a:pt x="2081" y="101"/>
                    </a:cubicBezTo>
                    <a:lnTo>
                      <a:pt x="198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7"/>
              <p:cNvSpPr/>
              <p:nvPr/>
            </p:nvSpPr>
            <p:spPr>
              <a:xfrm>
                <a:off x="7065650" y="2395225"/>
                <a:ext cx="104025" cy="204775"/>
              </a:xfrm>
              <a:custGeom>
                <a:rect b="b" l="l" r="r" t="t"/>
                <a:pathLst>
                  <a:path extrusionOk="0" h="8191" w="4161">
                    <a:moveTo>
                      <a:pt x="3234" y="1"/>
                    </a:moveTo>
                    <a:lnTo>
                      <a:pt x="2949" y="68"/>
                    </a:lnTo>
                    <a:lnTo>
                      <a:pt x="2949" y="68"/>
                    </a:lnTo>
                    <a:lnTo>
                      <a:pt x="2707" y="101"/>
                    </a:lnTo>
                    <a:cubicBezTo>
                      <a:pt x="2707" y="160"/>
                      <a:pt x="2707" y="219"/>
                      <a:pt x="2710" y="276"/>
                    </a:cubicBezTo>
                    <a:lnTo>
                      <a:pt x="2710" y="276"/>
                    </a:lnTo>
                    <a:cubicBezTo>
                      <a:pt x="2708" y="284"/>
                      <a:pt x="2707" y="292"/>
                      <a:pt x="2707" y="302"/>
                    </a:cubicBezTo>
                    <a:cubicBezTo>
                      <a:pt x="2707" y="320"/>
                      <a:pt x="2711" y="339"/>
                      <a:pt x="2716" y="357"/>
                    </a:cubicBezTo>
                    <a:lnTo>
                      <a:pt x="2716" y="357"/>
                    </a:lnTo>
                    <a:cubicBezTo>
                      <a:pt x="2722" y="417"/>
                      <a:pt x="2732" y="474"/>
                      <a:pt x="2751" y="525"/>
                    </a:cubicBezTo>
                    <a:lnTo>
                      <a:pt x="2751" y="525"/>
                    </a:lnTo>
                    <a:cubicBezTo>
                      <a:pt x="2748" y="558"/>
                      <a:pt x="2736" y="591"/>
                      <a:pt x="2707" y="628"/>
                    </a:cubicBezTo>
                    <a:cubicBezTo>
                      <a:pt x="2707" y="728"/>
                      <a:pt x="2807" y="828"/>
                      <a:pt x="2707" y="928"/>
                    </a:cubicBezTo>
                    <a:cubicBezTo>
                      <a:pt x="2607" y="1029"/>
                      <a:pt x="2807" y="1129"/>
                      <a:pt x="2807" y="1354"/>
                    </a:cubicBezTo>
                    <a:cubicBezTo>
                      <a:pt x="2807" y="1455"/>
                      <a:pt x="2607" y="1555"/>
                      <a:pt x="2607" y="1655"/>
                    </a:cubicBezTo>
                    <a:cubicBezTo>
                      <a:pt x="2507" y="1755"/>
                      <a:pt x="2381" y="1881"/>
                      <a:pt x="2381" y="1981"/>
                    </a:cubicBezTo>
                    <a:cubicBezTo>
                      <a:pt x="2281" y="2081"/>
                      <a:pt x="2081" y="2181"/>
                      <a:pt x="1980" y="2181"/>
                    </a:cubicBezTo>
                    <a:cubicBezTo>
                      <a:pt x="1755" y="2081"/>
                      <a:pt x="1755" y="2081"/>
                      <a:pt x="1655" y="2081"/>
                    </a:cubicBezTo>
                    <a:cubicBezTo>
                      <a:pt x="1554" y="1981"/>
                      <a:pt x="1454" y="1981"/>
                      <a:pt x="1354" y="1881"/>
                    </a:cubicBezTo>
                    <a:cubicBezTo>
                      <a:pt x="1254" y="1881"/>
                      <a:pt x="1028" y="1881"/>
                      <a:pt x="1028" y="1655"/>
                    </a:cubicBezTo>
                    <a:cubicBezTo>
                      <a:pt x="1028" y="1555"/>
                      <a:pt x="928" y="1129"/>
                      <a:pt x="928" y="1129"/>
                    </a:cubicBezTo>
                    <a:cubicBezTo>
                      <a:pt x="627" y="828"/>
                      <a:pt x="727" y="828"/>
                      <a:pt x="727" y="628"/>
                    </a:cubicBezTo>
                    <a:cubicBezTo>
                      <a:pt x="627" y="402"/>
                      <a:pt x="827" y="201"/>
                      <a:pt x="401" y="101"/>
                    </a:cubicBezTo>
                    <a:cubicBezTo>
                      <a:pt x="301" y="101"/>
                      <a:pt x="201" y="101"/>
                      <a:pt x="101" y="201"/>
                    </a:cubicBezTo>
                    <a:lnTo>
                      <a:pt x="0" y="201"/>
                    </a:lnTo>
                    <a:cubicBezTo>
                      <a:pt x="0" y="402"/>
                      <a:pt x="101" y="402"/>
                      <a:pt x="101" y="502"/>
                    </a:cubicBezTo>
                    <a:cubicBezTo>
                      <a:pt x="101" y="628"/>
                      <a:pt x="0" y="828"/>
                      <a:pt x="101" y="928"/>
                    </a:cubicBezTo>
                    <a:cubicBezTo>
                      <a:pt x="101" y="1029"/>
                      <a:pt x="201" y="1129"/>
                      <a:pt x="201" y="1254"/>
                    </a:cubicBezTo>
                    <a:cubicBezTo>
                      <a:pt x="101" y="1354"/>
                      <a:pt x="301" y="1455"/>
                      <a:pt x="401" y="1455"/>
                    </a:cubicBezTo>
                    <a:lnTo>
                      <a:pt x="401" y="1655"/>
                    </a:lnTo>
                    <a:cubicBezTo>
                      <a:pt x="401" y="1881"/>
                      <a:pt x="502" y="1881"/>
                      <a:pt x="627" y="1981"/>
                    </a:cubicBezTo>
                    <a:cubicBezTo>
                      <a:pt x="627" y="2181"/>
                      <a:pt x="727" y="2282"/>
                      <a:pt x="827" y="2382"/>
                    </a:cubicBezTo>
                    <a:cubicBezTo>
                      <a:pt x="928" y="2507"/>
                      <a:pt x="1128" y="2607"/>
                      <a:pt x="1254" y="2708"/>
                    </a:cubicBezTo>
                    <a:cubicBezTo>
                      <a:pt x="1454" y="2808"/>
                      <a:pt x="1655" y="2908"/>
                      <a:pt x="1880" y="2908"/>
                    </a:cubicBezTo>
                    <a:cubicBezTo>
                      <a:pt x="2081" y="2908"/>
                      <a:pt x="2281" y="2808"/>
                      <a:pt x="2507" y="2808"/>
                    </a:cubicBezTo>
                    <a:cubicBezTo>
                      <a:pt x="2607" y="2808"/>
                      <a:pt x="2707" y="2708"/>
                      <a:pt x="2707" y="2708"/>
                    </a:cubicBezTo>
                    <a:cubicBezTo>
                      <a:pt x="2807" y="2607"/>
                      <a:pt x="2807" y="2607"/>
                      <a:pt x="2908" y="2507"/>
                    </a:cubicBezTo>
                    <a:cubicBezTo>
                      <a:pt x="3034" y="2437"/>
                      <a:pt x="3090" y="2375"/>
                      <a:pt x="3132" y="2298"/>
                    </a:cubicBezTo>
                    <a:lnTo>
                      <a:pt x="3132" y="2298"/>
                    </a:lnTo>
                    <a:cubicBezTo>
                      <a:pt x="3133" y="2363"/>
                      <a:pt x="3133" y="2432"/>
                      <a:pt x="3133" y="2507"/>
                    </a:cubicBezTo>
                    <a:cubicBezTo>
                      <a:pt x="3133" y="2607"/>
                      <a:pt x="3234" y="2708"/>
                      <a:pt x="3234" y="2708"/>
                    </a:cubicBezTo>
                    <a:cubicBezTo>
                      <a:pt x="3133" y="2808"/>
                      <a:pt x="3234" y="3008"/>
                      <a:pt x="3234" y="3134"/>
                    </a:cubicBezTo>
                    <a:lnTo>
                      <a:pt x="3133" y="3535"/>
                    </a:lnTo>
                    <a:cubicBezTo>
                      <a:pt x="3133" y="3760"/>
                      <a:pt x="3234" y="3961"/>
                      <a:pt x="3334" y="4161"/>
                    </a:cubicBezTo>
                    <a:cubicBezTo>
                      <a:pt x="3434" y="4487"/>
                      <a:pt x="3434" y="4688"/>
                      <a:pt x="3334" y="4888"/>
                    </a:cubicBezTo>
                    <a:lnTo>
                      <a:pt x="3334" y="5314"/>
                    </a:lnTo>
                    <a:cubicBezTo>
                      <a:pt x="3434" y="5515"/>
                      <a:pt x="3434" y="5740"/>
                      <a:pt x="3434" y="5941"/>
                    </a:cubicBezTo>
                    <a:cubicBezTo>
                      <a:pt x="3434" y="6267"/>
                      <a:pt x="3534" y="6467"/>
                      <a:pt x="3534" y="6768"/>
                    </a:cubicBezTo>
                    <a:cubicBezTo>
                      <a:pt x="3434" y="6893"/>
                      <a:pt x="3434" y="6993"/>
                      <a:pt x="3434" y="7194"/>
                    </a:cubicBezTo>
                    <a:cubicBezTo>
                      <a:pt x="3434" y="7394"/>
                      <a:pt x="3434" y="7294"/>
                      <a:pt x="3334" y="7394"/>
                    </a:cubicBezTo>
                    <a:lnTo>
                      <a:pt x="2908" y="7394"/>
                    </a:lnTo>
                    <a:cubicBezTo>
                      <a:pt x="2807" y="7394"/>
                      <a:pt x="2607" y="7294"/>
                      <a:pt x="2507" y="7294"/>
                    </a:cubicBezTo>
                    <a:cubicBezTo>
                      <a:pt x="2507" y="7294"/>
                      <a:pt x="2381" y="7194"/>
                      <a:pt x="2381" y="7094"/>
                    </a:cubicBezTo>
                    <a:cubicBezTo>
                      <a:pt x="2315" y="7094"/>
                      <a:pt x="2248" y="7138"/>
                      <a:pt x="2181" y="7138"/>
                    </a:cubicBezTo>
                    <a:cubicBezTo>
                      <a:pt x="2147" y="7138"/>
                      <a:pt x="2114" y="7127"/>
                      <a:pt x="2081" y="7094"/>
                    </a:cubicBezTo>
                    <a:cubicBezTo>
                      <a:pt x="2081" y="7025"/>
                      <a:pt x="2128" y="6897"/>
                      <a:pt x="2092" y="6897"/>
                    </a:cubicBezTo>
                    <a:cubicBezTo>
                      <a:pt x="2076" y="6897"/>
                      <a:pt x="2043" y="6923"/>
                      <a:pt x="1980" y="6993"/>
                    </a:cubicBezTo>
                    <a:cubicBezTo>
                      <a:pt x="1980" y="6943"/>
                      <a:pt x="1955" y="6918"/>
                      <a:pt x="1915" y="6918"/>
                    </a:cubicBezTo>
                    <a:cubicBezTo>
                      <a:pt x="1874" y="6918"/>
                      <a:pt x="1817" y="6943"/>
                      <a:pt x="1755" y="6993"/>
                    </a:cubicBezTo>
                    <a:cubicBezTo>
                      <a:pt x="1655" y="7094"/>
                      <a:pt x="1454" y="7294"/>
                      <a:pt x="1454" y="7394"/>
                    </a:cubicBezTo>
                    <a:cubicBezTo>
                      <a:pt x="1454" y="7520"/>
                      <a:pt x="1655" y="7520"/>
                      <a:pt x="1655" y="7620"/>
                    </a:cubicBezTo>
                    <a:cubicBezTo>
                      <a:pt x="1880" y="7720"/>
                      <a:pt x="1980" y="7720"/>
                      <a:pt x="2081" y="7821"/>
                    </a:cubicBezTo>
                    <a:cubicBezTo>
                      <a:pt x="2181" y="7921"/>
                      <a:pt x="2381" y="8021"/>
                      <a:pt x="2607" y="8146"/>
                    </a:cubicBezTo>
                    <a:cubicBezTo>
                      <a:pt x="2741" y="8146"/>
                      <a:pt x="2830" y="8191"/>
                      <a:pt x="2904" y="8191"/>
                    </a:cubicBezTo>
                    <a:cubicBezTo>
                      <a:pt x="2941" y="8191"/>
                      <a:pt x="2975" y="8180"/>
                      <a:pt x="3008" y="8146"/>
                    </a:cubicBezTo>
                    <a:lnTo>
                      <a:pt x="3534" y="8146"/>
                    </a:lnTo>
                    <a:cubicBezTo>
                      <a:pt x="3635" y="8146"/>
                      <a:pt x="3760" y="8021"/>
                      <a:pt x="3860" y="8021"/>
                    </a:cubicBezTo>
                    <a:lnTo>
                      <a:pt x="3960" y="8021"/>
                    </a:lnTo>
                    <a:cubicBezTo>
                      <a:pt x="4061" y="8021"/>
                      <a:pt x="4061" y="7921"/>
                      <a:pt x="4061" y="7921"/>
                    </a:cubicBezTo>
                    <a:cubicBezTo>
                      <a:pt x="4061" y="7720"/>
                      <a:pt x="4061" y="7620"/>
                      <a:pt x="4161" y="7394"/>
                    </a:cubicBezTo>
                    <a:lnTo>
                      <a:pt x="4161" y="7194"/>
                    </a:lnTo>
                    <a:lnTo>
                      <a:pt x="4161" y="6993"/>
                    </a:lnTo>
                    <a:lnTo>
                      <a:pt x="4161" y="6367"/>
                    </a:lnTo>
                    <a:cubicBezTo>
                      <a:pt x="4161" y="6267"/>
                      <a:pt x="4061" y="6141"/>
                      <a:pt x="4061" y="6041"/>
                    </a:cubicBezTo>
                    <a:cubicBezTo>
                      <a:pt x="4161" y="5841"/>
                      <a:pt x="3960" y="5740"/>
                      <a:pt x="4061" y="5515"/>
                    </a:cubicBezTo>
                    <a:cubicBezTo>
                      <a:pt x="4061" y="5415"/>
                      <a:pt x="3960" y="5314"/>
                      <a:pt x="3960" y="5214"/>
                    </a:cubicBezTo>
                    <a:cubicBezTo>
                      <a:pt x="3960" y="5014"/>
                      <a:pt x="4161" y="4788"/>
                      <a:pt x="3960" y="4487"/>
                    </a:cubicBezTo>
                    <a:lnTo>
                      <a:pt x="3960" y="4061"/>
                    </a:lnTo>
                    <a:cubicBezTo>
                      <a:pt x="3960" y="3961"/>
                      <a:pt x="3960" y="3961"/>
                      <a:pt x="3860" y="3861"/>
                    </a:cubicBezTo>
                    <a:cubicBezTo>
                      <a:pt x="3860" y="3760"/>
                      <a:pt x="3760" y="3760"/>
                      <a:pt x="3860" y="3635"/>
                    </a:cubicBezTo>
                    <a:cubicBezTo>
                      <a:pt x="3960" y="3435"/>
                      <a:pt x="3960" y="3234"/>
                      <a:pt x="3860" y="3008"/>
                    </a:cubicBezTo>
                    <a:cubicBezTo>
                      <a:pt x="3860" y="2808"/>
                      <a:pt x="3860" y="2708"/>
                      <a:pt x="3760" y="2507"/>
                    </a:cubicBezTo>
                    <a:cubicBezTo>
                      <a:pt x="3760" y="2282"/>
                      <a:pt x="3960" y="2081"/>
                      <a:pt x="3760" y="1881"/>
                    </a:cubicBezTo>
                    <a:cubicBezTo>
                      <a:pt x="3635" y="1755"/>
                      <a:pt x="3760" y="1655"/>
                      <a:pt x="3760" y="1555"/>
                    </a:cubicBezTo>
                    <a:cubicBezTo>
                      <a:pt x="3760" y="1455"/>
                      <a:pt x="3635" y="1354"/>
                      <a:pt x="3635" y="1129"/>
                    </a:cubicBezTo>
                    <a:cubicBezTo>
                      <a:pt x="3635" y="1045"/>
                      <a:pt x="3635" y="960"/>
                      <a:pt x="3575" y="876"/>
                    </a:cubicBezTo>
                    <a:lnTo>
                      <a:pt x="3575" y="876"/>
                    </a:lnTo>
                    <a:cubicBezTo>
                      <a:pt x="3583" y="617"/>
                      <a:pt x="3509" y="325"/>
                      <a:pt x="3434" y="101"/>
                    </a:cubicBezTo>
                    <a:lnTo>
                      <a:pt x="3434" y="1"/>
                    </a:lnTo>
                    <a:lnTo>
                      <a:pt x="3234" y="29"/>
                    </a:lnTo>
                    <a:lnTo>
                      <a:pt x="3234" y="29"/>
                    </a:lnTo>
                    <a:cubicBezTo>
                      <a:pt x="3234" y="20"/>
                      <a:pt x="3234" y="11"/>
                      <a:pt x="32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7"/>
              <p:cNvSpPr/>
              <p:nvPr/>
            </p:nvSpPr>
            <p:spPr>
              <a:xfrm>
                <a:off x="7222300" y="2366425"/>
                <a:ext cx="28200" cy="117175"/>
              </a:xfrm>
              <a:custGeom>
                <a:rect b="b" l="l" r="r" t="t"/>
                <a:pathLst>
                  <a:path extrusionOk="0" h="4687" w="1128">
                    <a:moveTo>
                      <a:pt x="301" y="0"/>
                    </a:moveTo>
                    <a:cubicBezTo>
                      <a:pt x="201" y="100"/>
                      <a:pt x="301" y="100"/>
                      <a:pt x="301" y="100"/>
                    </a:cubicBezTo>
                    <a:cubicBezTo>
                      <a:pt x="301" y="201"/>
                      <a:pt x="201" y="201"/>
                      <a:pt x="201" y="201"/>
                    </a:cubicBezTo>
                    <a:cubicBezTo>
                      <a:pt x="201" y="201"/>
                      <a:pt x="301" y="301"/>
                      <a:pt x="201" y="301"/>
                    </a:cubicBezTo>
                    <a:cubicBezTo>
                      <a:pt x="100" y="301"/>
                      <a:pt x="201" y="401"/>
                      <a:pt x="301" y="401"/>
                    </a:cubicBezTo>
                    <a:lnTo>
                      <a:pt x="201" y="401"/>
                    </a:lnTo>
                    <a:cubicBezTo>
                      <a:pt x="100" y="401"/>
                      <a:pt x="201" y="526"/>
                      <a:pt x="201" y="526"/>
                    </a:cubicBezTo>
                    <a:lnTo>
                      <a:pt x="201" y="627"/>
                    </a:lnTo>
                    <a:cubicBezTo>
                      <a:pt x="100" y="727"/>
                      <a:pt x="201" y="727"/>
                      <a:pt x="201" y="727"/>
                    </a:cubicBezTo>
                    <a:cubicBezTo>
                      <a:pt x="100" y="827"/>
                      <a:pt x="100" y="827"/>
                      <a:pt x="100" y="927"/>
                    </a:cubicBezTo>
                    <a:cubicBezTo>
                      <a:pt x="100" y="927"/>
                      <a:pt x="201" y="1028"/>
                      <a:pt x="100" y="1028"/>
                    </a:cubicBezTo>
                    <a:lnTo>
                      <a:pt x="100" y="1153"/>
                    </a:lnTo>
                    <a:lnTo>
                      <a:pt x="100" y="1253"/>
                    </a:lnTo>
                    <a:cubicBezTo>
                      <a:pt x="100" y="1353"/>
                      <a:pt x="201" y="1454"/>
                      <a:pt x="100" y="1454"/>
                    </a:cubicBezTo>
                    <a:cubicBezTo>
                      <a:pt x="0" y="1554"/>
                      <a:pt x="0" y="1654"/>
                      <a:pt x="100" y="1780"/>
                    </a:cubicBezTo>
                    <a:cubicBezTo>
                      <a:pt x="201" y="1880"/>
                      <a:pt x="100" y="1880"/>
                      <a:pt x="100" y="1980"/>
                    </a:cubicBezTo>
                    <a:cubicBezTo>
                      <a:pt x="100" y="1980"/>
                      <a:pt x="301" y="2080"/>
                      <a:pt x="100" y="2080"/>
                    </a:cubicBezTo>
                    <a:cubicBezTo>
                      <a:pt x="0" y="2080"/>
                      <a:pt x="100" y="2181"/>
                      <a:pt x="100" y="2181"/>
                    </a:cubicBezTo>
                    <a:lnTo>
                      <a:pt x="100" y="2281"/>
                    </a:lnTo>
                    <a:cubicBezTo>
                      <a:pt x="201" y="2406"/>
                      <a:pt x="201" y="2506"/>
                      <a:pt x="100" y="2506"/>
                    </a:cubicBezTo>
                    <a:cubicBezTo>
                      <a:pt x="100" y="2607"/>
                      <a:pt x="201" y="2607"/>
                      <a:pt x="201" y="2607"/>
                    </a:cubicBezTo>
                    <a:cubicBezTo>
                      <a:pt x="0" y="2607"/>
                      <a:pt x="100" y="2707"/>
                      <a:pt x="100" y="2707"/>
                    </a:cubicBezTo>
                    <a:lnTo>
                      <a:pt x="100" y="2807"/>
                    </a:lnTo>
                    <a:cubicBezTo>
                      <a:pt x="0" y="2907"/>
                      <a:pt x="100" y="3033"/>
                      <a:pt x="201" y="3033"/>
                    </a:cubicBezTo>
                    <a:lnTo>
                      <a:pt x="201" y="3233"/>
                    </a:lnTo>
                    <a:lnTo>
                      <a:pt x="100" y="3333"/>
                    </a:lnTo>
                    <a:cubicBezTo>
                      <a:pt x="201" y="3434"/>
                      <a:pt x="201" y="3534"/>
                      <a:pt x="201" y="3534"/>
                    </a:cubicBezTo>
                    <a:cubicBezTo>
                      <a:pt x="201" y="3659"/>
                      <a:pt x="301" y="3759"/>
                      <a:pt x="301" y="3759"/>
                    </a:cubicBezTo>
                    <a:lnTo>
                      <a:pt x="301" y="3960"/>
                    </a:lnTo>
                    <a:cubicBezTo>
                      <a:pt x="301" y="4060"/>
                      <a:pt x="201" y="4060"/>
                      <a:pt x="301" y="4160"/>
                    </a:cubicBezTo>
                    <a:lnTo>
                      <a:pt x="301" y="4486"/>
                    </a:lnTo>
                    <a:cubicBezTo>
                      <a:pt x="301" y="4486"/>
                      <a:pt x="201" y="4486"/>
                      <a:pt x="201" y="4587"/>
                    </a:cubicBezTo>
                    <a:lnTo>
                      <a:pt x="301" y="4587"/>
                    </a:lnTo>
                    <a:cubicBezTo>
                      <a:pt x="301" y="4687"/>
                      <a:pt x="100" y="4687"/>
                      <a:pt x="301" y="4687"/>
                    </a:cubicBezTo>
                    <a:lnTo>
                      <a:pt x="501" y="4687"/>
                    </a:lnTo>
                    <a:cubicBezTo>
                      <a:pt x="627" y="4687"/>
                      <a:pt x="927" y="4687"/>
                      <a:pt x="927" y="4587"/>
                    </a:cubicBezTo>
                    <a:cubicBezTo>
                      <a:pt x="927" y="4486"/>
                      <a:pt x="927" y="4486"/>
                      <a:pt x="1028" y="4286"/>
                    </a:cubicBezTo>
                    <a:cubicBezTo>
                      <a:pt x="1128" y="4160"/>
                      <a:pt x="1028" y="4160"/>
                      <a:pt x="1028" y="4060"/>
                    </a:cubicBezTo>
                    <a:cubicBezTo>
                      <a:pt x="1028" y="4060"/>
                      <a:pt x="927" y="3960"/>
                      <a:pt x="1028" y="3960"/>
                    </a:cubicBezTo>
                    <a:cubicBezTo>
                      <a:pt x="1028" y="3860"/>
                      <a:pt x="927" y="3860"/>
                      <a:pt x="927" y="3860"/>
                    </a:cubicBezTo>
                    <a:lnTo>
                      <a:pt x="927" y="3659"/>
                    </a:lnTo>
                    <a:lnTo>
                      <a:pt x="827" y="3534"/>
                    </a:lnTo>
                    <a:cubicBezTo>
                      <a:pt x="927" y="3534"/>
                      <a:pt x="827" y="3434"/>
                      <a:pt x="827" y="3434"/>
                    </a:cubicBezTo>
                    <a:lnTo>
                      <a:pt x="727" y="3333"/>
                    </a:lnTo>
                    <a:cubicBezTo>
                      <a:pt x="727" y="3233"/>
                      <a:pt x="927" y="3233"/>
                      <a:pt x="827" y="3133"/>
                    </a:cubicBezTo>
                    <a:cubicBezTo>
                      <a:pt x="727" y="3133"/>
                      <a:pt x="827" y="3033"/>
                      <a:pt x="827" y="3033"/>
                    </a:cubicBezTo>
                    <a:cubicBezTo>
                      <a:pt x="827" y="3033"/>
                      <a:pt x="727" y="3033"/>
                      <a:pt x="727" y="2907"/>
                    </a:cubicBezTo>
                    <a:cubicBezTo>
                      <a:pt x="827" y="2807"/>
                      <a:pt x="827" y="2807"/>
                      <a:pt x="827" y="2707"/>
                    </a:cubicBezTo>
                    <a:cubicBezTo>
                      <a:pt x="727" y="2707"/>
                      <a:pt x="827" y="2607"/>
                      <a:pt x="827" y="2607"/>
                    </a:cubicBezTo>
                    <a:cubicBezTo>
                      <a:pt x="727" y="2506"/>
                      <a:pt x="1028" y="2406"/>
                      <a:pt x="827" y="2406"/>
                    </a:cubicBezTo>
                    <a:lnTo>
                      <a:pt x="827" y="2281"/>
                    </a:lnTo>
                    <a:lnTo>
                      <a:pt x="827" y="2181"/>
                    </a:lnTo>
                    <a:cubicBezTo>
                      <a:pt x="927" y="2181"/>
                      <a:pt x="827" y="2080"/>
                      <a:pt x="827" y="2080"/>
                    </a:cubicBezTo>
                    <a:cubicBezTo>
                      <a:pt x="627" y="2080"/>
                      <a:pt x="927" y="1980"/>
                      <a:pt x="927" y="1980"/>
                    </a:cubicBezTo>
                    <a:cubicBezTo>
                      <a:pt x="827" y="1880"/>
                      <a:pt x="727" y="1880"/>
                      <a:pt x="727" y="1880"/>
                    </a:cubicBezTo>
                    <a:lnTo>
                      <a:pt x="827" y="1780"/>
                    </a:lnTo>
                    <a:lnTo>
                      <a:pt x="827" y="1654"/>
                    </a:lnTo>
                    <a:cubicBezTo>
                      <a:pt x="927" y="1654"/>
                      <a:pt x="827" y="1554"/>
                      <a:pt x="927" y="1554"/>
                    </a:cubicBezTo>
                    <a:lnTo>
                      <a:pt x="827" y="1454"/>
                    </a:lnTo>
                    <a:cubicBezTo>
                      <a:pt x="727" y="1353"/>
                      <a:pt x="827" y="1353"/>
                      <a:pt x="827" y="1353"/>
                    </a:cubicBezTo>
                    <a:cubicBezTo>
                      <a:pt x="827" y="1253"/>
                      <a:pt x="927" y="1253"/>
                      <a:pt x="927" y="1153"/>
                    </a:cubicBezTo>
                    <a:cubicBezTo>
                      <a:pt x="827" y="1153"/>
                      <a:pt x="827" y="1028"/>
                      <a:pt x="827" y="927"/>
                    </a:cubicBezTo>
                    <a:cubicBezTo>
                      <a:pt x="927" y="827"/>
                      <a:pt x="927" y="827"/>
                      <a:pt x="827" y="727"/>
                    </a:cubicBezTo>
                    <a:cubicBezTo>
                      <a:pt x="827" y="627"/>
                      <a:pt x="727" y="627"/>
                      <a:pt x="827" y="627"/>
                    </a:cubicBezTo>
                    <a:cubicBezTo>
                      <a:pt x="927" y="526"/>
                      <a:pt x="927" y="401"/>
                      <a:pt x="927" y="401"/>
                    </a:cubicBezTo>
                    <a:cubicBezTo>
                      <a:pt x="827" y="301"/>
                      <a:pt x="827" y="301"/>
                      <a:pt x="827" y="201"/>
                    </a:cubicBezTo>
                    <a:cubicBezTo>
                      <a:pt x="927" y="201"/>
                      <a:pt x="1028" y="100"/>
                      <a:pt x="627" y="100"/>
                    </a:cubicBezTo>
                    <a:cubicBezTo>
                      <a:pt x="627" y="0"/>
                      <a:pt x="501" y="0"/>
                      <a:pt x="4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7"/>
              <p:cNvSpPr/>
              <p:nvPr/>
            </p:nvSpPr>
            <p:spPr>
              <a:xfrm>
                <a:off x="7209125" y="2519150"/>
                <a:ext cx="38875" cy="49525"/>
              </a:xfrm>
              <a:custGeom>
                <a:rect b="b" l="l" r="r" t="t"/>
                <a:pathLst>
                  <a:path extrusionOk="0" h="1981" w="1555">
                    <a:moveTo>
                      <a:pt x="928" y="1184"/>
                    </a:moveTo>
                    <a:cubicBezTo>
                      <a:pt x="915" y="1184"/>
                      <a:pt x="905" y="1187"/>
                      <a:pt x="898" y="1191"/>
                    </a:cubicBezTo>
                    <a:lnTo>
                      <a:pt x="898" y="1191"/>
                    </a:lnTo>
                    <a:cubicBezTo>
                      <a:pt x="888" y="1184"/>
                      <a:pt x="865" y="1184"/>
                      <a:pt x="828" y="1184"/>
                    </a:cubicBezTo>
                    <a:close/>
                    <a:moveTo>
                      <a:pt x="887" y="1236"/>
                    </a:moveTo>
                    <a:lnTo>
                      <a:pt x="878" y="1247"/>
                    </a:lnTo>
                    <a:lnTo>
                      <a:pt x="878" y="1247"/>
                    </a:lnTo>
                    <a:lnTo>
                      <a:pt x="928" y="1310"/>
                    </a:lnTo>
                    <a:cubicBezTo>
                      <a:pt x="928" y="1310"/>
                      <a:pt x="897" y="1271"/>
                      <a:pt x="887" y="1236"/>
                    </a:cubicBezTo>
                    <a:close/>
                    <a:moveTo>
                      <a:pt x="928" y="1184"/>
                    </a:moveTo>
                    <a:lnTo>
                      <a:pt x="928" y="1310"/>
                    </a:lnTo>
                    <a:cubicBezTo>
                      <a:pt x="878" y="1360"/>
                      <a:pt x="853" y="1385"/>
                      <a:pt x="840" y="1385"/>
                    </a:cubicBezTo>
                    <a:cubicBezTo>
                      <a:pt x="828" y="1385"/>
                      <a:pt x="828" y="1360"/>
                      <a:pt x="828" y="1310"/>
                    </a:cubicBezTo>
                    <a:lnTo>
                      <a:pt x="878" y="1247"/>
                    </a:lnTo>
                    <a:lnTo>
                      <a:pt x="878" y="1247"/>
                    </a:lnTo>
                    <a:lnTo>
                      <a:pt x="878" y="1246"/>
                    </a:lnTo>
                    <a:lnTo>
                      <a:pt x="878" y="1246"/>
                    </a:lnTo>
                    <a:cubicBezTo>
                      <a:pt x="881" y="1242"/>
                      <a:pt x="884" y="1238"/>
                      <a:pt x="886" y="1234"/>
                    </a:cubicBezTo>
                    <a:lnTo>
                      <a:pt x="886" y="1234"/>
                    </a:lnTo>
                    <a:cubicBezTo>
                      <a:pt x="886" y="1235"/>
                      <a:pt x="887" y="1236"/>
                      <a:pt x="887" y="1236"/>
                    </a:cubicBezTo>
                    <a:lnTo>
                      <a:pt x="887" y="1236"/>
                    </a:lnTo>
                    <a:lnTo>
                      <a:pt x="928" y="1184"/>
                    </a:lnTo>
                    <a:close/>
                    <a:moveTo>
                      <a:pt x="828" y="1"/>
                    </a:moveTo>
                    <a:cubicBezTo>
                      <a:pt x="761" y="1"/>
                      <a:pt x="694" y="57"/>
                      <a:pt x="627" y="57"/>
                    </a:cubicBezTo>
                    <a:lnTo>
                      <a:pt x="527" y="57"/>
                    </a:lnTo>
                    <a:cubicBezTo>
                      <a:pt x="402" y="157"/>
                      <a:pt x="402" y="257"/>
                      <a:pt x="201" y="357"/>
                    </a:cubicBezTo>
                    <a:cubicBezTo>
                      <a:pt x="101" y="458"/>
                      <a:pt x="101" y="558"/>
                      <a:pt x="101" y="683"/>
                    </a:cubicBezTo>
                    <a:lnTo>
                      <a:pt x="101" y="984"/>
                    </a:lnTo>
                    <a:cubicBezTo>
                      <a:pt x="101" y="984"/>
                      <a:pt x="302" y="984"/>
                      <a:pt x="101" y="1084"/>
                    </a:cubicBezTo>
                    <a:cubicBezTo>
                      <a:pt x="1" y="1084"/>
                      <a:pt x="101" y="1184"/>
                      <a:pt x="101" y="1184"/>
                    </a:cubicBezTo>
                    <a:cubicBezTo>
                      <a:pt x="101" y="1184"/>
                      <a:pt x="101" y="1310"/>
                      <a:pt x="201" y="1310"/>
                    </a:cubicBezTo>
                    <a:cubicBezTo>
                      <a:pt x="201" y="1410"/>
                      <a:pt x="302" y="1510"/>
                      <a:pt x="302" y="1610"/>
                    </a:cubicBezTo>
                    <a:lnTo>
                      <a:pt x="402" y="1610"/>
                    </a:lnTo>
                    <a:cubicBezTo>
                      <a:pt x="302" y="1711"/>
                      <a:pt x="402" y="1711"/>
                      <a:pt x="402" y="1711"/>
                    </a:cubicBezTo>
                    <a:cubicBezTo>
                      <a:pt x="527" y="1811"/>
                      <a:pt x="527" y="1811"/>
                      <a:pt x="627" y="1936"/>
                    </a:cubicBezTo>
                    <a:cubicBezTo>
                      <a:pt x="661" y="1970"/>
                      <a:pt x="694" y="1981"/>
                      <a:pt x="728" y="1981"/>
                    </a:cubicBezTo>
                    <a:cubicBezTo>
                      <a:pt x="794" y="1981"/>
                      <a:pt x="861" y="1936"/>
                      <a:pt x="928" y="1936"/>
                    </a:cubicBezTo>
                    <a:lnTo>
                      <a:pt x="1028" y="1811"/>
                    </a:lnTo>
                    <a:cubicBezTo>
                      <a:pt x="1154" y="1811"/>
                      <a:pt x="1254" y="1711"/>
                      <a:pt x="1354" y="1711"/>
                    </a:cubicBezTo>
                    <a:lnTo>
                      <a:pt x="1454" y="1610"/>
                    </a:lnTo>
                    <a:lnTo>
                      <a:pt x="1454" y="1310"/>
                    </a:lnTo>
                    <a:cubicBezTo>
                      <a:pt x="1555" y="1184"/>
                      <a:pt x="1454" y="1084"/>
                      <a:pt x="1454" y="984"/>
                    </a:cubicBezTo>
                    <a:lnTo>
                      <a:pt x="1454" y="884"/>
                    </a:lnTo>
                    <a:cubicBezTo>
                      <a:pt x="1441" y="856"/>
                      <a:pt x="1431" y="833"/>
                      <a:pt x="1424" y="812"/>
                    </a:cubicBezTo>
                    <a:lnTo>
                      <a:pt x="1424" y="812"/>
                    </a:lnTo>
                    <a:cubicBezTo>
                      <a:pt x="1496" y="735"/>
                      <a:pt x="1555" y="654"/>
                      <a:pt x="1555" y="558"/>
                    </a:cubicBezTo>
                    <a:cubicBezTo>
                      <a:pt x="1555" y="458"/>
                      <a:pt x="1354" y="458"/>
                      <a:pt x="1354" y="357"/>
                    </a:cubicBezTo>
                    <a:cubicBezTo>
                      <a:pt x="1354" y="257"/>
                      <a:pt x="1354" y="157"/>
                      <a:pt x="1254" y="57"/>
                    </a:cubicBezTo>
                    <a:lnTo>
                      <a:pt x="928" y="57"/>
                    </a:lnTo>
                    <a:cubicBezTo>
                      <a:pt x="895" y="15"/>
                      <a:pt x="861" y="1"/>
                      <a:pt x="8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43" name="Google Shape;2643;p67"/>
          <p:cNvGrpSpPr/>
          <p:nvPr/>
        </p:nvGrpSpPr>
        <p:grpSpPr>
          <a:xfrm>
            <a:off x="6640775" y="4071300"/>
            <a:ext cx="113775" cy="211325"/>
            <a:chOff x="6778900" y="4105625"/>
            <a:chExt cx="113775" cy="211325"/>
          </a:xfrm>
        </p:grpSpPr>
        <p:sp>
          <p:nvSpPr>
            <p:cNvPr id="2644" name="Google Shape;2644;p67"/>
            <p:cNvSpPr/>
            <p:nvPr/>
          </p:nvSpPr>
          <p:spPr>
            <a:xfrm>
              <a:off x="6810425" y="4105625"/>
              <a:ext cx="30300" cy="211325"/>
            </a:xfrm>
            <a:custGeom>
              <a:rect b="b" l="l" r="r" t="t"/>
              <a:pathLst>
                <a:path extrusionOk="0" h="8453" w="1212">
                  <a:moveTo>
                    <a:pt x="312" y="0"/>
                  </a:moveTo>
                  <a:cubicBezTo>
                    <a:pt x="154" y="0"/>
                    <a:pt x="1" y="107"/>
                    <a:pt x="59" y="282"/>
                  </a:cubicBezTo>
                  <a:cubicBezTo>
                    <a:pt x="485" y="2889"/>
                    <a:pt x="686" y="5620"/>
                    <a:pt x="585" y="8227"/>
                  </a:cubicBezTo>
                  <a:cubicBezTo>
                    <a:pt x="585" y="8377"/>
                    <a:pt x="717" y="8453"/>
                    <a:pt x="848" y="8453"/>
                  </a:cubicBezTo>
                  <a:cubicBezTo>
                    <a:pt x="980" y="8453"/>
                    <a:pt x="1112" y="8377"/>
                    <a:pt x="1112" y="8227"/>
                  </a:cubicBezTo>
                  <a:cubicBezTo>
                    <a:pt x="1212" y="5520"/>
                    <a:pt x="1011" y="2889"/>
                    <a:pt x="585" y="182"/>
                  </a:cubicBezTo>
                  <a:cubicBezTo>
                    <a:pt x="543" y="56"/>
                    <a:pt x="427" y="0"/>
                    <a:pt x="3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7"/>
            <p:cNvSpPr/>
            <p:nvPr/>
          </p:nvSpPr>
          <p:spPr>
            <a:xfrm>
              <a:off x="6778900" y="4211800"/>
              <a:ext cx="113775" cy="24825"/>
            </a:xfrm>
            <a:custGeom>
              <a:rect b="b" l="l" r="r" t="t"/>
              <a:pathLst>
                <a:path extrusionOk="0" h="993" w="4551">
                  <a:moveTo>
                    <a:pt x="297" y="1"/>
                  </a:moveTo>
                  <a:cubicBezTo>
                    <a:pt x="50" y="1"/>
                    <a:pt x="1" y="432"/>
                    <a:pt x="292" y="521"/>
                  </a:cubicBezTo>
                  <a:cubicBezTo>
                    <a:pt x="1028" y="830"/>
                    <a:pt x="1799" y="993"/>
                    <a:pt x="2583" y="993"/>
                  </a:cubicBezTo>
                  <a:cubicBezTo>
                    <a:pt x="3135" y="993"/>
                    <a:pt x="3694" y="912"/>
                    <a:pt x="4252" y="747"/>
                  </a:cubicBezTo>
                  <a:cubicBezTo>
                    <a:pt x="4550" y="655"/>
                    <a:pt x="4387" y="208"/>
                    <a:pt x="4128" y="208"/>
                  </a:cubicBezTo>
                  <a:cubicBezTo>
                    <a:pt x="4103" y="208"/>
                    <a:pt x="4078" y="212"/>
                    <a:pt x="4052" y="221"/>
                  </a:cubicBezTo>
                  <a:cubicBezTo>
                    <a:pt x="3534" y="397"/>
                    <a:pt x="3032" y="479"/>
                    <a:pt x="2534" y="479"/>
                  </a:cubicBezTo>
                  <a:cubicBezTo>
                    <a:pt x="1828" y="479"/>
                    <a:pt x="1128" y="314"/>
                    <a:pt x="393" y="20"/>
                  </a:cubicBezTo>
                  <a:cubicBezTo>
                    <a:pt x="358" y="7"/>
                    <a:pt x="327" y="1"/>
                    <a:pt x="2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7"/>
            <p:cNvSpPr/>
            <p:nvPr/>
          </p:nvSpPr>
          <p:spPr>
            <a:xfrm>
              <a:off x="6782200" y="4187875"/>
              <a:ext cx="82900" cy="85875"/>
            </a:xfrm>
            <a:custGeom>
              <a:rect b="b" l="l" r="r" t="t"/>
              <a:pathLst>
                <a:path extrusionOk="0" h="3435" w="3316">
                  <a:moveTo>
                    <a:pt x="395" y="1"/>
                  </a:moveTo>
                  <a:cubicBezTo>
                    <a:pt x="219" y="1"/>
                    <a:pt x="0" y="220"/>
                    <a:pt x="160" y="451"/>
                  </a:cubicBezTo>
                  <a:cubicBezTo>
                    <a:pt x="887" y="1604"/>
                    <a:pt x="1714" y="2531"/>
                    <a:pt x="2767" y="3358"/>
                  </a:cubicBezTo>
                  <a:cubicBezTo>
                    <a:pt x="2815" y="3412"/>
                    <a:pt x="2876" y="3434"/>
                    <a:pt x="2937" y="3434"/>
                  </a:cubicBezTo>
                  <a:cubicBezTo>
                    <a:pt x="3129" y="3434"/>
                    <a:pt x="3315" y="3210"/>
                    <a:pt x="3068" y="3057"/>
                  </a:cubicBezTo>
                  <a:cubicBezTo>
                    <a:pt x="2140" y="2230"/>
                    <a:pt x="1313" y="1278"/>
                    <a:pt x="561" y="125"/>
                  </a:cubicBezTo>
                  <a:cubicBezTo>
                    <a:pt x="532" y="38"/>
                    <a:pt x="467" y="1"/>
                    <a:pt x="3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7"/>
            <p:cNvSpPr/>
            <p:nvPr/>
          </p:nvSpPr>
          <p:spPr>
            <a:xfrm>
              <a:off x="6790100" y="4194325"/>
              <a:ext cx="59875" cy="74525"/>
            </a:xfrm>
            <a:custGeom>
              <a:rect b="b" l="l" r="r" t="t"/>
              <a:pathLst>
                <a:path extrusionOk="0" h="2981" w="2395">
                  <a:moveTo>
                    <a:pt x="1986" y="1"/>
                  </a:moveTo>
                  <a:cubicBezTo>
                    <a:pt x="1915" y="1"/>
                    <a:pt x="1853" y="29"/>
                    <a:pt x="1824" y="92"/>
                  </a:cubicBezTo>
                  <a:cubicBezTo>
                    <a:pt x="1198" y="920"/>
                    <a:pt x="671" y="1747"/>
                    <a:pt x="145" y="2599"/>
                  </a:cubicBezTo>
                  <a:cubicBezTo>
                    <a:pt x="1" y="2816"/>
                    <a:pt x="182" y="2980"/>
                    <a:pt x="369" y="2980"/>
                  </a:cubicBezTo>
                  <a:cubicBezTo>
                    <a:pt x="442" y="2980"/>
                    <a:pt x="515" y="2955"/>
                    <a:pt x="571" y="2900"/>
                  </a:cubicBezTo>
                  <a:cubicBezTo>
                    <a:pt x="1098" y="2072"/>
                    <a:pt x="1724" y="1220"/>
                    <a:pt x="2250" y="393"/>
                  </a:cubicBezTo>
                  <a:cubicBezTo>
                    <a:pt x="2394" y="178"/>
                    <a:pt x="2165" y="1"/>
                    <a:pt x="19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8" name="Google Shape;2648;p67"/>
          <p:cNvGrpSpPr/>
          <p:nvPr/>
        </p:nvGrpSpPr>
        <p:grpSpPr>
          <a:xfrm>
            <a:off x="898753" y="2440230"/>
            <a:ext cx="79099" cy="142556"/>
            <a:chOff x="2497078" y="3706830"/>
            <a:chExt cx="79099" cy="142556"/>
          </a:xfrm>
        </p:grpSpPr>
        <p:sp>
          <p:nvSpPr>
            <p:cNvPr id="2649" name="Google Shape;2649;p67"/>
            <p:cNvSpPr/>
            <p:nvPr/>
          </p:nvSpPr>
          <p:spPr>
            <a:xfrm>
              <a:off x="2519311" y="3706830"/>
              <a:ext cx="46729" cy="142556"/>
            </a:xfrm>
            <a:custGeom>
              <a:rect b="b" l="l" r="r" t="t"/>
              <a:pathLst>
                <a:path extrusionOk="0" h="8002" w="2623">
                  <a:moveTo>
                    <a:pt x="2316" y="1"/>
                  </a:moveTo>
                  <a:cubicBezTo>
                    <a:pt x="2201" y="1"/>
                    <a:pt x="2081" y="62"/>
                    <a:pt x="2039" y="201"/>
                  </a:cubicBezTo>
                  <a:cubicBezTo>
                    <a:pt x="1412" y="2707"/>
                    <a:pt x="786" y="5213"/>
                    <a:pt x="59" y="7720"/>
                  </a:cubicBezTo>
                  <a:cubicBezTo>
                    <a:pt x="1" y="7894"/>
                    <a:pt x="154" y="8001"/>
                    <a:pt x="312" y="8001"/>
                  </a:cubicBezTo>
                  <a:cubicBezTo>
                    <a:pt x="426" y="8001"/>
                    <a:pt x="543" y="7946"/>
                    <a:pt x="585" y="7820"/>
                  </a:cubicBezTo>
                  <a:cubicBezTo>
                    <a:pt x="1212" y="5314"/>
                    <a:pt x="1938" y="2807"/>
                    <a:pt x="2565" y="301"/>
                  </a:cubicBezTo>
                  <a:cubicBezTo>
                    <a:pt x="2623" y="114"/>
                    <a:pt x="2473" y="1"/>
                    <a:pt x="23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7"/>
            <p:cNvSpPr/>
            <p:nvPr/>
          </p:nvSpPr>
          <p:spPr>
            <a:xfrm>
              <a:off x="2497078" y="3768969"/>
              <a:ext cx="79099" cy="30749"/>
            </a:xfrm>
            <a:custGeom>
              <a:rect b="b" l="l" r="r" t="t"/>
              <a:pathLst>
                <a:path extrusionOk="0" h="1726" w="4440">
                  <a:moveTo>
                    <a:pt x="370" y="1"/>
                  </a:moveTo>
                  <a:cubicBezTo>
                    <a:pt x="174" y="1"/>
                    <a:pt x="1" y="388"/>
                    <a:pt x="254" y="472"/>
                  </a:cubicBezTo>
                  <a:cubicBezTo>
                    <a:pt x="1407" y="1099"/>
                    <a:pt x="2660" y="1500"/>
                    <a:pt x="4014" y="1725"/>
                  </a:cubicBezTo>
                  <a:cubicBezTo>
                    <a:pt x="4339" y="1725"/>
                    <a:pt x="4440" y="1199"/>
                    <a:pt x="4139" y="1199"/>
                  </a:cubicBezTo>
                  <a:cubicBezTo>
                    <a:pt x="2886" y="998"/>
                    <a:pt x="1633" y="572"/>
                    <a:pt x="480" y="46"/>
                  </a:cubicBezTo>
                  <a:cubicBezTo>
                    <a:pt x="444" y="14"/>
                    <a:pt x="407" y="1"/>
                    <a:pt x="3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7"/>
            <p:cNvSpPr/>
            <p:nvPr/>
          </p:nvSpPr>
          <p:spPr>
            <a:xfrm>
              <a:off x="2513913" y="3765067"/>
              <a:ext cx="50114" cy="47228"/>
            </a:xfrm>
            <a:custGeom>
              <a:rect b="b" l="l" r="r" t="t"/>
              <a:pathLst>
                <a:path extrusionOk="0" h="2651" w="2813">
                  <a:moveTo>
                    <a:pt x="423" y="0"/>
                  </a:moveTo>
                  <a:cubicBezTo>
                    <a:pt x="221" y="0"/>
                    <a:pt x="1" y="305"/>
                    <a:pt x="262" y="466"/>
                  </a:cubicBezTo>
                  <a:cubicBezTo>
                    <a:pt x="988" y="992"/>
                    <a:pt x="1715" y="1719"/>
                    <a:pt x="2241" y="2571"/>
                  </a:cubicBezTo>
                  <a:cubicBezTo>
                    <a:pt x="2297" y="2626"/>
                    <a:pt x="2369" y="2651"/>
                    <a:pt x="2441" y="2651"/>
                  </a:cubicBezTo>
                  <a:cubicBezTo>
                    <a:pt x="2630" y="2651"/>
                    <a:pt x="2813" y="2481"/>
                    <a:pt x="2668" y="2245"/>
                  </a:cubicBezTo>
                  <a:cubicBezTo>
                    <a:pt x="2141" y="1418"/>
                    <a:pt x="1414" y="691"/>
                    <a:pt x="562" y="65"/>
                  </a:cubicBezTo>
                  <a:cubicBezTo>
                    <a:pt x="522" y="19"/>
                    <a:pt x="473" y="0"/>
                    <a:pt x="4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7"/>
            <p:cNvSpPr/>
            <p:nvPr/>
          </p:nvSpPr>
          <p:spPr>
            <a:xfrm>
              <a:off x="2497167" y="3769556"/>
              <a:ext cx="76729" cy="50577"/>
            </a:xfrm>
            <a:custGeom>
              <a:rect b="b" l="l" r="r" t="t"/>
              <a:pathLst>
                <a:path extrusionOk="0" h="2839" w="4307">
                  <a:moveTo>
                    <a:pt x="3987" y="0"/>
                  </a:moveTo>
                  <a:cubicBezTo>
                    <a:pt x="3963" y="0"/>
                    <a:pt x="3936" y="4"/>
                    <a:pt x="3908" y="13"/>
                  </a:cubicBezTo>
                  <a:cubicBezTo>
                    <a:pt x="2455" y="439"/>
                    <a:pt x="1101" y="1266"/>
                    <a:pt x="149" y="2419"/>
                  </a:cubicBezTo>
                  <a:cubicBezTo>
                    <a:pt x="1" y="2567"/>
                    <a:pt x="195" y="2839"/>
                    <a:pt x="387" y="2839"/>
                  </a:cubicBezTo>
                  <a:cubicBezTo>
                    <a:pt x="455" y="2839"/>
                    <a:pt x="523" y="2805"/>
                    <a:pt x="575" y="2720"/>
                  </a:cubicBezTo>
                  <a:cubicBezTo>
                    <a:pt x="1402" y="1692"/>
                    <a:pt x="2655" y="840"/>
                    <a:pt x="4009" y="539"/>
                  </a:cubicBezTo>
                  <a:cubicBezTo>
                    <a:pt x="4306" y="448"/>
                    <a:pt x="4248" y="0"/>
                    <a:pt x="39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3" name="Google Shape;2653;p67"/>
          <p:cNvSpPr/>
          <p:nvPr/>
        </p:nvSpPr>
        <p:spPr>
          <a:xfrm>
            <a:off x="1752698" y="2922902"/>
            <a:ext cx="353628" cy="278502"/>
          </a:xfrm>
          <a:custGeom>
            <a:rect b="b" l="l" r="r" t="t"/>
            <a:pathLst>
              <a:path extrusionOk="0" h="15633" w="19850">
                <a:moveTo>
                  <a:pt x="9047" y="1"/>
                </a:moveTo>
                <a:cubicBezTo>
                  <a:pt x="8561" y="1"/>
                  <a:pt x="8082" y="61"/>
                  <a:pt x="7619" y="194"/>
                </a:cubicBezTo>
                <a:cubicBezTo>
                  <a:pt x="6893" y="394"/>
                  <a:pt x="6266" y="720"/>
                  <a:pt x="5740" y="1021"/>
                </a:cubicBezTo>
                <a:cubicBezTo>
                  <a:pt x="3985" y="2074"/>
                  <a:pt x="2406" y="3527"/>
                  <a:pt x="1354" y="5407"/>
                </a:cubicBezTo>
                <a:cubicBezTo>
                  <a:pt x="426" y="7186"/>
                  <a:pt x="0" y="9367"/>
                  <a:pt x="727" y="11372"/>
                </a:cubicBezTo>
                <a:lnTo>
                  <a:pt x="16517" y="15633"/>
                </a:lnTo>
                <a:cubicBezTo>
                  <a:pt x="19023" y="13753"/>
                  <a:pt x="19850" y="10119"/>
                  <a:pt x="18797" y="7086"/>
                </a:cubicBezTo>
                <a:cubicBezTo>
                  <a:pt x="17770" y="4054"/>
                  <a:pt x="15138" y="1848"/>
                  <a:pt x="12231" y="720"/>
                </a:cubicBezTo>
                <a:cubicBezTo>
                  <a:pt x="11215" y="289"/>
                  <a:pt x="10115" y="1"/>
                  <a:pt x="90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7"/>
          <p:cNvSpPr/>
          <p:nvPr/>
        </p:nvSpPr>
        <p:spPr>
          <a:xfrm>
            <a:off x="1179839" y="3008004"/>
            <a:ext cx="1419428" cy="1497030"/>
          </a:xfrm>
          <a:custGeom>
            <a:rect b="b" l="l" r="r" t="t"/>
            <a:pathLst>
              <a:path extrusionOk="0" h="84032" w="79676">
                <a:moveTo>
                  <a:pt x="28606" y="1"/>
                </a:moveTo>
                <a:cubicBezTo>
                  <a:pt x="28323" y="1"/>
                  <a:pt x="28027" y="271"/>
                  <a:pt x="27570" y="956"/>
                </a:cubicBezTo>
                <a:cubicBezTo>
                  <a:pt x="27373" y="1251"/>
                  <a:pt x="26862" y="4593"/>
                  <a:pt x="27342" y="4593"/>
                </a:cubicBezTo>
                <a:cubicBezTo>
                  <a:pt x="27349" y="4593"/>
                  <a:pt x="27356" y="4592"/>
                  <a:pt x="27363" y="4591"/>
                </a:cubicBezTo>
                <a:lnTo>
                  <a:pt x="27363" y="4591"/>
                </a:lnTo>
                <a:cubicBezTo>
                  <a:pt x="26312" y="4816"/>
                  <a:pt x="25162" y="4916"/>
                  <a:pt x="24111" y="5116"/>
                </a:cubicBezTo>
                <a:cubicBezTo>
                  <a:pt x="23203" y="3543"/>
                  <a:pt x="21374" y="2558"/>
                  <a:pt x="19526" y="2558"/>
                </a:cubicBezTo>
                <a:cubicBezTo>
                  <a:pt x="19283" y="2558"/>
                  <a:pt x="19039" y="2575"/>
                  <a:pt x="18798" y="2610"/>
                </a:cubicBezTo>
                <a:cubicBezTo>
                  <a:pt x="18749" y="1996"/>
                  <a:pt x="18195" y="1707"/>
                  <a:pt x="17557" y="1707"/>
                </a:cubicBezTo>
                <a:cubicBezTo>
                  <a:pt x="16892" y="1707"/>
                  <a:pt x="16136" y="2021"/>
                  <a:pt x="15765" y="2610"/>
                </a:cubicBezTo>
                <a:cubicBezTo>
                  <a:pt x="15038" y="3662"/>
                  <a:pt x="15038" y="5116"/>
                  <a:pt x="14211" y="6169"/>
                </a:cubicBezTo>
                <a:cubicBezTo>
                  <a:pt x="13585" y="7096"/>
                  <a:pt x="12532" y="7622"/>
                  <a:pt x="11580" y="8249"/>
                </a:cubicBezTo>
                <a:cubicBezTo>
                  <a:pt x="8046" y="10555"/>
                  <a:pt x="5941" y="15241"/>
                  <a:pt x="6993" y="19427"/>
                </a:cubicBezTo>
                <a:cubicBezTo>
                  <a:pt x="7958" y="23169"/>
                  <a:pt x="11635" y="26197"/>
                  <a:pt x="15521" y="26197"/>
                </a:cubicBezTo>
                <a:cubicBezTo>
                  <a:pt x="15877" y="26197"/>
                  <a:pt x="16235" y="26171"/>
                  <a:pt x="16592" y="26119"/>
                </a:cubicBezTo>
                <a:lnTo>
                  <a:pt x="16592" y="26119"/>
                </a:lnTo>
                <a:cubicBezTo>
                  <a:pt x="15464" y="28725"/>
                  <a:pt x="14838" y="31658"/>
                  <a:pt x="14838" y="34465"/>
                </a:cubicBezTo>
                <a:cubicBezTo>
                  <a:pt x="14713" y="35417"/>
                  <a:pt x="14838" y="36244"/>
                  <a:pt x="14612" y="37071"/>
                </a:cubicBezTo>
                <a:cubicBezTo>
                  <a:pt x="14412" y="38024"/>
                  <a:pt x="13986" y="38951"/>
                  <a:pt x="13685" y="39803"/>
                </a:cubicBezTo>
                <a:cubicBezTo>
                  <a:pt x="12632" y="41984"/>
                  <a:pt x="11906" y="44189"/>
                  <a:pt x="11078" y="46369"/>
                </a:cubicBezTo>
                <a:cubicBezTo>
                  <a:pt x="9926" y="49603"/>
                  <a:pt x="8773" y="52836"/>
                  <a:pt x="7620" y="56094"/>
                </a:cubicBezTo>
                <a:cubicBezTo>
                  <a:pt x="6567" y="59327"/>
                  <a:pt x="5439" y="62560"/>
                  <a:pt x="5114" y="65994"/>
                </a:cubicBezTo>
                <a:cubicBezTo>
                  <a:pt x="1053" y="68826"/>
                  <a:pt x="301" y="74565"/>
                  <a:pt x="101" y="79477"/>
                </a:cubicBezTo>
                <a:cubicBezTo>
                  <a:pt x="1" y="80204"/>
                  <a:pt x="1" y="81031"/>
                  <a:pt x="201" y="81658"/>
                </a:cubicBezTo>
                <a:cubicBezTo>
                  <a:pt x="627" y="82610"/>
                  <a:pt x="1555" y="83337"/>
                  <a:pt x="2507" y="83663"/>
                </a:cubicBezTo>
                <a:cubicBezTo>
                  <a:pt x="3178" y="83915"/>
                  <a:pt x="3875" y="84031"/>
                  <a:pt x="4575" y="84031"/>
                </a:cubicBezTo>
                <a:cubicBezTo>
                  <a:pt x="7354" y="84031"/>
                  <a:pt x="10178" y="82201"/>
                  <a:pt x="11580" y="79778"/>
                </a:cubicBezTo>
                <a:cubicBezTo>
                  <a:pt x="13359" y="76645"/>
                  <a:pt x="13585" y="72886"/>
                  <a:pt x="13058" y="69352"/>
                </a:cubicBezTo>
                <a:cubicBezTo>
                  <a:pt x="17018" y="65693"/>
                  <a:pt x="19725" y="60781"/>
                  <a:pt x="20778" y="55467"/>
                </a:cubicBezTo>
                <a:cubicBezTo>
                  <a:pt x="21104" y="54214"/>
                  <a:pt x="21204" y="52836"/>
                  <a:pt x="21830" y="51708"/>
                </a:cubicBezTo>
                <a:cubicBezTo>
                  <a:pt x="22357" y="50455"/>
                  <a:pt x="23384" y="49402"/>
                  <a:pt x="24738" y="49302"/>
                </a:cubicBezTo>
                <a:cubicBezTo>
                  <a:pt x="24874" y="49282"/>
                  <a:pt x="25007" y="49272"/>
                  <a:pt x="25138" y="49272"/>
                </a:cubicBezTo>
                <a:cubicBezTo>
                  <a:pt x="27132" y="49272"/>
                  <a:pt x="28543" y="51518"/>
                  <a:pt x="29249" y="53588"/>
                </a:cubicBezTo>
                <a:cubicBezTo>
                  <a:pt x="29550" y="54314"/>
                  <a:pt x="29750" y="55141"/>
                  <a:pt x="29650" y="55969"/>
                </a:cubicBezTo>
                <a:cubicBezTo>
                  <a:pt x="29550" y="56921"/>
                  <a:pt x="28923" y="57748"/>
                  <a:pt x="28397" y="58600"/>
                </a:cubicBezTo>
                <a:cubicBezTo>
                  <a:pt x="27043" y="60680"/>
                  <a:pt x="25690" y="62761"/>
                  <a:pt x="24337" y="64866"/>
                </a:cubicBezTo>
                <a:cubicBezTo>
                  <a:pt x="22983" y="66846"/>
                  <a:pt x="21204" y="69127"/>
                  <a:pt x="18698" y="69127"/>
                </a:cubicBezTo>
                <a:cubicBezTo>
                  <a:pt x="19850" y="72259"/>
                  <a:pt x="21204" y="75192"/>
                  <a:pt x="22858" y="78024"/>
                </a:cubicBezTo>
                <a:cubicBezTo>
                  <a:pt x="23813" y="79525"/>
                  <a:pt x="25202" y="81211"/>
                  <a:pt x="26930" y="81211"/>
                </a:cubicBezTo>
                <a:cubicBezTo>
                  <a:pt x="27106" y="81211"/>
                  <a:pt x="27286" y="81194"/>
                  <a:pt x="27470" y="81157"/>
                </a:cubicBezTo>
                <a:cubicBezTo>
                  <a:pt x="28397" y="80931"/>
                  <a:pt x="29124" y="80204"/>
                  <a:pt x="29650" y="79377"/>
                </a:cubicBezTo>
                <a:cubicBezTo>
                  <a:pt x="31229" y="77172"/>
                  <a:pt x="31956" y="74465"/>
                  <a:pt x="31856" y="71858"/>
                </a:cubicBezTo>
                <a:cubicBezTo>
                  <a:pt x="37394" y="70279"/>
                  <a:pt x="42081" y="65593"/>
                  <a:pt x="43660" y="59954"/>
                </a:cubicBezTo>
                <a:cubicBezTo>
                  <a:pt x="45214" y="54314"/>
                  <a:pt x="43535" y="47948"/>
                  <a:pt x="39575" y="43763"/>
                </a:cubicBezTo>
                <a:cubicBezTo>
                  <a:pt x="43535" y="40004"/>
                  <a:pt x="46467" y="35292"/>
                  <a:pt x="48046" y="30179"/>
                </a:cubicBezTo>
                <a:cubicBezTo>
                  <a:pt x="49800" y="32485"/>
                  <a:pt x="51680" y="34790"/>
                  <a:pt x="53785" y="36871"/>
                </a:cubicBezTo>
                <a:cubicBezTo>
                  <a:pt x="57545" y="36144"/>
                  <a:pt x="61204" y="34991"/>
                  <a:pt x="64738" y="33537"/>
                </a:cubicBezTo>
                <a:cubicBezTo>
                  <a:pt x="67044" y="32585"/>
                  <a:pt x="69550" y="31031"/>
                  <a:pt x="69650" y="28625"/>
                </a:cubicBezTo>
                <a:cubicBezTo>
                  <a:pt x="72883" y="28625"/>
                  <a:pt x="79675" y="24866"/>
                  <a:pt x="77896" y="20680"/>
                </a:cubicBezTo>
                <a:cubicBezTo>
                  <a:pt x="77595" y="19853"/>
                  <a:pt x="76969" y="19126"/>
                  <a:pt x="76643" y="18274"/>
                </a:cubicBezTo>
                <a:cubicBezTo>
                  <a:pt x="76442" y="17648"/>
                  <a:pt x="76442" y="17021"/>
                  <a:pt x="76116" y="16495"/>
                </a:cubicBezTo>
                <a:cubicBezTo>
                  <a:pt x="75927" y="16258"/>
                  <a:pt x="75592" y="16133"/>
                  <a:pt x="75281" y="16133"/>
                </a:cubicBezTo>
                <a:cubicBezTo>
                  <a:pt x="75008" y="16133"/>
                  <a:pt x="74753" y="16229"/>
                  <a:pt x="74631" y="16431"/>
                </a:cubicBezTo>
                <a:lnTo>
                  <a:pt x="74631" y="16431"/>
                </a:lnTo>
                <a:cubicBezTo>
                  <a:pt x="74766" y="15834"/>
                  <a:pt x="74110" y="15342"/>
                  <a:pt x="73486" y="15342"/>
                </a:cubicBezTo>
                <a:cubicBezTo>
                  <a:pt x="73310" y="15342"/>
                  <a:pt x="73136" y="15380"/>
                  <a:pt x="72984" y="15467"/>
                </a:cubicBezTo>
                <a:cubicBezTo>
                  <a:pt x="72156" y="15868"/>
                  <a:pt x="71956" y="16921"/>
                  <a:pt x="71856" y="17748"/>
                </a:cubicBezTo>
                <a:cubicBezTo>
                  <a:pt x="71484" y="17257"/>
                  <a:pt x="70892" y="17022"/>
                  <a:pt x="70294" y="17022"/>
                </a:cubicBezTo>
                <a:cubicBezTo>
                  <a:pt x="69883" y="17022"/>
                  <a:pt x="69471" y="17133"/>
                  <a:pt x="69124" y="17347"/>
                </a:cubicBezTo>
                <a:cubicBezTo>
                  <a:pt x="67971" y="18174"/>
                  <a:pt x="67971" y="20154"/>
                  <a:pt x="66718" y="20780"/>
                </a:cubicBezTo>
                <a:cubicBezTo>
                  <a:pt x="66317" y="21006"/>
                  <a:pt x="65891" y="21006"/>
                  <a:pt x="65465" y="21106"/>
                </a:cubicBezTo>
                <a:cubicBezTo>
                  <a:pt x="62131" y="21633"/>
                  <a:pt x="58898" y="22560"/>
                  <a:pt x="55765" y="23913"/>
                </a:cubicBezTo>
                <a:cubicBezTo>
                  <a:pt x="55039" y="21407"/>
                  <a:pt x="54186" y="18800"/>
                  <a:pt x="53359" y="16294"/>
                </a:cubicBezTo>
                <a:cubicBezTo>
                  <a:pt x="53259" y="15868"/>
                  <a:pt x="53159" y="15467"/>
                  <a:pt x="53159" y="15141"/>
                </a:cubicBezTo>
                <a:cubicBezTo>
                  <a:pt x="53259" y="14615"/>
                  <a:pt x="53560" y="14114"/>
                  <a:pt x="53886" y="13688"/>
                </a:cubicBezTo>
                <a:cubicBezTo>
                  <a:pt x="55039" y="11908"/>
                  <a:pt x="55765" y="9728"/>
                  <a:pt x="55866" y="7522"/>
                </a:cubicBezTo>
                <a:lnTo>
                  <a:pt x="55866" y="7522"/>
                </a:lnTo>
                <a:cubicBezTo>
                  <a:pt x="53685" y="7622"/>
                  <a:pt x="51680" y="9101"/>
                  <a:pt x="50953" y="11081"/>
                </a:cubicBezTo>
                <a:cubicBezTo>
                  <a:pt x="49700" y="8575"/>
                  <a:pt x="47194" y="6795"/>
                  <a:pt x="44487" y="5743"/>
                </a:cubicBezTo>
                <a:cubicBezTo>
                  <a:pt x="41881" y="4815"/>
                  <a:pt x="38948" y="4389"/>
                  <a:pt x="36141" y="3963"/>
                </a:cubicBezTo>
                <a:cubicBezTo>
                  <a:pt x="33510" y="3562"/>
                  <a:pt x="31956" y="2835"/>
                  <a:pt x="29976" y="1056"/>
                </a:cubicBezTo>
                <a:cubicBezTo>
                  <a:pt x="29323" y="460"/>
                  <a:pt x="28976" y="1"/>
                  <a:pt x="286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7"/>
          <p:cNvSpPr/>
          <p:nvPr/>
        </p:nvSpPr>
        <p:spPr>
          <a:xfrm>
            <a:off x="2149188" y="3424626"/>
            <a:ext cx="44662" cy="145139"/>
          </a:xfrm>
          <a:custGeom>
            <a:rect b="b" l="l" r="r" t="t"/>
            <a:pathLst>
              <a:path extrusionOk="0" h="8147" w="2507">
                <a:moveTo>
                  <a:pt x="2180" y="1"/>
                </a:moveTo>
                <a:cubicBezTo>
                  <a:pt x="2080" y="1"/>
                  <a:pt x="1980" y="126"/>
                  <a:pt x="1980" y="327"/>
                </a:cubicBezTo>
                <a:lnTo>
                  <a:pt x="1880" y="427"/>
                </a:lnTo>
                <a:lnTo>
                  <a:pt x="1880" y="527"/>
                </a:lnTo>
                <a:cubicBezTo>
                  <a:pt x="1980" y="527"/>
                  <a:pt x="1980" y="527"/>
                  <a:pt x="1980" y="627"/>
                </a:cubicBezTo>
                <a:lnTo>
                  <a:pt x="1980" y="753"/>
                </a:lnTo>
                <a:cubicBezTo>
                  <a:pt x="1880" y="853"/>
                  <a:pt x="1980" y="953"/>
                  <a:pt x="1980" y="953"/>
                </a:cubicBezTo>
                <a:cubicBezTo>
                  <a:pt x="1980" y="1054"/>
                  <a:pt x="1880" y="1054"/>
                  <a:pt x="1880" y="1154"/>
                </a:cubicBezTo>
                <a:lnTo>
                  <a:pt x="1880" y="1379"/>
                </a:lnTo>
                <a:cubicBezTo>
                  <a:pt x="1880" y="1379"/>
                  <a:pt x="1779" y="1480"/>
                  <a:pt x="1779" y="1580"/>
                </a:cubicBezTo>
                <a:cubicBezTo>
                  <a:pt x="1779" y="1680"/>
                  <a:pt x="1880" y="1780"/>
                  <a:pt x="1779" y="1780"/>
                </a:cubicBezTo>
                <a:lnTo>
                  <a:pt x="1779" y="2006"/>
                </a:lnTo>
                <a:lnTo>
                  <a:pt x="1779" y="2206"/>
                </a:lnTo>
                <a:cubicBezTo>
                  <a:pt x="1779" y="2307"/>
                  <a:pt x="1779" y="2407"/>
                  <a:pt x="1654" y="2633"/>
                </a:cubicBezTo>
                <a:cubicBezTo>
                  <a:pt x="1654" y="2733"/>
                  <a:pt x="1554" y="2933"/>
                  <a:pt x="1654" y="3034"/>
                </a:cubicBezTo>
                <a:cubicBezTo>
                  <a:pt x="1654" y="3134"/>
                  <a:pt x="1554" y="3259"/>
                  <a:pt x="1554" y="3359"/>
                </a:cubicBezTo>
                <a:cubicBezTo>
                  <a:pt x="1554" y="3460"/>
                  <a:pt x="1654" y="3560"/>
                  <a:pt x="1554" y="3560"/>
                </a:cubicBezTo>
                <a:cubicBezTo>
                  <a:pt x="1454" y="3560"/>
                  <a:pt x="1554" y="3660"/>
                  <a:pt x="1554" y="3760"/>
                </a:cubicBezTo>
                <a:lnTo>
                  <a:pt x="1454" y="3986"/>
                </a:lnTo>
                <a:cubicBezTo>
                  <a:pt x="1454" y="4086"/>
                  <a:pt x="1454" y="4186"/>
                  <a:pt x="1353" y="4287"/>
                </a:cubicBezTo>
                <a:cubicBezTo>
                  <a:pt x="1353" y="4387"/>
                  <a:pt x="1454" y="4387"/>
                  <a:pt x="1353" y="4512"/>
                </a:cubicBezTo>
                <a:cubicBezTo>
                  <a:pt x="1253" y="4512"/>
                  <a:pt x="1353" y="4612"/>
                  <a:pt x="1253" y="4612"/>
                </a:cubicBezTo>
                <a:lnTo>
                  <a:pt x="1153" y="4813"/>
                </a:lnTo>
                <a:lnTo>
                  <a:pt x="1153" y="5239"/>
                </a:lnTo>
                <a:cubicBezTo>
                  <a:pt x="1153" y="5339"/>
                  <a:pt x="1153" y="5440"/>
                  <a:pt x="1028" y="5540"/>
                </a:cubicBezTo>
                <a:cubicBezTo>
                  <a:pt x="1028" y="5640"/>
                  <a:pt x="927" y="5640"/>
                  <a:pt x="927" y="5765"/>
                </a:cubicBezTo>
                <a:lnTo>
                  <a:pt x="927" y="6066"/>
                </a:lnTo>
                <a:cubicBezTo>
                  <a:pt x="827" y="6166"/>
                  <a:pt x="927" y="6392"/>
                  <a:pt x="827" y="6492"/>
                </a:cubicBezTo>
                <a:cubicBezTo>
                  <a:pt x="827" y="6592"/>
                  <a:pt x="727" y="6592"/>
                  <a:pt x="727" y="6693"/>
                </a:cubicBezTo>
                <a:cubicBezTo>
                  <a:pt x="627" y="6893"/>
                  <a:pt x="627" y="6793"/>
                  <a:pt x="526" y="7018"/>
                </a:cubicBezTo>
                <a:cubicBezTo>
                  <a:pt x="526" y="7119"/>
                  <a:pt x="401" y="7419"/>
                  <a:pt x="401" y="7520"/>
                </a:cubicBezTo>
                <a:cubicBezTo>
                  <a:pt x="301" y="7520"/>
                  <a:pt x="301" y="7520"/>
                  <a:pt x="201" y="7645"/>
                </a:cubicBezTo>
                <a:cubicBezTo>
                  <a:pt x="201" y="7645"/>
                  <a:pt x="301" y="7745"/>
                  <a:pt x="201" y="7745"/>
                </a:cubicBezTo>
                <a:cubicBezTo>
                  <a:pt x="201" y="7846"/>
                  <a:pt x="0" y="7846"/>
                  <a:pt x="201" y="7946"/>
                </a:cubicBezTo>
                <a:lnTo>
                  <a:pt x="301" y="7946"/>
                </a:lnTo>
                <a:cubicBezTo>
                  <a:pt x="401" y="8046"/>
                  <a:pt x="627" y="8146"/>
                  <a:pt x="627" y="8146"/>
                </a:cubicBezTo>
                <a:cubicBezTo>
                  <a:pt x="727" y="8146"/>
                  <a:pt x="727" y="8046"/>
                  <a:pt x="727" y="8046"/>
                </a:cubicBezTo>
                <a:cubicBezTo>
                  <a:pt x="727" y="7846"/>
                  <a:pt x="827" y="7846"/>
                  <a:pt x="927" y="7645"/>
                </a:cubicBezTo>
                <a:cubicBezTo>
                  <a:pt x="1028" y="7520"/>
                  <a:pt x="1028" y="7319"/>
                  <a:pt x="1028" y="7219"/>
                </a:cubicBezTo>
                <a:cubicBezTo>
                  <a:pt x="1153" y="7119"/>
                  <a:pt x="1153" y="7018"/>
                  <a:pt x="1253" y="6893"/>
                </a:cubicBezTo>
                <a:lnTo>
                  <a:pt x="1253" y="6793"/>
                </a:lnTo>
                <a:cubicBezTo>
                  <a:pt x="1353" y="6693"/>
                  <a:pt x="1353" y="6592"/>
                  <a:pt x="1353" y="6492"/>
                </a:cubicBezTo>
                <a:lnTo>
                  <a:pt x="1353" y="6267"/>
                </a:lnTo>
                <a:cubicBezTo>
                  <a:pt x="1454" y="6166"/>
                  <a:pt x="1353" y="6066"/>
                  <a:pt x="1454" y="6066"/>
                </a:cubicBezTo>
                <a:lnTo>
                  <a:pt x="1454" y="5866"/>
                </a:lnTo>
                <a:cubicBezTo>
                  <a:pt x="1454" y="5765"/>
                  <a:pt x="1654" y="5640"/>
                  <a:pt x="1554" y="5540"/>
                </a:cubicBezTo>
                <a:cubicBezTo>
                  <a:pt x="1554" y="5440"/>
                  <a:pt x="1654" y="5339"/>
                  <a:pt x="1654" y="5339"/>
                </a:cubicBezTo>
                <a:lnTo>
                  <a:pt x="1654" y="5239"/>
                </a:lnTo>
                <a:cubicBezTo>
                  <a:pt x="1554" y="5139"/>
                  <a:pt x="1554" y="5139"/>
                  <a:pt x="1654" y="5013"/>
                </a:cubicBezTo>
                <a:cubicBezTo>
                  <a:pt x="1779" y="5013"/>
                  <a:pt x="1779" y="4913"/>
                  <a:pt x="1779" y="4813"/>
                </a:cubicBezTo>
                <a:cubicBezTo>
                  <a:pt x="1779" y="4713"/>
                  <a:pt x="1880" y="4612"/>
                  <a:pt x="1880" y="4512"/>
                </a:cubicBezTo>
                <a:cubicBezTo>
                  <a:pt x="1880" y="4387"/>
                  <a:pt x="2080" y="4387"/>
                  <a:pt x="1980" y="4186"/>
                </a:cubicBezTo>
                <a:cubicBezTo>
                  <a:pt x="1980" y="4186"/>
                  <a:pt x="1980" y="4086"/>
                  <a:pt x="2080" y="4086"/>
                </a:cubicBezTo>
                <a:cubicBezTo>
                  <a:pt x="2080" y="3986"/>
                  <a:pt x="1980" y="3886"/>
                  <a:pt x="2080" y="3886"/>
                </a:cubicBezTo>
                <a:lnTo>
                  <a:pt x="2080" y="3660"/>
                </a:lnTo>
                <a:cubicBezTo>
                  <a:pt x="1980" y="3560"/>
                  <a:pt x="2281" y="3560"/>
                  <a:pt x="2180" y="3460"/>
                </a:cubicBezTo>
                <a:cubicBezTo>
                  <a:pt x="2180" y="3359"/>
                  <a:pt x="2080" y="3359"/>
                  <a:pt x="2080" y="3259"/>
                </a:cubicBezTo>
                <a:lnTo>
                  <a:pt x="2180" y="3134"/>
                </a:lnTo>
                <a:cubicBezTo>
                  <a:pt x="2180" y="3034"/>
                  <a:pt x="2180" y="3034"/>
                  <a:pt x="2281" y="2933"/>
                </a:cubicBezTo>
                <a:lnTo>
                  <a:pt x="2281" y="2733"/>
                </a:lnTo>
                <a:cubicBezTo>
                  <a:pt x="2406" y="2733"/>
                  <a:pt x="2281" y="2633"/>
                  <a:pt x="2281" y="2507"/>
                </a:cubicBezTo>
                <a:cubicBezTo>
                  <a:pt x="2180" y="2407"/>
                  <a:pt x="2281" y="2407"/>
                  <a:pt x="2406" y="2307"/>
                </a:cubicBezTo>
                <a:lnTo>
                  <a:pt x="2406" y="2106"/>
                </a:lnTo>
                <a:lnTo>
                  <a:pt x="2406" y="1680"/>
                </a:lnTo>
                <a:cubicBezTo>
                  <a:pt x="2506" y="1480"/>
                  <a:pt x="2506" y="1379"/>
                  <a:pt x="2406" y="1154"/>
                </a:cubicBezTo>
                <a:cubicBezTo>
                  <a:pt x="2406" y="1154"/>
                  <a:pt x="2281" y="1054"/>
                  <a:pt x="2406" y="953"/>
                </a:cubicBezTo>
                <a:cubicBezTo>
                  <a:pt x="2506" y="953"/>
                  <a:pt x="2506" y="753"/>
                  <a:pt x="2506" y="627"/>
                </a:cubicBezTo>
                <a:cubicBezTo>
                  <a:pt x="2506" y="527"/>
                  <a:pt x="2406" y="427"/>
                  <a:pt x="2406" y="427"/>
                </a:cubicBezTo>
                <a:cubicBezTo>
                  <a:pt x="2406" y="327"/>
                  <a:pt x="2406" y="327"/>
                  <a:pt x="2281" y="226"/>
                </a:cubicBezTo>
                <a:cubicBezTo>
                  <a:pt x="2281" y="226"/>
                  <a:pt x="2180" y="126"/>
                  <a:pt x="21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7"/>
          <p:cNvSpPr/>
          <p:nvPr/>
        </p:nvSpPr>
        <p:spPr>
          <a:xfrm>
            <a:off x="1433008" y="3065155"/>
            <a:ext cx="662166" cy="735439"/>
          </a:xfrm>
          <a:custGeom>
            <a:rect b="b" l="l" r="r" t="t"/>
            <a:pathLst>
              <a:path extrusionOk="0" h="41282" w="37169">
                <a:moveTo>
                  <a:pt x="16200" y="0"/>
                </a:moveTo>
                <a:cubicBezTo>
                  <a:pt x="16056" y="0"/>
                  <a:pt x="15910" y="8"/>
                  <a:pt x="15765" y="28"/>
                </a:cubicBezTo>
                <a:cubicBezTo>
                  <a:pt x="15539" y="28"/>
                  <a:pt x="15339" y="28"/>
                  <a:pt x="15138" y="129"/>
                </a:cubicBezTo>
                <a:cubicBezTo>
                  <a:pt x="15038" y="129"/>
                  <a:pt x="14812" y="254"/>
                  <a:pt x="14612" y="254"/>
                </a:cubicBezTo>
                <a:cubicBezTo>
                  <a:pt x="14186" y="354"/>
                  <a:pt x="13885" y="454"/>
                  <a:pt x="13359" y="555"/>
                </a:cubicBezTo>
                <a:cubicBezTo>
                  <a:pt x="13158" y="655"/>
                  <a:pt x="12732" y="655"/>
                  <a:pt x="12306" y="755"/>
                </a:cubicBezTo>
                <a:cubicBezTo>
                  <a:pt x="11905" y="981"/>
                  <a:pt x="11579" y="1181"/>
                  <a:pt x="11579" y="1382"/>
                </a:cubicBezTo>
                <a:cubicBezTo>
                  <a:pt x="11279" y="1507"/>
                  <a:pt x="10852" y="1808"/>
                  <a:pt x="10953" y="2008"/>
                </a:cubicBezTo>
                <a:cubicBezTo>
                  <a:pt x="10953" y="2244"/>
                  <a:pt x="11176" y="2414"/>
                  <a:pt x="11451" y="2414"/>
                </a:cubicBezTo>
                <a:cubicBezTo>
                  <a:pt x="11556" y="2414"/>
                  <a:pt x="11669" y="2390"/>
                  <a:pt x="11780" y="2334"/>
                </a:cubicBezTo>
                <a:cubicBezTo>
                  <a:pt x="11905" y="2334"/>
                  <a:pt x="12005" y="2234"/>
                  <a:pt x="12106" y="2134"/>
                </a:cubicBezTo>
                <a:cubicBezTo>
                  <a:pt x="12206" y="2134"/>
                  <a:pt x="12406" y="2008"/>
                  <a:pt x="12532" y="1908"/>
                </a:cubicBezTo>
                <a:cubicBezTo>
                  <a:pt x="12632" y="1908"/>
                  <a:pt x="12732" y="1808"/>
                  <a:pt x="12832" y="1708"/>
                </a:cubicBezTo>
                <a:cubicBezTo>
                  <a:pt x="12933" y="1708"/>
                  <a:pt x="13158" y="1607"/>
                  <a:pt x="13259" y="1607"/>
                </a:cubicBezTo>
                <a:cubicBezTo>
                  <a:pt x="13359" y="1507"/>
                  <a:pt x="13459" y="1507"/>
                  <a:pt x="13660" y="1382"/>
                </a:cubicBezTo>
                <a:lnTo>
                  <a:pt x="13985" y="1382"/>
                </a:lnTo>
                <a:cubicBezTo>
                  <a:pt x="14186" y="1282"/>
                  <a:pt x="14286" y="1282"/>
                  <a:pt x="14411" y="1282"/>
                </a:cubicBezTo>
                <a:cubicBezTo>
                  <a:pt x="14512" y="1181"/>
                  <a:pt x="14612" y="1181"/>
                  <a:pt x="14712" y="1181"/>
                </a:cubicBezTo>
                <a:cubicBezTo>
                  <a:pt x="15138" y="1081"/>
                  <a:pt x="15665" y="1081"/>
                  <a:pt x="16066" y="1081"/>
                </a:cubicBezTo>
                <a:cubicBezTo>
                  <a:pt x="17018" y="1081"/>
                  <a:pt x="18171" y="1081"/>
                  <a:pt x="20051" y="1507"/>
                </a:cubicBezTo>
                <a:cubicBezTo>
                  <a:pt x="21930" y="1808"/>
                  <a:pt x="23584" y="2134"/>
                  <a:pt x="25264" y="2334"/>
                </a:cubicBezTo>
                <a:cubicBezTo>
                  <a:pt x="26943" y="2535"/>
                  <a:pt x="28697" y="2434"/>
                  <a:pt x="30176" y="2961"/>
                </a:cubicBezTo>
                <a:cubicBezTo>
                  <a:pt x="30903" y="3262"/>
                  <a:pt x="31529" y="3487"/>
                  <a:pt x="32156" y="3788"/>
                </a:cubicBezTo>
                <a:cubicBezTo>
                  <a:pt x="32782" y="4214"/>
                  <a:pt x="33309" y="4840"/>
                  <a:pt x="33935" y="5467"/>
                </a:cubicBezTo>
                <a:cubicBezTo>
                  <a:pt x="34036" y="5567"/>
                  <a:pt x="34136" y="5768"/>
                  <a:pt x="34236" y="5893"/>
                </a:cubicBezTo>
                <a:cubicBezTo>
                  <a:pt x="34462" y="6094"/>
                  <a:pt x="34562" y="6294"/>
                  <a:pt x="34662" y="6394"/>
                </a:cubicBezTo>
                <a:cubicBezTo>
                  <a:pt x="34762" y="6620"/>
                  <a:pt x="34863" y="6720"/>
                  <a:pt x="34963" y="6921"/>
                </a:cubicBezTo>
                <a:cubicBezTo>
                  <a:pt x="34963" y="7021"/>
                  <a:pt x="35088" y="7146"/>
                  <a:pt x="35088" y="7247"/>
                </a:cubicBezTo>
                <a:lnTo>
                  <a:pt x="35188" y="7447"/>
                </a:lnTo>
                <a:cubicBezTo>
                  <a:pt x="35289" y="7648"/>
                  <a:pt x="35389" y="7873"/>
                  <a:pt x="35489" y="7973"/>
                </a:cubicBezTo>
                <a:cubicBezTo>
                  <a:pt x="35489" y="8174"/>
                  <a:pt x="35589" y="8274"/>
                  <a:pt x="35715" y="8500"/>
                </a:cubicBezTo>
                <a:cubicBezTo>
                  <a:pt x="35815" y="8800"/>
                  <a:pt x="35915" y="9226"/>
                  <a:pt x="36016" y="9653"/>
                </a:cubicBezTo>
                <a:cubicBezTo>
                  <a:pt x="36116" y="10580"/>
                  <a:pt x="36216" y="11833"/>
                  <a:pt x="36116" y="12886"/>
                </a:cubicBezTo>
                <a:cubicBezTo>
                  <a:pt x="36016" y="13713"/>
                  <a:pt x="36016" y="14440"/>
                  <a:pt x="35815" y="15166"/>
                </a:cubicBezTo>
                <a:cubicBezTo>
                  <a:pt x="35389" y="17372"/>
                  <a:pt x="34762" y="18525"/>
                  <a:pt x="34336" y="20705"/>
                </a:cubicBezTo>
                <a:cubicBezTo>
                  <a:pt x="34236" y="21432"/>
                  <a:pt x="33710" y="22911"/>
                  <a:pt x="33610" y="23638"/>
                </a:cubicBezTo>
                <a:cubicBezTo>
                  <a:pt x="33409" y="24264"/>
                  <a:pt x="33309" y="24690"/>
                  <a:pt x="33209" y="25417"/>
                </a:cubicBezTo>
                <a:cubicBezTo>
                  <a:pt x="33083" y="26044"/>
                  <a:pt x="32883" y="26670"/>
                  <a:pt x="32582" y="27297"/>
                </a:cubicBezTo>
                <a:cubicBezTo>
                  <a:pt x="31955" y="28750"/>
                  <a:pt x="31529" y="30004"/>
                  <a:pt x="31003" y="31457"/>
                </a:cubicBezTo>
                <a:cubicBezTo>
                  <a:pt x="30577" y="32610"/>
                  <a:pt x="30076" y="33763"/>
                  <a:pt x="29650" y="34816"/>
                </a:cubicBezTo>
                <a:cubicBezTo>
                  <a:pt x="29224" y="35542"/>
                  <a:pt x="28823" y="36269"/>
                  <a:pt x="28396" y="36896"/>
                </a:cubicBezTo>
                <a:cubicBezTo>
                  <a:pt x="27870" y="37522"/>
                  <a:pt x="27444" y="38149"/>
                  <a:pt x="26943" y="38776"/>
                </a:cubicBezTo>
                <a:cubicBezTo>
                  <a:pt x="26316" y="39302"/>
                  <a:pt x="25790" y="39603"/>
                  <a:pt x="25063" y="39828"/>
                </a:cubicBezTo>
                <a:cubicBezTo>
                  <a:pt x="24376" y="40071"/>
                  <a:pt x="23574" y="40264"/>
                  <a:pt x="22790" y="40264"/>
                </a:cubicBezTo>
                <a:cubicBezTo>
                  <a:pt x="22602" y="40264"/>
                  <a:pt x="22415" y="40253"/>
                  <a:pt x="22231" y="40229"/>
                </a:cubicBezTo>
                <a:cubicBezTo>
                  <a:pt x="21504" y="40129"/>
                  <a:pt x="20777" y="40029"/>
                  <a:pt x="19925" y="39928"/>
                </a:cubicBezTo>
                <a:cubicBezTo>
                  <a:pt x="18672" y="39828"/>
                  <a:pt x="17218" y="38876"/>
                  <a:pt x="15865" y="38675"/>
                </a:cubicBezTo>
                <a:cubicBezTo>
                  <a:pt x="15339" y="38575"/>
                  <a:pt x="14913" y="38575"/>
                  <a:pt x="14411" y="38475"/>
                </a:cubicBezTo>
                <a:cubicBezTo>
                  <a:pt x="13559" y="38249"/>
                  <a:pt x="12832" y="37848"/>
                  <a:pt x="12005" y="37522"/>
                </a:cubicBezTo>
                <a:cubicBezTo>
                  <a:pt x="11153" y="37222"/>
                  <a:pt x="10226" y="36996"/>
                  <a:pt x="9274" y="36695"/>
                </a:cubicBezTo>
                <a:cubicBezTo>
                  <a:pt x="8346" y="36269"/>
                  <a:pt x="7619" y="36169"/>
                  <a:pt x="6667" y="35743"/>
                </a:cubicBezTo>
                <a:cubicBezTo>
                  <a:pt x="5639" y="35217"/>
                  <a:pt x="4787" y="35116"/>
                  <a:pt x="3760" y="34816"/>
                </a:cubicBezTo>
                <a:cubicBezTo>
                  <a:pt x="3133" y="34590"/>
                  <a:pt x="2507" y="34289"/>
                  <a:pt x="1980" y="33963"/>
                </a:cubicBezTo>
                <a:cubicBezTo>
                  <a:pt x="1554" y="33663"/>
                  <a:pt x="1253" y="33237"/>
                  <a:pt x="1128" y="32710"/>
                </a:cubicBezTo>
                <a:cubicBezTo>
                  <a:pt x="928" y="31783"/>
                  <a:pt x="1354" y="30831"/>
                  <a:pt x="1454" y="29703"/>
                </a:cubicBezTo>
                <a:cubicBezTo>
                  <a:pt x="1755" y="27597"/>
                  <a:pt x="2081" y="26144"/>
                  <a:pt x="2607" y="24064"/>
                </a:cubicBezTo>
                <a:cubicBezTo>
                  <a:pt x="3434" y="21432"/>
                  <a:pt x="3860" y="19878"/>
                  <a:pt x="4487" y="17272"/>
                </a:cubicBezTo>
                <a:cubicBezTo>
                  <a:pt x="4787" y="16319"/>
                  <a:pt x="4888" y="15392"/>
                  <a:pt x="5314" y="14540"/>
                </a:cubicBezTo>
                <a:cubicBezTo>
                  <a:pt x="5514" y="14239"/>
                  <a:pt x="5840" y="13186"/>
                  <a:pt x="6266" y="12259"/>
                </a:cubicBezTo>
                <a:cubicBezTo>
                  <a:pt x="6667" y="11206"/>
                  <a:pt x="7093" y="10154"/>
                  <a:pt x="7193" y="9853"/>
                </a:cubicBezTo>
                <a:cubicBezTo>
                  <a:pt x="7619" y="8600"/>
                  <a:pt x="7820" y="7973"/>
                  <a:pt x="8020" y="7447"/>
                </a:cubicBezTo>
                <a:cubicBezTo>
                  <a:pt x="8246" y="7021"/>
                  <a:pt x="8446" y="6520"/>
                  <a:pt x="8873" y="5668"/>
                </a:cubicBezTo>
                <a:cubicBezTo>
                  <a:pt x="9173" y="5141"/>
                  <a:pt x="9599" y="4515"/>
                  <a:pt x="10025" y="3888"/>
                </a:cubicBezTo>
                <a:cubicBezTo>
                  <a:pt x="10426" y="3387"/>
                  <a:pt x="10852" y="2861"/>
                  <a:pt x="10953" y="2334"/>
                </a:cubicBezTo>
                <a:cubicBezTo>
                  <a:pt x="11053" y="2234"/>
                  <a:pt x="10953" y="2008"/>
                  <a:pt x="10752" y="2008"/>
                </a:cubicBezTo>
                <a:cubicBezTo>
                  <a:pt x="10652" y="2134"/>
                  <a:pt x="10426" y="2234"/>
                  <a:pt x="10326" y="2334"/>
                </a:cubicBezTo>
                <a:cubicBezTo>
                  <a:pt x="9599" y="2861"/>
                  <a:pt x="9173" y="3487"/>
                  <a:pt x="8772" y="4214"/>
                </a:cubicBezTo>
                <a:cubicBezTo>
                  <a:pt x="8346" y="4941"/>
                  <a:pt x="7619" y="5893"/>
                  <a:pt x="7394" y="6620"/>
                </a:cubicBezTo>
                <a:cubicBezTo>
                  <a:pt x="7093" y="7247"/>
                  <a:pt x="6993" y="7873"/>
                  <a:pt x="6667" y="8399"/>
                </a:cubicBezTo>
                <a:cubicBezTo>
                  <a:pt x="6266" y="9126"/>
                  <a:pt x="6141" y="9953"/>
                  <a:pt x="5840" y="10780"/>
                </a:cubicBezTo>
                <a:cubicBezTo>
                  <a:pt x="5740" y="11307"/>
                  <a:pt x="5639" y="11532"/>
                  <a:pt x="5314" y="11933"/>
                </a:cubicBezTo>
                <a:cubicBezTo>
                  <a:pt x="4888" y="12660"/>
                  <a:pt x="4787" y="13612"/>
                  <a:pt x="4487" y="14440"/>
                </a:cubicBezTo>
                <a:cubicBezTo>
                  <a:pt x="4161" y="15292"/>
                  <a:pt x="3760" y="16219"/>
                  <a:pt x="3534" y="17171"/>
                </a:cubicBezTo>
                <a:cubicBezTo>
                  <a:pt x="3233" y="18099"/>
                  <a:pt x="3008" y="18926"/>
                  <a:pt x="2707" y="19878"/>
                </a:cubicBezTo>
                <a:cubicBezTo>
                  <a:pt x="2381" y="21031"/>
                  <a:pt x="1980" y="22284"/>
                  <a:pt x="1654" y="23537"/>
                </a:cubicBezTo>
                <a:cubicBezTo>
                  <a:pt x="1354" y="24565"/>
                  <a:pt x="1253" y="25818"/>
                  <a:pt x="928" y="26871"/>
                </a:cubicBezTo>
                <a:cubicBezTo>
                  <a:pt x="627" y="27698"/>
                  <a:pt x="627" y="28550"/>
                  <a:pt x="401" y="29477"/>
                </a:cubicBezTo>
                <a:cubicBezTo>
                  <a:pt x="201" y="29903"/>
                  <a:pt x="101" y="30430"/>
                  <a:pt x="101" y="30831"/>
                </a:cubicBezTo>
                <a:cubicBezTo>
                  <a:pt x="0" y="31257"/>
                  <a:pt x="0" y="31783"/>
                  <a:pt x="0" y="32410"/>
                </a:cubicBezTo>
                <a:cubicBezTo>
                  <a:pt x="0" y="33036"/>
                  <a:pt x="301" y="33863"/>
                  <a:pt x="827" y="34289"/>
                </a:cubicBezTo>
                <a:cubicBezTo>
                  <a:pt x="1354" y="34715"/>
                  <a:pt x="1880" y="35016"/>
                  <a:pt x="2381" y="35217"/>
                </a:cubicBezTo>
                <a:cubicBezTo>
                  <a:pt x="3434" y="35643"/>
                  <a:pt x="4386" y="36069"/>
                  <a:pt x="5514" y="36470"/>
                </a:cubicBezTo>
                <a:cubicBezTo>
                  <a:pt x="7720" y="37422"/>
                  <a:pt x="10226" y="38249"/>
                  <a:pt x="12532" y="38776"/>
                </a:cubicBezTo>
                <a:cubicBezTo>
                  <a:pt x="13885" y="39202"/>
                  <a:pt x="15539" y="39728"/>
                  <a:pt x="16918" y="40129"/>
                </a:cubicBezTo>
                <a:cubicBezTo>
                  <a:pt x="17945" y="40455"/>
                  <a:pt x="18998" y="40455"/>
                  <a:pt x="19925" y="40981"/>
                </a:cubicBezTo>
                <a:cubicBezTo>
                  <a:pt x="20351" y="41182"/>
                  <a:pt x="21705" y="41282"/>
                  <a:pt x="22231" y="41282"/>
                </a:cubicBezTo>
                <a:cubicBezTo>
                  <a:pt x="23284" y="41282"/>
                  <a:pt x="24437" y="41182"/>
                  <a:pt x="25464" y="40755"/>
                </a:cubicBezTo>
                <a:cubicBezTo>
                  <a:pt x="26517" y="40455"/>
                  <a:pt x="27444" y="39728"/>
                  <a:pt x="28196" y="38876"/>
                </a:cubicBezTo>
                <a:cubicBezTo>
                  <a:pt x="28823" y="38049"/>
                  <a:pt x="29449" y="37096"/>
                  <a:pt x="29850" y="36269"/>
                </a:cubicBezTo>
                <a:cubicBezTo>
                  <a:pt x="30276" y="35542"/>
                  <a:pt x="30477" y="34816"/>
                  <a:pt x="30802" y="34189"/>
                </a:cubicBezTo>
                <a:cubicBezTo>
                  <a:pt x="31203" y="33663"/>
                  <a:pt x="31630" y="32410"/>
                  <a:pt x="31955" y="31783"/>
                </a:cubicBezTo>
                <a:cubicBezTo>
                  <a:pt x="32356" y="30730"/>
                  <a:pt x="32682" y="29803"/>
                  <a:pt x="33083" y="28851"/>
                </a:cubicBezTo>
                <a:cubicBezTo>
                  <a:pt x="33710" y="26971"/>
                  <a:pt x="34136" y="25417"/>
                  <a:pt x="34562" y="23537"/>
                </a:cubicBezTo>
                <a:cubicBezTo>
                  <a:pt x="34963" y="21658"/>
                  <a:pt x="35489" y="19878"/>
                  <a:pt x="36016" y="18099"/>
                </a:cubicBezTo>
                <a:cubicBezTo>
                  <a:pt x="36341" y="17046"/>
                  <a:pt x="36642" y="16219"/>
                  <a:pt x="36742" y="15166"/>
                </a:cubicBezTo>
                <a:cubicBezTo>
                  <a:pt x="37068" y="13512"/>
                  <a:pt x="37168" y="11733"/>
                  <a:pt x="36968" y="9953"/>
                </a:cubicBezTo>
                <a:cubicBezTo>
                  <a:pt x="36843" y="8800"/>
                  <a:pt x="36542" y="7873"/>
                  <a:pt x="36016" y="6921"/>
                </a:cubicBezTo>
                <a:cubicBezTo>
                  <a:pt x="35489" y="5993"/>
                  <a:pt x="34863" y="5141"/>
                  <a:pt x="34136" y="4314"/>
                </a:cubicBezTo>
                <a:cubicBezTo>
                  <a:pt x="33309" y="3487"/>
                  <a:pt x="32256" y="2635"/>
                  <a:pt x="31103" y="2234"/>
                </a:cubicBezTo>
                <a:cubicBezTo>
                  <a:pt x="30276" y="1908"/>
                  <a:pt x="29650" y="1808"/>
                  <a:pt x="29224" y="1708"/>
                </a:cubicBezTo>
                <a:cubicBezTo>
                  <a:pt x="28823" y="1607"/>
                  <a:pt x="28396" y="1607"/>
                  <a:pt x="28071" y="1507"/>
                </a:cubicBezTo>
                <a:cubicBezTo>
                  <a:pt x="27444" y="1382"/>
                  <a:pt x="26717" y="1382"/>
                  <a:pt x="25163" y="1181"/>
                </a:cubicBezTo>
                <a:cubicBezTo>
                  <a:pt x="24537" y="1181"/>
                  <a:pt x="23058" y="881"/>
                  <a:pt x="21504" y="655"/>
                </a:cubicBezTo>
                <a:cubicBezTo>
                  <a:pt x="20051" y="354"/>
                  <a:pt x="18472" y="254"/>
                  <a:pt x="17845" y="129"/>
                </a:cubicBezTo>
                <a:cubicBezTo>
                  <a:pt x="17344" y="129"/>
                  <a:pt x="16778" y="0"/>
                  <a:pt x="16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7"/>
          <p:cNvSpPr/>
          <p:nvPr/>
        </p:nvSpPr>
        <p:spPr>
          <a:xfrm>
            <a:off x="1680369" y="3121468"/>
            <a:ext cx="336668" cy="638721"/>
          </a:xfrm>
          <a:custGeom>
            <a:rect b="b" l="l" r="r" t="t"/>
            <a:pathLst>
              <a:path extrusionOk="0" h="35853" w="18898">
                <a:moveTo>
                  <a:pt x="18271" y="0"/>
                </a:moveTo>
                <a:cubicBezTo>
                  <a:pt x="18070" y="0"/>
                  <a:pt x="17644" y="101"/>
                  <a:pt x="17544" y="326"/>
                </a:cubicBezTo>
                <a:cubicBezTo>
                  <a:pt x="17544" y="426"/>
                  <a:pt x="17544" y="727"/>
                  <a:pt x="17644" y="852"/>
                </a:cubicBezTo>
                <a:cubicBezTo>
                  <a:pt x="17644" y="1354"/>
                  <a:pt x="17644" y="1579"/>
                  <a:pt x="17544" y="1980"/>
                </a:cubicBezTo>
                <a:cubicBezTo>
                  <a:pt x="17544" y="2306"/>
                  <a:pt x="17544" y="2732"/>
                  <a:pt x="17444" y="3359"/>
                </a:cubicBezTo>
                <a:cubicBezTo>
                  <a:pt x="17318" y="3760"/>
                  <a:pt x="17318" y="3985"/>
                  <a:pt x="17444" y="4286"/>
                </a:cubicBezTo>
                <a:cubicBezTo>
                  <a:pt x="17444" y="4612"/>
                  <a:pt x="17444" y="4913"/>
                  <a:pt x="17318" y="5238"/>
                </a:cubicBezTo>
                <a:cubicBezTo>
                  <a:pt x="17318" y="5740"/>
                  <a:pt x="17318" y="6366"/>
                  <a:pt x="17118" y="6993"/>
                </a:cubicBezTo>
                <a:cubicBezTo>
                  <a:pt x="17118" y="7218"/>
                  <a:pt x="17118" y="7519"/>
                  <a:pt x="17018" y="7745"/>
                </a:cubicBezTo>
                <a:cubicBezTo>
                  <a:pt x="17018" y="8371"/>
                  <a:pt x="16917" y="8998"/>
                  <a:pt x="16817" y="9499"/>
                </a:cubicBezTo>
                <a:cubicBezTo>
                  <a:pt x="16692" y="9825"/>
                  <a:pt x="16817" y="10025"/>
                  <a:pt x="16692" y="10351"/>
                </a:cubicBezTo>
                <a:cubicBezTo>
                  <a:pt x="16592" y="10652"/>
                  <a:pt x="16592" y="11178"/>
                  <a:pt x="16491" y="11504"/>
                </a:cubicBezTo>
                <a:cubicBezTo>
                  <a:pt x="16391" y="11805"/>
                  <a:pt x="16391" y="12131"/>
                  <a:pt x="16391" y="12331"/>
                </a:cubicBezTo>
                <a:cubicBezTo>
                  <a:pt x="16191" y="13158"/>
                  <a:pt x="15765" y="13484"/>
                  <a:pt x="15765" y="14311"/>
                </a:cubicBezTo>
                <a:cubicBezTo>
                  <a:pt x="15765" y="14512"/>
                  <a:pt x="15439" y="15038"/>
                  <a:pt x="15439" y="15264"/>
                </a:cubicBezTo>
                <a:cubicBezTo>
                  <a:pt x="15339" y="15564"/>
                  <a:pt x="15339" y="15665"/>
                  <a:pt x="15339" y="15890"/>
                </a:cubicBezTo>
                <a:cubicBezTo>
                  <a:pt x="15339" y="16191"/>
                  <a:pt x="15238" y="16391"/>
                  <a:pt x="15138" y="16617"/>
                </a:cubicBezTo>
                <a:cubicBezTo>
                  <a:pt x="14712" y="17018"/>
                  <a:pt x="14612" y="17444"/>
                  <a:pt x="14511" y="18071"/>
                </a:cubicBezTo>
                <a:cubicBezTo>
                  <a:pt x="14411" y="18497"/>
                  <a:pt x="14186" y="18797"/>
                  <a:pt x="14085" y="19223"/>
                </a:cubicBezTo>
                <a:cubicBezTo>
                  <a:pt x="13885" y="19850"/>
                  <a:pt x="13359" y="20151"/>
                  <a:pt x="13258" y="20903"/>
                </a:cubicBezTo>
                <a:cubicBezTo>
                  <a:pt x="13258" y="21203"/>
                  <a:pt x="13158" y="21304"/>
                  <a:pt x="12932" y="21629"/>
                </a:cubicBezTo>
                <a:cubicBezTo>
                  <a:pt x="12832" y="21930"/>
                  <a:pt x="12832" y="22356"/>
                  <a:pt x="12632" y="22657"/>
                </a:cubicBezTo>
                <a:cubicBezTo>
                  <a:pt x="12431" y="22883"/>
                  <a:pt x="12431" y="23183"/>
                  <a:pt x="12431" y="23509"/>
                </a:cubicBezTo>
                <a:cubicBezTo>
                  <a:pt x="12431" y="23910"/>
                  <a:pt x="11805" y="24336"/>
                  <a:pt x="11679" y="24863"/>
                </a:cubicBezTo>
                <a:cubicBezTo>
                  <a:pt x="11679" y="25063"/>
                  <a:pt x="11805" y="25163"/>
                  <a:pt x="11805" y="25389"/>
                </a:cubicBezTo>
                <a:cubicBezTo>
                  <a:pt x="11679" y="25690"/>
                  <a:pt x="11379" y="25915"/>
                  <a:pt x="11278" y="26216"/>
                </a:cubicBezTo>
                <a:cubicBezTo>
                  <a:pt x="11178" y="26542"/>
                  <a:pt x="11053" y="26843"/>
                  <a:pt x="10852" y="27043"/>
                </a:cubicBezTo>
                <a:cubicBezTo>
                  <a:pt x="10752" y="27369"/>
                  <a:pt x="10652" y="27670"/>
                  <a:pt x="10426" y="27995"/>
                </a:cubicBezTo>
                <a:cubicBezTo>
                  <a:pt x="10226" y="28296"/>
                  <a:pt x="10226" y="28622"/>
                  <a:pt x="10125" y="29048"/>
                </a:cubicBezTo>
                <a:cubicBezTo>
                  <a:pt x="10025" y="29449"/>
                  <a:pt x="9599" y="29675"/>
                  <a:pt x="9298" y="30076"/>
                </a:cubicBezTo>
                <a:cubicBezTo>
                  <a:pt x="9173" y="30176"/>
                  <a:pt x="9073" y="30401"/>
                  <a:pt x="8973" y="30502"/>
                </a:cubicBezTo>
                <a:cubicBezTo>
                  <a:pt x="8872" y="30602"/>
                  <a:pt x="8772" y="30702"/>
                  <a:pt x="8672" y="30928"/>
                </a:cubicBezTo>
                <a:cubicBezTo>
                  <a:pt x="8246" y="31554"/>
                  <a:pt x="7820" y="31855"/>
                  <a:pt x="7293" y="32381"/>
                </a:cubicBezTo>
                <a:cubicBezTo>
                  <a:pt x="6466" y="32908"/>
                  <a:pt x="6040" y="33208"/>
                  <a:pt x="5313" y="33935"/>
                </a:cubicBezTo>
                <a:cubicBezTo>
                  <a:pt x="5113" y="34161"/>
                  <a:pt x="4912" y="34462"/>
                  <a:pt x="4587" y="34562"/>
                </a:cubicBezTo>
                <a:lnTo>
                  <a:pt x="4386" y="34562"/>
                </a:lnTo>
                <a:lnTo>
                  <a:pt x="4286" y="34687"/>
                </a:lnTo>
                <a:lnTo>
                  <a:pt x="3960" y="34687"/>
                </a:lnTo>
                <a:cubicBezTo>
                  <a:pt x="3860" y="34687"/>
                  <a:pt x="3659" y="34562"/>
                  <a:pt x="3534" y="34562"/>
                </a:cubicBezTo>
                <a:cubicBezTo>
                  <a:pt x="3333" y="34562"/>
                  <a:pt x="3133" y="34562"/>
                  <a:pt x="3033" y="34687"/>
                </a:cubicBezTo>
                <a:cubicBezTo>
                  <a:pt x="2080" y="34888"/>
                  <a:pt x="2181" y="34787"/>
                  <a:pt x="1454" y="34888"/>
                </a:cubicBezTo>
                <a:cubicBezTo>
                  <a:pt x="1336" y="34888"/>
                  <a:pt x="1188" y="34880"/>
                  <a:pt x="1031" y="34880"/>
                </a:cubicBezTo>
                <a:cubicBezTo>
                  <a:pt x="619" y="34880"/>
                  <a:pt x="145" y="34933"/>
                  <a:pt x="0" y="35314"/>
                </a:cubicBezTo>
                <a:cubicBezTo>
                  <a:pt x="0" y="35514"/>
                  <a:pt x="0" y="35615"/>
                  <a:pt x="100" y="35715"/>
                </a:cubicBezTo>
                <a:cubicBezTo>
                  <a:pt x="100" y="35815"/>
                  <a:pt x="201" y="35815"/>
                  <a:pt x="301" y="35815"/>
                </a:cubicBezTo>
                <a:cubicBezTo>
                  <a:pt x="372" y="35842"/>
                  <a:pt x="437" y="35853"/>
                  <a:pt x="497" y="35853"/>
                </a:cubicBezTo>
                <a:cubicBezTo>
                  <a:pt x="714" y="35853"/>
                  <a:pt x="871" y="35715"/>
                  <a:pt x="1028" y="35715"/>
                </a:cubicBezTo>
                <a:cubicBezTo>
                  <a:pt x="1245" y="35715"/>
                  <a:pt x="1507" y="35759"/>
                  <a:pt x="1746" y="35759"/>
                </a:cubicBezTo>
                <a:cubicBezTo>
                  <a:pt x="1866" y="35759"/>
                  <a:pt x="1980" y="35748"/>
                  <a:pt x="2080" y="35715"/>
                </a:cubicBezTo>
                <a:cubicBezTo>
                  <a:pt x="2214" y="35715"/>
                  <a:pt x="2359" y="35670"/>
                  <a:pt x="2500" y="35670"/>
                </a:cubicBezTo>
                <a:cubicBezTo>
                  <a:pt x="2570" y="35670"/>
                  <a:pt x="2640" y="35681"/>
                  <a:pt x="2707" y="35715"/>
                </a:cubicBezTo>
                <a:cubicBezTo>
                  <a:pt x="2769" y="35734"/>
                  <a:pt x="2827" y="35742"/>
                  <a:pt x="2881" y="35742"/>
                </a:cubicBezTo>
                <a:cubicBezTo>
                  <a:pt x="3113" y="35742"/>
                  <a:pt x="3291" y="35595"/>
                  <a:pt x="3534" y="35514"/>
                </a:cubicBezTo>
                <a:cubicBezTo>
                  <a:pt x="3760" y="35514"/>
                  <a:pt x="3860" y="35514"/>
                  <a:pt x="3960" y="35615"/>
                </a:cubicBezTo>
                <a:lnTo>
                  <a:pt x="4161" y="35615"/>
                </a:lnTo>
                <a:cubicBezTo>
                  <a:pt x="4286" y="35715"/>
                  <a:pt x="4386" y="35715"/>
                  <a:pt x="4486" y="35715"/>
                </a:cubicBezTo>
                <a:cubicBezTo>
                  <a:pt x="4787" y="35414"/>
                  <a:pt x="4912" y="35314"/>
                  <a:pt x="5113" y="35188"/>
                </a:cubicBezTo>
                <a:cubicBezTo>
                  <a:pt x="5414" y="34988"/>
                  <a:pt x="5739" y="34888"/>
                  <a:pt x="6040" y="34687"/>
                </a:cubicBezTo>
                <a:cubicBezTo>
                  <a:pt x="6266" y="34462"/>
                  <a:pt x="6466" y="34161"/>
                  <a:pt x="6792" y="34061"/>
                </a:cubicBezTo>
                <a:cubicBezTo>
                  <a:pt x="7193" y="33835"/>
                  <a:pt x="7519" y="33534"/>
                  <a:pt x="7920" y="33208"/>
                </a:cubicBezTo>
                <a:cubicBezTo>
                  <a:pt x="8246" y="33008"/>
                  <a:pt x="8446" y="32582"/>
                  <a:pt x="8772" y="32381"/>
                </a:cubicBezTo>
                <a:cubicBezTo>
                  <a:pt x="9073" y="32181"/>
                  <a:pt x="9173" y="31855"/>
                  <a:pt x="9499" y="31655"/>
                </a:cubicBezTo>
                <a:cubicBezTo>
                  <a:pt x="9800" y="31429"/>
                  <a:pt x="9925" y="31128"/>
                  <a:pt x="10125" y="30802"/>
                </a:cubicBezTo>
                <a:cubicBezTo>
                  <a:pt x="10552" y="30076"/>
                  <a:pt x="10852" y="29449"/>
                  <a:pt x="11379" y="28722"/>
                </a:cubicBezTo>
                <a:cubicBezTo>
                  <a:pt x="11805" y="27995"/>
                  <a:pt x="12206" y="27043"/>
                  <a:pt x="12306" y="26216"/>
                </a:cubicBezTo>
                <a:cubicBezTo>
                  <a:pt x="12431" y="25790"/>
                  <a:pt x="12832" y="25289"/>
                  <a:pt x="12932" y="24762"/>
                </a:cubicBezTo>
                <a:cubicBezTo>
                  <a:pt x="13058" y="24436"/>
                  <a:pt x="12932" y="23910"/>
                  <a:pt x="13359" y="23710"/>
                </a:cubicBezTo>
                <a:cubicBezTo>
                  <a:pt x="13459" y="23609"/>
                  <a:pt x="13559" y="23183"/>
                  <a:pt x="13559" y="22983"/>
                </a:cubicBezTo>
                <a:lnTo>
                  <a:pt x="13985" y="21930"/>
                </a:lnTo>
                <a:cubicBezTo>
                  <a:pt x="14186" y="21304"/>
                  <a:pt x="14411" y="20577"/>
                  <a:pt x="14712" y="19950"/>
                </a:cubicBezTo>
                <a:cubicBezTo>
                  <a:pt x="14812" y="19750"/>
                  <a:pt x="14812" y="19424"/>
                  <a:pt x="15038" y="19223"/>
                </a:cubicBezTo>
                <a:cubicBezTo>
                  <a:pt x="15238" y="19023"/>
                  <a:pt x="15238" y="18597"/>
                  <a:pt x="15339" y="18396"/>
                </a:cubicBezTo>
                <a:lnTo>
                  <a:pt x="15865" y="17344"/>
                </a:lnTo>
                <a:cubicBezTo>
                  <a:pt x="16065" y="16717"/>
                  <a:pt x="16191" y="16091"/>
                  <a:pt x="16291" y="15464"/>
                </a:cubicBezTo>
                <a:cubicBezTo>
                  <a:pt x="16391" y="14737"/>
                  <a:pt x="16692" y="14111"/>
                  <a:pt x="16917" y="13484"/>
                </a:cubicBezTo>
                <a:cubicBezTo>
                  <a:pt x="17018" y="13158"/>
                  <a:pt x="17218" y="12857"/>
                  <a:pt x="17218" y="12532"/>
                </a:cubicBezTo>
                <a:cubicBezTo>
                  <a:pt x="17318" y="11905"/>
                  <a:pt x="17444" y="11279"/>
                  <a:pt x="17544" y="10752"/>
                </a:cubicBezTo>
                <a:cubicBezTo>
                  <a:pt x="17745" y="10025"/>
                  <a:pt x="17745" y="9299"/>
                  <a:pt x="17845" y="8572"/>
                </a:cubicBezTo>
                <a:cubicBezTo>
                  <a:pt x="17945" y="8146"/>
                  <a:pt x="18070" y="7745"/>
                  <a:pt x="18171" y="7319"/>
                </a:cubicBezTo>
                <a:cubicBezTo>
                  <a:pt x="18271" y="6692"/>
                  <a:pt x="18271" y="6492"/>
                  <a:pt x="18371" y="6266"/>
                </a:cubicBezTo>
                <a:lnTo>
                  <a:pt x="18371" y="5238"/>
                </a:lnTo>
                <a:cubicBezTo>
                  <a:pt x="18471" y="4812"/>
                  <a:pt x="18471" y="3033"/>
                  <a:pt x="18471" y="2607"/>
                </a:cubicBezTo>
                <a:cubicBezTo>
                  <a:pt x="18471" y="2306"/>
                  <a:pt x="18697" y="2106"/>
                  <a:pt x="18697" y="1880"/>
                </a:cubicBezTo>
                <a:cubicBezTo>
                  <a:pt x="18572" y="1579"/>
                  <a:pt x="18471" y="1354"/>
                  <a:pt x="18471" y="1053"/>
                </a:cubicBezTo>
                <a:cubicBezTo>
                  <a:pt x="18572" y="852"/>
                  <a:pt x="18897" y="426"/>
                  <a:pt x="18471" y="326"/>
                </a:cubicBezTo>
                <a:cubicBezTo>
                  <a:pt x="18572" y="226"/>
                  <a:pt x="18471" y="101"/>
                  <a:pt x="18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7"/>
          <p:cNvSpPr/>
          <p:nvPr/>
        </p:nvSpPr>
        <p:spPr>
          <a:xfrm>
            <a:off x="1516507" y="3392381"/>
            <a:ext cx="262540" cy="271483"/>
          </a:xfrm>
          <a:custGeom>
            <a:rect b="b" l="l" r="r" t="t"/>
            <a:pathLst>
              <a:path extrusionOk="0" h="15239" w="14737">
                <a:moveTo>
                  <a:pt x="5639" y="1084"/>
                </a:moveTo>
                <a:cubicBezTo>
                  <a:pt x="5840" y="1184"/>
                  <a:pt x="6065" y="1184"/>
                  <a:pt x="6466" y="1310"/>
                </a:cubicBezTo>
                <a:cubicBezTo>
                  <a:pt x="7093" y="1510"/>
                  <a:pt x="7619" y="1510"/>
                  <a:pt x="8246" y="1610"/>
                </a:cubicBezTo>
                <a:cubicBezTo>
                  <a:pt x="8772" y="1811"/>
                  <a:pt x="9399" y="1936"/>
                  <a:pt x="9825" y="2237"/>
                </a:cubicBezTo>
                <a:cubicBezTo>
                  <a:pt x="10125" y="2437"/>
                  <a:pt x="10351" y="2437"/>
                  <a:pt x="10551" y="2563"/>
                </a:cubicBezTo>
                <a:cubicBezTo>
                  <a:pt x="11078" y="2864"/>
                  <a:pt x="11604" y="3189"/>
                  <a:pt x="12105" y="3490"/>
                </a:cubicBezTo>
                <a:cubicBezTo>
                  <a:pt x="12331" y="3691"/>
                  <a:pt x="12632" y="3691"/>
                  <a:pt x="12857" y="3916"/>
                </a:cubicBezTo>
                <a:cubicBezTo>
                  <a:pt x="13058" y="4217"/>
                  <a:pt x="13484" y="4443"/>
                  <a:pt x="13584" y="4743"/>
                </a:cubicBezTo>
                <a:cubicBezTo>
                  <a:pt x="13584" y="4944"/>
                  <a:pt x="13785" y="5169"/>
                  <a:pt x="13785" y="5370"/>
                </a:cubicBezTo>
                <a:cubicBezTo>
                  <a:pt x="13785" y="5796"/>
                  <a:pt x="13584" y="5996"/>
                  <a:pt x="13484" y="6322"/>
                </a:cubicBezTo>
                <a:cubicBezTo>
                  <a:pt x="13359" y="6623"/>
                  <a:pt x="13258" y="6949"/>
                  <a:pt x="13258" y="7350"/>
                </a:cubicBezTo>
                <a:cubicBezTo>
                  <a:pt x="13258" y="7575"/>
                  <a:pt x="13058" y="8077"/>
                  <a:pt x="12958" y="8402"/>
                </a:cubicBezTo>
                <a:cubicBezTo>
                  <a:pt x="12857" y="8603"/>
                  <a:pt x="12857" y="8703"/>
                  <a:pt x="12857" y="9029"/>
                </a:cubicBezTo>
                <a:cubicBezTo>
                  <a:pt x="12857" y="9229"/>
                  <a:pt x="12857" y="9455"/>
                  <a:pt x="12632" y="9656"/>
                </a:cubicBezTo>
                <a:cubicBezTo>
                  <a:pt x="12231" y="10182"/>
                  <a:pt x="12105" y="10583"/>
                  <a:pt x="11905" y="11209"/>
                </a:cubicBezTo>
                <a:cubicBezTo>
                  <a:pt x="11805" y="11535"/>
                  <a:pt x="11604" y="11961"/>
                  <a:pt x="11479" y="12362"/>
                </a:cubicBezTo>
                <a:cubicBezTo>
                  <a:pt x="11379" y="12688"/>
                  <a:pt x="11178" y="12889"/>
                  <a:pt x="10978" y="13214"/>
                </a:cubicBezTo>
                <a:cubicBezTo>
                  <a:pt x="10852" y="13415"/>
                  <a:pt x="10652" y="13615"/>
                  <a:pt x="10652" y="13841"/>
                </a:cubicBezTo>
                <a:cubicBezTo>
                  <a:pt x="10551" y="14042"/>
                  <a:pt x="10351" y="14042"/>
                  <a:pt x="10125" y="14042"/>
                </a:cubicBezTo>
                <a:cubicBezTo>
                  <a:pt x="9913" y="14112"/>
                  <a:pt x="9637" y="14183"/>
                  <a:pt x="9388" y="14183"/>
                </a:cubicBezTo>
                <a:cubicBezTo>
                  <a:pt x="9285" y="14183"/>
                  <a:pt x="9186" y="14171"/>
                  <a:pt x="9098" y="14142"/>
                </a:cubicBezTo>
                <a:cubicBezTo>
                  <a:pt x="9032" y="14112"/>
                  <a:pt x="8959" y="14100"/>
                  <a:pt x="8882" y="14100"/>
                </a:cubicBezTo>
                <a:cubicBezTo>
                  <a:pt x="8694" y="14100"/>
                  <a:pt x="8476" y="14171"/>
                  <a:pt x="8246" y="14242"/>
                </a:cubicBezTo>
                <a:cubicBezTo>
                  <a:pt x="8209" y="14251"/>
                  <a:pt x="8170" y="14255"/>
                  <a:pt x="8130" y="14255"/>
                </a:cubicBezTo>
                <a:cubicBezTo>
                  <a:pt x="7772" y="14255"/>
                  <a:pt x="7289" y="13928"/>
                  <a:pt x="6914" y="13928"/>
                </a:cubicBezTo>
                <a:cubicBezTo>
                  <a:pt x="6872" y="13928"/>
                  <a:pt x="6831" y="13932"/>
                  <a:pt x="6792" y="13941"/>
                </a:cubicBezTo>
                <a:cubicBezTo>
                  <a:pt x="6592" y="13941"/>
                  <a:pt x="6366" y="14042"/>
                  <a:pt x="6266" y="14042"/>
                </a:cubicBezTo>
                <a:cubicBezTo>
                  <a:pt x="5965" y="14042"/>
                  <a:pt x="5639" y="13841"/>
                  <a:pt x="5439" y="13716"/>
                </a:cubicBezTo>
                <a:cubicBezTo>
                  <a:pt x="5113" y="13615"/>
                  <a:pt x="4712" y="13515"/>
                  <a:pt x="4386" y="13415"/>
                </a:cubicBezTo>
                <a:cubicBezTo>
                  <a:pt x="4085" y="13214"/>
                  <a:pt x="3759" y="13214"/>
                  <a:pt x="3559" y="12989"/>
                </a:cubicBezTo>
                <a:cubicBezTo>
                  <a:pt x="3133" y="12788"/>
                  <a:pt x="2832" y="12788"/>
                  <a:pt x="2406" y="12688"/>
                </a:cubicBezTo>
                <a:cubicBezTo>
                  <a:pt x="1980" y="12588"/>
                  <a:pt x="1679" y="12162"/>
                  <a:pt x="1454" y="11961"/>
                </a:cubicBezTo>
                <a:cubicBezTo>
                  <a:pt x="1253" y="11736"/>
                  <a:pt x="1253" y="11435"/>
                  <a:pt x="1153" y="11209"/>
                </a:cubicBezTo>
                <a:cubicBezTo>
                  <a:pt x="1053" y="10583"/>
                  <a:pt x="1253" y="9956"/>
                  <a:pt x="1579" y="9229"/>
                </a:cubicBezTo>
                <a:cubicBezTo>
                  <a:pt x="1880" y="8302"/>
                  <a:pt x="2080" y="7776"/>
                  <a:pt x="2206" y="6723"/>
                </a:cubicBezTo>
                <a:cubicBezTo>
                  <a:pt x="2306" y="6422"/>
                  <a:pt x="2206" y="5996"/>
                  <a:pt x="2406" y="5796"/>
                </a:cubicBezTo>
                <a:cubicBezTo>
                  <a:pt x="2607" y="5570"/>
                  <a:pt x="3033" y="4317"/>
                  <a:pt x="3133" y="4016"/>
                </a:cubicBezTo>
                <a:cubicBezTo>
                  <a:pt x="3133" y="3064"/>
                  <a:pt x="3233" y="3064"/>
                  <a:pt x="3459" y="2437"/>
                </a:cubicBezTo>
                <a:cubicBezTo>
                  <a:pt x="3514" y="2216"/>
                  <a:pt x="3661" y="1895"/>
                  <a:pt x="3714" y="1580"/>
                </a:cubicBezTo>
                <a:lnTo>
                  <a:pt x="3714" y="1580"/>
                </a:lnTo>
                <a:cubicBezTo>
                  <a:pt x="3899" y="1543"/>
                  <a:pt x="4085" y="1476"/>
                  <a:pt x="4085" y="1410"/>
                </a:cubicBezTo>
                <a:lnTo>
                  <a:pt x="4186" y="1410"/>
                </a:lnTo>
                <a:cubicBezTo>
                  <a:pt x="4186" y="1410"/>
                  <a:pt x="4186" y="1310"/>
                  <a:pt x="4286" y="1310"/>
                </a:cubicBezTo>
                <a:cubicBezTo>
                  <a:pt x="4486" y="1084"/>
                  <a:pt x="4812" y="1084"/>
                  <a:pt x="5013" y="1084"/>
                </a:cubicBezTo>
                <a:close/>
                <a:moveTo>
                  <a:pt x="5040" y="1"/>
                </a:moveTo>
                <a:cubicBezTo>
                  <a:pt x="4990" y="1"/>
                  <a:pt x="4946" y="15"/>
                  <a:pt x="4912" y="57"/>
                </a:cubicBezTo>
                <a:cubicBezTo>
                  <a:pt x="4486" y="57"/>
                  <a:pt x="4286" y="257"/>
                  <a:pt x="3860" y="357"/>
                </a:cubicBezTo>
                <a:cubicBezTo>
                  <a:pt x="3759" y="458"/>
                  <a:pt x="3559" y="458"/>
                  <a:pt x="3333" y="683"/>
                </a:cubicBezTo>
                <a:cubicBezTo>
                  <a:pt x="3302" y="714"/>
                  <a:pt x="3271" y="756"/>
                  <a:pt x="3245" y="804"/>
                </a:cubicBezTo>
                <a:lnTo>
                  <a:pt x="3245" y="804"/>
                </a:lnTo>
                <a:cubicBezTo>
                  <a:pt x="3201" y="792"/>
                  <a:pt x="3162" y="783"/>
                  <a:pt x="3133" y="783"/>
                </a:cubicBezTo>
                <a:cubicBezTo>
                  <a:pt x="3033" y="783"/>
                  <a:pt x="3033" y="884"/>
                  <a:pt x="3033" y="984"/>
                </a:cubicBezTo>
                <a:cubicBezTo>
                  <a:pt x="2832" y="1184"/>
                  <a:pt x="2832" y="1510"/>
                  <a:pt x="2707" y="1711"/>
                </a:cubicBezTo>
                <a:cubicBezTo>
                  <a:pt x="2707" y="2036"/>
                  <a:pt x="2406" y="2337"/>
                  <a:pt x="2406" y="2663"/>
                </a:cubicBezTo>
                <a:cubicBezTo>
                  <a:pt x="2306" y="2864"/>
                  <a:pt x="2306" y="3189"/>
                  <a:pt x="2206" y="3290"/>
                </a:cubicBezTo>
                <a:cubicBezTo>
                  <a:pt x="1980" y="3590"/>
                  <a:pt x="2080" y="3916"/>
                  <a:pt x="2080" y="4217"/>
                </a:cubicBezTo>
                <a:cubicBezTo>
                  <a:pt x="2080" y="4443"/>
                  <a:pt x="1980" y="4543"/>
                  <a:pt x="1880" y="4643"/>
                </a:cubicBezTo>
                <a:cubicBezTo>
                  <a:pt x="1679" y="4944"/>
                  <a:pt x="1679" y="5270"/>
                  <a:pt x="1579" y="5570"/>
                </a:cubicBezTo>
                <a:cubicBezTo>
                  <a:pt x="1454" y="5896"/>
                  <a:pt x="1353" y="6197"/>
                  <a:pt x="1253" y="6523"/>
                </a:cubicBezTo>
                <a:cubicBezTo>
                  <a:pt x="1153" y="6949"/>
                  <a:pt x="1153" y="7250"/>
                  <a:pt x="1053" y="7575"/>
                </a:cubicBezTo>
                <a:cubicBezTo>
                  <a:pt x="827" y="7976"/>
                  <a:pt x="627" y="8402"/>
                  <a:pt x="526" y="8828"/>
                </a:cubicBezTo>
                <a:cubicBezTo>
                  <a:pt x="426" y="9229"/>
                  <a:pt x="426" y="9656"/>
                  <a:pt x="201" y="10082"/>
                </a:cubicBezTo>
                <a:cubicBezTo>
                  <a:pt x="0" y="10382"/>
                  <a:pt x="100" y="10808"/>
                  <a:pt x="0" y="11209"/>
                </a:cubicBezTo>
                <a:cubicBezTo>
                  <a:pt x="0" y="11636"/>
                  <a:pt x="201" y="12162"/>
                  <a:pt x="526" y="12463"/>
                </a:cubicBezTo>
                <a:cubicBezTo>
                  <a:pt x="952" y="12989"/>
                  <a:pt x="1353" y="13089"/>
                  <a:pt x="1679" y="13315"/>
                </a:cubicBezTo>
                <a:cubicBezTo>
                  <a:pt x="2080" y="13515"/>
                  <a:pt x="2406" y="13716"/>
                  <a:pt x="2832" y="13941"/>
                </a:cubicBezTo>
                <a:cubicBezTo>
                  <a:pt x="3559" y="14342"/>
                  <a:pt x="4587" y="14668"/>
                  <a:pt x="5439" y="14768"/>
                </a:cubicBezTo>
                <a:cubicBezTo>
                  <a:pt x="5965" y="14768"/>
                  <a:pt x="6592" y="15094"/>
                  <a:pt x="7093" y="15094"/>
                </a:cubicBezTo>
                <a:cubicBezTo>
                  <a:pt x="7340" y="15094"/>
                  <a:pt x="7588" y="15018"/>
                  <a:pt x="7810" y="15018"/>
                </a:cubicBezTo>
                <a:cubicBezTo>
                  <a:pt x="7971" y="15018"/>
                  <a:pt x="8120" y="15058"/>
                  <a:pt x="8246" y="15194"/>
                </a:cubicBezTo>
                <a:cubicBezTo>
                  <a:pt x="8321" y="15228"/>
                  <a:pt x="8427" y="15239"/>
                  <a:pt x="8539" y="15239"/>
                </a:cubicBezTo>
                <a:cubicBezTo>
                  <a:pt x="8764" y="15239"/>
                  <a:pt x="9014" y="15194"/>
                  <a:pt x="9098" y="15194"/>
                </a:cubicBezTo>
                <a:cubicBezTo>
                  <a:pt x="9499" y="15194"/>
                  <a:pt x="9925" y="15194"/>
                  <a:pt x="10351" y="15094"/>
                </a:cubicBezTo>
                <a:cubicBezTo>
                  <a:pt x="10551" y="14969"/>
                  <a:pt x="10852" y="14869"/>
                  <a:pt x="11078" y="14768"/>
                </a:cubicBezTo>
                <a:cubicBezTo>
                  <a:pt x="11278" y="14568"/>
                  <a:pt x="11379" y="14342"/>
                  <a:pt x="11604" y="14242"/>
                </a:cubicBezTo>
                <a:cubicBezTo>
                  <a:pt x="11805" y="13841"/>
                  <a:pt x="11905" y="13515"/>
                  <a:pt x="12105" y="13089"/>
                </a:cubicBezTo>
                <a:cubicBezTo>
                  <a:pt x="12231" y="12889"/>
                  <a:pt x="12231" y="12588"/>
                  <a:pt x="12431" y="12362"/>
                </a:cubicBezTo>
                <a:cubicBezTo>
                  <a:pt x="12632" y="12262"/>
                  <a:pt x="12732" y="11736"/>
                  <a:pt x="12857" y="11535"/>
                </a:cubicBezTo>
                <a:cubicBezTo>
                  <a:pt x="13058" y="11109"/>
                  <a:pt x="13158" y="10808"/>
                  <a:pt x="13359" y="10483"/>
                </a:cubicBezTo>
                <a:cubicBezTo>
                  <a:pt x="13684" y="9856"/>
                  <a:pt x="13684" y="9229"/>
                  <a:pt x="13885" y="8503"/>
                </a:cubicBezTo>
                <a:cubicBezTo>
                  <a:pt x="13985" y="7776"/>
                  <a:pt x="14211" y="7149"/>
                  <a:pt x="14411" y="6523"/>
                </a:cubicBezTo>
                <a:cubicBezTo>
                  <a:pt x="14612" y="6097"/>
                  <a:pt x="14737" y="5796"/>
                  <a:pt x="14737" y="5370"/>
                </a:cubicBezTo>
                <a:cubicBezTo>
                  <a:pt x="14612" y="4944"/>
                  <a:pt x="14511" y="4543"/>
                  <a:pt x="14311" y="4217"/>
                </a:cubicBezTo>
                <a:cubicBezTo>
                  <a:pt x="14110" y="3816"/>
                  <a:pt x="13785" y="3590"/>
                  <a:pt x="13584" y="3390"/>
                </a:cubicBezTo>
                <a:cubicBezTo>
                  <a:pt x="12958" y="2864"/>
                  <a:pt x="12331" y="2563"/>
                  <a:pt x="11604" y="2137"/>
                </a:cubicBezTo>
                <a:cubicBezTo>
                  <a:pt x="11278" y="1936"/>
                  <a:pt x="10852" y="1610"/>
                  <a:pt x="10451" y="1410"/>
                </a:cubicBezTo>
                <a:cubicBezTo>
                  <a:pt x="9925" y="1184"/>
                  <a:pt x="9724" y="1084"/>
                  <a:pt x="9499" y="984"/>
                </a:cubicBezTo>
                <a:cubicBezTo>
                  <a:pt x="9298" y="884"/>
                  <a:pt x="8973" y="783"/>
                  <a:pt x="8471" y="558"/>
                </a:cubicBezTo>
                <a:cubicBezTo>
                  <a:pt x="8246" y="558"/>
                  <a:pt x="7619" y="357"/>
                  <a:pt x="7093" y="357"/>
                </a:cubicBezTo>
                <a:cubicBezTo>
                  <a:pt x="6466" y="257"/>
                  <a:pt x="5965" y="157"/>
                  <a:pt x="5739" y="157"/>
                </a:cubicBezTo>
                <a:cubicBezTo>
                  <a:pt x="5539" y="157"/>
                  <a:pt x="5439" y="57"/>
                  <a:pt x="5338" y="57"/>
                </a:cubicBezTo>
                <a:cubicBezTo>
                  <a:pt x="5255" y="57"/>
                  <a:pt x="5138" y="1"/>
                  <a:pt x="5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7"/>
          <p:cNvSpPr/>
          <p:nvPr/>
        </p:nvSpPr>
        <p:spPr>
          <a:xfrm>
            <a:off x="1373167" y="3100197"/>
            <a:ext cx="253187" cy="198103"/>
          </a:xfrm>
          <a:custGeom>
            <a:rect b="b" l="l" r="r" t="t"/>
            <a:pathLst>
              <a:path extrusionOk="0" h="11120" w="14212">
                <a:moveTo>
                  <a:pt x="14020" y="0"/>
                </a:moveTo>
                <a:cubicBezTo>
                  <a:pt x="13941" y="0"/>
                  <a:pt x="13857" y="77"/>
                  <a:pt x="13785" y="167"/>
                </a:cubicBezTo>
                <a:cubicBezTo>
                  <a:pt x="13585" y="167"/>
                  <a:pt x="13485" y="41"/>
                  <a:pt x="13259" y="41"/>
                </a:cubicBezTo>
                <a:cubicBezTo>
                  <a:pt x="13159" y="41"/>
                  <a:pt x="13159" y="167"/>
                  <a:pt x="13059" y="167"/>
                </a:cubicBezTo>
                <a:cubicBezTo>
                  <a:pt x="13017" y="141"/>
                  <a:pt x="12980" y="130"/>
                  <a:pt x="12945" y="130"/>
                </a:cubicBezTo>
                <a:cubicBezTo>
                  <a:pt x="12815" y="130"/>
                  <a:pt x="12732" y="288"/>
                  <a:pt x="12633" y="367"/>
                </a:cubicBezTo>
                <a:lnTo>
                  <a:pt x="12432" y="367"/>
                </a:lnTo>
                <a:cubicBezTo>
                  <a:pt x="12399" y="300"/>
                  <a:pt x="12365" y="278"/>
                  <a:pt x="12327" y="278"/>
                </a:cubicBezTo>
                <a:cubicBezTo>
                  <a:pt x="12251" y="278"/>
                  <a:pt x="12156" y="367"/>
                  <a:pt x="12006" y="367"/>
                </a:cubicBezTo>
                <a:cubicBezTo>
                  <a:pt x="11956" y="417"/>
                  <a:pt x="11881" y="417"/>
                  <a:pt x="11805" y="417"/>
                </a:cubicBezTo>
                <a:cubicBezTo>
                  <a:pt x="11730" y="417"/>
                  <a:pt x="11655" y="417"/>
                  <a:pt x="11605" y="467"/>
                </a:cubicBezTo>
                <a:cubicBezTo>
                  <a:pt x="11505" y="467"/>
                  <a:pt x="11379" y="668"/>
                  <a:pt x="11179" y="668"/>
                </a:cubicBezTo>
                <a:cubicBezTo>
                  <a:pt x="10978" y="668"/>
                  <a:pt x="10753" y="668"/>
                  <a:pt x="10552" y="793"/>
                </a:cubicBezTo>
                <a:cubicBezTo>
                  <a:pt x="10466" y="793"/>
                  <a:pt x="10380" y="1014"/>
                  <a:pt x="10216" y="1014"/>
                </a:cubicBezTo>
                <a:cubicBezTo>
                  <a:pt x="10188" y="1014"/>
                  <a:pt x="10158" y="1008"/>
                  <a:pt x="10126" y="994"/>
                </a:cubicBezTo>
                <a:cubicBezTo>
                  <a:pt x="9926" y="994"/>
                  <a:pt x="9926" y="1194"/>
                  <a:pt x="9725" y="1194"/>
                </a:cubicBezTo>
                <a:cubicBezTo>
                  <a:pt x="9625" y="1194"/>
                  <a:pt x="9500" y="1295"/>
                  <a:pt x="9399" y="1420"/>
                </a:cubicBezTo>
                <a:cubicBezTo>
                  <a:pt x="9099" y="1721"/>
                  <a:pt x="8773" y="1821"/>
                  <a:pt x="8472" y="1921"/>
                </a:cubicBezTo>
                <a:cubicBezTo>
                  <a:pt x="8146" y="2147"/>
                  <a:pt x="7846" y="2347"/>
                  <a:pt x="7620" y="2673"/>
                </a:cubicBezTo>
                <a:cubicBezTo>
                  <a:pt x="7419" y="2873"/>
                  <a:pt x="7219" y="2974"/>
                  <a:pt x="6993" y="3074"/>
                </a:cubicBezTo>
                <a:cubicBezTo>
                  <a:pt x="6906" y="3161"/>
                  <a:pt x="6895" y="3419"/>
                  <a:pt x="6762" y="3419"/>
                </a:cubicBezTo>
                <a:cubicBezTo>
                  <a:pt x="6742" y="3419"/>
                  <a:pt x="6719" y="3413"/>
                  <a:pt x="6693" y="3400"/>
                </a:cubicBezTo>
                <a:cubicBezTo>
                  <a:pt x="6492" y="3400"/>
                  <a:pt x="6492" y="3600"/>
                  <a:pt x="6367" y="3600"/>
                </a:cubicBezTo>
                <a:cubicBezTo>
                  <a:pt x="6267" y="3801"/>
                  <a:pt x="6166" y="3926"/>
                  <a:pt x="6066" y="4026"/>
                </a:cubicBezTo>
                <a:cubicBezTo>
                  <a:pt x="5866" y="4227"/>
                  <a:pt x="5640" y="4427"/>
                  <a:pt x="5339" y="4653"/>
                </a:cubicBezTo>
                <a:cubicBezTo>
                  <a:pt x="5339" y="4753"/>
                  <a:pt x="5239" y="4853"/>
                  <a:pt x="5114" y="4853"/>
                </a:cubicBezTo>
                <a:cubicBezTo>
                  <a:pt x="4913" y="4853"/>
                  <a:pt x="4913" y="5054"/>
                  <a:pt x="4813" y="5179"/>
                </a:cubicBezTo>
                <a:lnTo>
                  <a:pt x="4387" y="5380"/>
                </a:lnTo>
                <a:cubicBezTo>
                  <a:pt x="4186" y="5580"/>
                  <a:pt x="4086" y="5906"/>
                  <a:pt x="3986" y="6107"/>
                </a:cubicBezTo>
                <a:cubicBezTo>
                  <a:pt x="3861" y="6307"/>
                  <a:pt x="3560" y="6533"/>
                  <a:pt x="3359" y="6733"/>
                </a:cubicBezTo>
                <a:cubicBezTo>
                  <a:pt x="3234" y="6833"/>
                  <a:pt x="3033" y="6833"/>
                  <a:pt x="3033" y="7059"/>
                </a:cubicBezTo>
                <a:cubicBezTo>
                  <a:pt x="2933" y="7259"/>
                  <a:pt x="2733" y="7460"/>
                  <a:pt x="2607" y="7686"/>
                </a:cubicBezTo>
                <a:cubicBezTo>
                  <a:pt x="2407" y="7886"/>
                  <a:pt x="2307" y="8187"/>
                  <a:pt x="2106" y="8412"/>
                </a:cubicBezTo>
                <a:cubicBezTo>
                  <a:pt x="1881" y="8513"/>
                  <a:pt x="1780" y="8613"/>
                  <a:pt x="1680" y="8813"/>
                </a:cubicBezTo>
                <a:cubicBezTo>
                  <a:pt x="1254" y="9139"/>
                  <a:pt x="1354" y="9039"/>
                  <a:pt x="1054" y="9440"/>
                </a:cubicBezTo>
                <a:cubicBezTo>
                  <a:pt x="996" y="9512"/>
                  <a:pt x="797" y="9709"/>
                  <a:pt x="620" y="9906"/>
                </a:cubicBezTo>
                <a:lnTo>
                  <a:pt x="620" y="9906"/>
                </a:lnTo>
                <a:cubicBezTo>
                  <a:pt x="581" y="9881"/>
                  <a:pt x="549" y="9866"/>
                  <a:pt x="527" y="9866"/>
                </a:cubicBezTo>
                <a:cubicBezTo>
                  <a:pt x="427" y="9866"/>
                  <a:pt x="427" y="10066"/>
                  <a:pt x="427" y="10066"/>
                </a:cubicBezTo>
                <a:cubicBezTo>
                  <a:pt x="358" y="10152"/>
                  <a:pt x="290" y="10226"/>
                  <a:pt x="213" y="10296"/>
                </a:cubicBezTo>
                <a:lnTo>
                  <a:pt x="213" y="10296"/>
                </a:lnTo>
                <a:cubicBezTo>
                  <a:pt x="141" y="10305"/>
                  <a:pt x="66" y="10328"/>
                  <a:pt x="1" y="10392"/>
                </a:cubicBezTo>
                <a:lnTo>
                  <a:pt x="380" y="10715"/>
                </a:lnTo>
                <a:lnTo>
                  <a:pt x="728" y="11119"/>
                </a:lnTo>
                <a:cubicBezTo>
                  <a:pt x="748" y="11103"/>
                  <a:pt x="771" y="11086"/>
                  <a:pt x="795" y="11070"/>
                </a:cubicBezTo>
                <a:lnTo>
                  <a:pt x="795" y="11070"/>
                </a:lnTo>
                <a:lnTo>
                  <a:pt x="853" y="11119"/>
                </a:lnTo>
                <a:cubicBezTo>
                  <a:pt x="853" y="11094"/>
                  <a:pt x="853" y="11063"/>
                  <a:pt x="855" y="11030"/>
                </a:cubicBezTo>
                <a:lnTo>
                  <a:pt x="855" y="11030"/>
                </a:lnTo>
                <a:cubicBezTo>
                  <a:pt x="953" y="10966"/>
                  <a:pt x="1078" y="10891"/>
                  <a:pt x="1235" y="10780"/>
                </a:cubicBezTo>
                <a:lnTo>
                  <a:pt x="1235" y="10780"/>
                </a:lnTo>
                <a:cubicBezTo>
                  <a:pt x="1260" y="10778"/>
                  <a:pt x="1275" y="10770"/>
                  <a:pt x="1274" y="10752"/>
                </a:cubicBezTo>
                <a:lnTo>
                  <a:pt x="1274" y="10752"/>
                </a:lnTo>
                <a:cubicBezTo>
                  <a:pt x="1300" y="10733"/>
                  <a:pt x="1327" y="10714"/>
                  <a:pt x="1354" y="10693"/>
                </a:cubicBezTo>
                <a:cubicBezTo>
                  <a:pt x="1580" y="10593"/>
                  <a:pt x="1680" y="10292"/>
                  <a:pt x="1780" y="10066"/>
                </a:cubicBezTo>
                <a:cubicBezTo>
                  <a:pt x="1981" y="9866"/>
                  <a:pt x="2106" y="9665"/>
                  <a:pt x="2307" y="9565"/>
                </a:cubicBezTo>
                <a:cubicBezTo>
                  <a:pt x="2407" y="9440"/>
                  <a:pt x="2507" y="9340"/>
                  <a:pt x="2507" y="9239"/>
                </a:cubicBezTo>
                <a:cubicBezTo>
                  <a:pt x="2733" y="9039"/>
                  <a:pt x="2933" y="8813"/>
                  <a:pt x="3033" y="8613"/>
                </a:cubicBezTo>
                <a:cubicBezTo>
                  <a:pt x="3134" y="8513"/>
                  <a:pt x="3134" y="8412"/>
                  <a:pt x="3234" y="8312"/>
                </a:cubicBezTo>
                <a:cubicBezTo>
                  <a:pt x="3359" y="8187"/>
                  <a:pt x="3359" y="7986"/>
                  <a:pt x="3560" y="7886"/>
                </a:cubicBezTo>
                <a:cubicBezTo>
                  <a:pt x="3660" y="7886"/>
                  <a:pt x="3660" y="7686"/>
                  <a:pt x="3660" y="7560"/>
                </a:cubicBezTo>
                <a:cubicBezTo>
                  <a:pt x="3986" y="7360"/>
                  <a:pt x="4287" y="7360"/>
                  <a:pt x="4387" y="7059"/>
                </a:cubicBezTo>
                <a:cubicBezTo>
                  <a:pt x="4387" y="6833"/>
                  <a:pt x="4612" y="6733"/>
                  <a:pt x="4713" y="6733"/>
                </a:cubicBezTo>
                <a:lnTo>
                  <a:pt x="4713" y="6432"/>
                </a:lnTo>
                <a:cubicBezTo>
                  <a:pt x="4813" y="6307"/>
                  <a:pt x="4813" y="6207"/>
                  <a:pt x="4913" y="6207"/>
                </a:cubicBezTo>
                <a:cubicBezTo>
                  <a:pt x="5239" y="6207"/>
                  <a:pt x="5339" y="6006"/>
                  <a:pt x="5540" y="5806"/>
                </a:cubicBezTo>
                <a:cubicBezTo>
                  <a:pt x="5640" y="5681"/>
                  <a:pt x="5740" y="5580"/>
                  <a:pt x="5866" y="5380"/>
                </a:cubicBezTo>
                <a:cubicBezTo>
                  <a:pt x="6066" y="5179"/>
                  <a:pt x="6492" y="5280"/>
                  <a:pt x="6492" y="4954"/>
                </a:cubicBezTo>
                <a:cubicBezTo>
                  <a:pt x="6592" y="4853"/>
                  <a:pt x="6693" y="4853"/>
                  <a:pt x="6793" y="4753"/>
                </a:cubicBezTo>
                <a:cubicBezTo>
                  <a:pt x="6893" y="4653"/>
                  <a:pt x="6893" y="4427"/>
                  <a:pt x="7119" y="4427"/>
                </a:cubicBezTo>
                <a:cubicBezTo>
                  <a:pt x="7219" y="4427"/>
                  <a:pt x="7319" y="4327"/>
                  <a:pt x="7319" y="4127"/>
                </a:cubicBezTo>
                <a:cubicBezTo>
                  <a:pt x="7319" y="3926"/>
                  <a:pt x="7846" y="4026"/>
                  <a:pt x="7846" y="3801"/>
                </a:cubicBezTo>
                <a:cubicBezTo>
                  <a:pt x="7846" y="3701"/>
                  <a:pt x="7846" y="3600"/>
                  <a:pt x="7946" y="3500"/>
                </a:cubicBezTo>
                <a:cubicBezTo>
                  <a:pt x="7946" y="3450"/>
                  <a:pt x="7996" y="3450"/>
                  <a:pt x="8059" y="3450"/>
                </a:cubicBezTo>
                <a:cubicBezTo>
                  <a:pt x="8121" y="3450"/>
                  <a:pt x="8196" y="3450"/>
                  <a:pt x="8247" y="3400"/>
                </a:cubicBezTo>
                <a:cubicBezTo>
                  <a:pt x="8372" y="3400"/>
                  <a:pt x="8572" y="3300"/>
                  <a:pt x="8673" y="3174"/>
                </a:cubicBezTo>
                <a:cubicBezTo>
                  <a:pt x="8773" y="3174"/>
                  <a:pt x="8873" y="2974"/>
                  <a:pt x="8998" y="2974"/>
                </a:cubicBezTo>
                <a:cubicBezTo>
                  <a:pt x="9199" y="2974"/>
                  <a:pt x="9199" y="2773"/>
                  <a:pt x="9299" y="2548"/>
                </a:cubicBezTo>
                <a:cubicBezTo>
                  <a:pt x="9349" y="2498"/>
                  <a:pt x="9456" y="2498"/>
                  <a:pt x="9562" y="2498"/>
                </a:cubicBezTo>
                <a:cubicBezTo>
                  <a:pt x="9669" y="2498"/>
                  <a:pt x="9775" y="2498"/>
                  <a:pt x="9826" y="2447"/>
                </a:cubicBezTo>
                <a:cubicBezTo>
                  <a:pt x="9926" y="2347"/>
                  <a:pt x="10126" y="2347"/>
                  <a:pt x="10252" y="2247"/>
                </a:cubicBezTo>
                <a:cubicBezTo>
                  <a:pt x="10452" y="2046"/>
                  <a:pt x="10653" y="1821"/>
                  <a:pt x="10978" y="1821"/>
                </a:cubicBezTo>
                <a:cubicBezTo>
                  <a:pt x="11379" y="1721"/>
                  <a:pt x="11605" y="1620"/>
                  <a:pt x="11906" y="1420"/>
                </a:cubicBezTo>
                <a:cubicBezTo>
                  <a:pt x="11987" y="1318"/>
                  <a:pt x="12085" y="1167"/>
                  <a:pt x="12226" y="1167"/>
                </a:cubicBezTo>
                <a:cubicBezTo>
                  <a:pt x="12259" y="1167"/>
                  <a:pt x="12294" y="1175"/>
                  <a:pt x="12332" y="1194"/>
                </a:cubicBezTo>
                <a:cubicBezTo>
                  <a:pt x="12382" y="1244"/>
                  <a:pt x="12539" y="1269"/>
                  <a:pt x="12695" y="1269"/>
                </a:cubicBezTo>
                <a:cubicBezTo>
                  <a:pt x="12852" y="1269"/>
                  <a:pt x="13008" y="1244"/>
                  <a:pt x="13059" y="1194"/>
                </a:cubicBezTo>
                <a:cubicBezTo>
                  <a:pt x="13254" y="1014"/>
                  <a:pt x="13332" y="978"/>
                  <a:pt x="13429" y="978"/>
                </a:cubicBezTo>
                <a:cubicBezTo>
                  <a:pt x="13493" y="978"/>
                  <a:pt x="13565" y="994"/>
                  <a:pt x="13685" y="994"/>
                </a:cubicBezTo>
                <a:cubicBezTo>
                  <a:pt x="13724" y="994"/>
                  <a:pt x="13813" y="1024"/>
                  <a:pt x="13907" y="1024"/>
                </a:cubicBezTo>
                <a:cubicBezTo>
                  <a:pt x="14053" y="1024"/>
                  <a:pt x="14211" y="950"/>
                  <a:pt x="14211" y="568"/>
                </a:cubicBezTo>
                <a:lnTo>
                  <a:pt x="14211" y="167"/>
                </a:lnTo>
                <a:lnTo>
                  <a:pt x="14111" y="41"/>
                </a:lnTo>
                <a:cubicBezTo>
                  <a:pt x="14083" y="13"/>
                  <a:pt x="14052" y="0"/>
                  <a:pt x="14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7"/>
          <p:cNvSpPr/>
          <p:nvPr/>
        </p:nvSpPr>
        <p:spPr>
          <a:xfrm>
            <a:off x="1278516" y="3136646"/>
            <a:ext cx="223258" cy="350956"/>
          </a:xfrm>
          <a:custGeom>
            <a:rect b="b" l="l" r="r" t="t"/>
            <a:pathLst>
              <a:path extrusionOk="0" h="19700" w="12532">
                <a:moveTo>
                  <a:pt x="9054" y="0"/>
                </a:moveTo>
                <a:cubicBezTo>
                  <a:pt x="8881" y="0"/>
                  <a:pt x="8697" y="101"/>
                  <a:pt x="8547" y="101"/>
                </a:cubicBezTo>
                <a:lnTo>
                  <a:pt x="8146" y="101"/>
                </a:lnTo>
                <a:cubicBezTo>
                  <a:pt x="7920" y="101"/>
                  <a:pt x="7820" y="201"/>
                  <a:pt x="7620" y="201"/>
                </a:cubicBezTo>
                <a:cubicBezTo>
                  <a:pt x="7419" y="301"/>
                  <a:pt x="7194" y="502"/>
                  <a:pt x="6893" y="502"/>
                </a:cubicBezTo>
                <a:cubicBezTo>
                  <a:pt x="6467" y="627"/>
                  <a:pt x="6166" y="727"/>
                  <a:pt x="5740" y="1028"/>
                </a:cubicBezTo>
                <a:cubicBezTo>
                  <a:pt x="5414" y="1128"/>
                  <a:pt x="5314" y="1554"/>
                  <a:pt x="5013" y="1655"/>
                </a:cubicBezTo>
                <a:cubicBezTo>
                  <a:pt x="4687" y="1755"/>
                  <a:pt x="4587" y="1980"/>
                  <a:pt x="4387" y="2181"/>
                </a:cubicBezTo>
                <a:cubicBezTo>
                  <a:pt x="4061" y="2281"/>
                  <a:pt x="3961" y="2507"/>
                  <a:pt x="3760" y="2807"/>
                </a:cubicBezTo>
                <a:cubicBezTo>
                  <a:pt x="3334" y="3334"/>
                  <a:pt x="3133" y="3860"/>
                  <a:pt x="2607" y="4386"/>
                </a:cubicBezTo>
                <a:cubicBezTo>
                  <a:pt x="2181" y="4888"/>
                  <a:pt x="1880" y="5640"/>
                  <a:pt x="1655" y="6266"/>
                </a:cubicBezTo>
                <a:cubicBezTo>
                  <a:pt x="1554" y="6667"/>
                  <a:pt x="1254" y="7093"/>
                  <a:pt x="1153" y="7394"/>
                </a:cubicBezTo>
                <a:cubicBezTo>
                  <a:pt x="1028" y="7720"/>
                  <a:pt x="1153" y="8146"/>
                  <a:pt x="828" y="8346"/>
                </a:cubicBezTo>
                <a:cubicBezTo>
                  <a:pt x="627" y="8346"/>
                  <a:pt x="627" y="8772"/>
                  <a:pt x="627" y="8873"/>
                </a:cubicBezTo>
                <a:cubicBezTo>
                  <a:pt x="527" y="9173"/>
                  <a:pt x="402" y="9499"/>
                  <a:pt x="402" y="9800"/>
                </a:cubicBezTo>
                <a:cubicBezTo>
                  <a:pt x="301" y="10427"/>
                  <a:pt x="201" y="10953"/>
                  <a:pt x="101" y="11579"/>
                </a:cubicBezTo>
                <a:cubicBezTo>
                  <a:pt x="101" y="11780"/>
                  <a:pt x="201" y="12005"/>
                  <a:pt x="101" y="12206"/>
                </a:cubicBezTo>
                <a:cubicBezTo>
                  <a:pt x="1" y="12406"/>
                  <a:pt x="101" y="12833"/>
                  <a:pt x="101" y="13033"/>
                </a:cubicBezTo>
                <a:cubicBezTo>
                  <a:pt x="101" y="13359"/>
                  <a:pt x="201" y="13660"/>
                  <a:pt x="201" y="13985"/>
                </a:cubicBezTo>
                <a:cubicBezTo>
                  <a:pt x="301" y="14612"/>
                  <a:pt x="627" y="15038"/>
                  <a:pt x="928" y="15539"/>
                </a:cubicBezTo>
                <a:cubicBezTo>
                  <a:pt x="1254" y="15965"/>
                  <a:pt x="1554" y="16492"/>
                  <a:pt x="1880" y="16918"/>
                </a:cubicBezTo>
                <a:cubicBezTo>
                  <a:pt x="1981" y="17219"/>
                  <a:pt x="2181" y="17419"/>
                  <a:pt x="2407" y="17645"/>
                </a:cubicBezTo>
                <a:cubicBezTo>
                  <a:pt x="2808" y="17945"/>
                  <a:pt x="3234" y="18271"/>
                  <a:pt x="3760" y="18472"/>
                </a:cubicBezTo>
                <a:cubicBezTo>
                  <a:pt x="4286" y="18898"/>
                  <a:pt x="4788" y="18998"/>
                  <a:pt x="5414" y="19199"/>
                </a:cubicBezTo>
                <a:cubicBezTo>
                  <a:pt x="5740" y="19299"/>
                  <a:pt x="6041" y="19424"/>
                  <a:pt x="6367" y="19524"/>
                </a:cubicBezTo>
                <a:cubicBezTo>
                  <a:pt x="6893" y="19625"/>
                  <a:pt x="7093" y="19625"/>
                  <a:pt x="7294" y="19625"/>
                </a:cubicBezTo>
                <a:cubicBezTo>
                  <a:pt x="7407" y="19675"/>
                  <a:pt x="7513" y="19700"/>
                  <a:pt x="7645" y="19700"/>
                </a:cubicBezTo>
                <a:cubicBezTo>
                  <a:pt x="7776" y="19700"/>
                  <a:pt x="7933" y="19675"/>
                  <a:pt x="8146" y="19625"/>
                </a:cubicBezTo>
                <a:cubicBezTo>
                  <a:pt x="8346" y="19625"/>
                  <a:pt x="8773" y="19625"/>
                  <a:pt x="9299" y="19524"/>
                </a:cubicBezTo>
                <a:cubicBezTo>
                  <a:pt x="9700" y="19424"/>
                  <a:pt x="10126" y="19299"/>
                  <a:pt x="10326" y="19199"/>
                </a:cubicBezTo>
                <a:cubicBezTo>
                  <a:pt x="10477" y="19199"/>
                  <a:pt x="10616" y="19243"/>
                  <a:pt x="10752" y="19243"/>
                </a:cubicBezTo>
                <a:cubicBezTo>
                  <a:pt x="10819" y="19243"/>
                  <a:pt x="10886" y="19232"/>
                  <a:pt x="10953" y="19199"/>
                </a:cubicBezTo>
                <a:cubicBezTo>
                  <a:pt x="11179" y="19098"/>
                  <a:pt x="11279" y="18898"/>
                  <a:pt x="11479" y="18798"/>
                </a:cubicBezTo>
                <a:cubicBezTo>
                  <a:pt x="11544" y="18798"/>
                  <a:pt x="11631" y="18808"/>
                  <a:pt x="11716" y="18808"/>
                </a:cubicBezTo>
                <a:cubicBezTo>
                  <a:pt x="11899" y="18808"/>
                  <a:pt x="12074" y="18761"/>
                  <a:pt x="12006" y="18472"/>
                </a:cubicBezTo>
                <a:cubicBezTo>
                  <a:pt x="12106" y="18472"/>
                  <a:pt x="12206" y="18371"/>
                  <a:pt x="12106" y="18171"/>
                </a:cubicBezTo>
                <a:cubicBezTo>
                  <a:pt x="12006" y="17945"/>
                  <a:pt x="11805" y="17645"/>
                  <a:pt x="11580" y="17645"/>
                </a:cubicBezTo>
                <a:cubicBezTo>
                  <a:pt x="11479" y="17645"/>
                  <a:pt x="11379" y="17845"/>
                  <a:pt x="11179" y="17945"/>
                </a:cubicBezTo>
                <a:cubicBezTo>
                  <a:pt x="10953" y="18046"/>
                  <a:pt x="10753" y="18171"/>
                  <a:pt x="10427" y="18171"/>
                </a:cubicBezTo>
                <a:cubicBezTo>
                  <a:pt x="10226" y="18271"/>
                  <a:pt x="9925" y="18371"/>
                  <a:pt x="9399" y="18371"/>
                </a:cubicBezTo>
                <a:cubicBezTo>
                  <a:pt x="8873" y="18371"/>
                  <a:pt x="8447" y="18572"/>
                  <a:pt x="8046" y="18572"/>
                </a:cubicBezTo>
                <a:cubicBezTo>
                  <a:pt x="7833" y="18622"/>
                  <a:pt x="7620" y="18647"/>
                  <a:pt x="7410" y="18647"/>
                </a:cubicBezTo>
                <a:cubicBezTo>
                  <a:pt x="7200" y="18647"/>
                  <a:pt x="6993" y="18622"/>
                  <a:pt x="6793" y="18572"/>
                </a:cubicBezTo>
                <a:cubicBezTo>
                  <a:pt x="6567" y="18472"/>
                  <a:pt x="6367" y="18472"/>
                  <a:pt x="6166" y="18472"/>
                </a:cubicBezTo>
                <a:cubicBezTo>
                  <a:pt x="5740" y="18271"/>
                  <a:pt x="5314" y="18171"/>
                  <a:pt x="4913" y="18046"/>
                </a:cubicBezTo>
                <a:cubicBezTo>
                  <a:pt x="4687" y="17945"/>
                  <a:pt x="4487" y="17945"/>
                  <a:pt x="4286" y="17845"/>
                </a:cubicBezTo>
                <a:cubicBezTo>
                  <a:pt x="4061" y="17645"/>
                  <a:pt x="3760" y="17544"/>
                  <a:pt x="3534" y="17319"/>
                </a:cubicBezTo>
                <a:cubicBezTo>
                  <a:pt x="3334" y="17118"/>
                  <a:pt x="3133" y="17118"/>
                  <a:pt x="3033" y="16918"/>
                </a:cubicBezTo>
                <a:cubicBezTo>
                  <a:pt x="2607" y="16492"/>
                  <a:pt x="2607" y="16066"/>
                  <a:pt x="2081" y="15765"/>
                </a:cubicBezTo>
                <a:cubicBezTo>
                  <a:pt x="1880" y="15539"/>
                  <a:pt x="1780" y="15239"/>
                  <a:pt x="1655" y="15038"/>
                </a:cubicBezTo>
                <a:cubicBezTo>
                  <a:pt x="1655" y="14813"/>
                  <a:pt x="1554" y="14712"/>
                  <a:pt x="1354" y="14612"/>
                </a:cubicBezTo>
                <a:cubicBezTo>
                  <a:pt x="1254" y="14512"/>
                  <a:pt x="1153" y="14286"/>
                  <a:pt x="1254" y="14086"/>
                </a:cubicBezTo>
                <a:cubicBezTo>
                  <a:pt x="1254" y="13660"/>
                  <a:pt x="1153" y="13359"/>
                  <a:pt x="1028" y="12933"/>
                </a:cubicBezTo>
                <a:lnTo>
                  <a:pt x="1028" y="12005"/>
                </a:lnTo>
                <a:cubicBezTo>
                  <a:pt x="928" y="11479"/>
                  <a:pt x="1354" y="11153"/>
                  <a:pt x="1254" y="10652"/>
                </a:cubicBezTo>
                <a:cubicBezTo>
                  <a:pt x="1254" y="10427"/>
                  <a:pt x="1354" y="10226"/>
                  <a:pt x="1454" y="10026"/>
                </a:cubicBezTo>
                <a:cubicBezTo>
                  <a:pt x="1454" y="9800"/>
                  <a:pt x="1454" y="9399"/>
                  <a:pt x="1554" y="9173"/>
                </a:cubicBezTo>
                <a:cubicBezTo>
                  <a:pt x="1780" y="8973"/>
                  <a:pt x="1780" y="8772"/>
                  <a:pt x="1780" y="8547"/>
                </a:cubicBezTo>
                <a:cubicBezTo>
                  <a:pt x="1655" y="8146"/>
                  <a:pt x="2281" y="7920"/>
                  <a:pt x="2281" y="7519"/>
                </a:cubicBezTo>
                <a:cubicBezTo>
                  <a:pt x="2281" y="7394"/>
                  <a:pt x="2181" y="7193"/>
                  <a:pt x="2281" y="7093"/>
                </a:cubicBezTo>
                <a:cubicBezTo>
                  <a:pt x="2281" y="6767"/>
                  <a:pt x="2507" y="6667"/>
                  <a:pt x="2707" y="6467"/>
                </a:cubicBezTo>
                <a:cubicBezTo>
                  <a:pt x="2808" y="6266"/>
                  <a:pt x="2908" y="6041"/>
                  <a:pt x="3033" y="5840"/>
                </a:cubicBezTo>
                <a:cubicBezTo>
                  <a:pt x="3234" y="5514"/>
                  <a:pt x="3234" y="5314"/>
                  <a:pt x="3434" y="5113"/>
                </a:cubicBezTo>
                <a:cubicBezTo>
                  <a:pt x="3760" y="4888"/>
                  <a:pt x="3660" y="4687"/>
                  <a:pt x="3760" y="4386"/>
                </a:cubicBezTo>
                <a:cubicBezTo>
                  <a:pt x="3961" y="3960"/>
                  <a:pt x="4286" y="3860"/>
                  <a:pt x="4587" y="3534"/>
                </a:cubicBezTo>
                <a:cubicBezTo>
                  <a:pt x="4687" y="3334"/>
                  <a:pt x="5013" y="3234"/>
                  <a:pt x="5113" y="3008"/>
                </a:cubicBezTo>
                <a:cubicBezTo>
                  <a:pt x="5314" y="2707"/>
                  <a:pt x="5539" y="2607"/>
                  <a:pt x="5640" y="2381"/>
                </a:cubicBezTo>
                <a:cubicBezTo>
                  <a:pt x="5840" y="2281"/>
                  <a:pt x="6041" y="2081"/>
                  <a:pt x="6266" y="1980"/>
                </a:cubicBezTo>
                <a:cubicBezTo>
                  <a:pt x="6993" y="1655"/>
                  <a:pt x="7294" y="1454"/>
                  <a:pt x="8046" y="1128"/>
                </a:cubicBezTo>
                <a:cubicBezTo>
                  <a:pt x="8208" y="1047"/>
                  <a:pt x="8370" y="900"/>
                  <a:pt x="8546" y="900"/>
                </a:cubicBezTo>
                <a:cubicBezTo>
                  <a:pt x="8587" y="900"/>
                  <a:pt x="8629" y="909"/>
                  <a:pt x="8672" y="928"/>
                </a:cubicBezTo>
                <a:cubicBezTo>
                  <a:pt x="8773" y="928"/>
                  <a:pt x="9073" y="928"/>
                  <a:pt x="9399" y="1028"/>
                </a:cubicBezTo>
                <a:cubicBezTo>
                  <a:pt x="9533" y="1028"/>
                  <a:pt x="9722" y="1073"/>
                  <a:pt x="9863" y="1073"/>
                </a:cubicBezTo>
                <a:cubicBezTo>
                  <a:pt x="9934" y="1073"/>
                  <a:pt x="9992" y="1061"/>
                  <a:pt x="10026" y="1028"/>
                </a:cubicBezTo>
                <a:lnTo>
                  <a:pt x="10652" y="1028"/>
                </a:lnTo>
                <a:cubicBezTo>
                  <a:pt x="10753" y="1128"/>
                  <a:pt x="10853" y="1128"/>
                  <a:pt x="11179" y="1354"/>
                </a:cubicBezTo>
                <a:cubicBezTo>
                  <a:pt x="11279" y="1354"/>
                  <a:pt x="11379" y="1554"/>
                  <a:pt x="11580" y="1655"/>
                </a:cubicBezTo>
                <a:cubicBezTo>
                  <a:pt x="11650" y="1725"/>
                  <a:pt x="11782" y="1807"/>
                  <a:pt x="11923" y="1807"/>
                </a:cubicBezTo>
                <a:cubicBezTo>
                  <a:pt x="11984" y="1807"/>
                  <a:pt x="12046" y="1792"/>
                  <a:pt x="12106" y="1755"/>
                </a:cubicBezTo>
                <a:cubicBezTo>
                  <a:pt x="12206" y="1655"/>
                  <a:pt x="12432" y="1554"/>
                  <a:pt x="12432" y="1454"/>
                </a:cubicBezTo>
                <a:cubicBezTo>
                  <a:pt x="12532" y="1354"/>
                  <a:pt x="12432" y="1354"/>
                  <a:pt x="12432" y="1254"/>
                </a:cubicBezTo>
                <a:cubicBezTo>
                  <a:pt x="12306" y="1028"/>
                  <a:pt x="12106" y="928"/>
                  <a:pt x="11805" y="827"/>
                </a:cubicBezTo>
                <a:cubicBezTo>
                  <a:pt x="11580" y="627"/>
                  <a:pt x="11379" y="301"/>
                  <a:pt x="11053" y="301"/>
                </a:cubicBezTo>
                <a:cubicBezTo>
                  <a:pt x="10853" y="201"/>
                  <a:pt x="10652" y="201"/>
                  <a:pt x="10552" y="101"/>
                </a:cubicBezTo>
                <a:cubicBezTo>
                  <a:pt x="10477" y="67"/>
                  <a:pt x="10393" y="56"/>
                  <a:pt x="10303" y="56"/>
                </a:cubicBezTo>
                <a:cubicBezTo>
                  <a:pt x="10123" y="56"/>
                  <a:pt x="9917" y="101"/>
                  <a:pt x="9700" y="101"/>
                </a:cubicBezTo>
                <a:cubicBezTo>
                  <a:pt x="9666" y="134"/>
                  <a:pt x="9633" y="145"/>
                  <a:pt x="9596" y="145"/>
                </a:cubicBezTo>
                <a:cubicBezTo>
                  <a:pt x="9522" y="145"/>
                  <a:pt x="9433" y="101"/>
                  <a:pt x="9299" y="101"/>
                </a:cubicBezTo>
                <a:cubicBezTo>
                  <a:pt x="9224" y="25"/>
                  <a:pt x="9140" y="0"/>
                  <a:pt x="9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7"/>
          <p:cNvSpPr/>
          <p:nvPr/>
        </p:nvSpPr>
        <p:spPr>
          <a:xfrm>
            <a:off x="1433008" y="3653691"/>
            <a:ext cx="555899" cy="625111"/>
          </a:xfrm>
          <a:custGeom>
            <a:rect b="b" l="l" r="r" t="t"/>
            <a:pathLst>
              <a:path extrusionOk="0" h="35089" w="31204">
                <a:moveTo>
                  <a:pt x="301" y="0"/>
                </a:moveTo>
                <a:cubicBezTo>
                  <a:pt x="201" y="100"/>
                  <a:pt x="201" y="201"/>
                  <a:pt x="201" y="426"/>
                </a:cubicBezTo>
                <a:cubicBezTo>
                  <a:pt x="0" y="927"/>
                  <a:pt x="101" y="1454"/>
                  <a:pt x="101" y="1980"/>
                </a:cubicBezTo>
                <a:cubicBezTo>
                  <a:pt x="101" y="2607"/>
                  <a:pt x="101" y="3434"/>
                  <a:pt x="201" y="3960"/>
                </a:cubicBezTo>
                <a:cubicBezTo>
                  <a:pt x="301" y="4186"/>
                  <a:pt x="301" y="4386"/>
                  <a:pt x="401" y="4587"/>
                </a:cubicBezTo>
                <a:cubicBezTo>
                  <a:pt x="502" y="4812"/>
                  <a:pt x="502" y="5013"/>
                  <a:pt x="627" y="5213"/>
                </a:cubicBezTo>
                <a:cubicBezTo>
                  <a:pt x="727" y="5840"/>
                  <a:pt x="1028" y="6366"/>
                  <a:pt x="1354" y="6892"/>
                </a:cubicBezTo>
                <a:cubicBezTo>
                  <a:pt x="1554" y="7193"/>
                  <a:pt x="1654" y="7318"/>
                  <a:pt x="1755" y="7719"/>
                </a:cubicBezTo>
                <a:cubicBezTo>
                  <a:pt x="1980" y="8346"/>
                  <a:pt x="2507" y="8772"/>
                  <a:pt x="2807" y="9198"/>
                </a:cubicBezTo>
                <a:cubicBezTo>
                  <a:pt x="3334" y="9699"/>
                  <a:pt x="3760" y="10226"/>
                  <a:pt x="4261" y="10752"/>
                </a:cubicBezTo>
                <a:cubicBezTo>
                  <a:pt x="4787" y="11178"/>
                  <a:pt x="5314" y="11379"/>
                  <a:pt x="5840" y="11805"/>
                </a:cubicBezTo>
                <a:cubicBezTo>
                  <a:pt x="6567" y="12331"/>
                  <a:pt x="7394" y="12832"/>
                  <a:pt x="8146" y="13258"/>
                </a:cubicBezTo>
                <a:cubicBezTo>
                  <a:pt x="8973" y="13584"/>
                  <a:pt x="9800" y="13684"/>
                  <a:pt x="10426" y="13985"/>
                </a:cubicBezTo>
                <a:cubicBezTo>
                  <a:pt x="11053" y="14211"/>
                  <a:pt x="11579" y="14311"/>
                  <a:pt x="12106" y="14511"/>
                </a:cubicBezTo>
                <a:cubicBezTo>
                  <a:pt x="12306" y="14712"/>
                  <a:pt x="12632" y="14837"/>
                  <a:pt x="12732" y="14938"/>
                </a:cubicBezTo>
                <a:lnTo>
                  <a:pt x="12732" y="15038"/>
                </a:lnTo>
                <a:cubicBezTo>
                  <a:pt x="12832" y="15038"/>
                  <a:pt x="12832" y="15038"/>
                  <a:pt x="12933" y="15138"/>
                </a:cubicBezTo>
                <a:cubicBezTo>
                  <a:pt x="12933" y="15238"/>
                  <a:pt x="13033" y="15339"/>
                  <a:pt x="13158" y="15564"/>
                </a:cubicBezTo>
                <a:cubicBezTo>
                  <a:pt x="13885" y="16918"/>
                  <a:pt x="14512" y="18070"/>
                  <a:pt x="15138" y="19624"/>
                </a:cubicBezTo>
                <a:cubicBezTo>
                  <a:pt x="15339" y="19950"/>
                  <a:pt x="15439" y="20251"/>
                  <a:pt x="15665" y="20677"/>
                </a:cubicBezTo>
                <a:cubicBezTo>
                  <a:pt x="15765" y="20777"/>
                  <a:pt x="15865" y="20978"/>
                  <a:pt x="16066" y="21203"/>
                </a:cubicBezTo>
                <a:lnTo>
                  <a:pt x="16066" y="21303"/>
                </a:lnTo>
                <a:lnTo>
                  <a:pt x="15665" y="21730"/>
                </a:lnTo>
                <a:lnTo>
                  <a:pt x="14913" y="22456"/>
                </a:lnTo>
                <a:cubicBezTo>
                  <a:pt x="14286" y="23083"/>
                  <a:pt x="13359" y="23810"/>
                  <a:pt x="12632" y="24637"/>
                </a:cubicBezTo>
                <a:cubicBezTo>
                  <a:pt x="12206" y="25163"/>
                  <a:pt x="12005" y="25990"/>
                  <a:pt x="11379" y="26416"/>
                </a:cubicBezTo>
                <a:cubicBezTo>
                  <a:pt x="11279" y="26517"/>
                  <a:pt x="11053" y="26742"/>
                  <a:pt x="10953" y="27043"/>
                </a:cubicBezTo>
                <a:cubicBezTo>
                  <a:pt x="10852" y="27369"/>
                  <a:pt x="10752" y="27770"/>
                  <a:pt x="10652" y="27870"/>
                </a:cubicBezTo>
                <a:cubicBezTo>
                  <a:pt x="10527" y="28296"/>
                  <a:pt x="10527" y="28722"/>
                  <a:pt x="10527" y="29123"/>
                </a:cubicBezTo>
                <a:cubicBezTo>
                  <a:pt x="10527" y="29549"/>
                  <a:pt x="10652" y="29975"/>
                  <a:pt x="10852" y="30376"/>
                </a:cubicBezTo>
                <a:cubicBezTo>
                  <a:pt x="10953" y="30502"/>
                  <a:pt x="11053" y="30702"/>
                  <a:pt x="11153" y="30903"/>
                </a:cubicBezTo>
                <a:cubicBezTo>
                  <a:pt x="11279" y="31003"/>
                  <a:pt x="11379" y="31128"/>
                  <a:pt x="11479" y="31329"/>
                </a:cubicBezTo>
                <a:cubicBezTo>
                  <a:pt x="11780" y="31529"/>
                  <a:pt x="12005" y="31855"/>
                  <a:pt x="12206" y="32156"/>
                </a:cubicBezTo>
                <a:cubicBezTo>
                  <a:pt x="12532" y="32381"/>
                  <a:pt x="12732" y="32682"/>
                  <a:pt x="13033" y="32883"/>
                </a:cubicBezTo>
                <a:lnTo>
                  <a:pt x="13885" y="33634"/>
                </a:lnTo>
                <a:cubicBezTo>
                  <a:pt x="14286" y="33835"/>
                  <a:pt x="14812" y="34136"/>
                  <a:pt x="15238" y="34361"/>
                </a:cubicBezTo>
                <a:cubicBezTo>
                  <a:pt x="15339" y="34461"/>
                  <a:pt x="15439" y="34461"/>
                  <a:pt x="15665" y="34562"/>
                </a:cubicBezTo>
                <a:cubicBezTo>
                  <a:pt x="15765" y="34662"/>
                  <a:pt x="15965" y="34662"/>
                  <a:pt x="16166" y="34762"/>
                </a:cubicBezTo>
                <a:cubicBezTo>
                  <a:pt x="16291" y="34762"/>
                  <a:pt x="16492" y="34888"/>
                  <a:pt x="16692" y="34888"/>
                </a:cubicBezTo>
                <a:cubicBezTo>
                  <a:pt x="16792" y="34888"/>
                  <a:pt x="17018" y="34888"/>
                  <a:pt x="17118" y="34988"/>
                </a:cubicBezTo>
                <a:lnTo>
                  <a:pt x="17645" y="34988"/>
                </a:lnTo>
                <a:lnTo>
                  <a:pt x="18271" y="35088"/>
                </a:lnTo>
                <a:cubicBezTo>
                  <a:pt x="18672" y="35088"/>
                  <a:pt x="18998" y="35088"/>
                  <a:pt x="19424" y="34988"/>
                </a:cubicBezTo>
                <a:cubicBezTo>
                  <a:pt x="20878" y="34888"/>
                  <a:pt x="21930" y="34261"/>
                  <a:pt x="23058" y="33409"/>
                </a:cubicBezTo>
                <a:cubicBezTo>
                  <a:pt x="24111" y="32682"/>
                  <a:pt x="25163" y="31855"/>
                  <a:pt x="26091" y="30903"/>
                </a:cubicBezTo>
                <a:cubicBezTo>
                  <a:pt x="26316" y="30602"/>
                  <a:pt x="26617" y="30376"/>
                  <a:pt x="26817" y="30176"/>
                </a:cubicBezTo>
                <a:cubicBezTo>
                  <a:pt x="27043" y="29875"/>
                  <a:pt x="27244" y="29649"/>
                  <a:pt x="27444" y="29349"/>
                </a:cubicBezTo>
                <a:cubicBezTo>
                  <a:pt x="28071" y="28296"/>
                  <a:pt x="28697" y="27369"/>
                  <a:pt x="29224" y="26216"/>
                </a:cubicBezTo>
                <a:cubicBezTo>
                  <a:pt x="29850" y="24963"/>
                  <a:pt x="30176" y="23609"/>
                  <a:pt x="30577" y="22231"/>
                </a:cubicBezTo>
                <a:cubicBezTo>
                  <a:pt x="30702" y="21830"/>
                  <a:pt x="30802" y="21404"/>
                  <a:pt x="30903" y="20978"/>
                </a:cubicBezTo>
                <a:lnTo>
                  <a:pt x="31003" y="20351"/>
                </a:lnTo>
                <a:lnTo>
                  <a:pt x="31103" y="19725"/>
                </a:lnTo>
                <a:cubicBezTo>
                  <a:pt x="31203" y="18597"/>
                  <a:pt x="31203" y="18171"/>
                  <a:pt x="31103" y="17644"/>
                </a:cubicBezTo>
                <a:lnTo>
                  <a:pt x="31103" y="16817"/>
                </a:lnTo>
                <a:cubicBezTo>
                  <a:pt x="31003" y="16717"/>
                  <a:pt x="31003" y="16491"/>
                  <a:pt x="31003" y="16291"/>
                </a:cubicBezTo>
                <a:cubicBezTo>
                  <a:pt x="30903" y="16090"/>
                  <a:pt x="30903" y="15865"/>
                  <a:pt x="30802" y="15564"/>
                </a:cubicBezTo>
                <a:cubicBezTo>
                  <a:pt x="30702" y="15138"/>
                  <a:pt x="30276" y="14211"/>
                  <a:pt x="29850" y="13158"/>
                </a:cubicBezTo>
                <a:cubicBezTo>
                  <a:pt x="29449" y="12206"/>
                  <a:pt x="28923" y="11278"/>
                  <a:pt x="28697" y="10953"/>
                </a:cubicBezTo>
                <a:cubicBezTo>
                  <a:pt x="28396" y="10552"/>
                  <a:pt x="28296" y="10025"/>
                  <a:pt x="28071" y="9599"/>
                </a:cubicBezTo>
                <a:cubicBezTo>
                  <a:pt x="27670" y="9198"/>
                  <a:pt x="27344" y="8872"/>
                  <a:pt x="27043" y="8446"/>
                </a:cubicBezTo>
                <a:cubicBezTo>
                  <a:pt x="26832" y="8071"/>
                  <a:pt x="26643" y="7409"/>
                  <a:pt x="26269" y="7409"/>
                </a:cubicBezTo>
                <a:cubicBezTo>
                  <a:pt x="26244" y="7409"/>
                  <a:pt x="26218" y="7412"/>
                  <a:pt x="26191" y="7419"/>
                </a:cubicBezTo>
                <a:cubicBezTo>
                  <a:pt x="26091" y="7193"/>
                  <a:pt x="25890" y="6993"/>
                  <a:pt x="25690" y="6993"/>
                </a:cubicBezTo>
                <a:cubicBezTo>
                  <a:pt x="25464" y="7093"/>
                  <a:pt x="25264" y="7519"/>
                  <a:pt x="25364" y="7719"/>
                </a:cubicBezTo>
                <a:cubicBezTo>
                  <a:pt x="25464" y="8146"/>
                  <a:pt x="25890" y="8346"/>
                  <a:pt x="26091" y="8672"/>
                </a:cubicBezTo>
                <a:cubicBezTo>
                  <a:pt x="26617" y="9399"/>
                  <a:pt x="26943" y="9825"/>
                  <a:pt x="27244" y="10326"/>
                </a:cubicBezTo>
                <a:cubicBezTo>
                  <a:pt x="27569" y="10953"/>
                  <a:pt x="27970" y="11579"/>
                  <a:pt x="28497" y="12832"/>
                </a:cubicBezTo>
                <a:cubicBezTo>
                  <a:pt x="29023" y="13985"/>
                  <a:pt x="29549" y="14938"/>
                  <a:pt x="29850" y="15965"/>
                </a:cubicBezTo>
                <a:cubicBezTo>
                  <a:pt x="30076" y="17018"/>
                  <a:pt x="30276" y="18171"/>
                  <a:pt x="30076" y="19324"/>
                </a:cubicBezTo>
                <a:cubicBezTo>
                  <a:pt x="29950" y="19725"/>
                  <a:pt x="30076" y="20251"/>
                  <a:pt x="29950" y="20777"/>
                </a:cubicBezTo>
                <a:cubicBezTo>
                  <a:pt x="29750" y="21830"/>
                  <a:pt x="29449" y="22983"/>
                  <a:pt x="29123" y="24010"/>
                </a:cubicBezTo>
                <a:cubicBezTo>
                  <a:pt x="29023" y="24336"/>
                  <a:pt x="28923" y="24537"/>
                  <a:pt x="28823" y="24737"/>
                </a:cubicBezTo>
                <a:cubicBezTo>
                  <a:pt x="28823" y="25063"/>
                  <a:pt x="28697" y="25263"/>
                  <a:pt x="28497" y="25589"/>
                </a:cubicBezTo>
                <a:cubicBezTo>
                  <a:pt x="28196" y="26116"/>
                  <a:pt x="27870" y="26943"/>
                  <a:pt x="27444" y="27569"/>
                </a:cubicBezTo>
                <a:cubicBezTo>
                  <a:pt x="27344" y="27770"/>
                  <a:pt x="27143" y="27995"/>
                  <a:pt x="27043" y="28196"/>
                </a:cubicBezTo>
                <a:cubicBezTo>
                  <a:pt x="26943" y="28497"/>
                  <a:pt x="26817" y="28722"/>
                  <a:pt x="26617" y="28923"/>
                </a:cubicBezTo>
                <a:cubicBezTo>
                  <a:pt x="26191" y="29549"/>
                  <a:pt x="25790" y="29875"/>
                  <a:pt x="25364" y="30276"/>
                </a:cubicBezTo>
                <a:cubicBezTo>
                  <a:pt x="25163" y="30502"/>
                  <a:pt x="24938" y="30702"/>
                  <a:pt x="24637" y="30903"/>
                </a:cubicBezTo>
                <a:cubicBezTo>
                  <a:pt x="24437" y="31128"/>
                  <a:pt x="24211" y="31329"/>
                  <a:pt x="24010" y="31629"/>
                </a:cubicBezTo>
                <a:cubicBezTo>
                  <a:pt x="23810" y="31855"/>
                  <a:pt x="23484" y="32055"/>
                  <a:pt x="23183" y="32256"/>
                </a:cubicBezTo>
                <a:cubicBezTo>
                  <a:pt x="23058" y="32381"/>
                  <a:pt x="22858" y="32481"/>
                  <a:pt x="22757" y="32582"/>
                </a:cubicBezTo>
                <a:cubicBezTo>
                  <a:pt x="22557" y="32682"/>
                  <a:pt x="22432" y="32682"/>
                  <a:pt x="22331" y="32782"/>
                </a:cubicBezTo>
                <a:cubicBezTo>
                  <a:pt x="22131" y="32883"/>
                  <a:pt x="22031" y="33008"/>
                  <a:pt x="21805" y="33108"/>
                </a:cubicBezTo>
                <a:cubicBezTo>
                  <a:pt x="21705" y="33208"/>
                  <a:pt x="21504" y="33309"/>
                  <a:pt x="21404" y="33409"/>
                </a:cubicBezTo>
                <a:cubicBezTo>
                  <a:pt x="21178" y="33634"/>
                  <a:pt x="20978" y="33735"/>
                  <a:pt x="20777" y="33735"/>
                </a:cubicBezTo>
                <a:cubicBezTo>
                  <a:pt x="20552" y="33835"/>
                  <a:pt x="20351" y="33935"/>
                  <a:pt x="20151" y="33935"/>
                </a:cubicBezTo>
                <a:lnTo>
                  <a:pt x="19424" y="33935"/>
                </a:lnTo>
                <a:cubicBezTo>
                  <a:pt x="19098" y="33935"/>
                  <a:pt x="18898" y="34035"/>
                  <a:pt x="18672" y="34035"/>
                </a:cubicBezTo>
                <a:lnTo>
                  <a:pt x="17945" y="34035"/>
                </a:lnTo>
                <a:cubicBezTo>
                  <a:pt x="17745" y="34035"/>
                  <a:pt x="17419" y="34035"/>
                  <a:pt x="17218" y="33935"/>
                </a:cubicBezTo>
                <a:cubicBezTo>
                  <a:pt x="16792" y="33935"/>
                  <a:pt x="16492" y="33835"/>
                  <a:pt x="16066" y="33735"/>
                </a:cubicBezTo>
                <a:cubicBezTo>
                  <a:pt x="15865" y="33634"/>
                  <a:pt x="15765" y="33509"/>
                  <a:pt x="15539" y="33509"/>
                </a:cubicBezTo>
                <a:cubicBezTo>
                  <a:pt x="15339" y="33409"/>
                  <a:pt x="15138" y="33309"/>
                  <a:pt x="15038" y="33208"/>
                </a:cubicBezTo>
                <a:cubicBezTo>
                  <a:pt x="14812" y="33108"/>
                  <a:pt x="14512" y="33008"/>
                  <a:pt x="14286" y="32782"/>
                </a:cubicBezTo>
                <a:cubicBezTo>
                  <a:pt x="14086" y="32582"/>
                  <a:pt x="13985" y="32381"/>
                  <a:pt x="13785" y="32256"/>
                </a:cubicBezTo>
                <a:cubicBezTo>
                  <a:pt x="13559" y="32055"/>
                  <a:pt x="13359" y="31855"/>
                  <a:pt x="13259" y="31629"/>
                </a:cubicBezTo>
                <a:cubicBezTo>
                  <a:pt x="13033" y="31429"/>
                  <a:pt x="12832" y="31228"/>
                  <a:pt x="12632" y="31128"/>
                </a:cubicBezTo>
                <a:cubicBezTo>
                  <a:pt x="12206" y="30702"/>
                  <a:pt x="11905" y="30276"/>
                  <a:pt x="11680" y="29875"/>
                </a:cubicBezTo>
                <a:cubicBezTo>
                  <a:pt x="11680" y="29649"/>
                  <a:pt x="11579" y="29349"/>
                  <a:pt x="11579" y="29023"/>
                </a:cubicBezTo>
                <a:cubicBezTo>
                  <a:pt x="11479" y="28722"/>
                  <a:pt x="11579" y="28396"/>
                  <a:pt x="11680" y="28196"/>
                </a:cubicBezTo>
                <a:cubicBezTo>
                  <a:pt x="11905" y="27770"/>
                  <a:pt x="12106" y="27243"/>
                  <a:pt x="12206" y="26742"/>
                </a:cubicBezTo>
                <a:cubicBezTo>
                  <a:pt x="12406" y="26416"/>
                  <a:pt x="12732" y="25990"/>
                  <a:pt x="13158" y="25689"/>
                </a:cubicBezTo>
                <a:cubicBezTo>
                  <a:pt x="13459" y="25364"/>
                  <a:pt x="13885" y="25063"/>
                  <a:pt x="14086" y="24637"/>
                </a:cubicBezTo>
                <a:cubicBezTo>
                  <a:pt x="14286" y="24436"/>
                  <a:pt x="14512" y="24111"/>
                  <a:pt x="14712" y="23810"/>
                </a:cubicBezTo>
                <a:cubicBezTo>
                  <a:pt x="15038" y="23384"/>
                  <a:pt x="15665" y="23183"/>
                  <a:pt x="16066" y="22757"/>
                </a:cubicBezTo>
                <a:lnTo>
                  <a:pt x="16592" y="22356"/>
                </a:lnTo>
                <a:cubicBezTo>
                  <a:pt x="16918" y="22131"/>
                  <a:pt x="17118" y="21830"/>
                  <a:pt x="17419" y="21604"/>
                </a:cubicBezTo>
                <a:lnTo>
                  <a:pt x="17319" y="21504"/>
                </a:lnTo>
                <a:lnTo>
                  <a:pt x="17319" y="21404"/>
                </a:lnTo>
                <a:lnTo>
                  <a:pt x="17218" y="21404"/>
                </a:lnTo>
                <a:lnTo>
                  <a:pt x="17218" y="21203"/>
                </a:lnTo>
                <a:lnTo>
                  <a:pt x="17118" y="21203"/>
                </a:lnTo>
                <a:cubicBezTo>
                  <a:pt x="17118" y="21203"/>
                  <a:pt x="17018" y="21103"/>
                  <a:pt x="17018" y="20978"/>
                </a:cubicBezTo>
                <a:lnTo>
                  <a:pt x="16918" y="20877"/>
                </a:lnTo>
                <a:lnTo>
                  <a:pt x="16918" y="20677"/>
                </a:lnTo>
                <a:lnTo>
                  <a:pt x="17018" y="20577"/>
                </a:lnTo>
                <a:lnTo>
                  <a:pt x="16918" y="20476"/>
                </a:lnTo>
                <a:cubicBezTo>
                  <a:pt x="16918" y="20351"/>
                  <a:pt x="16918" y="20351"/>
                  <a:pt x="16792" y="20251"/>
                </a:cubicBezTo>
                <a:cubicBezTo>
                  <a:pt x="16692" y="20050"/>
                  <a:pt x="16492" y="19850"/>
                  <a:pt x="16391" y="19524"/>
                </a:cubicBezTo>
                <a:cubicBezTo>
                  <a:pt x="16166" y="18797"/>
                  <a:pt x="15765" y="18371"/>
                  <a:pt x="15339" y="17745"/>
                </a:cubicBezTo>
                <a:cubicBezTo>
                  <a:pt x="14812" y="17018"/>
                  <a:pt x="14612" y="16090"/>
                  <a:pt x="14286" y="15339"/>
                </a:cubicBezTo>
                <a:cubicBezTo>
                  <a:pt x="14186" y="15138"/>
                  <a:pt x="14086" y="14938"/>
                  <a:pt x="13985" y="14712"/>
                </a:cubicBezTo>
                <a:cubicBezTo>
                  <a:pt x="13885" y="14612"/>
                  <a:pt x="13885" y="14511"/>
                  <a:pt x="13785" y="14411"/>
                </a:cubicBezTo>
                <a:cubicBezTo>
                  <a:pt x="13785" y="14411"/>
                  <a:pt x="13660" y="14311"/>
                  <a:pt x="13660" y="14211"/>
                </a:cubicBezTo>
                <a:cubicBezTo>
                  <a:pt x="13660" y="14211"/>
                  <a:pt x="13559" y="14085"/>
                  <a:pt x="13459" y="14085"/>
                </a:cubicBezTo>
                <a:cubicBezTo>
                  <a:pt x="13158" y="13785"/>
                  <a:pt x="12933" y="13684"/>
                  <a:pt x="12632" y="13459"/>
                </a:cubicBezTo>
                <a:cubicBezTo>
                  <a:pt x="11905" y="13258"/>
                  <a:pt x="11279" y="13058"/>
                  <a:pt x="10652" y="12958"/>
                </a:cubicBezTo>
                <a:cubicBezTo>
                  <a:pt x="10025" y="12732"/>
                  <a:pt x="9399" y="12532"/>
                  <a:pt x="8873" y="12331"/>
                </a:cubicBezTo>
                <a:cubicBezTo>
                  <a:pt x="8020" y="11905"/>
                  <a:pt x="7394" y="11479"/>
                  <a:pt x="6767" y="11178"/>
                </a:cubicBezTo>
                <a:cubicBezTo>
                  <a:pt x="6141" y="10752"/>
                  <a:pt x="5514" y="10451"/>
                  <a:pt x="4787" y="9825"/>
                </a:cubicBezTo>
                <a:cubicBezTo>
                  <a:pt x="4261" y="9499"/>
                  <a:pt x="3760" y="9198"/>
                  <a:pt x="3434" y="8572"/>
                </a:cubicBezTo>
                <a:cubicBezTo>
                  <a:pt x="3334" y="8346"/>
                  <a:pt x="2908" y="7820"/>
                  <a:pt x="2607" y="7093"/>
                </a:cubicBezTo>
                <a:cubicBezTo>
                  <a:pt x="2181" y="6466"/>
                  <a:pt x="1980" y="5840"/>
                  <a:pt x="1880" y="5639"/>
                </a:cubicBezTo>
                <a:cubicBezTo>
                  <a:pt x="1454" y="4912"/>
                  <a:pt x="1253" y="4486"/>
                  <a:pt x="1128" y="4186"/>
                </a:cubicBezTo>
                <a:cubicBezTo>
                  <a:pt x="1128" y="3760"/>
                  <a:pt x="1028" y="3434"/>
                  <a:pt x="1028" y="2807"/>
                </a:cubicBezTo>
                <a:cubicBezTo>
                  <a:pt x="928" y="2406"/>
                  <a:pt x="1028" y="1880"/>
                  <a:pt x="928" y="1354"/>
                </a:cubicBezTo>
                <a:lnTo>
                  <a:pt x="928" y="627"/>
                </a:lnTo>
                <a:cubicBezTo>
                  <a:pt x="928" y="426"/>
                  <a:pt x="827" y="201"/>
                  <a:pt x="727" y="100"/>
                </a:cubicBezTo>
                <a:cubicBezTo>
                  <a:pt x="627" y="0"/>
                  <a:pt x="401" y="0"/>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7"/>
          <p:cNvSpPr/>
          <p:nvPr/>
        </p:nvSpPr>
        <p:spPr>
          <a:xfrm>
            <a:off x="2020582" y="3184765"/>
            <a:ext cx="405897" cy="472507"/>
          </a:xfrm>
          <a:custGeom>
            <a:rect b="b" l="l" r="r" t="t"/>
            <a:pathLst>
              <a:path extrusionOk="0" h="26523" w="22784">
                <a:moveTo>
                  <a:pt x="2284" y="0"/>
                </a:moveTo>
                <a:cubicBezTo>
                  <a:pt x="2258" y="0"/>
                  <a:pt x="2232" y="2"/>
                  <a:pt x="2206" y="6"/>
                </a:cubicBezTo>
                <a:cubicBezTo>
                  <a:pt x="2106" y="6"/>
                  <a:pt x="1881" y="6"/>
                  <a:pt x="1881" y="207"/>
                </a:cubicBezTo>
                <a:lnTo>
                  <a:pt x="1881" y="432"/>
                </a:lnTo>
                <a:cubicBezTo>
                  <a:pt x="2106" y="833"/>
                  <a:pt x="2407" y="1059"/>
                  <a:pt x="2607" y="1460"/>
                </a:cubicBezTo>
                <a:cubicBezTo>
                  <a:pt x="2833" y="1786"/>
                  <a:pt x="3034" y="2412"/>
                  <a:pt x="3359" y="2713"/>
                </a:cubicBezTo>
                <a:cubicBezTo>
                  <a:pt x="3560" y="2939"/>
                  <a:pt x="3760" y="3139"/>
                  <a:pt x="3861" y="3440"/>
                </a:cubicBezTo>
                <a:cubicBezTo>
                  <a:pt x="3986" y="3866"/>
                  <a:pt x="4387" y="4192"/>
                  <a:pt x="4713" y="4492"/>
                </a:cubicBezTo>
                <a:cubicBezTo>
                  <a:pt x="4813" y="4693"/>
                  <a:pt x="4913" y="4818"/>
                  <a:pt x="5014" y="5019"/>
                </a:cubicBezTo>
                <a:cubicBezTo>
                  <a:pt x="5014" y="5545"/>
                  <a:pt x="5440" y="5746"/>
                  <a:pt x="5640" y="6172"/>
                </a:cubicBezTo>
                <a:cubicBezTo>
                  <a:pt x="5866" y="6573"/>
                  <a:pt x="6066" y="7099"/>
                  <a:pt x="6267" y="7525"/>
                </a:cubicBezTo>
                <a:cubicBezTo>
                  <a:pt x="6492" y="7951"/>
                  <a:pt x="6793" y="8252"/>
                  <a:pt x="6993" y="8778"/>
                </a:cubicBezTo>
                <a:cubicBezTo>
                  <a:pt x="7219" y="9304"/>
                  <a:pt x="7420" y="9931"/>
                  <a:pt x="7745" y="10558"/>
                </a:cubicBezTo>
                <a:cubicBezTo>
                  <a:pt x="7846" y="10758"/>
                  <a:pt x="7946" y="11084"/>
                  <a:pt x="8046" y="11284"/>
                </a:cubicBezTo>
                <a:cubicBezTo>
                  <a:pt x="8146" y="11585"/>
                  <a:pt x="8247" y="11911"/>
                  <a:pt x="8372" y="12112"/>
                </a:cubicBezTo>
                <a:cubicBezTo>
                  <a:pt x="8472" y="12638"/>
                  <a:pt x="8673" y="12964"/>
                  <a:pt x="8673" y="13365"/>
                </a:cubicBezTo>
                <a:cubicBezTo>
                  <a:pt x="8673" y="13465"/>
                  <a:pt x="8673" y="13590"/>
                  <a:pt x="8773" y="13590"/>
                </a:cubicBezTo>
                <a:lnTo>
                  <a:pt x="8773" y="13891"/>
                </a:lnTo>
                <a:cubicBezTo>
                  <a:pt x="8873" y="14091"/>
                  <a:pt x="8873" y="14317"/>
                  <a:pt x="8873" y="14518"/>
                </a:cubicBezTo>
                <a:cubicBezTo>
                  <a:pt x="8998" y="14718"/>
                  <a:pt x="8998" y="14843"/>
                  <a:pt x="9099" y="15044"/>
                </a:cubicBezTo>
                <a:lnTo>
                  <a:pt x="9099" y="15244"/>
                </a:lnTo>
                <a:lnTo>
                  <a:pt x="9199" y="15244"/>
                </a:lnTo>
                <a:cubicBezTo>
                  <a:pt x="9299" y="15244"/>
                  <a:pt x="9399" y="15244"/>
                  <a:pt x="9500" y="15144"/>
                </a:cubicBezTo>
                <a:cubicBezTo>
                  <a:pt x="9826" y="15044"/>
                  <a:pt x="10026" y="14944"/>
                  <a:pt x="10352" y="14843"/>
                </a:cubicBezTo>
                <a:cubicBezTo>
                  <a:pt x="10452" y="14718"/>
                  <a:pt x="10552" y="14718"/>
                  <a:pt x="10653" y="14618"/>
                </a:cubicBezTo>
                <a:lnTo>
                  <a:pt x="10878" y="14618"/>
                </a:lnTo>
                <a:cubicBezTo>
                  <a:pt x="11079" y="14417"/>
                  <a:pt x="11379" y="14317"/>
                  <a:pt x="11605" y="14217"/>
                </a:cubicBezTo>
                <a:cubicBezTo>
                  <a:pt x="12131" y="13991"/>
                  <a:pt x="12633" y="13791"/>
                  <a:pt x="13159" y="13590"/>
                </a:cubicBezTo>
                <a:cubicBezTo>
                  <a:pt x="14312" y="13164"/>
                  <a:pt x="15565" y="12638"/>
                  <a:pt x="16718" y="12212"/>
                </a:cubicBezTo>
                <a:cubicBezTo>
                  <a:pt x="17344" y="11911"/>
                  <a:pt x="18171" y="11811"/>
                  <a:pt x="18798" y="11711"/>
                </a:cubicBezTo>
                <a:cubicBezTo>
                  <a:pt x="19124" y="11585"/>
                  <a:pt x="19324" y="11585"/>
                  <a:pt x="19425" y="11485"/>
                </a:cubicBezTo>
                <a:cubicBezTo>
                  <a:pt x="19525" y="11485"/>
                  <a:pt x="19650" y="11585"/>
                  <a:pt x="19650" y="11911"/>
                </a:cubicBezTo>
                <a:cubicBezTo>
                  <a:pt x="19650" y="12212"/>
                  <a:pt x="20051" y="12738"/>
                  <a:pt x="20151" y="12964"/>
                </a:cubicBezTo>
                <a:cubicBezTo>
                  <a:pt x="20377" y="13365"/>
                  <a:pt x="20577" y="13891"/>
                  <a:pt x="20778" y="14317"/>
                </a:cubicBezTo>
                <a:cubicBezTo>
                  <a:pt x="21204" y="15244"/>
                  <a:pt x="21530" y="16297"/>
                  <a:pt x="21730" y="17224"/>
                </a:cubicBezTo>
                <a:cubicBezTo>
                  <a:pt x="21730" y="17650"/>
                  <a:pt x="21831" y="17976"/>
                  <a:pt x="21831" y="18277"/>
                </a:cubicBezTo>
                <a:cubicBezTo>
                  <a:pt x="21630" y="18603"/>
                  <a:pt x="21730" y="19229"/>
                  <a:pt x="21530" y="19430"/>
                </a:cubicBezTo>
                <a:cubicBezTo>
                  <a:pt x="21405" y="19856"/>
                  <a:pt x="21104" y="20056"/>
                  <a:pt x="20678" y="20357"/>
                </a:cubicBezTo>
                <a:cubicBezTo>
                  <a:pt x="20277" y="20583"/>
                  <a:pt x="19851" y="20783"/>
                  <a:pt x="19525" y="21109"/>
                </a:cubicBezTo>
                <a:cubicBezTo>
                  <a:pt x="19124" y="21310"/>
                  <a:pt x="18798" y="21610"/>
                  <a:pt x="18397" y="21936"/>
                </a:cubicBezTo>
                <a:cubicBezTo>
                  <a:pt x="17545" y="22462"/>
                  <a:pt x="16718" y="22863"/>
                  <a:pt x="15765" y="23290"/>
                </a:cubicBezTo>
                <a:cubicBezTo>
                  <a:pt x="15364" y="23390"/>
                  <a:pt x="14938" y="23490"/>
                  <a:pt x="14412" y="23716"/>
                </a:cubicBezTo>
                <a:cubicBezTo>
                  <a:pt x="13685" y="24117"/>
                  <a:pt x="12858" y="24442"/>
                  <a:pt x="12006" y="24643"/>
                </a:cubicBezTo>
                <a:cubicBezTo>
                  <a:pt x="10978" y="24969"/>
                  <a:pt x="10026" y="25269"/>
                  <a:pt x="8998" y="25495"/>
                </a:cubicBezTo>
                <a:lnTo>
                  <a:pt x="5866" y="25495"/>
                </a:lnTo>
                <a:lnTo>
                  <a:pt x="5740" y="25370"/>
                </a:lnTo>
                <a:lnTo>
                  <a:pt x="5540" y="25169"/>
                </a:lnTo>
                <a:cubicBezTo>
                  <a:pt x="5339" y="25069"/>
                  <a:pt x="5114" y="24868"/>
                  <a:pt x="4813" y="24543"/>
                </a:cubicBezTo>
                <a:cubicBezTo>
                  <a:pt x="4612" y="24442"/>
                  <a:pt x="4086" y="23816"/>
                  <a:pt x="3560" y="23290"/>
                </a:cubicBezTo>
                <a:cubicBezTo>
                  <a:pt x="3034" y="22663"/>
                  <a:pt x="2607" y="22036"/>
                  <a:pt x="2407" y="21836"/>
                </a:cubicBezTo>
                <a:cubicBezTo>
                  <a:pt x="2206" y="21510"/>
                  <a:pt x="2206" y="21109"/>
                  <a:pt x="1981" y="20883"/>
                </a:cubicBezTo>
                <a:cubicBezTo>
                  <a:pt x="1780" y="20583"/>
                  <a:pt x="1480" y="20257"/>
                  <a:pt x="1254" y="19956"/>
                </a:cubicBezTo>
                <a:cubicBezTo>
                  <a:pt x="1154" y="19630"/>
                  <a:pt x="1254" y="19004"/>
                  <a:pt x="853" y="19004"/>
                </a:cubicBezTo>
                <a:cubicBezTo>
                  <a:pt x="853" y="18904"/>
                  <a:pt x="728" y="18703"/>
                  <a:pt x="527" y="18703"/>
                </a:cubicBezTo>
                <a:cubicBezTo>
                  <a:pt x="327" y="18803"/>
                  <a:pt x="1" y="19004"/>
                  <a:pt x="1" y="19229"/>
                </a:cubicBezTo>
                <a:cubicBezTo>
                  <a:pt x="1" y="19530"/>
                  <a:pt x="227" y="19856"/>
                  <a:pt x="327" y="20056"/>
                </a:cubicBezTo>
                <a:cubicBezTo>
                  <a:pt x="628" y="20683"/>
                  <a:pt x="853" y="21109"/>
                  <a:pt x="1154" y="21510"/>
                </a:cubicBezTo>
                <a:cubicBezTo>
                  <a:pt x="1354" y="21936"/>
                  <a:pt x="1680" y="22563"/>
                  <a:pt x="2307" y="23390"/>
                </a:cubicBezTo>
                <a:cubicBezTo>
                  <a:pt x="2833" y="24242"/>
                  <a:pt x="3560" y="24868"/>
                  <a:pt x="4186" y="25495"/>
                </a:cubicBezTo>
                <a:cubicBezTo>
                  <a:pt x="4387" y="25595"/>
                  <a:pt x="4612" y="25696"/>
                  <a:pt x="4713" y="25896"/>
                </a:cubicBezTo>
                <a:cubicBezTo>
                  <a:pt x="4813" y="25996"/>
                  <a:pt x="4913" y="25996"/>
                  <a:pt x="5014" y="26122"/>
                </a:cubicBezTo>
                <a:lnTo>
                  <a:pt x="5339" y="26322"/>
                </a:lnTo>
                <a:lnTo>
                  <a:pt x="5440" y="26422"/>
                </a:lnTo>
                <a:lnTo>
                  <a:pt x="5540" y="26523"/>
                </a:lnTo>
                <a:lnTo>
                  <a:pt x="6893" y="26523"/>
                </a:lnTo>
                <a:cubicBezTo>
                  <a:pt x="7319" y="26523"/>
                  <a:pt x="7745" y="26523"/>
                  <a:pt x="8146" y="26422"/>
                </a:cubicBezTo>
                <a:cubicBezTo>
                  <a:pt x="8998" y="26422"/>
                  <a:pt x="9926" y="26222"/>
                  <a:pt x="10753" y="25996"/>
                </a:cubicBezTo>
                <a:cubicBezTo>
                  <a:pt x="11279" y="25896"/>
                  <a:pt x="11605" y="25696"/>
                  <a:pt x="12006" y="25696"/>
                </a:cubicBezTo>
                <a:cubicBezTo>
                  <a:pt x="12332" y="25595"/>
                  <a:pt x="12633" y="25495"/>
                  <a:pt x="12858" y="25370"/>
                </a:cubicBezTo>
                <a:cubicBezTo>
                  <a:pt x="13159" y="25269"/>
                  <a:pt x="13485" y="25169"/>
                  <a:pt x="13685" y="25069"/>
                </a:cubicBezTo>
                <a:cubicBezTo>
                  <a:pt x="14212" y="24969"/>
                  <a:pt x="14412" y="24743"/>
                  <a:pt x="14838" y="24543"/>
                </a:cubicBezTo>
                <a:cubicBezTo>
                  <a:pt x="15991" y="24117"/>
                  <a:pt x="16718" y="24117"/>
                  <a:pt x="17645" y="23390"/>
                </a:cubicBezTo>
                <a:cubicBezTo>
                  <a:pt x="17971" y="23089"/>
                  <a:pt x="18698" y="22763"/>
                  <a:pt x="19024" y="22563"/>
                </a:cubicBezTo>
                <a:cubicBezTo>
                  <a:pt x="19324" y="22362"/>
                  <a:pt x="19425" y="22237"/>
                  <a:pt x="19750" y="22036"/>
                </a:cubicBezTo>
                <a:cubicBezTo>
                  <a:pt x="19951" y="21736"/>
                  <a:pt x="20277" y="21610"/>
                  <a:pt x="20577" y="21510"/>
                </a:cubicBezTo>
                <a:cubicBezTo>
                  <a:pt x="21004" y="21310"/>
                  <a:pt x="21405" y="21209"/>
                  <a:pt x="21730" y="20883"/>
                </a:cubicBezTo>
                <a:cubicBezTo>
                  <a:pt x="22031" y="20583"/>
                  <a:pt x="22357" y="20257"/>
                  <a:pt x="22457" y="19731"/>
                </a:cubicBezTo>
                <a:cubicBezTo>
                  <a:pt x="22658" y="19104"/>
                  <a:pt x="22783" y="18377"/>
                  <a:pt x="22658" y="17751"/>
                </a:cubicBezTo>
                <a:cubicBezTo>
                  <a:pt x="22557" y="17350"/>
                  <a:pt x="22557" y="16823"/>
                  <a:pt x="22557" y="16397"/>
                </a:cubicBezTo>
                <a:cubicBezTo>
                  <a:pt x="22457" y="15971"/>
                  <a:pt x="22457" y="15470"/>
                  <a:pt x="22156" y="15144"/>
                </a:cubicBezTo>
                <a:cubicBezTo>
                  <a:pt x="21931" y="14718"/>
                  <a:pt x="21931" y="14317"/>
                  <a:pt x="21730" y="13891"/>
                </a:cubicBezTo>
                <a:cubicBezTo>
                  <a:pt x="21630" y="13465"/>
                  <a:pt x="21204" y="12964"/>
                  <a:pt x="21104" y="12437"/>
                </a:cubicBezTo>
                <a:cubicBezTo>
                  <a:pt x="20903" y="12011"/>
                  <a:pt x="20678" y="11711"/>
                  <a:pt x="20377" y="11385"/>
                </a:cubicBezTo>
                <a:cubicBezTo>
                  <a:pt x="20277" y="11284"/>
                  <a:pt x="20151" y="10959"/>
                  <a:pt x="19951" y="10858"/>
                </a:cubicBezTo>
                <a:cubicBezTo>
                  <a:pt x="19650" y="10658"/>
                  <a:pt x="19425" y="10658"/>
                  <a:pt x="19224" y="10658"/>
                </a:cubicBezTo>
                <a:cubicBezTo>
                  <a:pt x="18961" y="10608"/>
                  <a:pt x="18723" y="10583"/>
                  <a:pt x="18513" y="10583"/>
                </a:cubicBezTo>
                <a:cubicBezTo>
                  <a:pt x="18303" y="10583"/>
                  <a:pt x="18121" y="10608"/>
                  <a:pt x="17971" y="10658"/>
                </a:cubicBezTo>
                <a:cubicBezTo>
                  <a:pt x="17770" y="10758"/>
                  <a:pt x="17445" y="10959"/>
                  <a:pt x="17244" y="11084"/>
                </a:cubicBezTo>
                <a:cubicBezTo>
                  <a:pt x="16818" y="11284"/>
                  <a:pt x="16392" y="11284"/>
                  <a:pt x="15991" y="11385"/>
                </a:cubicBezTo>
                <a:cubicBezTo>
                  <a:pt x="15465" y="11485"/>
                  <a:pt x="14938" y="11711"/>
                  <a:pt x="14512" y="11811"/>
                </a:cubicBezTo>
                <a:cubicBezTo>
                  <a:pt x="14011" y="12011"/>
                  <a:pt x="13685" y="12212"/>
                  <a:pt x="13159" y="12337"/>
                </a:cubicBezTo>
                <a:cubicBezTo>
                  <a:pt x="12532" y="12538"/>
                  <a:pt x="12232" y="12838"/>
                  <a:pt x="11705" y="13164"/>
                </a:cubicBezTo>
                <a:cubicBezTo>
                  <a:pt x="11379" y="13365"/>
                  <a:pt x="11079" y="13465"/>
                  <a:pt x="10753" y="13590"/>
                </a:cubicBezTo>
                <a:lnTo>
                  <a:pt x="10352" y="13690"/>
                </a:lnTo>
                <a:lnTo>
                  <a:pt x="10126" y="13690"/>
                </a:lnTo>
                <a:lnTo>
                  <a:pt x="10126" y="13791"/>
                </a:lnTo>
                <a:lnTo>
                  <a:pt x="9926" y="13791"/>
                </a:lnTo>
                <a:lnTo>
                  <a:pt x="9926" y="13590"/>
                </a:lnTo>
                <a:lnTo>
                  <a:pt x="9926" y="13465"/>
                </a:lnTo>
                <a:cubicBezTo>
                  <a:pt x="9926" y="13365"/>
                  <a:pt x="9926" y="13365"/>
                  <a:pt x="9826" y="13365"/>
                </a:cubicBezTo>
                <a:lnTo>
                  <a:pt x="9826" y="13164"/>
                </a:lnTo>
                <a:cubicBezTo>
                  <a:pt x="9399" y="12112"/>
                  <a:pt x="9099" y="11385"/>
                  <a:pt x="8773" y="10232"/>
                </a:cubicBezTo>
                <a:cubicBezTo>
                  <a:pt x="8247" y="8878"/>
                  <a:pt x="7946" y="8152"/>
                  <a:pt x="7119" y="6898"/>
                </a:cubicBezTo>
                <a:cubicBezTo>
                  <a:pt x="6893" y="6472"/>
                  <a:pt x="6492" y="6172"/>
                  <a:pt x="6367" y="5645"/>
                </a:cubicBezTo>
                <a:cubicBezTo>
                  <a:pt x="6267" y="5319"/>
                  <a:pt x="5339" y="3665"/>
                  <a:pt x="5014" y="3340"/>
                </a:cubicBezTo>
                <a:cubicBezTo>
                  <a:pt x="4086" y="2412"/>
                  <a:pt x="4186" y="2412"/>
                  <a:pt x="3660" y="1460"/>
                </a:cubicBezTo>
                <a:cubicBezTo>
                  <a:pt x="3372" y="1075"/>
                  <a:pt x="2876" y="0"/>
                  <a:pt x="2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7"/>
          <p:cNvSpPr/>
          <p:nvPr/>
        </p:nvSpPr>
        <p:spPr>
          <a:xfrm>
            <a:off x="2377791" y="3272379"/>
            <a:ext cx="195573" cy="230401"/>
          </a:xfrm>
          <a:custGeom>
            <a:rect b="b" l="l" r="r" t="t"/>
            <a:pathLst>
              <a:path extrusionOk="0" h="12933" w="10978">
                <a:moveTo>
                  <a:pt x="6065" y="0"/>
                </a:moveTo>
                <a:lnTo>
                  <a:pt x="5965" y="101"/>
                </a:lnTo>
                <a:cubicBezTo>
                  <a:pt x="5865" y="301"/>
                  <a:pt x="5740" y="401"/>
                  <a:pt x="5639" y="627"/>
                </a:cubicBezTo>
                <a:lnTo>
                  <a:pt x="5539" y="828"/>
                </a:lnTo>
                <a:cubicBezTo>
                  <a:pt x="5539" y="928"/>
                  <a:pt x="5439" y="928"/>
                  <a:pt x="5439" y="1028"/>
                </a:cubicBezTo>
                <a:cubicBezTo>
                  <a:pt x="5439" y="1153"/>
                  <a:pt x="5439" y="1254"/>
                  <a:pt x="5339" y="1354"/>
                </a:cubicBezTo>
                <a:cubicBezTo>
                  <a:pt x="5239" y="1875"/>
                  <a:pt x="4821" y="2395"/>
                  <a:pt x="4618" y="2795"/>
                </a:cubicBezTo>
                <a:lnTo>
                  <a:pt x="4618" y="2795"/>
                </a:lnTo>
                <a:cubicBezTo>
                  <a:pt x="4542" y="2316"/>
                  <a:pt x="4264" y="1806"/>
                  <a:pt x="3559" y="1655"/>
                </a:cubicBezTo>
                <a:cubicBezTo>
                  <a:pt x="3233" y="1655"/>
                  <a:pt x="2933" y="1780"/>
                  <a:pt x="2732" y="1980"/>
                </a:cubicBezTo>
                <a:cubicBezTo>
                  <a:pt x="2607" y="2181"/>
                  <a:pt x="2506" y="2281"/>
                  <a:pt x="2306" y="2407"/>
                </a:cubicBezTo>
                <a:cubicBezTo>
                  <a:pt x="2105" y="2507"/>
                  <a:pt x="1780" y="2808"/>
                  <a:pt x="1479" y="3234"/>
                </a:cubicBezTo>
                <a:cubicBezTo>
                  <a:pt x="1153" y="3660"/>
                  <a:pt x="953" y="4061"/>
                  <a:pt x="852" y="4286"/>
                </a:cubicBezTo>
                <a:cubicBezTo>
                  <a:pt x="727" y="4787"/>
                  <a:pt x="627" y="5113"/>
                  <a:pt x="627" y="5314"/>
                </a:cubicBezTo>
                <a:cubicBezTo>
                  <a:pt x="526" y="5539"/>
                  <a:pt x="426" y="5740"/>
                  <a:pt x="326" y="6166"/>
                </a:cubicBezTo>
                <a:cubicBezTo>
                  <a:pt x="226" y="6467"/>
                  <a:pt x="100" y="6793"/>
                  <a:pt x="0" y="7093"/>
                </a:cubicBezTo>
                <a:cubicBezTo>
                  <a:pt x="0" y="7519"/>
                  <a:pt x="100" y="7820"/>
                  <a:pt x="326" y="7920"/>
                </a:cubicBezTo>
                <a:cubicBezTo>
                  <a:pt x="426" y="8046"/>
                  <a:pt x="627" y="8046"/>
                  <a:pt x="727" y="8046"/>
                </a:cubicBezTo>
                <a:cubicBezTo>
                  <a:pt x="852" y="7920"/>
                  <a:pt x="852" y="7920"/>
                  <a:pt x="852" y="7820"/>
                </a:cubicBezTo>
                <a:cubicBezTo>
                  <a:pt x="953" y="7519"/>
                  <a:pt x="953" y="7194"/>
                  <a:pt x="953" y="6893"/>
                </a:cubicBezTo>
                <a:cubicBezTo>
                  <a:pt x="1053" y="6567"/>
                  <a:pt x="1253" y="6166"/>
                  <a:pt x="1354" y="5840"/>
                </a:cubicBezTo>
                <a:cubicBezTo>
                  <a:pt x="1479" y="5640"/>
                  <a:pt x="1479" y="5314"/>
                  <a:pt x="1579" y="5113"/>
                </a:cubicBezTo>
                <a:cubicBezTo>
                  <a:pt x="1880" y="4913"/>
                  <a:pt x="1880" y="4487"/>
                  <a:pt x="1980" y="4161"/>
                </a:cubicBezTo>
                <a:cubicBezTo>
                  <a:pt x="2105" y="3960"/>
                  <a:pt x="2105" y="3860"/>
                  <a:pt x="2306" y="3760"/>
                </a:cubicBezTo>
                <a:cubicBezTo>
                  <a:pt x="2607" y="3534"/>
                  <a:pt x="2732" y="3234"/>
                  <a:pt x="2933" y="2908"/>
                </a:cubicBezTo>
                <a:cubicBezTo>
                  <a:pt x="3033" y="2808"/>
                  <a:pt x="3233" y="2607"/>
                  <a:pt x="3359" y="2607"/>
                </a:cubicBezTo>
                <a:lnTo>
                  <a:pt x="3359" y="2707"/>
                </a:lnTo>
                <a:lnTo>
                  <a:pt x="3559" y="2707"/>
                </a:lnTo>
                <a:lnTo>
                  <a:pt x="3559" y="2808"/>
                </a:lnTo>
                <a:lnTo>
                  <a:pt x="3559" y="3033"/>
                </a:lnTo>
                <a:cubicBezTo>
                  <a:pt x="3559" y="3234"/>
                  <a:pt x="3459" y="3434"/>
                  <a:pt x="3359" y="3660"/>
                </a:cubicBezTo>
                <a:cubicBezTo>
                  <a:pt x="3233" y="3860"/>
                  <a:pt x="3133" y="4061"/>
                  <a:pt x="3033" y="4386"/>
                </a:cubicBezTo>
                <a:cubicBezTo>
                  <a:pt x="2832" y="4587"/>
                  <a:pt x="2832" y="4913"/>
                  <a:pt x="2732" y="5214"/>
                </a:cubicBezTo>
                <a:lnTo>
                  <a:pt x="1880" y="7419"/>
                </a:lnTo>
                <a:lnTo>
                  <a:pt x="3559" y="5940"/>
                </a:lnTo>
                <a:cubicBezTo>
                  <a:pt x="3659" y="5840"/>
                  <a:pt x="3860" y="5740"/>
                  <a:pt x="4085" y="5640"/>
                </a:cubicBezTo>
                <a:cubicBezTo>
                  <a:pt x="4386" y="5314"/>
                  <a:pt x="4612" y="5013"/>
                  <a:pt x="4812" y="4687"/>
                </a:cubicBezTo>
                <a:cubicBezTo>
                  <a:pt x="5113" y="4286"/>
                  <a:pt x="5339" y="3860"/>
                  <a:pt x="5439" y="3534"/>
                </a:cubicBezTo>
                <a:cubicBezTo>
                  <a:pt x="5639" y="3033"/>
                  <a:pt x="5865" y="2607"/>
                  <a:pt x="5965" y="2181"/>
                </a:cubicBezTo>
                <a:cubicBezTo>
                  <a:pt x="6065" y="1980"/>
                  <a:pt x="6166" y="1780"/>
                  <a:pt x="6266" y="1554"/>
                </a:cubicBezTo>
                <a:cubicBezTo>
                  <a:pt x="6366" y="1554"/>
                  <a:pt x="6366" y="1454"/>
                  <a:pt x="6366" y="1454"/>
                </a:cubicBezTo>
                <a:lnTo>
                  <a:pt x="6491" y="1454"/>
                </a:lnTo>
                <a:lnTo>
                  <a:pt x="6491" y="1554"/>
                </a:lnTo>
                <a:cubicBezTo>
                  <a:pt x="6592" y="1554"/>
                  <a:pt x="6592" y="1655"/>
                  <a:pt x="6592" y="1780"/>
                </a:cubicBezTo>
                <a:cubicBezTo>
                  <a:pt x="6792" y="2081"/>
                  <a:pt x="6792" y="2507"/>
                  <a:pt x="6692" y="3033"/>
                </a:cubicBezTo>
                <a:cubicBezTo>
                  <a:pt x="6692" y="3072"/>
                  <a:pt x="6690" y="3112"/>
                  <a:pt x="6686" y="3152"/>
                </a:cubicBezTo>
                <a:lnTo>
                  <a:pt x="6686" y="3152"/>
                </a:lnTo>
                <a:cubicBezTo>
                  <a:pt x="6628" y="3324"/>
                  <a:pt x="6567" y="3499"/>
                  <a:pt x="6491" y="3660"/>
                </a:cubicBezTo>
                <a:cubicBezTo>
                  <a:pt x="6398" y="3883"/>
                  <a:pt x="6319" y="4120"/>
                  <a:pt x="6284" y="4392"/>
                </a:cubicBezTo>
                <a:lnTo>
                  <a:pt x="6284" y="4392"/>
                </a:lnTo>
                <a:cubicBezTo>
                  <a:pt x="6243" y="4493"/>
                  <a:pt x="6202" y="4592"/>
                  <a:pt x="6166" y="4687"/>
                </a:cubicBezTo>
                <a:cubicBezTo>
                  <a:pt x="6166" y="4913"/>
                  <a:pt x="6065" y="5113"/>
                  <a:pt x="6065" y="5214"/>
                </a:cubicBezTo>
                <a:lnTo>
                  <a:pt x="6127" y="5245"/>
                </a:lnTo>
                <a:lnTo>
                  <a:pt x="6127" y="5245"/>
                </a:lnTo>
                <a:cubicBezTo>
                  <a:pt x="6109" y="5268"/>
                  <a:pt x="6088" y="5291"/>
                  <a:pt x="6065" y="5314"/>
                </a:cubicBezTo>
                <a:lnTo>
                  <a:pt x="6892" y="5640"/>
                </a:lnTo>
                <a:cubicBezTo>
                  <a:pt x="7118" y="5314"/>
                  <a:pt x="7419" y="4913"/>
                  <a:pt x="7419" y="4587"/>
                </a:cubicBezTo>
                <a:lnTo>
                  <a:pt x="7419" y="4412"/>
                </a:lnTo>
                <a:lnTo>
                  <a:pt x="7419" y="4412"/>
                </a:lnTo>
                <a:cubicBezTo>
                  <a:pt x="7444" y="4242"/>
                  <a:pt x="7469" y="4061"/>
                  <a:pt x="7519" y="3960"/>
                </a:cubicBezTo>
                <a:cubicBezTo>
                  <a:pt x="7619" y="3534"/>
                  <a:pt x="7745" y="3133"/>
                  <a:pt x="7945" y="2808"/>
                </a:cubicBezTo>
                <a:cubicBezTo>
                  <a:pt x="7945" y="2707"/>
                  <a:pt x="8045" y="2607"/>
                  <a:pt x="8045" y="2507"/>
                </a:cubicBezTo>
                <a:lnTo>
                  <a:pt x="8146" y="2407"/>
                </a:lnTo>
                <a:cubicBezTo>
                  <a:pt x="8146" y="2407"/>
                  <a:pt x="8246" y="2281"/>
                  <a:pt x="8371" y="2281"/>
                </a:cubicBezTo>
                <a:lnTo>
                  <a:pt x="8371" y="2407"/>
                </a:lnTo>
                <a:lnTo>
                  <a:pt x="8471" y="2407"/>
                </a:lnTo>
                <a:lnTo>
                  <a:pt x="8471" y="2507"/>
                </a:lnTo>
                <a:cubicBezTo>
                  <a:pt x="8572" y="2607"/>
                  <a:pt x="8572" y="2808"/>
                  <a:pt x="8672" y="3033"/>
                </a:cubicBezTo>
                <a:cubicBezTo>
                  <a:pt x="8672" y="3234"/>
                  <a:pt x="8772" y="3534"/>
                  <a:pt x="8772" y="3860"/>
                </a:cubicBezTo>
                <a:cubicBezTo>
                  <a:pt x="8572" y="4061"/>
                  <a:pt x="8672" y="4587"/>
                  <a:pt x="8672" y="4913"/>
                </a:cubicBezTo>
                <a:cubicBezTo>
                  <a:pt x="8572" y="5214"/>
                  <a:pt x="8371" y="5640"/>
                  <a:pt x="8246" y="6041"/>
                </a:cubicBezTo>
                <a:cubicBezTo>
                  <a:pt x="7945" y="6667"/>
                  <a:pt x="7619" y="7294"/>
                  <a:pt x="7319" y="8046"/>
                </a:cubicBezTo>
                <a:lnTo>
                  <a:pt x="7218" y="8246"/>
                </a:lnTo>
                <a:lnTo>
                  <a:pt x="7945" y="8772"/>
                </a:lnTo>
                <a:cubicBezTo>
                  <a:pt x="8371" y="8146"/>
                  <a:pt x="8772" y="7519"/>
                  <a:pt x="9198" y="6793"/>
                </a:cubicBezTo>
                <a:cubicBezTo>
                  <a:pt x="9298" y="6567"/>
                  <a:pt x="9399" y="6467"/>
                  <a:pt x="9499" y="6266"/>
                </a:cubicBezTo>
                <a:cubicBezTo>
                  <a:pt x="9499" y="6166"/>
                  <a:pt x="9624" y="6041"/>
                  <a:pt x="9624" y="5940"/>
                </a:cubicBezTo>
                <a:lnTo>
                  <a:pt x="9624" y="5840"/>
                </a:lnTo>
                <a:lnTo>
                  <a:pt x="9624" y="5640"/>
                </a:lnTo>
                <a:cubicBezTo>
                  <a:pt x="9624" y="5606"/>
                  <a:pt x="9635" y="5595"/>
                  <a:pt x="9650" y="5595"/>
                </a:cubicBezTo>
                <a:cubicBezTo>
                  <a:pt x="9680" y="5595"/>
                  <a:pt x="9725" y="5640"/>
                  <a:pt x="9725" y="5640"/>
                </a:cubicBezTo>
                <a:lnTo>
                  <a:pt x="9825" y="5740"/>
                </a:lnTo>
                <a:lnTo>
                  <a:pt x="9925" y="5840"/>
                </a:lnTo>
                <a:lnTo>
                  <a:pt x="9925" y="6041"/>
                </a:lnTo>
                <a:cubicBezTo>
                  <a:pt x="10025" y="6266"/>
                  <a:pt x="10025" y="6467"/>
                  <a:pt x="10025" y="6667"/>
                </a:cubicBezTo>
                <a:cubicBezTo>
                  <a:pt x="10025" y="6993"/>
                  <a:pt x="10025" y="7419"/>
                  <a:pt x="9825" y="7820"/>
                </a:cubicBezTo>
                <a:cubicBezTo>
                  <a:pt x="9725" y="8246"/>
                  <a:pt x="9399" y="8772"/>
                  <a:pt x="9198" y="9173"/>
                </a:cubicBezTo>
                <a:cubicBezTo>
                  <a:pt x="8872" y="9700"/>
                  <a:pt x="8672" y="9925"/>
                  <a:pt x="8471" y="10126"/>
                </a:cubicBezTo>
                <a:cubicBezTo>
                  <a:pt x="8371" y="10326"/>
                  <a:pt x="8146" y="10552"/>
                  <a:pt x="7619" y="10953"/>
                </a:cubicBezTo>
                <a:cubicBezTo>
                  <a:pt x="7519" y="11053"/>
                  <a:pt x="6993" y="11379"/>
                  <a:pt x="6366" y="11580"/>
                </a:cubicBezTo>
                <a:cubicBezTo>
                  <a:pt x="5865" y="11805"/>
                  <a:pt x="5238" y="11905"/>
                  <a:pt x="5013" y="11905"/>
                </a:cubicBezTo>
                <a:cubicBezTo>
                  <a:pt x="4949" y="11927"/>
                  <a:pt x="4885" y="11934"/>
                  <a:pt x="4819" y="11934"/>
                </a:cubicBezTo>
                <a:cubicBezTo>
                  <a:pt x="4641" y="11934"/>
                  <a:pt x="4457" y="11876"/>
                  <a:pt x="4279" y="11876"/>
                </a:cubicBezTo>
                <a:cubicBezTo>
                  <a:pt x="4214" y="11876"/>
                  <a:pt x="4149" y="11884"/>
                  <a:pt x="4085" y="11905"/>
                </a:cubicBezTo>
                <a:cubicBezTo>
                  <a:pt x="3760" y="11905"/>
                  <a:pt x="3559" y="12006"/>
                  <a:pt x="3133" y="12006"/>
                </a:cubicBezTo>
                <a:cubicBezTo>
                  <a:pt x="3133" y="12006"/>
                  <a:pt x="3033" y="12006"/>
                  <a:pt x="2933" y="11905"/>
                </a:cubicBezTo>
                <a:lnTo>
                  <a:pt x="2732" y="11905"/>
                </a:lnTo>
                <a:lnTo>
                  <a:pt x="2732" y="11805"/>
                </a:lnTo>
                <a:lnTo>
                  <a:pt x="2607" y="12006"/>
                </a:lnTo>
                <a:lnTo>
                  <a:pt x="2607" y="11905"/>
                </a:lnTo>
                <a:lnTo>
                  <a:pt x="2506" y="11905"/>
                </a:lnTo>
                <a:cubicBezTo>
                  <a:pt x="2456" y="11855"/>
                  <a:pt x="2406" y="11830"/>
                  <a:pt x="2369" y="11830"/>
                </a:cubicBezTo>
                <a:cubicBezTo>
                  <a:pt x="2331" y="11830"/>
                  <a:pt x="2306" y="11855"/>
                  <a:pt x="2306" y="11905"/>
                </a:cubicBezTo>
                <a:cubicBezTo>
                  <a:pt x="2105" y="12006"/>
                  <a:pt x="1880" y="12432"/>
                  <a:pt x="1980" y="12532"/>
                </a:cubicBezTo>
                <a:lnTo>
                  <a:pt x="1980" y="12632"/>
                </a:lnTo>
                <a:cubicBezTo>
                  <a:pt x="2105" y="12732"/>
                  <a:pt x="2105" y="12732"/>
                  <a:pt x="2105" y="12833"/>
                </a:cubicBezTo>
                <a:cubicBezTo>
                  <a:pt x="2206" y="12833"/>
                  <a:pt x="2306" y="12933"/>
                  <a:pt x="2406" y="12933"/>
                </a:cubicBezTo>
                <a:lnTo>
                  <a:pt x="4286" y="12933"/>
                </a:lnTo>
                <a:cubicBezTo>
                  <a:pt x="4712" y="12933"/>
                  <a:pt x="5238" y="12933"/>
                  <a:pt x="6166" y="12833"/>
                </a:cubicBezTo>
                <a:cubicBezTo>
                  <a:pt x="7118" y="12632"/>
                  <a:pt x="7745" y="12206"/>
                  <a:pt x="8371" y="11680"/>
                </a:cubicBezTo>
                <a:cubicBezTo>
                  <a:pt x="9098" y="11179"/>
                  <a:pt x="9499" y="10552"/>
                  <a:pt x="9925" y="9925"/>
                </a:cubicBezTo>
                <a:cubicBezTo>
                  <a:pt x="10126" y="9600"/>
                  <a:pt x="10251" y="9299"/>
                  <a:pt x="10451" y="8973"/>
                </a:cubicBezTo>
                <a:cubicBezTo>
                  <a:pt x="10752" y="8246"/>
                  <a:pt x="10978" y="7419"/>
                  <a:pt x="10978" y="6567"/>
                </a:cubicBezTo>
                <a:cubicBezTo>
                  <a:pt x="10978" y="6366"/>
                  <a:pt x="10978" y="6166"/>
                  <a:pt x="10877" y="5940"/>
                </a:cubicBezTo>
                <a:cubicBezTo>
                  <a:pt x="10752" y="5840"/>
                  <a:pt x="10752" y="5640"/>
                  <a:pt x="10652" y="5314"/>
                </a:cubicBezTo>
                <a:cubicBezTo>
                  <a:pt x="10552" y="5013"/>
                  <a:pt x="10351" y="4687"/>
                  <a:pt x="10025" y="4487"/>
                </a:cubicBezTo>
                <a:cubicBezTo>
                  <a:pt x="9931" y="4393"/>
                  <a:pt x="9838" y="4299"/>
                  <a:pt x="9661" y="4185"/>
                </a:cubicBezTo>
                <a:lnTo>
                  <a:pt x="9661" y="4185"/>
                </a:lnTo>
                <a:cubicBezTo>
                  <a:pt x="9674" y="3893"/>
                  <a:pt x="9675" y="3600"/>
                  <a:pt x="9624" y="3334"/>
                </a:cubicBezTo>
                <a:cubicBezTo>
                  <a:pt x="9499" y="2908"/>
                  <a:pt x="9499" y="2607"/>
                  <a:pt x="9399" y="2181"/>
                </a:cubicBezTo>
                <a:cubicBezTo>
                  <a:pt x="9316" y="1848"/>
                  <a:pt x="8870" y="1274"/>
                  <a:pt x="8363" y="1274"/>
                </a:cubicBezTo>
                <a:cubicBezTo>
                  <a:pt x="8259" y="1274"/>
                  <a:pt x="8152" y="1298"/>
                  <a:pt x="8045" y="1354"/>
                </a:cubicBezTo>
                <a:cubicBezTo>
                  <a:pt x="7945" y="1387"/>
                  <a:pt x="7853" y="1432"/>
                  <a:pt x="7768" y="1485"/>
                </a:cubicBezTo>
                <a:lnTo>
                  <a:pt x="7768" y="1485"/>
                </a:lnTo>
                <a:cubicBezTo>
                  <a:pt x="7761" y="1441"/>
                  <a:pt x="7753" y="1398"/>
                  <a:pt x="7745" y="1354"/>
                </a:cubicBezTo>
                <a:cubicBezTo>
                  <a:pt x="7619" y="1254"/>
                  <a:pt x="7619" y="1028"/>
                  <a:pt x="7519" y="928"/>
                </a:cubicBezTo>
                <a:lnTo>
                  <a:pt x="7419" y="828"/>
                </a:lnTo>
                <a:cubicBezTo>
                  <a:pt x="7419" y="727"/>
                  <a:pt x="7319" y="727"/>
                  <a:pt x="7319" y="627"/>
                </a:cubicBezTo>
                <a:cubicBezTo>
                  <a:pt x="6993" y="401"/>
                  <a:pt x="6792" y="201"/>
                  <a:pt x="6491" y="101"/>
                </a:cubicBezTo>
                <a:cubicBezTo>
                  <a:pt x="6366" y="0"/>
                  <a:pt x="6266" y="0"/>
                  <a:pt x="6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7"/>
          <p:cNvSpPr/>
          <p:nvPr/>
        </p:nvSpPr>
        <p:spPr>
          <a:xfrm>
            <a:off x="1421838" y="3009376"/>
            <a:ext cx="187556" cy="134432"/>
          </a:xfrm>
          <a:custGeom>
            <a:rect b="b" l="l" r="r" t="t"/>
            <a:pathLst>
              <a:path extrusionOk="0" h="7546" w="10528">
                <a:moveTo>
                  <a:pt x="4073" y="1"/>
                </a:moveTo>
                <a:cubicBezTo>
                  <a:pt x="4002" y="1"/>
                  <a:pt x="3931" y="9"/>
                  <a:pt x="3860" y="27"/>
                </a:cubicBezTo>
                <a:cubicBezTo>
                  <a:pt x="3635" y="27"/>
                  <a:pt x="3535" y="127"/>
                  <a:pt x="3434" y="252"/>
                </a:cubicBezTo>
                <a:cubicBezTo>
                  <a:pt x="3334" y="252"/>
                  <a:pt x="3334" y="352"/>
                  <a:pt x="3334" y="352"/>
                </a:cubicBezTo>
                <a:lnTo>
                  <a:pt x="3234" y="453"/>
                </a:lnTo>
                <a:cubicBezTo>
                  <a:pt x="3134" y="453"/>
                  <a:pt x="3134" y="553"/>
                  <a:pt x="3134" y="553"/>
                </a:cubicBezTo>
                <a:cubicBezTo>
                  <a:pt x="2908" y="753"/>
                  <a:pt x="2808" y="979"/>
                  <a:pt x="2708" y="1079"/>
                </a:cubicBezTo>
                <a:cubicBezTo>
                  <a:pt x="2382" y="1505"/>
                  <a:pt x="2281" y="1906"/>
                  <a:pt x="2081" y="2332"/>
                </a:cubicBezTo>
                <a:cubicBezTo>
                  <a:pt x="1981" y="2633"/>
                  <a:pt x="1755" y="2859"/>
                  <a:pt x="1655" y="3059"/>
                </a:cubicBezTo>
                <a:cubicBezTo>
                  <a:pt x="1354" y="3686"/>
                  <a:pt x="1354" y="3585"/>
                  <a:pt x="1028" y="4312"/>
                </a:cubicBezTo>
                <a:cubicBezTo>
                  <a:pt x="1028" y="4513"/>
                  <a:pt x="728" y="5666"/>
                  <a:pt x="627" y="5891"/>
                </a:cubicBezTo>
                <a:cubicBezTo>
                  <a:pt x="627" y="6092"/>
                  <a:pt x="402" y="6192"/>
                  <a:pt x="402" y="6292"/>
                </a:cubicBezTo>
                <a:cubicBezTo>
                  <a:pt x="402" y="6518"/>
                  <a:pt x="502" y="6718"/>
                  <a:pt x="402" y="6919"/>
                </a:cubicBezTo>
                <a:cubicBezTo>
                  <a:pt x="301" y="7019"/>
                  <a:pt x="1" y="7245"/>
                  <a:pt x="402" y="7345"/>
                </a:cubicBezTo>
                <a:cubicBezTo>
                  <a:pt x="301" y="7345"/>
                  <a:pt x="301" y="7445"/>
                  <a:pt x="502" y="7545"/>
                </a:cubicBezTo>
                <a:lnTo>
                  <a:pt x="1254" y="7545"/>
                </a:lnTo>
                <a:cubicBezTo>
                  <a:pt x="1354" y="7445"/>
                  <a:pt x="1254" y="7245"/>
                  <a:pt x="1254" y="7144"/>
                </a:cubicBezTo>
                <a:cubicBezTo>
                  <a:pt x="1354" y="6618"/>
                  <a:pt x="1454" y="6518"/>
                  <a:pt x="1755" y="5666"/>
                </a:cubicBezTo>
                <a:cubicBezTo>
                  <a:pt x="1981" y="5365"/>
                  <a:pt x="1981" y="4939"/>
                  <a:pt x="2081" y="4638"/>
                </a:cubicBezTo>
                <a:cubicBezTo>
                  <a:pt x="2181" y="4312"/>
                  <a:pt x="2281" y="3886"/>
                  <a:pt x="2507" y="3585"/>
                </a:cubicBezTo>
                <a:cubicBezTo>
                  <a:pt x="2607" y="3485"/>
                  <a:pt x="2607" y="3260"/>
                  <a:pt x="2708" y="3159"/>
                </a:cubicBezTo>
                <a:cubicBezTo>
                  <a:pt x="2908" y="2859"/>
                  <a:pt x="3008" y="2533"/>
                  <a:pt x="3234" y="2232"/>
                </a:cubicBezTo>
                <a:cubicBezTo>
                  <a:pt x="3334" y="2007"/>
                  <a:pt x="3234" y="1806"/>
                  <a:pt x="3434" y="1706"/>
                </a:cubicBezTo>
                <a:cubicBezTo>
                  <a:pt x="3535" y="1505"/>
                  <a:pt x="3535" y="1280"/>
                  <a:pt x="3760" y="1179"/>
                </a:cubicBezTo>
                <a:lnTo>
                  <a:pt x="3860" y="1079"/>
                </a:lnTo>
                <a:cubicBezTo>
                  <a:pt x="3860" y="979"/>
                  <a:pt x="3961" y="979"/>
                  <a:pt x="3961" y="979"/>
                </a:cubicBezTo>
                <a:cubicBezTo>
                  <a:pt x="4061" y="979"/>
                  <a:pt x="4161" y="1079"/>
                  <a:pt x="4161" y="1179"/>
                </a:cubicBezTo>
                <a:lnTo>
                  <a:pt x="4161" y="1280"/>
                </a:lnTo>
                <a:lnTo>
                  <a:pt x="4261" y="1380"/>
                </a:lnTo>
                <a:lnTo>
                  <a:pt x="4261" y="1706"/>
                </a:lnTo>
                <a:cubicBezTo>
                  <a:pt x="4261" y="1906"/>
                  <a:pt x="4161" y="2132"/>
                  <a:pt x="4161" y="2232"/>
                </a:cubicBezTo>
                <a:cubicBezTo>
                  <a:pt x="4161" y="2433"/>
                  <a:pt x="4161" y="2633"/>
                  <a:pt x="4261" y="2758"/>
                </a:cubicBezTo>
                <a:cubicBezTo>
                  <a:pt x="4261" y="2859"/>
                  <a:pt x="4261" y="2959"/>
                  <a:pt x="4161" y="3385"/>
                </a:cubicBezTo>
                <a:cubicBezTo>
                  <a:pt x="4061" y="3686"/>
                  <a:pt x="3961" y="4012"/>
                  <a:pt x="3961" y="4312"/>
                </a:cubicBezTo>
                <a:cubicBezTo>
                  <a:pt x="3860" y="4513"/>
                  <a:pt x="3860" y="4738"/>
                  <a:pt x="3860" y="4939"/>
                </a:cubicBezTo>
                <a:lnTo>
                  <a:pt x="3860" y="5265"/>
                </a:lnTo>
                <a:cubicBezTo>
                  <a:pt x="4061" y="5139"/>
                  <a:pt x="4161" y="4939"/>
                  <a:pt x="4387" y="4738"/>
                </a:cubicBezTo>
                <a:cubicBezTo>
                  <a:pt x="4587" y="4413"/>
                  <a:pt x="4687" y="4413"/>
                  <a:pt x="4888" y="4312"/>
                </a:cubicBezTo>
                <a:cubicBezTo>
                  <a:pt x="5013" y="4212"/>
                  <a:pt x="5214" y="4112"/>
                  <a:pt x="5414" y="3686"/>
                </a:cubicBezTo>
                <a:cubicBezTo>
                  <a:pt x="5640" y="3385"/>
                  <a:pt x="5840" y="3260"/>
                  <a:pt x="6041" y="3059"/>
                </a:cubicBezTo>
                <a:cubicBezTo>
                  <a:pt x="6141" y="2959"/>
                  <a:pt x="6266" y="2859"/>
                  <a:pt x="6367" y="2758"/>
                </a:cubicBezTo>
                <a:cubicBezTo>
                  <a:pt x="6467" y="2633"/>
                  <a:pt x="6467" y="2533"/>
                  <a:pt x="6567" y="2533"/>
                </a:cubicBezTo>
                <a:cubicBezTo>
                  <a:pt x="6567" y="2433"/>
                  <a:pt x="6667" y="2433"/>
                  <a:pt x="6667" y="2433"/>
                </a:cubicBezTo>
                <a:cubicBezTo>
                  <a:pt x="6768" y="2332"/>
                  <a:pt x="6768" y="2332"/>
                  <a:pt x="6768" y="2232"/>
                </a:cubicBezTo>
                <a:cubicBezTo>
                  <a:pt x="6793" y="2212"/>
                  <a:pt x="6817" y="2204"/>
                  <a:pt x="6838" y="2204"/>
                </a:cubicBezTo>
                <a:cubicBezTo>
                  <a:pt x="6925" y="2204"/>
                  <a:pt x="6973" y="2332"/>
                  <a:pt x="6893" y="2332"/>
                </a:cubicBezTo>
                <a:cubicBezTo>
                  <a:pt x="6993" y="2433"/>
                  <a:pt x="6893" y="2533"/>
                  <a:pt x="6993" y="2633"/>
                </a:cubicBezTo>
                <a:cubicBezTo>
                  <a:pt x="7094" y="2633"/>
                  <a:pt x="7194" y="2633"/>
                  <a:pt x="7194" y="2758"/>
                </a:cubicBezTo>
                <a:cubicBezTo>
                  <a:pt x="7294" y="2859"/>
                  <a:pt x="7094" y="2959"/>
                  <a:pt x="6993" y="3059"/>
                </a:cubicBezTo>
                <a:cubicBezTo>
                  <a:pt x="6893" y="3260"/>
                  <a:pt x="6893" y="3385"/>
                  <a:pt x="6667" y="3585"/>
                </a:cubicBezTo>
                <a:cubicBezTo>
                  <a:pt x="6567" y="3686"/>
                  <a:pt x="6467" y="3886"/>
                  <a:pt x="6367" y="4012"/>
                </a:cubicBezTo>
                <a:cubicBezTo>
                  <a:pt x="6041" y="4212"/>
                  <a:pt x="6141" y="4513"/>
                  <a:pt x="6041" y="4839"/>
                </a:cubicBezTo>
                <a:cubicBezTo>
                  <a:pt x="6041" y="4874"/>
                  <a:pt x="6035" y="4914"/>
                  <a:pt x="6024" y="4957"/>
                </a:cubicBezTo>
                <a:lnTo>
                  <a:pt x="6024" y="4957"/>
                </a:lnTo>
                <a:cubicBezTo>
                  <a:pt x="5940" y="5051"/>
                  <a:pt x="5935" y="5139"/>
                  <a:pt x="5840" y="5139"/>
                </a:cubicBezTo>
                <a:lnTo>
                  <a:pt x="5951" y="5184"/>
                </a:lnTo>
                <a:lnTo>
                  <a:pt x="5951" y="5184"/>
                </a:lnTo>
                <a:cubicBezTo>
                  <a:pt x="5898" y="5337"/>
                  <a:pt x="5840" y="5505"/>
                  <a:pt x="5840" y="5666"/>
                </a:cubicBezTo>
                <a:lnTo>
                  <a:pt x="5740" y="6393"/>
                </a:lnTo>
                <a:lnTo>
                  <a:pt x="5740" y="6393"/>
                </a:lnTo>
                <a:lnTo>
                  <a:pt x="6567" y="5891"/>
                </a:lnTo>
                <a:cubicBezTo>
                  <a:pt x="6667" y="5891"/>
                  <a:pt x="6667" y="5891"/>
                  <a:pt x="6768" y="5766"/>
                </a:cubicBezTo>
                <a:cubicBezTo>
                  <a:pt x="6893" y="5666"/>
                  <a:pt x="7094" y="5565"/>
                  <a:pt x="7294" y="5365"/>
                </a:cubicBezTo>
                <a:cubicBezTo>
                  <a:pt x="7520" y="4939"/>
                  <a:pt x="7720" y="4638"/>
                  <a:pt x="8146" y="4413"/>
                </a:cubicBezTo>
                <a:cubicBezTo>
                  <a:pt x="8347" y="4212"/>
                  <a:pt x="8547" y="4112"/>
                  <a:pt x="8647" y="4112"/>
                </a:cubicBezTo>
                <a:cubicBezTo>
                  <a:pt x="8773" y="4012"/>
                  <a:pt x="8873" y="4012"/>
                  <a:pt x="8873" y="4012"/>
                </a:cubicBezTo>
                <a:cubicBezTo>
                  <a:pt x="8973" y="3886"/>
                  <a:pt x="9073" y="3886"/>
                  <a:pt x="9174" y="3886"/>
                </a:cubicBezTo>
                <a:lnTo>
                  <a:pt x="9399" y="3886"/>
                </a:lnTo>
                <a:cubicBezTo>
                  <a:pt x="9500" y="3886"/>
                  <a:pt x="9600" y="3886"/>
                  <a:pt x="9500" y="4012"/>
                </a:cubicBezTo>
                <a:lnTo>
                  <a:pt x="9500" y="4312"/>
                </a:lnTo>
                <a:cubicBezTo>
                  <a:pt x="9500" y="4513"/>
                  <a:pt x="9399" y="4738"/>
                  <a:pt x="9399" y="4839"/>
                </a:cubicBezTo>
                <a:cubicBezTo>
                  <a:pt x="9500" y="5039"/>
                  <a:pt x="9500" y="5265"/>
                  <a:pt x="9399" y="5365"/>
                </a:cubicBezTo>
                <a:cubicBezTo>
                  <a:pt x="9399" y="5465"/>
                  <a:pt x="9274" y="5465"/>
                  <a:pt x="9174" y="5666"/>
                </a:cubicBezTo>
                <a:cubicBezTo>
                  <a:pt x="9073" y="5891"/>
                  <a:pt x="8647" y="5992"/>
                  <a:pt x="8973" y="6518"/>
                </a:cubicBezTo>
                <a:cubicBezTo>
                  <a:pt x="8973" y="6618"/>
                  <a:pt x="9073" y="6718"/>
                  <a:pt x="9174" y="6819"/>
                </a:cubicBezTo>
                <a:lnTo>
                  <a:pt x="9399" y="6819"/>
                </a:lnTo>
                <a:cubicBezTo>
                  <a:pt x="9600" y="6718"/>
                  <a:pt x="9600" y="6518"/>
                  <a:pt x="9700" y="6292"/>
                </a:cubicBezTo>
                <a:cubicBezTo>
                  <a:pt x="9800" y="6192"/>
                  <a:pt x="10126" y="5992"/>
                  <a:pt x="10226" y="5766"/>
                </a:cubicBezTo>
                <a:cubicBezTo>
                  <a:pt x="10226" y="5666"/>
                  <a:pt x="10226" y="5465"/>
                  <a:pt x="10327" y="5365"/>
                </a:cubicBezTo>
                <a:cubicBezTo>
                  <a:pt x="10527" y="5139"/>
                  <a:pt x="10427" y="4939"/>
                  <a:pt x="10327" y="4638"/>
                </a:cubicBezTo>
                <a:cubicBezTo>
                  <a:pt x="10327" y="4513"/>
                  <a:pt x="10327" y="4413"/>
                  <a:pt x="10427" y="4312"/>
                </a:cubicBezTo>
                <a:cubicBezTo>
                  <a:pt x="10527" y="4212"/>
                  <a:pt x="10527" y="4012"/>
                  <a:pt x="10427" y="3886"/>
                </a:cubicBezTo>
                <a:cubicBezTo>
                  <a:pt x="10327" y="3686"/>
                  <a:pt x="10226" y="3585"/>
                  <a:pt x="10126" y="3485"/>
                </a:cubicBezTo>
                <a:cubicBezTo>
                  <a:pt x="9901" y="3159"/>
                  <a:pt x="9600" y="2959"/>
                  <a:pt x="9274" y="2959"/>
                </a:cubicBezTo>
                <a:cubicBezTo>
                  <a:pt x="9186" y="2930"/>
                  <a:pt x="9096" y="2917"/>
                  <a:pt x="9007" y="2917"/>
                </a:cubicBezTo>
                <a:cubicBezTo>
                  <a:pt x="8793" y="2917"/>
                  <a:pt x="8589" y="2988"/>
                  <a:pt x="8447" y="3059"/>
                </a:cubicBezTo>
                <a:cubicBezTo>
                  <a:pt x="8290" y="3096"/>
                  <a:pt x="8151" y="3133"/>
                  <a:pt x="8021" y="3176"/>
                </a:cubicBezTo>
                <a:lnTo>
                  <a:pt x="8021" y="3176"/>
                </a:lnTo>
                <a:lnTo>
                  <a:pt x="8021" y="2959"/>
                </a:lnTo>
                <a:cubicBezTo>
                  <a:pt x="8021" y="2859"/>
                  <a:pt x="8021" y="2758"/>
                  <a:pt x="8146" y="2758"/>
                </a:cubicBezTo>
                <a:cubicBezTo>
                  <a:pt x="8146" y="2633"/>
                  <a:pt x="8146" y="2533"/>
                  <a:pt x="8021" y="2533"/>
                </a:cubicBezTo>
                <a:cubicBezTo>
                  <a:pt x="8021" y="2232"/>
                  <a:pt x="7921" y="2007"/>
                  <a:pt x="7820" y="1806"/>
                </a:cubicBezTo>
                <a:cubicBezTo>
                  <a:pt x="7620" y="1706"/>
                  <a:pt x="7394" y="1606"/>
                  <a:pt x="7294" y="1505"/>
                </a:cubicBezTo>
                <a:cubicBezTo>
                  <a:pt x="7094" y="1505"/>
                  <a:pt x="6893" y="1380"/>
                  <a:pt x="6667" y="1280"/>
                </a:cubicBezTo>
                <a:cubicBezTo>
                  <a:pt x="6638" y="1250"/>
                  <a:pt x="6600" y="1238"/>
                  <a:pt x="6559" y="1238"/>
                </a:cubicBezTo>
                <a:cubicBezTo>
                  <a:pt x="6458" y="1238"/>
                  <a:pt x="6337" y="1309"/>
                  <a:pt x="6266" y="1380"/>
                </a:cubicBezTo>
                <a:cubicBezTo>
                  <a:pt x="6041" y="1505"/>
                  <a:pt x="5941" y="1606"/>
                  <a:pt x="5941" y="1706"/>
                </a:cubicBezTo>
                <a:cubicBezTo>
                  <a:pt x="5840" y="1806"/>
                  <a:pt x="5840" y="1806"/>
                  <a:pt x="5740" y="1806"/>
                </a:cubicBezTo>
                <a:lnTo>
                  <a:pt x="5640" y="2007"/>
                </a:lnTo>
                <a:cubicBezTo>
                  <a:pt x="5515" y="2132"/>
                  <a:pt x="5414" y="2332"/>
                  <a:pt x="5314" y="2433"/>
                </a:cubicBezTo>
                <a:lnTo>
                  <a:pt x="5114" y="2633"/>
                </a:lnTo>
                <a:cubicBezTo>
                  <a:pt x="5174" y="2453"/>
                  <a:pt x="5198" y="2417"/>
                  <a:pt x="5186" y="2417"/>
                </a:cubicBezTo>
                <a:cubicBezTo>
                  <a:pt x="5178" y="2417"/>
                  <a:pt x="5154" y="2433"/>
                  <a:pt x="5114" y="2433"/>
                </a:cubicBezTo>
                <a:cubicBezTo>
                  <a:pt x="5214" y="2332"/>
                  <a:pt x="5214" y="2232"/>
                  <a:pt x="5214" y="2132"/>
                </a:cubicBezTo>
                <a:cubicBezTo>
                  <a:pt x="5314" y="2007"/>
                  <a:pt x="5314" y="2007"/>
                  <a:pt x="5214" y="2007"/>
                </a:cubicBezTo>
                <a:cubicBezTo>
                  <a:pt x="5214" y="2007"/>
                  <a:pt x="5114" y="2007"/>
                  <a:pt x="5114" y="1906"/>
                </a:cubicBezTo>
                <a:lnTo>
                  <a:pt x="5114" y="1806"/>
                </a:lnTo>
                <a:lnTo>
                  <a:pt x="5114" y="1380"/>
                </a:lnTo>
                <a:lnTo>
                  <a:pt x="5114" y="1179"/>
                </a:lnTo>
                <a:lnTo>
                  <a:pt x="5114" y="879"/>
                </a:lnTo>
                <a:cubicBezTo>
                  <a:pt x="5013" y="753"/>
                  <a:pt x="5013" y="553"/>
                  <a:pt x="4888" y="453"/>
                </a:cubicBezTo>
                <a:cubicBezTo>
                  <a:pt x="4723" y="184"/>
                  <a:pt x="4404" y="1"/>
                  <a:pt x="4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7"/>
          <p:cNvSpPr/>
          <p:nvPr/>
        </p:nvSpPr>
        <p:spPr>
          <a:xfrm>
            <a:off x="1261556" y="3663062"/>
            <a:ext cx="344257" cy="579718"/>
          </a:xfrm>
          <a:custGeom>
            <a:rect b="b" l="l" r="r" t="t"/>
            <a:pathLst>
              <a:path extrusionOk="0" h="32541" w="19324">
                <a:moveTo>
                  <a:pt x="10025" y="0"/>
                </a:moveTo>
                <a:cubicBezTo>
                  <a:pt x="9925" y="0"/>
                  <a:pt x="9825" y="101"/>
                  <a:pt x="9825" y="101"/>
                </a:cubicBezTo>
                <a:cubicBezTo>
                  <a:pt x="9499" y="527"/>
                  <a:pt x="9399" y="828"/>
                  <a:pt x="9298" y="1254"/>
                </a:cubicBezTo>
                <a:cubicBezTo>
                  <a:pt x="9098" y="1554"/>
                  <a:pt x="8672" y="2081"/>
                  <a:pt x="8572" y="2406"/>
                </a:cubicBezTo>
                <a:cubicBezTo>
                  <a:pt x="8471" y="2707"/>
                  <a:pt x="8371" y="3133"/>
                  <a:pt x="8246" y="3334"/>
                </a:cubicBezTo>
                <a:cubicBezTo>
                  <a:pt x="7945" y="3760"/>
                  <a:pt x="7945" y="4161"/>
                  <a:pt x="7945" y="4587"/>
                </a:cubicBezTo>
                <a:cubicBezTo>
                  <a:pt x="7845" y="4913"/>
                  <a:pt x="7845" y="5013"/>
                  <a:pt x="7619" y="5214"/>
                </a:cubicBezTo>
                <a:cubicBezTo>
                  <a:pt x="7319" y="5640"/>
                  <a:pt x="7419" y="6041"/>
                  <a:pt x="7319" y="6467"/>
                </a:cubicBezTo>
                <a:cubicBezTo>
                  <a:pt x="7118" y="6993"/>
                  <a:pt x="6993" y="7419"/>
                  <a:pt x="6792" y="7920"/>
                </a:cubicBezTo>
                <a:cubicBezTo>
                  <a:pt x="6692" y="8346"/>
                  <a:pt x="6792" y="8873"/>
                  <a:pt x="6592" y="9299"/>
                </a:cubicBezTo>
                <a:cubicBezTo>
                  <a:pt x="6491" y="9925"/>
                  <a:pt x="6266" y="10552"/>
                  <a:pt x="6065" y="11053"/>
                </a:cubicBezTo>
                <a:cubicBezTo>
                  <a:pt x="5965" y="11680"/>
                  <a:pt x="5865" y="12206"/>
                  <a:pt x="5639" y="12732"/>
                </a:cubicBezTo>
                <a:cubicBezTo>
                  <a:pt x="5439" y="13158"/>
                  <a:pt x="5439" y="13559"/>
                  <a:pt x="5238" y="13985"/>
                </a:cubicBezTo>
                <a:cubicBezTo>
                  <a:pt x="5013" y="14412"/>
                  <a:pt x="4913" y="14813"/>
                  <a:pt x="4712" y="15339"/>
                </a:cubicBezTo>
                <a:cubicBezTo>
                  <a:pt x="4386" y="16392"/>
                  <a:pt x="3985" y="17319"/>
                  <a:pt x="3359" y="18371"/>
                </a:cubicBezTo>
                <a:cubicBezTo>
                  <a:pt x="2832" y="19324"/>
                  <a:pt x="2206" y="20577"/>
                  <a:pt x="1780" y="21605"/>
                </a:cubicBezTo>
                <a:cubicBezTo>
                  <a:pt x="1479" y="22331"/>
                  <a:pt x="953" y="23083"/>
                  <a:pt x="727" y="23810"/>
                </a:cubicBezTo>
                <a:cubicBezTo>
                  <a:pt x="527" y="24336"/>
                  <a:pt x="627" y="24963"/>
                  <a:pt x="226" y="25364"/>
                </a:cubicBezTo>
                <a:cubicBezTo>
                  <a:pt x="0" y="25590"/>
                  <a:pt x="0" y="26316"/>
                  <a:pt x="100" y="26617"/>
                </a:cubicBezTo>
                <a:cubicBezTo>
                  <a:pt x="100" y="27143"/>
                  <a:pt x="226" y="27770"/>
                  <a:pt x="426" y="28296"/>
                </a:cubicBezTo>
                <a:cubicBezTo>
                  <a:pt x="852" y="29449"/>
                  <a:pt x="1679" y="30176"/>
                  <a:pt x="2607" y="30903"/>
                </a:cubicBezTo>
                <a:cubicBezTo>
                  <a:pt x="2933" y="31103"/>
                  <a:pt x="3233" y="31229"/>
                  <a:pt x="3559" y="31529"/>
                </a:cubicBezTo>
                <a:cubicBezTo>
                  <a:pt x="3860" y="31855"/>
                  <a:pt x="4486" y="31955"/>
                  <a:pt x="4913" y="32056"/>
                </a:cubicBezTo>
                <a:cubicBezTo>
                  <a:pt x="5439" y="32256"/>
                  <a:pt x="5965" y="32482"/>
                  <a:pt x="6592" y="32482"/>
                </a:cubicBezTo>
                <a:cubicBezTo>
                  <a:pt x="6796" y="32522"/>
                  <a:pt x="7002" y="32541"/>
                  <a:pt x="7206" y="32541"/>
                </a:cubicBezTo>
                <a:cubicBezTo>
                  <a:pt x="8029" y="32541"/>
                  <a:pt x="8836" y="32232"/>
                  <a:pt x="9499" y="31730"/>
                </a:cubicBezTo>
                <a:cubicBezTo>
                  <a:pt x="10025" y="31329"/>
                  <a:pt x="10351" y="31003"/>
                  <a:pt x="10652" y="30602"/>
                </a:cubicBezTo>
                <a:cubicBezTo>
                  <a:pt x="10978" y="30176"/>
                  <a:pt x="11278" y="29850"/>
                  <a:pt x="11604" y="29449"/>
                </a:cubicBezTo>
                <a:cubicBezTo>
                  <a:pt x="11905" y="29023"/>
                  <a:pt x="12131" y="28597"/>
                  <a:pt x="12331" y="28196"/>
                </a:cubicBezTo>
                <a:cubicBezTo>
                  <a:pt x="12757" y="27344"/>
                  <a:pt x="13058" y="26517"/>
                  <a:pt x="13384" y="25690"/>
                </a:cubicBezTo>
                <a:cubicBezTo>
                  <a:pt x="13885" y="24737"/>
                  <a:pt x="14111" y="23910"/>
                  <a:pt x="14737" y="22958"/>
                </a:cubicBezTo>
                <a:cubicBezTo>
                  <a:pt x="14938" y="22457"/>
                  <a:pt x="15263" y="21930"/>
                  <a:pt x="15564" y="21404"/>
                </a:cubicBezTo>
                <a:cubicBezTo>
                  <a:pt x="16391" y="19950"/>
                  <a:pt x="16291" y="20151"/>
                  <a:pt x="16918" y="18697"/>
                </a:cubicBezTo>
                <a:cubicBezTo>
                  <a:pt x="17243" y="18171"/>
                  <a:pt x="18271" y="15765"/>
                  <a:pt x="18497" y="15239"/>
                </a:cubicBezTo>
                <a:cubicBezTo>
                  <a:pt x="18597" y="14938"/>
                  <a:pt x="18898" y="14612"/>
                  <a:pt x="19023" y="14311"/>
                </a:cubicBezTo>
                <a:cubicBezTo>
                  <a:pt x="19123" y="13885"/>
                  <a:pt x="19023" y="13459"/>
                  <a:pt x="19123" y="13058"/>
                </a:cubicBezTo>
                <a:cubicBezTo>
                  <a:pt x="19123" y="12933"/>
                  <a:pt x="19223" y="12632"/>
                  <a:pt x="19324" y="12432"/>
                </a:cubicBezTo>
                <a:cubicBezTo>
                  <a:pt x="19324" y="12206"/>
                  <a:pt x="19324" y="12006"/>
                  <a:pt x="19123" y="12006"/>
                </a:cubicBezTo>
                <a:cubicBezTo>
                  <a:pt x="19123" y="11831"/>
                  <a:pt x="19047" y="11561"/>
                  <a:pt x="18878" y="11561"/>
                </a:cubicBezTo>
                <a:cubicBezTo>
                  <a:pt x="18853" y="11561"/>
                  <a:pt x="18826" y="11567"/>
                  <a:pt x="18797" y="11579"/>
                </a:cubicBezTo>
                <a:cubicBezTo>
                  <a:pt x="18597" y="11579"/>
                  <a:pt x="18171" y="11805"/>
                  <a:pt x="18171" y="11905"/>
                </a:cubicBezTo>
                <a:cubicBezTo>
                  <a:pt x="18171" y="12206"/>
                  <a:pt x="18271" y="12432"/>
                  <a:pt x="18271" y="12732"/>
                </a:cubicBezTo>
                <a:cubicBezTo>
                  <a:pt x="18171" y="13259"/>
                  <a:pt x="18070" y="13685"/>
                  <a:pt x="17970" y="14086"/>
                </a:cubicBezTo>
                <a:cubicBezTo>
                  <a:pt x="17770" y="14512"/>
                  <a:pt x="17444" y="15038"/>
                  <a:pt x="17018" y="15965"/>
                </a:cubicBezTo>
                <a:cubicBezTo>
                  <a:pt x="16517" y="16818"/>
                  <a:pt x="16291" y="17544"/>
                  <a:pt x="15990" y="18371"/>
                </a:cubicBezTo>
                <a:cubicBezTo>
                  <a:pt x="15564" y="19098"/>
                  <a:pt x="15263" y="19950"/>
                  <a:pt x="14837" y="20677"/>
                </a:cubicBezTo>
                <a:cubicBezTo>
                  <a:pt x="14637" y="20978"/>
                  <a:pt x="14512" y="21304"/>
                  <a:pt x="14311" y="21605"/>
                </a:cubicBezTo>
                <a:cubicBezTo>
                  <a:pt x="13885" y="22331"/>
                  <a:pt x="13484" y="23184"/>
                  <a:pt x="13158" y="24011"/>
                </a:cubicBezTo>
                <a:cubicBezTo>
                  <a:pt x="12958" y="24336"/>
                  <a:pt x="12958" y="24737"/>
                  <a:pt x="12632" y="25163"/>
                </a:cubicBezTo>
                <a:cubicBezTo>
                  <a:pt x="12431" y="25590"/>
                  <a:pt x="12231" y="26216"/>
                  <a:pt x="12005" y="26717"/>
                </a:cubicBezTo>
                <a:cubicBezTo>
                  <a:pt x="11805" y="27043"/>
                  <a:pt x="11705" y="27469"/>
                  <a:pt x="11504" y="27770"/>
                </a:cubicBezTo>
                <a:cubicBezTo>
                  <a:pt x="11278" y="28296"/>
                  <a:pt x="10978" y="28597"/>
                  <a:pt x="10652" y="28923"/>
                </a:cubicBezTo>
                <a:cubicBezTo>
                  <a:pt x="10451" y="29349"/>
                  <a:pt x="10251" y="29650"/>
                  <a:pt x="9925" y="30076"/>
                </a:cubicBezTo>
                <a:cubicBezTo>
                  <a:pt x="9925" y="30176"/>
                  <a:pt x="9825" y="30276"/>
                  <a:pt x="9725" y="30377"/>
                </a:cubicBezTo>
                <a:cubicBezTo>
                  <a:pt x="9624" y="30477"/>
                  <a:pt x="9499" y="30602"/>
                  <a:pt x="9399" y="30702"/>
                </a:cubicBezTo>
                <a:cubicBezTo>
                  <a:pt x="9298" y="30803"/>
                  <a:pt x="9098" y="30903"/>
                  <a:pt x="8872" y="31003"/>
                </a:cubicBezTo>
                <a:cubicBezTo>
                  <a:pt x="8672" y="31229"/>
                  <a:pt x="8471" y="31329"/>
                  <a:pt x="8146" y="31429"/>
                </a:cubicBezTo>
                <a:cubicBezTo>
                  <a:pt x="7945" y="31630"/>
                  <a:pt x="7619" y="31630"/>
                  <a:pt x="7218" y="31630"/>
                </a:cubicBezTo>
                <a:cubicBezTo>
                  <a:pt x="6491" y="31429"/>
                  <a:pt x="5865" y="31329"/>
                  <a:pt x="5113" y="31229"/>
                </a:cubicBezTo>
                <a:cubicBezTo>
                  <a:pt x="4612" y="31003"/>
                  <a:pt x="4085" y="30702"/>
                  <a:pt x="3559" y="30477"/>
                </a:cubicBezTo>
                <a:cubicBezTo>
                  <a:pt x="3233" y="30276"/>
                  <a:pt x="2933" y="29976"/>
                  <a:pt x="2607" y="29650"/>
                </a:cubicBezTo>
                <a:cubicBezTo>
                  <a:pt x="2406" y="29349"/>
                  <a:pt x="2206" y="29123"/>
                  <a:pt x="1880" y="28823"/>
                </a:cubicBezTo>
                <a:cubicBezTo>
                  <a:pt x="1579" y="28597"/>
                  <a:pt x="1479" y="28296"/>
                  <a:pt x="1354" y="27870"/>
                </a:cubicBezTo>
                <a:cubicBezTo>
                  <a:pt x="1253" y="27670"/>
                  <a:pt x="1153" y="27469"/>
                  <a:pt x="1153" y="27244"/>
                </a:cubicBezTo>
                <a:cubicBezTo>
                  <a:pt x="1153" y="27043"/>
                  <a:pt x="1053" y="26843"/>
                  <a:pt x="1153" y="26617"/>
                </a:cubicBezTo>
                <a:lnTo>
                  <a:pt x="1153" y="25464"/>
                </a:lnTo>
                <a:cubicBezTo>
                  <a:pt x="1153" y="25163"/>
                  <a:pt x="1354" y="24838"/>
                  <a:pt x="1479" y="24537"/>
                </a:cubicBezTo>
                <a:cubicBezTo>
                  <a:pt x="1679" y="24211"/>
                  <a:pt x="1880" y="23910"/>
                  <a:pt x="1980" y="23585"/>
                </a:cubicBezTo>
                <a:cubicBezTo>
                  <a:pt x="2105" y="23284"/>
                  <a:pt x="2105" y="23083"/>
                  <a:pt x="2206" y="22858"/>
                </a:cubicBezTo>
                <a:cubicBezTo>
                  <a:pt x="2306" y="22331"/>
                  <a:pt x="2607" y="22131"/>
                  <a:pt x="2832" y="21705"/>
                </a:cubicBezTo>
                <a:cubicBezTo>
                  <a:pt x="3133" y="21304"/>
                  <a:pt x="3359" y="20878"/>
                  <a:pt x="3559" y="20452"/>
                </a:cubicBezTo>
                <a:cubicBezTo>
                  <a:pt x="3860" y="20051"/>
                  <a:pt x="3985" y="19625"/>
                  <a:pt x="4286" y="19199"/>
                </a:cubicBezTo>
                <a:cubicBezTo>
                  <a:pt x="4612" y="18697"/>
                  <a:pt x="4612" y="18271"/>
                  <a:pt x="4812" y="17745"/>
                </a:cubicBezTo>
                <a:cubicBezTo>
                  <a:pt x="4913" y="17118"/>
                  <a:pt x="5439" y="16492"/>
                  <a:pt x="5639" y="15965"/>
                </a:cubicBezTo>
                <a:cubicBezTo>
                  <a:pt x="5865" y="15439"/>
                  <a:pt x="6065" y="14938"/>
                  <a:pt x="6266" y="14412"/>
                </a:cubicBezTo>
                <a:cubicBezTo>
                  <a:pt x="6592" y="13359"/>
                  <a:pt x="6792" y="12632"/>
                  <a:pt x="7118" y="11579"/>
                </a:cubicBezTo>
                <a:cubicBezTo>
                  <a:pt x="7519" y="10226"/>
                  <a:pt x="7745" y="9399"/>
                  <a:pt x="7845" y="8046"/>
                </a:cubicBezTo>
                <a:cubicBezTo>
                  <a:pt x="7945" y="7519"/>
                  <a:pt x="7845" y="7093"/>
                  <a:pt x="8146" y="6567"/>
                </a:cubicBezTo>
                <a:cubicBezTo>
                  <a:pt x="8246" y="6366"/>
                  <a:pt x="8872" y="4587"/>
                  <a:pt x="8998" y="4286"/>
                </a:cubicBezTo>
                <a:cubicBezTo>
                  <a:pt x="9198" y="2908"/>
                  <a:pt x="9298" y="3033"/>
                  <a:pt x="9725" y="2081"/>
                </a:cubicBezTo>
                <a:cubicBezTo>
                  <a:pt x="9925" y="1655"/>
                  <a:pt x="10652" y="727"/>
                  <a:pt x="10351" y="201"/>
                </a:cubicBezTo>
                <a:cubicBezTo>
                  <a:pt x="10351" y="101"/>
                  <a:pt x="10126" y="0"/>
                  <a:pt x="10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7"/>
          <p:cNvSpPr/>
          <p:nvPr/>
        </p:nvSpPr>
        <p:spPr>
          <a:xfrm>
            <a:off x="1168686" y="4189727"/>
            <a:ext cx="208525" cy="318817"/>
          </a:xfrm>
          <a:custGeom>
            <a:rect b="b" l="l" r="r" t="t"/>
            <a:pathLst>
              <a:path extrusionOk="0" h="17896" w="11705">
                <a:moveTo>
                  <a:pt x="6065" y="914"/>
                </a:moveTo>
                <a:cubicBezTo>
                  <a:pt x="6266" y="914"/>
                  <a:pt x="6466" y="1039"/>
                  <a:pt x="6567" y="1139"/>
                </a:cubicBezTo>
                <a:cubicBezTo>
                  <a:pt x="6717" y="1139"/>
                  <a:pt x="6856" y="1184"/>
                  <a:pt x="7029" y="1184"/>
                </a:cubicBezTo>
                <a:cubicBezTo>
                  <a:pt x="7086" y="1184"/>
                  <a:pt x="7146" y="1179"/>
                  <a:pt x="7211" y="1166"/>
                </a:cubicBezTo>
                <a:lnTo>
                  <a:pt x="7211" y="1166"/>
                </a:lnTo>
                <a:cubicBezTo>
                  <a:pt x="7337" y="1340"/>
                  <a:pt x="7528" y="1345"/>
                  <a:pt x="7719" y="1440"/>
                </a:cubicBezTo>
                <a:cubicBezTo>
                  <a:pt x="8045" y="1666"/>
                  <a:pt x="8246" y="1766"/>
                  <a:pt x="8446" y="1966"/>
                </a:cubicBezTo>
                <a:cubicBezTo>
                  <a:pt x="8772" y="2292"/>
                  <a:pt x="8973" y="2493"/>
                  <a:pt x="9298" y="3119"/>
                </a:cubicBezTo>
                <a:cubicBezTo>
                  <a:pt x="9599" y="3646"/>
                  <a:pt x="10025" y="3946"/>
                  <a:pt x="10226" y="4473"/>
                </a:cubicBezTo>
                <a:cubicBezTo>
                  <a:pt x="10326" y="4999"/>
                  <a:pt x="10652" y="5525"/>
                  <a:pt x="10552" y="6152"/>
                </a:cubicBezTo>
                <a:cubicBezTo>
                  <a:pt x="10552" y="6352"/>
                  <a:pt x="10652" y="6553"/>
                  <a:pt x="10652" y="6879"/>
                </a:cubicBezTo>
                <a:cubicBezTo>
                  <a:pt x="10652" y="7405"/>
                  <a:pt x="10752" y="8032"/>
                  <a:pt x="10652" y="8558"/>
                </a:cubicBezTo>
                <a:cubicBezTo>
                  <a:pt x="10552" y="8859"/>
                  <a:pt x="10652" y="9059"/>
                  <a:pt x="10552" y="9385"/>
                </a:cubicBezTo>
                <a:cubicBezTo>
                  <a:pt x="10451" y="9686"/>
                  <a:pt x="10451" y="10112"/>
                  <a:pt x="10226" y="10538"/>
                </a:cubicBezTo>
                <a:cubicBezTo>
                  <a:pt x="10126" y="10738"/>
                  <a:pt x="10126" y="11064"/>
                  <a:pt x="10025" y="11265"/>
                </a:cubicBezTo>
                <a:cubicBezTo>
                  <a:pt x="9699" y="11992"/>
                  <a:pt x="9198" y="12192"/>
                  <a:pt x="8973" y="12944"/>
                </a:cubicBezTo>
                <a:cubicBezTo>
                  <a:pt x="8872" y="13245"/>
                  <a:pt x="8446" y="13571"/>
                  <a:pt x="8346" y="13771"/>
                </a:cubicBezTo>
                <a:cubicBezTo>
                  <a:pt x="8246" y="13972"/>
                  <a:pt x="8146" y="14072"/>
                  <a:pt x="8045" y="14398"/>
                </a:cubicBezTo>
                <a:cubicBezTo>
                  <a:pt x="7945" y="14598"/>
                  <a:pt x="7820" y="14824"/>
                  <a:pt x="7619" y="14924"/>
                </a:cubicBezTo>
                <a:cubicBezTo>
                  <a:pt x="7093" y="15124"/>
                  <a:pt x="6792" y="15550"/>
                  <a:pt x="6466" y="15851"/>
                </a:cubicBezTo>
                <a:cubicBezTo>
                  <a:pt x="6166" y="16177"/>
                  <a:pt x="5740" y="16378"/>
                  <a:pt x="5439" y="16578"/>
                </a:cubicBezTo>
                <a:cubicBezTo>
                  <a:pt x="5213" y="16804"/>
                  <a:pt x="4912" y="16804"/>
                  <a:pt x="4687" y="16804"/>
                </a:cubicBezTo>
                <a:cubicBezTo>
                  <a:pt x="4386" y="16804"/>
                  <a:pt x="4186" y="16804"/>
                  <a:pt x="3960" y="16904"/>
                </a:cubicBezTo>
                <a:cubicBezTo>
                  <a:pt x="3872" y="16933"/>
                  <a:pt x="3790" y="16945"/>
                  <a:pt x="3714" y="16945"/>
                </a:cubicBezTo>
                <a:cubicBezTo>
                  <a:pt x="3529" y="16945"/>
                  <a:pt x="3375" y="16874"/>
                  <a:pt x="3233" y="16804"/>
                </a:cubicBezTo>
                <a:cubicBezTo>
                  <a:pt x="3033" y="16703"/>
                  <a:pt x="2607" y="16578"/>
                  <a:pt x="2506" y="16378"/>
                </a:cubicBezTo>
                <a:cubicBezTo>
                  <a:pt x="2306" y="16177"/>
                  <a:pt x="2181" y="15951"/>
                  <a:pt x="1880" y="15851"/>
                </a:cubicBezTo>
                <a:cubicBezTo>
                  <a:pt x="1679" y="15751"/>
                  <a:pt x="1679" y="15550"/>
                  <a:pt x="1554" y="15225"/>
                </a:cubicBezTo>
                <a:cubicBezTo>
                  <a:pt x="1554" y="15024"/>
                  <a:pt x="1554" y="14824"/>
                  <a:pt x="1454" y="14598"/>
                </a:cubicBezTo>
                <a:cubicBezTo>
                  <a:pt x="1354" y="14498"/>
                  <a:pt x="1253" y="14398"/>
                  <a:pt x="1153" y="14197"/>
                </a:cubicBezTo>
                <a:cubicBezTo>
                  <a:pt x="927" y="13871"/>
                  <a:pt x="1153" y="13671"/>
                  <a:pt x="1153" y="13345"/>
                </a:cubicBezTo>
                <a:cubicBezTo>
                  <a:pt x="1153" y="13044"/>
                  <a:pt x="1253" y="12718"/>
                  <a:pt x="1253" y="12418"/>
                </a:cubicBezTo>
                <a:cubicBezTo>
                  <a:pt x="1354" y="12092"/>
                  <a:pt x="1253" y="11791"/>
                  <a:pt x="1454" y="11465"/>
                </a:cubicBezTo>
                <a:cubicBezTo>
                  <a:pt x="1554" y="11064"/>
                  <a:pt x="1454" y="10738"/>
                  <a:pt x="1454" y="10312"/>
                </a:cubicBezTo>
                <a:cubicBezTo>
                  <a:pt x="1454" y="9911"/>
                  <a:pt x="1780" y="9485"/>
                  <a:pt x="1880" y="9059"/>
                </a:cubicBezTo>
                <a:cubicBezTo>
                  <a:pt x="1980" y="8658"/>
                  <a:pt x="2080" y="8332"/>
                  <a:pt x="2181" y="7931"/>
                </a:cubicBezTo>
                <a:cubicBezTo>
                  <a:pt x="2306" y="7179"/>
                  <a:pt x="2406" y="6678"/>
                  <a:pt x="2707" y="6052"/>
                </a:cubicBezTo>
                <a:cubicBezTo>
                  <a:pt x="3133" y="5099"/>
                  <a:pt x="3233" y="4573"/>
                  <a:pt x="3559" y="3646"/>
                </a:cubicBezTo>
                <a:cubicBezTo>
                  <a:pt x="3559" y="3320"/>
                  <a:pt x="3559" y="2919"/>
                  <a:pt x="3860" y="2693"/>
                </a:cubicBezTo>
                <a:cubicBezTo>
                  <a:pt x="3960" y="2593"/>
                  <a:pt x="4186" y="2292"/>
                  <a:pt x="4386" y="2067"/>
                </a:cubicBezTo>
                <a:cubicBezTo>
                  <a:pt x="4587" y="1766"/>
                  <a:pt x="4812" y="1540"/>
                  <a:pt x="4912" y="1440"/>
                </a:cubicBezTo>
                <a:cubicBezTo>
                  <a:pt x="5113" y="1139"/>
                  <a:pt x="5313" y="1039"/>
                  <a:pt x="5439" y="1039"/>
                </a:cubicBezTo>
                <a:cubicBezTo>
                  <a:pt x="5639" y="914"/>
                  <a:pt x="5740" y="914"/>
                  <a:pt x="6065" y="914"/>
                </a:cubicBezTo>
                <a:close/>
                <a:moveTo>
                  <a:pt x="5729" y="1"/>
                </a:moveTo>
                <a:cubicBezTo>
                  <a:pt x="5587" y="1"/>
                  <a:pt x="5446" y="25"/>
                  <a:pt x="5313" y="87"/>
                </a:cubicBezTo>
                <a:cubicBezTo>
                  <a:pt x="5113" y="187"/>
                  <a:pt x="4912" y="287"/>
                  <a:pt x="4587" y="413"/>
                </a:cubicBezTo>
                <a:cubicBezTo>
                  <a:pt x="4186" y="513"/>
                  <a:pt x="4060" y="914"/>
                  <a:pt x="3860" y="1139"/>
                </a:cubicBezTo>
                <a:cubicBezTo>
                  <a:pt x="3760" y="1340"/>
                  <a:pt x="3760" y="1440"/>
                  <a:pt x="3559" y="1540"/>
                </a:cubicBezTo>
                <a:cubicBezTo>
                  <a:pt x="3233" y="1766"/>
                  <a:pt x="3233" y="2067"/>
                  <a:pt x="3033" y="2392"/>
                </a:cubicBezTo>
                <a:cubicBezTo>
                  <a:pt x="2932" y="2693"/>
                  <a:pt x="2707" y="3019"/>
                  <a:pt x="2506" y="3320"/>
                </a:cubicBezTo>
                <a:cubicBezTo>
                  <a:pt x="2406" y="3646"/>
                  <a:pt x="2406" y="3946"/>
                  <a:pt x="2306" y="4272"/>
                </a:cubicBezTo>
                <a:cubicBezTo>
                  <a:pt x="2080" y="4673"/>
                  <a:pt x="1880" y="5099"/>
                  <a:pt x="1679" y="5525"/>
                </a:cubicBezTo>
                <a:cubicBezTo>
                  <a:pt x="1554" y="5926"/>
                  <a:pt x="1554" y="6352"/>
                  <a:pt x="1354" y="6778"/>
                </a:cubicBezTo>
                <a:cubicBezTo>
                  <a:pt x="1153" y="6979"/>
                  <a:pt x="1253" y="7305"/>
                  <a:pt x="1053" y="7606"/>
                </a:cubicBezTo>
                <a:cubicBezTo>
                  <a:pt x="927" y="7931"/>
                  <a:pt x="927" y="8232"/>
                  <a:pt x="827" y="8658"/>
                </a:cubicBezTo>
                <a:cubicBezTo>
                  <a:pt x="727" y="9485"/>
                  <a:pt x="627" y="10112"/>
                  <a:pt x="301" y="10939"/>
                </a:cubicBezTo>
                <a:cubicBezTo>
                  <a:pt x="100" y="11791"/>
                  <a:pt x="0" y="12819"/>
                  <a:pt x="201" y="13671"/>
                </a:cubicBezTo>
                <a:cubicBezTo>
                  <a:pt x="301" y="14197"/>
                  <a:pt x="301" y="14924"/>
                  <a:pt x="526" y="15450"/>
                </a:cubicBezTo>
                <a:cubicBezTo>
                  <a:pt x="727" y="15851"/>
                  <a:pt x="1153" y="16077"/>
                  <a:pt x="1153" y="16478"/>
                </a:cubicBezTo>
                <a:cubicBezTo>
                  <a:pt x="1153" y="16703"/>
                  <a:pt x="1679" y="17104"/>
                  <a:pt x="1880" y="17205"/>
                </a:cubicBezTo>
                <a:cubicBezTo>
                  <a:pt x="2181" y="17430"/>
                  <a:pt x="2506" y="17631"/>
                  <a:pt x="2932" y="17731"/>
                </a:cubicBezTo>
                <a:cubicBezTo>
                  <a:pt x="3271" y="17850"/>
                  <a:pt x="3596" y="17895"/>
                  <a:pt x="3909" y="17895"/>
                </a:cubicBezTo>
                <a:cubicBezTo>
                  <a:pt x="4454" y="17895"/>
                  <a:pt x="4961" y="17758"/>
                  <a:pt x="5439" y="17631"/>
                </a:cubicBezTo>
                <a:cubicBezTo>
                  <a:pt x="5740" y="17530"/>
                  <a:pt x="5940" y="17330"/>
                  <a:pt x="6166" y="17104"/>
                </a:cubicBezTo>
                <a:cubicBezTo>
                  <a:pt x="6198" y="17115"/>
                  <a:pt x="6231" y="17120"/>
                  <a:pt x="6264" y="17120"/>
                </a:cubicBezTo>
                <a:cubicBezTo>
                  <a:pt x="6536" y="17120"/>
                  <a:pt x="6825" y="16779"/>
                  <a:pt x="7093" y="16578"/>
                </a:cubicBezTo>
                <a:cubicBezTo>
                  <a:pt x="7419" y="16378"/>
                  <a:pt x="7719" y="16177"/>
                  <a:pt x="7945" y="15851"/>
                </a:cubicBezTo>
                <a:cubicBezTo>
                  <a:pt x="8446" y="15450"/>
                  <a:pt x="8772" y="14824"/>
                  <a:pt x="9198" y="14297"/>
                </a:cubicBezTo>
                <a:cubicBezTo>
                  <a:pt x="9499" y="13671"/>
                  <a:pt x="9925" y="13144"/>
                  <a:pt x="10326" y="12518"/>
                </a:cubicBezTo>
                <a:cubicBezTo>
                  <a:pt x="10552" y="12192"/>
                  <a:pt x="10752" y="11992"/>
                  <a:pt x="10852" y="11565"/>
                </a:cubicBezTo>
                <a:cubicBezTo>
                  <a:pt x="11078" y="10939"/>
                  <a:pt x="11278" y="10438"/>
                  <a:pt x="11379" y="9811"/>
                </a:cubicBezTo>
                <a:cubicBezTo>
                  <a:pt x="11579" y="8959"/>
                  <a:pt x="11579" y="8232"/>
                  <a:pt x="11579" y="7505"/>
                </a:cubicBezTo>
                <a:cubicBezTo>
                  <a:pt x="11579" y="7079"/>
                  <a:pt x="11704" y="6678"/>
                  <a:pt x="11579" y="6152"/>
                </a:cubicBezTo>
                <a:cubicBezTo>
                  <a:pt x="11579" y="5626"/>
                  <a:pt x="11479" y="5300"/>
                  <a:pt x="11479" y="5099"/>
                </a:cubicBezTo>
                <a:cubicBezTo>
                  <a:pt x="11379" y="4899"/>
                  <a:pt x="11379" y="4573"/>
                  <a:pt x="11078" y="4047"/>
                </a:cubicBezTo>
                <a:cubicBezTo>
                  <a:pt x="11078" y="3846"/>
                  <a:pt x="10752" y="3320"/>
                  <a:pt x="10451" y="2794"/>
                </a:cubicBezTo>
                <a:cubicBezTo>
                  <a:pt x="10126" y="2292"/>
                  <a:pt x="9699" y="1866"/>
                  <a:pt x="9599" y="1766"/>
                </a:cubicBezTo>
                <a:cubicBezTo>
                  <a:pt x="9399" y="1540"/>
                  <a:pt x="9298" y="1240"/>
                  <a:pt x="9073" y="1139"/>
                </a:cubicBezTo>
                <a:cubicBezTo>
                  <a:pt x="8872" y="914"/>
                  <a:pt x="8572" y="914"/>
                  <a:pt x="8346" y="713"/>
                </a:cubicBezTo>
                <a:cubicBezTo>
                  <a:pt x="8192" y="636"/>
                  <a:pt x="8038" y="307"/>
                  <a:pt x="7827" y="307"/>
                </a:cubicBezTo>
                <a:cubicBezTo>
                  <a:pt x="7763" y="307"/>
                  <a:pt x="7695" y="337"/>
                  <a:pt x="7619" y="413"/>
                </a:cubicBezTo>
                <a:cubicBezTo>
                  <a:pt x="7619" y="350"/>
                  <a:pt x="7569" y="319"/>
                  <a:pt x="7506" y="319"/>
                </a:cubicBezTo>
                <a:cubicBezTo>
                  <a:pt x="7444" y="319"/>
                  <a:pt x="7369" y="350"/>
                  <a:pt x="7318" y="413"/>
                </a:cubicBezTo>
                <a:cubicBezTo>
                  <a:pt x="7315" y="418"/>
                  <a:pt x="7311" y="424"/>
                  <a:pt x="7308" y="430"/>
                </a:cubicBezTo>
                <a:lnTo>
                  <a:pt x="7308" y="430"/>
                </a:lnTo>
                <a:cubicBezTo>
                  <a:pt x="7091" y="239"/>
                  <a:pt x="6802" y="187"/>
                  <a:pt x="6567" y="187"/>
                </a:cubicBezTo>
                <a:cubicBezTo>
                  <a:pt x="6359" y="118"/>
                  <a:pt x="6044" y="1"/>
                  <a:pt x="57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7"/>
          <p:cNvSpPr/>
          <p:nvPr/>
        </p:nvSpPr>
        <p:spPr>
          <a:xfrm>
            <a:off x="1224483" y="4230559"/>
            <a:ext cx="199154" cy="290242"/>
          </a:xfrm>
          <a:custGeom>
            <a:rect b="b" l="l" r="r" t="t"/>
            <a:pathLst>
              <a:path extrusionOk="0" h="16292" w="11179">
                <a:moveTo>
                  <a:pt x="9700" y="0"/>
                </a:moveTo>
                <a:cubicBezTo>
                  <a:pt x="9500" y="100"/>
                  <a:pt x="9199" y="301"/>
                  <a:pt x="9074" y="401"/>
                </a:cubicBezTo>
                <a:cubicBezTo>
                  <a:pt x="9074" y="502"/>
                  <a:pt x="9199" y="627"/>
                  <a:pt x="9199" y="727"/>
                </a:cubicBezTo>
                <a:cubicBezTo>
                  <a:pt x="9400" y="1128"/>
                  <a:pt x="9400" y="1253"/>
                  <a:pt x="9500" y="1980"/>
                </a:cubicBezTo>
                <a:cubicBezTo>
                  <a:pt x="9500" y="2281"/>
                  <a:pt x="9700" y="2507"/>
                  <a:pt x="9826" y="2807"/>
                </a:cubicBezTo>
                <a:cubicBezTo>
                  <a:pt x="9826" y="3133"/>
                  <a:pt x="10026" y="3334"/>
                  <a:pt x="9926" y="3634"/>
                </a:cubicBezTo>
                <a:cubicBezTo>
                  <a:pt x="9926" y="3860"/>
                  <a:pt x="10026" y="3960"/>
                  <a:pt x="10026" y="4060"/>
                </a:cubicBezTo>
                <a:cubicBezTo>
                  <a:pt x="10026" y="4386"/>
                  <a:pt x="10126" y="4687"/>
                  <a:pt x="10126" y="5013"/>
                </a:cubicBezTo>
                <a:cubicBezTo>
                  <a:pt x="10126" y="5113"/>
                  <a:pt x="10227" y="5213"/>
                  <a:pt x="10227" y="5414"/>
                </a:cubicBezTo>
                <a:cubicBezTo>
                  <a:pt x="10126" y="5514"/>
                  <a:pt x="10227" y="5840"/>
                  <a:pt x="10227" y="5940"/>
                </a:cubicBezTo>
                <a:cubicBezTo>
                  <a:pt x="10126" y="6141"/>
                  <a:pt x="10227" y="6266"/>
                  <a:pt x="10227" y="6366"/>
                </a:cubicBezTo>
                <a:cubicBezTo>
                  <a:pt x="10227" y="6767"/>
                  <a:pt x="9926" y="6993"/>
                  <a:pt x="10026" y="7394"/>
                </a:cubicBezTo>
                <a:cubicBezTo>
                  <a:pt x="10026" y="7519"/>
                  <a:pt x="9926" y="7820"/>
                  <a:pt x="9926" y="7920"/>
                </a:cubicBezTo>
                <a:lnTo>
                  <a:pt x="9926" y="8246"/>
                </a:lnTo>
                <a:cubicBezTo>
                  <a:pt x="10026" y="8446"/>
                  <a:pt x="9926" y="8547"/>
                  <a:pt x="9826" y="8647"/>
                </a:cubicBezTo>
                <a:cubicBezTo>
                  <a:pt x="9600" y="8872"/>
                  <a:pt x="9600" y="9073"/>
                  <a:pt x="9500" y="9399"/>
                </a:cubicBezTo>
                <a:cubicBezTo>
                  <a:pt x="9500" y="9599"/>
                  <a:pt x="9400" y="9800"/>
                  <a:pt x="9299" y="10025"/>
                </a:cubicBezTo>
                <a:cubicBezTo>
                  <a:pt x="9299" y="10326"/>
                  <a:pt x="8873" y="10426"/>
                  <a:pt x="8873" y="10752"/>
                </a:cubicBezTo>
                <a:cubicBezTo>
                  <a:pt x="8873" y="10953"/>
                  <a:pt x="8773" y="11053"/>
                  <a:pt x="8773" y="11153"/>
                </a:cubicBezTo>
                <a:cubicBezTo>
                  <a:pt x="8673" y="11279"/>
                  <a:pt x="8673" y="11479"/>
                  <a:pt x="8447" y="11579"/>
                </a:cubicBezTo>
                <a:cubicBezTo>
                  <a:pt x="8347" y="11680"/>
                  <a:pt x="8347" y="11780"/>
                  <a:pt x="8347" y="12005"/>
                </a:cubicBezTo>
                <a:cubicBezTo>
                  <a:pt x="8347" y="12306"/>
                  <a:pt x="7821" y="12206"/>
                  <a:pt x="7821" y="12532"/>
                </a:cubicBezTo>
                <a:cubicBezTo>
                  <a:pt x="7720" y="12632"/>
                  <a:pt x="7821" y="12732"/>
                  <a:pt x="7720" y="12832"/>
                </a:cubicBezTo>
                <a:cubicBezTo>
                  <a:pt x="7720" y="13033"/>
                  <a:pt x="7520" y="12933"/>
                  <a:pt x="7420" y="13033"/>
                </a:cubicBezTo>
                <a:cubicBezTo>
                  <a:pt x="7194" y="13158"/>
                  <a:pt x="7094" y="13258"/>
                  <a:pt x="6994" y="13359"/>
                </a:cubicBezTo>
                <a:cubicBezTo>
                  <a:pt x="6793" y="13459"/>
                  <a:pt x="6793" y="13659"/>
                  <a:pt x="6567" y="13659"/>
                </a:cubicBezTo>
                <a:cubicBezTo>
                  <a:pt x="6367" y="13785"/>
                  <a:pt x="6367" y="13985"/>
                  <a:pt x="6267" y="14086"/>
                </a:cubicBezTo>
                <a:cubicBezTo>
                  <a:pt x="6166" y="14286"/>
                  <a:pt x="5841" y="14286"/>
                  <a:pt x="5640" y="14411"/>
                </a:cubicBezTo>
                <a:cubicBezTo>
                  <a:pt x="5440" y="14512"/>
                  <a:pt x="5214" y="14512"/>
                  <a:pt x="5114" y="14612"/>
                </a:cubicBezTo>
                <a:cubicBezTo>
                  <a:pt x="4813" y="14812"/>
                  <a:pt x="4587" y="14913"/>
                  <a:pt x="4186" y="14913"/>
                </a:cubicBezTo>
                <a:cubicBezTo>
                  <a:pt x="3660" y="15038"/>
                  <a:pt x="3435" y="15038"/>
                  <a:pt x="2933" y="15238"/>
                </a:cubicBezTo>
                <a:cubicBezTo>
                  <a:pt x="2847" y="15308"/>
                  <a:pt x="2725" y="15424"/>
                  <a:pt x="2624" y="15424"/>
                </a:cubicBezTo>
                <a:cubicBezTo>
                  <a:pt x="2579" y="15424"/>
                  <a:pt x="2538" y="15401"/>
                  <a:pt x="2507" y="15339"/>
                </a:cubicBezTo>
                <a:cubicBezTo>
                  <a:pt x="2407" y="15339"/>
                  <a:pt x="2307" y="15339"/>
                  <a:pt x="2081" y="15238"/>
                </a:cubicBezTo>
                <a:cubicBezTo>
                  <a:pt x="1981" y="15138"/>
                  <a:pt x="1780" y="15138"/>
                  <a:pt x="1780" y="15138"/>
                </a:cubicBezTo>
                <a:cubicBezTo>
                  <a:pt x="1642" y="15165"/>
                  <a:pt x="1540" y="15177"/>
                  <a:pt x="1461" y="15177"/>
                </a:cubicBezTo>
                <a:cubicBezTo>
                  <a:pt x="1240" y="15177"/>
                  <a:pt x="1201" y="15079"/>
                  <a:pt x="1054" y="14913"/>
                </a:cubicBezTo>
                <a:cubicBezTo>
                  <a:pt x="900" y="14845"/>
                  <a:pt x="759" y="14638"/>
                  <a:pt x="550" y="14638"/>
                </a:cubicBezTo>
                <a:cubicBezTo>
                  <a:pt x="452" y="14638"/>
                  <a:pt x="338" y="14684"/>
                  <a:pt x="201" y="14812"/>
                </a:cubicBezTo>
                <a:cubicBezTo>
                  <a:pt x="101" y="14913"/>
                  <a:pt x="1" y="15138"/>
                  <a:pt x="1" y="15138"/>
                </a:cubicBezTo>
                <a:lnTo>
                  <a:pt x="1" y="15339"/>
                </a:lnTo>
                <a:cubicBezTo>
                  <a:pt x="101" y="15539"/>
                  <a:pt x="302" y="15439"/>
                  <a:pt x="427" y="15539"/>
                </a:cubicBezTo>
                <a:cubicBezTo>
                  <a:pt x="527" y="15664"/>
                  <a:pt x="628" y="15865"/>
                  <a:pt x="828" y="15965"/>
                </a:cubicBezTo>
                <a:cubicBezTo>
                  <a:pt x="928" y="15965"/>
                  <a:pt x="1154" y="15965"/>
                  <a:pt x="1154" y="16065"/>
                </a:cubicBezTo>
                <a:cubicBezTo>
                  <a:pt x="1221" y="16099"/>
                  <a:pt x="1288" y="16110"/>
                  <a:pt x="1355" y="16110"/>
                </a:cubicBezTo>
                <a:cubicBezTo>
                  <a:pt x="1491" y="16110"/>
                  <a:pt x="1630" y="16065"/>
                  <a:pt x="1780" y="16065"/>
                </a:cubicBezTo>
                <a:cubicBezTo>
                  <a:pt x="1881" y="16065"/>
                  <a:pt x="1881" y="16065"/>
                  <a:pt x="1981" y="16166"/>
                </a:cubicBezTo>
                <a:cubicBezTo>
                  <a:pt x="2048" y="16241"/>
                  <a:pt x="2117" y="16266"/>
                  <a:pt x="2188" y="16266"/>
                </a:cubicBezTo>
                <a:cubicBezTo>
                  <a:pt x="2329" y="16266"/>
                  <a:pt x="2474" y="16166"/>
                  <a:pt x="2608" y="16166"/>
                </a:cubicBezTo>
                <a:cubicBezTo>
                  <a:pt x="2708" y="16166"/>
                  <a:pt x="2808" y="16166"/>
                  <a:pt x="2933" y="16291"/>
                </a:cubicBezTo>
                <a:lnTo>
                  <a:pt x="3134" y="16291"/>
                </a:lnTo>
                <a:cubicBezTo>
                  <a:pt x="3334" y="16166"/>
                  <a:pt x="3435" y="16065"/>
                  <a:pt x="3660" y="16065"/>
                </a:cubicBezTo>
                <a:lnTo>
                  <a:pt x="4387" y="16065"/>
                </a:lnTo>
                <a:cubicBezTo>
                  <a:pt x="4587" y="15965"/>
                  <a:pt x="4813" y="15765"/>
                  <a:pt x="5014" y="15765"/>
                </a:cubicBezTo>
                <a:cubicBezTo>
                  <a:pt x="5054" y="15785"/>
                  <a:pt x="5090" y="15793"/>
                  <a:pt x="5124" y="15793"/>
                </a:cubicBezTo>
                <a:cubicBezTo>
                  <a:pt x="5259" y="15793"/>
                  <a:pt x="5359" y="15664"/>
                  <a:pt x="5540" y="15664"/>
                </a:cubicBezTo>
                <a:cubicBezTo>
                  <a:pt x="5740" y="15664"/>
                  <a:pt x="5841" y="15439"/>
                  <a:pt x="6066" y="15339"/>
                </a:cubicBezTo>
                <a:cubicBezTo>
                  <a:pt x="6467" y="15138"/>
                  <a:pt x="6793" y="14913"/>
                  <a:pt x="7194" y="14712"/>
                </a:cubicBezTo>
                <a:cubicBezTo>
                  <a:pt x="7620" y="14411"/>
                  <a:pt x="7946" y="14086"/>
                  <a:pt x="8247" y="13659"/>
                </a:cubicBezTo>
                <a:cubicBezTo>
                  <a:pt x="8347" y="13459"/>
                  <a:pt x="8673" y="13258"/>
                  <a:pt x="8773" y="13033"/>
                </a:cubicBezTo>
                <a:cubicBezTo>
                  <a:pt x="8873" y="12832"/>
                  <a:pt x="8773" y="12532"/>
                  <a:pt x="9199" y="12532"/>
                </a:cubicBezTo>
                <a:cubicBezTo>
                  <a:pt x="9299" y="12532"/>
                  <a:pt x="9400" y="12206"/>
                  <a:pt x="9400" y="12106"/>
                </a:cubicBezTo>
                <a:cubicBezTo>
                  <a:pt x="9500" y="12005"/>
                  <a:pt x="9600" y="11780"/>
                  <a:pt x="9600" y="11579"/>
                </a:cubicBezTo>
                <a:cubicBezTo>
                  <a:pt x="9826" y="11153"/>
                  <a:pt x="9926" y="10852"/>
                  <a:pt x="10126" y="10527"/>
                </a:cubicBezTo>
                <a:cubicBezTo>
                  <a:pt x="10126" y="10326"/>
                  <a:pt x="10126" y="10226"/>
                  <a:pt x="10227" y="10126"/>
                </a:cubicBezTo>
                <a:cubicBezTo>
                  <a:pt x="10452" y="10025"/>
                  <a:pt x="10327" y="9800"/>
                  <a:pt x="10452" y="9599"/>
                </a:cubicBezTo>
                <a:lnTo>
                  <a:pt x="10653" y="9073"/>
                </a:lnTo>
                <a:cubicBezTo>
                  <a:pt x="10853" y="8772"/>
                  <a:pt x="10753" y="8446"/>
                  <a:pt x="10753" y="8020"/>
                </a:cubicBezTo>
                <a:cubicBezTo>
                  <a:pt x="10753" y="7720"/>
                  <a:pt x="10953" y="7394"/>
                  <a:pt x="11079" y="6993"/>
                </a:cubicBezTo>
                <a:cubicBezTo>
                  <a:pt x="11079" y="6893"/>
                  <a:pt x="11179" y="6667"/>
                  <a:pt x="11179" y="6466"/>
                </a:cubicBezTo>
                <a:cubicBezTo>
                  <a:pt x="11179" y="6141"/>
                  <a:pt x="11079" y="5840"/>
                  <a:pt x="11079" y="5514"/>
                </a:cubicBezTo>
                <a:cubicBezTo>
                  <a:pt x="11079" y="5113"/>
                  <a:pt x="10953" y="4687"/>
                  <a:pt x="10953" y="4386"/>
                </a:cubicBezTo>
                <a:lnTo>
                  <a:pt x="10953" y="3634"/>
                </a:lnTo>
                <a:cubicBezTo>
                  <a:pt x="10853" y="3008"/>
                  <a:pt x="10953" y="3133"/>
                  <a:pt x="10753" y="2507"/>
                </a:cubicBezTo>
                <a:cubicBezTo>
                  <a:pt x="10753" y="2281"/>
                  <a:pt x="10452" y="1354"/>
                  <a:pt x="10327" y="1253"/>
                </a:cubicBezTo>
                <a:cubicBezTo>
                  <a:pt x="10327" y="1028"/>
                  <a:pt x="10452" y="928"/>
                  <a:pt x="10327" y="827"/>
                </a:cubicBezTo>
                <a:cubicBezTo>
                  <a:pt x="10327" y="627"/>
                  <a:pt x="10126" y="627"/>
                  <a:pt x="10126" y="401"/>
                </a:cubicBezTo>
                <a:cubicBezTo>
                  <a:pt x="10126" y="315"/>
                  <a:pt x="10275" y="80"/>
                  <a:pt x="10061" y="80"/>
                </a:cubicBezTo>
                <a:cubicBezTo>
                  <a:pt x="10026" y="80"/>
                  <a:pt x="9982" y="87"/>
                  <a:pt x="9926" y="100"/>
                </a:cubicBezTo>
                <a:cubicBezTo>
                  <a:pt x="10026" y="0"/>
                  <a:pt x="9926" y="0"/>
                  <a:pt x="97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7"/>
          <p:cNvSpPr/>
          <p:nvPr/>
        </p:nvSpPr>
        <p:spPr>
          <a:xfrm>
            <a:off x="1549981" y="4178307"/>
            <a:ext cx="212105" cy="278092"/>
          </a:xfrm>
          <a:custGeom>
            <a:rect b="b" l="l" r="r" t="t"/>
            <a:pathLst>
              <a:path extrusionOk="0" h="15610" w="11906">
                <a:moveTo>
                  <a:pt x="3760" y="1"/>
                </a:moveTo>
                <a:cubicBezTo>
                  <a:pt x="3560" y="1"/>
                  <a:pt x="3459" y="101"/>
                  <a:pt x="3234" y="201"/>
                </a:cubicBezTo>
                <a:cubicBezTo>
                  <a:pt x="3134" y="302"/>
                  <a:pt x="2708" y="302"/>
                  <a:pt x="2607" y="527"/>
                </a:cubicBezTo>
                <a:cubicBezTo>
                  <a:pt x="2507" y="627"/>
                  <a:pt x="2407" y="728"/>
                  <a:pt x="2206" y="828"/>
                </a:cubicBezTo>
                <a:cubicBezTo>
                  <a:pt x="1981" y="828"/>
                  <a:pt x="1981" y="1154"/>
                  <a:pt x="1780" y="1254"/>
                </a:cubicBezTo>
                <a:cubicBezTo>
                  <a:pt x="1780" y="1354"/>
                  <a:pt x="1680" y="1455"/>
                  <a:pt x="1580" y="1455"/>
                </a:cubicBezTo>
                <a:cubicBezTo>
                  <a:pt x="1254" y="1455"/>
                  <a:pt x="1254" y="1780"/>
                  <a:pt x="1053" y="1881"/>
                </a:cubicBezTo>
                <a:cubicBezTo>
                  <a:pt x="953" y="2081"/>
                  <a:pt x="627" y="2181"/>
                  <a:pt x="527" y="2407"/>
                </a:cubicBezTo>
                <a:cubicBezTo>
                  <a:pt x="327" y="2507"/>
                  <a:pt x="201" y="2808"/>
                  <a:pt x="101" y="3134"/>
                </a:cubicBezTo>
                <a:cubicBezTo>
                  <a:pt x="101" y="3234"/>
                  <a:pt x="1" y="3334"/>
                  <a:pt x="1" y="3435"/>
                </a:cubicBezTo>
                <a:lnTo>
                  <a:pt x="1" y="4061"/>
                </a:lnTo>
                <a:cubicBezTo>
                  <a:pt x="101" y="4186"/>
                  <a:pt x="101" y="4287"/>
                  <a:pt x="201" y="4387"/>
                </a:cubicBezTo>
                <a:cubicBezTo>
                  <a:pt x="201" y="4688"/>
                  <a:pt x="527" y="4913"/>
                  <a:pt x="527" y="5214"/>
                </a:cubicBezTo>
                <a:cubicBezTo>
                  <a:pt x="527" y="5440"/>
                  <a:pt x="728" y="5540"/>
                  <a:pt x="728" y="5740"/>
                </a:cubicBezTo>
                <a:cubicBezTo>
                  <a:pt x="728" y="6066"/>
                  <a:pt x="953" y="6166"/>
                  <a:pt x="1053" y="6367"/>
                </a:cubicBezTo>
                <a:cubicBezTo>
                  <a:pt x="1354" y="6893"/>
                  <a:pt x="1580" y="7319"/>
                  <a:pt x="1680" y="7820"/>
                </a:cubicBezTo>
                <a:cubicBezTo>
                  <a:pt x="1880" y="8447"/>
                  <a:pt x="2206" y="8973"/>
                  <a:pt x="2607" y="9399"/>
                </a:cubicBezTo>
                <a:cubicBezTo>
                  <a:pt x="2833" y="9700"/>
                  <a:pt x="2933" y="10126"/>
                  <a:pt x="3134" y="10452"/>
                </a:cubicBezTo>
                <a:cubicBezTo>
                  <a:pt x="3234" y="10653"/>
                  <a:pt x="3660" y="10653"/>
                  <a:pt x="3560" y="11079"/>
                </a:cubicBezTo>
                <a:cubicBezTo>
                  <a:pt x="3459" y="11179"/>
                  <a:pt x="3760" y="11379"/>
                  <a:pt x="3760" y="11480"/>
                </a:cubicBezTo>
                <a:lnTo>
                  <a:pt x="4286" y="12106"/>
                </a:lnTo>
                <a:cubicBezTo>
                  <a:pt x="4487" y="12532"/>
                  <a:pt x="4813" y="12958"/>
                  <a:pt x="5013" y="13359"/>
                </a:cubicBezTo>
                <a:cubicBezTo>
                  <a:pt x="5114" y="13460"/>
                  <a:pt x="5214" y="13585"/>
                  <a:pt x="5339" y="13785"/>
                </a:cubicBezTo>
                <a:cubicBezTo>
                  <a:pt x="5339" y="13986"/>
                  <a:pt x="5540" y="14212"/>
                  <a:pt x="5640" y="14412"/>
                </a:cubicBezTo>
                <a:cubicBezTo>
                  <a:pt x="5840" y="14613"/>
                  <a:pt x="5966" y="14838"/>
                  <a:pt x="6166" y="15039"/>
                </a:cubicBezTo>
                <a:cubicBezTo>
                  <a:pt x="6367" y="15239"/>
                  <a:pt x="6592" y="15465"/>
                  <a:pt x="6893" y="15565"/>
                </a:cubicBezTo>
                <a:cubicBezTo>
                  <a:pt x="7110" y="15565"/>
                  <a:pt x="7316" y="15609"/>
                  <a:pt x="7526" y="15609"/>
                </a:cubicBezTo>
                <a:cubicBezTo>
                  <a:pt x="7631" y="15609"/>
                  <a:pt x="7737" y="15598"/>
                  <a:pt x="7845" y="15565"/>
                </a:cubicBezTo>
                <a:cubicBezTo>
                  <a:pt x="8572" y="15339"/>
                  <a:pt x="8873" y="15039"/>
                  <a:pt x="9299" y="14613"/>
                </a:cubicBezTo>
                <a:cubicBezTo>
                  <a:pt x="9500" y="14412"/>
                  <a:pt x="9725" y="14312"/>
                  <a:pt x="9825" y="13986"/>
                </a:cubicBezTo>
                <a:cubicBezTo>
                  <a:pt x="9926" y="13585"/>
                  <a:pt x="10126" y="13259"/>
                  <a:pt x="10226" y="12833"/>
                </a:cubicBezTo>
                <a:cubicBezTo>
                  <a:pt x="10552" y="12432"/>
                  <a:pt x="10552" y="11906"/>
                  <a:pt x="10753" y="11379"/>
                </a:cubicBezTo>
                <a:cubicBezTo>
                  <a:pt x="10853" y="11179"/>
                  <a:pt x="10978" y="10853"/>
                  <a:pt x="11079" y="10552"/>
                </a:cubicBezTo>
                <a:cubicBezTo>
                  <a:pt x="11279" y="9826"/>
                  <a:pt x="11279" y="9926"/>
                  <a:pt x="11379" y="9199"/>
                </a:cubicBezTo>
                <a:cubicBezTo>
                  <a:pt x="11480" y="8873"/>
                  <a:pt x="11480" y="7620"/>
                  <a:pt x="11480" y="7319"/>
                </a:cubicBezTo>
                <a:cubicBezTo>
                  <a:pt x="11480" y="7194"/>
                  <a:pt x="11705" y="6993"/>
                  <a:pt x="11705" y="6893"/>
                </a:cubicBezTo>
                <a:cubicBezTo>
                  <a:pt x="11705" y="6693"/>
                  <a:pt x="11480" y="6467"/>
                  <a:pt x="11480" y="6267"/>
                </a:cubicBezTo>
                <a:cubicBezTo>
                  <a:pt x="11605" y="6166"/>
                  <a:pt x="11906" y="5841"/>
                  <a:pt x="11480" y="5841"/>
                </a:cubicBezTo>
                <a:cubicBezTo>
                  <a:pt x="11605" y="5740"/>
                  <a:pt x="11480" y="5640"/>
                  <a:pt x="11279" y="5640"/>
                </a:cubicBezTo>
                <a:cubicBezTo>
                  <a:pt x="11079" y="5640"/>
                  <a:pt x="10652" y="5740"/>
                  <a:pt x="10552" y="5841"/>
                </a:cubicBezTo>
                <a:cubicBezTo>
                  <a:pt x="10552" y="5941"/>
                  <a:pt x="10652" y="6066"/>
                  <a:pt x="10652" y="6166"/>
                </a:cubicBezTo>
                <a:cubicBezTo>
                  <a:pt x="10652" y="6793"/>
                  <a:pt x="10652" y="6993"/>
                  <a:pt x="10452" y="7820"/>
                </a:cubicBezTo>
                <a:cubicBezTo>
                  <a:pt x="10352" y="8247"/>
                  <a:pt x="10452" y="8673"/>
                  <a:pt x="10352" y="9074"/>
                </a:cubicBezTo>
                <a:cubicBezTo>
                  <a:pt x="10352" y="9399"/>
                  <a:pt x="10352" y="9826"/>
                  <a:pt x="10126" y="10227"/>
                </a:cubicBezTo>
                <a:cubicBezTo>
                  <a:pt x="10026" y="10327"/>
                  <a:pt x="10026" y="10552"/>
                  <a:pt x="10026" y="10653"/>
                </a:cubicBezTo>
                <a:cubicBezTo>
                  <a:pt x="9825" y="11079"/>
                  <a:pt x="9725" y="11480"/>
                  <a:pt x="9600" y="11805"/>
                </a:cubicBezTo>
                <a:cubicBezTo>
                  <a:pt x="9500" y="12006"/>
                  <a:pt x="9600" y="12206"/>
                  <a:pt x="9500" y="12332"/>
                </a:cubicBezTo>
                <a:cubicBezTo>
                  <a:pt x="9299" y="12532"/>
                  <a:pt x="9299" y="12833"/>
                  <a:pt x="9199" y="13059"/>
                </a:cubicBezTo>
                <a:cubicBezTo>
                  <a:pt x="9099" y="13259"/>
                  <a:pt x="9099" y="13460"/>
                  <a:pt x="8973" y="13585"/>
                </a:cubicBezTo>
                <a:cubicBezTo>
                  <a:pt x="8873" y="13785"/>
                  <a:pt x="8672" y="13986"/>
                  <a:pt x="8572" y="14086"/>
                </a:cubicBezTo>
                <a:cubicBezTo>
                  <a:pt x="8347" y="14212"/>
                  <a:pt x="8246" y="14312"/>
                  <a:pt x="8146" y="14512"/>
                </a:cubicBezTo>
                <a:cubicBezTo>
                  <a:pt x="8146" y="14512"/>
                  <a:pt x="8046" y="14613"/>
                  <a:pt x="7946" y="14613"/>
                </a:cubicBezTo>
                <a:lnTo>
                  <a:pt x="7720" y="14613"/>
                </a:lnTo>
                <a:cubicBezTo>
                  <a:pt x="7620" y="14613"/>
                  <a:pt x="7520" y="14713"/>
                  <a:pt x="7419" y="14713"/>
                </a:cubicBezTo>
                <a:cubicBezTo>
                  <a:pt x="7219" y="14713"/>
                  <a:pt x="7094" y="14713"/>
                  <a:pt x="6993" y="14512"/>
                </a:cubicBezTo>
                <a:cubicBezTo>
                  <a:pt x="6893" y="14212"/>
                  <a:pt x="6693" y="13986"/>
                  <a:pt x="6367" y="13785"/>
                </a:cubicBezTo>
                <a:cubicBezTo>
                  <a:pt x="6266" y="13585"/>
                  <a:pt x="6066" y="13259"/>
                  <a:pt x="5966" y="13059"/>
                </a:cubicBezTo>
                <a:cubicBezTo>
                  <a:pt x="5640" y="12833"/>
                  <a:pt x="5740" y="12332"/>
                  <a:pt x="5439" y="12006"/>
                </a:cubicBezTo>
                <a:cubicBezTo>
                  <a:pt x="5214" y="11906"/>
                  <a:pt x="5214" y="11705"/>
                  <a:pt x="5114" y="11480"/>
                </a:cubicBezTo>
                <a:cubicBezTo>
                  <a:pt x="5013" y="11279"/>
                  <a:pt x="4713" y="11179"/>
                  <a:pt x="4713" y="10953"/>
                </a:cubicBezTo>
                <a:cubicBezTo>
                  <a:pt x="4587" y="10753"/>
                  <a:pt x="4487" y="10552"/>
                  <a:pt x="4286" y="10452"/>
                </a:cubicBezTo>
                <a:cubicBezTo>
                  <a:pt x="3961" y="10327"/>
                  <a:pt x="4186" y="9700"/>
                  <a:pt x="3860" y="9600"/>
                </a:cubicBezTo>
                <a:cubicBezTo>
                  <a:pt x="3760" y="9500"/>
                  <a:pt x="3660" y="9399"/>
                  <a:pt x="3560" y="9399"/>
                </a:cubicBezTo>
                <a:cubicBezTo>
                  <a:pt x="3334" y="9199"/>
                  <a:pt x="3459" y="8973"/>
                  <a:pt x="3334" y="8773"/>
                </a:cubicBezTo>
                <a:cubicBezTo>
                  <a:pt x="3334" y="8572"/>
                  <a:pt x="3234" y="8347"/>
                  <a:pt x="3134" y="8146"/>
                </a:cubicBezTo>
                <a:cubicBezTo>
                  <a:pt x="3033" y="7946"/>
                  <a:pt x="2833" y="7720"/>
                  <a:pt x="2833" y="7520"/>
                </a:cubicBezTo>
                <a:cubicBezTo>
                  <a:pt x="2833" y="7194"/>
                  <a:pt x="2507" y="7094"/>
                  <a:pt x="2407" y="6893"/>
                </a:cubicBezTo>
                <a:cubicBezTo>
                  <a:pt x="2206" y="6693"/>
                  <a:pt x="2206" y="6367"/>
                  <a:pt x="2081" y="6066"/>
                </a:cubicBezTo>
                <a:cubicBezTo>
                  <a:pt x="1981" y="5841"/>
                  <a:pt x="1981" y="5540"/>
                  <a:pt x="1780" y="5314"/>
                </a:cubicBezTo>
                <a:cubicBezTo>
                  <a:pt x="1580" y="4913"/>
                  <a:pt x="1354" y="4587"/>
                  <a:pt x="1254" y="4061"/>
                </a:cubicBezTo>
                <a:cubicBezTo>
                  <a:pt x="1154" y="3961"/>
                  <a:pt x="1154" y="3861"/>
                  <a:pt x="1154" y="3660"/>
                </a:cubicBezTo>
                <a:cubicBezTo>
                  <a:pt x="1053" y="3560"/>
                  <a:pt x="1053" y="3560"/>
                  <a:pt x="1053" y="3435"/>
                </a:cubicBezTo>
                <a:cubicBezTo>
                  <a:pt x="1053" y="3435"/>
                  <a:pt x="1154" y="3234"/>
                  <a:pt x="1254" y="2933"/>
                </a:cubicBezTo>
                <a:cubicBezTo>
                  <a:pt x="1454" y="2808"/>
                  <a:pt x="1454" y="2507"/>
                  <a:pt x="1680" y="2407"/>
                </a:cubicBezTo>
                <a:cubicBezTo>
                  <a:pt x="1880" y="2407"/>
                  <a:pt x="2607" y="1881"/>
                  <a:pt x="2607" y="1780"/>
                </a:cubicBezTo>
                <a:cubicBezTo>
                  <a:pt x="3033" y="1254"/>
                  <a:pt x="3033" y="1354"/>
                  <a:pt x="3459" y="1054"/>
                </a:cubicBezTo>
                <a:cubicBezTo>
                  <a:pt x="3660" y="928"/>
                  <a:pt x="4186" y="928"/>
                  <a:pt x="4086" y="427"/>
                </a:cubicBezTo>
                <a:cubicBezTo>
                  <a:pt x="4086" y="201"/>
                  <a:pt x="4086" y="101"/>
                  <a:pt x="39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7"/>
          <p:cNvSpPr/>
          <p:nvPr/>
        </p:nvSpPr>
        <p:spPr>
          <a:xfrm>
            <a:off x="1512926" y="4227869"/>
            <a:ext cx="183976" cy="251851"/>
          </a:xfrm>
          <a:custGeom>
            <a:rect b="b" l="l" r="r" t="t"/>
            <a:pathLst>
              <a:path extrusionOk="0" h="14137" w="10327">
                <a:moveTo>
                  <a:pt x="2017" y="0"/>
                </a:moveTo>
                <a:cubicBezTo>
                  <a:pt x="1910" y="0"/>
                  <a:pt x="1757" y="151"/>
                  <a:pt x="1655" y="151"/>
                </a:cubicBezTo>
                <a:cubicBezTo>
                  <a:pt x="1454" y="251"/>
                  <a:pt x="1153" y="251"/>
                  <a:pt x="1028" y="352"/>
                </a:cubicBezTo>
                <a:cubicBezTo>
                  <a:pt x="928" y="452"/>
                  <a:pt x="928" y="552"/>
                  <a:pt x="828" y="552"/>
                </a:cubicBezTo>
                <a:cubicBezTo>
                  <a:pt x="627" y="653"/>
                  <a:pt x="627" y="878"/>
                  <a:pt x="627" y="1079"/>
                </a:cubicBezTo>
                <a:cubicBezTo>
                  <a:pt x="627" y="1179"/>
                  <a:pt x="527" y="1179"/>
                  <a:pt x="402" y="1279"/>
                </a:cubicBezTo>
                <a:cubicBezTo>
                  <a:pt x="201" y="1279"/>
                  <a:pt x="301" y="1605"/>
                  <a:pt x="201" y="1705"/>
                </a:cubicBezTo>
                <a:cubicBezTo>
                  <a:pt x="201" y="1906"/>
                  <a:pt x="101" y="2031"/>
                  <a:pt x="101" y="2231"/>
                </a:cubicBezTo>
                <a:cubicBezTo>
                  <a:pt x="1" y="2432"/>
                  <a:pt x="201" y="2658"/>
                  <a:pt x="101" y="2758"/>
                </a:cubicBezTo>
                <a:lnTo>
                  <a:pt x="101" y="3485"/>
                </a:lnTo>
                <a:cubicBezTo>
                  <a:pt x="201" y="3685"/>
                  <a:pt x="402" y="3785"/>
                  <a:pt x="402" y="4011"/>
                </a:cubicBezTo>
                <a:cubicBezTo>
                  <a:pt x="301" y="4211"/>
                  <a:pt x="527" y="4312"/>
                  <a:pt x="527" y="4412"/>
                </a:cubicBezTo>
                <a:cubicBezTo>
                  <a:pt x="527" y="4637"/>
                  <a:pt x="627" y="4738"/>
                  <a:pt x="727" y="4838"/>
                </a:cubicBezTo>
                <a:cubicBezTo>
                  <a:pt x="928" y="5164"/>
                  <a:pt x="1153" y="5364"/>
                  <a:pt x="1153" y="5790"/>
                </a:cubicBezTo>
                <a:cubicBezTo>
                  <a:pt x="1254" y="6091"/>
                  <a:pt x="1454" y="6517"/>
                  <a:pt x="1780" y="6718"/>
                </a:cubicBezTo>
                <a:cubicBezTo>
                  <a:pt x="1880" y="6918"/>
                  <a:pt x="1981" y="7244"/>
                  <a:pt x="2081" y="7344"/>
                </a:cubicBezTo>
                <a:cubicBezTo>
                  <a:pt x="2181" y="7545"/>
                  <a:pt x="2507" y="7545"/>
                  <a:pt x="2281" y="7770"/>
                </a:cubicBezTo>
                <a:cubicBezTo>
                  <a:pt x="2181" y="7971"/>
                  <a:pt x="2407" y="8071"/>
                  <a:pt x="2507" y="8071"/>
                </a:cubicBezTo>
                <a:cubicBezTo>
                  <a:pt x="2607" y="8297"/>
                  <a:pt x="2707" y="8397"/>
                  <a:pt x="2707" y="8497"/>
                </a:cubicBezTo>
                <a:cubicBezTo>
                  <a:pt x="2908" y="8798"/>
                  <a:pt x="3133" y="9023"/>
                  <a:pt x="3234" y="9324"/>
                </a:cubicBezTo>
                <a:cubicBezTo>
                  <a:pt x="3334" y="9424"/>
                  <a:pt x="3434" y="9550"/>
                  <a:pt x="3434" y="9650"/>
                </a:cubicBezTo>
                <a:cubicBezTo>
                  <a:pt x="3334" y="9750"/>
                  <a:pt x="3534" y="9851"/>
                  <a:pt x="3660" y="9951"/>
                </a:cubicBezTo>
                <a:lnTo>
                  <a:pt x="3760" y="10477"/>
                </a:lnTo>
                <a:cubicBezTo>
                  <a:pt x="3960" y="10803"/>
                  <a:pt x="4161" y="10903"/>
                  <a:pt x="4387" y="11104"/>
                </a:cubicBezTo>
                <a:cubicBezTo>
                  <a:pt x="4587" y="11304"/>
                  <a:pt x="4788" y="11530"/>
                  <a:pt x="4913" y="11831"/>
                </a:cubicBezTo>
                <a:cubicBezTo>
                  <a:pt x="5013" y="11931"/>
                  <a:pt x="5013" y="12156"/>
                  <a:pt x="5113" y="12257"/>
                </a:cubicBezTo>
                <a:cubicBezTo>
                  <a:pt x="5314" y="12357"/>
                  <a:pt x="5539" y="12557"/>
                  <a:pt x="5740" y="12783"/>
                </a:cubicBezTo>
                <a:cubicBezTo>
                  <a:pt x="5940" y="13084"/>
                  <a:pt x="6266" y="13184"/>
                  <a:pt x="6467" y="13409"/>
                </a:cubicBezTo>
                <a:cubicBezTo>
                  <a:pt x="6567" y="13610"/>
                  <a:pt x="6793" y="13810"/>
                  <a:pt x="6993" y="13936"/>
                </a:cubicBezTo>
                <a:cubicBezTo>
                  <a:pt x="7294" y="14036"/>
                  <a:pt x="7419" y="14036"/>
                  <a:pt x="7519" y="14136"/>
                </a:cubicBezTo>
                <a:lnTo>
                  <a:pt x="8146" y="14136"/>
                </a:lnTo>
                <a:cubicBezTo>
                  <a:pt x="8246" y="14036"/>
                  <a:pt x="8547" y="14036"/>
                  <a:pt x="8773" y="13810"/>
                </a:cubicBezTo>
                <a:cubicBezTo>
                  <a:pt x="9073" y="13710"/>
                  <a:pt x="9299" y="13510"/>
                  <a:pt x="9399" y="13409"/>
                </a:cubicBezTo>
                <a:cubicBezTo>
                  <a:pt x="9399" y="13409"/>
                  <a:pt x="9600" y="13409"/>
                  <a:pt x="9700" y="13309"/>
                </a:cubicBezTo>
                <a:cubicBezTo>
                  <a:pt x="9800" y="13184"/>
                  <a:pt x="9700" y="12983"/>
                  <a:pt x="9925" y="12883"/>
                </a:cubicBezTo>
                <a:cubicBezTo>
                  <a:pt x="9925" y="12883"/>
                  <a:pt x="10326" y="12883"/>
                  <a:pt x="10026" y="12557"/>
                </a:cubicBezTo>
                <a:cubicBezTo>
                  <a:pt x="10126" y="12557"/>
                  <a:pt x="10126" y="12457"/>
                  <a:pt x="9925" y="12357"/>
                </a:cubicBezTo>
                <a:cubicBezTo>
                  <a:pt x="9743" y="12276"/>
                  <a:pt x="9511" y="12129"/>
                  <a:pt x="9376" y="12129"/>
                </a:cubicBezTo>
                <a:cubicBezTo>
                  <a:pt x="9344" y="12129"/>
                  <a:pt x="9318" y="12137"/>
                  <a:pt x="9299" y="12156"/>
                </a:cubicBezTo>
                <a:cubicBezTo>
                  <a:pt x="9174" y="12156"/>
                  <a:pt x="9174" y="12257"/>
                  <a:pt x="9174" y="12357"/>
                </a:cubicBezTo>
                <a:cubicBezTo>
                  <a:pt x="9073" y="12457"/>
                  <a:pt x="8973" y="12557"/>
                  <a:pt x="8873" y="12557"/>
                </a:cubicBezTo>
                <a:cubicBezTo>
                  <a:pt x="8773" y="12683"/>
                  <a:pt x="8672" y="12783"/>
                  <a:pt x="8447" y="12783"/>
                </a:cubicBezTo>
                <a:cubicBezTo>
                  <a:pt x="8246" y="12883"/>
                  <a:pt x="8146" y="12983"/>
                  <a:pt x="7920" y="13084"/>
                </a:cubicBezTo>
                <a:cubicBezTo>
                  <a:pt x="7870" y="13084"/>
                  <a:pt x="7795" y="13109"/>
                  <a:pt x="7720" y="13109"/>
                </a:cubicBezTo>
                <a:cubicBezTo>
                  <a:pt x="7645" y="13109"/>
                  <a:pt x="7570" y="13084"/>
                  <a:pt x="7519" y="12983"/>
                </a:cubicBezTo>
                <a:cubicBezTo>
                  <a:pt x="7419" y="12983"/>
                  <a:pt x="7294" y="12983"/>
                  <a:pt x="7294" y="12883"/>
                </a:cubicBezTo>
                <a:cubicBezTo>
                  <a:pt x="7194" y="12783"/>
                  <a:pt x="6993" y="12683"/>
                  <a:pt x="6793" y="12457"/>
                </a:cubicBezTo>
                <a:cubicBezTo>
                  <a:pt x="6667" y="12357"/>
                  <a:pt x="6567" y="12357"/>
                  <a:pt x="6467" y="12257"/>
                </a:cubicBezTo>
                <a:cubicBezTo>
                  <a:pt x="6467" y="12056"/>
                  <a:pt x="6166" y="12056"/>
                  <a:pt x="6166" y="11831"/>
                </a:cubicBezTo>
                <a:cubicBezTo>
                  <a:pt x="6041" y="11730"/>
                  <a:pt x="5940" y="11730"/>
                  <a:pt x="5840" y="11630"/>
                </a:cubicBezTo>
                <a:cubicBezTo>
                  <a:pt x="5640" y="11430"/>
                  <a:pt x="5740" y="11104"/>
                  <a:pt x="5414" y="10903"/>
                </a:cubicBezTo>
                <a:cubicBezTo>
                  <a:pt x="5214" y="10903"/>
                  <a:pt x="5214" y="10577"/>
                  <a:pt x="5113" y="10477"/>
                </a:cubicBezTo>
                <a:cubicBezTo>
                  <a:pt x="5013" y="10477"/>
                  <a:pt x="5013" y="10377"/>
                  <a:pt x="4913" y="10377"/>
                </a:cubicBezTo>
                <a:cubicBezTo>
                  <a:pt x="4687" y="10377"/>
                  <a:pt x="4687" y="10277"/>
                  <a:pt x="4687" y="10176"/>
                </a:cubicBezTo>
                <a:cubicBezTo>
                  <a:pt x="4687" y="9851"/>
                  <a:pt x="4587" y="9650"/>
                  <a:pt x="4387" y="9424"/>
                </a:cubicBezTo>
                <a:cubicBezTo>
                  <a:pt x="4286" y="9324"/>
                  <a:pt x="4286" y="9124"/>
                  <a:pt x="4061" y="9023"/>
                </a:cubicBezTo>
                <a:cubicBezTo>
                  <a:pt x="3960" y="8798"/>
                  <a:pt x="4061" y="8397"/>
                  <a:pt x="3860" y="8297"/>
                </a:cubicBezTo>
                <a:cubicBezTo>
                  <a:pt x="3660" y="8297"/>
                  <a:pt x="3660" y="8071"/>
                  <a:pt x="3660" y="7971"/>
                </a:cubicBezTo>
                <a:cubicBezTo>
                  <a:pt x="3534" y="7871"/>
                  <a:pt x="3434" y="7770"/>
                  <a:pt x="3434" y="7545"/>
                </a:cubicBezTo>
                <a:cubicBezTo>
                  <a:pt x="3434" y="7445"/>
                  <a:pt x="3334" y="7344"/>
                  <a:pt x="3133" y="7344"/>
                </a:cubicBezTo>
                <a:cubicBezTo>
                  <a:pt x="2908" y="7244"/>
                  <a:pt x="3133" y="6818"/>
                  <a:pt x="2908" y="6718"/>
                </a:cubicBezTo>
                <a:cubicBezTo>
                  <a:pt x="2808" y="6617"/>
                  <a:pt x="2707" y="6617"/>
                  <a:pt x="2607" y="6617"/>
                </a:cubicBezTo>
                <a:cubicBezTo>
                  <a:pt x="2507" y="6517"/>
                  <a:pt x="2607" y="6292"/>
                  <a:pt x="2607" y="6191"/>
                </a:cubicBezTo>
                <a:cubicBezTo>
                  <a:pt x="2507" y="5991"/>
                  <a:pt x="2507" y="5891"/>
                  <a:pt x="2407" y="5790"/>
                </a:cubicBezTo>
                <a:cubicBezTo>
                  <a:pt x="2407" y="5565"/>
                  <a:pt x="2281" y="5565"/>
                  <a:pt x="2281" y="5364"/>
                </a:cubicBezTo>
                <a:cubicBezTo>
                  <a:pt x="2281" y="5164"/>
                  <a:pt x="2081" y="5164"/>
                  <a:pt x="1880" y="5038"/>
                </a:cubicBezTo>
                <a:cubicBezTo>
                  <a:pt x="1780" y="4838"/>
                  <a:pt x="1880" y="4637"/>
                  <a:pt x="1780" y="4412"/>
                </a:cubicBezTo>
                <a:cubicBezTo>
                  <a:pt x="1655" y="4312"/>
                  <a:pt x="1655" y="4111"/>
                  <a:pt x="1554" y="4011"/>
                </a:cubicBezTo>
                <a:cubicBezTo>
                  <a:pt x="1354" y="3685"/>
                  <a:pt x="1254" y="3485"/>
                  <a:pt x="1254" y="3284"/>
                </a:cubicBezTo>
                <a:cubicBezTo>
                  <a:pt x="1153" y="2858"/>
                  <a:pt x="1153" y="2658"/>
                  <a:pt x="1028" y="2332"/>
                </a:cubicBezTo>
                <a:cubicBezTo>
                  <a:pt x="1028" y="2131"/>
                  <a:pt x="828" y="2031"/>
                  <a:pt x="1028" y="1906"/>
                </a:cubicBezTo>
                <a:cubicBezTo>
                  <a:pt x="1153" y="1906"/>
                  <a:pt x="1254" y="1805"/>
                  <a:pt x="1254" y="1705"/>
                </a:cubicBezTo>
                <a:cubicBezTo>
                  <a:pt x="1354" y="1605"/>
                  <a:pt x="1454" y="1505"/>
                  <a:pt x="1454" y="1404"/>
                </a:cubicBezTo>
                <a:cubicBezTo>
                  <a:pt x="1454" y="1079"/>
                  <a:pt x="1554" y="1079"/>
                  <a:pt x="1780" y="978"/>
                </a:cubicBezTo>
                <a:lnTo>
                  <a:pt x="2081" y="978"/>
                </a:lnTo>
                <a:cubicBezTo>
                  <a:pt x="2081" y="978"/>
                  <a:pt x="2181" y="878"/>
                  <a:pt x="2181" y="552"/>
                </a:cubicBezTo>
                <a:cubicBezTo>
                  <a:pt x="2281" y="452"/>
                  <a:pt x="2281" y="251"/>
                  <a:pt x="2181" y="151"/>
                </a:cubicBezTo>
                <a:cubicBezTo>
                  <a:pt x="2181" y="151"/>
                  <a:pt x="2181" y="26"/>
                  <a:pt x="2081" y="26"/>
                </a:cubicBezTo>
                <a:cubicBezTo>
                  <a:pt x="2063" y="8"/>
                  <a:pt x="2041" y="0"/>
                  <a:pt x="2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7"/>
          <p:cNvSpPr/>
          <p:nvPr/>
        </p:nvSpPr>
        <p:spPr>
          <a:xfrm>
            <a:off x="1669199" y="2817508"/>
            <a:ext cx="520626" cy="409175"/>
          </a:xfrm>
          <a:custGeom>
            <a:rect b="b" l="l" r="r" t="t"/>
            <a:pathLst>
              <a:path extrusionOk="0" h="22968" w="29224">
                <a:moveTo>
                  <a:pt x="15136" y="0"/>
                </a:moveTo>
                <a:cubicBezTo>
                  <a:pt x="15027" y="0"/>
                  <a:pt x="14921" y="11"/>
                  <a:pt x="14813" y="45"/>
                </a:cubicBezTo>
                <a:cubicBezTo>
                  <a:pt x="14612" y="45"/>
                  <a:pt x="14412" y="145"/>
                  <a:pt x="14186" y="245"/>
                </a:cubicBezTo>
                <a:cubicBezTo>
                  <a:pt x="14052" y="287"/>
                  <a:pt x="13916" y="301"/>
                  <a:pt x="13778" y="301"/>
                </a:cubicBezTo>
                <a:cubicBezTo>
                  <a:pt x="13501" y="301"/>
                  <a:pt x="13217" y="245"/>
                  <a:pt x="12933" y="245"/>
                </a:cubicBezTo>
                <a:lnTo>
                  <a:pt x="12306" y="370"/>
                </a:lnTo>
                <a:cubicBezTo>
                  <a:pt x="12106" y="471"/>
                  <a:pt x="11905" y="571"/>
                  <a:pt x="11680" y="571"/>
                </a:cubicBezTo>
                <a:cubicBezTo>
                  <a:pt x="11379" y="671"/>
                  <a:pt x="11279" y="671"/>
                  <a:pt x="11053" y="771"/>
                </a:cubicBezTo>
                <a:cubicBezTo>
                  <a:pt x="10853" y="872"/>
                  <a:pt x="10652" y="872"/>
                  <a:pt x="10427" y="997"/>
                </a:cubicBezTo>
                <a:cubicBezTo>
                  <a:pt x="9800" y="1097"/>
                  <a:pt x="9600" y="1398"/>
                  <a:pt x="9174" y="1724"/>
                </a:cubicBezTo>
                <a:cubicBezTo>
                  <a:pt x="8873" y="1924"/>
                  <a:pt x="8672" y="2025"/>
                  <a:pt x="8346" y="2125"/>
                </a:cubicBezTo>
                <a:cubicBezTo>
                  <a:pt x="8046" y="2250"/>
                  <a:pt x="7820" y="2350"/>
                  <a:pt x="7519" y="2551"/>
                </a:cubicBezTo>
                <a:cubicBezTo>
                  <a:pt x="7294" y="2751"/>
                  <a:pt x="7093" y="2877"/>
                  <a:pt x="6893" y="2977"/>
                </a:cubicBezTo>
                <a:cubicBezTo>
                  <a:pt x="6667" y="3077"/>
                  <a:pt x="6567" y="3278"/>
                  <a:pt x="6366" y="3503"/>
                </a:cubicBezTo>
                <a:cubicBezTo>
                  <a:pt x="5640" y="4130"/>
                  <a:pt x="5214" y="4631"/>
                  <a:pt x="4487" y="5383"/>
                </a:cubicBezTo>
                <a:cubicBezTo>
                  <a:pt x="3534" y="6310"/>
                  <a:pt x="3133" y="6937"/>
                  <a:pt x="2607" y="8090"/>
                </a:cubicBezTo>
                <a:cubicBezTo>
                  <a:pt x="2407" y="8516"/>
                  <a:pt x="2407" y="8917"/>
                  <a:pt x="2081" y="9243"/>
                </a:cubicBezTo>
                <a:cubicBezTo>
                  <a:pt x="1780" y="9443"/>
                  <a:pt x="1028" y="11022"/>
                  <a:pt x="1028" y="11423"/>
                </a:cubicBezTo>
                <a:cubicBezTo>
                  <a:pt x="928" y="11949"/>
                  <a:pt x="928" y="12275"/>
                  <a:pt x="828" y="12476"/>
                </a:cubicBezTo>
                <a:cubicBezTo>
                  <a:pt x="727" y="12777"/>
                  <a:pt x="627" y="13002"/>
                  <a:pt x="527" y="13403"/>
                </a:cubicBezTo>
                <a:cubicBezTo>
                  <a:pt x="402" y="13929"/>
                  <a:pt x="1" y="14882"/>
                  <a:pt x="627" y="15283"/>
                </a:cubicBezTo>
                <a:cubicBezTo>
                  <a:pt x="627" y="15345"/>
                  <a:pt x="677" y="15377"/>
                  <a:pt x="740" y="15377"/>
                </a:cubicBezTo>
                <a:cubicBezTo>
                  <a:pt x="803" y="15377"/>
                  <a:pt x="878" y="15345"/>
                  <a:pt x="928" y="15283"/>
                </a:cubicBezTo>
                <a:cubicBezTo>
                  <a:pt x="1028" y="15283"/>
                  <a:pt x="1028" y="15183"/>
                  <a:pt x="1153" y="15183"/>
                </a:cubicBezTo>
                <a:cubicBezTo>
                  <a:pt x="1254" y="14782"/>
                  <a:pt x="1254" y="14456"/>
                  <a:pt x="1254" y="14155"/>
                </a:cubicBezTo>
                <a:cubicBezTo>
                  <a:pt x="1354" y="13729"/>
                  <a:pt x="1554" y="13303"/>
                  <a:pt x="1655" y="13002"/>
                </a:cubicBezTo>
                <a:cubicBezTo>
                  <a:pt x="1655" y="12676"/>
                  <a:pt x="1655" y="12376"/>
                  <a:pt x="1880" y="12150"/>
                </a:cubicBezTo>
                <a:cubicBezTo>
                  <a:pt x="2081" y="11849"/>
                  <a:pt x="1980" y="11423"/>
                  <a:pt x="2081" y="11122"/>
                </a:cubicBezTo>
                <a:cubicBezTo>
                  <a:pt x="2081" y="10897"/>
                  <a:pt x="2181" y="10797"/>
                  <a:pt x="2407" y="10596"/>
                </a:cubicBezTo>
                <a:cubicBezTo>
                  <a:pt x="2607" y="10396"/>
                  <a:pt x="2607" y="9869"/>
                  <a:pt x="2808" y="9543"/>
                </a:cubicBezTo>
                <a:cubicBezTo>
                  <a:pt x="2908" y="9343"/>
                  <a:pt x="3033" y="9243"/>
                  <a:pt x="3133" y="9017"/>
                </a:cubicBezTo>
                <a:cubicBezTo>
                  <a:pt x="3234" y="8817"/>
                  <a:pt x="3434" y="8716"/>
                  <a:pt x="3534" y="8516"/>
                </a:cubicBezTo>
                <a:cubicBezTo>
                  <a:pt x="3660" y="8290"/>
                  <a:pt x="3660" y="8190"/>
                  <a:pt x="3760" y="7990"/>
                </a:cubicBezTo>
                <a:cubicBezTo>
                  <a:pt x="3860" y="7764"/>
                  <a:pt x="3960" y="7563"/>
                  <a:pt x="4061" y="7463"/>
                </a:cubicBezTo>
                <a:cubicBezTo>
                  <a:pt x="4487" y="7037"/>
                  <a:pt x="4913" y="6636"/>
                  <a:pt x="5214" y="6210"/>
                </a:cubicBezTo>
                <a:cubicBezTo>
                  <a:pt x="5539" y="5884"/>
                  <a:pt x="5740" y="5383"/>
                  <a:pt x="6166" y="5057"/>
                </a:cubicBezTo>
                <a:cubicBezTo>
                  <a:pt x="6567" y="4857"/>
                  <a:pt x="6667" y="4531"/>
                  <a:pt x="7093" y="4330"/>
                </a:cubicBezTo>
                <a:cubicBezTo>
                  <a:pt x="7194" y="4230"/>
                  <a:pt x="7419" y="4130"/>
                  <a:pt x="7519" y="4005"/>
                </a:cubicBezTo>
                <a:cubicBezTo>
                  <a:pt x="7720" y="3804"/>
                  <a:pt x="7820" y="3704"/>
                  <a:pt x="8046" y="3604"/>
                </a:cubicBezTo>
                <a:cubicBezTo>
                  <a:pt x="8773" y="2977"/>
                  <a:pt x="9499" y="2551"/>
                  <a:pt x="10552" y="2125"/>
                </a:cubicBezTo>
                <a:cubicBezTo>
                  <a:pt x="11479" y="1824"/>
                  <a:pt x="12532" y="1498"/>
                  <a:pt x="13559" y="1198"/>
                </a:cubicBezTo>
                <a:cubicBezTo>
                  <a:pt x="13785" y="1198"/>
                  <a:pt x="14186" y="1097"/>
                  <a:pt x="14512" y="1097"/>
                </a:cubicBezTo>
                <a:lnTo>
                  <a:pt x="15439" y="1097"/>
                </a:lnTo>
                <a:cubicBezTo>
                  <a:pt x="15765" y="1097"/>
                  <a:pt x="15966" y="997"/>
                  <a:pt x="16191" y="997"/>
                </a:cubicBezTo>
                <a:cubicBezTo>
                  <a:pt x="16392" y="997"/>
                  <a:pt x="16592" y="997"/>
                  <a:pt x="16818" y="1198"/>
                </a:cubicBezTo>
                <a:cubicBezTo>
                  <a:pt x="16918" y="1248"/>
                  <a:pt x="17100" y="1248"/>
                  <a:pt x="17281" y="1248"/>
                </a:cubicBezTo>
                <a:cubicBezTo>
                  <a:pt x="17463" y="1248"/>
                  <a:pt x="17645" y="1248"/>
                  <a:pt x="17745" y="1298"/>
                </a:cubicBezTo>
                <a:cubicBezTo>
                  <a:pt x="18271" y="1298"/>
                  <a:pt x="18697" y="1398"/>
                  <a:pt x="19098" y="1498"/>
                </a:cubicBezTo>
                <a:cubicBezTo>
                  <a:pt x="19524" y="1624"/>
                  <a:pt x="19951" y="1724"/>
                  <a:pt x="20352" y="1924"/>
                </a:cubicBezTo>
                <a:cubicBezTo>
                  <a:pt x="20778" y="2025"/>
                  <a:pt x="21204" y="2250"/>
                  <a:pt x="21605" y="2451"/>
                </a:cubicBezTo>
                <a:cubicBezTo>
                  <a:pt x="21930" y="2651"/>
                  <a:pt x="22231" y="2651"/>
                  <a:pt x="22457" y="2877"/>
                </a:cubicBezTo>
                <a:cubicBezTo>
                  <a:pt x="22657" y="3177"/>
                  <a:pt x="23184" y="3378"/>
                  <a:pt x="23384" y="3604"/>
                </a:cubicBezTo>
                <a:lnTo>
                  <a:pt x="23910" y="4005"/>
                </a:lnTo>
                <a:cubicBezTo>
                  <a:pt x="24111" y="4130"/>
                  <a:pt x="24211" y="4330"/>
                  <a:pt x="24336" y="4531"/>
                </a:cubicBezTo>
                <a:cubicBezTo>
                  <a:pt x="24537" y="4631"/>
                  <a:pt x="24637" y="4756"/>
                  <a:pt x="24838" y="4957"/>
                </a:cubicBezTo>
                <a:lnTo>
                  <a:pt x="25164" y="5258"/>
                </a:lnTo>
                <a:cubicBezTo>
                  <a:pt x="25364" y="5483"/>
                  <a:pt x="25464" y="5584"/>
                  <a:pt x="25690" y="5684"/>
                </a:cubicBezTo>
                <a:cubicBezTo>
                  <a:pt x="25790" y="5784"/>
                  <a:pt x="25890" y="6010"/>
                  <a:pt x="25991" y="6110"/>
                </a:cubicBezTo>
                <a:cubicBezTo>
                  <a:pt x="26617" y="6736"/>
                  <a:pt x="26943" y="7563"/>
                  <a:pt x="27244" y="8290"/>
                </a:cubicBezTo>
                <a:cubicBezTo>
                  <a:pt x="27344" y="8716"/>
                  <a:pt x="27344" y="9142"/>
                  <a:pt x="27570" y="9443"/>
                </a:cubicBezTo>
                <a:cubicBezTo>
                  <a:pt x="27870" y="10170"/>
                  <a:pt x="28096" y="10897"/>
                  <a:pt x="28096" y="11649"/>
                </a:cubicBezTo>
                <a:cubicBezTo>
                  <a:pt x="28196" y="12576"/>
                  <a:pt x="28397" y="13403"/>
                  <a:pt x="28296" y="14355"/>
                </a:cubicBezTo>
                <a:cubicBezTo>
                  <a:pt x="28196" y="14782"/>
                  <a:pt x="28096" y="15283"/>
                  <a:pt x="27870" y="15809"/>
                </a:cubicBezTo>
                <a:cubicBezTo>
                  <a:pt x="27770" y="16135"/>
                  <a:pt x="27770" y="16436"/>
                  <a:pt x="27670" y="16661"/>
                </a:cubicBezTo>
                <a:cubicBezTo>
                  <a:pt x="27570" y="16762"/>
                  <a:pt x="27570" y="16962"/>
                  <a:pt x="27469" y="17062"/>
                </a:cubicBezTo>
                <a:cubicBezTo>
                  <a:pt x="27469" y="17163"/>
                  <a:pt x="27344" y="17388"/>
                  <a:pt x="27344" y="17488"/>
                </a:cubicBezTo>
                <a:cubicBezTo>
                  <a:pt x="27244" y="17589"/>
                  <a:pt x="27244" y="17689"/>
                  <a:pt x="27144" y="17789"/>
                </a:cubicBezTo>
                <a:lnTo>
                  <a:pt x="27144" y="18015"/>
                </a:lnTo>
                <a:lnTo>
                  <a:pt x="27043" y="18115"/>
                </a:lnTo>
                <a:cubicBezTo>
                  <a:pt x="27043" y="18115"/>
                  <a:pt x="27043" y="18215"/>
                  <a:pt x="26943" y="18215"/>
                </a:cubicBezTo>
                <a:cubicBezTo>
                  <a:pt x="26943" y="18215"/>
                  <a:pt x="26717" y="18315"/>
                  <a:pt x="26617" y="18416"/>
                </a:cubicBezTo>
                <a:cubicBezTo>
                  <a:pt x="26316" y="18541"/>
                  <a:pt x="26091" y="18741"/>
                  <a:pt x="25790" y="18942"/>
                </a:cubicBezTo>
                <a:cubicBezTo>
                  <a:pt x="25164" y="19368"/>
                  <a:pt x="24637" y="19894"/>
                  <a:pt x="24437" y="19995"/>
                </a:cubicBezTo>
                <a:cubicBezTo>
                  <a:pt x="24211" y="20295"/>
                  <a:pt x="23910" y="20421"/>
                  <a:pt x="23710" y="20621"/>
                </a:cubicBezTo>
                <a:cubicBezTo>
                  <a:pt x="23384" y="20922"/>
                  <a:pt x="23384" y="21248"/>
                  <a:pt x="23083" y="21549"/>
                </a:cubicBezTo>
                <a:cubicBezTo>
                  <a:pt x="22858" y="21774"/>
                  <a:pt x="22331" y="21975"/>
                  <a:pt x="22657" y="22300"/>
                </a:cubicBezTo>
                <a:cubicBezTo>
                  <a:pt x="22457" y="22401"/>
                  <a:pt x="22457" y="22701"/>
                  <a:pt x="22557" y="22802"/>
                </a:cubicBezTo>
                <a:cubicBezTo>
                  <a:pt x="22700" y="22891"/>
                  <a:pt x="22959" y="22968"/>
                  <a:pt x="23131" y="22968"/>
                </a:cubicBezTo>
                <a:cubicBezTo>
                  <a:pt x="23200" y="22968"/>
                  <a:pt x="23255" y="22956"/>
                  <a:pt x="23284" y="22927"/>
                </a:cubicBezTo>
                <a:cubicBezTo>
                  <a:pt x="23484" y="22802"/>
                  <a:pt x="23585" y="22501"/>
                  <a:pt x="23710" y="22300"/>
                </a:cubicBezTo>
                <a:cubicBezTo>
                  <a:pt x="24011" y="21874"/>
                  <a:pt x="24211" y="21549"/>
                  <a:pt x="24537" y="21248"/>
                </a:cubicBezTo>
                <a:cubicBezTo>
                  <a:pt x="24838" y="20922"/>
                  <a:pt x="25164" y="20621"/>
                  <a:pt x="25890" y="20195"/>
                </a:cubicBezTo>
                <a:cubicBezTo>
                  <a:pt x="26316" y="19995"/>
                  <a:pt x="26517" y="19669"/>
                  <a:pt x="26843" y="19468"/>
                </a:cubicBezTo>
                <a:cubicBezTo>
                  <a:pt x="27043" y="19368"/>
                  <a:pt x="27144" y="19268"/>
                  <a:pt x="27344" y="19168"/>
                </a:cubicBezTo>
                <a:lnTo>
                  <a:pt x="27469" y="19168"/>
                </a:lnTo>
                <a:lnTo>
                  <a:pt x="27670" y="19042"/>
                </a:lnTo>
                <a:lnTo>
                  <a:pt x="27770" y="18942"/>
                </a:lnTo>
                <a:cubicBezTo>
                  <a:pt x="27770" y="18942"/>
                  <a:pt x="27870" y="18942"/>
                  <a:pt x="27870" y="18842"/>
                </a:cubicBezTo>
                <a:lnTo>
                  <a:pt x="27971" y="18641"/>
                </a:lnTo>
                <a:lnTo>
                  <a:pt x="28096" y="18315"/>
                </a:lnTo>
                <a:lnTo>
                  <a:pt x="28196" y="18015"/>
                </a:lnTo>
                <a:lnTo>
                  <a:pt x="28397" y="17488"/>
                </a:lnTo>
                <a:cubicBezTo>
                  <a:pt x="28497" y="17062"/>
                  <a:pt x="28722" y="16762"/>
                  <a:pt x="28823" y="16335"/>
                </a:cubicBezTo>
                <a:cubicBezTo>
                  <a:pt x="28923" y="16235"/>
                  <a:pt x="28923" y="16035"/>
                  <a:pt x="28923" y="15809"/>
                </a:cubicBezTo>
                <a:cubicBezTo>
                  <a:pt x="29023" y="15609"/>
                  <a:pt x="29023" y="15508"/>
                  <a:pt x="29023" y="15283"/>
                </a:cubicBezTo>
                <a:cubicBezTo>
                  <a:pt x="29224" y="14556"/>
                  <a:pt x="29224" y="13629"/>
                  <a:pt x="29224" y="12902"/>
                </a:cubicBezTo>
                <a:cubicBezTo>
                  <a:pt x="29224" y="12476"/>
                  <a:pt x="29023" y="12150"/>
                  <a:pt x="29023" y="11749"/>
                </a:cubicBezTo>
                <a:cubicBezTo>
                  <a:pt x="29023" y="11523"/>
                  <a:pt x="29023" y="11223"/>
                  <a:pt x="28923" y="11022"/>
                </a:cubicBezTo>
                <a:cubicBezTo>
                  <a:pt x="28923" y="10696"/>
                  <a:pt x="28823" y="10496"/>
                  <a:pt x="28823" y="10170"/>
                </a:cubicBezTo>
                <a:cubicBezTo>
                  <a:pt x="28722" y="9769"/>
                  <a:pt x="28497" y="9543"/>
                  <a:pt x="28397" y="9142"/>
                </a:cubicBezTo>
                <a:cubicBezTo>
                  <a:pt x="28296" y="8917"/>
                  <a:pt x="28296" y="8716"/>
                  <a:pt x="28196" y="8516"/>
                </a:cubicBezTo>
                <a:cubicBezTo>
                  <a:pt x="28196" y="8290"/>
                  <a:pt x="28096" y="8090"/>
                  <a:pt x="28096" y="7889"/>
                </a:cubicBezTo>
                <a:cubicBezTo>
                  <a:pt x="27971" y="7664"/>
                  <a:pt x="27971" y="7463"/>
                  <a:pt x="27870" y="7263"/>
                </a:cubicBezTo>
                <a:cubicBezTo>
                  <a:pt x="27770" y="7137"/>
                  <a:pt x="27770" y="7037"/>
                  <a:pt x="27670" y="6937"/>
                </a:cubicBezTo>
                <a:cubicBezTo>
                  <a:pt x="27570" y="6837"/>
                  <a:pt x="27570" y="6837"/>
                  <a:pt x="27469" y="6736"/>
                </a:cubicBezTo>
                <a:cubicBezTo>
                  <a:pt x="27344" y="6511"/>
                  <a:pt x="27144" y="6310"/>
                  <a:pt x="27043" y="6110"/>
                </a:cubicBezTo>
                <a:cubicBezTo>
                  <a:pt x="26943" y="5784"/>
                  <a:pt x="26717" y="5584"/>
                  <a:pt x="26717" y="5483"/>
                </a:cubicBezTo>
                <a:cubicBezTo>
                  <a:pt x="26517" y="5258"/>
                  <a:pt x="26316" y="5057"/>
                  <a:pt x="26091" y="4957"/>
                </a:cubicBezTo>
                <a:cubicBezTo>
                  <a:pt x="25790" y="4756"/>
                  <a:pt x="25590" y="4531"/>
                  <a:pt x="25464" y="4230"/>
                </a:cubicBezTo>
                <a:cubicBezTo>
                  <a:pt x="25264" y="3904"/>
                  <a:pt x="25063" y="3604"/>
                  <a:pt x="24738" y="3378"/>
                </a:cubicBezTo>
                <a:cubicBezTo>
                  <a:pt x="24537" y="3177"/>
                  <a:pt x="24211" y="2977"/>
                  <a:pt x="23910" y="2751"/>
                </a:cubicBezTo>
                <a:cubicBezTo>
                  <a:pt x="23710" y="2651"/>
                  <a:pt x="23484" y="2451"/>
                  <a:pt x="23184" y="2350"/>
                </a:cubicBezTo>
                <a:cubicBezTo>
                  <a:pt x="22958" y="2125"/>
                  <a:pt x="22758" y="2025"/>
                  <a:pt x="22457" y="1924"/>
                </a:cubicBezTo>
                <a:cubicBezTo>
                  <a:pt x="22131" y="1724"/>
                  <a:pt x="21830" y="1498"/>
                  <a:pt x="21504" y="1298"/>
                </a:cubicBezTo>
                <a:cubicBezTo>
                  <a:pt x="21204" y="1097"/>
                  <a:pt x="20778" y="872"/>
                  <a:pt x="20452" y="872"/>
                </a:cubicBezTo>
                <a:cubicBezTo>
                  <a:pt x="19951" y="771"/>
                  <a:pt x="19725" y="671"/>
                  <a:pt x="19324" y="471"/>
                </a:cubicBezTo>
                <a:cubicBezTo>
                  <a:pt x="18898" y="370"/>
                  <a:pt x="18372" y="370"/>
                  <a:pt x="17945" y="245"/>
                </a:cubicBezTo>
                <a:cubicBezTo>
                  <a:pt x="17662" y="174"/>
                  <a:pt x="17416" y="103"/>
                  <a:pt x="17154" y="103"/>
                </a:cubicBezTo>
                <a:cubicBezTo>
                  <a:pt x="17046" y="103"/>
                  <a:pt x="16935" y="116"/>
                  <a:pt x="16818" y="145"/>
                </a:cubicBezTo>
                <a:cubicBezTo>
                  <a:pt x="16722" y="174"/>
                  <a:pt x="16629" y="186"/>
                  <a:pt x="16537" y="186"/>
                </a:cubicBezTo>
                <a:cubicBezTo>
                  <a:pt x="16314" y="186"/>
                  <a:pt x="16096" y="116"/>
                  <a:pt x="15865" y="45"/>
                </a:cubicBezTo>
                <a:cubicBezTo>
                  <a:pt x="15581" y="45"/>
                  <a:pt x="15353" y="0"/>
                  <a:pt x="151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7"/>
          <p:cNvSpPr/>
          <p:nvPr/>
        </p:nvSpPr>
        <p:spPr>
          <a:xfrm>
            <a:off x="1758505" y="2920265"/>
            <a:ext cx="351401" cy="257391"/>
          </a:xfrm>
          <a:custGeom>
            <a:rect b="b" l="l" r="r" t="t"/>
            <a:pathLst>
              <a:path extrusionOk="0" h="14448" w="19725">
                <a:moveTo>
                  <a:pt x="9936" y="1"/>
                </a:moveTo>
                <a:cubicBezTo>
                  <a:pt x="9890" y="1"/>
                  <a:pt x="9845" y="5"/>
                  <a:pt x="9800" y="16"/>
                </a:cubicBezTo>
                <a:cubicBezTo>
                  <a:pt x="9699" y="16"/>
                  <a:pt x="9499" y="116"/>
                  <a:pt x="9399" y="242"/>
                </a:cubicBezTo>
                <a:cubicBezTo>
                  <a:pt x="9132" y="242"/>
                  <a:pt x="8949" y="91"/>
                  <a:pt x="8782" y="91"/>
                </a:cubicBezTo>
                <a:cubicBezTo>
                  <a:pt x="8745" y="91"/>
                  <a:pt x="8708" y="98"/>
                  <a:pt x="8672" y="116"/>
                </a:cubicBezTo>
                <a:lnTo>
                  <a:pt x="7820" y="116"/>
                </a:lnTo>
                <a:cubicBezTo>
                  <a:pt x="7519" y="242"/>
                  <a:pt x="7293" y="342"/>
                  <a:pt x="7093" y="342"/>
                </a:cubicBezTo>
                <a:cubicBezTo>
                  <a:pt x="6667" y="342"/>
                  <a:pt x="6567" y="643"/>
                  <a:pt x="6266" y="868"/>
                </a:cubicBezTo>
                <a:cubicBezTo>
                  <a:pt x="5940" y="1069"/>
                  <a:pt x="5539" y="1069"/>
                  <a:pt x="5213" y="1169"/>
                </a:cubicBezTo>
                <a:cubicBezTo>
                  <a:pt x="5013" y="1369"/>
                  <a:pt x="4687" y="1495"/>
                  <a:pt x="4486" y="1695"/>
                </a:cubicBezTo>
                <a:cubicBezTo>
                  <a:pt x="4060" y="2121"/>
                  <a:pt x="3760" y="2422"/>
                  <a:pt x="3333" y="2848"/>
                </a:cubicBezTo>
                <a:cubicBezTo>
                  <a:pt x="2707" y="3374"/>
                  <a:pt x="2506" y="3675"/>
                  <a:pt x="2080" y="4402"/>
                </a:cubicBezTo>
                <a:cubicBezTo>
                  <a:pt x="1980" y="4628"/>
                  <a:pt x="1980" y="4928"/>
                  <a:pt x="1780" y="5029"/>
                </a:cubicBezTo>
                <a:cubicBezTo>
                  <a:pt x="1554" y="5129"/>
                  <a:pt x="927" y="5981"/>
                  <a:pt x="927" y="6181"/>
                </a:cubicBezTo>
                <a:cubicBezTo>
                  <a:pt x="827" y="6908"/>
                  <a:pt x="827" y="6908"/>
                  <a:pt x="526" y="7435"/>
                </a:cubicBezTo>
                <a:cubicBezTo>
                  <a:pt x="401" y="7635"/>
                  <a:pt x="0" y="8161"/>
                  <a:pt x="401" y="8487"/>
                </a:cubicBezTo>
                <a:cubicBezTo>
                  <a:pt x="526" y="8587"/>
                  <a:pt x="627" y="8688"/>
                  <a:pt x="727" y="8688"/>
                </a:cubicBezTo>
                <a:cubicBezTo>
                  <a:pt x="827" y="8688"/>
                  <a:pt x="927" y="8587"/>
                  <a:pt x="927" y="8587"/>
                </a:cubicBezTo>
                <a:cubicBezTo>
                  <a:pt x="1153" y="8387"/>
                  <a:pt x="1153" y="8161"/>
                  <a:pt x="1153" y="7961"/>
                </a:cubicBezTo>
                <a:cubicBezTo>
                  <a:pt x="1253" y="7861"/>
                  <a:pt x="1554" y="7635"/>
                  <a:pt x="1554" y="7435"/>
                </a:cubicBezTo>
                <a:cubicBezTo>
                  <a:pt x="1654" y="7234"/>
                  <a:pt x="1654" y="7009"/>
                  <a:pt x="1780" y="6908"/>
                </a:cubicBezTo>
                <a:cubicBezTo>
                  <a:pt x="1980" y="6808"/>
                  <a:pt x="1880" y="6507"/>
                  <a:pt x="1980" y="6282"/>
                </a:cubicBezTo>
                <a:cubicBezTo>
                  <a:pt x="1980" y="6181"/>
                  <a:pt x="1980" y="6081"/>
                  <a:pt x="2181" y="6081"/>
                </a:cubicBezTo>
                <a:cubicBezTo>
                  <a:pt x="2406" y="5981"/>
                  <a:pt x="2406" y="5655"/>
                  <a:pt x="2506" y="5455"/>
                </a:cubicBezTo>
                <a:cubicBezTo>
                  <a:pt x="2607" y="5254"/>
                  <a:pt x="2807" y="5129"/>
                  <a:pt x="3033" y="4928"/>
                </a:cubicBezTo>
                <a:cubicBezTo>
                  <a:pt x="3133" y="4728"/>
                  <a:pt x="3133" y="4502"/>
                  <a:pt x="3333" y="4302"/>
                </a:cubicBezTo>
                <a:cubicBezTo>
                  <a:pt x="3659" y="4101"/>
                  <a:pt x="3860" y="3876"/>
                  <a:pt x="4060" y="3675"/>
                </a:cubicBezTo>
                <a:cubicBezTo>
                  <a:pt x="4286" y="3475"/>
                  <a:pt x="4386" y="3149"/>
                  <a:pt x="4687" y="3049"/>
                </a:cubicBezTo>
                <a:cubicBezTo>
                  <a:pt x="4912" y="2948"/>
                  <a:pt x="5013" y="2748"/>
                  <a:pt x="5213" y="2623"/>
                </a:cubicBezTo>
                <a:cubicBezTo>
                  <a:pt x="5414" y="2522"/>
                  <a:pt x="5539" y="2322"/>
                  <a:pt x="5739" y="2222"/>
                </a:cubicBezTo>
                <a:cubicBezTo>
                  <a:pt x="6166" y="1896"/>
                  <a:pt x="6667" y="1595"/>
                  <a:pt x="7193" y="1495"/>
                </a:cubicBezTo>
                <a:cubicBezTo>
                  <a:pt x="7719" y="1369"/>
                  <a:pt x="8346" y="1169"/>
                  <a:pt x="8973" y="1069"/>
                </a:cubicBezTo>
                <a:cubicBezTo>
                  <a:pt x="9068" y="1039"/>
                  <a:pt x="9170" y="1027"/>
                  <a:pt x="9277" y="1027"/>
                </a:cubicBezTo>
                <a:cubicBezTo>
                  <a:pt x="9535" y="1027"/>
                  <a:pt x="9824" y="1098"/>
                  <a:pt x="10125" y="1169"/>
                </a:cubicBezTo>
                <a:cubicBezTo>
                  <a:pt x="10259" y="1169"/>
                  <a:pt x="10448" y="1035"/>
                  <a:pt x="10619" y="1035"/>
                </a:cubicBezTo>
                <a:cubicBezTo>
                  <a:pt x="10705" y="1035"/>
                  <a:pt x="10785" y="1069"/>
                  <a:pt x="10852" y="1169"/>
                </a:cubicBezTo>
                <a:cubicBezTo>
                  <a:pt x="10902" y="1269"/>
                  <a:pt x="11009" y="1294"/>
                  <a:pt x="11115" y="1294"/>
                </a:cubicBezTo>
                <a:cubicBezTo>
                  <a:pt x="11222" y="1294"/>
                  <a:pt x="11328" y="1269"/>
                  <a:pt x="11379" y="1269"/>
                </a:cubicBezTo>
                <a:cubicBezTo>
                  <a:pt x="11679" y="1369"/>
                  <a:pt x="11905" y="1369"/>
                  <a:pt x="12206" y="1495"/>
                </a:cubicBezTo>
                <a:cubicBezTo>
                  <a:pt x="12732" y="1595"/>
                  <a:pt x="13158" y="1795"/>
                  <a:pt x="13684" y="1996"/>
                </a:cubicBezTo>
                <a:cubicBezTo>
                  <a:pt x="13785" y="2121"/>
                  <a:pt x="13985" y="2121"/>
                  <a:pt x="14186" y="2322"/>
                </a:cubicBezTo>
                <a:cubicBezTo>
                  <a:pt x="14186" y="2522"/>
                  <a:pt x="14612" y="2522"/>
                  <a:pt x="14712" y="2623"/>
                </a:cubicBezTo>
                <a:cubicBezTo>
                  <a:pt x="14938" y="2848"/>
                  <a:pt x="15138" y="3049"/>
                  <a:pt x="15339" y="3149"/>
                </a:cubicBezTo>
                <a:cubicBezTo>
                  <a:pt x="15664" y="3575"/>
                  <a:pt x="16065" y="3675"/>
                  <a:pt x="16391" y="4001"/>
                </a:cubicBezTo>
                <a:cubicBezTo>
                  <a:pt x="16817" y="4302"/>
                  <a:pt x="17118" y="4728"/>
                  <a:pt x="17318" y="5129"/>
                </a:cubicBezTo>
                <a:cubicBezTo>
                  <a:pt x="17444" y="5354"/>
                  <a:pt x="17444" y="5555"/>
                  <a:pt x="17644" y="5755"/>
                </a:cubicBezTo>
                <a:cubicBezTo>
                  <a:pt x="17845" y="6081"/>
                  <a:pt x="18070" y="6507"/>
                  <a:pt x="18271" y="6908"/>
                </a:cubicBezTo>
                <a:cubicBezTo>
                  <a:pt x="18371" y="7435"/>
                  <a:pt x="18697" y="7861"/>
                  <a:pt x="18697" y="8387"/>
                </a:cubicBezTo>
                <a:lnTo>
                  <a:pt x="18697" y="8788"/>
                </a:lnTo>
                <a:lnTo>
                  <a:pt x="18697" y="9314"/>
                </a:lnTo>
                <a:cubicBezTo>
                  <a:pt x="18572" y="10141"/>
                  <a:pt x="18572" y="9941"/>
                  <a:pt x="18471" y="10768"/>
                </a:cubicBezTo>
                <a:cubicBezTo>
                  <a:pt x="18471" y="10893"/>
                  <a:pt x="18371" y="11294"/>
                  <a:pt x="18271" y="11720"/>
                </a:cubicBezTo>
                <a:cubicBezTo>
                  <a:pt x="18171" y="11821"/>
                  <a:pt x="18171" y="12021"/>
                  <a:pt x="18070" y="12247"/>
                </a:cubicBezTo>
                <a:cubicBezTo>
                  <a:pt x="17945" y="12347"/>
                  <a:pt x="17945" y="12447"/>
                  <a:pt x="17845" y="12547"/>
                </a:cubicBezTo>
                <a:cubicBezTo>
                  <a:pt x="17845" y="12648"/>
                  <a:pt x="17644" y="12773"/>
                  <a:pt x="17544" y="12873"/>
                </a:cubicBezTo>
                <a:cubicBezTo>
                  <a:pt x="17444" y="13074"/>
                  <a:pt x="17444" y="13274"/>
                  <a:pt x="17318" y="13400"/>
                </a:cubicBezTo>
                <a:cubicBezTo>
                  <a:pt x="17218" y="13500"/>
                  <a:pt x="16817" y="13500"/>
                  <a:pt x="17018" y="13801"/>
                </a:cubicBezTo>
                <a:cubicBezTo>
                  <a:pt x="16917" y="13801"/>
                  <a:pt x="16917" y="13901"/>
                  <a:pt x="17018" y="14126"/>
                </a:cubicBezTo>
                <a:cubicBezTo>
                  <a:pt x="17104" y="14213"/>
                  <a:pt x="17357" y="14447"/>
                  <a:pt x="17490" y="14447"/>
                </a:cubicBezTo>
                <a:cubicBezTo>
                  <a:pt x="17512" y="14447"/>
                  <a:pt x="17530" y="14441"/>
                  <a:pt x="17544" y="14427"/>
                </a:cubicBezTo>
                <a:cubicBezTo>
                  <a:pt x="17745" y="14427"/>
                  <a:pt x="17845" y="14227"/>
                  <a:pt x="17945" y="14126"/>
                </a:cubicBezTo>
                <a:cubicBezTo>
                  <a:pt x="18171" y="13801"/>
                  <a:pt x="18271" y="13600"/>
                  <a:pt x="18471" y="13400"/>
                </a:cubicBezTo>
                <a:cubicBezTo>
                  <a:pt x="18697" y="13174"/>
                  <a:pt x="18897" y="12873"/>
                  <a:pt x="19098" y="12347"/>
                </a:cubicBezTo>
                <a:cubicBezTo>
                  <a:pt x="19323" y="12146"/>
                  <a:pt x="19323" y="11921"/>
                  <a:pt x="19424" y="11620"/>
                </a:cubicBezTo>
                <a:cubicBezTo>
                  <a:pt x="19424" y="11395"/>
                  <a:pt x="19424" y="11194"/>
                  <a:pt x="19524" y="10893"/>
                </a:cubicBezTo>
                <a:cubicBezTo>
                  <a:pt x="19624" y="10467"/>
                  <a:pt x="19524" y="9941"/>
                  <a:pt x="19725" y="9415"/>
                </a:cubicBezTo>
                <a:cubicBezTo>
                  <a:pt x="19725" y="9214"/>
                  <a:pt x="19624" y="9014"/>
                  <a:pt x="19624" y="8788"/>
                </a:cubicBezTo>
                <a:cubicBezTo>
                  <a:pt x="19624" y="8387"/>
                  <a:pt x="19524" y="7861"/>
                  <a:pt x="19424" y="7334"/>
                </a:cubicBezTo>
                <a:cubicBezTo>
                  <a:pt x="19323" y="7134"/>
                  <a:pt x="19198" y="7009"/>
                  <a:pt x="19098" y="6708"/>
                </a:cubicBezTo>
                <a:cubicBezTo>
                  <a:pt x="19098" y="6382"/>
                  <a:pt x="18897" y="6181"/>
                  <a:pt x="18797" y="5881"/>
                </a:cubicBezTo>
                <a:cubicBezTo>
                  <a:pt x="18697" y="5655"/>
                  <a:pt x="18471" y="5455"/>
                  <a:pt x="18371" y="5254"/>
                </a:cubicBezTo>
                <a:cubicBezTo>
                  <a:pt x="18070" y="4728"/>
                  <a:pt x="18171" y="4302"/>
                  <a:pt x="17544" y="3876"/>
                </a:cubicBezTo>
                <a:cubicBezTo>
                  <a:pt x="17444" y="3775"/>
                  <a:pt x="17118" y="3475"/>
                  <a:pt x="17018" y="3249"/>
                </a:cubicBezTo>
                <a:cubicBezTo>
                  <a:pt x="16917" y="3149"/>
                  <a:pt x="16817" y="3149"/>
                  <a:pt x="16592" y="3049"/>
                </a:cubicBezTo>
                <a:cubicBezTo>
                  <a:pt x="16391" y="2948"/>
                  <a:pt x="16291" y="2848"/>
                  <a:pt x="16191" y="2623"/>
                </a:cubicBezTo>
                <a:cubicBezTo>
                  <a:pt x="16065" y="2422"/>
                  <a:pt x="15865" y="2322"/>
                  <a:pt x="15765" y="2222"/>
                </a:cubicBezTo>
                <a:cubicBezTo>
                  <a:pt x="15564" y="1996"/>
                  <a:pt x="15439" y="1996"/>
                  <a:pt x="15238" y="1896"/>
                </a:cubicBezTo>
                <a:cubicBezTo>
                  <a:pt x="14938" y="1695"/>
                  <a:pt x="14612" y="1495"/>
                  <a:pt x="14311" y="1369"/>
                </a:cubicBezTo>
                <a:cubicBezTo>
                  <a:pt x="13885" y="1169"/>
                  <a:pt x="13684" y="743"/>
                  <a:pt x="13158" y="743"/>
                </a:cubicBezTo>
                <a:cubicBezTo>
                  <a:pt x="12832" y="743"/>
                  <a:pt x="12732" y="542"/>
                  <a:pt x="12431" y="542"/>
                </a:cubicBezTo>
                <a:cubicBezTo>
                  <a:pt x="12206" y="442"/>
                  <a:pt x="11905" y="442"/>
                  <a:pt x="11679" y="342"/>
                </a:cubicBezTo>
                <a:cubicBezTo>
                  <a:pt x="11479" y="242"/>
                  <a:pt x="11178" y="242"/>
                  <a:pt x="10953" y="242"/>
                </a:cubicBezTo>
                <a:cubicBezTo>
                  <a:pt x="10920" y="252"/>
                  <a:pt x="10887" y="257"/>
                  <a:pt x="10852" y="257"/>
                </a:cubicBezTo>
                <a:cubicBezTo>
                  <a:pt x="10596" y="257"/>
                  <a:pt x="10270" y="1"/>
                  <a:pt x="9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7"/>
          <p:cNvSpPr/>
          <p:nvPr/>
        </p:nvSpPr>
        <p:spPr>
          <a:xfrm>
            <a:off x="1650440" y="3882293"/>
            <a:ext cx="84675" cy="39300"/>
          </a:xfrm>
          <a:custGeom>
            <a:rect b="b" l="l" r="r" t="t"/>
            <a:pathLst>
              <a:path extrusionOk="0" h="2206" w="4753">
                <a:moveTo>
                  <a:pt x="3861" y="0"/>
                </a:moveTo>
                <a:cubicBezTo>
                  <a:pt x="3760" y="0"/>
                  <a:pt x="3760" y="226"/>
                  <a:pt x="3760" y="226"/>
                </a:cubicBezTo>
                <a:cubicBezTo>
                  <a:pt x="3693" y="226"/>
                  <a:pt x="3671" y="270"/>
                  <a:pt x="3634" y="270"/>
                </a:cubicBezTo>
                <a:cubicBezTo>
                  <a:pt x="3616" y="270"/>
                  <a:pt x="3593" y="259"/>
                  <a:pt x="3560" y="226"/>
                </a:cubicBezTo>
                <a:lnTo>
                  <a:pt x="3560" y="326"/>
                </a:lnTo>
                <a:cubicBezTo>
                  <a:pt x="3460" y="326"/>
                  <a:pt x="3460" y="426"/>
                  <a:pt x="3334" y="426"/>
                </a:cubicBezTo>
                <a:lnTo>
                  <a:pt x="3334" y="527"/>
                </a:lnTo>
                <a:cubicBezTo>
                  <a:pt x="3234" y="527"/>
                  <a:pt x="3234" y="627"/>
                  <a:pt x="3234" y="627"/>
                </a:cubicBezTo>
                <a:cubicBezTo>
                  <a:pt x="3134" y="627"/>
                  <a:pt x="3234" y="752"/>
                  <a:pt x="3134" y="752"/>
                </a:cubicBezTo>
                <a:cubicBezTo>
                  <a:pt x="3067" y="752"/>
                  <a:pt x="3000" y="652"/>
                  <a:pt x="2963" y="652"/>
                </a:cubicBezTo>
                <a:cubicBezTo>
                  <a:pt x="2944" y="652"/>
                  <a:pt x="2933" y="677"/>
                  <a:pt x="2933" y="752"/>
                </a:cubicBezTo>
                <a:lnTo>
                  <a:pt x="2833" y="752"/>
                </a:lnTo>
                <a:lnTo>
                  <a:pt x="2833" y="852"/>
                </a:lnTo>
                <a:cubicBezTo>
                  <a:pt x="2833" y="903"/>
                  <a:pt x="2833" y="928"/>
                  <a:pt x="2817" y="928"/>
                </a:cubicBezTo>
                <a:cubicBezTo>
                  <a:pt x="2802" y="928"/>
                  <a:pt x="2770" y="903"/>
                  <a:pt x="2708" y="852"/>
                </a:cubicBezTo>
                <a:cubicBezTo>
                  <a:pt x="2658" y="802"/>
                  <a:pt x="2632" y="777"/>
                  <a:pt x="2607" y="777"/>
                </a:cubicBezTo>
                <a:cubicBezTo>
                  <a:pt x="2582" y="777"/>
                  <a:pt x="2557" y="802"/>
                  <a:pt x="2507" y="852"/>
                </a:cubicBezTo>
                <a:lnTo>
                  <a:pt x="2407" y="852"/>
                </a:lnTo>
                <a:cubicBezTo>
                  <a:pt x="2407" y="866"/>
                  <a:pt x="2403" y="872"/>
                  <a:pt x="2396" y="872"/>
                </a:cubicBezTo>
                <a:cubicBezTo>
                  <a:pt x="2368" y="872"/>
                  <a:pt x="2289" y="771"/>
                  <a:pt x="2242" y="771"/>
                </a:cubicBezTo>
                <a:cubicBezTo>
                  <a:pt x="2221" y="771"/>
                  <a:pt x="2206" y="792"/>
                  <a:pt x="2206" y="852"/>
                </a:cubicBezTo>
                <a:cubicBezTo>
                  <a:pt x="2206" y="886"/>
                  <a:pt x="2206" y="897"/>
                  <a:pt x="2202" y="897"/>
                </a:cubicBezTo>
                <a:cubicBezTo>
                  <a:pt x="2192" y="897"/>
                  <a:pt x="2165" y="852"/>
                  <a:pt x="2081" y="852"/>
                </a:cubicBezTo>
                <a:cubicBezTo>
                  <a:pt x="2081" y="852"/>
                  <a:pt x="2081" y="897"/>
                  <a:pt x="2051" y="897"/>
                </a:cubicBezTo>
                <a:cubicBezTo>
                  <a:pt x="2037" y="897"/>
                  <a:pt x="2014" y="886"/>
                  <a:pt x="1981" y="852"/>
                </a:cubicBezTo>
                <a:lnTo>
                  <a:pt x="1981" y="953"/>
                </a:lnTo>
                <a:cubicBezTo>
                  <a:pt x="1981" y="994"/>
                  <a:pt x="1972" y="1010"/>
                  <a:pt x="1959" y="1010"/>
                </a:cubicBezTo>
                <a:cubicBezTo>
                  <a:pt x="1914" y="1010"/>
                  <a:pt x="1815" y="836"/>
                  <a:pt x="1788" y="836"/>
                </a:cubicBezTo>
                <a:cubicBezTo>
                  <a:pt x="1783" y="836"/>
                  <a:pt x="1780" y="841"/>
                  <a:pt x="1780" y="852"/>
                </a:cubicBezTo>
                <a:lnTo>
                  <a:pt x="1780" y="1053"/>
                </a:lnTo>
                <a:cubicBezTo>
                  <a:pt x="1780" y="1073"/>
                  <a:pt x="1776" y="1081"/>
                  <a:pt x="1770" y="1081"/>
                </a:cubicBezTo>
                <a:cubicBezTo>
                  <a:pt x="1744" y="1081"/>
                  <a:pt x="1680" y="953"/>
                  <a:pt x="1680" y="953"/>
                </a:cubicBezTo>
                <a:lnTo>
                  <a:pt x="1455" y="953"/>
                </a:lnTo>
                <a:cubicBezTo>
                  <a:pt x="1434" y="933"/>
                  <a:pt x="1418" y="925"/>
                  <a:pt x="1406" y="925"/>
                </a:cubicBezTo>
                <a:cubicBezTo>
                  <a:pt x="1354" y="925"/>
                  <a:pt x="1354" y="1053"/>
                  <a:pt x="1354" y="1053"/>
                </a:cubicBezTo>
                <a:cubicBezTo>
                  <a:pt x="1354" y="1074"/>
                  <a:pt x="1350" y="1082"/>
                  <a:pt x="1342" y="1082"/>
                </a:cubicBezTo>
                <a:cubicBezTo>
                  <a:pt x="1320" y="1082"/>
                  <a:pt x="1272" y="1024"/>
                  <a:pt x="1216" y="1024"/>
                </a:cubicBezTo>
                <a:cubicBezTo>
                  <a:pt x="1196" y="1024"/>
                  <a:pt x="1175" y="1032"/>
                  <a:pt x="1154" y="1053"/>
                </a:cubicBezTo>
                <a:cubicBezTo>
                  <a:pt x="1154" y="1053"/>
                  <a:pt x="1154" y="953"/>
                  <a:pt x="1054" y="953"/>
                </a:cubicBezTo>
                <a:cubicBezTo>
                  <a:pt x="1054" y="1024"/>
                  <a:pt x="1003" y="1094"/>
                  <a:pt x="930" y="1094"/>
                </a:cubicBezTo>
                <a:cubicBezTo>
                  <a:pt x="899" y="1094"/>
                  <a:pt x="865" y="1082"/>
                  <a:pt x="828" y="1053"/>
                </a:cubicBezTo>
                <a:cubicBezTo>
                  <a:pt x="786" y="1011"/>
                  <a:pt x="762" y="987"/>
                  <a:pt x="741" y="987"/>
                </a:cubicBezTo>
                <a:cubicBezTo>
                  <a:pt x="711" y="987"/>
                  <a:pt x="686" y="1036"/>
                  <a:pt x="627" y="1153"/>
                </a:cubicBezTo>
                <a:cubicBezTo>
                  <a:pt x="627" y="1153"/>
                  <a:pt x="583" y="1253"/>
                  <a:pt x="553" y="1253"/>
                </a:cubicBezTo>
                <a:cubicBezTo>
                  <a:pt x="538" y="1253"/>
                  <a:pt x="527" y="1228"/>
                  <a:pt x="527" y="1153"/>
                </a:cubicBezTo>
                <a:cubicBezTo>
                  <a:pt x="527" y="1082"/>
                  <a:pt x="427" y="1011"/>
                  <a:pt x="368" y="1011"/>
                </a:cubicBezTo>
                <a:cubicBezTo>
                  <a:pt x="344" y="1011"/>
                  <a:pt x="327" y="1024"/>
                  <a:pt x="327" y="1053"/>
                </a:cubicBezTo>
                <a:cubicBezTo>
                  <a:pt x="264" y="1153"/>
                  <a:pt x="233" y="1178"/>
                  <a:pt x="217" y="1178"/>
                </a:cubicBezTo>
                <a:cubicBezTo>
                  <a:pt x="201" y="1178"/>
                  <a:pt x="201" y="1153"/>
                  <a:pt x="201" y="1153"/>
                </a:cubicBezTo>
                <a:cubicBezTo>
                  <a:pt x="158" y="1153"/>
                  <a:pt x="133" y="1116"/>
                  <a:pt x="111" y="1116"/>
                </a:cubicBezTo>
                <a:cubicBezTo>
                  <a:pt x="82" y="1116"/>
                  <a:pt x="58" y="1180"/>
                  <a:pt x="1" y="1479"/>
                </a:cubicBezTo>
                <a:lnTo>
                  <a:pt x="1" y="1880"/>
                </a:lnTo>
                <a:lnTo>
                  <a:pt x="1" y="2005"/>
                </a:lnTo>
                <a:cubicBezTo>
                  <a:pt x="1" y="2039"/>
                  <a:pt x="12" y="2050"/>
                  <a:pt x="27" y="2050"/>
                </a:cubicBezTo>
                <a:cubicBezTo>
                  <a:pt x="57" y="2050"/>
                  <a:pt x="101" y="2005"/>
                  <a:pt x="101" y="2005"/>
                </a:cubicBezTo>
                <a:cubicBezTo>
                  <a:pt x="101" y="2005"/>
                  <a:pt x="165" y="2134"/>
                  <a:pt x="191" y="2134"/>
                </a:cubicBezTo>
                <a:cubicBezTo>
                  <a:pt x="197" y="2134"/>
                  <a:pt x="201" y="2126"/>
                  <a:pt x="201" y="2106"/>
                </a:cubicBezTo>
                <a:cubicBezTo>
                  <a:pt x="201" y="2106"/>
                  <a:pt x="257" y="2061"/>
                  <a:pt x="294" y="2061"/>
                </a:cubicBezTo>
                <a:cubicBezTo>
                  <a:pt x="313" y="2061"/>
                  <a:pt x="327" y="2072"/>
                  <a:pt x="327" y="2106"/>
                </a:cubicBezTo>
                <a:cubicBezTo>
                  <a:pt x="327" y="2126"/>
                  <a:pt x="327" y="2134"/>
                  <a:pt x="328" y="2134"/>
                </a:cubicBezTo>
                <a:cubicBezTo>
                  <a:pt x="331" y="2134"/>
                  <a:pt x="347" y="2005"/>
                  <a:pt x="427" y="2005"/>
                </a:cubicBezTo>
                <a:cubicBezTo>
                  <a:pt x="460" y="2072"/>
                  <a:pt x="483" y="2094"/>
                  <a:pt x="498" y="2094"/>
                </a:cubicBezTo>
                <a:cubicBezTo>
                  <a:pt x="527" y="2094"/>
                  <a:pt x="527" y="2005"/>
                  <a:pt x="527" y="2005"/>
                </a:cubicBezTo>
                <a:cubicBezTo>
                  <a:pt x="627" y="2005"/>
                  <a:pt x="627" y="2106"/>
                  <a:pt x="627" y="2106"/>
                </a:cubicBezTo>
                <a:cubicBezTo>
                  <a:pt x="694" y="2106"/>
                  <a:pt x="717" y="2061"/>
                  <a:pt x="724" y="2061"/>
                </a:cubicBezTo>
                <a:cubicBezTo>
                  <a:pt x="728" y="2061"/>
                  <a:pt x="728" y="2072"/>
                  <a:pt x="728" y="2106"/>
                </a:cubicBezTo>
                <a:cubicBezTo>
                  <a:pt x="828" y="2106"/>
                  <a:pt x="828" y="2206"/>
                  <a:pt x="953" y="2206"/>
                </a:cubicBezTo>
                <a:cubicBezTo>
                  <a:pt x="953" y="2206"/>
                  <a:pt x="1017" y="2077"/>
                  <a:pt x="1043" y="2077"/>
                </a:cubicBezTo>
                <a:cubicBezTo>
                  <a:pt x="1050" y="2077"/>
                  <a:pt x="1054" y="2085"/>
                  <a:pt x="1054" y="2106"/>
                </a:cubicBezTo>
                <a:cubicBezTo>
                  <a:pt x="1087" y="2139"/>
                  <a:pt x="1109" y="2150"/>
                  <a:pt x="1124" y="2150"/>
                </a:cubicBezTo>
                <a:cubicBezTo>
                  <a:pt x="1154" y="2150"/>
                  <a:pt x="1154" y="2106"/>
                  <a:pt x="1154" y="2106"/>
                </a:cubicBezTo>
                <a:cubicBezTo>
                  <a:pt x="1187" y="2139"/>
                  <a:pt x="1209" y="2150"/>
                  <a:pt x="1224" y="2150"/>
                </a:cubicBezTo>
                <a:cubicBezTo>
                  <a:pt x="1254" y="2150"/>
                  <a:pt x="1254" y="2106"/>
                  <a:pt x="1254" y="2106"/>
                </a:cubicBezTo>
                <a:cubicBezTo>
                  <a:pt x="1304" y="2055"/>
                  <a:pt x="1354" y="2030"/>
                  <a:pt x="1408" y="2030"/>
                </a:cubicBezTo>
                <a:cubicBezTo>
                  <a:pt x="1461" y="2030"/>
                  <a:pt x="1517" y="2055"/>
                  <a:pt x="1580" y="2106"/>
                </a:cubicBezTo>
                <a:cubicBezTo>
                  <a:pt x="1680" y="2106"/>
                  <a:pt x="1780" y="2106"/>
                  <a:pt x="1881" y="2005"/>
                </a:cubicBezTo>
                <a:cubicBezTo>
                  <a:pt x="1881" y="1943"/>
                  <a:pt x="1906" y="1943"/>
                  <a:pt x="1931" y="1943"/>
                </a:cubicBezTo>
                <a:cubicBezTo>
                  <a:pt x="1956" y="1943"/>
                  <a:pt x="1981" y="1943"/>
                  <a:pt x="1981" y="1880"/>
                </a:cubicBezTo>
                <a:cubicBezTo>
                  <a:pt x="2048" y="1880"/>
                  <a:pt x="2070" y="1791"/>
                  <a:pt x="2115" y="1791"/>
                </a:cubicBezTo>
                <a:cubicBezTo>
                  <a:pt x="2137" y="1791"/>
                  <a:pt x="2165" y="1813"/>
                  <a:pt x="2206" y="1880"/>
                </a:cubicBezTo>
                <a:cubicBezTo>
                  <a:pt x="2307" y="1880"/>
                  <a:pt x="2307" y="1880"/>
                  <a:pt x="2407" y="1780"/>
                </a:cubicBezTo>
                <a:lnTo>
                  <a:pt x="2607" y="1780"/>
                </a:lnTo>
                <a:cubicBezTo>
                  <a:pt x="2607" y="1780"/>
                  <a:pt x="2607" y="1679"/>
                  <a:pt x="2708" y="1679"/>
                </a:cubicBezTo>
                <a:cubicBezTo>
                  <a:pt x="2708" y="1780"/>
                  <a:pt x="2708" y="1805"/>
                  <a:pt x="2723" y="1805"/>
                </a:cubicBezTo>
                <a:cubicBezTo>
                  <a:pt x="2739" y="1805"/>
                  <a:pt x="2770" y="1780"/>
                  <a:pt x="2833" y="1780"/>
                </a:cubicBezTo>
                <a:lnTo>
                  <a:pt x="2933" y="1780"/>
                </a:lnTo>
                <a:cubicBezTo>
                  <a:pt x="2952" y="1799"/>
                  <a:pt x="2968" y="1807"/>
                  <a:pt x="2981" y="1807"/>
                </a:cubicBezTo>
                <a:cubicBezTo>
                  <a:pt x="3037" y="1807"/>
                  <a:pt x="3053" y="1660"/>
                  <a:pt x="3134" y="1579"/>
                </a:cubicBezTo>
                <a:cubicBezTo>
                  <a:pt x="3134" y="1529"/>
                  <a:pt x="3159" y="1504"/>
                  <a:pt x="3196" y="1504"/>
                </a:cubicBezTo>
                <a:cubicBezTo>
                  <a:pt x="3234" y="1504"/>
                  <a:pt x="3284" y="1529"/>
                  <a:pt x="3334" y="1579"/>
                </a:cubicBezTo>
                <a:cubicBezTo>
                  <a:pt x="3334" y="1579"/>
                  <a:pt x="3390" y="1624"/>
                  <a:pt x="3427" y="1624"/>
                </a:cubicBezTo>
                <a:cubicBezTo>
                  <a:pt x="3446" y="1624"/>
                  <a:pt x="3460" y="1613"/>
                  <a:pt x="3460" y="1579"/>
                </a:cubicBezTo>
                <a:cubicBezTo>
                  <a:pt x="3560" y="1479"/>
                  <a:pt x="3560" y="1479"/>
                  <a:pt x="3660" y="1379"/>
                </a:cubicBezTo>
                <a:lnTo>
                  <a:pt x="3760" y="1153"/>
                </a:lnTo>
                <a:lnTo>
                  <a:pt x="3961" y="1153"/>
                </a:lnTo>
                <a:cubicBezTo>
                  <a:pt x="4044" y="1153"/>
                  <a:pt x="4072" y="1198"/>
                  <a:pt x="4111" y="1198"/>
                </a:cubicBezTo>
                <a:cubicBezTo>
                  <a:pt x="4131" y="1198"/>
                  <a:pt x="4153" y="1187"/>
                  <a:pt x="4186" y="1153"/>
                </a:cubicBezTo>
                <a:cubicBezTo>
                  <a:pt x="4186" y="1053"/>
                  <a:pt x="4387" y="953"/>
                  <a:pt x="4487" y="953"/>
                </a:cubicBezTo>
                <a:lnTo>
                  <a:pt x="4587" y="1053"/>
                </a:lnTo>
                <a:lnTo>
                  <a:pt x="4587" y="953"/>
                </a:lnTo>
                <a:cubicBezTo>
                  <a:pt x="4587" y="953"/>
                  <a:pt x="4669" y="1061"/>
                  <a:pt x="4712" y="1061"/>
                </a:cubicBezTo>
                <a:cubicBezTo>
                  <a:pt x="4741" y="1061"/>
                  <a:pt x="4753" y="1013"/>
                  <a:pt x="4713" y="852"/>
                </a:cubicBezTo>
                <a:lnTo>
                  <a:pt x="4713" y="852"/>
                </a:lnTo>
                <a:cubicBezTo>
                  <a:pt x="4713" y="879"/>
                  <a:pt x="4713" y="891"/>
                  <a:pt x="4710" y="891"/>
                </a:cubicBezTo>
                <a:cubicBezTo>
                  <a:pt x="4704" y="891"/>
                  <a:pt x="4680" y="793"/>
                  <a:pt x="4587" y="627"/>
                </a:cubicBezTo>
                <a:cubicBezTo>
                  <a:pt x="4487" y="426"/>
                  <a:pt x="4287" y="126"/>
                  <a:pt x="4287" y="126"/>
                </a:cubicBezTo>
                <a:cubicBezTo>
                  <a:pt x="4253" y="84"/>
                  <a:pt x="4231" y="70"/>
                  <a:pt x="4216" y="70"/>
                </a:cubicBezTo>
                <a:cubicBezTo>
                  <a:pt x="4186" y="70"/>
                  <a:pt x="4186" y="126"/>
                  <a:pt x="4186" y="126"/>
                </a:cubicBezTo>
                <a:cubicBezTo>
                  <a:pt x="4086" y="126"/>
                  <a:pt x="4086" y="126"/>
                  <a:pt x="3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7"/>
          <p:cNvSpPr/>
          <p:nvPr/>
        </p:nvSpPr>
        <p:spPr>
          <a:xfrm>
            <a:off x="2100839" y="3142009"/>
            <a:ext cx="76034" cy="142288"/>
          </a:xfrm>
          <a:custGeom>
            <a:rect b="b" l="l" r="r" t="t"/>
            <a:pathLst>
              <a:path extrusionOk="0" h="7987" w="4268">
                <a:moveTo>
                  <a:pt x="2907" y="1017"/>
                </a:moveTo>
                <a:lnTo>
                  <a:pt x="2907" y="1017"/>
                </a:lnTo>
                <a:cubicBezTo>
                  <a:pt x="2880" y="1049"/>
                  <a:pt x="2866" y="1081"/>
                  <a:pt x="2877" y="1081"/>
                </a:cubicBezTo>
                <a:cubicBezTo>
                  <a:pt x="2882" y="1081"/>
                  <a:pt x="2894" y="1073"/>
                  <a:pt x="2915" y="1053"/>
                </a:cubicBezTo>
                <a:cubicBezTo>
                  <a:pt x="2915" y="1036"/>
                  <a:pt x="2912" y="1024"/>
                  <a:pt x="2907" y="1017"/>
                </a:cubicBezTo>
                <a:close/>
                <a:moveTo>
                  <a:pt x="2814" y="0"/>
                </a:moveTo>
                <a:cubicBezTo>
                  <a:pt x="2714" y="0"/>
                  <a:pt x="2614" y="100"/>
                  <a:pt x="2614" y="426"/>
                </a:cubicBezTo>
                <a:cubicBezTo>
                  <a:pt x="2614" y="526"/>
                  <a:pt x="2714" y="627"/>
                  <a:pt x="2714" y="727"/>
                </a:cubicBezTo>
                <a:lnTo>
                  <a:pt x="2714" y="953"/>
                </a:lnTo>
                <a:cubicBezTo>
                  <a:pt x="2814" y="953"/>
                  <a:pt x="2814" y="953"/>
                  <a:pt x="2814" y="827"/>
                </a:cubicBezTo>
                <a:lnTo>
                  <a:pt x="2814" y="1053"/>
                </a:lnTo>
                <a:cubicBezTo>
                  <a:pt x="2814" y="1053"/>
                  <a:pt x="2859" y="1008"/>
                  <a:pt x="2889" y="1008"/>
                </a:cubicBezTo>
                <a:cubicBezTo>
                  <a:pt x="2896" y="1008"/>
                  <a:pt x="2902" y="1011"/>
                  <a:pt x="2907" y="1017"/>
                </a:cubicBezTo>
                <a:lnTo>
                  <a:pt x="2907" y="1017"/>
                </a:lnTo>
                <a:cubicBezTo>
                  <a:pt x="2934" y="985"/>
                  <a:pt x="2974" y="953"/>
                  <a:pt x="3015" y="953"/>
                </a:cubicBezTo>
                <a:cubicBezTo>
                  <a:pt x="3015" y="953"/>
                  <a:pt x="3115" y="953"/>
                  <a:pt x="3015" y="1053"/>
                </a:cubicBezTo>
                <a:cubicBezTo>
                  <a:pt x="2965" y="1103"/>
                  <a:pt x="2965" y="1103"/>
                  <a:pt x="2990" y="1103"/>
                </a:cubicBezTo>
                <a:cubicBezTo>
                  <a:pt x="3015" y="1103"/>
                  <a:pt x="3065" y="1103"/>
                  <a:pt x="3115" y="1153"/>
                </a:cubicBezTo>
                <a:lnTo>
                  <a:pt x="3015" y="1253"/>
                </a:lnTo>
                <a:cubicBezTo>
                  <a:pt x="3015" y="1303"/>
                  <a:pt x="3071" y="1303"/>
                  <a:pt x="3112" y="1303"/>
                </a:cubicBezTo>
                <a:cubicBezTo>
                  <a:pt x="3153" y="1303"/>
                  <a:pt x="3178" y="1303"/>
                  <a:pt x="3115" y="1354"/>
                </a:cubicBezTo>
                <a:cubicBezTo>
                  <a:pt x="3115" y="1354"/>
                  <a:pt x="3015" y="1454"/>
                  <a:pt x="3015" y="1579"/>
                </a:cubicBezTo>
                <a:cubicBezTo>
                  <a:pt x="3015" y="1579"/>
                  <a:pt x="3240" y="1679"/>
                  <a:pt x="3115" y="1679"/>
                </a:cubicBezTo>
                <a:cubicBezTo>
                  <a:pt x="3015" y="1679"/>
                  <a:pt x="3115" y="1780"/>
                  <a:pt x="3015" y="1780"/>
                </a:cubicBezTo>
                <a:lnTo>
                  <a:pt x="3015" y="1980"/>
                </a:lnTo>
                <a:cubicBezTo>
                  <a:pt x="3115" y="2080"/>
                  <a:pt x="3115" y="2206"/>
                  <a:pt x="2915" y="2306"/>
                </a:cubicBezTo>
                <a:cubicBezTo>
                  <a:pt x="2814" y="2506"/>
                  <a:pt x="2814" y="2607"/>
                  <a:pt x="2814" y="2832"/>
                </a:cubicBezTo>
                <a:cubicBezTo>
                  <a:pt x="2814" y="2933"/>
                  <a:pt x="2714" y="3033"/>
                  <a:pt x="2714" y="3133"/>
                </a:cubicBezTo>
                <a:cubicBezTo>
                  <a:pt x="2714" y="3233"/>
                  <a:pt x="2915" y="3334"/>
                  <a:pt x="2614" y="3334"/>
                </a:cubicBezTo>
                <a:cubicBezTo>
                  <a:pt x="2488" y="3334"/>
                  <a:pt x="2488" y="3459"/>
                  <a:pt x="2488" y="3459"/>
                </a:cubicBezTo>
                <a:lnTo>
                  <a:pt x="2488" y="3659"/>
                </a:lnTo>
                <a:cubicBezTo>
                  <a:pt x="2388" y="3860"/>
                  <a:pt x="2388" y="3960"/>
                  <a:pt x="2288" y="4085"/>
                </a:cubicBezTo>
                <a:lnTo>
                  <a:pt x="2288" y="4186"/>
                </a:lnTo>
                <a:cubicBezTo>
                  <a:pt x="2087" y="4186"/>
                  <a:pt x="2188" y="4286"/>
                  <a:pt x="2087" y="4386"/>
                </a:cubicBezTo>
                <a:lnTo>
                  <a:pt x="1862" y="4486"/>
                </a:lnTo>
                <a:cubicBezTo>
                  <a:pt x="1762" y="4587"/>
                  <a:pt x="1862" y="4712"/>
                  <a:pt x="1862" y="4912"/>
                </a:cubicBezTo>
                <a:cubicBezTo>
                  <a:pt x="1862" y="5013"/>
                  <a:pt x="1762" y="5113"/>
                  <a:pt x="1661" y="5213"/>
                </a:cubicBezTo>
                <a:cubicBezTo>
                  <a:pt x="1561" y="5213"/>
                  <a:pt x="1461" y="5213"/>
                  <a:pt x="1461" y="5339"/>
                </a:cubicBezTo>
                <a:cubicBezTo>
                  <a:pt x="1461" y="5539"/>
                  <a:pt x="1461" y="5639"/>
                  <a:pt x="1361" y="5740"/>
                </a:cubicBezTo>
                <a:cubicBezTo>
                  <a:pt x="1235" y="5840"/>
                  <a:pt x="1361" y="6065"/>
                  <a:pt x="1235" y="6166"/>
                </a:cubicBezTo>
                <a:cubicBezTo>
                  <a:pt x="1135" y="6166"/>
                  <a:pt x="1035" y="6266"/>
                  <a:pt x="1035" y="6266"/>
                </a:cubicBezTo>
                <a:cubicBezTo>
                  <a:pt x="834" y="6466"/>
                  <a:pt x="834" y="6366"/>
                  <a:pt x="734" y="6592"/>
                </a:cubicBezTo>
                <a:cubicBezTo>
                  <a:pt x="734" y="6692"/>
                  <a:pt x="509" y="6993"/>
                  <a:pt x="408" y="6993"/>
                </a:cubicBezTo>
                <a:cubicBezTo>
                  <a:pt x="408" y="7026"/>
                  <a:pt x="397" y="7037"/>
                  <a:pt x="379" y="7037"/>
                </a:cubicBezTo>
                <a:cubicBezTo>
                  <a:pt x="341" y="7037"/>
                  <a:pt x="275" y="6993"/>
                  <a:pt x="208" y="6993"/>
                </a:cubicBezTo>
                <a:cubicBezTo>
                  <a:pt x="208" y="7093"/>
                  <a:pt x="308" y="7218"/>
                  <a:pt x="208" y="7218"/>
                </a:cubicBezTo>
                <a:cubicBezTo>
                  <a:pt x="208" y="7218"/>
                  <a:pt x="117" y="7184"/>
                  <a:pt x="65" y="7184"/>
                </a:cubicBezTo>
                <a:cubicBezTo>
                  <a:pt x="18" y="7184"/>
                  <a:pt x="1" y="7212"/>
                  <a:pt x="107" y="7318"/>
                </a:cubicBezTo>
                <a:cubicBezTo>
                  <a:pt x="107" y="7318"/>
                  <a:pt x="107" y="7419"/>
                  <a:pt x="308" y="7519"/>
                </a:cubicBezTo>
                <a:cubicBezTo>
                  <a:pt x="408" y="7719"/>
                  <a:pt x="734" y="7945"/>
                  <a:pt x="834" y="7945"/>
                </a:cubicBezTo>
                <a:cubicBezTo>
                  <a:pt x="864" y="7974"/>
                  <a:pt x="876" y="7987"/>
                  <a:pt x="881" y="7987"/>
                </a:cubicBezTo>
                <a:cubicBezTo>
                  <a:pt x="893" y="7987"/>
                  <a:pt x="864" y="7916"/>
                  <a:pt x="935" y="7845"/>
                </a:cubicBezTo>
                <a:cubicBezTo>
                  <a:pt x="1035" y="7719"/>
                  <a:pt x="1035" y="7719"/>
                  <a:pt x="1361" y="7619"/>
                </a:cubicBezTo>
                <a:cubicBezTo>
                  <a:pt x="1561" y="7519"/>
                  <a:pt x="1461" y="7318"/>
                  <a:pt x="1561" y="7218"/>
                </a:cubicBezTo>
                <a:cubicBezTo>
                  <a:pt x="1661" y="7093"/>
                  <a:pt x="1661" y="6993"/>
                  <a:pt x="1762" y="6892"/>
                </a:cubicBezTo>
                <a:cubicBezTo>
                  <a:pt x="1862" y="6892"/>
                  <a:pt x="1862" y="6792"/>
                  <a:pt x="1862" y="6792"/>
                </a:cubicBezTo>
                <a:cubicBezTo>
                  <a:pt x="1987" y="6692"/>
                  <a:pt x="1987" y="6592"/>
                  <a:pt x="2087" y="6466"/>
                </a:cubicBezTo>
                <a:cubicBezTo>
                  <a:pt x="2087" y="6366"/>
                  <a:pt x="1987" y="6266"/>
                  <a:pt x="2087" y="6266"/>
                </a:cubicBezTo>
                <a:cubicBezTo>
                  <a:pt x="2188" y="6266"/>
                  <a:pt x="2087" y="6065"/>
                  <a:pt x="2188" y="6065"/>
                </a:cubicBezTo>
                <a:cubicBezTo>
                  <a:pt x="2288" y="5965"/>
                  <a:pt x="2188" y="5840"/>
                  <a:pt x="2188" y="5840"/>
                </a:cubicBezTo>
                <a:cubicBezTo>
                  <a:pt x="2288" y="5639"/>
                  <a:pt x="2614" y="5740"/>
                  <a:pt x="2488" y="5539"/>
                </a:cubicBezTo>
                <a:cubicBezTo>
                  <a:pt x="2488" y="5439"/>
                  <a:pt x="2614" y="5339"/>
                  <a:pt x="2614" y="5339"/>
                </a:cubicBezTo>
                <a:cubicBezTo>
                  <a:pt x="2714" y="5339"/>
                  <a:pt x="2614" y="5213"/>
                  <a:pt x="2614" y="5113"/>
                </a:cubicBezTo>
                <a:cubicBezTo>
                  <a:pt x="2614" y="5113"/>
                  <a:pt x="2614" y="5013"/>
                  <a:pt x="2714" y="5013"/>
                </a:cubicBezTo>
                <a:cubicBezTo>
                  <a:pt x="2915" y="5013"/>
                  <a:pt x="2915" y="4912"/>
                  <a:pt x="2915" y="4812"/>
                </a:cubicBezTo>
                <a:cubicBezTo>
                  <a:pt x="2915" y="4712"/>
                  <a:pt x="3015" y="4587"/>
                  <a:pt x="3015" y="4587"/>
                </a:cubicBezTo>
                <a:cubicBezTo>
                  <a:pt x="3015" y="4386"/>
                  <a:pt x="3441" y="4486"/>
                  <a:pt x="3341" y="4286"/>
                </a:cubicBezTo>
                <a:cubicBezTo>
                  <a:pt x="3240" y="4186"/>
                  <a:pt x="3341" y="4186"/>
                  <a:pt x="3441" y="4085"/>
                </a:cubicBezTo>
                <a:lnTo>
                  <a:pt x="3441" y="3860"/>
                </a:lnTo>
                <a:cubicBezTo>
                  <a:pt x="3541" y="3860"/>
                  <a:pt x="3541" y="3760"/>
                  <a:pt x="3441" y="3659"/>
                </a:cubicBezTo>
                <a:cubicBezTo>
                  <a:pt x="3341" y="3559"/>
                  <a:pt x="3867" y="3659"/>
                  <a:pt x="3742" y="3459"/>
                </a:cubicBezTo>
                <a:cubicBezTo>
                  <a:pt x="3641" y="3459"/>
                  <a:pt x="3641" y="3334"/>
                  <a:pt x="3541" y="3233"/>
                </a:cubicBezTo>
                <a:cubicBezTo>
                  <a:pt x="3541" y="3233"/>
                  <a:pt x="3742" y="3233"/>
                  <a:pt x="3742" y="3133"/>
                </a:cubicBezTo>
                <a:cubicBezTo>
                  <a:pt x="3867" y="3133"/>
                  <a:pt x="3867" y="3033"/>
                  <a:pt x="3867" y="3033"/>
                </a:cubicBezTo>
                <a:cubicBezTo>
                  <a:pt x="3967" y="2933"/>
                  <a:pt x="3867" y="2832"/>
                  <a:pt x="3967" y="2832"/>
                </a:cubicBezTo>
                <a:cubicBezTo>
                  <a:pt x="4067" y="2707"/>
                  <a:pt x="3967" y="2607"/>
                  <a:pt x="3967" y="2506"/>
                </a:cubicBezTo>
                <a:cubicBezTo>
                  <a:pt x="3867" y="2406"/>
                  <a:pt x="4067" y="2406"/>
                  <a:pt x="4067" y="2306"/>
                </a:cubicBezTo>
                <a:cubicBezTo>
                  <a:pt x="4168" y="2206"/>
                  <a:pt x="4168" y="2080"/>
                  <a:pt x="4168" y="1980"/>
                </a:cubicBezTo>
                <a:cubicBezTo>
                  <a:pt x="4168" y="1780"/>
                  <a:pt x="4067" y="1679"/>
                  <a:pt x="4168" y="1454"/>
                </a:cubicBezTo>
                <a:cubicBezTo>
                  <a:pt x="4268" y="1253"/>
                  <a:pt x="4168" y="1053"/>
                  <a:pt x="3967" y="827"/>
                </a:cubicBezTo>
                <a:cubicBezTo>
                  <a:pt x="3867" y="727"/>
                  <a:pt x="3641" y="827"/>
                  <a:pt x="3742" y="627"/>
                </a:cubicBezTo>
                <a:cubicBezTo>
                  <a:pt x="3742" y="627"/>
                  <a:pt x="3742" y="426"/>
                  <a:pt x="3641" y="426"/>
                </a:cubicBezTo>
                <a:cubicBezTo>
                  <a:pt x="3641" y="326"/>
                  <a:pt x="3541" y="201"/>
                  <a:pt x="3541" y="201"/>
                </a:cubicBezTo>
                <a:cubicBezTo>
                  <a:pt x="3115" y="201"/>
                  <a:pt x="3240" y="201"/>
                  <a:pt x="3015" y="100"/>
                </a:cubicBezTo>
                <a:cubicBezTo>
                  <a:pt x="3015" y="100"/>
                  <a:pt x="2915" y="0"/>
                  <a:pt x="28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7"/>
          <p:cNvSpPr/>
          <p:nvPr/>
        </p:nvSpPr>
        <p:spPr>
          <a:xfrm>
            <a:off x="1702691" y="2997636"/>
            <a:ext cx="40636" cy="88576"/>
          </a:xfrm>
          <a:custGeom>
            <a:rect b="b" l="l" r="r" t="t"/>
            <a:pathLst>
              <a:path extrusionOk="0" h="4972" w="2281">
                <a:moveTo>
                  <a:pt x="747" y="0"/>
                </a:moveTo>
                <a:cubicBezTo>
                  <a:pt x="702" y="0"/>
                  <a:pt x="608" y="41"/>
                  <a:pt x="401" y="159"/>
                </a:cubicBezTo>
                <a:cubicBezTo>
                  <a:pt x="301" y="159"/>
                  <a:pt x="201" y="385"/>
                  <a:pt x="100" y="385"/>
                </a:cubicBezTo>
                <a:cubicBezTo>
                  <a:pt x="100" y="485"/>
                  <a:pt x="0" y="485"/>
                  <a:pt x="0" y="485"/>
                </a:cubicBezTo>
                <a:cubicBezTo>
                  <a:pt x="0" y="535"/>
                  <a:pt x="25" y="535"/>
                  <a:pt x="50" y="535"/>
                </a:cubicBezTo>
                <a:cubicBezTo>
                  <a:pt x="75" y="535"/>
                  <a:pt x="100" y="535"/>
                  <a:pt x="100" y="585"/>
                </a:cubicBezTo>
                <a:lnTo>
                  <a:pt x="0" y="686"/>
                </a:lnTo>
                <a:cubicBezTo>
                  <a:pt x="100" y="686"/>
                  <a:pt x="100" y="686"/>
                  <a:pt x="100" y="786"/>
                </a:cubicBezTo>
                <a:lnTo>
                  <a:pt x="201" y="786"/>
                </a:lnTo>
                <a:cubicBezTo>
                  <a:pt x="100" y="911"/>
                  <a:pt x="301" y="911"/>
                  <a:pt x="301" y="911"/>
                </a:cubicBezTo>
                <a:cubicBezTo>
                  <a:pt x="301" y="1011"/>
                  <a:pt x="201" y="1011"/>
                  <a:pt x="201" y="1112"/>
                </a:cubicBezTo>
                <a:lnTo>
                  <a:pt x="301" y="1112"/>
                </a:lnTo>
                <a:lnTo>
                  <a:pt x="301" y="1312"/>
                </a:lnTo>
                <a:cubicBezTo>
                  <a:pt x="301" y="1312"/>
                  <a:pt x="401" y="1312"/>
                  <a:pt x="401" y="1412"/>
                </a:cubicBezTo>
                <a:cubicBezTo>
                  <a:pt x="301" y="1412"/>
                  <a:pt x="401" y="1412"/>
                  <a:pt x="401" y="1538"/>
                </a:cubicBezTo>
                <a:lnTo>
                  <a:pt x="527" y="1538"/>
                </a:lnTo>
                <a:cubicBezTo>
                  <a:pt x="527" y="1638"/>
                  <a:pt x="627" y="1638"/>
                  <a:pt x="627" y="1838"/>
                </a:cubicBezTo>
                <a:cubicBezTo>
                  <a:pt x="527" y="1939"/>
                  <a:pt x="627" y="1939"/>
                  <a:pt x="727" y="2039"/>
                </a:cubicBezTo>
                <a:cubicBezTo>
                  <a:pt x="827" y="2039"/>
                  <a:pt x="727" y="2164"/>
                  <a:pt x="727" y="2164"/>
                </a:cubicBezTo>
                <a:cubicBezTo>
                  <a:pt x="777" y="2214"/>
                  <a:pt x="852" y="2214"/>
                  <a:pt x="890" y="2214"/>
                </a:cubicBezTo>
                <a:cubicBezTo>
                  <a:pt x="928" y="2214"/>
                  <a:pt x="928" y="2214"/>
                  <a:pt x="827" y="2265"/>
                </a:cubicBezTo>
                <a:cubicBezTo>
                  <a:pt x="727" y="2365"/>
                  <a:pt x="827" y="2365"/>
                  <a:pt x="827" y="2365"/>
                </a:cubicBezTo>
                <a:cubicBezTo>
                  <a:pt x="827" y="2465"/>
                  <a:pt x="827" y="2465"/>
                  <a:pt x="928" y="2465"/>
                </a:cubicBezTo>
                <a:lnTo>
                  <a:pt x="928" y="2666"/>
                </a:lnTo>
                <a:cubicBezTo>
                  <a:pt x="928" y="2791"/>
                  <a:pt x="1028" y="2791"/>
                  <a:pt x="1028" y="2791"/>
                </a:cubicBezTo>
                <a:cubicBezTo>
                  <a:pt x="827" y="2891"/>
                  <a:pt x="928" y="2891"/>
                  <a:pt x="928" y="2891"/>
                </a:cubicBezTo>
                <a:lnTo>
                  <a:pt x="827" y="2991"/>
                </a:lnTo>
                <a:cubicBezTo>
                  <a:pt x="827" y="3092"/>
                  <a:pt x="928" y="3092"/>
                  <a:pt x="1028" y="3192"/>
                </a:cubicBezTo>
                <a:cubicBezTo>
                  <a:pt x="1153" y="3292"/>
                  <a:pt x="1153" y="3292"/>
                  <a:pt x="1028" y="3417"/>
                </a:cubicBezTo>
                <a:cubicBezTo>
                  <a:pt x="1028" y="3417"/>
                  <a:pt x="928" y="3518"/>
                  <a:pt x="1028" y="3518"/>
                </a:cubicBezTo>
                <a:cubicBezTo>
                  <a:pt x="1028" y="3618"/>
                  <a:pt x="1153" y="3618"/>
                  <a:pt x="1153" y="3718"/>
                </a:cubicBezTo>
                <a:cubicBezTo>
                  <a:pt x="1153" y="3818"/>
                  <a:pt x="1253" y="3818"/>
                  <a:pt x="1253" y="3919"/>
                </a:cubicBezTo>
                <a:cubicBezTo>
                  <a:pt x="1253" y="4044"/>
                  <a:pt x="1253" y="4044"/>
                  <a:pt x="1153" y="4044"/>
                </a:cubicBezTo>
                <a:lnTo>
                  <a:pt x="1153" y="4345"/>
                </a:lnTo>
                <a:lnTo>
                  <a:pt x="1153" y="4545"/>
                </a:lnTo>
                <a:cubicBezTo>
                  <a:pt x="1153" y="4671"/>
                  <a:pt x="1028" y="4671"/>
                  <a:pt x="1028" y="4671"/>
                </a:cubicBezTo>
                <a:lnTo>
                  <a:pt x="1153" y="4771"/>
                </a:lnTo>
                <a:cubicBezTo>
                  <a:pt x="1028" y="4871"/>
                  <a:pt x="1153" y="4871"/>
                  <a:pt x="1354" y="4871"/>
                </a:cubicBezTo>
                <a:cubicBezTo>
                  <a:pt x="1554" y="4871"/>
                  <a:pt x="1980" y="4971"/>
                  <a:pt x="1980" y="4971"/>
                </a:cubicBezTo>
                <a:cubicBezTo>
                  <a:pt x="2080" y="4971"/>
                  <a:pt x="1980" y="4871"/>
                  <a:pt x="1980" y="4871"/>
                </a:cubicBezTo>
                <a:cubicBezTo>
                  <a:pt x="2080" y="4771"/>
                  <a:pt x="2080" y="4771"/>
                  <a:pt x="2281" y="4545"/>
                </a:cubicBezTo>
                <a:cubicBezTo>
                  <a:pt x="2281" y="4545"/>
                  <a:pt x="2181" y="4445"/>
                  <a:pt x="2181" y="4345"/>
                </a:cubicBezTo>
                <a:cubicBezTo>
                  <a:pt x="2181" y="4244"/>
                  <a:pt x="2080" y="4244"/>
                  <a:pt x="2181" y="4144"/>
                </a:cubicBezTo>
                <a:cubicBezTo>
                  <a:pt x="2281" y="4144"/>
                  <a:pt x="2181" y="4044"/>
                  <a:pt x="2181" y="4044"/>
                </a:cubicBezTo>
                <a:lnTo>
                  <a:pt x="2181" y="3818"/>
                </a:lnTo>
                <a:cubicBezTo>
                  <a:pt x="2181" y="3718"/>
                  <a:pt x="1980" y="3718"/>
                  <a:pt x="2080" y="3718"/>
                </a:cubicBezTo>
                <a:cubicBezTo>
                  <a:pt x="2080" y="3618"/>
                  <a:pt x="1980" y="3618"/>
                  <a:pt x="1980" y="3518"/>
                </a:cubicBezTo>
                <a:cubicBezTo>
                  <a:pt x="1980" y="3518"/>
                  <a:pt x="1880" y="3518"/>
                  <a:pt x="1880" y="3417"/>
                </a:cubicBezTo>
                <a:cubicBezTo>
                  <a:pt x="1880" y="3417"/>
                  <a:pt x="2181" y="3292"/>
                  <a:pt x="1980" y="3192"/>
                </a:cubicBezTo>
                <a:cubicBezTo>
                  <a:pt x="1880" y="3192"/>
                  <a:pt x="1980" y="3092"/>
                  <a:pt x="1980" y="3092"/>
                </a:cubicBezTo>
                <a:cubicBezTo>
                  <a:pt x="1980" y="2991"/>
                  <a:pt x="1880" y="2991"/>
                  <a:pt x="1880" y="2991"/>
                </a:cubicBezTo>
                <a:cubicBezTo>
                  <a:pt x="1780" y="2991"/>
                  <a:pt x="1780" y="2991"/>
                  <a:pt x="1780" y="2891"/>
                </a:cubicBezTo>
                <a:cubicBezTo>
                  <a:pt x="1980" y="2791"/>
                  <a:pt x="1980" y="2791"/>
                  <a:pt x="1880" y="2666"/>
                </a:cubicBezTo>
                <a:lnTo>
                  <a:pt x="1880" y="2565"/>
                </a:lnTo>
                <a:cubicBezTo>
                  <a:pt x="1780" y="2465"/>
                  <a:pt x="2080" y="2365"/>
                  <a:pt x="1880" y="2365"/>
                </a:cubicBezTo>
                <a:cubicBezTo>
                  <a:pt x="1780" y="2365"/>
                  <a:pt x="1880" y="2265"/>
                  <a:pt x="1880" y="2265"/>
                </a:cubicBezTo>
                <a:cubicBezTo>
                  <a:pt x="1880" y="2164"/>
                  <a:pt x="1780" y="2164"/>
                  <a:pt x="1880" y="2039"/>
                </a:cubicBezTo>
                <a:lnTo>
                  <a:pt x="1780" y="2039"/>
                </a:lnTo>
                <a:cubicBezTo>
                  <a:pt x="1554" y="2039"/>
                  <a:pt x="1980" y="1838"/>
                  <a:pt x="1780" y="1838"/>
                </a:cubicBezTo>
                <a:lnTo>
                  <a:pt x="1554" y="1838"/>
                </a:lnTo>
                <a:cubicBezTo>
                  <a:pt x="1454" y="1838"/>
                  <a:pt x="1654" y="1738"/>
                  <a:pt x="1654" y="1638"/>
                </a:cubicBezTo>
                <a:lnTo>
                  <a:pt x="1654" y="1538"/>
                </a:lnTo>
                <a:cubicBezTo>
                  <a:pt x="1654" y="1538"/>
                  <a:pt x="1554" y="1538"/>
                  <a:pt x="1654" y="1412"/>
                </a:cubicBezTo>
                <a:cubicBezTo>
                  <a:pt x="1780" y="1312"/>
                  <a:pt x="1554" y="1312"/>
                  <a:pt x="1454" y="1312"/>
                </a:cubicBezTo>
                <a:cubicBezTo>
                  <a:pt x="1354" y="1312"/>
                  <a:pt x="1554" y="1212"/>
                  <a:pt x="1454" y="1112"/>
                </a:cubicBezTo>
                <a:cubicBezTo>
                  <a:pt x="1454" y="1112"/>
                  <a:pt x="1554" y="1011"/>
                  <a:pt x="1454" y="1011"/>
                </a:cubicBezTo>
                <a:cubicBezTo>
                  <a:pt x="1354" y="1011"/>
                  <a:pt x="1253" y="911"/>
                  <a:pt x="1253" y="786"/>
                </a:cubicBezTo>
                <a:cubicBezTo>
                  <a:pt x="1253" y="686"/>
                  <a:pt x="1253" y="585"/>
                  <a:pt x="1153" y="585"/>
                </a:cubicBezTo>
                <a:cubicBezTo>
                  <a:pt x="1028" y="585"/>
                  <a:pt x="827" y="585"/>
                  <a:pt x="928" y="485"/>
                </a:cubicBezTo>
                <a:cubicBezTo>
                  <a:pt x="1028" y="385"/>
                  <a:pt x="1028" y="159"/>
                  <a:pt x="928" y="159"/>
                </a:cubicBezTo>
                <a:cubicBezTo>
                  <a:pt x="861" y="201"/>
                  <a:pt x="827" y="215"/>
                  <a:pt x="812" y="215"/>
                </a:cubicBezTo>
                <a:cubicBezTo>
                  <a:pt x="783" y="215"/>
                  <a:pt x="827" y="159"/>
                  <a:pt x="827" y="159"/>
                </a:cubicBezTo>
                <a:cubicBezTo>
                  <a:pt x="766" y="98"/>
                  <a:pt x="817"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7"/>
          <p:cNvSpPr/>
          <p:nvPr/>
        </p:nvSpPr>
        <p:spPr>
          <a:xfrm>
            <a:off x="1637506" y="3089330"/>
            <a:ext cx="364798" cy="322380"/>
          </a:xfrm>
          <a:custGeom>
            <a:rect b="b" l="l" r="r" t="t"/>
            <a:pathLst>
              <a:path extrusionOk="0" h="18096" w="20477">
                <a:moveTo>
                  <a:pt x="773" y="0"/>
                </a:moveTo>
                <a:cubicBezTo>
                  <a:pt x="726" y="0"/>
                  <a:pt x="678" y="8"/>
                  <a:pt x="627" y="25"/>
                </a:cubicBezTo>
                <a:cubicBezTo>
                  <a:pt x="526" y="25"/>
                  <a:pt x="301" y="150"/>
                  <a:pt x="301" y="250"/>
                </a:cubicBezTo>
                <a:lnTo>
                  <a:pt x="301" y="451"/>
                </a:lnTo>
                <a:cubicBezTo>
                  <a:pt x="301" y="551"/>
                  <a:pt x="426" y="651"/>
                  <a:pt x="426" y="777"/>
                </a:cubicBezTo>
                <a:cubicBezTo>
                  <a:pt x="526" y="877"/>
                  <a:pt x="627" y="977"/>
                  <a:pt x="627" y="1077"/>
                </a:cubicBezTo>
                <a:cubicBezTo>
                  <a:pt x="727" y="1278"/>
                  <a:pt x="627" y="1704"/>
                  <a:pt x="727" y="1905"/>
                </a:cubicBezTo>
                <a:cubicBezTo>
                  <a:pt x="827" y="2130"/>
                  <a:pt x="927" y="2331"/>
                  <a:pt x="827" y="2431"/>
                </a:cubicBezTo>
                <a:cubicBezTo>
                  <a:pt x="727" y="2757"/>
                  <a:pt x="927" y="3057"/>
                  <a:pt x="1053" y="3283"/>
                </a:cubicBezTo>
                <a:cubicBezTo>
                  <a:pt x="1053" y="3483"/>
                  <a:pt x="1053" y="3584"/>
                  <a:pt x="927" y="3684"/>
                </a:cubicBezTo>
                <a:cubicBezTo>
                  <a:pt x="727" y="4010"/>
                  <a:pt x="927" y="4311"/>
                  <a:pt x="827" y="4536"/>
                </a:cubicBezTo>
                <a:cubicBezTo>
                  <a:pt x="827" y="4837"/>
                  <a:pt x="727" y="5163"/>
                  <a:pt x="627" y="5564"/>
                </a:cubicBezTo>
                <a:cubicBezTo>
                  <a:pt x="627" y="5890"/>
                  <a:pt x="727" y="6190"/>
                  <a:pt x="627" y="6516"/>
                </a:cubicBezTo>
                <a:cubicBezTo>
                  <a:pt x="426" y="6917"/>
                  <a:pt x="301" y="7343"/>
                  <a:pt x="301" y="7769"/>
                </a:cubicBezTo>
                <a:cubicBezTo>
                  <a:pt x="201" y="8170"/>
                  <a:pt x="301" y="8596"/>
                  <a:pt x="201" y="9022"/>
                </a:cubicBezTo>
                <a:cubicBezTo>
                  <a:pt x="100" y="9323"/>
                  <a:pt x="201" y="9649"/>
                  <a:pt x="100" y="9950"/>
                </a:cubicBezTo>
                <a:cubicBezTo>
                  <a:pt x="0" y="10275"/>
                  <a:pt x="100" y="10576"/>
                  <a:pt x="100" y="10902"/>
                </a:cubicBezTo>
                <a:lnTo>
                  <a:pt x="100" y="13308"/>
                </a:lnTo>
                <a:cubicBezTo>
                  <a:pt x="100" y="14135"/>
                  <a:pt x="301" y="15188"/>
                  <a:pt x="927" y="15915"/>
                </a:cubicBezTo>
                <a:cubicBezTo>
                  <a:pt x="1053" y="16115"/>
                  <a:pt x="1253" y="16441"/>
                  <a:pt x="1454" y="16641"/>
                </a:cubicBezTo>
                <a:cubicBezTo>
                  <a:pt x="1679" y="16842"/>
                  <a:pt x="1880" y="17168"/>
                  <a:pt x="2080" y="17268"/>
                </a:cubicBezTo>
                <a:cubicBezTo>
                  <a:pt x="2506" y="17469"/>
                  <a:pt x="2932" y="17469"/>
                  <a:pt x="3233" y="17794"/>
                </a:cubicBezTo>
                <a:cubicBezTo>
                  <a:pt x="3333" y="17995"/>
                  <a:pt x="3860" y="17995"/>
                  <a:pt x="4060" y="17995"/>
                </a:cubicBezTo>
                <a:cubicBezTo>
                  <a:pt x="4386" y="18095"/>
                  <a:pt x="4812" y="18095"/>
                  <a:pt x="5213" y="18095"/>
                </a:cubicBezTo>
                <a:cubicBezTo>
                  <a:pt x="5940" y="18095"/>
                  <a:pt x="6692" y="17895"/>
                  <a:pt x="7419" y="17694"/>
                </a:cubicBezTo>
                <a:cubicBezTo>
                  <a:pt x="7719" y="17569"/>
                  <a:pt x="7945" y="17368"/>
                  <a:pt x="8145" y="17268"/>
                </a:cubicBezTo>
                <a:cubicBezTo>
                  <a:pt x="8187" y="17282"/>
                  <a:pt x="8231" y="17288"/>
                  <a:pt x="8277" y="17288"/>
                </a:cubicBezTo>
                <a:cubicBezTo>
                  <a:pt x="8560" y="17288"/>
                  <a:pt x="8900" y="17050"/>
                  <a:pt x="9073" y="16942"/>
                </a:cubicBezTo>
                <a:cubicBezTo>
                  <a:pt x="9399" y="16742"/>
                  <a:pt x="9699" y="16541"/>
                  <a:pt x="10025" y="16316"/>
                </a:cubicBezTo>
                <a:cubicBezTo>
                  <a:pt x="10652" y="15915"/>
                  <a:pt x="10953" y="15388"/>
                  <a:pt x="11379" y="14862"/>
                </a:cubicBezTo>
                <a:cubicBezTo>
                  <a:pt x="11805" y="14235"/>
                  <a:pt x="12206" y="13809"/>
                  <a:pt x="12632" y="13308"/>
                </a:cubicBezTo>
                <a:cubicBezTo>
                  <a:pt x="12832" y="12982"/>
                  <a:pt x="13158" y="12782"/>
                  <a:pt x="13258" y="12456"/>
                </a:cubicBezTo>
                <a:cubicBezTo>
                  <a:pt x="13584" y="11930"/>
                  <a:pt x="13785" y="11428"/>
                  <a:pt x="14085" y="10802"/>
                </a:cubicBezTo>
                <a:cubicBezTo>
                  <a:pt x="14511" y="10175"/>
                  <a:pt x="14612" y="9549"/>
                  <a:pt x="15038" y="8922"/>
                </a:cubicBezTo>
                <a:cubicBezTo>
                  <a:pt x="15238" y="8596"/>
                  <a:pt x="15464" y="8296"/>
                  <a:pt x="15664" y="7869"/>
                </a:cubicBezTo>
                <a:cubicBezTo>
                  <a:pt x="16291" y="6917"/>
                  <a:pt x="16291" y="7143"/>
                  <a:pt x="16817" y="6190"/>
                </a:cubicBezTo>
                <a:cubicBezTo>
                  <a:pt x="16917" y="6090"/>
                  <a:pt x="17218" y="5664"/>
                  <a:pt x="17544" y="5263"/>
                </a:cubicBezTo>
                <a:cubicBezTo>
                  <a:pt x="17845" y="4837"/>
                  <a:pt x="18271" y="4411"/>
                  <a:pt x="18371" y="4311"/>
                </a:cubicBezTo>
                <a:cubicBezTo>
                  <a:pt x="18597" y="4210"/>
                  <a:pt x="18797" y="4110"/>
                  <a:pt x="18998" y="4010"/>
                </a:cubicBezTo>
                <a:cubicBezTo>
                  <a:pt x="19098" y="3910"/>
                  <a:pt x="19098" y="3784"/>
                  <a:pt x="19223" y="3684"/>
                </a:cubicBezTo>
                <a:cubicBezTo>
                  <a:pt x="19223" y="3584"/>
                  <a:pt x="19323" y="3584"/>
                  <a:pt x="19323" y="3584"/>
                </a:cubicBezTo>
                <a:cubicBezTo>
                  <a:pt x="19323" y="3483"/>
                  <a:pt x="19424" y="3483"/>
                  <a:pt x="19424" y="3483"/>
                </a:cubicBezTo>
                <a:cubicBezTo>
                  <a:pt x="19524" y="3483"/>
                  <a:pt x="19624" y="3584"/>
                  <a:pt x="19624" y="3584"/>
                </a:cubicBezTo>
                <a:lnTo>
                  <a:pt x="19724" y="3584"/>
                </a:lnTo>
                <a:lnTo>
                  <a:pt x="19724" y="3383"/>
                </a:lnTo>
                <a:cubicBezTo>
                  <a:pt x="19724" y="3283"/>
                  <a:pt x="19850" y="3283"/>
                  <a:pt x="19850" y="3283"/>
                </a:cubicBezTo>
                <a:cubicBezTo>
                  <a:pt x="19950" y="3283"/>
                  <a:pt x="20151" y="3283"/>
                  <a:pt x="20251" y="3158"/>
                </a:cubicBezTo>
                <a:cubicBezTo>
                  <a:pt x="20351" y="3057"/>
                  <a:pt x="20476" y="2857"/>
                  <a:pt x="20351" y="2757"/>
                </a:cubicBezTo>
                <a:cubicBezTo>
                  <a:pt x="20151" y="2531"/>
                  <a:pt x="19950" y="2431"/>
                  <a:pt x="19724" y="2431"/>
                </a:cubicBezTo>
                <a:cubicBezTo>
                  <a:pt x="19524" y="2431"/>
                  <a:pt x="19424" y="2531"/>
                  <a:pt x="19323" y="2531"/>
                </a:cubicBezTo>
                <a:cubicBezTo>
                  <a:pt x="19098" y="2656"/>
                  <a:pt x="18998" y="2656"/>
                  <a:pt x="18897" y="2757"/>
                </a:cubicBezTo>
                <a:cubicBezTo>
                  <a:pt x="18797" y="2757"/>
                  <a:pt x="18697" y="2857"/>
                  <a:pt x="18597" y="2957"/>
                </a:cubicBezTo>
                <a:cubicBezTo>
                  <a:pt x="18471" y="3057"/>
                  <a:pt x="18371" y="3158"/>
                  <a:pt x="18171" y="3283"/>
                </a:cubicBezTo>
                <a:cubicBezTo>
                  <a:pt x="17970" y="3483"/>
                  <a:pt x="17544" y="3684"/>
                  <a:pt x="17018" y="4210"/>
                </a:cubicBezTo>
                <a:cubicBezTo>
                  <a:pt x="16491" y="4636"/>
                  <a:pt x="16291" y="5263"/>
                  <a:pt x="15965" y="5664"/>
                </a:cubicBezTo>
                <a:cubicBezTo>
                  <a:pt x="15564" y="6190"/>
                  <a:pt x="15338" y="6717"/>
                  <a:pt x="14937" y="7243"/>
                </a:cubicBezTo>
                <a:cubicBezTo>
                  <a:pt x="14837" y="7443"/>
                  <a:pt x="14712" y="7669"/>
                  <a:pt x="14511" y="7869"/>
                </a:cubicBezTo>
                <a:cubicBezTo>
                  <a:pt x="14311" y="8396"/>
                  <a:pt x="13985" y="9022"/>
                  <a:pt x="13684" y="9423"/>
                </a:cubicBezTo>
                <a:cubicBezTo>
                  <a:pt x="13584" y="9749"/>
                  <a:pt x="13584" y="10050"/>
                  <a:pt x="13359" y="10275"/>
                </a:cubicBezTo>
                <a:cubicBezTo>
                  <a:pt x="13158" y="10576"/>
                  <a:pt x="13058" y="11002"/>
                  <a:pt x="12832" y="11303"/>
                </a:cubicBezTo>
                <a:cubicBezTo>
                  <a:pt x="12632" y="11529"/>
                  <a:pt x="12632" y="11729"/>
                  <a:pt x="12531" y="12055"/>
                </a:cubicBezTo>
                <a:cubicBezTo>
                  <a:pt x="12005" y="12682"/>
                  <a:pt x="11579" y="12782"/>
                  <a:pt x="11278" y="13509"/>
                </a:cubicBezTo>
                <a:cubicBezTo>
                  <a:pt x="11178" y="13809"/>
                  <a:pt x="10752" y="14135"/>
                  <a:pt x="10652" y="14336"/>
                </a:cubicBezTo>
                <a:cubicBezTo>
                  <a:pt x="10451" y="14436"/>
                  <a:pt x="10451" y="14661"/>
                  <a:pt x="10326" y="14862"/>
                </a:cubicBezTo>
                <a:cubicBezTo>
                  <a:pt x="10226" y="15062"/>
                  <a:pt x="10025" y="15188"/>
                  <a:pt x="9825" y="15288"/>
                </a:cubicBezTo>
                <a:cubicBezTo>
                  <a:pt x="9298" y="15489"/>
                  <a:pt x="8973" y="15814"/>
                  <a:pt x="8572" y="16115"/>
                </a:cubicBezTo>
                <a:cubicBezTo>
                  <a:pt x="8246" y="16316"/>
                  <a:pt x="7820" y="16541"/>
                  <a:pt x="7519" y="16641"/>
                </a:cubicBezTo>
                <a:cubicBezTo>
                  <a:pt x="7419" y="16742"/>
                  <a:pt x="7193" y="16742"/>
                  <a:pt x="7093" y="16842"/>
                </a:cubicBezTo>
                <a:lnTo>
                  <a:pt x="6692" y="16842"/>
                </a:lnTo>
                <a:cubicBezTo>
                  <a:pt x="6466" y="16842"/>
                  <a:pt x="6166" y="16842"/>
                  <a:pt x="5940" y="17068"/>
                </a:cubicBezTo>
                <a:cubicBezTo>
                  <a:pt x="5840" y="17101"/>
                  <a:pt x="5751" y="17112"/>
                  <a:pt x="5664" y="17112"/>
                </a:cubicBezTo>
                <a:cubicBezTo>
                  <a:pt x="5492" y="17112"/>
                  <a:pt x="5330" y="17068"/>
                  <a:pt x="5113" y="17068"/>
                </a:cubicBezTo>
                <a:cubicBezTo>
                  <a:pt x="4979" y="17068"/>
                  <a:pt x="4745" y="17112"/>
                  <a:pt x="4515" y="17112"/>
                </a:cubicBezTo>
                <a:cubicBezTo>
                  <a:pt x="4400" y="17112"/>
                  <a:pt x="4286" y="17101"/>
                  <a:pt x="4186" y="17068"/>
                </a:cubicBezTo>
                <a:cubicBezTo>
                  <a:pt x="3960" y="16842"/>
                  <a:pt x="3759" y="16842"/>
                  <a:pt x="3434" y="16842"/>
                </a:cubicBezTo>
                <a:cubicBezTo>
                  <a:pt x="3397" y="16860"/>
                  <a:pt x="3360" y="16869"/>
                  <a:pt x="3324" y="16869"/>
                </a:cubicBezTo>
                <a:cubicBezTo>
                  <a:pt x="3163" y="16869"/>
                  <a:pt x="3014" y="16705"/>
                  <a:pt x="2932" y="16541"/>
                </a:cubicBezTo>
                <a:cubicBezTo>
                  <a:pt x="2707" y="16441"/>
                  <a:pt x="2607" y="16215"/>
                  <a:pt x="2406" y="16115"/>
                </a:cubicBezTo>
                <a:cubicBezTo>
                  <a:pt x="2306" y="16015"/>
                  <a:pt x="2080" y="16015"/>
                  <a:pt x="1980" y="15915"/>
                </a:cubicBezTo>
                <a:cubicBezTo>
                  <a:pt x="1679" y="15814"/>
                  <a:pt x="1780" y="15388"/>
                  <a:pt x="1679" y="15188"/>
                </a:cubicBezTo>
                <a:cubicBezTo>
                  <a:pt x="1554" y="14862"/>
                  <a:pt x="1454" y="14661"/>
                  <a:pt x="1353" y="14336"/>
                </a:cubicBezTo>
                <a:cubicBezTo>
                  <a:pt x="1353" y="14035"/>
                  <a:pt x="1253" y="13709"/>
                  <a:pt x="1253" y="13408"/>
                </a:cubicBezTo>
                <a:cubicBezTo>
                  <a:pt x="1253" y="13083"/>
                  <a:pt x="1153" y="12782"/>
                  <a:pt x="1053" y="12456"/>
                </a:cubicBezTo>
                <a:cubicBezTo>
                  <a:pt x="927" y="11930"/>
                  <a:pt x="1153" y="11529"/>
                  <a:pt x="1153" y="11103"/>
                </a:cubicBezTo>
                <a:cubicBezTo>
                  <a:pt x="1153" y="10676"/>
                  <a:pt x="1253" y="10376"/>
                  <a:pt x="1253" y="9950"/>
                </a:cubicBezTo>
                <a:cubicBezTo>
                  <a:pt x="1253" y="9323"/>
                  <a:pt x="1253" y="8697"/>
                  <a:pt x="1353" y="8070"/>
                </a:cubicBezTo>
                <a:cubicBezTo>
                  <a:pt x="1554" y="7143"/>
                  <a:pt x="1679" y="6616"/>
                  <a:pt x="1679" y="5564"/>
                </a:cubicBezTo>
                <a:cubicBezTo>
                  <a:pt x="1679" y="5263"/>
                  <a:pt x="1554" y="4937"/>
                  <a:pt x="1679" y="4636"/>
                </a:cubicBezTo>
                <a:cubicBezTo>
                  <a:pt x="1780" y="4536"/>
                  <a:pt x="1880" y="4110"/>
                  <a:pt x="1880" y="3684"/>
                </a:cubicBezTo>
                <a:cubicBezTo>
                  <a:pt x="1980" y="3283"/>
                  <a:pt x="1980" y="2957"/>
                  <a:pt x="1880" y="2757"/>
                </a:cubicBezTo>
                <a:cubicBezTo>
                  <a:pt x="1780" y="2331"/>
                  <a:pt x="1679" y="2130"/>
                  <a:pt x="1679" y="1905"/>
                </a:cubicBezTo>
                <a:cubicBezTo>
                  <a:pt x="1679" y="1704"/>
                  <a:pt x="1679" y="1504"/>
                  <a:pt x="1554" y="1178"/>
                </a:cubicBezTo>
                <a:cubicBezTo>
                  <a:pt x="1454" y="977"/>
                  <a:pt x="1454" y="651"/>
                  <a:pt x="1253" y="351"/>
                </a:cubicBezTo>
                <a:cubicBezTo>
                  <a:pt x="1170" y="184"/>
                  <a:pt x="1000" y="0"/>
                  <a:pt x="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7"/>
          <p:cNvSpPr/>
          <p:nvPr/>
        </p:nvSpPr>
        <p:spPr>
          <a:xfrm>
            <a:off x="2188025" y="3452257"/>
            <a:ext cx="24122" cy="82234"/>
          </a:xfrm>
          <a:custGeom>
            <a:rect b="b" l="l" r="r" t="t"/>
            <a:pathLst>
              <a:path extrusionOk="0" h="4616" w="1354">
                <a:moveTo>
                  <a:pt x="989" y="1"/>
                </a:moveTo>
                <a:cubicBezTo>
                  <a:pt x="957" y="1"/>
                  <a:pt x="913" y="9"/>
                  <a:pt x="853" y="29"/>
                </a:cubicBezTo>
                <a:cubicBezTo>
                  <a:pt x="727" y="29"/>
                  <a:pt x="627" y="29"/>
                  <a:pt x="627" y="129"/>
                </a:cubicBezTo>
                <a:lnTo>
                  <a:pt x="527" y="129"/>
                </a:lnTo>
                <a:lnTo>
                  <a:pt x="627" y="229"/>
                </a:lnTo>
                <a:cubicBezTo>
                  <a:pt x="627" y="229"/>
                  <a:pt x="527" y="229"/>
                  <a:pt x="527" y="330"/>
                </a:cubicBezTo>
                <a:cubicBezTo>
                  <a:pt x="527" y="455"/>
                  <a:pt x="627" y="455"/>
                  <a:pt x="627" y="455"/>
                </a:cubicBezTo>
                <a:lnTo>
                  <a:pt x="627" y="555"/>
                </a:lnTo>
                <a:lnTo>
                  <a:pt x="627" y="655"/>
                </a:lnTo>
                <a:lnTo>
                  <a:pt x="627" y="756"/>
                </a:lnTo>
                <a:lnTo>
                  <a:pt x="627" y="956"/>
                </a:lnTo>
                <a:cubicBezTo>
                  <a:pt x="627" y="956"/>
                  <a:pt x="727" y="956"/>
                  <a:pt x="627" y="1082"/>
                </a:cubicBezTo>
                <a:lnTo>
                  <a:pt x="627" y="1182"/>
                </a:lnTo>
                <a:lnTo>
                  <a:pt x="627" y="1282"/>
                </a:lnTo>
                <a:cubicBezTo>
                  <a:pt x="727" y="1282"/>
                  <a:pt x="727" y="1382"/>
                  <a:pt x="627" y="1483"/>
                </a:cubicBezTo>
                <a:cubicBezTo>
                  <a:pt x="627" y="1583"/>
                  <a:pt x="627" y="1708"/>
                  <a:pt x="727" y="1708"/>
                </a:cubicBezTo>
                <a:cubicBezTo>
                  <a:pt x="727" y="1808"/>
                  <a:pt x="627" y="1909"/>
                  <a:pt x="727" y="1909"/>
                </a:cubicBezTo>
                <a:cubicBezTo>
                  <a:pt x="727" y="1909"/>
                  <a:pt x="853" y="2009"/>
                  <a:pt x="727" y="2009"/>
                </a:cubicBezTo>
                <a:cubicBezTo>
                  <a:pt x="627" y="2009"/>
                  <a:pt x="727" y="2109"/>
                  <a:pt x="727" y="2109"/>
                </a:cubicBezTo>
                <a:lnTo>
                  <a:pt x="727" y="2209"/>
                </a:lnTo>
                <a:cubicBezTo>
                  <a:pt x="727" y="2335"/>
                  <a:pt x="727" y="2335"/>
                  <a:pt x="627" y="2435"/>
                </a:cubicBezTo>
                <a:lnTo>
                  <a:pt x="727" y="2535"/>
                </a:lnTo>
                <a:cubicBezTo>
                  <a:pt x="627" y="2535"/>
                  <a:pt x="627" y="2535"/>
                  <a:pt x="627" y="2635"/>
                </a:cubicBezTo>
                <a:lnTo>
                  <a:pt x="527" y="2736"/>
                </a:lnTo>
                <a:cubicBezTo>
                  <a:pt x="527" y="2736"/>
                  <a:pt x="627" y="2836"/>
                  <a:pt x="627" y="2961"/>
                </a:cubicBezTo>
                <a:cubicBezTo>
                  <a:pt x="627" y="2961"/>
                  <a:pt x="627" y="3061"/>
                  <a:pt x="527" y="3162"/>
                </a:cubicBezTo>
                <a:lnTo>
                  <a:pt x="527" y="3362"/>
                </a:lnTo>
                <a:lnTo>
                  <a:pt x="527" y="3688"/>
                </a:lnTo>
                <a:cubicBezTo>
                  <a:pt x="527" y="3688"/>
                  <a:pt x="427" y="3688"/>
                  <a:pt x="427" y="3788"/>
                </a:cubicBezTo>
                <a:cubicBezTo>
                  <a:pt x="376" y="3838"/>
                  <a:pt x="351" y="3838"/>
                  <a:pt x="339" y="3838"/>
                </a:cubicBezTo>
                <a:cubicBezTo>
                  <a:pt x="326" y="3838"/>
                  <a:pt x="326" y="3838"/>
                  <a:pt x="326" y="3889"/>
                </a:cubicBezTo>
                <a:cubicBezTo>
                  <a:pt x="326" y="3989"/>
                  <a:pt x="326" y="4214"/>
                  <a:pt x="226" y="4214"/>
                </a:cubicBezTo>
                <a:lnTo>
                  <a:pt x="101" y="4214"/>
                </a:lnTo>
                <a:lnTo>
                  <a:pt x="226" y="4315"/>
                </a:lnTo>
                <a:cubicBezTo>
                  <a:pt x="101" y="4315"/>
                  <a:pt x="0" y="4315"/>
                  <a:pt x="101" y="4415"/>
                </a:cubicBezTo>
                <a:lnTo>
                  <a:pt x="226" y="4515"/>
                </a:lnTo>
                <a:cubicBezTo>
                  <a:pt x="326" y="4515"/>
                  <a:pt x="527" y="4615"/>
                  <a:pt x="627" y="4615"/>
                </a:cubicBezTo>
                <a:lnTo>
                  <a:pt x="627" y="4515"/>
                </a:lnTo>
                <a:cubicBezTo>
                  <a:pt x="627" y="4515"/>
                  <a:pt x="727" y="4415"/>
                  <a:pt x="853" y="4315"/>
                </a:cubicBezTo>
                <a:cubicBezTo>
                  <a:pt x="953" y="4315"/>
                  <a:pt x="853" y="4214"/>
                  <a:pt x="853" y="4089"/>
                </a:cubicBezTo>
                <a:cubicBezTo>
                  <a:pt x="953" y="4089"/>
                  <a:pt x="853" y="3989"/>
                  <a:pt x="953" y="3989"/>
                </a:cubicBezTo>
                <a:lnTo>
                  <a:pt x="953" y="3889"/>
                </a:lnTo>
                <a:cubicBezTo>
                  <a:pt x="1053" y="3788"/>
                  <a:pt x="953" y="3688"/>
                  <a:pt x="1053" y="3688"/>
                </a:cubicBezTo>
                <a:lnTo>
                  <a:pt x="953" y="3588"/>
                </a:lnTo>
                <a:cubicBezTo>
                  <a:pt x="1053" y="3588"/>
                  <a:pt x="953" y="3462"/>
                  <a:pt x="1053" y="3462"/>
                </a:cubicBezTo>
                <a:cubicBezTo>
                  <a:pt x="1053" y="3362"/>
                  <a:pt x="953" y="3362"/>
                  <a:pt x="953" y="3362"/>
                </a:cubicBezTo>
                <a:cubicBezTo>
                  <a:pt x="1053" y="3262"/>
                  <a:pt x="1153" y="3262"/>
                  <a:pt x="1053" y="3162"/>
                </a:cubicBezTo>
                <a:cubicBezTo>
                  <a:pt x="1053" y="3061"/>
                  <a:pt x="1053" y="3061"/>
                  <a:pt x="1153" y="2961"/>
                </a:cubicBezTo>
                <a:lnTo>
                  <a:pt x="1053" y="2961"/>
                </a:lnTo>
                <a:lnTo>
                  <a:pt x="1053" y="2836"/>
                </a:lnTo>
                <a:cubicBezTo>
                  <a:pt x="1153" y="2836"/>
                  <a:pt x="1153" y="2736"/>
                  <a:pt x="1153" y="2635"/>
                </a:cubicBezTo>
                <a:lnTo>
                  <a:pt x="1153" y="2535"/>
                </a:lnTo>
                <a:cubicBezTo>
                  <a:pt x="1153" y="2435"/>
                  <a:pt x="1354" y="2435"/>
                  <a:pt x="1254" y="2335"/>
                </a:cubicBezTo>
                <a:lnTo>
                  <a:pt x="1254" y="2209"/>
                </a:lnTo>
                <a:lnTo>
                  <a:pt x="1254" y="2109"/>
                </a:lnTo>
                <a:lnTo>
                  <a:pt x="1254" y="2009"/>
                </a:lnTo>
                <a:cubicBezTo>
                  <a:pt x="1153" y="2009"/>
                  <a:pt x="1354" y="1909"/>
                  <a:pt x="1254" y="1909"/>
                </a:cubicBezTo>
                <a:cubicBezTo>
                  <a:pt x="1254" y="1909"/>
                  <a:pt x="1254" y="1808"/>
                  <a:pt x="1153" y="1808"/>
                </a:cubicBezTo>
                <a:cubicBezTo>
                  <a:pt x="1153" y="1808"/>
                  <a:pt x="1254" y="1808"/>
                  <a:pt x="1254" y="1708"/>
                </a:cubicBezTo>
                <a:lnTo>
                  <a:pt x="1254" y="1583"/>
                </a:lnTo>
                <a:lnTo>
                  <a:pt x="1254" y="1483"/>
                </a:lnTo>
                <a:cubicBezTo>
                  <a:pt x="1354" y="1483"/>
                  <a:pt x="1254" y="1382"/>
                  <a:pt x="1153" y="1382"/>
                </a:cubicBezTo>
                <a:cubicBezTo>
                  <a:pt x="1153" y="1382"/>
                  <a:pt x="1254" y="1282"/>
                  <a:pt x="1254" y="1182"/>
                </a:cubicBezTo>
                <a:lnTo>
                  <a:pt x="1254" y="1082"/>
                </a:lnTo>
                <a:cubicBezTo>
                  <a:pt x="1254" y="1082"/>
                  <a:pt x="1153" y="956"/>
                  <a:pt x="1254" y="856"/>
                </a:cubicBezTo>
                <a:cubicBezTo>
                  <a:pt x="1254" y="756"/>
                  <a:pt x="1254" y="655"/>
                  <a:pt x="1153" y="655"/>
                </a:cubicBezTo>
                <a:cubicBezTo>
                  <a:pt x="1153" y="555"/>
                  <a:pt x="1053" y="555"/>
                  <a:pt x="1053" y="555"/>
                </a:cubicBezTo>
                <a:cubicBezTo>
                  <a:pt x="1153" y="455"/>
                  <a:pt x="1153" y="330"/>
                  <a:pt x="1153" y="330"/>
                </a:cubicBezTo>
                <a:cubicBezTo>
                  <a:pt x="953" y="229"/>
                  <a:pt x="1053" y="229"/>
                  <a:pt x="1053" y="129"/>
                </a:cubicBezTo>
                <a:cubicBezTo>
                  <a:pt x="1053" y="129"/>
                  <a:pt x="1117"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7"/>
          <p:cNvSpPr/>
          <p:nvPr/>
        </p:nvSpPr>
        <p:spPr>
          <a:xfrm>
            <a:off x="2338936" y="3377719"/>
            <a:ext cx="50025" cy="151410"/>
          </a:xfrm>
          <a:custGeom>
            <a:rect b="b" l="l" r="r" t="t"/>
            <a:pathLst>
              <a:path extrusionOk="0" h="8499" w="2808">
                <a:moveTo>
                  <a:pt x="445" y="0"/>
                </a:moveTo>
                <a:cubicBezTo>
                  <a:pt x="409" y="0"/>
                  <a:pt x="363" y="8"/>
                  <a:pt x="301" y="27"/>
                </a:cubicBezTo>
                <a:cubicBezTo>
                  <a:pt x="201" y="27"/>
                  <a:pt x="201" y="128"/>
                  <a:pt x="101" y="128"/>
                </a:cubicBezTo>
                <a:lnTo>
                  <a:pt x="101" y="253"/>
                </a:lnTo>
                <a:cubicBezTo>
                  <a:pt x="1" y="253"/>
                  <a:pt x="101" y="353"/>
                  <a:pt x="101" y="353"/>
                </a:cubicBezTo>
                <a:cubicBezTo>
                  <a:pt x="201" y="453"/>
                  <a:pt x="101" y="554"/>
                  <a:pt x="201" y="554"/>
                </a:cubicBezTo>
                <a:lnTo>
                  <a:pt x="201" y="654"/>
                </a:lnTo>
                <a:cubicBezTo>
                  <a:pt x="201" y="754"/>
                  <a:pt x="301" y="754"/>
                  <a:pt x="301" y="754"/>
                </a:cubicBezTo>
                <a:cubicBezTo>
                  <a:pt x="402" y="880"/>
                  <a:pt x="402" y="880"/>
                  <a:pt x="301" y="880"/>
                </a:cubicBezTo>
                <a:cubicBezTo>
                  <a:pt x="301" y="980"/>
                  <a:pt x="402" y="980"/>
                  <a:pt x="402" y="1080"/>
                </a:cubicBezTo>
                <a:lnTo>
                  <a:pt x="402" y="1281"/>
                </a:lnTo>
                <a:cubicBezTo>
                  <a:pt x="527" y="1381"/>
                  <a:pt x="527" y="1381"/>
                  <a:pt x="527" y="1506"/>
                </a:cubicBezTo>
                <a:cubicBezTo>
                  <a:pt x="527" y="1606"/>
                  <a:pt x="527" y="1606"/>
                  <a:pt x="627" y="1707"/>
                </a:cubicBezTo>
                <a:cubicBezTo>
                  <a:pt x="627" y="1807"/>
                  <a:pt x="728" y="1807"/>
                  <a:pt x="728" y="1907"/>
                </a:cubicBezTo>
                <a:lnTo>
                  <a:pt x="728" y="2133"/>
                </a:lnTo>
                <a:cubicBezTo>
                  <a:pt x="728" y="2233"/>
                  <a:pt x="828" y="2233"/>
                  <a:pt x="828" y="2333"/>
                </a:cubicBezTo>
                <a:cubicBezTo>
                  <a:pt x="928" y="2433"/>
                  <a:pt x="928" y="2534"/>
                  <a:pt x="1028" y="2759"/>
                </a:cubicBezTo>
                <a:cubicBezTo>
                  <a:pt x="1028" y="2960"/>
                  <a:pt x="1028" y="3060"/>
                  <a:pt x="1154" y="3260"/>
                </a:cubicBezTo>
                <a:cubicBezTo>
                  <a:pt x="1254" y="3260"/>
                  <a:pt x="1254" y="3486"/>
                  <a:pt x="1254" y="3586"/>
                </a:cubicBezTo>
                <a:cubicBezTo>
                  <a:pt x="1254" y="3586"/>
                  <a:pt x="1454" y="3687"/>
                  <a:pt x="1354" y="3787"/>
                </a:cubicBezTo>
                <a:cubicBezTo>
                  <a:pt x="1254" y="3787"/>
                  <a:pt x="1354" y="3887"/>
                  <a:pt x="1354" y="3887"/>
                </a:cubicBezTo>
                <a:lnTo>
                  <a:pt x="1454" y="4113"/>
                </a:lnTo>
                <a:cubicBezTo>
                  <a:pt x="1454" y="4213"/>
                  <a:pt x="1555" y="4413"/>
                  <a:pt x="1555" y="4514"/>
                </a:cubicBezTo>
                <a:cubicBezTo>
                  <a:pt x="1555" y="4639"/>
                  <a:pt x="1655" y="4639"/>
                  <a:pt x="1555" y="4639"/>
                </a:cubicBezTo>
                <a:lnTo>
                  <a:pt x="1555" y="4839"/>
                </a:lnTo>
                <a:lnTo>
                  <a:pt x="1555" y="5040"/>
                </a:lnTo>
                <a:cubicBezTo>
                  <a:pt x="1555" y="5266"/>
                  <a:pt x="1655" y="5366"/>
                  <a:pt x="1780" y="5466"/>
                </a:cubicBezTo>
                <a:cubicBezTo>
                  <a:pt x="1880" y="5566"/>
                  <a:pt x="1880" y="5667"/>
                  <a:pt x="1880" y="5892"/>
                </a:cubicBezTo>
                <a:cubicBezTo>
                  <a:pt x="1780" y="5892"/>
                  <a:pt x="1780" y="5992"/>
                  <a:pt x="1880" y="6093"/>
                </a:cubicBezTo>
                <a:cubicBezTo>
                  <a:pt x="1880" y="6193"/>
                  <a:pt x="1981" y="6293"/>
                  <a:pt x="1981" y="6393"/>
                </a:cubicBezTo>
                <a:cubicBezTo>
                  <a:pt x="1981" y="6519"/>
                  <a:pt x="2081" y="6719"/>
                  <a:pt x="2081" y="6819"/>
                </a:cubicBezTo>
                <a:lnTo>
                  <a:pt x="2081" y="7020"/>
                </a:lnTo>
                <a:lnTo>
                  <a:pt x="2081" y="7446"/>
                </a:lnTo>
                <a:cubicBezTo>
                  <a:pt x="2081" y="7546"/>
                  <a:pt x="2181" y="7972"/>
                  <a:pt x="2181" y="7972"/>
                </a:cubicBezTo>
                <a:cubicBezTo>
                  <a:pt x="2181" y="8073"/>
                  <a:pt x="2081" y="8073"/>
                  <a:pt x="2081" y="8173"/>
                </a:cubicBezTo>
                <a:lnTo>
                  <a:pt x="2181" y="8273"/>
                </a:lnTo>
                <a:cubicBezTo>
                  <a:pt x="2181" y="8398"/>
                  <a:pt x="1981" y="8499"/>
                  <a:pt x="2181" y="8499"/>
                </a:cubicBezTo>
                <a:lnTo>
                  <a:pt x="2707" y="8499"/>
                </a:lnTo>
                <a:lnTo>
                  <a:pt x="2707" y="8273"/>
                </a:lnTo>
                <a:lnTo>
                  <a:pt x="2707" y="7772"/>
                </a:lnTo>
                <a:cubicBezTo>
                  <a:pt x="2808" y="7646"/>
                  <a:pt x="2707" y="7546"/>
                  <a:pt x="2707" y="7446"/>
                </a:cubicBezTo>
                <a:cubicBezTo>
                  <a:pt x="2707" y="7346"/>
                  <a:pt x="2607" y="7145"/>
                  <a:pt x="2607" y="7020"/>
                </a:cubicBezTo>
                <a:lnTo>
                  <a:pt x="2607" y="6920"/>
                </a:lnTo>
                <a:cubicBezTo>
                  <a:pt x="2607" y="6719"/>
                  <a:pt x="2607" y="6619"/>
                  <a:pt x="2507" y="6519"/>
                </a:cubicBezTo>
                <a:cubicBezTo>
                  <a:pt x="2507" y="6519"/>
                  <a:pt x="2407" y="6393"/>
                  <a:pt x="2507" y="6393"/>
                </a:cubicBezTo>
                <a:cubicBezTo>
                  <a:pt x="2507" y="6293"/>
                  <a:pt x="2407" y="6193"/>
                  <a:pt x="2407" y="6093"/>
                </a:cubicBezTo>
                <a:lnTo>
                  <a:pt x="2281" y="5992"/>
                </a:lnTo>
                <a:cubicBezTo>
                  <a:pt x="2281" y="5767"/>
                  <a:pt x="2407" y="5667"/>
                  <a:pt x="2281" y="5566"/>
                </a:cubicBezTo>
                <a:cubicBezTo>
                  <a:pt x="2181" y="5466"/>
                  <a:pt x="2281" y="5366"/>
                  <a:pt x="2281" y="5366"/>
                </a:cubicBezTo>
                <a:cubicBezTo>
                  <a:pt x="2281" y="5266"/>
                  <a:pt x="2181" y="5266"/>
                  <a:pt x="2181" y="5266"/>
                </a:cubicBezTo>
                <a:cubicBezTo>
                  <a:pt x="2081" y="5140"/>
                  <a:pt x="2081" y="5140"/>
                  <a:pt x="2081" y="5040"/>
                </a:cubicBezTo>
                <a:cubicBezTo>
                  <a:pt x="2181" y="4940"/>
                  <a:pt x="2181" y="4839"/>
                  <a:pt x="2081" y="4739"/>
                </a:cubicBezTo>
                <a:lnTo>
                  <a:pt x="2081" y="4514"/>
                </a:lnTo>
                <a:cubicBezTo>
                  <a:pt x="1981" y="4413"/>
                  <a:pt x="2181" y="4213"/>
                  <a:pt x="2081" y="4113"/>
                </a:cubicBezTo>
                <a:cubicBezTo>
                  <a:pt x="1981" y="4113"/>
                  <a:pt x="1981" y="4012"/>
                  <a:pt x="1981" y="4012"/>
                </a:cubicBezTo>
                <a:cubicBezTo>
                  <a:pt x="1981" y="3887"/>
                  <a:pt x="1880" y="3787"/>
                  <a:pt x="1880" y="3787"/>
                </a:cubicBezTo>
                <a:cubicBezTo>
                  <a:pt x="1981" y="3687"/>
                  <a:pt x="1880" y="3586"/>
                  <a:pt x="1880" y="3586"/>
                </a:cubicBezTo>
                <a:cubicBezTo>
                  <a:pt x="1655" y="3586"/>
                  <a:pt x="1880" y="3386"/>
                  <a:pt x="1780" y="3260"/>
                </a:cubicBezTo>
                <a:cubicBezTo>
                  <a:pt x="1780" y="3260"/>
                  <a:pt x="1655" y="3260"/>
                  <a:pt x="1655" y="3160"/>
                </a:cubicBezTo>
                <a:cubicBezTo>
                  <a:pt x="1555" y="3160"/>
                  <a:pt x="1655" y="3060"/>
                  <a:pt x="1655" y="3060"/>
                </a:cubicBezTo>
                <a:lnTo>
                  <a:pt x="1655" y="2859"/>
                </a:lnTo>
                <a:cubicBezTo>
                  <a:pt x="1655" y="2759"/>
                  <a:pt x="1555" y="2634"/>
                  <a:pt x="1555" y="2634"/>
                </a:cubicBezTo>
                <a:cubicBezTo>
                  <a:pt x="1655" y="2534"/>
                  <a:pt x="1555" y="2433"/>
                  <a:pt x="1454" y="2433"/>
                </a:cubicBezTo>
                <a:cubicBezTo>
                  <a:pt x="1354" y="2333"/>
                  <a:pt x="1454" y="2233"/>
                  <a:pt x="1454" y="2133"/>
                </a:cubicBezTo>
                <a:cubicBezTo>
                  <a:pt x="1354" y="2007"/>
                  <a:pt x="1354" y="2007"/>
                  <a:pt x="1354" y="1907"/>
                </a:cubicBezTo>
                <a:cubicBezTo>
                  <a:pt x="1254" y="1807"/>
                  <a:pt x="1154" y="1707"/>
                  <a:pt x="1154" y="1506"/>
                </a:cubicBezTo>
                <a:cubicBezTo>
                  <a:pt x="1154" y="1281"/>
                  <a:pt x="1154" y="1180"/>
                  <a:pt x="928" y="1080"/>
                </a:cubicBezTo>
                <a:cubicBezTo>
                  <a:pt x="928" y="980"/>
                  <a:pt x="828" y="980"/>
                  <a:pt x="828" y="880"/>
                </a:cubicBezTo>
                <a:cubicBezTo>
                  <a:pt x="828" y="880"/>
                  <a:pt x="828" y="554"/>
                  <a:pt x="728" y="554"/>
                </a:cubicBezTo>
                <a:cubicBezTo>
                  <a:pt x="627" y="453"/>
                  <a:pt x="627" y="353"/>
                  <a:pt x="627" y="253"/>
                </a:cubicBezTo>
                <a:cubicBezTo>
                  <a:pt x="546" y="151"/>
                  <a:pt x="597" y="0"/>
                  <a:pt x="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7"/>
          <p:cNvSpPr/>
          <p:nvPr/>
        </p:nvSpPr>
        <p:spPr>
          <a:xfrm>
            <a:off x="1427200" y="3166112"/>
            <a:ext cx="50470" cy="20559"/>
          </a:xfrm>
          <a:custGeom>
            <a:rect b="b" l="l" r="r" t="t"/>
            <a:pathLst>
              <a:path extrusionOk="0" h="1154" w="2833">
                <a:moveTo>
                  <a:pt x="101" y="1"/>
                </a:moveTo>
                <a:lnTo>
                  <a:pt x="101" y="101"/>
                </a:lnTo>
                <a:cubicBezTo>
                  <a:pt x="34" y="101"/>
                  <a:pt x="12" y="12"/>
                  <a:pt x="4" y="12"/>
                </a:cubicBezTo>
                <a:cubicBezTo>
                  <a:pt x="0" y="12"/>
                  <a:pt x="0" y="34"/>
                  <a:pt x="0" y="101"/>
                </a:cubicBezTo>
                <a:lnTo>
                  <a:pt x="0" y="226"/>
                </a:lnTo>
                <a:lnTo>
                  <a:pt x="0" y="627"/>
                </a:lnTo>
                <a:lnTo>
                  <a:pt x="101" y="627"/>
                </a:lnTo>
                <a:cubicBezTo>
                  <a:pt x="101" y="627"/>
                  <a:pt x="201" y="627"/>
                  <a:pt x="201" y="727"/>
                </a:cubicBezTo>
                <a:cubicBezTo>
                  <a:pt x="326" y="727"/>
                  <a:pt x="326" y="627"/>
                  <a:pt x="326" y="627"/>
                </a:cubicBezTo>
                <a:lnTo>
                  <a:pt x="627" y="627"/>
                </a:lnTo>
                <a:cubicBezTo>
                  <a:pt x="727" y="627"/>
                  <a:pt x="727" y="527"/>
                  <a:pt x="727" y="527"/>
                </a:cubicBezTo>
                <a:cubicBezTo>
                  <a:pt x="727" y="560"/>
                  <a:pt x="727" y="571"/>
                  <a:pt x="731" y="571"/>
                </a:cubicBezTo>
                <a:cubicBezTo>
                  <a:pt x="738" y="571"/>
                  <a:pt x="761" y="527"/>
                  <a:pt x="828" y="527"/>
                </a:cubicBezTo>
                <a:cubicBezTo>
                  <a:pt x="828" y="527"/>
                  <a:pt x="828" y="655"/>
                  <a:pt x="892" y="655"/>
                </a:cubicBezTo>
                <a:cubicBezTo>
                  <a:pt x="908" y="655"/>
                  <a:pt x="928" y="647"/>
                  <a:pt x="953" y="627"/>
                </a:cubicBezTo>
                <a:lnTo>
                  <a:pt x="1053" y="527"/>
                </a:lnTo>
                <a:cubicBezTo>
                  <a:pt x="1053" y="627"/>
                  <a:pt x="1153" y="627"/>
                  <a:pt x="1153" y="627"/>
                </a:cubicBezTo>
                <a:lnTo>
                  <a:pt x="1254" y="627"/>
                </a:lnTo>
                <a:cubicBezTo>
                  <a:pt x="1254" y="627"/>
                  <a:pt x="1254" y="765"/>
                  <a:pt x="1302" y="765"/>
                </a:cubicBezTo>
                <a:cubicBezTo>
                  <a:pt x="1315" y="765"/>
                  <a:pt x="1332" y="755"/>
                  <a:pt x="1354" y="727"/>
                </a:cubicBezTo>
                <a:lnTo>
                  <a:pt x="1454" y="727"/>
                </a:lnTo>
                <a:cubicBezTo>
                  <a:pt x="1477" y="709"/>
                  <a:pt x="1491" y="702"/>
                  <a:pt x="1501" y="702"/>
                </a:cubicBezTo>
                <a:cubicBezTo>
                  <a:pt x="1542" y="702"/>
                  <a:pt x="1477" y="853"/>
                  <a:pt x="1579" y="853"/>
                </a:cubicBezTo>
                <a:cubicBezTo>
                  <a:pt x="1579" y="727"/>
                  <a:pt x="1579" y="727"/>
                  <a:pt x="1680" y="727"/>
                </a:cubicBezTo>
                <a:lnTo>
                  <a:pt x="1680" y="853"/>
                </a:lnTo>
                <a:lnTo>
                  <a:pt x="1780" y="853"/>
                </a:lnTo>
                <a:cubicBezTo>
                  <a:pt x="1780" y="886"/>
                  <a:pt x="1780" y="897"/>
                  <a:pt x="1784" y="897"/>
                </a:cubicBezTo>
                <a:cubicBezTo>
                  <a:pt x="1791" y="897"/>
                  <a:pt x="1813" y="853"/>
                  <a:pt x="1880" y="853"/>
                </a:cubicBezTo>
                <a:cubicBezTo>
                  <a:pt x="1880" y="853"/>
                  <a:pt x="1880" y="953"/>
                  <a:pt x="1980" y="953"/>
                </a:cubicBezTo>
                <a:cubicBezTo>
                  <a:pt x="1980" y="953"/>
                  <a:pt x="2025" y="908"/>
                  <a:pt x="2055" y="908"/>
                </a:cubicBezTo>
                <a:cubicBezTo>
                  <a:pt x="2070" y="908"/>
                  <a:pt x="2081" y="920"/>
                  <a:pt x="2081" y="953"/>
                </a:cubicBezTo>
                <a:cubicBezTo>
                  <a:pt x="2081" y="1003"/>
                  <a:pt x="2112" y="1028"/>
                  <a:pt x="2143" y="1028"/>
                </a:cubicBezTo>
                <a:cubicBezTo>
                  <a:pt x="2175" y="1028"/>
                  <a:pt x="2206" y="1003"/>
                  <a:pt x="2206" y="953"/>
                </a:cubicBezTo>
                <a:lnTo>
                  <a:pt x="2306" y="953"/>
                </a:lnTo>
                <a:cubicBezTo>
                  <a:pt x="2306" y="1024"/>
                  <a:pt x="2306" y="1095"/>
                  <a:pt x="2342" y="1095"/>
                </a:cubicBezTo>
                <a:cubicBezTo>
                  <a:pt x="2356" y="1095"/>
                  <a:pt x="2377" y="1083"/>
                  <a:pt x="2407" y="1053"/>
                </a:cubicBezTo>
                <a:lnTo>
                  <a:pt x="2507" y="1053"/>
                </a:lnTo>
                <a:cubicBezTo>
                  <a:pt x="2507" y="1103"/>
                  <a:pt x="2482" y="1153"/>
                  <a:pt x="2482" y="1153"/>
                </a:cubicBezTo>
                <a:cubicBezTo>
                  <a:pt x="2482" y="1153"/>
                  <a:pt x="2507" y="1103"/>
                  <a:pt x="2607" y="953"/>
                </a:cubicBezTo>
                <a:cubicBezTo>
                  <a:pt x="2707" y="953"/>
                  <a:pt x="2707" y="853"/>
                  <a:pt x="2707" y="853"/>
                </a:cubicBezTo>
                <a:lnTo>
                  <a:pt x="2833" y="727"/>
                </a:lnTo>
                <a:lnTo>
                  <a:pt x="2707" y="727"/>
                </a:lnTo>
                <a:lnTo>
                  <a:pt x="2707" y="627"/>
                </a:lnTo>
                <a:lnTo>
                  <a:pt x="2607" y="627"/>
                </a:lnTo>
                <a:cubicBezTo>
                  <a:pt x="2607" y="577"/>
                  <a:pt x="2582" y="577"/>
                  <a:pt x="2557" y="577"/>
                </a:cubicBezTo>
                <a:cubicBezTo>
                  <a:pt x="2532" y="577"/>
                  <a:pt x="2507" y="577"/>
                  <a:pt x="2507" y="527"/>
                </a:cubicBezTo>
                <a:cubicBezTo>
                  <a:pt x="2507" y="493"/>
                  <a:pt x="2496" y="482"/>
                  <a:pt x="2481" y="482"/>
                </a:cubicBezTo>
                <a:cubicBezTo>
                  <a:pt x="2451" y="482"/>
                  <a:pt x="2407" y="527"/>
                  <a:pt x="2407" y="527"/>
                </a:cubicBezTo>
                <a:cubicBezTo>
                  <a:pt x="2407" y="427"/>
                  <a:pt x="2407" y="427"/>
                  <a:pt x="2306" y="427"/>
                </a:cubicBezTo>
                <a:cubicBezTo>
                  <a:pt x="2306" y="376"/>
                  <a:pt x="2281" y="376"/>
                  <a:pt x="2256" y="376"/>
                </a:cubicBezTo>
                <a:cubicBezTo>
                  <a:pt x="2231" y="376"/>
                  <a:pt x="2206" y="376"/>
                  <a:pt x="2206" y="326"/>
                </a:cubicBezTo>
                <a:lnTo>
                  <a:pt x="1980" y="326"/>
                </a:lnTo>
                <a:cubicBezTo>
                  <a:pt x="1980" y="226"/>
                  <a:pt x="1880" y="226"/>
                  <a:pt x="1780" y="226"/>
                </a:cubicBezTo>
                <a:cubicBezTo>
                  <a:pt x="1780" y="260"/>
                  <a:pt x="1780" y="271"/>
                  <a:pt x="1776" y="271"/>
                </a:cubicBezTo>
                <a:cubicBezTo>
                  <a:pt x="1769" y="271"/>
                  <a:pt x="1747" y="226"/>
                  <a:pt x="1680" y="226"/>
                </a:cubicBezTo>
                <a:cubicBezTo>
                  <a:pt x="1680" y="184"/>
                  <a:pt x="1669" y="170"/>
                  <a:pt x="1654" y="170"/>
                </a:cubicBezTo>
                <a:cubicBezTo>
                  <a:pt x="1624" y="170"/>
                  <a:pt x="1579" y="226"/>
                  <a:pt x="1579" y="226"/>
                </a:cubicBezTo>
                <a:lnTo>
                  <a:pt x="1454" y="226"/>
                </a:lnTo>
                <a:cubicBezTo>
                  <a:pt x="1454" y="226"/>
                  <a:pt x="1354" y="226"/>
                  <a:pt x="1354" y="101"/>
                </a:cubicBezTo>
                <a:cubicBezTo>
                  <a:pt x="1354" y="101"/>
                  <a:pt x="1354" y="156"/>
                  <a:pt x="1324" y="156"/>
                </a:cubicBezTo>
                <a:cubicBezTo>
                  <a:pt x="1309" y="156"/>
                  <a:pt x="1287" y="143"/>
                  <a:pt x="1254" y="101"/>
                </a:cubicBezTo>
                <a:lnTo>
                  <a:pt x="1153" y="1"/>
                </a:lnTo>
                <a:lnTo>
                  <a:pt x="1053" y="101"/>
                </a:lnTo>
                <a:lnTo>
                  <a:pt x="953" y="101"/>
                </a:lnTo>
                <a:lnTo>
                  <a:pt x="828" y="1"/>
                </a:lnTo>
                <a:cubicBezTo>
                  <a:pt x="828" y="101"/>
                  <a:pt x="727" y="101"/>
                  <a:pt x="727" y="101"/>
                </a:cubicBezTo>
                <a:lnTo>
                  <a:pt x="527" y="101"/>
                </a:lnTo>
                <a:cubicBezTo>
                  <a:pt x="460" y="101"/>
                  <a:pt x="438" y="56"/>
                  <a:pt x="401" y="56"/>
                </a:cubicBezTo>
                <a:cubicBezTo>
                  <a:pt x="382" y="56"/>
                  <a:pt x="360" y="67"/>
                  <a:pt x="326" y="101"/>
                </a:cubicBezTo>
                <a:lnTo>
                  <a:pt x="201" y="101"/>
                </a:lnTo>
                <a:cubicBezTo>
                  <a:pt x="101" y="101"/>
                  <a:pt x="101" y="1"/>
                  <a:pt x="1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7"/>
          <p:cNvSpPr/>
          <p:nvPr/>
        </p:nvSpPr>
        <p:spPr>
          <a:xfrm>
            <a:off x="1330304" y="3277741"/>
            <a:ext cx="59858" cy="82163"/>
          </a:xfrm>
          <a:custGeom>
            <a:rect b="b" l="l" r="r" t="t"/>
            <a:pathLst>
              <a:path extrusionOk="0" h="4612" w="3360">
                <a:moveTo>
                  <a:pt x="2733" y="0"/>
                </a:moveTo>
                <a:lnTo>
                  <a:pt x="2733" y="100"/>
                </a:lnTo>
                <a:cubicBezTo>
                  <a:pt x="2632" y="100"/>
                  <a:pt x="2632" y="226"/>
                  <a:pt x="2632" y="226"/>
                </a:cubicBezTo>
                <a:cubicBezTo>
                  <a:pt x="2507" y="226"/>
                  <a:pt x="2507" y="326"/>
                  <a:pt x="2507" y="326"/>
                </a:cubicBezTo>
                <a:cubicBezTo>
                  <a:pt x="2407" y="326"/>
                  <a:pt x="2407" y="326"/>
                  <a:pt x="2307" y="426"/>
                </a:cubicBezTo>
                <a:lnTo>
                  <a:pt x="2307" y="527"/>
                </a:lnTo>
                <a:lnTo>
                  <a:pt x="2106" y="527"/>
                </a:lnTo>
                <a:cubicBezTo>
                  <a:pt x="2106" y="627"/>
                  <a:pt x="2106" y="727"/>
                  <a:pt x="2006" y="727"/>
                </a:cubicBezTo>
                <a:lnTo>
                  <a:pt x="1881" y="727"/>
                </a:lnTo>
                <a:lnTo>
                  <a:pt x="1881" y="852"/>
                </a:lnTo>
                <a:cubicBezTo>
                  <a:pt x="1780" y="953"/>
                  <a:pt x="1780" y="1053"/>
                  <a:pt x="1680" y="1153"/>
                </a:cubicBezTo>
                <a:cubicBezTo>
                  <a:pt x="1580" y="1153"/>
                  <a:pt x="1480" y="1253"/>
                  <a:pt x="1480" y="1354"/>
                </a:cubicBezTo>
                <a:cubicBezTo>
                  <a:pt x="1480" y="1479"/>
                  <a:pt x="1379" y="1479"/>
                  <a:pt x="1379" y="1579"/>
                </a:cubicBezTo>
                <a:cubicBezTo>
                  <a:pt x="1379" y="1579"/>
                  <a:pt x="1480" y="1679"/>
                  <a:pt x="1254" y="1679"/>
                </a:cubicBezTo>
                <a:cubicBezTo>
                  <a:pt x="1154" y="1679"/>
                  <a:pt x="1254" y="1780"/>
                  <a:pt x="1254" y="1780"/>
                </a:cubicBezTo>
                <a:lnTo>
                  <a:pt x="1154" y="1880"/>
                </a:lnTo>
                <a:cubicBezTo>
                  <a:pt x="1154" y="1980"/>
                  <a:pt x="1054" y="2106"/>
                  <a:pt x="1054" y="2106"/>
                </a:cubicBezTo>
                <a:cubicBezTo>
                  <a:pt x="953" y="2206"/>
                  <a:pt x="1054" y="2206"/>
                  <a:pt x="953" y="2206"/>
                </a:cubicBezTo>
                <a:cubicBezTo>
                  <a:pt x="853" y="2206"/>
                  <a:pt x="953" y="2306"/>
                  <a:pt x="853" y="2306"/>
                </a:cubicBezTo>
                <a:lnTo>
                  <a:pt x="753" y="2406"/>
                </a:lnTo>
                <a:lnTo>
                  <a:pt x="753" y="2732"/>
                </a:lnTo>
                <a:cubicBezTo>
                  <a:pt x="753" y="2832"/>
                  <a:pt x="753" y="2832"/>
                  <a:pt x="627" y="2933"/>
                </a:cubicBezTo>
                <a:cubicBezTo>
                  <a:pt x="627" y="2933"/>
                  <a:pt x="527" y="2933"/>
                  <a:pt x="527" y="3033"/>
                </a:cubicBezTo>
                <a:lnTo>
                  <a:pt x="527" y="3233"/>
                </a:lnTo>
                <a:lnTo>
                  <a:pt x="527" y="3559"/>
                </a:lnTo>
                <a:lnTo>
                  <a:pt x="427" y="3659"/>
                </a:lnTo>
                <a:cubicBezTo>
                  <a:pt x="427" y="3860"/>
                  <a:pt x="327" y="3760"/>
                  <a:pt x="327" y="3985"/>
                </a:cubicBezTo>
                <a:lnTo>
                  <a:pt x="327" y="4286"/>
                </a:lnTo>
                <a:cubicBezTo>
                  <a:pt x="327" y="4286"/>
                  <a:pt x="226" y="4286"/>
                  <a:pt x="226" y="4386"/>
                </a:cubicBezTo>
                <a:cubicBezTo>
                  <a:pt x="226" y="4386"/>
                  <a:pt x="327" y="4386"/>
                  <a:pt x="226" y="4486"/>
                </a:cubicBezTo>
                <a:cubicBezTo>
                  <a:pt x="226" y="4486"/>
                  <a:pt x="1" y="4486"/>
                  <a:pt x="226" y="4612"/>
                </a:cubicBezTo>
                <a:lnTo>
                  <a:pt x="753" y="4612"/>
                </a:lnTo>
                <a:cubicBezTo>
                  <a:pt x="753" y="4486"/>
                  <a:pt x="853" y="4386"/>
                  <a:pt x="953" y="4286"/>
                </a:cubicBezTo>
                <a:lnTo>
                  <a:pt x="953" y="4085"/>
                </a:lnTo>
                <a:lnTo>
                  <a:pt x="953" y="3860"/>
                </a:lnTo>
                <a:lnTo>
                  <a:pt x="953" y="3760"/>
                </a:lnTo>
                <a:cubicBezTo>
                  <a:pt x="1054" y="3659"/>
                  <a:pt x="1054" y="3659"/>
                  <a:pt x="1054" y="3559"/>
                </a:cubicBezTo>
                <a:cubicBezTo>
                  <a:pt x="1054" y="3559"/>
                  <a:pt x="953" y="3459"/>
                  <a:pt x="1054" y="3459"/>
                </a:cubicBezTo>
                <a:cubicBezTo>
                  <a:pt x="1054" y="3459"/>
                  <a:pt x="953" y="3359"/>
                  <a:pt x="1054" y="3359"/>
                </a:cubicBezTo>
                <a:lnTo>
                  <a:pt x="1054" y="3233"/>
                </a:lnTo>
                <a:cubicBezTo>
                  <a:pt x="1054" y="3133"/>
                  <a:pt x="1254" y="3133"/>
                  <a:pt x="1154" y="3033"/>
                </a:cubicBezTo>
                <a:cubicBezTo>
                  <a:pt x="1154" y="2933"/>
                  <a:pt x="1154" y="2933"/>
                  <a:pt x="1254" y="2832"/>
                </a:cubicBezTo>
                <a:lnTo>
                  <a:pt x="1154" y="2832"/>
                </a:lnTo>
                <a:cubicBezTo>
                  <a:pt x="1154" y="2732"/>
                  <a:pt x="1154" y="2732"/>
                  <a:pt x="1254" y="2732"/>
                </a:cubicBezTo>
                <a:cubicBezTo>
                  <a:pt x="1379" y="2732"/>
                  <a:pt x="1379" y="2607"/>
                  <a:pt x="1379" y="2507"/>
                </a:cubicBezTo>
                <a:cubicBezTo>
                  <a:pt x="1379" y="2507"/>
                  <a:pt x="1480" y="2507"/>
                  <a:pt x="1480" y="2406"/>
                </a:cubicBezTo>
                <a:cubicBezTo>
                  <a:pt x="1480" y="2356"/>
                  <a:pt x="1530" y="2356"/>
                  <a:pt x="1567" y="2356"/>
                </a:cubicBezTo>
                <a:cubicBezTo>
                  <a:pt x="1605" y="2356"/>
                  <a:pt x="1630" y="2356"/>
                  <a:pt x="1580" y="2306"/>
                </a:cubicBezTo>
                <a:cubicBezTo>
                  <a:pt x="1580" y="2206"/>
                  <a:pt x="1580" y="2206"/>
                  <a:pt x="1680" y="2206"/>
                </a:cubicBezTo>
                <a:lnTo>
                  <a:pt x="1680" y="2106"/>
                </a:lnTo>
                <a:cubicBezTo>
                  <a:pt x="1780" y="2106"/>
                  <a:pt x="1780" y="1980"/>
                  <a:pt x="1680" y="1980"/>
                </a:cubicBezTo>
                <a:cubicBezTo>
                  <a:pt x="1680" y="1930"/>
                  <a:pt x="1730" y="1930"/>
                  <a:pt x="1780" y="1930"/>
                </a:cubicBezTo>
                <a:cubicBezTo>
                  <a:pt x="1830" y="1930"/>
                  <a:pt x="1881" y="1930"/>
                  <a:pt x="1881" y="1880"/>
                </a:cubicBezTo>
                <a:cubicBezTo>
                  <a:pt x="1881" y="1780"/>
                  <a:pt x="1780" y="1780"/>
                  <a:pt x="1780" y="1780"/>
                </a:cubicBezTo>
                <a:cubicBezTo>
                  <a:pt x="1780" y="1679"/>
                  <a:pt x="1881" y="1679"/>
                  <a:pt x="2006" y="1679"/>
                </a:cubicBezTo>
                <a:lnTo>
                  <a:pt x="2006" y="1579"/>
                </a:lnTo>
                <a:lnTo>
                  <a:pt x="2106" y="1579"/>
                </a:lnTo>
                <a:cubicBezTo>
                  <a:pt x="2206" y="1579"/>
                  <a:pt x="2106" y="1479"/>
                  <a:pt x="2106" y="1354"/>
                </a:cubicBezTo>
                <a:cubicBezTo>
                  <a:pt x="2106" y="1304"/>
                  <a:pt x="2156" y="1304"/>
                  <a:pt x="2206" y="1304"/>
                </a:cubicBezTo>
                <a:cubicBezTo>
                  <a:pt x="2257" y="1304"/>
                  <a:pt x="2307" y="1304"/>
                  <a:pt x="2307" y="1253"/>
                </a:cubicBezTo>
                <a:cubicBezTo>
                  <a:pt x="2307" y="1253"/>
                  <a:pt x="2407" y="1253"/>
                  <a:pt x="2407" y="1153"/>
                </a:cubicBezTo>
                <a:cubicBezTo>
                  <a:pt x="2407" y="1053"/>
                  <a:pt x="2407" y="1053"/>
                  <a:pt x="2507" y="1053"/>
                </a:cubicBezTo>
                <a:cubicBezTo>
                  <a:pt x="2632" y="953"/>
                  <a:pt x="2733" y="953"/>
                  <a:pt x="2733" y="727"/>
                </a:cubicBezTo>
                <a:cubicBezTo>
                  <a:pt x="2733" y="727"/>
                  <a:pt x="2733" y="627"/>
                  <a:pt x="2833" y="627"/>
                </a:cubicBezTo>
                <a:cubicBezTo>
                  <a:pt x="2833" y="660"/>
                  <a:pt x="2855" y="671"/>
                  <a:pt x="2885" y="671"/>
                </a:cubicBezTo>
                <a:cubicBezTo>
                  <a:pt x="2944" y="671"/>
                  <a:pt x="3033" y="627"/>
                  <a:pt x="3033" y="627"/>
                </a:cubicBezTo>
                <a:cubicBezTo>
                  <a:pt x="3033" y="426"/>
                  <a:pt x="3033" y="426"/>
                  <a:pt x="3134" y="426"/>
                </a:cubicBezTo>
                <a:cubicBezTo>
                  <a:pt x="3134" y="426"/>
                  <a:pt x="3359" y="426"/>
                  <a:pt x="3134" y="226"/>
                </a:cubicBezTo>
                <a:cubicBezTo>
                  <a:pt x="3134" y="100"/>
                  <a:pt x="3033" y="0"/>
                  <a:pt x="3033" y="0"/>
                </a:cubicBezTo>
                <a:lnTo>
                  <a:pt x="2933" y="0"/>
                </a:lnTo>
                <a:cubicBezTo>
                  <a:pt x="2900" y="34"/>
                  <a:pt x="2866" y="45"/>
                  <a:pt x="2837" y="45"/>
                </a:cubicBezTo>
                <a:cubicBezTo>
                  <a:pt x="2777" y="45"/>
                  <a:pt x="2733"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7"/>
          <p:cNvSpPr/>
          <p:nvPr/>
        </p:nvSpPr>
        <p:spPr>
          <a:xfrm>
            <a:off x="1354871" y="3939907"/>
            <a:ext cx="126380" cy="81700"/>
          </a:xfrm>
          <a:custGeom>
            <a:rect b="b" l="l" r="r" t="t"/>
            <a:pathLst>
              <a:path extrusionOk="0" h="4586" w="7094">
                <a:moveTo>
                  <a:pt x="170" y="1"/>
                </a:moveTo>
                <a:cubicBezTo>
                  <a:pt x="114" y="1"/>
                  <a:pt x="57" y="41"/>
                  <a:pt x="0" y="225"/>
                </a:cubicBezTo>
                <a:lnTo>
                  <a:pt x="0" y="425"/>
                </a:lnTo>
                <a:cubicBezTo>
                  <a:pt x="0" y="526"/>
                  <a:pt x="101" y="526"/>
                  <a:pt x="101" y="526"/>
                </a:cubicBezTo>
                <a:cubicBezTo>
                  <a:pt x="167" y="526"/>
                  <a:pt x="234" y="581"/>
                  <a:pt x="271" y="581"/>
                </a:cubicBezTo>
                <a:cubicBezTo>
                  <a:pt x="290" y="581"/>
                  <a:pt x="301" y="567"/>
                  <a:pt x="301" y="526"/>
                </a:cubicBezTo>
                <a:lnTo>
                  <a:pt x="401" y="526"/>
                </a:lnTo>
                <a:cubicBezTo>
                  <a:pt x="435" y="567"/>
                  <a:pt x="457" y="581"/>
                  <a:pt x="477" y="581"/>
                </a:cubicBezTo>
                <a:cubicBezTo>
                  <a:pt x="516" y="581"/>
                  <a:pt x="543" y="526"/>
                  <a:pt x="627" y="526"/>
                </a:cubicBezTo>
                <a:lnTo>
                  <a:pt x="727" y="651"/>
                </a:lnTo>
                <a:cubicBezTo>
                  <a:pt x="727" y="684"/>
                  <a:pt x="738" y="696"/>
                  <a:pt x="753" y="696"/>
                </a:cubicBezTo>
                <a:cubicBezTo>
                  <a:pt x="783" y="696"/>
                  <a:pt x="827" y="651"/>
                  <a:pt x="827" y="651"/>
                </a:cubicBezTo>
                <a:cubicBezTo>
                  <a:pt x="928" y="651"/>
                  <a:pt x="928" y="751"/>
                  <a:pt x="1028" y="751"/>
                </a:cubicBezTo>
                <a:lnTo>
                  <a:pt x="1253" y="751"/>
                </a:lnTo>
                <a:cubicBezTo>
                  <a:pt x="1253" y="751"/>
                  <a:pt x="1354" y="852"/>
                  <a:pt x="1454" y="852"/>
                </a:cubicBezTo>
                <a:cubicBezTo>
                  <a:pt x="1554" y="852"/>
                  <a:pt x="1554" y="852"/>
                  <a:pt x="1654" y="952"/>
                </a:cubicBezTo>
                <a:lnTo>
                  <a:pt x="1880" y="952"/>
                </a:lnTo>
                <a:cubicBezTo>
                  <a:pt x="1880" y="1052"/>
                  <a:pt x="1980" y="1052"/>
                  <a:pt x="1980" y="1052"/>
                </a:cubicBezTo>
                <a:cubicBezTo>
                  <a:pt x="2181" y="1052"/>
                  <a:pt x="2281" y="1052"/>
                  <a:pt x="2381" y="1152"/>
                </a:cubicBezTo>
                <a:cubicBezTo>
                  <a:pt x="2507" y="1278"/>
                  <a:pt x="2707" y="1378"/>
                  <a:pt x="2807" y="1378"/>
                </a:cubicBezTo>
                <a:cubicBezTo>
                  <a:pt x="2908" y="1378"/>
                  <a:pt x="3008" y="1478"/>
                  <a:pt x="3133" y="1478"/>
                </a:cubicBezTo>
                <a:cubicBezTo>
                  <a:pt x="3183" y="1478"/>
                  <a:pt x="3233" y="1453"/>
                  <a:pt x="3271" y="1453"/>
                </a:cubicBezTo>
                <a:cubicBezTo>
                  <a:pt x="3309" y="1453"/>
                  <a:pt x="3334" y="1478"/>
                  <a:pt x="3334" y="1578"/>
                </a:cubicBezTo>
                <a:cubicBezTo>
                  <a:pt x="3334" y="1628"/>
                  <a:pt x="3359" y="1628"/>
                  <a:pt x="3384" y="1628"/>
                </a:cubicBezTo>
                <a:cubicBezTo>
                  <a:pt x="3409" y="1628"/>
                  <a:pt x="3434" y="1628"/>
                  <a:pt x="3434" y="1679"/>
                </a:cubicBezTo>
                <a:lnTo>
                  <a:pt x="3634" y="1679"/>
                </a:lnTo>
                <a:cubicBezTo>
                  <a:pt x="3760" y="1779"/>
                  <a:pt x="3860" y="1904"/>
                  <a:pt x="3960" y="2004"/>
                </a:cubicBezTo>
                <a:lnTo>
                  <a:pt x="4060" y="2004"/>
                </a:lnTo>
                <a:cubicBezTo>
                  <a:pt x="4060" y="2105"/>
                  <a:pt x="4161" y="2105"/>
                  <a:pt x="4261" y="2105"/>
                </a:cubicBezTo>
                <a:lnTo>
                  <a:pt x="4386" y="2305"/>
                </a:lnTo>
                <a:cubicBezTo>
                  <a:pt x="4487" y="2405"/>
                  <a:pt x="4587" y="2405"/>
                  <a:pt x="4687" y="2405"/>
                </a:cubicBezTo>
                <a:cubicBezTo>
                  <a:pt x="4787" y="2531"/>
                  <a:pt x="4888" y="2631"/>
                  <a:pt x="5013" y="2731"/>
                </a:cubicBezTo>
                <a:cubicBezTo>
                  <a:pt x="5013" y="2731"/>
                  <a:pt x="5013" y="2831"/>
                  <a:pt x="5113" y="2831"/>
                </a:cubicBezTo>
                <a:cubicBezTo>
                  <a:pt x="5213" y="2932"/>
                  <a:pt x="5314" y="2932"/>
                  <a:pt x="5414" y="3032"/>
                </a:cubicBezTo>
                <a:cubicBezTo>
                  <a:pt x="5414" y="3157"/>
                  <a:pt x="5639" y="3157"/>
                  <a:pt x="5740" y="3358"/>
                </a:cubicBezTo>
                <a:cubicBezTo>
                  <a:pt x="5740" y="3358"/>
                  <a:pt x="5740" y="3458"/>
                  <a:pt x="5840" y="3458"/>
                </a:cubicBezTo>
                <a:cubicBezTo>
                  <a:pt x="5940" y="3659"/>
                  <a:pt x="5940" y="3659"/>
                  <a:pt x="6040" y="3884"/>
                </a:cubicBezTo>
                <a:cubicBezTo>
                  <a:pt x="6141" y="3884"/>
                  <a:pt x="6366" y="4185"/>
                  <a:pt x="6366" y="4185"/>
                </a:cubicBezTo>
                <a:lnTo>
                  <a:pt x="6366" y="4410"/>
                </a:lnTo>
                <a:lnTo>
                  <a:pt x="6567" y="4410"/>
                </a:lnTo>
                <a:cubicBezTo>
                  <a:pt x="6567" y="4481"/>
                  <a:pt x="6517" y="4552"/>
                  <a:pt x="6523" y="4552"/>
                </a:cubicBezTo>
                <a:cubicBezTo>
                  <a:pt x="6525" y="4552"/>
                  <a:pt x="6537" y="4540"/>
                  <a:pt x="6567" y="4511"/>
                </a:cubicBezTo>
                <a:cubicBezTo>
                  <a:pt x="6567" y="4561"/>
                  <a:pt x="6592" y="4586"/>
                  <a:pt x="6629" y="4586"/>
                </a:cubicBezTo>
                <a:cubicBezTo>
                  <a:pt x="6667" y="4586"/>
                  <a:pt x="6717" y="4561"/>
                  <a:pt x="6767" y="4511"/>
                </a:cubicBezTo>
                <a:cubicBezTo>
                  <a:pt x="6893" y="4511"/>
                  <a:pt x="6993" y="4410"/>
                  <a:pt x="6993" y="4285"/>
                </a:cubicBezTo>
                <a:cubicBezTo>
                  <a:pt x="7093" y="4285"/>
                  <a:pt x="6993" y="4185"/>
                  <a:pt x="6993" y="4185"/>
                </a:cubicBezTo>
                <a:cubicBezTo>
                  <a:pt x="6893" y="4085"/>
                  <a:pt x="6893" y="3984"/>
                  <a:pt x="6767" y="3784"/>
                </a:cubicBezTo>
                <a:cubicBezTo>
                  <a:pt x="6667" y="3558"/>
                  <a:pt x="6567" y="3558"/>
                  <a:pt x="6467" y="3458"/>
                </a:cubicBezTo>
                <a:cubicBezTo>
                  <a:pt x="6467" y="3358"/>
                  <a:pt x="6366" y="3358"/>
                  <a:pt x="6266" y="3157"/>
                </a:cubicBezTo>
                <a:lnTo>
                  <a:pt x="6141" y="3032"/>
                </a:lnTo>
                <a:cubicBezTo>
                  <a:pt x="6141" y="2932"/>
                  <a:pt x="5940" y="2932"/>
                  <a:pt x="5940" y="2831"/>
                </a:cubicBezTo>
                <a:cubicBezTo>
                  <a:pt x="5890" y="2781"/>
                  <a:pt x="5840" y="2781"/>
                  <a:pt x="5802" y="2781"/>
                </a:cubicBezTo>
                <a:cubicBezTo>
                  <a:pt x="5765" y="2781"/>
                  <a:pt x="5740" y="2781"/>
                  <a:pt x="5740" y="2731"/>
                </a:cubicBezTo>
                <a:cubicBezTo>
                  <a:pt x="5740" y="2631"/>
                  <a:pt x="5639" y="2631"/>
                  <a:pt x="5514" y="2631"/>
                </a:cubicBezTo>
                <a:cubicBezTo>
                  <a:pt x="5514" y="2531"/>
                  <a:pt x="5414" y="2531"/>
                  <a:pt x="5414" y="2531"/>
                </a:cubicBezTo>
                <a:cubicBezTo>
                  <a:pt x="5314" y="2405"/>
                  <a:pt x="5314" y="2205"/>
                  <a:pt x="5113" y="2205"/>
                </a:cubicBezTo>
                <a:lnTo>
                  <a:pt x="5013" y="2105"/>
                </a:lnTo>
                <a:lnTo>
                  <a:pt x="4888" y="2004"/>
                </a:lnTo>
                <a:lnTo>
                  <a:pt x="4687" y="2004"/>
                </a:lnTo>
                <a:cubicBezTo>
                  <a:pt x="4687" y="1779"/>
                  <a:pt x="4587" y="1779"/>
                  <a:pt x="4487" y="1679"/>
                </a:cubicBezTo>
                <a:cubicBezTo>
                  <a:pt x="4487" y="1679"/>
                  <a:pt x="4386" y="1578"/>
                  <a:pt x="4261" y="1578"/>
                </a:cubicBezTo>
                <a:cubicBezTo>
                  <a:pt x="4175" y="1578"/>
                  <a:pt x="4163" y="1357"/>
                  <a:pt x="4098" y="1357"/>
                </a:cubicBezTo>
                <a:cubicBezTo>
                  <a:pt x="4087" y="1357"/>
                  <a:pt x="4075" y="1364"/>
                  <a:pt x="4060" y="1378"/>
                </a:cubicBezTo>
                <a:cubicBezTo>
                  <a:pt x="3960" y="1378"/>
                  <a:pt x="3960" y="1278"/>
                  <a:pt x="3960" y="1278"/>
                </a:cubicBezTo>
                <a:cubicBezTo>
                  <a:pt x="3860" y="1152"/>
                  <a:pt x="3760" y="1152"/>
                  <a:pt x="3760" y="1152"/>
                </a:cubicBezTo>
                <a:cubicBezTo>
                  <a:pt x="3634" y="1052"/>
                  <a:pt x="3634" y="1052"/>
                  <a:pt x="3534" y="1052"/>
                </a:cubicBezTo>
                <a:cubicBezTo>
                  <a:pt x="3519" y="1067"/>
                  <a:pt x="3507" y="1073"/>
                  <a:pt x="3496" y="1073"/>
                </a:cubicBezTo>
                <a:cubicBezTo>
                  <a:pt x="3443" y="1073"/>
                  <a:pt x="3425" y="931"/>
                  <a:pt x="3372" y="931"/>
                </a:cubicBezTo>
                <a:cubicBezTo>
                  <a:pt x="3361" y="931"/>
                  <a:pt x="3348" y="937"/>
                  <a:pt x="3334" y="952"/>
                </a:cubicBezTo>
                <a:lnTo>
                  <a:pt x="3133" y="952"/>
                </a:lnTo>
                <a:cubicBezTo>
                  <a:pt x="3133" y="952"/>
                  <a:pt x="3133" y="852"/>
                  <a:pt x="3008" y="852"/>
                </a:cubicBezTo>
                <a:cubicBezTo>
                  <a:pt x="3008" y="751"/>
                  <a:pt x="2908" y="751"/>
                  <a:pt x="2908" y="751"/>
                </a:cubicBezTo>
                <a:cubicBezTo>
                  <a:pt x="2807" y="651"/>
                  <a:pt x="2707" y="651"/>
                  <a:pt x="2707" y="651"/>
                </a:cubicBezTo>
                <a:cubicBezTo>
                  <a:pt x="2674" y="609"/>
                  <a:pt x="2651" y="595"/>
                  <a:pt x="2633" y="595"/>
                </a:cubicBezTo>
                <a:cubicBezTo>
                  <a:pt x="2596" y="595"/>
                  <a:pt x="2573" y="651"/>
                  <a:pt x="2507" y="651"/>
                </a:cubicBezTo>
                <a:cubicBezTo>
                  <a:pt x="2381" y="651"/>
                  <a:pt x="2281" y="526"/>
                  <a:pt x="2181" y="425"/>
                </a:cubicBezTo>
                <a:cubicBezTo>
                  <a:pt x="2181" y="425"/>
                  <a:pt x="2081" y="325"/>
                  <a:pt x="1980" y="325"/>
                </a:cubicBezTo>
                <a:lnTo>
                  <a:pt x="1654" y="325"/>
                </a:lnTo>
                <a:cubicBezTo>
                  <a:pt x="1513" y="254"/>
                  <a:pt x="1421" y="183"/>
                  <a:pt x="1300" y="183"/>
                </a:cubicBezTo>
                <a:cubicBezTo>
                  <a:pt x="1250" y="183"/>
                  <a:pt x="1194" y="196"/>
                  <a:pt x="1128" y="225"/>
                </a:cubicBezTo>
                <a:lnTo>
                  <a:pt x="928" y="225"/>
                </a:lnTo>
                <a:cubicBezTo>
                  <a:pt x="928" y="125"/>
                  <a:pt x="627" y="24"/>
                  <a:pt x="627" y="24"/>
                </a:cubicBezTo>
                <a:cubicBezTo>
                  <a:pt x="514" y="75"/>
                  <a:pt x="458" y="100"/>
                  <a:pt x="417" y="100"/>
                </a:cubicBezTo>
                <a:cubicBezTo>
                  <a:pt x="376" y="100"/>
                  <a:pt x="351" y="75"/>
                  <a:pt x="301" y="24"/>
                </a:cubicBezTo>
                <a:cubicBezTo>
                  <a:pt x="257" y="24"/>
                  <a:pt x="214" y="1"/>
                  <a:pt x="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7"/>
          <p:cNvSpPr/>
          <p:nvPr/>
        </p:nvSpPr>
        <p:spPr>
          <a:xfrm>
            <a:off x="1339693" y="3961980"/>
            <a:ext cx="119218" cy="86474"/>
          </a:xfrm>
          <a:custGeom>
            <a:rect b="b" l="l" r="r" t="t"/>
            <a:pathLst>
              <a:path extrusionOk="0" h="4854" w="6692">
                <a:moveTo>
                  <a:pt x="382" y="1"/>
                </a:moveTo>
                <a:cubicBezTo>
                  <a:pt x="342" y="1"/>
                  <a:pt x="291" y="11"/>
                  <a:pt x="226" y="39"/>
                </a:cubicBezTo>
                <a:cubicBezTo>
                  <a:pt x="226" y="139"/>
                  <a:pt x="100" y="139"/>
                  <a:pt x="100" y="139"/>
                </a:cubicBezTo>
                <a:lnTo>
                  <a:pt x="0" y="239"/>
                </a:lnTo>
                <a:cubicBezTo>
                  <a:pt x="0" y="339"/>
                  <a:pt x="100" y="339"/>
                  <a:pt x="100" y="339"/>
                </a:cubicBezTo>
                <a:cubicBezTo>
                  <a:pt x="226" y="440"/>
                  <a:pt x="226" y="540"/>
                  <a:pt x="226" y="540"/>
                </a:cubicBezTo>
                <a:lnTo>
                  <a:pt x="326" y="665"/>
                </a:lnTo>
                <a:cubicBezTo>
                  <a:pt x="326" y="765"/>
                  <a:pt x="426" y="765"/>
                  <a:pt x="527" y="765"/>
                </a:cubicBezTo>
                <a:cubicBezTo>
                  <a:pt x="527" y="765"/>
                  <a:pt x="627" y="765"/>
                  <a:pt x="627" y="866"/>
                </a:cubicBezTo>
                <a:cubicBezTo>
                  <a:pt x="627" y="916"/>
                  <a:pt x="652" y="916"/>
                  <a:pt x="677" y="916"/>
                </a:cubicBezTo>
                <a:cubicBezTo>
                  <a:pt x="702" y="916"/>
                  <a:pt x="727" y="916"/>
                  <a:pt x="727" y="966"/>
                </a:cubicBezTo>
                <a:cubicBezTo>
                  <a:pt x="852" y="966"/>
                  <a:pt x="852" y="1066"/>
                  <a:pt x="953" y="1066"/>
                </a:cubicBezTo>
                <a:lnTo>
                  <a:pt x="1153" y="1066"/>
                </a:lnTo>
                <a:cubicBezTo>
                  <a:pt x="1153" y="1166"/>
                  <a:pt x="1253" y="1292"/>
                  <a:pt x="1354" y="1292"/>
                </a:cubicBezTo>
                <a:lnTo>
                  <a:pt x="1579" y="1292"/>
                </a:lnTo>
                <a:cubicBezTo>
                  <a:pt x="1629" y="1342"/>
                  <a:pt x="1654" y="1342"/>
                  <a:pt x="1679" y="1342"/>
                </a:cubicBezTo>
                <a:cubicBezTo>
                  <a:pt x="1704" y="1342"/>
                  <a:pt x="1730" y="1342"/>
                  <a:pt x="1780" y="1392"/>
                </a:cubicBezTo>
                <a:lnTo>
                  <a:pt x="1880" y="1392"/>
                </a:lnTo>
                <a:cubicBezTo>
                  <a:pt x="2105" y="1392"/>
                  <a:pt x="2206" y="1492"/>
                  <a:pt x="2306" y="1492"/>
                </a:cubicBezTo>
                <a:cubicBezTo>
                  <a:pt x="2448" y="1563"/>
                  <a:pt x="2539" y="1634"/>
                  <a:pt x="2661" y="1634"/>
                </a:cubicBezTo>
                <a:cubicBezTo>
                  <a:pt x="2711" y="1634"/>
                  <a:pt x="2766" y="1622"/>
                  <a:pt x="2832" y="1592"/>
                </a:cubicBezTo>
                <a:cubicBezTo>
                  <a:pt x="2933" y="1592"/>
                  <a:pt x="2933" y="1693"/>
                  <a:pt x="3033" y="1793"/>
                </a:cubicBezTo>
                <a:cubicBezTo>
                  <a:pt x="3100" y="1793"/>
                  <a:pt x="3166" y="1748"/>
                  <a:pt x="3204" y="1748"/>
                </a:cubicBezTo>
                <a:cubicBezTo>
                  <a:pt x="3222" y="1748"/>
                  <a:pt x="3233" y="1760"/>
                  <a:pt x="3233" y="1793"/>
                </a:cubicBezTo>
                <a:cubicBezTo>
                  <a:pt x="3233" y="1918"/>
                  <a:pt x="3359" y="1918"/>
                  <a:pt x="3359" y="1918"/>
                </a:cubicBezTo>
                <a:cubicBezTo>
                  <a:pt x="3359" y="1918"/>
                  <a:pt x="3459" y="1918"/>
                  <a:pt x="3559" y="2019"/>
                </a:cubicBezTo>
                <a:cubicBezTo>
                  <a:pt x="3659" y="2019"/>
                  <a:pt x="3760" y="2119"/>
                  <a:pt x="3860" y="2219"/>
                </a:cubicBezTo>
                <a:lnTo>
                  <a:pt x="3985" y="2219"/>
                </a:lnTo>
                <a:cubicBezTo>
                  <a:pt x="3985" y="2319"/>
                  <a:pt x="4085" y="2319"/>
                  <a:pt x="4085" y="2420"/>
                </a:cubicBezTo>
                <a:lnTo>
                  <a:pt x="4186" y="2545"/>
                </a:lnTo>
                <a:cubicBezTo>
                  <a:pt x="4286" y="2645"/>
                  <a:pt x="4386" y="2645"/>
                  <a:pt x="4486" y="2745"/>
                </a:cubicBezTo>
                <a:cubicBezTo>
                  <a:pt x="4612" y="2745"/>
                  <a:pt x="4712" y="2846"/>
                  <a:pt x="4712" y="2946"/>
                </a:cubicBezTo>
                <a:cubicBezTo>
                  <a:pt x="4812" y="3046"/>
                  <a:pt x="4812" y="3171"/>
                  <a:pt x="4812" y="3171"/>
                </a:cubicBezTo>
                <a:cubicBezTo>
                  <a:pt x="4912" y="3171"/>
                  <a:pt x="5013" y="3272"/>
                  <a:pt x="5113" y="3372"/>
                </a:cubicBezTo>
                <a:cubicBezTo>
                  <a:pt x="5238" y="3472"/>
                  <a:pt x="5339" y="3472"/>
                  <a:pt x="5439" y="3572"/>
                </a:cubicBezTo>
                <a:cubicBezTo>
                  <a:pt x="5439" y="3673"/>
                  <a:pt x="5439" y="3798"/>
                  <a:pt x="5539" y="3798"/>
                </a:cubicBezTo>
                <a:cubicBezTo>
                  <a:pt x="5639" y="3998"/>
                  <a:pt x="5539" y="3998"/>
                  <a:pt x="5740" y="4099"/>
                </a:cubicBezTo>
                <a:cubicBezTo>
                  <a:pt x="5740" y="4199"/>
                  <a:pt x="5965" y="4425"/>
                  <a:pt x="6065" y="4525"/>
                </a:cubicBezTo>
                <a:lnTo>
                  <a:pt x="6065" y="4625"/>
                </a:lnTo>
                <a:cubicBezTo>
                  <a:pt x="6065" y="4625"/>
                  <a:pt x="6166" y="4625"/>
                  <a:pt x="6166" y="4725"/>
                </a:cubicBezTo>
                <a:cubicBezTo>
                  <a:pt x="6166" y="4725"/>
                  <a:pt x="6101" y="4854"/>
                  <a:pt x="6178" y="4854"/>
                </a:cubicBezTo>
                <a:cubicBezTo>
                  <a:pt x="6198" y="4854"/>
                  <a:pt x="6226" y="4846"/>
                  <a:pt x="6266" y="4826"/>
                </a:cubicBezTo>
                <a:lnTo>
                  <a:pt x="6366" y="4826"/>
                </a:lnTo>
                <a:cubicBezTo>
                  <a:pt x="6491" y="4725"/>
                  <a:pt x="6692" y="4625"/>
                  <a:pt x="6692" y="4525"/>
                </a:cubicBezTo>
                <a:lnTo>
                  <a:pt x="6692" y="4425"/>
                </a:lnTo>
                <a:cubicBezTo>
                  <a:pt x="6592" y="4299"/>
                  <a:pt x="6491" y="4299"/>
                  <a:pt x="6491" y="3998"/>
                </a:cubicBezTo>
                <a:cubicBezTo>
                  <a:pt x="6366" y="3898"/>
                  <a:pt x="6266" y="3898"/>
                  <a:pt x="6166" y="3798"/>
                </a:cubicBezTo>
                <a:cubicBezTo>
                  <a:pt x="6166" y="3673"/>
                  <a:pt x="6065" y="3572"/>
                  <a:pt x="5965" y="3472"/>
                </a:cubicBezTo>
                <a:cubicBezTo>
                  <a:pt x="5965" y="3472"/>
                  <a:pt x="5965" y="3372"/>
                  <a:pt x="5865" y="3372"/>
                </a:cubicBezTo>
                <a:cubicBezTo>
                  <a:pt x="5865" y="3272"/>
                  <a:pt x="5740" y="3171"/>
                  <a:pt x="5639" y="3171"/>
                </a:cubicBezTo>
                <a:cubicBezTo>
                  <a:pt x="5639" y="3046"/>
                  <a:pt x="5539" y="3046"/>
                  <a:pt x="5539" y="3046"/>
                </a:cubicBezTo>
                <a:cubicBezTo>
                  <a:pt x="5439" y="2946"/>
                  <a:pt x="5339" y="2946"/>
                  <a:pt x="5339" y="2846"/>
                </a:cubicBezTo>
                <a:cubicBezTo>
                  <a:pt x="5339" y="2846"/>
                  <a:pt x="5238" y="2846"/>
                  <a:pt x="5238" y="2745"/>
                </a:cubicBezTo>
                <a:cubicBezTo>
                  <a:pt x="5113" y="2645"/>
                  <a:pt x="5113" y="2545"/>
                  <a:pt x="4912" y="2545"/>
                </a:cubicBezTo>
                <a:cubicBezTo>
                  <a:pt x="4912" y="2420"/>
                  <a:pt x="4812" y="2319"/>
                  <a:pt x="4812" y="2319"/>
                </a:cubicBezTo>
                <a:lnTo>
                  <a:pt x="4712" y="2319"/>
                </a:lnTo>
                <a:cubicBezTo>
                  <a:pt x="4612" y="2319"/>
                  <a:pt x="4612" y="2319"/>
                  <a:pt x="4612" y="2219"/>
                </a:cubicBezTo>
                <a:cubicBezTo>
                  <a:pt x="4612" y="2019"/>
                  <a:pt x="4486" y="2019"/>
                  <a:pt x="4386" y="2019"/>
                </a:cubicBezTo>
                <a:lnTo>
                  <a:pt x="4186" y="1793"/>
                </a:lnTo>
                <a:cubicBezTo>
                  <a:pt x="4085" y="1793"/>
                  <a:pt x="4085" y="1592"/>
                  <a:pt x="3985" y="1592"/>
                </a:cubicBezTo>
                <a:cubicBezTo>
                  <a:pt x="3860" y="1592"/>
                  <a:pt x="3860" y="1492"/>
                  <a:pt x="3760" y="1492"/>
                </a:cubicBezTo>
                <a:cubicBezTo>
                  <a:pt x="3760" y="1492"/>
                  <a:pt x="3659" y="1492"/>
                  <a:pt x="3659" y="1392"/>
                </a:cubicBezTo>
                <a:cubicBezTo>
                  <a:pt x="3593" y="1392"/>
                  <a:pt x="3570" y="1347"/>
                  <a:pt x="3533" y="1347"/>
                </a:cubicBezTo>
                <a:cubicBezTo>
                  <a:pt x="3515" y="1347"/>
                  <a:pt x="3492" y="1359"/>
                  <a:pt x="3459" y="1392"/>
                </a:cubicBezTo>
                <a:cubicBezTo>
                  <a:pt x="3359" y="1392"/>
                  <a:pt x="3359" y="1166"/>
                  <a:pt x="3233" y="1166"/>
                </a:cubicBezTo>
                <a:lnTo>
                  <a:pt x="3033" y="1166"/>
                </a:lnTo>
                <a:cubicBezTo>
                  <a:pt x="3033" y="1204"/>
                  <a:pt x="3033" y="1219"/>
                  <a:pt x="3030" y="1219"/>
                </a:cubicBezTo>
                <a:cubicBezTo>
                  <a:pt x="3024" y="1219"/>
                  <a:pt x="3003" y="1136"/>
                  <a:pt x="2933" y="1066"/>
                </a:cubicBezTo>
                <a:cubicBezTo>
                  <a:pt x="2933" y="1066"/>
                  <a:pt x="2832" y="1066"/>
                  <a:pt x="2732" y="966"/>
                </a:cubicBezTo>
                <a:lnTo>
                  <a:pt x="2607" y="966"/>
                </a:lnTo>
                <a:cubicBezTo>
                  <a:pt x="2573" y="932"/>
                  <a:pt x="2540" y="921"/>
                  <a:pt x="2506" y="921"/>
                </a:cubicBezTo>
                <a:cubicBezTo>
                  <a:pt x="2440" y="921"/>
                  <a:pt x="2373" y="966"/>
                  <a:pt x="2306" y="966"/>
                </a:cubicBezTo>
                <a:cubicBezTo>
                  <a:pt x="2306" y="966"/>
                  <a:pt x="2206" y="866"/>
                  <a:pt x="2105" y="866"/>
                </a:cubicBezTo>
                <a:cubicBezTo>
                  <a:pt x="2105" y="866"/>
                  <a:pt x="1980" y="765"/>
                  <a:pt x="1880" y="765"/>
                </a:cubicBezTo>
                <a:cubicBezTo>
                  <a:pt x="1780" y="765"/>
                  <a:pt x="1679" y="765"/>
                  <a:pt x="1579" y="665"/>
                </a:cubicBezTo>
                <a:cubicBezTo>
                  <a:pt x="1354" y="665"/>
                  <a:pt x="1354" y="540"/>
                  <a:pt x="1153" y="540"/>
                </a:cubicBezTo>
                <a:cubicBezTo>
                  <a:pt x="1086" y="540"/>
                  <a:pt x="1019" y="596"/>
                  <a:pt x="982" y="596"/>
                </a:cubicBezTo>
                <a:cubicBezTo>
                  <a:pt x="964" y="596"/>
                  <a:pt x="953" y="582"/>
                  <a:pt x="953" y="540"/>
                </a:cubicBezTo>
                <a:cubicBezTo>
                  <a:pt x="953" y="440"/>
                  <a:pt x="852" y="339"/>
                  <a:pt x="727" y="339"/>
                </a:cubicBezTo>
                <a:cubicBezTo>
                  <a:pt x="527" y="339"/>
                  <a:pt x="627" y="239"/>
                  <a:pt x="527" y="139"/>
                </a:cubicBezTo>
                <a:cubicBezTo>
                  <a:pt x="527" y="139"/>
                  <a:pt x="527" y="1"/>
                  <a:pt x="3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7"/>
          <p:cNvSpPr/>
          <p:nvPr/>
        </p:nvSpPr>
        <p:spPr>
          <a:xfrm>
            <a:off x="1901827" y="3151825"/>
            <a:ext cx="78154" cy="300949"/>
          </a:xfrm>
          <a:custGeom>
            <a:rect b="b" l="l" r="r" t="t"/>
            <a:pathLst>
              <a:path extrusionOk="0" h="16893" w="4387">
                <a:moveTo>
                  <a:pt x="3923" y="1"/>
                </a:moveTo>
                <a:cubicBezTo>
                  <a:pt x="3885" y="1"/>
                  <a:pt x="3860" y="26"/>
                  <a:pt x="3860" y="76"/>
                </a:cubicBezTo>
                <a:lnTo>
                  <a:pt x="3760" y="76"/>
                </a:lnTo>
                <a:lnTo>
                  <a:pt x="3760" y="402"/>
                </a:lnTo>
                <a:cubicBezTo>
                  <a:pt x="3760" y="502"/>
                  <a:pt x="3634" y="702"/>
                  <a:pt x="3634" y="803"/>
                </a:cubicBezTo>
                <a:lnTo>
                  <a:pt x="3634" y="1028"/>
                </a:lnTo>
                <a:cubicBezTo>
                  <a:pt x="3534" y="1128"/>
                  <a:pt x="3634" y="1329"/>
                  <a:pt x="3634" y="1429"/>
                </a:cubicBezTo>
                <a:lnTo>
                  <a:pt x="3634" y="1529"/>
                </a:lnTo>
                <a:cubicBezTo>
                  <a:pt x="3534" y="1755"/>
                  <a:pt x="3534" y="1855"/>
                  <a:pt x="3534" y="1955"/>
                </a:cubicBezTo>
                <a:cubicBezTo>
                  <a:pt x="3534" y="2056"/>
                  <a:pt x="3534" y="2156"/>
                  <a:pt x="3434" y="2382"/>
                </a:cubicBezTo>
                <a:cubicBezTo>
                  <a:pt x="3434" y="2482"/>
                  <a:pt x="3534" y="2582"/>
                  <a:pt x="3434" y="2682"/>
                </a:cubicBezTo>
                <a:cubicBezTo>
                  <a:pt x="3434" y="2908"/>
                  <a:pt x="3334" y="3108"/>
                  <a:pt x="3334" y="3209"/>
                </a:cubicBezTo>
                <a:lnTo>
                  <a:pt x="3334" y="3735"/>
                </a:lnTo>
                <a:cubicBezTo>
                  <a:pt x="3233" y="3835"/>
                  <a:pt x="3233" y="3935"/>
                  <a:pt x="3233" y="4161"/>
                </a:cubicBezTo>
                <a:cubicBezTo>
                  <a:pt x="3133" y="4261"/>
                  <a:pt x="3233" y="4361"/>
                  <a:pt x="3233" y="4462"/>
                </a:cubicBezTo>
                <a:cubicBezTo>
                  <a:pt x="3133" y="4788"/>
                  <a:pt x="3133" y="5088"/>
                  <a:pt x="3008" y="5414"/>
                </a:cubicBezTo>
                <a:cubicBezTo>
                  <a:pt x="2908" y="5715"/>
                  <a:pt x="2908" y="6141"/>
                  <a:pt x="2908" y="6442"/>
                </a:cubicBezTo>
                <a:cubicBezTo>
                  <a:pt x="2908" y="6667"/>
                  <a:pt x="2807" y="6868"/>
                  <a:pt x="2807" y="7068"/>
                </a:cubicBezTo>
                <a:cubicBezTo>
                  <a:pt x="2707" y="7168"/>
                  <a:pt x="2908" y="7394"/>
                  <a:pt x="2707" y="7494"/>
                </a:cubicBezTo>
                <a:cubicBezTo>
                  <a:pt x="2607" y="7494"/>
                  <a:pt x="2607" y="7695"/>
                  <a:pt x="2607" y="7795"/>
                </a:cubicBezTo>
                <a:lnTo>
                  <a:pt x="2607" y="8221"/>
                </a:lnTo>
                <a:cubicBezTo>
                  <a:pt x="2507" y="8547"/>
                  <a:pt x="2507" y="8747"/>
                  <a:pt x="2381" y="9048"/>
                </a:cubicBezTo>
                <a:cubicBezTo>
                  <a:pt x="2281" y="9174"/>
                  <a:pt x="2381" y="9274"/>
                  <a:pt x="2281" y="9374"/>
                </a:cubicBezTo>
                <a:cubicBezTo>
                  <a:pt x="2181" y="9474"/>
                  <a:pt x="2281" y="9575"/>
                  <a:pt x="2181" y="9675"/>
                </a:cubicBezTo>
                <a:lnTo>
                  <a:pt x="2080" y="10101"/>
                </a:lnTo>
                <a:cubicBezTo>
                  <a:pt x="1980" y="10427"/>
                  <a:pt x="1980" y="10627"/>
                  <a:pt x="1980" y="10928"/>
                </a:cubicBezTo>
                <a:cubicBezTo>
                  <a:pt x="1880" y="11153"/>
                  <a:pt x="1880" y="11454"/>
                  <a:pt x="1755" y="11680"/>
                </a:cubicBezTo>
                <a:cubicBezTo>
                  <a:pt x="1654" y="11780"/>
                  <a:pt x="1554" y="11880"/>
                  <a:pt x="1554" y="12081"/>
                </a:cubicBezTo>
                <a:cubicBezTo>
                  <a:pt x="1554" y="12306"/>
                  <a:pt x="1454" y="12507"/>
                  <a:pt x="1454" y="12707"/>
                </a:cubicBezTo>
                <a:cubicBezTo>
                  <a:pt x="1354" y="13033"/>
                  <a:pt x="1354" y="13334"/>
                  <a:pt x="1253" y="13660"/>
                </a:cubicBezTo>
                <a:cubicBezTo>
                  <a:pt x="1253" y="13760"/>
                  <a:pt x="1128" y="13860"/>
                  <a:pt x="1028" y="14061"/>
                </a:cubicBezTo>
                <a:cubicBezTo>
                  <a:pt x="928" y="14487"/>
                  <a:pt x="928" y="14387"/>
                  <a:pt x="827" y="14913"/>
                </a:cubicBezTo>
                <a:cubicBezTo>
                  <a:pt x="727" y="15013"/>
                  <a:pt x="501" y="15640"/>
                  <a:pt x="501" y="15840"/>
                </a:cubicBezTo>
                <a:cubicBezTo>
                  <a:pt x="401" y="15940"/>
                  <a:pt x="301" y="15940"/>
                  <a:pt x="301" y="16066"/>
                </a:cubicBezTo>
                <a:lnTo>
                  <a:pt x="301" y="16367"/>
                </a:lnTo>
                <a:cubicBezTo>
                  <a:pt x="201" y="16467"/>
                  <a:pt x="0" y="16567"/>
                  <a:pt x="201" y="16692"/>
                </a:cubicBezTo>
                <a:cubicBezTo>
                  <a:pt x="100" y="16692"/>
                  <a:pt x="201" y="16793"/>
                  <a:pt x="301" y="16793"/>
                </a:cubicBezTo>
                <a:cubicBezTo>
                  <a:pt x="401" y="16893"/>
                  <a:pt x="627" y="16893"/>
                  <a:pt x="627" y="16893"/>
                </a:cubicBezTo>
                <a:cubicBezTo>
                  <a:pt x="727" y="16793"/>
                  <a:pt x="727" y="16692"/>
                  <a:pt x="727" y="16692"/>
                </a:cubicBezTo>
                <a:cubicBezTo>
                  <a:pt x="827" y="16266"/>
                  <a:pt x="928" y="16266"/>
                  <a:pt x="1128" y="15740"/>
                </a:cubicBezTo>
                <a:cubicBezTo>
                  <a:pt x="1253" y="15439"/>
                  <a:pt x="1253" y="15214"/>
                  <a:pt x="1354" y="15013"/>
                </a:cubicBezTo>
                <a:cubicBezTo>
                  <a:pt x="1454" y="14813"/>
                  <a:pt x="1454" y="14487"/>
                  <a:pt x="1554" y="14286"/>
                </a:cubicBezTo>
                <a:cubicBezTo>
                  <a:pt x="1654" y="14186"/>
                  <a:pt x="1654" y="14061"/>
                  <a:pt x="1654" y="13961"/>
                </a:cubicBezTo>
                <a:cubicBezTo>
                  <a:pt x="1755" y="13760"/>
                  <a:pt x="1755" y="13560"/>
                  <a:pt x="1880" y="13334"/>
                </a:cubicBezTo>
                <a:lnTo>
                  <a:pt x="1880" y="12933"/>
                </a:lnTo>
                <a:cubicBezTo>
                  <a:pt x="1980" y="12808"/>
                  <a:pt x="1980" y="12607"/>
                  <a:pt x="1980" y="12507"/>
                </a:cubicBezTo>
                <a:cubicBezTo>
                  <a:pt x="2080" y="12407"/>
                  <a:pt x="2080" y="12306"/>
                  <a:pt x="2080" y="12181"/>
                </a:cubicBezTo>
                <a:cubicBezTo>
                  <a:pt x="2181" y="11880"/>
                  <a:pt x="2381" y="11780"/>
                  <a:pt x="2281" y="11354"/>
                </a:cubicBezTo>
                <a:cubicBezTo>
                  <a:pt x="2281" y="11254"/>
                  <a:pt x="2381" y="11053"/>
                  <a:pt x="2381" y="10928"/>
                </a:cubicBezTo>
                <a:cubicBezTo>
                  <a:pt x="2507" y="10828"/>
                  <a:pt x="2507" y="10828"/>
                  <a:pt x="2381" y="10727"/>
                </a:cubicBezTo>
                <a:cubicBezTo>
                  <a:pt x="2381" y="10627"/>
                  <a:pt x="2381" y="10527"/>
                  <a:pt x="2507" y="10427"/>
                </a:cubicBezTo>
                <a:cubicBezTo>
                  <a:pt x="2707" y="10201"/>
                  <a:pt x="2707" y="10101"/>
                  <a:pt x="2707" y="9800"/>
                </a:cubicBezTo>
                <a:cubicBezTo>
                  <a:pt x="2707" y="9675"/>
                  <a:pt x="2807" y="9474"/>
                  <a:pt x="2807" y="9374"/>
                </a:cubicBezTo>
                <a:cubicBezTo>
                  <a:pt x="2807" y="9048"/>
                  <a:pt x="3133" y="8948"/>
                  <a:pt x="3008" y="8647"/>
                </a:cubicBezTo>
                <a:cubicBezTo>
                  <a:pt x="3008" y="8547"/>
                  <a:pt x="3133" y="8422"/>
                  <a:pt x="3133" y="8321"/>
                </a:cubicBezTo>
                <a:cubicBezTo>
                  <a:pt x="3133" y="8221"/>
                  <a:pt x="3133" y="8021"/>
                  <a:pt x="3233" y="7920"/>
                </a:cubicBezTo>
                <a:lnTo>
                  <a:pt x="3233" y="7595"/>
                </a:lnTo>
                <a:cubicBezTo>
                  <a:pt x="3133" y="7394"/>
                  <a:pt x="3434" y="7168"/>
                  <a:pt x="3434" y="6968"/>
                </a:cubicBezTo>
                <a:cubicBezTo>
                  <a:pt x="3334" y="6868"/>
                  <a:pt x="3334" y="6868"/>
                  <a:pt x="3334" y="6767"/>
                </a:cubicBezTo>
                <a:cubicBezTo>
                  <a:pt x="3334" y="6667"/>
                  <a:pt x="3434" y="6542"/>
                  <a:pt x="3434" y="6442"/>
                </a:cubicBezTo>
                <a:cubicBezTo>
                  <a:pt x="3534" y="6241"/>
                  <a:pt x="3534" y="6141"/>
                  <a:pt x="3534" y="6041"/>
                </a:cubicBezTo>
                <a:cubicBezTo>
                  <a:pt x="3534" y="5915"/>
                  <a:pt x="3534" y="5715"/>
                  <a:pt x="3634" y="5615"/>
                </a:cubicBezTo>
                <a:cubicBezTo>
                  <a:pt x="3760" y="5514"/>
                  <a:pt x="3634" y="5289"/>
                  <a:pt x="3634" y="5189"/>
                </a:cubicBezTo>
                <a:cubicBezTo>
                  <a:pt x="3634" y="4988"/>
                  <a:pt x="3760" y="4788"/>
                  <a:pt x="3760" y="4662"/>
                </a:cubicBezTo>
                <a:cubicBezTo>
                  <a:pt x="3760" y="4462"/>
                  <a:pt x="3860" y="4361"/>
                  <a:pt x="3860" y="4161"/>
                </a:cubicBezTo>
                <a:cubicBezTo>
                  <a:pt x="3860" y="3935"/>
                  <a:pt x="3860" y="3635"/>
                  <a:pt x="3960" y="3409"/>
                </a:cubicBezTo>
                <a:cubicBezTo>
                  <a:pt x="4060" y="3008"/>
                  <a:pt x="4060" y="2783"/>
                  <a:pt x="4060" y="2382"/>
                </a:cubicBezTo>
                <a:cubicBezTo>
                  <a:pt x="4060" y="2281"/>
                  <a:pt x="3960" y="2056"/>
                  <a:pt x="4060" y="1955"/>
                </a:cubicBezTo>
                <a:cubicBezTo>
                  <a:pt x="4060" y="1855"/>
                  <a:pt x="4161" y="1329"/>
                  <a:pt x="4161" y="1229"/>
                </a:cubicBezTo>
                <a:cubicBezTo>
                  <a:pt x="4060" y="903"/>
                  <a:pt x="4161" y="903"/>
                  <a:pt x="4161" y="602"/>
                </a:cubicBezTo>
                <a:cubicBezTo>
                  <a:pt x="4161" y="502"/>
                  <a:pt x="4386" y="176"/>
                  <a:pt x="4060" y="76"/>
                </a:cubicBezTo>
                <a:cubicBezTo>
                  <a:pt x="4010" y="26"/>
                  <a:pt x="3960" y="1"/>
                  <a:pt x="3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7"/>
          <p:cNvSpPr/>
          <p:nvPr/>
        </p:nvSpPr>
        <p:spPr>
          <a:xfrm>
            <a:off x="1578111" y="3104936"/>
            <a:ext cx="81735" cy="134770"/>
          </a:xfrm>
          <a:custGeom>
            <a:rect b="b" l="l" r="r" t="t"/>
            <a:pathLst>
              <a:path extrusionOk="0" h="7565" w="4588">
                <a:moveTo>
                  <a:pt x="4061" y="1"/>
                </a:moveTo>
                <a:cubicBezTo>
                  <a:pt x="3961" y="1"/>
                  <a:pt x="4061" y="101"/>
                  <a:pt x="3961" y="101"/>
                </a:cubicBezTo>
                <a:cubicBezTo>
                  <a:pt x="3961" y="201"/>
                  <a:pt x="3860" y="201"/>
                  <a:pt x="3860" y="201"/>
                </a:cubicBezTo>
                <a:lnTo>
                  <a:pt x="3760" y="302"/>
                </a:lnTo>
                <a:cubicBezTo>
                  <a:pt x="3635" y="402"/>
                  <a:pt x="3760" y="527"/>
                  <a:pt x="3635" y="527"/>
                </a:cubicBezTo>
                <a:lnTo>
                  <a:pt x="3635" y="628"/>
                </a:lnTo>
                <a:cubicBezTo>
                  <a:pt x="3535" y="628"/>
                  <a:pt x="3535" y="728"/>
                  <a:pt x="3535" y="728"/>
                </a:cubicBezTo>
                <a:cubicBezTo>
                  <a:pt x="3434" y="828"/>
                  <a:pt x="3434" y="828"/>
                  <a:pt x="3334" y="828"/>
                </a:cubicBezTo>
                <a:cubicBezTo>
                  <a:pt x="3334" y="928"/>
                  <a:pt x="3334" y="1029"/>
                  <a:pt x="3234" y="1029"/>
                </a:cubicBezTo>
                <a:lnTo>
                  <a:pt x="3008" y="1254"/>
                </a:lnTo>
                <a:cubicBezTo>
                  <a:pt x="3008" y="1254"/>
                  <a:pt x="3008" y="1354"/>
                  <a:pt x="2908" y="1455"/>
                </a:cubicBezTo>
                <a:cubicBezTo>
                  <a:pt x="2908" y="1455"/>
                  <a:pt x="2908" y="1555"/>
                  <a:pt x="2808" y="1555"/>
                </a:cubicBezTo>
                <a:cubicBezTo>
                  <a:pt x="2808" y="1555"/>
                  <a:pt x="2707" y="1655"/>
                  <a:pt x="2707" y="1780"/>
                </a:cubicBezTo>
                <a:cubicBezTo>
                  <a:pt x="2707" y="1881"/>
                  <a:pt x="2607" y="1981"/>
                  <a:pt x="2507" y="2081"/>
                </a:cubicBezTo>
                <a:cubicBezTo>
                  <a:pt x="2382" y="2282"/>
                  <a:pt x="2281" y="2407"/>
                  <a:pt x="2281" y="2607"/>
                </a:cubicBezTo>
                <a:lnTo>
                  <a:pt x="2081" y="2808"/>
                </a:lnTo>
                <a:cubicBezTo>
                  <a:pt x="2081" y="2908"/>
                  <a:pt x="2181" y="3034"/>
                  <a:pt x="1981" y="3034"/>
                </a:cubicBezTo>
                <a:cubicBezTo>
                  <a:pt x="1880" y="3034"/>
                  <a:pt x="1880" y="3134"/>
                  <a:pt x="1880" y="3234"/>
                </a:cubicBezTo>
                <a:lnTo>
                  <a:pt x="1880" y="3334"/>
                </a:lnTo>
                <a:cubicBezTo>
                  <a:pt x="1755" y="3535"/>
                  <a:pt x="1655" y="3660"/>
                  <a:pt x="1655" y="3760"/>
                </a:cubicBezTo>
                <a:cubicBezTo>
                  <a:pt x="1555" y="3760"/>
                  <a:pt x="1655" y="3861"/>
                  <a:pt x="1555" y="3861"/>
                </a:cubicBezTo>
                <a:cubicBezTo>
                  <a:pt x="1454" y="3861"/>
                  <a:pt x="1454" y="3961"/>
                  <a:pt x="1454" y="4061"/>
                </a:cubicBezTo>
                <a:lnTo>
                  <a:pt x="1354" y="4161"/>
                </a:lnTo>
                <a:cubicBezTo>
                  <a:pt x="1254" y="4287"/>
                  <a:pt x="1254" y="4487"/>
                  <a:pt x="1254" y="4587"/>
                </a:cubicBezTo>
                <a:cubicBezTo>
                  <a:pt x="1254" y="4688"/>
                  <a:pt x="1129" y="4788"/>
                  <a:pt x="1028" y="4913"/>
                </a:cubicBezTo>
                <a:cubicBezTo>
                  <a:pt x="1028" y="5014"/>
                  <a:pt x="928" y="5014"/>
                  <a:pt x="928" y="5114"/>
                </a:cubicBezTo>
                <a:cubicBezTo>
                  <a:pt x="928" y="5214"/>
                  <a:pt x="928" y="5314"/>
                  <a:pt x="828" y="5415"/>
                </a:cubicBezTo>
                <a:cubicBezTo>
                  <a:pt x="828" y="5640"/>
                  <a:pt x="828" y="5740"/>
                  <a:pt x="728" y="5841"/>
                </a:cubicBezTo>
                <a:cubicBezTo>
                  <a:pt x="728" y="5941"/>
                  <a:pt x="627" y="6041"/>
                  <a:pt x="627" y="6166"/>
                </a:cubicBezTo>
                <a:cubicBezTo>
                  <a:pt x="502" y="6267"/>
                  <a:pt x="502" y="6267"/>
                  <a:pt x="402" y="6467"/>
                </a:cubicBezTo>
                <a:cubicBezTo>
                  <a:pt x="402" y="6567"/>
                  <a:pt x="301" y="6893"/>
                  <a:pt x="301" y="6993"/>
                </a:cubicBezTo>
                <a:cubicBezTo>
                  <a:pt x="301" y="6993"/>
                  <a:pt x="201" y="6993"/>
                  <a:pt x="201" y="7094"/>
                </a:cubicBezTo>
                <a:lnTo>
                  <a:pt x="201" y="7194"/>
                </a:lnTo>
                <a:cubicBezTo>
                  <a:pt x="201" y="7294"/>
                  <a:pt x="1" y="7294"/>
                  <a:pt x="201" y="7420"/>
                </a:cubicBezTo>
                <a:cubicBezTo>
                  <a:pt x="101" y="7420"/>
                  <a:pt x="101" y="7420"/>
                  <a:pt x="301" y="7520"/>
                </a:cubicBezTo>
                <a:cubicBezTo>
                  <a:pt x="368" y="7520"/>
                  <a:pt x="491" y="7564"/>
                  <a:pt x="565" y="7564"/>
                </a:cubicBezTo>
                <a:cubicBezTo>
                  <a:pt x="602" y="7564"/>
                  <a:pt x="627" y="7553"/>
                  <a:pt x="627" y="7520"/>
                </a:cubicBezTo>
                <a:cubicBezTo>
                  <a:pt x="728" y="7520"/>
                  <a:pt x="627" y="7520"/>
                  <a:pt x="627" y="7420"/>
                </a:cubicBezTo>
                <a:cubicBezTo>
                  <a:pt x="728" y="7294"/>
                  <a:pt x="728" y="7194"/>
                  <a:pt x="928" y="6993"/>
                </a:cubicBezTo>
                <a:cubicBezTo>
                  <a:pt x="1028" y="6893"/>
                  <a:pt x="928" y="6793"/>
                  <a:pt x="1028" y="6668"/>
                </a:cubicBezTo>
                <a:cubicBezTo>
                  <a:pt x="1028" y="6567"/>
                  <a:pt x="1028" y="6467"/>
                  <a:pt x="1129" y="6367"/>
                </a:cubicBezTo>
                <a:lnTo>
                  <a:pt x="1129" y="6166"/>
                </a:lnTo>
                <a:cubicBezTo>
                  <a:pt x="1254" y="6041"/>
                  <a:pt x="1254" y="5941"/>
                  <a:pt x="1254" y="5841"/>
                </a:cubicBezTo>
                <a:cubicBezTo>
                  <a:pt x="1354" y="5841"/>
                  <a:pt x="1254" y="5740"/>
                  <a:pt x="1354" y="5740"/>
                </a:cubicBezTo>
                <a:lnTo>
                  <a:pt x="1354" y="5415"/>
                </a:lnTo>
                <a:cubicBezTo>
                  <a:pt x="1454" y="5415"/>
                  <a:pt x="1354" y="5314"/>
                  <a:pt x="1354" y="5314"/>
                </a:cubicBezTo>
                <a:cubicBezTo>
                  <a:pt x="1454" y="5214"/>
                  <a:pt x="1655" y="5114"/>
                  <a:pt x="1555" y="5014"/>
                </a:cubicBezTo>
                <a:cubicBezTo>
                  <a:pt x="1555" y="4913"/>
                  <a:pt x="1655" y="4788"/>
                  <a:pt x="1655" y="4788"/>
                </a:cubicBezTo>
                <a:lnTo>
                  <a:pt x="1655" y="4688"/>
                </a:lnTo>
                <a:cubicBezTo>
                  <a:pt x="1655" y="4587"/>
                  <a:pt x="1655" y="4587"/>
                  <a:pt x="1755" y="4487"/>
                </a:cubicBezTo>
                <a:cubicBezTo>
                  <a:pt x="1880" y="4487"/>
                  <a:pt x="1880" y="4387"/>
                  <a:pt x="1880" y="4287"/>
                </a:cubicBezTo>
                <a:cubicBezTo>
                  <a:pt x="1981" y="4161"/>
                  <a:pt x="1981" y="4161"/>
                  <a:pt x="1981" y="4061"/>
                </a:cubicBezTo>
                <a:cubicBezTo>
                  <a:pt x="2081" y="3961"/>
                  <a:pt x="2281" y="3961"/>
                  <a:pt x="2281" y="3760"/>
                </a:cubicBezTo>
                <a:cubicBezTo>
                  <a:pt x="2181" y="3760"/>
                  <a:pt x="2281" y="3660"/>
                  <a:pt x="2281" y="3660"/>
                </a:cubicBezTo>
                <a:cubicBezTo>
                  <a:pt x="2382" y="3535"/>
                  <a:pt x="2382" y="3535"/>
                  <a:pt x="2382" y="3435"/>
                </a:cubicBezTo>
                <a:cubicBezTo>
                  <a:pt x="2507" y="3435"/>
                  <a:pt x="2507" y="3334"/>
                  <a:pt x="2507" y="3334"/>
                </a:cubicBezTo>
                <a:cubicBezTo>
                  <a:pt x="2382" y="3134"/>
                  <a:pt x="2707" y="3234"/>
                  <a:pt x="2707" y="3134"/>
                </a:cubicBezTo>
                <a:cubicBezTo>
                  <a:pt x="2607" y="3034"/>
                  <a:pt x="2607" y="3034"/>
                  <a:pt x="2607" y="2908"/>
                </a:cubicBezTo>
                <a:cubicBezTo>
                  <a:pt x="2607" y="2858"/>
                  <a:pt x="2632" y="2858"/>
                  <a:pt x="2670" y="2858"/>
                </a:cubicBezTo>
                <a:cubicBezTo>
                  <a:pt x="2707" y="2858"/>
                  <a:pt x="2758" y="2858"/>
                  <a:pt x="2808" y="2808"/>
                </a:cubicBezTo>
                <a:cubicBezTo>
                  <a:pt x="2808" y="2808"/>
                  <a:pt x="2808" y="2708"/>
                  <a:pt x="2908" y="2708"/>
                </a:cubicBezTo>
                <a:cubicBezTo>
                  <a:pt x="2908" y="2607"/>
                  <a:pt x="2908" y="2507"/>
                  <a:pt x="3008" y="2507"/>
                </a:cubicBezTo>
                <a:cubicBezTo>
                  <a:pt x="3134" y="2507"/>
                  <a:pt x="3008" y="2407"/>
                  <a:pt x="3008" y="2282"/>
                </a:cubicBezTo>
                <a:cubicBezTo>
                  <a:pt x="3008" y="2181"/>
                  <a:pt x="3234" y="2181"/>
                  <a:pt x="3234" y="2081"/>
                </a:cubicBezTo>
                <a:cubicBezTo>
                  <a:pt x="3234" y="2081"/>
                  <a:pt x="3334" y="1981"/>
                  <a:pt x="3334" y="1881"/>
                </a:cubicBezTo>
                <a:cubicBezTo>
                  <a:pt x="3434" y="1780"/>
                  <a:pt x="3434" y="1655"/>
                  <a:pt x="3535" y="1555"/>
                </a:cubicBezTo>
                <a:cubicBezTo>
                  <a:pt x="3635" y="1455"/>
                  <a:pt x="3760" y="1354"/>
                  <a:pt x="3860" y="1154"/>
                </a:cubicBezTo>
                <a:cubicBezTo>
                  <a:pt x="3860" y="1154"/>
                  <a:pt x="3760" y="1029"/>
                  <a:pt x="3860" y="1029"/>
                </a:cubicBezTo>
                <a:cubicBezTo>
                  <a:pt x="3961" y="1029"/>
                  <a:pt x="4161" y="828"/>
                  <a:pt x="4161" y="728"/>
                </a:cubicBezTo>
                <a:cubicBezTo>
                  <a:pt x="4161" y="527"/>
                  <a:pt x="4161" y="628"/>
                  <a:pt x="4261" y="527"/>
                </a:cubicBezTo>
                <a:cubicBezTo>
                  <a:pt x="4387" y="402"/>
                  <a:pt x="4587" y="402"/>
                  <a:pt x="4387" y="201"/>
                </a:cubicBezTo>
                <a:cubicBezTo>
                  <a:pt x="4261" y="101"/>
                  <a:pt x="4161" y="101"/>
                  <a:pt x="4161" y="1"/>
                </a:cubicBezTo>
                <a:close/>
              </a:path>
            </a:pathLst>
          </a:custGeom>
          <a:solidFill>
            <a:srgbClr val="3333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7"/>
          <p:cNvSpPr/>
          <p:nvPr/>
        </p:nvSpPr>
        <p:spPr>
          <a:xfrm>
            <a:off x="1430763" y="3403551"/>
            <a:ext cx="56616" cy="26901"/>
          </a:xfrm>
          <a:custGeom>
            <a:rect b="b" l="l" r="r" t="t"/>
            <a:pathLst>
              <a:path extrusionOk="0" h="1510" w="3178">
                <a:moveTo>
                  <a:pt x="2837" y="0"/>
                </a:moveTo>
                <a:cubicBezTo>
                  <a:pt x="2833" y="0"/>
                  <a:pt x="2833" y="14"/>
                  <a:pt x="2833" y="56"/>
                </a:cubicBezTo>
                <a:lnTo>
                  <a:pt x="2733" y="56"/>
                </a:lnTo>
                <a:lnTo>
                  <a:pt x="2733" y="156"/>
                </a:lnTo>
                <a:cubicBezTo>
                  <a:pt x="2699" y="123"/>
                  <a:pt x="2677" y="112"/>
                  <a:pt x="2662" y="112"/>
                </a:cubicBezTo>
                <a:cubicBezTo>
                  <a:pt x="2633" y="112"/>
                  <a:pt x="2633" y="156"/>
                  <a:pt x="2633" y="156"/>
                </a:cubicBezTo>
                <a:lnTo>
                  <a:pt x="2407" y="156"/>
                </a:lnTo>
                <a:cubicBezTo>
                  <a:pt x="2407" y="156"/>
                  <a:pt x="2407" y="257"/>
                  <a:pt x="2307" y="257"/>
                </a:cubicBezTo>
                <a:lnTo>
                  <a:pt x="2207" y="257"/>
                </a:lnTo>
                <a:cubicBezTo>
                  <a:pt x="2207" y="357"/>
                  <a:pt x="2106" y="357"/>
                  <a:pt x="2106" y="357"/>
                </a:cubicBezTo>
                <a:cubicBezTo>
                  <a:pt x="2006" y="357"/>
                  <a:pt x="1881" y="357"/>
                  <a:pt x="1881" y="457"/>
                </a:cubicBezTo>
                <a:lnTo>
                  <a:pt x="1780" y="457"/>
                </a:lnTo>
                <a:cubicBezTo>
                  <a:pt x="1780" y="457"/>
                  <a:pt x="1780" y="557"/>
                  <a:pt x="1751" y="557"/>
                </a:cubicBezTo>
                <a:cubicBezTo>
                  <a:pt x="1736" y="557"/>
                  <a:pt x="1714" y="532"/>
                  <a:pt x="1680" y="457"/>
                </a:cubicBezTo>
                <a:cubicBezTo>
                  <a:pt x="1680" y="557"/>
                  <a:pt x="1580" y="557"/>
                  <a:pt x="1580" y="557"/>
                </a:cubicBezTo>
                <a:lnTo>
                  <a:pt x="1480" y="557"/>
                </a:lnTo>
                <a:cubicBezTo>
                  <a:pt x="1379" y="557"/>
                  <a:pt x="1379" y="683"/>
                  <a:pt x="1379" y="683"/>
                </a:cubicBezTo>
                <a:lnTo>
                  <a:pt x="1379" y="557"/>
                </a:lnTo>
                <a:lnTo>
                  <a:pt x="1254" y="557"/>
                </a:lnTo>
                <a:cubicBezTo>
                  <a:pt x="1154" y="557"/>
                  <a:pt x="1154" y="683"/>
                  <a:pt x="1154" y="683"/>
                </a:cubicBezTo>
                <a:cubicBezTo>
                  <a:pt x="1120" y="716"/>
                  <a:pt x="1098" y="727"/>
                  <a:pt x="1080" y="727"/>
                </a:cubicBezTo>
                <a:cubicBezTo>
                  <a:pt x="1042" y="727"/>
                  <a:pt x="1020" y="683"/>
                  <a:pt x="953" y="683"/>
                </a:cubicBezTo>
                <a:cubicBezTo>
                  <a:pt x="853" y="683"/>
                  <a:pt x="853" y="783"/>
                  <a:pt x="753" y="783"/>
                </a:cubicBezTo>
                <a:cubicBezTo>
                  <a:pt x="753" y="783"/>
                  <a:pt x="753" y="883"/>
                  <a:pt x="628" y="883"/>
                </a:cubicBezTo>
                <a:lnTo>
                  <a:pt x="527" y="883"/>
                </a:lnTo>
                <a:cubicBezTo>
                  <a:pt x="477" y="833"/>
                  <a:pt x="452" y="808"/>
                  <a:pt x="440" y="808"/>
                </a:cubicBezTo>
                <a:cubicBezTo>
                  <a:pt x="427" y="808"/>
                  <a:pt x="427" y="833"/>
                  <a:pt x="427" y="883"/>
                </a:cubicBezTo>
                <a:lnTo>
                  <a:pt x="227" y="883"/>
                </a:lnTo>
                <a:cubicBezTo>
                  <a:pt x="227" y="883"/>
                  <a:pt x="227" y="783"/>
                  <a:pt x="126" y="783"/>
                </a:cubicBezTo>
                <a:lnTo>
                  <a:pt x="126" y="883"/>
                </a:lnTo>
                <a:cubicBezTo>
                  <a:pt x="1" y="883"/>
                  <a:pt x="1" y="883"/>
                  <a:pt x="1" y="983"/>
                </a:cubicBezTo>
                <a:cubicBezTo>
                  <a:pt x="1" y="1084"/>
                  <a:pt x="126" y="1309"/>
                  <a:pt x="126" y="1409"/>
                </a:cubicBezTo>
                <a:cubicBezTo>
                  <a:pt x="227" y="1409"/>
                  <a:pt x="227" y="1409"/>
                  <a:pt x="327" y="1510"/>
                </a:cubicBezTo>
                <a:cubicBezTo>
                  <a:pt x="427" y="1510"/>
                  <a:pt x="427" y="1409"/>
                  <a:pt x="527" y="1409"/>
                </a:cubicBezTo>
                <a:cubicBezTo>
                  <a:pt x="527" y="1409"/>
                  <a:pt x="527" y="1365"/>
                  <a:pt x="557" y="1365"/>
                </a:cubicBezTo>
                <a:cubicBezTo>
                  <a:pt x="572" y="1365"/>
                  <a:pt x="594" y="1376"/>
                  <a:pt x="628" y="1409"/>
                </a:cubicBezTo>
                <a:cubicBezTo>
                  <a:pt x="753" y="1409"/>
                  <a:pt x="753" y="1309"/>
                  <a:pt x="853" y="1309"/>
                </a:cubicBezTo>
                <a:cubicBezTo>
                  <a:pt x="953" y="1309"/>
                  <a:pt x="953" y="1184"/>
                  <a:pt x="953" y="1184"/>
                </a:cubicBezTo>
                <a:lnTo>
                  <a:pt x="1054" y="1184"/>
                </a:lnTo>
                <a:cubicBezTo>
                  <a:pt x="1054" y="1184"/>
                  <a:pt x="1098" y="1240"/>
                  <a:pt x="1128" y="1240"/>
                </a:cubicBezTo>
                <a:cubicBezTo>
                  <a:pt x="1143" y="1240"/>
                  <a:pt x="1154" y="1226"/>
                  <a:pt x="1154" y="1184"/>
                </a:cubicBezTo>
                <a:cubicBezTo>
                  <a:pt x="1154" y="1150"/>
                  <a:pt x="1165" y="1139"/>
                  <a:pt x="1180" y="1139"/>
                </a:cubicBezTo>
                <a:cubicBezTo>
                  <a:pt x="1210" y="1139"/>
                  <a:pt x="1254" y="1184"/>
                  <a:pt x="1254" y="1184"/>
                </a:cubicBezTo>
                <a:lnTo>
                  <a:pt x="1254" y="1084"/>
                </a:lnTo>
                <a:cubicBezTo>
                  <a:pt x="1254" y="1084"/>
                  <a:pt x="1254" y="1039"/>
                  <a:pt x="1291" y="1039"/>
                </a:cubicBezTo>
                <a:cubicBezTo>
                  <a:pt x="1310" y="1039"/>
                  <a:pt x="1338" y="1050"/>
                  <a:pt x="1379" y="1084"/>
                </a:cubicBezTo>
                <a:cubicBezTo>
                  <a:pt x="1379" y="1117"/>
                  <a:pt x="1379" y="1128"/>
                  <a:pt x="1383" y="1128"/>
                </a:cubicBezTo>
                <a:cubicBezTo>
                  <a:pt x="1391" y="1128"/>
                  <a:pt x="1413" y="1084"/>
                  <a:pt x="1480" y="1084"/>
                </a:cubicBezTo>
                <a:lnTo>
                  <a:pt x="1580" y="1084"/>
                </a:lnTo>
                <a:cubicBezTo>
                  <a:pt x="1580" y="1062"/>
                  <a:pt x="1584" y="1055"/>
                  <a:pt x="1591" y="1055"/>
                </a:cubicBezTo>
                <a:cubicBezTo>
                  <a:pt x="1611" y="1055"/>
                  <a:pt x="1649" y="1113"/>
                  <a:pt x="1669" y="1113"/>
                </a:cubicBezTo>
                <a:cubicBezTo>
                  <a:pt x="1676" y="1113"/>
                  <a:pt x="1680" y="1105"/>
                  <a:pt x="1680" y="1084"/>
                </a:cubicBezTo>
                <a:lnTo>
                  <a:pt x="1780" y="1084"/>
                </a:lnTo>
                <a:cubicBezTo>
                  <a:pt x="1881" y="1084"/>
                  <a:pt x="1881" y="1084"/>
                  <a:pt x="1881" y="983"/>
                </a:cubicBezTo>
                <a:cubicBezTo>
                  <a:pt x="1881" y="962"/>
                  <a:pt x="1886" y="954"/>
                  <a:pt x="1895" y="954"/>
                </a:cubicBezTo>
                <a:cubicBezTo>
                  <a:pt x="1919" y="954"/>
                  <a:pt x="1967" y="1012"/>
                  <a:pt x="1992" y="1012"/>
                </a:cubicBezTo>
                <a:cubicBezTo>
                  <a:pt x="2000" y="1012"/>
                  <a:pt x="2006" y="1005"/>
                  <a:pt x="2006" y="983"/>
                </a:cubicBezTo>
                <a:lnTo>
                  <a:pt x="2006" y="883"/>
                </a:lnTo>
                <a:lnTo>
                  <a:pt x="2106" y="983"/>
                </a:lnTo>
                <a:lnTo>
                  <a:pt x="2207" y="983"/>
                </a:lnTo>
                <a:lnTo>
                  <a:pt x="2207" y="883"/>
                </a:lnTo>
                <a:cubicBezTo>
                  <a:pt x="2236" y="913"/>
                  <a:pt x="2257" y="925"/>
                  <a:pt x="2271" y="925"/>
                </a:cubicBezTo>
                <a:cubicBezTo>
                  <a:pt x="2307" y="925"/>
                  <a:pt x="2307" y="854"/>
                  <a:pt x="2307" y="783"/>
                </a:cubicBezTo>
                <a:lnTo>
                  <a:pt x="2407" y="883"/>
                </a:lnTo>
                <a:cubicBezTo>
                  <a:pt x="2407" y="833"/>
                  <a:pt x="2432" y="833"/>
                  <a:pt x="2457" y="833"/>
                </a:cubicBezTo>
                <a:cubicBezTo>
                  <a:pt x="2482" y="833"/>
                  <a:pt x="2507" y="833"/>
                  <a:pt x="2507" y="783"/>
                </a:cubicBezTo>
                <a:cubicBezTo>
                  <a:pt x="2507" y="783"/>
                  <a:pt x="2507" y="683"/>
                  <a:pt x="2633" y="683"/>
                </a:cubicBezTo>
                <a:cubicBezTo>
                  <a:pt x="2666" y="716"/>
                  <a:pt x="2688" y="727"/>
                  <a:pt x="2707" y="727"/>
                </a:cubicBezTo>
                <a:cubicBezTo>
                  <a:pt x="2744" y="727"/>
                  <a:pt x="2766" y="683"/>
                  <a:pt x="2833" y="683"/>
                </a:cubicBezTo>
                <a:lnTo>
                  <a:pt x="2833" y="557"/>
                </a:lnTo>
                <a:lnTo>
                  <a:pt x="3034" y="557"/>
                </a:lnTo>
                <a:lnTo>
                  <a:pt x="3034" y="457"/>
                </a:lnTo>
                <a:cubicBezTo>
                  <a:pt x="3074" y="457"/>
                  <a:pt x="3118" y="473"/>
                  <a:pt x="3142" y="473"/>
                </a:cubicBezTo>
                <a:cubicBezTo>
                  <a:pt x="3178" y="473"/>
                  <a:pt x="3169" y="437"/>
                  <a:pt x="3034" y="257"/>
                </a:cubicBezTo>
                <a:lnTo>
                  <a:pt x="3034" y="56"/>
                </a:lnTo>
                <a:lnTo>
                  <a:pt x="2933" y="56"/>
                </a:lnTo>
                <a:cubicBezTo>
                  <a:pt x="2867" y="56"/>
                  <a:pt x="2844" y="0"/>
                  <a:pt x="2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7"/>
          <p:cNvSpPr/>
          <p:nvPr/>
        </p:nvSpPr>
        <p:spPr>
          <a:xfrm>
            <a:off x="1441933" y="3378200"/>
            <a:ext cx="53338" cy="26366"/>
          </a:xfrm>
          <a:custGeom>
            <a:rect b="b" l="l" r="r" t="t"/>
            <a:pathLst>
              <a:path extrusionOk="0" h="1480" w="2994">
                <a:moveTo>
                  <a:pt x="2632" y="0"/>
                </a:moveTo>
                <a:lnTo>
                  <a:pt x="2632" y="101"/>
                </a:lnTo>
                <a:cubicBezTo>
                  <a:pt x="2590" y="67"/>
                  <a:pt x="2563" y="56"/>
                  <a:pt x="2544" y="56"/>
                </a:cubicBezTo>
                <a:cubicBezTo>
                  <a:pt x="2507" y="56"/>
                  <a:pt x="2507" y="101"/>
                  <a:pt x="2507" y="101"/>
                </a:cubicBezTo>
                <a:lnTo>
                  <a:pt x="2306" y="101"/>
                </a:lnTo>
                <a:cubicBezTo>
                  <a:pt x="2240" y="101"/>
                  <a:pt x="2217" y="156"/>
                  <a:pt x="2210" y="156"/>
                </a:cubicBezTo>
                <a:cubicBezTo>
                  <a:pt x="2206" y="156"/>
                  <a:pt x="2206" y="142"/>
                  <a:pt x="2206" y="101"/>
                </a:cubicBezTo>
                <a:cubicBezTo>
                  <a:pt x="2206" y="101"/>
                  <a:pt x="2206" y="156"/>
                  <a:pt x="2176" y="156"/>
                </a:cubicBezTo>
                <a:cubicBezTo>
                  <a:pt x="2162" y="156"/>
                  <a:pt x="2139" y="142"/>
                  <a:pt x="2106" y="101"/>
                </a:cubicBezTo>
                <a:lnTo>
                  <a:pt x="2106" y="226"/>
                </a:lnTo>
                <a:lnTo>
                  <a:pt x="1880" y="226"/>
                </a:lnTo>
                <a:cubicBezTo>
                  <a:pt x="1880" y="226"/>
                  <a:pt x="1780" y="226"/>
                  <a:pt x="1780" y="326"/>
                </a:cubicBezTo>
                <a:lnTo>
                  <a:pt x="1680" y="326"/>
                </a:lnTo>
                <a:cubicBezTo>
                  <a:pt x="1680" y="326"/>
                  <a:pt x="1680" y="415"/>
                  <a:pt x="1650" y="415"/>
                </a:cubicBezTo>
                <a:cubicBezTo>
                  <a:pt x="1635" y="415"/>
                  <a:pt x="1613" y="393"/>
                  <a:pt x="1580" y="326"/>
                </a:cubicBezTo>
                <a:lnTo>
                  <a:pt x="1580" y="426"/>
                </a:lnTo>
                <a:lnTo>
                  <a:pt x="1479" y="426"/>
                </a:lnTo>
                <a:lnTo>
                  <a:pt x="1379" y="527"/>
                </a:lnTo>
                <a:lnTo>
                  <a:pt x="1254" y="527"/>
                </a:lnTo>
                <a:cubicBezTo>
                  <a:pt x="1153" y="527"/>
                  <a:pt x="1153" y="527"/>
                  <a:pt x="1153" y="426"/>
                </a:cubicBezTo>
                <a:cubicBezTo>
                  <a:pt x="1053" y="426"/>
                  <a:pt x="1053" y="527"/>
                  <a:pt x="1053" y="627"/>
                </a:cubicBezTo>
                <a:lnTo>
                  <a:pt x="953" y="627"/>
                </a:lnTo>
                <a:cubicBezTo>
                  <a:pt x="886" y="627"/>
                  <a:pt x="864" y="582"/>
                  <a:pt x="856" y="582"/>
                </a:cubicBezTo>
                <a:cubicBezTo>
                  <a:pt x="853" y="582"/>
                  <a:pt x="853" y="594"/>
                  <a:pt x="853" y="627"/>
                </a:cubicBezTo>
                <a:lnTo>
                  <a:pt x="752" y="727"/>
                </a:lnTo>
                <a:cubicBezTo>
                  <a:pt x="627" y="727"/>
                  <a:pt x="627" y="853"/>
                  <a:pt x="627" y="853"/>
                </a:cubicBezTo>
                <a:lnTo>
                  <a:pt x="527" y="853"/>
                </a:lnTo>
                <a:cubicBezTo>
                  <a:pt x="460" y="853"/>
                  <a:pt x="438" y="797"/>
                  <a:pt x="430" y="797"/>
                </a:cubicBezTo>
                <a:cubicBezTo>
                  <a:pt x="427" y="797"/>
                  <a:pt x="427" y="811"/>
                  <a:pt x="427" y="853"/>
                </a:cubicBezTo>
                <a:cubicBezTo>
                  <a:pt x="326" y="853"/>
                  <a:pt x="226" y="853"/>
                  <a:pt x="226" y="953"/>
                </a:cubicBezTo>
                <a:lnTo>
                  <a:pt x="126" y="853"/>
                </a:lnTo>
                <a:lnTo>
                  <a:pt x="126" y="953"/>
                </a:lnTo>
                <a:cubicBezTo>
                  <a:pt x="1" y="953"/>
                  <a:pt x="1" y="953"/>
                  <a:pt x="126" y="1053"/>
                </a:cubicBezTo>
                <a:cubicBezTo>
                  <a:pt x="126" y="1153"/>
                  <a:pt x="226" y="1354"/>
                  <a:pt x="226" y="1354"/>
                </a:cubicBezTo>
                <a:cubicBezTo>
                  <a:pt x="326" y="1354"/>
                  <a:pt x="326" y="1354"/>
                  <a:pt x="427" y="1479"/>
                </a:cubicBezTo>
                <a:cubicBezTo>
                  <a:pt x="527" y="1479"/>
                  <a:pt x="527" y="1354"/>
                  <a:pt x="527" y="1354"/>
                </a:cubicBezTo>
                <a:cubicBezTo>
                  <a:pt x="594" y="1354"/>
                  <a:pt x="616" y="1309"/>
                  <a:pt x="623" y="1309"/>
                </a:cubicBezTo>
                <a:cubicBezTo>
                  <a:pt x="627" y="1309"/>
                  <a:pt x="627" y="1320"/>
                  <a:pt x="627" y="1354"/>
                </a:cubicBezTo>
                <a:lnTo>
                  <a:pt x="752" y="1354"/>
                </a:lnTo>
                <a:cubicBezTo>
                  <a:pt x="752" y="1254"/>
                  <a:pt x="853" y="1254"/>
                  <a:pt x="853" y="1254"/>
                </a:cubicBezTo>
                <a:lnTo>
                  <a:pt x="853" y="1153"/>
                </a:lnTo>
                <a:cubicBezTo>
                  <a:pt x="886" y="1187"/>
                  <a:pt x="908" y="1198"/>
                  <a:pt x="923" y="1198"/>
                </a:cubicBezTo>
                <a:cubicBezTo>
                  <a:pt x="953" y="1198"/>
                  <a:pt x="953" y="1153"/>
                  <a:pt x="953" y="1153"/>
                </a:cubicBezTo>
                <a:lnTo>
                  <a:pt x="953" y="1053"/>
                </a:lnTo>
                <a:cubicBezTo>
                  <a:pt x="1020" y="1053"/>
                  <a:pt x="1087" y="1142"/>
                  <a:pt x="1124" y="1142"/>
                </a:cubicBezTo>
                <a:cubicBezTo>
                  <a:pt x="1142" y="1142"/>
                  <a:pt x="1153" y="1120"/>
                  <a:pt x="1153" y="1053"/>
                </a:cubicBezTo>
                <a:cubicBezTo>
                  <a:pt x="1254" y="1053"/>
                  <a:pt x="1254" y="1053"/>
                  <a:pt x="1254" y="953"/>
                </a:cubicBezTo>
                <a:cubicBezTo>
                  <a:pt x="1316" y="1003"/>
                  <a:pt x="1348" y="1028"/>
                  <a:pt x="1363" y="1028"/>
                </a:cubicBezTo>
                <a:cubicBezTo>
                  <a:pt x="1379" y="1028"/>
                  <a:pt x="1379" y="1003"/>
                  <a:pt x="1379" y="953"/>
                </a:cubicBezTo>
                <a:lnTo>
                  <a:pt x="1479" y="953"/>
                </a:lnTo>
                <a:cubicBezTo>
                  <a:pt x="1479" y="953"/>
                  <a:pt x="1524" y="997"/>
                  <a:pt x="1554" y="997"/>
                </a:cubicBezTo>
                <a:cubicBezTo>
                  <a:pt x="1568" y="997"/>
                  <a:pt x="1580" y="986"/>
                  <a:pt x="1580" y="953"/>
                </a:cubicBezTo>
                <a:lnTo>
                  <a:pt x="1680" y="953"/>
                </a:lnTo>
                <a:cubicBezTo>
                  <a:pt x="1780" y="953"/>
                  <a:pt x="1780" y="953"/>
                  <a:pt x="1780" y="853"/>
                </a:cubicBezTo>
                <a:cubicBezTo>
                  <a:pt x="1780" y="832"/>
                  <a:pt x="1783" y="823"/>
                  <a:pt x="1787" y="823"/>
                </a:cubicBezTo>
                <a:cubicBezTo>
                  <a:pt x="1807" y="823"/>
                  <a:pt x="1859" y="972"/>
                  <a:pt x="1875" y="972"/>
                </a:cubicBezTo>
                <a:cubicBezTo>
                  <a:pt x="1878" y="972"/>
                  <a:pt x="1880" y="966"/>
                  <a:pt x="1880" y="953"/>
                </a:cubicBezTo>
                <a:lnTo>
                  <a:pt x="1880" y="853"/>
                </a:lnTo>
                <a:cubicBezTo>
                  <a:pt x="1880" y="811"/>
                  <a:pt x="1880" y="797"/>
                  <a:pt x="1885" y="797"/>
                </a:cubicBezTo>
                <a:cubicBezTo>
                  <a:pt x="1894" y="797"/>
                  <a:pt x="1922" y="853"/>
                  <a:pt x="2006" y="853"/>
                </a:cubicBezTo>
                <a:lnTo>
                  <a:pt x="2106" y="853"/>
                </a:lnTo>
                <a:lnTo>
                  <a:pt x="2106" y="727"/>
                </a:lnTo>
                <a:cubicBezTo>
                  <a:pt x="2139" y="694"/>
                  <a:pt x="2162" y="683"/>
                  <a:pt x="2176" y="683"/>
                </a:cubicBezTo>
                <a:cubicBezTo>
                  <a:pt x="2206" y="683"/>
                  <a:pt x="2206" y="727"/>
                  <a:pt x="2206" y="727"/>
                </a:cubicBezTo>
                <a:lnTo>
                  <a:pt x="2306" y="727"/>
                </a:lnTo>
                <a:cubicBezTo>
                  <a:pt x="2407" y="727"/>
                  <a:pt x="2407" y="627"/>
                  <a:pt x="2407" y="627"/>
                </a:cubicBezTo>
                <a:cubicBezTo>
                  <a:pt x="2457" y="677"/>
                  <a:pt x="2482" y="702"/>
                  <a:pt x="2510" y="702"/>
                </a:cubicBezTo>
                <a:cubicBezTo>
                  <a:pt x="2538" y="702"/>
                  <a:pt x="2570" y="677"/>
                  <a:pt x="2632" y="627"/>
                </a:cubicBezTo>
                <a:lnTo>
                  <a:pt x="2632" y="527"/>
                </a:lnTo>
                <a:cubicBezTo>
                  <a:pt x="2732" y="627"/>
                  <a:pt x="2833" y="627"/>
                  <a:pt x="2833" y="627"/>
                </a:cubicBezTo>
                <a:lnTo>
                  <a:pt x="2833" y="527"/>
                </a:lnTo>
                <a:cubicBezTo>
                  <a:pt x="2873" y="527"/>
                  <a:pt x="2913" y="543"/>
                  <a:pt x="2940" y="543"/>
                </a:cubicBezTo>
                <a:cubicBezTo>
                  <a:pt x="2981" y="543"/>
                  <a:pt x="2993" y="507"/>
                  <a:pt x="2933" y="326"/>
                </a:cubicBezTo>
                <a:cubicBezTo>
                  <a:pt x="2933" y="226"/>
                  <a:pt x="2833" y="101"/>
                  <a:pt x="2833" y="101"/>
                </a:cubicBezTo>
                <a:lnTo>
                  <a:pt x="2833" y="0"/>
                </a:lnTo>
                <a:lnTo>
                  <a:pt x="2732" y="0"/>
                </a:lnTo>
                <a:cubicBezTo>
                  <a:pt x="2666" y="0"/>
                  <a:pt x="2643" y="45"/>
                  <a:pt x="2636" y="45"/>
                </a:cubicBezTo>
                <a:cubicBezTo>
                  <a:pt x="2632" y="45"/>
                  <a:pt x="2632" y="34"/>
                  <a:pt x="2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7"/>
          <p:cNvSpPr/>
          <p:nvPr/>
        </p:nvSpPr>
        <p:spPr>
          <a:xfrm>
            <a:off x="2044703" y="3476877"/>
            <a:ext cx="35737" cy="81272"/>
          </a:xfrm>
          <a:custGeom>
            <a:rect b="b" l="l" r="r" t="t"/>
            <a:pathLst>
              <a:path extrusionOk="0" h="4562" w="2006">
                <a:moveTo>
                  <a:pt x="326" y="0"/>
                </a:moveTo>
                <a:cubicBezTo>
                  <a:pt x="226" y="0"/>
                  <a:pt x="126" y="101"/>
                  <a:pt x="126" y="101"/>
                </a:cubicBezTo>
                <a:lnTo>
                  <a:pt x="0" y="101"/>
                </a:lnTo>
                <a:lnTo>
                  <a:pt x="0" y="201"/>
                </a:lnTo>
                <a:lnTo>
                  <a:pt x="0" y="326"/>
                </a:lnTo>
                <a:lnTo>
                  <a:pt x="0" y="426"/>
                </a:lnTo>
                <a:lnTo>
                  <a:pt x="126" y="426"/>
                </a:lnTo>
                <a:lnTo>
                  <a:pt x="126" y="527"/>
                </a:lnTo>
                <a:cubicBezTo>
                  <a:pt x="0" y="527"/>
                  <a:pt x="126" y="627"/>
                  <a:pt x="126" y="627"/>
                </a:cubicBezTo>
                <a:lnTo>
                  <a:pt x="126" y="727"/>
                </a:lnTo>
                <a:lnTo>
                  <a:pt x="126" y="827"/>
                </a:lnTo>
                <a:lnTo>
                  <a:pt x="126" y="1053"/>
                </a:lnTo>
                <a:cubicBezTo>
                  <a:pt x="126" y="1053"/>
                  <a:pt x="226" y="1053"/>
                  <a:pt x="226" y="1153"/>
                </a:cubicBezTo>
                <a:cubicBezTo>
                  <a:pt x="126" y="1153"/>
                  <a:pt x="226" y="1153"/>
                  <a:pt x="226" y="1253"/>
                </a:cubicBezTo>
                <a:lnTo>
                  <a:pt x="226" y="1354"/>
                </a:lnTo>
                <a:cubicBezTo>
                  <a:pt x="326" y="1354"/>
                  <a:pt x="326" y="1454"/>
                  <a:pt x="326" y="1579"/>
                </a:cubicBezTo>
                <a:cubicBezTo>
                  <a:pt x="326" y="1679"/>
                  <a:pt x="326" y="1780"/>
                  <a:pt x="426" y="1880"/>
                </a:cubicBezTo>
                <a:lnTo>
                  <a:pt x="426" y="1980"/>
                </a:lnTo>
                <a:cubicBezTo>
                  <a:pt x="477" y="2030"/>
                  <a:pt x="527" y="2030"/>
                  <a:pt x="552" y="2030"/>
                </a:cubicBezTo>
                <a:cubicBezTo>
                  <a:pt x="577" y="2030"/>
                  <a:pt x="577" y="2030"/>
                  <a:pt x="527" y="2080"/>
                </a:cubicBezTo>
                <a:cubicBezTo>
                  <a:pt x="426" y="2206"/>
                  <a:pt x="527" y="2206"/>
                  <a:pt x="527" y="2206"/>
                </a:cubicBezTo>
                <a:lnTo>
                  <a:pt x="627" y="2306"/>
                </a:lnTo>
                <a:lnTo>
                  <a:pt x="627" y="2507"/>
                </a:lnTo>
                <a:cubicBezTo>
                  <a:pt x="627" y="2607"/>
                  <a:pt x="752" y="2607"/>
                  <a:pt x="752" y="2607"/>
                </a:cubicBezTo>
                <a:cubicBezTo>
                  <a:pt x="627" y="2707"/>
                  <a:pt x="752" y="2707"/>
                  <a:pt x="752" y="2707"/>
                </a:cubicBezTo>
                <a:lnTo>
                  <a:pt x="752" y="2832"/>
                </a:lnTo>
                <a:cubicBezTo>
                  <a:pt x="752" y="2933"/>
                  <a:pt x="852" y="2933"/>
                  <a:pt x="852" y="3033"/>
                </a:cubicBezTo>
                <a:cubicBezTo>
                  <a:pt x="953" y="3033"/>
                  <a:pt x="953" y="3133"/>
                  <a:pt x="953" y="3233"/>
                </a:cubicBezTo>
                <a:lnTo>
                  <a:pt x="953" y="3334"/>
                </a:lnTo>
                <a:cubicBezTo>
                  <a:pt x="953" y="3459"/>
                  <a:pt x="1053" y="3459"/>
                  <a:pt x="1053" y="3559"/>
                </a:cubicBezTo>
                <a:cubicBezTo>
                  <a:pt x="1153" y="3559"/>
                  <a:pt x="1253" y="3659"/>
                  <a:pt x="1253" y="3659"/>
                </a:cubicBezTo>
                <a:lnTo>
                  <a:pt x="1253" y="3860"/>
                </a:lnTo>
                <a:cubicBezTo>
                  <a:pt x="1253" y="3960"/>
                  <a:pt x="1253" y="3960"/>
                  <a:pt x="1379" y="4085"/>
                </a:cubicBezTo>
                <a:lnTo>
                  <a:pt x="1479" y="4286"/>
                </a:lnTo>
                <a:cubicBezTo>
                  <a:pt x="1479" y="4386"/>
                  <a:pt x="1379" y="4386"/>
                  <a:pt x="1479" y="4386"/>
                </a:cubicBezTo>
                <a:cubicBezTo>
                  <a:pt x="1479" y="4436"/>
                  <a:pt x="1504" y="4436"/>
                  <a:pt x="1517" y="4436"/>
                </a:cubicBezTo>
                <a:cubicBezTo>
                  <a:pt x="1529" y="4436"/>
                  <a:pt x="1529" y="4436"/>
                  <a:pt x="1479" y="4486"/>
                </a:cubicBezTo>
                <a:cubicBezTo>
                  <a:pt x="1479" y="4486"/>
                  <a:pt x="1434" y="4531"/>
                  <a:pt x="1464" y="4531"/>
                </a:cubicBezTo>
                <a:cubicBezTo>
                  <a:pt x="1479" y="4531"/>
                  <a:pt x="1512" y="4520"/>
                  <a:pt x="1579" y="4486"/>
                </a:cubicBezTo>
                <a:cubicBezTo>
                  <a:pt x="1579" y="4537"/>
                  <a:pt x="1579" y="4562"/>
                  <a:pt x="1592" y="4562"/>
                </a:cubicBezTo>
                <a:cubicBezTo>
                  <a:pt x="1604" y="4562"/>
                  <a:pt x="1629" y="4537"/>
                  <a:pt x="1680" y="4486"/>
                </a:cubicBezTo>
                <a:cubicBezTo>
                  <a:pt x="1780" y="4486"/>
                  <a:pt x="2005" y="4386"/>
                  <a:pt x="2005" y="4286"/>
                </a:cubicBezTo>
                <a:lnTo>
                  <a:pt x="2005" y="3960"/>
                </a:lnTo>
                <a:cubicBezTo>
                  <a:pt x="2005" y="3860"/>
                  <a:pt x="1880" y="3860"/>
                  <a:pt x="1880" y="3860"/>
                </a:cubicBezTo>
                <a:cubicBezTo>
                  <a:pt x="1780" y="3760"/>
                  <a:pt x="1780" y="3760"/>
                  <a:pt x="1780" y="3659"/>
                </a:cubicBezTo>
                <a:cubicBezTo>
                  <a:pt x="1780" y="3659"/>
                  <a:pt x="1780" y="3559"/>
                  <a:pt x="1680" y="3559"/>
                </a:cubicBezTo>
                <a:lnTo>
                  <a:pt x="1680" y="3459"/>
                </a:lnTo>
                <a:lnTo>
                  <a:pt x="1579" y="3334"/>
                </a:lnTo>
                <a:cubicBezTo>
                  <a:pt x="1579" y="3233"/>
                  <a:pt x="1479" y="3233"/>
                  <a:pt x="1479" y="3233"/>
                </a:cubicBezTo>
                <a:cubicBezTo>
                  <a:pt x="1479" y="3183"/>
                  <a:pt x="1454" y="3183"/>
                  <a:pt x="1429" y="3183"/>
                </a:cubicBezTo>
                <a:cubicBezTo>
                  <a:pt x="1404" y="3183"/>
                  <a:pt x="1379" y="3183"/>
                  <a:pt x="1379" y="3133"/>
                </a:cubicBezTo>
                <a:cubicBezTo>
                  <a:pt x="1379" y="3033"/>
                  <a:pt x="1479" y="2933"/>
                  <a:pt x="1379" y="2933"/>
                </a:cubicBezTo>
                <a:cubicBezTo>
                  <a:pt x="1253" y="2933"/>
                  <a:pt x="1379" y="2832"/>
                  <a:pt x="1379" y="2832"/>
                </a:cubicBezTo>
                <a:lnTo>
                  <a:pt x="1253" y="2832"/>
                </a:lnTo>
                <a:cubicBezTo>
                  <a:pt x="1153" y="2832"/>
                  <a:pt x="1153" y="2707"/>
                  <a:pt x="1253" y="2707"/>
                </a:cubicBezTo>
                <a:lnTo>
                  <a:pt x="1253" y="2507"/>
                </a:lnTo>
                <a:cubicBezTo>
                  <a:pt x="1153" y="2507"/>
                  <a:pt x="1153" y="2406"/>
                  <a:pt x="1153" y="2406"/>
                </a:cubicBezTo>
                <a:cubicBezTo>
                  <a:pt x="1053" y="2406"/>
                  <a:pt x="1253" y="2206"/>
                  <a:pt x="1153" y="2206"/>
                </a:cubicBezTo>
                <a:cubicBezTo>
                  <a:pt x="1053" y="2206"/>
                  <a:pt x="1153" y="2206"/>
                  <a:pt x="1153" y="2080"/>
                </a:cubicBezTo>
                <a:cubicBezTo>
                  <a:pt x="1153" y="2080"/>
                  <a:pt x="1053" y="2080"/>
                  <a:pt x="1053" y="1980"/>
                </a:cubicBezTo>
                <a:cubicBezTo>
                  <a:pt x="953" y="1880"/>
                  <a:pt x="1153" y="1780"/>
                  <a:pt x="1053" y="1780"/>
                </a:cubicBezTo>
                <a:lnTo>
                  <a:pt x="953" y="1780"/>
                </a:lnTo>
                <a:cubicBezTo>
                  <a:pt x="852" y="1780"/>
                  <a:pt x="953" y="1679"/>
                  <a:pt x="953" y="1679"/>
                </a:cubicBezTo>
                <a:lnTo>
                  <a:pt x="953" y="1579"/>
                </a:lnTo>
                <a:cubicBezTo>
                  <a:pt x="953" y="1454"/>
                  <a:pt x="852" y="1454"/>
                  <a:pt x="953" y="1454"/>
                </a:cubicBezTo>
                <a:cubicBezTo>
                  <a:pt x="953" y="1354"/>
                  <a:pt x="852" y="1354"/>
                  <a:pt x="852" y="1354"/>
                </a:cubicBezTo>
                <a:cubicBezTo>
                  <a:pt x="752" y="1253"/>
                  <a:pt x="852" y="1253"/>
                  <a:pt x="852" y="1153"/>
                </a:cubicBezTo>
                <a:lnTo>
                  <a:pt x="852" y="1053"/>
                </a:lnTo>
                <a:cubicBezTo>
                  <a:pt x="752" y="953"/>
                  <a:pt x="752" y="953"/>
                  <a:pt x="752" y="827"/>
                </a:cubicBezTo>
                <a:cubicBezTo>
                  <a:pt x="752" y="727"/>
                  <a:pt x="752" y="627"/>
                  <a:pt x="627" y="627"/>
                </a:cubicBezTo>
                <a:cubicBezTo>
                  <a:pt x="527" y="527"/>
                  <a:pt x="426" y="527"/>
                  <a:pt x="527" y="527"/>
                </a:cubicBezTo>
                <a:cubicBezTo>
                  <a:pt x="627" y="426"/>
                  <a:pt x="627" y="326"/>
                  <a:pt x="527" y="326"/>
                </a:cubicBezTo>
                <a:cubicBezTo>
                  <a:pt x="426" y="201"/>
                  <a:pt x="527" y="201"/>
                  <a:pt x="527" y="101"/>
                </a:cubicBezTo>
                <a:cubicBezTo>
                  <a:pt x="527" y="101"/>
                  <a:pt x="627" y="0"/>
                  <a:pt x="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7"/>
          <p:cNvSpPr/>
          <p:nvPr/>
        </p:nvSpPr>
        <p:spPr>
          <a:xfrm>
            <a:off x="2048712" y="3435333"/>
            <a:ext cx="42881" cy="73754"/>
          </a:xfrm>
          <a:custGeom>
            <a:rect b="b" l="l" r="r" t="t"/>
            <a:pathLst>
              <a:path extrusionOk="0" h="4140" w="2407">
                <a:moveTo>
                  <a:pt x="338" y="1"/>
                </a:moveTo>
                <a:cubicBezTo>
                  <a:pt x="305" y="1"/>
                  <a:pt x="261" y="8"/>
                  <a:pt x="201" y="26"/>
                </a:cubicBezTo>
                <a:cubicBezTo>
                  <a:pt x="201" y="26"/>
                  <a:pt x="101" y="152"/>
                  <a:pt x="1" y="152"/>
                </a:cubicBezTo>
                <a:lnTo>
                  <a:pt x="1" y="252"/>
                </a:lnTo>
                <a:lnTo>
                  <a:pt x="1" y="352"/>
                </a:lnTo>
                <a:cubicBezTo>
                  <a:pt x="1" y="352"/>
                  <a:pt x="101" y="352"/>
                  <a:pt x="1" y="453"/>
                </a:cubicBezTo>
                <a:lnTo>
                  <a:pt x="101" y="453"/>
                </a:lnTo>
                <a:lnTo>
                  <a:pt x="101" y="553"/>
                </a:lnTo>
                <a:cubicBezTo>
                  <a:pt x="51" y="603"/>
                  <a:pt x="51" y="603"/>
                  <a:pt x="64" y="603"/>
                </a:cubicBezTo>
                <a:cubicBezTo>
                  <a:pt x="76" y="603"/>
                  <a:pt x="101" y="603"/>
                  <a:pt x="101" y="653"/>
                </a:cubicBezTo>
                <a:lnTo>
                  <a:pt x="101" y="778"/>
                </a:lnTo>
                <a:cubicBezTo>
                  <a:pt x="101" y="778"/>
                  <a:pt x="201" y="778"/>
                  <a:pt x="201" y="879"/>
                </a:cubicBezTo>
                <a:lnTo>
                  <a:pt x="201" y="979"/>
                </a:lnTo>
                <a:lnTo>
                  <a:pt x="302" y="1079"/>
                </a:lnTo>
                <a:cubicBezTo>
                  <a:pt x="201" y="1179"/>
                  <a:pt x="302" y="1179"/>
                  <a:pt x="302" y="1179"/>
                </a:cubicBezTo>
                <a:lnTo>
                  <a:pt x="302" y="1280"/>
                </a:lnTo>
                <a:cubicBezTo>
                  <a:pt x="402" y="1280"/>
                  <a:pt x="402" y="1405"/>
                  <a:pt x="402" y="1505"/>
                </a:cubicBezTo>
                <a:cubicBezTo>
                  <a:pt x="402" y="1605"/>
                  <a:pt x="527" y="1706"/>
                  <a:pt x="627" y="1706"/>
                </a:cubicBezTo>
                <a:lnTo>
                  <a:pt x="627" y="1906"/>
                </a:lnTo>
                <a:cubicBezTo>
                  <a:pt x="627" y="1906"/>
                  <a:pt x="717" y="1862"/>
                  <a:pt x="746" y="1862"/>
                </a:cubicBezTo>
                <a:cubicBezTo>
                  <a:pt x="761" y="1862"/>
                  <a:pt x="761" y="1873"/>
                  <a:pt x="728" y="1906"/>
                </a:cubicBezTo>
                <a:cubicBezTo>
                  <a:pt x="627" y="2032"/>
                  <a:pt x="728" y="2032"/>
                  <a:pt x="728" y="2032"/>
                </a:cubicBezTo>
                <a:lnTo>
                  <a:pt x="828" y="2132"/>
                </a:lnTo>
                <a:cubicBezTo>
                  <a:pt x="828" y="2232"/>
                  <a:pt x="828" y="2232"/>
                  <a:pt x="928" y="2332"/>
                </a:cubicBezTo>
                <a:cubicBezTo>
                  <a:pt x="828" y="2433"/>
                  <a:pt x="928" y="2433"/>
                  <a:pt x="928" y="2433"/>
                </a:cubicBezTo>
                <a:lnTo>
                  <a:pt x="928" y="2658"/>
                </a:lnTo>
                <a:cubicBezTo>
                  <a:pt x="928" y="2658"/>
                  <a:pt x="1028" y="2758"/>
                  <a:pt x="1154" y="2758"/>
                </a:cubicBezTo>
                <a:cubicBezTo>
                  <a:pt x="1154" y="2758"/>
                  <a:pt x="1254" y="2859"/>
                  <a:pt x="1254" y="2959"/>
                </a:cubicBezTo>
                <a:cubicBezTo>
                  <a:pt x="1254" y="2959"/>
                  <a:pt x="1154" y="3059"/>
                  <a:pt x="1254" y="3059"/>
                </a:cubicBezTo>
                <a:lnTo>
                  <a:pt x="1354" y="3159"/>
                </a:lnTo>
                <a:cubicBezTo>
                  <a:pt x="1455" y="3285"/>
                  <a:pt x="1555" y="3285"/>
                  <a:pt x="1555" y="3385"/>
                </a:cubicBezTo>
                <a:lnTo>
                  <a:pt x="1555" y="3485"/>
                </a:lnTo>
                <a:cubicBezTo>
                  <a:pt x="1555" y="3585"/>
                  <a:pt x="1555" y="3585"/>
                  <a:pt x="1655" y="3686"/>
                </a:cubicBezTo>
                <a:cubicBezTo>
                  <a:pt x="1655" y="3686"/>
                  <a:pt x="1780" y="3786"/>
                  <a:pt x="1780" y="3911"/>
                </a:cubicBezTo>
                <a:lnTo>
                  <a:pt x="1780" y="4011"/>
                </a:lnTo>
                <a:lnTo>
                  <a:pt x="1881" y="4011"/>
                </a:lnTo>
                <a:cubicBezTo>
                  <a:pt x="1881" y="4011"/>
                  <a:pt x="1816" y="4140"/>
                  <a:pt x="1842" y="4140"/>
                </a:cubicBezTo>
                <a:cubicBezTo>
                  <a:pt x="1849" y="4140"/>
                  <a:pt x="1861" y="4132"/>
                  <a:pt x="1881" y="4112"/>
                </a:cubicBezTo>
                <a:cubicBezTo>
                  <a:pt x="1881" y="4112"/>
                  <a:pt x="1981" y="4112"/>
                  <a:pt x="2081" y="4011"/>
                </a:cubicBezTo>
                <a:cubicBezTo>
                  <a:pt x="2181" y="4011"/>
                  <a:pt x="2282" y="3911"/>
                  <a:pt x="2407" y="3786"/>
                </a:cubicBezTo>
                <a:lnTo>
                  <a:pt x="2282" y="3786"/>
                </a:lnTo>
                <a:lnTo>
                  <a:pt x="2282" y="3485"/>
                </a:lnTo>
                <a:cubicBezTo>
                  <a:pt x="2282" y="3385"/>
                  <a:pt x="2181" y="3385"/>
                  <a:pt x="2181" y="3385"/>
                </a:cubicBezTo>
                <a:cubicBezTo>
                  <a:pt x="2081" y="3285"/>
                  <a:pt x="2081" y="3285"/>
                  <a:pt x="2081" y="3159"/>
                </a:cubicBezTo>
                <a:lnTo>
                  <a:pt x="1981" y="3159"/>
                </a:lnTo>
                <a:cubicBezTo>
                  <a:pt x="1981" y="3059"/>
                  <a:pt x="1981" y="3059"/>
                  <a:pt x="1881" y="2959"/>
                </a:cubicBezTo>
                <a:lnTo>
                  <a:pt x="1780" y="2959"/>
                </a:lnTo>
                <a:cubicBezTo>
                  <a:pt x="1881" y="2859"/>
                  <a:pt x="1780" y="2859"/>
                  <a:pt x="1780" y="2859"/>
                </a:cubicBezTo>
                <a:cubicBezTo>
                  <a:pt x="1780" y="2859"/>
                  <a:pt x="1655" y="2859"/>
                  <a:pt x="1655" y="2758"/>
                </a:cubicBezTo>
                <a:cubicBezTo>
                  <a:pt x="1655" y="2758"/>
                  <a:pt x="1780" y="2658"/>
                  <a:pt x="1555" y="2658"/>
                </a:cubicBezTo>
                <a:lnTo>
                  <a:pt x="1555" y="2533"/>
                </a:lnTo>
                <a:cubicBezTo>
                  <a:pt x="1555" y="2433"/>
                  <a:pt x="1555" y="2433"/>
                  <a:pt x="1455" y="2433"/>
                </a:cubicBezTo>
                <a:lnTo>
                  <a:pt x="1455" y="2232"/>
                </a:lnTo>
                <a:cubicBezTo>
                  <a:pt x="1354" y="2232"/>
                  <a:pt x="1354" y="2132"/>
                  <a:pt x="1354" y="2132"/>
                </a:cubicBezTo>
                <a:cubicBezTo>
                  <a:pt x="1254" y="2132"/>
                  <a:pt x="1455" y="1906"/>
                  <a:pt x="1354" y="1906"/>
                </a:cubicBezTo>
                <a:lnTo>
                  <a:pt x="1254" y="1906"/>
                </a:lnTo>
                <a:lnTo>
                  <a:pt x="1254" y="1806"/>
                </a:lnTo>
                <a:cubicBezTo>
                  <a:pt x="1254" y="1706"/>
                  <a:pt x="1254" y="1706"/>
                  <a:pt x="1154" y="1706"/>
                </a:cubicBezTo>
                <a:cubicBezTo>
                  <a:pt x="1028" y="1706"/>
                  <a:pt x="1254" y="1605"/>
                  <a:pt x="1154" y="1605"/>
                </a:cubicBezTo>
                <a:lnTo>
                  <a:pt x="1028" y="1605"/>
                </a:lnTo>
                <a:cubicBezTo>
                  <a:pt x="928" y="1605"/>
                  <a:pt x="1028" y="1505"/>
                  <a:pt x="1028" y="1505"/>
                </a:cubicBezTo>
                <a:lnTo>
                  <a:pt x="1028" y="1405"/>
                </a:lnTo>
                <a:lnTo>
                  <a:pt x="1028" y="1280"/>
                </a:lnTo>
                <a:cubicBezTo>
                  <a:pt x="1028" y="1179"/>
                  <a:pt x="928" y="1179"/>
                  <a:pt x="928" y="1179"/>
                </a:cubicBezTo>
                <a:cubicBezTo>
                  <a:pt x="828" y="1179"/>
                  <a:pt x="928" y="1079"/>
                  <a:pt x="928" y="1079"/>
                </a:cubicBezTo>
                <a:cubicBezTo>
                  <a:pt x="828" y="979"/>
                  <a:pt x="928" y="979"/>
                  <a:pt x="828" y="979"/>
                </a:cubicBezTo>
                <a:cubicBezTo>
                  <a:pt x="828" y="879"/>
                  <a:pt x="728" y="879"/>
                  <a:pt x="728" y="778"/>
                </a:cubicBezTo>
                <a:cubicBezTo>
                  <a:pt x="728" y="653"/>
                  <a:pt x="728" y="553"/>
                  <a:pt x="627" y="553"/>
                </a:cubicBezTo>
                <a:cubicBezTo>
                  <a:pt x="627" y="553"/>
                  <a:pt x="527" y="553"/>
                  <a:pt x="527" y="453"/>
                </a:cubicBezTo>
                <a:cubicBezTo>
                  <a:pt x="627" y="453"/>
                  <a:pt x="627" y="252"/>
                  <a:pt x="527" y="252"/>
                </a:cubicBezTo>
                <a:cubicBezTo>
                  <a:pt x="402" y="252"/>
                  <a:pt x="527" y="252"/>
                  <a:pt x="402" y="152"/>
                </a:cubicBezTo>
                <a:cubicBezTo>
                  <a:pt x="402" y="152"/>
                  <a:pt x="486" y="1"/>
                  <a:pt x="3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7"/>
          <p:cNvSpPr/>
          <p:nvPr/>
        </p:nvSpPr>
        <p:spPr>
          <a:xfrm>
            <a:off x="1561151" y="3726020"/>
            <a:ext cx="78154" cy="173001"/>
          </a:xfrm>
          <a:custGeom>
            <a:rect b="b" l="l" r="r" t="t"/>
            <a:pathLst>
              <a:path extrusionOk="0" h="9711" w="4387">
                <a:moveTo>
                  <a:pt x="527" y="0"/>
                </a:moveTo>
                <a:lnTo>
                  <a:pt x="527" y="126"/>
                </a:lnTo>
                <a:cubicBezTo>
                  <a:pt x="426" y="126"/>
                  <a:pt x="426" y="226"/>
                  <a:pt x="426" y="326"/>
                </a:cubicBezTo>
                <a:cubicBezTo>
                  <a:pt x="426" y="326"/>
                  <a:pt x="326" y="426"/>
                  <a:pt x="326" y="527"/>
                </a:cubicBezTo>
                <a:lnTo>
                  <a:pt x="326" y="627"/>
                </a:lnTo>
                <a:cubicBezTo>
                  <a:pt x="201" y="752"/>
                  <a:pt x="326" y="852"/>
                  <a:pt x="326" y="953"/>
                </a:cubicBezTo>
                <a:lnTo>
                  <a:pt x="201" y="1053"/>
                </a:lnTo>
                <a:cubicBezTo>
                  <a:pt x="101" y="1053"/>
                  <a:pt x="201" y="1153"/>
                  <a:pt x="201" y="1253"/>
                </a:cubicBezTo>
                <a:cubicBezTo>
                  <a:pt x="201" y="1379"/>
                  <a:pt x="101" y="1379"/>
                  <a:pt x="101" y="1479"/>
                </a:cubicBezTo>
                <a:lnTo>
                  <a:pt x="101" y="1780"/>
                </a:lnTo>
                <a:cubicBezTo>
                  <a:pt x="101" y="1880"/>
                  <a:pt x="0" y="2005"/>
                  <a:pt x="0" y="2106"/>
                </a:cubicBezTo>
                <a:cubicBezTo>
                  <a:pt x="0" y="2206"/>
                  <a:pt x="101" y="2306"/>
                  <a:pt x="0" y="2406"/>
                </a:cubicBezTo>
                <a:cubicBezTo>
                  <a:pt x="0" y="2507"/>
                  <a:pt x="101" y="2632"/>
                  <a:pt x="0" y="2632"/>
                </a:cubicBezTo>
                <a:cubicBezTo>
                  <a:pt x="0" y="2732"/>
                  <a:pt x="0" y="2832"/>
                  <a:pt x="101" y="2933"/>
                </a:cubicBezTo>
                <a:lnTo>
                  <a:pt x="101" y="3559"/>
                </a:lnTo>
                <a:cubicBezTo>
                  <a:pt x="101" y="3760"/>
                  <a:pt x="101" y="3985"/>
                  <a:pt x="201" y="4186"/>
                </a:cubicBezTo>
                <a:cubicBezTo>
                  <a:pt x="326" y="4286"/>
                  <a:pt x="326" y="4512"/>
                  <a:pt x="326" y="4612"/>
                </a:cubicBezTo>
                <a:cubicBezTo>
                  <a:pt x="426" y="4712"/>
                  <a:pt x="527" y="4712"/>
                  <a:pt x="426" y="4812"/>
                </a:cubicBezTo>
                <a:cubicBezTo>
                  <a:pt x="326" y="4913"/>
                  <a:pt x="426" y="5013"/>
                  <a:pt x="527" y="5013"/>
                </a:cubicBezTo>
                <a:lnTo>
                  <a:pt x="627" y="5339"/>
                </a:lnTo>
                <a:cubicBezTo>
                  <a:pt x="627" y="5439"/>
                  <a:pt x="727" y="5639"/>
                  <a:pt x="827" y="5865"/>
                </a:cubicBezTo>
                <a:lnTo>
                  <a:pt x="827" y="5965"/>
                </a:lnTo>
                <a:cubicBezTo>
                  <a:pt x="827" y="6065"/>
                  <a:pt x="953" y="6166"/>
                  <a:pt x="953" y="6266"/>
                </a:cubicBezTo>
                <a:lnTo>
                  <a:pt x="1053" y="6492"/>
                </a:lnTo>
                <a:cubicBezTo>
                  <a:pt x="1053" y="6692"/>
                  <a:pt x="1253" y="6792"/>
                  <a:pt x="1354" y="6893"/>
                </a:cubicBezTo>
                <a:cubicBezTo>
                  <a:pt x="1454" y="7018"/>
                  <a:pt x="1579" y="7218"/>
                  <a:pt x="1579" y="7319"/>
                </a:cubicBezTo>
                <a:cubicBezTo>
                  <a:pt x="1680" y="7419"/>
                  <a:pt x="1680" y="7519"/>
                  <a:pt x="1780" y="7519"/>
                </a:cubicBezTo>
                <a:cubicBezTo>
                  <a:pt x="1880" y="7644"/>
                  <a:pt x="1980" y="7745"/>
                  <a:pt x="2081" y="7945"/>
                </a:cubicBezTo>
                <a:cubicBezTo>
                  <a:pt x="2206" y="8045"/>
                  <a:pt x="2406" y="8146"/>
                  <a:pt x="2507" y="8271"/>
                </a:cubicBezTo>
                <a:cubicBezTo>
                  <a:pt x="2507" y="8371"/>
                  <a:pt x="2607" y="8472"/>
                  <a:pt x="2707" y="8572"/>
                </a:cubicBezTo>
                <a:cubicBezTo>
                  <a:pt x="2933" y="8772"/>
                  <a:pt x="2832" y="8772"/>
                  <a:pt x="3033" y="8898"/>
                </a:cubicBezTo>
                <a:cubicBezTo>
                  <a:pt x="3133" y="8998"/>
                  <a:pt x="3559" y="9198"/>
                  <a:pt x="3559" y="9299"/>
                </a:cubicBezTo>
                <a:cubicBezTo>
                  <a:pt x="3659" y="9299"/>
                  <a:pt x="3659" y="9399"/>
                  <a:pt x="3760" y="9524"/>
                </a:cubicBezTo>
                <a:lnTo>
                  <a:pt x="3960" y="9524"/>
                </a:lnTo>
                <a:cubicBezTo>
                  <a:pt x="3960" y="9593"/>
                  <a:pt x="3960" y="9710"/>
                  <a:pt x="4001" y="9710"/>
                </a:cubicBezTo>
                <a:cubicBezTo>
                  <a:pt x="4020" y="9710"/>
                  <a:pt x="4047" y="9687"/>
                  <a:pt x="4086" y="9624"/>
                </a:cubicBezTo>
                <a:cubicBezTo>
                  <a:pt x="4086" y="9624"/>
                  <a:pt x="4186" y="9624"/>
                  <a:pt x="4186" y="9524"/>
                </a:cubicBezTo>
                <a:cubicBezTo>
                  <a:pt x="4286" y="9399"/>
                  <a:pt x="4386" y="9299"/>
                  <a:pt x="4386" y="9198"/>
                </a:cubicBezTo>
                <a:cubicBezTo>
                  <a:pt x="4386" y="9098"/>
                  <a:pt x="4286" y="9098"/>
                  <a:pt x="4186" y="9098"/>
                </a:cubicBezTo>
                <a:cubicBezTo>
                  <a:pt x="4086" y="8998"/>
                  <a:pt x="3960" y="8998"/>
                  <a:pt x="3760" y="8672"/>
                </a:cubicBezTo>
                <a:cubicBezTo>
                  <a:pt x="3659" y="8572"/>
                  <a:pt x="3559" y="8572"/>
                  <a:pt x="3459" y="8472"/>
                </a:cubicBezTo>
                <a:cubicBezTo>
                  <a:pt x="3334" y="8371"/>
                  <a:pt x="3133" y="8271"/>
                  <a:pt x="3133" y="8146"/>
                </a:cubicBezTo>
                <a:cubicBezTo>
                  <a:pt x="3133" y="8045"/>
                  <a:pt x="3033" y="8045"/>
                  <a:pt x="2933" y="8045"/>
                </a:cubicBezTo>
                <a:lnTo>
                  <a:pt x="2607" y="7745"/>
                </a:lnTo>
                <a:cubicBezTo>
                  <a:pt x="2607" y="7644"/>
                  <a:pt x="2507" y="7644"/>
                  <a:pt x="2507" y="7644"/>
                </a:cubicBezTo>
                <a:cubicBezTo>
                  <a:pt x="2406" y="7519"/>
                  <a:pt x="2306" y="7519"/>
                  <a:pt x="2306" y="7419"/>
                </a:cubicBezTo>
                <a:cubicBezTo>
                  <a:pt x="2306" y="7319"/>
                  <a:pt x="2206" y="7319"/>
                  <a:pt x="2081" y="7218"/>
                </a:cubicBezTo>
                <a:cubicBezTo>
                  <a:pt x="1980" y="7118"/>
                  <a:pt x="2081" y="6893"/>
                  <a:pt x="1880" y="6792"/>
                </a:cubicBezTo>
                <a:cubicBezTo>
                  <a:pt x="1780" y="6792"/>
                  <a:pt x="1780" y="6692"/>
                  <a:pt x="1780" y="6592"/>
                </a:cubicBezTo>
                <a:cubicBezTo>
                  <a:pt x="1780" y="6592"/>
                  <a:pt x="1680" y="6592"/>
                  <a:pt x="1680" y="6492"/>
                </a:cubicBezTo>
                <a:cubicBezTo>
                  <a:pt x="1579" y="6492"/>
                  <a:pt x="1579" y="6492"/>
                  <a:pt x="1579" y="6391"/>
                </a:cubicBezTo>
                <a:cubicBezTo>
                  <a:pt x="1579" y="6166"/>
                  <a:pt x="1454" y="6065"/>
                  <a:pt x="1454" y="5965"/>
                </a:cubicBezTo>
                <a:cubicBezTo>
                  <a:pt x="1354" y="5965"/>
                  <a:pt x="1354" y="5765"/>
                  <a:pt x="1253" y="5765"/>
                </a:cubicBezTo>
                <a:cubicBezTo>
                  <a:pt x="1153" y="5539"/>
                  <a:pt x="1354" y="5439"/>
                  <a:pt x="1153" y="5339"/>
                </a:cubicBezTo>
                <a:lnTo>
                  <a:pt x="1153" y="5138"/>
                </a:lnTo>
                <a:cubicBezTo>
                  <a:pt x="1153" y="5013"/>
                  <a:pt x="1053" y="4913"/>
                  <a:pt x="1053" y="4812"/>
                </a:cubicBezTo>
                <a:cubicBezTo>
                  <a:pt x="1053" y="4812"/>
                  <a:pt x="1053" y="4712"/>
                  <a:pt x="953" y="4712"/>
                </a:cubicBezTo>
                <a:cubicBezTo>
                  <a:pt x="827" y="4612"/>
                  <a:pt x="1053" y="4386"/>
                  <a:pt x="953" y="4286"/>
                </a:cubicBezTo>
                <a:cubicBezTo>
                  <a:pt x="827" y="4286"/>
                  <a:pt x="827" y="4286"/>
                  <a:pt x="727" y="4186"/>
                </a:cubicBezTo>
                <a:cubicBezTo>
                  <a:pt x="727" y="4186"/>
                  <a:pt x="827" y="4086"/>
                  <a:pt x="827" y="3985"/>
                </a:cubicBezTo>
                <a:cubicBezTo>
                  <a:pt x="727" y="3885"/>
                  <a:pt x="727" y="3885"/>
                  <a:pt x="727" y="3760"/>
                </a:cubicBezTo>
                <a:lnTo>
                  <a:pt x="727" y="3459"/>
                </a:lnTo>
                <a:cubicBezTo>
                  <a:pt x="727" y="3459"/>
                  <a:pt x="627" y="3359"/>
                  <a:pt x="627" y="3258"/>
                </a:cubicBezTo>
                <a:cubicBezTo>
                  <a:pt x="527" y="3133"/>
                  <a:pt x="627" y="3033"/>
                  <a:pt x="627" y="2933"/>
                </a:cubicBezTo>
                <a:cubicBezTo>
                  <a:pt x="627" y="2832"/>
                  <a:pt x="727" y="2732"/>
                  <a:pt x="627" y="2632"/>
                </a:cubicBezTo>
                <a:lnTo>
                  <a:pt x="627" y="2206"/>
                </a:lnTo>
                <a:cubicBezTo>
                  <a:pt x="727" y="1880"/>
                  <a:pt x="727" y="1780"/>
                  <a:pt x="627" y="1579"/>
                </a:cubicBezTo>
                <a:cubicBezTo>
                  <a:pt x="627" y="1479"/>
                  <a:pt x="527" y="1379"/>
                  <a:pt x="627" y="1253"/>
                </a:cubicBezTo>
                <a:cubicBezTo>
                  <a:pt x="727" y="1253"/>
                  <a:pt x="827" y="953"/>
                  <a:pt x="827" y="953"/>
                </a:cubicBezTo>
                <a:cubicBezTo>
                  <a:pt x="727" y="627"/>
                  <a:pt x="827" y="627"/>
                  <a:pt x="827" y="527"/>
                </a:cubicBezTo>
                <a:cubicBezTo>
                  <a:pt x="827" y="426"/>
                  <a:pt x="1053" y="326"/>
                  <a:pt x="727" y="126"/>
                </a:cubicBezTo>
                <a:cubicBezTo>
                  <a:pt x="727" y="126"/>
                  <a:pt x="627" y="126"/>
                  <a:pt x="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7"/>
          <p:cNvSpPr/>
          <p:nvPr/>
        </p:nvSpPr>
        <p:spPr>
          <a:xfrm>
            <a:off x="1719883" y="4031423"/>
            <a:ext cx="163203" cy="62905"/>
          </a:xfrm>
          <a:custGeom>
            <a:rect b="b" l="l" r="r" t="t"/>
            <a:pathLst>
              <a:path extrusionOk="0" h="3531" w="9161">
                <a:moveTo>
                  <a:pt x="2369" y="0"/>
                </a:moveTo>
                <a:cubicBezTo>
                  <a:pt x="2168" y="100"/>
                  <a:pt x="2068" y="100"/>
                  <a:pt x="1943" y="100"/>
                </a:cubicBezTo>
                <a:cubicBezTo>
                  <a:pt x="1854" y="71"/>
                  <a:pt x="1784" y="59"/>
                  <a:pt x="1722" y="59"/>
                </a:cubicBezTo>
                <a:cubicBezTo>
                  <a:pt x="1572" y="59"/>
                  <a:pt x="1475" y="130"/>
                  <a:pt x="1316" y="201"/>
                </a:cubicBezTo>
                <a:cubicBezTo>
                  <a:pt x="1249" y="201"/>
                  <a:pt x="1227" y="245"/>
                  <a:pt x="1190" y="245"/>
                </a:cubicBezTo>
                <a:cubicBezTo>
                  <a:pt x="1171" y="245"/>
                  <a:pt x="1149" y="234"/>
                  <a:pt x="1115" y="201"/>
                </a:cubicBezTo>
                <a:lnTo>
                  <a:pt x="689" y="201"/>
                </a:lnTo>
                <a:cubicBezTo>
                  <a:pt x="489" y="401"/>
                  <a:pt x="489" y="401"/>
                  <a:pt x="288" y="401"/>
                </a:cubicBezTo>
                <a:cubicBezTo>
                  <a:pt x="250" y="401"/>
                  <a:pt x="194" y="387"/>
                  <a:pt x="144" y="387"/>
                </a:cubicBezTo>
                <a:cubicBezTo>
                  <a:pt x="64" y="387"/>
                  <a:pt x="1" y="425"/>
                  <a:pt x="63" y="627"/>
                </a:cubicBezTo>
                <a:lnTo>
                  <a:pt x="63" y="827"/>
                </a:lnTo>
                <a:lnTo>
                  <a:pt x="188" y="928"/>
                </a:lnTo>
                <a:cubicBezTo>
                  <a:pt x="288" y="928"/>
                  <a:pt x="288" y="827"/>
                  <a:pt x="389" y="827"/>
                </a:cubicBezTo>
                <a:cubicBezTo>
                  <a:pt x="389" y="827"/>
                  <a:pt x="433" y="872"/>
                  <a:pt x="493" y="872"/>
                </a:cubicBezTo>
                <a:cubicBezTo>
                  <a:pt x="522" y="872"/>
                  <a:pt x="556" y="861"/>
                  <a:pt x="589" y="827"/>
                </a:cubicBezTo>
                <a:lnTo>
                  <a:pt x="689" y="827"/>
                </a:lnTo>
                <a:cubicBezTo>
                  <a:pt x="815" y="827"/>
                  <a:pt x="815" y="727"/>
                  <a:pt x="915" y="727"/>
                </a:cubicBezTo>
                <a:lnTo>
                  <a:pt x="1015" y="727"/>
                </a:lnTo>
                <a:cubicBezTo>
                  <a:pt x="1049" y="760"/>
                  <a:pt x="1071" y="772"/>
                  <a:pt x="1089" y="772"/>
                </a:cubicBezTo>
                <a:cubicBezTo>
                  <a:pt x="1127" y="772"/>
                  <a:pt x="1149" y="727"/>
                  <a:pt x="1216" y="727"/>
                </a:cubicBezTo>
                <a:lnTo>
                  <a:pt x="1441" y="727"/>
                </a:lnTo>
                <a:cubicBezTo>
                  <a:pt x="1542" y="727"/>
                  <a:pt x="1542" y="627"/>
                  <a:pt x="1642" y="627"/>
                </a:cubicBezTo>
                <a:cubicBezTo>
                  <a:pt x="1742" y="627"/>
                  <a:pt x="1842" y="727"/>
                  <a:pt x="1943" y="727"/>
                </a:cubicBezTo>
                <a:cubicBezTo>
                  <a:pt x="2068" y="727"/>
                  <a:pt x="2068" y="627"/>
                  <a:pt x="2168" y="627"/>
                </a:cubicBezTo>
                <a:cubicBezTo>
                  <a:pt x="2202" y="660"/>
                  <a:pt x="2224" y="671"/>
                  <a:pt x="2242" y="671"/>
                </a:cubicBezTo>
                <a:cubicBezTo>
                  <a:pt x="2279" y="671"/>
                  <a:pt x="2302" y="627"/>
                  <a:pt x="2369" y="627"/>
                </a:cubicBezTo>
                <a:cubicBezTo>
                  <a:pt x="2402" y="660"/>
                  <a:pt x="2424" y="671"/>
                  <a:pt x="2443" y="671"/>
                </a:cubicBezTo>
                <a:cubicBezTo>
                  <a:pt x="2480" y="671"/>
                  <a:pt x="2502" y="627"/>
                  <a:pt x="2569" y="627"/>
                </a:cubicBezTo>
                <a:lnTo>
                  <a:pt x="3095" y="627"/>
                </a:lnTo>
                <a:cubicBezTo>
                  <a:pt x="3321" y="727"/>
                  <a:pt x="3521" y="727"/>
                  <a:pt x="3722" y="727"/>
                </a:cubicBezTo>
                <a:lnTo>
                  <a:pt x="4048" y="727"/>
                </a:lnTo>
                <a:cubicBezTo>
                  <a:pt x="4071" y="750"/>
                  <a:pt x="4093" y="757"/>
                  <a:pt x="4115" y="757"/>
                </a:cubicBezTo>
                <a:cubicBezTo>
                  <a:pt x="4153" y="757"/>
                  <a:pt x="4188" y="734"/>
                  <a:pt x="4212" y="734"/>
                </a:cubicBezTo>
                <a:cubicBezTo>
                  <a:pt x="4235" y="734"/>
                  <a:pt x="4248" y="753"/>
                  <a:pt x="4248" y="827"/>
                </a:cubicBezTo>
                <a:cubicBezTo>
                  <a:pt x="4248" y="861"/>
                  <a:pt x="4259" y="872"/>
                  <a:pt x="4278" y="872"/>
                </a:cubicBezTo>
                <a:cubicBezTo>
                  <a:pt x="4315" y="872"/>
                  <a:pt x="4382" y="827"/>
                  <a:pt x="4449" y="827"/>
                </a:cubicBezTo>
                <a:lnTo>
                  <a:pt x="4674" y="928"/>
                </a:lnTo>
                <a:cubicBezTo>
                  <a:pt x="4875" y="928"/>
                  <a:pt x="4975" y="928"/>
                  <a:pt x="5075" y="1028"/>
                </a:cubicBezTo>
                <a:lnTo>
                  <a:pt x="5301" y="1028"/>
                </a:lnTo>
                <a:cubicBezTo>
                  <a:pt x="5301" y="1153"/>
                  <a:pt x="5401" y="1153"/>
                  <a:pt x="5501" y="1153"/>
                </a:cubicBezTo>
                <a:lnTo>
                  <a:pt x="5702" y="1354"/>
                </a:lnTo>
                <a:cubicBezTo>
                  <a:pt x="5765" y="1404"/>
                  <a:pt x="5821" y="1404"/>
                  <a:pt x="5887" y="1404"/>
                </a:cubicBezTo>
                <a:cubicBezTo>
                  <a:pt x="5953" y="1404"/>
                  <a:pt x="6028" y="1404"/>
                  <a:pt x="6128" y="1454"/>
                </a:cubicBezTo>
                <a:cubicBezTo>
                  <a:pt x="6228" y="1454"/>
                  <a:pt x="6329" y="1554"/>
                  <a:pt x="6454" y="1654"/>
                </a:cubicBezTo>
                <a:cubicBezTo>
                  <a:pt x="6554" y="1654"/>
                  <a:pt x="6554" y="1780"/>
                  <a:pt x="6654" y="1780"/>
                </a:cubicBezTo>
                <a:cubicBezTo>
                  <a:pt x="6755" y="1880"/>
                  <a:pt x="6955" y="1880"/>
                  <a:pt x="7080" y="1980"/>
                </a:cubicBezTo>
                <a:cubicBezTo>
                  <a:pt x="7181" y="2080"/>
                  <a:pt x="7281" y="2080"/>
                  <a:pt x="7481" y="2181"/>
                </a:cubicBezTo>
                <a:cubicBezTo>
                  <a:pt x="7481" y="2281"/>
                  <a:pt x="7582" y="2281"/>
                  <a:pt x="7707" y="2406"/>
                </a:cubicBezTo>
                <a:cubicBezTo>
                  <a:pt x="7807" y="2607"/>
                  <a:pt x="7807" y="2607"/>
                  <a:pt x="8008" y="2707"/>
                </a:cubicBezTo>
                <a:cubicBezTo>
                  <a:pt x="8008" y="2807"/>
                  <a:pt x="8334" y="3033"/>
                  <a:pt x="8434" y="3133"/>
                </a:cubicBezTo>
                <a:lnTo>
                  <a:pt x="8434" y="3334"/>
                </a:lnTo>
                <a:lnTo>
                  <a:pt x="8634" y="3334"/>
                </a:lnTo>
                <a:cubicBezTo>
                  <a:pt x="8634" y="3403"/>
                  <a:pt x="8587" y="3531"/>
                  <a:pt x="8622" y="3531"/>
                </a:cubicBezTo>
                <a:cubicBezTo>
                  <a:pt x="8639" y="3531"/>
                  <a:pt x="8672" y="3504"/>
                  <a:pt x="8735" y="3434"/>
                </a:cubicBezTo>
                <a:cubicBezTo>
                  <a:pt x="8735" y="3484"/>
                  <a:pt x="8735" y="3509"/>
                  <a:pt x="8747" y="3509"/>
                </a:cubicBezTo>
                <a:cubicBezTo>
                  <a:pt x="8760" y="3509"/>
                  <a:pt x="8785" y="3484"/>
                  <a:pt x="8835" y="3434"/>
                </a:cubicBezTo>
                <a:cubicBezTo>
                  <a:pt x="8960" y="3434"/>
                  <a:pt x="9161" y="3233"/>
                  <a:pt x="9161" y="3233"/>
                </a:cubicBezTo>
                <a:cubicBezTo>
                  <a:pt x="9161" y="3133"/>
                  <a:pt x="9060" y="3133"/>
                  <a:pt x="9060" y="3133"/>
                </a:cubicBezTo>
                <a:cubicBezTo>
                  <a:pt x="8835" y="2908"/>
                  <a:pt x="8835" y="2908"/>
                  <a:pt x="8735" y="2607"/>
                </a:cubicBezTo>
                <a:cubicBezTo>
                  <a:pt x="8634" y="2406"/>
                  <a:pt x="8434" y="2406"/>
                  <a:pt x="8334" y="2281"/>
                </a:cubicBezTo>
                <a:cubicBezTo>
                  <a:pt x="8208" y="2181"/>
                  <a:pt x="8108" y="2181"/>
                  <a:pt x="8008" y="1980"/>
                </a:cubicBezTo>
                <a:cubicBezTo>
                  <a:pt x="8008" y="1980"/>
                  <a:pt x="7907" y="1980"/>
                  <a:pt x="7907" y="1880"/>
                </a:cubicBezTo>
                <a:cubicBezTo>
                  <a:pt x="7807" y="1780"/>
                  <a:pt x="7707" y="1780"/>
                  <a:pt x="7481" y="1654"/>
                </a:cubicBezTo>
                <a:cubicBezTo>
                  <a:pt x="7481" y="1604"/>
                  <a:pt x="7456" y="1604"/>
                  <a:pt x="7431" y="1604"/>
                </a:cubicBezTo>
                <a:cubicBezTo>
                  <a:pt x="7406" y="1604"/>
                  <a:pt x="7381" y="1604"/>
                  <a:pt x="7381" y="1554"/>
                </a:cubicBezTo>
                <a:cubicBezTo>
                  <a:pt x="7281" y="1454"/>
                  <a:pt x="7181" y="1454"/>
                  <a:pt x="7080" y="1454"/>
                </a:cubicBezTo>
                <a:cubicBezTo>
                  <a:pt x="7080" y="1404"/>
                  <a:pt x="7049" y="1404"/>
                  <a:pt x="7005" y="1404"/>
                </a:cubicBezTo>
                <a:cubicBezTo>
                  <a:pt x="6961" y="1404"/>
                  <a:pt x="6905" y="1404"/>
                  <a:pt x="6855" y="1354"/>
                </a:cubicBezTo>
                <a:cubicBezTo>
                  <a:pt x="6775" y="1274"/>
                  <a:pt x="6759" y="1116"/>
                  <a:pt x="6656" y="1116"/>
                </a:cubicBezTo>
                <a:cubicBezTo>
                  <a:pt x="6629" y="1116"/>
                  <a:pt x="6596" y="1127"/>
                  <a:pt x="6554" y="1153"/>
                </a:cubicBezTo>
                <a:cubicBezTo>
                  <a:pt x="6454" y="1153"/>
                  <a:pt x="6329" y="1028"/>
                  <a:pt x="6329" y="928"/>
                </a:cubicBezTo>
                <a:lnTo>
                  <a:pt x="6128" y="928"/>
                </a:lnTo>
                <a:cubicBezTo>
                  <a:pt x="6095" y="961"/>
                  <a:pt x="6072" y="972"/>
                  <a:pt x="6057" y="972"/>
                </a:cubicBezTo>
                <a:cubicBezTo>
                  <a:pt x="6028" y="972"/>
                  <a:pt x="6028" y="928"/>
                  <a:pt x="6028" y="928"/>
                </a:cubicBezTo>
                <a:cubicBezTo>
                  <a:pt x="5928" y="727"/>
                  <a:pt x="5827" y="727"/>
                  <a:pt x="5702" y="727"/>
                </a:cubicBezTo>
                <a:cubicBezTo>
                  <a:pt x="5602" y="727"/>
                  <a:pt x="5501" y="627"/>
                  <a:pt x="5401" y="627"/>
                </a:cubicBezTo>
                <a:cubicBezTo>
                  <a:pt x="5314" y="627"/>
                  <a:pt x="5227" y="382"/>
                  <a:pt x="5059" y="382"/>
                </a:cubicBezTo>
                <a:cubicBezTo>
                  <a:pt x="5033" y="382"/>
                  <a:pt x="5005" y="388"/>
                  <a:pt x="4975" y="401"/>
                </a:cubicBezTo>
                <a:cubicBezTo>
                  <a:pt x="4975" y="401"/>
                  <a:pt x="4875" y="401"/>
                  <a:pt x="4775" y="301"/>
                </a:cubicBezTo>
                <a:lnTo>
                  <a:pt x="4574" y="301"/>
                </a:lnTo>
                <a:cubicBezTo>
                  <a:pt x="4574" y="251"/>
                  <a:pt x="4543" y="226"/>
                  <a:pt x="4499" y="226"/>
                </a:cubicBezTo>
                <a:cubicBezTo>
                  <a:pt x="4455" y="226"/>
                  <a:pt x="4399" y="251"/>
                  <a:pt x="4349" y="301"/>
                </a:cubicBezTo>
                <a:cubicBezTo>
                  <a:pt x="4334" y="316"/>
                  <a:pt x="4319" y="322"/>
                  <a:pt x="4305" y="322"/>
                </a:cubicBezTo>
                <a:cubicBezTo>
                  <a:pt x="4234" y="322"/>
                  <a:pt x="4163" y="180"/>
                  <a:pt x="4092" y="180"/>
                </a:cubicBezTo>
                <a:cubicBezTo>
                  <a:pt x="4077" y="180"/>
                  <a:pt x="4062" y="186"/>
                  <a:pt x="4048" y="201"/>
                </a:cubicBezTo>
                <a:lnTo>
                  <a:pt x="3948" y="201"/>
                </a:lnTo>
                <a:cubicBezTo>
                  <a:pt x="3922" y="221"/>
                  <a:pt x="3898" y="229"/>
                  <a:pt x="3876" y="229"/>
                </a:cubicBezTo>
                <a:cubicBezTo>
                  <a:pt x="3786" y="229"/>
                  <a:pt x="3722" y="100"/>
                  <a:pt x="3722" y="100"/>
                </a:cubicBezTo>
                <a:lnTo>
                  <a:pt x="3421" y="100"/>
                </a:lnTo>
                <a:cubicBezTo>
                  <a:pt x="3421" y="100"/>
                  <a:pt x="3321" y="100"/>
                  <a:pt x="3196" y="0"/>
                </a:cubicBezTo>
                <a:cubicBezTo>
                  <a:pt x="3095" y="0"/>
                  <a:pt x="3095" y="100"/>
                  <a:pt x="2995" y="100"/>
                </a:cubicBezTo>
                <a:cubicBezTo>
                  <a:pt x="2975" y="121"/>
                  <a:pt x="2955" y="129"/>
                  <a:pt x="2935" y="129"/>
                </a:cubicBezTo>
                <a:cubicBezTo>
                  <a:pt x="2855" y="129"/>
                  <a:pt x="2775" y="0"/>
                  <a:pt x="2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7"/>
          <p:cNvSpPr/>
          <p:nvPr/>
        </p:nvSpPr>
        <p:spPr>
          <a:xfrm>
            <a:off x="1712062" y="3999712"/>
            <a:ext cx="182194" cy="65007"/>
          </a:xfrm>
          <a:custGeom>
            <a:rect b="b" l="l" r="r" t="t"/>
            <a:pathLst>
              <a:path extrusionOk="0" h="3649" w="10227">
                <a:moveTo>
                  <a:pt x="2908" y="1"/>
                </a:moveTo>
                <a:cubicBezTo>
                  <a:pt x="2808" y="1"/>
                  <a:pt x="2808" y="101"/>
                  <a:pt x="2707" y="201"/>
                </a:cubicBezTo>
                <a:cubicBezTo>
                  <a:pt x="2574" y="201"/>
                  <a:pt x="2473" y="157"/>
                  <a:pt x="2392" y="157"/>
                </a:cubicBezTo>
                <a:cubicBezTo>
                  <a:pt x="2351" y="157"/>
                  <a:pt x="2315" y="168"/>
                  <a:pt x="2281" y="201"/>
                </a:cubicBezTo>
                <a:cubicBezTo>
                  <a:pt x="2181" y="201"/>
                  <a:pt x="2081" y="201"/>
                  <a:pt x="1981" y="302"/>
                </a:cubicBezTo>
                <a:cubicBezTo>
                  <a:pt x="1755" y="427"/>
                  <a:pt x="1655" y="527"/>
                  <a:pt x="1454" y="627"/>
                </a:cubicBezTo>
                <a:cubicBezTo>
                  <a:pt x="1128" y="728"/>
                  <a:pt x="1028" y="828"/>
                  <a:pt x="928" y="1053"/>
                </a:cubicBezTo>
                <a:cubicBezTo>
                  <a:pt x="828" y="1154"/>
                  <a:pt x="828" y="1254"/>
                  <a:pt x="727" y="1254"/>
                </a:cubicBezTo>
                <a:cubicBezTo>
                  <a:pt x="627" y="1254"/>
                  <a:pt x="301" y="1555"/>
                  <a:pt x="301" y="1680"/>
                </a:cubicBezTo>
                <a:cubicBezTo>
                  <a:pt x="301" y="1981"/>
                  <a:pt x="301" y="1880"/>
                  <a:pt x="201" y="2081"/>
                </a:cubicBezTo>
                <a:cubicBezTo>
                  <a:pt x="201" y="2181"/>
                  <a:pt x="1" y="2507"/>
                  <a:pt x="301" y="2507"/>
                </a:cubicBezTo>
                <a:cubicBezTo>
                  <a:pt x="402" y="2607"/>
                  <a:pt x="502" y="2607"/>
                  <a:pt x="502" y="2607"/>
                </a:cubicBezTo>
                <a:cubicBezTo>
                  <a:pt x="627" y="2607"/>
                  <a:pt x="627" y="2607"/>
                  <a:pt x="627" y="2507"/>
                </a:cubicBezTo>
                <a:cubicBezTo>
                  <a:pt x="727" y="2507"/>
                  <a:pt x="627" y="2407"/>
                  <a:pt x="627" y="2407"/>
                </a:cubicBezTo>
                <a:cubicBezTo>
                  <a:pt x="627" y="2307"/>
                  <a:pt x="727" y="2181"/>
                  <a:pt x="727" y="2181"/>
                </a:cubicBezTo>
                <a:cubicBezTo>
                  <a:pt x="828" y="2081"/>
                  <a:pt x="727" y="2081"/>
                  <a:pt x="828" y="1981"/>
                </a:cubicBezTo>
                <a:cubicBezTo>
                  <a:pt x="928" y="1981"/>
                  <a:pt x="828" y="1880"/>
                  <a:pt x="828" y="1780"/>
                </a:cubicBezTo>
                <a:lnTo>
                  <a:pt x="928" y="1780"/>
                </a:lnTo>
                <a:cubicBezTo>
                  <a:pt x="1028" y="1780"/>
                  <a:pt x="1028" y="1555"/>
                  <a:pt x="1028" y="1555"/>
                </a:cubicBezTo>
                <a:cubicBezTo>
                  <a:pt x="1128" y="1454"/>
                  <a:pt x="1254" y="1454"/>
                  <a:pt x="1254" y="1454"/>
                </a:cubicBezTo>
                <a:cubicBezTo>
                  <a:pt x="1354" y="1354"/>
                  <a:pt x="1354" y="1254"/>
                  <a:pt x="1454" y="1254"/>
                </a:cubicBezTo>
                <a:cubicBezTo>
                  <a:pt x="1554" y="1254"/>
                  <a:pt x="1655" y="1154"/>
                  <a:pt x="1755" y="1154"/>
                </a:cubicBezTo>
                <a:cubicBezTo>
                  <a:pt x="1755" y="1053"/>
                  <a:pt x="1880" y="928"/>
                  <a:pt x="1981" y="928"/>
                </a:cubicBezTo>
                <a:cubicBezTo>
                  <a:pt x="2081" y="928"/>
                  <a:pt x="2081" y="828"/>
                  <a:pt x="2181" y="828"/>
                </a:cubicBezTo>
                <a:lnTo>
                  <a:pt x="2382" y="828"/>
                </a:lnTo>
                <a:cubicBezTo>
                  <a:pt x="2607" y="728"/>
                  <a:pt x="2707" y="627"/>
                  <a:pt x="2908" y="627"/>
                </a:cubicBezTo>
                <a:lnTo>
                  <a:pt x="3960" y="627"/>
                </a:lnTo>
                <a:cubicBezTo>
                  <a:pt x="4011" y="627"/>
                  <a:pt x="4061" y="602"/>
                  <a:pt x="4111" y="602"/>
                </a:cubicBezTo>
                <a:cubicBezTo>
                  <a:pt x="4161" y="602"/>
                  <a:pt x="4211" y="627"/>
                  <a:pt x="4261" y="728"/>
                </a:cubicBezTo>
                <a:cubicBezTo>
                  <a:pt x="4261" y="761"/>
                  <a:pt x="4275" y="772"/>
                  <a:pt x="4297" y="772"/>
                </a:cubicBezTo>
                <a:cubicBezTo>
                  <a:pt x="4342" y="772"/>
                  <a:pt x="4420" y="728"/>
                  <a:pt x="4487" y="728"/>
                </a:cubicBezTo>
                <a:cubicBezTo>
                  <a:pt x="4587" y="728"/>
                  <a:pt x="4587" y="828"/>
                  <a:pt x="4687" y="828"/>
                </a:cubicBezTo>
                <a:cubicBezTo>
                  <a:pt x="4888" y="828"/>
                  <a:pt x="5113" y="928"/>
                  <a:pt x="5214" y="1053"/>
                </a:cubicBezTo>
                <a:lnTo>
                  <a:pt x="5414" y="1053"/>
                </a:lnTo>
                <a:cubicBezTo>
                  <a:pt x="5414" y="1154"/>
                  <a:pt x="5640" y="1154"/>
                  <a:pt x="5640" y="1254"/>
                </a:cubicBezTo>
                <a:lnTo>
                  <a:pt x="5840" y="1354"/>
                </a:lnTo>
                <a:cubicBezTo>
                  <a:pt x="6041" y="1454"/>
                  <a:pt x="6141" y="1454"/>
                  <a:pt x="6367" y="1555"/>
                </a:cubicBezTo>
                <a:cubicBezTo>
                  <a:pt x="6567" y="1555"/>
                  <a:pt x="6667" y="1680"/>
                  <a:pt x="6768" y="1880"/>
                </a:cubicBezTo>
                <a:cubicBezTo>
                  <a:pt x="6893" y="1880"/>
                  <a:pt x="6993" y="1981"/>
                  <a:pt x="6993" y="1981"/>
                </a:cubicBezTo>
                <a:cubicBezTo>
                  <a:pt x="7194" y="2081"/>
                  <a:pt x="7294" y="2081"/>
                  <a:pt x="7519" y="2181"/>
                </a:cubicBezTo>
                <a:cubicBezTo>
                  <a:pt x="7620" y="2307"/>
                  <a:pt x="7820" y="2307"/>
                  <a:pt x="8021" y="2407"/>
                </a:cubicBezTo>
                <a:cubicBezTo>
                  <a:pt x="8146" y="2507"/>
                  <a:pt x="8246" y="2607"/>
                  <a:pt x="8346" y="2607"/>
                </a:cubicBezTo>
                <a:cubicBezTo>
                  <a:pt x="8547" y="2808"/>
                  <a:pt x="8447" y="2808"/>
                  <a:pt x="8773" y="2933"/>
                </a:cubicBezTo>
                <a:cubicBezTo>
                  <a:pt x="8873" y="3033"/>
                  <a:pt x="9274" y="3234"/>
                  <a:pt x="9399" y="3234"/>
                </a:cubicBezTo>
                <a:cubicBezTo>
                  <a:pt x="9399" y="3334"/>
                  <a:pt x="9499" y="3434"/>
                  <a:pt x="9499" y="3434"/>
                </a:cubicBezTo>
                <a:cubicBezTo>
                  <a:pt x="9600" y="3434"/>
                  <a:pt x="9700" y="3434"/>
                  <a:pt x="9700" y="3560"/>
                </a:cubicBezTo>
                <a:cubicBezTo>
                  <a:pt x="9767" y="3560"/>
                  <a:pt x="9789" y="3649"/>
                  <a:pt x="9826" y="3649"/>
                </a:cubicBezTo>
                <a:cubicBezTo>
                  <a:pt x="9845" y="3649"/>
                  <a:pt x="9867" y="3627"/>
                  <a:pt x="9900" y="3560"/>
                </a:cubicBezTo>
                <a:cubicBezTo>
                  <a:pt x="9900" y="3610"/>
                  <a:pt x="9900" y="3635"/>
                  <a:pt x="9916" y="3635"/>
                </a:cubicBezTo>
                <a:cubicBezTo>
                  <a:pt x="9932" y="3635"/>
                  <a:pt x="9963" y="3610"/>
                  <a:pt x="10026" y="3560"/>
                </a:cubicBezTo>
                <a:cubicBezTo>
                  <a:pt x="10126" y="3434"/>
                  <a:pt x="10226" y="3234"/>
                  <a:pt x="10126" y="3134"/>
                </a:cubicBezTo>
                <a:lnTo>
                  <a:pt x="10026" y="3134"/>
                </a:lnTo>
                <a:lnTo>
                  <a:pt x="9499" y="2607"/>
                </a:lnTo>
                <a:cubicBezTo>
                  <a:pt x="9399" y="2507"/>
                  <a:pt x="9174" y="2507"/>
                  <a:pt x="9073" y="2407"/>
                </a:cubicBezTo>
                <a:cubicBezTo>
                  <a:pt x="8873" y="2407"/>
                  <a:pt x="8773" y="2307"/>
                  <a:pt x="8647" y="2181"/>
                </a:cubicBezTo>
                <a:cubicBezTo>
                  <a:pt x="8547" y="2081"/>
                  <a:pt x="8547" y="2081"/>
                  <a:pt x="8447" y="2081"/>
                </a:cubicBezTo>
                <a:cubicBezTo>
                  <a:pt x="8346" y="1981"/>
                  <a:pt x="8146" y="1981"/>
                  <a:pt x="8021" y="1880"/>
                </a:cubicBezTo>
                <a:cubicBezTo>
                  <a:pt x="7971" y="1830"/>
                  <a:pt x="7920" y="1830"/>
                  <a:pt x="7883" y="1830"/>
                </a:cubicBezTo>
                <a:cubicBezTo>
                  <a:pt x="7845" y="1830"/>
                  <a:pt x="7820" y="1830"/>
                  <a:pt x="7820" y="1780"/>
                </a:cubicBezTo>
                <a:cubicBezTo>
                  <a:pt x="7720" y="1680"/>
                  <a:pt x="7620" y="1680"/>
                  <a:pt x="7519" y="1680"/>
                </a:cubicBezTo>
                <a:cubicBezTo>
                  <a:pt x="7394" y="1555"/>
                  <a:pt x="7294" y="1555"/>
                  <a:pt x="7294" y="1555"/>
                </a:cubicBezTo>
                <a:cubicBezTo>
                  <a:pt x="7093" y="1454"/>
                  <a:pt x="7093" y="1254"/>
                  <a:pt x="6893" y="1254"/>
                </a:cubicBezTo>
                <a:cubicBezTo>
                  <a:pt x="6768" y="1254"/>
                  <a:pt x="6667" y="1154"/>
                  <a:pt x="6567" y="1154"/>
                </a:cubicBezTo>
                <a:cubicBezTo>
                  <a:pt x="6567" y="1053"/>
                  <a:pt x="6467" y="1053"/>
                  <a:pt x="6367" y="1053"/>
                </a:cubicBezTo>
                <a:lnTo>
                  <a:pt x="6266" y="1053"/>
                </a:lnTo>
                <a:cubicBezTo>
                  <a:pt x="6141" y="828"/>
                  <a:pt x="6041" y="828"/>
                  <a:pt x="5840" y="728"/>
                </a:cubicBezTo>
                <a:cubicBezTo>
                  <a:pt x="5740" y="728"/>
                  <a:pt x="5640" y="627"/>
                  <a:pt x="5514" y="627"/>
                </a:cubicBezTo>
                <a:cubicBezTo>
                  <a:pt x="5414" y="527"/>
                  <a:pt x="5314" y="302"/>
                  <a:pt x="5113" y="302"/>
                </a:cubicBezTo>
                <a:cubicBezTo>
                  <a:pt x="5080" y="343"/>
                  <a:pt x="5058" y="357"/>
                  <a:pt x="5038" y="357"/>
                </a:cubicBezTo>
                <a:cubicBezTo>
                  <a:pt x="4999" y="357"/>
                  <a:pt x="4971" y="302"/>
                  <a:pt x="4888" y="302"/>
                </a:cubicBezTo>
                <a:cubicBezTo>
                  <a:pt x="4838" y="251"/>
                  <a:pt x="4788" y="251"/>
                  <a:pt x="4737" y="251"/>
                </a:cubicBezTo>
                <a:cubicBezTo>
                  <a:pt x="4687" y="251"/>
                  <a:pt x="4637" y="251"/>
                  <a:pt x="4587" y="201"/>
                </a:cubicBezTo>
                <a:cubicBezTo>
                  <a:pt x="4587" y="151"/>
                  <a:pt x="4562" y="126"/>
                  <a:pt x="4524" y="126"/>
                </a:cubicBezTo>
                <a:cubicBezTo>
                  <a:pt x="4487" y="126"/>
                  <a:pt x="4437" y="151"/>
                  <a:pt x="4387" y="201"/>
                </a:cubicBezTo>
                <a:cubicBezTo>
                  <a:pt x="4354" y="216"/>
                  <a:pt x="4325" y="222"/>
                  <a:pt x="4297" y="222"/>
                </a:cubicBezTo>
                <a:cubicBezTo>
                  <a:pt x="4132" y="222"/>
                  <a:pt x="4046" y="1"/>
                  <a:pt x="3960" y="1"/>
                </a:cubicBezTo>
                <a:cubicBezTo>
                  <a:pt x="3860" y="101"/>
                  <a:pt x="3860" y="101"/>
                  <a:pt x="3760" y="101"/>
                </a:cubicBezTo>
                <a:cubicBezTo>
                  <a:pt x="3760" y="130"/>
                  <a:pt x="3749" y="143"/>
                  <a:pt x="3732" y="143"/>
                </a:cubicBezTo>
                <a:cubicBezTo>
                  <a:pt x="3689" y="143"/>
                  <a:pt x="3605" y="72"/>
                  <a:pt x="3534" y="1"/>
                </a:cubicBezTo>
                <a:lnTo>
                  <a:pt x="3234" y="1"/>
                </a:lnTo>
                <a:cubicBezTo>
                  <a:pt x="3167" y="1"/>
                  <a:pt x="3089" y="45"/>
                  <a:pt x="3015" y="45"/>
                </a:cubicBezTo>
                <a:cubicBezTo>
                  <a:pt x="2977" y="45"/>
                  <a:pt x="2941" y="34"/>
                  <a:pt x="2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7"/>
          <p:cNvSpPr/>
          <p:nvPr/>
        </p:nvSpPr>
        <p:spPr>
          <a:xfrm>
            <a:off x="1224483" y="4249051"/>
            <a:ext cx="133969" cy="44270"/>
          </a:xfrm>
          <a:custGeom>
            <a:rect b="b" l="l" r="r" t="t"/>
            <a:pathLst>
              <a:path extrusionOk="0" h="2485" w="7520">
                <a:moveTo>
                  <a:pt x="247" y="1"/>
                </a:moveTo>
                <a:cubicBezTo>
                  <a:pt x="213" y="1"/>
                  <a:pt x="168" y="23"/>
                  <a:pt x="101" y="90"/>
                </a:cubicBezTo>
                <a:cubicBezTo>
                  <a:pt x="101" y="215"/>
                  <a:pt x="1" y="316"/>
                  <a:pt x="1" y="316"/>
                </a:cubicBezTo>
                <a:lnTo>
                  <a:pt x="1" y="416"/>
                </a:lnTo>
                <a:cubicBezTo>
                  <a:pt x="1" y="466"/>
                  <a:pt x="26" y="466"/>
                  <a:pt x="51" y="466"/>
                </a:cubicBezTo>
                <a:cubicBezTo>
                  <a:pt x="76" y="466"/>
                  <a:pt x="101" y="466"/>
                  <a:pt x="101" y="516"/>
                </a:cubicBezTo>
                <a:cubicBezTo>
                  <a:pt x="201" y="516"/>
                  <a:pt x="201" y="616"/>
                  <a:pt x="201" y="616"/>
                </a:cubicBezTo>
                <a:lnTo>
                  <a:pt x="427" y="616"/>
                </a:lnTo>
                <a:cubicBezTo>
                  <a:pt x="427" y="650"/>
                  <a:pt x="438" y="661"/>
                  <a:pt x="453" y="661"/>
                </a:cubicBezTo>
                <a:cubicBezTo>
                  <a:pt x="483" y="661"/>
                  <a:pt x="527" y="616"/>
                  <a:pt x="527" y="616"/>
                </a:cubicBezTo>
                <a:cubicBezTo>
                  <a:pt x="628" y="616"/>
                  <a:pt x="628" y="616"/>
                  <a:pt x="628" y="717"/>
                </a:cubicBezTo>
                <a:cubicBezTo>
                  <a:pt x="628" y="779"/>
                  <a:pt x="653" y="779"/>
                  <a:pt x="678" y="779"/>
                </a:cubicBezTo>
                <a:cubicBezTo>
                  <a:pt x="703" y="779"/>
                  <a:pt x="728" y="779"/>
                  <a:pt x="728" y="842"/>
                </a:cubicBezTo>
                <a:cubicBezTo>
                  <a:pt x="828" y="842"/>
                  <a:pt x="828" y="942"/>
                  <a:pt x="928" y="942"/>
                </a:cubicBezTo>
                <a:lnTo>
                  <a:pt x="1054" y="942"/>
                </a:lnTo>
                <a:cubicBezTo>
                  <a:pt x="1154" y="1042"/>
                  <a:pt x="1254" y="1042"/>
                  <a:pt x="1254" y="1143"/>
                </a:cubicBezTo>
                <a:cubicBezTo>
                  <a:pt x="1321" y="1143"/>
                  <a:pt x="1388" y="1098"/>
                  <a:pt x="1425" y="1098"/>
                </a:cubicBezTo>
                <a:cubicBezTo>
                  <a:pt x="1443" y="1098"/>
                  <a:pt x="1455" y="1109"/>
                  <a:pt x="1455" y="1143"/>
                </a:cubicBezTo>
                <a:cubicBezTo>
                  <a:pt x="1505" y="1193"/>
                  <a:pt x="1530" y="1193"/>
                  <a:pt x="1558" y="1193"/>
                </a:cubicBezTo>
                <a:cubicBezTo>
                  <a:pt x="1586" y="1193"/>
                  <a:pt x="1618" y="1193"/>
                  <a:pt x="1680" y="1243"/>
                </a:cubicBezTo>
                <a:lnTo>
                  <a:pt x="1780" y="1243"/>
                </a:lnTo>
                <a:cubicBezTo>
                  <a:pt x="1981" y="1343"/>
                  <a:pt x="2081" y="1343"/>
                  <a:pt x="2181" y="1469"/>
                </a:cubicBezTo>
                <a:cubicBezTo>
                  <a:pt x="2407" y="1569"/>
                  <a:pt x="2507" y="1569"/>
                  <a:pt x="2708" y="1569"/>
                </a:cubicBezTo>
                <a:cubicBezTo>
                  <a:pt x="2808" y="1569"/>
                  <a:pt x="2808" y="1669"/>
                  <a:pt x="2933" y="1669"/>
                </a:cubicBezTo>
                <a:cubicBezTo>
                  <a:pt x="3000" y="1669"/>
                  <a:pt x="3067" y="1624"/>
                  <a:pt x="3104" y="1624"/>
                </a:cubicBezTo>
                <a:cubicBezTo>
                  <a:pt x="3123" y="1624"/>
                  <a:pt x="3134" y="1636"/>
                  <a:pt x="3134" y="1669"/>
                </a:cubicBezTo>
                <a:cubicBezTo>
                  <a:pt x="3134" y="1719"/>
                  <a:pt x="3159" y="1719"/>
                  <a:pt x="3184" y="1719"/>
                </a:cubicBezTo>
                <a:cubicBezTo>
                  <a:pt x="3209" y="1719"/>
                  <a:pt x="3234" y="1719"/>
                  <a:pt x="3234" y="1769"/>
                </a:cubicBezTo>
                <a:lnTo>
                  <a:pt x="3435" y="1769"/>
                </a:lnTo>
                <a:cubicBezTo>
                  <a:pt x="3660" y="1769"/>
                  <a:pt x="3760" y="1769"/>
                  <a:pt x="3861" y="1870"/>
                </a:cubicBezTo>
                <a:lnTo>
                  <a:pt x="3961" y="1870"/>
                </a:lnTo>
                <a:cubicBezTo>
                  <a:pt x="4011" y="1920"/>
                  <a:pt x="4036" y="1920"/>
                  <a:pt x="4064" y="1920"/>
                </a:cubicBezTo>
                <a:cubicBezTo>
                  <a:pt x="4092" y="1920"/>
                  <a:pt x="4124" y="1920"/>
                  <a:pt x="4186" y="1970"/>
                </a:cubicBezTo>
                <a:lnTo>
                  <a:pt x="4387" y="2095"/>
                </a:lnTo>
                <a:lnTo>
                  <a:pt x="4688" y="2095"/>
                </a:lnTo>
                <a:cubicBezTo>
                  <a:pt x="4729" y="2053"/>
                  <a:pt x="4768" y="2039"/>
                  <a:pt x="4806" y="2039"/>
                </a:cubicBezTo>
                <a:cubicBezTo>
                  <a:pt x="4880" y="2039"/>
                  <a:pt x="4947" y="2095"/>
                  <a:pt x="5014" y="2095"/>
                </a:cubicBezTo>
                <a:cubicBezTo>
                  <a:pt x="5114" y="2195"/>
                  <a:pt x="5114" y="2195"/>
                  <a:pt x="5214" y="2195"/>
                </a:cubicBezTo>
                <a:lnTo>
                  <a:pt x="5540" y="2195"/>
                </a:lnTo>
                <a:cubicBezTo>
                  <a:pt x="5674" y="2195"/>
                  <a:pt x="5763" y="2151"/>
                  <a:pt x="5837" y="2151"/>
                </a:cubicBezTo>
                <a:cubicBezTo>
                  <a:pt x="5874" y="2151"/>
                  <a:pt x="5907" y="2162"/>
                  <a:pt x="5941" y="2195"/>
                </a:cubicBezTo>
                <a:lnTo>
                  <a:pt x="6166" y="2195"/>
                </a:lnTo>
                <a:cubicBezTo>
                  <a:pt x="6367" y="2296"/>
                  <a:pt x="6367" y="2296"/>
                  <a:pt x="6567" y="2296"/>
                </a:cubicBezTo>
                <a:lnTo>
                  <a:pt x="6994" y="2296"/>
                </a:lnTo>
                <a:cubicBezTo>
                  <a:pt x="7094" y="2296"/>
                  <a:pt x="7094" y="2396"/>
                  <a:pt x="7094" y="2396"/>
                </a:cubicBezTo>
                <a:cubicBezTo>
                  <a:pt x="7161" y="2396"/>
                  <a:pt x="7183" y="2351"/>
                  <a:pt x="7227" y="2351"/>
                </a:cubicBezTo>
                <a:cubicBezTo>
                  <a:pt x="7250" y="2351"/>
                  <a:pt x="7278" y="2362"/>
                  <a:pt x="7319" y="2396"/>
                </a:cubicBezTo>
                <a:cubicBezTo>
                  <a:pt x="7319" y="2396"/>
                  <a:pt x="7364" y="2485"/>
                  <a:pt x="7394" y="2485"/>
                </a:cubicBezTo>
                <a:cubicBezTo>
                  <a:pt x="7408" y="2485"/>
                  <a:pt x="7420" y="2463"/>
                  <a:pt x="7420" y="2396"/>
                </a:cubicBezTo>
                <a:cubicBezTo>
                  <a:pt x="7420" y="2396"/>
                  <a:pt x="7520" y="2396"/>
                  <a:pt x="7520" y="2296"/>
                </a:cubicBezTo>
                <a:lnTo>
                  <a:pt x="7520" y="1870"/>
                </a:lnTo>
                <a:cubicBezTo>
                  <a:pt x="7486" y="1836"/>
                  <a:pt x="7464" y="1825"/>
                  <a:pt x="7449" y="1825"/>
                </a:cubicBezTo>
                <a:cubicBezTo>
                  <a:pt x="7420" y="1825"/>
                  <a:pt x="7420" y="1870"/>
                  <a:pt x="7420" y="1870"/>
                </a:cubicBezTo>
                <a:cubicBezTo>
                  <a:pt x="7194" y="1870"/>
                  <a:pt x="7194" y="1870"/>
                  <a:pt x="6893" y="1769"/>
                </a:cubicBezTo>
                <a:cubicBezTo>
                  <a:pt x="6860" y="1736"/>
                  <a:pt x="6826" y="1725"/>
                  <a:pt x="6792" y="1725"/>
                </a:cubicBezTo>
                <a:cubicBezTo>
                  <a:pt x="6723" y="1725"/>
                  <a:pt x="6651" y="1769"/>
                  <a:pt x="6567" y="1769"/>
                </a:cubicBezTo>
                <a:cubicBezTo>
                  <a:pt x="6467" y="1769"/>
                  <a:pt x="6367" y="1769"/>
                  <a:pt x="6267" y="1669"/>
                </a:cubicBezTo>
                <a:lnTo>
                  <a:pt x="5841" y="1669"/>
                </a:lnTo>
                <a:cubicBezTo>
                  <a:pt x="5774" y="1669"/>
                  <a:pt x="5752" y="1714"/>
                  <a:pt x="5714" y="1714"/>
                </a:cubicBezTo>
                <a:cubicBezTo>
                  <a:pt x="5696" y="1714"/>
                  <a:pt x="5674" y="1702"/>
                  <a:pt x="5640" y="1669"/>
                </a:cubicBezTo>
                <a:lnTo>
                  <a:pt x="5314" y="1669"/>
                </a:lnTo>
                <a:cubicBezTo>
                  <a:pt x="5154" y="1669"/>
                  <a:pt x="5122" y="1541"/>
                  <a:pt x="5064" y="1541"/>
                </a:cubicBezTo>
                <a:cubicBezTo>
                  <a:pt x="5050" y="1541"/>
                  <a:pt x="5034" y="1549"/>
                  <a:pt x="5014" y="1569"/>
                </a:cubicBezTo>
                <a:lnTo>
                  <a:pt x="4688" y="1569"/>
                </a:lnTo>
                <a:cubicBezTo>
                  <a:pt x="4654" y="1602"/>
                  <a:pt x="4632" y="1613"/>
                  <a:pt x="4613" y="1613"/>
                </a:cubicBezTo>
                <a:cubicBezTo>
                  <a:pt x="4576" y="1613"/>
                  <a:pt x="4554" y="1569"/>
                  <a:pt x="4487" y="1569"/>
                </a:cubicBezTo>
                <a:cubicBezTo>
                  <a:pt x="4487" y="1469"/>
                  <a:pt x="4387" y="1469"/>
                  <a:pt x="4287" y="1469"/>
                </a:cubicBezTo>
                <a:cubicBezTo>
                  <a:pt x="4186" y="1469"/>
                  <a:pt x="4186" y="1343"/>
                  <a:pt x="4061" y="1343"/>
                </a:cubicBezTo>
                <a:cubicBezTo>
                  <a:pt x="3981" y="1343"/>
                  <a:pt x="3901" y="1215"/>
                  <a:pt x="3821" y="1215"/>
                </a:cubicBezTo>
                <a:cubicBezTo>
                  <a:pt x="3801" y="1215"/>
                  <a:pt x="3780" y="1223"/>
                  <a:pt x="3760" y="1243"/>
                </a:cubicBezTo>
                <a:lnTo>
                  <a:pt x="3660" y="1243"/>
                </a:lnTo>
                <a:cubicBezTo>
                  <a:pt x="3610" y="1193"/>
                  <a:pt x="3554" y="1193"/>
                  <a:pt x="3510" y="1193"/>
                </a:cubicBezTo>
                <a:cubicBezTo>
                  <a:pt x="3466" y="1193"/>
                  <a:pt x="3435" y="1193"/>
                  <a:pt x="3435" y="1143"/>
                </a:cubicBezTo>
                <a:lnTo>
                  <a:pt x="3234" y="1143"/>
                </a:lnTo>
                <a:cubicBezTo>
                  <a:pt x="3219" y="1157"/>
                  <a:pt x="3207" y="1163"/>
                  <a:pt x="3196" y="1163"/>
                </a:cubicBezTo>
                <a:cubicBezTo>
                  <a:pt x="3143" y="1163"/>
                  <a:pt x="3125" y="1022"/>
                  <a:pt x="3072" y="1022"/>
                </a:cubicBezTo>
                <a:cubicBezTo>
                  <a:pt x="3061" y="1022"/>
                  <a:pt x="3048" y="1028"/>
                  <a:pt x="3034" y="1042"/>
                </a:cubicBezTo>
                <a:lnTo>
                  <a:pt x="2933" y="1143"/>
                </a:lnTo>
                <a:cubicBezTo>
                  <a:pt x="2808" y="1143"/>
                  <a:pt x="2808" y="1042"/>
                  <a:pt x="2808" y="1042"/>
                </a:cubicBezTo>
                <a:cubicBezTo>
                  <a:pt x="2708" y="942"/>
                  <a:pt x="2708" y="942"/>
                  <a:pt x="2608" y="942"/>
                </a:cubicBezTo>
                <a:cubicBezTo>
                  <a:pt x="2608" y="892"/>
                  <a:pt x="2582" y="892"/>
                  <a:pt x="2557" y="892"/>
                </a:cubicBezTo>
                <a:cubicBezTo>
                  <a:pt x="2532" y="892"/>
                  <a:pt x="2507" y="892"/>
                  <a:pt x="2507" y="842"/>
                </a:cubicBezTo>
                <a:cubicBezTo>
                  <a:pt x="2474" y="800"/>
                  <a:pt x="2440" y="786"/>
                  <a:pt x="2411" y="786"/>
                </a:cubicBezTo>
                <a:cubicBezTo>
                  <a:pt x="2351" y="786"/>
                  <a:pt x="2307" y="842"/>
                  <a:pt x="2307" y="842"/>
                </a:cubicBezTo>
                <a:cubicBezTo>
                  <a:pt x="2284" y="860"/>
                  <a:pt x="2262" y="868"/>
                  <a:pt x="2241" y="868"/>
                </a:cubicBezTo>
                <a:cubicBezTo>
                  <a:pt x="2148" y="868"/>
                  <a:pt x="2081" y="717"/>
                  <a:pt x="2081" y="717"/>
                </a:cubicBezTo>
                <a:cubicBezTo>
                  <a:pt x="1981" y="717"/>
                  <a:pt x="1981" y="616"/>
                  <a:pt x="1881" y="616"/>
                </a:cubicBezTo>
                <a:cubicBezTo>
                  <a:pt x="1780" y="616"/>
                  <a:pt x="1680" y="616"/>
                  <a:pt x="1555" y="516"/>
                </a:cubicBezTo>
                <a:cubicBezTo>
                  <a:pt x="1354" y="416"/>
                  <a:pt x="1254" y="416"/>
                  <a:pt x="1154" y="416"/>
                </a:cubicBezTo>
                <a:lnTo>
                  <a:pt x="928" y="416"/>
                </a:lnTo>
                <a:cubicBezTo>
                  <a:pt x="928" y="336"/>
                  <a:pt x="803" y="178"/>
                  <a:pt x="700" y="178"/>
                </a:cubicBezTo>
                <a:cubicBezTo>
                  <a:pt x="674" y="178"/>
                  <a:pt x="648" y="189"/>
                  <a:pt x="628" y="215"/>
                </a:cubicBezTo>
                <a:cubicBezTo>
                  <a:pt x="527" y="215"/>
                  <a:pt x="527" y="215"/>
                  <a:pt x="427" y="90"/>
                </a:cubicBezTo>
                <a:cubicBezTo>
                  <a:pt x="344" y="90"/>
                  <a:pt x="316" y="1"/>
                  <a:pt x="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7"/>
          <p:cNvSpPr/>
          <p:nvPr/>
        </p:nvSpPr>
        <p:spPr>
          <a:xfrm>
            <a:off x="1216894" y="4289669"/>
            <a:ext cx="145139" cy="46515"/>
          </a:xfrm>
          <a:custGeom>
            <a:rect b="b" l="l" r="r" t="t"/>
            <a:pathLst>
              <a:path extrusionOk="0" h="2611" w="8147">
                <a:moveTo>
                  <a:pt x="249" y="0"/>
                </a:moveTo>
                <a:cubicBezTo>
                  <a:pt x="203" y="0"/>
                  <a:pt x="154" y="31"/>
                  <a:pt x="101" y="116"/>
                </a:cubicBezTo>
                <a:cubicBezTo>
                  <a:pt x="1" y="216"/>
                  <a:pt x="1" y="316"/>
                  <a:pt x="1" y="316"/>
                </a:cubicBezTo>
                <a:lnTo>
                  <a:pt x="1" y="442"/>
                </a:lnTo>
                <a:cubicBezTo>
                  <a:pt x="1" y="475"/>
                  <a:pt x="12" y="486"/>
                  <a:pt x="27" y="486"/>
                </a:cubicBezTo>
                <a:cubicBezTo>
                  <a:pt x="57" y="486"/>
                  <a:pt x="101" y="442"/>
                  <a:pt x="101" y="442"/>
                </a:cubicBezTo>
                <a:cubicBezTo>
                  <a:pt x="226" y="542"/>
                  <a:pt x="226" y="642"/>
                  <a:pt x="327" y="642"/>
                </a:cubicBezTo>
                <a:lnTo>
                  <a:pt x="427" y="642"/>
                </a:lnTo>
                <a:cubicBezTo>
                  <a:pt x="427" y="676"/>
                  <a:pt x="438" y="687"/>
                  <a:pt x="457" y="687"/>
                </a:cubicBezTo>
                <a:cubicBezTo>
                  <a:pt x="494" y="687"/>
                  <a:pt x="561" y="642"/>
                  <a:pt x="627" y="642"/>
                </a:cubicBezTo>
                <a:lnTo>
                  <a:pt x="627" y="742"/>
                </a:lnTo>
                <a:cubicBezTo>
                  <a:pt x="661" y="776"/>
                  <a:pt x="683" y="787"/>
                  <a:pt x="703" y="787"/>
                </a:cubicBezTo>
                <a:cubicBezTo>
                  <a:pt x="742" y="787"/>
                  <a:pt x="770" y="742"/>
                  <a:pt x="853" y="742"/>
                </a:cubicBezTo>
                <a:cubicBezTo>
                  <a:pt x="953" y="843"/>
                  <a:pt x="953" y="843"/>
                  <a:pt x="1054" y="843"/>
                </a:cubicBezTo>
                <a:cubicBezTo>
                  <a:pt x="1054" y="893"/>
                  <a:pt x="1079" y="893"/>
                  <a:pt x="1104" y="893"/>
                </a:cubicBezTo>
                <a:cubicBezTo>
                  <a:pt x="1129" y="893"/>
                  <a:pt x="1154" y="893"/>
                  <a:pt x="1154" y="943"/>
                </a:cubicBezTo>
                <a:cubicBezTo>
                  <a:pt x="1254" y="943"/>
                  <a:pt x="1354" y="1068"/>
                  <a:pt x="1480" y="1068"/>
                </a:cubicBezTo>
                <a:cubicBezTo>
                  <a:pt x="1480" y="1068"/>
                  <a:pt x="1580" y="1068"/>
                  <a:pt x="1680" y="1168"/>
                </a:cubicBezTo>
                <a:lnTo>
                  <a:pt x="1780" y="1168"/>
                </a:lnTo>
                <a:cubicBezTo>
                  <a:pt x="1881" y="1269"/>
                  <a:pt x="1981" y="1269"/>
                  <a:pt x="1981" y="1269"/>
                </a:cubicBezTo>
                <a:cubicBezTo>
                  <a:pt x="2206" y="1269"/>
                  <a:pt x="2307" y="1269"/>
                  <a:pt x="2407" y="1369"/>
                </a:cubicBezTo>
                <a:cubicBezTo>
                  <a:pt x="2607" y="1469"/>
                  <a:pt x="2733" y="1469"/>
                  <a:pt x="2933" y="1469"/>
                </a:cubicBezTo>
                <a:cubicBezTo>
                  <a:pt x="3034" y="1469"/>
                  <a:pt x="3134" y="1569"/>
                  <a:pt x="3234" y="1569"/>
                </a:cubicBezTo>
                <a:cubicBezTo>
                  <a:pt x="3293" y="1569"/>
                  <a:pt x="3346" y="1547"/>
                  <a:pt x="3386" y="1547"/>
                </a:cubicBezTo>
                <a:cubicBezTo>
                  <a:pt x="3431" y="1547"/>
                  <a:pt x="3460" y="1575"/>
                  <a:pt x="3460" y="1695"/>
                </a:cubicBezTo>
                <a:lnTo>
                  <a:pt x="3760" y="1695"/>
                </a:lnTo>
                <a:cubicBezTo>
                  <a:pt x="3986" y="1795"/>
                  <a:pt x="4086" y="1795"/>
                  <a:pt x="4186" y="1795"/>
                </a:cubicBezTo>
                <a:cubicBezTo>
                  <a:pt x="4237" y="1845"/>
                  <a:pt x="4262" y="1845"/>
                  <a:pt x="4287" y="1845"/>
                </a:cubicBezTo>
                <a:cubicBezTo>
                  <a:pt x="4312" y="1845"/>
                  <a:pt x="4337" y="1845"/>
                  <a:pt x="4387" y="1895"/>
                </a:cubicBezTo>
                <a:cubicBezTo>
                  <a:pt x="4387" y="1929"/>
                  <a:pt x="4398" y="1940"/>
                  <a:pt x="4413" y="1940"/>
                </a:cubicBezTo>
                <a:cubicBezTo>
                  <a:pt x="4443" y="1940"/>
                  <a:pt x="4487" y="1895"/>
                  <a:pt x="4487" y="1895"/>
                </a:cubicBezTo>
                <a:lnTo>
                  <a:pt x="4713" y="1996"/>
                </a:lnTo>
                <a:cubicBezTo>
                  <a:pt x="4746" y="2029"/>
                  <a:pt x="4791" y="2040"/>
                  <a:pt x="4839" y="2040"/>
                </a:cubicBezTo>
                <a:cubicBezTo>
                  <a:pt x="4936" y="2040"/>
                  <a:pt x="5047" y="1996"/>
                  <a:pt x="5114" y="1996"/>
                </a:cubicBezTo>
                <a:cubicBezTo>
                  <a:pt x="5239" y="1996"/>
                  <a:pt x="5339" y="2096"/>
                  <a:pt x="5540" y="2096"/>
                </a:cubicBezTo>
                <a:cubicBezTo>
                  <a:pt x="5540" y="2196"/>
                  <a:pt x="5640" y="2196"/>
                  <a:pt x="5640" y="2196"/>
                </a:cubicBezTo>
                <a:lnTo>
                  <a:pt x="6492" y="2196"/>
                </a:lnTo>
                <a:cubicBezTo>
                  <a:pt x="6592" y="2321"/>
                  <a:pt x="6592" y="2321"/>
                  <a:pt x="6693" y="2321"/>
                </a:cubicBezTo>
                <a:cubicBezTo>
                  <a:pt x="6893" y="2422"/>
                  <a:pt x="6893" y="2422"/>
                  <a:pt x="7119" y="2422"/>
                </a:cubicBezTo>
                <a:lnTo>
                  <a:pt x="7620" y="2422"/>
                </a:lnTo>
                <a:cubicBezTo>
                  <a:pt x="7620" y="2522"/>
                  <a:pt x="7745" y="2522"/>
                  <a:pt x="7745" y="2522"/>
                </a:cubicBezTo>
                <a:lnTo>
                  <a:pt x="7946" y="2522"/>
                </a:lnTo>
                <a:cubicBezTo>
                  <a:pt x="7946" y="2522"/>
                  <a:pt x="7946" y="2611"/>
                  <a:pt x="7976" y="2611"/>
                </a:cubicBezTo>
                <a:cubicBezTo>
                  <a:pt x="7990" y="2611"/>
                  <a:pt x="8013" y="2589"/>
                  <a:pt x="8046" y="2522"/>
                </a:cubicBezTo>
                <a:cubicBezTo>
                  <a:pt x="8046" y="2551"/>
                  <a:pt x="8046" y="2563"/>
                  <a:pt x="8049" y="2563"/>
                </a:cubicBezTo>
                <a:cubicBezTo>
                  <a:pt x="8055" y="2563"/>
                  <a:pt x="8075" y="2493"/>
                  <a:pt x="8146" y="2422"/>
                </a:cubicBezTo>
                <a:lnTo>
                  <a:pt x="8146" y="1996"/>
                </a:lnTo>
                <a:lnTo>
                  <a:pt x="8046" y="1996"/>
                </a:lnTo>
                <a:cubicBezTo>
                  <a:pt x="7846" y="1996"/>
                  <a:pt x="7846" y="1996"/>
                  <a:pt x="7520" y="1895"/>
                </a:cubicBezTo>
                <a:cubicBezTo>
                  <a:pt x="7470" y="1845"/>
                  <a:pt x="7420" y="1845"/>
                  <a:pt x="7369" y="1845"/>
                </a:cubicBezTo>
                <a:cubicBezTo>
                  <a:pt x="7319" y="1845"/>
                  <a:pt x="7269" y="1845"/>
                  <a:pt x="7219" y="1795"/>
                </a:cubicBezTo>
                <a:cubicBezTo>
                  <a:pt x="7152" y="1795"/>
                  <a:pt x="7074" y="1840"/>
                  <a:pt x="7000" y="1840"/>
                </a:cubicBezTo>
                <a:cubicBezTo>
                  <a:pt x="6963" y="1840"/>
                  <a:pt x="6927" y="1828"/>
                  <a:pt x="6893" y="1795"/>
                </a:cubicBezTo>
                <a:lnTo>
                  <a:pt x="6693" y="1795"/>
                </a:lnTo>
                <a:cubicBezTo>
                  <a:pt x="6592" y="1695"/>
                  <a:pt x="6492" y="1695"/>
                  <a:pt x="6367" y="1695"/>
                </a:cubicBezTo>
                <a:cubicBezTo>
                  <a:pt x="6300" y="1695"/>
                  <a:pt x="6278" y="1739"/>
                  <a:pt x="6241" y="1739"/>
                </a:cubicBezTo>
                <a:cubicBezTo>
                  <a:pt x="6222" y="1739"/>
                  <a:pt x="6200" y="1728"/>
                  <a:pt x="6166" y="1695"/>
                </a:cubicBezTo>
                <a:cubicBezTo>
                  <a:pt x="6166" y="1695"/>
                  <a:pt x="6122" y="1739"/>
                  <a:pt x="6062" y="1739"/>
                </a:cubicBezTo>
                <a:cubicBezTo>
                  <a:pt x="6033" y="1739"/>
                  <a:pt x="5999" y="1728"/>
                  <a:pt x="5966" y="1695"/>
                </a:cubicBezTo>
                <a:lnTo>
                  <a:pt x="5740" y="1695"/>
                </a:lnTo>
                <a:cubicBezTo>
                  <a:pt x="5658" y="1695"/>
                  <a:pt x="5576" y="1544"/>
                  <a:pt x="5494" y="1544"/>
                </a:cubicBezTo>
                <a:cubicBezTo>
                  <a:pt x="5476" y="1544"/>
                  <a:pt x="5458" y="1551"/>
                  <a:pt x="5440" y="1569"/>
                </a:cubicBezTo>
                <a:lnTo>
                  <a:pt x="4913" y="1569"/>
                </a:lnTo>
                <a:cubicBezTo>
                  <a:pt x="4913" y="1369"/>
                  <a:pt x="4813" y="1469"/>
                  <a:pt x="4713" y="1369"/>
                </a:cubicBezTo>
                <a:lnTo>
                  <a:pt x="4387" y="1369"/>
                </a:lnTo>
                <a:cubicBezTo>
                  <a:pt x="4287" y="1369"/>
                  <a:pt x="4287" y="1168"/>
                  <a:pt x="4086" y="1168"/>
                </a:cubicBezTo>
                <a:cubicBezTo>
                  <a:pt x="4086" y="1202"/>
                  <a:pt x="4075" y="1213"/>
                  <a:pt x="4060" y="1213"/>
                </a:cubicBezTo>
                <a:cubicBezTo>
                  <a:pt x="4030" y="1213"/>
                  <a:pt x="3986" y="1168"/>
                  <a:pt x="3986" y="1168"/>
                </a:cubicBezTo>
                <a:lnTo>
                  <a:pt x="3760" y="1168"/>
                </a:lnTo>
                <a:cubicBezTo>
                  <a:pt x="3710" y="1118"/>
                  <a:pt x="3685" y="1093"/>
                  <a:pt x="3660" y="1093"/>
                </a:cubicBezTo>
                <a:cubicBezTo>
                  <a:pt x="3635" y="1093"/>
                  <a:pt x="3610" y="1118"/>
                  <a:pt x="3560" y="1168"/>
                </a:cubicBezTo>
                <a:cubicBezTo>
                  <a:pt x="3460" y="1168"/>
                  <a:pt x="3460" y="943"/>
                  <a:pt x="3359" y="943"/>
                </a:cubicBezTo>
                <a:cubicBezTo>
                  <a:pt x="3234" y="943"/>
                  <a:pt x="3234" y="1068"/>
                  <a:pt x="3234" y="1068"/>
                </a:cubicBezTo>
                <a:cubicBezTo>
                  <a:pt x="3134" y="1068"/>
                  <a:pt x="3134" y="943"/>
                  <a:pt x="3034" y="943"/>
                </a:cubicBezTo>
                <a:cubicBezTo>
                  <a:pt x="3034" y="943"/>
                  <a:pt x="2933" y="843"/>
                  <a:pt x="2833" y="843"/>
                </a:cubicBezTo>
                <a:cubicBezTo>
                  <a:pt x="2833" y="843"/>
                  <a:pt x="2733" y="843"/>
                  <a:pt x="2733" y="742"/>
                </a:cubicBezTo>
                <a:cubicBezTo>
                  <a:pt x="2607" y="742"/>
                  <a:pt x="2507" y="843"/>
                  <a:pt x="2507" y="843"/>
                </a:cubicBezTo>
                <a:cubicBezTo>
                  <a:pt x="2407" y="843"/>
                  <a:pt x="2307" y="742"/>
                  <a:pt x="2206" y="642"/>
                </a:cubicBezTo>
                <a:lnTo>
                  <a:pt x="1981" y="642"/>
                </a:lnTo>
                <a:cubicBezTo>
                  <a:pt x="1881" y="642"/>
                  <a:pt x="1780" y="542"/>
                  <a:pt x="1680" y="542"/>
                </a:cubicBezTo>
                <a:cubicBezTo>
                  <a:pt x="1480" y="442"/>
                  <a:pt x="1354" y="316"/>
                  <a:pt x="1154" y="316"/>
                </a:cubicBezTo>
                <a:cubicBezTo>
                  <a:pt x="1154" y="316"/>
                  <a:pt x="1109" y="372"/>
                  <a:pt x="1050" y="372"/>
                </a:cubicBezTo>
                <a:cubicBezTo>
                  <a:pt x="1020" y="372"/>
                  <a:pt x="987" y="358"/>
                  <a:pt x="953" y="316"/>
                </a:cubicBezTo>
                <a:cubicBezTo>
                  <a:pt x="953" y="216"/>
                  <a:pt x="728" y="116"/>
                  <a:pt x="728" y="116"/>
                </a:cubicBezTo>
                <a:cubicBezTo>
                  <a:pt x="661" y="149"/>
                  <a:pt x="616" y="160"/>
                  <a:pt x="583" y="160"/>
                </a:cubicBezTo>
                <a:cubicBezTo>
                  <a:pt x="516" y="160"/>
                  <a:pt x="494" y="116"/>
                  <a:pt x="427" y="116"/>
                </a:cubicBezTo>
                <a:cubicBezTo>
                  <a:pt x="369" y="58"/>
                  <a:pt x="311" y="0"/>
                  <a:pt x="2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7"/>
          <p:cNvSpPr/>
          <p:nvPr/>
        </p:nvSpPr>
        <p:spPr>
          <a:xfrm>
            <a:off x="1200379" y="4324943"/>
            <a:ext cx="154509" cy="48510"/>
          </a:xfrm>
          <a:custGeom>
            <a:rect b="b" l="l" r="r" t="t"/>
            <a:pathLst>
              <a:path extrusionOk="0" h="2723" w="8673">
                <a:moveTo>
                  <a:pt x="301" y="0"/>
                </a:moveTo>
                <a:cubicBezTo>
                  <a:pt x="252" y="0"/>
                  <a:pt x="186" y="31"/>
                  <a:pt x="101" y="116"/>
                </a:cubicBezTo>
                <a:cubicBezTo>
                  <a:pt x="101" y="216"/>
                  <a:pt x="1" y="341"/>
                  <a:pt x="1" y="341"/>
                </a:cubicBezTo>
                <a:lnTo>
                  <a:pt x="1" y="442"/>
                </a:lnTo>
                <a:cubicBezTo>
                  <a:pt x="34" y="475"/>
                  <a:pt x="56" y="486"/>
                  <a:pt x="75" y="486"/>
                </a:cubicBezTo>
                <a:cubicBezTo>
                  <a:pt x="112" y="486"/>
                  <a:pt x="134" y="442"/>
                  <a:pt x="201" y="442"/>
                </a:cubicBezTo>
                <a:cubicBezTo>
                  <a:pt x="301" y="442"/>
                  <a:pt x="301" y="642"/>
                  <a:pt x="402" y="642"/>
                </a:cubicBezTo>
                <a:cubicBezTo>
                  <a:pt x="402" y="642"/>
                  <a:pt x="457" y="598"/>
                  <a:pt x="494" y="598"/>
                </a:cubicBezTo>
                <a:cubicBezTo>
                  <a:pt x="513" y="598"/>
                  <a:pt x="527" y="609"/>
                  <a:pt x="527" y="642"/>
                </a:cubicBezTo>
                <a:cubicBezTo>
                  <a:pt x="527" y="676"/>
                  <a:pt x="538" y="687"/>
                  <a:pt x="557" y="687"/>
                </a:cubicBezTo>
                <a:cubicBezTo>
                  <a:pt x="594" y="687"/>
                  <a:pt x="661" y="642"/>
                  <a:pt x="727" y="642"/>
                </a:cubicBezTo>
                <a:cubicBezTo>
                  <a:pt x="828" y="742"/>
                  <a:pt x="928" y="742"/>
                  <a:pt x="928" y="742"/>
                </a:cubicBezTo>
                <a:cubicBezTo>
                  <a:pt x="1028" y="742"/>
                  <a:pt x="1028" y="843"/>
                  <a:pt x="1153" y="843"/>
                </a:cubicBezTo>
                <a:lnTo>
                  <a:pt x="1354" y="843"/>
                </a:lnTo>
                <a:cubicBezTo>
                  <a:pt x="1454" y="968"/>
                  <a:pt x="1454" y="1068"/>
                  <a:pt x="1554" y="1068"/>
                </a:cubicBezTo>
                <a:lnTo>
                  <a:pt x="1780" y="1068"/>
                </a:lnTo>
                <a:cubicBezTo>
                  <a:pt x="1830" y="1118"/>
                  <a:pt x="1880" y="1118"/>
                  <a:pt x="1918" y="1118"/>
                </a:cubicBezTo>
                <a:cubicBezTo>
                  <a:pt x="1955" y="1118"/>
                  <a:pt x="1981" y="1118"/>
                  <a:pt x="1981" y="1168"/>
                </a:cubicBezTo>
                <a:lnTo>
                  <a:pt x="2181" y="1168"/>
                </a:lnTo>
                <a:cubicBezTo>
                  <a:pt x="2407" y="1269"/>
                  <a:pt x="2507" y="1269"/>
                  <a:pt x="2607" y="1369"/>
                </a:cubicBezTo>
                <a:cubicBezTo>
                  <a:pt x="2808" y="1469"/>
                  <a:pt x="3033" y="1469"/>
                  <a:pt x="3133" y="1469"/>
                </a:cubicBezTo>
                <a:cubicBezTo>
                  <a:pt x="3234" y="1469"/>
                  <a:pt x="3334" y="1595"/>
                  <a:pt x="3434" y="1595"/>
                </a:cubicBezTo>
                <a:cubicBezTo>
                  <a:pt x="3501" y="1595"/>
                  <a:pt x="3579" y="1539"/>
                  <a:pt x="3653" y="1539"/>
                </a:cubicBezTo>
                <a:cubicBezTo>
                  <a:pt x="3690" y="1539"/>
                  <a:pt x="3727" y="1553"/>
                  <a:pt x="3760" y="1595"/>
                </a:cubicBezTo>
                <a:cubicBezTo>
                  <a:pt x="3760" y="1695"/>
                  <a:pt x="3860" y="1695"/>
                  <a:pt x="3860" y="1695"/>
                </a:cubicBezTo>
                <a:lnTo>
                  <a:pt x="4061" y="1695"/>
                </a:lnTo>
                <a:cubicBezTo>
                  <a:pt x="4286" y="1695"/>
                  <a:pt x="4387" y="1695"/>
                  <a:pt x="4487" y="1795"/>
                </a:cubicBezTo>
                <a:lnTo>
                  <a:pt x="4687" y="1795"/>
                </a:lnTo>
                <a:cubicBezTo>
                  <a:pt x="4687" y="1895"/>
                  <a:pt x="4788" y="1895"/>
                  <a:pt x="4788" y="1895"/>
                </a:cubicBezTo>
                <a:lnTo>
                  <a:pt x="5013" y="1996"/>
                </a:lnTo>
                <a:cubicBezTo>
                  <a:pt x="5080" y="2029"/>
                  <a:pt x="5136" y="2040"/>
                  <a:pt x="5184" y="2040"/>
                </a:cubicBezTo>
                <a:cubicBezTo>
                  <a:pt x="5280" y="2040"/>
                  <a:pt x="5347" y="1996"/>
                  <a:pt x="5414" y="1996"/>
                </a:cubicBezTo>
                <a:cubicBezTo>
                  <a:pt x="5640" y="1996"/>
                  <a:pt x="5740" y="2096"/>
                  <a:pt x="5840" y="2096"/>
                </a:cubicBezTo>
                <a:cubicBezTo>
                  <a:pt x="5940" y="2221"/>
                  <a:pt x="5940" y="2221"/>
                  <a:pt x="6041" y="2221"/>
                </a:cubicBezTo>
                <a:lnTo>
                  <a:pt x="6467" y="2221"/>
                </a:lnTo>
                <a:cubicBezTo>
                  <a:pt x="6517" y="2271"/>
                  <a:pt x="6567" y="2271"/>
                  <a:pt x="6633" y="2271"/>
                </a:cubicBezTo>
                <a:cubicBezTo>
                  <a:pt x="6699" y="2271"/>
                  <a:pt x="6780" y="2271"/>
                  <a:pt x="6893" y="2321"/>
                </a:cubicBezTo>
                <a:lnTo>
                  <a:pt x="7093" y="2321"/>
                </a:lnTo>
                <a:cubicBezTo>
                  <a:pt x="7294" y="2422"/>
                  <a:pt x="7294" y="2422"/>
                  <a:pt x="7519" y="2522"/>
                </a:cubicBezTo>
                <a:lnTo>
                  <a:pt x="8046" y="2522"/>
                </a:lnTo>
                <a:cubicBezTo>
                  <a:pt x="8146" y="2522"/>
                  <a:pt x="8146" y="2622"/>
                  <a:pt x="8146" y="2622"/>
                </a:cubicBezTo>
                <a:lnTo>
                  <a:pt x="8347" y="2622"/>
                </a:lnTo>
                <a:cubicBezTo>
                  <a:pt x="8347" y="2622"/>
                  <a:pt x="8391" y="2722"/>
                  <a:pt x="8421" y="2722"/>
                </a:cubicBezTo>
                <a:cubicBezTo>
                  <a:pt x="8436" y="2722"/>
                  <a:pt x="8447" y="2697"/>
                  <a:pt x="8447" y="2622"/>
                </a:cubicBezTo>
                <a:cubicBezTo>
                  <a:pt x="8447" y="2651"/>
                  <a:pt x="8455" y="2664"/>
                  <a:pt x="8468" y="2664"/>
                </a:cubicBezTo>
                <a:cubicBezTo>
                  <a:pt x="8497" y="2664"/>
                  <a:pt x="8547" y="2593"/>
                  <a:pt x="8547" y="2522"/>
                </a:cubicBezTo>
                <a:cubicBezTo>
                  <a:pt x="8547" y="2422"/>
                  <a:pt x="8672" y="2221"/>
                  <a:pt x="8547" y="2221"/>
                </a:cubicBezTo>
                <a:cubicBezTo>
                  <a:pt x="8547" y="2096"/>
                  <a:pt x="8547" y="2096"/>
                  <a:pt x="8447" y="2096"/>
                </a:cubicBezTo>
                <a:cubicBezTo>
                  <a:pt x="8347" y="2096"/>
                  <a:pt x="8246" y="2096"/>
                  <a:pt x="8046" y="1895"/>
                </a:cubicBezTo>
                <a:lnTo>
                  <a:pt x="7620" y="1895"/>
                </a:lnTo>
                <a:cubicBezTo>
                  <a:pt x="7519" y="1895"/>
                  <a:pt x="7419" y="1895"/>
                  <a:pt x="7294" y="1795"/>
                </a:cubicBezTo>
                <a:lnTo>
                  <a:pt x="7093" y="1795"/>
                </a:lnTo>
                <a:cubicBezTo>
                  <a:pt x="6993" y="1795"/>
                  <a:pt x="6893" y="1795"/>
                  <a:pt x="6793" y="1695"/>
                </a:cubicBezTo>
                <a:cubicBezTo>
                  <a:pt x="6667" y="1695"/>
                  <a:pt x="6567" y="1795"/>
                  <a:pt x="6567" y="1795"/>
                </a:cubicBezTo>
                <a:cubicBezTo>
                  <a:pt x="6517" y="1745"/>
                  <a:pt x="6467" y="1745"/>
                  <a:pt x="6429" y="1745"/>
                </a:cubicBezTo>
                <a:cubicBezTo>
                  <a:pt x="6392" y="1745"/>
                  <a:pt x="6367" y="1745"/>
                  <a:pt x="6367" y="1695"/>
                </a:cubicBezTo>
                <a:cubicBezTo>
                  <a:pt x="6300" y="1695"/>
                  <a:pt x="6233" y="1739"/>
                  <a:pt x="6196" y="1739"/>
                </a:cubicBezTo>
                <a:cubicBezTo>
                  <a:pt x="6177" y="1739"/>
                  <a:pt x="6166" y="1728"/>
                  <a:pt x="6166" y="1695"/>
                </a:cubicBezTo>
                <a:cubicBezTo>
                  <a:pt x="5990" y="1695"/>
                  <a:pt x="5951" y="1557"/>
                  <a:pt x="5847" y="1557"/>
                </a:cubicBezTo>
                <a:cubicBezTo>
                  <a:pt x="5818" y="1557"/>
                  <a:pt x="5784" y="1567"/>
                  <a:pt x="5740" y="1595"/>
                </a:cubicBezTo>
                <a:lnTo>
                  <a:pt x="5539" y="1595"/>
                </a:lnTo>
                <a:cubicBezTo>
                  <a:pt x="5539" y="1553"/>
                  <a:pt x="5526" y="1539"/>
                  <a:pt x="5507" y="1539"/>
                </a:cubicBezTo>
                <a:cubicBezTo>
                  <a:pt x="5470" y="1539"/>
                  <a:pt x="5414" y="1595"/>
                  <a:pt x="5414" y="1595"/>
                </a:cubicBezTo>
                <a:lnTo>
                  <a:pt x="5214" y="1595"/>
                </a:lnTo>
                <a:cubicBezTo>
                  <a:pt x="5214" y="1369"/>
                  <a:pt x="5113" y="1369"/>
                  <a:pt x="5013" y="1369"/>
                </a:cubicBezTo>
                <a:lnTo>
                  <a:pt x="4687" y="1369"/>
                </a:lnTo>
                <a:cubicBezTo>
                  <a:pt x="4587" y="1369"/>
                  <a:pt x="4487" y="1168"/>
                  <a:pt x="4387" y="1168"/>
                </a:cubicBezTo>
                <a:lnTo>
                  <a:pt x="4161" y="1168"/>
                </a:lnTo>
                <a:cubicBezTo>
                  <a:pt x="4161" y="1118"/>
                  <a:pt x="4136" y="1118"/>
                  <a:pt x="4098" y="1118"/>
                </a:cubicBezTo>
                <a:cubicBezTo>
                  <a:pt x="4061" y="1118"/>
                  <a:pt x="4011" y="1118"/>
                  <a:pt x="3961" y="1068"/>
                </a:cubicBezTo>
                <a:lnTo>
                  <a:pt x="3860" y="1068"/>
                </a:lnTo>
                <a:cubicBezTo>
                  <a:pt x="3847" y="1082"/>
                  <a:pt x="3833" y="1088"/>
                  <a:pt x="3819" y="1088"/>
                </a:cubicBezTo>
                <a:cubicBezTo>
                  <a:pt x="3749" y="1088"/>
                  <a:pt x="3677" y="939"/>
                  <a:pt x="3595" y="939"/>
                </a:cubicBezTo>
                <a:cubicBezTo>
                  <a:pt x="3575" y="939"/>
                  <a:pt x="3555" y="947"/>
                  <a:pt x="3534" y="968"/>
                </a:cubicBezTo>
                <a:cubicBezTo>
                  <a:pt x="3534" y="968"/>
                  <a:pt x="3434" y="968"/>
                  <a:pt x="3434" y="1068"/>
                </a:cubicBezTo>
                <a:cubicBezTo>
                  <a:pt x="3334" y="1068"/>
                  <a:pt x="3334" y="968"/>
                  <a:pt x="3234" y="843"/>
                </a:cubicBezTo>
                <a:lnTo>
                  <a:pt x="3133" y="843"/>
                </a:lnTo>
                <a:cubicBezTo>
                  <a:pt x="3083" y="793"/>
                  <a:pt x="3027" y="793"/>
                  <a:pt x="2983" y="793"/>
                </a:cubicBezTo>
                <a:cubicBezTo>
                  <a:pt x="2939" y="793"/>
                  <a:pt x="2908" y="793"/>
                  <a:pt x="2908" y="742"/>
                </a:cubicBezTo>
                <a:cubicBezTo>
                  <a:pt x="2874" y="709"/>
                  <a:pt x="2841" y="698"/>
                  <a:pt x="2808" y="698"/>
                </a:cubicBezTo>
                <a:cubicBezTo>
                  <a:pt x="2741" y="698"/>
                  <a:pt x="2674" y="742"/>
                  <a:pt x="2607" y="742"/>
                </a:cubicBezTo>
                <a:cubicBezTo>
                  <a:pt x="2507" y="742"/>
                  <a:pt x="2507" y="642"/>
                  <a:pt x="2407" y="642"/>
                </a:cubicBezTo>
                <a:cubicBezTo>
                  <a:pt x="2281" y="642"/>
                  <a:pt x="2281" y="542"/>
                  <a:pt x="2181" y="542"/>
                </a:cubicBezTo>
                <a:cubicBezTo>
                  <a:pt x="1981" y="542"/>
                  <a:pt x="1880" y="542"/>
                  <a:pt x="1780" y="442"/>
                </a:cubicBezTo>
                <a:cubicBezTo>
                  <a:pt x="1554" y="341"/>
                  <a:pt x="1454" y="341"/>
                  <a:pt x="1254" y="341"/>
                </a:cubicBezTo>
                <a:cubicBezTo>
                  <a:pt x="1254" y="341"/>
                  <a:pt x="1209" y="386"/>
                  <a:pt x="1142" y="386"/>
                </a:cubicBezTo>
                <a:cubicBezTo>
                  <a:pt x="1109" y="386"/>
                  <a:pt x="1070" y="375"/>
                  <a:pt x="1028" y="341"/>
                </a:cubicBezTo>
                <a:cubicBezTo>
                  <a:pt x="1028" y="216"/>
                  <a:pt x="828" y="116"/>
                  <a:pt x="727" y="116"/>
                </a:cubicBezTo>
                <a:cubicBezTo>
                  <a:pt x="661" y="149"/>
                  <a:pt x="627" y="160"/>
                  <a:pt x="604" y="160"/>
                </a:cubicBezTo>
                <a:cubicBezTo>
                  <a:pt x="558" y="160"/>
                  <a:pt x="552" y="116"/>
                  <a:pt x="402" y="116"/>
                </a:cubicBezTo>
                <a:cubicBezTo>
                  <a:pt x="402" y="58"/>
                  <a:pt x="368" y="0"/>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7"/>
          <p:cNvSpPr/>
          <p:nvPr/>
        </p:nvSpPr>
        <p:spPr>
          <a:xfrm>
            <a:off x="1192790" y="4375662"/>
            <a:ext cx="145121" cy="44217"/>
          </a:xfrm>
          <a:custGeom>
            <a:rect b="b" l="l" r="r" t="t"/>
            <a:pathLst>
              <a:path extrusionOk="0" h="2482" w="8146">
                <a:moveTo>
                  <a:pt x="174" y="1"/>
                </a:moveTo>
                <a:cubicBezTo>
                  <a:pt x="126" y="1"/>
                  <a:pt x="67" y="26"/>
                  <a:pt x="1" y="101"/>
                </a:cubicBezTo>
                <a:lnTo>
                  <a:pt x="1" y="301"/>
                </a:lnTo>
                <a:lnTo>
                  <a:pt x="1" y="402"/>
                </a:lnTo>
                <a:cubicBezTo>
                  <a:pt x="1" y="502"/>
                  <a:pt x="101" y="502"/>
                  <a:pt x="101" y="502"/>
                </a:cubicBezTo>
                <a:cubicBezTo>
                  <a:pt x="201" y="502"/>
                  <a:pt x="201" y="627"/>
                  <a:pt x="326" y="627"/>
                </a:cubicBezTo>
                <a:lnTo>
                  <a:pt x="427" y="627"/>
                </a:lnTo>
                <a:cubicBezTo>
                  <a:pt x="427" y="661"/>
                  <a:pt x="438" y="672"/>
                  <a:pt x="456" y="672"/>
                </a:cubicBezTo>
                <a:cubicBezTo>
                  <a:pt x="493" y="672"/>
                  <a:pt x="560" y="627"/>
                  <a:pt x="627" y="627"/>
                </a:cubicBezTo>
                <a:lnTo>
                  <a:pt x="627" y="727"/>
                </a:lnTo>
                <a:cubicBezTo>
                  <a:pt x="661" y="761"/>
                  <a:pt x="683" y="772"/>
                  <a:pt x="701" y="772"/>
                </a:cubicBezTo>
                <a:cubicBezTo>
                  <a:pt x="738" y="772"/>
                  <a:pt x="761" y="727"/>
                  <a:pt x="828" y="727"/>
                </a:cubicBezTo>
                <a:cubicBezTo>
                  <a:pt x="953" y="727"/>
                  <a:pt x="953" y="828"/>
                  <a:pt x="1053" y="828"/>
                </a:cubicBezTo>
                <a:cubicBezTo>
                  <a:pt x="1053" y="878"/>
                  <a:pt x="1078" y="878"/>
                  <a:pt x="1103" y="878"/>
                </a:cubicBezTo>
                <a:cubicBezTo>
                  <a:pt x="1128" y="878"/>
                  <a:pt x="1153" y="878"/>
                  <a:pt x="1153" y="928"/>
                </a:cubicBezTo>
                <a:cubicBezTo>
                  <a:pt x="1254" y="928"/>
                  <a:pt x="1354" y="1028"/>
                  <a:pt x="1454" y="1028"/>
                </a:cubicBezTo>
                <a:lnTo>
                  <a:pt x="1680" y="1028"/>
                </a:lnTo>
                <a:cubicBezTo>
                  <a:pt x="1680" y="1078"/>
                  <a:pt x="1705" y="1078"/>
                  <a:pt x="1730" y="1078"/>
                </a:cubicBezTo>
                <a:cubicBezTo>
                  <a:pt x="1755" y="1078"/>
                  <a:pt x="1780" y="1078"/>
                  <a:pt x="1780" y="1128"/>
                </a:cubicBezTo>
                <a:lnTo>
                  <a:pt x="1980" y="1128"/>
                </a:lnTo>
                <a:cubicBezTo>
                  <a:pt x="2206" y="1128"/>
                  <a:pt x="2306" y="1254"/>
                  <a:pt x="2407" y="1354"/>
                </a:cubicBezTo>
                <a:cubicBezTo>
                  <a:pt x="2607" y="1354"/>
                  <a:pt x="2707" y="1454"/>
                  <a:pt x="2933" y="1454"/>
                </a:cubicBezTo>
                <a:cubicBezTo>
                  <a:pt x="2966" y="1421"/>
                  <a:pt x="3000" y="1410"/>
                  <a:pt x="3033" y="1410"/>
                </a:cubicBezTo>
                <a:cubicBezTo>
                  <a:pt x="3100" y="1410"/>
                  <a:pt x="3167" y="1454"/>
                  <a:pt x="3234" y="1454"/>
                </a:cubicBezTo>
                <a:cubicBezTo>
                  <a:pt x="3256" y="1477"/>
                  <a:pt x="3280" y="1484"/>
                  <a:pt x="3304" y="1484"/>
                </a:cubicBezTo>
                <a:cubicBezTo>
                  <a:pt x="3346" y="1484"/>
                  <a:pt x="3386" y="1461"/>
                  <a:pt x="3415" y="1461"/>
                </a:cubicBezTo>
                <a:cubicBezTo>
                  <a:pt x="3442" y="1461"/>
                  <a:pt x="3459" y="1480"/>
                  <a:pt x="3459" y="1555"/>
                </a:cubicBezTo>
                <a:cubicBezTo>
                  <a:pt x="3459" y="1588"/>
                  <a:pt x="3470" y="1599"/>
                  <a:pt x="3485" y="1599"/>
                </a:cubicBezTo>
                <a:cubicBezTo>
                  <a:pt x="3515" y="1599"/>
                  <a:pt x="3559" y="1555"/>
                  <a:pt x="3559" y="1555"/>
                </a:cubicBezTo>
                <a:lnTo>
                  <a:pt x="3760" y="1655"/>
                </a:lnTo>
                <a:cubicBezTo>
                  <a:pt x="3960" y="1655"/>
                  <a:pt x="4086" y="1655"/>
                  <a:pt x="4186" y="1755"/>
                </a:cubicBezTo>
                <a:cubicBezTo>
                  <a:pt x="4253" y="1755"/>
                  <a:pt x="4275" y="1710"/>
                  <a:pt x="4312" y="1710"/>
                </a:cubicBezTo>
                <a:cubicBezTo>
                  <a:pt x="4331" y="1710"/>
                  <a:pt x="4353" y="1722"/>
                  <a:pt x="4387" y="1755"/>
                </a:cubicBezTo>
                <a:cubicBezTo>
                  <a:pt x="4387" y="1797"/>
                  <a:pt x="4398" y="1811"/>
                  <a:pt x="4413" y="1811"/>
                </a:cubicBezTo>
                <a:cubicBezTo>
                  <a:pt x="4442" y="1811"/>
                  <a:pt x="4487" y="1755"/>
                  <a:pt x="4487" y="1755"/>
                </a:cubicBezTo>
                <a:lnTo>
                  <a:pt x="4712" y="1880"/>
                </a:lnTo>
                <a:cubicBezTo>
                  <a:pt x="4762" y="1930"/>
                  <a:pt x="4838" y="1956"/>
                  <a:pt x="4913" y="1956"/>
                </a:cubicBezTo>
                <a:cubicBezTo>
                  <a:pt x="4988" y="1956"/>
                  <a:pt x="5063" y="1930"/>
                  <a:pt x="5113" y="1880"/>
                </a:cubicBezTo>
                <a:cubicBezTo>
                  <a:pt x="5214" y="1880"/>
                  <a:pt x="5339" y="1981"/>
                  <a:pt x="5439" y="1981"/>
                </a:cubicBezTo>
                <a:cubicBezTo>
                  <a:pt x="5539" y="2081"/>
                  <a:pt x="5640" y="2081"/>
                  <a:pt x="5640" y="2081"/>
                </a:cubicBezTo>
                <a:lnTo>
                  <a:pt x="6467" y="2081"/>
                </a:lnTo>
                <a:cubicBezTo>
                  <a:pt x="6467" y="2181"/>
                  <a:pt x="6592" y="2181"/>
                  <a:pt x="6692" y="2181"/>
                </a:cubicBezTo>
                <a:cubicBezTo>
                  <a:pt x="6893" y="2281"/>
                  <a:pt x="6893" y="2281"/>
                  <a:pt x="7093" y="2281"/>
                </a:cubicBezTo>
                <a:cubicBezTo>
                  <a:pt x="7093" y="2281"/>
                  <a:pt x="7519" y="2281"/>
                  <a:pt x="7519" y="2382"/>
                </a:cubicBezTo>
                <a:cubicBezTo>
                  <a:pt x="7586" y="2382"/>
                  <a:pt x="7608" y="2437"/>
                  <a:pt x="7646" y="2437"/>
                </a:cubicBezTo>
                <a:cubicBezTo>
                  <a:pt x="7664" y="2437"/>
                  <a:pt x="7686" y="2423"/>
                  <a:pt x="7720" y="2382"/>
                </a:cubicBezTo>
                <a:lnTo>
                  <a:pt x="7845" y="2382"/>
                </a:lnTo>
                <a:cubicBezTo>
                  <a:pt x="7912" y="2382"/>
                  <a:pt x="7934" y="2482"/>
                  <a:pt x="7942" y="2482"/>
                </a:cubicBezTo>
                <a:cubicBezTo>
                  <a:pt x="7945" y="2482"/>
                  <a:pt x="7945" y="2457"/>
                  <a:pt x="7945" y="2382"/>
                </a:cubicBezTo>
                <a:cubicBezTo>
                  <a:pt x="7975" y="2419"/>
                  <a:pt x="7996" y="2434"/>
                  <a:pt x="8011" y="2434"/>
                </a:cubicBezTo>
                <a:cubicBezTo>
                  <a:pt x="8046" y="2434"/>
                  <a:pt x="8046" y="2352"/>
                  <a:pt x="8046" y="2281"/>
                </a:cubicBezTo>
                <a:cubicBezTo>
                  <a:pt x="8046" y="2181"/>
                  <a:pt x="8146" y="1981"/>
                  <a:pt x="8046" y="1981"/>
                </a:cubicBezTo>
                <a:cubicBezTo>
                  <a:pt x="8046" y="1880"/>
                  <a:pt x="8046" y="1880"/>
                  <a:pt x="7945" y="1880"/>
                </a:cubicBezTo>
                <a:cubicBezTo>
                  <a:pt x="7845" y="1880"/>
                  <a:pt x="7720" y="1880"/>
                  <a:pt x="7519" y="1755"/>
                </a:cubicBezTo>
                <a:cubicBezTo>
                  <a:pt x="7486" y="1722"/>
                  <a:pt x="7453" y="1710"/>
                  <a:pt x="7414" y="1710"/>
                </a:cubicBezTo>
                <a:cubicBezTo>
                  <a:pt x="7338" y="1710"/>
                  <a:pt x="7244" y="1755"/>
                  <a:pt x="7093" y="1755"/>
                </a:cubicBezTo>
                <a:cubicBezTo>
                  <a:pt x="7043" y="1705"/>
                  <a:pt x="6993" y="1705"/>
                  <a:pt x="6943" y="1705"/>
                </a:cubicBezTo>
                <a:cubicBezTo>
                  <a:pt x="6893" y="1705"/>
                  <a:pt x="6843" y="1705"/>
                  <a:pt x="6793" y="1655"/>
                </a:cubicBezTo>
                <a:lnTo>
                  <a:pt x="6692" y="1655"/>
                </a:lnTo>
                <a:cubicBezTo>
                  <a:pt x="6592" y="1555"/>
                  <a:pt x="6467" y="1555"/>
                  <a:pt x="6366" y="1555"/>
                </a:cubicBezTo>
                <a:cubicBezTo>
                  <a:pt x="6300" y="1555"/>
                  <a:pt x="6233" y="1599"/>
                  <a:pt x="6196" y="1599"/>
                </a:cubicBezTo>
                <a:cubicBezTo>
                  <a:pt x="6177" y="1599"/>
                  <a:pt x="6166" y="1588"/>
                  <a:pt x="6166" y="1555"/>
                </a:cubicBezTo>
                <a:cubicBezTo>
                  <a:pt x="6099" y="1555"/>
                  <a:pt x="6032" y="1599"/>
                  <a:pt x="5995" y="1599"/>
                </a:cubicBezTo>
                <a:cubicBezTo>
                  <a:pt x="5977" y="1599"/>
                  <a:pt x="5965" y="1588"/>
                  <a:pt x="5965" y="1555"/>
                </a:cubicBezTo>
                <a:lnTo>
                  <a:pt x="5740" y="1555"/>
                </a:lnTo>
                <a:cubicBezTo>
                  <a:pt x="5660" y="1555"/>
                  <a:pt x="5580" y="1426"/>
                  <a:pt x="5499" y="1426"/>
                </a:cubicBezTo>
                <a:cubicBezTo>
                  <a:pt x="5479" y="1426"/>
                  <a:pt x="5459" y="1434"/>
                  <a:pt x="5439" y="1454"/>
                </a:cubicBezTo>
                <a:lnTo>
                  <a:pt x="4913" y="1454"/>
                </a:lnTo>
                <a:cubicBezTo>
                  <a:pt x="4813" y="1354"/>
                  <a:pt x="4712" y="1354"/>
                  <a:pt x="4587" y="1354"/>
                </a:cubicBezTo>
                <a:cubicBezTo>
                  <a:pt x="4587" y="1354"/>
                  <a:pt x="4487" y="1254"/>
                  <a:pt x="4387" y="1254"/>
                </a:cubicBezTo>
                <a:cubicBezTo>
                  <a:pt x="4304" y="1254"/>
                  <a:pt x="4222" y="1103"/>
                  <a:pt x="4140" y="1103"/>
                </a:cubicBezTo>
                <a:cubicBezTo>
                  <a:pt x="4122" y="1103"/>
                  <a:pt x="4104" y="1110"/>
                  <a:pt x="4086" y="1128"/>
                </a:cubicBezTo>
                <a:cubicBezTo>
                  <a:pt x="3960" y="1128"/>
                  <a:pt x="3960" y="1128"/>
                  <a:pt x="3960" y="1028"/>
                </a:cubicBezTo>
                <a:lnTo>
                  <a:pt x="3760" y="1028"/>
                </a:lnTo>
                <a:cubicBezTo>
                  <a:pt x="3710" y="978"/>
                  <a:pt x="3685" y="953"/>
                  <a:pt x="3660" y="953"/>
                </a:cubicBezTo>
                <a:cubicBezTo>
                  <a:pt x="3635" y="953"/>
                  <a:pt x="3610" y="978"/>
                  <a:pt x="3559" y="1028"/>
                </a:cubicBezTo>
                <a:cubicBezTo>
                  <a:pt x="3545" y="1043"/>
                  <a:pt x="3532" y="1049"/>
                  <a:pt x="3521" y="1049"/>
                </a:cubicBezTo>
                <a:cubicBezTo>
                  <a:pt x="3468" y="1049"/>
                  <a:pt x="3448" y="907"/>
                  <a:pt x="3382" y="907"/>
                </a:cubicBezTo>
                <a:cubicBezTo>
                  <a:pt x="3368" y="907"/>
                  <a:pt x="3352" y="913"/>
                  <a:pt x="3334" y="928"/>
                </a:cubicBezTo>
                <a:lnTo>
                  <a:pt x="3133" y="928"/>
                </a:lnTo>
                <a:cubicBezTo>
                  <a:pt x="3133" y="948"/>
                  <a:pt x="3133" y="956"/>
                  <a:pt x="3133" y="956"/>
                </a:cubicBezTo>
                <a:cubicBezTo>
                  <a:pt x="3129" y="956"/>
                  <a:pt x="3113" y="828"/>
                  <a:pt x="3033" y="828"/>
                </a:cubicBezTo>
                <a:lnTo>
                  <a:pt x="2833" y="828"/>
                </a:lnTo>
                <a:cubicBezTo>
                  <a:pt x="2833" y="727"/>
                  <a:pt x="2707" y="727"/>
                  <a:pt x="2707" y="727"/>
                </a:cubicBezTo>
                <a:cubicBezTo>
                  <a:pt x="2674" y="694"/>
                  <a:pt x="2640" y="683"/>
                  <a:pt x="2607" y="683"/>
                </a:cubicBezTo>
                <a:cubicBezTo>
                  <a:pt x="2540" y="683"/>
                  <a:pt x="2473" y="727"/>
                  <a:pt x="2407" y="727"/>
                </a:cubicBezTo>
                <a:cubicBezTo>
                  <a:pt x="2306" y="727"/>
                  <a:pt x="2306" y="627"/>
                  <a:pt x="2206" y="627"/>
                </a:cubicBezTo>
                <a:cubicBezTo>
                  <a:pt x="2081" y="627"/>
                  <a:pt x="2081" y="502"/>
                  <a:pt x="1980" y="502"/>
                </a:cubicBezTo>
                <a:cubicBezTo>
                  <a:pt x="1880" y="502"/>
                  <a:pt x="1780" y="502"/>
                  <a:pt x="1680" y="402"/>
                </a:cubicBezTo>
                <a:cubicBezTo>
                  <a:pt x="1454" y="301"/>
                  <a:pt x="1354" y="301"/>
                  <a:pt x="1153" y="301"/>
                </a:cubicBezTo>
                <a:cubicBezTo>
                  <a:pt x="1087" y="301"/>
                  <a:pt x="1064" y="346"/>
                  <a:pt x="1027" y="346"/>
                </a:cubicBezTo>
                <a:cubicBezTo>
                  <a:pt x="1009" y="346"/>
                  <a:pt x="986" y="335"/>
                  <a:pt x="953" y="301"/>
                </a:cubicBezTo>
                <a:cubicBezTo>
                  <a:pt x="953" y="201"/>
                  <a:pt x="727" y="101"/>
                  <a:pt x="627" y="101"/>
                </a:cubicBezTo>
                <a:cubicBezTo>
                  <a:pt x="560" y="134"/>
                  <a:pt x="527" y="145"/>
                  <a:pt x="505" y="145"/>
                </a:cubicBezTo>
                <a:cubicBezTo>
                  <a:pt x="460" y="145"/>
                  <a:pt x="460" y="101"/>
                  <a:pt x="326" y="101"/>
                </a:cubicBezTo>
                <a:cubicBezTo>
                  <a:pt x="326" y="101"/>
                  <a:pt x="271"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7"/>
          <p:cNvSpPr/>
          <p:nvPr/>
        </p:nvSpPr>
        <p:spPr>
          <a:xfrm>
            <a:off x="1181620" y="4418525"/>
            <a:ext cx="108084" cy="51610"/>
          </a:xfrm>
          <a:custGeom>
            <a:rect b="b" l="l" r="r" t="t"/>
            <a:pathLst>
              <a:path extrusionOk="0" h="2897" w="6067">
                <a:moveTo>
                  <a:pt x="360" y="1"/>
                </a:moveTo>
                <a:cubicBezTo>
                  <a:pt x="327" y="1"/>
                  <a:pt x="277" y="26"/>
                  <a:pt x="201" y="101"/>
                </a:cubicBezTo>
                <a:cubicBezTo>
                  <a:pt x="101" y="201"/>
                  <a:pt x="101" y="301"/>
                  <a:pt x="101" y="301"/>
                </a:cubicBezTo>
                <a:cubicBezTo>
                  <a:pt x="1" y="301"/>
                  <a:pt x="1" y="402"/>
                  <a:pt x="1" y="402"/>
                </a:cubicBezTo>
                <a:lnTo>
                  <a:pt x="101" y="402"/>
                </a:lnTo>
                <a:cubicBezTo>
                  <a:pt x="201" y="402"/>
                  <a:pt x="201" y="602"/>
                  <a:pt x="201" y="602"/>
                </a:cubicBezTo>
                <a:lnTo>
                  <a:pt x="327" y="602"/>
                </a:lnTo>
                <a:cubicBezTo>
                  <a:pt x="327" y="644"/>
                  <a:pt x="338" y="658"/>
                  <a:pt x="356" y="658"/>
                </a:cubicBezTo>
                <a:cubicBezTo>
                  <a:pt x="394" y="658"/>
                  <a:pt x="460" y="602"/>
                  <a:pt x="527" y="602"/>
                </a:cubicBezTo>
                <a:lnTo>
                  <a:pt x="527" y="728"/>
                </a:lnTo>
                <a:cubicBezTo>
                  <a:pt x="527" y="761"/>
                  <a:pt x="538" y="772"/>
                  <a:pt x="553" y="772"/>
                </a:cubicBezTo>
                <a:cubicBezTo>
                  <a:pt x="583" y="772"/>
                  <a:pt x="628" y="728"/>
                  <a:pt x="628" y="728"/>
                </a:cubicBezTo>
                <a:cubicBezTo>
                  <a:pt x="628" y="828"/>
                  <a:pt x="728" y="828"/>
                  <a:pt x="728" y="928"/>
                </a:cubicBezTo>
                <a:cubicBezTo>
                  <a:pt x="728" y="928"/>
                  <a:pt x="772" y="883"/>
                  <a:pt x="802" y="883"/>
                </a:cubicBezTo>
                <a:cubicBezTo>
                  <a:pt x="817" y="883"/>
                  <a:pt x="828" y="895"/>
                  <a:pt x="828" y="928"/>
                </a:cubicBezTo>
                <a:cubicBezTo>
                  <a:pt x="953" y="1028"/>
                  <a:pt x="953" y="1028"/>
                  <a:pt x="1054" y="1028"/>
                </a:cubicBezTo>
                <a:cubicBezTo>
                  <a:pt x="1054" y="1078"/>
                  <a:pt x="1079" y="1078"/>
                  <a:pt x="1104" y="1078"/>
                </a:cubicBezTo>
                <a:cubicBezTo>
                  <a:pt x="1129" y="1078"/>
                  <a:pt x="1154" y="1078"/>
                  <a:pt x="1154" y="1129"/>
                </a:cubicBezTo>
                <a:cubicBezTo>
                  <a:pt x="1204" y="1179"/>
                  <a:pt x="1229" y="1179"/>
                  <a:pt x="1254" y="1179"/>
                </a:cubicBezTo>
                <a:cubicBezTo>
                  <a:pt x="1279" y="1179"/>
                  <a:pt x="1304" y="1179"/>
                  <a:pt x="1354" y="1229"/>
                </a:cubicBezTo>
                <a:lnTo>
                  <a:pt x="1455" y="1229"/>
                </a:lnTo>
                <a:cubicBezTo>
                  <a:pt x="1580" y="1354"/>
                  <a:pt x="1680" y="1354"/>
                  <a:pt x="1780" y="1454"/>
                </a:cubicBezTo>
                <a:cubicBezTo>
                  <a:pt x="1881" y="1555"/>
                  <a:pt x="1981" y="1555"/>
                  <a:pt x="2081" y="1555"/>
                </a:cubicBezTo>
                <a:cubicBezTo>
                  <a:pt x="2206" y="1555"/>
                  <a:pt x="2307" y="1655"/>
                  <a:pt x="2307" y="1655"/>
                </a:cubicBezTo>
                <a:cubicBezTo>
                  <a:pt x="2357" y="1655"/>
                  <a:pt x="2407" y="1630"/>
                  <a:pt x="2445" y="1630"/>
                </a:cubicBezTo>
                <a:cubicBezTo>
                  <a:pt x="2482" y="1630"/>
                  <a:pt x="2507" y="1655"/>
                  <a:pt x="2507" y="1755"/>
                </a:cubicBezTo>
                <a:lnTo>
                  <a:pt x="2607" y="1755"/>
                </a:lnTo>
                <a:lnTo>
                  <a:pt x="2708" y="1855"/>
                </a:lnTo>
                <a:cubicBezTo>
                  <a:pt x="2833" y="1855"/>
                  <a:pt x="2933" y="1855"/>
                  <a:pt x="3034" y="1981"/>
                </a:cubicBezTo>
                <a:lnTo>
                  <a:pt x="3134" y="1981"/>
                </a:lnTo>
                <a:cubicBezTo>
                  <a:pt x="3134" y="2081"/>
                  <a:pt x="3234" y="2081"/>
                  <a:pt x="3234" y="2081"/>
                </a:cubicBezTo>
                <a:lnTo>
                  <a:pt x="3460" y="2181"/>
                </a:lnTo>
                <a:cubicBezTo>
                  <a:pt x="3460" y="2215"/>
                  <a:pt x="3471" y="2226"/>
                  <a:pt x="3493" y="2226"/>
                </a:cubicBezTo>
                <a:cubicBezTo>
                  <a:pt x="3538" y="2226"/>
                  <a:pt x="3627" y="2181"/>
                  <a:pt x="3760" y="2181"/>
                </a:cubicBezTo>
                <a:cubicBezTo>
                  <a:pt x="3861" y="2181"/>
                  <a:pt x="3861" y="2281"/>
                  <a:pt x="3961" y="2281"/>
                </a:cubicBezTo>
                <a:lnTo>
                  <a:pt x="4086" y="2382"/>
                </a:lnTo>
                <a:lnTo>
                  <a:pt x="4387" y="2382"/>
                </a:lnTo>
                <a:cubicBezTo>
                  <a:pt x="4437" y="2432"/>
                  <a:pt x="4487" y="2432"/>
                  <a:pt x="4540" y="2432"/>
                </a:cubicBezTo>
                <a:cubicBezTo>
                  <a:pt x="4594" y="2432"/>
                  <a:pt x="4650" y="2432"/>
                  <a:pt x="4713" y="2482"/>
                </a:cubicBezTo>
                <a:lnTo>
                  <a:pt x="4913" y="2482"/>
                </a:lnTo>
                <a:cubicBezTo>
                  <a:pt x="5014" y="2607"/>
                  <a:pt x="5014" y="2607"/>
                  <a:pt x="5214" y="2607"/>
                </a:cubicBezTo>
                <a:cubicBezTo>
                  <a:pt x="5214" y="2707"/>
                  <a:pt x="5540" y="2707"/>
                  <a:pt x="5540" y="2707"/>
                </a:cubicBezTo>
                <a:lnTo>
                  <a:pt x="5640" y="2808"/>
                </a:lnTo>
                <a:lnTo>
                  <a:pt x="5740" y="2808"/>
                </a:lnTo>
                <a:cubicBezTo>
                  <a:pt x="5740" y="2808"/>
                  <a:pt x="5785" y="2897"/>
                  <a:pt x="5815" y="2897"/>
                </a:cubicBezTo>
                <a:cubicBezTo>
                  <a:pt x="5829" y="2897"/>
                  <a:pt x="5841" y="2875"/>
                  <a:pt x="5841" y="2808"/>
                </a:cubicBezTo>
                <a:cubicBezTo>
                  <a:pt x="5841" y="2808"/>
                  <a:pt x="5966" y="2808"/>
                  <a:pt x="5966" y="2707"/>
                </a:cubicBezTo>
                <a:cubicBezTo>
                  <a:pt x="5966" y="2607"/>
                  <a:pt x="6066" y="2382"/>
                  <a:pt x="5966" y="2382"/>
                </a:cubicBezTo>
                <a:lnTo>
                  <a:pt x="5966" y="2281"/>
                </a:lnTo>
                <a:cubicBezTo>
                  <a:pt x="5740" y="2281"/>
                  <a:pt x="5740" y="2281"/>
                  <a:pt x="5640" y="2081"/>
                </a:cubicBezTo>
                <a:lnTo>
                  <a:pt x="5339" y="2081"/>
                </a:lnTo>
                <a:cubicBezTo>
                  <a:pt x="5214" y="2081"/>
                  <a:pt x="5114" y="2081"/>
                  <a:pt x="5114" y="1981"/>
                </a:cubicBezTo>
                <a:lnTo>
                  <a:pt x="4713" y="1981"/>
                </a:lnTo>
                <a:cubicBezTo>
                  <a:pt x="4713" y="1939"/>
                  <a:pt x="4699" y="1925"/>
                  <a:pt x="4680" y="1925"/>
                </a:cubicBezTo>
                <a:cubicBezTo>
                  <a:pt x="4643" y="1925"/>
                  <a:pt x="4587" y="1981"/>
                  <a:pt x="4587" y="1981"/>
                </a:cubicBezTo>
                <a:cubicBezTo>
                  <a:pt x="4537" y="1918"/>
                  <a:pt x="4512" y="1918"/>
                  <a:pt x="4487" y="1918"/>
                </a:cubicBezTo>
                <a:cubicBezTo>
                  <a:pt x="4462" y="1918"/>
                  <a:pt x="4437" y="1918"/>
                  <a:pt x="4387" y="1855"/>
                </a:cubicBezTo>
                <a:cubicBezTo>
                  <a:pt x="4387" y="1855"/>
                  <a:pt x="4342" y="1911"/>
                  <a:pt x="4313" y="1911"/>
                </a:cubicBezTo>
                <a:cubicBezTo>
                  <a:pt x="4298" y="1911"/>
                  <a:pt x="4287" y="1897"/>
                  <a:pt x="4287" y="1855"/>
                </a:cubicBezTo>
                <a:cubicBezTo>
                  <a:pt x="4206" y="1855"/>
                  <a:pt x="4190" y="1727"/>
                  <a:pt x="4072" y="1727"/>
                </a:cubicBezTo>
                <a:cubicBezTo>
                  <a:pt x="4042" y="1727"/>
                  <a:pt x="4006" y="1735"/>
                  <a:pt x="3961" y="1755"/>
                </a:cubicBezTo>
                <a:lnTo>
                  <a:pt x="3861" y="1755"/>
                </a:lnTo>
                <a:cubicBezTo>
                  <a:pt x="3861" y="1722"/>
                  <a:pt x="3849" y="1711"/>
                  <a:pt x="3835" y="1711"/>
                </a:cubicBezTo>
                <a:cubicBezTo>
                  <a:pt x="3805" y="1711"/>
                  <a:pt x="3760" y="1755"/>
                  <a:pt x="3760" y="1755"/>
                </a:cubicBezTo>
                <a:lnTo>
                  <a:pt x="3660" y="1755"/>
                </a:lnTo>
                <a:cubicBezTo>
                  <a:pt x="3660" y="1555"/>
                  <a:pt x="3560" y="1555"/>
                  <a:pt x="3460" y="1555"/>
                </a:cubicBezTo>
                <a:lnTo>
                  <a:pt x="3334" y="1555"/>
                </a:lnTo>
                <a:cubicBezTo>
                  <a:pt x="3250" y="1555"/>
                  <a:pt x="3237" y="1325"/>
                  <a:pt x="3175" y="1325"/>
                </a:cubicBezTo>
                <a:cubicBezTo>
                  <a:pt x="3164" y="1325"/>
                  <a:pt x="3150" y="1334"/>
                  <a:pt x="3134" y="1354"/>
                </a:cubicBezTo>
                <a:lnTo>
                  <a:pt x="2933" y="1354"/>
                </a:lnTo>
                <a:cubicBezTo>
                  <a:pt x="2933" y="1291"/>
                  <a:pt x="2908" y="1291"/>
                  <a:pt x="2883" y="1291"/>
                </a:cubicBezTo>
                <a:cubicBezTo>
                  <a:pt x="2858" y="1291"/>
                  <a:pt x="2833" y="1291"/>
                  <a:pt x="2833" y="1229"/>
                </a:cubicBezTo>
                <a:lnTo>
                  <a:pt x="2708" y="1229"/>
                </a:lnTo>
                <a:cubicBezTo>
                  <a:pt x="2691" y="1250"/>
                  <a:pt x="2677" y="1258"/>
                  <a:pt x="2665" y="1258"/>
                </a:cubicBezTo>
                <a:cubicBezTo>
                  <a:pt x="2615" y="1258"/>
                  <a:pt x="2597" y="1109"/>
                  <a:pt x="2543" y="1109"/>
                </a:cubicBezTo>
                <a:cubicBezTo>
                  <a:pt x="2533" y="1109"/>
                  <a:pt x="2521" y="1115"/>
                  <a:pt x="2507" y="1129"/>
                </a:cubicBezTo>
                <a:lnTo>
                  <a:pt x="2407" y="1129"/>
                </a:lnTo>
                <a:cubicBezTo>
                  <a:pt x="2307" y="1129"/>
                  <a:pt x="2407" y="1028"/>
                  <a:pt x="2307" y="1028"/>
                </a:cubicBezTo>
                <a:cubicBezTo>
                  <a:pt x="2307" y="1028"/>
                  <a:pt x="2206" y="1028"/>
                  <a:pt x="2206" y="928"/>
                </a:cubicBezTo>
                <a:lnTo>
                  <a:pt x="2081" y="928"/>
                </a:lnTo>
                <a:cubicBezTo>
                  <a:pt x="2081" y="895"/>
                  <a:pt x="2070" y="883"/>
                  <a:pt x="2051" y="883"/>
                </a:cubicBezTo>
                <a:cubicBezTo>
                  <a:pt x="2014" y="883"/>
                  <a:pt x="1948" y="928"/>
                  <a:pt x="1881" y="928"/>
                </a:cubicBezTo>
                <a:cubicBezTo>
                  <a:pt x="1780" y="928"/>
                  <a:pt x="1780" y="728"/>
                  <a:pt x="1780" y="728"/>
                </a:cubicBezTo>
                <a:cubicBezTo>
                  <a:pt x="1680" y="728"/>
                  <a:pt x="1680" y="602"/>
                  <a:pt x="1580" y="602"/>
                </a:cubicBezTo>
                <a:cubicBezTo>
                  <a:pt x="1455" y="602"/>
                  <a:pt x="1354" y="602"/>
                  <a:pt x="1354" y="502"/>
                </a:cubicBezTo>
                <a:cubicBezTo>
                  <a:pt x="1254" y="402"/>
                  <a:pt x="1154" y="402"/>
                  <a:pt x="1054" y="402"/>
                </a:cubicBezTo>
                <a:lnTo>
                  <a:pt x="828" y="402"/>
                </a:lnTo>
                <a:cubicBezTo>
                  <a:pt x="828" y="321"/>
                  <a:pt x="762" y="174"/>
                  <a:pt x="684" y="174"/>
                </a:cubicBezTo>
                <a:cubicBezTo>
                  <a:pt x="666" y="174"/>
                  <a:pt x="647" y="182"/>
                  <a:pt x="628" y="201"/>
                </a:cubicBezTo>
                <a:cubicBezTo>
                  <a:pt x="527" y="201"/>
                  <a:pt x="527" y="201"/>
                  <a:pt x="427" y="101"/>
                </a:cubicBezTo>
                <a:cubicBezTo>
                  <a:pt x="427" y="101"/>
                  <a:pt x="427" y="1"/>
                  <a:pt x="3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7"/>
          <p:cNvSpPr/>
          <p:nvPr/>
        </p:nvSpPr>
        <p:spPr>
          <a:xfrm>
            <a:off x="2017019" y="3156742"/>
            <a:ext cx="25921" cy="162099"/>
          </a:xfrm>
          <a:custGeom>
            <a:rect b="b" l="l" r="r" t="t"/>
            <a:pathLst>
              <a:path extrusionOk="0" h="9099" w="1455">
                <a:moveTo>
                  <a:pt x="627" y="0"/>
                </a:moveTo>
                <a:lnTo>
                  <a:pt x="627" y="126"/>
                </a:lnTo>
                <a:cubicBezTo>
                  <a:pt x="527" y="126"/>
                  <a:pt x="627" y="226"/>
                  <a:pt x="627" y="226"/>
                </a:cubicBezTo>
                <a:cubicBezTo>
                  <a:pt x="627" y="326"/>
                  <a:pt x="527" y="426"/>
                  <a:pt x="527" y="426"/>
                </a:cubicBezTo>
                <a:lnTo>
                  <a:pt x="627" y="527"/>
                </a:lnTo>
                <a:cubicBezTo>
                  <a:pt x="527" y="627"/>
                  <a:pt x="627" y="752"/>
                  <a:pt x="727" y="752"/>
                </a:cubicBezTo>
                <a:cubicBezTo>
                  <a:pt x="727" y="752"/>
                  <a:pt x="727" y="852"/>
                  <a:pt x="627" y="852"/>
                </a:cubicBezTo>
                <a:cubicBezTo>
                  <a:pt x="627" y="953"/>
                  <a:pt x="727" y="953"/>
                  <a:pt x="727" y="1053"/>
                </a:cubicBezTo>
                <a:cubicBezTo>
                  <a:pt x="727" y="1153"/>
                  <a:pt x="627" y="1153"/>
                  <a:pt x="627" y="1253"/>
                </a:cubicBezTo>
                <a:cubicBezTo>
                  <a:pt x="627" y="1379"/>
                  <a:pt x="727" y="1379"/>
                  <a:pt x="727" y="1479"/>
                </a:cubicBezTo>
                <a:cubicBezTo>
                  <a:pt x="727" y="1579"/>
                  <a:pt x="627" y="1679"/>
                  <a:pt x="627" y="1780"/>
                </a:cubicBezTo>
                <a:cubicBezTo>
                  <a:pt x="627" y="1780"/>
                  <a:pt x="727" y="1880"/>
                  <a:pt x="727" y="2005"/>
                </a:cubicBezTo>
                <a:lnTo>
                  <a:pt x="727" y="2206"/>
                </a:lnTo>
                <a:lnTo>
                  <a:pt x="727" y="2406"/>
                </a:lnTo>
                <a:cubicBezTo>
                  <a:pt x="828" y="2507"/>
                  <a:pt x="828" y="2732"/>
                  <a:pt x="727" y="2832"/>
                </a:cubicBezTo>
                <a:cubicBezTo>
                  <a:pt x="727" y="3033"/>
                  <a:pt x="727" y="3258"/>
                  <a:pt x="828" y="3459"/>
                </a:cubicBezTo>
                <a:lnTo>
                  <a:pt x="828" y="3760"/>
                </a:lnTo>
                <a:cubicBezTo>
                  <a:pt x="828" y="3760"/>
                  <a:pt x="928" y="3885"/>
                  <a:pt x="828" y="3985"/>
                </a:cubicBezTo>
                <a:cubicBezTo>
                  <a:pt x="727" y="3985"/>
                  <a:pt x="828" y="4085"/>
                  <a:pt x="828" y="4085"/>
                </a:cubicBezTo>
                <a:lnTo>
                  <a:pt x="828" y="4386"/>
                </a:lnTo>
                <a:lnTo>
                  <a:pt x="828" y="4812"/>
                </a:lnTo>
                <a:lnTo>
                  <a:pt x="828" y="4913"/>
                </a:lnTo>
                <a:cubicBezTo>
                  <a:pt x="727" y="5013"/>
                  <a:pt x="727" y="5138"/>
                  <a:pt x="727" y="5138"/>
                </a:cubicBezTo>
                <a:lnTo>
                  <a:pt x="727" y="5339"/>
                </a:lnTo>
                <a:cubicBezTo>
                  <a:pt x="627" y="5539"/>
                  <a:pt x="727" y="5639"/>
                  <a:pt x="727" y="5765"/>
                </a:cubicBezTo>
                <a:cubicBezTo>
                  <a:pt x="727" y="5965"/>
                  <a:pt x="727" y="6065"/>
                  <a:pt x="627" y="6166"/>
                </a:cubicBezTo>
                <a:lnTo>
                  <a:pt x="627" y="6391"/>
                </a:lnTo>
                <a:lnTo>
                  <a:pt x="627" y="6792"/>
                </a:lnTo>
                <a:lnTo>
                  <a:pt x="627" y="7218"/>
                </a:lnTo>
                <a:cubicBezTo>
                  <a:pt x="627" y="7319"/>
                  <a:pt x="527" y="7419"/>
                  <a:pt x="527" y="7519"/>
                </a:cubicBezTo>
                <a:cubicBezTo>
                  <a:pt x="527" y="7745"/>
                  <a:pt x="427" y="7644"/>
                  <a:pt x="427" y="7945"/>
                </a:cubicBezTo>
                <a:cubicBezTo>
                  <a:pt x="427" y="8045"/>
                  <a:pt x="301" y="8371"/>
                  <a:pt x="301" y="8471"/>
                </a:cubicBezTo>
                <a:lnTo>
                  <a:pt x="201" y="8572"/>
                </a:lnTo>
                <a:cubicBezTo>
                  <a:pt x="201" y="8672"/>
                  <a:pt x="301" y="8672"/>
                  <a:pt x="201" y="8772"/>
                </a:cubicBezTo>
                <a:cubicBezTo>
                  <a:pt x="201" y="8772"/>
                  <a:pt x="0" y="8772"/>
                  <a:pt x="201" y="8898"/>
                </a:cubicBezTo>
                <a:cubicBezTo>
                  <a:pt x="201" y="8898"/>
                  <a:pt x="201" y="8998"/>
                  <a:pt x="301" y="8998"/>
                </a:cubicBezTo>
                <a:cubicBezTo>
                  <a:pt x="427" y="8998"/>
                  <a:pt x="627" y="9098"/>
                  <a:pt x="727" y="9098"/>
                </a:cubicBezTo>
                <a:lnTo>
                  <a:pt x="727" y="8898"/>
                </a:lnTo>
                <a:cubicBezTo>
                  <a:pt x="727" y="8672"/>
                  <a:pt x="828" y="8672"/>
                  <a:pt x="928" y="8371"/>
                </a:cubicBezTo>
                <a:cubicBezTo>
                  <a:pt x="1053" y="8271"/>
                  <a:pt x="928" y="8146"/>
                  <a:pt x="1053" y="8045"/>
                </a:cubicBezTo>
                <a:lnTo>
                  <a:pt x="1053" y="7644"/>
                </a:lnTo>
                <a:cubicBezTo>
                  <a:pt x="1153" y="7644"/>
                  <a:pt x="1053" y="7519"/>
                  <a:pt x="1153" y="7419"/>
                </a:cubicBezTo>
                <a:lnTo>
                  <a:pt x="1153" y="7118"/>
                </a:lnTo>
                <a:cubicBezTo>
                  <a:pt x="1153" y="7018"/>
                  <a:pt x="1053" y="7018"/>
                  <a:pt x="1153" y="6892"/>
                </a:cubicBezTo>
                <a:cubicBezTo>
                  <a:pt x="1153" y="6792"/>
                  <a:pt x="1053" y="6692"/>
                  <a:pt x="1153" y="6592"/>
                </a:cubicBezTo>
                <a:cubicBezTo>
                  <a:pt x="1153" y="6592"/>
                  <a:pt x="1053" y="6491"/>
                  <a:pt x="1153" y="6491"/>
                </a:cubicBezTo>
                <a:cubicBezTo>
                  <a:pt x="1153" y="6266"/>
                  <a:pt x="1254" y="6166"/>
                  <a:pt x="1153" y="6065"/>
                </a:cubicBezTo>
                <a:cubicBezTo>
                  <a:pt x="1153" y="5965"/>
                  <a:pt x="1254" y="5865"/>
                  <a:pt x="1254" y="5865"/>
                </a:cubicBezTo>
                <a:cubicBezTo>
                  <a:pt x="1254" y="5765"/>
                  <a:pt x="1254" y="5765"/>
                  <a:pt x="1153" y="5639"/>
                </a:cubicBezTo>
                <a:lnTo>
                  <a:pt x="1153" y="5539"/>
                </a:lnTo>
                <a:cubicBezTo>
                  <a:pt x="1354" y="5439"/>
                  <a:pt x="1254" y="5339"/>
                  <a:pt x="1254" y="5238"/>
                </a:cubicBezTo>
                <a:lnTo>
                  <a:pt x="1254" y="4913"/>
                </a:lnTo>
                <a:cubicBezTo>
                  <a:pt x="1254" y="4812"/>
                  <a:pt x="1454" y="4712"/>
                  <a:pt x="1354" y="4512"/>
                </a:cubicBezTo>
                <a:lnTo>
                  <a:pt x="1354" y="4386"/>
                </a:lnTo>
                <a:lnTo>
                  <a:pt x="1354" y="4186"/>
                </a:lnTo>
                <a:cubicBezTo>
                  <a:pt x="1454" y="4085"/>
                  <a:pt x="1354" y="3985"/>
                  <a:pt x="1354" y="3985"/>
                </a:cubicBezTo>
                <a:cubicBezTo>
                  <a:pt x="1254" y="3885"/>
                  <a:pt x="1454" y="3760"/>
                  <a:pt x="1354" y="3659"/>
                </a:cubicBezTo>
                <a:cubicBezTo>
                  <a:pt x="1354" y="3559"/>
                  <a:pt x="1354" y="3559"/>
                  <a:pt x="1254" y="3559"/>
                </a:cubicBezTo>
                <a:cubicBezTo>
                  <a:pt x="1254" y="3459"/>
                  <a:pt x="1354" y="3359"/>
                  <a:pt x="1354" y="3359"/>
                </a:cubicBezTo>
                <a:lnTo>
                  <a:pt x="1354" y="3133"/>
                </a:lnTo>
                <a:lnTo>
                  <a:pt x="1354" y="2933"/>
                </a:lnTo>
                <a:cubicBezTo>
                  <a:pt x="1454" y="2832"/>
                  <a:pt x="1354" y="2732"/>
                  <a:pt x="1254" y="2732"/>
                </a:cubicBezTo>
                <a:cubicBezTo>
                  <a:pt x="1254" y="2632"/>
                  <a:pt x="1354" y="2507"/>
                  <a:pt x="1354" y="2406"/>
                </a:cubicBezTo>
                <a:lnTo>
                  <a:pt x="1354" y="2106"/>
                </a:lnTo>
                <a:cubicBezTo>
                  <a:pt x="1254" y="2005"/>
                  <a:pt x="1254" y="1880"/>
                  <a:pt x="1254" y="1679"/>
                </a:cubicBezTo>
                <a:cubicBezTo>
                  <a:pt x="1354" y="1479"/>
                  <a:pt x="1254" y="1379"/>
                  <a:pt x="1254" y="1153"/>
                </a:cubicBezTo>
                <a:cubicBezTo>
                  <a:pt x="1153" y="1153"/>
                  <a:pt x="1053" y="1053"/>
                  <a:pt x="1153" y="953"/>
                </a:cubicBezTo>
                <a:cubicBezTo>
                  <a:pt x="1153" y="953"/>
                  <a:pt x="1254" y="627"/>
                  <a:pt x="1153" y="627"/>
                </a:cubicBezTo>
                <a:cubicBezTo>
                  <a:pt x="1053" y="426"/>
                  <a:pt x="1053" y="426"/>
                  <a:pt x="1053" y="226"/>
                </a:cubicBezTo>
                <a:cubicBezTo>
                  <a:pt x="1053" y="226"/>
                  <a:pt x="1153" y="0"/>
                  <a:pt x="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7"/>
          <p:cNvSpPr/>
          <p:nvPr/>
        </p:nvSpPr>
        <p:spPr>
          <a:xfrm>
            <a:off x="2041123" y="3192461"/>
            <a:ext cx="24139" cy="137532"/>
          </a:xfrm>
          <a:custGeom>
            <a:rect b="b" l="l" r="r" t="t"/>
            <a:pathLst>
              <a:path extrusionOk="0" h="7720" w="1355">
                <a:moveTo>
                  <a:pt x="627" y="0"/>
                </a:moveTo>
                <a:cubicBezTo>
                  <a:pt x="527" y="101"/>
                  <a:pt x="627" y="101"/>
                  <a:pt x="627" y="201"/>
                </a:cubicBezTo>
                <a:lnTo>
                  <a:pt x="527" y="301"/>
                </a:lnTo>
                <a:cubicBezTo>
                  <a:pt x="527" y="401"/>
                  <a:pt x="627" y="401"/>
                  <a:pt x="527" y="502"/>
                </a:cubicBezTo>
                <a:cubicBezTo>
                  <a:pt x="527" y="502"/>
                  <a:pt x="627" y="502"/>
                  <a:pt x="627" y="627"/>
                </a:cubicBezTo>
                <a:cubicBezTo>
                  <a:pt x="627" y="627"/>
                  <a:pt x="728" y="627"/>
                  <a:pt x="627" y="727"/>
                </a:cubicBezTo>
                <a:cubicBezTo>
                  <a:pt x="527" y="727"/>
                  <a:pt x="627" y="827"/>
                  <a:pt x="627" y="827"/>
                </a:cubicBezTo>
                <a:lnTo>
                  <a:pt x="627" y="1028"/>
                </a:lnTo>
                <a:lnTo>
                  <a:pt x="627" y="1253"/>
                </a:lnTo>
                <a:lnTo>
                  <a:pt x="627" y="1454"/>
                </a:lnTo>
                <a:lnTo>
                  <a:pt x="627" y="1654"/>
                </a:lnTo>
                <a:lnTo>
                  <a:pt x="627" y="1880"/>
                </a:lnTo>
                <a:lnTo>
                  <a:pt x="627" y="1980"/>
                </a:lnTo>
                <a:cubicBezTo>
                  <a:pt x="627" y="2181"/>
                  <a:pt x="728" y="2281"/>
                  <a:pt x="627" y="2381"/>
                </a:cubicBezTo>
                <a:cubicBezTo>
                  <a:pt x="627" y="2607"/>
                  <a:pt x="627" y="2707"/>
                  <a:pt x="728" y="2908"/>
                </a:cubicBezTo>
                <a:cubicBezTo>
                  <a:pt x="728" y="3008"/>
                  <a:pt x="627" y="3133"/>
                  <a:pt x="627" y="3133"/>
                </a:cubicBezTo>
                <a:cubicBezTo>
                  <a:pt x="627" y="3233"/>
                  <a:pt x="828" y="3334"/>
                  <a:pt x="627" y="3334"/>
                </a:cubicBezTo>
                <a:lnTo>
                  <a:pt x="627" y="3534"/>
                </a:lnTo>
                <a:lnTo>
                  <a:pt x="728" y="3634"/>
                </a:lnTo>
                <a:cubicBezTo>
                  <a:pt x="728" y="3860"/>
                  <a:pt x="728" y="3960"/>
                  <a:pt x="627" y="4060"/>
                </a:cubicBezTo>
                <a:cubicBezTo>
                  <a:pt x="627" y="4161"/>
                  <a:pt x="728" y="4161"/>
                  <a:pt x="627" y="4161"/>
                </a:cubicBezTo>
                <a:cubicBezTo>
                  <a:pt x="527" y="4261"/>
                  <a:pt x="627" y="4386"/>
                  <a:pt x="627" y="4386"/>
                </a:cubicBezTo>
                <a:lnTo>
                  <a:pt x="527" y="4587"/>
                </a:lnTo>
                <a:cubicBezTo>
                  <a:pt x="527" y="4687"/>
                  <a:pt x="527" y="4787"/>
                  <a:pt x="627" y="4887"/>
                </a:cubicBezTo>
                <a:cubicBezTo>
                  <a:pt x="627" y="5013"/>
                  <a:pt x="627" y="5113"/>
                  <a:pt x="527" y="5213"/>
                </a:cubicBezTo>
                <a:cubicBezTo>
                  <a:pt x="527" y="5314"/>
                  <a:pt x="427" y="5414"/>
                  <a:pt x="527" y="5414"/>
                </a:cubicBezTo>
                <a:lnTo>
                  <a:pt x="527" y="5740"/>
                </a:lnTo>
                <a:lnTo>
                  <a:pt x="527" y="6141"/>
                </a:lnTo>
                <a:cubicBezTo>
                  <a:pt x="527" y="6266"/>
                  <a:pt x="427" y="6266"/>
                  <a:pt x="427" y="6366"/>
                </a:cubicBezTo>
                <a:cubicBezTo>
                  <a:pt x="427" y="6567"/>
                  <a:pt x="327" y="6567"/>
                  <a:pt x="327" y="6767"/>
                </a:cubicBezTo>
                <a:lnTo>
                  <a:pt x="327" y="7193"/>
                </a:lnTo>
                <a:lnTo>
                  <a:pt x="201" y="7294"/>
                </a:lnTo>
                <a:lnTo>
                  <a:pt x="201" y="7394"/>
                </a:lnTo>
                <a:cubicBezTo>
                  <a:pt x="201" y="7519"/>
                  <a:pt x="1" y="7519"/>
                  <a:pt x="201" y="7619"/>
                </a:cubicBezTo>
                <a:lnTo>
                  <a:pt x="327" y="7619"/>
                </a:lnTo>
                <a:cubicBezTo>
                  <a:pt x="427" y="7720"/>
                  <a:pt x="627" y="7720"/>
                  <a:pt x="728" y="7720"/>
                </a:cubicBezTo>
                <a:lnTo>
                  <a:pt x="728" y="7619"/>
                </a:lnTo>
                <a:cubicBezTo>
                  <a:pt x="728" y="7394"/>
                  <a:pt x="728" y="7394"/>
                  <a:pt x="953" y="7193"/>
                </a:cubicBezTo>
                <a:lnTo>
                  <a:pt x="953" y="6767"/>
                </a:lnTo>
                <a:lnTo>
                  <a:pt x="953" y="6466"/>
                </a:lnTo>
                <a:cubicBezTo>
                  <a:pt x="1053" y="6466"/>
                  <a:pt x="953" y="6366"/>
                  <a:pt x="1053" y="6366"/>
                </a:cubicBezTo>
                <a:lnTo>
                  <a:pt x="1053" y="6040"/>
                </a:lnTo>
                <a:cubicBezTo>
                  <a:pt x="1053" y="5940"/>
                  <a:pt x="953" y="5940"/>
                  <a:pt x="1053" y="5840"/>
                </a:cubicBezTo>
                <a:cubicBezTo>
                  <a:pt x="1053" y="5840"/>
                  <a:pt x="953" y="5740"/>
                  <a:pt x="1053" y="5639"/>
                </a:cubicBezTo>
                <a:lnTo>
                  <a:pt x="953" y="5514"/>
                </a:lnTo>
                <a:cubicBezTo>
                  <a:pt x="1053" y="5314"/>
                  <a:pt x="1154" y="5314"/>
                  <a:pt x="1053" y="5113"/>
                </a:cubicBezTo>
                <a:cubicBezTo>
                  <a:pt x="1053" y="5113"/>
                  <a:pt x="1053" y="5013"/>
                  <a:pt x="1154" y="4887"/>
                </a:cubicBezTo>
                <a:cubicBezTo>
                  <a:pt x="1154" y="4887"/>
                  <a:pt x="1053" y="4887"/>
                  <a:pt x="1053" y="4787"/>
                </a:cubicBezTo>
                <a:lnTo>
                  <a:pt x="1053" y="4687"/>
                </a:lnTo>
                <a:cubicBezTo>
                  <a:pt x="1154" y="4587"/>
                  <a:pt x="1154" y="4486"/>
                  <a:pt x="1154" y="4386"/>
                </a:cubicBezTo>
                <a:lnTo>
                  <a:pt x="1154" y="4161"/>
                </a:lnTo>
                <a:cubicBezTo>
                  <a:pt x="1154" y="4060"/>
                  <a:pt x="1354" y="3960"/>
                  <a:pt x="1254" y="3860"/>
                </a:cubicBezTo>
                <a:cubicBezTo>
                  <a:pt x="1154" y="3860"/>
                  <a:pt x="1254" y="3760"/>
                  <a:pt x="1254" y="3760"/>
                </a:cubicBezTo>
                <a:lnTo>
                  <a:pt x="1254" y="3534"/>
                </a:lnTo>
                <a:cubicBezTo>
                  <a:pt x="1254" y="3434"/>
                  <a:pt x="1254" y="3434"/>
                  <a:pt x="1154" y="3334"/>
                </a:cubicBezTo>
                <a:cubicBezTo>
                  <a:pt x="1154" y="3233"/>
                  <a:pt x="1354" y="3133"/>
                  <a:pt x="1254" y="3133"/>
                </a:cubicBezTo>
                <a:cubicBezTo>
                  <a:pt x="1254" y="3008"/>
                  <a:pt x="1154" y="3008"/>
                  <a:pt x="1154" y="3008"/>
                </a:cubicBezTo>
                <a:cubicBezTo>
                  <a:pt x="1154" y="2908"/>
                  <a:pt x="1254" y="2908"/>
                  <a:pt x="1254" y="2807"/>
                </a:cubicBezTo>
                <a:lnTo>
                  <a:pt x="1254" y="2607"/>
                </a:lnTo>
                <a:lnTo>
                  <a:pt x="1254" y="2507"/>
                </a:lnTo>
                <a:cubicBezTo>
                  <a:pt x="1354" y="2381"/>
                  <a:pt x="1254" y="2281"/>
                  <a:pt x="1154" y="2281"/>
                </a:cubicBezTo>
                <a:cubicBezTo>
                  <a:pt x="1154" y="2181"/>
                  <a:pt x="1254" y="2080"/>
                  <a:pt x="1254" y="1980"/>
                </a:cubicBezTo>
                <a:lnTo>
                  <a:pt x="1254" y="1755"/>
                </a:lnTo>
                <a:cubicBezTo>
                  <a:pt x="1154" y="1654"/>
                  <a:pt x="1154" y="1554"/>
                  <a:pt x="1154" y="1454"/>
                </a:cubicBezTo>
                <a:cubicBezTo>
                  <a:pt x="1254" y="1253"/>
                  <a:pt x="1254" y="1128"/>
                  <a:pt x="1154" y="1028"/>
                </a:cubicBezTo>
                <a:cubicBezTo>
                  <a:pt x="1154" y="928"/>
                  <a:pt x="1053" y="827"/>
                  <a:pt x="1053" y="827"/>
                </a:cubicBezTo>
                <a:cubicBezTo>
                  <a:pt x="1154" y="727"/>
                  <a:pt x="1154" y="502"/>
                  <a:pt x="1154" y="502"/>
                </a:cubicBezTo>
                <a:cubicBezTo>
                  <a:pt x="1053" y="301"/>
                  <a:pt x="1053" y="301"/>
                  <a:pt x="1053" y="201"/>
                </a:cubicBezTo>
                <a:cubicBezTo>
                  <a:pt x="1053" y="101"/>
                  <a:pt x="1154" y="0"/>
                  <a:pt x="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7"/>
          <p:cNvSpPr/>
          <p:nvPr/>
        </p:nvSpPr>
        <p:spPr>
          <a:xfrm>
            <a:off x="1786172" y="3032161"/>
            <a:ext cx="38320" cy="42881"/>
          </a:xfrm>
          <a:custGeom>
            <a:rect b="b" l="l" r="r" t="t"/>
            <a:pathLst>
              <a:path extrusionOk="0" h="2407" w="2151">
                <a:moveTo>
                  <a:pt x="628" y="1154"/>
                </a:moveTo>
                <a:cubicBezTo>
                  <a:pt x="583" y="1154"/>
                  <a:pt x="598" y="1173"/>
                  <a:pt x="628" y="1186"/>
                </a:cubicBezTo>
                <a:lnTo>
                  <a:pt x="628" y="1186"/>
                </a:lnTo>
                <a:cubicBezTo>
                  <a:pt x="628" y="1177"/>
                  <a:pt x="628" y="1166"/>
                  <a:pt x="628" y="1154"/>
                </a:cubicBezTo>
                <a:close/>
                <a:moveTo>
                  <a:pt x="1580" y="1"/>
                </a:moveTo>
                <a:cubicBezTo>
                  <a:pt x="1480" y="1"/>
                  <a:pt x="1480" y="101"/>
                  <a:pt x="1480" y="101"/>
                </a:cubicBezTo>
                <a:cubicBezTo>
                  <a:pt x="1480" y="226"/>
                  <a:pt x="1480" y="226"/>
                  <a:pt x="1354" y="226"/>
                </a:cubicBezTo>
                <a:lnTo>
                  <a:pt x="1354" y="327"/>
                </a:lnTo>
                <a:lnTo>
                  <a:pt x="1254" y="327"/>
                </a:lnTo>
                <a:lnTo>
                  <a:pt x="1254" y="427"/>
                </a:lnTo>
                <a:lnTo>
                  <a:pt x="1254" y="527"/>
                </a:lnTo>
                <a:lnTo>
                  <a:pt x="1254" y="627"/>
                </a:lnTo>
                <a:cubicBezTo>
                  <a:pt x="1187" y="627"/>
                  <a:pt x="1120" y="583"/>
                  <a:pt x="1113" y="583"/>
                </a:cubicBezTo>
                <a:cubicBezTo>
                  <a:pt x="1109" y="583"/>
                  <a:pt x="1120" y="594"/>
                  <a:pt x="1154" y="627"/>
                </a:cubicBezTo>
                <a:cubicBezTo>
                  <a:pt x="1154" y="728"/>
                  <a:pt x="1054" y="728"/>
                  <a:pt x="1054" y="728"/>
                </a:cubicBezTo>
                <a:cubicBezTo>
                  <a:pt x="1154" y="853"/>
                  <a:pt x="1154" y="853"/>
                  <a:pt x="1054" y="853"/>
                </a:cubicBezTo>
                <a:cubicBezTo>
                  <a:pt x="1020" y="811"/>
                  <a:pt x="998" y="797"/>
                  <a:pt x="983" y="797"/>
                </a:cubicBezTo>
                <a:cubicBezTo>
                  <a:pt x="953" y="797"/>
                  <a:pt x="953" y="853"/>
                  <a:pt x="953" y="853"/>
                </a:cubicBezTo>
                <a:lnTo>
                  <a:pt x="953" y="953"/>
                </a:lnTo>
                <a:cubicBezTo>
                  <a:pt x="953" y="953"/>
                  <a:pt x="853" y="909"/>
                  <a:pt x="786" y="909"/>
                </a:cubicBezTo>
                <a:cubicBezTo>
                  <a:pt x="753" y="909"/>
                  <a:pt x="728" y="920"/>
                  <a:pt x="728" y="953"/>
                </a:cubicBezTo>
                <a:cubicBezTo>
                  <a:pt x="853" y="1053"/>
                  <a:pt x="728" y="1053"/>
                  <a:pt x="728" y="1053"/>
                </a:cubicBezTo>
                <a:cubicBezTo>
                  <a:pt x="628" y="1053"/>
                  <a:pt x="628" y="1053"/>
                  <a:pt x="728" y="1154"/>
                </a:cubicBezTo>
                <a:cubicBezTo>
                  <a:pt x="728" y="1187"/>
                  <a:pt x="706" y="1198"/>
                  <a:pt x="680" y="1198"/>
                </a:cubicBezTo>
                <a:cubicBezTo>
                  <a:pt x="662" y="1198"/>
                  <a:pt x="643" y="1193"/>
                  <a:pt x="628" y="1186"/>
                </a:cubicBezTo>
                <a:lnTo>
                  <a:pt x="628" y="1186"/>
                </a:lnTo>
                <a:cubicBezTo>
                  <a:pt x="629" y="1254"/>
                  <a:pt x="640" y="1254"/>
                  <a:pt x="728" y="1254"/>
                </a:cubicBezTo>
                <a:cubicBezTo>
                  <a:pt x="728" y="1287"/>
                  <a:pt x="717" y="1298"/>
                  <a:pt x="702" y="1298"/>
                </a:cubicBezTo>
                <a:cubicBezTo>
                  <a:pt x="672" y="1298"/>
                  <a:pt x="628" y="1254"/>
                  <a:pt x="628" y="1254"/>
                </a:cubicBezTo>
                <a:cubicBezTo>
                  <a:pt x="527" y="1254"/>
                  <a:pt x="527" y="1354"/>
                  <a:pt x="527" y="1354"/>
                </a:cubicBezTo>
                <a:cubicBezTo>
                  <a:pt x="427" y="1354"/>
                  <a:pt x="527" y="1479"/>
                  <a:pt x="527" y="1479"/>
                </a:cubicBezTo>
                <a:cubicBezTo>
                  <a:pt x="527" y="1530"/>
                  <a:pt x="502" y="1530"/>
                  <a:pt x="477" y="1530"/>
                </a:cubicBezTo>
                <a:cubicBezTo>
                  <a:pt x="452" y="1530"/>
                  <a:pt x="427" y="1530"/>
                  <a:pt x="427" y="1580"/>
                </a:cubicBezTo>
                <a:cubicBezTo>
                  <a:pt x="427" y="1680"/>
                  <a:pt x="427" y="1680"/>
                  <a:pt x="327" y="1680"/>
                </a:cubicBezTo>
                <a:lnTo>
                  <a:pt x="327" y="1880"/>
                </a:lnTo>
                <a:cubicBezTo>
                  <a:pt x="327" y="1880"/>
                  <a:pt x="427" y="1981"/>
                  <a:pt x="327" y="1981"/>
                </a:cubicBezTo>
                <a:cubicBezTo>
                  <a:pt x="293" y="1947"/>
                  <a:pt x="271" y="1936"/>
                  <a:pt x="256" y="1936"/>
                </a:cubicBezTo>
                <a:cubicBezTo>
                  <a:pt x="227" y="1936"/>
                  <a:pt x="227" y="1981"/>
                  <a:pt x="227" y="1981"/>
                </a:cubicBezTo>
                <a:cubicBezTo>
                  <a:pt x="327" y="2106"/>
                  <a:pt x="227" y="2106"/>
                  <a:pt x="227" y="2106"/>
                </a:cubicBezTo>
                <a:cubicBezTo>
                  <a:pt x="227" y="2206"/>
                  <a:pt x="1" y="2206"/>
                  <a:pt x="327" y="2306"/>
                </a:cubicBezTo>
                <a:cubicBezTo>
                  <a:pt x="427" y="2306"/>
                  <a:pt x="527" y="2306"/>
                  <a:pt x="527" y="2407"/>
                </a:cubicBezTo>
                <a:lnTo>
                  <a:pt x="628" y="2407"/>
                </a:lnTo>
                <a:lnTo>
                  <a:pt x="628" y="2306"/>
                </a:lnTo>
                <a:lnTo>
                  <a:pt x="728" y="2306"/>
                </a:lnTo>
                <a:cubicBezTo>
                  <a:pt x="728" y="2306"/>
                  <a:pt x="728" y="2206"/>
                  <a:pt x="628" y="2206"/>
                </a:cubicBezTo>
                <a:lnTo>
                  <a:pt x="728" y="2206"/>
                </a:lnTo>
                <a:cubicBezTo>
                  <a:pt x="853" y="2206"/>
                  <a:pt x="728" y="2106"/>
                  <a:pt x="728" y="2106"/>
                </a:cubicBezTo>
                <a:lnTo>
                  <a:pt x="853" y="2106"/>
                </a:lnTo>
                <a:cubicBezTo>
                  <a:pt x="853" y="2106"/>
                  <a:pt x="728" y="1981"/>
                  <a:pt x="853" y="1981"/>
                </a:cubicBezTo>
                <a:lnTo>
                  <a:pt x="953" y="1981"/>
                </a:lnTo>
                <a:cubicBezTo>
                  <a:pt x="953" y="1981"/>
                  <a:pt x="853" y="1880"/>
                  <a:pt x="953" y="1880"/>
                </a:cubicBezTo>
                <a:lnTo>
                  <a:pt x="953" y="1780"/>
                </a:lnTo>
                <a:cubicBezTo>
                  <a:pt x="953" y="1780"/>
                  <a:pt x="953" y="1680"/>
                  <a:pt x="1054" y="1680"/>
                </a:cubicBezTo>
                <a:lnTo>
                  <a:pt x="1054" y="1580"/>
                </a:lnTo>
                <a:cubicBezTo>
                  <a:pt x="1054" y="1580"/>
                  <a:pt x="1154" y="1580"/>
                  <a:pt x="1154" y="1479"/>
                </a:cubicBezTo>
                <a:cubicBezTo>
                  <a:pt x="1254" y="1479"/>
                  <a:pt x="1154" y="1354"/>
                  <a:pt x="1154" y="1354"/>
                </a:cubicBezTo>
                <a:lnTo>
                  <a:pt x="1254" y="1254"/>
                </a:lnTo>
                <a:lnTo>
                  <a:pt x="1254" y="1154"/>
                </a:lnTo>
                <a:cubicBezTo>
                  <a:pt x="1288" y="1187"/>
                  <a:pt x="1310" y="1198"/>
                  <a:pt x="1325" y="1198"/>
                </a:cubicBezTo>
                <a:cubicBezTo>
                  <a:pt x="1354" y="1198"/>
                  <a:pt x="1354" y="1154"/>
                  <a:pt x="1354" y="1154"/>
                </a:cubicBezTo>
                <a:lnTo>
                  <a:pt x="1480" y="1154"/>
                </a:lnTo>
                <a:lnTo>
                  <a:pt x="1480" y="1053"/>
                </a:lnTo>
                <a:cubicBezTo>
                  <a:pt x="1480" y="953"/>
                  <a:pt x="1480" y="953"/>
                  <a:pt x="1580" y="953"/>
                </a:cubicBezTo>
                <a:lnTo>
                  <a:pt x="1580" y="853"/>
                </a:lnTo>
                <a:cubicBezTo>
                  <a:pt x="1680" y="728"/>
                  <a:pt x="1580" y="728"/>
                  <a:pt x="1680" y="627"/>
                </a:cubicBezTo>
                <a:lnTo>
                  <a:pt x="1881" y="627"/>
                </a:lnTo>
                <a:cubicBezTo>
                  <a:pt x="1881" y="527"/>
                  <a:pt x="1881" y="527"/>
                  <a:pt x="1981" y="427"/>
                </a:cubicBezTo>
                <a:cubicBezTo>
                  <a:pt x="2064" y="427"/>
                  <a:pt x="2137" y="471"/>
                  <a:pt x="2146" y="471"/>
                </a:cubicBezTo>
                <a:cubicBezTo>
                  <a:pt x="2151" y="471"/>
                  <a:pt x="2140" y="460"/>
                  <a:pt x="2106" y="427"/>
                </a:cubicBezTo>
                <a:lnTo>
                  <a:pt x="1981" y="327"/>
                </a:lnTo>
                <a:cubicBezTo>
                  <a:pt x="1881" y="226"/>
                  <a:pt x="1780" y="1"/>
                  <a:pt x="17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7"/>
          <p:cNvSpPr/>
          <p:nvPr/>
        </p:nvSpPr>
        <p:spPr>
          <a:xfrm>
            <a:off x="1814302" y="3049139"/>
            <a:ext cx="27702" cy="35292"/>
          </a:xfrm>
          <a:custGeom>
            <a:rect b="b" l="l" r="r" t="t"/>
            <a:pathLst>
              <a:path extrusionOk="0" h="1981" w="1555">
                <a:moveTo>
                  <a:pt x="1154" y="0"/>
                </a:moveTo>
                <a:cubicBezTo>
                  <a:pt x="1154" y="100"/>
                  <a:pt x="1154" y="100"/>
                  <a:pt x="1029" y="100"/>
                </a:cubicBezTo>
                <a:cubicBezTo>
                  <a:pt x="928" y="100"/>
                  <a:pt x="1029" y="201"/>
                  <a:pt x="928" y="201"/>
                </a:cubicBezTo>
                <a:lnTo>
                  <a:pt x="928" y="301"/>
                </a:lnTo>
                <a:lnTo>
                  <a:pt x="928" y="401"/>
                </a:lnTo>
                <a:cubicBezTo>
                  <a:pt x="828" y="401"/>
                  <a:pt x="928" y="526"/>
                  <a:pt x="928" y="526"/>
                </a:cubicBezTo>
                <a:cubicBezTo>
                  <a:pt x="928" y="577"/>
                  <a:pt x="878" y="577"/>
                  <a:pt x="841" y="577"/>
                </a:cubicBezTo>
                <a:cubicBezTo>
                  <a:pt x="803" y="577"/>
                  <a:pt x="778" y="577"/>
                  <a:pt x="828" y="627"/>
                </a:cubicBezTo>
                <a:lnTo>
                  <a:pt x="828" y="727"/>
                </a:lnTo>
                <a:lnTo>
                  <a:pt x="728" y="727"/>
                </a:lnTo>
                <a:lnTo>
                  <a:pt x="728" y="827"/>
                </a:lnTo>
                <a:cubicBezTo>
                  <a:pt x="728" y="827"/>
                  <a:pt x="639" y="783"/>
                  <a:pt x="609" y="783"/>
                </a:cubicBezTo>
                <a:cubicBezTo>
                  <a:pt x="594" y="783"/>
                  <a:pt x="594" y="794"/>
                  <a:pt x="628" y="827"/>
                </a:cubicBezTo>
                <a:lnTo>
                  <a:pt x="628" y="927"/>
                </a:lnTo>
                <a:cubicBezTo>
                  <a:pt x="538" y="927"/>
                  <a:pt x="528" y="927"/>
                  <a:pt x="598" y="998"/>
                </a:cubicBezTo>
                <a:lnTo>
                  <a:pt x="598" y="998"/>
                </a:lnTo>
                <a:cubicBezTo>
                  <a:pt x="572" y="990"/>
                  <a:pt x="540" y="983"/>
                  <a:pt x="520" y="983"/>
                </a:cubicBezTo>
                <a:cubicBezTo>
                  <a:pt x="494" y="983"/>
                  <a:pt x="485" y="994"/>
                  <a:pt x="527" y="1028"/>
                </a:cubicBezTo>
                <a:lnTo>
                  <a:pt x="628" y="1028"/>
                </a:lnTo>
                <a:cubicBezTo>
                  <a:pt x="628" y="1069"/>
                  <a:pt x="616" y="1083"/>
                  <a:pt x="602" y="1083"/>
                </a:cubicBezTo>
                <a:cubicBezTo>
                  <a:pt x="572" y="1083"/>
                  <a:pt x="527" y="1028"/>
                  <a:pt x="527" y="1028"/>
                </a:cubicBezTo>
                <a:cubicBezTo>
                  <a:pt x="527" y="1153"/>
                  <a:pt x="527" y="1153"/>
                  <a:pt x="402" y="1153"/>
                </a:cubicBezTo>
                <a:cubicBezTo>
                  <a:pt x="402" y="1153"/>
                  <a:pt x="402" y="1253"/>
                  <a:pt x="527" y="1253"/>
                </a:cubicBezTo>
                <a:lnTo>
                  <a:pt x="302" y="1253"/>
                </a:lnTo>
                <a:cubicBezTo>
                  <a:pt x="402" y="1353"/>
                  <a:pt x="402" y="1353"/>
                  <a:pt x="302" y="1353"/>
                </a:cubicBezTo>
                <a:cubicBezTo>
                  <a:pt x="302" y="1454"/>
                  <a:pt x="201" y="1454"/>
                  <a:pt x="302" y="1454"/>
                </a:cubicBezTo>
                <a:cubicBezTo>
                  <a:pt x="302" y="1554"/>
                  <a:pt x="402" y="1554"/>
                  <a:pt x="302" y="1554"/>
                </a:cubicBezTo>
                <a:lnTo>
                  <a:pt x="201" y="1554"/>
                </a:lnTo>
                <a:cubicBezTo>
                  <a:pt x="302" y="1654"/>
                  <a:pt x="201" y="1654"/>
                  <a:pt x="201" y="1654"/>
                </a:cubicBezTo>
                <a:cubicBezTo>
                  <a:pt x="201" y="1654"/>
                  <a:pt x="1" y="1654"/>
                  <a:pt x="302" y="1880"/>
                </a:cubicBezTo>
                <a:cubicBezTo>
                  <a:pt x="302" y="1880"/>
                  <a:pt x="402" y="1880"/>
                  <a:pt x="527" y="1980"/>
                </a:cubicBezTo>
                <a:lnTo>
                  <a:pt x="628" y="1980"/>
                </a:lnTo>
                <a:lnTo>
                  <a:pt x="628" y="1880"/>
                </a:lnTo>
                <a:cubicBezTo>
                  <a:pt x="728" y="1880"/>
                  <a:pt x="628" y="1780"/>
                  <a:pt x="728" y="1780"/>
                </a:cubicBezTo>
                <a:lnTo>
                  <a:pt x="828" y="1780"/>
                </a:lnTo>
                <a:lnTo>
                  <a:pt x="828" y="1654"/>
                </a:lnTo>
                <a:cubicBezTo>
                  <a:pt x="928" y="1654"/>
                  <a:pt x="928" y="1554"/>
                  <a:pt x="928" y="1554"/>
                </a:cubicBezTo>
                <a:lnTo>
                  <a:pt x="928" y="1454"/>
                </a:lnTo>
                <a:cubicBezTo>
                  <a:pt x="1029" y="1454"/>
                  <a:pt x="1029" y="1454"/>
                  <a:pt x="928" y="1353"/>
                </a:cubicBezTo>
                <a:lnTo>
                  <a:pt x="1029" y="1353"/>
                </a:lnTo>
                <a:cubicBezTo>
                  <a:pt x="1029" y="1283"/>
                  <a:pt x="978" y="1212"/>
                  <a:pt x="984" y="1212"/>
                </a:cubicBezTo>
                <a:lnTo>
                  <a:pt x="984" y="1212"/>
                </a:lnTo>
                <a:cubicBezTo>
                  <a:pt x="987" y="1212"/>
                  <a:pt x="999" y="1224"/>
                  <a:pt x="1029" y="1253"/>
                </a:cubicBezTo>
                <a:lnTo>
                  <a:pt x="1029" y="1153"/>
                </a:lnTo>
                <a:lnTo>
                  <a:pt x="1154" y="1153"/>
                </a:lnTo>
                <a:lnTo>
                  <a:pt x="1154" y="1028"/>
                </a:lnTo>
                <a:lnTo>
                  <a:pt x="1254" y="1028"/>
                </a:lnTo>
                <a:cubicBezTo>
                  <a:pt x="1354" y="1028"/>
                  <a:pt x="1254" y="927"/>
                  <a:pt x="1254" y="927"/>
                </a:cubicBezTo>
                <a:cubicBezTo>
                  <a:pt x="1254" y="827"/>
                  <a:pt x="1254" y="827"/>
                  <a:pt x="1354" y="827"/>
                </a:cubicBezTo>
                <a:lnTo>
                  <a:pt x="1354" y="727"/>
                </a:lnTo>
                <a:lnTo>
                  <a:pt x="1354" y="627"/>
                </a:lnTo>
                <a:lnTo>
                  <a:pt x="1354" y="526"/>
                </a:lnTo>
                <a:lnTo>
                  <a:pt x="1455" y="526"/>
                </a:lnTo>
                <a:cubicBezTo>
                  <a:pt x="1455" y="401"/>
                  <a:pt x="1455" y="401"/>
                  <a:pt x="1555" y="401"/>
                </a:cubicBezTo>
                <a:lnTo>
                  <a:pt x="1555" y="301"/>
                </a:lnTo>
                <a:lnTo>
                  <a:pt x="1455" y="201"/>
                </a:lnTo>
                <a:cubicBezTo>
                  <a:pt x="1354" y="100"/>
                  <a:pt x="1154" y="0"/>
                  <a:pt x="11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7"/>
          <p:cNvSpPr/>
          <p:nvPr/>
        </p:nvSpPr>
        <p:spPr>
          <a:xfrm>
            <a:off x="1591062" y="3450974"/>
            <a:ext cx="102258" cy="132187"/>
          </a:xfrm>
          <a:custGeom>
            <a:rect b="b" l="l" r="r" t="t"/>
            <a:pathLst>
              <a:path extrusionOk="0" h="7420" w="5740">
                <a:moveTo>
                  <a:pt x="4286" y="527"/>
                </a:moveTo>
                <a:cubicBezTo>
                  <a:pt x="4387" y="627"/>
                  <a:pt x="4487" y="627"/>
                  <a:pt x="4587" y="727"/>
                </a:cubicBezTo>
                <a:cubicBezTo>
                  <a:pt x="4687" y="828"/>
                  <a:pt x="4788" y="928"/>
                  <a:pt x="4913" y="1154"/>
                </a:cubicBezTo>
                <a:cubicBezTo>
                  <a:pt x="4913" y="1354"/>
                  <a:pt x="5013" y="1555"/>
                  <a:pt x="5113" y="1780"/>
                </a:cubicBezTo>
                <a:cubicBezTo>
                  <a:pt x="5113" y="1981"/>
                  <a:pt x="5214" y="2281"/>
                  <a:pt x="5113" y="2507"/>
                </a:cubicBezTo>
                <a:lnTo>
                  <a:pt x="5113" y="2808"/>
                </a:lnTo>
                <a:cubicBezTo>
                  <a:pt x="5013" y="3033"/>
                  <a:pt x="5013" y="3334"/>
                  <a:pt x="4913" y="3534"/>
                </a:cubicBezTo>
                <a:cubicBezTo>
                  <a:pt x="4788" y="3660"/>
                  <a:pt x="4913" y="3760"/>
                  <a:pt x="4788" y="3860"/>
                </a:cubicBezTo>
                <a:cubicBezTo>
                  <a:pt x="4687" y="3961"/>
                  <a:pt x="4687" y="4161"/>
                  <a:pt x="4587" y="4286"/>
                </a:cubicBezTo>
                <a:cubicBezTo>
                  <a:pt x="4487" y="4387"/>
                  <a:pt x="4487" y="4487"/>
                  <a:pt x="4387" y="4587"/>
                </a:cubicBezTo>
                <a:cubicBezTo>
                  <a:pt x="4161" y="4913"/>
                  <a:pt x="3960" y="4913"/>
                  <a:pt x="3860" y="5214"/>
                </a:cubicBezTo>
                <a:cubicBezTo>
                  <a:pt x="3760" y="5314"/>
                  <a:pt x="3534" y="5539"/>
                  <a:pt x="3434" y="5539"/>
                </a:cubicBezTo>
                <a:cubicBezTo>
                  <a:pt x="3434" y="5640"/>
                  <a:pt x="3334" y="5740"/>
                  <a:pt x="3334" y="5840"/>
                </a:cubicBezTo>
                <a:lnTo>
                  <a:pt x="3133" y="6041"/>
                </a:lnTo>
                <a:cubicBezTo>
                  <a:pt x="2808" y="6041"/>
                  <a:pt x="2707" y="6266"/>
                  <a:pt x="2507" y="6367"/>
                </a:cubicBezTo>
                <a:cubicBezTo>
                  <a:pt x="2407" y="6567"/>
                  <a:pt x="2281" y="6667"/>
                  <a:pt x="2081" y="6793"/>
                </a:cubicBezTo>
                <a:cubicBezTo>
                  <a:pt x="2081" y="6893"/>
                  <a:pt x="1880" y="6893"/>
                  <a:pt x="1880" y="6893"/>
                </a:cubicBezTo>
                <a:cubicBezTo>
                  <a:pt x="1780" y="6793"/>
                  <a:pt x="1780" y="6793"/>
                  <a:pt x="1655" y="6793"/>
                </a:cubicBezTo>
                <a:cubicBezTo>
                  <a:pt x="1626" y="6821"/>
                  <a:pt x="1606" y="6834"/>
                  <a:pt x="1589" y="6834"/>
                </a:cubicBezTo>
                <a:cubicBezTo>
                  <a:pt x="1546" y="6834"/>
                  <a:pt x="1526" y="6757"/>
                  <a:pt x="1454" y="6667"/>
                </a:cubicBezTo>
                <a:cubicBezTo>
                  <a:pt x="1454" y="6567"/>
                  <a:pt x="1254" y="6467"/>
                  <a:pt x="1254" y="6266"/>
                </a:cubicBezTo>
                <a:cubicBezTo>
                  <a:pt x="1254" y="6166"/>
                  <a:pt x="1153" y="6041"/>
                  <a:pt x="1028" y="6041"/>
                </a:cubicBezTo>
                <a:cubicBezTo>
                  <a:pt x="928" y="5840"/>
                  <a:pt x="1028" y="5539"/>
                  <a:pt x="928" y="5414"/>
                </a:cubicBezTo>
                <a:cubicBezTo>
                  <a:pt x="828" y="5314"/>
                  <a:pt x="828" y="5314"/>
                  <a:pt x="727" y="5214"/>
                </a:cubicBezTo>
                <a:cubicBezTo>
                  <a:pt x="627" y="5113"/>
                  <a:pt x="727" y="4913"/>
                  <a:pt x="727" y="4788"/>
                </a:cubicBezTo>
                <a:lnTo>
                  <a:pt x="727" y="4387"/>
                </a:lnTo>
                <a:lnTo>
                  <a:pt x="727" y="3961"/>
                </a:lnTo>
                <a:cubicBezTo>
                  <a:pt x="828" y="3860"/>
                  <a:pt x="727" y="3760"/>
                  <a:pt x="627" y="3534"/>
                </a:cubicBezTo>
                <a:cubicBezTo>
                  <a:pt x="627" y="3334"/>
                  <a:pt x="828" y="3133"/>
                  <a:pt x="828" y="3033"/>
                </a:cubicBezTo>
                <a:cubicBezTo>
                  <a:pt x="828" y="2808"/>
                  <a:pt x="928" y="2707"/>
                  <a:pt x="928" y="2507"/>
                </a:cubicBezTo>
                <a:cubicBezTo>
                  <a:pt x="1028" y="2281"/>
                  <a:pt x="1153" y="1981"/>
                  <a:pt x="1354" y="1780"/>
                </a:cubicBezTo>
                <a:cubicBezTo>
                  <a:pt x="1554" y="1454"/>
                  <a:pt x="1655" y="1354"/>
                  <a:pt x="1980" y="1028"/>
                </a:cubicBezTo>
                <a:cubicBezTo>
                  <a:pt x="2062" y="947"/>
                  <a:pt x="2077" y="800"/>
                  <a:pt x="2186" y="800"/>
                </a:cubicBezTo>
                <a:cubicBezTo>
                  <a:pt x="2212" y="800"/>
                  <a:pt x="2243" y="809"/>
                  <a:pt x="2281" y="828"/>
                </a:cubicBezTo>
                <a:cubicBezTo>
                  <a:pt x="2281" y="828"/>
                  <a:pt x="2507" y="727"/>
                  <a:pt x="2607" y="727"/>
                </a:cubicBezTo>
                <a:cubicBezTo>
                  <a:pt x="2808" y="727"/>
                  <a:pt x="2908" y="627"/>
                  <a:pt x="3033" y="627"/>
                </a:cubicBezTo>
                <a:cubicBezTo>
                  <a:pt x="3184" y="577"/>
                  <a:pt x="3259" y="552"/>
                  <a:pt x="3337" y="552"/>
                </a:cubicBezTo>
                <a:cubicBezTo>
                  <a:pt x="3415" y="552"/>
                  <a:pt x="3497" y="577"/>
                  <a:pt x="3660" y="627"/>
                </a:cubicBezTo>
                <a:cubicBezTo>
                  <a:pt x="3727" y="627"/>
                  <a:pt x="3838" y="716"/>
                  <a:pt x="3964" y="716"/>
                </a:cubicBezTo>
                <a:cubicBezTo>
                  <a:pt x="4027" y="716"/>
                  <a:pt x="4094" y="694"/>
                  <a:pt x="4161" y="627"/>
                </a:cubicBezTo>
                <a:lnTo>
                  <a:pt x="4286" y="527"/>
                </a:lnTo>
                <a:close/>
                <a:moveTo>
                  <a:pt x="3434" y="1"/>
                </a:moveTo>
                <a:cubicBezTo>
                  <a:pt x="3334" y="1"/>
                  <a:pt x="3234" y="101"/>
                  <a:pt x="3133" y="101"/>
                </a:cubicBezTo>
                <a:cubicBezTo>
                  <a:pt x="3067" y="72"/>
                  <a:pt x="3012" y="59"/>
                  <a:pt x="2964" y="59"/>
                </a:cubicBezTo>
                <a:cubicBezTo>
                  <a:pt x="2849" y="59"/>
                  <a:pt x="2778" y="130"/>
                  <a:pt x="2707" y="201"/>
                </a:cubicBezTo>
                <a:lnTo>
                  <a:pt x="2507" y="201"/>
                </a:lnTo>
                <a:cubicBezTo>
                  <a:pt x="2281" y="201"/>
                  <a:pt x="2181" y="301"/>
                  <a:pt x="2081" y="402"/>
                </a:cubicBezTo>
                <a:cubicBezTo>
                  <a:pt x="1880" y="402"/>
                  <a:pt x="1780" y="527"/>
                  <a:pt x="1554" y="627"/>
                </a:cubicBezTo>
                <a:cubicBezTo>
                  <a:pt x="1454" y="727"/>
                  <a:pt x="1354" y="828"/>
                  <a:pt x="1254" y="928"/>
                </a:cubicBezTo>
                <a:cubicBezTo>
                  <a:pt x="1153" y="1028"/>
                  <a:pt x="928" y="1254"/>
                  <a:pt x="828" y="1454"/>
                </a:cubicBezTo>
                <a:cubicBezTo>
                  <a:pt x="727" y="1555"/>
                  <a:pt x="727" y="1780"/>
                  <a:pt x="527" y="1880"/>
                </a:cubicBezTo>
                <a:cubicBezTo>
                  <a:pt x="402" y="2081"/>
                  <a:pt x="402" y="2181"/>
                  <a:pt x="402" y="2281"/>
                </a:cubicBezTo>
                <a:cubicBezTo>
                  <a:pt x="301" y="2507"/>
                  <a:pt x="301" y="2607"/>
                  <a:pt x="201" y="2808"/>
                </a:cubicBezTo>
                <a:cubicBezTo>
                  <a:pt x="201" y="3133"/>
                  <a:pt x="201" y="3434"/>
                  <a:pt x="101" y="3860"/>
                </a:cubicBezTo>
                <a:cubicBezTo>
                  <a:pt x="1" y="4286"/>
                  <a:pt x="101" y="4687"/>
                  <a:pt x="201" y="5013"/>
                </a:cubicBezTo>
                <a:cubicBezTo>
                  <a:pt x="301" y="5314"/>
                  <a:pt x="301" y="5539"/>
                  <a:pt x="402" y="5740"/>
                </a:cubicBezTo>
                <a:cubicBezTo>
                  <a:pt x="527" y="5940"/>
                  <a:pt x="627" y="6041"/>
                  <a:pt x="627" y="6266"/>
                </a:cubicBezTo>
                <a:cubicBezTo>
                  <a:pt x="527" y="6367"/>
                  <a:pt x="727" y="6467"/>
                  <a:pt x="727" y="6567"/>
                </a:cubicBezTo>
                <a:cubicBezTo>
                  <a:pt x="828" y="6667"/>
                  <a:pt x="928" y="6893"/>
                  <a:pt x="1028" y="6993"/>
                </a:cubicBezTo>
                <a:cubicBezTo>
                  <a:pt x="1153" y="7093"/>
                  <a:pt x="1354" y="7294"/>
                  <a:pt x="1554" y="7419"/>
                </a:cubicBezTo>
                <a:cubicBezTo>
                  <a:pt x="1880" y="7419"/>
                  <a:pt x="2081" y="7419"/>
                  <a:pt x="2181" y="7294"/>
                </a:cubicBezTo>
                <a:cubicBezTo>
                  <a:pt x="2407" y="7194"/>
                  <a:pt x="2407" y="7093"/>
                  <a:pt x="2507" y="6993"/>
                </a:cubicBezTo>
                <a:cubicBezTo>
                  <a:pt x="2545" y="7012"/>
                  <a:pt x="2580" y="7020"/>
                  <a:pt x="2611" y="7020"/>
                </a:cubicBezTo>
                <a:cubicBezTo>
                  <a:pt x="2746" y="7020"/>
                  <a:pt x="2827" y="6874"/>
                  <a:pt x="2908" y="6793"/>
                </a:cubicBezTo>
                <a:lnTo>
                  <a:pt x="3334" y="6567"/>
                </a:lnTo>
                <a:cubicBezTo>
                  <a:pt x="3534" y="6367"/>
                  <a:pt x="3660" y="6166"/>
                  <a:pt x="3860" y="5940"/>
                </a:cubicBezTo>
                <a:cubicBezTo>
                  <a:pt x="4061" y="5640"/>
                  <a:pt x="4286" y="5414"/>
                  <a:pt x="4487" y="5214"/>
                </a:cubicBezTo>
                <a:cubicBezTo>
                  <a:pt x="4587" y="5113"/>
                  <a:pt x="4687" y="5013"/>
                  <a:pt x="4788" y="4913"/>
                </a:cubicBezTo>
                <a:cubicBezTo>
                  <a:pt x="4913" y="4687"/>
                  <a:pt x="5113" y="4387"/>
                  <a:pt x="5214" y="4161"/>
                </a:cubicBezTo>
                <a:cubicBezTo>
                  <a:pt x="5314" y="3860"/>
                  <a:pt x="5414" y="3534"/>
                  <a:pt x="5539" y="3234"/>
                </a:cubicBezTo>
                <a:cubicBezTo>
                  <a:pt x="5539" y="3033"/>
                  <a:pt x="5640" y="2808"/>
                  <a:pt x="5640" y="2607"/>
                </a:cubicBezTo>
                <a:cubicBezTo>
                  <a:pt x="5740" y="2407"/>
                  <a:pt x="5740" y="2281"/>
                  <a:pt x="5740" y="2181"/>
                </a:cubicBezTo>
                <a:cubicBezTo>
                  <a:pt x="5740" y="2081"/>
                  <a:pt x="5740" y="1981"/>
                  <a:pt x="5640" y="1655"/>
                </a:cubicBezTo>
                <a:cubicBezTo>
                  <a:pt x="5640" y="1555"/>
                  <a:pt x="5539" y="1354"/>
                  <a:pt x="5414" y="1028"/>
                </a:cubicBezTo>
                <a:cubicBezTo>
                  <a:pt x="5414" y="828"/>
                  <a:pt x="5214" y="627"/>
                  <a:pt x="5113" y="527"/>
                </a:cubicBezTo>
                <a:cubicBezTo>
                  <a:pt x="5113" y="402"/>
                  <a:pt x="5013" y="301"/>
                  <a:pt x="4913" y="201"/>
                </a:cubicBezTo>
                <a:cubicBezTo>
                  <a:pt x="4788" y="101"/>
                  <a:pt x="4587" y="101"/>
                  <a:pt x="4487" y="101"/>
                </a:cubicBezTo>
                <a:cubicBezTo>
                  <a:pt x="4387" y="101"/>
                  <a:pt x="4387" y="1"/>
                  <a:pt x="4286" y="1"/>
                </a:cubicBezTo>
                <a:cubicBezTo>
                  <a:pt x="4161" y="1"/>
                  <a:pt x="4061" y="1"/>
                  <a:pt x="4061" y="101"/>
                </a:cubicBezTo>
                <a:cubicBezTo>
                  <a:pt x="3960" y="101"/>
                  <a:pt x="3960" y="101"/>
                  <a:pt x="3960" y="201"/>
                </a:cubicBezTo>
                <a:cubicBezTo>
                  <a:pt x="3960" y="201"/>
                  <a:pt x="3960" y="202"/>
                  <a:pt x="3960" y="202"/>
                </a:cubicBezTo>
                <a:lnTo>
                  <a:pt x="3960" y="202"/>
                </a:lnTo>
                <a:cubicBezTo>
                  <a:pt x="3930" y="201"/>
                  <a:pt x="3897" y="201"/>
                  <a:pt x="3860" y="201"/>
                </a:cubicBezTo>
                <a:cubicBezTo>
                  <a:pt x="3760" y="201"/>
                  <a:pt x="3534"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7"/>
          <p:cNvSpPr/>
          <p:nvPr/>
        </p:nvSpPr>
        <p:spPr>
          <a:xfrm>
            <a:off x="1616965" y="3502762"/>
            <a:ext cx="12952" cy="24585"/>
          </a:xfrm>
          <a:custGeom>
            <a:rect b="b" l="l" r="r" t="t"/>
            <a:pathLst>
              <a:path extrusionOk="0" h="1380" w="727">
                <a:moveTo>
                  <a:pt x="201" y="1"/>
                </a:moveTo>
                <a:cubicBezTo>
                  <a:pt x="100" y="1"/>
                  <a:pt x="201" y="126"/>
                  <a:pt x="201" y="126"/>
                </a:cubicBezTo>
                <a:lnTo>
                  <a:pt x="100" y="126"/>
                </a:lnTo>
                <a:cubicBezTo>
                  <a:pt x="0" y="126"/>
                  <a:pt x="100" y="226"/>
                  <a:pt x="100" y="226"/>
                </a:cubicBezTo>
                <a:cubicBezTo>
                  <a:pt x="100" y="226"/>
                  <a:pt x="0" y="226"/>
                  <a:pt x="0" y="327"/>
                </a:cubicBezTo>
                <a:lnTo>
                  <a:pt x="0" y="427"/>
                </a:lnTo>
                <a:cubicBezTo>
                  <a:pt x="0" y="427"/>
                  <a:pt x="0" y="527"/>
                  <a:pt x="100" y="527"/>
                </a:cubicBezTo>
                <a:cubicBezTo>
                  <a:pt x="100" y="627"/>
                  <a:pt x="201" y="627"/>
                  <a:pt x="0" y="627"/>
                </a:cubicBezTo>
                <a:lnTo>
                  <a:pt x="100" y="627"/>
                </a:lnTo>
                <a:lnTo>
                  <a:pt x="100" y="753"/>
                </a:lnTo>
                <a:lnTo>
                  <a:pt x="0" y="753"/>
                </a:lnTo>
                <a:lnTo>
                  <a:pt x="0" y="853"/>
                </a:lnTo>
                <a:lnTo>
                  <a:pt x="100" y="853"/>
                </a:lnTo>
                <a:cubicBezTo>
                  <a:pt x="100" y="953"/>
                  <a:pt x="100" y="953"/>
                  <a:pt x="0" y="953"/>
                </a:cubicBezTo>
                <a:cubicBezTo>
                  <a:pt x="0" y="953"/>
                  <a:pt x="0" y="1054"/>
                  <a:pt x="100" y="1054"/>
                </a:cubicBezTo>
                <a:lnTo>
                  <a:pt x="100" y="1154"/>
                </a:lnTo>
                <a:lnTo>
                  <a:pt x="0" y="1154"/>
                </a:lnTo>
                <a:lnTo>
                  <a:pt x="100" y="1254"/>
                </a:lnTo>
                <a:lnTo>
                  <a:pt x="0" y="1254"/>
                </a:lnTo>
                <a:cubicBezTo>
                  <a:pt x="0" y="1254"/>
                  <a:pt x="100" y="1379"/>
                  <a:pt x="0" y="1379"/>
                </a:cubicBezTo>
                <a:lnTo>
                  <a:pt x="627" y="1379"/>
                </a:lnTo>
                <a:cubicBezTo>
                  <a:pt x="727" y="1254"/>
                  <a:pt x="627" y="1254"/>
                  <a:pt x="627" y="1254"/>
                </a:cubicBezTo>
                <a:cubicBezTo>
                  <a:pt x="627" y="1254"/>
                  <a:pt x="526" y="1254"/>
                  <a:pt x="627" y="1154"/>
                </a:cubicBezTo>
                <a:lnTo>
                  <a:pt x="526" y="1054"/>
                </a:lnTo>
                <a:cubicBezTo>
                  <a:pt x="526" y="1003"/>
                  <a:pt x="552" y="1003"/>
                  <a:pt x="564" y="1003"/>
                </a:cubicBezTo>
                <a:cubicBezTo>
                  <a:pt x="577" y="1003"/>
                  <a:pt x="577" y="1003"/>
                  <a:pt x="526" y="953"/>
                </a:cubicBezTo>
                <a:cubicBezTo>
                  <a:pt x="426" y="853"/>
                  <a:pt x="426" y="853"/>
                  <a:pt x="526" y="853"/>
                </a:cubicBezTo>
                <a:cubicBezTo>
                  <a:pt x="526" y="803"/>
                  <a:pt x="577" y="803"/>
                  <a:pt x="614" y="803"/>
                </a:cubicBezTo>
                <a:cubicBezTo>
                  <a:pt x="652" y="803"/>
                  <a:pt x="677" y="803"/>
                  <a:pt x="627" y="753"/>
                </a:cubicBezTo>
                <a:lnTo>
                  <a:pt x="627" y="627"/>
                </a:lnTo>
                <a:lnTo>
                  <a:pt x="627" y="527"/>
                </a:lnTo>
                <a:cubicBezTo>
                  <a:pt x="526" y="427"/>
                  <a:pt x="627" y="427"/>
                  <a:pt x="627" y="427"/>
                </a:cubicBezTo>
                <a:lnTo>
                  <a:pt x="627" y="327"/>
                </a:lnTo>
                <a:cubicBezTo>
                  <a:pt x="627" y="226"/>
                  <a:pt x="526" y="226"/>
                  <a:pt x="627" y="226"/>
                </a:cubicBezTo>
                <a:lnTo>
                  <a:pt x="727" y="226"/>
                </a:lnTo>
                <a:cubicBezTo>
                  <a:pt x="526" y="126"/>
                  <a:pt x="627" y="126"/>
                  <a:pt x="627" y="126"/>
                </a:cubicBezTo>
                <a:lnTo>
                  <a:pt x="426" y="126"/>
                </a:lnTo>
                <a:cubicBezTo>
                  <a:pt x="426" y="126"/>
                  <a:pt x="326" y="1"/>
                  <a:pt x="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7"/>
          <p:cNvSpPr/>
          <p:nvPr/>
        </p:nvSpPr>
        <p:spPr>
          <a:xfrm>
            <a:off x="1637506" y="3502762"/>
            <a:ext cx="24122" cy="37536"/>
          </a:xfrm>
          <a:custGeom>
            <a:rect b="b" l="l" r="r" t="t"/>
            <a:pathLst>
              <a:path extrusionOk="0" h="2107" w="1354">
                <a:moveTo>
                  <a:pt x="925" y="1027"/>
                </a:moveTo>
                <a:cubicBezTo>
                  <a:pt x="926" y="1035"/>
                  <a:pt x="927" y="1044"/>
                  <a:pt x="927" y="1054"/>
                </a:cubicBezTo>
                <a:cubicBezTo>
                  <a:pt x="974" y="1054"/>
                  <a:pt x="958" y="1040"/>
                  <a:pt x="925" y="1027"/>
                </a:cubicBezTo>
                <a:close/>
                <a:moveTo>
                  <a:pt x="927" y="1"/>
                </a:moveTo>
                <a:cubicBezTo>
                  <a:pt x="827" y="1"/>
                  <a:pt x="827" y="126"/>
                  <a:pt x="827" y="126"/>
                </a:cubicBezTo>
                <a:lnTo>
                  <a:pt x="727" y="126"/>
                </a:lnTo>
                <a:cubicBezTo>
                  <a:pt x="727" y="126"/>
                  <a:pt x="827" y="126"/>
                  <a:pt x="827" y="226"/>
                </a:cubicBezTo>
                <a:lnTo>
                  <a:pt x="627" y="226"/>
                </a:lnTo>
                <a:cubicBezTo>
                  <a:pt x="627" y="226"/>
                  <a:pt x="727" y="327"/>
                  <a:pt x="627" y="327"/>
                </a:cubicBezTo>
                <a:lnTo>
                  <a:pt x="526" y="327"/>
                </a:lnTo>
                <a:cubicBezTo>
                  <a:pt x="526" y="327"/>
                  <a:pt x="627" y="427"/>
                  <a:pt x="526" y="427"/>
                </a:cubicBezTo>
                <a:cubicBezTo>
                  <a:pt x="526" y="527"/>
                  <a:pt x="526" y="527"/>
                  <a:pt x="426" y="527"/>
                </a:cubicBezTo>
                <a:lnTo>
                  <a:pt x="426" y="753"/>
                </a:lnTo>
                <a:cubicBezTo>
                  <a:pt x="426" y="853"/>
                  <a:pt x="526" y="853"/>
                  <a:pt x="301" y="853"/>
                </a:cubicBezTo>
                <a:lnTo>
                  <a:pt x="301" y="953"/>
                </a:lnTo>
                <a:lnTo>
                  <a:pt x="301" y="1054"/>
                </a:lnTo>
                <a:lnTo>
                  <a:pt x="201" y="1054"/>
                </a:lnTo>
                <a:lnTo>
                  <a:pt x="201" y="1154"/>
                </a:lnTo>
                <a:cubicBezTo>
                  <a:pt x="100" y="1154"/>
                  <a:pt x="201" y="1154"/>
                  <a:pt x="201" y="1254"/>
                </a:cubicBezTo>
                <a:lnTo>
                  <a:pt x="201" y="1379"/>
                </a:lnTo>
                <a:lnTo>
                  <a:pt x="100" y="1379"/>
                </a:lnTo>
                <a:cubicBezTo>
                  <a:pt x="201" y="1379"/>
                  <a:pt x="201" y="1480"/>
                  <a:pt x="201" y="1480"/>
                </a:cubicBezTo>
                <a:lnTo>
                  <a:pt x="201" y="1580"/>
                </a:lnTo>
                <a:lnTo>
                  <a:pt x="201" y="1680"/>
                </a:lnTo>
                <a:cubicBezTo>
                  <a:pt x="100" y="1680"/>
                  <a:pt x="100" y="1680"/>
                  <a:pt x="100" y="1780"/>
                </a:cubicBezTo>
                <a:lnTo>
                  <a:pt x="100" y="1881"/>
                </a:lnTo>
                <a:lnTo>
                  <a:pt x="0" y="1881"/>
                </a:lnTo>
                <a:lnTo>
                  <a:pt x="100" y="2006"/>
                </a:lnTo>
                <a:lnTo>
                  <a:pt x="201" y="2006"/>
                </a:lnTo>
                <a:cubicBezTo>
                  <a:pt x="301" y="2006"/>
                  <a:pt x="526" y="2106"/>
                  <a:pt x="627" y="2106"/>
                </a:cubicBezTo>
                <a:lnTo>
                  <a:pt x="627" y="2006"/>
                </a:lnTo>
                <a:lnTo>
                  <a:pt x="727" y="2006"/>
                </a:lnTo>
                <a:cubicBezTo>
                  <a:pt x="727" y="1881"/>
                  <a:pt x="627" y="1881"/>
                  <a:pt x="627" y="1881"/>
                </a:cubicBezTo>
                <a:cubicBezTo>
                  <a:pt x="727" y="1780"/>
                  <a:pt x="627" y="1780"/>
                  <a:pt x="727" y="1780"/>
                </a:cubicBezTo>
                <a:lnTo>
                  <a:pt x="727" y="1680"/>
                </a:lnTo>
                <a:cubicBezTo>
                  <a:pt x="727" y="1680"/>
                  <a:pt x="627" y="1680"/>
                  <a:pt x="627" y="1580"/>
                </a:cubicBezTo>
                <a:lnTo>
                  <a:pt x="627" y="1480"/>
                </a:lnTo>
                <a:lnTo>
                  <a:pt x="727" y="1480"/>
                </a:lnTo>
                <a:cubicBezTo>
                  <a:pt x="627" y="1480"/>
                  <a:pt x="727" y="1379"/>
                  <a:pt x="727" y="1379"/>
                </a:cubicBezTo>
                <a:lnTo>
                  <a:pt x="627" y="1379"/>
                </a:lnTo>
                <a:cubicBezTo>
                  <a:pt x="727" y="1379"/>
                  <a:pt x="727" y="1254"/>
                  <a:pt x="727" y="1254"/>
                </a:cubicBezTo>
                <a:cubicBezTo>
                  <a:pt x="727" y="1204"/>
                  <a:pt x="777" y="1204"/>
                  <a:pt x="815" y="1204"/>
                </a:cubicBezTo>
                <a:cubicBezTo>
                  <a:pt x="852" y="1204"/>
                  <a:pt x="877" y="1204"/>
                  <a:pt x="827" y="1154"/>
                </a:cubicBezTo>
                <a:lnTo>
                  <a:pt x="827" y="1054"/>
                </a:lnTo>
                <a:cubicBezTo>
                  <a:pt x="794" y="1020"/>
                  <a:pt x="808" y="1009"/>
                  <a:pt x="836" y="1009"/>
                </a:cubicBezTo>
                <a:cubicBezTo>
                  <a:pt x="862" y="1009"/>
                  <a:pt x="899" y="1018"/>
                  <a:pt x="925" y="1027"/>
                </a:cubicBezTo>
                <a:lnTo>
                  <a:pt x="925" y="1027"/>
                </a:lnTo>
                <a:cubicBezTo>
                  <a:pt x="909" y="953"/>
                  <a:pt x="827" y="953"/>
                  <a:pt x="827" y="953"/>
                </a:cubicBezTo>
                <a:lnTo>
                  <a:pt x="927" y="953"/>
                </a:lnTo>
                <a:cubicBezTo>
                  <a:pt x="927" y="953"/>
                  <a:pt x="927" y="853"/>
                  <a:pt x="1053" y="853"/>
                </a:cubicBezTo>
                <a:lnTo>
                  <a:pt x="927" y="853"/>
                </a:lnTo>
                <a:cubicBezTo>
                  <a:pt x="927" y="803"/>
                  <a:pt x="959" y="803"/>
                  <a:pt x="990" y="803"/>
                </a:cubicBezTo>
                <a:cubicBezTo>
                  <a:pt x="1021" y="803"/>
                  <a:pt x="1053" y="803"/>
                  <a:pt x="1053" y="753"/>
                </a:cubicBezTo>
                <a:lnTo>
                  <a:pt x="1053" y="627"/>
                </a:lnTo>
                <a:cubicBezTo>
                  <a:pt x="1153" y="627"/>
                  <a:pt x="1153" y="627"/>
                  <a:pt x="1153" y="527"/>
                </a:cubicBezTo>
                <a:cubicBezTo>
                  <a:pt x="1153" y="527"/>
                  <a:pt x="1253" y="527"/>
                  <a:pt x="1253" y="427"/>
                </a:cubicBezTo>
                <a:cubicBezTo>
                  <a:pt x="1253" y="327"/>
                  <a:pt x="1353" y="427"/>
                  <a:pt x="1153" y="226"/>
                </a:cubicBezTo>
                <a:cubicBezTo>
                  <a:pt x="1053" y="226"/>
                  <a:pt x="1053" y="126"/>
                  <a:pt x="927" y="126"/>
                </a:cubicBezTo>
                <a:lnTo>
                  <a:pt x="9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7"/>
          <p:cNvSpPr/>
          <p:nvPr/>
        </p:nvSpPr>
        <p:spPr>
          <a:xfrm>
            <a:off x="1687513" y="3906165"/>
            <a:ext cx="44662" cy="71990"/>
          </a:xfrm>
          <a:custGeom>
            <a:rect b="b" l="l" r="r" t="t"/>
            <a:pathLst>
              <a:path extrusionOk="0" h="4041" w="2507">
                <a:moveTo>
                  <a:pt x="430" y="1"/>
                </a:moveTo>
                <a:cubicBezTo>
                  <a:pt x="404" y="1"/>
                  <a:pt x="370" y="11"/>
                  <a:pt x="326" y="39"/>
                </a:cubicBezTo>
                <a:cubicBezTo>
                  <a:pt x="226" y="139"/>
                  <a:pt x="125" y="139"/>
                  <a:pt x="125" y="139"/>
                </a:cubicBezTo>
                <a:cubicBezTo>
                  <a:pt x="0" y="139"/>
                  <a:pt x="0" y="139"/>
                  <a:pt x="0" y="239"/>
                </a:cubicBezTo>
                <a:cubicBezTo>
                  <a:pt x="125" y="339"/>
                  <a:pt x="0" y="339"/>
                  <a:pt x="0" y="339"/>
                </a:cubicBezTo>
                <a:cubicBezTo>
                  <a:pt x="0" y="440"/>
                  <a:pt x="125" y="440"/>
                  <a:pt x="125" y="440"/>
                </a:cubicBezTo>
                <a:lnTo>
                  <a:pt x="226" y="440"/>
                </a:lnTo>
                <a:cubicBezTo>
                  <a:pt x="226" y="540"/>
                  <a:pt x="226" y="540"/>
                  <a:pt x="125" y="540"/>
                </a:cubicBezTo>
                <a:cubicBezTo>
                  <a:pt x="125" y="665"/>
                  <a:pt x="226" y="665"/>
                  <a:pt x="226" y="665"/>
                </a:cubicBezTo>
                <a:lnTo>
                  <a:pt x="226" y="766"/>
                </a:lnTo>
                <a:lnTo>
                  <a:pt x="226" y="866"/>
                </a:lnTo>
                <a:lnTo>
                  <a:pt x="226" y="966"/>
                </a:lnTo>
                <a:lnTo>
                  <a:pt x="326" y="1066"/>
                </a:lnTo>
                <a:cubicBezTo>
                  <a:pt x="326" y="1167"/>
                  <a:pt x="426" y="1167"/>
                  <a:pt x="326" y="1167"/>
                </a:cubicBezTo>
                <a:lnTo>
                  <a:pt x="426" y="1292"/>
                </a:lnTo>
                <a:cubicBezTo>
                  <a:pt x="526" y="1292"/>
                  <a:pt x="526" y="1392"/>
                  <a:pt x="526" y="1492"/>
                </a:cubicBezTo>
                <a:cubicBezTo>
                  <a:pt x="526" y="1593"/>
                  <a:pt x="526" y="1693"/>
                  <a:pt x="627" y="1693"/>
                </a:cubicBezTo>
                <a:cubicBezTo>
                  <a:pt x="752" y="1693"/>
                  <a:pt x="752" y="1793"/>
                  <a:pt x="752" y="1793"/>
                </a:cubicBezTo>
                <a:cubicBezTo>
                  <a:pt x="752" y="1856"/>
                  <a:pt x="802" y="1856"/>
                  <a:pt x="840" y="1856"/>
                </a:cubicBezTo>
                <a:cubicBezTo>
                  <a:pt x="877" y="1856"/>
                  <a:pt x="902" y="1856"/>
                  <a:pt x="852" y="1918"/>
                </a:cubicBezTo>
                <a:cubicBezTo>
                  <a:pt x="752" y="2019"/>
                  <a:pt x="852" y="2019"/>
                  <a:pt x="852" y="2019"/>
                </a:cubicBezTo>
                <a:lnTo>
                  <a:pt x="952" y="2119"/>
                </a:lnTo>
                <a:cubicBezTo>
                  <a:pt x="952" y="2119"/>
                  <a:pt x="1053" y="2219"/>
                  <a:pt x="1053" y="2319"/>
                </a:cubicBezTo>
                <a:lnTo>
                  <a:pt x="1053" y="2420"/>
                </a:lnTo>
                <a:lnTo>
                  <a:pt x="1053" y="2545"/>
                </a:lnTo>
                <a:lnTo>
                  <a:pt x="1253" y="2746"/>
                </a:lnTo>
                <a:cubicBezTo>
                  <a:pt x="1379" y="2746"/>
                  <a:pt x="1379" y="2846"/>
                  <a:pt x="1379" y="2846"/>
                </a:cubicBezTo>
                <a:lnTo>
                  <a:pt x="1379" y="2946"/>
                </a:lnTo>
                <a:cubicBezTo>
                  <a:pt x="1479" y="3046"/>
                  <a:pt x="1479" y="3046"/>
                  <a:pt x="1579" y="3172"/>
                </a:cubicBezTo>
                <a:cubicBezTo>
                  <a:pt x="1579" y="3172"/>
                  <a:pt x="1679" y="3172"/>
                  <a:pt x="1679" y="3272"/>
                </a:cubicBezTo>
                <a:lnTo>
                  <a:pt x="1780" y="3372"/>
                </a:lnTo>
                <a:cubicBezTo>
                  <a:pt x="1780" y="3472"/>
                  <a:pt x="1780" y="3472"/>
                  <a:pt x="1880" y="3573"/>
                </a:cubicBezTo>
                <a:lnTo>
                  <a:pt x="2005" y="3798"/>
                </a:lnTo>
                <a:lnTo>
                  <a:pt x="2005" y="3898"/>
                </a:lnTo>
                <a:lnTo>
                  <a:pt x="2105" y="3898"/>
                </a:lnTo>
                <a:cubicBezTo>
                  <a:pt x="2105" y="3969"/>
                  <a:pt x="2055" y="4040"/>
                  <a:pt x="2061" y="4040"/>
                </a:cubicBezTo>
                <a:cubicBezTo>
                  <a:pt x="2064" y="4040"/>
                  <a:pt x="2076" y="4028"/>
                  <a:pt x="2105" y="3999"/>
                </a:cubicBezTo>
                <a:cubicBezTo>
                  <a:pt x="2105" y="3999"/>
                  <a:pt x="2206" y="3999"/>
                  <a:pt x="2206" y="3898"/>
                </a:cubicBezTo>
                <a:cubicBezTo>
                  <a:pt x="2306" y="3898"/>
                  <a:pt x="2506" y="3673"/>
                  <a:pt x="2506" y="3673"/>
                </a:cubicBezTo>
                <a:cubicBezTo>
                  <a:pt x="2506" y="3573"/>
                  <a:pt x="2506" y="3573"/>
                  <a:pt x="2406" y="3372"/>
                </a:cubicBezTo>
                <a:cubicBezTo>
                  <a:pt x="2406" y="3272"/>
                  <a:pt x="2406" y="3272"/>
                  <a:pt x="2306" y="3272"/>
                </a:cubicBezTo>
                <a:cubicBezTo>
                  <a:pt x="2306" y="3172"/>
                  <a:pt x="2206" y="3172"/>
                  <a:pt x="2206" y="3046"/>
                </a:cubicBezTo>
                <a:cubicBezTo>
                  <a:pt x="2206" y="2946"/>
                  <a:pt x="2105" y="2946"/>
                  <a:pt x="2105" y="2946"/>
                </a:cubicBezTo>
                <a:cubicBezTo>
                  <a:pt x="2105" y="2846"/>
                  <a:pt x="2005" y="2846"/>
                  <a:pt x="2005" y="2846"/>
                </a:cubicBezTo>
                <a:cubicBezTo>
                  <a:pt x="2005" y="2846"/>
                  <a:pt x="1880" y="2846"/>
                  <a:pt x="1880" y="2746"/>
                </a:cubicBezTo>
                <a:lnTo>
                  <a:pt x="1780" y="2746"/>
                </a:lnTo>
                <a:cubicBezTo>
                  <a:pt x="1780" y="2645"/>
                  <a:pt x="1880" y="2545"/>
                  <a:pt x="1780" y="2545"/>
                </a:cubicBezTo>
                <a:cubicBezTo>
                  <a:pt x="1679" y="2545"/>
                  <a:pt x="1679" y="2420"/>
                  <a:pt x="1679" y="2420"/>
                </a:cubicBezTo>
                <a:lnTo>
                  <a:pt x="1579" y="2420"/>
                </a:lnTo>
                <a:lnTo>
                  <a:pt x="1579" y="2319"/>
                </a:lnTo>
                <a:cubicBezTo>
                  <a:pt x="1679" y="2219"/>
                  <a:pt x="1579" y="2219"/>
                  <a:pt x="1579" y="2219"/>
                </a:cubicBezTo>
                <a:lnTo>
                  <a:pt x="1479" y="2119"/>
                </a:lnTo>
                <a:cubicBezTo>
                  <a:pt x="1479" y="2019"/>
                  <a:pt x="1579" y="1918"/>
                  <a:pt x="1479" y="1918"/>
                </a:cubicBezTo>
                <a:cubicBezTo>
                  <a:pt x="1379" y="1918"/>
                  <a:pt x="1379" y="1793"/>
                  <a:pt x="1379" y="1793"/>
                </a:cubicBezTo>
                <a:lnTo>
                  <a:pt x="1379" y="1693"/>
                </a:lnTo>
                <a:lnTo>
                  <a:pt x="1253" y="1693"/>
                </a:lnTo>
                <a:cubicBezTo>
                  <a:pt x="1153" y="1693"/>
                  <a:pt x="1379" y="1492"/>
                  <a:pt x="1253" y="1492"/>
                </a:cubicBezTo>
                <a:lnTo>
                  <a:pt x="1153" y="1492"/>
                </a:lnTo>
                <a:cubicBezTo>
                  <a:pt x="1053" y="1492"/>
                  <a:pt x="1153" y="1492"/>
                  <a:pt x="1153" y="1392"/>
                </a:cubicBezTo>
                <a:lnTo>
                  <a:pt x="1153" y="1292"/>
                </a:lnTo>
                <a:cubicBezTo>
                  <a:pt x="1153" y="1292"/>
                  <a:pt x="1053" y="1292"/>
                  <a:pt x="1053" y="1167"/>
                </a:cubicBezTo>
                <a:lnTo>
                  <a:pt x="952" y="1167"/>
                </a:lnTo>
                <a:lnTo>
                  <a:pt x="952" y="966"/>
                </a:lnTo>
                <a:lnTo>
                  <a:pt x="952" y="866"/>
                </a:lnTo>
                <a:cubicBezTo>
                  <a:pt x="852" y="866"/>
                  <a:pt x="852" y="866"/>
                  <a:pt x="852" y="766"/>
                </a:cubicBezTo>
                <a:cubicBezTo>
                  <a:pt x="852" y="665"/>
                  <a:pt x="752" y="540"/>
                  <a:pt x="627" y="540"/>
                </a:cubicBezTo>
                <a:cubicBezTo>
                  <a:pt x="627" y="490"/>
                  <a:pt x="602" y="490"/>
                  <a:pt x="589" y="490"/>
                </a:cubicBezTo>
                <a:cubicBezTo>
                  <a:pt x="577" y="490"/>
                  <a:pt x="577" y="490"/>
                  <a:pt x="627" y="440"/>
                </a:cubicBezTo>
                <a:lnTo>
                  <a:pt x="627" y="239"/>
                </a:lnTo>
                <a:cubicBezTo>
                  <a:pt x="426" y="239"/>
                  <a:pt x="526" y="239"/>
                  <a:pt x="526" y="139"/>
                </a:cubicBezTo>
                <a:cubicBezTo>
                  <a:pt x="526" y="139"/>
                  <a:pt x="526"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7"/>
          <p:cNvSpPr/>
          <p:nvPr/>
        </p:nvSpPr>
        <p:spPr>
          <a:xfrm>
            <a:off x="1542392" y="3869342"/>
            <a:ext cx="41099" cy="79936"/>
          </a:xfrm>
          <a:custGeom>
            <a:rect b="b" l="l" r="r" t="t"/>
            <a:pathLst>
              <a:path extrusionOk="0" h="4487" w="2307">
                <a:moveTo>
                  <a:pt x="1780" y="0"/>
                </a:moveTo>
                <a:cubicBezTo>
                  <a:pt x="1680" y="0"/>
                  <a:pt x="1680" y="0"/>
                  <a:pt x="1680" y="101"/>
                </a:cubicBezTo>
                <a:lnTo>
                  <a:pt x="1580" y="101"/>
                </a:lnTo>
                <a:cubicBezTo>
                  <a:pt x="1580" y="226"/>
                  <a:pt x="1680" y="226"/>
                  <a:pt x="1580" y="226"/>
                </a:cubicBezTo>
                <a:cubicBezTo>
                  <a:pt x="1580" y="226"/>
                  <a:pt x="1580" y="326"/>
                  <a:pt x="1680" y="326"/>
                </a:cubicBezTo>
                <a:lnTo>
                  <a:pt x="1580" y="326"/>
                </a:lnTo>
                <a:cubicBezTo>
                  <a:pt x="1479" y="326"/>
                  <a:pt x="1580" y="427"/>
                  <a:pt x="1580" y="427"/>
                </a:cubicBezTo>
                <a:cubicBezTo>
                  <a:pt x="1580" y="527"/>
                  <a:pt x="1479" y="527"/>
                  <a:pt x="1479" y="527"/>
                </a:cubicBezTo>
                <a:lnTo>
                  <a:pt x="1479" y="627"/>
                </a:lnTo>
                <a:lnTo>
                  <a:pt x="1379" y="727"/>
                </a:lnTo>
                <a:lnTo>
                  <a:pt x="1379" y="853"/>
                </a:lnTo>
                <a:cubicBezTo>
                  <a:pt x="1254" y="953"/>
                  <a:pt x="1379" y="953"/>
                  <a:pt x="1254" y="953"/>
                </a:cubicBezTo>
                <a:lnTo>
                  <a:pt x="1254" y="1053"/>
                </a:lnTo>
                <a:cubicBezTo>
                  <a:pt x="1254" y="1153"/>
                  <a:pt x="1254" y="1254"/>
                  <a:pt x="1154" y="1354"/>
                </a:cubicBezTo>
                <a:cubicBezTo>
                  <a:pt x="1154" y="1354"/>
                  <a:pt x="1053" y="1479"/>
                  <a:pt x="1154" y="1579"/>
                </a:cubicBezTo>
                <a:cubicBezTo>
                  <a:pt x="1154" y="1680"/>
                  <a:pt x="1053" y="1680"/>
                  <a:pt x="1053" y="1780"/>
                </a:cubicBezTo>
                <a:cubicBezTo>
                  <a:pt x="1053" y="1780"/>
                  <a:pt x="1154" y="1880"/>
                  <a:pt x="1053" y="1880"/>
                </a:cubicBezTo>
                <a:lnTo>
                  <a:pt x="953" y="1880"/>
                </a:lnTo>
                <a:lnTo>
                  <a:pt x="953" y="2106"/>
                </a:lnTo>
                <a:cubicBezTo>
                  <a:pt x="953" y="2106"/>
                  <a:pt x="953" y="2206"/>
                  <a:pt x="853" y="2306"/>
                </a:cubicBezTo>
                <a:cubicBezTo>
                  <a:pt x="753" y="2306"/>
                  <a:pt x="853" y="2406"/>
                  <a:pt x="853" y="2406"/>
                </a:cubicBezTo>
                <a:lnTo>
                  <a:pt x="753" y="2507"/>
                </a:lnTo>
                <a:cubicBezTo>
                  <a:pt x="627" y="2507"/>
                  <a:pt x="753" y="2607"/>
                  <a:pt x="753" y="2732"/>
                </a:cubicBezTo>
                <a:cubicBezTo>
                  <a:pt x="753" y="2833"/>
                  <a:pt x="627" y="2833"/>
                  <a:pt x="627" y="2933"/>
                </a:cubicBezTo>
                <a:cubicBezTo>
                  <a:pt x="527" y="2933"/>
                  <a:pt x="527" y="2933"/>
                  <a:pt x="527" y="3033"/>
                </a:cubicBezTo>
                <a:lnTo>
                  <a:pt x="527" y="3234"/>
                </a:lnTo>
                <a:lnTo>
                  <a:pt x="527" y="3459"/>
                </a:lnTo>
                <a:cubicBezTo>
                  <a:pt x="427" y="3459"/>
                  <a:pt x="427" y="3559"/>
                  <a:pt x="427" y="3559"/>
                </a:cubicBezTo>
                <a:cubicBezTo>
                  <a:pt x="327" y="3660"/>
                  <a:pt x="327" y="3660"/>
                  <a:pt x="327" y="3760"/>
                </a:cubicBezTo>
                <a:cubicBezTo>
                  <a:pt x="226" y="3760"/>
                  <a:pt x="226" y="3985"/>
                  <a:pt x="226" y="3985"/>
                </a:cubicBezTo>
                <a:cubicBezTo>
                  <a:pt x="226" y="4036"/>
                  <a:pt x="201" y="4036"/>
                  <a:pt x="176" y="4036"/>
                </a:cubicBezTo>
                <a:cubicBezTo>
                  <a:pt x="151" y="4036"/>
                  <a:pt x="126" y="4036"/>
                  <a:pt x="126" y="4086"/>
                </a:cubicBezTo>
                <a:lnTo>
                  <a:pt x="126" y="4186"/>
                </a:lnTo>
                <a:cubicBezTo>
                  <a:pt x="1" y="4186"/>
                  <a:pt x="126" y="4286"/>
                  <a:pt x="226" y="4286"/>
                </a:cubicBezTo>
                <a:cubicBezTo>
                  <a:pt x="327" y="4386"/>
                  <a:pt x="427" y="4386"/>
                  <a:pt x="527" y="4487"/>
                </a:cubicBezTo>
                <a:lnTo>
                  <a:pt x="527" y="4386"/>
                </a:lnTo>
                <a:cubicBezTo>
                  <a:pt x="627" y="4286"/>
                  <a:pt x="627" y="4286"/>
                  <a:pt x="753" y="4186"/>
                </a:cubicBezTo>
                <a:cubicBezTo>
                  <a:pt x="853" y="4086"/>
                  <a:pt x="753" y="4086"/>
                  <a:pt x="853" y="3985"/>
                </a:cubicBezTo>
                <a:lnTo>
                  <a:pt x="853" y="3760"/>
                </a:lnTo>
                <a:lnTo>
                  <a:pt x="953" y="3760"/>
                </a:lnTo>
                <a:lnTo>
                  <a:pt x="953" y="3559"/>
                </a:lnTo>
                <a:lnTo>
                  <a:pt x="953" y="3459"/>
                </a:lnTo>
                <a:cubicBezTo>
                  <a:pt x="1053" y="3459"/>
                  <a:pt x="953" y="3359"/>
                  <a:pt x="953" y="3359"/>
                </a:cubicBezTo>
                <a:cubicBezTo>
                  <a:pt x="1053" y="3234"/>
                  <a:pt x="953" y="3234"/>
                  <a:pt x="953" y="3234"/>
                </a:cubicBezTo>
                <a:cubicBezTo>
                  <a:pt x="1053" y="3133"/>
                  <a:pt x="1154" y="3133"/>
                  <a:pt x="1154" y="3033"/>
                </a:cubicBezTo>
                <a:cubicBezTo>
                  <a:pt x="1053" y="2933"/>
                  <a:pt x="1154" y="2933"/>
                  <a:pt x="1154" y="2933"/>
                </a:cubicBezTo>
                <a:lnTo>
                  <a:pt x="1154" y="2833"/>
                </a:lnTo>
                <a:cubicBezTo>
                  <a:pt x="1053" y="2833"/>
                  <a:pt x="1154" y="2732"/>
                  <a:pt x="1154" y="2732"/>
                </a:cubicBezTo>
                <a:cubicBezTo>
                  <a:pt x="1254" y="2732"/>
                  <a:pt x="1254" y="2732"/>
                  <a:pt x="1254" y="2607"/>
                </a:cubicBezTo>
                <a:lnTo>
                  <a:pt x="1379" y="2507"/>
                </a:lnTo>
                <a:cubicBezTo>
                  <a:pt x="1379" y="2406"/>
                  <a:pt x="1580" y="2406"/>
                  <a:pt x="1479" y="2306"/>
                </a:cubicBezTo>
                <a:cubicBezTo>
                  <a:pt x="1479" y="2206"/>
                  <a:pt x="1479" y="2206"/>
                  <a:pt x="1580" y="2106"/>
                </a:cubicBezTo>
                <a:lnTo>
                  <a:pt x="1479" y="1980"/>
                </a:lnTo>
                <a:cubicBezTo>
                  <a:pt x="1479" y="1980"/>
                  <a:pt x="1680" y="1980"/>
                  <a:pt x="1680" y="1880"/>
                </a:cubicBezTo>
                <a:cubicBezTo>
                  <a:pt x="1580" y="1880"/>
                  <a:pt x="1580" y="1880"/>
                  <a:pt x="1580" y="1780"/>
                </a:cubicBezTo>
                <a:lnTo>
                  <a:pt x="1680" y="1780"/>
                </a:lnTo>
                <a:lnTo>
                  <a:pt x="1680" y="1680"/>
                </a:lnTo>
                <a:cubicBezTo>
                  <a:pt x="1780" y="1680"/>
                  <a:pt x="1680" y="1579"/>
                  <a:pt x="1780" y="1579"/>
                </a:cubicBezTo>
                <a:cubicBezTo>
                  <a:pt x="1880" y="1579"/>
                  <a:pt x="1780" y="1479"/>
                  <a:pt x="1680" y="1479"/>
                </a:cubicBezTo>
                <a:cubicBezTo>
                  <a:pt x="1680" y="1354"/>
                  <a:pt x="1780" y="1354"/>
                  <a:pt x="1880" y="1254"/>
                </a:cubicBezTo>
                <a:lnTo>
                  <a:pt x="1880" y="1153"/>
                </a:lnTo>
                <a:lnTo>
                  <a:pt x="1880" y="953"/>
                </a:lnTo>
                <a:cubicBezTo>
                  <a:pt x="2006" y="853"/>
                  <a:pt x="2006" y="853"/>
                  <a:pt x="2006" y="727"/>
                </a:cubicBezTo>
                <a:cubicBezTo>
                  <a:pt x="2006" y="627"/>
                  <a:pt x="1880" y="627"/>
                  <a:pt x="2006" y="627"/>
                </a:cubicBezTo>
                <a:cubicBezTo>
                  <a:pt x="2106" y="627"/>
                  <a:pt x="2206" y="427"/>
                  <a:pt x="2106" y="427"/>
                </a:cubicBezTo>
                <a:lnTo>
                  <a:pt x="2106" y="226"/>
                </a:lnTo>
                <a:cubicBezTo>
                  <a:pt x="2206" y="226"/>
                  <a:pt x="2306" y="226"/>
                  <a:pt x="2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7"/>
          <p:cNvSpPr/>
          <p:nvPr/>
        </p:nvSpPr>
        <p:spPr>
          <a:xfrm>
            <a:off x="1522296" y="3863979"/>
            <a:ext cx="31283" cy="55832"/>
          </a:xfrm>
          <a:custGeom>
            <a:rect b="b" l="l" r="r" t="t"/>
            <a:pathLst>
              <a:path extrusionOk="0" h="3134" w="1756">
                <a:moveTo>
                  <a:pt x="1129" y="1"/>
                </a:moveTo>
                <a:lnTo>
                  <a:pt x="1129" y="101"/>
                </a:lnTo>
                <a:lnTo>
                  <a:pt x="1028" y="101"/>
                </a:lnTo>
                <a:cubicBezTo>
                  <a:pt x="1028" y="101"/>
                  <a:pt x="1129" y="201"/>
                  <a:pt x="1028" y="201"/>
                </a:cubicBezTo>
                <a:lnTo>
                  <a:pt x="1129" y="201"/>
                </a:lnTo>
                <a:cubicBezTo>
                  <a:pt x="1129" y="301"/>
                  <a:pt x="1129" y="301"/>
                  <a:pt x="1028" y="301"/>
                </a:cubicBezTo>
                <a:lnTo>
                  <a:pt x="928" y="402"/>
                </a:lnTo>
                <a:cubicBezTo>
                  <a:pt x="928" y="402"/>
                  <a:pt x="1028" y="402"/>
                  <a:pt x="928" y="527"/>
                </a:cubicBezTo>
                <a:lnTo>
                  <a:pt x="828" y="527"/>
                </a:lnTo>
                <a:cubicBezTo>
                  <a:pt x="828" y="527"/>
                  <a:pt x="928" y="627"/>
                  <a:pt x="828" y="627"/>
                </a:cubicBezTo>
                <a:lnTo>
                  <a:pt x="828" y="728"/>
                </a:lnTo>
                <a:cubicBezTo>
                  <a:pt x="828" y="828"/>
                  <a:pt x="828" y="928"/>
                  <a:pt x="728" y="928"/>
                </a:cubicBezTo>
                <a:lnTo>
                  <a:pt x="728" y="1154"/>
                </a:lnTo>
                <a:lnTo>
                  <a:pt x="728" y="1254"/>
                </a:lnTo>
                <a:cubicBezTo>
                  <a:pt x="728" y="1254"/>
                  <a:pt x="828" y="1354"/>
                  <a:pt x="627" y="1354"/>
                </a:cubicBezTo>
                <a:lnTo>
                  <a:pt x="627" y="1454"/>
                </a:lnTo>
                <a:lnTo>
                  <a:pt x="627" y="1555"/>
                </a:lnTo>
                <a:lnTo>
                  <a:pt x="627" y="1655"/>
                </a:lnTo>
                <a:lnTo>
                  <a:pt x="502" y="1655"/>
                </a:lnTo>
                <a:cubicBezTo>
                  <a:pt x="502" y="1780"/>
                  <a:pt x="502" y="1780"/>
                  <a:pt x="402" y="1780"/>
                </a:cubicBezTo>
                <a:cubicBezTo>
                  <a:pt x="402" y="1780"/>
                  <a:pt x="502" y="1880"/>
                  <a:pt x="502" y="1981"/>
                </a:cubicBezTo>
                <a:lnTo>
                  <a:pt x="402" y="2081"/>
                </a:lnTo>
                <a:lnTo>
                  <a:pt x="402" y="2281"/>
                </a:lnTo>
                <a:lnTo>
                  <a:pt x="402" y="2407"/>
                </a:lnTo>
                <a:cubicBezTo>
                  <a:pt x="402" y="2507"/>
                  <a:pt x="402" y="2507"/>
                  <a:pt x="302" y="2507"/>
                </a:cubicBezTo>
                <a:lnTo>
                  <a:pt x="302" y="2707"/>
                </a:lnTo>
                <a:lnTo>
                  <a:pt x="201" y="2808"/>
                </a:lnTo>
                <a:cubicBezTo>
                  <a:pt x="201" y="2808"/>
                  <a:pt x="101" y="2808"/>
                  <a:pt x="101" y="2908"/>
                </a:cubicBezTo>
                <a:lnTo>
                  <a:pt x="201" y="2908"/>
                </a:lnTo>
                <a:cubicBezTo>
                  <a:pt x="201" y="2908"/>
                  <a:pt x="1" y="2908"/>
                  <a:pt x="201" y="3033"/>
                </a:cubicBezTo>
                <a:lnTo>
                  <a:pt x="302" y="3033"/>
                </a:lnTo>
                <a:cubicBezTo>
                  <a:pt x="402" y="3134"/>
                  <a:pt x="627" y="3134"/>
                  <a:pt x="627" y="3134"/>
                </a:cubicBezTo>
                <a:cubicBezTo>
                  <a:pt x="728" y="3033"/>
                  <a:pt x="728" y="3033"/>
                  <a:pt x="828" y="3033"/>
                </a:cubicBezTo>
                <a:lnTo>
                  <a:pt x="828" y="2808"/>
                </a:lnTo>
                <a:lnTo>
                  <a:pt x="828" y="2707"/>
                </a:lnTo>
                <a:cubicBezTo>
                  <a:pt x="928" y="2707"/>
                  <a:pt x="828" y="2707"/>
                  <a:pt x="828" y="2607"/>
                </a:cubicBezTo>
                <a:cubicBezTo>
                  <a:pt x="928" y="2607"/>
                  <a:pt x="928" y="2607"/>
                  <a:pt x="928" y="2507"/>
                </a:cubicBezTo>
                <a:cubicBezTo>
                  <a:pt x="928" y="2507"/>
                  <a:pt x="828" y="2507"/>
                  <a:pt x="828" y="2407"/>
                </a:cubicBezTo>
                <a:cubicBezTo>
                  <a:pt x="928" y="2281"/>
                  <a:pt x="828" y="2281"/>
                  <a:pt x="828" y="2281"/>
                </a:cubicBezTo>
                <a:cubicBezTo>
                  <a:pt x="828" y="2231"/>
                  <a:pt x="878" y="2231"/>
                  <a:pt x="916" y="2231"/>
                </a:cubicBezTo>
                <a:cubicBezTo>
                  <a:pt x="953" y="2231"/>
                  <a:pt x="978" y="2231"/>
                  <a:pt x="928" y="2181"/>
                </a:cubicBezTo>
                <a:lnTo>
                  <a:pt x="928" y="2081"/>
                </a:lnTo>
                <a:lnTo>
                  <a:pt x="928" y="1981"/>
                </a:lnTo>
                <a:cubicBezTo>
                  <a:pt x="1028" y="1981"/>
                  <a:pt x="1028" y="1880"/>
                  <a:pt x="1028" y="1880"/>
                </a:cubicBezTo>
                <a:lnTo>
                  <a:pt x="1028" y="1780"/>
                </a:lnTo>
                <a:cubicBezTo>
                  <a:pt x="1028" y="1780"/>
                  <a:pt x="1254" y="1780"/>
                  <a:pt x="1129" y="1655"/>
                </a:cubicBezTo>
                <a:cubicBezTo>
                  <a:pt x="1254" y="1555"/>
                  <a:pt x="1129" y="1555"/>
                  <a:pt x="1254" y="1555"/>
                </a:cubicBezTo>
                <a:lnTo>
                  <a:pt x="1129" y="1454"/>
                </a:lnTo>
                <a:cubicBezTo>
                  <a:pt x="1129" y="1454"/>
                  <a:pt x="1354" y="1454"/>
                  <a:pt x="1254" y="1354"/>
                </a:cubicBezTo>
                <a:lnTo>
                  <a:pt x="1129" y="1354"/>
                </a:lnTo>
                <a:cubicBezTo>
                  <a:pt x="1129" y="1254"/>
                  <a:pt x="1254" y="1254"/>
                  <a:pt x="1254" y="1254"/>
                </a:cubicBezTo>
                <a:lnTo>
                  <a:pt x="1354" y="1254"/>
                </a:lnTo>
                <a:lnTo>
                  <a:pt x="1354" y="1154"/>
                </a:lnTo>
                <a:cubicBezTo>
                  <a:pt x="1455" y="1154"/>
                  <a:pt x="1354" y="1028"/>
                  <a:pt x="1254" y="1028"/>
                </a:cubicBezTo>
                <a:cubicBezTo>
                  <a:pt x="1254" y="1028"/>
                  <a:pt x="1354" y="1028"/>
                  <a:pt x="1354" y="928"/>
                </a:cubicBezTo>
                <a:lnTo>
                  <a:pt x="1455" y="928"/>
                </a:lnTo>
                <a:cubicBezTo>
                  <a:pt x="1354" y="828"/>
                  <a:pt x="1354" y="828"/>
                  <a:pt x="1455" y="728"/>
                </a:cubicBezTo>
                <a:cubicBezTo>
                  <a:pt x="1555" y="728"/>
                  <a:pt x="1555" y="627"/>
                  <a:pt x="1455" y="527"/>
                </a:cubicBezTo>
                <a:cubicBezTo>
                  <a:pt x="1555" y="527"/>
                  <a:pt x="1655" y="402"/>
                  <a:pt x="1555" y="402"/>
                </a:cubicBezTo>
                <a:cubicBezTo>
                  <a:pt x="1455" y="301"/>
                  <a:pt x="1555" y="301"/>
                  <a:pt x="1555" y="201"/>
                </a:cubicBezTo>
                <a:cubicBezTo>
                  <a:pt x="1555" y="201"/>
                  <a:pt x="1755" y="201"/>
                  <a:pt x="1455" y="101"/>
                </a:cubicBezTo>
                <a:cubicBezTo>
                  <a:pt x="1354" y="101"/>
                  <a:pt x="1254" y="1"/>
                  <a:pt x="12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7"/>
          <p:cNvSpPr/>
          <p:nvPr/>
        </p:nvSpPr>
        <p:spPr>
          <a:xfrm>
            <a:off x="1624555" y="4213581"/>
            <a:ext cx="28272" cy="39318"/>
          </a:xfrm>
          <a:custGeom>
            <a:rect b="b" l="l" r="r" t="t"/>
            <a:pathLst>
              <a:path extrusionOk="0" h="2207" w="1587">
                <a:moveTo>
                  <a:pt x="1153" y="1"/>
                </a:moveTo>
                <a:lnTo>
                  <a:pt x="1153" y="101"/>
                </a:lnTo>
                <a:cubicBezTo>
                  <a:pt x="1116" y="72"/>
                  <a:pt x="1101" y="60"/>
                  <a:pt x="1098" y="60"/>
                </a:cubicBezTo>
                <a:cubicBezTo>
                  <a:pt x="1090" y="60"/>
                  <a:pt x="1153" y="130"/>
                  <a:pt x="1153" y="201"/>
                </a:cubicBezTo>
                <a:lnTo>
                  <a:pt x="1028" y="101"/>
                </a:lnTo>
                <a:lnTo>
                  <a:pt x="1028" y="201"/>
                </a:lnTo>
                <a:lnTo>
                  <a:pt x="928" y="201"/>
                </a:lnTo>
                <a:cubicBezTo>
                  <a:pt x="928" y="201"/>
                  <a:pt x="827" y="201"/>
                  <a:pt x="827" y="327"/>
                </a:cubicBezTo>
                <a:cubicBezTo>
                  <a:pt x="727" y="327"/>
                  <a:pt x="827" y="427"/>
                  <a:pt x="727" y="427"/>
                </a:cubicBezTo>
                <a:cubicBezTo>
                  <a:pt x="727" y="527"/>
                  <a:pt x="727" y="527"/>
                  <a:pt x="627" y="527"/>
                </a:cubicBezTo>
                <a:cubicBezTo>
                  <a:pt x="627" y="527"/>
                  <a:pt x="527" y="627"/>
                  <a:pt x="627" y="627"/>
                </a:cubicBezTo>
                <a:cubicBezTo>
                  <a:pt x="627" y="728"/>
                  <a:pt x="527" y="728"/>
                  <a:pt x="527" y="728"/>
                </a:cubicBezTo>
                <a:cubicBezTo>
                  <a:pt x="527" y="728"/>
                  <a:pt x="627" y="828"/>
                  <a:pt x="527" y="828"/>
                </a:cubicBezTo>
                <a:cubicBezTo>
                  <a:pt x="527" y="828"/>
                  <a:pt x="527" y="953"/>
                  <a:pt x="401" y="953"/>
                </a:cubicBezTo>
                <a:lnTo>
                  <a:pt x="401" y="1053"/>
                </a:lnTo>
                <a:cubicBezTo>
                  <a:pt x="301" y="1053"/>
                  <a:pt x="301" y="1053"/>
                  <a:pt x="301" y="1154"/>
                </a:cubicBezTo>
                <a:lnTo>
                  <a:pt x="201" y="1154"/>
                </a:lnTo>
                <a:lnTo>
                  <a:pt x="301" y="1254"/>
                </a:lnTo>
                <a:cubicBezTo>
                  <a:pt x="301" y="1354"/>
                  <a:pt x="301" y="1354"/>
                  <a:pt x="201" y="1354"/>
                </a:cubicBezTo>
                <a:lnTo>
                  <a:pt x="201" y="1580"/>
                </a:lnTo>
                <a:lnTo>
                  <a:pt x="201" y="1680"/>
                </a:lnTo>
                <a:lnTo>
                  <a:pt x="100" y="1780"/>
                </a:lnTo>
                <a:lnTo>
                  <a:pt x="100" y="1881"/>
                </a:lnTo>
                <a:lnTo>
                  <a:pt x="100" y="1981"/>
                </a:lnTo>
                <a:lnTo>
                  <a:pt x="0" y="1981"/>
                </a:lnTo>
                <a:cubicBezTo>
                  <a:pt x="0" y="1981"/>
                  <a:pt x="100" y="2081"/>
                  <a:pt x="0" y="2081"/>
                </a:cubicBezTo>
                <a:lnTo>
                  <a:pt x="100" y="2206"/>
                </a:lnTo>
                <a:lnTo>
                  <a:pt x="527" y="2206"/>
                </a:lnTo>
                <a:cubicBezTo>
                  <a:pt x="527" y="2206"/>
                  <a:pt x="527" y="2081"/>
                  <a:pt x="627" y="2081"/>
                </a:cubicBezTo>
                <a:cubicBezTo>
                  <a:pt x="727" y="2081"/>
                  <a:pt x="627" y="1981"/>
                  <a:pt x="627" y="1981"/>
                </a:cubicBezTo>
                <a:lnTo>
                  <a:pt x="627" y="1881"/>
                </a:lnTo>
                <a:lnTo>
                  <a:pt x="727" y="1881"/>
                </a:lnTo>
                <a:lnTo>
                  <a:pt x="727" y="1780"/>
                </a:lnTo>
                <a:lnTo>
                  <a:pt x="627" y="1780"/>
                </a:lnTo>
                <a:cubicBezTo>
                  <a:pt x="727" y="1680"/>
                  <a:pt x="627" y="1680"/>
                  <a:pt x="627" y="1680"/>
                </a:cubicBezTo>
                <a:lnTo>
                  <a:pt x="627" y="1580"/>
                </a:lnTo>
                <a:lnTo>
                  <a:pt x="727" y="1580"/>
                </a:lnTo>
                <a:lnTo>
                  <a:pt x="727" y="1455"/>
                </a:lnTo>
                <a:cubicBezTo>
                  <a:pt x="627" y="1354"/>
                  <a:pt x="627" y="1354"/>
                  <a:pt x="727" y="1354"/>
                </a:cubicBezTo>
                <a:cubicBezTo>
                  <a:pt x="760" y="1388"/>
                  <a:pt x="783" y="1399"/>
                  <a:pt x="798" y="1399"/>
                </a:cubicBezTo>
                <a:cubicBezTo>
                  <a:pt x="827" y="1399"/>
                  <a:pt x="827" y="1354"/>
                  <a:pt x="827" y="1354"/>
                </a:cubicBezTo>
                <a:lnTo>
                  <a:pt x="827" y="1254"/>
                </a:lnTo>
                <a:cubicBezTo>
                  <a:pt x="827" y="1254"/>
                  <a:pt x="916" y="1299"/>
                  <a:pt x="946" y="1299"/>
                </a:cubicBezTo>
                <a:cubicBezTo>
                  <a:pt x="961" y="1299"/>
                  <a:pt x="961" y="1287"/>
                  <a:pt x="928" y="1254"/>
                </a:cubicBezTo>
                <a:lnTo>
                  <a:pt x="928" y="1154"/>
                </a:lnTo>
                <a:cubicBezTo>
                  <a:pt x="1017" y="1154"/>
                  <a:pt x="1027" y="1154"/>
                  <a:pt x="957" y="1083"/>
                </a:cubicBezTo>
                <a:lnTo>
                  <a:pt x="957" y="1083"/>
                </a:lnTo>
                <a:cubicBezTo>
                  <a:pt x="983" y="1091"/>
                  <a:pt x="1015" y="1098"/>
                  <a:pt x="1035" y="1098"/>
                </a:cubicBezTo>
                <a:cubicBezTo>
                  <a:pt x="1061" y="1098"/>
                  <a:pt x="1070" y="1087"/>
                  <a:pt x="1028" y="1053"/>
                </a:cubicBezTo>
                <a:cubicBezTo>
                  <a:pt x="1028" y="1053"/>
                  <a:pt x="928" y="1053"/>
                  <a:pt x="928" y="953"/>
                </a:cubicBezTo>
                <a:lnTo>
                  <a:pt x="928" y="953"/>
                </a:lnTo>
                <a:lnTo>
                  <a:pt x="1028" y="1053"/>
                </a:lnTo>
                <a:cubicBezTo>
                  <a:pt x="1028" y="953"/>
                  <a:pt x="1028" y="953"/>
                  <a:pt x="1153" y="953"/>
                </a:cubicBezTo>
                <a:cubicBezTo>
                  <a:pt x="1253" y="953"/>
                  <a:pt x="1153" y="828"/>
                  <a:pt x="1153" y="828"/>
                </a:cubicBezTo>
                <a:lnTo>
                  <a:pt x="1253" y="828"/>
                </a:lnTo>
                <a:lnTo>
                  <a:pt x="1253" y="728"/>
                </a:lnTo>
                <a:cubicBezTo>
                  <a:pt x="1354" y="728"/>
                  <a:pt x="1354" y="627"/>
                  <a:pt x="1354" y="627"/>
                </a:cubicBezTo>
                <a:cubicBezTo>
                  <a:pt x="1354" y="527"/>
                  <a:pt x="1253" y="527"/>
                  <a:pt x="1354" y="527"/>
                </a:cubicBezTo>
                <a:lnTo>
                  <a:pt x="1454" y="527"/>
                </a:lnTo>
                <a:cubicBezTo>
                  <a:pt x="1454" y="427"/>
                  <a:pt x="1454" y="427"/>
                  <a:pt x="1554" y="427"/>
                </a:cubicBezTo>
                <a:cubicBezTo>
                  <a:pt x="1554" y="427"/>
                  <a:pt x="1569" y="441"/>
                  <a:pt x="1576" y="441"/>
                </a:cubicBezTo>
                <a:cubicBezTo>
                  <a:pt x="1587" y="441"/>
                  <a:pt x="1578" y="403"/>
                  <a:pt x="1454" y="201"/>
                </a:cubicBezTo>
                <a:lnTo>
                  <a:pt x="1354" y="101"/>
                </a:lnTo>
                <a:lnTo>
                  <a:pt x="1253" y="1"/>
                </a:lnTo>
                <a:lnTo>
                  <a:pt x="1253" y="101"/>
                </a:lnTo>
                <a:lnTo>
                  <a:pt x="11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7"/>
          <p:cNvSpPr/>
          <p:nvPr/>
        </p:nvSpPr>
        <p:spPr>
          <a:xfrm>
            <a:off x="1658029" y="4235921"/>
            <a:ext cx="24139" cy="44662"/>
          </a:xfrm>
          <a:custGeom>
            <a:rect b="b" l="l" r="r" t="t"/>
            <a:pathLst>
              <a:path extrusionOk="0" h="2507" w="1355">
                <a:moveTo>
                  <a:pt x="628" y="0"/>
                </a:moveTo>
                <a:cubicBezTo>
                  <a:pt x="628" y="0"/>
                  <a:pt x="728" y="100"/>
                  <a:pt x="628" y="100"/>
                </a:cubicBezTo>
                <a:lnTo>
                  <a:pt x="728" y="100"/>
                </a:lnTo>
                <a:cubicBezTo>
                  <a:pt x="728" y="201"/>
                  <a:pt x="728" y="201"/>
                  <a:pt x="628" y="201"/>
                </a:cubicBezTo>
                <a:lnTo>
                  <a:pt x="628" y="326"/>
                </a:lnTo>
                <a:cubicBezTo>
                  <a:pt x="527" y="326"/>
                  <a:pt x="527" y="326"/>
                  <a:pt x="527" y="426"/>
                </a:cubicBezTo>
                <a:lnTo>
                  <a:pt x="527" y="526"/>
                </a:lnTo>
                <a:cubicBezTo>
                  <a:pt x="527" y="627"/>
                  <a:pt x="527" y="627"/>
                  <a:pt x="402" y="727"/>
                </a:cubicBezTo>
                <a:lnTo>
                  <a:pt x="402" y="827"/>
                </a:lnTo>
                <a:cubicBezTo>
                  <a:pt x="527" y="952"/>
                  <a:pt x="402" y="952"/>
                  <a:pt x="402" y="952"/>
                </a:cubicBezTo>
                <a:cubicBezTo>
                  <a:pt x="402" y="952"/>
                  <a:pt x="527" y="1053"/>
                  <a:pt x="402" y="1053"/>
                </a:cubicBezTo>
                <a:lnTo>
                  <a:pt x="402" y="1153"/>
                </a:lnTo>
                <a:cubicBezTo>
                  <a:pt x="402" y="1153"/>
                  <a:pt x="402" y="1253"/>
                  <a:pt x="302" y="1253"/>
                </a:cubicBezTo>
                <a:lnTo>
                  <a:pt x="302" y="1353"/>
                </a:lnTo>
                <a:lnTo>
                  <a:pt x="201" y="1353"/>
                </a:lnTo>
                <a:cubicBezTo>
                  <a:pt x="201" y="1454"/>
                  <a:pt x="302" y="1454"/>
                  <a:pt x="302" y="1579"/>
                </a:cubicBezTo>
                <a:lnTo>
                  <a:pt x="201" y="1679"/>
                </a:lnTo>
                <a:lnTo>
                  <a:pt x="201" y="1779"/>
                </a:lnTo>
                <a:cubicBezTo>
                  <a:pt x="201" y="1880"/>
                  <a:pt x="302" y="1880"/>
                  <a:pt x="201" y="1980"/>
                </a:cubicBezTo>
                <a:cubicBezTo>
                  <a:pt x="201" y="2080"/>
                  <a:pt x="101" y="2080"/>
                  <a:pt x="101" y="2080"/>
                </a:cubicBezTo>
                <a:lnTo>
                  <a:pt x="101" y="2306"/>
                </a:lnTo>
                <a:lnTo>
                  <a:pt x="1" y="2306"/>
                </a:lnTo>
                <a:lnTo>
                  <a:pt x="101" y="2406"/>
                </a:lnTo>
                <a:lnTo>
                  <a:pt x="201" y="2406"/>
                </a:lnTo>
                <a:cubicBezTo>
                  <a:pt x="302" y="2506"/>
                  <a:pt x="527" y="2506"/>
                  <a:pt x="527" y="2506"/>
                </a:cubicBezTo>
                <a:lnTo>
                  <a:pt x="628" y="2506"/>
                </a:lnTo>
                <a:cubicBezTo>
                  <a:pt x="628" y="2506"/>
                  <a:pt x="628" y="2406"/>
                  <a:pt x="728" y="2406"/>
                </a:cubicBezTo>
                <a:lnTo>
                  <a:pt x="728" y="2306"/>
                </a:lnTo>
                <a:cubicBezTo>
                  <a:pt x="728" y="2206"/>
                  <a:pt x="628" y="2206"/>
                  <a:pt x="728" y="2206"/>
                </a:cubicBezTo>
                <a:lnTo>
                  <a:pt x="728" y="2080"/>
                </a:lnTo>
                <a:lnTo>
                  <a:pt x="728" y="1980"/>
                </a:lnTo>
                <a:cubicBezTo>
                  <a:pt x="728" y="1980"/>
                  <a:pt x="628" y="1880"/>
                  <a:pt x="728" y="1880"/>
                </a:cubicBezTo>
                <a:cubicBezTo>
                  <a:pt x="728" y="1880"/>
                  <a:pt x="628" y="1880"/>
                  <a:pt x="628" y="1779"/>
                </a:cubicBezTo>
                <a:cubicBezTo>
                  <a:pt x="728" y="1779"/>
                  <a:pt x="828" y="1779"/>
                  <a:pt x="728" y="1679"/>
                </a:cubicBezTo>
                <a:lnTo>
                  <a:pt x="728" y="1579"/>
                </a:lnTo>
                <a:cubicBezTo>
                  <a:pt x="828" y="1579"/>
                  <a:pt x="828" y="1579"/>
                  <a:pt x="828" y="1454"/>
                </a:cubicBezTo>
                <a:lnTo>
                  <a:pt x="828" y="1353"/>
                </a:lnTo>
                <a:lnTo>
                  <a:pt x="928" y="1353"/>
                </a:lnTo>
                <a:cubicBezTo>
                  <a:pt x="828" y="1253"/>
                  <a:pt x="928" y="1253"/>
                  <a:pt x="928" y="1253"/>
                </a:cubicBezTo>
                <a:lnTo>
                  <a:pt x="928" y="1153"/>
                </a:lnTo>
                <a:cubicBezTo>
                  <a:pt x="828" y="1153"/>
                  <a:pt x="1029" y="1153"/>
                  <a:pt x="1029" y="1053"/>
                </a:cubicBezTo>
                <a:lnTo>
                  <a:pt x="1029" y="952"/>
                </a:lnTo>
                <a:cubicBezTo>
                  <a:pt x="1154" y="827"/>
                  <a:pt x="1029" y="827"/>
                  <a:pt x="928" y="827"/>
                </a:cubicBezTo>
                <a:cubicBezTo>
                  <a:pt x="928" y="727"/>
                  <a:pt x="1029" y="727"/>
                  <a:pt x="1029" y="727"/>
                </a:cubicBezTo>
                <a:cubicBezTo>
                  <a:pt x="1029" y="727"/>
                  <a:pt x="1154" y="727"/>
                  <a:pt x="1154" y="627"/>
                </a:cubicBezTo>
                <a:cubicBezTo>
                  <a:pt x="1029" y="627"/>
                  <a:pt x="1029" y="627"/>
                  <a:pt x="1154" y="526"/>
                </a:cubicBezTo>
                <a:lnTo>
                  <a:pt x="1154" y="426"/>
                </a:lnTo>
                <a:cubicBezTo>
                  <a:pt x="1154" y="426"/>
                  <a:pt x="1029" y="326"/>
                  <a:pt x="1154" y="326"/>
                </a:cubicBezTo>
                <a:cubicBezTo>
                  <a:pt x="1154" y="326"/>
                  <a:pt x="1254" y="326"/>
                  <a:pt x="1254" y="201"/>
                </a:cubicBezTo>
                <a:cubicBezTo>
                  <a:pt x="1154" y="201"/>
                  <a:pt x="1154" y="201"/>
                  <a:pt x="1154" y="100"/>
                </a:cubicBezTo>
                <a:cubicBezTo>
                  <a:pt x="1154" y="100"/>
                  <a:pt x="1354" y="100"/>
                  <a:pt x="1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7"/>
          <p:cNvSpPr/>
          <p:nvPr/>
        </p:nvSpPr>
        <p:spPr>
          <a:xfrm>
            <a:off x="2203204" y="3429988"/>
            <a:ext cx="25921" cy="32958"/>
          </a:xfrm>
          <a:custGeom>
            <a:rect b="b" l="l" r="r" t="t"/>
            <a:pathLst>
              <a:path extrusionOk="0" h="1850" w="1455">
                <a:moveTo>
                  <a:pt x="928" y="552"/>
                </a:moveTo>
                <a:cubicBezTo>
                  <a:pt x="928" y="552"/>
                  <a:pt x="928" y="652"/>
                  <a:pt x="828" y="652"/>
                </a:cubicBezTo>
                <a:lnTo>
                  <a:pt x="928" y="552"/>
                </a:lnTo>
                <a:close/>
                <a:moveTo>
                  <a:pt x="414" y="1"/>
                </a:moveTo>
                <a:cubicBezTo>
                  <a:pt x="402" y="1"/>
                  <a:pt x="352" y="26"/>
                  <a:pt x="201" y="126"/>
                </a:cubicBezTo>
                <a:lnTo>
                  <a:pt x="101" y="226"/>
                </a:lnTo>
                <a:lnTo>
                  <a:pt x="101" y="326"/>
                </a:lnTo>
                <a:cubicBezTo>
                  <a:pt x="101" y="326"/>
                  <a:pt x="1" y="452"/>
                  <a:pt x="101" y="452"/>
                </a:cubicBezTo>
                <a:cubicBezTo>
                  <a:pt x="101" y="485"/>
                  <a:pt x="112" y="496"/>
                  <a:pt x="127" y="496"/>
                </a:cubicBezTo>
                <a:cubicBezTo>
                  <a:pt x="157" y="496"/>
                  <a:pt x="201" y="452"/>
                  <a:pt x="201" y="452"/>
                </a:cubicBezTo>
                <a:lnTo>
                  <a:pt x="201" y="552"/>
                </a:lnTo>
                <a:lnTo>
                  <a:pt x="201" y="652"/>
                </a:lnTo>
                <a:lnTo>
                  <a:pt x="301" y="652"/>
                </a:lnTo>
                <a:cubicBezTo>
                  <a:pt x="301" y="753"/>
                  <a:pt x="402" y="753"/>
                  <a:pt x="301" y="753"/>
                </a:cubicBezTo>
                <a:cubicBezTo>
                  <a:pt x="301" y="853"/>
                  <a:pt x="402" y="853"/>
                  <a:pt x="402" y="853"/>
                </a:cubicBezTo>
                <a:lnTo>
                  <a:pt x="502" y="853"/>
                </a:lnTo>
                <a:cubicBezTo>
                  <a:pt x="502" y="903"/>
                  <a:pt x="533" y="903"/>
                  <a:pt x="549" y="903"/>
                </a:cubicBezTo>
                <a:cubicBezTo>
                  <a:pt x="565" y="903"/>
                  <a:pt x="565" y="903"/>
                  <a:pt x="502" y="953"/>
                </a:cubicBezTo>
                <a:lnTo>
                  <a:pt x="627" y="1078"/>
                </a:lnTo>
                <a:cubicBezTo>
                  <a:pt x="502" y="1179"/>
                  <a:pt x="627" y="1179"/>
                  <a:pt x="627" y="1179"/>
                </a:cubicBezTo>
                <a:cubicBezTo>
                  <a:pt x="502" y="1279"/>
                  <a:pt x="627" y="1279"/>
                  <a:pt x="727" y="1279"/>
                </a:cubicBezTo>
                <a:lnTo>
                  <a:pt x="727" y="1379"/>
                </a:lnTo>
                <a:lnTo>
                  <a:pt x="828" y="1379"/>
                </a:lnTo>
                <a:lnTo>
                  <a:pt x="828" y="1479"/>
                </a:lnTo>
                <a:lnTo>
                  <a:pt x="828" y="1580"/>
                </a:lnTo>
                <a:lnTo>
                  <a:pt x="828" y="1705"/>
                </a:lnTo>
                <a:cubicBezTo>
                  <a:pt x="828" y="1705"/>
                  <a:pt x="928" y="1705"/>
                  <a:pt x="928" y="1805"/>
                </a:cubicBezTo>
                <a:cubicBezTo>
                  <a:pt x="928" y="1839"/>
                  <a:pt x="928" y="1850"/>
                  <a:pt x="932" y="1850"/>
                </a:cubicBezTo>
                <a:cubicBezTo>
                  <a:pt x="939" y="1850"/>
                  <a:pt x="961" y="1805"/>
                  <a:pt x="1028" y="1805"/>
                </a:cubicBezTo>
                <a:cubicBezTo>
                  <a:pt x="1128" y="1805"/>
                  <a:pt x="1354" y="1805"/>
                  <a:pt x="1454" y="1705"/>
                </a:cubicBezTo>
                <a:cubicBezTo>
                  <a:pt x="1354" y="1705"/>
                  <a:pt x="1454" y="1705"/>
                  <a:pt x="1454" y="1580"/>
                </a:cubicBezTo>
                <a:lnTo>
                  <a:pt x="1454" y="1479"/>
                </a:lnTo>
                <a:cubicBezTo>
                  <a:pt x="1354" y="1479"/>
                  <a:pt x="1354" y="1479"/>
                  <a:pt x="1354" y="1379"/>
                </a:cubicBezTo>
                <a:lnTo>
                  <a:pt x="1354" y="1279"/>
                </a:lnTo>
                <a:lnTo>
                  <a:pt x="1254" y="1279"/>
                </a:lnTo>
                <a:cubicBezTo>
                  <a:pt x="1254" y="1279"/>
                  <a:pt x="1128" y="1279"/>
                  <a:pt x="1254" y="1179"/>
                </a:cubicBezTo>
                <a:lnTo>
                  <a:pt x="1128" y="1179"/>
                </a:lnTo>
                <a:cubicBezTo>
                  <a:pt x="1128" y="1179"/>
                  <a:pt x="1254" y="1078"/>
                  <a:pt x="1128" y="1078"/>
                </a:cubicBezTo>
                <a:lnTo>
                  <a:pt x="1028" y="1078"/>
                </a:lnTo>
                <a:lnTo>
                  <a:pt x="1028" y="953"/>
                </a:lnTo>
                <a:lnTo>
                  <a:pt x="1028" y="853"/>
                </a:lnTo>
                <a:cubicBezTo>
                  <a:pt x="1028" y="853"/>
                  <a:pt x="1128" y="753"/>
                  <a:pt x="1028" y="753"/>
                </a:cubicBezTo>
                <a:lnTo>
                  <a:pt x="1028" y="652"/>
                </a:lnTo>
                <a:lnTo>
                  <a:pt x="928" y="652"/>
                </a:lnTo>
                <a:cubicBezTo>
                  <a:pt x="908" y="672"/>
                  <a:pt x="900" y="680"/>
                  <a:pt x="899" y="680"/>
                </a:cubicBezTo>
                <a:cubicBezTo>
                  <a:pt x="896" y="680"/>
                  <a:pt x="1008" y="552"/>
                  <a:pt x="928" y="552"/>
                </a:cubicBezTo>
                <a:lnTo>
                  <a:pt x="928" y="452"/>
                </a:lnTo>
                <a:lnTo>
                  <a:pt x="828" y="452"/>
                </a:lnTo>
                <a:cubicBezTo>
                  <a:pt x="861" y="410"/>
                  <a:pt x="872" y="396"/>
                  <a:pt x="869" y="396"/>
                </a:cubicBezTo>
                <a:cubicBezTo>
                  <a:pt x="861" y="396"/>
                  <a:pt x="794" y="452"/>
                  <a:pt x="727" y="452"/>
                </a:cubicBezTo>
                <a:lnTo>
                  <a:pt x="828" y="326"/>
                </a:lnTo>
                <a:lnTo>
                  <a:pt x="727" y="326"/>
                </a:lnTo>
                <a:cubicBezTo>
                  <a:pt x="727" y="326"/>
                  <a:pt x="627" y="326"/>
                  <a:pt x="727" y="226"/>
                </a:cubicBezTo>
                <a:cubicBezTo>
                  <a:pt x="727" y="126"/>
                  <a:pt x="627" y="126"/>
                  <a:pt x="627" y="126"/>
                </a:cubicBezTo>
                <a:cubicBezTo>
                  <a:pt x="544" y="126"/>
                  <a:pt x="516" y="171"/>
                  <a:pt x="507" y="171"/>
                </a:cubicBezTo>
                <a:cubicBezTo>
                  <a:pt x="502" y="171"/>
                  <a:pt x="502" y="159"/>
                  <a:pt x="502" y="126"/>
                </a:cubicBezTo>
                <a:lnTo>
                  <a:pt x="502" y="26"/>
                </a:lnTo>
                <a:cubicBezTo>
                  <a:pt x="468" y="59"/>
                  <a:pt x="446" y="70"/>
                  <a:pt x="431" y="70"/>
                </a:cubicBezTo>
                <a:cubicBezTo>
                  <a:pt x="402" y="70"/>
                  <a:pt x="402" y="26"/>
                  <a:pt x="402" y="26"/>
                </a:cubicBezTo>
                <a:cubicBezTo>
                  <a:pt x="402" y="26"/>
                  <a:pt x="427"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7"/>
          <p:cNvSpPr/>
          <p:nvPr/>
        </p:nvSpPr>
        <p:spPr>
          <a:xfrm>
            <a:off x="2400113" y="3419281"/>
            <a:ext cx="33510" cy="23070"/>
          </a:xfrm>
          <a:custGeom>
            <a:rect b="b" l="l" r="r" t="t"/>
            <a:pathLst>
              <a:path extrusionOk="0" h="1295" w="1881">
                <a:moveTo>
                  <a:pt x="1479" y="0"/>
                </a:moveTo>
                <a:cubicBezTo>
                  <a:pt x="1354" y="0"/>
                  <a:pt x="1479" y="100"/>
                  <a:pt x="1354" y="100"/>
                </a:cubicBezTo>
                <a:cubicBezTo>
                  <a:pt x="1253" y="100"/>
                  <a:pt x="1354" y="201"/>
                  <a:pt x="1253" y="201"/>
                </a:cubicBezTo>
                <a:lnTo>
                  <a:pt x="1253" y="301"/>
                </a:lnTo>
                <a:cubicBezTo>
                  <a:pt x="1253" y="267"/>
                  <a:pt x="1253" y="256"/>
                  <a:pt x="1250" y="256"/>
                </a:cubicBezTo>
                <a:cubicBezTo>
                  <a:pt x="1242" y="256"/>
                  <a:pt x="1220" y="301"/>
                  <a:pt x="1153" y="301"/>
                </a:cubicBezTo>
                <a:lnTo>
                  <a:pt x="1153" y="426"/>
                </a:lnTo>
                <a:cubicBezTo>
                  <a:pt x="1153" y="426"/>
                  <a:pt x="1109" y="326"/>
                  <a:pt x="1079" y="326"/>
                </a:cubicBezTo>
                <a:cubicBezTo>
                  <a:pt x="1064" y="326"/>
                  <a:pt x="1053" y="351"/>
                  <a:pt x="1053" y="426"/>
                </a:cubicBezTo>
                <a:lnTo>
                  <a:pt x="1053" y="526"/>
                </a:lnTo>
                <a:lnTo>
                  <a:pt x="953" y="426"/>
                </a:lnTo>
                <a:lnTo>
                  <a:pt x="953" y="526"/>
                </a:lnTo>
                <a:cubicBezTo>
                  <a:pt x="874" y="526"/>
                  <a:pt x="857" y="388"/>
                  <a:pt x="853" y="388"/>
                </a:cubicBezTo>
                <a:cubicBezTo>
                  <a:pt x="852" y="388"/>
                  <a:pt x="852" y="399"/>
                  <a:pt x="852" y="426"/>
                </a:cubicBezTo>
                <a:cubicBezTo>
                  <a:pt x="852" y="460"/>
                  <a:pt x="852" y="471"/>
                  <a:pt x="848" y="471"/>
                </a:cubicBezTo>
                <a:cubicBezTo>
                  <a:pt x="839" y="471"/>
                  <a:pt x="811" y="426"/>
                  <a:pt x="727" y="426"/>
                </a:cubicBezTo>
                <a:lnTo>
                  <a:pt x="727" y="526"/>
                </a:lnTo>
                <a:cubicBezTo>
                  <a:pt x="727" y="548"/>
                  <a:pt x="723" y="555"/>
                  <a:pt x="716" y="555"/>
                </a:cubicBezTo>
                <a:cubicBezTo>
                  <a:pt x="696" y="555"/>
                  <a:pt x="658" y="498"/>
                  <a:pt x="638" y="498"/>
                </a:cubicBezTo>
                <a:cubicBezTo>
                  <a:pt x="631" y="498"/>
                  <a:pt x="627" y="505"/>
                  <a:pt x="627" y="526"/>
                </a:cubicBezTo>
                <a:lnTo>
                  <a:pt x="527" y="526"/>
                </a:lnTo>
                <a:lnTo>
                  <a:pt x="527" y="627"/>
                </a:lnTo>
                <a:cubicBezTo>
                  <a:pt x="527" y="660"/>
                  <a:pt x="515" y="671"/>
                  <a:pt x="501" y="671"/>
                </a:cubicBezTo>
                <a:cubicBezTo>
                  <a:pt x="471" y="671"/>
                  <a:pt x="426" y="627"/>
                  <a:pt x="426" y="627"/>
                </a:cubicBezTo>
                <a:cubicBezTo>
                  <a:pt x="360" y="627"/>
                  <a:pt x="337" y="671"/>
                  <a:pt x="330" y="671"/>
                </a:cubicBezTo>
                <a:cubicBezTo>
                  <a:pt x="326" y="671"/>
                  <a:pt x="326" y="660"/>
                  <a:pt x="326" y="627"/>
                </a:cubicBezTo>
                <a:cubicBezTo>
                  <a:pt x="226" y="627"/>
                  <a:pt x="226" y="627"/>
                  <a:pt x="226" y="727"/>
                </a:cubicBezTo>
                <a:cubicBezTo>
                  <a:pt x="142" y="727"/>
                  <a:pt x="114" y="682"/>
                  <a:pt x="105" y="682"/>
                </a:cubicBezTo>
                <a:cubicBezTo>
                  <a:pt x="101" y="682"/>
                  <a:pt x="101" y="694"/>
                  <a:pt x="101" y="727"/>
                </a:cubicBezTo>
                <a:cubicBezTo>
                  <a:pt x="101" y="827"/>
                  <a:pt x="101" y="827"/>
                  <a:pt x="0" y="827"/>
                </a:cubicBezTo>
                <a:lnTo>
                  <a:pt x="0" y="927"/>
                </a:lnTo>
                <a:cubicBezTo>
                  <a:pt x="0" y="1053"/>
                  <a:pt x="101" y="1153"/>
                  <a:pt x="101" y="1153"/>
                </a:cubicBezTo>
                <a:lnTo>
                  <a:pt x="101" y="1253"/>
                </a:lnTo>
                <a:lnTo>
                  <a:pt x="226" y="1253"/>
                </a:lnTo>
                <a:cubicBezTo>
                  <a:pt x="255" y="1283"/>
                  <a:pt x="267" y="1295"/>
                  <a:pt x="270" y="1295"/>
                </a:cubicBezTo>
                <a:cubicBezTo>
                  <a:pt x="276" y="1295"/>
                  <a:pt x="226" y="1224"/>
                  <a:pt x="226" y="1153"/>
                </a:cubicBezTo>
                <a:lnTo>
                  <a:pt x="226" y="1153"/>
                </a:lnTo>
                <a:lnTo>
                  <a:pt x="326" y="1253"/>
                </a:lnTo>
                <a:lnTo>
                  <a:pt x="326" y="1153"/>
                </a:lnTo>
                <a:cubicBezTo>
                  <a:pt x="326" y="1253"/>
                  <a:pt x="426" y="1253"/>
                  <a:pt x="426" y="1253"/>
                </a:cubicBezTo>
                <a:lnTo>
                  <a:pt x="426" y="1153"/>
                </a:lnTo>
                <a:cubicBezTo>
                  <a:pt x="426" y="1253"/>
                  <a:pt x="426" y="1253"/>
                  <a:pt x="527" y="1253"/>
                </a:cubicBezTo>
                <a:lnTo>
                  <a:pt x="527" y="1153"/>
                </a:lnTo>
                <a:cubicBezTo>
                  <a:pt x="560" y="1186"/>
                  <a:pt x="582" y="1198"/>
                  <a:pt x="597" y="1198"/>
                </a:cubicBezTo>
                <a:cubicBezTo>
                  <a:pt x="627" y="1198"/>
                  <a:pt x="627" y="1153"/>
                  <a:pt x="627" y="1153"/>
                </a:cubicBezTo>
                <a:lnTo>
                  <a:pt x="727" y="1153"/>
                </a:lnTo>
                <a:cubicBezTo>
                  <a:pt x="727" y="1153"/>
                  <a:pt x="852" y="1153"/>
                  <a:pt x="852" y="1053"/>
                </a:cubicBezTo>
                <a:cubicBezTo>
                  <a:pt x="852" y="1053"/>
                  <a:pt x="852" y="953"/>
                  <a:pt x="882" y="953"/>
                </a:cubicBezTo>
                <a:cubicBezTo>
                  <a:pt x="897" y="953"/>
                  <a:pt x="919" y="978"/>
                  <a:pt x="953" y="1053"/>
                </a:cubicBezTo>
                <a:lnTo>
                  <a:pt x="953" y="927"/>
                </a:lnTo>
                <a:lnTo>
                  <a:pt x="1053" y="927"/>
                </a:lnTo>
                <a:cubicBezTo>
                  <a:pt x="1086" y="969"/>
                  <a:pt x="1109" y="983"/>
                  <a:pt x="1124" y="983"/>
                </a:cubicBezTo>
                <a:cubicBezTo>
                  <a:pt x="1153" y="983"/>
                  <a:pt x="1153" y="927"/>
                  <a:pt x="1153" y="927"/>
                </a:cubicBezTo>
                <a:lnTo>
                  <a:pt x="1253" y="927"/>
                </a:lnTo>
                <a:lnTo>
                  <a:pt x="1253" y="827"/>
                </a:lnTo>
                <a:lnTo>
                  <a:pt x="1354" y="827"/>
                </a:lnTo>
                <a:lnTo>
                  <a:pt x="1479" y="727"/>
                </a:lnTo>
                <a:lnTo>
                  <a:pt x="1479" y="627"/>
                </a:lnTo>
                <a:lnTo>
                  <a:pt x="1579" y="627"/>
                </a:lnTo>
                <a:cubicBezTo>
                  <a:pt x="1579" y="627"/>
                  <a:pt x="1624" y="671"/>
                  <a:pt x="1654" y="671"/>
                </a:cubicBezTo>
                <a:cubicBezTo>
                  <a:pt x="1668" y="671"/>
                  <a:pt x="1680" y="660"/>
                  <a:pt x="1680" y="627"/>
                </a:cubicBezTo>
                <a:lnTo>
                  <a:pt x="1780" y="526"/>
                </a:lnTo>
                <a:cubicBezTo>
                  <a:pt x="1780" y="526"/>
                  <a:pt x="1824" y="616"/>
                  <a:pt x="1854" y="616"/>
                </a:cubicBezTo>
                <a:cubicBezTo>
                  <a:pt x="1869" y="616"/>
                  <a:pt x="1880" y="593"/>
                  <a:pt x="1880" y="526"/>
                </a:cubicBezTo>
                <a:lnTo>
                  <a:pt x="1780" y="426"/>
                </a:lnTo>
                <a:cubicBezTo>
                  <a:pt x="1780" y="301"/>
                  <a:pt x="1680" y="100"/>
                  <a:pt x="1579" y="100"/>
                </a:cubicBezTo>
                <a:lnTo>
                  <a:pt x="14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7"/>
          <p:cNvSpPr/>
          <p:nvPr/>
        </p:nvSpPr>
        <p:spPr>
          <a:xfrm>
            <a:off x="2413064" y="3449193"/>
            <a:ext cx="33492" cy="17334"/>
          </a:xfrm>
          <a:custGeom>
            <a:rect b="b" l="l" r="r" t="t"/>
            <a:pathLst>
              <a:path extrusionOk="0" h="973" w="1880">
                <a:moveTo>
                  <a:pt x="1379" y="0"/>
                </a:moveTo>
                <a:cubicBezTo>
                  <a:pt x="1253" y="0"/>
                  <a:pt x="1379" y="101"/>
                  <a:pt x="1379" y="101"/>
                </a:cubicBezTo>
                <a:lnTo>
                  <a:pt x="1253" y="101"/>
                </a:lnTo>
                <a:lnTo>
                  <a:pt x="1253" y="201"/>
                </a:lnTo>
                <a:cubicBezTo>
                  <a:pt x="1153" y="201"/>
                  <a:pt x="1253" y="301"/>
                  <a:pt x="1153" y="301"/>
                </a:cubicBezTo>
                <a:cubicBezTo>
                  <a:pt x="1153" y="301"/>
                  <a:pt x="1108" y="257"/>
                  <a:pt x="1079" y="257"/>
                </a:cubicBezTo>
                <a:cubicBezTo>
                  <a:pt x="1064" y="257"/>
                  <a:pt x="1053" y="268"/>
                  <a:pt x="1053" y="301"/>
                </a:cubicBezTo>
                <a:lnTo>
                  <a:pt x="1053" y="401"/>
                </a:lnTo>
                <a:lnTo>
                  <a:pt x="953" y="301"/>
                </a:lnTo>
                <a:cubicBezTo>
                  <a:pt x="953" y="322"/>
                  <a:pt x="948" y="330"/>
                  <a:pt x="941" y="330"/>
                </a:cubicBezTo>
                <a:cubicBezTo>
                  <a:pt x="922" y="330"/>
                  <a:pt x="883" y="272"/>
                  <a:pt x="864" y="272"/>
                </a:cubicBezTo>
                <a:cubicBezTo>
                  <a:pt x="857" y="272"/>
                  <a:pt x="852" y="280"/>
                  <a:pt x="852" y="301"/>
                </a:cubicBezTo>
                <a:cubicBezTo>
                  <a:pt x="752" y="301"/>
                  <a:pt x="752" y="301"/>
                  <a:pt x="752" y="401"/>
                </a:cubicBezTo>
                <a:cubicBezTo>
                  <a:pt x="752" y="431"/>
                  <a:pt x="752" y="443"/>
                  <a:pt x="749" y="443"/>
                </a:cubicBezTo>
                <a:cubicBezTo>
                  <a:pt x="741" y="443"/>
                  <a:pt x="715" y="372"/>
                  <a:pt x="627" y="301"/>
                </a:cubicBezTo>
                <a:cubicBezTo>
                  <a:pt x="627" y="301"/>
                  <a:pt x="627" y="401"/>
                  <a:pt x="526" y="401"/>
                </a:cubicBezTo>
                <a:lnTo>
                  <a:pt x="526" y="301"/>
                </a:lnTo>
                <a:cubicBezTo>
                  <a:pt x="476" y="351"/>
                  <a:pt x="451" y="376"/>
                  <a:pt x="439" y="376"/>
                </a:cubicBezTo>
                <a:cubicBezTo>
                  <a:pt x="426" y="376"/>
                  <a:pt x="426" y="351"/>
                  <a:pt x="426" y="301"/>
                </a:cubicBezTo>
                <a:lnTo>
                  <a:pt x="326" y="401"/>
                </a:lnTo>
                <a:cubicBezTo>
                  <a:pt x="326" y="301"/>
                  <a:pt x="326" y="301"/>
                  <a:pt x="226" y="301"/>
                </a:cubicBezTo>
                <a:cubicBezTo>
                  <a:pt x="226" y="301"/>
                  <a:pt x="226" y="285"/>
                  <a:pt x="219" y="285"/>
                </a:cubicBezTo>
                <a:cubicBezTo>
                  <a:pt x="210" y="285"/>
                  <a:pt x="186" y="321"/>
                  <a:pt x="125" y="502"/>
                </a:cubicBezTo>
                <a:cubicBezTo>
                  <a:pt x="125" y="502"/>
                  <a:pt x="0" y="627"/>
                  <a:pt x="0" y="727"/>
                </a:cubicBezTo>
                <a:lnTo>
                  <a:pt x="0" y="827"/>
                </a:lnTo>
                <a:lnTo>
                  <a:pt x="125" y="827"/>
                </a:lnTo>
                <a:cubicBezTo>
                  <a:pt x="125" y="861"/>
                  <a:pt x="137" y="872"/>
                  <a:pt x="151" y="872"/>
                </a:cubicBezTo>
                <a:cubicBezTo>
                  <a:pt x="181" y="872"/>
                  <a:pt x="226" y="827"/>
                  <a:pt x="226" y="827"/>
                </a:cubicBezTo>
                <a:lnTo>
                  <a:pt x="226" y="928"/>
                </a:lnTo>
                <a:lnTo>
                  <a:pt x="326" y="827"/>
                </a:lnTo>
                <a:lnTo>
                  <a:pt x="326" y="928"/>
                </a:lnTo>
                <a:lnTo>
                  <a:pt x="426" y="928"/>
                </a:lnTo>
                <a:cubicBezTo>
                  <a:pt x="426" y="961"/>
                  <a:pt x="426" y="972"/>
                  <a:pt x="430" y="972"/>
                </a:cubicBezTo>
                <a:cubicBezTo>
                  <a:pt x="437" y="972"/>
                  <a:pt x="460" y="928"/>
                  <a:pt x="526" y="928"/>
                </a:cubicBezTo>
                <a:lnTo>
                  <a:pt x="627" y="928"/>
                </a:lnTo>
                <a:cubicBezTo>
                  <a:pt x="627" y="961"/>
                  <a:pt x="641" y="972"/>
                  <a:pt x="659" y="972"/>
                </a:cubicBezTo>
                <a:cubicBezTo>
                  <a:pt x="696" y="972"/>
                  <a:pt x="752" y="928"/>
                  <a:pt x="752" y="928"/>
                </a:cubicBezTo>
                <a:cubicBezTo>
                  <a:pt x="752" y="894"/>
                  <a:pt x="752" y="883"/>
                  <a:pt x="756" y="883"/>
                </a:cubicBezTo>
                <a:cubicBezTo>
                  <a:pt x="763" y="883"/>
                  <a:pt x="785" y="928"/>
                  <a:pt x="852" y="928"/>
                </a:cubicBezTo>
                <a:cubicBezTo>
                  <a:pt x="953" y="928"/>
                  <a:pt x="953" y="827"/>
                  <a:pt x="953" y="827"/>
                </a:cubicBezTo>
                <a:lnTo>
                  <a:pt x="1053" y="827"/>
                </a:lnTo>
                <a:cubicBezTo>
                  <a:pt x="1053" y="861"/>
                  <a:pt x="1053" y="872"/>
                  <a:pt x="1056" y="872"/>
                </a:cubicBezTo>
                <a:cubicBezTo>
                  <a:pt x="1064" y="872"/>
                  <a:pt x="1086" y="827"/>
                  <a:pt x="1153" y="827"/>
                </a:cubicBezTo>
                <a:lnTo>
                  <a:pt x="1153" y="928"/>
                </a:lnTo>
                <a:cubicBezTo>
                  <a:pt x="1253" y="928"/>
                  <a:pt x="1253" y="827"/>
                  <a:pt x="1253" y="727"/>
                </a:cubicBezTo>
                <a:lnTo>
                  <a:pt x="1379" y="727"/>
                </a:lnTo>
                <a:lnTo>
                  <a:pt x="1479" y="627"/>
                </a:lnTo>
                <a:lnTo>
                  <a:pt x="1479" y="502"/>
                </a:lnTo>
                <a:cubicBezTo>
                  <a:pt x="1479" y="502"/>
                  <a:pt x="1523" y="557"/>
                  <a:pt x="1553" y="557"/>
                </a:cubicBezTo>
                <a:cubicBezTo>
                  <a:pt x="1568" y="557"/>
                  <a:pt x="1579" y="543"/>
                  <a:pt x="1579" y="502"/>
                </a:cubicBezTo>
                <a:cubicBezTo>
                  <a:pt x="1579" y="502"/>
                  <a:pt x="1579" y="557"/>
                  <a:pt x="1609" y="557"/>
                </a:cubicBezTo>
                <a:cubicBezTo>
                  <a:pt x="1624" y="557"/>
                  <a:pt x="1646" y="543"/>
                  <a:pt x="1679" y="502"/>
                </a:cubicBezTo>
                <a:lnTo>
                  <a:pt x="1679" y="401"/>
                </a:lnTo>
                <a:cubicBezTo>
                  <a:pt x="1780" y="401"/>
                  <a:pt x="1780" y="502"/>
                  <a:pt x="1780" y="502"/>
                </a:cubicBezTo>
                <a:lnTo>
                  <a:pt x="1780" y="401"/>
                </a:lnTo>
                <a:cubicBezTo>
                  <a:pt x="1880" y="401"/>
                  <a:pt x="1780" y="401"/>
                  <a:pt x="1780" y="301"/>
                </a:cubicBezTo>
                <a:lnTo>
                  <a:pt x="14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7"/>
          <p:cNvSpPr/>
          <p:nvPr/>
        </p:nvSpPr>
        <p:spPr>
          <a:xfrm>
            <a:off x="1473644" y="3125476"/>
            <a:ext cx="20541" cy="25921"/>
          </a:xfrm>
          <a:custGeom>
            <a:rect b="b" l="l" r="r" t="t"/>
            <a:pathLst>
              <a:path extrusionOk="0" h="1455" w="1153">
                <a:moveTo>
                  <a:pt x="627" y="1"/>
                </a:moveTo>
                <a:lnTo>
                  <a:pt x="627" y="101"/>
                </a:lnTo>
                <a:lnTo>
                  <a:pt x="627" y="201"/>
                </a:lnTo>
                <a:lnTo>
                  <a:pt x="526" y="201"/>
                </a:lnTo>
                <a:lnTo>
                  <a:pt x="627" y="302"/>
                </a:lnTo>
                <a:cubicBezTo>
                  <a:pt x="526" y="302"/>
                  <a:pt x="627" y="402"/>
                  <a:pt x="627" y="402"/>
                </a:cubicBezTo>
                <a:cubicBezTo>
                  <a:pt x="627" y="402"/>
                  <a:pt x="537" y="357"/>
                  <a:pt x="508" y="357"/>
                </a:cubicBezTo>
                <a:cubicBezTo>
                  <a:pt x="493" y="357"/>
                  <a:pt x="493" y="368"/>
                  <a:pt x="526" y="402"/>
                </a:cubicBezTo>
                <a:lnTo>
                  <a:pt x="526" y="502"/>
                </a:lnTo>
                <a:lnTo>
                  <a:pt x="426" y="502"/>
                </a:lnTo>
                <a:lnTo>
                  <a:pt x="426" y="627"/>
                </a:lnTo>
                <a:cubicBezTo>
                  <a:pt x="426" y="627"/>
                  <a:pt x="382" y="572"/>
                  <a:pt x="352" y="572"/>
                </a:cubicBezTo>
                <a:cubicBezTo>
                  <a:pt x="337" y="572"/>
                  <a:pt x="326" y="586"/>
                  <a:pt x="326" y="627"/>
                </a:cubicBezTo>
                <a:lnTo>
                  <a:pt x="326" y="690"/>
                </a:lnTo>
                <a:lnTo>
                  <a:pt x="326" y="690"/>
                </a:lnTo>
                <a:cubicBezTo>
                  <a:pt x="317" y="686"/>
                  <a:pt x="309" y="683"/>
                  <a:pt x="304" y="683"/>
                </a:cubicBezTo>
                <a:cubicBezTo>
                  <a:pt x="292" y="683"/>
                  <a:pt x="292" y="694"/>
                  <a:pt x="326" y="728"/>
                </a:cubicBezTo>
                <a:lnTo>
                  <a:pt x="326" y="828"/>
                </a:lnTo>
                <a:lnTo>
                  <a:pt x="226" y="828"/>
                </a:lnTo>
                <a:lnTo>
                  <a:pt x="326" y="928"/>
                </a:lnTo>
                <a:lnTo>
                  <a:pt x="226" y="928"/>
                </a:lnTo>
                <a:lnTo>
                  <a:pt x="226" y="1028"/>
                </a:lnTo>
                <a:cubicBezTo>
                  <a:pt x="100" y="1028"/>
                  <a:pt x="100" y="1028"/>
                  <a:pt x="226" y="1129"/>
                </a:cubicBezTo>
                <a:lnTo>
                  <a:pt x="100" y="1254"/>
                </a:lnTo>
                <a:lnTo>
                  <a:pt x="226" y="1254"/>
                </a:lnTo>
                <a:cubicBezTo>
                  <a:pt x="226" y="1254"/>
                  <a:pt x="0" y="1254"/>
                  <a:pt x="326" y="1354"/>
                </a:cubicBezTo>
                <a:cubicBezTo>
                  <a:pt x="426" y="1354"/>
                  <a:pt x="526" y="1354"/>
                  <a:pt x="526" y="1454"/>
                </a:cubicBezTo>
                <a:lnTo>
                  <a:pt x="627" y="1454"/>
                </a:lnTo>
                <a:lnTo>
                  <a:pt x="627" y="1354"/>
                </a:lnTo>
                <a:cubicBezTo>
                  <a:pt x="727" y="1354"/>
                  <a:pt x="627" y="1254"/>
                  <a:pt x="627" y="1254"/>
                </a:cubicBezTo>
                <a:lnTo>
                  <a:pt x="727" y="1254"/>
                </a:lnTo>
                <a:lnTo>
                  <a:pt x="727" y="1129"/>
                </a:lnTo>
                <a:cubicBezTo>
                  <a:pt x="727" y="1129"/>
                  <a:pt x="727" y="1028"/>
                  <a:pt x="852" y="1028"/>
                </a:cubicBezTo>
                <a:cubicBezTo>
                  <a:pt x="790" y="978"/>
                  <a:pt x="790" y="978"/>
                  <a:pt x="805" y="978"/>
                </a:cubicBezTo>
                <a:cubicBezTo>
                  <a:pt x="821" y="978"/>
                  <a:pt x="852" y="978"/>
                  <a:pt x="852" y="928"/>
                </a:cubicBezTo>
                <a:lnTo>
                  <a:pt x="852" y="828"/>
                </a:lnTo>
                <a:lnTo>
                  <a:pt x="952" y="828"/>
                </a:lnTo>
                <a:cubicBezTo>
                  <a:pt x="1053" y="828"/>
                  <a:pt x="952" y="728"/>
                  <a:pt x="952" y="728"/>
                </a:cubicBezTo>
                <a:lnTo>
                  <a:pt x="1053" y="728"/>
                </a:lnTo>
                <a:lnTo>
                  <a:pt x="952" y="627"/>
                </a:lnTo>
                <a:cubicBezTo>
                  <a:pt x="1053" y="627"/>
                  <a:pt x="952" y="502"/>
                  <a:pt x="952" y="502"/>
                </a:cubicBezTo>
                <a:lnTo>
                  <a:pt x="1053" y="502"/>
                </a:lnTo>
                <a:cubicBezTo>
                  <a:pt x="1053" y="402"/>
                  <a:pt x="1153" y="402"/>
                  <a:pt x="1153" y="402"/>
                </a:cubicBezTo>
                <a:lnTo>
                  <a:pt x="1053" y="302"/>
                </a:lnTo>
                <a:cubicBezTo>
                  <a:pt x="1053" y="201"/>
                  <a:pt x="852" y="1"/>
                  <a:pt x="8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7"/>
          <p:cNvSpPr/>
          <p:nvPr/>
        </p:nvSpPr>
        <p:spPr>
          <a:xfrm>
            <a:off x="1457111" y="3125476"/>
            <a:ext cx="16871" cy="14751"/>
          </a:xfrm>
          <a:custGeom>
            <a:rect b="b" l="l" r="r" t="t"/>
            <a:pathLst>
              <a:path extrusionOk="0" h="828" w="947">
                <a:moveTo>
                  <a:pt x="183" y="257"/>
                </a:moveTo>
                <a:cubicBezTo>
                  <a:pt x="168" y="257"/>
                  <a:pt x="168" y="268"/>
                  <a:pt x="201" y="302"/>
                </a:cubicBezTo>
                <a:lnTo>
                  <a:pt x="301" y="302"/>
                </a:lnTo>
                <a:cubicBezTo>
                  <a:pt x="301" y="302"/>
                  <a:pt x="212" y="257"/>
                  <a:pt x="183" y="257"/>
                </a:cubicBezTo>
                <a:close/>
                <a:moveTo>
                  <a:pt x="201" y="302"/>
                </a:moveTo>
                <a:cubicBezTo>
                  <a:pt x="138" y="302"/>
                  <a:pt x="195" y="342"/>
                  <a:pt x="245" y="346"/>
                </a:cubicBezTo>
                <a:lnTo>
                  <a:pt x="245" y="346"/>
                </a:lnTo>
                <a:lnTo>
                  <a:pt x="201" y="302"/>
                </a:lnTo>
                <a:close/>
                <a:moveTo>
                  <a:pt x="728" y="402"/>
                </a:moveTo>
                <a:cubicBezTo>
                  <a:pt x="761" y="435"/>
                  <a:pt x="772" y="446"/>
                  <a:pt x="776" y="446"/>
                </a:cubicBezTo>
                <a:cubicBezTo>
                  <a:pt x="783" y="446"/>
                  <a:pt x="761" y="402"/>
                  <a:pt x="828" y="402"/>
                </a:cubicBezTo>
                <a:close/>
                <a:moveTo>
                  <a:pt x="101" y="502"/>
                </a:moveTo>
                <a:lnTo>
                  <a:pt x="201" y="627"/>
                </a:lnTo>
                <a:cubicBezTo>
                  <a:pt x="201" y="502"/>
                  <a:pt x="101" y="502"/>
                  <a:pt x="101" y="502"/>
                </a:cubicBezTo>
                <a:close/>
                <a:moveTo>
                  <a:pt x="301" y="1"/>
                </a:moveTo>
                <a:cubicBezTo>
                  <a:pt x="201" y="1"/>
                  <a:pt x="301" y="101"/>
                  <a:pt x="301" y="101"/>
                </a:cubicBezTo>
                <a:lnTo>
                  <a:pt x="402" y="201"/>
                </a:lnTo>
                <a:cubicBezTo>
                  <a:pt x="402" y="201"/>
                  <a:pt x="313" y="157"/>
                  <a:pt x="283" y="157"/>
                </a:cubicBezTo>
                <a:cubicBezTo>
                  <a:pt x="268" y="157"/>
                  <a:pt x="268" y="168"/>
                  <a:pt x="301" y="201"/>
                </a:cubicBezTo>
                <a:lnTo>
                  <a:pt x="301" y="302"/>
                </a:lnTo>
                <a:cubicBezTo>
                  <a:pt x="301" y="335"/>
                  <a:pt x="279" y="346"/>
                  <a:pt x="253" y="346"/>
                </a:cubicBezTo>
                <a:cubicBezTo>
                  <a:pt x="251" y="346"/>
                  <a:pt x="248" y="346"/>
                  <a:pt x="245" y="346"/>
                </a:cubicBezTo>
                <a:lnTo>
                  <a:pt x="245" y="346"/>
                </a:lnTo>
                <a:lnTo>
                  <a:pt x="301" y="402"/>
                </a:lnTo>
                <a:lnTo>
                  <a:pt x="201" y="402"/>
                </a:lnTo>
                <a:lnTo>
                  <a:pt x="201" y="502"/>
                </a:lnTo>
                <a:cubicBezTo>
                  <a:pt x="201" y="502"/>
                  <a:pt x="301" y="627"/>
                  <a:pt x="201" y="627"/>
                </a:cubicBezTo>
                <a:cubicBezTo>
                  <a:pt x="201" y="627"/>
                  <a:pt x="1" y="627"/>
                  <a:pt x="301" y="728"/>
                </a:cubicBezTo>
                <a:lnTo>
                  <a:pt x="527" y="728"/>
                </a:lnTo>
                <a:lnTo>
                  <a:pt x="627" y="828"/>
                </a:lnTo>
                <a:cubicBezTo>
                  <a:pt x="627" y="794"/>
                  <a:pt x="638" y="783"/>
                  <a:pt x="650" y="783"/>
                </a:cubicBezTo>
                <a:cubicBezTo>
                  <a:pt x="660" y="783"/>
                  <a:pt x="671" y="793"/>
                  <a:pt x="672" y="804"/>
                </a:cubicBezTo>
                <a:lnTo>
                  <a:pt x="672" y="804"/>
                </a:lnTo>
                <a:cubicBezTo>
                  <a:pt x="674" y="774"/>
                  <a:pt x="627" y="728"/>
                  <a:pt x="627" y="728"/>
                </a:cubicBezTo>
                <a:lnTo>
                  <a:pt x="728" y="728"/>
                </a:lnTo>
                <a:lnTo>
                  <a:pt x="728" y="627"/>
                </a:lnTo>
                <a:lnTo>
                  <a:pt x="728" y="502"/>
                </a:lnTo>
                <a:lnTo>
                  <a:pt x="728" y="402"/>
                </a:lnTo>
                <a:cubicBezTo>
                  <a:pt x="728" y="402"/>
                  <a:pt x="728" y="357"/>
                  <a:pt x="757" y="357"/>
                </a:cubicBezTo>
                <a:cubicBezTo>
                  <a:pt x="772" y="357"/>
                  <a:pt x="794" y="368"/>
                  <a:pt x="828" y="402"/>
                </a:cubicBezTo>
                <a:lnTo>
                  <a:pt x="828" y="302"/>
                </a:lnTo>
                <a:lnTo>
                  <a:pt x="728" y="201"/>
                </a:lnTo>
                <a:lnTo>
                  <a:pt x="928" y="201"/>
                </a:lnTo>
                <a:cubicBezTo>
                  <a:pt x="912" y="201"/>
                  <a:pt x="898" y="199"/>
                  <a:pt x="887" y="195"/>
                </a:cubicBezTo>
                <a:lnTo>
                  <a:pt x="887" y="195"/>
                </a:lnTo>
                <a:cubicBezTo>
                  <a:pt x="924" y="185"/>
                  <a:pt x="947" y="161"/>
                  <a:pt x="828" y="101"/>
                </a:cubicBezTo>
                <a:cubicBezTo>
                  <a:pt x="828" y="135"/>
                  <a:pt x="828" y="146"/>
                  <a:pt x="824" y="146"/>
                </a:cubicBezTo>
                <a:cubicBezTo>
                  <a:pt x="817" y="146"/>
                  <a:pt x="794" y="101"/>
                  <a:pt x="728" y="101"/>
                </a:cubicBezTo>
                <a:cubicBezTo>
                  <a:pt x="627" y="101"/>
                  <a:pt x="402" y="1"/>
                  <a:pt x="402" y="1"/>
                </a:cubicBezTo>
                <a:close/>
                <a:moveTo>
                  <a:pt x="672" y="804"/>
                </a:moveTo>
                <a:lnTo>
                  <a:pt x="672" y="804"/>
                </a:lnTo>
                <a:cubicBezTo>
                  <a:pt x="671" y="818"/>
                  <a:pt x="659" y="828"/>
                  <a:pt x="627" y="828"/>
                </a:cubicBezTo>
                <a:cubicBezTo>
                  <a:pt x="662" y="828"/>
                  <a:pt x="673" y="816"/>
                  <a:pt x="672" y="80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7"/>
          <p:cNvSpPr/>
          <p:nvPr/>
        </p:nvSpPr>
        <p:spPr>
          <a:xfrm>
            <a:off x="2091575" y="3208975"/>
            <a:ext cx="37091" cy="39318"/>
          </a:xfrm>
          <a:custGeom>
            <a:rect b="b" l="l" r="r" t="t"/>
            <a:pathLst>
              <a:path extrusionOk="0" h="2207" w="2082">
                <a:moveTo>
                  <a:pt x="1455" y="1"/>
                </a:moveTo>
                <a:cubicBezTo>
                  <a:pt x="1455" y="1"/>
                  <a:pt x="1354" y="1"/>
                  <a:pt x="1254" y="101"/>
                </a:cubicBezTo>
                <a:lnTo>
                  <a:pt x="1254" y="201"/>
                </a:lnTo>
                <a:cubicBezTo>
                  <a:pt x="1129" y="201"/>
                  <a:pt x="1129" y="326"/>
                  <a:pt x="1129" y="326"/>
                </a:cubicBezTo>
                <a:lnTo>
                  <a:pt x="1129" y="427"/>
                </a:lnTo>
                <a:lnTo>
                  <a:pt x="1129" y="527"/>
                </a:lnTo>
                <a:lnTo>
                  <a:pt x="1129" y="627"/>
                </a:lnTo>
                <a:cubicBezTo>
                  <a:pt x="1129" y="627"/>
                  <a:pt x="1040" y="583"/>
                  <a:pt x="1010" y="583"/>
                </a:cubicBezTo>
                <a:cubicBezTo>
                  <a:pt x="995" y="583"/>
                  <a:pt x="995" y="594"/>
                  <a:pt x="1029" y="627"/>
                </a:cubicBezTo>
                <a:lnTo>
                  <a:pt x="1029" y="727"/>
                </a:lnTo>
                <a:lnTo>
                  <a:pt x="1029" y="828"/>
                </a:lnTo>
                <a:cubicBezTo>
                  <a:pt x="995" y="794"/>
                  <a:pt x="973" y="783"/>
                  <a:pt x="958" y="783"/>
                </a:cubicBezTo>
                <a:cubicBezTo>
                  <a:pt x="928" y="783"/>
                  <a:pt x="928" y="828"/>
                  <a:pt x="928" y="828"/>
                </a:cubicBezTo>
                <a:cubicBezTo>
                  <a:pt x="928" y="890"/>
                  <a:pt x="878" y="890"/>
                  <a:pt x="828" y="890"/>
                </a:cubicBezTo>
                <a:cubicBezTo>
                  <a:pt x="778" y="890"/>
                  <a:pt x="728" y="890"/>
                  <a:pt x="728" y="953"/>
                </a:cubicBezTo>
                <a:lnTo>
                  <a:pt x="728" y="1053"/>
                </a:lnTo>
                <a:cubicBezTo>
                  <a:pt x="778" y="1103"/>
                  <a:pt x="753" y="1103"/>
                  <a:pt x="715" y="1103"/>
                </a:cubicBezTo>
                <a:cubicBezTo>
                  <a:pt x="678" y="1103"/>
                  <a:pt x="627" y="1103"/>
                  <a:pt x="627" y="1153"/>
                </a:cubicBezTo>
                <a:lnTo>
                  <a:pt x="728" y="1153"/>
                </a:lnTo>
                <a:cubicBezTo>
                  <a:pt x="728" y="1187"/>
                  <a:pt x="717" y="1198"/>
                  <a:pt x="702" y="1198"/>
                </a:cubicBezTo>
                <a:cubicBezTo>
                  <a:pt x="672" y="1198"/>
                  <a:pt x="627" y="1153"/>
                  <a:pt x="627" y="1153"/>
                </a:cubicBezTo>
                <a:cubicBezTo>
                  <a:pt x="627" y="1153"/>
                  <a:pt x="627" y="1254"/>
                  <a:pt x="502" y="1254"/>
                </a:cubicBezTo>
                <a:cubicBezTo>
                  <a:pt x="402" y="1254"/>
                  <a:pt x="502" y="1354"/>
                  <a:pt x="502" y="1354"/>
                </a:cubicBezTo>
                <a:lnTo>
                  <a:pt x="402" y="1354"/>
                </a:lnTo>
                <a:cubicBezTo>
                  <a:pt x="402" y="1454"/>
                  <a:pt x="402" y="1454"/>
                  <a:pt x="302" y="1580"/>
                </a:cubicBezTo>
                <a:cubicBezTo>
                  <a:pt x="302" y="1580"/>
                  <a:pt x="201" y="1580"/>
                  <a:pt x="302" y="1680"/>
                </a:cubicBezTo>
                <a:lnTo>
                  <a:pt x="101" y="1680"/>
                </a:lnTo>
                <a:cubicBezTo>
                  <a:pt x="151" y="1780"/>
                  <a:pt x="151" y="1805"/>
                  <a:pt x="139" y="1805"/>
                </a:cubicBezTo>
                <a:cubicBezTo>
                  <a:pt x="126" y="1805"/>
                  <a:pt x="101" y="1780"/>
                  <a:pt x="101" y="1780"/>
                </a:cubicBezTo>
                <a:lnTo>
                  <a:pt x="101" y="1780"/>
                </a:lnTo>
                <a:cubicBezTo>
                  <a:pt x="101" y="1880"/>
                  <a:pt x="1" y="1780"/>
                  <a:pt x="201" y="1981"/>
                </a:cubicBezTo>
                <a:cubicBezTo>
                  <a:pt x="201" y="2081"/>
                  <a:pt x="302" y="2081"/>
                  <a:pt x="302" y="2206"/>
                </a:cubicBezTo>
                <a:lnTo>
                  <a:pt x="402" y="2206"/>
                </a:lnTo>
                <a:cubicBezTo>
                  <a:pt x="402" y="2164"/>
                  <a:pt x="413" y="2150"/>
                  <a:pt x="428" y="2150"/>
                </a:cubicBezTo>
                <a:cubicBezTo>
                  <a:pt x="458" y="2150"/>
                  <a:pt x="502" y="2206"/>
                  <a:pt x="502" y="2206"/>
                </a:cubicBezTo>
                <a:lnTo>
                  <a:pt x="502" y="2081"/>
                </a:lnTo>
                <a:cubicBezTo>
                  <a:pt x="627" y="2081"/>
                  <a:pt x="627" y="1981"/>
                  <a:pt x="627" y="1981"/>
                </a:cubicBezTo>
                <a:lnTo>
                  <a:pt x="728" y="1981"/>
                </a:lnTo>
                <a:lnTo>
                  <a:pt x="828" y="1880"/>
                </a:lnTo>
                <a:lnTo>
                  <a:pt x="828" y="1780"/>
                </a:lnTo>
                <a:lnTo>
                  <a:pt x="928" y="1780"/>
                </a:lnTo>
                <a:lnTo>
                  <a:pt x="928" y="1680"/>
                </a:lnTo>
                <a:cubicBezTo>
                  <a:pt x="1029" y="1680"/>
                  <a:pt x="1029" y="1580"/>
                  <a:pt x="1029" y="1580"/>
                </a:cubicBezTo>
                <a:cubicBezTo>
                  <a:pt x="1029" y="1454"/>
                  <a:pt x="1129" y="1454"/>
                  <a:pt x="1129" y="1454"/>
                </a:cubicBezTo>
                <a:cubicBezTo>
                  <a:pt x="1129" y="1454"/>
                  <a:pt x="1029" y="1354"/>
                  <a:pt x="1129" y="1354"/>
                </a:cubicBezTo>
                <a:lnTo>
                  <a:pt x="1129" y="1254"/>
                </a:lnTo>
                <a:lnTo>
                  <a:pt x="1254" y="1254"/>
                </a:lnTo>
                <a:lnTo>
                  <a:pt x="1254" y="1153"/>
                </a:lnTo>
                <a:cubicBezTo>
                  <a:pt x="1287" y="1187"/>
                  <a:pt x="1310" y="1198"/>
                  <a:pt x="1325" y="1198"/>
                </a:cubicBezTo>
                <a:cubicBezTo>
                  <a:pt x="1354" y="1198"/>
                  <a:pt x="1354" y="1153"/>
                  <a:pt x="1354" y="1153"/>
                </a:cubicBezTo>
                <a:lnTo>
                  <a:pt x="1455" y="1153"/>
                </a:lnTo>
                <a:lnTo>
                  <a:pt x="1455" y="953"/>
                </a:lnTo>
                <a:cubicBezTo>
                  <a:pt x="1505" y="890"/>
                  <a:pt x="1530" y="890"/>
                  <a:pt x="1542" y="890"/>
                </a:cubicBezTo>
                <a:cubicBezTo>
                  <a:pt x="1555" y="890"/>
                  <a:pt x="1555" y="890"/>
                  <a:pt x="1555" y="828"/>
                </a:cubicBezTo>
                <a:lnTo>
                  <a:pt x="1555" y="727"/>
                </a:lnTo>
                <a:lnTo>
                  <a:pt x="1555" y="627"/>
                </a:lnTo>
                <a:cubicBezTo>
                  <a:pt x="1555" y="627"/>
                  <a:pt x="1655" y="627"/>
                  <a:pt x="1655" y="527"/>
                </a:cubicBezTo>
                <a:lnTo>
                  <a:pt x="1755" y="527"/>
                </a:lnTo>
                <a:lnTo>
                  <a:pt x="1755" y="326"/>
                </a:lnTo>
                <a:lnTo>
                  <a:pt x="1881" y="326"/>
                </a:lnTo>
                <a:cubicBezTo>
                  <a:pt x="1881" y="326"/>
                  <a:pt x="2081" y="326"/>
                  <a:pt x="1881" y="201"/>
                </a:cubicBezTo>
                <a:lnTo>
                  <a:pt x="1755" y="101"/>
                </a:lnTo>
                <a:cubicBezTo>
                  <a:pt x="1655" y="101"/>
                  <a:pt x="1455" y="1"/>
                  <a:pt x="14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7"/>
          <p:cNvSpPr/>
          <p:nvPr/>
        </p:nvSpPr>
        <p:spPr>
          <a:xfrm>
            <a:off x="1691521" y="3317023"/>
            <a:ext cx="51806" cy="51824"/>
          </a:xfrm>
          <a:custGeom>
            <a:rect b="b" l="l" r="r" t="t"/>
            <a:pathLst>
              <a:path extrusionOk="0" h="2909" w="2908">
                <a:moveTo>
                  <a:pt x="963" y="586"/>
                </a:moveTo>
                <a:cubicBezTo>
                  <a:pt x="978" y="586"/>
                  <a:pt x="999" y="598"/>
                  <a:pt x="1028" y="627"/>
                </a:cubicBezTo>
                <a:lnTo>
                  <a:pt x="1254" y="728"/>
                </a:lnTo>
                <a:cubicBezTo>
                  <a:pt x="1321" y="694"/>
                  <a:pt x="1365" y="683"/>
                  <a:pt x="1395" y="683"/>
                </a:cubicBezTo>
                <a:cubicBezTo>
                  <a:pt x="1454" y="683"/>
                  <a:pt x="1454" y="728"/>
                  <a:pt x="1454" y="728"/>
                </a:cubicBezTo>
                <a:cubicBezTo>
                  <a:pt x="1454" y="828"/>
                  <a:pt x="1354" y="828"/>
                  <a:pt x="1655" y="828"/>
                </a:cubicBezTo>
                <a:cubicBezTo>
                  <a:pt x="1690" y="828"/>
                  <a:pt x="1724" y="828"/>
                  <a:pt x="1753" y="826"/>
                </a:cubicBezTo>
                <a:lnTo>
                  <a:pt x="1753" y="826"/>
                </a:lnTo>
                <a:cubicBezTo>
                  <a:pt x="1770" y="828"/>
                  <a:pt x="1780" y="828"/>
                  <a:pt x="1780" y="828"/>
                </a:cubicBezTo>
                <a:cubicBezTo>
                  <a:pt x="1880" y="928"/>
                  <a:pt x="1981" y="928"/>
                  <a:pt x="1981" y="1028"/>
                </a:cubicBezTo>
                <a:lnTo>
                  <a:pt x="2081" y="1028"/>
                </a:lnTo>
                <a:cubicBezTo>
                  <a:pt x="2081" y="1154"/>
                  <a:pt x="2181" y="1254"/>
                  <a:pt x="2181" y="1254"/>
                </a:cubicBezTo>
                <a:lnTo>
                  <a:pt x="2281" y="1354"/>
                </a:lnTo>
                <a:cubicBezTo>
                  <a:pt x="2281" y="1454"/>
                  <a:pt x="2407" y="1454"/>
                  <a:pt x="2407" y="1555"/>
                </a:cubicBezTo>
                <a:lnTo>
                  <a:pt x="2407" y="1655"/>
                </a:lnTo>
                <a:cubicBezTo>
                  <a:pt x="2407" y="1780"/>
                  <a:pt x="2181" y="1780"/>
                  <a:pt x="2281" y="1981"/>
                </a:cubicBezTo>
                <a:lnTo>
                  <a:pt x="2181" y="2081"/>
                </a:lnTo>
                <a:lnTo>
                  <a:pt x="2181" y="2181"/>
                </a:lnTo>
                <a:cubicBezTo>
                  <a:pt x="2181" y="2281"/>
                  <a:pt x="2181" y="2281"/>
                  <a:pt x="2081" y="2281"/>
                </a:cubicBezTo>
                <a:cubicBezTo>
                  <a:pt x="1981" y="2281"/>
                  <a:pt x="1981" y="2281"/>
                  <a:pt x="1880" y="2407"/>
                </a:cubicBezTo>
                <a:lnTo>
                  <a:pt x="1780" y="2407"/>
                </a:lnTo>
                <a:cubicBezTo>
                  <a:pt x="1757" y="2425"/>
                  <a:pt x="1735" y="2432"/>
                  <a:pt x="1715" y="2432"/>
                </a:cubicBezTo>
                <a:cubicBezTo>
                  <a:pt x="1622" y="2432"/>
                  <a:pt x="1555" y="2281"/>
                  <a:pt x="1555" y="2281"/>
                </a:cubicBezTo>
                <a:cubicBezTo>
                  <a:pt x="1521" y="2323"/>
                  <a:pt x="1499" y="2337"/>
                  <a:pt x="1484" y="2337"/>
                </a:cubicBezTo>
                <a:cubicBezTo>
                  <a:pt x="1454" y="2337"/>
                  <a:pt x="1454" y="2281"/>
                  <a:pt x="1454" y="2281"/>
                </a:cubicBezTo>
                <a:lnTo>
                  <a:pt x="1254" y="2281"/>
                </a:lnTo>
                <a:cubicBezTo>
                  <a:pt x="1254" y="2181"/>
                  <a:pt x="1254" y="2181"/>
                  <a:pt x="1154" y="2181"/>
                </a:cubicBezTo>
                <a:cubicBezTo>
                  <a:pt x="1136" y="2196"/>
                  <a:pt x="1123" y="2202"/>
                  <a:pt x="1114" y="2202"/>
                </a:cubicBezTo>
                <a:cubicBezTo>
                  <a:pt x="1059" y="2202"/>
                  <a:pt x="1136" y="1981"/>
                  <a:pt x="1028" y="1981"/>
                </a:cubicBezTo>
                <a:cubicBezTo>
                  <a:pt x="928" y="1981"/>
                  <a:pt x="928" y="2081"/>
                  <a:pt x="828" y="2081"/>
                </a:cubicBezTo>
                <a:lnTo>
                  <a:pt x="828" y="1880"/>
                </a:lnTo>
                <a:lnTo>
                  <a:pt x="727" y="1780"/>
                </a:lnTo>
                <a:lnTo>
                  <a:pt x="727" y="1555"/>
                </a:lnTo>
                <a:cubicBezTo>
                  <a:pt x="727" y="1555"/>
                  <a:pt x="627" y="1555"/>
                  <a:pt x="527" y="1454"/>
                </a:cubicBezTo>
                <a:cubicBezTo>
                  <a:pt x="527" y="1454"/>
                  <a:pt x="627" y="1354"/>
                  <a:pt x="627" y="1254"/>
                </a:cubicBezTo>
                <a:lnTo>
                  <a:pt x="627" y="1154"/>
                </a:lnTo>
                <a:lnTo>
                  <a:pt x="627" y="828"/>
                </a:lnTo>
                <a:cubicBezTo>
                  <a:pt x="727" y="828"/>
                  <a:pt x="828" y="828"/>
                  <a:pt x="928" y="728"/>
                </a:cubicBezTo>
                <a:cubicBezTo>
                  <a:pt x="928" y="657"/>
                  <a:pt x="928" y="586"/>
                  <a:pt x="963" y="586"/>
                </a:cubicBezTo>
                <a:close/>
                <a:moveTo>
                  <a:pt x="1454" y="1"/>
                </a:moveTo>
                <a:cubicBezTo>
                  <a:pt x="1454" y="1"/>
                  <a:pt x="1354" y="101"/>
                  <a:pt x="1254" y="101"/>
                </a:cubicBezTo>
                <a:cubicBezTo>
                  <a:pt x="1254" y="101"/>
                  <a:pt x="1209" y="12"/>
                  <a:pt x="1180" y="12"/>
                </a:cubicBezTo>
                <a:cubicBezTo>
                  <a:pt x="1165" y="12"/>
                  <a:pt x="1154" y="34"/>
                  <a:pt x="1154" y="101"/>
                </a:cubicBezTo>
                <a:cubicBezTo>
                  <a:pt x="1154" y="72"/>
                  <a:pt x="1143" y="59"/>
                  <a:pt x="1128" y="59"/>
                </a:cubicBezTo>
                <a:cubicBezTo>
                  <a:pt x="1095" y="59"/>
                  <a:pt x="1043" y="114"/>
                  <a:pt x="1031" y="175"/>
                </a:cubicBezTo>
                <a:lnTo>
                  <a:pt x="1031" y="175"/>
                </a:lnTo>
                <a:cubicBezTo>
                  <a:pt x="998" y="190"/>
                  <a:pt x="961" y="201"/>
                  <a:pt x="928" y="201"/>
                </a:cubicBezTo>
                <a:cubicBezTo>
                  <a:pt x="928" y="201"/>
                  <a:pt x="883" y="157"/>
                  <a:pt x="824" y="157"/>
                </a:cubicBezTo>
                <a:cubicBezTo>
                  <a:pt x="794" y="157"/>
                  <a:pt x="761" y="168"/>
                  <a:pt x="727" y="201"/>
                </a:cubicBezTo>
                <a:cubicBezTo>
                  <a:pt x="627" y="201"/>
                  <a:pt x="627" y="302"/>
                  <a:pt x="527" y="302"/>
                </a:cubicBezTo>
                <a:cubicBezTo>
                  <a:pt x="402" y="302"/>
                  <a:pt x="301" y="402"/>
                  <a:pt x="201" y="527"/>
                </a:cubicBezTo>
                <a:cubicBezTo>
                  <a:pt x="101" y="627"/>
                  <a:pt x="101" y="728"/>
                  <a:pt x="101" y="828"/>
                </a:cubicBezTo>
                <a:cubicBezTo>
                  <a:pt x="1" y="828"/>
                  <a:pt x="1" y="928"/>
                  <a:pt x="1" y="1028"/>
                </a:cubicBezTo>
                <a:lnTo>
                  <a:pt x="1" y="1254"/>
                </a:lnTo>
                <a:cubicBezTo>
                  <a:pt x="1" y="1454"/>
                  <a:pt x="101" y="1555"/>
                  <a:pt x="101" y="1780"/>
                </a:cubicBezTo>
                <a:cubicBezTo>
                  <a:pt x="101" y="1981"/>
                  <a:pt x="201" y="2181"/>
                  <a:pt x="402" y="2281"/>
                </a:cubicBezTo>
                <a:cubicBezTo>
                  <a:pt x="527" y="2281"/>
                  <a:pt x="527" y="2507"/>
                  <a:pt x="627" y="2507"/>
                </a:cubicBezTo>
                <a:cubicBezTo>
                  <a:pt x="727" y="2607"/>
                  <a:pt x="828" y="2507"/>
                  <a:pt x="828" y="2708"/>
                </a:cubicBezTo>
                <a:lnTo>
                  <a:pt x="1028" y="2708"/>
                </a:lnTo>
                <a:cubicBezTo>
                  <a:pt x="1028" y="2808"/>
                  <a:pt x="1154" y="2808"/>
                  <a:pt x="1254" y="2808"/>
                </a:cubicBezTo>
                <a:cubicBezTo>
                  <a:pt x="1354" y="2908"/>
                  <a:pt x="1555" y="2908"/>
                  <a:pt x="1780" y="2908"/>
                </a:cubicBezTo>
                <a:cubicBezTo>
                  <a:pt x="1780" y="2908"/>
                  <a:pt x="1825" y="2864"/>
                  <a:pt x="1854" y="2864"/>
                </a:cubicBezTo>
                <a:cubicBezTo>
                  <a:pt x="1869" y="2864"/>
                  <a:pt x="1880" y="2875"/>
                  <a:pt x="1880" y="2908"/>
                </a:cubicBezTo>
                <a:cubicBezTo>
                  <a:pt x="1981" y="2908"/>
                  <a:pt x="2081" y="2808"/>
                  <a:pt x="2181" y="2808"/>
                </a:cubicBezTo>
                <a:cubicBezTo>
                  <a:pt x="2181" y="2808"/>
                  <a:pt x="2281" y="2808"/>
                  <a:pt x="2407" y="2708"/>
                </a:cubicBezTo>
                <a:cubicBezTo>
                  <a:pt x="2607" y="2607"/>
                  <a:pt x="2607" y="2507"/>
                  <a:pt x="2607" y="2281"/>
                </a:cubicBezTo>
                <a:cubicBezTo>
                  <a:pt x="2707" y="2181"/>
                  <a:pt x="2707" y="2081"/>
                  <a:pt x="2808" y="1880"/>
                </a:cubicBezTo>
                <a:cubicBezTo>
                  <a:pt x="2908" y="1880"/>
                  <a:pt x="2908" y="1780"/>
                  <a:pt x="2908" y="1655"/>
                </a:cubicBezTo>
                <a:cubicBezTo>
                  <a:pt x="2908" y="1555"/>
                  <a:pt x="2808" y="1454"/>
                  <a:pt x="2808" y="1254"/>
                </a:cubicBezTo>
                <a:cubicBezTo>
                  <a:pt x="2808" y="1154"/>
                  <a:pt x="2607" y="1028"/>
                  <a:pt x="2607" y="828"/>
                </a:cubicBezTo>
                <a:cubicBezTo>
                  <a:pt x="2507" y="828"/>
                  <a:pt x="2507" y="728"/>
                  <a:pt x="2407" y="627"/>
                </a:cubicBezTo>
                <a:cubicBezTo>
                  <a:pt x="2281" y="402"/>
                  <a:pt x="2281" y="402"/>
                  <a:pt x="2081" y="302"/>
                </a:cubicBezTo>
                <a:cubicBezTo>
                  <a:pt x="1981" y="302"/>
                  <a:pt x="1655" y="201"/>
                  <a:pt x="1555" y="101"/>
                </a:cubicBezTo>
                <a:cubicBezTo>
                  <a:pt x="1555" y="101"/>
                  <a:pt x="1555" y="1"/>
                  <a:pt x="1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7"/>
          <p:cNvSpPr/>
          <p:nvPr/>
        </p:nvSpPr>
        <p:spPr>
          <a:xfrm>
            <a:off x="1720987" y="3084965"/>
            <a:ext cx="55832" cy="128589"/>
          </a:xfrm>
          <a:custGeom>
            <a:rect b="b" l="l" r="r" t="t"/>
            <a:pathLst>
              <a:path extrusionOk="0" h="7218" w="3134">
                <a:moveTo>
                  <a:pt x="2806" y="0"/>
                </a:moveTo>
                <a:cubicBezTo>
                  <a:pt x="2764" y="0"/>
                  <a:pt x="2708" y="19"/>
                  <a:pt x="2632" y="69"/>
                </a:cubicBezTo>
                <a:cubicBezTo>
                  <a:pt x="2632" y="69"/>
                  <a:pt x="2507" y="170"/>
                  <a:pt x="2407" y="170"/>
                </a:cubicBezTo>
                <a:lnTo>
                  <a:pt x="2407" y="270"/>
                </a:lnTo>
                <a:lnTo>
                  <a:pt x="2507" y="395"/>
                </a:lnTo>
                <a:lnTo>
                  <a:pt x="2407" y="495"/>
                </a:lnTo>
                <a:lnTo>
                  <a:pt x="2507" y="495"/>
                </a:lnTo>
                <a:cubicBezTo>
                  <a:pt x="2407" y="596"/>
                  <a:pt x="2507" y="596"/>
                  <a:pt x="2507" y="596"/>
                </a:cubicBezTo>
                <a:lnTo>
                  <a:pt x="2507" y="696"/>
                </a:lnTo>
                <a:cubicBezTo>
                  <a:pt x="2407" y="696"/>
                  <a:pt x="2507" y="796"/>
                  <a:pt x="2507" y="796"/>
                </a:cubicBezTo>
                <a:cubicBezTo>
                  <a:pt x="2507" y="896"/>
                  <a:pt x="2407" y="896"/>
                  <a:pt x="2407" y="896"/>
                </a:cubicBezTo>
                <a:lnTo>
                  <a:pt x="2407" y="1122"/>
                </a:lnTo>
                <a:cubicBezTo>
                  <a:pt x="2307" y="1122"/>
                  <a:pt x="2307" y="1222"/>
                  <a:pt x="2206" y="1322"/>
                </a:cubicBezTo>
                <a:lnTo>
                  <a:pt x="2206" y="1423"/>
                </a:lnTo>
                <a:cubicBezTo>
                  <a:pt x="2106" y="1523"/>
                  <a:pt x="2106" y="1523"/>
                  <a:pt x="2106" y="1648"/>
                </a:cubicBezTo>
                <a:cubicBezTo>
                  <a:pt x="2006" y="1648"/>
                  <a:pt x="2006" y="1749"/>
                  <a:pt x="2006" y="1749"/>
                </a:cubicBezTo>
                <a:cubicBezTo>
                  <a:pt x="2006" y="1949"/>
                  <a:pt x="1881" y="2049"/>
                  <a:pt x="1780" y="2150"/>
                </a:cubicBezTo>
                <a:cubicBezTo>
                  <a:pt x="1780" y="2275"/>
                  <a:pt x="1680" y="2475"/>
                  <a:pt x="1680" y="2576"/>
                </a:cubicBezTo>
                <a:cubicBezTo>
                  <a:pt x="1680" y="2676"/>
                  <a:pt x="1580" y="2776"/>
                  <a:pt x="1580" y="2901"/>
                </a:cubicBezTo>
                <a:cubicBezTo>
                  <a:pt x="1580" y="2901"/>
                  <a:pt x="1680" y="3002"/>
                  <a:pt x="1480" y="3002"/>
                </a:cubicBezTo>
                <a:cubicBezTo>
                  <a:pt x="1379" y="3002"/>
                  <a:pt x="1480" y="3102"/>
                  <a:pt x="1480" y="3202"/>
                </a:cubicBezTo>
                <a:lnTo>
                  <a:pt x="1379" y="3302"/>
                </a:lnTo>
                <a:cubicBezTo>
                  <a:pt x="1379" y="3403"/>
                  <a:pt x="1254" y="3628"/>
                  <a:pt x="1254" y="3728"/>
                </a:cubicBezTo>
                <a:cubicBezTo>
                  <a:pt x="1154" y="3728"/>
                  <a:pt x="1254" y="3829"/>
                  <a:pt x="1154" y="3829"/>
                </a:cubicBezTo>
                <a:cubicBezTo>
                  <a:pt x="1053" y="3829"/>
                  <a:pt x="1154" y="3929"/>
                  <a:pt x="1053" y="3929"/>
                </a:cubicBezTo>
                <a:lnTo>
                  <a:pt x="953" y="4155"/>
                </a:lnTo>
                <a:cubicBezTo>
                  <a:pt x="853" y="4255"/>
                  <a:pt x="953" y="4355"/>
                  <a:pt x="953" y="4455"/>
                </a:cubicBezTo>
                <a:cubicBezTo>
                  <a:pt x="953" y="4656"/>
                  <a:pt x="853" y="4781"/>
                  <a:pt x="853" y="4781"/>
                </a:cubicBezTo>
                <a:cubicBezTo>
                  <a:pt x="753" y="4881"/>
                  <a:pt x="753" y="4881"/>
                  <a:pt x="753" y="4982"/>
                </a:cubicBezTo>
                <a:cubicBezTo>
                  <a:pt x="753" y="5082"/>
                  <a:pt x="753" y="5182"/>
                  <a:pt x="627" y="5282"/>
                </a:cubicBezTo>
                <a:lnTo>
                  <a:pt x="627" y="5708"/>
                </a:lnTo>
                <a:cubicBezTo>
                  <a:pt x="627" y="5708"/>
                  <a:pt x="527" y="5809"/>
                  <a:pt x="527" y="5909"/>
                </a:cubicBezTo>
                <a:cubicBezTo>
                  <a:pt x="427" y="6135"/>
                  <a:pt x="427" y="6034"/>
                  <a:pt x="427" y="6235"/>
                </a:cubicBezTo>
                <a:cubicBezTo>
                  <a:pt x="427" y="6335"/>
                  <a:pt x="327" y="6661"/>
                  <a:pt x="327" y="6661"/>
                </a:cubicBezTo>
                <a:cubicBezTo>
                  <a:pt x="327" y="6761"/>
                  <a:pt x="226" y="6761"/>
                  <a:pt x="226" y="6761"/>
                </a:cubicBezTo>
                <a:lnTo>
                  <a:pt x="226" y="6962"/>
                </a:lnTo>
                <a:cubicBezTo>
                  <a:pt x="226" y="6962"/>
                  <a:pt x="1" y="6962"/>
                  <a:pt x="226" y="7062"/>
                </a:cubicBezTo>
                <a:cubicBezTo>
                  <a:pt x="126" y="7062"/>
                  <a:pt x="226" y="7162"/>
                  <a:pt x="327" y="7162"/>
                </a:cubicBezTo>
                <a:cubicBezTo>
                  <a:pt x="393" y="7162"/>
                  <a:pt x="505" y="7218"/>
                  <a:pt x="572" y="7218"/>
                </a:cubicBezTo>
                <a:cubicBezTo>
                  <a:pt x="605" y="7218"/>
                  <a:pt x="627" y="7204"/>
                  <a:pt x="627" y="7162"/>
                </a:cubicBezTo>
                <a:cubicBezTo>
                  <a:pt x="753" y="7162"/>
                  <a:pt x="753" y="7162"/>
                  <a:pt x="753" y="7062"/>
                </a:cubicBezTo>
                <a:cubicBezTo>
                  <a:pt x="753" y="6962"/>
                  <a:pt x="753" y="6962"/>
                  <a:pt x="953" y="6761"/>
                </a:cubicBezTo>
                <a:lnTo>
                  <a:pt x="953" y="6335"/>
                </a:lnTo>
                <a:cubicBezTo>
                  <a:pt x="953" y="6335"/>
                  <a:pt x="953" y="6135"/>
                  <a:pt x="1053" y="6135"/>
                </a:cubicBezTo>
                <a:lnTo>
                  <a:pt x="1053" y="5909"/>
                </a:lnTo>
                <a:cubicBezTo>
                  <a:pt x="1154" y="5809"/>
                  <a:pt x="1154" y="5708"/>
                  <a:pt x="1154" y="5608"/>
                </a:cubicBezTo>
                <a:cubicBezTo>
                  <a:pt x="1154" y="5608"/>
                  <a:pt x="1053" y="5508"/>
                  <a:pt x="1154" y="5508"/>
                </a:cubicBezTo>
                <a:lnTo>
                  <a:pt x="1154" y="5282"/>
                </a:lnTo>
                <a:cubicBezTo>
                  <a:pt x="1254" y="5182"/>
                  <a:pt x="1154" y="5182"/>
                  <a:pt x="1154" y="5082"/>
                </a:cubicBezTo>
                <a:cubicBezTo>
                  <a:pt x="1254" y="4982"/>
                  <a:pt x="1379" y="4982"/>
                  <a:pt x="1379" y="4781"/>
                </a:cubicBezTo>
                <a:lnTo>
                  <a:pt x="1379" y="4656"/>
                </a:lnTo>
                <a:cubicBezTo>
                  <a:pt x="1480" y="4556"/>
                  <a:pt x="1379" y="4556"/>
                  <a:pt x="1379" y="4556"/>
                </a:cubicBezTo>
                <a:cubicBezTo>
                  <a:pt x="1379" y="4455"/>
                  <a:pt x="1379" y="4455"/>
                  <a:pt x="1480" y="4355"/>
                </a:cubicBezTo>
                <a:cubicBezTo>
                  <a:pt x="1580" y="4355"/>
                  <a:pt x="1580" y="4255"/>
                  <a:pt x="1580" y="4155"/>
                </a:cubicBezTo>
                <a:cubicBezTo>
                  <a:pt x="1580" y="4029"/>
                  <a:pt x="1680" y="4029"/>
                  <a:pt x="1680" y="3929"/>
                </a:cubicBezTo>
                <a:cubicBezTo>
                  <a:pt x="1680" y="3829"/>
                  <a:pt x="1881" y="3829"/>
                  <a:pt x="1780" y="3728"/>
                </a:cubicBezTo>
                <a:cubicBezTo>
                  <a:pt x="1780" y="3628"/>
                  <a:pt x="1881" y="3628"/>
                  <a:pt x="1881" y="3528"/>
                </a:cubicBezTo>
                <a:cubicBezTo>
                  <a:pt x="1881" y="3528"/>
                  <a:pt x="1881" y="3403"/>
                  <a:pt x="2006" y="3403"/>
                </a:cubicBezTo>
                <a:lnTo>
                  <a:pt x="2006" y="3202"/>
                </a:lnTo>
                <a:cubicBezTo>
                  <a:pt x="1881" y="3102"/>
                  <a:pt x="2206" y="3102"/>
                  <a:pt x="2106" y="3002"/>
                </a:cubicBezTo>
                <a:lnTo>
                  <a:pt x="2106" y="2901"/>
                </a:lnTo>
                <a:cubicBezTo>
                  <a:pt x="2106" y="2776"/>
                  <a:pt x="2206" y="2776"/>
                  <a:pt x="2206" y="2776"/>
                </a:cubicBezTo>
                <a:cubicBezTo>
                  <a:pt x="2206" y="2676"/>
                  <a:pt x="2307" y="2676"/>
                  <a:pt x="2307" y="2576"/>
                </a:cubicBezTo>
                <a:cubicBezTo>
                  <a:pt x="2307" y="2576"/>
                  <a:pt x="2307" y="2475"/>
                  <a:pt x="2407" y="2475"/>
                </a:cubicBezTo>
                <a:lnTo>
                  <a:pt x="2407" y="2275"/>
                </a:lnTo>
                <a:cubicBezTo>
                  <a:pt x="2407" y="2150"/>
                  <a:pt x="2507" y="2150"/>
                  <a:pt x="2507" y="2049"/>
                </a:cubicBezTo>
                <a:cubicBezTo>
                  <a:pt x="2507" y="1949"/>
                  <a:pt x="2632" y="1949"/>
                  <a:pt x="2632" y="1849"/>
                </a:cubicBezTo>
                <a:cubicBezTo>
                  <a:pt x="2632" y="1749"/>
                  <a:pt x="2733" y="1648"/>
                  <a:pt x="2733" y="1523"/>
                </a:cubicBezTo>
                <a:cubicBezTo>
                  <a:pt x="2933" y="1423"/>
                  <a:pt x="2933" y="1322"/>
                  <a:pt x="2933" y="1122"/>
                </a:cubicBezTo>
                <a:cubicBezTo>
                  <a:pt x="2933" y="1022"/>
                  <a:pt x="2833" y="896"/>
                  <a:pt x="2933" y="896"/>
                </a:cubicBezTo>
                <a:cubicBezTo>
                  <a:pt x="3033" y="896"/>
                  <a:pt x="3134" y="596"/>
                  <a:pt x="3033" y="596"/>
                </a:cubicBezTo>
                <a:cubicBezTo>
                  <a:pt x="2933" y="395"/>
                  <a:pt x="2933" y="395"/>
                  <a:pt x="2933" y="170"/>
                </a:cubicBezTo>
                <a:cubicBezTo>
                  <a:pt x="2933" y="170"/>
                  <a:pt x="2933" y="0"/>
                  <a:pt x="2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7"/>
          <p:cNvSpPr/>
          <p:nvPr/>
        </p:nvSpPr>
        <p:spPr>
          <a:xfrm>
            <a:off x="1752698" y="3085696"/>
            <a:ext cx="55832" cy="125079"/>
          </a:xfrm>
          <a:custGeom>
            <a:rect b="b" l="l" r="r" t="t"/>
            <a:pathLst>
              <a:path extrusionOk="0" h="7021" w="3134">
                <a:moveTo>
                  <a:pt x="2830" y="0"/>
                </a:moveTo>
                <a:cubicBezTo>
                  <a:pt x="2804" y="0"/>
                  <a:pt x="2772" y="8"/>
                  <a:pt x="2732" y="28"/>
                </a:cubicBezTo>
                <a:cubicBezTo>
                  <a:pt x="2607" y="28"/>
                  <a:pt x="2507" y="129"/>
                  <a:pt x="2507" y="129"/>
                </a:cubicBezTo>
                <a:cubicBezTo>
                  <a:pt x="2507" y="129"/>
                  <a:pt x="2406" y="129"/>
                  <a:pt x="2406" y="229"/>
                </a:cubicBezTo>
                <a:lnTo>
                  <a:pt x="2507" y="229"/>
                </a:lnTo>
                <a:cubicBezTo>
                  <a:pt x="2507" y="354"/>
                  <a:pt x="2406" y="454"/>
                  <a:pt x="2507" y="454"/>
                </a:cubicBezTo>
                <a:lnTo>
                  <a:pt x="2507" y="555"/>
                </a:lnTo>
                <a:cubicBezTo>
                  <a:pt x="2406" y="555"/>
                  <a:pt x="2507" y="555"/>
                  <a:pt x="2607" y="655"/>
                </a:cubicBezTo>
                <a:lnTo>
                  <a:pt x="2507" y="655"/>
                </a:lnTo>
                <a:cubicBezTo>
                  <a:pt x="2406" y="755"/>
                  <a:pt x="2507" y="755"/>
                  <a:pt x="2507" y="755"/>
                </a:cubicBezTo>
                <a:lnTo>
                  <a:pt x="2507" y="981"/>
                </a:lnTo>
                <a:cubicBezTo>
                  <a:pt x="2406" y="981"/>
                  <a:pt x="2507" y="1081"/>
                  <a:pt x="2406" y="1081"/>
                </a:cubicBezTo>
                <a:cubicBezTo>
                  <a:pt x="2406" y="1181"/>
                  <a:pt x="2306" y="1181"/>
                  <a:pt x="2306" y="1281"/>
                </a:cubicBezTo>
                <a:cubicBezTo>
                  <a:pt x="2306" y="1281"/>
                  <a:pt x="2406" y="1382"/>
                  <a:pt x="2306" y="1482"/>
                </a:cubicBezTo>
                <a:cubicBezTo>
                  <a:pt x="2206" y="1482"/>
                  <a:pt x="2306" y="1607"/>
                  <a:pt x="2206" y="1607"/>
                </a:cubicBezTo>
                <a:cubicBezTo>
                  <a:pt x="2206" y="1607"/>
                  <a:pt x="2206" y="1708"/>
                  <a:pt x="2106" y="1708"/>
                </a:cubicBezTo>
                <a:cubicBezTo>
                  <a:pt x="2106" y="1908"/>
                  <a:pt x="2106" y="2008"/>
                  <a:pt x="1980" y="2109"/>
                </a:cubicBezTo>
                <a:cubicBezTo>
                  <a:pt x="1880" y="2234"/>
                  <a:pt x="1780" y="2334"/>
                  <a:pt x="1780" y="2535"/>
                </a:cubicBezTo>
                <a:cubicBezTo>
                  <a:pt x="1780" y="2635"/>
                  <a:pt x="1679" y="2635"/>
                  <a:pt x="1679" y="2735"/>
                </a:cubicBezTo>
                <a:cubicBezTo>
                  <a:pt x="1679" y="2860"/>
                  <a:pt x="1780" y="2961"/>
                  <a:pt x="1579" y="2961"/>
                </a:cubicBezTo>
                <a:cubicBezTo>
                  <a:pt x="1479" y="2961"/>
                  <a:pt x="1579" y="3061"/>
                  <a:pt x="1479" y="3061"/>
                </a:cubicBezTo>
                <a:lnTo>
                  <a:pt x="1479" y="3261"/>
                </a:lnTo>
                <a:cubicBezTo>
                  <a:pt x="1354" y="3362"/>
                  <a:pt x="1354" y="3487"/>
                  <a:pt x="1253" y="3587"/>
                </a:cubicBezTo>
                <a:lnTo>
                  <a:pt x="1253" y="3687"/>
                </a:lnTo>
                <a:cubicBezTo>
                  <a:pt x="1153" y="3687"/>
                  <a:pt x="1153" y="3788"/>
                  <a:pt x="1153" y="3888"/>
                </a:cubicBezTo>
                <a:lnTo>
                  <a:pt x="1053" y="3988"/>
                </a:lnTo>
                <a:cubicBezTo>
                  <a:pt x="953" y="4114"/>
                  <a:pt x="953" y="4214"/>
                  <a:pt x="953" y="4314"/>
                </a:cubicBezTo>
                <a:cubicBezTo>
                  <a:pt x="953" y="4515"/>
                  <a:pt x="953" y="4615"/>
                  <a:pt x="852" y="4740"/>
                </a:cubicBezTo>
                <a:cubicBezTo>
                  <a:pt x="852" y="4740"/>
                  <a:pt x="727" y="4740"/>
                  <a:pt x="727" y="4840"/>
                </a:cubicBezTo>
                <a:lnTo>
                  <a:pt x="727" y="5141"/>
                </a:lnTo>
                <a:cubicBezTo>
                  <a:pt x="627" y="5241"/>
                  <a:pt x="727" y="5467"/>
                  <a:pt x="627" y="5567"/>
                </a:cubicBezTo>
                <a:cubicBezTo>
                  <a:pt x="627" y="5567"/>
                  <a:pt x="527" y="5667"/>
                  <a:pt x="527" y="5768"/>
                </a:cubicBezTo>
                <a:cubicBezTo>
                  <a:pt x="426" y="5868"/>
                  <a:pt x="426" y="5868"/>
                  <a:pt x="426" y="6094"/>
                </a:cubicBezTo>
                <a:cubicBezTo>
                  <a:pt x="426" y="6194"/>
                  <a:pt x="326" y="6394"/>
                  <a:pt x="326" y="6495"/>
                </a:cubicBezTo>
                <a:lnTo>
                  <a:pt x="226" y="6620"/>
                </a:lnTo>
                <a:lnTo>
                  <a:pt x="226" y="6720"/>
                </a:lnTo>
                <a:cubicBezTo>
                  <a:pt x="226" y="6820"/>
                  <a:pt x="0" y="6820"/>
                  <a:pt x="226" y="6921"/>
                </a:cubicBezTo>
                <a:lnTo>
                  <a:pt x="326" y="6921"/>
                </a:lnTo>
                <a:cubicBezTo>
                  <a:pt x="426" y="7021"/>
                  <a:pt x="627" y="7021"/>
                  <a:pt x="627" y="7021"/>
                </a:cubicBezTo>
                <a:cubicBezTo>
                  <a:pt x="727" y="7021"/>
                  <a:pt x="627" y="6921"/>
                  <a:pt x="627" y="6921"/>
                </a:cubicBezTo>
                <a:cubicBezTo>
                  <a:pt x="727" y="6820"/>
                  <a:pt x="727" y="6720"/>
                  <a:pt x="852" y="6495"/>
                </a:cubicBezTo>
                <a:cubicBezTo>
                  <a:pt x="953" y="6394"/>
                  <a:pt x="953" y="6294"/>
                  <a:pt x="953" y="6194"/>
                </a:cubicBezTo>
                <a:cubicBezTo>
                  <a:pt x="953" y="6094"/>
                  <a:pt x="953" y="5993"/>
                  <a:pt x="1053" y="5993"/>
                </a:cubicBezTo>
                <a:lnTo>
                  <a:pt x="1053" y="5768"/>
                </a:lnTo>
                <a:cubicBezTo>
                  <a:pt x="1153" y="5667"/>
                  <a:pt x="1153" y="5567"/>
                  <a:pt x="1153" y="5467"/>
                </a:cubicBezTo>
                <a:lnTo>
                  <a:pt x="1153" y="5367"/>
                </a:lnTo>
                <a:cubicBezTo>
                  <a:pt x="1253" y="5241"/>
                  <a:pt x="1153" y="5241"/>
                  <a:pt x="1153" y="5141"/>
                </a:cubicBezTo>
                <a:cubicBezTo>
                  <a:pt x="1253" y="5141"/>
                  <a:pt x="1153" y="5041"/>
                  <a:pt x="1253" y="5041"/>
                </a:cubicBezTo>
                <a:cubicBezTo>
                  <a:pt x="1253" y="4840"/>
                  <a:pt x="1479" y="4840"/>
                  <a:pt x="1354" y="4740"/>
                </a:cubicBezTo>
                <a:cubicBezTo>
                  <a:pt x="1354" y="4615"/>
                  <a:pt x="1479" y="4515"/>
                  <a:pt x="1479" y="4515"/>
                </a:cubicBezTo>
                <a:lnTo>
                  <a:pt x="1479" y="4414"/>
                </a:lnTo>
                <a:cubicBezTo>
                  <a:pt x="1354" y="4314"/>
                  <a:pt x="1479" y="4314"/>
                  <a:pt x="1479" y="4314"/>
                </a:cubicBezTo>
                <a:cubicBezTo>
                  <a:pt x="1579" y="4214"/>
                  <a:pt x="1579" y="4214"/>
                  <a:pt x="1679" y="4114"/>
                </a:cubicBezTo>
                <a:lnTo>
                  <a:pt x="1679" y="3888"/>
                </a:lnTo>
                <a:cubicBezTo>
                  <a:pt x="1780" y="3788"/>
                  <a:pt x="1980" y="3788"/>
                  <a:pt x="1880" y="3587"/>
                </a:cubicBezTo>
                <a:cubicBezTo>
                  <a:pt x="1880" y="3587"/>
                  <a:pt x="1880" y="3487"/>
                  <a:pt x="1980" y="3487"/>
                </a:cubicBezTo>
                <a:lnTo>
                  <a:pt x="1980" y="3261"/>
                </a:lnTo>
                <a:cubicBezTo>
                  <a:pt x="2106" y="3261"/>
                  <a:pt x="2106" y="3261"/>
                  <a:pt x="2106" y="3161"/>
                </a:cubicBezTo>
                <a:cubicBezTo>
                  <a:pt x="1980" y="3061"/>
                  <a:pt x="2306" y="3061"/>
                  <a:pt x="2206" y="2961"/>
                </a:cubicBezTo>
                <a:lnTo>
                  <a:pt x="2206" y="2860"/>
                </a:lnTo>
                <a:cubicBezTo>
                  <a:pt x="2206" y="2735"/>
                  <a:pt x="2306" y="2735"/>
                  <a:pt x="2306" y="2735"/>
                </a:cubicBezTo>
                <a:cubicBezTo>
                  <a:pt x="2306" y="2635"/>
                  <a:pt x="2406" y="2635"/>
                  <a:pt x="2406" y="2535"/>
                </a:cubicBezTo>
                <a:cubicBezTo>
                  <a:pt x="2406" y="2535"/>
                  <a:pt x="2406" y="2434"/>
                  <a:pt x="2507" y="2434"/>
                </a:cubicBezTo>
                <a:cubicBezTo>
                  <a:pt x="2607" y="2434"/>
                  <a:pt x="2507" y="2334"/>
                  <a:pt x="2507" y="2234"/>
                </a:cubicBezTo>
                <a:cubicBezTo>
                  <a:pt x="2507" y="2109"/>
                  <a:pt x="2607" y="2109"/>
                  <a:pt x="2732" y="2008"/>
                </a:cubicBezTo>
                <a:cubicBezTo>
                  <a:pt x="2732" y="2008"/>
                  <a:pt x="2732" y="1908"/>
                  <a:pt x="2832" y="1908"/>
                </a:cubicBezTo>
                <a:cubicBezTo>
                  <a:pt x="2832" y="1708"/>
                  <a:pt x="2832" y="1607"/>
                  <a:pt x="2933" y="1482"/>
                </a:cubicBezTo>
                <a:cubicBezTo>
                  <a:pt x="3033" y="1382"/>
                  <a:pt x="3033" y="1281"/>
                  <a:pt x="3033" y="1081"/>
                </a:cubicBezTo>
                <a:cubicBezTo>
                  <a:pt x="3033" y="981"/>
                  <a:pt x="2933" y="855"/>
                  <a:pt x="3033" y="855"/>
                </a:cubicBezTo>
                <a:cubicBezTo>
                  <a:pt x="3033" y="855"/>
                  <a:pt x="3133" y="555"/>
                  <a:pt x="3033" y="454"/>
                </a:cubicBezTo>
                <a:cubicBezTo>
                  <a:pt x="2933" y="354"/>
                  <a:pt x="3033" y="354"/>
                  <a:pt x="2933" y="129"/>
                </a:cubicBezTo>
                <a:cubicBezTo>
                  <a:pt x="2933" y="129"/>
                  <a:pt x="2933"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7"/>
          <p:cNvSpPr/>
          <p:nvPr/>
        </p:nvSpPr>
        <p:spPr>
          <a:xfrm>
            <a:off x="1779028" y="3087976"/>
            <a:ext cx="62976" cy="139776"/>
          </a:xfrm>
          <a:custGeom>
            <a:rect b="b" l="l" r="r" t="t"/>
            <a:pathLst>
              <a:path extrusionOk="0" h="7846" w="3535">
                <a:moveTo>
                  <a:pt x="3009" y="1"/>
                </a:moveTo>
                <a:lnTo>
                  <a:pt x="3009" y="226"/>
                </a:lnTo>
                <a:cubicBezTo>
                  <a:pt x="3009" y="226"/>
                  <a:pt x="2808" y="226"/>
                  <a:pt x="2808" y="326"/>
                </a:cubicBezTo>
                <a:lnTo>
                  <a:pt x="2808" y="427"/>
                </a:lnTo>
                <a:cubicBezTo>
                  <a:pt x="2708" y="427"/>
                  <a:pt x="2808" y="527"/>
                  <a:pt x="2808" y="627"/>
                </a:cubicBezTo>
                <a:lnTo>
                  <a:pt x="2708" y="627"/>
                </a:lnTo>
                <a:cubicBezTo>
                  <a:pt x="2608" y="627"/>
                  <a:pt x="2708" y="727"/>
                  <a:pt x="2608" y="853"/>
                </a:cubicBezTo>
                <a:lnTo>
                  <a:pt x="2507" y="953"/>
                </a:lnTo>
                <a:lnTo>
                  <a:pt x="2507" y="1153"/>
                </a:lnTo>
                <a:lnTo>
                  <a:pt x="2282" y="1354"/>
                </a:lnTo>
                <a:lnTo>
                  <a:pt x="2282" y="1580"/>
                </a:lnTo>
                <a:cubicBezTo>
                  <a:pt x="2181" y="1680"/>
                  <a:pt x="2181" y="1680"/>
                  <a:pt x="2181" y="1780"/>
                </a:cubicBezTo>
                <a:cubicBezTo>
                  <a:pt x="2081" y="1780"/>
                  <a:pt x="2081" y="1880"/>
                  <a:pt x="2081" y="1880"/>
                </a:cubicBezTo>
                <a:cubicBezTo>
                  <a:pt x="2081" y="2106"/>
                  <a:pt x="1981" y="2206"/>
                  <a:pt x="1881" y="2306"/>
                </a:cubicBezTo>
                <a:cubicBezTo>
                  <a:pt x="1881" y="2507"/>
                  <a:pt x="1755" y="2607"/>
                  <a:pt x="1755" y="2833"/>
                </a:cubicBezTo>
                <a:cubicBezTo>
                  <a:pt x="1755" y="2933"/>
                  <a:pt x="1655" y="3033"/>
                  <a:pt x="1655" y="3133"/>
                </a:cubicBezTo>
                <a:cubicBezTo>
                  <a:pt x="1655" y="3133"/>
                  <a:pt x="1755" y="3359"/>
                  <a:pt x="1555" y="3359"/>
                </a:cubicBezTo>
                <a:cubicBezTo>
                  <a:pt x="1455" y="3359"/>
                  <a:pt x="1555" y="3459"/>
                  <a:pt x="1555" y="3459"/>
                </a:cubicBezTo>
                <a:lnTo>
                  <a:pt x="1455" y="3660"/>
                </a:lnTo>
                <a:cubicBezTo>
                  <a:pt x="1455" y="3760"/>
                  <a:pt x="1354" y="3860"/>
                  <a:pt x="1354" y="4086"/>
                </a:cubicBezTo>
                <a:cubicBezTo>
                  <a:pt x="1254" y="4086"/>
                  <a:pt x="1354" y="4186"/>
                  <a:pt x="1254" y="4186"/>
                </a:cubicBezTo>
                <a:cubicBezTo>
                  <a:pt x="1129" y="4186"/>
                  <a:pt x="1254" y="4286"/>
                  <a:pt x="1129" y="4286"/>
                </a:cubicBezTo>
                <a:lnTo>
                  <a:pt x="1029" y="4487"/>
                </a:lnTo>
                <a:lnTo>
                  <a:pt x="1029" y="4913"/>
                </a:lnTo>
                <a:cubicBezTo>
                  <a:pt x="1029" y="5013"/>
                  <a:pt x="928" y="5113"/>
                  <a:pt x="828" y="5239"/>
                </a:cubicBezTo>
                <a:lnTo>
                  <a:pt x="828" y="5439"/>
                </a:lnTo>
                <a:cubicBezTo>
                  <a:pt x="828" y="5539"/>
                  <a:pt x="728" y="5640"/>
                  <a:pt x="728" y="5740"/>
                </a:cubicBezTo>
                <a:lnTo>
                  <a:pt x="728" y="6166"/>
                </a:lnTo>
                <a:cubicBezTo>
                  <a:pt x="628" y="6266"/>
                  <a:pt x="628" y="6367"/>
                  <a:pt x="628" y="6367"/>
                </a:cubicBezTo>
                <a:cubicBezTo>
                  <a:pt x="502" y="6592"/>
                  <a:pt x="502" y="6592"/>
                  <a:pt x="402" y="6793"/>
                </a:cubicBezTo>
                <a:cubicBezTo>
                  <a:pt x="402" y="6893"/>
                  <a:pt x="302" y="7219"/>
                  <a:pt x="302" y="7319"/>
                </a:cubicBezTo>
                <a:cubicBezTo>
                  <a:pt x="302" y="7319"/>
                  <a:pt x="201" y="7319"/>
                  <a:pt x="201" y="7419"/>
                </a:cubicBezTo>
                <a:cubicBezTo>
                  <a:pt x="201" y="7419"/>
                  <a:pt x="302" y="7519"/>
                  <a:pt x="201" y="7519"/>
                </a:cubicBezTo>
                <a:cubicBezTo>
                  <a:pt x="201" y="7620"/>
                  <a:pt x="1" y="7620"/>
                  <a:pt x="201" y="7620"/>
                </a:cubicBezTo>
                <a:cubicBezTo>
                  <a:pt x="201" y="7745"/>
                  <a:pt x="201" y="7745"/>
                  <a:pt x="302" y="7745"/>
                </a:cubicBezTo>
                <a:cubicBezTo>
                  <a:pt x="402" y="7845"/>
                  <a:pt x="628" y="7845"/>
                  <a:pt x="628" y="7845"/>
                </a:cubicBezTo>
                <a:cubicBezTo>
                  <a:pt x="728" y="7845"/>
                  <a:pt x="728" y="7745"/>
                  <a:pt x="728" y="7745"/>
                </a:cubicBezTo>
                <a:cubicBezTo>
                  <a:pt x="728" y="7519"/>
                  <a:pt x="728" y="7519"/>
                  <a:pt x="928" y="7319"/>
                </a:cubicBezTo>
                <a:cubicBezTo>
                  <a:pt x="1029" y="7219"/>
                  <a:pt x="928" y="6993"/>
                  <a:pt x="1029" y="6893"/>
                </a:cubicBezTo>
                <a:cubicBezTo>
                  <a:pt x="1029" y="6793"/>
                  <a:pt x="1029" y="6692"/>
                  <a:pt x="1129" y="6592"/>
                </a:cubicBezTo>
                <a:lnTo>
                  <a:pt x="1129" y="6492"/>
                </a:lnTo>
                <a:cubicBezTo>
                  <a:pt x="1129" y="6367"/>
                  <a:pt x="1129" y="6266"/>
                  <a:pt x="1254" y="6166"/>
                </a:cubicBezTo>
                <a:cubicBezTo>
                  <a:pt x="1254" y="6066"/>
                  <a:pt x="1129" y="5966"/>
                  <a:pt x="1254" y="5966"/>
                </a:cubicBezTo>
                <a:lnTo>
                  <a:pt x="1254" y="5740"/>
                </a:lnTo>
                <a:lnTo>
                  <a:pt x="1254" y="5539"/>
                </a:lnTo>
                <a:cubicBezTo>
                  <a:pt x="1354" y="5439"/>
                  <a:pt x="1455" y="5439"/>
                  <a:pt x="1455" y="5239"/>
                </a:cubicBezTo>
                <a:lnTo>
                  <a:pt x="1455" y="5013"/>
                </a:lnTo>
                <a:cubicBezTo>
                  <a:pt x="1555" y="5013"/>
                  <a:pt x="1455" y="4913"/>
                  <a:pt x="1455" y="4913"/>
                </a:cubicBezTo>
                <a:cubicBezTo>
                  <a:pt x="1455" y="4813"/>
                  <a:pt x="1455" y="4813"/>
                  <a:pt x="1555" y="4813"/>
                </a:cubicBezTo>
                <a:cubicBezTo>
                  <a:pt x="1655" y="4712"/>
                  <a:pt x="1655" y="4612"/>
                  <a:pt x="1655" y="4487"/>
                </a:cubicBezTo>
                <a:cubicBezTo>
                  <a:pt x="1655" y="4387"/>
                  <a:pt x="1755" y="4387"/>
                  <a:pt x="1755" y="4286"/>
                </a:cubicBezTo>
                <a:cubicBezTo>
                  <a:pt x="1755" y="4186"/>
                  <a:pt x="1981" y="4186"/>
                  <a:pt x="1981" y="3986"/>
                </a:cubicBezTo>
                <a:cubicBezTo>
                  <a:pt x="1881" y="3860"/>
                  <a:pt x="1981" y="3860"/>
                  <a:pt x="1981" y="3860"/>
                </a:cubicBezTo>
                <a:cubicBezTo>
                  <a:pt x="1981" y="3760"/>
                  <a:pt x="1981" y="3660"/>
                  <a:pt x="2081" y="3660"/>
                </a:cubicBezTo>
                <a:lnTo>
                  <a:pt x="2081" y="3459"/>
                </a:lnTo>
                <a:cubicBezTo>
                  <a:pt x="1981" y="3359"/>
                  <a:pt x="2282" y="3359"/>
                  <a:pt x="2181" y="3234"/>
                </a:cubicBezTo>
                <a:lnTo>
                  <a:pt x="2181" y="3133"/>
                </a:lnTo>
                <a:cubicBezTo>
                  <a:pt x="2181" y="3033"/>
                  <a:pt x="2282" y="3033"/>
                  <a:pt x="2282" y="2933"/>
                </a:cubicBezTo>
                <a:lnTo>
                  <a:pt x="2382" y="2833"/>
                </a:lnTo>
                <a:cubicBezTo>
                  <a:pt x="2382" y="2732"/>
                  <a:pt x="2382" y="2732"/>
                  <a:pt x="2507" y="2607"/>
                </a:cubicBezTo>
                <a:cubicBezTo>
                  <a:pt x="2608" y="2607"/>
                  <a:pt x="2507" y="2507"/>
                  <a:pt x="2507" y="2407"/>
                </a:cubicBezTo>
                <a:cubicBezTo>
                  <a:pt x="2507" y="2306"/>
                  <a:pt x="2608" y="2306"/>
                  <a:pt x="2608" y="2206"/>
                </a:cubicBezTo>
                <a:cubicBezTo>
                  <a:pt x="2708" y="2106"/>
                  <a:pt x="2708" y="2106"/>
                  <a:pt x="2708" y="1981"/>
                </a:cubicBezTo>
                <a:cubicBezTo>
                  <a:pt x="2708" y="1880"/>
                  <a:pt x="2808" y="1780"/>
                  <a:pt x="2808" y="1680"/>
                </a:cubicBezTo>
                <a:cubicBezTo>
                  <a:pt x="3009" y="1479"/>
                  <a:pt x="3009" y="1354"/>
                  <a:pt x="3009" y="1153"/>
                </a:cubicBezTo>
                <a:lnTo>
                  <a:pt x="3009" y="1053"/>
                </a:lnTo>
                <a:cubicBezTo>
                  <a:pt x="3134" y="953"/>
                  <a:pt x="3334" y="853"/>
                  <a:pt x="3334" y="727"/>
                </a:cubicBezTo>
                <a:cubicBezTo>
                  <a:pt x="3234" y="527"/>
                  <a:pt x="3334" y="527"/>
                  <a:pt x="3334" y="427"/>
                </a:cubicBezTo>
                <a:cubicBezTo>
                  <a:pt x="3435" y="326"/>
                  <a:pt x="3535" y="326"/>
                  <a:pt x="3334" y="101"/>
                </a:cubicBezTo>
                <a:cubicBezTo>
                  <a:pt x="3234" y="101"/>
                  <a:pt x="3234" y="1"/>
                  <a:pt x="3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7"/>
          <p:cNvSpPr/>
          <p:nvPr/>
        </p:nvSpPr>
        <p:spPr>
          <a:xfrm>
            <a:off x="1806713" y="3093035"/>
            <a:ext cx="78154" cy="130691"/>
          </a:xfrm>
          <a:custGeom>
            <a:rect b="b" l="l" r="r" t="t"/>
            <a:pathLst>
              <a:path extrusionOk="0" h="7336" w="4387">
                <a:moveTo>
                  <a:pt x="3989" y="1"/>
                </a:moveTo>
                <a:cubicBezTo>
                  <a:pt x="3972" y="1"/>
                  <a:pt x="3961" y="13"/>
                  <a:pt x="3961" y="42"/>
                </a:cubicBezTo>
                <a:lnTo>
                  <a:pt x="3760" y="42"/>
                </a:lnTo>
                <a:cubicBezTo>
                  <a:pt x="3740" y="22"/>
                  <a:pt x="3724" y="14"/>
                  <a:pt x="3711" y="14"/>
                </a:cubicBezTo>
                <a:cubicBezTo>
                  <a:pt x="3656" y="14"/>
                  <a:pt x="3640" y="143"/>
                  <a:pt x="3560" y="143"/>
                </a:cubicBezTo>
                <a:lnTo>
                  <a:pt x="3460" y="143"/>
                </a:lnTo>
                <a:cubicBezTo>
                  <a:pt x="3334" y="143"/>
                  <a:pt x="3334" y="243"/>
                  <a:pt x="3234" y="243"/>
                </a:cubicBezTo>
                <a:cubicBezTo>
                  <a:pt x="3134" y="343"/>
                  <a:pt x="3033" y="343"/>
                  <a:pt x="3033" y="343"/>
                </a:cubicBezTo>
                <a:cubicBezTo>
                  <a:pt x="2933" y="443"/>
                  <a:pt x="2933" y="569"/>
                  <a:pt x="2933" y="569"/>
                </a:cubicBezTo>
                <a:cubicBezTo>
                  <a:pt x="2833" y="669"/>
                  <a:pt x="2708" y="669"/>
                  <a:pt x="2607" y="769"/>
                </a:cubicBezTo>
                <a:cubicBezTo>
                  <a:pt x="2607" y="869"/>
                  <a:pt x="2607" y="970"/>
                  <a:pt x="2507" y="970"/>
                </a:cubicBezTo>
                <a:cubicBezTo>
                  <a:pt x="2507" y="1070"/>
                  <a:pt x="2507" y="1195"/>
                  <a:pt x="2407" y="1195"/>
                </a:cubicBezTo>
                <a:lnTo>
                  <a:pt x="2407" y="1396"/>
                </a:lnTo>
                <a:cubicBezTo>
                  <a:pt x="2307" y="1596"/>
                  <a:pt x="2307" y="1697"/>
                  <a:pt x="2206" y="1822"/>
                </a:cubicBezTo>
                <a:cubicBezTo>
                  <a:pt x="2081" y="1922"/>
                  <a:pt x="2081" y="2123"/>
                  <a:pt x="2081" y="2323"/>
                </a:cubicBezTo>
                <a:cubicBezTo>
                  <a:pt x="2081" y="2448"/>
                  <a:pt x="1981" y="2549"/>
                  <a:pt x="1881" y="2549"/>
                </a:cubicBezTo>
                <a:cubicBezTo>
                  <a:pt x="1881" y="2649"/>
                  <a:pt x="1981" y="2749"/>
                  <a:pt x="1881" y="2749"/>
                </a:cubicBezTo>
                <a:cubicBezTo>
                  <a:pt x="1780" y="2749"/>
                  <a:pt x="1780" y="2849"/>
                  <a:pt x="1780" y="2950"/>
                </a:cubicBezTo>
                <a:lnTo>
                  <a:pt x="1780" y="3175"/>
                </a:lnTo>
                <a:cubicBezTo>
                  <a:pt x="1680" y="3275"/>
                  <a:pt x="1680" y="3376"/>
                  <a:pt x="1580" y="3576"/>
                </a:cubicBezTo>
                <a:lnTo>
                  <a:pt x="1580" y="3702"/>
                </a:lnTo>
                <a:cubicBezTo>
                  <a:pt x="1455" y="3702"/>
                  <a:pt x="1455" y="3802"/>
                  <a:pt x="1455" y="3802"/>
                </a:cubicBezTo>
                <a:lnTo>
                  <a:pt x="1254" y="4002"/>
                </a:lnTo>
                <a:lnTo>
                  <a:pt x="1254" y="4428"/>
                </a:lnTo>
                <a:cubicBezTo>
                  <a:pt x="1254" y="4529"/>
                  <a:pt x="1154" y="4629"/>
                  <a:pt x="1054" y="4729"/>
                </a:cubicBezTo>
                <a:cubicBezTo>
                  <a:pt x="1054" y="4829"/>
                  <a:pt x="953" y="4829"/>
                  <a:pt x="953" y="4955"/>
                </a:cubicBezTo>
                <a:lnTo>
                  <a:pt x="953" y="5255"/>
                </a:lnTo>
                <a:cubicBezTo>
                  <a:pt x="828" y="5456"/>
                  <a:pt x="828" y="5581"/>
                  <a:pt x="828" y="5682"/>
                </a:cubicBezTo>
                <a:cubicBezTo>
                  <a:pt x="728" y="5782"/>
                  <a:pt x="728" y="5882"/>
                  <a:pt x="627" y="5882"/>
                </a:cubicBezTo>
                <a:cubicBezTo>
                  <a:pt x="627" y="6083"/>
                  <a:pt x="527" y="6083"/>
                  <a:pt x="527" y="6308"/>
                </a:cubicBezTo>
                <a:cubicBezTo>
                  <a:pt x="527" y="6408"/>
                  <a:pt x="427" y="6709"/>
                  <a:pt x="327" y="6834"/>
                </a:cubicBezTo>
                <a:cubicBezTo>
                  <a:pt x="327" y="6834"/>
                  <a:pt x="201" y="6834"/>
                  <a:pt x="201" y="6935"/>
                </a:cubicBezTo>
                <a:lnTo>
                  <a:pt x="201" y="7035"/>
                </a:lnTo>
                <a:cubicBezTo>
                  <a:pt x="201" y="7035"/>
                  <a:pt x="1" y="7035"/>
                  <a:pt x="201" y="7135"/>
                </a:cubicBezTo>
                <a:cubicBezTo>
                  <a:pt x="101" y="7135"/>
                  <a:pt x="101" y="7235"/>
                  <a:pt x="201" y="7235"/>
                </a:cubicBezTo>
                <a:cubicBezTo>
                  <a:pt x="427" y="7336"/>
                  <a:pt x="627" y="7336"/>
                  <a:pt x="627" y="7336"/>
                </a:cubicBezTo>
                <a:cubicBezTo>
                  <a:pt x="728" y="7336"/>
                  <a:pt x="627" y="7336"/>
                  <a:pt x="627" y="7235"/>
                </a:cubicBezTo>
                <a:cubicBezTo>
                  <a:pt x="728" y="7135"/>
                  <a:pt x="728" y="7035"/>
                  <a:pt x="953" y="6834"/>
                </a:cubicBezTo>
                <a:cubicBezTo>
                  <a:pt x="1054" y="6709"/>
                  <a:pt x="1054" y="6609"/>
                  <a:pt x="1054" y="6509"/>
                </a:cubicBezTo>
                <a:cubicBezTo>
                  <a:pt x="1054" y="6408"/>
                  <a:pt x="1054" y="6308"/>
                  <a:pt x="1154" y="6208"/>
                </a:cubicBezTo>
                <a:cubicBezTo>
                  <a:pt x="1254" y="6083"/>
                  <a:pt x="1254" y="6083"/>
                  <a:pt x="1254" y="5982"/>
                </a:cubicBezTo>
                <a:cubicBezTo>
                  <a:pt x="1254" y="5882"/>
                  <a:pt x="1254" y="5782"/>
                  <a:pt x="1354" y="5682"/>
                </a:cubicBezTo>
                <a:lnTo>
                  <a:pt x="1354" y="5456"/>
                </a:lnTo>
                <a:cubicBezTo>
                  <a:pt x="1455" y="5456"/>
                  <a:pt x="1354" y="5356"/>
                  <a:pt x="1455" y="5255"/>
                </a:cubicBezTo>
                <a:lnTo>
                  <a:pt x="1455" y="5155"/>
                </a:lnTo>
                <a:cubicBezTo>
                  <a:pt x="1455" y="4955"/>
                  <a:pt x="1680" y="4955"/>
                  <a:pt x="1680" y="4729"/>
                </a:cubicBezTo>
                <a:cubicBezTo>
                  <a:pt x="1580" y="4729"/>
                  <a:pt x="1680" y="4629"/>
                  <a:pt x="1680" y="4529"/>
                </a:cubicBezTo>
                <a:cubicBezTo>
                  <a:pt x="1780" y="4529"/>
                  <a:pt x="1680" y="4529"/>
                  <a:pt x="1680" y="4428"/>
                </a:cubicBezTo>
                <a:cubicBezTo>
                  <a:pt x="1680" y="4328"/>
                  <a:pt x="1680" y="4328"/>
                  <a:pt x="1780" y="4328"/>
                </a:cubicBezTo>
                <a:cubicBezTo>
                  <a:pt x="1881" y="4203"/>
                  <a:pt x="1881" y="4103"/>
                  <a:pt x="1881" y="4002"/>
                </a:cubicBezTo>
                <a:cubicBezTo>
                  <a:pt x="1981" y="3902"/>
                  <a:pt x="1981" y="3902"/>
                  <a:pt x="1981" y="3802"/>
                </a:cubicBezTo>
                <a:cubicBezTo>
                  <a:pt x="1981" y="3702"/>
                  <a:pt x="2206" y="3702"/>
                  <a:pt x="2206" y="3476"/>
                </a:cubicBezTo>
                <a:cubicBezTo>
                  <a:pt x="2206" y="3376"/>
                  <a:pt x="2206" y="3376"/>
                  <a:pt x="2307" y="3376"/>
                </a:cubicBezTo>
                <a:lnTo>
                  <a:pt x="2307" y="3175"/>
                </a:lnTo>
                <a:cubicBezTo>
                  <a:pt x="2407" y="3075"/>
                  <a:pt x="2407" y="3075"/>
                  <a:pt x="2307" y="2950"/>
                </a:cubicBezTo>
                <a:cubicBezTo>
                  <a:pt x="2307" y="2849"/>
                  <a:pt x="2507" y="2849"/>
                  <a:pt x="2507" y="2749"/>
                </a:cubicBezTo>
                <a:cubicBezTo>
                  <a:pt x="2507" y="2649"/>
                  <a:pt x="2507" y="2649"/>
                  <a:pt x="2407" y="2549"/>
                </a:cubicBezTo>
                <a:cubicBezTo>
                  <a:pt x="2407" y="2549"/>
                  <a:pt x="2507" y="2549"/>
                  <a:pt x="2607" y="2448"/>
                </a:cubicBezTo>
                <a:cubicBezTo>
                  <a:pt x="2607" y="2448"/>
                  <a:pt x="2607" y="2323"/>
                  <a:pt x="2708" y="2223"/>
                </a:cubicBezTo>
                <a:lnTo>
                  <a:pt x="2708" y="2123"/>
                </a:lnTo>
                <a:cubicBezTo>
                  <a:pt x="2833" y="2022"/>
                  <a:pt x="2708" y="1922"/>
                  <a:pt x="2708" y="1922"/>
                </a:cubicBezTo>
                <a:cubicBezTo>
                  <a:pt x="2708" y="1822"/>
                  <a:pt x="2933" y="1697"/>
                  <a:pt x="2933" y="1596"/>
                </a:cubicBezTo>
                <a:lnTo>
                  <a:pt x="3033" y="1496"/>
                </a:lnTo>
                <a:cubicBezTo>
                  <a:pt x="3033" y="1296"/>
                  <a:pt x="3033" y="1195"/>
                  <a:pt x="3134" y="1070"/>
                </a:cubicBezTo>
                <a:cubicBezTo>
                  <a:pt x="3234" y="970"/>
                  <a:pt x="3334" y="970"/>
                  <a:pt x="3334" y="769"/>
                </a:cubicBezTo>
                <a:cubicBezTo>
                  <a:pt x="3434" y="769"/>
                  <a:pt x="3455" y="641"/>
                  <a:pt x="3510" y="641"/>
                </a:cubicBezTo>
                <a:cubicBezTo>
                  <a:pt x="3524" y="641"/>
                  <a:pt x="3540" y="649"/>
                  <a:pt x="3560" y="669"/>
                </a:cubicBezTo>
                <a:cubicBezTo>
                  <a:pt x="3560" y="669"/>
                  <a:pt x="3760" y="669"/>
                  <a:pt x="3760" y="569"/>
                </a:cubicBezTo>
                <a:cubicBezTo>
                  <a:pt x="3794" y="527"/>
                  <a:pt x="3827" y="513"/>
                  <a:pt x="3857" y="513"/>
                </a:cubicBezTo>
                <a:cubicBezTo>
                  <a:pt x="3916" y="513"/>
                  <a:pt x="3961" y="569"/>
                  <a:pt x="3961" y="569"/>
                </a:cubicBezTo>
                <a:cubicBezTo>
                  <a:pt x="4020" y="569"/>
                  <a:pt x="4051" y="591"/>
                  <a:pt x="4088" y="591"/>
                </a:cubicBezTo>
                <a:cubicBezTo>
                  <a:pt x="4131" y="591"/>
                  <a:pt x="4180" y="563"/>
                  <a:pt x="4287" y="443"/>
                </a:cubicBezTo>
                <a:cubicBezTo>
                  <a:pt x="4287" y="343"/>
                  <a:pt x="4387" y="243"/>
                  <a:pt x="4387" y="243"/>
                </a:cubicBezTo>
                <a:lnTo>
                  <a:pt x="4387" y="143"/>
                </a:lnTo>
                <a:cubicBezTo>
                  <a:pt x="4353" y="109"/>
                  <a:pt x="4331" y="98"/>
                  <a:pt x="4313" y="98"/>
                </a:cubicBezTo>
                <a:cubicBezTo>
                  <a:pt x="4275" y="98"/>
                  <a:pt x="4253" y="143"/>
                  <a:pt x="4186" y="143"/>
                </a:cubicBezTo>
                <a:cubicBezTo>
                  <a:pt x="4115" y="72"/>
                  <a:pt x="4032" y="1"/>
                  <a:pt x="3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7"/>
          <p:cNvSpPr/>
          <p:nvPr/>
        </p:nvSpPr>
        <p:spPr>
          <a:xfrm>
            <a:off x="1648658" y="3748342"/>
            <a:ext cx="16532" cy="46907"/>
          </a:xfrm>
          <a:custGeom>
            <a:rect b="b" l="l" r="r" t="t"/>
            <a:pathLst>
              <a:path extrusionOk="0" h="2633" w="928">
                <a:moveTo>
                  <a:pt x="101" y="0"/>
                </a:moveTo>
                <a:lnTo>
                  <a:pt x="101" y="126"/>
                </a:lnTo>
                <a:lnTo>
                  <a:pt x="101" y="226"/>
                </a:lnTo>
                <a:cubicBezTo>
                  <a:pt x="1" y="326"/>
                  <a:pt x="101" y="326"/>
                  <a:pt x="101" y="326"/>
                </a:cubicBezTo>
                <a:lnTo>
                  <a:pt x="101" y="427"/>
                </a:lnTo>
                <a:lnTo>
                  <a:pt x="101" y="527"/>
                </a:lnTo>
                <a:lnTo>
                  <a:pt x="101" y="627"/>
                </a:lnTo>
                <a:lnTo>
                  <a:pt x="101" y="752"/>
                </a:lnTo>
                <a:cubicBezTo>
                  <a:pt x="101" y="752"/>
                  <a:pt x="201" y="752"/>
                  <a:pt x="101" y="853"/>
                </a:cubicBezTo>
                <a:cubicBezTo>
                  <a:pt x="101" y="853"/>
                  <a:pt x="101" y="953"/>
                  <a:pt x="201" y="953"/>
                </a:cubicBezTo>
                <a:cubicBezTo>
                  <a:pt x="201" y="1053"/>
                  <a:pt x="101" y="1053"/>
                  <a:pt x="201" y="1053"/>
                </a:cubicBezTo>
                <a:cubicBezTo>
                  <a:pt x="201" y="1153"/>
                  <a:pt x="301" y="1153"/>
                  <a:pt x="201" y="1153"/>
                </a:cubicBezTo>
                <a:lnTo>
                  <a:pt x="201" y="1254"/>
                </a:lnTo>
                <a:lnTo>
                  <a:pt x="201" y="1379"/>
                </a:lnTo>
                <a:cubicBezTo>
                  <a:pt x="201" y="1379"/>
                  <a:pt x="301" y="1379"/>
                  <a:pt x="201" y="1479"/>
                </a:cubicBezTo>
                <a:lnTo>
                  <a:pt x="201" y="1579"/>
                </a:lnTo>
                <a:cubicBezTo>
                  <a:pt x="101" y="1579"/>
                  <a:pt x="201" y="1680"/>
                  <a:pt x="201" y="1680"/>
                </a:cubicBezTo>
                <a:cubicBezTo>
                  <a:pt x="301" y="1680"/>
                  <a:pt x="301" y="1780"/>
                  <a:pt x="201" y="1780"/>
                </a:cubicBezTo>
                <a:lnTo>
                  <a:pt x="201" y="1880"/>
                </a:lnTo>
                <a:cubicBezTo>
                  <a:pt x="301" y="1880"/>
                  <a:pt x="301" y="1880"/>
                  <a:pt x="301" y="2005"/>
                </a:cubicBezTo>
                <a:cubicBezTo>
                  <a:pt x="301" y="2005"/>
                  <a:pt x="427" y="2005"/>
                  <a:pt x="427" y="2106"/>
                </a:cubicBezTo>
                <a:cubicBezTo>
                  <a:pt x="427" y="2106"/>
                  <a:pt x="301" y="2106"/>
                  <a:pt x="301" y="2206"/>
                </a:cubicBezTo>
                <a:lnTo>
                  <a:pt x="301" y="2306"/>
                </a:lnTo>
                <a:lnTo>
                  <a:pt x="427" y="2406"/>
                </a:lnTo>
                <a:lnTo>
                  <a:pt x="301" y="2507"/>
                </a:lnTo>
                <a:lnTo>
                  <a:pt x="427" y="2507"/>
                </a:lnTo>
                <a:cubicBezTo>
                  <a:pt x="301" y="2507"/>
                  <a:pt x="201" y="2632"/>
                  <a:pt x="427" y="2632"/>
                </a:cubicBezTo>
                <a:lnTo>
                  <a:pt x="527" y="2632"/>
                </a:lnTo>
                <a:cubicBezTo>
                  <a:pt x="627" y="2632"/>
                  <a:pt x="828" y="2507"/>
                  <a:pt x="828" y="2507"/>
                </a:cubicBezTo>
                <a:cubicBezTo>
                  <a:pt x="828" y="2406"/>
                  <a:pt x="828" y="2406"/>
                  <a:pt x="928" y="2306"/>
                </a:cubicBezTo>
                <a:lnTo>
                  <a:pt x="928" y="2206"/>
                </a:lnTo>
                <a:cubicBezTo>
                  <a:pt x="928" y="2206"/>
                  <a:pt x="828" y="2206"/>
                  <a:pt x="928" y="2106"/>
                </a:cubicBezTo>
                <a:cubicBezTo>
                  <a:pt x="928" y="2005"/>
                  <a:pt x="828" y="2005"/>
                  <a:pt x="828" y="2005"/>
                </a:cubicBezTo>
                <a:cubicBezTo>
                  <a:pt x="828" y="2005"/>
                  <a:pt x="727" y="2005"/>
                  <a:pt x="828" y="1880"/>
                </a:cubicBezTo>
                <a:lnTo>
                  <a:pt x="727" y="1880"/>
                </a:lnTo>
                <a:cubicBezTo>
                  <a:pt x="828" y="1780"/>
                  <a:pt x="727" y="1780"/>
                  <a:pt x="727" y="1780"/>
                </a:cubicBezTo>
                <a:cubicBezTo>
                  <a:pt x="727" y="1780"/>
                  <a:pt x="828" y="1680"/>
                  <a:pt x="727" y="1680"/>
                </a:cubicBezTo>
                <a:lnTo>
                  <a:pt x="727" y="1579"/>
                </a:lnTo>
                <a:cubicBezTo>
                  <a:pt x="828" y="1479"/>
                  <a:pt x="727" y="1479"/>
                  <a:pt x="727" y="1479"/>
                </a:cubicBezTo>
                <a:lnTo>
                  <a:pt x="727" y="1379"/>
                </a:lnTo>
                <a:cubicBezTo>
                  <a:pt x="727" y="1379"/>
                  <a:pt x="828" y="1254"/>
                  <a:pt x="727" y="1254"/>
                </a:cubicBezTo>
                <a:lnTo>
                  <a:pt x="727" y="1153"/>
                </a:lnTo>
                <a:cubicBezTo>
                  <a:pt x="828" y="1153"/>
                  <a:pt x="727" y="1153"/>
                  <a:pt x="727" y="1053"/>
                </a:cubicBezTo>
                <a:cubicBezTo>
                  <a:pt x="727" y="953"/>
                  <a:pt x="627" y="953"/>
                  <a:pt x="627" y="953"/>
                </a:cubicBezTo>
                <a:lnTo>
                  <a:pt x="727" y="953"/>
                </a:lnTo>
                <a:lnTo>
                  <a:pt x="727" y="853"/>
                </a:lnTo>
                <a:cubicBezTo>
                  <a:pt x="828" y="752"/>
                  <a:pt x="727" y="752"/>
                  <a:pt x="627" y="752"/>
                </a:cubicBezTo>
                <a:lnTo>
                  <a:pt x="727" y="627"/>
                </a:lnTo>
                <a:cubicBezTo>
                  <a:pt x="627" y="527"/>
                  <a:pt x="627" y="527"/>
                  <a:pt x="627" y="427"/>
                </a:cubicBezTo>
                <a:cubicBezTo>
                  <a:pt x="727" y="427"/>
                  <a:pt x="727" y="427"/>
                  <a:pt x="627" y="326"/>
                </a:cubicBezTo>
                <a:cubicBezTo>
                  <a:pt x="627" y="326"/>
                  <a:pt x="527" y="326"/>
                  <a:pt x="627" y="226"/>
                </a:cubicBezTo>
                <a:cubicBezTo>
                  <a:pt x="627" y="226"/>
                  <a:pt x="727" y="126"/>
                  <a:pt x="627" y="126"/>
                </a:cubicBezTo>
                <a:cubicBezTo>
                  <a:pt x="627" y="0"/>
                  <a:pt x="727" y="0"/>
                  <a:pt x="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7"/>
          <p:cNvSpPr/>
          <p:nvPr/>
        </p:nvSpPr>
        <p:spPr>
          <a:xfrm>
            <a:off x="1685713" y="3757713"/>
            <a:ext cx="15196" cy="37536"/>
          </a:xfrm>
          <a:custGeom>
            <a:rect b="b" l="l" r="r" t="t"/>
            <a:pathLst>
              <a:path extrusionOk="0" h="2107" w="853">
                <a:moveTo>
                  <a:pt x="226" y="1"/>
                </a:moveTo>
                <a:lnTo>
                  <a:pt x="226" y="101"/>
                </a:lnTo>
                <a:cubicBezTo>
                  <a:pt x="101" y="101"/>
                  <a:pt x="226" y="226"/>
                  <a:pt x="226" y="226"/>
                </a:cubicBezTo>
                <a:cubicBezTo>
                  <a:pt x="226" y="327"/>
                  <a:pt x="101" y="327"/>
                  <a:pt x="101" y="327"/>
                </a:cubicBezTo>
                <a:lnTo>
                  <a:pt x="101" y="427"/>
                </a:lnTo>
                <a:lnTo>
                  <a:pt x="101" y="527"/>
                </a:lnTo>
                <a:lnTo>
                  <a:pt x="101" y="627"/>
                </a:lnTo>
                <a:cubicBezTo>
                  <a:pt x="1" y="728"/>
                  <a:pt x="101" y="728"/>
                  <a:pt x="101" y="853"/>
                </a:cubicBezTo>
                <a:cubicBezTo>
                  <a:pt x="101" y="953"/>
                  <a:pt x="327" y="953"/>
                  <a:pt x="101" y="953"/>
                </a:cubicBezTo>
                <a:lnTo>
                  <a:pt x="101" y="1053"/>
                </a:lnTo>
                <a:cubicBezTo>
                  <a:pt x="226" y="1053"/>
                  <a:pt x="226" y="1053"/>
                  <a:pt x="101" y="1154"/>
                </a:cubicBezTo>
                <a:lnTo>
                  <a:pt x="101" y="1254"/>
                </a:lnTo>
                <a:cubicBezTo>
                  <a:pt x="1" y="1254"/>
                  <a:pt x="101" y="1354"/>
                  <a:pt x="226" y="1354"/>
                </a:cubicBezTo>
                <a:lnTo>
                  <a:pt x="101" y="1479"/>
                </a:lnTo>
                <a:lnTo>
                  <a:pt x="226" y="1580"/>
                </a:lnTo>
                <a:lnTo>
                  <a:pt x="327" y="1680"/>
                </a:lnTo>
                <a:cubicBezTo>
                  <a:pt x="327" y="1680"/>
                  <a:pt x="226" y="1680"/>
                  <a:pt x="226" y="1780"/>
                </a:cubicBezTo>
                <a:lnTo>
                  <a:pt x="226" y="1880"/>
                </a:lnTo>
                <a:lnTo>
                  <a:pt x="327" y="1981"/>
                </a:lnTo>
                <a:cubicBezTo>
                  <a:pt x="226" y="2106"/>
                  <a:pt x="101" y="2106"/>
                  <a:pt x="327" y="2106"/>
                </a:cubicBezTo>
                <a:lnTo>
                  <a:pt x="427" y="2106"/>
                </a:lnTo>
                <a:cubicBezTo>
                  <a:pt x="527" y="1981"/>
                  <a:pt x="728" y="1981"/>
                  <a:pt x="728" y="1981"/>
                </a:cubicBezTo>
                <a:cubicBezTo>
                  <a:pt x="728" y="1880"/>
                  <a:pt x="728" y="1880"/>
                  <a:pt x="853" y="1880"/>
                </a:cubicBezTo>
                <a:lnTo>
                  <a:pt x="853" y="1780"/>
                </a:lnTo>
                <a:cubicBezTo>
                  <a:pt x="853" y="1780"/>
                  <a:pt x="728" y="1680"/>
                  <a:pt x="853" y="1680"/>
                </a:cubicBezTo>
                <a:cubicBezTo>
                  <a:pt x="853" y="1580"/>
                  <a:pt x="728" y="1580"/>
                  <a:pt x="728" y="1580"/>
                </a:cubicBezTo>
                <a:lnTo>
                  <a:pt x="627" y="1479"/>
                </a:lnTo>
                <a:cubicBezTo>
                  <a:pt x="627" y="1479"/>
                  <a:pt x="728" y="1354"/>
                  <a:pt x="627" y="1354"/>
                </a:cubicBezTo>
                <a:lnTo>
                  <a:pt x="627" y="1254"/>
                </a:lnTo>
                <a:cubicBezTo>
                  <a:pt x="728" y="1254"/>
                  <a:pt x="627" y="1254"/>
                  <a:pt x="627" y="1154"/>
                </a:cubicBezTo>
                <a:cubicBezTo>
                  <a:pt x="627" y="1154"/>
                  <a:pt x="853" y="1053"/>
                  <a:pt x="728" y="1053"/>
                </a:cubicBezTo>
                <a:cubicBezTo>
                  <a:pt x="728" y="1053"/>
                  <a:pt x="627" y="953"/>
                  <a:pt x="728" y="953"/>
                </a:cubicBezTo>
                <a:lnTo>
                  <a:pt x="627" y="953"/>
                </a:lnTo>
                <a:cubicBezTo>
                  <a:pt x="527" y="953"/>
                  <a:pt x="853" y="853"/>
                  <a:pt x="728" y="853"/>
                </a:cubicBezTo>
                <a:lnTo>
                  <a:pt x="728" y="728"/>
                </a:lnTo>
                <a:lnTo>
                  <a:pt x="627" y="627"/>
                </a:lnTo>
                <a:lnTo>
                  <a:pt x="728" y="627"/>
                </a:lnTo>
                <a:lnTo>
                  <a:pt x="728" y="527"/>
                </a:lnTo>
                <a:cubicBezTo>
                  <a:pt x="627" y="527"/>
                  <a:pt x="627" y="527"/>
                  <a:pt x="728" y="427"/>
                </a:cubicBezTo>
                <a:lnTo>
                  <a:pt x="627" y="327"/>
                </a:lnTo>
                <a:cubicBezTo>
                  <a:pt x="728" y="327"/>
                  <a:pt x="728" y="226"/>
                  <a:pt x="728" y="226"/>
                </a:cubicBezTo>
                <a:cubicBezTo>
                  <a:pt x="627" y="226"/>
                  <a:pt x="627" y="226"/>
                  <a:pt x="728" y="101"/>
                </a:cubicBezTo>
                <a:lnTo>
                  <a:pt x="527" y="101"/>
                </a:lnTo>
                <a:cubicBezTo>
                  <a:pt x="427" y="1"/>
                  <a:pt x="327" y="1"/>
                  <a:pt x="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7"/>
          <p:cNvSpPr/>
          <p:nvPr/>
        </p:nvSpPr>
        <p:spPr>
          <a:xfrm>
            <a:off x="1720987" y="3771911"/>
            <a:ext cx="18777" cy="26901"/>
          </a:xfrm>
          <a:custGeom>
            <a:rect b="b" l="l" r="r" t="t"/>
            <a:pathLst>
              <a:path extrusionOk="0" h="1510" w="1054">
                <a:moveTo>
                  <a:pt x="620" y="0"/>
                </a:moveTo>
                <a:cubicBezTo>
                  <a:pt x="594" y="0"/>
                  <a:pt x="535" y="14"/>
                  <a:pt x="427" y="56"/>
                </a:cubicBezTo>
                <a:lnTo>
                  <a:pt x="226" y="56"/>
                </a:lnTo>
                <a:cubicBezTo>
                  <a:pt x="126" y="56"/>
                  <a:pt x="126" y="156"/>
                  <a:pt x="126" y="156"/>
                </a:cubicBezTo>
                <a:cubicBezTo>
                  <a:pt x="1" y="256"/>
                  <a:pt x="126" y="256"/>
                  <a:pt x="226" y="256"/>
                </a:cubicBezTo>
                <a:lnTo>
                  <a:pt x="126" y="256"/>
                </a:lnTo>
                <a:lnTo>
                  <a:pt x="126" y="357"/>
                </a:lnTo>
                <a:cubicBezTo>
                  <a:pt x="126" y="357"/>
                  <a:pt x="226" y="357"/>
                  <a:pt x="126" y="457"/>
                </a:cubicBezTo>
                <a:cubicBezTo>
                  <a:pt x="226" y="457"/>
                  <a:pt x="226" y="557"/>
                  <a:pt x="126" y="557"/>
                </a:cubicBezTo>
                <a:cubicBezTo>
                  <a:pt x="126" y="557"/>
                  <a:pt x="126" y="682"/>
                  <a:pt x="226" y="682"/>
                </a:cubicBezTo>
                <a:cubicBezTo>
                  <a:pt x="226" y="682"/>
                  <a:pt x="327" y="682"/>
                  <a:pt x="226" y="783"/>
                </a:cubicBezTo>
                <a:cubicBezTo>
                  <a:pt x="327" y="783"/>
                  <a:pt x="327" y="783"/>
                  <a:pt x="327" y="883"/>
                </a:cubicBezTo>
                <a:lnTo>
                  <a:pt x="226" y="883"/>
                </a:lnTo>
                <a:lnTo>
                  <a:pt x="226" y="983"/>
                </a:lnTo>
                <a:lnTo>
                  <a:pt x="327" y="983"/>
                </a:lnTo>
                <a:lnTo>
                  <a:pt x="327" y="1083"/>
                </a:lnTo>
                <a:lnTo>
                  <a:pt x="327" y="1184"/>
                </a:lnTo>
                <a:lnTo>
                  <a:pt x="427" y="1184"/>
                </a:lnTo>
                <a:lnTo>
                  <a:pt x="427" y="1309"/>
                </a:lnTo>
                <a:lnTo>
                  <a:pt x="427" y="1409"/>
                </a:lnTo>
                <a:lnTo>
                  <a:pt x="427" y="1510"/>
                </a:lnTo>
                <a:lnTo>
                  <a:pt x="627" y="1510"/>
                </a:lnTo>
                <a:cubicBezTo>
                  <a:pt x="753" y="1409"/>
                  <a:pt x="953" y="1409"/>
                  <a:pt x="953" y="1409"/>
                </a:cubicBezTo>
                <a:cubicBezTo>
                  <a:pt x="953" y="1309"/>
                  <a:pt x="953" y="1309"/>
                  <a:pt x="1053" y="1309"/>
                </a:cubicBezTo>
                <a:cubicBezTo>
                  <a:pt x="1053" y="1184"/>
                  <a:pt x="953" y="1184"/>
                  <a:pt x="953" y="1184"/>
                </a:cubicBezTo>
                <a:lnTo>
                  <a:pt x="953" y="1083"/>
                </a:lnTo>
                <a:lnTo>
                  <a:pt x="853" y="1083"/>
                </a:lnTo>
                <a:cubicBezTo>
                  <a:pt x="953" y="983"/>
                  <a:pt x="853" y="983"/>
                  <a:pt x="853" y="983"/>
                </a:cubicBezTo>
                <a:lnTo>
                  <a:pt x="753" y="983"/>
                </a:lnTo>
                <a:cubicBezTo>
                  <a:pt x="753" y="983"/>
                  <a:pt x="953" y="883"/>
                  <a:pt x="853" y="883"/>
                </a:cubicBezTo>
                <a:lnTo>
                  <a:pt x="753" y="883"/>
                </a:lnTo>
                <a:cubicBezTo>
                  <a:pt x="853" y="783"/>
                  <a:pt x="853" y="783"/>
                  <a:pt x="753" y="783"/>
                </a:cubicBezTo>
                <a:cubicBezTo>
                  <a:pt x="753" y="783"/>
                  <a:pt x="953" y="682"/>
                  <a:pt x="853" y="682"/>
                </a:cubicBezTo>
                <a:cubicBezTo>
                  <a:pt x="853" y="557"/>
                  <a:pt x="853" y="557"/>
                  <a:pt x="753" y="557"/>
                </a:cubicBezTo>
                <a:lnTo>
                  <a:pt x="627" y="557"/>
                </a:lnTo>
                <a:lnTo>
                  <a:pt x="753" y="457"/>
                </a:lnTo>
                <a:cubicBezTo>
                  <a:pt x="786" y="423"/>
                  <a:pt x="797" y="412"/>
                  <a:pt x="793" y="412"/>
                </a:cubicBezTo>
                <a:cubicBezTo>
                  <a:pt x="783" y="412"/>
                  <a:pt x="711" y="457"/>
                  <a:pt x="627" y="457"/>
                </a:cubicBezTo>
                <a:cubicBezTo>
                  <a:pt x="627" y="357"/>
                  <a:pt x="753" y="357"/>
                  <a:pt x="753" y="357"/>
                </a:cubicBezTo>
                <a:lnTo>
                  <a:pt x="627" y="256"/>
                </a:lnTo>
                <a:cubicBezTo>
                  <a:pt x="753" y="256"/>
                  <a:pt x="753" y="156"/>
                  <a:pt x="627" y="156"/>
                </a:cubicBezTo>
                <a:cubicBezTo>
                  <a:pt x="627" y="156"/>
                  <a:pt x="753" y="56"/>
                  <a:pt x="627" y="56"/>
                </a:cubicBezTo>
                <a:lnTo>
                  <a:pt x="527" y="56"/>
                </a:lnTo>
                <a:cubicBezTo>
                  <a:pt x="594" y="56"/>
                  <a:pt x="672" y="0"/>
                  <a:pt x="6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7"/>
          <p:cNvSpPr/>
          <p:nvPr/>
        </p:nvSpPr>
        <p:spPr>
          <a:xfrm>
            <a:off x="1497747" y="3698336"/>
            <a:ext cx="13415" cy="25921"/>
          </a:xfrm>
          <a:custGeom>
            <a:rect b="b" l="l" r="r" t="t"/>
            <a:pathLst>
              <a:path extrusionOk="0" h="1455" w="753">
                <a:moveTo>
                  <a:pt x="126" y="0"/>
                </a:moveTo>
                <a:cubicBezTo>
                  <a:pt x="0" y="0"/>
                  <a:pt x="126" y="101"/>
                  <a:pt x="126" y="101"/>
                </a:cubicBezTo>
                <a:cubicBezTo>
                  <a:pt x="0" y="201"/>
                  <a:pt x="126" y="201"/>
                  <a:pt x="126" y="201"/>
                </a:cubicBezTo>
                <a:lnTo>
                  <a:pt x="0" y="201"/>
                </a:lnTo>
                <a:lnTo>
                  <a:pt x="0" y="301"/>
                </a:lnTo>
                <a:lnTo>
                  <a:pt x="0" y="426"/>
                </a:lnTo>
                <a:lnTo>
                  <a:pt x="0" y="527"/>
                </a:lnTo>
                <a:cubicBezTo>
                  <a:pt x="126" y="527"/>
                  <a:pt x="0" y="627"/>
                  <a:pt x="0" y="627"/>
                </a:cubicBezTo>
                <a:lnTo>
                  <a:pt x="126" y="727"/>
                </a:lnTo>
                <a:cubicBezTo>
                  <a:pt x="0" y="727"/>
                  <a:pt x="126" y="827"/>
                  <a:pt x="126" y="827"/>
                </a:cubicBezTo>
                <a:lnTo>
                  <a:pt x="0" y="827"/>
                </a:lnTo>
                <a:cubicBezTo>
                  <a:pt x="0" y="827"/>
                  <a:pt x="0" y="928"/>
                  <a:pt x="126" y="928"/>
                </a:cubicBezTo>
                <a:lnTo>
                  <a:pt x="0" y="928"/>
                </a:lnTo>
                <a:lnTo>
                  <a:pt x="0" y="1053"/>
                </a:lnTo>
                <a:lnTo>
                  <a:pt x="126" y="1053"/>
                </a:lnTo>
                <a:cubicBezTo>
                  <a:pt x="126" y="1153"/>
                  <a:pt x="226" y="1153"/>
                  <a:pt x="126" y="1153"/>
                </a:cubicBezTo>
                <a:lnTo>
                  <a:pt x="126" y="1254"/>
                </a:lnTo>
                <a:lnTo>
                  <a:pt x="126" y="1354"/>
                </a:lnTo>
                <a:cubicBezTo>
                  <a:pt x="126" y="1354"/>
                  <a:pt x="126" y="1454"/>
                  <a:pt x="226" y="1454"/>
                </a:cubicBezTo>
                <a:cubicBezTo>
                  <a:pt x="326" y="1454"/>
                  <a:pt x="527" y="1454"/>
                  <a:pt x="627" y="1354"/>
                </a:cubicBezTo>
                <a:lnTo>
                  <a:pt x="752" y="1354"/>
                </a:lnTo>
                <a:cubicBezTo>
                  <a:pt x="752" y="1254"/>
                  <a:pt x="627" y="1254"/>
                  <a:pt x="627" y="1254"/>
                </a:cubicBezTo>
                <a:lnTo>
                  <a:pt x="627" y="1153"/>
                </a:lnTo>
                <a:cubicBezTo>
                  <a:pt x="627" y="1153"/>
                  <a:pt x="527" y="1053"/>
                  <a:pt x="627" y="1053"/>
                </a:cubicBezTo>
                <a:lnTo>
                  <a:pt x="527" y="1053"/>
                </a:lnTo>
                <a:cubicBezTo>
                  <a:pt x="527" y="928"/>
                  <a:pt x="752" y="928"/>
                  <a:pt x="527" y="928"/>
                </a:cubicBezTo>
                <a:cubicBezTo>
                  <a:pt x="426" y="827"/>
                  <a:pt x="426" y="827"/>
                  <a:pt x="527" y="827"/>
                </a:cubicBezTo>
                <a:cubicBezTo>
                  <a:pt x="527" y="827"/>
                  <a:pt x="627" y="827"/>
                  <a:pt x="527" y="727"/>
                </a:cubicBezTo>
                <a:lnTo>
                  <a:pt x="627" y="727"/>
                </a:lnTo>
                <a:lnTo>
                  <a:pt x="627" y="627"/>
                </a:lnTo>
                <a:cubicBezTo>
                  <a:pt x="627" y="627"/>
                  <a:pt x="527" y="627"/>
                  <a:pt x="527" y="527"/>
                </a:cubicBezTo>
                <a:lnTo>
                  <a:pt x="627" y="527"/>
                </a:lnTo>
                <a:cubicBezTo>
                  <a:pt x="752" y="426"/>
                  <a:pt x="627" y="426"/>
                  <a:pt x="527" y="426"/>
                </a:cubicBezTo>
                <a:lnTo>
                  <a:pt x="627" y="426"/>
                </a:lnTo>
                <a:lnTo>
                  <a:pt x="627" y="301"/>
                </a:lnTo>
                <a:cubicBezTo>
                  <a:pt x="627" y="301"/>
                  <a:pt x="627" y="201"/>
                  <a:pt x="527" y="201"/>
                </a:cubicBezTo>
                <a:cubicBezTo>
                  <a:pt x="627" y="201"/>
                  <a:pt x="627" y="101"/>
                  <a:pt x="627" y="101"/>
                </a:cubicBezTo>
                <a:lnTo>
                  <a:pt x="527" y="101"/>
                </a:lnTo>
                <a:cubicBezTo>
                  <a:pt x="527" y="101"/>
                  <a:pt x="752" y="0"/>
                  <a:pt x="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7"/>
          <p:cNvSpPr/>
          <p:nvPr/>
        </p:nvSpPr>
        <p:spPr>
          <a:xfrm>
            <a:off x="1529440" y="3713069"/>
            <a:ext cx="12969" cy="31711"/>
          </a:xfrm>
          <a:custGeom>
            <a:rect b="b" l="l" r="r" t="t"/>
            <a:pathLst>
              <a:path extrusionOk="0" h="1780" w="728">
                <a:moveTo>
                  <a:pt x="101" y="0"/>
                </a:moveTo>
                <a:lnTo>
                  <a:pt x="1" y="101"/>
                </a:lnTo>
                <a:lnTo>
                  <a:pt x="101" y="101"/>
                </a:lnTo>
                <a:cubicBezTo>
                  <a:pt x="1" y="226"/>
                  <a:pt x="101" y="226"/>
                  <a:pt x="101" y="226"/>
                </a:cubicBezTo>
                <a:lnTo>
                  <a:pt x="1" y="226"/>
                </a:lnTo>
                <a:cubicBezTo>
                  <a:pt x="1" y="226"/>
                  <a:pt x="101" y="226"/>
                  <a:pt x="1" y="326"/>
                </a:cubicBezTo>
                <a:cubicBezTo>
                  <a:pt x="1" y="326"/>
                  <a:pt x="101" y="326"/>
                  <a:pt x="1" y="427"/>
                </a:cubicBezTo>
                <a:cubicBezTo>
                  <a:pt x="1" y="527"/>
                  <a:pt x="101" y="527"/>
                  <a:pt x="1" y="527"/>
                </a:cubicBezTo>
                <a:lnTo>
                  <a:pt x="1" y="627"/>
                </a:lnTo>
                <a:cubicBezTo>
                  <a:pt x="101" y="627"/>
                  <a:pt x="1" y="727"/>
                  <a:pt x="1" y="727"/>
                </a:cubicBezTo>
                <a:lnTo>
                  <a:pt x="1" y="853"/>
                </a:lnTo>
                <a:lnTo>
                  <a:pt x="101" y="853"/>
                </a:lnTo>
                <a:lnTo>
                  <a:pt x="101" y="953"/>
                </a:lnTo>
                <a:cubicBezTo>
                  <a:pt x="1" y="953"/>
                  <a:pt x="101" y="1053"/>
                  <a:pt x="1" y="1053"/>
                </a:cubicBezTo>
                <a:cubicBezTo>
                  <a:pt x="1" y="1053"/>
                  <a:pt x="1" y="1153"/>
                  <a:pt x="101" y="1153"/>
                </a:cubicBezTo>
                <a:lnTo>
                  <a:pt x="101" y="1254"/>
                </a:lnTo>
                <a:lnTo>
                  <a:pt x="1" y="1254"/>
                </a:lnTo>
                <a:cubicBezTo>
                  <a:pt x="101" y="1254"/>
                  <a:pt x="101" y="1354"/>
                  <a:pt x="101" y="1354"/>
                </a:cubicBezTo>
                <a:cubicBezTo>
                  <a:pt x="101" y="1354"/>
                  <a:pt x="226" y="1354"/>
                  <a:pt x="226" y="1479"/>
                </a:cubicBezTo>
                <a:lnTo>
                  <a:pt x="101" y="1479"/>
                </a:lnTo>
                <a:lnTo>
                  <a:pt x="101" y="1579"/>
                </a:lnTo>
                <a:lnTo>
                  <a:pt x="101" y="1680"/>
                </a:lnTo>
                <a:lnTo>
                  <a:pt x="1" y="1680"/>
                </a:lnTo>
                <a:cubicBezTo>
                  <a:pt x="101" y="1680"/>
                  <a:pt x="101" y="1680"/>
                  <a:pt x="101" y="1780"/>
                </a:cubicBezTo>
                <a:lnTo>
                  <a:pt x="627" y="1780"/>
                </a:lnTo>
                <a:cubicBezTo>
                  <a:pt x="627" y="1680"/>
                  <a:pt x="627" y="1680"/>
                  <a:pt x="728" y="1680"/>
                </a:cubicBezTo>
                <a:cubicBezTo>
                  <a:pt x="728" y="1579"/>
                  <a:pt x="627" y="1579"/>
                  <a:pt x="627" y="1579"/>
                </a:cubicBezTo>
                <a:cubicBezTo>
                  <a:pt x="627" y="1579"/>
                  <a:pt x="627" y="1479"/>
                  <a:pt x="728" y="1479"/>
                </a:cubicBezTo>
                <a:lnTo>
                  <a:pt x="627" y="1479"/>
                </a:lnTo>
                <a:cubicBezTo>
                  <a:pt x="728" y="1479"/>
                  <a:pt x="627" y="1354"/>
                  <a:pt x="627" y="1354"/>
                </a:cubicBezTo>
                <a:lnTo>
                  <a:pt x="527" y="1254"/>
                </a:lnTo>
                <a:cubicBezTo>
                  <a:pt x="527" y="1254"/>
                  <a:pt x="728" y="1254"/>
                  <a:pt x="527" y="1153"/>
                </a:cubicBezTo>
                <a:cubicBezTo>
                  <a:pt x="427" y="1053"/>
                  <a:pt x="427" y="1053"/>
                  <a:pt x="527" y="1053"/>
                </a:cubicBezTo>
                <a:cubicBezTo>
                  <a:pt x="527" y="953"/>
                  <a:pt x="627" y="953"/>
                  <a:pt x="527" y="953"/>
                </a:cubicBezTo>
                <a:cubicBezTo>
                  <a:pt x="527" y="953"/>
                  <a:pt x="728" y="953"/>
                  <a:pt x="627" y="853"/>
                </a:cubicBezTo>
                <a:cubicBezTo>
                  <a:pt x="627" y="853"/>
                  <a:pt x="627" y="727"/>
                  <a:pt x="527" y="727"/>
                </a:cubicBezTo>
                <a:cubicBezTo>
                  <a:pt x="527" y="627"/>
                  <a:pt x="627" y="627"/>
                  <a:pt x="627" y="627"/>
                </a:cubicBezTo>
                <a:lnTo>
                  <a:pt x="627" y="527"/>
                </a:lnTo>
                <a:lnTo>
                  <a:pt x="527" y="527"/>
                </a:lnTo>
                <a:cubicBezTo>
                  <a:pt x="527" y="527"/>
                  <a:pt x="627" y="527"/>
                  <a:pt x="627" y="427"/>
                </a:cubicBezTo>
                <a:cubicBezTo>
                  <a:pt x="627" y="427"/>
                  <a:pt x="527" y="326"/>
                  <a:pt x="627" y="326"/>
                </a:cubicBezTo>
                <a:lnTo>
                  <a:pt x="527" y="226"/>
                </a:lnTo>
                <a:cubicBezTo>
                  <a:pt x="627" y="226"/>
                  <a:pt x="627" y="101"/>
                  <a:pt x="627" y="101"/>
                </a:cubicBezTo>
                <a:cubicBezTo>
                  <a:pt x="527" y="101"/>
                  <a:pt x="527" y="101"/>
                  <a:pt x="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7" name="Shape 2727"/>
        <p:cNvGrpSpPr/>
        <p:nvPr/>
      </p:nvGrpSpPr>
      <p:grpSpPr>
        <a:xfrm>
          <a:off x="0" y="0"/>
          <a:ext cx="0" cy="0"/>
          <a:chOff x="0" y="0"/>
          <a:chExt cx="0" cy="0"/>
        </a:xfrm>
      </p:grpSpPr>
      <p:sp>
        <p:nvSpPr>
          <p:cNvPr id="2728" name="Google Shape;2728;p68"/>
          <p:cNvSpPr txBox="1"/>
          <p:nvPr>
            <p:ph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ALTERNATIVE RESOURCES</a:t>
            </a:r>
            <a:endParaRPr/>
          </a:p>
        </p:txBody>
      </p:sp>
      <p:sp>
        <p:nvSpPr>
          <p:cNvPr id="2729" name="Google Shape;2729;p68"/>
          <p:cNvSpPr txBox="1"/>
          <p:nvPr>
            <p:ph idx="1" type="body"/>
          </p:nvPr>
        </p:nvSpPr>
        <p:spPr>
          <a:xfrm>
            <a:off x="1985550" y="1210275"/>
            <a:ext cx="5172900" cy="3374700"/>
          </a:xfrm>
          <a:prstGeom prst="rect">
            <a:avLst/>
          </a:prstGeom>
        </p:spPr>
        <p:txBody>
          <a:bodyPr anchorCtr="0" anchor="ctr" bIns="91425" lIns="91425" spcFirstLastPara="1" rIns="91425" wrap="square" tIns="91425">
            <a:normAutofit/>
          </a:bodyPr>
          <a:lstStyle/>
          <a:p>
            <a:pPr indent="0" lvl="0" marL="0" rtl="0" algn="l">
              <a:lnSpc>
                <a:spcPct val="100000"/>
              </a:lnSpc>
              <a:spcBef>
                <a:spcPts val="0"/>
              </a:spcBef>
              <a:spcAft>
                <a:spcPts val="0"/>
              </a:spcAft>
              <a:buNone/>
            </a:pPr>
            <a:r>
              <a:rPr lang="en"/>
              <a:t>Here’s an assortment of alternatives resources within the same style of this template:</a:t>
            </a:r>
            <a:endParaRPr/>
          </a:p>
          <a:p>
            <a:pPr indent="0" lvl="0" marL="0" rtl="0" algn="l">
              <a:lnSpc>
                <a:spcPct val="100000"/>
              </a:lnSpc>
              <a:spcBef>
                <a:spcPts val="0"/>
              </a:spcBef>
              <a:spcAft>
                <a:spcPts val="0"/>
              </a:spcAft>
              <a:buNone/>
            </a:pPr>
            <a:r>
              <a:t/>
            </a:r>
            <a:endParaRPr/>
          </a:p>
          <a:p>
            <a:pPr indent="0" lvl="0" marL="0" rtl="0" algn="l">
              <a:lnSpc>
                <a:spcPct val="100000"/>
              </a:lnSpc>
              <a:spcBef>
                <a:spcPts val="0"/>
              </a:spcBef>
              <a:spcAft>
                <a:spcPts val="0"/>
              </a:spcAft>
              <a:buNone/>
            </a:pPr>
            <a:r>
              <a:rPr lang="en" sz="1600">
                <a:solidFill>
                  <a:schemeClr val="dk1"/>
                </a:solidFill>
                <a:latin typeface="Audiowide"/>
                <a:ea typeface="Audiowide"/>
                <a:cs typeface="Audiowide"/>
                <a:sym typeface="Audiowide"/>
              </a:rPr>
              <a:t>Photos</a:t>
            </a:r>
            <a:endParaRPr sz="1600">
              <a:solidFill>
                <a:schemeClr val="dk1"/>
              </a:solidFill>
              <a:latin typeface="Audiowide"/>
              <a:ea typeface="Audiowide"/>
              <a:cs typeface="Audiowide"/>
              <a:sym typeface="Audiowide"/>
            </a:endParaRPr>
          </a:p>
          <a:p>
            <a:pPr indent="0" lvl="0" marL="0" rtl="0" algn="l">
              <a:lnSpc>
                <a:spcPct val="100000"/>
              </a:lnSpc>
              <a:spcBef>
                <a:spcPts val="0"/>
              </a:spcBef>
              <a:spcAft>
                <a:spcPts val="0"/>
              </a:spcAft>
              <a:buNone/>
            </a:pPr>
            <a:r>
              <a:t/>
            </a:r>
            <a:endParaRPr/>
          </a:p>
          <a:p>
            <a:pPr indent="-317500" lvl="0" marL="457200" rtl="0" algn="l">
              <a:lnSpc>
                <a:spcPct val="100000"/>
              </a:lnSpc>
              <a:spcBef>
                <a:spcPts val="0"/>
              </a:spcBef>
              <a:spcAft>
                <a:spcPts val="0"/>
              </a:spcAft>
              <a:buSzPts val="1400"/>
              <a:buChar char="●"/>
            </a:pPr>
            <a:r>
              <a:rPr lang="en">
                <a:uFill>
                  <a:noFill/>
                </a:uFill>
                <a:hlinkClick r:id="rId3"/>
              </a:rPr>
              <a:t>Infected planet earth close-up and sun </a:t>
            </a:r>
            <a:endParaRPr/>
          </a:p>
          <a:p>
            <a:pPr indent="-317500" lvl="0" marL="457200" rtl="0" algn="l">
              <a:lnSpc>
                <a:spcPct val="100000"/>
              </a:lnSpc>
              <a:spcBef>
                <a:spcPts val="0"/>
              </a:spcBef>
              <a:spcAft>
                <a:spcPts val="0"/>
              </a:spcAft>
              <a:buSzPts val="1400"/>
              <a:buChar char="●"/>
            </a:pPr>
            <a:r>
              <a:rPr lang="en">
                <a:uFill>
                  <a:noFill/>
                </a:uFill>
                <a:hlinkClick r:id="rId4"/>
              </a:rPr>
              <a:t>Drops of paint in water</a:t>
            </a:r>
            <a:endParaRPr/>
          </a:p>
        </p:txBody>
      </p:sp>
      <p:grpSp>
        <p:nvGrpSpPr>
          <p:cNvPr id="2730" name="Google Shape;2730;p68"/>
          <p:cNvGrpSpPr/>
          <p:nvPr/>
        </p:nvGrpSpPr>
        <p:grpSpPr>
          <a:xfrm>
            <a:off x="1514050" y="751250"/>
            <a:ext cx="6155225" cy="60600"/>
            <a:chOff x="1514050" y="751250"/>
            <a:chExt cx="6155225" cy="60600"/>
          </a:xfrm>
        </p:grpSpPr>
        <p:sp>
          <p:nvSpPr>
            <p:cNvPr id="2731" name="Google Shape;2731;p68"/>
            <p:cNvSpPr/>
            <p:nvPr/>
          </p:nvSpPr>
          <p:spPr>
            <a:xfrm>
              <a:off x="1514050" y="757300"/>
              <a:ext cx="429600" cy="537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8"/>
            <p:cNvSpPr/>
            <p:nvPr/>
          </p:nvSpPr>
          <p:spPr>
            <a:xfrm rot="10800000">
              <a:off x="7009575" y="751250"/>
              <a:ext cx="659700" cy="606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36" name="Shape 2736"/>
        <p:cNvGrpSpPr/>
        <p:nvPr/>
      </p:nvGrpSpPr>
      <p:grpSpPr>
        <a:xfrm>
          <a:off x="0" y="0"/>
          <a:ext cx="0" cy="0"/>
          <a:chOff x="0" y="0"/>
          <a:chExt cx="0" cy="0"/>
        </a:xfrm>
      </p:grpSpPr>
      <p:sp>
        <p:nvSpPr>
          <p:cNvPr id="2737" name="Google Shape;2737;p69"/>
          <p:cNvSpPr txBox="1"/>
          <p:nvPr>
            <p:ph type="title"/>
          </p:nvPr>
        </p:nvSpPr>
        <p:spPr>
          <a:xfrm>
            <a:off x="720000" y="374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SzPts val="990"/>
              <a:buNone/>
            </a:pPr>
            <a:r>
              <a:rPr lang="en"/>
              <a:t>RESOURCES</a:t>
            </a:r>
            <a:endParaRPr/>
          </a:p>
        </p:txBody>
      </p:sp>
      <p:sp>
        <p:nvSpPr>
          <p:cNvPr id="2738" name="Google Shape;2738;p69"/>
          <p:cNvSpPr txBox="1"/>
          <p:nvPr>
            <p:ph idx="1" type="body"/>
          </p:nvPr>
        </p:nvSpPr>
        <p:spPr>
          <a:xfrm>
            <a:off x="1985550" y="1210275"/>
            <a:ext cx="5172900" cy="3374700"/>
          </a:xfrm>
          <a:prstGeom prst="rect">
            <a:avLst/>
          </a:prstGeom>
        </p:spPr>
        <p:txBody>
          <a:bodyPr anchorCtr="0" anchor="ctr" bIns="91425" lIns="91425" spcFirstLastPara="1" rIns="91425" wrap="square" tIns="91425">
            <a:normAutofit/>
          </a:bodyPr>
          <a:lstStyle/>
          <a:p>
            <a:pPr indent="0" lvl="0" marL="0" rtl="0" algn="l">
              <a:lnSpc>
                <a:spcPct val="100000"/>
              </a:lnSpc>
              <a:spcBef>
                <a:spcPts val="0"/>
              </a:spcBef>
              <a:spcAft>
                <a:spcPts val="0"/>
              </a:spcAft>
              <a:buNone/>
            </a:pPr>
            <a:r>
              <a:rPr lang="en"/>
              <a:t>Did you like the resources on this template? Get them for free at our other websites:</a:t>
            </a:r>
            <a:endParaRPr/>
          </a:p>
          <a:p>
            <a:pPr indent="0" lvl="0" marL="0" rtl="0" algn="l">
              <a:lnSpc>
                <a:spcPct val="100000"/>
              </a:lnSpc>
              <a:spcBef>
                <a:spcPts val="0"/>
              </a:spcBef>
              <a:spcAft>
                <a:spcPts val="0"/>
              </a:spcAft>
              <a:buNone/>
            </a:pPr>
            <a:r>
              <a:t/>
            </a:r>
            <a:endParaRPr/>
          </a:p>
          <a:p>
            <a:pPr indent="0" lvl="0" marL="0" rtl="0" algn="l">
              <a:lnSpc>
                <a:spcPct val="100000"/>
              </a:lnSpc>
              <a:spcBef>
                <a:spcPts val="0"/>
              </a:spcBef>
              <a:spcAft>
                <a:spcPts val="0"/>
              </a:spcAft>
              <a:buNone/>
            </a:pPr>
            <a:r>
              <a:rPr lang="en" sz="1600">
                <a:solidFill>
                  <a:schemeClr val="dk1"/>
                </a:solidFill>
                <a:latin typeface="Audiowide"/>
                <a:ea typeface="Audiowide"/>
                <a:cs typeface="Audiowide"/>
                <a:sym typeface="Audiowide"/>
              </a:rPr>
              <a:t>Photos</a:t>
            </a:r>
            <a:endParaRPr sz="1600">
              <a:solidFill>
                <a:schemeClr val="dk1"/>
              </a:solidFill>
              <a:latin typeface="Audiowide"/>
              <a:ea typeface="Audiowide"/>
              <a:cs typeface="Audiowide"/>
              <a:sym typeface="Audiowide"/>
            </a:endParaRPr>
          </a:p>
          <a:p>
            <a:pPr indent="0" lvl="0" marL="0" rtl="0" algn="l">
              <a:lnSpc>
                <a:spcPct val="100000"/>
              </a:lnSpc>
              <a:spcBef>
                <a:spcPts val="0"/>
              </a:spcBef>
              <a:spcAft>
                <a:spcPts val="0"/>
              </a:spcAft>
              <a:buNone/>
            </a:pPr>
            <a:r>
              <a:t/>
            </a:r>
            <a:endParaRPr/>
          </a:p>
          <a:p>
            <a:pPr indent="-317500" lvl="0" marL="457200" rtl="0" algn="l">
              <a:lnSpc>
                <a:spcPct val="100000"/>
              </a:lnSpc>
              <a:spcBef>
                <a:spcPts val="0"/>
              </a:spcBef>
              <a:spcAft>
                <a:spcPts val="0"/>
              </a:spcAft>
              <a:buSzPts val="1400"/>
              <a:buChar char="●"/>
            </a:pPr>
            <a:r>
              <a:rPr lang="en">
                <a:uFill>
                  <a:noFill/>
                </a:uFill>
                <a:hlinkClick r:id="rId3"/>
              </a:rPr>
              <a:t>Planet earth being surrounded by viruses</a:t>
            </a:r>
            <a:endParaRPr/>
          </a:p>
          <a:p>
            <a:pPr indent="-317500" lvl="0" marL="457200" rtl="0" algn="l">
              <a:lnSpc>
                <a:spcPct val="100000"/>
              </a:lnSpc>
              <a:spcBef>
                <a:spcPts val="0"/>
              </a:spcBef>
              <a:spcAft>
                <a:spcPts val="0"/>
              </a:spcAft>
              <a:buSzPts val="1400"/>
              <a:buChar char="●"/>
            </a:pPr>
            <a:r>
              <a:rPr lang="en">
                <a:uFill>
                  <a:noFill/>
                </a:uFill>
                <a:hlinkClick r:id="rId4"/>
              </a:rPr>
              <a:t>Planet earth being eclipsed by virus</a:t>
            </a:r>
            <a:endParaRPr/>
          </a:p>
          <a:p>
            <a:pPr indent="0" lvl="0" marL="0" rtl="0" algn="l">
              <a:lnSpc>
                <a:spcPct val="100000"/>
              </a:lnSpc>
              <a:spcBef>
                <a:spcPts val="0"/>
              </a:spcBef>
              <a:spcAft>
                <a:spcPts val="0"/>
              </a:spcAft>
              <a:buNone/>
            </a:pPr>
            <a:r>
              <a:t/>
            </a:r>
            <a:endParaRPr/>
          </a:p>
          <a:p>
            <a:pPr indent="0" lvl="0" marL="0" rtl="0" algn="l">
              <a:lnSpc>
                <a:spcPct val="100000"/>
              </a:lnSpc>
              <a:spcBef>
                <a:spcPts val="0"/>
              </a:spcBef>
              <a:spcAft>
                <a:spcPts val="0"/>
              </a:spcAft>
              <a:buNone/>
            </a:pPr>
            <a:r>
              <a:rPr lang="en" sz="1600">
                <a:solidFill>
                  <a:schemeClr val="dk1"/>
                </a:solidFill>
                <a:latin typeface="Audiowide"/>
                <a:ea typeface="Audiowide"/>
                <a:cs typeface="Audiowide"/>
                <a:sym typeface="Audiowide"/>
              </a:rPr>
              <a:t>Vectors</a:t>
            </a:r>
            <a:endParaRPr sz="1600">
              <a:solidFill>
                <a:schemeClr val="dk1"/>
              </a:solidFill>
              <a:latin typeface="Audiowide"/>
              <a:ea typeface="Audiowide"/>
              <a:cs typeface="Audiowide"/>
              <a:sym typeface="Audiowide"/>
            </a:endParaRPr>
          </a:p>
          <a:p>
            <a:pPr indent="0" lvl="0" marL="0" rtl="0" algn="l">
              <a:lnSpc>
                <a:spcPct val="100000"/>
              </a:lnSpc>
              <a:spcBef>
                <a:spcPts val="0"/>
              </a:spcBef>
              <a:spcAft>
                <a:spcPts val="0"/>
              </a:spcAft>
              <a:buNone/>
            </a:pPr>
            <a:r>
              <a:t/>
            </a:r>
            <a:endParaRPr/>
          </a:p>
          <a:p>
            <a:pPr indent="-317500" lvl="0" marL="457200" rtl="0" algn="l">
              <a:lnSpc>
                <a:spcPct val="100000"/>
              </a:lnSpc>
              <a:spcBef>
                <a:spcPts val="0"/>
              </a:spcBef>
              <a:spcAft>
                <a:spcPts val="0"/>
              </a:spcAft>
              <a:buSzPts val="1400"/>
              <a:buChar char="●"/>
            </a:pPr>
            <a:r>
              <a:rPr lang="en">
                <a:uFill>
                  <a:noFill/>
                </a:uFill>
                <a:hlinkClick r:id="rId5"/>
              </a:rPr>
              <a:t>Banner anime comic style template</a:t>
            </a:r>
            <a:endParaRPr/>
          </a:p>
          <a:p>
            <a:pPr indent="-317500" lvl="0" marL="457200" rtl="0" algn="l">
              <a:lnSpc>
                <a:spcPct val="100000"/>
              </a:lnSpc>
              <a:spcBef>
                <a:spcPts val="0"/>
              </a:spcBef>
              <a:spcAft>
                <a:spcPts val="0"/>
              </a:spcAft>
              <a:buSzPts val="1400"/>
              <a:buChar char="●"/>
            </a:pPr>
            <a:r>
              <a:rPr lang="en">
                <a:uFill>
                  <a:noFill/>
                </a:uFill>
                <a:hlinkClick r:id="rId6"/>
              </a:rPr>
              <a:t>Anime comic style flyer template</a:t>
            </a:r>
            <a:endParaRPr/>
          </a:p>
          <a:p>
            <a:pPr indent="-317500" lvl="0" marL="457200" rtl="0" algn="l">
              <a:lnSpc>
                <a:spcPct val="100000"/>
              </a:lnSpc>
              <a:spcBef>
                <a:spcPts val="0"/>
              </a:spcBef>
              <a:spcAft>
                <a:spcPts val="0"/>
              </a:spcAft>
              <a:buSzPts val="1400"/>
              <a:buChar char="●"/>
            </a:pPr>
            <a:r>
              <a:rPr lang="en">
                <a:uFill>
                  <a:noFill/>
                </a:uFill>
                <a:hlinkClick r:id="rId7"/>
              </a:rPr>
              <a:t>Anime comic style banner template</a:t>
            </a:r>
            <a:endParaRPr/>
          </a:p>
          <a:p>
            <a:pPr indent="-317500" lvl="0" marL="457200" rtl="0" algn="l">
              <a:lnSpc>
                <a:spcPct val="100000"/>
              </a:lnSpc>
              <a:spcBef>
                <a:spcPts val="0"/>
              </a:spcBef>
              <a:spcAft>
                <a:spcPts val="0"/>
              </a:spcAft>
              <a:buSzPts val="1400"/>
              <a:buChar char="●"/>
            </a:pPr>
            <a:r>
              <a:rPr lang="en">
                <a:uFill>
                  <a:noFill/>
                </a:uFill>
                <a:hlinkClick r:id="rId8"/>
              </a:rPr>
              <a:t>Gradient starry night background and mountains</a:t>
            </a:r>
            <a:endParaRPr/>
          </a:p>
        </p:txBody>
      </p:sp>
      <p:grpSp>
        <p:nvGrpSpPr>
          <p:cNvPr id="2739" name="Google Shape;2739;p69"/>
          <p:cNvGrpSpPr/>
          <p:nvPr/>
        </p:nvGrpSpPr>
        <p:grpSpPr>
          <a:xfrm>
            <a:off x="2982099" y="549525"/>
            <a:ext cx="3144826" cy="259025"/>
            <a:chOff x="2982099" y="549525"/>
            <a:chExt cx="3144826" cy="259025"/>
          </a:xfrm>
        </p:grpSpPr>
        <p:sp>
          <p:nvSpPr>
            <p:cNvPr id="2740" name="Google Shape;2740;p69"/>
            <p:cNvSpPr/>
            <p:nvPr/>
          </p:nvSpPr>
          <p:spPr>
            <a:xfrm>
              <a:off x="2982099" y="754850"/>
              <a:ext cx="415800" cy="53700"/>
            </a:xfrm>
            <a:prstGeom prst="rect">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9"/>
            <p:cNvSpPr/>
            <p:nvPr/>
          </p:nvSpPr>
          <p:spPr>
            <a:xfrm flipH="1">
              <a:off x="5594425" y="549525"/>
              <a:ext cx="532500" cy="62400"/>
            </a:xfrm>
            <a:prstGeom prst="round1Rect">
              <a:avLst>
                <a:gd fmla="val 50000" name="adj"/>
              </a:avLst>
            </a:prstGeom>
            <a:gradFill>
              <a:gsLst>
                <a:gs pos="0">
                  <a:schemeClr val="dk1"/>
                </a:gs>
                <a:gs pos="59000">
                  <a:srgbClr val="EAE260"/>
                </a:gs>
                <a:gs pos="100000">
                  <a:schemeClr val="dk2"/>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45" name="Shape 2745"/>
        <p:cNvGrpSpPr/>
        <p:nvPr/>
      </p:nvGrpSpPr>
      <p:grpSpPr>
        <a:xfrm>
          <a:off x="0" y="0"/>
          <a:ext cx="0" cy="0"/>
          <a:chOff x="0" y="0"/>
          <a:chExt cx="0" cy="0"/>
        </a:xfrm>
      </p:grpSpPr>
      <p:sp>
        <p:nvSpPr>
          <p:cNvPr id="2746" name="Google Shape;2746;p70"/>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2747" name="Google Shape;2747;p70"/>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p:txBody>
      </p:sp>
      <p:sp>
        <p:nvSpPr>
          <p:cNvPr id="2748" name="Google Shape;2748;p70"/>
          <p:cNvSpPr txBox="1"/>
          <p:nvPr>
            <p:ph idx="4294967295" type="body"/>
          </p:nvPr>
        </p:nvSpPr>
        <p:spPr>
          <a:xfrm>
            <a:off x="1048350" y="4314290"/>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indent="0" lvl="0" marL="0" rtl="0" algn="ctr">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52" name="Shape 2752"/>
        <p:cNvGrpSpPr/>
        <p:nvPr/>
      </p:nvGrpSpPr>
      <p:grpSpPr>
        <a:xfrm>
          <a:off x="0" y="0"/>
          <a:ext cx="0" cy="0"/>
          <a:chOff x="0" y="0"/>
          <a:chExt cx="0" cy="0"/>
        </a:xfrm>
      </p:grpSpPr>
      <p:sp>
        <p:nvSpPr>
          <p:cNvPr id="2753" name="Google Shape;2753;p71"/>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754" name="Google Shape;2754;p71"/>
          <p:cNvSpPr txBox="1"/>
          <p:nvPr>
            <p:ph idx="4294967295" type="body"/>
          </p:nvPr>
        </p:nvSpPr>
        <p:spPr>
          <a:xfrm>
            <a:off x="104835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755" name="Google Shape;2755;p71"/>
          <p:cNvSpPr txBox="1"/>
          <p:nvPr>
            <p:ph idx="4294967295" type="body"/>
          </p:nvPr>
        </p:nvSpPr>
        <p:spPr>
          <a:xfrm>
            <a:off x="104835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Audiowide</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https://fonts.google.com/specimen/Audiowide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Didact Gothic</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https://fonts.google.com/specimen/Didact+Gothic</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2756" name="Google Shape;2756;p71"/>
          <p:cNvGrpSpPr/>
          <p:nvPr/>
        </p:nvGrpSpPr>
        <p:grpSpPr>
          <a:xfrm>
            <a:off x="990825" y="3527450"/>
            <a:ext cx="7162350" cy="754200"/>
            <a:chOff x="990825" y="3517925"/>
            <a:chExt cx="7162350" cy="754200"/>
          </a:xfrm>
        </p:grpSpPr>
        <p:sp>
          <p:nvSpPr>
            <p:cNvPr id="2757" name="Google Shape;2757;p71"/>
            <p:cNvSpPr/>
            <p:nvPr/>
          </p:nvSpPr>
          <p:spPr>
            <a:xfrm>
              <a:off x="2052650" y="3517925"/>
              <a:ext cx="791400" cy="7542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1"/>
            <p:cNvSpPr/>
            <p:nvPr/>
          </p:nvSpPr>
          <p:spPr>
            <a:xfrm>
              <a:off x="3114470" y="3517925"/>
              <a:ext cx="791400" cy="754200"/>
            </a:xfrm>
            <a:prstGeom prst="roundRect">
              <a:avLst>
                <a:gd fmla="val 16667" name="adj"/>
              </a:avLst>
            </a:prstGeom>
            <a:solidFill>
              <a:srgbClr val="FDEF0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1"/>
            <p:cNvSpPr/>
            <p:nvPr/>
          </p:nvSpPr>
          <p:spPr>
            <a:xfrm>
              <a:off x="4176289" y="351792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1"/>
            <p:cNvSpPr/>
            <p:nvPr/>
          </p:nvSpPr>
          <p:spPr>
            <a:xfrm>
              <a:off x="990825" y="3517925"/>
              <a:ext cx="791400" cy="754200"/>
            </a:xfrm>
            <a:prstGeom prst="roundRect">
              <a:avLst>
                <a:gd fmla="val 16667" name="adj"/>
              </a:avLst>
            </a:prstGeom>
            <a:solidFill>
              <a:schemeClr val="dk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1"/>
            <p:cNvSpPr txBox="1"/>
            <p:nvPr/>
          </p:nvSpPr>
          <p:spPr>
            <a:xfrm>
              <a:off x="2052650" y="36749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2762" name="Google Shape;2762;p71"/>
            <p:cNvSpPr txBox="1"/>
            <p:nvPr/>
          </p:nvSpPr>
          <p:spPr>
            <a:xfrm>
              <a:off x="3114475" y="36749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#fdef08</a:t>
              </a:r>
              <a:endParaRPr sz="1000">
                <a:solidFill>
                  <a:schemeClr val="dk1"/>
                </a:solidFill>
              </a:endParaRPr>
            </a:p>
          </p:txBody>
        </p:sp>
        <p:sp>
          <p:nvSpPr>
            <p:cNvPr id="2763" name="Google Shape;2763;p71"/>
            <p:cNvSpPr txBox="1"/>
            <p:nvPr/>
          </p:nvSpPr>
          <p:spPr>
            <a:xfrm>
              <a:off x="4176300" y="36749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#434343</a:t>
              </a:r>
              <a:endParaRPr sz="1000">
                <a:solidFill>
                  <a:srgbClr val="FFFFFF"/>
                </a:solidFill>
              </a:endParaRPr>
            </a:p>
          </p:txBody>
        </p:sp>
        <p:sp>
          <p:nvSpPr>
            <p:cNvPr id="2764" name="Google Shape;2764;p71"/>
            <p:cNvSpPr txBox="1"/>
            <p:nvPr/>
          </p:nvSpPr>
          <p:spPr>
            <a:xfrm>
              <a:off x="990825" y="36749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2765" name="Google Shape;2765;p71"/>
            <p:cNvSpPr/>
            <p:nvPr/>
          </p:nvSpPr>
          <p:spPr>
            <a:xfrm>
              <a:off x="6299950" y="3517925"/>
              <a:ext cx="791400" cy="754200"/>
            </a:xfrm>
            <a:prstGeom prst="roundRect">
              <a:avLst>
                <a:gd fmla="val 16667" name="adj"/>
              </a:avLst>
            </a:prstGeom>
            <a:solidFill>
              <a:srgbClr val="CCCCC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1"/>
            <p:cNvSpPr/>
            <p:nvPr/>
          </p:nvSpPr>
          <p:spPr>
            <a:xfrm>
              <a:off x="7361770" y="3517925"/>
              <a:ext cx="791400" cy="754200"/>
            </a:xfrm>
            <a:prstGeom prst="roundRect">
              <a:avLst>
                <a:gd fmla="val 16667" name="adj"/>
              </a:avLst>
            </a:prstGeom>
            <a:solidFill>
              <a:srgbClr val="EFEFE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1"/>
            <p:cNvSpPr/>
            <p:nvPr/>
          </p:nvSpPr>
          <p:spPr>
            <a:xfrm>
              <a:off x="5238125" y="3517925"/>
              <a:ext cx="791400" cy="754200"/>
            </a:xfrm>
            <a:prstGeom prst="roundRect">
              <a:avLst>
                <a:gd fmla="val 16667" name="adj"/>
              </a:avLst>
            </a:prstGeom>
            <a:solidFill>
              <a:srgbClr val="99999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1"/>
            <p:cNvSpPr txBox="1"/>
            <p:nvPr/>
          </p:nvSpPr>
          <p:spPr>
            <a:xfrm>
              <a:off x="6299950" y="36749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#cccccc</a:t>
              </a:r>
              <a:endParaRPr sz="1000">
                <a:solidFill>
                  <a:schemeClr val="dk1"/>
                </a:solidFill>
              </a:endParaRPr>
            </a:p>
          </p:txBody>
        </p:sp>
        <p:sp>
          <p:nvSpPr>
            <p:cNvPr id="2769" name="Google Shape;2769;p71"/>
            <p:cNvSpPr txBox="1"/>
            <p:nvPr/>
          </p:nvSpPr>
          <p:spPr>
            <a:xfrm>
              <a:off x="7361775" y="36749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#efefef</a:t>
              </a:r>
              <a:endParaRPr sz="1000">
                <a:solidFill>
                  <a:schemeClr val="dk1"/>
                </a:solidFill>
              </a:endParaRPr>
            </a:p>
          </p:txBody>
        </p:sp>
        <p:sp>
          <p:nvSpPr>
            <p:cNvPr id="2770" name="Google Shape;2770;p71"/>
            <p:cNvSpPr txBox="1"/>
            <p:nvPr/>
          </p:nvSpPr>
          <p:spPr>
            <a:xfrm>
              <a:off x="5238125" y="36749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#999999</a:t>
              </a:r>
              <a:endParaRPr sz="1000">
                <a:solidFill>
                  <a:srgbClr val="FFFFFF"/>
                </a:solidFill>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74" name="Shape 2774"/>
        <p:cNvGrpSpPr/>
        <p:nvPr/>
      </p:nvGrpSpPr>
      <p:grpSpPr>
        <a:xfrm>
          <a:off x="0" y="0"/>
          <a:ext cx="0" cy="0"/>
          <a:chOff x="0" y="0"/>
          <a:chExt cx="0" cy="0"/>
        </a:xfrm>
      </p:grpSpPr>
      <p:sp>
        <p:nvSpPr>
          <p:cNvPr id="2775" name="Google Shape;2775;p72"/>
          <p:cNvSpPr txBox="1"/>
          <p:nvPr>
            <p:ph idx="4294967295" type="title"/>
          </p:nvPr>
        </p:nvSpPr>
        <p:spPr>
          <a:xfrm>
            <a:off x="1048350" y="6496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Storyset</a:t>
            </a:r>
            <a:endParaRPr>
              <a:solidFill>
                <a:srgbClr val="FFFFFF"/>
              </a:solidFill>
              <a:latin typeface="Arial"/>
              <a:ea typeface="Arial"/>
              <a:cs typeface="Arial"/>
              <a:sym typeface="Arial"/>
            </a:endParaRPr>
          </a:p>
        </p:txBody>
      </p:sp>
      <p:sp>
        <p:nvSpPr>
          <p:cNvPr id="2776" name="Google Shape;2776;p72"/>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2777" name="Google Shape;2777;p72"/>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2778" name="Google Shape;2778;p72">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2779" name="Google Shape;2779;p72">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2780" name="Google Shape;2780;p72">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2781" name="Google Shape;2781;p72">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2782" name="Google Shape;2782;p72"/>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2783" name="Google Shape;2783;p72"/>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2784" name="Google Shape;2784;p72"/>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2785" name="Google Shape;2785;p72"/>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2786" name="Google Shape;2786;p72">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90" name="Shape 2790"/>
        <p:cNvGrpSpPr/>
        <p:nvPr/>
      </p:nvGrpSpPr>
      <p:grpSpPr>
        <a:xfrm>
          <a:off x="0" y="0"/>
          <a:ext cx="0" cy="0"/>
          <a:chOff x="0" y="0"/>
          <a:chExt cx="0" cy="0"/>
        </a:xfrm>
      </p:grpSpPr>
      <p:sp>
        <p:nvSpPr>
          <p:cNvPr id="2791" name="Google Shape;2791;p73"/>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2792" name="Google Shape;2792;p73"/>
          <p:cNvGrpSpPr/>
          <p:nvPr/>
        </p:nvGrpSpPr>
        <p:grpSpPr>
          <a:xfrm>
            <a:off x="5156078" y="3085736"/>
            <a:ext cx="474294" cy="551291"/>
            <a:chOff x="4727025" y="1332775"/>
            <a:chExt cx="59900" cy="69625"/>
          </a:xfrm>
        </p:grpSpPr>
        <p:sp>
          <p:nvSpPr>
            <p:cNvPr id="2793" name="Google Shape;2793;p7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5" name="Google Shape;2795;p73"/>
          <p:cNvGrpSpPr/>
          <p:nvPr/>
        </p:nvGrpSpPr>
        <p:grpSpPr>
          <a:xfrm>
            <a:off x="5769734" y="2314340"/>
            <a:ext cx="555653" cy="557031"/>
            <a:chOff x="4820425" y="1329900"/>
            <a:chExt cx="70175" cy="70350"/>
          </a:xfrm>
        </p:grpSpPr>
        <p:sp>
          <p:nvSpPr>
            <p:cNvPr id="2796" name="Google Shape;2796;p7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0" name="Google Shape;2800;p73"/>
          <p:cNvGrpSpPr/>
          <p:nvPr/>
        </p:nvGrpSpPr>
        <p:grpSpPr>
          <a:xfrm>
            <a:off x="6396103" y="2318845"/>
            <a:ext cx="582574" cy="533871"/>
            <a:chOff x="4903200" y="1331525"/>
            <a:chExt cx="73575" cy="67425"/>
          </a:xfrm>
        </p:grpSpPr>
        <p:sp>
          <p:nvSpPr>
            <p:cNvPr id="2801" name="Google Shape;2801;p7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3" name="Google Shape;2803;p73"/>
          <p:cNvGrpSpPr/>
          <p:nvPr/>
        </p:nvGrpSpPr>
        <p:grpSpPr>
          <a:xfrm>
            <a:off x="5755581" y="3078709"/>
            <a:ext cx="583960" cy="565345"/>
            <a:chOff x="4815575" y="1416800"/>
            <a:chExt cx="73750" cy="71400"/>
          </a:xfrm>
        </p:grpSpPr>
        <p:sp>
          <p:nvSpPr>
            <p:cNvPr id="2804" name="Google Shape;2804;p7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7" name="Google Shape;2807;p73"/>
          <p:cNvGrpSpPr/>
          <p:nvPr/>
        </p:nvGrpSpPr>
        <p:grpSpPr>
          <a:xfrm>
            <a:off x="6390362" y="3108896"/>
            <a:ext cx="589898" cy="504970"/>
            <a:chOff x="4902475" y="1418875"/>
            <a:chExt cx="74500" cy="63775"/>
          </a:xfrm>
        </p:grpSpPr>
        <p:sp>
          <p:nvSpPr>
            <p:cNvPr id="2808" name="Google Shape;2808;p7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0" name="Google Shape;2810;p73"/>
          <p:cNvGrpSpPr/>
          <p:nvPr/>
        </p:nvGrpSpPr>
        <p:grpSpPr>
          <a:xfrm>
            <a:off x="5765577" y="3826000"/>
            <a:ext cx="563967" cy="567127"/>
            <a:chOff x="4818100" y="1507675"/>
            <a:chExt cx="71225" cy="71625"/>
          </a:xfrm>
        </p:grpSpPr>
        <p:sp>
          <p:nvSpPr>
            <p:cNvPr id="2811" name="Google Shape;2811;p7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5" name="Google Shape;2815;p73"/>
          <p:cNvGrpSpPr/>
          <p:nvPr/>
        </p:nvGrpSpPr>
        <p:grpSpPr>
          <a:xfrm>
            <a:off x="5079075" y="3829461"/>
            <a:ext cx="628301" cy="588505"/>
            <a:chOff x="4721450" y="1509475"/>
            <a:chExt cx="79350" cy="74325"/>
          </a:xfrm>
        </p:grpSpPr>
        <p:sp>
          <p:nvSpPr>
            <p:cNvPr id="2816" name="Google Shape;2816;p7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0" name="Google Shape;2820;p73"/>
          <p:cNvGrpSpPr/>
          <p:nvPr/>
        </p:nvGrpSpPr>
        <p:grpSpPr>
          <a:xfrm>
            <a:off x="6424608" y="3814027"/>
            <a:ext cx="557038" cy="562772"/>
            <a:chOff x="4906800" y="1507500"/>
            <a:chExt cx="70350" cy="71075"/>
          </a:xfrm>
        </p:grpSpPr>
        <p:sp>
          <p:nvSpPr>
            <p:cNvPr id="2821" name="Google Shape;2821;p7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6" name="Google Shape;2826;p73"/>
          <p:cNvGrpSpPr/>
          <p:nvPr/>
        </p:nvGrpSpPr>
        <p:grpSpPr>
          <a:xfrm>
            <a:off x="4462216" y="2340963"/>
            <a:ext cx="517934" cy="517934"/>
            <a:chOff x="3736598" y="2170606"/>
            <a:chExt cx="404889" cy="404889"/>
          </a:xfrm>
        </p:grpSpPr>
        <p:sp>
          <p:nvSpPr>
            <p:cNvPr id="2827" name="Google Shape;2827;p7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1" name="Google Shape;2831;p73"/>
          <p:cNvGrpSpPr/>
          <p:nvPr/>
        </p:nvGrpSpPr>
        <p:grpSpPr>
          <a:xfrm>
            <a:off x="3729277" y="2341061"/>
            <a:ext cx="586986" cy="517740"/>
            <a:chOff x="3161917" y="2170682"/>
            <a:chExt cx="458870" cy="404737"/>
          </a:xfrm>
        </p:grpSpPr>
        <p:sp>
          <p:nvSpPr>
            <p:cNvPr id="2832" name="Google Shape;2832;p7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5" name="Google Shape;2835;p73"/>
          <p:cNvGrpSpPr/>
          <p:nvPr/>
        </p:nvGrpSpPr>
        <p:grpSpPr>
          <a:xfrm>
            <a:off x="3752299" y="3102400"/>
            <a:ext cx="540943" cy="517963"/>
            <a:chOff x="3179914" y="2889488"/>
            <a:chExt cx="422876" cy="404911"/>
          </a:xfrm>
        </p:grpSpPr>
        <p:sp>
          <p:nvSpPr>
            <p:cNvPr id="2836" name="Google Shape;2836;p7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2" name="Google Shape;2842;p73"/>
          <p:cNvGrpSpPr/>
          <p:nvPr/>
        </p:nvGrpSpPr>
        <p:grpSpPr>
          <a:xfrm>
            <a:off x="4453093" y="3102358"/>
            <a:ext cx="536180" cy="518047"/>
            <a:chOff x="3729467" y="2889422"/>
            <a:chExt cx="419153" cy="404977"/>
          </a:xfrm>
        </p:grpSpPr>
        <p:sp>
          <p:nvSpPr>
            <p:cNvPr id="2843" name="Google Shape;2843;p7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0" name="Google Shape;2850;p73"/>
          <p:cNvGrpSpPr/>
          <p:nvPr/>
        </p:nvGrpSpPr>
        <p:grpSpPr>
          <a:xfrm>
            <a:off x="1990126" y="3445787"/>
            <a:ext cx="965351" cy="134611"/>
            <a:chOff x="4411970" y="2962952"/>
            <a:chExt cx="706544" cy="104212"/>
          </a:xfrm>
        </p:grpSpPr>
        <p:sp>
          <p:nvSpPr>
            <p:cNvPr id="2851" name="Google Shape;2851;p7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5" name="Google Shape;2855;p73"/>
          <p:cNvGrpSpPr/>
          <p:nvPr/>
        </p:nvGrpSpPr>
        <p:grpSpPr>
          <a:xfrm>
            <a:off x="1990126" y="3041077"/>
            <a:ext cx="960158" cy="289172"/>
            <a:chOff x="4411970" y="2726085"/>
            <a:chExt cx="643107" cy="193659"/>
          </a:xfrm>
        </p:grpSpPr>
        <p:sp>
          <p:nvSpPr>
            <p:cNvPr id="2856" name="Google Shape;2856;p7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9" name="Google Shape;2859;p73"/>
          <p:cNvGrpSpPr/>
          <p:nvPr/>
        </p:nvGrpSpPr>
        <p:grpSpPr>
          <a:xfrm>
            <a:off x="998624" y="3295400"/>
            <a:ext cx="811503" cy="252584"/>
            <a:chOff x="4411970" y="4340222"/>
            <a:chExt cx="779467" cy="242683"/>
          </a:xfrm>
        </p:grpSpPr>
        <p:sp>
          <p:nvSpPr>
            <p:cNvPr id="2860" name="Google Shape;2860;p7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3" name="Google Shape;2863;p73"/>
          <p:cNvGrpSpPr/>
          <p:nvPr/>
        </p:nvGrpSpPr>
        <p:grpSpPr>
          <a:xfrm>
            <a:off x="1990126" y="2709308"/>
            <a:ext cx="965160" cy="216230"/>
            <a:chOff x="4411970" y="2468674"/>
            <a:chExt cx="747317" cy="167425"/>
          </a:xfrm>
        </p:grpSpPr>
        <p:sp>
          <p:nvSpPr>
            <p:cNvPr id="2864" name="Google Shape;2864;p7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6" name="Google Shape;2866;p73"/>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67" name="Google Shape;2867;p73"/>
          <p:cNvGrpSpPr/>
          <p:nvPr/>
        </p:nvGrpSpPr>
        <p:grpSpPr>
          <a:xfrm>
            <a:off x="997692" y="2334687"/>
            <a:ext cx="1959041" cy="208784"/>
            <a:chOff x="6336019" y="3733725"/>
            <a:chExt cx="2566206" cy="351310"/>
          </a:xfrm>
        </p:grpSpPr>
        <p:sp>
          <p:nvSpPr>
            <p:cNvPr id="2868" name="Google Shape;2868;p7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2" name="Google Shape;2872;p73"/>
          <p:cNvGrpSpPr/>
          <p:nvPr/>
        </p:nvGrpSpPr>
        <p:grpSpPr>
          <a:xfrm>
            <a:off x="1990126" y="3950602"/>
            <a:ext cx="946551" cy="153200"/>
            <a:chOff x="4404545" y="3301592"/>
            <a:chExt cx="782403" cy="129272"/>
          </a:xfrm>
        </p:grpSpPr>
        <p:sp>
          <p:nvSpPr>
            <p:cNvPr id="2873" name="Google Shape;2873;p7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5" name="Google Shape;2875;p73"/>
          <p:cNvGrpSpPr/>
          <p:nvPr/>
        </p:nvGrpSpPr>
        <p:grpSpPr>
          <a:xfrm>
            <a:off x="1990126" y="3695937"/>
            <a:ext cx="962257" cy="139127"/>
            <a:chOff x="4411970" y="3131459"/>
            <a:chExt cx="710520" cy="117397"/>
          </a:xfrm>
        </p:grpSpPr>
        <p:sp>
          <p:nvSpPr>
            <p:cNvPr id="2876" name="Google Shape;2876;p7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878" name="Google Shape;2878;p73"/>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79" name="Google Shape;2879;p73"/>
          <p:cNvGrpSpPr/>
          <p:nvPr/>
        </p:nvGrpSpPr>
        <p:grpSpPr>
          <a:xfrm>
            <a:off x="990271" y="3621603"/>
            <a:ext cx="823838" cy="458988"/>
            <a:chOff x="4411970" y="1801825"/>
            <a:chExt cx="734586" cy="409262"/>
          </a:xfrm>
        </p:grpSpPr>
        <p:sp>
          <p:nvSpPr>
            <p:cNvPr id="2880" name="Google Shape;2880;p7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2" name="Google Shape;2882;p73"/>
          <p:cNvGrpSpPr/>
          <p:nvPr/>
        </p:nvGrpSpPr>
        <p:grpSpPr>
          <a:xfrm>
            <a:off x="3095243" y="2339173"/>
            <a:ext cx="521514" cy="521514"/>
            <a:chOff x="5681300" y="2527788"/>
            <a:chExt cx="805800" cy="805800"/>
          </a:xfrm>
        </p:grpSpPr>
        <p:sp>
          <p:nvSpPr>
            <p:cNvPr id="2883" name="Google Shape;2883;p7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5" name="Google Shape;2885;p73"/>
          <p:cNvGrpSpPr/>
          <p:nvPr/>
        </p:nvGrpSpPr>
        <p:grpSpPr>
          <a:xfrm>
            <a:off x="3089483" y="3094865"/>
            <a:ext cx="533033" cy="533033"/>
            <a:chOff x="4049800" y="640400"/>
            <a:chExt cx="858900" cy="858900"/>
          </a:xfrm>
        </p:grpSpPr>
        <p:sp>
          <p:nvSpPr>
            <p:cNvPr id="2886" name="Google Shape;2886;p7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8" name="Google Shape;2888;p73"/>
          <p:cNvGrpSpPr/>
          <p:nvPr/>
        </p:nvGrpSpPr>
        <p:grpSpPr>
          <a:xfrm>
            <a:off x="3014966" y="3772543"/>
            <a:ext cx="682068" cy="682068"/>
            <a:chOff x="5080188" y="927900"/>
            <a:chExt cx="961200" cy="961200"/>
          </a:xfrm>
        </p:grpSpPr>
        <p:sp>
          <p:nvSpPr>
            <p:cNvPr id="2889" name="Google Shape;2889;p7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7" name="Google Shape;2897;p73"/>
          <p:cNvGrpSpPr/>
          <p:nvPr/>
        </p:nvGrpSpPr>
        <p:grpSpPr>
          <a:xfrm>
            <a:off x="4478465" y="3869234"/>
            <a:ext cx="505650" cy="504006"/>
            <a:chOff x="6039282" y="1042577"/>
            <a:chExt cx="734315" cy="731929"/>
          </a:xfrm>
        </p:grpSpPr>
        <p:sp>
          <p:nvSpPr>
            <p:cNvPr id="2898" name="Google Shape;2898;p7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9" name="Google Shape;2919;p73"/>
          <p:cNvGrpSpPr/>
          <p:nvPr/>
        </p:nvGrpSpPr>
        <p:grpSpPr>
          <a:xfrm>
            <a:off x="5091067" y="2298862"/>
            <a:ext cx="567744" cy="602136"/>
            <a:chOff x="1825800" y="1651625"/>
            <a:chExt cx="539989" cy="571775"/>
          </a:xfrm>
        </p:grpSpPr>
        <p:sp>
          <p:nvSpPr>
            <p:cNvPr id="2920" name="Google Shape;2920;p7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4" name="Google Shape;2924;p73"/>
          <p:cNvGrpSpPr/>
          <p:nvPr/>
        </p:nvGrpSpPr>
        <p:grpSpPr>
          <a:xfrm>
            <a:off x="3765995" y="3855579"/>
            <a:ext cx="508123" cy="507955"/>
            <a:chOff x="1897577" y="2802432"/>
            <a:chExt cx="492176" cy="492014"/>
          </a:xfrm>
        </p:grpSpPr>
        <p:sp>
          <p:nvSpPr>
            <p:cNvPr id="2925" name="Google Shape;2925;p7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7" name="Google Shape;2937;p73"/>
          <p:cNvGrpSpPr/>
          <p:nvPr/>
        </p:nvGrpSpPr>
        <p:grpSpPr>
          <a:xfrm>
            <a:off x="997525" y="4169123"/>
            <a:ext cx="809227" cy="200842"/>
            <a:chOff x="2013045" y="4813233"/>
            <a:chExt cx="921986" cy="228854"/>
          </a:xfrm>
        </p:grpSpPr>
        <p:sp>
          <p:nvSpPr>
            <p:cNvPr id="2938" name="Google Shape;2938;p7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0" name="Google Shape;2940;p73"/>
          <p:cNvGrpSpPr/>
          <p:nvPr/>
        </p:nvGrpSpPr>
        <p:grpSpPr>
          <a:xfrm>
            <a:off x="1005985" y="2656004"/>
            <a:ext cx="792421" cy="269941"/>
            <a:chOff x="1046767" y="4756633"/>
            <a:chExt cx="859646" cy="292841"/>
          </a:xfrm>
        </p:grpSpPr>
        <p:sp>
          <p:nvSpPr>
            <p:cNvPr id="2941" name="Google Shape;2941;p7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4" name="Google Shape;2944;p73"/>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3"/>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3"/>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3"/>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48" name="Google Shape;2948;p73"/>
          <p:cNvGrpSpPr/>
          <p:nvPr/>
        </p:nvGrpSpPr>
        <p:grpSpPr>
          <a:xfrm>
            <a:off x="7141841" y="2550562"/>
            <a:ext cx="166473" cy="141497"/>
            <a:chOff x="4660325" y="1866850"/>
            <a:chExt cx="68350" cy="58100"/>
          </a:xfrm>
        </p:grpSpPr>
        <p:sp>
          <p:nvSpPr>
            <p:cNvPr id="2949" name="Google Shape;2949;p7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1" name="Google Shape;2951;p73"/>
          <p:cNvGrpSpPr/>
          <p:nvPr/>
        </p:nvGrpSpPr>
        <p:grpSpPr>
          <a:xfrm>
            <a:off x="7451186" y="2576286"/>
            <a:ext cx="162515" cy="90049"/>
            <a:chOff x="4791775" y="1877500"/>
            <a:chExt cx="66725" cy="36975"/>
          </a:xfrm>
        </p:grpSpPr>
        <p:sp>
          <p:nvSpPr>
            <p:cNvPr id="2952" name="Google Shape;2952;p7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4" name="Google Shape;2954;p73"/>
          <p:cNvGrpSpPr/>
          <p:nvPr/>
        </p:nvGrpSpPr>
        <p:grpSpPr>
          <a:xfrm>
            <a:off x="7772899" y="2576286"/>
            <a:ext cx="144979" cy="90049"/>
            <a:chOff x="4923925" y="1877500"/>
            <a:chExt cx="59525" cy="36975"/>
          </a:xfrm>
        </p:grpSpPr>
        <p:sp>
          <p:nvSpPr>
            <p:cNvPr id="2955" name="Google Shape;2955;p7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7" name="Google Shape;2957;p73"/>
          <p:cNvGrpSpPr/>
          <p:nvPr/>
        </p:nvGrpSpPr>
        <p:grpSpPr>
          <a:xfrm>
            <a:off x="8067390" y="2558477"/>
            <a:ext cx="141447" cy="125667"/>
            <a:chOff x="5058450" y="1870100"/>
            <a:chExt cx="58075" cy="51600"/>
          </a:xfrm>
        </p:grpSpPr>
        <p:sp>
          <p:nvSpPr>
            <p:cNvPr id="2958" name="Google Shape;2958;p7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0" name="Google Shape;2960;p73"/>
          <p:cNvGrpSpPr/>
          <p:nvPr/>
        </p:nvGrpSpPr>
        <p:grpSpPr>
          <a:xfrm>
            <a:off x="7481905" y="2980885"/>
            <a:ext cx="101077" cy="107645"/>
            <a:chOff x="4811425" y="2065025"/>
            <a:chExt cx="41500" cy="44200"/>
          </a:xfrm>
        </p:grpSpPr>
        <p:sp>
          <p:nvSpPr>
            <p:cNvPr id="2961" name="Google Shape;2961;p7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3" name="Google Shape;2963;p73"/>
          <p:cNvGrpSpPr/>
          <p:nvPr/>
        </p:nvGrpSpPr>
        <p:grpSpPr>
          <a:xfrm>
            <a:off x="7774342" y="2981098"/>
            <a:ext cx="120867" cy="107218"/>
            <a:chOff x="4929875" y="2065025"/>
            <a:chExt cx="49625" cy="44025"/>
          </a:xfrm>
        </p:grpSpPr>
        <p:sp>
          <p:nvSpPr>
            <p:cNvPr id="2964" name="Google Shape;2964;p7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6" name="Google Shape;2966;p73"/>
          <p:cNvGrpSpPr/>
          <p:nvPr/>
        </p:nvGrpSpPr>
        <p:grpSpPr>
          <a:xfrm>
            <a:off x="8103011" y="2984112"/>
            <a:ext cx="70206" cy="101191"/>
            <a:chOff x="5083925" y="2066350"/>
            <a:chExt cx="28825" cy="41550"/>
          </a:xfrm>
        </p:grpSpPr>
        <p:sp>
          <p:nvSpPr>
            <p:cNvPr id="2967" name="Google Shape;2967;p7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9" name="Google Shape;2969;p73"/>
          <p:cNvGrpSpPr/>
          <p:nvPr/>
        </p:nvGrpSpPr>
        <p:grpSpPr>
          <a:xfrm>
            <a:off x="7134565" y="2999759"/>
            <a:ext cx="181026" cy="69896"/>
            <a:chOff x="4659775" y="2072775"/>
            <a:chExt cx="74325" cy="28700"/>
          </a:xfrm>
        </p:grpSpPr>
        <p:sp>
          <p:nvSpPr>
            <p:cNvPr id="2970" name="Google Shape;2970;p7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3" name="Google Shape;2973;p73"/>
          <p:cNvGrpSpPr/>
          <p:nvPr/>
        </p:nvGrpSpPr>
        <p:grpSpPr>
          <a:xfrm>
            <a:off x="8054421" y="2790324"/>
            <a:ext cx="167387" cy="89197"/>
            <a:chOff x="4662475" y="1976500"/>
            <a:chExt cx="68725" cy="36625"/>
          </a:xfrm>
        </p:grpSpPr>
        <p:sp>
          <p:nvSpPr>
            <p:cNvPr id="2974" name="Google Shape;2974;p7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7" name="Google Shape;2977;p73"/>
          <p:cNvGrpSpPr/>
          <p:nvPr/>
        </p:nvGrpSpPr>
        <p:grpSpPr>
          <a:xfrm>
            <a:off x="7751326" y="2793764"/>
            <a:ext cx="166899" cy="82317"/>
            <a:chOff x="4920150" y="1977875"/>
            <a:chExt cx="68525" cy="33800"/>
          </a:xfrm>
        </p:grpSpPr>
        <p:sp>
          <p:nvSpPr>
            <p:cNvPr id="2978" name="Google Shape;2978;p7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1" name="Google Shape;2981;p73"/>
          <p:cNvGrpSpPr/>
          <p:nvPr/>
        </p:nvGrpSpPr>
        <p:grpSpPr>
          <a:xfrm>
            <a:off x="7162483" y="3197682"/>
            <a:ext cx="125190" cy="127859"/>
            <a:chOff x="4676550" y="2160575"/>
            <a:chExt cx="51400" cy="52500"/>
          </a:xfrm>
        </p:grpSpPr>
        <p:sp>
          <p:nvSpPr>
            <p:cNvPr id="2982" name="Google Shape;2982;p7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5" name="Google Shape;2985;p73"/>
          <p:cNvGrpSpPr/>
          <p:nvPr/>
        </p:nvGrpSpPr>
        <p:grpSpPr>
          <a:xfrm>
            <a:off x="7459741" y="3204714"/>
            <a:ext cx="145405" cy="113794"/>
            <a:chOff x="4768325" y="2163475"/>
            <a:chExt cx="59700" cy="46725"/>
          </a:xfrm>
        </p:grpSpPr>
        <p:sp>
          <p:nvSpPr>
            <p:cNvPr id="2986" name="Google Shape;2986;p7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8" name="Google Shape;2988;p73"/>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3"/>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3"/>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3"/>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3"/>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3"/>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4" name="Google Shape;2994;p73"/>
          <p:cNvGrpSpPr/>
          <p:nvPr/>
        </p:nvGrpSpPr>
        <p:grpSpPr>
          <a:xfrm>
            <a:off x="7476059" y="3459808"/>
            <a:ext cx="112768" cy="106853"/>
            <a:chOff x="4768575" y="2253950"/>
            <a:chExt cx="46300" cy="43875"/>
          </a:xfrm>
        </p:grpSpPr>
        <p:sp>
          <p:nvSpPr>
            <p:cNvPr id="2995" name="Google Shape;2995;p7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7" name="Google Shape;2997;p73"/>
          <p:cNvGrpSpPr/>
          <p:nvPr/>
        </p:nvGrpSpPr>
        <p:grpSpPr>
          <a:xfrm>
            <a:off x="7775682" y="3948834"/>
            <a:ext cx="118187" cy="146246"/>
            <a:chOff x="4960900" y="2433225"/>
            <a:chExt cx="48525" cy="60050"/>
          </a:xfrm>
        </p:grpSpPr>
        <p:sp>
          <p:nvSpPr>
            <p:cNvPr id="2998" name="Google Shape;2998;p7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0" name="Google Shape;3000;p73"/>
          <p:cNvGrpSpPr/>
          <p:nvPr/>
        </p:nvGrpSpPr>
        <p:grpSpPr>
          <a:xfrm>
            <a:off x="7464247" y="4212895"/>
            <a:ext cx="136394" cy="143810"/>
            <a:chOff x="4854075" y="2527625"/>
            <a:chExt cx="56000" cy="59050"/>
          </a:xfrm>
        </p:grpSpPr>
        <p:sp>
          <p:nvSpPr>
            <p:cNvPr id="3001" name="Google Shape;3001;p7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03" name="Google Shape;3003;p73"/>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3"/>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3"/>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6" name="Google Shape;3006;p73"/>
          <p:cNvGrpSpPr/>
          <p:nvPr/>
        </p:nvGrpSpPr>
        <p:grpSpPr>
          <a:xfrm>
            <a:off x="8088458" y="3676639"/>
            <a:ext cx="99312" cy="160797"/>
            <a:chOff x="5059700" y="2334775"/>
            <a:chExt cx="40775" cy="66025"/>
          </a:xfrm>
        </p:grpSpPr>
        <p:sp>
          <p:nvSpPr>
            <p:cNvPr id="3007" name="Google Shape;3007;p7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6" name="Google Shape;3016;p73"/>
          <p:cNvGrpSpPr/>
          <p:nvPr/>
        </p:nvGrpSpPr>
        <p:grpSpPr>
          <a:xfrm>
            <a:off x="8045622" y="3941771"/>
            <a:ext cx="184984" cy="160371"/>
            <a:chOff x="5037700" y="2430325"/>
            <a:chExt cx="75950" cy="65850"/>
          </a:xfrm>
        </p:grpSpPr>
        <p:sp>
          <p:nvSpPr>
            <p:cNvPr id="3017" name="Google Shape;3017;p7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9" name="Google Shape;3019;p73"/>
          <p:cNvGrpSpPr/>
          <p:nvPr/>
        </p:nvGrpSpPr>
        <p:grpSpPr>
          <a:xfrm>
            <a:off x="7465128" y="3708223"/>
            <a:ext cx="173014" cy="97629"/>
            <a:chOff x="4756975" y="2341800"/>
            <a:chExt cx="91975" cy="51925"/>
          </a:xfrm>
        </p:grpSpPr>
        <p:sp>
          <p:nvSpPr>
            <p:cNvPr id="3020" name="Google Shape;3020;p7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0" name="Google Shape;3040;p73"/>
          <p:cNvGrpSpPr/>
          <p:nvPr/>
        </p:nvGrpSpPr>
        <p:grpSpPr>
          <a:xfrm>
            <a:off x="7732065" y="4196920"/>
            <a:ext cx="212497" cy="175761"/>
            <a:chOff x="4943575" y="2516350"/>
            <a:chExt cx="98675" cy="81700"/>
          </a:xfrm>
        </p:grpSpPr>
        <p:sp>
          <p:nvSpPr>
            <p:cNvPr id="3041" name="Google Shape;3041;p7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9" name="Google Shape;3119;p73"/>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3"/>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3"/>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3"/>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latin typeface="Arial"/>
              <a:ea typeface="Arial"/>
              <a:cs typeface="Arial"/>
              <a:sym typeface="Aria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7" name="Shape 3127"/>
        <p:cNvGrpSpPr/>
        <p:nvPr/>
      </p:nvGrpSpPr>
      <p:grpSpPr>
        <a:xfrm>
          <a:off x="0" y="0"/>
          <a:ext cx="0" cy="0"/>
          <a:chOff x="0" y="0"/>
          <a:chExt cx="0" cy="0"/>
        </a:xfrm>
      </p:grpSpPr>
      <p:grpSp>
        <p:nvGrpSpPr>
          <p:cNvPr id="3128" name="Google Shape;3128;p74"/>
          <p:cNvGrpSpPr/>
          <p:nvPr/>
        </p:nvGrpSpPr>
        <p:grpSpPr>
          <a:xfrm>
            <a:off x="745571" y="1168666"/>
            <a:ext cx="2492868" cy="1379876"/>
            <a:chOff x="2654821" y="2311071"/>
            <a:chExt cx="2279715" cy="1262120"/>
          </a:xfrm>
        </p:grpSpPr>
        <p:grpSp>
          <p:nvGrpSpPr>
            <p:cNvPr id="3129" name="Google Shape;3129;p74"/>
            <p:cNvGrpSpPr/>
            <p:nvPr/>
          </p:nvGrpSpPr>
          <p:grpSpPr>
            <a:xfrm>
              <a:off x="4034269" y="2840745"/>
              <a:ext cx="40212" cy="36437"/>
              <a:chOff x="4293400" y="2574725"/>
              <a:chExt cx="84425" cy="80100"/>
            </a:xfrm>
          </p:grpSpPr>
          <p:sp>
            <p:nvSpPr>
              <p:cNvPr id="3130" name="Google Shape;3130;p7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131" name="Google Shape;3131;p7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2" name="Google Shape;3132;p74"/>
            <p:cNvGrpSpPr/>
            <p:nvPr/>
          </p:nvGrpSpPr>
          <p:grpSpPr>
            <a:xfrm>
              <a:off x="3894606" y="2334874"/>
              <a:ext cx="913198" cy="518984"/>
              <a:chOff x="4000175" y="1462675"/>
              <a:chExt cx="1917275" cy="1140875"/>
            </a:xfrm>
          </p:grpSpPr>
          <p:sp>
            <p:nvSpPr>
              <p:cNvPr id="3133" name="Google Shape;3133;p7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134" name="Google Shape;3134;p74"/>
              <p:cNvGrpSpPr/>
              <p:nvPr/>
            </p:nvGrpSpPr>
            <p:grpSpPr>
              <a:xfrm>
                <a:off x="4000175" y="1462675"/>
                <a:ext cx="1917275" cy="1140875"/>
                <a:chOff x="4000175" y="1462675"/>
                <a:chExt cx="1917275" cy="1140875"/>
              </a:xfrm>
            </p:grpSpPr>
            <p:sp>
              <p:nvSpPr>
                <p:cNvPr id="3135" name="Google Shape;3135;p7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136" name="Google Shape;3136;p7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140" name="Google Shape;3140;p7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41" name="Google Shape;3141;p74"/>
            <p:cNvGrpSpPr/>
            <p:nvPr/>
          </p:nvGrpSpPr>
          <p:grpSpPr>
            <a:xfrm>
              <a:off x="3875768" y="2846704"/>
              <a:ext cx="44796" cy="47366"/>
              <a:chOff x="3960625" y="2587825"/>
              <a:chExt cx="94050" cy="104125"/>
            </a:xfrm>
          </p:grpSpPr>
          <p:sp>
            <p:nvSpPr>
              <p:cNvPr id="3142" name="Google Shape;3142;p7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143" name="Google Shape;3143;p7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4" name="Google Shape;3144;p74"/>
            <p:cNvGrpSpPr/>
            <p:nvPr/>
          </p:nvGrpSpPr>
          <p:grpSpPr>
            <a:xfrm>
              <a:off x="3782759" y="2807162"/>
              <a:ext cx="82686" cy="85487"/>
              <a:chOff x="3765350" y="2500900"/>
              <a:chExt cx="173600" cy="187925"/>
            </a:xfrm>
          </p:grpSpPr>
          <p:sp>
            <p:nvSpPr>
              <p:cNvPr id="3145" name="Google Shape;3145;p7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146" name="Google Shape;3146;p7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1" name="Google Shape;3151;p74"/>
            <p:cNvGrpSpPr/>
            <p:nvPr/>
          </p:nvGrpSpPr>
          <p:grpSpPr>
            <a:xfrm>
              <a:off x="3775674" y="2798496"/>
              <a:ext cx="40545" cy="23564"/>
              <a:chOff x="3750475" y="2481850"/>
              <a:chExt cx="85125" cy="51800"/>
            </a:xfrm>
          </p:grpSpPr>
          <p:sp>
            <p:nvSpPr>
              <p:cNvPr id="3152" name="Google Shape;3152;p7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154" name="Google Shape;3154;p74"/>
            <p:cNvGrpSpPr/>
            <p:nvPr/>
          </p:nvGrpSpPr>
          <p:grpSpPr>
            <a:xfrm>
              <a:off x="3716946" y="2776024"/>
              <a:ext cx="81971" cy="76912"/>
              <a:chOff x="3627175" y="2432450"/>
              <a:chExt cx="172100" cy="169075"/>
            </a:xfrm>
          </p:grpSpPr>
          <p:sp>
            <p:nvSpPr>
              <p:cNvPr id="3155" name="Google Shape;3155;p7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157" name="Google Shape;3157;p7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158" name="Google Shape;3158;p74"/>
            <p:cNvGrpSpPr/>
            <p:nvPr/>
          </p:nvGrpSpPr>
          <p:grpSpPr>
            <a:xfrm>
              <a:off x="3685682" y="2845624"/>
              <a:ext cx="29311" cy="45055"/>
              <a:chOff x="3561536" y="2585450"/>
              <a:chExt cx="61539" cy="99045"/>
            </a:xfrm>
          </p:grpSpPr>
          <p:sp>
            <p:nvSpPr>
              <p:cNvPr id="3159" name="Google Shape;3159;p7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161" name="Google Shape;3161;p74"/>
            <p:cNvGrpSpPr/>
            <p:nvPr/>
          </p:nvGrpSpPr>
          <p:grpSpPr>
            <a:xfrm>
              <a:off x="3849905" y="2572252"/>
              <a:ext cx="74339" cy="119559"/>
              <a:chOff x="3906325" y="1984500"/>
              <a:chExt cx="156075" cy="262825"/>
            </a:xfrm>
          </p:grpSpPr>
          <p:sp>
            <p:nvSpPr>
              <p:cNvPr id="3162" name="Google Shape;3162;p7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163" name="Google Shape;3163;p7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4" name="Google Shape;3164;p74"/>
            <p:cNvGrpSpPr/>
            <p:nvPr/>
          </p:nvGrpSpPr>
          <p:grpSpPr>
            <a:xfrm>
              <a:off x="2654821" y="2414345"/>
              <a:ext cx="667570" cy="558731"/>
              <a:chOff x="1397225" y="1637375"/>
              <a:chExt cx="1401575" cy="1228250"/>
            </a:xfrm>
          </p:grpSpPr>
          <p:sp>
            <p:nvSpPr>
              <p:cNvPr id="3165" name="Google Shape;3165;p7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166" name="Google Shape;3166;p74"/>
              <p:cNvGrpSpPr/>
              <p:nvPr/>
            </p:nvGrpSpPr>
            <p:grpSpPr>
              <a:xfrm>
                <a:off x="1397225" y="1637375"/>
                <a:ext cx="1398775" cy="1228250"/>
                <a:chOff x="1397225" y="1637375"/>
                <a:chExt cx="1398775" cy="1228250"/>
              </a:xfrm>
            </p:grpSpPr>
            <p:sp>
              <p:nvSpPr>
                <p:cNvPr id="3167" name="Google Shape;3167;p7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69" name="Google Shape;3169;p74"/>
            <p:cNvGrpSpPr/>
            <p:nvPr/>
          </p:nvGrpSpPr>
          <p:grpSpPr>
            <a:xfrm>
              <a:off x="3230417" y="3103734"/>
              <a:ext cx="282982" cy="280332"/>
              <a:chOff x="2605700" y="3152850"/>
              <a:chExt cx="594125" cy="616250"/>
            </a:xfrm>
          </p:grpSpPr>
          <p:sp>
            <p:nvSpPr>
              <p:cNvPr id="3170" name="Google Shape;3170;p7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171" name="Google Shape;3171;p7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3172" name="Google Shape;3172;p74"/>
            <p:cNvGrpSpPr/>
            <p:nvPr/>
          </p:nvGrpSpPr>
          <p:grpSpPr>
            <a:xfrm>
              <a:off x="3265985" y="3226989"/>
              <a:ext cx="87151" cy="346202"/>
              <a:chOff x="2680375" y="3423800"/>
              <a:chExt cx="182975" cy="761050"/>
            </a:xfrm>
          </p:grpSpPr>
          <p:sp>
            <p:nvSpPr>
              <p:cNvPr id="3173" name="Google Shape;3173;p7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174" name="Google Shape;3174;p7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5" name="Google Shape;3175;p74"/>
            <p:cNvGrpSpPr/>
            <p:nvPr/>
          </p:nvGrpSpPr>
          <p:grpSpPr>
            <a:xfrm>
              <a:off x="3855466" y="3289811"/>
              <a:ext cx="112514" cy="94210"/>
              <a:chOff x="3918000" y="3561900"/>
              <a:chExt cx="236225" cy="207100"/>
            </a:xfrm>
          </p:grpSpPr>
          <p:sp>
            <p:nvSpPr>
              <p:cNvPr id="3176" name="Google Shape;3176;p7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177" name="Google Shape;3177;p7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78" name="Google Shape;3178;p7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3181" name="Google Shape;3181;p74"/>
            <p:cNvGrpSpPr/>
            <p:nvPr/>
          </p:nvGrpSpPr>
          <p:grpSpPr>
            <a:xfrm>
              <a:off x="2905224" y="2311071"/>
              <a:ext cx="596721" cy="528992"/>
              <a:chOff x="1922950" y="1410350"/>
              <a:chExt cx="1252825" cy="1162875"/>
            </a:xfrm>
          </p:grpSpPr>
          <p:sp>
            <p:nvSpPr>
              <p:cNvPr id="3182" name="Google Shape;3182;p7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3198" name="Google Shape;3198;p7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218" name="Google Shape;3218;p7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219" name="Google Shape;3219;p7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0" name="Google Shape;3220;p74"/>
            <p:cNvGrpSpPr/>
            <p:nvPr/>
          </p:nvGrpSpPr>
          <p:grpSpPr>
            <a:xfrm>
              <a:off x="3280929" y="3294542"/>
              <a:ext cx="109894" cy="272224"/>
              <a:chOff x="2711750" y="3572300"/>
              <a:chExt cx="230725" cy="598425"/>
            </a:xfrm>
          </p:grpSpPr>
          <p:sp>
            <p:nvSpPr>
              <p:cNvPr id="3221" name="Google Shape;3221;p7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3" name="Google Shape;3223;p7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4" name="Google Shape;3224;p74"/>
            <p:cNvGrpSpPr/>
            <p:nvPr/>
          </p:nvGrpSpPr>
          <p:grpSpPr>
            <a:xfrm>
              <a:off x="3790439" y="2408636"/>
              <a:ext cx="73017" cy="75684"/>
              <a:chOff x="3781475" y="1624825"/>
              <a:chExt cx="153300" cy="166375"/>
            </a:xfrm>
          </p:grpSpPr>
          <p:sp>
            <p:nvSpPr>
              <p:cNvPr id="3225" name="Google Shape;3225;p7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9" name="Google Shape;3229;p7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36" name="Google Shape;3236;p74"/>
            <p:cNvGrpSpPr/>
            <p:nvPr/>
          </p:nvGrpSpPr>
          <p:grpSpPr>
            <a:xfrm>
              <a:off x="4403342" y="3107749"/>
              <a:ext cx="316680" cy="101374"/>
              <a:chOff x="5068275" y="3161675"/>
              <a:chExt cx="664875" cy="222850"/>
            </a:xfrm>
          </p:grpSpPr>
          <p:sp>
            <p:nvSpPr>
              <p:cNvPr id="3237" name="Google Shape;3237;p7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41" name="Google Shape;3241;p7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0" name="Google Shape;3270;p74"/>
            <p:cNvGrpSpPr/>
            <p:nvPr/>
          </p:nvGrpSpPr>
          <p:grpSpPr>
            <a:xfrm>
              <a:off x="3697513" y="2707266"/>
              <a:ext cx="59549" cy="79733"/>
              <a:chOff x="3586375" y="2281300"/>
              <a:chExt cx="125025" cy="175275"/>
            </a:xfrm>
          </p:grpSpPr>
          <p:sp>
            <p:nvSpPr>
              <p:cNvPr id="3271" name="Google Shape;3271;p7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3" name="Google Shape;3273;p7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4" name="Google Shape;3274;p74"/>
            <p:cNvGrpSpPr/>
            <p:nvPr/>
          </p:nvGrpSpPr>
          <p:grpSpPr>
            <a:xfrm>
              <a:off x="4513224" y="3221724"/>
              <a:ext cx="274563" cy="280321"/>
              <a:chOff x="5298975" y="3412225"/>
              <a:chExt cx="576450" cy="616225"/>
            </a:xfrm>
          </p:grpSpPr>
          <p:sp>
            <p:nvSpPr>
              <p:cNvPr id="3275" name="Google Shape;3275;p7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276" name="Google Shape;3276;p7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7" name="Google Shape;3277;p74"/>
            <p:cNvGrpSpPr/>
            <p:nvPr/>
          </p:nvGrpSpPr>
          <p:grpSpPr>
            <a:xfrm>
              <a:off x="4824403" y="3421846"/>
              <a:ext cx="110132" cy="130647"/>
              <a:chOff x="5952300" y="3852150"/>
              <a:chExt cx="231225" cy="287200"/>
            </a:xfrm>
          </p:grpSpPr>
          <p:sp>
            <p:nvSpPr>
              <p:cNvPr id="3278" name="Google Shape;3278;p7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0" name="Google Shape;3280;p7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4"/>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4"/>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8" name="Google Shape;3288;p74"/>
            <p:cNvGrpSpPr/>
            <p:nvPr/>
          </p:nvGrpSpPr>
          <p:grpSpPr>
            <a:xfrm>
              <a:off x="4295710" y="3079670"/>
              <a:ext cx="14968" cy="27135"/>
              <a:chOff x="4842300" y="3099950"/>
              <a:chExt cx="31425" cy="59650"/>
            </a:xfrm>
          </p:grpSpPr>
          <p:sp>
            <p:nvSpPr>
              <p:cNvPr id="3289" name="Google Shape;3289;p7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3" name="Google Shape;3293;p7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1" name="Google Shape;3301;p74"/>
            <p:cNvGrpSpPr/>
            <p:nvPr/>
          </p:nvGrpSpPr>
          <p:grpSpPr>
            <a:xfrm>
              <a:off x="3831056" y="2816010"/>
              <a:ext cx="37378" cy="27612"/>
              <a:chOff x="3866750" y="2520350"/>
              <a:chExt cx="78475" cy="60700"/>
            </a:xfrm>
          </p:grpSpPr>
          <p:sp>
            <p:nvSpPr>
              <p:cNvPr id="3302" name="Google Shape;3302;p7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6" name="Google Shape;3306;p7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323" name="Google Shape;3323;p7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335" name="Google Shape;3335;p7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8" name="Google Shape;3348;p74"/>
            <p:cNvGrpSpPr/>
            <p:nvPr/>
          </p:nvGrpSpPr>
          <p:grpSpPr>
            <a:xfrm>
              <a:off x="3632736" y="3051591"/>
              <a:ext cx="63288" cy="45217"/>
              <a:chOff x="3450375" y="3038225"/>
              <a:chExt cx="132875" cy="99400"/>
            </a:xfrm>
          </p:grpSpPr>
          <p:sp>
            <p:nvSpPr>
              <p:cNvPr id="3349" name="Google Shape;3349;p7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1" name="Google Shape;3351;p7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360" name="Google Shape;3360;p7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370" name="Google Shape;3370;p7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376" name="Google Shape;3376;p7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4"/>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6" name="Google Shape;3386;p74"/>
          <p:cNvGrpSpPr/>
          <p:nvPr/>
        </p:nvGrpSpPr>
        <p:grpSpPr>
          <a:xfrm>
            <a:off x="3554131" y="1233340"/>
            <a:ext cx="2078182" cy="1366558"/>
            <a:chOff x="235800" y="830650"/>
            <a:chExt cx="6978450" cy="4588844"/>
          </a:xfrm>
        </p:grpSpPr>
        <p:sp>
          <p:nvSpPr>
            <p:cNvPr id="3387" name="Google Shape;3387;p7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3" name="Google Shape;3393;p74"/>
          <p:cNvGrpSpPr/>
          <p:nvPr/>
        </p:nvGrpSpPr>
        <p:grpSpPr>
          <a:xfrm>
            <a:off x="742628" y="3064442"/>
            <a:ext cx="2622876" cy="1333540"/>
            <a:chOff x="238125" y="1038125"/>
            <a:chExt cx="7146800" cy="3633625"/>
          </a:xfrm>
        </p:grpSpPr>
        <p:sp>
          <p:nvSpPr>
            <p:cNvPr id="3394" name="Google Shape;3394;p7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6" name="Google Shape;4966;p74"/>
          <p:cNvGrpSpPr/>
          <p:nvPr/>
        </p:nvGrpSpPr>
        <p:grpSpPr>
          <a:xfrm>
            <a:off x="5857556" y="1206552"/>
            <a:ext cx="2590840" cy="1380235"/>
            <a:chOff x="233350" y="949250"/>
            <a:chExt cx="7137300" cy="3802300"/>
          </a:xfrm>
        </p:grpSpPr>
        <p:sp>
          <p:nvSpPr>
            <p:cNvPr id="4967" name="Google Shape;4967;p7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8" name="Google Shape;5018;p74"/>
          <p:cNvGrpSpPr/>
          <p:nvPr/>
        </p:nvGrpSpPr>
        <p:grpSpPr>
          <a:xfrm>
            <a:off x="7671985" y="3251325"/>
            <a:ext cx="104231" cy="320340"/>
            <a:chOff x="7564426" y="3224343"/>
            <a:chExt cx="119985" cy="368801"/>
          </a:xfrm>
        </p:grpSpPr>
        <p:sp>
          <p:nvSpPr>
            <p:cNvPr id="5019" name="Google Shape;5019;p7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1" name="Google Shape;5021;p74"/>
          <p:cNvGrpSpPr/>
          <p:nvPr/>
        </p:nvGrpSpPr>
        <p:grpSpPr>
          <a:xfrm>
            <a:off x="7371473" y="3245427"/>
            <a:ext cx="189489" cy="332132"/>
            <a:chOff x="8370831" y="3202002"/>
            <a:chExt cx="218129" cy="382376"/>
          </a:xfrm>
        </p:grpSpPr>
        <p:sp>
          <p:nvSpPr>
            <p:cNvPr id="5022" name="Google Shape;5022;p7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4" name="Google Shape;5024;p74"/>
          <p:cNvGrpSpPr/>
          <p:nvPr/>
        </p:nvGrpSpPr>
        <p:grpSpPr>
          <a:xfrm>
            <a:off x="8094863" y="3656559"/>
            <a:ext cx="309429" cy="267000"/>
            <a:chOff x="6742064" y="3750480"/>
            <a:chExt cx="399315" cy="344560"/>
          </a:xfrm>
        </p:grpSpPr>
        <p:sp>
          <p:nvSpPr>
            <p:cNvPr id="5025" name="Google Shape;5025;p7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7" name="Google Shape;5027;p74"/>
          <p:cNvGrpSpPr/>
          <p:nvPr/>
        </p:nvGrpSpPr>
        <p:grpSpPr>
          <a:xfrm>
            <a:off x="7633882" y="4007606"/>
            <a:ext cx="180437" cy="281608"/>
            <a:chOff x="7248525" y="3739696"/>
            <a:chExt cx="230531" cy="359790"/>
          </a:xfrm>
        </p:grpSpPr>
        <p:sp>
          <p:nvSpPr>
            <p:cNvPr id="5028" name="Google Shape;5028;p7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0" name="Google Shape;5030;p74"/>
          <p:cNvGrpSpPr/>
          <p:nvPr/>
        </p:nvGrpSpPr>
        <p:grpSpPr>
          <a:xfrm>
            <a:off x="7879801" y="3650830"/>
            <a:ext cx="162896" cy="278710"/>
            <a:chOff x="7601242" y="3729267"/>
            <a:chExt cx="222566" cy="380803"/>
          </a:xfrm>
        </p:grpSpPr>
        <p:sp>
          <p:nvSpPr>
            <p:cNvPr id="5031" name="Google Shape;5031;p7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3" name="Google Shape;5033;p74"/>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4" name="Google Shape;5034;p74"/>
          <p:cNvGrpSpPr/>
          <p:nvPr/>
        </p:nvGrpSpPr>
        <p:grpSpPr>
          <a:xfrm>
            <a:off x="7369446" y="3651971"/>
            <a:ext cx="193543" cy="275990"/>
            <a:chOff x="8304647" y="3738687"/>
            <a:chExt cx="225076" cy="320956"/>
          </a:xfrm>
        </p:grpSpPr>
        <p:sp>
          <p:nvSpPr>
            <p:cNvPr id="5035" name="Google Shape;5035;p7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8" name="Google Shape;5038;p74"/>
          <p:cNvGrpSpPr/>
          <p:nvPr/>
        </p:nvGrpSpPr>
        <p:grpSpPr>
          <a:xfrm>
            <a:off x="7641939" y="3651971"/>
            <a:ext cx="178492" cy="275990"/>
            <a:chOff x="8615101" y="3738687"/>
            <a:chExt cx="207573" cy="320956"/>
          </a:xfrm>
        </p:grpSpPr>
        <p:sp>
          <p:nvSpPr>
            <p:cNvPr id="5039" name="Google Shape;5039;p7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2" name="Google Shape;5042;p74"/>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3" name="Google Shape;5043;p74"/>
          <p:cNvGrpSpPr/>
          <p:nvPr/>
        </p:nvGrpSpPr>
        <p:grpSpPr>
          <a:xfrm>
            <a:off x="6036644" y="3773459"/>
            <a:ext cx="557670" cy="511283"/>
            <a:chOff x="6015419" y="3716859"/>
            <a:chExt cx="557671" cy="511283"/>
          </a:xfrm>
        </p:grpSpPr>
        <p:sp>
          <p:nvSpPr>
            <p:cNvPr id="5044" name="Google Shape;5044;p7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5" name="Google Shape;5045;p74"/>
            <p:cNvGrpSpPr/>
            <p:nvPr/>
          </p:nvGrpSpPr>
          <p:grpSpPr>
            <a:xfrm>
              <a:off x="6036094" y="3716980"/>
              <a:ext cx="529860" cy="510468"/>
              <a:chOff x="6036094" y="3716980"/>
              <a:chExt cx="529860" cy="510468"/>
            </a:xfrm>
          </p:grpSpPr>
          <p:sp>
            <p:nvSpPr>
              <p:cNvPr id="5046" name="Google Shape;5046;p7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56" name="Google Shape;5056;p74"/>
          <p:cNvGrpSpPr/>
          <p:nvPr/>
        </p:nvGrpSpPr>
        <p:grpSpPr>
          <a:xfrm>
            <a:off x="6665529" y="3130228"/>
            <a:ext cx="576302" cy="511871"/>
            <a:chOff x="6644304" y="3073628"/>
            <a:chExt cx="576302" cy="511871"/>
          </a:xfrm>
        </p:grpSpPr>
        <p:sp>
          <p:nvSpPr>
            <p:cNvPr id="5057" name="Google Shape;5057;p7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8" name="Google Shape;5058;p74"/>
            <p:cNvGrpSpPr/>
            <p:nvPr/>
          </p:nvGrpSpPr>
          <p:grpSpPr>
            <a:xfrm>
              <a:off x="6712169" y="3085440"/>
              <a:ext cx="481622" cy="494913"/>
              <a:chOff x="6712169" y="3085440"/>
              <a:chExt cx="481622" cy="494913"/>
            </a:xfrm>
          </p:grpSpPr>
          <p:sp>
            <p:nvSpPr>
              <p:cNvPr id="5059" name="Google Shape;5059;p7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4" name="Google Shape;5064;p7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7" name="Google Shape;5067;p74"/>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8" name="Google Shape;5068;p74"/>
          <p:cNvGrpSpPr/>
          <p:nvPr/>
        </p:nvGrpSpPr>
        <p:grpSpPr>
          <a:xfrm>
            <a:off x="6673379" y="3773223"/>
            <a:ext cx="560631" cy="511352"/>
            <a:chOff x="6652154" y="3716623"/>
            <a:chExt cx="560631" cy="511352"/>
          </a:xfrm>
        </p:grpSpPr>
        <p:sp>
          <p:nvSpPr>
            <p:cNvPr id="5069" name="Google Shape;5069;p74"/>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0" name="Google Shape;5070;p74"/>
            <p:cNvGrpSpPr/>
            <p:nvPr/>
          </p:nvGrpSpPr>
          <p:grpSpPr>
            <a:xfrm>
              <a:off x="6669657" y="3716715"/>
              <a:ext cx="466779" cy="464290"/>
              <a:chOff x="6669657" y="3716715"/>
              <a:chExt cx="466779" cy="464290"/>
            </a:xfrm>
          </p:grpSpPr>
          <p:sp>
            <p:nvSpPr>
              <p:cNvPr id="5071" name="Google Shape;5071;p7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84" name="Google Shape;5084;p74"/>
          <p:cNvGrpSpPr/>
          <p:nvPr/>
        </p:nvGrpSpPr>
        <p:grpSpPr>
          <a:xfrm>
            <a:off x="7867470" y="4054631"/>
            <a:ext cx="187557" cy="187557"/>
            <a:chOff x="8565775" y="671075"/>
            <a:chExt cx="441000" cy="441000"/>
          </a:xfrm>
        </p:grpSpPr>
        <p:sp>
          <p:nvSpPr>
            <p:cNvPr id="5085" name="Google Shape;5085;p7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4"/>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87" name="Google Shape;5087;p74"/>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4"/>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9" name="Google Shape;5089;p74"/>
          <p:cNvGrpSpPr/>
          <p:nvPr/>
        </p:nvGrpSpPr>
        <p:grpSpPr>
          <a:xfrm>
            <a:off x="6021325" y="3132850"/>
            <a:ext cx="587871" cy="512373"/>
            <a:chOff x="6000100" y="3076250"/>
            <a:chExt cx="587871" cy="512373"/>
          </a:xfrm>
        </p:grpSpPr>
        <p:sp>
          <p:nvSpPr>
            <p:cNvPr id="5090" name="Google Shape;5090;p7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1" name="Google Shape;5091;p74"/>
            <p:cNvGrpSpPr/>
            <p:nvPr/>
          </p:nvGrpSpPr>
          <p:grpSpPr>
            <a:xfrm>
              <a:off x="6031360" y="3076713"/>
              <a:ext cx="539107" cy="480965"/>
              <a:chOff x="6031360" y="3076713"/>
              <a:chExt cx="539107" cy="480965"/>
            </a:xfrm>
          </p:grpSpPr>
          <p:sp>
            <p:nvSpPr>
              <p:cNvPr id="5092" name="Google Shape;5092;p7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99" name="Google Shape;5099;p74"/>
          <p:cNvGrpSpPr/>
          <p:nvPr/>
        </p:nvGrpSpPr>
        <p:grpSpPr>
          <a:xfrm>
            <a:off x="3597785" y="3065882"/>
            <a:ext cx="2241344" cy="1330656"/>
            <a:chOff x="3597785" y="3065882"/>
            <a:chExt cx="2241344" cy="1330656"/>
          </a:xfrm>
        </p:grpSpPr>
        <p:grpSp>
          <p:nvGrpSpPr>
            <p:cNvPr id="5100" name="Google Shape;5100;p74"/>
            <p:cNvGrpSpPr/>
            <p:nvPr/>
          </p:nvGrpSpPr>
          <p:grpSpPr>
            <a:xfrm>
              <a:off x="5296908" y="3937355"/>
              <a:ext cx="143198" cy="32380"/>
              <a:chOff x="5296908" y="3937355"/>
              <a:chExt cx="143198" cy="32380"/>
            </a:xfrm>
          </p:grpSpPr>
          <p:sp>
            <p:nvSpPr>
              <p:cNvPr id="5101" name="Google Shape;5101;p74"/>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2" name="Google Shape;5102;p74"/>
              <p:cNvGrpSpPr/>
              <p:nvPr/>
            </p:nvGrpSpPr>
            <p:grpSpPr>
              <a:xfrm>
                <a:off x="5402331" y="3937355"/>
                <a:ext cx="37776" cy="32380"/>
                <a:chOff x="5402331" y="3937355"/>
                <a:chExt cx="37776" cy="32380"/>
              </a:xfrm>
            </p:grpSpPr>
            <p:sp>
              <p:nvSpPr>
                <p:cNvPr id="5103" name="Google Shape;5103;p74"/>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4"/>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5" name="Google Shape;5105;p74"/>
              <p:cNvGrpSpPr/>
              <p:nvPr/>
            </p:nvGrpSpPr>
            <p:grpSpPr>
              <a:xfrm>
                <a:off x="5296908" y="3937355"/>
                <a:ext cx="37783" cy="32380"/>
                <a:chOff x="5296908" y="3937355"/>
                <a:chExt cx="37783" cy="32380"/>
              </a:xfrm>
            </p:grpSpPr>
            <p:sp>
              <p:nvSpPr>
                <p:cNvPr id="5106" name="Google Shape;5106;p74"/>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4"/>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08" name="Google Shape;5108;p74"/>
            <p:cNvGrpSpPr/>
            <p:nvPr/>
          </p:nvGrpSpPr>
          <p:grpSpPr>
            <a:xfrm>
              <a:off x="4724163" y="3119631"/>
              <a:ext cx="120838" cy="84218"/>
              <a:chOff x="4724163" y="3119631"/>
              <a:chExt cx="120838" cy="84218"/>
            </a:xfrm>
          </p:grpSpPr>
          <p:grpSp>
            <p:nvGrpSpPr>
              <p:cNvPr id="5109" name="Google Shape;5109;p74"/>
              <p:cNvGrpSpPr/>
              <p:nvPr/>
            </p:nvGrpSpPr>
            <p:grpSpPr>
              <a:xfrm>
                <a:off x="4746712" y="3132773"/>
                <a:ext cx="86869" cy="56424"/>
                <a:chOff x="4746712" y="3132773"/>
                <a:chExt cx="86869" cy="56424"/>
              </a:xfrm>
            </p:grpSpPr>
            <p:sp>
              <p:nvSpPr>
                <p:cNvPr id="5110" name="Google Shape;5110;p74"/>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4"/>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2" name="Google Shape;5112;p74"/>
              <p:cNvGrpSpPr/>
              <p:nvPr/>
            </p:nvGrpSpPr>
            <p:grpSpPr>
              <a:xfrm>
                <a:off x="4773634" y="3143336"/>
                <a:ext cx="37776" cy="32451"/>
                <a:chOff x="4773634" y="3143336"/>
                <a:chExt cx="37776" cy="32451"/>
              </a:xfrm>
            </p:grpSpPr>
            <p:sp>
              <p:nvSpPr>
                <p:cNvPr id="5113" name="Google Shape;5113;p74"/>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4"/>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5" name="Google Shape;5115;p74"/>
              <p:cNvGrpSpPr/>
              <p:nvPr/>
            </p:nvGrpSpPr>
            <p:grpSpPr>
              <a:xfrm>
                <a:off x="4724163" y="3131248"/>
                <a:ext cx="37776" cy="32459"/>
                <a:chOff x="4724163" y="3131248"/>
                <a:chExt cx="37776" cy="32459"/>
              </a:xfrm>
            </p:grpSpPr>
            <p:sp>
              <p:nvSpPr>
                <p:cNvPr id="5116" name="Google Shape;5116;p74"/>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4"/>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8" name="Google Shape;5118;p74"/>
              <p:cNvGrpSpPr/>
              <p:nvPr/>
            </p:nvGrpSpPr>
            <p:grpSpPr>
              <a:xfrm>
                <a:off x="4755081" y="3176054"/>
                <a:ext cx="32357" cy="27795"/>
                <a:chOff x="4755081" y="3176054"/>
                <a:chExt cx="32357" cy="27795"/>
              </a:xfrm>
            </p:grpSpPr>
            <p:sp>
              <p:nvSpPr>
                <p:cNvPr id="5119" name="Google Shape;5119;p74"/>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4"/>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1" name="Google Shape;5121;p74"/>
              <p:cNvGrpSpPr/>
              <p:nvPr/>
            </p:nvGrpSpPr>
            <p:grpSpPr>
              <a:xfrm>
                <a:off x="4812550" y="3119631"/>
                <a:ext cx="32451" cy="27803"/>
                <a:chOff x="4812550" y="3119631"/>
                <a:chExt cx="32451" cy="27803"/>
              </a:xfrm>
            </p:grpSpPr>
            <p:sp>
              <p:nvSpPr>
                <p:cNvPr id="5122" name="Google Shape;5122;p74"/>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4"/>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24" name="Google Shape;5124;p74"/>
            <p:cNvGrpSpPr/>
            <p:nvPr/>
          </p:nvGrpSpPr>
          <p:grpSpPr>
            <a:xfrm>
              <a:off x="5382826" y="4027197"/>
              <a:ext cx="268967" cy="250422"/>
              <a:chOff x="5382826" y="4027197"/>
              <a:chExt cx="268967" cy="250422"/>
            </a:xfrm>
          </p:grpSpPr>
          <p:grpSp>
            <p:nvGrpSpPr>
              <p:cNvPr id="5125" name="Google Shape;5125;p74"/>
              <p:cNvGrpSpPr/>
              <p:nvPr/>
            </p:nvGrpSpPr>
            <p:grpSpPr>
              <a:xfrm>
                <a:off x="5405280" y="4042510"/>
                <a:ext cx="237570" cy="218647"/>
                <a:chOff x="5405280" y="4042510"/>
                <a:chExt cx="237570" cy="218647"/>
              </a:xfrm>
            </p:grpSpPr>
            <p:sp>
              <p:nvSpPr>
                <p:cNvPr id="5126" name="Google Shape;5126;p74"/>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4"/>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4"/>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4"/>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4"/>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4"/>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2" name="Google Shape;5132;p74"/>
              <p:cNvGrpSpPr/>
              <p:nvPr/>
            </p:nvGrpSpPr>
            <p:grpSpPr>
              <a:xfrm>
                <a:off x="5382826" y="4125549"/>
                <a:ext cx="37776" cy="32380"/>
                <a:chOff x="5382826" y="4125549"/>
                <a:chExt cx="37776" cy="32380"/>
              </a:xfrm>
            </p:grpSpPr>
            <p:sp>
              <p:nvSpPr>
                <p:cNvPr id="5133" name="Google Shape;5133;p74"/>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4"/>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74"/>
              <p:cNvGrpSpPr/>
              <p:nvPr/>
            </p:nvGrpSpPr>
            <p:grpSpPr>
              <a:xfrm>
                <a:off x="5475680" y="4195587"/>
                <a:ext cx="37783" cy="32364"/>
                <a:chOff x="5475680" y="4195587"/>
                <a:chExt cx="37783" cy="32364"/>
              </a:xfrm>
            </p:grpSpPr>
            <p:sp>
              <p:nvSpPr>
                <p:cNvPr id="5136" name="Google Shape;5136;p74"/>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4"/>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8" name="Google Shape;5138;p74"/>
              <p:cNvGrpSpPr/>
              <p:nvPr/>
            </p:nvGrpSpPr>
            <p:grpSpPr>
              <a:xfrm>
                <a:off x="5532575" y="4027197"/>
                <a:ext cx="33308" cy="32262"/>
                <a:chOff x="5532575" y="4027197"/>
                <a:chExt cx="33308" cy="32262"/>
              </a:xfrm>
            </p:grpSpPr>
            <p:sp>
              <p:nvSpPr>
                <p:cNvPr id="5139" name="Google Shape;5139;p74"/>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4"/>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74"/>
              <p:cNvGrpSpPr/>
              <p:nvPr/>
            </p:nvGrpSpPr>
            <p:grpSpPr>
              <a:xfrm>
                <a:off x="5590706" y="4245348"/>
                <a:ext cx="33497" cy="32270"/>
                <a:chOff x="5590706" y="4245348"/>
                <a:chExt cx="33497" cy="32270"/>
              </a:xfrm>
            </p:grpSpPr>
            <p:sp>
              <p:nvSpPr>
                <p:cNvPr id="5142" name="Google Shape;5142;p74"/>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4"/>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4" name="Google Shape;5144;p74"/>
              <p:cNvGrpSpPr/>
              <p:nvPr/>
            </p:nvGrpSpPr>
            <p:grpSpPr>
              <a:xfrm>
                <a:off x="5618681" y="4109677"/>
                <a:ext cx="33112" cy="32357"/>
                <a:chOff x="5618681" y="4109677"/>
                <a:chExt cx="33112" cy="32357"/>
              </a:xfrm>
            </p:grpSpPr>
            <p:sp>
              <p:nvSpPr>
                <p:cNvPr id="5145" name="Google Shape;5145;p74"/>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4"/>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74"/>
              <p:cNvGrpSpPr/>
              <p:nvPr/>
            </p:nvGrpSpPr>
            <p:grpSpPr>
              <a:xfrm>
                <a:off x="5479298" y="4128262"/>
                <a:ext cx="31405" cy="26906"/>
                <a:chOff x="5479298" y="4128262"/>
                <a:chExt cx="31405" cy="26906"/>
              </a:xfrm>
            </p:grpSpPr>
            <p:sp>
              <p:nvSpPr>
                <p:cNvPr id="5148" name="Google Shape;5148;p74"/>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4"/>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74"/>
              <p:cNvGrpSpPr/>
              <p:nvPr/>
            </p:nvGrpSpPr>
            <p:grpSpPr>
              <a:xfrm>
                <a:off x="5582903" y="4180116"/>
                <a:ext cx="31499" cy="26898"/>
                <a:chOff x="5582903" y="4180116"/>
                <a:chExt cx="31499" cy="26898"/>
              </a:xfrm>
            </p:grpSpPr>
            <p:sp>
              <p:nvSpPr>
                <p:cNvPr id="5151" name="Google Shape;5151;p74"/>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4"/>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53" name="Google Shape;5153;p74"/>
            <p:cNvGrpSpPr/>
            <p:nvPr/>
          </p:nvGrpSpPr>
          <p:grpSpPr>
            <a:xfrm>
              <a:off x="3977681" y="3230323"/>
              <a:ext cx="94584" cy="84085"/>
              <a:chOff x="3977681" y="3230323"/>
              <a:chExt cx="94584" cy="84085"/>
            </a:xfrm>
          </p:grpSpPr>
          <p:grpSp>
            <p:nvGrpSpPr>
              <p:cNvPr id="5154" name="Google Shape;5154;p74"/>
              <p:cNvGrpSpPr/>
              <p:nvPr/>
            </p:nvGrpSpPr>
            <p:grpSpPr>
              <a:xfrm>
                <a:off x="4000135" y="3243041"/>
                <a:ext cx="59570" cy="57186"/>
                <a:chOff x="4000135" y="3243041"/>
                <a:chExt cx="59570" cy="57186"/>
              </a:xfrm>
            </p:grpSpPr>
            <p:sp>
              <p:nvSpPr>
                <p:cNvPr id="5155" name="Google Shape;5155;p74"/>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4"/>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4"/>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8" name="Google Shape;5158;p74"/>
              <p:cNvGrpSpPr/>
              <p:nvPr/>
            </p:nvGrpSpPr>
            <p:grpSpPr>
              <a:xfrm>
                <a:off x="3977681" y="3245872"/>
                <a:ext cx="37783" cy="32380"/>
                <a:chOff x="3977681" y="3245872"/>
                <a:chExt cx="37783" cy="32380"/>
              </a:xfrm>
            </p:grpSpPr>
            <p:sp>
              <p:nvSpPr>
                <p:cNvPr id="5159" name="Google Shape;5159;p74"/>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4"/>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1" name="Google Shape;5161;p74"/>
              <p:cNvGrpSpPr/>
              <p:nvPr/>
            </p:nvGrpSpPr>
            <p:grpSpPr>
              <a:xfrm>
                <a:off x="4040860" y="3262672"/>
                <a:ext cx="31405" cy="27001"/>
                <a:chOff x="4040860" y="3262672"/>
                <a:chExt cx="31405" cy="27001"/>
              </a:xfrm>
            </p:grpSpPr>
            <p:sp>
              <p:nvSpPr>
                <p:cNvPr id="5162" name="Google Shape;5162;p74"/>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4"/>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4" name="Google Shape;5164;p74"/>
              <p:cNvGrpSpPr/>
              <p:nvPr/>
            </p:nvGrpSpPr>
            <p:grpSpPr>
              <a:xfrm>
                <a:off x="4021072" y="3230323"/>
                <a:ext cx="31397" cy="26906"/>
                <a:chOff x="4021072" y="3230323"/>
                <a:chExt cx="31397" cy="26906"/>
              </a:xfrm>
            </p:grpSpPr>
            <p:sp>
              <p:nvSpPr>
                <p:cNvPr id="5165" name="Google Shape;5165;p74"/>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4"/>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7" name="Google Shape;5167;p74"/>
              <p:cNvGrpSpPr/>
              <p:nvPr/>
            </p:nvGrpSpPr>
            <p:grpSpPr>
              <a:xfrm>
                <a:off x="4001472" y="3287462"/>
                <a:ext cx="31499" cy="26945"/>
                <a:chOff x="4001472" y="3287462"/>
                <a:chExt cx="31499" cy="26945"/>
              </a:xfrm>
            </p:grpSpPr>
            <p:sp>
              <p:nvSpPr>
                <p:cNvPr id="5168" name="Google Shape;5168;p74"/>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4"/>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70" name="Google Shape;5170;p74"/>
            <p:cNvGrpSpPr/>
            <p:nvPr/>
          </p:nvGrpSpPr>
          <p:grpSpPr>
            <a:xfrm>
              <a:off x="4084715" y="3258865"/>
              <a:ext cx="184961" cy="137268"/>
              <a:chOff x="4084715" y="3258865"/>
              <a:chExt cx="184961" cy="137268"/>
            </a:xfrm>
          </p:grpSpPr>
          <p:grpSp>
            <p:nvGrpSpPr>
              <p:cNvPr id="5171" name="Google Shape;5171;p74"/>
              <p:cNvGrpSpPr/>
              <p:nvPr/>
            </p:nvGrpSpPr>
            <p:grpSpPr>
              <a:xfrm>
                <a:off x="4107453" y="3271583"/>
                <a:ext cx="153470" cy="110275"/>
                <a:chOff x="4107453" y="3271583"/>
                <a:chExt cx="153470" cy="110275"/>
              </a:xfrm>
            </p:grpSpPr>
            <p:sp>
              <p:nvSpPr>
                <p:cNvPr id="5172" name="Google Shape;5172;p74"/>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4"/>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4"/>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4"/>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6" name="Google Shape;5176;p74"/>
              <p:cNvGrpSpPr/>
              <p:nvPr/>
            </p:nvGrpSpPr>
            <p:grpSpPr>
              <a:xfrm>
                <a:off x="4136947" y="3258865"/>
                <a:ext cx="31499" cy="27001"/>
                <a:chOff x="4136947" y="3258865"/>
                <a:chExt cx="31499" cy="27001"/>
              </a:xfrm>
            </p:grpSpPr>
            <p:sp>
              <p:nvSpPr>
                <p:cNvPr id="5177" name="Google Shape;5177;p74"/>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4"/>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9" name="Google Shape;5179;p74"/>
              <p:cNvGrpSpPr/>
              <p:nvPr/>
            </p:nvGrpSpPr>
            <p:grpSpPr>
              <a:xfrm>
                <a:off x="4084715" y="3266478"/>
                <a:ext cx="31468" cy="26898"/>
                <a:chOff x="4084715" y="3266478"/>
                <a:chExt cx="31468" cy="26898"/>
              </a:xfrm>
            </p:grpSpPr>
            <p:sp>
              <p:nvSpPr>
                <p:cNvPr id="5180" name="Google Shape;5180;p74"/>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4"/>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 name="Google Shape;5182;p74"/>
              <p:cNvGrpSpPr/>
              <p:nvPr/>
            </p:nvGrpSpPr>
            <p:grpSpPr>
              <a:xfrm>
                <a:off x="4159213" y="3279849"/>
                <a:ext cx="31405" cy="26945"/>
                <a:chOff x="4159213" y="3279849"/>
                <a:chExt cx="31405" cy="26945"/>
              </a:xfrm>
            </p:grpSpPr>
            <p:sp>
              <p:nvSpPr>
                <p:cNvPr id="5183" name="Google Shape;5183;p74"/>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4"/>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5" name="Google Shape;5185;p74"/>
              <p:cNvGrpSpPr/>
              <p:nvPr/>
            </p:nvGrpSpPr>
            <p:grpSpPr>
              <a:xfrm>
                <a:off x="4201550" y="3266502"/>
                <a:ext cx="31405" cy="26883"/>
                <a:chOff x="4201550" y="3266502"/>
                <a:chExt cx="31405" cy="26883"/>
              </a:xfrm>
            </p:grpSpPr>
            <p:sp>
              <p:nvSpPr>
                <p:cNvPr id="5186" name="Google Shape;5186;p74"/>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4"/>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8" name="Google Shape;5188;p74"/>
              <p:cNvGrpSpPr/>
              <p:nvPr/>
            </p:nvGrpSpPr>
            <p:grpSpPr>
              <a:xfrm>
                <a:off x="4201550" y="3338278"/>
                <a:ext cx="31405" cy="26930"/>
                <a:chOff x="4201550" y="3338278"/>
                <a:chExt cx="31405" cy="26930"/>
              </a:xfrm>
            </p:grpSpPr>
            <p:sp>
              <p:nvSpPr>
                <p:cNvPr id="5189" name="Google Shape;5189;p74"/>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4"/>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1" name="Google Shape;5191;p74"/>
              <p:cNvGrpSpPr/>
              <p:nvPr/>
            </p:nvGrpSpPr>
            <p:grpSpPr>
              <a:xfrm>
                <a:off x="4238272" y="3369132"/>
                <a:ext cx="31405" cy="27001"/>
                <a:chOff x="4238272" y="3369132"/>
                <a:chExt cx="31405" cy="27001"/>
              </a:xfrm>
            </p:grpSpPr>
            <p:sp>
              <p:nvSpPr>
                <p:cNvPr id="5192" name="Google Shape;5192;p74"/>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4"/>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94" name="Google Shape;5194;p74"/>
            <p:cNvGrpSpPr/>
            <p:nvPr/>
          </p:nvGrpSpPr>
          <p:grpSpPr>
            <a:xfrm>
              <a:off x="4068639" y="3200169"/>
              <a:ext cx="77643" cy="37272"/>
              <a:chOff x="4068639" y="3200169"/>
              <a:chExt cx="77643" cy="37272"/>
            </a:xfrm>
          </p:grpSpPr>
          <p:sp>
            <p:nvSpPr>
              <p:cNvPr id="5195" name="Google Shape;5195;p74"/>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6" name="Google Shape;5196;p74"/>
              <p:cNvGrpSpPr/>
              <p:nvPr/>
            </p:nvGrpSpPr>
            <p:grpSpPr>
              <a:xfrm>
                <a:off x="4114878" y="3200169"/>
                <a:ext cx="31405" cy="26993"/>
                <a:chOff x="4114878" y="3200169"/>
                <a:chExt cx="31405" cy="26993"/>
              </a:xfrm>
            </p:grpSpPr>
            <p:sp>
              <p:nvSpPr>
                <p:cNvPr id="5197" name="Google Shape;5197;p74"/>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4"/>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9" name="Google Shape;5199;p74"/>
              <p:cNvGrpSpPr/>
              <p:nvPr/>
            </p:nvGrpSpPr>
            <p:grpSpPr>
              <a:xfrm>
                <a:off x="4068639" y="3210535"/>
                <a:ext cx="31499" cy="26906"/>
                <a:chOff x="4068639" y="3210535"/>
                <a:chExt cx="31499" cy="26906"/>
              </a:xfrm>
            </p:grpSpPr>
            <p:sp>
              <p:nvSpPr>
                <p:cNvPr id="5200" name="Google Shape;5200;p74"/>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4"/>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02" name="Google Shape;5202;p74"/>
            <p:cNvGrpSpPr/>
            <p:nvPr/>
          </p:nvGrpSpPr>
          <p:grpSpPr>
            <a:xfrm>
              <a:off x="3869702" y="3066935"/>
              <a:ext cx="382664" cy="190294"/>
              <a:chOff x="3869702" y="3066935"/>
              <a:chExt cx="382664" cy="190294"/>
            </a:xfrm>
          </p:grpSpPr>
          <p:grpSp>
            <p:nvGrpSpPr>
              <p:cNvPr id="5203" name="Google Shape;5203;p74"/>
              <p:cNvGrpSpPr/>
              <p:nvPr/>
            </p:nvGrpSpPr>
            <p:grpSpPr>
              <a:xfrm>
                <a:off x="3888633" y="3082351"/>
                <a:ext cx="351172" cy="160698"/>
                <a:chOff x="3888633" y="3082351"/>
                <a:chExt cx="351172" cy="160698"/>
              </a:xfrm>
            </p:grpSpPr>
            <p:sp>
              <p:nvSpPr>
                <p:cNvPr id="5204" name="Google Shape;5204;p74"/>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4"/>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4"/>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4"/>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4"/>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4"/>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0" name="Google Shape;5210;p74"/>
              <p:cNvGrpSpPr/>
              <p:nvPr/>
            </p:nvGrpSpPr>
            <p:grpSpPr>
              <a:xfrm>
                <a:off x="4143703" y="3066935"/>
                <a:ext cx="37783" cy="32357"/>
                <a:chOff x="4143703" y="3066935"/>
                <a:chExt cx="37783" cy="32357"/>
              </a:xfrm>
            </p:grpSpPr>
            <p:sp>
              <p:nvSpPr>
                <p:cNvPr id="5211" name="Google Shape;5211;p74"/>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4"/>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3" name="Google Shape;5213;p74"/>
              <p:cNvGrpSpPr/>
              <p:nvPr/>
            </p:nvGrpSpPr>
            <p:grpSpPr>
              <a:xfrm>
                <a:off x="4044565" y="3103563"/>
                <a:ext cx="37783" cy="32451"/>
                <a:chOff x="4044565" y="3103563"/>
                <a:chExt cx="37783" cy="32451"/>
              </a:xfrm>
            </p:grpSpPr>
            <p:sp>
              <p:nvSpPr>
                <p:cNvPr id="5214" name="Google Shape;5214;p74"/>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4"/>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74"/>
              <p:cNvGrpSpPr/>
              <p:nvPr/>
            </p:nvGrpSpPr>
            <p:grpSpPr>
              <a:xfrm>
                <a:off x="4017454" y="3188237"/>
                <a:ext cx="37776" cy="32357"/>
                <a:chOff x="4017454" y="3188237"/>
                <a:chExt cx="37776" cy="32357"/>
              </a:xfrm>
            </p:grpSpPr>
            <p:sp>
              <p:nvSpPr>
                <p:cNvPr id="5217" name="Google Shape;5217;p74"/>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4"/>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 name="Google Shape;5219;p74"/>
              <p:cNvGrpSpPr/>
              <p:nvPr/>
            </p:nvGrpSpPr>
            <p:grpSpPr>
              <a:xfrm>
                <a:off x="3921548" y="3157509"/>
                <a:ext cx="37783" cy="32357"/>
                <a:chOff x="3921548" y="3157509"/>
                <a:chExt cx="37783" cy="32357"/>
              </a:xfrm>
            </p:grpSpPr>
            <p:sp>
              <p:nvSpPr>
                <p:cNvPr id="5220" name="Google Shape;5220;p74"/>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4"/>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2" name="Google Shape;5222;p74"/>
              <p:cNvGrpSpPr/>
              <p:nvPr/>
            </p:nvGrpSpPr>
            <p:grpSpPr>
              <a:xfrm>
                <a:off x="3939056" y="3211620"/>
                <a:ext cx="37783" cy="32380"/>
                <a:chOff x="3939056" y="3211620"/>
                <a:chExt cx="37783" cy="32380"/>
              </a:xfrm>
            </p:grpSpPr>
            <p:sp>
              <p:nvSpPr>
                <p:cNvPr id="5223" name="Google Shape;5223;p74"/>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4"/>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74"/>
              <p:cNvGrpSpPr/>
              <p:nvPr/>
            </p:nvGrpSpPr>
            <p:grpSpPr>
              <a:xfrm>
                <a:off x="4176240" y="3136965"/>
                <a:ext cx="31405" cy="26930"/>
                <a:chOff x="4176240" y="3136965"/>
                <a:chExt cx="31405" cy="26930"/>
              </a:xfrm>
            </p:grpSpPr>
            <p:sp>
              <p:nvSpPr>
                <p:cNvPr id="5226" name="Google Shape;5226;p74"/>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4"/>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8" name="Google Shape;5228;p74"/>
              <p:cNvGrpSpPr/>
              <p:nvPr/>
            </p:nvGrpSpPr>
            <p:grpSpPr>
              <a:xfrm>
                <a:off x="4133148" y="3152593"/>
                <a:ext cx="31499" cy="27001"/>
                <a:chOff x="4133148" y="3152593"/>
                <a:chExt cx="31499" cy="27001"/>
              </a:xfrm>
            </p:grpSpPr>
            <p:sp>
              <p:nvSpPr>
                <p:cNvPr id="5229" name="Google Shape;5229;p74"/>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4"/>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74"/>
              <p:cNvGrpSpPr/>
              <p:nvPr/>
            </p:nvGrpSpPr>
            <p:grpSpPr>
              <a:xfrm>
                <a:off x="4220866" y="3073534"/>
                <a:ext cx="31499" cy="26898"/>
                <a:chOff x="4220866" y="3073534"/>
                <a:chExt cx="31499" cy="26898"/>
              </a:xfrm>
            </p:grpSpPr>
            <p:sp>
              <p:nvSpPr>
                <p:cNvPr id="5232" name="Google Shape;5232;p74"/>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4"/>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4" name="Google Shape;5234;p74"/>
              <p:cNvGrpSpPr/>
              <p:nvPr/>
            </p:nvGrpSpPr>
            <p:grpSpPr>
              <a:xfrm>
                <a:off x="3869702" y="3230323"/>
                <a:ext cx="31499" cy="26906"/>
                <a:chOff x="3869702" y="3230323"/>
                <a:chExt cx="31499" cy="26906"/>
              </a:xfrm>
            </p:grpSpPr>
            <p:sp>
              <p:nvSpPr>
                <p:cNvPr id="5235" name="Google Shape;5235;p74"/>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4"/>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7" name="Google Shape;5237;p74"/>
            <p:cNvGrpSpPr/>
            <p:nvPr/>
          </p:nvGrpSpPr>
          <p:grpSpPr>
            <a:xfrm>
              <a:off x="4271383" y="3065882"/>
              <a:ext cx="304556" cy="341663"/>
              <a:chOff x="4271383" y="3065882"/>
              <a:chExt cx="304556" cy="341663"/>
            </a:xfrm>
          </p:grpSpPr>
          <p:grpSp>
            <p:nvGrpSpPr>
              <p:cNvPr id="5238" name="Google Shape;5238;p74"/>
              <p:cNvGrpSpPr/>
              <p:nvPr/>
            </p:nvGrpSpPr>
            <p:grpSpPr>
              <a:xfrm>
                <a:off x="4293838" y="3078639"/>
                <a:ext cx="269353" cy="311973"/>
                <a:chOff x="4293838" y="3078639"/>
                <a:chExt cx="269353" cy="311973"/>
              </a:xfrm>
            </p:grpSpPr>
            <p:sp>
              <p:nvSpPr>
                <p:cNvPr id="5239" name="Google Shape;5239;p74"/>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4"/>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4"/>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4"/>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4"/>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4"/>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4"/>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4"/>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4"/>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4"/>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4"/>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4"/>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4"/>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4"/>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4"/>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4"/>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4"/>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6" name="Google Shape;5256;p74"/>
              <p:cNvGrpSpPr/>
              <p:nvPr/>
            </p:nvGrpSpPr>
            <p:grpSpPr>
              <a:xfrm>
                <a:off x="4538164" y="3342061"/>
                <a:ext cx="37776" cy="32380"/>
                <a:chOff x="4538164" y="3342061"/>
                <a:chExt cx="37776" cy="32380"/>
              </a:xfrm>
            </p:grpSpPr>
            <p:sp>
              <p:nvSpPr>
                <p:cNvPr id="5257" name="Google Shape;5257;p74"/>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4"/>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9" name="Google Shape;5259;p74"/>
              <p:cNvGrpSpPr/>
              <p:nvPr/>
            </p:nvGrpSpPr>
            <p:grpSpPr>
              <a:xfrm>
                <a:off x="4271383" y="3194742"/>
                <a:ext cx="37783" cy="32420"/>
                <a:chOff x="4271383" y="3194742"/>
                <a:chExt cx="37783" cy="32420"/>
              </a:xfrm>
            </p:grpSpPr>
            <p:sp>
              <p:nvSpPr>
                <p:cNvPr id="5260" name="Google Shape;5260;p74"/>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4"/>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2" name="Google Shape;5262;p74"/>
              <p:cNvGrpSpPr/>
              <p:nvPr/>
            </p:nvGrpSpPr>
            <p:grpSpPr>
              <a:xfrm>
                <a:off x="4284416" y="3084058"/>
                <a:ext cx="37783" cy="32357"/>
                <a:chOff x="4284416" y="3084058"/>
                <a:chExt cx="37783" cy="32357"/>
              </a:xfrm>
            </p:grpSpPr>
            <p:sp>
              <p:nvSpPr>
                <p:cNvPr id="5263" name="Google Shape;5263;p74"/>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4"/>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5" name="Google Shape;5265;p74"/>
              <p:cNvGrpSpPr/>
              <p:nvPr/>
            </p:nvGrpSpPr>
            <p:grpSpPr>
              <a:xfrm>
                <a:off x="4478697" y="3297561"/>
                <a:ext cx="37776" cy="32451"/>
                <a:chOff x="4478697" y="3297561"/>
                <a:chExt cx="37776" cy="32451"/>
              </a:xfrm>
            </p:grpSpPr>
            <p:sp>
              <p:nvSpPr>
                <p:cNvPr id="5266" name="Google Shape;5266;p74"/>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4"/>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8" name="Google Shape;5268;p74"/>
              <p:cNvGrpSpPr/>
              <p:nvPr/>
            </p:nvGrpSpPr>
            <p:grpSpPr>
              <a:xfrm>
                <a:off x="4411813" y="3331711"/>
                <a:ext cx="37776" cy="32451"/>
                <a:chOff x="4411813" y="3331711"/>
                <a:chExt cx="37776" cy="32451"/>
              </a:xfrm>
            </p:grpSpPr>
            <p:sp>
              <p:nvSpPr>
                <p:cNvPr id="5269" name="Google Shape;5269;p74"/>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4"/>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1" name="Google Shape;5271;p74"/>
              <p:cNvGrpSpPr/>
              <p:nvPr/>
            </p:nvGrpSpPr>
            <p:grpSpPr>
              <a:xfrm>
                <a:off x="4337984" y="3375188"/>
                <a:ext cx="37776" cy="32357"/>
                <a:chOff x="4337984" y="3375188"/>
                <a:chExt cx="37776" cy="32357"/>
              </a:xfrm>
            </p:grpSpPr>
            <p:sp>
              <p:nvSpPr>
                <p:cNvPr id="5272" name="Google Shape;5272;p74"/>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4"/>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4" name="Google Shape;5274;p74"/>
              <p:cNvGrpSpPr/>
              <p:nvPr/>
            </p:nvGrpSpPr>
            <p:grpSpPr>
              <a:xfrm>
                <a:off x="4494867" y="3090530"/>
                <a:ext cx="37878" cy="32451"/>
                <a:chOff x="4494867" y="3090530"/>
                <a:chExt cx="37878" cy="32451"/>
              </a:xfrm>
            </p:grpSpPr>
            <p:sp>
              <p:nvSpPr>
                <p:cNvPr id="5275" name="Google Shape;5275;p74"/>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4"/>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 name="Google Shape;5277;p74"/>
              <p:cNvGrpSpPr/>
              <p:nvPr/>
            </p:nvGrpSpPr>
            <p:grpSpPr>
              <a:xfrm>
                <a:off x="4525124" y="3207774"/>
                <a:ext cx="37783" cy="32420"/>
                <a:chOff x="4525124" y="3207774"/>
                <a:chExt cx="37783" cy="32420"/>
              </a:xfrm>
            </p:grpSpPr>
            <p:sp>
              <p:nvSpPr>
                <p:cNvPr id="5278" name="Google Shape;5278;p74"/>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4"/>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0" name="Google Shape;5280;p74"/>
              <p:cNvGrpSpPr/>
              <p:nvPr/>
            </p:nvGrpSpPr>
            <p:grpSpPr>
              <a:xfrm>
                <a:off x="4440544" y="3176479"/>
                <a:ext cx="31499" cy="26898"/>
                <a:chOff x="4440544" y="3176479"/>
                <a:chExt cx="31499" cy="26898"/>
              </a:xfrm>
            </p:grpSpPr>
            <p:sp>
              <p:nvSpPr>
                <p:cNvPr id="5281" name="Google Shape;5281;p74"/>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4"/>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3" name="Google Shape;5283;p74"/>
              <p:cNvGrpSpPr/>
              <p:nvPr/>
            </p:nvGrpSpPr>
            <p:grpSpPr>
              <a:xfrm>
                <a:off x="4350545" y="3156400"/>
                <a:ext cx="31405" cy="27001"/>
                <a:chOff x="4350545" y="3156400"/>
                <a:chExt cx="31405" cy="27001"/>
              </a:xfrm>
            </p:grpSpPr>
            <p:sp>
              <p:nvSpPr>
                <p:cNvPr id="5284" name="Google Shape;5284;p74"/>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4"/>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6" name="Google Shape;5286;p74"/>
              <p:cNvGrpSpPr/>
              <p:nvPr/>
            </p:nvGrpSpPr>
            <p:grpSpPr>
              <a:xfrm>
                <a:off x="4376703" y="3255058"/>
                <a:ext cx="31405" cy="27001"/>
                <a:chOff x="4376703" y="3255058"/>
                <a:chExt cx="31405" cy="27001"/>
              </a:xfrm>
            </p:grpSpPr>
            <p:sp>
              <p:nvSpPr>
                <p:cNvPr id="5287" name="Google Shape;5287;p74"/>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4"/>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9" name="Google Shape;5289;p74"/>
              <p:cNvGrpSpPr/>
              <p:nvPr/>
            </p:nvGrpSpPr>
            <p:grpSpPr>
              <a:xfrm>
                <a:off x="4331322" y="3283656"/>
                <a:ext cx="31405" cy="26945"/>
                <a:chOff x="4331322" y="3283656"/>
                <a:chExt cx="31405" cy="26945"/>
              </a:xfrm>
            </p:grpSpPr>
            <p:sp>
              <p:nvSpPr>
                <p:cNvPr id="5290" name="Google Shape;5290;p74"/>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4"/>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2" name="Google Shape;5292;p74"/>
              <p:cNvGrpSpPr/>
              <p:nvPr/>
            </p:nvGrpSpPr>
            <p:grpSpPr>
              <a:xfrm>
                <a:off x="4380510" y="3065882"/>
                <a:ext cx="31405" cy="26938"/>
                <a:chOff x="4380510" y="3065882"/>
                <a:chExt cx="31405" cy="26938"/>
              </a:xfrm>
            </p:grpSpPr>
            <p:sp>
              <p:nvSpPr>
                <p:cNvPr id="5293" name="Google Shape;5293;p74"/>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4"/>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95" name="Google Shape;5295;p74"/>
            <p:cNvGrpSpPr/>
            <p:nvPr/>
          </p:nvGrpSpPr>
          <p:grpSpPr>
            <a:xfrm>
              <a:off x="4558998" y="3188237"/>
              <a:ext cx="1280131" cy="1052746"/>
              <a:chOff x="4558998" y="3188237"/>
              <a:chExt cx="1280131" cy="1052746"/>
            </a:xfrm>
          </p:grpSpPr>
          <p:sp>
            <p:nvSpPr>
              <p:cNvPr id="5296" name="Google Shape;5296;p74"/>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7" name="Google Shape;5297;p74"/>
              <p:cNvGrpSpPr/>
              <p:nvPr/>
            </p:nvGrpSpPr>
            <p:grpSpPr>
              <a:xfrm>
                <a:off x="4579164" y="3203653"/>
                <a:ext cx="1244833" cy="1020397"/>
                <a:chOff x="4579164" y="3203653"/>
                <a:chExt cx="1244833" cy="1020397"/>
              </a:xfrm>
            </p:grpSpPr>
            <p:sp>
              <p:nvSpPr>
                <p:cNvPr id="5298" name="Google Shape;5298;p74"/>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4"/>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0" name="Google Shape;5300;p74"/>
                <p:cNvGrpSpPr/>
                <p:nvPr/>
              </p:nvGrpSpPr>
              <p:grpSpPr>
                <a:xfrm>
                  <a:off x="4579164" y="3203653"/>
                  <a:ext cx="1244833" cy="1020397"/>
                  <a:chOff x="4579164" y="3203653"/>
                  <a:chExt cx="1244833" cy="1020397"/>
                </a:xfrm>
              </p:grpSpPr>
              <p:sp>
                <p:nvSpPr>
                  <p:cNvPr id="5301" name="Google Shape;5301;p74"/>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4"/>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3" name="Google Shape;5303;p74"/>
                  <p:cNvGrpSpPr/>
                  <p:nvPr/>
                </p:nvGrpSpPr>
                <p:grpSpPr>
                  <a:xfrm>
                    <a:off x="4579164" y="3203653"/>
                    <a:ext cx="1244833" cy="1020397"/>
                    <a:chOff x="4579164" y="3203653"/>
                    <a:chExt cx="1244833" cy="1020397"/>
                  </a:xfrm>
                </p:grpSpPr>
                <p:sp>
                  <p:nvSpPr>
                    <p:cNvPr id="5304" name="Google Shape;5304;p74"/>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4"/>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4"/>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4"/>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4"/>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4"/>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4"/>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4"/>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2" name="Google Shape;5312;p74"/>
                    <p:cNvGrpSpPr/>
                    <p:nvPr/>
                  </p:nvGrpSpPr>
                  <p:grpSpPr>
                    <a:xfrm>
                      <a:off x="4579164" y="3203653"/>
                      <a:ext cx="1244833" cy="1020397"/>
                      <a:chOff x="4579164" y="3203653"/>
                      <a:chExt cx="1244833" cy="1020397"/>
                    </a:xfrm>
                  </p:grpSpPr>
                  <p:sp>
                    <p:nvSpPr>
                      <p:cNvPr id="5313" name="Google Shape;5313;p74"/>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4"/>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4"/>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4"/>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4"/>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4"/>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4"/>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4"/>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4"/>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4"/>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4"/>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4"/>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4"/>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4"/>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7" name="Google Shape;5327;p74"/>
                      <p:cNvGrpSpPr/>
                      <p:nvPr/>
                    </p:nvGrpSpPr>
                    <p:grpSpPr>
                      <a:xfrm>
                        <a:off x="4579164" y="3203653"/>
                        <a:ext cx="1244833" cy="1020397"/>
                        <a:chOff x="4579164" y="3203653"/>
                        <a:chExt cx="1244833" cy="1020397"/>
                      </a:xfrm>
                    </p:grpSpPr>
                    <p:sp>
                      <p:nvSpPr>
                        <p:cNvPr id="5328" name="Google Shape;5328;p74"/>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4"/>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4"/>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4"/>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4"/>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4"/>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4"/>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4"/>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4"/>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4"/>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4"/>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4"/>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4"/>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4"/>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4"/>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4"/>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4"/>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4"/>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4"/>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4"/>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4"/>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4"/>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4"/>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4"/>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2" name="Google Shape;5352;p74"/>
                        <p:cNvGrpSpPr/>
                        <p:nvPr/>
                      </p:nvGrpSpPr>
                      <p:grpSpPr>
                        <a:xfrm>
                          <a:off x="4579164" y="3203653"/>
                          <a:ext cx="1244833" cy="1020397"/>
                          <a:chOff x="4579164" y="3203653"/>
                          <a:chExt cx="1244833" cy="1020397"/>
                        </a:xfrm>
                      </p:grpSpPr>
                      <p:sp>
                        <p:nvSpPr>
                          <p:cNvPr id="5353" name="Google Shape;5353;p74"/>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4" name="Google Shape;5354;p74"/>
                          <p:cNvGrpSpPr/>
                          <p:nvPr/>
                        </p:nvGrpSpPr>
                        <p:grpSpPr>
                          <a:xfrm>
                            <a:off x="4579164" y="3203653"/>
                            <a:ext cx="1244833" cy="1020397"/>
                            <a:chOff x="4579164" y="3203653"/>
                            <a:chExt cx="1244833" cy="1020397"/>
                          </a:xfrm>
                        </p:grpSpPr>
                        <p:sp>
                          <p:nvSpPr>
                            <p:cNvPr id="5355" name="Google Shape;5355;p74"/>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4"/>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4"/>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4"/>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4"/>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4"/>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4"/>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2" name="Google Shape;5362;p74"/>
                            <p:cNvGrpSpPr/>
                            <p:nvPr/>
                          </p:nvGrpSpPr>
                          <p:grpSpPr>
                            <a:xfrm>
                              <a:off x="4579164" y="3203653"/>
                              <a:ext cx="1244833" cy="1020397"/>
                              <a:chOff x="4579164" y="3203653"/>
                              <a:chExt cx="1244833" cy="1020397"/>
                            </a:xfrm>
                          </p:grpSpPr>
                          <p:sp>
                            <p:nvSpPr>
                              <p:cNvPr id="5363" name="Google Shape;5363;p74"/>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4"/>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4"/>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4"/>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4"/>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4"/>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4"/>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4"/>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4"/>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4"/>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4"/>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4"/>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4"/>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6" name="Google Shape;5376;p74"/>
                              <p:cNvGrpSpPr/>
                              <p:nvPr/>
                            </p:nvGrpSpPr>
                            <p:grpSpPr>
                              <a:xfrm>
                                <a:off x="4579164" y="3203653"/>
                                <a:ext cx="1244833" cy="1020397"/>
                                <a:chOff x="4579164" y="3203653"/>
                                <a:chExt cx="1244833" cy="1020397"/>
                              </a:xfrm>
                            </p:grpSpPr>
                            <p:sp>
                              <p:nvSpPr>
                                <p:cNvPr id="5377" name="Google Shape;5377;p74"/>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4"/>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4"/>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4"/>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4"/>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4"/>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4"/>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4" name="Google Shape;5384;p74"/>
                                <p:cNvGrpSpPr/>
                                <p:nvPr/>
                              </p:nvGrpSpPr>
                              <p:grpSpPr>
                                <a:xfrm>
                                  <a:off x="4579164" y="3203653"/>
                                  <a:ext cx="1244833" cy="1020397"/>
                                  <a:chOff x="4579164" y="3203653"/>
                                  <a:chExt cx="1244833" cy="1020397"/>
                                </a:xfrm>
                              </p:grpSpPr>
                              <p:sp>
                                <p:nvSpPr>
                                  <p:cNvPr id="5385" name="Google Shape;5385;p74"/>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4"/>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4"/>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4"/>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4"/>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0" name="Google Shape;5390;p74"/>
                                  <p:cNvGrpSpPr/>
                                  <p:nvPr/>
                                </p:nvGrpSpPr>
                                <p:grpSpPr>
                                  <a:xfrm>
                                    <a:off x="4579164" y="3203653"/>
                                    <a:ext cx="1244833" cy="1020397"/>
                                    <a:chOff x="4579164" y="3203653"/>
                                    <a:chExt cx="1244833" cy="1020397"/>
                                  </a:xfrm>
                                </p:grpSpPr>
                                <p:sp>
                                  <p:nvSpPr>
                                    <p:cNvPr id="5391" name="Google Shape;5391;p74"/>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4"/>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4"/>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4"/>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395" name="Google Shape;5395;p74"/>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4"/>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4"/>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398" name="Google Shape;5398;p74"/>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399" name="Google Shape;5399;p74"/>
              <p:cNvGrpSpPr/>
              <p:nvPr/>
            </p:nvGrpSpPr>
            <p:grpSpPr>
              <a:xfrm>
                <a:off x="4595437" y="3598775"/>
                <a:ext cx="37776" cy="32451"/>
                <a:chOff x="4595437" y="3598775"/>
                <a:chExt cx="37776" cy="32451"/>
              </a:xfrm>
            </p:grpSpPr>
            <p:sp>
              <p:nvSpPr>
                <p:cNvPr id="5400" name="Google Shape;5400;p74"/>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4"/>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2" name="Google Shape;5402;p74"/>
              <p:cNvGrpSpPr/>
              <p:nvPr/>
            </p:nvGrpSpPr>
            <p:grpSpPr>
              <a:xfrm>
                <a:off x="4641864" y="3524443"/>
                <a:ext cx="37776" cy="32380"/>
                <a:chOff x="4641864" y="3524443"/>
                <a:chExt cx="37776" cy="32380"/>
              </a:xfrm>
            </p:grpSpPr>
            <p:sp>
              <p:nvSpPr>
                <p:cNvPr id="5403" name="Google Shape;5403;p74"/>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4"/>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5" name="Google Shape;5405;p74"/>
              <p:cNvGrpSpPr/>
              <p:nvPr/>
            </p:nvGrpSpPr>
            <p:grpSpPr>
              <a:xfrm>
                <a:off x="4648431" y="3893901"/>
                <a:ext cx="37776" cy="32357"/>
                <a:chOff x="4648431" y="3893901"/>
                <a:chExt cx="37776" cy="32357"/>
              </a:xfrm>
            </p:grpSpPr>
            <p:sp>
              <p:nvSpPr>
                <p:cNvPr id="5406" name="Google Shape;5406;p74"/>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4"/>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8" name="Google Shape;5408;p74"/>
              <p:cNvGrpSpPr/>
              <p:nvPr/>
            </p:nvGrpSpPr>
            <p:grpSpPr>
              <a:xfrm>
                <a:off x="4567752" y="3722908"/>
                <a:ext cx="37870" cy="32380"/>
                <a:chOff x="4567752" y="3722908"/>
                <a:chExt cx="37870" cy="32380"/>
              </a:xfrm>
            </p:grpSpPr>
            <p:sp>
              <p:nvSpPr>
                <p:cNvPr id="5409" name="Google Shape;5409;p74"/>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4"/>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74"/>
              <p:cNvGrpSpPr/>
              <p:nvPr/>
            </p:nvGrpSpPr>
            <p:grpSpPr>
              <a:xfrm>
                <a:off x="4617506" y="3652052"/>
                <a:ext cx="37783" cy="32357"/>
                <a:chOff x="4617506" y="3652052"/>
                <a:chExt cx="37783" cy="32357"/>
              </a:xfrm>
            </p:grpSpPr>
            <p:sp>
              <p:nvSpPr>
                <p:cNvPr id="5412" name="Google Shape;5412;p74"/>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4"/>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4" name="Google Shape;5414;p74"/>
              <p:cNvGrpSpPr/>
              <p:nvPr/>
            </p:nvGrpSpPr>
            <p:grpSpPr>
              <a:xfrm>
                <a:off x="4739005" y="3554149"/>
                <a:ext cx="37870" cy="32357"/>
                <a:chOff x="4739005" y="3554149"/>
                <a:chExt cx="37870" cy="32357"/>
              </a:xfrm>
            </p:grpSpPr>
            <p:sp>
              <p:nvSpPr>
                <p:cNvPr id="5415" name="Google Shape;5415;p74"/>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4"/>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7" name="Google Shape;5417;p74"/>
              <p:cNvGrpSpPr/>
              <p:nvPr/>
            </p:nvGrpSpPr>
            <p:grpSpPr>
              <a:xfrm>
                <a:off x="4806557" y="3630258"/>
                <a:ext cx="37776" cy="32364"/>
                <a:chOff x="4806557" y="3630258"/>
                <a:chExt cx="37776" cy="32364"/>
              </a:xfrm>
            </p:grpSpPr>
            <p:sp>
              <p:nvSpPr>
                <p:cNvPr id="5418" name="Google Shape;5418;p74"/>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4"/>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0" name="Google Shape;5420;p74"/>
              <p:cNvGrpSpPr/>
              <p:nvPr/>
            </p:nvGrpSpPr>
            <p:grpSpPr>
              <a:xfrm>
                <a:off x="4737007" y="4004357"/>
                <a:ext cx="37870" cy="32357"/>
                <a:chOff x="4737007" y="4004357"/>
                <a:chExt cx="37870" cy="32357"/>
              </a:xfrm>
            </p:grpSpPr>
            <p:sp>
              <p:nvSpPr>
                <p:cNvPr id="5421" name="Google Shape;5421;p74"/>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4"/>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3" name="Google Shape;5423;p74"/>
              <p:cNvGrpSpPr/>
              <p:nvPr/>
            </p:nvGrpSpPr>
            <p:grpSpPr>
              <a:xfrm>
                <a:off x="4773634" y="4208627"/>
                <a:ext cx="37776" cy="32357"/>
                <a:chOff x="4773634" y="4208627"/>
                <a:chExt cx="37776" cy="32357"/>
              </a:xfrm>
            </p:grpSpPr>
            <p:sp>
              <p:nvSpPr>
                <p:cNvPr id="5424" name="Google Shape;5424;p74"/>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4"/>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6" name="Google Shape;5426;p74"/>
              <p:cNvGrpSpPr/>
              <p:nvPr/>
            </p:nvGrpSpPr>
            <p:grpSpPr>
              <a:xfrm>
                <a:off x="4888282" y="4074764"/>
                <a:ext cx="37776" cy="32451"/>
                <a:chOff x="4888282" y="4074764"/>
                <a:chExt cx="37776" cy="32451"/>
              </a:xfrm>
            </p:grpSpPr>
            <p:sp>
              <p:nvSpPr>
                <p:cNvPr id="5427" name="Google Shape;5427;p74"/>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4"/>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9" name="Google Shape;5429;p74"/>
              <p:cNvGrpSpPr/>
              <p:nvPr/>
            </p:nvGrpSpPr>
            <p:grpSpPr>
              <a:xfrm>
                <a:off x="4901315" y="3804271"/>
                <a:ext cx="37776" cy="32364"/>
                <a:chOff x="4901315" y="3804271"/>
                <a:chExt cx="37776" cy="32364"/>
              </a:xfrm>
            </p:grpSpPr>
            <p:sp>
              <p:nvSpPr>
                <p:cNvPr id="5430" name="Google Shape;5430;p74"/>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4"/>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2" name="Google Shape;5432;p74"/>
              <p:cNvGrpSpPr/>
              <p:nvPr/>
            </p:nvGrpSpPr>
            <p:grpSpPr>
              <a:xfrm>
                <a:off x="4866394" y="3715035"/>
                <a:ext cx="37846" cy="32357"/>
                <a:chOff x="4866394" y="3715035"/>
                <a:chExt cx="37846" cy="32357"/>
              </a:xfrm>
            </p:grpSpPr>
            <p:sp>
              <p:nvSpPr>
                <p:cNvPr id="5433" name="Google Shape;5433;p74"/>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4"/>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5" name="Google Shape;5435;p74"/>
              <p:cNvGrpSpPr/>
              <p:nvPr/>
            </p:nvGrpSpPr>
            <p:grpSpPr>
              <a:xfrm>
                <a:off x="4979233" y="3839798"/>
                <a:ext cx="37878" cy="32420"/>
                <a:chOff x="4979233" y="3839798"/>
                <a:chExt cx="37878" cy="32420"/>
              </a:xfrm>
            </p:grpSpPr>
            <p:sp>
              <p:nvSpPr>
                <p:cNvPr id="5436" name="Google Shape;5436;p74"/>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4"/>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8" name="Google Shape;5438;p74"/>
              <p:cNvGrpSpPr/>
              <p:nvPr/>
            </p:nvGrpSpPr>
            <p:grpSpPr>
              <a:xfrm>
                <a:off x="4790662" y="3679147"/>
                <a:ext cx="37783" cy="32380"/>
                <a:chOff x="4790662" y="3679147"/>
                <a:chExt cx="37783" cy="32380"/>
              </a:xfrm>
            </p:grpSpPr>
            <p:sp>
              <p:nvSpPr>
                <p:cNvPr id="5439" name="Google Shape;5439;p74"/>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4"/>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1" name="Google Shape;5441;p74"/>
              <p:cNvGrpSpPr/>
              <p:nvPr/>
            </p:nvGrpSpPr>
            <p:grpSpPr>
              <a:xfrm>
                <a:off x="4857263" y="3557861"/>
                <a:ext cx="37776" cy="32357"/>
                <a:chOff x="4857263" y="3557861"/>
                <a:chExt cx="37776" cy="32357"/>
              </a:xfrm>
            </p:grpSpPr>
            <p:sp>
              <p:nvSpPr>
                <p:cNvPr id="5442" name="Google Shape;5442;p74"/>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4"/>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4" name="Google Shape;5444;p74"/>
              <p:cNvGrpSpPr/>
              <p:nvPr/>
            </p:nvGrpSpPr>
            <p:grpSpPr>
              <a:xfrm>
                <a:off x="4883902" y="3648033"/>
                <a:ext cx="37783" cy="32380"/>
                <a:chOff x="4883902" y="3648033"/>
                <a:chExt cx="37783" cy="32380"/>
              </a:xfrm>
            </p:grpSpPr>
            <p:sp>
              <p:nvSpPr>
                <p:cNvPr id="5445" name="Google Shape;5445;p74"/>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4"/>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7" name="Google Shape;5447;p74"/>
              <p:cNvGrpSpPr/>
              <p:nvPr/>
            </p:nvGrpSpPr>
            <p:grpSpPr>
              <a:xfrm>
                <a:off x="4907780" y="3347220"/>
                <a:ext cx="37878" cy="32357"/>
                <a:chOff x="4907780" y="3347220"/>
                <a:chExt cx="37878" cy="32357"/>
              </a:xfrm>
            </p:grpSpPr>
            <p:sp>
              <p:nvSpPr>
                <p:cNvPr id="5448" name="Google Shape;5448;p74"/>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4"/>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0" name="Google Shape;5450;p74"/>
              <p:cNvGrpSpPr/>
              <p:nvPr/>
            </p:nvGrpSpPr>
            <p:grpSpPr>
              <a:xfrm>
                <a:off x="5065048" y="3738150"/>
                <a:ext cx="37783" cy="32364"/>
                <a:chOff x="5065048" y="3738150"/>
                <a:chExt cx="37783" cy="32364"/>
              </a:xfrm>
            </p:grpSpPr>
            <p:sp>
              <p:nvSpPr>
                <p:cNvPr id="5451" name="Google Shape;5451;p74"/>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4"/>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3" name="Google Shape;5453;p74"/>
              <p:cNvGrpSpPr/>
              <p:nvPr/>
            </p:nvGrpSpPr>
            <p:grpSpPr>
              <a:xfrm>
                <a:off x="5071616" y="3284615"/>
                <a:ext cx="37783" cy="32357"/>
                <a:chOff x="5071616" y="3284615"/>
                <a:chExt cx="37783" cy="32357"/>
              </a:xfrm>
            </p:grpSpPr>
            <p:sp>
              <p:nvSpPr>
                <p:cNvPr id="5454" name="Google Shape;5454;p74"/>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4"/>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6" name="Google Shape;5456;p74"/>
              <p:cNvGrpSpPr/>
              <p:nvPr/>
            </p:nvGrpSpPr>
            <p:grpSpPr>
              <a:xfrm>
                <a:off x="5389291" y="3759921"/>
                <a:ext cx="37783" cy="32380"/>
                <a:chOff x="5389291" y="3759921"/>
                <a:chExt cx="37783" cy="32380"/>
              </a:xfrm>
            </p:grpSpPr>
            <p:sp>
              <p:nvSpPr>
                <p:cNvPr id="5457" name="Google Shape;5457;p74"/>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4"/>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9" name="Google Shape;5459;p74"/>
              <p:cNvGrpSpPr/>
              <p:nvPr/>
            </p:nvGrpSpPr>
            <p:grpSpPr>
              <a:xfrm>
                <a:off x="5431534" y="3632932"/>
                <a:ext cx="37878" cy="32451"/>
                <a:chOff x="5431534" y="3632932"/>
                <a:chExt cx="37878" cy="32451"/>
              </a:xfrm>
            </p:grpSpPr>
            <p:sp>
              <p:nvSpPr>
                <p:cNvPr id="5460" name="Google Shape;5460;p74"/>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4"/>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74"/>
              <p:cNvGrpSpPr/>
              <p:nvPr/>
            </p:nvGrpSpPr>
            <p:grpSpPr>
              <a:xfrm>
                <a:off x="5540755" y="3544829"/>
                <a:ext cx="37783" cy="32357"/>
                <a:chOff x="5540755" y="3544829"/>
                <a:chExt cx="37783" cy="32357"/>
              </a:xfrm>
            </p:grpSpPr>
            <p:sp>
              <p:nvSpPr>
                <p:cNvPr id="5463" name="Google Shape;5463;p74"/>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4"/>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5" name="Google Shape;5465;p74"/>
              <p:cNvGrpSpPr/>
              <p:nvPr/>
            </p:nvGrpSpPr>
            <p:grpSpPr>
              <a:xfrm>
                <a:off x="5579293" y="3412107"/>
                <a:ext cx="37776" cy="32357"/>
                <a:chOff x="5579293" y="3412107"/>
                <a:chExt cx="37776" cy="32357"/>
              </a:xfrm>
            </p:grpSpPr>
            <p:sp>
              <p:nvSpPr>
                <p:cNvPr id="5466" name="Google Shape;5466;p74"/>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4"/>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74"/>
              <p:cNvGrpSpPr/>
              <p:nvPr/>
            </p:nvGrpSpPr>
            <p:grpSpPr>
              <a:xfrm>
                <a:off x="5801346" y="3284615"/>
                <a:ext cx="37783" cy="32357"/>
                <a:chOff x="5801346" y="3284615"/>
                <a:chExt cx="37783" cy="32357"/>
              </a:xfrm>
            </p:grpSpPr>
            <p:sp>
              <p:nvSpPr>
                <p:cNvPr id="5469" name="Google Shape;5469;p74"/>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4"/>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74"/>
              <p:cNvGrpSpPr/>
              <p:nvPr/>
            </p:nvGrpSpPr>
            <p:grpSpPr>
              <a:xfrm>
                <a:off x="5763578" y="3399067"/>
                <a:ext cx="37776" cy="32364"/>
                <a:chOff x="5763578" y="3399067"/>
                <a:chExt cx="37776" cy="32364"/>
              </a:xfrm>
            </p:grpSpPr>
            <p:sp>
              <p:nvSpPr>
                <p:cNvPr id="5472" name="Google Shape;5472;p74"/>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4"/>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4" name="Google Shape;5474;p74"/>
              <p:cNvGrpSpPr/>
              <p:nvPr/>
            </p:nvGrpSpPr>
            <p:grpSpPr>
              <a:xfrm>
                <a:off x="5395858" y="3230952"/>
                <a:ext cx="37776" cy="32364"/>
                <a:chOff x="5395858" y="3230952"/>
                <a:chExt cx="37776" cy="32364"/>
              </a:xfrm>
            </p:grpSpPr>
            <p:sp>
              <p:nvSpPr>
                <p:cNvPr id="5475" name="Google Shape;5475;p74"/>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4"/>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7" name="Google Shape;5477;p74"/>
              <p:cNvGrpSpPr/>
              <p:nvPr/>
            </p:nvGrpSpPr>
            <p:grpSpPr>
              <a:xfrm>
                <a:off x="5264088" y="3188237"/>
                <a:ext cx="37776" cy="32357"/>
                <a:chOff x="5264088" y="3188237"/>
                <a:chExt cx="37776" cy="32357"/>
              </a:xfrm>
            </p:grpSpPr>
            <p:sp>
              <p:nvSpPr>
                <p:cNvPr id="5478" name="Google Shape;5478;p74"/>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4"/>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0" name="Google Shape;5480;p74"/>
              <p:cNvGrpSpPr/>
              <p:nvPr/>
            </p:nvGrpSpPr>
            <p:grpSpPr>
              <a:xfrm>
                <a:off x="5585758" y="3237425"/>
                <a:ext cx="37878" cy="32357"/>
                <a:chOff x="5585758" y="3237425"/>
                <a:chExt cx="37878" cy="32357"/>
              </a:xfrm>
            </p:grpSpPr>
            <p:sp>
              <p:nvSpPr>
                <p:cNvPr id="5481" name="Google Shape;5481;p74"/>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4"/>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3" name="Google Shape;5483;p74"/>
              <p:cNvGrpSpPr/>
              <p:nvPr/>
            </p:nvGrpSpPr>
            <p:grpSpPr>
              <a:xfrm>
                <a:off x="4874196" y="3291088"/>
                <a:ext cx="37878" cy="32451"/>
                <a:chOff x="4874196" y="3291088"/>
                <a:chExt cx="37878" cy="32451"/>
              </a:xfrm>
            </p:grpSpPr>
            <p:sp>
              <p:nvSpPr>
                <p:cNvPr id="5484" name="Google Shape;5484;p74"/>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4"/>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74"/>
              <p:cNvGrpSpPr/>
              <p:nvPr/>
            </p:nvGrpSpPr>
            <p:grpSpPr>
              <a:xfrm>
                <a:off x="5197770" y="3785466"/>
                <a:ext cx="37783" cy="32427"/>
                <a:chOff x="5197770" y="3785466"/>
                <a:chExt cx="37783" cy="32427"/>
              </a:xfrm>
            </p:grpSpPr>
            <p:sp>
              <p:nvSpPr>
                <p:cNvPr id="5487" name="Google Shape;5487;p74"/>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4"/>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9" name="Google Shape;5489;p74"/>
              <p:cNvGrpSpPr/>
              <p:nvPr/>
            </p:nvGrpSpPr>
            <p:grpSpPr>
              <a:xfrm>
                <a:off x="5177699" y="3492117"/>
                <a:ext cx="37776" cy="32357"/>
                <a:chOff x="5177699" y="3492117"/>
                <a:chExt cx="37776" cy="32357"/>
              </a:xfrm>
            </p:grpSpPr>
            <p:sp>
              <p:nvSpPr>
                <p:cNvPr id="5490" name="Google Shape;5490;p74"/>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4"/>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2" name="Google Shape;5492;p74"/>
              <p:cNvGrpSpPr/>
              <p:nvPr/>
            </p:nvGrpSpPr>
            <p:grpSpPr>
              <a:xfrm>
                <a:off x="5349431" y="3622346"/>
                <a:ext cx="37870" cy="32380"/>
                <a:chOff x="5349431" y="3622346"/>
                <a:chExt cx="37870" cy="32380"/>
              </a:xfrm>
            </p:grpSpPr>
            <p:sp>
              <p:nvSpPr>
                <p:cNvPr id="5493" name="Google Shape;5493;p74"/>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4"/>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5" name="Google Shape;5495;p74"/>
              <p:cNvGrpSpPr/>
              <p:nvPr/>
            </p:nvGrpSpPr>
            <p:grpSpPr>
              <a:xfrm>
                <a:off x="5068855" y="3563980"/>
                <a:ext cx="53954" cy="46223"/>
                <a:chOff x="5068855" y="3563980"/>
                <a:chExt cx="53954" cy="46223"/>
              </a:xfrm>
            </p:grpSpPr>
            <p:sp>
              <p:nvSpPr>
                <p:cNvPr id="5496" name="Google Shape;5496;p74"/>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4"/>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8" name="Google Shape;5498;p74"/>
              <p:cNvGrpSpPr/>
              <p:nvPr/>
            </p:nvGrpSpPr>
            <p:grpSpPr>
              <a:xfrm>
                <a:off x="5037654" y="3392507"/>
                <a:ext cx="37870" cy="32451"/>
                <a:chOff x="5037654" y="3392507"/>
                <a:chExt cx="37870" cy="32451"/>
              </a:xfrm>
            </p:grpSpPr>
            <p:sp>
              <p:nvSpPr>
                <p:cNvPr id="5499" name="Google Shape;5499;p74"/>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4"/>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1" name="Google Shape;5501;p74"/>
              <p:cNvGrpSpPr/>
              <p:nvPr/>
            </p:nvGrpSpPr>
            <p:grpSpPr>
              <a:xfrm>
                <a:off x="5456560" y="3368629"/>
                <a:ext cx="37870" cy="32451"/>
                <a:chOff x="5456560" y="3368629"/>
                <a:chExt cx="37870" cy="32451"/>
              </a:xfrm>
            </p:grpSpPr>
            <p:sp>
              <p:nvSpPr>
                <p:cNvPr id="5502" name="Google Shape;5502;p74"/>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4"/>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4" name="Google Shape;5504;p74"/>
              <p:cNvGrpSpPr/>
              <p:nvPr/>
            </p:nvGrpSpPr>
            <p:grpSpPr>
              <a:xfrm>
                <a:off x="4755749" y="3501516"/>
                <a:ext cx="46246" cy="39608"/>
                <a:chOff x="4755749" y="3501516"/>
                <a:chExt cx="46246" cy="39608"/>
              </a:xfrm>
            </p:grpSpPr>
            <p:sp>
              <p:nvSpPr>
                <p:cNvPr id="5505" name="Google Shape;5505;p74"/>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4"/>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7" name="Google Shape;5507;p74"/>
              <p:cNvGrpSpPr/>
              <p:nvPr/>
            </p:nvGrpSpPr>
            <p:grpSpPr>
              <a:xfrm>
                <a:off x="4681346" y="3485582"/>
                <a:ext cx="37783" cy="32427"/>
                <a:chOff x="4681346" y="3485582"/>
                <a:chExt cx="37783" cy="32427"/>
              </a:xfrm>
            </p:grpSpPr>
            <p:sp>
              <p:nvSpPr>
                <p:cNvPr id="5508" name="Google Shape;5508;p74"/>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4"/>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0" name="Google Shape;5510;p74"/>
              <p:cNvGrpSpPr/>
              <p:nvPr/>
            </p:nvGrpSpPr>
            <p:grpSpPr>
              <a:xfrm>
                <a:off x="4767067" y="3291088"/>
                <a:ext cx="37878" cy="32451"/>
                <a:chOff x="4767067" y="3291088"/>
                <a:chExt cx="37878" cy="32451"/>
              </a:xfrm>
            </p:grpSpPr>
            <p:sp>
              <p:nvSpPr>
                <p:cNvPr id="5511" name="Google Shape;5511;p74"/>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4"/>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3" name="Google Shape;5513;p74"/>
              <p:cNvGrpSpPr/>
              <p:nvPr/>
            </p:nvGrpSpPr>
            <p:grpSpPr>
              <a:xfrm>
                <a:off x="4687819" y="3405539"/>
                <a:ext cx="37776" cy="32451"/>
                <a:chOff x="4687819" y="3405539"/>
                <a:chExt cx="37776" cy="32451"/>
              </a:xfrm>
            </p:grpSpPr>
            <p:sp>
              <p:nvSpPr>
                <p:cNvPr id="5514" name="Google Shape;5514;p74"/>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4"/>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6" name="Google Shape;5516;p74"/>
              <p:cNvGrpSpPr/>
              <p:nvPr/>
            </p:nvGrpSpPr>
            <p:grpSpPr>
              <a:xfrm>
                <a:off x="4923101" y="3444809"/>
                <a:ext cx="52813" cy="45318"/>
                <a:chOff x="4923101" y="3444809"/>
                <a:chExt cx="52813" cy="45318"/>
              </a:xfrm>
            </p:grpSpPr>
            <p:sp>
              <p:nvSpPr>
                <p:cNvPr id="5517" name="Google Shape;5517;p74"/>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4"/>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9" name="Google Shape;5519;p74"/>
              <p:cNvGrpSpPr/>
              <p:nvPr/>
            </p:nvGrpSpPr>
            <p:grpSpPr>
              <a:xfrm>
                <a:off x="4846040" y="3654750"/>
                <a:ext cx="31405" cy="26993"/>
                <a:chOff x="4846040" y="3654750"/>
                <a:chExt cx="31405" cy="26993"/>
              </a:xfrm>
            </p:grpSpPr>
            <p:sp>
              <p:nvSpPr>
                <p:cNvPr id="5520" name="Google Shape;5520;p74"/>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4"/>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74"/>
              <p:cNvGrpSpPr/>
              <p:nvPr/>
            </p:nvGrpSpPr>
            <p:grpSpPr>
              <a:xfrm>
                <a:off x="4925673" y="3691700"/>
                <a:ext cx="40253" cy="34472"/>
                <a:chOff x="4925673" y="3691700"/>
                <a:chExt cx="40253" cy="34472"/>
              </a:xfrm>
            </p:grpSpPr>
            <p:sp>
              <p:nvSpPr>
                <p:cNvPr id="5523" name="Google Shape;5523;p74"/>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4"/>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5" name="Google Shape;5525;p74"/>
              <p:cNvGrpSpPr/>
              <p:nvPr/>
            </p:nvGrpSpPr>
            <p:grpSpPr>
              <a:xfrm>
                <a:off x="4894653" y="3740848"/>
                <a:ext cx="31405" cy="26906"/>
                <a:chOff x="4894653" y="3740848"/>
                <a:chExt cx="31405" cy="26906"/>
              </a:xfrm>
            </p:grpSpPr>
            <p:sp>
              <p:nvSpPr>
                <p:cNvPr id="5526" name="Google Shape;5526;p74"/>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4"/>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8" name="Google Shape;5528;p74"/>
              <p:cNvGrpSpPr/>
              <p:nvPr/>
            </p:nvGrpSpPr>
            <p:grpSpPr>
              <a:xfrm>
                <a:off x="4962300" y="3696348"/>
                <a:ext cx="38255" cy="32773"/>
                <a:chOff x="4962300" y="3696348"/>
                <a:chExt cx="38255" cy="32773"/>
              </a:xfrm>
            </p:grpSpPr>
            <p:sp>
              <p:nvSpPr>
                <p:cNvPr id="5529" name="Google Shape;5529;p74"/>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4"/>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1" name="Google Shape;5531;p74"/>
              <p:cNvGrpSpPr/>
              <p:nvPr/>
            </p:nvGrpSpPr>
            <p:grpSpPr>
              <a:xfrm>
                <a:off x="4980185" y="3743349"/>
                <a:ext cx="31499" cy="26969"/>
                <a:chOff x="4980185" y="3743349"/>
                <a:chExt cx="31499" cy="26969"/>
              </a:xfrm>
            </p:grpSpPr>
            <p:sp>
              <p:nvSpPr>
                <p:cNvPr id="5532" name="Google Shape;5532;p74"/>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4"/>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74"/>
              <p:cNvGrpSpPr/>
              <p:nvPr/>
            </p:nvGrpSpPr>
            <p:grpSpPr>
              <a:xfrm>
                <a:off x="5013768" y="3734312"/>
                <a:ext cx="31499" cy="26969"/>
                <a:chOff x="5013768" y="3734312"/>
                <a:chExt cx="31499" cy="26969"/>
              </a:xfrm>
            </p:grpSpPr>
            <p:sp>
              <p:nvSpPr>
                <p:cNvPr id="5535" name="Google Shape;5535;p74"/>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4"/>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7" name="Google Shape;5537;p74"/>
              <p:cNvGrpSpPr/>
              <p:nvPr/>
            </p:nvGrpSpPr>
            <p:grpSpPr>
              <a:xfrm>
                <a:off x="5036703" y="3764545"/>
                <a:ext cx="31499" cy="26898"/>
                <a:chOff x="5036703" y="3764545"/>
                <a:chExt cx="31499" cy="26898"/>
              </a:xfrm>
            </p:grpSpPr>
            <p:sp>
              <p:nvSpPr>
                <p:cNvPr id="5538" name="Google Shape;5538;p74"/>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4"/>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0" name="Google Shape;5540;p74"/>
              <p:cNvGrpSpPr/>
              <p:nvPr/>
            </p:nvGrpSpPr>
            <p:grpSpPr>
              <a:xfrm>
                <a:off x="4953546" y="3768352"/>
                <a:ext cx="31405" cy="26898"/>
                <a:chOff x="4953546" y="3768352"/>
                <a:chExt cx="31405" cy="26898"/>
              </a:xfrm>
            </p:grpSpPr>
            <p:sp>
              <p:nvSpPr>
                <p:cNvPr id="5541" name="Google Shape;5541;p74"/>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4"/>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3" name="Google Shape;5543;p74"/>
              <p:cNvGrpSpPr/>
              <p:nvPr/>
            </p:nvGrpSpPr>
            <p:grpSpPr>
              <a:xfrm>
                <a:off x="4964770" y="3814016"/>
                <a:ext cx="31499" cy="26993"/>
                <a:chOff x="4964770" y="3814016"/>
                <a:chExt cx="31499" cy="26993"/>
              </a:xfrm>
            </p:grpSpPr>
            <p:sp>
              <p:nvSpPr>
                <p:cNvPr id="5544" name="Google Shape;5544;p74"/>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4"/>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6" name="Google Shape;5546;p74"/>
              <p:cNvGrpSpPr/>
              <p:nvPr/>
            </p:nvGrpSpPr>
            <p:grpSpPr>
              <a:xfrm>
                <a:off x="4923290" y="3800504"/>
                <a:ext cx="31468" cy="26898"/>
                <a:chOff x="4923290" y="3800504"/>
                <a:chExt cx="31468" cy="26898"/>
              </a:xfrm>
            </p:grpSpPr>
            <p:sp>
              <p:nvSpPr>
                <p:cNvPr id="5547" name="Google Shape;5547;p74"/>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4"/>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74"/>
              <p:cNvGrpSpPr/>
              <p:nvPr/>
            </p:nvGrpSpPr>
            <p:grpSpPr>
              <a:xfrm>
                <a:off x="5108534" y="3650943"/>
                <a:ext cx="31405" cy="26993"/>
                <a:chOff x="5108534" y="3650943"/>
                <a:chExt cx="31405" cy="26993"/>
              </a:xfrm>
            </p:grpSpPr>
            <p:sp>
              <p:nvSpPr>
                <p:cNvPr id="5550" name="Google Shape;5550;p74"/>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4"/>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2" name="Google Shape;5552;p74"/>
              <p:cNvGrpSpPr/>
              <p:nvPr/>
            </p:nvGrpSpPr>
            <p:grpSpPr>
              <a:xfrm>
                <a:off x="5119380" y="3760739"/>
                <a:ext cx="31499" cy="26993"/>
                <a:chOff x="5119380" y="3760739"/>
                <a:chExt cx="31499" cy="26993"/>
              </a:xfrm>
            </p:grpSpPr>
            <p:sp>
              <p:nvSpPr>
                <p:cNvPr id="5553" name="Google Shape;5553;p74"/>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4"/>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5" name="Google Shape;5555;p74"/>
              <p:cNvGrpSpPr/>
              <p:nvPr/>
            </p:nvGrpSpPr>
            <p:grpSpPr>
              <a:xfrm>
                <a:off x="5119380" y="3788235"/>
                <a:ext cx="31499" cy="26993"/>
                <a:chOff x="5119380" y="3788235"/>
                <a:chExt cx="31499" cy="26993"/>
              </a:xfrm>
            </p:grpSpPr>
            <p:sp>
              <p:nvSpPr>
                <p:cNvPr id="5556" name="Google Shape;5556;p74"/>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4"/>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8" name="Google Shape;5558;p74"/>
              <p:cNvGrpSpPr/>
              <p:nvPr/>
            </p:nvGrpSpPr>
            <p:grpSpPr>
              <a:xfrm>
                <a:off x="5158005" y="3875284"/>
                <a:ext cx="31405" cy="27001"/>
                <a:chOff x="5158005" y="3875284"/>
                <a:chExt cx="31405" cy="27001"/>
              </a:xfrm>
            </p:grpSpPr>
            <p:sp>
              <p:nvSpPr>
                <p:cNvPr id="5559" name="Google Shape;5559;p74"/>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4"/>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 name="Google Shape;5561;p74"/>
              <p:cNvGrpSpPr/>
              <p:nvPr/>
            </p:nvGrpSpPr>
            <p:grpSpPr>
              <a:xfrm>
                <a:off x="5233163" y="3764545"/>
                <a:ext cx="31499" cy="26898"/>
                <a:chOff x="5233163" y="3764545"/>
                <a:chExt cx="31499" cy="26898"/>
              </a:xfrm>
            </p:grpSpPr>
            <p:sp>
              <p:nvSpPr>
                <p:cNvPr id="5562" name="Google Shape;5562;p74"/>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4"/>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4" name="Google Shape;5564;p74"/>
              <p:cNvGrpSpPr/>
              <p:nvPr/>
            </p:nvGrpSpPr>
            <p:grpSpPr>
              <a:xfrm>
                <a:off x="5276168" y="3805545"/>
                <a:ext cx="31499" cy="26906"/>
                <a:chOff x="5276168" y="3805545"/>
                <a:chExt cx="31499" cy="26906"/>
              </a:xfrm>
            </p:grpSpPr>
            <p:sp>
              <p:nvSpPr>
                <p:cNvPr id="5565" name="Google Shape;5565;p74"/>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4"/>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7" name="Google Shape;5567;p74"/>
              <p:cNvGrpSpPr/>
              <p:nvPr/>
            </p:nvGrpSpPr>
            <p:grpSpPr>
              <a:xfrm>
                <a:off x="5294053" y="3851933"/>
                <a:ext cx="31405" cy="26945"/>
                <a:chOff x="5294053" y="3851933"/>
                <a:chExt cx="31405" cy="26945"/>
              </a:xfrm>
            </p:grpSpPr>
            <p:sp>
              <p:nvSpPr>
                <p:cNvPr id="5568" name="Google Shape;5568;p74"/>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4"/>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0" name="Google Shape;5570;p74"/>
              <p:cNvGrpSpPr/>
              <p:nvPr/>
            </p:nvGrpSpPr>
            <p:grpSpPr>
              <a:xfrm>
                <a:off x="5341723" y="3851902"/>
                <a:ext cx="31405" cy="26977"/>
                <a:chOff x="5341723" y="3851902"/>
                <a:chExt cx="31405" cy="26977"/>
              </a:xfrm>
            </p:grpSpPr>
            <p:sp>
              <p:nvSpPr>
                <p:cNvPr id="5571" name="Google Shape;5571;p74"/>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4"/>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3" name="Google Shape;5573;p74"/>
              <p:cNvGrpSpPr/>
              <p:nvPr/>
            </p:nvGrpSpPr>
            <p:grpSpPr>
              <a:xfrm>
                <a:off x="5054871" y="3507855"/>
                <a:ext cx="31405" cy="26993"/>
                <a:chOff x="5054871" y="3507855"/>
                <a:chExt cx="31405" cy="26993"/>
              </a:xfrm>
            </p:grpSpPr>
            <p:sp>
              <p:nvSpPr>
                <p:cNvPr id="5574" name="Google Shape;5574;p74"/>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4"/>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6" name="Google Shape;5576;p74"/>
              <p:cNvGrpSpPr/>
              <p:nvPr/>
            </p:nvGrpSpPr>
            <p:grpSpPr>
              <a:xfrm>
                <a:off x="4876579" y="3675325"/>
                <a:ext cx="31405" cy="26969"/>
                <a:chOff x="4876579" y="3675325"/>
                <a:chExt cx="31405" cy="26969"/>
              </a:xfrm>
            </p:grpSpPr>
            <p:sp>
              <p:nvSpPr>
                <p:cNvPr id="5577" name="Google Shape;5577;p74"/>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4"/>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9" name="Google Shape;5579;p74"/>
              <p:cNvGrpSpPr/>
              <p:nvPr/>
            </p:nvGrpSpPr>
            <p:grpSpPr>
              <a:xfrm>
                <a:off x="4842233" y="3688333"/>
                <a:ext cx="31405" cy="26993"/>
                <a:chOff x="4842233" y="3688333"/>
                <a:chExt cx="31405" cy="26993"/>
              </a:xfrm>
            </p:grpSpPr>
            <p:sp>
              <p:nvSpPr>
                <p:cNvPr id="5580" name="Google Shape;5580;p74"/>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4"/>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74"/>
              <p:cNvGrpSpPr/>
              <p:nvPr/>
            </p:nvGrpSpPr>
            <p:grpSpPr>
              <a:xfrm>
                <a:off x="5187876" y="3608032"/>
                <a:ext cx="31405" cy="27001"/>
                <a:chOff x="5187876" y="3608032"/>
                <a:chExt cx="31405" cy="27001"/>
              </a:xfrm>
            </p:grpSpPr>
            <p:sp>
              <p:nvSpPr>
                <p:cNvPr id="5583" name="Google Shape;5583;p74"/>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4"/>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5" name="Google Shape;5585;p74"/>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4"/>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7" name="Google Shape;5587;p74"/>
              <p:cNvGrpSpPr/>
              <p:nvPr/>
            </p:nvGrpSpPr>
            <p:grpSpPr>
              <a:xfrm>
                <a:off x="5269224" y="3304167"/>
                <a:ext cx="40253" cy="34402"/>
                <a:chOff x="5269224" y="3304167"/>
                <a:chExt cx="40253" cy="34402"/>
              </a:xfrm>
            </p:grpSpPr>
            <p:sp>
              <p:nvSpPr>
                <p:cNvPr id="5588" name="Google Shape;5588;p74"/>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4"/>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0" name="Google Shape;5590;p74"/>
              <p:cNvGrpSpPr/>
              <p:nvPr/>
            </p:nvGrpSpPr>
            <p:grpSpPr>
              <a:xfrm>
                <a:off x="5327354" y="3476615"/>
                <a:ext cx="49864" cy="42723"/>
                <a:chOff x="5327354" y="3476615"/>
                <a:chExt cx="49864" cy="42723"/>
              </a:xfrm>
            </p:grpSpPr>
            <p:sp>
              <p:nvSpPr>
                <p:cNvPr id="5591" name="Google Shape;5591;p74"/>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4"/>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3" name="Google Shape;5593;p74"/>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4"/>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5" name="Google Shape;5595;p74"/>
              <p:cNvGrpSpPr/>
              <p:nvPr/>
            </p:nvGrpSpPr>
            <p:grpSpPr>
              <a:xfrm>
                <a:off x="5341723" y="3775957"/>
                <a:ext cx="31405" cy="26898"/>
                <a:chOff x="5341723" y="3775957"/>
                <a:chExt cx="31405" cy="26898"/>
              </a:xfrm>
            </p:grpSpPr>
            <p:sp>
              <p:nvSpPr>
                <p:cNvPr id="5596" name="Google Shape;5596;p74"/>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4"/>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8" name="Google Shape;5598;p74"/>
              <p:cNvGrpSpPr/>
              <p:nvPr/>
            </p:nvGrpSpPr>
            <p:grpSpPr>
              <a:xfrm>
                <a:off x="5439053" y="3699274"/>
                <a:ext cx="31405" cy="26898"/>
                <a:chOff x="5439053" y="3699274"/>
                <a:chExt cx="31405" cy="26898"/>
              </a:xfrm>
            </p:grpSpPr>
            <p:sp>
              <p:nvSpPr>
                <p:cNvPr id="5599" name="Google Shape;5599;p74"/>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4"/>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1" name="Google Shape;5601;p74"/>
              <p:cNvGrpSpPr/>
              <p:nvPr/>
            </p:nvGrpSpPr>
            <p:grpSpPr>
              <a:xfrm>
                <a:off x="5412414" y="3622307"/>
                <a:ext cx="31499" cy="26993"/>
                <a:chOff x="5412414" y="3622307"/>
                <a:chExt cx="31499" cy="26993"/>
              </a:xfrm>
            </p:grpSpPr>
            <p:sp>
              <p:nvSpPr>
                <p:cNvPr id="5602" name="Google Shape;5602;p74"/>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4"/>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4" name="Google Shape;5604;p74"/>
              <p:cNvGrpSpPr/>
              <p:nvPr/>
            </p:nvGrpSpPr>
            <p:grpSpPr>
              <a:xfrm>
                <a:off x="5476254" y="3473949"/>
                <a:ext cx="26835" cy="26930"/>
                <a:chOff x="5476254" y="3473949"/>
                <a:chExt cx="26835" cy="26930"/>
              </a:xfrm>
            </p:grpSpPr>
            <p:sp>
              <p:nvSpPr>
                <p:cNvPr id="5605" name="Google Shape;5605;p74"/>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4"/>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74"/>
              <p:cNvGrpSpPr/>
              <p:nvPr/>
            </p:nvGrpSpPr>
            <p:grpSpPr>
              <a:xfrm>
                <a:off x="5564547" y="3481594"/>
                <a:ext cx="31397" cy="26898"/>
                <a:chOff x="5564547" y="3481594"/>
                <a:chExt cx="31397" cy="26898"/>
              </a:xfrm>
            </p:grpSpPr>
            <p:sp>
              <p:nvSpPr>
                <p:cNvPr id="5608" name="Google Shape;5608;p74"/>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4"/>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0" name="Google Shape;5610;p74"/>
              <p:cNvGrpSpPr/>
              <p:nvPr/>
            </p:nvGrpSpPr>
            <p:grpSpPr>
              <a:xfrm>
                <a:off x="5534101" y="3470174"/>
                <a:ext cx="31397" cy="26906"/>
                <a:chOff x="5534101" y="3470174"/>
                <a:chExt cx="31397" cy="26906"/>
              </a:xfrm>
            </p:grpSpPr>
            <p:sp>
              <p:nvSpPr>
                <p:cNvPr id="5611" name="Google Shape;5611;p74"/>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4"/>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74"/>
              <p:cNvGrpSpPr/>
              <p:nvPr/>
            </p:nvGrpSpPr>
            <p:grpSpPr>
              <a:xfrm>
                <a:off x="5610879" y="3314486"/>
                <a:ext cx="31499" cy="26938"/>
                <a:chOff x="5610879" y="3314486"/>
                <a:chExt cx="31499" cy="26938"/>
              </a:xfrm>
            </p:grpSpPr>
            <p:sp>
              <p:nvSpPr>
                <p:cNvPr id="5614" name="Google Shape;5614;p74"/>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4"/>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6" name="Google Shape;5616;p74"/>
              <p:cNvGrpSpPr/>
              <p:nvPr/>
            </p:nvGrpSpPr>
            <p:grpSpPr>
              <a:xfrm>
                <a:off x="4834525" y="3501382"/>
                <a:ext cx="31499" cy="26898"/>
                <a:chOff x="4834525" y="3501382"/>
                <a:chExt cx="31499" cy="26898"/>
              </a:xfrm>
            </p:grpSpPr>
            <p:sp>
              <p:nvSpPr>
                <p:cNvPr id="5617" name="Google Shape;5617;p74"/>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4"/>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74"/>
              <p:cNvGrpSpPr/>
              <p:nvPr/>
            </p:nvGrpSpPr>
            <p:grpSpPr>
              <a:xfrm>
                <a:off x="4898460" y="3580158"/>
                <a:ext cx="31405" cy="26898"/>
                <a:chOff x="4898460" y="3580158"/>
                <a:chExt cx="31405" cy="26898"/>
              </a:xfrm>
            </p:grpSpPr>
            <p:sp>
              <p:nvSpPr>
                <p:cNvPr id="5620" name="Google Shape;5620;p74"/>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4"/>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2" name="Google Shape;5622;p74"/>
              <p:cNvGrpSpPr/>
              <p:nvPr/>
            </p:nvGrpSpPr>
            <p:grpSpPr>
              <a:xfrm>
                <a:off x="4882667" y="3608032"/>
                <a:ext cx="31499" cy="27001"/>
                <a:chOff x="4882667" y="3608032"/>
                <a:chExt cx="31499" cy="27001"/>
              </a:xfrm>
            </p:grpSpPr>
            <p:sp>
              <p:nvSpPr>
                <p:cNvPr id="5623" name="Google Shape;5623;p74"/>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4"/>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5" name="Google Shape;5625;p74"/>
              <p:cNvGrpSpPr/>
              <p:nvPr/>
            </p:nvGrpSpPr>
            <p:grpSpPr>
              <a:xfrm>
                <a:off x="4843373" y="3631407"/>
                <a:ext cx="16273" cy="16186"/>
                <a:chOff x="4843373" y="3631407"/>
                <a:chExt cx="16273" cy="16186"/>
              </a:xfrm>
            </p:grpSpPr>
            <p:sp>
              <p:nvSpPr>
                <p:cNvPr id="5626" name="Google Shape;5626;p74"/>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4"/>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8" name="Google Shape;5628;p74"/>
              <p:cNvGrpSpPr/>
              <p:nvPr/>
            </p:nvGrpSpPr>
            <p:grpSpPr>
              <a:xfrm>
                <a:off x="4727773" y="3591578"/>
                <a:ext cx="31499" cy="26898"/>
                <a:chOff x="4727773" y="3591578"/>
                <a:chExt cx="31499" cy="26898"/>
              </a:xfrm>
            </p:grpSpPr>
            <p:sp>
              <p:nvSpPr>
                <p:cNvPr id="5629" name="Google Shape;5629;p74"/>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4"/>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1" name="Google Shape;5631;p74"/>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4"/>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3" name="Google Shape;5633;p74"/>
              <p:cNvGrpSpPr/>
              <p:nvPr/>
            </p:nvGrpSpPr>
            <p:grpSpPr>
              <a:xfrm>
                <a:off x="4609421" y="3577398"/>
                <a:ext cx="31499" cy="27001"/>
                <a:chOff x="4609421" y="3577398"/>
                <a:chExt cx="31499" cy="27001"/>
              </a:xfrm>
            </p:grpSpPr>
            <p:sp>
              <p:nvSpPr>
                <p:cNvPr id="5634" name="Google Shape;5634;p74"/>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4"/>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6" name="Google Shape;5636;p74"/>
              <p:cNvGrpSpPr/>
              <p:nvPr/>
            </p:nvGrpSpPr>
            <p:grpSpPr>
              <a:xfrm>
                <a:off x="4649289" y="3577398"/>
                <a:ext cx="31499" cy="27001"/>
                <a:chOff x="4649289" y="3577398"/>
                <a:chExt cx="31499" cy="27001"/>
              </a:xfrm>
            </p:grpSpPr>
            <p:sp>
              <p:nvSpPr>
                <p:cNvPr id="5637" name="Google Shape;5637;p74"/>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4"/>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74"/>
              <p:cNvGrpSpPr/>
              <p:nvPr/>
            </p:nvGrpSpPr>
            <p:grpSpPr>
              <a:xfrm>
                <a:off x="4605614" y="3639523"/>
                <a:ext cx="31499" cy="26906"/>
                <a:chOff x="4605614" y="3639523"/>
                <a:chExt cx="31499" cy="26906"/>
              </a:xfrm>
            </p:grpSpPr>
            <p:sp>
              <p:nvSpPr>
                <p:cNvPr id="5640" name="Google Shape;5640;p74"/>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4"/>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74"/>
              <p:cNvGrpSpPr/>
              <p:nvPr/>
            </p:nvGrpSpPr>
            <p:grpSpPr>
              <a:xfrm>
                <a:off x="4785149" y="3618846"/>
                <a:ext cx="26930" cy="26843"/>
                <a:chOff x="4785149" y="3618846"/>
                <a:chExt cx="26930" cy="26843"/>
              </a:xfrm>
            </p:grpSpPr>
            <p:sp>
              <p:nvSpPr>
                <p:cNvPr id="5643" name="Google Shape;5643;p74"/>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4"/>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74"/>
              <p:cNvGrpSpPr/>
              <p:nvPr/>
            </p:nvGrpSpPr>
            <p:grpSpPr>
              <a:xfrm>
                <a:off x="4810167" y="3601567"/>
                <a:ext cx="31405" cy="26898"/>
                <a:chOff x="4810167" y="3601567"/>
                <a:chExt cx="31405" cy="26898"/>
              </a:xfrm>
            </p:grpSpPr>
            <p:sp>
              <p:nvSpPr>
                <p:cNvPr id="5646" name="Google Shape;5646;p74"/>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4"/>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74"/>
              <p:cNvGrpSpPr/>
              <p:nvPr/>
            </p:nvGrpSpPr>
            <p:grpSpPr>
              <a:xfrm>
                <a:off x="4831002" y="3373230"/>
                <a:ext cx="31405" cy="26898"/>
                <a:chOff x="4831002" y="3373230"/>
                <a:chExt cx="31405" cy="26898"/>
              </a:xfrm>
            </p:grpSpPr>
            <p:sp>
              <p:nvSpPr>
                <p:cNvPr id="5649" name="Google Shape;5649;p74"/>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4"/>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74"/>
              <p:cNvGrpSpPr/>
              <p:nvPr/>
            </p:nvGrpSpPr>
            <p:grpSpPr>
              <a:xfrm>
                <a:off x="4719311" y="3355054"/>
                <a:ext cx="31499" cy="27001"/>
                <a:chOff x="4719311" y="3355054"/>
                <a:chExt cx="31499" cy="27001"/>
              </a:xfrm>
            </p:grpSpPr>
            <p:sp>
              <p:nvSpPr>
                <p:cNvPr id="5652" name="Google Shape;5652;p74"/>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4"/>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4" name="Google Shape;5654;p74"/>
              <p:cNvGrpSpPr/>
              <p:nvPr/>
            </p:nvGrpSpPr>
            <p:grpSpPr>
              <a:xfrm>
                <a:off x="4798755" y="3450260"/>
                <a:ext cx="26930" cy="26930"/>
                <a:chOff x="4798755" y="3450260"/>
                <a:chExt cx="26930" cy="26930"/>
              </a:xfrm>
            </p:grpSpPr>
            <p:sp>
              <p:nvSpPr>
                <p:cNvPr id="5655" name="Google Shape;5655;p74"/>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4"/>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7" name="Google Shape;5657;p74"/>
              <p:cNvGrpSpPr/>
              <p:nvPr/>
            </p:nvGrpSpPr>
            <p:grpSpPr>
              <a:xfrm>
                <a:off x="4645576" y="3467555"/>
                <a:ext cx="31405" cy="26953"/>
                <a:chOff x="4645576" y="3467555"/>
                <a:chExt cx="31405" cy="26953"/>
              </a:xfrm>
            </p:grpSpPr>
            <p:sp>
              <p:nvSpPr>
                <p:cNvPr id="5658" name="Google Shape;5658;p74"/>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4"/>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0" name="Google Shape;5660;p74"/>
              <p:cNvGrpSpPr/>
              <p:nvPr/>
            </p:nvGrpSpPr>
            <p:grpSpPr>
              <a:xfrm>
                <a:off x="4687631" y="3583965"/>
                <a:ext cx="31499" cy="26898"/>
                <a:chOff x="4687631" y="3583965"/>
                <a:chExt cx="31499" cy="26898"/>
              </a:xfrm>
            </p:grpSpPr>
            <p:sp>
              <p:nvSpPr>
                <p:cNvPr id="5661" name="Google Shape;5661;p74"/>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4"/>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3" name="Google Shape;5663;p74"/>
              <p:cNvGrpSpPr/>
              <p:nvPr/>
            </p:nvGrpSpPr>
            <p:grpSpPr>
              <a:xfrm>
                <a:off x="4719311" y="3471314"/>
                <a:ext cx="31499" cy="27001"/>
                <a:chOff x="4719311" y="3471314"/>
                <a:chExt cx="31499" cy="27001"/>
              </a:xfrm>
            </p:grpSpPr>
            <p:sp>
              <p:nvSpPr>
                <p:cNvPr id="5664" name="Google Shape;5664;p74"/>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4"/>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6" name="Google Shape;5666;p74"/>
              <p:cNvGrpSpPr/>
              <p:nvPr/>
            </p:nvGrpSpPr>
            <p:grpSpPr>
              <a:xfrm>
                <a:off x="4719311" y="3434404"/>
                <a:ext cx="31499" cy="26898"/>
                <a:chOff x="4719311" y="3434404"/>
                <a:chExt cx="31499" cy="26898"/>
              </a:xfrm>
            </p:grpSpPr>
            <p:sp>
              <p:nvSpPr>
                <p:cNvPr id="5667" name="Google Shape;5667;p74"/>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4"/>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9" name="Google Shape;5669;p74"/>
              <p:cNvGrpSpPr/>
              <p:nvPr/>
            </p:nvGrpSpPr>
            <p:grpSpPr>
              <a:xfrm>
                <a:off x="4768876" y="3401772"/>
                <a:ext cx="31499" cy="26898"/>
                <a:chOff x="4768876" y="3401772"/>
                <a:chExt cx="31499" cy="26898"/>
              </a:xfrm>
            </p:grpSpPr>
            <p:sp>
              <p:nvSpPr>
                <p:cNvPr id="5670" name="Google Shape;5670;p74"/>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4"/>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2" name="Google Shape;5672;p74"/>
              <p:cNvGrpSpPr/>
              <p:nvPr/>
            </p:nvGrpSpPr>
            <p:grpSpPr>
              <a:xfrm>
                <a:off x="4762214" y="3471377"/>
                <a:ext cx="26938" cy="26938"/>
                <a:chOff x="4762214" y="3471377"/>
                <a:chExt cx="26938" cy="26938"/>
              </a:xfrm>
            </p:grpSpPr>
            <p:sp>
              <p:nvSpPr>
                <p:cNvPr id="5673" name="Google Shape;5673;p74"/>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4"/>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74"/>
              <p:cNvGrpSpPr/>
              <p:nvPr/>
            </p:nvGrpSpPr>
            <p:grpSpPr>
              <a:xfrm>
                <a:off x="4790473" y="3344782"/>
                <a:ext cx="31405" cy="26898"/>
                <a:chOff x="4790473" y="3344782"/>
                <a:chExt cx="31405" cy="26898"/>
              </a:xfrm>
            </p:grpSpPr>
            <p:sp>
              <p:nvSpPr>
                <p:cNvPr id="5676" name="Google Shape;5676;p74"/>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4"/>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8" name="Google Shape;5678;p74"/>
              <p:cNvGrpSpPr/>
              <p:nvPr/>
            </p:nvGrpSpPr>
            <p:grpSpPr>
              <a:xfrm>
                <a:off x="4823774" y="3950733"/>
                <a:ext cx="37398" cy="32034"/>
                <a:chOff x="4823774" y="3950733"/>
                <a:chExt cx="37398" cy="32034"/>
              </a:xfrm>
            </p:grpSpPr>
            <p:sp>
              <p:nvSpPr>
                <p:cNvPr id="5679" name="Google Shape;5679;p74"/>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4"/>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1" name="Google Shape;5681;p74"/>
              <p:cNvGrpSpPr/>
              <p:nvPr/>
            </p:nvGrpSpPr>
            <p:grpSpPr>
              <a:xfrm>
                <a:off x="4823396" y="4110566"/>
                <a:ext cx="31405" cy="26906"/>
                <a:chOff x="4823396" y="4110566"/>
                <a:chExt cx="31405" cy="26906"/>
              </a:xfrm>
            </p:grpSpPr>
            <p:sp>
              <p:nvSpPr>
                <p:cNvPr id="5682" name="Google Shape;5682;p74"/>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4"/>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4" name="Google Shape;5684;p74"/>
              <p:cNvGrpSpPr/>
              <p:nvPr/>
            </p:nvGrpSpPr>
            <p:grpSpPr>
              <a:xfrm>
                <a:off x="4838332" y="3821150"/>
                <a:ext cx="31499" cy="26898"/>
                <a:chOff x="4838332" y="3821150"/>
                <a:chExt cx="31499" cy="26898"/>
              </a:xfrm>
            </p:grpSpPr>
            <p:sp>
              <p:nvSpPr>
                <p:cNvPr id="5685" name="Google Shape;5685;p74"/>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4"/>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74"/>
              <p:cNvGrpSpPr/>
              <p:nvPr/>
            </p:nvGrpSpPr>
            <p:grpSpPr>
              <a:xfrm>
                <a:off x="4661275" y="3815007"/>
                <a:ext cx="36824" cy="31523"/>
                <a:chOff x="4661275" y="3815007"/>
                <a:chExt cx="36824" cy="31523"/>
              </a:xfrm>
            </p:grpSpPr>
            <p:sp>
              <p:nvSpPr>
                <p:cNvPr id="5688" name="Google Shape;5688;p74"/>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4"/>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0" name="Google Shape;5690;p74"/>
              <p:cNvGrpSpPr/>
              <p:nvPr/>
            </p:nvGrpSpPr>
            <p:grpSpPr>
              <a:xfrm>
                <a:off x="4558998" y="3851037"/>
                <a:ext cx="33591" cy="28699"/>
                <a:chOff x="4558998" y="3851037"/>
                <a:chExt cx="33591" cy="28699"/>
              </a:xfrm>
            </p:grpSpPr>
            <p:sp>
              <p:nvSpPr>
                <p:cNvPr id="5691" name="Google Shape;5691;p74"/>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4"/>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74"/>
              <p:cNvGrpSpPr/>
              <p:nvPr/>
            </p:nvGrpSpPr>
            <p:grpSpPr>
              <a:xfrm>
                <a:off x="4696762" y="3638587"/>
                <a:ext cx="33591" cy="28794"/>
                <a:chOff x="4696762" y="3638587"/>
                <a:chExt cx="33591" cy="28794"/>
              </a:xfrm>
            </p:grpSpPr>
            <p:sp>
              <p:nvSpPr>
                <p:cNvPr id="5694" name="Google Shape;5694;p74"/>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4"/>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74"/>
              <p:cNvGrpSpPr/>
              <p:nvPr/>
            </p:nvGrpSpPr>
            <p:grpSpPr>
              <a:xfrm>
                <a:off x="4929479" y="3939140"/>
                <a:ext cx="33497" cy="28692"/>
                <a:chOff x="4929479" y="3939140"/>
                <a:chExt cx="33497" cy="28692"/>
              </a:xfrm>
            </p:grpSpPr>
            <p:sp>
              <p:nvSpPr>
                <p:cNvPr id="5697" name="Google Shape;5697;p74"/>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4"/>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9" name="Google Shape;5699;p74"/>
              <p:cNvGrpSpPr/>
              <p:nvPr/>
            </p:nvGrpSpPr>
            <p:grpSpPr>
              <a:xfrm>
                <a:off x="4907119" y="3986039"/>
                <a:ext cx="33497" cy="28699"/>
                <a:chOff x="4907119" y="3986039"/>
                <a:chExt cx="33497" cy="28699"/>
              </a:xfrm>
            </p:grpSpPr>
            <p:sp>
              <p:nvSpPr>
                <p:cNvPr id="5700" name="Google Shape;5700;p74"/>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4"/>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74"/>
              <p:cNvGrpSpPr/>
              <p:nvPr/>
            </p:nvGrpSpPr>
            <p:grpSpPr>
              <a:xfrm>
                <a:off x="4911783" y="4048102"/>
                <a:ext cx="33591" cy="28762"/>
                <a:chOff x="4911783" y="4048102"/>
                <a:chExt cx="33591" cy="28762"/>
              </a:xfrm>
            </p:grpSpPr>
            <p:sp>
              <p:nvSpPr>
                <p:cNvPr id="5703" name="Google Shape;5703;p74"/>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4"/>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5" name="Google Shape;5705;p74"/>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4"/>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7" name="Google Shape;5707;p74"/>
              <p:cNvGrpSpPr/>
              <p:nvPr/>
            </p:nvGrpSpPr>
            <p:grpSpPr>
              <a:xfrm>
                <a:off x="4762623" y="3837847"/>
                <a:ext cx="42416" cy="36273"/>
                <a:chOff x="4762623" y="3837847"/>
                <a:chExt cx="42416" cy="36273"/>
              </a:xfrm>
            </p:grpSpPr>
            <p:sp>
              <p:nvSpPr>
                <p:cNvPr id="5708" name="Google Shape;5708;p74"/>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4"/>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0" name="Google Shape;5710;p74"/>
              <p:cNvGrpSpPr/>
              <p:nvPr/>
            </p:nvGrpSpPr>
            <p:grpSpPr>
              <a:xfrm>
                <a:off x="4746044" y="4104966"/>
                <a:ext cx="33497" cy="28699"/>
                <a:chOff x="4746044" y="4104966"/>
                <a:chExt cx="33497" cy="28699"/>
              </a:xfrm>
            </p:grpSpPr>
            <p:sp>
              <p:nvSpPr>
                <p:cNvPr id="5711" name="Google Shape;5711;p74"/>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4"/>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3" name="Google Shape;5713;p74"/>
              <p:cNvGrpSpPr/>
              <p:nvPr/>
            </p:nvGrpSpPr>
            <p:grpSpPr>
              <a:xfrm>
                <a:off x="4859646" y="4162554"/>
                <a:ext cx="33591" cy="28762"/>
                <a:chOff x="4859646" y="4162554"/>
                <a:chExt cx="33591" cy="28762"/>
              </a:xfrm>
            </p:grpSpPr>
            <p:sp>
              <p:nvSpPr>
                <p:cNvPr id="5714" name="Google Shape;5714;p74"/>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4"/>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16" name="Google Shape;5716;p74"/>
            <p:cNvGrpSpPr/>
            <p:nvPr/>
          </p:nvGrpSpPr>
          <p:grpSpPr>
            <a:xfrm>
              <a:off x="3597785" y="3274438"/>
              <a:ext cx="855610" cy="1122100"/>
              <a:chOff x="3597785" y="3274438"/>
              <a:chExt cx="855610" cy="1122100"/>
            </a:xfrm>
          </p:grpSpPr>
          <p:grpSp>
            <p:nvGrpSpPr>
              <p:cNvPr id="5717" name="Google Shape;5717;p74"/>
              <p:cNvGrpSpPr/>
              <p:nvPr/>
            </p:nvGrpSpPr>
            <p:grpSpPr>
              <a:xfrm>
                <a:off x="3617857" y="3284717"/>
                <a:ext cx="826785" cy="1099165"/>
                <a:chOff x="3617857" y="3284717"/>
                <a:chExt cx="826785" cy="1099165"/>
              </a:xfrm>
            </p:grpSpPr>
            <p:sp>
              <p:nvSpPr>
                <p:cNvPr id="5718" name="Google Shape;5718;p74"/>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4"/>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4"/>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4"/>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4"/>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4"/>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4"/>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4"/>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4"/>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4"/>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4"/>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4"/>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4"/>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4"/>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4"/>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4"/>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4"/>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4"/>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4"/>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4"/>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4"/>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4"/>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4"/>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4"/>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4"/>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4"/>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4"/>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4"/>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4"/>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4"/>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4"/>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4"/>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4"/>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4"/>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4"/>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4"/>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4"/>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4"/>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4"/>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4"/>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4"/>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4"/>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4"/>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4"/>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4"/>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4"/>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4"/>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4"/>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4"/>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4"/>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4"/>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4"/>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4"/>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4"/>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4"/>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4"/>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4" name="Google Shape;5774;p74"/>
              <p:cNvGrpSpPr/>
              <p:nvPr/>
            </p:nvGrpSpPr>
            <p:grpSpPr>
              <a:xfrm>
                <a:off x="4180904" y="4251758"/>
                <a:ext cx="37783" cy="32420"/>
                <a:chOff x="4180904" y="4251758"/>
                <a:chExt cx="37783" cy="32420"/>
              </a:xfrm>
            </p:grpSpPr>
            <p:sp>
              <p:nvSpPr>
                <p:cNvPr id="5775" name="Google Shape;5775;p74"/>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4"/>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7" name="Google Shape;5777;p74"/>
              <p:cNvGrpSpPr/>
              <p:nvPr/>
            </p:nvGrpSpPr>
            <p:grpSpPr>
              <a:xfrm>
                <a:off x="4201644" y="4081324"/>
                <a:ext cx="37783" cy="32364"/>
                <a:chOff x="4201644" y="4081324"/>
                <a:chExt cx="37783" cy="32364"/>
              </a:xfrm>
            </p:grpSpPr>
            <p:sp>
              <p:nvSpPr>
                <p:cNvPr id="5778" name="Google Shape;5778;p74"/>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4"/>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0" name="Google Shape;5780;p74"/>
              <p:cNvGrpSpPr/>
              <p:nvPr/>
            </p:nvGrpSpPr>
            <p:grpSpPr>
              <a:xfrm>
                <a:off x="4284416" y="3887428"/>
                <a:ext cx="37783" cy="32451"/>
                <a:chOff x="4284416" y="3887428"/>
                <a:chExt cx="37783" cy="32451"/>
              </a:xfrm>
            </p:grpSpPr>
            <p:sp>
              <p:nvSpPr>
                <p:cNvPr id="5781" name="Google Shape;5781;p74"/>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4"/>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3" name="Google Shape;5783;p74"/>
              <p:cNvGrpSpPr/>
              <p:nvPr/>
            </p:nvGrpSpPr>
            <p:grpSpPr>
              <a:xfrm>
                <a:off x="4223721" y="3860404"/>
                <a:ext cx="37870" cy="32364"/>
                <a:chOff x="4223721" y="3860404"/>
                <a:chExt cx="37870" cy="32364"/>
              </a:xfrm>
            </p:grpSpPr>
            <p:sp>
              <p:nvSpPr>
                <p:cNvPr id="5784" name="Google Shape;5784;p74"/>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4"/>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6" name="Google Shape;5786;p74"/>
              <p:cNvGrpSpPr/>
              <p:nvPr/>
            </p:nvGrpSpPr>
            <p:grpSpPr>
              <a:xfrm>
                <a:off x="4104889" y="3699242"/>
                <a:ext cx="37776" cy="32357"/>
                <a:chOff x="4104889" y="3699242"/>
                <a:chExt cx="37776" cy="32357"/>
              </a:xfrm>
            </p:grpSpPr>
            <p:sp>
              <p:nvSpPr>
                <p:cNvPr id="5787" name="Google Shape;5787;p74"/>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4"/>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9" name="Google Shape;5789;p74"/>
              <p:cNvGrpSpPr/>
              <p:nvPr/>
            </p:nvGrpSpPr>
            <p:grpSpPr>
              <a:xfrm>
                <a:off x="4143608" y="3475121"/>
                <a:ext cx="37878" cy="32420"/>
                <a:chOff x="4143608" y="3475121"/>
                <a:chExt cx="37878" cy="32420"/>
              </a:xfrm>
            </p:grpSpPr>
            <p:sp>
              <p:nvSpPr>
                <p:cNvPr id="5790" name="Google Shape;5790;p74"/>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4"/>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2" name="Google Shape;5792;p74"/>
              <p:cNvGrpSpPr/>
              <p:nvPr/>
            </p:nvGrpSpPr>
            <p:grpSpPr>
              <a:xfrm>
                <a:off x="4217248" y="3570893"/>
                <a:ext cx="37776" cy="32364"/>
                <a:chOff x="4217248" y="3570893"/>
                <a:chExt cx="37776" cy="32364"/>
              </a:xfrm>
            </p:grpSpPr>
            <p:sp>
              <p:nvSpPr>
                <p:cNvPr id="5793" name="Google Shape;5793;p74"/>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4"/>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5" name="Google Shape;5795;p74"/>
              <p:cNvGrpSpPr/>
              <p:nvPr/>
            </p:nvGrpSpPr>
            <p:grpSpPr>
              <a:xfrm>
                <a:off x="4255307" y="3431612"/>
                <a:ext cx="37776" cy="32451"/>
                <a:chOff x="4255307" y="3431612"/>
                <a:chExt cx="37776" cy="32451"/>
              </a:xfrm>
            </p:grpSpPr>
            <p:sp>
              <p:nvSpPr>
                <p:cNvPr id="5796" name="Google Shape;5796;p74"/>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4"/>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8" name="Google Shape;5798;p74"/>
              <p:cNvGrpSpPr/>
              <p:nvPr/>
            </p:nvGrpSpPr>
            <p:grpSpPr>
              <a:xfrm>
                <a:off x="3853052" y="3577398"/>
                <a:ext cx="37776" cy="32420"/>
                <a:chOff x="3853052" y="3577398"/>
                <a:chExt cx="37776" cy="32420"/>
              </a:xfrm>
            </p:grpSpPr>
            <p:sp>
              <p:nvSpPr>
                <p:cNvPr id="5799" name="Google Shape;5799;p74"/>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4"/>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74"/>
              <p:cNvGrpSpPr/>
              <p:nvPr/>
            </p:nvGrpSpPr>
            <p:grpSpPr>
              <a:xfrm>
                <a:off x="4039908" y="3412107"/>
                <a:ext cx="37776" cy="32357"/>
                <a:chOff x="4039908" y="3412107"/>
                <a:chExt cx="37776" cy="32357"/>
              </a:xfrm>
            </p:grpSpPr>
            <p:sp>
              <p:nvSpPr>
                <p:cNvPr id="5802" name="Google Shape;5802;p74"/>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4"/>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4" name="Google Shape;5804;p74"/>
              <p:cNvGrpSpPr/>
              <p:nvPr/>
            </p:nvGrpSpPr>
            <p:grpSpPr>
              <a:xfrm>
                <a:off x="4017360" y="3342061"/>
                <a:ext cx="37870" cy="32380"/>
                <a:chOff x="4017360" y="3342061"/>
                <a:chExt cx="37870" cy="32380"/>
              </a:xfrm>
            </p:grpSpPr>
            <p:sp>
              <p:nvSpPr>
                <p:cNvPr id="5805" name="Google Shape;5805;p74"/>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4"/>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7" name="Google Shape;5807;p74"/>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4"/>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9" name="Google Shape;5809;p74"/>
              <p:cNvGrpSpPr/>
              <p:nvPr/>
            </p:nvGrpSpPr>
            <p:grpSpPr>
              <a:xfrm>
                <a:off x="3750870" y="3418650"/>
                <a:ext cx="37776" cy="32380"/>
                <a:chOff x="3750870" y="3418650"/>
                <a:chExt cx="37776" cy="32380"/>
              </a:xfrm>
            </p:grpSpPr>
            <p:sp>
              <p:nvSpPr>
                <p:cNvPr id="5810" name="Google Shape;5810;p74"/>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4"/>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2" name="Google Shape;5812;p74"/>
              <p:cNvGrpSpPr/>
              <p:nvPr/>
            </p:nvGrpSpPr>
            <p:grpSpPr>
              <a:xfrm>
                <a:off x="3632509" y="3274438"/>
                <a:ext cx="37783" cy="32357"/>
                <a:chOff x="3632509" y="3274438"/>
                <a:chExt cx="37783" cy="32357"/>
              </a:xfrm>
            </p:grpSpPr>
            <p:sp>
              <p:nvSpPr>
                <p:cNvPr id="5813" name="Google Shape;5813;p74"/>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4"/>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5" name="Google Shape;5815;p74"/>
              <p:cNvGrpSpPr/>
              <p:nvPr/>
            </p:nvGrpSpPr>
            <p:grpSpPr>
              <a:xfrm>
                <a:off x="3906424" y="3297561"/>
                <a:ext cx="37776" cy="32451"/>
                <a:chOff x="3906424" y="3297561"/>
                <a:chExt cx="37776" cy="32451"/>
              </a:xfrm>
            </p:grpSpPr>
            <p:sp>
              <p:nvSpPr>
                <p:cNvPr id="5816" name="Google Shape;5816;p74"/>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4"/>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8" name="Google Shape;5818;p74"/>
              <p:cNvGrpSpPr/>
              <p:nvPr/>
            </p:nvGrpSpPr>
            <p:grpSpPr>
              <a:xfrm>
                <a:off x="3866084" y="3412107"/>
                <a:ext cx="37776" cy="32357"/>
                <a:chOff x="3866084" y="3412107"/>
                <a:chExt cx="37776" cy="32357"/>
              </a:xfrm>
            </p:grpSpPr>
            <p:sp>
              <p:nvSpPr>
                <p:cNvPr id="5819" name="Google Shape;5819;p74"/>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4"/>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1" name="Google Shape;5821;p74"/>
              <p:cNvGrpSpPr/>
              <p:nvPr/>
            </p:nvGrpSpPr>
            <p:grpSpPr>
              <a:xfrm>
                <a:off x="4023919" y="3766409"/>
                <a:ext cx="37783" cy="32357"/>
                <a:chOff x="4023919" y="3766409"/>
                <a:chExt cx="37783" cy="32357"/>
              </a:xfrm>
            </p:grpSpPr>
            <p:sp>
              <p:nvSpPr>
                <p:cNvPr id="5822" name="Google Shape;5822;p74"/>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4"/>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4" name="Google Shape;5824;p74"/>
              <p:cNvGrpSpPr/>
              <p:nvPr/>
            </p:nvGrpSpPr>
            <p:grpSpPr>
              <a:xfrm>
                <a:off x="3973882" y="3779449"/>
                <a:ext cx="37776" cy="32357"/>
                <a:chOff x="3973882" y="3779449"/>
                <a:chExt cx="37776" cy="32357"/>
              </a:xfrm>
            </p:grpSpPr>
            <p:sp>
              <p:nvSpPr>
                <p:cNvPr id="5825" name="Google Shape;5825;p74"/>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4"/>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7" name="Google Shape;5827;p74"/>
              <p:cNvGrpSpPr/>
              <p:nvPr/>
            </p:nvGrpSpPr>
            <p:grpSpPr>
              <a:xfrm>
                <a:off x="4073398" y="3838028"/>
                <a:ext cx="37776" cy="32380"/>
                <a:chOff x="4073398" y="3838028"/>
                <a:chExt cx="37776" cy="32380"/>
              </a:xfrm>
            </p:grpSpPr>
            <p:sp>
              <p:nvSpPr>
                <p:cNvPr id="5828" name="Google Shape;5828;p74"/>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4"/>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74"/>
              <p:cNvGrpSpPr/>
              <p:nvPr/>
            </p:nvGrpSpPr>
            <p:grpSpPr>
              <a:xfrm>
                <a:off x="4342672" y="4144496"/>
                <a:ext cx="37752" cy="32364"/>
                <a:chOff x="4342672" y="4144496"/>
                <a:chExt cx="37752" cy="32364"/>
              </a:xfrm>
            </p:grpSpPr>
            <p:sp>
              <p:nvSpPr>
                <p:cNvPr id="5831" name="Google Shape;5831;p74"/>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4"/>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74"/>
              <p:cNvGrpSpPr/>
              <p:nvPr/>
            </p:nvGrpSpPr>
            <p:grpSpPr>
              <a:xfrm>
                <a:off x="4406386" y="4056872"/>
                <a:ext cx="37783" cy="32364"/>
                <a:chOff x="4406386" y="4056872"/>
                <a:chExt cx="37783" cy="32364"/>
              </a:xfrm>
            </p:grpSpPr>
            <p:sp>
              <p:nvSpPr>
                <p:cNvPr id="5834" name="Google Shape;5834;p74"/>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4"/>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6" name="Google Shape;5836;p74"/>
              <p:cNvGrpSpPr/>
              <p:nvPr/>
            </p:nvGrpSpPr>
            <p:grpSpPr>
              <a:xfrm>
                <a:off x="4284416" y="4245254"/>
                <a:ext cx="37783" cy="32357"/>
                <a:chOff x="4284416" y="4245254"/>
                <a:chExt cx="37783" cy="32357"/>
              </a:xfrm>
            </p:grpSpPr>
            <p:sp>
              <p:nvSpPr>
                <p:cNvPr id="5837" name="Google Shape;5837;p74"/>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4"/>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9" name="Google Shape;5839;p74"/>
              <p:cNvGrpSpPr/>
              <p:nvPr/>
            </p:nvGrpSpPr>
            <p:grpSpPr>
              <a:xfrm>
                <a:off x="4219057" y="4331258"/>
                <a:ext cx="37776" cy="32364"/>
                <a:chOff x="4219057" y="4331258"/>
                <a:chExt cx="37776" cy="32364"/>
              </a:xfrm>
            </p:grpSpPr>
            <p:sp>
              <p:nvSpPr>
                <p:cNvPr id="5840" name="Google Shape;5840;p74"/>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4"/>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2" name="Google Shape;5842;p74"/>
              <p:cNvGrpSpPr/>
              <p:nvPr/>
            </p:nvGrpSpPr>
            <p:grpSpPr>
              <a:xfrm>
                <a:off x="4204122" y="4141688"/>
                <a:ext cx="33497" cy="28699"/>
                <a:chOff x="4204122" y="4141688"/>
                <a:chExt cx="33497" cy="28699"/>
              </a:xfrm>
            </p:grpSpPr>
            <p:sp>
              <p:nvSpPr>
                <p:cNvPr id="5843" name="Google Shape;5843;p74"/>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4"/>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5" name="Google Shape;5845;p74"/>
              <p:cNvGrpSpPr/>
              <p:nvPr/>
            </p:nvGrpSpPr>
            <p:grpSpPr>
              <a:xfrm>
                <a:off x="4301546" y="4003869"/>
                <a:ext cx="38916" cy="33324"/>
                <a:chOff x="4301546" y="4003869"/>
                <a:chExt cx="38916" cy="33324"/>
              </a:xfrm>
            </p:grpSpPr>
            <p:sp>
              <p:nvSpPr>
                <p:cNvPr id="5846" name="Google Shape;5846;p74"/>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4"/>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74"/>
              <p:cNvGrpSpPr/>
              <p:nvPr/>
            </p:nvGrpSpPr>
            <p:grpSpPr>
              <a:xfrm>
                <a:off x="4210681" y="3924669"/>
                <a:ext cx="36549" cy="31366"/>
                <a:chOff x="4210681" y="3924669"/>
                <a:chExt cx="36549" cy="31366"/>
              </a:xfrm>
            </p:grpSpPr>
            <p:sp>
              <p:nvSpPr>
                <p:cNvPr id="5849" name="Google Shape;5849;p74"/>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4"/>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1" name="Google Shape;5851;p74"/>
              <p:cNvGrpSpPr/>
              <p:nvPr/>
            </p:nvGrpSpPr>
            <p:grpSpPr>
              <a:xfrm>
                <a:off x="3987771" y="3628874"/>
                <a:ext cx="31499" cy="26993"/>
                <a:chOff x="3987771" y="3628874"/>
                <a:chExt cx="31499" cy="26993"/>
              </a:xfrm>
            </p:grpSpPr>
            <p:sp>
              <p:nvSpPr>
                <p:cNvPr id="5852" name="Google Shape;5852;p74"/>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4"/>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74"/>
              <p:cNvGrpSpPr/>
              <p:nvPr/>
            </p:nvGrpSpPr>
            <p:grpSpPr>
              <a:xfrm>
                <a:off x="4087382" y="3775674"/>
                <a:ext cx="31405" cy="26898"/>
                <a:chOff x="4087382" y="3775674"/>
                <a:chExt cx="31405" cy="26898"/>
              </a:xfrm>
            </p:grpSpPr>
            <p:sp>
              <p:nvSpPr>
                <p:cNvPr id="5855" name="Google Shape;5855;p74"/>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4"/>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7" name="Google Shape;5857;p74"/>
              <p:cNvGrpSpPr/>
              <p:nvPr/>
            </p:nvGrpSpPr>
            <p:grpSpPr>
              <a:xfrm>
                <a:off x="4118873" y="3856637"/>
                <a:ext cx="31405" cy="26906"/>
                <a:chOff x="4118873" y="3856637"/>
                <a:chExt cx="31405" cy="26906"/>
              </a:xfrm>
            </p:grpSpPr>
            <p:sp>
              <p:nvSpPr>
                <p:cNvPr id="5858" name="Google Shape;5858;p74"/>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4"/>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0" name="Google Shape;5860;p74"/>
              <p:cNvGrpSpPr/>
              <p:nvPr/>
            </p:nvGrpSpPr>
            <p:grpSpPr>
              <a:xfrm>
                <a:off x="4168541" y="3639523"/>
                <a:ext cx="31499" cy="26906"/>
                <a:chOff x="4168541" y="3639523"/>
                <a:chExt cx="31499" cy="26906"/>
              </a:xfrm>
            </p:grpSpPr>
            <p:sp>
              <p:nvSpPr>
                <p:cNvPr id="5861" name="Google Shape;5861;p74"/>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4"/>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3" name="Google Shape;5863;p74"/>
              <p:cNvGrpSpPr/>
              <p:nvPr/>
            </p:nvGrpSpPr>
            <p:grpSpPr>
              <a:xfrm>
                <a:off x="3965789" y="3393545"/>
                <a:ext cx="31405" cy="26945"/>
                <a:chOff x="3965789" y="3393545"/>
                <a:chExt cx="31405" cy="26945"/>
              </a:xfrm>
            </p:grpSpPr>
            <p:sp>
              <p:nvSpPr>
                <p:cNvPr id="5864" name="Google Shape;5864;p74"/>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4"/>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74"/>
              <p:cNvGrpSpPr/>
              <p:nvPr/>
            </p:nvGrpSpPr>
            <p:grpSpPr>
              <a:xfrm>
                <a:off x="3925166" y="3491008"/>
                <a:ext cx="31405" cy="27001"/>
                <a:chOff x="3925166" y="3491008"/>
                <a:chExt cx="31405" cy="27001"/>
              </a:xfrm>
            </p:grpSpPr>
            <p:sp>
              <p:nvSpPr>
                <p:cNvPr id="5867" name="Google Shape;5867;p74"/>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4"/>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9" name="Google Shape;5869;p74"/>
              <p:cNvGrpSpPr/>
              <p:nvPr/>
            </p:nvGrpSpPr>
            <p:grpSpPr>
              <a:xfrm>
                <a:off x="3682845" y="3340976"/>
                <a:ext cx="31397" cy="26898"/>
                <a:chOff x="3682845" y="3340976"/>
                <a:chExt cx="31397" cy="26898"/>
              </a:xfrm>
            </p:grpSpPr>
            <p:sp>
              <p:nvSpPr>
                <p:cNvPr id="5870" name="Google Shape;5870;p74"/>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4"/>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2" name="Google Shape;5872;p74"/>
              <p:cNvGrpSpPr/>
              <p:nvPr/>
            </p:nvGrpSpPr>
            <p:grpSpPr>
              <a:xfrm>
                <a:off x="3795393" y="3353725"/>
                <a:ext cx="31499" cy="26993"/>
                <a:chOff x="3795393" y="3353725"/>
                <a:chExt cx="31499" cy="26993"/>
              </a:xfrm>
            </p:grpSpPr>
            <p:sp>
              <p:nvSpPr>
                <p:cNvPr id="5873" name="Google Shape;5873;p74"/>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4"/>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5" name="Google Shape;5875;p74"/>
              <p:cNvGrpSpPr/>
              <p:nvPr/>
            </p:nvGrpSpPr>
            <p:grpSpPr>
              <a:xfrm>
                <a:off x="4176909" y="4363221"/>
                <a:ext cx="38924" cy="33316"/>
                <a:chOff x="4176909" y="4363221"/>
                <a:chExt cx="38924" cy="33316"/>
              </a:xfrm>
            </p:grpSpPr>
            <p:sp>
              <p:nvSpPr>
                <p:cNvPr id="5876" name="Google Shape;5876;p74"/>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4"/>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8" name="Google Shape;5878;p74"/>
              <p:cNvGrpSpPr/>
              <p:nvPr/>
            </p:nvGrpSpPr>
            <p:grpSpPr>
              <a:xfrm>
                <a:off x="4226191" y="4007660"/>
                <a:ext cx="33560" cy="28770"/>
                <a:chOff x="4226191" y="4007660"/>
                <a:chExt cx="33560" cy="28770"/>
              </a:xfrm>
            </p:grpSpPr>
            <p:sp>
              <p:nvSpPr>
                <p:cNvPr id="5879" name="Google Shape;5879;p74"/>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4"/>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74"/>
              <p:cNvGrpSpPr/>
              <p:nvPr/>
            </p:nvGrpSpPr>
            <p:grpSpPr>
              <a:xfrm>
                <a:off x="3597785" y="3377045"/>
                <a:ext cx="33591" cy="28699"/>
                <a:chOff x="3597785" y="3377045"/>
                <a:chExt cx="33591" cy="28699"/>
              </a:xfrm>
            </p:grpSpPr>
            <p:sp>
              <p:nvSpPr>
                <p:cNvPr id="5882" name="Google Shape;5882;p74"/>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4"/>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4" name="Google Shape;5884;p74"/>
              <p:cNvGrpSpPr/>
              <p:nvPr/>
            </p:nvGrpSpPr>
            <p:grpSpPr>
              <a:xfrm>
                <a:off x="3887870" y="3669796"/>
                <a:ext cx="33591" cy="28692"/>
                <a:chOff x="3887870" y="3669796"/>
                <a:chExt cx="33591" cy="28692"/>
              </a:xfrm>
            </p:grpSpPr>
            <p:sp>
              <p:nvSpPr>
                <p:cNvPr id="5885" name="Google Shape;5885;p74"/>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4"/>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7" name="Google Shape;5887;p74"/>
              <p:cNvGrpSpPr/>
              <p:nvPr/>
            </p:nvGrpSpPr>
            <p:grpSpPr>
              <a:xfrm>
                <a:off x="3818320" y="3481625"/>
                <a:ext cx="33497" cy="28770"/>
                <a:chOff x="3818320" y="3481625"/>
                <a:chExt cx="33497" cy="28770"/>
              </a:xfrm>
            </p:grpSpPr>
            <p:sp>
              <p:nvSpPr>
                <p:cNvPr id="5888" name="Google Shape;5888;p74"/>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4"/>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0" name="Google Shape;5890;p74"/>
              <p:cNvGrpSpPr/>
              <p:nvPr/>
            </p:nvGrpSpPr>
            <p:grpSpPr>
              <a:xfrm>
                <a:off x="4278139" y="4120948"/>
                <a:ext cx="37492" cy="32129"/>
                <a:chOff x="4278139" y="4120948"/>
                <a:chExt cx="37492" cy="32129"/>
              </a:xfrm>
            </p:grpSpPr>
            <p:sp>
              <p:nvSpPr>
                <p:cNvPr id="5891" name="Google Shape;5891;p74"/>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4"/>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74"/>
              <p:cNvGrpSpPr/>
              <p:nvPr/>
            </p:nvGrpSpPr>
            <p:grpSpPr>
              <a:xfrm>
                <a:off x="4419898" y="3977388"/>
                <a:ext cx="33497" cy="28692"/>
                <a:chOff x="4419898" y="3977388"/>
                <a:chExt cx="33497" cy="28692"/>
              </a:xfrm>
            </p:grpSpPr>
            <p:sp>
              <p:nvSpPr>
                <p:cNvPr id="5894" name="Google Shape;5894;p74"/>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4"/>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6" name="Google Shape;5896;p74"/>
              <p:cNvGrpSpPr/>
              <p:nvPr/>
            </p:nvGrpSpPr>
            <p:grpSpPr>
              <a:xfrm>
                <a:off x="4158930" y="4034684"/>
                <a:ext cx="33497" cy="28762"/>
                <a:chOff x="4158930" y="4034684"/>
                <a:chExt cx="33497" cy="28762"/>
              </a:xfrm>
            </p:grpSpPr>
            <p:sp>
              <p:nvSpPr>
                <p:cNvPr id="5897" name="Google Shape;5897;p74"/>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4"/>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74"/>
              <p:cNvGrpSpPr/>
              <p:nvPr/>
            </p:nvGrpSpPr>
            <p:grpSpPr>
              <a:xfrm>
                <a:off x="4134949" y="3957049"/>
                <a:ext cx="33497" cy="28770"/>
                <a:chOff x="4134949" y="3957049"/>
                <a:chExt cx="33497" cy="28770"/>
              </a:xfrm>
            </p:grpSpPr>
            <p:sp>
              <p:nvSpPr>
                <p:cNvPr id="5900" name="Google Shape;5900;p74"/>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4"/>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2" name="Google Shape;5902;p74"/>
              <p:cNvGrpSpPr/>
              <p:nvPr/>
            </p:nvGrpSpPr>
            <p:grpSpPr>
              <a:xfrm>
                <a:off x="4193653" y="4184403"/>
                <a:ext cx="43580" cy="37264"/>
                <a:chOff x="4193653" y="4184403"/>
                <a:chExt cx="43580" cy="37264"/>
              </a:xfrm>
            </p:grpSpPr>
            <p:sp>
              <p:nvSpPr>
                <p:cNvPr id="5903" name="Google Shape;5903;p74"/>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4"/>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5" name="Google Shape;5905;p74"/>
              <p:cNvGrpSpPr/>
              <p:nvPr/>
            </p:nvGrpSpPr>
            <p:grpSpPr>
              <a:xfrm>
                <a:off x="4343600" y="3943844"/>
                <a:ext cx="43580" cy="37312"/>
                <a:chOff x="4343600" y="3943844"/>
                <a:chExt cx="43580" cy="37312"/>
              </a:xfrm>
            </p:grpSpPr>
            <p:sp>
              <p:nvSpPr>
                <p:cNvPr id="5906" name="Google Shape;5906;p74"/>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4"/>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8" name="Google Shape;5908;p74"/>
              <p:cNvGrpSpPr/>
              <p:nvPr/>
            </p:nvGrpSpPr>
            <p:grpSpPr>
              <a:xfrm>
                <a:off x="4172339" y="3381693"/>
                <a:ext cx="31499" cy="27001"/>
                <a:chOff x="4172339" y="3381693"/>
                <a:chExt cx="31499" cy="27001"/>
              </a:xfrm>
            </p:grpSpPr>
            <p:sp>
              <p:nvSpPr>
                <p:cNvPr id="5909" name="Google Shape;5909;p74"/>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4"/>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4" name="Shape 5914"/>
        <p:cNvGrpSpPr/>
        <p:nvPr/>
      </p:nvGrpSpPr>
      <p:grpSpPr>
        <a:xfrm>
          <a:off x="0" y="0"/>
          <a:ext cx="0" cy="0"/>
          <a:chOff x="0" y="0"/>
          <a:chExt cx="0" cy="0"/>
        </a:xfrm>
      </p:grpSpPr>
      <p:grpSp>
        <p:nvGrpSpPr>
          <p:cNvPr id="5915" name="Google Shape;5915;p75"/>
          <p:cNvGrpSpPr/>
          <p:nvPr/>
        </p:nvGrpSpPr>
        <p:grpSpPr>
          <a:xfrm>
            <a:off x="729274" y="1175734"/>
            <a:ext cx="2507799" cy="206239"/>
            <a:chOff x="106648" y="895722"/>
            <a:chExt cx="4481413" cy="374300"/>
          </a:xfrm>
        </p:grpSpPr>
        <p:grpSp>
          <p:nvGrpSpPr>
            <p:cNvPr id="5916" name="Google Shape;5916;p75"/>
            <p:cNvGrpSpPr/>
            <p:nvPr/>
          </p:nvGrpSpPr>
          <p:grpSpPr>
            <a:xfrm>
              <a:off x="2233276" y="895722"/>
              <a:ext cx="1082667" cy="223591"/>
              <a:chOff x="4808316" y="2800065"/>
              <a:chExt cx="1999386" cy="412910"/>
            </a:xfrm>
          </p:grpSpPr>
          <p:sp>
            <p:nvSpPr>
              <p:cNvPr id="5917" name="Google Shape;5917;p75"/>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8" name="Google Shape;5918;p75"/>
              <p:cNvGrpSpPr/>
              <p:nvPr/>
            </p:nvGrpSpPr>
            <p:grpSpPr>
              <a:xfrm>
                <a:off x="4808316" y="2800065"/>
                <a:ext cx="92400" cy="411825"/>
                <a:chOff x="845575" y="2563700"/>
                <a:chExt cx="92400" cy="411825"/>
              </a:xfrm>
            </p:grpSpPr>
            <p:cxnSp>
              <p:nvCxnSpPr>
                <p:cNvPr id="5919" name="Google Shape;5919;p7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920" name="Google Shape;5920;p7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21" name="Google Shape;5921;p75"/>
            <p:cNvGrpSpPr/>
            <p:nvPr/>
          </p:nvGrpSpPr>
          <p:grpSpPr>
            <a:xfrm>
              <a:off x="106648" y="895722"/>
              <a:ext cx="1088401" cy="223591"/>
              <a:chOff x="881025" y="2800065"/>
              <a:chExt cx="2009975" cy="412910"/>
            </a:xfrm>
          </p:grpSpPr>
          <p:sp>
            <p:nvSpPr>
              <p:cNvPr id="5922" name="Google Shape;5922;p75"/>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3" name="Google Shape;5923;p75"/>
              <p:cNvGrpSpPr/>
              <p:nvPr/>
            </p:nvGrpSpPr>
            <p:grpSpPr>
              <a:xfrm>
                <a:off x="881025" y="2800065"/>
                <a:ext cx="92400" cy="411825"/>
                <a:chOff x="845575" y="2563700"/>
                <a:chExt cx="92400" cy="411825"/>
              </a:xfrm>
            </p:grpSpPr>
            <p:cxnSp>
              <p:nvCxnSpPr>
                <p:cNvPr id="5924" name="Google Shape;5924;p7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925" name="Google Shape;5925;p7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26" name="Google Shape;5926;p75"/>
            <p:cNvGrpSpPr/>
            <p:nvPr/>
          </p:nvGrpSpPr>
          <p:grpSpPr>
            <a:xfrm>
              <a:off x="1172346" y="1047018"/>
              <a:ext cx="1083151" cy="223003"/>
              <a:chOff x="2849073" y="3079467"/>
              <a:chExt cx="2000279" cy="411825"/>
            </a:xfrm>
          </p:grpSpPr>
          <p:sp>
            <p:nvSpPr>
              <p:cNvPr id="5927" name="Google Shape;5927;p75"/>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8" name="Google Shape;5928;p75"/>
              <p:cNvGrpSpPr/>
              <p:nvPr/>
            </p:nvGrpSpPr>
            <p:grpSpPr>
              <a:xfrm rot="10800000">
                <a:off x="2849073" y="3079467"/>
                <a:ext cx="92400" cy="411825"/>
                <a:chOff x="2070100" y="2563700"/>
                <a:chExt cx="92400" cy="411825"/>
              </a:xfrm>
            </p:grpSpPr>
            <p:cxnSp>
              <p:nvCxnSpPr>
                <p:cNvPr id="5929" name="Google Shape;5929;p7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930" name="Google Shape;5930;p7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31" name="Google Shape;5931;p75"/>
            <p:cNvGrpSpPr/>
            <p:nvPr/>
          </p:nvGrpSpPr>
          <p:grpSpPr>
            <a:xfrm>
              <a:off x="3290132" y="1047018"/>
              <a:ext cx="1297929" cy="223003"/>
              <a:chOff x="6760035" y="3079467"/>
              <a:chExt cx="2396914" cy="411825"/>
            </a:xfrm>
          </p:grpSpPr>
          <p:sp>
            <p:nvSpPr>
              <p:cNvPr id="5932" name="Google Shape;5932;p75"/>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3" name="Google Shape;5933;p75"/>
              <p:cNvGrpSpPr/>
              <p:nvPr/>
            </p:nvGrpSpPr>
            <p:grpSpPr>
              <a:xfrm rot="10800000">
                <a:off x="6760035" y="3079467"/>
                <a:ext cx="92400" cy="411825"/>
                <a:chOff x="2070100" y="2563700"/>
                <a:chExt cx="92400" cy="411825"/>
              </a:xfrm>
            </p:grpSpPr>
            <p:cxnSp>
              <p:nvCxnSpPr>
                <p:cNvPr id="5934" name="Google Shape;5934;p7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935" name="Google Shape;5935;p7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936" name="Google Shape;5936;p75"/>
          <p:cNvGrpSpPr/>
          <p:nvPr/>
        </p:nvGrpSpPr>
        <p:grpSpPr>
          <a:xfrm>
            <a:off x="2147036" y="3575105"/>
            <a:ext cx="1086701" cy="799429"/>
            <a:chOff x="2183288" y="3555572"/>
            <a:chExt cx="1136241" cy="835873"/>
          </a:xfrm>
        </p:grpSpPr>
        <p:sp>
          <p:nvSpPr>
            <p:cNvPr id="5937" name="Google Shape;5937;p75"/>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8" name="Google Shape;5938;p75"/>
            <p:cNvGrpSpPr/>
            <p:nvPr/>
          </p:nvGrpSpPr>
          <p:grpSpPr>
            <a:xfrm>
              <a:off x="2205895" y="3637269"/>
              <a:ext cx="1089848" cy="724993"/>
              <a:chOff x="2205895" y="3637269"/>
              <a:chExt cx="1089848" cy="724993"/>
            </a:xfrm>
          </p:grpSpPr>
          <p:sp>
            <p:nvSpPr>
              <p:cNvPr id="5939" name="Google Shape;5939;p75"/>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5"/>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5"/>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5"/>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5"/>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5"/>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5" name="Google Shape;5945;p75"/>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46" name="Google Shape;5946;p75"/>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947" name="Google Shape;5947;p75"/>
            <p:cNvGrpSpPr/>
            <p:nvPr/>
          </p:nvGrpSpPr>
          <p:grpSpPr>
            <a:xfrm>
              <a:off x="3173850" y="3779426"/>
              <a:ext cx="145679" cy="70048"/>
              <a:chOff x="3173850" y="3779426"/>
              <a:chExt cx="145679" cy="70048"/>
            </a:xfrm>
          </p:grpSpPr>
          <p:cxnSp>
            <p:nvCxnSpPr>
              <p:cNvPr id="5948" name="Google Shape;5948;p75"/>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949" name="Google Shape;5949;p75"/>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0" name="Google Shape;5950;p75"/>
            <p:cNvGrpSpPr/>
            <p:nvPr/>
          </p:nvGrpSpPr>
          <p:grpSpPr>
            <a:xfrm>
              <a:off x="2183288" y="4139483"/>
              <a:ext cx="145133" cy="70048"/>
              <a:chOff x="2183288" y="4139483"/>
              <a:chExt cx="145133" cy="70048"/>
            </a:xfrm>
          </p:grpSpPr>
          <p:cxnSp>
            <p:nvCxnSpPr>
              <p:cNvPr id="5951" name="Google Shape;5951;p75"/>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952" name="Google Shape;5952;p75"/>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3" name="Google Shape;5953;p75"/>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54" name="Google Shape;5954;p75"/>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955" name="Google Shape;5955;p75"/>
            <p:cNvGrpSpPr/>
            <p:nvPr/>
          </p:nvGrpSpPr>
          <p:grpSpPr>
            <a:xfrm>
              <a:off x="2943836" y="4268886"/>
              <a:ext cx="60717" cy="122559"/>
              <a:chOff x="2943836" y="4268886"/>
              <a:chExt cx="60717" cy="122559"/>
            </a:xfrm>
          </p:grpSpPr>
          <p:sp>
            <p:nvSpPr>
              <p:cNvPr id="5956" name="Google Shape;5956;p75"/>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57" name="Google Shape;5957;p75"/>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958" name="Google Shape;5958;p75"/>
          <p:cNvGrpSpPr/>
          <p:nvPr/>
        </p:nvGrpSpPr>
        <p:grpSpPr>
          <a:xfrm>
            <a:off x="3409981" y="1496104"/>
            <a:ext cx="1675870" cy="758251"/>
            <a:chOff x="3530532" y="1496185"/>
            <a:chExt cx="1562000" cy="706730"/>
          </a:xfrm>
        </p:grpSpPr>
        <p:cxnSp>
          <p:nvCxnSpPr>
            <p:cNvPr id="5959" name="Google Shape;5959;p75"/>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960" name="Google Shape;5960;p75"/>
            <p:cNvGrpSpPr/>
            <p:nvPr/>
          </p:nvGrpSpPr>
          <p:grpSpPr>
            <a:xfrm>
              <a:off x="3530532" y="1496185"/>
              <a:ext cx="323430" cy="463587"/>
              <a:chOff x="3530532" y="1496185"/>
              <a:chExt cx="323430" cy="463587"/>
            </a:xfrm>
          </p:grpSpPr>
          <p:grpSp>
            <p:nvGrpSpPr>
              <p:cNvPr id="5961" name="Google Shape;5961;p75"/>
              <p:cNvGrpSpPr/>
              <p:nvPr/>
            </p:nvGrpSpPr>
            <p:grpSpPr>
              <a:xfrm>
                <a:off x="3567462" y="1496185"/>
                <a:ext cx="286500" cy="361376"/>
                <a:chOff x="3567462" y="1496185"/>
                <a:chExt cx="286500" cy="361376"/>
              </a:xfrm>
            </p:grpSpPr>
            <p:cxnSp>
              <p:nvCxnSpPr>
                <p:cNvPr id="5962" name="Google Shape;5962;p75"/>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963" name="Google Shape;5963;p75"/>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4" name="Google Shape;5964;p75"/>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5" name="Google Shape;5965;p75"/>
            <p:cNvGrpSpPr/>
            <p:nvPr/>
          </p:nvGrpSpPr>
          <p:grpSpPr>
            <a:xfrm>
              <a:off x="3891569" y="1779209"/>
              <a:ext cx="323945" cy="423706"/>
              <a:chOff x="3891569" y="1779209"/>
              <a:chExt cx="323945" cy="423706"/>
            </a:xfrm>
          </p:grpSpPr>
          <p:grpSp>
            <p:nvGrpSpPr>
              <p:cNvPr id="5966" name="Google Shape;5966;p75"/>
              <p:cNvGrpSpPr/>
              <p:nvPr/>
            </p:nvGrpSpPr>
            <p:grpSpPr>
              <a:xfrm>
                <a:off x="3929014" y="1881638"/>
                <a:ext cx="286500" cy="321278"/>
                <a:chOff x="3929014" y="1881638"/>
                <a:chExt cx="286500" cy="321278"/>
              </a:xfrm>
            </p:grpSpPr>
            <p:cxnSp>
              <p:nvCxnSpPr>
                <p:cNvPr id="5967" name="Google Shape;5967;p75"/>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5968" name="Google Shape;5968;p75"/>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9" name="Google Shape;5969;p75"/>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0" name="Google Shape;5970;p75"/>
            <p:cNvGrpSpPr/>
            <p:nvPr/>
          </p:nvGrpSpPr>
          <p:grpSpPr>
            <a:xfrm>
              <a:off x="4252606" y="1496185"/>
              <a:ext cx="324721" cy="463587"/>
              <a:chOff x="4252606" y="1496185"/>
              <a:chExt cx="324721" cy="463587"/>
            </a:xfrm>
          </p:grpSpPr>
          <p:grpSp>
            <p:nvGrpSpPr>
              <p:cNvPr id="5971" name="Google Shape;5971;p75"/>
              <p:cNvGrpSpPr/>
              <p:nvPr/>
            </p:nvGrpSpPr>
            <p:grpSpPr>
              <a:xfrm>
                <a:off x="4290828" y="1496185"/>
                <a:ext cx="286500" cy="361376"/>
                <a:chOff x="4290828" y="1496185"/>
                <a:chExt cx="286500" cy="361376"/>
              </a:xfrm>
            </p:grpSpPr>
            <p:cxnSp>
              <p:nvCxnSpPr>
                <p:cNvPr id="5972" name="Google Shape;5972;p75"/>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973" name="Google Shape;5973;p75"/>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4" name="Google Shape;5974;p75"/>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5" name="Google Shape;5975;p75"/>
            <p:cNvGrpSpPr/>
            <p:nvPr/>
          </p:nvGrpSpPr>
          <p:grpSpPr>
            <a:xfrm>
              <a:off x="4613643" y="1763716"/>
              <a:ext cx="325308" cy="439200"/>
              <a:chOff x="4613643" y="1763716"/>
              <a:chExt cx="325308" cy="439200"/>
            </a:xfrm>
          </p:grpSpPr>
          <p:grpSp>
            <p:nvGrpSpPr>
              <p:cNvPr id="5976" name="Google Shape;5976;p75"/>
              <p:cNvGrpSpPr/>
              <p:nvPr/>
            </p:nvGrpSpPr>
            <p:grpSpPr>
              <a:xfrm>
                <a:off x="4652451" y="1879538"/>
                <a:ext cx="286500" cy="323378"/>
                <a:chOff x="4652451" y="1879538"/>
                <a:chExt cx="286500" cy="323378"/>
              </a:xfrm>
            </p:grpSpPr>
            <p:cxnSp>
              <p:nvCxnSpPr>
                <p:cNvPr id="5977" name="Google Shape;5977;p75"/>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5978" name="Google Shape;5978;p75"/>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9" name="Google Shape;5979;p75"/>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80" name="Google Shape;5980;p75"/>
          <p:cNvGrpSpPr/>
          <p:nvPr/>
        </p:nvGrpSpPr>
        <p:grpSpPr>
          <a:xfrm>
            <a:off x="3421841" y="2349730"/>
            <a:ext cx="1652173" cy="391517"/>
            <a:chOff x="3512551" y="2358270"/>
            <a:chExt cx="1597383" cy="378533"/>
          </a:xfrm>
        </p:grpSpPr>
        <p:cxnSp>
          <p:nvCxnSpPr>
            <p:cNvPr id="5981" name="Google Shape;5981;p75"/>
            <p:cNvCxnSpPr>
              <a:stCxn id="5982" idx="6"/>
              <a:endCxn id="5983"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5984" name="Google Shape;5984;p75"/>
            <p:cNvGrpSpPr/>
            <p:nvPr/>
          </p:nvGrpSpPr>
          <p:grpSpPr>
            <a:xfrm>
              <a:off x="3512551" y="2358270"/>
              <a:ext cx="225647" cy="307714"/>
              <a:chOff x="2182679" y="2004714"/>
              <a:chExt cx="792300" cy="1080458"/>
            </a:xfrm>
          </p:grpSpPr>
          <p:cxnSp>
            <p:nvCxnSpPr>
              <p:cNvPr id="5985" name="Google Shape;5985;p75"/>
              <p:cNvCxnSpPr>
                <a:stCxn id="5986"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982" name="Google Shape;5982;p75"/>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5"/>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75"/>
            <p:cNvGrpSpPr/>
            <p:nvPr/>
          </p:nvGrpSpPr>
          <p:grpSpPr>
            <a:xfrm>
              <a:off x="3969644" y="2440153"/>
              <a:ext cx="225853" cy="296651"/>
              <a:chOff x="3775710" y="1729289"/>
              <a:chExt cx="136500" cy="179289"/>
            </a:xfrm>
          </p:grpSpPr>
          <p:cxnSp>
            <p:nvCxnSpPr>
              <p:cNvPr id="5988" name="Google Shape;5988;p75"/>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5989" name="Google Shape;5989;p75"/>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5"/>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1" name="Google Shape;5991;p75"/>
            <p:cNvGrpSpPr/>
            <p:nvPr/>
          </p:nvGrpSpPr>
          <p:grpSpPr>
            <a:xfrm>
              <a:off x="4427051" y="2358270"/>
              <a:ext cx="225647" cy="307714"/>
              <a:chOff x="5393704" y="2004714"/>
              <a:chExt cx="792300" cy="1080458"/>
            </a:xfrm>
          </p:grpSpPr>
          <p:cxnSp>
            <p:nvCxnSpPr>
              <p:cNvPr id="5992" name="Google Shape;5992;p75"/>
              <p:cNvCxnSpPr>
                <a:stCxn id="5993"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994" name="Google Shape;5994;p75"/>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5"/>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75"/>
            <p:cNvGrpSpPr/>
            <p:nvPr/>
          </p:nvGrpSpPr>
          <p:grpSpPr>
            <a:xfrm>
              <a:off x="4884287" y="2440252"/>
              <a:ext cx="225647" cy="296532"/>
              <a:chOff x="6999166" y="2292572"/>
              <a:chExt cx="792300" cy="1041192"/>
            </a:xfrm>
          </p:grpSpPr>
          <p:cxnSp>
            <p:nvCxnSpPr>
              <p:cNvPr id="5996" name="Google Shape;5996;p75"/>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5983" name="Google Shape;5983;p75"/>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5"/>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98" name="Google Shape;5998;p75"/>
          <p:cNvGrpSpPr/>
          <p:nvPr/>
        </p:nvGrpSpPr>
        <p:grpSpPr>
          <a:xfrm>
            <a:off x="6842649" y="1185930"/>
            <a:ext cx="1581844" cy="732818"/>
            <a:chOff x="634175" y="2986275"/>
            <a:chExt cx="3147949" cy="1458344"/>
          </a:xfrm>
        </p:grpSpPr>
        <p:cxnSp>
          <p:nvCxnSpPr>
            <p:cNvPr id="5999" name="Google Shape;5999;p75"/>
            <p:cNvCxnSpPr>
              <a:stCxn id="6000" idx="4"/>
              <a:endCxn id="6001"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6002" name="Google Shape;6002;p75"/>
            <p:cNvCxnSpPr>
              <a:stCxn id="6001" idx="0"/>
              <a:endCxn id="6003"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004" name="Google Shape;6004;p75"/>
            <p:cNvCxnSpPr>
              <a:stCxn id="6003" idx="4"/>
              <a:endCxn id="6005"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006" name="Google Shape;6006;p75"/>
            <p:cNvCxnSpPr>
              <a:stCxn id="6005" idx="0"/>
              <a:endCxn id="6007"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6007" name="Google Shape;6007;p75"/>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003" name="Google Shape;6003;p75"/>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000" name="Google Shape;6000;p75"/>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005" name="Google Shape;6005;p75"/>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001" name="Google Shape;6001;p75"/>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6008" name="Google Shape;6008;p75"/>
          <p:cNvGrpSpPr/>
          <p:nvPr/>
        </p:nvGrpSpPr>
        <p:grpSpPr>
          <a:xfrm>
            <a:off x="3410364" y="2880240"/>
            <a:ext cx="1675128" cy="313674"/>
            <a:chOff x="998425" y="1182125"/>
            <a:chExt cx="1065400" cy="199500"/>
          </a:xfrm>
        </p:grpSpPr>
        <p:sp>
          <p:nvSpPr>
            <p:cNvPr id="6009" name="Google Shape;6009;p7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4" name="Google Shape;6014;p75"/>
          <p:cNvGrpSpPr/>
          <p:nvPr/>
        </p:nvGrpSpPr>
        <p:grpSpPr>
          <a:xfrm>
            <a:off x="3410363" y="3836206"/>
            <a:ext cx="1675129" cy="525345"/>
            <a:chOff x="5194708" y="3484366"/>
            <a:chExt cx="3148148" cy="987304"/>
          </a:xfrm>
        </p:grpSpPr>
        <p:grpSp>
          <p:nvGrpSpPr>
            <p:cNvPr id="6015" name="Google Shape;6015;p75"/>
            <p:cNvGrpSpPr/>
            <p:nvPr/>
          </p:nvGrpSpPr>
          <p:grpSpPr>
            <a:xfrm>
              <a:off x="7531521" y="3484366"/>
              <a:ext cx="811335" cy="987304"/>
              <a:chOff x="3379425" y="1617275"/>
              <a:chExt cx="1090650" cy="1327200"/>
            </a:xfrm>
          </p:grpSpPr>
          <p:sp>
            <p:nvSpPr>
              <p:cNvPr id="6016" name="Google Shape;6016;p7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9" name="Google Shape;6019;p75"/>
            <p:cNvGrpSpPr/>
            <p:nvPr/>
          </p:nvGrpSpPr>
          <p:grpSpPr>
            <a:xfrm>
              <a:off x="6752546" y="3484366"/>
              <a:ext cx="811428" cy="987304"/>
              <a:chOff x="2332275" y="1617275"/>
              <a:chExt cx="1090775" cy="1327200"/>
            </a:xfrm>
          </p:grpSpPr>
          <p:sp>
            <p:nvSpPr>
              <p:cNvPr id="6020" name="Google Shape;6020;p7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3" name="Google Shape;6023;p75"/>
            <p:cNvGrpSpPr/>
            <p:nvPr/>
          </p:nvGrpSpPr>
          <p:grpSpPr>
            <a:xfrm>
              <a:off x="5973664" y="3484366"/>
              <a:ext cx="811335" cy="987304"/>
              <a:chOff x="1285250" y="1617275"/>
              <a:chExt cx="1090650" cy="1327200"/>
            </a:xfrm>
          </p:grpSpPr>
          <p:sp>
            <p:nvSpPr>
              <p:cNvPr id="6024" name="Google Shape;6024;p7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7" name="Google Shape;6027;p75"/>
            <p:cNvGrpSpPr/>
            <p:nvPr/>
          </p:nvGrpSpPr>
          <p:grpSpPr>
            <a:xfrm>
              <a:off x="5194708" y="3484366"/>
              <a:ext cx="811409" cy="987304"/>
              <a:chOff x="238125" y="1617275"/>
              <a:chExt cx="1090750" cy="1327200"/>
            </a:xfrm>
          </p:grpSpPr>
          <p:sp>
            <p:nvSpPr>
              <p:cNvPr id="6028" name="Google Shape;6028;p7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31" name="Google Shape;6031;p75"/>
          <p:cNvGrpSpPr/>
          <p:nvPr/>
        </p:nvGrpSpPr>
        <p:grpSpPr>
          <a:xfrm>
            <a:off x="6844048" y="2482095"/>
            <a:ext cx="1579046" cy="522230"/>
            <a:chOff x="6853641" y="2534077"/>
            <a:chExt cx="1515545" cy="501229"/>
          </a:xfrm>
        </p:grpSpPr>
        <p:grpSp>
          <p:nvGrpSpPr>
            <p:cNvPr id="6032" name="Google Shape;6032;p75"/>
            <p:cNvGrpSpPr/>
            <p:nvPr/>
          </p:nvGrpSpPr>
          <p:grpSpPr>
            <a:xfrm>
              <a:off x="6853641" y="2618923"/>
              <a:ext cx="1515545" cy="324556"/>
              <a:chOff x="6853641" y="2618923"/>
              <a:chExt cx="1515545" cy="324556"/>
            </a:xfrm>
          </p:grpSpPr>
          <p:sp>
            <p:nvSpPr>
              <p:cNvPr id="6033" name="Google Shape;6033;p75"/>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5"/>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5"/>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5"/>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5"/>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8" name="Google Shape;6038;p75"/>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5"/>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5"/>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5"/>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5"/>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3" name="Google Shape;6043;p75"/>
          <p:cNvGrpSpPr/>
          <p:nvPr/>
        </p:nvGrpSpPr>
        <p:grpSpPr>
          <a:xfrm>
            <a:off x="3438940" y="3357136"/>
            <a:ext cx="1617976" cy="346616"/>
            <a:chOff x="1808063" y="4294338"/>
            <a:chExt cx="3370782" cy="721817"/>
          </a:xfrm>
        </p:grpSpPr>
        <p:sp>
          <p:nvSpPr>
            <p:cNvPr id="6044" name="Google Shape;6044;p7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4" name="Google Shape;6054;p75"/>
          <p:cNvGrpSpPr/>
          <p:nvPr/>
        </p:nvGrpSpPr>
        <p:grpSpPr>
          <a:xfrm>
            <a:off x="5264936" y="4023886"/>
            <a:ext cx="1417067" cy="350605"/>
            <a:chOff x="4234950" y="2101012"/>
            <a:chExt cx="4219974" cy="1044090"/>
          </a:xfrm>
        </p:grpSpPr>
        <p:sp>
          <p:nvSpPr>
            <p:cNvPr id="6055" name="Google Shape;6055;p75"/>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5"/>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5"/>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5"/>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5"/>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5"/>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5"/>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5"/>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5"/>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5"/>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5"/>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5"/>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5"/>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5"/>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5"/>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5"/>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1" name="Google Shape;6071;p75"/>
          <p:cNvGrpSpPr/>
          <p:nvPr/>
        </p:nvGrpSpPr>
        <p:grpSpPr>
          <a:xfrm>
            <a:off x="6840408" y="2014643"/>
            <a:ext cx="1586327" cy="371557"/>
            <a:chOff x="1247650" y="2075423"/>
            <a:chExt cx="6648477" cy="1557238"/>
          </a:xfrm>
        </p:grpSpPr>
        <p:sp>
          <p:nvSpPr>
            <p:cNvPr id="6072" name="Google Shape;6072;p7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8" name="Google Shape;6078;p75"/>
          <p:cNvGrpSpPr/>
          <p:nvPr/>
        </p:nvGrpSpPr>
        <p:grpSpPr>
          <a:xfrm>
            <a:off x="5271678" y="1167833"/>
            <a:ext cx="1415601" cy="1648533"/>
            <a:chOff x="1839112" y="2209163"/>
            <a:chExt cx="1918159" cy="2233784"/>
          </a:xfrm>
        </p:grpSpPr>
        <p:sp>
          <p:nvSpPr>
            <p:cNvPr id="6079" name="Google Shape;6079;p75"/>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5"/>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5"/>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82" name="Google Shape;6082;p75"/>
            <p:cNvCxnSpPr>
              <a:stCxn id="6079" idx="6"/>
              <a:endCxn id="6080"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083" name="Google Shape;6083;p75"/>
            <p:cNvCxnSpPr>
              <a:stCxn id="6080" idx="4"/>
              <a:endCxn id="6084"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6085" name="Google Shape;6085;p75"/>
            <p:cNvCxnSpPr>
              <a:stCxn id="6084" idx="6"/>
              <a:endCxn id="6081"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086" name="Google Shape;6086;p75"/>
            <p:cNvCxnSpPr>
              <a:stCxn id="6081" idx="4"/>
              <a:endCxn id="6087"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6084" name="Google Shape;6084;p75"/>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5"/>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5"/>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89" name="Google Shape;6089;p75"/>
            <p:cNvCxnSpPr>
              <a:endCxn id="6088"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6090" name="Google Shape;6090;p75"/>
          <p:cNvGrpSpPr/>
          <p:nvPr/>
        </p:nvGrpSpPr>
        <p:grpSpPr>
          <a:xfrm>
            <a:off x="3428944" y="1185917"/>
            <a:ext cx="1637968" cy="154942"/>
            <a:chOff x="238125" y="2506075"/>
            <a:chExt cx="7115411" cy="673075"/>
          </a:xfrm>
        </p:grpSpPr>
        <p:sp>
          <p:nvSpPr>
            <p:cNvPr id="6091" name="Google Shape;6091;p7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6" name="Google Shape;6096;p75"/>
          <p:cNvGrpSpPr/>
          <p:nvPr/>
        </p:nvGrpSpPr>
        <p:grpSpPr>
          <a:xfrm>
            <a:off x="1969680" y="1500635"/>
            <a:ext cx="1262932" cy="785408"/>
            <a:chOff x="548861" y="389676"/>
            <a:chExt cx="3843371" cy="2390163"/>
          </a:xfrm>
        </p:grpSpPr>
        <p:cxnSp>
          <p:nvCxnSpPr>
            <p:cNvPr id="6097" name="Google Shape;6097;p75"/>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098" name="Google Shape;6098;p75"/>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099" name="Google Shape;6099;p75"/>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100" name="Google Shape;6100;p75"/>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6101" name="Google Shape;6101;p75"/>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6102" name="Google Shape;6102;p75"/>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03" name="Google Shape;6103;p75"/>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6104" name="Google Shape;6104;p75"/>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5"/>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5"/>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5"/>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5"/>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5"/>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0" name="Google Shape;6110;p75"/>
          <p:cNvGrpSpPr/>
          <p:nvPr/>
        </p:nvGrpSpPr>
        <p:grpSpPr>
          <a:xfrm>
            <a:off x="757812" y="2607512"/>
            <a:ext cx="1412054" cy="633562"/>
            <a:chOff x="1187400" y="2529299"/>
            <a:chExt cx="6769193" cy="2241903"/>
          </a:xfrm>
        </p:grpSpPr>
        <p:sp>
          <p:nvSpPr>
            <p:cNvPr id="6111" name="Google Shape;6111;p75"/>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112" name="Google Shape;6112;p75"/>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13" name="Google Shape;6113;p75"/>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14" name="Google Shape;6114;p75"/>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15" name="Google Shape;6115;p75"/>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16" name="Google Shape;6116;p75"/>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17" name="Google Shape;6117;p75"/>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6118" name="Google Shape;6118;p75"/>
            <p:cNvCxnSpPr>
              <a:stCxn id="6111" idx="2"/>
              <a:endCxn id="6112"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19" name="Google Shape;6119;p75"/>
            <p:cNvCxnSpPr>
              <a:stCxn id="6113" idx="0"/>
              <a:endCxn id="6111"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20" name="Google Shape;6120;p75"/>
            <p:cNvCxnSpPr>
              <a:stCxn id="6113" idx="2"/>
              <a:endCxn id="6115"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21" name="Google Shape;6121;p75"/>
            <p:cNvCxnSpPr>
              <a:stCxn id="6114" idx="0"/>
              <a:endCxn id="6113"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22" name="Google Shape;6122;p75"/>
            <p:cNvCxnSpPr>
              <a:stCxn id="6112" idx="2"/>
              <a:endCxn id="6117"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23" name="Google Shape;6123;p75"/>
            <p:cNvCxnSpPr>
              <a:stCxn id="6116" idx="0"/>
              <a:endCxn id="6112"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6124" name="Google Shape;6124;p75"/>
          <p:cNvGrpSpPr/>
          <p:nvPr/>
        </p:nvGrpSpPr>
        <p:grpSpPr>
          <a:xfrm>
            <a:off x="6844058" y="3100221"/>
            <a:ext cx="1579035" cy="540873"/>
            <a:chOff x="6895650" y="3126697"/>
            <a:chExt cx="1436662" cy="492105"/>
          </a:xfrm>
        </p:grpSpPr>
        <p:sp>
          <p:nvSpPr>
            <p:cNvPr id="6125" name="Google Shape;6125;p75"/>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5"/>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5"/>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5"/>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5"/>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0" name="Google Shape;6130;p75"/>
            <p:cNvGrpSpPr/>
            <p:nvPr/>
          </p:nvGrpSpPr>
          <p:grpSpPr>
            <a:xfrm>
              <a:off x="6995957" y="3335810"/>
              <a:ext cx="1230393" cy="71754"/>
              <a:chOff x="6995957" y="3287964"/>
              <a:chExt cx="1230393" cy="71754"/>
            </a:xfrm>
          </p:grpSpPr>
          <p:sp>
            <p:nvSpPr>
              <p:cNvPr id="6131" name="Google Shape;6131;p75"/>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5"/>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5"/>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5"/>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5"/>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36" name="Google Shape;6136;p75"/>
          <p:cNvGrpSpPr/>
          <p:nvPr/>
        </p:nvGrpSpPr>
        <p:grpSpPr>
          <a:xfrm>
            <a:off x="6842640" y="3736984"/>
            <a:ext cx="1581862" cy="650625"/>
            <a:chOff x="6777990" y="3710194"/>
            <a:chExt cx="1646915" cy="677382"/>
          </a:xfrm>
        </p:grpSpPr>
        <p:grpSp>
          <p:nvGrpSpPr>
            <p:cNvPr id="6137" name="Google Shape;6137;p75"/>
            <p:cNvGrpSpPr/>
            <p:nvPr/>
          </p:nvGrpSpPr>
          <p:grpSpPr>
            <a:xfrm>
              <a:off x="6777990" y="3874492"/>
              <a:ext cx="411129" cy="513083"/>
              <a:chOff x="6777990" y="3874492"/>
              <a:chExt cx="411129" cy="513083"/>
            </a:xfrm>
          </p:grpSpPr>
          <p:cxnSp>
            <p:nvCxnSpPr>
              <p:cNvPr id="6138" name="Google Shape;6138;p75"/>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139" name="Google Shape;6139;p75"/>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0" name="Google Shape;6140;p75"/>
            <p:cNvGrpSpPr/>
            <p:nvPr/>
          </p:nvGrpSpPr>
          <p:grpSpPr>
            <a:xfrm>
              <a:off x="7188425" y="3710194"/>
              <a:ext cx="411123" cy="520535"/>
              <a:chOff x="7188425" y="3710194"/>
              <a:chExt cx="411123" cy="520535"/>
            </a:xfrm>
          </p:grpSpPr>
          <p:cxnSp>
            <p:nvCxnSpPr>
              <p:cNvPr id="6141" name="Google Shape;6141;p75"/>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6142" name="Google Shape;6142;p75"/>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75"/>
            <p:cNvGrpSpPr/>
            <p:nvPr/>
          </p:nvGrpSpPr>
          <p:grpSpPr>
            <a:xfrm>
              <a:off x="7603341" y="3874492"/>
              <a:ext cx="411474" cy="513083"/>
              <a:chOff x="7603341" y="3874492"/>
              <a:chExt cx="411474" cy="513083"/>
            </a:xfrm>
          </p:grpSpPr>
          <p:cxnSp>
            <p:nvCxnSpPr>
              <p:cNvPr id="6144" name="Google Shape;6144;p75"/>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145" name="Google Shape;6145;p75"/>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6" name="Google Shape;6146;p75"/>
            <p:cNvGrpSpPr/>
            <p:nvPr/>
          </p:nvGrpSpPr>
          <p:grpSpPr>
            <a:xfrm>
              <a:off x="8013776" y="3722847"/>
              <a:ext cx="411129" cy="507881"/>
              <a:chOff x="8013776" y="3722847"/>
              <a:chExt cx="411129" cy="507881"/>
            </a:xfrm>
          </p:grpSpPr>
          <p:cxnSp>
            <p:nvCxnSpPr>
              <p:cNvPr id="6147" name="Google Shape;6147;p75"/>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6148" name="Google Shape;6148;p75"/>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49" name="Google Shape;6149;p75"/>
          <p:cNvGrpSpPr/>
          <p:nvPr/>
        </p:nvGrpSpPr>
        <p:grpSpPr>
          <a:xfrm>
            <a:off x="5262155" y="2909824"/>
            <a:ext cx="1421889" cy="1020603"/>
            <a:chOff x="5190863" y="2824811"/>
            <a:chExt cx="1544860" cy="1108869"/>
          </a:xfrm>
        </p:grpSpPr>
        <p:grpSp>
          <p:nvGrpSpPr>
            <p:cNvPr id="6150" name="Google Shape;6150;p75"/>
            <p:cNvGrpSpPr/>
            <p:nvPr/>
          </p:nvGrpSpPr>
          <p:grpSpPr>
            <a:xfrm>
              <a:off x="5938695" y="3176919"/>
              <a:ext cx="685761" cy="404739"/>
              <a:chOff x="5938695" y="3176919"/>
              <a:chExt cx="685761" cy="404739"/>
            </a:xfrm>
          </p:grpSpPr>
          <p:grpSp>
            <p:nvGrpSpPr>
              <p:cNvPr id="6151" name="Google Shape;6151;p75"/>
              <p:cNvGrpSpPr/>
              <p:nvPr/>
            </p:nvGrpSpPr>
            <p:grpSpPr>
              <a:xfrm>
                <a:off x="5938695" y="3176919"/>
                <a:ext cx="685761" cy="404739"/>
                <a:chOff x="5938695" y="3176919"/>
                <a:chExt cx="685761" cy="404739"/>
              </a:xfrm>
            </p:grpSpPr>
            <p:sp>
              <p:nvSpPr>
                <p:cNvPr id="6152" name="Google Shape;6152;p75"/>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5"/>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4" name="Google Shape;6154;p75"/>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5" name="Google Shape;6155;p75"/>
            <p:cNvGrpSpPr/>
            <p:nvPr/>
          </p:nvGrpSpPr>
          <p:grpSpPr>
            <a:xfrm>
              <a:off x="5305233" y="3176835"/>
              <a:ext cx="685971" cy="404655"/>
              <a:chOff x="5305233" y="3176835"/>
              <a:chExt cx="685971" cy="404655"/>
            </a:xfrm>
          </p:grpSpPr>
          <p:grpSp>
            <p:nvGrpSpPr>
              <p:cNvPr id="6156" name="Google Shape;6156;p75"/>
              <p:cNvGrpSpPr/>
              <p:nvPr/>
            </p:nvGrpSpPr>
            <p:grpSpPr>
              <a:xfrm>
                <a:off x="5305233" y="3176835"/>
                <a:ext cx="685971" cy="404655"/>
                <a:chOff x="5305233" y="3176835"/>
                <a:chExt cx="685971" cy="404655"/>
              </a:xfrm>
            </p:grpSpPr>
            <p:sp>
              <p:nvSpPr>
                <p:cNvPr id="6157" name="Google Shape;6157;p75"/>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5"/>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9" name="Google Shape;6159;p75"/>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60" name="Google Shape;6160;p75"/>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1" name="Google Shape;6161;p75"/>
            <p:cNvGrpSpPr/>
            <p:nvPr/>
          </p:nvGrpSpPr>
          <p:grpSpPr>
            <a:xfrm>
              <a:off x="5657361" y="2824811"/>
              <a:ext cx="1078361" cy="404655"/>
              <a:chOff x="5657361" y="2824811"/>
              <a:chExt cx="1078361" cy="404655"/>
            </a:xfrm>
          </p:grpSpPr>
          <p:grpSp>
            <p:nvGrpSpPr>
              <p:cNvPr id="6162" name="Google Shape;6162;p75"/>
              <p:cNvGrpSpPr/>
              <p:nvPr/>
            </p:nvGrpSpPr>
            <p:grpSpPr>
              <a:xfrm>
                <a:off x="5657361" y="2824811"/>
                <a:ext cx="1078361" cy="404655"/>
                <a:chOff x="5657361" y="2824811"/>
                <a:chExt cx="1078361" cy="404655"/>
              </a:xfrm>
            </p:grpSpPr>
            <p:grpSp>
              <p:nvGrpSpPr>
                <p:cNvPr id="6163" name="Google Shape;6163;p75"/>
                <p:cNvGrpSpPr/>
                <p:nvPr/>
              </p:nvGrpSpPr>
              <p:grpSpPr>
                <a:xfrm>
                  <a:off x="5938485" y="2824811"/>
                  <a:ext cx="797237" cy="404655"/>
                  <a:chOff x="5938485" y="2824811"/>
                  <a:chExt cx="797237" cy="404655"/>
                </a:xfrm>
              </p:grpSpPr>
              <p:sp>
                <p:nvSpPr>
                  <p:cNvPr id="6164" name="Google Shape;6164;p75"/>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5"/>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66" name="Google Shape;6166;p75"/>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67" name="Google Shape;6167;p75"/>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8" name="Google Shape;6168;p75"/>
            <p:cNvGrpSpPr/>
            <p:nvPr/>
          </p:nvGrpSpPr>
          <p:grpSpPr>
            <a:xfrm>
              <a:off x="5190863" y="3528942"/>
              <a:ext cx="1078026" cy="404739"/>
              <a:chOff x="5190863" y="3528942"/>
              <a:chExt cx="1078026" cy="404739"/>
            </a:xfrm>
          </p:grpSpPr>
          <p:sp>
            <p:nvSpPr>
              <p:cNvPr id="6169" name="Google Shape;6169;p75"/>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0" name="Google Shape;6170;p75"/>
              <p:cNvGrpSpPr/>
              <p:nvPr/>
            </p:nvGrpSpPr>
            <p:grpSpPr>
              <a:xfrm>
                <a:off x="5190863" y="3528942"/>
                <a:ext cx="1078026" cy="404739"/>
                <a:chOff x="5190863" y="3528942"/>
                <a:chExt cx="1078026" cy="404739"/>
              </a:xfrm>
            </p:grpSpPr>
            <p:sp>
              <p:nvSpPr>
                <p:cNvPr id="6171" name="Google Shape;6171;p75"/>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5"/>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173" name="Google Shape;6173;p75"/>
          <p:cNvGrpSpPr/>
          <p:nvPr/>
        </p:nvGrpSpPr>
        <p:grpSpPr>
          <a:xfrm>
            <a:off x="728162" y="1474292"/>
            <a:ext cx="1086719" cy="879487"/>
            <a:chOff x="803162" y="1474292"/>
            <a:chExt cx="1086719" cy="879487"/>
          </a:xfrm>
        </p:grpSpPr>
        <p:grpSp>
          <p:nvGrpSpPr>
            <p:cNvPr id="6174" name="Google Shape;6174;p75"/>
            <p:cNvGrpSpPr/>
            <p:nvPr/>
          </p:nvGrpSpPr>
          <p:grpSpPr>
            <a:xfrm>
              <a:off x="803162" y="1625948"/>
              <a:ext cx="445856" cy="576579"/>
              <a:chOff x="803162" y="1625948"/>
              <a:chExt cx="445856" cy="576579"/>
            </a:xfrm>
          </p:grpSpPr>
          <p:sp>
            <p:nvSpPr>
              <p:cNvPr id="6175" name="Google Shape;6175;p75"/>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6" name="Google Shape;6176;p75"/>
              <p:cNvGrpSpPr/>
              <p:nvPr/>
            </p:nvGrpSpPr>
            <p:grpSpPr>
              <a:xfrm>
                <a:off x="1056023" y="1625948"/>
                <a:ext cx="192995" cy="576579"/>
                <a:chOff x="1056023" y="1625948"/>
                <a:chExt cx="192995" cy="576579"/>
              </a:xfrm>
            </p:grpSpPr>
            <p:sp>
              <p:nvSpPr>
                <p:cNvPr id="6177" name="Google Shape;6177;p75"/>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5"/>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5"/>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5"/>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5"/>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82" name="Google Shape;6182;p75"/>
            <p:cNvGrpSpPr/>
            <p:nvPr/>
          </p:nvGrpSpPr>
          <p:grpSpPr>
            <a:xfrm>
              <a:off x="1371406" y="1474292"/>
              <a:ext cx="518475" cy="879487"/>
              <a:chOff x="1398231" y="1474292"/>
              <a:chExt cx="518475" cy="879487"/>
            </a:xfrm>
          </p:grpSpPr>
          <p:grpSp>
            <p:nvGrpSpPr>
              <p:cNvPr id="6183" name="Google Shape;6183;p75"/>
              <p:cNvGrpSpPr/>
              <p:nvPr/>
            </p:nvGrpSpPr>
            <p:grpSpPr>
              <a:xfrm>
                <a:off x="1398231" y="1474292"/>
                <a:ext cx="518475" cy="341643"/>
                <a:chOff x="1398231" y="1474292"/>
                <a:chExt cx="518475" cy="341643"/>
              </a:xfrm>
            </p:grpSpPr>
            <p:sp>
              <p:nvSpPr>
                <p:cNvPr id="6184" name="Google Shape;6184;p75"/>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5" name="Google Shape;6185;p75"/>
                <p:cNvGrpSpPr/>
                <p:nvPr/>
              </p:nvGrpSpPr>
              <p:grpSpPr>
                <a:xfrm>
                  <a:off x="1616453" y="1474292"/>
                  <a:ext cx="300253" cy="341643"/>
                  <a:chOff x="1616453" y="1475379"/>
                  <a:chExt cx="300253" cy="341643"/>
                </a:xfrm>
              </p:grpSpPr>
              <p:sp>
                <p:nvSpPr>
                  <p:cNvPr id="6186" name="Google Shape;6186;p75"/>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5"/>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5"/>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5"/>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5"/>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5"/>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5"/>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3" name="Google Shape;6193;p75"/>
                  <p:cNvGrpSpPr/>
                  <p:nvPr/>
                </p:nvGrpSpPr>
                <p:grpSpPr>
                  <a:xfrm>
                    <a:off x="1839639" y="1475379"/>
                    <a:ext cx="77067" cy="341643"/>
                    <a:chOff x="1839639" y="1475379"/>
                    <a:chExt cx="77067" cy="341643"/>
                  </a:xfrm>
                </p:grpSpPr>
                <p:sp>
                  <p:nvSpPr>
                    <p:cNvPr id="6194" name="Google Shape;6194;p75"/>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5"/>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196" name="Google Shape;6196;p75"/>
              <p:cNvGrpSpPr/>
              <p:nvPr/>
            </p:nvGrpSpPr>
            <p:grpSpPr>
              <a:xfrm>
                <a:off x="1398451" y="2012951"/>
                <a:ext cx="518255" cy="340828"/>
                <a:chOff x="1398451" y="2012951"/>
                <a:chExt cx="518255" cy="340828"/>
              </a:xfrm>
            </p:grpSpPr>
            <p:sp>
              <p:nvSpPr>
                <p:cNvPr id="6197" name="Google Shape;6197;p75"/>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8" name="Google Shape;6198;p75"/>
                <p:cNvGrpSpPr/>
                <p:nvPr/>
              </p:nvGrpSpPr>
              <p:grpSpPr>
                <a:xfrm>
                  <a:off x="1616453" y="2012951"/>
                  <a:ext cx="300253" cy="340828"/>
                  <a:chOff x="1616453" y="2013538"/>
                  <a:chExt cx="300253" cy="340828"/>
                </a:xfrm>
              </p:grpSpPr>
              <p:sp>
                <p:nvSpPr>
                  <p:cNvPr id="6199" name="Google Shape;6199;p75"/>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5"/>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5"/>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5"/>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5"/>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5"/>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5"/>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6" name="Google Shape;6206;p75"/>
                  <p:cNvGrpSpPr/>
                  <p:nvPr/>
                </p:nvGrpSpPr>
                <p:grpSpPr>
                  <a:xfrm>
                    <a:off x="1839639" y="2013538"/>
                    <a:ext cx="77067" cy="340828"/>
                    <a:chOff x="1839639" y="2013538"/>
                    <a:chExt cx="77067" cy="340828"/>
                  </a:xfrm>
                </p:grpSpPr>
                <p:sp>
                  <p:nvSpPr>
                    <p:cNvPr id="6207" name="Google Shape;6207;p75"/>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5"/>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209" name="Google Shape;6209;p75"/>
          <p:cNvGrpSpPr/>
          <p:nvPr/>
        </p:nvGrpSpPr>
        <p:grpSpPr>
          <a:xfrm>
            <a:off x="724986" y="3605478"/>
            <a:ext cx="1368681" cy="682918"/>
            <a:chOff x="724986" y="3605478"/>
            <a:chExt cx="1368681" cy="682918"/>
          </a:xfrm>
        </p:grpSpPr>
        <p:grpSp>
          <p:nvGrpSpPr>
            <p:cNvPr id="6210" name="Google Shape;6210;p75"/>
            <p:cNvGrpSpPr/>
            <p:nvPr/>
          </p:nvGrpSpPr>
          <p:grpSpPr>
            <a:xfrm>
              <a:off x="1289102" y="3823629"/>
              <a:ext cx="240442" cy="250435"/>
              <a:chOff x="-165066" y="3843615"/>
              <a:chExt cx="221259" cy="230455"/>
            </a:xfrm>
          </p:grpSpPr>
          <p:sp>
            <p:nvSpPr>
              <p:cNvPr id="6211" name="Google Shape;6211;p7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5"/>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5"/>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5"/>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5"/>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5"/>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1" name="Google Shape;6231;p75"/>
            <p:cNvGrpSpPr/>
            <p:nvPr/>
          </p:nvGrpSpPr>
          <p:grpSpPr>
            <a:xfrm>
              <a:off x="724986" y="3605478"/>
              <a:ext cx="1368681" cy="682918"/>
              <a:chOff x="724986" y="3605478"/>
              <a:chExt cx="1368681" cy="682918"/>
            </a:xfrm>
          </p:grpSpPr>
          <p:grpSp>
            <p:nvGrpSpPr>
              <p:cNvPr id="6232" name="Google Shape;6232;p75"/>
              <p:cNvGrpSpPr/>
              <p:nvPr/>
            </p:nvGrpSpPr>
            <p:grpSpPr>
              <a:xfrm>
                <a:off x="1498221" y="4047614"/>
                <a:ext cx="529172" cy="240783"/>
                <a:chOff x="1498221" y="4047614"/>
                <a:chExt cx="529172" cy="240783"/>
              </a:xfrm>
            </p:grpSpPr>
            <p:grpSp>
              <p:nvGrpSpPr>
                <p:cNvPr id="6233" name="Google Shape;6233;p75"/>
                <p:cNvGrpSpPr/>
                <p:nvPr/>
              </p:nvGrpSpPr>
              <p:grpSpPr>
                <a:xfrm>
                  <a:off x="1826655" y="4224370"/>
                  <a:ext cx="200738" cy="25631"/>
                  <a:chOff x="1826655" y="4224370"/>
                  <a:chExt cx="200738" cy="25631"/>
                </a:xfrm>
              </p:grpSpPr>
              <p:sp>
                <p:nvSpPr>
                  <p:cNvPr id="6234" name="Google Shape;6234;p75"/>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5"/>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6" name="Google Shape;6236;p75"/>
                <p:cNvGrpSpPr/>
                <p:nvPr/>
              </p:nvGrpSpPr>
              <p:grpSpPr>
                <a:xfrm>
                  <a:off x="1498221" y="4047614"/>
                  <a:ext cx="328444" cy="240783"/>
                  <a:chOff x="1498221" y="4047614"/>
                  <a:chExt cx="328444" cy="240783"/>
                </a:xfrm>
              </p:grpSpPr>
              <p:sp>
                <p:nvSpPr>
                  <p:cNvPr id="6237" name="Google Shape;6237;p75"/>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8" name="Google Shape;6238;p75"/>
                  <p:cNvGrpSpPr/>
                  <p:nvPr/>
                </p:nvGrpSpPr>
                <p:grpSpPr>
                  <a:xfrm>
                    <a:off x="1498221" y="4047614"/>
                    <a:ext cx="150566" cy="190416"/>
                    <a:chOff x="1498221" y="4047614"/>
                    <a:chExt cx="150566" cy="190416"/>
                  </a:xfrm>
                </p:grpSpPr>
                <p:sp>
                  <p:nvSpPr>
                    <p:cNvPr id="6239" name="Google Shape;6239;p75"/>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5"/>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241" name="Google Shape;6241;p75"/>
              <p:cNvGrpSpPr/>
              <p:nvPr/>
            </p:nvGrpSpPr>
            <p:grpSpPr>
              <a:xfrm>
                <a:off x="1560718" y="3800594"/>
                <a:ext cx="532948" cy="302090"/>
                <a:chOff x="1560718" y="3800594"/>
                <a:chExt cx="532948" cy="302090"/>
              </a:xfrm>
            </p:grpSpPr>
            <p:grpSp>
              <p:nvGrpSpPr>
                <p:cNvPr id="6242" name="Google Shape;6242;p75"/>
                <p:cNvGrpSpPr/>
                <p:nvPr/>
              </p:nvGrpSpPr>
              <p:grpSpPr>
                <a:xfrm>
                  <a:off x="1912179" y="3827344"/>
                  <a:ext cx="181487" cy="25631"/>
                  <a:chOff x="1912179" y="3827344"/>
                  <a:chExt cx="181487" cy="25631"/>
                </a:xfrm>
              </p:grpSpPr>
              <p:sp>
                <p:nvSpPr>
                  <p:cNvPr id="6243" name="Google Shape;6243;p75"/>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5"/>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5" name="Google Shape;6245;p75"/>
                <p:cNvGrpSpPr/>
                <p:nvPr/>
              </p:nvGrpSpPr>
              <p:grpSpPr>
                <a:xfrm>
                  <a:off x="1912179" y="4044505"/>
                  <a:ext cx="181487" cy="25622"/>
                  <a:chOff x="1912179" y="4044506"/>
                  <a:chExt cx="181487" cy="25622"/>
                </a:xfrm>
              </p:grpSpPr>
              <p:sp>
                <p:nvSpPr>
                  <p:cNvPr id="6246" name="Google Shape;6246;p75"/>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5"/>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8" name="Google Shape;6248;p75"/>
                <p:cNvGrpSpPr/>
                <p:nvPr/>
              </p:nvGrpSpPr>
              <p:grpSpPr>
                <a:xfrm>
                  <a:off x="1560718" y="3800594"/>
                  <a:ext cx="351472" cy="302090"/>
                  <a:chOff x="1560718" y="3800594"/>
                  <a:chExt cx="351472" cy="302090"/>
                </a:xfrm>
              </p:grpSpPr>
              <p:grpSp>
                <p:nvGrpSpPr>
                  <p:cNvPr id="6249" name="Google Shape;6249;p75"/>
                  <p:cNvGrpSpPr/>
                  <p:nvPr/>
                </p:nvGrpSpPr>
                <p:grpSpPr>
                  <a:xfrm>
                    <a:off x="1560718" y="3842857"/>
                    <a:ext cx="173586" cy="217131"/>
                    <a:chOff x="1560718" y="3842857"/>
                    <a:chExt cx="173586" cy="217131"/>
                  </a:xfrm>
                </p:grpSpPr>
                <p:sp>
                  <p:nvSpPr>
                    <p:cNvPr id="6250" name="Google Shape;6250;p75"/>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5"/>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5"/>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3" name="Google Shape;6253;p75"/>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5"/>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255" name="Google Shape;6255;p75"/>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6" name="Google Shape;6256;p75"/>
              <p:cNvGrpSpPr/>
              <p:nvPr/>
            </p:nvGrpSpPr>
            <p:grpSpPr>
              <a:xfrm>
                <a:off x="785350" y="3605478"/>
                <a:ext cx="535311" cy="249245"/>
                <a:chOff x="785350" y="3605478"/>
                <a:chExt cx="535311" cy="249245"/>
              </a:xfrm>
            </p:grpSpPr>
            <p:grpSp>
              <p:nvGrpSpPr>
                <p:cNvPr id="6257" name="Google Shape;6257;p75"/>
                <p:cNvGrpSpPr/>
                <p:nvPr/>
              </p:nvGrpSpPr>
              <p:grpSpPr>
                <a:xfrm>
                  <a:off x="785350" y="3605478"/>
                  <a:ext cx="376191" cy="102736"/>
                  <a:chOff x="785350" y="3605478"/>
                  <a:chExt cx="376191" cy="102736"/>
                </a:xfrm>
              </p:grpSpPr>
              <p:sp>
                <p:nvSpPr>
                  <p:cNvPr id="6258" name="Google Shape;6258;p75"/>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5"/>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5"/>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75"/>
                <p:cNvGrpSpPr/>
                <p:nvPr/>
              </p:nvGrpSpPr>
              <p:grpSpPr>
                <a:xfrm>
                  <a:off x="1161530" y="3655851"/>
                  <a:ext cx="159131" cy="198872"/>
                  <a:chOff x="1161530" y="3655851"/>
                  <a:chExt cx="159131" cy="198872"/>
                </a:xfrm>
              </p:grpSpPr>
              <p:sp>
                <p:nvSpPr>
                  <p:cNvPr id="6262" name="Google Shape;6262;p75"/>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5"/>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64" name="Google Shape;6264;p75"/>
              <p:cNvGrpSpPr/>
              <p:nvPr/>
            </p:nvGrpSpPr>
            <p:grpSpPr>
              <a:xfrm>
                <a:off x="785350" y="4047614"/>
                <a:ext cx="535311" cy="240783"/>
                <a:chOff x="785350" y="4047614"/>
                <a:chExt cx="535311" cy="240783"/>
              </a:xfrm>
            </p:grpSpPr>
            <p:grpSp>
              <p:nvGrpSpPr>
                <p:cNvPr id="6265" name="Google Shape;6265;p75"/>
                <p:cNvGrpSpPr/>
                <p:nvPr/>
              </p:nvGrpSpPr>
              <p:grpSpPr>
                <a:xfrm>
                  <a:off x="1161636" y="4047614"/>
                  <a:ext cx="159025" cy="190415"/>
                  <a:chOff x="1161636" y="4047614"/>
                  <a:chExt cx="159025" cy="190415"/>
                </a:xfrm>
              </p:grpSpPr>
              <p:sp>
                <p:nvSpPr>
                  <p:cNvPr id="6266" name="Google Shape;6266;p75"/>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5"/>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8" name="Google Shape;6268;p75"/>
                <p:cNvGrpSpPr/>
                <p:nvPr/>
              </p:nvGrpSpPr>
              <p:grpSpPr>
                <a:xfrm>
                  <a:off x="785350" y="4185661"/>
                  <a:ext cx="376191" cy="102736"/>
                  <a:chOff x="785350" y="4185661"/>
                  <a:chExt cx="376191" cy="102736"/>
                </a:xfrm>
              </p:grpSpPr>
              <p:sp>
                <p:nvSpPr>
                  <p:cNvPr id="6269" name="Google Shape;6269;p75"/>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5"/>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5"/>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72" name="Google Shape;6272;p75"/>
              <p:cNvGrpSpPr/>
              <p:nvPr/>
            </p:nvGrpSpPr>
            <p:grpSpPr>
              <a:xfrm>
                <a:off x="1501054" y="3605478"/>
                <a:ext cx="526340" cy="249240"/>
                <a:chOff x="1501054" y="3605478"/>
                <a:chExt cx="526340" cy="249240"/>
              </a:xfrm>
            </p:grpSpPr>
            <p:grpSp>
              <p:nvGrpSpPr>
                <p:cNvPr id="6273" name="Google Shape;6273;p75"/>
                <p:cNvGrpSpPr/>
                <p:nvPr/>
              </p:nvGrpSpPr>
              <p:grpSpPr>
                <a:xfrm>
                  <a:off x="1834208" y="3643867"/>
                  <a:ext cx="193185" cy="25622"/>
                  <a:chOff x="1834208" y="3643867"/>
                  <a:chExt cx="193185" cy="25622"/>
                </a:xfrm>
              </p:grpSpPr>
              <p:sp>
                <p:nvSpPr>
                  <p:cNvPr id="6274" name="Google Shape;6274;p75"/>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5"/>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6" name="Google Shape;6276;p75"/>
                <p:cNvGrpSpPr/>
                <p:nvPr/>
              </p:nvGrpSpPr>
              <p:grpSpPr>
                <a:xfrm>
                  <a:off x="1501054" y="3605478"/>
                  <a:ext cx="333165" cy="249240"/>
                  <a:chOff x="1501054" y="3605478"/>
                  <a:chExt cx="333165" cy="249240"/>
                </a:xfrm>
              </p:grpSpPr>
              <p:sp>
                <p:nvSpPr>
                  <p:cNvPr id="6277" name="Google Shape;6277;p75"/>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8" name="Google Shape;6278;p75"/>
                  <p:cNvGrpSpPr/>
                  <p:nvPr/>
                </p:nvGrpSpPr>
                <p:grpSpPr>
                  <a:xfrm>
                    <a:off x="1501054" y="3655851"/>
                    <a:ext cx="155286" cy="198867"/>
                    <a:chOff x="1501054" y="3655851"/>
                    <a:chExt cx="155286" cy="198867"/>
                  </a:xfrm>
                </p:grpSpPr>
                <p:sp>
                  <p:nvSpPr>
                    <p:cNvPr id="6279" name="Google Shape;6279;p75"/>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5"/>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281" name="Google Shape;6281;p75"/>
              <p:cNvGrpSpPr/>
              <p:nvPr/>
            </p:nvGrpSpPr>
            <p:grpSpPr>
              <a:xfrm>
                <a:off x="724986" y="3800594"/>
                <a:ext cx="532950" cy="302090"/>
                <a:chOff x="724986" y="3800594"/>
                <a:chExt cx="532950" cy="302090"/>
              </a:xfrm>
            </p:grpSpPr>
            <p:grpSp>
              <p:nvGrpSpPr>
                <p:cNvPr id="6282" name="Google Shape;6282;p75"/>
                <p:cNvGrpSpPr/>
                <p:nvPr/>
              </p:nvGrpSpPr>
              <p:grpSpPr>
                <a:xfrm>
                  <a:off x="724986" y="4044367"/>
                  <a:ext cx="181314" cy="25626"/>
                  <a:chOff x="724986" y="4044367"/>
                  <a:chExt cx="181314" cy="25626"/>
                </a:xfrm>
              </p:grpSpPr>
              <p:sp>
                <p:nvSpPr>
                  <p:cNvPr id="6283" name="Google Shape;6283;p75"/>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5"/>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75"/>
                <p:cNvGrpSpPr/>
                <p:nvPr/>
              </p:nvGrpSpPr>
              <p:grpSpPr>
                <a:xfrm>
                  <a:off x="906290" y="3800594"/>
                  <a:ext cx="351646" cy="302090"/>
                  <a:chOff x="906290" y="3800594"/>
                  <a:chExt cx="351646" cy="302090"/>
                </a:xfrm>
              </p:grpSpPr>
              <p:grpSp>
                <p:nvGrpSpPr>
                  <p:cNvPr id="6286" name="Google Shape;6286;p75"/>
                  <p:cNvGrpSpPr/>
                  <p:nvPr/>
                </p:nvGrpSpPr>
                <p:grpSpPr>
                  <a:xfrm>
                    <a:off x="1084172" y="3842857"/>
                    <a:ext cx="173764" cy="217131"/>
                    <a:chOff x="1084172" y="3842857"/>
                    <a:chExt cx="173764" cy="217131"/>
                  </a:xfrm>
                </p:grpSpPr>
                <p:grpSp>
                  <p:nvGrpSpPr>
                    <p:cNvPr id="6287" name="Google Shape;6287;p75"/>
                    <p:cNvGrpSpPr/>
                    <p:nvPr/>
                  </p:nvGrpSpPr>
                  <p:grpSpPr>
                    <a:xfrm>
                      <a:off x="1156862" y="3936509"/>
                      <a:ext cx="101073" cy="25622"/>
                      <a:chOff x="1156862" y="3936509"/>
                      <a:chExt cx="101073" cy="25622"/>
                    </a:xfrm>
                  </p:grpSpPr>
                  <p:sp>
                    <p:nvSpPr>
                      <p:cNvPr id="6288" name="Google Shape;6288;p75"/>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5"/>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0" name="Google Shape;6290;p75"/>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1" name="Google Shape;6291;p75"/>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5"/>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75"/>
                <p:cNvGrpSpPr/>
                <p:nvPr/>
              </p:nvGrpSpPr>
              <p:grpSpPr>
                <a:xfrm>
                  <a:off x="724986" y="3830189"/>
                  <a:ext cx="189533" cy="25626"/>
                  <a:chOff x="724986" y="3830189"/>
                  <a:chExt cx="189533" cy="25626"/>
                </a:xfrm>
              </p:grpSpPr>
              <p:sp>
                <p:nvSpPr>
                  <p:cNvPr id="6294" name="Google Shape;6294;p75"/>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5"/>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6296" name="Google Shape;6296;p75"/>
          <p:cNvGrpSpPr/>
          <p:nvPr/>
        </p:nvGrpSpPr>
        <p:grpSpPr>
          <a:xfrm>
            <a:off x="2253298" y="2455640"/>
            <a:ext cx="948701" cy="935378"/>
            <a:chOff x="2253298" y="2428317"/>
            <a:chExt cx="948701" cy="935378"/>
          </a:xfrm>
        </p:grpSpPr>
        <p:sp>
          <p:nvSpPr>
            <p:cNvPr id="6297" name="Google Shape;6297;p75"/>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5"/>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5"/>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5"/>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5"/>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5"/>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5"/>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5"/>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5"/>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5"/>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5"/>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5"/>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5"/>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5"/>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5"/>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5"/>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5"/>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5"/>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5"/>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5"/>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5"/>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5"/>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5"/>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5"/>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5"/>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5"/>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5"/>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5"/>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5"/>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5"/>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5"/>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5"/>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5"/>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3" name="Shape 6333"/>
        <p:cNvGrpSpPr/>
        <p:nvPr/>
      </p:nvGrpSpPr>
      <p:grpSpPr>
        <a:xfrm>
          <a:off x="0" y="0"/>
          <a:ext cx="0" cy="0"/>
          <a:chOff x="0" y="0"/>
          <a:chExt cx="0" cy="0"/>
        </a:xfrm>
      </p:grpSpPr>
      <p:grpSp>
        <p:nvGrpSpPr>
          <p:cNvPr id="6334" name="Google Shape;6334;p76"/>
          <p:cNvGrpSpPr/>
          <p:nvPr/>
        </p:nvGrpSpPr>
        <p:grpSpPr>
          <a:xfrm>
            <a:off x="3353582" y="1145627"/>
            <a:ext cx="2363393" cy="1017867"/>
            <a:chOff x="3292400" y="1219146"/>
            <a:chExt cx="2615240" cy="1110239"/>
          </a:xfrm>
        </p:grpSpPr>
        <p:sp>
          <p:nvSpPr>
            <p:cNvPr id="6335" name="Google Shape;6335;p76"/>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6336" name="Google Shape;6336;p76"/>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37" name="Google Shape;6337;p76"/>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6338" name="Google Shape;6338;p76"/>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6339" name="Google Shape;6339;p76"/>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6340" name="Google Shape;6340;p76"/>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6341" name="Google Shape;6341;p76"/>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6342" name="Google Shape;6342;p76"/>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6343" name="Google Shape;6343;p76"/>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6344" name="Google Shape;6344;p76"/>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6345" name="Google Shape;6345;p76"/>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346" name="Google Shape;6346;p76"/>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6347" name="Google Shape;6347;p76"/>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348" name="Google Shape;6348;p76"/>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6349" name="Google Shape;6349;p76"/>
            <p:cNvGrpSpPr/>
            <p:nvPr/>
          </p:nvGrpSpPr>
          <p:grpSpPr>
            <a:xfrm>
              <a:off x="3748438" y="1378608"/>
              <a:ext cx="2159202" cy="903971"/>
              <a:chOff x="1683525" y="2179850"/>
              <a:chExt cx="4519050" cy="2134525"/>
            </a:xfrm>
          </p:grpSpPr>
          <p:sp>
            <p:nvSpPr>
              <p:cNvPr id="6350" name="Google Shape;6350;p7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51" name="Google Shape;6351;p7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52" name="Google Shape;6352;p7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53" name="Google Shape;6353;p7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54" name="Google Shape;6354;p7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55" name="Google Shape;6355;p7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56" name="Google Shape;6356;p7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57" name="Google Shape;6357;p7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58" name="Google Shape;6358;p7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59" name="Google Shape;6359;p7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60" name="Google Shape;6360;p7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61" name="Google Shape;6361;p7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6362" name="Google Shape;6362;p76"/>
          <p:cNvGraphicFramePr/>
          <p:nvPr/>
        </p:nvGraphicFramePr>
        <p:xfrm>
          <a:off x="5949675" y="2323100"/>
          <a:ext cx="3000000" cy="3000000"/>
        </p:xfrm>
        <a:graphic>
          <a:graphicData uri="http://schemas.openxmlformats.org/drawingml/2006/table">
            <a:tbl>
              <a:tblPr>
                <a:noFill/>
                <a:tableStyleId>{71583CF0-C2A1-4F56-BDE7-7A6A75FA93E9}</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6363" name="Google Shape;6363;p76"/>
          <p:cNvGrpSpPr/>
          <p:nvPr/>
        </p:nvGrpSpPr>
        <p:grpSpPr>
          <a:xfrm>
            <a:off x="5926924" y="3381697"/>
            <a:ext cx="2519825" cy="1001454"/>
            <a:chOff x="1906114" y="789980"/>
            <a:chExt cx="1487676" cy="606868"/>
          </a:xfrm>
        </p:grpSpPr>
        <p:cxnSp>
          <p:nvCxnSpPr>
            <p:cNvPr id="6364" name="Google Shape;6364;p7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365" name="Google Shape;6365;p7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366" name="Google Shape;6366;p7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6367" name="Google Shape;6367;p7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6368" name="Google Shape;6368;p7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6369" name="Google Shape;6369;p7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6370" name="Google Shape;6370;p7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6371" name="Google Shape;6371;p7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6378" name="Google Shape;6378;p7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6379" name="Google Shape;6379;p7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6380" name="Google Shape;6380;p7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76"/>
          <p:cNvGrpSpPr/>
          <p:nvPr/>
        </p:nvGrpSpPr>
        <p:grpSpPr>
          <a:xfrm>
            <a:off x="726399" y="1190655"/>
            <a:ext cx="2394370" cy="976502"/>
            <a:chOff x="749309" y="1112739"/>
            <a:chExt cx="2371603" cy="976502"/>
          </a:xfrm>
        </p:grpSpPr>
        <p:sp>
          <p:nvSpPr>
            <p:cNvPr id="6382" name="Google Shape;6382;p76"/>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6"/>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6"/>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6"/>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6"/>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6"/>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6"/>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6"/>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6"/>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6"/>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6"/>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6"/>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6"/>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6"/>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6"/>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6"/>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6"/>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6"/>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6"/>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6"/>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6"/>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6"/>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6"/>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6"/>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6"/>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6"/>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6"/>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6"/>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6414" name="Google Shape;6414;p76"/>
          <p:cNvGraphicFramePr/>
          <p:nvPr/>
        </p:nvGraphicFramePr>
        <p:xfrm>
          <a:off x="5949700" y="1188950"/>
          <a:ext cx="3000000" cy="3000000"/>
        </p:xfrm>
        <a:graphic>
          <a:graphicData uri="http://schemas.openxmlformats.org/drawingml/2006/table">
            <a:tbl>
              <a:tblPr>
                <a:noFill/>
                <a:tableStyleId>{71583CF0-C2A1-4F56-BDE7-7A6A75FA93E9}</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6415" name="Google Shape;6415;p76"/>
          <p:cNvGraphicFramePr/>
          <p:nvPr/>
        </p:nvGraphicFramePr>
        <p:xfrm>
          <a:off x="3356413" y="2323100"/>
          <a:ext cx="3000000" cy="3000000"/>
        </p:xfrm>
        <a:graphic>
          <a:graphicData uri="http://schemas.openxmlformats.org/drawingml/2006/table">
            <a:tbl>
              <a:tblPr>
                <a:noFill/>
                <a:tableStyleId>{71583CF0-C2A1-4F56-BDE7-7A6A75FA93E9}</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416" name="Google Shape;6416;p76"/>
          <p:cNvGrpSpPr/>
          <p:nvPr/>
        </p:nvGrpSpPr>
        <p:grpSpPr>
          <a:xfrm>
            <a:off x="4100342" y="2709743"/>
            <a:ext cx="1517436" cy="74460"/>
            <a:chOff x="3980086" y="2804397"/>
            <a:chExt cx="1227600" cy="66900"/>
          </a:xfrm>
        </p:grpSpPr>
        <p:sp>
          <p:nvSpPr>
            <p:cNvPr id="6417" name="Google Shape;6417;p7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9" name="Google Shape;6419;p76"/>
          <p:cNvGrpSpPr/>
          <p:nvPr/>
        </p:nvGrpSpPr>
        <p:grpSpPr>
          <a:xfrm>
            <a:off x="4725406" y="3002330"/>
            <a:ext cx="892956" cy="74460"/>
            <a:chOff x="3980086" y="2804397"/>
            <a:chExt cx="1227600" cy="66900"/>
          </a:xfrm>
        </p:grpSpPr>
        <p:sp>
          <p:nvSpPr>
            <p:cNvPr id="6420" name="Google Shape;6420;p7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2" name="Google Shape;6422;p76"/>
          <p:cNvGrpSpPr/>
          <p:nvPr/>
        </p:nvGrpSpPr>
        <p:grpSpPr>
          <a:xfrm>
            <a:off x="3358498" y="3361213"/>
            <a:ext cx="2363244" cy="1005943"/>
            <a:chOff x="3358415" y="3361302"/>
            <a:chExt cx="2363244" cy="1024695"/>
          </a:xfrm>
        </p:grpSpPr>
        <p:grpSp>
          <p:nvGrpSpPr>
            <p:cNvPr id="6423" name="Google Shape;6423;p76"/>
            <p:cNvGrpSpPr/>
            <p:nvPr/>
          </p:nvGrpSpPr>
          <p:grpSpPr>
            <a:xfrm>
              <a:off x="3358415" y="3361302"/>
              <a:ext cx="441300" cy="1024695"/>
              <a:chOff x="3358415" y="3361302"/>
              <a:chExt cx="441300" cy="1024695"/>
            </a:xfrm>
          </p:grpSpPr>
          <p:sp>
            <p:nvSpPr>
              <p:cNvPr id="6424" name="Google Shape;6424;p76"/>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6"/>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6"/>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6"/>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6"/>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6"/>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0" name="Google Shape;6430;p76"/>
            <p:cNvGrpSpPr/>
            <p:nvPr/>
          </p:nvGrpSpPr>
          <p:grpSpPr>
            <a:xfrm>
              <a:off x="3838901" y="3361302"/>
              <a:ext cx="441300" cy="1024695"/>
              <a:chOff x="3838901" y="3361302"/>
              <a:chExt cx="441300" cy="1024695"/>
            </a:xfrm>
          </p:grpSpPr>
          <p:sp>
            <p:nvSpPr>
              <p:cNvPr id="6431" name="Google Shape;6431;p76"/>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6"/>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6"/>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6"/>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6"/>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6"/>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7" name="Google Shape;6437;p76"/>
            <p:cNvGrpSpPr/>
            <p:nvPr/>
          </p:nvGrpSpPr>
          <p:grpSpPr>
            <a:xfrm>
              <a:off x="4319387" y="3361302"/>
              <a:ext cx="441300" cy="1024695"/>
              <a:chOff x="4319387" y="3361302"/>
              <a:chExt cx="441300" cy="1024695"/>
            </a:xfrm>
          </p:grpSpPr>
          <p:sp>
            <p:nvSpPr>
              <p:cNvPr id="6438" name="Google Shape;6438;p76"/>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6"/>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6"/>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6"/>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6"/>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6"/>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4" name="Google Shape;6444;p76"/>
            <p:cNvGrpSpPr/>
            <p:nvPr/>
          </p:nvGrpSpPr>
          <p:grpSpPr>
            <a:xfrm>
              <a:off x="4799873" y="3361302"/>
              <a:ext cx="441300" cy="1024695"/>
              <a:chOff x="4799873" y="3361302"/>
              <a:chExt cx="441300" cy="1024695"/>
            </a:xfrm>
          </p:grpSpPr>
          <p:sp>
            <p:nvSpPr>
              <p:cNvPr id="6445" name="Google Shape;6445;p76"/>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6"/>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6"/>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6"/>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6"/>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6"/>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1" name="Google Shape;6451;p76"/>
            <p:cNvGrpSpPr/>
            <p:nvPr/>
          </p:nvGrpSpPr>
          <p:grpSpPr>
            <a:xfrm>
              <a:off x="5280360" y="3361302"/>
              <a:ext cx="441300" cy="1024695"/>
              <a:chOff x="5280360" y="3361302"/>
              <a:chExt cx="441300" cy="1024695"/>
            </a:xfrm>
          </p:grpSpPr>
          <p:sp>
            <p:nvSpPr>
              <p:cNvPr id="6452" name="Google Shape;6452;p76"/>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6"/>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6"/>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6"/>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6"/>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6"/>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6458" name="Google Shape;6458;p76"/>
          <p:cNvGraphicFramePr/>
          <p:nvPr/>
        </p:nvGraphicFramePr>
        <p:xfrm>
          <a:off x="724925" y="2323100"/>
          <a:ext cx="3000000" cy="3000000"/>
        </p:xfrm>
        <a:graphic>
          <a:graphicData uri="http://schemas.openxmlformats.org/drawingml/2006/table">
            <a:tbl>
              <a:tblPr>
                <a:noFill/>
                <a:tableStyleId>{71583CF0-C2A1-4F56-BDE7-7A6A75FA93E9}</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459" name="Google Shape;6459;p76"/>
          <p:cNvGrpSpPr/>
          <p:nvPr/>
        </p:nvGrpSpPr>
        <p:grpSpPr>
          <a:xfrm>
            <a:off x="726450" y="3372825"/>
            <a:ext cx="2403614" cy="1005900"/>
            <a:chOff x="726450" y="3372825"/>
            <a:chExt cx="2403614" cy="1005900"/>
          </a:xfrm>
        </p:grpSpPr>
        <p:grpSp>
          <p:nvGrpSpPr>
            <p:cNvPr id="6460" name="Google Shape;6460;p76"/>
            <p:cNvGrpSpPr/>
            <p:nvPr/>
          </p:nvGrpSpPr>
          <p:grpSpPr>
            <a:xfrm>
              <a:off x="726450" y="3696000"/>
              <a:ext cx="2403614" cy="500898"/>
              <a:chOff x="726450" y="3696000"/>
              <a:chExt cx="2403614" cy="500898"/>
            </a:xfrm>
          </p:grpSpPr>
          <p:sp>
            <p:nvSpPr>
              <p:cNvPr id="6461" name="Google Shape;6461;p76"/>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462" name="Google Shape;6462;p76"/>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463" name="Google Shape;6463;p76"/>
            <p:cNvGrpSpPr/>
            <p:nvPr/>
          </p:nvGrpSpPr>
          <p:grpSpPr>
            <a:xfrm>
              <a:off x="1348050" y="3372825"/>
              <a:ext cx="1720425" cy="1005900"/>
              <a:chOff x="1348050" y="3372825"/>
              <a:chExt cx="1720425" cy="1005900"/>
            </a:xfrm>
          </p:grpSpPr>
          <p:sp>
            <p:nvSpPr>
              <p:cNvPr id="6464" name="Google Shape;6464;p76"/>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465" name="Google Shape;6465;p76"/>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466" name="Google Shape;6466;p76"/>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467" name="Google Shape;6467;p76"/>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468" name="Google Shape;6468;p76"/>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469" name="Google Shape;6469;p76"/>
            <p:cNvGrpSpPr/>
            <p:nvPr/>
          </p:nvGrpSpPr>
          <p:grpSpPr>
            <a:xfrm>
              <a:off x="1455707" y="3731058"/>
              <a:ext cx="1491150" cy="417657"/>
              <a:chOff x="1455707" y="3731058"/>
              <a:chExt cx="1491150" cy="417657"/>
            </a:xfrm>
          </p:grpSpPr>
          <p:grpSp>
            <p:nvGrpSpPr>
              <p:cNvPr id="6470" name="Google Shape;6470;p76"/>
              <p:cNvGrpSpPr/>
              <p:nvPr/>
            </p:nvGrpSpPr>
            <p:grpSpPr>
              <a:xfrm>
                <a:off x="1472938" y="3745828"/>
                <a:ext cx="72126" cy="53788"/>
                <a:chOff x="1472938" y="3745828"/>
                <a:chExt cx="72126" cy="53788"/>
              </a:xfrm>
            </p:grpSpPr>
            <p:sp>
              <p:nvSpPr>
                <p:cNvPr id="6471" name="Google Shape;6471;p76"/>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6"/>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3" name="Google Shape;6473;p76"/>
              <p:cNvGrpSpPr/>
              <p:nvPr/>
            </p:nvGrpSpPr>
            <p:grpSpPr>
              <a:xfrm>
                <a:off x="1819181" y="4089633"/>
                <a:ext cx="72126" cy="53788"/>
                <a:chOff x="1819181" y="4089633"/>
                <a:chExt cx="72126" cy="53788"/>
              </a:xfrm>
            </p:grpSpPr>
            <p:sp>
              <p:nvSpPr>
                <p:cNvPr id="6474" name="Google Shape;6474;p76"/>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6"/>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6" name="Google Shape;6476;p76"/>
              <p:cNvGrpSpPr/>
              <p:nvPr/>
            </p:nvGrpSpPr>
            <p:grpSpPr>
              <a:xfrm>
                <a:off x="1455707" y="4084171"/>
                <a:ext cx="64321" cy="64544"/>
                <a:chOff x="1455707" y="4084171"/>
                <a:chExt cx="64321" cy="64544"/>
              </a:xfrm>
            </p:grpSpPr>
            <p:sp>
              <p:nvSpPr>
                <p:cNvPr id="6477" name="Google Shape;6477;p76"/>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6"/>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9" name="Google Shape;6479;p76"/>
              <p:cNvGrpSpPr/>
              <p:nvPr/>
            </p:nvGrpSpPr>
            <p:grpSpPr>
              <a:xfrm>
                <a:off x="1818610" y="3731058"/>
                <a:ext cx="64321" cy="64544"/>
                <a:chOff x="1818610" y="3731058"/>
                <a:chExt cx="64321" cy="64544"/>
              </a:xfrm>
            </p:grpSpPr>
            <p:sp>
              <p:nvSpPr>
                <p:cNvPr id="6480" name="Google Shape;6480;p76"/>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6"/>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2" name="Google Shape;6482;p76"/>
              <p:cNvGrpSpPr/>
              <p:nvPr/>
            </p:nvGrpSpPr>
            <p:grpSpPr>
              <a:xfrm>
                <a:off x="2172491" y="4089633"/>
                <a:ext cx="72126" cy="53788"/>
                <a:chOff x="2172491" y="4089633"/>
                <a:chExt cx="72126" cy="53788"/>
              </a:xfrm>
            </p:grpSpPr>
            <p:sp>
              <p:nvSpPr>
                <p:cNvPr id="6483" name="Google Shape;6483;p76"/>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6"/>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76"/>
              <p:cNvGrpSpPr/>
              <p:nvPr/>
            </p:nvGrpSpPr>
            <p:grpSpPr>
              <a:xfrm>
                <a:off x="2171920" y="3731058"/>
                <a:ext cx="64321" cy="64544"/>
                <a:chOff x="2171920" y="3731058"/>
                <a:chExt cx="64321" cy="64544"/>
              </a:xfrm>
            </p:grpSpPr>
            <p:sp>
              <p:nvSpPr>
                <p:cNvPr id="6486" name="Google Shape;6486;p76"/>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6"/>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8" name="Google Shape;6488;p76"/>
              <p:cNvGrpSpPr/>
              <p:nvPr/>
            </p:nvGrpSpPr>
            <p:grpSpPr>
              <a:xfrm>
                <a:off x="2874730" y="3745828"/>
                <a:ext cx="72126" cy="53788"/>
                <a:chOff x="2874730" y="3745828"/>
                <a:chExt cx="72126" cy="53788"/>
              </a:xfrm>
            </p:grpSpPr>
            <p:sp>
              <p:nvSpPr>
                <p:cNvPr id="6489" name="Google Shape;6489;p76"/>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6"/>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1" name="Google Shape;6491;p76"/>
              <p:cNvGrpSpPr/>
              <p:nvPr/>
            </p:nvGrpSpPr>
            <p:grpSpPr>
              <a:xfrm>
                <a:off x="2878589" y="4081481"/>
                <a:ext cx="64321" cy="64544"/>
                <a:chOff x="2878589" y="4081481"/>
                <a:chExt cx="64321" cy="64544"/>
              </a:xfrm>
            </p:grpSpPr>
            <p:sp>
              <p:nvSpPr>
                <p:cNvPr id="6492" name="Google Shape;6492;p76"/>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6"/>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4" name="Google Shape;6494;p76"/>
              <p:cNvGrpSpPr/>
              <p:nvPr/>
            </p:nvGrpSpPr>
            <p:grpSpPr>
              <a:xfrm>
                <a:off x="2525796" y="4089633"/>
                <a:ext cx="72126" cy="53788"/>
                <a:chOff x="2525796" y="4089633"/>
                <a:chExt cx="72126" cy="53788"/>
              </a:xfrm>
            </p:grpSpPr>
            <p:sp>
              <p:nvSpPr>
                <p:cNvPr id="6495" name="Google Shape;6495;p76"/>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6"/>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76"/>
              <p:cNvGrpSpPr/>
              <p:nvPr/>
            </p:nvGrpSpPr>
            <p:grpSpPr>
              <a:xfrm>
                <a:off x="2525225" y="3731058"/>
                <a:ext cx="64321" cy="64544"/>
                <a:chOff x="2525225" y="3731058"/>
                <a:chExt cx="64321" cy="64544"/>
              </a:xfrm>
            </p:grpSpPr>
            <p:sp>
              <p:nvSpPr>
                <p:cNvPr id="6498" name="Google Shape;6498;p76"/>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6"/>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03" name="Shape 6503"/>
        <p:cNvGrpSpPr/>
        <p:nvPr/>
      </p:nvGrpSpPr>
      <p:grpSpPr>
        <a:xfrm>
          <a:off x="0" y="0"/>
          <a:ext cx="0" cy="0"/>
          <a:chOff x="0" y="0"/>
          <a:chExt cx="0" cy="0"/>
        </a:xfrm>
      </p:grpSpPr>
      <p:grpSp>
        <p:nvGrpSpPr>
          <p:cNvPr id="6504" name="Google Shape;6504;p77"/>
          <p:cNvGrpSpPr/>
          <p:nvPr/>
        </p:nvGrpSpPr>
        <p:grpSpPr>
          <a:xfrm>
            <a:off x="732428" y="1171356"/>
            <a:ext cx="845921" cy="690752"/>
            <a:chOff x="732428" y="1198513"/>
            <a:chExt cx="845921" cy="690752"/>
          </a:xfrm>
        </p:grpSpPr>
        <p:grpSp>
          <p:nvGrpSpPr>
            <p:cNvPr id="6505" name="Google Shape;6505;p77"/>
            <p:cNvGrpSpPr/>
            <p:nvPr/>
          </p:nvGrpSpPr>
          <p:grpSpPr>
            <a:xfrm>
              <a:off x="823030" y="1198513"/>
              <a:ext cx="755319" cy="690752"/>
              <a:chOff x="823030" y="1198513"/>
              <a:chExt cx="755319" cy="690752"/>
            </a:xfrm>
          </p:grpSpPr>
          <p:sp>
            <p:nvSpPr>
              <p:cNvPr id="6506" name="Google Shape;6506;p77"/>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7"/>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8" name="Google Shape;6508;p77"/>
            <p:cNvGrpSpPr/>
            <p:nvPr/>
          </p:nvGrpSpPr>
          <p:grpSpPr>
            <a:xfrm>
              <a:off x="732428" y="1239937"/>
              <a:ext cx="739912" cy="607886"/>
              <a:chOff x="732428" y="1239937"/>
              <a:chExt cx="739912" cy="607886"/>
            </a:xfrm>
          </p:grpSpPr>
          <p:sp>
            <p:nvSpPr>
              <p:cNvPr id="6509" name="Google Shape;6509;p77"/>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7"/>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1" name="Google Shape;6511;p77"/>
            <p:cNvGrpSpPr/>
            <p:nvPr/>
          </p:nvGrpSpPr>
          <p:grpSpPr>
            <a:xfrm>
              <a:off x="732428" y="1277018"/>
              <a:ext cx="702832" cy="533758"/>
              <a:chOff x="732428" y="1277018"/>
              <a:chExt cx="702832" cy="533758"/>
            </a:xfrm>
          </p:grpSpPr>
          <p:sp>
            <p:nvSpPr>
              <p:cNvPr id="6512" name="Google Shape;6512;p77"/>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7"/>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77"/>
            <p:cNvGrpSpPr/>
            <p:nvPr/>
          </p:nvGrpSpPr>
          <p:grpSpPr>
            <a:xfrm>
              <a:off x="931170" y="1306653"/>
              <a:ext cx="647179" cy="474455"/>
              <a:chOff x="931170" y="1306653"/>
              <a:chExt cx="647179" cy="474455"/>
            </a:xfrm>
          </p:grpSpPr>
          <p:sp>
            <p:nvSpPr>
              <p:cNvPr id="6515" name="Google Shape;6515;p77"/>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7"/>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7" name="Google Shape;6517;p77"/>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8" name="Google Shape;6518;p77"/>
          <p:cNvGrpSpPr/>
          <p:nvPr/>
        </p:nvGrpSpPr>
        <p:grpSpPr>
          <a:xfrm>
            <a:off x="3964037" y="1171363"/>
            <a:ext cx="634656" cy="699982"/>
            <a:chOff x="5985650" y="2860025"/>
            <a:chExt cx="1396075" cy="1539775"/>
          </a:xfrm>
        </p:grpSpPr>
        <p:sp>
          <p:nvSpPr>
            <p:cNvPr id="6519" name="Google Shape;6519;p7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1" name="Google Shape;6551;p77"/>
          <p:cNvGrpSpPr/>
          <p:nvPr/>
        </p:nvGrpSpPr>
        <p:grpSpPr>
          <a:xfrm>
            <a:off x="4719687" y="1171356"/>
            <a:ext cx="725845" cy="699975"/>
            <a:chOff x="4249973" y="1201875"/>
            <a:chExt cx="1958568" cy="1888762"/>
          </a:xfrm>
        </p:grpSpPr>
        <p:sp>
          <p:nvSpPr>
            <p:cNvPr id="6552" name="Google Shape;6552;p77"/>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3" name="Google Shape;6553;p77"/>
            <p:cNvGrpSpPr/>
            <p:nvPr/>
          </p:nvGrpSpPr>
          <p:grpSpPr>
            <a:xfrm>
              <a:off x="5853086" y="1789142"/>
              <a:ext cx="355454" cy="1048099"/>
              <a:chOff x="5576108" y="2016725"/>
              <a:chExt cx="565200" cy="1666560"/>
            </a:xfrm>
          </p:grpSpPr>
          <p:sp>
            <p:nvSpPr>
              <p:cNvPr id="6554" name="Google Shape;6554;p77"/>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555" name="Google Shape;6555;p7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6" name="Google Shape;6556;p77"/>
            <p:cNvGrpSpPr/>
            <p:nvPr/>
          </p:nvGrpSpPr>
          <p:grpSpPr>
            <a:xfrm>
              <a:off x="4869455" y="2691676"/>
              <a:ext cx="1013897" cy="398961"/>
              <a:chOff x="4012057" y="3451825"/>
              <a:chExt cx="1612175" cy="634379"/>
            </a:xfrm>
          </p:grpSpPr>
          <p:sp>
            <p:nvSpPr>
              <p:cNvPr id="6557" name="Google Shape;6557;p77"/>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558" name="Google Shape;6558;p7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9" name="Google Shape;6559;p77"/>
            <p:cNvGrpSpPr/>
            <p:nvPr/>
          </p:nvGrpSpPr>
          <p:grpSpPr>
            <a:xfrm>
              <a:off x="4276937" y="2155961"/>
              <a:ext cx="651965" cy="891358"/>
              <a:chOff x="3069908" y="2599997"/>
              <a:chExt cx="1036675" cy="1417328"/>
            </a:xfrm>
          </p:grpSpPr>
          <p:sp>
            <p:nvSpPr>
              <p:cNvPr id="6560" name="Google Shape;6560;p77"/>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561" name="Google Shape;6561;p7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2" name="Google Shape;6562;p77"/>
            <p:cNvGrpSpPr/>
            <p:nvPr/>
          </p:nvGrpSpPr>
          <p:grpSpPr>
            <a:xfrm>
              <a:off x="5054918" y="1201875"/>
              <a:ext cx="999548" cy="602711"/>
              <a:chOff x="4306958" y="1082925"/>
              <a:chExt cx="1589359" cy="958358"/>
            </a:xfrm>
          </p:grpSpPr>
          <p:sp>
            <p:nvSpPr>
              <p:cNvPr id="6563" name="Google Shape;6563;p77"/>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564" name="Google Shape;6564;p7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5" name="Google Shape;6565;p77"/>
            <p:cNvGrpSpPr/>
            <p:nvPr/>
          </p:nvGrpSpPr>
          <p:grpSpPr>
            <a:xfrm>
              <a:off x="4249973" y="1303451"/>
              <a:ext cx="799317" cy="841334"/>
              <a:chOff x="3027033" y="1244439"/>
              <a:chExt cx="1270977" cy="1337786"/>
            </a:xfrm>
          </p:grpSpPr>
          <p:sp>
            <p:nvSpPr>
              <p:cNvPr id="6566" name="Google Shape;6566;p77"/>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567" name="Google Shape;6567;p7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68" name="Google Shape;6568;p77"/>
          <p:cNvGrpSpPr/>
          <p:nvPr/>
        </p:nvGrpSpPr>
        <p:grpSpPr>
          <a:xfrm>
            <a:off x="4072551" y="2058137"/>
            <a:ext cx="750769" cy="683784"/>
            <a:chOff x="4204684" y="2104422"/>
            <a:chExt cx="699822" cy="637382"/>
          </a:xfrm>
        </p:grpSpPr>
        <p:grpSp>
          <p:nvGrpSpPr>
            <p:cNvPr id="6569" name="Google Shape;6569;p77"/>
            <p:cNvGrpSpPr/>
            <p:nvPr/>
          </p:nvGrpSpPr>
          <p:grpSpPr>
            <a:xfrm>
              <a:off x="4204684" y="2430067"/>
              <a:ext cx="342957" cy="311738"/>
              <a:chOff x="4204684" y="2430067"/>
              <a:chExt cx="342957" cy="311738"/>
            </a:xfrm>
          </p:grpSpPr>
          <p:sp>
            <p:nvSpPr>
              <p:cNvPr id="6570" name="Google Shape;6570;p77"/>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7"/>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2" name="Google Shape;6572;p77"/>
            <p:cNvGrpSpPr/>
            <p:nvPr/>
          </p:nvGrpSpPr>
          <p:grpSpPr>
            <a:xfrm>
              <a:off x="4561586" y="2430067"/>
              <a:ext cx="342920" cy="311738"/>
              <a:chOff x="4561586" y="2430067"/>
              <a:chExt cx="342920" cy="311738"/>
            </a:xfrm>
          </p:grpSpPr>
          <p:sp>
            <p:nvSpPr>
              <p:cNvPr id="6573" name="Google Shape;6573;p77"/>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7"/>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5" name="Google Shape;6575;p77"/>
            <p:cNvGrpSpPr/>
            <p:nvPr/>
          </p:nvGrpSpPr>
          <p:grpSpPr>
            <a:xfrm>
              <a:off x="4561586" y="2104422"/>
              <a:ext cx="342920" cy="311738"/>
              <a:chOff x="4561586" y="2104422"/>
              <a:chExt cx="342920" cy="311738"/>
            </a:xfrm>
          </p:grpSpPr>
          <p:sp>
            <p:nvSpPr>
              <p:cNvPr id="6576" name="Google Shape;6576;p77"/>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7"/>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8" name="Google Shape;6578;p77"/>
            <p:cNvGrpSpPr/>
            <p:nvPr/>
          </p:nvGrpSpPr>
          <p:grpSpPr>
            <a:xfrm>
              <a:off x="4204684" y="2104422"/>
              <a:ext cx="342957" cy="311664"/>
              <a:chOff x="4204684" y="2104422"/>
              <a:chExt cx="342957" cy="311664"/>
            </a:xfrm>
          </p:grpSpPr>
          <p:sp>
            <p:nvSpPr>
              <p:cNvPr id="6579" name="Google Shape;6579;p77"/>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7"/>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81" name="Google Shape;6581;p77"/>
          <p:cNvGrpSpPr/>
          <p:nvPr/>
        </p:nvGrpSpPr>
        <p:grpSpPr>
          <a:xfrm>
            <a:off x="5536984" y="1171351"/>
            <a:ext cx="660591" cy="688867"/>
            <a:chOff x="5830645" y="1267368"/>
            <a:chExt cx="530340" cy="553040"/>
          </a:xfrm>
        </p:grpSpPr>
        <p:sp>
          <p:nvSpPr>
            <p:cNvPr id="6582" name="Google Shape;6582;p77"/>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3" name="Google Shape;6583;p77"/>
            <p:cNvGrpSpPr/>
            <p:nvPr/>
          </p:nvGrpSpPr>
          <p:grpSpPr>
            <a:xfrm>
              <a:off x="5830645" y="1267368"/>
              <a:ext cx="259743" cy="269909"/>
              <a:chOff x="5830645" y="1267368"/>
              <a:chExt cx="259743" cy="269909"/>
            </a:xfrm>
          </p:grpSpPr>
          <p:sp>
            <p:nvSpPr>
              <p:cNvPr id="6584" name="Google Shape;6584;p77"/>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7"/>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77"/>
            <p:cNvGrpSpPr/>
            <p:nvPr/>
          </p:nvGrpSpPr>
          <p:grpSpPr>
            <a:xfrm>
              <a:off x="6101293" y="1267368"/>
              <a:ext cx="259692" cy="269909"/>
              <a:chOff x="6101293" y="1267368"/>
              <a:chExt cx="259692" cy="269909"/>
            </a:xfrm>
          </p:grpSpPr>
          <p:sp>
            <p:nvSpPr>
              <p:cNvPr id="6587" name="Google Shape;6587;p77"/>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7"/>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9" name="Google Shape;6589;p77"/>
            <p:cNvGrpSpPr/>
            <p:nvPr/>
          </p:nvGrpSpPr>
          <p:grpSpPr>
            <a:xfrm>
              <a:off x="5830645" y="1550500"/>
              <a:ext cx="259692" cy="269909"/>
              <a:chOff x="5830645" y="1550500"/>
              <a:chExt cx="259692" cy="269909"/>
            </a:xfrm>
          </p:grpSpPr>
          <p:sp>
            <p:nvSpPr>
              <p:cNvPr id="6590" name="Google Shape;6590;p77"/>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7"/>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2" name="Google Shape;6592;p77"/>
            <p:cNvGrpSpPr/>
            <p:nvPr/>
          </p:nvGrpSpPr>
          <p:grpSpPr>
            <a:xfrm>
              <a:off x="6101293" y="1550500"/>
              <a:ext cx="259692" cy="269909"/>
              <a:chOff x="6101293" y="1550500"/>
              <a:chExt cx="259692" cy="269909"/>
            </a:xfrm>
          </p:grpSpPr>
          <p:sp>
            <p:nvSpPr>
              <p:cNvPr id="6593" name="Google Shape;6593;p77"/>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7"/>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95" name="Google Shape;6595;p77"/>
          <p:cNvGrpSpPr/>
          <p:nvPr/>
        </p:nvGrpSpPr>
        <p:grpSpPr>
          <a:xfrm>
            <a:off x="739138" y="2061810"/>
            <a:ext cx="697154" cy="679574"/>
            <a:chOff x="2679875" y="2361475"/>
            <a:chExt cx="780425" cy="760575"/>
          </a:xfrm>
        </p:grpSpPr>
        <p:sp>
          <p:nvSpPr>
            <p:cNvPr id="6596" name="Google Shape;6596;p77"/>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7"/>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7"/>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77"/>
          <p:cNvGrpSpPr/>
          <p:nvPr/>
        </p:nvGrpSpPr>
        <p:grpSpPr>
          <a:xfrm>
            <a:off x="3138297" y="1171402"/>
            <a:ext cx="735829" cy="684547"/>
            <a:chOff x="3351965" y="1148808"/>
            <a:chExt cx="750770" cy="698375"/>
          </a:xfrm>
        </p:grpSpPr>
        <p:grpSp>
          <p:nvGrpSpPr>
            <p:cNvPr id="6603" name="Google Shape;6603;p77"/>
            <p:cNvGrpSpPr/>
            <p:nvPr/>
          </p:nvGrpSpPr>
          <p:grpSpPr>
            <a:xfrm>
              <a:off x="3586796" y="1148808"/>
              <a:ext cx="294857" cy="286830"/>
              <a:chOff x="3750225" y="1774000"/>
              <a:chExt cx="149575" cy="145525"/>
            </a:xfrm>
          </p:grpSpPr>
          <p:sp>
            <p:nvSpPr>
              <p:cNvPr id="6604" name="Google Shape;6604;p7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77"/>
            <p:cNvGrpSpPr/>
            <p:nvPr/>
          </p:nvGrpSpPr>
          <p:grpSpPr>
            <a:xfrm>
              <a:off x="3779245" y="1375768"/>
              <a:ext cx="323490" cy="286978"/>
              <a:chOff x="3847850" y="1889150"/>
              <a:chExt cx="164100" cy="145600"/>
            </a:xfrm>
          </p:grpSpPr>
          <p:sp>
            <p:nvSpPr>
              <p:cNvPr id="6607" name="Google Shape;6607;p7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77"/>
            <p:cNvGrpSpPr/>
            <p:nvPr/>
          </p:nvGrpSpPr>
          <p:grpSpPr>
            <a:xfrm>
              <a:off x="3351965" y="1330435"/>
              <a:ext cx="295449" cy="285401"/>
              <a:chOff x="3631100" y="1866150"/>
              <a:chExt cx="149875" cy="144800"/>
            </a:xfrm>
          </p:grpSpPr>
          <p:sp>
            <p:nvSpPr>
              <p:cNvPr id="6610" name="Google Shape;6610;p7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77"/>
            <p:cNvGrpSpPr/>
            <p:nvPr/>
          </p:nvGrpSpPr>
          <p:grpSpPr>
            <a:xfrm>
              <a:off x="3548208" y="1560352"/>
              <a:ext cx="294808" cy="286830"/>
              <a:chOff x="3730650" y="1982800"/>
              <a:chExt cx="149550" cy="145525"/>
            </a:xfrm>
          </p:grpSpPr>
          <p:sp>
            <p:nvSpPr>
              <p:cNvPr id="6613" name="Google Shape;6613;p7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15" name="Google Shape;6615;p77"/>
          <p:cNvGrpSpPr/>
          <p:nvPr/>
        </p:nvGrpSpPr>
        <p:grpSpPr>
          <a:xfrm>
            <a:off x="7639949" y="1171356"/>
            <a:ext cx="804565" cy="677795"/>
            <a:chOff x="7636443" y="1204988"/>
            <a:chExt cx="804565" cy="677795"/>
          </a:xfrm>
        </p:grpSpPr>
        <p:grpSp>
          <p:nvGrpSpPr>
            <p:cNvPr id="6616" name="Google Shape;6616;p77"/>
            <p:cNvGrpSpPr/>
            <p:nvPr/>
          </p:nvGrpSpPr>
          <p:grpSpPr>
            <a:xfrm>
              <a:off x="7636443" y="1509705"/>
              <a:ext cx="804565" cy="373078"/>
              <a:chOff x="7636443" y="1509705"/>
              <a:chExt cx="804565" cy="373078"/>
            </a:xfrm>
          </p:grpSpPr>
          <p:sp>
            <p:nvSpPr>
              <p:cNvPr id="6617" name="Google Shape;6617;p77"/>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7"/>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77"/>
            <p:cNvGrpSpPr/>
            <p:nvPr/>
          </p:nvGrpSpPr>
          <p:grpSpPr>
            <a:xfrm>
              <a:off x="7636443" y="1408133"/>
              <a:ext cx="804565" cy="373078"/>
              <a:chOff x="7636443" y="1408133"/>
              <a:chExt cx="804565" cy="373078"/>
            </a:xfrm>
          </p:grpSpPr>
          <p:sp>
            <p:nvSpPr>
              <p:cNvPr id="6620" name="Google Shape;6620;p77"/>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7"/>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2" name="Google Shape;6622;p77"/>
            <p:cNvGrpSpPr/>
            <p:nvPr/>
          </p:nvGrpSpPr>
          <p:grpSpPr>
            <a:xfrm>
              <a:off x="7636443" y="1306560"/>
              <a:ext cx="804565" cy="373078"/>
              <a:chOff x="7636443" y="1306560"/>
              <a:chExt cx="804565" cy="373078"/>
            </a:xfrm>
          </p:grpSpPr>
          <p:sp>
            <p:nvSpPr>
              <p:cNvPr id="6623" name="Google Shape;6623;p77"/>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7"/>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5" name="Google Shape;6625;p77"/>
            <p:cNvGrpSpPr/>
            <p:nvPr/>
          </p:nvGrpSpPr>
          <p:grpSpPr>
            <a:xfrm>
              <a:off x="7636443" y="1204988"/>
              <a:ext cx="804565" cy="373078"/>
              <a:chOff x="7636443" y="1204988"/>
              <a:chExt cx="804565" cy="373078"/>
            </a:xfrm>
          </p:grpSpPr>
          <p:sp>
            <p:nvSpPr>
              <p:cNvPr id="6626" name="Google Shape;6626;p77"/>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7"/>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28" name="Google Shape;6628;p77"/>
          <p:cNvGrpSpPr/>
          <p:nvPr/>
        </p:nvGrpSpPr>
        <p:grpSpPr>
          <a:xfrm>
            <a:off x="4978796" y="2078771"/>
            <a:ext cx="661339" cy="661188"/>
            <a:chOff x="3990000" y="975400"/>
            <a:chExt cx="3934200" cy="3933300"/>
          </a:xfrm>
        </p:grpSpPr>
        <p:sp>
          <p:nvSpPr>
            <p:cNvPr id="6629" name="Google Shape;6629;p77"/>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7"/>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7"/>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7"/>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3" name="Google Shape;6633;p77"/>
          <p:cNvGrpSpPr/>
          <p:nvPr/>
        </p:nvGrpSpPr>
        <p:grpSpPr>
          <a:xfrm>
            <a:off x="6622444" y="2057409"/>
            <a:ext cx="868881" cy="684241"/>
            <a:chOff x="6598259" y="2078634"/>
            <a:chExt cx="868881" cy="684241"/>
          </a:xfrm>
        </p:grpSpPr>
        <p:sp>
          <p:nvSpPr>
            <p:cNvPr id="6634" name="Google Shape;6634;p77"/>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7"/>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7"/>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7"/>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7"/>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7"/>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0" name="Google Shape;6640;p77"/>
            <p:cNvGrpSpPr/>
            <p:nvPr/>
          </p:nvGrpSpPr>
          <p:grpSpPr>
            <a:xfrm>
              <a:off x="6808175" y="2078634"/>
              <a:ext cx="452229" cy="684241"/>
              <a:chOff x="6808175" y="2078634"/>
              <a:chExt cx="452229" cy="684241"/>
            </a:xfrm>
          </p:grpSpPr>
          <p:sp>
            <p:nvSpPr>
              <p:cNvPr id="6641" name="Google Shape;6641;p77"/>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7"/>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7"/>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7"/>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7"/>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7"/>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7" name="Google Shape;6647;p77"/>
              <p:cNvGrpSpPr/>
              <p:nvPr/>
            </p:nvGrpSpPr>
            <p:grpSpPr>
              <a:xfrm>
                <a:off x="6821586" y="2078634"/>
                <a:ext cx="426871" cy="684241"/>
                <a:chOff x="6821586" y="2078634"/>
                <a:chExt cx="426871" cy="684241"/>
              </a:xfrm>
            </p:grpSpPr>
            <p:grpSp>
              <p:nvGrpSpPr>
                <p:cNvPr id="6648" name="Google Shape;6648;p77"/>
                <p:cNvGrpSpPr/>
                <p:nvPr/>
              </p:nvGrpSpPr>
              <p:grpSpPr>
                <a:xfrm>
                  <a:off x="6821586" y="2078634"/>
                  <a:ext cx="426871" cy="684241"/>
                  <a:chOff x="6821586" y="2078634"/>
                  <a:chExt cx="426871" cy="684241"/>
                </a:xfrm>
              </p:grpSpPr>
              <p:sp>
                <p:nvSpPr>
                  <p:cNvPr id="6649" name="Google Shape;6649;p77"/>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7"/>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7"/>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7"/>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7"/>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7"/>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7"/>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7"/>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7"/>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7"/>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7"/>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7"/>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7"/>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7"/>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7"/>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7"/>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7"/>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7"/>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7"/>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8" name="Google Shape;6668;p77"/>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7"/>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7"/>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7"/>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7"/>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7"/>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674" name="Google Shape;6674;p77"/>
          <p:cNvGrpSpPr/>
          <p:nvPr/>
        </p:nvGrpSpPr>
        <p:grpSpPr>
          <a:xfrm>
            <a:off x="5795610" y="2063018"/>
            <a:ext cx="671358" cy="671358"/>
            <a:chOff x="6535625" y="760425"/>
            <a:chExt cx="1665900" cy="1665900"/>
          </a:xfrm>
        </p:grpSpPr>
        <p:sp>
          <p:nvSpPr>
            <p:cNvPr id="6675" name="Google Shape;6675;p77"/>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7"/>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7"/>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7"/>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9" name="Google Shape;6679;p77"/>
          <p:cNvGrpSpPr/>
          <p:nvPr/>
        </p:nvGrpSpPr>
        <p:grpSpPr>
          <a:xfrm>
            <a:off x="732427" y="3731418"/>
            <a:ext cx="1340789" cy="640830"/>
            <a:chOff x="238125" y="1151100"/>
            <a:chExt cx="7139450" cy="3412300"/>
          </a:xfrm>
        </p:grpSpPr>
        <p:sp>
          <p:nvSpPr>
            <p:cNvPr id="6680" name="Google Shape;6680;p77"/>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7"/>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7"/>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7"/>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7"/>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7"/>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7"/>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7"/>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7"/>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7"/>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7"/>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7"/>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77"/>
          <p:cNvGrpSpPr/>
          <p:nvPr/>
        </p:nvGrpSpPr>
        <p:grpSpPr>
          <a:xfrm>
            <a:off x="5599650" y="2934699"/>
            <a:ext cx="985357" cy="585764"/>
            <a:chOff x="5145061" y="2881789"/>
            <a:chExt cx="1107641" cy="658458"/>
          </a:xfrm>
        </p:grpSpPr>
        <p:grpSp>
          <p:nvGrpSpPr>
            <p:cNvPr id="6693" name="Google Shape;6693;p77"/>
            <p:cNvGrpSpPr/>
            <p:nvPr/>
          </p:nvGrpSpPr>
          <p:grpSpPr>
            <a:xfrm>
              <a:off x="5722989" y="3244587"/>
              <a:ext cx="529713" cy="295659"/>
              <a:chOff x="5722989" y="3244587"/>
              <a:chExt cx="529713" cy="295659"/>
            </a:xfrm>
          </p:grpSpPr>
          <p:sp>
            <p:nvSpPr>
              <p:cNvPr id="6694" name="Google Shape;6694;p77"/>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695" name="Google Shape;6695;p77"/>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696" name="Google Shape;6696;p77"/>
            <p:cNvGrpSpPr/>
            <p:nvPr/>
          </p:nvGrpSpPr>
          <p:grpSpPr>
            <a:xfrm>
              <a:off x="5145061" y="3244587"/>
              <a:ext cx="536807" cy="295659"/>
              <a:chOff x="5145061" y="3244587"/>
              <a:chExt cx="536807" cy="295659"/>
            </a:xfrm>
          </p:grpSpPr>
          <p:sp>
            <p:nvSpPr>
              <p:cNvPr id="6697" name="Google Shape;6697;p77"/>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698" name="Google Shape;6698;p77"/>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699" name="Google Shape;6699;p77"/>
            <p:cNvGrpSpPr/>
            <p:nvPr/>
          </p:nvGrpSpPr>
          <p:grpSpPr>
            <a:xfrm>
              <a:off x="5341327" y="2898245"/>
              <a:ext cx="532309" cy="614891"/>
              <a:chOff x="5341327" y="2898245"/>
              <a:chExt cx="532309" cy="614891"/>
            </a:xfrm>
          </p:grpSpPr>
          <p:sp>
            <p:nvSpPr>
              <p:cNvPr id="6700" name="Google Shape;6700;p77"/>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701" name="Google Shape;6701;p77"/>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702" name="Google Shape;6702;p77"/>
            <p:cNvGrpSpPr/>
            <p:nvPr/>
          </p:nvGrpSpPr>
          <p:grpSpPr>
            <a:xfrm>
              <a:off x="5532290" y="2881789"/>
              <a:ext cx="620516" cy="305456"/>
              <a:chOff x="5532290" y="2881789"/>
              <a:chExt cx="620516" cy="305456"/>
            </a:xfrm>
          </p:grpSpPr>
          <p:sp>
            <p:nvSpPr>
              <p:cNvPr id="6703" name="Google Shape;6703;p77"/>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704" name="Google Shape;6704;p77"/>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6705" name="Google Shape;6705;p77"/>
          <p:cNvGrpSpPr/>
          <p:nvPr/>
        </p:nvGrpSpPr>
        <p:grpSpPr>
          <a:xfrm>
            <a:off x="8178573" y="3726757"/>
            <a:ext cx="269068" cy="645491"/>
            <a:chOff x="7026852" y="3311869"/>
            <a:chExt cx="434331" cy="1041954"/>
          </a:xfrm>
        </p:grpSpPr>
        <p:sp>
          <p:nvSpPr>
            <p:cNvPr id="6706" name="Google Shape;6706;p77"/>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7"/>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7"/>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9" name="Google Shape;6709;p77"/>
          <p:cNvGrpSpPr/>
          <p:nvPr/>
        </p:nvGrpSpPr>
        <p:grpSpPr>
          <a:xfrm>
            <a:off x="6195154" y="3765995"/>
            <a:ext cx="293882" cy="293836"/>
            <a:chOff x="4873519" y="3311869"/>
            <a:chExt cx="499374" cy="499296"/>
          </a:xfrm>
        </p:grpSpPr>
        <p:sp>
          <p:nvSpPr>
            <p:cNvPr id="6710" name="Google Shape;6710;p77"/>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7"/>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2" name="Google Shape;6712;p77"/>
          <p:cNvGrpSpPr/>
          <p:nvPr/>
        </p:nvGrpSpPr>
        <p:grpSpPr>
          <a:xfrm>
            <a:off x="6195154" y="4078366"/>
            <a:ext cx="293882" cy="293882"/>
            <a:chOff x="4873519" y="3875839"/>
            <a:chExt cx="499374" cy="499374"/>
          </a:xfrm>
        </p:grpSpPr>
        <p:sp>
          <p:nvSpPr>
            <p:cNvPr id="6713" name="Google Shape;6713;p77"/>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7"/>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77"/>
          <p:cNvGrpSpPr/>
          <p:nvPr/>
        </p:nvGrpSpPr>
        <p:grpSpPr>
          <a:xfrm>
            <a:off x="2425681" y="2050319"/>
            <a:ext cx="698104" cy="698208"/>
            <a:chOff x="2565073" y="2075876"/>
            <a:chExt cx="672482" cy="672518"/>
          </a:xfrm>
        </p:grpSpPr>
        <p:sp>
          <p:nvSpPr>
            <p:cNvPr id="6716" name="Google Shape;6716;p77"/>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7"/>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7"/>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7"/>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7"/>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7"/>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2" name="Google Shape;6722;p77"/>
          <p:cNvGrpSpPr/>
          <p:nvPr/>
        </p:nvGrpSpPr>
        <p:grpSpPr>
          <a:xfrm>
            <a:off x="5649092" y="3734919"/>
            <a:ext cx="438354" cy="637329"/>
            <a:chOff x="1697726" y="3244179"/>
            <a:chExt cx="788124" cy="1146069"/>
          </a:xfrm>
        </p:grpSpPr>
        <p:sp>
          <p:nvSpPr>
            <p:cNvPr id="6723" name="Google Shape;6723;p7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5" name="Google Shape;6725;p77"/>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6" name="Google Shape;6726;p77"/>
          <p:cNvGrpSpPr/>
          <p:nvPr/>
        </p:nvGrpSpPr>
        <p:grpSpPr>
          <a:xfrm>
            <a:off x="7650306" y="2063282"/>
            <a:ext cx="799565" cy="670282"/>
            <a:chOff x="7617850" y="2063282"/>
            <a:chExt cx="799565" cy="670282"/>
          </a:xfrm>
        </p:grpSpPr>
        <p:cxnSp>
          <p:nvCxnSpPr>
            <p:cNvPr id="6727" name="Google Shape;6727;p77"/>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728" name="Google Shape;6728;p77"/>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729" name="Google Shape;6729;p77"/>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730" name="Google Shape;6730;p77"/>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731" name="Google Shape;6731;p77"/>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6732" name="Google Shape;6732;p77"/>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6733" name="Google Shape;6733;p77"/>
            <p:cNvGrpSpPr/>
            <p:nvPr/>
          </p:nvGrpSpPr>
          <p:grpSpPr>
            <a:xfrm>
              <a:off x="7734309" y="2063282"/>
              <a:ext cx="570957" cy="620095"/>
              <a:chOff x="7734309" y="2063282"/>
              <a:chExt cx="570957" cy="620095"/>
            </a:xfrm>
          </p:grpSpPr>
          <p:grpSp>
            <p:nvGrpSpPr>
              <p:cNvPr id="6734" name="Google Shape;6734;p77"/>
              <p:cNvGrpSpPr/>
              <p:nvPr/>
            </p:nvGrpSpPr>
            <p:grpSpPr>
              <a:xfrm>
                <a:off x="8031573" y="2063282"/>
                <a:ext cx="273693" cy="620095"/>
                <a:chOff x="8031573" y="2063282"/>
                <a:chExt cx="273693" cy="620095"/>
              </a:xfrm>
            </p:grpSpPr>
            <p:sp>
              <p:nvSpPr>
                <p:cNvPr id="6735" name="Google Shape;6735;p7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9" name="Google Shape;6739;p77"/>
              <p:cNvGrpSpPr/>
              <p:nvPr/>
            </p:nvGrpSpPr>
            <p:grpSpPr>
              <a:xfrm flipH="1">
                <a:off x="7734309" y="2063282"/>
                <a:ext cx="273693" cy="620095"/>
                <a:chOff x="8031573" y="2063282"/>
                <a:chExt cx="273693" cy="620095"/>
              </a:xfrm>
            </p:grpSpPr>
            <p:sp>
              <p:nvSpPr>
                <p:cNvPr id="6740" name="Google Shape;6740;p7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744" name="Google Shape;6744;p77"/>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7"/>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6" name="Google Shape;6746;p77"/>
          <p:cNvGrpSpPr/>
          <p:nvPr/>
        </p:nvGrpSpPr>
        <p:grpSpPr>
          <a:xfrm>
            <a:off x="7836913" y="2916765"/>
            <a:ext cx="602567" cy="601884"/>
            <a:chOff x="1186975" y="238125"/>
            <a:chExt cx="5244275" cy="5238325"/>
          </a:xfrm>
        </p:grpSpPr>
        <p:sp>
          <p:nvSpPr>
            <p:cNvPr id="6747" name="Google Shape;6747;p7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1" name="Google Shape;6751;p77"/>
          <p:cNvGrpSpPr/>
          <p:nvPr/>
        </p:nvGrpSpPr>
        <p:grpSpPr>
          <a:xfrm>
            <a:off x="3279650" y="2056249"/>
            <a:ext cx="651848" cy="687338"/>
            <a:chOff x="3400515" y="2056248"/>
            <a:chExt cx="698134" cy="735987"/>
          </a:xfrm>
        </p:grpSpPr>
        <p:grpSp>
          <p:nvGrpSpPr>
            <p:cNvPr id="6752" name="Google Shape;6752;p77"/>
            <p:cNvGrpSpPr/>
            <p:nvPr/>
          </p:nvGrpSpPr>
          <p:grpSpPr>
            <a:xfrm>
              <a:off x="3400515" y="2283913"/>
              <a:ext cx="312919" cy="219900"/>
              <a:chOff x="3400515" y="2283913"/>
              <a:chExt cx="312919" cy="219900"/>
            </a:xfrm>
          </p:grpSpPr>
          <p:sp>
            <p:nvSpPr>
              <p:cNvPr id="6753" name="Google Shape;6753;p77"/>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754" name="Google Shape;6754;p77"/>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6755" name="Google Shape;6755;p77"/>
            <p:cNvGrpSpPr/>
            <p:nvPr/>
          </p:nvGrpSpPr>
          <p:grpSpPr>
            <a:xfrm>
              <a:off x="3547823" y="2461089"/>
              <a:ext cx="219900" cy="331146"/>
              <a:chOff x="3547823" y="2461089"/>
              <a:chExt cx="219900" cy="331146"/>
            </a:xfrm>
          </p:grpSpPr>
          <p:sp>
            <p:nvSpPr>
              <p:cNvPr id="6756" name="Google Shape;6756;p77"/>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757" name="Google Shape;6757;p77"/>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6758" name="Google Shape;6758;p77"/>
            <p:cNvGrpSpPr/>
            <p:nvPr/>
          </p:nvGrpSpPr>
          <p:grpSpPr>
            <a:xfrm>
              <a:off x="3734138" y="2461089"/>
              <a:ext cx="219900" cy="331146"/>
              <a:chOff x="3734138" y="2461089"/>
              <a:chExt cx="219900" cy="331146"/>
            </a:xfrm>
          </p:grpSpPr>
          <p:sp>
            <p:nvSpPr>
              <p:cNvPr id="6759" name="Google Shape;6759;p77"/>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760" name="Google Shape;6760;p77"/>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6761" name="Google Shape;6761;p77"/>
            <p:cNvGrpSpPr/>
            <p:nvPr/>
          </p:nvGrpSpPr>
          <p:grpSpPr>
            <a:xfrm>
              <a:off x="3787560" y="2281742"/>
              <a:ext cx="311089" cy="219900"/>
              <a:chOff x="3787560" y="2281742"/>
              <a:chExt cx="311089" cy="219900"/>
            </a:xfrm>
          </p:grpSpPr>
          <p:sp>
            <p:nvSpPr>
              <p:cNvPr id="6762" name="Google Shape;6762;p77"/>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763" name="Google Shape;6763;p77"/>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6764" name="Google Shape;6764;p77"/>
            <p:cNvGrpSpPr/>
            <p:nvPr/>
          </p:nvGrpSpPr>
          <p:grpSpPr>
            <a:xfrm>
              <a:off x="3637290" y="2056248"/>
              <a:ext cx="219900" cy="330736"/>
              <a:chOff x="3637290" y="2056248"/>
              <a:chExt cx="219900" cy="330736"/>
            </a:xfrm>
          </p:grpSpPr>
          <p:sp>
            <p:nvSpPr>
              <p:cNvPr id="6765" name="Google Shape;6765;p77"/>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6766" name="Google Shape;6766;p77"/>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6767" name="Google Shape;6767;p77"/>
          <p:cNvGrpSpPr/>
          <p:nvPr/>
        </p:nvGrpSpPr>
        <p:grpSpPr>
          <a:xfrm>
            <a:off x="2571356" y="2926255"/>
            <a:ext cx="1268144" cy="592394"/>
            <a:chOff x="238125" y="1188750"/>
            <a:chExt cx="7140450" cy="3335550"/>
          </a:xfrm>
        </p:grpSpPr>
        <p:sp>
          <p:nvSpPr>
            <p:cNvPr id="6768" name="Google Shape;6768;p7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3" name="Google Shape;6773;p77"/>
          <p:cNvGrpSpPr/>
          <p:nvPr/>
        </p:nvGrpSpPr>
        <p:grpSpPr>
          <a:xfrm>
            <a:off x="6679257" y="2928410"/>
            <a:ext cx="1053944" cy="590147"/>
            <a:chOff x="238125" y="1335475"/>
            <a:chExt cx="5418735" cy="3034175"/>
          </a:xfrm>
        </p:grpSpPr>
        <p:sp>
          <p:nvSpPr>
            <p:cNvPr id="6774" name="Google Shape;6774;p7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7" name="Google Shape;6777;p77"/>
          <p:cNvGrpSpPr/>
          <p:nvPr/>
        </p:nvGrpSpPr>
        <p:grpSpPr>
          <a:xfrm>
            <a:off x="4110066" y="3733309"/>
            <a:ext cx="1268207" cy="638939"/>
            <a:chOff x="3967651" y="3645904"/>
            <a:chExt cx="1479304" cy="745292"/>
          </a:xfrm>
        </p:grpSpPr>
        <p:grpSp>
          <p:nvGrpSpPr>
            <p:cNvPr id="6778" name="Google Shape;6778;p77"/>
            <p:cNvGrpSpPr/>
            <p:nvPr/>
          </p:nvGrpSpPr>
          <p:grpSpPr>
            <a:xfrm>
              <a:off x="3967651" y="4009026"/>
              <a:ext cx="1479304" cy="382170"/>
              <a:chOff x="3967651" y="4009026"/>
              <a:chExt cx="1479304" cy="382170"/>
            </a:xfrm>
          </p:grpSpPr>
          <p:grpSp>
            <p:nvGrpSpPr>
              <p:cNvPr id="6779" name="Google Shape;6779;p77"/>
              <p:cNvGrpSpPr/>
              <p:nvPr/>
            </p:nvGrpSpPr>
            <p:grpSpPr>
              <a:xfrm>
                <a:off x="4892216" y="4195630"/>
                <a:ext cx="554739" cy="195566"/>
                <a:chOff x="3604375" y="4892160"/>
                <a:chExt cx="1651500" cy="582215"/>
              </a:xfrm>
            </p:grpSpPr>
            <p:sp>
              <p:nvSpPr>
                <p:cNvPr id="6780" name="Google Shape;6780;p77"/>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7"/>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77"/>
              <p:cNvGrpSpPr/>
              <p:nvPr/>
            </p:nvGrpSpPr>
            <p:grpSpPr>
              <a:xfrm>
                <a:off x="3967651" y="4146303"/>
                <a:ext cx="579402" cy="244893"/>
                <a:chOff x="851875" y="4745310"/>
                <a:chExt cx="1724925" cy="729065"/>
              </a:xfrm>
            </p:grpSpPr>
            <p:sp>
              <p:nvSpPr>
                <p:cNvPr id="6783" name="Google Shape;6783;p77"/>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7"/>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77"/>
              <p:cNvGrpSpPr/>
              <p:nvPr/>
            </p:nvGrpSpPr>
            <p:grpSpPr>
              <a:xfrm>
                <a:off x="4460753" y="4009026"/>
                <a:ext cx="493110" cy="382170"/>
                <a:chOff x="2319875" y="4336625"/>
                <a:chExt cx="1468025" cy="1137750"/>
              </a:xfrm>
            </p:grpSpPr>
            <p:sp>
              <p:nvSpPr>
                <p:cNvPr id="6786" name="Google Shape;6786;p77"/>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7"/>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88" name="Google Shape;6788;p77"/>
            <p:cNvGrpSpPr/>
            <p:nvPr/>
          </p:nvGrpSpPr>
          <p:grpSpPr>
            <a:xfrm>
              <a:off x="4479443" y="3645904"/>
              <a:ext cx="455965" cy="388789"/>
              <a:chOff x="2957425" y="238100"/>
              <a:chExt cx="1910200" cy="1628775"/>
            </a:xfrm>
          </p:grpSpPr>
          <p:sp>
            <p:nvSpPr>
              <p:cNvPr id="6789" name="Google Shape;6789;p77"/>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7"/>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7"/>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7"/>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7"/>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7"/>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7"/>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7"/>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7"/>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7"/>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99" name="Google Shape;6799;p77"/>
          <p:cNvGrpSpPr/>
          <p:nvPr/>
        </p:nvGrpSpPr>
        <p:grpSpPr>
          <a:xfrm>
            <a:off x="2496179" y="3734510"/>
            <a:ext cx="1243128" cy="637739"/>
            <a:chOff x="2496310" y="3693351"/>
            <a:chExt cx="1342906" cy="688926"/>
          </a:xfrm>
        </p:grpSpPr>
        <p:grpSp>
          <p:nvGrpSpPr>
            <p:cNvPr id="6800" name="Google Shape;6800;p77"/>
            <p:cNvGrpSpPr/>
            <p:nvPr/>
          </p:nvGrpSpPr>
          <p:grpSpPr>
            <a:xfrm>
              <a:off x="2496310" y="3693351"/>
              <a:ext cx="1342906" cy="688875"/>
              <a:chOff x="2496310" y="3693351"/>
              <a:chExt cx="1342906" cy="688875"/>
            </a:xfrm>
          </p:grpSpPr>
          <p:sp>
            <p:nvSpPr>
              <p:cNvPr id="6801" name="Google Shape;6801;p77"/>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7"/>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7"/>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7"/>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7"/>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7"/>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07" name="Google Shape;6807;p77"/>
              <p:cNvCxnSpPr>
                <a:stCxn id="6805"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808" name="Google Shape;6808;p77"/>
              <p:cNvCxnSpPr>
                <a:stCxn id="6802"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809" name="Google Shape;6809;p77"/>
              <p:cNvCxnSpPr>
                <a:stCxn id="6803"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810" name="Google Shape;6810;p77"/>
              <p:cNvCxnSpPr>
                <a:stCxn id="6806"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811" name="Google Shape;6811;p77"/>
              <p:cNvCxnSpPr>
                <a:stCxn id="6804"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812" name="Google Shape;6812;p77"/>
            <p:cNvGrpSpPr/>
            <p:nvPr/>
          </p:nvGrpSpPr>
          <p:grpSpPr>
            <a:xfrm>
              <a:off x="2675275" y="3930557"/>
              <a:ext cx="1003306" cy="451719"/>
              <a:chOff x="2675275" y="4174282"/>
              <a:chExt cx="1003306" cy="451719"/>
            </a:xfrm>
          </p:grpSpPr>
          <p:sp>
            <p:nvSpPr>
              <p:cNvPr id="6813" name="Google Shape;6813;p77"/>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7"/>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7"/>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16" name="Google Shape;6816;p77"/>
          <p:cNvGrpSpPr/>
          <p:nvPr/>
        </p:nvGrpSpPr>
        <p:grpSpPr>
          <a:xfrm>
            <a:off x="1669850" y="1171356"/>
            <a:ext cx="574511" cy="874709"/>
            <a:chOff x="1715404" y="1112080"/>
            <a:chExt cx="642270" cy="977984"/>
          </a:xfrm>
        </p:grpSpPr>
        <p:grpSp>
          <p:nvGrpSpPr>
            <p:cNvPr id="6817" name="Google Shape;6817;p77"/>
            <p:cNvGrpSpPr/>
            <p:nvPr/>
          </p:nvGrpSpPr>
          <p:grpSpPr>
            <a:xfrm>
              <a:off x="1715404" y="1112080"/>
              <a:ext cx="642270" cy="977984"/>
              <a:chOff x="1715404" y="1112080"/>
              <a:chExt cx="642270" cy="977984"/>
            </a:xfrm>
          </p:grpSpPr>
          <p:sp>
            <p:nvSpPr>
              <p:cNvPr id="6818" name="Google Shape;6818;p77"/>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7"/>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0" name="Google Shape;6820;p77"/>
            <p:cNvGrpSpPr/>
            <p:nvPr/>
          </p:nvGrpSpPr>
          <p:grpSpPr>
            <a:xfrm>
              <a:off x="1768927" y="1165603"/>
              <a:ext cx="535225" cy="851367"/>
              <a:chOff x="1768927" y="1165603"/>
              <a:chExt cx="535225" cy="851367"/>
            </a:xfrm>
          </p:grpSpPr>
          <p:sp>
            <p:nvSpPr>
              <p:cNvPr id="6821" name="Google Shape;6821;p77"/>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7"/>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3" name="Google Shape;6823;p77"/>
            <p:cNvGrpSpPr/>
            <p:nvPr/>
          </p:nvGrpSpPr>
          <p:grpSpPr>
            <a:xfrm>
              <a:off x="1822449" y="1219125"/>
              <a:ext cx="428180" cy="718859"/>
              <a:chOff x="1822449" y="1219125"/>
              <a:chExt cx="428180" cy="718859"/>
            </a:xfrm>
          </p:grpSpPr>
          <p:sp>
            <p:nvSpPr>
              <p:cNvPr id="6824" name="Google Shape;6824;p77"/>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7"/>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6" name="Google Shape;6826;p77"/>
            <p:cNvGrpSpPr/>
            <p:nvPr/>
          </p:nvGrpSpPr>
          <p:grpSpPr>
            <a:xfrm>
              <a:off x="1875972" y="1272648"/>
              <a:ext cx="321135" cy="586939"/>
              <a:chOff x="1875972" y="1272648"/>
              <a:chExt cx="321135" cy="586939"/>
            </a:xfrm>
          </p:grpSpPr>
          <p:sp>
            <p:nvSpPr>
              <p:cNvPr id="6827" name="Google Shape;6827;p77"/>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7"/>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29" name="Google Shape;6829;p77"/>
          <p:cNvGrpSpPr/>
          <p:nvPr/>
        </p:nvGrpSpPr>
        <p:grpSpPr>
          <a:xfrm>
            <a:off x="7777011" y="3728078"/>
            <a:ext cx="293855" cy="644170"/>
            <a:chOff x="241025" y="3151575"/>
            <a:chExt cx="293855" cy="644170"/>
          </a:xfrm>
        </p:grpSpPr>
        <p:sp>
          <p:nvSpPr>
            <p:cNvPr id="6830" name="Google Shape;6830;p77"/>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7"/>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2" name="Google Shape;6832;p77"/>
          <p:cNvGrpSpPr/>
          <p:nvPr/>
        </p:nvGrpSpPr>
        <p:grpSpPr>
          <a:xfrm>
            <a:off x="724994" y="2928078"/>
            <a:ext cx="1779649" cy="591620"/>
            <a:chOff x="246070" y="1983375"/>
            <a:chExt cx="1855347" cy="616849"/>
          </a:xfrm>
        </p:grpSpPr>
        <p:sp>
          <p:nvSpPr>
            <p:cNvPr id="6833" name="Google Shape;6833;p77"/>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7"/>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7"/>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7"/>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7"/>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7"/>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7"/>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7"/>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7"/>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2" name="Google Shape;6842;p77"/>
          <p:cNvGrpSpPr/>
          <p:nvPr/>
        </p:nvGrpSpPr>
        <p:grpSpPr>
          <a:xfrm>
            <a:off x="2335861" y="1171356"/>
            <a:ext cx="711055" cy="745993"/>
            <a:chOff x="2496269" y="1171698"/>
            <a:chExt cx="761953" cy="799392"/>
          </a:xfrm>
        </p:grpSpPr>
        <p:grpSp>
          <p:nvGrpSpPr>
            <p:cNvPr id="6843" name="Google Shape;6843;p77"/>
            <p:cNvGrpSpPr/>
            <p:nvPr/>
          </p:nvGrpSpPr>
          <p:grpSpPr>
            <a:xfrm>
              <a:off x="2496269" y="1171698"/>
              <a:ext cx="761953" cy="723022"/>
              <a:chOff x="2496269" y="1171698"/>
              <a:chExt cx="761953" cy="723022"/>
            </a:xfrm>
          </p:grpSpPr>
          <p:sp>
            <p:nvSpPr>
              <p:cNvPr id="6844" name="Google Shape;6844;p77"/>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7"/>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6" name="Google Shape;6846;p77"/>
              <p:cNvGrpSpPr/>
              <p:nvPr/>
            </p:nvGrpSpPr>
            <p:grpSpPr>
              <a:xfrm>
                <a:off x="2496269" y="1171698"/>
                <a:ext cx="761953" cy="723022"/>
                <a:chOff x="2496269" y="1120652"/>
                <a:chExt cx="761953" cy="723022"/>
              </a:xfrm>
            </p:grpSpPr>
            <p:grpSp>
              <p:nvGrpSpPr>
                <p:cNvPr id="6847" name="Google Shape;6847;p77"/>
                <p:cNvGrpSpPr/>
                <p:nvPr/>
              </p:nvGrpSpPr>
              <p:grpSpPr>
                <a:xfrm>
                  <a:off x="2496269" y="1120652"/>
                  <a:ext cx="761953" cy="723022"/>
                  <a:chOff x="2496269" y="1120652"/>
                  <a:chExt cx="761953" cy="723022"/>
                </a:xfrm>
              </p:grpSpPr>
              <p:grpSp>
                <p:nvGrpSpPr>
                  <p:cNvPr id="6848" name="Google Shape;6848;p77"/>
                  <p:cNvGrpSpPr/>
                  <p:nvPr/>
                </p:nvGrpSpPr>
                <p:grpSpPr>
                  <a:xfrm>
                    <a:off x="2496269" y="1304589"/>
                    <a:ext cx="407089" cy="305057"/>
                    <a:chOff x="2496269" y="1304589"/>
                    <a:chExt cx="407089" cy="305057"/>
                  </a:xfrm>
                </p:grpSpPr>
                <p:sp>
                  <p:nvSpPr>
                    <p:cNvPr id="6849" name="Google Shape;6849;p77"/>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7"/>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1" name="Google Shape;6851;p77"/>
                  <p:cNvGrpSpPr/>
                  <p:nvPr/>
                </p:nvGrpSpPr>
                <p:grpSpPr>
                  <a:xfrm>
                    <a:off x="2586468" y="1493376"/>
                    <a:ext cx="358850" cy="349656"/>
                    <a:chOff x="2586468" y="1493376"/>
                    <a:chExt cx="358850" cy="349656"/>
                  </a:xfrm>
                </p:grpSpPr>
                <p:sp>
                  <p:nvSpPr>
                    <p:cNvPr id="6852" name="Google Shape;6852;p77"/>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7"/>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77"/>
                  <p:cNvGrpSpPr/>
                  <p:nvPr/>
                </p:nvGrpSpPr>
                <p:grpSpPr>
                  <a:xfrm>
                    <a:off x="2807939" y="1494024"/>
                    <a:ext cx="358857" cy="349650"/>
                    <a:chOff x="2807939" y="1494024"/>
                    <a:chExt cx="358857" cy="349650"/>
                  </a:xfrm>
                </p:grpSpPr>
                <p:sp>
                  <p:nvSpPr>
                    <p:cNvPr id="6855" name="Google Shape;6855;p77"/>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7"/>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7" name="Google Shape;6857;p77"/>
                  <p:cNvGrpSpPr/>
                  <p:nvPr/>
                </p:nvGrpSpPr>
                <p:grpSpPr>
                  <a:xfrm>
                    <a:off x="2851133" y="1305635"/>
                    <a:ext cx="407089" cy="305057"/>
                    <a:chOff x="2851133" y="1305635"/>
                    <a:chExt cx="407089" cy="305057"/>
                  </a:xfrm>
                </p:grpSpPr>
                <p:sp>
                  <p:nvSpPr>
                    <p:cNvPr id="6858" name="Google Shape;6858;p77"/>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7"/>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0" name="Google Shape;6860;p77"/>
                  <p:cNvGrpSpPr/>
                  <p:nvPr/>
                </p:nvGrpSpPr>
                <p:grpSpPr>
                  <a:xfrm>
                    <a:off x="2727495" y="1120652"/>
                    <a:ext cx="300271" cy="396358"/>
                    <a:chOff x="2727495" y="1120652"/>
                    <a:chExt cx="300271" cy="396358"/>
                  </a:xfrm>
                </p:grpSpPr>
                <p:sp>
                  <p:nvSpPr>
                    <p:cNvPr id="6861" name="Google Shape;6861;p77"/>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7"/>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63" name="Google Shape;6863;p77"/>
                <p:cNvGrpSpPr/>
                <p:nvPr/>
              </p:nvGrpSpPr>
              <p:grpSpPr>
                <a:xfrm>
                  <a:off x="2722305" y="1350460"/>
                  <a:ext cx="308357" cy="308344"/>
                  <a:chOff x="2722305" y="1350460"/>
                  <a:chExt cx="308357" cy="308344"/>
                </a:xfrm>
              </p:grpSpPr>
              <p:sp>
                <p:nvSpPr>
                  <p:cNvPr id="6864" name="Google Shape;6864;p77"/>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5" name="Google Shape;6865;p77"/>
                  <p:cNvGrpSpPr/>
                  <p:nvPr/>
                </p:nvGrpSpPr>
                <p:grpSpPr>
                  <a:xfrm>
                    <a:off x="2725064" y="1364529"/>
                    <a:ext cx="297954" cy="280182"/>
                    <a:chOff x="2725064" y="1364529"/>
                    <a:chExt cx="297954" cy="280182"/>
                  </a:xfrm>
                </p:grpSpPr>
                <p:sp>
                  <p:nvSpPr>
                    <p:cNvPr id="6866" name="Google Shape;6866;p77"/>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7"/>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7"/>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7"/>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7"/>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871" name="Google Shape;6871;p77"/>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7"/>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7"/>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7"/>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7"/>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77"/>
          <p:cNvGrpSpPr/>
          <p:nvPr/>
        </p:nvGrpSpPr>
        <p:grpSpPr>
          <a:xfrm>
            <a:off x="3924561" y="2927462"/>
            <a:ext cx="1569144" cy="591015"/>
            <a:chOff x="3820100" y="3023049"/>
            <a:chExt cx="1303926" cy="491162"/>
          </a:xfrm>
        </p:grpSpPr>
        <p:grpSp>
          <p:nvGrpSpPr>
            <p:cNvPr id="6877" name="Google Shape;6877;p77"/>
            <p:cNvGrpSpPr/>
            <p:nvPr/>
          </p:nvGrpSpPr>
          <p:grpSpPr>
            <a:xfrm>
              <a:off x="3820100" y="3023072"/>
              <a:ext cx="1303926" cy="491139"/>
              <a:chOff x="3820100" y="3023072"/>
              <a:chExt cx="1303926" cy="491139"/>
            </a:xfrm>
          </p:grpSpPr>
          <p:sp>
            <p:nvSpPr>
              <p:cNvPr id="6878" name="Google Shape;6878;p77"/>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7"/>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0" name="Google Shape;6880;p77"/>
            <p:cNvGrpSpPr/>
            <p:nvPr/>
          </p:nvGrpSpPr>
          <p:grpSpPr>
            <a:xfrm>
              <a:off x="4132439" y="3023645"/>
              <a:ext cx="393633" cy="177096"/>
              <a:chOff x="4132439" y="3023645"/>
              <a:chExt cx="393633" cy="177096"/>
            </a:xfrm>
          </p:grpSpPr>
          <p:sp>
            <p:nvSpPr>
              <p:cNvPr id="6881" name="Google Shape;6881;p77"/>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7"/>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77"/>
            <p:cNvGrpSpPr/>
            <p:nvPr/>
          </p:nvGrpSpPr>
          <p:grpSpPr>
            <a:xfrm>
              <a:off x="3921811" y="3023049"/>
              <a:ext cx="1002397" cy="388943"/>
              <a:chOff x="3921811" y="3023049"/>
              <a:chExt cx="1002397" cy="388943"/>
            </a:xfrm>
          </p:grpSpPr>
          <p:sp>
            <p:nvSpPr>
              <p:cNvPr id="6884" name="Google Shape;6884;p77"/>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7"/>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77"/>
            <p:cNvGrpSpPr/>
            <p:nvPr/>
          </p:nvGrpSpPr>
          <p:grpSpPr>
            <a:xfrm>
              <a:off x="4023645" y="3023049"/>
              <a:ext cx="683032" cy="286722"/>
              <a:chOff x="4023645" y="3023049"/>
              <a:chExt cx="683032" cy="286722"/>
            </a:xfrm>
          </p:grpSpPr>
          <p:sp>
            <p:nvSpPr>
              <p:cNvPr id="6887" name="Google Shape;6887;p77"/>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7"/>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89" name="Google Shape;6889;p77"/>
          <p:cNvGrpSpPr/>
          <p:nvPr/>
        </p:nvGrpSpPr>
        <p:grpSpPr>
          <a:xfrm>
            <a:off x="1556683" y="2054307"/>
            <a:ext cx="713522" cy="688025"/>
            <a:chOff x="1706078" y="2092648"/>
            <a:chExt cx="660913" cy="637296"/>
          </a:xfrm>
        </p:grpSpPr>
        <p:sp>
          <p:nvSpPr>
            <p:cNvPr id="6890" name="Google Shape;6890;p77"/>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1" name="Google Shape;6891;p77"/>
            <p:cNvGrpSpPr/>
            <p:nvPr/>
          </p:nvGrpSpPr>
          <p:grpSpPr>
            <a:xfrm>
              <a:off x="1706078" y="2092648"/>
              <a:ext cx="660913" cy="575241"/>
              <a:chOff x="1706078" y="2092648"/>
              <a:chExt cx="660913" cy="575241"/>
            </a:xfrm>
          </p:grpSpPr>
          <p:sp>
            <p:nvSpPr>
              <p:cNvPr id="6892" name="Google Shape;6892;p77"/>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7"/>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7"/>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95" name="Google Shape;6895;p77"/>
          <p:cNvGrpSpPr/>
          <p:nvPr/>
        </p:nvGrpSpPr>
        <p:grpSpPr>
          <a:xfrm>
            <a:off x="6318542" y="1171856"/>
            <a:ext cx="1317459" cy="684168"/>
            <a:chOff x="238125" y="999450"/>
            <a:chExt cx="7140700" cy="3708225"/>
          </a:xfrm>
        </p:grpSpPr>
        <p:sp>
          <p:nvSpPr>
            <p:cNvPr id="6896" name="Google Shape;6896;p77"/>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7"/>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8" name="Shape 6908"/>
        <p:cNvGrpSpPr/>
        <p:nvPr/>
      </p:nvGrpSpPr>
      <p:grpSpPr>
        <a:xfrm>
          <a:off x="0" y="0"/>
          <a:ext cx="0" cy="0"/>
          <a:chOff x="0" y="0"/>
          <a:chExt cx="0" cy="0"/>
        </a:xfrm>
      </p:grpSpPr>
      <p:grpSp>
        <p:nvGrpSpPr>
          <p:cNvPr id="6909" name="Google Shape;6909;p78"/>
          <p:cNvGrpSpPr/>
          <p:nvPr/>
        </p:nvGrpSpPr>
        <p:grpSpPr>
          <a:xfrm>
            <a:off x="729238" y="1179665"/>
            <a:ext cx="1636117" cy="1526144"/>
            <a:chOff x="729238" y="1179665"/>
            <a:chExt cx="1636117" cy="1526144"/>
          </a:xfrm>
        </p:grpSpPr>
        <p:grpSp>
          <p:nvGrpSpPr>
            <p:cNvPr id="6910" name="Google Shape;6910;p78"/>
            <p:cNvGrpSpPr/>
            <p:nvPr/>
          </p:nvGrpSpPr>
          <p:grpSpPr>
            <a:xfrm>
              <a:off x="729238" y="1179665"/>
              <a:ext cx="80700" cy="1526144"/>
              <a:chOff x="729238" y="1179665"/>
              <a:chExt cx="80700" cy="1526144"/>
            </a:xfrm>
          </p:grpSpPr>
          <p:sp>
            <p:nvSpPr>
              <p:cNvPr id="6911" name="Google Shape;6911;p78"/>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8"/>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8"/>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8"/>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1" name="Google Shape;6921;p78"/>
            <p:cNvGrpSpPr/>
            <p:nvPr/>
          </p:nvGrpSpPr>
          <p:grpSpPr>
            <a:xfrm>
              <a:off x="903098" y="1179665"/>
              <a:ext cx="80700" cy="1526144"/>
              <a:chOff x="903098" y="1179665"/>
              <a:chExt cx="80700" cy="1526144"/>
            </a:xfrm>
          </p:grpSpPr>
          <p:sp>
            <p:nvSpPr>
              <p:cNvPr id="6922" name="Google Shape;6922;p78"/>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8"/>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8"/>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8"/>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8"/>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8"/>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78"/>
            <p:cNvGrpSpPr/>
            <p:nvPr/>
          </p:nvGrpSpPr>
          <p:grpSpPr>
            <a:xfrm>
              <a:off x="1076958" y="1179665"/>
              <a:ext cx="80700" cy="1526144"/>
              <a:chOff x="1076958" y="1179665"/>
              <a:chExt cx="80700" cy="1526144"/>
            </a:xfrm>
          </p:grpSpPr>
          <p:sp>
            <p:nvSpPr>
              <p:cNvPr id="6933" name="Google Shape;6933;p78"/>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8"/>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8"/>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8"/>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8"/>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8"/>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8"/>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3" name="Google Shape;6943;p78"/>
            <p:cNvGrpSpPr/>
            <p:nvPr/>
          </p:nvGrpSpPr>
          <p:grpSpPr>
            <a:xfrm>
              <a:off x="1247707" y="1179665"/>
              <a:ext cx="80700" cy="1526144"/>
              <a:chOff x="1247707" y="1179665"/>
              <a:chExt cx="80700" cy="1526144"/>
            </a:xfrm>
          </p:grpSpPr>
          <p:sp>
            <p:nvSpPr>
              <p:cNvPr id="6944" name="Google Shape;6944;p78"/>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8"/>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8"/>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4" name="Google Shape;6954;p78"/>
            <p:cNvGrpSpPr/>
            <p:nvPr/>
          </p:nvGrpSpPr>
          <p:grpSpPr>
            <a:xfrm>
              <a:off x="1421567" y="1179665"/>
              <a:ext cx="80700" cy="1526144"/>
              <a:chOff x="1421567" y="1179665"/>
              <a:chExt cx="80700" cy="1526144"/>
            </a:xfrm>
          </p:grpSpPr>
          <p:sp>
            <p:nvSpPr>
              <p:cNvPr id="6955" name="Google Shape;6955;p78"/>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8"/>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8"/>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8"/>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8"/>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8"/>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8"/>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8"/>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5" name="Google Shape;6965;p78"/>
            <p:cNvGrpSpPr/>
            <p:nvPr/>
          </p:nvGrpSpPr>
          <p:grpSpPr>
            <a:xfrm>
              <a:off x="1592327" y="1179665"/>
              <a:ext cx="80700" cy="1526144"/>
              <a:chOff x="1592327" y="1179665"/>
              <a:chExt cx="80700" cy="1526144"/>
            </a:xfrm>
          </p:grpSpPr>
          <p:sp>
            <p:nvSpPr>
              <p:cNvPr id="6966" name="Google Shape;6966;p78"/>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8"/>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8"/>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8"/>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8"/>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8"/>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78"/>
            <p:cNvGrpSpPr/>
            <p:nvPr/>
          </p:nvGrpSpPr>
          <p:grpSpPr>
            <a:xfrm>
              <a:off x="1766187" y="1179665"/>
              <a:ext cx="80700" cy="1526144"/>
              <a:chOff x="1766187" y="1179665"/>
              <a:chExt cx="80700" cy="1526144"/>
            </a:xfrm>
          </p:grpSpPr>
          <p:sp>
            <p:nvSpPr>
              <p:cNvPr id="6977" name="Google Shape;6977;p78"/>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8"/>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8"/>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8"/>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8"/>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8"/>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8"/>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8"/>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8"/>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7" name="Google Shape;6987;p78"/>
            <p:cNvGrpSpPr/>
            <p:nvPr/>
          </p:nvGrpSpPr>
          <p:grpSpPr>
            <a:xfrm>
              <a:off x="1936935" y="1179665"/>
              <a:ext cx="80700" cy="1526144"/>
              <a:chOff x="1936935" y="1179665"/>
              <a:chExt cx="80700" cy="1526144"/>
            </a:xfrm>
          </p:grpSpPr>
          <p:sp>
            <p:nvSpPr>
              <p:cNvPr id="6988" name="Google Shape;6988;p78"/>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8"/>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8"/>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8"/>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8"/>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78"/>
            <p:cNvGrpSpPr/>
            <p:nvPr/>
          </p:nvGrpSpPr>
          <p:grpSpPr>
            <a:xfrm>
              <a:off x="2110795" y="1179665"/>
              <a:ext cx="80700" cy="1526144"/>
              <a:chOff x="2110795" y="1179665"/>
              <a:chExt cx="80700" cy="1526144"/>
            </a:xfrm>
          </p:grpSpPr>
          <p:sp>
            <p:nvSpPr>
              <p:cNvPr id="6999" name="Google Shape;6999;p78"/>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8"/>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8"/>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8"/>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78"/>
            <p:cNvGrpSpPr/>
            <p:nvPr/>
          </p:nvGrpSpPr>
          <p:grpSpPr>
            <a:xfrm>
              <a:off x="2284655" y="1179665"/>
              <a:ext cx="80700" cy="1526144"/>
              <a:chOff x="2284655" y="1179665"/>
              <a:chExt cx="80700" cy="1526144"/>
            </a:xfrm>
          </p:grpSpPr>
          <p:sp>
            <p:nvSpPr>
              <p:cNvPr id="7010" name="Google Shape;7010;p78"/>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8"/>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8"/>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8"/>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8"/>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8"/>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20" name="Google Shape;7020;p78"/>
          <p:cNvGrpSpPr/>
          <p:nvPr/>
        </p:nvGrpSpPr>
        <p:grpSpPr>
          <a:xfrm>
            <a:off x="2623904" y="1198803"/>
            <a:ext cx="1364248" cy="1102133"/>
            <a:chOff x="2623904" y="1198803"/>
            <a:chExt cx="1364248" cy="1102133"/>
          </a:xfrm>
        </p:grpSpPr>
        <p:grpSp>
          <p:nvGrpSpPr>
            <p:cNvPr id="7021" name="Google Shape;7021;p78"/>
            <p:cNvGrpSpPr/>
            <p:nvPr/>
          </p:nvGrpSpPr>
          <p:grpSpPr>
            <a:xfrm>
              <a:off x="2623907" y="1198803"/>
              <a:ext cx="1364245" cy="273000"/>
              <a:chOff x="2623907" y="1198803"/>
              <a:chExt cx="1364245" cy="273000"/>
            </a:xfrm>
          </p:grpSpPr>
          <p:sp>
            <p:nvSpPr>
              <p:cNvPr id="7022" name="Google Shape;7022;p7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8"/>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7" name="Google Shape;7027;p78"/>
            <p:cNvGrpSpPr/>
            <p:nvPr/>
          </p:nvGrpSpPr>
          <p:grpSpPr>
            <a:xfrm>
              <a:off x="2623904" y="1476964"/>
              <a:ext cx="1364245" cy="273000"/>
              <a:chOff x="2623904" y="1476964"/>
              <a:chExt cx="1364245" cy="273000"/>
            </a:xfrm>
          </p:grpSpPr>
          <p:sp>
            <p:nvSpPr>
              <p:cNvPr id="7028" name="Google Shape;7028;p7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8"/>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8"/>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8"/>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3" name="Google Shape;7033;p78"/>
            <p:cNvGrpSpPr/>
            <p:nvPr/>
          </p:nvGrpSpPr>
          <p:grpSpPr>
            <a:xfrm>
              <a:off x="2623907" y="1749775"/>
              <a:ext cx="1364245" cy="273000"/>
              <a:chOff x="2623907" y="1749775"/>
              <a:chExt cx="1364245" cy="273000"/>
            </a:xfrm>
          </p:grpSpPr>
          <p:sp>
            <p:nvSpPr>
              <p:cNvPr id="7034" name="Google Shape;7034;p7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8"/>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8"/>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78"/>
            <p:cNvGrpSpPr/>
            <p:nvPr/>
          </p:nvGrpSpPr>
          <p:grpSpPr>
            <a:xfrm>
              <a:off x="2623904" y="2027936"/>
              <a:ext cx="1364245" cy="273000"/>
              <a:chOff x="2623904" y="2027936"/>
              <a:chExt cx="1364245" cy="273000"/>
            </a:xfrm>
          </p:grpSpPr>
          <p:sp>
            <p:nvSpPr>
              <p:cNvPr id="7040" name="Google Shape;7040;p7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45" name="Google Shape;7045;p78"/>
          <p:cNvGrpSpPr/>
          <p:nvPr/>
        </p:nvGrpSpPr>
        <p:grpSpPr>
          <a:xfrm>
            <a:off x="2613365" y="2657876"/>
            <a:ext cx="1387541" cy="159124"/>
            <a:chOff x="3200660" y="2180272"/>
            <a:chExt cx="2563824" cy="378237"/>
          </a:xfrm>
        </p:grpSpPr>
        <p:sp>
          <p:nvSpPr>
            <p:cNvPr id="7046" name="Google Shape;7046;p7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4" name="Google Shape;7064;p78"/>
          <p:cNvGrpSpPr/>
          <p:nvPr/>
        </p:nvGrpSpPr>
        <p:grpSpPr>
          <a:xfrm>
            <a:off x="2609890" y="2935640"/>
            <a:ext cx="1390502" cy="159625"/>
            <a:chOff x="3530150" y="2790075"/>
            <a:chExt cx="1962600" cy="225300"/>
          </a:xfrm>
        </p:grpSpPr>
        <p:sp>
          <p:nvSpPr>
            <p:cNvPr id="7065" name="Google Shape;7065;p78"/>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8"/>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78"/>
          <p:cNvGrpSpPr/>
          <p:nvPr/>
        </p:nvGrpSpPr>
        <p:grpSpPr>
          <a:xfrm>
            <a:off x="2609948" y="3213905"/>
            <a:ext cx="1411629" cy="154175"/>
            <a:chOff x="3558802" y="4011244"/>
            <a:chExt cx="1866000" cy="111600"/>
          </a:xfrm>
        </p:grpSpPr>
        <p:sp>
          <p:nvSpPr>
            <p:cNvPr id="7068" name="Google Shape;7068;p78"/>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8"/>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78"/>
          <p:cNvGrpSpPr/>
          <p:nvPr/>
        </p:nvGrpSpPr>
        <p:grpSpPr>
          <a:xfrm>
            <a:off x="2610235" y="2419475"/>
            <a:ext cx="1383503" cy="119761"/>
            <a:chOff x="3465975" y="2270258"/>
            <a:chExt cx="1986364" cy="171947"/>
          </a:xfrm>
        </p:grpSpPr>
        <p:sp>
          <p:nvSpPr>
            <p:cNvPr id="7071" name="Google Shape;7071;p7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8"/>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8"/>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8"/>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8"/>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8"/>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78"/>
          <p:cNvGrpSpPr/>
          <p:nvPr/>
        </p:nvGrpSpPr>
        <p:grpSpPr>
          <a:xfrm>
            <a:off x="2621243" y="3783248"/>
            <a:ext cx="1369531" cy="195460"/>
            <a:chOff x="723300" y="4253549"/>
            <a:chExt cx="2276482" cy="324900"/>
          </a:xfrm>
        </p:grpSpPr>
        <p:sp>
          <p:nvSpPr>
            <p:cNvPr id="7080" name="Google Shape;7080;p7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8"/>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5" name="Google Shape;7085;p78"/>
          <p:cNvGrpSpPr/>
          <p:nvPr/>
        </p:nvGrpSpPr>
        <p:grpSpPr>
          <a:xfrm>
            <a:off x="2610803" y="3484489"/>
            <a:ext cx="1389066" cy="180119"/>
            <a:chOff x="705948" y="3788465"/>
            <a:chExt cx="2308953" cy="299400"/>
          </a:xfrm>
        </p:grpSpPr>
        <p:sp>
          <p:nvSpPr>
            <p:cNvPr id="7086" name="Google Shape;7086;p7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8"/>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8"/>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1" name="Google Shape;7091;p78"/>
          <p:cNvGrpSpPr/>
          <p:nvPr/>
        </p:nvGrpSpPr>
        <p:grpSpPr>
          <a:xfrm>
            <a:off x="4207794" y="2088443"/>
            <a:ext cx="1433821" cy="191501"/>
            <a:chOff x="4273350" y="2088443"/>
            <a:chExt cx="1433821" cy="191501"/>
          </a:xfrm>
        </p:grpSpPr>
        <p:grpSp>
          <p:nvGrpSpPr>
            <p:cNvPr id="7092" name="Google Shape;7092;p78"/>
            <p:cNvGrpSpPr/>
            <p:nvPr/>
          </p:nvGrpSpPr>
          <p:grpSpPr>
            <a:xfrm>
              <a:off x="4273350" y="2088443"/>
              <a:ext cx="1433821" cy="0"/>
              <a:chOff x="5224975" y="2962250"/>
              <a:chExt cx="1544400" cy="0"/>
            </a:xfrm>
          </p:grpSpPr>
          <p:cxnSp>
            <p:nvCxnSpPr>
              <p:cNvPr id="7093" name="Google Shape;7093;p7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094" name="Google Shape;7094;p78"/>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7095" name="Google Shape;7095;p78"/>
            <p:cNvGrpSpPr/>
            <p:nvPr/>
          </p:nvGrpSpPr>
          <p:grpSpPr>
            <a:xfrm>
              <a:off x="4273350" y="2279944"/>
              <a:ext cx="1433821" cy="0"/>
              <a:chOff x="5224975" y="2962250"/>
              <a:chExt cx="1544400" cy="0"/>
            </a:xfrm>
          </p:grpSpPr>
          <p:cxnSp>
            <p:nvCxnSpPr>
              <p:cNvPr id="7096" name="Google Shape;7096;p7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097" name="Google Shape;7097;p78"/>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7098" name="Google Shape;7098;p78"/>
          <p:cNvGrpSpPr/>
          <p:nvPr/>
        </p:nvGrpSpPr>
        <p:grpSpPr>
          <a:xfrm>
            <a:off x="2658741" y="4097347"/>
            <a:ext cx="1304609" cy="294074"/>
            <a:chOff x="2658741" y="4097347"/>
            <a:chExt cx="1304609" cy="294074"/>
          </a:xfrm>
        </p:grpSpPr>
        <p:grpSp>
          <p:nvGrpSpPr>
            <p:cNvPr id="7099" name="Google Shape;7099;p78"/>
            <p:cNvGrpSpPr/>
            <p:nvPr/>
          </p:nvGrpSpPr>
          <p:grpSpPr>
            <a:xfrm>
              <a:off x="2658741" y="4097347"/>
              <a:ext cx="118572" cy="294074"/>
              <a:chOff x="3343310" y="4475555"/>
              <a:chExt cx="127717" cy="316753"/>
            </a:xfrm>
          </p:grpSpPr>
          <p:sp>
            <p:nvSpPr>
              <p:cNvPr id="7100" name="Google Shape;7100;p7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78"/>
            <p:cNvGrpSpPr/>
            <p:nvPr/>
          </p:nvGrpSpPr>
          <p:grpSpPr>
            <a:xfrm>
              <a:off x="3815519" y="4098388"/>
              <a:ext cx="147831" cy="291991"/>
              <a:chOff x="3527539" y="4476677"/>
              <a:chExt cx="159232" cy="314510"/>
            </a:xfrm>
          </p:grpSpPr>
          <p:sp>
            <p:nvSpPr>
              <p:cNvPr id="7103" name="Google Shape;7103;p7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5" name="Google Shape;7105;p78"/>
            <p:cNvGrpSpPr/>
            <p:nvPr/>
          </p:nvGrpSpPr>
          <p:grpSpPr>
            <a:xfrm>
              <a:off x="3511696" y="4098388"/>
              <a:ext cx="147831" cy="291991"/>
              <a:chOff x="3527539" y="4476677"/>
              <a:chExt cx="159232" cy="314510"/>
            </a:xfrm>
          </p:grpSpPr>
          <p:sp>
            <p:nvSpPr>
              <p:cNvPr id="7106" name="Google Shape;7106;p7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8" name="Google Shape;7108;p78"/>
            <p:cNvGrpSpPr/>
            <p:nvPr/>
          </p:nvGrpSpPr>
          <p:grpSpPr>
            <a:xfrm>
              <a:off x="3207874" y="4098388"/>
              <a:ext cx="147831" cy="291991"/>
              <a:chOff x="3527539" y="4476677"/>
              <a:chExt cx="159232" cy="314510"/>
            </a:xfrm>
          </p:grpSpPr>
          <p:sp>
            <p:nvSpPr>
              <p:cNvPr id="7109" name="Google Shape;7109;p7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78"/>
            <p:cNvGrpSpPr/>
            <p:nvPr/>
          </p:nvGrpSpPr>
          <p:grpSpPr>
            <a:xfrm>
              <a:off x="2933305" y="4097347"/>
              <a:ext cx="118572" cy="294074"/>
              <a:chOff x="3343310" y="4475555"/>
              <a:chExt cx="127717" cy="316753"/>
            </a:xfrm>
          </p:grpSpPr>
          <p:sp>
            <p:nvSpPr>
              <p:cNvPr id="7112" name="Google Shape;7112;p7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14" name="Google Shape;7114;p78"/>
          <p:cNvGrpSpPr/>
          <p:nvPr/>
        </p:nvGrpSpPr>
        <p:grpSpPr>
          <a:xfrm>
            <a:off x="4209349" y="1176041"/>
            <a:ext cx="1430711" cy="751237"/>
            <a:chOff x="5159450" y="1919950"/>
            <a:chExt cx="1541050" cy="862500"/>
          </a:xfrm>
        </p:grpSpPr>
        <p:sp>
          <p:nvSpPr>
            <p:cNvPr id="7115" name="Google Shape;7115;p7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7116" name="Google Shape;7116;p78"/>
            <p:cNvGrpSpPr/>
            <p:nvPr/>
          </p:nvGrpSpPr>
          <p:grpSpPr>
            <a:xfrm>
              <a:off x="5159450" y="1919950"/>
              <a:ext cx="1541050" cy="862500"/>
              <a:chOff x="5159450" y="1919950"/>
              <a:chExt cx="1541050" cy="862500"/>
            </a:xfrm>
          </p:grpSpPr>
          <p:cxnSp>
            <p:nvCxnSpPr>
              <p:cNvPr id="7117" name="Google Shape;7117;p7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7118" name="Google Shape;7118;p7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7119" name="Google Shape;7119;p78"/>
          <p:cNvGrpSpPr/>
          <p:nvPr/>
        </p:nvGrpSpPr>
        <p:grpSpPr>
          <a:xfrm>
            <a:off x="4257486" y="2439811"/>
            <a:ext cx="1334436" cy="967914"/>
            <a:chOff x="4294923" y="2439811"/>
            <a:chExt cx="1334436" cy="967914"/>
          </a:xfrm>
        </p:grpSpPr>
        <p:grpSp>
          <p:nvGrpSpPr>
            <p:cNvPr id="7120" name="Google Shape;7120;p78"/>
            <p:cNvGrpSpPr/>
            <p:nvPr/>
          </p:nvGrpSpPr>
          <p:grpSpPr>
            <a:xfrm>
              <a:off x="4960455" y="2469658"/>
              <a:ext cx="668904" cy="885524"/>
              <a:chOff x="4960455" y="2469658"/>
              <a:chExt cx="668904" cy="885524"/>
            </a:xfrm>
          </p:grpSpPr>
          <p:sp>
            <p:nvSpPr>
              <p:cNvPr id="7121" name="Google Shape;7121;p78"/>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8"/>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8"/>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8"/>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8"/>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8"/>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7" name="Google Shape;7127;p78"/>
            <p:cNvGrpSpPr/>
            <p:nvPr/>
          </p:nvGrpSpPr>
          <p:grpSpPr>
            <a:xfrm>
              <a:off x="4294923" y="2469658"/>
              <a:ext cx="668951" cy="885524"/>
              <a:chOff x="4294923" y="2469658"/>
              <a:chExt cx="668951" cy="885524"/>
            </a:xfrm>
          </p:grpSpPr>
          <p:sp>
            <p:nvSpPr>
              <p:cNvPr id="7128" name="Google Shape;7128;p78"/>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8"/>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8"/>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8"/>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8"/>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8"/>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4" name="Google Shape;7134;p78"/>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5" name="Google Shape;7135;p78"/>
          <p:cNvGrpSpPr/>
          <p:nvPr/>
        </p:nvGrpSpPr>
        <p:grpSpPr>
          <a:xfrm>
            <a:off x="4243690" y="3494256"/>
            <a:ext cx="1430949" cy="897289"/>
            <a:chOff x="4351371" y="3547942"/>
            <a:chExt cx="1345130" cy="843475"/>
          </a:xfrm>
        </p:grpSpPr>
        <p:grpSp>
          <p:nvGrpSpPr>
            <p:cNvPr id="7136" name="Google Shape;7136;p78"/>
            <p:cNvGrpSpPr/>
            <p:nvPr/>
          </p:nvGrpSpPr>
          <p:grpSpPr>
            <a:xfrm>
              <a:off x="4351371" y="4209917"/>
              <a:ext cx="1345130" cy="181500"/>
              <a:chOff x="4351371" y="4209917"/>
              <a:chExt cx="1345130" cy="181500"/>
            </a:xfrm>
          </p:grpSpPr>
          <p:sp>
            <p:nvSpPr>
              <p:cNvPr id="7137" name="Google Shape;7137;p78"/>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38" name="Google Shape;7138;p78"/>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7139" name="Google Shape;7139;p78"/>
            <p:cNvGrpSpPr/>
            <p:nvPr/>
          </p:nvGrpSpPr>
          <p:grpSpPr>
            <a:xfrm>
              <a:off x="4403010" y="3985221"/>
              <a:ext cx="1109518" cy="181500"/>
              <a:chOff x="4403010" y="3985221"/>
              <a:chExt cx="1109518" cy="181500"/>
            </a:xfrm>
          </p:grpSpPr>
          <p:sp>
            <p:nvSpPr>
              <p:cNvPr id="7140" name="Google Shape;7140;p78"/>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41" name="Google Shape;7141;p78"/>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7142" name="Google Shape;7142;p78"/>
            <p:cNvGrpSpPr/>
            <p:nvPr/>
          </p:nvGrpSpPr>
          <p:grpSpPr>
            <a:xfrm>
              <a:off x="4618704" y="3766582"/>
              <a:ext cx="807858" cy="181500"/>
              <a:chOff x="4618704" y="3766582"/>
              <a:chExt cx="807858" cy="181500"/>
            </a:xfrm>
          </p:grpSpPr>
          <p:sp>
            <p:nvSpPr>
              <p:cNvPr id="7143" name="Google Shape;7143;p78"/>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44" name="Google Shape;7144;p78"/>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7145" name="Google Shape;7145;p78"/>
            <p:cNvGrpSpPr/>
            <p:nvPr/>
          </p:nvGrpSpPr>
          <p:grpSpPr>
            <a:xfrm>
              <a:off x="4735238" y="3547942"/>
              <a:ext cx="462839" cy="181500"/>
              <a:chOff x="4735238" y="3547942"/>
              <a:chExt cx="462839" cy="181500"/>
            </a:xfrm>
          </p:grpSpPr>
          <p:sp>
            <p:nvSpPr>
              <p:cNvPr id="7146" name="Google Shape;7146;p78"/>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47" name="Google Shape;7147;p78"/>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7148" name="Google Shape;7148;p78"/>
          <p:cNvGrpSpPr/>
          <p:nvPr/>
        </p:nvGrpSpPr>
        <p:grpSpPr>
          <a:xfrm>
            <a:off x="7420047" y="2429580"/>
            <a:ext cx="1020955" cy="928853"/>
            <a:chOff x="926675" y="238125"/>
            <a:chExt cx="5755100" cy="5232975"/>
          </a:xfrm>
        </p:grpSpPr>
        <p:sp>
          <p:nvSpPr>
            <p:cNvPr id="7149" name="Google Shape;7149;p78"/>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8"/>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8"/>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8"/>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3" name="Google Shape;7153;p78"/>
          <p:cNvGrpSpPr/>
          <p:nvPr/>
        </p:nvGrpSpPr>
        <p:grpSpPr>
          <a:xfrm>
            <a:off x="727421" y="2828315"/>
            <a:ext cx="1695374" cy="1560837"/>
            <a:chOff x="727421" y="2828315"/>
            <a:chExt cx="1695374" cy="1560837"/>
          </a:xfrm>
        </p:grpSpPr>
        <p:grpSp>
          <p:nvGrpSpPr>
            <p:cNvPr id="7154" name="Google Shape;7154;p78"/>
            <p:cNvGrpSpPr/>
            <p:nvPr/>
          </p:nvGrpSpPr>
          <p:grpSpPr>
            <a:xfrm>
              <a:off x="727421" y="2828315"/>
              <a:ext cx="1695374" cy="1560837"/>
              <a:chOff x="734799" y="2782450"/>
              <a:chExt cx="1571100" cy="1577400"/>
            </a:xfrm>
          </p:grpSpPr>
          <p:cxnSp>
            <p:nvCxnSpPr>
              <p:cNvPr id="7155" name="Google Shape;7155;p7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7156" name="Google Shape;7156;p7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7157" name="Google Shape;7157;p78"/>
            <p:cNvGrpSpPr/>
            <p:nvPr/>
          </p:nvGrpSpPr>
          <p:grpSpPr>
            <a:xfrm>
              <a:off x="819108" y="2882501"/>
              <a:ext cx="1556791" cy="1426186"/>
              <a:chOff x="819108" y="2882501"/>
              <a:chExt cx="1556791" cy="1426186"/>
            </a:xfrm>
          </p:grpSpPr>
          <p:grpSp>
            <p:nvGrpSpPr>
              <p:cNvPr id="7158" name="Google Shape;7158;p78"/>
              <p:cNvGrpSpPr/>
              <p:nvPr/>
            </p:nvGrpSpPr>
            <p:grpSpPr>
              <a:xfrm>
                <a:off x="819108" y="2882501"/>
                <a:ext cx="103104" cy="1426186"/>
                <a:chOff x="4674013" y="3100904"/>
                <a:chExt cx="122758" cy="1698043"/>
              </a:xfrm>
            </p:grpSpPr>
            <p:sp>
              <p:nvSpPr>
                <p:cNvPr id="7159" name="Google Shape;7159;p7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78"/>
              <p:cNvGrpSpPr/>
              <p:nvPr/>
            </p:nvGrpSpPr>
            <p:grpSpPr>
              <a:xfrm>
                <a:off x="1062475" y="2882501"/>
                <a:ext cx="103104" cy="1426186"/>
                <a:chOff x="4940438" y="3100904"/>
                <a:chExt cx="122758" cy="1698043"/>
              </a:xfrm>
            </p:grpSpPr>
            <p:sp>
              <p:nvSpPr>
                <p:cNvPr id="7167" name="Google Shape;7167;p7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4" name="Google Shape;7174;p78"/>
              <p:cNvGrpSpPr/>
              <p:nvPr/>
            </p:nvGrpSpPr>
            <p:grpSpPr>
              <a:xfrm>
                <a:off x="1299324" y="2882501"/>
                <a:ext cx="103104" cy="1426186"/>
                <a:chOff x="5206863" y="3100904"/>
                <a:chExt cx="122758" cy="1698043"/>
              </a:xfrm>
            </p:grpSpPr>
            <p:sp>
              <p:nvSpPr>
                <p:cNvPr id="7175" name="Google Shape;7175;p7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2" name="Google Shape;7182;p78"/>
              <p:cNvGrpSpPr/>
              <p:nvPr/>
            </p:nvGrpSpPr>
            <p:grpSpPr>
              <a:xfrm>
                <a:off x="1786057" y="2882501"/>
                <a:ext cx="103104" cy="1426186"/>
                <a:chOff x="6006138" y="3143629"/>
                <a:chExt cx="122758" cy="1698043"/>
              </a:xfrm>
            </p:grpSpPr>
            <p:sp>
              <p:nvSpPr>
                <p:cNvPr id="7183" name="Google Shape;7183;p7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0" name="Google Shape;7190;p78"/>
              <p:cNvGrpSpPr/>
              <p:nvPr/>
            </p:nvGrpSpPr>
            <p:grpSpPr>
              <a:xfrm>
                <a:off x="2029422" y="2882501"/>
                <a:ext cx="103104" cy="1426186"/>
                <a:chOff x="6805413" y="3100904"/>
                <a:chExt cx="122758" cy="1698043"/>
              </a:xfrm>
            </p:grpSpPr>
            <p:sp>
              <p:nvSpPr>
                <p:cNvPr id="7191" name="Google Shape;7191;p7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78"/>
              <p:cNvGrpSpPr/>
              <p:nvPr/>
            </p:nvGrpSpPr>
            <p:grpSpPr>
              <a:xfrm>
                <a:off x="2272795" y="2882501"/>
                <a:ext cx="103104" cy="1426186"/>
                <a:chOff x="5206863" y="3100904"/>
                <a:chExt cx="122758" cy="1698043"/>
              </a:xfrm>
            </p:grpSpPr>
            <p:sp>
              <p:nvSpPr>
                <p:cNvPr id="7199" name="Google Shape;7199;p7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78"/>
              <p:cNvGrpSpPr/>
              <p:nvPr/>
            </p:nvGrpSpPr>
            <p:grpSpPr>
              <a:xfrm>
                <a:off x="1542694" y="2882501"/>
                <a:ext cx="103104" cy="1426186"/>
                <a:chOff x="6006138" y="3143629"/>
                <a:chExt cx="122758" cy="1698043"/>
              </a:xfrm>
            </p:grpSpPr>
            <p:sp>
              <p:nvSpPr>
                <p:cNvPr id="7207" name="Google Shape;7207;p7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214" name="Google Shape;7214;p78"/>
          <p:cNvGrpSpPr/>
          <p:nvPr/>
        </p:nvGrpSpPr>
        <p:grpSpPr>
          <a:xfrm>
            <a:off x="5683472" y="3518037"/>
            <a:ext cx="2749952" cy="870677"/>
            <a:chOff x="238125" y="1725700"/>
            <a:chExt cx="7139025" cy="2260325"/>
          </a:xfrm>
        </p:grpSpPr>
        <p:sp>
          <p:nvSpPr>
            <p:cNvPr id="7215" name="Google Shape;7215;p78"/>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8"/>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8"/>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8"/>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8"/>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8"/>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8"/>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8"/>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8"/>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8"/>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5" name="Google Shape;7225;p78"/>
          <p:cNvGrpSpPr/>
          <p:nvPr/>
        </p:nvGrpSpPr>
        <p:grpSpPr>
          <a:xfrm>
            <a:off x="5953636" y="2459783"/>
            <a:ext cx="1105452" cy="916747"/>
            <a:chOff x="5249100" y="1210600"/>
            <a:chExt cx="3502700" cy="2904775"/>
          </a:xfrm>
        </p:grpSpPr>
        <p:sp>
          <p:nvSpPr>
            <p:cNvPr id="7226" name="Google Shape;7226;p7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30" name="Google Shape;7230;p78"/>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7231" name="Google Shape;7231;p78"/>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7232" name="Google Shape;7232;p78"/>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7233" name="Google Shape;7233;p78"/>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7234" name="Google Shape;7234;p78"/>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78"/>
          <p:cNvGrpSpPr/>
          <p:nvPr/>
        </p:nvGrpSpPr>
        <p:grpSpPr>
          <a:xfrm>
            <a:off x="7136183" y="1179201"/>
            <a:ext cx="1304650" cy="1124856"/>
            <a:chOff x="7287122" y="1165658"/>
            <a:chExt cx="1219413" cy="1051365"/>
          </a:xfrm>
        </p:grpSpPr>
        <p:grpSp>
          <p:nvGrpSpPr>
            <p:cNvPr id="7236" name="Google Shape;7236;p78"/>
            <p:cNvGrpSpPr/>
            <p:nvPr/>
          </p:nvGrpSpPr>
          <p:grpSpPr>
            <a:xfrm>
              <a:off x="7287122" y="1969723"/>
              <a:ext cx="1219413" cy="247300"/>
              <a:chOff x="7287122" y="1969723"/>
              <a:chExt cx="1219413" cy="247300"/>
            </a:xfrm>
          </p:grpSpPr>
          <p:sp>
            <p:nvSpPr>
              <p:cNvPr id="7237" name="Google Shape;7237;p7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8" name="Google Shape;7238;p78"/>
              <p:cNvGrpSpPr/>
              <p:nvPr/>
            </p:nvGrpSpPr>
            <p:grpSpPr>
              <a:xfrm>
                <a:off x="7287122" y="2063892"/>
                <a:ext cx="1151753" cy="73428"/>
                <a:chOff x="7287122" y="2063892"/>
                <a:chExt cx="1151753" cy="73428"/>
              </a:xfrm>
            </p:grpSpPr>
            <p:sp>
              <p:nvSpPr>
                <p:cNvPr id="7239" name="Google Shape;7239;p7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40" name="Google Shape;7240;p7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7241" name="Google Shape;7241;p78"/>
            <p:cNvGrpSpPr/>
            <p:nvPr/>
          </p:nvGrpSpPr>
          <p:grpSpPr>
            <a:xfrm>
              <a:off x="7287122" y="1712201"/>
              <a:ext cx="1219403" cy="246767"/>
              <a:chOff x="7287122" y="1712201"/>
              <a:chExt cx="1219403" cy="246767"/>
            </a:xfrm>
          </p:grpSpPr>
          <p:sp>
            <p:nvSpPr>
              <p:cNvPr id="7242" name="Google Shape;7242;p7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3" name="Google Shape;7243;p78"/>
              <p:cNvGrpSpPr/>
              <p:nvPr/>
            </p:nvGrpSpPr>
            <p:grpSpPr>
              <a:xfrm>
                <a:off x="7287122" y="1842861"/>
                <a:ext cx="1005303" cy="73419"/>
                <a:chOff x="7287122" y="1842861"/>
                <a:chExt cx="1005303" cy="73419"/>
              </a:xfrm>
            </p:grpSpPr>
            <p:sp>
              <p:nvSpPr>
                <p:cNvPr id="7244" name="Google Shape;7244;p7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45" name="Google Shape;7245;p7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7246" name="Google Shape;7246;p78"/>
            <p:cNvGrpSpPr/>
            <p:nvPr/>
          </p:nvGrpSpPr>
          <p:grpSpPr>
            <a:xfrm>
              <a:off x="7287122" y="1447520"/>
              <a:ext cx="1219403" cy="286667"/>
              <a:chOff x="7287122" y="1447520"/>
              <a:chExt cx="1219403" cy="286667"/>
            </a:xfrm>
          </p:grpSpPr>
          <p:sp>
            <p:nvSpPr>
              <p:cNvPr id="7247" name="Google Shape;7247;p7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8" name="Google Shape;7248;p78"/>
              <p:cNvGrpSpPr/>
              <p:nvPr/>
            </p:nvGrpSpPr>
            <p:grpSpPr>
              <a:xfrm>
                <a:off x="7287122" y="1581977"/>
                <a:ext cx="852803" cy="73428"/>
                <a:chOff x="7287122" y="1581977"/>
                <a:chExt cx="852803" cy="73428"/>
              </a:xfrm>
            </p:grpSpPr>
            <p:sp>
              <p:nvSpPr>
                <p:cNvPr id="7249" name="Google Shape;7249;p7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50" name="Google Shape;7250;p7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7251" name="Google Shape;7251;p78"/>
            <p:cNvGrpSpPr/>
            <p:nvPr/>
          </p:nvGrpSpPr>
          <p:grpSpPr>
            <a:xfrm>
              <a:off x="7287122" y="1165658"/>
              <a:ext cx="1219403" cy="344253"/>
              <a:chOff x="7287122" y="1165658"/>
              <a:chExt cx="1219403" cy="344253"/>
            </a:xfrm>
          </p:grpSpPr>
          <p:sp>
            <p:nvSpPr>
              <p:cNvPr id="7252" name="Google Shape;7252;p7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3" name="Google Shape;7253;p78"/>
              <p:cNvGrpSpPr/>
              <p:nvPr/>
            </p:nvGrpSpPr>
            <p:grpSpPr>
              <a:xfrm>
                <a:off x="7287122" y="1341025"/>
                <a:ext cx="695703" cy="73419"/>
                <a:chOff x="7287122" y="1341025"/>
                <a:chExt cx="695703" cy="73419"/>
              </a:xfrm>
            </p:grpSpPr>
            <p:sp>
              <p:nvSpPr>
                <p:cNvPr id="7254" name="Google Shape;7254;p7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55" name="Google Shape;7255;p7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7256" name="Google Shape;7256;p78"/>
          <p:cNvGrpSpPr/>
          <p:nvPr/>
        </p:nvGrpSpPr>
        <p:grpSpPr>
          <a:xfrm>
            <a:off x="5802676" y="1185224"/>
            <a:ext cx="1397729" cy="1098540"/>
            <a:chOff x="5900602" y="1193063"/>
            <a:chExt cx="1299851" cy="1021707"/>
          </a:xfrm>
        </p:grpSpPr>
        <p:grpSp>
          <p:nvGrpSpPr>
            <p:cNvPr id="7257" name="Google Shape;7257;p78"/>
            <p:cNvGrpSpPr/>
            <p:nvPr/>
          </p:nvGrpSpPr>
          <p:grpSpPr>
            <a:xfrm>
              <a:off x="6520337" y="1193063"/>
              <a:ext cx="341815" cy="799959"/>
              <a:chOff x="6520337" y="1193063"/>
              <a:chExt cx="341815" cy="799959"/>
            </a:xfrm>
          </p:grpSpPr>
          <p:grpSp>
            <p:nvGrpSpPr>
              <p:cNvPr id="7258" name="Google Shape;7258;p78"/>
              <p:cNvGrpSpPr/>
              <p:nvPr/>
            </p:nvGrpSpPr>
            <p:grpSpPr>
              <a:xfrm>
                <a:off x="6520337" y="1589527"/>
                <a:ext cx="213950" cy="403494"/>
                <a:chOff x="6520337" y="1589527"/>
                <a:chExt cx="213950" cy="403494"/>
              </a:xfrm>
            </p:grpSpPr>
            <p:sp>
              <p:nvSpPr>
                <p:cNvPr id="7259" name="Google Shape;7259;p7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8"/>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1" name="Google Shape;7261;p78"/>
              <p:cNvGrpSpPr/>
              <p:nvPr/>
            </p:nvGrpSpPr>
            <p:grpSpPr>
              <a:xfrm>
                <a:off x="6577204" y="1193063"/>
                <a:ext cx="284947" cy="464512"/>
                <a:chOff x="6577204" y="1193063"/>
                <a:chExt cx="284947" cy="464512"/>
              </a:xfrm>
            </p:grpSpPr>
            <p:sp>
              <p:nvSpPr>
                <p:cNvPr id="7262" name="Google Shape;7262;p7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63" name="Google Shape;7263;p78"/>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7264" name="Google Shape;7264;p78"/>
            <p:cNvGrpSpPr/>
            <p:nvPr/>
          </p:nvGrpSpPr>
          <p:grpSpPr>
            <a:xfrm>
              <a:off x="6238903" y="1193063"/>
              <a:ext cx="300475" cy="900152"/>
              <a:chOff x="6238903" y="1193063"/>
              <a:chExt cx="300475" cy="900152"/>
            </a:xfrm>
          </p:grpSpPr>
          <p:grpSp>
            <p:nvGrpSpPr>
              <p:cNvPr id="7265" name="Google Shape;7265;p78"/>
              <p:cNvGrpSpPr/>
              <p:nvPr/>
            </p:nvGrpSpPr>
            <p:grpSpPr>
              <a:xfrm>
                <a:off x="6290865" y="1489315"/>
                <a:ext cx="248514" cy="603900"/>
                <a:chOff x="6290865" y="1489315"/>
                <a:chExt cx="248514" cy="603900"/>
              </a:xfrm>
            </p:grpSpPr>
            <p:sp>
              <p:nvSpPr>
                <p:cNvPr id="7266" name="Google Shape;7266;p7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8"/>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8" name="Google Shape;7268;p78"/>
              <p:cNvGrpSpPr/>
              <p:nvPr/>
            </p:nvGrpSpPr>
            <p:grpSpPr>
              <a:xfrm>
                <a:off x="6238903" y="1193063"/>
                <a:ext cx="284947" cy="333087"/>
                <a:chOff x="6238903" y="1193063"/>
                <a:chExt cx="284947" cy="333087"/>
              </a:xfrm>
            </p:grpSpPr>
            <p:sp>
              <p:nvSpPr>
                <p:cNvPr id="7269" name="Google Shape;7269;p7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70" name="Google Shape;7270;p78"/>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7271" name="Google Shape;7271;p78"/>
            <p:cNvGrpSpPr/>
            <p:nvPr/>
          </p:nvGrpSpPr>
          <p:grpSpPr>
            <a:xfrm>
              <a:off x="5900602" y="1193063"/>
              <a:ext cx="444345" cy="1021707"/>
              <a:chOff x="5900602" y="1193063"/>
              <a:chExt cx="444345" cy="1021707"/>
            </a:xfrm>
          </p:grpSpPr>
          <p:grpSp>
            <p:nvGrpSpPr>
              <p:cNvPr id="7272" name="Google Shape;7272;p78"/>
              <p:cNvGrpSpPr/>
              <p:nvPr/>
            </p:nvGrpSpPr>
            <p:grpSpPr>
              <a:xfrm>
                <a:off x="6046501" y="1367785"/>
                <a:ext cx="298446" cy="846986"/>
                <a:chOff x="6046501" y="1367785"/>
                <a:chExt cx="298446" cy="846986"/>
              </a:xfrm>
            </p:grpSpPr>
            <p:sp>
              <p:nvSpPr>
                <p:cNvPr id="7273" name="Google Shape;7273;p7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8"/>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78"/>
              <p:cNvGrpSpPr/>
              <p:nvPr/>
            </p:nvGrpSpPr>
            <p:grpSpPr>
              <a:xfrm>
                <a:off x="5900602" y="1193063"/>
                <a:ext cx="284947" cy="182312"/>
                <a:chOff x="5900602" y="1193063"/>
                <a:chExt cx="284947" cy="182312"/>
              </a:xfrm>
            </p:grpSpPr>
            <p:sp>
              <p:nvSpPr>
                <p:cNvPr id="7276" name="Google Shape;7276;p7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77" name="Google Shape;7277;p7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7278" name="Google Shape;7278;p78"/>
            <p:cNvGrpSpPr/>
            <p:nvPr/>
          </p:nvGrpSpPr>
          <p:grpSpPr>
            <a:xfrm>
              <a:off x="6738300" y="1193063"/>
              <a:ext cx="462153" cy="707634"/>
              <a:chOff x="6738300" y="1193063"/>
              <a:chExt cx="462153" cy="707634"/>
            </a:xfrm>
          </p:grpSpPr>
          <p:grpSp>
            <p:nvGrpSpPr>
              <p:cNvPr id="7279" name="Google Shape;7279;p78"/>
              <p:cNvGrpSpPr/>
              <p:nvPr/>
            </p:nvGrpSpPr>
            <p:grpSpPr>
              <a:xfrm>
                <a:off x="6915505" y="1193063"/>
                <a:ext cx="284947" cy="597387"/>
                <a:chOff x="6915505" y="1193063"/>
                <a:chExt cx="284947" cy="597387"/>
              </a:xfrm>
            </p:grpSpPr>
            <p:sp>
              <p:nvSpPr>
                <p:cNvPr id="7280" name="Google Shape;7280;p7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81" name="Google Shape;7281;p78"/>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7282" name="Google Shape;7282;p78"/>
              <p:cNvGrpSpPr/>
              <p:nvPr/>
            </p:nvGrpSpPr>
            <p:grpSpPr>
              <a:xfrm>
                <a:off x="6738300" y="1684725"/>
                <a:ext cx="230066" cy="215971"/>
                <a:chOff x="6738300" y="1684725"/>
                <a:chExt cx="230066" cy="215971"/>
              </a:xfrm>
            </p:grpSpPr>
            <p:sp>
              <p:nvSpPr>
                <p:cNvPr id="7283" name="Google Shape;7283;p78"/>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8"/>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88" name="Shape 7288"/>
        <p:cNvGrpSpPr/>
        <p:nvPr/>
      </p:nvGrpSpPr>
      <p:grpSpPr>
        <a:xfrm>
          <a:off x="0" y="0"/>
          <a:ext cx="0" cy="0"/>
          <a:chOff x="0" y="0"/>
          <a:chExt cx="0" cy="0"/>
        </a:xfrm>
      </p:grpSpPr>
      <p:sp>
        <p:nvSpPr>
          <p:cNvPr id="7289" name="Google Shape;7289;p7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7290" name="Google Shape;7290;p79"/>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r>
              <a:rPr lang="en">
                <a:solidFill>
                  <a:srgbClr val="435D74"/>
                </a:solidFill>
                <a:latin typeface="Arial"/>
                <a:ea typeface="Arial"/>
                <a:cs typeface="Arial"/>
                <a:sym typeface="Arial"/>
              </a:rPr>
              <a:t>     </a:t>
            </a:r>
            <a:endParaRPr>
              <a:solidFill>
                <a:srgbClr val="435D74"/>
              </a:solidFill>
              <a:latin typeface="Arial"/>
              <a:ea typeface="Arial"/>
              <a:cs typeface="Arial"/>
              <a:sym typeface="Arial"/>
            </a:endParaRPr>
          </a:p>
        </p:txBody>
      </p:sp>
      <p:grpSp>
        <p:nvGrpSpPr>
          <p:cNvPr id="7291" name="Google Shape;7291;p79"/>
          <p:cNvGrpSpPr/>
          <p:nvPr/>
        </p:nvGrpSpPr>
        <p:grpSpPr>
          <a:xfrm>
            <a:off x="855151" y="2280157"/>
            <a:ext cx="421923" cy="360050"/>
            <a:chOff x="855151" y="2280157"/>
            <a:chExt cx="421923" cy="360050"/>
          </a:xfrm>
        </p:grpSpPr>
        <p:sp>
          <p:nvSpPr>
            <p:cNvPr id="7292" name="Google Shape;7292;p79"/>
            <p:cNvSpPr/>
            <p:nvPr/>
          </p:nvSpPr>
          <p:spPr>
            <a:xfrm>
              <a:off x="991862" y="2286339"/>
              <a:ext cx="148578" cy="99227"/>
            </a:xfrm>
            <a:custGeom>
              <a:rect b="b" l="l" r="r" t="t"/>
              <a:pathLst>
                <a:path extrusionOk="0" h="3788" w="5672">
                  <a:moveTo>
                    <a:pt x="1504" y="0"/>
                  </a:moveTo>
                  <a:cubicBezTo>
                    <a:pt x="672" y="0"/>
                    <a:pt x="0" y="676"/>
                    <a:pt x="0" y="1505"/>
                  </a:cubicBezTo>
                  <a:lnTo>
                    <a:pt x="0" y="3157"/>
                  </a:lnTo>
                  <a:cubicBezTo>
                    <a:pt x="7" y="3496"/>
                    <a:pt x="288" y="3770"/>
                    <a:pt x="631" y="3770"/>
                  </a:cubicBezTo>
                  <a:cubicBezTo>
                    <a:pt x="973" y="3770"/>
                    <a:pt x="1254" y="3496"/>
                    <a:pt x="1265" y="3157"/>
                  </a:cubicBezTo>
                  <a:lnTo>
                    <a:pt x="1265" y="1505"/>
                  </a:lnTo>
                  <a:cubicBezTo>
                    <a:pt x="1265" y="1371"/>
                    <a:pt x="1371" y="1265"/>
                    <a:pt x="1504" y="1265"/>
                  </a:cubicBezTo>
                  <a:lnTo>
                    <a:pt x="4164" y="1265"/>
                  </a:lnTo>
                  <a:cubicBezTo>
                    <a:pt x="4297" y="1265"/>
                    <a:pt x="4404" y="1371"/>
                    <a:pt x="4404" y="1505"/>
                  </a:cubicBezTo>
                  <a:lnTo>
                    <a:pt x="4404" y="3157"/>
                  </a:lnTo>
                  <a:cubicBezTo>
                    <a:pt x="4404" y="3503"/>
                    <a:pt x="4688" y="3787"/>
                    <a:pt x="5037" y="3787"/>
                  </a:cubicBezTo>
                  <a:cubicBezTo>
                    <a:pt x="5387" y="3787"/>
                    <a:pt x="5671" y="3506"/>
                    <a:pt x="5668" y="3157"/>
                  </a:cubicBezTo>
                  <a:lnTo>
                    <a:pt x="5668" y="1505"/>
                  </a:lnTo>
                  <a:cubicBezTo>
                    <a:pt x="5668" y="676"/>
                    <a:pt x="4996" y="0"/>
                    <a:pt x="4167"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9"/>
            <p:cNvSpPr/>
            <p:nvPr/>
          </p:nvSpPr>
          <p:spPr>
            <a:xfrm>
              <a:off x="991758" y="2329325"/>
              <a:ext cx="33163" cy="56241"/>
            </a:xfrm>
            <a:custGeom>
              <a:rect b="b" l="l" r="r" t="t"/>
              <a:pathLst>
                <a:path extrusionOk="0" h="2147" w="1266">
                  <a:moveTo>
                    <a:pt x="1" y="1"/>
                  </a:moveTo>
                  <a:lnTo>
                    <a:pt x="1" y="1516"/>
                  </a:lnTo>
                  <a:cubicBezTo>
                    <a:pt x="1" y="1862"/>
                    <a:pt x="285" y="2146"/>
                    <a:pt x="635" y="2146"/>
                  </a:cubicBezTo>
                  <a:cubicBezTo>
                    <a:pt x="981" y="2146"/>
                    <a:pt x="1265" y="1862"/>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9"/>
            <p:cNvSpPr/>
            <p:nvPr/>
          </p:nvSpPr>
          <p:spPr>
            <a:xfrm>
              <a:off x="1107199" y="2329325"/>
              <a:ext cx="33163" cy="55769"/>
            </a:xfrm>
            <a:custGeom>
              <a:rect b="b" l="l" r="r" t="t"/>
              <a:pathLst>
                <a:path extrusionOk="0" h="2129" w="1266">
                  <a:moveTo>
                    <a:pt x="1" y="1"/>
                  </a:moveTo>
                  <a:lnTo>
                    <a:pt x="1" y="1516"/>
                  </a:lnTo>
                  <a:cubicBezTo>
                    <a:pt x="11" y="1855"/>
                    <a:pt x="292" y="2129"/>
                    <a:pt x="634" y="2129"/>
                  </a:cubicBezTo>
                  <a:cubicBezTo>
                    <a:pt x="977" y="2129"/>
                    <a:pt x="1255" y="1855"/>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9"/>
            <p:cNvSpPr/>
            <p:nvPr/>
          </p:nvSpPr>
          <p:spPr>
            <a:xfrm>
              <a:off x="861333" y="2349992"/>
              <a:ext cx="409454" cy="274864"/>
            </a:xfrm>
            <a:custGeom>
              <a:rect b="b" l="l" r="r" t="t"/>
              <a:pathLst>
                <a:path extrusionOk="0" h="10493" w="15631">
                  <a:moveTo>
                    <a:pt x="1375" y="0"/>
                  </a:moveTo>
                  <a:cubicBezTo>
                    <a:pt x="614" y="0"/>
                    <a:pt x="1" y="617"/>
                    <a:pt x="1" y="1374"/>
                  </a:cubicBezTo>
                  <a:lnTo>
                    <a:pt x="1" y="9119"/>
                  </a:lnTo>
                  <a:cubicBezTo>
                    <a:pt x="1" y="9879"/>
                    <a:pt x="614" y="10493"/>
                    <a:pt x="1375" y="10493"/>
                  </a:cubicBezTo>
                  <a:lnTo>
                    <a:pt x="14256" y="10493"/>
                  </a:lnTo>
                  <a:cubicBezTo>
                    <a:pt x="15017" y="10493"/>
                    <a:pt x="15630" y="9879"/>
                    <a:pt x="15630" y="9119"/>
                  </a:cubicBezTo>
                  <a:lnTo>
                    <a:pt x="15630" y="1374"/>
                  </a:lnTo>
                  <a:cubicBezTo>
                    <a:pt x="15630" y="617"/>
                    <a:pt x="15017" y="0"/>
                    <a:pt x="14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9"/>
            <p:cNvSpPr/>
            <p:nvPr/>
          </p:nvSpPr>
          <p:spPr>
            <a:xfrm>
              <a:off x="861333" y="2349992"/>
              <a:ext cx="69155" cy="274864"/>
            </a:xfrm>
            <a:custGeom>
              <a:rect b="b" l="l" r="r" t="t"/>
              <a:pathLst>
                <a:path extrusionOk="0" h="10493" w="2640">
                  <a:moveTo>
                    <a:pt x="1375" y="0"/>
                  </a:moveTo>
                  <a:cubicBezTo>
                    <a:pt x="614" y="0"/>
                    <a:pt x="1" y="617"/>
                    <a:pt x="1" y="1374"/>
                  </a:cubicBezTo>
                  <a:lnTo>
                    <a:pt x="1" y="9119"/>
                  </a:lnTo>
                  <a:cubicBezTo>
                    <a:pt x="1" y="9879"/>
                    <a:pt x="614" y="10493"/>
                    <a:pt x="1375" y="10493"/>
                  </a:cubicBezTo>
                  <a:lnTo>
                    <a:pt x="2639" y="10493"/>
                  </a:lnTo>
                  <a:cubicBezTo>
                    <a:pt x="1878" y="10493"/>
                    <a:pt x="1265" y="9879"/>
                    <a:pt x="1265" y="9119"/>
                  </a:cubicBezTo>
                  <a:lnTo>
                    <a:pt x="1265" y="1374"/>
                  </a:lnTo>
                  <a:cubicBezTo>
                    <a:pt x="1265" y="617"/>
                    <a:pt x="1878" y="0"/>
                    <a:pt x="2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9"/>
            <p:cNvSpPr/>
            <p:nvPr/>
          </p:nvSpPr>
          <p:spPr>
            <a:xfrm>
              <a:off x="918778" y="2340903"/>
              <a:ext cx="41414" cy="293017"/>
            </a:xfrm>
            <a:custGeom>
              <a:rect b="b" l="l" r="r" t="t"/>
              <a:pathLst>
                <a:path extrusionOk="0" h="11186" w="1581">
                  <a:moveTo>
                    <a:pt x="408" y="1"/>
                  </a:moveTo>
                  <a:cubicBezTo>
                    <a:pt x="182" y="1"/>
                    <a:pt x="1" y="183"/>
                    <a:pt x="1" y="409"/>
                  </a:cubicBezTo>
                  <a:lnTo>
                    <a:pt x="1" y="10782"/>
                  </a:lnTo>
                  <a:cubicBezTo>
                    <a:pt x="1" y="11004"/>
                    <a:pt x="182" y="11186"/>
                    <a:pt x="408" y="11186"/>
                  </a:cubicBezTo>
                  <a:lnTo>
                    <a:pt x="1173" y="11186"/>
                  </a:lnTo>
                  <a:cubicBezTo>
                    <a:pt x="1399" y="11186"/>
                    <a:pt x="1580" y="11004"/>
                    <a:pt x="1580" y="10782"/>
                  </a:cubicBezTo>
                  <a:lnTo>
                    <a:pt x="1580" y="409"/>
                  </a:lnTo>
                  <a:cubicBezTo>
                    <a:pt x="1580" y="183"/>
                    <a:pt x="1399" y="1"/>
                    <a:pt x="117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9"/>
            <p:cNvSpPr/>
            <p:nvPr/>
          </p:nvSpPr>
          <p:spPr>
            <a:xfrm>
              <a:off x="1171927" y="2340903"/>
              <a:ext cx="41414" cy="293017"/>
            </a:xfrm>
            <a:custGeom>
              <a:rect b="b" l="l" r="r" t="t"/>
              <a:pathLst>
                <a:path extrusionOk="0" h="11186" w="1581">
                  <a:moveTo>
                    <a:pt x="408" y="1"/>
                  </a:moveTo>
                  <a:cubicBezTo>
                    <a:pt x="182" y="1"/>
                    <a:pt x="0" y="183"/>
                    <a:pt x="0" y="409"/>
                  </a:cubicBezTo>
                  <a:lnTo>
                    <a:pt x="0" y="10782"/>
                  </a:lnTo>
                  <a:cubicBezTo>
                    <a:pt x="0" y="11004"/>
                    <a:pt x="182" y="11186"/>
                    <a:pt x="408" y="11186"/>
                  </a:cubicBezTo>
                  <a:lnTo>
                    <a:pt x="1176" y="11186"/>
                  </a:lnTo>
                  <a:cubicBezTo>
                    <a:pt x="1398" y="11186"/>
                    <a:pt x="1580" y="11004"/>
                    <a:pt x="1580" y="10782"/>
                  </a:cubicBezTo>
                  <a:lnTo>
                    <a:pt x="1580" y="409"/>
                  </a:lnTo>
                  <a:cubicBezTo>
                    <a:pt x="1580" y="183"/>
                    <a:pt x="1398" y="1"/>
                    <a:pt x="1176"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9"/>
            <p:cNvSpPr/>
            <p:nvPr/>
          </p:nvSpPr>
          <p:spPr>
            <a:xfrm>
              <a:off x="1052975" y="2521648"/>
              <a:ext cx="91683" cy="70543"/>
            </a:xfrm>
            <a:custGeom>
              <a:rect b="b" l="l" r="r" t="t"/>
              <a:pathLst>
                <a:path extrusionOk="0" h="2693" w="3500">
                  <a:moveTo>
                    <a:pt x="2630" y="0"/>
                  </a:moveTo>
                  <a:cubicBezTo>
                    <a:pt x="2576" y="0"/>
                    <a:pt x="2521" y="11"/>
                    <a:pt x="2468" y="33"/>
                  </a:cubicBezTo>
                  <a:lnTo>
                    <a:pt x="309" y="945"/>
                  </a:lnTo>
                  <a:cubicBezTo>
                    <a:pt x="100" y="1034"/>
                    <a:pt x="1" y="1274"/>
                    <a:pt x="90" y="1483"/>
                  </a:cubicBezTo>
                  <a:lnTo>
                    <a:pt x="494" y="2442"/>
                  </a:lnTo>
                  <a:cubicBezTo>
                    <a:pt x="561" y="2600"/>
                    <a:pt x="714" y="2693"/>
                    <a:pt x="874" y="2693"/>
                  </a:cubicBezTo>
                  <a:cubicBezTo>
                    <a:pt x="927" y="2693"/>
                    <a:pt x="981" y="2683"/>
                    <a:pt x="1032" y="2662"/>
                  </a:cubicBezTo>
                  <a:lnTo>
                    <a:pt x="3191" y="1747"/>
                  </a:lnTo>
                  <a:cubicBezTo>
                    <a:pt x="3400" y="1658"/>
                    <a:pt x="3500" y="1418"/>
                    <a:pt x="3410" y="1209"/>
                  </a:cubicBezTo>
                  <a:lnTo>
                    <a:pt x="3006" y="249"/>
                  </a:lnTo>
                  <a:cubicBezTo>
                    <a:pt x="2940" y="93"/>
                    <a:pt x="2789" y="0"/>
                    <a:pt x="263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9"/>
            <p:cNvSpPr/>
            <p:nvPr/>
          </p:nvSpPr>
          <p:spPr>
            <a:xfrm>
              <a:off x="1075162" y="2405002"/>
              <a:ext cx="67976" cy="49037"/>
            </a:xfrm>
            <a:custGeom>
              <a:rect b="b" l="l" r="r" t="t"/>
              <a:pathLst>
                <a:path extrusionOk="0" h="1872" w="2595">
                  <a:moveTo>
                    <a:pt x="1299" y="1"/>
                  </a:moveTo>
                  <a:cubicBezTo>
                    <a:pt x="579" y="1"/>
                    <a:pt x="0" y="422"/>
                    <a:pt x="0" y="936"/>
                  </a:cubicBezTo>
                  <a:cubicBezTo>
                    <a:pt x="0" y="1454"/>
                    <a:pt x="579" y="1872"/>
                    <a:pt x="1299" y="1872"/>
                  </a:cubicBezTo>
                  <a:cubicBezTo>
                    <a:pt x="2015" y="1872"/>
                    <a:pt x="2594" y="1454"/>
                    <a:pt x="2594" y="936"/>
                  </a:cubicBezTo>
                  <a:cubicBezTo>
                    <a:pt x="2594" y="422"/>
                    <a:pt x="2015" y="1"/>
                    <a:pt x="12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9"/>
            <p:cNvSpPr/>
            <p:nvPr/>
          </p:nvSpPr>
          <p:spPr>
            <a:xfrm>
              <a:off x="982877" y="2445316"/>
              <a:ext cx="76227" cy="82750"/>
            </a:xfrm>
            <a:custGeom>
              <a:rect b="b" l="l" r="r" t="t"/>
              <a:pathLst>
                <a:path extrusionOk="0" h="3159" w="2910">
                  <a:moveTo>
                    <a:pt x="1158" y="689"/>
                  </a:moveTo>
                  <a:cubicBezTo>
                    <a:pt x="1266" y="689"/>
                    <a:pt x="1374" y="747"/>
                    <a:pt x="1426" y="864"/>
                  </a:cubicBezTo>
                  <a:cubicBezTo>
                    <a:pt x="1491" y="1011"/>
                    <a:pt x="1426" y="1186"/>
                    <a:pt x="1275" y="1255"/>
                  </a:cubicBezTo>
                  <a:cubicBezTo>
                    <a:pt x="1235" y="1272"/>
                    <a:pt x="1194" y="1281"/>
                    <a:pt x="1155" y="1281"/>
                  </a:cubicBezTo>
                  <a:cubicBezTo>
                    <a:pt x="962" y="1281"/>
                    <a:pt x="804" y="1083"/>
                    <a:pt x="881" y="878"/>
                  </a:cubicBezTo>
                  <a:cubicBezTo>
                    <a:pt x="930" y="753"/>
                    <a:pt x="1044" y="689"/>
                    <a:pt x="1158" y="689"/>
                  </a:cubicBezTo>
                  <a:close/>
                  <a:moveTo>
                    <a:pt x="941" y="0"/>
                  </a:moveTo>
                  <a:cubicBezTo>
                    <a:pt x="780" y="0"/>
                    <a:pt x="630" y="77"/>
                    <a:pt x="535" y="206"/>
                  </a:cubicBezTo>
                  <a:lnTo>
                    <a:pt x="131" y="761"/>
                  </a:lnTo>
                  <a:cubicBezTo>
                    <a:pt x="21" y="905"/>
                    <a:pt x="0" y="1100"/>
                    <a:pt x="76" y="1265"/>
                  </a:cubicBezTo>
                  <a:lnTo>
                    <a:pt x="782" y="2858"/>
                  </a:lnTo>
                  <a:cubicBezTo>
                    <a:pt x="865" y="3046"/>
                    <a:pt x="1052" y="3159"/>
                    <a:pt x="1247" y="3159"/>
                  </a:cubicBezTo>
                  <a:cubicBezTo>
                    <a:pt x="1315" y="3159"/>
                    <a:pt x="1384" y="3145"/>
                    <a:pt x="1450" y="3115"/>
                  </a:cubicBezTo>
                  <a:lnTo>
                    <a:pt x="2540" y="2629"/>
                  </a:lnTo>
                  <a:cubicBezTo>
                    <a:pt x="2797" y="2516"/>
                    <a:pt x="2910" y="2217"/>
                    <a:pt x="2800" y="1964"/>
                  </a:cubicBezTo>
                  <a:lnTo>
                    <a:pt x="2091" y="370"/>
                  </a:lnTo>
                  <a:cubicBezTo>
                    <a:pt x="2019" y="206"/>
                    <a:pt x="1861" y="89"/>
                    <a:pt x="1680" y="72"/>
                  </a:cubicBezTo>
                  <a:lnTo>
                    <a:pt x="998" y="4"/>
                  </a:lnTo>
                  <a:cubicBezTo>
                    <a:pt x="978" y="2"/>
                    <a:pt x="959" y="0"/>
                    <a:pt x="941"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9"/>
            <p:cNvSpPr/>
            <p:nvPr/>
          </p:nvSpPr>
          <p:spPr>
            <a:xfrm>
              <a:off x="1045981" y="2515440"/>
              <a:ext cx="105592" cy="82933"/>
            </a:xfrm>
            <a:custGeom>
              <a:rect b="b" l="l" r="r" t="t"/>
              <a:pathLst>
                <a:path extrusionOk="0" h="3166" w="4031">
                  <a:moveTo>
                    <a:pt x="2895" y="471"/>
                  </a:moveTo>
                  <a:cubicBezTo>
                    <a:pt x="2962" y="471"/>
                    <a:pt x="3026" y="512"/>
                    <a:pt x="3054" y="579"/>
                  </a:cubicBezTo>
                  <a:lnTo>
                    <a:pt x="3458" y="1538"/>
                  </a:lnTo>
                  <a:cubicBezTo>
                    <a:pt x="3496" y="1627"/>
                    <a:pt x="3455" y="1730"/>
                    <a:pt x="3366" y="1768"/>
                  </a:cubicBezTo>
                  <a:lnTo>
                    <a:pt x="3366" y="1764"/>
                  </a:lnTo>
                  <a:lnTo>
                    <a:pt x="1207" y="2679"/>
                  </a:lnTo>
                  <a:cubicBezTo>
                    <a:pt x="1186" y="2686"/>
                    <a:pt x="1162" y="2693"/>
                    <a:pt x="1138" y="2693"/>
                  </a:cubicBezTo>
                  <a:cubicBezTo>
                    <a:pt x="1070" y="2693"/>
                    <a:pt x="1005" y="2649"/>
                    <a:pt x="981" y="2583"/>
                  </a:cubicBezTo>
                  <a:lnTo>
                    <a:pt x="573" y="1624"/>
                  </a:lnTo>
                  <a:cubicBezTo>
                    <a:pt x="535" y="1535"/>
                    <a:pt x="580" y="1432"/>
                    <a:pt x="665" y="1394"/>
                  </a:cubicBezTo>
                  <a:lnTo>
                    <a:pt x="2828" y="486"/>
                  </a:lnTo>
                  <a:cubicBezTo>
                    <a:pt x="2849" y="476"/>
                    <a:pt x="2873" y="471"/>
                    <a:pt x="2895" y="471"/>
                  </a:cubicBezTo>
                  <a:close/>
                  <a:moveTo>
                    <a:pt x="2894" y="0"/>
                  </a:moveTo>
                  <a:cubicBezTo>
                    <a:pt x="2810" y="0"/>
                    <a:pt x="2725" y="17"/>
                    <a:pt x="2643" y="51"/>
                  </a:cubicBezTo>
                  <a:lnTo>
                    <a:pt x="484" y="963"/>
                  </a:lnTo>
                  <a:cubicBezTo>
                    <a:pt x="155" y="1103"/>
                    <a:pt x="0" y="1483"/>
                    <a:pt x="141" y="1812"/>
                  </a:cubicBezTo>
                  <a:lnTo>
                    <a:pt x="545" y="2772"/>
                  </a:lnTo>
                  <a:cubicBezTo>
                    <a:pt x="645" y="3012"/>
                    <a:pt x="881" y="3166"/>
                    <a:pt x="1142" y="3166"/>
                  </a:cubicBezTo>
                  <a:cubicBezTo>
                    <a:pt x="1227" y="3166"/>
                    <a:pt x="1313" y="3149"/>
                    <a:pt x="1392" y="3118"/>
                  </a:cubicBezTo>
                  <a:lnTo>
                    <a:pt x="3551" y="2203"/>
                  </a:lnTo>
                  <a:cubicBezTo>
                    <a:pt x="3876" y="2063"/>
                    <a:pt x="4030" y="1686"/>
                    <a:pt x="3893" y="1357"/>
                  </a:cubicBezTo>
                  <a:lnTo>
                    <a:pt x="3492" y="394"/>
                  </a:lnTo>
                  <a:cubicBezTo>
                    <a:pt x="3387" y="147"/>
                    <a:pt x="3147"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9"/>
            <p:cNvSpPr/>
            <p:nvPr/>
          </p:nvSpPr>
          <p:spPr>
            <a:xfrm>
              <a:off x="1068954" y="2398820"/>
              <a:ext cx="80366" cy="61506"/>
            </a:xfrm>
            <a:custGeom>
              <a:rect b="b" l="l" r="r" t="t"/>
              <a:pathLst>
                <a:path extrusionOk="0" h="2348" w="3068">
                  <a:moveTo>
                    <a:pt x="1536" y="477"/>
                  </a:moveTo>
                  <a:cubicBezTo>
                    <a:pt x="2108" y="477"/>
                    <a:pt x="2595" y="795"/>
                    <a:pt x="2595" y="1172"/>
                  </a:cubicBezTo>
                  <a:cubicBezTo>
                    <a:pt x="2595" y="1553"/>
                    <a:pt x="2108" y="1871"/>
                    <a:pt x="1536" y="1871"/>
                  </a:cubicBezTo>
                  <a:cubicBezTo>
                    <a:pt x="960" y="1871"/>
                    <a:pt x="474" y="1553"/>
                    <a:pt x="474" y="1172"/>
                  </a:cubicBezTo>
                  <a:cubicBezTo>
                    <a:pt x="474" y="795"/>
                    <a:pt x="960" y="477"/>
                    <a:pt x="1536" y="477"/>
                  </a:cubicBezTo>
                  <a:close/>
                  <a:moveTo>
                    <a:pt x="1536" y="0"/>
                  </a:moveTo>
                  <a:cubicBezTo>
                    <a:pt x="1138" y="0"/>
                    <a:pt x="765" y="113"/>
                    <a:pt x="477" y="319"/>
                  </a:cubicBezTo>
                  <a:cubicBezTo>
                    <a:pt x="169" y="542"/>
                    <a:pt x="1" y="847"/>
                    <a:pt x="1" y="1172"/>
                  </a:cubicBezTo>
                  <a:cubicBezTo>
                    <a:pt x="1" y="1501"/>
                    <a:pt x="169" y="1806"/>
                    <a:pt x="477" y="2029"/>
                  </a:cubicBezTo>
                  <a:cubicBezTo>
                    <a:pt x="765" y="2234"/>
                    <a:pt x="1138" y="2348"/>
                    <a:pt x="1536" y="2348"/>
                  </a:cubicBezTo>
                  <a:cubicBezTo>
                    <a:pt x="1930" y="2348"/>
                    <a:pt x="2307" y="2234"/>
                    <a:pt x="2591" y="2029"/>
                  </a:cubicBezTo>
                  <a:cubicBezTo>
                    <a:pt x="2900" y="1806"/>
                    <a:pt x="3068" y="1501"/>
                    <a:pt x="3068" y="1172"/>
                  </a:cubicBezTo>
                  <a:cubicBezTo>
                    <a:pt x="3068" y="847"/>
                    <a:pt x="2896" y="542"/>
                    <a:pt x="2591" y="319"/>
                  </a:cubicBezTo>
                  <a:cubicBezTo>
                    <a:pt x="2307" y="113"/>
                    <a:pt x="1930" y="0"/>
                    <a:pt x="1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9"/>
            <p:cNvSpPr/>
            <p:nvPr/>
          </p:nvSpPr>
          <p:spPr>
            <a:xfrm>
              <a:off x="976329" y="2439108"/>
              <a:ext cx="89875" cy="95219"/>
            </a:xfrm>
            <a:custGeom>
              <a:rect b="b" l="l" r="r" t="t"/>
              <a:pathLst>
                <a:path extrusionOk="0" h="3635" w="3431">
                  <a:moveTo>
                    <a:pt x="1203" y="473"/>
                  </a:moveTo>
                  <a:cubicBezTo>
                    <a:pt x="1210" y="473"/>
                    <a:pt x="1217" y="473"/>
                    <a:pt x="1224" y="474"/>
                  </a:cubicBezTo>
                  <a:lnTo>
                    <a:pt x="1906" y="546"/>
                  </a:lnTo>
                  <a:cubicBezTo>
                    <a:pt x="2002" y="553"/>
                    <a:pt x="2087" y="614"/>
                    <a:pt x="2125" y="703"/>
                  </a:cubicBezTo>
                  <a:lnTo>
                    <a:pt x="2831" y="2293"/>
                  </a:lnTo>
                  <a:cubicBezTo>
                    <a:pt x="2892" y="2430"/>
                    <a:pt x="2831" y="2592"/>
                    <a:pt x="2694" y="2653"/>
                  </a:cubicBezTo>
                  <a:lnTo>
                    <a:pt x="1604" y="3136"/>
                  </a:lnTo>
                  <a:cubicBezTo>
                    <a:pt x="1570" y="3150"/>
                    <a:pt x="1532" y="3160"/>
                    <a:pt x="1494" y="3160"/>
                  </a:cubicBezTo>
                  <a:cubicBezTo>
                    <a:pt x="1388" y="3160"/>
                    <a:pt x="1292" y="3095"/>
                    <a:pt x="1248" y="2999"/>
                  </a:cubicBezTo>
                  <a:lnTo>
                    <a:pt x="542" y="1409"/>
                  </a:lnTo>
                  <a:cubicBezTo>
                    <a:pt x="501" y="1320"/>
                    <a:pt x="514" y="1217"/>
                    <a:pt x="569" y="1139"/>
                  </a:cubicBezTo>
                  <a:lnTo>
                    <a:pt x="977" y="583"/>
                  </a:lnTo>
                  <a:cubicBezTo>
                    <a:pt x="1031" y="513"/>
                    <a:pt x="1115" y="473"/>
                    <a:pt x="1203" y="473"/>
                  </a:cubicBezTo>
                  <a:close/>
                  <a:moveTo>
                    <a:pt x="1193" y="1"/>
                  </a:moveTo>
                  <a:cubicBezTo>
                    <a:pt x="956" y="1"/>
                    <a:pt x="734" y="114"/>
                    <a:pt x="593" y="306"/>
                  </a:cubicBezTo>
                  <a:lnTo>
                    <a:pt x="189" y="858"/>
                  </a:lnTo>
                  <a:cubicBezTo>
                    <a:pt x="31" y="1073"/>
                    <a:pt x="0" y="1354"/>
                    <a:pt x="107" y="1601"/>
                  </a:cubicBezTo>
                  <a:lnTo>
                    <a:pt x="816" y="3191"/>
                  </a:lnTo>
                  <a:cubicBezTo>
                    <a:pt x="938" y="3470"/>
                    <a:pt x="1209" y="3635"/>
                    <a:pt x="1495" y="3635"/>
                  </a:cubicBezTo>
                  <a:cubicBezTo>
                    <a:pt x="1596" y="3635"/>
                    <a:pt x="1698" y="3614"/>
                    <a:pt x="1796" y="3572"/>
                  </a:cubicBezTo>
                  <a:lnTo>
                    <a:pt x="2886" y="3085"/>
                  </a:lnTo>
                  <a:cubicBezTo>
                    <a:pt x="3263" y="2920"/>
                    <a:pt x="3430" y="2478"/>
                    <a:pt x="3263" y="2105"/>
                  </a:cubicBezTo>
                  <a:lnTo>
                    <a:pt x="2557" y="511"/>
                  </a:lnTo>
                  <a:cubicBezTo>
                    <a:pt x="2447" y="268"/>
                    <a:pt x="2217" y="100"/>
                    <a:pt x="1954" y="73"/>
                  </a:cubicBezTo>
                  <a:cubicBezTo>
                    <a:pt x="1703" y="49"/>
                    <a:pt x="1443" y="1"/>
                    <a:pt x="1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9"/>
            <p:cNvSpPr/>
            <p:nvPr/>
          </p:nvSpPr>
          <p:spPr>
            <a:xfrm>
              <a:off x="1005405" y="2463364"/>
              <a:ext cx="15455" cy="15455"/>
            </a:xfrm>
            <a:custGeom>
              <a:rect b="b" l="l" r="r" t="t"/>
              <a:pathLst>
                <a:path extrusionOk="0" h="590" w="590">
                  <a:moveTo>
                    <a:pt x="295" y="0"/>
                  </a:moveTo>
                  <a:cubicBezTo>
                    <a:pt x="134" y="0"/>
                    <a:pt x="1" y="130"/>
                    <a:pt x="1" y="295"/>
                  </a:cubicBezTo>
                  <a:cubicBezTo>
                    <a:pt x="1" y="456"/>
                    <a:pt x="134" y="589"/>
                    <a:pt x="295" y="589"/>
                  </a:cubicBezTo>
                  <a:cubicBezTo>
                    <a:pt x="460" y="589"/>
                    <a:pt x="590" y="456"/>
                    <a:pt x="590" y="295"/>
                  </a:cubicBezTo>
                  <a:cubicBezTo>
                    <a:pt x="590" y="130"/>
                    <a:pt x="460"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9"/>
            <p:cNvSpPr/>
            <p:nvPr/>
          </p:nvSpPr>
          <p:spPr>
            <a:xfrm>
              <a:off x="855151" y="2280157"/>
              <a:ext cx="421923" cy="360050"/>
            </a:xfrm>
            <a:custGeom>
              <a:rect b="b" l="l" r="r" t="t"/>
              <a:pathLst>
                <a:path extrusionOk="0" h="13745" w="16107">
                  <a:moveTo>
                    <a:pt x="9383" y="1737"/>
                  </a:moveTo>
                  <a:cubicBezTo>
                    <a:pt x="9386" y="1737"/>
                    <a:pt x="9386" y="1737"/>
                    <a:pt x="9386" y="1741"/>
                  </a:cubicBezTo>
                  <a:lnTo>
                    <a:pt x="9386" y="2430"/>
                  </a:lnTo>
                  <a:lnTo>
                    <a:pt x="6717" y="2430"/>
                  </a:lnTo>
                  <a:lnTo>
                    <a:pt x="6717" y="1741"/>
                  </a:lnTo>
                  <a:cubicBezTo>
                    <a:pt x="6717" y="1737"/>
                    <a:pt x="6717" y="1737"/>
                    <a:pt x="6720" y="1737"/>
                  </a:cubicBezTo>
                  <a:close/>
                  <a:moveTo>
                    <a:pt x="9386" y="473"/>
                  </a:moveTo>
                  <a:cubicBezTo>
                    <a:pt x="10085" y="476"/>
                    <a:pt x="10651" y="1042"/>
                    <a:pt x="10651" y="1741"/>
                  </a:cubicBezTo>
                  <a:lnTo>
                    <a:pt x="10651" y="2430"/>
                  </a:lnTo>
                  <a:lnTo>
                    <a:pt x="9862" y="2430"/>
                  </a:lnTo>
                  <a:lnTo>
                    <a:pt x="9862" y="1741"/>
                  </a:lnTo>
                  <a:cubicBezTo>
                    <a:pt x="9859" y="1477"/>
                    <a:pt x="9647" y="1264"/>
                    <a:pt x="9383" y="1264"/>
                  </a:cubicBezTo>
                  <a:lnTo>
                    <a:pt x="6723" y="1264"/>
                  </a:lnTo>
                  <a:cubicBezTo>
                    <a:pt x="6460" y="1264"/>
                    <a:pt x="6244" y="1477"/>
                    <a:pt x="6244" y="1741"/>
                  </a:cubicBezTo>
                  <a:lnTo>
                    <a:pt x="6244" y="2430"/>
                  </a:lnTo>
                  <a:lnTo>
                    <a:pt x="5452" y="2430"/>
                  </a:lnTo>
                  <a:lnTo>
                    <a:pt x="5452" y="1741"/>
                  </a:lnTo>
                  <a:cubicBezTo>
                    <a:pt x="5456" y="1042"/>
                    <a:pt x="6021" y="473"/>
                    <a:pt x="6723" y="473"/>
                  </a:cubicBezTo>
                  <a:close/>
                  <a:moveTo>
                    <a:pt x="2837" y="2556"/>
                  </a:moveTo>
                  <a:lnTo>
                    <a:pt x="2837" y="2560"/>
                  </a:lnTo>
                  <a:lnTo>
                    <a:pt x="3602" y="2560"/>
                  </a:lnTo>
                  <a:cubicBezTo>
                    <a:pt x="3698" y="2560"/>
                    <a:pt x="3773" y="2635"/>
                    <a:pt x="3773" y="2731"/>
                  </a:cubicBezTo>
                  <a:lnTo>
                    <a:pt x="3773" y="4057"/>
                  </a:lnTo>
                  <a:cubicBezTo>
                    <a:pt x="3773" y="4188"/>
                    <a:pt x="3879" y="4294"/>
                    <a:pt x="4009" y="4294"/>
                  </a:cubicBezTo>
                  <a:cubicBezTo>
                    <a:pt x="4143" y="4294"/>
                    <a:pt x="4249" y="4188"/>
                    <a:pt x="4249" y="4057"/>
                  </a:cubicBezTo>
                  <a:lnTo>
                    <a:pt x="4249" y="2906"/>
                  </a:lnTo>
                  <a:lnTo>
                    <a:pt x="11857" y="2906"/>
                  </a:lnTo>
                  <a:lnTo>
                    <a:pt x="11857" y="12922"/>
                  </a:lnTo>
                  <a:lnTo>
                    <a:pt x="4246" y="12922"/>
                  </a:lnTo>
                  <a:lnTo>
                    <a:pt x="4246" y="5003"/>
                  </a:lnTo>
                  <a:cubicBezTo>
                    <a:pt x="4246" y="4869"/>
                    <a:pt x="4140" y="4767"/>
                    <a:pt x="4009" y="4767"/>
                  </a:cubicBezTo>
                  <a:cubicBezTo>
                    <a:pt x="3879" y="4767"/>
                    <a:pt x="3773" y="4869"/>
                    <a:pt x="3773" y="5003"/>
                  </a:cubicBezTo>
                  <a:lnTo>
                    <a:pt x="3773" y="13097"/>
                  </a:lnTo>
                  <a:cubicBezTo>
                    <a:pt x="3773" y="13193"/>
                    <a:pt x="3694" y="13269"/>
                    <a:pt x="3602" y="13269"/>
                  </a:cubicBezTo>
                  <a:lnTo>
                    <a:pt x="2837" y="13269"/>
                  </a:lnTo>
                  <a:cubicBezTo>
                    <a:pt x="2742" y="13269"/>
                    <a:pt x="2666" y="13193"/>
                    <a:pt x="2666" y="13097"/>
                  </a:cubicBezTo>
                  <a:lnTo>
                    <a:pt x="2666" y="2728"/>
                  </a:lnTo>
                  <a:cubicBezTo>
                    <a:pt x="2666" y="2632"/>
                    <a:pt x="2742" y="2556"/>
                    <a:pt x="2837" y="2556"/>
                  </a:cubicBezTo>
                  <a:close/>
                  <a:moveTo>
                    <a:pt x="12501" y="2556"/>
                  </a:moveTo>
                  <a:lnTo>
                    <a:pt x="12501" y="2560"/>
                  </a:lnTo>
                  <a:lnTo>
                    <a:pt x="13265" y="2560"/>
                  </a:lnTo>
                  <a:cubicBezTo>
                    <a:pt x="13361" y="2560"/>
                    <a:pt x="13437" y="2635"/>
                    <a:pt x="13437" y="2731"/>
                  </a:cubicBezTo>
                  <a:lnTo>
                    <a:pt x="13437" y="13101"/>
                  </a:lnTo>
                  <a:cubicBezTo>
                    <a:pt x="13437" y="13193"/>
                    <a:pt x="13361" y="13272"/>
                    <a:pt x="13265" y="13272"/>
                  </a:cubicBezTo>
                  <a:lnTo>
                    <a:pt x="12501" y="13272"/>
                  </a:lnTo>
                  <a:cubicBezTo>
                    <a:pt x="12405" y="13272"/>
                    <a:pt x="12330" y="13193"/>
                    <a:pt x="12330" y="13101"/>
                  </a:cubicBezTo>
                  <a:lnTo>
                    <a:pt x="12330" y="2728"/>
                  </a:lnTo>
                  <a:cubicBezTo>
                    <a:pt x="12330" y="2632"/>
                    <a:pt x="12409" y="2556"/>
                    <a:pt x="12501" y="2556"/>
                  </a:cubicBezTo>
                  <a:close/>
                  <a:moveTo>
                    <a:pt x="6723" y="0"/>
                  </a:moveTo>
                  <a:cubicBezTo>
                    <a:pt x="5761" y="0"/>
                    <a:pt x="4983" y="778"/>
                    <a:pt x="4983" y="1741"/>
                  </a:cubicBezTo>
                  <a:lnTo>
                    <a:pt x="4983" y="2430"/>
                  </a:lnTo>
                  <a:lnTo>
                    <a:pt x="4174" y="2430"/>
                  </a:lnTo>
                  <a:cubicBezTo>
                    <a:pt x="4064" y="2217"/>
                    <a:pt x="3842" y="2083"/>
                    <a:pt x="3602" y="2083"/>
                  </a:cubicBezTo>
                  <a:lnTo>
                    <a:pt x="2837" y="2083"/>
                  </a:lnTo>
                  <a:cubicBezTo>
                    <a:pt x="2598" y="2083"/>
                    <a:pt x="2378" y="2217"/>
                    <a:pt x="2269" y="2430"/>
                  </a:cubicBezTo>
                  <a:lnTo>
                    <a:pt x="1611" y="2430"/>
                  </a:lnTo>
                  <a:cubicBezTo>
                    <a:pt x="720" y="2433"/>
                    <a:pt x="0" y="3153"/>
                    <a:pt x="0" y="4040"/>
                  </a:cubicBezTo>
                  <a:lnTo>
                    <a:pt x="0" y="9835"/>
                  </a:lnTo>
                  <a:cubicBezTo>
                    <a:pt x="0" y="9965"/>
                    <a:pt x="106" y="10071"/>
                    <a:pt x="237" y="10071"/>
                  </a:cubicBezTo>
                  <a:cubicBezTo>
                    <a:pt x="367" y="10071"/>
                    <a:pt x="473" y="9965"/>
                    <a:pt x="473" y="9835"/>
                  </a:cubicBezTo>
                  <a:lnTo>
                    <a:pt x="473" y="4040"/>
                  </a:lnTo>
                  <a:cubicBezTo>
                    <a:pt x="473" y="3413"/>
                    <a:pt x="984" y="2906"/>
                    <a:pt x="1611" y="2906"/>
                  </a:cubicBezTo>
                  <a:lnTo>
                    <a:pt x="2193" y="2906"/>
                  </a:lnTo>
                  <a:lnTo>
                    <a:pt x="2193" y="12922"/>
                  </a:lnTo>
                  <a:lnTo>
                    <a:pt x="1611" y="12922"/>
                  </a:lnTo>
                  <a:cubicBezTo>
                    <a:pt x="984" y="12922"/>
                    <a:pt x="473" y="12412"/>
                    <a:pt x="473" y="11785"/>
                  </a:cubicBezTo>
                  <a:lnTo>
                    <a:pt x="473" y="10781"/>
                  </a:lnTo>
                  <a:cubicBezTo>
                    <a:pt x="473" y="10650"/>
                    <a:pt x="367" y="10544"/>
                    <a:pt x="237" y="10544"/>
                  </a:cubicBezTo>
                  <a:cubicBezTo>
                    <a:pt x="106" y="10544"/>
                    <a:pt x="0" y="10650"/>
                    <a:pt x="0" y="10781"/>
                  </a:cubicBezTo>
                  <a:lnTo>
                    <a:pt x="0" y="11785"/>
                  </a:lnTo>
                  <a:cubicBezTo>
                    <a:pt x="0" y="12676"/>
                    <a:pt x="720" y="13395"/>
                    <a:pt x="1611" y="13395"/>
                  </a:cubicBezTo>
                  <a:lnTo>
                    <a:pt x="2269" y="13395"/>
                  </a:lnTo>
                  <a:cubicBezTo>
                    <a:pt x="2378" y="13608"/>
                    <a:pt x="2598" y="13741"/>
                    <a:pt x="2837" y="13745"/>
                  </a:cubicBezTo>
                  <a:lnTo>
                    <a:pt x="3602" y="13745"/>
                  </a:lnTo>
                  <a:cubicBezTo>
                    <a:pt x="3842" y="13741"/>
                    <a:pt x="4064" y="13608"/>
                    <a:pt x="4174" y="13395"/>
                  </a:cubicBezTo>
                  <a:lnTo>
                    <a:pt x="11929" y="13395"/>
                  </a:lnTo>
                  <a:cubicBezTo>
                    <a:pt x="12042" y="13608"/>
                    <a:pt x="12261" y="13741"/>
                    <a:pt x="12501" y="13745"/>
                  </a:cubicBezTo>
                  <a:lnTo>
                    <a:pt x="13269" y="13745"/>
                  </a:lnTo>
                  <a:cubicBezTo>
                    <a:pt x="13509" y="13741"/>
                    <a:pt x="13728" y="13608"/>
                    <a:pt x="13837" y="13395"/>
                  </a:cubicBezTo>
                  <a:lnTo>
                    <a:pt x="14495" y="13395"/>
                  </a:lnTo>
                  <a:cubicBezTo>
                    <a:pt x="15383" y="13395"/>
                    <a:pt x="16103" y="12676"/>
                    <a:pt x="16103" y="11785"/>
                  </a:cubicBezTo>
                  <a:lnTo>
                    <a:pt x="16103" y="6014"/>
                  </a:lnTo>
                  <a:cubicBezTo>
                    <a:pt x="16103" y="5880"/>
                    <a:pt x="15996" y="5774"/>
                    <a:pt x="15866" y="5774"/>
                  </a:cubicBezTo>
                  <a:cubicBezTo>
                    <a:pt x="15736" y="5774"/>
                    <a:pt x="15630" y="5880"/>
                    <a:pt x="15630" y="6014"/>
                  </a:cubicBezTo>
                  <a:lnTo>
                    <a:pt x="15630" y="11785"/>
                  </a:lnTo>
                  <a:cubicBezTo>
                    <a:pt x="15630" y="12412"/>
                    <a:pt x="15119" y="12922"/>
                    <a:pt x="14492" y="12922"/>
                  </a:cubicBezTo>
                  <a:lnTo>
                    <a:pt x="13909" y="12922"/>
                  </a:lnTo>
                  <a:lnTo>
                    <a:pt x="13909" y="2906"/>
                  </a:lnTo>
                  <a:lnTo>
                    <a:pt x="14495" y="2906"/>
                  </a:lnTo>
                  <a:cubicBezTo>
                    <a:pt x="14498" y="2906"/>
                    <a:pt x="14500" y="2906"/>
                    <a:pt x="14502" y="2906"/>
                  </a:cubicBezTo>
                  <a:cubicBezTo>
                    <a:pt x="15126" y="2906"/>
                    <a:pt x="15630" y="3415"/>
                    <a:pt x="15633" y="4040"/>
                  </a:cubicBezTo>
                  <a:lnTo>
                    <a:pt x="15633" y="5065"/>
                  </a:lnTo>
                  <a:cubicBezTo>
                    <a:pt x="15633" y="5195"/>
                    <a:pt x="15736" y="5301"/>
                    <a:pt x="15870" y="5301"/>
                  </a:cubicBezTo>
                  <a:cubicBezTo>
                    <a:pt x="16000" y="5301"/>
                    <a:pt x="16106" y="5195"/>
                    <a:pt x="16106" y="5065"/>
                  </a:cubicBezTo>
                  <a:lnTo>
                    <a:pt x="16106" y="4040"/>
                  </a:lnTo>
                  <a:cubicBezTo>
                    <a:pt x="16103" y="3153"/>
                    <a:pt x="15383" y="2433"/>
                    <a:pt x="14495" y="2430"/>
                  </a:cubicBezTo>
                  <a:lnTo>
                    <a:pt x="13837" y="2430"/>
                  </a:lnTo>
                  <a:cubicBezTo>
                    <a:pt x="13728" y="2217"/>
                    <a:pt x="13509" y="2083"/>
                    <a:pt x="13269" y="2083"/>
                  </a:cubicBezTo>
                  <a:lnTo>
                    <a:pt x="12501" y="2083"/>
                  </a:lnTo>
                  <a:cubicBezTo>
                    <a:pt x="12261" y="2083"/>
                    <a:pt x="12042" y="2217"/>
                    <a:pt x="11932" y="2430"/>
                  </a:cubicBezTo>
                  <a:lnTo>
                    <a:pt x="11123" y="2430"/>
                  </a:lnTo>
                  <a:lnTo>
                    <a:pt x="11123" y="1741"/>
                  </a:lnTo>
                  <a:cubicBezTo>
                    <a:pt x="11123" y="778"/>
                    <a:pt x="10346" y="0"/>
                    <a:pt x="93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79"/>
          <p:cNvGrpSpPr/>
          <p:nvPr/>
        </p:nvGrpSpPr>
        <p:grpSpPr>
          <a:xfrm>
            <a:off x="1417348" y="2283640"/>
            <a:ext cx="385276" cy="384123"/>
            <a:chOff x="1417348" y="2283640"/>
            <a:chExt cx="385276" cy="384123"/>
          </a:xfrm>
        </p:grpSpPr>
        <p:sp>
          <p:nvSpPr>
            <p:cNvPr id="7308" name="Google Shape;7308;p79"/>
            <p:cNvSpPr/>
            <p:nvPr/>
          </p:nvSpPr>
          <p:spPr>
            <a:xfrm>
              <a:off x="1515998" y="2478531"/>
              <a:ext cx="106483" cy="57288"/>
            </a:xfrm>
            <a:custGeom>
              <a:rect b="b" l="l" r="r" t="t"/>
              <a:pathLst>
                <a:path extrusionOk="0" h="2187" w="4065">
                  <a:moveTo>
                    <a:pt x="2135" y="0"/>
                  </a:moveTo>
                  <a:lnTo>
                    <a:pt x="624" y="686"/>
                  </a:lnTo>
                  <a:lnTo>
                    <a:pt x="0" y="1868"/>
                  </a:lnTo>
                  <a:lnTo>
                    <a:pt x="2032" y="2187"/>
                  </a:lnTo>
                  <a:lnTo>
                    <a:pt x="4064" y="1868"/>
                  </a:lnTo>
                  <a:lnTo>
                    <a:pt x="3441" y="686"/>
                  </a:lnTo>
                  <a:lnTo>
                    <a:pt x="2135"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9"/>
            <p:cNvSpPr/>
            <p:nvPr/>
          </p:nvSpPr>
          <p:spPr>
            <a:xfrm>
              <a:off x="1423084" y="2289377"/>
              <a:ext cx="292389" cy="207124"/>
            </a:xfrm>
            <a:custGeom>
              <a:rect b="b" l="l" r="r" t="t"/>
              <a:pathLst>
                <a:path extrusionOk="0" h="7907" w="11162">
                  <a:moveTo>
                    <a:pt x="895" y="1"/>
                  </a:moveTo>
                  <a:cubicBezTo>
                    <a:pt x="401" y="1"/>
                    <a:pt x="0" y="402"/>
                    <a:pt x="0" y="895"/>
                  </a:cubicBezTo>
                  <a:lnTo>
                    <a:pt x="0" y="7012"/>
                  </a:lnTo>
                  <a:cubicBezTo>
                    <a:pt x="0" y="7506"/>
                    <a:pt x="401" y="7907"/>
                    <a:pt x="895" y="7907"/>
                  </a:cubicBezTo>
                  <a:lnTo>
                    <a:pt x="10264" y="7907"/>
                  </a:lnTo>
                  <a:cubicBezTo>
                    <a:pt x="10757" y="7907"/>
                    <a:pt x="11161" y="7506"/>
                    <a:pt x="11161" y="7012"/>
                  </a:cubicBezTo>
                  <a:lnTo>
                    <a:pt x="11161" y="895"/>
                  </a:lnTo>
                  <a:cubicBezTo>
                    <a:pt x="11161" y="402"/>
                    <a:pt x="10757" y="1"/>
                    <a:pt x="102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9"/>
            <p:cNvSpPr/>
            <p:nvPr/>
          </p:nvSpPr>
          <p:spPr>
            <a:xfrm>
              <a:off x="1423084" y="2289377"/>
              <a:ext cx="34315" cy="207124"/>
            </a:xfrm>
            <a:custGeom>
              <a:rect b="b" l="l" r="r" t="t"/>
              <a:pathLst>
                <a:path extrusionOk="0" h="7907" w="1310">
                  <a:moveTo>
                    <a:pt x="895" y="1"/>
                  </a:moveTo>
                  <a:cubicBezTo>
                    <a:pt x="401" y="1"/>
                    <a:pt x="0" y="402"/>
                    <a:pt x="0" y="895"/>
                  </a:cubicBezTo>
                  <a:lnTo>
                    <a:pt x="0" y="7012"/>
                  </a:lnTo>
                  <a:cubicBezTo>
                    <a:pt x="0" y="7506"/>
                    <a:pt x="401" y="7907"/>
                    <a:pt x="895" y="7907"/>
                  </a:cubicBezTo>
                  <a:lnTo>
                    <a:pt x="1309" y="7907"/>
                  </a:lnTo>
                  <a:cubicBezTo>
                    <a:pt x="816" y="7907"/>
                    <a:pt x="415" y="7506"/>
                    <a:pt x="415" y="7012"/>
                  </a:cubicBezTo>
                  <a:lnTo>
                    <a:pt x="415" y="895"/>
                  </a:lnTo>
                  <a:cubicBezTo>
                    <a:pt x="415" y="405"/>
                    <a:pt x="809" y="8"/>
                    <a:pt x="12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9"/>
            <p:cNvSpPr/>
            <p:nvPr/>
          </p:nvSpPr>
          <p:spPr>
            <a:xfrm>
              <a:off x="1498762" y="2527437"/>
              <a:ext cx="140405" cy="16739"/>
            </a:xfrm>
            <a:custGeom>
              <a:rect b="b" l="l" r="r" t="t"/>
              <a:pathLst>
                <a:path extrusionOk="0" h="639" w="5360">
                  <a:moveTo>
                    <a:pt x="317" y="1"/>
                  </a:moveTo>
                  <a:cubicBezTo>
                    <a:pt x="141" y="1"/>
                    <a:pt x="0" y="142"/>
                    <a:pt x="0" y="320"/>
                  </a:cubicBezTo>
                  <a:cubicBezTo>
                    <a:pt x="0" y="497"/>
                    <a:pt x="141" y="638"/>
                    <a:pt x="317" y="638"/>
                  </a:cubicBezTo>
                  <a:cubicBezTo>
                    <a:pt x="321" y="638"/>
                    <a:pt x="325" y="638"/>
                    <a:pt x="329" y="638"/>
                  </a:cubicBezTo>
                  <a:lnTo>
                    <a:pt x="5051" y="638"/>
                  </a:lnTo>
                  <a:cubicBezTo>
                    <a:pt x="5223" y="631"/>
                    <a:pt x="5360" y="491"/>
                    <a:pt x="5360" y="320"/>
                  </a:cubicBezTo>
                  <a:cubicBezTo>
                    <a:pt x="5360" y="148"/>
                    <a:pt x="5223" y="8"/>
                    <a:pt x="5051" y="1"/>
                  </a:cubicBezTo>
                  <a:lnTo>
                    <a:pt x="329" y="1"/>
                  </a:lnTo>
                  <a:cubicBezTo>
                    <a:pt x="325" y="1"/>
                    <a:pt x="321" y="1"/>
                    <a:pt x="31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9"/>
            <p:cNvSpPr/>
            <p:nvPr/>
          </p:nvSpPr>
          <p:spPr>
            <a:xfrm>
              <a:off x="1438068" y="2306273"/>
              <a:ext cx="262422" cy="153162"/>
            </a:xfrm>
            <a:custGeom>
              <a:rect b="b" l="l" r="r" t="t"/>
              <a:pathLst>
                <a:path extrusionOk="0" h="5847" w="10018">
                  <a:moveTo>
                    <a:pt x="727" y="0"/>
                  </a:moveTo>
                  <a:cubicBezTo>
                    <a:pt x="326" y="0"/>
                    <a:pt x="1" y="326"/>
                    <a:pt x="1" y="727"/>
                  </a:cubicBezTo>
                  <a:lnTo>
                    <a:pt x="1" y="5120"/>
                  </a:lnTo>
                  <a:cubicBezTo>
                    <a:pt x="1" y="5521"/>
                    <a:pt x="326" y="5846"/>
                    <a:pt x="727" y="5846"/>
                  </a:cubicBezTo>
                  <a:lnTo>
                    <a:pt x="9287" y="5846"/>
                  </a:lnTo>
                  <a:cubicBezTo>
                    <a:pt x="9688" y="5846"/>
                    <a:pt x="10017" y="5521"/>
                    <a:pt x="10014" y="5116"/>
                  </a:cubicBezTo>
                  <a:lnTo>
                    <a:pt x="10014" y="727"/>
                  </a:lnTo>
                  <a:cubicBezTo>
                    <a:pt x="10014" y="326"/>
                    <a:pt x="9688" y="0"/>
                    <a:pt x="928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9"/>
            <p:cNvSpPr/>
            <p:nvPr/>
          </p:nvSpPr>
          <p:spPr>
            <a:xfrm>
              <a:off x="1537714" y="2425748"/>
              <a:ext cx="240601" cy="192114"/>
            </a:xfrm>
            <a:custGeom>
              <a:rect b="b" l="l" r="r" t="t"/>
              <a:pathLst>
                <a:path extrusionOk="0" h="7334" w="9185">
                  <a:moveTo>
                    <a:pt x="953" y="0"/>
                  </a:moveTo>
                  <a:cubicBezTo>
                    <a:pt x="425" y="0"/>
                    <a:pt x="0" y="429"/>
                    <a:pt x="0" y="953"/>
                  </a:cubicBezTo>
                  <a:lnTo>
                    <a:pt x="0" y="7334"/>
                  </a:lnTo>
                  <a:lnTo>
                    <a:pt x="9184" y="7334"/>
                  </a:lnTo>
                  <a:lnTo>
                    <a:pt x="9184" y="953"/>
                  </a:lnTo>
                  <a:cubicBezTo>
                    <a:pt x="9184" y="429"/>
                    <a:pt x="8759" y="0"/>
                    <a:pt x="823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9"/>
            <p:cNvSpPr/>
            <p:nvPr/>
          </p:nvSpPr>
          <p:spPr>
            <a:xfrm>
              <a:off x="1555212" y="2446914"/>
              <a:ext cx="205683" cy="141139"/>
            </a:xfrm>
            <a:custGeom>
              <a:rect b="b" l="l" r="r" t="t"/>
              <a:pathLst>
                <a:path extrusionOk="0" h="5388" w="7852">
                  <a:moveTo>
                    <a:pt x="439" y="1"/>
                  </a:moveTo>
                  <a:cubicBezTo>
                    <a:pt x="196" y="1"/>
                    <a:pt x="1" y="200"/>
                    <a:pt x="1" y="443"/>
                  </a:cubicBezTo>
                  <a:lnTo>
                    <a:pt x="1" y="4949"/>
                  </a:lnTo>
                  <a:cubicBezTo>
                    <a:pt x="1" y="5193"/>
                    <a:pt x="196" y="5388"/>
                    <a:pt x="439" y="5388"/>
                  </a:cubicBezTo>
                  <a:lnTo>
                    <a:pt x="7409" y="5388"/>
                  </a:lnTo>
                  <a:cubicBezTo>
                    <a:pt x="7653" y="5388"/>
                    <a:pt x="7851" y="5193"/>
                    <a:pt x="7851" y="4949"/>
                  </a:cubicBezTo>
                  <a:lnTo>
                    <a:pt x="7851" y="443"/>
                  </a:lnTo>
                  <a:cubicBezTo>
                    <a:pt x="7851" y="200"/>
                    <a:pt x="7653" y="1"/>
                    <a:pt x="741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9"/>
            <p:cNvSpPr/>
            <p:nvPr/>
          </p:nvSpPr>
          <p:spPr>
            <a:xfrm>
              <a:off x="1537714" y="2425748"/>
              <a:ext cx="33870" cy="192114"/>
            </a:xfrm>
            <a:custGeom>
              <a:rect b="b" l="l" r="r" t="t"/>
              <a:pathLst>
                <a:path extrusionOk="0" h="7334" w="1293">
                  <a:moveTo>
                    <a:pt x="953" y="0"/>
                  </a:moveTo>
                  <a:cubicBezTo>
                    <a:pt x="425" y="0"/>
                    <a:pt x="0" y="429"/>
                    <a:pt x="0" y="953"/>
                  </a:cubicBezTo>
                  <a:lnTo>
                    <a:pt x="0" y="7334"/>
                  </a:lnTo>
                  <a:lnTo>
                    <a:pt x="340" y="7334"/>
                  </a:lnTo>
                  <a:lnTo>
                    <a:pt x="340" y="953"/>
                  </a:lnTo>
                  <a:cubicBezTo>
                    <a:pt x="340" y="429"/>
                    <a:pt x="765" y="4"/>
                    <a:pt x="1292" y="4"/>
                  </a:cubicBezTo>
                  <a:lnTo>
                    <a:pt x="953"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9"/>
            <p:cNvSpPr/>
            <p:nvPr/>
          </p:nvSpPr>
          <p:spPr>
            <a:xfrm>
              <a:off x="1537714" y="2594758"/>
              <a:ext cx="240601" cy="23104"/>
            </a:xfrm>
            <a:custGeom>
              <a:rect b="b" l="l" r="r" t="t"/>
              <a:pathLst>
                <a:path extrusionOk="0" h="882" w="9185">
                  <a:moveTo>
                    <a:pt x="0" y="1"/>
                  </a:moveTo>
                  <a:lnTo>
                    <a:pt x="0" y="882"/>
                  </a:lnTo>
                  <a:lnTo>
                    <a:pt x="9184" y="882"/>
                  </a:lnTo>
                  <a:lnTo>
                    <a:pt x="918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9"/>
            <p:cNvSpPr/>
            <p:nvPr/>
          </p:nvSpPr>
          <p:spPr>
            <a:xfrm>
              <a:off x="1519141" y="2605079"/>
              <a:ext cx="277850" cy="25435"/>
            </a:xfrm>
            <a:custGeom>
              <a:rect b="b" l="l" r="r" t="t"/>
              <a:pathLst>
                <a:path extrusionOk="0" h="971" w="10607">
                  <a:moveTo>
                    <a:pt x="240" y="1"/>
                  </a:moveTo>
                  <a:cubicBezTo>
                    <a:pt x="106" y="1"/>
                    <a:pt x="0" y="111"/>
                    <a:pt x="0" y="241"/>
                  </a:cubicBezTo>
                  <a:cubicBezTo>
                    <a:pt x="0" y="645"/>
                    <a:pt x="326" y="971"/>
                    <a:pt x="727" y="971"/>
                  </a:cubicBezTo>
                  <a:lnTo>
                    <a:pt x="9876" y="971"/>
                  </a:lnTo>
                  <a:cubicBezTo>
                    <a:pt x="10280" y="971"/>
                    <a:pt x="10606" y="645"/>
                    <a:pt x="10606" y="241"/>
                  </a:cubicBezTo>
                  <a:cubicBezTo>
                    <a:pt x="10606" y="111"/>
                    <a:pt x="10496" y="1"/>
                    <a:pt x="10366"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9"/>
            <p:cNvSpPr/>
            <p:nvPr/>
          </p:nvSpPr>
          <p:spPr>
            <a:xfrm>
              <a:off x="1519037" y="2605079"/>
              <a:ext cx="50844" cy="25435"/>
            </a:xfrm>
            <a:custGeom>
              <a:rect b="b" l="l" r="r" t="t"/>
              <a:pathLst>
                <a:path extrusionOk="0" h="971" w="1941">
                  <a:moveTo>
                    <a:pt x="241" y="1"/>
                  </a:moveTo>
                  <a:cubicBezTo>
                    <a:pt x="110" y="1"/>
                    <a:pt x="1" y="107"/>
                    <a:pt x="1" y="241"/>
                  </a:cubicBezTo>
                  <a:cubicBezTo>
                    <a:pt x="1" y="642"/>
                    <a:pt x="330" y="971"/>
                    <a:pt x="731" y="971"/>
                  </a:cubicBezTo>
                  <a:lnTo>
                    <a:pt x="1940" y="971"/>
                  </a:lnTo>
                  <a:cubicBezTo>
                    <a:pt x="1536" y="971"/>
                    <a:pt x="1210" y="642"/>
                    <a:pt x="1210" y="241"/>
                  </a:cubicBezTo>
                  <a:cubicBezTo>
                    <a:pt x="1210" y="107"/>
                    <a:pt x="1320" y="1"/>
                    <a:pt x="145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9"/>
            <p:cNvSpPr/>
            <p:nvPr/>
          </p:nvSpPr>
          <p:spPr>
            <a:xfrm>
              <a:off x="1662297" y="2559841"/>
              <a:ext cx="71565" cy="102187"/>
            </a:xfrm>
            <a:custGeom>
              <a:rect b="b" l="l" r="r" t="t"/>
              <a:pathLst>
                <a:path extrusionOk="0" h="3901" w="2732">
                  <a:moveTo>
                    <a:pt x="429" y="1"/>
                  </a:moveTo>
                  <a:cubicBezTo>
                    <a:pt x="193" y="1"/>
                    <a:pt x="1" y="193"/>
                    <a:pt x="1" y="429"/>
                  </a:cubicBezTo>
                  <a:lnTo>
                    <a:pt x="1" y="3472"/>
                  </a:lnTo>
                  <a:cubicBezTo>
                    <a:pt x="1" y="3709"/>
                    <a:pt x="193" y="3901"/>
                    <a:pt x="429" y="3901"/>
                  </a:cubicBezTo>
                  <a:lnTo>
                    <a:pt x="2304" y="3901"/>
                  </a:lnTo>
                  <a:cubicBezTo>
                    <a:pt x="2540" y="3901"/>
                    <a:pt x="2732" y="3709"/>
                    <a:pt x="2732" y="3472"/>
                  </a:cubicBezTo>
                  <a:lnTo>
                    <a:pt x="2732" y="429"/>
                  </a:lnTo>
                  <a:cubicBezTo>
                    <a:pt x="2732" y="193"/>
                    <a:pt x="2540" y="1"/>
                    <a:pt x="230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9"/>
            <p:cNvSpPr/>
            <p:nvPr/>
          </p:nvSpPr>
          <p:spPr>
            <a:xfrm>
              <a:off x="1662219" y="2580849"/>
              <a:ext cx="71748" cy="60275"/>
            </a:xfrm>
            <a:custGeom>
              <a:rect b="b" l="l" r="r" t="t"/>
              <a:pathLst>
                <a:path extrusionOk="0" h="2301" w="2739">
                  <a:moveTo>
                    <a:pt x="333" y="1"/>
                  </a:moveTo>
                  <a:cubicBezTo>
                    <a:pt x="151" y="1"/>
                    <a:pt x="0" y="148"/>
                    <a:pt x="0" y="330"/>
                  </a:cubicBezTo>
                  <a:lnTo>
                    <a:pt x="0" y="1971"/>
                  </a:lnTo>
                  <a:cubicBezTo>
                    <a:pt x="0" y="2153"/>
                    <a:pt x="151" y="2300"/>
                    <a:pt x="333" y="2300"/>
                  </a:cubicBezTo>
                  <a:lnTo>
                    <a:pt x="2406" y="2300"/>
                  </a:lnTo>
                  <a:cubicBezTo>
                    <a:pt x="2588" y="2300"/>
                    <a:pt x="2738" y="2153"/>
                    <a:pt x="2738" y="1971"/>
                  </a:cubicBezTo>
                  <a:lnTo>
                    <a:pt x="2738" y="333"/>
                  </a:lnTo>
                  <a:cubicBezTo>
                    <a:pt x="2738" y="148"/>
                    <a:pt x="2591" y="1"/>
                    <a:pt x="2406"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9"/>
            <p:cNvSpPr/>
            <p:nvPr/>
          </p:nvSpPr>
          <p:spPr>
            <a:xfrm>
              <a:off x="1417348" y="2283640"/>
              <a:ext cx="385276" cy="384123"/>
            </a:xfrm>
            <a:custGeom>
              <a:rect b="b" l="l" r="r" t="t"/>
              <a:pathLst>
                <a:path extrusionOk="0" h="14664" w="14708">
                  <a:moveTo>
                    <a:pt x="10078" y="1080"/>
                  </a:moveTo>
                  <a:cubicBezTo>
                    <a:pt x="10359" y="1080"/>
                    <a:pt x="10589" y="1310"/>
                    <a:pt x="10589" y="1591"/>
                  </a:cubicBezTo>
                  <a:lnTo>
                    <a:pt x="10589" y="5209"/>
                  </a:lnTo>
                  <a:lnTo>
                    <a:pt x="5548" y="5209"/>
                  </a:lnTo>
                  <a:cubicBezTo>
                    <a:pt x="4900" y="5209"/>
                    <a:pt x="4380" y="5734"/>
                    <a:pt x="4376" y="6378"/>
                  </a:cubicBezTo>
                  <a:lnTo>
                    <a:pt x="4376" y="6491"/>
                  </a:lnTo>
                  <a:lnTo>
                    <a:pt x="1518" y="6491"/>
                  </a:lnTo>
                  <a:cubicBezTo>
                    <a:pt x="1237" y="6491"/>
                    <a:pt x="1008" y="6261"/>
                    <a:pt x="1008" y="5980"/>
                  </a:cubicBezTo>
                  <a:lnTo>
                    <a:pt x="1008" y="1591"/>
                  </a:lnTo>
                  <a:cubicBezTo>
                    <a:pt x="1008" y="1310"/>
                    <a:pt x="1237" y="1080"/>
                    <a:pt x="1518" y="1080"/>
                  </a:cubicBezTo>
                  <a:close/>
                  <a:moveTo>
                    <a:pt x="4376" y="8619"/>
                  </a:moveTo>
                  <a:lnTo>
                    <a:pt x="4376" y="9088"/>
                  </a:lnTo>
                  <a:lnTo>
                    <a:pt x="4129" y="9088"/>
                  </a:lnTo>
                  <a:lnTo>
                    <a:pt x="4376" y="8619"/>
                  </a:lnTo>
                  <a:close/>
                  <a:moveTo>
                    <a:pt x="4376" y="9527"/>
                  </a:moveTo>
                  <a:lnTo>
                    <a:pt x="4376" y="9726"/>
                  </a:lnTo>
                  <a:lnTo>
                    <a:pt x="3434" y="9726"/>
                  </a:lnTo>
                  <a:cubicBezTo>
                    <a:pt x="3379" y="9726"/>
                    <a:pt x="3334" y="9681"/>
                    <a:pt x="3334" y="9627"/>
                  </a:cubicBezTo>
                  <a:cubicBezTo>
                    <a:pt x="3334" y="9572"/>
                    <a:pt x="3379" y="9527"/>
                    <a:pt x="3434" y="9527"/>
                  </a:cubicBezTo>
                  <a:close/>
                  <a:moveTo>
                    <a:pt x="11655" y="10764"/>
                  </a:moveTo>
                  <a:cubicBezTo>
                    <a:pt x="11771" y="10768"/>
                    <a:pt x="11864" y="10860"/>
                    <a:pt x="11867" y="10977"/>
                  </a:cubicBezTo>
                  <a:lnTo>
                    <a:pt x="11867" y="11141"/>
                  </a:lnTo>
                  <a:cubicBezTo>
                    <a:pt x="11829" y="11134"/>
                    <a:pt x="11792" y="11131"/>
                    <a:pt x="11754" y="11131"/>
                  </a:cubicBezTo>
                  <a:lnTo>
                    <a:pt x="9681" y="11131"/>
                  </a:lnTo>
                  <a:cubicBezTo>
                    <a:pt x="9643" y="11131"/>
                    <a:pt x="9605" y="11134"/>
                    <a:pt x="9568" y="11141"/>
                  </a:cubicBezTo>
                  <a:lnTo>
                    <a:pt x="9568" y="10977"/>
                  </a:lnTo>
                  <a:cubicBezTo>
                    <a:pt x="9571" y="10860"/>
                    <a:pt x="9664" y="10768"/>
                    <a:pt x="9780" y="10764"/>
                  </a:cubicBezTo>
                  <a:close/>
                  <a:moveTo>
                    <a:pt x="12830" y="5645"/>
                  </a:moveTo>
                  <a:cubicBezTo>
                    <a:pt x="13234" y="5645"/>
                    <a:pt x="13560" y="5974"/>
                    <a:pt x="13560" y="6378"/>
                  </a:cubicBezTo>
                  <a:lnTo>
                    <a:pt x="13560" y="12056"/>
                  </a:lnTo>
                  <a:lnTo>
                    <a:pt x="12302" y="12056"/>
                  </a:lnTo>
                  <a:lnTo>
                    <a:pt x="12302" y="11840"/>
                  </a:lnTo>
                  <a:lnTo>
                    <a:pt x="12676" y="11840"/>
                  </a:lnTo>
                  <a:cubicBezTo>
                    <a:pt x="13039" y="11840"/>
                    <a:pt x="13334" y="11546"/>
                    <a:pt x="13334" y="11182"/>
                  </a:cubicBezTo>
                  <a:lnTo>
                    <a:pt x="13334" y="7728"/>
                  </a:lnTo>
                  <a:cubicBezTo>
                    <a:pt x="13334" y="7582"/>
                    <a:pt x="13225" y="7510"/>
                    <a:pt x="13116" y="7510"/>
                  </a:cubicBezTo>
                  <a:cubicBezTo>
                    <a:pt x="13007" y="7510"/>
                    <a:pt x="12899" y="7582"/>
                    <a:pt x="12899" y="7728"/>
                  </a:cubicBezTo>
                  <a:lnTo>
                    <a:pt x="12899" y="11182"/>
                  </a:lnTo>
                  <a:cubicBezTo>
                    <a:pt x="12895" y="11302"/>
                    <a:pt x="12796" y="11405"/>
                    <a:pt x="12672" y="11405"/>
                  </a:cubicBezTo>
                  <a:lnTo>
                    <a:pt x="12306" y="11405"/>
                  </a:lnTo>
                  <a:lnTo>
                    <a:pt x="12306" y="10977"/>
                  </a:lnTo>
                  <a:cubicBezTo>
                    <a:pt x="12306" y="10617"/>
                    <a:pt x="12014" y="10326"/>
                    <a:pt x="11658" y="10326"/>
                  </a:cubicBezTo>
                  <a:lnTo>
                    <a:pt x="9780" y="10326"/>
                  </a:lnTo>
                  <a:cubicBezTo>
                    <a:pt x="9420" y="10326"/>
                    <a:pt x="9133" y="10617"/>
                    <a:pt x="9133" y="10977"/>
                  </a:cubicBezTo>
                  <a:lnTo>
                    <a:pt x="9133" y="11405"/>
                  </a:lnTo>
                  <a:lnTo>
                    <a:pt x="5706" y="11405"/>
                  </a:lnTo>
                  <a:cubicBezTo>
                    <a:pt x="5582" y="11405"/>
                    <a:pt x="5483" y="11302"/>
                    <a:pt x="5483" y="11182"/>
                  </a:cubicBezTo>
                  <a:lnTo>
                    <a:pt x="5483" y="6676"/>
                  </a:lnTo>
                  <a:cubicBezTo>
                    <a:pt x="5483" y="6553"/>
                    <a:pt x="5582" y="6453"/>
                    <a:pt x="5706" y="6453"/>
                  </a:cubicBezTo>
                  <a:lnTo>
                    <a:pt x="12676" y="6453"/>
                  </a:lnTo>
                  <a:cubicBezTo>
                    <a:pt x="12796" y="6453"/>
                    <a:pt x="12895" y="6553"/>
                    <a:pt x="12899" y="6676"/>
                  </a:cubicBezTo>
                  <a:lnTo>
                    <a:pt x="12899" y="6854"/>
                  </a:lnTo>
                  <a:cubicBezTo>
                    <a:pt x="12899" y="6974"/>
                    <a:pt x="12995" y="7074"/>
                    <a:pt x="13114" y="7074"/>
                  </a:cubicBezTo>
                  <a:cubicBezTo>
                    <a:pt x="13234" y="7074"/>
                    <a:pt x="13334" y="6974"/>
                    <a:pt x="13334" y="6854"/>
                  </a:cubicBezTo>
                  <a:lnTo>
                    <a:pt x="13334" y="6676"/>
                  </a:lnTo>
                  <a:cubicBezTo>
                    <a:pt x="13334" y="6309"/>
                    <a:pt x="13039" y="6015"/>
                    <a:pt x="12676" y="6015"/>
                  </a:cubicBezTo>
                  <a:lnTo>
                    <a:pt x="5702" y="6015"/>
                  </a:lnTo>
                  <a:cubicBezTo>
                    <a:pt x="5339" y="6015"/>
                    <a:pt x="5044" y="6309"/>
                    <a:pt x="5044" y="6676"/>
                  </a:cubicBezTo>
                  <a:lnTo>
                    <a:pt x="5044" y="11182"/>
                  </a:lnTo>
                  <a:cubicBezTo>
                    <a:pt x="5044" y="11546"/>
                    <a:pt x="5339" y="11840"/>
                    <a:pt x="5702" y="11840"/>
                  </a:cubicBezTo>
                  <a:lnTo>
                    <a:pt x="9129" y="11840"/>
                  </a:lnTo>
                  <a:lnTo>
                    <a:pt x="9129" y="12056"/>
                  </a:lnTo>
                  <a:lnTo>
                    <a:pt x="4815" y="12056"/>
                  </a:lnTo>
                  <a:lnTo>
                    <a:pt x="4815" y="6378"/>
                  </a:lnTo>
                  <a:cubicBezTo>
                    <a:pt x="4815" y="5974"/>
                    <a:pt x="5144" y="5645"/>
                    <a:pt x="5548" y="5645"/>
                  </a:cubicBezTo>
                  <a:close/>
                  <a:moveTo>
                    <a:pt x="9133" y="12491"/>
                  </a:moveTo>
                  <a:lnTo>
                    <a:pt x="9133" y="13022"/>
                  </a:lnTo>
                  <a:lnTo>
                    <a:pt x="4613" y="13022"/>
                  </a:lnTo>
                  <a:cubicBezTo>
                    <a:pt x="4476" y="13022"/>
                    <a:pt x="4349" y="12968"/>
                    <a:pt x="4253" y="12872"/>
                  </a:cubicBezTo>
                  <a:cubicBezTo>
                    <a:pt x="4157" y="12776"/>
                    <a:pt x="4102" y="12646"/>
                    <a:pt x="4102" y="12512"/>
                  </a:cubicBezTo>
                  <a:cubicBezTo>
                    <a:pt x="4102" y="12502"/>
                    <a:pt x="4112" y="12491"/>
                    <a:pt x="4126" y="12491"/>
                  </a:cubicBezTo>
                  <a:close/>
                  <a:moveTo>
                    <a:pt x="14252" y="12491"/>
                  </a:moveTo>
                  <a:cubicBezTo>
                    <a:pt x="14256" y="12491"/>
                    <a:pt x="14262" y="12495"/>
                    <a:pt x="14266" y="12498"/>
                  </a:cubicBezTo>
                  <a:cubicBezTo>
                    <a:pt x="14269" y="12502"/>
                    <a:pt x="14273" y="12505"/>
                    <a:pt x="14273" y="12512"/>
                  </a:cubicBezTo>
                  <a:cubicBezTo>
                    <a:pt x="14273" y="12793"/>
                    <a:pt x="14043" y="13022"/>
                    <a:pt x="13762" y="13022"/>
                  </a:cubicBezTo>
                  <a:lnTo>
                    <a:pt x="13762" y="13019"/>
                  </a:lnTo>
                  <a:lnTo>
                    <a:pt x="12302" y="13019"/>
                  </a:lnTo>
                  <a:lnTo>
                    <a:pt x="12302" y="12491"/>
                  </a:lnTo>
                  <a:close/>
                  <a:moveTo>
                    <a:pt x="11754" y="11566"/>
                  </a:moveTo>
                  <a:cubicBezTo>
                    <a:pt x="11816" y="11566"/>
                    <a:pt x="11867" y="11617"/>
                    <a:pt x="11867" y="11679"/>
                  </a:cubicBezTo>
                  <a:lnTo>
                    <a:pt x="11867" y="13317"/>
                  </a:lnTo>
                  <a:cubicBezTo>
                    <a:pt x="11867" y="13379"/>
                    <a:pt x="11816" y="13430"/>
                    <a:pt x="11754" y="13430"/>
                  </a:cubicBezTo>
                  <a:lnTo>
                    <a:pt x="9681" y="13430"/>
                  </a:lnTo>
                  <a:cubicBezTo>
                    <a:pt x="9619" y="13430"/>
                    <a:pt x="9568" y="13379"/>
                    <a:pt x="9568" y="13317"/>
                  </a:cubicBezTo>
                  <a:lnTo>
                    <a:pt x="9568" y="13242"/>
                  </a:lnTo>
                  <a:lnTo>
                    <a:pt x="9568" y="11679"/>
                  </a:lnTo>
                  <a:cubicBezTo>
                    <a:pt x="9568" y="11617"/>
                    <a:pt x="9619" y="11566"/>
                    <a:pt x="9681" y="11566"/>
                  </a:cubicBezTo>
                  <a:close/>
                  <a:moveTo>
                    <a:pt x="11867" y="13852"/>
                  </a:moveTo>
                  <a:lnTo>
                    <a:pt x="11867" y="14016"/>
                  </a:lnTo>
                  <a:cubicBezTo>
                    <a:pt x="11867" y="14133"/>
                    <a:pt x="11771" y="14229"/>
                    <a:pt x="11655" y="14229"/>
                  </a:cubicBezTo>
                  <a:lnTo>
                    <a:pt x="9780" y="14229"/>
                  </a:lnTo>
                  <a:cubicBezTo>
                    <a:pt x="9664" y="14225"/>
                    <a:pt x="9571" y="14133"/>
                    <a:pt x="9568" y="14016"/>
                  </a:cubicBezTo>
                  <a:lnTo>
                    <a:pt x="9568" y="13852"/>
                  </a:lnTo>
                  <a:cubicBezTo>
                    <a:pt x="9605" y="13859"/>
                    <a:pt x="9643" y="13865"/>
                    <a:pt x="9681" y="13865"/>
                  </a:cubicBezTo>
                  <a:lnTo>
                    <a:pt x="11754" y="13865"/>
                  </a:lnTo>
                  <a:cubicBezTo>
                    <a:pt x="11792" y="13865"/>
                    <a:pt x="11829" y="13859"/>
                    <a:pt x="11867" y="13852"/>
                  </a:cubicBezTo>
                  <a:close/>
                  <a:moveTo>
                    <a:pt x="1114" y="1"/>
                  </a:moveTo>
                  <a:cubicBezTo>
                    <a:pt x="500" y="1"/>
                    <a:pt x="0" y="501"/>
                    <a:pt x="0" y="1114"/>
                  </a:cubicBezTo>
                  <a:lnTo>
                    <a:pt x="0" y="7231"/>
                  </a:lnTo>
                  <a:cubicBezTo>
                    <a:pt x="0" y="7845"/>
                    <a:pt x="500" y="8345"/>
                    <a:pt x="1114" y="8345"/>
                  </a:cubicBezTo>
                  <a:lnTo>
                    <a:pt x="1731" y="8345"/>
                  </a:lnTo>
                  <a:cubicBezTo>
                    <a:pt x="1851" y="8345"/>
                    <a:pt x="1947" y="8246"/>
                    <a:pt x="1947" y="8126"/>
                  </a:cubicBezTo>
                  <a:cubicBezTo>
                    <a:pt x="1947" y="8006"/>
                    <a:pt x="1851" y="7906"/>
                    <a:pt x="1731" y="7906"/>
                  </a:cubicBezTo>
                  <a:lnTo>
                    <a:pt x="1114" y="7906"/>
                  </a:lnTo>
                  <a:cubicBezTo>
                    <a:pt x="740" y="7906"/>
                    <a:pt x="439" y="7605"/>
                    <a:pt x="435" y="7231"/>
                  </a:cubicBezTo>
                  <a:lnTo>
                    <a:pt x="435" y="1114"/>
                  </a:lnTo>
                  <a:cubicBezTo>
                    <a:pt x="435" y="741"/>
                    <a:pt x="740" y="439"/>
                    <a:pt x="1114" y="439"/>
                  </a:cubicBezTo>
                  <a:lnTo>
                    <a:pt x="10483" y="439"/>
                  </a:lnTo>
                  <a:cubicBezTo>
                    <a:pt x="10856" y="439"/>
                    <a:pt x="11161" y="741"/>
                    <a:pt x="11161" y="1114"/>
                  </a:cubicBezTo>
                  <a:lnTo>
                    <a:pt x="11161" y="5209"/>
                  </a:lnTo>
                  <a:lnTo>
                    <a:pt x="11028" y="5209"/>
                  </a:lnTo>
                  <a:lnTo>
                    <a:pt x="11028" y="1591"/>
                  </a:lnTo>
                  <a:cubicBezTo>
                    <a:pt x="11028" y="1066"/>
                    <a:pt x="10603" y="645"/>
                    <a:pt x="10078" y="641"/>
                  </a:cubicBezTo>
                  <a:lnTo>
                    <a:pt x="1518" y="641"/>
                  </a:lnTo>
                  <a:cubicBezTo>
                    <a:pt x="994" y="645"/>
                    <a:pt x="572" y="1066"/>
                    <a:pt x="569" y="1591"/>
                  </a:cubicBezTo>
                  <a:lnTo>
                    <a:pt x="569" y="5980"/>
                  </a:lnTo>
                  <a:cubicBezTo>
                    <a:pt x="572" y="6505"/>
                    <a:pt x="994" y="6930"/>
                    <a:pt x="1518" y="6930"/>
                  </a:cubicBezTo>
                  <a:lnTo>
                    <a:pt x="4376" y="6930"/>
                  </a:lnTo>
                  <a:lnTo>
                    <a:pt x="4376" y="7910"/>
                  </a:lnTo>
                  <a:lnTo>
                    <a:pt x="2604" y="7910"/>
                  </a:lnTo>
                  <a:cubicBezTo>
                    <a:pt x="2313" y="7910"/>
                    <a:pt x="2313" y="8345"/>
                    <a:pt x="2604" y="8345"/>
                  </a:cubicBezTo>
                  <a:lnTo>
                    <a:pt x="4027" y="8345"/>
                  </a:lnTo>
                  <a:lnTo>
                    <a:pt x="3636" y="9088"/>
                  </a:lnTo>
                  <a:lnTo>
                    <a:pt x="3437" y="9088"/>
                  </a:lnTo>
                  <a:cubicBezTo>
                    <a:pt x="3142" y="9088"/>
                    <a:pt x="2899" y="9328"/>
                    <a:pt x="2899" y="9627"/>
                  </a:cubicBezTo>
                  <a:cubicBezTo>
                    <a:pt x="2899" y="9921"/>
                    <a:pt x="3142" y="10161"/>
                    <a:pt x="3437" y="10165"/>
                  </a:cubicBezTo>
                  <a:lnTo>
                    <a:pt x="4380" y="10165"/>
                  </a:lnTo>
                  <a:lnTo>
                    <a:pt x="4380" y="12056"/>
                  </a:lnTo>
                  <a:lnTo>
                    <a:pt x="4126" y="12056"/>
                  </a:lnTo>
                  <a:cubicBezTo>
                    <a:pt x="3872" y="12056"/>
                    <a:pt x="3670" y="12258"/>
                    <a:pt x="3670" y="12512"/>
                  </a:cubicBezTo>
                  <a:cubicBezTo>
                    <a:pt x="3667" y="13036"/>
                    <a:pt x="4092" y="13458"/>
                    <a:pt x="4616" y="13458"/>
                  </a:cubicBezTo>
                  <a:lnTo>
                    <a:pt x="9133" y="13458"/>
                  </a:lnTo>
                  <a:lnTo>
                    <a:pt x="9133" y="14016"/>
                  </a:lnTo>
                  <a:cubicBezTo>
                    <a:pt x="9133" y="14373"/>
                    <a:pt x="9424" y="14664"/>
                    <a:pt x="9780" y="14664"/>
                  </a:cubicBezTo>
                  <a:lnTo>
                    <a:pt x="11655" y="14664"/>
                  </a:lnTo>
                  <a:cubicBezTo>
                    <a:pt x="12014" y="14664"/>
                    <a:pt x="12302" y="14373"/>
                    <a:pt x="12302" y="14016"/>
                  </a:cubicBezTo>
                  <a:lnTo>
                    <a:pt x="12302" y="13458"/>
                  </a:lnTo>
                  <a:lnTo>
                    <a:pt x="13762" y="13458"/>
                  </a:lnTo>
                  <a:cubicBezTo>
                    <a:pt x="14286" y="13458"/>
                    <a:pt x="14708" y="13036"/>
                    <a:pt x="14708" y="12512"/>
                  </a:cubicBezTo>
                  <a:cubicBezTo>
                    <a:pt x="14708" y="12392"/>
                    <a:pt x="14660" y="12275"/>
                    <a:pt x="14574" y="12190"/>
                  </a:cubicBezTo>
                  <a:cubicBezTo>
                    <a:pt x="14489" y="12104"/>
                    <a:pt x="14372" y="12056"/>
                    <a:pt x="14252" y="12056"/>
                  </a:cubicBezTo>
                  <a:lnTo>
                    <a:pt x="13999" y="12056"/>
                  </a:lnTo>
                  <a:lnTo>
                    <a:pt x="13999" y="6378"/>
                  </a:lnTo>
                  <a:cubicBezTo>
                    <a:pt x="13999" y="5734"/>
                    <a:pt x="13474" y="5209"/>
                    <a:pt x="12827" y="5209"/>
                  </a:cubicBezTo>
                  <a:lnTo>
                    <a:pt x="11596" y="5209"/>
                  </a:lnTo>
                  <a:lnTo>
                    <a:pt x="11596" y="1114"/>
                  </a:lnTo>
                  <a:cubicBezTo>
                    <a:pt x="11596" y="501"/>
                    <a:pt x="11099" y="1"/>
                    <a:pt x="10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2" name="Google Shape;7322;p79"/>
          <p:cNvGrpSpPr/>
          <p:nvPr/>
        </p:nvGrpSpPr>
        <p:grpSpPr>
          <a:xfrm>
            <a:off x="2586876" y="2283117"/>
            <a:ext cx="205605" cy="356828"/>
            <a:chOff x="2586876" y="2283117"/>
            <a:chExt cx="205605" cy="356828"/>
          </a:xfrm>
        </p:grpSpPr>
        <p:sp>
          <p:nvSpPr>
            <p:cNvPr id="7323" name="Google Shape;7323;p79"/>
            <p:cNvSpPr/>
            <p:nvPr/>
          </p:nvSpPr>
          <p:spPr>
            <a:xfrm>
              <a:off x="2745408" y="2309233"/>
              <a:ext cx="41860" cy="283666"/>
            </a:xfrm>
            <a:custGeom>
              <a:rect b="b" l="l" r="r" t="t"/>
              <a:pathLst>
                <a:path extrusionOk="0" h="10829" w="1598">
                  <a:moveTo>
                    <a:pt x="1" y="0"/>
                  </a:moveTo>
                  <a:lnTo>
                    <a:pt x="1" y="10829"/>
                  </a:lnTo>
                  <a:lnTo>
                    <a:pt x="1597" y="10031"/>
                  </a:lnTo>
                  <a:lnTo>
                    <a:pt x="1597" y="799"/>
                  </a:lnTo>
                  <a:lnTo>
                    <a:pt x="1" y="0"/>
                  </a:ln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9"/>
            <p:cNvSpPr/>
            <p:nvPr/>
          </p:nvSpPr>
          <p:spPr>
            <a:xfrm>
              <a:off x="2592089" y="2309233"/>
              <a:ext cx="174249" cy="283666"/>
            </a:xfrm>
            <a:custGeom>
              <a:rect b="b" l="l" r="r" t="t"/>
              <a:pathLst>
                <a:path extrusionOk="0" h="10829" w="6652">
                  <a:moveTo>
                    <a:pt x="6652" y="0"/>
                  </a:moveTo>
                  <a:lnTo>
                    <a:pt x="1" y="799"/>
                  </a:lnTo>
                  <a:lnTo>
                    <a:pt x="1" y="10031"/>
                  </a:lnTo>
                  <a:lnTo>
                    <a:pt x="6652" y="10829"/>
                  </a:lnTo>
                  <a:lnTo>
                    <a:pt x="665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9"/>
            <p:cNvSpPr/>
            <p:nvPr/>
          </p:nvSpPr>
          <p:spPr>
            <a:xfrm>
              <a:off x="2745408" y="2571969"/>
              <a:ext cx="41860" cy="62763"/>
            </a:xfrm>
            <a:custGeom>
              <a:rect b="b" l="l" r="r" t="t"/>
              <a:pathLst>
                <a:path extrusionOk="0" h="2396" w="1598">
                  <a:moveTo>
                    <a:pt x="799" y="1"/>
                  </a:moveTo>
                  <a:lnTo>
                    <a:pt x="1" y="2396"/>
                  </a:lnTo>
                  <a:lnTo>
                    <a:pt x="799" y="2396"/>
                  </a:lnTo>
                  <a:cubicBezTo>
                    <a:pt x="1241" y="2396"/>
                    <a:pt x="1597" y="2036"/>
                    <a:pt x="1597" y="1597"/>
                  </a:cubicBezTo>
                  <a:lnTo>
                    <a:pt x="159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9"/>
            <p:cNvSpPr/>
            <p:nvPr/>
          </p:nvSpPr>
          <p:spPr>
            <a:xfrm>
              <a:off x="2745408" y="2288303"/>
              <a:ext cx="41860" cy="41860"/>
            </a:xfrm>
            <a:custGeom>
              <a:rect b="b" l="l" r="r" t="t"/>
              <a:pathLst>
                <a:path extrusionOk="0" h="1598" w="1598">
                  <a:moveTo>
                    <a:pt x="1" y="1"/>
                  </a:moveTo>
                  <a:lnTo>
                    <a:pt x="799" y="1598"/>
                  </a:lnTo>
                  <a:lnTo>
                    <a:pt x="1597" y="1598"/>
                  </a:lnTo>
                  <a:lnTo>
                    <a:pt x="1597" y="799"/>
                  </a:lnTo>
                  <a:cubicBezTo>
                    <a:pt x="1597" y="357"/>
                    <a:pt x="1238" y="1"/>
                    <a:pt x="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9"/>
            <p:cNvSpPr/>
            <p:nvPr/>
          </p:nvSpPr>
          <p:spPr>
            <a:xfrm>
              <a:off x="2592089" y="2571969"/>
              <a:ext cx="174249" cy="62763"/>
            </a:xfrm>
            <a:custGeom>
              <a:rect b="b" l="l" r="r" t="t"/>
              <a:pathLst>
                <a:path extrusionOk="0" h="2396" w="6652">
                  <a:moveTo>
                    <a:pt x="1" y="1"/>
                  </a:moveTo>
                  <a:lnTo>
                    <a:pt x="1" y="1597"/>
                  </a:lnTo>
                  <a:cubicBezTo>
                    <a:pt x="4" y="2039"/>
                    <a:pt x="360" y="2396"/>
                    <a:pt x="799" y="2396"/>
                  </a:cubicBezTo>
                  <a:lnTo>
                    <a:pt x="5854" y="2396"/>
                  </a:lnTo>
                  <a:cubicBezTo>
                    <a:pt x="6296" y="2396"/>
                    <a:pt x="6652" y="2036"/>
                    <a:pt x="6652" y="1597"/>
                  </a:cubicBezTo>
                  <a:lnTo>
                    <a:pt x="6652"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9"/>
            <p:cNvSpPr/>
            <p:nvPr/>
          </p:nvSpPr>
          <p:spPr>
            <a:xfrm>
              <a:off x="2592089" y="2288303"/>
              <a:ext cx="174249" cy="41860"/>
            </a:xfrm>
            <a:custGeom>
              <a:rect b="b" l="l" r="r" t="t"/>
              <a:pathLst>
                <a:path extrusionOk="0" h="1598" w="6652">
                  <a:moveTo>
                    <a:pt x="799" y="1"/>
                  </a:moveTo>
                  <a:cubicBezTo>
                    <a:pt x="357" y="1"/>
                    <a:pt x="1" y="357"/>
                    <a:pt x="1" y="799"/>
                  </a:cubicBezTo>
                  <a:lnTo>
                    <a:pt x="1" y="1598"/>
                  </a:lnTo>
                  <a:lnTo>
                    <a:pt x="6652" y="1598"/>
                  </a:lnTo>
                  <a:lnTo>
                    <a:pt x="6652" y="799"/>
                  </a:lnTo>
                  <a:cubicBezTo>
                    <a:pt x="6652" y="357"/>
                    <a:pt x="6292" y="1"/>
                    <a:pt x="5854"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9"/>
            <p:cNvSpPr/>
            <p:nvPr/>
          </p:nvSpPr>
          <p:spPr>
            <a:xfrm>
              <a:off x="2679161" y="2592872"/>
              <a:ext cx="20930" cy="20956"/>
            </a:xfrm>
            <a:custGeom>
              <a:rect b="b" l="l" r="r" t="t"/>
              <a:pathLst>
                <a:path extrusionOk="0" h="800" w="799">
                  <a:moveTo>
                    <a:pt x="401" y="1"/>
                  </a:moveTo>
                  <a:cubicBezTo>
                    <a:pt x="182" y="1"/>
                    <a:pt x="1" y="179"/>
                    <a:pt x="1" y="398"/>
                  </a:cubicBezTo>
                  <a:cubicBezTo>
                    <a:pt x="1" y="621"/>
                    <a:pt x="182" y="799"/>
                    <a:pt x="401" y="799"/>
                  </a:cubicBezTo>
                  <a:cubicBezTo>
                    <a:pt x="621" y="799"/>
                    <a:pt x="799" y="621"/>
                    <a:pt x="799" y="398"/>
                  </a:cubicBezTo>
                  <a:cubicBezTo>
                    <a:pt x="799" y="179"/>
                    <a:pt x="621" y="1"/>
                    <a:pt x="4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9"/>
            <p:cNvSpPr/>
            <p:nvPr/>
          </p:nvSpPr>
          <p:spPr>
            <a:xfrm>
              <a:off x="2586876" y="2283117"/>
              <a:ext cx="205605" cy="356828"/>
            </a:xfrm>
            <a:custGeom>
              <a:rect b="b" l="l" r="r" t="t"/>
              <a:pathLst>
                <a:path extrusionOk="0" h="13622" w="7849">
                  <a:moveTo>
                    <a:pt x="6851" y="398"/>
                  </a:moveTo>
                  <a:cubicBezTo>
                    <a:pt x="7183" y="398"/>
                    <a:pt x="7451" y="665"/>
                    <a:pt x="7451" y="997"/>
                  </a:cubicBezTo>
                  <a:lnTo>
                    <a:pt x="7451" y="1597"/>
                  </a:lnTo>
                  <a:lnTo>
                    <a:pt x="398" y="1597"/>
                  </a:lnTo>
                  <a:lnTo>
                    <a:pt x="398" y="997"/>
                  </a:lnTo>
                  <a:cubicBezTo>
                    <a:pt x="398" y="668"/>
                    <a:pt x="666" y="398"/>
                    <a:pt x="998" y="398"/>
                  </a:cubicBezTo>
                  <a:close/>
                  <a:moveTo>
                    <a:pt x="7447" y="1994"/>
                  </a:moveTo>
                  <a:lnTo>
                    <a:pt x="7447" y="10829"/>
                  </a:lnTo>
                  <a:lnTo>
                    <a:pt x="1793" y="10829"/>
                  </a:lnTo>
                  <a:cubicBezTo>
                    <a:pt x="1529" y="10829"/>
                    <a:pt x="1529" y="11226"/>
                    <a:pt x="1793" y="11226"/>
                  </a:cubicBezTo>
                  <a:lnTo>
                    <a:pt x="7447" y="11226"/>
                  </a:lnTo>
                  <a:lnTo>
                    <a:pt x="7447" y="12624"/>
                  </a:lnTo>
                  <a:cubicBezTo>
                    <a:pt x="7447" y="12953"/>
                    <a:pt x="7180" y="13221"/>
                    <a:pt x="6851" y="13221"/>
                  </a:cubicBezTo>
                  <a:lnTo>
                    <a:pt x="998" y="13221"/>
                  </a:lnTo>
                  <a:cubicBezTo>
                    <a:pt x="666" y="13221"/>
                    <a:pt x="398" y="12953"/>
                    <a:pt x="398" y="12621"/>
                  </a:cubicBezTo>
                  <a:lnTo>
                    <a:pt x="398" y="11226"/>
                  </a:lnTo>
                  <a:lnTo>
                    <a:pt x="998" y="11226"/>
                  </a:lnTo>
                  <a:cubicBezTo>
                    <a:pt x="1108" y="11226"/>
                    <a:pt x="1197" y="11137"/>
                    <a:pt x="1197" y="11028"/>
                  </a:cubicBezTo>
                  <a:cubicBezTo>
                    <a:pt x="1197" y="10918"/>
                    <a:pt x="1108" y="10829"/>
                    <a:pt x="998" y="10829"/>
                  </a:cubicBezTo>
                  <a:lnTo>
                    <a:pt x="398" y="10829"/>
                  </a:lnTo>
                  <a:lnTo>
                    <a:pt x="398" y="1994"/>
                  </a:lnTo>
                  <a:close/>
                  <a:moveTo>
                    <a:pt x="998" y="0"/>
                  </a:moveTo>
                  <a:cubicBezTo>
                    <a:pt x="446" y="0"/>
                    <a:pt x="1" y="446"/>
                    <a:pt x="1" y="997"/>
                  </a:cubicBezTo>
                  <a:lnTo>
                    <a:pt x="1" y="12624"/>
                  </a:lnTo>
                  <a:cubicBezTo>
                    <a:pt x="1" y="13173"/>
                    <a:pt x="446" y="13622"/>
                    <a:pt x="998" y="13622"/>
                  </a:cubicBezTo>
                  <a:lnTo>
                    <a:pt x="6851" y="13622"/>
                  </a:lnTo>
                  <a:cubicBezTo>
                    <a:pt x="7403" y="13622"/>
                    <a:pt x="7848" y="13173"/>
                    <a:pt x="7848" y="12624"/>
                  </a:cubicBezTo>
                  <a:lnTo>
                    <a:pt x="7848" y="997"/>
                  </a:lnTo>
                  <a:cubicBezTo>
                    <a:pt x="7848" y="446"/>
                    <a:pt x="7403" y="0"/>
                    <a:pt x="6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9"/>
            <p:cNvSpPr/>
            <p:nvPr/>
          </p:nvSpPr>
          <p:spPr>
            <a:xfrm>
              <a:off x="2682671" y="2304020"/>
              <a:ext cx="33137" cy="10452"/>
            </a:xfrm>
            <a:custGeom>
              <a:rect b="b" l="l" r="r" t="t"/>
              <a:pathLst>
                <a:path extrusionOk="0" h="399" w="1265">
                  <a:moveTo>
                    <a:pt x="267" y="1"/>
                  </a:moveTo>
                  <a:cubicBezTo>
                    <a:pt x="0" y="1"/>
                    <a:pt x="0" y="398"/>
                    <a:pt x="267" y="398"/>
                  </a:cubicBezTo>
                  <a:lnTo>
                    <a:pt x="1062" y="398"/>
                  </a:lnTo>
                  <a:cubicBezTo>
                    <a:pt x="1176" y="398"/>
                    <a:pt x="1265" y="309"/>
                    <a:pt x="1265" y="199"/>
                  </a:cubicBezTo>
                  <a:cubicBezTo>
                    <a:pt x="1265" y="90"/>
                    <a:pt x="1176" y="1"/>
                    <a:pt x="1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9"/>
            <p:cNvSpPr/>
            <p:nvPr/>
          </p:nvSpPr>
          <p:spPr>
            <a:xfrm>
              <a:off x="2668657" y="2587581"/>
              <a:ext cx="36752" cy="31486"/>
            </a:xfrm>
            <a:custGeom>
              <a:rect b="b" l="l" r="r" t="t"/>
              <a:pathLst>
                <a:path extrusionOk="0" h="1202" w="1403">
                  <a:moveTo>
                    <a:pt x="798" y="399"/>
                  </a:moveTo>
                  <a:cubicBezTo>
                    <a:pt x="901" y="399"/>
                    <a:pt x="1001" y="479"/>
                    <a:pt x="1001" y="600"/>
                  </a:cubicBezTo>
                  <a:cubicBezTo>
                    <a:pt x="1001" y="710"/>
                    <a:pt x="912" y="803"/>
                    <a:pt x="802" y="803"/>
                  </a:cubicBezTo>
                  <a:lnTo>
                    <a:pt x="802" y="799"/>
                  </a:lnTo>
                  <a:cubicBezTo>
                    <a:pt x="624" y="799"/>
                    <a:pt x="535" y="583"/>
                    <a:pt x="659" y="457"/>
                  </a:cubicBezTo>
                  <a:cubicBezTo>
                    <a:pt x="699" y="417"/>
                    <a:pt x="749" y="399"/>
                    <a:pt x="798" y="399"/>
                  </a:cubicBezTo>
                  <a:close/>
                  <a:moveTo>
                    <a:pt x="802" y="1"/>
                  </a:moveTo>
                  <a:cubicBezTo>
                    <a:pt x="268" y="1"/>
                    <a:pt x="1" y="645"/>
                    <a:pt x="378" y="1025"/>
                  </a:cubicBezTo>
                  <a:cubicBezTo>
                    <a:pt x="499" y="1147"/>
                    <a:pt x="649" y="1202"/>
                    <a:pt x="797" y="1202"/>
                  </a:cubicBezTo>
                  <a:cubicBezTo>
                    <a:pt x="1105" y="1202"/>
                    <a:pt x="1402" y="962"/>
                    <a:pt x="1402" y="600"/>
                  </a:cubicBezTo>
                  <a:cubicBezTo>
                    <a:pt x="1402" y="268"/>
                    <a:pt x="1131" y="1"/>
                    <a:pt x="8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9"/>
            <p:cNvSpPr/>
            <p:nvPr/>
          </p:nvSpPr>
          <p:spPr>
            <a:xfrm>
              <a:off x="2663549" y="2304020"/>
              <a:ext cx="10426" cy="10452"/>
            </a:xfrm>
            <a:custGeom>
              <a:rect b="b" l="l" r="r" t="t"/>
              <a:pathLst>
                <a:path extrusionOk="0" h="399" w="398">
                  <a:moveTo>
                    <a:pt x="199" y="1"/>
                  </a:moveTo>
                  <a:cubicBezTo>
                    <a:pt x="89" y="1"/>
                    <a:pt x="0" y="90"/>
                    <a:pt x="0" y="199"/>
                  </a:cubicBezTo>
                  <a:cubicBezTo>
                    <a:pt x="0" y="309"/>
                    <a:pt x="89" y="398"/>
                    <a:pt x="199" y="398"/>
                  </a:cubicBezTo>
                  <a:cubicBezTo>
                    <a:pt x="309" y="398"/>
                    <a:pt x="398" y="309"/>
                    <a:pt x="398" y="199"/>
                  </a:cubicBezTo>
                  <a:cubicBezTo>
                    <a:pt x="398" y="90"/>
                    <a:pt x="30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79"/>
          <p:cNvGrpSpPr/>
          <p:nvPr/>
        </p:nvGrpSpPr>
        <p:grpSpPr>
          <a:xfrm>
            <a:off x="1961313" y="2299436"/>
            <a:ext cx="385302" cy="352532"/>
            <a:chOff x="1961313" y="2299436"/>
            <a:chExt cx="385302" cy="352532"/>
          </a:xfrm>
        </p:grpSpPr>
        <p:sp>
          <p:nvSpPr>
            <p:cNvPr id="7335" name="Google Shape;7335;p79"/>
            <p:cNvSpPr/>
            <p:nvPr/>
          </p:nvSpPr>
          <p:spPr>
            <a:xfrm>
              <a:off x="2043618" y="2618727"/>
              <a:ext cx="220221" cy="27505"/>
            </a:xfrm>
            <a:custGeom>
              <a:rect b="b" l="l" r="r" t="t"/>
              <a:pathLst>
                <a:path extrusionOk="0" h="1050" w="8407">
                  <a:moveTo>
                    <a:pt x="526" y="1"/>
                  </a:moveTo>
                  <a:cubicBezTo>
                    <a:pt x="237" y="1"/>
                    <a:pt x="1" y="235"/>
                    <a:pt x="1" y="525"/>
                  </a:cubicBezTo>
                  <a:cubicBezTo>
                    <a:pt x="1" y="816"/>
                    <a:pt x="237" y="1050"/>
                    <a:pt x="526" y="1050"/>
                  </a:cubicBezTo>
                  <a:cubicBezTo>
                    <a:pt x="531" y="1050"/>
                    <a:pt x="535" y="1050"/>
                    <a:pt x="539" y="1049"/>
                  </a:cubicBezTo>
                  <a:lnTo>
                    <a:pt x="7882" y="1049"/>
                  </a:lnTo>
                  <a:cubicBezTo>
                    <a:pt x="8174" y="1049"/>
                    <a:pt x="8407" y="813"/>
                    <a:pt x="8407" y="525"/>
                  </a:cubicBezTo>
                  <a:cubicBezTo>
                    <a:pt x="8407" y="237"/>
                    <a:pt x="8174" y="1"/>
                    <a:pt x="7882" y="1"/>
                  </a:cubicBezTo>
                  <a:lnTo>
                    <a:pt x="539" y="1"/>
                  </a:lnTo>
                  <a:cubicBezTo>
                    <a:pt x="535" y="1"/>
                    <a:pt x="531" y="1"/>
                    <a:pt x="52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9"/>
            <p:cNvSpPr/>
            <p:nvPr/>
          </p:nvSpPr>
          <p:spPr>
            <a:xfrm>
              <a:off x="2063474" y="2618727"/>
              <a:ext cx="200366" cy="27505"/>
            </a:xfrm>
            <a:custGeom>
              <a:rect b="b" l="l" r="r" t="t"/>
              <a:pathLst>
                <a:path extrusionOk="0" h="1050" w="7649">
                  <a:moveTo>
                    <a:pt x="526" y="1"/>
                  </a:moveTo>
                  <a:cubicBezTo>
                    <a:pt x="237" y="1"/>
                    <a:pt x="0" y="235"/>
                    <a:pt x="0" y="525"/>
                  </a:cubicBezTo>
                  <a:cubicBezTo>
                    <a:pt x="0" y="816"/>
                    <a:pt x="237" y="1050"/>
                    <a:pt x="526" y="1050"/>
                  </a:cubicBezTo>
                  <a:cubicBezTo>
                    <a:pt x="530" y="1050"/>
                    <a:pt x="534" y="1050"/>
                    <a:pt x="538" y="1049"/>
                  </a:cubicBezTo>
                  <a:lnTo>
                    <a:pt x="7124" y="1049"/>
                  </a:lnTo>
                  <a:cubicBezTo>
                    <a:pt x="7416" y="1049"/>
                    <a:pt x="7649" y="813"/>
                    <a:pt x="7649" y="525"/>
                  </a:cubicBezTo>
                  <a:cubicBezTo>
                    <a:pt x="7649" y="237"/>
                    <a:pt x="7416" y="1"/>
                    <a:pt x="7124" y="1"/>
                  </a:cubicBezTo>
                  <a:lnTo>
                    <a:pt x="538" y="1"/>
                  </a:lnTo>
                  <a:cubicBezTo>
                    <a:pt x="534" y="1"/>
                    <a:pt x="530" y="1"/>
                    <a:pt x="5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7" name="Google Shape;7337;p79"/>
            <p:cNvGrpSpPr/>
            <p:nvPr/>
          </p:nvGrpSpPr>
          <p:grpSpPr>
            <a:xfrm>
              <a:off x="1961313" y="2299436"/>
              <a:ext cx="385302" cy="352532"/>
              <a:chOff x="1961313" y="2299436"/>
              <a:chExt cx="385302" cy="352532"/>
            </a:xfrm>
          </p:grpSpPr>
          <p:sp>
            <p:nvSpPr>
              <p:cNvPr id="7338" name="Google Shape;7338;p79"/>
              <p:cNvSpPr/>
              <p:nvPr/>
            </p:nvSpPr>
            <p:spPr>
              <a:xfrm>
                <a:off x="2082936" y="2545669"/>
                <a:ext cx="141951" cy="85762"/>
              </a:xfrm>
              <a:custGeom>
                <a:rect b="b" l="l" r="r" t="t"/>
                <a:pathLst>
                  <a:path extrusionOk="0" h="3274" w="5419">
                    <a:moveTo>
                      <a:pt x="2711" y="0"/>
                    </a:moveTo>
                    <a:lnTo>
                      <a:pt x="563" y="960"/>
                    </a:lnTo>
                    <a:lnTo>
                      <a:pt x="1" y="2790"/>
                    </a:lnTo>
                    <a:lnTo>
                      <a:pt x="1265" y="3009"/>
                    </a:lnTo>
                    <a:lnTo>
                      <a:pt x="2780" y="3273"/>
                    </a:lnTo>
                    <a:lnTo>
                      <a:pt x="5419" y="2793"/>
                    </a:lnTo>
                    <a:lnTo>
                      <a:pt x="5072" y="1662"/>
                    </a:lnTo>
                    <a:lnTo>
                      <a:pt x="4857" y="960"/>
                    </a:lnTo>
                    <a:lnTo>
                      <a:pt x="2711"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9"/>
              <p:cNvSpPr/>
              <p:nvPr/>
            </p:nvSpPr>
            <p:spPr>
              <a:xfrm>
                <a:off x="2082936" y="2545669"/>
                <a:ext cx="132887" cy="78847"/>
              </a:xfrm>
              <a:custGeom>
                <a:rect b="b" l="l" r="r" t="t"/>
                <a:pathLst>
                  <a:path extrusionOk="0" h="3010" w="5073">
                    <a:moveTo>
                      <a:pt x="2711" y="0"/>
                    </a:moveTo>
                    <a:lnTo>
                      <a:pt x="563" y="960"/>
                    </a:lnTo>
                    <a:lnTo>
                      <a:pt x="1" y="2790"/>
                    </a:lnTo>
                    <a:lnTo>
                      <a:pt x="1265" y="3009"/>
                    </a:lnTo>
                    <a:lnTo>
                      <a:pt x="1519" y="1659"/>
                    </a:lnTo>
                    <a:lnTo>
                      <a:pt x="5072" y="1659"/>
                    </a:lnTo>
                    <a:lnTo>
                      <a:pt x="4857" y="960"/>
                    </a:lnTo>
                    <a:lnTo>
                      <a:pt x="2711"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9"/>
              <p:cNvSpPr/>
              <p:nvPr/>
            </p:nvSpPr>
            <p:spPr>
              <a:xfrm>
                <a:off x="1966971" y="2305199"/>
                <a:ext cx="373881" cy="265617"/>
              </a:xfrm>
              <a:custGeom>
                <a:rect b="b" l="l" r="r" t="t"/>
                <a:pathLst>
                  <a:path extrusionOk="0" h="10140" w="14273">
                    <a:moveTo>
                      <a:pt x="1183" y="0"/>
                    </a:moveTo>
                    <a:cubicBezTo>
                      <a:pt x="532" y="0"/>
                      <a:pt x="4" y="531"/>
                      <a:pt x="4" y="1182"/>
                    </a:cubicBezTo>
                    <a:lnTo>
                      <a:pt x="4" y="8954"/>
                    </a:lnTo>
                    <a:cubicBezTo>
                      <a:pt x="0" y="9609"/>
                      <a:pt x="532" y="10140"/>
                      <a:pt x="1183" y="10140"/>
                    </a:cubicBezTo>
                    <a:lnTo>
                      <a:pt x="13091" y="10140"/>
                    </a:lnTo>
                    <a:cubicBezTo>
                      <a:pt x="13745" y="10137"/>
                      <a:pt x="14273" y="9609"/>
                      <a:pt x="14273" y="8954"/>
                    </a:cubicBezTo>
                    <a:lnTo>
                      <a:pt x="14273" y="1182"/>
                    </a:lnTo>
                    <a:cubicBezTo>
                      <a:pt x="14273" y="531"/>
                      <a:pt x="13742" y="0"/>
                      <a:pt x="13091"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9"/>
              <p:cNvSpPr/>
              <p:nvPr/>
            </p:nvSpPr>
            <p:spPr>
              <a:xfrm>
                <a:off x="1997488" y="2335716"/>
                <a:ext cx="312952" cy="187006"/>
              </a:xfrm>
              <a:custGeom>
                <a:rect b="b" l="l" r="r" t="t"/>
                <a:pathLst>
                  <a:path extrusionOk="0" h="7139" w="11947">
                    <a:moveTo>
                      <a:pt x="18" y="0"/>
                    </a:moveTo>
                    <a:cubicBezTo>
                      <a:pt x="7" y="0"/>
                      <a:pt x="0" y="7"/>
                      <a:pt x="0" y="17"/>
                    </a:cubicBezTo>
                    <a:lnTo>
                      <a:pt x="0" y="7138"/>
                    </a:lnTo>
                    <a:lnTo>
                      <a:pt x="11946" y="7138"/>
                    </a:lnTo>
                    <a:lnTo>
                      <a:pt x="11946" y="17"/>
                    </a:lnTo>
                    <a:cubicBezTo>
                      <a:pt x="11943" y="7"/>
                      <a:pt x="11936" y="0"/>
                      <a:pt x="1192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9"/>
              <p:cNvSpPr/>
              <p:nvPr/>
            </p:nvSpPr>
            <p:spPr>
              <a:xfrm>
                <a:off x="2292811" y="2335716"/>
                <a:ext cx="17629" cy="187006"/>
              </a:xfrm>
              <a:custGeom>
                <a:rect b="b" l="l" r="r" t="t"/>
                <a:pathLst>
                  <a:path extrusionOk="0" h="7139" w="673">
                    <a:moveTo>
                      <a:pt x="1" y="0"/>
                    </a:moveTo>
                    <a:cubicBezTo>
                      <a:pt x="1" y="7"/>
                      <a:pt x="1" y="10"/>
                      <a:pt x="1" y="17"/>
                    </a:cubicBezTo>
                    <a:lnTo>
                      <a:pt x="1" y="7138"/>
                    </a:lnTo>
                    <a:lnTo>
                      <a:pt x="672" y="7138"/>
                    </a:lnTo>
                    <a:lnTo>
                      <a:pt x="672" y="17"/>
                    </a:lnTo>
                    <a:cubicBezTo>
                      <a:pt x="672" y="10"/>
                      <a:pt x="669" y="7"/>
                      <a:pt x="669"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9"/>
              <p:cNvSpPr/>
              <p:nvPr/>
            </p:nvSpPr>
            <p:spPr>
              <a:xfrm>
                <a:off x="1961313" y="2299436"/>
                <a:ext cx="385302" cy="352532"/>
              </a:xfrm>
              <a:custGeom>
                <a:rect b="b" l="l" r="r" t="t"/>
                <a:pathLst>
                  <a:path extrusionOk="0" h="13458" w="14709">
                    <a:moveTo>
                      <a:pt x="9338" y="10572"/>
                    </a:moveTo>
                    <a:lnTo>
                      <a:pt x="9767" y="11971"/>
                    </a:lnTo>
                    <a:lnTo>
                      <a:pt x="4938" y="11971"/>
                    </a:lnTo>
                    <a:lnTo>
                      <a:pt x="5367" y="10572"/>
                    </a:lnTo>
                    <a:close/>
                    <a:moveTo>
                      <a:pt x="11024" y="12409"/>
                    </a:moveTo>
                    <a:cubicBezTo>
                      <a:pt x="11196" y="12409"/>
                      <a:pt x="11333" y="12546"/>
                      <a:pt x="11333" y="12714"/>
                    </a:cubicBezTo>
                    <a:cubicBezTo>
                      <a:pt x="11333" y="12882"/>
                      <a:pt x="11196" y="13019"/>
                      <a:pt x="11024" y="13019"/>
                    </a:cubicBezTo>
                    <a:lnTo>
                      <a:pt x="3681" y="13019"/>
                    </a:lnTo>
                    <a:cubicBezTo>
                      <a:pt x="3513" y="13019"/>
                      <a:pt x="3376" y="12882"/>
                      <a:pt x="3376" y="12714"/>
                    </a:cubicBezTo>
                    <a:cubicBezTo>
                      <a:pt x="3376" y="12546"/>
                      <a:pt x="3513" y="12409"/>
                      <a:pt x="3681" y="12409"/>
                    </a:cubicBezTo>
                    <a:close/>
                    <a:moveTo>
                      <a:pt x="1399" y="1"/>
                    </a:moveTo>
                    <a:cubicBezTo>
                      <a:pt x="628" y="4"/>
                      <a:pt x="0" y="628"/>
                      <a:pt x="0" y="1402"/>
                    </a:cubicBezTo>
                    <a:lnTo>
                      <a:pt x="0" y="9174"/>
                    </a:lnTo>
                    <a:cubicBezTo>
                      <a:pt x="0" y="9949"/>
                      <a:pt x="628" y="10572"/>
                      <a:pt x="1399" y="10576"/>
                    </a:cubicBezTo>
                    <a:lnTo>
                      <a:pt x="4911" y="10576"/>
                    </a:lnTo>
                    <a:lnTo>
                      <a:pt x="4483" y="11974"/>
                    </a:lnTo>
                    <a:lnTo>
                      <a:pt x="3681" y="11974"/>
                    </a:lnTo>
                    <a:cubicBezTo>
                      <a:pt x="3273" y="11974"/>
                      <a:pt x="2941" y="12306"/>
                      <a:pt x="2941" y="12714"/>
                    </a:cubicBezTo>
                    <a:cubicBezTo>
                      <a:pt x="2941" y="13125"/>
                      <a:pt x="3273" y="13458"/>
                      <a:pt x="3681" y="13458"/>
                    </a:cubicBezTo>
                    <a:lnTo>
                      <a:pt x="11028" y="13458"/>
                    </a:lnTo>
                    <a:cubicBezTo>
                      <a:pt x="11436" y="13458"/>
                      <a:pt x="11768" y="13125"/>
                      <a:pt x="11768" y="12714"/>
                    </a:cubicBezTo>
                    <a:cubicBezTo>
                      <a:pt x="11768" y="12306"/>
                      <a:pt x="11436" y="11974"/>
                      <a:pt x="11028" y="11974"/>
                    </a:cubicBezTo>
                    <a:lnTo>
                      <a:pt x="10223" y="11974"/>
                    </a:lnTo>
                    <a:lnTo>
                      <a:pt x="9794" y="10576"/>
                    </a:lnTo>
                    <a:lnTo>
                      <a:pt x="13307" y="10576"/>
                    </a:lnTo>
                    <a:cubicBezTo>
                      <a:pt x="14081" y="10572"/>
                      <a:pt x="14708" y="9949"/>
                      <a:pt x="14708" y="9174"/>
                    </a:cubicBezTo>
                    <a:lnTo>
                      <a:pt x="14708" y="1402"/>
                    </a:lnTo>
                    <a:cubicBezTo>
                      <a:pt x="14708" y="628"/>
                      <a:pt x="14081" y="4"/>
                      <a:pt x="13307" y="1"/>
                    </a:cubicBezTo>
                    <a:lnTo>
                      <a:pt x="3626" y="1"/>
                    </a:lnTo>
                    <a:cubicBezTo>
                      <a:pt x="3335" y="1"/>
                      <a:pt x="3335" y="439"/>
                      <a:pt x="3626" y="439"/>
                    </a:cubicBezTo>
                    <a:lnTo>
                      <a:pt x="13307" y="439"/>
                    </a:lnTo>
                    <a:cubicBezTo>
                      <a:pt x="13838" y="439"/>
                      <a:pt x="14270" y="871"/>
                      <a:pt x="14270" y="1402"/>
                    </a:cubicBezTo>
                    <a:lnTo>
                      <a:pt x="14270" y="9174"/>
                    </a:lnTo>
                    <a:cubicBezTo>
                      <a:pt x="14270" y="9705"/>
                      <a:pt x="13838" y="10137"/>
                      <a:pt x="13307" y="10137"/>
                    </a:cubicBezTo>
                    <a:lnTo>
                      <a:pt x="1399" y="10137"/>
                    </a:lnTo>
                    <a:cubicBezTo>
                      <a:pt x="867" y="10137"/>
                      <a:pt x="439" y="9705"/>
                      <a:pt x="436" y="9174"/>
                    </a:cubicBezTo>
                    <a:lnTo>
                      <a:pt x="436" y="1402"/>
                    </a:lnTo>
                    <a:cubicBezTo>
                      <a:pt x="439" y="871"/>
                      <a:pt x="867" y="439"/>
                      <a:pt x="1399" y="439"/>
                    </a:cubicBezTo>
                    <a:lnTo>
                      <a:pt x="2752" y="439"/>
                    </a:lnTo>
                    <a:cubicBezTo>
                      <a:pt x="2872" y="439"/>
                      <a:pt x="2972" y="340"/>
                      <a:pt x="2972" y="220"/>
                    </a:cubicBezTo>
                    <a:cubicBezTo>
                      <a:pt x="2972" y="100"/>
                      <a:pt x="2872" y="1"/>
                      <a:pt x="27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9"/>
              <p:cNvSpPr/>
              <p:nvPr/>
            </p:nvSpPr>
            <p:spPr>
              <a:xfrm>
                <a:off x="1991830" y="2329953"/>
                <a:ext cx="324268" cy="198427"/>
              </a:xfrm>
              <a:custGeom>
                <a:rect b="b" l="l" r="r" t="t"/>
                <a:pathLst>
                  <a:path extrusionOk="0" h="7575" w="12379">
                    <a:moveTo>
                      <a:pt x="237" y="1"/>
                    </a:moveTo>
                    <a:cubicBezTo>
                      <a:pt x="107" y="4"/>
                      <a:pt x="1" y="107"/>
                      <a:pt x="1" y="237"/>
                    </a:cubicBezTo>
                    <a:lnTo>
                      <a:pt x="1" y="7358"/>
                    </a:lnTo>
                    <a:cubicBezTo>
                      <a:pt x="1" y="7478"/>
                      <a:pt x="100" y="7574"/>
                      <a:pt x="220" y="7574"/>
                    </a:cubicBezTo>
                    <a:lnTo>
                      <a:pt x="12162" y="7574"/>
                    </a:lnTo>
                    <a:cubicBezTo>
                      <a:pt x="12282" y="7574"/>
                      <a:pt x="12378" y="7478"/>
                      <a:pt x="12378" y="7358"/>
                    </a:cubicBezTo>
                    <a:lnTo>
                      <a:pt x="12378" y="6604"/>
                    </a:lnTo>
                    <a:cubicBezTo>
                      <a:pt x="12378" y="6459"/>
                      <a:pt x="12269" y="6386"/>
                      <a:pt x="12161" y="6386"/>
                    </a:cubicBezTo>
                    <a:cubicBezTo>
                      <a:pt x="12052" y="6386"/>
                      <a:pt x="11943" y="6459"/>
                      <a:pt x="11943" y="6604"/>
                    </a:cubicBezTo>
                    <a:lnTo>
                      <a:pt x="11943" y="7139"/>
                    </a:lnTo>
                    <a:lnTo>
                      <a:pt x="436" y="7139"/>
                    </a:lnTo>
                    <a:lnTo>
                      <a:pt x="436" y="440"/>
                    </a:lnTo>
                    <a:lnTo>
                      <a:pt x="11940" y="440"/>
                    </a:lnTo>
                    <a:lnTo>
                      <a:pt x="11940" y="5730"/>
                    </a:lnTo>
                    <a:cubicBezTo>
                      <a:pt x="11940" y="5850"/>
                      <a:pt x="12039" y="5950"/>
                      <a:pt x="12162" y="5950"/>
                    </a:cubicBezTo>
                    <a:cubicBezTo>
                      <a:pt x="12282" y="5950"/>
                      <a:pt x="12378" y="5850"/>
                      <a:pt x="12378" y="5730"/>
                    </a:cubicBezTo>
                    <a:lnTo>
                      <a:pt x="12378" y="237"/>
                    </a:lnTo>
                    <a:cubicBezTo>
                      <a:pt x="12378" y="107"/>
                      <a:pt x="12275" y="1"/>
                      <a:pt x="12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9"/>
              <p:cNvSpPr/>
              <p:nvPr/>
            </p:nvSpPr>
            <p:spPr>
              <a:xfrm>
                <a:off x="2147821" y="2539959"/>
                <a:ext cx="12443" cy="11473"/>
              </a:xfrm>
              <a:custGeom>
                <a:rect b="b" l="l" r="r" t="t"/>
                <a:pathLst>
                  <a:path extrusionOk="0" h="438" w="475">
                    <a:moveTo>
                      <a:pt x="234" y="0"/>
                    </a:moveTo>
                    <a:cubicBezTo>
                      <a:pt x="131" y="0"/>
                      <a:pt x="30" y="72"/>
                      <a:pt x="15" y="194"/>
                    </a:cubicBezTo>
                    <a:cubicBezTo>
                      <a:pt x="1" y="336"/>
                      <a:pt x="115" y="437"/>
                      <a:pt x="236" y="437"/>
                    </a:cubicBezTo>
                    <a:cubicBezTo>
                      <a:pt x="288" y="437"/>
                      <a:pt x="341" y="418"/>
                      <a:pt x="385" y="376"/>
                    </a:cubicBezTo>
                    <a:cubicBezTo>
                      <a:pt x="461" y="301"/>
                      <a:pt x="474" y="184"/>
                      <a:pt x="416" y="99"/>
                    </a:cubicBezTo>
                    <a:cubicBezTo>
                      <a:pt x="370" y="31"/>
                      <a:pt x="301" y="0"/>
                      <a:pt x="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46" name="Google Shape;7346;p79"/>
          <p:cNvGrpSpPr/>
          <p:nvPr/>
        </p:nvGrpSpPr>
        <p:grpSpPr>
          <a:xfrm>
            <a:off x="3049165" y="2320078"/>
            <a:ext cx="401543" cy="311432"/>
            <a:chOff x="3049165" y="2320078"/>
            <a:chExt cx="401543" cy="311432"/>
          </a:xfrm>
        </p:grpSpPr>
        <p:sp>
          <p:nvSpPr>
            <p:cNvPr id="7347" name="Google Shape;7347;p79"/>
            <p:cNvSpPr/>
            <p:nvPr/>
          </p:nvSpPr>
          <p:spPr>
            <a:xfrm>
              <a:off x="3136604" y="2348185"/>
              <a:ext cx="96240" cy="254773"/>
            </a:xfrm>
            <a:custGeom>
              <a:rect b="b" l="l" r="r" t="t"/>
              <a:pathLst>
                <a:path extrusionOk="0" h="9726" w="3674">
                  <a:moveTo>
                    <a:pt x="3674" y="1"/>
                  </a:moveTo>
                  <a:lnTo>
                    <a:pt x="3513" y="48"/>
                  </a:lnTo>
                  <a:cubicBezTo>
                    <a:pt x="2019" y="501"/>
                    <a:pt x="761" y="1512"/>
                    <a:pt x="0" y="2872"/>
                  </a:cubicBezTo>
                  <a:lnTo>
                    <a:pt x="0" y="6854"/>
                  </a:lnTo>
                  <a:cubicBezTo>
                    <a:pt x="761" y="8215"/>
                    <a:pt x="2019" y="9229"/>
                    <a:pt x="3513" y="9678"/>
                  </a:cubicBezTo>
                  <a:lnTo>
                    <a:pt x="3674" y="9726"/>
                  </a:lnTo>
                  <a:lnTo>
                    <a:pt x="367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9"/>
            <p:cNvSpPr/>
            <p:nvPr/>
          </p:nvSpPr>
          <p:spPr>
            <a:xfrm>
              <a:off x="3136604" y="2505172"/>
              <a:ext cx="96240" cy="97786"/>
            </a:xfrm>
            <a:custGeom>
              <a:rect b="b" l="l" r="r" t="t"/>
              <a:pathLst>
                <a:path extrusionOk="0" h="3733" w="3674">
                  <a:moveTo>
                    <a:pt x="0" y="1"/>
                  </a:moveTo>
                  <a:lnTo>
                    <a:pt x="0" y="865"/>
                  </a:lnTo>
                  <a:cubicBezTo>
                    <a:pt x="761" y="2225"/>
                    <a:pt x="2022" y="3236"/>
                    <a:pt x="3513" y="3685"/>
                  </a:cubicBezTo>
                  <a:lnTo>
                    <a:pt x="3674" y="3733"/>
                  </a:lnTo>
                  <a:lnTo>
                    <a:pt x="3674" y="2873"/>
                  </a:lnTo>
                  <a:lnTo>
                    <a:pt x="3513" y="2825"/>
                  </a:lnTo>
                  <a:cubicBezTo>
                    <a:pt x="2022" y="2372"/>
                    <a:pt x="761" y="1361"/>
                    <a:pt x="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9"/>
            <p:cNvSpPr/>
            <p:nvPr/>
          </p:nvSpPr>
          <p:spPr>
            <a:xfrm>
              <a:off x="3054928" y="2423417"/>
              <a:ext cx="81702" cy="104413"/>
            </a:xfrm>
            <a:custGeom>
              <a:rect b="b" l="l" r="r" t="t"/>
              <a:pathLst>
                <a:path extrusionOk="0" h="3986" w="3119">
                  <a:moveTo>
                    <a:pt x="1357" y="0"/>
                  </a:moveTo>
                  <a:cubicBezTo>
                    <a:pt x="607" y="0"/>
                    <a:pt x="0" y="607"/>
                    <a:pt x="0" y="1354"/>
                  </a:cubicBezTo>
                  <a:lnTo>
                    <a:pt x="0" y="2629"/>
                  </a:lnTo>
                  <a:cubicBezTo>
                    <a:pt x="0" y="3379"/>
                    <a:pt x="607" y="3986"/>
                    <a:pt x="1357" y="3986"/>
                  </a:cubicBezTo>
                  <a:lnTo>
                    <a:pt x="3118" y="3986"/>
                  </a:lnTo>
                  <a:lnTo>
                    <a:pt x="3118"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9"/>
            <p:cNvSpPr/>
            <p:nvPr/>
          </p:nvSpPr>
          <p:spPr>
            <a:xfrm>
              <a:off x="3054928" y="2469730"/>
              <a:ext cx="81702" cy="58101"/>
            </a:xfrm>
            <a:custGeom>
              <a:rect b="b" l="l" r="r" t="t"/>
              <a:pathLst>
                <a:path extrusionOk="0" h="2218" w="3119">
                  <a:moveTo>
                    <a:pt x="0" y="0"/>
                  </a:moveTo>
                  <a:lnTo>
                    <a:pt x="0" y="861"/>
                  </a:lnTo>
                  <a:cubicBezTo>
                    <a:pt x="0" y="1611"/>
                    <a:pt x="607" y="2218"/>
                    <a:pt x="1357" y="2218"/>
                  </a:cubicBezTo>
                  <a:lnTo>
                    <a:pt x="3118" y="2218"/>
                  </a:lnTo>
                  <a:lnTo>
                    <a:pt x="3118" y="1354"/>
                  </a:lnTo>
                  <a:lnTo>
                    <a:pt x="1357" y="1354"/>
                  </a:lnTo>
                  <a:cubicBezTo>
                    <a:pt x="607" y="1354"/>
                    <a:pt x="0" y="747"/>
                    <a:pt x="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9"/>
            <p:cNvSpPr/>
            <p:nvPr/>
          </p:nvSpPr>
          <p:spPr>
            <a:xfrm>
              <a:off x="3231928" y="2325474"/>
              <a:ext cx="37014" cy="300195"/>
            </a:xfrm>
            <a:custGeom>
              <a:rect b="b" l="l" r="r" t="t"/>
              <a:pathLst>
                <a:path extrusionOk="0" h="11460" w="1413">
                  <a:moveTo>
                    <a:pt x="446" y="1"/>
                  </a:moveTo>
                  <a:cubicBezTo>
                    <a:pt x="199" y="1"/>
                    <a:pt x="1" y="203"/>
                    <a:pt x="1" y="446"/>
                  </a:cubicBezTo>
                  <a:lnTo>
                    <a:pt x="1" y="11014"/>
                  </a:lnTo>
                  <a:cubicBezTo>
                    <a:pt x="1" y="11261"/>
                    <a:pt x="199" y="11460"/>
                    <a:pt x="446" y="11460"/>
                  </a:cubicBezTo>
                  <a:lnTo>
                    <a:pt x="967" y="11460"/>
                  </a:lnTo>
                  <a:cubicBezTo>
                    <a:pt x="1210" y="11460"/>
                    <a:pt x="1409" y="11261"/>
                    <a:pt x="1413" y="11014"/>
                  </a:cubicBezTo>
                  <a:lnTo>
                    <a:pt x="1413" y="446"/>
                  </a:lnTo>
                  <a:cubicBezTo>
                    <a:pt x="1409" y="203"/>
                    <a:pt x="1210" y="1"/>
                    <a:pt x="967"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9"/>
            <p:cNvSpPr/>
            <p:nvPr/>
          </p:nvSpPr>
          <p:spPr>
            <a:xfrm>
              <a:off x="3231928" y="2325474"/>
              <a:ext cx="29731" cy="300195"/>
            </a:xfrm>
            <a:custGeom>
              <a:rect b="b" l="l" r="r" t="t"/>
              <a:pathLst>
                <a:path extrusionOk="0" h="11460" w="1135">
                  <a:moveTo>
                    <a:pt x="446" y="1"/>
                  </a:moveTo>
                  <a:cubicBezTo>
                    <a:pt x="199" y="1"/>
                    <a:pt x="1" y="203"/>
                    <a:pt x="1" y="446"/>
                  </a:cubicBezTo>
                  <a:lnTo>
                    <a:pt x="1" y="11014"/>
                  </a:lnTo>
                  <a:cubicBezTo>
                    <a:pt x="1" y="11261"/>
                    <a:pt x="199" y="11460"/>
                    <a:pt x="446" y="11460"/>
                  </a:cubicBezTo>
                  <a:lnTo>
                    <a:pt x="964" y="11460"/>
                  </a:lnTo>
                  <a:cubicBezTo>
                    <a:pt x="1025" y="11460"/>
                    <a:pt x="1084" y="11449"/>
                    <a:pt x="1135" y="11425"/>
                  </a:cubicBezTo>
                  <a:cubicBezTo>
                    <a:pt x="971" y="11357"/>
                    <a:pt x="864" y="11196"/>
                    <a:pt x="861" y="11014"/>
                  </a:cubicBezTo>
                  <a:lnTo>
                    <a:pt x="861" y="446"/>
                  </a:lnTo>
                  <a:cubicBezTo>
                    <a:pt x="864" y="268"/>
                    <a:pt x="971" y="107"/>
                    <a:pt x="1135" y="35"/>
                  </a:cubicBezTo>
                  <a:cubicBezTo>
                    <a:pt x="1084" y="14"/>
                    <a:pt x="1025" y="1"/>
                    <a:pt x="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9"/>
            <p:cNvSpPr/>
            <p:nvPr/>
          </p:nvSpPr>
          <p:spPr>
            <a:xfrm>
              <a:off x="3294508" y="2435702"/>
              <a:ext cx="33241" cy="80000"/>
            </a:xfrm>
            <a:custGeom>
              <a:rect b="b" l="l" r="r" t="t"/>
              <a:pathLst>
                <a:path extrusionOk="0" h="3054" w="1269">
                  <a:moveTo>
                    <a:pt x="310" y="1"/>
                  </a:moveTo>
                  <a:cubicBezTo>
                    <a:pt x="142" y="1"/>
                    <a:pt x="0" y="217"/>
                    <a:pt x="158" y="374"/>
                  </a:cubicBezTo>
                  <a:cubicBezTo>
                    <a:pt x="795" y="1012"/>
                    <a:pt x="795" y="2046"/>
                    <a:pt x="158" y="2687"/>
                  </a:cubicBezTo>
                  <a:cubicBezTo>
                    <a:pt x="72" y="2769"/>
                    <a:pt x="72" y="2907"/>
                    <a:pt x="158" y="2989"/>
                  </a:cubicBezTo>
                  <a:cubicBezTo>
                    <a:pt x="199" y="3032"/>
                    <a:pt x="254" y="3053"/>
                    <a:pt x="309" y="3053"/>
                  </a:cubicBezTo>
                  <a:cubicBezTo>
                    <a:pt x="364" y="3053"/>
                    <a:pt x="420" y="3032"/>
                    <a:pt x="463" y="2989"/>
                  </a:cubicBezTo>
                  <a:cubicBezTo>
                    <a:pt x="1268" y="2183"/>
                    <a:pt x="1268" y="874"/>
                    <a:pt x="463" y="69"/>
                  </a:cubicBezTo>
                  <a:cubicBezTo>
                    <a:pt x="415" y="21"/>
                    <a:pt x="361"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9"/>
            <p:cNvSpPr/>
            <p:nvPr/>
          </p:nvSpPr>
          <p:spPr>
            <a:xfrm>
              <a:off x="3334507" y="2395676"/>
              <a:ext cx="55271" cy="159947"/>
            </a:xfrm>
            <a:custGeom>
              <a:rect b="b" l="l" r="r" t="t"/>
              <a:pathLst>
                <a:path extrusionOk="0" h="6106" w="2110">
                  <a:moveTo>
                    <a:pt x="310" y="1"/>
                  </a:moveTo>
                  <a:cubicBezTo>
                    <a:pt x="144" y="1"/>
                    <a:pt x="1" y="216"/>
                    <a:pt x="156" y="374"/>
                  </a:cubicBezTo>
                  <a:cubicBezTo>
                    <a:pt x="1636" y="1854"/>
                    <a:pt x="1636" y="4256"/>
                    <a:pt x="156" y="5737"/>
                  </a:cubicBezTo>
                  <a:cubicBezTo>
                    <a:pt x="74" y="5822"/>
                    <a:pt x="74" y="5959"/>
                    <a:pt x="156" y="6042"/>
                  </a:cubicBezTo>
                  <a:cubicBezTo>
                    <a:pt x="199" y="6085"/>
                    <a:pt x="254" y="6106"/>
                    <a:pt x="310" y="6106"/>
                  </a:cubicBezTo>
                  <a:cubicBezTo>
                    <a:pt x="365" y="6106"/>
                    <a:pt x="420" y="6085"/>
                    <a:pt x="461" y="6042"/>
                  </a:cubicBezTo>
                  <a:cubicBezTo>
                    <a:pt x="2109" y="4390"/>
                    <a:pt x="2109" y="1717"/>
                    <a:pt x="461" y="69"/>
                  </a:cubicBezTo>
                  <a:cubicBezTo>
                    <a:pt x="413" y="21"/>
                    <a:pt x="360"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9"/>
            <p:cNvSpPr/>
            <p:nvPr/>
          </p:nvSpPr>
          <p:spPr>
            <a:xfrm>
              <a:off x="3373721" y="2356646"/>
              <a:ext cx="76987" cy="238374"/>
            </a:xfrm>
            <a:custGeom>
              <a:rect b="b" l="l" r="r" t="t"/>
              <a:pathLst>
                <a:path extrusionOk="0" h="9100" w="2939">
                  <a:moveTo>
                    <a:pt x="307" y="0"/>
                  </a:moveTo>
                  <a:cubicBezTo>
                    <a:pt x="252" y="0"/>
                    <a:pt x="197" y="22"/>
                    <a:pt x="156" y="65"/>
                  </a:cubicBezTo>
                  <a:cubicBezTo>
                    <a:pt x="71" y="147"/>
                    <a:pt x="71" y="284"/>
                    <a:pt x="156" y="370"/>
                  </a:cubicBezTo>
                  <a:cubicBezTo>
                    <a:pt x="2459" y="2673"/>
                    <a:pt x="2459" y="6421"/>
                    <a:pt x="156" y="8728"/>
                  </a:cubicBezTo>
                  <a:cubicBezTo>
                    <a:pt x="1" y="8883"/>
                    <a:pt x="145" y="9099"/>
                    <a:pt x="312" y="9099"/>
                  </a:cubicBezTo>
                  <a:cubicBezTo>
                    <a:pt x="362" y="9099"/>
                    <a:pt x="414" y="9079"/>
                    <a:pt x="461" y="9033"/>
                  </a:cubicBezTo>
                  <a:cubicBezTo>
                    <a:pt x="2939" y="6555"/>
                    <a:pt x="2939" y="2539"/>
                    <a:pt x="461" y="65"/>
                  </a:cubicBezTo>
                  <a:cubicBezTo>
                    <a:pt x="418" y="22"/>
                    <a:pt x="363" y="0"/>
                    <a:pt x="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9"/>
            <p:cNvSpPr/>
            <p:nvPr/>
          </p:nvSpPr>
          <p:spPr>
            <a:xfrm>
              <a:off x="3049165" y="2320078"/>
              <a:ext cx="225251" cy="311432"/>
            </a:xfrm>
            <a:custGeom>
              <a:rect b="b" l="l" r="r" t="t"/>
              <a:pathLst>
                <a:path extrusionOk="0" h="11889" w="8599">
                  <a:moveTo>
                    <a:pt x="6755" y="1372"/>
                  </a:moveTo>
                  <a:lnTo>
                    <a:pt x="6755" y="10514"/>
                  </a:lnTo>
                  <a:cubicBezTo>
                    <a:pt x="5395" y="10065"/>
                    <a:pt x="4250" y="9126"/>
                    <a:pt x="3548" y="7879"/>
                  </a:cubicBezTo>
                  <a:lnTo>
                    <a:pt x="3548" y="4007"/>
                  </a:lnTo>
                  <a:cubicBezTo>
                    <a:pt x="4250" y="2756"/>
                    <a:pt x="5395" y="1817"/>
                    <a:pt x="6755" y="1372"/>
                  </a:cubicBezTo>
                  <a:close/>
                  <a:moveTo>
                    <a:pt x="7414" y="1"/>
                  </a:moveTo>
                  <a:cubicBezTo>
                    <a:pt x="7050" y="1"/>
                    <a:pt x="6755" y="298"/>
                    <a:pt x="6755" y="662"/>
                  </a:cubicBezTo>
                  <a:lnTo>
                    <a:pt x="6755" y="923"/>
                  </a:lnTo>
                  <a:lnTo>
                    <a:pt x="6748" y="926"/>
                  </a:lnTo>
                  <a:cubicBezTo>
                    <a:pt x="5254" y="1378"/>
                    <a:pt x="3986" y="2383"/>
                    <a:pt x="3208" y="3736"/>
                  </a:cubicBezTo>
                  <a:lnTo>
                    <a:pt x="1570" y="3736"/>
                  </a:lnTo>
                  <a:cubicBezTo>
                    <a:pt x="703" y="3740"/>
                    <a:pt x="1" y="4442"/>
                    <a:pt x="1" y="5306"/>
                  </a:cubicBezTo>
                  <a:lnTo>
                    <a:pt x="1" y="6580"/>
                  </a:lnTo>
                  <a:cubicBezTo>
                    <a:pt x="4" y="7399"/>
                    <a:pt x="635" y="8081"/>
                    <a:pt x="1450" y="8146"/>
                  </a:cubicBezTo>
                  <a:cubicBezTo>
                    <a:pt x="1455" y="8147"/>
                    <a:pt x="1459" y="8147"/>
                    <a:pt x="1463" y="8147"/>
                  </a:cubicBezTo>
                  <a:cubicBezTo>
                    <a:pt x="1578" y="8147"/>
                    <a:pt x="1673" y="8060"/>
                    <a:pt x="1680" y="7948"/>
                  </a:cubicBezTo>
                  <a:cubicBezTo>
                    <a:pt x="1690" y="7828"/>
                    <a:pt x="1601" y="7725"/>
                    <a:pt x="1485" y="7718"/>
                  </a:cubicBezTo>
                  <a:cubicBezTo>
                    <a:pt x="892" y="7670"/>
                    <a:pt x="433" y="7177"/>
                    <a:pt x="429" y="6580"/>
                  </a:cubicBezTo>
                  <a:lnTo>
                    <a:pt x="429" y="5306"/>
                  </a:lnTo>
                  <a:cubicBezTo>
                    <a:pt x="433" y="4675"/>
                    <a:pt x="940" y="4168"/>
                    <a:pt x="1570" y="4164"/>
                  </a:cubicBezTo>
                  <a:lnTo>
                    <a:pt x="3119" y="4164"/>
                  </a:lnTo>
                  <a:lnTo>
                    <a:pt x="3119" y="7721"/>
                  </a:lnTo>
                  <a:lnTo>
                    <a:pt x="2472" y="7721"/>
                  </a:lnTo>
                  <a:cubicBezTo>
                    <a:pt x="2184" y="7721"/>
                    <a:pt x="2184" y="8153"/>
                    <a:pt x="2472" y="8153"/>
                  </a:cubicBezTo>
                  <a:lnTo>
                    <a:pt x="3208" y="8153"/>
                  </a:lnTo>
                  <a:cubicBezTo>
                    <a:pt x="3990" y="9503"/>
                    <a:pt x="5254" y="10511"/>
                    <a:pt x="6752" y="10963"/>
                  </a:cubicBezTo>
                  <a:lnTo>
                    <a:pt x="6758" y="10967"/>
                  </a:lnTo>
                  <a:lnTo>
                    <a:pt x="6758" y="11227"/>
                  </a:lnTo>
                  <a:cubicBezTo>
                    <a:pt x="6758" y="11590"/>
                    <a:pt x="7053" y="11888"/>
                    <a:pt x="7420" y="11888"/>
                  </a:cubicBezTo>
                  <a:lnTo>
                    <a:pt x="7937" y="11888"/>
                  </a:lnTo>
                  <a:cubicBezTo>
                    <a:pt x="8304" y="11888"/>
                    <a:pt x="8599" y="11590"/>
                    <a:pt x="8599" y="11227"/>
                  </a:cubicBezTo>
                  <a:lnTo>
                    <a:pt x="8599" y="6443"/>
                  </a:lnTo>
                  <a:cubicBezTo>
                    <a:pt x="8599" y="6299"/>
                    <a:pt x="8492" y="6227"/>
                    <a:pt x="8384" y="6227"/>
                  </a:cubicBezTo>
                  <a:cubicBezTo>
                    <a:pt x="8277" y="6227"/>
                    <a:pt x="8170" y="6299"/>
                    <a:pt x="8170" y="6443"/>
                  </a:cubicBezTo>
                  <a:lnTo>
                    <a:pt x="8170" y="11227"/>
                  </a:lnTo>
                  <a:cubicBezTo>
                    <a:pt x="8167" y="11354"/>
                    <a:pt x="8064" y="11457"/>
                    <a:pt x="7937" y="11457"/>
                  </a:cubicBezTo>
                  <a:lnTo>
                    <a:pt x="7420" y="11457"/>
                  </a:lnTo>
                  <a:cubicBezTo>
                    <a:pt x="7293" y="11457"/>
                    <a:pt x="7190" y="11354"/>
                    <a:pt x="7190" y="11227"/>
                  </a:cubicBezTo>
                  <a:lnTo>
                    <a:pt x="7190" y="662"/>
                  </a:lnTo>
                  <a:cubicBezTo>
                    <a:pt x="7190" y="532"/>
                    <a:pt x="7293" y="429"/>
                    <a:pt x="7420" y="429"/>
                  </a:cubicBezTo>
                  <a:lnTo>
                    <a:pt x="7937" y="429"/>
                  </a:lnTo>
                  <a:cubicBezTo>
                    <a:pt x="8064" y="429"/>
                    <a:pt x="8167" y="532"/>
                    <a:pt x="8170" y="662"/>
                  </a:cubicBezTo>
                  <a:lnTo>
                    <a:pt x="8170" y="5439"/>
                  </a:lnTo>
                  <a:cubicBezTo>
                    <a:pt x="8170" y="5559"/>
                    <a:pt x="8266" y="5655"/>
                    <a:pt x="8383" y="5655"/>
                  </a:cubicBezTo>
                  <a:cubicBezTo>
                    <a:pt x="8503" y="5655"/>
                    <a:pt x="8599" y="5559"/>
                    <a:pt x="8599" y="5439"/>
                  </a:cubicBezTo>
                  <a:lnTo>
                    <a:pt x="8599" y="662"/>
                  </a:lnTo>
                  <a:cubicBezTo>
                    <a:pt x="8599" y="296"/>
                    <a:pt x="8304" y="1"/>
                    <a:pt x="7937" y="1"/>
                  </a:cubicBezTo>
                  <a:lnTo>
                    <a:pt x="7420" y="1"/>
                  </a:lnTo>
                  <a:cubicBezTo>
                    <a:pt x="7418" y="1"/>
                    <a:pt x="7416" y="1"/>
                    <a:pt x="74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7" name="Google Shape;7357;p79"/>
          <p:cNvGrpSpPr/>
          <p:nvPr/>
        </p:nvGrpSpPr>
        <p:grpSpPr>
          <a:xfrm>
            <a:off x="3593052" y="2313712"/>
            <a:ext cx="385381" cy="323980"/>
            <a:chOff x="3593052" y="2313712"/>
            <a:chExt cx="385381" cy="323980"/>
          </a:xfrm>
        </p:grpSpPr>
        <p:sp>
          <p:nvSpPr>
            <p:cNvPr id="7358" name="Google Shape;7358;p79"/>
            <p:cNvSpPr/>
            <p:nvPr/>
          </p:nvSpPr>
          <p:spPr>
            <a:xfrm>
              <a:off x="3664250" y="2350883"/>
              <a:ext cx="249665" cy="249665"/>
            </a:xfrm>
            <a:custGeom>
              <a:rect b="b" l="l" r="r" t="t"/>
              <a:pathLst>
                <a:path extrusionOk="0" h="9531" w="9531">
                  <a:moveTo>
                    <a:pt x="4763" y="0"/>
                  </a:moveTo>
                  <a:cubicBezTo>
                    <a:pt x="2132" y="0"/>
                    <a:pt x="0" y="2135"/>
                    <a:pt x="0" y="4767"/>
                  </a:cubicBezTo>
                  <a:cubicBezTo>
                    <a:pt x="0" y="7399"/>
                    <a:pt x="2132" y="9530"/>
                    <a:pt x="4763" y="9530"/>
                  </a:cubicBezTo>
                  <a:cubicBezTo>
                    <a:pt x="7395" y="9530"/>
                    <a:pt x="9530" y="7399"/>
                    <a:pt x="9530" y="4767"/>
                  </a:cubicBezTo>
                  <a:cubicBezTo>
                    <a:pt x="9530" y="2135"/>
                    <a:pt x="7395" y="0"/>
                    <a:pt x="4763"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9"/>
            <p:cNvSpPr/>
            <p:nvPr/>
          </p:nvSpPr>
          <p:spPr>
            <a:xfrm>
              <a:off x="3689292" y="2375925"/>
              <a:ext cx="199580" cy="199658"/>
            </a:xfrm>
            <a:custGeom>
              <a:rect b="b" l="l" r="r" t="t"/>
              <a:pathLst>
                <a:path extrusionOk="0" h="7622" w="7619">
                  <a:moveTo>
                    <a:pt x="3807" y="0"/>
                  </a:moveTo>
                  <a:cubicBezTo>
                    <a:pt x="1703" y="0"/>
                    <a:pt x="0" y="1707"/>
                    <a:pt x="0" y="3811"/>
                  </a:cubicBezTo>
                  <a:cubicBezTo>
                    <a:pt x="0" y="5915"/>
                    <a:pt x="1703" y="7622"/>
                    <a:pt x="3807" y="7622"/>
                  </a:cubicBezTo>
                  <a:cubicBezTo>
                    <a:pt x="5911" y="7622"/>
                    <a:pt x="7618" y="5915"/>
                    <a:pt x="7618" y="3811"/>
                  </a:cubicBezTo>
                  <a:cubicBezTo>
                    <a:pt x="7618" y="1707"/>
                    <a:pt x="5911" y="0"/>
                    <a:pt x="3807"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9"/>
            <p:cNvSpPr/>
            <p:nvPr/>
          </p:nvSpPr>
          <p:spPr>
            <a:xfrm>
              <a:off x="3769187" y="2375925"/>
              <a:ext cx="125055" cy="199711"/>
            </a:xfrm>
            <a:custGeom>
              <a:rect b="b" l="l" r="r" t="t"/>
              <a:pathLst>
                <a:path extrusionOk="0" h="7624" w="4774">
                  <a:moveTo>
                    <a:pt x="757" y="0"/>
                  </a:moveTo>
                  <a:cubicBezTo>
                    <a:pt x="504" y="0"/>
                    <a:pt x="250" y="28"/>
                    <a:pt x="0" y="76"/>
                  </a:cubicBezTo>
                  <a:cubicBezTo>
                    <a:pt x="1772" y="442"/>
                    <a:pt x="3043" y="2002"/>
                    <a:pt x="3043" y="3811"/>
                  </a:cubicBezTo>
                  <a:cubicBezTo>
                    <a:pt x="3043" y="5620"/>
                    <a:pt x="1772" y="7180"/>
                    <a:pt x="0" y="7546"/>
                  </a:cubicBezTo>
                  <a:cubicBezTo>
                    <a:pt x="257" y="7598"/>
                    <a:pt x="513" y="7623"/>
                    <a:pt x="764" y="7623"/>
                  </a:cubicBezTo>
                  <a:cubicBezTo>
                    <a:pt x="2676" y="7623"/>
                    <a:pt x="4351" y="6175"/>
                    <a:pt x="4547" y="4191"/>
                  </a:cubicBezTo>
                  <a:cubicBezTo>
                    <a:pt x="4774" y="1950"/>
                    <a:pt x="3012"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9"/>
            <p:cNvSpPr/>
            <p:nvPr/>
          </p:nvSpPr>
          <p:spPr>
            <a:xfrm>
              <a:off x="3935787" y="2319449"/>
              <a:ext cx="37014" cy="312690"/>
            </a:xfrm>
            <a:custGeom>
              <a:rect b="b" l="l" r="r" t="t"/>
              <a:pathLst>
                <a:path extrusionOk="0" h="11937" w="1413">
                  <a:moveTo>
                    <a:pt x="1398" y="1"/>
                  </a:moveTo>
                  <a:cubicBezTo>
                    <a:pt x="531" y="522"/>
                    <a:pt x="0" y="1461"/>
                    <a:pt x="0" y="2475"/>
                  </a:cubicBezTo>
                  <a:lnTo>
                    <a:pt x="0" y="5785"/>
                  </a:lnTo>
                  <a:cubicBezTo>
                    <a:pt x="0" y="5994"/>
                    <a:pt x="298" y="6177"/>
                    <a:pt x="548" y="6177"/>
                  </a:cubicBezTo>
                  <a:cubicBezTo>
                    <a:pt x="569" y="6177"/>
                    <a:pt x="590" y="6175"/>
                    <a:pt x="610" y="6173"/>
                  </a:cubicBezTo>
                  <a:lnTo>
                    <a:pt x="610" y="7201"/>
                  </a:lnTo>
                  <a:cubicBezTo>
                    <a:pt x="610" y="8458"/>
                    <a:pt x="268" y="10689"/>
                    <a:pt x="268" y="11155"/>
                  </a:cubicBezTo>
                  <a:cubicBezTo>
                    <a:pt x="268" y="11690"/>
                    <a:pt x="494" y="11936"/>
                    <a:pt x="830" y="11936"/>
                  </a:cubicBezTo>
                  <a:cubicBezTo>
                    <a:pt x="1165" y="11936"/>
                    <a:pt x="1412" y="11690"/>
                    <a:pt x="1412" y="11155"/>
                  </a:cubicBezTo>
                  <a:cubicBezTo>
                    <a:pt x="1412" y="11155"/>
                    <a:pt x="1405" y="4069"/>
                    <a:pt x="139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9"/>
            <p:cNvSpPr/>
            <p:nvPr/>
          </p:nvSpPr>
          <p:spPr>
            <a:xfrm>
              <a:off x="3935683" y="2319449"/>
              <a:ext cx="36935" cy="161807"/>
            </a:xfrm>
            <a:custGeom>
              <a:rect b="b" l="l" r="r" t="t"/>
              <a:pathLst>
                <a:path extrusionOk="0" h="6177" w="1410">
                  <a:moveTo>
                    <a:pt x="1402" y="1"/>
                  </a:moveTo>
                  <a:cubicBezTo>
                    <a:pt x="532" y="522"/>
                    <a:pt x="1" y="1461"/>
                    <a:pt x="1" y="2475"/>
                  </a:cubicBezTo>
                  <a:lnTo>
                    <a:pt x="1" y="5789"/>
                  </a:lnTo>
                  <a:cubicBezTo>
                    <a:pt x="1" y="5994"/>
                    <a:pt x="298" y="6177"/>
                    <a:pt x="549" y="6177"/>
                  </a:cubicBezTo>
                  <a:cubicBezTo>
                    <a:pt x="570" y="6177"/>
                    <a:pt x="591" y="6175"/>
                    <a:pt x="611" y="6173"/>
                  </a:cubicBezTo>
                  <a:lnTo>
                    <a:pt x="1409" y="6159"/>
                  </a:lnTo>
                  <a:cubicBezTo>
                    <a:pt x="1409" y="4212"/>
                    <a:pt x="1406" y="1629"/>
                    <a:pt x="140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9"/>
            <p:cNvSpPr/>
            <p:nvPr/>
          </p:nvSpPr>
          <p:spPr>
            <a:xfrm>
              <a:off x="3598710" y="2365788"/>
              <a:ext cx="49142" cy="265172"/>
            </a:xfrm>
            <a:custGeom>
              <a:rect b="b" l="l" r="r" t="t"/>
              <a:pathLst>
                <a:path extrusionOk="0" h="10123" w="1876">
                  <a:moveTo>
                    <a:pt x="1" y="0"/>
                  </a:moveTo>
                  <a:lnTo>
                    <a:pt x="1" y="1104"/>
                  </a:lnTo>
                  <a:cubicBezTo>
                    <a:pt x="1" y="1282"/>
                    <a:pt x="103" y="1494"/>
                    <a:pt x="258" y="1587"/>
                  </a:cubicBezTo>
                  <a:cubicBezTo>
                    <a:pt x="412" y="1676"/>
                    <a:pt x="532" y="1998"/>
                    <a:pt x="532" y="2169"/>
                  </a:cubicBezTo>
                  <a:lnTo>
                    <a:pt x="532" y="3787"/>
                  </a:lnTo>
                  <a:cubicBezTo>
                    <a:pt x="532" y="5116"/>
                    <a:pt x="521" y="6439"/>
                    <a:pt x="378" y="7758"/>
                  </a:cubicBezTo>
                  <a:cubicBezTo>
                    <a:pt x="292" y="8543"/>
                    <a:pt x="240" y="9239"/>
                    <a:pt x="240" y="9396"/>
                  </a:cubicBezTo>
                  <a:cubicBezTo>
                    <a:pt x="240" y="9797"/>
                    <a:pt x="539" y="10123"/>
                    <a:pt x="936" y="10123"/>
                  </a:cubicBezTo>
                  <a:cubicBezTo>
                    <a:pt x="1337" y="10123"/>
                    <a:pt x="1632" y="9797"/>
                    <a:pt x="1632" y="9396"/>
                  </a:cubicBezTo>
                  <a:cubicBezTo>
                    <a:pt x="1632" y="9239"/>
                    <a:pt x="1584" y="8543"/>
                    <a:pt x="1498" y="7758"/>
                  </a:cubicBezTo>
                  <a:cubicBezTo>
                    <a:pt x="1354" y="6439"/>
                    <a:pt x="1344" y="5113"/>
                    <a:pt x="1344" y="3787"/>
                  </a:cubicBezTo>
                  <a:lnTo>
                    <a:pt x="1344" y="2180"/>
                  </a:lnTo>
                  <a:cubicBezTo>
                    <a:pt x="1344" y="1957"/>
                    <a:pt x="1498" y="1676"/>
                    <a:pt x="1687" y="1549"/>
                  </a:cubicBezTo>
                  <a:cubicBezTo>
                    <a:pt x="1820" y="1457"/>
                    <a:pt x="1875" y="1261"/>
                    <a:pt x="1875" y="1104"/>
                  </a:cubicBezTo>
                  <a:lnTo>
                    <a:pt x="1875" y="0"/>
                  </a:ln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9"/>
            <p:cNvSpPr/>
            <p:nvPr/>
          </p:nvSpPr>
          <p:spPr>
            <a:xfrm>
              <a:off x="3598710" y="2365788"/>
              <a:ext cx="49142" cy="57105"/>
            </a:xfrm>
            <a:custGeom>
              <a:rect b="b" l="l" r="r" t="t"/>
              <a:pathLst>
                <a:path extrusionOk="0" h="2180" w="1876">
                  <a:moveTo>
                    <a:pt x="1" y="0"/>
                  </a:moveTo>
                  <a:lnTo>
                    <a:pt x="1" y="1104"/>
                  </a:lnTo>
                  <a:cubicBezTo>
                    <a:pt x="1" y="1282"/>
                    <a:pt x="103" y="1494"/>
                    <a:pt x="258" y="1587"/>
                  </a:cubicBezTo>
                  <a:cubicBezTo>
                    <a:pt x="412" y="1676"/>
                    <a:pt x="532" y="1998"/>
                    <a:pt x="532" y="2169"/>
                  </a:cubicBezTo>
                  <a:lnTo>
                    <a:pt x="1344" y="2180"/>
                  </a:lnTo>
                  <a:cubicBezTo>
                    <a:pt x="1344" y="1957"/>
                    <a:pt x="1498" y="1676"/>
                    <a:pt x="1687" y="1549"/>
                  </a:cubicBezTo>
                  <a:cubicBezTo>
                    <a:pt x="1820" y="1457"/>
                    <a:pt x="1875" y="1261"/>
                    <a:pt x="1875" y="1104"/>
                  </a:cubicBezTo>
                  <a:lnTo>
                    <a:pt x="1875" y="0"/>
                  </a:ln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9"/>
            <p:cNvSpPr/>
            <p:nvPr/>
          </p:nvSpPr>
          <p:spPr>
            <a:xfrm>
              <a:off x="3593052" y="2315860"/>
              <a:ext cx="60432" cy="320758"/>
            </a:xfrm>
            <a:custGeom>
              <a:rect b="b" l="l" r="r" t="t"/>
              <a:pathLst>
                <a:path extrusionOk="0" h="12245" w="2307">
                  <a:moveTo>
                    <a:pt x="1875" y="2122"/>
                  </a:moveTo>
                  <a:lnTo>
                    <a:pt x="1875" y="3010"/>
                  </a:lnTo>
                  <a:cubicBezTo>
                    <a:pt x="1875" y="3126"/>
                    <a:pt x="1831" y="3239"/>
                    <a:pt x="1779" y="3277"/>
                  </a:cubicBezTo>
                  <a:cubicBezTo>
                    <a:pt x="1580" y="3421"/>
                    <a:pt x="1437" y="3630"/>
                    <a:pt x="1375" y="3870"/>
                  </a:cubicBezTo>
                  <a:lnTo>
                    <a:pt x="933" y="3863"/>
                  </a:lnTo>
                  <a:cubicBezTo>
                    <a:pt x="878" y="3650"/>
                    <a:pt x="755" y="3407"/>
                    <a:pt x="583" y="3304"/>
                  </a:cubicBezTo>
                  <a:cubicBezTo>
                    <a:pt x="501" y="3256"/>
                    <a:pt x="433" y="3123"/>
                    <a:pt x="433" y="3010"/>
                  </a:cubicBezTo>
                  <a:lnTo>
                    <a:pt x="433" y="2122"/>
                  </a:lnTo>
                  <a:close/>
                  <a:moveTo>
                    <a:pt x="964" y="4291"/>
                  </a:moveTo>
                  <a:lnTo>
                    <a:pt x="1344" y="4298"/>
                  </a:lnTo>
                  <a:lnTo>
                    <a:pt x="1344" y="5693"/>
                  </a:lnTo>
                  <a:cubicBezTo>
                    <a:pt x="1344" y="7033"/>
                    <a:pt x="1354" y="8349"/>
                    <a:pt x="1498" y="9685"/>
                  </a:cubicBezTo>
                  <a:cubicBezTo>
                    <a:pt x="1587" y="10497"/>
                    <a:pt x="1632" y="11169"/>
                    <a:pt x="1632" y="11302"/>
                  </a:cubicBezTo>
                  <a:cubicBezTo>
                    <a:pt x="1632" y="11594"/>
                    <a:pt x="1426" y="11813"/>
                    <a:pt x="1152" y="11813"/>
                  </a:cubicBezTo>
                  <a:cubicBezTo>
                    <a:pt x="878" y="11813"/>
                    <a:pt x="672" y="11594"/>
                    <a:pt x="672" y="11302"/>
                  </a:cubicBezTo>
                  <a:cubicBezTo>
                    <a:pt x="672" y="11172"/>
                    <a:pt x="720" y="10501"/>
                    <a:pt x="806" y="9685"/>
                  </a:cubicBezTo>
                  <a:cubicBezTo>
                    <a:pt x="953" y="8352"/>
                    <a:pt x="964" y="7036"/>
                    <a:pt x="964" y="5693"/>
                  </a:cubicBezTo>
                  <a:lnTo>
                    <a:pt x="964" y="4291"/>
                  </a:lnTo>
                  <a:close/>
                  <a:moveTo>
                    <a:pt x="217" y="0"/>
                  </a:moveTo>
                  <a:cubicBezTo>
                    <a:pt x="109" y="0"/>
                    <a:pt x="1" y="71"/>
                    <a:pt x="1" y="213"/>
                  </a:cubicBezTo>
                  <a:lnTo>
                    <a:pt x="1" y="3010"/>
                  </a:lnTo>
                  <a:cubicBezTo>
                    <a:pt x="1" y="3277"/>
                    <a:pt x="152" y="3551"/>
                    <a:pt x="364" y="3678"/>
                  </a:cubicBezTo>
                  <a:cubicBezTo>
                    <a:pt x="426" y="3716"/>
                    <a:pt x="535" y="3945"/>
                    <a:pt x="535" y="4075"/>
                  </a:cubicBezTo>
                  <a:lnTo>
                    <a:pt x="535" y="5693"/>
                  </a:lnTo>
                  <a:cubicBezTo>
                    <a:pt x="535" y="7022"/>
                    <a:pt x="525" y="8325"/>
                    <a:pt x="381" y="9640"/>
                  </a:cubicBezTo>
                  <a:cubicBezTo>
                    <a:pt x="292" y="10453"/>
                    <a:pt x="244" y="11138"/>
                    <a:pt x="244" y="11302"/>
                  </a:cubicBezTo>
                  <a:cubicBezTo>
                    <a:pt x="244" y="11830"/>
                    <a:pt x="645" y="12245"/>
                    <a:pt x="1156" y="12245"/>
                  </a:cubicBezTo>
                  <a:cubicBezTo>
                    <a:pt x="1666" y="12245"/>
                    <a:pt x="2067" y="11834"/>
                    <a:pt x="2067" y="11302"/>
                  </a:cubicBezTo>
                  <a:cubicBezTo>
                    <a:pt x="2067" y="11138"/>
                    <a:pt x="2019" y="10453"/>
                    <a:pt x="1930" y="9640"/>
                  </a:cubicBezTo>
                  <a:cubicBezTo>
                    <a:pt x="1786" y="8325"/>
                    <a:pt x="1776" y="7022"/>
                    <a:pt x="1776" y="5693"/>
                  </a:cubicBezTo>
                  <a:lnTo>
                    <a:pt x="1776" y="4086"/>
                  </a:lnTo>
                  <a:cubicBezTo>
                    <a:pt x="1776" y="3938"/>
                    <a:pt x="1892" y="3722"/>
                    <a:pt x="2023" y="3633"/>
                  </a:cubicBezTo>
                  <a:cubicBezTo>
                    <a:pt x="2232" y="3493"/>
                    <a:pt x="2307" y="3219"/>
                    <a:pt x="2307" y="3010"/>
                  </a:cubicBezTo>
                  <a:lnTo>
                    <a:pt x="2307" y="296"/>
                  </a:lnTo>
                  <a:cubicBezTo>
                    <a:pt x="2307" y="178"/>
                    <a:pt x="2214" y="80"/>
                    <a:pt x="2097" y="80"/>
                  </a:cubicBezTo>
                  <a:cubicBezTo>
                    <a:pt x="2095" y="80"/>
                    <a:pt x="2093" y="80"/>
                    <a:pt x="2091" y="80"/>
                  </a:cubicBezTo>
                  <a:cubicBezTo>
                    <a:pt x="1971" y="80"/>
                    <a:pt x="1875" y="176"/>
                    <a:pt x="1875" y="292"/>
                  </a:cubicBezTo>
                  <a:lnTo>
                    <a:pt x="1875" y="1690"/>
                  </a:lnTo>
                  <a:lnTo>
                    <a:pt x="1371" y="1690"/>
                  </a:lnTo>
                  <a:lnTo>
                    <a:pt x="1371" y="213"/>
                  </a:lnTo>
                  <a:cubicBezTo>
                    <a:pt x="1371" y="71"/>
                    <a:pt x="1264" y="0"/>
                    <a:pt x="1156" y="0"/>
                  </a:cubicBezTo>
                  <a:cubicBezTo>
                    <a:pt x="1048" y="0"/>
                    <a:pt x="940" y="71"/>
                    <a:pt x="940" y="213"/>
                  </a:cubicBezTo>
                  <a:lnTo>
                    <a:pt x="940" y="1690"/>
                  </a:lnTo>
                  <a:lnTo>
                    <a:pt x="433" y="1690"/>
                  </a:lnTo>
                  <a:lnTo>
                    <a:pt x="433" y="213"/>
                  </a:lnTo>
                  <a:cubicBezTo>
                    <a:pt x="433" y="71"/>
                    <a:pt x="3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9"/>
            <p:cNvSpPr/>
            <p:nvPr/>
          </p:nvSpPr>
          <p:spPr>
            <a:xfrm>
              <a:off x="3645573" y="2390228"/>
              <a:ext cx="231433" cy="216030"/>
            </a:xfrm>
            <a:custGeom>
              <a:rect b="b" l="l" r="r" t="t"/>
              <a:pathLst>
                <a:path extrusionOk="0" h="8247" w="8835">
                  <a:moveTo>
                    <a:pt x="1807" y="1"/>
                  </a:moveTo>
                  <a:cubicBezTo>
                    <a:pt x="1751" y="1"/>
                    <a:pt x="1693" y="25"/>
                    <a:pt x="1645" y="81"/>
                  </a:cubicBezTo>
                  <a:cubicBezTo>
                    <a:pt x="0" y="2062"/>
                    <a:pt x="134" y="4968"/>
                    <a:pt x="1954" y="6788"/>
                  </a:cubicBezTo>
                  <a:cubicBezTo>
                    <a:pt x="2921" y="7756"/>
                    <a:pt x="4197" y="8246"/>
                    <a:pt x="5476" y="8246"/>
                  </a:cubicBezTo>
                  <a:cubicBezTo>
                    <a:pt x="6603" y="8246"/>
                    <a:pt x="7733" y="7866"/>
                    <a:pt x="8660" y="7096"/>
                  </a:cubicBezTo>
                  <a:cubicBezTo>
                    <a:pt x="8835" y="6951"/>
                    <a:pt x="8696" y="6711"/>
                    <a:pt x="8522" y="6711"/>
                  </a:cubicBezTo>
                  <a:cubicBezTo>
                    <a:pt x="8477" y="6711"/>
                    <a:pt x="8430" y="6727"/>
                    <a:pt x="8386" y="6764"/>
                  </a:cubicBezTo>
                  <a:cubicBezTo>
                    <a:pt x="7539" y="7465"/>
                    <a:pt x="6507" y="7811"/>
                    <a:pt x="5479" y="7811"/>
                  </a:cubicBezTo>
                  <a:cubicBezTo>
                    <a:pt x="4311" y="7811"/>
                    <a:pt x="3146" y="7363"/>
                    <a:pt x="2262" y="6479"/>
                  </a:cubicBezTo>
                  <a:cubicBezTo>
                    <a:pt x="604" y="4817"/>
                    <a:pt x="477" y="2165"/>
                    <a:pt x="1978" y="359"/>
                  </a:cubicBezTo>
                  <a:cubicBezTo>
                    <a:pt x="2112" y="194"/>
                    <a:pt x="1967" y="1"/>
                    <a:pt x="1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9"/>
            <p:cNvSpPr/>
            <p:nvPr/>
          </p:nvSpPr>
          <p:spPr>
            <a:xfrm>
              <a:off x="3701499" y="2345225"/>
              <a:ext cx="227137" cy="215637"/>
            </a:xfrm>
            <a:custGeom>
              <a:rect b="b" l="l" r="r" t="t"/>
              <a:pathLst>
                <a:path extrusionOk="0" h="8232" w="8671">
                  <a:moveTo>
                    <a:pt x="3341" y="0"/>
                  </a:moveTo>
                  <a:cubicBezTo>
                    <a:pt x="2187" y="0"/>
                    <a:pt x="1069" y="401"/>
                    <a:pt x="175" y="1135"/>
                  </a:cubicBezTo>
                  <a:cubicBezTo>
                    <a:pt x="1" y="1282"/>
                    <a:pt x="138" y="1521"/>
                    <a:pt x="311" y="1521"/>
                  </a:cubicBezTo>
                  <a:cubicBezTo>
                    <a:pt x="356" y="1521"/>
                    <a:pt x="404" y="1505"/>
                    <a:pt x="449" y="1467"/>
                  </a:cubicBezTo>
                  <a:cubicBezTo>
                    <a:pt x="1294" y="770"/>
                    <a:pt x="2321" y="426"/>
                    <a:pt x="3345" y="426"/>
                  </a:cubicBezTo>
                  <a:cubicBezTo>
                    <a:pt x="4515" y="426"/>
                    <a:pt x="5681" y="875"/>
                    <a:pt x="6566" y="1762"/>
                  </a:cubicBezTo>
                  <a:cubicBezTo>
                    <a:pt x="8225" y="3420"/>
                    <a:pt x="8348" y="6069"/>
                    <a:pt x="6854" y="7875"/>
                  </a:cubicBezTo>
                  <a:cubicBezTo>
                    <a:pt x="6720" y="8040"/>
                    <a:pt x="6866" y="8232"/>
                    <a:pt x="7024" y="8232"/>
                  </a:cubicBezTo>
                  <a:cubicBezTo>
                    <a:pt x="7081" y="8232"/>
                    <a:pt x="7139" y="8208"/>
                    <a:pt x="7186" y="8149"/>
                  </a:cubicBezTo>
                  <a:cubicBezTo>
                    <a:pt x="8413" y="6662"/>
                    <a:pt x="8670" y="4599"/>
                    <a:pt x="7848" y="2858"/>
                  </a:cubicBezTo>
                  <a:cubicBezTo>
                    <a:pt x="7025" y="1114"/>
                    <a:pt x="5271" y="0"/>
                    <a:pt x="3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9"/>
            <p:cNvSpPr/>
            <p:nvPr/>
          </p:nvSpPr>
          <p:spPr>
            <a:xfrm>
              <a:off x="3683530" y="2370215"/>
              <a:ext cx="219331" cy="210948"/>
            </a:xfrm>
            <a:custGeom>
              <a:rect b="b" l="l" r="r" t="t"/>
              <a:pathLst>
                <a:path extrusionOk="0" h="8053" w="8373">
                  <a:moveTo>
                    <a:pt x="4027" y="434"/>
                  </a:moveTo>
                  <a:cubicBezTo>
                    <a:pt x="5484" y="434"/>
                    <a:pt x="6793" y="1308"/>
                    <a:pt x="7348" y="2651"/>
                  </a:cubicBezTo>
                  <a:cubicBezTo>
                    <a:pt x="7907" y="3995"/>
                    <a:pt x="7598" y="5540"/>
                    <a:pt x="6570" y="6568"/>
                  </a:cubicBezTo>
                  <a:cubicBezTo>
                    <a:pt x="5882" y="7256"/>
                    <a:pt x="4962" y="7622"/>
                    <a:pt x="4026" y="7622"/>
                  </a:cubicBezTo>
                  <a:cubicBezTo>
                    <a:pt x="3563" y="7622"/>
                    <a:pt x="3097" y="7533"/>
                    <a:pt x="2653" y="7350"/>
                  </a:cubicBezTo>
                  <a:cubicBezTo>
                    <a:pt x="1310" y="6791"/>
                    <a:pt x="436" y="5482"/>
                    <a:pt x="436" y="4029"/>
                  </a:cubicBezTo>
                  <a:cubicBezTo>
                    <a:pt x="436" y="2045"/>
                    <a:pt x="2043" y="438"/>
                    <a:pt x="4027" y="434"/>
                  </a:cubicBezTo>
                  <a:close/>
                  <a:moveTo>
                    <a:pt x="4027" y="1"/>
                  </a:moveTo>
                  <a:cubicBezTo>
                    <a:pt x="3509" y="1"/>
                    <a:pt x="2986" y="101"/>
                    <a:pt x="2489" y="307"/>
                  </a:cubicBezTo>
                  <a:cubicBezTo>
                    <a:pt x="984" y="931"/>
                    <a:pt x="1" y="2398"/>
                    <a:pt x="1" y="4026"/>
                  </a:cubicBezTo>
                  <a:cubicBezTo>
                    <a:pt x="4" y="6250"/>
                    <a:pt x="1807" y="8052"/>
                    <a:pt x="4027" y="8052"/>
                  </a:cubicBezTo>
                  <a:cubicBezTo>
                    <a:pt x="5659" y="8052"/>
                    <a:pt x="7125" y="7072"/>
                    <a:pt x="7749" y="5568"/>
                  </a:cubicBezTo>
                  <a:cubicBezTo>
                    <a:pt x="8373" y="4063"/>
                    <a:pt x="8026" y="2333"/>
                    <a:pt x="6875" y="1181"/>
                  </a:cubicBezTo>
                  <a:cubicBezTo>
                    <a:pt x="6105" y="411"/>
                    <a:pt x="5075" y="1"/>
                    <a:pt x="40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9"/>
            <p:cNvSpPr/>
            <p:nvPr/>
          </p:nvSpPr>
          <p:spPr>
            <a:xfrm>
              <a:off x="3930024" y="2313712"/>
              <a:ext cx="48408" cy="323980"/>
            </a:xfrm>
            <a:custGeom>
              <a:rect b="b" l="l" r="r" t="t"/>
              <a:pathLst>
                <a:path extrusionOk="0" h="12368" w="1848">
                  <a:moveTo>
                    <a:pt x="1402" y="631"/>
                  </a:moveTo>
                  <a:cubicBezTo>
                    <a:pt x="1406" y="2211"/>
                    <a:pt x="1409" y="4438"/>
                    <a:pt x="1409" y="6165"/>
                  </a:cubicBezTo>
                  <a:lnTo>
                    <a:pt x="823" y="6176"/>
                  </a:lnTo>
                  <a:lnTo>
                    <a:pt x="799" y="6176"/>
                  </a:lnTo>
                  <a:cubicBezTo>
                    <a:pt x="791" y="6176"/>
                    <a:pt x="782" y="6176"/>
                    <a:pt x="773" y="6176"/>
                  </a:cubicBezTo>
                  <a:cubicBezTo>
                    <a:pt x="668" y="6176"/>
                    <a:pt x="563" y="6139"/>
                    <a:pt x="481" y="6069"/>
                  </a:cubicBezTo>
                  <a:cubicBezTo>
                    <a:pt x="460" y="6052"/>
                    <a:pt x="443" y="6032"/>
                    <a:pt x="433" y="6004"/>
                  </a:cubicBezTo>
                  <a:lnTo>
                    <a:pt x="433" y="2694"/>
                  </a:lnTo>
                  <a:cubicBezTo>
                    <a:pt x="436" y="1896"/>
                    <a:pt x="789" y="1142"/>
                    <a:pt x="1402" y="631"/>
                  </a:cubicBezTo>
                  <a:close/>
                  <a:moveTo>
                    <a:pt x="1406" y="6594"/>
                  </a:moveTo>
                  <a:cubicBezTo>
                    <a:pt x="1413" y="10445"/>
                    <a:pt x="1416" y="11364"/>
                    <a:pt x="1416" y="11371"/>
                  </a:cubicBezTo>
                  <a:cubicBezTo>
                    <a:pt x="1416" y="11631"/>
                    <a:pt x="1351" y="11940"/>
                    <a:pt x="1053" y="11940"/>
                  </a:cubicBezTo>
                  <a:cubicBezTo>
                    <a:pt x="967" y="11940"/>
                    <a:pt x="703" y="11940"/>
                    <a:pt x="703" y="11374"/>
                  </a:cubicBezTo>
                  <a:cubicBezTo>
                    <a:pt x="703" y="11210"/>
                    <a:pt x="755" y="10768"/>
                    <a:pt x="813" y="10257"/>
                  </a:cubicBezTo>
                  <a:cubicBezTo>
                    <a:pt x="912" y="9393"/>
                    <a:pt x="1046" y="8211"/>
                    <a:pt x="1046" y="7416"/>
                  </a:cubicBezTo>
                  <a:lnTo>
                    <a:pt x="1046" y="6601"/>
                  </a:lnTo>
                  <a:lnTo>
                    <a:pt x="1406" y="6594"/>
                  </a:lnTo>
                  <a:close/>
                  <a:moveTo>
                    <a:pt x="1618" y="0"/>
                  </a:moveTo>
                  <a:cubicBezTo>
                    <a:pt x="1580" y="0"/>
                    <a:pt x="1542" y="10"/>
                    <a:pt x="1509" y="31"/>
                  </a:cubicBezTo>
                  <a:cubicBezTo>
                    <a:pt x="577" y="593"/>
                    <a:pt x="4" y="1604"/>
                    <a:pt x="1" y="2694"/>
                  </a:cubicBezTo>
                  <a:lnTo>
                    <a:pt x="1" y="6004"/>
                  </a:lnTo>
                  <a:cubicBezTo>
                    <a:pt x="8" y="6159"/>
                    <a:pt x="80" y="6299"/>
                    <a:pt x="196" y="6395"/>
                  </a:cubicBezTo>
                  <a:cubicBezTo>
                    <a:pt x="316" y="6498"/>
                    <a:pt x="460" y="6566"/>
                    <a:pt x="614" y="6594"/>
                  </a:cubicBezTo>
                  <a:lnTo>
                    <a:pt x="614" y="7416"/>
                  </a:lnTo>
                  <a:cubicBezTo>
                    <a:pt x="614" y="8184"/>
                    <a:pt x="481" y="9352"/>
                    <a:pt x="385" y="10206"/>
                  </a:cubicBezTo>
                  <a:cubicBezTo>
                    <a:pt x="320" y="10750"/>
                    <a:pt x="272" y="11182"/>
                    <a:pt x="272" y="11371"/>
                  </a:cubicBezTo>
                  <a:cubicBezTo>
                    <a:pt x="272" y="12296"/>
                    <a:pt x="868" y="12368"/>
                    <a:pt x="1050" y="12368"/>
                  </a:cubicBezTo>
                  <a:cubicBezTo>
                    <a:pt x="1437" y="12368"/>
                    <a:pt x="1848" y="12107"/>
                    <a:pt x="1848" y="11371"/>
                  </a:cubicBezTo>
                  <a:cubicBezTo>
                    <a:pt x="1845" y="11364"/>
                    <a:pt x="1845" y="217"/>
                    <a:pt x="1845" y="217"/>
                  </a:cubicBezTo>
                  <a:cubicBezTo>
                    <a:pt x="1841" y="138"/>
                    <a:pt x="1793" y="66"/>
                    <a:pt x="1725" y="28"/>
                  </a:cubicBezTo>
                  <a:cubicBezTo>
                    <a:pt x="1691" y="10"/>
                    <a:pt x="1654" y="0"/>
                    <a:pt x="1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79"/>
          <p:cNvGrpSpPr/>
          <p:nvPr/>
        </p:nvGrpSpPr>
        <p:grpSpPr>
          <a:xfrm>
            <a:off x="4134162" y="2284610"/>
            <a:ext cx="387005" cy="382185"/>
            <a:chOff x="4134162" y="2284610"/>
            <a:chExt cx="387005" cy="382185"/>
          </a:xfrm>
        </p:grpSpPr>
        <p:sp>
          <p:nvSpPr>
            <p:cNvPr id="7371" name="Google Shape;7371;p79"/>
            <p:cNvSpPr/>
            <p:nvPr/>
          </p:nvSpPr>
          <p:spPr>
            <a:xfrm>
              <a:off x="4144221" y="2362094"/>
              <a:ext cx="299121" cy="299121"/>
            </a:xfrm>
            <a:custGeom>
              <a:rect b="b" l="l" r="r" t="t"/>
              <a:pathLst>
                <a:path extrusionOk="0" h="11419" w="11419">
                  <a:moveTo>
                    <a:pt x="5709" y="1"/>
                  </a:moveTo>
                  <a:cubicBezTo>
                    <a:pt x="2557" y="1"/>
                    <a:pt x="0" y="2557"/>
                    <a:pt x="0" y="5710"/>
                  </a:cubicBezTo>
                  <a:cubicBezTo>
                    <a:pt x="0" y="8862"/>
                    <a:pt x="2557" y="11419"/>
                    <a:pt x="5709" y="11419"/>
                  </a:cubicBezTo>
                  <a:cubicBezTo>
                    <a:pt x="8862" y="11419"/>
                    <a:pt x="11418" y="8862"/>
                    <a:pt x="11418" y="5710"/>
                  </a:cubicBezTo>
                  <a:cubicBezTo>
                    <a:pt x="11418" y="2557"/>
                    <a:pt x="8862" y="1"/>
                    <a:pt x="57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9"/>
            <p:cNvSpPr/>
            <p:nvPr/>
          </p:nvSpPr>
          <p:spPr>
            <a:xfrm>
              <a:off x="4419347" y="2290294"/>
              <a:ext cx="95795" cy="95717"/>
            </a:xfrm>
            <a:custGeom>
              <a:rect b="b" l="l" r="r" t="t"/>
              <a:pathLst>
                <a:path extrusionOk="0" h="3654" w="3657">
                  <a:moveTo>
                    <a:pt x="2286" y="0"/>
                  </a:moveTo>
                  <a:lnTo>
                    <a:pt x="0" y="2282"/>
                  </a:lnTo>
                  <a:lnTo>
                    <a:pt x="0" y="3653"/>
                  </a:lnTo>
                  <a:lnTo>
                    <a:pt x="1371" y="3653"/>
                  </a:lnTo>
                  <a:lnTo>
                    <a:pt x="3657" y="1371"/>
                  </a:lnTo>
                  <a:lnTo>
                    <a:pt x="2286" y="1371"/>
                  </a:lnTo>
                  <a:lnTo>
                    <a:pt x="2286"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9"/>
            <p:cNvSpPr/>
            <p:nvPr/>
          </p:nvSpPr>
          <p:spPr>
            <a:xfrm>
              <a:off x="4419347" y="2290294"/>
              <a:ext cx="59908" cy="95717"/>
            </a:xfrm>
            <a:custGeom>
              <a:rect b="b" l="l" r="r" t="t"/>
              <a:pathLst>
                <a:path extrusionOk="0" h="3654" w="2287">
                  <a:moveTo>
                    <a:pt x="2286" y="0"/>
                  </a:moveTo>
                  <a:lnTo>
                    <a:pt x="0" y="2282"/>
                  </a:lnTo>
                  <a:lnTo>
                    <a:pt x="0" y="3653"/>
                  </a:lnTo>
                  <a:lnTo>
                    <a:pt x="2286" y="1371"/>
                  </a:lnTo>
                  <a:lnTo>
                    <a:pt x="22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9"/>
            <p:cNvSpPr/>
            <p:nvPr/>
          </p:nvSpPr>
          <p:spPr>
            <a:xfrm>
              <a:off x="4180108" y="2398008"/>
              <a:ext cx="227320" cy="227320"/>
            </a:xfrm>
            <a:custGeom>
              <a:rect b="b" l="l" r="r" t="t"/>
              <a:pathLst>
                <a:path extrusionOk="0" h="8678" w="8678">
                  <a:moveTo>
                    <a:pt x="4346" y="0"/>
                  </a:moveTo>
                  <a:cubicBezTo>
                    <a:pt x="4343" y="0"/>
                    <a:pt x="4341" y="0"/>
                    <a:pt x="4339" y="0"/>
                  </a:cubicBezTo>
                  <a:cubicBezTo>
                    <a:pt x="1944" y="0"/>
                    <a:pt x="1" y="1940"/>
                    <a:pt x="1" y="4339"/>
                  </a:cubicBezTo>
                  <a:cubicBezTo>
                    <a:pt x="1" y="6734"/>
                    <a:pt x="1944" y="8677"/>
                    <a:pt x="4339" y="8677"/>
                  </a:cubicBezTo>
                  <a:cubicBezTo>
                    <a:pt x="6735" y="8677"/>
                    <a:pt x="8678" y="6734"/>
                    <a:pt x="8678" y="4339"/>
                  </a:cubicBezTo>
                  <a:cubicBezTo>
                    <a:pt x="8678" y="1942"/>
                    <a:pt x="6738" y="0"/>
                    <a:pt x="4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9"/>
            <p:cNvSpPr/>
            <p:nvPr/>
          </p:nvSpPr>
          <p:spPr>
            <a:xfrm>
              <a:off x="4293768" y="2505643"/>
              <a:ext cx="113660" cy="11945"/>
            </a:xfrm>
            <a:custGeom>
              <a:rect b="b" l="l" r="r" t="t"/>
              <a:pathLst>
                <a:path extrusionOk="0" h="456" w="4339">
                  <a:moveTo>
                    <a:pt x="0" y="0"/>
                  </a:moveTo>
                  <a:lnTo>
                    <a:pt x="0" y="456"/>
                  </a:lnTo>
                  <a:lnTo>
                    <a:pt x="4328" y="456"/>
                  </a:lnTo>
                  <a:cubicBezTo>
                    <a:pt x="4332" y="380"/>
                    <a:pt x="4339" y="305"/>
                    <a:pt x="4339" y="230"/>
                  </a:cubicBezTo>
                  <a:cubicBezTo>
                    <a:pt x="4339" y="151"/>
                    <a:pt x="4332" y="75"/>
                    <a:pt x="432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9"/>
            <p:cNvSpPr/>
            <p:nvPr/>
          </p:nvSpPr>
          <p:spPr>
            <a:xfrm>
              <a:off x="4216126" y="2434000"/>
              <a:ext cx="155232" cy="155232"/>
            </a:xfrm>
            <a:custGeom>
              <a:rect b="b" l="l" r="r" t="t"/>
              <a:pathLst>
                <a:path extrusionOk="0" h="5926" w="5926">
                  <a:moveTo>
                    <a:pt x="2964" y="1"/>
                  </a:moveTo>
                  <a:cubicBezTo>
                    <a:pt x="1326" y="1"/>
                    <a:pt x="0" y="1327"/>
                    <a:pt x="0" y="2965"/>
                  </a:cubicBezTo>
                  <a:cubicBezTo>
                    <a:pt x="0" y="4599"/>
                    <a:pt x="1326" y="5925"/>
                    <a:pt x="2964" y="5925"/>
                  </a:cubicBezTo>
                  <a:cubicBezTo>
                    <a:pt x="4599" y="5925"/>
                    <a:pt x="5925" y="4599"/>
                    <a:pt x="5925" y="2965"/>
                  </a:cubicBezTo>
                  <a:cubicBezTo>
                    <a:pt x="5925" y="1327"/>
                    <a:pt x="4599" y="1"/>
                    <a:pt x="29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9"/>
            <p:cNvSpPr/>
            <p:nvPr/>
          </p:nvSpPr>
          <p:spPr>
            <a:xfrm>
              <a:off x="4293768" y="2505643"/>
              <a:ext cx="77668" cy="11945"/>
            </a:xfrm>
            <a:custGeom>
              <a:rect b="b" l="l" r="r" t="t"/>
              <a:pathLst>
                <a:path extrusionOk="0" h="456" w="2965">
                  <a:moveTo>
                    <a:pt x="0" y="0"/>
                  </a:moveTo>
                  <a:lnTo>
                    <a:pt x="0" y="456"/>
                  </a:lnTo>
                  <a:lnTo>
                    <a:pt x="2958" y="456"/>
                  </a:lnTo>
                  <a:cubicBezTo>
                    <a:pt x="2961" y="380"/>
                    <a:pt x="2964" y="305"/>
                    <a:pt x="2964" y="230"/>
                  </a:cubicBezTo>
                  <a:cubicBezTo>
                    <a:pt x="2964" y="151"/>
                    <a:pt x="2961" y="75"/>
                    <a:pt x="295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9"/>
            <p:cNvSpPr/>
            <p:nvPr/>
          </p:nvSpPr>
          <p:spPr>
            <a:xfrm>
              <a:off x="4251490" y="2469363"/>
              <a:ext cx="84479" cy="84505"/>
            </a:xfrm>
            <a:custGeom>
              <a:rect b="b" l="l" r="r" t="t"/>
              <a:pathLst>
                <a:path extrusionOk="0" h="3226" w="3225">
                  <a:moveTo>
                    <a:pt x="1614" y="1"/>
                  </a:moveTo>
                  <a:cubicBezTo>
                    <a:pt x="723" y="1"/>
                    <a:pt x="0" y="724"/>
                    <a:pt x="0" y="1615"/>
                  </a:cubicBezTo>
                  <a:cubicBezTo>
                    <a:pt x="0" y="2506"/>
                    <a:pt x="723" y="3225"/>
                    <a:pt x="1614" y="3225"/>
                  </a:cubicBezTo>
                  <a:cubicBezTo>
                    <a:pt x="2505" y="3225"/>
                    <a:pt x="3225" y="2506"/>
                    <a:pt x="3225" y="1615"/>
                  </a:cubicBezTo>
                  <a:cubicBezTo>
                    <a:pt x="3225" y="724"/>
                    <a:pt x="2505" y="1"/>
                    <a:pt x="16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9"/>
            <p:cNvSpPr/>
            <p:nvPr/>
          </p:nvSpPr>
          <p:spPr>
            <a:xfrm>
              <a:off x="4293768" y="2505643"/>
              <a:ext cx="42384" cy="11945"/>
            </a:xfrm>
            <a:custGeom>
              <a:rect b="b" l="l" r="r" t="t"/>
              <a:pathLst>
                <a:path extrusionOk="0" h="456" w="1618">
                  <a:moveTo>
                    <a:pt x="0" y="0"/>
                  </a:moveTo>
                  <a:lnTo>
                    <a:pt x="0" y="456"/>
                  </a:lnTo>
                  <a:lnTo>
                    <a:pt x="1597" y="456"/>
                  </a:lnTo>
                  <a:cubicBezTo>
                    <a:pt x="1618" y="305"/>
                    <a:pt x="1618" y="151"/>
                    <a:pt x="1597"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9"/>
            <p:cNvSpPr/>
            <p:nvPr/>
          </p:nvSpPr>
          <p:spPr>
            <a:xfrm>
              <a:off x="4275798" y="2493698"/>
              <a:ext cx="35940" cy="35940"/>
            </a:xfrm>
            <a:custGeom>
              <a:rect b="b" l="l" r="r" t="t"/>
              <a:pathLst>
                <a:path extrusionOk="0" h="1372" w="1372">
                  <a:moveTo>
                    <a:pt x="686" y="0"/>
                  </a:moveTo>
                  <a:cubicBezTo>
                    <a:pt x="306" y="0"/>
                    <a:pt x="1" y="305"/>
                    <a:pt x="1" y="686"/>
                  </a:cubicBezTo>
                  <a:cubicBezTo>
                    <a:pt x="1" y="1063"/>
                    <a:pt x="306" y="1371"/>
                    <a:pt x="686" y="1371"/>
                  </a:cubicBezTo>
                  <a:cubicBezTo>
                    <a:pt x="1063" y="1371"/>
                    <a:pt x="1372" y="1063"/>
                    <a:pt x="1372" y="686"/>
                  </a:cubicBezTo>
                  <a:cubicBezTo>
                    <a:pt x="1372" y="305"/>
                    <a:pt x="1063" y="0"/>
                    <a:pt x="6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9"/>
            <p:cNvSpPr/>
            <p:nvPr/>
          </p:nvSpPr>
          <p:spPr>
            <a:xfrm>
              <a:off x="4293768" y="2505643"/>
              <a:ext cx="18336" cy="11945"/>
            </a:xfrm>
            <a:custGeom>
              <a:rect b="b" l="l" r="r" t="t"/>
              <a:pathLst>
                <a:path extrusionOk="0" h="456" w="700">
                  <a:moveTo>
                    <a:pt x="0" y="0"/>
                  </a:moveTo>
                  <a:lnTo>
                    <a:pt x="0" y="456"/>
                  </a:lnTo>
                  <a:lnTo>
                    <a:pt x="645" y="456"/>
                  </a:lnTo>
                  <a:cubicBezTo>
                    <a:pt x="699" y="309"/>
                    <a:pt x="699" y="147"/>
                    <a:pt x="64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9"/>
            <p:cNvSpPr/>
            <p:nvPr/>
          </p:nvSpPr>
          <p:spPr>
            <a:xfrm>
              <a:off x="4134162" y="2284610"/>
              <a:ext cx="387005" cy="382185"/>
            </a:xfrm>
            <a:custGeom>
              <a:rect b="b" l="l" r="r" t="t"/>
              <a:pathLst>
                <a:path extrusionOk="0" h="14590" w="14774">
                  <a:moveTo>
                    <a:pt x="12957" y="735"/>
                  </a:moveTo>
                  <a:lnTo>
                    <a:pt x="12957" y="1588"/>
                  </a:lnTo>
                  <a:cubicBezTo>
                    <a:pt x="12957" y="1704"/>
                    <a:pt x="13053" y="1800"/>
                    <a:pt x="13173" y="1800"/>
                  </a:cubicBezTo>
                  <a:lnTo>
                    <a:pt x="14026" y="1800"/>
                  </a:lnTo>
                  <a:lnTo>
                    <a:pt x="12169" y="3658"/>
                  </a:lnTo>
                  <a:lnTo>
                    <a:pt x="11405" y="3658"/>
                  </a:lnTo>
                  <a:lnTo>
                    <a:pt x="12638" y="2424"/>
                  </a:lnTo>
                  <a:cubicBezTo>
                    <a:pt x="12772" y="2267"/>
                    <a:pt x="12636" y="2068"/>
                    <a:pt x="12475" y="2068"/>
                  </a:cubicBezTo>
                  <a:cubicBezTo>
                    <a:pt x="12429" y="2068"/>
                    <a:pt x="12381" y="2084"/>
                    <a:pt x="12337" y="2123"/>
                  </a:cubicBezTo>
                  <a:lnTo>
                    <a:pt x="11103" y="3356"/>
                  </a:lnTo>
                  <a:lnTo>
                    <a:pt x="11103" y="2589"/>
                  </a:lnTo>
                  <a:lnTo>
                    <a:pt x="12957" y="735"/>
                  </a:lnTo>
                  <a:close/>
                  <a:moveTo>
                    <a:pt x="7214" y="7849"/>
                  </a:moveTo>
                  <a:cubicBezTo>
                    <a:pt x="7344" y="8028"/>
                    <a:pt x="7427" y="8230"/>
                    <a:pt x="7462" y="8438"/>
                  </a:cubicBezTo>
                  <a:lnTo>
                    <a:pt x="6624" y="8438"/>
                  </a:lnTo>
                  <a:lnTo>
                    <a:pt x="7214" y="7849"/>
                  </a:lnTo>
                  <a:close/>
                  <a:moveTo>
                    <a:pt x="8184" y="6879"/>
                  </a:moveTo>
                  <a:lnTo>
                    <a:pt x="8184" y="6879"/>
                  </a:lnTo>
                  <a:cubicBezTo>
                    <a:pt x="8572" y="7333"/>
                    <a:pt x="8787" y="7881"/>
                    <a:pt x="8833" y="8438"/>
                  </a:cubicBezTo>
                  <a:lnTo>
                    <a:pt x="7891" y="8438"/>
                  </a:lnTo>
                  <a:cubicBezTo>
                    <a:pt x="7850" y="8113"/>
                    <a:pt x="7721" y="7806"/>
                    <a:pt x="7515" y="7547"/>
                  </a:cubicBezTo>
                  <a:lnTo>
                    <a:pt x="8184" y="6879"/>
                  </a:lnTo>
                  <a:close/>
                  <a:moveTo>
                    <a:pt x="9157" y="5906"/>
                  </a:moveTo>
                  <a:lnTo>
                    <a:pt x="9157" y="5906"/>
                  </a:lnTo>
                  <a:cubicBezTo>
                    <a:pt x="9809" y="6632"/>
                    <a:pt x="10158" y="7529"/>
                    <a:pt x="10207" y="8438"/>
                  </a:cubicBezTo>
                  <a:lnTo>
                    <a:pt x="9265" y="8438"/>
                  </a:lnTo>
                  <a:cubicBezTo>
                    <a:pt x="9217" y="7770"/>
                    <a:pt x="8959" y="7114"/>
                    <a:pt x="8489" y="6574"/>
                  </a:cubicBezTo>
                  <a:lnTo>
                    <a:pt x="9157" y="5906"/>
                  </a:lnTo>
                  <a:close/>
                  <a:moveTo>
                    <a:pt x="10123" y="4939"/>
                  </a:moveTo>
                  <a:cubicBezTo>
                    <a:pt x="11013" y="5897"/>
                    <a:pt x="11530" y="7137"/>
                    <a:pt x="11585" y="8438"/>
                  </a:cubicBezTo>
                  <a:lnTo>
                    <a:pt x="10635" y="8438"/>
                  </a:lnTo>
                  <a:cubicBezTo>
                    <a:pt x="10584" y="7420"/>
                    <a:pt x="10193" y="6415"/>
                    <a:pt x="9458" y="5604"/>
                  </a:cubicBezTo>
                  <a:lnTo>
                    <a:pt x="10123" y="4939"/>
                  </a:lnTo>
                  <a:close/>
                  <a:moveTo>
                    <a:pt x="6083" y="3172"/>
                  </a:moveTo>
                  <a:cubicBezTo>
                    <a:pt x="7431" y="3172"/>
                    <a:pt x="8774" y="3665"/>
                    <a:pt x="9822" y="4634"/>
                  </a:cubicBezTo>
                  <a:lnTo>
                    <a:pt x="5943" y="8517"/>
                  </a:lnTo>
                  <a:cubicBezTo>
                    <a:pt x="5810" y="8668"/>
                    <a:pt x="5936" y="8865"/>
                    <a:pt x="6093" y="8873"/>
                  </a:cubicBezTo>
                  <a:lnTo>
                    <a:pt x="6093" y="8873"/>
                  </a:lnTo>
                  <a:lnTo>
                    <a:pt x="6093" y="8894"/>
                  </a:lnTo>
                  <a:lnTo>
                    <a:pt x="7462" y="8894"/>
                  </a:lnTo>
                  <a:cubicBezTo>
                    <a:pt x="7423" y="9135"/>
                    <a:pt x="7319" y="9368"/>
                    <a:pt x="7152" y="9566"/>
                  </a:cubicBezTo>
                  <a:cubicBezTo>
                    <a:pt x="6882" y="9883"/>
                    <a:pt x="6492" y="10053"/>
                    <a:pt x="6094" y="10053"/>
                  </a:cubicBezTo>
                  <a:cubicBezTo>
                    <a:pt x="5882" y="10053"/>
                    <a:pt x="5669" y="10005"/>
                    <a:pt x="5470" y="9905"/>
                  </a:cubicBezTo>
                  <a:cubicBezTo>
                    <a:pt x="4897" y="9613"/>
                    <a:pt x="4599" y="8969"/>
                    <a:pt x="4747" y="8346"/>
                  </a:cubicBezTo>
                  <a:cubicBezTo>
                    <a:pt x="4897" y="7725"/>
                    <a:pt x="5452" y="7283"/>
                    <a:pt x="6093" y="7283"/>
                  </a:cubicBezTo>
                  <a:cubicBezTo>
                    <a:pt x="6179" y="7283"/>
                    <a:pt x="6265" y="7290"/>
                    <a:pt x="6350" y="7307"/>
                  </a:cubicBezTo>
                  <a:cubicBezTo>
                    <a:pt x="6368" y="7312"/>
                    <a:pt x="6387" y="7314"/>
                    <a:pt x="6405" y="7314"/>
                  </a:cubicBezTo>
                  <a:cubicBezTo>
                    <a:pt x="6505" y="7314"/>
                    <a:pt x="6597" y="7244"/>
                    <a:pt x="6618" y="7139"/>
                  </a:cubicBezTo>
                  <a:cubicBezTo>
                    <a:pt x="6638" y="7016"/>
                    <a:pt x="6552" y="6899"/>
                    <a:pt x="6429" y="6889"/>
                  </a:cubicBezTo>
                  <a:cubicBezTo>
                    <a:pt x="6315" y="6867"/>
                    <a:pt x="6201" y="6857"/>
                    <a:pt x="6088" y="6857"/>
                  </a:cubicBezTo>
                  <a:cubicBezTo>
                    <a:pt x="5456" y="6857"/>
                    <a:pt x="4859" y="7188"/>
                    <a:pt x="4531" y="7746"/>
                  </a:cubicBezTo>
                  <a:cubicBezTo>
                    <a:pt x="4143" y="8404"/>
                    <a:pt x="4209" y="9237"/>
                    <a:pt x="4695" y="9823"/>
                  </a:cubicBezTo>
                  <a:cubicBezTo>
                    <a:pt x="5049" y="10248"/>
                    <a:pt x="5565" y="10480"/>
                    <a:pt x="6095" y="10480"/>
                  </a:cubicBezTo>
                  <a:cubicBezTo>
                    <a:pt x="6300" y="10480"/>
                    <a:pt x="6506" y="10446"/>
                    <a:pt x="6707" y="10374"/>
                  </a:cubicBezTo>
                  <a:cubicBezTo>
                    <a:pt x="7354" y="10140"/>
                    <a:pt x="7805" y="9564"/>
                    <a:pt x="7891" y="8894"/>
                  </a:cubicBezTo>
                  <a:lnTo>
                    <a:pt x="8833" y="8894"/>
                  </a:lnTo>
                  <a:cubicBezTo>
                    <a:pt x="8781" y="9508"/>
                    <a:pt x="8524" y="10107"/>
                    <a:pt x="8064" y="10580"/>
                  </a:cubicBezTo>
                  <a:cubicBezTo>
                    <a:pt x="7528" y="11128"/>
                    <a:pt x="6814" y="11408"/>
                    <a:pt x="6097" y="11408"/>
                  </a:cubicBezTo>
                  <a:cubicBezTo>
                    <a:pt x="5488" y="11408"/>
                    <a:pt x="4876" y="11206"/>
                    <a:pt x="4370" y="10796"/>
                  </a:cubicBezTo>
                  <a:cubicBezTo>
                    <a:pt x="3266" y="9905"/>
                    <a:pt x="3023" y="8318"/>
                    <a:pt x="3808" y="7139"/>
                  </a:cubicBezTo>
                  <a:cubicBezTo>
                    <a:pt x="4334" y="6349"/>
                    <a:pt x="5204" y="5914"/>
                    <a:pt x="6097" y="5914"/>
                  </a:cubicBezTo>
                  <a:cubicBezTo>
                    <a:pt x="6539" y="5914"/>
                    <a:pt x="6988" y="6021"/>
                    <a:pt x="7402" y="6245"/>
                  </a:cubicBezTo>
                  <a:cubicBezTo>
                    <a:pt x="7434" y="6260"/>
                    <a:pt x="7466" y="6266"/>
                    <a:pt x="7495" y="6266"/>
                  </a:cubicBezTo>
                  <a:cubicBezTo>
                    <a:pt x="7685" y="6266"/>
                    <a:pt x="7797" y="5993"/>
                    <a:pt x="7604" y="5868"/>
                  </a:cubicBezTo>
                  <a:cubicBezTo>
                    <a:pt x="7124" y="5608"/>
                    <a:pt x="6605" y="5484"/>
                    <a:pt x="6092" y="5484"/>
                  </a:cubicBezTo>
                  <a:cubicBezTo>
                    <a:pt x="5055" y="5484"/>
                    <a:pt x="4044" y="5991"/>
                    <a:pt x="3434" y="6910"/>
                  </a:cubicBezTo>
                  <a:cubicBezTo>
                    <a:pt x="2523" y="8284"/>
                    <a:pt x="2810" y="10128"/>
                    <a:pt x="4099" y="11156"/>
                  </a:cubicBezTo>
                  <a:cubicBezTo>
                    <a:pt x="4685" y="11624"/>
                    <a:pt x="5389" y="11855"/>
                    <a:pt x="6089" y="11855"/>
                  </a:cubicBezTo>
                  <a:cubicBezTo>
                    <a:pt x="6930" y="11855"/>
                    <a:pt x="7767" y="11523"/>
                    <a:pt x="8389" y="10875"/>
                  </a:cubicBezTo>
                  <a:cubicBezTo>
                    <a:pt x="8923" y="10317"/>
                    <a:pt x="9216" y="9613"/>
                    <a:pt x="9266" y="8894"/>
                  </a:cubicBezTo>
                  <a:lnTo>
                    <a:pt x="10206" y="8894"/>
                  </a:lnTo>
                  <a:cubicBezTo>
                    <a:pt x="10152" y="9852"/>
                    <a:pt x="9765" y="10794"/>
                    <a:pt x="9047" y="11532"/>
                  </a:cubicBezTo>
                  <a:cubicBezTo>
                    <a:pt x="8243" y="12359"/>
                    <a:pt x="7171" y="12779"/>
                    <a:pt x="6095" y="12779"/>
                  </a:cubicBezTo>
                  <a:cubicBezTo>
                    <a:pt x="5150" y="12779"/>
                    <a:pt x="4203" y="12455"/>
                    <a:pt x="3431" y="11800"/>
                  </a:cubicBezTo>
                  <a:cubicBezTo>
                    <a:pt x="1779" y="10395"/>
                    <a:pt x="1495" y="7951"/>
                    <a:pt x="2783" y="6211"/>
                  </a:cubicBezTo>
                  <a:cubicBezTo>
                    <a:pt x="3587" y="5124"/>
                    <a:pt x="4832" y="4542"/>
                    <a:pt x="6097" y="4542"/>
                  </a:cubicBezTo>
                  <a:cubicBezTo>
                    <a:pt x="6860" y="4542"/>
                    <a:pt x="7631" y="4754"/>
                    <a:pt x="8317" y="5193"/>
                  </a:cubicBezTo>
                  <a:cubicBezTo>
                    <a:pt x="8356" y="5222"/>
                    <a:pt x="8400" y="5236"/>
                    <a:pt x="8444" y="5236"/>
                  </a:cubicBezTo>
                  <a:cubicBezTo>
                    <a:pt x="8514" y="5236"/>
                    <a:pt x="8582" y="5201"/>
                    <a:pt x="8622" y="5138"/>
                  </a:cubicBezTo>
                  <a:cubicBezTo>
                    <a:pt x="8691" y="5035"/>
                    <a:pt x="8657" y="4895"/>
                    <a:pt x="8547" y="4833"/>
                  </a:cubicBezTo>
                  <a:cubicBezTo>
                    <a:pt x="7787" y="4344"/>
                    <a:pt x="6933" y="4109"/>
                    <a:pt x="6087" y="4109"/>
                  </a:cubicBezTo>
                  <a:cubicBezTo>
                    <a:pt x="4686" y="4109"/>
                    <a:pt x="3307" y="4754"/>
                    <a:pt x="2416" y="5957"/>
                  </a:cubicBezTo>
                  <a:cubicBezTo>
                    <a:pt x="991" y="7886"/>
                    <a:pt x="1306" y="10594"/>
                    <a:pt x="3136" y="12146"/>
                  </a:cubicBezTo>
                  <a:cubicBezTo>
                    <a:pt x="3991" y="12870"/>
                    <a:pt x="5039" y="13227"/>
                    <a:pt x="6083" y="13227"/>
                  </a:cubicBezTo>
                  <a:cubicBezTo>
                    <a:pt x="7278" y="13227"/>
                    <a:pt x="8468" y="12759"/>
                    <a:pt x="9359" y="11837"/>
                  </a:cubicBezTo>
                  <a:cubicBezTo>
                    <a:pt x="10156" y="11013"/>
                    <a:pt x="10582" y="9962"/>
                    <a:pt x="10635" y="8894"/>
                  </a:cubicBezTo>
                  <a:lnTo>
                    <a:pt x="11586" y="8894"/>
                  </a:lnTo>
                  <a:cubicBezTo>
                    <a:pt x="11486" y="11401"/>
                    <a:pt x="9693" y="13539"/>
                    <a:pt x="7217" y="14058"/>
                  </a:cubicBezTo>
                  <a:cubicBezTo>
                    <a:pt x="6839" y="14137"/>
                    <a:pt x="6460" y="14176"/>
                    <a:pt x="6086" y="14176"/>
                  </a:cubicBezTo>
                  <a:cubicBezTo>
                    <a:pt x="3937" y="14176"/>
                    <a:pt x="1936" y="12913"/>
                    <a:pt x="1046" y="10881"/>
                  </a:cubicBezTo>
                  <a:cubicBezTo>
                    <a:pt x="0" y="8493"/>
                    <a:pt x="771" y="5700"/>
                    <a:pt x="2896" y="4189"/>
                  </a:cubicBezTo>
                  <a:cubicBezTo>
                    <a:pt x="3855" y="3507"/>
                    <a:pt x="4971" y="3172"/>
                    <a:pt x="6083" y="3172"/>
                  </a:cubicBezTo>
                  <a:close/>
                  <a:moveTo>
                    <a:pt x="13170" y="1"/>
                  </a:moveTo>
                  <a:cubicBezTo>
                    <a:pt x="13118" y="1"/>
                    <a:pt x="13065" y="20"/>
                    <a:pt x="13022" y="63"/>
                  </a:cubicBezTo>
                  <a:lnTo>
                    <a:pt x="10737" y="2349"/>
                  </a:lnTo>
                  <a:cubicBezTo>
                    <a:pt x="10699" y="2386"/>
                    <a:pt x="10675" y="2441"/>
                    <a:pt x="10675" y="2499"/>
                  </a:cubicBezTo>
                  <a:lnTo>
                    <a:pt x="10675" y="3781"/>
                  </a:lnTo>
                  <a:lnTo>
                    <a:pt x="10127" y="4333"/>
                  </a:lnTo>
                  <a:cubicBezTo>
                    <a:pt x="9030" y="3312"/>
                    <a:pt x="7591" y="2743"/>
                    <a:pt x="6093" y="2743"/>
                  </a:cubicBezTo>
                  <a:cubicBezTo>
                    <a:pt x="2828" y="2743"/>
                    <a:pt x="172" y="5399"/>
                    <a:pt x="172" y="8664"/>
                  </a:cubicBezTo>
                  <a:cubicBezTo>
                    <a:pt x="172" y="11933"/>
                    <a:pt x="2828" y="14589"/>
                    <a:pt x="6093" y="14589"/>
                  </a:cubicBezTo>
                  <a:cubicBezTo>
                    <a:pt x="9359" y="14589"/>
                    <a:pt x="12015" y="11933"/>
                    <a:pt x="12015" y="8664"/>
                  </a:cubicBezTo>
                  <a:cubicBezTo>
                    <a:pt x="12018" y="7170"/>
                    <a:pt x="11449" y="5728"/>
                    <a:pt x="10428" y="4634"/>
                  </a:cubicBezTo>
                  <a:lnTo>
                    <a:pt x="10976" y="4083"/>
                  </a:lnTo>
                  <a:lnTo>
                    <a:pt x="12258" y="4083"/>
                  </a:lnTo>
                  <a:cubicBezTo>
                    <a:pt x="12316" y="4083"/>
                    <a:pt x="12371" y="4062"/>
                    <a:pt x="12409" y="4021"/>
                  </a:cubicBezTo>
                  <a:lnTo>
                    <a:pt x="14695" y="1739"/>
                  </a:lnTo>
                  <a:cubicBezTo>
                    <a:pt x="14753" y="1677"/>
                    <a:pt x="14773" y="1585"/>
                    <a:pt x="14739" y="1506"/>
                  </a:cubicBezTo>
                  <a:cubicBezTo>
                    <a:pt x="14708" y="1427"/>
                    <a:pt x="14629" y="1375"/>
                    <a:pt x="14544" y="1375"/>
                  </a:cubicBezTo>
                  <a:lnTo>
                    <a:pt x="13385" y="1375"/>
                  </a:lnTo>
                  <a:lnTo>
                    <a:pt x="13385" y="217"/>
                  </a:lnTo>
                  <a:cubicBezTo>
                    <a:pt x="13385" y="87"/>
                    <a:pt x="13280" y="1"/>
                    <a:pt x="13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79"/>
          <p:cNvGrpSpPr/>
          <p:nvPr/>
        </p:nvGrpSpPr>
        <p:grpSpPr>
          <a:xfrm>
            <a:off x="5224896" y="2282645"/>
            <a:ext cx="385486" cy="385748"/>
            <a:chOff x="5224896" y="2282645"/>
            <a:chExt cx="385486" cy="385748"/>
          </a:xfrm>
        </p:grpSpPr>
        <p:sp>
          <p:nvSpPr>
            <p:cNvPr id="7384" name="Google Shape;7384;p79"/>
            <p:cNvSpPr/>
            <p:nvPr/>
          </p:nvSpPr>
          <p:spPr>
            <a:xfrm>
              <a:off x="5230632" y="2307871"/>
              <a:ext cx="373803" cy="186928"/>
            </a:xfrm>
            <a:custGeom>
              <a:rect b="b" l="l" r="r" t="t"/>
              <a:pathLst>
                <a:path extrusionOk="0" h="7136" w="14270">
                  <a:moveTo>
                    <a:pt x="7135" y="1"/>
                  </a:moveTo>
                  <a:cubicBezTo>
                    <a:pt x="3194" y="1"/>
                    <a:pt x="1" y="3195"/>
                    <a:pt x="1" y="7135"/>
                  </a:cubicBezTo>
                  <a:cubicBezTo>
                    <a:pt x="463" y="6577"/>
                    <a:pt x="1123" y="6298"/>
                    <a:pt x="1783" y="6298"/>
                  </a:cubicBezTo>
                  <a:cubicBezTo>
                    <a:pt x="2443" y="6298"/>
                    <a:pt x="3104" y="6577"/>
                    <a:pt x="3568" y="7135"/>
                  </a:cubicBezTo>
                  <a:cubicBezTo>
                    <a:pt x="4031" y="6577"/>
                    <a:pt x="4690" y="6298"/>
                    <a:pt x="5350" y="6298"/>
                  </a:cubicBezTo>
                  <a:cubicBezTo>
                    <a:pt x="6010" y="6298"/>
                    <a:pt x="6671" y="6577"/>
                    <a:pt x="7135" y="7135"/>
                  </a:cubicBezTo>
                  <a:cubicBezTo>
                    <a:pt x="7598" y="6577"/>
                    <a:pt x="8258" y="6298"/>
                    <a:pt x="8919" y="6298"/>
                  </a:cubicBezTo>
                  <a:cubicBezTo>
                    <a:pt x="9579" y="6298"/>
                    <a:pt x="10240" y="6577"/>
                    <a:pt x="10703" y="7135"/>
                  </a:cubicBezTo>
                  <a:cubicBezTo>
                    <a:pt x="11167" y="6577"/>
                    <a:pt x="11827" y="6298"/>
                    <a:pt x="12488" y="6298"/>
                  </a:cubicBezTo>
                  <a:cubicBezTo>
                    <a:pt x="13148" y="6298"/>
                    <a:pt x="13807" y="6577"/>
                    <a:pt x="14270" y="7135"/>
                  </a:cubicBezTo>
                  <a:cubicBezTo>
                    <a:pt x="14270" y="3195"/>
                    <a:pt x="11076" y="1"/>
                    <a:pt x="7135" y="1"/>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9"/>
            <p:cNvSpPr/>
            <p:nvPr/>
          </p:nvSpPr>
          <p:spPr>
            <a:xfrm>
              <a:off x="5230554" y="2307871"/>
              <a:ext cx="187006" cy="186928"/>
            </a:xfrm>
            <a:custGeom>
              <a:rect b="b" l="l" r="r" t="t"/>
              <a:pathLst>
                <a:path extrusionOk="0" h="7136" w="7139">
                  <a:moveTo>
                    <a:pt x="7138" y="1"/>
                  </a:moveTo>
                  <a:cubicBezTo>
                    <a:pt x="3197" y="1"/>
                    <a:pt x="0" y="3195"/>
                    <a:pt x="0" y="7135"/>
                  </a:cubicBezTo>
                  <a:cubicBezTo>
                    <a:pt x="434" y="6607"/>
                    <a:pt x="1079" y="6299"/>
                    <a:pt x="1763" y="6299"/>
                  </a:cubicBezTo>
                  <a:cubicBezTo>
                    <a:pt x="1771" y="6299"/>
                    <a:pt x="1778" y="6299"/>
                    <a:pt x="1786" y="6299"/>
                  </a:cubicBezTo>
                  <a:cubicBezTo>
                    <a:pt x="2519" y="6299"/>
                    <a:pt x="3167" y="6628"/>
                    <a:pt x="3571" y="7135"/>
                  </a:cubicBezTo>
                  <a:cubicBezTo>
                    <a:pt x="3571" y="3195"/>
                    <a:pt x="5168" y="1"/>
                    <a:pt x="713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9"/>
            <p:cNvSpPr/>
            <p:nvPr/>
          </p:nvSpPr>
          <p:spPr>
            <a:xfrm>
              <a:off x="5417534" y="2307871"/>
              <a:ext cx="93464" cy="186928"/>
            </a:xfrm>
            <a:custGeom>
              <a:rect b="b" l="l" r="r" t="t"/>
              <a:pathLst>
                <a:path extrusionOk="0" h="7136" w="3568">
                  <a:moveTo>
                    <a:pt x="0" y="1"/>
                  </a:moveTo>
                  <a:lnTo>
                    <a:pt x="0" y="7135"/>
                  </a:lnTo>
                  <a:cubicBezTo>
                    <a:pt x="431" y="6607"/>
                    <a:pt x="1079" y="6299"/>
                    <a:pt x="1763" y="6299"/>
                  </a:cubicBezTo>
                  <a:cubicBezTo>
                    <a:pt x="1771" y="6299"/>
                    <a:pt x="1778" y="6299"/>
                    <a:pt x="1786" y="6299"/>
                  </a:cubicBezTo>
                  <a:cubicBezTo>
                    <a:pt x="2516" y="6299"/>
                    <a:pt x="3167" y="6628"/>
                    <a:pt x="3568" y="7135"/>
                  </a:cubicBezTo>
                  <a:cubicBezTo>
                    <a:pt x="3568" y="3195"/>
                    <a:pt x="1971" y="1"/>
                    <a:pt x="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9"/>
            <p:cNvSpPr/>
            <p:nvPr/>
          </p:nvSpPr>
          <p:spPr>
            <a:xfrm>
              <a:off x="5405772" y="2287779"/>
              <a:ext cx="23549" cy="20484"/>
            </a:xfrm>
            <a:custGeom>
              <a:rect b="b" l="l" r="r" t="t"/>
              <a:pathLst>
                <a:path extrusionOk="0" h="782" w="899">
                  <a:moveTo>
                    <a:pt x="449" y="0"/>
                  </a:moveTo>
                  <a:cubicBezTo>
                    <a:pt x="196" y="0"/>
                    <a:pt x="0" y="216"/>
                    <a:pt x="21" y="466"/>
                  </a:cubicBezTo>
                  <a:lnTo>
                    <a:pt x="21" y="782"/>
                  </a:lnTo>
                  <a:lnTo>
                    <a:pt x="874" y="782"/>
                  </a:lnTo>
                  <a:lnTo>
                    <a:pt x="874" y="466"/>
                  </a:lnTo>
                  <a:cubicBezTo>
                    <a:pt x="898" y="216"/>
                    <a:pt x="699" y="0"/>
                    <a:pt x="4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9"/>
            <p:cNvSpPr/>
            <p:nvPr/>
          </p:nvSpPr>
          <p:spPr>
            <a:xfrm>
              <a:off x="5344397" y="2559055"/>
              <a:ext cx="84636" cy="103601"/>
            </a:xfrm>
            <a:custGeom>
              <a:rect b="b" l="l" r="r" t="t"/>
              <a:pathLst>
                <a:path extrusionOk="0" h="3955" w="3231">
                  <a:moveTo>
                    <a:pt x="2796" y="0"/>
                  </a:moveTo>
                  <a:cubicBezTo>
                    <a:pt x="2552" y="0"/>
                    <a:pt x="2357" y="195"/>
                    <a:pt x="2357" y="439"/>
                  </a:cubicBezTo>
                  <a:lnTo>
                    <a:pt x="2357" y="2323"/>
                  </a:lnTo>
                  <a:cubicBezTo>
                    <a:pt x="2361" y="2739"/>
                    <a:pt x="2025" y="3081"/>
                    <a:pt x="1606" y="3081"/>
                  </a:cubicBezTo>
                  <a:cubicBezTo>
                    <a:pt x="1604" y="3081"/>
                    <a:pt x="1602" y="3081"/>
                    <a:pt x="1600" y="3081"/>
                  </a:cubicBezTo>
                  <a:cubicBezTo>
                    <a:pt x="1298" y="3077"/>
                    <a:pt x="1031" y="2889"/>
                    <a:pt x="921" y="2608"/>
                  </a:cubicBezTo>
                  <a:cubicBezTo>
                    <a:pt x="854" y="2446"/>
                    <a:pt x="700" y="2340"/>
                    <a:pt x="525" y="2340"/>
                  </a:cubicBezTo>
                  <a:cubicBezTo>
                    <a:pt x="522" y="2340"/>
                    <a:pt x="520" y="2340"/>
                    <a:pt x="517" y="2341"/>
                  </a:cubicBezTo>
                  <a:cubicBezTo>
                    <a:pt x="515" y="2341"/>
                    <a:pt x="514" y="2341"/>
                    <a:pt x="512" y="2341"/>
                  </a:cubicBezTo>
                  <a:cubicBezTo>
                    <a:pt x="206" y="2341"/>
                    <a:pt x="0" y="2651"/>
                    <a:pt x="109" y="2933"/>
                  </a:cubicBezTo>
                  <a:cubicBezTo>
                    <a:pt x="353" y="3553"/>
                    <a:pt x="951" y="3955"/>
                    <a:pt x="1612" y="3955"/>
                  </a:cubicBezTo>
                  <a:cubicBezTo>
                    <a:pt x="1621" y="3955"/>
                    <a:pt x="1629" y="3955"/>
                    <a:pt x="1637" y="3955"/>
                  </a:cubicBezTo>
                  <a:cubicBezTo>
                    <a:pt x="2525" y="3941"/>
                    <a:pt x="3228" y="3201"/>
                    <a:pt x="3231" y="2313"/>
                  </a:cubicBezTo>
                  <a:lnTo>
                    <a:pt x="3231" y="439"/>
                  </a:lnTo>
                  <a:cubicBezTo>
                    <a:pt x="3231" y="195"/>
                    <a:pt x="3036" y="0"/>
                    <a:pt x="279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9"/>
            <p:cNvSpPr/>
            <p:nvPr/>
          </p:nvSpPr>
          <p:spPr>
            <a:xfrm>
              <a:off x="5224896" y="2282645"/>
              <a:ext cx="385486" cy="385748"/>
            </a:xfrm>
            <a:custGeom>
              <a:rect b="b" l="l" r="r" t="t"/>
              <a:pathLst>
                <a:path extrusionOk="0" h="14726" w="14716">
                  <a:moveTo>
                    <a:pt x="7354" y="454"/>
                  </a:moveTo>
                  <a:cubicBezTo>
                    <a:pt x="7459" y="454"/>
                    <a:pt x="7563" y="524"/>
                    <a:pt x="7563" y="662"/>
                  </a:cubicBezTo>
                  <a:lnTo>
                    <a:pt x="7563" y="748"/>
                  </a:lnTo>
                  <a:cubicBezTo>
                    <a:pt x="7491" y="748"/>
                    <a:pt x="7423" y="745"/>
                    <a:pt x="7354" y="745"/>
                  </a:cubicBezTo>
                  <a:cubicBezTo>
                    <a:pt x="7282" y="745"/>
                    <a:pt x="7214" y="745"/>
                    <a:pt x="7145" y="748"/>
                  </a:cubicBezTo>
                  <a:lnTo>
                    <a:pt x="7145" y="662"/>
                  </a:lnTo>
                  <a:cubicBezTo>
                    <a:pt x="7145" y="524"/>
                    <a:pt x="7250" y="454"/>
                    <a:pt x="7354" y="454"/>
                  </a:cubicBezTo>
                  <a:close/>
                  <a:moveTo>
                    <a:pt x="7135" y="1197"/>
                  </a:moveTo>
                  <a:lnTo>
                    <a:pt x="7135" y="7581"/>
                  </a:lnTo>
                  <a:cubicBezTo>
                    <a:pt x="6690" y="7231"/>
                    <a:pt x="6138" y="7043"/>
                    <a:pt x="5569" y="7043"/>
                  </a:cubicBezTo>
                  <a:lnTo>
                    <a:pt x="5569" y="7046"/>
                  </a:lnTo>
                  <a:cubicBezTo>
                    <a:pt x="5564" y="7046"/>
                    <a:pt x="5559" y="7046"/>
                    <a:pt x="5554" y="7046"/>
                  </a:cubicBezTo>
                  <a:cubicBezTo>
                    <a:pt x="4997" y="7046"/>
                    <a:pt x="4455" y="7231"/>
                    <a:pt x="4013" y="7574"/>
                  </a:cubicBezTo>
                  <a:cubicBezTo>
                    <a:pt x="4075" y="5898"/>
                    <a:pt x="4428" y="4346"/>
                    <a:pt x="5028" y="3154"/>
                  </a:cubicBezTo>
                  <a:cubicBezTo>
                    <a:pt x="5607" y="1988"/>
                    <a:pt x="6350" y="1307"/>
                    <a:pt x="7135" y="1197"/>
                  </a:cubicBezTo>
                  <a:close/>
                  <a:moveTo>
                    <a:pt x="7574" y="1197"/>
                  </a:moveTo>
                  <a:cubicBezTo>
                    <a:pt x="8386" y="1310"/>
                    <a:pt x="9167" y="2060"/>
                    <a:pt x="9750" y="3291"/>
                  </a:cubicBezTo>
                  <a:cubicBezTo>
                    <a:pt x="9793" y="3378"/>
                    <a:pt x="9866" y="3415"/>
                    <a:pt x="9939" y="3415"/>
                  </a:cubicBezTo>
                  <a:cubicBezTo>
                    <a:pt x="10081" y="3415"/>
                    <a:pt x="10223" y="3277"/>
                    <a:pt x="10144" y="3106"/>
                  </a:cubicBezTo>
                  <a:cubicBezTo>
                    <a:pt x="9801" y="2379"/>
                    <a:pt x="9393" y="1807"/>
                    <a:pt x="8934" y="1399"/>
                  </a:cubicBezTo>
                  <a:cubicBezTo>
                    <a:pt x="8913" y="1382"/>
                    <a:pt x="8893" y="1365"/>
                    <a:pt x="8872" y="1348"/>
                  </a:cubicBezTo>
                  <a:lnTo>
                    <a:pt x="8872" y="1348"/>
                  </a:lnTo>
                  <a:cubicBezTo>
                    <a:pt x="11833" y="2016"/>
                    <a:pt x="14013" y="4535"/>
                    <a:pt x="14252" y="7560"/>
                  </a:cubicBezTo>
                  <a:cubicBezTo>
                    <a:pt x="13807" y="7225"/>
                    <a:pt x="13262" y="7043"/>
                    <a:pt x="12707" y="7043"/>
                  </a:cubicBezTo>
                  <a:lnTo>
                    <a:pt x="12707" y="7046"/>
                  </a:lnTo>
                  <a:cubicBezTo>
                    <a:pt x="12702" y="7046"/>
                    <a:pt x="12697" y="7046"/>
                    <a:pt x="12692" y="7046"/>
                  </a:cubicBezTo>
                  <a:cubicBezTo>
                    <a:pt x="12125" y="7046"/>
                    <a:pt x="11576" y="7238"/>
                    <a:pt x="11131" y="7588"/>
                  </a:cubicBezTo>
                  <a:cubicBezTo>
                    <a:pt x="11086" y="6299"/>
                    <a:pt x="10870" y="5062"/>
                    <a:pt x="10504" y="3993"/>
                  </a:cubicBezTo>
                  <a:cubicBezTo>
                    <a:pt x="10467" y="3888"/>
                    <a:pt x="10385" y="3842"/>
                    <a:pt x="10302" y="3842"/>
                  </a:cubicBezTo>
                  <a:cubicBezTo>
                    <a:pt x="10167" y="3842"/>
                    <a:pt x="10032" y="3962"/>
                    <a:pt x="10089" y="4134"/>
                  </a:cubicBezTo>
                  <a:cubicBezTo>
                    <a:pt x="10442" y="5155"/>
                    <a:pt x="10647" y="6337"/>
                    <a:pt x="10692" y="7571"/>
                  </a:cubicBezTo>
                  <a:cubicBezTo>
                    <a:pt x="10233" y="7219"/>
                    <a:pt x="9684" y="7043"/>
                    <a:pt x="9136" y="7043"/>
                  </a:cubicBezTo>
                  <a:cubicBezTo>
                    <a:pt x="8584" y="7043"/>
                    <a:pt x="8033" y="7222"/>
                    <a:pt x="7574" y="7578"/>
                  </a:cubicBezTo>
                  <a:lnTo>
                    <a:pt x="7574" y="1197"/>
                  </a:lnTo>
                  <a:close/>
                  <a:moveTo>
                    <a:pt x="7354" y="10772"/>
                  </a:moveTo>
                  <a:cubicBezTo>
                    <a:pt x="7464" y="10772"/>
                    <a:pt x="7574" y="10845"/>
                    <a:pt x="7574" y="10991"/>
                  </a:cubicBezTo>
                  <a:lnTo>
                    <a:pt x="7574" y="12869"/>
                  </a:lnTo>
                  <a:cubicBezTo>
                    <a:pt x="7574" y="13640"/>
                    <a:pt x="6957" y="14280"/>
                    <a:pt x="6196" y="14291"/>
                  </a:cubicBezTo>
                  <a:cubicBezTo>
                    <a:pt x="6190" y="14291"/>
                    <a:pt x="6185" y="14291"/>
                    <a:pt x="6179" y="14291"/>
                  </a:cubicBezTo>
                  <a:cubicBezTo>
                    <a:pt x="5607" y="14291"/>
                    <a:pt x="5087" y="13943"/>
                    <a:pt x="4873" y="13407"/>
                  </a:cubicBezTo>
                  <a:cubicBezTo>
                    <a:pt x="4846" y="13341"/>
                    <a:pt x="4856" y="13266"/>
                    <a:pt x="4897" y="13208"/>
                  </a:cubicBezTo>
                  <a:cubicBezTo>
                    <a:pt x="4938" y="13146"/>
                    <a:pt x="5007" y="13112"/>
                    <a:pt x="5079" y="13112"/>
                  </a:cubicBezTo>
                  <a:cubicBezTo>
                    <a:pt x="5082" y="13112"/>
                    <a:pt x="5084" y="13112"/>
                    <a:pt x="5087" y="13112"/>
                  </a:cubicBezTo>
                  <a:cubicBezTo>
                    <a:pt x="5170" y="13112"/>
                    <a:pt x="5244" y="13162"/>
                    <a:pt x="5278" y="13239"/>
                  </a:cubicBezTo>
                  <a:cubicBezTo>
                    <a:pt x="5418" y="13605"/>
                    <a:pt x="5768" y="13849"/>
                    <a:pt x="6158" y="13852"/>
                  </a:cubicBezTo>
                  <a:cubicBezTo>
                    <a:pt x="6167" y="13852"/>
                    <a:pt x="6175" y="13852"/>
                    <a:pt x="6183" y="13852"/>
                  </a:cubicBezTo>
                  <a:cubicBezTo>
                    <a:pt x="6428" y="13852"/>
                    <a:pt x="6665" y="13754"/>
                    <a:pt x="6840" y="13578"/>
                  </a:cubicBezTo>
                  <a:cubicBezTo>
                    <a:pt x="7029" y="13393"/>
                    <a:pt x="7135" y="13139"/>
                    <a:pt x="7135" y="12875"/>
                  </a:cubicBezTo>
                  <a:lnTo>
                    <a:pt x="7135" y="10991"/>
                  </a:lnTo>
                  <a:cubicBezTo>
                    <a:pt x="7135" y="10845"/>
                    <a:pt x="7245" y="10772"/>
                    <a:pt x="7354" y="10772"/>
                  </a:cubicBezTo>
                  <a:close/>
                  <a:moveTo>
                    <a:pt x="7354" y="1"/>
                  </a:moveTo>
                  <a:cubicBezTo>
                    <a:pt x="6991" y="1"/>
                    <a:pt x="6700" y="299"/>
                    <a:pt x="6710" y="662"/>
                  </a:cubicBezTo>
                  <a:lnTo>
                    <a:pt x="6710" y="772"/>
                  </a:lnTo>
                  <a:cubicBezTo>
                    <a:pt x="4058" y="1005"/>
                    <a:pt x="1738" y="2653"/>
                    <a:pt x="645" y="5079"/>
                  </a:cubicBezTo>
                  <a:cubicBezTo>
                    <a:pt x="597" y="5189"/>
                    <a:pt x="645" y="5319"/>
                    <a:pt x="754" y="5371"/>
                  </a:cubicBezTo>
                  <a:cubicBezTo>
                    <a:pt x="783" y="5383"/>
                    <a:pt x="813" y="5389"/>
                    <a:pt x="843" y="5389"/>
                  </a:cubicBezTo>
                  <a:cubicBezTo>
                    <a:pt x="927" y="5389"/>
                    <a:pt x="1008" y="5342"/>
                    <a:pt x="1046" y="5261"/>
                  </a:cubicBezTo>
                  <a:cubicBezTo>
                    <a:pt x="1937" y="3277"/>
                    <a:pt x="3708" y="1831"/>
                    <a:pt x="5829" y="1351"/>
                  </a:cubicBezTo>
                  <a:lnTo>
                    <a:pt x="5829" y="1351"/>
                  </a:lnTo>
                  <a:cubicBezTo>
                    <a:pt x="5387" y="1725"/>
                    <a:pt x="4983" y="2266"/>
                    <a:pt x="4637" y="2955"/>
                  </a:cubicBezTo>
                  <a:cubicBezTo>
                    <a:pt x="4010" y="4212"/>
                    <a:pt x="3636" y="5840"/>
                    <a:pt x="3578" y="7584"/>
                  </a:cubicBezTo>
                  <a:cubicBezTo>
                    <a:pt x="3115" y="7224"/>
                    <a:pt x="2558" y="7043"/>
                    <a:pt x="2001" y="7043"/>
                  </a:cubicBezTo>
                  <a:cubicBezTo>
                    <a:pt x="1457" y="7043"/>
                    <a:pt x="913" y="7215"/>
                    <a:pt x="456" y="7560"/>
                  </a:cubicBezTo>
                  <a:cubicBezTo>
                    <a:pt x="497" y="7046"/>
                    <a:pt x="593" y="6536"/>
                    <a:pt x="747" y="6042"/>
                  </a:cubicBezTo>
                  <a:cubicBezTo>
                    <a:pt x="789" y="5926"/>
                    <a:pt x="723" y="5799"/>
                    <a:pt x="607" y="5761"/>
                  </a:cubicBezTo>
                  <a:cubicBezTo>
                    <a:pt x="585" y="5754"/>
                    <a:pt x="562" y="5751"/>
                    <a:pt x="540" y="5751"/>
                  </a:cubicBezTo>
                  <a:cubicBezTo>
                    <a:pt x="443" y="5751"/>
                    <a:pt x="354" y="5815"/>
                    <a:pt x="329" y="5912"/>
                  </a:cubicBezTo>
                  <a:cubicBezTo>
                    <a:pt x="110" y="6622"/>
                    <a:pt x="0" y="7358"/>
                    <a:pt x="0" y="8102"/>
                  </a:cubicBezTo>
                  <a:cubicBezTo>
                    <a:pt x="0" y="8234"/>
                    <a:pt x="109" y="8320"/>
                    <a:pt x="220" y="8320"/>
                  </a:cubicBezTo>
                  <a:cubicBezTo>
                    <a:pt x="282" y="8320"/>
                    <a:pt x="345" y="8294"/>
                    <a:pt x="391" y="8236"/>
                  </a:cubicBezTo>
                  <a:cubicBezTo>
                    <a:pt x="765" y="7766"/>
                    <a:pt x="1368" y="7482"/>
                    <a:pt x="2002" y="7482"/>
                  </a:cubicBezTo>
                  <a:cubicBezTo>
                    <a:pt x="2636" y="7482"/>
                    <a:pt x="3239" y="7763"/>
                    <a:pt x="3616" y="8236"/>
                  </a:cubicBezTo>
                  <a:cubicBezTo>
                    <a:pt x="3657" y="8290"/>
                    <a:pt x="3718" y="8318"/>
                    <a:pt x="3787" y="8318"/>
                  </a:cubicBezTo>
                  <a:cubicBezTo>
                    <a:pt x="3852" y="8318"/>
                    <a:pt x="3917" y="8290"/>
                    <a:pt x="3958" y="8236"/>
                  </a:cubicBezTo>
                  <a:cubicBezTo>
                    <a:pt x="4332" y="7766"/>
                    <a:pt x="4935" y="7482"/>
                    <a:pt x="5569" y="7482"/>
                  </a:cubicBezTo>
                  <a:cubicBezTo>
                    <a:pt x="6179" y="7482"/>
                    <a:pt x="6758" y="7742"/>
                    <a:pt x="7135" y="8181"/>
                  </a:cubicBezTo>
                  <a:lnTo>
                    <a:pt x="7135" y="10374"/>
                  </a:lnTo>
                  <a:cubicBezTo>
                    <a:pt x="6875" y="10466"/>
                    <a:pt x="6700" y="10713"/>
                    <a:pt x="6700" y="10991"/>
                  </a:cubicBezTo>
                  <a:lnTo>
                    <a:pt x="6700" y="12875"/>
                  </a:lnTo>
                  <a:cubicBezTo>
                    <a:pt x="6700" y="13023"/>
                    <a:pt x="6638" y="13163"/>
                    <a:pt x="6535" y="13269"/>
                  </a:cubicBezTo>
                  <a:cubicBezTo>
                    <a:pt x="6439" y="13363"/>
                    <a:pt x="6310" y="13417"/>
                    <a:pt x="6177" y="13417"/>
                  </a:cubicBezTo>
                  <a:cubicBezTo>
                    <a:pt x="6173" y="13417"/>
                    <a:pt x="6169" y="13417"/>
                    <a:pt x="6165" y="13417"/>
                  </a:cubicBezTo>
                  <a:cubicBezTo>
                    <a:pt x="5953" y="13413"/>
                    <a:pt x="5761" y="13283"/>
                    <a:pt x="5685" y="13084"/>
                  </a:cubicBezTo>
                  <a:cubicBezTo>
                    <a:pt x="5581" y="12831"/>
                    <a:pt x="5337" y="12679"/>
                    <a:pt x="5079" y="12679"/>
                  </a:cubicBezTo>
                  <a:cubicBezTo>
                    <a:pt x="4999" y="12679"/>
                    <a:pt x="4918" y="12694"/>
                    <a:pt x="4839" y="12725"/>
                  </a:cubicBezTo>
                  <a:cubicBezTo>
                    <a:pt x="4503" y="12858"/>
                    <a:pt x="4342" y="13235"/>
                    <a:pt x="4469" y="13571"/>
                  </a:cubicBezTo>
                  <a:cubicBezTo>
                    <a:pt x="4750" y="14267"/>
                    <a:pt x="5425" y="14722"/>
                    <a:pt x="6175" y="14726"/>
                  </a:cubicBezTo>
                  <a:lnTo>
                    <a:pt x="6203" y="14726"/>
                  </a:lnTo>
                  <a:cubicBezTo>
                    <a:pt x="7200" y="14712"/>
                    <a:pt x="8009" y="13876"/>
                    <a:pt x="8009" y="12865"/>
                  </a:cubicBezTo>
                  <a:lnTo>
                    <a:pt x="8009" y="10991"/>
                  </a:lnTo>
                  <a:cubicBezTo>
                    <a:pt x="8009" y="10713"/>
                    <a:pt x="7834" y="10466"/>
                    <a:pt x="7574" y="10374"/>
                  </a:cubicBezTo>
                  <a:lnTo>
                    <a:pt x="7574" y="8177"/>
                  </a:lnTo>
                  <a:cubicBezTo>
                    <a:pt x="7951" y="7739"/>
                    <a:pt x="8530" y="7482"/>
                    <a:pt x="9136" y="7482"/>
                  </a:cubicBezTo>
                  <a:cubicBezTo>
                    <a:pt x="9774" y="7482"/>
                    <a:pt x="10377" y="7763"/>
                    <a:pt x="10750" y="8236"/>
                  </a:cubicBezTo>
                  <a:cubicBezTo>
                    <a:pt x="10795" y="8290"/>
                    <a:pt x="10858" y="8318"/>
                    <a:pt x="10922" y="8318"/>
                  </a:cubicBezTo>
                  <a:cubicBezTo>
                    <a:pt x="10985" y="8318"/>
                    <a:pt x="11048" y="8290"/>
                    <a:pt x="11093" y="8236"/>
                  </a:cubicBezTo>
                  <a:cubicBezTo>
                    <a:pt x="11470" y="7766"/>
                    <a:pt x="12070" y="7482"/>
                    <a:pt x="12707" y="7482"/>
                  </a:cubicBezTo>
                  <a:cubicBezTo>
                    <a:pt x="13341" y="7482"/>
                    <a:pt x="13944" y="7763"/>
                    <a:pt x="14318" y="8236"/>
                  </a:cubicBezTo>
                  <a:cubicBezTo>
                    <a:pt x="14364" y="8293"/>
                    <a:pt x="14426" y="8318"/>
                    <a:pt x="14488" y="8318"/>
                  </a:cubicBezTo>
                  <a:cubicBezTo>
                    <a:pt x="14600" y="8318"/>
                    <a:pt x="14708" y="8233"/>
                    <a:pt x="14708" y="8098"/>
                  </a:cubicBezTo>
                  <a:cubicBezTo>
                    <a:pt x="14715" y="6149"/>
                    <a:pt x="13937" y="4274"/>
                    <a:pt x="12553" y="2900"/>
                  </a:cubicBezTo>
                  <a:cubicBezTo>
                    <a:pt x="11336" y="1673"/>
                    <a:pt x="9722" y="919"/>
                    <a:pt x="7999" y="772"/>
                  </a:cubicBezTo>
                  <a:lnTo>
                    <a:pt x="7999" y="662"/>
                  </a:lnTo>
                  <a:cubicBezTo>
                    <a:pt x="8009" y="299"/>
                    <a:pt x="7718" y="1"/>
                    <a:pt x="7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0" name="Google Shape;7390;p79"/>
          <p:cNvGrpSpPr/>
          <p:nvPr/>
        </p:nvGrpSpPr>
        <p:grpSpPr>
          <a:xfrm>
            <a:off x="4680930" y="2286941"/>
            <a:ext cx="385381" cy="377601"/>
            <a:chOff x="4680930" y="2286941"/>
            <a:chExt cx="385381" cy="377601"/>
          </a:xfrm>
        </p:grpSpPr>
        <p:sp>
          <p:nvSpPr>
            <p:cNvPr id="7391" name="Google Shape;7391;p79"/>
            <p:cNvSpPr/>
            <p:nvPr/>
          </p:nvSpPr>
          <p:spPr>
            <a:xfrm>
              <a:off x="4728841" y="2395755"/>
              <a:ext cx="331812" cy="263234"/>
            </a:xfrm>
            <a:custGeom>
              <a:rect b="b" l="l" r="r" t="t"/>
              <a:pathLst>
                <a:path extrusionOk="0" h="10049" w="12667">
                  <a:moveTo>
                    <a:pt x="5491" y="1"/>
                  </a:moveTo>
                  <a:cubicBezTo>
                    <a:pt x="2458" y="1"/>
                    <a:pt x="1" y="1385"/>
                    <a:pt x="1" y="4445"/>
                  </a:cubicBezTo>
                  <a:cubicBezTo>
                    <a:pt x="1" y="6207"/>
                    <a:pt x="864" y="7444"/>
                    <a:pt x="2201" y="8156"/>
                  </a:cubicBezTo>
                  <a:cubicBezTo>
                    <a:pt x="2235" y="8174"/>
                    <a:pt x="2259" y="8204"/>
                    <a:pt x="2266" y="8242"/>
                  </a:cubicBezTo>
                  <a:lnTo>
                    <a:pt x="2564" y="9798"/>
                  </a:lnTo>
                  <a:cubicBezTo>
                    <a:pt x="2592" y="9942"/>
                    <a:pt x="2722" y="10048"/>
                    <a:pt x="2869" y="10048"/>
                  </a:cubicBezTo>
                  <a:lnTo>
                    <a:pt x="3884" y="10048"/>
                  </a:lnTo>
                  <a:cubicBezTo>
                    <a:pt x="4031" y="10048"/>
                    <a:pt x="4158" y="9942"/>
                    <a:pt x="4188" y="9798"/>
                  </a:cubicBezTo>
                  <a:lnTo>
                    <a:pt x="4350" y="8931"/>
                  </a:lnTo>
                  <a:cubicBezTo>
                    <a:pt x="4362" y="8873"/>
                    <a:pt x="4414" y="8831"/>
                    <a:pt x="4473" y="8831"/>
                  </a:cubicBezTo>
                  <a:cubicBezTo>
                    <a:pt x="4478" y="8831"/>
                    <a:pt x="4482" y="8831"/>
                    <a:pt x="4487" y="8832"/>
                  </a:cubicBezTo>
                  <a:cubicBezTo>
                    <a:pt x="4819" y="8869"/>
                    <a:pt x="5155" y="8890"/>
                    <a:pt x="5491" y="8890"/>
                  </a:cubicBezTo>
                  <a:cubicBezTo>
                    <a:pt x="5950" y="8890"/>
                    <a:pt x="6406" y="8856"/>
                    <a:pt x="6858" y="8787"/>
                  </a:cubicBezTo>
                  <a:cubicBezTo>
                    <a:pt x="6864" y="8786"/>
                    <a:pt x="6871" y="8786"/>
                    <a:pt x="6877" y="8786"/>
                  </a:cubicBezTo>
                  <a:cubicBezTo>
                    <a:pt x="6935" y="8786"/>
                    <a:pt x="6986" y="8828"/>
                    <a:pt x="6998" y="8886"/>
                  </a:cubicBezTo>
                  <a:lnTo>
                    <a:pt x="7170" y="9798"/>
                  </a:lnTo>
                  <a:cubicBezTo>
                    <a:pt x="7197" y="9942"/>
                    <a:pt x="7324" y="10048"/>
                    <a:pt x="7475" y="10048"/>
                  </a:cubicBezTo>
                  <a:lnTo>
                    <a:pt x="8486" y="10048"/>
                  </a:lnTo>
                  <a:cubicBezTo>
                    <a:pt x="8633" y="10048"/>
                    <a:pt x="8763" y="9942"/>
                    <a:pt x="8791" y="9798"/>
                  </a:cubicBezTo>
                  <a:lnTo>
                    <a:pt x="9103" y="8150"/>
                  </a:lnTo>
                  <a:cubicBezTo>
                    <a:pt x="9109" y="8112"/>
                    <a:pt x="9133" y="8081"/>
                    <a:pt x="9164" y="8064"/>
                  </a:cubicBezTo>
                  <a:cubicBezTo>
                    <a:pt x="9959" y="7653"/>
                    <a:pt x="10617" y="7084"/>
                    <a:pt x="11035" y="6361"/>
                  </a:cubicBezTo>
                  <a:cubicBezTo>
                    <a:pt x="11090" y="6265"/>
                    <a:pt x="11179" y="6193"/>
                    <a:pt x="11285" y="6155"/>
                  </a:cubicBezTo>
                  <a:lnTo>
                    <a:pt x="12255" y="5847"/>
                  </a:lnTo>
                  <a:cubicBezTo>
                    <a:pt x="12502" y="5768"/>
                    <a:pt x="12666" y="5538"/>
                    <a:pt x="12666" y="5281"/>
                  </a:cubicBezTo>
                  <a:lnTo>
                    <a:pt x="12666" y="4277"/>
                  </a:lnTo>
                  <a:cubicBezTo>
                    <a:pt x="12666" y="4020"/>
                    <a:pt x="12498" y="3791"/>
                    <a:pt x="12255" y="3712"/>
                  </a:cubicBezTo>
                  <a:lnTo>
                    <a:pt x="11652" y="3520"/>
                  </a:lnTo>
                  <a:cubicBezTo>
                    <a:pt x="11508" y="3472"/>
                    <a:pt x="11395" y="3359"/>
                    <a:pt x="11350" y="3215"/>
                  </a:cubicBezTo>
                  <a:cubicBezTo>
                    <a:pt x="10655" y="1012"/>
                    <a:pt x="8081" y="1"/>
                    <a:pt x="549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9"/>
            <p:cNvSpPr/>
            <p:nvPr/>
          </p:nvSpPr>
          <p:spPr>
            <a:xfrm>
              <a:off x="4728946" y="2489219"/>
              <a:ext cx="331603" cy="169639"/>
            </a:xfrm>
            <a:custGeom>
              <a:rect b="b" l="l" r="r" t="t"/>
              <a:pathLst>
                <a:path extrusionOk="0" h="6476" w="12659">
                  <a:moveTo>
                    <a:pt x="11802" y="0"/>
                  </a:moveTo>
                  <a:lnTo>
                    <a:pt x="11802" y="528"/>
                  </a:lnTo>
                  <a:cubicBezTo>
                    <a:pt x="11802" y="1179"/>
                    <a:pt x="11388" y="1758"/>
                    <a:pt x="10767" y="1970"/>
                  </a:cubicBezTo>
                  <a:cubicBezTo>
                    <a:pt x="10490" y="2060"/>
                    <a:pt x="10243" y="2234"/>
                    <a:pt x="10068" y="2471"/>
                  </a:cubicBezTo>
                  <a:cubicBezTo>
                    <a:pt x="9846" y="2762"/>
                    <a:pt x="9585" y="3022"/>
                    <a:pt x="9297" y="3249"/>
                  </a:cubicBezTo>
                  <a:cubicBezTo>
                    <a:pt x="8951" y="3516"/>
                    <a:pt x="8722" y="3907"/>
                    <a:pt x="8653" y="4338"/>
                  </a:cubicBezTo>
                  <a:cubicBezTo>
                    <a:pt x="8605" y="4647"/>
                    <a:pt x="8567" y="5065"/>
                    <a:pt x="8547" y="5298"/>
                  </a:cubicBezTo>
                  <a:cubicBezTo>
                    <a:pt x="8526" y="5476"/>
                    <a:pt x="8375" y="5613"/>
                    <a:pt x="8197" y="5613"/>
                  </a:cubicBezTo>
                  <a:lnTo>
                    <a:pt x="7697" y="5613"/>
                  </a:lnTo>
                  <a:cubicBezTo>
                    <a:pt x="7546" y="5613"/>
                    <a:pt x="7419" y="5507"/>
                    <a:pt x="7392" y="5360"/>
                  </a:cubicBezTo>
                  <a:lnTo>
                    <a:pt x="7221" y="4366"/>
                  </a:lnTo>
                  <a:cubicBezTo>
                    <a:pt x="7208" y="4307"/>
                    <a:pt x="7157" y="4265"/>
                    <a:pt x="7099" y="4265"/>
                  </a:cubicBezTo>
                  <a:cubicBezTo>
                    <a:pt x="7093" y="4265"/>
                    <a:pt x="7086" y="4265"/>
                    <a:pt x="7080" y="4266"/>
                  </a:cubicBezTo>
                  <a:cubicBezTo>
                    <a:pt x="6631" y="4335"/>
                    <a:pt x="5946" y="4369"/>
                    <a:pt x="5487" y="4369"/>
                  </a:cubicBezTo>
                  <a:cubicBezTo>
                    <a:pt x="5144" y="4369"/>
                    <a:pt x="4520" y="4349"/>
                    <a:pt x="4195" y="4311"/>
                  </a:cubicBezTo>
                  <a:cubicBezTo>
                    <a:pt x="4190" y="4310"/>
                    <a:pt x="4186" y="4310"/>
                    <a:pt x="4182" y="4310"/>
                  </a:cubicBezTo>
                  <a:cubicBezTo>
                    <a:pt x="4122" y="4310"/>
                    <a:pt x="4070" y="4353"/>
                    <a:pt x="4058" y="4410"/>
                  </a:cubicBezTo>
                  <a:lnTo>
                    <a:pt x="3897" y="5332"/>
                  </a:lnTo>
                  <a:cubicBezTo>
                    <a:pt x="3866" y="5479"/>
                    <a:pt x="3739" y="5586"/>
                    <a:pt x="3592" y="5586"/>
                  </a:cubicBezTo>
                  <a:lnTo>
                    <a:pt x="3091" y="5586"/>
                  </a:lnTo>
                  <a:cubicBezTo>
                    <a:pt x="2944" y="5586"/>
                    <a:pt x="2814" y="5479"/>
                    <a:pt x="2786" y="5332"/>
                  </a:cubicBezTo>
                  <a:lnTo>
                    <a:pt x="2546" y="3893"/>
                  </a:lnTo>
                  <a:cubicBezTo>
                    <a:pt x="2540" y="3855"/>
                    <a:pt x="2516" y="3824"/>
                    <a:pt x="2481" y="3807"/>
                  </a:cubicBezTo>
                  <a:cubicBezTo>
                    <a:pt x="1268" y="3160"/>
                    <a:pt x="158" y="1909"/>
                    <a:pt x="18" y="394"/>
                  </a:cubicBezTo>
                  <a:cubicBezTo>
                    <a:pt x="14" y="428"/>
                    <a:pt x="11" y="466"/>
                    <a:pt x="7" y="504"/>
                  </a:cubicBezTo>
                  <a:lnTo>
                    <a:pt x="7" y="507"/>
                  </a:lnTo>
                  <a:lnTo>
                    <a:pt x="7" y="517"/>
                  </a:lnTo>
                  <a:cubicBezTo>
                    <a:pt x="4" y="552"/>
                    <a:pt x="4" y="586"/>
                    <a:pt x="0" y="620"/>
                  </a:cubicBezTo>
                  <a:lnTo>
                    <a:pt x="0" y="665"/>
                  </a:lnTo>
                  <a:cubicBezTo>
                    <a:pt x="0" y="689"/>
                    <a:pt x="0" y="716"/>
                    <a:pt x="0" y="744"/>
                  </a:cubicBezTo>
                  <a:lnTo>
                    <a:pt x="0" y="870"/>
                  </a:lnTo>
                  <a:cubicBezTo>
                    <a:pt x="0" y="1083"/>
                    <a:pt x="11" y="1295"/>
                    <a:pt x="38" y="1508"/>
                  </a:cubicBezTo>
                  <a:cubicBezTo>
                    <a:pt x="69" y="1748"/>
                    <a:pt x="120" y="1988"/>
                    <a:pt x="192" y="2221"/>
                  </a:cubicBezTo>
                  <a:lnTo>
                    <a:pt x="203" y="2258"/>
                  </a:lnTo>
                  <a:cubicBezTo>
                    <a:pt x="213" y="2286"/>
                    <a:pt x="223" y="2317"/>
                    <a:pt x="233" y="2347"/>
                  </a:cubicBezTo>
                  <a:lnTo>
                    <a:pt x="247" y="2382"/>
                  </a:lnTo>
                  <a:cubicBezTo>
                    <a:pt x="275" y="2464"/>
                    <a:pt x="305" y="2543"/>
                    <a:pt x="336" y="2618"/>
                  </a:cubicBezTo>
                  <a:lnTo>
                    <a:pt x="350" y="2642"/>
                  </a:lnTo>
                  <a:cubicBezTo>
                    <a:pt x="364" y="2680"/>
                    <a:pt x="381" y="2717"/>
                    <a:pt x="398" y="2755"/>
                  </a:cubicBezTo>
                  <a:lnTo>
                    <a:pt x="408" y="2772"/>
                  </a:lnTo>
                  <a:cubicBezTo>
                    <a:pt x="422" y="2807"/>
                    <a:pt x="439" y="2837"/>
                    <a:pt x="456" y="2872"/>
                  </a:cubicBezTo>
                  <a:lnTo>
                    <a:pt x="466" y="2889"/>
                  </a:lnTo>
                  <a:cubicBezTo>
                    <a:pt x="484" y="2923"/>
                    <a:pt x="504" y="2957"/>
                    <a:pt x="521" y="2995"/>
                  </a:cubicBezTo>
                  <a:lnTo>
                    <a:pt x="535" y="3016"/>
                  </a:lnTo>
                  <a:cubicBezTo>
                    <a:pt x="600" y="3125"/>
                    <a:pt x="669" y="3231"/>
                    <a:pt x="741" y="3334"/>
                  </a:cubicBezTo>
                  <a:lnTo>
                    <a:pt x="765" y="3365"/>
                  </a:lnTo>
                  <a:cubicBezTo>
                    <a:pt x="782" y="3389"/>
                    <a:pt x="799" y="3413"/>
                    <a:pt x="816" y="3437"/>
                  </a:cubicBezTo>
                  <a:lnTo>
                    <a:pt x="840" y="3464"/>
                  </a:lnTo>
                  <a:cubicBezTo>
                    <a:pt x="864" y="3499"/>
                    <a:pt x="888" y="3530"/>
                    <a:pt x="915" y="3560"/>
                  </a:cubicBezTo>
                  <a:cubicBezTo>
                    <a:pt x="943" y="3591"/>
                    <a:pt x="967" y="3622"/>
                    <a:pt x="994" y="3653"/>
                  </a:cubicBezTo>
                  <a:lnTo>
                    <a:pt x="1022" y="3680"/>
                  </a:lnTo>
                  <a:cubicBezTo>
                    <a:pt x="1039" y="3701"/>
                    <a:pt x="1059" y="3721"/>
                    <a:pt x="1080" y="3745"/>
                  </a:cubicBezTo>
                  <a:lnTo>
                    <a:pt x="1107" y="3769"/>
                  </a:lnTo>
                  <a:cubicBezTo>
                    <a:pt x="1135" y="3800"/>
                    <a:pt x="1162" y="3828"/>
                    <a:pt x="1193" y="3855"/>
                  </a:cubicBezTo>
                  <a:cubicBezTo>
                    <a:pt x="1224" y="3886"/>
                    <a:pt x="1258" y="3917"/>
                    <a:pt x="1292" y="3948"/>
                  </a:cubicBezTo>
                  <a:cubicBezTo>
                    <a:pt x="1357" y="4009"/>
                    <a:pt x="1429" y="4068"/>
                    <a:pt x="1498" y="4126"/>
                  </a:cubicBezTo>
                  <a:cubicBezTo>
                    <a:pt x="1570" y="4181"/>
                    <a:pt x="1645" y="4236"/>
                    <a:pt x="1721" y="4290"/>
                  </a:cubicBezTo>
                  <a:cubicBezTo>
                    <a:pt x="1758" y="4318"/>
                    <a:pt x="1796" y="4342"/>
                    <a:pt x="1837" y="4366"/>
                  </a:cubicBezTo>
                  <a:cubicBezTo>
                    <a:pt x="1875" y="4393"/>
                    <a:pt x="1909" y="4414"/>
                    <a:pt x="1943" y="4434"/>
                  </a:cubicBezTo>
                  <a:lnTo>
                    <a:pt x="1974" y="4455"/>
                  </a:lnTo>
                  <a:lnTo>
                    <a:pt x="2053" y="4503"/>
                  </a:lnTo>
                  <a:lnTo>
                    <a:pt x="2087" y="4520"/>
                  </a:lnTo>
                  <a:cubicBezTo>
                    <a:pt x="2125" y="4540"/>
                    <a:pt x="2159" y="4561"/>
                    <a:pt x="2197" y="4582"/>
                  </a:cubicBezTo>
                  <a:cubicBezTo>
                    <a:pt x="2207" y="4588"/>
                    <a:pt x="2214" y="4592"/>
                    <a:pt x="2221" y="4599"/>
                  </a:cubicBezTo>
                  <a:cubicBezTo>
                    <a:pt x="2228" y="4602"/>
                    <a:pt x="2231" y="4609"/>
                    <a:pt x="2238" y="4616"/>
                  </a:cubicBezTo>
                  <a:lnTo>
                    <a:pt x="2241" y="4623"/>
                  </a:lnTo>
                  <a:cubicBezTo>
                    <a:pt x="2245" y="4626"/>
                    <a:pt x="2248" y="4633"/>
                    <a:pt x="2252" y="4636"/>
                  </a:cubicBezTo>
                  <a:lnTo>
                    <a:pt x="2255" y="4643"/>
                  </a:lnTo>
                  <a:cubicBezTo>
                    <a:pt x="2259" y="4650"/>
                    <a:pt x="2259" y="4660"/>
                    <a:pt x="2262" y="4667"/>
                  </a:cubicBezTo>
                  <a:lnTo>
                    <a:pt x="2560" y="6223"/>
                  </a:lnTo>
                  <a:cubicBezTo>
                    <a:pt x="2564" y="6240"/>
                    <a:pt x="2570" y="6257"/>
                    <a:pt x="2577" y="6274"/>
                  </a:cubicBezTo>
                  <a:cubicBezTo>
                    <a:pt x="2581" y="6285"/>
                    <a:pt x="2584" y="6292"/>
                    <a:pt x="2588" y="6302"/>
                  </a:cubicBezTo>
                  <a:cubicBezTo>
                    <a:pt x="2591" y="6309"/>
                    <a:pt x="2594" y="6316"/>
                    <a:pt x="2601" y="6322"/>
                  </a:cubicBezTo>
                  <a:cubicBezTo>
                    <a:pt x="2605" y="6333"/>
                    <a:pt x="2608" y="6340"/>
                    <a:pt x="2615" y="6346"/>
                  </a:cubicBezTo>
                  <a:cubicBezTo>
                    <a:pt x="2618" y="6353"/>
                    <a:pt x="2625" y="6360"/>
                    <a:pt x="2632" y="6367"/>
                  </a:cubicBezTo>
                  <a:cubicBezTo>
                    <a:pt x="2636" y="6374"/>
                    <a:pt x="2646" y="6381"/>
                    <a:pt x="2653" y="6388"/>
                  </a:cubicBezTo>
                  <a:lnTo>
                    <a:pt x="2660" y="6394"/>
                  </a:lnTo>
                  <a:lnTo>
                    <a:pt x="2673" y="6408"/>
                  </a:lnTo>
                  <a:lnTo>
                    <a:pt x="2684" y="6415"/>
                  </a:lnTo>
                  <a:lnTo>
                    <a:pt x="2701" y="6429"/>
                  </a:lnTo>
                  <a:lnTo>
                    <a:pt x="2708" y="6432"/>
                  </a:lnTo>
                  <a:cubicBezTo>
                    <a:pt x="2718" y="6439"/>
                    <a:pt x="2725" y="6442"/>
                    <a:pt x="2735" y="6446"/>
                  </a:cubicBezTo>
                  <a:cubicBezTo>
                    <a:pt x="2745" y="6449"/>
                    <a:pt x="2752" y="6456"/>
                    <a:pt x="2762" y="6456"/>
                  </a:cubicBezTo>
                  <a:lnTo>
                    <a:pt x="2773" y="6460"/>
                  </a:lnTo>
                  <a:lnTo>
                    <a:pt x="2793" y="6466"/>
                  </a:lnTo>
                  <a:lnTo>
                    <a:pt x="2803" y="6470"/>
                  </a:lnTo>
                  <a:lnTo>
                    <a:pt x="2824" y="6473"/>
                  </a:lnTo>
                  <a:lnTo>
                    <a:pt x="3880" y="6473"/>
                  </a:lnTo>
                  <a:cubicBezTo>
                    <a:pt x="3924" y="6473"/>
                    <a:pt x="3969" y="6463"/>
                    <a:pt x="4010" y="6442"/>
                  </a:cubicBezTo>
                  <a:cubicBezTo>
                    <a:pt x="4099" y="6401"/>
                    <a:pt x="4164" y="6319"/>
                    <a:pt x="4181" y="6220"/>
                  </a:cubicBezTo>
                  <a:lnTo>
                    <a:pt x="4346" y="5356"/>
                  </a:lnTo>
                  <a:cubicBezTo>
                    <a:pt x="4349" y="5349"/>
                    <a:pt x="4349" y="5342"/>
                    <a:pt x="4352" y="5336"/>
                  </a:cubicBezTo>
                  <a:lnTo>
                    <a:pt x="4356" y="5329"/>
                  </a:lnTo>
                  <a:cubicBezTo>
                    <a:pt x="4356" y="5325"/>
                    <a:pt x="4359" y="5322"/>
                    <a:pt x="4363" y="5315"/>
                  </a:cubicBezTo>
                  <a:lnTo>
                    <a:pt x="4366" y="5312"/>
                  </a:lnTo>
                  <a:cubicBezTo>
                    <a:pt x="4380" y="5291"/>
                    <a:pt x="4400" y="5274"/>
                    <a:pt x="4424" y="5264"/>
                  </a:cubicBezTo>
                  <a:lnTo>
                    <a:pt x="4428" y="5264"/>
                  </a:lnTo>
                  <a:lnTo>
                    <a:pt x="4441" y="5260"/>
                  </a:lnTo>
                  <a:lnTo>
                    <a:pt x="4483" y="5260"/>
                  </a:lnTo>
                  <a:cubicBezTo>
                    <a:pt x="4537" y="5267"/>
                    <a:pt x="4592" y="5274"/>
                    <a:pt x="4647" y="5277"/>
                  </a:cubicBezTo>
                  <a:lnTo>
                    <a:pt x="4688" y="5281"/>
                  </a:lnTo>
                  <a:cubicBezTo>
                    <a:pt x="4743" y="5288"/>
                    <a:pt x="4798" y="5291"/>
                    <a:pt x="4853" y="5294"/>
                  </a:cubicBezTo>
                  <a:cubicBezTo>
                    <a:pt x="4911" y="5298"/>
                    <a:pt x="4966" y="5301"/>
                    <a:pt x="5021" y="5305"/>
                  </a:cubicBezTo>
                  <a:lnTo>
                    <a:pt x="5065" y="5305"/>
                  </a:lnTo>
                  <a:cubicBezTo>
                    <a:pt x="5120" y="5308"/>
                    <a:pt x="5175" y="5312"/>
                    <a:pt x="5233" y="5312"/>
                  </a:cubicBezTo>
                  <a:cubicBezTo>
                    <a:pt x="5319" y="5315"/>
                    <a:pt x="5404" y="5315"/>
                    <a:pt x="5490" y="5315"/>
                  </a:cubicBezTo>
                  <a:cubicBezTo>
                    <a:pt x="5603" y="5315"/>
                    <a:pt x="5720" y="5312"/>
                    <a:pt x="5833" y="5308"/>
                  </a:cubicBezTo>
                  <a:cubicBezTo>
                    <a:pt x="5891" y="5308"/>
                    <a:pt x="5949" y="5305"/>
                    <a:pt x="6008" y="5301"/>
                  </a:cubicBezTo>
                  <a:lnTo>
                    <a:pt x="6025" y="5301"/>
                  </a:lnTo>
                  <a:cubicBezTo>
                    <a:pt x="6080" y="5298"/>
                    <a:pt x="6131" y="5294"/>
                    <a:pt x="6186" y="5291"/>
                  </a:cubicBezTo>
                  <a:lnTo>
                    <a:pt x="6189" y="5291"/>
                  </a:lnTo>
                  <a:cubicBezTo>
                    <a:pt x="6306" y="5281"/>
                    <a:pt x="6422" y="5270"/>
                    <a:pt x="6535" y="5257"/>
                  </a:cubicBezTo>
                  <a:cubicBezTo>
                    <a:pt x="6590" y="5250"/>
                    <a:pt x="6641" y="5243"/>
                    <a:pt x="6696" y="5236"/>
                  </a:cubicBezTo>
                  <a:lnTo>
                    <a:pt x="6772" y="5226"/>
                  </a:lnTo>
                  <a:lnTo>
                    <a:pt x="6857" y="5216"/>
                  </a:lnTo>
                  <a:cubicBezTo>
                    <a:pt x="6864" y="5214"/>
                    <a:pt x="6872" y="5214"/>
                    <a:pt x="6879" y="5214"/>
                  </a:cubicBezTo>
                  <a:cubicBezTo>
                    <a:pt x="6926" y="5214"/>
                    <a:pt x="6970" y="5243"/>
                    <a:pt x="6988" y="5288"/>
                  </a:cubicBezTo>
                  <a:cubicBezTo>
                    <a:pt x="6991" y="5298"/>
                    <a:pt x="6991" y="5305"/>
                    <a:pt x="6994" y="5312"/>
                  </a:cubicBezTo>
                  <a:lnTo>
                    <a:pt x="7080" y="5767"/>
                  </a:lnTo>
                  <a:lnTo>
                    <a:pt x="7166" y="6223"/>
                  </a:lnTo>
                  <a:cubicBezTo>
                    <a:pt x="7193" y="6368"/>
                    <a:pt x="7316" y="6473"/>
                    <a:pt x="7464" y="6473"/>
                  </a:cubicBezTo>
                  <a:cubicBezTo>
                    <a:pt x="7466" y="6473"/>
                    <a:pt x="7468" y="6473"/>
                    <a:pt x="7471" y="6473"/>
                  </a:cubicBezTo>
                  <a:lnTo>
                    <a:pt x="8482" y="6473"/>
                  </a:lnTo>
                  <a:cubicBezTo>
                    <a:pt x="8487" y="6475"/>
                    <a:pt x="8492" y="6476"/>
                    <a:pt x="8497" y="6476"/>
                  </a:cubicBezTo>
                  <a:cubicBezTo>
                    <a:pt x="8502" y="6476"/>
                    <a:pt x="8507" y="6475"/>
                    <a:pt x="8513" y="6473"/>
                  </a:cubicBezTo>
                  <a:lnTo>
                    <a:pt x="8523" y="6473"/>
                  </a:lnTo>
                  <a:lnTo>
                    <a:pt x="8543" y="6470"/>
                  </a:lnTo>
                  <a:lnTo>
                    <a:pt x="8554" y="6470"/>
                  </a:lnTo>
                  <a:lnTo>
                    <a:pt x="8574" y="6463"/>
                  </a:lnTo>
                  <a:lnTo>
                    <a:pt x="8584" y="6460"/>
                  </a:lnTo>
                  <a:cubicBezTo>
                    <a:pt x="8595" y="6456"/>
                    <a:pt x="8602" y="6453"/>
                    <a:pt x="8612" y="6449"/>
                  </a:cubicBezTo>
                  <a:cubicBezTo>
                    <a:pt x="8622" y="6446"/>
                    <a:pt x="8629" y="6439"/>
                    <a:pt x="8639" y="6436"/>
                  </a:cubicBezTo>
                  <a:lnTo>
                    <a:pt x="8646" y="6429"/>
                  </a:lnTo>
                  <a:lnTo>
                    <a:pt x="8663" y="6418"/>
                  </a:lnTo>
                  <a:lnTo>
                    <a:pt x="8674" y="6412"/>
                  </a:lnTo>
                  <a:lnTo>
                    <a:pt x="8691" y="6398"/>
                  </a:lnTo>
                  <a:lnTo>
                    <a:pt x="8694" y="6391"/>
                  </a:lnTo>
                  <a:cubicBezTo>
                    <a:pt x="8704" y="6384"/>
                    <a:pt x="8711" y="6377"/>
                    <a:pt x="8715" y="6370"/>
                  </a:cubicBezTo>
                  <a:lnTo>
                    <a:pt x="8725" y="6360"/>
                  </a:lnTo>
                  <a:cubicBezTo>
                    <a:pt x="8732" y="6350"/>
                    <a:pt x="8739" y="6340"/>
                    <a:pt x="8749" y="6326"/>
                  </a:cubicBezTo>
                  <a:cubicBezTo>
                    <a:pt x="8766" y="6295"/>
                    <a:pt x="8780" y="6261"/>
                    <a:pt x="8787" y="6226"/>
                  </a:cubicBezTo>
                  <a:lnTo>
                    <a:pt x="8855" y="5863"/>
                  </a:lnTo>
                  <a:lnTo>
                    <a:pt x="8924" y="5490"/>
                  </a:lnTo>
                  <a:lnTo>
                    <a:pt x="8968" y="5253"/>
                  </a:lnTo>
                  <a:lnTo>
                    <a:pt x="9095" y="4578"/>
                  </a:lnTo>
                  <a:lnTo>
                    <a:pt x="9109" y="4520"/>
                  </a:lnTo>
                  <a:lnTo>
                    <a:pt x="9157" y="4493"/>
                  </a:lnTo>
                  <a:cubicBezTo>
                    <a:pt x="9184" y="4482"/>
                    <a:pt x="9205" y="4469"/>
                    <a:pt x="9229" y="4455"/>
                  </a:cubicBezTo>
                  <a:cubicBezTo>
                    <a:pt x="9253" y="4441"/>
                    <a:pt x="9280" y="4427"/>
                    <a:pt x="9304" y="4414"/>
                  </a:cubicBezTo>
                  <a:lnTo>
                    <a:pt x="9369" y="4376"/>
                  </a:lnTo>
                  <a:cubicBezTo>
                    <a:pt x="9397" y="4362"/>
                    <a:pt x="9424" y="4349"/>
                    <a:pt x="9448" y="4331"/>
                  </a:cubicBezTo>
                  <a:cubicBezTo>
                    <a:pt x="9475" y="4314"/>
                    <a:pt x="9493" y="4304"/>
                    <a:pt x="9513" y="4290"/>
                  </a:cubicBezTo>
                  <a:cubicBezTo>
                    <a:pt x="9534" y="4277"/>
                    <a:pt x="9565" y="4260"/>
                    <a:pt x="9589" y="4246"/>
                  </a:cubicBezTo>
                  <a:cubicBezTo>
                    <a:pt x="9613" y="4229"/>
                    <a:pt x="9633" y="4215"/>
                    <a:pt x="9657" y="4201"/>
                  </a:cubicBezTo>
                  <a:cubicBezTo>
                    <a:pt x="9681" y="4188"/>
                    <a:pt x="9702" y="4170"/>
                    <a:pt x="9726" y="4157"/>
                  </a:cubicBezTo>
                  <a:cubicBezTo>
                    <a:pt x="9750" y="4140"/>
                    <a:pt x="9770" y="4126"/>
                    <a:pt x="9791" y="4109"/>
                  </a:cubicBezTo>
                  <a:cubicBezTo>
                    <a:pt x="9811" y="4095"/>
                    <a:pt x="9835" y="4078"/>
                    <a:pt x="9859" y="4061"/>
                  </a:cubicBezTo>
                  <a:cubicBezTo>
                    <a:pt x="9880" y="4047"/>
                    <a:pt x="9900" y="4030"/>
                    <a:pt x="9921" y="4016"/>
                  </a:cubicBezTo>
                  <a:cubicBezTo>
                    <a:pt x="9938" y="3999"/>
                    <a:pt x="9965" y="3982"/>
                    <a:pt x="9989" y="3965"/>
                  </a:cubicBezTo>
                  <a:cubicBezTo>
                    <a:pt x="10010" y="3948"/>
                    <a:pt x="10027" y="3934"/>
                    <a:pt x="10048" y="3917"/>
                  </a:cubicBezTo>
                  <a:cubicBezTo>
                    <a:pt x="10068" y="3900"/>
                    <a:pt x="10089" y="3883"/>
                    <a:pt x="10113" y="3862"/>
                  </a:cubicBezTo>
                  <a:cubicBezTo>
                    <a:pt x="10137" y="3845"/>
                    <a:pt x="10151" y="3828"/>
                    <a:pt x="10171" y="3814"/>
                  </a:cubicBezTo>
                  <a:cubicBezTo>
                    <a:pt x="10192" y="3797"/>
                    <a:pt x="10216" y="3776"/>
                    <a:pt x="10233" y="3759"/>
                  </a:cubicBezTo>
                  <a:cubicBezTo>
                    <a:pt x="10253" y="3739"/>
                    <a:pt x="10270" y="3725"/>
                    <a:pt x="10291" y="3708"/>
                  </a:cubicBezTo>
                  <a:cubicBezTo>
                    <a:pt x="10308" y="3691"/>
                    <a:pt x="10329" y="3670"/>
                    <a:pt x="10349" y="3650"/>
                  </a:cubicBezTo>
                  <a:cubicBezTo>
                    <a:pt x="10370" y="3632"/>
                    <a:pt x="10387" y="3615"/>
                    <a:pt x="10404" y="3598"/>
                  </a:cubicBezTo>
                  <a:cubicBezTo>
                    <a:pt x="10421" y="3581"/>
                    <a:pt x="10442" y="3557"/>
                    <a:pt x="10462" y="3540"/>
                  </a:cubicBezTo>
                  <a:cubicBezTo>
                    <a:pt x="10480" y="3519"/>
                    <a:pt x="10497" y="3502"/>
                    <a:pt x="10514" y="3482"/>
                  </a:cubicBezTo>
                  <a:cubicBezTo>
                    <a:pt x="10531" y="3464"/>
                    <a:pt x="10551" y="3444"/>
                    <a:pt x="10569" y="3423"/>
                  </a:cubicBezTo>
                  <a:cubicBezTo>
                    <a:pt x="10586" y="3403"/>
                    <a:pt x="10599" y="3386"/>
                    <a:pt x="10617" y="3365"/>
                  </a:cubicBezTo>
                  <a:cubicBezTo>
                    <a:pt x="10634" y="3348"/>
                    <a:pt x="10654" y="3324"/>
                    <a:pt x="10671" y="3303"/>
                  </a:cubicBezTo>
                  <a:cubicBezTo>
                    <a:pt x="10689" y="3283"/>
                    <a:pt x="10702" y="3266"/>
                    <a:pt x="10716" y="3245"/>
                  </a:cubicBezTo>
                  <a:cubicBezTo>
                    <a:pt x="10733" y="3225"/>
                    <a:pt x="10750" y="3201"/>
                    <a:pt x="10767" y="3180"/>
                  </a:cubicBezTo>
                  <a:cubicBezTo>
                    <a:pt x="10784" y="3160"/>
                    <a:pt x="10798" y="3139"/>
                    <a:pt x="10812" y="3118"/>
                  </a:cubicBezTo>
                  <a:cubicBezTo>
                    <a:pt x="10826" y="3098"/>
                    <a:pt x="10843" y="3077"/>
                    <a:pt x="10860" y="3053"/>
                  </a:cubicBezTo>
                  <a:cubicBezTo>
                    <a:pt x="10874" y="3033"/>
                    <a:pt x="10887" y="3012"/>
                    <a:pt x="10901" y="2992"/>
                  </a:cubicBezTo>
                  <a:cubicBezTo>
                    <a:pt x="10915" y="2971"/>
                    <a:pt x="10932" y="2947"/>
                    <a:pt x="10946" y="2923"/>
                  </a:cubicBezTo>
                  <a:cubicBezTo>
                    <a:pt x="10956" y="2899"/>
                    <a:pt x="10980" y="2865"/>
                    <a:pt x="10997" y="2837"/>
                  </a:cubicBezTo>
                  <a:cubicBezTo>
                    <a:pt x="11007" y="2820"/>
                    <a:pt x="11018" y="2803"/>
                    <a:pt x="11028" y="2786"/>
                  </a:cubicBezTo>
                  <a:cubicBezTo>
                    <a:pt x="11079" y="2693"/>
                    <a:pt x="11168" y="2621"/>
                    <a:pt x="11271" y="2587"/>
                  </a:cubicBezTo>
                  <a:lnTo>
                    <a:pt x="11275" y="2587"/>
                  </a:lnTo>
                  <a:lnTo>
                    <a:pt x="11768" y="2430"/>
                  </a:lnTo>
                  <a:lnTo>
                    <a:pt x="12244" y="2279"/>
                  </a:lnTo>
                  <a:cubicBezTo>
                    <a:pt x="12491" y="2200"/>
                    <a:pt x="12659" y="1970"/>
                    <a:pt x="12659" y="1710"/>
                  </a:cubicBezTo>
                  <a:lnTo>
                    <a:pt x="12659" y="709"/>
                  </a:lnTo>
                  <a:cubicBezTo>
                    <a:pt x="12659" y="624"/>
                    <a:pt x="12638" y="538"/>
                    <a:pt x="12601" y="463"/>
                  </a:cubicBezTo>
                  <a:cubicBezTo>
                    <a:pt x="12601" y="449"/>
                    <a:pt x="12594" y="435"/>
                    <a:pt x="12587" y="421"/>
                  </a:cubicBezTo>
                  <a:cubicBezTo>
                    <a:pt x="12560" y="374"/>
                    <a:pt x="12529" y="329"/>
                    <a:pt x="12491" y="291"/>
                  </a:cubicBezTo>
                  <a:lnTo>
                    <a:pt x="12488" y="291"/>
                  </a:lnTo>
                  <a:cubicBezTo>
                    <a:pt x="12422" y="223"/>
                    <a:pt x="12340" y="171"/>
                    <a:pt x="12248" y="144"/>
                  </a:cubicBezTo>
                  <a:lnTo>
                    <a:pt x="1180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9"/>
            <p:cNvSpPr/>
            <p:nvPr/>
          </p:nvSpPr>
          <p:spPr>
            <a:xfrm>
              <a:off x="4925303" y="2383705"/>
              <a:ext cx="84636" cy="83143"/>
            </a:xfrm>
            <a:custGeom>
              <a:rect b="b" l="l" r="r" t="t"/>
              <a:pathLst>
                <a:path extrusionOk="0" h="3174" w="3231">
                  <a:moveTo>
                    <a:pt x="2618" y="1"/>
                  </a:moveTo>
                  <a:cubicBezTo>
                    <a:pt x="2122" y="1"/>
                    <a:pt x="1064" y="462"/>
                    <a:pt x="612" y="670"/>
                  </a:cubicBezTo>
                  <a:cubicBezTo>
                    <a:pt x="475" y="728"/>
                    <a:pt x="376" y="851"/>
                    <a:pt x="345" y="999"/>
                  </a:cubicBezTo>
                  <a:cubicBezTo>
                    <a:pt x="1" y="2628"/>
                    <a:pt x="1011" y="3173"/>
                    <a:pt x="1778" y="3173"/>
                  </a:cubicBezTo>
                  <a:cubicBezTo>
                    <a:pt x="2005" y="3173"/>
                    <a:pt x="2210" y="3126"/>
                    <a:pt x="2353" y="3045"/>
                  </a:cubicBezTo>
                  <a:cubicBezTo>
                    <a:pt x="3004" y="2674"/>
                    <a:pt x="3230" y="259"/>
                    <a:pt x="2802" y="36"/>
                  </a:cubicBezTo>
                  <a:cubicBezTo>
                    <a:pt x="2756" y="12"/>
                    <a:pt x="2694" y="1"/>
                    <a:pt x="261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9"/>
            <p:cNvSpPr/>
            <p:nvPr/>
          </p:nvSpPr>
          <p:spPr>
            <a:xfrm>
              <a:off x="4783615" y="2292521"/>
              <a:ext cx="141846" cy="141872"/>
            </a:xfrm>
            <a:custGeom>
              <a:rect b="b" l="l" r="r" t="t"/>
              <a:pathLst>
                <a:path extrusionOk="0" h="5416" w="5415">
                  <a:moveTo>
                    <a:pt x="2707" y="1"/>
                  </a:moveTo>
                  <a:cubicBezTo>
                    <a:pt x="1213" y="1"/>
                    <a:pt x="0" y="1214"/>
                    <a:pt x="0" y="2708"/>
                  </a:cubicBezTo>
                  <a:cubicBezTo>
                    <a:pt x="0" y="4206"/>
                    <a:pt x="1213" y="5415"/>
                    <a:pt x="2707" y="5415"/>
                  </a:cubicBezTo>
                  <a:cubicBezTo>
                    <a:pt x="4202" y="5415"/>
                    <a:pt x="5415" y="4206"/>
                    <a:pt x="5415" y="2708"/>
                  </a:cubicBezTo>
                  <a:cubicBezTo>
                    <a:pt x="5415" y="1214"/>
                    <a:pt x="4202" y="1"/>
                    <a:pt x="270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9"/>
            <p:cNvSpPr/>
            <p:nvPr/>
          </p:nvSpPr>
          <p:spPr>
            <a:xfrm>
              <a:off x="4939082" y="2391904"/>
              <a:ext cx="59987" cy="59148"/>
            </a:xfrm>
            <a:custGeom>
              <a:rect b="b" l="l" r="r" t="t"/>
              <a:pathLst>
                <a:path extrusionOk="0" h="2258" w="2290">
                  <a:moveTo>
                    <a:pt x="2094" y="0"/>
                  </a:moveTo>
                  <a:cubicBezTo>
                    <a:pt x="1796" y="0"/>
                    <a:pt x="1077" y="247"/>
                    <a:pt x="216" y="641"/>
                  </a:cubicBezTo>
                  <a:cubicBezTo>
                    <a:pt x="172" y="662"/>
                    <a:pt x="138" y="699"/>
                    <a:pt x="127" y="751"/>
                  </a:cubicBezTo>
                  <a:cubicBezTo>
                    <a:pt x="0" y="1344"/>
                    <a:pt x="69" y="1823"/>
                    <a:pt x="319" y="2135"/>
                  </a:cubicBezTo>
                  <a:cubicBezTo>
                    <a:pt x="350" y="2173"/>
                    <a:pt x="381" y="2207"/>
                    <a:pt x="419" y="2238"/>
                  </a:cubicBezTo>
                  <a:cubicBezTo>
                    <a:pt x="432" y="2251"/>
                    <a:pt x="449" y="2257"/>
                    <a:pt x="465" y="2257"/>
                  </a:cubicBezTo>
                  <a:cubicBezTo>
                    <a:pt x="497" y="2257"/>
                    <a:pt x="528" y="2236"/>
                    <a:pt x="535" y="2200"/>
                  </a:cubicBezTo>
                  <a:cubicBezTo>
                    <a:pt x="837" y="1015"/>
                    <a:pt x="2290" y="0"/>
                    <a:pt x="209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9"/>
            <p:cNvSpPr/>
            <p:nvPr/>
          </p:nvSpPr>
          <p:spPr>
            <a:xfrm>
              <a:off x="4805252" y="2314158"/>
              <a:ext cx="126941" cy="119999"/>
            </a:xfrm>
            <a:custGeom>
              <a:rect b="b" l="l" r="r" t="t"/>
              <a:pathLst>
                <a:path extrusionOk="0" h="4581" w="4846">
                  <a:moveTo>
                    <a:pt x="3831" y="1"/>
                  </a:moveTo>
                  <a:lnTo>
                    <a:pt x="0" y="3832"/>
                  </a:lnTo>
                  <a:cubicBezTo>
                    <a:pt x="525" y="4331"/>
                    <a:pt x="1199" y="4581"/>
                    <a:pt x="1872" y="4581"/>
                  </a:cubicBezTo>
                  <a:cubicBezTo>
                    <a:pt x="2565" y="4581"/>
                    <a:pt x="3258" y="4316"/>
                    <a:pt x="3787" y="3787"/>
                  </a:cubicBezTo>
                  <a:cubicBezTo>
                    <a:pt x="4828" y="2746"/>
                    <a:pt x="4846" y="1066"/>
                    <a:pt x="38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9"/>
            <p:cNvSpPr/>
            <p:nvPr/>
          </p:nvSpPr>
          <p:spPr>
            <a:xfrm>
              <a:off x="4832442" y="2322933"/>
              <a:ext cx="44270" cy="81126"/>
            </a:xfrm>
            <a:custGeom>
              <a:rect b="b" l="l" r="r" t="t"/>
              <a:pathLst>
                <a:path extrusionOk="0" h="3097" w="1690">
                  <a:moveTo>
                    <a:pt x="806" y="546"/>
                  </a:moveTo>
                  <a:lnTo>
                    <a:pt x="806" y="1232"/>
                  </a:lnTo>
                  <a:cubicBezTo>
                    <a:pt x="604" y="1156"/>
                    <a:pt x="443" y="1078"/>
                    <a:pt x="443" y="862"/>
                  </a:cubicBezTo>
                  <a:cubicBezTo>
                    <a:pt x="443" y="666"/>
                    <a:pt x="597" y="574"/>
                    <a:pt x="806" y="546"/>
                  </a:cubicBezTo>
                  <a:close/>
                  <a:moveTo>
                    <a:pt x="984" y="1723"/>
                  </a:moveTo>
                  <a:lnTo>
                    <a:pt x="984" y="1723"/>
                  </a:lnTo>
                  <a:cubicBezTo>
                    <a:pt x="1167" y="1802"/>
                    <a:pt x="1313" y="1908"/>
                    <a:pt x="1316" y="2143"/>
                  </a:cubicBezTo>
                  <a:cubicBezTo>
                    <a:pt x="1316" y="2359"/>
                    <a:pt x="1186" y="2479"/>
                    <a:pt x="984" y="2517"/>
                  </a:cubicBezTo>
                  <a:lnTo>
                    <a:pt x="984" y="1723"/>
                  </a:lnTo>
                  <a:close/>
                  <a:moveTo>
                    <a:pt x="882" y="1"/>
                  </a:moveTo>
                  <a:cubicBezTo>
                    <a:pt x="833" y="1"/>
                    <a:pt x="792" y="37"/>
                    <a:pt x="785" y="87"/>
                  </a:cubicBezTo>
                  <a:lnTo>
                    <a:pt x="785" y="197"/>
                  </a:lnTo>
                  <a:cubicBezTo>
                    <a:pt x="425" y="235"/>
                    <a:pt x="66" y="423"/>
                    <a:pt x="66" y="899"/>
                  </a:cubicBezTo>
                  <a:cubicBezTo>
                    <a:pt x="66" y="1383"/>
                    <a:pt x="443" y="1516"/>
                    <a:pt x="785" y="1640"/>
                  </a:cubicBezTo>
                  <a:lnTo>
                    <a:pt x="785" y="2527"/>
                  </a:lnTo>
                  <a:cubicBezTo>
                    <a:pt x="398" y="2496"/>
                    <a:pt x="299" y="2232"/>
                    <a:pt x="172" y="2232"/>
                  </a:cubicBezTo>
                  <a:cubicBezTo>
                    <a:pt x="79" y="2232"/>
                    <a:pt x="0" y="2356"/>
                    <a:pt x="0" y="2445"/>
                  </a:cubicBezTo>
                  <a:cubicBezTo>
                    <a:pt x="0" y="2630"/>
                    <a:pt x="316" y="2884"/>
                    <a:pt x="785" y="2890"/>
                  </a:cubicBezTo>
                  <a:lnTo>
                    <a:pt x="782" y="2890"/>
                  </a:lnTo>
                  <a:lnTo>
                    <a:pt x="782" y="3010"/>
                  </a:lnTo>
                  <a:cubicBezTo>
                    <a:pt x="792" y="3060"/>
                    <a:pt x="836" y="3096"/>
                    <a:pt x="885" y="3096"/>
                  </a:cubicBezTo>
                  <a:cubicBezTo>
                    <a:pt x="887" y="3096"/>
                    <a:pt x="889" y="3096"/>
                    <a:pt x="891" y="3096"/>
                  </a:cubicBezTo>
                  <a:cubicBezTo>
                    <a:pt x="950" y="3096"/>
                    <a:pt x="1005" y="3055"/>
                    <a:pt x="1005" y="3010"/>
                  </a:cubicBezTo>
                  <a:lnTo>
                    <a:pt x="1005" y="2880"/>
                  </a:lnTo>
                  <a:cubicBezTo>
                    <a:pt x="1412" y="2825"/>
                    <a:pt x="1690" y="2568"/>
                    <a:pt x="1690" y="2102"/>
                  </a:cubicBezTo>
                  <a:cubicBezTo>
                    <a:pt x="1690" y="1588"/>
                    <a:pt x="1333" y="1424"/>
                    <a:pt x="1005" y="1304"/>
                  </a:cubicBezTo>
                  <a:lnTo>
                    <a:pt x="1005" y="536"/>
                  </a:lnTo>
                  <a:cubicBezTo>
                    <a:pt x="1272" y="553"/>
                    <a:pt x="1368" y="677"/>
                    <a:pt x="1460" y="677"/>
                  </a:cubicBezTo>
                  <a:cubicBezTo>
                    <a:pt x="1573" y="677"/>
                    <a:pt x="1625" y="533"/>
                    <a:pt x="1625" y="461"/>
                  </a:cubicBezTo>
                  <a:cubicBezTo>
                    <a:pt x="1625" y="276"/>
                    <a:pt x="1265" y="197"/>
                    <a:pt x="1008" y="190"/>
                  </a:cubicBezTo>
                  <a:lnTo>
                    <a:pt x="1008" y="87"/>
                  </a:lnTo>
                  <a:cubicBezTo>
                    <a:pt x="1008" y="43"/>
                    <a:pt x="950" y="2"/>
                    <a:pt x="895" y="2"/>
                  </a:cubicBezTo>
                  <a:cubicBezTo>
                    <a:pt x="891" y="1"/>
                    <a:pt x="886" y="1"/>
                    <a:pt x="88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9"/>
            <p:cNvSpPr/>
            <p:nvPr/>
          </p:nvSpPr>
          <p:spPr>
            <a:xfrm>
              <a:off x="4967818" y="2486756"/>
              <a:ext cx="36725" cy="23916"/>
            </a:xfrm>
            <a:custGeom>
              <a:rect b="b" l="l" r="r" t="t"/>
              <a:pathLst>
                <a:path extrusionOk="0" h="913" w="1402">
                  <a:moveTo>
                    <a:pt x="214" y="1"/>
                  </a:moveTo>
                  <a:cubicBezTo>
                    <a:pt x="107" y="1"/>
                    <a:pt x="0" y="72"/>
                    <a:pt x="0" y="214"/>
                  </a:cubicBezTo>
                  <a:cubicBezTo>
                    <a:pt x="0" y="601"/>
                    <a:pt x="312" y="913"/>
                    <a:pt x="699" y="913"/>
                  </a:cubicBezTo>
                  <a:cubicBezTo>
                    <a:pt x="1086" y="913"/>
                    <a:pt x="1402" y="601"/>
                    <a:pt x="1402" y="214"/>
                  </a:cubicBezTo>
                  <a:cubicBezTo>
                    <a:pt x="1402" y="72"/>
                    <a:pt x="1295" y="1"/>
                    <a:pt x="1187" y="1"/>
                  </a:cubicBezTo>
                  <a:cubicBezTo>
                    <a:pt x="1080" y="1"/>
                    <a:pt x="973" y="72"/>
                    <a:pt x="973" y="214"/>
                  </a:cubicBezTo>
                  <a:cubicBezTo>
                    <a:pt x="966" y="358"/>
                    <a:pt x="846" y="474"/>
                    <a:pt x="699" y="474"/>
                  </a:cubicBezTo>
                  <a:cubicBezTo>
                    <a:pt x="555" y="474"/>
                    <a:pt x="435" y="358"/>
                    <a:pt x="428" y="214"/>
                  </a:cubicBezTo>
                  <a:cubicBezTo>
                    <a:pt x="428" y="72"/>
                    <a:pt x="321"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9"/>
            <p:cNvSpPr/>
            <p:nvPr/>
          </p:nvSpPr>
          <p:spPr>
            <a:xfrm>
              <a:off x="4680930" y="2286941"/>
              <a:ext cx="385381" cy="377601"/>
            </a:xfrm>
            <a:custGeom>
              <a:rect b="b" l="l" r="r" t="t"/>
              <a:pathLst>
                <a:path extrusionOk="0" h="14415" w="14712">
                  <a:moveTo>
                    <a:pt x="11953" y="3905"/>
                  </a:moveTo>
                  <a:cubicBezTo>
                    <a:pt x="11977" y="3905"/>
                    <a:pt x="12004" y="3908"/>
                    <a:pt x="12028" y="3915"/>
                  </a:cubicBezTo>
                  <a:cubicBezTo>
                    <a:pt x="12097" y="3990"/>
                    <a:pt x="12186" y="4408"/>
                    <a:pt x="12103" y="5118"/>
                  </a:cubicBezTo>
                  <a:cubicBezTo>
                    <a:pt x="12021" y="5824"/>
                    <a:pt x="11802" y="6427"/>
                    <a:pt x="11579" y="6553"/>
                  </a:cubicBezTo>
                  <a:cubicBezTo>
                    <a:pt x="11469" y="6614"/>
                    <a:pt x="11298" y="6655"/>
                    <a:pt x="11104" y="6655"/>
                  </a:cubicBezTo>
                  <a:cubicBezTo>
                    <a:pt x="10849" y="6655"/>
                    <a:pt x="10555" y="6585"/>
                    <a:pt x="10308" y="6403"/>
                  </a:cubicBezTo>
                  <a:cubicBezTo>
                    <a:pt x="9869" y="6081"/>
                    <a:pt x="9722" y="5505"/>
                    <a:pt x="9886" y="4737"/>
                  </a:cubicBezTo>
                  <a:cubicBezTo>
                    <a:pt x="9903" y="4655"/>
                    <a:pt x="9958" y="4590"/>
                    <a:pt x="10030" y="4556"/>
                  </a:cubicBezTo>
                  <a:cubicBezTo>
                    <a:pt x="11103" y="4066"/>
                    <a:pt x="11723" y="3905"/>
                    <a:pt x="11953" y="3905"/>
                  </a:cubicBezTo>
                  <a:close/>
                  <a:moveTo>
                    <a:pt x="813" y="7236"/>
                  </a:moveTo>
                  <a:cubicBezTo>
                    <a:pt x="816" y="7236"/>
                    <a:pt x="821" y="7237"/>
                    <a:pt x="826" y="7239"/>
                  </a:cubicBezTo>
                  <a:cubicBezTo>
                    <a:pt x="922" y="7249"/>
                    <a:pt x="1062" y="7359"/>
                    <a:pt x="1134" y="7540"/>
                  </a:cubicBezTo>
                  <a:cubicBezTo>
                    <a:pt x="1158" y="7605"/>
                    <a:pt x="1172" y="7674"/>
                    <a:pt x="1175" y="7743"/>
                  </a:cubicBezTo>
                  <a:cubicBezTo>
                    <a:pt x="881" y="7688"/>
                    <a:pt x="651" y="7599"/>
                    <a:pt x="603" y="7496"/>
                  </a:cubicBezTo>
                  <a:cubicBezTo>
                    <a:pt x="579" y="7448"/>
                    <a:pt x="631" y="7369"/>
                    <a:pt x="665" y="7324"/>
                  </a:cubicBezTo>
                  <a:cubicBezTo>
                    <a:pt x="720" y="7253"/>
                    <a:pt x="768" y="7239"/>
                    <a:pt x="802" y="7239"/>
                  </a:cubicBezTo>
                  <a:cubicBezTo>
                    <a:pt x="805" y="7237"/>
                    <a:pt x="809" y="7236"/>
                    <a:pt x="813" y="7236"/>
                  </a:cubicBezTo>
                  <a:close/>
                  <a:moveTo>
                    <a:pt x="6624" y="0"/>
                  </a:moveTo>
                  <a:cubicBezTo>
                    <a:pt x="5931" y="0"/>
                    <a:pt x="5231" y="245"/>
                    <a:pt x="4664" y="762"/>
                  </a:cubicBezTo>
                  <a:cubicBezTo>
                    <a:pt x="3232" y="2064"/>
                    <a:pt x="3441" y="4371"/>
                    <a:pt x="5079" y="5399"/>
                  </a:cubicBezTo>
                  <a:cubicBezTo>
                    <a:pt x="4945" y="5433"/>
                    <a:pt x="4815" y="5471"/>
                    <a:pt x="4681" y="5515"/>
                  </a:cubicBezTo>
                  <a:cubicBezTo>
                    <a:pt x="4444" y="5602"/>
                    <a:pt x="4530" y="5933"/>
                    <a:pt x="4749" y="5933"/>
                  </a:cubicBezTo>
                  <a:cubicBezTo>
                    <a:pt x="4771" y="5933"/>
                    <a:pt x="4794" y="5930"/>
                    <a:pt x="4818" y="5923"/>
                  </a:cubicBezTo>
                  <a:cubicBezTo>
                    <a:pt x="5406" y="5728"/>
                    <a:pt x="6017" y="5630"/>
                    <a:pt x="6629" y="5630"/>
                  </a:cubicBezTo>
                  <a:cubicBezTo>
                    <a:pt x="7241" y="5630"/>
                    <a:pt x="7853" y="5728"/>
                    <a:pt x="8440" y="5923"/>
                  </a:cubicBezTo>
                  <a:cubicBezTo>
                    <a:pt x="8464" y="5930"/>
                    <a:pt x="8487" y="5933"/>
                    <a:pt x="8508" y="5933"/>
                  </a:cubicBezTo>
                  <a:cubicBezTo>
                    <a:pt x="8724" y="5933"/>
                    <a:pt x="8811" y="5602"/>
                    <a:pt x="8574" y="5515"/>
                  </a:cubicBezTo>
                  <a:cubicBezTo>
                    <a:pt x="8444" y="5471"/>
                    <a:pt x="8313" y="5433"/>
                    <a:pt x="8180" y="5399"/>
                  </a:cubicBezTo>
                  <a:cubicBezTo>
                    <a:pt x="8533" y="5176"/>
                    <a:pt x="8838" y="4881"/>
                    <a:pt x="9067" y="4528"/>
                  </a:cubicBezTo>
                  <a:cubicBezTo>
                    <a:pt x="9126" y="4542"/>
                    <a:pt x="9184" y="4552"/>
                    <a:pt x="9242" y="4566"/>
                  </a:cubicBezTo>
                  <a:cubicBezTo>
                    <a:pt x="9321" y="4583"/>
                    <a:pt x="9396" y="4600"/>
                    <a:pt x="9472" y="4621"/>
                  </a:cubicBezTo>
                  <a:cubicBezTo>
                    <a:pt x="9468" y="4628"/>
                    <a:pt x="9468" y="4638"/>
                    <a:pt x="9465" y="4648"/>
                  </a:cubicBezTo>
                  <a:cubicBezTo>
                    <a:pt x="9362" y="5142"/>
                    <a:pt x="9365" y="5580"/>
                    <a:pt x="9485" y="5950"/>
                  </a:cubicBezTo>
                  <a:cubicBezTo>
                    <a:pt x="9581" y="6269"/>
                    <a:pt x="9784" y="6550"/>
                    <a:pt x="10051" y="6749"/>
                  </a:cubicBezTo>
                  <a:cubicBezTo>
                    <a:pt x="10355" y="6965"/>
                    <a:pt x="10719" y="7081"/>
                    <a:pt x="11090" y="7081"/>
                  </a:cubicBezTo>
                  <a:cubicBezTo>
                    <a:pt x="11095" y="7081"/>
                    <a:pt x="11101" y="7081"/>
                    <a:pt x="11106" y="7081"/>
                  </a:cubicBezTo>
                  <a:cubicBezTo>
                    <a:pt x="11119" y="7082"/>
                    <a:pt x="11133" y="7082"/>
                    <a:pt x="11146" y="7082"/>
                  </a:cubicBezTo>
                  <a:cubicBezTo>
                    <a:pt x="11369" y="7082"/>
                    <a:pt x="11591" y="7027"/>
                    <a:pt x="11788" y="6924"/>
                  </a:cubicBezTo>
                  <a:cubicBezTo>
                    <a:pt x="11990" y="6810"/>
                    <a:pt x="12158" y="6571"/>
                    <a:pt x="12292" y="6211"/>
                  </a:cubicBezTo>
                  <a:cubicBezTo>
                    <a:pt x="12354" y="6283"/>
                    <a:pt x="12412" y="6355"/>
                    <a:pt x="12467" y="6430"/>
                  </a:cubicBezTo>
                  <a:cubicBezTo>
                    <a:pt x="12689" y="6735"/>
                    <a:pt x="12861" y="7074"/>
                    <a:pt x="12974" y="7434"/>
                  </a:cubicBezTo>
                  <a:cubicBezTo>
                    <a:pt x="13039" y="7643"/>
                    <a:pt x="13203" y="7811"/>
                    <a:pt x="13416" y="7876"/>
                  </a:cubicBezTo>
                  <a:lnTo>
                    <a:pt x="14019" y="8072"/>
                  </a:lnTo>
                  <a:cubicBezTo>
                    <a:pt x="14173" y="8120"/>
                    <a:pt x="14283" y="8267"/>
                    <a:pt x="14283" y="8431"/>
                  </a:cubicBezTo>
                  <a:lnTo>
                    <a:pt x="14283" y="9432"/>
                  </a:lnTo>
                  <a:cubicBezTo>
                    <a:pt x="14283" y="9596"/>
                    <a:pt x="14173" y="9744"/>
                    <a:pt x="14019" y="9792"/>
                  </a:cubicBezTo>
                  <a:lnTo>
                    <a:pt x="13046" y="10104"/>
                  </a:lnTo>
                  <a:cubicBezTo>
                    <a:pt x="12892" y="10155"/>
                    <a:pt x="12758" y="10261"/>
                    <a:pt x="12676" y="10405"/>
                  </a:cubicBezTo>
                  <a:cubicBezTo>
                    <a:pt x="12295" y="11063"/>
                    <a:pt x="11696" y="11608"/>
                    <a:pt x="10894" y="12026"/>
                  </a:cubicBezTo>
                  <a:cubicBezTo>
                    <a:pt x="10801" y="12074"/>
                    <a:pt x="10736" y="12160"/>
                    <a:pt x="10719" y="12262"/>
                  </a:cubicBezTo>
                  <a:lnTo>
                    <a:pt x="10407" y="13907"/>
                  </a:lnTo>
                  <a:cubicBezTo>
                    <a:pt x="10397" y="13952"/>
                    <a:pt x="10359" y="13986"/>
                    <a:pt x="10311" y="13986"/>
                  </a:cubicBezTo>
                  <a:lnTo>
                    <a:pt x="9300" y="13986"/>
                  </a:lnTo>
                  <a:cubicBezTo>
                    <a:pt x="9256" y="13986"/>
                    <a:pt x="9215" y="13952"/>
                    <a:pt x="9208" y="13907"/>
                  </a:cubicBezTo>
                  <a:lnTo>
                    <a:pt x="9036" y="12999"/>
                  </a:lnTo>
                  <a:cubicBezTo>
                    <a:pt x="9006" y="12837"/>
                    <a:pt x="8868" y="12724"/>
                    <a:pt x="8710" y="12724"/>
                  </a:cubicBezTo>
                  <a:cubicBezTo>
                    <a:pt x="8691" y="12724"/>
                    <a:pt x="8672" y="12725"/>
                    <a:pt x="8653" y="12729"/>
                  </a:cubicBezTo>
                  <a:cubicBezTo>
                    <a:pt x="8211" y="12794"/>
                    <a:pt x="7765" y="12828"/>
                    <a:pt x="7320" y="12828"/>
                  </a:cubicBezTo>
                  <a:cubicBezTo>
                    <a:pt x="6991" y="12828"/>
                    <a:pt x="6665" y="12807"/>
                    <a:pt x="6340" y="12770"/>
                  </a:cubicBezTo>
                  <a:cubicBezTo>
                    <a:pt x="6328" y="12769"/>
                    <a:pt x="6316" y="12768"/>
                    <a:pt x="6305" y="12768"/>
                  </a:cubicBezTo>
                  <a:cubicBezTo>
                    <a:pt x="6141" y="12768"/>
                    <a:pt x="5998" y="12880"/>
                    <a:pt x="5970" y="13044"/>
                  </a:cubicBezTo>
                  <a:lnTo>
                    <a:pt x="5805" y="13907"/>
                  </a:lnTo>
                  <a:cubicBezTo>
                    <a:pt x="5795" y="13952"/>
                    <a:pt x="5757" y="13986"/>
                    <a:pt x="5709" y="13986"/>
                  </a:cubicBezTo>
                  <a:lnTo>
                    <a:pt x="4698" y="13986"/>
                  </a:lnTo>
                  <a:cubicBezTo>
                    <a:pt x="4654" y="13986"/>
                    <a:pt x="4613" y="13952"/>
                    <a:pt x="4606" y="13907"/>
                  </a:cubicBezTo>
                  <a:lnTo>
                    <a:pt x="4304" y="12352"/>
                  </a:lnTo>
                  <a:cubicBezTo>
                    <a:pt x="4287" y="12252"/>
                    <a:pt x="4222" y="12167"/>
                    <a:pt x="4133" y="12119"/>
                  </a:cubicBezTo>
                  <a:cubicBezTo>
                    <a:pt x="2765" y="11389"/>
                    <a:pt x="2046" y="10172"/>
                    <a:pt x="2046" y="8596"/>
                  </a:cubicBezTo>
                  <a:cubicBezTo>
                    <a:pt x="2046" y="7801"/>
                    <a:pt x="2221" y="7095"/>
                    <a:pt x="2563" y="6502"/>
                  </a:cubicBezTo>
                  <a:cubicBezTo>
                    <a:pt x="2882" y="5950"/>
                    <a:pt x="3351" y="5495"/>
                    <a:pt x="3955" y="5145"/>
                  </a:cubicBezTo>
                  <a:cubicBezTo>
                    <a:pt x="4150" y="5020"/>
                    <a:pt x="4033" y="4748"/>
                    <a:pt x="3843" y="4748"/>
                  </a:cubicBezTo>
                  <a:cubicBezTo>
                    <a:pt x="3810" y="4748"/>
                    <a:pt x="3775" y="4756"/>
                    <a:pt x="3739" y="4775"/>
                  </a:cubicBezTo>
                  <a:cubicBezTo>
                    <a:pt x="2570" y="5450"/>
                    <a:pt x="1868" y="6495"/>
                    <a:pt x="1672" y="7818"/>
                  </a:cubicBezTo>
                  <a:lnTo>
                    <a:pt x="1611" y="7811"/>
                  </a:lnTo>
                  <a:cubicBezTo>
                    <a:pt x="1614" y="7667"/>
                    <a:pt x="1587" y="7520"/>
                    <a:pt x="1532" y="7383"/>
                  </a:cubicBezTo>
                  <a:cubicBezTo>
                    <a:pt x="1408" y="7074"/>
                    <a:pt x="1151" y="6852"/>
                    <a:pt x="881" y="6817"/>
                  </a:cubicBezTo>
                  <a:cubicBezTo>
                    <a:pt x="854" y="6813"/>
                    <a:pt x="827" y="6811"/>
                    <a:pt x="800" y="6811"/>
                  </a:cubicBezTo>
                  <a:cubicBezTo>
                    <a:pt x="618" y="6811"/>
                    <a:pt x="448" y="6903"/>
                    <a:pt x="326" y="7064"/>
                  </a:cubicBezTo>
                  <a:cubicBezTo>
                    <a:pt x="120" y="7335"/>
                    <a:pt x="154" y="7547"/>
                    <a:pt x="219" y="7681"/>
                  </a:cubicBezTo>
                  <a:cubicBezTo>
                    <a:pt x="326" y="7904"/>
                    <a:pt x="603" y="8058"/>
                    <a:pt x="1062" y="8157"/>
                  </a:cubicBezTo>
                  <a:cubicBezTo>
                    <a:pt x="1049" y="8178"/>
                    <a:pt x="1035" y="8195"/>
                    <a:pt x="1021" y="8215"/>
                  </a:cubicBezTo>
                  <a:cubicBezTo>
                    <a:pt x="747" y="8558"/>
                    <a:pt x="428" y="8630"/>
                    <a:pt x="219" y="8637"/>
                  </a:cubicBezTo>
                  <a:cubicBezTo>
                    <a:pt x="99" y="8640"/>
                    <a:pt x="0" y="8740"/>
                    <a:pt x="0" y="8863"/>
                  </a:cubicBezTo>
                  <a:cubicBezTo>
                    <a:pt x="0" y="8983"/>
                    <a:pt x="96" y="9079"/>
                    <a:pt x="216" y="9086"/>
                  </a:cubicBezTo>
                  <a:lnTo>
                    <a:pt x="264" y="9086"/>
                  </a:lnTo>
                  <a:cubicBezTo>
                    <a:pt x="524" y="9086"/>
                    <a:pt x="949" y="8990"/>
                    <a:pt x="1354" y="8479"/>
                  </a:cubicBezTo>
                  <a:cubicBezTo>
                    <a:pt x="1415" y="8404"/>
                    <a:pt x="1467" y="8318"/>
                    <a:pt x="1511" y="8226"/>
                  </a:cubicBezTo>
                  <a:cubicBezTo>
                    <a:pt x="1549" y="8233"/>
                    <a:pt x="1590" y="8236"/>
                    <a:pt x="1628" y="8239"/>
                  </a:cubicBezTo>
                  <a:cubicBezTo>
                    <a:pt x="1617" y="8356"/>
                    <a:pt x="1614" y="8472"/>
                    <a:pt x="1614" y="8592"/>
                  </a:cubicBezTo>
                  <a:cubicBezTo>
                    <a:pt x="1614" y="9483"/>
                    <a:pt x="1830" y="10278"/>
                    <a:pt x="2248" y="10953"/>
                  </a:cubicBezTo>
                  <a:cubicBezTo>
                    <a:pt x="2632" y="11577"/>
                    <a:pt x="3187" y="12088"/>
                    <a:pt x="3893" y="12472"/>
                  </a:cubicBezTo>
                  <a:lnTo>
                    <a:pt x="4181" y="13986"/>
                  </a:lnTo>
                  <a:cubicBezTo>
                    <a:pt x="4229" y="14233"/>
                    <a:pt x="4445" y="14411"/>
                    <a:pt x="4695" y="14415"/>
                  </a:cubicBezTo>
                  <a:lnTo>
                    <a:pt x="5713" y="14415"/>
                  </a:lnTo>
                  <a:cubicBezTo>
                    <a:pt x="5963" y="14411"/>
                    <a:pt x="6179" y="14233"/>
                    <a:pt x="6227" y="13986"/>
                  </a:cubicBezTo>
                  <a:lnTo>
                    <a:pt x="6374" y="13201"/>
                  </a:lnTo>
                  <a:cubicBezTo>
                    <a:pt x="6686" y="13236"/>
                    <a:pt x="7004" y="13253"/>
                    <a:pt x="7320" y="13253"/>
                  </a:cubicBezTo>
                  <a:cubicBezTo>
                    <a:pt x="7758" y="13253"/>
                    <a:pt x="8197" y="13222"/>
                    <a:pt x="8632" y="13160"/>
                  </a:cubicBezTo>
                  <a:lnTo>
                    <a:pt x="8786" y="13986"/>
                  </a:lnTo>
                  <a:cubicBezTo>
                    <a:pt x="8834" y="14233"/>
                    <a:pt x="9050" y="14411"/>
                    <a:pt x="9300" y="14415"/>
                  </a:cubicBezTo>
                  <a:lnTo>
                    <a:pt x="10311" y="14415"/>
                  </a:lnTo>
                  <a:cubicBezTo>
                    <a:pt x="10565" y="14411"/>
                    <a:pt x="10781" y="14233"/>
                    <a:pt x="10825" y="13986"/>
                  </a:cubicBezTo>
                  <a:lnTo>
                    <a:pt x="11130" y="12382"/>
                  </a:lnTo>
                  <a:cubicBezTo>
                    <a:pt x="11987" y="11930"/>
                    <a:pt x="12628" y="11334"/>
                    <a:pt x="13046" y="10614"/>
                  </a:cubicBezTo>
                  <a:cubicBezTo>
                    <a:pt x="13073" y="10566"/>
                    <a:pt x="13118" y="10529"/>
                    <a:pt x="13173" y="10508"/>
                  </a:cubicBezTo>
                  <a:lnTo>
                    <a:pt x="14149" y="10203"/>
                  </a:lnTo>
                  <a:cubicBezTo>
                    <a:pt x="14485" y="10093"/>
                    <a:pt x="14711" y="9782"/>
                    <a:pt x="14711" y="9432"/>
                  </a:cubicBezTo>
                  <a:lnTo>
                    <a:pt x="14711" y="8431"/>
                  </a:lnTo>
                  <a:cubicBezTo>
                    <a:pt x="14711" y="8082"/>
                    <a:pt x="14485" y="7770"/>
                    <a:pt x="14149" y="7664"/>
                  </a:cubicBezTo>
                  <a:lnTo>
                    <a:pt x="13546" y="7468"/>
                  </a:lnTo>
                  <a:cubicBezTo>
                    <a:pt x="13467" y="7444"/>
                    <a:pt x="13409" y="7383"/>
                    <a:pt x="13385" y="7304"/>
                  </a:cubicBezTo>
                  <a:cubicBezTo>
                    <a:pt x="13258" y="6900"/>
                    <a:pt x="13063" y="6519"/>
                    <a:pt x="12813" y="6177"/>
                  </a:cubicBezTo>
                  <a:cubicBezTo>
                    <a:pt x="12700" y="6019"/>
                    <a:pt x="12570" y="5868"/>
                    <a:pt x="12432" y="5728"/>
                  </a:cubicBezTo>
                  <a:cubicBezTo>
                    <a:pt x="12525" y="5330"/>
                    <a:pt x="12570" y="4926"/>
                    <a:pt x="12566" y="4518"/>
                  </a:cubicBezTo>
                  <a:cubicBezTo>
                    <a:pt x="12556" y="3970"/>
                    <a:pt x="12446" y="3651"/>
                    <a:pt x="12230" y="3538"/>
                  </a:cubicBezTo>
                  <a:cubicBezTo>
                    <a:pt x="12189" y="3516"/>
                    <a:pt x="12119" y="3479"/>
                    <a:pt x="11962" y="3479"/>
                  </a:cubicBezTo>
                  <a:cubicBezTo>
                    <a:pt x="11673" y="3479"/>
                    <a:pt x="11090" y="3603"/>
                    <a:pt x="9852" y="4168"/>
                  </a:cubicBezTo>
                  <a:cubicBezTo>
                    <a:pt x="9808" y="4189"/>
                    <a:pt x="9766" y="4213"/>
                    <a:pt x="9725" y="4244"/>
                  </a:cubicBezTo>
                  <a:cubicBezTo>
                    <a:pt x="9595" y="4210"/>
                    <a:pt x="9465" y="4175"/>
                    <a:pt x="9331" y="4148"/>
                  </a:cubicBezTo>
                  <a:lnTo>
                    <a:pt x="9283" y="4138"/>
                  </a:lnTo>
                  <a:cubicBezTo>
                    <a:pt x="9441" y="3795"/>
                    <a:pt x="9530" y="3428"/>
                    <a:pt x="9547" y="3055"/>
                  </a:cubicBezTo>
                  <a:cubicBezTo>
                    <a:pt x="9552" y="2906"/>
                    <a:pt x="9441" y="2830"/>
                    <a:pt x="9330" y="2830"/>
                  </a:cubicBezTo>
                  <a:cubicBezTo>
                    <a:pt x="9226" y="2830"/>
                    <a:pt x="9124" y="2897"/>
                    <a:pt x="9119" y="3034"/>
                  </a:cubicBezTo>
                  <a:cubicBezTo>
                    <a:pt x="9074" y="4035"/>
                    <a:pt x="8430" y="4915"/>
                    <a:pt x="7491" y="5262"/>
                  </a:cubicBezTo>
                  <a:cubicBezTo>
                    <a:pt x="7205" y="5222"/>
                    <a:pt x="6917" y="5202"/>
                    <a:pt x="6629" y="5202"/>
                  </a:cubicBezTo>
                  <a:cubicBezTo>
                    <a:pt x="6341" y="5202"/>
                    <a:pt x="6053" y="5222"/>
                    <a:pt x="5767" y="5262"/>
                  </a:cubicBezTo>
                  <a:cubicBezTo>
                    <a:pt x="4119" y="4652"/>
                    <a:pt x="3602" y="2575"/>
                    <a:pt x="4774" y="1262"/>
                  </a:cubicBezTo>
                  <a:cubicBezTo>
                    <a:pt x="5276" y="700"/>
                    <a:pt x="5954" y="431"/>
                    <a:pt x="6627" y="431"/>
                  </a:cubicBezTo>
                  <a:cubicBezTo>
                    <a:pt x="7521" y="431"/>
                    <a:pt x="8405" y="905"/>
                    <a:pt x="8855" y="1801"/>
                  </a:cubicBezTo>
                  <a:cubicBezTo>
                    <a:pt x="8899" y="1881"/>
                    <a:pt x="8969" y="1914"/>
                    <a:pt x="9038" y="1914"/>
                  </a:cubicBezTo>
                  <a:cubicBezTo>
                    <a:pt x="9178" y="1914"/>
                    <a:pt x="9317" y="1776"/>
                    <a:pt x="9239" y="1609"/>
                  </a:cubicBezTo>
                  <a:cubicBezTo>
                    <a:pt x="8714" y="567"/>
                    <a:pt x="7678"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79"/>
          <p:cNvGrpSpPr/>
          <p:nvPr/>
        </p:nvGrpSpPr>
        <p:grpSpPr>
          <a:xfrm>
            <a:off x="5769778" y="2292101"/>
            <a:ext cx="374877" cy="367044"/>
            <a:chOff x="5769778" y="2292101"/>
            <a:chExt cx="374877" cy="367044"/>
          </a:xfrm>
        </p:grpSpPr>
        <p:sp>
          <p:nvSpPr>
            <p:cNvPr id="7401" name="Google Shape;7401;p79"/>
            <p:cNvSpPr/>
            <p:nvPr/>
          </p:nvSpPr>
          <p:spPr>
            <a:xfrm>
              <a:off x="5783687" y="2297917"/>
              <a:ext cx="355571" cy="355676"/>
            </a:xfrm>
            <a:custGeom>
              <a:rect b="b" l="l" r="r" t="t"/>
              <a:pathLst>
                <a:path extrusionOk="0" h="13578" w="13574">
                  <a:moveTo>
                    <a:pt x="6785" y="1"/>
                  </a:moveTo>
                  <a:cubicBezTo>
                    <a:pt x="3036" y="1"/>
                    <a:pt x="0" y="3040"/>
                    <a:pt x="0" y="6789"/>
                  </a:cubicBezTo>
                  <a:cubicBezTo>
                    <a:pt x="0" y="10538"/>
                    <a:pt x="3036" y="13577"/>
                    <a:pt x="6785" y="13577"/>
                  </a:cubicBezTo>
                  <a:cubicBezTo>
                    <a:pt x="10534" y="13577"/>
                    <a:pt x="13574" y="10538"/>
                    <a:pt x="13574" y="6789"/>
                  </a:cubicBezTo>
                  <a:cubicBezTo>
                    <a:pt x="13574" y="3040"/>
                    <a:pt x="10534" y="1"/>
                    <a:pt x="6785"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9"/>
            <p:cNvSpPr/>
            <p:nvPr/>
          </p:nvSpPr>
          <p:spPr>
            <a:xfrm>
              <a:off x="5810328" y="2324583"/>
              <a:ext cx="302264" cy="302343"/>
            </a:xfrm>
            <a:custGeom>
              <a:rect b="b" l="l" r="r" t="t"/>
              <a:pathLst>
                <a:path extrusionOk="0" h="11542" w="11539">
                  <a:moveTo>
                    <a:pt x="5768" y="0"/>
                  </a:moveTo>
                  <a:cubicBezTo>
                    <a:pt x="2585" y="0"/>
                    <a:pt x="1" y="2584"/>
                    <a:pt x="1" y="5771"/>
                  </a:cubicBezTo>
                  <a:cubicBezTo>
                    <a:pt x="1" y="8958"/>
                    <a:pt x="2585" y="11542"/>
                    <a:pt x="5768" y="11542"/>
                  </a:cubicBezTo>
                  <a:cubicBezTo>
                    <a:pt x="8955" y="11542"/>
                    <a:pt x="11539" y="8958"/>
                    <a:pt x="11539" y="5771"/>
                  </a:cubicBezTo>
                  <a:cubicBezTo>
                    <a:pt x="11539" y="2584"/>
                    <a:pt x="8955" y="0"/>
                    <a:pt x="576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9"/>
            <p:cNvSpPr/>
            <p:nvPr/>
          </p:nvSpPr>
          <p:spPr>
            <a:xfrm>
              <a:off x="5769778" y="2292101"/>
              <a:ext cx="374877" cy="367044"/>
            </a:xfrm>
            <a:custGeom>
              <a:rect b="b" l="l" r="r" t="t"/>
              <a:pathLst>
                <a:path extrusionOk="0" h="14012" w="14311">
                  <a:moveTo>
                    <a:pt x="7316" y="1"/>
                  </a:moveTo>
                  <a:cubicBezTo>
                    <a:pt x="7002" y="1"/>
                    <a:pt x="6686" y="22"/>
                    <a:pt x="6367" y="65"/>
                  </a:cubicBezTo>
                  <a:cubicBezTo>
                    <a:pt x="2656" y="565"/>
                    <a:pt x="0" y="3899"/>
                    <a:pt x="336" y="7631"/>
                  </a:cubicBezTo>
                  <a:cubicBezTo>
                    <a:pt x="659" y="11259"/>
                    <a:pt x="3699" y="14012"/>
                    <a:pt x="7305" y="14012"/>
                  </a:cubicBezTo>
                  <a:cubicBezTo>
                    <a:pt x="7409" y="14012"/>
                    <a:pt x="7513" y="14010"/>
                    <a:pt x="7618" y="14005"/>
                  </a:cubicBezTo>
                  <a:cubicBezTo>
                    <a:pt x="11360" y="13841"/>
                    <a:pt x="14307" y="10756"/>
                    <a:pt x="14310" y="7011"/>
                  </a:cubicBezTo>
                  <a:cubicBezTo>
                    <a:pt x="14310" y="6888"/>
                    <a:pt x="14307" y="6761"/>
                    <a:pt x="14300" y="6637"/>
                  </a:cubicBezTo>
                  <a:cubicBezTo>
                    <a:pt x="14293" y="6506"/>
                    <a:pt x="14196" y="6442"/>
                    <a:pt x="14097" y="6442"/>
                  </a:cubicBezTo>
                  <a:cubicBezTo>
                    <a:pt x="13991" y="6442"/>
                    <a:pt x="13885" y="6516"/>
                    <a:pt x="13892" y="6658"/>
                  </a:cubicBezTo>
                  <a:cubicBezTo>
                    <a:pt x="13899" y="6775"/>
                    <a:pt x="13903" y="6894"/>
                    <a:pt x="13903" y="7011"/>
                  </a:cubicBezTo>
                  <a:cubicBezTo>
                    <a:pt x="13896" y="10523"/>
                    <a:pt x="11130" y="13409"/>
                    <a:pt x="7625" y="13560"/>
                  </a:cubicBezTo>
                  <a:cubicBezTo>
                    <a:pt x="7527" y="13564"/>
                    <a:pt x="7429" y="13566"/>
                    <a:pt x="7332" y="13566"/>
                  </a:cubicBezTo>
                  <a:cubicBezTo>
                    <a:pt x="3953" y="13566"/>
                    <a:pt x="1105" y="10984"/>
                    <a:pt x="802" y="7587"/>
                  </a:cubicBezTo>
                  <a:cubicBezTo>
                    <a:pt x="490" y="4088"/>
                    <a:pt x="2981" y="966"/>
                    <a:pt x="6456" y="497"/>
                  </a:cubicBezTo>
                  <a:cubicBezTo>
                    <a:pt x="6754" y="456"/>
                    <a:pt x="7049" y="437"/>
                    <a:pt x="7342" y="437"/>
                  </a:cubicBezTo>
                  <a:cubicBezTo>
                    <a:pt x="10469" y="437"/>
                    <a:pt x="13223" y="2670"/>
                    <a:pt x="13796" y="5832"/>
                  </a:cubicBezTo>
                  <a:cubicBezTo>
                    <a:pt x="13815" y="5930"/>
                    <a:pt x="13901" y="6000"/>
                    <a:pt x="13996" y="6000"/>
                  </a:cubicBezTo>
                  <a:cubicBezTo>
                    <a:pt x="14008" y="6000"/>
                    <a:pt x="14021" y="5999"/>
                    <a:pt x="14033" y="5997"/>
                  </a:cubicBezTo>
                  <a:cubicBezTo>
                    <a:pt x="14146" y="5976"/>
                    <a:pt x="14218" y="5870"/>
                    <a:pt x="14197" y="5757"/>
                  </a:cubicBezTo>
                  <a:cubicBezTo>
                    <a:pt x="13586" y="2386"/>
                    <a:pt x="10650" y="1"/>
                    <a:pt x="7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9"/>
            <p:cNvSpPr/>
            <p:nvPr/>
          </p:nvSpPr>
          <p:spPr>
            <a:xfrm>
              <a:off x="5784316" y="2319030"/>
              <a:ext cx="353240" cy="314288"/>
            </a:xfrm>
            <a:custGeom>
              <a:rect b="b" l="l" r="r" t="t"/>
              <a:pathLst>
                <a:path extrusionOk="0" h="11998" w="13485">
                  <a:moveTo>
                    <a:pt x="6783" y="0"/>
                  </a:moveTo>
                  <a:cubicBezTo>
                    <a:pt x="5165" y="0"/>
                    <a:pt x="3553" y="651"/>
                    <a:pt x="2372" y="1929"/>
                  </a:cubicBezTo>
                  <a:cubicBezTo>
                    <a:pt x="2218" y="2080"/>
                    <a:pt x="2360" y="2286"/>
                    <a:pt x="2518" y="2286"/>
                  </a:cubicBezTo>
                  <a:cubicBezTo>
                    <a:pt x="2571" y="2286"/>
                    <a:pt x="2627" y="2263"/>
                    <a:pt x="2673" y="2207"/>
                  </a:cubicBezTo>
                  <a:cubicBezTo>
                    <a:pt x="3765" y="1028"/>
                    <a:pt x="5253" y="427"/>
                    <a:pt x="6747" y="427"/>
                  </a:cubicBezTo>
                  <a:cubicBezTo>
                    <a:pt x="8024" y="427"/>
                    <a:pt x="9305" y="866"/>
                    <a:pt x="10349" y="1758"/>
                  </a:cubicBezTo>
                  <a:cubicBezTo>
                    <a:pt x="12614" y="3690"/>
                    <a:pt x="12950" y="7066"/>
                    <a:pt x="11110" y="9406"/>
                  </a:cubicBezTo>
                  <a:cubicBezTo>
                    <a:pt x="10017" y="10799"/>
                    <a:pt x="8388" y="11531"/>
                    <a:pt x="6739" y="11531"/>
                  </a:cubicBezTo>
                  <a:cubicBezTo>
                    <a:pt x="5612" y="11531"/>
                    <a:pt x="4476" y="11189"/>
                    <a:pt x="3496" y="10482"/>
                  </a:cubicBezTo>
                  <a:cubicBezTo>
                    <a:pt x="1083" y="8738"/>
                    <a:pt x="473" y="5400"/>
                    <a:pt x="2115" y="2916"/>
                  </a:cubicBezTo>
                  <a:cubicBezTo>
                    <a:pt x="2180" y="2823"/>
                    <a:pt x="2152" y="2697"/>
                    <a:pt x="2060" y="2632"/>
                  </a:cubicBezTo>
                  <a:cubicBezTo>
                    <a:pt x="2026" y="2609"/>
                    <a:pt x="1987" y="2598"/>
                    <a:pt x="1949" y="2598"/>
                  </a:cubicBezTo>
                  <a:cubicBezTo>
                    <a:pt x="1881" y="2598"/>
                    <a:pt x="1814" y="2631"/>
                    <a:pt x="1775" y="2690"/>
                  </a:cubicBezTo>
                  <a:cubicBezTo>
                    <a:pt x="0" y="5376"/>
                    <a:pt x="662" y="8985"/>
                    <a:pt x="3273" y="10866"/>
                  </a:cubicBezTo>
                  <a:cubicBezTo>
                    <a:pt x="4331" y="11629"/>
                    <a:pt x="5557" y="11997"/>
                    <a:pt x="6772" y="11997"/>
                  </a:cubicBezTo>
                  <a:cubicBezTo>
                    <a:pt x="8555" y="11997"/>
                    <a:pt x="10317" y="11204"/>
                    <a:pt x="11497" y="9698"/>
                  </a:cubicBezTo>
                  <a:cubicBezTo>
                    <a:pt x="13485" y="7165"/>
                    <a:pt x="13118" y="3516"/>
                    <a:pt x="10668" y="1429"/>
                  </a:cubicBezTo>
                  <a:cubicBezTo>
                    <a:pt x="9542" y="471"/>
                    <a:pt x="8160" y="0"/>
                    <a:pt x="6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9"/>
            <p:cNvSpPr/>
            <p:nvPr/>
          </p:nvSpPr>
          <p:spPr>
            <a:xfrm>
              <a:off x="5831153" y="2470358"/>
              <a:ext cx="18441" cy="10792"/>
            </a:xfrm>
            <a:custGeom>
              <a:rect b="b" l="l" r="r" t="t"/>
              <a:pathLst>
                <a:path extrusionOk="0" h="412" w="704">
                  <a:moveTo>
                    <a:pt x="203" y="0"/>
                  </a:moveTo>
                  <a:cubicBezTo>
                    <a:pt x="90" y="0"/>
                    <a:pt x="1" y="93"/>
                    <a:pt x="1" y="206"/>
                  </a:cubicBezTo>
                  <a:cubicBezTo>
                    <a:pt x="1" y="319"/>
                    <a:pt x="93" y="412"/>
                    <a:pt x="203" y="412"/>
                  </a:cubicBezTo>
                  <a:lnTo>
                    <a:pt x="498" y="412"/>
                  </a:lnTo>
                  <a:cubicBezTo>
                    <a:pt x="611" y="412"/>
                    <a:pt x="703" y="319"/>
                    <a:pt x="703" y="206"/>
                  </a:cubicBezTo>
                  <a:cubicBezTo>
                    <a:pt x="703" y="93"/>
                    <a:pt x="611" y="0"/>
                    <a:pt x="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9"/>
            <p:cNvSpPr/>
            <p:nvPr/>
          </p:nvSpPr>
          <p:spPr>
            <a:xfrm>
              <a:off x="5956129" y="2345487"/>
              <a:ext cx="135638" cy="135664"/>
            </a:xfrm>
            <a:custGeom>
              <a:rect b="b" l="l" r="r" t="t"/>
              <a:pathLst>
                <a:path extrusionOk="0" h="5179" w="5178">
                  <a:moveTo>
                    <a:pt x="204" y="1"/>
                  </a:moveTo>
                  <a:cubicBezTo>
                    <a:pt x="102" y="1"/>
                    <a:pt x="0" y="69"/>
                    <a:pt x="0" y="206"/>
                  </a:cubicBezTo>
                  <a:lnTo>
                    <a:pt x="0" y="4973"/>
                  </a:lnTo>
                  <a:cubicBezTo>
                    <a:pt x="0" y="5086"/>
                    <a:pt x="89" y="5179"/>
                    <a:pt x="202" y="5179"/>
                  </a:cubicBezTo>
                  <a:lnTo>
                    <a:pt x="4972" y="5179"/>
                  </a:lnTo>
                  <a:cubicBezTo>
                    <a:pt x="5085" y="5179"/>
                    <a:pt x="5178" y="5086"/>
                    <a:pt x="5178" y="4973"/>
                  </a:cubicBezTo>
                  <a:cubicBezTo>
                    <a:pt x="5178" y="4860"/>
                    <a:pt x="5085" y="4767"/>
                    <a:pt x="4972" y="4767"/>
                  </a:cubicBezTo>
                  <a:lnTo>
                    <a:pt x="408" y="4767"/>
                  </a:ln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9"/>
            <p:cNvSpPr/>
            <p:nvPr/>
          </p:nvSpPr>
          <p:spPr>
            <a:xfrm>
              <a:off x="5956129" y="2587581"/>
              <a:ext cx="10688" cy="18441"/>
            </a:xfrm>
            <a:custGeom>
              <a:rect b="b" l="l" r="r" t="t"/>
              <a:pathLst>
                <a:path extrusionOk="0" h="704" w="408">
                  <a:moveTo>
                    <a:pt x="204" y="1"/>
                  </a:moveTo>
                  <a:cubicBezTo>
                    <a:pt x="102" y="1"/>
                    <a:pt x="0" y="69"/>
                    <a:pt x="0" y="206"/>
                  </a:cubicBezTo>
                  <a:lnTo>
                    <a:pt x="0" y="501"/>
                  </a:lnTo>
                  <a:cubicBezTo>
                    <a:pt x="0" y="614"/>
                    <a:pt x="89" y="703"/>
                    <a:pt x="202" y="703"/>
                  </a:cubicBezTo>
                  <a:cubicBezTo>
                    <a:pt x="315" y="703"/>
                    <a:pt x="408" y="614"/>
                    <a:pt x="408" y="501"/>
                  </a:cubicBez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9"/>
            <p:cNvSpPr/>
            <p:nvPr/>
          </p:nvSpPr>
          <p:spPr>
            <a:xfrm>
              <a:off x="5865390" y="2381898"/>
              <a:ext cx="20904" cy="16450"/>
            </a:xfrm>
            <a:custGeom>
              <a:rect b="b" l="l" r="r" t="t"/>
              <a:pathLst>
                <a:path extrusionOk="0" h="628" w="798">
                  <a:moveTo>
                    <a:pt x="298" y="1"/>
                  </a:moveTo>
                  <a:cubicBezTo>
                    <a:pt x="138" y="1"/>
                    <a:pt x="0" y="208"/>
                    <a:pt x="150" y="358"/>
                  </a:cubicBezTo>
                  <a:lnTo>
                    <a:pt x="359" y="564"/>
                  </a:lnTo>
                  <a:cubicBezTo>
                    <a:pt x="404" y="609"/>
                    <a:pt x="454" y="627"/>
                    <a:pt x="502" y="627"/>
                  </a:cubicBezTo>
                  <a:cubicBezTo>
                    <a:pt x="660" y="627"/>
                    <a:pt x="797" y="423"/>
                    <a:pt x="647" y="273"/>
                  </a:cubicBezTo>
                  <a:lnTo>
                    <a:pt x="442" y="64"/>
                  </a:lnTo>
                  <a:cubicBezTo>
                    <a:pt x="397" y="19"/>
                    <a:pt x="34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9"/>
            <p:cNvSpPr/>
            <p:nvPr/>
          </p:nvSpPr>
          <p:spPr>
            <a:xfrm>
              <a:off x="6038434" y="2553266"/>
              <a:ext cx="19044" cy="16293"/>
            </a:xfrm>
            <a:custGeom>
              <a:rect b="b" l="l" r="r" t="t"/>
              <a:pathLst>
                <a:path extrusionOk="0" h="622" w="727">
                  <a:moveTo>
                    <a:pt x="226" y="1"/>
                  </a:moveTo>
                  <a:cubicBezTo>
                    <a:pt x="173" y="1"/>
                    <a:pt x="120" y="21"/>
                    <a:pt x="79" y="60"/>
                  </a:cubicBezTo>
                  <a:cubicBezTo>
                    <a:pt x="0" y="139"/>
                    <a:pt x="0" y="269"/>
                    <a:pt x="79" y="351"/>
                  </a:cubicBezTo>
                  <a:lnTo>
                    <a:pt x="288" y="557"/>
                  </a:lnTo>
                  <a:cubicBezTo>
                    <a:pt x="334" y="602"/>
                    <a:pt x="385" y="622"/>
                    <a:pt x="433" y="622"/>
                  </a:cubicBezTo>
                  <a:cubicBezTo>
                    <a:pt x="592" y="622"/>
                    <a:pt x="727" y="416"/>
                    <a:pt x="580" y="269"/>
                  </a:cubicBezTo>
                  <a:lnTo>
                    <a:pt x="371" y="60"/>
                  </a:lnTo>
                  <a:cubicBezTo>
                    <a:pt x="331" y="21"/>
                    <a:pt x="279"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9"/>
            <p:cNvSpPr/>
            <p:nvPr/>
          </p:nvSpPr>
          <p:spPr>
            <a:xfrm>
              <a:off x="6036653" y="2381976"/>
              <a:ext cx="20825" cy="16398"/>
            </a:xfrm>
            <a:custGeom>
              <a:rect b="b" l="l" r="r" t="t"/>
              <a:pathLst>
                <a:path extrusionOk="0" h="626" w="795">
                  <a:moveTo>
                    <a:pt x="499" y="1"/>
                  </a:moveTo>
                  <a:cubicBezTo>
                    <a:pt x="451" y="1"/>
                    <a:pt x="401" y="20"/>
                    <a:pt x="356" y="64"/>
                  </a:cubicBezTo>
                  <a:lnTo>
                    <a:pt x="147" y="273"/>
                  </a:lnTo>
                  <a:cubicBezTo>
                    <a:pt x="0" y="420"/>
                    <a:pt x="135" y="626"/>
                    <a:pt x="294" y="626"/>
                  </a:cubicBezTo>
                  <a:cubicBezTo>
                    <a:pt x="342" y="626"/>
                    <a:pt x="393" y="607"/>
                    <a:pt x="439" y="561"/>
                  </a:cubicBezTo>
                  <a:lnTo>
                    <a:pt x="648" y="355"/>
                  </a:lnTo>
                  <a:cubicBezTo>
                    <a:pt x="795" y="205"/>
                    <a:pt x="657"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9"/>
            <p:cNvSpPr/>
            <p:nvPr/>
          </p:nvSpPr>
          <p:spPr>
            <a:xfrm>
              <a:off x="5867249" y="2553161"/>
              <a:ext cx="19044" cy="16319"/>
            </a:xfrm>
            <a:custGeom>
              <a:rect b="b" l="l" r="r" t="t"/>
              <a:pathLst>
                <a:path extrusionOk="0" h="623" w="727">
                  <a:moveTo>
                    <a:pt x="431" y="1"/>
                  </a:moveTo>
                  <a:cubicBezTo>
                    <a:pt x="383" y="1"/>
                    <a:pt x="333" y="19"/>
                    <a:pt x="288" y="64"/>
                  </a:cubicBezTo>
                  <a:lnTo>
                    <a:pt x="79" y="273"/>
                  </a:lnTo>
                  <a:cubicBezTo>
                    <a:pt x="1" y="352"/>
                    <a:pt x="1" y="482"/>
                    <a:pt x="79" y="561"/>
                  </a:cubicBezTo>
                  <a:cubicBezTo>
                    <a:pt x="119" y="602"/>
                    <a:pt x="171" y="623"/>
                    <a:pt x="224" y="623"/>
                  </a:cubicBezTo>
                  <a:cubicBezTo>
                    <a:pt x="276" y="623"/>
                    <a:pt x="330" y="602"/>
                    <a:pt x="371" y="561"/>
                  </a:cubicBezTo>
                  <a:lnTo>
                    <a:pt x="576" y="355"/>
                  </a:lnTo>
                  <a:cubicBezTo>
                    <a:pt x="726" y="205"/>
                    <a:pt x="589" y="1"/>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9"/>
            <p:cNvSpPr/>
            <p:nvPr/>
          </p:nvSpPr>
          <p:spPr>
            <a:xfrm>
              <a:off x="5838592" y="2421400"/>
              <a:ext cx="22868" cy="13936"/>
            </a:xfrm>
            <a:custGeom>
              <a:rect b="b" l="l" r="r" t="t"/>
              <a:pathLst>
                <a:path extrusionOk="0" h="532" w="873">
                  <a:moveTo>
                    <a:pt x="295" y="0"/>
                  </a:moveTo>
                  <a:cubicBezTo>
                    <a:pt x="99" y="0"/>
                    <a:pt x="1" y="303"/>
                    <a:pt x="221" y="396"/>
                  </a:cubicBezTo>
                  <a:lnTo>
                    <a:pt x="491" y="512"/>
                  </a:lnTo>
                  <a:cubicBezTo>
                    <a:pt x="522" y="525"/>
                    <a:pt x="551" y="531"/>
                    <a:pt x="578" y="531"/>
                  </a:cubicBezTo>
                  <a:cubicBezTo>
                    <a:pt x="775" y="531"/>
                    <a:pt x="872" y="229"/>
                    <a:pt x="652" y="135"/>
                  </a:cubicBezTo>
                  <a:lnTo>
                    <a:pt x="382" y="19"/>
                  </a:lnTo>
                  <a:cubicBezTo>
                    <a:pt x="351" y="6"/>
                    <a:pt x="322"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9"/>
            <p:cNvSpPr/>
            <p:nvPr/>
          </p:nvSpPr>
          <p:spPr>
            <a:xfrm>
              <a:off x="6061512" y="2516147"/>
              <a:ext cx="22816" cy="13883"/>
            </a:xfrm>
            <a:custGeom>
              <a:rect b="b" l="l" r="r" t="t"/>
              <a:pathLst>
                <a:path extrusionOk="0" h="530" w="871">
                  <a:moveTo>
                    <a:pt x="291" y="1"/>
                  </a:moveTo>
                  <a:cubicBezTo>
                    <a:pt x="94" y="1"/>
                    <a:pt x="0" y="302"/>
                    <a:pt x="219" y="398"/>
                  </a:cubicBezTo>
                  <a:lnTo>
                    <a:pt x="490" y="511"/>
                  </a:lnTo>
                  <a:cubicBezTo>
                    <a:pt x="521" y="524"/>
                    <a:pt x="550" y="529"/>
                    <a:pt x="577" y="529"/>
                  </a:cubicBezTo>
                  <a:cubicBezTo>
                    <a:pt x="773" y="529"/>
                    <a:pt x="871" y="227"/>
                    <a:pt x="651" y="134"/>
                  </a:cubicBezTo>
                  <a:lnTo>
                    <a:pt x="380" y="21"/>
                  </a:lnTo>
                  <a:cubicBezTo>
                    <a:pt x="349" y="7"/>
                    <a:pt x="31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9"/>
            <p:cNvSpPr/>
            <p:nvPr/>
          </p:nvSpPr>
          <p:spPr>
            <a:xfrm>
              <a:off x="6000923" y="2355336"/>
              <a:ext cx="16162" cy="17917"/>
            </a:xfrm>
            <a:custGeom>
              <a:rect b="b" l="l" r="r" t="t"/>
              <a:pathLst>
                <a:path extrusionOk="0" h="684" w="617">
                  <a:moveTo>
                    <a:pt x="353" y="1"/>
                  </a:moveTo>
                  <a:cubicBezTo>
                    <a:pt x="281" y="1"/>
                    <a:pt x="209" y="38"/>
                    <a:pt x="171" y="128"/>
                  </a:cubicBezTo>
                  <a:lnTo>
                    <a:pt x="55" y="399"/>
                  </a:lnTo>
                  <a:cubicBezTo>
                    <a:pt x="0" y="533"/>
                    <a:pt x="96" y="684"/>
                    <a:pt x="243" y="684"/>
                  </a:cubicBezTo>
                  <a:cubicBezTo>
                    <a:pt x="326" y="684"/>
                    <a:pt x="401" y="632"/>
                    <a:pt x="432" y="557"/>
                  </a:cubicBezTo>
                  <a:lnTo>
                    <a:pt x="548" y="286"/>
                  </a:lnTo>
                  <a:cubicBezTo>
                    <a:pt x="617" y="125"/>
                    <a:pt x="484" y="1"/>
                    <a:pt x="3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9"/>
            <p:cNvSpPr/>
            <p:nvPr/>
          </p:nvSpPr>
          <p:spPr>
            <a:xfrm>
              <a:off x="5906490" y="2578203"/>
              <a:ext cx="15900" cy="17917"/>
            </a:xfrm>
            <a:custGeom>
              <a:rect b="b" l="l" r="r" t="t"/>
              <a:pathLst>
                <a:path extrusionOk="0" h="684" w="607">
                  <a:moveTo>
                    <a:pt x="342" y="0"/>
                  </a:moveTo>
                  <a:cubicBezTo>
                    <a:pt x="270" y="0"/>
                    <a:pt x="199" y="37"/>
                    <a:pt x="161" y="126"/>
                  </a:cubicBezTo>
                  <a:lnTo>
                    <a:pt x="45" y="396"/>
                  </a:lnTo>
                  <a:cubicBezTo>
                    <a:pt x="0" y="503"/>
                    <a:pt x="48" y="623"/>
                    <a:pt x="154" y="667"/>
                  </a:cubicBezTo>
                  <a:cubicBezTo>
                    <a:pt x="180" y="678"/>
                    <a:pt x="207" y="684"/>
                    <a:pt x="234" y="684"/>
                  </a:cubicBezTo>
                  <a:cubicBezTo>
                    <a:pt x="313" y="684"/>
                    <a:pt x="388" y="637"/>
                    <a:pt x="422" y="558"/>
                  </a:cubicBezTo>
                  <a:lnTo>
                    <a:pt x="538" y="287"/>
                  </a:lnTo>
                  <a:cubicBezTo>
                    <a:pt x="607" y="125"/>
                    <a:pt x="47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9"/>
            <p:cNvSpPr/>
            <p:nvPr/>
          </p:nvSpPr>
          <p:spPr>
            <a:xfrm>
              <a:off x="5907983" y="2354472"/>
              <a:ext cx="16031" cy="17970"/>
            </a:xfrm>
            <a:custGeom>
              <a:rect b="b" l="l" r="r" t="t"/>
              <a:pathLst>
                <a:path extrusionOk="0" h="686" w="612">
                  <a:moveTo>
                    <a:pt x="263" y="1"/>
                  </a:moveTo>
                  <a:cubicBezTo>
                    <a:pt x="133" y="1"/>
                    <a:pt x="1" y="122"/>
                    <a:pt x="66" y="285"/>
                  </a:cubicBezTo>
                  <a:lnTo>
                    <a:pt x="176" y="556"/>
                  </a:lnTo>
                  <a:cubicBezTo>
                    <a:pt x="207" y="634"/>
                    <a:pt x="282" y="686"/>
                    <a:pt x="368" y="686"/>
                  </a:cubicBezTo>
                  <a:cubicBezTo>
                    <a:pt x="512" y="682"/>
                    <a:pt x="611" y="538"/>
                    <a:pt x="556" y="401"/>
                  </a:cubicBezTo>
                  <a:lnTo>
                    <a:pt x="447" y="131"/>
                  </a:lnTo>
                  <a:cubicBezTo>
                    <a:pt x="410" y="39"/>
                    <a:pt x="337"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9"/>
            <p:cNvSpPr/>
            <p:nvPr/>
          </p:nvSpPr>
          <p:spPr>
            <a:xfrm>
              <a:off x="5999194" y="2579041"/>
              <a:ext cx="15717" cy="17996"/>
            </a:xfrm>
            <a:custGeom>
              <a:rect b="b" l="l" r="r" t="t"/>
              <a:pathLst>
                <a:path extrusionOk="0" h="687" w="600">
                  <a:moveTo>
                    <a:pt x="232" y="1"/>
                  </a:moveTo>
                  <a:cubicBezTo>
                    <a:pt x="207" y="1"/>
                    <a:pt x="183" y="5"/>
                    <a:pt x="159" y="15"/>
                  </a:cubicBezTo>
                  <a:lnTo>
                    <a:pt x="159" y="18"/>
                  </a:lnTo>
                  <a:cubicBezTo>
                    <a:pt x="52" y="59"/>
                    <a:pt x="1" y="179"/>
                    <a:pt x="45" y="282"/>
                  </a:cubicBezTo>
                  <a:lnTo>
                    <a:pt x="155" y="556"/>
                  </a:lnTo>
                  <a:cubicBezTo>
                    <a:pt x="191" y="648"/>
                    <a:pt x="263" y="686"/>
                    <a:pt x="336" y="686"/>
                  </a:cubicBezTo>
                  <a:cubicBezTo>
                    <a:pt x="466" y="686"/>
                    <a:pt x="599" y="564"/>
                    <a:pt x="536" y="402"/>
                  </a:cubicBezTo>
                  <a:lnTo>
                    <a:pt x="422" y="131"/>
                  </a:lnTo>
                  <a:cubicBezTo>
                    <a:pt x="391" y="50"/>
                    <a:pt x="313"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9"/>
            <p:cNvSpPr/>
            <p:nvPr/>
          </p:nvSpPr>
          <p:spPr>
            <a:xfrm>
              <a:off x="6062664" y="2423574"/>
              <a:ext cx="22502" cy="13674"/>
            </a:xfrm>
            <a:custGeom>
              <a:rect b="b" l="l" r="r" t="t"/>
              <a:pathLst>
                <a:path extrusionOk="0" h="522" w="859">
                  <a:moveTo>
                    <a:pt x="568" y="1"/>
                  </a:moveTo>
                  <a:cubicBezTo>
                    <a:pt x="542" y="1"/>
                    <a:pt x="514" y="6"/>
                    <a:pt x="484" y="18"/>
                  </a:cubicBezTo>
                  <a:lnTo>
                    <a:pt x="210" y="128"/>
                  </a:lnTo>
                  <a:cubicBezTo>
                    <a:pt x="1" y="210"/>
                    <a:pt x="62" y="522"/>
                    <a:pt x="289" y="522"/>
                  </a:cubicBezTo>
                  <a:cubicBezTo>
                    <a:pt x="313" y="522"/>
                    <a:pt x="340" y="518"/>
                    <a:pt x="364" y="508"/>
                  </a:cubicBezTo>
                  <a:lnTo>
                    <a:pt x="638" y="399"/>
                  </a:lnTo>
                  <a:cubicBezTo>
                    <a:pt x="859" y="308"/>
                    <a:pt x="767" y="1"/>
                    <a:pt x="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9"/>
            <p:cNvSpPr/>
            <p:nvPr/>
          </p:nvSpPr>
          <p:spPr>
            <a:xfrm>
              <a:off x="5837675" y="2514235"/>
              <a:ext cx="22999" cy="13752"/>
            </a:xfrm>
            <a:custGeom>
              <a:rect b="b" l="l" r="r" t="t"/>
              <a:pathLst>
                <a:path extrusionOk="0" h="525" w="878">
                  <a:moveTo>
                    <a:pt x="584" y="1"/>
                  </a:moveTo>
                  <a:cubicBezTo>
                    <a:pt x="557" y="1"/>
                    <a:pt x="529" y="6"/>
                    <a:pt x="499" y="18"/>
                  </a:cubicBezTo>
                  <a:lnTo>
                    <a:pt x="225" y="128"/>
                  </a:lnTo>
                  <a:cubicBezTo>
                    <a:pt x="0" y="216"/>
                    <a:pt x="96" y="525"/>
                    <a:pt x="297" y="525"/>
                  </a:cubicBezTo>
                  <a:cubicBezTo>
                    <a:pt x="323" y="525"/>
                    <a:pt x="350" y="520"/>
                    <a:pt x="379" y="508"/>
                  </a:cubicBezTo>
                  <a:lnTo>
                    <a:pt x="653" y="395"/>
                  </a:lnTo>
                  <a:cubicBezTo>
                    <a:pt x="877" y="307"/>
                    <a:pt x="78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79"/>
          <p:cNvGrpSpPr/>
          <p:nvPr/>
        </p:nvGrpSpPr>
        <p:grpSpPr>
          <a:xfrm>
            <a:off x="6371739" y="2314603"/>
            <a:ext cx="267346" cy="322303"/>
            <a:chOff x="6371739" y="2314603"/>
            <a:chExt cx="267346" cy="322303"/>
          </a:xfrm>
        </p:grpSpPr>
        <p:sp>
          <p:nvSpPr>
            <p:cNvPr id="7421" name="Google Shape;7421;p79"/>
            <p:cNvSpPr/>
            <p:nvPr/>
          </p:nvSpPr>
          <p:spPr>
            <a:xfrm>
              <a:off x="6407993" y="2389023"/>
              <a:ext cx="194812" cy="243116"/>
            </a:xfrm>
            <a:custGeom>
              <a:rect b="b" l="l" r="r" t="t"/>
              <a:pathLst>
                <a:path extrusionOk="0" h="9281" w="7437">
                  <a:moveTo>
                    <a:pt x="1" y="1"/>
                  </a:moveTo>
                  <a:lnTo>
                    <a:pt x="473" y="8667"/>
                  </a:lnTo>
                  <a:cubicBezTo>
                    <a:pt x="491" y="9010"/>
                    <a:pt x="775" y="9280"/>
                    <a:pt x="1121" y="9280"/>
                  </a:cubicBezTo>
                  <a:lnTo>
                    <a:pt x="6289" y="9280"/>
                  </a:lnTo>
                  <a:cubicBezTo>
                    <a:pt x="6635" y="9280"/>
                    <a:pt x="6919" y="9013"/>
                    <a:pt x="6940" y="8667"/>
                  </a:cubicBezTo>
                  <a:lnTo>
                    <a:pt x="7437" y="1"/>
                  </a:ln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9"/>
            <p:cNvSpPr/>
            <p:nvPr/>
          </p:nvSpPr>
          <p:spPr>
            <a:xfrm>
              <a:off x="6420462" y="2389023"/>
              <a:ext cx="182343" cy="243116"/>
            </a:xfrm>
            <a:custGeom>
              <a:rect b="b" l="l" r="r" t="t"/>
              <a:pathLst>
                <a:path extrusionOk="0" h="9281" w="6961">
                  <a:moveTo>
                    <a:pt x="4805" y="1"/>
                  </a:moveTo>
                  <a:lnTo>
                    <a:pt x="4586" y="8078"/>
                  </a:lnTo>
                  <a:cubicBezTo>
                    <a:pt x="4576" y="8427"/>
                    <a:pt x="4288" y="8705"/>
                    <a:pt x="3938" y="8705"/>
                  </a:cubicBezTo>
                  <a:lnTo>
                    <a:pt x="1" y="8705"/>
                  </a:lnTo>
                  <a:cubicBezTo>
                    <a:pt x="39" y="9034"/>
                    <a:pt x="316" y="9280"/>
                    <a:pt x="649" y="9280"/>
                  </a:cubicBezTo>
                  <a:lnTo>
                    <a:pt x="5816" y="9280"/>
                  </a:lnTo>
                  <a:cubicBezTo>
                    <a:pt x="6159" y="9280"/>
                    <a:pt x="6443" y="9013"/>
                    <a:pt x="6464" y="8667"/>
                  </a:cubicBezTo>
                  <a:lnTo>
                    <a:pt x="696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9"/>
            <p:cNvSpPr/>
            <p:nvPr/>
          </p:nvSpPr>
          <p:spPr>
            <a:xfrm>
              <a:off x="6407993" y="2345670"/>
              <a:ext cx="194367" cy="40236"/>
            </a:xfrm>
            <a:custGeom>
              <a:rect b="b" l="l" r="r" t="t"/>
              <a:pathLst>
                <a:path extrusionOk="0" h="1536" w="7420">
                  <a:moveTo>
                    <a:pt x="1515" y="1"/>
                  </a:moveTo>
                  <a:cubicBezTo>
                    <a:pt x="679" y="1"/>
                    <a:pt x="1" y="679"/>
                    <a:pt x="1" y="1515"/>
                  </a:cubicBezTo>
                  <a:lnTo>
                    <a:pt x="1" y="1536"/>
                  </a:lnTo>
                  <a:lnTo>
                    <a:pt x="7420" y="1536"/>
                  </a:lnTo>
                  <a:lnTo>
                    <a:pt x="7420" y="1515"/>
                  </a:lnTo>
                  <a:cubicBezTo>
                    <a:pt x="7420" y="679"/>
                    <a:pt x="6741" y="1"/>
                    <a:pt x="5905"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9"/>
            <p:cNvSpPr/>
            <p:nvPr/>
          </p:nvSpPr>
          <p:spPr>
            <a:xfrm>
              <a:off x="6521286" y="2345670"/>
              <a:ext cx="81074" cy="40236"/>
            </a:xfrm>
            <a:custGeom>
              <a:rect b="b" l="l" r="r" t="t"/>
              <a:pathLst>
                <a:path extrusionOk="0" h="1536" w="3095">
                  <a:moveTo>
                    <a:pt x="0" y="1"/>
                  </a:moveTo>
                  <a:cubicBezTo>
                    <a:pt x="833" y="1"/>
                    <a:pt x="1511" y="679"/>
                    <a:pt x="1511" y="1512"/>
                  </a:cubicBezTo>
                  <a:lnTo>
                    <a:pt x="1511" y="1536"/>
                  </a:lnTo>
                  <a:lnTo>
                    <a:pt x="3095" y="1536"/>
                  </a:lnTo>
                  <a:lnTo>
                    <a:pt x="3095" y="1512"/>
                  </a:lnTo>
                  <a:cubicBezTo>
                    <a:pt x="3095" y="679"/>
                    <a:pt x="2419" y="1"/>
                    <a:pt x="1583"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9"/>
            <p:cNvSpPr/>
            <p:nvPr/>
          </p:nvSpPr>
          <p:spPr>
            <a:xfrm>
              <a:off x="6376768" y="2369534"/>
              <a:ext cx="257995" cy="28945"/>
            </a:xfrm>
            <a:custGeom>
              <a:rect b="b" l="l" r="r" t="t"/>
              <a:pathLst>
                <a:path extrusionOk="0" h="1105" w="9849">
                  <a:moveTo>
                    <a:pt x="9296" y="1"/>
                  </a:moveTo>
                  <a:cubicBezTo>
                    <a:pt x="9291" y="1"/>
                    <a:pt x="9287" y="1"/>
                    <a:pt x="9283" y="1"/>
                  </a:cubicBezTo>
                  <a:lnTo>
                    <a:pt x="538" y="1"/>
                  </a:lnTo>
                  <a:cubicBezTo>
                    <a:pt x="240" y="11"/>
                    <a:pt x="0" y="255"/>
                    <a:pt x="0" y="553"/>
                  </a:cubicBezTo>
                  <a:cubicBezTo>
                    <a:pt x="0" y="851"/>
                    <a:pt x="240" y="1098"/>
                    <a:pt x="538" y="1105"/>
                  </a:cubicBezTo>
                  <a:lnTo>
                    <a:pt x="9283" y="1105"/>
                  </a:lnTo>
                  <a:cubicBezTo>
                    <a:pt x="9289" y="1105"/>
                    <a:pt x="9295" y="1105"/>
                    <a:pt x="9302" y="1105"/>
                  </a:cubicBezTo>
                  <a:cubicBezTo>
                    <a:pt x="9602" y="1105"/>
                    <a:pt x="9849" y="858"/>
                    <a:pt x="9849" y="553"/>
                  </a:cubicBezTo>
                  <a:cubicBezTo>
                    <a:pt x="9849" y="249"/>
                    <a:pt x="9598" y="1"/>
                    <a:pt x="929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9"/>
            <p:cNvSpPr/>
            <p:nvPr/>
          </p:nvSpPr>
          <p:spPr>
            <a:xfrm>
              <a:off x="6376402" y="2369560"/>
              <a:ext cx="257549" cy="28919"/>
            </a:xfrm>
            <a:custGeom>
              <a:rect b="b" l="l" r="r" t="t"/>
              <a:pathLst>
                <a:path extrusionOk="0" h="1104" w="9832">
                  <a:moveTo>
                    <a:pt x="8153" y="0"/>
                  </a:moveTo>
                  <a:cubicBezTo>
                    <a:pt x="8153" y="305"/>
                    <a:pt x="7906" y="552"/>
                    <a:pt x="7604" y="552"/>
                  </a:cubicBezTo>
                  <a:lnTo>
                    <a:pt x="0" y="552"/>
                  </a:lnTo>
                  <a:cubicBezTo>
                    <a:pt x="0" y="857"/>
                    <a:pt x="247" y="1104"/>
                    <a:pt x="552" y="1104"/>
                  </a:cubicBezTo>
                  <a:lnTo>
                    <a:pt x="9297" y="1104"/>
                  </a:lnTo>
                  <a:cubicBezTo>
                    <a:pt x="9595" y="1097"/>
                    <a:pt x="9832" y="850"/>
                    <a:pt x="9832" y="552"/>
                  </a:cubicBezTo>
                  <a:cubicBezTo>
                    <a:pt x="9832" y="254"/>
                    <a:pt x="9595" y="10"/>
                    <a:pt x="929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9"/>
            <p:cNvSpPr/>
            <p:nvPr/>
          </p:nvSpPr>
          <p:spPr>
            <a:xfrm>
              <a:off x="6496506" y="2427634"/>
              <a:ext cx="17786" cy="155494"/>
            </a:xfrm>
            <a:custGeom>
              <a:rect b="b" l="l" r="r" t="t"/>
              <a:pathLst>
                <a:path extrusionOk="0" h="5936" w="679">
                  <a:moveTo>
                    <a:pt x="340" y="0"/>
                  </a:moveTo>
                  <a:cubicBezTo>
                    <a:pt x="151" y="0"/>
                    <a:pt x="0" y="154"/>
                    <a:pt x="0" y="339"/>
                  </a:cubicBezTo>
                  <a:lnTo>
                    <a:pt x="0" y="5596"/>
                  </a:lnTo>
                  <a:cubicBezTo>
                    <a:pt x="0" y="5785"/>
                    <a:pt x="151" y="5935"/>
                    <a:pt x="340" y="5935"/>
                  </a:cubicBezTo>
                  <a:cubicBezTo>
                    <a:pt x="528" y="5935"/>
                    <a:pt x="679" y="5785"/>
                    <a:pt x="679" y="5596"/>
                  </a:cubicBezTo>
                  <a:lnTo>
                    <a:pt x="679" y="339"/>
                  </a:lnTo>
                  <a:cubicBezTo>
                    <a:pt x="679" y="154"/>
                    <a:pt x="528" y="0"/>
                    <a:pt x="3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9"/>
            <p:cNvSpPr/>
            <p:nvPr/>
          </p:nvSpPr>
          <p:spPr>
            <a:xfrm>
              <a:off x="6547141" y="2427634"/>
              <a:ext cx="21925" cy="155310"/>
            </a:xfrm>
            <a:custGeom>
              <a:rect b="b" l="l" r="r" t="t"/>
              <a:pathLst>
                <a:path extrusionOk="0" h="5929" w="837">
                  <a:moveTo>
                    <a:pt x="490" y="0"/>
                  </a:moveTo>
                  <a:cubicBezTo>
                    <a:pt x="308" y="0"/>
                    <a:pt x="158" y="148"/>
                    <a:pt x="151" y="333"/>
                  </a:cubicBezTo>
                  <a:lnTo>
                    <a:pt x="3" y="5586"/>
                  </a:lnTo>
                  <a:cubicBezTo>
                    <a:pt x="0" y="5771"/>
                    <a:pt x="147" y="5922"/>
                    <a:pt x="332" y="5929"/>
                  </a:cubicBezTo>
                  <a:cubicBezTo>
                    <a:pt x="335" y="5929"/>
                    <a:pt x="337" y="5929"/>
                    <a:pt x="339" y="5929"/>
                  </a:cubicBezTo>
                  <a:cubicBezTo>
                    <a:pt x="521" y="5929"/>
                    <a:pt x="672" y="5789"/>
                    <a:pt x="682" y="5606"/>
                  </a:cubicBezTo>
                  <a:lnTo>
                    <a:pt x="829" y="350"/>
                  </a:lnTo>
                  <a:cubicBezTo>
                    <a:pt x="836" y="158"/>
                    <a:pt x="682" y="0"/>
                    <a:pt x="4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9"/>
            <p:cNvSpPr/>
            <p:nvPr/>
          </p:nvSpPr>
          <p:spPr>
            <a:xfrm>
              <a:off x="6441758" y="2427634"/>
              <a:ext cx="21820" cy="155310"/>
            </a:xfrm>
            <a:custGeom>
              <a:rect b="b" l="l" r="r" t="t"/>
              <a:pathLst>
                <a:path extrusionOk="0" h="5929" w="833">
                  <a:moveTo>
                    <a:pt x="346" y="0"/>
                  </a:moveTo>
                  <a:cubicBezTo>
                    <a:pt x="154" y="0"/>
                    <a:pt x="0" y="158"/>
                    <a:pt x="7" y="350"/>
                  </a:cubicBezTo>
                  <a:lnTo>
                    <a:pt x="154" y="5606"/>
                  </a:lnTo>
                  <a:cubicBezTo>
                    <a:pt x="164" y="5789"/>
                    <a:pt x="315" y="5929"/>
                    <a:pt x="497" y="5929"/>
                  </a:cubicBezTo>
                  <a:cubicBezTo>
                    <a:pt x="499" y="5929"/>
                    <a:pt x="502" y="5929"/>
                    <a:pt x="504" y="5929"/>
                  </a:cubicBezTo>
                  <a:cubicBezTo>
                    <a:pt x="689" y="5922"/>
                    <a:pt x="833" y="5771"/>
                    <a:pt x="833" y="5586"/>
                  </a:cubicBezTo>
                  <a:lnTo>
                    <a:pt x="685" y="333"/>
                  </a:lnTo>
                  <a:cubicBezTo>
                    <a:pt x="679" y="148"/>
                    <a:pt x="528" y="0"/>
                    <a:pt x="3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9"/>
            <p:cNvSpPr/>
            <p:nvPr/>
          </p:nvSpPr>
          <p:spPr>
            <a:xfrm>
              <a:off x="6497213" y="2427634"/>
              <a:ext cx="17079" cy="155494"/>
            </a:xfrm>
            <a:custGeom>
              <a:rect b="b" l="l" r="r" t="t"/>
              <a:pathLst>
                <a:path extrusionOk="0" h="5936" w="652">
                  <a:moveTo>
                    <a:pt x="299" y="0"/>
                  </a:moveTo>
                  <a:cubicBezTo>
                    <a:pt x="319" y="45"/>
                    <a:pt x="330" y="89"/>
                    <a:pt x="330" y="137"/>
                  </a:cubicBezTo>
                  <a:lnTo>
                    <a:pt x="330" y="5391"/>
                  </a:lnTo>
                  <a:cubicBezTo>
                    <a:pt x="326" y="5576"/>
                    <a:pt x="182" y="5723"/>
                    <a:pt x="1" y="5730"/>
                  </a:cubicBezTo>
                  <a:cubicBezTo>
                    <a:pt x="56" y="5857"/>
                    <a:pt x="176" y="5935"/>
                    <a:pt x="313" y="5935"/>
                  </a:cubicBezTo>
                  <a:cubicBezTo>
                    <a:pt x="501" y="5935"/>
                    <a:pt x="652" y="5785"/>
                    <a:pt x="652" y="5596"/>
                  </a:cubicBezTo>
                  <a:lnTo>
                    <a:pt x="652" y="339"/>
                  </a:lnTo>
                  <a:cubicBezTo>
                    <a:pt x="652" y="154"/>
                    <a:pt x="501" y="0"/>
                    <a:pt x="313"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9"/>
            <p:cNvSpPr/>
            <p:nvPr/>
          </p:nvSpPr>
          <p:spPr>
            <a:xfrm>
              <a:off x="6547927" y="2427634"/>
              <a:ext cx="21139" cy="155520"/>
            </a:xfrm>
            <a:custGeom>
              <a:rect b="b" l="l" r="r" t="t"/>
              <a:pathLst>
                <a:path extrusionOk="0" h="5937" w="807">
                  <a:moveTo>
                    <a:pt x="450" y="0"/>
                  </a:moveTo>
                  <a:cubicBezTo>
                    <a:pt x="467" y="45"/>
                    <a:pt x="477" y="96"/>
                    <a:pt x="477" y="144"/>
                  </a:cubicBezTo>
                  <a:lnTo>
                    <a:pt x="326" y="5401"/>
                  </a:lnTo>
                  <a:cubicBezTo>
                    <a:pt x="323" y="5579"/>
                    <a:pt x="179" y="5723"/>
                    <a:pt x="1" y="5730"/>
                  </a:cubicBezTo>
                  <a:cubicBezTo>
                    <a:pt x="62" y="5872"/>
                    <a:pt x="186" y="5937"/>
                    <a:pt x="309" y="5937"/>
                  </a:cubicBezTo>
                  <a:cubicBezTo>
                    <a:pt x="478" y="5937"/>
                    <a:pt x="646" y="5816"/>
                    <a:pt x="652" y="5606"/>
                  </a:cubicBezTo>
                  <a:lnTo>
                    <a:pt x="799" y="350"/>
                  </a:lnTo>
                  <a:cubicBezTo>
                    <a:pt x="806" y="158"/>
                    <a:pt x="652" y="0"/>
                    <a:pt x="460"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9"/>
            <p:cNvSpPr/>
            <p:nvPr/>
          </p:nvSpPr>
          <p:spPr>
            <a:xfrm>
              <a:off x="6446500" y="2427634"/>
              <a:ext cx="17236" cy="155546"/>
            </a:xfrm>
            <a:custGeom>
              <a:rect b="b" l="l" r="r" t="t"/>
              <a:pathLst>
                <a:path extrusionOk="0" h="5938" w="658">
                  <a:moveTo>
                    <a:pt x="151" y="0"/>
                  </a:moveTo>
                  <a:cubicBezTo>
                    <a:pt x="169" y="41"/>
                    <a:pt x="179" y="82"/>
                    <a:pt x="179" y="127"/>
                  </a:cubicBezTo>
                  <a:lnTo>
                    <a:pt x="326" y="5380"/>
                  </a:lnTo>
                  <a:cubicBezTo>
                    <a:pt x="333" y="5569"/>
                    <a:pt x="186" y="5723"/>
                    <a:pt x="1" y="5730"/>
                  </a:cubicBezTo>
                  <a:cubicBezTo>
                    <a:pt x="62" y="5873"/>
                    <a:pt x="185" y="5937"/>
                    <a:pt x="308" y="5937"/>
                  </a:cubicBezTo>
                  <a:cubicBezTo>
                    <a:pt x="483" y="5937"/>
                    <a:pt x="658" y="5807"/>
                    <a:pt x="652" y="5586"/>
                  </a:cubicBezTo>
                  <a:lnTo>
                    <a:pt x="504" y="333"/>
                  </a:lnTo>
                  <a:cubicBezTo>
                    <a:pt x="498" y="148"/>
                    <a:pt x="347" y="0"/>
                    <a:pt x="16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9"/>
            <p:cNvSpPr/>
            <p:nvPr/>
          </p:nvSpPr>
          <p:spPr>
            <a:xfrm>
              <a:off x="6371739" y="2314603"/>
              <a:ext cx="267346" cy="322303"/>
            </a:xfrm>
            <a:custGeom>
              <a:rect b="b" l="l" r="r" t="t"/>
              <a:pathLst>
                <a:path extrusionOk="0" h="12304" w="10206">
                  <a:moveTo>
                    <a:pt x="5168" y="361"/>
                  </a:moveTo>
                  <a:cubicBezTo>
                    <a:pt x="5552" y="361"/>
                    <a:pt x="5880" y="631"/>
                    <a:pt x="5959" y="1008"/>
                  </a:cubicBezTo>
                  <a:lnTo>
                    <a:pt x="4246" y="1008"/>
                  </a:lnTo>
                  <a:cubicBezTo>
                    <a:pt x="4325" y="631"/>
                    <a:pt x="4654" y="361"/>
                    <a:pt x="5037" y="361"/>
                  </a:cubicBezTo>
                  <a:close/>
                  <a:moveTo>
                    <a:pt x="7292" y="1368"/>
                  </a:moveTo>
                  <a:cubicBezTo>
                    <a:pt x="7721" y="1368"/>
                    <a:pt x="8122" y="1574"/>
                    <a:pt x="8372" y="1920"/>
                  </a:cubicBezTo>
                  <a:lnTo>
                    <a:pt x="1820" y="1920"/>
                  </a:lnTo>
                  <a:cubicBezTo>
                    <a:pt x="2066" y="1574"/>
                    <a:pt x="2467" y="1368"/>
                    <a:pt x="2896" y="1368"/>
                  </a:cubicBezTo>
                  <a:close/>
                  <a:moveTo>
                    <a:pt x="5041" y="1"/>
                  </a:moveTo>
                  <a:cubicBezTo>
                    <a:pt x="4458" y="1"/>
                    <a:pt x="3965" y="433"/>
                    <a:pt x="3883" y="1008"/>
                  </a:cubicBezTo>
                  <a:lnTo>
                    <a:pt x="2899" y="1008"/>
                  </a:lnTo>
                  <a:cubicBezTo>
                    <a:pt x="2265" y="1008"/>
                    <a:pt x="1690" y="1358"/>
                    <a:pt x="1398" y="1920"/>
                  </a:cubicBezTo>
                  <a:lnTo>
                    <a:pt x="730" y="1920"/>
                  </a:lnTo>
                  <a:cubicBezTo>
                    <a:pt x="326" y="1920"/>
                    <a:pt x="0" y="2245"/>
                    <a:pt x="0" y="2650"/>
                  </a:cubicBezTo>
                  <a:cubicBezTo>
                    <a:pt x="0" y="3054"/>
                    <a:pt x="326" y="3383"/>
                    <a:pt x="730" y="3383"/>
                  </a:cubicBezTo>
                  <a:lnTo>
                    <a:pt x="1234" y="3383"/>
                  </a:lnTo>
                  <a:lnTo>
                    <a:pt x="1676" y="11518"/>
                  </a:lnTo>
                  <a:cubicBezTo>
                    <a:pt x="1700" y="11957"/>
                    <a:pt x="2066" y="12303"/>
                    <a:pt x="2505" y="12303"/>
                  </a:cubicBezTo>
                  <a:lnTo>
                    <a:pt x="5490" y="12303"/>
                  </a:lnTo>
                  <a:cubicBezTo>
                    <a:pt x="5730" y="12303"/>
                    <a:pt x="5730" y="11943"/>
                    <a:pt x="5490" y="11943"/>
                  </a:cubicBezTo>
                  <a:lnTo>
                    <a:pt x="2505" y="11943"/>
                  </a:lnTo>
                  <a:cubicBezTo>
                    <a:pt x="2255" y="11943"/>
                    <a:pt x="2049" y="11748"/>
                    <a:pt x="2036" y="11498"/>
                  </a:cubicBezTo>
                  <a:lnTo>
                    <a:pt x="1594" y="3383"/>
                  </a:lnTo>
                  <a:lnTo>
                    <a:pt x="2560" y="3383"/>
                  </a:lnTo>
                  <a:cubicBezTo>
                    <a:pt x="2800" y="3383"/>
                    <a:pt x="2800" y="3023"/>
                    <a:pt x="2560" y="3023"/>
                  </a:cubicBezTo>
                  <a:lnTo>
                    <a:pt x="730" y="3023"/>
                  </a:lnTo>
                  <a:cubicBezTo>
                    <a:pt x="531" y="3016"/>
                    <a:pt x="370" y="2852"/>
                    <a:pt x="370" y="2650"/>
                  </a:cubicBezTo>
                  <a:cubicBezTo>
                    <a:pt x="370" y="2451"/>
                    <a:pt x="531" y="2287"/>
                    <a:pt x="730" y="2280"/>
                  </a:cubicBezTo>
                  <a:lnTo>
                    <a:pt x="9475" y="2280"/>
                  </a:lnTo>
                  <a:cubicBezTo>
                    <a:pt x="9674" y="2287"/>
                    <a:pt x="9835" y="2451"/>
                    <a:pt x="9835" y="2650"/>
                  </a:cubicBezTo>
                  <a:cubicBezTo>
                    <a:pt x="9835" y="2852"/>
                    <a:pt x="9674" y="3016"/>
                    <a:pt x="9475" y="3023"/>
                  </a:cubicBezTo>
                  <a:lnTo>
                    <a:pt x="3399" y="3023"/>
                  </a:lnTo>
                  <a:cubicBezTo>
                    <a:pt x="3160" y="3023"/>
                    <a:pt x="3160" y="3383"/>
                    <a:pt x="3399" y="3383"/>
                  </a:cubicBezTo>
                  <a:lnTo>
                    <a:pt x="8608" y="3383"/>
                  </a:lnTo>
                  <a:lnTo>
                    <a:pt x="8142" y="11498"/>
                  </a:lnTo>
                  <a:cubicBezTo>
                    <a:pt x="8128" y="11748"/>
                    <a:pt x="7923" y="11943"/>
                    <a:pt x="7673" y="11943"/>
                  </a:cubicBezTo>
                  <a:lnTo>
                    <a:pt x="6333" y="11943"/>
                  </a:lnTo>
                  <a:cubicBezTo>
                    <a:pt x="6093" y="11943"/>
                    <a:pt x="6093" y="12303"/>
                    <a:pt x="6333" y="12303"/>
                  </a:cubicBezTo>
                  <a:lnTo>
                    <a:pt x="7673" y="12303"/>
                  </a:lnTo>
                  <a:cubicBezTo>
                    <a:pt x="8115" y="12303"/>
                    <a:pt x="8478" y="11960"/>
                    <a:pt x="8502" y="11518"/>
                  </a:cubicBezTo>
                  <a:lnTo>
                    <a:pt x="8968" y="3380"/>
                  </a:lnTo>
                  <a:lnTo>
                    <a:pt x="9475" y="3380"/>
                  </a:lnTo>
                  <a:cubicBezTo>
                    <a:pt x="9880" y="3380"/>
                    <a:pt x="10205" y="3054"/>
                    <a:pt x="10205" y="2650"/>
                  </a:cubicBezTo>
                  <a:cubicBezTo>
                    <a:pt x="10205" y="2245"/>
                    <a:pt x="9880" y="1916"/>
                    <a:pt x="9475" y="1916"/>
                  </a:cubicBezTo>
                  <a:lnTo>
                    <a:pt x="9475" y="1920"/>
                  </a:lnTo>
                  <a:lnTo>
                    <a:pt x="8793" y="1920"/>
                  </a:lnTo>
                  <a:cubicBezTo>
                    <a:pt x="8502" y="1358"/>
                    <a:pt x="7926" y="1008"/>
                    <a:pt x="7296" y="1008"/>
                  </a:cubicBezTo>
                  <a:lnTo>
                    <a:pt x="6326" y="1008"/>
                  </a:lnTo>
                  <a:cubicBezTo>
                    <a:pt x="6244" y="433"/>
                    <a:pt x="5750"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9"/>
            <p:cNvSpPr/>
            <p:nvPr/>
          </p:nvSpPr>
          <p:spPr>
            <a:xfrm>
              <a:off x="6491738" y="2422972"/>
              <a:ext cx="27321" cy="164924"/>
            </a:xfrm>
            <a:custGeom>
              <a:rect b="b" l="l" r="r" t="t"/>
              <a:pathLst>
                <a:path extrusionOk="0" h="6296" w="1043">
                  <a:moveTo>
                    <a:pt x="522" y="360"/>
                  </a:moveTo>
                  <a:cubicBezTo>
                    <a:pt x="611" y="360"/>
                    <a:pt x="683" y="432"/>
                    <a:pt x="683" y="517"/>
                  </a:cubicBezTo>
                  <a:lnTo>
                    <a:pt x="683" y="5774"/>
                  </a:lnTo>
                  <a:cubicBezTo>
                    <a:pt x="683" y="5880"/>
                    <a:pt x="602" y="5934"/>
                    <a:pt x="522" y="5934"/>
                  </a:cubicBezTo>
                  <a:cubicBezTo>
                    <a:pt x="441" y="5934"/>
                    <a:pt x="361" y="5880"/>
                    <a:pt x="361" y="5774"/>
                  </a:cubicBezTo>
                  <a:lnTo>
                    <a:pt x="361" y="517"/>
                  </a:lnTo>
                  <a:cubicBezTo>
                    <a:pt x="361" y="432"/>
                    <a:pt x="433" y="360"/>
                    <a:pt x="522" y="360"/>
                  </a:cubicBezTo>
                  <a:close/>
                  <a:moveTo>
                    <a:pt x="522" y="0"/>
                  </a:moveTo>
                  <a:cubicBezTo>
                    <a:pt x="234" y="0"/>
                    <a:pt x="4" y="233"/>
                    <a:pt x="1" y="517"/>
                  </a:cubicBezTo>
                  <a:lnTo>
                    <a:pt x="1" y="5774"/>
                  </a:lnTo>
                  <a:cubicBezTo>
                    <a:pt x="1" y="6062"/>
                    <a:pt x="234" y="6295"/>
                    <a:pt x="522" y="6295"/>
                  </a:cubicBezTo>
                  <a:cubicBezTo>
                    <a:pt x="809" y="6295"/>
                    <a:pt x="1042" y="6062"/>
                    <a:pt x="1042" y="5774"/>
                  </a:cubicBezTo>
                  <a:lnTo>
                    <a:pt x="1042" y="517"/>
                  </a:lnTo>
                  <a:cubicBezTo>
                    <a:pt x="1039" y="233"/>
                    <a:pt x="809"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9"/>
            <p:cNvSpPr/>
            <p:nvPr/>
          </p:nvSpPr>
          <p:spPr>
            <a:xfrm>
              <a:off x="6542452" y="2422945"/>
              <a:ext cx="31355" cy="164505"/>
            </a:xfrm>
            <a:custGeom>
              <a:rect b="b" l="l" r="r" t="t"/>
              <a:pathLst>
                <a:path extrusionOk="0" h="6280" w="1197">
                  <a:moveTo>
                    <a:pt x="670" y="1"/>
                  </a:moveTo>
                  <a:cubicBezTo>
                    <a:pt x="391" y="1"/>
                    <a:pt x="158" y="221"/>
                    <a:pt x="152" y="505"/>
                  </a:cubicBezTo>
                  <a:lnTo>
                    <a:pt x="1" y="5761"/>
                  </a:lnTo>
                  <a:cubicBezTo>
                    <a:pt x="1" y="6042"/>
                    <a:pt x="227" y="6272"/>
                    <a:pt x="508" y="6279"/>
                  </a:cubicBezTo>
                  <a:cubicBezTo>
                    <a:pt x="514" y="6279"/>
                    <a:pt x="521" y="6279"/>
                    <a:pt x="527" y="6279"/>
                  </a:cubicBezTo>
                  <a:cubicBezTo>
                    <a:pt x="800" y="6279"/>
                    <a:pt x="1026" y="6064"/>
                    <a:pt x="1039" y="5789"/>
                  </a:cubicBezTo>
                  <a:lnTo>
                    <a:pt x="1063" y="4953"/>
                  </a:lnTo>
                  <a:cubicBezTo>
                    <a:pt x="1072" y="4825"/>
                    <a:pt x="977" y="4760"/>
                    <a:pt x="883" y="4760"/>
                  </a:cubicBezTo>
                  <a:cubicBezTo>
                    <a:pt x="792" y="4760"/>
                    <a:pt x="702" y="4820"/>
                    <a:pt x="703" y="4942"/>
                  </a:cubicBezTo>
                  <a:lnTo>
                    <a:pt x="679" y="5779"/>
                  </a:lnTo>
                  <a:cubicBezTo>
                    <a:pt x="673" y="5879"/>
                    <a:pt x="597" y="5928"/>
                    <a:pt x="521" y="5928"/>
                  </a:cubicBezTo>
                  <a:cubicBezTo>
                    <a:pt x="442" y="5928"/>
                    <a:pt x="362" y="5875"/>
                    <a:pt x="361" y="5772"/>
                  </a:cubicBezTo>
                  <a:lnTo>
                    <a:pt x="511" y="515"/>
                  </a:lnTo>
                  <a:cubicBezTo>
                    <a:pt x="510" y="406"/>
                    <a:pt x="589" y="353"/>
                    <a:pt x="669" y="353"/>
                  </a:cubicBezTo>
                  <a:cubicBezTo>
                    <a:pt x="753" y="353"/>
                    <a:pt x="837" y="411"/>
                    <a:pt x="830" y="525"/>
                  </a:cubicBezTo>
                  <a:lnTo>
                    <a:pt x="727" y="4113"/>
                  </a:lnTo>
                  <a:cubicBezTo>
                    <a:pt x="724" y="4213"/>
                    <a:pt x="803" y="4298"/>
                    <a:pt x="902" y="4298"/>
                  </a:cubicBezTo>
                  <a:cubicBezTo>
                    <a:pt x="904" y="4298"/>
                    <a:pt x="906" y="4298"/>
                    <a:pt x="908" y="4298"/>
                  </a:cubicBezTo>
                  <a:cubicBezTo>
                    <a:pt x="1005" y="4298"/>
                    <a:pt x="1084" y="4221"/>
                    <a:pt x="1087" y="4123"/>
                  </a:cubicBezTo>
                  <a:lnTo>
                    <a:pt x="1190" y="536"/>
                  </a:lnTo>
                  <a:cubicBezTo>
                    <a:pt x="1197" y="248"/>
                    <a:pt x="971" y="8"/>
                    <a:pt x="683" y="1"/>
                  </a:cubicBezTo>
                  <a:cubicBezTo>
                    <a:pt x="679" y="1"/>
                    <a:pt x="674" y="1"/>
                    <a:pt x="6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9"/>
            <p:cNvSpPr/>
            <p:nvPr/>
          </p:nvSpPr>
          <p:spPr>
            <a:xfrm>
              <a:off x="6436991" y="2422945"/>
              <a:ext cx="31251" cy="164505"/>
            </a:xfrm>
            <a:custGeom>
              <a:rect b="b" l="l" r="r" t="t"/>
              <a:pathLst>
                <a:path extrusionOk="0" h="6280" w="1193">
                  <a:moveTo>
                    <a:pt x="527" y="353"/>
                  </a:moveTo>
                  <a:cubicBezTo>
                    <a:pt x="607" y="353"/>
                    <a:pt x="687" y="406"/>
                    <a:pt x="686" y="515"/>
                  </a:cubicBezTo>
                  <a:lnTo>
                    <a:pt x="837" y="5772"/>
                  </a:lnTo>
                  <a:cubicBezTo>
                    <a:pt x="837" y="5813"/>
                    <a:pt x="819" y="5857"/>
                    <a:pt x="789" y="5888"/>
                  </a:cubicBezTo>
                  <a:cubicBezTo>
                    <a:pt x="757" y="5921"/>
                    <a:pt x="717" y="5936"/>
                    <a:pt x="677" y="5936"/>
                  </a:cubicBezTo>
                  <a:cubicBezTo>
                    <a:pt x="596" y="5936"/>
                    <a:pt x="517" y="5875"/>
                    <a:pt x="514" y="5779"/>
                  </a:cubicBezTo>
                  <a:lnTo>
                    <a:pt x="367" y="525"/>
                  </a:lnTo>
                  <a:cubicBezTo>
                    <a:pt x="358" y="411"/>
                    <a:pt x="443" y="353"/>
                    <a:pt x="527" y="353"/>
                  </a:cubicBezTo>
                  <a:close/>
                  <a:moveTo>
                    <a:pt x="534" y="1"/>
                  </a:moveTo>
                  <a:cubicBezTo>
                    <a:pt x="532" y="1"/>
                    <a:pt x="530" y="1"/>
                    <a:pt x="528" y="1"/>
                  </a:cubicBezTo>
                  <a:cubicBezTo>
                    <a:pt x="233" y="1"/>
                    <a:pt x="0" y="241"/>
                    <a:pt x="7" y="536"/>
                  </a:cubicBezTo>
                  <a:lnTo>
                    <a:pt x="155" y="5789"/>
                  </a:lnTo>
                  <a:cubicBezTo>
                    <a:pt x="171" y="6064"/>
                    <a:pt x="398" y="6279"/>
                    <a:pt x="670" y="6279"/>
                  </a:cubicBezTo>
                  <a:cubicBezTo>
                    <a:pt x="677" y="6279"/>
                    <a:pt x="683" y="6279"/>
                    <a:pt x="689" y="6279"/>
                  </a:cubicBezTo>
                  <a:cubicBezTo>
                    <a:pt x="970" y="6272"/>
                    <a:pt x="1193" y="6042"/>
                    <a:pt x="1193" y="5761"/>
                  </a:cubicBezTo>
                  <a:lnTo>
                    <a:pt x="1046" y="505"/>
                  </a:lnTo>
                  <a:cubicBezTo>
                    <a:pt x="1039" y="226"/>
                    <a:pt x="813"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7" name="Google Shape;7437;p79"/>
          <p:cNvGrpSpPr/>
          <p:nvPr/>
        </p:nvGrpSpPr>
        <p:grpSpPr>
          <a:xfrm>
            <a:off x="6856635" y="2291787"/>
            <a:ext cx="388079" cy="367909"/>
            <a:chOff x="6856635" y="2291787"/>
            <a:chExt cx="388079" cy="367909"/>
          </a:xfrm>
        </p:grpSpPr>
        <p:sp>
          <p:nvSpPr>
            <p:cNvPr id="7438" name="Google Shape;7438;p79"/>
            <p:cNvSpPr/>
            <p:nvPr/>
          </p:nvSpPr>
          <p:spPr>
            <a:xfrm>
              <a:off x="6862921" y="2453646"/>
              <a:ext cx="106587" cy="199763"/>
            </a:xfrm>
            <a:custGeom>
              <a:rect b="b" l="l" r="r" t="t"/>
              <a:pathLst>
                <a:path extrusionOk="0" h="7626" w="4069">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9"/>
            <p:cNvSpPr/>
            <p:nvPr/>
          </p:nvSpPr>
          <p:spPr>
            <a:xfrm>
              <a:off x="6862843" y="2453646"/>
              <a:ext cx="39974" cy="199763"/>
            </a:xfrm>
            <a:custGeom>
              <a:rect b="b" l="l" r="r" t="t"/>
              <a:pathLst>
                <a:path extrusionOk="0" h="7626" w="1526">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9"/>
            <p:cNvSpPr/>
            <p:nvPr/>
          </p:nvSpPr>
          <p:spPr>
            <a:xfrm>
              <a:off x="6969378" y="2298048"/>
              <a:ext cx="267608" cy="335427"/>
            </a:xfrm>
            <a:custGeom>
              <a:rect b="b" l="l" r="r" t="t"/>
              <a:pathLst>
                <a:path extrusionOk="0" h="12805" w="10216">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9"/>
            <p:cNvSpPr/>
            <p:nvPr/>
          </p:nvSpPr>
          <p:spPr>
            <a:xfrm>
              <a:off x="6969378" y="2593501"/>
              <a:ext cx="251472" cy="39974"/>
            </a:xfrm>
            <a:custGeom>
              <a:rect b="b" l="l" r="r" t="t"/>
              <a:pathLst>
                <a:path extrusionOk="0" h="1526" w="960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9"/>
            <p:cNvSpPr/>
            <p:nvPr/>
          </p:nvSpPr>
          <p:spPr>
            <a:xfrm>
              <a:off x="7155913" y="2546848"/>
              <a:ext cx="70045" cy="33320"/>
            </a:xfrm>
            <a:custGeom>
              <a:rect b="b" l="l" r="r" t="t"/>
              <a:pathLst>
                <a:path extrusionOk="0" h="1272" w="2674">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9"/>
            <p:cNvSpPr/>
            <p:nvPr/>
          </p:nvSpPr>
          <p:spPr>
            <a:xfrm>
              <a:off x="7155834" y="2493593"/>
              <a:ext cx="76778" cy="33346"/>
            </a:xfrm>
            <a:custGeom>
              <a:rect b="b" l="l" r="r" t="t"/>
              <a:pathLst>
                <a:path extrusionOk="0" h="1273" w="2931">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9"/>
            <p:cNvSpPr/>
            <p:nvPr/>
          </p:nvSpPr>
          <p:spPr>
            <a:xfrm>
              <a:off x="7155834" y="2440365"/>
              <a:ext cx="83405" cy="33346"/>
            </a:xfrm>
            <a:custGeom>
              <a:rect b="b" l="l" r="r" t="t"/>
              <a:pathLst>
                <a:path extrusionOk="0" h="1273" w="3184">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9"/>
            <p:cNvSpPr/>
            <p:nvPr/>
          </p:nvSpPr>
          <p:spPr>
            <a:xfrm>
              <a:off x="6916150" y="2600155"/>
              <a:ext cx="26693" cy="26588"/>
            </a:xfrm>
            <a:custGeom>
              <a:rect b="b" l="l" r="r" t="t"/>
              <a:pathLst>
                <a:path extrusionOk="0" h="1015" w="1019">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9"/>
            <p:cNvSpPr/>
            <p:nvPr/>
          </p:nvSpPr>
          <p:spPr>
            <a:xfrm>
              <a:off x="6856635" y="2291787"/>
              <a:ext cx="388079" cy="367909"/>
            </a:xfrm>
            <a:custGeom>
              <a:rect b="b" l="l" r="r" t="t"/>
              <a:pathLst>
                <a:path extrusionOk="0" h="14045" w="14815">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9"/>
            <p:cNvSpPr/>
            <p:nvPr/>
          </p:nvSpPr>
          <p:spPr>
            <a:xfrm>
              <a:off x="6903314" y="2593868"/>
              <a:ext cx="45710" cy="39162"/>
            </a:xfrm>
            <a:custGeom>
              <a:rect b="b" l="l" r="r" t="t"/>
              <a:pathLst>
                <a:path extrusionOk="0" h="1495" w="1745">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79"/>
          <p:cNvGrpSpPr/>
          <p:nvPr/>
        </p:nvGrpSpPr>
        <p:grpSpPr>
          <a:xfrm>
            <a:off x="7407254" y="2296345"/>
            <a:ext cx="373357" cy="357352"/>
            <a:chOff x="7407254" y="2296345"/>
            <a:chExt cx="373357" cy="357352"/>
          </a:xfrm>
        </p:grpSpPr>
        <p:sp>
          <p:nvSpPr>
            <p:cNvPr id="7449" name="Google Shape;7449;p79"/>
            <p:cNvSpPr/>
            <p:nvPr/>
          </p:nvSpPr>
          <p:spPr>
            <a:xfrm>
              <a:off x="7528720" y="2510489"/>
              <a:ext cx="9614" cy="20118"/>
            </a:xfrm>
            <a:custGeom>
              <a:rect b="b" l="l" r="r" t="t"/>
              <a:pathLst>
                <a:path extrusionOk="0" h="768" w="367">
                  <a:moveTo>
                    <a:pt x="322" y="0"/>
                  </a:moveTo>
                  <a:lnTo>
                    <a:pt x="0" y="322"/>
                  </a:lnTo>
                  <a:cubicBezTo>
                    <a:pt x="110" y="480"/>
                    <a:pt x="230" y="631"/>
                    <a:pt x="367" y="768"/>
                  </a:cubicBezTo>
                  <a:cubicBezTo>
                    <a:pt x="332" y="511"/>
                    <a:pt x="319" y="257"/>
                    <a:pt x="3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9"/>
            <p:cNvSpPr/>
            <p:nvPr/>
          </p:nvSpPr>
          <p:spPr>
            <a:xfrm>
              <a:off x="7538307" y="2324767"/>
              <a:ext cx="236017" cy="248302"/>
            </a:xfrm>
            <a:custGeom>
              <a:rect b="b" l="l" r="r" t="t"/>
              <a:pathLst>
                <a:path extrusionOk="0" h="9479" w="9010">
                  <a:moveTo>
                    <a:pt x="7855" y="0"/>
                  </a:moveTo>
                  <a:cubicBezTo>
                    <a:pt x="7855" y="0"/>
                    <a:pt x="8187" y="2207"/>
                    <a:pt x="7029" y="3365"/>
                  </a:cubicBezTo>
                  <a:lnTo>
                    <a:pt x="3366" y="7032"/>
                  </a:lnTo>
                  <a:cubicBezTo>
                    <a:pt x="2630" y="7768"/>
                    <a:pt x="1466" y="7901"/>
                    <a:pt x="718" y="7901"/>
                  </a:cubicBezTo>
                  <a:cubicBezTo>
                    <a:pt x="292" y="7901"/>
                    <a:pt x="1" y="7858"/>
                    <a:pt x="1" y="7858"/>
                  </a:cubicBezTo>
                  <a:lnTo>
                    <a:pt x="1" y="7858"/>
                  </a:lnTo>
                  <a:cubicBezTo>
                    <a:pt x="364" y="8218"/>
                    <a:pt x="813" y="8481"/>
                    <a:pt x="1306" y="8618"/>
                  </a:cubicBezTo>
                  <a:lnTo>
                    <a:pt x="2170" y="9479"/>
                  </a:lnTo>
                  <a:cubicBezTo>
                    <a:pt x="2896" y="9009"/>
                    <a:pt x="3575" y="8468"/>
                    <a:pt x="4188" y="7858"/>
                  </a:cubicBezTo>
                  <a:lnTo>
                    <a:pt x="7855" y="4191"/>
                  </a:lnTo>
                  <a:cubicBezTo>
                    <a:pt x="9010" y="3033"/>
                    <a:pt x="9010" y="1158"/>
                    <a:pt x="78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9"/>
            <p:cNvSpPr/>
            <p:nvPr/>
          </p:nvSpPr>
          <p:spPr>
            <a:xfrm>
              <a:off x="7516513" y="2302003"/>
              <a:ext cx="248931" cy="240837"/>
            </a:xfrm>
            <a:custGeom>
              <a:rect b="b" l="l" r="r" t="t"/>
              <a:pathLst>
                <a:path extrusionOk="0" h="9194" w="9503">
                  <a:moveTo>
                    <a:pt x="6653" y="1446"/>
                  </a:moveTo>
                  <a:cubicBezTo>
                    <a:pt x="7025" y="1446"/>
                    <a:pt x="7397" y="1588"/>
                    <a:pt x="7683" y="1873"/>
                  </a:cubicBezTo>
                  <a:cubicBezTo>
                    <a:pt x="8276" y="2466"/>
                    <a:pt x="8248" y="3436"/>
                    <a:pt x="7621" y="3991"/>
                  </a:cubicBezTo>
                  <a:lnTo>
                    <a:pt x="7621" y="3994"/>
                  </a:lnTo>
                  <a:lnTo>
                    <a:pt x="5784" y="5831"/>
                  </a:lnTo>
                  <a:lnTo>
                    <a:pt x="5397" y="5927"/>
                  </a:lnTo>
                  <a:lnTo>
                    <a:pt x="4057" y="7555"/>
                  </a:lnTo>
                  <a:lnTo>
                    <a:pt x="3955" y="7658"/>
                  </a:lnTo>
                  <a:cubicBezTo>
                    <a:pt x="3667" y="7983"/>
                    <a:pt x="3268" y="8147"/>
                    <a:pt x="2868" y="8147"/>
                  </a:cubicBezTo>
                  <a:cubicBezTo>
                    <a:pt x="2495" y="8147"/>
                    <a:pt x="2122" y="8005"/>
                    <a:pt x="1837" y="7719"/>
                  </a:cubicBezTo>
                  <a:cubicBezTo>
                    <a:pt x="1244" y="7126"/>
                    <a:pt x="1275" y="6157"/>
                    <a:pt x="1898" y="5602"/>
                  </a:cubicBezTo>
                  <a:lnTo>
                    <a:pt x="5565" y="1935"/>
                  </a:lnTo>
                  <a:cubicBezTo>
                    <a:pt x="5855" y="1610"/>
                    <a:pt x="6254" y="1446"/>
                    <a:pt x="6653" y="1446"/>
                  </a:cubicBezTo>
                  <a:close/>
                  <a:moveTo>
                    <a:pt x="6593" y="0"/>
                  </a:moveTo>
                  <a:cubicBezTo>
                    <a:pt x="5835" y="0"/>
                    <a:pt x="5077" y="290"/>
                    <a:pt x="4499" y="869"/>
                  </a:cubicBezTo>
                  <a:lnTo>
                    <a:pt x="833" y="4536"/>
                  </a:lnTo>
                  <a:lnTo>
                    <a:pt x="0" y="7089"/>
                  </a:lnTo>
                  <a:cubicBezTo>
                    <a:pt x="65" y="7514"/>
                    <a:pt x="226" y="7921"/>
                    <a:pt x="466" y="8281"/>
                  </a:cubicBezTo>
                  <a:lnTo>
                    <a:pt x="507" y="8240"/>
                  </a:lnTo>
                  <a:cubicBezTo>
                    <a:pt x="583" y="8422"/>
                    <a:pt x="696" y="8586"/>
                    <a:pt x="833" y="8723"/>
                  </a:cubicBezTo>
                  <a:cubicBezTo>
                    <a:pt x="1149" y="9040"/>
                    <a:pt x="1583" y="9193"/>
                    <a:pt x="2065" y="9193"/>
                  </a:cubicBezTo>
                  <a:cubicBezTo>
                    <a:pt x="2203" y="9193"/>
                    <a:pt x="2346" y="9180"/>
                    <a:pt x="2491" y="9155"/>
                  </a:cubicBezTo>
                  <a:cubicBezTo>
                    <a:pt x="3136" y="9042"/>
                    <a:pt x="3824" y="8686"/>
                    <a:pt x="4403" y="8107"/>
                  </a:cubicBezTo>
                  <a:lnTo>
                    <a:pt x="8070" y="4440"/>
                  </a:lnTo>
                  <a:cubicBezTo>
                    <a:pt x="9228" y="3285"/>
                    <a:pt x="9503" y="1685"/>
                    <a:pt x="8687" y="869"/>
                  </a:cubicBezTo>
                  <a:cubicBezTo>
                    <a:pt x="8110" y="290"/>
                    <a:pt x="7351" y="0"/>
                    <a:pt x="65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9"/>
            <p:cNvSpPr/>
            <p:nvPr/>
          </p:nvSpPr>
          <p:spPr>
            <a:xfrm>
              <a:off x="7643978" y="2420981"/>
              <a:ext cx="24073" cy="57839"/>
            </a:xfrm>
            <a:custGeom>
              <a:rect b="b" l="l" r="r" t="t"/>
              <a:pathLst>
                <a:path extrusionOk="0" h="2208" w="919">
                  <a:moveTo>
                    <a:pt x="161" y="1"/>
                  </a:moveTo>
                  <a:cubicBezTo>
                    <a:pt x="161" y="1"/>
                    <a:pt x="332" y="1135"/>
                    <a:pt x="0" y="2207"/>
                  </a:cubicBezTo>
                  <a:lnTo>
                    <a:pt x="918" y="1289"/>
                  </a:lnTo>
                  <a:cubicBezTo>
                    <a:pt x="781" y="803"/>
                    <a:pt x="521" y="357"/>
                    <a:pt x="161"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9"/>
            <p:cNvSpPr/>
            <p:nvPr/>
          </p:nvSpPr>
          <p:spPr>
            <a:xfrm>
              <a:off x="7442355" y="2571785"/>
              <a:ext cx="160890" cy="77642"/>
            </a:xfrm>
            <a:custGeom>
              <a:rect b="b" l="l" r="r" t="t"/>
              <a:pathLst>
                <a:path extrusionOk="0" h="2964" w="6142">
                  <a:moveTo>
                    <a:pt x="4640" y="1"/>
                  </a:moveTo>
                  <a:lnTo>
                    <a:pt x="3369" y="1272"/>
                  </a:lnTo>
                  <a:cubicBezTo>
                    <a:pt x="2633" y="2008"/>
                    <a:pt x="1473" y="2142"/>
                    <a:pt x="724" y="2142"/>
                  </a:cubicBezTo>
                  <a:cubicBezTo>
                    <a:pt x="294" y="2142"/>
                    <a:pt x="1" y="2098"/>
                    <a:pt x="0" y="2098"/>
                  </a:cubicBezTo>
                  <a:lnTo>
                    <a:pt x="0" y="2098"/>
                  </a:lnTo>
                  <a:cubicBezTo>
                    <a:pt x="580" y="2675"/>
                    <a:pt x="1338" y="2964"/>
                    <a:pt x="2096" y="2964"/>
                  </a:cubicBezTo>
                  <a:cubicBezTo>
                    <a:pt x="2854" y="2964"/>
                    <a:pt x="3612" y="2675"/>
                    <a:pt x="4191" y="2098"/>
                  </a:cubicBezTo>
                  <a:lnTo>
                    <a:pt x="6141" y="148"/>
                  </a:lnTo>
                  <a:lnTo>
                    <a:pt x="4640"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9"/>
            <p:cNvSpPr/>
            <p:nvPr/>
          </p:nvSpPr>
          <p:spPr>
            <a:xfrm>
              <a:off x="7563900" y="2526809"/>
              <a:ext cx="87910" cy="49325"/>
            </a:xfrm>
            <a:custGeom>
              <a:rect b="b" l="l" r="r" t="t"/>
              <a:pathLst>
                <a:path extrusionOk="0" h="1883" w="3356">
                  <a:moveTo>
                    <a:pt x="3355" y="1"/>
                  </a:moveTo>
                  <a:lnTo>
                    <a:pt x="3211" y="145"/>
                  </a:lnTo>
                  <a:cubicBezTo>
                    <a:pt x="2653" y="703"/>
                    <a:pt x="1900" y="1010"/>
                    <a:pt x="1119" y="1010"/>
                  </a:cubicBezTo>
                  <a:cubicBezTo>
                    <a:pt x="990" y="1010"/>
                    <a:pt x="860" y="1001"/>
                    <a:pt x="730" y="984"/>
                  </a:cubicBezTo>
                  <a:lnTo>
                    <a:pt x="0" y="1718"/>
                  </a:lnTo>
                  <a:cubicBezTo>
                    <a:pt x="366" y="1828"/>
                    <a:pt x="745" y="1883"/>
                    <a:pt x="1124" y="1883"/>
                  </a:cubicBezTo>
                  <a:cubicBezTo>
                    <a:pt x="1250" y="1883"/>
                    <a:pt x="1376" y="1877"/>
                    <a:pt x="1501" y="1865"/>
                  </a:cubicBezTo>
                  <a:lnTo>
                    <a:pt x="3218" y="148"/>
                  </a:lnTo>
                  <a:cubicBezTo>
                    <a:pt x="3266" y="100"/>
                    <a:pt x="3311" y="52"/>
                    <a:pt x="335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9"/>
            <p:cNvSpPr/>
            <p:nvPr/>
          </p:nvSpPr>
          <p:spPr>
            <a:xfrm>
              <a:off x="7412100" y="2398217"/>
              <a:ext cx="250110" cy="240706"/>
            </a:xfrm>
            <a:custGeom>
              <a:rect b="b" l="l" r="r" t="t"/>
              <a:pathLst>
                <a:path extrusionOk="0" h="9189" w="9548">
                  <a:moveTo>
                    <a:pt x="6918" y="0"/>
                  </a:moveTo>
                  <a:cubicBezTo>
                    <a:pt x="6159" y="0"/>
                    <a:pt x="5401" y="289"/>
                    <a:pt x="4822" y="866"/>
                  </a:cubicBezTo>
                  <a:lnTo>
                    <a:pt x="1159" y="4533"/>
                  </a:lnTo>
                  <a:cubicBezTo>
                    <a:pt x="1" y="5688"/>
                    <a:pt x="1" y="7562"/>
                    <a:pt x="1159" y="8720"/>
                  </a:cubicBezTo>
                  <a:cubicBezTo>
                    <a:pt x="1476" y="9038"/>
                    <a:pt x="1911" y="9189"/>
                    <a:pt x="2394" y="9189"/>
                  </a:cubicBezTo>
                  <a:cubicBezTo>
                    <a:pt x="2532" y="9189"/>
                    <a:pt x="2674" y="9177"/>
                    <a:pt x="2817" y="9152"/>
                  </a:cubicBezTo>
                  <a:cubicBezTo>
                    <a:pt x="3462" y="9039"/>
                    <a:pt x="4151" y="8679"/>
                    <a:pt x="4730" y="8104"/>
                  </a:cubicBezTo>
                  <a:lnTo>
                    <a:pt x="6124" y="6709"/>
                  </a:lnTo>
                  <a:cubicBezTo>
                    <a:pt x="6124" y="6709"/>
                    <a:pt x="5966" y="6491"/>
                    <a:pt x="5558" y="6491"/>
                  </a:cubicBezTo>
                  <a:cubicBezTo>
                    <a:pt x="5521" y="6491"/>
                    <a:pt x="5481" y="6492"/>
                    <a:pt x="5439" y="6496"/>
                  </a:cubicBezTo>
                  <a:lnTo>
                    <a:pt x="4281" y="7655"/>
                  </a:lnTo>
                  <a:cubicBezTo>
                    <a:pt x="3993" y="7980"/>
                    <a:pt x="3594" y="8144"/>
                    <a:pt x="3194" y="8144"/>
                  </a:cubicBezTo>
                  <a:cubicBezTo>
                    <a:pt x="2822" y="8144"/>
                    <a:pt x="2449" y="8002"/>
                    <a:pt x="2163" y="7716"/>
                  </a:cubicBezTo>
                  <a:cubicBezTo>
                    <a:pt x="1570" y="7124"/>
                    <a:pt x="1598" y="6154"/>
                    <a:pt x="2225" y="5599"/>
                  </a:cubicBezTo>
                  <a:lnTo>
                    <a:pt x="5891" y="1932"/>
                  </a:lnTo>
                  <a:cubicBezTo>
                    <a:pt x="6173" y="1661"/>
                    <a:pt x="6537" y="1524"/>
                    <a:pt x="6901" y="1524"/>
                  </a:cubicBezTo>
                  <a:cubicBezTo>
                    <a:pt x="7251" y="1524"/>
                    <a:pt x="7600" y="1650"/>
                    <a:pt x="7879" y="1901"/>
                  </a:cubicBezTo>
                  <a:cubicBezTo>
                    <a:pt x="8444" y="2415"/>
                    <a:pt x="8520" y="3282"/>
                    <a:pt x="8047" y="3882"/>
                  </a:cubicBezTo>
                  <a:lnTo>
                    <a:pt x="9452" y="2477"/>
                  </a:lnTo>
                  <a:cubicBezTo>
                    <a:pt x="9548" y="1850"/>
                    <a:pt x="9411" y="1264"/>
                    <a:pt x="9013" y="866"/>
                  </a:cubicBezTo>
                  <a:cubicBezTo>
                    <a:pt x="8434" y="289"/>
                    <a:pt x="7676" y="0"/>
                    <a:pt x="691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9"/>
            <p:cNvSpPr/>
            <p:nvPr/>
          </p:nvSpPr>
          <p:spPr>
            <a:xfrm>
              <a:off x="7554469" y="2550515"/>
              <a:ext cx="38716" cy="23549"/>
            </a:xfrm>
            <a:custGeom>
              <a:rect b="b" l="l" r="r" t="t"/>
              <a:pathLst>
                <a:path extrusionOk="0" h="899" w="1478">
                  <a:moveTo>
                    <a:pt x="686" y="0"/>
                  </a:moveTo>
                  <a:lnTo>
                    <a:pt x="1" y="686"/>
                  </a:lnTo>
                  <a:cubicBezTo>
                    <a:pt x="223" y="778"/>
                    <a:pt x="453" y="847"/>
                    <a:pt x="686" y="898"/>
                  </a:cubicBezTo>
                  <a:lnTo>
                    <a:pt x="1477" y="107"/>
                  </a:lnTo>
                  <a:cubicBezTo>
                    <a:pt x="1210" y="107"/>
                    <a:pt x="946" y="69"/>
                    <a:pt x="686"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9"/>
            <p:cNvSpPr/>
            <p:nvPr/>
          </p:nvSpPr>
          <p:spPr>
            <a:xfrm>
              <a:off x="7407254" y="2335769"/>
              <a:ext cx="330188" cy="317929"/>
            </a:xfrm>
            <a:custGeom>
              <a:rect b="b" l="l" r="r" t="t"/>
              <a:pathLst>
                <a:path extrusionOk="0" h="12137" w="12605">
                  <a:moveTo>
                    <a:pt x="10766" y="1"/>
                  </a:moveTo>
                  <a:cubicBezTo>
                    <a:pt x="10338" y="1"/>
                    <a:pt x="9909" y="164"/>
                    <a:pt x="9582" y="492"/>
                  </a:cubicBezTo>
                  <a:lnTo>
                    <a:pt x="8424" y="1646"/>
                  </a:lnTo>
                  <a:cubicBezTo>
                    <a:pt x="8266" y="1804"/>
                    <a:pt x="8411" y="2023"/>
                    <a:pt x="8581" y="2023"/>
                  </a:cubicBezTo>
                  <a:cubicBezTo>
                    <a:pt x="8633" y="2023"/>
                    <a:pt x="8687" y="2003"/>
                    <a:pt x="8736" y="1955"/>
                  </a:cubicBezTo>
                  <a:lnTo>
                    <a:pt x="9890" y="800"/>
                  </a:lnTo>
                  <a:cubicBezTo>
                    <a:pt x="10132" y="558"/>
                    <a:pt x="10448" y="438"/>
                    <a:pt x="10764" y="438"/>
                  </a:cubicBezTo>
                  <a:cubicBezTo>
                    <a:pt x="11080" y="438"/>
                    <a:pt x="11396" y="558"/>
                    <a:pt x="11638" y="800"/>
                  </a:cubicBezTo>
                  <a:cubicBezTo>
                    <a:pt x="12121" y="1283"/>
                    <a:pt x="12121" y="2065"/>
                    <a:pt x="11638" y="2548"/>
                  </a:cubicBezTo>
                  <a:lnTo>
                    <a:pt x="10048" y="4141"/>
                  </a:lnTo>
                  <a:cubicBezTo>
                    <a:pt x="9527" y="2867"/>
                    <a:pt x="8321" y="2163"/>
                    <a:pt x="7095" y="2163"/>
                  </a:cubicBezTo>
                  <a:cubicBezTo>
                    <a:pt x="6296" y="2163"/>
                    <a:pt x="5489" y="2462"/>
                    <a:pt x="4856" y="3096"/>
                  </a:cubicBezTo>
                  <a:lnTo>
                    <a:pt x="1190" y="6763"/>
                  </a:lnTo>
                  <a:cubicBezTo>
                    <a:pt x="1" y="8013"/>
                    <a:pt x="25" y="9984"/>
                    <a:pt x="1245" y="11204"/>
                  </a:cubicBezTo>
                  <a:cubicBezTo>
                    <a:pt x="1865" y="11825"/>
                    <a:pt x="2681" y="12137"/>
                    <a:pt x="3496" y="12137"/>
                  </a:cubicBezTo>
                  <a:cubicBezTo>
                    <a:pt x="4284" y="12137"/>
                    <a:pt x="5071" y="11846"/>
                    <a:pt x="5686" y="11262"/>
                  </a:cubicBezTo>
                  <a:lnTo>
                    <a:pt x="7636" y="9316"/>
                  </a:lnTo>
                  <a:cubicBezTo>
                    <a:pt x="7793" y="9155"/>
                    <a:pt x="7648" y="8936"/>
                    <a:pt x="7478" y="8936"/>
                  </a:cubicBezTo>
                  <a:cubicBezTo>
                    <a:pt x="7426" y="8936"/>
                    <a:pt x="7372" y="8956"/>
                    <a:pt x="7324" y="9004"/>
                  </a:cubicBezTo>
                  <a:lnTo>
                    <a:pt x="5381" y="10954"/>
                  </a:lnTo>
                  <a:cubicBezTo>
                    <a:pt x="4843" y="11502"/>
                    <a:pt x="4132" y="11776"/>
                    <a:pt x="3421" y="11776"/>
                  </a:cubicBezTo>
                  <a:cubicBezTo>
                    <a:pt x="2718" y="11776"/>
                    <a:pt x="2014" y="11508"/>
                    <a:pt x="1478" y="10971"/>
                  </a:cubicBezTo>
                  <a:cubicBezTo>
                    <a:pt x="402" y="9891"/>
                    <a:pt x="408" y="8140"/>
                    <a:pt x="1498" y="7071"/>
                  </a:cubicBezTo>
                  <a:lnTo>
                    <a:pt x="5165" y="3404"/>
                  </a:lnTo>
                  <a:cubicBezTo>
                    <a:pt x="5713" y="2859"/>
                    <a:pt x="6407" y="2604"/>
                    <a:pt x="7093" y="2604"/>
                  </a:cubicBezTo>
                  <a:cubicBezTo>
                    <a:pt x="8211" y="2604"/>
                    <a:pt x="9306" y="3282"/>
                    <a:pt x="9705" y="4480"/>
                  </a:cubicBezTo>
                  <a:lnTo>
                    <a:pt x="7971" y="6214"/>
                  </a:lnTo>
                  <a:cubicBezTo>
                    <a:pt x="7724" y="6461"/>
                    <a:pt x="7410" y="6578"/>
                    <a:pt x="7100" y="6578"/>
                  </a:cubicBezTo>
                  <a:cubicBezTo>
                    <a:pt x="6623" y="6578"/>
                    <a:pt x="6154" y="6303"/>
                    <a:pt x="5953" y="5807"/>
                  </a:cubicBezTo>
                  <a:cubicBezTo>
                    <a:pt x="5908" y="5726"/>
                    <a:pt x="5837" y="5691"/>
                    <a:pt x="5765" y="5691"/>
                  </a:cubicBezTo>
                  <a:cubicBezTo>
                    <a:pt x="5633" y="5691"/>
                    <a:pt x="5503" y="5810"/>
                    <a:pt x="5552" y="5975"/>
                  </a:cubicBezTo>
                  <a:cubicBezTo>
                    <a:pt x="5824" y="6645"/>
                    <a:pt x="6459" y="7017"/>
                    <a:pt x="7105" y="7017"/>
                  </a:cubicBezTo>
                  <a:cubicBezTo>
                    <a:pt x="7525" y="7017"/>
                    <a:pt x="7950" y="6860"/>
                    <a:pt x="8283" y="6526"/>
                  </a:cubicBezTo>
                  <a:lnTo>
                    <a:pt x="10110" y="4703"/>
                  </a:lnTo>
                  <a:lnTo>
                    <a:pt x="10113" y="4696"/>
                  </a:lnTo>
                  <a:lnTo>
                    <a:pt x="11950" y="2860"/>
                  </a:lnTo>
                  <a:cubicBezTo>
                    <a:pt x="12604" y="2205"/>
                    <a:pt x="12604" y="1146"/>
                    <a:pt x="11950" y="492"/>
                  </a:cubicBezTo>
                  <a:cubicBezTo>
                    <a:pt x="11623" y="164"/>
                    <a:pt x="11194" y="1"/>
                    <a:pt x="10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9"/>
            <p:cNvSpPr/>
            <p:nvPr/>
          </p:nvSpPr>
          <p:spPr>
            <a:xfrm>
              <a:off x="7449166" y="2296345"/>
              <a:ext cx="331445" cy="319317"/>
            </a:xfrm>
            <a:custGeom>
              <a:rect b="b" l="l" r="r" t="t"/>
              <a:pathLst>
                <a:path extrusionOk="0" h="12190" w="12653">
                  <a:moveTo>
                    <a:pt x="9166" y="1"/>
                  </a:moveTo>
                  <a:cubicBezTo>
                    <a:pt x="8352" y="1"/>
                    <a:pt x="7538" y="311"/>
                    <a:pt x="6916" y="931"/>
                  </a:cubicBezTo>
                  <a:lnTo>
                    <a:pt x="4966" y="2881"/>
                  </a:lnTo>
                  <a:cubicBezTo>
                    <a:pt x="4809" y="3039"/>
                    <a:pt x="4954" y="3257"/>
                    <a:pt x="5122" y="3257"/>
                  </a:cubicBezTo>
                  <a:cubicBezTo>
                    <a:pt x="5174" y="3257"/>
                    <a:pt x="5227" y="3237"/>
                    <a:pt x="5275" y="3189"/>
                  </a:cubicBezTo>
                  <a:lnTo>
                    <a:pt x="7225" y="1239"/>
                  </a:lnTo>
                  <a:cubicBezTo>
                    <a:pt x="7764" y="686"/>
                    <a:pt x="8479" y="408"/>
                    <a:pt x="9194" y="408"/>
                  </a:cubicBezTo>
                  <a:cubicBezTo>
                    <a:pt x="9896" y="408"/>
                    <a:pt x="10598" y="676"/>
                    <a:pt x="11135" y="1212"/>
                  </a:cubicBezTo>
                  <a:cubicBezTo>
                    <a:pt x="12217" y="2298"/>
                    <a:pt x="12204" y="4056"/>
                    <a:pt x="11104" y="5122"/>
                  </a:cubicBezTo>
                  <a:lnTo>
                    <a:pt x="7437" y="8789"/>
                  </a:lnTo>
                  <a:cubicBezTo>
                    <a:pt x="6917" y="9308"/>
                    <a:pt x="6217" y="9592"/>
                    <a:pt x="5498" y="9592"/>
                  </a:cubicBezTo>
                  <a:cubicBezTo>
                    <a:pt x="5288" y="9592"/>
                    <a:pt x="5076" y="9568"/>
                    <a:pt x="4867" y="9518"/>
                  </a:cubicBezTo>
                  <a:cubicBezTo>
                    <a:pt x="3938" y="9299"/>
                    <a:pt x="3195" y="8617"/>
                    <a:pt x="2893" y="7713"/>
                  </a:cubicBezTo>
                  <a:lnTo>
                    <a:pt x="4627" y="5979"/>
                  </a:lnTo>
                  <a:cubicBezTo>
                    <a:pt x="4875" y="5731"/>
                    <a:pt x="5190" y="5614"/>
                    <a:pt x="5502" y="5614"/>
                  </a:cubicBezTo>
                  <a:cubicBezTo>
                    <a:pt x="5979" y="5614"/>
                    <a:pt x="6448" y="5889"/>
                    <a:pt x="6649" y="6386"/>
                  </a:cubicBezTo>
                  <a:cubicBezTo>
                    <a:pt x="6683" y="6470"/>
                    <a:pt x="6765" y="6522"/>
                    <a:pt x="6852" y="6522"/>
                  </a:cubicBezTo>
                  <a:cubicBezTo>
                    <a:pt x="6879" y="6522"/>
                    <a:pt x="6907" y="6517"/>
                    <a:pt x="6933" y="6506"/>
                  </a:cubicBezTo>
                  <a:cubicBezTo>
                    <a:pt x="7046" y="6462"/>
                    <a:pt x="7098" y="6335"/>
                    <a:pt x="7053" y="6222"/>
                  </a:cubicBezTo>
                  <a:cubicBezTo>
                    <a:pt x="6781" y="5549"/>
                    <a:pt x="6146" y="5177"/>
                    <a:pt x="5500" y="5177"/>
                  </a:cubicBezTo>
                  <a:cubicBezTo>
                    <a:pt x="5080" y="5177"/>
                    <a:pt x="4655" y="5334"/>
                    <a:pt x="4322" y="5667"/>
                  </a:cubicBezTo>
                  <a:lnTo>
                    <a:pt x="655" y="9333"/>
                  </a:lnTo>
                  <a:cubicBezTo>
                    <a:pt x="1" y="9988"/>
                    <a:pt x="1" y="11047"/>
                    <a:pt x="655" y="11701"/>
                  </a:cubicBezTo>
                  <a:cubicBezTo>
                    <a:pt x="983" y="12027"/>
                    <a:pt x="1411" y="12190"/>
                    <a:pt x="1839" y="12190"/>
                  </a:cubicBezTo>
                  <a:cubicBezTo>
                    <a:pt x="2267" y="12190"/>
                    <a:pt x="2694" y="12027"/>
                    <a:pt x="3020" y="11701"/>
                  </a:cubicBezTo>
                  <a:lnTo>
                    <a:pt x="4178" y="10543"/>
                  </a:lnTo>
                  <a:cubicBezTo>
                    <a:pt x="4336" y="10385"/>
                    <a:pt x="4191" y="10167"/>
                    <a:pt x="4022" y="10167"/>
                  </a:cubicBezTo>
                  <a:cubicBezTo>
                    <a:pt x="3971" y="10167"/>
                    <a:pt x="3918" y="10187"/>
                    <a:pt x="3870" y="10235"/>
                  </a:cubicBezTo>
                  <a:lnTo>
                    <a:pt x="2712" y="11389"/>
                  </a:lnTo>
                  <a:cubicBezTo>
                    <a:pt x="2470" y="11631"/>
                    <a:pt x="2154" y="11752"/>
                    <a:pt x="1838" y="11752"/>
                  </a:cubicBezTo>
                  <a:cubicBezTo>
                    <a:pt x="1522" y="11752"/>
                    <a:pt x="1205" y="11631"/>
                    <a:pt x="964" y="11389"/>
                  </a:cubicBezTo>
                  <a:cubicBezTo>
                    <a:pt x="481" y="10910"/>
                    <a:pt x="481" y="10125"/>
                    <a:pt x="964" y="9642"/>
                  </a:cubicBezTo>
                  <a:lnTo>
                    <a:pt x="2554" y="8052"/>
                  </a:lnTo>
                  <a:cubicBezTo>
                    <a:pt x="2958" y="9035"/>
                    <a:pt x="3829" y="9755"/>
                    <a:pt x="4874" y="9964"/>
                  </a:cubicBezTo>
                  <a:cubicBezTo>
                    <a:pt x="5082" y="10006"/>
                    <a:pt x="5291" y="10026"/>
                    <a:pt x="5499" y="10026"/>
                  </a:cubicBezTo>
                  <a:cubicBezTo>
                    <a:pt x="6333" y="10026"/>
                    <a:pt x="7145" y="9697"/>
                    <a:pt x="7749" y="9094"/>
                  </a:cubicBezTo>
                  <a:lnTo>
                    <a:pt x="11416" y="5430"/>
                  </a:lnTo>
                  <a:cubicBezTo>
                    <a:pt x="12653" y="4186"/>
                    <a:pt x="12653" y="2175"/>
                    <a:pt x="11416" y="931"/>
                  </a:cubicBezTo>
                  <a:cubicBezTo>
                    <a:pt x="10794" y="311"/>
                    <a:pt x="9980" y="1"/>
                    <a:pt x="9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9" name="Google Shape;7459;p79"/>
          <p:cNvGrpSpPr/>
          <p:nvPr/>
        </p:nvGrpSpPr>
        <p:grpSpPr>
          <a:xfrm>
            <a:off x="7943780" y="2341374"/>
            <a:ext cx="386900" cy="268682"/>
            <a:chOff x="7943780" y="2341374"/>
            <a:chExt cx="386900" cy="268682"/>
          </a:xfrm>
        </p:grpSpPr>
        <p:sp>
          <p:nvSpPr>
            <p:cNvPr id="7460" name="Google Shape;7460;p79"/>
            <p:cNvSpPr/>
            <p:nvPr/>
          </p:nvSpPr>
          <p:spPr>
            <a:xfrm>
              <a:off x="7950145" y="2379069"/>
              <a:ext cx="374169" cy="225408"/>
            </a:xfrm>
            <a:custGeom>
              <a:rect b="b" l="l" r="r" t="t"/>
              <a:pathLst>
                <a:path extrusionOk="0" h="8605" w="14284">
                  <a:moveTo>
                    <a:pt x="7142" y="0"/>
                  </a:moveTo>
                  <a:cubicBezTo>
                    <a:pt x="6292" y="0"/>
                    <a:pt x="5018" y="545"/>
                    <a:pt x="3352" y="1621"/>
                  </a:cubicBezTo>
                  <a:cubicBezTo>
                    <a:pt x="2050" y="2464"/>
                    <a:pt x="854" y="3410"/>
                    <a:pt x="254" y="3897"/>
                  </a:cubicBezTo>
                  <a:cubicBezTo>
                    <a:pt x="1" y="4106"/>
                    <a:pt x="1" y="4496"/>
                    <a:pt x="254" y="4705"/>
                  </a:cubicBezTo>
                  <a:cubicBezTo>
                    <a:pt x="854" y="5192"/>
                    <a:pt x="2050" y="6138"/>
                    <a:pt x="3352" y="6981"/>
                  </a:cubicBezTo>
                  <a:cubicBezTo>
                    <a:pt x="5018" y="8057"/>
                    <a:pt x="6292" y="8605"/>
                    <a:pt x="7142" y="8605"/>
                  </a:cubicBezTo>
                  <a:cubicBezTo>
                    <a:pt x="7992" y="8605"/>
                    <a:pt x="9267" y="8060"/>
                    <a:pt x="10932" y="6981"/>
                  </a:cubicBezTo>
                  <a:cubicBezTo>
                    <a:pt x="12235" y="6138"/>
                    <a:pt x="13430" y="5192"/>
                    <a:pt x="14030" y="4705"/>
                  </a:cubicBezTo>
                  <a:cubicBezTo>
                    <a:pt x="14284" y="4496"/>
                    <a:pt x="14284" y="4106"/>
                    <a:pt x="14030" y="3897"/>
                  </a:cubicBezTo>
                  <a:cubicBezTo>
                    <a:pt x="13430" y="3410"/>
                    <a:pt x="12235" y="2464"/>
                    <a:pt x="10932" y="1621"/>
                  </a:cubicBezTo>
                  <a:cubicBezTo>
                    <a:pt x="9267" y="545"/>
                    <a:pt x="7992" y="0"/>
                    <a:pt x="714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9"/>
            <p:cNvSpPr/>
            <p:nvPr/>
          </p:nvSpPr>
          <p:spPr>
            <a:xfrm>
              <a:off x="7950145" y="2379069"/>
              <a:ext cx="205788" cy="225408"/>
            </a:xfrm>
            <a:custGeom>
              <a:rect b="b" l="l" r="r" t="t"/>
              <a:pathLst>
                <a:path extrusionOk="0" h="8605" w="7856">
                  <a:moveTo>
                    <a:pt x="7142" y="0"/>
                  </a:moveTo>
                  <a:cubicBezTo>
                    <a:pt x="6292" y="0"/>
                    <a:pt x="5018" y="545"/>
                    <a:pt x="3352" y="1625"/>
                  </a:cubicBezTo>
                  <a:cubicBezTo>
                    <a:pt x="2050" y="2468"/>
                    <a:pt x="854" y="3410"/>
                    <a:pt x="254" y="3900"/>
                  </a:cubicBezTo>
                  <a:cubicBezTo>
                    <a:pt x="1" y="4106"/>
                    <a:pt x="1" y="4500"/>
                    <a:pt x="254" y="4709"/>
                  </a:cubicBezTo>
                  <a:cubicBezTo>
                    <a:pt x="854" y="5195"/>
                    <a:pt x="2050" y="6138"/>
                    <a:pt x="3352" y="6981"/>
                  </a:cubicBezTo>
                  <a:cubicBezTo>
                    <a:pt x="5018" y="8060"/>
                    <a:pt x="6292" y="8605"/>
                    <a:pt x="7142" y="8605"/>
                  </a:cubicBezTo>
                  <a:cubicBezTo>
                    <a:pt x="7382" y="8602"/>
                    <a:pt x="7622" y="8567"/>
                    <a:pt x="7855" y="8506"/>
                  </a:cubicBezTo>
                  <a:cubicBezTo>
                    <a:pt x="7057" y="8300"/>
                    <a:pt x="6025" y="7793"/>
                    <a:pt x="4774" y="6984"/>
                  </a:cubicBezTo>
                  <a:cubicBezTo>
                    <a:pt x="3472" y="6138"/>
                    <a:pt x="2276" y="5195"/>
                    <a:pt x="1677" y="4709"/>
                  </a:cubicBezTo>
                  <a:cubicBezTo>
                    <a:pt x="1423" y="4500"/>
                    <a:pt x="1423" y="4109"/>
                    <a:pt x="1677" y="3900"/>
                  </a:cubicBezTo>
                  <a:cubicBezTo>
                    <a:pt x="2276" y="3410"/>
                    <a:pt x="3472" y="2468"/>
                    <a:pt x="4774" y="1625"/>
                  </a:cubicBezTo>
                  <a:cubicBezTo>
                    <a:pt x="6025" y="816"/>
                    <a:pt x="7057" y="305"/>
                    <a:pt x="7852" y="103"/>
                  </a:cubicBezTo>
                  <a:cubicBezTo>
                    <a:pt x="7622" y="38"/>
                    <a:pt x="7382" y="4"/>
                    <a:pt x="7142"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9"/>
            <p:cNvSpPr/>
            <p:nvPr/>
          </p:nvSpPr>
          <p:spPr>
            <a:xfrm>
              <a:off x="8050236" y="2411158"/>
              <a:ext cx="167622" cy="161283"/>
            </a:xfrm>
            <a:custGeom>
              <a:rect b="b" l="l" r="r" t="t"/>
              <a:pathLst>
                <a:path extrusionOk="0" h="6157" w="6399">
                  <a:moveTo>
                    <a:pt x="3323" y="1"/>
                  </a:moveTo>
                  <a:cubicBezTo>
                    <a:pt x="2522" y="1"/>
                    <a:pt x="1735" y="314"/>
                    <a:pt x="1145" y="903"/>
                  </a:cubicBezTo>
                  <a:cubicBezTo>
                    <a:pt x="265" y="1781"/>
                    <a:pt x="1" y="3107"/>
                    <a:pt x="477" y="4255"/>
                  </a:cubicBezTo>
                  <a:cubicBezTo>
                    <a:pt x="953" y="5406"/>
                    <a:pt x="2077" y="6157"/>
                    <a:pt x="3321" y="6157"/>
                  </a:cubicBezTo>
                  <a:cubicBezTo>
                    <a:pt x="5021" y="6153"/>
                    <a:pt x="6395" y="4776"/>
                    <a:pt x="6399" y="3079"/>
                  </a:cubicBezTo>
                  <a:cubicBezTo>
                    <a:pt x="6399" y="1832"/>
                    <a:pt x="5648" y="711"/>
                    <a:pt x="4500" y="235"/>
                  </a:cubicBezTo>
                  <a:cubicBezTo>
                    <a:pt x="4119" y="78"/>
                    <a:pt x="3719" y="1"/>
                    <a:pt x="3323"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9"/>
            <p:cNvSpPr/>
            <p:nvPr/>
          </p:nvSpPr>
          <p:spPr>
            <a:xfrm>
              <a:off x="8056628" y="2411158"/>
              <a:ext cx="95874" cy="161283"/>
            </a:xfrm>
            <a:custGeom>
              <a:rect b="b" l="l" r="r" t="t"/>
              <a:pathLst>
                <a:path extrusionOk="0" h="6157" w="3660">
                  <a:moveTo>
                    <a:pt x="3069" y="0"/>
                  </a:moveTo>
                  <a:cubicBezTo>
                    <a:pt x="1412" y="0"/>
                    <a:pt x="0" y="1346"/>
                    <a:pt x="0" y="3079"/>
                  </a:cubicBezTo>
                  <a:cubicBezTo>
                    <a:pt x="0" y="4808"/>
                    <a:pt x="1410" y="6156"/>
                    <a:pt x="3066" y="6156"/>
                  </a:cubicBezTo>
                  <a:cubicBezTo>
                    <a:pt x="3261" y="6156"/>
                    <a:pt x="3460" y="6137"/>
                    <a:pt x="3660" y="6098"/>
                  </a:cubicBezTo>
                  <a:cubicBezTo>
                    <a:pt x="2214" y="5817"/>
                    <a:pt x="1172" y="4549"/>
                    <a:pt x="1169" y="3079"/>
                  </a:cubicBezTo>
                  <a:cubicBezTo>
                    <a:pt x="1172" y="1606"/>
                    <a:pt x="2214" y="341"/>
                    <a:pt x="3660" y="57"/>
                  </a:cubicBezTo>
                  <a:cubicBezTo>
                    <a:pt x="3461" y="19"/>
                    <a:pt x="3263" y="0"/>
                    <a:pt x="3069" y="0"/>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9"/>
            <p:cNvSpPr/>
            <p:nvPr/>
          </p:nvSpPr>
          <p:spPr>
            <a:xfrm>
              <a:off x="8093327" y="2451105"/>
              <a:ext cx="84584" cy="81388"/>
            </a:xfrm>
            <a:custGeom>
              <a:rect b="b" l="l" r="r" t="t"/>
              <a:pathLst>
                <a:path extrusionOk="0" h="3107" w="3229">
                  <a:moveTo>
                    <a:pt x="1677" y="1"/>
                  </a:moveTo>
                  <a:cubicBezTo>
                    <a:pt x="1273" y="1"/>
                    <a:pt x="876" y="158"/>
                    <a:pt x="580" y="454"/>
                  </a:cubicBezTo>
                  <a:cubicBezTo>
                    <a:pt x="134" y="900"/>
                    <a:pt x="1" y="1568"/>
                    <a:pt x="240" y="2147"/>
                  </a:cubicBezTo>
                  <a:cubicBezTo>
                    <a:pt x="484" y="2726"/>
                    <a:pt x="1049" y="3107"/>
                    <a:pt x="1676" y="3107"/>
                  </a:cubicBezTo>
                  <a:cubicBezTo>
                    <a:pt x="2533" y="3103"/>
                    <a:pt x="3229" y="2411"/>
                    <a:pt x="3229" y="1554"/>
                  </a:cubicBezTo>
                  <a:cubicBezTo>
                    <a:pt x="3229" y="924"/>
                    <a:pt x="2852" y="358"/>
                    <a:pt x="2269" y="119"/>
                  </a:cubicBezTo>
                  <a:cubicBezTo>
                    <a:pt x="2078" y="39"/>
                    <a:pt x="1876" y="1"/>
                    <a:pt x="1677"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9"/>
            <p:cNvSpPr/>
            <p:nvPr/>
          </p:nvSpPr>
          <p:spPr>
            <a:xfrm>
              <a:off x="8096470" y="2451079"/>
              <a:ext cx="56581" cy="81440"/>
            </a:xfrm>
            <a:custGeom>
              <a:rect b="b" l="l" r="r" t="t"/>
              <a:pathLst>
                <a:path extrusionOk="0" h="3109" w="2160">
                  <a:moveTo>
                    <a:pt x="1552" y="1"/>
                  </a:moveTo>
                  <a:cubicBezTo>
                    <a:pt x="734" y="1"/>
                    <a:pt x="1" y="661"/>
                    <a:pt x="1" y="1555"/>
                  </a:cubicBezTo>
                  <a:cubicBezTo>
                    <a:pt x="1" y="2448"/>
                    <a:pt x="736" y="3108"/>
                    <a:pt x="1555" y="3108"/>
                  </a:cubicBezTo>
                  <a:cubicBezTo>
                    <a:pt x="1755" y="3108"/>
                    <a:pt x="1959" y="3069"/>
                    <a:pt x="2159" y="2984"/>
                  </a:cubicBezTo>
                  <a:cubicBezTo>
                    <a:pt x="1587" y="2741"/>
                    <a:pt x="1214" y="2176"/>
                    <a:pt x="1214" y="1555"/>
                  </a:cubicBezTo>
                  <a:cubicBezTo>
                    <a:pt x="1214" y="932"/>
                    <a:pt x="1587" y="370"/>
                    <a:pt x="2159" y="126"/>
                  </a:cubicBezTo>
                  <a:cubicBezTo>
                    <a:pt x="1958" y="41"/>
                    <a:pt x="1753" y="1"/>
                    <a:pt x="1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9"/>
            <p:cNvSpPr/>
            <p:nvPr/>
          </p:nvSpPr>
          <p:spPr>
            <a:xfrm>
              <a:off x="8147184" y="2453620"/>
              <a:ext cx="32875" cy="28160"/>
            </a:xfrm>
            <a:custGeom>
              <a:rect b="b" l="l" r="r" t="t"/>
              <a:pathLst>
                <a:path extrusionOk="0" h="1075" w="1255">
                  <a:moveTo>
                    <a:pt x="541" y="1"/>
                  </a:moveTo>
                  <a:cubicBezTo>
                    <a:pt x="266" y="1"/>
                    <a:pt x="1" y="215"/>
                    <a:pt x="1" y="540"/>
                  </a:cubicBezTo>
                  <a:cubicBezTo>
                    <a:pt x="1" y="835"/>
                    <a:pt x="241" y="1075"/>
                    <a:pt x="539" y="1075"/>
                  </a:cubicBezTo>
                  <a:cubicBezTo>
                    <a:pt x="1015" y="1075"/>
                    <a:pt x="1255" y="495"/>
                    <a:pt x="916" y="160"/>
                  </a:cubicBezTo>
                  <a:cubicBezTo>
                    <a:pt x="807" y="50"/>
                    <a:pt x="673" y="1"/>
                    <a:pt x="54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9"/>
            <p:cNvSpPr/>
            <p:nvPr/>
          </p:nvSpPr>
          <p:spPr>
            <a:xfrm>
              <a:off x="8252750" y="2394026"/>
              <a:ext cx="37695" cy="26012"/>
            </a:xfrm>
            <a:custGeom>
              <a:rect b="b" l="l" r="r" t="t"/>
              <a:pathLst>
                <a:path extrusionOk="0" h="993" w="1439">
                  <a:moveTo>
                    <a:pt x="333" y="1"/>
                  </a:moveTo>
                  <a:cubicBezTo>
                    <a:pt x="137" y="1"/>
                    <a:pt x="0" y="285"/>
                    <a:pt x="210" y="427"/>
                  </a:cubicBezTo>
                  <a:cubicBezTo>
                    <a:pt x="456" y="588"/>
                    <a:pt x="710" y="762"/>
                    <a:pt x="967" y="947"/>
                  </a:cubicBezTo>
                  <a:cubicBezTo>
                    <a:pt x="1012" y="979"/>
                    <a:pt x="1058" y="993"/>
                    <a:pt x="1102" y="993"/>
                  </a:cubicBezTo>
                  <a:cubicBezTo>
                    <a:pt x="1297" y="993"/>
                    <a:pt x="1439" y="716"/>
                    <a:pt x="1234" y="570"/>
                  </a:cubicBezTo>
                  <a:cubicBezTo>
                    <a:pt x="974" y="385"/>
                    <a:pt x="713" y="207"/>
                    <a:pt x="463" y="43"/>
                  </a:cubicBezTo>
                  <a:cubicBezTo>
                    <a:pt x="419" y="13"/>
                    <a:pt x="375" y="1"/>
                    <a:pt x="3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9"/>
            <p:cNvSpPr/>
            <p:nvPr/>
          </p:nvSpPr>
          <p:spPr>
            <a:xfrm>
              <a:off x="8015318" y="2341374"/>
              <a:ext cx="226927" cy="57734"/>
            </a:xfrm>
            <a:custGeom>
              <a:rect b="b" l="l" r="r" t="t"/>
              <a:pathLst>
                <a:path extrusionOk="0" h="2204" w="8663">
                  <a:moveTo>
                    <a:pt x="4651" y="0"/>
                  </a:moveTo>
                  <a:cubicBezTo>
                    <a:pt x="3523" y="0"/>
                    <a:pt x="2067" y="583"/>
                    <a:pt x="193" y="1779"/>
                  </a:cubicBezTo>
                  <a:cubicBezTo>
                    <a:pt x="1" y="1902"/>
                    <a:pt x="86" y="2204"/>
                    <a:pt x="316" y="2204"/>
                  </a:cubicBezTo>
                  <a:lnTo>
                    <a:pt x="319" y="2204"/>
                  </a:lnTo>
                  <a:cubicBezTo>
                    <a:pt x="364" y="2204"/>
                    <a:pt x="405" y="2190"/>
                    <a:pt x="443" y="2169"/>
                  </a:cubicBezTo>
                  <a:cubicBezTo>
                    <a:pt x="2242" y="1018"/>
                    <a:pt x="3616" y="459"/>
                    <a:pt x="4654" y="459"/>
                  </a:cubicBezTo>
                  <a:cubicBezTo>
                    <a:pt x="5562" y="459"/>
                    <a:pt x="6724" y="888"/>
                    <a:pt x="8208" y="1765"/>
                  </a:cubicBezTo>
                  <a:cubicBezTo>
                    <a:pt x="8250" y="1790"/>
                    <a:pt x="8292" y="1801"/>
                    <a:pt x="8331" y="1801"/>
                  </a:cubicBezTo>
                  <a:cubicBezTo>
                    <a:pt x="8534" y="1801"/>
                    <a:pt x="8662" y="1500"/>
                    <a:pt x="8441" y="1371"/>
                  </a:cubicBezTo>
                  <a:cubicBezTo>
                    <a:pt x="6885" y="449"/>
                    <a:pt x="5645" y="0"/>
                    <a:pt x="4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9"/>
            <p:cNvSpPr/>
            <p:nvPr/>
          </p:nvSpPr>
          <p:spPr>
            <a:xfrm>
              <a:off x="7943780" y="2373489"/>
              <a:ext cx="386900" cy="236567"/>
            </a:xfrm>
            <a:custGeom>
              <a:rect b="b" l="l" r="r" t="t"/>
              <a:pathLst>
                <a:path extrusionOk="0" h="9031" w="14770">
                  <a:moveTo>
                    <a:pt x="7385" y="460"/>
                  </a:moveTo>
                  <a:cubicBezTo>
                    <a:pt x="9260" y="460"/>
                    <a:pt x="13012" y="3400"/>
                    <a:pt x="14116" y="4301"/>
                  </a:cubicBezTo>
                  <a:cubicBezTo>
                    <a:pt x="14249" y="4411"/>
                    <a:pt x="14249" y="4620"/>
                    <a:pt x="14116" y="4730"/>
                  </a:cubicBezTo>
                  <a:cubicBezTo>
                    <a:pt x="13012" y="5631"/>
                    <a:pt x="9260" y="8571"/>
                    <a:pt x="7385" y="8571"/>
                  </a:cubicBezTo>
                  <a:cubicBezTo>
                    <a:pt x="5507" y="8571"/>
                    <a:pt x="1755" y="5631"/>
                    <a:pt x="652" y="4730"/>
                  </a:cubicBezTo>
                  <a:cubicBezTo>
                    <a:pt x="518" y="4620"/>
                    <a:pt x="518" y="4411"/>
                    <a:pt x="652" y="4301"/>
                  </a:cubicBezTo>
                  <a:cubicBezTo>
                    <a:pt x="1755" y="3404"/>
                    <a:pt x="5507" y="460"/>
                    <a:pt x="7385" y="460"/>
                  </a:cubicBezTo>
                  <a:close/>
                  <a:moveTo>
                    <a:pt x="7385" y="1"/>
                  </a:moveTo>
                  <a:cubicBezTo>
                    <a:pt x="5415" y="1"/>
                    <a:pt x="1817" y="2759"/>
                    <a:pt x="360" y="3945"/>
                  </a:cubicBezTo>
                  <a:cubicBezTo>
                    <a:pt x="1" y="4240"/>
                    <a:pt x="1" y="4792"/>
                    <a:pt x="360" y="5086"/>
                  </a:cubicBezTo>
                  <a:cubicBezTo>
                    <a:pt x="1817" y="6272"/>
                    <a:pt x="5411" y="9030"/>
                    <a:pt x="7385" y="9030"/>
                  </a:cubicBezTo>
                  <a:cubicBezTo>
                    <a:pt x="9363" y="9030"/>
                    <a:pt x="12954" y="6272"/>
                    <a:pt x="14407" y="5086"/>
                  </a:cubicBezTo>
                  <a:cubicBezTo>
                    <a:pt x="14770" y="4792"/>
                    <a:pt x="14770" y="4240"/>
                    <a:pt x="14407" y="3945"/>
                  </a:cubicBezTo>
                  <a:cubicBezTo>
                    <a:pt x="12954" y="2759"/>
                    <a:pt x="9356" y="1"/>
                    <a:pt x="7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9"/>
            <p:cNvSpPr/>
            <p:nvPr/>
          </p:nvSpPr>
          <p:spPr>
            <a:xfrm>
              <a:off x="8044945" y="2405500"/>
              <a:ext cx="188945" cy="172546"/>
            </a:xfrm>
            <a:custGeom>
              <a:rect b="b" l="l" r="r" t="t"/>
              <a:pathLst>
                <a:path extrusionOk="0" h="6587" w="7213">
                  <a:moveTo>
                    <a:pt x="3527" y="0"/>
                  </a:moveTo>
                  <a:cubicBezTo>
                    <a:pt x="3489" y="0"/>
                    <a:pt x="3451" y="1"/>
                    <a:pt x="3414" y="2"/>
                  </a:cubicBezTo>
                  <a:lnTo>
                    <a:pt x="3414" y="6"/>
                  </a:lnTo>
                  <a:cubicBezTo>
                    <a:pt x="2146" y="47"/>
                    <a:pt x="1018" y="811"/>
                    <a:pt x="508" y="1969"/>
                  </a:cubicBezTo>
                  <a:cubicBezTo>
                    <a:pt x="1" y="3127"/>
                    <a:pt x="199" y="4478"/>
                    <a:pt x="1025" y="5437"/>
                  </a:cubicBezTo>
                  <a:cubicBezTo>
                    <a:pt x="1071" y="5489"/>
                    <a:pt x="1134" y="5514"/>
                    <a:pt x="1197" y="5514"/>
                  </a:cubicBezTo>
                  <a:cubicBezTo>
                    <a:pt x="1255" y="5514"/>
                    <a:pt x="1313" y="5492"/>
                    <a:pt x="1358" y="5447"/>
                  </a:cubicBezTo>
                  <a:lnTo>
                    <a:pt x="1361" y="5444"/>
                  </a:lnTo>
                  <a:cubicBezTo>
                    <a:pt x="1447" y="5358"/>
                    <a:pt x="1450" y="5225"/>
                    <a:pt x="1371" y="5136"/>
                  </a:cubicBezTo>
                  <a:cubicBezTo>
                    <a:pt x="422" y="4022"/>
                    <a:pt x="473" y="2370"/>
                    <a:pt x="1495" y="1322"/>
                  </a:cubicBezTo>
                  <a:cubicBezTo>
                    <a:pt x="2046" y="756"/>
                    <a:pt x="2781" y="467"/>
                    <a:pt x="3521" y="467"/>
                  </a:cubicBezTo>
                  <a:cubicBezTo>
                    <a:pt x="4147" y="467"/>
                    <a:pt x="4777" y="674"/>
                    <a:pt x="5298" y="1095"/>
                  </a:cubicBezTo>
                  <a:cubicBezTo>
                    <a:pt x="6436" y="2014"/>
                    <a:pt x="6690" y="3645"/>
                    <a:pt x="5881" y="4861"/>
                  </a:cubicBezTo>
                  <a:cubicBezTo>
                    <a:pt x="5338" y="5677"/>
                    <a:pt x="4442" y="6126"/>
                    <a:pt x="3522" y="6126"/>
                  </a:cubicBezTo>
                  <a:cubicBezTo>
                    <a:pt x="3067" y="6126"/>
                    <a:pt x="2607" y="6016"/>
                    <a:pt x="2180" y="5787"/>
                  </a:cubicBezTo>
                  <a:cubicBezTo>
                    <a:pt x="2146" y="5768"/>
                    <a:pt x="2109" y="5760"/>
                    <a:pt x="2073" y="5760"/>
                  </a:cubicBezTo>
                  <a:cubicBezTo>
                    <a:pt x="2014" y="5760"/>
                    <a:pt x="1955" y="5783"/>
                    <a:pt x="1913" y="5828"/>
                  </a:cubicBezTo>
                  <a:lnTo>
                    <a:pt x="1909" y="5831"/>
                  </a:lnTo>
                  <a:cubicBezTo>
                    <a:pt x="1803" y="5937"/>
                    <a:pt x="1827" y="6116"/>
                    <a:pt x="1961" y="6191"/>
                  </a:cubicBezTo>
                  <a:cubicBezTo>
                    <a:pt x="2462" y="6461"/>
                    <a:pt x="2995" y="6587"/>
                    <a:pt x="3518" y="6587"/>
                  </a:cubicBezTo>
                  <a:cubicBezTo>
                    <a:pt x="4982" y="6587"/>
                    <a:pt x="6361" y="5599"/>
                    <a:pt x="6727" y="4046"/>
                  </a:cubicBezTo>
                  <a:cubicBezTo>
                    <a:pt x="7212" y="1972"/>
                    <a:pt x="5636" y="0"/>
                    <a:pt x="3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9"/>
            <p:cNvSpPr/>
            <p:nvPr/>
          </p:nvSpPr>
          <p:spPr>
            <a:xfrm>
              <a:off x="8087485" y="2445683"/>
              <a:ext cx="95900" cy="92233"/>
            </a:xfrm>
            <a:custGeom>
              <a:rect b="b" l="l" r="r" t="t"/>
              <a:pathLst>
                <a:path extrusionOk="0" h="3521" w="3661">
                  <a:moveTo>
                    <a:pt x="1899" y="0"/>
                  </a:moveTo>
                  <a:cubicBezTo>
                    <a:pt x="1187" y="0"/>
                    <a:pt x="546" y="428"/>
                    <a:pt x="272" y="1086"/>
                  </a:cubicBezTo>
                  <a:cubicBezTo>
                    <a:pt x="1" y="1744"/>
                    <a:pt x="152" y="2502"/>
                    <a:pt x="655" y="3005"/>
                  </a:cubicBezTo>
                  <a:cubicBezTo>
                    <a:pt x="992" y="3342"/>
                    <a:pt x="1442" y="3521"/>
                    <a:pt x="1899" y="3521"/>
                  </a:cubicBezTo>
                  <a:cubicBezTo>
                    <a:pt x="2127" y="3521"/>
                    <a:pt x="2356" y="3477"/>
                    <a:pt x="2574" y="3386"/>
                  </a:cubicBezTo>
                  <a:cubicBezTo>
                    <a:pt x="3232" y="3115"/>
                    <a:pt x="3661" y="2471"/>
                    <a:pt x="3661" y="1761"/>
                  </a:cubicBezTo>
                  <a:cubicBezTo>
                    <a:pt x="3661" y="1633"/>
                    <a:pt x="3558" y="1532"/>
                    <a:pt x="3434" y="1532"/>
                  </a:cubicBezTo>
                  <a:cubicBezTo>
                    <a:pt x="3432" y="1532"/>
                    <a:pt x="3430" y="1532"/>
                    <a:pt x="3428" y="1532"/>
                  </a:cubicBezTo>
                  <a:cubicBezTo>
                    <a:pt x="3301" y="1532"/>
                    <a:pt x="3198" y="1631"/>
                    <a:pt x="3198" y="1761"/>
                  </a:cubicBezTo>
                  <a:cubicBezTo>
                    <a:pt x="3198" y="2286"/>
                    <a:pt x="2883" y="2762"/>
                    <a:pt x="2396" y="2961"/>
                  </a:cubicBezTo>
                  <a:cubicBezTo>
                    <a:pt x="2234" y="3028"/>
                    <a:pt x="2064" y="3061"/>
                    <a:pt x="1895" y="3061"/>
                  </a:cubicBezTo>
                  <a:cubicBezTo>
                    <a:pt x="1557" y="3061"/>
                    <a:pt x="1224" y="2929"/>
                    <a:pt x="977" y="2680"/>
                  </a:cubicBezTo>
                  <a:cubicBezTo>
                    <a:pt x="604" y="2306"/>
                    <a:pt x="494" y="1748"/>
                    <a:pt x="696" y="1261"/>
                  </a:cubicBezTo>
                  <a:cubicBezTo>
                    <a:pt x="899" y="774"/>
                    <a:pt x="1372" y="459"/>
                    <a:pt x="1899" y="459"/>
                  </a:cubicBezTo>
                  <a:cubicBezTo>
                    <a:pt x="2026" y="459"/>
                    <a:pt x="2129" y="356"/>
                    <a:pt x="2129" y="230"/>
                  </a:cubicBezTo>
                  <a:cubicBezTo>
                    <a:pt x="2129" y="103"/>
                    <a:pt x="2026" y="0"/>
                    <a:pt x="1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79"/>
          <p:cNvGrpSpPr/>
          <p:nvPr/>
        </p:nvGrpSpPr>
        <p:grpSpPr>
          <a:xfrm>
            <a:off x="2486628" y="2743153"/>
            <a:ext cx="389860" cy="389782"/>
            <a:chOff x="2486628" y="2743153"/>
            <a:chExt cx="389860" cy="389782"/>
          </a:xfrm>
        </p:grpSpPr>
        <p:sp>
          <p:nvSpPr>
            <p:cNvPr id="7473" name="Google Shape;7473;p79"/>
            <p:cNvSpPr/>
            <p:nvPr/>
          </p:nvSpPr>
          <p:spPr>
            <a:xfrm>
              <a:off x="2492810" y="2749257"/>
              <a:ext cx="287281" cy="287281"/>
            </a:xfrm>
            <a:custGeom>
              <a:rect b="b" l="l" r="r" t="t"/>
              <a:pathLst>
                <a:path extrusionOk="0" h="10967" w="10967">
                  <a:moveTo>
                    <a:pt x="5144" y="0"/>
                  </a:moveTo>
                  <a:cubicBezTo>
                    <a:pt x="4908" y="0"/>
                    <a:pt x="4702" y="168"/>
                    <a:pt x="4658" y="401"/>
                  </a:cubicBezTo>
                  <a:lnTo>
                    <a:pt x="4407" y="1645"/>
                  </a:lnTo>
                  <a:cubicBezTo>
                    <a:pt x="4102" y="1731"/>
                    <a:pt x="3808" y="1851"/>
                    <a:pt x="3530" y="2009"/>
                  </a:cubicBezTo>
                  <a:lnTo>
                    <a:pt x="2475" y="1306"/>
                  </a:lnTo>
                  <a:cubicBezTo>
                    <a:pt x="2390" y="1249"/>
                    <a:pt x="2293" y="1221"/>
                    <a:pt x="2197" y="1221"/>
                  </a:cubicBezTo>
                  <a:cubicBezTo>
                    <a:pt x="2068" y="1221"/>
                    <a:pt x="1940" y="1271"/>
                    <a:pt x="1844" y="1368"/>
                  </a:cubicBezTo>
                  <a:lnTo>
                    <a:pt x="1364" y="1847"/>
                  </a:lnTo>
                  <a:cubicBezTo>
                    <a:pt x="1196" y="2015"/>
                    <a:pt x="1172" y="2276"/>
                    <a:pt x="1303" y="2475"/>
                  </a:cubicBezTo>
                  <a:lnTo>
                    <a:pt x="2005" y="3530"/>
                  </a:lnTo>
                  <a:cubicBezTo>
                    <a:pt x="1851" y="3808"/>
                    <a:pt x="1728" y="4102"/>
                    <a:pt x="1642" y="4407"/>
                  </a:cubicBezTo>
                  <a:lnTo>
                    <a:pt x="401" y="4657"/>
                  </a:lnTo>
                  <a:cubicBezTo>
                    <a:pt x="168" y="4702"/>
                    <a:pt x="1" y="4908"/>
                    <a:pt x="1" y="5144"/>
                  </a:cubicBezTo>
                  <a:lnTo>
                    <a:pt x="1" y="5823"/>
                  </a:lnTo>
                  <a:cubicBezTo>
                    <a:pt x="1" y="6059"/>
                    <a:pt x="168" y="6265"/>
                    <a:pt x="401" y="6313"/>
                  </a:cubicBezTo>
                  <a:lnTo>
                    <a:pt x="1642" y="6559"/>
                  </a:lnTo>
                  <a:cubicBezTo>
                    <a:pt x="1728" y="6864"/>
                    <a:pt x="1851" y="7159"/>
                    <a:pt x="2005" y="7437"/>
                  </a:cubicBezTo>
                  <a:lnTo>
                    <a:pt x="1303" y="8492"/>
                  </a:lnTo>
                  <a:cubicBezTo>
                    <a:pt x="1172" y="8691"/>
                    <a:pt x="1196" y="8951"/>
                    <a:pt x="1364" y="9123"/>
                  </a:cubicBezTo>
                  <a:lnTo>
                    <a:pt x="1844" y="9602"/>
                  </a:lnTo>
                  <a:cubicBezTo>
                    <a:pt x="1941" y="9697"/>
                    <a:pt x="2069" y="9746"/>
                    <a:pt x="2198" y="9746"/>
                  </a:cubicBezTo>
                  <a:cubicBezTo>
                    <a:pt x="2294" y="9746"/>
                    <a:pt x="2390" y="9719"/>
                    <a:pt x="2475" y="9664"/>
                  </a:cubicBezTo>
                  <a:lnTo>
                    <a:pt x="3530" y="8958"/>
                  </a:lnTo>
                  <a:cubicBezTo>
                    <a:pt x="3808" y="9116"/>
                    <a:pt x="4099" y="9239"/>
                    <a:pt x="4407" y="9325"/>
                  </a:cubicBezTo>
                  <a:lnTo>
                    <a:pt x="4654" y="10565"/>
                  </a:lnTo>
                  <a:cubicBezTo>
                    <a:pt x="4702" y="10798"/>
                    <a:pt x="4908" y="10966"/>
                    <a:pt x="5144" y="10966"/>
                  </a:cubicBezTo>
                  <a:lnTo>
                    <a:pt x="5823" y="10966"/>
                  </a:lnTo>
                  <a:cubicBezTo>
                    <a:pt x="6059" y="10966"/>
                    <a:pt x="6265" y="10798"/>
                    <a:pt x="6309" y="10565"/>
                  </a:cubicBezTo>
                  <a:lnTo>
                    <a:pt x="6559" y="9325"/>
                  </a:lnTo>
                  <a:cubicBezTo>
                    <a:pt x="6864" y="9239"/>
                    <a:pt x="7159" y="9116"/>
                    <a:pt x="7437" y="8958"/>
                  </a:cubicBezTo>
                  <a:lnTo>
                    <a:pt x="8492" y="9664"/>
                  </a:lnTo>
                  <a:cubicBezTo>
                    <a:pt x="8575" y="9719"/>
                    <a:pt x="8670" y="9746"/>
                    <a:pt x="8766" y="9746"/>
                  </a:cubicBezTo>
                  <a:cubicBezTo>
                    <a:pt x="8894" y="9746"/>
                    <a:pt x="9023" y="9697"/>
                    <a:pt x="9119" y="9602"/>
                  </a:cubicBezTo>
                  <a:lnTo>
                    <a:pt x="9599" y="9123"/>
                  </a:lnTo>
                  <a:cubicBezTo>
                    <a:pt x="9767" y="8951"/>
                    <a:pt x="9794" y="8691"/>
                    <a:pt x="9664" y="8492"/>
                  </a:cubicBezTo>
                  <a:lnTo>
                    <a:pt x="8958" y="7437"/>
                  </a:lnTo>
                  <a:cubicBezTo>
                    <a:pt x="9116" y="7159"/>
                    <a:pt x="9236" y="6864"/>
                    <a:pt x="9321" y="6559"/>
                  </a:cubicBezTo>
                  <a:lnTo>
                    <a:pt x="10565" y="6313"/>
                  </a:lnTo>
                  <a:cubicBezTo>
                    <a:pt x="10798" y="6265"/>
                    <a:pt x="10966" y="6059"/>
                    <a:pt x="10966" y="5823"/>
                  </a:cubicBezTo>
                  <a:lnTo>
                    <a:pt x="10966" y="5144"/>
                  </a:lnTo>
                  <a:cubicBezTo>
                    <a:pt x="10966" y="4908"/>
                    <a:pt x="10798" y="4702"/>
                    <a:pt x="10565" y="4657"/>
                  </a:cubicBezTo>
                  <a:lnTo>
                    <a:pt x="9321" y="4407"/>
                  </a:lnTo>
                  <a:cubicBezTo>
                    <a:pt x="9236" y="4102"/>
                    <a:pt x="9116" y="3808"/>
                    <a:pt x="8958" y="3530"/>
                  </a:cubicBezTo>
                  <a:lnTo>
                    <a:pt x="9661" y="2478"/>
                  </a:lnTo>
                  <a:cubicBezTo>
                    <a:pt x="9794" y="2279"/>
                    <a:pt x="9767" y="2015"/>
                    <a:pt x="9599" y="1847"/>
                  </a:cubicBezTo>
                  <a:lnTo>
                    <a:pt x="9119" y="1368"/>
                  </a:lnTo>
                  <a:cubicBezTo>
                    <a:pt x="9023" y="1271"/>
                    <a:pt x="8896" y="1221"/>
                    <a:pt x="8768" y="1221"/>
                  </a:cubicBezTo>
                  <a:cubicBezTo>
                    <a:pt x="8673" y="1221"/>
                    <a:pt x="8577" y="1249"/>
                    <a:pt x="8492" y="1306"/>
                  </a:cubicBezTo>
                  <a:lnTo>
                    <a:pt x="7437" y="2009"/>
                  </a:lnTo>
                  <a:cubicBezTo>
                    <a:pt x="7159" y="1851"/>
                    <a:pt x="6864" y="1731"/>
                    <a:pt x="6559" y="1645"/>
                  </a:cubicBezTo>
                  <a:lnTo>
                    <a:pt x="6313" y="401"/>
                  </a:lnTo>
                  <a:cubicBezTo>
                    <a:pt x="6265" y="168"/>
                    <a:pt x="6059" y="0"/>
                    <a:pt x="582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9"/>
            <p:cNvSpPr/>
            <p:nvPr/>
          </p:nvSpPr>
          <p:spPr>
            <a:xfrm>
              <a:off x="2568382" y="2829859"/>
              <a:ext cx="131080" cy="126129"/>
            </a:xfrm>
            <a:custGeom>
              <a:rect b="b" l="l" r="r" t="t"/>
              <a:pathLst>
                <a:path extrusionOk="0" h="4815" w="5004">
                  <a:moveTo>
                    <a:pt x="2598" y="1"/>
                  </a:moveTo>
                  <a:cubicBezTo>
                    <a:pt x="1625" y="1"/>
                    <a:pt x="744" y="587"/>
                    <a:pt x="374" y="1484"/>
                  </a:cubicBezTo>
                  <a:cubicBezTo>
                    <a:pt x="1" y="2386"/>
                    <a:pt x="206" y="3421"/>
                    <a:pt x="895" y="4109"/>
                  </a:cubicBezTo>
                  <a:cubicBezTo>
                    <a:pt x="1356" y="4570"/>
                    <a:pt x="1971" y="4814"/>
                    <a:pt x="2596" y="4814"/>
                  </a:cubicBezTo>
                  <a:cubicBezTo>
                    <a:pt x="2906" y="4814"/>
                    <a:pt x="3219" y="4754"/>
                    <a:pt x="3517" y="4630"/>
                  </a:cubicBezTo>
                  <a:cubicBezTo>
                    <a:pt x="4418" y="4257"/>
                    <a:pt x="5004" y="3379"/>
                    <a:pt x="5004" y="2406"/>
                  </a:cubicBezTo>
                  <a:cubicBezTo>
                    <a:pt x="5004" y="1077"/>
                    <a:pt x="3928" y="1"/>
                    <a:pt x="25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9"/>
            <p:cNvSpPr/>
            <p:nvPr/>
          </p:nvSpPr>
          <p:spPr>
            <a:xfrm>
              <a:off x="2594525" y="2861555"/>
              <a:ext cx="73267" cy="62737"/>
            </a:xfrm>
            <a:custGeom>
              <a:rect b="b" l="l" r="r" t="t"/>
              <a:pathLst>
                <a:path extrusionOk="0" h="2395" w="2797">
                  <a:moveTo>
                    <a:pt x="1600" y="0"/>
                  </a:moveTo>
                  <a:cubicBezTo>
                    <a:pt x="535" y="0"/>
                    <a:pt x="0" y="1289"/>
                    <a:pt x="754" y="2043"/>
                  </a:cubicBezTo>
                  <a:cubicBezTo>
                    <a:pt x="983" y="2272"/>
                    <a:pt x="1290" y="2394"/>
                    <a:pt x="1601" y="2394"/>
                  </a:cubicBezTo>
                  <a:cubicBezTo>
                    <a:pt x="1754" y="2394"/>
                    <a:pt x="1909" y="2364"/>
                    <a:pt x="2056" y="2303"/>
                  </a:cubicBezTo>
                  <a:cubicBezTo>
                    <a:pt x="2505" y="2118"/>
                    <a:pt x="2796" y="1679"/>
                    <a:pt x="2796" y="1196"/>
                  </a:cubicBezTo>
                  <a:cubicBezTo>
                    <a:pt x="2796" y="535"/>
                    <a:pt x="2262" y="0"/>
                    <a:pt x="16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9"/>
            <p:cNvSpPr/>
            <p:nvPr/>
          </p:nvSpPr>
          <p:spPr>
            <a:xfrm>
              <a:off x="2605029" y="2862995"/>
              <a:ext cx="43719" cy="59803"/>
            </a:xfrm>
            <a:custGeom>
              <a:rect b="b" l="l" r="r" t="t"/>
              <a:pathLst>
                <a:path extrusionOk="0" h="2283" w="1669">
                  <a:moveTo>
                    <a:pt x="836" y="0"/>
                  </a:moveTo>
                  <a:cubicBezTo>
                    <a:pt x="339" y="158"/>
                    <a:pt x="0" y="620"/>
                    <a:pt x="0" y="1141"/>
                  </a:cubicBezTo>
                  <a:cubicBezTo>
                    <a:pt x="0" y="1662"/>
                    <a:pt x="339" y="2125"/>
                    <a:pt x="836" y="2282"/>
                  </a:cubicBezTo>
                  <a:cubicBezTo>
                    <a:pt x="1330" y="2125"/>
                    <a:pt x="1669" y="1662"/>
                    <a:pt x="1669" y="1141"/>
                  </a:cubicBezTo>
                  <a:cubicBezTo>
                    <a:pt x="1669" y="620"/>
                    <a:pt x="1330" y="161"/>
                    <a:pt x="83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9"/>
            <p:cNvSpPr/>
            <p:nvPr/>
          </p:nvSpPr>
          <p:spPr>
            <a:xfrm>
              <a:off x="2681597" y="2938018"/>
              <a:ext cx="188787" cy="188892"/>
            </a:xfrm>
            <a:custGeom>
              <a:rect b="b" l="l" r="r" t="t"/>
              <a:pathLst>
                <a:path extrusionOk="0" h="7211" w="7207">
                  <a:moveTo>
                    <a:pt x="3382" y="1"/>
                  </a:moveTo>
                  <a:cubicBezTo>
                    <a:pt x="3225" y="1"/>
                    <a:pt x="3091" y="111"/>
                    <a:pt x="3060" y="265"/>
                  </a:cubicBezTo>
                  <a:lnTo>
                    <a:pt x="2896" y="1080"/>
                  </a:lnTo>
                  <a:cubicBezTo>
                    <a:pt x="2697" y="1139"/>
                    <a:pt x="2502" y="1217"/>
                    <a:pt x="2320" y="1320"/>
                  </a:cubicBezTo>
                  <a:lnTo>
                    <a:pt x="1628" y="858"/>
                  </a:lnTo>
                  <a:cubicBezTo>
                    <a:pt x="1572" y="821"/>
                    <a:pt x="1509" y="803"/>
                    <a:pt x="1447" y="803"/>
                  </a:cubicBezTo>
                  <a:cubicBezTo>
                    <a:pt x="1363" y="803"/>
                    <a:pt x="1280" y="836"/>
                    <a:pt x="1217" y="899"/>
                  </a:cubicBezTo>
                  <a:lnTo>
                    <a:pt x="901" y="1214"/>
                  </a:lnTo>
                  <a:cubicBezTo>
                    <a:pt x="788" y="1324"/>
                    <a:pt x="771" y="1498"/>
                    <a:pt x="857" y="1629"/>
                  </a:cubicBezTo>
                  <a:lnTo>
                    <a:pt x="1319" y="2321"/>
                  </a:lnTo>
                  <a:cubicBezTo>
                    <a:pt x="1217" y="2503"/>
                    <a:pt x="1138" y="2698"/>
                    <a:pt x="1080" y="2897"/>
                  </a:cubicBezTo>
                  <a:lnTo>
                    <a:pt x="264" y="3061"/>
                  </a:lnTo>
                  <a:cubicBezTo>
                    <a:pt x="110" y="3092"/>
                    <a:pt x="0" y="3226"/>
                    <a:pt x="0" y="3383"/>
                  </a:cubicBezTo>
                  <a:lnTo>
                    <a:pt x="0" y="3829"/>
                  </a:lnTo>
                  <a:cubicBezTo>
                    <a:pt x="0" y="3983"/>
                    <a:pt x="110" y="4117"/>
                    <a:pt x="264" y="4147"/>
                  </a:cubicBezTo>
                  <a:lnTo>
                    <a:pt x="1080" y="4315"/>
                  </a:lnTo>
                  <a:cubicBezTo>
                    <a:pt x="1134" y="4514"/>
                    <a:pt x="1213" y="4709"/>
                    <a:pt x="1313" y="4891"/>
                  </a:cubicBezTo>
                  <a:lnTo>
                    <a:pt x="853" y="5583"/>
                  </a:lnTo>
                  <a:cubicBezTo>
                    <a:pt x="768" y="5713"/>
                    <a:pt x="785" y="5888"/>
                    <a:pt x="894" y="5998"/>
                  </a:cubicBezTo>
                  <a:lnTo>
                    <a:pt x="1210" y="6313"/>
                  </a:lnTo>
                  <a:cubicBezTo>
                    <a:pt x="1273" y="6376"/>
                    <a:pt x="1357" y="6409"/>
                    <a:pt x="1442" y="6409"/>
                  </a:cubicBezTo>
                  <a:cubicBezTo>
                    <a:pt x="1505" y="6409"/>
                    <a:pt x="1569" y="6391"/>
                    <a:pt x="1624" y="6354"/>
                  </a:cubicBezTo>
                  <a:lnTo>
                    <a:pt x="2317" y="5892"/>
                  </a:lnTo>
                  <a:cubicBezTo>
                    <a:pt x="2498" y="5994"/>
                    <a:pt x="2694" y="6077"/>
                    <a:pt x="2892" y="6131"/>
                  </a:cubicBezTo>
                  <a:lnTo>
                    <a:pt x="3057" y="6947"/>
                  </a:lnTo>
                  <a:cubicBezTo>
                    <a:pt x="3088" y="7101"/>
                    <a:pt x="3221" y="7211"/>
                    <a:pt x="3379" y="7211"/>
                  </a:cubicBezTo>
                  <a:lnTo>
                    <a:pt x="3824" y="7211"/>
                  </a:lnTo>
                  <a:cubicBezTo>
                    <a:pt x="3979" y="7211"/>
                    <a:pt x="4112" y="7101"/>
                    <a:pt x="4143" y="6947"/>
                  </a:cubicBezTo>
                  <a:lnTo>
                    <a:pt x="4308" y="6131"/>
                  </a:lnTo>
                  <a:cubicBezTo>
                    <a:pt x="4510" y="6077"/>
                    <a:pt x="4702" y="5994"/>
                    <a:pt x="4883" y="5892"/>
                  </a:cubicBezTo>
                  <a:lnTo>
                    <a:pt x="5579" y="6354"/>
                  </a:lnTo>
                  <a:cubicBezTo>
                    <a:pt x="5634" y="6391"/>
                    <a:pt x="5697" y="6409"/>
                    <a:pt x="5760" y="6409"/>
                  </a:cubicBezTo>
                  <a:cubicBezTo>
                    <a:pt x="5844" y="6409"/>
                    <a:pt x="5927" y="6376"/>
                    <a:pt x="5990" y="6313"/>
                  </a:cubicBezTo>
                  <a:lnTo>
                    <a:pt x="6305" y="5998"/>
                  </a:lnTo>
                  <a:cubicBezTo>
                    <a:pt x="6418" y="5888"/>
                    <a:pt x="6436" y="5713"/>
                    <a:pt x="6350" y="5583"/>
                  </a:cubicBezTo>
                  <a:lnTo>
                    <a:pt x="5887" y="4891"/>
                  </a:lnTo>
                  <a:cubicBezTo>
                    <a:pt x="5990" y="4709"/>
                    <a:pt x="6069" y="4514"/>
                    <a:pt x="6127" y="4315"/>
                  </a:cubicBezTo>
                  <a:lnTo>
                    <a:pt x="6943" y="4147"/>
                  </a:lnTo>
                  <a:cubicBezTo>
                    <a:pt x="7097" y="4117"/>
                    <a:pt x="7207" y="3983"/>
                    <a:pt x="7207" y="3829"/>
                  </a:cubicBezTo>
                  <a:lnTo>
                    <a:pt x="7207" y="3383"/>
                  </a:lnTo>
                  <a:cubicBezTo>
                    <a:pt x="7207" y="3229"/>
                    <a:pt x="7097" y="3095"/>
                    <a:pt x="6946" y="3061"/>
                  </a:cubicBezTo>
                  <a:lnTo>
                    <a:pt x="6131" y="2900"/>
                  </a:lnTo>
                  <a:cubicBezTo>
                    <a:pt x="6072" y="2698"/>
                    <a:pt x="5994" y="2506"/>
                    <a:pt x="5891" y="2324"/>
                  </a:cubicBezTo>
                  <a:lnTo>
                    <a:pt x="6353" y="1629"/>
                  </a:lnTo>
                  <a:cubicBezTo>
                    <a:pt x="6439" y="1498"/>
                    <a:pt x="6422" y="1327"/>
                    <a:pt x="6309" y="1217"/>
                  </a:cubicBezTo>
                  <a:lnTo>
                    <a:pt x="5994" y="902"/>
                  </a:lnTo>
                  <a:cubicBezTo>
                    <a:pt x="5930" y="837"/>
                    <a:pt x="5846" y="804"/>
                    <a:pt x="5762" y="804"/>
                  </a:cubicBezTo>
                  <a:cubicBezTo>
                    <a:pt x="5700" y="804"/>
                    <a:pt x="5637" y="821"/>
                    <a:pt x="5582" y="858"/>
                  </a:cubicBezTo>
                  <a:lnTo>
                    <a:pt x="4887" y="1320"/>
                  </a:lnTo>
                  <a:cubicBezTo>
                    <a:pt x="4705" y="1217"/>
                    <a:pt x="4513" y="1139"/>
                    <a:pt x="4311" y="1080"/>
                  </a:cubicBezTo>
                  <a:lnTo>
                    <a:pt x="4146" y="265"/>
                  </a:lnTo>
                  <a:cubicBezTo>
                    <a:pt x="4116" y="111"/>
                    <a:pt x="3982" y="1"/>
                    <a:pt x="38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9"/>
            <p:cNvSpPr/>
            <p:nvPr/>
          </p:nvSpPr>
          <p:spPr>
            <a:xfrm>
              <a:off x="2725028" y="2985247"/>
              <a:ext cx="98153" cy="94407"/>
            </a:xfrm>
            <a:custGeom>
              <a:rect b="b" l="l" r="r" t="t"/>
              <a:pathLst>
                <a:path extrusionOk="0" h="3604" w="3747">
                  <a:moveTo>
                    <a:pt x="1944" y="0"/>
                  </a:moveTo>
                  <a:cubicBezTo>
                    <a:pt x="1217" y="0"/>
                    <a:pt x="559" y="439"/>
                    <a:pt x="282" y="1111"/>
                  </a:cubicBezTo>
                  <a:cubicBezTo>
                    <a:pt x="1" y="1786"/>
                    <a:pt x="155" y="2560"/>
                    <a:pt x="672" y="3074"/>
                  </a:cubicBezTo>
                  <a:cubicBezTo>
                    <a:pt x="1016" y="3420"/>
                    <a:pt x="1475" y="3604"/>
                    <a:pt x="1943" y="3604"/>
                  </a:cubicBezTo>
                  <a:cubicBezTo>
                    <a:pt x="2175" y="3604"/>
                    <a:pt x="2409" y="3558"/>
                    <a:pt x="2632" y="3465"/>
                  </a:cubicBezTo>
                  <a:cubicBezTo>
                    <a:pt x="3307" y="3187"/>
                    <a:pt x="3746" y="2529"/>
                    <a:pt x="3746" y="1803"/>
                  </a:cubicBezTo>
                  <a:cubicBezTo>
                    <a:pt x="3746" y="806"/>
                    <a:pt x="2941" y="0"/>
                    <a:pt x="19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9"/>
            <p:cNvSpPr/>
            <p:nvPr/>
          </p:nvSpPr>
          <p:spPr>
            <a:xfrm>
              <a:off x="2738047" y="3004108"/>
              <a:ext cx="66273" cy="56712"/>
            </a:xfrm>
            <a:custGeom>
              <a:rect b="b" l="l" r="r" t="t"/>
              <a:pathLst>
                <a:path extrusionOk="0" h="2165" w="2530">
                  <a:moveTo>
                    <a:pt x="1447" y="0"/>
                  </a:moveTo>
                  <a:cubicBezTo>
                    <a:pt x="484" y="0"/>
                    <a:pt x="1" y="1165"/>
                    <a:pt x="682" y="1847"/>
                  </a:cubicBezTo>
                  <a:cubicBezTo>
                    <a:pt x="903" y="2067"/>
                    <a:pt x="1174" y="2165"/>
                    <a:pt x="1440" y="2165"/>
                  </a:cubicBezTo>
                  <a:cubicBezTo>
                    <a:pt x="1996" y="2165"/>
                    <a:pt x="2529" y="1734"/>
                    <a:pt x="2529" y="1083"/>
                  </a:cubicBezTo>
                  <a:cubicBezTo>
                    <a:pt x="2529" y="483"/>
                    <a:pt x="2043" y="0"/>
                    <a:pt x="1447"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9"/>
            <p:cNvSpPr/>
            <p:nvPr/>
          </p:nvSpPr>
          <p:spPr>
            <a:xfrm>
              <a:off x="2740745" y="3005706"/>
              <a:ext cx="44636" cy="40105"/>
            </a:xfrm>
            <a:custGeom>
              <a:rect b="b" l="l" r="r" t="t"/>
              <a:pathLst>
                <a:path extrusionOk="0" h="1531" w="1704">
                  <a:moveTo>
                    <a:pt x="984" y="1"/>
                  </a:moveTo>
                  <a:cubicBezTo>
                    <a:pt x="364" y="1"/>
                    <a:pt x="0" y="700"/>
                    <a:pt x="360" y="1207"/>
                  </a:cubicBezTo>
                  <a:cubicBezTo>
                    <a:pt x="514" y="1427"/>
                    <a:pt x="748" y="1531"/>
                    <a:pt x="981" y="1531"/>
                  </a:cubicBezTo>
                  <a:cubicBezTo>
                    <a:pt x="1285" y="1531"/>
                    <a:pt x="1587" y="1352"/>
                    <a:pt x="1703" y="1022"/>
                  </a:cubicBezTo>
                  <a:cubicBezTo>
                    <a:pt x="1703" y="563"/>
                    <a:pt x="1416" y="155"/>
                    <a:pt x="9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9"/>
            <p:cNvSpPr/>
            <p:nvPr/>
          </p:nvSpPr>
          <p:spPr>
            <a:xfrm>
              <a:off x="2486628" y="2743153"/>
              <a:ext cx="389860" cy="389782"/>
            </a:xfrm>
            <a:custGeom>
              <a:rect b="b" l="l" r="r" t="t"/>
              <a:pathLst>
                <a:path extrusionOk="0" h="14880" w="14883">
                  <a:moveTo>
                    <a:pt x="5724" y="4754"/>
                  </a:moveTo>
                  <a:cubicBezTo>
                    <a:pt x="5960" y="4754"/>
                    <a:pt x="6202" y="4841"/>
                    <a:pt x="6398" y="5038"/>
                  </a:cubicBezTo>
                  <a:cubicBezTo>
                    <a:pt x="7004" y="5641"/>
                    <a:pt x="6576" y="6679"/>
                    <a:pt x="5719" y="6679"/>
                  </a:cubicBezTo>
                  <a:cubicBezTo>
                    <a:pt x="5188" y="6679"/>
                    <a:pt x="4756" y="6247"/>
                    <a:pt x="4756" y="5716"/>
                  </a:cubicBezTo>
                  <a:cubicBezTo>
                    <a:pt x="4756" y="5137"/>
                    <a:pt x="5230" y="4754"/>
                    <a:pt x="5724" y="4754"/>
                  </a:cubicBezTo>
                  <a:close/>
                  <a:moveTo>
                    <a:pt x="5722" y="3072"/>
                  </a:moveTo>
                  <a:cubicBezTo>
                    <a:pt x="5050" y="3072"/>
                    <a:pt x="4382" y="3327"/>
                    <a:pt x="3872" y="3825"/>
                  </a:cubicBezTo>
                  <a:cubicBezTo>
                    <a:pt x="3707" y="3995"/>
                    <a:pt x="3861" y="4229"/>
                    <a:pt x="4043" y="4229"/>
                  </a:cubicBezTo>
                  <a:cubicBezTo>
                    <a:pt x="4096" y="4229"/>
                    <a:pt x="4151" y="4210"/>
                    <a:pt x="4201" y="4164"/>
                  </a:cubicBezTo>
                  <a:cubicBezTo>
                    <a:pt x="4619" y="3755"/>
                    <a:pt x="5167" y="3546"/>
                    <a:pt x="5717" y="3546"/>
                  </a:cubicBezTo>
                  <a:cubicBezTo>
                    <a:pt x="6168" y="3546"/>
                    <a:pt x="6620" y="3687"/>
                    <a:pt x="7004" y="3972"/>
                  </a:cubicBezTo>
                  <a:cubicBezTo>
                    <a:pt x="7861" y="4603"/>
                    <a:pt x="8135" y="5761"/>
                    <a:pt x="7652" y="6707"/>
                  </a:cubicBezTo>
                  <a:cubicBezTo>
                    <a:pt x="7590" y="6823"/>
                    <a:pt x="7638" y="6964"/>
                    <a:pt x="7755" y="7022"/>
                  </a:cubicBezTo>
                  <a:cubicBezTo>
                    <a:pt x="7789" y="7040"/>
                    <a:pt x="7825" y="7049"/>
                    <a:pt x="7862" y="7049"/>
                  </a:cubicBezTo>
                  <a:cubicBezTo>
                    <a:pt x="7947" y="7049"/>
                    <a:pt x="8029" y="7002"/>
                    <a:pt x="8070" y="6923"/>
                  </a:cubicBezTo>
                  <a:cubicBezTo>
                    <a:pt x="8663" y="5768"/>
                    <a:pt x="8331" y="4356"/>
                    <a:pt x="7289" y="3588"/>
                  </a:cubicBezTo>
                  <a:cubicBezTo>
                    <a:pt x="6821" y="3242"/>
                    <a:pt x="6270" y="3072"/>
                    <a:pt x="5722" y="3072"/>
                  </a:cubicBezTo>
                  <a:close/>
                  <a:moveTo>
                    <a:pt x="5717" y="4286"/>
                  </a:moveTo>
                  <a:cubicBezTo>
                    <a:pt x="5344" y="4286"/>
                    <a:pt x="4978" y="4430"/>
                    <a:pt x="4705" y="4705"/>
                  </a:cubicBezTo>
                  <a:cubicBezTo>
                    <a:pt x="4297" y="5117"/>
                    <a:pt x="4174" y="5730"/>
                    <a:pt x="4397" y="6265"/>
                  </a:cubicBezTo>
                  <a:cubicBezTo>
                    <a:pt x="4616" y="6803"/>
                    <a:pt x="5140" y="7149"/>
                    <a:pt x="5719" y="7149"/>
                  </a:cubicBezTo>
                  <a:cubicBezTo>
                    <a:pt x="6508" y="7149"/>
                    <a:pt x="7148" y="6508"/>
                    <a:pt x="7152" y="5716"/>
                  </a:cubicBezTo>
                  <a:cubicBezTo>
                    <a:pt x="7148" y="5137"/>
                    <a:pt x="6802" y="4616"/>
                    <a:pt x="6264" y="4394"/>
                  </a:cubicBezTo>
                  <a:cubicBezTo>
                    <a:pt x="6087" y="4321"/>
                    <a:pt x="5901" y="4286"/>
                    <a:pt x="5717" y="4286"/>
                  </a:cubicBezTo>
                  <a:close/>
                  <a:moveTo>
                    <a:pt x="3432" y="4707"/>
                  </a:moveTo>
                  <a:cubicBezTo>
                    <a:pt x="3347" y="4707"/>
                    <a:pt x="3262" y="4752"/>
                    <a:pt x="3221" y="4856"/>
                  </a:cubicBezTo>
                  <a:cubicBezTo>
                    <a:pt x="2844" y="5946"/>
                    <a:pt x="3218" y="7152"/>
                    <a:pt x="4143" y="7837"/>
                  </a:cubicBezTo>
                  <a:cubicBezTo>
                    <a:pt x="4610" y="8185"/>
                    <a:pt x="5164" y="8359"/>
                    <a:pt x="5718" y="8359"/>
                  </a:cubicBezTo>
                  <a:cubicBezTo>
                    <a:pt x="6262" y="8359"/>
                    <a:pt x="6805" y="8192"/>
                    <a:pt x="7268" y="7858"/>
                  </a:cubicBezTo>
                  <a:cubicBezTo>
                    <a:pt x="7467" y="7707"/>
                    <a:pt x="7325" y="7432"/>
                    <a:pt x="7128" y="7432"/>
                  </a:cubicBezTo>
                  <a:cubicBezTo>
                    <a:pt x="7084" y="7432"/>
                    <a:pt x="7037" y="7446"/>
                    <a:pt x="6991" y="7478"/>
                  </a:cubicBezTo>
                  <a:cubicBezTo>
                    <a:pt x="6611" y="7752"/>
                    <a:pt x="6165" y="7889"/>
                    <a:pt x="5719" y="7889"/>
                  </a:cubicBezTo>
                  <a:cubicBezTo>
                    <a:pt x="5264" y="7889"/>
                    <a:pt x="4809" y="7746"/>
                    <a:pt x="4424" y="7461"/>
                  </a:cubicBezTo>
                  <a:cubicBezTo>
                    <a:pt x="3663" y="6899"/>
                    <a:pt x="3355" y="5905"/>
                    <a:pt x="3663" y="5010"/>
                  </a:cubicBezTo>
                  <a:cubicBezTo>
                    <a:pt x="3717" y="4831"/>
                    <a:pt x="3574" y="4707"/>
                    <a:pt x="3432" y="4707"/>
                  </a:cubicBezTo>
                  <a:close/>
                  <a:moveTo>
                    <a:pt x="5380" y="0"/>
                  </a:moveTo>
                  <a:cubicBezTo>
                    <a:pt x="5031" y="0"/>
                    <a:pt x="4729" y="247"/>
                    <a:pt x="4661" y="590"/>
                  </a:cubicBezTo>
                  <a:lnTo>
                    <a:pt x="4438" y="1693"/>
                  </a:lnTo>
                  <a:cubicBezTo>
                    <a:pt x="4212" y="1765"/>
                    <a:pt x="3989" y="1858"/>
                    <a:pt x="3776" y="1967"/>
                  </a:cubicBezTo>
                  <a:lnTo>
                    <a:pt x="2841" y="1344"/>
                  </a:lnTo>
                  <a:cubicBezTo>
                    <a:pt x="2717" y="1262"/>
                    <a:pt x="2575" y="1222"/>
                    <a:pt x="2435" y="1222"/>
                  </a:cubicBezTo>
                  <a:cubicBezTo>
                    <a:pt x="2245" y="1222"/>
                    <a:pt x="2057" y="1295"/>
                    <a:pt x="1916" y="1436"/>
                  </a:cubicBezTo>
                  <a:lnTo>
                    <a:pt x="1436" y="1916"/>
                  </a:lnTo>
                  <a:cubicBezTo>
                    <a:pt x="1189" y="2163"/>
                    <a:pt x="1148" y="2550"/>
                    <a:pt x="1343" y="2841"/>
                  </a:cubicBezTo>
                  <a:lnTo>
                    <a:pt x="1967" y="3777"/>
                  </a:lnTo>
                  <a:cubicBezTo>
                    <a:pt x="1857" y="3989"/>
                    <a:pt x="1765" y="4208"/>
                    <a:pt x="1693" y="4438"/>
                  </a:cubicBezTo>
                  <a:lnTo>
                    <a:pt x="589" y="4657"/>
                  </a:lnTo>
                  <a:cubicBezTo>
                    <a:pt x="247" y="4729"/>
                    <a:pt x="0" y="5027"/>
                    <a:pt x="0" y="5377"/>
                  </a:cubicBezTo>
                  <a:lnTo>
                    <a:pt x="0" y="6056"/>
                  </a:lnTo>
                  <a:cubicBezTo>
                    <a:pt x="0" y="6405"/>
                    <a:pt x="247" y="6707"/>
                    <a:pt x="589" y="6775"/>
                  </a:cubicBezTo>
                  <a:lnTo>
                    <a:pt x="1693" y="6994"/>
                  </a:lnTo>
                  <a:cubicBezTo>
                    <a:pt x="1765" y="7224"/>
                    <a:pt x="1857" y="7447"/>
                    <a:pt x="1967" y="7659"/>
                  </a:cubicBezTo>
                  <a:lnTo>
                    <a:pt x="1343" y="8595"/>
                  </a:lnTo>
                  <a:cubicBezTo>
                    <a:pt x="1148" y="8886"/>
                    <a:pt x="1186" y="9273"/>
                    <a:pt x="1432" y="9520"/>
                  </a:cubicBezTo>
                  <a:lnTo>
                    <a:pt x="1912" y="10000"/>
                  </a:lnTo>
                  <a:cubicBezTo>
                    <a:pt x="2056" y="10141"/>
                    <a:pt x="2245" y="10214"/>
                    <a:pt x="2434" y="10214"/>
                  </a:cubicBezTo>
                  <a:cubicBezTo>
                    <a:pt x="2575" y="10214"/>
                    <a:pt x="2717" y="10174"/>
                    <a:pt x="2841" y="10092"/>
                  </a:cubicBezTo>
                  <a:lnTo>
                    <a:pt x="3776" y="9469"/>
                  </a:lnTo>
                  <a:cubicBezTo>
                    <a:pt x="3989" y="9578"/>
                    <a:pt x="4212" y="9667"/>
                    <a:pt x="4438" y="9743"/>
                  </a:cubicBezTo>
                  <a:lnTo>
                    <a:pt x="4661" y="10846"/>
                  </a:lnTo>
                  <a:cubicBezTo>
                    <a:pt x="4729" y="11189"/>
                    <a:pt x="5031" y="11436"/>
                    <a:pt x="5380" y="11436"/>
                  </a:cubicBezTo>
                  <a:lnTo>
                    <a:pt x="6055" y="11436"/>
                  </a:lnTo>
                  <a:cubicBezTo>
                    <a:pt x="6405" y="11436"/>
                    <a:pt x="6706" y="11189"/>
                    <a:pt x="6775" y="10846"/>
                  </a:cubicBezTo>
                  <a:lnTo>
                    <a:pt x="6998" y="9739"/>
                  </a:lnTo>
                  <a:cubicBezTo>
                    <a:pt x="7179" y="9685"/>
                    <a:pt x="7354" y="9613"/>
                    <a:pt x="7525" y="9534"/>
                  </a:cubicBezTo>
                  <a:cubicBezTo>
                    <a:pt x="7645" y="9475"/>
                    <a:pt x="7693" y="9338"/>
                    <a:pt x="7638" y="9218"/>
                  </a:cubicBezTo>
                  <a:lnTo>
                    <a:pt x="7638" y="9218"/>
                  </a:lnTo>
                  <a:lnTo>
                    <a:pt x="7638" y="9222"/>
                  </a:lnTo>
                  <a:cubicBezTo>
                    <a:pt x="7599" y="9135"/>
                    <a:pt x="7515" y="9086"/>
                    <a:pt x="7427" y="9086"/>
                  </a:cubicBezTo>
                  <a:cubicBezTo>
                    <a:pt x="7393" y="9086"/>
                    <a:pt x="7359" y="9094"/>
                    <a:pt x="7327" y="9109"/>
                  </a:cubicBezTo>
                  <a:cubicBezTo>
                    <a:pt x="7135" y="9198"/>
                    <a:pt x="6936" y="9273"/>
                    <a:pt x="6730" y="9332"/>
                  </a:cubicBezTo>
                  <a:cubicBezTo>
                    <a:pt x="6648" y="9356"/>
                    <a:pt x="6583" y="9424"/>
                    <a:pt x="6566" y="9513"/>
                  </a:cubicBezTo>
                  <a:lnTo>
                    <a:pt x="6316" y="10754"/>
                  </a:lnTo>
                  <a:cubicBezTo>
                    <a:pt x="6292" y="10877"/>
                    <a:pt x="6185" y="10966"/>
                    <a:pt x="6059" y="10966"/>
                  </a:cubicBezTo>
                  <a:lnTo>
                    <a:pt x="5380" y="10966"/>
                  </a:lnTo>
                  <a:cubicBezTo>
                    <a:pt x="5257" y="10966"/>
                    <a:pt x="5147" y="10877"/>
                    <a:pt x="5123" y="10754"/>
                  </a:cubicBezTo>
                  <a:lnTo>
                    <a:pt x="4876" y="9513"/>
                  </a:lnTo>
                  <a:cubicBezTo>
                    <a:pt x="4859" y="9424"/>
                    <a:pt x="4794" y="9356"/>
                    <a:pt x="4708" y="9332"/>
                  </a:cubicBezTo>
                  <a:cubicBezTo>
                    <a:pt x="4421" y="9249"/>
                    <a:pt x="4143" y="9136"/>
                    <a:pt x="3883" y="8989"/>
                  </a:cubicBezTo>
                  <a:cubicBezTo>
                    <a:pt x="3848" y="8968"/>
                    <a:pt x="3808" y="8958"/>
                    <a:pt x="3768" y="8958"/>
                  </a:cubicBezTo>
                  <a:cubicBezTo>
                    <a:pt x="3723" y="8958"/>
                    <a:pt x="3676" y="8972"/>
                    <a:pt x="3636" y="8999"/>
                  </a:cubicBezTo>
                  <a:lnTo>
                    <a:pt x="2580" y="9702"/>
                  </a:lnTo>
                  <a:cubicBezTo>
                    <a:pt x="2535" y="9731"/>
                    <a:pt x="2485" y="9745"/>
                    <a:pt x="2435" y="9745"/>
                  </a:cubicBezTo>
                  <a:cubicBezTo>
                    <a:pt x="2367" y="9745"/>
                    <a:pt x="2299" y="9719"/>
                    <a:pt x="2248" y="9667"/>
                  </a:cubicBezTo>
                  <a:lnTo>
                    <a:pt x="1768" y="9188"/>
                  </a:lnTo>
                  <a:cubicBezTo>
                    <a:pt x="1679" y="9099"/>
                    <a:pt x="1665" y="8961"/>
                    <a:pt x="1734" y="8855"/>
                  </a:cubicBezTo>
                  <a:lnTo>
                    <a:pt x="2440" y="7800"/>
                  </a:lnTo>
                  <a:cubicBezTo>
                    <a:pt x="2488" y="7728"/>
                    <a:pt x="2491" y="7632"/>
                    <a:pt x="2447" y="7556"/>
                  </a:cubicBezTo>
                  <a:cubicBezTo>
                    <a:pt x="2299" y="7296"/>
                    <a:pt x="2186" y="7018"/>
                    <a:pt x="2104" y="6731"/>
                  </a:cubicBezTo>
                  <a:cubicBezTo>
                    <a:pt x="2080" y="6645"/>
                    <a:pt x="2012" y="6580"/>
                    <a:pt x="1926" y="6563"/>
                  </a:cubicBezTo>
                  <a:lnTo>
                    <a:pt x="682" y="6316"/>
                  </a:lnTo>
                  <a:cubicBezTo>
                    <a:pt x="559" y="6289"/>
                    <a:pt x="473" y="6182"/>
                    <a:pt x="470" y="6059"/>
                  </a:cubicBezTo>
                  <a:lnTo>
                    <a:pt x="470" y="5377"/>
                  </a:lnTo>
                  <a:cubicBezTo>
                    <a:pt x="473" y="5254"/>
                    <a:pt x="559" y="5144"/>
                    <a:pt x="682" y="5120"/>
                  </a:cubicBezTo>
                  <a:lnTo>
                    <a:pt x="1926" y="4873"/>
                  </a:lnTo>
                  <a:cubicBezTo>
                    <a:pt x="2012" y="4856"/>
                    <a:pt x="2080" y="4791"/>
                    <a:pt x="2104" y="4705"/>
                  </a:cubicBezTo>
                  <a:cubicBezTo>
                    <a:pt x="2186" y="4418"/>
                    <a:pt x="2299" y="4140"/>
                    <a:pt x="2447" y="3880"/>
                  </a:cubicBezTo>
                  <a:cubicBezTo>
                    <a:pt x="2491" y="3801"/>
                    <a:pt x="2488" y="3708"/>
                    <a:pt x="2440" y="3633"/>
                  </a:cubicBezTo>
                  <a:lnTo>
                    <a:pt x="1734" y="2581"/>
                  </a:lnTo>
                  <a:cubicBezTo>
                    <a:pt x="1665" y="2475"/>
                    <a:pt x="1679" y="2334"/>
                    <a:pt x="1768" y="2248"/>
                  </a:cubicBezTo>
                  <a:lnTo>
                    <a:pt x="2248" y="1769"/>
                  </a:lnTo>
                  <a:cubicBezTo>
                    <a:pt x="2299" y="1717"/>
                    <a:pt x="2367" y="1691"/>
                    <a:pt x="2435" y="1691"/>
                  </a:cubicBezTo>
                  <a:cubicBezTo>
                    <a:pt x="2485" y="1691"/>
                    <a:pt x="2535" y="1705"/>
                    <a:pt x="2580" y="1734"/>
                  </a:cubicBezTo>
                  <a:lnTo>
                    <a:pt x="3636" y="2437"/>
                  </a:lnTo>
                  <a:cubicBezTo>
                    <a:pt x="3675" y="2463"/>
                    <a:pt x="3722" y="2477"/>
                    <a:pt x="3769" y="2477"/>
                  </a:cubicBezTo>
                  <a:cubicBezTo>
                    <a:pt x="3808" y="2477"/>
                    <a:pt x="3847" y="2467"/>
                    <a:pt x="3883" y="2447"/>
                  </a:cubicBezTo>
                  <a:cubicBezTo>
                    <a:pt x="4140" y="2300"/>
                    <a:pt x="4417" y="2183"/>
                    <a:pt x="4705" y="2104"/>
                  </a:cubicBezTo>
                  <a:cubicBezTo>
                    <a:pt x="4791" y="2080"/>
                    <a:pt x="4856" y="2012"/>
                    <a:pt x="4873" y="1923"/>
                  </a:cubicBezTo>
                  <a:lnTo>
                    <a:pt x="5123" y="682"/>
                  </a:lnTo>
                  <a:cubicBezTo>
                    <a:pt x="5147" y="559"/>
                    <a:pt x="5253" y="470"/>
                    <a:pt x="5380" y="470"/>
                  </a:cubicBezTo>
                  <a:lnTo>
                    <a:pt x="6059" y="470"/>
                  </a:lnTo>
                  <a:cubicBezTo>
                    <a:pt x="6182" y="470"/>
                    <a:pt x="6288" y="559"/>
                    <a:pt x="6316" y="682"/>
                  </a:cubicBezTo>
                  <a:lnTo>
                    <a:pt x="6562" y="1923"/>
                  </a:lnTo>
                  <a:cubicBezTo>
                    <a:pt x="6580" y="2012"/>
                    <a:pt x="6645" y="2080"/>
                    <a:pt x="6730" y="2104"/>
                  </a:cubicBezTo>
                  <a:cubicBezTo>
                    <a:pt x="7018" y="2183"/>
                    <a:pt x="7296" y="2300"/>
                    <a:pt x="7556" y="2447"/>
                  </a:cubicBezTo>
                  <a:cubicBezTo>
                    <a:pt x="7590" y="2467"/>
                    <a:pt x="7629" y="2477"/>
                    <a:pt x="7667" y="2477"/>
                  </a:cubicBezTo>
                  <a:cubicBezTo>
                    <a:pt x="7714" y="2477"/>
                    <a:pt x="7760" y="2463"/>
                    <a:pt x="7799" y="2437"/>
                  </a:cubicBezTo>
                  <a:lnTo>
                    <a:pt x="8855" y="1734"/>
                  </a:lnTo>
                  <a:cubicBezTo>
                    <a:pt x="8900" y="1705"/>
                    <a:pt x="8951" y="1691"/>
                    <a:pt x="9001" y="1691"/>
                  </a:cubicBezTo>
                  <a:cubicBezTo>
                    <a:pt x="9069" y="1691"/>
                    <a:pt x="9136" y="1717"/>
                    <a:pt x="9187" y="1769"/>
                  </a:cubicBezTo>
                  <a:lnTo>
                    <a:pt x="9667" y="2248"/>
                  </a:lnTo>
                  <a:cubicBezTo>
                    <a:pt x="9756" y="2334"/>
                    <a:pt x="9770" y="2475"/>
                    <a:pt x="9701" y="2581"/>
                  </a:cubicBezTo>
                  <a:lnTo>
                    <a:pt x="8999" y="3633"/>
                  </a:lnTo>
                  <a:cubicBezTo>
                    <a:pt x="8947" y="3708"/>
                    <a:pt x="8944" y="3804"/>
                    <a:pt x="8989" y="3880"/>
                  </a:cubicBezTo>
                  <a:cubicBezTo>
                    <a:pt x="9136" y="4140"/>
                    <a:pt x="9249" y="4418"/>
                    <a:pt x="9331" y="4705"/>
                  </a:cubicBezTo>
                  <a:cubicBezTo>
                    <a:pt x="9355" y="4791"/>
                    <a:pt x="9424" y="4856"/>
                    <a:pt x="9513" y="4873"/>
                  </a:cubicBezTo>
                  <a:lnTo>
                    <a:pt x="10753" y="5120"/>
                  </a:lnTo>
                  <a:cubicBezTo>
                    <a:pt x="10877" y="5144"/>
                    <a:pt x="10966" y="5254"/>
                    <a:pt x="10966" y="5377"/>
                  </a:cubicBezTo>
                  <a:lnTo>
                    <a:pt x="10966" y="6056"/>
                  </a:lnTo>
                  <a:cubicBezTo>
                    <a:pt x="10966" y="6179"/>
                    <a:pt x="10877" y="6289"/>
                    <a:pt x="10753" y="6313"/>
                  </a:cubicBezTo>
                  <a:lnTo>
                    <a:pt x="9513" y="6559"/>
                  </a:lnTo>
                  <a:cubicBezTo>
                    <a:pt x="9424" y="6580"/>
                    <a:pt x="9355" y="6642"/>
                    <a:pt x="9331" y="6727"/>
                  </a:cubicBezTo>
                  <a:cubicBezTo>
                    <a:pt x="9273" y="6936"/>
                    <a:pt x="9194" y="7142"/>
                    <a:pt x="9102" y="7337"/>
                  </a:cubicBezTo>
                  <a:cubicBezTo>
                    <a:pt x="9040" y="7454"/>
                    <a:pt x="9088" y="7601"/>
                    <a:pt x="9208" y="7659"/>
                  </a:cubicBezTo>
                  <a:cubicBezTo>
                    <a:pt x="9241" y="7675"/>
                    <a:pt x="9275" y="7683"/>
                    <a:pt x="9309" y="7683"/>
                  </a:cubicBezTo>
                  <a:cubicBezTo>
                    <a:pt x="9400" y="7683"/>
                    <a:pt x="9487" y="7629"/>
                    <a:pt x="9527" y="7539"/>
                  </a:cubicBezTo>
                  <a:cubicBezTo>
                    <a:pt x="9609" y="7365"/>
                    <a:pt x="9681" y="7180"/>
                    <a:pt x="9742" y="6994"/>
                  </a:cubicBezTo>
                  <a:lnTo>
                    <a:pt x="10846" y="6775"/>
                  </a:lnTo>
                  <a:cubicBezTo>
                    <a:pt x="11189" y="6703"/>
                    <a:pt x="11435" y="6405"/>
                    <a:pt x="11439" y="6056"/>
                  </a:cubicBezTo>
                  <a:lnTo>
                    <a:pt x="11439" y="5377"/>
                  </a:lnTo>
                  <a:cubicBezTo>
                    <a:pt x="11435" y="5027"/>
                    <a:pt x="11189" y="4729"/>
                    <a:pt x="10846" y="4657"/>
                  </a:cubicBezTo>
                  <a:lnTo>
                    <a:pt x="9742" y="4438"/>
                  </a:lnTo>
                  <a:cubicBezTo>
                    <a:pt x="9670" y="4208"/>
                    <a:pt x="9578" y="3989"/>
                    <a:pt x="9468" y="3777"/>
                  </a:cubicBezTo>
                  <a:lnTo>
                    <a:pt x="10092" y="2838"/>
                  </a:lnTo>
                  <a:cubicBezTo>
                    <a:pt x="10287" y="2546"/>
                    <a:pt x="10250" y="2159"/>
                    <a:pt x="10003" y="1913"/>
                  </a:cubicBezTo>
                  <a:lnTo>
                    <a:pt x="9523" y="1433"/>
                  </a:lnTo>
                  <a:cubicBezTo>
                    <a:pt x="9380" y="1291"/>
                    <a:pt x="9192" y="1218"/>
                    <a:pt x="9003" y="1218"/>
                  </a:cubicBezTo>
                  <a:cubicBezTo>
                    <a:pt x="8863" y="1218"/>
                    <a:pt x="8722" y="1259"/>
                    <a:pt x="8598" y="1340"/>
                  </a:cubicBezTo>
                  <a:lnTo>
                    <a:pt x="7659" y="1967"/>
                  </a:lnTo>
                  <a:cubicBezTo>
                    <a:pt x="7446" y="1858"/>
                    <a:pt x="7227" y="1765"/>
                    <a:pt x="6998" y="1693"/>
                  </a:cubicBezTo>
                  <a:lnTo>
                    <a:pt x="6775" y="590"/>
                  </a:lnTo>
                  <a:cubicBezTo>
                    <a:pt x="6706" y="247"/>
                    <a:pt x="6408" y="0"/>
                    <a:pt x="6059" y="0"/>
                  </a:cubicBezTo>
                  <a:close/>
                  <a:moveTo>
                    <a:pt x="11049" y="9729"/>
                  </a:moveTo>
                  <a:cubicBezTo>
                    <a:pt x="10706" y="9729"/>
                    <a:pt x="10368" y="9863"/>
                    <a:pt x="10116" y="10113"/>
                  </a:cubicBezTo>
                  <a:cubicBezTo>
                    <a:pt x="9739" y="10490"/>
                    <a:pt x="9626" y="11055"/>
                    <a:pt x="9832" y="11549"/>
                  </a:cubicBezTo>
                  <a:cubicBezTo>
                    <a:pt x="10034" y="12039"/>
                    <a:pt x="10513" y="12361"/>
                    <a:pt x="11048" y="12361"/>
                  </a:cubicBezTo>
                  <a:cubicBezTo>
                    <a:pt x="11339" y="12361"/>
                    <a:pt x="11620" y="12265"/>
                    <a:pt x="11850" y="12087"/>
                  </a:cubicBezTo>
                  <a:cubicBezTo>
                    <a:pt x="11960" y="12008"/>
                    <a:pt x="11984" y="11857"/>
                    <a:pt x="11901" y="11751"/>
                  </a:cubicBezTo>
                  <a:cubicBezTo>
                    <a:pt x="11854" y="11690"/>
                    <a:pt x="11784" y="11659"/>
                    <a:pt x="11713" y="11659"/>
                  </a:cubicBezTo>
                  <a:cubicBezTo>
                    <a:pt x="11660" y="11659"/>
                    <a:pt x="11606" y="11676"/>
                    <a:pt x="11562" y="11713"/>
                  </a:cubicBezTo>
                  <a:cubicBezTo>
                    <a:pt x="11415" y="11830"/>
                    <a:pt x="11233" y="11891"/>
                    <a:pt x="11048" y="11891"/>
                  </a:cubicBezTo>
                  <a:cubicBezTo>
                    <a:pt x="10579" y="11891"/>
                    <a:pt x="10202" y="11511"/>
                    <a:pt x="10202" y="11045"/>
                  </a:cubicBezTo>
                  <a:cubicBezTo>
                    <a:pt x="10202" y="10579"/>
                    <a:pt x="10578" y="10199"/>
                    <a:pt x="11046" y="10199"/>
                  </a:cubicBezTo>
                  <a:lnTo>
                    <a:pt x="11046" y="10199"/>
                  </a:lnTo>
                  <a:cubicBezTo>
                    <a:pt x="11515" y="10199"/>
                    <a:pt x="11891" y="10579"/>
                    <a:pt x="11891" y="11045"/>
                  </a:cubicBezTo>
                  <a:cubicBezTo>
                    <a:pt x="11891" y="11175"/>
                    <a:pt x="11997" y="11281"/>
                    <a:pt x="12127" y="11281"/>
                  </a:cubicBezTo>
                  <a:cubicBezTo>
                    <a:pt x="12258" y="11281"/>
                    <a:pt x="12364" y="11175"/>
                    <a:pt x="12364" y="11045"/>
                  </a:cubicBezTo>
                  <a:cubicBezTo>
                    <a:pt x="12364" y="10514"/>
                    <a:pt x="12042" y="10034"/>
                    <a:pt x="11552" y="9828"/>
                  </a:cubicBezTo>
                  <a:cubicBezTo>
                    <a:pt x="11389" y="9762"/>
                    <a:pt x="11218" y="9729"/>
                    <a:pt x="11049" y="9729"/>
                  </a:cubicBezTo>
                  <a:close/>
                  <a:moveTo>
                    <a:pt x="10822" y="7207"/>
                  </a:moveTo>
                  <a:cubicBezTo>
                    <a:pt x="10555" y="7207"/>
                    <a:pt x="10322" y="7395"/>
                    <a:pt x="10270" y="7659"/>
                  </a:cubicBezTo>
                  <a:lnTo>
                    <a:pt x="10133" y="8338"/>
                  </a:lnTo>
                  <a:cubicBezTo>
                    <a:pt x="10010" y="8379"/>
                    <a:pt x="9890" y="8427"/>
                    <a:pt x="9773" y="8485"/>
                  </a:cubicBezTo>
                  <a:lnTo>
                    <a:pt x="9198" y="8101"/>
                  </a:lnTo>
                  <a:cubicBezTo>
                    <a:pt x="9102" y="8038"/>
                    <a:pt x="8993" y="8007"/>
                    <a:pt x="8884" y="8007"/>
                  </a:cubicBezTo>
                  <a:cubicBezTo>
                    <a:pt x="8739" y="8007"/>
                    <a:pt x="8596" y="8062"/>
                    <a:pt x="8488" y="8170"/>
                  </a:cubicBezTo>
                  <a:lnTo>
                    <a:pt x="8173" y="8485"/>
                  </a:lnTo>
                  <a:cubicBezTo>
                    <a:pt x="7985" y="8677"/>
                    <a:pt x="7954" y="8972"/>
                    <a:pt x="8101" y="9194"/>
                  </a:cubicBezTo>
                  <a:lnTo>
                    <a:pt x="8488" y="9774"/>
                  </a:lnTo>
                  <a:cubicBezTo>
                    <a:pt x="8409" y="9931"/>
                    <a:pt x="8344" y="10099"/>
                    <a:pt x="8296" y="10270"/>
                  </a:cubicBezTo>
                  <a:cubicBezTo>
                    <a:pt x="8262" y="10397"/>
                    <a:pt x="8334" y="10527"/>
                    <a:pt x="8457" y="10562"/>
                  </a:cubicBezTo>
                  <a:cubicBezTo>
                    <a:pt x="8480" y="10568"/>
                    <a:pt x="8502" y="10572"/>
                    <a:pt x="8524" y="10572"/>
                  </a:cubicBezTo>
                  <a:cubicBezTo>
                    <a:pt x="8627" y="10572"/>
                    <a:pt x="8720" y="10502"/>
                    <a:pt x="8749" y="10401"/>
                  </a:cubicBezTo>
                  <a:cubicBezTo>
                    <a:pt x="8800" y="10219"/>
                    <a:pt x="8872" y="10041"/>
                    <a:pt x="8965" y="9876"/>
                  </a:cubicBezTo>
                  <a:cubicBezTo>
                    <a:pt x="9009" y="9798"/>
                    <a:pt x="9006" y="9705"/>
                    <a:pt x="8958" y="9630"/>
                  </a:cubicBezTo>
                  <a:lnTo>
                    <a:pt x="8495" y="8937"/>
                  </a:lnTo>
                  <a:cubicBezTo>
                    <a:pt x="8471" y="8900"/>
                    <a:pt x="8475" y="8852"/>
                    <a:pt x="8505" y="8821"/>
                  </a:cubicBezTo>
                  <a:lnTo>
                    <a:pt x="8821" y="8506"/>
                  </a:lnTo>
                  <a:cubicBezTo>
                    <a:pt x="8839" y="8487"/>
                    <a:pt x="8864" y="8478"/>
                    <a:pt x="8889" y="8478"/>
                  </a:cubicBezTo>
                  <a:cubicBezTo>
                    <a:pt x="8906" y="8478"/>
                    <a:pt x="8923" y="8482"/>
                    <a:pt x="8937" y="8492"/>
                  </a:cubicBezTo>
                  <a:lnTo>
                    <a:pt x="9633" y="8955"/>
                  </a:lnTo>
                  <a:cubicBezTo>
                    <a:pt x="9671" y="8982"/>
                    <a:pt x="9717" y="8996"/>
                    <a:pt x="9762" y="8996"/>
                  </a:cubicBezTo>
                  <a:cubicBezTo>
                    <a:pt x="9802" y="8996"/>
                    <a:pt x="9841" y="8986"/>
                    <a:pt x="9876" y="8965"/>
                  </a:cubicBezTo>
                  <a:cubicBezTo>
                    <a:pt x="10044" y="8872"/>
                    <a:pt x="10219" y="8800"/>
                    <a:pt x="10400" y="8749"/>
                  </a:cubicBezTo>
                  <a:cubicBezTo>
                    <a:pt x="10486" y="8725"/>
                    <a:pt x="10551" y="8653"/>
                    <a:pt x="10568" y="8567"/>
                  </a:cubicBezTo>
                  <a:lnTo>
                    <a:pt x="10733" y="7752"/>
                  </a:lnTo>
                  <a:cubicBezTo>
                    <a:pt x="10740" y="7707"/>
                    <a:pt x="10777" y="7676"/>
                    <a:pt x="10822" y="7676"/>
                  </a:cubicBezTo>
                  <a:lnTo>
                    <a:pt x="11267" y="7676"/>
                  </a:lnTo>
                  <a:cubicBezTo>
                    <a:pt x="11312" y="7676"/>
                    <a:pt x="11350" y="7707"/>
                    <a:pt x="11360" y="7752"/>
                  </a:cubicBezTo>
                  <a:lnTo>
                    <a:pt x="11521" y="8567"/>
                  </a:lnTo>
                  <a:cubicBezTo>
                    <a:pt x="11538" y="8653"/>
                    <a:pt x="11603" y="8725"/>
                    <a:pt x="11689" y="8749"/>
                  </a:cubicBezTo>
                  <a:cubicBezTo>
                    <a:pt x="11870" y="8800"/>
                    <a:pt x="12049" y="8872"/>
                    <a:pt x="12213" y="8965"/>
                  </a:cubicBezTo>
                  <a:cubicBezTo>
                    <a:pt x="12250" y="8986"/>
                    <a:pt x="12289" y="8996"/>
                    <a:pt x="12329" y="8996"/>
                  </a:cubicBezTo>
                  <a:cubicBezTo>
                    <a:pt x="12374" y="8996"/>
                    <a:pt x="12420" y="8982"/>
                    <a:pt x="12460" y="8955"/>
                  </a:cubicBezTo>
                  <a:lnTo>
                    <a:pt x="13152" y="8492"/>
                  </a:lnTo>
                  <a:cubicBezTo>
                    <a:pt x="13167" y="8482"/>
                    <a:pt x="13185" y="8478"/>
                    <a:pt x="13201" y="8478"/>
                  </a:cubicBezTo>
                  <a:cubicBezTo>
                    <a:pt x="13226" y="8478"/>
                    <a:pt x="13250" y="8487"/>
                    <a:pt x="13269" y="8506"/>
                  </a:cubicBezTo>
                  <a:lnTo>
                    <a:pt x="13584" y="8821"/>
                  </a:lnTo>
                  <a:cubicBezTo>
                    <a:pt x="13615" y="8852"/>
                    <a:pt x="13622" y="8900"/>
                    <a:pt x="13598" y="8937"/>
                  </a:cubicBezTo>
                  <a:lnTo>
                    <a:pt x="13135" y="9630"/>
                  </a:lnTo>
                  <a:cubicBezTo>
                    <a:pt x="13084" y="9705"/>
                    <a:pt x="13080" y="9798"/>
                    <a:pt x="13125" y="9876"/>
                  </a:cubicBezTo>
                  <a:cubicBezTo>
                    <a:pt x="13217" y="10041"/>
                    <a:pt x="13289" y="10219"/>
                    <a:pt x="13341" y="10401"/>
                  </a:cubicBezTo>
                  <a:cubicBezTo>
                    <a:pt x="13365" y="10486"/>
                    <a:pt x="13437" y="10551"/>
                    <a:pt x="13522" y="10569"/>
                  </a:cubicBezTo>
                  <a:lnTo>
                    <a:pt x="14338" y="10730"/>
                  </a:lnTo>
                  <a:cubicBezTo>
                    <a:pt x="14382" y="10740"/>
                    <a:pt x="14413" y="10778"/>
                    <a:pt x="14413" y="10822"/>
                  </a:cubicBezTo>
                  <a:lnTo>
                    <a:pt x="14413" y="11268"/>
                  </a:lnTo>
                  <a:cubicBezTo>
                    <a:pt x="14413" y="11312"/>
                    <a:pt x="14382" y="11350"/>
                    <a:pt x="14338" y="11357"/>
                  </a:cubicBezTo>
                  <a:lnTo>
                    <a:pt x="13522" y="11521"/>
                  </a:lnTo>
                  <a:cubicBezTo>
                    <a:pt x="13437" y="11538"/>
                    <a:pt x="13365" y="11604"/>
                    <a:pt x="13341" y="11689"/>
                  </a:cubicBezTo>
                  <a:cubicBezTo>
                    <a:pt x="13289" y="11871"/>
                    <a:pt x="13217" y="12046"/>
                    <a:pt x="13125" y="12213"/>
                  </a:cubicBezTo>
                  <a:cubicBezTo>
                    <a:pt x="13080" y="12289"/>
                    <a:pt x="13084" y="12385"/>
                    <a:pt x="13135" y="12457"/>
                  </a:cubicBezTo>
                  <a:lnTo>
                    <a:pt x="13598" y="13152"/>
                  </a:lnTo>
                  <a:cubicBezTo>
                    <a:pt x="13622" y="13187"/>
                    <a:pt x="13615" y="13238"/>
                    <a:pt x="13584" y="13269"/>
                  </a:cubicBezTo>
                  <a:lnTo>
                    <a:pt x="13269" y="13584"/>
                  </a:lnTo>
                  <a:cubicBezTo>
                    <a:pt x="13251" y="13602"/>
                    <a:pt x="13229" y="13610"/>
                    <a:pt x="13205" y="13610"/>
                  </a:cubicBezTo>
                  <a:cubicBezTo>
                    <a:pt x="13187" y="13610"/>
                    <a:pt x="13169" y="13605"/>
                    <a:pt x="13152" y="13594"/>
                  </a:cubicBezTo>
                  <a:lnTo>
                    <a:pt x="12463" y="13132"/>
                  </a:lnTo>
                  <a:cubicBezTo>
                    <a:pt x="12424" y="13107"/>
                    <a:pt x="12378" y="13094"/>
                    <a:pt x="12333" y="13094"/>
                  </a:cubicBezTo>
                  <a:cubicBezTo>
                    <a:pt x="12292" y="13094"/>
                    <a:pt x="12252" y="13104"/>
                    <a:pt x="12217" y="13125"/>
                  </a:cubicBezTo>
                  <a:cubicBezTo>
                    <a:pt x="12049" y="13218"/>
                    <a:pt x="11874" y="13289"/>
                    <a:pt x="11692" y="13341"/>
                  </a:cubicBezTo>
                  <a:cubicBezTo>
                    <a:pt x="11607" y="13365"/>
                    <a:pt x="11542" y="13433"/>
                    <a:pt x="11524" y="13523"/>
                  </a:cubicBezTo>
                  <a:lnTo>
                    <a:pt x="11360" y="14338"/>
                  </a:lnTo>
                  <a:cubicBezTo>
                    <a:pt x="11353" y="14379"/>
                    <a:pt x="11315" y="14413"/>
                    <a:pt x="11271" y="14413"/>
                  </a:cubicBezTo>
                  <a:lnTo>
                    <a:pt x="10825" y="14413"/>
                  </a:lnTo>
                  <a:cubicBezTo>
                    <a:pt x="10781" y="14413"/>
                    <a:pt x="10743" y="14379"/>
                    <a:pt x="10733" y="14338"/>
                  </a:cubicBezTo>
                  <a:lnTo>
                    <a:pt x="10572" y="13523"/>
                  </a:lnTo>
                  <a:cubicBezTo>
                    <a:pt x="10555" y="13433"/>
                    <a:pt x="10489" y="13365"/>
                    <a:pt x="10404" y="13341"/>
                  </a:cubicBezTo>
                  <a:cubicBezTo>
                    <a:pt x="10222" y="13289"/>
                    <a:pt x="10044" y="13218"/>
                    <a:pt x="9880" y="13125"/>
                  </a:cubicBezTo>
                  <a:cubicBezTo>
                    <a:pt x="9842" y="13104"/>
                    <a:pt x="9802" y="13094"/>
                    <a:pt x="9762" y="13094"/>
                  </a:cubicBezTo>
                  <a:cubicBezTo>
                    <a:pt x="9717" y="13094"/>
                    <a:pt x="9673" y="13107"/>
                    <a:pt x="9633" y="13132"/>
                  </a:cubicBezTo>
                  <a:lnTo>
                    <a:pt x="8937" y="13594"/>
                  </a:lnTo>
                  <a:cubicBezTo>
                    <a:pt x="8922" y="13605"/>
                    <a:pt x="8904" y="13610"/>
                    <a:pt x="8885" y="13610"/>
                  </a:cubicBezTo>
                  <a:cubicBezTo>
                    <a:pt x="8862" y="13610"/>
                    <a:pt x="8838" y="13602"/>
                    <a:pt x="8821" y="13584"/>
                  </a:cubicBezTo>
                  <a:lnTo>
                    <a:pt x="8505" y="13269"/>
                  </a:lnTo>
                  <a:cubicBezTo>
                    <a:pt x="8475" y="13235"/>
                    <a:pt x="8471" y="13187"/>
                    <a:pt x="8495" y="13152"/>
                  </a:cubicBezTo>
                  <a:lnTo>
                    <a:pt x="8958" y="12457"/>
                  </a:lnTo>
                  <a:cubicBezTo>
                    <a:pt x="9006" y="12385"/>
                    <a:pt x="9009" y="12289"/>
                    <a:pt x="8965" y="12213"/>
                  </a:cubicBezTo>
                  <a:cubicBezTo>
                    <a:pt x="8872" y="12046"/>
                    <a:pt x="8800" y="11871"/>
                    <a:pt x="8749" y="11689"/>
                  </a:cubicBezTo>
                  <a:cubicBezTo>
                    <a:pt x="8725" y="11604"/>
                    <a:pt x="8656" y="11538"/>
                    <a:pt x="8567" y="11521"/>
                  </a:cubicBezTo>
                  <a:lnTo>
                    <a:pt x="7751" y="11357"/>
                  </a:lnTo>
                  <a:cubicBezTo>
                    <a:pt x="7707" y="11350"/>
                    <a:pt x="7676" y="11312"/>
                    <a:pt x="7676" y="11268"/>
                  </a:cubicBezTo>
                  <a:lnTo>
                    <a:pt x="7676" y="10822"/>
                  </a:lnTo>
                  <a:cubicBezTo>
                    <a:pt x="7676" y="10778"/>
                    <a:pt x="7707" y="10740"/>
                    <a:pt x="7751" y="10730"/>
                  </a:cubicBezTo>
                  <a:lnTo>
                    <a:pt x="7799" y="10719"/>
                  </a:lnTo>
                  <a:cubicBezTo>
                    <a:pt x="7933" y="10699"/>
                    <a:pt x="8019" y="10572"/>
                    <a:pt x="7991" y="10442"/>
                  </a:cubicBezTo>
                  <a:cubicBezTo>
                    <a:pt x="7971" y="10330"/>
                    <a:pt x="7872" y="10254"/>
                    <a:pt x="7762" y="10254"/>
                  </a:cubicBezTo>
                  <a:cubicBezTo>
                    <a:pt x="7744" y="10254"/>
                    <a:pt x="7725" y="10256"/>
                    <a:pt x="7707" y="10260"/>
                  </a:cubicBezTo>
                  <a:lnTo>
                    <a:pt x="7659" y="10270"/>
                  </a:lnTo>
                  <a:cubicBezTo>
                    <a:pt x="7395" y="10322"/>
                    <a:pt x="7207" y="10551"/>
                    <a:pt x="7207" y="10822"/>
                  </a:cubicBezTo>
                  <a:lnTo>
                    <a:pt x="7207" y="11268"/>
                  </a:lnTo>
                  <a:cubicBezTo>
                    <a:pt x="7207" y="11535"/>
                    <a:pt x="7395" y="11765"/>
                    <a:pt x="7659" y="11819"/>
                  </a:cubicBezTo>
                  <a:lnTo>
                    <a:pt x="8337" y="11953"/>
                  </a:lnTo>
                  <a:cubicBezTo>
                    <a:pt x="8379" y="12076"/>
                    <a:pt x="8427" y="12196"/>
                    <a:pt x="8485" y="12313"/>
                  </a:cubicBezTo>
                  <a:lnTo>
                    <a:pt x="8101" y="12892"/>
                  </a:lnTo>
                  <a:cubicBezTo>
                    <a:pt x="7954" y="13115"/>
                    <a:pt x="7981" y="13409"/>
                    <a:pt x="8170" y="13601"/>
                  </a:cubicBezTo>
                  <a:lnTo>
                    <a:pt x="8485" y="13917"/>
                  </a:lnTo>
                  <a:cubicBezTo>
                    <a:pt x="8594" y="14024"/>
                    <a:pt x="8738" y="14079"/>
                    <a:pt x="8882" y="14079"/>
                  </a:cubicBezTo>
                  <a:cubicBezTo>
                    <a:pt x="8990" y="14079"/>
                    <a:pt x="9099" y="14048"/>
                    <a:pt x="9194" y="13985"/>
                  </a:cubicBezTo>
                  <a:lnTo>
                    <a:pt x="9773" y="13601"/>
                  </a:lnTo>
                  <a:cubicBezTo>
                    <a:pt x="9890" y="13660"/>
                    <a:pt x="10010" y="13708"/>
                    <a:pt x="10133" y="13749"/>
                  </a:cubicBezTo>
                  <a:lnTo>
                    <a:pt x="10267" y="14427"/>
                  </a:lnTo>
                  <a:cubicBezTo>
                    <a:pt x="10322" y="14691"/>
                    <a:pt x="10551" y="14880"/>
                    <a:pt x="10818" y="14880"/>
                  </a:cubicBezTo>
                  <a:lnTo>
                    <a:pt x="11264" y="14880"/>
                  </a:lnTo>
                  <a:cubicBezTo>
                    <a:pt x="11266" y="14880"/>
                    <a:pt x="11269" y="14880"/>
                    <a:pt x="11271" y="14880"/>
                  </a:cubicBezTo>
                  <a:cubicBezTo>
                    <a:pt x="11539" y="14880"/>
                    <a:pt x="11765" y="14689"/>
                    <a:pt x="11819" y="14431"/>
                  </a:cubicBezTo>
                  <a:lnTo>
                    <a:pt x="11956" y="13752"/>
                  </a:lnTo>
                  <a:cubicBezTo>
                    <a:pt x="12080" y="13708"/>
                    <a:pt x="12199" y="13660"/>
                    <a:pt x="12316" y="13601"/>
                  </a:cubicBezTo>
                  <a:lnTo>
                    <a:pt x="12892" y="13989"/>
                  </a:lnTo>
                  <a:cubicBezTo>
                    <a:pt x="12986" y="14051"/>
                    <a:pt x="13094" y="14081"/>
                    <a:pt x="13201" y="14081"/>
                  </a:cubicBezTo>
                  <a:cubicBezTo>
                    <a:pt x="13347" y="14081"/>
                    <a:pt x="13492" y="14025"/>
                    <a:pt x="13601" y="13917"/>
                  </a:cubicBezTo>
                  <a:lnTo>
                    <a:pt x="13916" y="13601"/>
                  </a:lnTo>
                  <a:cubicBezTo>
                    <a:pt x="14105" y="13413"/>
                    <a:pt x="14136" y="13115"/>
                    <a:pt x="13988" y="12892"/>
                  </a:cubicBezTo>
                  <a:lnTo>
                    <a:pt x="13601" y="12316"/>
                  </a:lnTo>
                  <a:cubicBezTo>
                    <a:pt x="13659" y="12200"/>
                    <a:pt x="13707" y="12080"/>
                    <a:pt x="13752" y="11956"/>
                  </a:cubicBezTo>
                  <a:lnTo>
                    <a:pt x="14430" y="11819"/>
                  </a:lnTo>
                  <a:cubicBezTo>
                    <a:pt x="14691" y="11768"/>
                    <a:pt x="14883" y="11535"/>
                    <a:pt x="14883" y="11268"/>
                  </a:cubicBezTo>
                  <a:lnTo>
                    <a:pt x="14883" y="10822"/>
                  </a:lnTo>
                  <a:cubicBezTo>
                    <a:pt x="14883" y="10555"/>
                    <a:pt x="14694" y="10322"/>
                    <a:pt x="14434" y="10270"/>
                  </a:cubicBezTo>
                  <a:lnTo>
                    <a:pt x="13752" y="10133"/>
                  </a:lnTo>
                  <a:cubicBezTo>
                    <a:pt x="13711" y="10010"/>
                    <a:pt x="13663" y="9890"/>
                    <a:pt x="13604" y="9774"/>
                  </a:cubicBezTo>
                  <a:lnTo>
                    <a:pt x="13988" y="9198"/>
                  </a:lnTo>
                  <a:cubicBezTo>
                    <a:pt x="14136" y="8975"/>
                    <a:pt x="14108" y="8677"/>
                    <a:pt x="13920" y="8489"/>
                  </a:cubicBezTo>
                  <a:lnTo>
                    <a:pt x="13604" y="8173"/>
                  </a:lnTo>
                  <a:cubicBezTo>
                    <a:pt x="13494" y="8063"/>
                    <a:pt x="13351" y="8007"/>
                    <a:pt x="13206" y="8007"/>
                  </a:cubicBezTo>
                  <a:cubicBezTo>
                    <a:pt x="13098" y="8007"/>
                    <a:pt x="12990" y="8038"/>
                    <a:pt x="12895" y="8101"/>
                  </a:cubicBezTo>
                  <a:lnTo>
                    <a:pt x="12316" y="8489"/>
                  </a:lnTo>
                  <a:cubicBezTo>
                    <a:pt x="12199" y="8430"/>
                    <a:pt x="12080" y="8379"/>
                    <a:pt x="11956" y="8338"/>
                  </a:cubicBezTo>
                  <a:lnTo>
                    <a:pt x="11819" y="7659"/>
                  </a:lnTo>
                  <a:cubicBezTo>
                    <a:pt x="11768" y="7395"/>
                    <a:pt x="11535" y="7207"/>
                    <a:pt x="11267" y="720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2" name="Google Shape;7482;p79"/>
          <p:cNvGrpSpPr/>
          <p:nvPr/>
        </p:nvGrpSpPr>
        <p:grpSpPr>
          <a:xfrm>
            <a:off x="1448494" y="4150741"/>
            <a:ext cx="322277" cy="321046"/>
            <a:chOff x="1448494" y="4150741"/>
            <a:chExt cx="322277" cy="321046"/>
          </a:xfrm>
        </p:grpSpPr>
        <p:sp>
          <p:nvSpPr>
            <p:cNvPr id="7483" name="Google Shape;7483;p79"/>
            <p:cNvSpPr/>
            <p:nvPr/>
          </p:nvSpPr>
          <p:spPr>
            <a:xfrm>
              <a:off x="1453156" y="4338900"/>
              <a:ext cx="56581" cy="128120"/>
            </a:xfrm>
            <a:custGeom>
              <a:rect b="b" l="l" r="r" t="t"/>
              <a:pathLst>
                <a:path extrusionOk="0" h="4891" w="2160">
                  <a:moveTo>
                    <a:pt x="312" y="0"/>
                  </a:moveTo>
                  <a:cubicBezTo>
                    <a:pt x="141" y="0"/>
                    <a:pt x="0" y="138"/>
                    <a:pt x="0" y="309"/>
                  </a:cubicBezTo>
                  <a:lnTo>
                    <a:pt x="0" y="4890"/>
                  </a:lnTo>
                  <a:lnTo>
                    <a:pt x="2159" y="4890"/>
                  </a:lnTo>
                  <a:lnTo>
                    <a:pt x="2159" y="309"/>
                  </a:lnTo>
                  <a:cubicBezTo>
                    <a:pt x="2159" y="138"/>
                    <a:pt x="2022" y="0"/>
                    <a:pt x="18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9"/>
            <p:cNvSpPr/>
            <p:nvPr/>
          </p:nvSpPr>
          <p:spPr>
            <a:xfrm>
              <a:off x="1453235" y="4338900"/>
              <a:ext cx="26955" cy="128120"/>
            </a:xfrm>
            <a:custGeom>
              <a:rect b="b" l="l" r="r" t="t"/>
              <a:pathLst>
                <a:path extrusionOk="0" h="4891" w="1029">
                  <a:moveTo>
                    <a:pt x="309" y="0"/>
                  </a:moveTo>
                  <a:cubicBezTo>
                    <a:pt x="138" y="0"/>
                    <a:pt x="1" y="138"/>
                    <a:pt x="1" y="309"/>
                  </a:cubicBezTo>
                  <a:lnTo>
                    <a:pt x="1" y="4890"/>
                  </a:lnTo>
                  <a:lnTo>
                    <a:pt x="720" y="4890"/>
                  </a:lnTo>
                  <a:lnTo>
                    <a:pt x="720" y="309"/>
                  </a:lnTo>
                  <a:cubicBezTo>
                    <a:pt x="720" y="138"/>
                    <a:pt x="861" y="0"/>
                    <a:pt x="102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9"/>
            <p:cNvSpPr/>
            <p:nvPr/>
          </p:nvSpPr>
          <p:spPr>
            <a:xfrm>
              <a:off x="1538604" y="4307309"/>
              <a:ext cx="56581" cy="159711"/>
            </a:xfrm>
            <a:custGeom>
              <a:rect b="b" l="l" r="r" t="t"/>
              <a:pathLst>
                <a:path extrusionOk="0" h="6097" w="2160">
                  <a:moveTo>
                    <a:pt x="309" y="0"/>
                  </a:moveTo>
                  <a:cubicBezTo>
                    <a:pt x="138" y="0"/>
                    <a:pt x="1" y="137"/>
                    <a:pt x="1" y="309"/>
                  </a:cubicBezTo>
                  <a:lnTo>
                    <a:pt x="1" y="6096"/>
                  </a:lnTo>
                  <a:lnTo>
                    <a:pt x="2160" y="6096"/>
                  </a:lnTo>
                  <a:lnTo>
                    <a:pt x="2160" y="309"/>
                  </a:lnTo>
                  <a:cubicBezTo>
                    <a:pt x="2160" y="137"/>
                    <a:pt x="2023" y="0"/>
                    <a:pt x="1851"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9"/>
            <p:cNvSpPr/>
            <p:nvPr/>
          </p:nvSpPr>
          <p:spPr>
            <a:xfrm>
              <a:off x="1538709" y="4307309"/>
              <a:ext cx="26955" cy="159711"/>
            </a:xfrm>
            <a:custGeom>
              <a:rect b="b" l="l" r="r" t="t"/>
              <a:pathLst>
                <a:path extrusionOk="0" h="6097" w="1029">
                  <a:moveTo>
                    <a:pt x="309" y="0"/>
                  </a:moveTo>
                  <a:cubicBezTo>
                    <a:pt x="137" y="0"/>
                    <a:pt x="0" y="137"/>
                    <a:pt x="0" y="309"/>
                  </a:cubicBezTo>
                  <a:lnTo>
                    <a:pt x="0" y="6096"/>
                  </a:lnTo>
                  <a:lnTo>
                    <a:pt x="720" y="6096"/>
                  </a:lnTo>
                  <a:lnTo>
                    <a:pt x="720" y="309"/>
                  </a:lnTo>
                  <a:cubicBezTo>
                    <a:pt x="720" y="137"/>
                    <a:pt x="857" y="0"/>
                    <a:pt x="1028"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9"/>
            <p:cNvSpPr/>
            <p:nvPr/>
          </p:nvSpPr>
          <p:spPr>
            <a:xfrm>
              <a:off x="1624079" y="4275613"/>
              <a:ext cx="56555" cy="191407"/>
            </a:xfrm>
            <a:custGeom>
              <a:rect b="b" l="l" r="r" t="t"/>
              <a:pathLst>
                <a:path extrusionOk="0" h="7307" w="2159">
                  <a:moveTo>
                    <a:pt x="308" y="1"/>
                  </a:moveTo>
                  <a:cubicBezTo>
                    <a:pt x="137" y="1"/>
                    <a:pt x="0" y="138"/>
                    <a:pt x="0" y="309"/>
                  </a:cubicBezTo>
                  <a:lnTo>
                    <a:pt x="0" y="7306"/>
                  </a:lnTo>
                  <a:lnTo>
                    <a:pt x="2155" y="7306"/>
                  </a:lnTo>
                  <a:lnTo>
                    <a:pt x="2155" y="309"/>
                  </a:lnTo>
                  <a:cubicBezTo>
                    <a:pt x="2159" y="138"/>
                    <a:pt x="2018" y="1"/>
                    <a:pt x="1850"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9"/>
            <p:cNvSpPr/>
            <p:nvPr/>
          </p:nvSpPr>
          <p:spPr>
            <a:xfrm>
              <a:off x="1624079" y="4275613"/>
              <a:ext cx="26955" cy="191407"/>
            </a:xfrm>
            <a:custGeom>
              <a:rect b="b" l="l" r="r" t="t"/>
              <a:pathLst>
                <a:path extrusionOk="0" h="7307" w="1029">
                  <a:moveTo>
                    <a:pt x="308" y="1"/>
                  </a:moveTo>
                  <a:cubicBezTo>
                    <a:pt x="137" y="1"/>
                    <a:pt x="0" y="138"/>
                    <a:pt x="0" y="309"/>
                  </a:cubicBezTo>
                  <a:lnTo>
                    <a:pt x="0" y="7306"/>
                  </a:lnTo>
                  <a:lnTo>
                    <a:pt x="723" y="7306"/>
                  </a:lnTo>
                  <a:lnTo>
                    <a:pt x="723" y="309"/>
                  </a:lnTo>
                  <a:cubicBezTo>
                    <a:pt x="720" y="138"/>
                    <a:pt x="860" y="1"/>
                    <a:pt x="102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9"/>
            <p:cNvSpPr/>
            <p:nvPr/>
          </p:nvSpPr>
          <p:spPr>
            <a:xfrm>
              <a:off x="1709422" y="4243917"/>
              <a:ext cx="56581" cy="223103"/>
            </a:xfrm>
            <a:custGeom>
              <a:rect b="b" l="l" r="r" t="t"/>
              <a:pathLst>
                <a:path extrusionOk="0" h="8517" w="2160">
                  <a:moveTo>
                    <a:pt x="309" y="1"/>
                  </a:moveTo>
                  <a:cubicBezTo>
                    <a:pt x="141" y="1"/>
                    <a:pt x="1" y="141"/>
                    <a:pt x="1" y="309"/>
                  </a:cubicBezTo>
                  <a:lnTo>
                    <a:pt x="1" y="8516"/>
                  </a:lnTo>
                  <a:lnTo>
                    <a:pt x="2160" y="8516"/>
                  </a:lnTo>
                  <a:lnTo>
                    <a:pt x="2160" y="309"/>
                  </a:lnTo>
                  <a:cubicBezTo>
                    <a:pt x="2160" y="141"/>
                    <a:pt x="2023" y="1"/>
                    <a:pt x="185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9"/>
            <p:cNvSpPr/>
            <p:nvPr/>
          </p:nvSpPr>
          <p:spPr>
            <a:xfrm>
              <a:off x="1709527" y="4243917"/>
              <a:ext cx="26955" cy="223103"/>
            </a:xfrm>
            <a:custGeom>
              <a:rect b="b" l="l" r="r" t="t"/>
              <a:pathLst>
                <a:path extrusionOk="0" h="8517" w="1029">
                  <a:moveTo>
                    <a:pt x="309" y="1"/>
                  </a:moveTo>
                  <a:cubicBezTo>
                    <a:pt x="137" y="1"/>
                    <a:pt x="0" y="141"/>
                    <a:pt x="0" y="309"/>
                  </a:cubicBezTo>
                  <a:lnTo>
                    <a:pt x="0" y="8516"/>
                  </a:lnTo>
                  <a:lnTo>
                    <a:pt x="720" y="8516"/>
                  </a:lnTo>
                  <a:lnTo>
                    <a:pt x="720" y="309"/>
                  </a:lnTo>
                  <a:cubicBezTo>
                    <a:pt x="720" y="141"/>
                    <a:pt x="857" y="1"/>
                    <a:pt x="102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9"/>
            <p:cNvSpPr/>
            <p:nvPr/>
          </p:nvSpPr>
          <p:spPr>
            <a:xfrm>
              <a:off x="1466882" y="4155509"/>
              <a:ext cx="290424" cy="117170"/>
            </a:xfrm>
            <a:custGeom>
              <a:rect b="b" l="l" r="r" t="t"/>
              <a:pathLst>
                <a:path extrusionOk="0" h="4473" w="11087">
                  <a:moveTo>
                    <a:pt x="8908" y="0"/>
                  </a:moveTo>
                  <a:cubicBezTo>
                    <a:pt x="8749" y="0"/>
                    <a:pt x="8658" y="178"/>
                    <a:pt x="8749" y="306"/>
                  </a:cubicBezTo>
                  <a:lnTo>
                    <a:pt x="9061" y="758"/>
                  </a:lnTo>
                  <a:cubicBezTo>
                    <a:pt x="8002" y="1395"/>
                    <a:pt x="4617" y="3177"/>
                    <a:pt x="1" y="3177"/>
                  </a:cubicBezTo>
                  <a:lnTo>
                    <a:pt x="1" y="4472"/>
                  </a:lnTo>
                  <a:cubicBezTo>
                    <a:pt x="2509" y="4462"/>
                    <a:pt x="4997" y="3979"/>
                    <a:pt x="7327" y="3047"/>
                  </a:cubicBezTo>
                  <a:cubicBezTo>
                    <a:pt x="8184" y="2708"/>
                    <a:pt x="9013" y="2300"/>
                    <a:pt x="9801" y="1824"/>
                  </a:cubicBezTo>
                  <a:lnTo>
                    <a:pt x="10082" y="2225"/>
                  </a:lnTo>
                  <a:cubicBezTo>
                    <a:pt x="10123" y="2283"/>
                    <a:pt x="10184" y="2310"/>
                    <a:pt x="10244" y="2310"/>
                  </a:cubicBezTo>
                  <a:cubicBezTo>
                    <a:pt x="10322" y="2310"/>
                    <a:pt x="10399" y="2264"/>
                    <a:pt x="10428" y="2177"/>
                  </a:cubicBezTo>
                  <a:lnTo>
                    <a:pt x="11045" y="326"/>
                  </a:lnTo>
                  <a:cubicBezTo>
                    <a:pt x="11086" y="203"/>
                    <a:pt x="10997" y="72"/>
                    <a:pt x="10864" y="69"/>
                  </a:cubicBezTo>
                  <a:lnTo>
                    <a:pt x="8917" y="1"/>
                  </a:lnTo>
                  <a:cubicBezTo>
                    <a:pt x="8914" y="0"/>
                    <a:pt x="8911" y="0"/>
                    <a:pt x="89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9"/>
            <p:cNvSpPr/>
            <p:nvPr/>
          </p:nvSpPr>
          <p:spPr>
            <a:xfrm>
              <a:off x="1448494" y="4334133"/>
              <a:ext cx="65985" cy="137550"/>
            </a:xfrm>
            <a:custGeom>
              <a:rect b="b" l="l" r="r" t="t"/>
              <a:pathLst>
                <a:path extrusionOk="0" h="5251" w="2519">
                  <a:moveTo>
                    <a:pt x="2032" y="364"/>
                  </a:moveTo>
                  <a:cubicBezTo>
                    <a:pt x="2104" y="364"/>
                    <a:pt x="2159" y="419"/>
                    <a:pt x="2159" y="491"/>
                  </a:cubicBezTo>
                  <a:lnTo>
                    <a:pt x="2159" y="4891"/>
                  </a:lnTo>
                  <a:lnTo>
                    <a:pt x="360" y="4891"/>
                  </a:lnTo>
                  <a:lnTo>
                    <a:pt x="360" y="491"/>
                  </a:lnTo>
                  <a:cubicBezTo>
                    <a:pt x="360" y="419"/>
                    <a:pt x="418" y="364"/>
                    <a:pt x="490" y="364"/>
                  </a:cubicBezTo>
                  <a:close/>
                  <a:moveTo>
                    <a:pt x="490" y="1"/>
                  </a:moveTo>
                  <a:cubicBezTo>
                    <a:pt x="220" y="4"/>
                    <a:pt x="0" y="220"/>
                    <a:pt x="0" y="491"/>
                  </a:cubicBezTo>
                  <a:lnTo>
                    <a:pt x="0" y="5072"/>
                  </a:lnTo>
                  <a:cubicBezTo>
                    <a:pt x="0" y="5172"/>
                    <a:pt x="82" y="5251"/>
                    <a:pt x="182" y="5251"/>
                  </a:cubicBezTo>
                  <a:lnTo>
                    <a:pt x="2341" y="5251"/>
                  </a:lnTo>
                  <a:cubicBezTo>
                    <a:pt x="2440" y="5251"/>
                    <a:pt x="2519" y="5172"/>
                    <a:pt x="2519" y="5072"/>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9"/>
            <p:cNvSpPr/>
            <p:nvPr/>
          </p:nvSpPr>
          <p:spPr>
            <a:xfrm>
              <a:off x="1533863" y="4302541"/>
              <a:ext cx="66090" cy="169246"/>
            </a:xfrm>
            <a:custGeom>
              <a:rect b="b" l="l" r="r" t="t"/>
              <a:pathLst>
                <a:path extrusionOk="0" h="6461" w="2523">
                  <a:moveTo>
                    <a:pt x="2036" y="360"/>
                  </a:moveTo>
                  <a:cubicBezTo>
                    <a:pt x="2104" y="360"/>
                    <a:pt x="2162" y="419"/>
                    <a:pt x="2162" y="491"/>
                  </a:cubicBezTo>
                  <a:lnTo>
                    <a:pt x="2162" y="6097"/>
                  </a:lnTo>
                  <a:lnTo>
                    <a:pt x="363" y="6097"/>
                  </a:lnTo>
                  <a:lnTo>
                    <a:pt x="363" y="491"/>
                  </a:lnTo>
                  <a:cubicBezTo>
                    <a:pt x="363" y="419"/>
                    <a:pt x="422" y="360"/>
                    <a:pt x="494" y="360"/>
                  </a:cubicBezTo>
                  <a:close/>
                  <a:moveTo>
                    <a:pt x="494" y="1"/>
                  </a:moveTo>
                  <a:cubicBezTo>
                    <a:pt x="223" y="1"/>
                    <a:pt x="4" y="220"/>
                    <a:pt x="4" y="491"/>
                  </a:cubicBezTo>
                  <a:lnTo>
                    <a:pt x="4" y="6278"/>
                  </a:lnTo>
                  <a:cubicBezTo>
                    <a:pt x="0" y="6378"/>
                    <a:pt x="82" y="6460"/>
                    <a:pt x="182" y="6460"/>
                  </a:cubicBezTo>
                  <a:lnTo>
                    <a:pt x="2341" y="6460"/>
                  </a:lnTo>
                  <a:cubicBezTo>
                    <a:pt x="2440" y="6460"/>
                    <a:pt x="2522" y="6378"/>
                    <a:pt x="2522" y="6278"/>
                  </a:cubicBezTo>
                  <a:lnTo>
                    <a:pt x="2522" y="491"/>
                  </a:lnTo>
                  <a:cubicBezTo>
                    <a:pt x="2519" y="220"/>
                    <a:pt x="2303"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9"/>
            <p:cNvSpPr/>
            <p:nvPr/>
          </p:nvSpPr>
          <p:spPr>
            <a:xfrm>
              <a:off x="1619311" y="4270846"/>
              <a:ext cx="66011" cy="200942"/>
            </a:xfrm>
            <a:custGeom>
              <a:rect b="b" l="l" r="r" t="t"/>
              <a:pathLst>
                <a:path extrusionOk="0" h="7671" w="2520">
                  <a:moveTo>
                    <a:pt x="2032" y="364"/>
                  </a:moveTo>
                  <a:cubicBezTo>
                    <a:pt x="2101" y="364"/>
                    <a:pt x="2159" y="419"/>
                    <a:pt x="2159" y="491"/>
                  </a:cubicBezTo>
                  <a:lnTo>
                    <a:pt x="2159" y="7307"/>
                  </a:lnTo>
                  <a:lnTo>
                    <a:pt x="360" y="7307"/>
                  </a:lnTo>
                  <a:lnTo>
                    <a:pt x="360" y="491"/>
                  </a:lnTo>
                  <a:cubicBezTo>
                    <a:pt x="360" y="419"/>
                    <a:pt x="418" y="364"/>
                    <a:pt x="490" y="364"/>
                  </a:cubicBezTo>
                  <a:close/>
                  <a:moveTo>
                    <a:pt x="490" y="1"/>
                  </a:moveTo>
                  <a:cubicBezTo>
                    <a:pt x="220" y="1"/>
                    <a:pt x="0" y="220"/>
                    <a:pt x="0" y="491"/>
                  </a:cubicBezTo>
                  <a:lnTo>
                    <a:pt x="0" y="7488"/>
                  </a:lnTo>
                  <a:cubicBezTo>
                    <a:pt x="0" y="7588"/>
                    <a:pt x="83" y="7670"/>
                    <a:pt x="182" y="7670"/>
                  </a:cubicBezTo>
                  <a:lnTo>
                    <a:pt x="2341" y="7670"/>
                  </a:lnTo>
                  <a:cubicBezTo>
                    <a:pt x="2440" y="7670"/>
                    <a:pt x="2519" y="7588"/>
                    <a:pt x="2519" y="7488"/>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9"/>
            <p:cNvSpPr/>
            <p:nvPr/>
          </p:nvSpPr>
          <p:spPr>
            <a:xfrm>
              <a:off x="1704759" y="4239254"/>
              <a:ext cx="66011" cy="232428"/>
            </a:xfrm>
            <a:custGeom>
              <a:rect b="b" l="l" r="r" t="t"/>
              <a:pathLst>
                <a:path extrusionOk="0" h="8873" w="2520">
                  <a:moveTo>
                    <a:pt x="2033" y="361"/>
                  </a:moveTo>
                  <a:cubicBezTo>
                    <a:pt x="2101" y="361"/>
                    <a:pt x="2160" y="419"/>
                    <a:pt x="2160" y="487"/>
                  </a:cubicBezTo>
                  <a:lnTo>
                    <a:pt x="2160" y="8513"/>
                  </a:lnTo>
                  <a:lnTo>
                    <a:pt x="361" y="8513"/>
                  </a:lnTo>
                  <a:lnTo>
                    <a:pt x="361" y="487"/>
                  </a:lnTo>
                  <a:cubicBezTo>
                    <a:pt x="361" y="419"/>
                    <a:pt x="419" y="361"/>
                    <a:pt x="491" y="361"/>
                  </a:cubicBezTo>
                  <a:close/>
                  <a:moveTo>
                    <a:pt x="487" y="1"/>
                  </a:moveTo>
                  <a:cubicBezTo>
                    <a:pt x="220" y="1"/>
                    <a:pt x="1" y="220"/>
                    <a:pt x="1" y="491"/>
                  </a:cubicBezTo>
                  <a:lnTo>
                    <a:pt x="1" y="8694"/>
                  </a:lnTo>
                  <a:cubicBezTo>
                    <a:pt x="1" y="8792"/>
                    <a:pt x="80" y="8873"/>
                    <a:pt x="176" y="8873"/>
                  </a:cubicBezTo>
                  <a:cubicBezTo>
                    <a:pt x="178" y="8873"/>
                    <a:pt x="180" y="8873"/>
                    <a:pt x="182" y="8873"/>
                  </a:cubicBezTo>
                  <a:lnTo>
                    <a:pt x="2338" y="8873"/>
                  </a:lnTo>
                  <a:cubicBezTo>
                    <a:pt x="2437" y="8873"/>
                    <a:pt x="2519" y="8794"/>
                    <a:pt x="2519" y="8694"/>
                  </a:cubicBezTo>
                  <a:lnTo>
                    <a:pt x="2519" y="487"/>
                  </a:lnTo>
                  <a:cubicBezTo>
                    <a:pt x="2519" y="220"/>
                    <a:pt x="2300" y="1"/>
                    <a:pt x="20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9"/>
            <p:cNvSpPr/>
            <p:nvPr/>
          </p:nvSpPr>
          <p:spPr>
            <a:xfrm>
              <a:off x="1510340" y="4150741"/>
              <a:ext cx="252441" cy="90058"/>
            </a:xfrm>
            <a:custGeom>
              <a:rect b="b" l="l" r="r" t="t"/>
              <a:pathLst>
                <a:path extrusionOk="0" h="3438" w="9637">
                  <a:moveTo>
                    <a:pt x="7247" y="1"/>
                  </a:moveTo>
                  <a:cubicBezTo>
                    <a:pt x="6946" y="1"/>
                    <a:pt x="6765" y="342"/>
                    <a:pt x="6940" y="590"/>
                  </a:cubicBezTo>
                  <a:lnTo>
                    <a:pt x="7142" y="885"/>
                  </a:lnTo>
                  <a:cubicBezTo>
                    <a:pt x="6090" y="1492"/>
                    <a:pt x="3605" y="2718"/>
                    <a:pt x="223" y="3078"/>
                  </a:cubicBezTo>
                  <a:cubicBezTo>
                    <a:pt x="0" y="3106"/>
                    <a:pt x="17" y="3435"/>
                    <a:pt x="244" y="3438"/>
                  </a:cubicBezTo>
                  <a:lnTo>
                    <a:pt x="261" y="3438"/>
                  </a:lnTo>
                  <a:cubicBezTo>
                    <a:pt x="3910" y="3051"/>
                    <a:pt x="6535" y="1673"/>
                    <a:pt x="7495" y="1097"/>
                  </a:cubicBezTo>
                  <a:cubicBezTo>
                    <a:pt x="7584" y="1043"/>
                    <a:pt x="7608" y="926"/>
                    <a:pt x="7549" y="840"/>
                  </a:cubicBezTo>
                  <a:lnTo>
                    <a:pt x="7234" y="388"/>
                  </a:lnTo>
                  <a:cubicBezTo>
                    <a:pt x="7227" y="378"/>
                    <a:pt x="7234" y="361"/>
                    <a:pt x="7248" y="361"/>
                  </a:cubicBezTo>
                  <a:lnTo>
                    <a:pt x="9198" y="433"/>
                  </a:lnTo>
                  <a:cubicBezTo>
                    <a:pt x="9208" y="433"/>
                    <a:pt x="9215" y="443"/>
                    <a:pt x="9211" y="453"/>
                  </a:cubicBezTo>
                  <a:lnTo>
                    <a:pt x="8598" y="2304"/>
                  </a:lnTo>
                  <a:cubicBezTo>
                    <a:pt x="8594" y="2310"/>
                    <a:pt x="8588" y="2313"/>
                    <a:pt x="8582" y="2313"/>
                  </a:cubicBezTo>
                  <a:cubicBezTo>
                    <a:pt x="8578" y="2313"/>
                    <a:pt x="8574" y="2311"/>
                    <a:pt x="8571" y="2307"/>
                  </a:cubicBezTo>
                  <a:lnTo>
                    <a:pt x="8290" y="1906"/>
                  </a:lnTo>
                  <a:cubicBezTo>
                    <a:pt x="8255" y="1856"/>
                    <a:pt x="8198" y="1828"/>
                    <a:pt x="8141" y="1828"/>
                  </a:cubicBezTo>
                  <a:cubicBezTo>
                    <a:pt x="8110" y="1828"/>
                    <a:pt x="8078" y="1836"/>
                    <a:pt x="8050" y="1855"/>
                  </a:cubicBezTo>
                  <a:cubicBezTo>
                    <a:pt x="7378" y="2256"/>
                    <a:pt x="6683" y="2612"/>
                    <a:pt x="5963" y="2914"/>
                  </a:cubicBezTo>
                  <a:cubicBezTo>
                    <a:pt x="5778" y="3002"/>
                    <a:pt x="5862" y="3260"/>
                    <a:pt x="6034" y="3260"/>
                  </a:cubicBezTo>
                  <a:cubicBezTo>
                    <a:pt x="6055" y="3260"/>
                    <a:pt x="6079" y="3255"/>
                    <a:pt x="6103" y="3246"/>
                  </a:cubicBezTo>
                  <a:cubicBezTo>
                    <a:pt x="6785" y="2955"/>
                    <a:pt x="7450" y="2622"/>
                    <a:pt x="8091" y="2249"/>
                  </a:cubicBezTo>
                  <a:lnTo>
                    <a:pt x="8276" y="2513"/>
                  </a:lnTo>
                  <a:cubicBezTo>
                    <a:pt x="8351" y="2622"/>
                    <a:pt x="8466" y="2673"/>
                    <a:pt x="8581" y="2673"/>
                  </a:cubicBezTo>
                  <a:cubicBezTo>
                    <a:pt x="8733" y="2673"/>
                    <a:pt x="8884" y="2583"/>
                    <a:pt x="8941" y="2417"/>
                  </a:cubicBezTo>
                  <a:lnTo>
                    <a:pt x="9558" y="563"/>
                  </a:lnTo>
                  <a:cubicBezTo>
                    <a:pt x="9636" y="326"/>
                    <a:pt x="9465" y="80"/>
                    <a:pt x="9215" y="69"/>
                  </a:cubicBezTo>
                  <a:lnTo>
                    <a:pt x="7265" y="1"/>
                  </a:lnTo>
                  <a:cubicBezTo>
                    <a:pt x="7259" y="1"/>
                    <a:pt x="7253" y="1"/>
                    <a:pt x="7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9"/>
            <p:cNvSpPr/>
            <p:nvPr/>
          </p:nvSpPr>
          <p:spPr>
            <a:xfrm>
              <a:off x="1462141" y="4232941"/>
              <a:ext cx="194341" cy="44401"/>
            </a:xfrm>
            <a:custGeom>
              <a:rect b="b" l="l" r="r" t="t"/>
              <a:pathLst>
                <a:path extrusionOk="0" h="1695" w="7419">
                  <a:moveTo>
                    <a:pt x="1374" y="0"/>
                  </a:moveTo>
                  <a:cubicBezTo>
                    <a:pt x="1366" y="0"/>
                    <a:pt x="1358" y="1"/>
                    <a:pt x="1350" y="2"/>
                  </a:cubicBezTo>
                  <a:cubicBezTo>
                    <a:pt x="960" y="26"/>
                    <a:pt x="566" y="40"/>
                    <a:pt x="182" y="40"/>
                  </a:cubicBezTo>
                  <a:cubicBezTo>
                    <a:pt x="82" y="40"/>
                    <a:pt x="0" y="122"/>
                    <a:pt x="0" y="221"/>
                  </a:cubicBezTo>
                  <a:lnTo>
                    <a:pt x="0" y="1516"/>
                  </a:lnTo>
                  <a:cubicBezTo>
                    <a:pt x="0" y="1616"/>
                    <a:pt x="82" y="1695"/>
                    <a:pt x="182" y="1695"/>
                  </a:cubicBezTo>
                  <a:cubicBezTo>
                    <a:pt x="3163" y="1695"/>
                    <a:pt x="5654" y="992"/>
                    <a:pt x="7217" y="399"/>
                  </a:cubicBezTo>
                  <a:cubicBezTo>
                    <a:pt x="7418" y="323"/>
                    <a:pt x="7337" y="46"/>
                    <a:pt x="7160" y="46"/>
                  </a:cubicBezTo>
                  <a:cubicBezTo>
                    <a:pt x="7138" y="46"/>
                    <a:pt x="7115" y="51"/>
                    <a:pt x="7090" y="60"/>
                  </a:cubicBezTo>
                  <a:cubicBezTo>
                    <a:pt x="4938" y="872"/>
                    <a:pt x="2659" y="1304"/>
                    <a:pt x="360" y="1335"/>
                  </a:cubicBezTo>
                  <a:lnTo>
                    <a:pt x="360" y="399"/>
                  </a:lnTo>
                  <a:cubicBezTo>
                    <a:pt x="696" y="396"/>
                    <a:pt x="1038" y="382"/>
                    <a:pt x="1374" y="362"/>
                  </a:cubicBezTo>
                  <a:cubicBezTo>
                    <a:pt x="1477" y="362"/>
                    <a:pt x="1559" y="273"/>
                    <a:pt x="1552" y="170"/>
                  </a:cubicBezTo>
                  <a:cubicBezTo>
                    <a:pt x="1546" y="75"/>
                    <a:pt x="1467" y="0"/>
                    <a:pt x="1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79"/>
          <p:cNvGrpSpPr/>
          <p:nvPr/>
        </p:nvGrpSpPr>
        <p:grpSpPr>
          <a:xfrm>
            <a:off x="1454676" y="2778516"/>
            <a:ext cx="271564" cy="327045"/>
            <a:chOff x="1454676" y="2778516"/>
            <a:chExt cx="271564" cy="327045"/>
          </a:xfrm>
        </p:grpSpPr>
        <p:sp>
          <p:nvSpPr>
            <p:cNvPr id="7499" name="Google Shape;7499;p79"/>
            <p:cNvSpPr/>
            <p:nvPr/>
          </p:nvSpPr>
          <p:spPr>
            <a:xfrm>
              <a:off x="1579992" y="2963977"/>
              <a:ext cx="20851" cy="94459"/>
            </a:xfrm>
            <a:custGeom>
              <a:rect b="b" l="l" r="r" t="t"/>
              <a:pathLst>
                <a:path extrusionOk="0" h="3606" w="796">
                  <a:moveTo>
                    <a:pt x="0" y="0"/>
                  </a:moveTo>
                  <a:lnTo>
                    <a:pt x="0" y="3605"/>
                  </a:lnTo>
                  <a:lnTo>
                    <a:pt x="795" y="3605"/>
                  </a:lnTo>
                  <a:lnTo>
                    <a:pt x="795"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9"/>
            <p:cNvSpPr/>
            <p:nvPr/>
          </p:nvSpPr>
          <p:spPr>
            <a:xfrm>
              <a:off x="1513929" y="2793867"/>
              <a:ext cx="152979" cy="186823"/>
            </a:xfrm>
            <a:custGeom>
              <a:rect b="b" l="l" r="r" t="t"/>
              <a:pathLst>
                <a:path extrusionOk="0" h="7132" w="5840">
                  <a:moveTo>
                    <a:pt x="0" y="1"/>
                  </a:moveTo>
                  <a:lnTo>
                    <a:pt x="0" y="2341"/>
                  </a:lnTo>
                  <a:cubicBezTo>
                    <a:pt x="0" y="4003"/>
                    <a:pt x="792" y="5562"/>
                    <a:pt x="2128" y="6549"/>
                  </a:cubicBezTo>
                  <a:lnTo>
                    <a:pt x="2920" y="7132"/>
                  </a:lnTo>
                  <a:lnTo>
                    <a:pt x="3715" y="6549"/>
                  </a:lnTo>
                  <a:cubicBezTo>
                    <a:pt x="5051" y="5562"/>
                    <a:pt x="5840" y="4003"/>
                    <a:pt x="5840" y="2341"/>
                  </a:cubicBezTo>
                  <a:lnTo>
                    <a:pt x="5840"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9"/>
            <p:cNvSpPr/>
            <p:nvPr/>
          </p:nvSpPr>
          <p:spPr>
            <a:xfrm>
              <a:off x="1575958" y="2793867"/>
              <a:ext cx="90949" cy="186823"/>
            </a:xfrm>
            <a:custGeom>
              <a:rect b="b" l="l" r="r" t="t"/>
              <a:pathLst>
                <a:path extrusionOk="0" h="7132" w="3472">
                  <a:moveTo>
                    <a:pt x="2368" y="1"/>
                  </a:moveTo>
                  <a:lnTo>
                    <a:pt x="2368" y="2341"/>
                  </a:lnTo>
                  <a:cubicBezTo>
                    <a:pt x="2368" y="4003"/>
                    <a:pt x="1580" y="5562"/>
                    <a:pt x="244" y="6549"/>
                  </a:cubicBezTo>
                  <a:lnTo>
                    <a:pt x="0" y="6727"/>
                  </a:lnTo>
                  <a:lnTo>
                    <a:pt x="555" y="7132"/>
                  </a:lnTo>
                  <a:lnTo>
                    <a:pt x="1347" y="6549"/>
                  </a:lnTo>
                  <a:cubicBezTo>
                    <a:pt x="2683" y="5562"/>
                    <a:pt x="3472" y="4003"/>
                    <a:pt x="3472" y="2341"/>
                  </a:cubicBezTo>
                  <a:lnTo>
                    <a:pt x="34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9"/>
            <p:cNvSpPr/>
            <p:nvPr/>
          </p:nvSpPr>
          <p:spPr>
            <a:xfrm>
              <a:off x="1503948" y="2783362"/>
              <a:ext cx="172913" cy="21035"/>
            </a:xfrm>
            <a:custGeom>
              <a:rect b="b" l="l" r="r" t="t"/>
              <a:pathLst>
                <a:path extrusionOk="0" h="803" w="6601">
                  <a:moveTo>
                    <a:pt x="6442" y="0"/>
                  </a:moveTo>
                  <a:cubicBezTo>
                    <a:pt x="6440" y="0"/>
                    <a:pt x="6438" y="1"/>
                    <a:pt x="6436" y="1"/>
                  </a:cubicBezTo>
                  <a:lnTo>
                    <a:pt x="169" y="1"/>
                  </a:lnTo>
                  <a:cubicBezTo>
                    <a:pt x="76" y="1"/>
                    <a:pt x="4" y="73"/>
                    <a:pt x="4" y="165"/>
                  </a:cubicBezTo>
                  <a:lnTo>
                    <a:pt x="4" y="635"/>
                  </a:lnTo>
                  <a:cubicBezTo>
                    <a:pt x="1" y="727"/>
                    <a:pt x="76" y="802"/>
                    <a:pt x="169" y="802"/>
                  </a:cubicBezTo>
                  <a:lnTo>
                    <a:pt x="6436" y="802"/>
                  </a:lnTo>
                  <a:cubicBezTo>
                    <a:pt x="6526" y="802"/>
                    <a:pt x="6601" y="727"/>
                    <a:pt x="6601" y="635"/>
                  </a:cubicBezTo>
                  <a:lnTo>
                    <a:pt x="6601" y="165"/>
                  </a:lnTo>
                  <a:cubicBezTo>
                    <a:pt x="6601" y="75"/>
                    <a:pt x="6529" y="0"/>
                    <a:pt x="644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9"/>
            <p:cNvSpPr/>
            <p:nvPr/>
          </p:nvSpPr>
          <p:spPr>
            <a:xfrm>
              <a:off x="1648126" y="2783362"/>
              <a:ext cx="28736" cy="21035"/>
            </a:xfrm>
            <a:custGeom>
              <a:rect b="b" l="l" r="r" t="t"/>
              <a:pathLst>
                <a:path extrusionOk="0" h="803" w="1097">
                  <a:moveTo>
                    <a:pt x="938" y="0"/>
                  </a:moveTo>
                  <a:cubicBezTo>
                    <a:pt x="936" y="0"/>
                    <a:pt x="934" y="1"/>
                    <a:pt x="932" y="1"/>
                  </a:cubicBezTo>
                  <a:lnTo>
                    <a:pt x="0" y="1"/>
                  </a:lnTo>
                  <a:lnTo>
                    <a:pt x="0" y="802"/>
                  </a:lnTo>
                  <a:lnTo>
                    <a:pt x="932" y="802"/>
                  </a:lnTo>
                  <a:cubicBezTo>
                    <a:pt x="1025" y="802"/>
                    <a:pt x="1097" y="727"/>
                    <a:pt x="1097" y="635"/>
                  </a:cubicBezTo>
                  <a:lnTo>
                    <a:pt x="1097" y="165"/>
                  </a:lnTo>
                  <a:cubicBezTo>
                    <a:pt x="1097" y="75"/>
                    <a:pt x="1025" y="0"/>
                    <a:pt x="9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9"/>
            <p:cNvSpPr/>
            <p:nvPr/>
          </p:nvSpPr>
          <p:spPr>
            <a:xfrm>
              <a:off x="1552619" y="2839839"/>
              <a:ext cx="75704" cy="71591"/>
            </a:xfrm>
            <a:custGeom>
              <a:rect b="b" l="l" r="r" t="t"/>
              <a:pathLst>
                <a:path extrusionOk="0" h="2733" w="2890">
                  <a:moveTo>
                    <a:pt x="1443" y="0"/>
                  </a:moveTo>
                  <a:cubicBezTo>
                    <a:pt x="1429" y="0"/>
                    <a:pt x="1416" y="7"/>
                    <a:pt x="1409" y="21"/>
                  </a:cubicBezTo>
                  <a:lnTo>
                    <a:pt x="994" y="864"/>
                  </a:lnTo>
                  <a:cubicBezTo>
                    <a:pt x="991" y="874"/>
                    <a:pt x="980" y="881"/>
                    <a:pt x="970" y="884"/>
                  </a:cubicBezTo>
                  <a:lnTo>
                    <a:pt x="41" y="1018"/>
                  </a:lnTo>
                  <a:cubicBezTo>
                    <a:pt x="11" y="1021"/>
                    <a:pt x="0" y="1059"/>
                    <a:pt x="21" y="1079"/>
                  </a:cubicBezTo>
                  <a:lnTo>
                    <a:pt x="693" y="1734"/>
                  </a:lnTo>
                  <a:cubicBezTo>
                    <a:pt x="699" y="1741"/>
                    <a:pt x="706" y="1755"/>
                    <a:pt x="703" y="1765"/>
                  </a:cubicBezTo>
                  <a:lnTo>
                    <a:pt x="545" y="2690"/>
                  </a:lnTo>
                  <a:cubicBezTo>
                    <a:pt x="540" y="2714"/>
                    <a:pt x="558" y="2732"/>
                    <a:pt x="579" y="2732"/>
                  </a:cubicBezTo>
                  <a:cubicBezTo>
                    <a:pt x="585" y="2732"/>
                    <a:pt x="591" y="2731"/>
                    <a:pt x="597" y="2728"/>
                  </a:cubicBezTo>
                  <a:lnTo>
                    <a:pt x="1426" y="2293"/>
                  </a:lnTo>
                  <a:cubicBezTo>
                    <a:pt x="1431" y="2289"/>
                    <a:pt x="1437" y="2287"/>
                    <a:pt x="1443" y="2287"/>
                  </a:cubicBezTo>
                  <a:cubicBezTo>
                    <a:pt x="1449" y="2287"/>
                    <a:pt x="1455" y="2289"/>
                    <a:pt x="1460" y="2293"/>
                  </a:cubicBezTo>
                  <a:lnTo>
                    <a:pt x="2289" y="2728"/>
                  </a:lnTo>
                  <a:cubicBezTo>
                    <a:pt x="2295" y="2731"/>
                    <a:pt x="2301" y="2732"/>
                    <a:pt x="2307" y="2732"/>
                  </a:cubicBezTo>
                  <a:cubicBezTo>
                    <a:pt x="2329" y="2732"/>
                    <a:pt x="2347" y="2714"/>
                    <a:pt x="2344" y="2690"/>
                  </a:cubicBezTo>
                  <a:lnTo>
                    <a:pt x="2183" y="1765"/>
                  </a:lnTo>
                  <a:cubicBezTo>
                    <a:pt x="2183" y="1755"/>
                    <a:pt x="2187" y="1741"/>
                    <a:pt x="2197" y="1734"/>
                  </a:cubicBezTo>
                  <a:lnTo>
                    <a:pt x="2865" y="1079"/>
                  </a:lnTo>
                  <a:cubicBezTo>
                    <a:pt x="2889" y="1059"/>
                    <a:pt x="2875" y="1021"/>
                    <a:pt x="2845" y="1018"/>
                  </a:cubicBezTo>
                  <a:lnTo>
                    <a:pt x="1919" y="884"/>
                  </a:lnTo>
                  <a:cubicBezTo>
                    <a:pt x="1906" y="881"/>
                    <a:pt x="1895" y="874"/>
                    <a:pt x="1892" y="864"/>
                  </a:cubicBezTo>
                  <a:lnTo>
                    <a:pt x="1477" y="21"/>
                  </a:lnTo>
                  <a:cubicBezTo>
                    <a:pt x="1470" y="7"/>
                    <a:pt x="1457" y="0"/>
                    <a:pt x="14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9"/>
            <p:cNvSpPr/>
            <p:nvPr/>
          </p:nvSpPr>
          <p:spPr>
            <a:xfrm>
              <a:off x="1570667" y="2968561"/>
              <a:ext cx="39607" cy="19489"/>
            </a:xfrm>
            <a:custGeom>
              <a:rect b="b" l="l" r="r" t="t"/>
              <a:pathLst>
                <a:path extrusionOk="0" h="744" w="1512">
                  <a:moveTo>
                    <a:pt x="305" y="0"/>
                  </a:moveTo>
                  <a:cubicBezTo>
                    <a:pt x="137" y="0"/>
                    <a:pt x="0" y="137"/>
                    <a:pt x="0" y="305"/>
                  </a:cubicBezTo>
                  <a:lnTo>
                    <a:pt x="0" y="439"/>
                  </a:lnTo>
                  <a:cubicBezTo>
                    <a:pt x="0" y="607"/>
                    <a:pt x="137" y="744"/>
                    <a:pt x="305" y="744"/>
                  </a:cubicBezTo>
                  <a:lnTo>
                    <a:pt x="1206" y="744"/>
                  </a:lnTo>
                  <a:cubicBezTo>
                    <a:pt x="1374" y="744"/>
                    <a:pt x="1511" y="607"/>
                    <a:pt x="1511" y="439"/>
                  </a:cubicBezTo>
                  <a:lnTo>
                    <a:pt x="1511" y="305"/>
                  </a:lnTo>
                  <a:cubicBezTo>
                    <a:pt x="1511" y="137"/>
                    <a:pt x="1374" y="0"/>
                    <a:pt x="1206"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9"/>
            <p:cNvSpPr/>
            <p:nvPr/>
          </p:nvSpPr>
          <p:spPr>
            <a:xfrm>
              <a:off x="1549842" y="3044396"/>
              <a:ext cx="81152" cy="28029"/>
            </a:xfrm>
            <a:custGeom>
              <a:rect b="b" l="l" r="r" t="t"/>
              <a:pathLst>
                <a:path extrusionOk="0" h="1070" w="3098">
                  <a:moveTo>
                    <a:pt x="411" y="1"/>
                  </a:moveTo>
                  <a:cubicBezTo>
                    <a:pt x="185" y="1"/>
                    <a:pt x="0" y="186"/>
                    <a:pt x="0" y="412"/>
                  </a:cubicBezTo>
                  <a:lnTo>
                    <a:pt x="0" y="1070"/>
                  </a:lnTo>
                  <a:lnTo>
                    <a:pt x="3098" y="1070"/>
                  </a:lnTo>
                  <a:lnTo>
                    <a:pt x="3098" y="412"/>
                  </a:lnTo>
                  <a:cubicBezTo>
                    <a:pt x="3098" y="186"/>
                    <a:pt x="2916" y="1"/>
                    <a:pt x="268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9"/>
            <p:cNvSpPr/>
            <p:nvPr/>
          </p:nvSpPr>
          <p:spPr>
            <a:xfrm>
              <a:off x="1602337" y="3044396"/>
              <a:ext cx="28657" cy="28029"/>
            </a:xfrm>
            <a:custGeom>
              <a:rect b="b" l="l" r="r" t="t"/>
              <a:pathLst>
                <a:path extrusionOk="0" h="1070" w="1094">
                  <a:moveTo>
                    <a:pt x="1" y="1"/>
                  </a:moveTo>
                  <a:lnTo>
                    <a:pt x="1" y="1070"/>
                  </a:lnTo>
                  <a:lnTo>
                    <a:pt x="1094" y="1070"/>
                  </a:lnTo>
                  <a:lnTo>
                    <a:pt x="1094" y="412"/>
                  </a:lnTo>
                  <a:cubicBezTo>
                    <a:pt x="1094" y="186"/>
                    <a:pt x="912" y="1"/>
                    <a:pt x="6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9"/>
            <p:cNvSpPr/>
            <p:nvPr/>
          </p:nvSpPr>
          <p:spPr>
            <a:xfrm>
              <a:off x="1520556" y="3065509"/>
              <a:ext cx="139724" cy="35206"/>
            </a:xfrm>
            <a:custGeom>
              <a:rect b="b" l="l" r="r" t="t"/>
              <a:pathLst>
                <a:path extrusionOk="0" h="1344" w="5334">
                  <a:moveTo>
                    <a:pt x="426" y="0"/>
                  </a:moveTo>
                  <a:cubicBezTo>
                    <a:pt x="313" y="0"/>
                    <a:pt x="220" y="79"/>
                    <a:pt x="200" y="185"/>
                  </a:cubicBezTo>
                  <a:lnTo>
                    <a:pt x="28" y="1069"/>
                  </a:lnTo>
                  <a:cubicBezTo>
                    <a:pt x="1" y="1213"/>
                    <a:pt x="107" y="1343"/>
                    <a:pt x="255" y="1343"/>
                  </a:cubicBezTo>
                  <a:lnTo>
                    <a:pt x="5083" y="1343"/>
                  </a:lnTo>
                  <a:cubicBezTo>
                    <a:pt x="5227" y="1343"/>
                    <a:pt x="5333" y="1210"/>
                    <a:pt x="5306" y="1069"/>
                  </a:cubicBezTo>
                  <a:lnTo>
                    <a:pt x="5134" y="185"/>
                  </a:lnTo>
                  <a:cubicBezTo>
                    <a:pt x="5114" y="79"/>
                    <a:pt x="5018" y="0"/>
                    <a:pt x="49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9"/>
            <p:cNvSpPr/>
            <p:nvPr/>
          </p:nvSpPr>
          <p:spPr>
            <a:xfrm>
              <a:off x="1625048" y="3065509"/>
              <a:ext cx="35311" cy="35206"/>
            </a:xfrm>
            <a:custGeom>
              <a:rect b="b" l="l" r="r" t="t"/>
              <a:pathLst>
                <a:path extrusionOk="0" h="1344" w="1348">
                  <a:moveTo>
                    <a:pt x="1" y="0"/>
                  </a:moveTo>
                  <a:lnTo>
                    <a:pt x="265" y="1343"/>
                  </a:lnTo>
                  <a:lnTo>
                    <a:pt x="1094" y="1343"/>
                  </a:lnTo>
                  <a:cubicBezTo>
                    <a:pt x="1238" y="1343"/>
                    <a:pt x="1347" y="1210"/>
                    <a:pt x="1320" y="1069"/>
                  </a:cubicBezTo>
                  <a:lnTo>
                    <a:pt x="1149" y="185"/>
                  </a:lnTo>
                  <a:cubicBezTo>
                    <a:pt x="1125" y="79"/>
                    <a:pt x="1032" y="0"/>
                    <a:pt x="9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9"/>
            <p:cNvSpPr/>
            <p:nvPr/>
          </p:nvSpPr>
          <p:spPr>
            <a:xfrm>
              <a:off x="1454676" y="2778516"/>
              <a:ext cx="271564" cy="327045"/>
            </a:xfrm>
            <a:custGeom>
              <a:rect b="b" l="l" r="r" t="t"/>
              <a:pathLst>
                <a:path extrusionOk="0" h="12485" w="10367">
                  <a:moveTo>
                    <a:pt x="549" y="1207"/>
                  </a:moveTo>
                  <a:cubicBezTo>
                    <a:pt x="840" y="1207"/>
                    <a:pt x="1111" y="1351"/>
                    <a:pt x="1275" y="1591"/>
                  </a:cubicBezTo>
                  <a:lnTo>
                    <a:pt x="1416" y="1796"/>
                  </a:lnTo>
                  <a:cubicBezTo>
                    <a:pt x="1567" y="2009"/>
                    <a:pt x="1810" y="2139"/>
                    <a:pt x="2074" y="2139"/>
                  </a:cubicBezTo>
                  <a:lnTo>
                    <a:pt x="2084" y="2139"/>
                  </a:lnTo>
                  <a:lnTo>
                    <a:pt x="2084" y="2927"/>
                  </a:lnTo>
                  <a:cubicBezTo>
                    <a:pt x="2084" y="3482"/>
                    <a:pt x="2170" y="4034"/>
                    <a:pt x="2341" y="4562"/>
                  </a:cubicBezTo>
                  <a:cubicBezTo>
                    <a:pt x="2173" y="4479"/>
                    <a:pt x="2005" y="4404"/>
                    <a:pt x="1831" y="4339"/>
                  </a:cubicBezTo>
                  <a:cubicBezTo>
                    <a:pt x="1471" y="4192"/>
                    <a:pt x="1101" y="4041"/>
                    <a:pt x="827" y="3739"/>
                  </a:cubicBezTo>
                  <a:cubicBezTo>
                    <a:pt x="515" y="3390"/>
                    <a:pt x="364" y="2876"/>
                    <a:pt x="364" y="2159"/>
                  </a:cubicBezTo>
                  <a:lnTo>
                    <a:pt x="364" y="1392"/>
                  </a:lnTo>
                  <a:cubicBezTo>
                    <a:pt x="364" y="1289"/>
                    <a:pt x="446" y="1207"/>
                    <a:pt x="549" y="1207"/>
                  </a:cubicBezTo>
                  <a:close/>
                  <a:moveTo>
                    <a:pt x="9818" y="1207"/>
                  </a:moveTo>
                  <a:cubicBezTo>
                    <a:pt x="9918" y="1207"/>
                    <a:pt x="10003" y="1292"/>
                    <a:pt x="10003" y="1392"/>
                  </a:cubicBezTo>
                  <a:lnTo>
                    <a:pt x="10003" y="2156"/>
                  </a:lnTo>
                  <a:lnTo>
                    <a:pt x="10000" y="2156"/>
                  </a:lnTo>
                  <a:cubicBezTo>
                    <a:pt x="10000" y="2872"/>
                    <a:pt x="9849" y="3390"/>
                    <a:pt x="9537" y="3736"/>
                  </a:cubicBezTo>
                  <a:cubicBezTo>
                    <a:pt x="9267" y="4041"/>
                    <a:pt x="8893" y="4192"/>
                    <a:pt x="8533" y="4335"/>
                  </a:cubicBezTo>
                  <a:cubicBezTo>
                    <a:pt x="8362" y="4401"/>
                    <a:pt x="8194" y="4476"/>
                    <a:pt x="8030" y="4562"/>
                  </a:cubicBezTo>
                  <a:cubicBezTo>
                    <a:pt x="8198" y="4030"/>
                    <a:pt x="8283" y="3479"/>
                    <a:pt x="8287" y="2924"/>
                  </a:cubicBezTo>
                  <a:lnTo>
                    <a:pt x="8287" y="2139"/>
                  </a:lnTo>
                  <a:lnTo>
                    <a:pt x="8293" y="2139"/>
                  </a:lnTo>
                  <a:cubicBezTo>
                    <a:pt x="8554" y="2139"/>
                    <a:pt x="8801" y="2012"/>
                    <a:pt x="8948" y="1796"/>
                  </a:cubicBezTo>
                  <a:lnTo>
                    <a:pt x="9092" y="1591"/>
                  </a:lnTo>
                  <a:cubicBezTo>
                    <a:pt x="9256" y="1351"/>
                    <a:pt x="9527" y="1210"/>
                    <a:pt x="9818" y="1207"/>
                  </a:cubicBezTo>
                  <a:close/>
                  <a:moveTo>
                    <a:pt x="8304" y="367"/>
                  </a:moveTo>
                  <a:lnTo>
                    <a:pt x="8304" y="802"/>
                  </a:lnTo>
                  <a:lnTo>
                    <a:pt x="6731" y="802"/>
                  </a:lnTo>
                  <a:cubicBezTo>
                    <a:pt x="6484" y="802"/>
                    <a:pt x="6484" y="1169"/>
                    <a:pt x="6731" y="1169"/>
                  </a:cubicBezTo>
                  <a:lnTo>
                    <a:pt x="7920" y="1169"/>
                  </a:lnTo>
                  <a:lnTo>
                    <a:pt x="7920" y="2924"/>
                  </a:lnTo>
                  <a:lnTo>
                    <a:pt x="7920" y="2927"/>
                  </a:lnTo>
                  <a:cubicBezTo>
                    <a:pt x="7917" y="4531"/>
                    <a:pt x="7156" y="6035"/>
                    <a:pt x="5867" y="6988"/>
                  </a:cubicBezTo>
                  <a:lnTo>
                    <a:pt x="5737" y="7084"/>
                  </a:lnTo>
                  <a:cubicBezTo>
                    <a:pt x="5703" y="7077"/>
                    <a:pt x="5669" y="7073"/>
                    <a:pt x="5634" y="7073"/>
                  </a:cubicBezTo>
                  <a:lnTo>
                    <a:pt x="4733" y="7073"/>
                  </a:lnTo>
                  <a:cubicBezTo>
                    <a:pt x="4699" y="7073"/>
                    <a:pt x="4665" y="7077"/>
                    <a:pt x="4630" y="7084"/>
                  </a:cubicBezTo>
                  <a:lnTo>
                    <a:pt x="4503" y="6988"/>
                  </a:lnTo>
                  <a:cubicBezTo>
                    <a:pt x="3215" y="6035"/>
                    <a:pt x="2454" y="4531"/>
                    <a:pt x="2451" y="2927"/>
                  </a:cubicBezTo>
                  <a:lnTo>
                    <a:pt x="2451" y="1173"/>
                  </a:lnTo>
                  <a:lnTo>
                    <a:pt x="5881" y="1173"/>
                  </a:lnTo>
                  <a:cubicBezTo>
                    <a:pt x="6124" y="1173"/>
                    <a:pt x="6124" y="806"/>
                    <a:pt x="5881" y="806"/>
                  </a:cubicBezTo>
                  <a:lnTo>
                    <a:pt x="2070" y="806"/>
                  </a:lnTo>
                  <a:lnTo>
                    <a:pt x="2070" y="367"/>
                  </a:lnTo>
                  <a:close/>
                  <a:moveTo>
                    <a:pt x="5631" y="7437"/>
                  </a:moveTo>
                  <a:cubicBezTo>
                    <a:pt x="5699" y="7437"/>
                    <a:pt x="5754" y="7495"/>
                    <a:pt x="5754" y="7560"/>
                  </a:cubicBezTo>
                  <a:lnTo>
                    <a:pt x="5754" y="7694"/>
                  </a:lnTo>
                  <a:cubicBezTo>
                    <a:pt x="5754" y="7762"/>
                    <a:pt x="5699" y="7817"/>
                    <a:pt x="5631" y="7817"/>
                  </a:cubicBezTo>
                  <a:lnTo>
                    <a:pt x="4733" y="7817"/>
                  </a:lnTo>
                  <a:cubicBezTo>
                    <a:pt x="4665" y="7817"/>
                    <a:pt x="4610" y="7762"/>
                    <a:pt x="4610" y="7694"/>
                  </a:cubicBezTo>
                  <a:lnTo>
                    <a:pt x="4610" y="7560"/>
                  </a:lnTo>
                  <a:cubicBezTo>
                    <a:pt x="4610" y="7495"/>
                    <a:pt x="4665" y="7437"/>
                    <a:pt x="4733" y="7437"/>
                  </a:cubicBezTo>
                  <a:close/>
                  <a:moveTo>
                    <a:pt x="4970" y="8180"/>
                  </a:moveTo>
                  <a:lnTo>
                    <a:pt x="5398" y="8184"/>
                  </a:lnTo>
                  <a:lnTo>
                    <a:pt x="5398" y="9969"/>
                  </a:lnTo>
                  <a:lnTo>
                    <a:pt x="4970" y="9969"/>
                  </a:lnTo>
                  <a:lnTo>
                    <a:pt x="4970" y="8180"/>
                  </a:lnTo>
                  <a:close/>
                  <a:moveTo>
                    <a:pt x="6320" y="10336"/>
                  </a:moveTo>
                  <a:cubicBezTo>
                    <a:pt x="6446" y="10336"/>
                    <a:pt x="6549" y="10435"/>
                    <a:pt x="6549" y="10562"/>
                  </a:cubicBezTo>
                  <a:lnTo>
                    <a:pt x="6549" y="10774"/>
                  </a:lnTo>
                  <a:lnTo>
                    <a:pt x="4922" y="10774"/>
                  </a:lnTo>
                  <a:cubicBezTo>
                    <a:pt x="4678" y="10774"/>
                    <a:pt x="4678" y="11141"/>
                    <a:pt x="4922" y="11141"/>
                  </a:cubicBezTo>
                  <a:lnTo>
                    <a:pt x="7423" y="11141"/>
                  </a:lnTo>
                  <a:cubicBezTo>
                    <a:pt x="7444" y="11141"/>
                    <a:pt x="7464" y="11155"/>
                    <a:pt x="7468" y="11179"/>
                  </a:cubicBezTo>
                  <a:lnTo>
                    <a:pt x="7639" y="12063"/>
                  </a:lnTo>
                  <a:cubicBezTo>
                    <a:pt x="7646" y="12090"/>
                    <a:pt x="7622" y="12118"/>
                    <a:pt x="7594" y="12118"/>
                  </a:cubicBezTo>
                  <a:lnTo>
                    <a:pt x="2770" y="12118"/>
                  </a:lnTo>
                  <a:cubicBezTo>
                    <a:pt x="2739" y="12118"/>
                    <a:pt x="2718" y="12090"/>
                    <a:pt x="2722" y="12063"/>
                  </a:cubicBezTo>
                  <a:lnTo>
                    <a:pt x="2893" y="11179"/>
                  </a:lnTo>
                  <a:cubicBezTo>
                    <a:pt x="2896" y="11155"/>
                    <a:pt x="2917" y="11141"/>
                    <a:pt x="2941" y="11141"/>
                  </a:cubicBezTo>
                  <a:lnTo>
                    <a:pt x="4068" y="11141"/>
                  </a:lnTo>
                  <a:cubicBezTo>
                    <a:pt x="4312" y="11141"/>
                    <a:pt x="4312" y="10774"/>
                    <a:pt x="4068" y="10774"/>
                  </a:cubicBezTo>
                  <a:lnTo>
                    <a:pt x="3815" y="10774"/>
                  </a:lnTo>
                  <a:lnTo>
                    <a:pt x="3815" y="10562"/>
                  </a:lnTo>
                  <a:cubicBezTo>
                    <a:pt x="3815" y="10435"/>
                    <a:pt x="3917" y="10336"/>
                    <a:pt x="4041" y="10336"/>
                  </a:cubicBezTo>
                  <a:close/>
                  <a:moveTo>
                    <a:pt x="2050" y="1"/>
                  </a:moveTo>
                  <a:cubicBezTo>
                    <a:pt x="1858" y="1"/>
                    <a:pt x="1700" y="158"/>
                    <a:pt x="1700" y="350"/>
                  </a:cubicBezTo>
                  <a:lnTo>
                    <a:pt x="1700" y="820"/>
                  </a:lnTo>
                  <a:cubicBezTo>
                    <a:pt x="1700" y="1011"/>
                    <a:pt x="1858" y="1169"/>
                    <a:pt x="2050" y="1169"/>
                  </a:cubicBezTo>
                  <a:lnTo>
                    <a:pt x="2084" y="1169"/>
                  </a:lnTo>
                  <a:lnTo>
                    <a:pt x="2084" y="1772"/>
                  </a:lnTo>
                  <a:lnTo>
                    <a:pt x="2074" y="1772"/>
                  </a:lnTo>
                  <a:cubicBezTo>
                    <a:pt x="1933" y="1772"/>
                    <a:pt x="1800" y="1704"/>
                    <a:pt x="1721" y="1587"/>
                  </a:cubicBezTo>
                  <a:lnTo>
                    <a:pt x="1580" y="1382"/>
                  </a:lnTo>
                  <a:cubicBezTo>
                    <a:pt x="1347" y="1042"/>
                    <a:pt x="964" y="844"/>
                    <a:pt x="552" y="840"/>
                  </a:cubicBezTo>
                  <a:cubicBezTo>
                    <a:pt x="247" y="840"/>
                    <a:pt x="1" y="1087"/>
                    <a:pt x="1" y="1392"/>
                  </a:cubicBezTo>
                  <a:lnTo>
                    <a:pt x="1" y="2156"/>
                  </a:lnTo>
                  <a:cubicBezTo>
                    <a:pt x="1" y="3989"/>
                    <a:pt x="940" y="4370"/>
                    <a:pt x="1697" y="4678"/>
                  </a:cubicBezTo>
                  <a:cubicBezTo>
                    <a:pt x="2118" y="4849"/>
                    <a:pt x="2485" y="4997"/>
                    <a:pt x="2660" y="5360"/>
                  </a:cubicBezTo>
                  <a:cubicBezTo>
                    <a:pt x="2711" y="5463"/>
                    <a:pt x="2701" y="5555"/>
                    <a:pt x="2629" y="5631"/>
                  </a:cubicBezTo>
                  <a:cubicBezTo>
                    <a:pt x="2563" y="5699"/>
                    <a:pt x="2460" y="5740"/>
                    <a:pt x="2366" y="5740"/>
                  </a:cubicBezTo>
                  <a:cubicBezTo>
                    <a:pt x="2329" y="5740"/>
                    <a:pt x="2294" y="5734"/>
                    <a:pt x="2262" y="5720"/>
                  </a:cubicBezTo>
                  <a:cubicBezTo>
                    <a:pt x="2129" y="5665"/>
                    <a:pt x="2108" y="5501"/>
                    <a:pt x="2115" y="5374"/>
                  </a:cubicBezTo>
                  <a:cubicBezTo>
                    <a:pt x="2122" y="5244"/>
                    <a:pt x="2027" y="5177"/>
                    <a:pt x="1931" y="5177"/>
                  </a:cubicBezTo>
                  <a:cubicBezTo>
                    <a:pt x="1842" y="5177"/>
                    <a:pt x="1753" y="5236"/>
                    <a:pt x="1748" y="5357"/>
                  </a:cubicBezTo>
                  <a:cubicBezTo>
                    <a:pt x="1741" y="5518"/>
                    <a:pt x="1762" y="5905"/>
                    <a:pt x="2118" y="6056"/>
                  </a:cubicBezTo>
                  <a:cubicBezTo>
                    <a:pt x="2191" y="6087"/>
                    <a:pt x="2266" y="6104"/>
                    <a:pt x="2344" y="6104"/>
                  </a:cubicBezTo>
                  <a:cubicBezTo>
                    <a:pt x="2351" y="6104"/>
                    <a:pt x="2358" y="6104"/>
                    <a:pt x="2365" y="6104"/>
                  </a:cubicBezTo>
                  <a:cubicBezTo>
                    <a:pt x="2564" y="6104"/>
                    <a:pt x="2756" y="6025"/>
                    <a:pt x="2893" y="5881"/>
                  </a:cubicBezTo>
                  <a:cubicBezTo>
                    <a:pt x="2907" y="5867"/>
                    <a:pt x="2920" y="5850"/>
                    <a:pt x="2934" y="5836"/>
                  </a:cubicBezTo>
                  <a:cubicBezTo>
                    <a:pt x="3290" y="6395"/>
                    <a:pt x="3746" y="6885"/>
                    <a:pt x="4284" y="7282"/>
                  </a:cubicBezTo>
                  <a:lnTo>
                    <a:pt x="4318" y="7306"/>
                  </a:lnTo>
                  <a:cubicBezTo>
                    <a:pt x="4270" y="7382"/>
                    <a:pt x="4246" y="7471"/>
                    <a:pt x="4246" y="7560"/>
                  </a:cubicBezTo>
                  <a:lnTo>
                    <a:pt x="4246" y="7694"/>
                  </a:lnTo>
                  <a:cubicBezTo>
                    <a:pt x="4246" y="7913"/>
                    <a:pt x="4390" y="8105"/>
                    <a:pt x="4603" y="8163"/>
                  </a:cubicBezTo>
                  <a:lnTo>
                    <a:pt x="4603" y="9966"/>
                  </a:lnTo>
                  <a:lnTo>
                    <a:pt x="4048" y="9966"/>
                  </a:lnTo>
                  <a:cubicBezTo>
                    <a:pt x="3719" y="9969"/>
                    <a:pt x="3455" y="10233"/>
                    <a:pt x="3455" y="10562"/>
                  </a:cubicBezTo>
                  <a:lnTo>
                    <a:pt x="3455" y="10774"/>
                  </a:lnTo>
                  <a:lnTo>
                    <a:pt x="2941" y="10774"/>
                  </a:lnTo>
                  <a:cubicBezTo>
                    <a:pt x="2746" y="10774"/>
                    <a:pt x="2574" y="10911"/>
                    <a:pt x="2536" y="11107"/>
                  </a:cubicBezTo>
                  <a:lnTo>
                    <a:pt x="2365" y="11991"/>
                  </a:lnTo>
                  <a:cubicBezTo>
                    <a:pt x="2317" y="12244"/>
                    <a:pt x="2509" y="12481"/>
                    <a:pt x="2770" y="12484"/>
                  </a:cubicBezTo>
                  <a:lnTo>
                    <a:pt x="7598" y="12484"/>
                  </a:lnTo>
                  <a:cubicBezTo>
                    <a:pt x="7855" y="12481"/>
                    <a:pt x="8050" y="12244"/>
                    <a:pt x="8002" y="11991"/>
                  </a:cubicBezTo>
                  <a:lnTo>
                    <a:pt x="7831" y="11107"/>
                  </a:lnTo>
                  <a:cubicBezTo>
                    <a:pt x="7793" y="10911"/>
                    <a:pt x="7622" y="10774"/>
                    <a:pt x="7427" y="10774"/>
                  </a:cubicBezTo>
                  <a:lnTo>
                    <a:pt x="6916" y="10774"/>
                  </a:lnTo>
                  <a:lnTo>
                    <a:pt x="6916" y="10562"/>
                  </a:lnTo>
                  <a:cubicBezTo>
                    <a:pt x="6916" y="10233"/>
                    <a:pt x="6649" y="9969"/>
                    <a:pt x="6320" y="9966"/>
                  </a:cubicBezTo>
                  <a:lnTo>
                    <a:pt x="5765" y="9966"/>
                  </a:lnTo>
                  <a:lnTo>
                    <a:pt x="5765" y="8163"/>
                  </a:lnTo>
                  <a:cubicBezTo>
                    <a:pt x="5977" y="8105"/>
                    <a:pt x="6124" y="7913"/>
                    <a:pt x="6124" y="7694"/>
                  </a:cubicBezTo>
                  <a:lnTo>
                    <a:pt x="6124" y="7560"/>
                  </a:lnTo>
                  <a:cubicBezTo>
                    <a:pt x="6124" y="7471"/>
                    <a:pt x="6097" y="7382"/>
                    <a:pt x="6052" y="7306"/>
                  </a:cubicBezTo>
                  <a:lnTo>
                    <a:pt x="6087" y="7282"/>
                  </a:lnTo>
                  <a:cubicBezTo>
                    <a:pt x="6621" y="6888"/>
                    <a:pt x="7077" y="6395"/>
                    <a:pt x="7433" y="5836"/>
                  </a:cubicBezTo>
                  <a:cubicBezTo>
                    <a:pt x="7447" y="5850"/>
                    <a:pt x="7461" y="5867"/>
                    <a:pt x="7474" y="5884"/>
                  </a:cubicBezTo>
                  <a:cubicBezTo>
                    <a:pt x="7615" y="6025"/>
                    <a:pt x="7803" y="6104"/>
                    <a:pt x="8002" y="6107"/>
                  </a:cubicBezTo>
                  <a:cubicBezTo>
                    <a:pt x="8088" y="6107"/>
                    <a:pt x="8174" y="6090"/>
                    <a:pt x="8252" y="6056"/>
                  </a:cubicBezTo>
                  <a:cubicBezTo>
                    <a:pt x="8605" y="5905"/>
                    <a:pt x="8626" y="5518"/>
                    <a:pt x="8619" y="5357"/>
                  </a:cubicBezTo>
                  <a:cubicBezTo>
                    <a:pt x="8616" y="5238"/>
                    <a:pt x="8527" y="5180"/>
                    <a:pt x="8438" y="5180"/>
                  </a:cubicBezTo>
                  <a:cubicBezTo>
                    <a:pt x="8342" y="5180"/>
                    <a:pt x="8245" y="5246"/>
                    <a:pt x="8252" y="5374"/>
                  </a:cubicBezTo>
                  <a:cubicBezTo>
                    <a:pt x="8259" y="5501"/>
                    <a:pt x="8239" y="5665"/>
                    <a:pt x="8108" y="5720"/>
                  </a:cubicBezTo>
                  <a:cubicBezTo>
                    <a:pt x="8077" y="5734"/>
                    <a:pt x="8041" y="5740"/>
                    <a:pt x="8004" y="5740"/>
                  </a:cubicBezTo>
                  <a:cubicBezTo>
                    <a:pt x="7910" y="5740"/>
                    <a:pt x="7806" y="5699"/>
                    <a:pt x="7742" y="5631"/>
                  </a:cubicBezTo>
                  <a:cubicBezTo>
                    <a:pt x="7670" y="5555"/>
                    <a:pt x="7656" y="5463"/>
                    <a:pt x="7708" y="5360"/>
                  </a:cubicBezTo>
                  <a:cubicBezTo>
                    <a:pt x="7882" y="4997"/>
                    <a:pt x="8249" y="4849"/>
                    <a:pt x="8674" y="4678"/>
                  </a:cubicBezTo>
                  <a:cubicBezTo>
                    <a:pt x="9428" y="4370"/>
                    <a:pt x="10367" y="3989"/>
                    <a:pt x="10367" y="2156"/>
                  </a:cubicBezTo>
                  <a:lnTo>
                    <a:pt x="10367" y="1392"/>
                  </a:lnTo>
                  <a:cubicBezTo>
                    <a:pt x="10367" y="1244"/>
                    <a:pt x="10308" y="1104"/>
                    <a:pt x="10206" y="1001"/>
                  </a:cubicBezTo>
                  <a:cubicBezTo>
                    <a:pt x="10103" y="898"/>
                    <a:pt x="9962" y="840"/>
                    <a:pt x="9815" y="840"/>
                  </a:cubicBezTo>
                  <a:cubicBezTo>
                    <a:pt x="9407" y="840"/>
                    <a:pt x="9023" y="1042"/>
                    <a:pt x="8790" y="1382"/>
                  </a:cubicBezTo>
                  <a:lnTo>
                    <a:pt x="8646" y="1587"/>
                  </a:lnTo>
                  <a:cubicBezTo>
                    <a:pt x="8568" y="1704"/>
                    <a:pt x="8434" y="1772"/>
                    <a:pt x="8293" y="1772"/>
                  </a:cubicBezTo>
                  <a:lnTo>
                    <a:pt x="8287" y="1772"/>
                  </a:lnTo>
                  <a:lnTo>
                    <a:pt x="8287" y="1169"/>
                  </a:lnTo>
                  <a:lnTo>
                    <a:pt x="8317" y="1169"/>
                  </a:lnTo>
                  <a:cubicBezTo>
                    <a:pt x="8509" y="1169"/>
                    <a:pt x="8667" y="1011"/>
                    <a:pt x="8667" y="820"/>
                  </a:cubicBezTo>
                  <a:lnTo>
                    <a:pt x="8667" y="350"/>
                  </a:lnTo>
                  <a:cubicBezTo>
                    <a:pt x="8667" y="158"/>
                    <a:pt x="8509" y="1"/>
                    <a:pt x="831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9"/>
            <p:cNvSpPr/>
            <p:nvPr/>
          </p:nvSpPr>
          <p:spPr>
            <a:xfrm>
              <a:off x="1546332" y="2835071"/>
              <a:ext cx="88172" cy="81152"/>
            </a:xfrm>
            <a:custGeom>
              <a:rect b="b" l="l" r="r" t="t"/>
              <a:pathLst>
                <a:path extrusionOk="0" h="3098" w="3366">
                  <a:moveTo>
                    <a:pt x="1683" y="552"/>
                  </a:moveTo>
                  <a:lnTo>
                    <a:pt x="1967" y="1124"/>
                  </a:lnTo>
                  <a:cubicBezTo>
                    <a:pt x="1998" y="1190"/>
                    <a:pt x="2060" y="1234"/>
                    <a:pt x="2132" y="1244"/>
                  </a:cubicBezTo>
                  <a:lnTo>
                    <a:pt x="2766" y="1337"/>
                  </a:lnTo>
                  <a:lnTo>
                    <a:pt x="2307" y="1786"/>
                  </a:lnTo>
                  <a:cubicBezTo>
                    <a:pt x="2255" y="1834"/>
                    <a:pt x="2231" y="1909"/>
                    <a:pt x="2245" y="1978"/>
                  </a:cubicBezTo>
                  <a:lnTo>
                    <a:pt x="2355" y="2612"/>
                  </a:lnTo>
                  <a:lnTo>
                    <a:pt x="2355" y="2612"/>
                  </a:lnTo>
                  <a:lnTo>
                    <a:pt x="1786" y="2310"/>
                  </a:lnTo>
                  <a:cubicBezTo>
                    <a:pt x="1753" y="2293"/>
                    <a:pt x="1718" y="2284"/>
                    <a:pt x="1683" y="2284"/>
                  </a:cubicBezTo>
                  <a:cubicBezTo>
                    <a:pt x="1649" y="2284"/>
                    <a:pt x="1614" y="2293"/>
                    <a:pt x="1584" y="2310"/>
                  </a:cubicBezTo>
                  <a:lnTo>
                    <a:pt x="1015" y="2612"/>
                  </a:lnTo>
                  <a:lnTo>
                    <a:pt x="1124" y="1978"/>
                  </a:lnTo>
                  <a:cubicBezTo>
                    <a:pt x="1135" y="1909"/>
                    <a:pt x="1111" y="1834"/>
                    <a:pt x="1059" y="1786"/>
                  </a:cubicBezTo>
                  <a:lnTo>
                    <a:pt x="600" y="1337"/>
                  </a:lnTo>
                  <a:lnTo>
                    <a:pt x="1234" y="1244"/>
                  </a:lnTo>
                  <a:cubicBezTo>
                    <a:pt x="1306" y="1234"/>
                    <a:pt x="1368" y="1190"/>
                    <a:pt x="1402" y="1124"/>
                  </a:cubicBezTo>
                  <a:lnTo>
                    <a:pt x="1683" y="552"/>
                  </a:lnTo>
                  <a:close/>
                  <a:moveTo>
                    <a:pt x="1683" y="0"/>
                  </a:moveTo>
                  <a:cubicBezTo>
                    <a:pt x="1605" y="0"/>
                    <a:pt x="1527" y="42"/>
                    <a:pt x="1488" y="124"/>
                  </a:cubicBezTo>
                  <a:lnTo>
                    <a:pt x="1107" y="895"/>
                  </a:lnTo>
                  <a:lnTo>
                    <a:pt x="254" y="1018"/>
                  </a:lnTo>
                  <a:cubicBezTo>
                    <a:pt x="72" y="1046"/>
                    <a:pt x="0" y="1265"/>
                    <a:pt x="134" y="1392"/>
                  </a:cubicBezTo>
                  <a:lnTo>
                    <a:pt x="747" y="1991"/>
                  </a:lnTo>
                  <a:lnTo>
                    <a:pt x="604" y="2841"/>
                  </a:lnTo>
                  <a:cubicBezTo>
                    <a:pt x="579" y="2982"/>
                    <a:pt x="692" y="3097"/>
                    <a:pt x="819" y="3097"/>
                  </a:cubicBezTo>
                  <a:cubicBezTo>
                    <a:pt x="853" y="3097"/>
                    <a:pt x="888" y="3089"/>
                    <a:pt x="922" y="3071"/>
                  </a:cubicBezTo>
                  <a:lnTo>
                    <a:pt x="1683" y="2670"/>
                  </a:lnTo>
                  <a:lnTo>
                    <a:pt x="2444" y="3071"/>
                  </a:lnTo>
                  <a:cubicBezTo>
                    <a:pt x="2478" y="3089"/>
                    <a:pt x="2513" y="3097"/>
                    <a:pt x="2547" y="3097"/>
                  </a:cubicBezTo>
                  <a:cubicBezTo>
                    <a:pt x="2674" y="3097"/>
                    <a:pt x="2787" y="2982"/>
                    <a:pt x="2762" y="2841"/>
                  </a:cubicBezTo>
                  <a:lnTo>
                    <a:pt x="2618" y="1991"/>
                  </a:lnTo>
                  <a:lnTo>
                    <a:pt x="3232" y="1392"/>
                  </a:lnTo>
                  <a:cubicBezTo>
                    <a:pt x="3366" y="1265"/>
                    <a:pt x="3294" y="1042"/>
                    <a:pt x="3112" y="1018"/>
                  </a:cubicBezTo>
                  <a:lnTo>
                    <a:pt x="2262" y="895"/>
                  </a:lnTo>
                  <a:lnTo>
                    <a:pt x="1882" y="124"/>
                  </a:lnTo>
                  <a:cubicBezTo>
                    <a:pt x="1841" y="42"/>
                    <a:pt x="1762" y="0"/>
                    <a:pt x="168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79"/>
          <p:cNvGrpSpPr/>
          <p:nvPr/>
        </p:nvGrpSpPr>
        <p:grpSpPr>
          <a:xfrm>
            <a:off x="1956729" y="2771522"/>
            <a:ext cx="362224" cy="332336"/>
            <a:chOff x="1956729" y="2771522"/>
            <a:chExt cx="362224" cy="332336"/>
          </a:xfrm>
        </p:grpSpPr>
        <p:sp>
          <p:nvSpPr>
            <p:cNvPr id="7513" name="Google Shape;7513;p79"/>
            <p:cNvSpPr/>
            <p:nvPr/>
          </p:nvSpPr>
          <p:spPr>
            <a:xfrm>
              <a:off x="2054043" y="3034075"/>
              <a:ext cx="75337" cy="64518"/>
            </a:xfrm>
            <a:custGeom>
              <a:rect b="b" l="l" r="r" t="t"/>
              <a:pathLst>
                <a:path extrusionOk="0" h="2463" w="2876">
                  <a:moveTo>
                    <a:pt x="1649" y="1"/>
                  </a:moveTo>
                  <a:cubicBezTo>
                    <a:pt x="549" y="1"/>
                    <a:pt x="0" y="1327"/>
                    <a:pt x="775" y="2101"/>
                  </a:cubicBezTo>
                  <a:cubicBezTo>
                    <a:pt x="1011" y="2337"/>
                    <a:pt x="1325" y="2463"/>
                    <a:pt x="1646" y="2463"/>
                  </a:cubicBezTo>
                  <a:cubicBezTo>
                    <a:pt x="1804" y="2463"/>
                    <a:pt x="1965" y="2432"/>
                    <a:pt x="2118" y="2369"/>
                  </a:cubicBezTo>
                  <a:cubicBezTo>
                    <a:pt x="2577" y="2180"/>
                    <a:pt x="2875" y="1731"/>
                    <a:pt x="2875" y="1231"/>
                  </a:cubicBezTo>
                  <a:cubicBezTo>
                    <a:pt x="2875" y="552"/>
                    <a:pt x="2327" y="1"/>
                    <a:pt x="16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9"/>
            <p:cNvSpPr/>
            <p:nvPr/>
          </p:nvSpPr>
          <p:spPr>
            <a:xfrm>
              <a:off x="2077645" y="3051756"/>
              <a:ext cx="34132" cy="29234"/>
            </a:xfrm>
            <a:custGeom>
              <a:rect b="b" l="l" r="r" t="t"/>
              <a:pathLst>
                <a:path extrusionOk="0" h="1116" w="1303">
                  <a:moveTo>
                    <a:pt x="748" y="1"/>
                  </a:moveTo>
                  <a:cubicBezTo>
                    <a:pt x="251" y="1"/>
                    <a:pt x="1" y="600"/>
                    <a:pt x="354" y="950"/>
                  </a:cubicBezTo>
                  <a:cubicBezTo>
                    <a:pt x="467" y="1064"/>
                    <a:pt x="606" y="1115"/>
                    <a:pt x="743" y="1115"/>
                  </a:cubicBezTo>
                  <a:cubicBezTo>
                    <a:pt x="1028" y="1115"/>
                    <a:pt x="1303" y="892"/>
                    <a:pt x="1303" y="556"/>
                  </a:cubicBezTo>
                  <a:cubicBezTo>
                    <a:pt x="1303" y="251"/>
                    <a:pt x="1053" y="1"/>
                    <a:pt x="74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9"/>
            <p:cNvSpPr/>
            <p:nvPr/>
          </p:nvSpPr>
          <p:spPr>
            <a:xfrm>
              <a:off x="2182032" y="3034075"/>
              <a:ext cx="75363" cy="64518"/>
            </a:xfrm>
            <a:custGeom>
              <a:rect b="b" l="l" r="r" t="t"/>
              <a:pathLst>
                <a:path extrusionOk="0" h="2463" w="2877">
                  <a:moveTo>
                    <a:pt x="1646" y="1"/>
                  </a:moveTo>
                  <a:cubicBezTo>
                    <a:pt x="549" y="1"/>
                    <a:pt x="1" y="1327"/>
                    <a:pt x="775" y="2101"/>
                  </a:cubicBezTo>
                  <a:cubicBezTo>
                    <a:pt x="1011" y="2337"/>
                    <a:pt x="1326" y="2463"/>
                    <a:pt x="1646" y="2463"/>
                  </a:cubicBezTo>
                  <a:cubicBezTo>
                    <a:pt x="1805" y="2463"/>
                    <a:pt x="1965" y="2432"/>
                    <a:pt x="2119" y="2369"/>
                  </a:cubicBezTo>
                  <a:cubicBezTo>
                    <a:pt x="2578" y="2180"/>
                    <a:pt x="2876" y="1731"/>
                    <a:pt x="2876" y="1231"/>
                  </a:cubicBezTo>
                  <a:cubicBezTo>
                    <a:pt x="2876" y="552"/>
                    <a:pt x="2328" y="1"/>
                    <a:pt x="164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9"/>
            <p:cNvSpPr/>
            <p:nvPr/>
          </p:nvSpPr>
          <p:spPr>
            <a:xfrm>
              <a:off x="2205660" y="3051756"/>
              <a:ext cx="34132" cy="29234"/>
            </a:xfrm>
            <a:custGeom>
              <a:rect b="b" l="l" r="r" t="t"/>
              <a:pathLst>
                <a:path extrusionOk="0" h="1116" w="1303">
                  <a:moveTo>
                    <a:pt x="747" y="1"/>
                  </a:moveTo>
                  <a:cubicBezTo>
                    <a:pt x="250" y="1"/>
                    <a:pt x="0" y="600"/>
                    <a:pt x="353" y="950"/>
                  </a:cubicBezTo>
                  <a:cubicBezTo>
                    <a:pt x="466" y="1064"/>
                    <a:pt x="606" y="1115"/>
                    <a:pt x="742" y="1115"/>
                  </a:cubicBezTo>
                  <a:cubicBezTo>
                    <a:pt x="1028" y="1115"/>
                    <a:pt x="1302" y="892"/>
                    <a:pt x="1302" y="556"/>
                  </a:cubicBezTo>
                  <a:cubicBezTo>
                    <a:pt x="1302" y="251"/>
                    <a:pt x="1052" y="1"/>
                    <a:pt x="7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9"/>
            <p:cNvSpPr/>
            <p:nvPr/>
          </p:nvSpPr>
          <p:spPr>
            <a:xfrm>
              <a:off x="2031411" y="2800153"/>
              <a:ext cx="279736" cy="147059"/>
            </a:xfrm>
            <a:custGeom>
              <a:rect b="b" l="l" r="r" t="t"/>
              <a:pathLst>
                <a:path extrusionOk="0" h="5614" w="10679">
                  <a:moveTo>
                    <a:pt x="9610" y="0"/>
                  </a:moveTo>
                  <a:cubicBezTo>
                    <a:pt x="9607" y="0"/>
                    <a:pt x="9603" y="0"/>
                    <a:pt x="9599" y="0"/>
                  </a:cubicBezTo>
                  <a:lnTo>
                    <a:pt x="1" y="0"/>
                  </a:lnTo>
                  <a:lnTo>
                    <a:pt x="378" y="1066"/>
                  </a:lnTo>
                  <a:lnTo>
                    <a:pt x="9558" y="1066"/>
                  </a:lnTo>
                  <a:lnTo>
                    <a:pt x="8513" y="5613"/>
                  </a:lnTo>
                  <a:lnTo>
                    <a:pt x="9606" y="5613"/>
                  </a:lnTo>
                  <a:lnTo>
                    <a:pt x="10607" y="1268"/>
                  </a:lnTo>
                  <a:cubicBezTo>
                    <a:pt x="10679" y="960"/>
                    <a:pt x="10607" y="634"/>
                    <a:pt x="10408" y="391"/>
                  </a:cubicBezTo>
                  <a:cubicBezTo>
                    <a:pt x="10215" y="144"/>
                    <a:pt x="9921" y="0"/>
                    <a:pt x="961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9"/>
            <p:cNvSpPr/>
            <p:nvPr/>
          </p:nvSpPr>
          <p:spPr>
            <a:xfrm>
              <a:off x="2267218" y="2800153"/>
              <a:ext cx="43929" cy="147059"/>
            </a:xfrm>
            <a:custGeom>
              <a:rect b="b" l="l" r="r" t="t"/>
              <a:pathLst>
                <a:path extrusionOk="0" h="5614" w="1677">
                  <a:moveTo>
                    <a:pt x="608" y="0"/>
                  </a:moveTo>
                  <a:cubicBezTo>
                    <a:pt x="605" y="0"/>
                    <a:pt x="601" y="0"/>
                    <a:pt x="597" y="0"/>
                  </a:cubicBezTo>
                  <a:lnTo>
                    <a:pt x="1" y="0"/>
                  </a:lnTo>
                  <a:cubicBezTo>
                    <a:pt x="666" y="0"/>
                    <a:pt x="1159" y="617"/>
                    <a:pt x="1008" y="1268"/>
                  </a:cubicBezTo>
                  <a:lnTo>
                    <a:pt x="8" y="5613"/>
                  </a:lnTo>
                  <a:lnTo>
                    <a:pt x="604" y="5613"/>
                  </a:lnTo>
                  <a:lnTo>
                    <a:pt x="1605" y="1268"/>
                  </a:lnTo>
                  <a:cubicBezTo>
                    <a:pt x="1677" y="960"/>
                    <a:pt x="1605" y="634"/>
                    <a:pt x="1406" y="391"/>
                  </a:cubicBezTo>
                  <a:cubicBezTo>
                    <a:pt x="1213" y="144"/>
                    <a:pt x="919" y="0"/>
                    <a:pt x="608"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9"/>
            <p:cNvSpPr/>
            <p:nvPr/>
          </p:nvSpPr>
          <p:spPr>
            <a:xfrm>
              <a:off x="1962020" y="2776735"/>
              <a:ext cx="347346" cy="198401"/>
            </a:xfrm>
            <a:custGeom>
              <a:rect b="b" l="l" r="r" t="t"/>
              <a:pathLst>
                <a:path extrusionOk="0" h="7574" w="13260">
                  <a:moveTo>
                    <a:pt x="535" y="0"/>
                  </a:moveTo>
                  <a:cubicBezTo>
                    <a:pt x="241" y="0"/>
                    <a:pt x="1" y="240"/>
                    <a:pt x="1" y="535"/>
                  </a:cubicBezTo>
                  <a:cubicBezTo>
                    <a:pt x="1" y="829"/>
                    <a:pt x="241" y="1066"/>
                    <a:pt x="535" y="1066"/>
                  </a:cubicBezTo>
                  <a:lnTo>
                    <a:pt x="1498" y="1066"/>
                  </a:lnTo>
                  <a:cubicBezTo>
                    <a:pt x="1543" y="1066"/>
                    <a:pt x="1587" y="1097"/>
                    <a:pt x="1605" y="1138"/>
                  </a:cubicBezTo>
                  <a:lnTo>
                    <a:pt x="2756" y="4390"/>
                  </a:lnTo>
                  <a:lnTo>
                    <a:pt x="3006" y="5092"/>
                  </a:lnTo>
                  <a:lnTo>
                    <a:pt x="3414" y="6247"/>
                  </a:lnTo>
                  <a:cubicBezTo>
                    <a:pt x="3753" y="7052"/>
                    <a:pt x="4545" y="7573"/>
                    <a:pt x="5419" y="7573"/>
                  </a:cubicBezTo>
                  <a:lnTo>
                    <a:pt x="12725" y="7573"/>
                  </a:lnTo>
                  <a:cubicBezTo>
                    <a:pt x="13019" y="7573"/>
                    <a:pt x="13259" y="7333"/>
                    <a:pt x="13259" y="7039"/>
                  </a:cubicBezTo>
                  <a:cubicBezTo>
                    <a:pt x="13259" y="6744"/>
                    <a:pt x="13019" y="6507"/>
                    <a:pt x="12725" y="6507"/>
                  </a:cubicBezTo>
                  <a:lnTo>
                    <a:pt x="5419" y="6507"/>
                  </a:lnTo>
                  <a:cubicBezTo>
                    <a:pt x="4970" y="6507"/>
                    <a:pt x="4569" y="6244"/>
                    <a:pt x="4394" y="5832"/>
                  </a:cubicBezTo>
                  <a:lnTo>
                    <a:pt x="2592" y="723"/>
                  </a:lnTo>
                  <a:cubicBezTo>
                    <a:pt x="2407" y="284"/>
                    <a:pt x="1975" y="0"/>
                    <a:pt x="149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9"/>
            <p:cNvSpPr/>
            <p:nvPr/>
          </p:nvSpPr>
          <p:spPr>
            <a:xfrm>
              <a:off x="2058523" y="2947448"/>
              <a:ext cx="251472" cy="27767"/>
            </a:xfrm>
            <a:custGeom>
              <a:rect b="b" l="l" r="r" t="t"/>
              <a:pathLst>
                <a:path extrusionOk="0" h="1060" w="9600">
                  <a:moveTo>
                    <a:pt x="9143" y="1"/>
                  </a:moveTo>
                  <a:cubicBezTo>
                    <a:pt x="9145" y="1"/>
                    <a:pt x="9146" y="1"/>
                    <a:pt x="9147" y="2"/>
                  </a:cubicBezTo>
                  <a:lnTo>
                    <a:pt x="9147" y="2"/>
                  </a:lnTo>
                  <a:cubicBezTo>
                    <a:pt x="9147" y="1"/>
                    <a:pt x="9147" y="1"/>
                    <a:pt x="9147" y="1"/>
                  </a:cubicBezTo>
                  <a:close/>
                  <a:moveTo>
                    <a:pt x="9147" y="2"/>
                  </a:moveTo>
                  <a:cubicBezTo>
                    <a:pt x="9212" y="334"/>
                    <a:pt x="8958" y="642"/>
                    <a:pt x="8623" y="642"/>
                  </a:cubicBezTo>
                  <a:lnTo>
                    <a:pt x="1317" y="642"/>
                  </a:lnTo>
                  <a:cubicBezTo>
                    <a:pt x="840" y="642"/>
                    <a:pt x="381" y="484"/>
                    <a:pt x="1" y="200"/>
                  </a:cubicBezTo>
                  <a:lnTo>
                    <a:pt x="1" y="200"/>
                  </a:lnTo>
                  <a:cubicBezTo>
                    <a:pt x="412" y="741"/>
                    <a:pt x="1053" y="1060"/>
                    <a:pt x="1735" y="1060"/>
                  </a:cubicBezTo>
                  <a:lnTo>
                    <a:pt x="9041" y="1060"/>
                  </a:lnTo>
                  <a:cubicBezTo>
                    <a:pt x="9315" y="1060"/>
                    <a:pt x="9544" y="851"/>
                    <a:pt x="9572" y="576"/>
                  </a:cubicBezTo>
                  <a:cubicBezTo>
                    <a:pt x="9599" y="304"/>
                    <a:pt x="9416" y="58"/>
                    <a:pt x="9147"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9"/>
            <p:cNvSpPr/>
            <p:nvPr/>
          </p:nvSpPr>
          <p:spPr>
            <a:xfrm>
              <a:off x="2030625" y="2956354"/>
              <a:ext cx="241387" cy="77747"/>
            </a:xfrm>
            <a:custGeom>
              <a:rect b="b" l="l" r="r" t="t"/>
              <a:pathLst>
                <a:path extrusionOk="0" h="2968" w="9215">
                  <a:moveTo>
                    <a:pt x="1182" y="0"/>
                  </a:moveTo>
                  <a:lnTo>
                    <a:pt x="644" y="778"/>
                  </a:lnTo>
                  <a:cubicBezTo>
                    <a:pt x="1" y="1702"/>
                    <a:pt x="663" y="2968"/>
                    <a:pt x="1784" y="2968"/>
                  </a:cubicBezTo>
                  <a:cubicBezTo>
                    <a:pt x="1786" y="2968"/>
                    <a:pt x="1787" y="2968"/>
                    <a:pt x="1789" y="2968"/>
                  </a:cubicBezTo>
                  <a:lnTo>
                    <a:pt x="8683" y="2968"/>
                  </a:lnTo>
                  <a:cubicBezTo>
                    <a:pt x="8978" y="2968"/>
                    <a:pt x="9215" y="2731"/>
                    <a:pt x="9215" y="2436"/>
                  </a:cubicBezTo>
                  <a:cubicBezTo>
                    <a:pt x="9215" y="2142"/>
                    <a:pt x="8978" y="1902"/>
                    <a:pt x="8683" y="1902"/>
                  </a:cubicBezTo>
                  <a:lnTo>
                    <a:pt x="1789" y="1902"/>
                  </a:lnTo>
                  <a:cubicBezTo>
                    <a:pt x="1525" y="1898"/>
                    <a:pt x="1371" y="1604"/>
                    <a:pt x="1521" y="1388"/>
                  </a:cubicBezTo>
                  <a:lnTo>
                    <a:pt x="2070" y="593"/>
                  </a:lnTo>
                  <a:cubicBezTo>
                    <a:pt x="1730" y="473"/>
                    <a:pt x="1426" y="267"/>
                    <a:pt x="1182"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9"/>
            <p:cNvSpPr/>
            <p:nvPr/>
          </p:nvSpPr>
          <p:spPr>
            <a:xfrm>
              <a:off x="2039584" y="2994939"/>
              <a:ext cx="232428" cy="39162"/>
            </a:xfrm>
            <a:custGeom>
              <a:rect b="b" l="l" r="r" t="t"/>
              <a:pathLst>
                <a:path extrusionOk="0" h="1495" w="8873">
                  <a:moveTo>
                    <a:pt x="55" y="1"/>
                  </a:moveTo>
                  <a:lnTo>
                    <a:pt x="55" y="1"/>
                  </a:lnTo>
                  <a:cubicBezTo>
                    <a:pt x="1" y="809"/>
                    <a:pt x="638" y="1495"/>
                    <a:pt x="1447" y="1495"/>
                  </a:cubicBezTo>
                  <a:lnTo>
                    <a:pt x="8341" y="1495"/>
                  </a:lnTo>
                  <a:cubicBezTo>
                    <a:pt x="8636" y="1495"/>
                    <a:pt x="8873" y="1255"/>
                    <a:pt x="8873" y="960"/>
                  </a:cubicBezTo>
                  <a:cubicBezTo>
                    <a:pt x="8873" y="946"/>
                    <a:pt x="8873" y="933"/>
                    <a:pt x="8873" y="915"/>
                  </a:cubicBezTo>
                  <a:lnTo>
                    <a:pt x="8873" y="895"/>
                  </a:lnTo>
                  <a:cubicBezTo>
                    <a:pt x="8873" y="888"/>
                    <a:pt x="8873" y="885"/>
                    <a:pt x="8869" y="878"/>
                  </a:cubicBezTo>
                  <a:cubicBezTo>
                    <a:pt x="8866" y="861"/>
                    <a:pt x="8862" y="844"/>
                    <a:pt x="8859" y="826"/>
                  </a:cubicBezTo>
                  <a:cubicBezTo>
                    <a:pt x="8715" y="946"/>
                    <a:pt x="8533" y="1018"/>
                    <a:pt x="8345" y="1032"/>
                  </a:cubicBezTo>
                  <a:lnTo>
                    <a:pt x="1447" y="1032"/>
                  </a:lnTo>
                  <a:cubicBezTo>
                    <a:pt x="929" y="1032"/>
                    <a:pt x="453" y="744"/>
                    <a:pt x="213" y="282"/>
                  </a:cubicBezTo>
                  <a:cubicBezTo>
                    <a:pt x="165" y="192"/>
                    <a:pt x="97" y="96"/>
                    <a:pt x="5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9"/>
            <p:cNvSpPr/>
            <p:nvPr/>
          </p:nvSpPr>
          <p:spPr>
            <a:xfrm>
              <a:off x="2052419" y="2956354"/>
              <a:ext cx="32429" cy="27662"/>
            </a:xfrm>
            <a:custGeom>
              <a:rect b="b" l="l" r="r" t="t"/>
              <a:pathLst>
                <a:path extrusionOk="0" h="1056" w="1238">
                  <a:moveTo>
                    <a:pt x="350" y="0"/>
                  </a:moveTo>
                  <a:lnTo>
                    <a:pt x="1" y="507"/>
                  </a:lnTo>
                  <a:cubicBezTo>
                    <a:pt x="254" y="761"/>
                    <a:pt x="570" y="949"/>
                    <a:pt x="916" y="1055"/>
                  </a:cubicBezTo>
                  <a:lnTo>
                    <a:pt x="1238" y="593"/>
                  </a:lnTo>
                  <a:cubicBezTo>
                    <a:pt x="898" y="473"/>
                    <a:pt x="594" y="267"/>
                    <a:pt x="350"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9"/>
            <p:cNvSpPr/>
            <p:nvPr/>
          </p:nvSpPr>
          <p:spPr>
            <a:xfrm>
              <a:off x="2077278" y="3046413"/>
              <a:ext cx="46444" cy="39843"/>
            </a:xfrm>
            <a:custGeom>
              <a:rect b="b" l="l" r="r" t="t"/>
              <a:pathLst>
                <a:path extrusionOk="0" h="1521" w="1773">
                  <a:moveTo>
                    <a:pt x="762" y="403"/>
                  </a:moveTo>
                  <a:cubicBezTo>
                    <a:pt x="1080" y="403"/>
                    <a:pt x="1238" y="787"/>
                    <a:pt x="1012" y="1013"/>
                  </a:cubicBezTo>
                  <a:cubicBezTo>
                    <a:pt x="940" y="1086"/>
                    <a:pt x="851" y="1119"/>
                    <a:pt x="763" y="1119"/>
                  </a:cubicBezTo>
                  <a:cubicBezTo>
                    <a:pt x="579" y="1119"/>
                    <a:pt x="402" y="976"/>
                    <a:pt x="402" y="760"/>
                  </a:cubicBezTo>
                  <a:cubicBezTo>
                    <a:pt x="402" y="561"/>
                    <a:pt x="563" y="403"/>
                    <a:pt x="762" y="403"/>
                  </a:cubicBezTo>
                  <a:close/>
                  <a:moveTo>
                    <a:pt x="765" y="0"/>
                  </a:moveTo>
                  <a:cubicBezTo>
                    <a:pt x="375" y="0"/>
                    <a:pt x="1" y="303"/>
                    <a:pt x="1" y="760"/>
                  </a:cubicBezTo>
                  <a:cubicBezTo>
                    <a:pt x="1" y="1181"/>
                    <a:pt x="340" y="1521"/>
                    <a:pt x="762" y="1521"/>
                  </a:cubicBezTo>
                  <a:cubicBezTo>
                    <a:pt x="1437" y="1521"/>
                    <a:pt x="1773" y="702"/>
                    <a:pt x="1296" y="225"/>
                  </a:cubicBezTo>
                  <a:cubicBezTo>
                    <a:pt x="1142" y="70"/>
                    <a:pt x="952" y="0"/>
                    <a:pt x="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9"/>
            <p:cNvSpPr/>
            <p:nvPr/>
          </p:nvSpPr>
          <p:spPr>
            <a:xfrm>
              <a:off x="2205293" y="3046413"/>
              <a:ext cx="46444" cy="39843"/>
            </a:xfrm>
            <a:custGeom>
              <a:rect b="b" l="l" r="r" t="t"/>
              <a:pathLst>
                <a:path extrusionOk="0" h="1521" w="1773">
                  <a:moveTo>
                    <a:pt x="758" y="403"/>
                  </a:moveTo>
                  <a:cubicBezTo>
                    <a:pt x="1077" y="403"/>
                    <a:pt x="1238" y="787"/>
                    <a:pt x="1011" y="1013"/>
                  </a:cubicBezTo>
                  <a:cubicBezTo>
                    <a:pt x="938" y="1086"/>
                    <a:pt x="849" y="1119"/>
                    <a:pt x="761" y="1119"/>
                  </a:cubicBezTo>
                  <a:cubicBezTo>
                    <a:pt x="577" y="1119"/>
                    <a:pt x="401" y="976"/>
                    <a:pt x="401" y="760"/>
                  </a:cubicBezTo>
                  <a:cubicBezTo>
                    <a:pt x="401" y="561"/>
                    <a:pt x="559" y="403"/>
                    <a:pt x="758" y="403"/>
                  </a:cubicBezTo>
                  <a:close/>
                  <a:moveTo>
                    <a:pt x="763" y="0"/>
                  </a:moveTo>
                  <a:cubicBezTo>
                    <a:pt x="373" y="0"/>
                    <a:pt x="1" y="303"/>
                    <a:pt x="1" y="760"/>
                  </a:cubicBezTo>
                  <a:cubicBezTo>
                    <a:pt x="1" y="1181"/>
                    <a:pt x="340" y="1521"/>
                    <a:pt x="758" y="1521"/>
                  </a:cubicBezTo>
                  <a:cubicBezTo>
                    <a:pt x="1433" y="1521"/>
                    <a:pt x="1772" y="702"/>
                    <a:pt x="1296" y="225"/>
                  </a:cubicBezTo>
                  <a:cubicBezTo>
                    <a:pt x="1140" y="70"/>
                    <a:pt x="950"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9"/>
            <p:cNvSpPr/>
            <p:nvPr/>
          </p:nvSpPr>
          <p:spPr>
            <a:xfrm>
              <a:off x="1956729" y="2771522"/>
              <a:ext cx="362224" cy="332336"/>
            </a:xfrm>
            <a:custGeom>
              <a:rect b="b" l="l" r="r" t="t"/>
              <a:pathLst>
                <a:path extrusionOk="0" h="12687" w="13828">
                  <a:moveTo>
                    <a:pt x="4737" y="2361"/>
                  </a:moveTo>
                  <a:lnTo>
                    <a:pt x="4737" y="3544"/>
                  </a:lnTo>
                  <a:lnTo>
                    <a:pt x="3931" y="3544"/>
                  </a:lnTo>
                  <a:lnTo>
                    <a:pt x="3513" y="2361"/>
                  </a:lnTo>
                  <a:close/>
                  <a:moveTo>
                    <a:pt x="6351" y="2361"/>
                  </a:moveTo>
                  <a:lnTo>
                    <a:pt x="6351" y="3544"/>
                  </a:lnTo>
                  <a:lnTo>
                    <a:pt x="5137" y="3544"/>
                  </a:lnTo>
                  <a:lnTo>
                    <a:pt x="5137" y="2361"/>
                  </a:lnTo>
                  <a:close/>
                  <a:moveTo>
                    <a:pt x="7968" y="2361"/>
                  </a:moveTo>
                  <a:lnTo>
                    <a:pt x="7968" y="3544"/>
                  </a:lnTo>
                  <a:lnTo>
                    <a:pt x="6751" y="3544"/>
                  </a:lnTo>
                  <a:lnTo>
                    <a:pt x="6751" y="2361"/>
                  </a:lnTo>
                  <a:close/>
                  <a:moveTo>
                    <a:pt x="9585" y="2361"/>
                  </a:moveTo>
                  <a:lnTo>
                    <a:pt x="9585" y="3544"/>
                  </a:lnTo>
                  <a:lnTo>
                    <a:pt x="8369" y="3544"/>
                  </a:lnTo>
                  <a:lnTo>
                    <a:pt x="8369" y="2361"/>
                  </a:lnTo>
                  <a:close/>
                  <a:moveTo>
                    <a:pt x="11199" y="2361"/>
                  </a:moveTo>
                  <a:lnTo>
                    <a:pt x="11199" y="3544"/>
                  </a:lnTo>
                  <a:lnTo>
                    <a:pt x="9983" y="3544"/>
                  </a:lnTo>
                  <a:lnTo>
                    <a:pt x="9983" y="2361"/>
                  </a:lnTo>
                  <a:close/>
                  <a:moveTo>
                    <a:pt x="12156" y="2361"/>
                  </a:moveTo>
                  <a:lnTo>
                    <a:pt x="11885" y="3544"/>
                  </a:lnTo>
                  <a:lnTo>
                    <a:pt x="11600" y="3544"/>
                  </a:lnTo>
                  <a:lnTo>
                    <a:pt x="11600" y="2361"/>
                  </a:lnTo>
                  <a:close/>
                  <a:moveTo>
                    <a:pt x="11792" y="3941"/>
                  </a:moveTo>
                  <a:lnTo>
                    <a:pt x="11600" y="4784"/>
                  </a:lnTo>
                  <a:lnTo>
                    <a:pt x="11600" y="3941"/>
                  </a:lnTo>
                  <a:close/>
                  <a:moveTo>
                    <a:pt x="4737" y="3941"/>
                  </a:moveTo>
                  <a:lnTo>
                    <a:pt x="4737" y="5158"/>
                  </a:lnTo>
                  <a:lnTo>
                    <a:pt x="4504" y="5158"/>
                  </a:lnTo>
                  <a:lnTo>
                    <a:pt x="4072" y="3941"/>
                  </a:lnTo>
                  <a:close/>
                  <a:moveTo>
                    <a:pt x="6351" y="3941"/>
                  </a:moveTo>
                  <a:lnTo>
                    <a:pt x="6351" y="5158"/>
                  </a:lnTo>
                  <a:lnTo>
                    <a:pt x="5134" y="5158"/>
                  </a:lnTo>
                  <a:lnTo>
                    <a:pt x="5134" y="3941"/>
                  </a:lnTo>
                  <a:close/>
                  <a:moveTo>
                    <a:pt x="7968" y="3941"/>
                  </a:moveTo>
                  <a:lnTo>
                    <a:pt x="7968" y="5158"/>
                  </a:lnTo>
                  <a:lnTo>
                    <a:pt x="6751" y="5158"/>
                  </a:lnTo>
                  <a:lnTo>
                    <a:pt x="6751" y="3941"/>
                  </a:lnTo>
                  <a:close/>
                  <a:moveTo>
                    <a:pt x="9585" y="3941"/>
                  </a:moveTo>
                  <a:lnTo>
                    <a:pt x="9585" y="5158"/>
                  </a:lnTo>
                  <a:lnTo>
                    <a:pt x="8369" y="5158"/>
                  </a:lnTo>
                  <a:lnTo>
                    <a:pt x="8369" y="3941"/>
                  </a:lnTo>
                  <a:close/>
                  <a:moveTo>
                    <a:pt x="11199" y="3941"/>
                  </a:moveTo>
                  <a:lnTo>
                    <a:pt x="11199" y="5158"/>
                  </a:lnTo>
                  <a:lnTo>
                    <a:pt x="9983" y="5158"/>
                  </a:lnTo>
                  <a:lnTo>
                    <a:pt x="9983" y="3941"/>
                  </a:lnTo>
                  <a:close/>
                  <a:moveTo>
                    <a:pt x="4737" y="5559"/>
                  </a:moveTo>
                  <a:lnTo>
                    <a:pt x="4737" y="5819"/>
                  </a:lnTo>
                  <a:lnTo>
                    <a:pt x="4644" y="5559"/>
                  </a:lnTo>
                  <a:close/>
                  <a:moveTo>
                    <a:pt x="7968" y="5559"/>
                  </a:moveTo>
                  <a:lnTo>
                    <a:pt x="7968" y="6508"/>
                  </a:lnTo>
                  <a:lnTo>
                    <a:pt x="6751" y="6508"/>
                  </a:lnTo>
                  <a:lnTo>
                    <a:pt x="6751" y="5559"/>
                  </a:lnTo>
                  <a:close/>
                  <a:moveTo>
                    <a:pt x="9585" y="5559"/>
                  </a:moveTo>
                  <a:lnTo>
                    <a:pt x="9585" y="6508"/>
                  </a:lnTo>
                  <a:lnTo>
                    <a:pt x="8369" y="6508"/>
                  </a:lnTo>
                  <a:lnTo>
                    <a:pt x="8369" y="5559"/>
                  </a:lnTo>
                  <a:close/>
                  <a:moveTo>
                    <a:pt x="11199" y="5559"/>
                  </a:moveTo>
                  <a:lnTo>
                    <a:pt x="11199" y="6508"/>
                  </a:lnTo>
                  <a:lnTo>
                    <a:pt x="9983" y="6508"/>
                  </a:lnTo>
                  <a:lnTo>
                    <a:pt x="9983" y="5559"/>
                  </a:lnTo>
                  <a:close/>
                  <a:moveTo>
                    <a:pt x="6351" y="5559"/>
                  </a:moveTo>
                  <a:lnTo>
                    <a:pt x="6351" y="6508"/>
                  </a:lnTo>
                  <a:cubicBezTo>
                    <a:pt x="6273" y="6504"/>
                    <a:pt x="6201" y="6503"/>
                    <a:pt x="6133" y="6503"/>
                  </a:cubicBezTo>
                  <a:cubicBezTo>
                    <a:pt x="5972" y="6503"/>
                    <a:pt x="5835" y="6510"/>
                    <a:pt x="5712" y="6510"/>
                  </a:cubicBezTo>
                  <a:cubicBezTo>
                    <a:pt x="5498" y="6510"/>
                    <a:pt x="5326" y="6488"/>
                    <a:pt x="5137" y="6367"/>
                  </a:cubicBezTo>
                  <a:lnTo>
                    <a:pt x="5137" y="5559"/>
                  </a:lnTo>
                  <a:close/>
                  <a:moveTo>
                    <a:pt x="5364" y="10222"/>
                  </a:moveTo>
                  <a:cubicBezTo>
                    <a:pt x="5929" y="10226"/>
                    <a:pt x="6388" y="10688"/>
                    <a:pt x="6392" y="11254"/>
                  </a:cubicBezTo>
                  <a:cubicBezTo>
                    <a:pt x="6392" y="11875"/>
                    <a:pt x="5883" y="12288"/>
                    <a:pt x="5352" y="12288"/>
                  </a:cubicBezTo>
                  <a:cubicBezTo>
                    <a:pt x="5099" y="12288"/>
                    <a:pt x="4841" y="12194"/>
                    <a:pt x="4630" y="11984"/>
                  </a:cubicBezTo>
                  <a:cubicBezTo>
                    <a:pt x="3983" y="11333"/>
                    <a:pt x="4442" y="10222"/>
                    <a:pt x="5364" y="10222"/>
                  </a:cubicBezTo>
                  <a:close/>
                  <a:moveTo>
                    <a:pt x="10247" y="10222"/>
                  </a:moveTo>
                  <a:cubicBezTo>
                    <a:pt x="10816" y="10226"/>
                    <a:pt x="11278" y="10685"/>
                    <a:pt x="11278" y="11254"/>
                  </a:cubicBezTo>
                  <a:cubicBezTo>
                    <a:pt x="11278" y="11875"/>
                    <a:pt x="10770" y="12288"/>
                    <a:pt x="10239" y="12288"/>
                  </a:cubicBezTo>
                  <a:cubicBezTo>
                    <a:pt x="9986" y="12288"/>
                    <a:pt x="9727" y="12194"/>
                    <a:pt x="9517" y="11984"/>
                  </a:cubicBezTo>
                  <a:cubicBezTo>
                    <a:pt x="8869" y="11333"/>
                    <a:pt x="9328" y="10222"/>
                    <a:pt x="10247" y="10222"/>
                  </a:cubicBezTo>
                  <a:close/>
                  <a:moveTo>
                    <a:pt x="1709" y="0"/>
                  </a:moveTo>
                  <a:cubicBezTo>
                    <a:pt x="1706" y="0"/>
                    <a:pt x="1703" y="0"/>
                    <a:pt x="1700" y="0"/>
                  </a:cubicBezTo>
                  <a:lnTo>
                    <a:pt x="737" y="0"/>
                  </a:lnTo>
                  <a:cubicBezTo>
                    <a:pt x="330" y="0"/>
                    <a:pt x="1" y="326"/>
                    <a:pt x="1" y="734"/>
                  </a:cubicBezTo>
                  <a:cubicBezTo>
                    <a:pt x="1" y="1138"/>
                    <a:pt x="330" y="1467"/>
                    <a:pt x="737" y="1467"/>
                  </a:cubicBezTo>
                  <a:lnTo>
                    <a:pt x="1639" y="1467"/>
                  </a:lnTo>
                  <a:lnTo>
                    <a:pt x="2770" y="4657"/>
                  </a:lnTo>
                  <a:cubicBezTo>
                    <a:pt x="2803" y="4751"/>
                    <a:pt x="2877" y="4791"/>
                    <a:pt x="2951" y="4791"/>
                  </a:cubicBezTo>
                  <a:cubicBezTo>
                    <a:pt x="3076" y="4791"/>
                    <a:pt x="3202" y="4680"/>
                    <a:pt x="3147" y="4524"/>
                  </a:cubicBezTo>
                  <a:cubicBezTo>
                    <a:pt x="2043" y="1402"/>
                    <a:pt x="1995" y="1268"/>
                    <a:pt x="1988" y="1258"/>
                  </a:cubicBezTo>
                  <a:cubicBezTo>
                    <a:pt x="1940" y="1141"/>
                    <a:pt x="1827" y="1066"/>
                    <a:pt x="1697" y="1066"/>
                  </a:cubicBezTo>
                  <a:lnTo>
                    <a:pt x="737" y="1066"/>
                  </a:lnTo>
                  <a:cubicBezTo>
                    <a:pt x="552" y="1066"/>
                    <a:pt x="402" y="915"/>
                    <a:pt x="402" y="734"/>
                  </a:cubicBezTo>
                  <a:cubicBezTo>
                    <a:pt x="402" y="549"/>
                    <a:pt x="552" y="398"/>
                    <a:pt x="737" y="398"/>
                  </a:cubicBezTo>
                  <a:lnTo>
                    <a:pt x="1700" y="398"/>
                  </a:lnTo>
                  <a:cubicBezTo>
                    <a:pt x="2091" y="398"/>
                    <a:pt x="2447" y="634"/>
                    <a:pt x="2602" y="994"/>
                  </a:cubicBezTo>
                  <a:lnTo>
                    <a:pt x="4408" y="6097"/>
                  </a:lnTo>
                  <a:cubicBezTo>
                    <a:pt x="4555" y="6515"/>
                    <a:pt x="5038" y="6909"/>
                    <a:pt x="5621" y="6909"/>
                  </a:cubicBezTo>
                  <a:lnTo>
                    <a:pt x="12927" y="6909"/>
                  </a:lnTo>
                  <a:cubicBezTo>
                    <a:pt x="13112" y="6909"/>
                    <a:pt x="13259" y="7056"/>
                    <a:pt x="13259" y="7241"/>
                  </a:cubicBezTo>
                  <a:cubicBezTo>
                    <a:pt x="13259" y="7426"/>
                    <a:pt x="13112" y="7573"/>
                    <a:pt x="12927" y="7573"/>
                  </a:cubicBezTo>
                  <a:lnTo>
                    <a:pt x="5621" y="7573"/>
                  </a:lnTo>
                  <a:cubicBezTo>
                    <a:pt x="5618" y="7573"/>
                    <a:pt x="5615" y="7573"/>
                    <a:pt x="5612" y="7573"/>
                  </a:cubicBezTo>
                  <a:cubicBezTo>
                    <a:pt x="4824" y="7573"/>
                    <a:pt x="4112" y="7101"/>
                    <a:pt x="3801" y="6374"/>
                  </a:cubicBezTo>
                  <a:lnTo>
                    <a:pt x="3397" y="5230"/>
                  </a:lnTo>
                  <a:cubicBezTo>
                    <a:pt x="3364" y="5131"/>
                    <a:pt x="3289" y="5090"/>
                    <a:pt x="3212" y="5090"/>
                  </a:cubicBezTo>
                  <a:cubicBezTo>
                    <a:pt x="3086" y="5090"/>
                    <a:pt x="2958" y="5203"/>
                    <a:pt x="3020" y="5363"/>
                  </a:cubicBezTo>
                  <a:cubicBezTo>
                    <a:pt x="3342" y="6192"/>
                    <a:pt x="3359" y="6566"/>
                    <a:pt x="3750" y="7070"/>
                  </a:cubicBezTo>
                  <a:lnTo>
                    <a:pt x="3297" y="7721"/>
                  </a:lnTo>
                  <a:cubicBezTo>
                    <a:pt x="2622" y="8701"/>
                    <a:pt x="3222" y="10044"/>
                    <a:pt x="4387" y="10209"/>
                  </a:cubicBezTo>
                  <a:cubicBezTo>
                    <a:pt x="3441" y="11089"/>
                    <a:pt x="4058" y="12686"/>
                    <a:pt x="5360" y="12686"/>
                  </a:cubicBezTo>
                  <a:cubicBezTo>
                    <a:pt x="6652" y="12686"/>
                    <a:pt x="7276" y="11110"/>
                    <a:pt x="6354" y="10222"/>
                  </a:cubicBezTo>
                  <a:lnTo>
                    <a:pt x="9256" y="10222"/>
                  </a:lnTo>
                  <a:cubicBezTo>
                    <a:pt x="8335" y="11110"/>
                    <a:pt x="8955" y="12686"/>
                    <a:pt x="10247" y="12686"/>
                  </a:cubicBezTo>
                  <a:cubicBezTo>
                    <a:pt x="11539" y="12686"/>
                    <a:pt x="12162" y="11110"/>
                    <a:pt x="11241" y="10222"/>
                  </a:cubicBezTo>
                  <a:lnTo>
                    <a:pt x="11504" y="10222"/>
                  </a:lnTo>
                  <a:cubicBezTo>
                    <a:pt x="11909" y="10222"/>
                    <a:pt x="12238" y="9897"/>
                    <a:pt x="12238" y="9489"/>
                  </a:cubicBezTo>
                  <a:cubicBezTo>
                    <a:pt x="12238" y="9085"/>
                    <a:pt x="11909" y="8756"/>
                    <a:pt x="11504" y="8756"/>
                  </a:cubicBezTo>
                  <a:lnTo>
                    <a:pt x="9671" y="8756"/>
                  </a:lnTo>
                  <a:cubicBezTo>
                    <a:pt x="9404" y="8756"/>
                    <a:pt x="9404" y="9157"/>
                    <a:pt x="9671" y="9157"/>
                  </a:cubicBezTo>
                  <a:lnTo>
                    <a:pt x="11504" y="9157"/>
                  </a:lnTo>
                  <a:cubicBezTo>
                    <a:pt x="11686" y="9157"/>
                    <a:pt x="11837" y="9307"/>
                    <a:pt x="11837" y="9489"/>
                  </a:cubicBezTo>
                  <a:cubicBezTo>
                    <a:pt x="11837" y="9674"/>
                    <a:pt x="11686" y="9825"/>
                    <a:pt x="11504" y="9825"/>
                  </a:cubicBezTo>
                  <a:lnTo>
                    <a:pt x="4610" y="9825"/>
                  </a:lnTo>
                  <a:cubicBezTo>
                    <a:pt x="3647" y="9825"/>
                    <a:pt x="3078" y="8739"/>
                    <a:pt x="3630" y="7947"/>
                  </a:cubicBezTo>
                  <a:lnTo>
                    <a:pt x="4031" y="7364"/>
                  </a:lnTo>
                  <a:cubicBezTo>
                    <a:pt x="4199" y="7515"/>
                    <a:pt x="4384" y="7639"/>
                    <a:pt x="4586" y="7738"/>
                  </a:cubicBezTo>
                  <a:lnTo>
                    <a:pt x="4175" y="8327"/>
                  </a:lnTo>
                  <a:cubicBezTo>
                    <a:pt x="3931" y="8677"/>
                    <a:pt x="4185" y="9157"/>
                    <a:pt x="4610" y="9157"/>
                  </a:cubicBezTo>
                  <a:lnTo>
                    <a:pt x="8924" y="9157"/>
                  </a:lnTo>
                  <a:cubicBezTo>
                    <a:pt x="9034" y="9157"/>
                    <a:pt x="9123" y="9068"/>
                    <a:pt x="9123" y="8958"/>
                  </a:cubicBezTo>
                  <a:cubicBezTo>
                    <a:pt x="9123" y="8848"/>
                    <a:pt x="9034" y="8756"/>
                    <a:pt x="8924" y="8756"/>
                  </a:cubicBezTo>
                  <a:lnTo>
                    <a:pt x="4610" y="8756"/>
                  </a:lnTo>
                  <a:cubicBezTo>
                    <a:pt x="4507" y="8756"/>
                    <a:pt x="4445" y="8639"/>
                    <a:pt x="4504" y="8554"/>
                  </a:cubicBezTo>
                  <a:lnTo>
                    <a:pt x="4970" y="7885"/>
                  </a:lnTo>
                  <a:cubicBezTo>
                    <a:pt x="5238" y="7962"/>
                    <a:pt x="5314" y="7979"/>
                    <a:pt x="6145" y="7979"/>
                  </a:cubicBezTo>
                  <a:cubicBezTo>
                    <a:pt x="6803" y="7979"/>
                    <a:pt x="7935" y="7968"/>
                    <a:pt x="10012" y="7968"/>
                  </a:cubicBezTo>
                  <a:cubicBezTo>
                    <a:pt x="10828" y="7968"/>
                    <a:pt x="11790" y="7970"/>
                    <a:pt x="12927" y="7974"/>
                  </a:cubicBezTo>
                  <a:cubicBezTo>
                    <a:pt x="13331" y="7974"/>
                    <a:pt x="13660" y="7645"/>
                    <a:pt x="13660" y="7241"/>
                  </a:cubicBezTo>
                  <a:cubicBezTo>
                    <a:pt x="13660" y="6837"/>
                    <a:pt x="13331" y="6508"/>
                    <a:pt x="12927" y="6508"/>
                  </a:cubicBezTo>
                  <a:lnTo>
                    <a:pt x="12707" y="6508"/>
                  </a:lnTo>
                  <a:lnTo>
                    <a:pt x="13650" y="2402"/>
                  </a:lnTo>
                  <a:cubicBezTo>
                    <a:pt x="13828" y="1631"/>
                    <a:pt x="13242" y="891"/>
                    <a:pt x="12447" y="891"/>
                  </a:cubicBezTo>
                  <a:lnTo>
                    <a:pt x="8540" y="891"/>
                  </a:lnTo>
                  <a:cubicBezTo>
                    <a:pt x="8273" y="891"/>
                    <a:pt x="8273" y="1292"/>
                    <a:pt x="8540" y="1292"/>
                  </a:cubicBezTo>
                  <a:lnTo>
                    <a:pt x="12447" y="1292"/>
                  </a:lnTo>
                  <a:cubicBezTo>
                    <a:pt x="12985" y="1292"/>
                    <a:pt x="13382" y="1792"/>
                    <a:pt x="13262" y="2313"/>
                  </a:cubicBezTo>
                  <a:lnTo>
                    <a:pt x="12296" y="6508"/>
                  </a:lnTo>
                  <a:lnTo>
                    <a:pt x="11611" y="6508"/>
                  </a:lnTo>
                  <a:lnTo>
                    <a:pt x="12601" y="2204"/>
                  </a:lnTo>
                  <a:cubicBezTo>
                    <a:pt x="12632" y="2080"/>
                    <a:pt x="12536" y="1960"/>
                    <a:pt x="12406" y="1960"/>
                  </a:cubicBezTo>
                  <a:lnTo>
                    <a:pt x="3369" y="1960"/>
                  </a:lnTo>
                  <a:lnTo>
                    <a:pt x="3136" y="1292"/>
                  </a:lnTo>
                  <a:lnTo>
                    <a:pt x="7793" y="1292"/>
                  </a:lnTo>
                  <a:cubicBezTo>
                    <a:pt x="7906" y="1292"/>
                    <a:pt x="7995" y="1203"/>
                    <a:pt x="7995" y="1093"/>
                  </a:cubicBezTo>
                  <a:cubicBezTo>
                    <a:pt x="7995" y="984"/>
                    <a:pt x="7906" y="891"/>
                    <a:pt x="7793" y="891"/>
                  </a:cubicBezTo>
                  <a:lnTo>
                    <a:pt x="2992" y="891"/>
                  </a:lnTo>
                  <a:cubicBezTo>
                    <a:pt x="2791" y="356"/>
                    <a:pt x="2281" y="0"/>
                    <a:pt x="1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79"/>
          <p:cNvGrpSpPr/>
          <p:nvPr/>
        </p:nvGrpSpPr>
        <p:grpSpPr>
          <a:xfrm>
            <a:off x="3050527" y="2745694"/>
            <a:ext cx="353502" cy="394156"/>
            <a:chOff x="3050527" y="2745694"/>
            <a:chExt cx="353502" cy="394156"/>
          </a:xfrm>
        </p:grpSpPr>
        <p:sp>
          <p:nvSpPr>
            <p:cNvPr id="7528" name="Google Shape;7528;p79"/>
            <p:cNvSpPr/>
            <p:nvPr/>
          </p:nvSpPr>
          <p:spPr>
            <a:xfrm>
              <a:off x="3057155" y="2853041"/>
              <a:ext cx="319500" cy="280077"/>
            </a:xfrm>
            <a:custGeom>
              <a:rect b="b" l="l" r="r" t="t"/>
              <a:pathLst>
                <a:path extrusionOk="0" h="10692" w="12197">
                  <a:moveTo>
                    <a:pt x="8593" y="1"/>
                  </a:moveTo>
                  <a:cubicBezTo>
                    <a:pt x="8138" y="1"/>
                    <a:pt x="7677" y="85"/>
                    <a:pt x="7276" y="188"/>
                  </a:cubicBezTo>
                  <a:cubicBezTo>
                    <a:pt x="7146" y="223"/>
                    <a:pt x="7015" y="253"/>
                    <a:pt x="6885" y="274"/>
                  </a:cubicBezTo>
                  <a:cubicBezTo>
                    <a:pt x="6626" y="319"/>
                    <a:pt x="6363" y="341"/>
                    <a:pt x="6101" y="341"/>
                  </a:cubicBezTo>
                  <a:cubicBezTo>
                    <a:pt x="5703" y="341"/>
                    <a:pt x="5305" y="290"/>
                    <a:pt x="4918" y="188"/>
                  </a:cubicBezTo>
                  <a:cubicBezTo>
                    <a:pt x="4519" y="85"/>
                    <a:pt x="4058" y="2"/>
                    <a:pt x="3603" y="2"/>
                  </a:cubicBezTo>
                  <a:cubicBezTo>
                    <a:pt x="3350" y="2"/>
                    <a:pt x="3099" y="28"/>
                    <a:pt x="2862" y="89"/>
                  </a:cubicBezTo>
                  <a:cubicBezTo>
                    <a:pt x="1478" y="449"/>
                    <a:pt x="1" y="1936"/>
                    <a:pt x="1" y="4403"/>
                  </a:cubicBezTo>
                  <a:cubicBezTo>
                    <a:pt x="1" y="6072"/>
                    <a:pt x="1067" y="8368"/>
                    <a:pt x="2369" y="9674"/>
                  </a:cubicBezTo>
                  <a:cubicBezTo>
                    <a:pt x="2989" y="10297"/>
                    <a:pt x="3664" y="10691"/>
                    <a:pt x="4301" y="10691"/>
                  </a:cubicBezTo>
                  <a:cubicBezTo>
                    <a:pt x="4675" y="10691"/>
                    <a:pt x="5045" y="10637"/>
                    <a:pt x="5405" y="10530"/>
                  </a:cubicBezTo>
                  <a:cubicBezTo>
                    <a:pt x="5631" y="10462"/>
                    <a:pt x="5865" y="10428"/>
                    <a:pt x="6099" y="10428"/>
                  </a:cubicBezTo>
                  <a:cubicBezTo>
                    <a:pt x="6333" y="10428"/>
                    <a:pt x="6567" y="10462"/>
                    <a:pt x="6793" y="10530"/>
                  </a:cubicBezTo>
                  <a:cubicBezTo>
                    <a:pt x="7152" y="10637"/>
                    <a:pt x="7523" y="10691"/>
                    <a:pt x="7896" y="10691"/>
                  </a:cubicBezTo>
                  <a:cubicBezTo>
                    <a:pt x="8506" y="10691"/>
                    <a:pt x="9147" y="10332"/>
                    <a:pt x="9743" y="9759"/>
                  </a:cubicBezTo>
                  <a:cubicBezTo>
                    <a:pt x="11086" y="8471"/>
                    <a:pt x="12197" y="6110"/>
                    <a:pt x="12197" y="4403"/>
                  </a:cubicBezTo>
                  <a:cubicBezTo>
                    <a:pt x="12197" y="1936"/>
                    <a:pt x="10720" y="449"/>
                    <a:pt x="9332" y="89"/>
                  </a:cubicBezTo>
                  <a:cubicBezTo>
                    <a:pt x="9095" y="27"/>
                    <a:pt x="8845" y="1"/>
                    <a:pt x="859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9"/>
            <p:cNvSpPr/>
            <p:nvPr/>
          </p:nvSpPr>
          <p:spPr>
            <a:xfrm>
              <a:off x="3057259" y="2853015"/>
              <a:ext cx="255218" cy="280103"/>
            </a:xfrm>
            <a:custGeom>
              <a:rect b="b" l="l" r="r" t="t"/>
              <a:pathLst>
                <a:path extrusionOk="0" h="10693" w="9743">
                  <a:moveTo>
                    <a:pt x="3592" y="1"/>
                  </a:moveTo>
                  <a:cubicBezTo>
                    <a:pt x="3342" y="1"/>
                    <a:pt x="3095" y="26"/>
                    <a:pt x="2862" y="86"/>
                  </a:cubicBezTo>
                  <a:cubicBezTo>
                    <a:pt x="1474" y="446"/>
                    <a:pt x="0" y="1937"/>
                    <a:pt x="0" y="4401"/>
                  </a:cubicBezTo>
                  <a:cubicBezTo>
                    <a:pt x="0" y="6868"/>
                    <a:pt x="2313" y="10692"/>
                    <a:pt x="4301" y="10692"/>
                  </a:cubicBezTo>
                  <a:cubicBezTo>
                    <a:pt x="4674" y="10692"/>
                    <a:pt x="5044" y="10638"/>
                    <a:pt x="5401" y="10531"/>
                  </a:cubicBezTo>
                  <a:cubicBezTo>
                    <a:pt x="5627" y="10463"/>
                    <a:pt x="5862" y="10429"/>
                    <a:pt x="6096" y="10429"/>
                  </a:cubicBezTo>
                  <a:cubicBezTo>
                    <a:pt x="6331" y="10429"/>
                    <a:pt x="6566" y="10463"/>
                    <a:pt x="6792" y="10531"/>
                  </a:cubicBezTo>
                  <a:cubicBezTo>
                    <a:pt x="7148" y="10638"/>
                    <a:pt x="7519" y="10692"/>
                    <a:pt x="7892" y="10692"/>
                  </a:cubicBezTo>
                  <a:cubicBezTo>
                    <a:pt x="8506" y="10692"/>
                    <a:pt x="9146" y="10333"/>
                    <a:pt x="9743" y="9760"/>
                  </a:cubicBezTo>
                  <a:lnTo>
                    <a:pt x="9739" y="9760"/>
                  </a:lnTo>
                  <a:cubicBezTo>
                    <a:pt x="8995" y="9892"/>
                    <a:pt x="8328" y="9947"/>
                    <a:pt x="7732" y="9947"/>
                  </a:cubicBezTo>
                  <a:cubicBezTo>
                    <a:pt x="7009" y="9947"/>
                    <a:pt x="6391" y="9866"/>
                    <a:pt x="5867" y="9740"/>
                  </a:cubicBezTo>
                  <a:cubicBezTo>
                    <a:pt x="4304" y="9356"/>
                    <a:pt x="3143" y="8047"/>
                    <a:pt x="2951" y="6450"/>
                  </a:cubicBezTo>
                  <a:cubicBezTo>
                    <a:pt x="2464" y="2454"/>
                    <a:pt x="5075" y="1293"/>
                    <a:pt x="5075" y="1293"/>
                  </a:cubicBezTo>
                  <a:cubicBezTo>
                    <a:pt x="5445" y="1460"/>
                    <a:pt x="5836" y="1503"/>
                    <a:pt x="6142" y="1503"/>
                  </a:cubicBezTo>
                  <a:cubicBezTo>
                    <a:pt x="6470" y="1503"/>
                    <a:pt x="6700" y="1454"/>
                    <a:pt x="6700" y="1454"/>
                  </a:cubicBezTo>
                  <a:cubicBezTo>
                    <a:pt x="6151" y="905"/>
                    <a:pt x="6881" y="275"/>
                    <a:pt x="6881" y="275"/>
                  </a:cubicBezTo>
                  <a:lnTo>
                    <a:pt x="6881" y="275"/>
                  </a:lnTo>
                  <a:cubicBezTo>
                    <a:pt x="6622" y="319"/>
                    <a:pt x="6360" y="341"/>
                    <a:pt x="6097" y="341"/>
                  </a:cubicBezTo>
                  <a:cubicBezTo>
                    <a:pt x="5700" y="341"/>
                    <a:pt x="5303" y="290"/>
                    <a:pt x="4918" y="189"/>
                  </a:cubicBezTo>
                  <a:cubicBezTo>
                    <a:pt x="4514" y="85"/>
                    <a:pt x="4049" y="1"/>
                    <a:pt x="3592"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9"/>
            <p:cNvSpPr/>
            <p:nvPr/>
          </p:nvSpPr>
          <p:spPr>
            <a:xfrm>
              <a:off x="3236774" y="2752426"/>
              <a:ext cx="160261" cy="88618"/>
            </a:xfrm>
            <a:custGeom>
              <a:rect b="b" l="l" r="r" t="t"/>
              <a:pathLst>
                <a:path extrusionOk="0" h="3383" w="6118">
                  <a:moveTo>
                    <a:pt x="2902" y="1"/>
                  </a:moveTo>
                  <a:cubicBezTo>
                    <a:pt x="2769" y="1"/>
                    <a:pt x="2631" y="6"/>
                    <a:pt x="2489" y="16"/>
                  </a:cubicBezTo>
                  <a:cubicBezTo>
                    <a:pt x="714" y="150"/>
                    <a:pt x="25" y="2210"/>
                    <a:pt x="1" y="2275"/>
                  </a:cubicBezTo>
                  <a:cubicBezTo>
                    <a:pt x="28" y="2261"/>
                    <a:pt x="52" y="2251"/>
                    <a:pt x="83" y="2244"/>
                  </a:cubicBezTo>
                  <a:cubicBezTo>
                    <a:pt x="107" y="2239"/>
                    <a:pt x="132" y="2236"/>
                    <a:pt x="159" y="2236"/>
                  </a:cubicBezTo>
                  <a:cubicBezTo>
                    <a:pt x="721" y="2236"/>
                    <a:pt x="1851" y="3382"/>
                    <a:pt x="3176" y="3382"/>
                  </a:cubicBezTo>
                  <a:cubicBezTo>
                    <a:pt x="3435" y="3382"/>
                    <a:pt x="3702" y="3339"/>
                    <a:pt x="3972" y="3234"/>
                  </a:cubicBezTo>
                  <a:cubicBezTo>
                    <a:pt x="5775" y="2539"/>
                    <a:pt x="6118" y="154"/>
                    <a:pt x="6118" y="154"/>
                  </a:cubicBezTo>
                  <a:lnTo>
                    <a:pt x="6118" y="154"/>
                  </a:lnTo>
                  <a:cubicBezTo>
                    <a:pt x="5902" y="294"/>
                    <a:pt x="5678" y="344"/>
                    <a:pt x="5433" y="344"/>
                  </a:cubicBezTo>
                  <a:cubicBezTo>
                    <a:pt x="4796" y="344"/>
                    <a:pt x="4019" y="1"/>
                    <a:pt x="290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9"/>
            <p:cNvSpPr/>
            <p:nvPr/>
          </p:nvSpPr>
          <p:spPr>
            <a:xfrm>
              <a:off x="3236879" y="2752426"/>
              <a:ext cx="160156" cy="59594"/>
            </a:xfrm>
            <a:custGeom>
              <a:rect b="b" l="l" r="r" t="t"/>
              <a:pathLst>
                <a:path extrusionOk="0" h="2275" w="6114">
                  <a:moveTo>
                    <a:pt x="2900" y="1"/>
                  </a:moveTo>
                  <a:cubicBezTo>
                    <a:pt x="2768" y="1"/>
                    <a:pt x="2630" y="6"/>
                    <a:pt x="2488" y="16"/>
                  </a:cubicBezTo>
                  <a:cubicBezTo>
                    <a:pt x="710" y="150"/>
                    <a:pt x="21" y="2210"/>
                    <a:pt x="0" y="2275"/>
                  </a:cubicBezTo>
                  <a:lnTo>
                    <a:pt x="79" y="2244"/>
                  </a:lnTo>
                  <a:cubicBezTo>
                    <a:pt x="459" y="2097"/>
                    <a:pt x="2125" y="1487"/>
                    <a:pt x="3478" y="1487"/>
                  </a:cubicBezTo>
                  <a:cubicBezTo>
                    <a:pt x="5020" y="1487"/>
                    <a:pt x="6113" y="154"/>
                    <a:pt x="6114" y="154"/>
                  </a:cubicBezTo>
                  <a:lnTo>
                    <a:pt x="6114" y="154"/>
                  </a:lnTo>
                  <a:cubicBezTo>
                    <a:pt x="5898" y="294"/>
                    <a:pt x="5674" y="344"/>
                    <a:pt x="5429" y="344"/>
                  </a:cubicBezTo>
                  <a:cubicBezTo>
                    <a:pt x="4792" y="344"/>
                    <a:pt x="4016" y="1"/>
                    <a:pt x="290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9"/>
            <p:cNvSpPr/>
            <p:nvPr/>
          </p:nvSpPr>
          <p:spPr>
            <a:xfrm>
              <a:off x="3302314" y="2908706"/>
              <a:ext cx="45186" cy="64335"/>
            </a:xfrm>
            <a:custGeom>
              <a:rect b="b" l="l" r="r" t="t"/>
              <a:pathLst>
                <a:path extrusionOk="0" h="2456" w="1725">
                  <a:moveTo>
                    <a:pt x="794" y="0"/>
                  </a:moveTo>
                  <a:cubicBezTo>
                    <a:pt x="776" y="0"/>
                    <a:pt x="758" y="1"/>
                    <a:pt x="741" y="3"/>
                  </a:cubicBezTo>
                  <a:cubicBezTo>
                    <a:pt x="302" y="44"/>
                    <a:pt x="0" y="630"/>
                    <a:pt x="69" y="1308"/>
                  </a:cubicBezTo>
                  <a:cubicBezTo>
                    <a:pt x="131" y="1956"/>
                    <a:pt x="512" y="2456"/>
                    <a:pt x="931" y="2456"/>
                  </a:cubicBezTo>
                  <a:cubicBezTo>
                    <a:pt x="948" y="2456"/>
                    <a:pt x="966" y="2455"/>
                    <a:pt x="984" y="2453"/>
                  </a:cubicBezTo>
                  <a:cubicBezTo>
                    <a:pt x="1422" y="2412"/>
                    <a:pt x="1724" y="1826"/>
                    <a:pt x="1655" y="1151"/>
                  </a:cubicBezTo>
                  <a:cubicBezTo>
                    <a:pt x="1590" y="500"/>
                    <a:pt x="1212" y="0"/>
                    <a:pt x="79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9"/>
            <p:cNvSpPr/>
            <p:nvPr/>
          </p:nvSpPr>
          <p:spPr>
            <a:xfrm>
              <a:off x="3050527" y="2846283"/>
              <a:ext cx="332860" cy="293567"/>
            </a:xfrm>
            <a:custGeom>
              <a:rect b="b" l="l" r="r" t="t"/>
              <a:pathLst>
                <a:path extrusionOk="0" h="11207" w="12707">
                  <a:moveTo>
                    <a:pt x="3855" y="0"/>
                  </a:moveTo>
                  <a:cubicBezTo>
                    <a:pt x="3565" y="0"/>
                    <a:pt x="3298" y="32"/>
                    <a:pt x="3053" y="97"/>
                  </a:cubicBezTo>
                  <a:cubicBezTo>
                    <a:pt x="2255" y="302"/>
                    <a:pt x="1511" y="823"/>
                    <a:pt x="960" y="1560"/>
                  </a:cubicBezTo>
                  <a:cubicBezTo>
                    <a:pt x="333" y="2400"/>
                    <a:pt x="0" y="3472"/>
                    <a:pt x="0" y="4658"/>
                  </a:cubicBezTo>
                  <a:cubicBezTo>
                    <a:pt x="0" y="5891"/>
                    <a:pt x="555" y="7505"/>
                    <a:pt x="1446" y="8869"/>
                  </a:cubicBezTo>
                  <a:cubicBezTo>
                    <a:pt x="2416" y="10353"/>
                    <a:pt x="3550" y="11206"/>
                    <a:pt x="4558" y="11206"/>
                  </a:cubicBezTo>
                  <a:cubicBezTo>
                    <a:pt x="4955" y="11206"/>
                    <a:pt x="5349" y="11148"/>
                    <a:pt x="5733" y="11035"/>
                  </a:cubicBezTo>
                  <a:cubicBezTo>
                    <a:pt x="5935" y="10973"/>
                    <a:pt x="6144" y="10943"/>
                    <a:pt x="6353" y="10943"/>
                  </a:cubicBezTo>
                  <a:cubicBezTo>
                    <a:pt x="6562" y="10943"/>
                    <a:pt x="6772" y="10973"/>
                    <a:pt x="6974" y="11035"/>
                  </a:cubicBezTo>
                  <a:cubicBezTo>
                    <a:pt x="7358" y="11148"/>
                    <a:pt x="7752" y="11206"/>
                    <a:pt x="8153" y="11206"/>
                  </a:cubicBezTo>
                  <a:cubicBezTo>
                    <a:pt x="9157" y="11206"/>
                    <a:pt x="10291" y="10353"/>
                    <a:pt x="11261" y="8869"/>
                  </a:cubicBezTo>
                  <a:cubicBezTo>
                    <a:pt x="12155" y="7505"/>
                    <a:pt x="12707" y="5891"/>
                    <a:pt x="12707" y="4658"/>
                  </a:cubicBezTo>
                  <a:cubicBezTo>
                    <a:pt x="12707" y="3774"/>
                    <a:pt x="12529" y="2965"/>
                    <a:pt x="12172" y="2252"/>
                  </a:cubicBezTo>
                  <a:cubicBezTo>
                    <a:pt x="12127" y="2161"/>
                    <a:pt x="12037" y="2110"/>
                    <a:pt x="11944" y="2110"/>
                  </a:cubicBezTo>
                  <a:cubicBezTo>
                    <a:pt x="11905" y="2110"/>
                    <a:pt x="11864" y="2120"/>
                    <a:pt x="11826" y="2139"/>
                  </a:cubicBezTo>
                  <a:cubicBezTo>
                    <a:pt x="11699" y="2201"/>
                    <a:pt x="11648" y="2355"/>
                    <a:pt x="11710" y="2482"/>
                  </a:cubicBezTo>
                  <a:cubicBezTo>
                    <a:pt x="12028" y="3123"/>
                    <a:pt x="12193" y="3856"/>
                    <a:pt x="12193" y="4658"/>
                  </a:cubicBezTo>
                  <a:cubicBezTo>
                    <a:pt x="12193" y="5795"/>
                    <a:pt x="11668" y="7303"/>
                    <a:pt x="10829" y="8588"/>
                  </a:cubicBezTo>
                  <a:cubicBezTo>
                    <a:pt x="9965" y="9908"/>
                    <a:pt x="8965" y="10692"/>
                    <a:pt x="8149" y="10692"/>
                  </a:cubicBezTo>
                  <a:cubicBezTo>
                    <a:pt x="7800" y="10692"/>
                    <a:pt x="7453" y="10641"/>
                    <a:pt x="7121" y="10542"/>
                  </a:cubicBezTo>
                  <a:cubicBezTo>
                    <a:pt x="6871" y="10466"/>
                    <a:pt x="6611" y="10429"/>
                    <a:pt x="6352" y="10429"/>
                  </a:cubicBezTo>
                  <a:cubicBezTo>
                    <a:pt x="6092" y="10429"/>
                    <a:pt x="5833" y="10466"/>
                    <a:pt x="5582" y="10542"/>
                  </a:cubicBezTo>
                  <a:cubicBezTo>
                    <a:pt x="5250" y="10641"/>
                    <a:pt x="4904" y="10692"/>
                    <a:pt x="4554" y="10692"/>
                  </a:cubicBezTo>
                  <a:cubicBezTo>
                    <a:pt x="3739" y="10692"/>
                    <a:pt x="2735" y="9908"/>
                    <a:pt x="1875" y="8588"/>
                  </a:cubicBezTo>
                  <a:cubicBezTo>
                    <a:pt x="1035" y="7303"/>
                    <a:pt x="511" y="5795"/>
                    <a:pt x="511" y="4658"/>
                  </a:cubicBezTo>
                  <a:cubicBezTo>
                    <a:pt x="511" y="3585"/>
                    <a:pt x="809" y="2619"/>
                    <a:pt x="1371" y="1865"/>
                  </a:cubicBezTo>
                  <a:cubicBezTo>
                    <a:pt x="1844" y="1234"/>
                    <a:pt x="2505" y="768"/>
                    <a:pt x="3180" y="594"/>
                  </a:cubicBezTo>
                  <a:cubicBezTo>
                    <a:pt x="3382" y="542"/>
                    <a:pt x="3608" y="516"/>
                    <a:pt x="3856" y="516"/>
                  </a:cubicBezTo>
                  <a:cubicBezTo>
                    <a:pt x="4231" y="516"/>
                    <a:pt x="4653" y="575"/>
                    <a:pt x="5110" y="693"/>
                  </a:cubicBezTo>
                  <a:cubicBezTo>
                    <a:pt x="5192" y="717"/>
                    <a:pt x="5274" y="738"/>
                    <a:pt x="5360" y="751"/>
                  </a:cubicBezTo>
                  <a:cubicBezTo>
                    <a:pt x="5375" y="754"/>
                    <a:pt x="5390" y="755"/>
                    <a:pt x="5404" y="755"/>
                  </a:cubicBezTo>
                  <a:cubicBezTo>
                    <a:pt x="5524" y="755"/>
                    <a:pt x="5630" y="671"/>
                    <a:pt x="5654" y="552"/>
                  </a:cubicBezTo>
                  <a:cubicBezTo>
                    <a:pt x="5682" y="415"/>
                    <a:pt x="5596" y="282"/>
                    <a:pt x="5462" y="251"/>
                  </a:cubicBezTo>
                  <a:cubicBezTo>
                    <a:pt x="5387" y="234"/>
                    <a:pt x="5312" y="217"/>
                    <a:pt x="5236" y="196"/>
                  </a:cubicBezTo>
                  <a:cubicBezTo>
                    <a:pt x="4734" y="67"/>
                    <a:pt x="4272" y="0"/>
                    <a:pt x="385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9"/>
            <p:cNvSpPr/>
            <p:nvPr/>
          </p:nvSpPr>
          <p:spPr>
            <a:xfrm>
              <a:off x="3224855" y="2846335"/>
              <a:ext cx="132966" cy="48356"/>
            </a:xfrm>
            <a:custGeom>
              <a:rect b="b" l="l" r="r" t="t"/>
              <a:pathLst>
                <a:path extrusionOk="0" h="1846" w="5076">
                  <a:moveTo>
                    <a:pt x="2195" y="0"/>
                  </a:moveTo>
                  <a:cubicBezTo>
                    <a:pt x="1777" y="0"/>
                    <a:pt x="1314" y="66"/>
                    <a:pt x="812" y="198"/>
                  </a:cubicBezTo>
                  <a:cubicBezTo>
                    <a:pt x="627" y="246"/>
                    <a:pt x="439" y="280"/>
                    <a:pt x="250" y="304"/>
                  </a:cubicBezTo>
                  <a:cubicBezTo>
                    <a:pt x="103" y="317"/>
                    <a:pt x="0" y="448"/>
                    <a:pt x="17" y="592"/>
                  </a:cubicBezTo>
                  <a:cubicBezTo>
                    <a:pt x="33" y="721"/>
                    <a:pt x="143" y="818"/>
                    <a:pt x="270" y="818"/>
                  </a:cubicBezTo>
                  <a:cubicBezTo>
                    <a:pt x="284" y="818"/>
                    <a:pt x="298" y="817"/>
                    <a:pt x="312" y="814"/>
                  </a:cubicBezTo>
                  <a:cubicBezTo>
                    <a:pt x="524" y="787"/>
                    <a:pt x="733" y="749"/>
                    <a:pt x="942" y="694"/>
                  </a:cubicBezTo>
                  <a:cubicBezTo>
                    <a:pt x="1398" y="576"/>
                    <a:pt x="1821" y="516"/>
                    <a:pt x="2197" y="516"/>
                  </a:cubicBezTo>
                  <a:cubicBezTo>
                    <a:pt x="2443" y="516"/>
                    <a:pt x="2669" y="542"/>
                    <a:pt x="2868" y="595"/>
                  </a:cubicBezTo>
                  <a:cubicBezTo>
                    <a:pt x="3506" y="760"/>
                    <a:pt x="4112" y="1164"/>
                    <a:pt x="4582" y="1740"/>
                  </a:cubicBezTo>
                  <a:cubicBezTo>
                    <a:pt x="4631" y="1809"/>
                    <a:pt x="4709" y="1845"/>
                    <a:pt x="4787" y="1845"/>
                  </a:cubicBezTo>
                  <a:cubicBezTo>
                    <a:pt x="4844" y="1845"/>
                    <a:pt x="4901" y="1826"/>
                    <a:pt x="4948" y="1788"/>
                  </a:cubicBezTo>
                  <a:cubicBezTo>
                    <a:pt x="5065" y="1695"/>
                    <a:pt x="5075" y="1527"/>
                    <a:pt x="4979" y="1417"/>
                  </a:cubicBezTo>
                  <a:cubicBezTo>
                    <a:pt x="4441" y="756"/>
                    <a:pt x="3739" y="287"/>
                    <a:pt x="2998" y="95"/>
                  </a:cubicBezTo>
                  <a:cubicBezTo>
                    <a:pt x="2753" y="32"/>
                    <a:pt x="2485" y="0"/>
                    <a:pt x="219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9"/>
            <p:cNvSpPr/>
            <p:nvPr/>
          </p:nvSpPr>
          <p:spPr>
            <a:xfrm>
              <a:off x="3176630" y="2745694"/>
              <a:ext cx="227399" cy="153843"/>
            </a:xfrm>
            <a:custGeom>
              <a:rect b="b" l="l" r="r" t="t"/>
              <a:pathLst>
                <a:path extrusionOk="0" h="5873" w="8681">
                  <a:moveTo>
                    <a:pt x="5211" y="0"/>
                  </a:moveTo>
                  <a:cubicBezTo>
                    <a:pt x="5062" y="0"/>
                    <a:pt x="4913" y="6"/>
                    <a:pt x="4764" y="16"/>
                  </a:cubicBezTo>
                  <a:cubicBezTo>
                    <a:pt x="3952" y="78"/>
                    <a:pt x="3222" y="524"/>
                    <a:pt x="2657" y="1302"/>
                  </a:cubicBezTo>
                  <a:cubicBezTo>
                    <a:pt x="2410" y="1644"/>
                    <a:pt x="2211" y="2018"/>
                    <a:pt x="2064" y="2415"/>
                  </a:cubicBezTo>
                  <a:lnTo>
                    <a:pt x="1389" y="3443"/>
                  </a:lnTo>
                  <a:cubicBezTo>
                    <a:pt x="1282" y="3111"/>
                    <a:pt x="1149" y="2789"/>
                    <a:pt x="995" y="2480"/>
                  </a:cubicBezTo>
                  <a:cubicBezTo>
                    <a:pt x="940" y="2388"/>
                    <a:pt x="859" y="2350"/>
                    <a:pt x="778" y="2350"/>
                  </a:cubicBezTo>
                  <a:cubicBezTo>
                    <a:pt x="609" y="2350"/>
                    <a:pt x="444" y="2519"/>
                    <a:pt x="539" y="2720"/>
                  </a:cubicBezTo>
                  <a:cubicBezTo>
                    <a:pt x="936" y="3543"/>
                    <a:pt x="1180" y="4434"/>
                    <a:pt x="1258" y="5345"/>
                  </a:cubicBezTo>
                  <a:cubicBezTo>
                    <a:pt x="1080" y="5328"/>
                    <a:pt x="906" y="5283"/>
                    <a:pt x="741" y="5215"/>
                  </a:cubicBezTo>
                  <a:cubicBezTo>
                    <a:pt x="570" y="5136"/>
                    <a:pt x="515" y="5057"/>
                    <a:pt x="515" y="5040"/>
                  </a:cubicBezTo>
                  <a:cubicBezTo>
                    <a:pt x="515" y="4896"/>
                    <a:pt x="402" y="4783"/>
                    <a:pt x="258" y="4783"/>
                  </a:cubicBezTo>
                  <a:cubicBezTo>
                    <a:pt x="117" y="4783"/>
                    <a:pt x="1" y="4896"/>
                    <a:pt x="1" y="5040"/>
                  </a:cubicBezTo>
                  <a:cubicBezTo>
                    <a:pt x="1" y="5191"/>
                    <a:pt x="69" y="5475"/>
                    <a:pt x="529" y="5681"/>
                  </a:cubicBezTo>
                  <a:cubicBezTo>
                    <a:pt x="799" y="5804"/>
                    <a:pt x="1159" y="5873"/>
                    <a:pt x="1536" y="5873"/>
                  </a:cubicBezTo>
                  <a:cubicBezTo>
                    <a:pt x="1913" y="5873"/>
                    <a:pt x="2269" y="5804"/>
                    <a:pt x="2544" y="5681"/>
                  </a:cubicBezTo>
                  <a:cubicBezTo>
                    <a:pt x="3003" y="5475"/>
                    <a:pt x="3068" y="5191"/>
                    <a:pt x="3068" y="5040"/>
                  </a:cubicBezTo>
                  <a:cubicBezTo>
                    <a:pt x="3068" y="4896"/>
                    <a:pt x="2955" y="4783"/>
                    <a:pt x="2811" y="4783"/>
                  </a:cubicBezTo>
                  <a:cubicBezTo>
                    <a:pt x="2670" y="4783"/>
                    <a:pt x="2554" y="4896"/>
                    <a:pt x="2554" y="5040"/>
                  </a:cubicBezTo>
                  <a:cubicBezTo>
                    <a:pt x="2554" y="5057"/>
                    <a:pt x="2502" y="5136"/>
                    <a:pt x="2331" y="5215"/>
                  </a:cubicBezTo>
                  <a:cubicBezTo>
                    <a:pt x="2153" y="5290"/>
                    <a:pt x="1964" y="5335"/>
                    <a:pt x="1772" y="5349"/>
                  </a:cubicBezTo>
                  <a:cubicBezTo>
                    <a:pt x="1742" y="4927"/>
                    <a:pt x="1673" y="4506"/>
                    <a:pt x="1574" y="4094"/>
                  </a:cubicBezTo>
                  <a:lnTo>
                    <a:pt x="2461" y="2748"/>
                  </a:lnTo>
                  <a:cubicBezTo>
                    <a:pt x="2520" y="2754"/>
                    <a:pt x="2581" y="2768"/>
                    <a:pt x="2636" y="2796"/>
                  </a:cubicBezTo>
                  <a:cubicBezTo>
                    <a:pt x="2842" y="2885"/>
                    <a:pt x="3040" y="2991"/>
                    <a:pt x="3232" y="3107"/>
                  </a:cubicBezTo>
                  <a:cubicBezTo>
                    <a:pt x="3832" y="3454"/>
                    <a:pt x="4603" y="3896"/>
                    <a:pt x="5467" y="3896"/>
                  </a:cubicBezTo>
                  <a:cubicBezTo>
                    <a:pt x="5772" y="3896"/>
                    <a:pt x="6077" y="3841"/>
                    <a:pt x="6361" y="3728"/>
                  </a:cubicBezTo>
                  <a:cubicBezTo>
                    <a:pt x="8280" y="2988"/>
                    <a:pt x="8653" y="548"/>
                    <a:pt x="8667" y="445"/>
                  </a:cubicBezTo>
                  <a:cubicBezTo>
                    <a:pt x="8681" y="345"/>
                    <a:pt x="8636" y="249"/>
                    <a:pt x="8554" y="195"/>
                  </a:cubicBezTo>
                  <a:cubicBezTo>
                    <a:pt x="8511" y="167"/>
                    <a:pt x="8462" y="154"/>
                    <a:pt x="8414" y="154"/>
                  </a:cubicBezTo>
                  <a:cubicBezTo>
                    <a:pt x="8366" y="154"/>
                    <a:pt x="8318" y="167"/>
                    <a:pt x="8277" y="195"/>
                  </a:cubicBezTo>
                  <a:cubicBezTo>
                    <a:pt x="8108" y="302"/>
                    <a:pt x="7930" y="343"/>
                    <a:pt x="7728" y="343"/>
                  </a:cubicBezTo>
                  <a:cubicBezTo>
                    <a:pt x="7485" y="343"/>
                    <a:pt x="7206" y="285"/>
                    <a:pt x="6865" y="212"/>
                  </a:cubicBezTo>
                  <a:lnTo>
                    <a:pt x="6700" y="178"/>
                  </a:lnTo>
                  <a:cubicBezTo>
                    <a:pt x="6683" y="175"/>
                    <a:pt x="6666" y="173"/>
                    <a:pt x="6649" y="173"/>
                  </a:cubicBezTo>
                  <a:cubicBezTo>
                    <a:pt x="6365" y="173"/>
                    <a:pt x="6293" y="603"/>
                    <a:pt x="6594" y="681"/>
                  </a:cubicBezTo>
                  <a:lnTo>
                    <a:pt x="6758" y="716"/>
                  </a:lnTo>
                  <a:cubicBezTo>
                    <a:pt x="7104" y="788"/>
                    <a:pt x="7425" y="855"/>
                    <a:pt x="7729" y="855"/>
                  </a:cubicBezTo>
                  <a:cubicBezTo>
                    <a:pt x="7840" y="855"/>
                    <a:pt x="7950" y="846"/>
                    <a:pt x="8057" y="825"/>
                  </a:cubicBezTo>
                  <a:lnTo>
                    <a:pt x="8057" y="825"/>
                  </a:lnTo>
                  <a:cubicBezTo>
                    <a:pt x="7865" y="1517"/>
                    <a:pt x="7358" y="2796"/>
                    <a:pt x="6176" y="3251"/>
                  </a:cubicBezTo>
                  <a:cubicBezTo>
                    <a:pt x="5936" y="3344"/>
                    <a:pt x="5700" y="3383"/>
                    <a:pt x="5469" y="3383"/>
                  </a:cubicBezTo>
                  <a:cubicBezTo>
                    <a:pt x="4739" y="3383"/>
                    <a:pt x="4062" y="2993"/>
                    <a:pt x="3489" y="2665"/>
                  </a:cubicBezTo>
                  <a:cubicBezTo>
                    <a:pt x="3188" y="2491"/>
                    <a:pt x="2920" y="2336"/>
                    <a:pt x="2684" y="2271"/>
                  </a:cubicBezTo>
                  <a:cubicBezTo>
                    <a:pt x="2951" y="1702"/>
                    <a:pt x="3613" y="620"/>
                    <a:pt x="4805" y="527"/>
                  </a:cubicBezTo>
                  <a:cubicBezTo>
                    <a:pt x="4937" y="518"/>
                    <a:pt x="5069" y="513"/>
                    <a:pt x="5200" y="513"/>
                  </a:cubicBezTo>
                  <a:cubicBezTo>
                    <a:pt x="5421" y="513"/>
                    <a:pt x="5642" y="527"/>
                    <a:pt x="5861" y="554"/>
                  </a:cubicBezTo>
                  <a:cubicBezTo>
                    <a:pt x="5875" y="557"/>
                    <a:pt x="5889" y="558"/>
                    <a:pt x="5904" y="558"/>
                  </a:cubicBezTo>
                  <a:cubicBezTo>
                    <a:pt x="6031" y="558"/>
                    <a:pt x="6143" y="464"/>
                    <a:pt x="6159" y="332"/>
                  </a:cubicBezTo>
                  <a:cubicBezTo>
                    <a:pt x="6176" y="188"/>
                    <a:pt x="6066" y="54"/>
                    <a:pt x="5922" y="44"/>
                  </a:cubicBezTo>
                  <a:cubicBezTo>
                    <a:pt x="5686" y="14"/>
                    <a:pt x="5449" y="0"/>
                    <a:pt x="521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79"/>
          <p:cNvGrpSpPr/>
          <p:nvPr/>
        </p:nvGrpSpPr>
        <p:grpSpPr>
          <a:xfrm>
            <a:off x="3593785" y="2734692"/>
            <a:ext cx="357274" cy="375453"/>
            <a:chOff x="3593785" y="2734692"/>
            <a:chExt cx="357274" cy="375453"/>
          </a:xfrm>
        </p:grpSpPr>
        <p:sp>
          <p:nvSpPr>
            <p:cNvPr id="7537" name="Google Shape;7537;p79"/>
            <p:cNvSpPr/>
            <p:nvPr/>
          </p:nvSpPr>
          <p:spPr>
            <a:xfrm>
              <a:off x="3594283" y="2741424"/>
              <a:ext cx="349598" cy="362067"/>
            </a:xfrm>
            <a:custGeom>
              <a:rect b="b" l="l" r="r" t="t"/>
              <a:pathLst>
                <a:path extrusionOk="0" h="13822" w="13346">
                  <a:moveTo>
                    <a:pt x="12669" y="1"/>
                  </a:moveTo>
                  <a:cubicBezTo>
                    <a:pt x="12629" y="1"/>
                    <a:pt x="12588" y="4"/>
                    <a:pt x="12547" y="12"/>
                  </a:cubicBezTo>
                  <a:lnTo>
                    <a:pt x="4278" y="1471"/>
                  </a:lnTo>
                  <a:cubicBezTo>
                    <a:pt x="3953" y="1530"/>
                    <a:pt x="3716" y="1811"/>
                    <a:pt x="3713" y="2140"/>
                  </a:cubicBezTo>
                  <a:lnTo>
                    <a:pt x="3713" y="9302"/>
                  </a:lnTo>
                  <a:cubicBezTo>
                    <a:pt x="3371" y="9133"/>
                    <a:pt x="3013" y="9054"/>
                    <a:pt x="2662" y="9054"/>
                  </a:cubicBezTo>
                  <a:cubicBezTo>
                    <a:pt x="1594" y="9054"/>
                    <a:pt x="593" y="9782"/>
                    <a:pt x="338" y="10912"/>
                  </a:cubicBezTo>
                  <a:cubicBezTo>
                    <a:pt x="1" y="12406"/>
                    <a:pt x="1137" y="13822"/>
                    <a:pt x="2662" y="13822"/>
                  </a:cubicBezTo>
                  <a:cubicBezTo>
                    <a:pt x="2673" y="13822"/>
                    <a:pt x="2684" y="13822"/>
                    <a:pt x="2695" y="13822"/>
                  </a:cubicBezTo>
                  <a:cubicBezTo>
                    <a:pt x="4001" y="13801"/>
                    <a:pt x="5043" y="12715"/>
                    <a:pt x="5043" y="11406"/>
                  </a:cubicBezTo>
                  <a:lnTo>
                    <a:pt x="5043" y="3445"/>
                  </a:lnTo>
                  <a:lnTo>
                    <a:pt x="12016" y="2215"/>
                  </a:lnTo>
                  <a:lnTo>
                    <a:pt x="12016" y="7602"/>
                  </a:lnTo>
                  <a:cubicBezTo>
                    <a:pt x="11674" y="7432"/>
                    <a:pt x="11314" y="7353"/>
                    <a:pt x="10962" y="7353"/>
                  </a:cubicBezTo>
                  <a:cubicBezTo>
                    <a:pt x="9894" y="7353"/>
                    <a:pt x="8892" y="8081"/>
                    <a:pt x="8637" y="9212"/>
                  </a:cubicBezTo>
                  <a:cubicBezTo>
                    <a:pt x="8301" y="10704"/>
                    <a:pt x="9437" y="12119"/>
                    <a:pt x="10960" y="12119"/>
                  </a:cubicBezTo>
                  <a:cubicBezTo>
                    <a:pt x="10973" y="12119"/>
                    <a:pt x="10985" y="12119"/>
                    <a:pt x="10998" y="12118"/>
                  </a:cubicBezTo>
                  <a:cubicBezTo>
                    <a:pt x="12307" y="12101"/>
                    <a:pt x="13346" y="11012"/>
                    <a:pt x="13346" y="9706"/>
                  </a:cubicBezTo>
                  <a:lnTo>
                    <a:pt x="13346" y="683"/>
                  </a:lnTo>
                  <a:cubicBezTo>
                    <a:pt x="13346" y="300"/>
                    <a:pt x="13036" y="1"/>
                    <a:pt x="12669"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9"/>
            <p:cNvSpPr/>
            <p:nvPr/>
          </p:nvSpPr>
          <p:spPr>
            <a:xfrm>
              <a:off x="3653746" y="2831666"/>
              <a:ext cx="72639" cy="271826"/>
            </a:xfrm>
            <a:custGeom>
              <a:rect b="b" l="l" r="r" t="t"/>
              <a:pathLst>
                <a:path extrusionOk="0" h="10377" w="2773">
                  <a:moveTo>
                    <a:pt x="2773" y="0"/>
                  </a:moveTo>
                  <a:lnTo>
                    <a:pt x="2474" y="89"/>
                  </a:lnTo>
                  <a:cubicBezTo>
                    <a:pt x="2187" y="175"/>
                    <a:pt x="1988" y="442"/>
                    <a:pt x="1988" y="740"/>
                  </a:cubicBezTo>
                  <a:lnTo>
                    <a:pt x="1988" y="7961"/>
                  </a:lnTo>
                  <a:cubicBezTo>
                    <a:pt x="1988" y="9146"/>
                    <a:pt x="1131" y="10154"/>
                    <a:pt x="0" y="10342"/>
                  </a:cubicBezTo>
                  <a:cubicBezTo>
                    <a:pt x="141" y="10366"/>
                    <a:pt x="281" y="10377"/>
                    <a:pt x="425" y="10377"/>
                  </a:cubicBezTo>
                  <a:cubicBezTo>
                    <a:pt x="1731" y="10359"/>
                    <a:pt x="2773" y="9270"/>
                    <a:pt x="2773" y="7964"/>
                  </a:cubicBezTo>
                  <a:lnTo>
                    <a:pt x="2773"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9"/>
            <p:cNvSpPr/>
            <p:nvPr/>
          </p:nvSpPr>
          <p:spPr>
            <a:xfrm>
              <a:off x="3871243" y="2740534"/>
              <a:ext cx="72639" cy="317536"/>
            </a:xfrm>
            <a:custGeom>
              <a:rect b="b" l="l" r="r" t="t"/>
              <a:pathLst>
                <a:path extrusionOk="0" h="12122" w="2773">
                  <a:moveTo>
                    <a:pt x="2095" y="0"/>
                  </a:moveTo>
                  <a:cubicBezTo>
                    <a:pt x="2056" y="0"/>
                    <a:pt x="2015" y="4"/>
                    <a:pt x="1974" y="11"/>
                  </a:cubicBezTo>
                  <a:lnTo>
                    <a:pt x="1618" y="73"/>
                  </a:lnTo>
                  <a:cubicBezTo>
                    <a:pt x="1844" y="189"/>
                    <a:pt x="1988" y="423"/>
                    <a:pt x="1988" y="680"/>
                  </a:cubicBezTo>
                  <a:lnTo>
                    <a:pt x="1988" y="9706"/>
                  </a:lnTo>
                  <a:cubicBezTo>
                    <a:pt x="1988" y="10891"/>
                    <a:pt x="1131" y="11895"/>
                    <a:pt x="0" y="12087"/>
                  </a:cubicBezTo>
                  <a:cubicBezTo>
                    <a:pt x="141" y="12111"/>
                    <a:pt x="281" y="12122"/>
                    <a:pt x="425" y="12122"/>
                  </a:cubicBezTo>
                  <a:cubicBezTo>
                    <a:pt x="1731" y="12101"/>
                    <a:pt x="2773" y="11015"/>
                    <a:pt x="2773" y="9706"/>
                  </a:cubicBezTo>
                  <a:lnTo>
                    <a:pt x="2773" y="680"/>
                  </a:lnTo>
                  <a:cubicBezTo>
                    <a:pt x="2773" y="300"/>
                    <a:pt x="2461" y="0"/>
                    <a:pt x="209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9"/>
            <p:cNvSpPr/>
            <p:nvPr/>
          </p:nvSpPr>
          <p:spPr>
            <a:xfrm>
              <a:off x="3593785" y="2734692"/>
              <a:ext cx="357274" cy="375453"/>
            </a:xfrm>
            <a:custGeom>
              <a:rect b="b" l="l" r="r" t="t"/>
              <a:pathLst>
                <a:path extrusionOk="0" h="14333" w="13639">
                  <a:moveTo>
                    <a:pt x="12683" y="1"/>
                  </a:moveTo>
                  <a:cubicBezTo>
                    <a:pt x="12629" y="1"/>
                    <a:pt x="12575" y="5"/>
                    <a:pt x="12522" y="15"/>
                  </a:cubicBezTo>
                  <a:lnTo>
                    <a:pt x="4249" y="1478"/>
                  </a:lnTo>
                  <a:cubicBezTo>
                    <a:pt x="3804" y="1557"/>
                    <a:pt x="3478" y="1944"/>
                    <a:pt x="3478" y="2397"/>
                  </a:cubicBezTo>
                  <a:lnTo>
                    <a:pt x="3478" y="9182"/>
                  </a:lnTo>
                  <a:cubicBezTo>
                    <a:pt x="3216" y="9102"/>
                    <a:pt x="2945" y="9058"/>
                    <a:pt x="2673" y="9058"/>
                  </a:cubicBezTo>
                  <a:cubicBezTo>
                    <a:pt x="2654" y="9058"/>
                    <a:pt x="2634" y="9058"/>
                    <a:pt x="2615" y="9058"/>
                  </a:cubicBezTo>
                  <a:cubicBezTo>
                    <a:pt x="1162" y="9082"/>
                    <a:pt x="0" y="10275"/>
                    <a:pt x="17" y="11728"/>
                  </a:cubicBezTo>
                  <a:cubicBezTo>
                    <a:pt x="38" y="13172"/>
                    <a:pt x="1213" y="14332"/>
                    <a:pt x="2655" y="14332"/>
                  </a:cubicBezTo>
                  <a:cubicBezTo>
                    <a:pt x="2663" y="14332"/>
                    <a:pt x="2671" y="14332"/>
                    <a:pt x="2680" y="14332"/>
                  </a:cubicBezTo>
                  <a:lnTo>
                    <a:pt x="2718" y="14332"/>
                  </a:lnTo>
                  <a:cubicBezTo>
                    <a:pt x="4150" y="14315"/>
                    <a:pt x="5315" y="13116"/>
                    <a:pt x="5315" y="11666"/>
                  </a:cubicBezTo>
                  <a:lnTo>
                    <a:pt x="5315" y="6307"/>
                  </a:lnTo>
                  <a:cubicBezTo>
                    <a:pt x="5332" y="6152"/>
                    <a:pt x="5216" y="6019"/>
                    <a:pt x="5062" y="6019"/>
                  </a:cubicBezTo>
                  <a:cubicBezTo>
                    <a:pt x="4907" y="6019"/>
                    <a:pt x="4787" y="6152"/>
                    <a:pt x="4805" y="6307"/>
                  </a:cubicBezTo>
                  <a:lnTo>
                    <a:pt x="4805" y="11663"/>
                  </a:lnTo>
                  <a:cubicBezTo>
                    <a:pt x="4805" y="12838"/>
                    <a:pt x="3862" y="13804"/>
                    <a:pt x="2711" y="13822"/>
                  </a:cubicBezTo>
                  <a:lnTo>
                    <a:pt x="2680" y="13822"/>
                  </a:lnTo>
                  <a:cubicBezTo>
                    <a:pt x="1487" y="13822"/>
                    <a:pt x="531" y="12848"/>
                    <a:pt x="552" y="11656"/>
                  </a:cubicBezTo>
                  <a:cubicBezTo>
                    <a:pt x="572" y="10532"/>
                    <a:pt x="1501" y="9596"/>
                    <a:pt x="2625" y="9569"/>
                  </a:cubicBezTo>
                  <a:cubicBezTo>
                    <a:pt x="2646" y="9568"/>
                    <a:pt x="2667" y="9568"/>
                    <a:pt x="2687" y="9568"/>
                  </a:cubicBezTo>
                  <a:cubicBezTo>
                    <a:pt x="3012" y="9568"/>
                    <a:pt x="3329" y="9643"/>
                    <a:pt x="3619" y="9788"/>
                  </a:cubicBezTo>
                  <a:cubicBezTo>
                    <a:pt x="3656" y="9806"/>
                    <a:pt x="3694" y="9814"/>
                    <a:pt x="3731" y="9814"/>
                  </a:cubicBezTo>
                  <a:cubicBezTo>
                    <a:pt x="3866" y="9814"/>
                    <a:pt x="3986" y="9707"/>
                    <a:pt x="3989" y="9562"/>
                  </a:cubicBezTo>
                  <a:lnTo>
                    <a:pt x="3989" y="2397"/>
                  </a:lnTo>
                  <a:cubicBezTo>
                    <a:pt x="3989" y="2191"/>
                    <a:pt x="4136" y="2016"/>
                    <a:pt x="4342" y="1979"/>
                  </a:cubicBezTo>
                  <a:lnTo>
                    <a:pt x="12611" y="519"/>
                  </a:lnTo>
                  <a:cubicBezTo>
                    <a:pt x="12637" y="514"/>
                    <a:pt x="12662" y="512"/>
                    <a:pt x="12688" y="512"/>
                  </a:cubicBezTo>
                  <a:cubicBezTo>
                    <a:pt x="12916" y="512"/>
                    <a:pt x="13108" y="699"/>
                    <a:pt x="13108" y="937"/>
                  </a:cubicBezTo>
                  <a:lnTo>
                    <a:pt x="13108" y="3750"/>
                  </a:lnTo>
                  <a:cubicBezTo>
                    <a:pt x="13090" y="3901"/>
                    <a:pt x="13210" y="4035"/>
                    <a:pt x="13365" y="4035"/>
                  </a:cubicBezTo>
                  <a:cubicBezTo>
                    <a:pt x="13519" y="4035"/>
                    <a:pt x="13639" y="3901"/>
                    <a:pt x="13618" y="3750"/>
                  </a:cubicBezTo>
                  <a:lnTo>
                    <a:pt x="13618" y="940"/>
                  </a:lnTo>
                  <a:cubicBezTo>
                    <a:pt x="13622" y="663"/>
                    <a:pt x="13498" y="399"/>
                    <a:pt x="13286" y="221"/>
                  </a:cubicBezTo>
                  <a:cubicBezTo>
                    <a:pt x="13115" y="78"/>
                    <a:pt x="12901" y="1"/>
                    <a:pt x="1268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9"/>
            <p:cNvSpPr/>
            <p:nvPr/>
          </p:nvSpPr>
          <p:spPr>
            <a:xfrm>
              <a:off x="3719076" y="2792688"/>
              <a:ext cx="231459" cy="272926"/>
            </a:xfrm>
            <a:custGeom>
              <a:rect b="b" l="l" r="r" t="t"/>
              <a:pathLst>
                <a:path extrusionOk="0" h="10419" w="8836">
                  <a:moveTo>
                    <a:pt x="7252" y="0"/>
                  </a:moveTo>
                  <a:cubicBezTo>
                    <a:pt x="7237" y="0"/>
                    <a:pt x="7222" y="2"/>
                    <a:pt x="7207" y="4"/>
                  </a:cubicBezTo>
                  <a:lnTo>
                    <a:pt x="231" y="1238"/>
                  </a:lnTo>
                  <a:cubicBezTo>
                    <a:pt x="111" y="1259"/>
                    <a:pt x="22" y="1365"/>
                    <a:pt x="22" y="1488"/>
                  </a:cubicBezTo>
                  <a:lnTo>
                    <a:pt x="22" y="2900"/>
                  </a:lnTo>
                  <a:cubicBezTo>
                    <a:pt x="1" y="3054"/>
                    <a:pt x="121" y="3188"/>
                    <a:pt x="275" y="3188"/>
                  </a:cubicBezTo>
                  <a:cubicBezTo>
                    <a:pt x="429" y="3188"/>
                    <a:pt x="549" y="3054"/>
                    <a:pt x="532" y="2900"/>
                  </a:cubicBezTo>
                  <a:lnTo>
                    <a:pt x="532" y="1704"/>
                  </a:lnTo>
                  <a:lnTo>
                    <a:pt x="6998" y="560"/>
                  </a:lnTo>
                  <a:lnTo>
                    <a:pt x="6998" y="5268"/>
                  </a:lnTo>
                  <a:cubicBezTo>
                    <a:pt x="6738" y="5185"/>
                    <a:pt x="6468" y="5144"/>
                    <a:pt x="6195" y="5144"/>
                  </a:cubicBezTo>
                  <a:cubicBezTo>
                    <a:pt x="6174" y="5144"/>
                    <a:pt x="6153" y="5144"/>
                    <a:pt x="6131" y="5145"/>
                  </a:cubicBezTo>
                  <a:cubicBezTo>
                    <a:pt x="4679" y="5169"/>
                    <a:pt x="3520" y="6361"/>
                    <a:pt x="3537" y="7814"/>
                  </a:cubicBezTo>
                  <a:cubicBezTo>
                    <a:pt x="3554" y="9261"/>
                    <a:pt x="4733" y="10418"/>
                    <a:pt x="6177" y="10418"/>
                  </a:cubicBezTo>
                  <a:cubicBezTo>
                    <a:pt x="6184" y="10418"/>
                    <a:pt x="6190" y="10418"/>
                    <a:pt x="6197" y="10418"/>
                  </a:cubicBezTo>
                  <a:lnTo>
                    <a:pt x="6234" y="10418"/>
                  </a:lnTo>
                  <a:cubicBezTo>
                    <a:pt x="7667" y="10398"/>
                    <a:pt x="8835" y="9202"/>
                    <a:pt x="8835" y="7749"/>
                  </a:cubicBezTo>
                  <a:lnTo>
                    <a:pt x="8835" y="2729"/>
                  </a:lnTo>
                  <a:cubicBezTo>
                    <a:pt x="8832" y="2588"/>
                    <a:pt x="8722" y="2475"/>
                    <a:pt x="8582" y="2472"/>
                  </a:cubicBezTo>
                  <a:cubicBezTo>
                    <a:pt x="8438" y="2472"/>
                    <a:pt x="8325" y="2588"/>
                    <a:pt x="8325" y="2729"/>
                  </a:cubicBezTo>
                  <a:lnTo>
                    <a:pt x="8325" y="7749"/>
                  </a:lnTo>
                  <a:cubicBezTo>
                    <a:pt x="8325" y="8924"/>
                    <a:pt x="7382" y="9891"/>
                    <a:pt x="6227" y="9908"/>
                  </a:cubicBezTo>
                  <a:lnTo>
                    <a:pt x="6197" y="9908"/>
                  </a:lnTo>
                  <a:cubicBezTo>
                    <a:pt x="5007" y="9908"/>
                    <a:pt x="4048" y="8931"/>
                    <a:pt x="4072" y="7742"/>
                  </a:cubicBezTo>
                  <a:cubicBezTo>
                    <a:pt x="4089" y="6618"/>
                    <a:pt x="5021" y="5683"/>
                    <a:pt x="6145" y="5655"/>
                  </a:cubicBezTo>
                  <a:cubicBezTo>
                    <a:pt x="6166" y="5655"/>
                    <a:pt x="6186" y="5654"/>
                    <a:pt x="6207" y="5654"/>
                  </a:cubicBezTo>
                  <a:cubicBezTo>
                    <a:pt x="6529" y="5654"/>
                    <a:pt x="6849" y="5730"/>
                    <a:pt x="7139" y="5875"/>
                  </a:cubicBezTo>
                  <a:cubicBezTo>
                    <a:pt x="7175" y="5892"/>
                    <a:pt x="7213" y="5900"/>
                    <a:pt x="7250" y="5900"/>
                  </a:cubicBezTo>
                  <a:cubicBezTo>
                    <a:pt x="7383" y="5900"/>
                    <a:pt x="7506" y="5793"/>
                    <a:pt x="7506" y="5645"/>
                  </a:cubicBezTo>
                  <a:lnTo>
                    <a:pt x="7506" y="255"/>
                  </a:lnTo>
                  <a:cubicBezTo>
                    <a:pt x="7506" y="112"/>
                    <a:pt x="7388" y="0"/>
                    <a:pt x="725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79"/>
          <p:cNvGrpSpPr/>
          <p:nvPr/>
        </p:nvGrpSpPr>
        <p:grpSpPr>
          <a:xfrm>
            <a:off x="4123213" y="2747816"/>
            <a:ext cx="384307" cy="370135"/>
            <a:chOff x="4123213" y="2747816"/>
            <a:chExt cx="384307" cy="370135"/>
          </a:xfrm>
        </p:grpSpPr>
        <p:sp>
          <p:nvSpPr>
            <p:cNvPr id="7543" name="Google Shape;7543;p79"/>
            <p:cNvSpPr/>
            <p:nvPr/>
          </p:nvSpPr>
          <p:spPr>
            <a:xfrm>
              <a:off x="4328686" y="2943335"/>
              <a:ext cx="91761" cy="91578"/>
            </a:xfrm>
            <a:custGeom>
              <a:rect b="b" l="l" r="r" t="t"/>
              <a:pathLst>
                <a:path extrusionOk="0" h="3496" w="3503">
                  <a:moveTo>
                    <a:pt x="645" y="0"/>
                  </a:moveTo>
                  <a:lnTo>
                    <a:pt x="0" y="641"/>
                  </a:lnTo>
                  <a:lnTo>
                    <a:pt x="2858" y="3495"/>
                  </a:lnTo>
                  <a:lnTo>
                    <a:pt x="3502" y="2855"/>
                  </a:lnTo>
                  <a:lnTo>
                    <a:pt x="645"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9"/>
            <p:cNvSpPr/>
            <p:nvPr/>
          </p:nvSpPr>
          <p:spPr>
            <a:xfrm>
              <a:off x="4367455" y="2983073"/>
              <a:ext cx="134040" cy="129508"/>
            </a:xfrm>
            <a:custGeom>
              <a:rect b="b" l="l" r="r" t="t"/>
              <a:pathLst>
                <a:path extrusionOk="0" h="4944" w="5117">
                  <a:moveTo>
                    <a:pt x="1078" y="1"/>
                  </a:moveTo>
                  <a:cubicBezTo>
                    <a:pt x="982" y="1"/>
                    <a:pt x="886" y="38"/>
                    <a:pt x="813" y="111"/>
                  </a:cubicBezTo>
                  <a:lnTo>
                    <a:pt x="148" y="776"/>
                  </a:lnTo>
                  <a:cubicBezTo>
                    <a:pt x="11" y="913"/>
                    <a:pt x="1" y="1139"/>
                    <a:pt x="131" y="1286"/>
                  </a:cubicBezTo>
                  <a:lnTo>
                    <a:pt x="2996" y="4559"/>
                  </a:lnTo>
                  <a:lnTo>
                    <a:pt x="2996" y="4555"/>
                  </a:lnTo>
                  <a:cubicBezTo>
                    <a:pt x="3221" y="4813"/>
                    <a:pt x="3535" y="4943"/>
                    <a:pt x="3851" y="4943"/>
                  </a:cubicBezTo>
                  <a:cubicBezTo>
                    <a:pt x="4140" y="4943"/>
                    <a:pt x="4429" y="4833"/>
                    <a:pt x="4651" y="4610"/>
                  </a:cubicBezTo>
                  <a:cubicBezTo>
                    <a:pt x="5117" y="4148"/>
                    <a:pt x="5089" y="3387"/>
                    <a:pt x="4596" y="2955"/>
                  </a:cubicBezTo>
                  <a:lnTo>
                    <a:pt x="1327" y="94"/>
                  </a:lnTo>
                  <a:cubicBezTo>
                    <a:pt x="1255" y="32"/>
                    <a:pt x="1166" y="1"/>
                    <a:pt x="1078"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9"/>
            <p:cNvSpPr/>
            <p:nvPr/>
          </p:nvSpPr>
          <p:spPr>
            <a:xfrm>
              <a:off x="4367455" y="2991979"/>
              <a:ext cx="128853" cy="120654"/>
            </a:xfrm>
            <a:custGeom>
              <a:rect b="b" l="l" r="r" t="t"/>
              <a:pathLst>
                <a:path extrusionOk="0" h="4606" w="4919">
                  <a:moveTo>
                    <a:pt x="583" y="0"/>
                  </a:moveTo>
                  <a:lnTo>
                    <a:pt x="148" y="436"/>
                  </a:lnTo>
                  <a:cubicBezTo>
                    <a:pt x="11" y="573"/>
                    <a:pt x="1" y="799"/>
                    <a:pt x="131" y="946"/>
                  </a:cubicBezTo>
                  <a:lnTo>
                    <a:pt x="2996" y="4219"/>
                  </a:lnTo>
                  <a:cubicBezTo>
                    <a:pt x="3220" y="4476"/>
                    <a:pt x="3534" y="4605"/>
                    <a:pt x="3849" y="4605"/>
                  </a:cubicBezTo>
                  <a:cubicBezTo>
                    <a:pt x="4139" y="4605"/>
                    <a:pt x="4429" y="4495"/>
                    <a:pt x="4651" y="4274"/>
                  </a:cubicBezTo>
                  <a:cubicBezTo>
                    <a:pt x="4771" y="4154"/>
                    <a:pt x="4860" y="4013"/>
                    <a:pt x="4918" y="3856"/>
                  </a:cubicBezTo>
                  <a:lnTo>
                    <a:pt x="4918" y="3856"/>
                  </a:lnTo>
                  <a:cubicBezTo>
                    <a:pt x="4792" y="3901"/>
                    <a:pt x="4661" y="3922"/>
                    <a:pt x="4532" y="3922"/>
                  </a:cubicBezTo>
                  <a:cubicBezTo>
                    <a:pt x="4211" y="3922"/>
                    <a:pt x="3898" y="3786"/>
                    <a:pt x="3678" y="3537"/>
                  </a:cubicBezTo>
                  <a:lnTo>
                    <a:pt x="583"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9"/>
            <p:cNvSpPr/>
            <p:nvPr/>
          </p:nvSpPr>
          <p:spPr>
            <a:xfrm>
              <a:off x="4126094" y="2753186"/>
              <a:ext cx="282225" cy="257130"/>
            </a:xfrm>
            <a:custGeom>
              <a:rect b="b" l="l" r="r" t="t"/>
              <a:pathLst>
                <a:path extrusionOk="0" h="9816" w="10774">
                  <a:moveTo>
                    <a:pt x="5385" y="0"/>
                  </a:moveTo>
                  <a:cubicBezTo>
                    <a:pt x="4129" y="0"/>
                    <a:pt x="2873" y="479"/>
                    <a:pt x="1916" y="1437"/>
                  </a:cubicBezTo>
                  <a:cubicBezTo>
                    <a:pt x="0" y="3353"/>
                    <a:pt x="0" y="6461"/>
                    <a:pt x="1916" y="8376"/>
                  </a:cubicBezTo>
                  <a:cubicBezTo>
                    <a:pt x="2873" y="9336"/>
                    <a:pt x="4129" y="9816"/>
                    <a:pt x="5385" y="9816"/>
                  </a:cubicBezTo>
                  <a:cubicBezTo>
                    <a:pt x="6641" y="9816"/>
                    <a:pt x="7897" y="9336"/>
                    <a:pt x="8855" y="8376"/>
                  </a:cubicBezTo>
                  <a:cubicBezTo>
                    <a:pt x="10774" y="6461"/>
                    <a:pt x="10774" y="3353"/>
                    <a:pt x="8855" y="1437"/>
                  </a:cubicBezTo>
                  <a:cubicBezTo>
                    <a:pt x="7897" y="479"/>
                    <a:pt x="6641" y="0"/>
                    <a:pt x="538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9"/>
            <p:cNvSpPr/>
            <p:nvPr/>
          </p:nvSpPr>
          <p:spPr>
            <a:xfrm>
              <a:off x="4159021" y="2783179"/>
              <a:ext cx="216371" cy="197144"/>
            </a:xfrm>
            <a:custGeom>
              <a:rect b="b" l="l" r="r" t="t"/>
              <a:pathLst>
                <a:path extrusionOk="0" h="7526" w="8260">
                  <a:moveTo>
                    <a:pt x="4128" y="1"/>
                  </a:moveTo>
                  <a:cubicBezTo>
                    <a:pt x="3165" y="1"/>
                    <a:pt x="2202" y="367"/>
                    <a:pt x="1467" y="1101"/>
                  </a:cubicBezTo>
                  <a:cubicBezTo>
                    <a:pt x="1" y="2571"/>
                    <a:pt x="1" y="4952"/>
                    <a:pt x="1467" y="6423"/>
                  </a:cubicBezTo>
                  <a:cubicBezTo>
                    <a:pt x="2202" y="7158"/>
                    <a:pt x="3165" y="7525"/>
                    <a:pt x="4128" y="7525"/>
                  </a:cubicBezTo>
                  <a:cubicBezTo>
                    <a:pt x="5091" y="7525"/>
                    <a:pt x="6054" y="7158"/>
                    <a:pt x="6789" y="6423"/>
                  </a:cubicBezTo>
                  <a:cubicBezTo>
                    <a:pt x="8259" y="4952"/>
                    <a:pt x="8259" y="2571"/>
                    <a:pt x="6789" y="1101"/>
                  </a:cubicBezTo>
                  <a:cubicBezTo>
                    <a:pt x="6054" y="367"/>
                    <a:pt x="5091" y="1"/>
                    <a:pt x="4128"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9"/>
            <p:cNvSpPr/>
            <p:nvPr/>
          </p:nvSpPr>
          <p:spPr>
            <a:xfrm>
              <a:off x="4157135" y="2803742"/>
              <a:ext cx="188002" cy="176580"/>
            </a:xfrm>
            <a:custGeom>
              <a:rect b="b" l="l" r="r" t="t"/>
              <a:pathLst>
                <a:path extrusionOk="0" h="6741" w="7177">
                  <a:moveTo>
                    <a:pt x="1896" y="0"/>
                  </a:moveTo>
                  <a:lnTo>
                    <a:pt x="1896" y="0"/>
                  </a:lnTo>
                  <a:cubicBezTo>
                    <a:pt x="1772" y="96"/>
                    <a:pt x="1652" y="203"/>
                    <a:pt x="1539" y="316"/>
                  </a:cubicBezTo>
                  <a:cubicBezTo>
                    <a:pt x="1" y="1851"/>
                    <a:pt x="83" y="4366"/>
                    <a:pt x="1711" y="5802"/>
                  </a:cubicBezTo>
                  <a:cubicBezTo>
                    <a:pt x="2428" y="6433"/>
                    <a:pt x="3314" y="6741"/>
                    <a:pt x="4195" y="6741"/>
                  </a:cubicBezTo>
                  <a:cubicBezTo>
                    <a:pt x="5317" y="6741"/>
                    <a:pt x="6431" y="6242"/>
                    <a:pt x="7176" y="5278"/>
                  </a:cubicBezTo>
                  <a:lnTo>
                    <a:pt x="7176" y="5278"/>
                  </a:lnTo>
                  <a:cubicBezTo>
                    <a:pt x="6495" y="5804"/>
                    <a:pt x="5685" y="6063"/>
                    <a:pt x="4877" y="6063"/>
                  </a:cubicBezTo>
                  <a:cubicBezTo>
                    <a:pt x="3909" y="6063"/>
                    <a:pt x="2945" y="5691"/>
                    <a:pt x="2214" y="4962"/>
                  </a:cubicBezTo>
                  <a:cubicBezTo>
                    <a:pt x="875" y="3623"/>
                    <a:pt x="741" y="1498"/>
                    <a:pt x="189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9"/>
            <p:cNvSpPr/>
            <p:nvPr/>
          </p:nvSpPr>
          <p:spPr>
            <a:xfrm>
              <a:off x="4367455" y="2983073"/>
              <a:ext cx="54250" cy="53281"/>
            </a:xfrm>
            <a:custGeom>
              <a:rect b="b" l="l" r="r" t="t"/>
              <a:pathLst>
                <a:path extrusionOk="0" h="2034" w="2071">
                  <a:moveTo>
                    <a:pt x="1078" y="1"/>
                  </a:moveTo>
                  <a:cubicBezTo>
                    <a:pt x="982" y="1"/>
                    <a:pt x="886" y="38"/>
                    <a:pt x="813" y="111"/>
                  </a:cubicBezTo>
                  <a:lnTo>
                    <a:pt x="148" y="776"/>
                  </a:lnTo>
                  <a:cubicBezTo>
                    <a:pt x="11" y="913"/>
                    <a:pt x="1" y="1139"/>
                    <a:pt x="131" y="1286"/>
                  </a:cubicBezTo>
                  <a:lnTo>
                    <a:pt x="785" y="2033"/>
                  </a:lnTo>
                  <a:lnTo>
                    <a:pt x="2070" y="748"/>
                  </a:lnTo>
                  <a:lnTo>
                    <a:pt x="1323" y="94"/>
                  </a:lnTo>
                  <a:cubicBezTo>
                    <a:pt x="1253" y="32"/>
                    <a:pt x="1165" y="1"/>
                    <a:pt x="107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9"/>
            <p:cNvSpPr/>
            <p:nvPr/>
          </p:nvSpPr>
          <p:spPr>
            <a:xfrm>
              <a:off x="4367455" y="2991979"/>
              <a:ext cx="38454" cy="44374"/>
            </a:xfrm>
            <a:custGeom>
              <a:rect b="b" l="l" r="r" t="t"/>
              <a:pathLst>
                <a:path extrusionOk="0" h="1694" w="1468">
                  <a:moveTo>
                    <a:pt x="583" y="0"/>
                  </a:moveTo>
                  <a:lnTo>
                    <a:pt x="148" y="436"/>
                  </a:lnTo>
                  <a:cubicBezTo>
                    <a:pt x="11" y="576"/>
                    <a:pt x="1" y="799"/>
                    <a:pt x="131" y="946"/>
                  </a:cubicBezTo>
                  <a:lnTo>
                    <a:pt x="785" y="1693"/>
                  </a:lnTo>
                  <a:lnTo>
                    <a:pt x="1467" y="1011"/>
                  </a:lnTo>
                  <a:lnTo>
                    <a:pt x="583" y="0"/>
                  </a:ln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9"/>
            <p:cNvSpPr/>
            <p:nvPr/>
          </p:nvSpPr>
          <p:spPr>
            <a:xfrm>
              <a:off x="4212721" y="2810370"/>
              <a:ext cx="108788" cy="30255"/>
            </a:xfrm>
            <a:custGeom>
              <a:rect b="b" l="l" r="r" t="t"/>
              <a:pathLst>
                <a:path extrusionOk="0" h="1155" w="4153">
                  <a:moveTo>
                    <a:pt x="2078" y="0"/>
                  </a:moveTo>
                  <a:cubicBezTo>
                    <a:pt x="1381" y="0"/>
                    <a:pt x="684" y="267"/>
                    <a:pt x="151" y="800"/>
                  </a:cubicBezTo>
                  <a:cubicBezTo>
                    <a:pt x="1" y="947"/>
                    <a:pt x="140" y="1155"/>
                    <a:pt x="301" y="1155"/>
                  </a:cubicBezTo>
                  <a:cubicBezTo>
                    <a:pt x="349" y="1155"/>
                    <a:pt x="400" y="1136"/>
                    <a:pt x="445" y="1091"/>
                  </a:cubicBezTo>
                  <a:cubicBezTo>
                    <a:pt x="896" y="640"/>
                    <a:pt x="1487" y="415"/>
                    <a:pt x="2078" y="415"/>
                  </a:cubicBezTo>
                  <a:cubicBezTo>
                    <a:pt x="2669" y="415"/>
                    <a:pt x="3260" y="640"/>
                    <a:pt x="3711" y="1091"/>
                  </a:cubicBezTo>
                  <a:cubicBezTo>
                    <a:pt x="3756" y="1136"/>
                    <a:pt x="3807" y="1155"/>
                    <a:pt x="3855" y="1155"/>
                  </a:cubicBezTo>
                  <a:cubicBezTo>
                    <a:pt x="4015" y="1155"/>
                    <a:pt x="4152" y="947"/>
                    <a:pt x="4002" y="800"/>
                  </a:cubicBezTo>
                  <a:cubicBezTo>
                    <a:pt x="3471" y="267"/>
                    <a:pt x="2775" y="0"/>
                    <a:pt x="2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9"/>
            <p:cNvSpPr/>
            <p:nvPr/>
          </p:nvSpPr>
          <p:spPr>
            <a:xfrm>
              <a:off x="4123213" y="2747816"/>
              <a:ext cx="384307" cy="370135"/>
            </a:xfrm>
            <a:custGeom>
              <a:rect b="b" l="l" r="r" t="t"/>
              <a:pathLst>
                <a:path extrusionOk="0" h="14130" w="14671">
                  <a:moveTo>
                    <a:pt x="9284" y="8550"/>
                  </a:moveTo>
                  <a:lnTo>
                    <a:pt x="9835" y="9102"/>
                  </a:lnTo>
                  <a:lnTo>
                    <a:pt x="9482" y="9452"/>
                  </a:lnTo>
                  <a:lnTo>
                    <a:pt x="8931" y="8900"/>
                  </a:lnTo>
                  <a:cubicBezTo>
                    <a:pt x="9057" y="8783"/>
                    <a:pt x="9174" y="8670"/>
                    <a:pt x="9284" y="8550"/>
                  </a:cubicBezTo>
                  <a:close/>
                  <a:moveTo>
                    <a:pt x="5489" y="410"/>
                  </a:moveTo>
                  <a:cubicBezTo>
                    <a:pt x="7266" y="410"/>
                    <a:pt x="8901" y="1412"/>
                    <a:pt x="9698" y="3013"/>
                  </a:cubicBezTo>
                  <a:cubicBezTo>
                    <a:pt x="10531" y="4678"/>
                    <a:pt x="10301" y="6676"/>
                    <a:pt x="9116" y="8112"/>
                  </a:cubicBezTo>
                  <a:lnTo>
                    <a:pt x="9109" y="8119"/>
                  </a:lnTo>
                  <a:cubicBezTo>
                    <a:pt x="8924" y="8338"/>
                    <a:pt x="8722" y="8544"/>
                    <a:pt x="8499" y="8729"/>
                  </a:cubicBezTo>
                  <a:lnTo>
                    <a:pt x="8492" y="8732"/>
                  </a:lnTo>
                  <a:cubicBezTo>
                    <a:pt x="7618" y="9457"/>
                    <a:pt x="6554" y="9814"/>
                    <a:pt x="5492" y="9814"/>
                  </a:cubicBezTo>
                  <a:cubicBezTo>
                    <a:pt x="4285" y="9814"/>
                    <a:pt x="3081" y="9351"/>
                    <a:pt x="2170" y="8437"/>
                  </a:cubicBezTo>
                  <a:cubicBezTo>
                    <a:pt x="850" y="7121"/>
                    <a:pt x="436" y="5151"/>
                    <a:pt x="1107" y="3414"/>
                  </a:cubicBezTo>
                  <a:cubicBezTo>
                    <a:pt x="1779" y="1680"/>
                    <a:pt x="3413" y="504"/>
                    <a:pt x="5271" y="415"/>
                  </a:cubicBezTo>
                  <a:cubicBezTo>
                    <a:pt x="5344" y="412"/>
                    <a:pt x="5416" y="410"/>
                    <a:pt x="5489" y="410"/>
                  </a:cubicBezTo>
                  <a:close/>
                  <a:moveTo>
                    <a:pt x="10402" y="9187"/>
                  </a:moveTo>
                  <a:cubicBezTo>
                    <a:pt x="10441" y="9187"/>
                    <a:pt x="10481" y="9201"/>
                    <a:pt x="10514" y="9229"/>
                  </a:cubicBezTo>
                  <a:lnTo>
                    <a:pt x="11093" y="9736"/>
                  </a:lnTo>
                  <a:lnTo>
                    <a:pt x="10120" y="10709"/>
                  </a:lnTo>
                  <a:lnTo>
                    <a:pt x="9613" y="10130"/>
                  </a:lnTo>
                  <a:cubicBezTo>
                    <a:pt x="9554" y="10065"/>
                    <a:pt x="9558" y="9966"/>
                    <a:pt x="9619" y="9901"/>
                  </a:cubicBezTo>
                  <a:lnTo>
                    <a:pt x="10284" y="9236"/>
                  </a:lnTo>
                  <a:cubicBezTo>
                    <a:pt x="10316" y="9204"/>
                    <a:pt x="10359" y="9187"/>
                    <a:pt x="10402" y="9187"/>
                  </a:cubicBezTo>
                  <a:close/>
                  <a:moveTo>
                    <a:pt x="11405" y="10010"/>
                  </a:moveTo>
                  <a:lnTo>
                    <a:pt x="13786" y="12094"/>
                  </a:lnTo>
                  <a:cubicBezTo>
                    <a:pt x="14184" y="12447"/>
                    <a:pt x="14204" y="13067"/>
                    <a:pt x="13827" y="13444"/>
                  </a:cubicBezTo>
                  <a:cubicBezTo>
                    <a:pt x="13644" y="13625"/>
                    <a:pt x="13407" y="13715"/>
                    <a:pt x="13170" y="13715"/>
                  </a:cubicBezTo>
                  <a:cubicBezTo>
                    <a:pt x="12914" y="13715"/>
                    <a:pt x="12660" y="13611"/>
                    <a:pt x="12477" y="13403"/>
                  </a:cubicBezTo>
                  <a:lnTo>
                    <a:pt x="10394" y="11025"/>
                  </a:lnTo>
                  <a:lnTo>
                    <a:pt x="11405" y="10010"/>
                  </a:lnTo>
                  <a:close/>
                  <a:moveTo>
                    <a:pt x="5498" y="0"/>
                  </a:moveTo>
                  <a:cubicBezTo>
                    <a:pt x="5387" y="0"/>
                    <a:pt x="5276" y="4"/>
                    <a:pt x="5165" y="11"/>
                  </a:cubicBezTo>
                  <a:cubicBezTo>
                    <a:pt x="3160" y="141"/>
                    <a:pt x="1416" y="1433"/>
                    <a:pt x="710" y="3311"/>
                  </a:cubicBezTo>
                  <a:cubicBezTo>
                    <a:pt x="1" y="5192"/>
                    <a:pt x="456" y="7312"/>
                    <a:pt x="1877" y="8731"/>
                  </a:cubicBezTo>
                  <a:lnTo>
                    <a:pt x="1877" y="8731"/>
                  </a:lnTo>
                  <a:cubicBezTo>
                    <a:pt x="2868" y="9723"/>
                    <a:pt x="4178" y="10228"/>
                    <a:pt x="5493" y="10228"/>
                  </a:cubicBezTo>
                  <a:cubicBezTo>
                    <a:pt x="6588" y="10228"/>
                    <a:pt x="7688" y="9878"/>
                    <a:pt x="8612" y="9167"/>
                  </a:cubicBezTo>
                  <a:lnTo>
                    <a:pt x="9212" y="9767"/>
                  </a:lnTo>
                  <a:cubicBezTo>
                    <a:pt x="9112" y="9976"/>
                    <a:pt x="9146" y="10226"/>
                    <a:pt x="9297" y="10401"/>
                  </a:cubicBezTo>
                  <a:lnTo>
                    <a:pt x="12165" y="13673"/>
                  </a:lnTo>
                  <a:cubicBezTo>
                    <a:pt x="12431" y="13977"/>
                    <a:pt x="12802" y="14130"/>
                    <a:pt x="13174" y="14130"/>
                  </a:cubicBezTo>
                  <a:cubicBezTo>
                    <a:pt x="13516" y="14130"/>
                    <a:pt x="13859" y="14000"/>
                    <a:pt x="14122" y="13739"/>
                  </a:cubicBezTo>
                  <a:cubicBezTo>
                    <a:pt x="14670" y="13190"/>
                    <a:pt x="14640" y="12292"/>
                    <a:pt x="14057" y="11782"/>
                  </a:cubicBezTo>
                  <a:lnTo>
                    <a:pt x="10784" y="8921"/>
                  </a:lnTo>
                  <a:cubicBezTo>
                    <a:pt x="10677" y="8826"/>
                    <a:pt x="10542" y="8776"/>
                    <a:pt x="10405" y="8776"/>
                  </a:cubicBezTo>
                  <a:cubicBezTo>
                    <a:pt x="10319" y="8776"/>
                    <a:pt x="10232" y="8795"/>
                    <a:pt x="10151" y="8835"/>
                  </a:cubicBezTo>
                  <a:lnTo>
                    <a:pt x="9551" y="8235"/>
                  </a:lnTo>
                  <a:cubicBezTo>
                    <a:pt x="10778" y="6642"/>
                    <a:pt x="10956" y="4479"/>
                    <a:pt x="10010" y="2708"/>
                  </a:cubicBezTo>
                  <a:cubicBezTo>
                    <a:pt x="9117" y="1032"/>
                    <a:pt x="7377" y="0"/>
                    <a:pt x="549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9"/>
            <p:cNvSpPr/>
            <p:nvPr/>
          </p:nvSpPr>
          <p:spPr>
            <a:xfrm>
              <a:off x="4273258" y="2778700"/>
              <a:ext cx="97995" cy="206102"/>
            </a:xfrm>
            <a:custGeom>
              <a:rect b="b" l="l" r="r" t="t"/>
              <a:pathLst>
                <a:path extrusionOk="0" h="7868" w="3741">
                  <a:moveTo>
                    <a:pt x="297" y="1"/>
                  </a:moveTo>
                  <a:cubicBezTo>
                    <a:pt x="59" y="1"/>
                    <a:pt x="15" y="376"/>
                    <a:pt x="276" y="415"/>
                  </a:cubicBezTo>
                  <a:cubicBezTo>
                    <a:pt x="2031" y="665"/>
                    <a:pt x="3329" y="2170"/>
                    <a:pt x="3326" y="3941"/>
                  </a:cubicBezTo>
                  <a:cubicBezTo>
                    <a:pt x="3323" y="5709"/>
                    <a:pt x="2017" y="7210"/>
                    <a:pt x="262" y="7454"/>
                  </a:cubicBezTo>
                  <a:cubicBezTo>
                    <a:pt x="0" y="7490"/>
                    <a:pt x="42" y="7867"/>
                    <a:pt x="286" y="7867"/>
                  </a:cubicBezTo>
                  <a:cubicBezTo>
                    <a:pt x="297" y="7867"/>
                    <a:pt x="309" y="7867"/>
                    <a:pt x="321" y="7865"/>
                  </a:cubicBezTo>
                  <a:cubicBezTo>
                    <a:pt x="2277" y="7587"/>
                    <a:pt x="3730" y="5915"/>
                    <a:pt x="3737" y="3941"/>
                  </a:cubicBezTo>
                  <a:cubicBezTo>
                    <a:pt x="3741" y="1964"/>
                    <a:pt x="2291" y="288"/>
                    <a:pt x="334" y="4"/>
                  </a:cubicBezTo>
                  <a:cubicBezTo>
                    <a:pt x="322" y="2"/>
                    <a:pt x="309" y="1"/>
                    <a:pt x="2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9"/>
            <p:cNvSpPr/>
            <p:nvPr/>
          </p:nvSpPr>
          <p:spPr>
            <a:xfrm>
              <a:off x="4153022" y="2778385"/>
              <a:ext cx="110098" cy="206626"/>
            </a:xfrm>
            <a:custGeom>
              <a:rect b="b" l="l" r="r" t="t"/>
              <a:pathLst>
                <a:path extrusionOk="0" h="7888" w="4203">
                  <a:moveTo>
                    <a:pt x="3915" y="1"/>
                  </a:moveTo>
                  <a:cubicBezTo>
                    <a:pt x="3907" y="1"/>
                    <a:pt x="3898" y="1"/>
                    <a:pt x="3889" y="2"/>
                  </a:cubicBezTo>
                  <a:cubicBezTo>
                    <a:pt x="3002" y="101"/>
                    <a:pt x="2180" y="502"/>
                    <a:pt x="1549" y="1136"/>
                  </a:cubicBezTo>
                  <a:cubicBezTo>
                    <a:pt x="0" y="2689"/>
                    <a:pt x="0" y="5201"/>
                    <a:pt x="1549" y="6753"/>
                  </a:cubicBezTo>
                  <a:cubicBezTo>
                    <a:pt x="2176" y="7387"/>
                    <a:pt x="3002" y="7784"/>
                    <a:pt x="3889" y="7887"/>
                  </a:cubicBezTo>
                  <a:lnTo>
                    <a:pt x="3913" y="7887"/>
                  </a:lnTo>
                  <a:cubicBezTo>
                    <a:pt x="3916" y="7887"/>
                    <a:pt x="3918" y="7887"/>
                    <a:pt x="3920" y="7887"/>
                  </a:cubicBezTo>
                  <a:cubicBezTo>
                    <a:pt x="4181" y="7887"/>
                    <a:pt x="4202" y="7496"/>
                    <a:pt x="3937" y="7476"/>
                  </a:cubicBezTo>
                  <a:cubicBezTo>
                    <a:pt x="3142" y="7383"/>
                    <a:pt x="2406" y="7024"/>
                    <a:pt x="1844" y="6458"/>
                  </a:cubicBezTo>
                  <a:cubicBezTo>
                    <a:pt x="456" y="5067"/>
                    <a:pt x="456" y="2819"/>
                    <a:pt x="1844" y="1428"/>
                  </a:cubicBezTo>
                  <a:cubicBezTo>
                    <a:pt x="2406" y="862"/>
                    <a:pt x="3142" y="502"/>
                    <a:pt x="3937" y="413"/>
                  </a:cubicBezTo>
                  <a:cubicBezTo>
                    <a:pt x="4051" y="400"/>
                    <a:pt x="4133" y="297"/>
                    <a:pt x="4119" y="180"/>
                  </a:cubicBezTo>
                  <a:cubicBezTo>
                    <a:pt x="4106" y="76"/>
                    <a:pt x="4018" y="1"/>
                    <a:pt x="391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79"/>
          <p:cNvGrpSpPr/>
          <p:nvPr/>
        </p:nvGrpSpPr>
        <p:grpSpPr>
          <a:xfrm>
            <a:off x="5178923" y="2743677"/>
            <a:ext cx="460980" cy="374353"/>
            <a:chOff x="5178923" y="2743677"/>
            <a:chExt cx="460980" cy="374353"/>
          </a:xfrm>
        </p:grpSpPr>
        <p:sp>
          <p:nvSpPr>
            <p:cNvPr id="7556" name="Google Shape;7556;p79"/>
            <p:cNvSpPr/>
            <p:nvPr/>
          </p:nvSpPr>
          <p:spPr>
            <a:xfrm>
              <a:off x="5185656" y="2779328"/>
              <a:ext cx="447515" cy="331969"/>
            </a:xfrm>
            <a:custGeom>
              <a:rect b="b" l="l" r="r" t="t"/>
              <a:pathLst>
                <a:path extrusionOk="0" h="12673" w="17084">
                  <a:moveTo>
                    <a:pt x="16264" y="0"/>
                  </a:moveTo>
                  <a:cubicBezTo>
                    <a:pt x="16262" y="0"/>
                    <a:pt x="16260" y="0"/>
                    <a:pt x="16258" y="0"/>
                  </a:cubicBezTo>
                  <a:lnTo>
                    <a:pt x="827" y="0"/>
                  </a:lnTo>
                  <a:cubicBezTo>
                    <a:pt x="371" y="0"/>
                    <a:pt x="1" y="370"/>
                    <a:pt x="1" y="826"/>
                  </a:cubicBezTo>
                  <a:lnTo>
                    <a:pt x="1" y="11847"/>
                  </a:lnTo>
                  <a:cubicBezTo>
                    <a:pt x="1" y="12303"/>
                    <a:pt x="371" y="12673"/>
                    <a:pt x="827" y="12673"/>
                  </a:cubicBezTo>
                  <a:lnTo>
                    <a:pt x="16258" y="12673"/>
                  </a:lnTo>
                  <a:cubicBezTo>
                    <a:pt x="16713" y="12673"/>
                    <a:pt x="17083" y="12303"/>
                    <a:pt x="17083" y="11847"/>
                  </a:cubicBezTo>
                  <a:lnTo>
                    <a:pt x="17083" y="826"/>
                  </a:lnTo>
                  <a:cubicBezTo>
                    <a:pt x="17083" y="369"/>
                    <a:pt x="16717" y="0"/>
                    <a:pt x="16264"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9"/>
            <p:cNvSpPr/>
            <p:nvPr/>
          </p:nvSpPr>
          <p:spPr>
            <a:xfrm>
              <a:off x="5185656" y="2779328"/>
              <a:ext cx="447437" cy="43300"/>
            </a:xfrm>
            <a:custGeom>
              <a:rect b="b" l="l" r="r" t="t"/>
              <a:pathLst>
                <a:path extrusionOk="0" h="1653" w="17081">
                  <a:moveTo>
                    <a:pt x="827" y="0"/>
                  </a:moveTo>
                  <a:cubicBezTo>
                    <a:pt x="371" y="0"/>
                    <a:pt x="1" y="370"/>
                    <a:pt x="1" y="826"/>
                  </a:cubicBezTo>
                  <a:lnTo>
                    <a:pt x="1" y="1652"/>
                  </a:lnTo>
                  <a:lnTo>
                    <a:pt x="17080" y="1652"/>
                  </a:lnTo>
                  <a:lnTo>
                    <a:pt x="17080" y="826"/>
                  </a:lnTo>
                  <a:cubicBezTo>
                    <a:pt x="17080" y="370"/>
                    <a:pt x="16713" y="0"/>
                    <a:pt x="16258"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9"/>
            <p:cNvSpPr/>
            <p:nvPr/>
          </p:nvSpPr>
          <p:spPr>
            <a:xfrm>
              <a:off x="5207293" y="2779328"/>
              <a:ext cx="72193" cy="36097"/>
            </a:xfrm>
            <a:custGeom>
              <a:rect b="b" l="l" r="r" t="t"/>
              <a:pathLst>
                <a:path extrusionOk="0" h="1378" w="2756">
                  <a:moveTo>
                    <a:pt x="1" y="0"/>
                  </a:moveTo>
                  <a:lnTo>
                    <a:pt x="1" y="275"/>
                  </a:lnTo>
                  <a:cubicBezTo>
                    <a:pt x="1" y="881"/>
                    <a:pt x="494" y="1375"/>
                    <a:pt x="1104" y="1378"/>
                  </a:cubicBezTo>
                  <a:lnTo>
                    <a:pt x="1652" y="1378"/>
                  </a:lnTo>
                  <a:cubicBezTo>
                    <a:pt x="2262" y="1375"/>
                    <a:pt x="2756"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9"/>
            <p:cNvSpPr/>
            <p:nvPr/>
          </p:nvSpPr>
          <p:spPr>
            <a:xfrm>
              <a:off x="5539340" y="2779328"/>
              <a:ext cx="72193" cy="36097"/>
            </a:xfrm>
            <a:custGeom>
              <a:rect b="b" l="l" r="r" t="t"/>
              <a:pathLst>
                <a:path extrusionOk="0" h="1378" w="2756">
                  <a:moveTo>
                    <a:pt x="0" y="0"/>
                  </a:moveTo>
                  <a:lnTo>
                    <a:pt x="0" y="275"/>
                  </a:lnTo>
                  <a:cubicBezTo>
                    <a:pt x="0" y="881"/>
                    <a:pt x="490" y="1375"/>
                    <a:pt x="1100" y="1378"/>
                  </a:cubicBezTo>
                  <a:lnTo>
                    <a:pt x="1652" y="1378"/>
                  </a:lnTo>
                  <a:cubicBezTo>
                    <a:pt x="2259" y="1378"/>
                    <a:pt x="2752"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9"/>
            <p:cNvSpPr/>
            <p:nvPr/>
          </p:nvSpPr>
          <p:spPr>
            <a:xfrm>
              <a:off x="5228930" y="2750409"/>
              <a:ext cx="28945" cy="43300"/>
            </a:xfrm>
            <a:custGeom>
              <a:rect b="b" l="l" r="r" t="t"/>
              <a:pathLst>
                <a:path extrusionOk="0" h="1653" w="1105">
                  <a:moveTo>
                    <a:pt x="278" y="1"/>
                  </a:moveTo>
                  <a:cubicBezTo>
                    <a:pt x="124" y="1"/>
                    <a:pt x="1" y="124"/>
                    <a:pt x="1" y="275"/>
                  </a:cubicBezTo>
                  <a:lnTo>
                    <a:pt x="1" y="1379"/>
                  </a:lnTo>
                  <a:cubicBezTo>
                    <a:pt x="1" y="1529"/>
                    <a:pt x="124" y="1653"/>
                    <a:pt x="278" y="1653"/>
                  </a:cubicBezTo>
                  <a:lnTo>
                    <a:pt x="826" y="1653"/>
                  </a:lnTo>
                  <a:cubicBezTo>
                    <a:pt x="981" y="1653"/>
                    <a:pt x="1104" y="1529"/>
                    <a:pt x="1104" y="1379"/>
                  </a:cubicBezTo>
                  <a:lnTo>
                    <a:pt x="1104" y="275"/>
                  </a:lnTo>
                  <a:cubicBezTo>
                    <a:pt x="1104" y="124"/>
                    <a:pt x="981"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9"/>
            <p:cNvSpPr/>
            <p:nvPr/>
          </p:nvSpPr>
          <p:spPr>
            <a:xfrm>
              <a:off x="5228930" y="2750409"/>
              <a:ext cx="28945" cy="21663"/>
            </a:xfrm>
            <a:custGeom>
              <a:rect b="b" l="l" r="r" t="t"/>
              <a:pathLst>
                <a:path extrusionOk="0" h="827" w="1105">
                  <a:moveTo>
                    <a:pt x="278" y="1"/>
                  </a:moveTo>
                  <a:cubicBezTo>
                    <a:pt x="124" y="1"/>
                    <a:pt x="1" y="124"/>
                    <a:pt x="1" y="275"/>
                  </a:cubicBezTo>
                  <a:lnTo>
                    <a:pt x="1" y="827"/>
                  </a:lnTo>
                  <a:lnTo>
                    <a:pt x="1104" y="827"/>
                  </a:lnTo>
                  <a:lnTo>
                    <a:pt x="1104" y="275"/>
                  </a:lnTo>
                  <a:cubicBezTo>
                    <a:pt x="1104" y="124"/>
                    <a:pt x="981"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9"/>
            <p:cNvSpPr/>
            <p:nvPr/>
          </p:nvSpPr>
          <p:spPr>
            <a:xfrm>
              <a:off x="5560978" y="2750409"/>
              <a:ext cx="28841" cy="43300"/>
            </a:xfrm>
            <a:custGeom>
              <a:rect b="b" l="l" r="r" t="t"/>
              <a:pathLst>
                <a:path extrusionOk="0" h="1653" w="1101">
                  <a:moveTo>
                    <a:pt x="274" y="1"/>
                  </a:moveTo>
                  <a:cubicBezTo>
                    <a:pt x="120" y="1"/>
                    <a:pt x="0" y="124"/>
                    <a:pt x="0" y="275"/>
                  </a:cubicBezTo>
                  <a:lnTo>
                    <a:pt x="0" y="1379"/>
                  </a:lnTo>
                  <a:cubicBezTo>
                    <a:pt x="0" y="1529"/>
                    <a:pt x="120" y="1653"/>
                    <a:pt x="274" y="1653"/>
                  </a:cubicBezTo>
                  <a:lnTo>
                    <a:pt x="826" y="1653"/>
                  </a:lnTo>
                  <a:cubicBezTo>
                    <a:pt x="977" y="1653"/>
                    <a:pt x="1100" y="1529"/>
                    <a:pt x="1100" y="1379"/>
                  </a:cubicBezTo>
                  <a:lnTo>
                    <a:pt x="1100" y="275"/>
                  </a:lnTo>
                  <a:cubicBezTo>
                    <a:pt x="1100" y="124"/>
                    <a:pt x="977"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9"/>
            <p:cNvSpPr/>
            <p:nvPr/>
          </p:nvSpPr>
          <p:spPr>
            <a:xfrm>
              <a:off x="5560978" y="2750409"/>
              <a:ext cx="28919" cy="21663"/>
            </a:xfrm>
            <a:custGeom>
              <a:rect b="b" l="l" r="r" t="t"/>
              <a:pathLst>
                <a:path extrusionOk="0" h="827" w="1104">
                  <a:moveTo>
                    <a:pt x="274" y="1"/>
                  </a:moveTo>
                  <a:cubicBezTo>
                    <a:pt x="124" y="1"/>
                    <a:pt x="0" y="124"/>
                    <a:pt x="0" y="275"/>
                  </a:cubicBezTo>
                  <a:lnTo>
                    <a:pt x="0" y="827"/>
                  </a:lnTo>
                  <a:lnTo>
                    <a:pt x="1104" y="827"/>
                  </a:lnTo>
                  <a:lnTo>
                    <a:pt x="1104" y="275"/>
                  </a:lnTo>
                  <a:cubicBezTo>
                    <a:pt x="1104" y="124"/>
                    <a:pt x="980"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9"/>
            <p:cNvSpPr/>
            <p:nvPr/>
          </p:nvSpPr>
          <p:spPr>
            <a:xfrm>
              <a:off x="5185656" y="2822603"/>
              <a:ext cx="447437" cy="21637"/>
            </a:xfrm>
            <a:custGeom>
              <a:rect b="b" l="l" r="r" t="t"/>
              <a:pathLst>
                <a:path extrusionOk="0" h="826" w="17081">
                  <a:moveTo>
                    <a:pt x="1" y="0"/>
                  </a:moveTo>
                  <a:lnTo>
                    <a:pt x="1" y="826"/>
                  </a:lnTo>
                  <a:lnTo>
                    <a:pt x="17080" y="826"/>
                  </a:lnTo>
                  <a:lnTo>
                    <a:pt x="17080"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9"/>
            <p:cNvSpPr/>
            <p:nvPr/>
          </p:nvSpPr>
          <p:spPr>
            <a:xfrm>
              <a:off x="5178923" y="2743677"/>
              <a:ext cx="460980" cy="374353"/>
            </a:xfrm>
            <a:custGeom>
              <a:rect b="b" l="l" r="r" t="t"/>
              <a:pathLst>
                <a:path extrusionOk="0" h="14291" w="17598">
                  <a:moveTo>
                    <a:pt x="2739" y="515"/>
                  </a:moveTo>
                  <a:cubicBezTo>
                    <a:pt x="2746" y="515"/>
                    <a:pt x="2756" y="525"/>
                    <a:pt x="2756" y="532"/>
                  </a:cubicBezTo>
                  <a:lnTo>
                    <a:pt x="2756" y="1636"/>
                  </a:lnTo>
                  <a:cubicBezTo>
                    <a:pt x="2756" y="1646"/>
                    <a:pt x="2746" y="1653"/>
                    <a:pt x="2739" y="1653"/>
                  </a:cubicBezTo>
                  <a:lnTo>
                    <a:pt x="2187" y="1653"/>
                  </a:lnTo>
                  <a:cubicBezTo>
                    <a:pt x="2177" y="1653"/>
                    <a:pt x="2170" y="1646"/>
                    <a:pt x="2170" y="1636"/>
                  </a:cubicBezTo>
                  <a:lnTo>
                    <a:pt x="2170" y="532"/>
                  </a:lnTo>
                  <a:cubicBezTo>
                    <a:pt x="2170" y="525"/>
                    <a:pt x="2177" y="515"/>
                    <a:pt x="2187" y="515"/>
                  </a:cubicBezTo>
                  <a:close/>
                  <a:moveTo>
                    <a:pt x="15411" y="515"/>
                  </a:moveTo>
                  <a:cubicBezTo>
                    <a:pt x="15421" y="515"/>
                    <a:pt x="15428" y="525"/>
                    <a:pt x="15428" y="532"/>
                  </a:cubicBezTo>
                  <a:lnTo>
                    <a:pt x="15428" y="1636"/>
                  </a:lnTo>
                  <a:cubicBezTo>
                    <a:pt x="15428" y="1646"/>
                    <a:pt x="15421" y="1653"/>
                    <a:pt x="15411" y="1653"/>
                  </a:cubicBezTo>
                  <a:lnTo>
                    <a:pt x="14859" y="1653"/>
                  </a:lnTo>
                  <a:cubicBezTo>
                    <a:pt x="14849" y="1653"/>
                    <a:pt x="14842" y="1646"/>
                    <a:pt x="14842" y="1636"/>
                  </a:cubicBezTo>
                  <a:lnTo>
                    <a:pt x="14842" y="532"/>
                  </a:lnTo>
                  <a:cubicBezTo>
                    <a:pt x="14842" y="525"/>
                    <a:pt x="14849" y="515"/>
                    <a:pt x="14859" y="515"/>
                  </a:cubicBezTo>
                  <a:close/>
                  <a:moveTo>
                    <a:pt x="16515" y="1618"/>
                  </a:moveTo>
                  <a:cubicBezTo>
                    <a:pt x="16826" y="1618"/>
                    <a:pt x="17080" y="1872"/>
                    <a:pt x="17083" y="2187"/>
                  </a:cubicBezTo>
                  <a:lnTo>
                    <a:pt x="17083" y="13208"/>
                  </a:lnTo>
                  <a:cubicBezTo>
                    <a:pt x="17080" y="13520"/>
                    <a:pt x="16826" y="13777"/>
                    <a:pt x="16515" y="13777"/>
                  </a:cubicBezTo>
                  <a:lnTo>
                    <a:pt x="1084" y="13777"/>
                  </a:lnTo>
                  <a:cubicBezTo>
                    <a:pt x="768" y="13777"/>
                    <a:pt x="515" y="13520"/>
                    <a:pt x="515" y="13208"/>
                  </a:cubicBezTo>
                  <a:lnTo>
                    <a:pt x="515" y="2187"/>
                  </a:lnTo>
                  <a:cubicBezTo>
                    <a:pt x="515" y="1872"/>
                    <a:pt x="768" y="1618"/>
                    <a:pt x="1084" y="1618"/>
                  </a:cubicBezTo>
                  <a:lnTo>
                    <a:pt x="1653" y="1618"/>
                  </a:lnTo>
                  <a:lnTo>
                    <a:pt x="1653" y="1636"/>
                  </a:lnTo>
                  <a:cubicBezTo>
                    <a:pt x="1653" y="1930"/>
                    <a:pt x="1892" y="2167"/>
                    <a:pt x="2187" y="2170"/>
                  </a:cubicBezTo>
                  <a:lnTo>
                    <a:pt x="2735" y="2170"/>
                  </a:lnTo>
                  <a:cubicBezTo>
                    <a:pt x="3030" y="2167"/>
                    <a:pt x="3270" y="1930"/>
                    <a:pt x="3270" y="1636"/>
                  </a:cubicBezTo>
                  <a:lnTo>
                    <a:pt x="3270" y="1618"/>
                  </a:lnTo>
                  <a:lnTo>
                    <a:pt x="14325" y="1618"/>
                  </a:lnTo>
                  <a:lnTo>
                    <a:pt x="14325" y="1636"/>
                  </a:lnTo>
                  <a:cubicBezTo>
                    <a:pt x="14325" y="1930"/>
                    <a:pt x="14565" y="2167"/>
                    <a:pt x="14859" y="2170"/>
                  </a:cubicBezTo>
                  <a:lnTo>
                    <a:pt x="15411" y="2170"/>
                  </a:lnTo>
                  <a:cubicBezTo>
                    <a:pt x="15706" y="2167"/>
                    <a:pt x="15942" y="1930"/>
                    <a:pt x="15942" y="1636"/>
                  </a:cubicBezTo>
                  <a:lnTo>
                    <a:pt x="15942" y="1618"/>
                  </a:lnTo>
                  <a:close/>
                  <a:moveTo>
                    <a:pt x="2187" y="1"/>
                  </a:moveTo>
                  <a:cubicBezTo>
                    <a:pt x="1892" y="1"/>
                    <a:pt x="1653" y="237"/>
                    <a:pt x="1653" y="532"/>
                  </a:cubicBezTo>
                  <a:lnTo>
                    <a:pt x="1653" y="1101"/>
                  </a:lnTo>
                  <a:lnTo>
                    <a:pt x="1084" y="1101"/>
                  </a:lnTo>
                  <a:cubicBezTo>
                    <a:pt x="484" y="1104"/>
                    <a:pt x="1" y="1588"/>
                    <a:pt x="1" y="2187"/>
                  </a:cubicBezTo>
                  <a:lnTo>
                    <a:pt x="1" y="13208"/>
                  </a:lnTo>
                  <a:cubicBezTo>
                    <a:pt x="1" y="13804"/>
                    <a:pt x="484" y="14291"/>
                    <a:pt x="1084" y="14291"/>
                  </a:cubicBezTo>
                  <a:lnTo>
                    <a:pt x="16515" y="14291"/>
                  </a:lnTo>
                  <a:cubicBezTo>
                    <a:pt x="17111" y="14291"/>
                    <a:pt x="17597" y="13804"/>
                    <a:pt x="17597" y="13208"/>
                  </a:cubicBezTo>
                  <a:lnTo>
                    <a:pt x="17597" y="2187"/>
                  </a:lnTo>
                  <a:cubicBezTo>
                    <a:pt x="17597" y="1588"/>
                    <a:pt x="17111" y="1104"/>
                    <a:pt x="16515" y="1101"/>
                  </a:cubicBezTo>
                  <a:lnTo>
                    <a:pt x="15942" y="1101"/>
                  </a:lnTo>
                  <a:lnTo>
                    <a:pt x="15942" y="532"/>
                  </a:lnTo>
                  <a:cubicBezTo>
                    <a:pt x="15942" y="237"/>
                    <a:pt x="15706" y="1"/>
                    <a:pt x="15411" y="1"/>
                  </a:cubicBezTo>
                  <a:lnTo>
                    <a:pt x="14859" y="1"/>
                  </a:lnTo>
                  <a:cubicBezTo>
                    <a:pt x="14565" y="1"/>
                    <a:pt x="14325" y="237"/>
                    <a:pt x="14325" y="532"/>
                  </a:cubicBezTo>
                  <a:lnTo>
                    <a:pt x="14325" y="1101"/>
                  </a:lnTo>
                  <a:lnTo>
                    <a:pt x="3270" y="1101"/>
                  </a:lnTo>
                  <a:lnTo>
                    <a:pt x="3270" y="532"/>
                  </a:lnTo>
                  <a:cubicBezTo>
                    <a:pt x="3270" y="237"/>
                    <a:pt x="3030" y="1"/>
                    <a:pt x="2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9"/>
            <p:cNvSpPr/>
            <p:nvPr/>
          </p:nvSpPr>
          <p:spPr>
            <a:xfrm>
              <a:off x="5207738" y="2815870"/>
              <a:ext cx="403272" cy="13490"/>
            </a:xfrm>
            <a:custGeom>
              <a:rect b="b" l="l" r="r" t="t"/>
              <a:pathLst>
                <a:path extrusionOk="0" h="515" w="15395">
                  <a:moveTo>
                    <a:pt x="258" y="0"/>
                  </a:moveTo>
                  <a:cubicBezTo>
                    <a:pt x="117" y="0"/>
                    <a:pt x="1" y="113"/>
                    <a:pt x="1" y="257"/>
                  </a:cubicBezTo>
                  <a:cubicBezTo>
                    <a:pt x="1" y="398"/>
                    <a:pt x="117" y="514"/>
                    <a:pt x="258" y="514"/>
                  </a:cubicBezTo>
                  <a:lnTo>
                    <a:pt x="15137" y="514"/>
                  </a:lnTo>
                  <a:cubicBezTo>
                    <a:pt x="15278" y="514"/>
                    <a:pt x="15394" y="398"/>
                    <a:pt x="15394" y="257"/>
                  </a:cubicBezTo>
                  <a:cubicBezTo>
                    <a:pt x="15394" y="113"/>
                    <a:pt x="15278" y="0"/>
                    <a:pt x="15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9"/>
            <p:cNvSpPr/>
            <p:nvPr/>
          </p:nvSpPr>
          <p:spPr>
            <a:xfrm>
              <a:off x="5229480" y="2873578"/>
              <a:ext cx="56738" cy="13490"/>
            </a:xfrm>
            <a:custGeom>
              <a:rect b="b" l="l" r="r" t="t"/>
              <a:pathLst>
                <a:path extrusionOk="0" h="515" w="2166">
                  <a:moveTo>
                    <a:pt x="257" y="1"/>
                  </a:moveTo>
                  <a:cubicBezTo>
                    <a:pt x="113" y="1"/>
                    <a:pt x="0" y="117"/>
                    <a:pt x="0" y="258"/>
                  </a:cubicBezTo>
                  <a:cubicBezTo>
                    <a:pt x="0" y="401"/>
                    <a:pt x="113" y="515"/>
                    <a:pt x="257" y="515"/>
                  </a:cubicBezTo>
                  <a:lnTo>
                    <a:pt x="1909" y="515"/>
                  </a:lnTo>
                  <a:cubicBezTo>
                    <a:pt x="2049" y="515"/>
                    <a:pt x="2166" y="401"/>
                    <a:pt x="2166" y="258"/>
                  </a:cubicBezTo>
                  <a:cubicBezTo>
                    <a:pt x="2166" y="117"/>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9"/>
            <p:cNvSpPr/>
            <p:nvPr/>
          </p:nvSpPr>
          <p:spPr>
            <a:xfrm>
              <a:off x="5330462" y="2873578"/>
              <a:ext cx="56765" cy="13490"/>
            </a:xfrm>
            <a:custGeom>
              <a:rect b="b" l="l" r="r" t="t"/>
              <a:pathLst>
                <a:path extrusionOk="0" h="515" w="2167">
                  <a:moveTo>
                    <a:pt x="257" y="1"/>
                  </a:moveTo>
                  <a:cubicBezTo>
                    <a:pt x="117" y="1"/>
                    <a:pt x="0" y="117"/>
                    <a:pt x="0" y="258"/>
                  </a:cubicBezTo>
                  <a:cubicBezTo>
                    <a:pt x="0" y="401"/>
                    <a:pt x="117" y="515"/>
                    <a:pt x="257" y="515"/>
                  </a:cubicBezTo>
                  <a:lnTo>
                    <a:pt x="1912" y="515"/>
                  </a:lnTo>
                  <a:cubicBezTo>
                    <a:pt x="2053" y="515"/>
                    <a:pt x="2166" y="401"/>
                    <a:pt x="2166" y="258"/>
                  </a:cubicBezTo>
                  <a:cubicBezTo>
                    <a:pt x="2166"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9"/>
            <p:cNvSpPr/>
            <p:nvPr/>
          </p:nvSpPr>
          <p:spPr>
            <a:xfrm>
              <a:off x="5532530" y="2873578"/>
              <a:ext cx="56843" cy="13490"/>
            </a:xfrm>
            <a:custGeom>
              <a:rect b="b" l="l" r="r" t="t"/>
              <a:pathLst>
                <a:path extrusionOk="0" h="515" w="2170">
                  <a:moveTo>
                    <a:pt x="257" y="1"/>
                  </a:moveTo>
                  <a:cubicBezTo>
                    <a:pt x="117" y="1"/>
                    <a:pt x="0" y="117"/>
                    <a:pt x="0" y="258"/>
                  </a:cubicBezTo>
                  <a:cubicBezTo>
                    <a:pt x="0" y="401"/>
                    <a:pt x="117" y="515"/>
                    <a:pt x="257" y="515"/>
                  </a:cubicBezTo>
                  <a:lnTo>
                    <a:pt x="1912" y="515"/>
                  </a:lnTo>
                  <a:cubicBezTo>
                    <a:pt x="2053" y="515"/>
                    <a:pt x="2169" y="401"/>
                    <a:pt x="2169" y="258"/>
                  </a:cubicBezTo>
                  <a:cubicBezTo>
                    <a:pt x="2169"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9"/>
            <p:cNvSpPr/>
            <p:nvPr/>
          </p:nvSpPr>
          <p:spPr>
            <a:xfrm>
              <a:off x="5229480" y="2931390"/>
              <a:ext cx="56738" cy="13490"/>
            </a:xfrm>
            <a:custGeom>
              <a:rect b="b" l="l" r="r" t="t"/>
              <a:pathLst>
                <a:path extrusionOk="0" h="515" w="2166">
                  <a:moveTo>
                    <a:pt x="257" y="0"/>
                  </a:moveTo>
                  <a:cubicBezTo>
                    <a:pt x="113" y="0"/>
                    <a:pt x="0" y="113"/>
                    <a:pt x="0" y="257"/>
                  </a:cubicBezTo>
                  <a:cubicBezTo>
                    <a:pt x="0" y="398"/>
                    <a:pt x="113" y="514"/>
                    <a:pt x="257" y="514"/>
                  </a:cubicBezTo>
                  <a:lnTo>
                    <a:pt x="1909" y="514"/>
                  </a:lnTo>
                  <a:cubicBezTo>
                    <a:pt x="2049" y="514"/>
                    <a:pt x="2166" y="398"/>
                    <a:pt x="2166" y="257"/>
                  </a:cubicBezTo>
                  <a:cubicBezTo>
                    <a:pt x="2166" y="113"/>
                    <a:pt x="2049" y="0"/>
                    <a:pt x="1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9"/>
            <p:cNvSpPr/>
            <p:nvPr/>
          </p:nvSpPr>
          <p:spPr>
            <a:xfrm>
              <a:off x="5431522" y="2931390"/>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9"/>
            <p:cNvSpPr/>
            <p:nvPr/>
          </p:nvSpPr>
          <p:spPr>
            <a:xfrm>
              <a:off x="5229480" y="2989098"/>
              <a:ext cx="56738" cy="13490"/>
            </a:xfrm>
            <a:custGeom>
              <a:rect b="b" l="l" r="r" t="t"/>
              <a:pathLst>
                <a:path extrusionOk="0" h="515" w="2166">
                  <a:moveTo>
                    <a:pt x="257" y="1"/>
                  </a:moveTo>
                  <a:cubicBezTo>
                    <a:pt x="113" y="1"/>
                    <a:pt x="0" y="114"/>
                    <a:pt x="0" y="258"/>
                  </a:cubicBezTo>
                  <a:cubicBezTo>
                    <a:pt x="0" y="398"/>
                    <a:pt x="113" y="515"/>
                    <a:pt x="257" y="515"/>
                  </a:cubicBezTo>
                  <a:lnTo>
                    <a:pt x="1909" y="515"/>
                  </a:lnTo>
                  <a:cubicBezTo>
                    <a:pt x="2049" y="515"/>
                    <a:pt x="2166" y="398"/>
                    <a:pt x="2166" y="258"/>
                  </a:cubicBezTo>
                  <a:cubicBezTo>
                    <a:pt x="2166" y="114"/>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9"/>
            <p:cNvSpPr/>
            <p:nvPr/>
          </p:nvSpPr>
          <p:spPr>
            <a:xfrm>
              <a:off x="5330462" y="2989019"/>
              <a:ext cx="56765" cy="13490"/>
            </a:xfrm>
            <a:custGeom>
              <a:rect b="b" l="l" r="r" t="t"/>
              <a:pathLst>
                <a:path extrusionOk="0" h="515" w="2167">
                  <a:moveTo>
                    <a:pt x="257" y="0"/>
                  </a:moveTo>
                  <a:cubicBezTo>
                    <a:pt x="117" y="0"/>
                    <a:pt x="0" y="117"/>
                    <a:pt x="0" y="257"/>
                  </a:cubicBezTo>
                  <a:cubicBezTo>
                    <a:pt x="0" y="401"/>
                    <a:pt x="117" y="514"/>
                    <a:pt x="257" y="514"/>
                  </a:cubicBezTo>
                  <a:lnTo>
                    <a:pt x="1912" y="514"/>
                  </a:lnTo>
                  <a:cubicBezTo>
                    <a:pt x="2053" y="514"/>
                    <a:pt x="2166" y="401"/>
                    <a:pt x="2166" y="257"/>
                  </a:cubicBezTo>
                  <a:cubicBezTo>
                    <a:pt x="2166"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9"/>
            <p:cNvSpPr/>
            <p:nvPr/>
          </p:nvSpPr>
          <p:spPr>
            <a:xfrm>
              <a:off x="5532530" y="2989019"/>
              <a:ext cx="56843" cy="13490"/>
            </a:xfrm>
            <a:custGeom>
              <a:rect b="b" l="l" r="r" t="t"/>
              <a:pathLst>
                <a:path extrusionOk="0" h="515" w="2170">
                  <a:moveTo>
                    <a:pt x="257" y="0"/>
                  </a:moveTo>
                  <a:cubicBezTo>
                    <a:pt x="117" y="0"/>
                    <a:pt x="0" y="117"/>
                    <a:pt x="0" y="257"/>
                  </a:cubicBezTo>
                  <a:cubicBezTo>
                    <a:pt x="0" y="401"/>
                    <a:pt x="117" y="514"/>
                    <a:pt x="257" y="514"/>
                  </a:cubicBezTo>
                  <a:lnTo>
                    <a:pt x="1912" y="514"/>
                  </a:lnTo>
                  <a:cubicBezTo>
                    <a:pt x="2053" y="514"/>
                    <a:pt x="2169" y="401"/>
                    <a:pt x="2169" y="257"/>
                  </a:cubicBezTo>
                  <a:cubicBezTo>
                    <a:pt x="2169"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9"/>
            <p:cNvSpPr/>
            <p:nvPr/>
          </p:nvSpPr>
          <p:spPr>
            <a:xfrm>
              <a:off x="5330462" y="3046832"/>
              <a:ext cx="56765" cy="13490"/>
            </a:xfrm>
            <a:custGeom>
              <a:rect b="b" l="l" r="r" t="t"/>
              <a:pathLst>
                <a:path extrusionOk="0" h="515" w="2167">
                  <a:moveTo>
                    <a:pt x="257" y="0"/>
                  </a:moveTo>
                  <a:cubicBezTo>
                    <a:pt x="117" y="0"/>
                    <a:pt x="0" y="113"/>
                    <a:pt x="0" y="257"/>
                  </a:cubicBezTo>
                  <a:cubicBezTo>
                    <a:pt x="0" y="398"/>
                    <a:pt x="117" y="514"/>
                    <a:pt x="257" y="514"/>
                  </a:cubicBezTo>
                  <a:lnTo>
                    <a:pt x="1912" y="514"/>
                  </a:lnTo>
                  <a:cubicBezTo>
                    <a:pt x="2053" y="514"/>
                    <a:pt x="2166" y="398"/>
                    <a:pt x="2166" y="257"/>
                  </a:cubicBezTo>
                  <a:cubicBezTo>
                    <a:pt x="2166"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9"/>
            <p:cNvSpPr/>
            <p:nvPr/>
          </p:nvSpPr>
          <p:spPr>
            <a:xfrm>
              <a:off x="5431522" y="3046832"/>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9"/>
            <p:cNvSpPr/>
            <p:nvPr/>
          </p:nvSpPr>
          <p:spPr>
            <a:xfrm>
              <a:off x="5532530" y="3046832"/>
              <a:ext cx="56843" cy="13490"/>
            </a:xfrm>
            <a:custGeom>
              <a:rect b="b" l="l" r="r" t="t"/>
              <a:pathLst>
                <a:path extrusionOk="0" h="515" w="2170">
                  <a:moveTo>
                    <a:pt x="257" y="0"/>
                  </a:moveTo>
                  <a:cubicBezTo>
                    <a:pt x="117" y="0"/>
                    <a:pt x="0" y="113"/>
                    <a:pt x="0" y="257"/>
                  </a:cubicBezTo>
                  <a:cubicBezTo>
                    <a:pt x="0" y="398"/>
                    <a:pt x="117" y="514"/>
                    <a:pt x="257" y="514"/>
                  </a:cubicBezTo>
                  <a:lnTo>
                    <a:pt x="1912" y="514"/>
                  </a:lnTo>
                  <a:cubicBezTo>
                    <a:pt x="2053" y="514"/>
                    <a:pt x="2169" y="398"/>
                    <a:pt x="2169" y="257"/>
                  </a:cubicBezTo>
                  <a:cubicBezTo>
                    <a:pt x="2169"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9"/>
            <p:cNvSpPr/>
            <p:nvPr/>
          </p:nvSpPr>
          <p:spPr>
            <a:xfrm>
              <a:off x="5327528" y="2916721"/>
              <a:ext cx="62685" cy="42567"/>
            </a:xfrm>
            <a:custGeom>
              <a:rect b="b" l="l" r="r" t="t"/>
              <a:pathLst>
                <a:path extrusionOk="0" h="1625" w="2393">
                  <a:moveTo>
                    <a:pt x="2019" y="1"/>
                  </a:moveTo>
                  <a:cubicBezTo>
                    <a:pt x="1959" y="1"/>
                    <a:pt x="1896" y="24"/>
                    <a:pt x="1839" y="81"/>
                  </a:cubicBezTo>
                  <a:lnTo>
                    <a:pt x="921" y="1002"/>
                  </a:lnTo>
                  <a:lnTo>
                    <a:pt x="551" y="632"/>
                  </a:lnTo>
                  <a:cubicBezTo>
                    <a:pt x="495" y="576"/>
                    <a:pt x="432" y="552"/>
                    <a:pt x="372" y="552"/>
                  </a:cubicBezTo>
                  <a:cubicBezTo>
                    <a:pt x="172" y="552"/>
                    <a:pt x="1" y="812"/>
                    <a:pt x="188" y="999"/>
                  </a:cubicBezTo>
                  <a:lnTo>
                    <a:pt x="739" y="1547"/>
                  </a:lnTo>
                  <a:cubicBezTo>
                    <a:pt x="789" y="1599"/>
                    <a:pt x="855" y="1624"/>
                    <a:pt x="921" y="1624"/>
                  </a:cubicBezTo>
                  <a:cubicBezTo>
                    <a:pt x="987" y="1624"/>
                    <a:pt x="1053" y="1599"/>
                    <a:pt x="1103"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9"/>
            <p:cNvSpPr/>
            <p:nvPr/>
          </p:nvSpPr>
          <p:spPr>
            <a:xfrm>
              <a:off x="5529596" y="2916721"/>
              <a:ext cx="62685" cy="42567"/>
            </a:xfrm>
            <a:custGeom>
              <a:rect b="b" l="l" r="r" t="t"/>
              <a:pathLst>
                <a:path extrusionOk="0" h="1625" w="2393">
                  <a:moveTo>
                    <a:pt x="2019" y="1"/>
                  </a:moveTo>
                  <a:cubicBezTo>
                    <a:pt x="1959" y="1"/>
                    <a:pt x="1896" y="24"/>
                    <a:pt x="1839" y="81"/>
                  </a:cubicBezTo>
                  <a:lnTo>
                    <a:pt x="1843" y="81"/>
                  </a:lnTo>
                  <a:lnTo>
                    <a:pt x="921" y="1002"/>
                  </a:lnTo>
                  <a:lnTo>
                    <a:pt x="554" y="632"/>
                  </a:lnTo>
                  <a:cubicBezTo>
                    <a:pt x="498" y="576"/>
                    <a:pt x="435" y="552"/>
                    <a:pt x="374" y="552"/>
                  </a:cubicBezTo>
                  <a:cubicBezTo>
                    <a:pt x="174" y="552"/>
                    <a:pt x="0" y="812"/>
                    <a:pt x="187" y="999"/>
                  </a:cubicBezTo>
                  <a:lnTo>
                    <a:pt x="739" y="1547"/>
                  </a:lnTo>
                  <a:cubicBezTo>
                    <a:pt x="789" y="1599"/>
                    <a:pt x="855" y="1624"/>
                    <a:pt x="921" y="1624"/>
                  </a:cubicBezTo>
                  <a:cubicBezTo>
                    <a:pt x="987" y="1624"/>
                    <a:pt x="1053" y="1599"/>
                    <a:pt x="1102"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9"/>
            <p:cNvSpPr/>
            <p:nvPr/>
          </p:nvSpPr>
          <p:spPr>
            <a:xfrm>
              <a:off x="5428614" y="2974455"/>
              <a:ext cx="62685" cy="42541"/>
            </a:xfrm>
            <a:custGeom>
              <a:rect b="b" l="l" r="r" t="t"/>
              <a:pathLst>
                <a:path extrusionOk="0" h="1624" w="2393">
                  <a:moveTo>
                    <a:pt x="2019" y="0"/>
                  </a:moveTo>
                  <a:cubicBezTo>
                    <a:pt x="1958" y="0"/>
                    <a:pt x="1895" y="24"/>
                    <a:pt x="1839" y="80"/>
                  </a:cubicBezTo>
                  <a:lnTo>
                    <a:pt x="1842" y="80"/>
                  </a:lnTo>
                  <a:lnTo>
                    <a:pt x="921" y="1002"/>
                  </a:lnTo>
                  <a:lnTo>
                    <a:pt x="554" y="632"/>
                  </a:lnTo>
                  <a:cubicBezTo>
                    <a:pt x="498" y="575"/>
                    <a:pt x="435" y="552"/>
                    <a:pt x="374" y="552"/>
                  </a:cubicBezTo>
                  <a:cubicBezTo>
                    <a:pt x="173" y="552"/>
                    <a:pt x="0" y="812"/>
                    <a:pt x="187" y="998"/>
                  </a:cubicBezTo>
                  <a:lnTo>
                    <a:pt x="739" y="1547"/>
                  </a:lnTo>
                  <a:cubicBezTo>
                    <a:pt x="789" y="1598"/>
                    <a:pt x="855" y="1624"/>
                    <a:pt x="921" y="1624"/>
                  </a:cubicBezTo>
                  <a:cubicBezTo>
                    <a:pt x="987" y="1624"/>
                    <a:pt x="1053" y="1598"/>
                    <a:pt x="1102" y="1547"/>
                  </a:cubicBezTo>
                  <a:lnTo>
                    <a:pt x="2206" y="447"/>
                  </a:lnTo>
                  <a:cubicBezTo>
                    <a:pt x="2393" y="260"/>
                    <a:pt x="2219" y="0"/>
                    <a:pt x="20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9"/>
            <p:cNvSpPr/>
            <p:nvPr/>
          </p:nvSpPr>
          <p:spPr>
            <a:xfrm>
              <a:off x="5226467" y="3032241"/>
              <a:ext cx="62685" cy="42514"/>
            </a:xfrm>
            <a:custGeom>
              <a:rect b="b" l="l" r="r" t="t"/>
              <a:pathLst>
                <a:path extrusionOk="0" h="1623" w="2393">
                  <a:moveTo>
                    <a:pt x="2023" y="0"/>
                  </a:moveTo>
                  <a:cubicBezTo>
                    <a:pt x="1962" y="0"/>
                    <a:pt x="1899" y="24"/>
                    <a:pt x="1842" y="81"/>
                  </a:cubicBezTo>
                  <a:lnTo>
                    <a:pt x="920" y="999"/>
                  </a:lnTo>
                  <a:lnTo>
                    <a:pt x="554" y="629"/>
                  </a:lnTo>
                  <a:cubicBezTo>
                    <a:pt x="497" y="573"/>
                    <a:pt x="434" y="549"/>
                    <a:pt x="374" y="549"/>
                  </a:cubicBezTo>
                  <a:cubicBezTo>
                    <a:pt x="173" y="549"/>
                    <a:pt x="0" y="809"/>
                    <a:pt x="187" y="996"/>
                  </a:cubicBezTo>
                  <a:lnTo>
                    <a:pt x="739" y="1548"/>
                  </a:lnTo>
                  <a:cubicBezTo>
                    <a:pt x="789" y="1597"/>
                    <a:pt x="855" y="1622"/>
                    <a:pt x="921" y="1622"/>
                  </a:cubicBezTo>
                  <a:cubicBezTo>
                    <a:pt x="987" y="1622"/>
                    <a:pt x="1054" y="1597"/>
                    <a:pt x="1106" y="1548"/>
                  </a:cubicBezTo>
                  <a:lnTo>
                    <a:pt x="2206" y="444"/>
                  </a:lnTo>
                  <a:cubicBezTo>
                    <a:pt x="2392" y="258"/>
                    <a:pt x="2222"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9"/>
            <p:cNvSpPr/>
            <p:nvPr/>
          </p:nvSpPr>
          <p:spPr>
            <a:xfrm>
              <a:off x="5428614" y="2858987"/>
              <a:ext cx="62580" cy="42514"/>
            </a:xfrm>
            <a:custGeom>
              <a:rect b="b" l="l" r="r" t="t"/>
              <a:pathLst>
                <a:path extrusionOk="0" h="1623" w="2389">
                  <a:moveTo>
                    <a:pt x="2019" y="1"/>
                  </a:moveTo>
                  <a:cubicBezTo>
                    <a:pt x="1959" y="1"/>
                    <a:pt x="1896" y="24"/>
                    <a:pt x="1839" y="81"/>
                  </a:cubicBezTo>
                  <a:lnTo>
                    <a:pt x="1842" y="81"/>
                  </a:lnTo>
                  <a:lnTo>
                    <a:pt x="921" y="1003"/>
                  </a:lnTo>
                  <a:lnTo>
                    <a:pt x="554" y="633"/>
                  </a:lnTo>
                  <a:cubicBezTo>
                    <a:pt x="497" y="576"/>
                    <a:pt x="434" y="552"/>
                    <a:pt x="373" y="552"/>
                  </a:cubicBezTo>
                  <a:cubicBezTo>
                    <a:pt x="173" y="552"/>
                    <a:pt x="1" y="810"/>
                    <a:pt x="187" y="996"/>
                  </a:cubicBezTo>
                  <a:lnTo>
                    <a:pt x="736" y="1548"/>
                  </a:lnTo>
                  <a:cubicBezTo>
                    <a:pt x="787" y="1598"/>
                    <a:pt x="853" y="1622"/>
                    <a:pt x="919" y="1622"/>
                  </a:cubicBezTo>
                  <a:cubicBezTo>
                    <a:pt x="985" y="1622"/>
                    <a:pt x="1051" y="1598"/>
                    <a:pt x="1102" y="1548"/>
                  </a:cubicBezTo>
                  <a:lnTo>
                    <a:pt x="2202" y="444"/>
                  </a:lnTo>
                  <a:cubicBezTo>
                    <a:pt x="2389" y="258"/>
                    <a:pt x="2219"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3" name="Google Shape;7583;p79"/>
          <p:cNvGrpSpPr/>
          <p:nvPr/>
        </p:nvGrpSpPr>
        <p:grpSpPr>
          <a:xfrm>
            <a:off x="5798854" y="2759132"/>
            <a:ext cx="297130" cy="358898"/>
            <a:chOff x="5798854" y="2759132"/>
            <a:chExt cx="297130" cy="358898"/>
          </a:xfrm>
        </p:grpSpPr>
        <p:sp>
          <p:nvSpPr>
            <p:cNvPr id="7584" name="Google Shape;7584;p79"/>
            <p:cNvSpPr/>
            <p:nvPr/>
          </p:nvSpPr>
          <p:spPr>
            <a:xfrm>
              <a:off x="5896509" y="2764345"/>
              <a:ext cx="116542" cy="29810"/>
            </a:xfrm>
            <a:custGeom>
              <a:rect b="b" l="l" r="r" t="t"/>
              <a:pathLst>
                <a:path extrusionOk="0" h="1138" w="4449">
                  <a:moveTo>
                    <a:pt x="333" y="0"/>
                  </a:moveTo>
                  <a:cubicBezTo>
                    <a:pt x="151" y="0"/>
                    <a:pt x="1" y="151"/>
                    <a:pt x="1" y="333"/>
                  </a:cubicBezTo>
                  <a:lnTo>
                    <a:pt x="1" y="805"/>
                  </a:lnTo>
                  <a:cubicBezTo>
                    <a:pt x="1" y="987"/>
                    <a:pt x="151" y="1138"/>
                    <a:pt x="333" y="1138"/>
                  </a:cubicBezTo>
                  <a:lnTo>
                    <a:pt x="4113" y="1138"/>
                  </a:lnTo>
                  <a:cubicBezTo>
                    <a:pt x="4294" y="1134"/>
                    <a:pt x="4445" y="987"/>
                    <a:pt x="4449" y="805"/>
                  </a:cubicBezTo>
                  <a:lnTo>
                    <a:pt x="4449" y="333"/>
                  </a:lnTo>
                  <a:cubicBezTo>
                    <a:pt x="4449" y="151"/>
                    <a:pt x="4301" y="0"/>
                    <a:pt x="411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9"/>
            <p:cNvSpPr/>
            <p:nvPr/>
          </p:nvSpPr>
          <p:spPr>
            <a:xfrm>
              <a:off x="5980098" y="2764240"/>
              <a:ext cx="32875" cy="29836"/>
            </a:xfrm>
            <a:custGeom>
              <a:rect b="b" l="l" r="r" t="t"/>
              <a:pathLst>
                <a:path extrusionOk="0" h="1139" w="1255">
                  <a:moveTo>
                    <a:pt x="0" y="1"/>
                  </a:moveTo>
                  <a:cubicBezTo>
                    <a:pt x="182" y="1"/>
                    <a:pt x="332" y="148"/>
                    <a:pt x="332" y="333"/>
                  </a:cubicBezTo>
                  <a:lnTo>
                    <a:pt x="332" y="803"/>
                  </a:lnTo>
                  <a:cubicBezTo>
                    <a:pt x="332" y="988"/>
                    <a:pt x="182" y="1138"/>
                    <a:pt x="0" y="1138"/>
                  </a:cubicBezTo>
                  <a:lnTo>
                    <a:pt x="922" y="1138"/>
                  </a:lnTo>
                  <a:cubicBezTo>
                    <a:pt x="1103" y="1138"/>
                    <a:pt x="1254" y="988"/>
                    <a:pt x="1254" y="803"/>
                  </a:cubicBezTo>
                  <a:lnTo>
                    <a:pt x="1254" y="333"/>
                  </a:lnTo>
                  <a:cubicBezTo>
                    <a:pt x="1254" y="148"/>
                    <a:pt x="1103" y="1"/>
                    <a:pt x="9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9"/>
            <p:cNvSpPr/>
            <p:nvPr/>
          </p:nvSpPr>
          <p:spPr>
            <a:xfrm>
              <a:off x="5825233" y="2794129"/>
              <a:ext cx="253987" cy="318793"/>
            </a:xfrm>
            <a:custGeom>
              <a:rect b="b" l="l" r="r" t="t"/>
              <a:pathLst>
                <a:path extrusionOk="0" h="12170" w="9696">
                  <a:moveTo>
                    <a:pt x="3544" y="1"/>
                  </a:moveTo>
                  <a:lnTo>
                    <a:pt x="3544" y="3548"/>
                  </a:lnTo>
                  <a:cubicBezTo>
                    <a:pt x="3541" y="3763"/>
                    <a:pt x="3410" y="3955"/>
                    <a:pt x="3208" y="4034"/>
                  </a:cubicBezTo>
                  <a:cubicBezTo>
                    <a:pt x="1738" y="4613"/>
                    <a:pt x="655" y="5895"/>
                    <a:pt x="330" y="7440"/>
                  </a:cubicBezTo>
                  <a:cubicBezTo>
                    <a:pt x="1" y="8989"/>
                    <a:pt x="470" y="10596"/>
                    <a:pt x="1577" y="11727"/>
                  </a:cubicBezTo>
                  <a:cubicBezTo>
                    <a:pt x="1852" y="12009"/>
                    <a:pt x="2230" y="12169"/>
                    <a:pt x="2624" y="12169"/>
                  </a:cubicBezTo>
                  <a:cubicBezTo>
                    <a:pt x="2628" y="12169"/>
                    <a:pt x="2632" y="12169"/>
                    <a:pt x="2636" y="12169"/>
                  </a:cubicBezTo>
                  <a:lnTo>
                    <a:pt x="7262" y="12169"/>
                  </a:lnTo>
                  <a:cubicBezTo>
                    <a:pt x="7660" y="12169"/>
                    <a:pt x="8043" y="12008"/>
                    <a:pt x="8321" y="11727"/>
                  </a:cubicBezTo>
                  <a:cubicBezTo>
                    <a:pt x="9212" y="10816"/>
                    <a:pt x="9695" y="9582"/>
                    <a:pt x="9664" y="8311"/>
                  </a:cubicBezTo>
                  <a:cubicBezTo>
                    <a:pt x="9620" y="6368"/>
                    <a:pt x="8390" y="4713"/>
                    <a:pt x="6686" y="4034"/>
                  </a:cubicBezTo>
                  <a:cubicBezTo>
                    <a:pt x="6484" y="3955"/>
                    <a:pt x="6354" y="3763"/>
                    <a:pt x="6351" y="3548"/>
                  </a:cubicBezTo>
                  <a:lnTo>
                    <a:pt x="635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9"/>
            <p:cNvSpPr/>
            <p:nvPr/>
          </p:nvSpPr>
          <p:spPr>
            <a:xfrm>
              <a:off x="5918068" y="2794129"/>
              <a:ext cx="161152" cy="316802"/>
            </a:xfrm>
            <a:custGeom>
              <a:rect b="b" l="l" r="r" t="t"/>
              <a:pathLst>
                <a:path extrusionOk="0" h="12094" w="6152">
                  <a:moveTo>
                    <a:pt x="0" y="1"/>
                  </a:moveTo>
                  <a:lnTo>
                    <a:pt x="0" y="477"/>
                  </a:lnTo>
                  <a:lnTo>
                    <a:pt x="1446" y="477"/>
                  </a:lnTo>
                  <a:cubicBezTo>
                    <a:pt x="1813" y="477"/>
                    <a:pt x="2111" y="775"/>
                    <a:pt x="2111" y="1142"/>
                  </a:cubicBezTo>
                  <a:lnTo>
                    <a:pt x="2111" y="4024"/>
                  </a:lnTo>
                  <a:cubicBezTo>
                    <a:pt x="2114" y="4240"/>
                    <a:pt x="2245" y="4432"/>
                    <a:pt x="2443" y="4510"/>
                  </a:cubicBezTo>
                  <a:cubicBezTo>
                    <a:pt x="4153" y="5192"/>
                    <a:pt x="5384" y="6844"/>
                    <a:pt x="5425" y="8787"/>
                  </a:cubicBezTo>
                  <a:cubicBezTo>
                    <a:pt x="5452" y="10010"/>
                    <a:pt x="5003" y="11196"/>
                    <a:pt x="4174" y="12094"/>
                  </a:cubicBezTo>
                  <a:cubicBezTo>
                    <a:pt x="4404" y="12022"/>
                    <a:pt x="4609" y="11892"/>
                    <a:pt x="4774" y="11720"/>
                  </a:cubicBezTo>
                  <a:cubicBezTo>
                    <a:pt x="5668" y="10812"/>
                    <a:pt x="6151" y="9582"/>
                    <a:pt x="6120" y="8311"/>
                  </a:cubicBezTo>
                  <a:cubicBezTo>
                    <a:pt x="6076" y="6368"/>
                    <a:pt x="4846" y="4713"/>
                    <a:pt x="3142" y="4034"/>
                  </a:cubicBezTo>
                  <a:cubicBezTo>
                    <a:pt x="2940" y="3955"/>
                    <a:pt x="2810" y="3763"/>
                    <a:pt x="2807" y="3548"/>
                  </a:cubicBezTo>
                  <a:lnTo>
                    <a:pt x="280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9"/>
            <p:cNvSpPr/>
            <p:nvPr/>
          </p:nvSpPr>
          <p:spPr>
            <a:xfrm>
              <a:off x="5823792" y="2965968"/>
              <a:ext cx="255427" cy="146849"/>
            </a:xfrm>
            <a:custGeom>
              <a:rect b="b" l="l" r="r" t="t"/>
              <a:pathLst>
                <a:path extrusionOk="0" h="5606" w="9751">
                  <a:moveTo>
                    <a:pt x="2781" y="0"/>
                  </a:moveTo>
                  <a:cubicBezTo>
                    <a:pt x="1435" y="0"/>
                    <a:pt x="457" y="596"/>
                    <a:pt x="457" y="596"/>
                  </a:cubicBezTo>
                  <a:cubicBezTo>
                    <a:pt x="1" y="2217"/>
                    <a:pt x="450" y="3958"/>
                    <a:pt x="1632" y="5160"/>
                  </a:cubicBezTo>
                  <a:cubicBezTo>
                    <a:pt x="1910" y="5445"/>
                    <a:pt x="2293" y="5606"/>
                    <a:pt x="2691" y="5606"/>
                  </a:cubicBezTo>
                  <a:lnTo>
                    <a:pt x="7317" y="5606"/>
                  </a:lnTo>
                  <a:cubicBezTo>
                    <a:pt x="7718" y="5602"/>
                    <a:pt x="8098" y="5445"/>
                    <a:pt x="8376" y="5160"/>
                  </a:cubicBezTo>
                  <a:cubicBezTo>
                    <a:pt x="9267" y="4252"/>
                    <a:pt x="9750" y="3022"/>
                    <a:pt x="9719" y="1751"/>
                  </a:cubicBezTo>
                  <a:cubicBezTo>
                    <a:pt x="9709" y="1254"/>
                    <a:pt x="9620" y="760"/>
                    <a:pt x="9452" y="294"/>
                  </a:cubicBezTo>
                  <a:cubicBezTo>
                    <a:pt x="9452" y="294"/>
                    <a:pt x="8389" y="1122"/>
                    <a:pt x="6934" y="1122"/>
                  </a:cubicBezTo>
                  <a:cubicBezTo>
                    <a:pt x="6340" y="1122"/>
                    <a:pt x="5680" y="984"/>
                    <a:pt x="5001" y="596"/>
                  </a:cubicBezTo>
                  <a:cubicBezTo>
                    <a:pt x="4219" y="149"/>
                    <a:pt x="3454" y="0"/>
                    <a:pt x="27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9"/>
            <p:cNvSpPr/>
            <p:nvPr/>
          </p:nvSpPr>
          <p:spPr>
            <a:xfrm>
              <a:off x="6026856" y="2973931"/>
              <a:ext cx="52364" cy="137183"/>
            </a:xfrm>
            <a:custGeom>
              <a:rect b="b" l="l" r="r" t="t"/>
              <a:pathLst>
                <a:path extrusionOk="0" h="5237" w="1999">
                  <a:moveTo>
                    <a:pt x="1680" y="1"/>
                  </a:moveTo>
                  <a:cubicBezTo>
                    <a:pt x="1453" y="162"/>
                    <a:pt x="1213" y="302"/>
                    <a:pt x="963" y="415"/>
                  </a:cubicBezTo>
                  <a:cubicBezTo>
                    <a:pt x="1138" y="902"/>
                    <a:pt x="1234" y="1413"/>
                    <a:pt x="1248" y="1930"/>
                  </a:cubicBezTo>
                  <a:cubicBezTo>
                    <a:pt x="1275" y="3153"/>
                    <a:pt x="830" y="4336"/>
                    <a:pt x="0" y="5237"/>
                  </a:cubicBezTo>
                  <a:cubicBezTo>
                    <a:pt x="28" y="5223"/>
                    <a:pt x="55" y="5216"/>
                    <a:pt x="83" y="5209"/>
                  </a:cubicBezTo>
                  <a:cubicBezTo>
                    <a:pt x="86" y="5209"/>
                    <a:pt x="86" y="5209"/>
                    <a:pt x="86" y="5206"/>
                  </a:cubicBezTo>
                  <a:cubicBezTo>
                    <a:pt x="168" y="5172"/>
                    <a:pt x="247" y="5131"/>
                    <a:pt x="322" y="5086"/>
                  </a:cubicBezTo>
                  <a:lnTo>
                    <a:pt x="329" y="5083"/>
                  </a:lnTo>
                  <a:cubicBezTo>
                    <a:pt x="350" y="5069"/>
                    <a:pt x="370" y="5055"/>
                    <a:pt x="388" y="5038"/>
                  </a:cubicBezTo>
                  <a:cubicBezTo>
                    <a:pt x="394" y="5035"/>
                    <a:pt x="398" y="5035"/>
                    <a:pt x="408" y="5028"/>
                  </a:cubicBezTo>
                  <a:cubicBezTo>
                    <a:pt x="429" y="5017"/>
                    <a:pt x="446" y="5007"/>
                    <a:pt x="460" y="4994"/>
                  </a:cubicBezTo>
                  <a:lnTo>
                    <a:pt x="480" y="4973"/>
                  </a:lnTo>
                  <a:cubicBezTo>
                    <a:pt x="497" y="4963"/>
                    <a:pt x="511" y="4946"/>
                    <a:pt x="528" y="4935"/>
                  </a:cubicBezTo>
                  <a:lnTo>
                    <a:pt x="549" y="4915"/>
                  </a:lnTo>
                  <a:cubicBezTo>
                    <a:pt x="569" y="4894"/>
                    <a:pt x="590" y="4880"/>
                    <a:pt x="610" y="4860"/>
                  </a:cubicBezTo>
                  <a:cubicBezTo>
                    <a:pt x="1508" y="3955"/>
                    <a:pt x="1998" y="2722"/>
                    <a:pt x="1967" y="1447"/>
                  </a:cubicBezTo>
                  <a:cubicBezTo>
                    <a:pt x="1967" y="1416"/>
                    <a:pt x="1960" y="1385"/>
                    <a:pt x="1960" y="1354"/>
                  </a:cubicBezTo>
                  <a:cubicBezTo>
                    <a:pt x="1960" y="1347"/>
                    <a:pt x="1957" y="1337"/>
                    <a:pt x="1957" y="1330"/>
                  </a:cubicBezTo>
                  <a:cubicBezTo>
                    <a:pt x="1950" y="1310"/>
                    <a:pt x="1950" y="1286"/>
                    <a:pt x="1950" y="1265"/>
                  </a:cubicBezTo>
                  <a:cubicBezTo>
                    <a:pt x="1950" y="1255"/>
                    <a:pt x="1947" y="1245"/>
                    <a:pt x="1947" y="1227"/>
                  </a:cubicBezTo>
                  <a:cubicBezTo>
                    <a:pt x="1943" y="1207"/>
                    <a:pt x="1940" y="1186"/>
                    <a:pt x="1940" y="1166"/>
                  </a:cubicBezTo>
                  <a:cubicBezTo>
                    <a:pt x="1940" y="1156"/>
                    <a:pt x="1937" y="1145"/>
                    <a:pt x="1937" y="1132"/>
                  </a:cubicBezTo>
                  <a:cubicBezTo>
                    <a:pt x="1933" y="1111"/>
                    <a:pt x="1930" y="1094"/>
                    <a:pt x="1930" y="1073"/>
                  </a:cubicBezTo>
                  <a:cubicBezTo>
                    <a:pt x="1926" y="1063"/>
                    <a:pt x="1923" y="1049"/>
                    <a:pt x="1926" y="1039"/>
                  </a:cubicBezTo>
                  <a:cubicBezTo>
                    <a:pt x="1923" y="1018"/>
                    <a:pt x="1919" y="1001"/>
                    <a:pt x="1919" y="981"/>
                  </a:cubicBezTo>
                  <a:cubicBezTo>
                    <a:pt x="1916" y="974"/>
                    <a:pt x="1916" y="960"/>
                    <a:pt x="1916" y="950"/>
                  </a:cubicBezTo>
                  <a:cubicBezTo>
                    <a:pt x="1913" y="933"/>
                    <a:pt x="1909" y="909"/>
                    <a:pt x="1909" y="892"/>
                  </a:cubicBezTo>
                  <a:cubicBezTo>
                    <a:pt x="1906" y="881"/>
                    <a:pt x="1906" y="871"/>
                    <a:pt x="1906" y="861"/>
                  </a:cubicBezTo>
                  <a:cubicBezTo>
                    <a:pt x="1899" y="840"/>
                    <a:pt x="1899" y="816"/>
                    <a:pt x="1895" y="799"/>
                  </a:cubicBezTo>
                  <a:cubicBezTo>
                    <a:pt x="1892" y="789"/>
                    <a:pt x="1889" y="782"/>
                    <a:pt x="1889" y="772"/>
                  </a:cubicBezTo>
                  <a:cubicBezTo>
                    <a:pt x="1885" y="751"/>
                    <a:pt x="1885" y="731"/>
                    <a:pt x="1878" y="710"/>
                  </a:cubicBezTo>
                  <a:cubicBezTo>
                    <a:pt x="1875" y="703"/>
                    <a:pt x="1875" y="693"/>
                    <a:pt x="1875" y="686"/>
                  </a:cubicBezTo>
                  <a:cubicBezTo>
                    <a:pt x="1868" y="665"/>
                    <a:pt x="1868" y="641"/>
                    <a:pt x="1865" y="617"/>
                  </a:cubicBezTo>
                  <a:cubicBezTo>
                    <a:pt x="1861" y="614"/>
                    <a:pt x="1858" y="604"/>
                    <a:pt x="1858" y="597"/>
                  </a:cubicBezTo>
                  <a:cubicBezTo>
                    <a:pt x="1854" y="576"/>
                    <a:pt x="1847" y="552"/>
                    <a:pt x="1844" y="532"/>
                  </a:cubicBezTo>
                  <a:cubicBezTo>
                    <a:pt x="1837" y="528"/>
                    <a:pt x="1837" y="522"/>
                    <a:pt x="1837" y="511"/>
                  </a:cubicBezTo>
                  <a:cubicBezTo>
                    <a:pt x="1834" y="487"/>
                    <a:pt x="1827" y="467"/>
                    <a:pt x="1817" y="446"/>
                  </a:cubicBezTo>
                  <a:cubicBezTo>
                    <a:pt x="1813" y="439"/>
                    <a:pt x="1813" y="436"/>
                    <a:pt x="1813" y="426"/>
                  </a:cubicBezTo>
                  <a:cubicBezTo>
                    <a:pt x="1810" y="398"/>
                    <a:pt x="1803" y="374"/>
                    <a:pt x="1793" y="354"/>
                  </a:cubicBezTo>
                  <a:cubicBezTo>
                    <a:pt x="1789" y="350"/>
                    <a:pt x="1786" y="343"/>
                    <a:pt x="1786" y="336"/>
                  </a:cubicBezTo>
                  <a:cubicBezTo>
                    <a:pt x="1782" y="313"/>
                    <a:pt x="1775" y="289"/>
                    <a:pt x="1765" y="265"/>
                  </a:cubicBezTo>
                  <a:cubicBezTo>
                    <a:pt x="1762" y="261"/>
                    <a:pt x="1762" y="261"/>
                    <a:pt x="1762" y="254"/>
                  </a:cubicBezTo>
                  <a:cubicBezTo>
                    <a:pt x="1755" y="230"/>
                    <a:pt x="1745" y="206"/>
                    <a:pt x="1741" y="179"/>
                  </a:cubicBezTo>
                  <a:cubicBezTo>
                    <a:pt x="1741" y="175"/>
                    <a:pt x="1734" y="175"/>
                    <a:pt x="1734" y="169"/>
                  </a:cubicBezTo>
                  <a:cubicBezTo>
                    <a:pt x="1731" y="145"/>
                    <a:pt x="1714" y="117"/>
                    <a:pt x="1710" y="86"/>
                  </a:cubicBezTo>
                  <a:cubicBezTo>
                    <a:pt x="1710" y="83"/>
                    <a:pt x="1707" y="83"/>
                    <a:pt x="1703" y="83"/>
                  </a:cubicBezTo>
                  <a:cubicBezTo>
                    <a:pt x="1693" y="56"/>
                    <a:pt x="1686" y="28"/>
                    <a:pt x="168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9"/>
            <p:cNvSpPr/>
            <p:nvPr/>
          </p:nvSpPr>
          <p:spPr>
            <a:xfrm>
              <a:off x="6029632" y="3011992"/>
              <a:ext cx="18336" cy="15796"/>
            </a:xfrm>
            <a:custGeom>
              <a:rect b="b" l="l" r="r" t="t"/>
              <a:pathLst>
                <a:path extrusionOk="0" h="603" w="700">
                  <a:moveTo>
                    <a:pt x="402" y="1"/>
                  </a:moveTo>
                  <a:cubicBezTo>
                    <a:pt x="134" y="1"/>
                    <a:pt x="1" y="326"/>
                    <a:pt x="189" y="515"/>
                  </a:cubicBezTo>
                  <a:cubicBezTo>
                    <a:pt x="250" y="576"/>
                    <a:pt x="325" y="603"/>
                    <a:pt x="398" y="603"/>
                  </a:cubicBezTo>
                  <a:cubicBezTo>
                    <a:pt x="552" y="603"/>
                    <a:pt x="700" y="483"/>
                    <a:pt x="700" y="302"/>
                  </a:cubicBezTo>
                  <a:cubicBezTo>
                    <a:pt x="700" y="138"/>
                    <a:pt x="566" y="1"/>
                    <a:pt x="40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9"/>
            <p:cNvSpPr/>
            <p:nvPr/>
          </p:nvSpPr>
          <p:spPr>
            <a:xfrm>
              <a:off x="5990497" y="3070433"/>
              <a:ext cx="16372" cy="13962"/>
            </a:xfrm>
            <a:custGeom>
              <a:rect b="b" l="l" r="r" t="t"/>
              <a:pathLst>
                <a:path extrusionOk="0" h="533" w="625">
                  <a:moveTo>
                    <a:pt x="357" y="0"/>
                  </a:moveTo>
                  <a:cubicBezTo>
                    <a:pt x="117" y="0"/>
                    <a:pt x="1" y="285"/>
                    <a:pt x="168" y="453"/>
                  </a:cubicBezTo>
                  <a:cubicBezTo>
                    <a:pt x="223" y="508"/>
                    <a:pt x="290" y="532"/>
                    <a:pt x="356" y="532"/>
                  </a:cubicBezTo>
                  <a:cubicBezTo>
                    <a:pt x="492" y="532"/>
                    <a:pt x="621" y="427"/>
                    <a:pt x="621"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9"/>
            <p:cNvSpPr/>
            <p:nvPr/>
          </p:nvSpPr>
          <p:spPr>
            <a:xfrm>
              <a:off x="5884564" y="3002222"/>
              <a:ext cx="16372" cy="13936"/>
            </a:xfrm>
            <a:custGeom>
              <a:rect b="b" l="l" r="r" t="t"/>
              <a:pathLst>
                <a:path extrusionOk="0" h="532" w="625">
                  <a:moveTo>
                    <a:pt x="363" y="0"/>
                  </a:moveTo>
                  <a:cubicBezTo>
                    <a:pt x="361" y="0"/>
                    <a:pt x="359" y="0"/>
                    <a:pt x="357" y="0"/>
                  </a:cubicBezTo>
                  <a:cubicBezTo>
                    <a:pt x="121" y="0"/>
                    <a:pt x="1" y="285"/>
                    <a:pt x="169" y="452"/>
                  </a:cubicBezTo>
                  <a:cubicBezTo>
                    <a:pt x="223" y="507"/>
                    <a:pt x="291" y="532"/>
                    <a:pt x="357" y="532"/>
                  </a:cubicBezTo>
                  <a:cubicBezTo>
                    <a:pt x="493" y="532"/>
                    <a:pt x="625" y="426"/>
                    <a:pt x="625" y="264"/>
                  </a:cubicBezTo>
                  <a:cubicBezTo>
                    <a:pt x="625" y="119"/>
                    <a:pt x="508" y="0"/>
                    <a:pt x="363"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9"/>
            <p:cNvSpPr/>
            <p:nvPr/>
          </p:nvSpPr>
          <p:spPr>
            <a:xfrm>
              <a:off x="5907459" y="3070433"/>
              <a:ext cx="16372" cy="13962"/>
            </a:xfrm>
            <a:custGeom>
              <a:rect b="b" l="l" r="r" t="t"/>
              <a:pathLst>
                <a:path extrusionOk="0" h="533" w="625">
                  <a:moveTo>
                    <a:pt x="357" y="0"/>
                  </a:moveTo>
                  <a:cubicBezTo>
                    <a:pt x="121" y="0"/>
                    <a:pt x="1" y="285"/>
                    <a:pt x="169" y="453"/>
                  </a:cubicBezTo>
                  <a:cubicBezTo>
                    <a:pt x="223" y="508"/>
                    <a:pt x="291" y="532"/>
                    <a:pt x="357" y="532"/>
                  </a:cubicBezTo>
                  <a:cubicBezTo>
                    <a:pt x="494" y="532"/>
                    <a:pt x="624" y="427"/>
                    <a:pt x="624"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9"/>
            <p:cNvSpPr/>
            <p:nvPr/>
          </p:nvSpPr>
          <p:spPr>
            <a:xfrm>
              <a:off x="5950733" y="3016839"/>
              <a:ext cx="16712" cy="16739"/>
            </a:xfrm>
            <a:custGeom>
              <a:rect b="b" l="l" r="r" t="t"/>
              <a:pathLst>
                <a:path extrusionOk="0" h="639" w="638">
                  <a:moveTo>
                    <a:pt x="319" y="1"/>
                  </a:moveTo>
                  <a:cubicBezTo>
                    <a:pt x="141" y="1"/>
                    <a:pt x="0" y="145"/>
                    <a:pt x="0" y="319"/>
                  </a:cubicBezTo>
                  <a:cubicBezTo>
                    <a:pt x="0" y="494"/>
                    <a:pt x="141" y="638"/>
                    <a:pt x="319" y="638"/>
                  </a:cubicBezTo>
                  <a:cubicBezTo>
                    <a:pt x="494" y="638"/>
                    <a:pt x="638" y="494"/>
                    <a:pt x="634" y="319"/>
                  </a:cubicBezTo>
                  <a:cubicBezTo>
                    <a:pt x="638" y="145"/>
                    <a:pt x="494" y="1"/>
                    <a:pt x="31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9"/>
            <p:cNvSpPr/>
            <p:nvPr/>
          </p:nvSpPr>
          <p:spPr>
            <a:xfrm>
              <a:off x="5798854" y="2759132"/>
              <a:ext cx="297130" cy="358898"/>
            </a:xfrm>
            <a:custGeom>
              <a:rect b="b" l="l" r="r" t="t"/>
              <a:pathLst>
                <a:path extrusionOk="0" h="13701" w="11343">
                  <a:moveTo>
                    <a:pt x="3738" y="8085"/>
                  </a:moveTo>
                  <a:cubicBezTo>
                    <a:pt x="4479" y="8085"/>
                    <a:pt x="5189" y="8276"/>
                    <a:pt x="5853" y="8660"/>
                  </a:cubicBezTo>
                  <a:cubicBezTo>
                    <a:pt x="6577" y="9074"/>
                    <a:pt x="7278" y="9213"/>
                    <a:pt x="7892" y="9213"/>
                  </a:cubicBezTo>
                  <a:cubicBezTo>
                    <a:pt x="8359" y="9213"/>
                    <a:pt x="8777" y="9133"/>
                    <a:pt x="9116" y="9033"/>
                  </a:cubicBezTo>
                  <a:cubicBezTo>
                    <a:pt x="9527" y="8907"/>
                    <a:pt x="9921" y="8732"/>
                    <a:pt x="10288" y="8509"/>
                  </a:cubicBezTo>
                  <a:lnTo>
                    <a:pt x="10288" y="8509"/>
                  </a:lnTo>
                  <a:cubicBezTo>
                    <a:pt x="10733" y="10068"/>
                    <a:pt x="10342" y="11730"/>
                    <a:pt x="9181" y="12913"/>
                  </a:cubicBezTo>
                  <a:cubicBezTo>
                    <a:pt x="8941" y="13156"/>
                    <a:pt x="8608" y="13296"/>
                    <a:pt x="8266" y="13296"/>
                  </a:cubicBezTo>
                  <a:lnTo>
                    <a:pt x="3640" y="13296"/>
                  </a:lnTo>
                  <a:cubicBezTo>
                    <a:pt x="3293" y="13296"/>
                    <a:pt x="2964" y="13159"/>
                    <a:pt x="2721" y="12913"/>
                  </a:cubicBezTo>
                  <a:cubicBezTo>
                    <a:pt x="1662" y="11833"/>
                    <a:pt x="1162" y="10257"/>
                    <a:pt x="1587" y="8612"/>
                  </a:cubicBezTo>
                  <a:cubicBezTo>
                    <a:pt x="1988" y="8410"/>
                    <a:pt x="2413" y="8262"/>
                    <a:pt x="2851" y="8173"/>
                  </a:cubicBezTo>
                  <a:cubicBezTo>
                    <a:pt x="3151" y="8114"/>
                    <a:pt x="3447" y="8085"/>
                    <a:pt x="3738" y="8085"/>
                  </a:cubicBezTo>
                  <a:close/>
                  <a:moveTo>
                    <a:pt x="4058" y="0"/>
                  </a:moveTo>
                  <a:cubicBezTo>
                    <a:pt x="3763" y="0"/>
                    <a:pt x="3523" y="240"/>
                    <a:pt x="3526" y="532"/>
                  </a:cubicBezTo>
                  <a:lnTo>
                    <a:pt x="3526" y="1004"/>
                  </a:lnTo>
                  <a:cubicBezTo>
                    <a:pt x="3523" y="1299"/>
                    <a:pt x="3763" y="1536"/>
                    <a:pt x="4058" y="1536"/>
                  </a:cubicBezTo>
                  <a:lnTo>
                    <a:pt x="4342" y="1536"/>
                  </a:lnTo>
                  <a:lnTo>
                    <a:pt x="4342" y="3194"/>
                  </a:lnTo>
                  <a:cubicBezTo>
                    <a:pt x="4345" y="3304"/>
                    <a:pt x="4435" y="3393"/>
                    <a:pt x="4544" y="3393"/>
                  </a:cubicBezTo>
                  <a:cubicBezTo>
                    <a:pt x="4654" y="3393"/>
                    <a:pt x="4743" y="3304"/>
                    <a:pt x="4743" y="3194"/>
                  </a:cubicBezTo>
                  <a:lnTo>
                    <a:pt x="4743" y="1536"/>
                  </a:lnTo>
                  <a:lnTo>
                    <a:pt x="7155" y="1536"/>
                  </a:lnTo>
                  <a:lnTo>
                    <a:pt x="7155" y="4884"/>
                  </a:lnTo>
                  <a:cubicBezTo>
                    <a:pt x="7152" y="5182"/>
                    <a:pt x="7337" y="5449"/>
                    <a:pt x="7615" y="5555"/>
                  </a:cubicBezTo>
                  <a:cubicBezTo>
                    <a:pt x="8780" y="6018"/>
                    <a:pt x="9698" y="6946"/>
                    <a:pt x="10154" y="8118"/>
                  </a:cubicBezTo>
                  <a:cubicBezTo>
                    <a:pt x="9791" y="8351"/>
                    <a:pt x="9400" y="8533"/>
                    <a:pt x="8985" y="8656"/>
                  </a:cubicBezTo>
                  <a:cubicBezTo>
                    <a:pt x="8612" y="8765"/>
                    <a:pt x="8244" y="8819"/>
                    <a:pt x="7882" y="8819"/>
                  </a:cubicBezTo>
                  <a:cubicBezTo>
                    <a:pt x="7249" y="8819"/>
                    <a:pt x="6637" y="8652"/>
                    <a:pt x="6052" y="8314"/>
                  </a:cubicBezTo>
                  <a:cubicBezTo>
                    <a:pt x="5313" y="7891"/>
                    <a:pt x="4511" y="7690"/>
                    <a:pt x="3710" y="7690"/>
                  </a:cubicBezTo>
                  <a:cubicBezTo>
                    <a:pt x="3048" y="7690"/>
                    <a:pt x="2386" y="7828"/>
                    <a:pt x="1758" y="8091"/>
                  </a:cubicBezTo>
                  <a:cubicBezTo>
                    <a:pt x="2211" y="6929"/>
                    <a:pt x="3129" y="6004"/>
                    <a:pt x="4294" y="5548"/>
                  </a:cubicBezTo>
                  <a:cubicBezTo>
                    <a:pt x="4572" y="5442"/>
                    <a:pt x="4753" y="5175"/>
                    <a:pt x="4757" y="4877"/>
                  </a:cubicBezTo>
                  <a:lnTo>
                    <a:pt x="4757" y="4198"/>
                  </a:lnTo>
                  <a:cubicBezTo>
                    <a:pt x="4757" y="4065"/>
                    <a:pt x="4656" y="3998"/>
                    <a:pt x="4556" y="3998"/>
                  </a:cubicBezTo>
                  <a:cubicBezTo>
                    <a:pt x="4456" y="3998"/>
                    <a:pt x="4356" y="4065"/>
                    <a:pt x="4356" y="4198"/>
                  </a:cubicBezTo>
                  <a:lnTo>
                    <a:pt x="4356" y="4877"/>
                  </a:lnTo>
                  <a:cubicBezTo>
                    <a:pt x="4356" y="5010"/>
                    <a:pt x="4274" y="5127"/>
                    <a:pt x="4150" y="5175"/>
                  </a:cubicBezTo>
                  <a:cubicBezTo>
                    <a:pt x="874" y="6470"/>
                    <a:pt x="0" y="10702"/>
                    <a:pt x="2447" y="13194"/>
                  </a:cubicBezTo>
                  <a:cubicBezTo>
                    <a:pt x="2766" y="13516"/>
                    <a:pt x="3198" y="13697"/>
                    <a:pt x="3650" y="13701"/>
                  </a:cubicBezTo>
                  <a:lnTo>
                    <a:pt x="8273" y="13701"/>
                  </a:lnTo>
                  <a:cubicBezTo>
                    <a:pt x="8725" y="13701"/>
                    <a:pt x="9157" y="13519"/>
                    <a:pt x="9475" y="13194"/>
                  </a:cubicBezTo>
                  <a:cubicBezTo>
                    <a:pt x="11134" y="11494"/>
                    <a:pt x="11343" y="8852"/>
                    <a:pt x="9965" y="6916"/>
                  </a:cubicBezTo>
                  <a:cubicBezTo>
                    <a:pt x="9414" y="6134"/>
                    <a:pt x="8646" y="5531"/>
                    <a:pt x="7759" y="5178"/>
                  </a:cubicBezTo>
                  <a:cubicBezTo>
                    <a:pt x="7635" y="5134"/>
                    <a:pt x="7553" y="5014"/>
                    <a:pt x="7553" y="4884"/>
                  </a:cubicBezTo>
                  <a:lnTo>
                    <a:pt x="7553" y="1536"/>
                  </a:lnTo>
                  <a:lnTo>
                    <a:pt x="7841" y="1536"/>
                  </a:lnTo>
                  <a:cubicBezTo>
                    <a:pt x="8132" y="1536"/>
                    <a:pt x="8372" y="1299"/>
                    <a:pt x="8372" y="1004"/>
                  </a:cubicBezTo>
                  <a:lnTo>
                    <a:pt x="8372" y="532"/>
                  </a:lnTo>
                  <a:cubicBezTo>
                    <a:pt x="8372" y="237"/>
                    <a:pt x="8132" y="0"/>
                    <a:pt x="7841" y="0"/>
                  </a:cubicBezTo>
                  <a:lnTo>
                    <a:pt x="6782" y="0"/>
                  </a:lnTo>
                  <a:cubicBezTo>
                    <a:pt x="6515" y="0"/>
                    <a:pt x="6515" y="401"/>
                    <a:pt x="6782" y="401"/>
                  </a:cubicBezTo>
                  <a:lnTo>
                    <a:pt x="7841" y="401"/>
                  </a:lnTo>
                  <a:cubicBezTo>
                    <a:pt x="7843" y="401"/>
                    <a:pt x="7845" y="401"/>
                    <a:pt x="7847" y="401"/>
                  </a:cubicBezTo>
                  <a:cubicBezTo>
                    <a:pt x="7916" y="401"/>
                    <a:pt x="7974" y="461"/>
                    <a:pt x="7971" y="532"/>
                  </a:cubicBezTo>
                  <a:lnTo>
                    <a:pt x="7971" y="1004"/>
                  </a:lnTo>
                  <a:cubicBezTo>
                    <a:pt x="7974" y="1076"/>
                    <a:pt x="7913" y="1138"/>
                    <a:pt x="7841" y="1138"/>
                  </a:cubicBezTo>
                  <a:lnTo>
                    <a:pt x="4058" y="1138"/>
                  </a:lnTo>
                  <a:cubicBezTo>
                    <a:pt x="3982" y="1138"/>
                    <a:pt x="3924" y="1076"/>
                    <a:pt x="3924" y="1004"/>
                  </a:cubicBezTo>
                  <a:lnTo>
                    <a:pt x="3924" y="532"/>
                  </a:lnTo>
                  <a:cubicBezTo>
                    <a:pt x="3924" y="461"/>
                    <a:pt x="3979" y="401"/>
                    <a:pt x="4052" y="401"/>
                  </a:cubicBezTo>
                  <a:cubicBezTo>
                    <a:pt x="4054" y="401"/>
                    <a:pt x="4056" y="401"/>
                    <a:pt x="4058" y="401"/>
                  </a:cubicBezTo>
                  <a:lnTo>
                    <a:pt x="5798" y="401"/>
                  </a:lnTo>
                  <a:cubicBezTo>
                    <a:pt x="5908" y="401"/>
                    <a:pt x="5997" y="309"/>
                    <a:pt x="5997" y="199"/>
                  </a:cubicBezTo>
                  <a:cubicBezTo>
                    <a:pt x="5997" y="89"/>
                    <a:pt x="5908" y="0"/>
                    <a:pt x="5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79"/>
          <p:cNvGrpSpPr/>
          <p:nvPr/>
        </p:nvGrpSpPr>
        <p:grpSpPr>
          <a:xfrm>
            <a:off x="6324614" y="2756696"/>
            <a:ext cx="351799" cy="351904"/>
            <a:chOff x="6324614" y="2756696"/>
            <a:chExt cx="351799" cy="351904"/>
          </a:xfrm>
        </p:grpSpPr>
        <p:sp>
          <p:nvSpPr>
            <p:cNvPr id="7597" name="Google Shape;7597;p79"/>
            <p:cNvSpPr/>
            <p:nvPr/>
          </p:nvSpPr>
          <p:spPr>
            <a:xfrm>
              <a:off x="6329722" y="2761830"/>
              <a:ext cx="258990" cy="170739"/>
            </a:xfrm>
            <a:custGeom>
              <a:rect b="b" l="l" r="r" t="t"/>
              <a:pathLst>
                <a:path extrusionOk="0" h="6518" w="9887">
                  <a:moveTo>
                    <a:pt x="840" y="0"/>
                  </a:moveTo>
                  <a:cubicBezTo>
                    <a:pt x="377" y="0"/>
                    <a:pt x="0" y="377"/>
                    <a:pt x="0" y="843"/>
                  </a:cubicBezTo>
                  <a:lnTo>
                    <a:pt x="0" y="6309"/>
                  </a:lnTo>
                  <a:cubicBezTo>
                    <a:pt x="0" y="6425"/>
                    <a:pt x="93" y="6518"/>
                    <a:pt x="209" y="6518"/>
                  </a:cubicBezTo>
                  <a:lnTo>
                    <a:pt x="2313" y="6518"/>
                  </a:lnTo>
                  <a:cubicBezTo>
                    <a:pt x="2546" y="6518"/>
                    <a:pt x="2735" y="6329"/>
                    <a:pt x="2735" y="6100"/>
                  </a:cubicBezTo>
                  <a:lnTo>
                    <a:pt x="2735" y="5678"/>
                  </a:lnTo>
                  <a:cubicBezTo>
                    <a:pt x="2738" y="5497"/>
                    <a:pt x="2663" y="5322"/>
                    <a:pt x="2526" y="5202"/>
                  </a:cubicBezTo>
                  <a:cubicBezTo>
                    <a:pt x="2149" y="4894"/>
                    <a:pt x="2008" y="4383"/>
                    <a:pt x="2170" y="3924"/>
                  </a:cubicBezTo>
                  <a:cubicBezTo>
                    <a:pt x="2334" y="3465"/>
                    <a:pt x="2766" y="3156"/>
                    <a:pt x="3252" y="3153"/>
                  </a:cubicBezTo>
                  <a:cubicBezTo>
                    <a:pt x="3255" y="3153"/>
                    <a:pt x="3258" y="3153"/>
                    <a:pt x="3261" y="3153"/>
                  </a:cubicBezTo>
                  <a:cubicBezTo>
                    <a:pt x="3747" y="3153"/>
                    <a:pt x="4179" y="3457"/>
                    <a:pt x="4346" y="3910"/>
                  </a:cubicBezTo>
                  <a:cubicBezTo>
                    <a:pt x="4513" y="4369"/>
                    <a:pt x="4376" y="4880"/>
                    <a:pt x="4006" y="5195"/>
                  </a:cubicBezTo>
                  <a:cubicBezTo>
                    <a:pt x="3866" y="5315"/>
                    <a:pt x="3787" y="5486"/>
                    <a:pt x="3787" y="5672"/>
                  </a:cubicBezTo>
                  <a:lnTo>
                    <a:pt x="3787" y="6100"/>
                  </a:lnTo>
                  <a:cubicBezTo>
                    <a:pt x="3787" y="6333"/>
                    <a:pt x="3975" y="6518"/>
                    <a:pt x="4205" y="6518"/>
                  </a:cubicBezTo>
                  <a:lnTo>
                    <a:pt x="6518" y="6518"/>
                  </a:lnTo>
                  <a:lnTo>
                    <a:pt x="6518" y="4205"/>
                  </a:lnTo>
                  <a:cubicBezTo>
                    <a:pt x="6518" y="3975"/>
                    <a:pt x="6707" y="3787"/>
                    <a:pt x="6940" y="3787"/>
                  </a:cubicBezTo>
                  <a:lnTo>
                    <a:pt x="7368" y="3787"/>
                  </a:lnTo>
                  <a:cubicBezTo>
                    <a:pt x="7550" y="3787"/>
                    <a:pt x="7724" y="3866"/>
                    <a:pt x="7844" y="4006"/>
                  </a:cubicBezTo>
                  <a:cubicBezTo>
                    <a:pt x="8070" y="4271"/>
                    <a:pt x="8395" y="4416"/>
                    <a:pt x="8730" y="4416"/>
                  </a:cubicBezTo>
                  <a:cubicBezTo>
                    <a:pt x="8864" y="4416"/>
                    <a:pt x="8999" y="4393"/>
                    <a:pt x="9129" y="4345"/>
                  </a:cubicBezTo>
                  <a:cubicBezTo>
                    <a:pt x="9585" y="4177"/>
                    <a:pt x="9887" y="3742"/>
                    <a:pt x="9887" y="3256"/>
                  </a:cubicBezTo>
                  <a:cubicBezTo>
                    <a:pt x="9883" y="2766"/>
                    <a:pt x="9575" y="2334"/>
                    <a:pt x="9116" y="2169"/>
                  </a:cubicBezTo>
                  <a:cubicBezTo>
                    <a:pt x="8989" y="2125"/>
                    <a:pt x="8859" y="2104"/>
                    <a:pt x="8730" y="2104"/>
                  </a:cubicBezTo>
                  <a:cubicBezTo>
                    <a:pt x="8391" y="2104"/>
                    <a:pt x="8061" y="2253"/>
                    <a:pt x="7837" y="2526"/>
                  </a:cubicBezTo>
                  <a:cubicBezTo>
                    <a:pt x="7720" y="2660"/>
                    <a:pt x="7550" y="2735"/>
                    <a:pt x="7373" y="2735"/>
                  </a:cubicBezTo>
                  <a:cubicBezTo>
                    <a:pt x="7369" y="2735"/>
                    <a:pt x="7365" y="2735"/>
                    <a:pt x="7361" y="2735"/>
                  </a:cubicBezTo>
                  <a:lnTo>
                    <a:pt x="6940" y="2735"/>
                  </a:lnTo>
                  <a:cubicBezTo>
                    <a:pt x="6707" y="2735"/>
                    <a:pt x="6522" y="2546"/>
                    <a:pt x="6522" y="2313"/>
                  </a:cubicBezTo>
                  <a:lnTo>
                    <a:pt x="6522" y="213"/>
                  </a:lnTo>
                  <a:cubicBezTo>
                    <a:pt x="6522" y="93"/>
                    <a:pt x="6426" y="0"/>
                    <a:pt x="63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9"/>
            <p:cNvSpPr/>
            <p:nvPr/>
          </p:nvSpPr>
          <p:spPr>
            <a:xfrm>
              <a:off x="6500540" y="2761830"/>
              <a:ext cx="170765" cy="258990"/>
            </a:xfrm>
            <a:custGeom>
              <a:rect b="b" l="l" r="r" t="t"/>
              <a:pathLst>
                <a:path extrusionOk="0" h="9887" w="6519">
                  <a:moveTo>
                    <a:pt x="210" y="0"/>
                  </a:moveTo>
                  <a:cubicBezTo>
                    <a:pt x="93" y="0"/>
                    <a:pt x="1" y="96"/>
                    <a:pt x="1" y="213"/>
                  </a:cubicBezTo>
                  <a:lnTo>
                    <a:pt x="1" y="2313"/>
                  </a:lnTo>
                  <a:cubicBezTo>
                    <a:pt x="1" y="2546"/>
                    <a:pt x="189" y="2735"/>
                    <a:pt x="422" y="2735"/>
                  </a:cubicBezTo>
                  <a:lnTo>
                    <a:pt x="840" y="2735"/>
                  </a:lnTo>
                  <a:cubicBezTo>
                    <a:pt x="844" y="2735"/>
                    <a:pt x="848" y="2735"/>
                    <a:pt x="852" y="2735"/>
                  </a:cubicBezTo>
                  <a:cubicBezTo>
                    <a:pt x="1029" y="2735"/>
                    <a:pt x="1199" y="2660"/>
                    <a:pt x="1316" y="2526"/>
                  </a:cubicBezTo>
                  <a:cubicBezTo>
                    <a:pt x="1540" y="2253"/>
                    <a:pt x="1872" y="2104"/>
                    <a:pt x="2212" y="2104"/>
                  </a:cubicBezTo>
                  <a:cubicBezTo>
                    <a:pt x="2341" y="2104"/>
                    <a:pt x="2472" y="2125"/>
                    <a:pt x="2598" y="2169"/>
                  </a:cubicBezTo>
                  <a:cubicBezTo>
                    <a:pt x="3054" y="2334"/>
                    <a:pt x="3362" y="2766"/>
                    <a:pt x="3366" y="3256"/>
                  </a:cubicBezTo>
                  <a:cubicBezTo>
                    <a:pt x="3369" y="3742"/>
                    <a:pt x="3064" y="4177"/>
                    <a:pt x="2608" y="4345"/>
                  </a:cubicBezTo>
                  <a:cubicBezTo>
                    <a:pt x="2479" y="4393"/>
                    <a:pt x="2344" y="4416"/>
                    <a:pt x="2211" y="4416"/>
                  </a:cubicBezTo>
                  <a:cubicBezTo>
                    <a:pt x="1876" y="4416"/>
                    <a:pt x="1549" y="4271"/>
                    <a:pt x="1323" y="4006"/>
                  </a:cubicBezTo>
                  <a:cubicBezTo>
                    <a:pt x="1207" y="3866"/>
                    <a:pt x="1032" y="3787"/>
                    <a:pt x="847" y="3787"/>
                  </a:cubicBezTo>
                  <a:lnTo>
                    <a:pt x="419" y="3787"/>
                  </a:lnTo>
                  <a:cubicBezTo>
                    <a:pt x="189" y="3787"/>
                    <a:pt x="1" y="3975"/>
                    <a:pt x="1" y="4208"/>
                  </a:cubicBezTo>
                  <a:lnTo>
                    <a:pt x="1" y="6521"/>
                  </a:lnTo>
                  <a:lnTo>
                    <a:pt x="2314" y="6521"/>
                  </a:lnTo>
                  <a:cubicBezTo>
                    <a:pt x="2543" y="6521"/>
                    <a:pt x="2732" y="6706"/>
                    <a:pt x="2732" y="6939"/>
                  </a:cubicBezTo>
                  <a:lnTo>
                    <a:pt x="2732" y="7368"/>
                  </a:lnTo>
                  <a:cubicBezTo>
                    <a:pt x="2732" y="7553"/>
                    <a:pt x="2653" y="7724"/>
                    <a:pt x="2512" y="7844"/>
                  </a:cubicBezTo>
                  <a:cubicBezTo>
                    <a:pt x="2142" y="8159"/>
                    <a:pt x="2005" y="8670"/>
                    <a:pt x="2173" y="9129"/>
                  </a:cubicBezTo>
                  <a:cubicBezTo>
                    <a:pt x="2340" y="9582"/>
                    <a:pt x="2771" y="9886"/>
                    <a:pt x="3258" y="9886"/>
                  </a:cubicBezTo>
                  <a:cubicBezTo>
                    <a:pt x="3261" y="9886"/>
                    <a:pt x="3264" y="9886"/>
                    <a:pt x="3266" y="9886"/>
                  </a:cubicBezTo>
                  <a:cubicBezTo>
                    <a:pt x="3753" y="9883"/>
                    <a:pt x="4185" y="9575"/>
                    <a:pt x="4349" y="9115"/>
                  </a:cubicBezTo>
                  <a:cubicBezTo>
                    <a:pt x="4510" y="8656"/>
                    <a:pt x="4370" y="8146"/>
                    <a:pt x="3993" y="7837"/>
                  </a:cubicBezTo>
                  <a:cubicBezTo>
                    <a:pt x="3856" y="7717"/>
                    <a:pt x="3780" y="7543"/>
                    <a:pt x="3784" y="7361"/>
                  </a:cubicBezTo>
                  <a:lnTo>
                    <a:pt x="3784" y="6939"/>
                  </a:lnTo>
                  <a:cubicBezTo>
                    <a:pt x="3784" y="6710"/>
                    <a:pt x="3972" y="6521"/>
                    <a:pt x="4205" y="6521"/>
                  </a:cubicBezTo>
                  <a:lnTo>
                    <a:pt x="6309" y="6521"/>
                  </a:lnTo>
                  <a:cubicBezTo>
                    <a:pt x="6426" y="6521"/>
                    <a:pt x="6518" y="6425"/>
                    <a:pt x="6518" y="6309"/>
                  </a:cubicBezTo>
                  <a:lnTo>
                    <a:pt x="6518" y="843"/>
                  </a:lnTo>
                  <a:cubicBezTo>
                    <a:pt x="6518" y="377"/>
                    <a:pt x="6141" y="0"/>
                    <a:pt x="56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9"/>
            <p:cNvSpPr/>
            <p:nvPr/>
          </p:nvSpPr>
          <p:spPr>
            <a:xfrm>
              <a:off x="6412315" y="2932648"/>
              <a:ext cx="258990" cy="170765"/>
            </a:xfrm>
            <a:custGeom>
              <a:rect b="b" l="l" r="r" t="t"/>
              <a:pathLst>
                <a:path extrusionOk="0" h="6519" w="9887">
                  <a:moveTo>
                    <a:pt x="3369" y="0"/>
                  </a:moveTo>
                  <a:lnTo>
                    <a:pt x="3369" y="2313"/>
                  </a:lnTo>
                  <a:cubicBezTo>
                    <a:pt x="3369" y="2544"/>
                    <a:pt x="3183" y="2732"/>
                    <a:pt x="2953" y="2732"/>
                  </a:cubicBezTo>
                  <a:cubicBezTo>
                    <a:pt x="2951" y="2732"/>
                    <a:pt x="2949" y="2732"/>
                    <a:pt x="2947" y="2732"/>
                  </a:cubicBezTo>
                  <a:lnTo>
                    <a:pt x="2519" y="2732"/>
                  </a:lnTo>
                  <a:cubicBezTo>
                    <a:pt x="2515" y="2732"/>
                    <a:pt x="2511" y="2732"/>
                    <a:pt x="2508" y="2732"/>
                  </a:cubicBezTo>
                  <a:cubicBezTo>
                    <a:pt x="2330" y="2732"/>
                    <a:pt x="2160" y="2650"/>
                    <a:pt x="2042" y="2516"/>
                  </a:cubicBezTo>
                  <a:cubicBezTo>
                    <a:pt x="1817" y="2248"/>
                    <a:pt x="1491" y="2102"/>
                    <a:pt x="1156" y="2102"/>
                  </a:cubicBezTo>
                  <a:cubicBezTo>
                    <a:pt x="1023" y="2102"/>
                    <a:pt x="888" y="2125"/>
                    <a:pt x="757" y="2173"/>
                  </a:cubicBezTo>
                  <a:cubicBezTo>
                    <a:pt x="302" y="2341"/>
                    <a:pt x="0" y="2779"/>
                    <a:pt x="0" y="3266"/>
                  </a:cubicBezTo>
                  <a:cubicBezTo>
                    <a:pt x="3" y="3753"/>
                    <a:pt x="312" y="4184"/>
                    <a:pt x="771" y="4349"/>
                  </a:cubicBezTo>
                  <a:cubicBezTo>
                    <a:pt x="898" y="4394"/>
                    <a:pt x="1028" y="4416"/>
                    <a:pt x="1158" y="4416"/>
                  </a:cubicBezTo>
                  <a:cubicBezTo>
                    <a:pt x="1497" y="4416"/>
                    <a:pt x="1826" y="4265"/>
                    <a:pt x="2049" y="3993"/>
                  </a:cubicBezTo>
                  <a:cubicBezTo>
                    <a:pt x="2167" y="3858"/>
                    <a:pt x="2336" y="3783"/>
                    <a:pt x="2514" y="3783"/>
                  </a:cubicBezTo>
                  <a:cubicBezTo>
                    <a:pt x="2518" y="3783"/>
                    <a:pt x="2522" y="3783"/>
                    <a:pt x="2526" y="3784"/>
                  </a:cubicBezTo>
                  <a:lnTo>
                    <a:pt x="2947" y="3784"/>
                  </a:lnTo>
                  <a:cubicBezTo>
                    <a:pt x="3180" y="3784"/>
                    <a:pt x="3369" y="3972"/>
                    <a:pt x="3369" y="4205"/>
                  </a:cubicBezTo>
                  <a:lnTo>
                    <a:pt x="3369" y="6309"/>
                  </a:lnTo>
                  <a:cubicBezTo>
                    <a:pt x="3369" y="6426"/>
                    <a:pt x="3461" y="6518"/>
                    <a:pt x="3578" y="6518"/>
                  </a:cubicBezTo>
                  <a:lnTo>
                    <a:pt x="9047" y="6518"/>
                  </a:lnTo>
                  <a:cubicBezTo>
                    <a:pt x="9509" y="6518"/>
                    <a:pt x="9886" y="6141"/>
                    <a:pt x="9886" y="5679"/>
                  </a:cubicBezTo>
                  <a:lnTo>
                    <a:pt x="9886" y="209"/>
                  </a:lnTo>
                  <a:cubicBezTo>
                    <a:pt x="9886" y="93"/>
                    <a:pt x="9794" y="0"/>
                    <a:pt x="9677" y="0"/>
                  </a:cubicBezTo>
                  <a:lnTo>
                    <a:pt x="7573" y="0"/>
                  </a:lnTo>
                  <a:cubicBezTo>
                    <a:pt x="7340" y="0"/>
                    <a:pt x="7152" y="189"/>
                    <a:pt x="7152" y="422"/>
                  </a:cubicBezTo>
                  <a:lnTo>
                    <a:pt x="7152" y="840"/>
                  </a:lnTo>
                  <a:cubicBezTo>
                    <a:pt x="7148" y="1022"/>
                    <a:pt x="7224" y="1196"/>
                    <a:pt x="7361" y="1316"/>
                  </a:cubicBezTo>
                  <a:cubicBezTo>
                    <a:pt x="7738" y="1625"/>
                    <a:pt x="7878" y="2139"/>
                    <a:pt x="7717" y="2598"/>
                  </a:cubicBezTo>
                  <a:cubicBezTo>
                    <a:pt x="7553" y="3057"/>
                    <a:pt x="7121" y="3362"/>
                    <a:pt x="6634" y="3365"/>
                  </a:cubicBezTo>
                  <a:cubicBezTo>
                    <a:pt x="6632" y="3365"/>
                    <a:pt x="6629" y="3365"/>
                    <a:pt x="6626" y="3365"/>
                  </a:cubicBezTo>
                  <a:cubicBezTo>
                    <a:pt x="6139" y="3365"/>
                    <a:pt x="5708" y="3065"/>
                    <a:pt x="5541" y="2608"/>
                  </a:cubicBezTo>
                  <a:cubicBezTo>
                    <a:pt x="5373" y="2152"/>
                    <a:pt x="5510" y="1638"/>
                    <a:pt x="5880" y="1323"/>
                  </a:cubicBezTo>
                  <a:cubicBezTo>
                    <a:pt x="6021" y="1207"/>
                    <a:pt x="6100" y="1032"/>
                    <a:pt x="6100" y="847"/>
                  </a:cubicBezTo>
                  <a:lnTo>
                    <a:pt x="6100" y="418"/>
                  </a:lnTo>
                  <a:cubicBezTo>
                    <a:pt x="6100" y="189"/>
                    <a:pt x="5911" y="0"/>
                    <a:pt x="568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9"/>
            <p:cNvSpPr/>
            <p:nvPr/>
          </p:nvSpPr>
          <p:spPr>
            <a:xfrm>
              <a:off x="6329722" y="2844397"/>
              <a:ext cx="170765" cy="259016"/>
            </a:xfrm>
            <a:custGeom>
              <a:rect b="b" l="l" r="r" t="t"/>
              <a:pathLst>
                <a:path extrusionOk="0" h="9888" w="6519">
                  <a:moveTo>
                    <a:pt x="3252" y="1"/>
                  </a:moveTo>
                  <a:cubicBezTo>
                    <a:pt x="2766" y="4"/>
                    <a:pt x="2334" y="313"/>
                    <a:pt x="2170" y="772"/>
                  </a:cubicBezTo>
                  <a:cubicBezTo>
                    <a:pt x="2005" y="1231"/>
                    <a:pt x="2149" y="1742"/>
                    <a:pt x="2522" y="2053"/>
                  </a:cubicBezTo>
                  <a:cubicBezTo>
                    <a:pt x="2660" y="2170"/>
                    <a:pt x="2738" y="2345"/>
                    <a:pt x="2735" y="2530"/>
                  </a:cubicBezTo>
                  <a:lnTo>
                    <a:pt x="2735" y="2948"/>
                  </a:lnTo>
                  <a:cubicBezTo>
                    <a:pt x="2735" y="3181"/>
                    <a:pt x="2546" y="3369"/>
                    <a:pt x="2313" y="3369"/>
                  </a:cubicBezTo>
                  <a:lnTo>
                    <a:pt x="209" y="3369"/>
                  </a:lnTo>
                  <a:cubicBezTo>
                    <a:pt x="93" y="3369"/>
                    <a:pt x="0" y="3462"/>
                    <a:pt x="0" y="3578"/>
                  </a:cubicBezTo>
                  <a:lnTo>
                    <a:pt x="0" y="9048"/>
                  </a:lnTo>
                  <a:cubicBezTo>
                    <a:pt x="0" y="9510"/>
                    <a:pt x="377" y="9887"/>
                    <a:pt x="840" y="9887"/>
                  </a:cubicBezTo>
                  <a:lnTo>
                    <a:pt x="6306" y="9887"/>
                  </a:lnTo>
                  <a:cubicBezTo>
                    <a:pt x="6422" y="9887"/>
                    <a:pt x="6518" y="9795"/>
                    <a:pt x="6518" y="9678"/>
                  </a:cubicBezTo>
                  <a:lnTo>
                    <a:pt x="6518" y="7574"/>
                  </a:lnTo>
                  <a:cubicBezTo>
                    <a:pt x="6518" y="7341"/>
                    <a:pt x="6330" y="7153"/>
                    <a:pt x="6097" y="7153"/>
                  </a:cubicBezTo>
                  <a:lnTo>
                    <a:pt x="5679" y="7153"/>
                  </a:lnTo>
                  <a:cubicBezTo>
                    <a:pt x="5675" y="7152"/>
                    <a:pt x="5671" y="7152"/>
                    <a:pt x="5667" y="7152"/>
                  </a:cubicBezTo>
                  <a:cubicBezTo>
                    <a:pt x="5489" y="7152"/>
                    <a:pt x="5320" y="7227"/>
                    <a:pt x="5202" y="7362"/>
                  </a:cubicBezTo>
                  <a:cubicBezTo>
                    <a:pt x="4976" y="7635"/>
                    <a:pt x="4646" y="7784"/>
                    <a:pt x="4306" y="7784"/>
                  </a:cubicBezTo>
                  <a:cubicBezTo>
                    <a:pt x="4177" y="7784"/>
                    <a:pt x="4047" y="7762"/>
                    <a:pt x="3921" y="7718"/>
                  </a:cubicBezTo>
                  <a:cubicBezTo>
                    <a:pt x="3461" y="7553"/>
                    <a:pt x="3156" y="7122"/>
                    <a:pt x="3153" y="6635"/>
                  </a:cubicBezTo>
                  <a:cubicBezTo>
                    <a:pt x="3150" y="6148"/>
                    <a:pt x="3451" y="5710"/>
                    <a:pt x="3910" y="5542"/>
                  </a:cubicBezTo>
                  <a:cubicBezTo>
                    <a:pt x="4040" y="5494"/>
                    <a:pt x="4175" y="5471"/>
                    <a:pt x="4308" y="5471"/>
                  </a:cubicBezTo>
                  <a:cubicBezTo>
                    <a:pt x="4643" y="5471"/>
                    <a:pt x="4969" y="5617"/>
                    <a:pt x="5192" y="5881"/>
                  </a:cubicBezTo>
                  <a:cubicBezTo>
                    <a:pt x="5309" y="6019"/>
                    <a:pt x="5480" y="6101"/>
                    <a:pt x="5657" y="6101"/>
                  </a:cubicBezTo>
                  <a:cubicBezTo>
                    <a:pt x="5661" y="6101"/>
                    <a:pt x="5665" y="6101"/>
                    <a:pt x="5668" y="6101"/>
                  </a:cubicBezTo>
                  <a:lnTo>
                    <a:pt x="6097" y="6101"/>
                  </a:lnTo>
                  <a:cubicBezTo>
                    <a:pt x="6330" y="6101"/>
                    <a:pt x="6518" y="5912"/>
                    <a:pt x="6518" y="5682"/>
                  </a:cubicBezTo>
                  <a:lnTo>
                    <a:pt x="6518" y="3369"/>
                  </a:lnTo>
                  <a:lnTo>
                    <a:pt x="4205" y="3369"/>
                  </a:lnTo>
                  <a:cubicBezTo>
                    <a:pt x="3972" y="3369"/>
                    <a:pt x="3784" y="3181"/>
                    <a:pt x="3784" y="2948"/>
                  </a:cubicBezTo>
                  <a:lnTo>
                    <a:pt x="3784" y="2520"/>
                  </a:lnTo>
                  <a:cubicBezTo>
                    <a:pt x="3784" y="2338"/>
                    <a:pt x="3866" y="2163"/>
                    <a:pt x="4003" y="2043"/>
                  </a:cubicBezTo>
                  <a:cubicBezTo>
                    <a:pt x="4376" y="1731"/>
                    <a:pt x="4513" y="1217"/>
                    <a:pt x="4346" y="758"/>
                  </a:cubicBezTo>
                  <a:cubicBezTo>
                    <a:pt x="4178" y="302"/>
                    <a:pt x="3739" y="1"/>
                    <a:pt x="3252"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9"/>
            <p:cNvSpPr/>
            <p:nvPr/>
          </p:nvSpPr>
          <p:spPr>
            <a:xfrm>
              <a:off x="6329722" y="2932648"/>
              <a:ext cx="38533" cy="170765"/>
            </a:xfrm>
            <a:custGeom>
              <a:rect b="b" l="l" r="r" t="t"/>
              <a:pathLst>
                <a:path extrusionOk="0" h="6519" w="1471">
                  <a:moveTo>
                    <a:pt x="209" y="0"/>
                  </a:moveTo>
                  <a:cubicBezTo>
                    <a:pt x="93" y="0"/>
                    <a:pt x="0" y="93"/>
                    <a:pt x="0" y="209"/>
                  </a:cubicBezTo>
                  <a:lnTo>
                    <a:pt x="0" y="5679"/>
                  </a:lnTo>
                  <a:cubicBezTo>
                    <a:pt x="0" y="6141"/>
                    <a:pt x="377" y="6518"/>
                    <a:pt x="840" y="6518"/>
                  </a:cubicBezTo>
                  <a:lnTo>
                    <a:pt x="1470" y="6518"/>
                  </a:lnTo>
                  <a:cubicBezTo>
                    <a:pt x="1008" y="6518"/>
                    <a:pt x="631" y="6141"/>
                    <a:pt x="631" y="5679"/>
                  </a:cubicBezTo>
                  <a:lnTo>
                    <a:pt x="631" y="209"/>
                  </a:lnTo>
                  <a:cubicBezTo>
                    <a:pt x="631" y="93"/>
                    <a:pt x="723" y="0"/>
                    <a:pt x="840"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9"/>
            <p:cNvSpPr/>
            <p:nvPr/>
          </p:nvSpPr>
          <p:spPr>
            <a:xfrm>
              <a:off x="6381876" y="2844528"/>
              <a:ext cx="38795" cy="88146"/>
            </a:xfrm>
            <a:custGeom>
              <a:rect b="b" l="l" r="r" t="t"/>
              <a:pathLst>
                <a:path extrusionOk="0" h="3365" w="1481">
                  <a:moveTo>
                    <a:pt x="1269" y="0"/>
                  </a:moveTo>
                  <a:cubicBezTo>
                    <a:pt x="827" y="0"/>
                    <a:pt x="415" y="253"/>
                    <a:pt x="223" y="667"/>
                  </a:cubicBezTo>
                  <a:cubicBezTo>
                    <a:pt x="0" y="1144"/>
                    <a:pt x="127" y="1713"/>
                    <a:pt x="535" y="2048"/>
                  </a:cubicBezTo>
                  <a:cubicBezTo>
                    <a:pt x="672" y="2165"/>
                    <a:pt x="747" y="2340"/>
                    <a:pt x="744" y="2525"/>
                  </a:cubicBezTo>
                  <a:lnTo>
                    <a:pt x="744" y="2943"/>
                  </a:lnTo>
                  <a:cubicBezTo>
                    <a:pt x="744" y="3176"/>
                    <a:pt x="555" y="3364"/>
                    <a:pt x="322" y="3364"/>
                  </a:cubicBezTo>
                  <a:lnTo>
                    <a:pt x="744" y="3364"/>
                  </a:lnTo>
                  <a:cubicBezTo>
                    <a:pt x="977" y="3364"/>
                    <a:pt x="1165" y="3176"/>
                    <a:pt x="1165" y="2943"/>
                  </a:cubicBezTo>
                  <a:lnTo>
                    <a:pt x="1165" y="2525"/>
                  </a:lnTo>
                  <a:cubicBezTo>
                    <a:pt x="1169" y="2340"/>
                    <a:pt x="1090" y="2165"/>
                    <a:pt x="953" y="2048"/>
                  </a:cubicBezTo>
                  <a:cubicBezTo>
                    <a:pt x="199" y="1421"/>
                    <a:pt x="514" y="198"/>
                    <a:pt x="1481" y="20"/>
                  </a:cubicBezTo>
                  <a:cubicBezTo>
                    <a:pt x="1410" y="7"/>
                    <a:pt x="1339" y="0"/>
                    <a:pt x="1269"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9"/>
            <p:cNvSpPr/>
            <p:nvPr/>
          </p:nvSpPr>
          <p:spPr>
            <a:xfrm>
              <a:off x="6329722" y="2761830"/>
              <a:ext cx="38611" cy="170844"/>
            </a:xfrm>
            <a:custGeom>
              <a:rect b="b" l="l" r="r" t="t"/>
              <a:pathLst>
                <a:path extrusionOk="0" h="6522" w="1474">
                  <a:moveTo>
                    <a:pt x="840" y="0"/>
                  </a:moveTo>
                  <a:cubicBezTo>
                    <a:pt x="377" y="0"/>
                    <a:pt x="0" y="377"/>
                    <a:pt x="0" y="843"/>
                  </a:cubicBezTo>
                  <a:lnTo>
                    <a:pt x="0" y="6309"/>
                  </a:lnTo>
                  <a:cubicBezTo>
                    <a:pt x="0" y="6425"/>
                    <a:pt x="93" y="6521"/>
                    <a:pt x="209" y="6521"/>
                  </a:cubicBezTo>
                  <a:lnTo>
                    <a:pt x="840" y="6521"/>
                  </a:lnTo>
                  <a:cubicBezTo>
                    <a:pt x="723" y="6521"/>
                    <a:pt x="631" y="6425"/>
                    <a:pt x="631" y="6309"/>
                  </a:cubicBezTo>
                  <a:lnTo>
                    <a:pt x="631" y="843"/>
                  </a:lnTo>
                  <a:cubicBezTo>
                    <a:pt x="631" y="377"/>
                    <a:pt x="1008" y="0"/>
                    <a:pt x="14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9"/>
            <p:cNvSpPr/>
            <p:nvPr/>
          </p:nvSpPr>
          <p:spPr>
            <a:xfrm>
              <a:off x="6563827" y="2816683"/>
              <a:ext cx="39974" cy="60799"/>
            </a:xfrm>
            <a:custGeom>
              <a:rect b="b" l="l" r="r" t="t"/>
              <a:pathLst>
                <a:path extrusionOk="0" h="2321" w="1526">
                  <a:moveTo>
                    <a:pt x="263" y="1"/>
                  </a:moveTo>
                  <a:cubicBezTo>
                    <a:pt x="176" y="1"/>
                    <a:pt x="88" y="11"/>
                    <a:pt x="0" y="31"/>
                  </a:cubicBezTo>
                  <a:cubicBezTo>
                    <a:pt x="545" y="134"/>
                    <a:pt x="939" y="610"/>
                    <a:pt x="943" y="1162"/>
                  </a:cubicBezTo>
                  <a:cubicBezTo>
                    <a:pt x="946" y="1717"/>
                    <a:pt x="556" y="2193"/>
                    <a:pt x="14" y="2303"/>
                  </a:cubicBezTo>
                  <a:lnTo>
                    <a:pt x="7" y="2303"/>
                  </a:lnTo>
                  <a:cubicBezTo>
                    <a:pt x="78" y="2315"/>
                    <a:pt x="149" y="2321"/>
                    <a:pt x="220" y="2321"/>
                  </a:cubicBezTo>
                  <a:cubicBezTo>
                    <a:pt x="292" y="2321"/>
                    <a:pt x="364" y="2315"/>
                    <a:pt x="436" y="2303"/>
                  </a:cubicBezTo>
                  <a:cubicBezTo>
                    <a:pt x="1083" y="2207"/>
                    <a:pt x="1525" y="1587"/>
                    <a:pt x="1402" y="942"/>
                  </a:cubicBezTo>
                  <a:cubicBezTo>
                    <a:pt x="1296" y="384"/>
                    <a:pt x="807" y="1"/>
                    <a:pt x="263"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9"/>
            <p:cNvSpPr/>
            <p:nvPr/>
          </p:nvSpPr>
          <p:spPr>
            <a:xfrm>
              <a:off x="6500540" y="2761830"/>
              <a:ext cx="22030" cy="71643"/>
            </a:xfrm>
            <a:custGeom>
              <a:rect b="b" l="l" r="r" t="t"/>
              <a:pathLst>
                <a:path extrusionOk="0" h="2735" w="841">
                  <a:moveTo>
                    <a:pt x="210" y="0"/>
                  </a:moveTo>
                  <a:cubicBezTo>
                    <a:pt x="93" y="0"/>
                    <a:pt x="1" y="96"/>
                    <a:pt x="1" y="213"/>
                  </a:cubicBezTo>
                  <a:lnTo>
                    <a:pt x="1" y="2313"/>
                  </a:lnTo>
                  <a:cubicBezTo>
                    <a:pt x="1" y="2546"/>
                    <a:pt x="186" y="2735"/>
                    <a:pt x="419" y="2735"/>
                  </a:cubicBezTo>
                  <a:lnTo>
                    <a:pt x="840" y="2735"/>
                  </a:lnTo>
                  <a:cubicBezTo>
                    <a:pt x="607" y="2735"/>
                    <a:pt x="419" y="2546"/>
                    <a:pt x="419" y="2313"/>
                  </a:cubicBezTo>
                  <a:lnTo>
                    <a:pt x="419" y="213"/>
                  </a:lnTo>
                  <a:cubicBezTo>
                    <a:pt x="419" y="96"/>
                    <a:pt x="515" y="0"/>
                    <a:pt x="631"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9"/>
            <p:cNvSpPr/>
            <p:nvPr/>
          </p:nvSpPr>
          <p:spPr>
            <a:xfrm>
              <a:off x="6500540" y="2861004"/>
              <a:ext cx="22030" cy="71565"/>
            </a:xfrm>
            <a:custGeom>
              <a:rect b="b" l="l" r="r" t="t"/>
              <a:pathLst>
                <a:path extrusionOk="0" h="2732" w="841">
                  <a:moveTo>
                    <a:pt x="419" y="1"/>
                  </a:moveTo>
                  <a:cubicBezTo>
                    <a:pt x="186" y="1"/>
                    <a:pt x="1" y="189"/>
                    <a:pt x="1" y="419"/>
                  </a:cubicBezTo>
                  <a:lnTo>
                    <a:pt x="1" y="2732"/>
                  </a:lnTo>
                  <a:lnTo>
                    <a:pt x="419" y="2732"/>
                  </a:lnTo>
                  <a:lnTo>
                    <a:pt x="419" y="419"/>
                  </a:lnTo>
                  <a:cubicBezTo>
                    <a:pt x="419" y="189"/>
                    <a:pt x="607" y="1"/>
                    <a:pt x="84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9"/>
            <p:cNvSpPr/>
            <p:nvPr/>
          </p:nvSpPr>
          <p:spPr>
            <a:xfrm>
              <a:off x="6547219" y="2932648"/>
              <a:ext cx="44191" cy="88120"/>
            </a:xfrm>
            <a:custGeom>
              <a:rect b="b" l="l" r="r" t="t"/>
              <a:pathLst>
                <a:path extrusionOk="0" h="3364" w="1687">
                  <a:moveTo>
                    <a:pt x="532" y="0"/>
                  </a:moveTo>
                  <a:cubicBezTo>
                    <a:pt x="761" y="0"/>
                    <a:pt x="950" y="189"/>
                    <a:pt x="950" y="422"/>
                  </a:cubicBezTo>
                  <a:lnTo>
                    <a:pt x="950" y="850"/>
                  </a:lnTo>
                  <a:cubicBezTo>
                    <a:pt x="950" y="1032"/>
                    <a:pt x="871" y="1207"/>
                    <a:pt x="730" y="1327"/>
                  </a:cubicBezTo>
                  <a:cubicBezTo>
                    <a:pt x="0" y="1943"/>
                    <a:pt x="292" y="3132"/>
                    <a:pt x="1227" y="3338"/>
                  </a:cubicBezTo>
                  <a:cubicBezTo>
                    <a:pt x="1309" y="3355"/>
                    <a:pt x="1392" y="3363"/>
                    <a:pt x="1476" y="3363"/>
                  </a:cubicBezTo>
                  <a:cubicBezTo>
                    <a:pt x="1546" y="3363"/>
                    <a:pt x="1616" y="3357"/>
                    <a:pt x="1686" y="3345"/>
                  </a:cubicBezTo>
                  <a:cubicBezTo>
                    <a:pt x="1673" y="3341"/>
                    <a:pt x="1659" y="3341"/>
                    <a:pt x="1649" y="3338"/>
                  </a:cubicBezTo>
                  <a:cubicBezTo>
                    <a:pt x="713" y="3132"/>
                    <a:pt x="422" y="1943"/>
                    <a:pt x="1152" y="1327"/>
                  </a:cubicBezTo>
                  <a:cubicBezTo>
                    <a:pt x="1292" y="1207"/>
                    <a:pt x="1371" y="1032"/>
                    <a:pt x="1371" y="850"/>
                  </a:cubicBezTo>
                  <a:lnTo>
                    <a:pt x="1371" y="422"/>
                  </a:lnTo>
                  <a:cubicBezTo>
                    <a:pt x="1371" y="189"/>
                    <a:pt x="1183" y="0"/>
                    <a:pt x="950"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9"/>
            <p:cNvSpPr/>
            <p:nvPr/>
          </p:nvSpPr>
          <p:spPr>
            <a:xfrm>
              <a:off x="6489512" y="2932648"/>
              <a:ext cx="22004" cy="71565"/>
            </a:xfrm>
            <a:custGeom>
              <a:rect b="b" l="l" r="r" t="t"/>
              <a:pathLst>
                <a:path extrusionOk="0" h="2732" w="840">
                  <a:moveTo>
                    <a:pt x="422" y="0"/>
                  </a:moveTo>
                  <a:lnTo>
                    <a:pt x="422" y="2313"/>
                  </a:lnTo>
                  <a:cubicBezTo>
                    <a:pt x="422" y="2546"/>
                    <a:pt x="233" y="2732"/>
                    <a:pt x="0" y="2732"/>
                  </a:cubicBezTo>
                  <a:lnTo>
                    <a:pt x="422" y="2732"/>
                  </a:lnTo>
                  <a:cubicBezTo>
                    <a:pt x="424" y="2732"/>
                    <a:pt x="426" y="2732"/>
                    <a:pt x="428" y="2732"/>
                  </a:cubicBezTo>
                  <a:cubicBezTo>
                    <a:pt x="655" y="2732"/>
                    <a:pt x="840" y="2544"/>
                    <a:pt x="840" y="2313"/>
                  </a:cubicBezTo>
                  <a:lnTo>
                    <a:pt x="840"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9"/>
            <p:cNvSpPr/>
            <p:nvPr/>
          </p:nvSpPr>
          <p:spPr>
            <a:xfrm>
              <a:off x="6408255" y="2987736"/>
              <a:ext cx="39895" cy="60825"/>
            </a:xfrm>
            <a:custGeom>
              <a:rect b="b" l="l" r="r" t="t"/>
              <a:pathLst>
                <a:path extrusionOk="0" h="2322" w="1523">
                  <a:moveTo>
                    <a:pt x="1303" y="1"/>
                  </a:moveTo>
                  <a:cubicBezTo>
                    <a:pt x="1232" y="1"/>
                    <a:pt x="1161" y="7"/>
                    <a:pt x="1091" y="19"/>
                  </a:cubicBezTo>
                  <a:cubicBezTo>
                    <a:pt x="439" y="114"/>
                    <a:pt x="1" y="735"/>
                    <a:pt x="124" y="1379"/>
                  </a:cubicBezTo>
                  <a:cubicBezTo>
                    <a:pt x="230" y="1937"/>
                    <a:pt x="715" y="2321"/>
                    <a:pt x="1257" y="2321"/>
                  </a:cubicBezTo>
                  <a:cubicBezTo>
                    <a:pt x="1344" y="2321"/>
                    <a:pt x="1433" y="2311"/>
                    <a:pt x="1522" y="2290"/>
                  </a:cubicBezTo>
                  <a:cubicBezTo>
                    <a:pt x="882" y="2171"/>
                    <a:pt x="463" y="1543"/>
                    <a:pt x="604" y="906"/>
                  </a:cubicBezTo>
                  <a:cubicBezTo>
                    <a:pt x="703" y="457"/>
                    <a:pt x="1060" y="108"/>
                    <a:pt x="1512" y="19"/>
                  </a:cubicBezTo>
                  <a:lnTo>
                    <a:pt x="1515" y="19"/>
                  </a:lnTo>
                  <a:cubicBezTo>
                    <a:pt x="1445" y="7"/>
                    <a:pt x="1374" y="1"/>
                    <a:pt x="1303"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9"/>
            <p:cNvSpPr/>
            <p:nvPr/>
          </p:nvSpPr>
          <p:spPr>
            <a:xfrm>
              <a:off x="6489512" y="3031743"/>
              <a:ext cx="27479" cy="71670"/>
            </a:xfrm>
            <a:custGeom>
              <a:rect b="b" l="l" r="r" t="t"/>
              <a:pathLst>
                <a:path extrusionOk="0" h="2736" w="1049">
                  <a:moveTo>
                    <a:pt x="0" y="1"/>
                  </a:moveTo>
                  <a:cubicBezTo>
                    <a:pt x="233" y="4"/>
                    <a:pt x="422" y="189"/>
                    <a:pt x="422" y="422"/>
                  </a:cubicBezTo>
                  <a:lnTo>
                    <a:pt x="422" y="2526"/>
                  </a:lnTo>
                  <a:cubicBezTo>
                    <a:pt x="422" y="2643"/>
                    <a:pt x="514" y="2735"/>
                    <a:pt x="631" y="2735"/>
                  </a:cubicBezTo>
                  <a:lnTo>
                    <a:pt x="1049" y="2735"/>
                  </a:lnTo>
                  <a:cubicBezTo>
                    <a:pt x="932" y="2735"/>
                    <a:pt x="840" y="2643"/>
                    <a:pt x="840" y="2526"/>
                  </a:cubicBezTo>
                  <a:lnTo>
                    <a:pt x="840" y="422"/>
                  </a:lnTo>
                  <a:cubicBezTo>
                    <a:pt x="840" y="189"/>
                    <a:pt x="651" y="1"/>
                    <a:pt x="422"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9"/>
            <p:cNvSpPr/>
            <p:nvPr/>
          </p:nvSpPr>
          <p:spPr>
            <a:xfrm>
              <a:off x="6324614" y="2756696"/>
              <a:ext cx="351799" cy="351904"/>
            </a:xfrm>
            <a:custGeom>
              <a:rect b="b" l="l" r="r" t="t"/>
              <a:pathLst>
                <a:path extrusionOk="0" h="13434" w="13430">
                  <a:moveTo>
                    <a:pt x="3460" y="3546"/>
                  </a:moveTo>
                  <a:cubicBezTo>
                    <a:pt x="3528" y="3546"/>
                    <a:pt x="3596" y="3554"/>
                    <a:pt x="3663" y="3568"/>
                  </a:cubicBezTo>
                  <a:cubicBezTo>
                    <a:pt x="4438" y="3739"/>
                    <a:pt x="4681" y="4726"/>
                    <a:pt x="4071" y="5240"/>
                  </a:cubicBezTo>
                  <a:cubicBezTo>
                    <a:pt x="3889" y="5395"/>
                    <a:pt x="3783" y="5624"/>
                    <a:pt x="3783" y="5864"/>
                  </a:cubicBezTo>
                  <a:lnTo>
                    <a:pt x="3783" y="6292"/>
                  </a:lnTo>
                  <a:cubicBezTo>
                    <a:pt x="3783" y="6635"/>
                    <a:pt x="4061" y="6909"/>
                    <a:pt x="4400" y="6913"/>
                  </a:cubicBezTo>
                  <a:lnTo>
                    <a:pt x="6518" y="6913"/>
                  </a:lnTo>
                  <a:lnTo>
                    <a:pt x="6518" y="9030"/>
                  </a:lnTo>
                  <a:cubicBezTo>
                    <a:pt x="6518" y="9154"/>
                    <a:pt x="6418" y="9253"/>
                    <a:pt x="6295" y="9253"/>
                  </a:cubicBezTo>
                  <a:lnTo>
                    <a:pt x="5867" y="9253"/>
                  </a:lnTo>
                  <a:cubicBezTo>
                    <a:pt x="5740" y="9253"/>
                    <a:pt x="5623" y="9198"/>
                    <a:pt x="5541" y="9106"/>
                  </a:cubicBezTo>
                  <a:cubicBezTo>
                    <a:pt x="5263" y="8775"/>
                    <a:pt x="4886" y="8623"/>
                    <a:pt x="4514" y="8623"/>
                  </a:cubicBezTo>
                  <a:cubicBezTo>
                    <a:pt x="3919" y="8623"/>
                    <a:pt x="3335" y="9013"/>
                    <a:pt x="3187" y="9688"/>
                  </a:cubicBezTo>
                  <a:cubicBezTo>
                    <a:pt x="3053" y="10298"/>
                    <a:pt x="3355" y="10919"/>
                    <a:pt x="3917" y="11193"/>
                  </a:cubicBezTo>
                  <a:cubicBezTo>
                    <a:pt x="4106" y="11285"/>
                    <a:pt x="4308" y="11330"/>
                    <a:pt x="4508" y="11330"/>
                  </a:cubicBezTo>
                  <a:cubicBezTo>
                    <a:pt x="4902" y="11330"/>
                    <a:pt x="5289" y="11157"/>
                    <a:pt x="5555" y="10836"/>
                  </a:cubicBezTo>
                  <a:cubicBezTo>
                    <a:pt x="5631" y="10747"/>
                    <a:pt x="5746" y="10699"/>
                    <a:pt x="5865" y="10699"/>
                  </a:cubicBezTo>
                  <a:cubicBezTo>
                    <a:pt x="5869" y="10699"/>
                    <a:pt x="5873" y="10699"/>
                    <a:pt x="5877" y="10699"/>
                  </a:cubicBezTo>
                  <a:lnTo>
                    <a:pt x="6298" y="10699"/>
                  </a:lnTo>
                  <a:cubicBezTo>
                    <a:pt x="6422" y="10699"/>
                    <a:pt x="6521" y="10799"/>
                    <a:pt x="6521" y="10922"/>
                  </a:cubicBezTo>
                  <a:lnTo>
                    <a:pt x="6521" y="13040"/>
                  </a:lnTo>
                  <a:lnTo>
                    <a:pt x="1038" y="13040"/>
                  </a:lnTo>
                  <a:cubicBezTo>
                    <a:pt x="682" y="13040"/>
                    <a:pt x="394" y="12752"/>
                    <a:pt x="391" y="12396"/>
                  </a:cubicBezTo>
                  <a:lnTo>
                    <a:pt x="391" y="6913"/>
                  </a:lnTo>
                  <a:lnTo>
                    <a:pt x="2508" y="6913"/>
                  </a:lnTo>
                  <a:cubicBezTo>
                    <a:pt x="2848" y="6913"/>
                    <a:pt x="3125" y="6635"/>
                    <a:pt x="3125" y="6296"/>
                  </a:cubicBezTo>
                  <a:lnTo>
                    <a:pt x="3125" y="5874"/>
                  </a:lnTo>
                  <a:cubicBezTo>
                    <a:pt x="3132" y="5634"/>
                    <a:pt x="3026" y="5401"/>
                    <a:pt x="2844" y="5247"/>
                  </a:cubicBezTo>
                  <a:cubicBezTo>
                    <a:pt x="2375" y="4860"/>
                    <a:pt x="2378" y="4144"/>
                    <a:pt x="2851" y="3760"/>
                  </a:cubicBezTo>
                  <a:cubicBezTo>
                    <a:pt x="3024" y="3621"/>
                    <a:pt x="3241" y="3546"/>
                    <a:pt x="3460" y="3546"/>
                  </a:cubicBezTo>
                  <a:close/>
                  <a:moveTo>
                    <a:pt x="12395" y="391"/>
                  </a:moveTo>
                  <a:cubicBezTo>
                    <a:pt x="12748" y="395"/>
                    <a:pt x="13036" y="679"/>
                    <a:pt x="13036" y="1036"/>
                  </a:cubicBezTo>
                  <a:lnTo>
                    <a:pt x="13036" y="6519"/>
                  </a:lnTo>
                  <a:lnTo>
                    <a:pt x="12813" y="6519"/>
                  </a:lnTo>
                  <a:cubicBezTo>
                    <a:pt x="12549" y="6519"/>
                    <a:pt x="12549" y="6913"/>
                    <a:pt x="12813" y="6913"/>
                  </a:cubicBezTo>
                  <a:lnTo>
                    <a:pt x="13036" y="6913"/>
                  </a:lnTo>
                  <a:lnTo>
                    <a:pt x="13036" y="12396"/>
                  </a:lnTo>
                  <a:cubicBezTo>
                    <a:pt x="13036" y="12749"/>
                    <a:pt x="12748" y="13040"/>
                    <a:pt x="12395" y="13040"/>
                  </a:cubicBezTo>
                  <a:lnTo>
                    <a:pt x="12395" y="13036"/>
                  </a:lnTo>
                  <a:lnTo>
                    <a:pt x="6912" y="13036"/>
                  </a:lnTo>
                  <a:lnTo>
                    <a:pt x="6912" y="10922"/>
                  </a:lnTo>
                  <a:cubicBezTo>
                    <a:pt x="6912" y="10583"/>
                    <a:pt x="6634" y="10305"/>
                    <a:pt x="6295" y="10305"/>
                  </a:cubicBezTo>
                  <a:lnTo>
                    <a:pt x="5874" y="10305"/>
                  </a:lnTo>
                  <a:cubicBezTo>
                    <a:pt x="5870" y="10305"/>
                    <a:pt x="5866" y="10305"/>
                    <a:pt x="5862" y="10305"/>
                  </a:cubicBezTo>
                  <a:cubicBezTo>
                    <a:pt x="5623" y="10305"/>
                    <a:pt x="5398" y="10408"/>
                    <a:pt x="5246" y="10586"/>
                  </a:cubicBezTo>
                  <a:cubicBezTo>
                    <a:pt x="5054" y="10820"/>
                    <a:pt x="4779" y="10937"/>
                    <a:pt x="4505" y="10937"/>
                  </a:cubicBezTo>
                  <a:cubicBezTo>
                    <a:pt x="4228" y="10937"/>
                    <a:pt x="3952" y="10818"/>
                    <a:pt x="3759" y="10583"/>
                  </a:cubicBezTo>
                  <a:cubicBezTo>
                    <a:pt x="3574" y="10353"/>
                    <a:pt x="3506" y="10055"/>
                    <a:pt x="3567" y="9767"/>
                  </a:cubicBezTo>
                  <a:cubicBezTo>
                    <a:pt x="3673" y="9291"/>
                    <a:pt x="4086" y="9016"/>
                    <a:pt x="4507" y="9016"/>
                  </a:cubicBezTo>
                  <a:cubicBezTo>
                    <a:pt x="4772" y="9016"/>
                    <a:pt x="5039" y="9124"/>
                    <a:pt x="5236" y="9359"/>
                  </a:cubicBezTo>
                  <a:cubicBezTo>
                    <a:pt x="5394" y="9541"/>
                    <a:pt x="5623" y="9647"/>
                    <a:pt x="5863" y="9647"/>
                  </a:cubicBezTo>
                  <a:lnTo>
                    <a:pt x="6292" y="9647"/>
                  </a:lnTo>
                  <a:cubicBezTo>
                    <a:pt x="6631" y="9647"/>
                    <a:pt x="6908" y="9370"/>
                    <a:pt x="6908" y="9030"/>
                  </a:cubicBezTo>
                  <a:lnTo>
                    <a:pt x="6908" y="6913"/>
                  </a:lnTo>
                  <a:lnTo>
                    <a:pt x="9026" y="6913"/>
                  </a:lnTo>
                  <a:cubicBezTo>
                    <a:pt x="9150" y="6913"/>
                    <a:pt x="9249" y="7012"/>
                    <a:pt x="9249" y="7139"/>
                  </a:cubicBezTo>
                  <a:lnTo>
                    <a:pt x="9249" y="7567"/>
                  </a:lnTo>
                  <a:cubicBezTo>
                    <a:pt x="9249" y="7691"/>
                    <a:pt x="9194" y="7810"/>
                    <a:pt x="9098" y="7893"/>
                  </a:cubicBezTo>
                  <a:cubicBezTo>
                    <a:pt x="8241" y="8616"/>
                    <a:pt x="8588" y="10007"/>
                    <a:pt x="9681" y="10247"/>
                  </a:cubicBezTo>
                  <a:cubicBezTo>
                    <a:pt x="9777" y="10268"/>
                    <a:pt x="9873" y="10278"/>
                    <a:pt x="9969" y="10278"/>
                  </a:cubicBezTo>
                  <a:cubicBezTo>
                    <a:pt x="9971" y="10278"/>
                    <a:pt x="9974" y="10278"/>
                    <a:pt x="9977" y="10278"/>
                  </a:cubicBezTo>
                  <a:cubicBezTo>
                    <a:pt x="10546" y="10278"/>
                    <a:pt x="11056" y="9919"/>
                    <a:pt x="11247" y="9383"/>
                  </a:cubicBezTo>
                  <a:cubicBezTo>
                    <a:pt x="11442" y="8845"/>
                    <a:pt x="11274" y="8242"/>
                    <a:pt x="10832" y="7879"/>
                  </a:cubicBezTo>
                  <a:cubicBezTo>
                    <a:pt x="10740" y="7797"/>
                    <a:pt x="10688" y="7677"/>
                    <a:pt x="10695" y="7553"/>
                  </a:cubicBezTo>
                  <a:lnTo>
                    <a:pt x="10695" y="7135"/>
                  </a:lnTo>
                  <a:cubicBezTo>
                    <a:pt x="10695" y="7012"/>
                    <a:pt x="10794" y="6913"/>
                    <a:pt x="10918" y="6913"/>
                  </a:cubicBezTo>
                  <a:lnTo>
                    <a:pt x="11970" y="6913"/>
                  </a:lnTo>
                  <a:cubicBezTo>
                    <a:pt x="12079" y="6913"/>
                    <a:pt x="12165" y="6824"/>
                    <a:pt x="12165" y="6714"/>
                  </a:cubicBezTo>
                  <a:cubicBezTo>
                    <a:pt x="12165" y="6604"/>
                    <a:pt x="12079" y="6519"/>
                    <a:pt x="11970" y="6519"/>
                  </a:cubicBezTo>
                  <a:lnTo>
                    <a:pt x="10918" y="6519"/>
                  </a:lnTo>
                  <a:cubicBezTo>
                    <a:pt x="10579" y="6519"/>
                    <a:pt x="10301" y="6793"/>
                    <a:pt x="10301" y="7135"/>
                  </a:cubicBezTo>
                  <a:lnTo>
                    <a:pt x="10301" y="7553"/>
                  </a:lnTo>
                  <a:cubicBezTo>
                    <a:pt x="10294" y="7793"/>
                    <a:pt x="10397" y="8026"/>
                    <a:pt x="10582" y="8181"/>
                  </a:cubicBezTo>
                  <a:cubicBezTo>
                    <a:pt x="11051" y="8568"/>
                    <a:pt x="11048" y="9284"/>
                    <a:pt x="10575" y="9668"/>
                  </a:cubicBezTo>
                  <a:cubicBezTo>
                    <a:pt x="10403" y="9808"/>
                    <a:pt x="10188" y="9882"/>
                    <a:pt x="9969" y="9882"/>
                  </a:cubicBezTo>
                  <a:cubicBezTo>
                    <a:pt x="9900" y="9882"/>
                    <a:pt x="9831" y="9875"/>
                    <a:pt x="9763" y="9860"/>
                  </a:cubicBezTo>
                  <a:cubicBezTo>
                    <a:pt x="8989" y="9688"/>
                    <a:pt x="8745" y="8701"/>
                    <a:pt x="9355" y="8191"/>
                  </a:cubicBezTo>
                  <a:cubicBezTo>
                    <a:pt x="9537" y="8033"/>
                    <a:pt x="9643" y="7804"/>
                    <a:pt x="9643" y="7564"/>
                  </a:cubicBezTo>
                  <a:lnTo>
                    <a:pt x="9643" y="7135"/>
                  </a:lnTo>
                  <a:cubicBezTo>
                    <a:pt x="9643" y="6793"/>
                    <a:pt x="9365" y="6519"/>
                    <a:pt x="9026" y="6519"/>
                  </a:cubicBezTo>
                  <a:lnTo>
                    <a:pt x="6908" y="6519"/>
                  </a:lnTo>
                  <a:lnTo>
                    <a:pt x="6908" y="4404"/>
                  </a:lnTo>
                  <a:cubicBezTo>
                    <a:pt x="6908" y="4277"/>
                    <a:pt x="7008" y="4178"/>
                    <a:pt x="7131" y="4178"/>
                  </a:cubicBezTo>
                  <a:lnTo>
                    <a:pt x="7560" y="4178"/>
                  </a:lnTo>
                  <a:cubicBezTo>
                    <a:pt x="7686" y="4178"/>
                    <a:pt x="7806" y="4233"/>
                    <a:pt x="7889" y="4329"/>
                  </a:cubicBezTo>
                  <a:cubicBezTo>
                    <a:pt x="8167" y="4658"/>
                    <a:pt x="8544" y="4810"/>
                    <a:pt x="8916" y="4810"/>
                  </a:cubicBezTo>
                  <a:cubicBezTo>
                    <a:pt x="9511" y="4810"/>
                    <a:pt x="10095" y="4421"/>
                    <a:pt x="10243" y="3746"/>
                  </a:cubicBezTo>
                  <a:cubicBezTo>
                    <a:pt x="10376" y="3136"/>
                    <a:pt x="10075" y="2513"/>
                    <a:pt x="9513" y="2239"/>
                  </a:cubicBezTo>
                  <a:cubicBezTo>
                    <a:pt x="9324" y="2148"/>
                    <a:pt x="9123" y="2104"/>
                    <a:pt x="8923" y="2104"/>
                  </a:cubicBezTo>
                  <a:cubicBezTo>
                    <a:pt x="8527" y="2104"/>
                    <a:pt x="8139" y="2276"/>
                    <a:pt x="7875" y="2595"/>
                  </a:cubicBezTo>
                  <a:cubicBezTo>
                    <a:pt x="7795" y="2685"/>
                    <a:pt x="7683" y="2736"/>
                    <a:pt x="7564" y="2736"/>
                  </a:cubicBezTo>
                  <a:cubicBezTo>
                    <a:pt x="7560" y="2736"/>
                    <a:pt x="7557" y="2736"/>
                    <a:pt x="7553" y="2735"/>
                  </a:cubicBezTo>
                  <a:lnTo>
                    <a:pt x="7131" y="2735"/>
                  </a:lnTo>
                  <a:cubicBezTo>
                    <a:pt x="7008" y="2732"/>
                    <a:pt x="6908" y="2633"/>
                    <a:pt x="6908" y="2509"/>
                  </a:cubicBezTo>
                  <a:lnTo>
                    <a:pt x="6908" y="1457"/>
                  </a:lnTo>
                  <a:cubicBezTo>
                    <a:pt x="6908" y="1327"/>
                    <a:pt x="6810" y="1262"/>
                    <a:pt x="6711" y="1262"/>
                  </a:cubicBezTo>
                  <a:cubicBezTo>
                    <a:pt x="6613" y="1262"/>
                    <a:pt x="6514" y="1327"/>
                    <a:pt x="6514" y="1457"/>
                  </a:cubicBezTo>
                  <a:lnTo>
                    <a:pt x="6514" y="2509"/>
                  </a:lnTo>
                  <a:cubicBezTo>
                    <a:pt x="6514" y="2852"/>
                    <a:pt x="6792" y="3126"/>
                    <a:pt x="7131" y="3126"/>
                  </a:cubicBezTo>
                  <a:lnTo>
                    <a:pt x="7560" y="3126"/>
                  </a:lnTo>
                  <a:cubicBezTo>
                    <a:pt x="7567" y="3126"/>
                    <a:pt x="7575" y="3126"/>
                    <a:pt x="7582" y="3126"/>
                  </a:cubicBezTo>
                  <a:cubicBezTo>
                    <a:pt x="7814" y="3126"/>
                    <a:pt x="8034" y="3024"/>
                    <a:pt x="8187" y="2845"/>
                  </a:cubicBezTo>
                  <a:cubicBezTo>
                    <a:pt x="8378" y="2613"/>
                    <a:pt x="8652" y="2496"/>
                    <a:pt x="8927" y="2496"/>
                  </a:cubicBezTo>
                  <a:cubicBezTo>
                    <a:pt x="9203" y="2496"/>
                    <a:pt x="9480" y="2615"/>
                    <a:pt x="9670" y="2852"/>
                  </a:cubicBezTo>
                  <a:cubicBezTo>
                    <a:pt x="9856" y="3078"/>
                    <a:pt x="9924" y="3380"/>
                    <a:pt x="9862" y="3664"/>
                  </a:cubicBezTo>
                  <a:cubicBezTo>
                    <a:pt x="9757" y="4142"/>
                    <a:pt x="9344" y="4417"/>
                    <a:pt x="8922" y="4417"/>
                  </a:cubicBezTo>
                  <a:cubicBezTo>
                    <a:pt x="8658" y="4417"/>
                    <a:pt x="8390" y="4309"/>
                    <a:pt x="8194" y="4075"/>
                  </a:cubicBezTo>
                  <a:cubicBezTo>
                    <a:pt x="8036" y="3890"/>
                    <a:pt x="7806" y="3784"/>
                    <a:pt x="7566" y="3784"/>
                  </a:cubicBezTo>
                  <a:lnTo>
                    <a:pt x="7138" y="3784"/>
                  </a:lnTo>
                  <a:cubicBezTo>
                    <a:pt x="6795" y="3784"/>
                    <a:pt x="6521" y="4062"/>
                    <a:pt x="6521" y="4404"/>
                  </a:cubicBezTo>
                  <a:lnTo>
                    <a:pt x="6521" y="6519"/>
                  </a:lnTo>
                  <a:lnTo>
                    <a:pt x="4400" y="6519"/>
                  </a:lnTo>
                  <a:cubicBezTo>
                    <a:pt x="4277" y="6519"/>
                    <a:pt x="4177" y="6419"/>
                    <a:pt x="4177" y="6296"/>
                  </a:cubicBezTo>
                  <a:lnTo>
                    <a:pt x="4177" y="5868"/>
                  </a:lnTo>
                  <a:cubicBezTo>
                    <a:pt x="4177" y="5741"/>
                    <a:pt x="4232" y="5624"/>
                    <a:pt x="4325" y="5542"/>
                  </a:cubicBezTo>
                  <a:cubicBezTo>
                    <a:pt x="5188" y="4819"/>
                    <a:pt x="4846" y="3421"/>
                    <a:pt x="3746" y="3184"/>
                  </a:cubicBezTo>
                  <a:cubicBezTo>
                    <a:pt x="3647" y="3163"/>
                    <a:pt x="3549" y="3152"/>
                    <a:pt x="3453" y="3152"/>
                  </a:cubicBezTo>
                  <a:cubicBezTo>
                    <a:pt x="2727" y="3152"/>
                    <a:pt x="2104" y="3742"/>
                    <a:pt x="2104" y="4507"/>
                  </a:cubicBezTo>
                  <a:cubicBezTo>
                    <a:pt x="2101" y="4911"/>
                    <a:pt x="2282" y="5292"/>
                    <a:pt x="2598" y="5549"/>
                  </a:cubicBezTo>
                  <a:cubicBezTo>
                    <a:pt x="2687" y="5631"/>
                    <a:pt x="2738" y="5751"/>
                    <a:pt x="2735" y="5871"/>
                  </a:cubicBezTo>
                  <a:lnTo>
                    <a:pt x="2735" y="6296"/>
                  </a:lnTo>
                  <a:cubicBezTo>
                    <a:pt x="2735" y="6419"/>
                    <a:pt x="2632" y="6519"/>
                    <a:pt x="2508" y="6519"/>
                  </a:cubicBezTo>
                  <a:lnTo>
                    <a:pt x="394" y="6519"/>
                  </a:lnTo>
                  <a:lnTo>
                    <a:pt x="394" y="1036"/>
                  </a:lnTo>
                  <a:cubicBezTo>
                    <a:pt x="394" y="679"/>
                    <a:pt x="682" y="395"/>
                    <a:pt x="1035" y="391"/>
                  </a:cubicBezTo>
                  <a:lnTo>
                    <a:pt x="6518" y="391"/>
                  </a:lnTo>
                  <a:lnTo>
                    <a:pt x="6518" y="618"/>
                  </a:lnTo>
                  <a:cubicBezTo>
                    <a:pt x="6518" y="724"/>
                    <a:pt x="6607" y="813"/>
                    <a:pt x="6713" y="813"/>
                  </a:cubicBezTo>
                  <a:cubicBezTo>
                    <a:pt x="6823" y="813"/>
                    <a:pt x="6912" y="724"/>
                    <a:pt x="6912" y="618"/>
                  </a:cubicBezTo>
                  <a:lnTo>
                    <a:pt x="6912" y="391"/>
                  </a:lnTo>
                  <a:close/>
                  <a:moveTo>
                    <a:pt x="1035" y="1"/>
                  </a:moveTo>
                  <a:cubicBezTo>
                    <a:pt x="463" y="1"/>
                    <a:pt x="0" y="463"/>
                    <a:pt x="0" y="1039"/>
                  </a:cubicBezTo>
                  <a:lnTo>
                    <a:pt x="0" y="12396"/>
                  </a:lnTo>
                  <a:cubicBezTo>
                    <a:pt x="0" y="12968"/>
                    <a:pt x="463" y="13430"/>
                    <a:pt x="1035" y="13434"/>
                  </a:cubicBezTo>
                  <a:lnTo>
                    <a:pt x="12395" y="13434"/>
                  </a:lnTo>
                  <a:cubicBezTo>
                    <a:pt x="12967" y="13430"/>
                    <a:pt x="13430" y="12968"/>
                    <a:pt x="13430" y="12396"/>
                  </a:cubicBezTo>
                  <a:lnTo>
                    <a:pt x="13430" y="1039"/>
                  </a:lnTo>
                  <a:cubicBezTo>
                    <a:pt x="13430" y="463"/>
                    <a:pt x="12967" y="1"/>
                    <a:pt x="12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79"/>
          <p:cNvGrpSpPr/>
          <p:nvPr/>
        </p:nvGrpSpPr>
        <p:grpSpPr>
          <a:xfrm>
            <a:off x="1953690" y="4126249"/>
            <a:ext cx="390044" cy="370031"/>
            <a:chOff x="1953690" y="4126249"/>
            <a:chExt cx="390044" cy="370031"/>
          </a:xfrm>
        </p:grpSpPr>
        <p:sp>
          <p:nvSpPr>
            <p:cNvPr id="7613" name="Google Shape;7613;p79"/>
            <p:cNvSpPr/>
            <p:nvPr/>
          </p:nvSpPr>
          <p:spPr>
            <a:xfrm>
              <a:off x="1993166" y="4461886"/>
              <a:ext cx="336213" cy="28657"/>
            </a:xfrm>
            <a:custGeom>
              <a:rect b="b" l="l" r="r" t="t"/>
              <a:pathLst>
                <a:path extrusionOk="0" h="1094" w="12835">
                  <a:moveTo>
                    <a:pt x="1" y="0"/>
                  </a:moveTo>
                  <a:lnTo>
                    <a:pt x="186" y="641"/>
                  </a:lnTo>
                  <a:cubicBezTo>
                    <a:pt x="272" y="901"/>
                    <a:pt x="512" y="1083"/>
                    <a:pt x="786" y="1093"/>
                  </a:cubicBezTo>
                  <a:lnTo>
                    <a:pt x="12050" y="1093"/>
                  </a:lnTo>
                  <a:cubicBezTo>
                    <a:pt x="12324" y="1083"/>
                    <a:pt x="12564" y="901"/>
                    <a:pt x="12649" y="641"/>
                  </a:cubicBezTo>
                  <a:lnTo>
                    <a:pt x="12834"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9"/>
            <p:cNvSpPr/>
            <p:nvPr/>
          </p:nvSpPr>
          <p:spPr>
            <a:xfrm>
              <a:off x="1960239" y="4251828"/>
              <a:ext cx="322015" cy="185461"/>
            </a:xfrm>
            <a:custGeom>
              <a:rect b="b" l="l" r="r" t="t"/>
              <a:pathLst>
                <a:path extrusionOk="0" h="7080" w="12293">
                  <a:moveTo>
                    <a:pt x="3060" y="939"/>
                  </a:moveTo>
                  <a:lnTo>
                    <a:pt x="3060" y="2464"/>
                  </a:lnTo>
                  <a:cubicBezTo>
                    <a:pt x="3060" y="2749"/>
                    <a:pt x="3088" y="3033"/>
                    <a:pt x="3139" y="3314"/>
                  </a:cubicBezTo>
                  <a:lnTo>
                    <a:pt x="2845" y="3314"/>
                  </a:lnTo>
                  <a:cubicBezTo>
                    <a:pt x="1618" y="3314"/>
                    <a:pt x="778" y="2081"/>
                    <a:pt x="1224" y="939"/>
                  </a:cubicBezTo>
                  <a:close/>
                  <a:moveTo>
                    <a:pt x="679" y="0"/>
                  </a:moveTo>
                  <a:cubicBezTo>
                    <a:pt x="86" y="813"/>
                    <a:pt x="0" y="1892"/>
                    <a:pt x="456" y="2790"/>
                  </a:cubicBezTo>
                  <a:cubicBezTo>
                    <a:pt x="915" y="3688"/>
                    <a:pt x="1837" y="4253"/>
                    <a:pt x="2845" y="4253"/>
                  </a:cubicBezTo>
                  <a:lnTo>
                    <a:pt x="3420" y="4253"/>
                  </a:lnTo>
                  <a:cubicBezTo>
                    <a:pt x="4149" y="5990"/>
                    <a:pt x="5844" y="7080"/>
                    <a:pt x="7672" y="7080"/>
                  </a:cubicBezTo>
                  <a:cubicBezTo>
                    <a:pt x="7975" y="7080"/>
                    <a:pt x="8281" y="7050"/>
                    <a:pt x="8588" y="6988"/>
                  </a:cubicBezTo>
                  <a:cubicBezTo>
                    <a:pt x="10743" y="6556"/>
                    <a:pt x="12292" y="4661"/>
                    <a:pt x="12292" y="2464"/>
                  </a:cubicBezTo>
                  <a:lnTo>
                    <a:pt x="12292"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9"/>
            <p:cNvSpPr/>
            <p:nvPr/>
          </p:nvSpPr>
          <p:spPr>
            <a:xfrm>
              <a:off x="2155104" y="4294814"/>
              <a:ext cx="100563" cy="107661"/>
            </a:xfrm>
            <a:custGeom>
              <a:rect b="b" l="l" r="r" t="t"/>
              <a:pathLst>
                <a:path extrusionOk="0" h="4110" w="3839">
                  <a:moveTo>
                    <a:pt x="3602" y="1"/>
                  </a:moveTo>
                  <a:cubicBezTo>
                    <a:pt x="3472" y="1"/>
                    <a:pt x="3366" y="107"/>
                    <a:pt x="3366" y="237"/>
                  </a:cubicBezTo>
                  <a:lnTo>
                    <a:pt x="3366" y="508"/>
                  </a:lnTo>
                  <a:cubicBezTo>
                    <a:pt x="3366" y="2235"/>
                    <a:pt x="1964" y="3637"/>
                    <a:pt x="237" y="3637"/>
                  </a:cubicBezTo>
                  <a:cubicBezTo>
                    <a:pt x="107" y="3637"/>
                    <a:pt x="1" y="3743"/>
                    <a:pt x="1" y="3873"/>
                  </a:cubicBezTo>
                  <a:cubicBezTo>
                    <a:pt x="1" y="4003"/>
                    <a:pt x="107" y="4110"/>
                    <a:pt x="237" y="4110"/>
                  </a:cubicBezTo>
                  <a:cubicBezTo>
                    <a:pt x="2225" y="4106"/>
                    <a:pt x="3836" y="2496"/>
                    <a:pt x="3839" y="512"/>
                  </a:cubicBezTo>
                  <a:lnTo>
                    <a:pt x="3839" y="237"/>
                  </a:lnTo>
                  <a:cubicBezTo>
                    <a:pt x="3839" y="107"/>
                    <a:pt x="3733" y="1"/>
                    <a:pt x="36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9"/>
            <p:cNvSpPr/>
            <p:nvPr/>
          </p:nvSpPr>
          <p:spPr>
            <a:xfrm>
              <a:off x="2243276" y="4237473"/>
              <a:ext cx="12390" cy="45082"/>
            </a:xfrm>
            <a:custGeom>
              <a:rect b="b" l="l" r="r" t="t"/>
              <a:pathLst>
                <a:path extrusionOk="0" h="1721" w="473">
                  <a:moveTo>
                    <a:pt x="236" y="0"/>
                  </a:moveTo>
                  <a:cubicBezTo>
                    <a:pt x="106" y="0"/>
                    <a:pt x="0" y="103"/>
                    <a:pt x="0" y="233"/>
                  </a:cubicBezTo>
                  <a:lnTo>
                    <a:pt x="0" y="1487"/>
                  </a:lnTo>
                  <a:cubicBezTo>
                    <a:pt x="0" y="1614"/>
                    <a:pt x="106" y="1720"/>
                    <a:pt x="236" y="1720"/>
                  </a:cubicBezTo>
                  <a:cubicBezTo>
                    <a:pt x="367" y="1720"/>
                    <a:pt x="473" y="1618"/>
                    <a:pt x="473" y="1487"/>
                  </a:cubicBezTo>
                  <a:lnTo>
                    <a:pt x="473" y="233"/>
                  </a:lnTo>
                  <a:cubicBezTo>
                    <a:pt x="473" y="103"/>
                    <a:pt x="367" y="0"/>
                    <a:pt x="2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9"/>
            <p:cNvSpPr/>
            <p:nvPr/>
          </p:nvSpPr>
          <p:spPr>
            <a:xfrm>
              <a:off x="1978916" y="4455232"/>
              <a:ext cx="364818" cy="41048"/>
            </a:xfrm>
            <a:custGeom>
              <a:rect b="b" l="l" r="r" t="t"/>
              <a:pathLst>
                <a:path extrusionOk="0" h="1567" w="13927">
                  <a:moveTo>
                    <a:pt x="13066" y="470"/>
                  </a:moveTo>
                  <a:lnTo>
                    <a:pt x="12971" y="813"/>
                  </a:lnTo>
                  <a:cubicBezTo>
                    <a:pt x="12912" y="974"/>
                    <a:pt x="12765" y="1083"/>
                    <a:pt x="12597" y="1094"/>
                  </a:cubicBezTo>
                  <a:lnTo>
                    <a:pt x="1330" y="1094"/>
                  </a:lnTo>
                  <a:cubicBezTo>
                    <a:pt x="1162" y="1083"/>
                    <a:pt x="1014" y="974"/>
                    <a:pt x="960" y="813"/>
                  </a:cubicBezTo>
                  <a:lnTo>
                    <a:pt x="860" y="470"/>
                  </a:lnTo>
                  <a:close/>
                  <a:moveTo>
                    <a:pt x="237" y="1"/>
                  </a:moveTo>
                  <a:cubicBezTo>
                    <a:pt x="106" y="1"/>
                    <a:pt x="0" y="103"/>
                    <a:pt x="0" y="234"/>
                  </a:cubicBezTo>
                  <a:cubicBezTo>
                    <a:pt x="0" y="364"/>
                    <a:pt x="106" y="470"/>
                    <a:pt x="237" y="470"/>
                  </a:cubicBezTo>
                  <a:lnTo>
                    <a:pt x="370" y="470"/>
                  </a:lnTo>
                  <a:lnTo>
                    <a:pt x="507" y="943"/>
                  </a:lnTo>
                  <a:cubicBezTo>
                    <a:pt x="620" y="1306"/>
                    <a:pt x="953" y="1553"/>
                    <a:pt x="1330" y="1567"/>
                  </a:cubicBezTo>
                  <a:lnTo>
                    <a:pt x="12597" y="1567"/>
                  </a:lnTo>
                  <a:cubicBezTo>
                    <a:pt x="12974" y="1553"/>
                    <a:pt x="13303" y="1306"/>
                    <a:pt x="13419" y="943"/>
                  </a:cubicBezTo>
                  <a:lnTo>
                    <a:pt x="13557" y="470"/>
                  </a:lnTo>
                  <a:lnTo>
                    <a:pt x="13690" y="470"/>
                  </a:lnTo>
                  <a:cubicBezTo>
                    <a:pt x="13820" y="470"/>
                    <a:pt x="13927" y="364"/>
                    <a:pt x="13927" y="234"/>
                  </a:cubicBezTo>
                  <a:cubicBezTo>
                    <a:pt x="13927" y="103"/>
                    <a:pt x="13820" y="1"/>
                    <a:pt x="136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9"/>
            <p:cNvSpPr/>
            <p:nvPr/>
          </p:nvSpPr>
          <p:spPr>
            <a:xfrm>
              <a:off x="1973258" y="4269693"/>
              <a:ext cx="75965" cy="74630"/>
            </a:xfrm>
            <a:custGeom>
              <a:rect b="b" l="l" r="r" t="t"/>
              <a:pathLst>
                <a:path extrusionOk="0" h="2849" w="2900">
                  <a:moveTo>
                    <a:pt x="2327" y="470"/>
                  </a:moveTo>
                  <a:lnTo>
                    <a:pt x="2327" y="1762"/>
                  </a:lnTo>
                  <a:cubicBezTo>
                    <a:pt x="2327" y="1967"/>
                    <a:pt x="2341" y="2173"/>
                    <a:pt x="2368" y="2375"/>
                  </a:cubicBezTo>
                  <a:lnTo>
                    <a:pt x="2348" y="2375"/>
                  </a:lnTo>
                  <a:cubicBezTo>
                    <a:pt x="1354" y="2375"/>
                    <a:pt x="631" y="1429"/>
                    <a:pt x="895" y="470"/>
                  </a:cubicBezTo>
                  <a:close/>
                  <a:moveTo>
                    <a:pt x="727" y="0"/>
                  </a:moveTo>
                  <a:cubicBezTo>
                    <a:pt x="631" y="0"/>
                    <a:pt x="545" y="62"/>
                    <a:pt x="511" y="151"/>
                  </a:cubicBezTo>
                  <a:cubicBezTo>
                    <a:pt x="0" y="1447"/>
                    <a:pt x="956" y="2845"/>
                    <a:pt x="2348" y="2848"/>
                  </a:cubicBezTo>
                  <a:lnTo>
                    <a:pt x="2348" y="2845"/>
                  </a:lnTo>
                  <a:lnTo>
                    <a:pt x="2642" y="2845"/>
                  </a:lnTo>
                  <a:cubicBezTo>
                    <a:pt x="2790" y="2845"/>
                    <a:pt x="2899" y="2714"/>
                    <a:pt x="2872" y="2567"/>
                  </a:cubicBezTo>
                  <a:cubicBezTo>
                    <a:pt x="2824" y="2303"/>
                    <a:pt x="2797" y="2032"/>
                    <a:pt x="2800" y="1762"/>
                  </a:cubicBezTo>
                  <a:lnTo>
                    <a:pt x="2800" y="237"/>
                  </a:lnTo>
                  <a:cubicBezTo>
                    <a:pt x="2800" y="107"/>
                    <a:pt x="2694" y="0"/>
                    <a:pt x="2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9"/>
            <p:cNvSpPr/>
            <p:nvPr/>
          </p:nvSpPr>
          <p:spPr>
            <a:xfrm>
              <a:off x="1953690" y="4245096"/>
              <a:ext cx="334667" cy="197851"/>
            </a:xfrm>
            <a:custGeom>
              <a:rect b="b" l="l" r="r" t="t"/>
              <a:pathLst>
                <a:path extrusionOk="0" h="7553" w="12776">
                  <a:moveTo>
                    <a:pt x="12306" y="470"/>
                  </a:moveTo>
                  <a:lnTo>
                    <a:pt x="12306" y="2701"/>
                  </a:lnTo>
                  <a:cubicBezTo>
                    <a:pt x="12306" y="4788"/>
                    <a:pt x="10836" y="6583"/>
                    <a:pt x="8790" y="6995"/>
                  </a:cubicBezTo>
                  <a:cubicBezTo>
                    <a:pt x="8499" y="7054"/>
                    <a:pt x="8207" y="7082"/>
                    <a:pt x="7919" y="7082"/>
                  </a:cubicBezTo>
                  <a:cubicBezTo>
                    <a:pt x="6187" y="7082"/>
                    <a:pt x="4580" y="6048"/>
                    <a:pt x="3886" y="4397"/>
                  </a:cubicBezTo>
                  <a:cubicBezTo>
                    <a:pt x="3850" y="4314"/>
                    <a:pt x="3768" y="4256"/>
                    <a:pt x="3678" y="4256"/>
                  </a:cubicBezTo>
                  <a:cubicBezTo>
                    <a:pt x="3675" y="4256"/>
                    <a:pt x="3673" y="4256"/>
                    <a:pt x="3670" y="4257"/>
                  </a:cubicBezTo>
                  <a:lnTo>
                    <a:pt x="3095" y="4257"/>
                  </a:lnTo>
                  <a:cubicBezTo>
                    <a:pt x="1744" y="4253"/>
                    <a:pt x="651" y="3160"/>
                    <a:pt x="651" y="1810"/>
                  </a:cubicBezTo>
                  <a:cubicBezTo>
                    <a:pt x="648" y="1333"/>
                    <a:pt x="788" y="867"/>
                    <a:pt x="1052" y="470"/>
                  </a:cubicBezTo>
                  <a:close/>
                  <a:moveTo>
                    <a:pt x="929" y="0"/>
                  </a:moveTo>
                  <a:cubicBezTo>
                    <a:pt x="853" y="0"/>
                    <a:pt x="782" y="38"/>
                    <a:pt x="737" y="96"/>
                  </a:cubicBezTo>
                  <a:cubicBezTo>
                    <a:pt x="93" y="984"/>
                    <a:pt x="0" y="2156"/>
                    <a:pt x="497" y="3133"/>
                  </a:cubicBezTo>
                  <a:cubicBezTo>
                    <a:pt x="994" y="4109"/>
                    <a:pt x="1998" y="4723"/>
                    <a:pt x="3095" y="4723"/>
                  </a:cubicBezTo>
                  <a:lnTo>
                    <a:pt x="3516" y="4723"/>
                  </a:lnTo>
                  <a:cubicBezTo>
                    <a:pt x="4321" y="6473"/>
                    <a:pt x="6061" y="7552"/>
                    <a:pt x="7925" y="7552"/>
                  </a:cubicBezTo>
                  <a:cubicBezTo>
                    <a:pt x="8268" y="7552"/>
                    <a:pt x="8615" y="7516"/>
                    <a:pt x="8961" y="7440"/>
                  </a:cubicBezTo>
                  <a:cubicBezTo>
                    <a:pt x="11189" y="6953"/>
                    <a:pt x="12775" y="4983"/>
                    <a:pt x="12775" y="2701"/>
                  </a:cubicBezTo>
                  <a:lnTo>
                    <a:pt x="12775" y="237"/>
                  </a:lnTo>
                  <a:cubicBezTo>
                    <a:pt x="12775" y="107"/>
                    <a:pt x="12672" y="0"/>
                    <a:pt x="12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9"/>
            <p:cNvSpPr/>
            <p:nvPr/>
          </p:nvSpPr>
          <p:spPr>
            <a:xfrm>
              <a:off x="2124875" y="4126249"/>
              <a:ext cx="23706" cy="106587"/>
            </a:xfrm>
            <a:custGeom>
              <a:rect b="b" l="l" r="r" t="t"/>
              <a:pathLst>
                <a:path extrusionOk="0" h="4069" w="905">
                  <a:moveTo>
                    <a:pt x="607" y="0"/>
                  </a:moveTo>
                  <a:cubicBezTo>
                    <a:pt x="480" y="0"/>
                    <a:pt x="374" y="107"/>
                    <a:pt x="374" y="237"/>
                  </a:cubicBezTo>
                  <a:cubicBezTo>
                    <a:pt x="374" y="477"/>
                    <a:pt x="315" y="586"/>
                    <a:pt x="243" y="727"/>
                  </a:cubicBezTo>
                  <a:cubicBezTo>
                    <a:pt x="0" y="1166"/>
                    <a:pt x="0" y="1704"/>
                    <a:pt x="243" y="2142"/>
                  </a:cubicBezTo>
                  <a:cubicBezTo>
                    <a:pt x="315" y="2283"/>
                    <a:pt x="374" y="2392"/>
                    <a:pt x="374" y="2636"/>
                  </a:cubicBezTo>
                  <a:cubicBezTo>
                    <a:pt x="374" y="2879"/>
                    <a:pt x="315" y="2989"/>
                    <a:pt x="243" y="3126"/>
                  </a:cubicBezTo>
                  <a:cubicBezTo>
                    <a:pt x="120" y="3342"/>
                    <a:pt x="55" y="3585"/>
                    <a:pt x="62" y="3835"/>
                  </a:cubicBezTo>
                  <a:cubicBezTo>
                    <a:pt x="62" y="3965"/>
                    <a:pt x="168" y="4068"/>
                    <a:pt x="295" y="4068"/>
                  </a:cubicBezTo>
                  <a:cubicBezTo>
                    <a:pt x="297" y="4068"/>
                    <a:pt x="299" y="4068"/>
                    <a:pt x="301" y="4068"/>
                  </a:cubicBezTo>
                  <a:cubicBezTo>
                    <a:pt x="428" y="4068"/>
                    <a:pt x="531" y="3963"/>
                    <a:pt x="531" y="3835"/>
                  </a:cubicBezTo>
                  <a:cubicBezTo>
                    <a:pt x="531" y="3592"/>
                    <a:pt x="590" y="3482"/>
                    <a:pt x="661" y="3345"/>
                  </a:cubicBezTo>
                  <a:cubicBezTo>
                    <a:pt x="905" y="2903"/>
                    <a:pt x="905" y="2368"/>
                    <a:pt x="661" y="1926"/>
                  </a:cubicBezTo>
                  <a:cubicBezTo>
                    <a:pt x="590" y="1786"/>
                    <a:pt x="531" y="1676"/>
                    <a:pt x="531" y="1436"/>
                  </a:cubicBezTo>
                  <a:cubicBezTo>
                    <a:pt x="531" y="1193"/>
                    <a:pt x="590" y="1083"/>
                    <a:pt x="661" y="943"/>
                  </a:cubicBezTo>
                  <a:cubicBezTo>
                    <a:pt x="785" y="730"/>
                    <a:pt x="850" y="484"/>
                    <a:pt x="843" y="237"/>
                  </a:cubicBezTo>
                  <a:cubicBezTo>
                    <a:pt x="843" y="107"/>
                    <a:pt x="737"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9"/>
            <p:cNvSpPr/>
            <p:nvPr/>
          </p:nvSpPr>
          <p:spPr>
            <a:xfrm>
              <a:off x="2174043" y="4126249"/>
              <a:ext cx="23733" cy="106587"/>
            </a:xfrm>
            <a:custGeom>
              <a:rect b="b" l="l" r="r" t="t"/>
              <a:pathLst>
                <a:path extrusionOk="0" h="4069" w="906">
                  <a:moveTo>
                    <a:pt x="608" y="0"/>
                  </a:moveTo>
                  <a:cubicBezTo>
                    <a:pt x="477" y="0"/>
                    <a:pt x="375" y="107"/>
                    <a:pt x="375" y="237"/>
                  </a:cubicBezTo>
                  <a:cubicBezTo>
                    <a:pt x="375" y="477"/>
                    <a:pt x="316" y="586"/>
                    <a:pt x="244" y="727"/>
                  </a:cubicBezTo>
                  <a:cubicBezTo>
                    <a:pt x="1" y="1166"/>
                    <a:pt x="1" y="1704"/>
                    <a:pt x="244" y="2142"/>
                  </a:cubicBezTo>
                  <a:cubicBezTo>
                    <a:pt x="316" y="2283"/>
                    <a:pt x="375" y="2392"/>
                    <a:pt x="375" y="2636"/>
                  </a:cubicBezTo>
                  <a:cubicBezTo>
                    <a:pt x="375" y="2879"/>
                    <a:pt x="316" y="2989"/>
                    <a:pt x="244" y="3126"/>
                  </a:cubicBezTo>
                  <a:cubicBezTo>
                    <a:pt x="121" y="3342"/>
                    <a:pt x="56" y="3585"/>
                    <a:pt x="63" y="3835"/>
                  </a:cubicBezTo>
                  <a:cubicBezTo>
                    <a:pt x="63" y="3965"/>
                    <a:pt x="165" y="4068"/>
                    <a:pt x="296" y="4068"/>
                  </a:cubicBezTo>
                  <a:cubicBezTo>
                    <a:pt x="298" y="4068"/>
                    <a:pt x="300" y="4068"/>
                    <a:pt x="302" y="4068"/>
                  </a:cubicBezTo>
                  <a:cubicBezTo>
                    <a:pt x="429" y="4068"/>
                    <a:pt x="532" y="3963"/>
                    <a:pt x="532" y="3835"/>
                  </a:cubicBezTo>
                  <a:cubicBezTo>
                    <a:pt x="532" y="3592"/>
                    <a:pt x="590" y="3482"/>
                    <a:pt x="662" y="3345"/>
                  </a:cubicBezTo>
                  <a:cubicBezTo>
                    <a:pt x="906" y="2903"/>
                    <a:pt x="906" y="2368"/>
                    <a:pt x="662" y="1926"/>
                  </a:cubicBezTo>
                  <a:cubicBezTo>
                    <a:pt x="590" y="1786"/>
                    <a:pt x="532" y="1676"/>
                    <a:pt x="532" y="1436"/>
                  </a:cubicBezTo>
                  <a:cubicBezTo>
                    <a:pt x="532" y="1193"/>
                    <a:pt x="590" y="1083"/>
                    <a:pt x="662" y="943"/>
                  </a:cubicBezTo>
                  <a:cubicBezTo>
                    <a:pt x="786" y="730"/>
                    <a:pt x="851" y="484"/>
                    <a:pt x="844" y="237"/>
                  </a:cubicBezTo>
                  <a:cubicBezTo>
                    <a:pt x="844" y="107"/>
                    <a:pt x="738"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2" name="Google Shape;7622;p79"/>
          <p:cNvGrpSpPr/>
          <p:nvPr/>
        </p:nvGrpSpPr>
        <p:grpSpPr>
          <a:xfrm>
            <a:off x="6904755" y="2752295"/>
            <a:ext cx="282592" cy="361805"/>
            <a:chOff x="6904755" y="2752295"/>
            <a:chExt cx="282592" cy="361805"/>
          </a:xfrm>
        </p:grpSpPr>
        <p:sp>
          <p:nvSpPr>
            <p:cNvPr id="7623" name="Google Shape;7623;p79"/>
            <p:cNvSpPr/>
            <p:nvPr/>
          </p:nvSpPr>
          <p:spPr>
            <a:xfrm>
              <a:off x="6909784" y="2955988"/>
              <a:ext cx="272192" cy="153057"/>
            </a:xfrm>
            <a:custGeom>
              <a:rect b="b" l="l" r="r" t="t"/>
              <a:pathLst>
                <a:path extrusionOk="0" h="5843" w="10391">
                  <a:moveTo>
                    <a:pt x="3681" y="0"/>
                  </a:moveTo>
                  <a:lnTo>
                    <a:pt x="3681" y="1028"/>
                  </a:lnTo>
                  <a:cubicBezTo>
                    <a:pt x="3681" y="1316"/>
                    <a:pt x="3492" y="1570"/>
                    <a:pt x="3215" y="1652"/>
                  </a:cubicBezTo>
                  <a:lnTo>
                    <a:pt x="936" y="2324"/>
                  </a:lnTo>
                  <a:cubicBezTo>
                    <a:pt x="381" y="2485"/>
                    <a:pt x="0" y="2992"/>
                    <a:pt x="4" y="3568"/>
                  </a:cubicBezTo>
                  <a:lnTo>
                    <a:pt x="4" y="5843"/>
                  </a:lnTo>
                  <a:lnTo>
                    <a:pt x="10390" y="5843"/>
                  </a:lnTo>
                  <a:lnTo>
                    <a:pt x="10390" y="3568"/>
                  </a:lnTo>
                  <a:cubicBezTo>
                    <a:pt x="10387" y="2992"/>
                    <a:pt x="10007" y="2485"/>
                    <a:pt x="9455" y="2324"/>
                  </a:cubicBezTo>
                  <a:lnTo>
                    <a:pt x="7176" y="1652"/>
                  </a:lnTo>
                  <a:cubicBezTo>
                    <a:pt x="6898" y="1570"/>
                    <a:pt x="6707" y="1316"/>
                    <a:pt x="6710" y="1028"/>
                  </a:cubicBezTo>
                  <a:lnTo>
                    <a:pt x="6710"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9"/>
            <p:cNvSpPr/>
            <p:nvPr/>
          </p:nvSpPr>
          <p:spPr>
            <a:xfrm>
              <a:off x="6909784" y="3003558"/>
              <a:ext cx="272087" cy="105487"/>
            </a:xfrm>
            <a:custGeom>
              <a:rect b="b" l="l" r="r" t="t"/>
              <a:pathLst>
                <a:path extrusionOk="0" h="4027" w="10387">
                  <a:moveTo>
                    <a:pt x="2649" y="1"/>
                  </a:moveTo>
                  <a:lnTo>
                    <a:pt x="932" y="508"/>
                  </a:lnTo>
                  <a:cubicBezTo>
                    <a:pt x="381" y="669"/>
                    <a:pt x="0" y="1176"/>
                    <a:pt x="0" y="1752"/>
                  </a:cubicBezTo>
                  <a:lnTo>
                    <a:pt x="0" y="4027"/>
                  </a:lnTo>
                  <a:lnTo>
                    <a:pt x="10387" y="4027"/>
                  </a:lnTo>
                  <a:lnTo>
                    <a:pt x="10387" y="1752"/>
                  </a:lnTo>
                  <a:cubicBezTo>
                    <a:pt x="10387" y="1176"/>
                    <a:pt x="10007" y="669"/>
                    <a:pt x="9455" y="508"/>
                  </a:cubicBezTo>
                  <a:lnTo>
                    <a:pt x="7738" y="1"/>
                  </a:lnTo>
                  <a:cubicBezTo>
                    <a:pt x="7491" y="1210"/>
                    <a:pt x="6429" y="2081"/>
                    <a:pt x="5192" y="2081"/>
                  </a:cubicBezTo>
                  <a:cubicBezTo>
                    <a:pt x="3958" y="2081"/>
                    <a:pt x="2896" y="1210"/>
                    <a:pt x="264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9"/>
            <p:cNvSpPr/>
            <p:nvPr/>
          </p:nvSpPr>
          <p:spPr>
            <a:xfrm>
              <a:off x="7006182" y="2955988"/>
              <a:ext cx="79371" cy="28369"/>
            </a:xfrm>
            <a:custGeom>
              <a:rect b="b" l="l" r="r" t="t"/>
              <a:pathLst>
                <a:path extrusionOk="0" h="1083" w="3030">
                  <a:moveTo>
                    <a:pt x="1" y="0"/>
                  </a:moveTo>
                  <a:lnTo>
                    <a:pt x="1" y="699"/>
                  </a:lnTo>
                  <a:cubicBezTo>
                    <a:pt x="474" y="955"/>
                    <a:pt x="994" y="1082"/>
                    <a:pt x="1515" y="1082"/>
                  </a:cubicBezTo>
                  <a:cubicBezTo>
                    <a:pt x="2036" y="1082"/>
                    <a:pt x="2557" y="955"/>
                    <a:pt x="3030" y="699"/>
                  </a:cubicBezTo>
                  <a:lnTo>
                    <a:pt x="3030"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9"/>
            <p:cNvSpPr/>
            <p:nvPr/>
          </p:nvSpPr>
          <p:spPr>
            <a:xfrm>
              <a:off x="6949444" y="2808667"/>
              <a:ext cx="192769" cy="158663"/>
            </a:xfrm>
            <a:custGeom>
              <a:rect b="b" l="l" r="r" t="t"/>
              <a:pathLst>
                <a:path extrusionOk="0" h="6057" w="7359">
                  <a:moveTo>
                    <a:pt x="868" y="1"/>
                  </a:moveTo>
                  <a:lnTo>
                    <a:pt x="868" y="2379"/>
                  </a:lnTo>
                  <a:lnTo>
                    <a:pt x="542" y="2379"/>
                  </a:lnTo>
                  <a:cubicBezTo>
                    <a:pt x="244" y="2379"/>
                    <a:pt x="1" y="2622"/>
                    <a:pt x="1" y="2921"/>
                  </a:cubicBezTo>
                  <a:cubicBezTo>
                    <a:pt x="1" y="3219"/>
                    <a:pt x="244" y="3462"/>
                    <a:pt x="542" y="3462"/>
                  </a:cubicBezTo>
                  <a:lnTo>
                    <a:pt x="878" y="3462"/>
                  </a:lnTo>
                  <a:cubicBezTo>
                    <a:pt x="991" y="4925"/>
                    <a:pt x="2211" y="6056"/>
                    <a:pt x="3678" y="6056"/>
                  </a:cubicBezTo>
                  <a:cubicBezTo>
                    <a:pt x="5148" y="6056"/>
                    <a:pt x="6368" y="4925"/>
                    <a:pt x="6481" y="3462"/>
                  </a:cubicBezTo>
                  <a:lnTo>
                    <a:pt x="6817" y="3462"/>
                  </a:lnTo>
                  <a:cubicBezTo>
                    <a:pt x="7115" y="3462"/>
                    <a:pt x="7358" y="3219"/>
                    <a:pt x="7358" y="2921"/>
                  </a:cubicBezTo>
                  <a:cubicBezTo>
                    <a:pt x="7358" y="2622"/>
                    <a:pt x="7115" y="2379"/>
                    <a:pt x="6817" y="2379"/>
                  </a:cubicBezTo>
                  <a:lnTo>
                    <a:pt x="6495" y="2379"/>
                  </a:lnTo>
                  <a:lnTo>
                    <a:pt x="6495"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9"/>
            <p:cNvSpPr/>
            <p:nvPr/>
          </p:nvSpPr>
          <p:spPr>
            <a:xfrm>
              <a:off x="6948658" y="2808667"/>
              <a:ext cx="170844" cy="158716"/>
            </a:xfrm>
            <a:custGeom>
              <a:rect b="b" l="l" r="r" t="t"/>
              <a:pathLst>
                <a:path extrusionOk="0" h="6059" w="6522">
                  <a:moveTo>
                    <a:pt x="898" y="1"/>
                  </a:moveTo>
                  <a:lnTo>
                    <a:pt x="898" y="2379"/>
                  </a:lnTo>
                  <a:lnTo>
                    <a:pt x="603" y="2379"/>
                  </a:lnTo>
                  <a:cubicBezTo>
                    <a:pt x="319" y="2379"/>
                    <a:pt x="62" y="2585"/>
                    <a:pt x="34" y="2866"/>
                  </a:cubicBezTo>
                  <a:cubicBezTo>
                    <a:pt x="0" y="3184"/>
                    <a:pt x="250" y="3462"/>
                    <a:pt x="572" y="3462"/>
                  </a:cubicBezTo>
                  <a:lnTo>
                    <a:pt x="908" y="3462"/>
                  </a:lnTo>
                  <a:cubicBezTo>
                    <a:pt x="1011" y="4946"/>
                    <a:pt x="2252" y="6059"/>
                    <a:pt x="3690" y="6059"/>
                  </a:cubicBezTo>
                  <a:cubicBezTo>
                    <a:pt x="3839" y="6059"/>
                    <a:pt x="3991" y="6047"/>
                    <a:pt x="4143" y="6022"/>
                  </a:cubicBezTo>
                  <a:cubicBezTo>
                    <a:pt x="2772" y="5809"/>
                    <a:pt x="1761" y="4631"/>
                    <a:pt x="1761" y="3246"/>
                  </a:cubicBezTo>
                  <a:lnTo>
                    <a:pt x="1761" y="1512"/>
                  </a:lnTo>
                  <a:cubicBezTo>
                    <a:pt x="1761" y="1036"/>
                    <a:pt x="2149" y="649"/>
                    <a:pt x="2628" y="649"/>
                  </a:cubicBezTo>
                  <a:lnTo>
                    <a:pt x="3931" y="649"/>
                  </a:lnTo>
                  <a:cubicBezTo>
                    <a:pt x="4119" y="790"/>
                    <a:pt x="4346" y="863"/>
                    <a:pt x="4573" y="863"/>
                  </a:cubicBezTo>
                  <a:cubicBezTo>
                    <a:pt x="4741" y="863"/>
                    <a:pt x="4910" y="823"/>
                    <a:pt x="5065" y="741"/>
                  </a:cubicBezTo>
                  <a:cubicBezTo>
                    <a:pt x="5363" y="963"/>
                    <a:pt x="5720" y="1079"/>
                    <a:pt x="6083" y="1079"/>
                  </a:cubicBezTo>
                  <a:cubicBezTo>
                    <a:pt x="6229" y="1079"/>
                    <a:pt x="6377" y="1061"/>
                    <a:pt x="6521" y="1022"/>
                  </a:cubicBezTo>
                  <a:lnTo>
                    <a:pt x="6521"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9"/>
            <p:cNvSpPr/>
            <p:nvPr/>
          </p:nvSpPr>
          <p:spPr>
            <a:xfrm>
              <a:off x="6957433" y="2757613"/>
              <a:ext cx="172468" cy="113398"/>
            </a:xfrm>
            <a:custGeom>
              <a:rect b="b" l="l" r="r" t="t"/>
              <a:pathLst>
                <a:path extrusionOk="0" h="4329" w="6584">
                  <a:moveTo>
                    <a:pt x="1827" y="0"/>
                  </a:moveTo>
                  <a:cubicBezTo>
                    <a:pt x="803" y="0"/>
                    <a:pt x="1" y="884"/>
                    <a:pt x="104" y="1902"/>
                  </a:cubicBezTo>
                  <a:lnTo>
                    <a:pt x="347" y="4328"/>
                  </a:lnTo>
                  <a:lnTo>
                    <a:pt x="563" y="4328"/>
                  </a:lnTo>
                  <a:cubicBezTo>
                    <a:pt x="803" y="4328"/>
                    <a:pt x="995" y="4133"/>
                    <a:pt x="995" y="3893"/>
                  </a:cubicBezTo>
                  <a:lnTo>
                    <a:pt x="995" y="2940"/>
                  </a:lnTo>
                  <a:cubicBezTo>
                    <a:pt x="995" y="2461"/>
                    <a:pt x="1382" y="2073"/>
                    <a:pt x="1862" y="2073"/>
                  </a:cubicBezTo>
                  <a:lnTo>
                    <a:pt x="5758" y="2073"/>
                  </a:lnTo>
                  <a:lnTo>
                    <a:pt x="5758" y="3896"/>
                  </a:lnTo>
                  <a:cubicBezTo>
                    <a:pt x="5758" y="4133"/>
                    <a:pt x="5950" y="4328"/>
                    <a:pt x="6190" y="4328"/>
                  </a:cubicBezTo>
                  <a:lnTo>
                    <a:pt x="6402" y="4328"/>
                  </a:lnTo>
                  <a:lnTo>
                    <a:pt x="6584" y="1988"/>
                  </a:lnTo>
                  <a:lnTo>
                    <a:pt x="6570" y="1981"/>
                  </a:lnTo>
                  <a:lnTo>
                    <a:pt x="57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9"/>
            <p:cNvSpPr/>
            <p:nvPr/>
          </p:nvSpPr>
          <p:spPr>
            <a:xfrm>
              <a:off x="6957433" y="2757613"/>
              <a:ext cx="71408" cy="113398"/>
            </a:xfrm>
            <a:custGeom>
              <a:rect b="b" l="l" r="r" t="t"/>
              <a:pathLst>
                <a:path extrusionOk="0" h="4329" w="2726">
                  <a:moveTo>
                    <a:pt x="1827" y="0"/>
                  </a:moveTo>
                  <a:cubicBezTo>
                    <a:pt x="803" y="0"/>
                    <a:pt x="1" y="884"/>
                    <a:pt x="104" y="1902"/>
                  </a:cubicBezTo>
                  <a:lnTo>
                    <a:pt x="347" y="4328"/>
                  </a:lnTo>
                  <a:lnTo>
                    <a:pt x="563" y="4328"/>
                  </a:lnTo>
                  <a:cubicBezTo>
                    <a:pt x="803" y="4328"/>
                    <a:pt x="995" y="4133"/>
                    <a:pt x="995" y="3893"/>
                  </a:cubicBezTo>
                  <a:lnTo>
                    <a:pt x="995" y="1731"/>
                  </a:lnTo>
                  <a:cubicBezTo>
                    <a:pt x="995" y="775"/>
                    <a:pt x="1769" y="0"/>
                    <a:pt x="2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9"/>
            <p:cNvSpPr/>
            <p:nvPr/>
          </p:nvSpPr>
          <p:spPr>
            <a:xfrm>
              <a:off x="7074132" y="2757613"/>
              <a:ext cx="68081" cy="68055"/>
            </a:xfrm>
            <a:custGeom>
              <a:rect b="b" l="l" r="r" t="t"/>
              <a:pathLst>
                <a:path extrusionOk="0" h="2598" w="2599">
                  <a:moveTo>
                    <a:pt x="1300" y="0"/>
                  </a:moveTo>
                  <a:cubicBezTo>
                    <a:pt x="583" y="0"/>
                    <a:pt x="1" y="583"/>
                    <a:pt x="1" y="1299"/>
                  </a:cubicBezTo>
                  <a:cubicBezTo>
                    <a:pt x="1" y="2015"/>
                    <a:pt x="583" y="2598"/>
                    <a:pt x="1300" y="2598"/>
                  </a:cubicBezTo>
                  <a:cubicBezTo>
                    <a:pt x="2016" y="2598"/>
                    <a:pt x="2598" y="2015"/>
                    <a:pt x="2598" y="1299"/>
                  </a:cubicBezTo>
                  <a:cubicBezTo>
                    <a:pt x="2598" y="583"/>
                    <a:pt x="2016" y="0"/>
                    <a:pt x="13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9"/>
            <p:cNvSpPr/>
            <p:nvPr/>
          </p:nvSpPr>
          <p:spPr>
            <a:xfrm>
              <a:off x="7051525" y="2785956"/>
              <a:ext cx="34027" cy="34053"/>
            </a:xfrm>
            <a:custGeom>
              <a:rect b="b" l="l" r="r" t="t"/>
              <a:pathLst>
                <a:path extrusionOk="0" h="1300" w="1299">
                  <a:moveTo>
                    <a:pt x="648" y="1"/>
                  </a:moveTo>
                  <a:cubicBezTo>
                    <a:pt x="288" y="1"/>
                    <a:pt x="0" y="289"/>
                    <a:pt x="0" y="649"/>
                  </a:cubicBezTo>
                  <a:cubicBezTo>
                    <a:pt x="0" y="1008"/>
                    <a:pt x="288" y="1300"/>
                    <a:pt x="648" y="1300"/>
                  </a:cubicBezTo>
                  <a:cubicBezTo>
                    <a:pt x="1008" y="1300"/>
                    <a:pt x="1299" y="1008"/>
                    <a:pt x="1299" y="649"/>
                  </a:cubicBezTo>
                  <a:cubicBezTo>
                    <a:pt x="1299" y="289"/>
                    <a:pt x="1008" y="1"/>
                    <a:pt x="6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9"/>
            <p:cNvSpPr/>
            <p:nvPr/>
          </p:nvSpPr>
          <p:spPr>
            <a:xfrm>
              <a:off x="6957433" y="3003558"/>
              <a:ext cx="176790" cy="77144"/>
            </a:xfrm>
            <a:custGeom>
              <a:rect b="b" l="l" r="r" t="t"/>
              <a:pathLst>
                <a:path extrusionOk="0" h="2945" w="6749">
                  <a:moveTo>
                    <a:pt x="830" y="1"/>
                  </a:moveTo>
                  <a:lnTo>
                    <a:pt x="1" y="247"/>
                  </a:lnTo>
                  <a:cubicBezTo>
                    <a:pt x="354" y="1824"/>
                    <a:pt x="1759" y="2944"/>
                    <a:pt x="3376" y="2944"/>
                  </a:cubicBezTo>
                  <a:cubicBezTo>
                    <a:pt x="4990" y="2944"/>
                    <a:pt x="6395" y="1824"/>
                    <a:pt x="6748" y="247"/>
                  </a:cubicBezTo>
                  <a:lnTo>
                    <a:pt x="5919" y="1"/>
                  </a:lnTo>
                  <a:cubicBezTo>
                    <a:pt x="5672" y="1210"/>
                    <a:pt x="4610" y="2081"/>
                    <a:pt x="3373" y="2081"/>
                  </a:cubicBezTo>
                  <a:cubicBezTo>
                    <a:pt x="2139" y="2081"/>
                    <a:pt x="1077" y="1210"/>
                    <a:pt x="8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9"/>
            <p:cNvSpPr/>
            <p:nvPr/>
          </p:nvSpPr>
          <p:spPr>
            <a:xfrm>
              <a:off x="7006732" y="2871325"/>
              <a:ext cx="10609" cy="16031"/>
            </a:xfrm>
            <a:custGeom>
              <a:rect b="b" l="l" r="r" t="t"/>
              <a:pathLst>
                <a:path extrusionOk="0" h="612" w="405">
                  <a:moveTo>
                    <a:pt x="202" y="1"/>
                  </a:moveTo>
                  <a:cubicBezTo>
                    <a:pt x="93" y="1"/>
                    <a:pt x="0" y="90"/>
                    <a:pt x="0" y="203"/>
                  </a:cubicBezTo>
                  <a:lnTo>
                    <a:pt x="0" y="419"/>
                  </a:lnTo>
                  <a:cubicBezTo>
                    <a:pt x="7" y="547"/>
                    <a:pt x="106" y="612"/>
                    <a:pt x="204" y="612"/>
                  </a:cubicBezTo>
                  <a:cubicBezTo>
                    <a:pt x="302" y="612"/>
                    <a:pt x="399" y="547"/>
                    <a:pt x="405" y="419"/>
                  </a:cubicBezTo>
                  <a:lnTo>
                    <a:pt x="405" y="203"/>
                  </a:lnTo>
                  <a:cubicBezTo>
                    <a:pt x="405" y="90"/>
                    <a:pt x="316"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9"/>
            <p:cNvSpPr/>
            <p:nvPr/>
          </p:nvSpPr>
          <p:spPr>
            <a:xfrm>
              <a:off x="7074577" y="2871325"/>
              <a:ext cx="10976" cy="16555"/>
            </a:xfrm>
            <a:custGeom>
              <a:rect b="b" l="l" r="r" t="t"/>
              <a:pathLst>
                <a:path extrusionOk="0" h="632" w="419">
                  <a:moveTo>
                    <a:pt x="210" y="1"/>
                  </a:moveTo>
                  <a:cubicBezTo>
                    <a:pt x="97" y="1"/>
                    <a:pt x="8" y="90"/>
                    <a:pt x="8" y="203"/>
                  </a:cubicBezTo>
                  <a:lnTo>
                    <a:pt x="8" y="419"/>
                  </a:lnTo>
                  <a:cubicBezTo>
                    <a:pt x="1" y="535"/>
                    <a:pt x="93" y="631"/>
                    <a:pt x="210" y="631"/>
                  </a:cubicBezTo>
                  <a:cubicBezTo>
                    <a:pt x="326" y="631"/>
                    <a:pt x="419" y="535"/>
                    <a:pt x="412" y="419"/>
                  </a:cubicBezTo>
                  <a:lnTo>
                    <a:pt x="412" y="203"/>
                  </a:lnTo>
                  <a:cubicBezTo>
                    <a:pt x="412" y="90"/>
                    <a:pt x="323"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9"/>
            <p:cNvSpPr/>
            <p:nvPr/>
          </p:nvSpPr>
          <p:spPr>
            <a:xfrm>
              <a:off x="7021689" y="2910775"/>
              <a:ext cx="49247" cy="16503"/>
            </a:xfrm>
            <a:custGeom>
              <a:rect b="b" l="l" r="r" t="t"/>
              <a:pathLst>
                <a:path extrusionOk="0" h="630" w="1880">
                  <a:moveTo>
                    <a:pt x="1582" y="1"/>
                  </a:moveTo>
                  <a:cubicBezTo>
                    <a:pt x="1533" y="1"/>
                    <a:pt x="1482" y="20"/>
                    <a:pt x="1437" y="68"/>
                  </a:cubicBezTo>
                  <a:cubicBezTo>
                    <a:pt x="1365" y="140"/>
                    <a:pt x="1187" y="225"/>
                    <a:pt x="930" y="225"/>
                  </a:cubicBezTo>
                  <a:cubicBezTo>
                    <a:pt x="673" y="225"/>
                    <a:pt x="498" y="140"/>
                    <a:pt x="423" y="68"/>
                  </a:cubicBezTo>
                  <a:cubicBezTo>
                    <a:pt x="380" y="27"/>
                    <a:pt x="332" y="10"/>
                    <a:pt x="287" y="10"/>
                  </a:cubicBezTo>
                  <a:cubicBezTo>
                    <a:pt x="132" y="10"/>
                    <a:pt x="1" y="210"/>
                    <a:pt x="139" y="356"/>
                  </a:cubicBezTo>
                  <a:cubicBezTo>
                    <a:pt x="313" y="527"/>
                    <a:pt x="608" y="630"/>
                    <a:pt x="930" y="630"/>
                  </a:cubicBezTo>
                  <a:cubicBezTo>
                    <a:pt x="1249" y="630"/>
                    <a:pt x="1547" y="527"/>
                    <a:pt x="1722" y="356"/>
                  </a:cubicBezTo>
                  <a:cubicBezTo>
                    <a:pt x="1879" y="211"/>
                    <a:pt x="1741" y="1"/>
                    <a:pt x="15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9"/>
            <p:cNvSpPr/>
            <p:nvPr/>
          </p:nvSpPr>
          <p:spPr>
            <a:xfrm>
              <a:off x="6904755" y="2752295"/>
              <a:ext cx="282592" cy="361805"/>
            </a:xfrm>
            <a:custGeom>
              <a:rect b="b" l="l" r="r" t="t"/>
              <a:pathLst>
                <a:path extrusionOk="0" h="13812" w="10788">
                  <a:moveTo>
                    <a:pt x="8348" y="2879"/>
                  </a:moveTo>
                  <a:lnTo>
                    <a:pt x="8238" y="4329"/>
                  </a:lnTo>
                  <a:lnTo>
                    <a:pt x="8208" y="4329"/>
                  </a:lnTo>
                  <a:cubicBezTo>
                    <a:pt x="8081" y="4329"/>
                    <a:pt x="7978" y="4226"/>
                    <a:pt x="7978" y="4096"/>
                  </a:cubicBezTo>
                  <a:lnTo>
                    <a:pt x="7978" y="2982"/>
                  </a:lnTo>
                  <a:cubicBezTo>
                    <a:pt x="8105" y="2965"/>
                    <a:pt x="8228" y="2931"/>
                    <a:pt x="8348" y="2879"/>
                  </a:cubicBezTo>
                  <a:close/>
                  <a:moveTo>
                    <a:pt x="7759" y="405"/>
                  </a:moveTo>
                  <a:cubicBezTo>
                    <a:pt x="8605" y="405"/>
                    <a:pt x="9129" y="1320"/>
                    <a:pt x="8704" y="2054"/>
                  </a:cubicBezTo>
                  <a:cubicBezTo>
                    <a:pt x="8493" y="2416"/>
                    <a:pt x="8127" y="2597"/>
                    <a:pt x="7760" y="2597"/>
                  </a:cubicBezTo>
                  <a:cubicBezTo>
                    <a:pt x="7389" y="2597"/>
                    <a:pt x="7017" y="2411"/>
                    <a:pt x="6806" y="2040"/>
                  </a:cubicBezTo>
                  <a:cubicBezTo>
                    <a:pt x="6765" y="1961"/>
                    <a:pt x="6699" y="1929"/>
                    <a:pt x="6634" y="1929"/>
                  </a:cubicBezTo>
                  <a:cubicBezTo>
                    <a:pt x="6493" y="1929"/>
                    <a:pt x="6353" y="2078"/>
                    <a:pt x="6453" y="2242"/>
                  </a:cubicBezTo>
                  <a:cubicBezTo>
                    <a:pt x="6467" y="2263"/>
                    <a:pt x="6477" y="2283"/>
                    <a:pt x="6491" y="2304"/>
                  </a:cubicBezTo>
                  <a:cubicBezTo>
                    <a:pt x="6413" y="2356"/>
                    <a:pt x="6328" y="2380"/>
                    <a:pt x="6244" y="2380"/>
                  </a:cubicBezTo>
                  <a:cubicBezTo>
                    <a:pt x="6012" y="2380"/>
                    <a:pt x="5796" y="2196"/>
                    <a:pt x="5799" y="1934"/>
                  </a:cubicBezTo>
                  <a:cubicBezTo>
                    <a:pt x="5792" y="1805"/>
                    <a:pt x="5693" y="1741"/>
                    <a:pt x="5595" y="1741"/>
                  </a:cubicBezTo>
                  <a:cubicBezTo>
                    <a:pt x="5497" y="1741"/>
                    <a:pt x="5399" y="1805"/>
                    <a:pt x="5394" y="1934"/>
                  </a:cubicBezTo>
                  <a:cubicBezTo>
                    <a:pt x="5392" y="2439"/>
                    <a:pt x="5805" y="2788"/>
                    <a:pt x="6247" y="2788"/>
                  </a:cubicBezTo>
                  <a:cubicBezTo>
                    <a:pt x="6419" y="2788"/>
                    <a:pt x="6597" y="2734"/>
                    <a:pt x="6755" y="2616"/>
                  </a:cubicBezTo>
                  <a:cubicBezTo>
                    <a:pt x="6984" y="2821"/>
                    <a:pt x="7269" y="2951"/>
                    <a:pt x="7574" y="2989"/>
                  </a:cubicBezTo>
                  <a:lnTo>
                    <a:pt x="7574" y="4096"/>
                  </a:lnTo>
                  <a:cubicBezTo>
                    <a:pt x="7577" y="4449"/>
                    <a:pt x="7858" y="4730"/>
                    <a:pt x="8211" y="4733"/>
                  </a:cubicBezTo>
                  <a:lnTo>
                    <a:pt x="8533" y="4733"/>
                  </a:lnTo>
                  <a:cubicBezTo>
                    <a:pt x="8735" y="4733"/>
                    <a:pt x="8893" y="4905"/>
                    <a:pt x="8872" y="5107"/>
                  </a:cubicBezTo>
                  <a:cubicBezTo>
                    <a:pt x="8855" y="5278"/>
                    <a:pt x="8694" y="5408"/>
                    <a:pt x="8502" y="5408"/>
                  </a:cubicBezTo>
                  <a:lnTo>
                    <a:pt x="8413" y="5408"/>
                  </a:lnTo>
                  <a:lnTo>
                    <a:pt x="8413" y="5398"/>
                  </a:lnTo>
                  <a:cubicBezTo>
                    <a:pt x="8413" y="5285"/>
                    <a:pt x="8321" y="5196"/>
                    <a:pt x="8211" y="5196"/>
                  </a:cubicBezTo>
                  <a:cubicBezTo>
                    <a:pt x="8209" y="5196"/>
                    <a:pt x="8207" y="5196"/>
                    <a:pt x="8205" y="5196"/>
                  </a:cubicBezTo>
                  <a:cubicBezTo>
                    <a:pt x="8095" y="5196"/>
                    <a:pt x="8009" y="5287"/>
                    <a:pt x="8009" y="5398"/>
                  </a:cubicBezTo>
                  <a:cubicBezTo>
                    <a:pt x="8009" y="6837"/>
                    <a:pt x="6840" y="8006"/>
                    <a:pt x="5398" y="8006"/>
                  </a:cubicBezTo>
                  <a:cubicBezTo>
                    <a:pt x="3955" y="8006"/>
                    <a:pt x="2786" y="6837"/>
                    <a:pt x="2786" y="5398"/>
                  </a:cubicBezTo>
                  <a:lnTo>
                    <a:pt x="2783" y="5395"/>
                  </a:lnTo>
                  <a:cubicBezTo>
                    <a:pt x="2778" y="5266"/>
                    <a:pt x="2680" y="5202"/>
                    <a:pt x="2582" y="5202"/>
                  </a:cubicBezTo>
                  <a:cubicBezTo>
                    <a:pt x="2484" y="5202"/>
                    <a:pt x="2385" y="5266"/>
                    <a:pt x="2379" y="5395"/>
                  </a:cubicBezTo>
                  <a:lnTo>
                    <a:pt x="2379" y="5408"/>
                  </a:lnTo>
                  <a:lnTo>
                    <a:pt x="2259" y="5408"/>
                  </a:lnTo>
                  <a:cubicBezTo>
                    <a:pt x="2056" y="5408"/>
                    <a:pt x="1899" y="5237"/>
                    <a:pt x="1919" y="5035"/>
                  </a:cubicBezTo>
                  <a:cubicBezTo>
                    <a:pt x="1937" y="4864"/>
                    <a:pt x="2101" y="4733"/>
                    <a:pt x="2290" y="4733"/>
                  </a:cubicBezTo>
                  <a:lnTo>
                    <a:pt x="2581" y="4733"/>
                  </a:lnTo>
                  <a:cubicBezTo>
                    <a:pt x="2934" y="4733"/>
                    <a:pt x="3218" y="4449"/>
                    <a:pt x="3218" y="4096"/>
                  </a:cubicBezTo>
                  <a:lnTo>
                    <a:pt x="3218" y="3150"/>
                  </a:lnTo>
                  <a:cubicBezTo>
                    <a:pt x="3218" y="2783"/>
                    <a:pt x="3513" y="2489"/>
                    <a:pt x="3880" y="2489"/>
                  </a:cubicBezTo>
                  <a:lnTo>
                    <a:pt x="4729" y="2489"/>
                  </a:lnTo>
                  <a:cubicBezTo>
                    <a:pt x="4731" y="2489"/>
                    <a:pt x="4734" y="2489"/>
                    <a:pt x="4736" y="2489"/>
                  </a:cubicBezTo>
                  <a:cubicBezTo>
                    <a:pt x="4849" y="2489"/>
                    <a:pt x="4942" y="2398"/>
                    <a:pt x="4942" y="2287"/>
                  </a:cubicBezTo>
                  <a:cubicBezTo>
                    <a:pt x="4942" y="2172"/>
                    <a:pt x="4849" y="2081"/>
                    <a:pt x="4736" y="2081"/>
                  </a:cubicBezTo>
                  <a:cubicBezTo>
                    <a:pt x="4734" y="2081"/>
                    <a:pt x="4731" y="2081"/>
                    <a:pt x="4729" y="2081"/>
                  </a:cubicBezTo>
                  <a:lnTo>
                    <a:pt x="3883" y="2081"/>
                  </a:lnTo>
                  <a:cubicBezTo>
                    <a:pt x="3294" y="2084"/>
                    <a:pt x="2817" y="2561"/>
                    <a:pt x="2814" y="3150"/>
                  </a:cubicBezTo>
                  <a:lnTo>
                    <a:pt x="2814" y="4096"/>
                  </a:lnTo>
                  <a:cubicBezTo>
                    <a:pt x="2814" y="4226"/>
                    <a:pt x="2711" y="4329"/>
                    <a:pt x="2584" y="4329"/>
                  </a:cubicBezTo>
                  <a:lnTo>
                    <a:pt x="2550" y="4329"/>
                  </a:lnTo>
                  <a:lnTo>
                    <a:pt x="2327" y="2084"/>
                  </a:lnTo>
                  <a:cubicBezTo>
                    <a:pt x="2238" y="1187"/>
                    <a:pt x="2944" y="405"/>
                    <a:pt x="3849" y="405"/>
                  </a:cubicBezTo>
                  <a:close/>
                  <a:moveTo>
                    <a:pt x="6707" y="8112"/>
                  </a:moveTo>
                  <a:lnTo>
                    <a:pt x="6707" y="8804"/>
                  </a:lnTo>
                  <a:cubicBezTo>
                    <a:pt x="6707" y="9181"/>
                    <a:pt x="6957" y="9514"/>
                    <a:pt x="7317" y="9623"/>
                  </a:cubicBezTo>
                  <a:lnTo>
                    <a:pt x="7680" y="9730"/>
                  </a:lnTo>
                  <a:cubicBezTo>
                    <a:pt x="7580" y="10072"/>
                    <a:pt x="7409" y="10391"/>
                    <a:pt x="7173" y="10658"/>
                  </a:cubicBezTo>
                  <a:cubicBezTo>
                    <a:pt x="7027" y="10809"/>
                    <a:pt x="7169" y="11005"/>
                    <a:pt x="7322" y="11005"/>
                  </a:cubicBezTo>
                  <a:cubicBezTo>
                    <a:pt x="7375" y="11005"/>
                    <a:pt x="7430" y="10982"/>
                    <a:pt x="7474" y="10926"/>
                  </a:cubicBezTo>
                  <a:cubicBezTo>
                    <a:pt x="7752" y="10614"/>
                    <a:pt x="7954" y="10244"/>
                    <a:pt x="8071" y="9843"/>
                  </a:cubicBezTo>
                  <a:lnTo>
                    <a:pt x="8513" y="9969"/>
                  </a:lnTo>
                  <a:cubicBezTo>
                    <a:pt x="8324" y="10621"/>
                    <a:pt x="7940" y="11196"/>
                    <a:pt x="7416" y="11618"/>
                  </a:cubicBezTo>
                  <a:cubicBezTo>
                    <a:pt x="6820" y="12094"/>
                    <a:pt x="6098" y="12332"/>
                    <a:pt x="5377" y="12332"/>
                  </a:cubicBezTo>
                  <a:cubicBezTo>
                    <a:pt x="4656" y="12332"/>
                    <a:pt x="3934" y="12094"/>
                    <a:pt x="3338" y="11618"/>
                  </a:cubicBezTo>
                  <a:cubicBezTo>
                    <a:pt x="2814" y="11196"/>
                    <a:pt x="2433" y="10627"/>
                    <a:pt x="2245" y="9983"/>
                  </a:cubicBezTo>
                  <a:lnTo>
                    <a:pt x="2687" y="9853"/>
                  </a:lnTo>
                  <a:cubicBezTo>
                    <a:pt x="3051" y="11107"/>
                    <a:pt x="4187" y="11877"/>
                    <a:pt x="5381" y="11877"/>
                  </a:cubicBezTo>
                  <a:cubicBezTo>
                    <a:pt x="5852" y="11877"/>
                    <a:pt x="6331" y="11758"/>
                    <a:pt x="6775" y="11501"/>
                  </a:cubicBezTo>
                  <a:cubicBezTo>
                    <a:pt x="6959" y="11382"/>
                    <a:pt x="6850" y="11126"/>
                    <a:pt x="6672" y="11126"/>
                  </a:cubicBezTo>
                  <a:cubicBezTo>
                    <a:pt x="6641" y="11126"/>
                    <a:pt x="6607" y="11134"/>
                    <a:pt x="6573" y="11152"/>
                  </a:cubicBezTo>
                  <a:cubicBezTo>
                    <a:pt x="6193" y="11370"/>
                    <a:pt x="5784" y="11472"/>
                    <a:pt x="5382" y="11472"/>
                  </a:cubicBezTo>
                  <a:cubicBezTo>
                    <a:pt x="4358" y="11472"/>
                    <a:pt x="3384" y="10813"/>
                    <a:pt x="3074" y="9740"/>
                  </a:cubicBezTo>
                  <a:lnTo>
                    <a:pt x="3472" y="9623"/>
                  </a:lnTo>
                  <a:cubicBezTo>
                    <a:pt x="3832" y="9517"/>
                    <a:pt x="4078" y="9185"/>
                    <a:pt x="4082" y="8808"/>
                  </a:cubicBezTo>
                  <a:lnTo>
                    <a:pt x="4082" y="8112"/>
                  </a:lnTo>
                  <a:cubicBezTo>
                    <a:pt x="4496" y="8313"/>
                    <a:pt x="4945" y="8413"/>
                    <a:pt x="5394" y="8413"/>
                  </a:cubicBezTo>
                  <a:cubicBezTo>
                    <a:pt x="5843" y="8413"/>
                    <a:pt x="6292" y="8313"/>
                    <a:pt x="6707" y="8112"/>
                  </a:cubicBezTo>
                  <a:close/>
                  <a:moveTo>
                    <a:pt x="3845" y="1"/>
                  </a:moveTo>
                  <a:cubicBezTo>
                    <a:pt x="2701" y="1"/>
                    <a:pt x="1810" y="988"/>
                    <a:pt x="1923" y="2126"/>
                  </a:cubicBezTo>
                  <a:lnTo>
                    <a:pt x="2142" y="4343"/>
                  </a:lnTo>
                  <a:cubicBezTo>
                    <a:pt x="1813" y="4404"/>
                    <a:pt x="1549" y="4668"/>
                    <a:pt x="1518" y="4997"/>
                  </a:cubicBezTo>
                  <a:cubicBezTo>
                    <a:pt x="1474" y="5436"/>
                    <a:pt x="1817" y="5816"/>
                    <a:pt x="2259" y="5816"/>
                  </a:cubicBezTo>
                  <a:lnTo>
                    <a:pt x="2409" y="5816"/>
                  </a:lnTo>
                  <a:cubicBezTo>
                    <a:pt x="2526" y="6649"/>
                    <a:pt x="2985" y="7396"/>
                    <a:pt x="3677" y="7876"/>
                  </a:cubicBezTo>
                  <a:lnTo>
                    <a:pt x="3677" y="8808"/>
                  </a:lnTo>
                  <a:cubicBezTo>
                    <a:pt x="3677" y="9003"/>
                    <a:pt x="3547" y="9178"/>
                    <a:pt x="3359" y="9236"/>
                  </a:cubicBezTo>
                  <a:lnTo>
                    <a:pt x="1076" y="9904"/>
                  </a:lnTo>
                  <a:cubicBezTo>
                    <a:pt x="439" y="10096"/>
                    <a:pt x="0" y="10679"/>
                    <a:pt x="0" y="11344"/>
                  </a:cubicBezTo>
                  <a:lnTo>
                    <a:pt x="0" y="13619"/>
                  </a:lnTo>
                  <a:cubicBezTo>
                    <a:pt x="6" y="13747"/>
                    <a:pt x="103" y="13812"/>
                    <a:pt x="201" y="13812"/>
                  </a:cubicBezTo>
                  <a:cubicBezTo>
                    <a:pt x="299" y="13812"/>
                    <a:pt x="398" y="13747"/>
                    <a:pt x="405" y="13619"/>
                  </a:cubicBezTo>
                  <a:lnTo>
                    <a:pt x="405" y="11344"/>
                  </a:lnTo>
                  <a:cubicBezTo>
                    <a:pt x="405" y="10857"/>
                    <a:pt x="727" y="10432"/>
                    <a:pt x="1190" y="10292"/>
                  </a:cubicBezTo>
                  <a:lnTo>
                    <a:pt x="1858" y="10096"/>
                  </a:lnTo>
                  <a:cubicBezTo>
                    <a:pt x="2313" y="11663"/>
                    <a:pt x="3745" y="12738"/>
                    <a:pt x="5373" y="12738"/>
                  </a:cubicBezTo>
                  <a:cubicBezTo>
                    <a:pt x="5375" y="12738"/>
                    <a:pt x="5378" y="12738"/>
                    <a:pt x="5380" y="12738"/>
                  </a:cubicBezTo>
                  <a:cubicBezTo>
                    <a:pt x="7015" y="12738"/>
                    <a:pt x="8447" y="11655"/>
                    <a:pt x="8900" y="10086"/>
                  </a:cubicBezTo>
                  <a:lnTo>
                    <a:pt x="9599" y="10292"/>
                  </a:lnTo>
                  <a:cubicBezTo>
                    <a:pt x="10065" y="10432"/>
                    <a:pt x="10384" y="10860"/>
                    <a:pt x="10384" y="11344"/>
                  </a:cubicBezTo>
                  <a:lnTo>
                    <a:pt x="10384" y="13619"/>
                  </a:lnTo>
                  <a:cubicBezTo>
                    <a:pt x="10389" y="13747"/>
                    <a:pt x="10487" y="13812"/>
                    <a:pt x="10586" y="13812"/>
                  </a:cubicBezTo>
                  <a:cubicBezTo>
                    <a:pt x="10684" y="13812"/>
                    <a:pt x="10783" y="13747"/>
                    <a:pt x="10788" y="13619"/>
                  </a:cubicBezTo>
                  <a:lnTo>
                    <a:pt x="10788" y="11344"/>
                  </a:lnTo>
                  <a:cubicBezTo>
                    <a:pt x="10785" y="10679"/>
                    <a:pt x="10349" y="10096"/>
                    <a:pt x="9712" y="9904"/>
                  </a:cubicBezTo>
                  <a:lnTo>
                    <a:pt x="7433" y="9233"/>
                  </a:lnTo>
                  <a:cubicBezTo>
                    <a:pt x="7245" y="9178"/>
                    <a:pt x="7114" y="9003"/>
                    <a:pt x="7111" y="8804"/>
                  </a:cubicBezTo>
                  <a:lnTo>
                    <a:pt x="7111" y="7872"/>
                  </a:lnTo>
                  <a:cubicBezTo>
                    <a:pt x="7803" y="7393"/>
                    <a:pt x="8262" y="6649"/>
                    <a:pt x="8382" y="5816"/>
                  </a:cubicBezTo>
                  <a:lnTo>
                    <a:pt x="8502" y="5816"/>
                  </a:lnTo>
                  <a:cubicBezTo>
                    <a:pt x="8896" y="5816"/>
                    <a:pt x="9236" y="5521"/>
                    <a:pt x="9273" y="5148"/>
                  </a:cubicBezTo>
                  <a:cubicBezTo>
                    <a:pt x="9314" y="4754"/>
                    <a:pt x="9037" y="4394"/>
                    <a:pt x="8643" y="4336"/>
                  </a:cubicBezTo>
                  <a:lnTo>
                    <a:pt x="8776" y="2602"/>
                  </a:lnTo>
                  <a:cubicBezTo>
                    <a:pt x="9232" y="2184"/>
                    <a:pt x="9383" y="1529"/>
                    <a:pt x="9157" y="954"/>
                  </a:cubicBezTo>
                  <a:cubicBezTo>
                    <a:pt x="8931" y="378"/>
                    <a:pt x="8375" y="1"/>
                    <a:pt x="7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9"/>
            <p:cNvSpPr/>
            <p:nvPr/>
          </p:nvSpPr>
          <p:spPr>
            <a:xfrm>
              <a:off x="7000812" y="2854272"/>
              <a:ext cx="22449" cy="10714"/>
            </a:xfrm>
            <a:custGeom>
              <a:rect b="b" l="l" r="r" t="t"/>
              <a:pathLst>
                <a:path extrusionOk="0" h="409" w="857">
                  <a:moveTo>
                    <a:pt x="206" y="1"/>
                  </a:moveTo>
                  <a:cubicBezTo>
                    <a:pt x="93" y="1"/>
                    <a:pt x="0" y="92"/>
                    <a:pt x="0" y="203"/>
                  </a:cubicBezTo>
                  <a:cubicBezTo>
                    <a:pt x="0" y="317"/>
                    <a:pt x="93" y="409"/>
                    <a:pt x="206" y="409"/>
                  </a:cubicBezTo>
                  <a:cubicBezTo>
                    <a:pt x="208" y="409"/>
                    <a:pt x="210" y="409"/>
                    <a:pt x="213" y="409"/>
                  </a:cubicBezTo>
                  <a:lnTo>
                    <a:pt x="644" y="409"/>
                  </a:lnTo>
                  <a:cubicBezTo>
                    <a:pt x="646" y="409"/>
                    <a:pt x="648" y="409"/>
                    <a:pt x="651" y="409"/>
                  </a:cubicBezTo>
                  <a:cubicBezTo>
                    <a:pt x="764" y="409"/>
                    <a:pt x="857" y="317"/>
                    <a:pt x="857" y="203"/>
                  </a:cubicBezTo>
                  <a:cubicBezTo>
                    <a:pt x="857" y="92"/>
                    <a:pt x="764" y="1"/>
                    <a:pt x="651" y="1"/>
                  </a:cubicBezTo>
                  <a:cubicBezTo>
                    <a:pt x="649" y="1"/>
                    <a:pt x="646" y="1"/>
                    <a:pt x="644" y="1"/>
                  </a:cubicBezTo>
                  <a:lnTo>
                    <a:pt x="213" y="1"/>
                  </a:lnTo>
                  <a:cubicBezTo>
                    <a:pt x="210" y="1"/>
                    <a:pt x="208"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9"/>
            <p:cNvSpPr/>
            <p:nvPr/>
          </p:nvSpPr>
          <p:spPr>
            <a:xfrm>
              <a:off x="7068840" y="2854272"/>
              <a:ext cx="22475" cy="10714"/>
            </a:xfrm>
            <a:custGeom>
              <a:rect b="b" l="l" r="r" t="t"/>
              <a:pathLst>
                <a:path extrusionOk="0" h="409" w="858">
                  <a:moveTo>
                    <a:pt x="207" y="1"/>
                  </a:moveTo>
                  <a:cubicBezTo>
                    <a:pt x="93" y="1"/>
                    <a:pt x="1" y="92"/>
                    <a:pt x="1" y="203"/>
                  </a:cubicBezTo>
                  <a:cubicBezTo>
                    <a:pt x="1" y="317"/>
                    <a:pt x="93" y="409"/>
                    <a:pt x="207" y="409"/>
                  </a:cubicBezTo>
                  <a:cubicBezTo>
                    <a:pt x="209" y="409"/>
                    <a:pt x="211" y="409"/>
                    <a:pt x="213" y="409"/>
                  </a:cubicBezTo>
                  <a:lnTo>
                    <a:pt x="645" y="409"/>
                  </a:lnTo>
                  <a:cubicBezTo>
                    <a:pt x="647" y="409"/>
                    <a:pt x="649" y="409"/>
                    <a:pt x="651" y="409"/>
                  </a:cubicBezTo>
                  <a:cubicBezTo>
                    <a:pt x="765" y="409"/>
                    <a:pt x="857" y="317"/>
                    <a:pt x="857" y="203"/>
                  </a:cubicBezTo>
                  <a:cubicBezTo>
                    <a:pt x="857" y="92"/>
                    <a:pt x="765" y="1"/>
                    <a:pt x="651" y="1"/>
                  </a:cubicBezTo>
                  <a:cubicBezTo>
                    <a:pt x="649" y="1"/>
                    <a:pt x="647" y="1"/>
                    <a:pt x="645" y="1"/>
                  </a:cubicBezTo>
                  <a:lnTo>
                    <a:pt x="213" y="1"/>
                  </a:lnTo>
                  <a:cubicBezTo>
                    <a:pt x="211" y="1"/>
                    <a:pt x="209"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9" name="Google Shape;7639;p79"/>
          <p:cNvGrpSpPr/>
          <p:nvPr/>
        </p:nvGrpSpPr>
        <p:grpSpPr>
          <a:xfrm>
            <a:off x="7455819" y="2753395"/>
            <a:ext cx="271380" cy="361308"/>
            <a:chOff x="7455819" y="2753395"/>
            <a:chExt cx="271380" cy="361308"/>
          </a:xfrm>
        </p:grpSpPr>
        <p:sp>
          <p:nvSpPr>
            <p:cNvPr id="7640" name="Google Shape;7640;p79"/>
            <p:cNvSpPr/>
            <p:nvPr/>
          </p:nvSpPr>
          <p:spPr>
            <a:xfrm>
              <a:off x="7480678" y="2757613"/>
              <a:ext cx="221924" cy="237615"/>
            </a:xfrm>
            <a:custGeom>
              <a:rect b="b" l="l" r="r" t="t"/>
              <a:pathLst>
                <a:path extrusionOk="0" h="9071" w="8472">
                  <a:moveTo>
                    <a:pt x="4236" y="0"/>
                  </a:moveTo>
                  <a:cubicBezTo>
                    <a:pt x="2204" y="0"/>
                    <a:pt x="556" y="1645"/>
                    <a:pt x="556" y="3677"/>
                  </a:cubicBezTo>
                  <a:lnTo>
                    <a:pt x="556" y="5192"/>
                  </a:lnTo>
                  <a:cubicBezTo>
                    <a:pt x="563" y="6024"/>
                    <a:pt x="405" y="6850"/>
                    <a:pt x="93" y="7621"/>
                  </a:cubicBezTo>
                  <a:cubicBezTo>
                    <a:pt x="1" y="7841"/>
                    <a:pt x="107" y="8098"/>
                    <a:pt x="330" y="8183"/>
                  </a:cubicBezTo>
                  <a:cubicBezTo>
                    <a:pt x="871" y="8399"/>
                    <a:pt x="2937" y="9071"/>
                    <a:pt x="4236" y="9071"/>
                  </a:cubicBezTo>
                  <a:cubicBezTo>
                    <a:pt x="5535" y="9071"/>
                    <a:pt x="7601" y="8399"/>
                    <a:pt x="8139" y="8183"/>
                  </a:cubicBezTo>
                  <a:cubicBezTo>
                    <a:pt x="8362" y="8098"/>
                    <a:pt x="8472" y="7841"/>
                    <a:pt x="8379" y="7621"/>
                  </a:cubicBezTo>
                  <a:cubicBezTo>
                    <a:pt x="8067" y="6850"/>
                    <a:pt x="7910" y="6024"/>
                    <a:pt x="7913" y="5192"/>
                  </a:cubicBezTo>
                  <a:lnTo>
                    <a:pt x="7913" y="3677"/>
                  </a:lnTo>
                  <a:cubicBezTo>
                    <a:pt x="7913" y="1645"/>
                    <a:pt x="6268" y="0"/>
                    <a:pt x="423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9"/>
            <p:cNvSpPr/>
            <p:nvPr/>
          </p:nvSpPr>
          <p:spPr>
            <a:xfrm>
              <a:off x="7546297" y="2757613"/>
              <a:ext cx="141060" cy="84584"/>
            </a:xfrm>
            <a:custGeom>
              <a:rect b="b" l="l" r="r" t="t"/>
              <a:pathLst>
                <a:path extrusionOk="0" h="3229" w="5385">
                  <a:moveTo>
                    <a:pt x="1738" y="0"/>
                  </a:moveTo>
                  <a:cubicBezTo>
                    <a:pt x="1736" y="0"/>
                    <a:pt x="1734" y="0"/>
                    <a:pt x="1731" y="0"/>
                  </a:cubicBezTo>
                  <a:cubicBezTo>
                    <a:pt x="1128" y="0"/>
                    <a:pt x="532" y="147"/>
                    <a:pt x="1" y="432"/>
                  </a:cubicBezTo>
                  <a:lnTo>
                    <a:pt x="1" y="631"/>
                  </a:lnTo>
                  <a:cubicBezTo>
                    <a:pt x="1" y="2063"/>
                    <a:pt x="1162" y="3228"/>
                    <a:pt x="2598" y="3228"/>
                  </a:cubicBezTo>
                  <a:lnTo>
                    <a:pt x="5384" y="3228"/>
                  </a:lnTo>
                  <a:cubicBezTo>
                    <a:pt x="5155" y="1383"/>
                    <a:pt x="3592" y="0"/>
                    <a:pt x="1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9"/>
            <p:cNvSpPr/>
            <p:nvPr/>
          </p:nvSpPr>
          <p:spPr>
            <a:xfrm>
              <a:off x="7461294" y="2955542"/>
              <a:ext cx="260797" cy="152979"/>
            </a:xfrm>
            <a:custGeom>
              <a:rect b="b" l="l" r="r" t="t"/>
              <a:pathLst>
                <a:path extrusionOk="0" h="5840" w="9956">
                  <a:moveTo>
                    <a:pt x="3677" y="0"/>
                  </a:moveTo>
                  <a:lnTo>
                    <a:pt x="3677" y="1333"/>
                  </a:lnTo>
                  <a:cubicBezTo>
                    <a:pt x="3677" y="1700"/>
                    <a:pt x="3448" y="2025"/>
                    <a:pt x="3102" y="2149"/>
                  </a:cubicBezTo>
                  <a:lnTo>
                    <a:pt x="868" y="2937"/>
                  </a:lnTo>
                  <a:cubicBezTo>
                    <a:pt x="347" y="3122"/>
                    <a:pt x="1" y="3612"/>
                    <a:pt x="1" y="4164"/>
                  </a:cubicBezTo>
                  <a:lnTo>
                    <a:pt x="1" y="5839"/>
                  </a:lnTo>
                  <a:lnTo>
                    <a:pt x="9955" y="5839"/>
                  </a:lnTo>
                  <a:lnTo>
                    <a:pt x="9955" y="4164"/>
                  </a:lnTo>
                  <a:cubicBezTo>
                    <a:pt x="9955" y="3612"/>
                    <a:pt x="9606" y="3122"/>
                    <a:pt x="9085" y="2937"/>
                  </a:cubicBezTo>
                  <a:lnTo>
                    <a:pt x="6851" y="2149"/>
                  </a:lnTo>
                  <a:cubicBezTo>
                    <a:pt x="6505" y="2025"/>
                    <a:pt x="6275" y="1700"/>
                    <a:pt x="6275" y="1333"/>
                  </a:cubicBezTo>
                  <a:lnTo>
                    <a:pt x="6275"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9"/>
            <p:cNvSpPr/>
            <p:nvPr/>
          </p:nvSpPr>
          <p:spPr>
            <a:xfrm>
              <a:off x="7461215" y="3014769"/>
              <a:ext cx="260771" cy="93830"/>
            </a:xfrm>
            <a:custGeom>
              <a:rect b="b" l="l" r="r" t="t"/>
              <a:pathLst>
                <a:path extrusionOk="0" h="3582" w="9955">
                  <a:moveTo>
                    <a:pt x="2783" y="1"/>
                  </a:moveTo>
                  <a:lnTo>
                    <a:pt x="867" y="679"/>
                  </a:lnTo>
                  <a:cubicBezTo>
                    <a:pt x="350" y="861"/>
                    <a:pt x="0" y="1351"/>
                    <a:pt x="0" y="1903"/>
                  </a:cubicBezTo>
                  <a:lnTo>
                    <a:pt x="0" y="3582"/>
                  </a:lnTo>
                  <a:lnTo>
                    <a:pt x="4" y="3578"/>
                  </a:lnTo>
                  <a:lnTo>
                    <a:pt x="9955" y="3578"/>
                  </a:lnTo>
                  <a:lnTo>
                    <a:pt x="9955" y="1903"/>
                  </a:lnTo>
                  <a:cubicBezTo>
                    <a:pt x="9955" y="1351"/>
                    <a:pt x="9609" y="861"/>
                    <a:pt x="9091" y="679"/>
                  </a:cubicBezTo>
                  <a:lnTo>
                    <a:pt x="7176" y="1"/>
                  </a:lnTo>
                  <a:cubicBezTo>
                    <a:pt x="6854" y="511"/>
                    <a:pt x="6117" y="1492"/>
                    <a:pt x="5048" y="1827"/>
                  </a:cubicBezTo>
                  <a:cubicBezTo>
                    <a:pt x="5026" y="1834"/>
                    <a:pt x="5002" y="1838"/>
                    <a:pt x="4979" y="1838"/>
                  </a:cubicBezTo>
                  <a:cubicBezTo>
                    <a:pt x="4956" y="1838"/>
                    <a:pt x="4933" y="1834"/>
                    <a:pt x="4911" y="1827"/>
                  </a:cubicBezTo>
                  <a:cubicBezTo>
                    <a:pt x="3838" y="1492"/>
                    <a:pt x="3105" y="511"/>
                    <a:pt x="27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9"/>
            <p:cNvSpPr/>
            <p:nvPr/>
          </p:nvSpPr>
          <p:spPr>
            <a:xfrm>
              <a:off x="7523140" y="3010656"/>
              <a:ext cx="137000" cy="63601"/>
            </a:xfrm>
            <a:custGeom>
              <a:rect b="b" l="l" r="r" t="t"/>
              <a:pathLst>
                <a:path extrusionOk="0" h="2428" w="5230">
                  <a:moveTo>
                    <a:pt x="833" y="0"/>
                  </a:moveTo>
                  <a:cubicBezTo>
                    <a:pt x="802" y="17"/>
                    <a:pt x="772" y="31"/>
                    <a:pt x="737" y="45"/>
                  </a:cubicBezTo>
                  <a:lnTo>
                    <a:pt x="1" y="305"/>
                  </a:lnTo>
                  <a:cubicBezTo>
                    <a:pt x="323" y="836"/>
                    <a:pt x="1149" y="1998"/>
                    <a:pt x="2416" y="2399"/>
                  </a:cubicBezTo>
                  <a:cubicBezTo>
                    <a:pt x="2482" y="2418"/>
                    <a:pt x="2548" y="2427"/>
                    <a:pt x="2615" y="2427"/>
                  </a:cubicBezTo>
                  <a:cubicBezTo>
                    <a:pt x="2682" y="2427"/>
                    <a:pt x="2749" y="2418"/>
                    <a:pt x="2814" y="2399"/>
                  </a:cubicBezTo>
                  <a:cubicBezTo>
                    <a:pt x="4082" y="1998"/>
                    <a:pt x="4908" y="836"/>
                    <a:pt x="5230" y="305"/>
                  </a:cubicBezTo>
                  <a:lnTo>
                    <a:pt x="4490" y="45"/>
                  </a:lnTo>
                  <a:cubicBezTo>
                    <a:pt x="4459" y="31"/>
                    <a:pt x="4428" y="17"/>
                    <a:pt x="4397" y="0"/>
                  </a:cubicBezTo>
                  <a:cubicBezTo>
                    <a:pt x="4092" y="466"/>
                    <a:pt x="3475" y="1251"/>
                    <a:pt x="2615" y="1549"/>
                  </a:cubicBezTo>
                  <a:cubicBezTo>
                    <a:pt x="1759" y="1251"/>
                    <a:pt x="1138" y="466"/>
                    <a:pt x="833"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9"/>
            <p:cNvSpPr/>
            <p:nvPr/>
          </p:nvSpPr>
          <p:spPr>
            <a:xfrm>
              <a:off x="7557613" y="2955542"/>
              <a:ext cx="68055" cy="33949"/>
            </a:xfrm>
            <a:custGeom>
              <a:rect b="b" l="l" r="r" t="t"/>
              <a:pathLst>
                <a:path extrusionOk="0" h="1296" w="2598">
                  <a:moveTo>
                    <a:pt x="0" y="0"/>
                  </a:moveTo>
                  <a:lnTo>
                    <a:pt x="0" y="1021"/>
                  </a:lnTo>
                  <a:cubicBezTo>
                    <a:pt x="360" y="1182"/>
                    <a:pt x="748" y="1275"/>
                    <a:pt x="1142" y="1292"/>
                  </a:cubicBezTo>
                  <a:cubicBezTo>
                    <a:pt x="1196" y="1296"/>
                    <a:pt x="1248" y="1296"/>
                    <a:pt x="1299" y="1296"/>
                  </a:cubicBezTo>
                  <a:cubicBezTo>
                    <a:pt x="1745" y="1296"/>
                    <a:pt x="2187" y="1203"/>
                    <a:pt x="2598" y="1025"/>
                  </a:cubicBezTo>
                  <a:lnTo>
                    <a:pt x="259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9"/>
            <p:cNvSpPr/>
            <p:nvPr/>
          </p:nvSpPr>
          <p:spPr>
            <a:xfrm>
              <a:off x="7517927" y="2829859"/>
              <a:ext cx="147425" cy="142658"/>
            </a:xfrm>
            <a:custGeom>
              <a:rect b="b" l="l" r="r" t="t"/>
              <a:pathLst>
                <a:path extrusionOk="0" h="5446" w="5628">
                  <a:moveTo>
                    <a:pt x="3375" y="1"/>
                  </a:moveTo>
                  <a:cubicBezTo>
                    <a:pt x="3309" y="1"/>
                    <a:pt x="3246" y="53"/>
                    <a:pt x="3246" y="131"/>
                  </a:cubicBezTo>
                  <a:lnTo>
                    <a:pt x="3246" y="686"/>
                  </a:lnTo>
                  <a:cubicBezTo>
                    <a:pt x="3246" y="803"/>
                    <a:pt x="3150" y="902"/>
                    <a:pt x="3030" y="902"/>
                  </a:cubicBezTo>
                  <a:lnTo>
                    <a:pt x="868" y="902"/>
                  </a:lnTo>
                  <a:cubicBezTo>
                    <a:pt x="388" y="902"/>
                    <a:pt x="1" y="1289"/>
                    <a:pt x="1" y="1765"/>
                  </a:cubicBezTo>
                  <a:lnTo>
                    <a:pt x="1" y="2554"/>
                  </a:lnTo>
                  <a:cubicBezTo>
                    <a:pt x="1" y="4068"/>
                    <a:pt x="1166" y="5370"/>
                    <a:pt x="2677" y="5442"/>
                  </a:cubicBezTo>
                  <a:cubicBezTo>
                    <a:pt x="2724" y="5445"/>
                    <a:pt x="2771" y="5446"/>
                    <a:pt x="2818" y="5446"/>
                  </a:cubicBezTo>
                  <a:cubicBezTo>
                    <a:pt x="4362" y="5446"/>
                    <a:pt x="5628" y="4193"/>
                    <a:pt x="5628" y="2632"/>
                  </a:cubicBezTo>
                  <a:lnTo>
                    <a:pt x="5628" y="1765"/>
                  </a:lnTo>
                  <a:cubicBezTo>
                    <a:pt x="5628" y="1289"/>
                    <a:pt x="5240" y="902"/>
                    <a:pt x="4761" y="902"/>
                  </a:cubicBezTo>
                  <a:lnTo>
                    <a:pt x="4418" y="902"/>
                  </a:lnTo>
                  <a:cubicBezTo>
                    <a:pt x="4360" y="902"/>
                    <a:pt x="4305" y="878"/>
                    <a:pt x="4267" y="837"/>
                  </a:cubicBezTo>
                  <a:lnTo>
                    <a:pt x="3469" y="42"/>
                  </a:lnTo>
                  <a:cubicBezTo>
                    <a:pt x="3442" y="14"/>
                    <a:pt x="3408" y="1"/>
                    <a:pt x="3375"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9"/>
            <p:cNvSpPr/>
            <p:nvPr/>
          </p:nvSpPr>
          <p:spPr>
            <a:xfrm>
              <a:off x="7517927" y="2829885"/>
              <a:ext cx="124714" cy="142658"/>
            </a:xfrm>
            <a:custGeom>
              <a:rect b="b" l="l" r="r" t="t"/>
              <a:pathLst>
                <a:path extrusionOk="0" h="5446" w="4761">
                  <a:moveTo>
                    <a:pt x="3376" y="0"/>
                  </a:moveTo>
                  <a:cubicBezTo>
                    <a:pt x="3309" y="0"/>
                    <a:pt x="3246" y="53"/>
                    <a:pt x="3246" y="133"/>
                  </a:cubicBezTo>
                  <a:lnTo>
                    <a:pt x="3246" y="685"/>
                  </a:lnTo>
                  <a:cubicBezTo>
                    <a:pt x="3246" y="805"/>
                    <a:pt x="3150" y="901"/>
                    <a:pt x="3030" y="901"/>
                  </a:cubicBezTo>
                  <a:lnTo>
                    <a:pt x="868" y="901"/>
                  </a:lnTo>
                  <a:cubicBezTo>
                    <a:pt x="388" y="901"/>
                    <a:pt x="1" y="1288"/>
                    <a:pt x="1" y="1768"/>
                  </a:cubicBezTo>
                  <a:lnTo>
                    <a:pt x="1" y="2546"/>
                  </a:lnTo>
                  <a:cubicBezTo>
                    <a:pt x="1" y="3814"/>
                    <a:pt x="810" y="4975"/>
                    <a:pt x="2030" y="5332"/>
                  </a:cubicBezTo>
                  <a:cubicBezTo>
                    <a:pt x="2284" y="5407"/>
                    <a:pt x="2549" y="5445"/>
                    <a:pt x="2813" y="5445"/>
                  </a:cubicBezTo>
                  <a:cubicBezTo>
                    <a:pt x="2958" y="5445"/>
                    <a:pt x="3103" y="5434"/>
                    <a:pt x="3246" y="5411"/>
                  </a:cubicBezTo>
                  <a:cubicBezTo>
                    <a:pt x="1882" y="5198"/>
                    <a:pt x="868" y="3968"/>
                    <a:pt x="868" y="2553"/>
                  </a:cubicBezTo>
                  <a:lnTo>
                    <a:pt x="868" y="2416"/>
                  </a:lnTo>
                  <a:cubicBezTo>
                    <a:pt x="868" y="1936"/>
                    <a:pt x="1255" y="1549"/>
                    <a:pt x="1731" y="1549"/>
                  </a:cubicBezTo>
                  <a:lnTo>
                    <a:pt x="4329" y="1549"/>
                  </a:lnTo>
                  <a:cubicBezTo>
                    <a:pt x="4569" y="1549"/>
                    <a:pt x="4761" y="1357"/>
                    <a:pt x="4761" y="1117"/>
                  </a:cubicBezTo>
                  <a:lnTo>
                    <a:pt x="4761" y="901"/>
                  </a:lnTo>
                  <a:lnTo>
                    <a:pt x="4418" y="901"/>
                  </a:lnTo>
                  <a:cubicBezTo>
                    <a:pt x="4360" y="901"/>
                    <a:pt x="4305" y="877"/>
                    <a:pt x="4267" y="836"/>
                  </a:cubicBezTo>
                  <a:lnTo>
                    <a:pt x="3469" y="41"/>
                  </a:lnTo>
                  <a:cubicBezTo>
                    <a:pt x="3442" y="13"/>
                    <a:pt x="3408" y="0"/>
                    <a:pt x="337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9"/>
            <p:cNvSpPr/>
            <p:nvPr/>
          </p:nvSpPr>
          <p:spPr>
            <a:xfrm>
              <a:off x="7552321" y="2882746"/>
              <a:ext cx="10609" cy="16005"/>
            </a:xfrm>
            <a:custGeom>
              <a:rect b="b" l="l" r="r" t="t"/>
              <a:pathLst>
                <a:path extrusionOk="0" h="611" w="405">
                  <a:moveTo>
                    <a:pt x="202" y="0"/>
                  </a:moveTo>
                  <a:cubicBezTo>
                    <a:pt x="89" y="0"/>
                    <a:pt x="0" y="89"/>
                    <a:pt x="0" y="202"/>
                  </a:cubicBezTo>
                  <a:lnTo>
                    <a:pt x="0" y="418"/>
                  </a:lnTo>
                  <a:cubicBezTo>
                    <a:pt x="5" y="547"/>
                    <a:pt x="104" y="611"/>
                    <a:pt x="202" y="611"/>
                  </a:cubicBezTo>
                  <a:cubicBezTo>
                    <a:pt x="301" y="611"/>
                    <a:pt x="400" y="547"/>
                    <a:pt x="405" y="418"/>
                  </a:cubicBezTo>
                  <a:lnTo>
                    <a:pt x="405" y="202"/>
                  </a:lnTo>
                  <a:cubicBezTo>
                    <a:pt x="405" y="89"/>
                    <a:pt x="316"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9"/>
            <p:cNvSpPr/>
            <p:nvPr/>
          </p:nvSpPr>
          <p:spPr>
            <a:xfrm>
              <a:off x="7620350" y="2882746"/>
              <a:ext cx="10635" cy="16005"/>
            </a:xfrm>
            <a:custGeom>
              <a:rect b="b" l="l" r="r" t="t"/>
              <a:pathLst>
                <a:path extrusionOk="0" h="611" w="406">
                  <a:moveTo>
                    <a:pt x="203" y="0"/>
                  </a:moveTo>
                  <a:cubicBezTo>
                    <a:pt x="90" y="0"/>
                    <a:pt x="1" y="89"/>
                    <a:pt x="1" y="202"/>
                  </a:cubicBezTo>
                  <a:lnTo>
                    <a:pt x="1" y="418"/>
                  </a:lnTo>
                  <a:cubicBezTo>
                    <a:pt x="6" y="547"/>
                    <a:pt x="104" y="611"/>
                    <a:pt x="202" y="611"/>
                  </a:cubicBezTo>
                  <a:cubicBezTo>
                    <a:pt x="300" y="611"/>
                    <a:pt x="398" y="547"/>
                    <a:pt x="405" y="418"/>
                  </a:cubicBezTo>
                  <a:lnTo>
                    <a:pt x="405" y="202"/>
                  </a:lnTo>
                  <a:cubicBezTo>
                    <a:pt x="405" y="89"/>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9"/>
            <p:cNvSpPr/>
            <p:nvPr/>
          </p:nvSpPr>
          <p:spPr>
            <a:xfrm>
              <a:off x="7567200" y="2922091"/>
              <a:ext cx="49325" cy="16503"/>
            </a:xfrm>
            <a:custGeom>
              <a:rect b="b" l="l" r="r" t="t"/>
              <a:pathLst>
                <a:path extrusionOk="0" h="630" w="1883">
                  <a:moveTo>
                    <a:pt x="1585" y="0"/>
                  </a:moveTo>
                  <a:cubicBezTo>
                    <a:pt x="1536" y="0"/>
                    <a:pt x="1485" y="20"/>
                    <a:pt x="1440" y="68"/>
                  </a:cubicBezTo>
                  <a:cubicBezTo>
                    <a:pt x="1365" y="139"/>
                    <a:pt x="1190" y="225"/>
                    <a:pt x="933" y="225"/>
                  </a:cubicBezTo>
                  <a:cubicBezTo>
                    <a:pt x="676" y="225"/>
                    <a:pt x="498" y="139"/>
                    <a:pt x="426" y="68"/>
                  </a:cubicBezTo>
                  <a:cubicBezTo>
                    <a:pt x="383" y="28"/>
                    <a:pt x="336" y="12"/>
                    <a:pt x="290" y="12"/>
                  </a:cubicBezTo>
                  <a:cubicBezTo>
                    <a:pt x="134" y="12"/>
                    <a:pt x="1" y="209"/>
                    <a:pt x="142" y="355"/>
                  </a:cubicBezTo>
                  <a:cubicBezTo>
                    <a:pt x="316" y="530"/>
                    <a:pt x="611" y="630"/>
                    <a:pt x="933" y="630"/>
                  </a:cubicBezTo>
                  <a:cubicBezTo>
                    <a:pt x="1255" y="630"/>
                    <a:pt x="1550" y="527"/>
                    <a:pt x="1725" y="355"/>
                  </a:cubicBezTo>
                  <a:cubicBezTo>
                    <a:pt x="1882" y="211"/>
                    <a:pt x="1744" y="0"/>
                    <a:pt x="1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9"/>
            <p:cNvSpPr/>
            <p:nvPr/>
          </p:nvSpPr>
          <p:spPr>
            <a:xfrm>
              <a:off x="7455819" y="2753395"/>
              <a:ext cx="271380" cy="361308"/>
            </a:xfrm>
            <a:custGeom>
              <a:rect b="b" l="l" r="r" t="t"/>
              <a:pathLst>
                <a:path extrusionOk="0" h="13793" w="10360">
                  <a:moveTo>
                    <a:pt x="5185" y="363"/>
                  </a:moveTo>
                  <a:cubicBezTo>
                    <a:pt x="7104" y="363"/>
                    <a:pt x="8663" y="1919"/>
                    <a:pt x="8663" y="3838"/>
                  </a:cubicBezTo>
                  <a:lnTo>
                    <a:pt x="8663" y="5353"/>
                  </a:lnTo>
                  <a:cubicBezTo>
                    <a:pt x="8663" y="6477"/>
                    <a:pt x="8924" y="7337"/>
                    <a:pt x="9140" y="7861"/>
                  </a:cubicBezTo>
                  <a:cubicBezTo>
                    <a:pt x="9164" y="7913"/>
                    <a:pt x="9164" y="7978"/>
                    <a:pt x="9140" y="8032"/>
                  </a:cubicBezTo>
                  <a:cubicBezTo>
                    <a:pt x="9116" y="8087"/>
                    <a:pt x="9071" y="8132"/>
                    <a:pt x="9013" y="8156"/>
                  </a:cubicBezTo>
                  <a:cubicBezTo>
                    <a:pt x="8547" y="8341"/>
                    <a:pt x="7649" y="8670"/>
                    <a:pt x="6686" y="8872"/>
                  </a:cubicBezTo>
                  <a:lnTo>
                    <a:pt x="6686" y="8187"/>
                  </a:lnTo>
                  <a:cubicBezTo>
                    <a:pt x="7622" y="7649"/>
                    <a:pt x="8201" y="6651"/>
                    <a:pt x="8201" y="5572"/>
                  </a:cubicBezTo>
                  <a:lnTo>
                    <a:pt x="8201" y="4705"/>
                  </a:lnTo>
                  <a:cubicBezTo>
                    <a:pt x="8197" y="4116"/>
                    <a:pt x="7721" y="3639"/>
                    <a:pt x="7132" y="3636"/>
                  </a:cubicBezTo>
                  <a:lnTo>
                    <a:pt x="6782" y="3636"/>
                  </a:lnTo>
                  <a:lnTo>
                    <a:pt x="5761" y="2615"/>
                  </a:lnTo>
                  <a:cubicBezTo>
                    <a:pt x="5720" y="2574"/>
                    <a:pt x="5669" y="2555"/>
                    <a:pt x="5619" y="2555"/>
                  </a:cubicBezTo>
                  <a:cubicBezTo>
                    <a:pt x="5515" y="2555"/>
                    <a:pt x="5415" y="2636"/>
                    <a:pt x="5415" y="2759"/>
                  </a:cubicBezTo>
                  <a:lnTo>
                    <a:pt x="5415" y="3636"/>
                  </a:lnTo>
                  <a:lnTo>
                    <a:pt x="4318" y="3636"/>
                  </a:lnTo>
                  <a:cubicBezTo>
                    <a:pt x="4316" y="3636"/>
                    <a:pt x="4314" y="3636"/>
                    <a:pt x="4312" y="3636"/>
                  </a:cubicBezTo>
                  <a:cubicBezTo>
                    <a:pt x="4202" y="3636"/>
                    <a:pt x="4109" y="3724"/>
                    <a:pt x="4109" y="3838"/>
                  </a:cubicBezTo>
                  <a:cubicBezTo>
                    <a:pt x="4109" y="3950"/>
                    <a:pt x="4199" y="4041"/>
                    <a:pt x="4306" y="4041"/>
                  </a:cubicBezTo>
                  <a:cubicBezTo>
                    <a:pt x="4310" y="4041"/>
                    <a:pt x="4314" y="4040"/>
                    <a:pt x="4318" y="4040"/>
                  </a:cubicBezTo>
                  <a:lnTo>
                    <a:pt x="5617" y="4040"/>
                  </a:lnTo>
                  <a:cubicBezTo>
                    <a:pt x="5730" y="4040"/>
                    <a:pt x="5819" y="3951"/>
                    <a:pt x="5819" y="3838"/>
                  </a:cubicBezTo>
                  <a:lnTo>
                    <a:pt x="5819" y="3245"/>
                  </a:lnTo>
                  <a:lnTo>
                    <a:pt x="6556" y="3982"/>
                  </a:lnTo>
                  <a:cubicBezTo>
                    <a:pt x="6594" y="4020"/>
                    <a:pt x="6645" y="4040"/>
                    <a:pt x="6700" y="4040"/>
                  </a:cubicBezTo>
                  <a:lnTo>
                    <a:pt x="7132" y="4040"/>
                  </a:lnTo>
                  <a:cubicBezTo>
                    <a:pt x="7498" y="4044"/>
                    <a:pt x="7796" y="4338"/>
                    <a:pt x="7796" y="4705"/>
                  </a:cubicBezTo>
                  <a:lnTo>
                    <a:pt x="7796" y="5569"/>
                  </a:lnTo>
                  <a:cubicBezTo>
                    <a:pt x="7776" y="6998"/>
                    <a:pt x="6614" y="8149"/>
                    <a:pt x="5185" y="8149"/>
                  </a:cubicBezTo>
                  <a:cubicBezTo>
                    <a:pt x="3756" y="8149"/>
                    <a:pt x="2591" y="6998"/>
                    <a:pt x="2574" y="5569"/>
                  </a:cubicBezTo>
                  <a:lnTo>
                    <a:pt x="2574" y="4705"/>
                  </a:lnTo>
                  <a:cubicBezTo>
                    <a:pt x="2574" y="4338"/>
                    <a:pt x="2872" y="4044"/>
                    <a:pt x="3239" y="4040"/>
                  </a:cubicBezTo>
                  <a:lnTo>
                    <a:pt x="3455" y="4040"/>
                  </a:lnTo>
                  <a:cubicBezTo>
                    <a:pt x="3459" y="4040"/>
                    <a:pt x="3463" y="4041"/>
                    <a:pt x="3467" y="4041"/>
                  </a:cubicBezTo>
                  <a:cubicBezTo>
                    <a:pt x="3575" y="4041"/>
                    <a:pt x="3667" y="3950"/>
                    <a:pt x="3667" y="3838"/>
                  </a:cubicBezTo>
                  <a:cubicBezTo>
                    <a:pt x="3667" y="3727"/>
                    <a:pt x="3571" y="3636"/>
                    <a:pt x="3461" y="3636"/>
                  </a:cubicBezTo>
                  <a:cubicBezTo>
                    <a:pt x="3459" y="3636"/>
                    <a:pt x="3457" y="3636"/>
                    <a:pt x="3455" y="3636"/>
                  </a:cubicBezTo>
                  <a:lnTo>
                    <a:pt x="3239" y="3636"/>
                  </a:lnTo>
                  <a:cubicBezTo>
                    <a:pt x="2649" y="3639"/>
                    <a:pt x="2170" y="4116"/>
                    <a:pt x="2170" y="4705"/>
                  </a:cubicBezTo>
                  <a:lnTo>
                    <a:pt x="2170" y="5569"/>
                  </a:lnTo>
                  <a:cubicBezTo>
                    <a:pt x="2170" y="6648"/>
                    <a:pt x="2749" y="7645"/>
                    <a:pt x="3684" y="8183"/>
                  </a:cubicBezTo>
                  <a:lnTo>
                    <a:pt x="3684" y="8869"/>
                  </a:lnTo>
                  <a:cubicBezTo>
                    <a:pt x="2721" y="8666"/>
                    <a:pt x="1824" y="8337"/>
                    <a:pt x="1358" y="8152"/>
                  </a:cubicBezTo>
                  <a:cubicBezTo>
                    <a:pt x="1299" y="8132"/>
                    <a:pt x="1255" y="8087"/>
                    <a:pt x="1231" y="8032"/>
                  </a:cubicBezTo>
                  <a:cubicBezTo>
                    <a:pt x="1207" y="7978"/>
                    <a:pt x="1207" y="7916"/>
                    <a:pt x="1231" y="7861"/>
                  </a:cubicBezTo>
                  <a:cubicBezTo>
                    <a:pt x="1450" y="7337"/>
                    <a:pt x="1710" y="6477"/>
                    <a:pt x="1710" y="5356"/>
                  </a:cubicBezTo>
                  <a:lnTo>
                    <a:pt x="1710" y="3838"/>
                  </a:lnTo>
                  <a:cubicBezTo>
                    <a:pt x="1710" y="1919"/>
                    <a:pt x="3266" y="363"/>
                    <a:pt x="5185" y="363"/>
                  </a:cubicBezTo>
                  <a:close/>
                  <a:moveTo>
                    <a:pt x="6282" y="8382"/>
                  </a:moveTo>
                  <a:lnTo>
                    <a:pt x="6282" y="9071"/>
                  </a:lnTo>
                  <a:cubicBezTo>
                    <a:pt x="6282" y="9386"/>
                    <a:pt x="6422" y="9688"/>
                    <a:pt x="6666" y="9890"/>
                  </a:cubicBezTo>
                  <a:cubicBezTo>
                    <a:pt x="6624" y="9948"/>
                    <a:pt x="6580" y="10006"/>
                    <a:pt x="6539" y="10065"/>
                  </a:cubicBezTo>
                  <a:cubicBezTo>
                    <a:pt x="6412" y="10219"/>
                    <a:pt x="6551" y="10397"/>
                    <a:pt x="6700" y="10397"/>
                  </a:cubicBezTo>
                  <a:cubicBezTo>
                    <a:pt x="6756" y="10397"/>
                    <a:pt x="6813" y="10372"/>
                    <a:pt x="6858" y="10311"/>
                  </a:cubicBezTo>
                  <a:cubicBezTo>
                    <a:pt x="6912" y="10239"/>
                    <a:pt x="6967" y="10167"/>
                    <a:pt x="7022" y="10089"/>
                  </a:cubicBezTo>
                  <a:lnTo>
                    <a:pt x="7471" y="10250"/>
                  </a:lnTo>
                  <a:cubicBezTo>
                    <a:pt x="6645" y="11476"/>
                    <a:pt x="5809" y="11918"/>
                    <a:pt x="5243" y="12069"/>
                  </a:cubicBezTo>
                  <a:cubicBezTo>
                    <a:pt x="5225" y="12074"/>
                    <a:pt x="5205" y="12077"/>
                    <a:pt x="5185" y="12077"/>
                  </a:cubicBezTo>
                  <a:cubicBezTo>
                    <a:pt x="5166" y="12077"/>
                    <a:pt x="5146" y="12074"/>
                    <a:pt x="5127" y="12069"/>
                  </a:cubicBezTo>
                  <a:cubicBezTo>
                    <a:pt x="4562" y="11918"/>
                    <a:pt x="3725" y="11476"/>
                    <a:pt x="2896" y="10246"/>
                  </a:cubicBezTo>
                  <a:lnTo>
                    <a:pt x="3345" y="10089"/>
                  </a:lnTo>
                  <a:cubicBezTo>
                    <a:pt x="3743" y="10654"/>
                    <a:pt x="4353" y="11329"/>
                    <a:pt x="5120" y="11586"/>
                  </a:cubicBezTo>
                  <a:cubicBezTo>
                    <a:pt x="5141" y="11593"/>
                    <a:pt x="5162" y="11596"/>
                    <a:pt x="5184" y="11596"/>
                  </a:cubicBezTo>
                  <a:cubicBezTo>
                    <a:pt x="5206" y="11596"/>
                    <a:pt x="5228" y="11593"/>
                    <a:pt x="5250" y="11586"/>
                  </a:cubicBezTo>
                  <a:cubicBezTo>
                    <a:pt x="5607" y="11466"/>
                    <a:pt x="5967" y="11240"/>
                    <a:pt x="6316" y="10911"/>
                  </a:cubicBezTo>
                  <a:cubicBezTo>
                    <a:pt x="6458" y="10766"/>
                    <a:pt x="6327" y="10564"/>
                    <a:pt x="6170" y="10564"/>
                  </a:cubicBezTo>
                  <a:cubicBezTo>
                    <a:pt x="6126" y="10564"/>
                    <a:pt x="6081" y="10580"/>
                    <a:pt x="6039" y="10616"/>
                  </a:cubicBezTo>
                  <a:cubicBezTo>
                    <a:pt x="5754" y="10884"/>
                    <a:pt x="5466" y="11072"/>
                    <a:pt x="5185" y="11182"/>
                  </a:cubicBezTo>
                  <a:cubicBezTo>
                    <a:pt x="4565" y="10949"/>
                    <a:pt x="4051" y="10383"/>
                    <a:pt x="3705" y="9890"/>
                  </a:cubicBezTo>
                  <a:cubicBezTo>
                    <a:pt x="3948" y="9688"/>
                    <a:pt x="4089" y="9386"/>
                    <a:pt x="4089" y="9071"/>
                  </a:cubicBezTo>
                  <a:lnTo>
                    <a:pt x="4089" y="8382"/>
                  </a:lnTo>
                  <a:cubicBezTo>
                    <a:pt x="4442" y="8519"/>
                    <a:pt x="4813" y="8588"/>
                    <a:pt x="5185" y="8588"/>
                  </a:cubicBezTo>
                  <a:cubicBezTo>
                    <a:pt x="5557" y="8588"/>
                    <a:pt x="5929" y="8519"/>
                    <a:pt x="6282" y="8382"/>
                  </a:cubicBezTo>
                  <a:close/>
                  <a:moveTo>
                    <a:pt x="5182" y="0"/>
                  </a:moveTo>
                  <a:cubicBezTo>
                    <a:pt x="3054" y="0"/>
                    <a:pt x="1323" y="1710"/>
                    <a:pt x="1303" y="3838"/>
                  </a:cubicBezTo>
                  <a:lnTo>
                    <a:pt x="1303" y="5353"/>
                  </a:lnTo>
                  <a:cubicBezTo>
                    <a:pt x="1306" y="6158"/>
                    <a:pt x="1155" y="6956"/>
                    <a:pt x="854" y="7703"/>
                  </a:cubicBezTo>
                  <a:cubicBezTo>
                    <a:pt x="789" y="7858"/>
                    <a:pt x="789" y="8032"/>
                    <a:pt x="854" y="8190"/>
                  </a:cubicBezTo>
                  <a:cubicBezTo>
                    <a:pt x="919" y="8344"/>
                    <a:pt x="1046" y="8468"/>
                    <a:pt x="1203" y="8533"/>
                  </a:cubicBezTo>
                  <a:cubicBezTo>
                    <a:pt x="1690" y="8725"/>
                    <a:pt x="2636" y="9071"/>
                    <a:pt x="3647" y="9276"/>
                  </a:cubicBezTo>
                  <a:cubicBezTo>
                    <a:pt x="3582" y="9472"/>
                    <a:pt x="3431" y="9626"/>
                    <a:pt x="3239" y="9694"/>
                  </a:cubicBezTo>
                  <a:lnTo>
                    <a:pt x="1001" y="10483"/>
                  </a:lnTo>
                  <a:cubicBezTo>
                    <a:pt x="401" y="10695"/>
                    <a:pt x="0" y="11260"/>
                    <a:pt x="0" y="11894"/>
                  </a:cubicBezTo>
                  <a:lnTo>
                    <a:pt x="0" y="13574"/>
                  </a:lnTo>
                  <a:cubicBezTo>
                    <a:pt x="6" y="13702"/>
                    <a:pt x="104" y="13766"/>
                    <a:pt x="203" y="13766"/>
                  </a:cubicBezTo>
                  <a:cubicBezTo>
                    <a:pt x="301" y="13766"/>
                    <a:pt x="400" y="13702"/>
                    <a:pt x="405" y="13574"/>
                  </a:cubicBezTo>
                  <a:lnTo>
                    <a:pt x="405" y="11898"/>
                  </a:lnTo>
                  <a:cubicBezTo>
                    <a:pt x="405" y="11768"/>
                    <a:pt x="429" y="11637"/>
                    <a:pt x="477" y="11514"/>
                  </a:cubicBezTo>
                  <a:lnTo>
                    <a:pt x="1498" y="12391"/>
                  </a:lnTo>
                  <a:cubicBezTo>
                    <a:pt x="1645" y="12518"/>
                    <a:pt x="1731" y="12700"/>
                    <a:pt x="1731" y="12895"/>
                  </a:cubicBezTo>
                  <a:lnTo>
                    <a:pt x="1731" y="13580"/>
                  </a:lnTo>
                  <a:cubicBezTo>
                    <a:pt x="1738" y="13709"/>
                    <a:pt x="1836" y="13773"/>
                    <a:pt x="1934" y="13773"/>
                  </a:cubicBezTo>
                  <a:cubicBezTo>
                    <a:pt x="2033" y="13773"/>
                    <a:pt x="2130" y="13709"/>
                    <a:pt x="2135" y="13580"/>
                  </a:cubicBezTo>
                  <a:lnTo>
                    <a:pt x="2135" y="12895"/>
                  </a:lnTo>
                  <a:cubicBezTo>
                    <a:pt x="2135" y="12583"/>
                    <a:pt x="1998" y="12285"/>
                    <a:pt x="1762" y="12083"/>
                  </a:cubicBezTo>
                  <a:lnTo>
                    <a:pt x="689" y="11165"/>
                  </a:lnTo>
                  <a:cubicBezTo>
                    <a:pt x="813" y="11031"/>
                    <a:pt x="967" y="10928"/>
                    <a:pt x="1135" y="10866"/>
                  </a:cubicBezTo>
                  <a:lnTo>
                    <a:pt x="2495" y="10387"/>
                  </a:lnTo>
                  <a:cubicBezTo>
                    <a:pt x="3414" y="11788"/>
                    <a:pt x="4370" y="12289"/>
                    <a:pt x="5017" y="12460"/>
                  </a:cubicBezTo>
                  <a:cubicBezTo>
                    <a:pt x="5070" y="12475"/>
                    <a:pt x="5125" y="12483"/>
                    <a:pt x="5180" y="12483"/>
                  </a:cubicBezTo>
                  <a:cubicBezTo>
                    <a:pt x="5235" y="12483"/>
                    <a:pt x="5290" y="12475"/>
                    <a:pt x="5343" y="12460"/>
                  </a:cubicBezTo>
                  <a:cubicBezTo>
                    <a:pt x="5991" y="12289"/>
                    <a:pt x="6943" y="11788"/>
                    <a:pt x="7862" y="10387"/>
                  </a:cubicBezTo>
                  <a:lnTo>
                    <a:pt x="9222" y="10866"/>
                  </a:lnTo>
                  <a:cubicBezTo>
                    <a:pt x="9393" y="10928"/>
                    <a:pt x="9548" y="11031"/>
                    <a:pt x="9671" y="11165"/>
                  </a:cubicBezTo>
                  <a:lnTo>
                    <a:pt x="8598" y="12083"/>
                  </a:lnTo>
                  <a:cubicBezTo>
                    <a:pt x="8358" y="12285"/>
                    <a:pt x="8225" y="12583"/>
                    <a:pt x="8225" y="12895"/>
                  </a:cubicBezTo>
                  <a:lnTo>
                    <a:pt x="8225" y="13580"/>
                  </a:lnTo>
                  <a:cubicBezTo>
                    <a:pt x="8218" y="13694"/>
                    <a:pt x="8310" y="13793"/>
                    <a:pt x="8427" y="13793"/>
                  </a:cubicBezTo>
                  <a:cubicBezTo>
                    <a:pt x="8540" y="13793"/>
                    <a:pt x="8633" y="13694"/>
                    <a:pt x="8629" y="13580"/>
                  </a:cubicBezTo>
                  <a:lnTo>
                    <a:pt x="8629" y="12895"/>
                  </a:lnTo>
                  <a:cubicBezTo>
                    <a:pt x="8629" y="12700"/>
                    <a:pt x="8711" y="12518"/>
                    <a:pt x="8859" y="12391"/>
                  </a:cubicBezTo>
                  <a:lnTo>
                    <a:pt x="9883" y="11514"/>
                  </a:lnTo>
                  <a:cubicBezTo>
                    <a:pt x="9931" y="11637"/>
                    <a:pt x="9955" y="11768"/>
                    <a:pt x="9955" y="11898"/>
                  </a:cubicBezTo>
                  <a:lnTo>
                    <a:pt x="9955" y="13577"/>
                  </a:lnTo>
                  <a:cubicBezTo>
                    <a:pt x="9960" y="13705"/>
                    <a:pt x="10058" y="13770"/>
                    <a:pt x="10156" y="13770"/>
                  </a:cubicBezTo>
                  <a:cubicBezTo>
                    <a:pt x="10254" y="13770"/>
                    <a:pt x="10353" y="13705"/>
                    <a:pt x="10360" y="13577"/>
                  </a:cubicBezTo>
                  <a:lnTo>
                    <a:pt x="10360" y="11898"/>
                  </a:lnTo>
                  <a:cubicBezTo>
                    <a:pt x="10360" y="11264"/>
                    <a:pt x="9962" y="10698"/>
                    <a:pt x="9363" y="10483"/>
                  </a:cubicBezTo>
                  <a:lnTo>
                    <a:pt x="7128" y="9694"/>
                  </a:lnTo>
                  <a:cubicBezTo>
                    <a:pt x="6936" y="9626"/>
                    <a:pt x="6786" y="9472"/>
                    <a:pt x="6720" y="9280"/>
                  </a:cubicBezTo>
                  <a:cubicBezTo>
                    <a:pt x="7731" y="9071"/>
                    <a:pt x="8677" y="8728"/>
                    <a:pt x="9160" y="8533"/>
                  </a:cubicBezTo>
                  <a:cubicBezTo>
                    <a:pt x="9318" y="8471"/>
                    <a:pt x="9445" y="8348"/>
                    <a:pt x="9513" y="8190"/>
                  </a:cubicBezTo>
                  <a:cubicBezTo>
                    <a:pt x="9578" y="8036"/>
                    <a:pt x="9578" y="7861"/>
                    <a:pt x="9513" y="7707"/>
                  </a:cubicBezTo>
                  <a:cubicBezTo>
                    <a:pt x="9212" y="6960"/>
                    <a:pt x="9058" y="6161"/>
                    <a:pt x="9064" y="5356"/>
                  </a:cubicBezTo>
                  <a:lnTo>
                    <a:pt x="9064" y="3838"/>
                  </a:lnTo>
                  <a:cubicBezTo>
                    <a:pt x="9040" y="1710"/>
                    <a:pt x="7310" y="0"/>
                    <a:pt x="5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9"/>
            <p:cNvSpPr/>
            <p:nvPr/>
          </p:nvSpPr>
          <p:spPr>
            <a:xfrm>
              <a:off x="7546663" y="2865143"/>
              <a:ext cx="22187" cy="10635"/>
            </a:xfrm>
            <a:custGeom>
              <a:rect b="b" l="l" r="r" t="t"/>
              <a:pathLst>
                <a:path extrusionOk="0" h="406" w="847">
                  <a:moveTo>
                    <a:pt x="641" y="0"/>
                  </a:moveTo>
                  <a:cubicBezTo>
                    <a:pt x="639" y="0"/>
                    <a:pt x="636" y="0"/>
                    <a:pt x="634" y="0"/>
                  </a:cubicBezTo>
                  <a:lnTo>
                    <a:pt x="203" y="0"/>
                  </a:lnTo>
                  <a:cubicBezTo>
                    <a:pt x="90" y="0"/>
                    <a:pt x="0" y="93"/>
                    <a:pt x="0" y="203"/>
                  </a:cubicBezTo>
                  <a:cubicBezTo>
                    <a:pt x="0" y="316"/>
                    <a:pt x="90" y="405"/>
                    <a:pt x="203" y="405"/>
                  </a:cubicBezTo>
                  <a:lnTo>
                    <a:pt x="634" y="405"/>
                  </a:lnTo>
                  <a:cubicBezTo>
                    <a:pt x="638" y="405"/>
                    <a:pt x="642" y="405"/>
                    <a:pt x="647" y="405"/>
                  </a:cubicBezTo>
                  <a:cubicBezTo>
                    <a:pt x="757" y="405"/>
                    <a:pt x="847" y="315"/>
                    <a:pt x="847" y="203"/>
                  </a:cubicBezTo>
                  <a:cubicBezTo>
                    <a:pt x="847" y="92"/>
                    <a:pt x="754" y="0"/>
                    <a:pt x="6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9"/>
            <p:cNvSpPr/>
            <p:nvPr/>
          </p:nvSpPr>
          <p:spPr>
            <a:xfrm>
              <a:off x="7614430" y="2865143"/>
              <a:ext cx="22475" cy="10635"/>
            </a:xfrm>
            <a:custGeom>
              <a:rect b="b" l="l" r="r" t="t"/>
              <a:pathLst>
                <a:path extrusionOk="0" h="406" w="858">
                  <a:moveTo>
                    <a:pt x="207" y="0"/>
                  </a:moveTo>
                  <a:cubicBezTo>
                    <a:pt x="93" y="0"/>
                    <a:pt x="1" y="92"/>
                    <a:pt x="1" y="203"/>
                  </a:cubicBezTo>
                  <a:cubicBezTo>
                    <a:pt x="1" y="315"/>
                    <a:pt x="90" y="405"/>
                    <a:pt x="201" y="405"/>
                  </a:cubicBezTo>
                  <a:cubicBezTo>
                    <a:pt x="205" y="405"/>
                    <a:pt x="209" y="405"/>
                    <a:pt x="213" y="405"/>
                  </a:cubicBezTo>
                  <a:lnTo>
                    <a:pt x="645" y="405"/>
                  </a:lnTo>
                  <a:cubicBezTo>
                    <a:pt x="649" y="405"/>
                    <a:pt x="653" y="405"/>
                    <a:pt x="657" y="405"/>
                  </a:cubicBezTo>
                  <a:cubicBezTo>
                    <a:pt x="765" y="405"/>
                    <a:pt x="857" y="315"/>
                    <a:pt x="857" y="203"/>
                  </a:cubicBezTo>
                  <a:cubicBezTo>
                    <a:pt x="857" y="92"/>
                    <a:pt x="762" y="0"/>
                    <a:pt x="651" y="0"/>
                  </a:cubicBezTo>
                  <a:cubicBezTo>
                    <a:pt x="649" y="0"/>
                    <a:pt x="647" y="0"/>
                    <a:pt x="645" y="0"/>
                  </a:cubicBezTo>
                  <a:lnTo>
                    <a:pt x="213" y="0"/>
                  </a:lnTo>
                  <a:cubicBezTo>
                    <a:pt x="211" y="0"/>
                    <a:pt x="209"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79"/>
          <p:cNvGrpSpPr/>
          <p:nvPr/>
        </p:nvGrpSpPr>
        <p:grpSpPr>
          <a:xfrm>
            <a:off x="7943229" y="2786689"/>
            <a:ext cx="387110" cy="331079"/>
            <a:chOff x="7943229" y="2786689"/>
            <a:chExt cx="387110" cy="331079"/>
          </a:xfrm>
        </p:grpSpPr>
        <p:sp>
          <p:nvSpPr>
            <p:cNvPr id="7655" name="Google Shape;7655;p79"/>
            <p:cNvSpPr/>
            <p:nvPr/>
          </p:nvSpPr>
          <p:spPr>
            <a:xfrm>
              <a:off x="7950145" y="2881934"/>
              <a:ext cx="42305" cy="47780"/>
            </a:xfrm>
            <a:custGeom>
              <a:rect b="b" l="l" r="r" t="t"/>
              <a:pathLst>
                <a:path extrusionOk="0" h="1824" w="1615">
                  <a:moveTo>
                    <a:pt x="1615" y="0"/>
                  </a:moveTo>
                  <a:lnTo>
                    <a:pt x="1" y="679"/>
                  </a:lnTo>
                  <a:lnTo>
                    <a:pt x="1450" y="1823"/>
                  </a:lnTo>
                  <a:lnTo>
                    <a:pt x="1615"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9"/>
            <p:cNvSpPr/>
            <p:nvPr/>
          </p:nvSpPr>
          <p:spPr>
            <a:xfrm>
              <a:off x="7969555" y="2792347"/>
              <a:ext cx="354680" cy="283587"/>
            </a:xfrm>
            <a:custGeom>
              <a:rect b="b" l="l" r="r" t="t"/>
              <a:pathLst>
                <a:path extrusionOk="0" h="10826" w="13540">
                  <a:moveTo>
                    <a:pt x="5312" y="0"/>
                  </a:moveTo>
                  <a:cubicBezTo>
                    <a:pt x="5052" y="0"/>
                    <a:pt x="1082" y="71"/>
                    <a:pt x="442" y="4376"/>
                  </a:cubicBezTo>
                  <a:cubicBezTo>
                    <a:pt x="0" y="8293"/>
                    <a:pt x="3177" y="10826"/>
                    <a:pt x="6860" y="10826"/>
                  </a:cubicBezTo>
                  <a:cubicBezTo>
                    <a:pt x="10085" y="10826"/>
                    <a:pt x="12847" y="8752"/>
                    <a:pt x="13539" y="5990"/>
                  </a:cubicBezTo>
                  <a:lnTo>
                    <a:pt x="13539" y="5990"/>
                  </a:lnTo>
                  <a:cubicBezTo>
                    <a:pt x="13539" y="5990"/>
                    <a:pt x="12723" y="6570"/>
                    <a:pt x="11457" y="6570"/>
                  </a:cubicBezTo>
                  <a:cubicBezTo>
                    <a:pt x="11333" y="6570"/>
                    <a:pt x="11204" y="6565"/>
                    <a:pt x="11072" y="6552"/>
                  </a:cubicBezTo>
                  <a:cubicBezTo>
                    <a:pt x="9184" y="6374"/>
                    <a:pt x="7820" y="4034"/>
                    <a:pt x="7004" y="2622"/>
                  </a:cubicBezTo>
                  <a:cubicBezTo>
                    <a:pt x="6460" y="1679"/>
                    <a:pt x="5730" y="1097"/>
                    <a:pt x="4647" y="884"/>
                  </a:cubicBezTo>
                  <a:lnTo>
                    <a:pt x="5325" y="0"/>
                  </a:lnTo>
                  <a:cubicBezTo>
                    <a:pt x="5325" y="0"/>
                    <a:pt x="5321" y="0"/>
                    <a:pt x="5312"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9"/>
            <p:cNvSpPr/>
            <p:nvPr/>
          </p:nvSpPr>
          <p:spPr>
            <a:xfrm>
              <a:off x="7969555" y="2792426"/>
              <a:ext cx="240051" cy="283508"/>
            </a:xfrm>
            <a:custGeom>
              <a:rect b="b" l="l" r="r" t="t"/>
              <a:pathLst>
                <a:path extrusionOk="0" h="10823" w="9164">
                  <a:moveTo>
                    <a:pt x="5312" y="1"/>
                  </a:moveTo>
                  <a:cubicBezTo>
                    <a:pt x="5052" y="1"/>
                    <a:pt x="1082" y="71"/>
                    <a:pt x="442" y="4377"/>
                  </a:cubicBezTo>
                  <a:cubicBezTo>
                    <a:pt x="0" y="8290"/>
                    <a:pt x="3177" y="10823"/>
                    <a:pt x="6860" y="10823"/>
                  </a:cubicBezTo>
                  <a:cubicBezTo>
                    <a:pt x="6871" y="10823"/>
                    <a:pt x="6881" y="10823"/>
                    <a:pt x="6891" y="10823"/>
                  </a:cubicBezTo>
                  <a:cubicBezTo>
                    <a:pt x="7662" y="10823"/>
                    <a:pt x="8429" y="10696"/>
                    <a:pt x="9163" y="10459"/>
                  </a:cubicBezTo>
                  <a:lnTo>
                    <a:pt x="9163" y="10459"/>
                  </a:lnTo>
                  <a:cubicBezTo>
                    <a:pt x="8992" y="10470"/>
                    <a:pt x="8821" y="10476"/>
                    <a:pt x="8646" y="10476"/>
                  </a:cubicBezTo>
                  <a:cubicBezTo>
                    <a:pt x="4962" y="10476"/>
                    <a:pt x="1785" y="7944"/>
                    <a:pt x="2227" y="4031"/>
                  </a:cubicBezTo>
                  <a:cubicBezTo>
                    <a:pt x="2598" y="1532"/>
                    <a:pt x="4088" y="460"/>
                    <a:pt x="5325" y="1"/>
                  </a:cubicBezTo>
                  <a:cubicBezTo>
                    <a:pt x="5325" y="1"/>
                    <a:pt x="5321" y="1"/>
                    <a:pt x="531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9"/>
            <p:cNvSpPr/>
            <p:nvPr/>
          </p:nvSpPr>
          <p:spPr>
            <a:xfrm>
              <a:off x="8066582" y="2870749"/>
              <a:ext cx="217707" cy="127491"/>
            </a:xfrm>
            <a:custGeom>
              <a:rect b="b" l="l" r="r" t="t"/>
              <a:pathLst>
                <a:path extrusionOk="0" h="4867" w="8311">
                  <a:moveTo>
                    <a:pt x="2891" y="1"/>
                  </a:moveTo>
                  <a:cubicBezTo>
                    <a:pt x="2687" y="1"/>
                    <a:pt x="2480" y="50"/>
                    <a:pt x="2290" y="153"/>
                  </a:cubicBezTo>
                  <a:lnTo>
                    <a:pt x="2283" y="156"/>
                  </a:lnTo>
                  <a:cubicBezTo>
                    <a:pt x="1" y="1398"/>
                    <a:pt x="1185" y="4867"/>
                    <a:pt x="3997" y="4867"/>
                  </a:cubicBezTo>
                  <a:cubicBezTo>
                    <a:pt x="5189" y="4867"/>
                    <a:pt x="6673" y="4244"/>
                    <a:pt x="8310" y="2566"/>
                  </a:cubicBezTo>
                  <a:lnTo>
                    <a:pt x="8310" y="2566"/>
                  </a:lnTo>
                  <a:cubicBezTo>
                    <a:pt x="8310" y="2566"/>
                    <a:pt x="7992" y="2715"/>
                    <a:pt x="7465" y="2715"/>
                  </a:cubicBezTo>
                  <a:cubicBezTo>
                    <a:pt x="6646" y="2715"/>
                    <a:pt x="5323" y="2354"/>
                    <a:pt x="3907" y="506"/>
                  </a:cubicBezTo>
                  <a:cubicBezTo>
                    <a:pt x="3660" y="178"/>
                    <a:pt x="3280" y="1"/>
                    <a:pt x="2891"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9"/>
            <p:cNvSpPr/>
            <p:nvPr/>
          </p:nvSpPr>
          <p:spPr>
            <a:xfrm>
              <a:off x="8090812" y="2919079"/>
              <a:ext cx="193371" cy="79161"/>
            </a:xfrm>
            <a:custGeom>
              <a:rect b="b" l="l" r="r" t="t"/>
              <a:pathLst>
                <a:path extrusionOk="0" h="3022" w="7382">
                  <a:moveTo>
                    <a:pt x="172" y="1"/>
                  </a:moveTo>
                  <a:cubicBezTo>
                    <a:pt x="1" y="1418"/>
                    <a:pt x="1159" y="3022"/>
                    <a:pt x="3071" y="3022"/>
                  </a:cubicBezTo>
                  <a:cubicBezTo>
                    <a:pt x="4262" y="3022"/>
                    <a:pt x="5746" y="2399"/>
                    <a:pt x="7382" y="721"/>
                  </a:cubicBezTo>
                  <a:lnTo>
                    <a:pt x="7382" y="721"/>
                  </a:lnTo>
                  <a:cubicBezTo>
                    <a:pt x="7364" y="728"/>
                    <a:pt x="7050" y="868"/>
                    <a:pt x="6542" y="868"/>
                  </a:cubicBezTo>
                  <a:cubicBezTo>
                    <a:pt x="6385" y="868"/>
                    <a:pt x="6209" y="855"/>
                    <a:pt x="6018" y="820"/>
                  </a:cubicBezTo>
                  <a:cubicBezTo>
                    <a:pt x="5206" y="1582"/>
                    <a:pt x="3795" y="2181"/>
                    <a:pt x="2561" y="2181"/>
                  </a:cubicBezTo>
                  <a:cubicBezTo>
                    <a:pt x="1341" y="2181"/>
                    <a:pt x="295" y="1595"/>
                    <a:pt x="172"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9"/>
            <p:cNvSpPr/>
            <p:nvPr/>
          </p:nvSpPr>
          <p:spPr>
            <a:xfrm>
              <a:off x="8016497" y="2864777"/>
              <a:ext cx="36280" cy="42226"/>
            </a:xfrm>
            <a:custGeom>
              <a:rect b="b" l="l" r="r" t="t"/>
              <a:pathLst>
                <a:path extrusionOk="0" h="1612" w="1385">
                  <a:moveTo>
                    <a:pt x="686" y="1"/>
                  </a:moveTo>
                  <a:cubicBezTo>
                    <a:pt x="309" y="1"/>
                    <a:pt x="0" y="311"/>
                    <a:pt x="4" y="689"/>
                  </a:cubicBezTo>
                  <a:lnTo>
                    <a:pt x="4" y="923"/>
                  </a:lnTo>
                  <a:cubicBezTo>
                    <a:pt x="4" y="1303"/>
                    <a:pt x="312" y="1611"/>
                    <a:pt x="692" y="1611"/>
                  </a:cubicBezTo>
                  <a:cubicBezTo>
                    <a:pt x="1076" y="1611"/>
                    <a:pt x="1385" y="1303"/>
                    <a:pt x="1385" y="919"/>
                  </a:cubicBezTo>
                  <a:lnTo>
                    <a:pt x="1385" y="689"/>
                  </a:lnTo>
                  <a:cubicBezTo>
                    <a:pt x="1385" y="311"/>
                    <a:pt x="1076" y="1"/>
                    <a:pt x="699" y="1"/>
                  </a:cubicBezTo>
                  <a:cubicBezTo>
                    <a:pt x="697" y="1"/>
                    <a:pt x="695" y="1"/>
                    <a:pt x="692" y="1"/>
                  </a:cubicBezTo>
                  <a:cubicBezTo>
                    <a:pt x="690" y="1"/>
                    <a:pt x="688" y="1"/>
                    <a:pt x="686"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9"/>
            <p:cNvSpPr/>
            <p:nvPr/>
          </p:nvSpPr>
          <p:spPr>
            <a:xfrm>
              <a:off x="8034624" y="2864777"/>
              <a:ext cx="18153" cy="30203"/>
            </a:xfrm>
            <a:custGeom>
              <a:rect b="b" l="l" r="r" t="t"/>
              <a:pathLst>
                <a:path extrusionOk="0" h="1153" w="693">
                  <a:moveTo>
                    <a:pt x="0" y="1"/>
                  </a:moveTo>
                  <a:lnTo>
                    <a:pt x="0" y="806"/>
                  </a:lnTo>
                  <a:cubicBezTo>
                    <a:pt x="0" y="994"/>
                    <a:pt x="155" y="1152"/>
                    <a:pt x="347" y="1152"/>
                  </a:cubicBezTo>
                  <a:cubicBezTo>
                    <a:pt x="538" y="1152"/>
                    <a:pt x="693" y="994"/>
                    <a:pt x="693" y="806"/>
                  </a:cubicBezTo>
                  <a:lnTo>
                    <a:pt x="693" y="689"/>
                  </a:lnTo>
                  <a:cubicBezTo>
                    <a:pt x="693" y="309"/>
                    <a:pt x="381" y="1"/>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9"/>
            <p:cNvSpPr/>
            <p:nvPr/>
          </p:nvSpPr>
          <p:spPr>
            <a:xfrm>
              <a:off x="8028258" y="2870435"/>
              <a:ext cx="12757" cy="12862"/>
            </a:xfrm>
            <a:custGeom>
              <a:rect b="b" l="l" r="r" t="t"/>
              <a:pathLst>
                <a:path extrusionOk="0" h="491" w="487">
                  <a:moveTo>
                    <a:pt x="243" y="1"/>
                  </a:moveTo>
                  <a:cubicBezTo>
                    <a:pt x="110" y="1"/>
                    <a:pt x="0" y="110"/>
                    <a:pt x="0" y="244"/>
                  </a:cubicBezTo>
                  <a:cubicBezTo>
                    <a:pt x="0" y="381"/>
                    <a:pt x="110" y="491"/>
                    <a:pt x="243" y="491"/>
                  </a:cubicBezTo>
                  <a:cubicBezTo>
                    <a:pt x="377" y="491"/>
                    <a:pt x="487" y="381"/>
                    <a:pt x="487" y="244"/>
                  </a:cubicBezTo>
                  <a:cubicBezTo>
                    <a:pt x="487" y="110"/>
                    <a:pt x="377"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9"/>
            <p:cNvSpPr/>
            <p:nvPr/>
          </p:nvSpPr>
          <p:spPr>
            <a:xfrm>
              <a:off x="8010917" y="2859118"/>
              <a:ext cx="47518" cy="53543"/>
            </a:xfrm>
            <a:custGeom>
              <a:rect b="b" l="l" r="r" t="t"/>
              <a:pathLst>
                <a:path extrusionOk="0" h="2044" w="1814">
                  <a:moveTo>
                    <a:pt x="909" y="1"/>
                  </a:moveTo>
                  <a:cubicBezTo>
                    <a:pt x="405" y="1"/>
                    <a:pt x="1" y="405"/>
                    <a:pt x="1" y="905"/>
                  </a:cubicBezTo>
                  <a:lnTo>
                    <a:pt x="1" y="1135"/>
                  </a:lnTo>
                  <a:cubicBezTo>
                    <a:pt x="1" y="1635"/>
                    <a:pt x="405" y="2043"/>
                    <a:pt x="909" y="2043"/>
                  </a:cubicBezTo>
                  <a:cubicBezTo>
                    <a:pt x="1409" y="2043"/>
                    <a:pt x="1814" y="1635"/>
                    <a:pt x="1814" y="1135"/>
                  </a:cubicBezTo>
                  <a:lnTo>
                    <a:pt x="1814" y="905"/>
                  </a:lnTo>
                  <a:cubicBezTo>
                    <a:pt x="1814" y="788"/>
                    <a:pt x="1721" y="693"/>
                    <a:pt x="1604" y="693"/>
                  </a:cubicBezTo>
                  <a:cubicBezTo>
                    <a:pt x="1602" y="693"/>
                    <a:pt x="1600" y="693"/>
                    <a:pt x="1598" y="693"/>
                  </a:cubicBezTo>
                  <a:cubicBezTo>
                    <a:pt x="1478" y="693"/>
                    <a:pt x="1382" y="789"/>
                    <a:pt x="1382" y="905"/>
                  </a:cubicBezTo>
                  <a:lnTo>
                    <a:pt x="1382" y="1135"/>
                  </a:lnTo>
                  <a:cubicBezTo>
                    <a:pt x="1382" y="1399"/>
                    <a:pt x="1169" y="1611"/>
                    <a:pt x="909" y="1611"/>
                  </a:cubicBezTo>
                  <a:cubicBezTo>
                    <a:pt x="645" y="1611"/>
                    <a:pt x="433" y="1399"/>
                    <a:pt x="433" y="1135"/>
                  </a:cubicBezTo>
                  <a:lnTo>
                    <a:pt x="433" y="905"/>
                  </a:lnTo>
                  <a:cubicBezTo>
                    <a:pt x="433" y="645"/>
                    <a:pt x="645" y="429"/>
                    <a:pt x="909" y="429"/>
                  </a:cubicBezTo>
                  <a:cubicBezTo>
                    <a:pt x="1025" y="429"/>
                    <a:pt x="1121" y="333"/>
                    <a:pt x="1121" y="217"/>
                  </a:cubicBezTo>
                  <a:cubicBezTo>
                    <a:pt x="1121" y="97"/>
                    <a:pt x="1025" y="1"/>
                    <a:pt x="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9"/>
            <p:cNvSpPr/>
            <p:nvPr/>
          </p:nvSpPr>
          <p:spPr>
            <a:xfrm>
              <a:off x="7943229" y="2786689"/>
              <a:ext cx="387110" cy="331079"/>
            </a:xfrm>
            <a:custGeom>
              <a:rect b="b" l="l" r="r" t="t"/>
              <a:pathLst>
                <a:path extrusionOk="0" h="12639" w="14778">
                  <a:moveTo>
                    <a:pt x="1307" y="4161"/>
                  </a:moveTo>
                  <a:lnTo>
                    <a:pt x="1307" y="4161"/>
                  </a:lnTo>
                  <a:cubicBezTo>
                    <a:pt x="1276" y="4291"/>
                    <a:pt x="1252" y="4424"/>
                    <a:pt x="1235" y="4561"/>
                  </a:cubicBezTo>
                  <a:lnTo>
                    <a:pt x="1235" y="4568"/>
                  </a:lnTo>
                  <a:cubicBezTo>
                    <a:pt x="1224" y="4657"/>
                    <a:pt x="1218" y="4746"/>
                    <a:pt x="1211" y="4836"/>
                  </a:cubicBezTo>
                  <a:lnTo>
                    <a:pt x="686" y="4421"/>
                  </a:lnTo>
                  <a:lnTo>
                    <a:pt x="1307" y="4161"/>
                  </a:lnTo>
                  <a:close/>
                  <a:moveTo>
                    <a:pt x="5868" y="466"/>
                  </a:moveTo>
                  <a:lnTo>
                    <a:pt x="5480" y="970"/>
                  </a:lnTo>
                  <a:cubicBezTo>
                    <a:pt x="5381" y="1094"/>
                    <a:pt x="5446" y="1279"/>
                    <a:pt x="5600" y="1313"/>
                  </a:cubicBezTo>
                  <a:cubicBezTo>
                    <a:pt x="6508" y="1532"/>
                    <a:pt x="7300" y="2115"/>
                    <a:pt x="7828" y="2954"/>
                  </a:cubicBezTo>
                  <a:cubicBezTo>
                    <a:pt x="8424" y="3907"/>
                    <a:pt x="9068" y="4661"/>
                    <a:pt x="9740" y="5192"/>
                  </a:cubicBezTo>
                  <a:cubicBezTo>
                    <a:pt x="10285" y="5624"/>
                    <a:pt x="10854" y="5912"/>
                    <a:pt x="11422" y="6049"/>
                  </a:cubicBezTo>
                  <a:cubicBezTo>
                    <a:pt x="11671" y="6109"/>
                    <a:pt x="11927" y="6138"/>
                    <a:pt x="12182" y="6138"/>
                  </a:cubicBezTo>
                  <a:cubicBezTo>
                    <a:pt x="12233" y="6138"/>
                    <a:pt x="12284" y="6137"/>
                    <a:pt x="12334" y="6134"/>
                  </a:cubicBezTo>
                  <a:lnTo>
                    <a:pt x="12334" y="6134"/>
                  </a:lnTo>
                  <a:cubicBezTo>
                    <a:pt x="11525" y="6868"/>
                    <a:pt x="10723" y="7375"/>
                    <a:pt x="9942" y="7649"/>
                  </a:cubicBezTo>
                  <a:cubicBezTo>
                    <a:pt x="9514" y="7797"/>
                    <a:pt x="9094" y="7871"/>
                    <a:pt x="8695" y="7871"/>
                  </a:cubicBezTo>
                  <a:cubicBezTo>
                    <a:pt x="8355" y="7871"/>
                    <a:pt x="8031" y="7818"/>
                    <a:pt x="7728" y="7711"/>
                  </a:cubicBezTo>
                  <a:cubicBezTo>
                    <a:pt x="7358" y="7580"/>
                    <a:pt x="7026" y="7368"/>
                    <a:pt x="6752" y="7087"/>
                  </a:cubicBezTo>
                  <a:lnTo>
                    <a:pt x="6752" y="7087"/>
                  </a:lnTo>
                  <a:cubicBezTo>
                    <a:pt x="7081" y="7265"/>
                    <a:pt x="7471" y="7375"/>
                    <a:pt x="7920" y="7409"/>
                  </a:cubicBezTo>
                  <a:cubicBezTo>
                    <a:pt x="8020" y="7416"/>
                    <a:pt x="8119" y="7419"/>
                    <a:pt x="8225" y="7419"/>
                  </a:cubicBezTo>
                  <a:cubicBezTo>
                    <a:pt x="8613" y="7416"/>
                    <a:pt x="9003" y="7368"/>
                    <a:pt x="9380" y="7275"/>
                  </a:cubicBezTo>
                  <a:cubicBezTo>
                    <a:pt x="9497" y="7245"/>
                    <a:pt x="9565" y="7128"/>
                    <a:pt x="9538" y="7012"/>
                  </a:cubicBezTo>
                  <a:cubicBezTo>
                    <a:pt x="9514" y="6915"/>
                    <a:pt x="9426" y="6848"/>
                    <a:pt x="9327" y="6848"/>
                  </a:cubicBezTo>
                  <a:cubicBezTo>
                    <a:pt x="9311" y="6848"/>
                    <a:pt x="9294" y="6850"/>
                    <a:pt x="9277" y="6854"/>
                  </a:cubicBezTo>
                  <a:cubicBezTo>
                    <a:pt x="8915" y="6944"/>
                    <a:pt x="8561" y="6987"/>
                    <a:pt x="8229" y="6987"/>
                  </a:cubicBezTo>
                  <a:cubicBezTo>
                    <a:pt x="7646" y="6987"/>
                    <a:pt x="7132" y="6852"/>
                    <a:pt x="6765" y="6590"/>
                  </a:cubicBezTo>
                  <a:cubicBezTo>
                    <a:pt x="6334" y="6282"/>
                    <a:pt x="6087" y="5795"/>
                    <a:pt x="6029" y="5147"/>
                  </a:cubicBezTo>
                  <a:cubicBezTo>
                    <a:pt x="6094" y="4479"/>
                    <a:pt x="6467" y="3914"/>
                    <a:pt x="7101" y="3554"/>
                  </a:cubicBezTo>
                  <a:cubicBezTo>
                    <a:pt x="7309" y="3433"/>
                    <a:pt x="7191" y="3148"/>
                    <a:pt x="6999" y="3148"/>
                  </a:cubicBezTo>
                  <a:cubicBezTo>
                    <a:pt x="6963" y="3148"/>
                    <a:pt x="6925" y="3158"/>
                    <a:pt x="6885" y="3180"/>
                  </a:cubicBezTo>
                  <a:cubicBezTo>
                    <a:pt x="5991" y="3688"/>
                    <a:pt x="5511" y="4592"/>
                    <a:pt x="5600" y="5593"/>
                  </a:cubicBezTo>
                  <a:cubicBezTo>
                    <a:pt x="5700" y="6731"/>
                    <a:pt x="6481" y="7724"/>
                    <a:pt x="7588" y="8118"/>
                  </a:cubicBezTo>
                  <a:cubicBezTo>
                    <a:pt x="7934" y="8242"/>
                    <a:pt x="8304" y="8303"/>
                    <a:pt x="8690" y="8303"/>
                  </a:cubicBezTo>
                  <a:cubicBezTo>
                    <a:pt x="9140" y="8303"/>
                    <a:pt x="9610" y="8219"/>
                    <a:pt x="10086" y="8053"/>
                  </a:cubicBezTo>
                  <a:cubicBezTo>
                    <a:pt x="10720" y="7834"/>
                    <a:pt x="11364" y="7471"/>
                    <a:pt x="12012" y="6970"/>
                  </a:cubicBezTo>
                  <a:cubicBezTo>
                    <a:pt x="12022" y="6974"/>
                    <a:pt x="12032" y="6977"/>
                    <a:pt x="12046" y="6981"/>
                  </a:cubicBezTo>
                  <a:cubicBezTo>
                    <a:pt x="12231" y="7009"/>
                    <a:pt x="12418" y="7023"/>
                    <a:pt x="12604" y="7023"/>
                  </a:cubicBezTo>
                  <a:cubicBezTo>
                    <a:pt x="13147" y="7023"/>
                    <a:pt x="13686" y="6904"/>
                    <a:pt x="14181" y="6669"/>
                  </a:cubicBezTo>
                  <a:lnTo>
                    <a:pt x="14181" y="6669"/>
                  </a:lnTo>
                  <a:cubicBezTo>
                    <a:pt x="13304" y="9105"/>
                    <a:pt x="10737" y="10826"/>
                    <a:pt x="7865" y="10826"/>
                  </a:cubicBezTo>
                  <a:cubicBezTo>
                    <a:pt x="5881" y="10826"/>
                    <a:pt x="4079" y="10082"/>
                    <a:pt x="2921" y="8783"/>
                  </a:cubicBezTo>
                  <a:cubicBezTo>
                    <a:pt x="1917" y="7659"/>
                    <a:pt x="1481" y="6220"/>
                    <a:pt x="1660" y="4620"/>
                  </a:cubicBezTo>
                  <a:cubicBezTo>
                    <a:pt x="1803" y="3650"/>
                    <a:pt x="2139" y="2824"/>
                    <a:pt x="2650" y="2173"/>
                  </a:cubicBezTo>
                  <a:cubicBezTo>
                    <a:pt x="3068" y="1645"/>
                    <a:pt x="3603" y="1224"/>
                    <a:pt x="4213" y="939"/>
                  </a:cubicBezTo>
                  <a:cubicBezTo>
                    <a:pt x="4737" y="693"/>
                    <a:pt x="5295" y="535"/>
                    <a:pt x="5868" y="466"/>
                  </a:cubicBezTo>
                  <a:close/>
                  <a:moveTo>
                    <a:pt x="7543" y="11251"/>
                  </a:moveTo>
                  <a:cubicBezTo>
                    <a:pt x="7650" y="11254"/>
                    <a:pt x="7756" y="11257"/>
                    <a:pt x="7865" y="11257"/>
                  </a:cubicBezTo>
                  <a:lnTo>
                    <a:pt x="7979" y="11257"/>
                  </a:lnTo>
                  <a:lnTo>
                    <a:pt x="7502" y="12207"/>
                  </a:lnTo>
                  <a:lnTo>
                    <a:pt x="7064" y="12207"/>
                  </a:lnTo>
                  <a:lnTo>
                    <a:pt x="7543" y="11251"/>
                  </a:lnTo>
                  <a:close/>
                  <a:moveTo>
                    <a:pt x="6325" y="0"/>
                  </a:moveTo>
                  <a:cubicBezTo>
                    <a:pt x="6212" y="0"/>
                    <a:pt x="5174" y="10"/>
                    <a:pt x="4045" y="542"/>
                  </a:cubicBezTo>
                  <a:cubicBezTo>
                    <a:pt x="3373" y="854"/>
                    <a:pt x="2780" y="1316"/>
                    <a:pt x="2321" y="1899"/>
                  </a:cubicBezTo>
                  <a:cubicBezTo>
                    <a:pt x="1917" y="2416"/>
                    <a:pt x="1618" y="3006"/>
                    <a:pt x="1437" y="3636"/>
                  </a:cubicBezTo>
                  <a:lnTo>
                    <a:pt x="183" y="4164"/>
                  </a:lnTo>
                  <a:cubicBezTo>
                    <a:pt x="28" y="4226"/>
                    <a:pt x="1" y="4431"/>
                    <a:pt x="131" y="4531"/>
                  </a:cubicBezTo>
                  <a:lnTo>
                    <a:pt x="1190" y="5370"/>
                  </a:lnTo>
                  <a:cubicBezTo>
                    <a:pt x="1200" y="6775"/>
                    <a:pt x="1680" y="8043"/>
                    <a:pt x="2598" y="9071"/>
                  </a:cubicBezTo>
                  <a:cubicBezTo>
                    <a:pt x="3681" y="10284"/>
                    <a:pt x="5285" y="11045"/>
                    <a:pt x="7074" y="11220"/>
                  </a:cubicBezTo>
                  <a:lnTo>
                    <a:pt x="6580" y="12207"/>
                  </a:lnTo>
                  <a:lnTo>
                    <a:pt x="5333" y="12207"/>
                  </a:lnTo>
                  <a:cubicBezTo>
                    <a:pt x="5045" y="12207"/>
                    <a:pt x="5045" y="12638"/>
                    <a:pt x="5333" y="12638"/>
                  </a:cubicBezTo>
                  <a:lnTo>
                    <a:pt x="8558" y="12638"/>
                  </a:lnTo>
                  <a:cubicBezTo>
                    <a:pt x="8674" y="12638"/>
                    <a:pt x="8770" y="12542"/>
                    <a:pt x="8770" y="12423"/>
                  </a:cubicBezTo>
                  <a:cubicBezTo>
                    <a:pt x="8770" y="12303"/>
                    <a:pt x="8674" y="12207"/>
                    <a:pt x="8558" y="12207"/>
                  </a:cubicBezTo>
                  <a:lnTo>
                    <a:pt x="7985" y="12207"/>
                  </a:lnTo>
                  <a:lnTo>
                    <a:pt x="8472" y="11233"/>
                  </a:lnTo>
                  <a:cubicBezTo>
                    <a:pt x="9846" y="11124"/>
                    <a:pt x="11165" y="10641"/>
                    <a:pt x="12283" y="9832"/>
                  </a:cubicBezTo>
                  <a:cubicBezTo>
                    <a:pt x="13527" y="8924"/>
                    <a:pt x="14407" y="7652"/>
                    <a:pt x="14753" y="6258"/>
                  </a:cubicBezTo>
                  <a:cubicBezTo>
                    <a:pt x="14777" y="6169"/>
                    <a:pt x="14740" y="6073"/>
                    <a:pt x="14661" y="6025"/>
                  </a:cubicBezTo>
                  <a:cubicBezTo>
                    <a:pt x="14625" y="6001"/>
                    <a:pt x="14584" y="5990"/>
                    <a:pt x="14544" y="5990"/>
                  </a:cubicBezTo>
                  <a:cubicBezTo>
                    <a:pt x="14496" y="5990"/>
                    <a:pt x="14450" y="6005"/>
                    <a:pt x="14411" y="6035"/>
                  </a:cubicBezTo>
                  <a:cubicBezTo>
                    <a:pt x="14401" y="6042"/>
                    <a:pt x="13694" y="6592"/>
                    <a:pt x="12599" y="6592"/>
                  </a:cubicBezTo>
                  <a:cubicBezTo>
                    <a:pt x="12558" y="6592"/>
                    <a:pt x="12517" y="6592"/>
                    <a:pt x="12475" y="6590"/>
                  </a:cubicBezTo>
                  <a:cubicBezTo>
                    <a:pt x="12704" y="6384"/>
                    <a:pt x="12941" y="6162"/>
                    <a:pt x="13174" y="5925"/>
                  </a:cubicBezTo>
                  <a:cubicBezTo>
                    <a:pt x="13324" y="5781"/>
                    <a:pt x="13201" y="5554"/>
                    <a:pt x="13028" y="5554"/>
                  </a:cubicBezTo>
                  <a:cubicBezTo>
                    <a:pt x="12995" y="5554"/>
                    <a:pt x="12961" y="5561"/>
                    <a:pt x="12927" y="5579"/>
                  </a:cubicBezTo>
                  <a:cubicBezTo>
                    <a:pt x="12922" y="5582"/>
                    <a:pt x="12644" y="5709"/>
                    <a:pt x="12177" y="5709"/>
                  </a:cubicBezTo>
                  <a:cubicBezTo>
                    <a:pt x="11988" y="5709"/>
                    <a:pt x="11769" y="5689"/>
                    <a:pt x="11525" y="5631"/>
                  </a:cubicBezTo>
                  <a:cubicBezTo>
                    <a:pt x="10055" y="5278"/>
                    <a:pt x="8900" y="3856"/>
                    <a:pt x="8191" y="2725"/>
                  </a:cubicBezTo>
                  <a:cubicBezTo>
                    <a:pt x="7667" y="1885"/>
                    <a:pt x="6903" y="1275"/>
                    <a:pt x="6015" y="980"/>
                  </a:cubicBezTo>
                  <a:lnTo>
                    <a:pt x="6502" y="350"/>
                  </a:lnTo>
                  <a:cubicBezTo>
                    <a:pt x="6611" y="209"/>
                    <a:pt x="6512" y="4"/>
                    <a:pt x="6334" y="0"/>
                  </a:cubicBezTo>
                  <a:cubicBezTo>
                    <a:pt x="6332" y="0"/>
                    <a:pt x="6329" y="0"/>
                    <a:pt x="63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9"/>
            <p:cNvSpPr/>
            <p:nvPr/>
          </p:nvSpPr>
          <p:spPr>
            <a:xfrm>
              <a:off x="8202272" y="2951718"/>
              <a:ext cx="25331" cy="17393"/>
            </a:xfrm>
            <a:custGeom>
              <a:rect b="b" l="l" r="r" t="t"/>
              <a:pathLst>
                <a:path extrusionOk="0" h="664" w="967">
                  <a:moveTo>
                    <a:pt x="653" y="0"/>
                  </a:moveTo>
                  <a:cubicBezTo>
                    <a:pt x="607" y="0"/>
                    <a:pt x="558" y="17"/>
                    <a:pt x="512" y="57"/>
                  </a:cubicBezTo>
                  <a:cubicBezTo>
                    <a:pt x="416" y="136"/>
                    <a:pt x="317" y="201"/>
                    <a:pt x="207" y="256"/>
                  </a:cubicBezTo>
                  <a:cubicBezTo>
                    <a:pt x="1" y="354"/>
                    <a:pt x="75" y="664"/>
                    <a:pt x="299" y="664"/>
                  </a:cubicBezTo>
                  <a:cubicBezTo>
                    <a:pt x="302" y="664"/>
                    <a:pt x="304" y="664"/>
                    <a:pt x="307" y="664"/>
                  </a:cubicBezTo>
                  <a:cubicBezTo>
                    <a:pt x="341" y="664"/>
                    <a:pt x="375" y="657"/>
                    <a:pt x="406" y="640"/>
                  </a:cubicBezTo>
                  <a:cubicBezTo>
                    <a:pt x="547" y="568"/>
                    <a:pt x="677" y="482"/>
                    <a:pt x="797" y="383"/>
                  </a:cubicBezTo>
                  <a:cubicBezTo>
                    <a:pt x="967" y="234"/>
                    <a:pt x="826" y="0"/>
                    <a:pt x="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79"/>
          <p:cNvGrpSpPr/>
          <p:nvPr/>
        </p:nvGrpSpPr>
        <p:grpSpPr>
          <a:xfrm>
            <a:off x="853526" y="2742734"/>
            <a:ext cx="380535" cy="375270"/>
            <a:chOff x="853526" y="2742734"/>
            <a:chExt cx="380535" cy="375270"/>
          </a:xfrm>
        </p:grpSpPr>
        <p:sp>
          <p:nvSpPr>
            <p:cNvPr id="7667" name="Google Shape;7667;p79"/>
            <p:cNvSpPr/>
            <p:nvPr/>
          </p:nvSpPr>
          <p:spPr>
            <a:xfrm>
              <a:off x="860625" y="2860821"/>
              <a:ext cx="166338" cy="79738"/>
            </a:xfrm>
            <a:custGeom>
              <a:rect b="b" l="l" r="r" t="t"/>
              <a:pathLst>
                <a:path extrusionOk="0" h="3044" w="6350">
                  <a:moveTo>
                    <a:pt x="6350" y="1"/>
                  </a:moveTo>
                  <a:lnTo>
                    <a:pt x="4962" y="117"/>
                  </a:lnTo>
                  <a:cubicBezTo>
                    <a:pt x="3146" y="268"/>
                    <a:pt x="1439" y="1056"/>
                    <a:pt x="151" y="2348"/>
                  </a:cubicBezTo>
                  <a:cubicBezTo>
                    <a:pt x="0" y="2499"/>
                    <a:pt x="93" y="2759"/>
                    <a:pt x="309" y="2780"/>
                  </a:cubicBezTo>
                  <a:lnTo>
                    <a:pt x="3307" y="3044"/>
                  </a:lnTo>
                  <a:lnTo>
                    <a:pt x="6350"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9"/>
            <p:cNvSpPr/>
            <p:nvPr/>
          </p:nvSpPr>
          <p:spPr>
            <a:xfrm>
              <a:off x="1034927" y="2948522"/>
              <a:ext cx="79659" cy="164269"/>
            </a:xfrm>
            <a:custGeom>
              <a:rect b="b" l="l" r="r" t="t"/>
              <a:pathLst>
                <a:path extrusionOk="0" h="6271" w="3041">
                  <a:moveTo>
                    <a:pt x="3041" y="1"/>
                  </a:moveTo>
                  <a:lnTo>
                    <a:pt x="1" y="3040"/>
                  </a:lnTo>
                  <a:lnTo>
                    <a:pt x="265" y="6039"/>
                  </a:lnTo>
                  <a:cubicBezTo>
                    <a:pt x="278" y="6182"/>
                    <a:pt x="396" y="6271"/>
                    <a:pt x="518" y="6271"/>
                  </a:cubicBezTo>
                  <a:cubicBezTo>
                    <a:pt x="581" y="6271"/>
                    <a:pt x="644" y="6247"/>
                    <a:pt x="697" y="6197"/>
                  </a:cubicBezTo>
                  <a:cubicBezTo>
                    <a:pt x="1985" y="4908"/>
                    <a:pt x="2777" y="3202"/>
                    <a:pt x="2927" y="1385"/>
                  </a:cubicBezTo>
                  <a:lnTo>
                    <a:pt x="3041"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9"/>
            <p:cNvSpPr/>
            <p:nvPr/>
          </p:nvSpPr>
          <p:spPr>
            <a:xfrm>
              <a:off x="860521" y="2864960"/>
              <a:ext cx="119868" cy="69679"/>
            </a:xfrm>
            <a:custGeom>
              <a:rect b="b" l="l" r="r" t="t"/>
              <a:pathLst>
                <a:path extrusionOk="0" h="2660" w="4576">
                  <a:moveTo>
                    <a:pt x="4575" y="1"/>
                  </a:moveTo>
                  <a:cubicBezTo>
                    <a:pt x="2903" y="227"/>
                    <a:pt x="1347" y="994"/>
                    <a:pt x="151" y="2190"/>
                  </a:cubicBezTo>
                  <a:cubicBezTo>
                    <a:pt x="1" y="2341"/>
                    <a:pt x="97" y="2601"/>
                    <a:pt x="309" y="2622"/>
                  </a:cubicBezTo>
                  <a:lnTo>
                    <a:pt x="755" y="2660"/>
                  </a:lnTo>
                  <a:cubicBezTo>
                    <a:pt x="611" y="2557"/>
                    <a:pt x="594" y="2348"/>
                    <a:pt x="717" y="2221"/>
                  </a:cubicBezTo>
                  <a:cubicBezTo>
                    <a:pt x="1786" y="1152"/>
                    <a:pt x="3116" y="388"/>
                    <a:pt x="4575"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9"/>
            <p:cNvSpPr/>
            <p:nvPr/>
          </p:nvSpPr>
          <p:spPr>
            <a:xfrm>
              <a:off x="1034848" y="3013512"/>
              <a:ext cx="23366" cy="99331"/>
            </a:xfrm>
            <a:custGeom>
              <a:rect b="b" l="l" r="r" t="t"/>
              <a:pathLst>
                <a:path extrusionOk="0" h="3792" w="892">
                  <a:moveTo>
                    <a:pt x="563" y="1"/>
                  </a:moveTo>
                  <a:lnTo>
                    <a:pt x="1" y="563"/>
                  </a:lnTo>
                  <a:lnTo>
                    <a:pt x="268" y="3561"/>
                  </a:lnTo>
                  <a:cubicBezTo>
                    <a:pt x="279" y="3702"/>
                    <a:pt x="397" y="3791"/>
                    <a:pt x="520" y="3791"/>
                  </a:cubicBezTo>
                  <a:cubicBezTo>
                    <a:pt x="583" y="3791"/>
                    <a:pt x="647" y="3768"/>
                    <a:pt x="700" y="3716"/>
                  </a:cubicBezTo>
                  <a:cubicBezTo>
                    <a:pt x="765" y="3650"/>
                    <a:pt x="826" y="3585"/>
                    <a:pt x="892" y="3517"/>
                  </a:cubicBezTo>
                  <a:cubicBezTo>
                    <a:pt x="878" y="3486"/>
                    <a:pt x="868" y="3455"/>
                    <a:pt x="864" y="3421"/>
                  </a:cubicBezTo>
                  <a:lnTo>
                    <a:pt x="56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9"/>
            <p:cNvSpPr/>
            <p:nvPr/>
          </p:nvSpPr>
          <p:spPr>
            <a:xfrm>
              <a:off x="929728" y="2748576"/>
              <a:ext cx="297994" cy="296423"/>
            </a:xfrm>
            <a:custGeom>
              <a:rect b="b" l="l" r="r" t="t"/>
              <a:pathLst>
                <a:path extrusionOk="0" h="11316" w="11376">
                  <a:moveTo>
                    <a:pt x="11147" y="1"/>
                  </a:moveTo>
                  <a:cubicBezTo>
                    <a:pt x="11128" y="1"/>
                    <a:pt x="11109" y="4"/>
                    <a:pt x="11090" y="9"/>
                  </a:cubicBezTo>
                  <a:lnTo>
                    <a:pt x="8688" y="712"/>
                  </a:lnTo>
                  <a:lnTo>
                    <a:pt x="6916" y="1229"/>
                  </a:lnTo>
                  <a:cubicBezTo>
                    <a:pt x="6772" y="1270"/>
                    <a:pt x="6638" y="1349"/>
                    <a:pt x="6532" y="1459"/>
                  </a:cubicBezTo>
                  <a:lnTo>
                    <a:pt x="83" y="7908"/>
                  </a:lnTo>
                  <a:cubicBezTo>
                    <a:pt x="1" y="7990"/>
                    <a:pt x="1" y="8124"/>
                    <a:pt x="83" y="8203"/>
                  </a:cubicBezTo>
                  <a:lnTo>
                    <a:pt x="1375" y="9495"/>
                  </a:lnTo>
                  <a:lnTo>
                    <a:pt x="1848" y="9971"/>
                  </a:lnTo>
                  <a:lnTo>
                    <a:pt x="3126" y="11249"/>
                  </a:lnTo>
                  <a:cubicBezTo>
                    <a:pt x="3171" y="11294"/>
                    <a:pt x="3229" y="11316"/>
                    <a:pt x="3287" y="11316"/>
                  </a:cubicBezTo>
                  <a:cubicBezTo>
                    <a:pt x="3345" y="11316"/>
                    <a:pt x="3404" y="11294"/>
                    <a:pt x="3448" y="11249"/>
                  </a:cubicBezTo>
                  <a:lnTo>
                    <a:pt x="7057" y="7634"/>
                  </a:lnTo>
                  <a:lnTo>
                    <a:pt x="9867" y="4831"/>
                  </a:lnTo>
                  <a:cubicBezTo>
                    <a:pt x="9986" y="4711"/>
                    <a:pt x="10076" y="4563"/>
                    <a:pt x="10124" y="4402"/>
                  </a:cubicBezTo>
                  <a:lnTo>
                    <a:pt x="11337" y="256"/>
                  </a:lnTo>
                  <a:cubicBezTo>
                    <a:pt x="11375" y="125"/>
                    <a:pt x="11274" y="1"/>
                    <a:pt x="1114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9"/>
            <p:cNvSpPr/>
            <p:nvPr/>
          </p:nvSpPr>
          <p:spPr>
            <a:xfrm>
              <a:off x="929728" y="2748576"/>
              <a:ext cx="297811" cy="221610"/>
            </a:xfrm>
            <a:custGeom>
              <a:rect b="b" l="l" r="r" t="t"/>
              <a:pathLst>
                <a:path extrusionOk="0" h="8460" w="11369">
                  <a:moveTo>
                    <a:pt x="11143" y="1"/>
                  </a:moveTo>
                  <a:cubicBezTo>
                    <a:pt x="11125" y="1"/>
                    <a:pt x="11106" y="3"/>
                    <a:pt x="11086" y="9"/>
                  </a:cubicBezTo>
                  <a:lnTo>
                    <a:pt x="6895" y="1233"/>
                  </a:lnTo>
                  <a:cubicBezTo>
                    <a:pt x="6765" y="1270"/>
                    <a:pt x="6642" y="1342"/>
                    <a:pt x="6546" y="1442"/>
                  </a:cubicBezTo>
                  <a:lnTo>
                    <a:pt x="83" y="7908"/>
                  </a:lnTo>
                  <a:cubicBezTo>
                    <a:pt x="1" y="7990"/>
                    <a:pt x="1" y="8120"/>
                    <a:pt x="83" y="8203"/>
                  </a:cubicBezTo>
                  <a:lnTo>
                    <a:pt x="340" y="8460"/>
                  </a:lnTo>
                  <a:lnTo>
                    <a:pt x="1070" y="7730"/>
                  </a:lnTo>
                  <a:lnTo>
                    <a:pt x="6875" y="1928"/>
                  </a:lnTo>
                  <a:cubicBezTo>
                    <a:pt x="6961" y="1839"/>
                    <a:pt x="7070" y="1774"/>
                    <a:pt x="7190" y="1736"/>
                  </a:cubicBezTo>
                  <a:lnTo>
                    <a:pt x="11248" y="551"/>
                  </a:lnTo>
                  <a:lnTo>
                    <a:pt x="11333" y="253"/>
                  </a:lnTo>
                  <a:lnTo>
                    <a:pt x="11333" y="249"/>
                  </a:lnTo>
                  <a:cubicBezTo>
                    <a:pt x="11369" y="121"/>
                    <a:pt x="11267" y="1"/>
                    <a:pt x="11143"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9"/>
            <p:cNvSpPr/>
            <p:nvPr/>
          </p:nvSpPr>
          <p:spPr>
            <a:xfrm>
              <a:off x="1079904" y="2833185"/>
              <a:ext cx="62318" cy="62318"/>
            </a:xfrm>
            <a:custGeom>
              <a:rect b="b" l="l" r="r" t="t"/>
              <a:pathLst>
                <a:path extrusionOk="0" h="2379" w="2379">
                  <a:moveTo>
                    <a:pt x="1190" y="0"/>
                  </a:moveTo>
                  <a:cubicBezTo>
                    <a:pt x="532" y="0"/>
                    <a:pt x="1" y="535"/>
                    <a:pt x="1" y="1190"/>
                  </a:cubicBezTo>
                  <a:cubicBezTo>
                    <a:pt x="1" y="1848"/>
                    <a:pt x="532" y="2379"/>
                    <a:pt x="1190" y="2379"/>
                  </a:cubicBezTo>
                  <a:cubicBezTo>
                    <a:pt x="1848" y="2379"/>
                    <a:pt x="2379" y="1848"/>
                    <a:pt x="2379" y="1190"/>
                  </a:cubicBezTo>
                  <a:cubicBezTo>
                    <a:pt x="2379" y="535"/>
                    <a:pt x="1848" y="0"/>
                    <a:pt x="1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9"/>
            <p:cNvSpPr/>
            <p:nvPr/>
          </p:nvSpPr>
          <p:spPr>
            <a:xfrm>
              <a:off x="1080008" y="2833212"/>
              <a:ext cx="38428" cy="62344"/>
            </a:xfrm>
            <a:custGeom>
              <a:rect b="b" l="l" r="r" t="t"/>
              <a:pathLst>
                <a:path extrusionOk="0" h="2380" w="1467">
                  <a:moveTo>
                    <a:pt x="1188" y="1"/>
                  </a:moveTo>
                  <a:cubicBezTo>
                    <a:pt x="550" y="1"/>
                    <a:pt x="0" y="517"/>
                    <a:pt x="0" y="1189"/>
                  </a:cubicBezTo>
                  <a:cubicBezTo>
                    <a:pt x="0" y="1860"/>
                    <a:pt x="551" y="2380"/>
                    <a:pt x="1189" y="2380"/>
                  </a:cubicBezTo>
                  <a:cubicBezTo>
                    <a:pt x="1281" y="2380"/>
                    <a:pt x="1374" y="2369"/>
                    <a:pt x="1467" y="2347"/>
                  </a:cubicBezTo>
                  <a:cubicBezTo>
                    <a:pt x="569" y="2131"/>
                    <a:pt x="247" y="1007"/>
                    <a:pt x="905" y="349"/>
                  </a:cubicBezTo>
                  <a:cubicBezTo>
                    <a:pt x="1059" y="191"/>
                    <a:pt x="1254" y="85"/>
                    <a:pt x="1467" y="34"/>
                  </a:cubicBezTo>
                  <a:cubicBezTo>
                    <a:pt x="1373" y="11"/>
                    <a:pt x="1280" y="1"/>
                    <a:pt x="118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9"/>
            <p:cNvSpPr/>
            <p:nvPr/>
          </p:nvSpPr>
          <p:spPr>
            <a:xfrm>
              <a:off x="921843" y="2973040"/>
              <a:ext cx="80628" cy="79764"/>
            </a:xfrm>
            <a:custGeom>
              <a:rect b="b" l="l" r="r" t="t"/>
              <a:pathLst>
                <a:path extrusionOk="0" h="3045" w="3078">
                  <a:moveTo>
                    <a:pt x="795" y="0"/>
                  </a:moveTo>
                  <a:lnTo>
                    <a:pt x="124" y="675"/>
                  </a:lnTo>
                  <a:cubicBezTo>
                    <a:pt x="0" y="795"/>
                    <a:pt x="0" y="994"/>
                    <a:pt x="124" y="1118"/>
                  </a:cubicBezTo>
                  <a:lnTo>
                    <a:pt x="1042" y="2036"/>
                  </a:lnTo>
                  <a:lnTo>
                    <a:pt x="1960" y="2954"/>
                  </a:lnTo>
                  <a:cubicBezTo>
                    <a:pt x="2020" y="3014"/>
                    <a:pt x="2100" y="3044"/>
                    <a:pt x="2180" y="3044"/>
                  </a:cubicBezTo>
                  <a:cubicBezTo>
                    <a:pt x="2260" y="3044"/>
                    <a:pt x="2341" y="3014"/>
                    <a:pt x="2402" y="2954"/>
                  </a:cubicBezTo>
                  <a:lnTo>
                    <a:pt x="3077" y="2279"/>
                  </a:lnTo>
                  <a:lnTo>
                    <a:pt x="2176" y="1381"/>
                  </a:lnTo>
                  <a:lnTo>
                    <a:pt x="1696" y="898"/>
                  </a:lnTo>
                  <a:lnTo>
                    <a:pt x="7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9"/>
            <p:cNvSpPr/>
            <p:nvPr/>
          </p:nvSpPr>
          <p:spPr>
            <a:xfrm>
              <a:off x="921843" y="2973040"/>
              <a:ext cx="31251" cy="34839"/>
            </a:xfrm>
            <a:custGeom>
              <a:rect b="b" l="l" r="r" t="t"/>
              <a:pathLst>
                <a:path extrusionOk="0" h="1330" w="1193">
                  <a:moveTo>
                    <a:pt x="795" y="0"/>
                  </a:moveTo>
                  <a:lnTo>
                    <a:pt x="124" y="675"/>
                  </a:lnTo>
                  <a:cubicBezTo>
                    <a:pt x="0" y="795"/>
                    <a:pt x="0" y="994"/>
                    <a:pt x="124" y="1118"/>
                  </a:cubicBezTo>
                  <a:lnTo>
                    <a:pt x="333" y="1330"/>
                  </a:lnTo>
                  <a:cubicBezTo>
                    <a:pt x="350" y="1265"/>
                    <a:pt x="384" y="1207"/>
                    <a:pt x="429" y="1162"/>
                  </a:cubicBezTo>
                  <a:lnTo>
                    <a:pt x="1193" y="398"/>
                  </a:lnTo>
                  <a:lnTo>
                    <a:pt x="795"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9"/>
            <p:cNvSpPr/>
            <p:nvPr/>
          </p:nvSpPr>
          <p:spPr>
            <a:xfrm>
              <a:off x="929728" y="2940454"/>
              <a:ext cx="105225" cy="104544"/>
            </a:xfrm>
            <a:custGeom>
              <a:rect b="b" l="l" r="r" t="t"/>
              <a:pathLst>
                <a:path extrusionOk="0" h="3991" w="4017">
                  <a:moveTo>
                    <a:pt x="666" y="0"/>
                  </a:moveTo>
                  <a:lnTo>
                    <a:pt x="83" y="583"/>
                  </a:lnTo>
                  <a:cubicBezTo>
                    <a:pt x="1" y="665"/>
                    <a:pt x="1" y="799"/>
                    <a:pt x="83" y="881"/>
                  </a:cubicBezTo>
                  <a:lnTo>
                    <a:pt x="1375" y="2173"/>
                  </a:lnTo>
                  <a:lnTo>
                    <a:pt x="1848" y="2646"/>
                  </a:lnTo>
                  <a:lnTo>
                    <a:pt x="3126" y="3924"/>
                  </a:lnTo>
                  <a:cubicBezTo>
                    <a:pt x="3171" y="3969"/>
                    <a:pt x="3229" y="3991"/>
                    <a:pt x="3287" y="3991"/>
                  </a:cubicBezTo>
                  <a:cubicBezTo>
                    <a:pt x="3345" y="3991"/>
                    <a:pt x="3404" y="3969"/>
                    <a:pt x="3448" y="3924"/>
                  </a:cubicBezTo>
                  <a:lnTo>
                    <a:pt x="4017" y="3355"/>
                  </a:lnTo>
                  <a:lnTo>
                    <a:pt x="2578" y="1916"/>
                  </a:lnTo>
                  <a:lnTo>
                    <a:pt x="2105" y="1440"/>
                  </a:lnTo>
                  <a:lnTo>
                    <a:pt x="66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9"/>
            <p:cNvSpPr/>
            <p:nvPr/>
          </p:nvSpPr>
          <p:spPr>
            <a:xfrm>
              <a:off x="929728" y="2940532"/>
              <a:ext cx="28029" cy="29758"/>
            </a:xfrm>
            <a:custGeom>
              <a:rect b="b" l="l" r="r" t="t"/>
              <a:pathLst>
                <a:path extrusionOk="0" h="1136" w="1070">
                  <a:moveTo>
                    <a:pt x="666" y="1"/>
                  </a:moveTo>
                  <a:lnTo>
                    <a:pt x="83" y="583"/>
                  </a:lnTo>
                  <a:cubicBezTo>
                    <a:pt x="1" y="662"/>
                    <a:pt x="1" y="796"/>
                    <a:pt x="83" y="878"/>
                  </a:cubicBezTo>
                  <a:lnTo>
                    <a:pt x="340" y="1135"/>
                  </a:lnTo>
                  <a:lnTo>
                    <a:pt x="1070" y="402"/>
                  </a:lnTo>
                  <a:lnTo>
                    <a:pt x="666"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9"/>
            <p:cNvSpPr/>
            <p:nvPr/>
          </p:nvSpPr>
          <p:spPr>
            <a:xfrm>
              <a:off x="1157284" y="2748602"/>
              <a:ext cx="70281" cy="69522"/>
            </a:xfrm>
            <a:custGeom>
              <a:rect b="b" l="l" r="r" t="t"/>
              <a:pathLst>
                <a:path extrusionOk="0" h="2654" w="2683">
                  <a:moveTo>
                    <a:pt x="2456" y="1"/>
                  </a:moveTo>
                  <a:cubicBezTo>
                    <a:pt x="2439" y="1"/>
                    <a:pt x="2421" y="3"/>
                    <a:pt x="2403" y="8"/>
                  </a:cubicBezTo>
                  <a:lnTo>
                    <a:pt x="1" y="711"/>
                  </a:lnTo>
                  <a:lnTo>
                    <a:pt x="1947" y="2654"/>
                  </a:lnTo>
                  <a:lnTo>
                    <a:pt x="2646" y="255"/>
                  </a:lnTo>
                  <a:cubicBezTo>
                    <a:pt x="2682" y="123"/>
                    <a:pt x="2581" y="1"/>
                    <a:pt x="2456"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9"/>
            <p:cNvSpPr/>
            <p:nvPr/>
          </p:nvSpPr>
          <p:spPr>
            <a:xfrm>
              <a:off x="1157284" y="2748602"/>
              <a:ext cx="70281" cy="30570"/>
            </a:xfrm>
            <a:custGeom>
              <a:rect b="b" l="l" r="r" t="t"/>
              <a:pathLst>
                <a:path extrusionOk="0" h="1167" w="2683">
                  <a:moveTo>
                    <a:pt x="2456" y="1"/>
                  </a:moveTo>
                  <a:cubicBezTo>
                    <a:pt x="2439" y="1"/>
                    <a:pt x="2421" y="3"/>
                    <a:pt x="2403" y="8"/>
                  </a:cubicBezTo>
                  <a:lnTo>
                    <a:pt x="1615" y="238"/>
                  </a:lnTo>
                  <a:lnTo>
                    <a:pt x="1" y="711"/>
                  </a:lnTo>
                  <a:lnTo>
                    <a:pt x="456" y="1167"/>
                  </a:lnTo>
                  <a:lnTo>
                    <a:pt x="2561" y="553"/>
                  </a:lnTo>
                  <a:lnTo>
                    <a:pt x="2646" y="255"/>
                  </a:lnTo>
                  <a:cubicBezTo>
                    <a:pt x="2682" y="123"/>
                    <a:pt x="2581" y="1"/>
                    <a:pt x="2456"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9"/>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9"/>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9"/>
            <p:cNvSpPr/>
            <p:nvPr/>
          </p:nvSpPr>
          <p:spPr>
            <a:xfrm>
              <a:off x="945183" y="2901947"/>
              <a:ext cx="127124" cy="127491"/>
            </a:xfrm>
            <a:custGeom>
              <a:rect b="b" l="l" r="r" t="t"/>
              <a:pathLst>
                <a:path extrusionOk="0" h="4867" w="4853">
                  <a:moveTo>
                    <a:pt x="4559" y="0"/>
                  </a:moveTo>
                  <a:cubicBezTo>
                    <a:pt x="4477" y="0"/>
                    <a:pt x="4395" y="31"/>
                    <a:pt x="4332" y="93"/>
                  </a:cubicBezTo>
                  <a:lnTo>
                    <a:pt x="127" y="4298"/>
                  </a:lnTo>
                  <a:cubicBezTo>
                    <a:pt x="0" y="4424"/>
                    <a:pt x="0" y="4627"/>
                    <a:pt x="127" y="4753"/>
                  </a:cubicBezTo>
                  <a:lnTo>
                    <a:pt x="148" y="4774"/>
                  </a:lnTo>
                  <a:cubicBezTo>
                    <a:pt x="206" y="4832"/>
                    <a:pt x="285" y="4863"/>
                    <a:pt x="367" y="4866"/>
                  </a:cubicBezTo>
                  <a:cubicBezTo>
                    <a:pt x="288" y="4740"/>
                    <a:pt x="309" y="4575"/>
                    <a:pt x="415" y="4469"/>
                  </a:cubicBezTo>
                  <a:lnTo>
                    <a:pt x="4619" y="268"/>
                  </a:lnTo>
                  <a:cubicBezTo>
                    <a:pt x="4681" y="206"/>
                    <a:pt x="4763" y="172"/>
                    <a:pt x="4853" y="172"/>
                  </a:cubicBezTo>
                  <a:cubicBezTo>
                    <a:pt x="4839" y="151"/>
                    <a:pt x="4822" y="134"/>
                    <a:pt x="4805" y="113"/>
                  </a:cubicBezTo>
                  <a:lnTo>
                    <a:pt x="4784" y="93"/>
                  </a:lnTo>
                  <a:cubicBezTo>
                    <a:pt x="4722" y="31"/>
                    <a:pt x="4641" y="0"/>
                    <a:pt x="455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9"/>
            <p:cNvSpPr/>
            <p:nvPr/>
          </p:nvSpPr>
          <p:spPr>
            <a:xfrm>
              <a:off x="881922" y="3011102"/>
              <a:ext cx="32665" cy="29836"/>
            </a:xfrm>
            <a:custGeom>
              <a:rect b="b" l="l" r="r" t="t"/>
              <a:pathLst>
                <a:path extrusionOk="0" h="1139" w="1247">
                  <a:moveTo>
                    <a:pt x="1015" y="0"/>
                  </a:moveTo>
                  <a:cubicBezTo>
                    <a:pt x="961" y="0"/>
                    <a:pt x="907" y="21"/>
                    <a:pt x="866" y="62"/>
                  </a:cubicBezTo>
                  <a:lnTo>
                    <a:pt x="153" y="775"/>
                  </a:lnTo>
                  <a:cubicBezTo>
                    <a:pt x="1" y="927"/>
                    <a:pt x="141" y="1138"/>
                    <a:pt x="304" y="1138"/>
                  </a:cubicBezTo>
                  <a:cubicBezTo>
                    <a:pt x="354" y="1138"/>
                    <a:pt x="405" y="1119"/>
                    <a:pt x="452" y="1073"/>
                  </a:cubicBezTo>
                  <a:lnTo>
                    <a:pt x="1164" y="360"/>
                  </a:lnTo>
                  <a:cubicBezTo>
                    <a:pt x="1247" y="278"/>
                    <a:pt x="1247" y="144"/>
                    <a:pt x="1164" y="62"/>
                  </a:cubicBezTo>
                  <a:cubicBezTo>
                    <a:pt x="1123" y="21"/>
                    <a:pt x="1069"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9"/>
            <p:cNvSpPr/>
            <p:nvPr/>
          </p:nvSpPr>
          <p:spPr>
            <a:xfrm>
              <a:off x="900154" y="3029334"/>
              <a:ext cx="32560" cy="29731"/>
            </a:xfrm>
            <a:custGeom>
              <a:rect b="b" l="l" r="r" t="t"/>
              <a:pathLst>
                <a:path extrusionOk="0" h="1135" w="1243">
                  <a:moveTo>
                    <a:pt x="1015" y="0"/>
                  </a:moveTo>
                  <a:cubicBezTo>
                    <a:pt x="961" y="0"/>
                    <a:pt x="907" y="21"/>
                    <a:pt x="866" y="62"/>
                  </a:cubicBezTo>
                  <a:lnTo>
                    <a:pt x="153" y="774"/>
                  </a:lnTo>
                  <a:cubicBezTo>
                    <a:pt x="1" y="924"/>
                    <a:pt x="141" y="1135"/>
                    <a:pt x="302" y="1135"/>
                  </a:cubicBezTo>
                  <a:cubicBezTo>
                    <a:pt x="351" y="1135"/>
                    <a:pt x="402" y="1115"/>
                    <a:pt x="448" y="1069"/>
                  </a:cubicBezTo>
                  <a:lnTo>
                    <a:pt x="1161" y="356"/>
                  </a:lnTo>
                  <a:cubicBezTo>
                    <a:pt x="1243" y="274"/>
                    <a:pt x="1243" y="141"/>
                    <a:pt x="1161" y="62"/>
                  </a:cubicBezTo>
                  <a:cubicBezTo>
                    <a:pt x="1121" y="21"/>
                    <a:pt x="1068"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9"/>
            <p:cNvSpPr/>
            <p:nvPr/>
          </p:nvSpPr>
          <p:spPr>
            <a:xfrm>
              <a:off x="936512" y="3065561"/>
              <a:ext cx="34420" cy="29915"/>
            </a:xfrm>
            <a:custGeom>
              <a:rect b="b" l="l" r="r" t="t"/>
              <a:pathLst>
                <a:path extrusionOk="0" h="1142" w="1314">
                  <a:moveTo>
                    <a:pt x="1013" y="1"/>
                  </a:moveTo>
                  <a:cubicBezTo>
                    <a:pt x="963" y="1"/>
                    <a:pt x="912" y="20"/>
                    <a:pt x="866" y="67"/>
                  </a:cubicBezTo>
                  <a:lnTo>
                    <a:pt x="153" y="779"/>
                  </a:lnTo>
                  <a:cubicBezTo>
                    <a:pt x="0" y="932"/>
                    <a:pt x="141" y="1142"/>
                    <a:pt x="303" y="1142"/>
                  </a:cubicBezTo>
                  <a:cubicBezTo>
                    <a:pt x="352" y="1142"/>
                    <a:pt x="403" y="1123"/>
                    <a:pt x="448" y="1077"/>
                  </a:cubicBezTo>
                  <a:lnTo>
                    <a:pt x="1164" y="361"/>
                  </a:lnTo>
                  <a:cubicBezTo>
                    <a:pt x="1314" y="211"/>
                    <a:pt x="1175" y="1"/>
                    <a:pt x="101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9"/>
            <p:cNvSpPr/>
            <p:nvPr/>
          </p:nvSpPr>
          <p:spPr>
            <a:xfrm>
              <a:off x="918359" y="3047460"/>
              <a:ext cx="32587" cy="29836"/>
            </a:xfrm>
            <a:custGeom>
              <a:rect b="b" l="l" r="r" t="t"/>
              <a:pathLst>
                <a:path extrusionOk="0" h="1139" w="1244">
                  <a:moveTo>
                    <a:pt x="1012" y="0"/>
                  </a:moveTo>
                  <a:cubicBezTo>
                    <a:pt x="958" y="0"/>
                    <a:pt x="904" y="21"/>
                    <a:pt x="863" y="62"/>
                  </a:cubicBezTo>
                  <a:lnTo>
                    <a:pt x="150" y="775"/>
                  </a:lnTo>
                  <a:cubicBezTo>
                    <a:pt x="0" y="927"/>
                    <a:pt x="139" y="1138"/>
                    <a:pt x="302" y="1138"/>
                  </a:cubicBezTo>
                  <a:cubicBezTo>
                    <a:pt x="351" y="1138"/>
                    <a:pt x="402" y="1119"/>
                    <a:pt x="448" y="1073"/>
                  </a:cubicBezTo>
                  <a:lnTo>
                    <a:pt x="1161" y="360"/>
                  </a:lnTo>
                  <a:cubicBezTo>
                    <a:pt x="1243" y="278"/>
                    <a:pt x="1243" y="144"/>
                    <a:pt x="1161" y="62"/>
                  </a:cubicBezTo>
                  <a:cubicBezTo>
                    <a:pt x="1120" y="21"/>
                    <a:pt x="1066" y="0"/>
                    <a:pt x="101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9"/>
            <p:cNvSpPr/>
            <p:nvPr/>
          </p:nvSpPr>
          <p:spPr>
            <a:xfrm>
              <a:off x="853526" y="2742734"/>
              <a:ext cx="380535" cy="375270"/>
            </a:xfrm>
            <a:custGeom>
              <a:rect b="b" l="l" r="r" t="t"/>
              <a:pathLst>
                <a:path extrusionOk="0" h="14326" w="14527">
                  <a:moveTo>
                    <a:pt x="14043" y="428"/>
                  </a:moveTo>
                  <a:lnTo>
                    <a:pt x="13447" y="2463"/>
                  </a:lnTo>
                  <a:lnTo>
                    <a:pt x="12004" y="1024"/>
                  </a:lnTo>
                  <a:lnTo>
                    <a:pt x="14043" y="428"/>
                  </a:lnTo>
                  <a:close/>
                  <a:moveTo>
                    <a:pt x="6069" y="4749"/>
                  </a:moveTo>
                  <a:lnTo>
                    <a:pt x="3503" y="7319"/>
                  </a:lnTo>
                  <a:lnTo>
                    <a:pt x="604" y="7065"/>
                  </a:lnTo>
                  <a:cubicBezTo>
                    <a:pt x="562" y="7062"/>
                    <a:pt x="549" y="7017"/>
                    <a:pt x="576" y="6990"/>
                  </a:cubicBezTo>
                  <a:cubicBezTo>
                    <a:pt x="1830" y="5736"/>
                    <a:pt x="3485" y="4968"/>
                    <a:pt x="5254" y="4817"/>
                  </a:cubicBezTo>
                  <a:lnTo>
                    <a:pt x="6069" y="4749"/>
                  </a:lnTo>
                  <a:close/>
                  <a:moveTo>
                    <a:pt x="3581" y="7833"/>
                  </a:moveTo>
                  <a:lnTo>
                    <a:pt x="4723" y="8974"/>
                  </a:lnTo>
                  <a:lnTo>
                    <a:pt x="4291" y="9406"/>
                  </a:lnTo>
                  <a:lnTo>
                    <a:pt x="3146" y="8265"/>
                  </a:lnTo>
                  <a:lnTo>
                    <a:pt x="3581" y="7833"/>
                  </a:lnTo>
                  <a:close/>
                  <a:moveTo>
                    <a:pt x="3400" y="9115"/>
                  </a:moveTo>
                  <a:lnTo>
                    <a:pt x="3993" y="9704"/>
                  </a:lnTo>
                  <a:lnTo>
                    <a:pt x="3485" y="10215"/>
                  </a:lnTo>
                  <a:cubicBezTo>
                    <a:pt x="3458" y="10239"/>
                    <a:pt x="3437" y="10269"/>
                    <a:pt x="3417" y="10300"/>
                  </a:cubicBezTo>
                  <a:lnTo>
                    <a:pt x="2886" y="9772"/>
                  </a:lnTo>
                  <a:cubicBezTo>
                    <a:pt x="2848" y="9731"/>
                    <a:pt x="2848" y="9670"/>
                    <a:pt x="2886" y="9632"/>
                  </a:cubicBezTo>
                  <a:lnTo>
                    <a:pt x="3400" y="9115"/>
                  </a:lnTo>
                  <a:close/>
                  <a:moveTo>
                    <a:pt x="11545" y="1158"/>
                  </a:moveTo>
                  <a:lnTo>
                    <a:pt x="13314" y="2922"/>
                  </a:lnTo>
                  <a:lnTo>
                    <a:pt x="12782" y="4745"/>
                  </a:lnTo>
                  <a:lnTo>
                    <a:pt x="6933" y="10591"/>
                  </a:lnTo>
                  <a:lnTo>
                    <a:pt x="5792" y="9447"/>
                  </a:lnTo>
                  <a:lnTo>
                    <a:pt x="8458" y="6781"/>
                  </a:lnTo>
                  <a:cubicBezTo>
                    <a:pt x="8650" y="6589"/>
                    <a:pt x="8687" y="6260"/>
                    <a:pt x="8437" y="6010"/>
                  </a:cubicBezTo>
                  <a:cubicBezTo>
                    <a:pt x="8334" y="5907"/>
                    <a:pt x="8199" y="5856"/>
                    <a:pt x="8063" y="5856"/>
                  </a:cubicBezTo>
                  <a:cubicBezTo>
                    <a:pt x="7927" y="5856"/>
                    <a:pt x="7791" y="5907"/>
                    <a:pt x="7687" y="6010"/>
                  </a:cubicBezTo>
                  <a:lnTo>
                    <a:pt x="5021" y="8676"/>
                  </a:lnTo>
                  <a:lnTo>
                    <a:pt x="3876" y="7535"/>
                  </a:lnTo>
                  <a:lnTo>
                    <a:pt x="9722" y="1689"/>
                  </a:lnTo>
                  <a:lnTo>
                    <a:pt x="11545" y="1158"/>
                  </a:lnTo>
                  <a:close/>
                  <a:moveTo>
                    <a:pt x="8062" y="6278"/>
                  </a:moveTo>
                  <a:cubicBezTo>
                    <a:pt x="8158" y="6278"/>
                    <a:pt x="8242" y="6404"/>
                    <a:pt x="8153" y="6493"/>
                  </a:cubicBezTo>
                  <a:lnTo>
                    <a:pt x="5346" y="9300"/>
                  </a:lnTo>
                  <a:lnTo>
                    <a:pt x="3969" y="10677"/>
                  </a:lnTo>
                  <a:cubicBezTo>
                    <a:pt x="3941" y="10705"/>
                    <a:pt x="3909" y="10717"/>
                    <a:pt x="3880" y="10717"/>
                  </a:cubicBezTo>
                  <a:cubicBezTo>
                    <a:pt x="3783" y="10717"/>
                    <a:pt x="3701" y="10592"/>
                    <a:pt x="3790" y="10502"/>
                  </a:cubicBezTo>
                  <a:lnTo>
                    <a:pt x="7975" y="6318"/>
                  </a:lnTo>
                  <a:cubicBezTo>
                    <a:pt x="8002" y="6290"/>
                    <a:pt x="8033" y="6278"/>
                    <a:pt x="8062" y="6278"/>
                  </a:cubicBezTo>
                  <a:close/>
                  <a:moveTo>
                    <a:pt x="5497" y="9745"/>
                  </a:moveTo>
                  <a:lnTo>
                    <a:pt x="6638" y="10890"/>
                  </a:lnTo>
                  <a:lnTo>
                    <a:pt x="6220" y="11308"/>
                  </a:lnTo>
                  <a:cubicBezTo>
                    <a:pt x="6215" y="11311"/>
                    <a:pt x="6210" y="11313"/>
                    <a:pt x="6205" y="11313"/>
                  </a:cubicBezTo>
                  <a:cubicBezTo>
                    <a:pt x="6200" y="11313"/>
                    <a:pt x="6196" y="11311"/>
                    <a:pt x="6193" y="11308"/>
                  </a:cubicBezTo>
                  <a:lnTo>
                    <a:pt x="5062" y="10180"/>
                  </a:lnTo>
                  <a:lnTo>
                    <a:pt x="5497" y="9745"/>
                  </a:lnTo>
                  <a:close/>
                  <a:moveTo>
                    <a:pt x="4764" y="10475"/>
                  </a:moveTo>
                  <a:lnTo>
                    <a:pt x="5357" y="11068"/>
                  </a:lnTo>
                  <a:lnTo>
                    <a:pt x="4839" y="11585"/>
                  </a:lnTo>
                  <a:cubicBezTo>
                    <a:pt x="4820" y="11604"/>
                    <a:pt x="4795" y="11614"/>
                    <a:pt x="4770" y="11614"/>
                  </a:cubicBezTo>
                  <a:cubicBezTo>
                    <a:pt x="4745" y="11614"/>
                    <a:pt x="4719" y="11604"/>
                    <a:pt x="4699" y="11585"/>
                  </a:cubicBezTo>
                  <a:lnTo>
                    <a:pt x="4171" y="11054"/>
                  </a:lnTo>
                  <a:cubicBezTo>
                    <a:pt x="4202" y="11034"/>
                    <a:pt x="4229" y="11010"/>
                    <a:pt x="4257" y="10986"/>
                  </a:cubicBezTo>
                  <a:lnTo>
                    <a:pt x="4764" y="10475"/>
                  </a:lnTo>
                  <a:close/>
                  <a:moveTo>
                    <a:pt x="14056" y="1"/>
                  </a:moveTo>
                  <a:cubicBezTo>
                    <a:pt x="14019" y="1"/>
                    <a:pt x="13982" y="6"/>
                    <a:pt x="13944" y="16"/>
                  </a:cubicBezTo>
                  <a:lnTo>
                    <a:pt x="9554" y="1301"/>
                  </a:lnTo>
                  <a:cubicBezTo>
                    <a:pt x="9520" y="1312"/>
                    <a:pt x="9489" y="1332"/>
                    <a:pt x="9465" y="1356"/>
                  </a:cubicBezTo>
                  <a:lnTo>
                    <a:pt x="6528" y="4290"/>
                  </a:lnTo>
                  <a:lnTo>
                    <a:pt x="5219" y="4403"/>
                  </a:lnTo>
                  <a:cubicBezTo>
                    <a:pt x="3352" y="4557"/>
                    <a:pt x="1604" y="5369"/>
                    <a:pt x="278" y="6692"/>
                  </a:cubicBezTo>
                  <a:cubicBezTo>
                    <a:pt x="0" y="6973"/>
                    <a:pt x="172" y="7446"/>
                    <a:pt x="566" y="7480"/>
                  </a:cubicBezTo>
                  <a:lnTo>
                    <a:pt x="3112" y="7706"/>
                  </a:lnTo>
                  <a:lnTo>
                    <a:pt x="2852" y="7970"/>
                  </a:lnTo>
                  <a:cubicBezTo>
                    <a:pt x="2687" y="8131"/>
                    <a:pt x="2687" y="8398"/>
                    <a:pt x="2852" y="8563"/>
                  </a:cubicBezTo>
                  <a:lnTo>
                    <a:pt x="3109" y="8820"/>
                  </a:lnTo>
                  <a:lnTo>
                    <a:pt x="2588" y="9334"/>
                  </a:lnTo>
                  <a:cubicBezTo>
                    <a:pt x="2382" y="9536"/>
                    <a:pt x="2382" y="9865"/>
                    <a:pt x="2588" y="10067"/>
                  </a:cubicBezTo>
                  <a:lnTo>
                    <a:pt x="4400" y="11880"/>
                  </a:lnTo>
                  <a:cubicBezTo>
                    <a:pt x="4502" y="11981"/>
                    <a:pt x="4634" y="12032"/>
                    <a:pt x="4767" y="12032"/>
                  </a:cubicBezTo>
                  <a:cubicBezTo>
                    <a:pt x="4900" y="12032"/>
                    <a:pt x="5033" y="11981"/>
                    <a:pt x="5134" y="11880"/>
                  </a:cubicBezTo>
                  <a:lnTo>
                    <a:pt x="5651" y="11366"/>
                  </a:lnTo>
                  <a:lnTo>
                    <a:pt x="5891" y="11606"/>
                  </a:lnTo>
                  <a:cubicBezTo>
                    <a:pt x="5977" y="11691"/>
                    <a:pt x="6089" y="11734"/>
                    <a:pt x="6201" y="11734"/>
                  </a:cubicBezTo>
                  <a:cubicBezTo>
                    <a:pt x="6313" y="11734"/>
                    <a:pt x="6426" y="11691"/>
                    <a:pt x="6511" y="11606"/>
                  </a:cubicBezTo>
                  <a:lnTo>
                    <a:pt x="6761" y="11356"/>
                  </a:lnTo>
                  <a:lnTo>
                    <a:pt x="6984" y="13902"/>
                  </a:lnTo>
                  <a:cubicBezTo>
                    <a:pt x="7007" y="14163"/>
                    <a:pt x="7223" y="14326"/>
                    <a:pt x="7448" y="14326"/>
                  </a:cubicBezTo>
                  <a:cubicBezTo>
                    <a:pt x="7562" y="14326"/>
                    <a:pt x="7679" y="14283"/>
                    <a:pt x="7772" y="14190"/>
                  </a:cubicBezTo>
                  <a:cubicBezTo>
                    <a:pt x="8585" y="13384"/>
                    <a:pt x="9208" y="12408"/>
                    <a:pt x="9602" y="11335"/>
                  </a:cubicBezTo>
                  <a:cubicBezTo>
                    <a:pt x="9667" y="11169"/>
                    <a:pt x="9533" y="11048"/>
                    <a:pt x="9400" y="11048"/>
                  </a:cubicBezTo>
                  <a:cubicBezTo>
                    <a:pt x="9322" y="11048"/>
                    <a:pt x="9244" y="11091"/>
                    <a:pt x="9208" y="11191"/>
                  </a:cubicBezTo>
                  <a:cubicBezTo>
                    <a:pt x="8835" y="12205"/>
                    <a:pt x="8245" y="13127"/>
                    <a:pt x="7478" y="13895"/>
                  </a:cubicBezTo>
                  <a:cubicBezTo>
                    <a:pt x="7469" y="13903"/>
                    <a:pt x="7458" y="13906"/>
                    <a:pt x="7448" y="13906"/>
                  </a:cubicBezTo>
                  <a:cubicBezTo>
                    <a:pt x="7426" y="13906"/>
                    <a:pt x="7405" y="13891"/>
                    <a:pt x="7402" y="13867"/>
                  </a:cubicBezTo>
                  <a:lnTo>
                    <a:pt x="7149" y="10968"/>
                  </a:lnTo>
                  <a:lnTo>
                    <a:pt x="9719" y="8398"/>
                  </a:lnTo>
                  <a:lnTo>
                    <a:pt x="9719" y="8398"/>
                  </a:lnTo>
                  <a:cubicBezTo>
                    <a:pt x="9633" y="9437"/>
                    <a:pt x="9613" y="9707"/>
                    <a:pt x="9493" y="10235"/>
                  </a:cubicBezTo>
                  <a:cubicBezTo>
                    <a:pt x="9469" y="10348"/>
                    <a:pt x="9537" y="10461"/>
                    <a:pt x="9650" y="10485"/>
                  </a:cubicBezTo>
                  <a:cubicBezTo>
                    <a:pt x="9667" y="10489"/>
                    <a:pt x="9683" y="10491"/>
                    <a:pt x="9699" y="10491"/>
                  </a:cubicBezTo>
                  <a:cubicBezTo>
                    <a:pt x="9794" y="10491"/>
                    <a:pt x="9880" y="10424"/>
                    <a:pt x="9904" y="10328"/>
                  </a:cubicBezTo>
                  <a:cubicBezTo>
                    <a:pt x="10048" y="9687"/>
                    <a:pt x="10058" y="9378"/>
                    <a:pt x="10178" y="7939"/>
                  </a:cubicBezTo>
                  <a:lnTo>
                    <a:pt x="13115" y="5002"/>
                  </a:lnTo>
                  <a:cubicBezTo>
                    <a:pt x="13139" y="4978"/>
                    <a:pt x="13156" y="4948"/>
                    <a:pt x="13166" y="4917"/>
                  </a:cubicBezTo>
                  <a:lnTo>
                    <a:pt x="13749" y="2922"/>
                  </a:lnTo>
                  <a:lnTo>
                    <a:pt x="14451" y="524"/>
                  </a:lnTo>
                  <a:cubicBezTo>
                    <a:pt x="14526" y="253"/>
                    <a:pt x="14317" y="1"/>
                    <a:pt x="1405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9"/>
            <p:cNvSpPr/>
            <p:nvPr/>
          </p:nvSpPr>
          <p:spPr>
            <a:xfrm>
              <a:off x="1071836" y="2830173"/>
              <a:ext cx="88356" cy="70543"/>
            </a:xfrm>
            <a:custGeom>
              <a:rect b="b" l="l" r="r" t="t"/>
              <a:pathLst>
                <a:path extrusionOk="0" h="2693" w="3373">
                  <a:moveTo>
                    <a:pt x="1012" y="1"/>
                  </a:moveTo>
                  <a:cubicBezTo>
                    <a:pt x="987" y="1"/>
                    <a:pt x="960" y="6"/>
                    <a:pt x="932" y="16"/>
                  </a:cubicBezTo>
                  <a:cubicBezTo>
                    <a:pt x="329" y="287"/>
                    <a:pt x="0" y="941"/>
                    <a:pt x="137" y="1586"/>
                  </a:cubicBezTo>
                  <a:cubicBezTo>
                    <a:pt x="275" y="2230"/>
                    <a:pt x="847" y="2689"/>
                    <a:pt x="1505" y="2692"/>
                  </a:cubicBezTo>
                  <a:cubicBezTo>
                    <a:pt x="2749" y="2692"/>
                    <a:pt x="3372" y="1181"/>
                    <a:pt x="2495" y="304"/>
                  </a:cubicBezTo>
                  <a:cubicBezTo>
                    <a:pt x="2375" y="184"/>
                    <a:pt x="2235" y="88"/>
                    <a:pt x="2080" y="16"/>
                  </a:cubicBezTo>
                  <a:cubicBezTo>
                    <a:pt x="2053" y="6"/>
                    <a:pt x="2026" y="1"/>
                    <a:pt x="2001" y="1"/>
                  </a:cubicBezTo>
                  <a:cubicBezTo>
                    <a:pt x="1802" y="1"/>
                    <a:pt x="1699" y="293"/>
                    <a:pt x="1909" y="400"/>
                  </a:cubicBezTo>
                  <a:cubicBezTo>
                    <a:pt x="2331" y="588"/>
                    <a:pt x="2560" y="1048"/>
                    <a:pt x="2464" y="1500"/>
                  </a:cubicBezTo>
                  <a:cubicBezTo>
                    <a:pt x="2365" y="1949"/>
                    <a:pt x="1967" y="2271"/>
                    <a:pt x="1505" y="2271"/>
                  </a:cubicBezTo>
                  <a:cubicBezTo>
                    <a:pt x="1046" y="2271"/>
                    <a:pt x="645" y="1949"/>
                    <a:pt x="549" y="1500"/>
                  </a:cubicBezTo>
                  <a:cubicBezTo>
                    <a:pt x="453" y="1048"/>
                    <a:pt x="682" y="588"/>
                    <a:pt x="1104" y="400"/>
                  </a:cubicBezTo>
                  <a:cubicBezTo>
                    <a:pt x="1311" y="293"/>
                    <a:pt x="1210" y="1"/>
                    <a:pt x="10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79"/>
          <p:cNvGrpSpPr/>
          <p:nvPr/>
        </p:nvGrpSpPr>
        <p:grpSpPr>
          <a:xfrm>
            <a:off x="4668540" y="2737181"/>
            <a:ext cx="396409" cy="382997"/>
            <a:chOff x="4668540" y="2737181"/>
            <a:chExt cx="396409" cy="382997"/>
          </a:xfrm>
        </p:grpSpPr>
        <p:sp>
          <p:nvSpPr>
            <p:cNvPr id="7691" name="Google Shape;7691;p79"/>
            <p:cNvSpPr/>
            <p:nvPr/>
          </p:nvSpPr>
          <p:spPr>
            <a:xfrm>
              <a:off x="4831368" y="2898254"/>
              <a:ext cx="63837" cy="60851"/>
            </a:xfrm>
            <a:custGeom>
              <a:rect b="b" l="l" r="r" t="t"/>
              <a:pathLst>
                <a:path extrusionOk="0" h="2323" w="2437">
                  <a:moveTo>
                    <a:pt x="1223" y="0"/>
                  </a:moveTo>
                  <a:cubicBezTo>
                    <a:pt x="1179" y="0"/>
                    <a:pt x="1134" y="3"/>
                    <a:pt x="1090" y="8"/>
                  </a:cubicBezTo>
                  <a:cubicBezTo>
                    <a:pt x="555" y="69"/>
                    <a:pt x="134" y="487"/>
                    <a:pt x="65" y="1019"/>
                  </a:cubicBezTo>
                  <a:cubicBezTo>
                    <a:pt x="0" y="1553"/>
                    <a:pt x="309" y="2060"/>
                    <a:pt x="812" y="2249"/>
                  </a:cubicBezTo>
                  <a:cubicBezTo>
                    <a:pt x="946" y="2299"/>
                    <a:pt x="1083" y="2323"/>
                    <a:pt x="1219" y="2323"/>
                  </a:cubicBezTo>
                  <a:cubicBezTo>
                    <a:pt x="1597" y="2323"/>
                    <a:pt x="1961" y="2138"/>
                    <a:pt x="2183" y="1810"/>
                  </a:cubicBezTo>
                  <a:cubicBezTo>
                    <a:pt x="2389" y="1502"/>
                    <a:pt x="2437" y="1115"/>
                    <a:pt x="2310" y="765"/>
                  </a:cubicBezTo>
                  <a:cubicBezTo>
                    <a:pt x="2144" y="303"/>
                    <a:pt x="1704" y="0"/>
                    <a:pt x="1223"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9"/>
            <p:cNvSpPr/>
            <p:nvPr/>
          </p:nvSpPr>
          <p:spPr>
            <a:xfrm>
              <a:off x="4670243" y="2803978"/>
              <a:ext cx="64309" cy="49797"/>
            </a:xfrm>
            <a:custGeom>
              <a:rect b="b" l="l" r="r" t="t"/>
              <a:pathLst>
                <a:path extrusionOk="0" h="1901" w="2455">
                  <a:moveTo>
                    <a:pt x="1242" y="0"/>
                  </a:moveTo>
                  <a:cubicBezTo>
                    <a:pt x="1180" y="0"/>
                    <a:pt x="1117" y="6"/>
                    <a:pt x="1052" y="19"/>
                  </a:cubicBezTo>
                  <a:cubicBezTo>
                    <a:pt x="220" y="180"/>
                    <a:pt x="0" y="1266"/>
                    <a:pt x="703" y="1739"/>
                  </a:cubicBezTo>
                  <a:cubicBezTo>
                    <a:pt x="795" y="1801"/>
                    <a:pt x="898" y="1849"/>
                    <a:pt x="1008" y="1873"/>
                  </a:cubicBezTo>
                  <a:cubicBezTo>
                    <a:pt x="1083" y="1892"/>
                    <a:pt x="1160" y="1901"/>
                    <a:pt x="1235" y="1901"/>
                  </a:cubicBezTo>
                  <a:cubicBezTo>
                    <a:pt x="1546" y="1901"/>
                    <a:pt x="1843" y="1747"/>
                    <a:pt x="2022" y="1482"/>
                  </a:cubicBezTo>
                  <a:cubicBezTo>
                    <a:pt x="2455" y="834"/>
                    <a:pt x="1970" y="0"/>
                    <a:pt x="1242" y="0"/>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9"/>
            <p:cNvSpPr/>
            <p:nvPr/>
          </p:nvSpPr>
          <p:spPr>
            <a:xfrm>
              <a:off x="4998597" y="3001200"/>
              <a:ext cx="52442" cy="49875"/>
            </a:xfrm>
            <a:custGeom>
              <a:rect b="b" l="l" r="r" t="t"/>
              <a:pathLst>
                <a:path extrusionOk="0" h="1904" w="2002">
                  <a:moveTo>
                    <a:pt x="1013" y="1"/>
                  </a:moveTo>
                  <a:cubicBezTo>
                    <a:pt x="1004" y="1"/>
                    <a:pt x="994" y="1"/>
                    <a:pt x="984" y="1"/>
                  </a:cubicBezTo>
                  <a:cubicBezTo>
                    <a:pt x="535" y="15"/>
                    <a:pt x="158" y="344"/>
                    <a:pt x="79" y="786"/>
                  </a:cubicBezTo>
                  <a:cubicBezTo>
                    <a:pt x="0" y="1228"/>
                    <a:pt x="244" y="1663"/>
                    <a:pt x="658" y="1835"/>
                  </a:cubicBezTo>
                  <a:cubicBezTo>
                    <a:pt x="774" y="1881"/>
                    <a:pt x="895" y="1904"/>
                    <a:pt x="1014" y="1904"/>
                  </a:cubicBezTo>
                  <a:cubicBezTo>
                    <a:pt x="1324" y="1904"/>
                    <a:pt x="1622" y="1753"/>
                    <a:pt x="1803" y="1485"/>
                  </a:cubicBezTo>
                  <a:cubicBezTo>
                    <a:pt x="1954" y="1262"/>
                    <a:pt x="2002" y="985"/>
                    <a:pt x="1940" y="728"/>
                  </a:cubicBezTo>
                  <a:cubicBezTo>
                    <a:pt x="1836" y="299"/>
                    <a:pt x="1450" y="1"/>
                    <a:pt x="101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9"/>
            <p:cNvSpPr/>
            <p:nvPr/>
          </p:nvSpPr>
          <p:spPr>
            <a:xfrm>
              <a:off x="4845487" y="2916433"/>
              <a:ext cx="49718" cy="42672"/>
            </a:xfrm>
            <a:custGeom>
              <a:rect b="b" l="l" r="r" t="t"/>
              <a:pathLst>
                <a:path extrusionOk="0" h="1629" w="1898">
                  <a:moveTo>
                    <a:pt x="1372" y="0"/>
                  </a:moveTo>
                  <a:cubicBezTo>
                    <a:pt x="611" y="0"/>
                    <a:pt x="0" y="768"/>
                    <a:pt x="287" y="1558"/>
                  </a:cubicBezTo>
                  <a:cubicBezTo>
                    <a:pt x="417" y="1605"/>
                    <a:pt x="551" y="1628"/>
                    <a:pt x="683" y="1628"/>
                  </a:cubicBezTo>
                  <a:cubicBezTo>
                    <a:pt x="1060" y="1628"/>
                    <a:pt x="1423" y="1444"/>
                    <a:pt x="1644" y="1116"/>
                  </a:cubicBezTo>
                  <a:cubicBezTo>
                    <a:pt x="1850" y="808"/>
                    <a:pt x="1898" y="421"/>
                    <a:pt x="1771" y="71"/>
                  </a:cubicBezTo>
                  <a:cubicBezTo>
                    <a:pt x="1636" y="23"/>
                    <a:pt x="1502" y="0"/>
                    <a:pt x="137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9"/>
            <p:cNvSpPr/>
            <p:nvPr/>
          </p:nvSpPr>
          <p:spPr>
            <a:xfrm>
              <a:off x="4692639" y="2822236"/>
              <a:ext cx="35782" cy="31539"/>
            </a:xfrm>
            <a:custGeom>
              <a:rect b="b" l="l" r="r" t="t"/>
              <a:pathLst>
                <a:path extrusionOk="0" h="1204" w="1366">
                  <a:moveTo>
                    <a:pt x="1072" y="0"/>
                  </a:moveTo>
                  <a:cubicBezTo>
                    <a:pt x="478" y="0"/>
                    <a:pt x="1" y="561"/>
                    <a:pt x="153" y="1176"/>
                  </a:cubicBezTo>
                  <a:cubicBezTo>
                    <a:pt x="228" y="1195"/>
                    <a:pt x="305" y="1204"/>
                    <a:pt x="380" y="1204"/>
                  </a:cubicBezTo>
                  <a:cubicBezTo>
                    <a:pt x="691" y="1204"/>
                    <a:pt x="988" y="1050"/>
                    <a:pt x="1167" y="785"/>
                  </a:cubicBezTo>
                  <a:cubicBezTo>
                    <a:pt x="1314" y="562"/>
                    <a:pt x="1366" y="288"/>
                    <a:pt x="1301" y="28"/>
                  </a:cubicBezTo>
                  <a:cubicBezTo>
                    <a:pt x="1223" y="9"/>
                    <a:pt x="1147" y="0"/>
                    <a:pt x="1072"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9"/>
            <p:cNvSpPr/>
            <p:nvPr/>
          </p:nvSpPr>
          <p:spPr>
            <a:xfrm>
              <a:off x="5015362" y="3019510"/>
              <a:ext cx="35782" cy="31539"/>
            </a:xfrm>
            <a:custGeom>
              <a:rect b="b" l="l" r="r" t="t"/>
              <a:pathLst>
                <a:path extrusionOk="0" h="1204" w="1366">
                  <a:moveTo>
                    <a:pt x="1069" y="0"/>
                  </a:moveTo>
                  <a:cubicBezTo>
                    <a:pt x="476" y="0"/>
                    <a:pt x="0" y="563"/>
                    <a:pt x="152" y="1177"/>
                  </a:cubicBezTo>
                  <a:cubicBezTo>
                    <a:pt x="226" y="1195"/>
                    <a:pt x="301" y="1203"/>
                    <a:pt x="375" y="1203"/>
                  </a:cubicBezTo>
                  <a:cubicBezTo>
                    <a:pt x="685" y="1203"/>
                    <a:pt x="983" y="1052"/>
                    <a:pt x="1163" y="786"/>
                  </a:cubicBezTo>
                  <a:cubicBezTo>
                    <a:pt x="1314" y="563"/>
                    <a:pt x="1365" y="286"/>
                    <a:pt x="1300" y="29"/>
                  </a:cubicBezTo>
                  <a:cubicBezTo>
                    <a:pt x="1222" y="10"/>
                    <a:pt x="1144" y="0"/>
                    <a:pt x="106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9"/>
            <p:cNvSpPr/>
            <p:nvPr/>
          </p:nvSpPr>
          <p:spPr>
            <a:xfrm>
              <a:off x="4827229" y="2892569"/>
              <a:ext cx="75153" cy="72089"/>
            </a:xfrm>
            <a:custGeom>
              <a:rect b="b" l="l" r="r" t="t"/>
              <a:pathLst>
                <a:path extrusionOk="0" h="2752" w="2869">
                  <a:moveTo>
                    <a:pt x="1387" y="1"/>
                  </a:moveTo>
                  <a:cubicBezTo>
                    <a:pt x="674" y="1"/>
                    <a:pt x="1" y="559"/>
                    <a:pt x="1" y="1376"/>
                  </a:cubicBezTo>
                  <a:cubicBezTo>
                    <a:pt x="1" y="2141"/>
                    <a:pt x="623" y="2752"/>
                    <a:pt x="1373" y="2752"/>
                  </a:cubicBezTo>
                  <a:cubicBezTo>
                    <a:pt x="1412" y="2752"/>
                    <a:pt x="1452" y="2750"/>
                    <a:pt x="1491" y="2747"/>
                  </a:cubicBezTo>
                  <a:cubicBezTo>
                    <a:pt x="2297" y="2682"/>
                    <a:pt x="2869" y="1942"/>
                    <a:pt x="2735" y="1147"/>
                  </a:cubicBezTo>
                  <a:cubicBezTo>
                    <a:pt x="2714" y="1023"/>
                    <a:pt x="2622" y="967"/>
                    <a:pt x="2528" y="967"/>
                  </a:cubicBezTo>
                  <a:cubicBezTo>
                    <a:pt x="2407" y="967"/>
                    <a:pt x="2283" y="1060"/>
                    <a:pt x="2310" y="1219"/>
                  </a:cubicBezTo>
                  <a:cubicBezTo>
                    <a:pt x="2414" y="1836"/>
                    <a:pt x="1920" y="2325"/>
                    <a:pt x="1374" y="2325"/>
                  </a:cubicBezTo>
                  <a:cubicBezTo>
                    <a:pt x="1199" y="2325"/>
                    <a:pt x="1018" y="2274"/>
                    <a:pt x="851" y="2161"/>
                  </a:cubicBezTo>
                  <a:cubicBezTo>
                    <a:pt x="80" y="1643"/>
                    <a:pt x="446" y="434"/>
                    <a:pt x="1378" y="434"/>
                  </a:cubicBezTo>
                  <a:cubicBezTo>
                    <a:pt x="1587" y="434"/>
                    <a:pt x="1793" y="502"/>
                    <a:pt x="1957" y="633"/>
                  </a:cubicBezTo>
                  <a:cubicBezTo>
                    <a:pt x="2002" y="666"/>
                    <a:pt x="2048" y="681"/>
                    <a:pt x="2091" y="681"/>
                  </a:cubicBezTo>
                  <a:cubicBezTo>
                    <a:pt x="2271" y="681"/>
                    <a:pt x="2406" y="431"/>
                    <a:pt x="2221" y="290"/>
                  </a:cubicBezTo>
                  <a:cubicBezTo>
                    <a:pt x="1964" y="91"/>
                    <a:pt x="1672" y="1"/>
                    <a:pt x="138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9"/>
            <p:cNvSpPr/>
            <p:nvPr/>
          </p:nvSpPr>
          <p:spPr>
            <a:xfrm>
              <a:off x="4668540" y="2737181"/>
              <a:ext cx="396409" cy="382997"/>
            </a:xfrm>
            <a:custGeom>
              <a:rect b="b" l="l" r="r" t="t"/>
              <a:pathLst>
                <a:path extrusionOk="0" h="14621" w="15133">
                  <a:moveTo>
                    <a:pt x="1305" y="2765"/>
                  </a:moveTo>
                  <a:cubicBezTo>
                    <a:pt x="1459" y="2765"/>
                    <a:pt x="1617" y="2815"/>
                    <a:pt x="1758" y="2929"/>
                  </a:cubicBezTo>
                  <a:cubicBezTo>
                    <a:pt x="2056" y="3169"/>
                    <a:pt x="2121" y="3597"/>
                    <a:pt x="1905" y="3912"/>
                  </a:cubicBezTo>
                  <a:cubicBezTo>
                    <a:pt x="1758" y="4132"/>
                    <a:pt x="1528" y="4235"/>
                    <a:pt x="1301" y="4235"/>
                  </a:cubicBezTo>
                  <a:cubicBezTo>
                    <a:pt x="974" y="4235"/>
                    <a:pt x="651" y="4023"/>
                    <a:pt x="576" y="3641"/>
                  </a:cubicBezTo>
                  <a:cubicBezTo>
                    <a:pt x="483" y="3150"/>
                    <a:pt x="878" y="2765"/>
                    <a:pt x="1305" y="2765"/>
                  </a:cubicBezTo>
                  <a:close/>
                  <a:moveTo>
                    <a:pt x="5421" y="3837"/>
                  </a:moveTo>
                  <a:lnTo>
                    <a:pt x="7001" y="4741"/>
                  </a:lnTo>
                  <a:lnTo>
                    <a:pt x="5421" y="5646"/>
                  </a:lnTo>
                  <a:lnTo>
                    <a:pt x="5421" y="3837"/>
                  </a:lnTo>
                  <a:close/>
                  <a:moveTo>
                    <a:pt x="9451" y="3837"/>
                  </a:moveTo>
                  <a:lnTo>
                    <a:pt x="9451" y="5646"/>
                  </a:lnTo>
                  <a:lnTo>
                    <a:pt x="9448" y="5646"/>
                  </a:lnTo>
                  <a:lnTo>
                    <a:pt x="7871" y="4741"/>
                  </a:lnTo>
                  <a:lnTo>
                    <a:pt x="9451" y="3837"/>
                  </a:lnTo>
                  <a:close/>
                  <a:moveTo>
                    <a:pt x="3213" y="2879"/>
                  </a:moveTo>
                  <a:cubicBezTo>
                    <a:pt x="3559" y="2879"/>
                    <a:pt x="3904" y="2968"/>
                    <a:pt x="4212" y="3145"/>
                  </a:cubicBezTo>
                  <a:lnTo>
                    <a:pt x="4986" y="3590"/>
                  </a:lnTo>
                  <a:lnTo>
                    <a:pt x="4986" y="5889"/>
                  </a:lnTo>
                  <a:lnTo>
                    <a:pt x="4990" y="5893"/>
                  </a:lnTo>
                  <a:lnTo>
                    <a:pt x="2944" y="7061"/>
                  </a:lnTo>
                  <a:lnTo>
                    <a:pt x="2214" y="6643"/>
                  </a:lnTo>
                  <a:cubicBezTo>
                    <a:pt x="1748" y="6379"/>
                    <a:pt x="1409" y="5937"/>
                    <a:pt x="1271" y="5423"/>
                  </a:cubicBezTo>
                  <a:cubicBezTo>
                    <a:pt x="1203" y="5177"/>
                    <a:pt x="1182" y="4920"/>
                    <a:pt x="1210" y="4663"/>
                  </a:cubicBezTo>
                  <a:lnTo>
                    <a:pt x="1210" y="4663"/>
                  </a:lnTo>
                  <a:cubicBezTo>
                    <a:pt x="1240" y="4665"/>
                    <a:pt x="1271" y="4666"/>
                    <a:pt x="1300" y="4666"/>
                  </a:cubicBezTo>
                  <a:cubicBezTo>
                    <a:pt x="2110" y="4666"/>
                    <a:pt x="2689" y="3832"/>
                    <a:pt x="2375" y="3062"/>
                  </a:cubicBezTo>
                  <a:cubicBezTo>
                    <a:pt x="2642" y="2940"/>
                    <a:pt x="2928" y="2879"/>
                    <a:pt x="3213" y="2879"/>
                  </a:cubicBezTo>
                  <a:close/>
                  <a:moveTo>
                    <a:pt x="11655" y="2881"/>
                  </a:moveTo>
                  <a:cubicBezTo>
                    <a:pt x="12567" y="2881"/>
                    <a:pt x="13365" y="3493"/>
                    <a:pt x="13601" y="4375"/>
                  </a:cubicBezTo>
                  <a:cubicBezTo>
                    <a:pt x="13838" y="5259"/>
                    <a:pt x="13450" y="6191"/>
                    <a:pt x="12655" y="6643"/>
                  </a:cubicBezTo>
                  <a:lnTo>
                    <a:pt x="11925" y="7061"/>
                  </a:lnTo>
                  <a:lnTo>
                    <a:pt x="9880" y="5889"/>
                  </a:lnTo>
                  <a:lnTo>
                    <a:pt x="9880" y="3590"/>
                  </a:lnTo>
                  <a:cubicBezTo>
                    <a:pt x="10472" y="3295"/>
                    <a:pt x="10867" y="2881"/>
                    <a:pt x="11648" y="2881"/>
                  </a:cubicBezTo>
                  <a:cubicBezTo>
                    <a:pt x="11650" y="2881"/>
                    <a:pt x="11653" y="2881"/>
                    <a:pt x="11655" y="2881"/>
                  </a:cubicBezTo>
                  <a:close/>
                  <a:moveTo>
                    <a:pt x="4990" y="6390"/>
                  </a:moveTo>
                  <a:lnTo>
                    <a:pt x="4990" y="8230"/>
                  </a:lnTo>
                  <a:lnTo>
                    <a:pt x="3379" y="7312"/>
                  </a:lnTo>
                  <a:lnTo>
                    <a:pt x="4990" y="6390"/>
                  </a:lnTo>
                  <a:close/>
                  <a:moveTo>
                    <a:pt x="9880" y="6390"/>
                  </a:moveTo>
                  <a:lnTo>
                    <a:pt x="11490" y="7312"/>
                  </a:lnTo>
                  <a:lnTo>
                    <a:pt x="9880" y="8233"/>
                  </a:lnTo>
                  <a:lnTo>
                    <a:pt x="9880" y="6390"/>
                  </a:lnTo>
                  <a:close/>
                  <a:moveTo>
                    <a:pt x="7436" y="4988"/>
                  </a:moveTo>
                  <a:lnTo>
                    <a:pt x="9448" y="6140"/>
                  </a:lnTo>
                  <a:lnTo>
                    <a:pt x="9448" y="8477"/>
                  </a:lnTo>
                  <a:lnTo>
                    <a:pt x="9448" y="8480"/>
                  </a:lnTo>
                  <a:lnTo>
                    <a:pt x="7436" y="9632"/>
                  </a:lnTo>
                  <a:lnTo>
                    <a:pt x="5421" y="8480"/>
                  </a:lnTo>
                  <a:lnTo>
                    <a:pt x="5421" y="6140"/>
                  </a:lnTo>
                  <a:lnTo>
                    <a:pt x="7436" y="4988"/>
                  </a:lnTo>
                  <a:close/>
                  <a:moveTo>
                    <a:pt x="5421" y="8977"/>
                  </a:moveTo>
                  <a:lnTo>
                    <a:pt x="7001" y="9878"/>
                  </a:lnTo>
                  <a:lnTo>
                    <a:pt x="5421" y="10783"/>
                  </a:lnTo>
                  <a:lnTo>
                    <a:pt x="5421" y="8977"/>
                  </a:lnTo>
                  <a:close/>
                  <a:moveTo>
                    <a:pt x="9448" y="8977"/>
                  </a:moveTo>
                  <a:lnTo>
                    <a:pt x="9448" y="10783"/>
                  </a:lnTo>
                  <a:lnTo>
                    <a:pt x="7868" y="9882"/>
                  </a:lnTo>
                  <a:lnTo>
                    <a:pt x="9448" y="8977"/>
                  </a:lnTo>
                  <a:close/>
                  <a:moveTo>
                    <a:pt x="11925" y="7558"/>
                  </a:moveTo>
                  <a:lnTo>
                    <a:pt x="12655" y="7976"/>
                  </a:lnTo>
                  <a:cubicBezTo>
                    <a:pt x="13121" y="8240"/>
                    <a:pt x="13461" y="8679"/>
                    <a:pt x="13598" y="9196"/>
                  </a:cubicBezTo>
                  <a:cubicBezTo>
                    <a:pt x="13656" y="9416"/>
                    <a:pt x="13680" y="9642"/>
                    <a:pt x="13666" y="9868"/>
                  </a:cubicBezTo>
                  <a:cubicBezTo>
                    <a:pt x="13648" y="9867"/>
                    <a:pt x="13631" y="9867"/>
                    <a:pt x="13613" y="9867"/>
                  </a:cubicBezTo>
                  <a:cubicBezTo>
                    <a:pt x="12768" y="9867"/>
                    <a:pt x="12197" y="10748"/>
                    <a:pt x="12559" y="11523"/>
                  </a:cubicBezTo>
                  <a:cubicBezTo>
                    <a:pt x="12275" y="11667"/>
                    <a:pt x="11965" y="11738"/>
                    <a:pt x="11655" y="11738"/>
                  </a:cubicBezTo>
                  <a:cubicBezTo>
                    <a:pt x="11309" y="11738"/>
                    <a:pt x="10963" y="11649"/>
                    <a:pt x="10654" y="11472"/>
                  </a:cubicBezTo>
                  <a:lnTo>
                    <a:pt x="9880" y="11030"/>
                  </a:lnTo>
                  <a:lnTo>
                    <a:pt x="9880" y="8727"/>
                  </a:lnTo>
                  <a:lnTo>
                    <a:pt x="11925" y="7558"/>
                  </a:lnTo>
                  <a:close/>
                  <a:moveTo>
                    <a:pt x="13615" y="10298"/>
                  </a:moveTo>
                  <a:cubicBezTo>
                    <a:pt x="13756" y="10298"/>
                    <a:pt x="13899" y="10339"/>
                    <a:pt x="14026" y="10423"/>
                  </a:cubicBezTo>
                  <a:cubicBezTo>
                    <a:pt x="14571" y="10790"/>
                    <a:pt x="14393" y="11629"/>
                    <a:pt x="13759" y="11753"/>
                  </a:cubicBezTo>
                  <a:lnTo>
                    <a:pt x="13755" y="11753"/>
                  </a:lnTo>
                  <a:cubicBezTo>
                    <a:pt x="13705" y="11763"/>
                    <a:pt x="13655" y="11767"/>
                    <a:pt x="13607" y="11767"/>
                  </a:cubicBezTo>
                  <a:cubicBezTo>
                    <a:pt x="13042" y="11767"/>
                    <a:pt x="12670" y="11118"/>
                    <a:pt x="13005" y="10622"/>
                  </a:cubicBezTo>
                  <a:cubicBezTo>
                    <a:pt x="13146" y="10412"/>
                    <a:pt x="13378" y="10298"/>
                    <a:pt x="13615" y="10298"/>
                  </a:cubicBezTo>
                  <a:close/>
                  <a:moveTo>
                    <a:pt x="7433" y="10128"/>
                  </a:moveTo>
                  <a:lnTo>
                    <a:pt x="9448" y="11280"/>
                  </a:lnTo>
                  <a:lnTo>
                    <a:pt x="9448" y="12174"/>
                  </a:lnTo>
                  <a:cubicBezTo>
                    <a:pt x="9448" y="13284"/>
                    <a:pt x="8547" y="14186"/>
                    <a:pt x="7433" y="14186"/>
                  </a:cubicBezTo>
                  <a:cubicBezTo>
                    <a:pt x="6323" y="14186"/>
                    <a:pt x="5421" y="13284"/>
                    <a:pt x="5421" y="12174"/>
                  </a:cubicBezTo>
                  <a:lnTo>
                    <a:pt x="5421" y="11280"/>
                  </a:lnTo>
                  <a:lnTo>
                    <a:pt x="7433" y="10128"/>
                  </a:lnTo>
                  <a:close/>
                  <a:moveTo>
                    <a:pt x="7436" y="0"/>
                  </a:moveTo>
                  <a:cubicBezTo>
                    <a:pt x="7193" y="0"/>
                    <a:pt x="6947" y="37"/>
                    <a:pt x="6706" y="112"/>
                  </a:cubicBezTo>
                  <a:cubicBezTo>
                    <a:pt x="5685" y="431"/>
                    <a:pt x="4990" y="1376"/>
                    <a:pt x="4993" y="2446"/>
                  </a:cubicBezTo>
                  <a:lnTo>
                    <a:pt x="4993" y="3093"/>
                  </a:lnTo>
                  <a:lnTo>
                    <a:pt x="4431" y="2771"/>
                  </a:lnTo>
                  <a:cubicBezTo>
                    <a:pt x="4056" y="2557"/>
                    <a:pt x="3637" y="2449"/>
                    <a:pt x="3216" y="2449"/>
                  </a:cubicBezTo>
                  <a:cubicBezTo>
                    <a:pt x="2850" y="2449"/>
                    <a:pt x="2482" y="2531"/>
                    <a:pt x="2142" y="2696"/>
                  </a:cubicBezTo>
                  <a:cubicBezTo>
                    <a:pt x="1900" y="2442"/>
                    <a:pt x="1605" y="2331"/>
                    <a:pt x="1315" y="2331"/>
                  </a:cubicBezTo>
                  <a:cubicBezTo>
                    <a:pt x="641" y="2331"/>
                    <a:pt x="1" y="2932"/>
                    <a:pt x="154" y="3724"/>
                  </a:cubicBezTo>
                  <a:cubicBezTo>
                    <a:pt x="223" y="4087"/>
                    <a:pt x="463" y="4395"/>
                    <a:pt x="795" y="4553"/>
                  </a:cubicBezTo>
                  <a:cubicBezTo>
                    <a:pt x="655" y="5543"/>
                    <a:pt x="1134" y="6520"/>
                    <a:pt x="2001" y="7020"/>
                  </a:cubicBezTo>
                  <a:lnTo>
                    <a:pt x="2512" y="7312"/>
                  </a:lnTo>
                  <a:lnTo>
                    <a:pt x="2001" y="7603"/>
                  </a:lnTo>
                  <a:cubicBezTo>
                    <a:pt x="1073" y="8134"/>
                    <a:pt x="600" y="9207"/>
                    <a:pt x="829" y="10252"/>
                  </a:cubicBezTo>
                  <a:cubicBezTo>
                    <a:pt x="1059" y="11297"/>
                    <a:pt x="1943" y="12068"/>
                    <a:pt x="3005" y="12160"/>
                  </a:cubicBezTo>
                  <a:lnTo>
                    <a:pt x="3026" y="12160"/>
                  </a:lnTo>
                  <a:cubicBezTo>
                    <a:pt x="3028" y="12161"/>
                    <a:pt x="3030" y="12161"/>
                    <a:pt x="3033" y="12161"/>
                  </a:cubicBezTo>
                  <a:cubicBezTo>
                    <a:pt x="3150" y="12161"/>
                    <a:pt x="3245" y="12073"/>
                    <a:pt x="3249" y="11955"/>
                  </a:cubicBezTo>
                  <a:cubicBezTo>
                    <a:pt x="3256" y="11838"/>
                    <a:pt x="3163" y="11736"/>
                    <a:pt x="3043" y="11732"/>
                  </a:cubicBezTo>
                  <a:cubicBezTo>
                    <a:pt x="2166" y="11657"/>
                    <a:pt x="1439" y="11019"/>
                    <a:pt x="1251" y="10159"/>
                  </a:cubicBezTo>
                  <a:cubicBezTo>
                    <a:pt x="1059" y="9299"/>
                    <a:pt x="1450" y="8415"/>
                    <a:pt x="2214" y="7980"/>
                  </a:cubicBezTo>
                  <a:lnTo>
                    <a:pt x="2947" y="7562"/>
                  </a:lnTo>
                  <a:lnTo>
                    <a:pt x="4990" y="8730"/>
                  </a:lnTo>
                  <a:lnTo>
                    <a:pt x="4990" y="11033"/>
                  </a:lnTo>
                  <a:cubicBezTo>
                    <a:pt x="4304" y="11413"/>
                    <a:pt x="4150" y="11547"/>
                    <a:pt x="3814" y="11650"/>
                  </a:cubicBezTo>
                  <a:cubicBezTo>
                    <a:pt x="3566" y="11728"/>
                    <a:pt x="3647" y="12073"/>
                    <a:pt x="3868" y="12073"/>
                  </a:cubicBezTo>
                  <a:cubicBezTo>
                    <a:pt x="3891" y="12073"/>
                    <a:pt x="3915" y="12069"/>
                    <a:pt x="3941" y="12061"/>
                  </a:cubicBezTo>
                  <a:cubicBezTo>
                    <a:pt x="4332" y="11941"/>
                    <a:pt x="4524" y="11787"/>
                    <a:pt x="4993" y="11530"/>
                  </a:cubicBezTo>
                  <a:lnTo>
                    <a:pt x="4993" y="12174"/>
                  </a:lnTo>
                  <a:cubicBezTo>
                    <a:pt x="4993" y="13524"/>
                    <a:pt x="6086" y="14621"/>
                    <a:pt x="7436" y="14621"/>
                  </a:cubicBezTo>
                  <a:cubicBezTo>
                    <a:pt x="8790" y="14621"/>
                    <a:pt x="9883" y="13524"/>
                    <a:pt x="9883" y="12174"/>
                  </a:cubicBezTo>
                  <a:lnTo>
                    <a:pt x="9883" y="11527"/>
                  </a:lnTo>
                  <a:cubicBezTo>
                    <a:pt x="10493" y="11876"/>
                    <a:pt x="10904" y="12171"/>
                    <a:pt x="11655" y="12171"/>
                  </a:cubicBezTo>
                  <a:cubicBezTo>
                    <a:pt x="12059" y="12167"/>
                    <a:pt x="12460" y="12068"/>
                    <a:pt x="12816" y="11876"/>
                  </a:cubicBezTo>
                  <a:cubicBezTo>
                    <a:pt x="13036" y="12085"/>
                    <a:pt x="13324" y="12199"/>
                    <a:pt x="13620" y="12199"/>
                  </a:cubicBezTo>
                  <a:cubicBezTo>
                    <a:pt x="13694" y="12199"/>
                    <a:pt x="13768" y="12192"/>
                    <a:pt x="13841" y="12178"/>
                  </a:cubicBezTo>
                  <a:cubicBezTo>
                    <a:pt x="14948" y="11962"/>
                    <a:pt x="15133" y="10427"/>
                    <a:pt x="14091" y="9967"/>
                  </a:cubicBezTo>
                  <a:cubicBezTo>
                    <a:pt x="14184" y="9008"/>
                    <a:pt x="13707" y="8083"/>
                    <a:pt x="12871" y="7603"/>
                  </a:cubicBezTo>
                  <a:lnTo>
                    <a:pt x="12361" y="7312"/>
                  </a:lnTo>
                  <a:lnTo>
                    <a:pt x="12871" y="7020"/>
                  </a:lnTo>
                  <a:cubicBezTo>
                    <a:pt x="13834" y="6469"/>
                    <a:pt x="14307" y="5338"/>
                    <a:pt x="14019" y="4265"/>
                  </a:cubicBezTo>
                  <a:cubicBezTo>
                    <a:pt x="13735" y="3195"/>
                    <a:pt x="12766" y="2452"/>
                    <a:pt x="11659" y="2452"/>
                  </a:cubicBezTo>
                  <a:cubicBezTo>
                    <a:pt x="11656" y="2452"/>
                    <a:pt x="11654" y="2452"/>
                    <a:pt x="11651" y="2452"/>
                  </a:cubicBezTo>
                  <a:cubicBezTo>
                    <a:pt x="10757" y="2452"/>
                    <a:pt x="10257" y="2915"/>
                    <a:pt x="9883" y="3097"/>
                  </a:cubicBezTo>
                  <a:cubicBezTo>
                    <a:pt x="9869" y="2562"/>
                    <a:pt x="9910" y="2315"/>
                    <a:pt x="9821" y="1918"/>
                  </a:cubicBezTo>
                  <a:cubicBezTo>
                    <a:pt x="9796" y="1800"/>
                    <a:pt x="9707" y="1749"/>
                    <a:pt x="9617" y="1749"/>
                  </a:cubicBezTo>
                  <a:cubicBezTo>
                    <a:pt x="9492" y="1749"/>
                    <a:pt x="9365" y="1849"/>
                    <a:pt x="9403" y="2010"/>
                  </a:cubicBezTo>
                  <a:cubicBezTo>
                    <a:pt x="9479" y="2353"/>
                    <a:pt x="9441" y="2548"/>
                    <a:pt x="9451" y="3340"/>
                  </a:cubicBezTo>
                  <a:lnTo>
                    <a:pt x="7436" y="4491"/>
                  </a:lnTo>
                  <a:lnTo>
                    <a:pt x="5425" y="3340"/>
                  </a:lnTo>
                  <a:lnTo>
                    <a:pt x="5425" y="2446"/>
                  </a:lnTo>
                  <a:cubicBezTo>
                    <a:pt x="5425" y="1565"/>
                    <a:pt x="5997" y="787"/>
                    <a:pt x="6837" y="523"/>
                  </a:cubicBezTo>
                  <a:cubicBezTo>
                    <a:pt x="7033" y="462"/>
                    <a:pt x="7234" y="433"/>
                    <a:pt x="7433" y="433"/>
                  </a:cubicBezTo>
                  <a:cubicBezTo>
                    <a:pt x="8082" y="433"/>
                    <a:pt x="8708" y="747"/>
                    <a:pt x="9091" y="1301"/>
                  </a:cubicBezTo>
                  <a:cubicBezTo>
                    <a:pt x="9139" y="1369"/>
                    <a:pt x="9201" y="1397"/>
                    <a:pt x="9263" y="1397"/>
                  </a:cubicBezTo>
                  <a:cubicBezTo>
                    <a:pt x="9417" y="1397"/>
                    <a:pt x="9565" y="1223"/>
                    <a:pt x="9448" y="1054"/>
                  </a:cubicBezTo>
                  <a:cubicBezTo>
                    <a:pt x="8982" y="381"/>
                    <a:pt x="8223" y="0"/>
                    <a:pt x="743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79"/>
          <p:cNvGrpSpPr/>
          <p:nvPr/>
        </p:nvGrpSpPr>
        <p:grpSpPr>
          <a:xfrm>
            <a:off x="2499358" y="4118495"/>
            <a:ext cx="386900" cy="385328"/>
            <a:chOff x="2499358" y="4118495"/>
            <a:chExt cx="386900" cy="385328"/>
          </a:xfrm>
        </p:grpSpPr>
        <p:sp>
          <p:nvSpPr>
            <p:cNvPr id="7700" name="Google Shape;7700;p79"/>
            <p:cNvSpPr/>
            <p:nvPr/>
          </p:nvSpPr>
          <p:spPr>
            <a:xfrm>
              <a:off x="2617576" y="4124180"/>
              <a:ext cx="183522" cy="77956"/>
            </a:xfrm>
            <a:custGeom>
              <a:rect b="b" l="l" r="r" t="t"/>
              <a:pathLst>
                <a:path extrusionOk="0" h="2976" w="7006">
                  <a:moveTo>
                    <a:pt x="7005" y="1"/>
                  </a:moveTo>
                  <a:cubicBezTo>
                    <a:pt x="7005" y="1"/>
                    <a:pt x="2917" y="309"/>
                    <a:pt x="1" y="2536"/>
                  </a:cubicBezTo>
                  <a:lnTo>
                    <a:pt x="4857" y="2975"/>
                  </a:lnTo>
                  <a:cubicBezTo>
                    <a:pt x="5261" y="1327"/>
                    <a:pt x="7005" y="1"/>
                    <a:pt x="700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9"/>
            <p:cNvSpPr/>
            <p:nvPr/>
          </p:nvSpPr>
          <p:spPr>
            <a:xfrm>
              <a:off x="2617576" y="4420314"/>
              <a:ext cx="183522" cy="77956"/>
            </a:xfrm>
            <a:custGeom>
              <a:rect b="b" l="l" r="r" t="t"/>
              <a:pathLst>
                <a:path extrusionOk="0" h="2976" w="7006">
                  <a:moveTo>
                    <a:pt x="4857" y="1"/>
                  </a:moveTo>
                  <a:lnTo>
                    <a:pt x="1" y="443"/>
                  </a:lnTo>
                  <a:cubicBezTo>
                    <a:pt x="2917" y="2667"/>
                    <a:pt x="7005" y="2975"/>
                    <a:pt x="7005" y="2975"/>
                  </a:cubicBezTo>
                  <a:cubicBezTo>
                    <a:pt x="7005" y="2975"/>
                    <a:pt x="5261" y="1652"/>
                    <a:pt x="4857"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9"/>
            <p:cNvSpPr/>
            <p:nvPr/>
          </p:nvSpPr>
          <p:spPr>
            <a:xfrm>
              <a:off x="2505462" y="4178482"/>
              <a:ext cx="373384" cy="265460"/>
            </a:xfrm>
            <a:custGeom>
              <a:rect b="b" l="l" r="r" t="t"/>
              <a:pathLst>
                <a:path extrusionOk="0" h="10134" w="14254">
                  <a:moveTo>
                    <a:pt x="6657" y="1"/>
                  </a:moveTo>
                  <a:cubicBezTo>
                    <a:pt x="6654" y="1"/>
                    <a:pt x="6651" y="1"/>
                    <a:pt x="6649" y="1"/>
                  </a:cubicBezTo>
                  <a:cubicBezTo>
                    <a:pt x="2441" y="1"/>
                    <a:pt x="1776" y="3085"/>
                    <a:pt x="1" y="5069"/>
                  </a:cubicBezTo>
                  <a:cubicBezTo>
                    <a:pt x="1776" y="7050"/>
                    <a:pt x="2441" y="10134"/>
                    <a:pt x="6649" y="10134"/>
                  </a:cubicBezTo>
                  <a:cubicBezTo>
                    <a:pt x="6651" y="10134"/>
                    <a:pt x="6654" y="10134"/>
                    <a:pt x="6657" y="10134"/>
                  </a:cubicBezTo>
                  <a:cubicBezTo>
                    <a:pt x="8905" y="10134"/>
                    <a:pt x="10888" y="8661"/>
                    <a:pt x="11535" y="6512"/>
                  </a:cubicBezTo>
                  <a:cubicBezTo>
                    <a:pt x="11598" y="6314"/>
                    <a:pt x="11778" y="6192"/>
                    <a:pt x="11971" y="6192"/>
                  </a:cubicBezTo>
                  <a:cubicBezTo>
                    <a:pt x="12032" y="6192"/>
                    <a:pt x="12095" y="6204"/>
                    <a:pt x="12156" y="6231"/>
                  </a:cubicBezTo>
                  <a:lnTo>
                    <a:pt x="14177" y="7098"/>
                  </a:lnTo>
                  <a:cubicBezTo>
                    <a:pt x="14183" y="7100"/>
                    <a:pt x="14189" y="7102"/>
                    <a:pt x="14195" y="7102"/>
                  </a:cubicBezTo>
                  <a:cubicBezTo>
                    <a:pt x="14227" y="7102"/>
                    <a:pt x="14254" y="7067"/>
                    <a:pt x="14242" y="7033"/>
                  </a:cubicBezTo>
                  <a:lnTo>
                    <a:pt x="13711" y="5432"/>
                  </a:lnTo>
                  <a:cubicBezTo>
                    <a:pt x="13632" y="5196"/>
                    <a:pt x="13632" y="4939"/>
                    <a:pt x="13711" y="4702"/>
                  </a:cubicBezTo>
                  <a:lnTo>
                    <a:pt x="14242" y="3102"/>
                  </a:lnTo>
                  <a:cubicBezTo>
                    <a:pt x="14254" y="3068"/>
                    <a:pt x="14227" y="3036"/>
                    <a:pt x="14197" y="3036"/>
                  </a:cubicBezTo>
                  <a:cubicBezTo>
                    <a:pt x="14190" y="3036"/>
                    <a:pt x="14184" y="3037"/>
                    <a:pt x="14177" y="3040"/>
                  </a:cubicBezTo>
                  <a:lnTo>
                    <a:pt x="12156" y="3907"/>
                  </a:lnTo>
                  <a:cubicBezTo>
                    <a:pt x="12096" y="3933"/>
                    <a:pt x="12034" y="3944"/>
                    <a:pt x="11974" y="3944"/>
                  </a:cubicBezTo>
                  <a:cubicBezTo>
                    <a:pt x="11780" y="3944"/>
                    <a:pt x="11598" y="3822"/>
                    <a:pt x="11535" y="3626"/>
                  </a:cubicBezTo>
                  <a:cubicBezTo>
                    <a:pt x="10888" y="1473"/>
                    <a:pt x="8905" y="1"/>
                    <a:pt x="665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9"/>
            <p:cNvSpPr/>
            <p:nvPr/>
          </p:nvSpPr>
          <p:spPr>
            <a:xfrm>
              <a:off x="2505462" y="4210990"/>
              <a:ext cx="242409" cy="232952"/>
            </a:xfrm>
            <a:custGeom>
              <a:rect b="b" l="l" r="r" t="t"/>
              <a:pathLst>
                <a:path extrusionOk="0" h="8893" w="9254">
                  <a:moveTo>
                    <a:pt x="2972" y="0"/>
                  </a:moveTo>
                  <a:lnTo>
                    <a:pt x="2972" y="0"/>
                  </a:lnTo>
                  <a:cubicBezTo>
                    <a:pt x="1721" y="1080"/>
                    <a:pt x="1056" y="2646"/>
                    <a:pt x="1" y="3828"/>
                  </a:cubicBezTo>
                  <a:cubicBezTo>
                    <a:pt x="1776" y="5809"/>
                    <a:pt x="2441" y="8893"/>
                    <a:pt x="6649" y="8893"/>
                  </a:cubicBezTo>
                  <a:cubicBezTo>
                    <a:pt x="7567" y="8893"/>
                    <a:pt x="8465" y="8646"/>
                    <a:pt x="9253" y="8180"/>
                  </a:cubicBezTo>
                  <a:cubicBezTo>
                    <a:pt x="5669" y="7567"/>
                    <a:pt x="2937" y="4448"/>
                    <a:pt x="2937" y="689"/>
                  </a:cubicBezTo>
                  <a:cubicBezTo>
                    <a:pt x="2937" y="456"/>
                    <a:pt x="2951" y="226"/>
                    <a:pt x="2972"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9"/>
            <p:cNvSpPr/>
            <p:nvPr/>
          </p:nvSpPr>
          <p:spPr>
            <a:xfrm>
              <a:off x="2547741" y="4287113"/>
              <a:ext cx="30203" cy="30177"/>
            </a:xfrm>
            <a:custGeom>
              <a:rect b="b" l="l" r="r" t="t"/>
              <a:pathLst>
                <a:path extrusionOk="0" h="1152" w="1153">
                  <a:moveTo>
                    <a:pt x="576" y="0"/>
                  </a:moveTo>
                  <a:cubicBezTo>
                    <a:pt x="258" y="0"/>
                    <a:pt x="1" y="257"/>
                    <a:pt x="1" y="576"/>
                  </a:cubicBezTo>
                  <a:cubicBezTo>
                    <a:pt x="1" y="895"/>
                    <a:pt x="258" y="1152"/>
                    <a:pt x="576" y="1152"/>
                  </a:cubicBezTo>
                  <a:cubicBezTo>
                    <a:pt x="892" y="1152"/>
                    <a:pt x="1152" y="895"/>
                    <a:pt x="1152" y="576"/>
                  </a:cubicBezTo>
                  <a:cubicBezTo>
                    <a:pt x="1152" y="257"/>
                    <a:pt x="892" y="0"/>
                    <a:pt x="57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9"/>
            <p:cNvSpPr/>
            <p:nvPr/>
          </p:nvSpPr>
          <p:spPr>
            <a:xfrm>
              <a:off x="2559764" y="4293111"/>
              <a:ext cx="12154" cy="12050"/>
            </a:xfrm>
            <a:custGeom>
              <a:rect b="b" l="l" r="r" t="t"/>
              <a:pathLst>
                <a:path extrusionOk="0" h="460" w="464">
                  <a:moveTo>
                    <a:pt x="234" y="1"/>
                  </a:moveTo>
                  <a:cubicBezTo>
                    <a:pt x="104" y="1"/>
                    <a:pt x="1" y="104"/>
                    <a:pt x="1" y="230"/>
                  </a:cubicBezTo>
                  <a:cubicBezTo>
                    <a:pt x="1" y="357"/>
                    <a:pt x="104" y="460"/>
                    <a:pt x="234" y="460"/>
                  </a:cubicBezTo>
                  <a:cubicBezTo>
                    <a:pt x="361" y="460"/>
                    <a:pt x="464" y="357"/>
                    <a:pt x="464" y="230"/>
                  </a:cubicBezTo>
                  <a:cubicBezTo>
                    <a:pt x="464" y="104"/>
                    <a:pt x="361" y="1"/>
                    <a:pt x="2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9"/>
            <p:cNvSpPr/>
            <p:nvPr/>
          </p:nvSpPr>
          <p:spPr>
            <a:xfrm>
              <a:off x="2595232" y="4181285"/>
              <a:ext cx="51473" cy="259881"/>
            </a:xfrm>
            <a:custGeom>
              <a:rect b="b" l="l" r="r" t="t"/>
              <a:pathLst>
                <a:path extrusionOk="0" h="9921" w="1965">
                  <a:moveTo>
                    <a:pt x="1964" y="0"/>
                  </a:moveTo>
                  <a:lnTo>
                    <a:pt x="1964" y="0"/>
                  </a:lnTo>
                  <a:cubicBezTo>
                    <a:pt x="1563" y="69"/>
                    <a:pt x="1172" y="185"/>
                    <a:pt x="799" y="343"/>
                  </a:cubicBezTo>
                  <a:cubicBezTo>
                    <a:pt x="299" y="1648"/>
                    <a:pt x="0" y="3238"/>
                    <a:pt x="0" y="4959"/>
                  </a:cubicBezTo>
                  <a:cubicBezTo>
                    <a:pt x="0" y="6682"/>
                    <a:pt x="299" y="8272"/>
                    <a:pt x="799" y="9578"/>
                  </a:cubicBezTo>
                  <a:cubicBezTo>
                    <a:pt x="1172" y="9736"/>
                    <a:pt x="1567" y="9852"/>
                    <a:pt x="1964" y="9921"/>
                  </a:cubicBezTo>
                  <a:cubicBezTo>
                    <a:pt x="1639" y="8522"/>
                    <a:pt x="1440" y="6812"/>
                    <a:pt x="1440" y="4959"/>
                  </a:cubicBezTo>
                  <a:cubicBezTo>
                    <a:pt x="1440" y="3108"/>
                    <a:pt x="1635" y="1398"/>
                    <a:pt x="196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9"/>
            <p:cNvSpPr/>
            <p:nvPr/>
          </p:nvSpPr>
          <p:spPr>
            <a:xfrm>
              <a:off x="2595232" y="4300132"/>
              <a:ext cx="51473" cy="141034"/>
            </a:xfrm>
            <a:custGeom>
              <a:rect b="b" l="l" r="r" t="t"/>
              <a:pathLst>
                <a:path extrusionOk="0" h="5384" w="1965">
                  <a:moveTo>
                    <a:pt x="11" y="0"/>
                  </a:moveTo>
                  <a:cubicBezTo>
                    <a:pt x="7" y="141"/>
                    <a:pt x="0" y="281"/>
                    <a:pt x="0" y="425"/>
                  </a:cubicBezTo>
                  <a:cubicBezTo>
                    <a:pt x="0" y="2145"/>
                    <a:pt x="299" y="3735"/>
                    <a:pt x="799" y="5041"/>
                  </a:cubicBezTo>
                  <a:cubicBezTo>
                    <a:pt x="1172" y="5199"/>
                    <a:pt x="1567" y="5315"/>
                    <a:pt x="1964" y="5384"/>
                  </a:cubicBezTo>
                  <a:cubicBezTo>
                    <a:pt x="1745" y="4410"/>
                    <a:pt x="1594" y="3427"/>
                    <a:pt x="1519" y="2433"/>
                  </a:cubicBezTo>
                  <a:cubicBezTo>
                    <a:pt x="867" y="1724"/>
                    <a:pt x="353" y="898"/>
                    <a:pt x="1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9"/>
            <p:cNvSpPr/>
            <p:nvPr/>
          </p:nvSpPr>
          <p:spPr>
            <a:xfrm>
              <a:off x="2669914" y="4178770"/>
              <a:ext cx="47701" cy="264989"/>
            </a:xfrm>
            <a:custGeom>
              <a:rect b="b" l="l" r="r" t="t"/>
              <a:pathLst>
                <a:path extrusionOk="0" h="10116" w="1821">
                  <a:moveTo>
                    <a:pt x="587" y="0"/>
                  </a:moveTo>
                  <a:cubicBezTo>
                    <a:pt x="220" y="1374"/>
                    <a:pt x="1" y="3136"/>
                    <a:pt x="1" y="5058"/>
                  </a:cubicBezTo>
                  <a:cubicBezTo>
                    <a:pt x="1" y="6980"/>
                    <a:pt x="220" y="8742"/>
                    <a:pt x="587" y="10116"/>
                  </a:cubicBezTo>
                  <a:cubicBezTo>
                    <a:pt x="1005" y="10099"/>
                    <a:pt x="1419" y="10030"/>
                    <a:pt x="1820" y="9910"/>
                  </a:cubicBezTo>
                  <a:cubicBezTo>
                    <a:pt x="1522" y="8584"/>
                    <a:pt x="1344" y="6898"/>
                    <a:pt x="1344" y="5058"/>
                  </a:cubicBezTo>
                  <a:cubicBezTo>
                    <a:pt x="1344" y="3214"/>
                    <a:pt x="1522" y="1528"/>
                    <a:pt x="1820" y="202"/>
                  </a:cubicBezTo>
                  <a:cubicBezTo>
                    <a:pt x="1419" y="86"/>
                    <a:pt x="1005" y="17"/>
                    <a:pt x="58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9"/>
            <p:cNvSpPr/>
            <p:nvPr/>
          </p:nvSpPr>
          <p:spPr>
            <a:xfrm>
              <a:off x="2676017" y="4397787"/>
              <a:ext cx="41598" cy="45972"/>
            </a:xfrm>
            <a:custGeom>
              <a:rect b="b" l="l" r="r" t="t"/>
              <a:pathLst>
                <a:path extrusionOk="0" h="1755" w="1588">
                  <a:moveTo>
                    <a:pt x="1" y="0"/>
                  </a:moveTo>
                  <a:cubicBezTo>
                    <a:pt x="83" y="590"/>
                    <a:pt x="203" y="1176"/>
                    <a:pt x="354" y="1755"/>
                  </a:cubicBezTo>
                  <a:cubicBezTo>
                    <a:pt x="772" y="1738"/>
                    <a:pt x="1186" y="1669"/>
                    <a:pt x="1587" y="1549"/>
                  </a:cubicBezTo>
                  <a:cubicBezTo>
                    <a:pt x="1526" y="1282"/>
                    <a:pt x="1471" y="994"/>
                    <a:pt x="1423" y="696"/>
                  </a:cubicBezTo>
                  <a:cubicBezTo>
                    <a:pt x="926" y="514"/>
                    <a:pt x="446" y="281"/>
                    <a:pt x="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9"/>
            <p:cNvSpPr/>
            <p:nvPr/>
          </p:nvSpPr>
          <p:spPr>
            <a:xfrm>
              <a:off x="2743443" y="4203891"/>
              <a:ext cx="41755" cy="214668"/>
            </a:xfrm>
            <a:custGeom>
              <a:rect b="b" l="l" r="r" t="t"/>
              <a:pathLst>
                <a:path extrusionOk="0" h="8195" w="1594">
                  <a:moveTo>
                    <a:pt x="555" y="1"/>
                  </a:moveTo>
                  <a:cubicBezTo>
                    <a:pt x="206" y="1179"/>
                    <a:pt x="0" y="2581"/>
                    <a:pt x="0" y="4092"/>
                  </a:cubicBezTo>
                  <a:cubicBezTo>
                    <a:pt x="0" y="5600"/>
                    <a:pt x="209" y="7012"/>
                    <a:pt x="562" y="8194"/>
                  </a:cubicBezTo>
                  <a:cubicBezTo>
                    <a:pt x="949" y="7910"/>
                    <a:pt x="1299" y="7574"/>
                    <a:pt x="1594" y="7197"/>
                  </a:cubicBezTo>
                  <a:cubicBezTo>
                    <a:pt x="1361" y="6299"/>
                    <a:pt x="1227" y="5237"/>
                    <a:pt x="1227" y="4096"/>
                  </a:cubicBezTo>
                  <a:cubicBezTo>
                    <a:pt x="1227" y="2954"/>
                    <a:pt x="1361" y="1896"/>
                    <a:pt x="1594" y="998"/>
                  </a:cubicBezTo>
                  <a:cubicBezTo>
                    <a:pt x="1295" y="617"/>
                    <a:pt x="946" y="282"/>
                    <a:pt x="5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9"/>
            <p:cNvSpPr/>
            <p:nvPr/>
          </p:nvSpPr>
          <p:spPr>
            <a:xfrm>
              <a:off x="2499358" y="4118495"/>
              <a:ext cx="386900" cy="385328"/>
            </a:xfrm>
            <a:custGeom>
              <a:rect b="b" l="l" r="r" t="t"/>
              <a:pathLst>
                <a:path extrusionOk="0" h="14710" w="14770">
                  <a:moveTo>
                    <a:pt x="10829" y="512"/>
                  </a:moveTo>
                  <a:cubicBezTo>
                    <a:pt x="10305" y="985"/>
                    <a:pt x="9568" y="1773"/>
                    <a:pt x="9280" y="2644"/>
                  </a:cubicBezTo>
                  <a:cubicBezTo>
                    <a:pt x="8537" y="2267"/>
                    <a:pt x="7714" y="2075"/>
                    <a:pt x="6882" y="2075"/>
                  </a:cubicBezTo>
                  <a:cubicBezTo>
                    <a:pt x="6536" y="2075"/>
                    <a:pt x="6186" y="2099"/>
                    <a:pt x="5843" y="2143"/>
                  </a:cubicBezTo>
                  <a:cubicBezTo>
                    <a:pt x="7053" y="1462"/>
                    <a:pt x="8304" y="1050"/>
                    <a:pt x="9236" y="821"/>
                  </a:cubicBezTo>
                  <a:cubicBezTo>
                    <a:pt x="9760" y="690"/>
                    <a:pt x="10291" y="588"/>
                    <a:pt x="10829" y="512"/>
                  </a:cubicBezTo>
                  <a:close/>
                  <a:moveTo>
                    <a:pt x="11018" y="4782"/>
                  </a:moveTo>
                  <a:cubicBezTo>
                    <a:pt x="11254" y="5152"/>
                    <a:pt x="11439" y="5557"/>
                    <a:pt x="11566" y="5978"/>
                  </a:cubicBezTo>
                  <a:cubicBezTo>
                    <a:pt x="11618" y="6156"/>
                    <a:pt x="11748" y="6304"/>
                    <a:pt x="11919" y="6386"/>
                  </a:cubicBezTo>
                  <a:cubicBezTo>
                    <a:pt x="12009" y="6428"/>
                    <a:pt x="12107" y="6450"/>
                    <a:pt x="12204" y="6450"/>
                  </a:cubicBezTo>
                  <a:cubicBezTo>
                    <a:pt x="12296" y="6450"/>
                    <a:pt x="12388" y="6431"/>
                    <a:pt x="12474" y="6393"/>
                  </a:cubicBezTo>
                  <a:lnTo>
                    <a:pt x="14160" y="5673"/>
                  </a:lnTo>
                  <a:lnTo>
                    <a:pt x="13742" y="6924"/>
                  </a:lnTo>
                  <a:cubicBezTo>
                    <a:pt x="13650" y="7205"/>
                    <a:pt x="13650" y="7510"/>
                    <a:pt x="13742" y="7791"/>
                  </a:cubicBezTo>
                  <a:lnTo>
                    <a:pt x="14160" y="9042"/>
                  </a:lnTo>
                  <a:lnTo>
                    <a:pt x="12474" y="8322"/>
                  </a:lnTo>
                  <a:cubicBezTo>
                    <a:pt x="12389" y="8286"/>
                    <a:pt x="12298" y="8268"/>
                    <a:pt x="12208" y="8268"/>
                  </a:cubicBezTo>
                  <a:cubicBezTo>
                    <a:pt x="12109" y="8268"/>
                    <a:pt x="12010" y="8289"/>
                    <a:pt x="11919" y="8332"/>
                  </a:cubicBezTo>
                  <a:cubicBezTo>
                    <a:pt x="11748" y="8411"/>
                    <a:pt x="11618" y="8558"/>
                    <a:pt x="11566" y="8740"/>
                  </a:cubicBezTo>
                  <a:cubicBezTo>
                    <a:pt x="11439" y="9162"/>
                    <a:pt x="11254" y="9562"/>
                    <a:pt x="11018" y="9933"/>
                  </a:cubicBezTo>
                  <a:cubicBezTo>
                    <a:pt x="10696" y="8229"/>
                    <a:pt x="10696" y="6485"/>
                    <a:pt x="11018" y="4782"/>
                  </a:cubicBezTo>
                  <a:close/>
                  <a:moveTo>
                    <a:pt x="4116" y="3154"/>
                  </a:moveTo>
                  <a:lnTo>
                    <a:pt x="4116" y="3154"/>
                  </a:lnTo>
                  <a:cubicBezTo>
                    <a:pt x="3695" y="4405"/>
                    <a:pt x="3472" y="5848"/>
                    <a:pt x="3472" y="7359"/>
                  </a:cubicBezTo>
                  <a:cubicBezTo>
                    <a:pt x="3472" y="8870"/>
                    <a:pt x="3695" y="10313"/>
                    <a:pt x="4116" y="11567"/>
                  </a:cubicBezTo>
                  <a:cubicBezTo>
                    <a:pt x="3907" y="11451"/>
                    <a:pt x="3708" y="11317"/>
                    <a:pt x="3520" y="11170"/>
                  </a:cubicBezTo>
                  <a:cubicBezTo>
                    <a:pt x="2722" y="10539"/>
                    <a:pt x="2149" y="9679"/>
                    <a:pt x="1598" y="8853"/>
                  </a:cubicBezTo>
                  <a:cubicBezTo>
                    <a:pt x="1262" y="8346"/>
                    <a:pt x="916" y="7828"/>
                    <a:pt x="522" y="7359"/>
                  </a:cubicBezTo>
                  <a:cubicBezTo>
                    <a:pt x="916" y="6893"/>
                    <a:pt x="1262" y="6376"/>
                    <a:pt x="1598" y="5868"/>
                  </a:cubicBezTo>
                  <a:cubicBezTo>
                    <a:pt x="2149" y="5039"/>
                    <a:pt x="2722" y="4179"/>
                    <a:pt x="3520" y="3548"/>
                  </a:cubicBezTo>
                  <a:cubicBezTo>
                    <a:pt x="3708" y="3401"/>
                    <a:pt x="3907" y="3271"/>
                    <a:pt x="4116" y="3154"/>
                  </a:cubicBezTo>
                  <a:close/>
                  <a:moveTo>
                    <a:pt x="8489" y="2774"/>
                  </a:moveTo>
                  <a:cubicBezTo>
                    <a:pt x="8893" y="2914"/>
                    <a:pt x="9280" y="3110"/>
                    <a:pt x="9637" y="3353"/>
                  </a:cubicBezTo>
                  <a:cubicBezTo>
                    <a:pt x="9561" y="3583"/>
                    <a:pt x="9493" y="3829"/>
                    <a:pt x="9431" y="4080"/>
                  </a:cubicBezTo>
                  <a:cubicBezTo>
                    <a:pt x="9404" y="4196"/>
                    <a:pt x="9476" y="4313"/>
                    <a:pt x="9592" y="4340"/>
                  </a:cubicBezTo>
                  <a:cubicBezTo>
                    <a:pt x="9609" y="4344"/>
                    <a:pt x="9625" y="4346"/>
                    <a:pt x="9641" y="4346"/>
                  </a:cubicBezTo>
                  <a:cubicBezTo>
                    <a:pt x="9737" y="4346"/>
                    <a:pt x="9826" y="4279"/>
                    <a:pt x="9849" y="4182"/>
                  </a:cubicBezTo>
                  <a:cubicBezTo>
                    <a:pt x="9897" y="3990"/>
                    <a:pt x="9949" y="3802"/>
                    <a:pt x="10003" y="3624"/>
                  </a:cubicBezTo>
                  <a:cubicBezTo>
                    <a:pt x="10250" y="3829"/>
                    <a:pt x="10476" y="4059"/>
                    <a:pt x="10679" y="4309"/>
                  </a:cubicBezTo>
                  <a:cubicBezTo>
                    <a:pt x="10459" y="5210"/>
                    <a:pt x="10343" y="6259"/>
                    <a:pt x="10343" y="7352"/>
                  </a:cubicBezTo>
                  <a:cubicBezTo>
                    <a:pt x="10343" y="8449"/>
                    <a:pt x="10459" y="9501"/>
                    <a:pt x="10679" y="10399"/>
                  </a:cubicBezTo>
                  <a:cubicBezTo>
                    <a:pt x="10476" y="10649"/>
                    <a:pt x="10254" y="10882"/>
                    <a:pt x="10007" y="11087"/>
                  </a:cubicBezTo>
                  <a:cubicBezTo>
                    <a:pt x="9678" y="10022"/>
                    <a:pt x="9500" y="8709"/>
                    <a:pt x="9500" y="7356"/>
                  </a:cubicBezTo>
                  <a:cubicBezTo>
                    <a:pt x="9500" y="6598"/>
                    <a:pt x="9555" y="5838"/>
                    <a:pt x="9671" y="5087"/>
                  </a:cubicBezTo>
                  <a:cubicBezTo>
                    <a:pt x="9696" y="4928"/>
                    <a:pt x="9574" y="4836"/>
                    <a:pt x="9454" y="4836"/>
                  </a:cubicBezTo>
                  <a:cubicBezTo>
                    <a:pt x="9359" y="4836"/>
                    <a:pt x="9266" y="4893"/>
                    <a:pt x="9246" y="5019"/>
                  </a:cubicBezTo>
                  <a:cubicBezTo>
                    <a:pt x="9126" y="5793"/>
                    <a:pt x="9065" y="6574"/>
                    <a:pt x="9068" y="7356"/>
                  </a:cubicBezTo>
                  <a:cubicBezTo>
                    <a:pt x="9068" y="8812"/>
                    <a:pt x="9270" y="10227"/>
                    <a:pt x="9637" y="11362"/>
                  </a:cubicBezTo>
                  <a:cubicBezTo>
                    <a:pt x="9280" y="11605"/>
                    <a:pt x="8897" y="11797"/>
                    <a:pt x="8489" y="11941"/>
                  </a:cubicBezTo>
                  <a:cubicBezTo>
                    <a:pt x="8218" y="10652"/>
                    <a:pt x="8067" y="9031"/>
                    <a:pt x="8067" y="7356"/>
                  </a:cubicBezTo>
                  <a:cubicBezTo>
                    <a:pt x="8067" y="5683"/>
                    <a:pt x="8218" y="4062"/>
                    <a:pt x="8489" y="2774"/>
                  </a:cubicBezTo>
                  <a:close/>
                  <a:moveTo>
                    <a:pt x="7245" y="2520"/>
                  </a:moveTo>
                  <a:cubicBezTo>
                    <a:pt x="7522" y="2541"/>
                    <a:pt x="7803" y="2585"/>
                    <a:pt x="8074" y="2651"/>
                  </a:cubicBezTo>
                  <a:cubicBezTo>
                    <a:pt x="7793" y="3973"/>
                    <a:pt x="7639" y="5639"/>
                    <a:pt x="7639" y="7359"/>
                  </a:cubicBezTo>
                  <a:cubicBezTo>
                    <a:pt x="7639" y="9076"/>
                    <a:pt x="7793" y="10741"/>
                    <a:pt x="8074" y="12064"/>
                  </a:cubicBezTo>
                  <a:cubicBezTo>
                    <a:pt x="7801" y="12132"/>
                    <a:pt x="7525" y="12177"/>
                    <a:pt x="7245" y="12194"/>
                  </a:cubicBezTo>
                  <a:lnTo>
                    <a:pt x="7245" y="12194"/>
                  </a:lnTo>
                  <a:cubicBezTo>
                    <a:pt x="6916" y="10844"/>
                    <a:pt x="6738" y="9131"/>
                    <a:pt x="6738" y="7359"/>
                  </a:cubicBezTo>
                  <a:cubicBezTo>
                    <a:pt x="6738" y="5584"/>
                    <a:pt x="6916" y="3871"/>
                    <a:pt x="7245" y="2520"/>
                  </a:cubicBezTo>
                  <a:close/>
                  <a:moveTo>
                    <a:pt x="6803" y="2507"/>
                  </a:moveTo>
                  <a:cubicBezTo>
                    <a:pt x="6484" y="3874"/>
                    <a:pt x="6306" y="5591"/>
                    <a:pt x="6306" y="7356"/>
                  </a:cubicBezTo>
                  <a:cubicBezTo>
                    <a:pt x="6306" y="9124"/>
                    <a:pt x="6484" y="10841"/>
                    <a:pt x="6803" y="12208"/>
                  </a:cubicBezTo>
                  <a:cubicBezTo>
                    <a:pt x="6460" y="12204"/>
                    <a:pt x="6118" y="12177"/>
                    <a:pt x="5775" y="12126"/>
                  </a:cubicBezTo>
                  <a:lnTo>
                    <a:pt x="5778" y="12126"/>
                  </a:lnTo>
                  <a:cubicBezTo>
                    <a:pt x="5460" y="10786"/>
                    <a:pt x="5288" y="9100"/>
                    <a:pt x="5288" y="7359"/>
                  </a:cubicBezTo>
                  <a:cubicBezTo>
                    <a:pt x="5285" y="6290"/>
                    <a:pt x="5353" y="5221"/>
                    <a:pt x="5494" y="4162"/>
                  </a:cubicBezTo>
                  <a:cubicBezTo>
                    <a:pt x="5515" y="4005"/>
                    <a:pt x="5394" y="3917"/>
                    <a:pt x="5275" y="3917"/>
                  </a:cubicBezTo>
                  <a:cubicBezTo>
                    <a:pt x="5178" y="3917"/>
                    <a:pt x="5082" y="3976"/>
                    <a:pt x="5065" y="4104"/>
                  </a:cubicBezTo>
                  <a:cubicBezTo>
                    <a:pt x="4922" y="5183"/>
                    <a:pt x="4853" y="6269"/>
                    <a:pt x="4856" y="7359"/>
                  </a:cubicBezTo>
                  <a:cubicBezTo>
                    <a:pt x="4856" y="9048"/>
                    <a:pt x="5018" y="10693"/>
                    <a:pt x="5312" y="12030"/>
                  </a:cubicBezTo>
                  <a:cubicBezTo>
                    <a:pt x="5093" y="11975"/>
                    <a:pt x="4880" y="11906"/>
                    <a:pt x="4671" y="11824"/>
                  </a:cubicBezTo>
                  <a:cubicBezTo>
                    <a:pt x="4171" y="10529"/>
                    <a:pt x="3907" y="8987"/>
                    <a:pt x="3907" y="7356"/>
                  </a:cubicBezTo>
                  <a:cubicBezTo>
                    <a:pt x="3907" y="5728"/>
                    <a:pt x="4171" y="4186"/>
                    <a:pt x="4671" y="2890"/>
                  </a:cubicBezTo>
                  <a:cubicBezTo>
                    <a:pt x="4880" y="2805"/>
                    <a:pt x="5096" y="2736"/>
                    <a:pt x="5316" y="2685"/>
                  </a:cubicBezTo>
                  <a:lnTo>
                    <a:pt x="5316" y="2685"/>
                  </a:lnTo>
                  <a:cubicBezTo>
                    <a:pt x="5281" y="2843"/>
                    <a:pt x="5247" y="3004"/>
                    <a:pt x="5216" y="3171"/>
                  </a:cubicBezTo>
                  <a:cubicBezTo>
                    <a:pt x="5192" y="3288"/>
                    <a:pt x="5271" y="3401"/>
                    <a:pt x="5388" y="3422"/>
                  </a:cubicBezTo>
                  <a:cubicBezTo>
                    <a:pt x="5402" y="3425"/>
                    <a:pt x="5416" y="3426"/>
                    <a:pt x="5430" y="3426"/>
                  </a:cubicBezTo>
                  <a:cubicBezTo>
                    <a:pt x="5530" y="3426"/>
                    <a:pt x="5620" y="3353"/>
                    <a:pt x="5638" y="3250"/>
                  </a:cubicBezTo>
                  <a:cubicBezTo>
                    <a:pt x="5682" y="3024"/>
                    <a:pt x="5730" y="2801"/>
                    <a:pt x="5778" y="2589"/>
                  </a:cubicBezTo>
                  <a:cubicBezTo>
                    <a:pt x="6118" y="2538"/>
                    <a:pt x="6460" y="2510"/>
                    <a:pt x="6803" y="2507"/>
                  </a:cubicBezTo>
                  <a:close/>
                  <a:moveTo>
                    <a:pt x="9280" y="12074"/>
                  </a:moveTo>
                  <a:cubicBezTo>
                    <a:pt x="9568" y="12941"/>
                    <a:pt x="10305" y="13729"/>
                    <a:pt x="10829" y="14206"/>
                  </a:cubicBezTo>
                  <a:cubicBezTo>
                    <a:pt x="10291" y="14130"/>
                    <a:pt x="9760" y="14028"/>
                    <a:pt x="9232" y="13897"/>
                  </a:cubicBezTo>
                  <a:cubicBezTo>
                    <a:pt x="8304" y="13668"/>
                    <a:pt x="7050" y="13253"/>
                    <a:pt x="5840" y="12571"/>
                  </a:cubicBezTo>
                  <a:lnTo>
                    <a:pt x="5840" y="12571"/>
                  </a:lnTo>
                  <a:cubicBezTo>
                    <a:pt x="6164" y="12616"/>
                    <a:pt x="6489" y="12640"/>
                    <a:pt x="6816" y="12640"/>
                  </a:cubicBezTo>
                  <a:cubicBezTo>
                    <a:pt x="6838" y="12640"/>
                    <a:pt x="6860" y="12640"/>
                    <a:pt x="6882" y="12640"/>
                  </a:cubicBezTo>
                  <a:cubicBezTo>
                    <a:pt x="6889" y="12640"/>
                    <a:pt x="6896" y="12640"/>
                    <a:pt x="6904" y="12640"/>
                  </a:cubicBezTo>
                  <a:cubicBezTo>
                    <a:pt x="7729" y="12640"/>
                    <a:pt x="8543" y="12448"/>
                    <a:pt x="9280" y="12074"/>
                  </a:cubicBezTo>
                  <a:close/>
                  <a:moveTo>
                    <a:pt x="11526" y="1"/>
                  </a:moveTo>
                  <a:cubicBezTo>
                    <a:pt x="11520" y="1"/>
                    <a:pt x="11514" y="1"/>
                    <a:pt x="11508" y="2"/>
                  </a:cubicBezTo>
                  <a:cubicBezTo>
                    <a:pt x="11463" y="5"/>
                    <a:pt x="10494" y="67"/>
                    <a:pt x="9140" y="399"/>
                  </a:cubicBezTo>
                  <a:cubicBezTo>
                    <a:pt x="7896" y="708"/>
                    <a:pt x="6087" y="1331"/>
                    <a:pt x="4527" y="2479"/>
                  </a:cubicBezTo>
                  <a:cubicBezTo>
                    <a:pt x="4072" y="2657"/>
                    <a:pt x="3643" y="2904"/>
                    <a:pt x="3256" y="3209"/>
                  </a:cubicBezTo>
                  <a:cubicBezTo>
                    <a:pt x="2399" y="3881"/>
                    <a:pt x="1810" y="4768"/>
                    <a:pt x="1238" y="5628"/>
                  </a:cubicBezTo>
                  <a:cubicBezTo>
                    <a:pt x="861" y="6197"/>
                    <a:pt x="504" y="6735"/>
                    <a:pt x="76" y="7212"/>
                  </a:cubicBezTo>
                  <a:cubicBezTo>
                    <a:pt x="1" y="7294"/>
                    <a:pt x="1" y="7417"/>
                    <a:pt x="76" y="7500"/>
                  </a:cubicBezTo>
                  <a:cubicBezTo>
                    <a:pt x="504" y="7979"/>
                    <a:pt x="861" y="8517"/>
                    <a:pt x="1238" y="9086"/>
                  </a:cubicBezTo>
                  <a:cubicBezTo>
                    <a:pt x="1810" y="9943"/>
                    <a:pt x="2399" y="10830"/>
                    <a:pt x="3256" y="11502"/>
                  </a:cubicBezTo>
                  <a:cubicBezTo>
                    <a:pt x="3640" y="11807"/>
                    <a:pt x="4068" y="12054"/>
                    <a:pt x="4524" y="12232"/>
                  </a:cubicBezTo>
                  <a:cubicBezTo>
                    <a:pt x="6083" y="13383"/>
                    <a:pt x="7893" y="14007"/>
                    <a:pt x="9140" y="14315"/>
                  </a:cubicBezTo>
                  <a:cubicBezTo>
                    <a:pt x="10494" y="14648"/>
                    <a:pt x="11467" y="14709"/>
                    <a:pt x="11508" y="14709"/>
                  </a:cubicBezTo>
                  <a:lnTo>
                    <a:pt x="11522" y="14709"/>
                  </a:lnTo>
                  <a:cubicBezTo>
                    <a:pt x="11524" y="14710"/>
                    <a:pt x="11527" y="14710"/>
                    <a:pt x="11529" y="14710"/>
                  </a:cubicBezTo>
                  <a:cubicBezTo>
                    <a:pt x="11736" y="14710"/>
                    <a:pt x="11821" y="14441"/>
                    <a:pt x="11648" y="14319"/>
                  </a:cubicBezTo>
                  <a:cubicBezTo>
                    <a:pt x="11631" y="14309"/>
                    <a:pt x="10034" y="13133"/>
                    <a:pt x="9668" y="11855"/>
                  </a:cubicBezTo>
                  <a:cubicBezTo>
                    <a:pt x="9812" y="11766"/>
                    <a:pt x="9952" y="11670"/>
                    <a:pt x="10089" y="11567"/>
                  </a:cubicBezTo>
                  <a:cubicBezTo>
                    <a:pt x="10990" y="10889"/>
                    <a:pt x="11652" y="9939"/>
                    <a:pt x="11977" y="8860"/>
                  </a:cubicBezTo>
                  <a:cubicBezTo>
                    <a:pt x="11994" y="8798"/>
                    <a:pt x="12042" y="8747"/>
                    <a:pt x="12101" y="8719"/>
                  </a:cubicBezTo>
                  <a:cubicBezTo>
                    <a:pt x="12134" y="8704"/>
                    <a:pt x="12170" y="8696"/>
                    <a:pt x="12207" y="8696"/>
                  </a:cubicBezTo>
                  <a:cubicBezTo>
                    <a:pt x="12241" y="8696"/>
                    <a:pt x="12275" y="8703"/>
                    <a:pt x="12306" y="8716"/>
                  </a:cubicBezTo>
                  <a:lnTo>
                    <a:pt x="14431" y="9628"/>
                  </a:lnTo>
                  <a:cubicBezTo>
                    <a:pt x="14460" y="9640"/>
                    <a:pt x="14490" y="9646"/>
                    <a:pt x="14518" y="9646"/>
                  </a:cubicBezTo>
                  <a:cubicBezTo>
                    <a:pt x="14656" y="9646"/>
                    <a:pt x="14770" y="9508"/>
                    <a:pt x="14719" y="9360"/>
                  </a:cubicBezTo>
                  <a:lnTo>
                    <a:pt x="14146" y="7654"/>
                  </a:lnTo>
                  <a:cubicBezTo>
                    <a:pt x="14085" y="7458"/>
                    <a:pt x="14085" y="7253"/>
                    <a:pt x="14146" y="7061"/>
                  </a:cubicBezTo>
                  <a:lnTo>
                    <a:pt x="14715" y="5351"/>
                  </a:lnTo>
                  <a:cubicBezTo>
                    <a:pt x="14766" y="5204"/>
                    <a:pt x="14654" y="5067"/>
                    <a:pt x="14518" y="5067"/>
                  </a:cubicBezTo>
                  <a:cubicBezTo>
                    <a:pt x="14488" y="5067"/>
                    <a:pt x="14458" y="5073"/>
                    <a:pt x="14427" y="5087"/>
                  </a:cubicBezTo>
                  <a:lnTo>
                    <a:pt x="12303" y="5995"/>
                  </a:lnTo>
                  <a:cubicBezTo>
                    <a:pt x="12271" y="6008"/>
                    <a:pt x="12237" y="6015"/>
                    <a:pt x="12203" y="6015"/>
                  </a:cubicBezTo>
                  <a:cubicBezTo>
                    <a:pt x="12167" y="6015"/>
                    <a:pt x="12131" y="6008"/>
                    <a:pt x="12097" y="5992"/>
                  </a:cubicBezTo>
                  <a:cubicBezTo>
                    <a:pt x="12039" y="5964"/>
                    <a:pt x="11994" y="5916"/>
                    <a:pt x="11977" y="5855"/>
                  </a:cubicBezTo>
                  <a:cubicBezTo>
                    <a:pt x="11648" y="4772"/>
                    <a:pt x="10987" y="3826"/>
                    <a:pt x="10089" y="3144"/>
                  </a:cubicBezTo>
                  <a:cubicBezTo>
                    <a:pt x="9952" y="3041"/>
                    <a:pt x="9812" y="2945"/>
                    <a:pt x="9664" y="2856"/>
                  </a:cubicBezTo>
                  <a:cubicBezTo>
                    <a:pt x="10031" y="1581"/>
                    <a:pt x="11631" y="406"/>
                    <a:pt x="11648" y="392"/>
                  </a:cubicBezTo>
                  <a:cubicBezTo>
                    <a:pt x="11821" y="273"/>
                    <a:pt x="11729" y="1"/>
                    <a:pt x="11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9"/>
            <p:cNvSpPr/>
            <p:nvPr/>
          </p:nvSpPr>
          <p:spPr>
            <a:xfrm>
              <a:off x="2535088" y="4281455"/>
              <a:ext cx="48513" cy="41545"/>
            </a:xfrm>
            <a:custGeom>
              <a:rect b="b" l="l" r="r" t="t"/>
              <a:pathLst>
                <a:path extrusionOk="0" h="1586" w="1852">
                  <a:moveTo>
                    <a:pt x="1058" y="430"/>
                  </a:moveTo>
                  <a:cubicBezTo>
                    <a:pt x="1243" y="430"/>
                    <a:pt x="1419" y="574"/>
                    <a:pt x="1419" y="792"/>
                  </a:cubicBezTo>
                  <a:cubicBezTo>
                    <a:pt x="1419" y="991"/>
                    <a:pt x="1258" y="1152"/>
                    <a:pt x="1059" y="1152"/>
                  </a:cubicBezTo>
                  <a:cubicBezTo>
                    <a:pt x="737" y="1152"/>
                    <a:pt x="576" y="764"/>
                    <a:pt x="806" y="538"/>
                  </a:cubicBezTo>
                  <a:cubicBezTo>
                    <a:pt x="879" y="464"/>
                    <a:pt x="970" y="430"/>
                    <a:pt x="1058" y="430"/>
                  </a:cubicBezTo>
                  <a:close/>
                  <a:moveTo>
                    <a:pt x="1059" y="0"/>
                  </a:moveTo>
                  <a:cubicBezTo>
                    <a:pt x="354" y="0"/>
                    <a:pt x="1" y="854"/>
                    <a:pt x="501" y="1350"/>
                  </a:cubicBezTo>
                  <a:cubicBezTo>
                    <a:pt x="662" y="1513"/>
                    <a:pt x="860" y="1585"/>
                    <a:pt x="1055" y="1585"/>
                  </a:cubicBezTo>
                  <a:cubicBezTo>
                    <a:pt x="1461" y="1585"/>
                    <a:pt x="1851" y="1269"/>
                    <a:pt x="1851" y="792"/>
                  </a:cubicBezTo>
                  <a:cubicBezTo>
                    <a:pt x="1851" y="353"/>
                    <a:pt x="1495"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79"/>
          <p:cNvGrpSpPr/>
          <p:nvPr/>
        </p:nvGrpSpPr>
        <p:grpSpPr>
          <a:xfrm>
            <a:off x="3040547" y="4138456"/>
            <a:ext cx="387005" cy="345433"/>
            <a:chOff x="3040547" y="4138456"/>
            <a:chExt cx="387005" cy="345433"/>
          </a:xfrm>
        </p:grpSpPr>
        <p:sp>
          <p:nvSpPr>
            <p:cNvPr id="7714" name="Google Shape;7714;p79"/>
            <p:cNvSpPr/>
            <p:nvPr/>
          </p:nvSpPr>
          <p:spPr>
            <a:xfrm>
              <a:off x="3083638" y="4158155"/>
              <a:ext cx="54250" cy="54014"/>
            </a:xfrm>
            <a:custGeom>
              <a:rect b="b" l="l" r="r" t="t"/>
              <a:pathLst>
                <a:path extrusionOk="0" h="2062" w="2071">
                  <a:moveTo>
                    <a:pt x="893" y="0"/>
                  </a:moveTo>
                  <a:cubicBezTo>
                    <a:pt x="754" y="0"/>
                    <a:pt x="617" y="37"/>
                    <a:pt x="494" y="112"/>
                  </a:cubicBezTo>
                  <a:cubicBezTo>
                    <a:pt x="110" y="345"/>
                    <a:pt x="1" y="859"/>
                    <a:pt x="309" y="1339"/>
                  </a:cubicBezTo>
                  <a:cubicBezTo>
                    <a:pt x="556" y="1725"/>
                    <a:pt x="1043" y="2061"/>
                    <a:pt x="1425" y="2061"/>
                  </a:cubicBezTo>
                  <a:cubicBezTo>
                    <a:pt x="1521" y="2061"/>
                    <a:pt x="1610" y="2040"/>
                    <a:pt x="1687" y="1993"/>
                  </a:cubicBezTo>
                  <a:cubicBezTo>
                    <a:pt x="2070" y="1760"/>
                    <a:pt x="2009" y="979"/>
                    <a:pt x="1704" y="496"/>
                  </a:cubicBezTo>
                  <a:cubicBezTo>
                    <a:pt x="1494" y="167"/>
                    <a:pt x="1188" y="0"/>
                    <a:pt x="89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9"/>
            <p:cNvSpPr/>
            <p:nvPr/>
          </p:nvSpPr>
          <p:spPr>
            <a:xfrm>
              <a:off x="3044424" y="4206092"/>
              <a:ext cx="51264" cy="42829"/>
            </a:xfrm>
            <a:custGeom>
              <a:rect b="b" l="l" r="r" t="t"/>
              <a:pathLst>
                <a:path extrusionOk="0" h="1635" w="1957">
                  <a:moveTo>
                    <a:pt x="739" y="0"/>
                  </a:moveTo>
                  <a:cubicBezTo>
                    <a:pt x="549" y="0"/>
                    <a:pt x="374" y="75"/>
                    <a:pt x="250" y="218"/>
                  </a:cubicBezTo>
                  <a:cubicBezTo>
                    <a:pt x="0" y="503"/>
                    <a:pt x="45" y="955"/>
                    <a:pt x="418" y="1280"/>
                  </a:cubicBezTo>
                  <a:cubicBezTo>
                    <a:pt x="659" y="1490"/>
                    <a:pt x="1019" y="1635"/>
                    <a:pt x="1312" y="1635"/>
                  </a:cubicBezTo>
                  <a:cubicBezTo>
                    <a:pt x="1473" y="1635"/>
                    <a:pt x="1614" y="1591"/>
                    <a:pt x="1703" y="1489"/>
                  </a:cubicBezTo>
                  <a:cubicBezTo>
                    <a:pt x="1957" y="1202"/>
                    <a:pt x="1700" y="568"/>
                    <a:pt x="1330" y="242"/>
                  </a:cubicBezTo>
                  <a:cubicBezTo>
                    <a:pt x="1141" y="78"/>
                    <a:pt x="932" y="0"/>
                    <a:pt x="73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9"/>
            <p:cNvSpPr/>
            <p:nvPr/>
          </p:nvSpPr>
          <p:spPr>
            <a:xfrm>
              <a:off x="3207619" y="4171566"/>
              <a:ext cx="43824" cy="48199"/>
            </a:xfrm>
            <a:custGeom>
              <a:rect b="b" l="l" r="r" t="t"/>
              <a:pathLst>
                <a:path extrusionOk="0" h="1840" w="1673">
                  <a:moveTo>
                    <a:pt x="921" y="0"/>
                  </a:moveTo>
                  <a:cubicBezTo>
                    <a:pt x="649" y="0"/>
                    <a:pt x="374" y="177"/>
                    <a:pt x="216" y="512"/>
                  </a:cubicBezTo>
                  <a:cubicBezTo>
                    <a:pt x="0" y="957"/>
                    <a:pt x="17" y="1639"/>
                    <a:pt x="360" y="1803"/>
                  </a:cubicBezTo>
                  <a:cubicBezTo>
                    <a:pt x="412" y="1828"/>
                    <a:pt x="469" y="1840"/>
                    <a:pt x="528" y="1840"/>
                  </a:cubicBezTo>
                  <a:cubicBezTo>
                    <a:pt x="860" y="1840"/>
                    <a:pt x="1276" y="1482"/>
                    <a:pt x="1456" y="1104"/>
                  </a:cubicBezTo>
                  <a:cubicBezTo>
                    <a:pt x="1672" y="659"/>
                    <a:pt x="1535" y="227"/>
                    <a:pt x="1193" y="63"/>
                  </a:cubicBezTo>
                  <a:cubicBezTo>
                    <a:pt x="1105" y="21"/>
                    <a:pt x="1013" y="0"/>
                    <a:pt x="9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9"/>
            <p:cNvSpPr/>
            <p:nvPr/>
          </p:nvSpPr>
          <p:spPr>
            <a:xfrm>
              <a:off x="3093880" y="4224218"/>
              <a:ext cx="136816" cy="90111"/>
            </a:xfrm>
            <a:custGeom>
              <a:rect b="b" l="l" r="r" t="t"/>
              <a:pathLst>
                <a:path extrusionOk="0" h="3440" w="5223">
                  <a:moveTo>
                    <a:pt x="2752" y="0"/>
                  </a:moveTo>
                  <a:cubicBezTo>
                    <a:pt x="2571" y="0"/>
                    <a:pt x="2389" y="18"/>
                    <a:pt x="2211" y="54"/>
                  </a:cubicBezTo>
                  <a:cubicBezTo>
                    <a:pt x="874" y="328"/>
                    <a:pt x="0" y="1565"/>
                    <a:pt x="206" y="2566"/>
                  </a:cubicBezTo>
                  <a:cubicBezTo>
                    <a:pt x="339" y="3218"/>
                    <a:pt x="860" y="3439"/>
                    <a:pt x="1575" y="3439"/>
                  </a:cubicBezTo>
                  <a:cubicBezTo>
                    <a:pt x="1961" y="3439"/>
                    <a:pt x="2403" y="3375"/>
                    <a:pt x="2872" y="3278"/>
                  </a:cubicBezTo>
                  <a:cubicBezTo>
                    <a:pt x="4208" y="3008"/>
                    <a:pt x="5223" y="2528"/>
                    <a:pt x="4966" y="1538"/>
                  </a:cubicBezTo>
                  <a:cubicBezTo>
                    <a:pt x="4702" y="527"/>
                    <a:pt x="3866" y="211"/>
                    <a:pt x="3506" y="105"/>
                  </a:cubicBezTo>
                  <a:cubicBezTo>
                    <a:pt x="3260" y="35"/>
                    <a:pt x="3006" y="0"/>
                    <a:pt x="2752"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9"/>
            <p:cNvSpPr/>
            <p:nvPr/>
          </p:nvSpPr>
          <p:spPr>
            <a:xfrm>
              <a:off x="3149518" y="4144586"/>
              <a:ext cx="46889" cy="58101"/>
            </a:xfrm>
            <a:custGeom>
              <a:rect b="b" l="l" r="r" t="t"/>
              <a:pathLst>
                <a:path extrusionOk="0" h="2218" w="1790">
                  <a:moveTo>
                    <a:pt x="909" y="0"/>
                  </a:moveTo>
                  <a:cubicBezTo>
                    <a:pt x="522" y="0"/>
                    <a:pt x="176" y="303"/>
                    <a:pt x="93" y="805"/>
                  </a:cubicBezTo>
                  <a:cubicBezTo>
                    <a:pt x="1" y="1370"/>
                    <a:pt x="244" y="2128"/>
                    <a:pt x="690" y="2210"/>
                  </a:cubicBezTo>
                  <a:cubicBezTo>
                    <a:pt x="716" y="2215"/>
                    <a:pt x="743" y="2217"/>
                    <a:pt x="769" y="2217"/>
                  </a:cubicBezTo>
                  <a:cubicBezTo>
                    <a:pt x="1187" y="2217"/>
                    <a:pt x="1610" y="1631"/>
                    <a:pt x="1697" y="1103"/>
                  </a:cubicBezTo>
                  <a:cubicBezTo>
                    <a:pt x="1790" y="541"/>
                    <a:pt x="1492" y="95"/>
                    <a:pt x="1050" y="13"/>
                  </a:cubicBezTo>
                  <a:cubicBezTo>
                    <a:pt x="1002" y="4"/>
                    <a:pt x="956" y="0"/>
                    <a:pt x="90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9"/>
            <p:cNvSpPr/>
            <p:nvPr/>
          </p:nvSpPr>
          <p:spPr>
            <a:xfrm>
              <a:off x="3094247" y="4227309"/>
              <a:ext cx="50923" cy="86967"/>
            </a:xfrm>
            <a:custGeom>
              <a:rect b="b" l="l" r="r" t="t"/>
              <a:pathLst>
                <a:path extrusionOk="0" h="3320" w="1944">
                  <a:moveTo>
                    <a:pt x="1943" y="1"/>
                  </a:moveTo>
                  <a:cubicBezTo>
                    <a:pt x="751" y="368"/>
                    <a:pt x="0" y="1512"/>
                    <a:pt x="192" y="2448"/>
                  </a:cubicBezTo>
                  <a:cubicBezTo>
                    <a:pt x="323" y="3100"/>
                    <a:pt x="846" y="3319"/>
                    <a:pt x="1562" y="3319"/>
                  </a:cubicBezTo>
                  <a:cubicBezTo>
                    <a:pt x="1595" y="3319"/>
                    <a:pt x="1628" y="3319"/>
                    <a:pt x="1662" y="3318"/>
                  </a:cubicBezTo>
                  <a:cubicBezTo>
                    <a:pt x="1504" y="3171"/>
                    <a:pt x="1378" y="2962"/>
                    <a:pt x="1295" y="2677"/>
                  </a:cubicBezTo>
                  <a:cubicBezTo>
                    <a:pt x="1042" y="1810"/>
                    <a:pt x="1313" y="734"/>
                    <a:pt x="194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9"/>
            <p:cNvSpPr/>
            <p:nvPr/>
          </p:nvSpPr>
          <p:spPr>
            <a:xfrm>
              <a:off x="3044502" y="4209995"/>
              <a:ext cx="47072" cy="38900"/>
            </a:xfrm>
            <a:custGeom>
              <a:rect b="b" l="l" r="r" t="t"/>
              <a:pathLst>
                <a:path extrusionOk="0" h="1485" w="1797">
                  <a:moveTo>
                    <a:pt x="323" y="1"/>
                  </a:moveTo>
                  <a:cubicBezTo>
                    <a:pt x="295" y="21"/>
                    <a:pt x="271" y="42"/>
                    <a:pt x="251" y="66"/>
                  </a:cubicBezTo>
                  <a:cubicBezTo>
                    <a:pt x="1" y="354"/>
                    <a:pt x="45" y="806"/>
                    <a:pt x="419" y="1131"/>
                  </a:cubicBezTo>
                  <a:cubicBezTo>
                    <a:pt x="656" y="1341"/>
                    <a:pt x="1014" y="1485"/>
                    <a:pt x="1307" y="1485"/>
                  </a:cubicBezTo>
                  <a:cubicBezTo>
                    <a:pt x="1470" y="1485"/>
                    <a:pt x="1613" y="1440"/>
                    <a:pt x="1704" y="1337"/>
                  </a:cubicBezTo>
                  <a:cubicBezTo>
                    <a:pt x="1755" y="1272"/>
                    <a:pt x="1789" y="1193"/>
                    <a:pt x="1796" y="1107"/>
                  </a:cubicBezTo>
                  <a:lnTo>
                    <a:pt x="1796" y="1107"/>
                  </a:lnTo>
                  <a:cubicBezTo>
                    <a:pt x="1793" y="1107"/>
                    <a:pt x="1790" y="1107"/>
                    <a:pt x="1787" y="1107"/>
                  </a:cubicBezTo>
                  <a:cubicBezTo>
                    <a:pt x="1456" y="1107"/>
                    <a:pt x="1016" y="917"/>
                    <a:pt x="713" y="652"/>
                  </a:cubicBezTo>
                  <a:cubicBezTo>
                    <a:pt x="487" y="450"/>
                    <a:pt x="357" y="216"/>
                    <a:pt x="3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9"/>
            <p:cNvSpPr/>
            <p:nvPr/>
          </p:nvSpPr>
          <p:spPr>
            <a:xfrm>
              <a:off x="3083743" y="4158731"/>
              <a:ext cx="44977" cy="53438"/>
            </a:xfrm>
            <a:custGeom>
              <a:rect b="b" l="l" r="r" t="t"/>
              <a:pathLst>
                <a:path extrusionOk="0" h="2040" w="1717">
                  <a:moveTo>
                    <a:pt x="723" y="1"/>
                  </a:moveTo>
                  <a:cubicBezTo>
                    <a:pt x="641" y="18"/>
                    <a:pt x="562" y="49"/>
                    <a:pt x="490" y="90"/>
                  </a:cubicBezTo>
                  <a:cubicBezTo>
                    <a:pt x="106" y="323"/>
                    <a:pt x="0" y="837"/>
                    <a:pt x="305" y="1317"/>
                  </a:cubicBezTo>
                  <a:cubicBezTo>
                    <a:pt x="549" y="1703"/>
                    <a:pt x="1038" y="2039"/>
                    <a:pt x="1421" y="2039"/>
                  </a:cubicBezTo>
                  <a:cubicBezTo>
                    <a:pt x="1517" y="2039"/>
                    <a:pt x="1606" y="2018"/>
                    <a:pt x="1683" y="1971"/>
                  </a:cubicBezTo>
                  <a:cubicBezTo>
                    <a:pt x="1696" y="1961"/>
                    <a:pt x="1707" y="1951"/>
                    <a:pt x="1717" y="1940"/>
                  </a:cubicBezTo>
                  <a:cubicBezTo>
                    <a:pt x="1374" y="1783"/>
                    <a:pt x="1011" y="1420"/>
                    <a:pt x="809" y="1043"/>
                  </a:cubicBezTo>
                  <a:cubicBezTo>
                    <a:pt x="600" y="649"/>
                    <a:pt x="590" y="272"/>
                    <a:pt x="7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9"/>
            <p:cNvSpPr/>
            <p:nvPr/>
          </p:nvSpPr>
          <p:spPr>
            <a:xfrm>
              <a:off x="3149885" y="4144586"/>
              <a:ext cx="35206" cy="56293"/>
            </a:xfrm>
            <a:custGeom>
              <a:rect b="b" l="l" r="r" t="t"/>
              <a:pathLst>
                <a:path extrusionOk="0" h="2149" w="1344">
                  <a:moveTo>
                    <a:pt x="895" y="0"/>
                  </a:moveTo>
                  <a:cubicBezTo>
                    <a:pt x="508" y="0"/>
                    <a:pt x="162" y="303"/>
                    <a:pt x="79" y="805"/>
                  </a:cubicBezTo>
                  <a:cubicBezTo>
                    <a:pt x="1" y="1298"/>
                    <a:pt x="175" y="1936"/>
                    <a:pt x="515" y="2148"/>
                  </a:cubicBezTo>
                  <a:cubicBezTo>
                    <a:pt x="426" y="1747"/>
                    <a:pt x="443" y="1332"/>
                    <a:pt x="573" y="945"/>
                  </a:cubicBezTo>
                  <a:cubicBezTo>
                    <a:pt x="727" y="517"/>
                    <a:pt x="1015" y="243"/>
                    <a:pt x="1344" y="143"/>
                  </a:cubicBezTo>
                  <a:cubicBezTo>
                    <a:pt x="1251" y="78"/>
                    <a:pt x="1149" y="34"/>
                    <a:pt x="1036" y="13"/>
                  </a:cubicBezTo>
                  <a:cubicBezTo>
                    <a:pt x="988" y="4"/>
                    <a:pt x="942"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9"/>
            <p:cNvSpPr/>
            <p:nvPr/>
          </p:nvSpPr>
          <p:spPr>
            <a:xfrm>
              <a:off x="3208247" y="4171566"/>
              <a:ext cx="38428" cy="43300"/>
            </a:xfrm>
            <a:custGeom>
              <a:rect b="b" l="l" r="r" t="t"/>
              <a:pathLst>
                <a:path extrusionOk="0" h="1653" w="1467">
                  <a:moveTo>
                    <a:pt x="897" y="0"/>
                  </a:moveTo>
                  <a:cubicBezTo>
                    <a:pt x="625" y="0"/>
                    <a:pt x="350" y="177"/>
                    <a:pt x="192" y="512"/>
                  </a:cubicBezTo>
                  <a:cubicBezTo>
                    <a:pt x="21" y="871"/>
                    <a:pt x="0" y="1378"/>
                    <a:pt x="178" y="1653"/>
                  </a:cubicBezTo>
                  <a:cubicBezTo>
                    <a:pt x="240" y="1307"/>
                    <a:pt x="401" y="984"/>
                    <a:pt x="637" y="727"/>
                  </a:cubicBezTo>
                  <a:cubicBezTo>
                    <a:pt x="869" y="480"/>
                    <a:pt x="1145" y="358"/>
                    <a:pt x="1406" y="358"/>
                  </a:cubicBezTo>
                  <a:cubicBezTo>
                    <a:pt x="1426" y="358"/>
                    <a:pt x="1446" y="359"/>
                    <a:pt x="1467" y="361"/>
                  </a:cubicBezTo>
                  <a:cubicBezTo>
                    <a:pt x="1405" y="227"/>
                    <a:pt x="1299" y="124"/>
                    <a:pt x="1169" y="63"/>
                  </a:cubicBezTo>
                  <a:cubicBezTo>
                    <a:pt x="1081" y="21"/>
                    <a:pt x="989" y="0"/>
                    <a:pt x="8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9"/>
            <p:cNvSpPr/>
            <p:nvPr/>
          </p:nvSpPr>
          <p:spPr>
            <a:xfrm>
              <a:off x="3284815" y="4302515"/>
              <a:ext cx="43379" cy="58415"/>
            </a:xfrm>
            <a:custGeom>
              <a:rect b="b" l="l" r="r" t="t"/>
              <a:pathLst>
                <a:path extrusionOk="0" h="2230" w="1656">
                  <a:moveTo>
                    <a:pt x="817" y="1"/>
                  </a:moveTo>
                  <a:cubicBezTo>
                    <a:pt x="381" y="1"/>
                    <a:pt x="27" y="363"/>
                    <a:pt x="14" y="920"/>
                  </a:cubicBezTo>
                  <a:cubicBezTo>
                    <a:pt x="0" y="1489"/>
                    <a:pt x="346" y="2208"/>
                    <a:pt x="795" y="2229"/>
                  </a:cubicBezTo>
                  <a:cubicBezTo>
                    <a:pt x="802" y="2229"/>
                    <a:pt x="808" y="2229"/>
                    <a:pt x="815" y="2229"/>
                  </a:cubicBezTo>
                  <a:cubicBezTo>
                    <a:pt x="1259" y="2229"/>
                    <a:pt x="1628" y="1556"/>
                    <a:pt x="1642" y="992"/>
                  </a:cubicBezTo>
                  <a:cubicBezTo>
                    <a:pt x="1655" y="423"/>
                    <a:pt x="1302" y="22"/>
                    <a:pt x="853" y="2"/>
                  </a:cubicBezTo>
                  <a:cubicBezTo>
                    <a:pt x="841" y="1"/>
                    <a:pt x="829" y="1"/>
                    <a:pt x="817"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9"/>
            <p:cNvSpPr/>
            <p:nvPr/>
          </p:nvSpPr>
          <p:spPr>
            <a:xfrm>
              <a:off x="3225929" y="4318704"/>
              <a:ext cx="41571" cy="49718"/>
            </a:xfrm>
            <a:custGeom>
              <a:rect b="b" l="l" r="r" t="t"/>
              <a:pathLst>
                <a:path extrusionOk="0" h="1898" w="1587">
                  <a:moveTo>
                    <a:pt x="740" y="0"/>
                  </a:moveTo>
                  <a:cubicBezTo>
                    <a:pt x="687" y="0"/>
                    <a:pt x="633" y="7"/>
                    <a:pt x="579" y="21"/>
                  </a:cubicBezTo>
                  <a:cubicBezTo>
                    <a:pt x="213" y="120"/>
                    <a:pt x="0" y="521"/>
                    <a:pt x="127" y="1001"/>
                  </a:cubicBezTo>
                  <a:cubicBezTo>
                    <a:pt x="243" y="1437"/>
                    <a:pt x="634" y="1898"/>
                    <a:pt x="980" y="1898"/>
                  </a:cubicBezTo>
                  <a:cubicBezTo>
                    <a:pt x="1013" y="1898"/>
                    <a:pt x="1045" y="1894"/>
                    <a:pt x="1076" y="1885"/>
                  </a:cubicBezTo>
                  <a:cubicBezTo>
                    <a:pt x="1446" y="1789"/>
                    <a:pt x="1587" y="1121"/>
                    <a:pt x="1460" y="645"/>
                  </a:cubicBezTo>
                  <a:cubicBezTo>
                    <a:pt x="1349" y="235"/>
                    <a:pt x="1053" y="0"/>
                    <a:pt x="74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9"/>
            <p:cNvSpPr/>
            <p:nvPr/>
          </p:nvSpPr>
          <p:spPr>
            <a:xfrm>
              <a:off x="3370080" y="4383510"/>
              <a:ext cx="53621" cy="40183"/>
            </a:xfrm>
            <a:custGeom>
              <a:rect b="b" l="l" r="r" t="t"/>
              <a:pathLst>
                <a:path extrusionOk="0" h="1534" w="2047">
                  <a:moveTo>
                    <a:pt x="1279" y="0"/>
                  </a:moveTo>
                  <a:cubicBezTo>
                    <a:pt x="1124" y="0"/>
                    <a:pt x="957" y="46"/>
                    <a:pt x="792" y="145"/>
                  </a:cubicBezTo>
                  <a:cubicBezTo>
                    <a:pt x="367" y="395"/>
                    <a:pt x="1" y="970"/>
                    <a:pt x="192" y="1299"/>
                  </a:cubicBezTo>
                  <a:cubicBezTo>
                    <a:pt x="287" y="1462"/>
                    <a:pt x="502" y="1533"/>
                    <a:pt x="746" y="1533"/>
                  </a:cubicBezTo>
                  <a:cubicBezTo>
                    <a:pt x="996" y="1533"/>
                    <a:pt x="1276" y="1458"/>
                    <a:pt x="1491" y="1330"/>
                  </a:cubicBezTo>
                  <a:cubicBezTo>
                    <a:pt x="1916" y="1080"/>
                    <a:pt x="2046" y="645"/>
                    <a:pt x="1851" y="316"/>
                  </a:cubicBezTo>
                  <a:cubicBezTo>
                    <a:pt x="1734" y="114"/>
                    <a:pt x="1522" y="0"/>
                    <a:pt x="127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9"/>
            <p:cNvSpPr/>
            <p:nvPr/>
          </p:nvSpPr>
          <p:spPr>
            <a:xfrm>
              <a:off x="3226636" y="4381624"/>
              <a:ext cx="137812" cy="96005"/>
            </a:xfrm>
            <a:custGeom>
              <a:rect b="b" l="l" r="r" t="t"/>
              <a:pathLst>
                <a:path extrusionOk="0" h="3665" w="5261">
                  <a:moveTo>
                    <a:pt x="2438" y="1"/>
                  </a:moveTo>
                  <a:cubicBezTo>
                    <a:pt x="1512" y="1"/>
                    <a:pt x="672" y="478"/>
                    <a:pt x="388" y="1173"/>
                  </a:cubicBezTo>
                  <a:cubicBezTo>
                    <a:pt x="1" y="2122"/>
                    <a:pt x="946" y="2735"/>
                    <a:pt x="2207" y="3249"/>
                  </a:cubicBezTo>
                  <a:cubicBezTo>
                    <a:pt x="2815" y="3496"/>
                    <a:pt x="3388" y="3664"/>
                    <a:pt x="3855" y="3664"/>
                  </a:cubicBezTo>
                  <a:cubicBezTo>
                    <a:pt x="4360" y="3664"/>
                    <a:pt x="4744" y="3468"/>
                    <a:pt x="4918" y="2965"/>
                  </a:cubicBezTo>
                  <a:cubicBezTo>
                    <a:pt x="5261" y="1978"/>
                    <a:pt x="4743" y="1248"/>
                    <a:pt x="4500" y="967"/>
                  </a:cubicBezTo>
                  <a:cubicBezTo>
                    <a:pt x="4219" y="631"/>
                    <a:pt x="3859" y="367"/>
                    <a:pt x="3451" y="199"/>
                  </a:cubicBezTo>
                  <a:cubicBezTo>
                    <a:pt x="3117" y="63"/>
                    <a:pt x="2772" y="1"/>
                    <a:pt x="2438"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9"/>
            <p:cNvSpPr/>
            <p:nvPr/>
          </p:nvSpPr>
          <p:spPr>
            <a:xfrm>
              <a:off x="3334612" y="4328239"/>
              <a:ext cx="56765" cy="51892"/>
            </a:xfrm>
            <a:custGeom>
              <a:rect b="b" l="l" r="r" t="t"/>
              <a:pathLst>
                <a:path extrusionOk="0" h="1981" w="2167">
                  <a:moveTo>
                    <a:pt x="1321" y="0"/>
                  </a:moveTo>
                  <a:cubicBezTo>
                    <a:pt x="1081" y="0"/>
                    <a:pt x="824" y="111"/>
                    <a:pt x="608" y="342"/>
                  </a:cubicBezTo>
                  <a:cubicBezTo>
                    <a:pt x="220" y="760"/>
                    <a:pt x="1" y="1525"/>
                    <a:pt x="323" y="1840"/>
                  </a:cubicBezTo>
                  <a:cubicBezTo>
                    <a:pt x="423" y="1938"/>
                    <a:pt x="563" y="1980"/>
                    <a:pt x="720" y="1980"/>
                  </a:cubicBezTo>
                  <a:cubicBezTo>
                    <a:pt x="1071" y="1980"/>
                    <a:pt x="1507" y="1769"/>
                    <a:pt x="1776" y="1480"/>
                  </a:cubicBezTo>
                  <a:cubicBezTo>
                    <a:pt x="2167" y="1062"/>
                    <a:pt x="2167" y="527"/>
                    <a:pt x="1845" y="212"/>
                  </a:cubicBezTo>
                  <a:cubicBezTo>
                    <a:pt x="1701" y="73"/>
                    <a:pt x="1516" y="0"/>
                    <a:pt x="13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9"/>
            <p:cNvSpPr/>
            <p:nvPr/>
          </p:nvSpPr>
          <p:spPr>
            <a:xfrm>
              <a:off x="3229963" y="4381650"/>
              <a:ext cx="80733" cy="71093"/>
            </a:xfrm>
            <a:custGeom>
              <a:rect b="b" l="l" r="r" t="t"/>
              <a:pathLst>
                <a:path extrusionOk="0" h="2714" w="3082">
                  <a:moveTo>
                    <a:pt x="2309" y="0"/>
                  </a:moveTo>
                  <a:cubicBezTo>
                    <a:pt x="1384" y="0"/>
                    <a:pt x="546" y="475"/>
                    <a:pt x="261" y="1172"/>
                  </a:cubicBezTo>
                  <a:cubicBezTo>
                    <a:pt x="0" y="1816"/>
                    <a:pt x="350" y="2306"/>
                    <a:pt x="1001" y="2714"/>
                  </a:cubicBezTo>
                  <a:cubicBezTo>
                    <a:pt x="953" y="2505"/>
                    <a:pt x="963" y="2261"/>
                    <a:pt x="1052" y="1977"/>
                  </a:cubicBezTo>
                  <a:cubicBezTo>
                    <a:pt x="1323" y="1117"/>
                    <a:pt x="2146" y="373"/>
                    <a:pt x="3081" y="113"/>
                  </a:cubicBezTo>
                  <a:cubicBezTo>
                    <a:pt x="2824" y="36"/>
                    <a:pt x="2563" y="0"/>
                    <a:pt x="2309"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9"/>
            <p:cNvSpPr/>
            <p:nvPr/>
          </p:nvSpPr>
          <p:spPr>
            <a:xfrm>
              <a:off x="3225929" y="4318887"/>
              <a:ext cx="33582" cy="49613"/>
            </a:xfrm>
            <a:custGeom>
              <a:rect b="b" l="l" r="r" t="t"/>
              <a:pathLst>
                <a:path extrusionOk="0" h="1894" w="1282">
                  <a:moveTo>
                    <a:pt x="675" y="0"/>
                  </a:moveTo>
                  <a:cubicBezTo>
                    <a:pt x="644" y="4"/>
                    <a:pt x="610" y="7"/>
                    <a:pt x="579" y="17"/>
                  </a:cubicBezTo>
                  <a:cubicBezTo>
                    <a:pt x="213" y="113"/>
                    <a:pt x="0" y="514"/>
                    <a:pt x="127" y="994"/>
                  </a:cubicBezTo>
                  <a:cubicBezTo>
                    <a:pt x="243" y="1431"/>
                    <a:pt x="636" y="1893"/>
                    <a:pt x="983" y="1893"/>
                  </a:cubicBezTo>
                  <a:cubicBezTo>
                    <a:pt x="1015" y="1893"/>
                    <a:pt x="1046" y="1890"/>
                    <a:pt x="1076" y="1882"/>
                  </a:cubicBezTo>
                  <a:cubicBezTo>
                    <a:pt x="1158" y="1854"/>
                    <a:pt x="1230" y="1806"/>
                    <a:pt x="1282" y="1741"/>
                  </a:cubicBezTo>
                  <a:cubicBezTo>
                    <a:pt x="1008" y="1559"/>
                    <a:pt x="740" y="1152"/>
                    <a:pt x="641" y="761"/>
                  </a:cubicBezTo>
                  <a:cubicBezTo>
                    <a:pt x="562" y="466"/>
                    <a:pt x="586" y="199"/>
                    <a:pt x="6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9"/>
            <p:cNvSpPr/>
            <p:nvPr/>
          </p:nvSpPr>
          <p:spPr>
            <a:xfrm>
              <a:off x="3284815" y="4302515"/>
              <a:ext cx="28736" cy="58310"/>
            </a:xfrm>
            <a:custGeom>
              <a:rect b="b" l="l" r="r" t="t"/>
              <a:pathLst>
                <a:path extrusionOk="0" h="2226" w="1097">
                  <a:moveTo>
                    <a:pt x="817" y="1"/>
                  </a:moveTo>
                  <a:cubicBezTo>
                    <a:pt x="381" y="1"/>
                    <a:pt x="27" y="363"/>
                    <a:pt x="14" y="917"/>
                  </a:cubicBezTo>
                  <a:cubicBezTo>
                    <a:pt x="0" y="1489"/>
                    <a:pt x="346" y="2205"/>
                    <a:pt x="795" y="2226"/>
                  </a:cubicBezTo>
                  <a:cubicBezTo>
                    <a:pt x="812" y="2226"/>
                    <a:pt x="826" y="2222"/>
                    <a:pt x="843" y="2219"/>
                  </a:cubicBezTo>
                  <a:cubicBezTo>
                    <a:pt x="644" y="1900"/>
                    <a:pt x="545" y="1396"/>
                    <a:pt x="586" y="971"/>
                  </a:cubicBezTo>
                  <a:cubicBezTo>
                    <a:pt x="631" y="526"/>
                    <a:pt x="833" y="204"/>
                    <a:pt x="1097" y="56"/>
                  </a:cubicBezTo>
                  <a:cubicBezTo>
                    <a:pt x="1018" y="22"/>
                    <a:pt x="936" y="5"/>
                    <a:pt x="853" y="2"/>
                  </a:cubicBezTo>
                  <a:cubicBezTo>
                    <a:pt x="841" y="1"/>
                    <a:pt x="829" y="1"/>
                    <a:pt x="81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9"/>
            <p:cNvSpPr/>
            <p:nvPr/>
          </p:nvSpPr>
          <p:spPr>
            <a:xfrm>
              <a:off x="3336158" y="4328265"/>
              <a:ext cx="51552" cy="44505"/>
            </a:xfrm>
            <a:custGeom>
              <a:rect b="b" l="l" r="r" t="t"/>
              <a:pathLst>
                <a:path extrusionOk="0" h="1699" w="1968">
                  <a:moveTo>
                    <a:pt x="1261" y="0"/>
                  </a:moveTo>
                  <a:cubicBezTo>
                    <a:pt x="1021" y="0"/>
                    <a:pt x="766" y="111"/>
                    <a:pt x="552" y="341"/>
                  </a:cubicBezTo>
                  <a:cubicBezTo>
                    <a:pt x="209" y="705"/>
                    <a:pt x="0" y="1335"/>
                    <a:pt x="165" y="1698"/>
                  </a:cubicBezTo>
                  <a:cubicBezTo>
                    <a:pt x="312" y="1315"/>
                    <a:pt x="559" y="979"/>
                    <a:pt x="884" y="732"/>
                  </a:cubicBezTo>
                  <a:cubicBezTo>
                    <a:pt x="1141" y="540"/>
                    <a:pt x="1414" y="450"/>
                    <a:pt x="1667" y="450"/>
                  </a:cubicBezTo>
                  <a:cubicBezTo>
                    <a:pt x="1771" y="450"/>
                    <a:pt x="1872" y="466"/>
                    <a:pt x="1967" y="496"/>
                  </a:cubicBezTo>
                  <a:cubicBezTo>
                    <a:pt x="1930" y="389"/>
                    <a:pt x="1868" y="293"/>
                    <a:pt x="1786" y="215"/>
                  </a:cubicBezTo>
                  <a:cubicBezTo>
                    <a:pt x="1641" y="73"/>
                    <a:pt x="1456" y="0"/>
                    <a:pt x="126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9"/>
            <p:cNvSpPr/>
            <p:nvPr/>
          </p:nvSpPr>
          <p:spPr>
            <a:xfrm>
              <a:off x="3373852" y="4383510"/>
              <a:ext cx="47518" cy="28474"/>
            </a:xfrm>
            <a:custGeom>
              <a:rect b="b" l="l" r="r" t="t"/>
              <a:pathLst>
                <a:path extrusionOk="0" h="1087" w="1814">
                  <a:moveTo>
                    <a:pt x="1135" y="0"/>
                  </a:moveTo>
                  <a:cubicBezTo>
                    <a:pt x="980" y="0"/>
                    <a:pt x="813" y="46"/>
                    <a:pt x="648" y="145"/>
                  </a:cubicBezTo>
                  <a:cubicBezTo>
                    <a:pt x="305" y="347"/>
                    <a:pt x="4" y="761"/>
                    <a:pt x="0" y="1087"/>
                  </a:cubicBezTo>
                  <a:cubicBezTo>
                    <a:pt x="247" y="833"/>
                    <a:pt x="556" y="655"/>
                    <a:pt x="898" y="569"/>
                  </a:cubicBezTo>
                  <a:cubicBezTo>
                    <a:pt x="999" y="546"/>
                    <a:pt x="1096" y="535"/>
                    <a:pt x="1188" y="535"/>
                  </a:cubicBezTo>
                  <a:cubicBezTo>
                    <a:pt x="1425" y="535"/>
                    <a:pt x="1632" y="606"/>
                    <a:pt x="1789" y="727"/>
                  </a:cubicBezTo>
                  <a:cubicBezTo>
                    <a:pt x="1813" y="583"/>
                    <a:pt x="1782" y="439"/>
                    <a:pt x="1710" y="316"/>
                  </a:cubicBezTo>
                  <a:cubicBezTo>
                    <a:pt x="1591" y="114"/>
                    <a:pt x="1379" y="0"/>
                    <a:pt x="11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9"/>
            <p:cNvSpPr/>
            <p:nvPr/>
          </p:nvSpPr>
          <p:spPr>
            <a:xfrm>
              <a:off x="3080311" y="4152339"/>
              <a:ext cx="61794" cy="65409"/>
            </a:xfrm>
            <a:custGeom>
              <a:rect b="b" l="l" r="r" t="t"/>
              <a:pathLst>
                <a:path extrusionOk="0" h="2497" w="2359">
                  <a:moveTo>
                    <a:pt x="1022" y="430"/>
                  </a:moveTo>
                  <a:cubicBezTo>
                    <a:pt x="1252" y="430"/>
                    <a:pt x="1492" y="574"/>
                    <a:pt x="1649" y="827"/>
                  </a:cubicBezTo>
                  <a:cubicBezTo>
                    <a:pt x="1827" y="1108"/>
                    <a:pt x="1910" y="1516"/>
                    <a:pt x="1845" y="1794"/>
                  </a:cubicBezTo>
                  <a:cubicBezTo>
                    <a:pt x="1827" y="1873"/>
                    <a:pt x="1786" y="1975"/>
                    <a:pt x="1704" y="2027"/>
                  </a:cubicBezTo>
                  <a:cubicBezTo>
                    <a:pt x="1664" y="2048"/>
                    <a:pt x="1616" y="2062"/>
                    <a:pt x="1569" y="2062"/>
                  </a:cubicBezTo>
                  <a:cubicBezTo>
                    <a:pt x="1564" y="2062"/>
                    <a:pt x="1558" y="2061"/>
                    <a:pt x="1553" y="2061"/>
                  </a:cubicBezTo>
                  <a:cubicBezTo>
                    <a:pt x="1272" y="2061"/>
                    <a:pt x="837" y="1790"/>
                    <a:pt x="618" y="1441"/>
                  </a:cubicBezTo>
                  <a:cubicBezTo>
                    <a:pt x="491" y="1242"/>
                    <a:pt x="446" y="1033"/>
                    <a:pt x="491" y="848"/>
                  </a:cubicBezTo>
                  <a:cubicBezTo>
                    <a:pt x="522" y="708"/>
                    <a:pt x="611" y="584"/>
                    <a:pt x="734" y="512"/>
                  </a:cubicBezTo>
                  <a:cubicBezTo>
                    <a:pt x="820" y="457"/>
                    <a:pt x="919" y="430"/>
                    <a:pt x="1022" y="430"/>
                  </a:cubicBezTo>
                  <a:close/>
                  <a:moveTo>
                    <a:pt x="1017" y="1"/>
                  </a:moveTo>
                  <a:cubicBezTo>
                    <a:pt x="843" y="1"/>
                    <a:pt x="670" y="47"/>
                    <a:pt x="511" y="142"/>
                  </a:cubicBezTo>
                  <a:cubicBezTo>
                    <a:pt x="289" y="276"/>
                    <a:pt x="131" y="495"/>
                    <a:pt x="73" y="749"/>
                  </a:cubicBezTo>
                  <a:cubicBezTo>
                    <a:pt x="1" y="1047"/>
                    <a:pt x="66" y="1376"/>
                    <a:pt x="254" y="1674"/>
                  </a:cubicBezTo>
                  <a:cubicBezTo>
                    <a:pt x="443" y="1955"/>
                    <a:pt x="697" y="2188"/>
                    <a:pt x="998" y="2346"/>
                  </a:cubicBezTo>
                  <a:cubicBezTo>
                    <a:pt x="1169" y="2438"/>
                    <a:pt x="1361" y="2489"/>
                    <a:pt x="1553" y="2496"/>
                  </a:cubicBezTo>
                  <a:cubicBezTo>
                    <a:pt x="1687" y="2496"/>
                    <a:pt x="1814" y="2462"/>
                    <a:pt x="1930" y="2393"/>
                  </a:cubicBezTo>
                  <a:cubicBezTo>
                    <a:pt x="2095" y="2294"/>
                    <a:pt x="2215" y="2119"/>
                    <a:pt x="2266" y="1890"/>
                  </a:cubicBezTo>
                  <a:cubicBezTo>
                    <a:pt x="2359" y="1499"/>
                    <a:pt x="2256" y="978"/>
                    <a:pt x="2016" y="598"/>
                  </a:cubicBezTo>
                  <a:cubicBezTo>
                    <a:pt x="1772" y="214"/>
                    <a:pt x="1393" y="1"/>
                    <a:pt x="10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9"/>
            <p:cNvSpPr/>
            <p:nvPr/>
          </p:nvSpPr>
          <p:spPr>
            <a:xfrm>
              <a:off x="3040547" y="4200302"/>
              <a:ext cx="58101" cy="54145"/>
            </a:xfrm>
            <a:custGeom>
              <a:rect b="b" l="l" r="r" t="t"/>
              <a:pathLst>
                <a:path extrusionOk="0" h="2067" w="2218">
                  <a:moveTo>
                    <a:pt x="877" y="432"/>
                  </a:moveTo>
                  <a:cubicBezTo>
                    <a:pt x="881" y="432"/>
                    <a:pt x="885" y="432"/>
                    <a:pt x="888" y="432"/>
                  </a:cubicBezTo>
                  <a:cubicBezTo>
                    <a:pt x="1053" y="439"/>
                    <a:pt x="1214" y="508"/>
                    <a:pt x="1337" y="621"/>
                  </a:cubicBezTo>
                  <a:cubicBezTo>
                    <a:pt x="1615" y="867"/>
                    <a:pt x="1848" y="1388"/>
                    <a:pt x="1694" y="1563"/>
                  </a:cubicBezTo>
                  <a:cubicBezTo>
                    <a:pt x="1651" y="1612"/>
                    <a:pt x="1567" y="1638"/>
                    <a:pt x="1460" y="1638"/>
                  </a:cubicBezTo>
                  <a:cubicBezTo>
                    <a:pt x="1411" y="1638"/>
                    <a:pt x="1357" y="1632"/>
                    <a:pt x="1300" y="1621"/>
                  </a:cubicBezTo>
                  <a:cubicBezTo>
                    <a:pt x="1084" y="1577"/>
                    <a:pt x="882" y="1477"/>
                    <a:pt x="710" y="1337"/>
                  </a:cubicBezTo>
                  <a:cubicBezTo>
                    <a:pt x="583" y="1231"/>
                    <a:pt x="494" y="1083"/>
                    <a:pt x="463" y="919"/>
                  </a:cubicBezTo>
                  <a:cubicBezTo>
                    <a:pt x="446" y="796"/>
                    <a:pt x="481" y="669"/>
                    <a:pt x="563" y="576"/>
                  </a:cubicBezTo>
                  <a:cubicBezTo>
                    <a:pt x="643" y="486"/>
                    <a:pt x="758" y="432"/>
                    <a:pt x="877" y="432"/>
                  </a:cubicBezTo>
                  <a:close/>
                  <a:moveTo>
                    <a:pt x="885" y="0"/>
                  </a:moveTo>
                  <a:cubicBezTo>
                    <a:pt x="640" y="0"/>
                    <a:pt x="409" y="96"/>
                    <a:pt x="241" y="288"/>
                  </a:cubicBezTo>
                  <a:cubicBezTo>
                    <a:pt x="73" y="477"/>
                    <a:pt x="1" y="730"/>
                    <a:pt x="39" y="981"/>
                  </a:cubicBezTo>
                  <a:cubicBezTo>
                    <a:pt x="83" y="1244"/>
                    <a:pt x="220" y="1484"/>
                    <a:pt x="429" y="1659"/>
                  </a:cubicBezTo>
                  <a:cubicBezTo>
                    <a:pt x="652" y="1851"/>
                    <a:pt x="926" y="1985"/>
                    <a:pt x="1217" y="2043"/>
                  </a:cubicBezTo>
                  <a:cubicBezTo>
                    <a:pt x="1296" y="2060"/>
                    <a:pt x="1378" y="2067"/>
                    <a:pt x="1464" y="2067"/>
                  </a:cubicBezTo>
                  <a:cubicBezTo>
                    <a:pt x="1697" y="2067"/>
                    <a:pt x="1889" y="1995"/>
                    <a:pt x="2016" y="1848"/>
                  </a:cubicBezTo>
                  <a:cubicBezTo>
                    <a:pt x="2187" y="1652"/>
                    <a:pt x="2218" y="1361"/>
                    <a:pt x="2105" y="1029"/>
                  </a:cubicBezTo>
                  <a:cubicBezTo>
                    <a:pt x="2009" y="748"/>
                    <a:pt x="1841" y="494"/>
                    <a:pt x="1622" y="295"/>
                  </a:cubicBezTo>
                  <a:cubicBezTo>
                    <a:pt x="1396" y="99"/>
                    <a:pt x="1133" y="0"/>
                    <a:pt x="8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9"/>
            <p:cNvSpPr/>
            <p:nvPr/>
          </p:nvSpPr>
          <p:spPr>
            <a:xfrm>
              <a:off x="3145825" y="4138456"/>
              <a:ext cx="55612" cy="69312"/>
            </a:xfrm>
            <a:custGeom>
              <a:rect b="b" l="l" r="r" t="t"/>
              <a:pathLst>
                <a:path extrusionOk="0" h="2646" w="2123">
                  <a:moveTo>
                    <a:pt x="1090" y="1"/>
                  </a:moveTo>
                  <a:cubicBezTo>
                    <a:pt x="712" y="1"/>
                    <a:pt x="359" y="223"/>
                    <a:pt x="166" y="593"/>
                  </a:cubicBezTo>
                  <a:cubicBezTo>
                    <a:pt x="76" y="764"/>
                    <a:pt x="219" y="910"/>
                    <a:pt x="362" y="910"/>
                  </a:cubicBezTo>
                  <a:cubicBezTo>
                    <a:pt x="432" y="910"/>
                    <a:pt x="503" y="875"/>
                    <a:pt x="546" y="792"/>
                  </a:cubicBezTo>
                  <a:cubicBezTo>
                    <a:pt x="666" y="565"/>
                    <a:pt x="871" y="434"/>
                    <a:pt x="1093" y="434"/>
                  </a:cubicBezTo>
                  <a:cubicBezTo>
                    <a:pt x="1118" y="434"/>
                    <a:pt x="1144" y="436"/>
                    <a:pt x="1170" y="439"/>
                  </a:cubicBezTo>
                  <a:cubicBezTo>
                    <a:pt x="1314" y="456"/>
                    <a:pt x="1441" y="535"/>
                    <a:pt x="1526" y="652"/>
                  </a:cubicBezTo>
                  <a:cubicBezTo>
                    <a:pt x="1639" y="806"/>
                    <a:pt x="1681" y="1018"/>
                    <a:pt x="1643" y="1248"/>
                  </a:cubicBezTo>
                  <a:cubicBezTo>
                    <a:pt x="1567" y="1719"/>
                    <a:pt x="1183" y="2216"/>
                    <a:pt x="907" y="2216"/>
                  </a:cubicBezTo>
                  <a:cubicBezTo>
                    <a:pt x="896" y="2216"/>
                    <a:pt x="886" y="2216"/>
                    <a:pt x="875" y="2214"/>
                  </a:cubicBezTo>
                  <a:cubicBezTo>
                    <a:pt x="677" y="2187"/>
                    <a:pt x="491" y="1868"/>
                    <a:pt x="447" y="1474"/>
                  </a:cubicBezTo>
                  <a:cubicBezTo>
                    <a:pt x="431" y="1344"/>
                    <a:pt x="333" y="1283"/>
                    <a:pt x="234" y="1283"/>
                  </a:cubicBezTo>
                  <a:cubicBezTo>
                    <a:pt x="117" y="1283"/>
                    <a:pt x="0" y="1368"/>
                    <a:pt x="19" y="1522"/>
                  </a:cubicBezTo>
                  <a:cubicBezTo>
                    <a:pt x="77" y="2033"/>
                    <a:pt x="348" y="2574"/>
                    <a:pt x="814" y="2639"/>
                  </a:cubicBezTo>
                  <a:cubicBezTo>
                    <a:pt x="844" y="2646"/>
                    <a:pt x="875" y="2646"/>
                    <a:pt x="906" y="2646"/>
                  </a:cubicBezTo>
                  <a:cubicBezTo>
                    <a:pt x="1160" y="2646"/>
                    <a:pt x="1420" y="2502"/>
                    <a:pt x="1646" y="2228"/>
                  </a:cubicBezTo>
                  <a:cubicBezTo>
                    <a:pt x="1862" y="1964"/>
                    <a:pt x="2006" y="1649"/>
                    <a:pt x="2064" y="1316"/>
                  </a:cubicBezTo>
                  <a:cubicBezTo>
                    <a:pt x="2123" y="967"/>
                    <a:pt x="2054" y="641"/>
                    <a:pt x="1872" y="395"/>
                  </a:cubicBezTo>
                  <a:cubicBezTo>
                    <a:pt x="1718" y="185"/>
                    <a:pt x="1485" y="48"/>
                    <a:pt x="1228" y="11"/>
                  </a:cubicBezTo>
                  <a:cubicBezTo>
                    <a:pt x="1182" y="4"/>
                    <a:pt x="1136" y="1"/>
                    <a:pt x="10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9"/>
            <p:cNvSpPr/>
            <p:nvPr/>
          </p:nvSpPr>
          <p:spPr>
            <a:xfrm>
              <a:off x="3203663" y="4165751"/>
              <a:ext cx="51552" cy="59620"/>
            </a:xfrm>
            <a:custGeom>
              <a:rect b="b" l="l" r="r" t="t"/>
              <a:pathLst>
                <a:path extrusionOk="0" h="2276" w="1968">
                  <a:moveTo>
                    <a:pt x="1081" y="432"/>
                  </a:moveTo>
                  <a:cubicBezTo>
                    <a:pt x="1143" y="432"/>
                    <a:pt x="1204" y="446"/>
                    <a:pt x="1258" y="473"/>
                  </a:cubicBezTo>
                  <a:cubicBezTo>
                    <a:pt x="1371" y="528"/>
                    <a:pt x="1453" y="631"/>
                    <a:pt x="1484" y="751"/>
                  </a:cubicBezTo>
                  <a:cubicBezTo>
                    <a:pt x="1522" y="912"/>
                    <a:pt x="1498" y="1083"/>
                    <a:pt x="1422" y="1230"/>
                  </a:cubicBezTo>
                  <a:cubicBezTo>
                    <a:pt x="1280" y="1527"/>
                    <a:pt x="922" y="1844"/>
                    <a:pt x="694" y="1844"/>
                  </a:cubicBezTo>
                  <a:cubicBezTo>
                    <a:pt x="663" y="1844"/>
                    <a:pt x="635" y="1839"/>
                    <a:pt x="610" y="1827"/>
                  </a:cubicBezTo>
                  <a:cubicBezTo>
                    <a:pt x="401" y="1724"/>
                    <a:pt x="408" y="1155"/>
                    <a:pt x="569" y="819"/>
                  </a:cubicBezTo>
                  <a:cubicBezTo>
                    <a:pt x="634" y="668"/>
                    <a:pt x="751" y="545"/>
                    <a:pt x="902" y="470"/>
                  </a:cubicBezTo>
                  <a:cubicBezTo>
                    <a:pt x="956" y="446"/>
                    <a:pt x="1017" y="432"/>
                    <a:pt x="1081" y="432"/>
                  </a:cubicBezTo>
                  <a:close/>
                  <a:moveTo>
                    <a:pt x="1077" y="0"/>
                  </a:moveTo>
                  <a:cubicBezTo>
                    <a:pt x="960" y="0"/>
                    <a:pt x="841" y="24"/>
                    <a:pt x="727" y="76"/>
                  </a:cubicBezTo>
                  <a:cubicBezTo>
                    <a:pt x="483" y="192"/>
                    <a:pt x="288" y="387"/>
                    <a:pt x="178" y="634"/>
                  </a:cubicBezTo>
                  <a:cubicBezTo>
                    <a:pt x="55" y="905"/>
                    <a:pt x="0" y="1200"/>
                    <a:pt x="24" y="1498"/>
                  </a:cubicBezTo>
                  <a:cubicBezTo>
                    <a:pt x="52" y="1847"/>
                    <a:pt x="196" y="2104"/>
                    <a:pt x="425" y="2214"/>
                  </a:cubicBezTo>
                  <a:cubicBezTo>
                    <a:pt x="511" y="2255"/>
                    <a:pt x="600" y="2276"/>
                    <a:pt x="693" y="2276"/>
                  </a:cubicBezTo>
                  <a:cubicBezTo>
                    <a:pt x="1138" y="2276"/>
                    <a:pt x="1614" y="1827"/>
                    <a:pt x="1813" y="1415"/>
                  </a:cubicBezTo>
                  <a:cubicBezTo>
                    <a:pt x="1933" y="1176"/>
                    <a:pt x="1967" y="901"/>
                    <a:pt x="1902" y="638"/>
                  </a:cubicBezTo>
                  <a:cubicBezTo>
                    <a:pt x="1800" y="248"/>
                    <a:pt x="1451" y="0"/>
                    <a:pt x="1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9"/>
            <p:cNvSpPr/>
            <p:nvPr/>
          </p:nvSpPr>
          <p:spPr>
            <a:xfrm>
              <a:off x="3090737" y="4218403"/>
              <a:ext cx="143994" cy="101584"/>
            </a:xfrm>
            <a:custGeom>
              <a:rect b="b" l="l" r="r" t="t"/>
              <a:pathLst>
                <a:path extrusionOk="0" h="3878" w="5497">
                  <a:moveTo>
                    <a:pt x="2875" y="0"/>
                  </a:moveTo>
                  <a:cubicBezTo>
                    <a:pt x="2680" y="0"/>
                    <a:pt x="2485" y="20"/>
                    <a:pt x="2293" y="60"/>
                  </a:cubicBezTo>
                  <a:cubicBezTo>
                    <a:pt x="1611" y="197"/>
                    <a:pt x="1004" y="574"/>
                    <a:pt x="583" y="1126"/>
                  </a:cubicBezTo>
                  <a:cubicBezTo>
                    <a:pt x="172" y="1657"/>
                    <a:pt x="0" y="2274"/>
                    <a:pt x="117" y="2829"/>
                  </a:cubicBezTo>
                  <a:cubicBezTo>
                    <a:pt x="230" y="3384"/>
                    <a:pt x="593" y="3723"/>
                    <a:pt x="1200" y="3833"/>
                  </a:cubicBezTo>
                  <a:cubicBezTo>
                    <a:pt x="1364" y="3864"/>
                    <a:pt x="1532" y="3877"/>
                    <a:pt x="1700" y="3877"/>
                  </a:cubicBezTo>
                  <a:cubicBezTo>
                    <a:pt x="2063" y="3877"/>
                    <a:pt x="2505" y="3823"/>
                    <a:pt x="3040" y="3710"/>
                  </a:cubicBezTo>
                  <a:cubicBezTo>
                    <a:pt x="3849" y="3545"/>
                    <a:pt x="4404" y="3350"/>
                    <a:pt x="4781" y="3100"/>
                  </a:cubicBezTo>
                  <a:cubicBezTo>
                    <a:pt x="5295" y="2757"/>
                    <a:pt x="5497" y="2305"/>
                    <a:pt x="5380" y="1749"/>
                  </a:cubicBezTo>
                  <a:cubicBezTo>
                    <a:pt x="5288" y="1290"/>
                    <a:pt x="4993" y="862"/>
                    <a:pt x="4558" y="540"/>
                  </a:cubicBezTo>
                  <a:cubicBezTo>
                    <a:pt x="4514" y="507"/>
                    <a:pt x="4469" y="494"/>
                    <a:pt x="4427" y="494"/>
                  </a:cubicBezTo>
                  <a:cubicBezTo>
                    <a:pt x="4246" y="494"/>
                    <a:pt x="4112" y="750"/>
                    <a:pt x="4301" y="889"/>
                  </a:cubicBezTo>
                  <a:cubicBezTo>
                    <a:pt x="4651" y="1146"/>
                    <a:pt x="4884" y="1482"/>
                    <a:pt x="4959" y="1835"/>
                  </a:cubicBezTo>
                  <a:cubicBezTo>
                    <a:pt x="5034" y="2212"/>
                    <a:pt x="4904" y="2500"/>
                    <a:pt x="4541" y="2740"/>
                  </a:cubicBezTo>
                  <a:cubicBezTo>
                    <a:pt x="4212" y="2959"/>
                    <a:pt x="3705" y="3134"/>
                    <a:pt x="2951" y="3288"/>
                  </a:cubicBezTo>
                  <a:cubicBezTo>
                    <a:pt x="2427" y="3398"/>
                    <a:pt x="2015" y="3442"/>
                    <a:pt x="1697" y="3442"/>
                  </a:cubicBezTo>
                  <a:cubicBezTo>
                    <a:pt x="826" y="3442"/>
                    <a:pt x="610" y="3106"/>
                    <a:pt x="535" y="2743"/>
                  </a:cubicBezTo>
                  <a:cubicBezTo>
                    <a:pt x="364" y="1890"/>
                    <a:pt x="1111" y="742"/>
                    <a:pt x="2379" y="481"/>
                  </a:cubicBezTo>
                  <a:cubicBezTo>
                    <a:pt x="2543" y="447"/>
                    <a:pt x="2710" y="430"/>
                    <a:pt x="2877" y="430"/>
                  </a:cubicBezTo>
                  <a:cubicBezTo>
                    <a:pt x="3111" y="430"/>
                    <a:pt x="3345" y="463"/>
                    <a:pt x="3571" y="529"/>
                  </a:cubicBezTo>
                  <a:cubicBezTo>
                    <a:pt x="3592" y="536"/>
                    <a:pt x="3613" y="539"/>
                    <a:pt x="3634" y="539"/>
                  </a:cubicBezTo>
                  <a:cubicBezTo>
                    <a:pt x="3728" y="539"/>
                    <a:pt x="3813" y="478"/>
                    <a:pt x="3838" y="386"/>
                  </a:cubicBezTo>
                  <a:cubicBezTo>
                    <a:pt x="3873" y="269"/>
                    <a:pt x="3808" y="149"/>
                    <a:pt x="3691" y="118"/>
                  </a:cubicBezTo>
                  <a:cubicBezTo>
                    <a:pt x="3426" y="40"/>
                    <a:pt x="3151" y="0"/>
                    <a:pt x="28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9"/>
            <p:cNvSpPr/>
            <p:nvPr/>
          </p:nvSpPr>
          <p:spPr>
            <a:xfrm>
              <a:off x="3279341" y="4296674"/>
              <a:ext cx="54590" cy="69626"/>
            </a:xfrm>
            <a:custGeom>
              <a:rect b="b" l="l" r="r" t="t"/>
              <a:pathLst>
                <a:path extrusionOk="0" h="2658" w="2084">
                  <a:moveTo>
                    <a:pt x="1009" y="430"/>
                  </a:moveTo>
                  <a:cubicBezTo>
                    <a:pt x="1013" y="430"/>
                    <a:pt x="1017" y="430"/>
                    <a:pt x="1021" y="430"/>
                  </a:cubicBezTo>
                  <a:lnTo>
                    <a:pt x="1049" y="430"/>
                  </a:lnTo>
                  <a:cubicBezTo>
                    <a:pt x="1398" y="444"/>
                    <a:pt x="1645" y="769"/>
                    <a:pt x="1635" y="1201"/>
                  </a:cubicBezTo>
                  <a:cubicBezTo>
                    <a:pt x="1624" y="1534"/>
                    <a:pt x="1467" y="1917"/>
                    <a:pt x="1258" y="2113"/>
                  </a:cubicBezTo>
                  <a:cubicBezTo>
                    <a:pt x="1202" y="2165"/>
                    <a:pt x="1116" y="2226"/>
                    <a:pt x="1025" y="2226"/>
                  </a:cubicBezTo>
                  <a:cubicBezTo>
                    <a:pt x="1020" y="2226"/>
                    <a:pt x="1016" y="2226"/>
                    <a:pt x="1011" y="2226"/>
                  </a:cubicBezTo>
                  <a:cubicBezTo>
                    <a:pt x="730" y="2216"/>
                    <a:pt x="422" y="1633"/>
                    <a:pt x="435" y="1136"/>
                  </a:cubicBezTo>
                  <a:cubicBezTo>
                    <a:pt x="439" y="903"/>
                    <a:pt x="521" y="701"/>
                    <a:pt x="658" y="571"/>
                  </a:cubicBezTo>
                  <a:cubicBezTo>
                    <a:pt x="754" y="481"/>
                    <a:pt x="879" y="430"/>
                    <a:pt x="1009" y="430"/>
                  </a:cubicBezTo>
                  <a:close/>
                  <a:moveTo>
                    <a:pt x="1019" y="1"/>
                  </a:moveTo>
                  <a:cubicBezTo>
                    <a:pt x="776" y="1"/>
                    <a:pt x="543" y="92"/>
                    <a:pt x="367" y="259"/>
                  </a:cubicBezTo>
                  <a:cubicBezTo>
                    <a:pt x="141" y="464"/>
                    <a:pt x="14" y="773"/>
                    <a:pt x="4" y="1126"/>
                  </a:cubicBezTo>
                  <a:cubicBezTo>
                    <a:pt x="0" y="1465"/>
                    <a:pt x="86" y="1801"/>
                    <a:pt x="247" y="2099"/>
                  </a:cubicBezTo>
                  <a:cubicBezTo>
                    <a:pt x="442" y="2445"/>
                    <a:pt x="706" y="2644"/>
                    <a:pt x="990" y="2658"/>
                  </a:cubicBezTo>
                  <a:lnTo>
                    <a:pt x="1021" y="2658"/>
                  </a:lnTo>
                  <a:cubicBezTo>
                    <a:pt x="1206" y="2658"/>
                    <a:pt x="1391" y="2579"/>
                    <a:pt x="1549" y="2428"/>
                  </a:cubicBezTo>
                  <a:cubicBezTo>
                    <a:pt x="1847" y="2157"/>
                    <a:pt x="2053" y="1667"/>
                    <a:pt x="2063" y="1215"/>
                  </a:cubicBezTo>
                  <a:cubicBezTo>
                    <a:pt x="2084" y="550"/>
                    <a:pt x="1655" y="26"/>
                    <a:pt x="1069" y="2"/>
                  </a:cubicBezTo>
                  <a:cubicBezTo>
                    <a:pt x="1052" y="1"/>
                    <a:pt x="1035" y="1"/>
                    <a:pt x="1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9"/>
            <p:cNvSpPr/>
            <p:nvPr/>
          </p:nvSpPr>
          <p:spPr>
            <a:xfrm>
              <a:off x="3219642" y="4312758"/>
              <a:ext cx="53516" cy="61087"/>
            </a:xfrm>
            <a:custGeom>
              <a:rect b="b" l="l" r="r" t="t"/>
              <a:pathLst>
                <a:path extrusionOk="0" h="2332" w="2043">
                  <a:moveTo>
                    <a:pt x="977" y="433"/>
                  </a:moveTo>
                  <a:cubicBezTo>
                    <a:pt x="1066" y="433"/>
                    <a:pt x="1152" y="460"/>
                    <a:pt x="1224" y="508"/>
                  </a:cubicBezTo>
                  <a:cubicBezTo>
                    <a:pt x="1357" y="608"/>
                    <a:pt x="1450" y="752"/>
                    <a:pt x="1487" y="916"/>
                  </a:cubicBezTo>
                  <a:cubicBezTo>
                    <a:pt x="1583" y="1273"/>
                    <a:pt x="1484" y="1835"/>
                    <a:pt x="1258" y="1896"/>
                  </a:cubicBezTo>
                  <a:cubicBezTo>
                    <a:pt x="1246" y="1899"/>
                    <a:pt x="1233" y="1901"/>
                    <a:pt x="1219" y="1901"/>
                  </a:cubicBezTo>
                  <a:cubicBezTo>
                    <a:pt x="1129" y="1901"/>
                    <a:pt x="1011" y="1835"/>
                    <a:pt x="898" y="1725"/>
                  </a:cubicBezTo>
                  <a:cubicBezTo>
                    <a:pt x="744" y="1567"/>
                    <a:pt x="631" y="1372"/>
                    <a:pt x="569" y="1160"/>
                  </a:cubicBezTo>
                  <a:cubicBezTo>
                    <a:pt x="477" y="817"/>
                    <a:pt x="603" y="519"/>
                    <a:pt x="871" y="447"/>
                  </a:cubicBezTo>
                  <a:cubicBezTo>
                    <a:pt x="905" y="436"/>
                    <a:pt x="939" y="433"/>
                    <a:pt x="977" y="433"/>
                  </a:cubicBezTo>
                  <a:close/>
                  <a:moveTo>
                    <a:pt x="975" y="0"/>
                  </a:moveTo>
                  <a:cubicBezTo>
                    <a:pt x="902" y="0"/>
                    <a:pt x="829" y="10"/>
                    <a:pt x="758" y="29"/>
                  </a:cubicBezTo>
                  <a:cubicBezTo>
                    <a:pt x="261" y="162"/>
                    <a:pt x="0" y="697"/>
                    <a:pt x="151" y="1273"/>
                  </a:cubicBezTo>
                  <a:cubicBezTo>
                    <a:pt x="233" y="1557"/>
                    <a:pt x="384" y="1817"/>
                    <a:pt x="593" y="2030"/>
                  </a:cubicBezTo>
                  <a:cubicBezTo>
                    <a:pt x="795" y="2229"/>
                    <a:pt x="1011" y="2331"/>
                    <a:pt x="1213" y="2331"/>
                  </a:cubicBezTo>
                  <a:cubicBezTo>
                    <a:pt x="1265" y="2331"/>
                    <a:pt x="1316" y="2325"/>
                    <a:pt x="1368" y="2311"/>
                  </a:cubicBezTo>
                  <a:cubicBezTo>
                    <a:pt x="1909" y="2167"/>
                    <a:pt x="2043" y="1338"/>
                    <a:pt x="1902" y="803"/>
                  </a:cubicBezTo>
                  <a:cubicBezTo>
                    <a:pt x="1840" y="543"/>
                    <a:pt x="1683" y="313"/>
                    <a:pt x="1467" y="155"/>
                  </a:cubicBezTo>
                  <a:cubicBezTo>
                    <a:pt x="1322" y="54"/>
                    <a:pt x="1150" y="0"/>
                    <a:pt x="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9"/>
            <p:cNvSpPr/>
            <p:nvPr/>
          </p:nvSpPr>
          <p:spPr>
            <a:xfrm>
              <a:off x="3330395" y="4322685"/>
              <a:ext cx="65383" cy="62475"/>
            </a:xfrm>
            <a:custGeom>
              <a:rect b="b" l="l" r="r" t="t"/>
              <a:pathLst>
                <a:path extrusionOk="0" h="2385" w="2496">
                  <a:moveTo>
                    <a:pt x="1499" y="1"/>
                  </a:moveTo>
                  <a:cubicBezTo>
                    <a:pt x="1317" y="1"/>
                    <a:pt x="1130" y="48"/>
                    <a:pt x="954" y="143"/>
                  </a:cubicBezTo>
                  <a:cubicBezTo>
                    <a:pt x="738" y="257"/>
                    <a:pt x="855" y="549"/>
                    <a:pt x="1051" y="549"/>
                  </a:cubicBezTo>
                  <a:cubicBezTo>
                    <a:pt x="1085" y="549"/>
                    <a:pt x="1121" y="540"/>
                    <a:pt x="1159" y="520"/>
                  </a:cubicBezTo>
                  <a:cubicBezTo>
                    <a:pt x="1270" y="460"/>
                    <a:pt x="1385" y="430"/>
                    <a:pt x="1495" y="430"/>
                  </a:cubicBezTo>
                  <a:cubicBezTo>
                    <a:pt x="1635" y="430"/>
                    <a:pt x="1767" y="478"/>
                    <a:pt x="1872" y="571"/>
                  </a:cubicBezTo>
                  <a:cubicBezTo>
                    <a:pt x="1982" y="667"/>
                    <a:pt x="2043" y="801"/>
                    <a:pt x="2050" y="948"/>
                  </a:cubicBezTo>
                  <a:cubicBezTo>
                    <a:pt x="2057" y="1137"/>
                    <a:pt x="1975" y="1336"/>
                    <a:pt x="1814" y="1507"/>
                  </a:cubicBezTo>
                  <a:cubicBezTo>
                    <a:pt x="1564" y="1775"/>
                    <a:pt x="1158" y="1953"/>
                    <a:pt x="877" y="1953"/>
                  </a:cubicBezTo>
                  <a:cubicBezTo>
                    <a:pt x="777" y="1953"/>
                    <a:pt x="693" y="1930"/>
                    <a:pt x="638" y="1881"/>
                  </a:cubicBezTo>
                  <a:cubicBezTo>
                    <a:pt x="491" y="1747"/>
                    <a:pt x="515" y="1380"/>
                    <a:pt x="697" y="1027"/>
                  </a:cubicBezTo>
                  <a:cubicBezTo>
                    <a:pt x="784" y="855"/>
                    <a:pt x="641" y="711"/>
                    <a:pt x="498" y="711"/>
                  </a:cubicBezTo>
                  <a:cubicBezTo>
                    <a:pt x="427" y="711"/>
                    <a:pt x="356" y="747"/>
                    <a:pt x="313" y="832"/>
                  </a:cubicBezTo>
                  <a:cubicBezTo>
                    <a:pt x="80" y="1284"/>
                    <a:pt x="1" y="1887"/>
                    <a:pt x="350" y="2203"/>
                  </a:cubicBezTo>
                  <a:cubicBezTo>
                    <a:pt x="491" y="2320"/>
                    <a:pt x="668" y="2385"/>
                    <a:pt x="854" y="2385"/>
                  </a:cubicBezTo>
                  <a:cubicBezTo>
                    <a:pt x="863" y="2385"/>
                    <a:pt x="872" y="2385"/>
                    <a:pt x="882" y="2384"/>
                  </a:cubicBezTo>
                  <a:cubicBezTo>
                    <a:pt x="1015" y="2384"/>
                    <a:pt x="1145" y="2364"/>
                    <a:pt x="1276" y="2323"/>
                  </a:cubicBezTo>
                  <a:cubicBezTo>
                    <a:pt x="1601" y="2227"/>
                    <a:pt x="1896" y="2045"/>
                    <a:pt x="2132" y="1802"/>
                  </a:cubicBezTo>
                  <a:cubicBezTo>
                    <a:pt x="2372" y="1545"/>
                    <a:pt x="2496" y="1233"/>
                    <a:pt x="2482" y="928"/>
                  </a:cubicBezTo>
                  <a:cubicBezTo>
                    <a:pt x="2472" y="667"/>
                    <a:pt x="2355" y="424"/>
                    <a:pt x="2160" y="249"/>
                  </a:cubicBezTo>
                  <a:cubicBezTo>
                    <a:pt x="1976" y="85"/>
                    <a:pt x="1742"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9"/>
            <p:cNvSpPr/>
            <p:nvPr/>
          </p:nvSpPr>
          <p:spPr>
            <a:xfrm>
              <a:off x="3366858" y="4377774"/>
              <a:ext cx="60694" cy="51447"/>
            </a:xfrm>
            <a:custGeom>
              <a:rect b="b" l="l" r="r" t="t"/>
              <a:pathLst>
                <a:path extrusionOk="0" h="1964" w="2317">
                  <a:moveTo>
                    <a:pt x="1401" y="432"/>
                  </a:moveTo>
                  <a:cubicBezTo>
                    <a:pt x="1568" y="432"/>
                    <a:pt x="1711" y="504"/>
                    <a:pt x="1792" y="641"/>
                  </a:cubicBezTo>
                  <a:cubicBezTo>
                    <a:pt x="1854" y="751"/>
                    <a:pt x="1868" y="881"/>
                    <a:pt x="1823" y="997"/>
                  </a:cubicBezTo>
                  <a:cubicBezTo>
                    <a:pt x="1765" y="1152"/>
                    <a:pt x="1652" y="1282"/>
                    <a:pt x="1505" y="1361"/>
                  </a:cubicBezTo>
                  <a:cubicBezTo>
                    <a:pt x="1313" y="1470"/>
                    <a:pt x="1097" y="1529"/>
                    <a:pt x="877" y="1532"/>
                  </a:cubicBezTo>
                  <a:cubicBezTo>
                    <a:pt x="692" y="1532"/>
                    <a:pt x="545" y="1484"/>
                    <a:pt x="501" y="1405"/>
                  </a:cubicBezTo>
                  <a:cubicBezTo>
                    <a:pt x="453" y="1323"/>
                    <a:pt x="480" y="1176"/>
                    <a:pt x="569" y="1011"/>
                  </a:cubicBezTo>
                  <a:cubicBezTo>
                    <a:pt x="679" y="819"/>
                    <a:pt x="836" y="658"/>
                    <a:pt x="1021" y="545"/>
                  </a:cubicBezTo>
                  <a:cubicBezTo>
                    <a:pt x="1150" y="469"/>
                    <a:pt x="1282" y="432"/>
                    <a:pt x="1401" y="432"/>
                  </a:cubicBezTo>
                  <a:close/>
                  <a:moveTo>
                    <a:pt x="1402" y="1"/>
                  </a:moveTo>
                  <a:cubicBezTo>
                    <a:pt x="1208" y="1"/>
                    <a:pt x="1002" y="56"/>
                    <a:pt x="806" y="172"/>
                  </a:cubicBezTo>
                  <a:cubicBezTo>
                    <a:pt x="548" y="329"/>
                    <a:pt x="339" y="545"/>
                    <a:pt x="192" y="802"/>
                  </a:cubicBezTo>
                  <a:cubicBezTo>
                    <a:pt x="21" y="1111"/>
                    <a:pt x="0" y="1405"/>
                    <a:pt x="127" y="1625"/>
                  </a:cubicBezTo>
                  <a:cubicBezTo>
                    <a:pt x="257" y="1844"/>
                    <a:pt x="521" y="1964"/>
                    <a:pt x="871" y="1964"/>
                  </a:cubicBezTo>
                  <a:lnTo>
                    <a:pt x="877" y="1964"/>
                  </a:lnTo>
                  <a:cubicBezTo>
                    <a:pt x="1176" y="1960"/>
                    <a:pt x="1467" y="1878"/>
                    <a:pt x="1724" y="1731"/>
                  </a:cubicBezTo>
                  <a:cubicBezTo>
                    <a:pt x="1960" y="1601"/>
                    <a:pt x="2139" y="1388"/>
                    <a:pt x="2234" y="1138"/>
                  </a:cubicBezTo>
                  <a:cubicBezTo>
                    <a:pt x="2317" y="898"/>
                    <a:pt x="2289" y="638"/>
                    <a:pt x="2163" y="422"/>
                  </a:cubicBezTo>
                  <a:cubicBezTo>
                    <a:pt x="1999" y="146"/>
                    <a:pt x="1716" y="1"/>
                    <a:pt x="1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9"/>
            <p:cNvSpPr/>
            <p:nvPr/>
          </p:nvSpPr>
          <p:spPr>
            <a:xfrm>
              <a:off x="3225746" y="4375757"/>
              <a:ext cx="140589" cy="108133"/>
            </a:xfrm>
            <a:custGeom>
              <a:rect b="b" l="l" r="r" t="t"/>
              <a:pathLst>
                <a:path extrusionOk="0" h="4128" w="5367">
                  <a:moveTo>
                    <a:pt x="2467" y="1"/>
                  </a:moveTo>
                  <a:cubicBezTo>
                    <a:pt x="2159" y="1"/>
                    <a:pt x="1850" y="50"/>
                    <a:pt x="1553" y="149"/>
                  </a:cubicBezTo>
                  <a:cubicBezTo>
                    <a:pt x="915" y="362"/>
                    <a:pt x="432" y="780"/>
                    <a:pt x="216" y="1304"/>
                  </a:cubicBezTo>
                  <a:cubicBezTo>
                    <a:pt x="0" y="1828"/>
                    <a:pt x="113" y="2315"/>
                    <a:pt x="555" y="2743"/>
                  </a:cubicBezTo>
                  <a:cubicBezTo>
                    <a:pt x="881" y="3059"/>
                    <a:pt x="1388" y="3353"/>
                    <a:pt x="2156" y="3665"/>
                  </a:cubicBezTo>
                  <a:cubicBezTo>
                    <a:pt x="2920" y="3980"/>
                    <a:pt x="3485" y="4128"/>
                    <a:pt x="3941" y="4128"/>
                  </a:cubicBezTo>
                  <a:lnTo>
                    <a:pt x="3951" y="4128"/>
                  </a:lnTo>
                  <a:cubicBezTo>
                    <a:pt x="4558" y="4128"/>
                    <a:pt x="4979" y="3864"/>
                    <a:pt x="5192" y="3343"/>
                  </a:cubicBezTo>
                  <a:cubicBezTo>
                    <a:pt x="5367" y="2911"/>
                    <a:pt x="5363" y="2390"/>
                    <a:pt x="5178" y="1880"/>
                  </a:cubicBezTo>
                  <a:cubicBezTo>
                    <a:pt x="5141" y="1779"/>
                    <a:pt x="5061" y="1736"/>
                    <a:pt x="4981" y="1736"/>
                  </a:cubicBezTo>
                  <a:cubicBezTo>
                    <a:pt x="4847" y="1736"/>
                    <a:pt x="4712" y="1856"/>
                    <a:pt x="4774" y="2024"/>
                  </a:cubicBezTo>
                  <a:cubicBezTo>
                    <a:pt x="4921" y="2435"/>
                    <a:pt x="4928" y="2846"/>
                    <a:pt x="4791" y="3179"/>
                  </a:cubicBezTo>
                  <a:cubicBezTo>
                    <a:pt x="4678" y="3453"/>
                    <a:pt x="4478" y="3696"/>
                    <a:pt x="3958" y="3696"/>
                  </a:cubicBezTo>
                  <a:cubicBezTo>
                    <a:pt x="3594" y="3696"/>
                    <a:pt x="3074" y="3578"/>
                    <a:pt x="2317" y="3268"/>
                  </a:cubicBezTo>
                  <a:cubicBezTo>
                    <a:pt x="1604" y="2976"/>
                    <a:pt x="1138" y="2712"/>
                    <a:pt x="854" y="2435"/>
                  </a:cubicBezTo>
                  <a:cubicBezTo>
                    <a:pt x="545" y="2133"/>
                    <a:pt x="466" y="1825"/>
                    <a:pt x="614" y="1469"/>
                  </a:cubicBezTo>
                  <a:cubicBezTo>
                    <a:pt x="778" y="1064"/>
                    <a:pt x="1172" y="732"/>
                    <a:pt x="1686" y="557"/>
                  </a:cubicBezTo>
                  <a:cubicBezTo>
                    <a:pt x="1941" y="472"/>
                    <a:pt x="2204" y="429"/>
                    <a:pt x="2467" y="429"/>
                  </a:cubicBezTo>
                  <a:cubicBezTo>
                    <a:pt x="2785" y="429"/>
                    <a:pt x="3101" y="491"/>
                    <a:pt x="3400" y="615"/>
                  </a:cubicBezTo>
                  <a:cubicBezTo>
                    <a:pt x="3777" y="769"/>
                    <a:pt x="4106" y="1013"/>
                    <a:pt x="4366" y="1321"/>
                  </a:cubicBezTo>
                  <a:cubicBezTo>
                    <a:pt x="4414" y="1378"/>
                    <a:pt x="4472" y="1402"/>
                    <a:pt x="4528" y="1402"/>
                  </a:cubicBezTo>
                  <a:cubicBezTo>
                    <a:pt x="4687" y="1402"/>
                    <a:pt x="4833" y="1209"/>
                    <a:pt x="4698" y="1047"/>
                  </a:cubicBezTo>
                  <a:cubicBezTo>
                    <a:pt x="4393" y="680"/>
                    <a:pt x="4006" y="396"/>
                    <a:pt x="3564" y="218"/>
                  </a:cubicBezTo>
                  <a:cubicBezTo>
                    <a:pt x="3213" y="73"/>
                    <a:pt x="2840"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79"/>
          <p:cNvGrpSpPr/>
          <p:nvPr/>
        </p:nvGrpSpPr>
        <p:grpSpPr>
          <a:xfrm>
            <a:off x="3635776" y="4118522"/>
            <a:ext cx="271406" cy="385381"/>
            <a:chOff x="3635776" y="4118522"/>
            <a:chExt cx="271406" cy="385381"/>
          </a:xfrm>
        </p:grpSpPr>
        <p:sp>
          <p:nvSpPr>
            <p:cNvPr id="7745" name="Google Shape;7745;p79"/>
            <p:cNvSpPr/>
            <p:nvPr/>
          </p:nvSpPr>
          <p:spPr>
            <a:xfrm>
              <a:off x="3641984" y="4124285"/>
              <a:ext cx="188525" cy="373881"/>
            </a:xfrm>
            <a:custGeom>
              <a:rect b="b" l="l" r="r" t="t"/>
              <a:pathLst>
                <a:path extrusionOk="0" h="14273" w="7197">
                  <a:moveTo>
                    <a:pt x="3598" y="0"/>
                  </a:moveTo>
                  <a:cubicBezTo>
                    <a:pt x="2536" y="0"/>
                    <a:pt x="1676" y="860"/>
                    <a:pt x="1676" y="1922"/>
                  </a:cubicBezTo>
                  <a:lnTo>
                    <a:pt x="1676" y="8252"/>
                  </a:lnTo>
                  <a:cubicBezTo>
                    <a:pt x="501" y="9088"/>
                    <a:pt x="0" y="10589"/>
                    <a:pt x="439" y="11966"/>
                  </a:cubicBezTo>
                  <a:cubicBezTo>
                    <a:pt x="878" y="13341"/>
                    <a:pt x="2156" y="14273"/>
                    <a:pt x="3598" y="14273"/>
                  </a:cubicBezTo>
                  <a:cubicBezTo>
                    <a:pt x="5041" y="14273"/>
                    <a:pt x="6319" y="13341"/>
                    <a:pt x="6758" y="11966"/>
                  </a:cubicBezTo>
                  <a:cubicBezTo>
                    <a:pt x="7197" y="10589"/>
                    <a:pt x="6696" y="9088"/>
                    <a:pt x="5521" y="8252"/>
                  </a:cubicBezTo>
                  <a:lnTo>
                    <a:pt x="5521" y="1922"/>
                  </a:lnTo>
                  <a:cubicBezTo>
                    <a:pt x="5521" y="860"/>
                    <a:pt x="4661" y="0"/>
                    <a:pt x="359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9"/>
            <p:cNvSpPr/>
            <p:nvPr/>
          </p:nvSpPr>
          <p:spPr>
            <a:xfrm>
              <a:off x="3669175" y="4154802"/>
              <a:ext cx="123457" cy="312847"/>
            </a:xfrm>
            <a:custGeom>
              <a:rect b="b" l="l" r="r" t="t"/>
              <a:pathLst>
                <a:path extrusionOk="0" h="11943" w="4713">
                  <a:moveTo>
                    <a:pt x="2560" y="0"/>
                  </a:moveTo>
                  <a:cubicBezTo>
                    <a:pt x="2142" y="0"/>
                    <a:pt x="1803" y="339"/>
                    <a:pt x="1803" y="757"/>
                  </a:cubicBezTo>
                  <a:lnTo>
                    <a:pt x="1803" y="7686"/>
                  </a:lnTo>
                  <a:lnTo>
                    <a:pt x="1313" y="8036"/>
                  </a:lnTo>
                  <a:cubicBezTo>
                    <a:pt x="1" y="8968"/>
                    <a:pt x="141" y="10959"/>
                    <a:pt x="1574" y="11699"/>
                  </a:cubicBezTo>
                  <a:cubicBezTo>
                    <a:pt x="1896" y="11866"/>
                    <a:pt x="2232" y="11942"/>
                    <a:pt x="2559" y="11942"/>
                  </a:cubicBezTo>
                  <a:cubicBezTo>
                    <a:pt x="3685" y="11942"/>
                    <a:pt x="4710" y="11038"/>
                    <a:pt x="4712" y="9790"/>
                  </a:cubicBezTo>
                  <a:cubicBezTo>
                    <a:pt x="4712" y="9095"/>
                    <a:pt x="4373" y="8440"/>
                    <a:pt x="3808" y="8036"/>
                  </a:cubicBezTo>
                  <a:lnTo>
                    <a:pt x="3318" y="7690"/>
                  </a:lnTo>
                  <a:lnTo>
                    <a:pt x="3318" y="757"/>
                  </a:lnTo>
                  <a:cubicBezTo>
                    <a:pt x="3318" y="339"/>
                    <a:pt x="2979" y="0"/>
                    <a:pt x="2560"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9"/>
            <p:cNvSpPr/>
            <p:nvPr/>
          </p:nvSpPr>
          <p:spPr>
            <a:xfrm>
              <a:off x="3675095" y="4154802"/>
              <a:ext cx="61165" cy="312847"/>
            </a:xfrm>
            <a:custGeom>
              <a:rect b="b" l="l" r="r" t="t"/>
              <a:pathLst>
                <a:path extrusionOk="0" h="11943" w="2335">
                  <a:moveTo>
                    <a:pt x="2334" y="0"/>
                  </a:moveTo>
                  <a:cubicBezTo>
                    <a:pt x="1916" y="0"/>
                    <a:pt x="1577" y="339"/>
                    <a:pt x="1577" y="757"/>
                  </a:cubicBezTo>
                  <a:lnTo>
                    <a:pt x="1577" y="7690"/>
                  </a:lnTo>
                  <a:lnTo>
                    <a:pt x="1087" y="8036"/>
                  </a:lnTo>
                  <a:cubicBezTo>
                    <a:pt x="326" y="8581"/>
                    <a:pt x="1" y="9554"/>
                    <a:pt x="285" y="10445"/>
                  </a:cubicBezTo>
                  <a:cubicBezTo>
                    <a:pt x="570" y="11336"/>
                    <a:pt x="1399" y="11942"/>
                    <a:pt x="2334" y="11942"/>
                  </a:cubicBezTo>
                  <a:cubicBezTo>
                    <a:pt x="1656" y="11942"/>
                    <a:pt x="1108" y="10980"/>
                    <a:pt x="1104" y="9790"/>
                  </a:cubicBezTo>
                  <a:cubicBezTo>
                    <a:pt x="1104" y="8427"/>
                    <a:pt x="2047" y="7690"/>
                    <a:pt x="2047" y="7690"/>
                  </a:cubicBezTo>
                  <a:lnTo>
                    <a:pt x="2047" y="757"/>
                  </a:lnTo>
                  <a:cubicBezTo>
                    <a:pt x="2047" y="339"/>
                    <a:pt x="2095" y="0"/>
                    <a:pt x="23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9"/>
            <p:cNvSpPr/>
            <p:nvPr/>
          </p:nvSpPr>
          <p:spPr>
            <a:xfrm>
              <a:off x="3716404" y="4154802"/>
              <a:ext cx="39685" cy="86182"/>
            </a:xfrm>
            <a:custGeom>
              <a:rect b="b" l="l" r="r" t="t"/>
              <a:pathLst>
                <a:path extrusionOk="0" h="3290" w="1515">
                  <a:moveTo>
                    <a:pt x="757" y="0"/>
                  </a:moveTo>
                  <a:cubicBezTo>
                    <a:pt x="339" y="0"/>
                    <a:pt x="0" y="339"/>
                    <a:pt x="0" y="757"/>
                  </a:cubicBezTo>
                  <a:lnTo>
                    <a:pt x="0" y="3290"/>
                  </a:lnTo>
                  <a:lnTo>
                    <a:pt x="1515" y="3290"/>
                  </a:lnTo>
                  <a:lnTo>
                    <a:pt x="1515" y="757"/>
                  </a:lnTo>
                  <a:cubicBezTo>
                    <a:pt x="1515" y="339"/>
                    <a:pt x="1176" y="0"/>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9"/>
            <p:cNvSpPr/>
            <p:nvPr/>
          </p:nvSpPr>
          <p:spPr>
            <a:xfrm>
              <a:off x="3635776" y="4118522"/>
              <a:ext cx="200942" cy="385381"/>
            </a:xfrm>
            <a:custGeom>
              <a:rect b="b" l="l" r="r" t="t"/>
              <a:pathLst>
                <a:path extrusionOk="0" h="14712" w="7671">
                  <a:moveTo>
                    <a:pt x="3835" y="1"/>
                  </a:moveTo>
                  <a:cubicBezTo>
                    <a:pt x="2650" y="1"/>
                    <a:pt x="1694" y="960"/>
                    <a:pt x="1694" y="2142"/>
                  </a:cubicBezTo>
                  <a:lnTo>
                    <a:pt x="1694" y="8362"/>
                  </a:lnTo>
                  <a:cubicBezTo>
                    <a:pt x="484" y="9280"/>
                    <a:pt x="1" y="10867"/>
                    <a:pt x="484" y="12306"/>
                  </a:cubicBezTo>
                  <a:cubicBezTo>
                    <a:pt x="971" y="13742"/>
                    <a:pt x="2317" y="14712"/>
                    <a:pt x="3835" y="14712"/>
                  </a:cubicBezTo>
                  <a:cubicBezTo>
                    <a:pt x="5350" y="14712"/>
                    <a:pt x="6700" y="13742"/>
                    <a:pt x="7183" y="12306"/>
                  </a:cubicBezTo>
                  <a:cubicBezTo>
                    <a:pt x="7670" y="10867"/>
                    <a:pt x="7183" y="9280"/>
                    <a:pt x="5977" y="8362"/>
                  </a:cubicBezTo>
                  <a:lnTo>
                    <a:pt x="5977" y="4569"/>
                  </a:lnTo>
                  <a:cubicBezTo>
                    <a:pt x="5977" y="4423"/>
                    <a:pt x="5868" y="4350"/>
                    <a:pt x="5758" y="4350"/>
                  </a:cubicBezTo>
                  <a:cubicBezTo>
                    <a:pt x="5648" y="4350"/>
                    <a:pt x="5539" y="4423"/>
                    <a:pt x="5539" y="4569"/>
                  </a:cubicBezTo>
                  <a:lnTo>
                    <a:pt x="5539" y="8472"/>
                  </a:lnTo>
                  <a:cubicBezTo>
                    <a:pt x="5539" y="8540"/>
                    <a:pt x="5573" y="8609"/>
                    <a:pt x="5631" y="8650"/>
                  </a:cubicBezTo>
                  <a:cubicBezTo>
                    <a:pt x="6728" y="9431"/>
                    <a:pt x="7197" y="10833"/>
                    <a:pt x="6786" y="12118"/>
                  </a:cubicBezTo>
                  <a:cubicBezTo>
                    <a:pt x="6375" y="13399"/>
                    <a:pt x="5182" y="14273"/>
                    <a:pt x="3835" y="14273"/>
                  </a:cubicBezTo>
                  <a:cubicBezTo>
                    <a:pt x="2489" y="14273"/>
                    <a:pt x="1293" y="13399"/>
                    <a:pt x="885" y="12118"/>
                  </a:cubicBezTo>
                  <a:cubicBezTo>
                    <a:pt x="474" y="10833"/>
                    <a:pt x="940" y="9431"/>
                    <a:pt x="2040" y="8650"/>
                  </a:cubicBezTo>
                  <a:cubicBezTo>
                    <a:pt x="2098" y="8609"/>
                    <a:pt x="2132" y="8540"/>
                    <a:pt x="2132" y="8472"/>
                  </a:cubicBezTo>
                  <a:lnTo>
                    <a:pt x="2132" y="2142"/>
                  </a:lnTo>
                  <a:cubicBezTo>
                    <a:pt x="2132" y="1203"/>
                    <a:pt x="2893" y="439"/>
                    <a:pt x="3835" y="439"/>
                  </a:cubicBezTo>
                  <a:cubicBezTo>
                    <a:pt x="4774" y="439"/>
                    <a:pt x="5539" y="1203"/>
                    <a:pt x="5539" y="2142"/>
                  </a:cubicBezTo>
                  <a:lnTo>
                    <a:pt x="5539" y="3695"/>
                  </a:lnTo>
                  <a:cubicBezTo>
                    <a:pt x="5539" y="3815"/>
                    <a:pt x="5638" y="3914"/>
                    <a:pt x="5758" y="3914"/>
                  </a:cubicBezTo>
                  <a:cubicBezTo>
                    <a:pt x="5878" y="3914"/>
                    <a:pt x="5977" y="3815"/>
                    <a:pt x="5977" y="3695"/>
                  </a:cubicBezTo>
                  <a:lnTo>
                    <a:pt x="5977" y="2142"/>
                  </a:lnTo>
                  <a:cubicBezTo>
                    <a:pt x="5977" y="960"/>
                    <a:pt x="5018" y="1"/>
                    <a:pt x="3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9"/>
            <p:cNvSpPr/>
            <p:nvPr/>
          </p:nvSpPr>
          <p:spPr>
            <a:xfrm>
              <a:off x="3665848" y="4149144"/>
              <a:ext cx="132442" cy="324216"/>
            </a:xfrm>
            <a:custGeom>
              <a:rect b="b" l="l" r="r" t="t"/>
              <a:pathLst>
                <a:path extrusionOk="0" h="12377" w="5056">
                  <a:moveTo>
                    <a:pt x="2687" y="435"/>
                  </a:moveTo>
                  <a:lnTo>
                    <a:pt x="2687" y="439"/>
                  </a:lnTo>
                  <a:cubicBezTo>
                    <a:pt x="2986" y="439"/>
                    <a:pt x="3225" y="679"/>
                    <a:pt x="3225" y="977"/>
                  </a:cubicBezTo>
                  <a:lnTo>
                    <a:pt x="3225" y="1618"/>
                  </a:lnTo>
                  <a:lnTo>
                    <a:pt x="2149" y="1618"/>
                  </a:lnTo>
                  <a:lnTo>
                    <a:pt x="2149" y="977"/>
                  </a:lnTo>
                  <a:cubicBezTo>
                    <a:pt x="2146" y="679"/>
                    <a:pt x="2389" y="435"/>
                    <a:pt x="2687" y="435"/>
                  </a:cubicBezTo>
                  <a:close/>
                  <a:moveTo>
                    <a:pt x="3225" y="2056"/>
                  </a:moveTo>
                  <a:lnTo>
                    <a:pt x="3225" y="3287"/>
                  </a:lnTo>
                  <a:lnTo>
                    <a:pt x="2149" y="3287"/>
                  </a:lnTo>
                  <a:lnTo>
                    <a:pt x="2149" y="2056"/>
                  </a:lnTo>
                  <a:close/>
                  <a:moveTo>
                    <a:pt x="3225" y="3725"/>
                  </a:moveTo>
                  <a:lnTo>
                    <a:pt x="3225" y="4959"/>
                  </a:lnTo>
                  <a:lnTo>
                    <a:pt x="2149" y="4959"/>
                  </a:lnTo>
                  <a:lnTo>
                    <a:pt x="2149" y="3725"/>
                  </a:lnTo>
                  <a:close/>
                  <a:moveTo>
                    <a:pt x="3225" y="5394"/>
                  </a:moveTo>
                  <a:lnTo>
                    <a:pt x="3225" y="6628"/>
                  </a:lnTo>
                  <a:lnTo>
                    <a:pt x="2149" y="6628"/>
                  </a:lnTo>
                  <a:lnTo>
                    <a:pt x="2149" y="5394"/>
                  </a:lnTo>
                  <a:close/>
                  <a:moveTo>
                    <a:pt x="2684" y="0"/>
                  </a:moveTo>
                  <a:cubicBezTo>
                    <a:pt x="2146" y="0"/>
                    <a:pt x="1711" y="435"/>
                    <a:pt x="1711" y="973"/>
                  </a:cubicBezTo>
                  <a:lnTo>
                    <a:pt x="1711" y="7793"/>
                  </a:lnTo>
                  <a:lnTo>
                    <a:pt x="1313" y="8074"/>
                  </a:lnTo>
                  <a:cubicBezTo>
                    <a:pt x="265" y="8821"/>
                    <a:pt x="1" y="10263"/>
                    <a:pt x="720" y="11329"/>
                  </a:cubicBezTo>
                  <a:cubicBezTo>
                    <a:pt x="768" y="11403"/>
                    <a:pt x="833" y="11433"/>
                    <a:pt x="898" y="11433"/>
                  </a:cubicBezTo>
                  <a:cubicBezTo>
                    <a:pt x="1053" y="11433"/>
                    <a:pt x="1202" y="11258"/>
                    <a:pt x="1084" y="11086"/>
                  </a:cubicBezTo>
                  <a:cubicBezTo>
                    <a:pt x="498" y="10215"/>
                    <a:pt x="710" y="9037"/>
                    <a:pt x="1567" y="8430"/>
                  </a:cubicBezTo>
                  <a:lnTo>
                    <a:pt x="2054" y="8081"/>
                  </a:lnTo>
                  <a:cubicBezTo>
                    <a:pt x="2112" y="8039"/>
                    <a:pt x="2146" y="7974"/>
                    <a:pt x="2146" y="7902"/>
                  </a:cubicBezTo>
                  <a:lnTo>
                    <a:pt x="2146" y="7059"/>
                  </a:lnTo>
                  <a:lnTo>
                    <a:pt x="3225" y="7059"/>
                  </a:lnTo>
                  <a:lnTo>
                    <a:pt x="3225" y="7902"/>
                  </a:lnTo>
                  <a:cubicBezTo>
                    <a:pt x="3225" y="7974"/>
                    <a:pt x="3260" y="8039"/>
                    <a:pt x="3315" y="8081"/>
                  </a:cubicBezTo>
                  <a:lnTo>
                    <a:pt x="3805" y="8430"/>
                  </a:lnTo>
                  <a:cubicBezTo>
                    <a:pt x="4490" y="8917"/>
                    <a:pt x="4781" y="9794"/>
                    <a:pt x="4528" y="10592"/>
                  </a:cubicBezTo>
                  <a:cubicBezTo>
                    <a:pt x="4271" y="11394"/>
                    <a:pt x="3527" y="11939"/>
                    <a:pt x="2684" y="11939"/>
                  </a:cubicBezTo>
                  <a:lnTo>
                    <a:pt x="2687" y="11939"/>
                  </a:lnTo>
                  <a:cubicBezTo>
                    <a:pt x="2682" y="11939"/>
                    <a:pt x="2677" y="11939"/>
                    <a:pt x="2671" y="11939"/>
                  </a:cubicBezTo>
                  <a:cubicBezTo>
                    <a:pt x="2279" y="11939"/>
                    <a:pt x="1898" y="11816"/>
                    <a:pt x="1581" y="11593"/>
                  </a:cubicBezTo>
                  <a:cubicBezTo>
                    <a:pt x="1537" y="11562"/>
                    <a:pt x="1493" y="11549"/>
                    <a:pt x="1451" y="11549"/>
                  </a:cubicBezTo>
                  <a:cubicBezTo>
                    <a:pt x="1266" y="11549"/>
                    <a:pt x="1134" y="11812"/>
                    <a:pt x="1330" y="11949"/>
                  </a:cubicBezTo>
                  <a:cubicBezTo>
                    <a:pt x="1735" y="12233"/>
                    <a:pt x="2208" y="12376"/>
                    <a:pt x="2684" y="12376"/>
                  </a:cubicBezTo>
                  <a:cubicBezTo>
                    <a:pt x="3059" y="12376"/>
                    <a:pt x="3436" y="12287"/>
                    <a:pt x="3781" y="12107"/>
                  </a:cubicBezTo>
                  <a:cubicBezTo>
                    <a:pt x="4565" y="11699"/>
                    <a:pt x="5055" y="10891"/>
                    <a:pt x="5055" y="10006"/>
                  </a:cubicBezTo>
                  <a:cubicBezTo>
                    <a:pt x="5055" y="9239"/>
                    <a:pt x="4682" y="8519"/>
                    <a:pt x="4058" y="8074"/>
                  </a:cubicBezTo>
                  <a:lnTo>
                    <a:pt x="3661" y="7793"/>
                  </a:lnTo>
                  <a:lnTo>
                    <a:pt x="3661" y="973"/>
                  </a:lnTo>
                  <a:cubicBezTo>
                    <a:pt x="3661" y="435"/>
                    <a:pt x="3225" y="0"/>
                    <a:pt x="26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9"/>
            <p:cNvSpPr/>
            <p:nvPr/>
          </p:nvSpPr>
          <p:spPr>
            <a:xfrm>
              <a:off x="3843869" y="4172117"/>
              <a:ext cx="63313" cy="107740"/>
            </a:xfrm>
            <a:custGeom>
              <a:rect b="b" l="l" r="r" t="t"/>
              <a:pathLst>
                <a:path extrusionOk="0" h="4113" w="2417">
                  <a:moveTo>
                    <a:pt x="1203" y="0"/>
                  </a:moveTo>
                  <a:cubicBezTo>
                    <a:pt x="439" y="0"/>
                    <a:pt x="0" y="446"/>
                    <a:pt x="0" y="1220"/>
                  </a:cubicBezTo>
                  <a:lnTo>
                    <a:pt x="0" y="2889"/>
                  </a:lnTo>
                  <a:cubicBezTo>
                    <a:pt x="0" y="3307"/>
                    <a:pt x="117" y="3626"/>
                    <a:pt x="353" y="3835"/>
                  </a:cubicBezTo>
                  <a:cubicBezTo>
                    <a:pt x="559" y="4017"/>
                    <a:pt x="850" y="4113"/>
                    <a:pt x="1200" y="4113"/>
                  </a:cubicBezTo>
                  <a:cubicBezTo>
                    <a:pt x="1916" y="4113"/>
                    <a:pt x="2416" y="3701"/>
                    <a:pt x="2416" y="3115"/>
                  </a:cubicBezTo>
                  <a:cubicBezTo>
                    <a:pt x="2416" y="2889"/>
                    <a:pt x="2320" y="2841"/>
                    <a:pt x="2169" y="2841"/>
                  </a:cubicBezTo>
                  <a:cubicBezTo>
                    <a:pt x="2015" y="2841"/>
                    <a:pt x="1933" y="2900"/>
                    <a:pt x="1923" y="3013"/>
                  </a:cubicBezTo>
                  <a:cubicBezTo>
                    <a:pt x="1888" y="3270"/>
                    <a:pt x="1840" y="3660"/>
                    <a:pt x="1234" y="3660"/>
                  </a:cubicBezTo>
                  <a:cubicBezTo>
                    <a:pt x="734" y="3660"/>
                    <a:pt x="494" y="3407"/>
                    <a:pt x="494" y="2889"/>
                  </a:cubicBezTo>
                  <a:lnTo>
                    <a:pt x="494" y="1220"/>
                  </a:lnTo>
                  <a:cubicBezTo>
                    <a:pt x="494" y="706"/>
                    <a:pt x="737" y="449"/>
                    <a:pt x="1217" y="449"/>
                  </a:cubicBezTo>
                  <a:cubicBezTo>
                    <a:pt x="1772" y="449"/>
                    <a:pt x="1905" y="789"/>
                    <a:pt x="1923" y="1073"/>
                  </a:cubicBezTo>
                  <a:cubicBezTo>
                    <a:pt x="1926" y="1186"/>
                    <a:pt x="2015" y="1248"/>
                    <a:pt x="2169" y="1248"/>
                  </a:cubicBezTo>
                  <a:cubicBezTo>
                    <a:pt x="2320" y="1248"/>
                    <a:pt x="2416" y="1203"/>
                    <a:pt x="2416" y="977"/>
                  </a:cubicBezTo>
                  <a:cubicBezTo>
                    <a:pt x="2416" y="401"/>
                    <a:pt x="191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9"/>
            <p:cNvSpPr/>
            <p:nvPr/>
          </p:nvSpPr>
          <p:spPr>
            <a:xfrm>
              <a:off x="3808218" y="4137068"/>
              <a:ext cx="43746" cy="37406"/>
            </a:xfrm>
            <a:custGeom>
              <a:rect b="b" l="l" r="r" t="t"/>
              <a:pathLst>
                <a:path extrusionOk="0" h="1428" w="1670">
                  <a:moveTo>
                    <a:pt x="952" y="438"/>
                  </a:moveTo>
                  <a:cubicBezTo>
                    <a:pt x="1095" y="438"/>
                    <a:pt x="1231" y="548"/>
                    <a:pt x="1231" y="715"/>
                  </a:cubicBezTo>
                  <a:cubicBezTo>
                    <a:pt x="1231" y="869"/>
                    <a:pt x="1108" y="992"/>
                    <a:pt x="957" y="992"/>
                  </a:cubicBezTo>
                  <a:cubicBezTo>
                    <a:pt x="710" y="992"/>
                    <a:pt x="587" y="694"/>
                    <a:pt x="758" y="519"/>
                  </a:cubicBezTo>
                  <a:cubicBezTo>
                    <a:pt x="815" y="463"/>
                    <a:pt x="884" y="438"/>
                    <a:pt x="952" y="438"/>
                  </a:cubicBezTo>
                  <a:close/>
                  <a:moveTo>
                    <a:pt x="950" y="0"/>
                  </a:moveTo>
                  <a:cubicBezTo>
                    <a:pt x="774" y="0"/>
                    <a:pt x="595" y="66"/>
                    <a:pt x="450" y="211"/>
                  </a:cubicBezTo>
                  <a:cubicBezTo>
                    <a:pt x="1" y="660"/>
                    <a:pt x="319" y="1428"/>
                    <a:pt x="957" y="1428"/>
                  </a:cubicBezTo>
                  <a:cubicBezTo>
                    <a:pt x="1347" y="1428"/>
                    <a:pt x="1670" y="1109"/>
                    <a:pt x="1670" y="715"/>
                  </a:cubicBezTo>
                  <a:cubicBezTo>
                    <a:pt x="1670" y="284"/>
                    <a:pt x="1317" y="0"/>
                    <a:pt x="9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3" name="Google Shape;7753;p79"/>
          <p:cNvGrpSpPr/>
          <p:nvPr/>
        </p:nvGrpSpPr>
        <p:grpSpPr>
          <a:xfrm>
            <a:off x="1358016" y="3195384"/>
            <a:ext cx="414641" cy="367699"/>
            <a:chOff x="1358016" y="3195384"/>
            <a:chExt cx="414641" cy="367699"/>
          </a:xfrm>
        </p:grpSpPr>
        <p:sp>
          <p:nvSpPr>
            <p:cNvPr id="7754" name="Google Shape;7754;p79"/>
            <p:cNvSpPr/>
            <p:nvPr/>
          </p:nvSpPr>
          <p:spPr>
            <a:xfrm>
              <a:off x="1418055" y="3251127"/>
              <a:ext cx="181715" cy="166915"/>
            </a:xfrm>
            <a:custGeom>
              <a:rect b="b" l="l" r="r" t="t"/>
              <a:pathLst>
                <a:path extrusionOk="0" h="6372" w="6937">
                  <a:moveTo>
                    <a:pt x="3478" y="0"/>
                  </a:moveTo>
                  <a:cubicBezTo>
                    <a:pt x="3461" y="0"/>
                    <a:pt x="3444" y="0"/>
                    <a:pt x="3427" y="1"/>
                  </a:cubicBezTo>
                  <a:cubicBezTo>
                    <a:pt x="1522" y="28"/>
                    <a:pt x="1" y="1587"/>
                    <a:pt x="14" y="3489"/>
                  </a:cubicBezTo>
                  <a:lnTo>
                    <a:pt x="14" y="3585"/>
                  </a:lnTo>
                  <a:cubicBezTo>
                    <a:pt x="18" y="3599"/>
                    <a:pt x="18" y="3609"/>
                    <a:pt x="18" y="3619"/>
                  </a:cubicBezTo>
                  <a:cubicBezTo>
                    <a:pt x="18" y="3640"/>
                    <a:pt x="18" y="3660"/>
                    <a:pt x="21" y="3681"/>
                  </a:cubicBezTo>
                  <a:cubicBezTo>
                    <a:pt x="21" y="3695"/>
                    <a:pt x="21" y="3705"/>
                    <a:pt x="21" y="3719"/>
                  </a:cubicBezTo>
                  <a:cubicBezTo>
                    <a:pt x="21" y="3736"/>
                    <a:pt x="25" y="3756"/>
                    <a:pt x="28" y="3774"/>
                  </a:cubicBezTo>
                  <a:cubicBezTo>
                    <a:pt x="28" y="3791"/>
                    <a:pt x="28" y="3801"/>
                    <a:pt x="31" y="3811"/>
                  </a:cubicBezTo>
                  <a:cubicBezTo>
                    <a:pt x="31" y="3825"/>
                    <a:pt x="35" y="3849"/>
                    <a:pt x="35" y="3866"/>
                  </a:cubicBezTo>
                  <a:cubicBezTo>
                    <a:pt x="38" y="3883"/>
                    <a:pt x="38" y="3893"/>
                    <a:pt x="38" y="3904"/>
                  </a:cubicBezTo>
                  <a:cubicBezTo>
                    <a:pt x="42" y="3917"/>
                    <a:pt x="45" y="3941"/>
                    <a:pt x="45" y="3959"/>
                  </a:cubicBezTo>
                  <a:cubicBezTo>
                    <a:pt x="49" y="3976"/>
                    <a:pt x="49" y="3983"/>
                    <a:pt x="52" y="3996"/>
                  </a:cubicBezTo>
                  <a:cubicBezTo>
                    <a:pt x="52" y="4010"/>
                    <a:pt x="55" y="4031"/>
                    <a:pt x="59" y="4048"/>
                  </a:cubicBezTo>
                  <a:cubicBezTo>
                    <a:pt x="62" y="4065"/>
                    <a:pt x="62" y="4075"/>
                    <a:pt x="66" y="4089"/>
                  </a:cubicBezTo>
                  <a:cubicBezTo>
                    <a:pt x="66" y="4099"/>
                    <a:pt x="72" y="4123"/>
                    <a:pt x="76" y="4140"/>
                  </a:cubicBezTo>
                  <a:cubicBezTo>
                    <a:pt x="79" y="4157"/>
                    <a:pt x="79" y="4164"/>
                    <a:pt x="83" y="4178"/>
                  </a:cubicBezTo>
                  <a:cubicBezTo>
                    <a:pt x="86" y="4192"/>
                    <a:pt x="90" y="4212"/>
                    <a:pt x="93" y="4229"/>
                  </a:cubicBezTo>
                  <a:cubicBezTo>
                    <a:pt x="96" y="4246"/>
                    <a:pt x="100" y="4253"/>
                    <a:pt x="100" y="4267"/>
                  </a:cubicBezTo>
                  <a:cubicBezTo>
                    <a:pt x="103" y="4277"/>
                    <a:pt x="110" y="4305"/>
                    <a:pt x="114" y="4322"/>
                  </a:cubicBezTo>
                  <a:lnTo>
                    <a:pt x="120" y="4353"/>
                  </a:lnTo>
                  <a:cubicBezTo>
                    <a:pt x="127" y="4377"/>
                    <a:pt x="134" y="4397"/>
                    <a:pt x="141" y="4421"/>
                  </a:cubicBezTo>
                  <a:lnTo>
                    <a:pt x="144" y="4442"/>
                  </a:lnTo>
                  <a:cubicBezTo>
                    <a:pt x="155" y="4469"/>
                    <a:pt x="162" y="4497"/>
                    <a:pt x="172" y="4527"/>
                  </a:cubicBezTo>
                  <a:lnTo>
                    <a:pt x="179" y="4551"/>
                  </a:lnTo>
                  <a:cubicBezTo>
                    <a:pt x="186" y="4572"/>
                    <a:pt x="192" y="4593"/>
                    <a:pt x="199" y="4610"/>
                  </a:cubicBezTo>
                  <a:cubicBezTo>
                    <a:pt x="203" y="4620"/>
                    <a:pt x="206" y="4634"/>
                    <a:pt x="210" y="4644"/>
                  </a:cubicBezTo>
                  <a:cubicBezTo>
                    <a:pt x="216" y="4661"/>
                    <a:pt x="223" y="4678"/>
                    <a:pt x="227" y="4695"/>
                  </a:cubicBezTo>
                  <a:lnTo>
                    <a:pt x="240" y="4730"/>
                  </a:lnTo>
                  <a:lnTo>
                    <a:pt x="261" y="4778"/>
                  </a:lnTo>
                  <a:lnTo>
                    <a:pt x="275" y="4812"/>
                  </a:lnTo>
                  <a:cubicBezTo>
                    <a:pt x="282" y="4829"/>
                    <a:pt x="288" y="4846"/>
                    <a:pt x="295" y="4860"/>
                  </a:cubicBezTo>
                  <a:lnTo>
                    <a:pt x="309" y="4897"/>
                  </a:lnTo>
                  <a:cubicBezTo>
                    <a:pt x="316" y="4911"/>
                    <a:pt x="323" y="4925"/>
                    <a:pt x="329" y="4942"/>
                  </a:cubicBezTo>
                  <a:lnTo>
                    <a:pt x="347" y="4976"/>
                  </a:lnTo>
                  <a:lnTo>
                    <a:pt x="367" y="5021"/>
                  </a:lnTo>
                  <a:lnTo>
                    <a:pt x="384" y="5055"/>
                  </a:lnTo>
                  <a:lnTo>
                    <a:pt x="408" y="5103"/>
                  </a:lnTo>
                  <a:lnTo>
                    <a:pt x="425" y="5134"/>
                  </a:lnTo>
                  <a:lnTo>
                    <a:pt x="453" y="5182"/>
                  </a:lnTo>
                  <a:lnTo>
                    <a:pt x="470" y="5213"/>
                  </a:lnTo>
                  <a:lnTo>
                    <a:pt x="501" y="5264"/>
                  </a:lnTo>
                  <a:lnTo>
                    <a:pt x="515" y="5288"/>
                  </a:lnTo>
                  <a:cubicBezTo>
                    <a:pt x="528" y="5312"/>
                    <a:pt x="545" y="5336"/>
                    <a:pt x="559" y="5360"/>
                  </a:cubicBezTo>
                  <a:lnTo>
                    <a:pt x="566" y="5370"/>
                  </a:lnTo>
                  <a:cubicBezTo>
                    <a:pt x="580" y="5394"/>
                    <a:pt x="597" y="5415"/>
                    <a:pt x="610" y="5435"/>
                  </a:cubicBezTo>
                  <a:lnTo>
                    <a:pt x="628" y="5459"/>
                  </a:lnTo>
                  <a:lnTo>
                    <a:pt x="658" y="5507"/>
                  </a:lnTo>
                  <a:lnTo>
                    <a:pt x="679" y="5535"/>
                  </a:lnTo>
                  <a:lnTo>
                    <a:pt x="713" y="5576"/>
                  </a:lnTo>
                  <a:lnTo>
                    <a:pt x="734" y="5607"/>
                  </a:lnTo>
                  <a:lnTo>
                    <a:pt x="765" y="5648"/>
                  </a:lnTo>
                  <a:lnTo>
                    <a:pt x="789" y="5675"/>
                  </a:lnTo>
                  <a:lnTo>
                    <a:pt x="820" y="5716"/>
                  </a:lnTo>
                  <a:lnTo>
                    <a:pt x="844" y="5744"/>
                  </a:lnTo>
                  <a:lnTo>
                    <a:pt x="878" y="5782"/>
                  </a:lnTo>
                  <a:lnTo>
                    <a:pt x="902" y="5809"/>
                  </a:lnTo>
                  <a:lnTo>
                    <a:pt x="939" y="5847"/>
                  </a:lnTo>
                  <a:lnTo>
                    <a:pt x="963" y="5874"/>
                  </a:lnTo>
                  <a:lnTo>
                    <a:pt x="1001" y="5912"/>
                  </a:lnTo>
                  <a:lnTo>
                    <a:pt x="1022" y="5936"/>
                  </a:lnTo>
                  <a:lnTo>
                    <a:pt x="1066" y="5977"/>
                  </a:lnTo>
                  <a:lnTo>
                    <a:pt x="1083" y="5997"/>
                  </a:lnTo>
                  <a:cubicBezTo>
                    <a:pt x="1104" y="6015"/>
                    <a:pt x="1128" y="6035"/>
                    <a:pt x="1149" y="6056"/>
                  </a:cubicBezTo>
                  <a:cubicBezTo>
                    <a:pt x="1169" y="6076"/>
                    <a:pt x="1193" y="6097"/>
                    <a:pt x="1214" y="6114"/>
                  </a:cubicBezTo>
                  <a:cubicBezTo>
                    <a:pt x="1323" y="6207"/>
                    <a:pt x="1440" y="6292"/>
                    <a:pt x="1556" y="6371"/>
                  </a:cubicBezTo>
                  <a:cubicBezTo>
                    <a:pt x="1928" y="6042"/>
                    <a:pt x="2401" y="5868"/>
                    <a:pt x="2882" y="5868"/>
                  </a:cubicBezTo>
                  <a:cubicBezTo>
                    <a:pt x="3093" y="5868"/>
                    <a:pt x="3306" y="5901"/>
                    <a:pt x="3513" y="5970"/>
                  </a:cubicBezTo>
                  <a:cubicBezTo>
                    <a:pt x="3856" y="4459"/>
                    <a:pt x="5199" y="3386"/>
                    <a:pt x="6748" y="3386"/>
                  </a:cubicBezTo>
                  <a:cubicBezTo>
                    <a:pt x="6813" y="3386"/>
                    <a:pt x="6875" y="3386"/>
                    <a:pt x="6936" y="3390"/>
                  </a:cubicBezTo>
                  <a:cubicBezTo>
                    <a:pt x="6899" y="1505"/>
                    <a:pt x="5357" y="0"/>
                    <a:pt x="3478"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9"/>
            <p:cNvSpPr/>
            <p:nvPr/>
          </p:nvSpPr>
          <p:spPr>
            <a:xfrm>
              <a:off x="1459967" y="3251048"/>
              <a:ext cx="139803" cy="168067"/>
            </a:xfrm>
            <a:custGeom>
              <a:rect b="b" l="l" r="r" t="t"/>
              <a:pathLst>
                <a:path extrusionOk="0" h="6416" w="5337">
                  <a:moveTo>
                    <a:pt x="2030" y="0"/>
                  </a:moveTo>
                  <a:cubicBezTo>
                    <a:pt x="676" y="757"/>
                    <a:pt x="1" y="2334"/>
                    <a:pt x="388" y="3838"/>
                  </a:cubicBezTo>
                  <a:cubicBezTo>
                    <a:pt x="775" y="5343"/>
                    <a:pt x="2125" y="6401"/>
                    <a:pt x="3678" y="6415"/>
                  </a:cubicBezTo>
                  <a:cubicBezTo>
                    <a:pt x="3839" y="6316"/>
                    <a:pt x="3993" y="6203"/>
                    <a:pt x="4137" y="6079"/>
                  </a:cubicBezTo>
                  <a:cubicBezTo>
                    <a:pt x="4158" y="6062"/>
                    <a:pt x="4178" y="6042"/>
                    <a:pt x="4202" y="6021"/>
                  </a:cubicBezTo>
                  <a:cubicBezTo>
                    <a:pt x="4226" y="6000"/>
                    <a:pt x="4247" y="5983"/>
                    <a:pt x="4267" y="5963"/>
                  </a:cubicBezTo>
                  <a:lnTo>
                    <a:pt x="4284" y="5942"/>
                  </a:lnTo>
                  <a:lnTo>
                    <a:pt x="4329" y="5901"/>
                  </a:lnTo>
                  <a:lnTo>
                    <a:pt x="4349" y="5877"/>
                  </a:lnTo>
                  <a:lnTo>
                    <a:pt x="4387" y="5839"/>
                  </a:lnTo>
                  <a:lnTo>
                    <a:pt x="4411" y="5812"/>
                  </a:lnTo>
                  <a:lnTo>
                    <a:pt x="4449" y="5774"/>
                  </a:lnTo>
                  <a:lnTo>
                    <a:pt x="4473" y="5747"/>
                  </a:lnTo>
                  <a:lnTo>
                    <a:pt x="4507" y="5709"/>
                  </a:lnTo>
                  <a:lnTo>
                    <a:pt x="4531" y="5682"/>
                  </a:lnTo>
                  <a:lnTo>
                    <a:pt x="4562" y="5641"/>
                  </a:lnTo>
                  <a:lnTo>
                    <a:pt x="4586" y="5613"/>
                  </a:lnTo>
                  <a:lnTo>
                    <a:pt x="4617" y="5572"/>
                  </a:lnTo>
                  <a:lnTo>
                    <a:pt x="4641" y="5541"/>
                  </a:lnTo>
                  <a:lnTo>
                    <a:pt x="4672" y="5500"/>
                  </a:lnTo>
                  <a:lnTo>
                    <a:pt x="4692" y="5473"/>
                  </a:lnTo>
                  <a:lnTo>
                    <a:pt x="4723" y="5425"/>
                  </a:lnTo>
                  <a:lnTo>
                    <a:pt x="4740" y="5401"/>
                  </a:lnTo>
                  <a:cubicBezTo>
                    <a:pt x="4757" y="5380"/>
                    <a:pt x="4771" y="5360"/>
                    <a:pt x="4785" y="5336"/>
                  </a:cubicBezTo>
                  <a:lnTo>
                    <a:pt x="4791" y="5325"/>
                  </a:lnTo>
                  <a:cubicBezTo>
                    <a:pt x="4805" y="5301"/>
                    <a:pt x="4822" y="5277"/>
                    <a:pt x="4836" y="5253"/>
                  </a:cubicBezTo>
                  <a:lnTo>
                    <a:pt x="4850" y="5229"/>
                  </a:lnTo>
                  <a:cubicBezTo>
                    <a:pt x="4860" y="5212"/>
                    <a:pt x="4870" y="5195"/>
                    <a:pt x="4881" y="5178"/>
                  </a:cubicBezTo>
                  <a:lnTo>
                    <a:pt x="4898" y="5147"/>
                  </a:lnTo>
                  <a:cubicBezTo>
                    <a:pt x="4908" y="5130"/>
                    <a:pt x="4915" y="5116"/>
                    <a:pt x="4925" y="5099"/>
                  </a:cubicBezTo>
                  <a:lnTo>
                    <a:pt x="4942" y="5068"/>
                  </a:lnTo>
                  <a:lnTo>
                    <a:pt x="4966" y="5020"/>
                  </a:lnTo>
                  <a:lnTo>
                    <a:pt x="4983" y="4986"/>
                  </a:lnTo>
                  <a:lnTo>
                    <a:pt x="5004" y="4942"/>
                  </a:lnTo>
                  <a:lnTo>
                    <a:pt x="5021" y="4907"/>
                  </a:lnTo>
                  <a:lnTo>
                    <a:pt x="5042" y="4863"/>
                  </a:lnTo>
                  <a:lnTo>
                    <a:pt x="5055" y="4825"/>
                  </a:lnTo>
                  <a:lnTo>
                    <a:pt x="5076" y="4781"/>
                  </a:lnTo>
                  <a:lnTo>
                    <a:pt x="5093" y="4743"/>
                  </a:lnTo>
                  <a:cubicBezTo>
                    <a:pt x="5100" y="4726"/>
                    <a:pt x="5107" y="4712"/>
                    <a:pt x="5114" y="4695"/>
                  </a:cubicBezTo>
                  <a:lnTo>
                    <a:pt x="5124" y="4661"/>
                  </a:lnTo>
                  <a:cubicBezTo>
                    <a:pt x="5131" y="4643"/>
                    <a:pt x="5138" y="4626"/>
                    <a:pt x="5144" y="4609"/>
                  </a:cubicBezTo>
                  <a:lnTo>
                    <a:pt x="5155" y="4575"/>
                  </a:lnTo>
                  <a:cubicBezTo>
                    <a:pt x="5162" y="4554"/>
                    <a:pt x="5168" y="4534"/>
                    <a:pt x="5175" y="4517"/>
                  </a:cubicBezTo>
                  <a:cubicBezTo>
                    <a:pt x="5175" y="4506"/>
                    <a:pt x="5179" y="4500"/>
                    <a:pt x="5182" y="4493"/>
                  </a:cubicBezTo>
                  <a:cubicBezTo>
                    <a:pt x="5192" y="4462"/>
                    <a:pt x="5199" y="4434"/>
                    <a:pt x="5206" y="4407"/>
                  </a:cubicBezTo>
                  <a:lnTo>
                    <a:pt x="5213" y="4386"/>
                  </a:lnTo>
                  <a:cubicBezTo>
                    <a:pt x="5220" y="4362"/>
                    <a:pt x="5227" y="4342"/>
                    <a:pt x="5230" y="4318"/>
                  </a:cubicBezTo>
                  <a:lnTo>
                    <a:pt x="5237" y="4287"/>
                  </a:lnTo>
                  <a:cubicBezTo>
                    <a:pt x="5244" y="4270"/>
                    <a:pt x="5247" y="4249"/>
                    <a:pt x="5251" y="4232"/>
                  </a:cubicBezTo>
                  <a:lnTo>
                    <a:pt x="5261" y="4195"/>
                  </a:lnTo>
                  <a:cubicBezTo>
                    <a:pt x="5264" y="4177"/>
                    <a:pt x="5268" y="4160"/>
                    <a:pt x="5271" y="4143"/>
                  </a:cubicBezTo>
                  <a:cubicBezTo>
                    <a:pt x="5275" y="4126"/>
                    <a:pt x="5275" y="4116"/>
                    <a:pt x="5278" y="4105"/>
                  </a:cubicBezTo>
                  <a:cubicBezTo>
                    <a:pt x="5282" y="4092"/>
                    <a:pt x="5285" y="4071"/>
                    <a:pt x="5288" y="4054"/>
                  </a:cubicBezTo>
                  <a:cubicBezTo>
                    <a:pt x="5292" y="4037"/>
                    <a:pt x="5292" y="4027"/>
                    <a:pt x="5295" y="4013"/>
                  </a:cubicBezTo>
                  <a:cubicBezTo>
                    <a:pt x="5295" y="4003"/>
                    <a:pt x="5299" y="3979"/>
                    <a:pt x="5302" y="3962"/>
                  </a:cubicBezTo>
                  <a:lnTo>
                    <a:pt x="5306" y="3924"/>
                  </a:lnTo>
                  <a:cubicBezTo>
                    <a:pt x="5309" y="3907"/>
                    <a:pt x="5312" y="3890"/>
                    <a:pt x="5312" y="3872"/>
                  </a:cubicBezTo>
                  <a:cubicBezTo>
                    <a:pt x="5312" y="3859"/>
                    <a:pt x="5316" y="3845"/>
                    <a:pt x="5319" y="3831"/>
                  </a:cubicBezTo>
                  <a:cubicBezTo>
                    <a:pt x="5319" y="3818"/>
                    <a:pt x="5323" y="3797"/>
                    <a:pt x="5323" y="3777"/>
                  </a:cubicBezTo>
                  <a:cubicBezTo>
                    <a:pt x="5326" y="3759"/>
                    <a:pt x="5326" y="3753"/>
                    <a:pt x="5326" y="3739"/>
                  </a:cubicBezTo>
                  <a:cubicBezTo>
                    <a:pt x="5326" y="3725"/>
                    <a:pt x="5330" y="3701"/>
                    <a:pt x="5330" y="3684"/>
                  </a:cubicBezTo>
                  <a:cubicBezTo>
                    <a:pt x="5330" y="3670"/>
                    <a:pt x="5330" y="3660"/>
                    <a:pt x="5333" y="3646"/>
                  </a:cubicBezTo>
                  <a:cubicBezTo>
                    <a:pt x="5333" y="3626"/>
                    <a:pt x="5333" y="3605"/>
                    <a:pt x="5336" y="3585"/>
                  </a:cubicBezTo>
                  <a:lnTo>
                    <a:pt x="5336" y="3554"/>
                  </a:lnTo>
                  <a:lnTo>
                    <a:pt x="5336" y="3461"/>
                  </a:lnTo>
                  <a:cubicBezTo>
                    <a:pt x="5336" y="2368"/>
                    <a:pt x="4822" y="1340"/>
                    <a:pt x="3945" y="686"/>
                  </a:cubicBezTo>
                  <a:lnTo>
                    <a:pt x="3949" y="686"/>
                  </a:lnTo>
                  <a:cubicBezTo>
                    <a:pt x="3393" y="267"/>
                    <a:pt x="2725" y="28"/>
                    <a:pt x="203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9"/>
            <p:cNvSpPr/>
            <p:nvPr/>
          </p:nvSpPr>
          <p:spPr>
            <a:xfrm>
              <a:off x="1440766" y="3274545"/>
              <a:ext cx="136921" cy="132992"/>
            </a:xfrm>
            <a:custGeom>
              <a:rect b="b" l="l" r="r" t="t"/>
              <a:pathLst>
                <a:path extrusionOk="0" h="5077" w="5227">
                  <a:moveTo>
                    <a:pt x="2454" y="1"/>
                  </a:moveTo>
                  <a:lnTo>
                    <a:pt x="2416" y="4"/>
                  </a:lnTo>
                  <a:lnTo>
                    <a:pt x="2389" y="8"/>
                  </a:lnTo>
                  <a:lnTo>
                    <a:pt x="2351" y="8"/>
                  </a:lnTo>
                  <a:lnTo>
                    <a:pt x="2324" y="11"/>
                  </a:lnTo>
                  <a:lnTo>
                    <a:pt x="2290" y="15"/>
                  </a:lnTo>
                  <a:lnTo>
                    <a:pt x="2259" y="15"/>
                  </a:lnTo>
                  <a:lnTo>
                    <a:pt x="2224" y="18"/>
                  </a:lnTo>
                  <a:lnTo>
                    <a:pt x="2197" y="22"/>
                  </a:lnTo>
                  <a:lnTo>
                    <a:pt x="2163" y="28"/>
                  </a:lnTo>
                  <a:lnTo>
                    <a:pt x="2149" y="32"/>
                  </a:lnTo>
                  <a:lnTo>
                    <a:pt x="2132" y="35"/>
                  </a:lnTo>
                  <a:lnTo>
                    <a:pt x="2101" y="35"/>
                  </a:lnTo>
                  <a:lnTo>
                    <a:pt x="2070" y="39"/>
                  </a:lnTo>
                  <a:lnTo>
                    <a:pt x="2036" y="46"/>
                  </a:lnTo>
                  <a:lnTo>
                    <a:pt x="2009" y="52"/>
                  </a:lnTo>
                  <a:lnTo>
                    <a:pt x="1974" y="63"/>
                  </a:lnTo>
                  <a:lnTo>
                    <a:pt x="1947" y="70"/>
                  </a:lnTo>
                  <a:lnTo>
                    <a:pt x="1916" y="76"/>
                  </a:lnTo>
                  <a:lnTo>
                    <a:pt x="1885" y="87"/>
                  </a:lnTo>
                  <a:lnTo>
                    <a:pt x="1854" y="94"/>
                  </a:lnTo>
                  <a:lnTo>
                    <a:pt x="1827" y="104"/>
                  </a:lnTo>
                  <a:lnTo>
                    <a:pt x="1810" y="107"/>
                  </a:lnTo>
                  <a:lnTo>
                    <a:pt x="1793" y="114"/>
                  </a:lnTo>
                  <a:lnTo>
                    <a:pt x="1779" y="118"/>
                  </a:lnTo>
                  <a:lnTo>
                    <a:pt x="1765" y="121"/>
                  </a:lnTo>
                  <a:lnTo>
                    <a:pt x="1734" y="135"/>
                  </a:lnTo>
                  <a:lnTo>
                    <a:pt x="1707" y="141"/>
                  </a:lnTo>
                  <a:lnTo>
                    <a:pt x="1673" y="155"/>
                  </a:lnTo>
                  <a:lnTo>
                    <a:pt x="1649" y="165"/>
                  </a:lnTo>
                  <a:lnTo>
                    <a:pt x="1601" y="186"/>
                  </a:lnTo>
                  <a:lnTo>
                    <a:pt x="1573" y="196"/>
                  </a:lnTo>
                  <a:lnTo>
                    <a:pt x="1556" y="203"/>
                  </a:lnTo>
                  <a:lnTo>
                    <a:pt x="1539" y="213"/>
                  </a:lnTo>
                  <a:lnTo>
                    <a:pt x="1512" y="224"/>
                  </a:lnTo>
                  <a:lnTo>
                    <a:pt x="1498" y="231"/>
                  </a:lnTo>
                  <a:lnTo>
                    <a:pt x="1481" y="237"/>
                  </a:lnTo>
                  <a:lnTo>
                    <a:pt x="1457" y="251"/>
                  </a:lnTo>
                  <a:lnTo>
                    <a:pt x="1426" y="265"/>
                  </a:lnTo>
                  <a:lnTo>
                    <a:pt x="1402" y="279"/>
                  </a:lnTo>
                  <a:lnTo>
                    <a:pt x="1375" y="292"/>
                  </a:lnTo>
                  <a:lnTo>
                    <a:pt x="1347" y="309"/>
                  </a:lnTo>
                  <a:lnTo>
                    <a:pt x="1320" y="323"/>
                  </a:lnTo>
                  <a:lnTo>
                    <a:pt x="1292" y="340"/>
                  </a:lnTo>
                  <a:lnTo>
                    <a:pt x="1265" y="354"/>
                  </a:lnTo>
                  <a:lnTo>
                    <a:pt x="1241" y="371"/>
                  </a:lnTo>
                  <a:lnTo>
                    <a:pt x="1214" y="388"/>
                  </a:lnTo>
                  <a:lnTo>
                    <a:pt x="1190" y="402"/>
                  </a:lnTo>
                  <a:lnTo>
                    <a:pt x="1162" y="419"/>
                  </a:lnTo>
                  <a:lnTo>
                    <a:pt x="1138" y="436"/>
                  </a:lnTo>
                  <a:lnTo>
                    <a:pt x="1114" y="453"/>
                  </a:lnTo>
                  <a:lnTo>
                    <a:pt x="1087" y="474"/>
                  </a:lnTo>
                  <a:lnTo>
                    <a:pt x="1063" y="491"/>
                  </a:lnTo>
                  <a:lnTo>
                    <a:pt x="1039" y="508"/>
                  </a:lnTo>
                  <a:lnTo>
                    <a:pt x="1015" y="525"/>
                  </a:lnTo>
                  <a:lnTo>
                    <a:pt x="991" y="546"/>
                  </a:lnTo>
                  <a:lnTo>
                    <a:pt x="967" y="563"/>
                  </a:lnTo>
                  <a:lnTo>
                    <a:pt x="943" y="584"/>
                  </a:lnTo>
                  <a:lnTo>
                    <a:pt x="933" y="594"/>
                  </a:lnTo>
                  <a:lnTo>
                    <a:pt x="919" y="604"/>
                  </a:lnTo>
                  <a:lnTo>
                    <a:pt x="909" y="614"/>
                  </a:lnTo>
                  <a:lnTo>
                    <a:pt x="898" y="625"/>
                  </a:lnTo>
                  <a:lnTo>
                    <a:pt x="874" y="645"/>
                  </a:lnTo>
                  <a:lnTo>
                    <a:pt x="850" y="662"/>
                  </a:lnTo>
                  <a:cubicBezTo>
                    <a:pt x="720" y="782"/>
                    <a:pt x="604" y="913"/>
                    <a:pt x="501" y="1056"/>
                  </a:cubicBezTo>
                  <a:cubicBezTo>
                    <a:pt x="463" y="1104"/>
                    <a:pt x="432" y="1152"/>
                    <a:pt x="401" y="1204"/>
                  </a:cubicBezTo>
                  <a:lnTo>
                    <a:pt x="388" y="1221"/>
                  </a:lnTo>
                  <a:cubicBezTo>
                    <a:pt x="360" y="1269"/>
                    <a:pt x="333" y="1317"/>
                    <a:pt x="302" y="1368"/>
                  </a:cubicBezTo>
                  <a:lnTo>
                    <a:pt x="295" y="1385"/>
                  </a:lnTo>
                  <a:cubicBezTo>
                    <a:pt x="268" y="1433"/>
                    <a:pt x="244" y="1485"/>
                    <a:pt x="220" y="1540"/>
                  </a:cubicBezTo>
                  <a:lnTo>
                    <a:pt x="213" y="1557"/>
                  </a:lnTo>
                  <a:cubicBezTo>
                    <a:pt x="189" y="1608"/>
                    <a:pt x="168" y="1663"/>
                    <a:pt x="151" y="1714"/>
                  </a:cubicBezTo>
                  <a:lnTo>
                    <a:pt x="144" y="1735"/>
                  </a:lnTo>
                  <a:cubicBezTo>
                    <a:pt x="124" y="1790"/>
                    <a:pt x="107" y="1845"/>
                    <a:pt x="93" y="1899"/>
                  </a:cubicBezTo>
                  <a:lnTo>
                    <a:pt x="86" y="1920"/>
                  </a:lnTo>
                  <a:cubicBezTo>
                    <a:pt x="72" y="1975"/>
                    <a:pt x="59" y="2033"/>
                    <a:pt x="48" y="2088"/>
                  </a:cubicBezTo>
                  <a:cubicBezTo>
                    <a:pt x="48" y="2095"/>
                    <a:pt x="45" y="2102"/>
                    <a:pt x="42" y="2112"/>
                  </a:cubicBezTo>
                  <a:cubicBezTo>
                    <a:pt x="31" y="2167"/>
                    <a:pt x="24" y="2225"/>
                    <a:pt x="18" y="2283"/>
                  </a:cubicBezTo>
                  <a:cubicBezTo>
                    <a:pt x="18" y="2290"/>
                    <a:pt x="18" y="2297"/>
                    <a:pt x="14" y="2304"/>
                  </a:cubicBezTo>
                  <a:cubicBezTo>
                    <a:pt x="11" y="2331"/>
                    <a:pt x="7" y="2362"/>
                    <a:pt x="4" y="2393"/>
                  </a:cubicBezTo>
                  <a:cubicBezTo>
                    <a:pt x="4" y="2420"/>
                    <a:pt x="1" y="2451"/>
                    <a:pt x="1" y="2482"/>
                  </a:cubicBezTo>
                  <a:lnTo>
                    <a:pt x="1" y="2503"/>
                  </a:lnTo>
                  <a:lnTo>
                    <a:pt x="1" y="2592"/>
                  </a:lnTo>
                  <a:cubicBezTo>
                    <a:pt x="1" y="2681"/>
                    <a:pt x="4" y="2770"/>
                    <a:pt x="14" y="2859"/>
                  </a:cubicBezTo>
                  <a:cubicBezTo>
                    <a:pt x="11" y="2886"/>
                    <a:pt x="14" y="2907"/>
                    <a:pt x="14" y="2924"/>
                  </a:cubicBezTo>
                  <a:cubicBezTo>
                    <a:pt x="18" y="2951"/>
                    <a:pt x="21" y="2975"/>
                    <a:pt x="24" y="2999"/>
                  </a:cubicBezTo>
                  <a:cubicBezTo>
                    <a:pt x="42" y="3106"/>
                    <a:pt x="66" y="3212"/>
                    <a:pt x="93" y="3315"/>
                  </a:cubicBezTo>
                  <a:cubicBezTo>
                    <a:pt x="103" y="3346"/>
                    <a:pt x="114" y="3376"/>
                    <a:pt x="124" y="3407"/>
                  </a:cubicBezTo>
                  <a:lnTo>
                    <a:pt x="131" y="3431"/>
                  </a:lnTo>
                  <a:cubicBezTo>
                    <a:pt x="138" y="3455"/>
                    <a:pt x="148" y="3479"/>
                    <a:pt x="155" y="3503"/>
                  </a:cubicBezTo>
                  <a:lnTo>
                    <a:pt x="165" y="3524"/>
                  </a:lnTo>
                  <a:cubicBezTo>
                    <a:pt x="172" y="3548"/>
                    <a:pt x="182" y="3575"/>
                    <a:pt x="196" y="3599"/>
                  </a:cubicBezTo>
                  <a:cubicBezTo>
                    <a:pt x="295" y="3846"/>
                    <a:pt x="436" y="4075"/>
                    <a:pt x="607" y="4281"/>
                  </a:cubicBezTo>
                  <a:lnTo>
                    <a:pt x="631" y="4308"/>
                  </a:lnTo>
                  <a:lnTo>
                    <a:pt x="645" y="4326"/>
                  </a:lnTo>
                  <a:cubicBezTo>
                    <a:pt x="665" y="4346"/>
                    <a:pt x="686" y="4370"/>
                    <a:pt x="706" y="4394"/>
                  </a:cubicBezTo>
                  <a:lnTo>
                    <a:pt x="717" y="4404"/>
                  </a:lnTo>
                  <a:cubicBezTo>
                    <a:pt x="737" y="4425"/>
                    <a:pt x="754" y="4442"/>
                    <a:pt x="775" y="4463"/>
                  </a:cubicBezTo>
                  <a:lnTo>
                    <a:pt x="789" y="4476"/>
                  </a:lnTo>
                  <a:cubicBezTo>
                    <a:pt x="809" y="4497"/>
                    <a:pt x="833" y="4518"/>
                    <a:pt x="854" y="4538"/>
                  </a:cubicBezTo>
                  <a:lnTo>
                    <a:pt x="867" y="4548"/>
                  </a:lnTo>
                  <a:cubicBezTo>
                    <a:pt x="888" y="4565"/>
                    <a:pt x="905" y="4583"/>
                    <a:pt x="926" y="4600"/>
                  </a:cubicBezTo>
                  <a:lnTo>
                    <a:pt x="943" y="4613"/>
                  </a:lnTo>
                  <a:cubicBezTo>
                    <a:pt x="967" y="4634"/>
                    <a:pt x="991" y="4655"/>
                    <a:pt x="1015" y="4672"/>
                  </a:cubicBezTo>
                  <a:lnTo>
                    <a:pt x="1025" y="4682"/>
                  </a:lnTo>
                  <a:cubicBezTo>
                    <a:pt x="1049" y="4696"/>
                    <a:pt x="1070" y="4713"/>
                    <a:pt x="1090" y="4730"/>
                  </a:cubicBezTo>
                  <a:lnTo>
                    <a:pt x="1111" y="4740"/>
                  </a:lnTo>
                  <a:cubicBezTo>
                    <a:pt x="1135" y="4757"/>
                    <a:pt x="1159" y="4775"/>
                    <a:pt x="1186" y="4792"/>
                  </a:cubicBezTo>
                  <a:lnTo>
                    <a:pt x="1196" y="4799"/>
                  </a:lnTo>
                  <a:cubicBezTo>
                    <a:pt x="1220" y="4816"/>
                    <a:pt x="1244" y="4829"/>
                    <a:pt x="1265" y="4843"/>
                  </a:cubicBezTo>
                  <a:lnTo>
                    <a:pt x="1286" y="4853"/>
                  </a:lnTo>
                  <a:cubicBezTo>
                    <a:pt x="1313" y="4870"/>
                    <a:pt x="1337" y="4884"/>
                    <a:pt x="1364" y="4898"/>
                  </a:cubicBezTo>
                  <a:lnTo>
                    <a:pt x="1378" y="4905"/>
                  </a:lnTo>
                  <a:cubicBezTo>
                    <a:pt x="1402" y="4918"/>
                    <a:pt x="1426" y="4932"/>
                    <a:pt x="1450" y="4942"/>
                  </a:cubicBezTo>
                  <a:lnTo>
                    <a:pt x="1471" y="4953"/>
                  </a:lnTo>
                  <a:cubicBezTo>
                    <a:pt x="1498" y="4966"/>
                    <a:pt x="1525" y="4980"/>
                    <a:pt x="1556" y="4990"/>
                  </a:cubicBezTo>
                  <a:lnTo>
                    <a:pt x="1567" y="4997"/>
                  </a:lnTo>
                  <a:lnTo>
                    <a:pt x="1611" y="5014"/>
                  </a:lnTo>
                  <a:cubicBezTo>
                    <a:pt x="1744" y="4988"/>
                    <a:pt x="1879" y="4975"/>
                    <a:pt x="2013" y="4975"/>
                  </a:cubicBezTo>
                  <a:cubicBezTo>
                    <a:pt x="2227" y="4975"/>
                    <a:pt x="2440" y="5009"/>
                    <a:pt x="2643" y="5076"/>
                  </a:cubicBezTo>
                  <a:cubicBezTo>
                    <a:pt x="2934" y="3805"/>
                    <a:pt x="3945" y="2818"/>
                    <a:pt x="5226" y="2561"/>
                  </a:cubicBezTo>
                  <a:lnTo>
                    <a:pt x="5226" y="2509"/>
                  </a:lnTo>
                  <a:lnTo>
                    <a:pt x="5226" y="2489"/>
                  </a:lnTo>
                  <a:cubicBezTo>
                    <a:pt x="5226" y="2458"/>
                    <a:pt x="5223" y="2427"/>
                    <a:pt x="5223" y="2400"/>
                  </a:cubicBezTo>
                  <a:cubicBezTo>
                    <a:pt x="5220" y="2369"/>
                    <a:pt x="5216" y="2338"/>
                    <a:pt x="5213" y="2311"/>
                  </a:cubicBezTo>
                  <a:lnTo>
                    <a:pt x="5209" y="2290"/>
                  </a:lnTo>
                  <a:cubicBezTo>
                    <a:pt x="5202" y="2232"/>
                    <a:pt x="5196" y="2174"/>
                    <a:pt x="5185" y="2119"/>
                  </a:cubicBezTo>
                  <a:cubicBezTo>
                    <a:pt x="5185" y="2108"/>
                    <a:pt x="5182" y="2102"/>
                    <a:pt x="5178" y="2095"/>
                  </a:cubicBezTo>
                  <a:cubicBezTo>
                    <a:pt x="5168" y="2040"/>
                    <a:pt x="5154" y="1982"/>
                    <a:pt x="5141" y="1927"/>
                  </a:cubicBezTo>
                  <a:lnTo>
                    <a:pt x="5134" y="1906"/>
                  </a:lnTo>
                  <a:cubicBezTo>
                    <a:pt x="5120" y="1851"/>
                    <a:pt x="5103" y="1797"/>
                    <a:pt x="5082" y="1742"/>
                  </a:cubicBezTo>
                  <a:lnTo>
                    <a:pt x="5076" y="1721"/>
                  </a:lnTo>
                  <a:cubicBezTo>
                    <a:pt x="5058" y="1670"/>
                    <a:pt x="5038" y="1615"/>
                    <a:pt x="5014" y="1564"/>
                  </a:cubicBezTo>
                  <a:lnTo>
                    <a:pt x="5007" y="1543"/>
                  </a:lnTo>
                  <a:cubicBezTo>
                    <a:pt x="4983" y="1492"/>
                    <a:pt x="4959" y="1440"/>
                    <a:pt x="4932" y="1392"/>
                  </a:cubicBezTo>
                  <a:lnTo>
                    <a:pt x="4921" y="1375"/>
                  </a:lnTo>
                  <a:cubicBezTo>
                    <a:pt x="4897" y="1324"/>
                    <a:pt x="4867" y="1276"/>
                    <a:pt x="4836" y="1228"/>
                  </a:cubicBezTo>
                  <a:lnTo>
                    <a:pt x="4825" y="1211"/>
                  </a:lnTo>
                  <a:cubicBezTo>
                    <a:pt x="4795" y="1159"/>
                    <a:pt x="4764" y="1111"/>
                    <a:pt x="4726" y="1063"/>
                  </a:cubicBezTo>
                  <a:cubicBezTo>
                    <a:pt x="4623" y="919"/>
                    <a:pt x="4507" y="789"/>
                    <a:pt x="4377" y="669"/>
                  </a:cubicBezTo>
                  <a:lnTo>
                    <a:pt x="4353" y="652"/>
                  </a:lnTo>
                  <a:lnTo>
                    <a:pt x="4329" y="628"/>
                  </a:lnTo>
                  <a:lnTo>
                    <a:pt x="4318" y="621"/>
                  </a:lnTo>
                  <a:lnTo>
                    <a:pt x="4308" y="611"/>
                  </a:lnTo>
                  <a:lnTo>
                    <a:pt x="4294" y="601"/>
                  </a:lnTo>
                  <a:lnTo>
                    <a:pt x="4284" y="590"/>
                  </a:lnTo>
                  <a:lnTo>
                    <a:pt x="4260" y="570"/>
                  </a:lnTo>
                  <a:lnTo>
                    <a:pt x="4236" y="553"/>
                  </a:lnTo>
                  <a:lnTo>
                    <a:pt x="4212" y="532"/>
                  </a:lnTo>
                  <a:lnTo>
                    <a:pt x="4188" y="515"/>
                  </a:lnTo>
                  <a:lnTo>
                    <a:pt x="4164" y="498"/>
                  </a:lnTo>
                  <a:lnTo>
                    <a:pt x="4140" y="481"/>
                  </a:lnTo>
                  <a:lnTo>
                    <a:pt x="4113" y="460"/>
                  </a:lnTo>
                  <a:lnTo>
                    <a:pt x="4089" y="443"/>
                  </a:lnTo>
                  <a:lnTo>
                    <a:pt x="4065" y="426"/>
                  </a:lnTo>
                  <a:lnTo>
                    <a:pt x="4037" y="409"/>
                  </a:lnTo>
                  <a:lnTo>
                    <a:pt x="4013" y="392"/>
                  </a:lnTo>
                  <a:lnTo>
                    <a:pt x="3986" y="378"/>
                  </a:lnTo>
                  <a:lnTo>
                    <a:pt x="3958" y="361"/>
                  </a:lnTo>
                  <a:lnTo>
                    <a:pt x="3934" y="347"/>
                  </a:lnTo>
                  <a:lnTo>
                    <a:pt x="3907" y="330"/>
                  </a:lnTo>
                  <a:lnTo>
                    <a:pt x="3880" y="316"/>
                  </a:lnTo>
                  <a:lnTo>
                    <a:pt x="3852" y="299"/>
                  </a:lnTo>
                  <a:lnTo>
                    <a:pt x="3825" y="285"/>
                  </a:lnTo>
                  <a:lnTo>
                    <a:pt x="3801" y="272"/>
                  </a:lnTo>
                  <a:lnTo>
                    <a:pt x="3770" y="258"/>
                  </a:lnTo>
                  <a:lnTo>
                    <a:pt x="3746" y="244"/>
                  </a:lnTo>
                  <a:lnTo>
                    <a:pt x="3729" y="237"/>
                  </a:lnTo>
                  <a:lnTo>
                    <a:pt x="3715" y="231"/>
                  </a:lnTo>
                  <a:lnTo>
                    <a:pt x="3688" y="220"/>
                  </a:lnTo>
                  <a:lnTo>
                    <a:pt x="3671" y="210"/>
                  </a:lnTo>
                  <a:lnTo>
                    <a:pt x="3653" y="203"/>
                  </a:lnTo>
                  <a:lnTo>
                    <a:pt x="3626" y="193"/>
                  </a:lnTo>
                  <a:lnTo>
                    <a:pt x="3578" y="172"/>
                  </a:lnTo>
                  <a:lnTo>
                    <a:pt x="3554" y="162"/>
                  </a:lnTo>
                  <a:lnTo>
                    <a:pt x="3520" y="148"/>
                  </a:lnTo>
                  <a:lnTo>
                    <a:pt x="3492" y="141"/>
                  </a:lnTo>
                  <a:lnTo>
                    <a:pt x="3462" y="128"/>
                  </a:lnTo>
                  <a:lnTo>
                    <a:pt x="3448" y="124"/>
                  </a:lnTo>
                  <a:lnTo>
                    <a:pt x="3434" y="121"/>
                  </a:lnTo>
                  <a:lnTo>
                    <a:pt x="3417" y="114"/>
                  </a:lnTo>
                  <a:lnTo>
                    <a:pt x="3400" y="111"/>
                  </a:lnTo>
                  <a:lnTo>
                    <a:pt x="3372" y="100"/>
                  </a:lnTo>
                  <a:lnTo>
                    <a:pt x="3342" y="90"/>
                  </a:lnTo>
                  <a:lnTo>
                    <a:pt x="3311" y="83"/>
                  </a:lnTo>
                  <a:lnTo>
                    <a:pt x="3280" y="76"/>
                  </a:lnTo>
                  <a:lnTo>
                    <a:pt x="3253" y="70"/>
                  </a:lnTo>
                  <a:lnTo>
                    <a:pt x="3218" y="59"/>
                  </a:lnTo>
                  <a:lnTo>
                    <a:pt x="3191" y="52"/>
                  </a:lnTo>
                  <a:lnTo>
                    <a:pt x="3157" y="46"/>
                  </a:lnTo>
                  <a:lnTo>
                    <a:pt x="3129" y="39"/>
                  </a:lnTo>
                  <a:lnTo>
                    <a:pt x="3095" y="35"/>
                  </a:lnTo>
                  <a:lnTo>
                    <a:pt x="3081" y="32"/>
                  </a:lnTo>
                  <a:lnTo>
                    <a:pt x="3067" y="28"/>
                  </a:lnTo>
                  <a:lnTo>
                    <a:pt x="3033" y="22"/>
                  </a:lnTo>
                  <a:lnTo>
                    <a:pt x="3002" y="18"/>
                  </a:lnTo>
                  <a:lnTo>
                    <a:pt x="2968" y="15"/>
                  </a:lnTo>
                  <a:lnTo>
                    <a:pt x="2941" y="15"/>
                  </a:lnTo>
                  <a:lnTo>
                    <a:pt x="2903" y="11"/>
                  </a:lnTo>
                  <a:lnTo>
                    <a:pt x="2876" y="8"/>
                  </a:lnTo>
                  <a:lnTo>
                    <a:pt x="2838" y="8"/>
                  </a:lnTo>
                  <a:lnTo>
                    <a:pt x="2810" y="4"/>
                  </a:lnTo>
                  <a:lnTo>
                    <a:pt x="277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9"/>
            <p:cNvSpPr/>
            <p:nvPr/>
          </p:nvSpPr>
          <p:spPr>
            <a:xfrm>
              <a:off x="1452161" y="3273471"/>
              <a:ext cx="125422" cy="136109"/>
            </a:xfrm>
            <a:custGeom>
              <a:rect b="b" l="l" r="r" t="t"/>
              <a:pathLst>
                <a:path extrusionOk="0" h="5196" w="4788">
                  <a:moveTo>
                    <a:pt x="1981" y="1"/>
                  </a:moveTo>
                  <a:lnTo>
                    <a:pt x="1954" y="4"/>
                  </a:lnTo>
                  <a:lnTo>
                    <a:pt x="1920" y="4"/>
                  </a:lnTo>
                  <a:lnTo>
                    <a:pt x="1889" y="8"/>
                  </a:lnTo>
                  <a:lnTo>
                    <a:pt x="1855" y="11"/>
                  </a:lnTo>
                  <a:lnTo>
                    <a:pt x="1824" y="11"/>
                  </a:lnTo>
                  <a:lnTo>
                    <a:pt x="1789" y="15"/>
                  </a:lnTo>
                  <a:lnTo>
                    <a:pt x="1762" y="21"/>
                  </a:lnTo>
                  <a:lnTo>
                    <a:pt x="1728" y="25"/>
                  </a:lnTo>
                  <a:lnTo>
                    <a:pt x="1714" y="28"/>
                  </a:lnTo>
                  <a:lnTo>
                    <a:pt x="1697" y="32"/>
                  </a:lnTo>
                  <a:lnTo>
                    <a:pt x="1666" y="39"/>
                  </a:lnTo>
                  <a:lnTo>
                    <a:pt x="1635" y="45"/>
                  </a:lnTo>
                  <a:lnTo>
                    <a:pt x="1604" y="52"/>
                  </a:lnTo>
                  <a:lnTo>
                    <a:pt x="1574" y="56"/>
                  </a:lnTo>
                  <a:lnTo>
                    <a:pt x="1543" y="66"/>
                  </a:lnTo>
                  <a:lnTo>
                    <a:pt x="1512" y="73"/>
                  </a:lnTo>
                  <a:lnTo>
                    <a:pt x="1481" y="83"/>
                  </a:lnTo>
                  <a:lnTo>
                    <a:pt x="1454" y="90"/>
                  </a:lnTo>
                  <a:lnTo>
                    <a:pt x="1419" y="100"/>
                  </a:lnTo>
                  <a:lnTo>
                    <a:pt x="1392" y="107"/>
                  </a:lnTo>
                  <a:lnTo>
                    <a:pt x="1375" y="114"/>
                  </a:lnTo>
                  <a:lnTo>
                    <a:pt x="1361" y="117"/>
                  </a:lnTo>
                  <a:lnTo>
                    <a:pt x="1347" y="121"/>
                  </a:lnTo>
                  <a:lnTo>
                    <a:pt x="1334" y="128"/>
                  </a:lnTo>
                  <a:lnTo>
                    <a:pt x="1299" y="138"/>
                  </a:lnTo>
                  <a:lnTo>
                    <a:pt x="1275" y="148"/>
                  </a:lnTo>
                  <a:lnTo>
                    <a:pt x="1241" y="159"/>
                  </a:lnTo>
                  <a:lnTo>
                    <a:pt x="1217" y="169"/>
                  </a:lnTo>
                  <a:lnTo>
                    <a:pt x="1190" y="179"/>
                  </a:lnTo>
                  <a:cubicBezTo>
                    <a:pt x="1" y="1892"/>
                    <a:pt x="607" y="4264"/>
                    <a:pt x="2475" y="5196"/>
                  </a:cubicBezTo>
                  <a:lnTo>
                    <a:pt x="2519" y="5196"/>
                  </a:lnTo>
                  <a:cubicBezTo>
                    <a:pt x="2547" y="5189"/>
                    <a:pt x="2578" y="5186"/>
                    <a:pt x="2608" y="5182"/>
                  </a:cubicBezTo>
                  <a:lnTo>
                    <a:pt x="2615" y="5182"/>
                  </a:lnTo>
                  <a:cubicBezTo>
                    <a:pt x="2646" y="5175"/>
                    <a:pt x="2677" y="5168"/>
                    <a:pt x="2708" y="5162"/>
                  </a:cubicBezTo>
                  <a:lnTo>
                    <a:pt x="2732" y="5158"/>
                  </a:lnTo>
                  <a:cubicBezTo>
                    <a:pt x="2759" y="5151"/>
                    <a:pt x="2790" y="5144"/>
                    <a:pt x="2818" y="5138"/>
                  </a:cubicBezTo>
                  <a:lnTo>
                    <a:pt x="2824" y="5138"/>
                  </a:lnTo>
                  <a:cubicBezTo>
                    <a:pt x="2855" y="5131"/>
                    <a:pt x="2886" y="5121"/>
                    <a:pt x="2917" y="5114"/>
                  </a:cubicBezTo>
                  <a:lnTo>
                    <a:pt x="2937" y="5107"/>
                  </a:lnTo>
                  <a:cubicBezTo>
                    <a:pt x="2968" y="5097"/>
                    <a:pt x="2996" y="5090"/>
                    <a:pt x="3020" y="5079"/>
                  </a:cubicBezTo>
                  <a:lnTo>
                    <a:pt x="3030" y="5076"/>
                  </a:lnTo>
                  <a:cubicBezTo>
                    <a:pt x="3057" y="5066"/>
                    <a:pt x="3088" y="5055"/>
                    <a:pt x="3119" y="5045"/>
                  </a:cubicBezTo>
                  <a:lnTo>
                    <a:pt x="3140" y="5035"/>
                  </a:lnTo>
                  <a:cubicBezTo>
                    <a:pt x="3164" y="5025"/>
                    <a:pt x="3191" y="5014"/>
                    <a:pt x="3215" y="5004"/>
                  </a:cubicBezTo>
                  <a:lnTo>
                    <a:pt x="3225" y="5001"/>
                  </a:lnTo>
                  <a:cubicBezTo>
                    <a:pt x="3256" y="4987"/>
                    <a:pt x="3284" y="4973"/>
                    <a:pt x="3311" y="4959"/>
                  </a:cubicBezTo>
                  <a:lnTo>
                    <a:pt x="3332" y="4949"/>
                  </a:lnTo>
                  <a:cubicBezTo>
                    <a:pt x="3359" y="4939"/>
                    <a:pt x="3383" y="4925"/>
                    <a:pt x="3407" y="4911"/>
                  </a:cubicBezTo>
                  <a:lnTo>
                    <a:pt x="3417" y="4908"/>
                  </a:lnTo>
                  <a:cubicBezTo>
                    <a:pt x="3445" y="4891"/>
                    <a:pt x="3472" y="4877"/>
                    <a:pt x="3499" y="4860"/>
                  </a:cubicBezTo>
                  <a:lnTo>
                    <a:pt x="3517" y="4850"/>
                  </a:lnTo>
                  <a:cubicBezTo>
                    <a:pt x="3541" y="4836"/>
                    <a:pt x="3565" y="4822"/>
                    <a:pt x="3585" y="4809"/>
                  </a:cubicBezTo>
                  <a:lnTo>
                    <a:pt x="3599" y="4802"/>
                  </a:lnTo>
                  <a:cubicBezTo>
                    <a:pt x="3623" y="4785"/>
                    <a:pt x="3647" y="4768"/>
                    <a:pt x="3674" y="4747"/>
                  </a:cubicBezTo>
                  <a:lnTo>
                    <a:pt x="3691" y="4737"/>
                  </a:lnTo>
                  <a:cubicBezTo>
                    <a:pt x="3712" y="4720"/>
                    <a:pt x="3736" y="4706"/>
                    <a:pt x="3756" y="4689"/>
                  </a:cubicBezTo>
                  <a:lnTo>
                    <a:pt x="3767" y="4678"/>
                  </a:lnTo>
                  <a:cubicBezTo>
                    <a:pt x="3791" y="4661"/>
                    <a:pt x="3815" y="4641"/>
                    <a:pt x="3839" y="4624"/>
                  </a:cubicBezTo>
                  <a:lnTo>
                    <a:pt x="3856" y="4606"/>
                  </a:lnTo>
                  <a:cubicBezTo>
                    <a:pt x="3876" y="4593"/>
                    <a:pt x="3897" y="4572"/>
                    <a:pt x="3918" y="4555"/>
                  </a:cubicBezTo>
                  <a:lnTo>
                    <a:pt x="3928" y="4545"/>
                  </a:lnTo>
                  <a:cubicBezTo>
                    <a:pt x="3952" y="4524"/>
                    <a:pt x="3972" y="4504"/>
                    <a:pt x="3996" y="4483"/>
                  </a:cubicBezTo>
                  <a:lnTo>
                    <a:pt x="4010" y="4469"/>
                  </a:lnTo>
                  <a:cubicBezTo>
                    <a:pt x="4027" y="4449"/>
                    <a:pt x="4048" y="4432"/>
                    <a:pt x="4065" y="4411"/>
                  </a:cubicBezTo>
                  <a:lnTo>
                    <a:pt x="4075" y="4401"/>
                  </a:lnTo>
                  <a:cubicBezTo>
                    <a:pt x="4096" y="4377"/>
                    <a:pt x="4116" y="4356"/>
                    <a:pt x="4137" y="4332"/>
                  </a:cubicBezTo>
                  <a:lnTo>
                    <a:pt x="4151" y="4315"/>
                  </a:lnTo>
                  <a:lnTo>
                    <a:pt x="4175" y="4291"/>
                  </a:lnTo>
                  <a:lnTo>
                    <a:pt x="4175" y="4288"/>
                  </a:lnTo>
                  <a:cubicBezTo>
                    <a:pt x="4346" y="4082"/>
                    <a:pt x="4486" y="3853"/>
                    <a:pt x="4589" y="3609"/>
                  </a:cubicBezTo>
                  <a:cubicBezTo>
                    <a:pt x="4599" y="3582"/>
                    <a:pt x="4610" y="3554"/>
                    <a:pt x="4620" y="3530"/>
                  </a:cubicBezTo>
                  <a:lnTo>
                    <a:pt x="4627" y="3510"/>
                  </a:lnTo>
                  <a:cubicBezTo>
                    <a:pt x="4634" y="3486"/>
                    <a:pt x="4644" y="3462"/>
                    <a:pt x="4651" y="3438"/>
                  </a:cubicBezTo>
                  <a:lnTo>
                    <a:pt x="4661" y="3414"/>
                  </a:lnTo>
                  <a:cubicBezTo>
                    <a:pt x="4671" y="3383"/>
                    <a:pt x="4678" y="3352"/>
                    <a:pt x="4689" y="3321"/>
                  </a:cubicBezTo>
                  <a:cubicBezTo>
                    <a:pt x="4719" y="3219"/>
                    <a:pt x="4740" y="3112"/>
                    <a:pt x="4757" y="3006"/>
                  </a:cubicBezTo>
                  <a:cubicBezTo>
                    <a:pt x="4761" y="2982"/>
                    <a:pt x="4764" y="2958"/>
                    <a:pt x="4767" y="2934"/>
                  </a:cubicBezTo>
                  <a:cubicBezTo>
                    <a:pt x="4771" y="2910"/>
                    <a:pt x="4771" y="2893"/>
                    <a:pt x="4774" y="2876"/>
                  </a:cubicBezTo>
                  <a:cubicBezTo>
                    <a:pt x="4785" y="2787"/>
                    <a:pt x="4788" y="2698"/>
                    <a:pt x="4788" y="2609"/>
                  </a:cubicBezTo>
                  <a:lnTo>
                    <a:pt x="4788" y="2516"/>
                  </a:lnTo>
                  <a:cubicBezTo>
                    <a:pt x="4788" y="2502"/>
                    <a:pt x="4788" y="2496"/>
                    <a:pt x="4788" y="2489"/>
                  </a:cubicBezTo>
                  <a:cubicBezTo>
                    <a:pt x="4788" y="2461"/>
                    <a:pt x="4785" y="2430"/>
                    <a:pt x="4781" y="2400"/>
                  </a:cubicBezTo>
                  <a:cubicBezTo>
                    <a:pt x="4778" y="2369"/>
                    <a:pt x="4778" y="2341"/>
                    <a:pt x="4771" y="2311"/>
                  </a:cubicBezTo>
                  <a:lnTo>
                    <a:pt x="4771" y="2290"/>
                  </a:lnTo>
                  <a:cubicBezTo>
                    <a:pt x="4764" y="2232"/>
                    <a:pt x="4754" y="2177"/>
                    <a:pt x="4743" y="2119"/>
                  </a:cubicBezTo>
                  <a:lnTo>
                    <a:pt x="4740" y="2098"/>
                  </a:lnTo>
                  <a:cubicBezTo>
                    <a:pt x="4726" y="2040"/>
                    <a:pt x="4716" y="1985"/>
                    <a:pt x="4699" y="1930"/>
                  </a:cubicBezTo>
                  <a:lnTo>
                    <a:pt x="4695" y="1910"/>
                  </a:lnTo>
                  <a:cubicBezTo>
                    <a:pt x="4678" y="1851"/>
                    <a:pt x="4661" y="1797"/>
                    <a:pt x="4644" y="1745"/>
                  </a:cubicBezTo>
                  <a:lnTo>
                    <a:pt x="4637" y="1725"/>
                  </a:lnTo>
                  <a:cubicBezTo>
                    <a:pt x="4617" y="1670"/>
                    <a:pt x="4596" y="1618"/>
                    <a:pt x="4575" y="1567"/>
                  </a:cubicBezTo>
                  <a:lnTo>
                    <a:pt x="4565" y="1546"/>
                  </a:lnTo>
                  <a:cubicBezTo>
                    <a:pt x="4545" y="1495"/>
                    <a:pt x="4517" y="1444"/>
                    <a:pt x="4493" y="1392"/>
                  </a:cubicBezTo>
                  <a:lnTo>
                    <a:pt x="4483" y="1375"/>
                  </a:lnTo>
                  <a:cubicBezTo>
                    <a:pt x="4456" y="1327"/>
                    <a:pt x="4428" y="1276"/>
                    <a:pt x="4397" y="1228"/>
                  </a:cubicBezTo>
                  <a:lnTo>
                    <a:pt x="4387" y="1211"/>
                  </a:lnTo>
                  <a:cubicBezTo>
                    <a:pt x="4356" y="1163"/>
                    <a:pt x="4322" y="1115"/>
                    <a:pt x="4288" y="1067"/>
                  </a:cubicBezTo>
                  <a:cubicBezTo>
                    <a:pt x="4185" y="923"/>
                    <a:pt x="4065" y="792"/>
                    <a:pt x="3935" y="673"/>
                  </a:cubicBezTo>
                  <a:lnTo>
                    <a:pt x="3914" y="652"/>
                  </a:lnTo>
                  <a:lnTo>
                    <a:pt x="3890" y="631"/>
                  </a:lnTo>
                  <a:lnTo>
                    <a:pt x="3880" y="621"/>
                  </a:lnTo>
                  <a:lnTo>
                    <a:pt x="3866" y="611"/>
                  </a:lnTo>
                  <a:lnTo>
                    <a:pt x="3856" y="601"/>
                  </a:lnTo>
                  <a:lnTo>
                    <a:pt x="3846" y="594"/>
                  </a:lnTo>
                  <a:lnTo>
                    <a:pt x="3822" y="573"/>
                  </a:lnTo>
                  <a:lnTo>
                    <a:pt x="3798" y="553"/>
                  </a:lnTo>
                  <a:lnTo>
                    <a:pt x="3774" y="535"/>
                  </a:lnTo>
                  <a:lnTo>
                    <a:pt x="3750" y="518"/>
                  </a:lnTo>
                  <a:lnTo>
                    <a:pt x="3726" y="498"/>
                  </a:lnTo>
                  <a:lnTo>
                    <a:pt x="3702" y="481"/>
                  </a:lnTo>
                  <a:lnTo>
                    <a:pt x="3674" y="463"/>
                  </a:lnTo>
                  <a:lnTo>
                    <a:pt x="3650" y="446"/>
                  </a:lnTo>
                  <a:lnTo>
                    <a:pt x="3626" y="429"/>
                  </a:lnTo>
                  <a:lnTo>
                    <a:pt x="3599" y="412"/>
                  </a:lnTo>
                  <a:lnTo>
                    <a:pt x="3571" y="395"/>
                  </a:lnTo>
                  <a:lnTo>
                    <a:pt x="3547" y="378"/>
                  </a:lnTo>
                  <a:lnTo>
                    <a:pt x="3520" y="364"/>
                  </a:lnTo>
                  <a:lnTo>
                    <a:pt x="3496" y="347"/>
                  </a:lnTo>
                  <a:lnTo>
                    <a:pt x="3469" y="333"/>
                  </a:lnTo>
                  <a:lnTo>
                    <a:pt x="3441" y="316"/>
                  </a:lnTo>
                  <a:lnTo>
                    <a:pt x="3414" y="302"/>
                  </a:lnTo>
                  <a:lnTo>
                    <a:pt x="3386" y="289"/>
                  </a:lnTo>
                  <a:lnTo>
                    <a:pt x="3359" y="275"/>
                  </a:lnTo>
                  <a:lnTo>
                    <a:pt x="3332" y="261"/>
                  </a:lnTo>
                  <a:lnTo>
                    <a:pt x="3304" y="248"/>
                  </a:lnTo>
                  <a:lnTo>
                    <a:pt x="3290" y="241"/>
                  </a:lnTo>
                  <a:lnTo>
                    <a:pt x="3277" y="234"/>
                  </a:lnTo>
                  <a:lnTo>
                    <a:pt x="3249" y="220"/>
                  </a:lnTo>
                  <a:lnTo>
                    <a:pt x="3232" y="213"/>
                  </a:lnTo>
                  <a:lnTo>
                    <a:pt x="3215" y="206"/>
                  </a:lnTo>
                  <a:lnTo>
                    <a:pt x="3188" y="193"/>
                  </a:lnTo>
                  <a:lnTo>
                    <a:pt x="3136" y="176"/>
                  </a:lnTo>
                  <a:lnTo>
                    <a:pt x="3112" y="165"/>
                  </a:lnTo>
                  <a:lnTo>
                    <a:pt x="3078" y="152"/>
                  </a:lnTo>
                  <a:lnTo>
                    <a:pt x="3054" y="141"/>
                  </a:lnTo>
                  <a:lnTo>
                    <a:pt x="3020" y="131"/>
                  </a:lnTo>
                  <a:lnTo>
                    <a:pt x="3006" y="128"/>
                  </a:lnTo>
                  <a:lnTo>
                    <a:pt x="2992" y="117"/>
                  </a:lnTo>
                  <a:lnTo>
                    <a:pt x="2975" y="114"/>
                  </a:lnTo>
                  <a:lnTo>
                    <a:pt x="2961" y="107"/>
                  </a:lnTo>
                  <a:lnTo>
                    <a:pt x="2931" y="100"/>
                  </a:lnTo>
                  <a:lnTo>
                    <a:pt x="2900" y="90"/>
                  </a:lnTo>
                  <a:lnTo>
                    <a:pt x="2872" y="83"/>
                  </a:lnTo>
                  <a:lnTo>
                    <a:pt x="2838" y="73"/>
                  </a:lnTo>
                  <a:lnTo>
                    <a:pt x="2811" y="66"/>
                  </a:lnTo>
                  <a:lnTo>
                    <a:pt x="2780" y="56"/>
                  </a:lnTo>
                  <a:lnTo>
                    <a:pt x="2749" y="52"/>
                  </a:lnTo>
                  <a:lnTo>
                    <a:pt x="2718" y="45"/>
                  </a:lnTo>
                  <a:lnTo>
                    <a:pt x="2687" y="39"/>
                  </a:lnTo>
                  <a:lnTo>
                    <a:pt x="2653" y="32"/>
                  </a:lnTo>
                  <a:lnTo>
                    <a:pt x="2639" y="28"/>
                  </a:lnTo>
                  <a:lnTo>
                    <a:pt x="2626" y="25"/>
                  </a:lnTo>
                  <a:lnTo>
                    <a:pt x="2591" y="21"/>
                  </a:lnTo>
                  <a:lnTo>
                    <a:pt x="2561" y="15"/>
                  </a:lnTo>
                  <a:lnTo>
                    <a:pt x="2526" y="11"/>
                  </a:lnTo>
                  <a:lnTo>
                    <a:pt x="2499" y="11"/>
                  </a:lnTo>
                  <a:lnTo>
                    <a:pt x="2465" y="8"/>
                  </a:lnTo>
                  <a:lnTo>
                    <a:pt x="2434" y="4"/>
                  </a:lnTo>
                  <a:lnTo>
                    <a:pt x="2399" y="4"/>
                  </a:lnTo>
                  <a:lnTo>
                    <a:pt x="2369" y="1"/>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9"/>
            <p:cNvSpPr/>
            <p:nvPr/>
          </p:nvSpPr>
          <p:spPr>
            <a:xfrm>
              <a:off x="1364381" y="3339849"/>
              <a:ext cx="406573" cy="216240"/>
            </a:xfrm>
            <a:custGeom>
              <a:rect b="b" l="l" r="r" t="t"/>
              <a:pathLst>
                <a:path extrusionOk="0" h="8255" w="15521">
                  <a:moveTo>
                    <a:pt x="8810" y="1"/>
                  </a:moveTo>
                  <a:cubicBezTo>
                    <a:pt x="7336" y="1"/>
                    <a:pt x="5926" y="986"/>
                    <a:pt x="5562" y="2587"/>
                  </a:cubicBezTo>
                  <a:cubicBezTo>
                    <a:pt x="5355" y="2517"/>
                    <a:pt x="5142" y="2484"/>
                    <a:pt x="4932" y="2484"/>
                  </a:cubicBezTo>
                  <a:cubicBezTo>
                    <a:pt x="4291" y="2484"/>
                    <a:pt x="3673" y="2794"/>
                    <a:pt x="3293" y="3344"/>
                  </a:cubicBezTo>
                  <a:cubicBezTo>
                    <a:pt x="3081" y="3288"/>
                    <a:pt x="2869" y="3262"/>
                    <a:pt x="2660" y="3262"/>
                  </a:cubicBezTo>
                  <a:cubicBezTo>
                    <a:pt x="1439" y="3262"/>
                    <a:pt x="353" y="4168"/>
                    <a:pt x="189" y="5444"/>
                  </a:cubicBezTo>
                  <a:cubicBezTo>
                    <a:pt x="0" y="6935"/>
                    <a:pt x="1162" y="8254"/>
                    <a:pt x="2666" y="8254"/>
                  </a:cubicBezTo>
                  <a:lnTo>
                    <a:pt x="12854" y="8254"/>
                  </a:lnTo>
                  <a:cubicBezTo>
                    <a:pt x="14365" y="8254"/>
                    <a:pt x="15520" y="6908"/>
                    <a:pt x="15291" y="5414"/>
                  </a:cubicBezTo>
                  <a:cubicBezTo>
                    <a:pt x="15100" y="4176"/>
                    <a:pt x="14035" y="3319"/>
                    <a:pt x="12855" y="3319"/>
                  </a:cubicBezTo>
                  <a:cubicBezTo>
                    <a:pt x="12610" y="3319"/>
                    <a:pt x="12361" y="3355"/>
                    <a:pt x="12114" y="3433"/>
                  </a:cubicBezTo>
                  <a:cubicBezTo>
                    <a:pt x="12117" y="3395"/>
                    <a:pt x="12117" y="3358"/>
                    <a:pt x="12117" y="3320"/>
                  </a:cubicBezTo>
                  <a:cubicBezTo>
                    <a:pt x="12117" y="2559"/>
                    <a:pt x="11854" y="1819"/>
                    <a:pt x="11374" y="1229"/>
                  </a:cubicBezTo>
                  <a:lnTo>
                    <a:pt x="10747" y="633"/>
                  </a:lnTo>
                  <a:cubicBezTo>
                    <a:pt x="10148" y="200"/>
                    <a:pt x="9472" y="1"/>
                    <a:pt x="881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9"/>
            <p:cNvSpPr/>
            <p:nvPr/>
          </p:nvSpPr>
          <p:spPr>
            <a:xfrm>
              <a:off x="1369411" y="3406830"/>
              <a:ext cx="204766" cy="151145"/>
            </a:xfrm>
            <a:custGeom>
              <a:rect b="b" l="l" r="r" t="t"/>
              <a:pathLst>
                <a:path extrusionOk="0" h="5770" w="7817">
                  <a:moveTo>
                    <a:pt x="4928" y="1"/>
                  </a:moveTo>
                  <a:cubicBezTo>
                    <a:pt x="4288" y="1"/>
                    <a:pt x="3672" y="311"/>
                    <a:pt x="3293" y="859"/>
                  </a:cubicBezTo>
                  <a:cubicBezTo>
                    <a:pt x="3081" y="803"/>
                    <a:pt x="2869" y="777"/>
                    <a:pt x="2660" y="777"/>
                  </a:cubicBezTo>
                  <a:cubicBezTo>
                    <a:pt x="1439" y="777"/>
                    <a:pt x="353" y="1683"/>
                    <a:pt x="189" y="2956"/>
                  </a:cubicBezTo>
                  <a:cubicBezTo>
                    <a:pt x="0" y="4450"/>
                    <a:pt x="1162" y="5769"/>
                    <a:pt x="2666" y="5769"/>
                  </a:cubicBezTo>
                  <a:lnTo>
                    <a:pt x="7817" y="5769"/>
                  </a:lnTo>
                  <a:cubicBezTo>
                    <a:pt x="6309" y="4707"/>
                    <a:pt x="5411" y="2977"/>
                    <a:pt x="5415" y="1133"/>
                  </a:cubicBezTo>
                  <a:cubicBezTo>
                    <a:pt x="5415" y="783"/>
                    <a:pt x="5445" y="430"/>
                    <a:pt x="5510" y="88"/>
                  </a:cubicBezTo>
                  <a:cubicBezTo>
                    <a:pt x="5318" y="29"/>
                    <a:pt x="5122" y="1"/>
                    <a:pt x="4928"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9"/>
            <p:cNvSpPr/>
            <p:nvPr/>
          </p:nvSpPr>
          <p:spPr>
            <a:xfrm>
              <a:off x="1502246" y="3195384"/>
              <a:ext cx="13779" cy="42043"/>
            </a:xfrm>
            <a:custGeom>
              <a:rect b="b" l="l" r="r" t="t"/>
              <a:pathLst>
                <a:path extrusionOk="0" h="1605" w="526">
                  <a:moveTo>
                    <a:pt x="265" y="1"/>
                  </a:moveTo>
                  <a:cubicBezTo>
                    <a:pt x="117" y="1"/>
                    <a:pt x="1" y="117"/>
                    <a:pt x="1" y="264"/>
                  </a:cubicBezTo>
                  <a:lnTo>
                    <a:pt x="1" y="1340"/>
                  </a:lnTo>
                  <a:cubicBezTo>
                    <a:pt x="1" y="1484"/>
                    <a:pt x="117" y="1604"/>
                    <a:pt x="265" y="1604"/>
                  </a:cubicBezTo>
                  <a:cubicBezTo>
                    <a:pt x="409" y="1604"/>
                    <a:pt x="525" y="1484"/>
                    <a:pt x="525" y="1340"/>
                  </a:cubicBezTo>
                  <a:lnTo>
                    <a:pt x="525" y="264"/>
                  </a:lnTo>
                  <a:cubicBezTo>
                    <a:pt x="525" y="117"/>
                    <a:pt x="409"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9"/>
            <p:cNvSpPr/>
            <p:nvPr/>
          </p:nvSpPr>
          <p:spPr>
            <a:xfrm>
              <a:off x="1430000" y="3214244"/>
              <a:ext cx="31067" cy="38271"/>
            </a:xfrm>
            <a:custGeom>
              <a:rect b="b" l="l" r="r" t="t"/>
              <a:pathLst>
                <a:path extrusionOk="0" h="1461" w="1186">
                  <a:moveTo>
                    <a:pt x="355" y="0"/>
                  </a:moveTo>
                  <a:cubicBezTo>
                    <a:pt x="176" y="0"/>
                    <a:pt x="0" y="187"/>
                    <a:pt x="113" y="394"/>
                  </a:cubicBezTo>
                  <a:lnTo>
                    <a:pt x="651" y="1326"/>
                  </a:lnTo>
                  <a:cubicBezTo>
                    <a:pt x="700" y="1412"/>
                    <a:pt x="791" y="1460"/>
                    <a:pt x="884" y="1460"/>
                  </a:cubicBezTo>
                  <a:cubicBezTo>
                    <a:pt x="928" y="1460"/>
                    <a:pt x="974" y="1449"/>
                    <a:pt x="1015" y="1426"/>
                  </a:cubicBezTo>
                  <a:cubicBezTo>
                    <a:pt x="1141" y="1350"/>
                    <a:pt x="1186" y="1186"/>
                    <a:pt x="1107" y="1062"/>
                  </a:cubicBezTo>
                  <a:lnTo>
                    <a:pt x="573" y="130"/>
                  </a:lnTo>
                  <a:cubicBezTo>
                    <a:pt x="517" y="39"/>
                    <a:pt x="435" y="0"/>
                    <a:pt x="3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9"/>
            <p:cNvSpPr/>
            <p:nvPr/>
          </p:nvSpPr>
          <p:spPr>
            <a:xfrm>
              <a:off x="1379548" y="3265455"/>
              <a:ext cx="40236" cy="27950"/>
            </a:xfrm>
            <a:custGeom>
              <a:rect b="b" l="l" r="r" t="t"/>
              <a:pathLst>
                <a:path extrusionOk="0" h="1067" w="1536">
                  <a:moveTo>
                    <a:pt x="302" y="0"/>
                  </a:moveTo>
                  <a:cubicBezTo>
                    <a:pt x="212" y="0"/>
                    <a:pt x="123" y="48"/>
                    <a:pt x="76" y="132"/>
                  </a:cubicBezTo>
                  <a:cubicBezTo>
                    <a:pt x="0" y="259"/>
                    <a:pt x="48" y="423"/>
                    <a:pt x="175" y="495"/>
                  </a:cubicBezTo>
                  <a:lnTo>
                    <a:pt x="1107" y="1033"/>
                  </a:lnTo>
                  <a:cubicBezTo>
                    <a:pt x="1148" y="1056"/>
                    <a:pt x="1193" y="1066"/>
                    <a:pt x="1236" y="1066"/>
                  </a:cubicBezTo>
                  <a:cubicBezTo>
                    <a:pt x="1327" y="1066"/>
                    <a:pt x="1415" y="1020"/>
                    <a:pt x="1464" y="934"/>
                  </a:cubicBezTo>
                  <a:cubicBezTo>
                    <a:pt x="1536" y="811"/>
                    <a:pt x="1495" y="653"/>
                    <a:pt x="1371" y="578"/>
                  </a:cubicBezTo>
                  <a:lnTo>
                    <a:pt x="439" y="40"/>
                  </a:lnTo>
                  <a:cubicBezTo>
                    <a:pt x="396" y="13"/>
                    <a:pt x="349" y="0"/>
                    <a:pt x="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9"/>
            <p:cNvSpPr/>
            <p:nvPr/>
          </p:nvSpPr>
          <p:spPr>
            <a:xfrm>
              <a:off x="1361945" y="3335789"/>
              <a:ext cx="41964" cy="13752"/>
            </a:xfrm>
            <a:custGeom>
              <a:rect b="b" l="l" r="r" t="t"/>
              <a:pathLst>
                <a:path extrusionOk="0" h="525" w="1602">
                  <a:moveTo>
                    <a:pt x="265" y="0"/>
                  </a:moveTo>
                  <a:cubicBezTo>
                    <a:pt x="117" y="0"/>
                    <a:pt x="1" y="117"/>
                    <a:pt x="1" y="261"/>
                  </a:cubicBezTo>
                  <a:cubicBezTo>
                    <a:pt x="1" y="408"/>
                    <a:pt x="117" y="524"/>
                    <a:pt x="265" y="524"/>
                  </a:cubicBezTo>
                  <a:lnTo>
                    <a:pt x="1341" y="524"/>
                  </a:lnTo>
                  <a:cubicBezTo>
                    <a:pt x="1485" y="524"/>
                    <a:pt x="1601" y="408"/>
                    <a:pt x="1601" y="261"/>
                  </a:cubicBezTo>
                  <a:cubicBezTo>
                    <a:pt x="1601" y="117"/>
                    <a:pt x="1485" y="0"/>
                    <a:pt x="1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9"/>
            <p:cNvSpPr/>
            <p:nvPr/>
          </p:nvSpPr>
          <p:spPr>
            <a:xfrm>
              <a:off x="1379732" y="3391741"/>
              <a:ext cx="40314" cy="28002"/>
            </a:xfrm>
            <a:custGeom>
              <a:rect b="b" l="l" r="r" t="t"/>
              <a:pathLst>
                <a:path extrusionOk="0" h="1069" w="1539">
                  <a:moveTo>
                    <a:pt x="1237" y="1"/>
                  </a:moveTo>
                  <a:cubicBezTo>
                    <a:pt x="1190" y="1"/>
                    <a:pt x="1143" y="13"/>
                    <a:pt x="1100" y="40"/>
                  </a:cubicBezTo>
                  <a:lnTo>
                    <a:pt x="168" y="578"/>
                  </a:lnTo>
                  <a:cubicBezTo>
                    <a:pt x="41" y="650"/>
                    <a:pt x="0" y="811"/>
                    <a:pt x="72" y="938"/>
                  </a:cubicBezTo>
                  <a:cubicBezTo>
                    <a:pt x="121" y="1021"/>
                    <a:pt x="210" y="1068"/>
                    <a:pt x="301" y="1068"/>
                  </a:cubicBezTo>
                  <a:cubicBezTo>
                    <a:pt x="346" y="1068"/>
                    <a:pt x="391" y="1057"/>
                    <a:pt x="432" y="1034"/>
                  </a:cubicBezTo>
                  <a:lnTo>
                    <a:pt x="1364" y="496"/>
                  </a:lnTo>
                  <a:cubicBezTo>
                    <a:pt x="1491" y="424"/>
                    <a:pt x="1539" y="259"/>
                    <a:pt x="1464" y="133"/>
                  </a:cubicBezTo>
                  <a:cubicBezTo>
                    <a:pt x="1416" y="49"/>
                    <a:pt x="1328" y="1"/>
                    <a:pt x="1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9"/>
            <p:cNvSpPr/>
            <p:nvPr/>
          </p:nvSpPr>
          <p:spPr>
            <a:xfrm>
              <a:off x="1596679" y="3265508"/>
              <a:ext cx="41964" cy="27924"/>
            </a:xfrm>
            <a:custGeom>
              <a:rect b="b" l="l" r="r" t="t"/>
              <a:pathLst>
                <a:path extrusionOk="0" h="1066" w="1602">
                  <a:moveTo>
                    <a:pt x="1299" y="1"/>
                  </a:moveTo>
                  <a:cubicBezTo>
                    <a:pt x="1254" y="1"/>
                    <a:pt x="1208" y="13"/>
                    <a:pt x="1166" y="38"/>
                  </a:cubicBezTo>
                  <a:lnTo>
                    <a:pt x="234" y="576"/>
                  </a:lnTo>
                  <a:cubicBezTo>
                    <a:pt x="1" y="709"/>
                    <a:pt x="97" y="1066"/>
                    <a:pt x="368" y="1066"/>
                  </a:cubicBezTo>
                  <a:cubicBezTo>
                    <a:pt x="412" y="1066"/>
                    <a:pt x="460" y="1055"/>
                    <a:pt x="498" y="1031"/>
                  </a:cubicBezTo>
                  <a:lnTo>
                    <a:pt x="1430" y="493"/>
                  </a:lnTo>
                  <a:cubicBezTo>
                    <a:pt x="1557" y="421"/>
                    <a:pt x="1601" y="260"/>
                    <a:pt x="1526" y="134"/>
                  </a:cubicBezTo>
                  <a:cubicBezTo>
                    <a:pt x="1478" y="49"/>
                    <a:pt x="1390"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9"/>
            <p:cNvSpPr/>
            <p:nvPr/>
          </p:nvSpPr>
          <p:spPr>
            <a:xfrm>
              <a:off x="1557360" y="3214244"/>
              <a:ext cx="30989" cy="38166"/>
            </a:xfrm>
            <a:custGeom>
              <a:rect b="b" l="l" r="r" t="t"/>
              <a:pathLst>
                <a:path extrusionOk="0" h="1457" w="1183">
                  <a:moveTo>
                    <a:pt x="829" y="0"/>
                  </a:moveTo>
                  <a:cubicBezTo>
                    <a:pt x="748" y="0"/>
                    <a:pt x="666" y="39"/>
                    <a:pt x="611" y="130"/>
                  </a:cubicBezTo>
                  <a:lnTo>
                    <a:pt x="73" y="1062"/>
                  </a:lnTo>
                  <a:cubicBezTo>
                    <a:pt x="1" y="1186"/>
                    <a:pt x="42" y="1347"/>
                    <a:pt x="169" y="1422"/>
                  </a:cubicBezTo>
                  <a:cubicBezTo>
                    <a:pt x="210" y="1446"/>
                    <a:pt x="255" y="1457"/>
                    <a:pt x="299" y="1457"/>
                  </a:cubicBezTo>
                  <a:cubicBezTo>
                    <a:pt x="391" y="1457"/>
                    <a:pt x="480" y="1410"/>
                    <a:pt x="529" y="1326"/>
                  </a:cubicBezTo>
                  <a:lnTo>
                    <a:pt x="1067" y="394"/>
                  </a:lnTo>
                  <a:cubicBezTo>
                    <a:pt x="1182" y="187"/>
                    <a:pt x="1007" y="0"/>
                    <a:pt x="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9"/>
            <p:cNvSpPr/>
            <p:nvPr/>
          </p:nvSpPr>
          <p:spPr>
            <a:xfrm>
              <a:off x="1358016" y="3245023"/>
              <a:ext cx="319579" cy="318060"/>
            </a:xfrm>
            <a:custGeom>
              <a:rect b="b" l="l" r="r" t="t"/>
              <a:pathLst>
                <a:path extrusionOk="0" h="12142" w="12200">
                  <a:moveTo>
                    <a:pt x="5826" y="1388"/>
                  </a:moveTo>
                  <a:lnTo>
                    <a:pt x="5915" y="1392"/>
                  </a:lnTo>
                  <a:lnTo>
                    <a:pt x="5942" y="1392"/>
                  </a:lnTo>
                  <a:lnTo>
                    <a:pt x="6000" y="1399"/>
                  </a:lnTo>
                  <a:lnTo>
                    <a:pt x="6028" y="1399"/>
                  </a:lnTo>
                  <a:lnTo>
                    <a:pt x="6059" y="1402"/>
                  </a:lnTo>
                  <a:lnTo>
                    <a:pt x="6083" y="1406"/>
                  </a:lnTo>
                  <a:lnTo>
                    <a:pt x="6113" y="1412"/>
                  </a:lnTo>
                  <a:lnTo>
                    <a:pt x="6141" y="1416"/>
                  </a:lnTo>
                  <a:lnTo>
                    <a:pt x="6172" y="1419"/>
                  </a:lnTo>
                  <a:lnTo>
                    <a:pt x="6226" y="1430"/>
                  </a:lnTo>
                  <a:lnTo>
                    <a:pt x="6254" y="1436"/>
                  </a:lnTo>
                  <a:lnTo>
                    <a:pt x="6281" y="1443"/>
                  </a:lnTo>
                  <a:lnTo>
                    <a:pt x="6309" y="1447"/>
                  </a:lnTo>
                  <a:lnTo>
                    <a:pt x="6340" y="1457"/>
                  </a:lnTo>
                  <a:lnTo>
                    <a:pt x="6364" y="1460"/>
                  </a:lnTo>
                  <a:lnTo>
                    <a:pt x="6391" y="1471"/>
                  </a:lnTo>
                  <a:lnTo>
                    <a:pt x="6415" y="1478"/>
                  </a:lnTo>
                  <a:lnTo>
                    <a:pt x="6446" y="1484"/>
                  </a:lnTo>
                  <a:lnTo>
                    <a:pt x="6579" y="1529"/>
                  </a:lnTo>
                  <a:lnTo>
                    <a:pt x="6600" y="1536"/>
                  </a:lnTo>
                  <a:lnTo>
                    <a:pt x="6631" y="1549"/>
                  </a:lnTo>
                  <a:lnTo>
                    <a:pt x="6672" y="1567"/>
                  </a:lnTo>
                  <a:lnTo>
                    <a:pt x="6696" y="1577"/>
                  </a:lnTo>
                  <a:lnTo>
                    <a:pt x="6802" y="1625"/>
                  </a:lnTo>
                  <a:lnTo>
                    <a:pt x="6809" y="1625"/>
                  </a:lnTo>
                  <a:lnTo>
                    <a:pt x="6830" y="1635"/>
                  </a:lnTo>
                  <a:lnTo>
                    <a:pt x="6878" y="1663"/>
                  </a:lnTo>
                  <a:lnTo>
                    <a:pt x="6905" y="1676"/>
                  </a:lnTo>
                  <a:lnTo>
                    <a:pt x="6926" y="1690"/>
                  </a:lnTo>
                  <a:lnTo>
                    <a:pt x="6974" y="1717"/>
                  </a:lnTo>
                  <a:lnTo>
                    <a:pt x="6998" y="1731"/>
                  </a:lnTo>
                  <a:lnTo>
                    <a:pt x="7001" y="1731"/>
                  </a:lnTo>
                  <a:lnTo>
                    <a:pt x="7022" y="1745"/>
                  </a:lnTo>
                  <a:lnTo>
                    <a:pt x="7042" y="1759"/>
                  </a:lnTo>
                  <a:lnTo>
                    <a:pt x="7066" y="1776"/>
                  </a:lnTo>
                  <a:lnTo>
                    <a:pt x="7090" y="1789"/>
                  </a:lnTo>
                  <a:lnTo>
                    <a:pt x="7107" y="1803"/>
                  </a:lnTo>
                  <a:lnTo>
                    <a:pt x="7114" y="1807"/>
                  </a:lnTo>
                  <a:lnTo>
                    <a:pt x="7135" y="1820"/>
                  </a:lnTo>
                  <a:lnTo>
                    <a:pt x="7155" y="1837"/>
                  </a:lnTo>
                  <a:lnTo>
                    <a:pt x="7296" y="1947"/>
                  </a:lnTo>
                  <a:lnTo>
                    <a:pt x="7299" y="1950"/>
                  </a:lnTo>
                  <a:lnTo>
                    <a:pt x="7347" y="1995"/>
                  </a:lnTo>
                  <a:lnTo>
                    <a:pt x="7350" y="1995"/>
                  </a:lnTo>
                  <a:cubicBezTo>
                    <a:pt x="7467" y="2105"/>
                    <a:pt x="7573" y="2221"/>
                    <a:pt x="7666" y="2351"/>
                  </a:cubicBezTo>
                  <a:cubicBezTo>
                    <a:pt x="7697" y="2392"/>
                    <a:pt x="7727" y="2437"/>
                    <a:pt x="7758" y="2485"/>
                  </a:cubicBezTo>
                  <a:lnTo>
                    <a:pt x="7765" y="2499"/>
                  </a:lnTo>
                  <a:cubicBezTo>
                    <a:pt x="7793" y="2540"/>
                    <a:pt x="7817" y="2584"/>
                    <a:pt x="7841" y="2629"/>
                  </a:cubicBezTo>
                  <a:lnTo>
                    <a:pt x="7851" y="2646"/>
                  </a:lnTo>
                  <a:cubicBezTo>
                    <a:pt x="7875" y="2691"/>
                    <a:pt x="7895" y="2739"/>
                    <a:pt x="7916" y="2783"/>
                  </a:cubicBezTo>
                  <a:lnTo>
                    <a:pt x="7923" y="2800"/>
                  </a:lnTo>
                  <a:cubicBezTo>
                    <a:pt x="7943" y="2848"/>
                    <a:pt x="7964" y="2896"/>
                    <a:pt x="7981" y="2944"/>
                  </a:cubicBezTo>
                  <a:lnTo>
                    <a:pt x="7984" y="2961"/>
                  </a:lnTo>
                  <a:cubicBezTo>
                    <a:pt x="8002" y="3009"/>
                    <a:pt x="8019" y="3057"/>
                    <a:pt x="8032" y="3109"/>
                  </a:cubicBezTo>
                  <a:lnTo>
                    <a:pt x="8036" y="3126"/>
                  </a:lnTo>
                  <a:cubicBezTo>
                    <a:pt x="8050" y="3177"/>
                    <a:pt x="8063" y="3229"/>
                    <a:pt x="8074" y="3280"/>
                  </a:cubicBezTo>
                  <a:lnTo>
                    <a:pt x="8074" y="3297"/>
                  </a:lnTo>
                  <a:cubicBezTo>
                    <a:pt x="8084" y="3349"/>
                    <a:pt x="8094" y="3400"/>
                    <a:pt x="8098" y="3455"/>
                  </a:cubicBezTo>
                  <a:lnTo>
                    <a:pt x="8098" y="3472"/>
                  </a:lnTo>
                  <a:lnTo>
                    <a:pt x="8098" y="3489"/>
                  </a:lnTo>
                  <a:cubicBezTo>
                    <a:pt x="7724" y="3588"/>
                    <a:pt x="7364" y="3753"/>
                    <a:pt x="7042" y="3969"/>
                  </a:cubicBezTo>
                  <a:lnTo>
                    <a:pt x="7032" y="3976"/>
                  </a:lnTo>
                  <a:lnTo>
                    <a:pt x="7018" y="3986"/>
                  </a:lnTo>
                  <a:cubicBezTo>
                    <a:pt x="6984" y="4010"/>
                    <a:pt x="6950" y="4034"/>
                    <a:pt x="6915" y="4058"/>
                  </a:cubicBezTo>
                  <a:lnTo>
                    <a:pt x="6908" y="4061"/>
                  </a:lnTo>
                  <a:cubicBezTo>
                    <a:pt x="6867" y="4092"/>
                    <a:pt x="6830" y="4123"/>
                    <a:pt x="6792" y="4154"/>
                  </a:cubicBezTo>
                  <a:cubicBezTo>
                    <a:pt x="6758" y="4181"/>
                    <a:pt x="6723" y="4209"/>
                    <a:pt x="6693" y="4240"/>
                  </a:cubicBezTo>
                  <a:lnTo>
                    <a:pt x="6686" y="4243"/>
                  </a:lnTo>
                  <a:cubicBezTo>
                    <a:pt x="6185" y="4678"/>
                    <a:pt x="5815" y="5247"/>
                    <a:pt x="5620" y="5884"/>
                  </a:cubicBezTo>
                  <a:cubicBezTo>
                    <a:pt x="5582" y="5878"/>
                    <a:pt x="5548" y="5871"/>
                    <a:pt x="5510" y="5864"/>
                  </a:cubicBezTo>
                  <a:cubicBezTo>
                    <a:pt x="5397" y="5847"/>
                    <a:pt x="5288" y="5840"/>
                    <a:pt x="5174" y="5840"/>
                  </a:cubicBezTo>
                  <a:lnTo>
                    <a:pt x="5031" y="5840"/>
                  </a:lnTo>
                  <a:lnTo>
                    <a:pt x="4989" y="5843"/>
                  </a:lnTo>
                  <a:lnTo>
                    <a:pt x="4969" y="5843"/>
                  </a:lnTo>
                  <a:lnTo>
                    <a:pt x="4935" y="5847"/>
                  </a:lnTo>
                  <a:lnTo>
                    <a:pt x="4900" y="5847"/>
                  </a:lnTo>
                  <a:lnTo>
                    <a:pt x="4869" y="5850"/>
                  </a:lnTo>
                  <a:lnTo>
                    <a:pt x="4811" y="5860"/>
                  </a:lnTo>
                  <a:lnTo>
                    <a:pt x="4804" y="5860"/>
                  </a:lnTo>
                  <a:lnTo>
                    <a:pt x="4746" y="5833"/>
                  </a:lnTo>
                  <a:lnTo>
                    <a:pt x="4729" y="5823"/>
                  </a:lnTo>
                  <a:cubicBezTo>
                    <a:pt x="4708" y="5812"/>
                    <a:pt x="4688" y="5802"/>
                    <a:pt x="4664" y="5788"/>
                  </a:cubicBezTo>
                  <a:lnTo>
                    <a:pt x="4654" y="5785"/>
                  </a:lnTo>
                  <a:cubicBezTo>
                    <a:pt x="4630" y="5771"/>
                    <a:pt x="4606" y="5758"/>
                    <a:pt x="4582" y="5740"/>
                  </a:cubicBezTo>
                  <a:lnTo>
                    <a:pt x="4564" y="5730"/>
                  </a:lnTo>
                  <a:lnTo>
                    <a:pt x="4503" y="5692"/>
                  </a:lnTo>
                  <a:lnTo>
                    <a:pt x="4493" y="5686"/>
                  </a:lnTo>
                  <a:cubicBezTo>
                    <a:pt x="4469" y="5672"/>
                    <a:pt x="4445" y="5655"/>
                    <a:pt x="4424" y="5641"/>
                  </a:cubicBezTo>
                  <a:lnTo>
                    <a:pt x="4407" y="5627"/>
                  </a:lnTo>
                  <a:cubicBezTo>
                    <a:pt x="4386" y="5614"/>
                    <a:pt x="4369" y="5600"/>
                    <a:pt x="4349" y="5586"/>
                  </a:cubicBezTo>
                  <a:lnTo>
                    <a:pt x="4338" y="5576"/>
                  </a:lnTo>
                  <a:cubicBezTo>
                    <a:pt x="4318" y="5562"/>
                    <a:pt x="4297" y="5542"/>
                    <a:pt x="4273" y="5528"/>
                  </a:cubicBezTo>
                  <a:lnTo>
                    <a:pt x="4260" y="5514"/>
                  </a:lnTo>
                  <a:cubicBezTo>
                    <a:pt x="4242" y="5497"/>
                    <a:pt x="4222" y="5483"/>
                    <a:pt x="4205" y="5466"/>
                  </a:cubicBezTo>
                  <a:lnTo>
                    <a:pt x="4194" y="5456"/>
                  </a:lnTo>
                  <a:cubicBezTo>
                    <a:pt x="4174" y="5439"/>
                    <a:pt x="4153" y="5418"/>
                    <a:pt x="4133" y="5401"/>
                  </a:cubicBezTo>
                  <a:lnTo>
                    <a:pt x="4122" y="5387"/>
                  </a:lnTo>
                  <a:cubicBezTo>
                    <a:pt x="4105" y="5370"/>
                    <a:pt x="4088" y="5353"/>
                    <a:pt x="4071" y="5336"/>
                  </a:cubicBezTo>
                  <a:lnTo>
                    <a:pt x="4061" y="5326"/>
                  </a:lnTo>
                  <a:cubicBezTo>
                    <a:pt x="4040" y="5305"/>
                    <a:pt x="4023" y="5285"/>
                    <a:pt x="4002" y="5264"/>
                  </a:cubicBezTo>
                  <a:lnTo>
                    <a:pt x="3985" y="5240"/>
                  </a:lnTo>
                  <a:lnTo>
                    <a:pt x="3979" y="5237"/>
                  </a:lnTo>
                  <a:lnTo>
                    <a:pt x="3972" y="5223"/>
                  </a:lnTo>
                  <a:cubicBezTo>
                    <a:pt x="3817" y="5045"/>
                    <a:pt x="3691" y="4846"/>
                    <a:pt x="3598" y="4630"/>
                  </a:cubicBezTo>
                  <a:lnTo>
                    <a:pt x="3591" y="4620"/>
                  </a:lnTo>
                  <a:cubicBezTo>
                    <a:pt x="3584" y="4599"/>
                    <a:pt x="3578" y="4579"/>
                    <a:pt x="3567" y="4558"/>
                  </a:cubicBezTo>
                  <a:lnTo>
                    <a:pt x="3564" y="4541"/>
                  </a:lnTo>
                  <a:cubicBezTo>
                    <a:pt x="3554" y="4521"/>
                    <a:pt x="3547" y="4500"/>
                    <a:pt x="3540" y="4476"/>
                  </a:cubicBezTo>
                  <a:lnTo>
                    <a:pt x="3533" y="4455"/>
                  </a:lnTo>
                  <a:cubicBezTo>
                    <a:pt x="3523" y="4428"/>
                    <a:pt x="3516" y="4401"/>
                    <a:pt x="3506" y="4373"/>
                  </a:cubicBezTo>
                  <a:cubicBezTo>
                    <a:pt x="3478" y="4281"/>
                    <a:pt x="3458" y="4185"/>
                    <a:pt x="3444" y="4089"/>
                  </a:cubicBezTo>
                  <a:cubicBezTo>
                    <a:pt x="3441" y="4065"/>
                    <a:pt x="3437" y="4044"/>
                    <a:pt x="3437" y="4024"/>
                  </a:cubicBezTo>
                  <a:cubicBezTo>
                    <a:pt x="3434" y="4000"/>
                    <a:pt x="3430" y="3989"/>
                    <a:pt x="3430" y="3969"/>
                  </a:cubicBezTo>
                  <a:cubicBezTo>
                    <a:pt x="3420" y="3890"/>
                    <a:pt x="3417" y="3808"/>
                    <a:pt x="3417" y="3729"/>
                  </a:cubicBezTo>
                  <a:lnTo>
                    <a:pt x="3417" y="3650"/>
                  </a:lnTo>
                  <a:lnTo>
                    <a:pt x="3417" y="3630"/>
                  </a:lnTo>
                  <a:cubicBezTo>
                    <a:pt x="3417" y="3602"/>
                    <a:pt x="3420" y="3575"/>
                    <a:pt x="3423" y="3547"/>
                  </a:cubicBezTo>
                  <a:cubicBezTo>
                    <a:pt x="3423" y="3520"/>
                    <a:pt x="3427" y="3496"/>
                    <a:pt x="3430" y="3468"/>
                  </a:cubicBezTo>
                  <a:lnTo>
                    <a:pt x="3434" y="3448"/>
                  </a:lnTo>
                  <a:cubicBezTo>
                    <a:pt x="3437" y="3397"/>
                    <a:pt x="3447" y="3345"/>
                    <a:pt x="3454" y="3294"/>
                  </a:cubicBezTo>
                  <a:cubicBezTo>
                    <a:pt x="3454" y="3287"/>
                    <a:pt x="3454" y="3280"/>
                    <a:pt x="3461" y="3273"/>
                  </a:cubicBezTo>
                  <a:cubicBezTo>
                    <a:pt x="3468" y="3225"/>
                    <a:pt x="3482" y="3174"/>
                    <a:pt x="3495" y="3122"/>
                  </a:cubicBezTo>
                  <a:lnTo>
                    <a:pt x="3499" y="3105"/>
                  </a:lnTo>
                  <a:cubicBezTo>
                    <a:pt x="3512" y="3054"/>
                    <a:pt x="3530" y="3006"/>
                    <a:pt x="3547" y="2954"/>
                  </a:cubicBezTo>
                  <a:lnTo>
                    <a:pt x="3550" y="2937"/>
                  </a:lnTo>
                  <a:cubicBezTo>
                    <a:pt x="3567" y="2889"/>
                    <a:pt x="3588" y="2841"/>
                    <a:pt x="3608" y="2797"/>
                  </a:cubicBezTo>
                  <a:lnTo>
                    <a:pt x="3615" y="2780"/>
                  </a:lnTo>
                  <a:cubicBezTo>
                    <a:pt x="3636" y="2732"/>
                    <a:pt x="3656" y="2687"/>
                    <a:pt x="3680" y="2643"/>
                  </a:cubicBezTo>
                  <a:lnTo>
                    <a:pt x="3691" y="2626"/>
                  </a:lnTo>
                  <a:cubicBezTo>
                    <a:pt x="3715" y="2584"/>
                    <a:pt x="3739" y="2536"/>
                    <a:pt x="3766" y="2499"/>
                  </a:cubicBezTo>
                  <a:lnTo>
                    <a:pt x="3776" y="2482"/>
                  </a:lnTo>
                  <a:cubicBezTo>
                    <a:pt x="3804" y="2434"/>
                    <a:pt x="3835" y="2392"/>
                    <a:pt x="3865" y="2348"/>
                  </a:cubicBezTo>
                  <a:cubicBezTo>
                    <a:pt x="3958" y="2221"/>
                    <a:pt x="4064" y="2101"/>
                    <a:pt x="4181" y="1995"/>
                  </a:cubicBezTo>
                  <a:lnTo>
                    <a:pt x="4184" y="1992"/>
                  </a:lnTo>
                  <a:lnTo>
                    <a:pt x="4225" y="1957"/>
                  </a:lnTo>
                  <a:lnTo>
                    <a:pt x="4397" y="1820"/>
                  </a:lnTo>
                  <a:lnTo>
                    <a:pt x="4417" y="1803"/>
                  </a:lnTo>
                  <a:lnTo>
                    <a:pt x="4424" y="1803"/>
                  </a:lnTo>
                  <a:lnTo>
                    <a:pt x="4441" y="1789"/>
                  </a:lnTo>
                  <a:lnTo>
                    <a:pt x="4465" y="1772"/>
                  </a:lnTo>
                  <a:lnTo>
                    <a:pt x="4486" y="1759"/>
                  </a:lnTo>
                  <a:lnTo>
                    <a:pt x="4513" y="1741"/>
                  </a:lnTo>
                  <a:lnTo>
                    <a:pt x="4530" y="1731"/>
                  </a:lnTo>
                  <a:lnTo>
                    <a:pt x="4534" y="1731"/>
                  </a:lnTo>
                  <a:lnTo>
                    <a:pt x="4558" y="1717"/>
                  </a:lnTo>
                  <a:lnTo>
                    <a:pt x="4606" y="1690"/>
                  </a:lnTo>
                  <a:lnTo>
                    <a:pt x="4630" y="1673"/>
                  </a:lnTo>
                  <a:lnTo>
                    <a:pt x="4650" y="1663"/>
                  </a:lnTo>
                  <a:lnTo>
                    <a:pt x="4702" y="1635"/>
                  </a:lnTo>
                  <a:lnTo>
                    <a:pt x="4722" y="1625"/>
                  </a:lnTo>
                  <a:lnTo>
                    <a:pt x="4729" y="1625"/>
                  </a:lnTo>
                  <a:lnTo>
                    <a:pt x="4835" y="1577"/>
                  </a:lnTo>
                  <a:lnTo>
                    <a:pt x="4859" y="1567"/>
                  </a:lnTo>
                  <a:lnTo>
                    <a:pt x="4900" y="1549"/>
                  </a:lnTo>
                  <a:lnTo>
                    <a:pt x="4931" y="1536"/>
                  </a:lnTo>
                  <a:lnTo>
                    <a:pt x="4955" y="1529"/>
                  </a:lnTo>
                  <a:lnTo>
                    <a:pt x="5085" y="1484"/>
                  </a:lnTo>
                  <a:lnTo>
                    <a:pt x="5113" y="1478"/>
                  </a:lnTo>
                  <a:lnTo>
                    <a:pt x="5140" y="1471"/>
                  </a:lnTo>
                  <a:lnTo>
                    <a:pt x="5168" y="1464"/>
                  </a:lnTo>
                  <a:lnTo>
                    <a:pt x="5195" y="1457"/>
                  </a:lnTo>
                  <a:lnTo>
                    <a:pt x="5222" y="1450"/>
                  </a:lnTo>
                  <a:lnTo>
                    <a:pt x="5250" y="1443"/>
                  </a:lnTo>
                  <a:lnTo>
                    <a:pt x="5277" y="1436"/>
                  </a:lnTo>
                  <a:lnTo>
                    <a:pt x="5305" y="1430"/>
                  </a:lnTo>
                  <a:lnTo>
                    <a:pt x="5360" y="1419"/>
                  </a:lnTo>
                  <a:lnTo>
                    <a:pt x="5394" y="1416"/>
                  </a:lnTo>
                  <a:lnTo>
                    <a:pt x="5418" y="1412"/>
                  </a:lnTo>
                  <a:lnTo>
                    <a:pt x="5449" y="1406"/>
                  </a:lnTo>
                  <a:lnTo>
                    <a:pt x="5476" y="1402"/>
                  </a:lnTo>
                  <a:lnTo>
                    <a:pt x="5507" y="1399"/>
                  </a:lnTo>
                  <a:lnTo>
                    <a:pt x="5531" y="1395"/>
                  </a:lnTo>
                  <a:lnTo>
                    <a:pt x="5589" y="1392"/>
                  </a:lnTo>
                  <a:lnTo>
                    <a:pt x="5617" y="1392"/>
                  </a:lnTo>
                  <a:lnTo>
                    <a:pt x="5706" y="1388"/>
                  </a:lnTo>
                  <a:close/>
                  <a:moveTo>
                    <a:pt x="5775" y="523"/>
                  </a:moveTo>
                  <a:cubicBezTo>
                    <a:pt x="7391" y="523"/>
                    <a:pt x="8766" y="1739"/>
                    <a:pt x="8947" y="3362"/>
                  </a:cubicBezTo>
                  <a:lnTo>
                    <a:pt x="8917" y="3362"/>
                  </a:lnTo>
                  <a:lnTo>
                    <a:pt x="8848" y="3366"/>
                  </a:lnTo>
                  <a:lnTo>
                    <a:pt x="8769" y="3373"/>
                  </a:lnTo>
                  <a:lnTo>
                    <a:pt x="8697" y="3376"/>
                  </a:lnTo>
                  <a:lnTo>
                    <a:pt x="8629" y="3383"/>
                  </a:lnTo>
                  <a:cubicBezTo>
                    <a:pt x="8622" y="3321"/>
                    <a:pt x="8612" y="3259"/>
                    <a:pt x="8598" y="3198"/>
                  </a:cubicBezTo>
                  <a:cubicBezTo>
                    <a:pt x="8598" y="3187"/>
                    <a:pt x="8594" y="3177"/>
                    <a:pt x="8594" y="3170"/>
                  </a:cubicBezTo>
                  <a:cubicBezTo>
                    <a:pt x="8584" y="3109"/>
                    <a:pt x="8567" y="3047"/>
                    <a:pt x="8553" y="2985"/>
                  </a:cubicBezTo>
                  <a:lnTo>
                    <a:pt x="8546" y="2965"/>
                  </a:lnTo>
                  <a:cubicBezTo>
                    <a:pt x="8529" y="2903"/>
                    <a:pt x="8509" y="2841"/>
                    <a:pt x="8488" y="2783"/>
                  </a:cubicBezTo>
                  <a:lnTo>
                    <a:pt x="8481" y="2759"/>
                  </a:lnTo>
                  <a:cubicBezTo>
                    <a:pt x="8461" y="2701"/>
                    <a:pt x="8440" y="2643"/>
                    <a:pt x="8413" y="2588"/>
                  </a:cubicBezTo>
                  <a:lnTo>
                    <a:pt x="8403" y="2564"/>
                  </a:lnTo>
                  <a:cubicBezTo>
                    <a:pt x="8379" y="2509"/>
                    <a:pt x="8351" y="2451"/>
                    <a:pt x="8324" y="2396"/>
                  </a:cubicBezTo>
                  <a:lnTo>
                    <a:pt x="8313" y="2375"/>
                  </a:lnTo>
                  <a:cubicBezTo>
                    <a:pt x="8283" y="2324"/>
                    <a:pt x="8252" y="2269"/>
                    <a:pt x="8217" y="2214"/>
                  </a:cubicBezTo>
                  <a:lnTo>
                    <a:pt x="8207" y="2197"/>
                  </a:lnTo>
                  <a:cubicBezTo>
                    <a:pt x="8173" y="2142"/>
                    <a:pt x="8135" y="2087"/>
                    <a:pt x="8098" y="2036"/>
                  </a:cubicBezTo>
                  <a:cubicBezTo>
                    <a:pt x="7984" y="1878"/>
                    <a:pt x="7854" y="1735"/>
                    <a:pt x="7714" y="1604"/>
                  </a:cubicBezTo>
                  <a:lnTo>
                    <a:pt x="7707" y="1597"/>
                  </a:lnTo>
                  <a:lnTo>
                    <a:pt x="7679" y="1573"/>
                  </a:lnTo>
                  <a:lnTo>
                    <a:pt x="7662" y="1556"/>
                  </a:lnTo>
                  <a:lnTo>
                    <a:pt x="7645" y="1543"/>
                  </a:lnTo>
                  <a:lnTo>
                    <a:pt x="7556" y="1471"/>
                  </a:lnTo>
                  <a:lnTo>
                    <a:pt x="7529" y="1450"/>
                  </a:lnTo>
                  <a:lnTo>
                    <a:pt x="7474" y="1409"/>
                  </a:lnTo>
                  <a:lnTo>
                    <a:pt x="7450" y="1388"/>
                  </a:lnTo>
                  <a:lnTo>
                    <a:pt x="7422" y="1368"/>
                  </a:lnTo>
                  <a:lnTo>
                    <a:pt x="7419" y="1368"/>
                  </a:lnTo>
                  <a:lnTo>
                    <a:pt x="7395" y="1351"/>
                  </a:lnTo>
                  <a:lnTo>
                    <a:pt x="7368" y="1330"/>
                  </a:lnTo>
                  <a:lnTo>
                    <a:pt x="7337" y="1313"/>
                  </a:lnTo>
                  <a:lnTo>
                    <a:pt x="7333" y="1310"/>
                  </a:lnTo>
                  <a:lnTo>
                    <a:pt x="7309" y="1296"/>
                  </a:lnTo>
                  <a:lnTo>
                    <a:pt x="7282" y="1279"/>
                  </a:lnTo>
                  <a:lnTo>
                    <a:pt x="7251" y="1258"/>
                  </a:lnTo>
                  <a:lnTo>
                    <a:pt x="7193" y="1224"/>
                  </a:lnTo>
                  <a:lnTo>
                    <a:pt x="7165" y="1210"/>
                  </a:lnTo>
                  <a:lnTo>
                    <a:pt x="7135" y="1193"/>
                  </a:lnTo>
                  <a:lnTo>
                    <a:pt x="7076" y="1162"/>
                  </a:lnTo>
                  <a:lnTo>
                    <a:pt x="7045" y="1149"/>
                  </a:lnTo>
                  <a:lnTo>
                    <a:pt x="7042" y="1145"/>
                  </a:lnTo>
                  <a:lnTo>
                    <a:pt x="7039" y="1142"/>
                  </a:lnTo>
                  <a:lnTo>
                    <a:pt x="7015" y="1131"/>
                  </a:lnTo>
                  <a:lnTo>
                    <a:pt x="6977" y="1114"/>
                  </a:lnTo>
                  <a:lnTo>
                    <a:pt x="6953" y="1104"/>
                  </a:lnTo>
                  <a:lnTo>
                    <a:pt x="6915" y="1087"/>
                  </a:lnTo>
                  <a:lnTo>
                    <a:pt x="6884" y="1073"/>
                  </a:lnTo>
                  <a:lnTo>
                    <a:pt x="6830" y="1053"/>
                  </a:lnTo>
                  <a:lnTo>
                    <a:pt x="6809" y="1042"/>
                  </a:lnTo>
                  <a:lnTo>
                    <a:pt x="6795" y="1039"/>
                  </a:lnTo>
                  <a:lnTo>
                    <a:pt x="6764" y="1025"/>
                  </a:lnTo>
                  <a:lnTo>
                    <a:pt x="6737" y="1018"/>
                  </a:lnTo>
                  <a:lnTo>
                    <a:pt x="6727" y="1011"/>
                  </a:lnTo>
                  <a:lnTo>
                    <a:pt x="6703" y="1005"/>
                  </a:lnTo>
                  <a:lnTo>
                    <a:pt x="6686" y="1001"/>
                  </a:lnTo>
                  <a:lnTo>
                    <a:pt x="6675" y="994"/>
                  </a:lnTo>
                  <a:lnTo>
                    <a:pt x="6669" y="994"/>
                  </a:lnTo>
                  <a:lnTo>
                    <a:pt x="6638" y="984"/>
                  </a:lnTo>
                  <a:lnTo>
                    <a:pt x="6634" y="984"/>
                  </a:lnTo>
                  <a:lnTo>
                    <a:pt x="6607" y="977"/>
                  </a:lnTo>
                  <a:lnTo>
                    <a:pt x="6569" y="967"/>
                  </a:lnTo>
                  <a:lnTo>
                    <a:pt x="6538" y="957"/>
                  </a:lnTo>
                  <a:lnTo>
                    <a:pt x="6504" y="946"/>
                  </a:lnTo>
                  <a:lnTo>
                    <a:pt x="6473" y="940"/>
                  </a:lnTo>
                  <a:lnTo>
                    <a:pt x="6436" y="933"/>
                  </a:lnTo>
                  <a:lnTo>
                    <a:pt x="6405" y="922"/>
                  </a:lnTo>
                  <a:lnTo>
                    <a:pt x="6367" y="916"/>
                  </a:lnTo>
                  <a:lnTo>
                    <a:pt x="6333" y="909"/>
                  </a:lnTo>
                  <a:lnTo>
                    <a:pt x="6285" y="898"/>
                  </a:lnTo>
                  <a:lnTo>
                    <a:pt x="6268" y="898"/>
                  </a:lnTo>
                  <a:lnTo>
                    <a:pt x="6230" y="892"/>
                  </a:lnTo>
                  <a:lnTo>
                    <a:pt x="6196" y="885"/>
                  </a:lnTo>
                  <a:lnTo>
                    <a:pt x="6158" y="881"/>
                  </a:lnTo>
                  <a:lnTo>
                    <a:pt x="6127" y="878"/>
                  </a:lnTo>
                  <a:lnTo>
                    <a:pt x="6089" y="871"/>
                  </a:lnTo>
                  <a:lnTo>
                    <a:pt x="6055" y="868"/>
                  </a:lnTo>
                  <a:lnTo>
                    <a:pt x="5987" y="864"/>
                  </a:lnTo>
                  <a:lnTo>
                    <a:pt x="5952" y="861"/>
                  </a:lnTo>
                  <a:lnTo>
                    <a:pt x="5915" y="857"/>
                  </a:lnTo>
                  <a:lnTo>
                    <a:pt x="5627" y="857"/>
                  </a:lnTo>
                  <a:lnTo>
                    <a:pt x="5589" y="861"/>
                  </a:lnTo>
                  <a:lnTo>
                    <a:pt x="5555" y="864"/>
                  </a:lnTo>
                  <a:lnTo>
                    <a:pt x="5486" y="868"/>
                  </a:lnTo>
                  <a:lnTo>
                    <a:pt x="5455" y="871"/>
                  </a:lnTo>
                  <a:lnTo>
                    <a:pt x="5414" y="874"/>
                  </a:lnTo>
                  <a:lnTo>
                    <a:pt x="5383" y="881"/>
                  </a:lnTo>
                  <a:lnTo>
                    <a:pt x="5346" y="885"/>
                  </a:lnTo>
                  <a:lnTo>
                    <a:pt x="5312" y="892"/>
                  </a:lnTo>
                  <a:lnTo>
                    <a:pt x="5277" y="895"/>
                  </a:lnTo>
                  <a:lnTo>
                    <a:pt x="5209" y="909"/>
                  </a:lnTo>
                  <a:lnTo>
                    <a:pt x="5174" y="916"/>
                  </a:lnTo>
                  <a:lnTo>
                    <a:pt x="5140" y="922"/>
                  </a:lnTo>
                  <a:lnTo>
                    <a:pt x="5106" y="929"/>
                  </a:lnTo>
                  <a:lnTo>
                    <a:pt x="5072" y="940"/>
                  </a:lnTo>
                  <a:lnTo>
                    <a:pt x="5041" y="946"/>
                  </a:lnTo>
                  <a:lnTo>
                    <a:pt x="5003" y="957"/>
                  </a:lnTo>
                  <a:lnTo>
                    <a:pt x="4972" y="967"/>
                  </a:lnTo>
                  <a:lnTo>
                    <a:pt x="4938" y="977"/>
                  </a:lnTo>
                  <a:lnTo>
                    <a:pt x="4911" y="984"/>
                  </a:lnTo>
                  <a:lnTo>
                    <a:pt x="4904" y="984"/>
                  </a:lnTo>
                  <a:lnTo>
                    <a:pt x="4873" y="994"/>
                  </a:lnTo>
                  <a:lnTo>
                    <a:pt x="4869" y="994"/>
                  </a:lnTo>
                  <a:lnTo>
                    <a:pt x="4842" y="1005"/>
                  </a:lnTo>
                  <a:lnTo>
                    <a:pt x="4818" y="1015"/>
                  </a:lnTo>
                  <a:lnTo>
                    <a:pt x="4804" y="1018"/>
                  </a:lnTo>
                  <a:lnTo>
                    <a:pt x="4777" y="1029"/>
                  </a:lnTo>
                  <a:lnTo>
                    <a:pt x="4746" y="1039"/>
                  </a:lnTo>
                  <a:lnTo>
                    <a:pt x="4736" y="1042"/>
                  </a:lnTo>
                  <a:lnTo>
                    <a:pt x="4712" y="1053"/>
                  </a:lnTo>
                  <a:lnTo>
                    <a:pt x="4660" y="1073"/>
                  </a:lnTo>
                  <a:lnTo>
                    <a:pt x="4630" y="1087"/>
                  </a:lnTo>
                  <a:lnTo>
                    <a:pt x="4588" y="1104"/>
                  </a:lnTo>
                  <a:lnTo>
                    <a:pt x="4568" y="1114"/>
                  </a:lnTo>
                  <a:lnTo>
                    <a:pt x="4530" y="1131"/>
                  </a:lnTo>
                  <a:lnTo>
                    <a:pt x="4527" y="1131"/>
                  </a:lnTo>
                  <a:lnTo>
                    <a:pt x="4503" y="1145"/>
                  </a:lnTo>
                  <a:lnTo>
                    <a:pt x="4496" y="1145"/>
                  </a:lnTo>
                  <a:lnTo>
                    <a:pt x="4469" y="1159"/>
                  </a:lnTo>
                  <a:lnTo>
                    <a:pt x="4407" y="1193"/>
                  </a:lnTo>
                  <a:lnTo>
                    <a:pt x="4379" y="1207"/>
                  </a:lnTo>
                  <a:lnTo>
                    <a:pt x="4349" y="1224"/>
                  </a:lnTo>
                  <a:lnTo>
                    <a:pt x="4294" y="1258"/>
                  </a:lnTo>
                  <a:lnTo>
                    <a:pt x="4290" y="1258"/>
                  </a:lnTo>
                  <a:lnTo>
                    <a:pt x="4260" y="1275"/>
                  </a:lnTo>
                  <a:lnTo>
                    <a:pt x="4236" y="1292"/>
                  </a:lnTo>
                  <a:lnTo>
                    <a:pt x="4205" y="1310"/>
                  </a:lnTo>
                  <a:lnTo>
                    <a:pt x="4177" y="1330"/>
                  </a:lnTo>
                  <a:lnTo>
                    <a:pt x="4150" y="1347"/>
                  </a:lnTo>
                  <a:lnTo>
                    <a:pt x="4126" y="1364"/>
                  </a:lnTo>
                  <a:lnTo>
                    <a:pt x="4098" y="1385"/>
                  </a:lnTo>
                  <a:lnTo>
                    <a:pt x="4074" y="1402"/>
                  </a:lnTo>
                  <a:lnTo>
                    <a:pt x="4016" y="1443"/>
                  </a:lnTo>
                  <a:lnTo>
                    <a:pt x="3989" y="1467"/>
                  </a:lnTo>
                  <a:lnTo>
                    <a:pt x="3903" y="1539"/>
                  </a:lnTo>
                  <a:lnTo>
                    <a:pt x="3889" y="1549"/>
                  </a:lnTo>
                  <a:lnTo>
                    <a:pt x="3869" y="1570"/>
                  </a:lnTo>
                  <a:lnTo>
                    <a:pt x="3838" y="1594"/>
                  </a:lnTo>
                  <a:lnTo>
                    <a:pt x="3835" y="1601"/>
                  </a:lnTo>
                  <a:cubicBezTo>
                    <a:pt x="3691" y="1731"/>
                    <a:pt x="3560" y="1872"/>
                    <a:pt x="3447" y="2029"/>
                  </a:cubicBezTo>
                  <a:cubicBezTo>
                    <a:pt x="3410" y="2081"/>
                    <a:pt x="3372" y="2135"/>
                    <a:pt x="3341" y="2187"/>
                  </a:cubicBezTo>
                  <a:lnTo>
                    <a:pt x="3327" y="2207"/>
                  </a:lnTo>
                  <a:cubicBezTo>
                    <a:pt x="3293" y="2262"/>
                    <a:pt x="3262" y="2314"/>
                    <a:pt x="3235" y="2372"/>
                  </a:cubicBezTo>
                  <a:lnTo>
                    <a:pt x="3225" y="2389"/>
                  </a:lnTo>
                  <a:cubicBezTo>
                    <a:pt x="3194" y="2444"/>
                    <a:pt x="3166" y="2502"/>
                    <a:pt x="3142" y="2557"/>
                  </a:cubicBezTo>
                  <a:lnTo>
                    <a:pt x="3136" y="2578"/>
                  </a:lnTo>
                  <a:cubicBezTo>
                    <a:pt x="3108" y="2636"/>
                    <a:pt x="3088" y="2694"/>
                    <a:pt x="3064" y="2752"/>
                  </a:cubicBezTo>
                  <a:lnTo>
                    <a:pt x="3057" y="2776"/>
                  </a:lnTo>
                  <a:cubicBezTo>
                    <a:pt x="3036" y="2835"/>
                    <a:pt x="3019" y="2896"/>
                    <a:pt x="3002" y="2954"/>
                  </a:cubicBezTo>
                  <a:lnTo>
                    <a:pt x="2995" y="2978"/>
                  </a:lnTo>
                  <a:cubicBezTo>
                    <a:pt x="2978" y="3040"/>
                    <a:pt x="2964" y="3102"/>
                    <a:pt x="2950" y="3160"/>
                  </a:cubicBezTo>
                  <a:cubicBezTo>
                    <a:pt x="2950" y="3170"/>
                    <a:pt x="2947" y="3181"/>
                    <a:pt x="2947" y="3187"/>
                  </a:cubicBezTo>
                  <a:cubicBezTo>
                    <a:pt x="2933" y="3253"/>
                    <a:pt x="2926" y="3318"/>
                    <a:pt x="2916" y="3376"/>
                  </a:cubicBezTo>
                  <a:lnTo>
                    <a:pt x="2916" y="3403"/>
                  </a:lnTo>
                  <a:cubicBezTo>
                    <a:pt x="2913" y="3434"/>
                    <a:pt x="2909" y="3465"/>
                    <a:pt x="2906" y="3499"/>
                  </a:cubicBezTo>
                  <a:cubicBezTo>
                    <a:pt x="2902" y="3530"/>
                    <a:pt x="2902" y="3564"/>
                    <a:pt x="2899" y="3599"/>
                  </a:cubicBezTo>
                  <a:lnTo>
                    <a:pt x="2899" y="3623"/>
                  </a:lnTo>
                  <a:lnTo>
                    <a:pt x="2899" y="3722"/>
                  </a:lnTo>
                  <a:cubicBezTo>
                    <a:pt x="2899" y="3818"/>
                    <a:pt x="2906" y="3917"/>
                    <a:pt x="2916" y="4013"/>
                  </a:cubicBezTo>
                  <a:cubicBezTo>
                    <a:pt x="2916" y="4034"/>
                    <a:pt x="2920" y="4058"/>
                    <a:pt x="2923" y="4078"/>
                  </a:cubicBezTo>
                  <a:cubicBezTo>
                    <a:pt x="2926" y="4099"/>
                    <a:pt x="2930" y="4133"/>
                    <a:pt x="2933" y="4157"/>
                  </a:cubicBezTo>
                  <a:cubicBezTo>
                    <a:pt x="2950" y="4277"/>
                    <a:pt x="2978" y="4394"/>
                    <a:pt x="3009" y="4507"/>
                  </a:cubicBezTo>
                  <a:cubicBezTo>
                    <a:pt x="3019" y="4541"/>
                    <a:pt x="3029" y="4575"/>
                    <a:pt x="3040" y="4610"/>
                  </a:cubicBezTo>
                  <a:lnTo>
                    <a:pt x="3050" y="4637"/>
                  </a:lnTo>
                  <a:cubicBezTo>
                    <a:pt x="3060" y="4661"/>
                    <a:pt x="3067" y="4688"/>
                    <a:pt x="3077" y="4716"/>
                  </a:cubicBezTo>
                  <a:lnTo>
                    <a:pt x="3084" y="4736"/>
                  </a:lnTo>
                  <a:cubicBezTo>
                    <a:pt x="3094" y="4764"/>
                    <a:pt x="3108" y="4795"/>
                    <a:pt x="3118" y="4822"/>
                  </a:cubicBezTo>
                  <a:lnTo>
                    <a:pt x="3125" y="4832"/>
                  </a:lnTo>
                  <a:cubicBezTo>
                    <a:pt x="3235" y="5096"/>
                    <a:pt x="3382" y="5343"/>
                    <a:pt x="3567" y="5562"/>
                  </a:cubicBezTo>
                  <a:lnTo>
                    <a:pt x="3578" y="5573"/>
                  </a:lnTo>
                  <a:lnTo>
                    <a:pt x="3598" y="5597"/>
                  </a:lnTo>
                  <a:lnTo>
                    <a:pt x="3605" y="5607"/>
                  </a:lnTo>
                  <a:lnTo>
                    <a:pt x="3619" y="5621"/>
                  </a:lnTo>
                  <a:cubicBezTo>
                    <a:pt x="3639" y="5648"/>
                    <a:pt x="3660" y="5672"/>
                    <a:pt x="3687" y="5696"/>
                  </a:cubicBezTo>
                  <a:lnTo>
                    <a:pt x="3698" y="5710"/>
                  </a:lnTo>
                  <a:cubicBezTo>
                    <a:pt x="3718" y="5730"/>
                    <a:pt x="3739" y="5751"/>
                    <a:pt x="3759" y="5771"/>
                  </a:cubicBezTo>
                  <a:lnTo>
                    <a:pt x="3776" y="5788"/>
                  </a:lnTo>
                  <a:cubicBezTo>
                    <a:pt x="3800" y="5812"/>
                    <a:pt x="3824" y="5833"/>
                    <a:pt x="3852" y="5857"/>
                  </a:cubicBezTo>
                  <a:lnTo>
                    <a:pt x="3862" y="5867"/>
                  </a:lnTo>
                  <a:cubicBezTo>
                    <a:pt x="3886" y="5888"/>
                    <a:pt x="3907" y="5908"/>
                    <a:pt x="3931" y="5926"/>
                  </a:cubicBezTo>
                  <a:lnTo>
                    <a:pt x="3948" y="5939"/>
                  </a:lnTo>
                  <a:cubicBezTo>
                    <a:pt x="3972" y="5963"/>
                    <a:pt x="3999" y="5984"/>
                    <a:pt x="4026" y="6004"/>
                  </a:cubicBezTo>
                  <a:lnTo>
                    <a:pt x="4040" y="6015"/>
                  </a:lnTo>
                  <a:cubicBezTo>
                    <a:pt x="4061" y="6032"/>
                    <a:pt x="4085" y="6049"/>
                    <a:pt x="4112" y="6066"/>
                  </a:cubicBezTo>
                  <a:lnTo>
                    <a:pt x="4129" y="6080"/>
                  </a:lnTo>
                  <a:lnTo>
                    <a:pt x="4143" y="6090"/>
                  </a:lnTo>
                  <a:lnTo>
                    <a:pt x="4109" y="6111"/>
                  </a:lnTo>
                  <a:lnTo>
                    <a:pt x="4105" y="6111"/>
                  </a:lnTo>
                  <a:cubicBezTo>
                    <a:pt x="4033" y="6148"/>
                    <a:pt x="3965" y="6193"/>
                    <a:pt x="3900" y="6237"/>
                  </a:cubicBezTo>
                  <a:lnTo>
                    <a:pt x="3889" y="6244"/>
                  </a:lnTo>
                  <a:lnTo>
                    <a:pt x="3852" y="6272"/>
                  </a:lnTo>
                  <a:cubicBezTo>
                    <a:pt x="3797" y="6230"/>
                    <a:pt x="3742" y="6189"/>
                    <a:pt x="3691" y="6145"/>
                  </a:cubicBezTo>
                  <a:cubicBezTo>
                    <a:pt x="3670" y="6128"/>
                    <a:pt x="3650" y="6111"/>
                    <a:pt x="3632" y="6090"/>
                  </a:cubicBezTo>
                  <a:lnTo>
                    <a:pt x="3629" y="6090"/>
                  </a:lnTo>
                  <a:cubicBezTo>
                    <a:pt x="3608" y="6069"/>
                    <a:pt x="3588" y="6052"/>
                    <a:pt x="3567" y="6032"/>
                  </a:cubicBezTo>
                  <a:lnTo>
                    <a:pt x="3554" y="6018"/>
                  </a:lnTo>
                  <a:lnTo>
                    <a:pt x="3509" y="5977"/>
                  </a:lnTo>
                  <a:lnTo>
                    <a:pt x="3488" y="5956"/>
                  </a:lnTo>
                  <a:lnTo>
                    <a:pt x="3444" y="5922"/>
                  </a:lnTo>
                  <a:lnTo>
                    <a:pt x="3423" y="5902"/>
                  </a:lnTo>
                  <a:lnTo>
                    <a:pt x="3389" y="5864"/>
                  </a:lnTo>
                  <a:lnTo>
                    <a:pt x="3365" y="5840"/>
                  </a:lnTo>
                  <a:lnTo>
                    <a:pt x="3334" y="5806"/>
                  </a:lnTo>
                  <a:lnTo>
                    <a:pt x="3314" y="5778"/>
                  </a:lnTo>
                  <a:lnTo>
                    <a:pt x="3283" y="5740"/>
                  </a:lnTo>
                  <a:lnTo>
                    <a:pt x="3262" y="5716"/>
                  </a:lnTo>
                  <a:lnTo>
                    <a:pt x="3231" y="5675"/>
                  </a:lnTo>
                  <a:lnTo>
                    <a:pt x="3211" y="5651"/>
                  </a:lnTo>
                  <a:lnTo>
                    <a:pt x="3183" y="5610"/>
                  </a:lnTo>
                  <a:lnTo>
                    <a:pt x="3166" y="5586"/>
                  </a:lnTo>
                  <a:lnTo>
                    <a:pt x="3136" y="5545"/>
                  </a:lnTo>
                  <a:lnTo>
                    <a:pt x="3118" y="5518"/>
                  </a:lnTo>
                  <a:cubicBezTo>
                    <a:pt x="3105" y="5501"/>
                    <a:pt x="3094" y="5480"/>
                    <a:pt x="3081" y="5463"/>
                  </a:cubicBezTo>
                  <a:lnTo>
                    <a:pt x="3074" y="5453"/>
                  </a:lnTo>
                  <a:cubicBezTo>
                    <a:pt x="3060" y="5429"/>
                    <a:pt x="3046" y="5405"/>
                    <a:pt x="3033" y="5384"/>
                  </a:cubicBezTo>
                  <a:lnTo>
                    <a:pt x="3019" y="5360"/>
                  </a:lnTo>
                  <a:cubicBezTo>
                    <a:pt x="3009" y="5346"/>
                    <a:pt x="2998" y="5329"/>
                    <a:pt x="2988" y="5312"/>
                  </a:cubicBezTo>
                  <a:lnTo>
                    <a:pt x="2974" y="5285"/>
                  </a:lnTo>
                  <a:lnTo>
                    <a:pt x="2950" y="5244"/>
                  </a:lnTo>
                  <a:lnTo>
                    <a:pt x="2933" y="5213"/>
                  </a:lnTo>
                  <a:lnTo>
                    <a:pt x="2913" y="5172"/>
                  </a:lnTo>
                  <a:lnTo>
                    <a:pt x="2896" y="5141"/>
                  </a:lnTo>
                  <a:lnTo>
                    <a:pt x="2875" y="5096"/>
                  </a:lnTo>
                  <a:lnTo>
                    <a:pt x="2861" y="5062"/>
                  </a:lnTo>
                  <a:lnTo>
                    <a:pt x="2841" y="5021"/>
                  </a:lnTo>
                  <a:lnTo>
                    <a:pt x="2841" y="5014"/>
                  </a:lnTo>
                  <a:lnTo>
                    <a:pt x="2827" y="4987"/>
                  </a:lnTo>
                  <a:cubicBezTo>
                    <a:pt x="2820" y="4973"/>
                    <a:pt x="2817" y="4959"/>
                    <a:pt x="2810" y="4942"/>
                  </a:cubicBezTo>
                  <a:lnTo>
                    <a:pt x="2796" y="4911"/>
                  </a:lnTo>
                  <a:cubicBezTo>
                    <a:pt x="2789" y="4897"/>
                    <a:pt x="2786" y="4880"/>
                    <a:pt x="2779" y="4870"/>
                  </a:cubicBezTo>
                  <a:lnTo>
                    <a:pt x="2765" y="4836"/>
                  </a:lnTo>
                  <a:cubicBezTo>
                    <a:pt x="2762" y="4822"/>
                    <a:pt x="2755" y="4808"/>
                    <a:pt x="2752" y="4795"/>
                  </a:cubicBezTo>
                  <a:lnTo>
                    <a:pt x="2738" y="4757"/>
                  </a:lnTo>
                  <a:cubicBezTo>
                    <a:pt x="2731" y="4740"/>
                    <a:pt x="2728" y="4723"/>
                    <a:pt x="2721" y="4702"/>
                  </a:cubicBezTo>
                  <a:lnTo>
                    <a:pt x="2714" y="4682"/>
                  </a:lnTo>
                  <a:cubicBezTo>
                    <a:pt x="2704" y="4654"/>
                    <a:pt x="2697" y="4627"/>
                    <a:pt x="2690" y="4603"/>
                  </a:cubicBezTo>
                  <a:lnTo>
                    <a:pt x="2687" y="4582"/>
                  </a:lnTo>
                  <a:cubicBezTo>
                    <a:pt x="2680" y="4562"/>
                    <a:pt x="2673" y="4541"/>
                    <a:pt x="2669" y="4524"/>
                  </a:cubicBezTo>
                  <a:lnTo>
                    <a:pt x="2663" y="4490"/>
                  </a:lnTo>
                  <a:cubicBezTo>
                    <a:pt x="2656" y="4473"/>
                    <a:pt x="2652" y="4459"/>
                    <a:pt x="2649" y="4442"/>
                  </a:cubicBezTo>
                  <a:lnTo>
                    <a:pt x="2642" y="4404"/>
                  </a:lnTo>
                  <a:cubicBezTo>
                    <a:pt x="2639" y="4387"/>
                    <a:pt x="2635" y="4373"/>
                    <a:pt x="2632" y="4359"/>
                  </a:cubicBezTo>
                  <a:lnTo>
                    <a:pt x="2625" y="4325"/>
                  </a:lnTo>
                  <a:cubicBezTo>
                    <a:pt x="2621" y="4308"/>
                    <a:pt x="2618" y="4291"/>
                    <a:pt x="2618" y="4277"/>
                  </a:cubicBezTo>
                  <a:lnTo>
                    <a:pt x="2611" y="4240"/>
                  </a:lnTo>
                  <a:cubicBezTo>
                    <a:pt x="2608" y="4226"/>
                    <a:pt x="2604" y="4209"/>
                    <a:pt x="2604" y="4192"/>
                  </a:cubicBezTo>
                  <a:lnTo>
                    <a:pt x="2598" y="4157"/>
                  </a:lnTo>
                  <a:cubicBezTo>
                    <a:pt x="2598" y="4140"/>
                    <a:pt x="2594" y="4123"/>
                    <a:pt x="2591" y="4109"/>
                  </a:cubicBezTo>
                  <a:lnTo>
                    <a:pt x="2587" y="4072"/>
                  </a:lnTo>
                  <a:cubicBezTo>
                    <a:pt x="2587" y="4054"/>
                    <a:pt x="2584" y="4041"/>
                    <a:pt x="2584" y="4024"/>
                  </a:cubicBezTo>
                  <a:lnTo>
                    <a:pt x="2584" y="4017"/>
                  </a:lnTo>
                  <a:cubicBezTo>
                    <a:pt x="2584" y="4007"/>
                    <a:pt x="2584" y="3996"/>
                    <a:pt x="2580" y="3986"/>
                  </a:cubicBezTo>
                  <a:cubicBezTo>
                    <a:pt x="2577" y="3976"/>
                    <a:pt x="2577" y="3955"/>
                    <a:pt x="2577" y="3938"/>
                  </a:cubicBezTo>
                  <a:lnTo>
                    <a:pt x="2574" y="3900"/>
                  </a:lnTo>
                  <a:cubicBezTo>
                    <a:pt x="2574" y="3883"/>
                    <a:pt x="2574" y="3863"/>
                    <a:pt x="2574" y="3845"/>
                  </a:cubicBezTo>
                  <a:lnTo>
                    <a:pt x="2574" y="3815"/>
                  </a:lnTo>
                  <a:lnTo>
                    <a:pt x="2574" y="3729"/>
                  </a:lnTo>
                  <a:cubicBezTo>
                    <a:pt x="2567" y="2029"/>
                    <a:pt x="3889" y="624"/>
                    <a:pt x="5586" y="528"/>
                  </a:cubicBezTo>
                  <a:cubicBezTo>
                    <a:pt x="5649" y="525"/>
                    <a:pt x="5712" y="523"/>
                    <a:pt x="5775" y="523"/>
                  </a:cubicBezTo>
                  <a:close/>
                  <a:moveTo>
                    <a:pt x="5771" y="1"/>
                  </a:moveTo>
                  <a:cubicBezTo>
                    <a:pt x="4986" y="1"/>
                    <a:pt x="4201" y="247"/>
                    <a:pt x="3540" y="741"/>
                  </a:cubicBezTo>
                  <a:cubicBezTo>
                    <a:pt x="2598" y="1443"/>
                    <a:pt x="2046" y="2550"/>
                    <a:pt x="2046" y="3726"/>
                  </a:cubicBezTo>
                  <a:lnTo>
                    <a:pt x="2046" y="3828"/>
                  </a:lnTo>
                  <a:lnTo>
                    <a:pt x="2046" y="3852"/>
                  </a:lnTo>
                  <a:lnTo>
                    <a:pt x="2046" y="3859"/>
                  </a:lnTo>
                  <a:cubicBezTo>
                    <a:pt x="2046" y="3883"/>
                    <a:pt x="2046" y="3904"/>
                    <a:pt x="2049" y="3928"/>
                  </a:cubicBezTo>
                  <a:lnTo>
                    <a:pt x="2049" y="3962"/>
                  </a:lnTo>
                  <a:lnTo>
                    <a:pt x="2049" y="3972"/>
                  </a:lnTo>
                  <a:cubicBezTo>
                    <a:pt x="2049" y="3989"/>
                    <a:pt x="2053" y="4010"/>
                    <a:pt x="2053" y="4027"/>
                  </a:cubicBezTo>
                  <a:cubicBezTo>
                    <a:pt x="2053" y="4044"/>
                    <a:pt x="2053" y="4051"/>
                    <a:pt x="2056" y="4061"/>
                  </a:cubicBezTo>
                  <a:lnTo>
                    <a:pt x="2056" y="4068"/>
                  </a:lnTo>
                  <a:cubicBezTo>
                    <a:pt x="2056" y="4085"/>
                    <a:pt x="2060" y="4106"/>
                    <a:pt x="2060" y="4126"/>
                  </a:cubicBezTo>
                  <a:lnTo>
                    <a:pt x="2066" y="4168"/>
                  </a:lnTo>
                  <a:cubicBezTo>
                    <a:pt x="2070" y="4188"/>
                    <a:pt x="2070" y="4205"/>
                    <a:pt x="2073" y="4226"/>
                  </a:cubicBezTo>
                  <a:cubicBezTo>
                    <a:pt x="2077" y="4243"/>
                    <a:pt x="2077" y="4253"/>
                    <a:pt x="2080" y="4267"/>
                  </a:cubicBezTo>
                  <a:cubicBezTo>
                    <a:pt x="2080" y="4284"/>
                    <a:pt x="2083" y="4305"/>
                    <a:pt x="2087" y="4325"/>
                  </a:cubicBezTo>
                  <a:lnTo>
                    <a:pt x="2094" y="4366"/>
                  </a:lnTo>
                  <a:cubicBezTo>
                    <a:pt x="2097" y="4387"/>
                    <a:pt x="2101" y="4404"/>
                    <a:pt x="2104" y="4421"/>
                  </a:cubicBezTo>
                  <a:lnTo>
                    <a:pt x="2104" y="4428"/>
                  </a:lnTo>
                  <a:lnTo>
                    <a:pt x="2111" y="4462"/>
                  </a:lnTo>
                  <a:cubicBezTo>
                    <a:pt x="2114" y="4479"/>
                    <a:pt x="2118" y="4497"/>
                    <a:pt x="2121" y="4514"/>
                  </a:cubicBezTo>
                  <a:lnTo>
                    <a:pt x="2125" y="4531"/>
                  </a:lnTo>
                  <a:lnTo>
                    <a:pt x="2131" y="4558"/>
                  </a:lnTo>
                  <a:cubicBezTo>
                    <a:pt x="2135" y="4579"/>
                    <a:pt x="2142" y="4599"/>
                    <a:pt x="2145" y="4616"/>
                  </a:cubicBezTo>
                  <a:lnTo>
                    <a:pt x="2155" y="4654"/>
                  </a:lnTo>
                  <a:cubicBezTo>
                    <a:pt x="2159" y="4678"/>
                    <a:pt x="2166" y="4702"/>
                    <a:pt x="2173" y="4726"/>
                  </a:cubicBezTo>
                  <a:lnTo>
                    <a:pt x="2179" y="4747"/>
                  </a:lnTo>
                  <a:cubicBezTo>
                    <a:pt x="2190" y="4778"/>
                    <a:pt x="2197" y="4808"/>
                    <a:pt x="2207" y="4839"/>
                  </a:cubicBezTo>
                  <a:lnTo>
                    <a:pt x="2214" y="4860"/>
                  </a:lnTo>
                  <a:lnTo>
                    <a:pt x="2214" y="4863"/>
                  </a:lnTo>
                  <a:cubicBezTo>
                    <a:pt x="2221" y="4887"/>
                    <a:pt x="2227" y="4908"/>
                    <a:pt x="2234" y="4928"/>
                  </a:cubicBezTo>
                  <a:lnTo>
                    <a:pt x="2245" y="4956"/>
                  </a:lnTo>
                  <a:lnTo>
                    <a:pt x="2248" y="4969"/>
                  </a:lnTo>
                  <a:cubicBezTo>
                    <a:pt x="2255" y="4987"/>
                    <a:pt x="2262" y="5004"/>
                    <a:pt x="2269" y="5021"/>
                  </a:cubicBezTo>
                  <a:lnTo>
                    <a:pt x="2279" y="5048"/>
                  </a:lnTo>
                  <a:lnTo>
                    <a:pt x="2282" y="5059"/>
                  </a:lnTo>
                  <a:cubicBezTo>
                    <a:pt x="2289" y="5076"/>
                    <a:pt x="2296" y="5093"/>
                    <a:pt x="2303" y="5110"/>
                  </a:cubicBezTo>
                  <a:lnTo>
                    <a:pt x="2317" y="5148"/>
                  </a:lnTo>
                  <a:cubicBezTo>
                    <a:pt x="2323" y="5165"/>
                    <a:pt x="2330" y="5182"/>
                    <a:pt x="2337" y="5199"/>
                  </a:cubicBezTo>
                  <a:lnTo>
                    <a:pt x="2354" y="5230"/>
                  </a:lnTo>
                  <a:lnTo>
                    <a:pt x="2354" y="5237"/>
                  </a:lnTo>
                  <a:lnTo>
                    <a:pt x="2378" y="5285"/>
                  </a:lnTo>
                  <a:lnTo>
                    <a:pt x="2395" y="5326"/>
                  </a:lnTo>
                  <a:lnTo>
                    <a:pt x="2419" y="5374"/>
                  </a:lnTo>
                  <a:lnTo>
                    <a:pt x="2436" y="5411"/>
                  </a:lnTo>
                  <a:lnTo>
                    <a:pt x="2464" y="5459"/>
                  </a:lnTo>
                  <a:lnTo>
                    <a:pt x="2467" y="5466"/>
                  </a:lnTo>
                  <a:lnTo>
                    <a:pt x="2481" y="5494"/>
                  </a:lnTo>
                  <a:lnTo>
                    <a:pt x="2508" y="5545"/>
                  </a:lnTo>
                  <a:lnTo>
                    <a:pt x="2512" y="5552"/>
                  </a:lnTo>
                  <a:lnTo>
                    <a:pt x="2526" y="5576"/>
                  </a:lnTo>
                  <a:cubicBezTo>
                    <a:pt x="2539" y="5597"/>
                    <a:pt x="2550" y="5614"/>
                    <a:pt x="2560" y="5631"/>
                  </a:cubicBezTo>
                  <a:lnTo>
                    <a:pt x="2574" y="5658"/>
                  </a:lnTo>
                  <a:cubicBezTo>
                    <a:pt x="2591" y="5686"/>
                    <a:pt x="2608" y="5713"/>
                    <a:pt x="2625" y="5737"/>
                  </a:cubicBezTo>
                  <a:lnTo>
                    <a:pt x="2632" y="5747"/>
                  </a:lnTo>
                  <a:cubicBezTo>
                    <a:pt x="2645" y="5771"/>
                    <a:pt x="2663" y="5795"/>
                    <a:pt x="2676" y="5816"/>
                  </a:cubicBezTo>
                  <a:lnTo>
                    <a:pt x="2697" y="5850"/>
                  </a:lnTo>
                  <a:lnTo>
                    <a:pt x="2731" y="5895"/>
                  </a:lnTo>
                  <a:lnTo>
                    <a:pt x="2748" y="5919"/>
                  </a:lnTo>
                  <a:lnTo>
                    <a:pt x="2752" y="5926"/>
                  </a:lnTo>
                  <a:lnTo>
                    <a:pt x="2786" y="5970"/>
                  </a:lnTo>
                  <a:lnTo>
                    <a:pt x="2810" y="6001"/>
                  </a:lnTo>
                  <a:lnTo>
                    <a:pt x="2844" y="6045"/>
                  </a:lnTo>
                  <a:lnTo>
                    <a:pt x="2868" y="6073"/>
                  </a:lnTo>
                  <a:lnTo>
                    <a:pt x="2868" y="6076"/>
                  </a:lnTo>
                  <a:lnTo>
                    <a:pt x="2906" y="6117"/>
                  </a:lnTo>
                  <a:lnTo>
                    <a:pt x="2930" y="6148"/>
                  </a:lnTo>
                  <a:lnTo>
                    <a:pt x="2964" y="6189"/>
                  </a:lnTo>
                  <a:lnTo>
                    <a:pt x="2992" y="6220"/>
                  </a:lnTo>
                  <a:lnTo>
                    <a:pt x="3029" y="6261"/>
                  </a:lnTo>
                  <a:lnTo>
                    <a:pt x="3057" y="6289"/>
                  </a:lnTo>
                  <a:lnTo>
                    <a:pt x="3098" y="6333"/>
                  </a:lnTo>
                  <a:lnTo>
                    <a:pt x="3105" y="6340"/>
                  </a:lnTo>
                  <a:lnTo>
                    <a:pt x="3122" y="6357"/>
                  </a:lnTo>
                  <a:lnTo>
                    <a:pt x="3170" y="6405"/>
                  </a:lnTo>
                  <a:lnTo>
                    <a:pt x="3190" y="6422"/>
                  </a:lnTo>
                  <a:cubicBezTo>
                    <a:pt x="3211" y="6443"/>
                    <a:pt x="3235" y="6464"/>
                    <a:pt x="3255" y="6484"/>
                  </a:cubicBezTo>
                  <a:lnTo>
                    <a:pt x="3259" y="6487"/>
                  </a:lnTo>
                  <a:cubicBezTo>
                    <a:pt x="3283" y="6508"/>
                    <a:pt x="3303" y="6529"/>
                    <a:pt x="3327" y="6549"/>
                  </a:cubicBezTo>
                  <a:lnTo>
                    <a:pt x="3338" y="6556"/>
                  </a:lnTo>
                  <a:cubicBezTo>
                    <a:pt x="3372" y="6587"/>
                    <a:pt x="3410" y="6618"/>
                    <a:pt x="3444" y="6645"/>
                  </a:cubicBezTo>
                  <a:cubicBezTo>
                    <a:pt x="3437" y="6655"/>
                    <a:pt x="3430" y="6662"/>
                    <a:pt x="3423" y="6673"/>
                  </a:cubicBezTo>
                  <a:cubicBezTo>
                    <a:pt x="3246" y="6638"/>
                    <a:pt x="3070" y="6622"/>
                    <a:pt x="2897" y="6622"/>
                  </a:cubicBezTo>
                  <a:cubicBezTo>
                    <a:pt x="1504" y="6622"/>
                    <a:pt x="291" y="7681"/>
                    <a:pt x="154" y="9123"/>
                  </a:cubicBezTo>
                  <a:cubicBezTo>
                    <a:pt x="0" y="10742"/>
                    <a:pt x="1272" y="12142"/>
                    <a:pt x="2897" y="12142"/>
                  </a:cubicBezTo>
                  <a:cubicBezTo>
                    <a:pt x="2899" y="12142"/>
                    <a:pt x="2901" y="12142"/>
                    <a:pt x="2902" y="12142"/>
                  </a:cubicBezTo>
                  <a:lnTo>
                    <a:pt x="11939" y="12142"/>
                  </a:lnTo>
                  <a:cubicBezTo>
                    <a:pt x="12083" y="12142"/>
                    <a:pt x="12199" y="12025"/>
                    <a:pt x="12199" y="11878"/>
                  </a:cubicBezTo>
                  <a:cubicBezTo>
                    <a:pt x="12199" y="11736"/>
                    <a:pt x="12086" y="11617"/>
                    <a:pt x="11945" y="11617"/>
                  </a:cubicBezTo>
                  <a:cubicBezTo>
                    <a:pt x="11943" y="11617"/>
                    <a:pt x="11941" y="11617"/>
                    <a:pt x="11939" y="11617"/>
                  </a:cubicBezTo>
                  <a:lnTo>
                    <a:pt x="11939" y="11614"/>
                  </a:lnTo>
                  <a:lnTo>
                    <a:pt x="2909" y="11614"/>
                  </a:lnTo>
                  <a:cubicBezTo>
                    <a:pt x="1563" y="11611"/>
                    <a:pt x="524" y="10432"/>
                    <a:pt x="696" y="9095"/>
                  </a:cubicBezTo>
                  <a:cubicBezTo>
                    <a:pt x="839" y="7955"/>
                    <a:pt x="1815" y="7146"/>
                    <a:pt x="2910" y="7146"/>
                  </a:cubicBezTo>
                  <a:cubicBezTo>
                    <a:pt x="3095" y="7146"/>
                    <a:pt x="3283" y="7169"/>
                    <a:pt x="3471" y="7217"/>
                  </a:cubicBezTo>
                  <a:cubicBezTo>
                    <a:pt x="3493" y="7223"/>
                    <a:pt x="3515" y="7226"/>
                    <a:pt x="3537" y="7226"/>
                  </a:cubicBezTo>
                  <a:cubicBezTo>
                    <a:pt x="3622" y="7226"/>
                    <a:pt x="3703" y="7185"/>
                    <a:pt x="3752" y="7115"/>
                  </a:cubicBezTo>
                  <a:cubicBezTo>
                    <a:pt x="3831" y="6998"/>
                    <a:pt x="3924" y="6892"/>
                    <a:pt x="4030" y="6799"/>
                  </a:cubicBezTo>
                  <a:lnTo>
                    <a:pt x="4033" y="6796"/>
                  </a:lnTo>
                  <a:cubicBezTo>
                    <a:pt x="4057" y="6775"/>
                    <a:pt x="4081" y="6758"/>
                    <a:pt x="4105" y="6738"/>
                  </a:cubicBezTo>
                  <a:lnTo>
                    <a:pt x="4119" y="6727"/>
                  </a:lnTo>
                  <a:cubicBezTo>
                    <a:pt x="4143" y="6710"/>
                    <a:pt x="4167" y="6693"/>
                    <a:pt x="4191" y="6676"/>
                  </a:cubicBezTo>
                  <a:lnTo>
                    <a:pt x="4198" y="6673"/>
                  </a:lnTo>
                  <a:cubicBezTo>
                    <a:pt x="4253" y="6631"/>
                    <a:pt x="4311" y="6597"/>
                    <a:pt x="4373" y="6566"/>
                  </a:cubicBezTo>
                  <a:cubicBezTo>
                    <a:pt x="4403" y="6549"/>
                    <a:pt x="4431" y="6535"/>
                    <a:pt x="4465" y="6522"/>
                  </a:cubicBezTo>
                  <a:cubicBezTo>
                    <a:pt x="4527" y="6494"/>
                    <a:pt x="4588" y="6470"/>
                    <a:pt x="4654" y="6450"/>
                  </a:cubicBezTo>
                  <a:lnTo>
                    <a:pt x="4664" y="6450"/>
                  </a:lnTo>
                  <a:cubicBezTo>
                    <a:pt x="4691" y="6440"/>
                    <a:pt x="4722" y="6433"/>
                    <a:pt x="4750" y="6422"/>
                  </a:cubicBezTo>
                  <a:lnTo>
                    <a:pt x="4763" y="6419"/>
                  </a:lnTo>
                  <a:cubicBezTo>
                    <a:pt x="4791" y="6412"/>
                    <a:pt x="4818" y="6409"/>
                    <a:pt x="4845" y="6402"/>
                  </a:cubicBezTo>
                  <a:lnTo>
                    <a:pt x="4900" y="6392"/>
                  </a:lnTo>
                  <a:lnTo>
                    <a:pt x="4948" y="6385"/>
                  </a:lnTo>
                  <a:cubicBezTo>
                    <a:pt x="4972" y="6381"/>
                    <a:pt x="4996" y="6381"/>
                    <a:pt x="5020" y="6378"/>
                  </a:cubicBezTo>
                  <a:lnTo>
                    <a:pt x="5051" y="6374"/>
                  </a:lnTo>
                  <a:lnTo>
                    <a:pt x="5058" y="6374"/>
                  </a:lnTo>
                  <a:cubicBezTo>
                    <a:pt x="5089" y="6374"/>
                    <a:pt x="5120" y="6371"/>
                    <a:pt x="5150" y="6371"/>
                  </a:cubicBezTo>
                  <a:lnTo>
                    <a:pt x="5164" y="6371"/>
                  </a:lnTo>
                  <a:cubicBezTo>
                    <a:pt x="5198" y="6371"/>
                    <a:pt x="5236" y="6374"/>
                    <a:pt x="5270" y="6374"/>
                  </a:cubicBezTo>
                  <a:lnTo>
                    <a:pt x="5281" y="6374"/>
                  </a:lnTo>
                  <a:cubicBezTo>
                    <a:pt x="5353" y="6378"/>
                    <a:pt x="5425" y="6388"/>
                    <a:pt x="5497" y="6402"/>
                  </a:cubicBezTo>
                  <a:lnTo>
                    <a:pt x="5503" y="6402"/>
                  </a:lnTo>
                  <a:cubicBezTo>
                    <a:pt x="5538" y="6409"/>
                    <a:pt x="5569" y="6416"/>
                    <a:pt x="5603" y="6426"/>
                  </a:cubicBezTo>
                  <a:lnTo>
                    <a:pt x="5620" y="6429"/>
                  </a:lnTo>
                  <a:cubicBezTo>
                    <a:pt x="5654" y="6440"/>
                    <a:pt x="5685" y="6446"/>
                    <a:pt x="5719" y="6460"/>
                  </a:cubicBezTo>
                  <a:cubicBezTo>
                    <a:pt x="5733" y="6464"/>
                    <a:pt x="5743" y="6467"/>
                    <a:pt x="5757" y="6467"/>
                  </a:cubicBezTo>
                  <a:lnTo>
                    <a:pt x="5764" y="6467"/>
                  </a:lnTo>
                  <a:cubicBezTo>
                    <a:pt x="5778" y="6470"/>
                    <a:pt x="5791" y="6470"/>
                    <a:pt x="5802" y="6470"/>
                  </a:cubicBezTo>
                  <a:lnTo>
                    <a:pt x="5843" y="6470"/>
                  </a:lnTo>
                  <a:lnTo>
                    <a:pt x="5863" y="6467"/>
                  </a:lnTo>
                  <a:lnTo>
                    <a:pt x="5874" y="6464"/>
                  </a:lnTo>
                  <a:lnTo>
                    <a:pt x="5894" y="6457"/>
                  </a:lnTo>
                  <a:lnTo>
                    <a:pt x="5904" y="6453"/>
                  </a:lnTo>
                  <a:cubicBezTo>
                    <a:pt x="5922" y="6446"/>
                    <a:pt x="5939" y="6436"/>
                    <a:pt x="5956" y="6426"/>
                  </a:cubicBezTo>
                  <a:cubicBezTo>
                    <a:pt x="6011" y="6388"/>
                    <a:pt x="6045" y="6333"/>
                    <a:pt x="6059" y="6268"/>
                  </a:cubicBezTo>
                  <a:lnTo>
                    <a:pt x="6062" y="6258"/>
                  </a:lnTo>
                  <a:cubicBezTo>
                    <a:pt x="6072" y="6224"/>
                    <a:pt x="6079" y="6186"/>
                    <a:pt x="6089" y="6152"/>
                  </a:cubicBezTo>
                  <a:cubicBezTo>
                    <a:pt x="6096" y="6131"/>
                    <a:pt x="6100" y="6111"/>
                    <a:pt x="6107" y="6093"/>
                  </a:cubicBezTo>
                  <a:cubicBezTo>
                    <a:pt x="6113" y="6073"/>
                    <a:pt x="6117" y="6059"/>
                    <a:pt x="6120" y="6042"/>
                  </a:cubicBezTo>
                  <a:cubicBezTo>
                    <a:pt x="6131" y="6011"/>
                    <a:pt x="6137" y="5984"/>
                    <a:pt x="6148" y="5960"/>
                  </a:cubicBezTo>
                  <a:lnTo>
                    <a:pt x="6155" y="5939"/>
                  </a:lnTo>
                  <a:cubicBezTo>
                    <a:pt x="6507" y="4918"/>
                    <a:pt x="7374" y="4161"/>
                    <a:pt x="8437" y="3945"/>
                  </a:cubicBezTo>
                  <a:lnTo>
                    <a:pt x="8454" y="3941"/>
                  </a:lnTo>
                  <a:cubicBezTo>
                    <a:pt x="8646" y="3904"/>
                    <a:pt x="8845" y="3883"/>
                    <a:pt x="9040" y="3883"/>
                  </a:cubicBezTo>
                  <a:lnTo>
                    <a:pt x="9132" y="3883"/>
                  </a:lnTo>
                  <a:lnTo>
                    <a:pt x="9215" y="3887"/>
                  </a:lnTo>
                  <a:lnTo>
                    <a:pt x="9218" y="3887"/>
                  </a:lnTo>
                  <a:cubicBezTo>
                    <a:pt x="9801" y="3921"/>
                    <a:pt x="10363" y="4120"/>
                    <a:pt x="10836" y="4462"/>
                  </a:cubicBezTo>
                  <a:cubicBezTo>
                    <a:pt x="10882" y="4496"/>
                    <a:pt x="10935" y="4512"/>
                    <a:pt x="10987" y="4512"/>
                  </a:cubicBezTo>
                  <a:cubicBezTo>
                    <a:pt x="11068" y="4512"/>
                    <a:pt x="11147" y="4474"/>
                    <a:pt x="11199" y="4404"/>
                  </a:cubicBezTo>
                  <a:cubicBezTo>
                    <a:pt x="11284" y="4287"/>
                    <a:pt x="11260" y="4123"/>
                    <a:pt x="11144" y="4037"/>
                  </a:cubicBezTo>
                  <a:cubicBezTo>
                    <a:pt x="10654" y="3681"/>
                    <a:pt x="10082" y="3455"/>
                    <a:pt x="9479" y="3383"/>
                  </a:cubicBezTo>
                  <a:cubicBezTo>
                    <a:pt x="9458" y="3153"/>
                    <a:pt x="9417" y="2924"/>
                    <a:pt x="9355" y="2704"/>
                  </a:cubicBezTo>
                  <a:cubicBezTo>
                    <a:pt x="9129" y="1920"/>
                    <a:pt x="8653" y="1231"/>
                    <a:pt x="8002" y="741"/>
                  </a:cubicBezTo>
                  <a:cubicBezTo>
                    <a:pt x="7340" y="247"/>
                    <a:pt x="6555" y="1"/>
                    <a:pt x="5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9"/>
            <p:cNvSpPr/>
            <p:nvPr/>
          </p:nvSpPr>
          <p:spPr>
            <a:xfrm>
              <a:off x="1652893" y="3365153"/>
              <a:ext cx="119764" cy="197851"/>
            </a:xfrm>
            <a:custGeom>
              <a:rect b="b" l="l" r="r" t="t"/>
              <a:pathLst>
                <a:path extrusionOk="0" h="7553" w="4572">
                  <a:moveTo>
                    <a:pt x="368" y="1"/>
                  </a:moveTo>
                  <a:cubicBezTo>
                    <a:pt x="176" y="1"/>
                    <a:pt x="1" y="229"/>
                    <a:pt x="158" y="431"/>
                  </a:cubicBezTo>
                  <a:cubicBezTo>
                    <a:pt x="600" y="976"/>
                    <a:pt x="840" y="1655"/>
                    <a:pt x="843" y="2357"/>
                  </a:cubicBezTo>
                  <a:lnTo>
                    <a:pt x="843" y="2440"/>
                  </a:lnTo>
                  <a:lnTo>
                    <a:pt x="843" y="2463"/>
                  </a:lnTo>
                  <a:cubicBezTo>
                    <a:pt x="837" y="2617"/>
                    <a:pt x="961" y="2733"/>
                    <a:pt x="1104" y="2733"/>
                  </a:cubicBezTo>
                  <a:cubicBezTo>
                    <a:pt x="1131" y="2733"/>
                    <a:pt x="1158" y="2729"/>
                    <a:pt x="1186" y="2721"/>
                  </a:cubicBezTo>
                  <a:cubicBezTo>
                    <a:pt x="1409" y="2649"/>
                    <a:pt x="1635" y="2615"/>
                    <a:pt x="1856" y="2615"/>
                  </a:cubicBezTo>
                  <a:cubicBezTo>
                    <a:pt x="2909" y="2615"/>
                    <a:pt x="3863" y="3381"/>
                    <a:pt x="4033" y="4489"/>
                  </a:cubicBezTo>
                  <a:cubicBezTo>
                    <a:pt x="4235" y="5825"/>
                    <a:pt x="3200" y="7028"/>
                    <a:pt x="1852" y="7028"/>
                  </a:cubicBezTo>
                  <a:cubicBezTo>
                    <a:pt x="1848" y="7028"/>
                    <a:pt x="1844" y="7028"/>
                    <a:pt x="1840" y="7028"/>
                  </a:cubicBezTo>
                  <a:lnTo>
                    <a:pt x="1652" y="7028"/>
                  </a:lnTo>
                  <a:cubicBezTo>
                    <a:pt x="1504" y="7028"/>
                    <a:pt x="1388" y="7144"/>
                    <a:pt x="1388" y="7288"/>
                  </a:cubicBezTo>
                  <a:cubicBezTo>
                    <a:pt x="1388" y="7436"/>
                    <a:pt x="1504" y="7552"/>
                    <a:pt x="1652" y="7552"/>
                  </a:cubicBezTo>
                  <a:lnTo>
                    <a:pt x="1840" y="7552"/>
                  </a:lnTo>
                  <a:cubicBezTo>
                    <a:pt x="3348" y="7552"/>
                    <a:pt x="4571" y="6329"/>
                    <a:pt x="4571" y="4821"/>
                  </a:cubicBezTo>
                  <a:cubicBezTo>
                    <a:pt x="4571" y="3313"/>
                    <a:pt x="3348" y="2093"/>
                    <a:pt x="1840" y="2093"/>
                  </a:cubicBezTo>
                  <a:lnTo>
                    <a:pt x="1840" y="2090"/>
                  </a:lnTo>
                  <a:cubicBezTo>
                    <a:pt x="1679" y="2090"/>
                    <a:pt x="1518" y="2107"/>
                    <a:pt x="1360" y="2135"/>
                  </a:cubicBezTo>
                  <a:cubicBezTo>
                    <a:pt x="1316" y="1391"/>
                    <a:pt x="1038" y="678"/>
                    <a:pt x="565" y="99"/>
                  </a:cubicBezTo>
                  <a:cubicBezTo>
                    <a:pt x="507" y="30"/>
                    <a:pt x="437" y="1"/>
                    <a:pt x="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79"/>
          <p:cNvGrpSpPr/>
          <p:nvPr/>
        </p:nvGrpSpPr>
        <p:grpSpPr>
          <a:xfrm>
            <a:off x="844096" y="3203504"/>
            <a:ext cx="361517" cy="359500"/>
            <a:chOff x="844096" y="3203504"/>
            <a:chExt cx="361517" cy="359500"/>
          </a:xfrm>
        </p:grpSpPr>
        <p:sp>
          <p:nvSpPr>
            <p:cNvPr id="7770" name="Google Shape;7770;p79"/>
            <p:cNvSpPr/>
            <p:nvPr/>
          </p:nvSpPr>
          <p:spPr>
            <a:xfrm>
              <a:off x="898687" y="3270825"/>
              <a:ext cx="252441" cy="224805"/>
            </a:xfrm>
            <a:custGeom>
              <a:rect b="b" l="l" r="r" t="t"/>
              <a:pathLst>
                <a:path extrusionOk="0" h="8582" w="9637">
                  <a:moveTo>
                    <a:pt x="4847" y="0"/>
                  </a:moveTo>
                  <a:cubicBezTo>
                    <a:pt x="3978" y="0"/>
                    <a:pt x="3101" y="264"/>
                    <a:pt x="2344" y="808"/>
                  </a:cubicBezTo>
                  <a:cubicBezTo>
                    <a:pt x="480" y="2148"/>
                    <a:pt x="0" y="4714"/>
                    <a:pt x="1254" y="6637"/>
                  </a:cubicBezTo>
                  <a:cubicBezTo>
                    <a:pt x="2074" y="7893"/>
                    <a:pt x="3446" y="8582"/>
                    <a:pt x="4850" y="8582"/>
                  </a:cubicBezTo>
                  <a:cubicBezTo>
                    <a:pt x="5594" y="8582"/>
                    <a:pt x="6347" y="8388"/>
                    <a:pt x="7032" y="7983"/>
                  </a:cubicBezTo>
                  <a:lnTo>
                    <a:pt x="7652" y="7538"/>
                  </a:lnTo>
                  <a:cubicBezTo>
                    <a:pt x="9390" y="6037"/>
                    <a:pt x="9636" y="3436"/>
                    <a:pt x="8218" y="1634"/>
                  </a:cubicBezTo>
                  <a:cubicBezTo>
                    <a:pt x="7373" y="563"/>
                    <a:pt x="6118" y="0"/>
                    <a:pt x="4847"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9"/>
            <p:cNvSpPr/>
            <p:nvPr/>
          </p:nvSpPr>
          <p:spPr>
            <a:xfrm>
              <a:off x="957390" y="3271061"/>
              <a:ext cx="180719" cy="214642"/>
            </a:xfrm>
            <a:custGeom>
              <a:rect b="b" l="l" r="r" t="t"/>
              <a:pathLst>
                <a:path extrusionOk="0" h="8194" w="6899">
                  <a:moveTo>
                    <a:pt x="2564" y="0"/>
                  </a:moveTo>
                  <a:cubicBezTo>
                    <a:pt x="2326" y="0"/>
                    <a:pt x="2092" y="24"/>
                    <a:pt x="1858" y="65"/>
                  </a:cubicBezTo>
                  <a:cubicBezTo>
                    <a:pt x="514" y="1292"/>
                    <a:pt x="0" y="3184"/>
                    <a:pt x="535" y="4925"/>
                  </a:cubicBezTo>
                  <a:cubicBezTo>
                    <a:pt x="1073" y="6662"/>
                    <a:pt x="2563" y="7937"/>
                    <a:pt x="4366" y="8194"/>
                  </a:cubicBezTo>
                  <a:lnTo>
                    <a:pt x="4400" y="8177"/>
                  </a:lnTo>
                  <a:lnTo>
                    <a:pt x="4438" y="8163"/>
                  </a:lnTo>
                  <a:cubicBezTo>
                    <a:pt x="4465" y="8149"/>
                    <a:pt x="4493" y="8132"/>
                    <a:pt x="4524" y="8118"/>
                  </a:cubicBezTo>
                  <a:lnTo>
                    <a:pt x="4551" y="8105"/>
                  </a:lnTo>
                  <a:cubicBezTo>
                    <a:pt x="4589" y="8088"/>
                    <a:pt x="4623" y="8067"/>
                    <a:pt x="4661" y="8046"/>
                  </a:cubicBezTo>
                  <a:lnTo>
                    <a:pt x="4685" y="8036"/>
                  </a:lnTo>
                  <a:cubicBezTo>
                    <a:pt x="4712" y="8019"/>
                    <a:pt x="4743" y="8002"/>
                    <a:pt x="4770" y="7985"/>
                  </a:cubicBezTo>
                  <a:lnTo>
                    <a:pt x="4787" y="7974"/>
                  </a:lnTo>
                  <a:lnTo>
                    <a:pt x="4791" y="7974"/>
                  </a:lnTo>
                  <a:cubicBezTo>
                    <a:pt x="5007" y="7848"/>
                    <a:pt x="5216" y="7697"/>
                    <a:pt x="5408" y="7532"/>
                  </a:cubicBezTo>
                  <a:cubicBezTo>
                    <a:pt x="5435" y="7508"/>
                    <a:pt x="5463" y="7484"/>
                    <a:pt x="5490" y="7460"/>
                  </a:cubicBezTo>
                  <a:cubicBezTo>
                    <a:pt x="5514" y="7436"/>
                    <a:pt x="5541" y="7409"/>
                    <a:pt x="5569" y="7385"/>
                  </a:cubicBezTo>
                  <a:lnTo>
                    <a:pt x="5589" y="7365"/>
                  </a:lnTo>
                  <a:lnTo>
                    <a:pt x="5644" y="7310"/>
                  </a:lnTo>
                  <a:lnTo>
                    <a:pt x="5672" y="7282"/>
                  </a:lnTo>
                  <a:lnTo>
                    <a:pt x="5720" y="7231"/>
                  </a:lnTo>
                  <a:lnTo>
                    <a:pt x="5747" y="7200"/>
                  </a:lnTo>
                  <a:lnTo>
                    <a:pt x="5792" y="7152"/>
                  </a:lnTo>
                  <a:lnTo>
                    <a:pt x="5822" y="7118"/>
                  </a:lnTo>
                  <a:lnTo>
                    <a:pt x="5863" y="7070"/>
                  </a:lnTo>
                  <a:lnTo>
                    <a:pt x="5894" y="7036"/>
                  </a:lnTo>
                  <a:lnTo>
                    <a:pt x="5935" y="6988"/>
                  </a:lnTo>
                  <a:lnTo>
                    <a:pt x="5963" y="6953"/>
                  </a:lnTo>
                  <a:lnTo>
                    <a:pt x="6001" y="6902"/>
                  </a:lnTo>
                  <a:lnTo>
                    <a:pt x="6028" y="6868"/>
                  </a:lnTo>
                  <a:lnTo>
                    <a:pt x="6076" y="6806"/>
                  </a:lnTo>
                  <a:lnTo>
                    <a:pt x="6100" y="6772"/>
                  </a:lnTo>
                  <a:cubicBezTo>
                    <a:pt x="6114" y="6751"/>
                    <a:pt x="6127" y="6734"/>
                    <a:pt x="6141" y="6713"/>
                  </a:cubicBezTo>
                  <a:lnTo>
                    <a:pt x="6165" y="6683"/>
                  </a:lnTo>
                  <a:cubicBezTo>
                    <a:pt x="6182" y="6659"/>
                    <a:pt x="6199" y="6631"/>
                    <a:pt x="6216" y="6604"/>
                  </a:cubicBezTo>
                  <a:lnTo>
                    <a:pt x="6223" y="6593"/>
                  </a:lnTo>
                  <a:cubicBezTo>
                    <a:pt x="6244" y="6563"/>
                    <a:pt x="6261" y="6532"/>
                    <a:pt x="6282" y="6501"/>
                  </a:cubicBezTo>
                  <a:lnTo>
                    <a:pt x="6299" y="6470"/>
                  </a:lnTo>
                  <a:cubicBezTo>
                    <a:pt x="6312" y="6450"/>
                    <a:pt x="6323" y="6429"/>
                    <a:pt x="6336" y="6405"/>
                  </a:cubicBezTo>
                  <a:lnTo>
                    <a:pt x="6357" y="6371"/>
                  </a:lnTo>
                  <a:cubicBezTo>
                    <a:pt x="6367" y="6350"/>
                    <a:pt x="6377" y="6330"/>
                    <a:pt x="6388" y="6313"/>
                  </a:cubicBezTo>
                  <a:lnTo>
                    <a:pt x="6408" y="6271"/>
                  </a:lnTo>
                  <a:cubicBezTo>
                    <a:pt x="6419" y="6251"/>
                    <a:pt x="6429" y="6234"/>
                    <a:pt x="6439" y="6213"/>
                  </a:cubicBezTo>
                  <a:lnTo>
                    <a:pt x="6460" y="6172"/>
                  </a:lnTo>
                  <a:cubicBezTo>
                    <a:pt x="6470" y="6151"/>
                    <a:pt x="6480" y="6134"/>
                    <a:pt x="6487" y="6117"/>
                  </a:cubicBezTo>
                  <a:lnTo>
                    <a:pt x="6508" y="6073"/>
                  </a:lnTo>
                  <a:lnTo>
                    <a:pt x="6532" y="6018"/>
                  </a:lnTo>
                  <a:lnTo>
                    <a:pt x="6552" y="5973"/>
                  </a:lnTo>
                  <a:cubicBezTo>
                    <a:pt x="6563" y="5953"/>
                    <a:pt x="6569" y="5936"/>
                    <a:pt x="6576" y="5915"/>
                  </a:cubicBezTo>
                  <a:lnTo>
                    <a:pt x="6593" y="5874"/>
                  </a:lnTo>
                  <a:cubicBezTo>
                    <a:pt x="6604" y="5853"/>
                    <a:pt x="6611" y="5833"/>
                    <a:pt x="6617" y="5812"/>
                  </a:cubicBezTo>
                  <a:lnTo>
                    <a:pt x="6634" y="5771"/>
                  </a:lnTo>
                  <a:lnTo>
                    <a:pt x="6658" y="5706"/>
                  </a:lnTo>
                  <a:lnTo>
                    <a:pt x="6672" y="5665"/>
                  </a:lnTo>
                  <a:cubicBezTo>
                    <a:pt x="6679" y="5641"/>
                    <a:pt x="6689" y="5617"/>
                    <a:pt x="6696" y="5589"/>
                  </a:cubicBezTo>
                  <a:cubicBezTo>
                    <a:pt x="6700" y="5579"/>
                    <a:pt x="6703" y="5572"/>
                    <a:pt x="6706" y="5562"/>
                  </a:cubicBezTo>
                  <a:cubicBezTo>
                    <a:pt x="6717" y="5524"/>
                    <a:pt x="6727" y="5490"/>
                    <a:pt x="6737" y="5456"/>
                  </a:cubicBezTo>
                  <a:lnTo>
                    <a:pt x="6744" y="5432"/>
                  </a:lnTo>
                  <a:cubicBezTo>
                    <a:pt x="6751" y="5404"/>
                    <a:pt x="6761" y="5374"/>
                    <a:pt x="6768" y="5346"/>
                  </a:cubicBezTo>
                  <a:cubicBezTo>
                    <a:pt x="6772" y="5332"/>
                    <a:pt x="6775" y="5322"/>
                    <a:pt x="6778" y="5308"/>
                  </a:cubicBezTo>
                  <a:cubicBezTo>
                    <a:pt x="6782" y="5284"/>
                    <a:pt x="6789" y="5260"/>
                    <a:pt x="6792" y="5240"/>
                  </a:cubicBezTo>
                  <a:cubicBezTo>
                    <a:pt x="6796" y="5223"/>
                    <a:pt x="6799" y="5209"/>
                    <a:pt x="6802" y="5195"/>
                  </a:cubicBezTo>
                  <a:cubicBezTo>
                    <a:pt x="6809" y="5175"/>
                    <a:pt x="6813" y="5154"/>
                    <a:pt x="6816" y="5130"/>
                  </a:cubicBezTo>
                  <a:cubicBezTo>
                    <a:pt x="6820" y="5110"/>
                    <a:pt x="6823" y="5099"/>
                    <a:pt x="6826" y="5082"/>
                  </a:cubicBezTo>
                  <a:cubicBezTo>
                    <a:pt x="6830" y="5069"/>
                    <a:pt x="6833" y="5041"/>
                    <a:pt x="6837" y="5021"/>
                  </a:cubicBezTo>
                  <a:cubicBezTo>
                    <a:pt x="6840" y="5000"/>
                    <a:pt x="6844" y="4986"/>
                    <a:pt x="6847" y="4973"/>
                  </a:cubicBezTo>
                  <a:cubicBezTo>
                    <a:pt x="6847" y="4955"/>
                    <a:pt x="6854" y="4928"/>
                    <a:pt x="6854" y="4908"/>
                  </a:cubicBezTo>
                  <a:cubicBezTo>
                    <a:pt x="6857" y="4887"/>
                    <a:pt x="6861" y="4877"/>
                    <a:pt x="6861" y="4860"/>
                  </a:cubicBezTo>
                  <a:cubicBezTo>
                    <a:pt x="6864" y="4842"/>
                    <a:pt x="6868" y="4815"/>
                    <a:pt x="6871" y="4794"/>
                  </a:cubicBezTo>
                  <a:cubicBezTo>
                    <a:pt x="6874" y="4774"/>
                    <a:pt x="6874" y="4760"/>
                    <a:pt x="6874" y="4746"/>
                  </a:cubicBezTo>
                  <a:cubicBezTo>
                    <a:pt x="6878" y="4729"/>
                    <a:pt x="6881" y="4702"/>
                    <a:pt x="6881" y="4678"/>
                  </a:cubicBezTo>
                  <a:cubicBezTo>
                    <a:pt x="6885" y="4654"/>
                    <a:pt x="6885" y="4647"/>
                    <a:pt x="6888" y="4630"/>
                  </a:cubicBezTo>
                  <a:cubicBezTo>
                    <a:pt x="6888" y="4609"/>
                    <a:pt x="6892" y="4585"/>
                    <a:pt x="6892" y="4561"/>
                  </a:cubicBezTo>
                  <a:cubicBezTo>
                    <a:pt x="6892" y="4548"/>
                    <a:pt x="6892" y="4531"/>
                    <a:pt x="6895" y="4517"/>
                  </a:cubicBezTo>
                  <a:cubicBezTo>
                    <a:pt x="6895" y="4489"/>
                    <a:pt x="6895" y="4465"/>
                    <a:pt x="6898" y="4438"/>
                  </a:cubicBezTo>
                  <a:lnTo>
                    <a:pt x="6898" y="4400"/>
                  </a:lnTo>
                  <a:lnTo>
                    <a:pt x="6898" y="4284"/>
                  </a:lnTo>
                  <a:cubicBezTo>
                    <a:pt x="6898" y="2930"/>
                    <a:pt x="6261" y="1659"/>
                    <a:pt x="5175" y="850"/>
                  </a:cubicBezTo>
                  <a:cubicBezTo>
                    <a:pt x="4439" y="298"/>
                    <a:pt x="3543" y="0"/>
                    <a:pt x="2627" y="0"/>
                  </a:cubicBezTo>
                  <a:cubicBezTo>
                    <a:pt x="2622" y="0"/>
                    <a:pt x="2617" y="0"/>
                    <a:pt x="2611" y="0"/>
                  </a:cubicBezTo>
                  <a:cubicBezTo>
                    <a:pt x="2595" y="0"/>
                    <a:pt x="2580" y="0"/>
                    <a:pt x="256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9"/>
            <p:cNvSpPr/>
            <p:nvPr/>
          </p:nvSpPr>
          <p:spPr>
            <a:xfrm>
              <a:off x="932347" y="3298487"/>
              <a:ext cx="188892" cy="169691"/>
            </a:xfrm>
            <a:custGeom>
              <a:rect b="b" l="l" r="r" t="t"/>
              <a:pathLst>
                <a:path extrusionOk="0" h="6478" w="7211">
                  <a:moveTo>
                    <a:pt x="3570" y="1"/>
                  </a:moveTo>
                  <a:cubicBezTo>
                    <a:pt x="2753" y="1"/>
                    <a:pt x="1937" y="308"/>
                    <a:pt x="1309" y="920"/>
                  </a:cubicBezTo>
                  <a:cubicBezTo>
                    <a:pt x="82" y="2113"/>
                    <a:pt x="0" y="4059"/>
                    <a:pt x="1121" y="5355"/>
                  </a:cubicBezTo>
                  <a:cubicBezTo>
                    <a:pt x="1759" y="6094"/>
                    <a:pt x="2662" y="6477"/>
                    <a:pt x="3572" y="6477"/>
                  </a:cubicBezTo>
                  <a:cubicBezTo>
                    <a:pt x="4260" y="6477"/>
                    <a:pt x="4952" y="6259"/>
                    <a:pt x="5538" y="5810"/>
                  </a:cubicBezTo>
                  <a:cubicBezTo>
                    <a:pt x="6898" y="4769"/>
                    <a:pt x="7210" y="2846"/>
                    <a:pt x="6254" y="1427"/>
                  </a:cubicBezTo>
                  <a:lnTo>
                    <a:pt x="5750" y="845"/>
                  </a:lnTo>
                  <a:cubicBezTo>
                    <a:pt x="5131" y="281"/>
                    <a:pt x="4350" y="1"/>
                    <a:pt x="357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9"/>
            <p:cNvSpPr/>
            <p:nvPr/>
          </p:nvSpPr>
          <p:spPr>
            <a:xfrm>
              <a:off x="951915" y="3298618"/>
              <a:ext cx="158637" cy="169324"/>
            </a:xfrm>
            <a:custGeom>
              <a:rect b="b" l="l" r="r" t="t"/>
              <a:pathLst>
                <a:path extrusionOk="0" h="6464" w="6056">
                  <a:moveTo>
                    <a:pt x="2629" y="0"/>
                  </a:moveTo>
                  <a:lnTo>
                    <a:pt x="2581" y="4"/>
                  </a:lnTo>
                  <a:lnTo>
                    <a:pt x="2546" y="7"/>
                  </a:lnTo>
                  <a:lnTo>
                    <a:pt x="2502" y="11"/>
                  </a:lnTo>
                  <a:lnTo>
                    <a:pt x="2467" y="14"/>
                  </a:lnTo>
                  <a:lnTo>
                    <a:pt x="2423" y="21"/>
                  </a:lnTo>
                  <a:lnTo>
                    <a:pt x="2389" y="24"/>
                  </a:lnTo>
                  <a:lnTo>
                    <a:pt x="2344" y="31"/>
                  </a:lnTo>
                  <a:lnTo>
                    <a:pt x="2310" y="35"/>
                  </a:lnTo>
                  <a:lnTo>
                    <a:pt x="2265" y="41"/>
                  </a:lnTo>
                  <a:lnTo>
                    <a:pt x="2231" y="48"/>
                  </a:lnTo>
                  <a:lnTo>
                    <a:pt x="2186" y="59"/>
                  </a:lnTo>
                  <a:lnTo>
                    <a:pt x="2152" y="65"/>
                  </a:lnTo>
                  <a:lnTo>
                    <a:pt x="2111" y="72"/>
                  </a:lnTo>
                  <a:lnTo>
                    <a:pt x="2073" y="83"/>
                  </a:lnTo>
                  <a:lnTo>
                    <a:pt x="2032" y="93"/>
                  </a:lnTo>
                  <a:lnTo>
                    <a:pt x="2001" y="100"/>
                  </a:lnTo>
                  <a:lnTo>
                    <a:pt x="1960" y="110"/>
                  </a:lnTo>
                  <a:lnTo>
                    <a:pt x="1926" y="120"/>
                  </a:lnTo>
                  <a:lnTo>
                    <a:pt x="1885" y="134"/>
                  </a:lnTo>
                  <a:lnTo>
                    <a:pt x="1851" y="144"/>
                  </a:lnTo>
                  <a:lnTo>
                    <a:pt x="1810" y="155"/>
                  </a:lnTo>
                  <a:lnTo>
                    <a:pt x="1775" y="168"/>
                  </a:lnTo>
                  <a:lnTo>
                    <a:pt x="1734" y="182"/>
                  </a:lnTo>
                  <a:lnTo>
                    <a:pt x="1703" y="192"/>
                  </a:lnTo>
                  <a:lnTo>
                    <a:pt x="1659" y="209"/>
                  </a:lnTo>
                  <a:lnTo>
                    <a:pt x="1631" y="220"/>
                  </a:lnTo>
                  <a:lnTo>
                    <a:pt x="1563" y="247"/>
                  </a:lnTo>
                  <a:lnTo>
                    <a:pt x="1542" y="257"/>
                  </a:lnTo>
                  <a:lnTo>
                    <a:pt x="1491" y="278"/>
                  </a:lnTo>
                  <a:lnTo>
                    <a:pt x="1463" y="292"/>
                  </a:lnTo>
                  <a:lnTo>
                    <a:pt x="1422" y="312"/>
                  </a:lnTo>
                  <a:lnTo>
                    <a:pt x="1391" y="326"/>
                  </a:lnTo>
                  <a:lnTo>
                    <a:pt x="1354" y="343"/>
                  </a:lnTo>
                  <a:lnTo>
                    <a:pt x="1323" y="360"/>
                  </a:lnTo>
                  <a:lnTo>
                    <a:pt x="1285" y="381"/>
                  </a:lnTo>
                  <a:lnTo>
                    <a:pt x="1254" y="398"/>
                  </a:lnTo>
                  <a:lnTo>
                    <a:pt x="1220" y="415"/>
                  </a:lnTo>
                  <a:lnTo>
                    <a:pt x="1189" y="436"/>
                  </a:lnTo>
                  <a:lnTo>
                    <a:pt x="1155" y="456"/>
                  </a:lnTo>
                  <a:lnTo>
                    <a:pt x="1124" y="473"/>
                  </a:lnTo>
                  <a:lnTo>
                    <a:pt x="1090" y="494"/>
                  </a:lnTo>
                  <a:lnTo>
                    <a:pt x="1059" y="514"/>
                  </a:lnTo>
                  <a:lnTo>
                    <a:pt x="1028" y="535"/>
                  </a:lnTo>
                  <a:lnTo>
                    <a:pt x="994" y="556"/>
                  </a:lnTo>
                  <a:lnTo>
                    <a:pt x="963" y="580"/>
                  </a:lnTo>
                  <a:lnTo>
                    <a:pt x="932" y="600"/>
                  </a:lnTo>
                  <a:lnTo>
                    <a:pt x="925" y="607"/>
                  </a:lnTo>
                  <a:cubicBezTo>
                    <a:pt x="0" y="2735"/>
                    <a:pt x="768" y="5226"/>
                    <a:pt x="2735" y="6463"/>
                  </a:cubicBezTo>
                  <a:lnTo>
                    <a:pt x="2820" y="6463"/>
                  </a:lnTo>
                  <a:cubicBezTo>
                    <a:pt x="2823" y="6463"/>
                    <a:pt x="2825" y="6463"/>
                    <a:pt x="2827" y="6463"/>
                  </a:cubicBezTo>
                  <a:cubicBezTo>
                    <a:pt x="4421" y="6463"/>
                    <a:pt x="5778" y="5299"/>
                    <a:pt x="6018" y="3722"/>
                  </a:cubicBezTo>
                  <a:cubicBezTo>
                    <a:pt x="6028" y="3667"/>
                    <a:pt x="6035" y="3612"/>
                    <a:pt x="6038" y="3561"/>
                  </a:cubicBezTo>
                  <a:cubicBezTo>
                    <a:pt x="6048" y="3448"/>
                    <a:pt x="6055" y="3338"/>
                    <a:pt x="6055" y="3228"/>
                  </a:cubicBezTo>
                  <a:lnTo>
                    <a:pt x="6055" y="3115"/>
                  </a:lnTo>
                  <a:cubicBezTo>
                    <a:pt x="6055" y="3112"/>
                    <a:pt x="6055" y="3102"/>
                    <a:pt x="6055" y="3091"/>
                  </a:cubicBezTo>
                  <a:cubicBezTo>
                    <a:pt x="6052" y="3019"/>
                    <a:pt x="6045" y="2947"/>
                    <a:pt x="6038" y="2872"/>
                  </a:cubicBezTo>
                  <a:lnTo>
                    <a:pt x="6035" y="2848"/>
                  </a:lnTo>
                  <a:cubicBezTo>
                    <a:pt x="6028" y="2773"/>
                    <a:pt x="6014" y="2704"/>
                    <a:pt x="6004" y="2632"/>
                  </a:cubicBezTo>
                  <a:lnTo>
                    <a:pt x="5997" y="2608"/>
                  </a:lnTo>
                  <a:cubicBezTo>
                    <a:pt x="5983" y="2536"/>
                    <a:pt x="5966" y="2464"/>
                    <a:pt x="5949" y="2396"/>
                  </a:cubicBezTo>
                  <a:lnTo>
                    <a:pt x="5942" y="2372"/>
                  </a:lnTo>
                  <a:cubicBezTo>
                    <a:pt x="5922" y="2300"/>
                    <a:pt x="5901" y="2235"/>
                    <a:pt x="5877" y="2166"/>
                  </a:cubicBezTo>
                  <a:lnTo>
                    <a:pt x="5870" y="2142"/>
                  </a:lnTo>
                  <a:cubicBezTo>
                    <a:pt x="5846" y="2077"/>
                    <a:pt x="5819" y="2008"/>
                    <a:pt x="5791" y="1947"/>
                  </a:cubicBezTo>
                  <a:lnTo>
                    <a:pt x="5781" y="1923"/>
                  </a:lnTo>
                  <a:cubicBezTo>
                    <a:pt x="5754" y="1858"/>
                    <a:pt x="5723" y="1796"/>
                    <a:pt x="5689" y="1734"/>
                  </a:cubicBezTo>
                  <a:lnTo>
                    <a:pt x="5678" y="1710"/>
                  </a:lnTo>
                  <a:cubicBezTo>
                    <a:pt x="5644" y="1649"/>
                    <a:pt x="5610" y="1590"/>
                    <a:pt x="5572" y="1529"/>
                  </a:cubicBezTo>
                  <a:lnTo>
                    <a:pt x="5562" y="1508"/>
                  </a:lnTo>
                  <a:cubicBezTo>
                    <a:pt x="5404" y="1261"/>
                    <a:pt x="5219" y="1039"/>
                    <a:pt x="5003" y="840"/>
                  </a:cubicBezTo>
                  <a:lnTo>
                    <a:pt x="5000" y="840"/>
                  </a:lnTo>
                  <a:lnTo>
                    <a:pt x="4976" y="816"/>
                  </a:lnTo>
                  <a:lnTo>
                    <a:pt x="4945" y="792"/>
                  </a:lnTo>
                  <a:lnTo>
                    <a:pt x="4918" y="768"/>
                  </a:lnTo>
                  <a:lnTo>
                    <a:pt x="4887" y="741"/>
                  </a:lnTo>
                  <a:lnTo>
                    <a:pt x="4859" y="717"/>
                  </a:lnTo>
                  <a:lnTo>
                    <a:pt x="4829" y="693"/>
                  </a:lnTo>
                  <a:lnTo>
                    <a:pt x="4801" y="672"/>
                  </a:lnTo>
                  <a:lnTo>
                    <a:pt x="4770" y="648"/>
                  </a:lnTo>
                  <a:lnTo>
                    <a:pt x="4739" y="624"/>
                  </a:lnTo>
                  <a:lnTo>
                    <a:pt x="4709" y="603"/>
                  </a:lnTo>
                  <a:lnTo>
                    <a:pt x="4678" y="583"/>
                  </a:lnTo>
                  <a:lnTo>
                    <a:pt x="4647" y="559"/>
                  </a:lnTo>
                  <a:lnTo>
                    <a:pt x="4616" y="538"/>
                  </a:lnTo>
                  <a:lnTo>
                    <a:pt x="4585" y="518"/>
                  </a:lnTo>
                  <a:lnTo>
                    <a:pt x="4551" y="497"/>
                  </a:lnTo>
                  <a:lnTo>
                    <a:pt x="4520" y="477"/>
                  </a:lnTo>
                  <a:lnTo>
                    <a:pt x="4486" y="460"/>
                  </a:lnTo>
                  <a:lnTo>
                    <a:pt x="4455" y="439"/>
                  </a:lnTo>
                  <a:lnTo>
                    <a:pt x="4421" y="418"/>
                  </a:lnTo>
                  <a:lnTo>
                    <a:pt x="4386" y="401"/>
                  </a:lnTo>
                  <a:lnTo>
                    <a:pt x="4356" y="384"/>
                  </a:lnTo>
                  <a:lnTo>
                    <a:pt x="4321" y="364"/>
                  </a:lnTo>
                  <a:lnTo>
                    <a:pt x="4287" y="346"/>
                  </a:lnTo>
                  <a:lnTo>
                    <a:pt x="4253" y="329"/>
                  </a:lnTo>
                  <a:lnTo>
                    <a:pt x="4219" y="316"/>
                  </a:lnTo>
                  <a:lnTo>
                    <a:pt x="4181" y="295"/>
                  </a:lnTo>
                  <a:lnTo>
                    <a:pt x="4150" y="281"/>
                  </a:lnTo>
                  <a:lnTo>
                    <a:pt x="4102" y="261"/>
                  </a:lnTo>
                  <a:lnTo>
                    <a:pt x="4082" y="251"/>
                  </a:lnTo>
                  <a:lnTo>
                    <a:pt x="4010" y="223"/>
                  </a:lnTo>
                  <a:lnTo>
                    <a:pt x="3982" y="213"/>
                  </a:lnTo>
                  <a:lnTo>
                    <a:pt x="3941" y="196"/>
                  </a:lnTo>
                  <a:lnTo>
                    <a:pt x="3910" y="185"/>
                  </a:lnTo>
                  <a:lnTo>
                    <a:pt x="3866" y="168"/>
                  </a:lnTo>
                  <a:lnTo>
                    <a:pt x="3835" y="158"/>
                  </a:lnTo>
                  <a:lnTo>
                    <a:pt x="3790" y="144"/>
                  </a:lnTo>
                  <a:lnTo>
                    <a:pt x="3756" y="134"/>
                  </a:lnTo>
                  <a:lnTo>
                    <a:pt x="3718" y="124"/>
                  </a:lnTo>
                  <a:lnTo>
                    <a:pt x="3684" y="113"/>
                  </a:lnTo>
                  <a:lnTo>
                    <a:pt x="3643" y="103"/>
                  </a:lnTo>
                  <a:lnTo>
                    <a:pt x="3609" y="93"/>
                  </a:lnTo>
                  <a:lnTo>
                    <a:pt x="3567" y="83"/>
                  </a:lnTo>
                  <a:lnTo>
                    <a:pt x="3533" y="76"/>
                  </a:lnTo>
                  <a:lnTo>
                    <a:pt x="3489" y="65"/>
                  </a:lnTo>
                  <a:lnTo>
                    <a:pt x="3458" y="59"/>
                  </a:lnTo>
                  <a:lnTo>
                    <a:pt x="3413" y="48"/>
                  </a:lnTo>
                  <a:lnTo>
                    <a:pt x="3379" y="41"/>
                  </a:lnTo>
                  <a:lnTo>
                    <a:pt x="3334" y="35"/>
                  </a:lnTo>
                  <a:lnTo>
                    <a:pt x="3300" y="31"/>
                  </a:lnTo>
                  <a:lnTo>
                    <a:pt x="3256" y="24"/>
                  </a:lnTo>
                  <a:lnTo>
                    <a:pt x="3221" y="21"/>
                  </a:lnTo>
                  <a:lnTo>
                    <a:pt x="3177" y="14"/>
                  </a:lnTo>
                  <a:lnTo>
                    <a:pt x="3143" y="11"/>
                  </a:lnTo>
                  <a:lnTo>
                    <a:pt x="3098" y="7"/>
                  </a:lnTo>
                  <a:lnTo>
                    <a:pt x="3064" y="4"/>
                  </a:lnTo>
                  <a:lnTo>
                    <a:pt x="3016" y="0"/>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9"/>
            <p:cNvSpPr/>
            <p:nvPr/>
          </p:nvSpPr>
          <p:spPr>
            <a:xfrm>
              <a:off x="892583" y="3265822"/>
              <a:ext cx="264910" cy="235834"/>
            </a:xfrm>
            <a:custGeom>
              <a:rect b="b" l="l" r="r" t="t"/>
              <a:pathLst>
                <a:path extrusionOk="0" h="9003" w="10113">
                  <a:moveTo>
                    <a:pt x="5088" y="1"/>
                  </a:moveTo>
                  <a:cubicBezTo>
                    <a:pt x="4174" y="1"/>
                    <a:pt x="3252" y="278"/>
                    <a:pt x="2457" y="851"/>
                  </a:cubicBezTo>
                  <a:cubicBezTo>
                    <a:pt x="504" y="2256"/>
                    <a:pt x="0" y="4953"/>
                    <a:pt x="1319" y="6965"/>
                  </a:cubicBezTo>
                  <a:cubicBezTo>
                    <a:pt x="2179" y="8281"/>
                    <a:pt x="3617" y="9002"/>
                    <a:pt x="5089" y="9002"/>
                  </a:cubicBezTo>
                  <a:cubicBezTo>
                    <a:pt x="5871" y="9002"/>
                    <a:pt x="6662" y="8799"/>
                    <a:pt x="7381" y="8373"/>
                  </a:cubicBezTo>
                  <a:cubicBezTo>
                    <a:pt x="7603" y="8244"/>
                    <a:pt x="7472" y="7943"/>
                    <a:pt x="7268" y="7943"/>
                  </a:cubicBezTo>
                  <a:cubicBezTo>
                    <a:pt x="7229" y="7943"/>
                    <a:pt x="7187" y="7954"/>
                    <a:pt x="7145" y="7979"/>
                  </a:cubicBezTo>
                  <a:lnTo>
                    <a:pt x="7148" y="7976"/>
                  </a:lnTo>
                  <a:lnTo>
                    <a:pt x="7148" y="7976"/>
                  </a:lnTo>
                  <a:cubicBezTo>
                    <a:pt x="6500" y="8359"/>
                    <a:pt x="5788" y="8542"/>
                    <a:pt x="5083" y="8542"/>
                  </a:cubicBezTo>
                  <a:cubicBezTo>
                    <a:pt x="3755" y="8542"/>
                    <a:pt x="2456" y="7890"/>
                    <a:pt x="1679" y="6701"/>
                  </a:cubicBezTo>
                  <a:cubicBezTo>
                    <a:pt x="494" y="4885"/>
                    <a:pt x="949" y="2455"/>
                    <a:pt x="2714" y="1187"/>
                  </a:cubicBezTo>
                  <a:cubicBezTo>
                    <a:pt x="3430" y="672"/>
                    <a:pt x="4259" y="423"/>
                    <a:pt x="5081" y="423"/>
                  </a:cubicBezTo>
                  <a:cubicBezTo>
                    <a:pt x="6284" y="423"/>
                    <a:pt x="7471" y="955"/>
                    <a:pt x="8269" y="1969"/>
                  </a:cubicBezTo>
                  <a:cubicBezTo>
                    <a:pt x="9612" y="3672"/>
                    <a:pt x="9379" y="6136"/>
                    <a:pt x="7734" y="7554"/>
                  </a:cubicBezTo>
                  <a:cubicBezTo>
                    <a:pt x="7567" y="7716"/>
                    <a:pt x="7711" y="7954"/>
                    <a:pt x="7894" y="7954"/>
                  </a:cubicBezTo>
                  <a:cubicBezTo>
                    <a:pt x="7940" y="7954"/>
                    <a:pt x="7989" y="7939"/>
                    <a:pt x="8036" y="7904"/>
                  </a:cubicBezTo>
                  <a:cubicBezTo>
                    <a:pt x="9856" y="6327"/>
                    <a:pt x="10113" y="3596"/>
                    <a:pt x="8618" y="1708"/>
                  </a:cubicBezTo>
                  <a:cubicBezTo>
                    <a:pt x="7733" y="589"/>
                    <a:pt x="6418" y="1"/>
                    <a:pt x="5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9"/>
            <p:cNvSpPr/>
            <p:nvPr/>
          </p:nvSpPr>
          <p:spPr>
            <a:xfrm>
              <a:off x="925956" y="3292462"/>
              <a:ext cx="202016" cy="181374"/>
            </a:xfrm>
            <a:custGeom>
              <a:rect b="b" l="l" r="r" t="t"/>
              <a:pathLst>
                <a:path extrusionOk="0" h="6924" w="7712">
                  <a:moveTo>
                    <a:pt x="3816" y="0"/>
                  </a:moveTo>
                  <a:cubicBezTo>
                    <a:pt x="2944" y="0"/>
                    <a:pt x="2073" y="328"/>
                    <a:pt x="1402" y="979"/>
                  </a:cubicBezTo>
                  <a:cubicBezTo>
                    <a:pt x="90" y="2257"/>
                    <a:pt x="1" y="4337"/>
                    <a:pt x="1197" y="5725"/>
                  </a:cubicBezTo>
                  <a:cubicBezTo>
                    <a:pt x="1880" y="6514"/>
                    <a:pt x="2847" y="6924"/>
                    <a:pt x="3821" y="6924"/>
                  </a:cubicBezTo>
                  <a:cubicBezTo>
                    <a:pt x="4555" y="6924"/>
                    <a:pt x="5294" y="6691"/>
                    <a:pt x="5919" y="6212"/>
                  </a:cubicBezTo>
                  <a:cubicBezTo>
                    <a:pt x="7375" y="5101"/>
                    <a:pt x="7711" y="3045"/>
                    <a:pt x="6687" y="1527"/>
                  </a:cubicBezTo>
                  <a:cubicBezTo>
                    <a:pt x="6643" y="1455"/>
                    <a:pt x="6567" y="1417"/>
                    <a:pt x="6490" y="1417"/>
                  </a:cubicBezTo>
                  <a:cubicBezTo>
                    <a:pt x="6446" y="1417"/>
                    <a:pt x="6401" y="1429"/>
                    <a:pt x="6361" y="1455"/>
                  </a:cubicBezTo>
                  <a:cubicBezTo>
                    <a:pt x="6251" y="1527"/>
                    <a:pt x="6227" y="1678"/>
                    <a:pt x="6306" y="1784"/>
                  </a:cubicBezTo>
                  <a:cubicBezTo>
                    <a:pt x="7077" y="2929"/>
                    <a:pt x="6971" y="4450"/>
                    <a:pt x="6046" y="5475"/>
                  </a:cubicBezTo>
                  <a:cubicBezTo>
                    <a:pt x="5461" y="6125"/>
                    <a:pt x="4641" y="6470"/>
                    <a:pt x="3810" y="6470"/>
                  </a:cubicBezTo>
                  <a:cubicBezTo>
                    <a:pt x="3331" y="6470"/>
                    <a:pt x="2848" y="6356"/>
                    <a:pt x="2403" y="6119"/>
                  </a:cubicBezTo>
                  <a:cubicBezTo>
                    <a:pt x="1183" y="5468"/>
                    <a:pt x="563" y="4077"/>
                    <a:pt x="895" y="2737"/>
                  </a:cubicBezTo>
                  <a:cubicBezTo>
                    <a:pt x="1231" y="1397"/>
                    <a:pt x="2434" y="458"/>
                    <a:pt x="3811" y="458"/>
                  </a:cubicBezTo>
                  <a:lnTo>
                    <a:pt x="3811" y="462"/>
                  </a:lnTo>
                  <a:cubicBezTo>
                    <a:pt x="4562" y="462"/>
                    <a:pt x="5285" y="739"/>
                    <a:pt x="5840" y="1246"/>
                  </a:cubicBezTo>
                  <a:cubicBezTo>
                    <a:pt x="5889" y="1291"/>
                    <a:pt x="5942" y="1310"/>
                    <a:pt x="5993" y="1310"/>
                  </a:cubicBezTo>
                  <a:cubicBezTo>
                    <a:pt x="6176" y="1310"/>
                    <a:pt x="6328" y="1065"/>
                    <a:pt x="6149" y="904"/>
                  </a:cubicBezTo>
                  <a:cubicBezTo>
                    <a:pt x="5487" y="300"/>
                    <a:pt x="4651" y="0"/>
                    <a:pt x="38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9"/>
            <p:cNvSpPr/>
            <p:nvPr/>
          </p:nvSpPr>
          <p:spPr>
            <a:xfrm>
              <a:off x="1019760" y="3203504"/>
              <a:ext cx="12154" cy="47020"/>
            </a:xfrm>
            <a:custGeom>
              <a:rect b="b" l="l" r="r" t="t"/>
              <a:pathLst>
                <a:path extrusionOk="0" h="1795" w="464">
                  <a:moveTo>
                    <a:pt x="231" y="1"/>
                  </a:moveTo>
                  <a:cubicBezTo>
                    <a:pt x="116" y="1"/>
                    <a:pt x="1" y="78"/>
                    <a:pt x="1" y="232"/>
                  </a:cubicBezTo>
                  <a:lnTo>
                    <a:pt x="1" y="1562"/>
                  </a:lnTo>
                  <a:cubicBezTo>
                    <a:pt x="1" y="1688"/>
                    <a:pt x="104" y="1795"/>
                    <a:pt x="230" y="1795"/>
                  </a:cubicBezTo>
                  <a:cubicBezTo>
                    <a:pt x="357" y="1795"/>
                    <a:pt x="463" y="1688"/>
                    <a:pt x="463" y="1562"/>
                  </a:cubicBezTo>
                  <a:lnTo>
                    <a:pt x="463" y="232"/>
                  </a:lnTo>
                  <a:cubicBezTo>
                    <a:pt x="462" y="78"/>
                    <a:pt x="34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9"/>
            <p:cNvSpPr/>
            <p:nvPr/>
          </p:nvSpPr>
          <p:spPr>
            <a:xfrm>
              <a:off x="1019760" y="3516037"/>
              <a:ext cx="12154" cy="46968"/>
            </a:xfrm>
            <a:custGeom>
              <a:rect b="b" l="l" r="r" t="t"/>
              <a:pathLst>
                <a:path extrusionOk="0" h="1793" w="464">
                  <a:moveTo>
                    <a:pt x="230" y="0"/>
                  </a:moveTo>
                  <a:cubicBezTo>
                    <a:pt x="104" y="0"/>
                    <a:pt x="1" y="103"/>
                    <a:pt x="1" y="233"/>
                  </a:cubicBezTo>
                  <a:lnTo>
                    <a:pt x="1" y="1563"/>
                  </a:lnTo>
                  <a:cubicBezTo>
                    <a:pt x="1" y="1689"/>
                    <a:pt x="104" y="1792"/>
                    <a:pt x="230" y="1792"/>
                  </a:cubicBezTo>
                  <a:cubicBezTo>
                    <a:pt x="357" y="1792"/>
                    <a:pt x="463" y="1689"/>
                    <a:pt x="463" y="1563"/>
                  </a:cubicBezTo>
                  <a:lnTo>
                    <a:pt x="463" y="233"/>
                  </a:lnTo>
                  <a:cubicBezTo>
                    <a:pt x="463" y="103"/>
                    <a:pt x="357" y="0"/>
                    <a:pt x="2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9"/>
            <p:cNvSpPr/>
            <p:nvPr/>
          </p:nvSpPr>
          <p:spPr>
            <a:xfrm>
              <a:off x="931011" y="3226739"/>
              <a:ext cx="32325" cy="42331"/>
            </a:xfrm>
            <a:custGeom>
              <a:rect b="b" l="l" r="r" t="t"/>
              <a:pathLst>
                <a:path extrusionOk="0" h="1616" w="1234">
                  <a:moveTo>
                    <a:pt x="310" y="0"/>
                  </a:moveTo>
                  <a:cubicBezTo>
                    <a:pt x="154" y="0"/>
                    <a:pt x="0" y="166"/>
                    <a:pt x="106" y="349"/>
                  </a:cubicBezTo>
                  <a:lnTo>
                    <a:pt x="771" y="1500"/>
                  </a:lnTo>
                  <a:cubicBezTo>
                    <a:pt x="812" y="1574"/>
                    <a:pt x="890" y="1616"/>
                    <a:pt x="971" y="1616"/>
                  </a:cubicBezTo>
                  <a:cubicBezTo>
                    <a:pt x="1010" y="1616"/>
                    <a:pt x="1049" y="1606"/>
                    <a:pt x="1086" y="1586"/>
                  </a:cubicBezTo>
                  <a:cubicBezTo>
                    <a:pt x="1196" y="1521"/>
                    <a:pt x="1233" y="1381"/>
                    <a:pt x="1168" y="1271"/>
                  </a:cubicBezTo>
                  <a:lnTo>
                    <a:pt x="503" y="119"/>
                  </a:lnTo>
                  <a:cubicBezTo>
                    <a:pt x="455" y="35"/>
                    <a:pt x="382"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9"/>
            <p:cNvSpPr/>
            <p:nvPr/>
          </p:nvSpPr>
          <p:spPr>
            <a:xfrm>
              <a:off x="1088181" y="3497202"/>
              <a:ext cx="32194" cy="42384"/>
            </a:xfrm>
            <a:custGeom>
              <a:rect b="b" l="l" r="r" t="t"/>
              <a:pathLst>
                <a:path extrusionOk="0" h="1618" w="1229">
                  <a:moveTo>
                    <a:pt x="262" y="0"/>
                  </a:moveTo>
                  <a:cubicBezTo>
                    <a:pt x="223" y="0"/>
                    <a:pt x="184" y="10"/>
                    <a:pt x="147" y="30"/>
                  </a:cubicBezTo>
                  <a:cubicBezTo>
                    <a:pt x="34" y="99"/>
                    <a:pt x="0" y="246"/>
                    <a:pt x="69" y="356"/>
                  </a:cubicBezTo>
                  <a:lnTo>
                    <a:pt x="733" y="1507"/>
                  </a:lnTo>
                  <a:cubicBezTo>
                    <a:pt x="783" y="1585"/>
                    <a:pt x="854" y="1617"/>
                    <a:pt x="924" y="1617"/>
                  </a:cubicBezTo>
                  <a:cubicBezTo>
                    <a:pt x="1079" y="1617"/>
                    <a:pt x="1229" y="1457"/>
                    <a:pt x="1134" y="1278"/>
                  </a:cubicBezTo>
                  <a:lnTo>
                    <a:pt x="470" y="126"/>
                  </a:lnTo>
                  <a:cubicBezTo>
                    <a:pt x="427" y="46"/>
                    <a:pt x="34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9"/>
            <p:cNvSpPr/>
            <p:nvPr/>
          </p:nvSpPr>
          <p:spPr>
            <a:xfrm>
              <a:off x="866467" y="3290262"/>
              <a:ext cx="46051" cy="29627"/>
            </a:xfrm>
            <a:custGeom>
              <a:rect b="b" l="l" r="r" t="t"/>
              <a:pathLst>
                <a:path extrusionOk="0" h="1131" w="1758">
                  <a:moveTo>
                    <a:pt x="335" y="0"/>
                  </a:moveTo>
                  <a:cubicBezTo>
                    <a:pt x="131" y="0"/>
                    <a:pt x="1" y="303"/>
                    <a:pt x="226" y="432"/>
                  </a:cubicBezTo>
                  <a:lnTo>
                    <a:pt x="226" y="436"/>
                  </a:lnTo>
                  <a:lnTo>
                    <a:pt x="1377" y="1101"/>
                  </a:lnTo>
                  <a:cubicBezTo>
                    <a:pt x="1413" y="1121"/>
                    <a:pt x="1452" y="1130"/>
                    <a:pt x="1490" y="1130"/>
                  </a:cubicBezTo>
                  <a:cubicBezTo>
                    <a:pt x="1570" y="1130"/>
                    <a:pt x="1649" y="1089"/>
                    <a:pt x="1693" y="1015"/>
                  </a:cubicBezTo>
                  <a:cubicBezTo>
                    <a:pt x="1758" y="905"/>
                    <a:pt x="1720" y="765"/>
                    <a:pt x="1607" y="700"/>
                  </a:cubicBezTo>
                  <a:lnTo>
                    <a:pt x="456" y="35"/>
                  </a:lnTo>
                  <a:cubicBezTo>
                    <a:pt x="414" y="11"/>
                    <a:pt x="373" y="0"/>
                    <a:pt x="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9"/>
            <p:cNvSpPr/>
            <p:nvPr/>
          </p:nvSpPr>
          <p:spPr>
            <a:xfrm>
              <a:off x="1137114" y="3446541"/>
              <a:ext cx="46051" cy="29627"/>
            </a:xfrm>
            <a:custGeom>
              <a:rect b="b" l="l" r="r" t="t"/>
              <a:pathLst>
                <a:path extrusionOk="0" h="1131" w="1758">
                  <a:moveTo>
                    <a:pt x="334" y="0"/>
                  </a:moveTo>
                  <a:cubicBezTo>
                    <a:pt x="128" y="0"/>
                    <a:pt x="0" y="305"/>
                    <a:pt x="226" y="433"/>
                  </a:cubicBezTo>
                  <a:lnTo>
                    <a:pt x="1377" y="1101"/>
                  </a:lnTo>
                  <a:cubicBezTo>
                    <a:pt x="1413" y="1121"/>
                    <a:pt x="1452" y="1130"/>
                    <a:pt x="1490" y="1130"/>
                  </a:cubicBezTo>
                  <a:cubicBezTo>
                    <a:pt x="1570" y="1130"/>
                    <a:pt x="1649" y="1089"/>
                    <a:pt x="1693" y="1015"/>
                  </a:cubicBezTo>
                  <a:cubicBezTo>
                    <a:pt x="1758" y="905"/>
                    <a:pt x="1716" y="765"/>
                    <a:pt x="1607" y="700"/>
                  </a:cubicBezTo>
                  <a:lnTo>
                    <a:pt x="1610" y="700"/>
                  </a:lnTo>
                  <a:lnTo>
                    <a:pt x="455" y="35"/>
                  </a:lnTo>
                  <a:cubicBezTo>
                    <a:pt x="414" y="11"/>
                    <a:pt x="373"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9"/>
            <p:cNvSpPr/>
            <p:nvPr/>
          </p:nvSpPr>
          <p:spPr>
            <a:xfrm>
              <a:off x="844096" y="3377256"/>
              <a:ext cx="48958" cy="12050"/>
            </a:xfrm>
            <a:custGeom>
              <a:rect b="b" l="l" r="r" t="t"/>
              <a:pathLst>
                <a:path extrusionOk="0" h="460" w="1869">
                  <a:moveTo>
                    <a:pt x="306" y="0"/>
                  </a:moveTo>
                  <a:cubicBezTo>
                    <a:pt x="1" y="0"/>
                    <a:pt x="1" y="459"/>
                    <a:pt x="306" y="459"/>
                  </a:cubicBezTo>
                  <a:lnTo>
                    <a:pt x="1639" y="459"/>
                  </a:lnTo>
                  <a:cubicBezTo>
                    <a:pt x="1765" y="459"/>
                    <a:pt x="1868" y="357"/>
                    <a:pt x="1868" y="230"/>
                  </a:cubicBezTo>
                  <a:cubicBezTo>
                    <a:pt x="1868" y="103"/>
                    <a:pt x="1765" y="0"/>
                    <a:pt x="1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9"/>
            <p:cNvSpPr/>
            <p:nvPr/>
          </p:nvSpPr>
          <p:spPr>
            <a:xfrm>
              <a:off x="1156576" y="3377256"/>
              <a:ext cx="49037" cy="12050"/>
            </a:xfrm>
            <a:custGeom>
              <a:rect b="b" l="l" r="r" t="t"/>
              <a:pathLst>
                <a:path extrusionOk="0" h="460" w="1872">
                  <a:moveTo>
                    <a:pt x="309" y="0"/>
                  </a:moveTo>
                  <a:cubicBezTo>
                    <a:pt x="0" y="0"/>
                    <a:pt x="0" y="459"/>
                    <a:pt x="309" y="459"/>
                  </a:cubicBezTo>
                  <a:lnTo>
                    <a:pt x="1642" y="459"/>
                  </a:lnTo>
                  <a:cubicBezTo>
                    <a:pt x="1769" y="459"/>
                    <a:pt x="1871" y="357"/>
                    <a:pt x="1871" y="230"/>
                  </a:cubicBezTo>
                  <a:cubicBezTo>
                    <a:pt x="1871" y="103"/>
                    <a:pt x="1769" y="0"/>
                    <a:pt x="1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9"/>
            <p:cNvSpPr/>
            <p:nvPr/>
          </p:nvSpPr>
          <p:spPr>
            <a:xfrm>
              <a:off x="866467" y="3446620"/>
              <a:ext cx="46051" cy="29653"/>
            </a:xfrm>
            <a:custGeom>
              <a:rect b="b" l="l" r="r" t="t"/>
              <a:pathLst>
                <a:path extrusionOk="0" h="1132" w="1758">
                  <a:moveTo>
                    <a:pt x="1493" y="0"/>
                  </a:moveTo>
                  <a:cubicBezTo>
                    <a:pt x="1453" y="0"/>
                    <a:pt x="1414" y="10"/>
                    <a:pt x="1377" y="32"/>
                  </a:cubicBezTo>
                  <a:lnTo>
                    <a:pt x="226" y="697"/>
                  </a:lnTo>
                  <a:cubicBezTo>
                    <a:pt x="0" y="827"/>
                    <a:pt x="129" y="1131"/>
                    <a:pt x="336" y="1131"/>
                  </a:cubicBezTo>
                  <a:cubicBezTo>
                    <a:pt x="374" y="1131"/>
                    <a:pt x="414" y="1121"/>
                    <a:pt x="456" y="1098"/>
                  </a:cubicBezTo>
                  <a:lnTo>
                    <a:pt x="1607" y="430"/>
                  </a:lnTo>
                  <a:cubicBezTo>
                    <a:pt x="1720" y="368"/>
                    <a:pt x="1758" y="227"/>
                    <a:pt x="1693" y="118"/>
                  </a:cubicBezTo>
                  <a:cubicBezTo>
                    <a:pt x="1649" y="42"/>
                    <a:pt x="1572" y="0"/>
                    <a:pt x="14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9"/>
            <p:cNvSpPr/>
            <p:nvPr/>
          </p:nvSpPr>
          <p:spPr>
            <a:xfrm>
              <a:off x="1137821" y="3290393"/>
              <a:ext cx="45344" cy="29522"/>
            </a:xfrm>
            <a:custGeom>
              <a:rect b="b" l="l" r="r" t="t"/>
              <a:pathLst>
                <a:path extrusionOk="0" h="1127" w="1731">
                  <a:moveTo>
                    <a:pt x="1467" y="0"/>
                  </a:moveTo>
                  <a:cubicBezTo>
                    <a:pt x="1428" y="0"/>
                    <a:pt x="1389" y="10"/>
                    <a:pt x="1354" y="30"/>
                  </a:cubicBezTo>
                  <a:lnTo>
                    <a:pt x="199" y="695"/>
                  </a:lnTo>
                  <a:cubicBezTo>
                    <a:pt x="0" y="815"/>
                    <a:pt x="82" y="1123"/>
                    <a:pt x="315" y="1123"/>
                  </a:cubicBezTo>
                  <a:lnTo>
                    <a:pt x="315" y="1127"/>
                  </a:lnTo>
                  <a:cubicBezTo>
                    <a:pt x="356" y="1127"/>
                    <a:pt x="394" y="1116"/>
                    <a:pt x="432" y="1096"/>
                  </a:cubicBezTo>
                  <a:lnTo>
                    <a:pt x="1583" y="431"/>
                  </a:lnTo>
                  <a:cubicBezTo>
                    <a:pt x="1693" y="366"/>
                    <a:pt x="1731" y="225"/>
                    <a:pt x="1666" y="116"/>
                  </a:cubicBezTo>
                  <a:cubicBezTo>
                    <a:pt x="1624" y="42"/>
                    <a:pt x="1546" y="0"/>
                    <a:pt x="14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9"/>
            <p:cNvSpPr/>
            <p:nvPr/>
          </p:nvSpPr>
          <p:spPr>
            <a:xfrm>
              <a:off x="932059" y="3497438"/>
              <a:ext cx="31277" cy="42331"/>
            </a:xfrm>
            <a:custGeom>
              <a:rect b="b" l="l" r="r" t="t"/>
              <a:pathLst>
                <a:path extrusionOk="0" h="1616" w="1194">
                  <a:moveTo>
                    <a:pt x="931" y="0"/>
                  </a:moveTo>
                  <a:cubicBezTo>
                    <a:pt x="850" y="0"/>
                    <a:pt x="772" y="43"/>
                    <a:pt x="731" y="117"/>
                  </a:cubicBezTo>
                  <a:lnTo>
                    <a:pt x="66" y="1269"/>
                  </a:lnTo>
                  <a:cubicBezTo>
                    <a:pt x="1" y="1378"/>
                    <a:pt x="39" y="1522"/>
                    <a:pt x="148" y="1584"/>
                  </a:cubicBezTo>
                  <a:cubicBezTo>
                    <a:pt x="185" y="1606"/>
                    <a:pt x="225" y="1616"/>
                    <a:pt x="265" y="1616"/>
                  </a:cubicBezTo>
                  <a:cubicBezTo>
                    <a:pt x="345" y="1616"/>
                    <a:pt x="422" y="1575"/>
                    <a:pt x="463" y="1502"/>
                  </a:cubicBezTo>
                  <a:lnTo>
                    <a:pt x="1132" y="350"/>
                  </a:lnTo>
                  <a:cubicBezTo>
                    <a:pt x="1193" y="237"/>
                    <a:pt x="1156" y="93"/>
                    <a:pt x="1046" y="32"/>
                  </a:cubicBezTo>
                  <a:cubicBezTo>
                    <a:pt x="1009" y="10"/>
                    <a:pt x="970" y="0"/>
                    <a:pt x="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9"/>
            <p:cNvSpPr/>
            <p:nvPr/>
          </p:nvSpPr>
          <p:spPr>
            <a:xfrm>
              <a:off x="1088338" y="3226713"/>
              <a:ext cx="32351" cy="42357"/>
            </a:xfrm>
            <a:custGeom>
              <a:rect b="b" l="l" r="r" t="t"/>
              <a:pathLst>
                <a:path extrusionOk="0" h="1617" w="1235">
                  <a:moveTo>
                    <a:pt x="921" y="0"/>
                  </a:moveTo>
                  <a:cubicBezTo>
                    <a:pt x="849" y="0"/>
                    <a:pt x="778" y="35"/>
                    <a:pt x="731" y="117"/>
                  </a:cubicBezTo>
                  <a:lnTo>
                    <a:pt x="63" y="1272"/>
                  </a:lnTo>
                  <a:cubicBezTo>
                    <a:pt x="1" y="1382"/>
                    <a:pt x="39" y="1522"/>
                    <a:pt x="148" y="1587"/>
                  </a:cubicBezTo>
                  <a:cubicBezTo>
                    <a:pt x="184" y="1607"/>
                    <a:pt x="223" y="1617"/>
                    <a:pt x="262" y="1617"/>
                  </a:cubicBezTo>
                  <a:cubicBezTo>
                    <a:pt x="343" y="1617"/>
                    <a:pt x="422" y="1575"/>
                    <a:pt x="464" y="1501"/>
                  </a:cubicBezTo>
                  <a:lnTo>
                    <a:pt x="1128" y="350"/>
                  </a:lnTo>
                  <a:cubicBezTo>
                    <a:pt x="1234" y="166"/>
                    <a:pt x="1078" y="0"/>
                    <a:pt x="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8" name="Google Shape;7788;p79"/>
          <p:cNvGrpSpPr/>
          <p:nvPr/>
        </p:nvGrpSpPr>
        <p:grpSpPr>
          <a:xfrm>
            <a:off x="1939493" y="3205285"/>
            <a:ext cx="368223" cy="355021"/>
            <a:chOff x="1939493" y="3205285"/>
            <a:chExt cx="368223" cy="355021"/>
          </a:xfrm>
        </p:grpSpPr>
        <p:sp>
          <p:nvSpPr>
            <p:cNvPr id="7789" name="Google Shape;7789;p79"/>
            <p:cNvSpPr/>
            <p:nvPr/>
          </p:nvSpPr>
          <p:spPr>
            <a:xfrm>
              <a:off x="1955210" y="3211598"/>
              <a:ext cx="344648" cy="342421"/>
            </a:xfrm>
            <a:custGeom>
              <a:rect b="b" l="l" r="r" t="t"/>
              <a:pathLst>
                <a:path extrusionOk="0" h="13072" w="13157">
                  <a:moveTo>
                    <a:pt x="4145" y="1"/>
                  </a:moveTo>
                  <a:cubicBezTo>
                    <a:pt x="4095" y="1"/>
                    <a:pt x="4042" y="12"/>
                    <a:pt x="3989" y="36"/>
                  </a:cubicBezTo>
                  <a:cubicBezTo>
                    <a:pt x="1560" y="1146"/>
                    <a:pt x="0" y="3573"/>
                    <a:pt x="0" y="6245"/>
                  </a:cubicBezTo>
                  <a:cubicBezTo>
                    <a:pt x="0" y="10008"/>
                    <a:pt x="3064" y="13072"/>
                    <a:pt x="6827" y="13072"/>
                  </a:cubicBezTo>
                  <a:cubicBezTo>
                    <a:pt x="9500" y="13072"/>
                    <a:pt x="11926" y="11512"/>
                    <a:pt x="13036" y="9079"/>
                  </a:cubicBezTo>
                  <a:cubicBezTo>
                    <a:pt x="13157" y="8819"/>
                    <a:pt x="12947" y="8567"/>
                    <a:pt x="12707" y="8567"/>
                  </a:cubicBezTo>
                  <a:cubicBezTo>
                    <a:pt x="12634" y="8567"/>
                    <a:pt x="12558" y="8591"/>
                    <a:pt x="12488" y="8644"/>
                  </a:cubicBezTo>
                  <a:cubicBezTo>
                    <a:pt x="11495" y="9406"/>
                    <a:pt x="10284" y="9820"/>
                    <a:pt x="9033" y="9820"/>
                  </a:cubicBezTo>
                  <a:cubicBezTo>
                    <a:pt x="9023" y="9820"/>
                    <a:pt x="9013" y="9820"/>
                    <a:pt x="9003" y="9820"/>
                  </a:cubicBezTo>
                  <a:cubicBezTo>
                    <a:pt x="8657" y="9820"/>
                    <a:pt x="8310" y="9789"/>
                    <a:pt x="7971" y="9727"/>
                  </a:cubicBezTo>
                  <a:lnTo>
                    <a:pt x="7200" y="9532"/>
                  </a:lnTo>
                  <a:cubicBezTo>
                    <a:pt x="4846" y="8750"/>
                    <a:pt x="3252" y="6550"/>
                    <a:pt x="3249" y="4069"/>
                  </a:cubicBezTo>
                  <a:cubicBezTo>
                    <a:pt x="3246" y="2808"/>
                    <a:pt x="3660" y="1582"/>
                    <a:pt x="4428" y="584"/>
                  </a:cubicBezTo>
                  <a:cubicBezTo>
                    <a:pt x="4622" y="329"/>
                    <a:pt x="4419" y="1"/>
                    <a:pt x="4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9"/>
            <p:cNvSpPr/>
            <p:nvPr/>
          </p:nvSpPr>
          <p:spPr>
            <a:xfrm>
              <a:off x="1960056" y="3236667"/>
              <a:ext cx="312847" cy="313502"/>
            </a:xfrm>
            <a:custGeom>
              <a:rect b="b" l="l" r="r" t="t"/>
              <a:pathLst>
                <a:path extrusionOk="0" h="11968" w="11943">
                  <a:moveTo>
                    <a:pt x="2334" y="1"/>
                  </a:moveTo>
                  <a:cubicBezTo>
                    <a:pt x="850" y="1300"/>
                    <a:pt x="1" y="3171"/>
                    <a:pt x="1" y="5141"/>
                  </a:cubicBezTo>
                  <a:cubicBezTo>
                    <a:pt x="1" y="8907"/>
                    <a:pt x="3064" y="11967"/>
                    <a:pt x="6827" y="11967"/>
                  </a:cubicBezTo>
                  <a:cubicBezTo>
                    <a:pt x="8783" y="11967"/>
                    <a:pt x="10648" y="11128"/>
                    <a:pt x="11943" y="9661"/>
                  </a:cubicBezTo>
                  <a:lnTo>
                    <a:pt x="11943" y="9661"/>
                  </a:lnTo>
                  <a:cubicBezTo>
                    <a:pt x="11703" y="9870"/>
                    <a:pt x="11449" y="10059"/>
                    <a:pt x="11182" y="10233"/>
                  </a:cubicBezTo>
                  <a:cubicBezTo>
                    <a:pt x="10072" y="10960"/>
                    <a:pt x="8773" y="11347"/>
                    <a:pt x="7447" y="11347"/>
                  </a:cubicBezTo>
                  <a:cubicBezTo>
                    <a:pt x="3684" y="11347"/>
                    <a:pt x="621" y="8283"/>
                    <a:pt x="621" y="4521"/>
                  </a:cubicBezTo>
                  <a:cubicBezTo>
                    <a:pt x="621" y="3195"/>
                    <a:pt x="1008" y="1896"/>
                    <a:pt x="1734" y="786"/>
                  </a:cubicBezTo>
                  <a:cubicBezTo>
                    <a:pt x="1916" y="511"/>
                    <a:pt x="2115" y="248"/>
                    <a:pt x="2334"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9"/>
            <p:cNvSpPr/>
            <p:nvPr/>
          </p:nvSpPr>
          <p:spPr>
            <a:xfrm>
              <a:off x="2118404" y="3278238"/>
              <a:ext cx="65828" cy="65907"/>
            </a:xfrm>
            <a:custGeom>
              <a:rect b="b" l="l" r="r" t="t"/>
              <a:pathLst>
                <a:path extrusionOk="0" h="2516" w="2513">
                  <a:moveTo>
                    <a:pt x="1258" y="0"/>
                  </a:moveTo>
                  <a:cubicBezTo>
                    <a:pt x="1258" y="693"/>
                    <a:pt x="693" y="1258"/>
                    <a:pt x="0" y="1258"/>
                  </a:cubicBezTo>
                  <a:cubicBezTo>
                    <a:pt x="693" y="1258"/>
                    <a:pt x="1258" y="1820"/>
                    <a:pt x="1258" y="2516"/>
                  </a:cubicBezTo>
                  <a:cubicBezTo>
                    <a:pt x="1258" y="1820"/>
                    <a:pt x="1820" y="1258"/>
                    <a:pt x="2512" y="1258"/>
                  </a:cubicBezTo>
                  <a:cubicBezTo>
                    <a:pt x="1820" y="1258"/>
                    <a:pt x="1258" y="693"/>
                    <a:pt x="1258"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9"/>
            <p:cNvSpPr/>
            <p:nvPr/>
          </p:nvSpPr>
          <p:spPr>
            <a:xfrm>
              <a:off x="2193453" y="3364944"/>
              <a:ext cx="26326" cy="26326"/>
            </a:xfrm>
            <a:custGeom>
              <a:rect b="b" l="l" r="r" t="t"/>
              <a:pathLst>
                <a:path extrusionOk="0" h="1005" w="1005">
                  <a:moveTo>
                    <a:pt x="500" y="1"/>
                  </a:moveTo>
                  <a:cubicBezTo>
                    <a:pt x="223" y="1"/>
                    <a:pt x="0" y="227"/>
                    <a:pt x="0" y="505"/>
                  </a:cubicBezTo>
                  <a:cubicBezTo>
                    <a:pt x="0" y="782"/>
                    <a:pt x="223" y="1005"/>
                    <a:pt x="500" y="1005"/>
                  </a:cubicBezTo>
                  <a:cubicBezTo>
                    <a:pt x="778" y="1005"/>
                    <a:pt x="1004" y="782"/>
                    <a:pt x="1004" y="505"/>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9"/>
            <p:cNvSpPr/>
            <p:nvPr/>
          </p:nvSpPr>
          <p:spPr>
            <a:xfrm>
              <a:off x="1955131" y="3517635"/>
              <a:ext cx="26326" cy="26326"/>
            </a:xfrm>
            <a:custGeom>
              <a:rect b="b" l="l" r="r" t="t"/>
              <a:pathLst>
                <a:path extrusionOk="0" h="1005" w="1005">
                  <a:moveTo>
                    <a:pt x="500" y="1"/>
                  </a:moveTo>
                  <a:cubicBezTo>
                    <a:pt x="223" y="1"/>
                    <a:pt x="0" y="227"/>
                    <a:pt x="0" y="501"/>
                  </a:cubicBezTo>
                  <a:cubicBezTo>
                    <a:pt x="0" y="779"/>
                    <a:pt x="223" y="1005"/>
                    <a:pt x="500" y="1005"/>
                  </a:cubicBezTo>
                  <a:cubicBezTo>
                    <a:pt x="778" y="1005"/>
                    <a:pt x="1004" y="779"/>
                    <a:pt x="1004" y="501"/>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9"/>
            <p:cNvSpPr/>
            <p:nvPr/>
          </p:nvSpPr>
          <p:spPr>
            <a:xfrm>
              <a:off x="1949028" y="3205285"/>
              <a:ext cx="358688" cy="355021"/>
            </a:xfrm>
            <a:custGeom>
              <a:rect b="b" l="l" r="r" t="t"/>
              <a:pathLst>
                <a:path extrusionOk="0" h="13553" w="13693">
                  <a:moveTo>
                    <a:pt x="4390" y="1"/>
                  </a:moveTo>
                  <a:cubicBezTo>
                    <a:pt x="4306" y="1"/>
                    <a:pt x="4218" y="20"/>
                    <a:pt x="4129" y="61"/>
                  </a:cubicBezTo>
                  <a:cubicBezTo>
                    <a:pt x="1614" y="1209"/>
                    <a:pt x="0" y="3721"/>
                    <a:pt x="0" y="6486"/>
                  </a:cubicBezTo>
                  <a:cubicBezTo>
                    <a:pt x="0" y="10379"/>
                    <a:pt x="3166" y="13549"/>
                    <a:pt x="7063" y="13549"/>
                  </a:cubicBezTo>
                  <a:lnTo>
                    <a:pt x="7063" y="13552"/>
                  </a:lnTo>
                  <a:cubicBezTo>
                    <a:pt x="9828" y="13552"/>
                    <a:pt x="12340" y="11938"/>
                    <a:pt x="13488" y="9423"/>
                  </a:cubicBezTo>
                  <a:cubicBezTo>
                    <a:pt x="13693" y="8987"/>
                    <a:pt x="13341" y="8566"/>
                    <a:pt x="12942" y="8566"/>
                  </a:cubicBezTo>
                  <a:cubicBezTo>
                    <a:pt x="12821" y="8566"/>
                    <a:pt x="12695" y="8605"/>
                    <a:pt x="12580" y="8693"/>
                  </a:cubicBezTo>
                  <a:cubicBezTo>
                    <a:pt x="11624" y="9427"/>
                    <a:pt x="10458" y="9824"/>
                    <a:pt x="9254" y="9824"/>
                  </a:cubicBezTo>
                  <a:cubicBezTo>
                    <a:pt x="9249" y="9824"/>
                    <a:pt x="9244" y="9824"/>
                    <a:pt x="9239" y="9824"/>
                  </a:cubicBezTo>
                  <a:cubicBezTo>
                    <a:pt x="8906" y="9824"/>
                    <a:pt x="8577" y="9793"/>
                    <a:pt x="8252" y="9735"/>
                  </a:cubicBezTo>
                  <a:cubicBezTo>
                    <a:pt x="8237" y="9732"/>
                    <a:pt x="8222" y="9731"/>
                    <a:pt x="8208" y="9731"/>
                  </a:cubicBezTo>
                  <a:cubicBezTo>
                    <a:pt x="8095" y="9731"/>
                    <a:pt x="7995" y="9811"/>
                    <a:pt x="7974" y="9927"/>
                  </a:cubicBezTo>
                  <a:cubicBezTo>
                    <a:pt x="7950" y="10057"/>
                    <a:pt x="8036" y="10181"/>
                    <a:pt x="8166" y="10204"/>
                  </a:cubicBezTo>
                  <a:cubicBezTo>
                    <a:pt x="8519" y="10266"/>
                    <a:pt x="8879" y="10300"/>
                    <a:pt x="9239" y="10300"/>
                  </a:cubicBezTo>
                  <a:cubicBezTo>
                    <a:pt x="9244" y="10300"/>
                    <a:pt x="9249" y="10300"/>
                    <a:pt x="9254" y="10300"/>
                  </a:cubicBezTo>
                  <a:cubicBezTo>
                    <a:pt x="10561" y="10300"/>
                    <a:pt x="11833" y="9869"/>
                    <a:pt x="12871" y="9074"/>
                  </a:cubicBezTo>
                  <a:cubicBezTo>
                    <a:pt x="12894" y="9055"/>
                    <a:pt x="12920" y="9047"/>
                    <a:pt x="12945" y="9047"/>
                  </a:cubicBezTo>
                  <a:cubicBezTo>
                    <a:pt x="13026" y="9047"/>
                    <a:pt x="13098" y="9133"/>
                    <a:pt x="13056" y="9224"/>
                  </a:cubicBezTo>
                  <a:cubicBezTo>
                    <a:pt x="11987" y="11568"/>
                    <a:pt x="9643" y="13073"/>
                    <a:pt x="7063" y="13073"/>
                  </a:cubicBezTo>
                  <a:cubicBezTo>
                    <a:pt x="3434" y="13073"/>
                    <a:pt x="476" y="10119"/>
                    <a:pt x="476" y="6486"/>
                  </a:cubicBezTo>
                  <a:cubicBezTo>
                    <a:pt x="476" y="3906"/>
                    <a:pt x="1981" y="1566"/>
                    <a:pt x="4328" y="493"/>
                  </a:cubicBezTo>
                  <a:cubicBezTo>
                    <a:pt x="4345" y="485"/>
                    <a:pt x="4363" y="482"/>
                    <a:pt x="4379" y="482"/>
                  </a:cubicBezTo>
                  <a:cubicBezTo>
                    <a:pt x="4473" y="482"/>
                    <a:pt x="4543" y="594"/>
                    <a:pt x="4479" y="681"/>
                  </a:cubicBezTo>
                  <a:cubicBezTo>
                    <a:pt x="3303" y="2220"/>
                    <a:pt x="2947" y="4232"/>
                    <a:pt x="3519" y="6082"/>
                  </a:cubicBezTo>
                  <a:cubicBezTo>
                    <a:pt x="4092" y="7933"/>
                    <a:pt x="5524" y="9392"/>
                    <a:pt x="7361" y="9999"/>
                  </a:cubicBezTo>
                  <a:cubicBezTo>
                    <a:pt x="7386" y="10007"/>
                    <a:pt x="7411" y="10011"/>
                    <a:pt x="7436" y="10011"/>
                  </a:cubicBezTo>
                  <a:cubicBezTo>
                    <a:pt x="7537" y="10011"/>
                    <a:pt x="7629" y="9947"/>
                    <a:pt x="7662" y="9848"/>
                  </a:cubicBezTo>
                  <a:cubicBezTo>
                    <a:pt x="7703" y="9721"/>
                    <a:pt x="7635" y="9588"/>
                    <a:pt x="7512" y="9547"/>
                  </a:cubicBezTo>
                  <a:cubicBezTo>
                    <a:pt x="5819" y="8988"/>
                    <a:pt x="4499" y="7645"/>
                    <a:pt x="3972" y="5942"/>
                  </a:cubicBezTo>
                  <a:cubicBezTo>
                    <a:pt x="3447" y="4238"/>
                    <a:pt x="3776" y="2388"/>
                    <a:pt x="4856" y="969"/>
                  </a:cubicBezTo>
                  <a:cubicBezTo>
                    <a:pt x="5180" y="550"/>
                    <a:pt x="4844"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9"/>
            <p:cNvSpPr/>
            <p:nvPr/>
          </p:nvSpPr>
          <p:spPr>
            <a:xfrm>
              <a:off x="2112118" y="3271952"/>
              <a:ext cx="78402" cy="78402"/>
            </a:xfrm>
            <a:custGeom>
              <a:rect b="b" l="l" r="r" t="t"/>
              <a:pathLst>
                <a:path extrusionOk="0" h="2993" w="2993">
                  <a:moveTo>
                    <a:pt x="1498" y="1049"/>
                  </a:moveTo>
                  <a:cubicBezTo>
                    <a:pt x="1611" y="1227"/>
                    <a:pt x="1765" y="1382"/>
                    <a:pt x="1947" y="1498"/>
                  </a:cubicBezTo>
                  <a:cubicBezTo>
                    <a:pt x="1765" y="1611"/>
                    <a:pt x="1611" y="1765"/>
                    <a:pt x="1498" y="1947"/>
                  </a:cubicBezTo>
                  <a:cubicBezTo>
                    <a:pt x="1381" y="1765"/>
                    <a:pt x="1227" y="1611"/>
                    <a:pt x="1049" y="1498"/>
                  </a:cubicBezTo>
                  <a:cubicBezTo>
                    <a:pt x="1227" y="1382"/>
                    <a:pt x="1381" y="1227"/>
                    <a:pt x="1498" y="1049"/>
                  </a:cubicBezTo>
                  <a:close/>
                  <a:moveTo>
                    <a:pt x="1498" y="1"/>
                  </a:moveTo>
                  <a:cubicBezTo>
                    <a:pt x="1364" y="1"/>
                    <a:pt x="1258" y="107"/>
                    <a:pt x="1258" y="240"/>
                  </a:cubicBezTo>
                  <a:cubicBezTo>
                    <a:pt x="1258" y="802"/>
                    <a:pt x="802" y="1258"/>
                    <a:pt x="240" y="1258"/>
                  </a:cubicBezTo>
                  <a:cubicBezTo>
                    <a:pt x="107" y="1258"/>
                    <a:pt x="0" y="1364"/>
                    <a:pt x="0" y="1498"/>
                  </a:cubicBezTo>
                  <a:cubicBezTo>
                    <a:pt x="0" y="1628"/>
                    <a:pt x="107" y="1735"/>
                    <a:pt x="240" y="1735"/>
                  </a:cubicBezTo>
                  <a:cubicBezTo>
                    <a:pt x="802" y="1735"/>
                    <a:pt x="1258" y="2190"/>
                    <a:pt x="1258" y="2756"/>
                  </a:cubicBezTo>
                  <a:cubicBezTo>
                    <a:pt x="1258" y="2886"/>
                    <a:pt x="1364" y="2992"/>
                    <a:pt x="1498" y="2992"/>
                  </a:cubicBezTo>
                  <a:cubicBezTo>
                    <a:pt x="1628" y="2992"/>
                    <a:pt x="1734" y="2886"/>
                    <a:pt x="1734" y="2756"/>
                  </a:cubicBezTo>
                  <a:cubicBezTo>
                    <a:pt x="1734" y="2190"/>
                    <a:pt x="2190" y="1735"/>
                    <a:pt x="2756" y="1735"/>
                  </a:cubicBezTo>
                  <a:cubicBezTo>
                    <a:pt x="2886" y="1735"/>
                    <a:pt x="2992" y="1628"/>
                    <a:pt x="2992" y="1498"/>
                  </a:cubicBezTo>
                  <a:cubicBezTo>
                    <a:pt x="2992" y="1364"/>
                    <a:pt x="2886" y="1258"/>
                    <a:pt x="2756" y="1258"/>
                  </a:cubicBezTo>
                  <a:cubicBezTo>
                    <a:pt x="2190" y="1258"/>
                    <a:pt x="1734" y="802"/>
                    <a:pt x="1734" y="240"/>
                  </a:cubicBezTo>
                  <a:cubicBezTo>
                    <a:pt x="1734" y="107"/>
                    <a:pt x="1628" y="1"/>
                    <a:pt x="1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9"/>
            <p:cNvSpPr/>
            <p:nvPr/>
          </p:nvSpPr>
          <p:spPr>
            <a:xfrm>
              <a:off x="2180696" y="3358683"/>
              <a:ext cx="45265" cy="38873"/>
            </a:xfrm>
            <a:custGeom>
              <a:rect b="b" l="l" r="r" t="t"/>
              <a:pathLst>
                <a:path extrusionOk="0" h="1484" w="1728">
                  <a:moveTo>
                    <a:pt x="987" y="480"/>
                  </a:moveTo>
                  <a:cubicBezTo>
                    <a:pt x="1135" y="480"/>
                    <a:pt x="1251" y="596"/>
                    <a:pt x="1255" y="744"/>
                  </a:cubicBezTo>
                  <a:cubicBezTo>
                    <a:pt x="1255" y="901"/>
                    <a:pt x="1123" y="1007"/>
                    <a:pt x="987" y="1007"/>
                  </a:cubicBezTo>
                  <a:cubicBezTo>
                    <a:pt x="922" y="1007"/>
                    <a:pt x="856" y="983"/>
                    <a:pt x="802" y="929"/>
                  </a:cubicBezTo>
                  <a:cubicBezTo>
                    <a:pt x="635" y="764"/>
                    <a:pt x="754" y="480"/>
                    <a:pt x="987" y="480"/>
                  </a:cubicBezTo>
                  <a:close/>
                  <a:moveTo>
                    <a:pt x="984" y="1"/>
                  </a:moveTo>
                  <a:cubicBezTo>
                    <a:pt x="803" y="1"/>
                    <a:pt x="617" y="68"/>
                    <a:pt x="467" y="219"/>
                  </a:cubicBezTo>
                  <a:cubicBezTo>
                    <a:pt x="1" y="685"/>
                    <a:pt x="330" y="1484"/>
                    <a:pt x="987" y="1484"/>
                  </a:cubicBezTo>
                  <a:cubicBezTo>
                    <a:pt x="1399" y="1480"/>
                    <a:pt x="1728" y="1151"/>
                    <a:pt x="1728" y="744"/>
                  </a:cubicBezTo>
                  <a:cubicBezTo>
                    <a:pt x="1728" y="296"/>
                    <a:pt x="1364" y="1"/>
                    <a:pt x="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9"/>
            <p:cNvSpPr/>
            <p:nvPr/>
          </p:nvSpPr>
          <p:spPr>
            <a:xfrm>
              <a:off x="1942269" y="3511374"/>
              <a:ext cx="45370" cy="38795"/>
            </a:xfrm>
            <a:custGeom>
              <a:rect b="b" l="l" r="r" t="t"/>
              <a:pathLst>
                <a:path extrusionOk="0" h="1481" w="1732">
                  <a:moveTo>
                    <a:pt x="991" y="476"/>
                  </a:moveTo>
                  <a:cubicBezTo>
                    <a:pt x="1139" y="476"/>
                    <a:pt x="1255" y="596"/>
                    <a:pt x="1255" y="740"/>
                  </a:cubicBezTo>
                  <a:cubicBezTo>
                    <a:pt x="1255" y="900"/>
                    <a:pt x="1125" y="1007"/>
                    <a:pt x="989" y="1007"/>
                  </a:cubicBezTo>
                  <a:cubicBezTo>
                    <a:pt x="925" y="1007"/>
                    <a:pt x="859" y="983"/>
                    <a:pt x="806" y="929"/>
                  </a:cubicBezTo>
                  <a:cubicBezTo>
                    <a:pt x="638" y="761"/>
                    <a:pt x="758" y="476"/>
                    <a:pt x="991" y="476"/>
                  </a:cubicBezTo>
                  <a:close/>
                  <a:moveTo>
                    <a:pt x="989" y="1"/>
                  </a:moveTo>
                  <a:cubicBezTo>
                    <a:pt x="807" y="1"/>
                    <a:pt x="621" y="68"/>
                    <a:pt x="470" y="219"/>
                  </a:cubicBezTo>
                  <a:cubicBezTo>
                    <a:pt x="1" y="685"/>
                    <a:pt x="333" y="1480"/>
                    <a:pt x="991" y="1480"/>
                  </a:cubicBezTo>
                  <a:cubicBezTo>
                    <a:pt x="1399" y="1480"/>
                    <a:pt x="1732" y="1151"/>
                    <a:pt x="1732" y="740"/>
                  </a:cubicBezTo>
                  <a:cubicBezTo>
                    <a:pt x="1732" y="295"/>
                    <a:pt x="1368"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9"/>
            <p:cNvSpPr/>
            <p:nvPr/>
          </p:nvSpPr>
          <p:spPr>
            <a:xfrm>
              <a:off x="2143525" y="3378146"/>
              <a:ext cx="15665" cy="15638"/>
            </a:xfrm>
            <a:custGeom>
              <a:rect b="b" l="l" r="r" t="t"/>
              <a:pathLst>
                <a:path extrusionOk="0" h="597" w="598">
                  <a:moveTo>
                    <a:pt x="299" y="1"/>
                  </a:moveTo>
                  <a:cubicBezTo>
                    <a:pt x="135" y="1"/>
                    <a:pt x="1" y="134"/>
                    <a:pt x="1" y="299"/>
                  </a:cubicBezTo>
                  <a:cubicBezTo>
                    <a:pt x="1" y="463"/>
                    <a:pt x="135"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9"/>
            <p:cNvSpPr/>
            <p:nvPr/>
          </p:nvSpPr>
          <p:spPr>
            <a:xfrm>
              <a:off x="1939493" y="3471950"/>
              <a:ext cx="15665" cy="15638"/>
            </a:xfrm>
            <a:custGeom>
              <a:rect b="b" l="l" r="r" t="t"/>
              <a:pathLst>
                <a:path extrusionOk="0" h="597" w="598">
                  <a:moveTo>
                    <a:pt x="299" y="1"/>
                  </a:moveTo>
                  <a:cubicBezTo>
                    <a:pt x="134" y="1"/>
                    <a:pt x="1" y="134"/>
                    <a:pt x="1" y="299"/>
                  </a:cubicBezTo>
                  <a:cubicBezTo>
                    <a:pt x="1" y="463"/>
                    <a:pt x="134"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9"/>
            <p:cNvSpPr/>
            <p:nvPr/>
          </p:nvSpPr>
          <p:spPr>
            <a:xfrm>
              <a:off x="2193636" y="3257413"/>
              <a:ext cx="15638" cy="15638"/>
            </a:xfrm>
            <a:custGeom>
              <a:rect b="b" l="l" r="r" t="t"/>
              <a:pathLst>
                <a:path extrusionOk="0" h="597" w="597">
                  <a:moveTo>
                    <a:pt x="298" y="0"/>
                  </a:moveTo>
                  <a:cubicBezTo>
                    <a:pt x="134" y="0"/>
                    <a:pt x="0" y="131"/>
                    <a:pt x="0" y="299"/>
                  </a:cubicBezTo>
                  <a:cubicBezTo>
                    <a:pt x="0" y="463"/>
                    <a:pt x="134" y="597"/>
                    <a:pt x="298" y="597"/>
                  </a:cubicBezTo>
                  <a:cubicBezTo>
                    <a:pt x="463" y="597"/>
                    <a:pt x="596" y="463"/>
                    <a:pt x="596" y="299"/>
                  </a:cubicBezTo>
                  <a:cubicBezTo>
                    <a:pt x="596" y="131"/>
                    <a:pt x="463"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79"/>
          <p:cNvGrpSpPr/>
          <p:nvPr/>
        </p:nvGrpSpPr>
        <p:grpSpPr>
          <a:xfrm>
            <a:off x="2476834" y="3245314"/>
            <a:ext cx="388891" cy="307320"/>
            <a:chOff x="2471434" y="3239339"/>
            <a:chExt cx="388891" cy="307320"/>
          </a:xfrm>
        </p:grpSpPr>
        <p:sp>
          <p:nvSpPr>
            <p:cNvPr id="7802" name="Google Shape;7802;p79"/>
            <p:cNvSpPr/>
            <p:nvPr/>
          </p:nvSpPr>
          <p:spPr>
            <a:xfrm>
              <a:off x="2495691" y="3245861"/>
              <a:ext cx="175768" cy="95769"/>
            </a:xfrm>
            <a:custGeom>
              <a:rect b="b" l="l" r="r" t="t"/>
              <a:pathLst>
                <a:path extrusionOk="0" h="3656" w="6710">
                  <a:moveTo>
                    <a:pt x="3896" y="0"/>
                  </a:moveTo>
                  <a:cubicBezTo>
                    <a:pt x="3219" y="0"/>
                    <a:pt x="2619" y="470"/>
                    <a:pt x="2467" y="1144"/>
                  </a:cubicBezTo>
                  <a:cubicBezTo>
                    <a:pt x="2376" y="1114"/>
                    <a:pt x="2282" y="1099"/>
                    <a:pt x="2189" y="1099"/>
                  </a:cubicBezTo>
                  <a:cubicBezTo>
                    <a:pt x="1905" y="1099"/>
                    <a:pt x="1631" y="1237"/>
                    <a:pt x="1460" y="1480"/>
                  </a:cubicBezTo>
                  <a:cubicBezTo>
                    <a:pt x="1366" y="1455"/>
                    <a:pt x="1272" y="1444"/>
                    <a:pt x="1180" y="1444"/>
                  </a:cubicBezTo>
                  <a:cubicBezTo>
                    <a:pt x="640" y="1444"/>
                    <a:pt x="159" y="1844"/>
                    <a:pt x="86" y="2408"/>
                  </a:cubicBezTo>
                  <a:cubicBezTo>
                    <a:pt x="0" y="3070"/>
                    <a:pt x="518" y="3656"/>
                    <a:pt x="1182" y="3656"/>
                  </a:cubicBezTo>
                  <a:lnTo>
                    <a:pt x="4822" y="3656"/>
                  </a:lnTo>
                  <a:cubicBezTo>
                    <a:pt x="5223" y="2919"/>
                    <a:pt x="5901" y="2374"/>
                    <a:pt x="6710" y="2148"/>
                  </a:cubicBezTo>
                  <a:cubicBezTo>
                    <a:pt x="6535" y="1729"/>
                    <a:pt x="6130" y="1470"/>
                    <a:pt x="5698" y="1470"/>
                  </a:cubicBezTo>
                  <a:cubicBezTo>
                    <a:pt x="5589" y="1470"/>
                    <a:pt x="5479" y="1486"/>
                    <a:pt x="5370" y="1521"/>
                  </a:cubicBezTo>
                  <a:lnTo>
                    <a:pt x="5370" y="1470"/>
                  </a:lnTo>
                  <a:cubicBezTo>
                    <a:pt x="5370" y="719"/>
                    <a:pt x="4808" y="92"/>
                    <a:pt x="4064" y="10"/>
                  </a:cubicBezTo>
                  <a:cubicBezTo>
                    <a:pt x="4008" y="3"/>
                    <a:pt x="3952" y="0"/>
                    <a:pt x="38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9"/>
            <p:cNvSpPr/>
            <p:nvPr/>
          </p:nvSpPr>
          <p:spPr>
            <a:xfrm>
              <a:off x="2477381" y="3299011"/>
              <a:ext cx="381792" cy="202854"/>
            </a:xfrm>
            <a:custGeom>
              <a:rect b="b" l="l" r="r" t="t"/>
              <a:pathLst>
                <a:path extrusionOk="0" h="7744" w="14575">
                  <a:moveTo>
                    <a:pt x="8253" y="0"/>
                  </a:moveTo>
                  <a:cubicBezTo>
                    <a:pt x="7982" y="0"/>
                    <a:pt x="7709" y="36"/>
                    <a:pt x="7440" y="109"/>
                  </a:cubicBezTo>
                  <a:cubicBezTo>
                    <a:pt x="6326" y="410"/>
                    <a:pt x="5469" y="1301"/>
                    <a:pt x="5216" y="2429"/>
                  </a:cubicBezTo>
                  <a:cubicBezTo>
                    <a:pt x="5020" y="2363"/>
                    <a:pt x="4821" y="2332"/>
                    <a:pt x="4623" y="2332"/>
                  </a:cubicBezTo>
                  <a:cubicBezTo>
                    <a:pt x="4024" y="2332"/>
                    <a:pt x="3447" y="2622"/>
                    <a:pt x="3091" y="3138"/>
                  </a:cubicBezTo>
                  <a:cubicBezTo>
                    <a:pt x="2892" y="3086"/>
                    <a:pt x="2693" y="3061"/>
                    <a:pt x="2497" y="3061"/>
                  </a:cubicBezTo>
                  <a:cubicBezTo>
                    <a:pt x="1351" y="3061"/>
                    <a:pt x="331" y="3911"/>
                    <a:pt x="178" y="5105"/>
                  </a:cubicBezTo>
                  <a:cubicBezTo>
                    <a:pt x="0" y="6505"/>
                    <a:pt x="1087" y="7744"/>
                    <a:pt x="2496" y="7744"/>
                  </a:cubicBezTo>
                  <a:cubicBezTo>
                    <a:pt x="2498" y="7744"/>
                    <a:pt x="2500" y="7744"/>
                    <a:pt x="2502" y="7744"/>
                  </a:cubicBezTo>
                  <a:lnTo>
                    <a:pt x="5085" y="7744"/>
                  </a:lnTo>
                  <a:cubicBezTo>
                    <a:pt x="5091" y="6924"/>
                    <a:pt x="5764" y="6306"/>
                    <a:pt x="6533" y="6306"/>
                  </a:cubicBezTo>
                  <a:cubicBezTo>
                    <a:pt x="6676" y="6306"/>
                    <a:pt x="6824" y="6327"/>
                    <a:pt x="6970" y="6373"/>
                  </a:cubicBezTo>
                  <a:lnTo>
                    <a:pt x="6970" y="6308"/>
                  </a:lnTo>
                  <a:cubicBezTo>
                    <a:pt x="6967" y="5314"/>
                    <a:pt x="7714" y="4478"/>
                    <a:pt x="8701" y="4368"/>
                  </a:cubicBezTo>
                  <a:cubicBezTo>
                    <a:pt x="8775" y="4360"/>
                    <a:pt x="8850" y="4356"/>
                    <a:pt x="8923" y="4356"/>
                  </a:cubicBezTo>
                  <a:cubicBezTo>
                    <a:pt x="9822" y="4356"/>
                    <a:pt x="10616" y="4980"/>
                    <a:pt x="10819" y="5876"/>
                  </a:cubicBezTo>
                  <a:cubicBezTo>
                    <a:pt x="10942" y="5834"/>
                    <a:pt x="11068" y="5814"/>
                    <a:pt x="11193" y="5814"/>
                  </a:cubicBezTo>
                  <a:cubicBezTo>
                    <a:pt x="11568" y="5814"/>
                    <a:pt x="11930" y="5997"/>
                    <a:pt x="12152" y="6318"/>
                  </a:cubicBezTo>
                  <a:cubicBezTo>
                    <a:pt x="12275" y="6286"/>
                    <a:pt x="12399" y="6270"/>
                    <a:pt x="12522" y="6270"/>
                  </a:cubicBezTo>
                  <a:cubicBezTo>
                    <a:pt x="13028" y="6270"/>
                    <a:pt x="13509" y="6533"/>
                    <a:pt x="13779" y="6983"/>
                  </a:cubicBezTo>
                  <a:cubicBezTo>
                    <a:pt x="14482" y="6208"/>
                    <a:pt x="14574" y="5060"/>
                    <a:pt x="14012" y="4183"/>
                  </a:cubicBezTo>
                  <a:cubicBezTo>
                    <a:pt x="13579" y="3504"/>
                    <a:pt x="12836" y="3114"/>
                    <a:pt x="12062" y="3114"/>
                  </a:cubicBezTo>
                  <a:cubicBezTo>
                    <a:pt x="11831" y="3114"/>
                    <a:pt x="11599" y="3149"/>
                    <a:pt x="11370" y="3220"/>
                  </a:cubicBezTo>
                  <a:cubicBezTo>
                    <a:pt x="11370" y="3186"/>
                    <a:pt x="11374" y="3152"/>
                    <a:pt x="11374" y="3117"/>
                  </a:cubicBezTo>
                  <a:cubicBezTo>
                    <a:pt x="11374" y="2610"/>
                    <a:pt x="11250" y="2113"/>
                    <a:pt x="11017" y="1668"/>
                  </a:cubicBezTo>
                  <a:lnTo>
                    <a:pt x="10527" y="989"/>
                  </a:lnTo>
                  <a:cubicBezTo>
                    <a:pt x="9929" y="350"/>
                    <a:pt x="9103" y="0"/>
                    <a:pt x="825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9"/>
            <p:cNvSpPr/>
            <p:nvPr/>
          </p:nvSpPr>
          <p:spPr>
            <a:xfrm>
              <a:off x="2607439" y="3413090"/>
              <a:ext cx="238872" cy="127020"/>
            </a:xfrm>
            <a:custGeom>
              <a:rect b="b" l="l" r="r" t="t"/>
              <a:pathLst>
                <a:path extrusionOk="0" h="4849" w="9119">
                  <a:moveTo>
                    <a:pt x="3955" y="1"/>
                  </a:moveTo>
                  <a:cubicBezTo>
                    <a:pt x="3881" y="1"/>
                    <a:pt x="3807" y="5"/>
                    <a:pt x="3732" y="13"/>
                  </a:cubicBezTo>
                  <a:cubicBezTo>
                    <a:pt x="2745" y="123"/>
                    <a:pt x="1998" y="959"/>
                    <a:pt x="2002" y="1949"/>
                  </a:cubicBezTo>
                  <a:lnTo>
                    <a:pt x="2002" y="2018"/>
                  </a:lnTo>
                  <a:cubicBezTo>
                    <a:pt x="1856" y="1972"/>
                    <a:pt x="1708" y="1950"/>
                    <a:pt x="1564" y="1950"/>
                  </a:cubicBezTo>
                  <a:cubicBezTo>
                    <a:pt x="870" y="1950"/>
                    <a:pt x="245" y="2453"/>
                    <a:pt x="134" y="3180"/>
                  </a:cubicBezTo>
                  <a:cubicBezTo>
                    <a:pt x="1" y="4057"/>
                    <a:pt x="679" y="4848"/>
                    <a:pt x="1567" y="4848"/>
                  </a:cubicBezTo>
                  <a:lnTo>
                    <a:pt x="7553" y="4848"/>
                  </a:lnTo>
                  <a:cubicBezTo>
                    <a:pt x="7555" y="4848"/>
                    <a:pt x="7557" y="4848"/>
                    <a:pt x="7559" y="4848"/>
                  </a:cubicBezTo>
                  <a:cubicBezTo>
                    <a:pt x="8440" y="4848"/>
                    <a:pt x="9119" y="4072"/>
                    <a:pt x="9010" y="3197"/>
                  </a:cubicBezTo>
                  <a:cubicBezTo>
                    <a:pt x="8913" y="2447"/>
                    <a:pt x="8273" y="1915"/>
                    <a:pt x="7555" y="1915"/>
                  </a:cubicBezTo>
                  <a:cubicBezTo>
                    <a:pt x="7432" y="1915"/>
                    <a:pt x="7308" y="1931"/>
                    <a:pt x="7183" y="1963"/>
                  </a:cubicBezTo>
                  <a:cubicBezTo>
                    <a:pt x="6962" y="1642"/>
                    <a:pt x="6600" y="1459"/>
                    <a:pt x="6224" y="1459"/>
                  </a:cubicBezTo>
                  <a:cubicBezTo>
                    <a:pt x="6099" y="1459"/>
                    <a:pt x="5973" y="1479"/>
                    <a:pt x="5850" y="1521"/>
                  </a:cubicBezTo>
                  <a:cubicBezTo>
                    <a:pt x="5647" y="625"/>
                    <a:pt x="4853" y="1"/>
                    <a:pt x="39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9"/>
            <p:cNvSpPr/>
            <p:nvPr/>
          </p:nvSpPr>
          <p:spPr>
            <a:xfrm>
              <a:off x="2607360" y="3415133"/>
              <a:ext cx="137629" cy="125160"/>
            </a:xfrm>
            <a:custGeom>
              <a:rect b="b" l="l" r="r" t="t"/>
              <a:pathLst>
                <a:path extrusionOk="0" h="4778" w="5254">
                  <a:moveTo>
                    <a:pt x="3427" y="0"/>
                  </a:moveTo>
                  <a:cubicBezTo>
                    <a:pt x="2584" y="237"/>
                    <a:pt x="2001" y="1004"/>
                    <a:pt x="2001" y="1878"/>
                  </a:cubicBezTo>
                  <a:lnTo>
                    <a:pt x="2001" y="1943"/>
                  </a:lnTo>
                  <a:cubicBezTo>
                    <a:pt x="1857" y="1898"/>
                    <a:pt x="1712" y="1877"/>
                    <a:pt x="1569" y="1877"/>
                  </a:cubicBezTo>
                  <a:cubicBezTo>
                    <a:pt x="875" y="1877"/>
                    <a:pt x="247" y="2381"/>
                    <a:pt x="134" y="3108"/>
                  </a:cubicBezTo>
                  <a:cubicBezTo>
                    <a:pt x="0" y="3986"/>
                    <a:pt x="679" y="4777"/>
                    <a:pt x="1570" y="4777"/>
                  </a:cubicBezTo>
                  <a:lnTo>
                    <a:pt x="5253" y="4777"/>
                  </a:lnTo>
                  <a:cubicBezTo>
                    <a:pt x="3951" y="4191"/>
                    <a:pt x="3115" y="2896"/>
                    <a:pt x="3115" y="1470"/>
                  </a:cubicBezTo>
                  <a:cubicBezTo>
                    <a:pt x="3115" y="963"/>
                    <a:pt x="3221" y="463"/>
                    <a:pt x="3427"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9"/>
            <p:cNvSpPr/>
            <p:nvPr/>
          </p:nvSpPr>
          <p:spPr>
            <a:xfrm>
              <a:off x="2481493" y="3381028"/>
              <a:ext cx="133699" cy="122645"/>
            </a:xfrm>
            <a:custGeom>
              <a:rect b="b" l="l" r="r" t="t"/>
              <a:pathLst>
                <a:path extrusionOk="0" h="4682" w="5104">
                  <a:moveTo>
                    <a:pt x="2345" y="0"/>
                  </a:moveTo>
                  <a:cubicBezTo>
                    <a:pt x="1049" y="0"/>
                    <a:pt x="1" y="1045"/>
                    <a:pt x="1" y="2341"/>
                  </a:cubicBezTo>
                  <a:cubicBezTo>
                    <a:pt x="1" y="3633"/>
                    <a:pt x="1049" y="4681"/>
                    <a:pt x="2345" y="4681"/>
                  </a:cubicBezTo>
                  <a:lnTo>
                    <a:pt x="4925" y="4681"/>
                  </a:lnTo>
                  <a:cubicBezTo>
                    <a:pt x="4925" y="4441"/>
                    <a:pt x="4987" y="4205"/>
                    <a:pt x="5103" y="3992"/>
                  </a:cubicBezTo>
                  <a:cubicBezTo>
                    <a:pt x="3808" y="2995"/>
                    <a:pt x="2883" y="1590"/>
                    <a:pt x="2485" y="4"/>
                  </a:cubicBezTo>
                  <a:cubicBezTo>
                    <a:pt x="2437" y="0"/>
                    <a:pt x="2389" y="0"/>
                    <a:pt x="234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9"/>
            <p:cNvSpPr/>
            <p:nvPr/>
          </p:nvSpPr>
          <p:spPr>
            <a:xfrm>
              <a:off x="2496582" y="3277688"/>
              <a:ext cx="53071" cy="66561"/>
            </a:xfrm>
            <a:custGeom>
              <a:rect b="b" l="l" r="r" t="t"/>
              <a:pathLst>
                <a:path extrusionOk="0" h="2541" w="2026">
                  <a:moveTo>
                    <a:pt x="2026" y="1"/>
                  </a:moveTo>
                  <a:lnTo>
                    <a:pt x="2026" y="1"/>
                  </a:lnTo>
                  <a:cubicBezTo>
                    <a:pt x="1796" y="42"/>
                    <a:pt x="1590" y="172"/>
                    <a:pt x="1460" y="364"/>
                  </a:cubicBezTo>
                  <a:cubicBezTo>
                    <a:pt x="1367" y="340"/>
                    <a:pt x="1273" y="328"/>
                    <a:pt x="1181" y="328"/>
                  </a:cubicBezTo>
                  <a:cubicBezTo>
                    <a:pt x="640" y="328"/>
                    <a:pt x="156" y="731"/>
                    <a:pt x="83" y="1296"/>
                  </a:cubicBezTo>
                  <a:cubicBezTo>
                    <a:pt x="0" y="1958"/>
                    <a:pt x="514" y="2540"/>
                    <a:pt x="1183" y="2540"/>
                  </a:cubicBezTo>
                  <a:lnTo>
                    <a:pt x="1700" y="2540"/>
                  </a:lnTo>
                  <a:cubicBezTo>
                    <a:pt x="1693" y="2420"/>
                    <a:pt x="1690" y="2300"/>
                    <a:pt x="1690" y="2180"/>
                  </a:cubicBezTo>
                  <a:cubicBezTo>
                    <a:pt x="1690" y="1440"/>
                    <a:pt x="1803" y="703"/>
                    <a:pt x="2026"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9"/>
            <p:cNvSpPr/>
            <p:nvPr/>
          </p:nvSpPr>
          <p:spPr>
            <a:xfrm>
              <a:off x="2471434" y="3239339"/>
              <a:ext cx="388891" cy="307320"/>
            </a:xfrm>
            <a:custGeom>
              <a:rect b="b" l="l" r="r" t="t"/>
              <a:pathLst>
                <a:path extrusionOk="0" h="11732" w="14846">
                  <a:moveTo>
                    <a:pt x="4820" y="1"/>
                  </a:moveTo>
                  <a:cubicBezTo>
                    <a:pt x="4119" y="1"/>
                    <a:pt x="3476" y="437"/>
                    <a:pt x="3219" y="1105"/>
                  </a:cubicBezTo>
                  <a:cubicBezTo>
                    <a:pt x="3184" y="1102"/>
                    <a:pt x="3150" y="1098"/>
                    <a:pt x="3112" y="1098"/>
                  </a:cubicBezTo>
                  <a:cubicBezTo>
                    <a:pt x="2801" y="1098"/>
                    <a:pt x="2503" y="1228"/>
                    <a:pt x="2287" y="1455"/>
                  </a:cubicBezTo>
                  <a:cubicBezTo>
                    <a:pt x="2228" y="1447"/>
                    <a:pt x="2169" y="1443"/>
                    <a:pt x="2112" y="1443"/>
                  </a:cubicBezTo>
                  <a:cubicBezTo>
                    <a:pt x="1410" y="1443"/>
                    <a:pt x="809" y="1987"/>
                    <a:pt x="762" y="2709"/>
                  </a:cubicBezTo>
                  <a:cubicBezTo>
                    <a:pt x="710" y="3490"/>
                    <a:pt x="1327" y="4152"/>
                    <a:pt x="2108" y="4152"/>
                  </a:cubicBezTo>
                  <a:lnTo>
                    <a:pt x="3877" y="4152"/>
                  </a:lnTo>
                  <a:cubicBezTo>
                    <a:pt x="4010" y="4148"/>
                    <a:pt x="4113" y="4038"/>
                    <a:pt x="4113" y="3905"/>
                  </a:cubicBezTo>
                  <a:cubicBezTo>
                    <a:pt x="4113" y="3771"/>
                    <a:pt x="4010" y="3662"/>
                    <a:pt x="3877" y="3655"/>
                  </a:cubicBezTo>
                  <a:lnTo>
                    <a:pt x="2108" y="3655"/>
                  </a:lnTo>
                  <a:cubicBezTo>
                    <a:pt x="1598" y="3651"/>
                    <a:pt x="1204" y="3199"/>
                    <a:pt x="1269" y="2692"/>
                  </a:cubicBezTo>
                  <a:cubicBezTo>
                    <a:pt x="1325" y="2255"/>
                    <a:pt x="1698" y="1943"/>
                    <a:pt x="2118" y="1943"/>
                  </a:cubicBezTo>
                  <a:cubicBezTo>
                    <a:pt x="2186" y="1943"/>
                    <a:pt x="2255" y="1951"/>
                    <a:pt x="2324" y="1969"/>
                  </a:cubicBezTo>
                  <a:cubicBezTo>
                    <a:pt x="2344" y="1973"/>
                    <a:pt x="2364" y="1976"/>
                    <a:pt x="2384" y="1976"/>
                  </a:cubicBezTo>
                  <a:cubicBezTo>
                    <a:pt x="2464" y="1976"/>
                    <a:pt x="2542" y="1938"/>
                    <a:pt x="2588" y="1869"/>
                  </a:cubicBezTo>
                  <a:cubicBezTo>
                    <a:pt x="2710" y="1693"/>
                    <a:pt x="2908" y="1594"/>
                    <a:pt x="3112" y="1594"/>
                  </a:cubicBezTo>
                  <a:cubicBezTo>
                    <a:pt x="3179" y="1594"/>
                    <a:pt x="3246" y="1604"/>
                    <a:pt x="3311" y="1626"/>
                  </a:cubicBezTo>
                  <a:cubicBezTo>
                    <a:pt x="3339" y="1635"/>
                    <a:pt x="3366" y="1640"/>
                    <a:pt x="3393" y="1640"/>
                  </a:cubicBezTo>
                  <a:cubicBezTo>
                    <a:pt x="3505" y="1640"/>
                    <a:pt x="3605" y="1564"/>
                    <a:pt x="3630" y="1448"/>
                  </a:cubicBezTo>
                  <a:cubicBezTo>
                    <a:pt x="3757" y="886"/>
                    <a:pt x="4257" y="495"/>
                    <a:pt x="4824" y="495"/>
                  </a:cubicBezTo>
                  <a:cubicBezTo>
                    <a:pt x="4869" y="495"/>
                    <a:pt x="4914" y="497"/>
                    <a:pt x="4960" y="502"/>
                  </a:cubicBezTo>
                  <a:cubicBezTo>
                    <a:pt x="5580" y="571"/>
                    <a:pt x="6046" y="1095"/>
                    <a:pt x="6046" y="1719"/>
                  </a:cubicBezTo>
                  <a:lnTo>
                    <a:pt x="6046" y="1749"/>
                  </a:lnTo>
                  <a:lnTo>
                    <a:pt x="6046" y="1763"/>
                  </a:lnTo>
                  <a:cubicBezTo>
                    <a:pt x="6040" y="1908"/>
                    <a:pt x="6156" y="2018"/>
                    <a:pt x="6292" y="2018"/>
                  </a:cubicBezTo>
                  <a:cubicBezTo>
                    <a:pt x="6317" y="2018"/>
                    <a:pt x="6342" y="2014"/>
                    <a:pt x="6368" y="2006"/>
                  </a:cubicBezTo>
                  <a:cubicBezTo>
                    <a:pt x="6451" y="1981"/>
                    <a:pt x="6535" y="1968"/>
                    <a:pt x="6619" y="1968"/>
                  </a:cubicBezTo>
                  <a:cubicBezTo>
                    <a:pt x="6861" y="1968"/>
                    <a:pt x="7096" y="2072"/>
                    <a:pt x="7259" y="2263"/>
                  </a:cubicBezTo>
                  <a:lnTo>
                    <a:pt x="7235" y="2274"/>
                  </a:lnTo>
                  <a:lnTo>
                    <a:pt x="7187" y="2291"/>
                  </a:lnTo>
                  <a:cubicBezTo>
                    <a:pt x="7163" y="2301"/>
                    <a:pt x="7139" y="2311"/>
                    <a:pt x="7115" y="2322"/>
                  </a:cubicBezTo>
                  <a:cubicBezTo>
                    <a:pt x="7091" y="2335"/>
                    <a:pt x="7057" y="2349"/>
                    <a:pt x="7029" y="2363"/>
                  </a:cubicBezTo>
                  <a:lnTo>
                    <a:pt x="6998" y="2376"/>
                  </a:lnTo>
                  <a:cubicBezTo>
                    <a:pt x="6772" y="2486"/>
                    <a:pt x="6560" y="2623"/>
                    <a:pt x="6365" y="2781"/>
                  </a:cubicBezTo>
                  <a:cubicBezTo>
                    <a:pt x="6101" y="2997"/>
                    <a:pt x="5868" y="3247"/>
                    <a:pt x="5679" y="3531"/>
                  </a:cubicBezTo>
                  <a:lnTo>
                    <a:pt x="5655" y="3569"/>
                  </a:lnTo>
                  <a:cubicBezTo>
                    <a:pt x="5641" y="3593"/>
                    <a:pt x="5624" y="3617"/>
                    <a:pt x="5614" y="3641"/>
                  </a:cubicBezTo>
                  <a:lnTo>
                    <a:pt x="5600" y="3662"/>
                  </a:lnTo>
                  <a:lnTo>
                    <a:pt x="4682" y="3662"/>
                  </a:lnTo>
                  <a:cubicBezTo>
                    <a:pt x="4363" y="3672"/>
                    <a:pt x="4363" y="4141"/>
                    <a:pt x="4682" y="4155"/>
                  </a:cubicBezTo>
                  <a:lnTo>
                    <a:pt x="5354" y="4155"/>
                  </a:lnTo>
                  <a:cubicBezTo>
                    <a:pt x="5323" y="4237"/>
                    <a:pt x="5292" y="4319"/>
                    <a:pt x="5265" y="4405"/>
                  </a:cubicBezTo>
                  <a:cubicBezTo>
                    <a:pt x="5124" y="4376"/>
                    <a:pt x="4983" y="4362"/>
                    <a:pt x="4843" y="4362"/>
                  </a:cubicBezTo>
                  <a:cubicBezTo>
                    <a:pt x="4217" y="4362"/>
                    <a:pt x="3614" y="4643"/>
                    <a:pt x="3208" y="5138"/>
                  </a:cubicBezTo>
                  <a:cubicBezTo>
                    <a:pt x="3043" y="5107"/>
                    <a:pt x="2879" y="5091"/>
                    <a:pt x="2717" y="5091"/>
                  </a:cubicBezTo>
                  <a:cubicBezTo>
                    <a:pt x="1413" y="5091"/>
                    <a:pt x="273" y="6084"/>
                    <a:pt x="145" y="7438"/>
                  </a:cubicBezTo>
                  <a:cubicBezTo>
                    <a:pt x="1" y="8959"/>
                    <a:pt x="1197" y="10272"/>
                    <a:pt x="2722" y="10272"/>
                  </a:cubicBezTo>
                  <a:lnTo>
                    <a:pt x="5073" y="10272"/>
                  </a:lnTo>
                  <a:cubicBezTo>
                    <a:pt x="5193" y="11108"/>
                    <a:pt x="5909" y="11732"/>
                    <a:pt x="6755" y="11732"/>
                  </a:cubicBezTo>
                  <a:lnTo>
                    <a:pt x="11093" y="11732"/>
                  </a:lnTo>
                  <a:cubicBezTo>
                    <a:pt x="11227" y="11728"/>
                    <a:pt x="11330" y="11619"/>
                    <a:pt x="11330" y="11485"/>
                  </a:cubicBezTo>
                  <a:cubicBezTo>
                    <a:pt x="11330" y="11351"/>
                    <a:pt x="11227" y="11242"/>
                    <a:pt x="11093" y="11235"/>
                  </a:cubicBezTo>
                  <a:lnTo>
                    <a:pt x="6759" y="11235"/>
                  </a:lnTo>
                  <a:cubicBezTo>
                    <a:pt x="6097" y="11235"/>
                    <a:pt x="5559" y="10700"/>
                    <a:pt x="5559" y="10035"/>
                  </a:cubicBezTo>
                  <a:lnTo>
                    <a:pt x="5559" y="10018"/>
                  </a:lnTo>
                  <a:lnTo>
                    <a:pt x="5559" y="9967"/>
                  </a:lnTo>
                  <a:lnTo>
                    <a:pt x="5559" y="9963"/>
                  </a:lnTo>
                  <a:cubicBezTo>
                    <a:pt x="5559" y="9943"/>
                    <a:pt x="5563" y="9926"/>
                    <a:pt x="5563" y="9909"/>
                  </a:cubicBezTo>
                  <a:cubicBezTo>
                    <a:pt x="5631" y="9280"/>
                    <a:pt x="6164" y="8835"/>
                    <a:pt x="6758" y="8835"/>
                  </a:cubicBezTo>
                  <a:cubicBezTo>
                    <a:pt x="6877" y="8835"/>
                    <a:pt x="6998" y="8853"/>
                    <a:pt x="7118" y="8891"/>
                  </a:cubicBezTo>
                  <a:cubicBezTo>
                    <a:pt x="7143" y="8899"/>
                    <a:pt x="7168" y="8902"/>
                    <a:pt x="7192" y="8902"/>
                  </a:cubicBezTo>
                  <a:cubicBezTo>
                    <a:pt x="7326" y="8902"/>
                    <a:pt x="7443" y="8790"/>
                    <a:pt x="7441" y="8647"/>
                  </a:cubicBezTo>
                  <a:lnTo>
                    <a:pt x="7441" y="8630"/>
                  </a:lnTo>
                  <a:lnTo>
                    <a:pt x="7441" y="8589"/>
                  </a:lnTo>
                  <a:cubicBezTo>
                    <a:pt x="7437" y="7722"/>
                    <a:pt x="8088" y="6992"/>
                    <a:pt x="8952" y="6896"/>
                  </a:cubicBezTo>
                  <a:cubicBezTo>
                    <a:pt x="9015" y="6889"/>
                    <a:pt x="9079" y="6886"/>
                    <a:pt x="9142" y="6886"/>
                  </a:cubicBezTo>
                  <a:cubicBezTo>
                    <a:pt x="9927" y="6886"/>
                    <a:pt x="10624" y="7429"/>
                    <a:pt x="10799" y="8212"/>
                  </a:cubicBezTo>
                  <a:cubicBezTo>
                    <a:pt x="10826" y="8328"/>
                    <a:pt x="10927" y="8404"/>
                    <a:pt x="11039" y="8404"/>
                  </a:cubicBezTo>
                  <a:cubicBezTo>
                    <a:pt x="11066" y="8404"/>
                    <a:pt x="11094" y="8400"/>
                    <a:pt x="11121" y="8390"/>
                  </a:cubicBezTo>
                  <a:cubicBezTo>
                    <a:pt x="11216" y="8359"/>
                    <a:pt x="11313" y="8344"/>
                    <a:pt x="11409" y="8344"/>
                  </a:cubicBezTo>
                  <a:cubicBezTo>
                    <a:pt x="11706" y="8344"/>
                    <a:pt x="11994" y="8487"/>
                    <a:pt x="12169" y="8743"/>
                  </a:cubicBezTo>
                  <a:cubicBezTo>
                    <a:pt x="12219" y="8812"/>
                    <a:pt x="12297" y="8850"/>
                    <a:pt x="12377" y="8850"/>
                  </a:cubicBezTo>
                  <a:cubicBezTo>
                    <a:pt x="12397" y="8850"/>
                    <a:pt x="12417" y="8848"/>
                    <a:pt x="12437" y="8843"/>
                  </a:cubicBezTo>
                  <a:cubicBezTo>
                    <a:pt x="12536" y="8815"/>
                    <a:pt x="12639" y="8802"/>
                    <a:pt x="12745" y="8802"/>
                  </a:cubicBezTo>
                  <a:cubicBezTo>
                    <a:pt x="12769" y="8802"/>
                    <a:pt x="12793" y="8802"/>
                    <a:pt x="12817" y="8805"/>
                  </a:cubicBezTo>
                  <a:lnTo>
                    <a:pt x="12841" y="8805"/>
                  </a:lnTo>
                  <a:lnTo>
                    <a:pt x="12886" y="8809"/>
                  </a:lnTo>
                  <a:lnTo>
                    <a:pt x="12920" y="8812"/>
                  </a:lnTo>
                  <a:lnTo>
                    <a:pt x="12947" y="8819"/>
                  </a:lnTo>
                  <a:cubicBezTo>
                    <a:pt x="13256" y="8870"/>
                    <a:pt x="13530" y="9038"/>
                    <a:pt x="13718" y="9288"/>
                  </a:cubicBezTo>
                  <a:lnTo>
                    <a:pt x="13722" y="9292"/>
                  </a:lnTo>
                  <a:cubicBezTo>
                    <a:pt x="14318" y="10097"/>
                    <a:pt x="13746" y="11238"/>
                    <a:pt x="12745" y="11238"/>
                  </a:cubicBezTo>
                  <a:lnTo>
                    <a:pt x="11906" y="11238"/>
                  </a:lnTo>
                  <a:cubicBezTo>
                    <a:pt x="11587" y="11252"/>
                    <a:pt x="11587" y="11721"/>
                    <a:pt x="11906" y="11732"/>
                  </a:cubicBezTo>
                  <a:lnTo>
                    <a:pt x="12742" y="11732"/>
                  </a:lnTo>
                  <a:cubicBezTo>
                    <a:pt x="12743" y="11732"/>
                    <a:pt x="12745" y="11732"/>
                    <a:pt x="12747" y="11732"/>
                  </a:cubicBezTo>
                  <a:cubicBezTo>
                    <a:pt x="13998" y="11732"/>
                    <a:pt x="14825" y="10431"/>
                    <a:pt x="14298" y="9295"/>
                  </a:cubicBezTo>
                  <a:cubicBezTo>
                    <a:pt x="14654" y="8843"/>
                    <a:pt x="14846" y="8284"/>
                    <a:pt x="14846" y="7709"/>
                  </a:cubicBezTo>
                  <a:cubicBezTo>
                    <a:pt x="14846" y="6271"/>
                    <a:pt x="13672" y="5146"/>
                    <a:pt x="12289" y="5146"/>
                  </a:cubicBezTo>
                  <a:cubicBezTo>
                    <a:pt x="12139" y="5146"/>
                    <a:pt x="11987" y="5159"/>
                    <a:pt x="11834" y="5186"/>
                  </a:cubicBezTo>
                  <a:cubicBezTo>
                    <a:pt x="11806" y="4714"/>
                    <a:pt x="11676" y="4251"/>
                    <a:pt x="11457" y="3829"/>
                  </a:cubicBezTo>
                  <a:cubicBezTo>
                    <a:pt x="11414" y="3741"/>
                    <a:pt x="11326" y="3689"/>
                    <a:pt x="11235" y="3689"/>
                  </a:cubicBezTo>
                  <a:cubicBezTo>
                    <a:pt x="11195" y="3689"/>
                    <a:pt x="11155" y="3699"/>
                    <a:pt x="11117" y="3720"/>
                  </a:cubicBezTo>
                  <a:cubicBezTo>
                    <a:pt x="10991" y="3785"/>
                    <a:pt x="10946" y="3939"/>
                    <a:pt x="11018" y="4062"/>
                  </a:cubicBezTo>
                  <a:cubicBezTo>
                    <a:pt x="11234" y="4474"/>
                    <a:pt x="11347" y="4929"/>
                    <a:pt x="11347" y="5395"/>
                  </a:cubicBezTo>
                  <a:lnTo>
                    <a:pt x="11347" y="5471"/>
                  </a:lnTo>
                  <a:lnTo>
                    <a:pt x="11347" y="5491"/>
                  </a:lnTo>
                  <a:cubicBezTo>
                    <a:pt x="11341" y="5636"/>
                    <a:pt x="11458" y="5746"/>
                    <a:pt x="11591" y="5746"/>
                  </a:cubicBezTo>
                  <a:cubicBezTo>
                    <a:pt x="11615" y="5746"/>
                    <a:pt x="11641" y="5743"/>
                    <a:pt x="11666" y="5735"/>
                  </a:cubicBezTo>
                  <a:cubicBezTo>
                    <a:pt x="11869" y="5672"/>
                    <a:pt x="12076" y="5641"/>
                    <a:pt x="12281" y="5641"/>
                  </a:cubicBezTo>
                  <a:cubicBezTo>
                    <a:pt x="12922" y="5641"/>
                    <a:pt x="13541" y="5939"/>
                    <a:pt x="13941" y="6468"/>
                  </a:cubicBezTo>
                  <a:cubicBezTo>
                    <a:pt x="14465" y="7171"/>
                    <a:pt x="14493" y="8127"/>
                    <a:pt x="14006" y="8857"/>
                  </a:cubicBezTo>
                  <a:cubicBezTo>
                    <a:pt x="13996" y="8846"/>
                    <a:pt x="13989" y="8836"/>
                    <a:pt x="13979" y="8829"/>
                  </a:cubicBezTo>
                  <a:lnTo>
                    <a:pt x="13948" y="8798"/>
                  </a:lnTo>
                  <a:lnTo>
                    <a:pt x="13927" y="8778"/>
                  </a:lnTo>
                  <a:cubicBezTo>
                    <a:pt x="13914" y="8764"/>
                    <a:pt x="13897" y="8750"/>
                    <a:pt x="13883" y="8737"/>
                  </a:cubicBezTo>
                  <a:lnTo>
                    <a:pt x="13873" y="8730"/>
                  </a:lnTo>
                  <a:cubicBezTo>
                    <a:pt x="13561" y="8456"/>
                    <a:pt x="13160" y="8301"/>
                    <a:pt x="12745" y="8301"/>
                  </a:cubicBezTo>
                  <a:cubicBezTo>
                    <a:pt x="12656" y="8301"/>
                    <a:pt x="12564" y="8312"/>
                    <a:pt x="12474" y="8325"/>
                  </a:cubicBezTo>
                  <a:cubicBezTo>
                    <a:pt x="12203" y="8018"/>
                    <a:pt x="11814" y="7846"/>
                    <a:pt x="11411" y="7846"/>
                  </a:cubicBezTo>
                  <a:cubicBezTo>
                    <a:pt x="11347" y="7846"/>
                    <a:pt x="11282" y="7850"/>
                    <a:pt x="11217" y="7859"/>
                  </a:cubicBezTo>
                  <a:cubicBezTo>
                    <a:pt x="10906" y="6971"/>
                    <a:pt x="10070" y="6388"/>
                    <a:pt x="9147" y="6388"/>
                  </a:cubicBezTo>
                  <a:cubicBezTo>
                    <a:pt x="9062" y="6388"/>
                    <a:pt x="8976" y="6393"/>
                    <a:pt x="8890" y="6403"/>
                  </a:cubicBezTo>
                  <a:cubicBezTo>
                    <a:pt x="7872" y="6519"/>
                    <a:pt x="7067" y="7328"/>
                    <a:pt x="6957" y="8349"/>
                  </a:cubicBezTo>
                  <a:cubicBezTo>
                    <a:pt x="6892" y="8339"/>
                    <a:pt x="6827" y="8336"/>
                    <a:pt x="6762" y="8336"/>
                  </a:cubicBezTo>
                  <a:lnTo>
                    <a:pt x="6676" y="8336"/>
                  </a:lnTo>
                  <a:lnTo>
                    <a:pt x="6645" y="8339"/>
                  </a:lnTo>
                  <a:lnTo>
                    <a:pt x="6598" y="8343"/>
                  </a:lnTo>
                  <a:lnTo>
                    <a:pt x="6556" y="8346"/>
                  </a:lnTo>
                  <a:lnTo>
                    <a:pt x="6515" y="8353"/>
                  </a:lnTo>
                  <a:lnTo>
                    <a:pt x="6471" y="8360"/>
                  </a:lnTo>
                  <a:lnTo>
                    <a:pt x="6440" y="8366"/>
                  </a:lnTo>
                  <a:lnTo>
                    <a:pt x="6388" y="8377"/>
                  </a:lnTo>
                  <a:lnTo>
                    <a:pt x="6365" y="8380"/>
                  </a:lnTo>
                  <a:lnTo>
                    <a:pt x="6310" y="8397"/>
                  </a:lnTo>
                  <a:lnTo>
                    <a:pt x="6293" y="8401"/>
                  </a:lnTo>
                  <a:cubicBezTo>
                    <a:pt x="6272" y="8408"/>
                    <a:pt x="6251" y="8414"/>
                    <a:pt x="6231" y="8421"/>
                  </a:cubicBezTo>
                  <a:lnTo>
                    <a:pt x="6227" y="8421"/>
                  </a:lnTo>
                  <a:cubicBezTo>
                    <a:pt x="5621" y="8620"/>
                    <a:pt x="5179" y="9144"/>
                    <a:pt x="5083" y="9775"/>
                  </a:cubicBezTo>
                  <a:lnTo>
                    <a:pt x="2729" y="9775"/>
                  </a:lnTo>
                  <a:cubicBezTo>
                    <a:pt x="1468" y="9771"/>
                    <a:pt x="494" y="8665"/>
                    <a:pt x="655" y="7414"/>
                  </a:cubicBezTo>
                  <a:cubicBezTo>
                    <a:pt x="790" y="6344"/>
                    <a:pt x="1702" y="5585"/>
                    <a:pt x="2727" y="5585"/>
                  </a:cubicBezTo>
                  <a:cubicBezTo>
                    <a:pt x="2900" y="5585"/>
                    <a:pt x="3076" y="5607"/>
                    <a:pt x="3253" y="5652"/>
                  </a:cubicBezTo>
                  <a:cubicBezTo>
                    <a:pt x="3274" y="5658"/>
                    <a:pt x="3296" y="5661"/>
                    <a:pt x="3317" y="5661"/>
                  </a:cubicBezTo>
                  <a:cubicBezTo>
                    <a:pt x="3398" y="5661"/>
                    <a:pt x="3474" y="5621"/>
                    <a:pt x="3520" y="5553"/>
                  </a:cubicBezTo>
                  <a:cubicBezTo>
                    <a:pt x="3828" y="5106"/>
                    <a:pt x="4332" y="4854"/>
                    <a:pt x="4854" y="4854"/>
                  </a:cubicBezTo>
                  <a:cubicBezTo>
                    <a:pt x="5024" y="4854"/>
                    <a:pt x="5196" y="4881"/>
                    <a:pt x="5364" y="4936"/>
                  </a:cubicBezTo>
                  <a:cubicBezTo>
                    <a:pt x="5391" y="4946"/>
                    <a:pt x="5419" y="4950"/>
                    <a:pt x="5446" y="4950"/>
                  </a:cubicBezTo>
                  <a:cubicBezTo>
                    <a:pt x="5557" y="4950"/>
                    <a:pt x="5658" y="4874"/>
                    <a:pt x="5686" y="4758"/>
                  </a:cubicBezTo>
                  <a:cubicBezTo>
                    <a:pt x="5741" y="4511"/>
                    <a:pt x="5826" y="4275"/>
                    <a:pt x="5943" y="4052"/>
                  </a:cubicBezTo>
                  <a:cubicBezTo>
                    <a:pt x="5950" y="4042"/>
                    <a:pt x="5957" y="4035"/>
                    <a:pt x="5964" y="4021"/>
                  </a:cubicBezTo>
                  <a:cubicBezTo>
                    <a:pt x="6334" y="3346"/>
                    <a:pt x="6957" y="2846"/>
                    <a:pt x="7701" y="2633"/>
                  </a:cubicBezTo>
                  <a:cubicBezTo>
                    <a:pt x="7708" y="2630"/>
                    <a:pt x="7718" y="2630"/>
                    <a:pt x="7725" y="2623"/>
                  </a:cubicBezTo>
                  <a:cubicBezTo>
                    <a:pt x="7972" y="2558"/>
                    <a:pt x="8225" y="2527"/>
                    <a:pt x="8479" y="2527"/>
                  </a:cubicBezTo>
                  <a:cubicBezTo>
                    <a:pt x="8483" y="2527"/>
                    <a:pt x="8487" y="2527"/>
                    <a:pt x="8491" y="2527"/>
                  </a:cubicBezTo>
                  <a:cubicBezTo>
                    <a:pt x="9282" y="2527"/>
                    <a:pt x="10034" y="2856"/>
                    <a:pt x="10573" y="3435"/>
                  </a:cubicBezTo>
                  <a:cubicBezTo>
                    <a:pt x="10622" y="3492"/>
                    <a:pt x="10692" y="3522"/>
                    <a:pt x="10762" y="3522"/>
                  </a:cubicBezTo>
                  <a:cubicBezTo>
                    <a:pt x="10822" y="3522"/>
                    <a:pt x="10882" y="3500"/>
                    <a:pt x="10929" y="3456"/>
                  </a:cubicBezTo>
                  <a:cubicBezTo>
                    <a:pt x="11032" y="3360"/>
                    <a:pt x="11035" y="3195"/>
                    <a:pt x="10932" y="3096"/>
                  </a:cubicBezTo>
                  <a:cubicBezTo>
                    <a:pt x="10293" y="2410"/>
                    <a:pt x="9401" y="2031"/>
                    <a:pt x="8480" y="2031"/>
                  </a:cubicBezTo>
                  <a:cubicBezTo>
                    <a:pt x="8242" y="2031"/>
                    <a:pt x="8001" y="2057"/>
                    <a:pt x="7763" y="2109"/>
                  </a:cubicBezTo>
                  <a:cubicBezTo>
                    <a:pt x="7519" y="1712"/>
                    <a:pt x="7088" y="1468"/>
                    <a:pt x="6622" y="1468"/>
                  </a:cubicBezTo>
                  <a:cubicBezTo>
                    <a:pt x="6591" y="1468"/>
                    <a:pt x="6560" y="1472"/>
                    <a:pt x="6526" y="1472"/>
                  </a:cubicBezTo>
                  <a:cubicBezTo>
                    <a:pt x="6416" y="697"/>
                    <a:pt x="5792" y="98"/>
                    <a:pt x="5014" y="12"/>
                  </a:cubicBezTo>
                  <a:cubicBezTo>
                    <a:pt x="4949" y="4"/>
                    <a:pt x="4884" y="1"/>
                    <a:pt x="48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79"/>
          <p:cNvGrpSpPr/>
          <p:nvPr/>
        </p:nvGrpSpPr>
        <p:grpSpPr>
          <a:xfrm>
            <a:off x="3015243" y="3208979"/>
            <a:ext cx="391301" cy="368040"/>
            <a:chOff x="3015243" y="3208979"/>
            <a:chExt cx="391301" cy="368040"/>
          </a:xfrm>
        </p:grpSpPr>
        <p:sp>
          <p:nvSpPr>
            <p:cNvPr id="7810" name="Google Shape;7810;p79"/>
            <p:cNvSpPr/>
            <p:nvPr/>
          </p:nvSpPr>
          <p:spPr>
            <a:xfrm>
              <a:off x="3022603" y="3214663"/>
              <a:ext cx="380089" cy="356671"/>
            </a:xfrm>
            <a:custGeom>
              <a:rect b="b" l="l" r="r" t="t"/>
              <a:pathLst>
                <a:path extrusionOk="0" h="13616" w="14510">
                  <a:moveTo>
                    <a:pt x="7257" y="0"/>
                  </a:moveTo>
                  <a:cubicBezTo>
                    <a:pt x="7119" y="0"/>
                    <a:pt x="6981" y="75"/>
                    <a:pt x="6916" y="224"/>
                  </a:cubicBezTo>
                  <a:lnTo>
                    <a:pt x="5079" y="4490"/>
                  </a:lnTo>
                  <a:lnTo>
                    <a:pt x="453" y="4919"/>
                  </a:lnTo>
                  <a:cubicBezTo>
                    <a:pt x="131" y="4950"/>
                    <a:pt x="0" y="5351"/>
                    <a:pt x="244" y="5566"/>
                  </a:cubicBezTo>
                  <a:lnTo>
                    <a:pt x="3732" y="8633"/>
                  </a:lnTo>
                  <a:lnTo>
                    <a:pt x="2711" y="13164"/>
                  </a:lnTo>
                  <a:cubicBezTo>
                    <a:pt x="2655" y="13409"/>
                    <a:pt x="2850" y="13615"/>
                    <a:pt x="3072" y="13615"/>
                  </a:cubicBezTo>
                  <a:cubicBezTo>
                    <a:pt x="3135" y="13615"/>
                    <a:pt x="3201" y="13598"/>
                    <a:pt x="3263" y="13561"/>
                  </a:cubicBezTo>
                  <a:lnTo>
                    <a:pt x="7255" y="11190"/>
                  </a:lnTo>
                  <a:lnTo>
                    <a:pt x="11247" y="13561"/>
                  </a:lnTo>
                  <a:cubicBezTo>
                    <a:pt x="11309" y="13598"/>
                    <a:pt x="11375" y="13615"/>
                    <a:pt x="11438" y="13615"/>
                  </a:cubicBezTo>
                  <a:cubicBezTo>
                    <a:pt x="11660" y="13615"/>
                    <a:pt x="11855" y="13409"/>
                    <a:pt x="11799" y="13164"/>
                  </a:cubicBezTo>
                  <a:lnTo>
                    <a:pt x="10778" y="8633"/>
                  </a:lnTo>
                  <a:lnTo>
                    <a:pt x="14266" y="5566"/>
                  </a:lnTo>
                  <a:cubicBezTo>
                    <a:pt x="14509" y="5354"/>
                    <a:pt x="14383" y="4953"/>
                    <a:pt x="14061" y="4919"/>
                  </a:cubicBezTo>
                  <a:lnTo>
                    <a:pt x="9434" y="4490"/>
                  </a:lnTo>
                  <a:lnTo>
                    <a:pt x="7598" y="224"/>
                  </a:lnTo>
                  <a:cubicBezTo>
                    <a:pt x="7533" y="75"/>
                    <a:pt x="7395" y="0"/>
                    <a:pt x="725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9"/>
            <p:cNvSpPr/>
            <p:nvPr/>
          </p:nvSpPr>
          <p:spPr>
            <a:xfrm>
              <a:off x="3022603" y="3214663"/>
              <a:ext cx="222815" cy="356671"/>
            </a:xfrm>
            <a:custGeom>
              <a:rect b="b" l="l" r="r" t="t"/>
              <a:pathLst>
                <a:path extrusionOk="0" h="13616" w="8506">
                  <a:moveTo>
                    <a:pt x="7257" y="0"/>
                  </a:moveTo>
                  <a:cubicBezTo>
                    <a:pt x="7119" y="0"/>
                    <a:pt x="6981" y="75"/>
                    <a:pt x="6916" y="224"/>
                  </a:cubicBezTo>
                  <a:lnTo>
                    <a:pt x="5079" y="4490"/>
                  </a:lnTo>
                  <a:lnTo>
                    <a:pt x="453" y="4919"/>
                  </a:lnTo>
                  <a:cubicBezTo>
                    <a:pt x="131" y="4950"/>
                    <a:pt x="0" y="5351"/>
                    <a:pt x="244" y="5566"/>
                  </a:cubicBezTo>
                  <a:lnTo>
                    <a:pt x="3732" y="8630"/>
                  </a:lnTo>
                  <a:lnTo>
                    <a:pt x="2711" y="13164"/>
                  </a:lnTo>
                  <a:cubicBezTo>
                    <a:pt x="2655" y="13409"/>
                    <a:pt x="2850" y="13615"/>
                    <a:pt x="3072" y="13615"/>
                  </a:cubicBezTo>
                  <a:cubicBezTo>
                    <a:pt x="3135" y="13615"/>
                    <a:pt x="3201" y="13598"/>
                    <a:pt x="3263" y="13561"/>
                  </a:cubicBezTo>
                  <a:lnTo>
                    <a:pt x="4154" y="13033"/>
                  </a:lnTo>
                  <a:cubicBezTo>
                    <a:pt x="4277" y="7955"/>
                    <a:pt x="6638" y="4381"/>
                    <a:pt x="8506" y="2335"/>
                  </a:cubicBezTo>
                  <a:lnTo>
                    <a:pt x="7598" y="224"/>
                  </a:lnTo>
                  <a:cubicBezTo>
                    <a:pt x="7533" y="75"/>
                    <a:pt x="7395" y="0"/>
                    <a:pt x="7257"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9"/>
            <p:cNvSpPr/>
            <p:nvPr/>
          </p:nvSpPr>
          <p:spPr>
            <a:xfrm>
              <a:off x="3085917" y="3269306"/>
              <a:ext cx="320627" cy="307713"/>
            </a:xfrm>
            <a:custGeom>
              <a:rect b="b" l="l" r="r" t="t"/>
              <a:pathLst>
                <a:path extrusionOk="0" h="11747" w="12240">
                  <a:moveTo>
                    <a:pt x="6082" y="1"/>
                  </a:moveTo>
                  <a:cubicBezTo>
                    <a:pt x="5943" y="1"/>
                    <a:pt x="5803" y="133"/>
                    <a:pt x="5876" y="304"/>
                  </a:cubicBezTo>
                  <a:lnTo>
                    <a:pt x="6819" y="2490"/>
                  </a:lnTo>
                  <a:cubicBezTo>
                    <a:pt x="6850" y="2562"/>
                    <a:pt x="6918" y="2613"/>
                    <a:pt x="6997" y="2620"/>
                  </a:cubicBezTo>
                  <a:lnTo>
                    <a:pt x="11623" y="3049"/>
                  </a:lnTo>
                  <a:cubicBezTo>
                    <a:pt x="11760" y="3059"/>
                    <a:pt x="11815" y="3230"/>
                    <a:pt x="11712" y="3319"/>
                  </a:cubicBezTo>
                  <a:lnTo>
                    <a:pt x="8224" y="6383"/>
                  </a:lnTo>
                  <a:cubicBezTo>
                    <a:pt x="8162" y="6434"/>
                    <a:pt x="8138" y="6517"/>
                    <a:pt x="8155" y="6592"/>
                  </a:cubicBezTo>
                  <a:lnTo>
                    <a:pt x="9176" y="11126"/>
                  </a:lnTo>
                  <a:cubicBezTo>
                    <a:pt x="9200" y="11227"/>
                    <a:pt x="9119" y="11313"/>
                    <a:pt x="9027" y="11313"/>
                  </a:cubicBezTo>
                  <a:cubicBezTo>
                    <a:pt x="9000" y="11313"/>
                    <a:pt x="8973" y="11306"/>
                    <a:pt x="8947" y="11290"/>
                  </a:cubicBezTo>
                  <a:lnTo>
                    <a:pt x="4951" y="8919"/>
                  </a:lnTo>
                  <a:cubicBezTo>
                    <a:pt x="4917" y="8900"/>
                    <a:pt x="4879" y="8890"/>
                    <a:pt x="4841" y="8890"/>
                  </a:cubicBezTo>
                  <a:cubicBezTo>
                    <a:pt x="4804" y="8890"/>
                    <a:pt x="4766" y="8900"/>
                    <a:pt x="4732" y="8919"/>
                  </a:cubicBezTo>
                  <a:lnTo>
                    <a:pt x="740" y="11290"/>
                  </a:lnTo>
                  <a:cubicBezTo>
                    <a:pt x="713" y="11306"/>
                    <a:pt x="685" y="11313"/>
                    <a:pt x="658" y="11313"/>
                  </a:cubicBezTo>
                  <a:cubicBezTo>
                    <a:pt x="565" y="11313"/>
                    <a:pt x="485" y="11227"/>
                    <a:pt x="507" y="11126"/>
                  </a:cubicBezTo>
                  <a:lnTo>
                    <a:pt x="1034" y="8785"/>
                  </a:lnTo>
                  <a:cubicBezTo>
                    <a:pt x="1072" y="8622"/>
                    <a:pt x="945" y="8522"/>
                    <a:pt x="820" y="8522"/>
                  </a:cubicBezTo>
                  <a:cubicBezTo>
                    <a:pt x="731" y="8522"/>
                    <a:pt x="642" y="8573"/>
                    <a:pt x="616" y="8689"/>
                  </a:cubicBezTo>
                  <a:lnTo>
                    <a:pt x="88" y="11030"/>
                  </a:lnTo>
                  <a:cubicBezTo>
                    <a:pt x="0" y="11420"/>
                    <a:pt x="311" y="11746"/>
                    <a:pt x="662" y="11746"/>
                  </a:cubicBezTo>
                  <a:cubicBezTo>
                    <a:pt x="760" y="11746"/>
                    <a:pt x="862" y="11721"/>
                    <a:pt x="959" y="11664"/>
                  </a:cubicBezTo>
                  <a:lnTo>
                    <a:pt x="4841" y="9357"/>
                  </a:lnTo>
                  <a:lnTo>
                    <a:pt x="8724" y="11664"/>
                  </a:lnTo>
                  <a:cubicBezTo>
                    <a:pt x="8816" y="11718"/>
                    <a:pt x="8919" y="11745"/>
                    <a:pt x="9022" y="11745"/>
                  </a:cubicBezTo>
                  <a:cubicBezTo>
                    <a:pt x="9144" y="11745"/>
                    <a:pt x="9266" y="11707"/>
                    <a:pt x="9368" y="11633"/>
                  </a:cubicBezTo>
                  <a:cubicBezTo>
                    <a:pt x="9560" y="11496"/>
                    <a:pt x="9649" y="11256"/>
                    <a:pt x="9594" y="11030"/>
                  </a:cubicBezTo>
                  <a:lnTo>
                    <a:pt x="8604" y="6623"/>
                  </a:lnTo>
                  <a:lnTo>
                    <a:pt x="11997" y="3641"/>
                  </a:lnTo>
                  <a:cubicBezTo>
                    <a:pt x="12171" y="3487"/>
                    <a:pt x="12240" y="3244"/>
                    <a:pt x="12164" y="3021"/>
                  </a:cubicBezTo>
                  <a:cubicBezTo>
                    <a:pt x="12096" y="2799"/>
                    <a:pt x="11897" y="2637"/>
                    <a:pt x="11661" y="2620"/>
                  </a:cubicBezTo>
                  <a:lnTo>
                    <a:pt x="7165" y="2202"/>
                  </a:lnTo>
                  <a:lnTo>
                    <a:pt x="6274" y="132"/>
                  </a:lnTo>
                  <a:cubicBezTo>
                    <a:pt x="6233" y="40"/>
                    <a:pt x="6157" y="1"/>
                    <a:pt x="6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9"/>
            <p:cNvSpPr/>
            <p:nvPr/>
          </p:nvSpPr>
          <p:spPr>
            <a:xfrm>
              <a:off x="3015243" y="3208979"/>
              <a:ext cx="226639" cy="270752"/>
            </a:xfrm>
            <a:custGeom>
              <a:rect b="b" l="l" r="r" t="t"/>
              <a:pathLst>
                <a:path extrusionOk="0" h="10336" w="8652">
                  <a:moveTo>
                    <a:pt x="7541" y="1"/>
                  </a:moveTo>
                  <a:cubicBezTo>
                    <a:pt x="7323" y="1"/>
                    <a:pt x="7104" y="119"/>
                    <a:pt x="7001" y="355"/>
                  </a:cubicBezTo>
                  <a:lnTo>
                    <a:pt x="5216" y="4505"/>
                  </a:lnTo>
                  <a:lnTo>
                    <a:pt x="717" y="4920"/>
                  </a:lnTo>
                  <a:cubicBezTo>
                    <a:pt x="206" y="4968"/>
                    <a:pt x="0" y="5605"/>
                    <a:pt x="384" y="5944"/>
                  </a:cubicBezTo>
                  <a:lnTo>
                    <a:pt x="3777" y="8926"/>
                  </a:lnTo>
                  <a:lnTo>
                    <a:pt x="3520" y="10074"/>
                  </a:lnTo>
                  <a:cubicBezTo>
                    <a:pt x="3492" y="10187"/>
                    <a:pt x="3564" y="10303"/>
                    <a:pt x="3681" y="10331"/>
                  </a:cubicBezTo>
                  <a:cubicBezTo>
                    <a:pt x="3696" y="10334"/>
                    <a:pt x="3711" y="10335"/>
                    <a:pt x="3726" y="10335"/>
                  </a:cubicBezTo>
                  <a:cubicBezTo>
                    <a:pt x="3826" y="10335"/>
                    <a:pt x="3917" y="10268"/>
                    <a:pt x="3938" y="10166"/>
                  </a:cubicBezTo>
                  <a:lnTo>
                    <a:pt x="4226" y="8895"/>
                  </a:lnTo>
                  <a:cubicBezTo>
                    <a:pt x="4243" y="8820"/>
                    <a:pt x="4215" y="8737"/>
                    <a:pt x="4157" y="8686"/>
                  </a:cubicBezTo>
                  <a:lnTo>
                    <a:pt x="669" y="5622"/>
                  </a:lnTo>
                  <a:cubicBezTo>
                    <a:pt x="566" y="5530"/>
                    <a:pt x="621" y="5362"/>
                    <a:pt x="758" y="5348"/>
                  </a:cubicBezTo>
                  <a:lnTo>
                    <a:pt x="5384" y="4920"/>
                  </a:lnTo>
                  <a:cubicBezTo>
                    <a:pt x="5463" y="4913"/>
                    <a:pt x="5531" y="4865"/>
                    <a:pt x="5562" y="4793"/>
                  </a:cubicBezTo>
                  <a:lnTo>
                    <a:pt x="7399" y="527"/>
                  </a:lnTo>
                  <a:cubicBezTo>
                    <a:pt x="7425" y="465"/>
                    <a:pt x="7482" y="434"/>
                    <a:pt x="7540" y="434"/>
                  </a:cubicBezTo>
                  <a:cubicBezTo>
                    <a:pt x="7598" y="434"/>
                    <a:pt x="7656" y="465"/>
                    <a:pt x="7683" y="527"/>
                  </a:cubicBezTo>
                  <a:lnTo>
                    <a:pt x="8180" y="1685"/>
                  </a:lnTo>
                  <a:cubicBezTo>
                    <a:pt x="8221" y="1778"/>
                    <a:pt x="8297" y="1817"/>
                    <a:pt x="8372" y="1817"/>
                  </a:cubicBezTo>
                  <a:cubicBezTo>
                    <a:pt x="8511" y="1817"/>
                    <a:pt x="8651" y="1685"/>
                    <a:pt x="8578" y="1514"/>
                  </a:cubicBezTo>
                  <a:lnTo>
                    <a:pt x="8077" y="355"/>
                  </a:lnTo>
                  <a:cubicBezTo>
                    <a:pt x="7976" y="119"/>
                    <a:pt x="7759" y="1"/>
                    <a:pt x="7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4" name="Google Shape;7814;p79"/>
          <p:cNvGrpSpPr/>
          <p:nvPr/>
        </p:nvGrpSpPr>
        <p:grpSpPr>
          <a:xfrm>
            <a:off x="3569896" y="3254349"/>
            <a:ext cx="385381" cy="277326"/>
            <a:chOff x="3569896" y="3254349"/>
            <a:chExt cx="385381" cy="277326"/>
          </a:xfrm>
        </p:grpSpPr>
        <p:sp>
          <p:nvSpPr>
            <p:cNvPr id="7815" name="Google Shape;7815;p79"/>
            <p:cNvSpPr/>
            <p:nvPr/>
          </p:nvSpPr>
          <p:spPr>
            <a:xfrm>
              <a:off x="3731283" y="3273026"/>
              <a:ext cx="110805" cy="41152"/>
            </a:xfrm>
            <a:custGeom>
              <a:rect b="b" l="l" r="r" t="t"/>
              <a:pathLst>
                <a:path extrusionOk="0" h="1571" w="4230">
                  <a:moveTo>
                    <a:pt x="1228" y="1"/>
                  </a:moveTo>
                  <a:cubicBezTo>
                    <a:pt x="923" y="1"/>
                    <a:pt x="649" y="176"/>
                    <a:pt x="522" y="453"/>
                  </a:cubicBezTo>
                  <a:lnTo>
                    <a:pt x="1" y="1570"/>
                  </a:lnTo>
                  <a:lnTo>
                    <a:pt x="4230" y="1570"/>
                  </a:lnTo>
                  <a:lnTo>
                    <a:pt x="3712" y="453"/>
                  </a:lnTo>
                  <a:cubicBezTo>
                    <a:pt x="3585" y="176"/>
                    <a:pt x="3308" y="1"/>
                    <a:pt x="300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9"/>
            <p:cNvSpPr/>
            <p:nvPr/>
          </p:nvSpPr>
          <p:spPr>
            <a:xfrm>
              <a:off x="3867471" y="3288114"/>
              <a:ext cx="58022" cy="31617"/>
            </a:xfrm>
            <a:custGeom>
              <a:rect b="b" l="l" r="r" t="t"/>
              <a:pathLst>
                <a:path extrusionOk="0" h="1207" w="2215">
                  <a:moveTo>
                    <a:pt x="350" y="0"/>
                  </a:moveTo>
                  <a:cubicBezTo>
                    <a:pt x="158" y="4"/>
                    <a:pt x="0" y="158"/>
                    <a:pt x="0" y="350"/>
                  </a:cubicBezTo>
                  <a:lnTo>
                    <a:pt x="0" y="1207"/>
                  </a:lnTo>
                  <a:lnTo>
                    <a:pt x="2214" y="1207"/>
                  </a:lnTo>
                  <a:lnTo>
                    <a:pt x="2214" y="350"/>
                  </a:lnTo>
                  <a:cubicBezTo>
                    <a:pt x="2214" y="158"/>
                    <a:pt x="2057" y="4"/>
                    <a:pt x="186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9"/>
            <p:cNvSpPr/>
            <p:nvPr/>
          </p:nvSpPr>
          <p:spPr>
            <a:xfrm>
              <a:off x="3575554" y="3314152"/>
              <a:ext cx="373907" cy="211787"/>
            </a:xfrm>
            <a:custGeom>
              <a:rect b="b" l="l" r="r" t="t"/>
              <a:pathLst>
                <a:path extrusionOk="0" h="8085" w="14274">
                  <a:moveTo>
                    <a:pt x="871" y="0"/>
                  </a:moveTo>
                  <a:cubicBezTo>
                    <a:pt x="391" y="0"/>
                    <a:pt x="1" y="391"/>
                    <a:pt x="1" y="874"/>
                  </a:cubicBezTo>
                  <a:lnTo>
                    <a:pt x="1" y="7214"/>
                  </a:lnTo>
                  <a:cubicBezTo>
                    <a:pt x="1" y="7693"/>
                    <a:pt x="391" y="8084"/>
                    <a:pt x="871" y="8084"/>
                  </a:cubicBezTo>
                  <a:lnTo>
                    <a:pt x="13399" y="8084"/>
                  </a:lnTo>
                  <a:cubicBezTo>
                    <a:pt x="13882" y="8084"/>
                    <a:pt x="14270" y="7693"/>
                    <a:pt x="14273" y="7214"/>
                  </a:cubicBezTo>
                  <a:lnTo>
                    <a:pt x="14273" y="874"/>
                  </a:lnTo>
                  <a:cubicBezTo>
                    <a:pt x="14270" y="391"/>
                    <a:pt x="13882" y="0"/>
                    <a:pt x="1339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9"/>
            <p:cNvSpPr/>
            <p:nvPr/>
          </p:nvSpPr>
          <p:spPr>
            <a:xfrm>
              <a:off x="3896102" y="3349698"/>
              <a:ext cx="53254" cy="147871"/>
            </a:xfrm>
            <a:custGeom>
              <a:rect b="b" l="l" r="r" t="t"/>
              <a:pathLst>
                <a:path extrusionOk="0" h="5645" w="2033">
                  <a:moveTo>
                    <a:pt x="765" y="0"/>
                  </a:moveTo>
                  <a:cubicBezTo>
                    <a:pt x="333" y="28"/>
                    <a:pt x="1" y="384"/>
                    <a:pt x="1" y="816"/>
                  </a:cubicBezTo>
                  <a:lnTo>
                    <a:pt x="1" y="4829"/>
                  </a:lnTo>
                  <a:cubicBezTo>
                    <a:pt x="1" y="5277"/>
                    <a:pt x="364" y="5641"/>
                    <a:pt x="813" y="5644"/>
                  </a:cubicBezTo>
                  <a:lnTo>
                    <a:pt x="2033" y="5644"/>
                  </a:lnTo>
                  <a:lnTo>
                    <a:pt x="203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9"/>
            <p:cNvSpPr/>
            <p:nvPr/>
          </p:nvSpPr>
          <p:spPr>
            <a:xfrm>
              <a:off x="3691178" y="3329581"/>
              <a:ext cx="189599" cy="182186"/>
            </a:xfrm>
            <a:custGeom>
              <a:rect b="b" l="l" r="r" t="t"/>
              <a:pathLst>
                <a:path extrusionOk="0" h="6955" w="7238">
                  <a:moveTo>
                    <a:pt x="3768" y="1"/>
                  </a:moveTo>
                  <a:cubicBezTo>
                    <a:pt x="3762" y="1"/>
                    <a:pt x="3755" y="1"/>
                    <a:pt x="3749" y="1"/>
                  </a:cubicBezTo>
                  <a:cubicBezTo>
                    <a:pt x="2344" y="1"/>
                    <a:pt x="1076" y="847"/>
                    <a:pt x="538" y="2146"/>
                  </a:cubicBezTo>
                  <a:cubicBezTo>
                    <a:pt x="0" y="3445"/>
                    <a:pt x="295" y="4942"/>
                    <a:pt x="1292" y="5936"/>
                  </a:cubicBezTo>
                  <a:cubicBezTo>
                    <a:pt x="1957" y="6601"/>
                    <a:pt x="2846" y="6954"/>
                    <a:pt x="3751" y="6954"/>
                  </a:cubicBezTo>
                  <a:cubicBezTo>
                    <a:pt x="4199" y="6954"/>
                    <a:pt x="4651" y="6868"/>
                    <a:pt x="5082" y="6690"/>
                  </a:cubicBezTo>
                  <a:cubicBezTo>
                    <a:pt x="6381" y="6152"/>
                    <a:pt x="7227" y="4884"/>
                    <a:pt x="7227" y="3475"/>
                  </a:cubicBezTo>
                  <a:cubicBezTo>
                    <a:pt x="7238" y="1559"/>
                    <a:pt x="5685" y="1"/>
                    <a:pt x="3768"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9"/>
            <p:cNvSpPr/>
            <p:nvPr/>
          </p:nvSpPr>
          <p:spPr>
            <a:xfrm>
              <a:off x="3707969" y="3345114"/>
              <a:ext cx="157196" cy="151093"/>
            </a:xfrm>
            <a:custGeom>
              <a:rect b="b" l="l" r="r" t="t"/>
              <a:pathLst>
                <a:path extrusionOk="0" h="5768" w="6001">
                  <a:moveTo>
                    <a:pt x="3121" y="0"/>
                  </a:moveTo>
                  <a:cubicBezTo>
                    <a:pt x="3117" y="0"/>
                    <a:pt x="3112" y="0"/>
                    <a:pt x="3108" y="0"/>
                  </a:cubicBezTo>
                  <a:cubicBezTo>
                    <a:pt x="1943" y="0"/>
                    <a:pt x="891" y="703"/>
                    <a:pt x="446" y="1782"/>
                  </a:cubicBezTo>
                  <a:cubicBezTo>
                    <a:pt x="0" y="2858"/>
                    <a:pt x="247" y="4099"/>
                    <a:pt x="1069" y="4921"/>
                  </a:cubicBezTo>
                  <a:cubicBezTo>
                    <a:pt x="1622" y="5474"/>
                    <a:pt x="2360" y="5767"/>
                    <a:pt x="3111" y="5767"/>
                  </a:cubicBezTo>
                  <a:cubicBezTo>
                    <a:pt x="3482" y="5767"/>
                    <a:pt x="3856" y="5696"/>
                    <a:pt x="4212" y="5548"/>
                  </a:cubicBezTo>
                  <a:cubicBezTo>
                    <a:pt x="5291" y="5100"/>
                    <a:pt x="5993" y="4051"/>
                    <a:pt x="5990" y="2882"/>
                  </a:cubicBezTo>
                  <a:cubicBezTo>
                    <a:pt x="6000" y="1293"/>
                    <a:pt x="4712" y="0"/>
                    <a:pt x="3121"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9"/>
            <p:cNvSpPr/>
            <p:nvPr/>
          </p:nvSpPr>
          <p:spPr>
            <a:xfrm>
              <a:off x="3724027" y="3364996"/>
              <a:ext cx="123640" cy="110019"/>
            </a:xfrm>
            <a:custGeom>
              <a:rect b="b" l="l" r="r" t="t"/>
              <a:pathLst>
                <a:path extrusionOk="0" h="4200" w="4720">
                  <a:moveTo>
                    <a:pt x="2482" y="0"/>
                  </a:moveTo>
                  <a:cubicBezTo>
                    <a:pt x="2261" y="0"/>
                    <a:pt x="2038" y="36"/>
                    <a:pt x="1820" y="108"/>
                  </a:cubicBezTo>
                  <a:cubicBezTo>
                    <a:pt x="1741" y="132"/>
                    <a:pt x="1666" y="163"/>
                    <a:pt x="1590" y="198"/>
                  </a:cubicBezTo>
                  <a:cubicBezTo>
                    <a:pt x="377" y="766"/>
                    <a:pt x="0" y="2308"/>
                    <a:pt x="813" y="3374"/>
                  </a:cubicBezTo>
                  <a:cubicBezTo>
                    <a:pt x="1231" y="3922"/>
                    <a:pt x="1856" y="4199"/>
                    <a:pt x="2482" y="4199"/>
                  </a:cubicBezTo>
                  <a:cubicBezTo>
                    <a:pt x="3070" y="4199"/>
                    <a:pt x="3658" y="3954"/>
                    <a:pt x="4078" y="3460"/>
                  </a:cubicBezTo>
                  <a:lnTo>
                    <a:pt x="4085" y="3453"/>
                  </a:lnTo>
                  <a:cubicBezTo>
                    <a:pt x="4126" y="3405"/>
                    <a:pt x="4161" y="3360"/>
                    <a:pt x="4195" y="3309"/>
                  </a:cubicBezTo>
                  <a:cubicBezTo>
                    <a:pt x="4719" y="2569"/>
                    <a:pt x="4705" y="1579"/>
                    <a:pt x="4167" y="849"/>
                  </a:cubicBezTo>
                  <a:cubicBezTo>
                    <a:pt x="3763" y="306"/>
                    <a:pt x="3133" y="0"/>
                    <a:pt x="248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9"/>
            <p:cNvSpPr/>
            <p:nvPr/>
          </p:nvSpPr>
          <p:spPr>
            <a:xfrm>
              <a:off x="3751322" y="3364996"/>
              <a:ext cx="96345" cy="91892"/>
            </a:xfrm>
            <a:custGeom>
              <a:rect b="b" l="l" r="r" t="t"/>
              <a:pathLst>
                <a:path extrusionOk="0" h="3508" w="3678">
                  <a:moveTo>
                    <a:pt x="1440" y="0"/>
                  </a:moveTo>
                  <a:cubicBezTo>
                    <a:pt x="1219" y="0"/>
                    <a:pt x="996" y="36"/>
                    <a:pt x="778" y="108"/>
                  </a:cubicBezTo>
                  <a:cubicBezTo>
                    <a:pt x="699" y="132"/>
                    <a:pt x="624" y="163"/>
                    <a:pt x="548" y="198"/>
                  </a:cubicBezTo>
                  <a:cubicBezTo>
                    <a:pt x="0" y="975"/>
                    <a:pt x="41" y="2027"/>
                    <a:pt x="655" y="2757"/>
                  </a:cubicBezTo>
                  <a:cubicBezTo>
                    <a:pt x="1062" y="3245"/>
                    <a:pt x="1657" y="3508"/>
                    <a:pt x="2263" y="3508"/>
                  </a:cubicBezTo>
                  <a:cubicBezTo>
                    <a:pt x="2564" y="3508"/>
                    <a:pt x="2867" y="3443"/>
                    <a:pt x="3153" y="3309"/>
                  </a:cubicBezTo>
                  <a:cubicBezTo>
                    <a:pt x="3677" y="2569"/>
                    <a:pt x="3663" y="1579"/>
                    <a:pt x="3125" y="849"/>
                  </a:cubicBezTo>
                  <a:cubicBezTo>
                    <a:pt x="2721" y="306"/>
                    <a:pt x="2091" y="0"/>
                    <a:pt x="1440"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9"/>
            <p:cNvSpPr/>
            <p:nvPr/>
          </p:nvSpPr>
          <p:spPr>
            <a:xfrm>
              <a:off x="3781473" y="3393575"/>
              <a:ext cx="34761" cy="34787"/>
            </a:xfrm>
            <a:custGeom>
              <a:rect b="b" l="l" r="r" t="t"/>
              <a:pathLst>
                <a:path extrusionOk="0" h="1328" w="1327">
                  <a:moveTo>
                    <a:pt x="662" y="1"/>
                  </a:moveTo>
                  <a:cubicBezTo>
                    <a:pt x="295" y="1"/>
                    <a:pt x="1" y="299"/>
                    <a:pt x="1" y="662"/>
                  </a:cubicBezTo>
                  <a:cubicBezTo>
                    <a:pt x="1" y="1029"/>
                    <a:pt x="295" y="1327"/>
                    <a:pt x="662" y="1327"/>
                  </a:cubicBezTo>
                  <a:cubicBezTo>
                    <a:pt x="1029" y="1327"/>
                    <a:pt x="1327" y="1029"/>
                    <a:pt x="1327" y="662"/>
                  </a:cubicBezTo>
                  <a:cubicBezTo>
                    <a:pt x="1327" y="299"/>
                    <a:pt x="1029" y="1"/>
                    <a:pt x="6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9"/>
            <p:cNvSpPr/>
            <p:nvPr/>
          </p:nvSpPr>
          <p:spPr>
            <a:xfrm>
              <a:off x="3608952" y="3264512"/>
              <a:ext cx="35835" cy="31251"/>
            </a:xfrm>
            <a:custGeom>
              <a:rect b="b" l="l" r="r" t="t"/>
              <a:pathLst>
                <a:path extrusionOk="0" h="1193" w="1368">
                  <a:moveTo>
                    <a:pt x="350" y="0"/>
                  </a:moveTo>
                  <a:cubicBezTo>
                    <a:pt x="158" y="0"/>
                    <a:pt x="0" y="154"/>
                    <a:pt x="0" y="350"/>
                  </a:cubicBezTo>
                  <a:lnTo>
                    <a:pt x="0" y="843"/>
                  </a:lnTo>
                  <a:cubicBezTo>
                    <a:pt x="0" y="1035"/>
                    <a:pt x="158" y="1189"/>
                    <a:pt x="350" y="1193"/>
                  </a:cubicBezTo>
                  <a:lnTo>
                    <a:pt x="1018" y="1193"/>
                  </a:lnTo>
                  <a:cubicBezTo>
                    <a:pt x="1210" y="1189"/>
                    <a:pt x="1368" y="1035"/>
                    <a:pt x="1368" y="843"/>
                  </a:cubicBezTo>
                  <a:lnTo>
                    <a:pt x="1368" y="350"/>
                  </a:lnTo>
                  <a:cubicBezTo>
                    <a:pt x="1368" y="154"/>
                    <a:pt x="1210" y="0"/>
                    <a:pt x="101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9"/>
            <p:cNvSpPr/>
            <p:nvPr/>
          </p:nvSpPr>
          <p:spPr>
            <a:xfrm>
              <a:off x="3575632" y="3286778"/>
              <a:ext cx="102737" cy="239160"/>
            </a:xfrm>
            <a:custGeom>
              <a:rect b="b" l="l" r="r" t="t"/>
              <a:pathLst>
                <a:path extrusionOk="0" h="9130" w="3922">
                  <a:moveTo>
                    <a:pt x="875" y="0"/>
                  </a:moveTo>
                  <a:cubicBezTo>
                    <a:pt x="392" y="0"/>
                    <a:pt x="1" y="391"/>
                    <a:pt x="1" y="874"/>
                  </a:cubicBezTo>
                  <a:lnTo>
                    <a:pt x="1" y="8259"/>
                  </a:lnTo>
                  <a:cubicBezTo>
                    <a:pt x="1" y="8738"/>
                    <a:pt x="392" y="9129"/>
                    <a:pt x="875" y="9129"/>
                  </a:cubicBezTo>
                  <a:lnTo>
                    <a:pt x="3047" y="9129"/>
                  </a:lnTo>
                  <a:cubicBezTo>
                    <a:pt x="3527" y="9129"/>
                    <a:pt x="3918" y="8738"/>
                    <a:pt x="3921" y="8259"/>
                  </a:cubicBezTo>
                  <a:lnTo>
                    <a:pt x="3921" y="874"/>
                  </a:lnTo>
                  <a:cubicBezTo>
                    <a:pt x="3918" y="401"/>
                    <a:pt x="3548" y="17"/>
                    <a:pt x="3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9"/>
            <p:cNvSpPr/>
            <p:nvPr/>
          </p:nvSpPr>
          <p:spPr>
            <a:xfrm>
              <a:off x="3575554" y="3286778"/>
              <a:ext cx="80628" cy="212494"/>
            </a:xfrm>
            <a:custGeom>
              <a:rect b="b" l="l" r="r" t="t"/>
              <a:pathLst>
                <a:path extrusionOk="0" h="8112" w="3078">
                  <a:moveTo>
                    <a:pt x="878" y="0"/>
                  </a:moveTo>
                  <a:cubicBezTo>
                    <a:pt x="395" y="0"/>
                    <a:pt x="4" y="391"/>
                    <a:pt x="1" y="874"/>
                  </a:cubicBezTo>
                  <a:lnTo>
                    <a:pt x="1" y="8111"/>
                  </a:lnTo>
                  <a:lnTo>
                    <a:pt x="2204" y="8111"/>
                  </a:lnTo>
                  <a:cubicBezTo>
                    <a:pt x="2687" y="8111"/>
                    <a:pt x="3078" y="7721"/>
                    <a:pt x="3078" y="7237"/>
                  </a:cubicBezTo>
                  <a:lnTo>
                    <a:pt x="3078"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9"/>
            <p:cNvSpPr/>
            <p:nvPr/>
          </p:nvSpPr>
          <p:spPr>
            <a:xfrm>
              <a:off x="3867025" y="3332986"/>
              <a:ext cx="22921" cy="22921"/>
            </a:xfrm>
            <a:custGeom>
              <a:rect b="b" l="l" r="r" t="t"/>
              <a:pathLst>
                <a:path extrusionOk="0" h="875" w="875">
                  <a:moveTo>
                    <a:pt x="439" y="1"/>
                  </a:moveTo>
                  <a:cubicBezTo>
                    <a:pt x="196" y="1"/>
                    <a:pt x="0" y="196"/>
                    <a:pt x="0" y="439"/>
                  </a:cubicBezTo>
                  <a:cubicBezTo>
                    <a:pt x="0" y="679"/>
                    <a:pt x="196" y="875"/>
                    <a:pt x="439" y="875"/>
                  </a:cubicBezTo>
                  <a:cubicBezTo>
                    <a:pt x="679" y="875"/>
                    <a:pt x="874" y="679"/>
                    <a:pt x="874" y="439"/>
                  </a:cubicBezTo>
                  <a:cubicBezTo>
                    <a:pt x="874" y="196"/>
                    <a:pt x="679" y="1"/>
                    <a:pt x="43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9"/>
            <p:cNvSpPr/>
            <p:nvPr/>
          </p:nvSpPr>
          <p:spPr>
            <a:xfrm>
              <a:off x="3569896" y="3254349"/>
              <a:ext cx="385381" cy="277326"/>
            </a:xfrm>
            <a:custGeom>
              <a:rect b="b" l="l" r="r" t="t"/>
              <a:pathLst>
                <a:path extrusionOk="0" h="10587" w="14712">
                  <a:moveTo>
                    <a:pt x="2509" y="436"/>
                  </a:moveTo>
                  <a:cubicBezTo>
                    <a:pt x="2581" y="436"/>
                    <a:pt x="2639" y="494"/>
                    <a:pt x="2639" y="566"/>
                  </a:cubicBezTo>
                  <a:lnTo>
                    <a:pt x="2639" y="1019"/>
                  </a:lnTo>
                  <a:lnTo>
                    <a:pt x="1711" y="1019"/>
                  </a:lnTo>
                  <a:lnTo>
                    <a:pt x="1711" y="566"/>
                  </a:lnTo>
                  <a:cubicBezTo>
                    <a:pt x="1711" y="494"/>
                    <a:pt x="1769" y="436"/>
                    <a:pt x="1841" y="436"/>
                  </a:cubicBezTo>
                  <a:close/>
                  <a:moveTo>
                    <a:pt x="13225" y="1509"/>
                  </a:moveTo>
                  <a:cubicBezTo>
                    <a:pt x="13297" y="1512"/>
                    <a:pt x="13355" y="1570"/>
                    <a:pt x="13355" y="1642"/>
                  </a:cubicBezTo>
                  <a:lnTo>
                    <a:pt x="13355" y="2067"/>
                  </a:lnTo>
                  <a:lnTo>
                    <a:pt x="11580" y="2067"/>
                  </a:lnTo>
                  <a:lnTo>
                    <a:pt x="11580" y="1642"/>
                  </a:lnTo>
                  <a:cubicBezTo>
                    <a:pt x="11580" y="1570"/>
                    <a:pt x="11638" y="1512"/>
                    <a:pt x="11710" y="1509"/>
                  </a:cubicBezTo>
                  <a:close/>
                  <a:moveTo>
                    <a:pt x="1841" y="1"/>
                  </a:moveTo>
                  <a:cubicBezTo>
                    <a:pt x="1529" y="1"/>
                    <a:pt x="1272" y="255"/>
                    <a:pt x="1272" y="570"/>
                  </a:cubicBezTo>
                  <a:lnTo>
                    <a:pt x="1272" y="1019"/>
                  </a:lnTo>
                  <a:lnTo>
                    <a:pt x="1094" y="1019"/>
                  </a:lnTo>
                  <a:cubicBezTo>
                    <a:pt x="840" y="1019"/>
                    <a:pt x="597" y="1104"/>
                    <a:pt x="402" y="1265"/>
                  </a:cubicBezTo>
                  <a:cubicBezTo>
                    <a:pt x="226" y="1414"/>
                    <a:pt x="365" y="1654"/>
                    <a:pt x="543" y="1654"/>
                  </a:cubicBezTo>
                  <a:cubicBezTo>
                    <a:pt x="587" y="1654"/>
                    <a:pt x="634" y="1639"/>
                    <a:pt x="679" y="1605"/>
                  </a:cubicBezTo>
                  <a:cubicBezTo>
                    <a:pt x="837" y="1474"/>
                    <a:pt x="993" y="1454"/>
                    <a:pt x="1145" y="1454"/>
                  </a:cubicBezTo>
                  <a:cubicBezTo>
                    <a:pt x="1211" y="1454"/>
                    <a:pt x="1276" y="1457"/>
                    <a:pt x="1340" y="1457"/>
                  </a:cubicBezTo>
                  <a:cubicBezTo>
                    <a:pt x="1371" y="1457"/>
                    <a:pt x="1402" y="1457"/>
                    <a:pt x="1433" y="1454"/>
                  </a:cubicBezTo>
                  <a:lnTo>
                    <a:pt x="3266" y="1454"/>
                  </a:lnTo>
                  <a:cubicBezTo>
                    <a:pt x="3630" y="1454"/>
                    <a:pt x="3921" y="1749"/>
                    <a:pt x="3921" y="2112"/>
                  </a:cubicBezTo>
                  <a:lnTo>
                    <a:pt x="3921" y="2948"/>
                  </a:lnTo>
                  <a:cubicBezTo>
                    <a:pt x="3921" y="3068"/>
                    <a:pt x="4020" y="3164"/>
                    <a:pt x="4140" y="3164"/>
                  </a:cubicBezTo>
                  <a:cubicBezTo>
                    <a:pt x="4260" y="3164"/>
                    <a:pt x="4359" y="3068"/>
                    <a:pt x="4359" y="2948"/>
                  </a:cubicBezTo>
                  <a:lnTo>
                    <a:pt x="4359" y="2503"/>
                  </a:lnTo>
                  <a:lnTo>
                    <a:pt x="13667" y="2503"/>
                  </a:lnTo>
                  <a:cubicBezTo>
                    <a:pt x="14006" y="2527"/>
                    <a:pt x="14270" y="2811"/>
                    <a:pt x="14273" y="3154"/>
                  </a:cubicBezTo>
                  <a:lnTo>
                    <a:pt x="14273" y="3421"/>
                  </a:lnTo>
                  <a:lnTo>
                    <a:pt x="13896" y="3421"/>
                  </a:lnTo>
                  <a:cubicBezTo>
                    <a:pt x="13605" y="3421"/>
                    <a:pt x="13605" y="3856"/>
                    <a:pt x="13896" y="3856"/>
                  </a:cubicBezTo>
                  <a:lnTo>
                    <a:pt x="14270" y="3856"/>
                  </a:lnTo>
                  <a:lnTo>
                    <a:pt x="14270" y="9061"/>
                  </a:lnTo>
                  <a:lnTo>
                    <a:pt x="13269" y="9061"/>
                  </a:lnTo>
                  <a:cubicBezTo>
                    <a:pt x="12937" y="9061"/>
                    <a:pt x="12673" y="8794"/>
                    <a:pt x="12673" y="8465"/>
                  </a:cubicBezTo>
                  <a:lnTo>
                    <a:pt x="12673" y="4452"/>
                  </a:lnTo>
                  <a:cubicBezTo>
                    <a:pt x="12673" y="4192"/>
                    <a:pt x="12844" y="3962"/>
                    <a:pt x="13091" y="3884"/>
                  </a:cubicBezTo>
                  <a:cubicBezTo>
                    <a:pt x="13328" y="3795"/>
                    <a:pt x="13247" y="3458"/>
                    <a:pt x="13023" y="3458"/>
                  </a:cubicBezTo>
                  <a:cubicBezTo>
                    <a:pt x="13004" y="3458"/>
                    <a:pt x="12985" y="3460"/>
                    <a:pt x="12964" y="3465"/>
                  </a:cubicBezTo>
                  <a:cubicBezTo>
                    <a:pt x="12532" y="3603"/>
                    <a:pt x="12238" y="4000"/>
                    <a:pt x="12234" y="4452"/>
                  </a:cubicBezTo>
                  <a:lnTo>
                    <a:pt x="12234" y="8465"/>
                  </a:lnTo>
                  <a:cubicBezTo>
                    <a:pt x="12238" y="9034"/>
                    <a:pt x="12697" y="9497"/>
                    <a:pt x="13269" y="9497"/>
                  </a:cubicBezTo>
                  <a:lnTo>
                    <a:pt x="14273" y="9497"/>
                  </a:lnTo>
                  <a:cubicBezTo>
                    <a:pt x="14270" y="9856"/>
                    <a:pt x="13979" y="10144"/>
                    <a:pt x="13619" y="10148"/>
                  </a:cubicBezTo>
                  <a:lnTo>
                    <a:pt x="4137" y="10148"/>
                  </a:lnTo>
                  <a:cubicBezTo>
                    <a:pt x="4233" y="10017"/>
                    <a:pt x="4301" y="9870"/>
                    <a:pt x="4336" y="9712"/>
                  </a:cubicBezTo>
                  <a:cubicBezTo>
                    <a:pt x="4369" y="9549"/>
                    <a:pt x="4241" y="9449"/>
                    <a:pt x="4115" y="9449"/>
                  </a:cubicBezTo>
                  <a:cubicBezTo>
                    <a:pt x="4023" y="9449"/>
                    <a:pt x="3932" y="9503"/>
                    <a:pt x="3907" y="9623"/>
                  </a:cubicBezTo>
                  <a:cubicBezTo>
                    <a:pt x="3842" y="9928"/>
                    <a:pt x="3575" y="10144"/>
                    <a:pt x="3263" y="10148"/>
                  </a:cubicBezTo>
                  <a:lnTo>
                    <a:pt x="1059" y="10148"/>
                  </a:lnTo>
                  <a:lnTo>
                    <a:pt x="1025" y="10144"/>
                  </a:lnTo>
                  <a:lnTo>
                    <a:pt x="994" y="10141"/>
                  </a:lnTo>
                  <a:cubicBezTo>
                    <a:pt x="676" y="10093"/>
                    <a:pt x="439" y="9815"/>
                    <a:pt x="439" y="9493"/>
                  </a:cubicBezTo>
                  <a:lnTo>
                    <a:pt x="439" y="2208"/>
                  </a:lnTo>
                  <a:cubicBezTo>
                    <a:pt x="439" y="2062"/>
                    <a:pt x="330" y="1989"/>
                    <a:pt x="220" y="1989"/>
                  </a:cubicBezTo>
                  <a:cubicBezTo>
                    <a:pt x="110" y="1989"/>
                    <a:pt x="1" y="2062"/>
                    <a:pt x="1" y="2208"/>
                  </a:cubicBezTo>
                  <a:lnTo>
                    <a:pt x="1" y="9497"/>
                  </a:lnTo>
                  <a:cubicBezTo>
                    <a:pt x="1" y="10024"/>
                    <a:pt x="384" y="10480"/>
                    <a:pt x="905" y="10569"/>
                  </a:cubicBezTo>
                  <a:cubicBezTo>
                    <a:pt x="933" y="10576"/>
                    <a:pt x="957" y="10579"/>
                    <a:pt x="984" y="10579"/>
                  </a:cubicBezTo>
                  <a:cubicBezTo>
                    <a:pt x="1001" y="10579"/>
                    <a:pt x="1018" y="10583"/>
                    <a:pt x="1036" y="10586"/>
                  </a:cubicBezTo>
                  <a:lnTo>
                    <a:pt x="13619" y="10586"/>
                  </a:lnTo>
                  <a:cubicBezTo>
                    <a:pt x="14222" y="10583"/>
                    <a:pt x="14708" y="10096"/>
                    <a:pt x="14712" y="9493"/>
                  </a:cubicBezTo>
                  <a:lnTo>
                    <a:pt x="14712" y="3154"/>
                  </a:lnTo>
                  <a:cubicBezTo>
                    <a:pt x="14708" y="2619"/>
                    <a:pt x="14321" y="2163"/>
                    <a:pt x="13790" y="2081"/>
                  </a:cubicBezTo>
                  <a:lnTo>
                    <a:pt x="13790" y="1639"/>
                  </a:lnTo>
                  <a:cubicBezTo>
                    <a:pt x="13790" y="1327"/>
                    <a:pt x="13536" y="1074"/>
                    <a:pt x="13225" y="1074"/>
                  </a:cubicBezTo>
                  <a:lnTo>
                    <a:pt x="11710" y="1074"/>
                  </a:lnTo>
                  <a:cubicBezTo>
                    <a:pt x="11395" y="1074"/>
                    <a:pt x="11141" y="1327"/>
                    <a:pt x="11141" y="1639"/>
                  </a:cubicBezTo>
                  <a:lnTo>
                    <a:pt x="11141" y="2064"/>
                  </a:lnTo>
                  <a:lnTo>
                    <a:pt x="10531" y="2064"/>
                  </a:lnTo>
                  <a:lnTo>
                    <a:pt x="10072" y="1074"/>
                  </a:lnTo>
                  <a:cubicBezTo>
                    <a:pt x="9907" y="721"/>
                    <a:pt x="9555" y="494"/>
                    <a:pt x="9167" y="494"/>
                  </a:cubicBezTo>
                  <a:lnTo>
                    <a:pt x="7389" y="494"/>
                  </a:lnTo>
                  <a:cubicBezTo>
                    <a:pt x="7067" y="494"/>
                    <a:pt x="6762" y="652"/>
                    <a:pt x="6577" y="916"/>
                  </a:cubicBezTo>
                  <a:cubicBezTo>
                    <a:pt x="6466" y="1084"/>
                    <a:pt x="6608" y="1255"/>
                    <a:pt x="6761" y="1255"/>
                  </a:cubicBezTo>
                  <a:cubicBezTo>
                    <a:pt x="6820" y="1255"/>
                    <a:pt x="6881" y="1229"/>
                    <a:pt x="6930" y="1166"/>
                  </a:cubicBezTo>
                  <a:cubicBezTo>
                    <a:pt x="7036" y="1019"/>
                    <a:pt x="7207" y="933"/>
                    <a:pt x="7389" y="933"/>
                  </a:cubicBezTo>
                  <a:lnTo>
                    <a:pt x="9167" y="933"/>
                  </a:lnTo>
                  <a:cubicBezTo>
                    <a:pt x="9383" y="933"/>
                    <a:pt x="9582" y="1060"/>
                    <a:pt x="9674" y="1259"/>
                  </a:cubicBezTo>
                  <a:lnTo>
                    <a:pt x="10048" y="2067"/>
                  </a:lnTo>
                  <a:lnTo>
                    <a:pt x="6508" y="2067"/>
                  </a:lnTo>
                  <a:lnTo>
                    <a:pt x="6577" y="1920"/>
                  </a:lnTo>
                  <a:cubicBezTo>
                    <a:pt x="6662" y="1743"/>
                    <a:pt x="6515" y="1601"/>
                    <a:pt x="6371" y="1601"/>
                  </a:cubicBezTo>
                  <a:cubicBezTo>
                    <a:pt x="6295" y="1601"/>
                    <a:pt x="6219" y="1640"/>
                    <a:pt x="6179" y="1735"/>
                  </a:cubicBezTo>
                  <a:lnTo>
                    <a:pt x="6025" y="2064"/>
                  </a:lnTo>
                  <a:lnTo>
                    <a:pt x="4356" y="2064"/>
                  </a:lnTo>
                  <a:cubicBezTo>
                    <a:pt x="4329" y="1481"/>
                    <a:pt x="3849" y="1019"/>
                    <a:pt x="3263" y="1019"/>
                  </a:cubicBezTo>
                  <a:lnTo>
                    <a:pt x="3078" y="1019"/>
                  </a:lnTo>
                  <a:lnTo>
                    <a:pt x="3078" y="570"/>
                  </a:lnTo>
                  <a:cubicBezTo>
                    <a:pt x="3078" y="255"/>
                    <a:pt x="2824" y="1"/>
                    <a:pt x="2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9"/>
            <p:cNvSpPr/>
            <p:nvPr/>
          </p:nvSpPr>
          <p:spPr>
            <a:xfrm>
              <a:off x="3672580" y="3348624"/>
              <a:ext cx="11447" cy="141925"/>
            </a:xfrm>
            <a:custGeom>
              <a:rect b="b" l="l" r="r" t="t"/>
              <a:pathLst>
                <a:path extrusionOk="0" h="5418" w="437">
                  <a:moveTo>
                    <a:pt x="218" y="1"/>
                  </a:moveTo>
                  <a:cubicBezTo>
                    <a:pt x="110" y="1"/>
                    <a:pt x="1" y="74"/>
                    <a:pt x="1" y="219"/>
                  </a:cubicBezTo>
                  <a:lnTo>
                    <a:pt x="1" y="5199"/>
                  </a:lnTo>
                  <a:cubicBezTo>
                    <a:pt x="1" y="5322"/>
                    <a:pt x="97" y="5418"/>
                    <a:pt x="217" y="5418"/>
                  </a:cubicBezTo>
                  <a:cubicBezTo>
                    <a:pt x="340" y="5418"/>
                    <a:pt x="436" y="5322"/>
                    <a:pt x="436" y="5199"/>
                  </a:cubicBezTo>
                  <a:lnTo>
                    <a:pt x="436" y="219"/>
                  </a:lnTo>
                  <a:cubicBezTo>
                    <a:pt x="436" y="74"/>
                    <a:pt x="327"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9"/>
            <p:cNvSpPr/>
            <p:nvPr/>
          </p:nvSpPr>
          <p:spPr>
            <a:xfrm>
              <a:off x="3859560" y="3329423"/>
              <a:ext cx="42410" cy="32220"/>
            </a:xfrm>
            <a:custGeom>
              <a:rect b="b" l="l" r="r" t="t"/>
              <a:pathLst>
                <a:path extrusionOk="0" h="1230" w="1619">
                  <a:moveTo>
                    <a:pt x="976" y="0"/>
                  </a:moveTo>
                  <a:cubicBezTo>
                    <a:pt x="792" y="0"/>
                    <a:pt x="662" y="257"/>
                    <a:pt x="847" y="397"/>
                  </a:cubicBezTo>
                  <a:cubicBezTo>
                    <a:pt x="988" y="497"/>
                    <a:pt x="960" y="713"/>
                    <a:pt x="799" y="778"/>
                  </a:cubicBezTo>
                  <a:cubicBezTo>
                    <a:pt x="772" y="788"/>
                    <a:pt x="745" y="793"/>
                    <a:pt x="719" y="793"/>
                  </a:cubicBezTo>
                  <a:cubicBezTo>
                    <a:pt x="588" y="793"/>
                    <a:pt x="476" y="674"/>
                    <a:pt x="505" y="531"/>
                  </a:cubicBezTo>
                  <a:cubicBezTo>
                    <a:pt x="525" y="414"/>
                    <a:pt x="450" y="301"/>
                    <a:pt x="333" y="277"/>
                  </a:cubicBezTo>
                  <a:cubicBezTo>
                    <a:pt x="319" y="274"/>
                    <a:pt x="305" y="273"/>
                    <a:pt x="291" y="273"/>
                  </a:cubicBezTo>
                  <a:cubicBezTo>
                    <a:pt x="190" y="273"/>
                    <a:pt x="97" y="347"/>
                    <a:pt x="76" y="452"/>
                  </a:cubicBezTo>
                  <a:cubicBezTo>
                    <a:pt x="1" y="853"/>
                    <a:pt x="309" y="1230"/>
                    <a:pt x="721" y="1230"/>
                  </a:cubicBezTo>
                  <a:cubicBezTo>
                    <a:pt x="1354" y="1230"/>
                    <a:pt x="1618" y="411"/>
                    <a:pt x="1101" y="41"/>
                  </a:cubicBezTo>
                  <a:cubicBezTo>
                    <a:pt x="1059" y="13"/>
                    <a:pt x="1016" y="0"/>
                    <a:pt x="9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9"/>
            <p:cNvSpPr/>
            <p:nvPr/>
          </p:nvSpPr>
          <p:spPr>
            <a:xfrm>
              <a:off x="3692331" y="3323137"/>
              <a:ext cx="193660" cy="193555"/>
            </a:xfrm>
            <a:custGeom>
              <a:rect b="b" l="l" r="r" t="t"/>
              <a:pathLst>
                <a:path extrusionOk="0" h="7389" w="7393">
                  <a:moveTo>
                    <a:pt x="3672" y="0"/>
                  </a:moveTo>
                  <a:cubicBezTo>
                    <a:pt x="2896" y="0"/>
                    <a:pt x="2103" y="247"/>
                    <a:pt x="1409" y="795"/>
                  </a:cubicBezTo>
                  <a:cubicBezTo>
                    <a:pt x="1215" y="937"/>
                    <a:pt x="1357" y="1193"/>
                    <a:pt x="1539" y="1193"/>
                  </a:cubicBezTo>
                  <a:cubicBezTo>
                    <a:pt x="1585" y="1193"/>
                    <a:pt x="1634" y="1176"/>
                    <a:pt x="1680" y="1138"/>
                  </a:cubicBezTo>
                  <a:cubicBezTo>
                    <a:pt x="2292" y="654"/>
                    <a:pt x="2991" y="436"/>
                    <a:pt x="3675" y="436"/>
                  </a:cubicBezTo>
                  <a:cubicBezTo>
                    <a:pt x="5360" y="436"/>
                    <a:pt x="6957" y="1757"/>
                    <a:pt x="6957" y="3694"/>
                  </a:cubicBezTo>
                  <a:cubicBezTo>
                    <a:pt x="6954" y="5493"/>
                    <a:pt x="5497" y="6949"/>
                    <a:pt x="3698" y="6949"/>
                  </a:cubicBezTo>
                  <a:cubicBezTo>
                    <a:pt x="1899" y="6949"/>
                    <a:pt x="439" y="5493"/>
                    <a:pt x="439" y="3694"/>
                  </a:cubicBezTo>
                  <a:cubicBezTo>
                    <a:pt x="436" y="2978"/>
                    <a:pt x="672" y="2282"/>
                    <a:pt x="1108" y="1717"/>
                  </a:cubicBezTo>
                  <a:cubicBezTo>
                    <a:pt x="1180" y="1621"/>
                    <a:pt x="1162" y="1484"/>
                    <a:pt x="1066" y="1412"/>
                  </a:cubicBezTo>
                  <a:cubicBezTo>
                    <a:pt x="1027" y="1381"/>
                    <a:pt x="981" y="1366"/>
                    <a:pt x="935" y="1366"/>
                  </a:cubicBezTo>
                  <a:cubicBezTo>
                    <a:pt x="868" y="1366"/>
                    <a:pt x="802" y="1396"/>
                    <a:pt x="758" y="1453"/>
                  </a:cubicBezTo>
                  <a:cubicBezTo>
                    <a:pt x="265" y="2097"/>
                    <a:pt x="1" y="2885"/>
                    <a:pt x="1" y="3694"/>
                  </a:cubicBezTo>
                  <a:cubicBezTo>
                    <a:pt x="1" y="5736"/>
                    <a:pt x="1656" y="7388"/>
                    <a:pt x="3698" y="7388"/>
                  </a:cubicBezTo>
                  <a:cubicBezTo>
                    <a:pt x="5737" y="7388"/>
                    <a:pt x="7392" y="5736"/>
                    <a:pt x="7392" y="3694"/>
                  </a:cubicBezTo>
                  <a:cubicBezTo>
                    <a:pt x="7392" y="1496"/>
                    <a:pt x="5582"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9"/>
            <p:cNvSpPr/>
            <p:nvPr/>
          </p:nvSpPr>
          <p:spPr>
            <a:xfrm>
              <a:off x="3723136" y="3359207"/>
              <a:ext cx="146247" cy="121335"/>
            </a:xfrm>
            <a:custGeom>
              <a:rect b="b" l="l" r="r" t="t"/>
              <a:pathLst>
                <a:path extrusionOk="0" h="4632" w="5583">
                  <a:moveTo>
                    <a:pt x="2522" y="0"/>
                  </a:moveTo>
                  <a:cubicBezTo>
                    <a:pt x="1090" y="0"/>
                    <a:pt x="0" y="1286"/>
                    <a:pt x="237" y="2697"/>
                  </a:cubicBezTo>
                  <a:cubicBezTo>
                    <a:pt x="252" y="2805"/>
                    <a:pt x="345" y="2885"/>
                    <a:pt x="454" y="2885"/>
                  </a:cubicBezTo>
                  <a:cubicBezTo>
                    <a:pt x="466" y="2885"/>
                    <a:pt x="478" y="2884"/>
                    <a:pt x="490" y="2882"/>
                  </a:cubicBezTo>
                  <a:cubicBezTo>
                    <a:pt x="610" y="2862"/>
                    <a:pt x="689" y="2745"/>
                    <a:pt x="668" y="2625"/>
                  </a:cubicBezTo>
                  <a:cubicBezTo>
                    <a:pt x="463" y="1401"/>
                    <a:pt x="1444" y="437"/>
                    <a:pt x="2525" y="437"/>
                  </a:cubicBezTo>
                  <a:cubicBezTo>
                    <a:pt x="2957" y="437"/>
                    <a:pt x="3405" y="591"/>
                    <a:pt x="3800" y="943"/>
                  </a:cubicBezTo>
                  <a:cubicBezTo>
                    <a:pt x="4626" y="1710"/>
                    <a:pt x="4592" y="3026"/>
                    <a:pt x="3732" y="3753"/>
                  </a:cubicBezTo>
                  <a:cubicBezTo>
                    <a:pt x="3378" y="4052"/>
                    <a:pt x="2948" y="4196"/>
                    <a:pt x="2522" y="4196"/>
                  </a:cubicBezTo>
                  <a:cubicBezTo>
                    <a:pt x="1915" y="4196"/>
                    <a:pt x="1314" y="3903"/>
                    <a:pt x="949" y="3348"/>
                  </a:cubicBezTo>
                  <a:cubicBezTo>
                    <a:pt x="902" y="3280"/>
                    <a:pt x="839" y="3252"/>
                    <a:pt x="777" y="3252"/>
                  </a:cubicBezTo>
                  <a:cubicBezTo>
                    <a:pt x="625" y="3252"/>
                    <a:pt x="479" y="3418"/>
                    <a:pt x="586" y="3588"/>
                  </a:cubicBezTo>
                  <a:cubicBezTo>
                    <a:pt x="1038" y="4276"/>
                    <a:pt x="1778" y="4632"/>
                    <a:pt x="2522" y="4632"/>
                  </a:cubicBezTo>
                  <a:cubicBezTo>
                    <a:pt x="3139" y="4632"/>
                    <a:pt x="3759" y="4388"/>
                    <a:pt x="4222" y="3886"/>
                  </a:cubicBezTo>
                  <a:cubicBezTo>
                    <a:pt x="5582" y="2413"/>
                    <a:pt x="4534" y="0"/>
                    <a:pt x="2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9"/>
            <p:cNvSpPr/>
            <p:nvPr/>
          </p:nvSpPr>
          <p:spPr>
            <a:xfrm>
              <a:off x="3768820" y="3388205"/>
              <a:ext cx="58729" cy="45972"/>
            </a:xfrm>
            <a:custGeom>
              <a:rect b="b" l="l" r="r" t="t"/>
              <a:pathLst>
                <a:path extrusionOk="0" h="1755" w="2242">
                  <a:moveTo>
                    <a:pt x="1012" y="0"/>
                  </a:moveTo>
                  <a:cubicBezTo>
                    <a:pt x="999" y="0"/>
                    <a:pt x="986" y="1"/>
                    <a:pt x="974" y="4"/>
                  </a:cubicBezTo>
                  <a:cubicBezTo>
                    <a:pt x="148" y="168"/>
                    <a:pt x="0" y="1285"/>
                    <a:pt x="754" y="1659"/>
                  </a:cubicBezTo>
                  <a:cubicBezTo>
                    <a:pt x="887" y="1725"/>
                    <a:pt x="1020" y="1754"/>
                    <a:pt x="1149" y="1754"/>
                  </a:cubicBezTo>
                  <a:cubicBezTo>
                    <a:pt x="1751" y="1754"/>
                    <a:pt x="2242" y="1107"/>
                    <a:pt x="1940" y="483"/>
                  </a:cubicBezTo>
                  <a:cubicBezTo>
                    <a:pt x="1895" y="401"/>
                    <a:pt x="1824" y="366"/>
                    <a:pt x="1753" y="366"/>
                  </a:cubicBezTo>
                  <a:cubicBezTo>
                    <a:pt x="1611" y="366"/>
                    <a:pt x="1471" y="504"/>
                    <a:pt x="1546" y="675"/>
                  </a:cubicBezTo>
                  <a:cubicBezTo>
                    <a:pt x="1698" y="989"/>
                    <a:pt x="1451" y="1316"/>
                    <a:pt x="1146" y="1316"/>
                  </a:cubicBezTo>
                  <a:cubicBezTo>
                    <a:pt x="1081" y="1316"/>
                    <a:pt x="1013" y="1301"/>
                    <a:pt x="946" y="1268"/>
                  </a:cubicBezTo>
                  <a:cubicBezTo>
                    <a:pt x="569" y="1080"/>
                    <a:pt x="641" y="514"/>
                    <a:pt x="1056" y="432"/>
                  </a:cubicBezTo>
                  <a:lnTo>
                    <a:pt x="1059" y="432"/>
                  </a:lnTo>
                  <a:cubicBezTo>
                    <a:pt x="1176" y="408"/>
                    <a:pt x="1248" y="292"/>
                    <a:pt x="1224" y="175"/>
                  </a:cubicBezTo>
                  <a:cubicBezTo>
                    <a:pt x="1205" y="71"/>
                    <a:pt x="1114"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4" name="Google Shape;7834;p79"/>
          <p:cNvGrpSpPr/>
          <p:nvPr/>
        </p:nvGrpSpPr>
        <p:grpSpPr>
          <a:xfrm>
            <a:off x="4204810" y="3180452"/>
            <a:ext cx="210241" cy="386769"/>
            <a:chOff x="4204810" y="3180452"/>
            <a:chExt cx="210241" cy="386769"/>
          </a:xfrm>
        </p:grpSpPr>
        <p:sp>
          <p:nvSpPr>
            <p:cNvPr id="7835" name="Google Shape;7835;p79"/>
            <p:cNvSpPr/>
            <p:nvPr/>
          </p:nvSpPr>
          <p:spPr>
            <a:xfrm>
              <a:off x="4296178" y="3412881"/>
              <a:ext cx="27400" cy="148499"/>
            </a:xfrm>
            <a:custGeom>
              <a:rect b="b" l="l" r="r" t="t"/>
              <a:pathLst>
                <a:path extrusionOk="0" h="5669" w="1046">
                  <a:moveTo>
                    <a:pt x="254" y="1"/>
                  </a:moveTo>
                  <a:cubicBezTo>
                    <a:pt x="114" y="1"/>
                    <a:pt x="1" y="114"/>
                    <a:pt x="1" y="254"/>
                  </a:cubicBezTo>
                  <a:lnTo>
                    <a:pt x="1" y="5144"/>
                  </a:lnTo>
                  <a:cubicBezTo>
                    <a:pt x="1" y="5432"/>
                    <a:pt x="234" y="5669"/>
                    <a:pt x="525" y="5669"/>
                  </a:cubicBezTo>
                  <a:cubicBezTo>
                    <a:pt x="813" y="5669"/>
                    <a:pt x="1046" y="5432"/>
                    <a:pt x="1046" y="5144"/>
                  </a:cubicBezTo>
                  <a:lnTo>
                    <a:pt x="1046" y="254"/>
                  </a:lnTo>
                  <a:cubicBezTo>
                    <a:pt x="1046" y="114"/>
                    <a:pt x="933" y="1"/>
                    <a:pt x="7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9"/>
            <p:cNvSpPr/>
            <p:nvPr/>
          </p:nvSpPr>
          <p:spPr>
            <a:xfrm>
              <a:off x="4300134" y="3419980"/>
              <a:ext cx="84767" cy="139829"/>
            </a:xfrm>
            <a:custGeom>
              <a:rect b="b" l="l" r="r" t="t"/>
              <a:pathLst>
                <a:path extrusionOk="0" h="5338" w="3236">
                  <a:moveTo>
                    <a:pt x="771" y="0"/>
                  </a:moveTo>
                  <a:cubicBezTo>
                    <a:pt x="734" y="0"/>
                    <a:pt x="697" y="8"/>
                    <a:pt x="662" y="24"/>
                  </a:cubicBezTo>
                  <a:lnTo>
                    <a:pt x="179" y="261"/>
                  </a:lnTo>
                  <a:cubicBezTo>
                    <a:pt x="52" y="323"/>
                    <a:pt x="1" y="473"/>
                    <a:pt x="59" y="600"/>
                  </a:cubicBezTo>
                  <a:lnTo>
                    <a:pt x="2166" y="5041"/>
                  </a:lnTo>
                  <a:cubicBezTo>
                    <a:pt x="2257" y="5228"/>
                    <a:pt x="2445" y="5337"/>
                    <a:pt x="2640" y="5337"/>
                  </a:cubicBezTo>
                  <a:cubicBezTo>
                    <a:pt x="2717" y="5337"/>
                    <a:pt x="2795" y="5320"/>
                    <a:pt x="2869" y="5285"/>
                  </a:cubicBezTo>
                  <a:cubicBezTo>
                    <a:pt x="3126" y="5158"/>
                    <a:pt x="3235" y="4846"/>
                    <a:pt x="3109" y="4585"/>
                  </a:cubicBezTo>
                  <a:lnTo>
                    <a:pt x="1001" y="144"/>
                  </a:lnTo>
                  <a:cubicBezTo>
                    <a:pt x="957" y="53"/>
                    <a:pt x="866" y="0"/>
                    <a:pt x="77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9"/>
            <p:cNvSpPr/>
            <p:nvPr/>
          </p:nvSpPr>
          <p:spPr>
            <a:xfrm>
              <a:off x="4234960" y="3419980"/>
              <a:ext cx="84767" cy="139829"/>
            </a:xfrm>
            <a:custGeom>
              <a:rect b="b" l="l" r="r" t="t"/>
              <a:pathLst>
                <a:path extrusionOk="0" h="5338" w="3236">
                  <a:moveTo>
                    <a:pt x="2466" y="0"/>
                  </a:moveTo>
                  <a:cubicBezTo>
                    <a:pt x="2371" y="0"/>
                    <a:pt x="2280" y="53"/>
                    <a:pt x="2235" y="144"/>
                  </a:cubicBezTo>
                  <a:lnTo>
                    <a:pt x="124" y="4585"/>
                  </a:lnTo>
                  <a:cubicBezTo>
                    <a:pt x="1" y="4846"/>
                    <a:pt x="107" y="5158"/>
                    <a:pt x="367" y="5285"/>
                  </a:cubicBezTo>
                  <a:cubicBezTo>
                    <a:pt x="441" y="5320"/>
                    <a:pt x="519" y="5337"/>
                    <a:pt x="595" y="5337"/>
                  </a:cubicBezTo>
                  <a:cubicBezTo>
                    <a:pt x="789" y="5337"/>
                    <a:pt x="975" y="5228"/>
                    <a:pt x="1066" y="5041"/>
                  </a:cubicBezTo>
                  <a:lnTo>
                    <a:pt x="3177" y="600"/>
                  </a:lnTo>
                  <a:cubicBezTo>
                    <a:pt x="3236" y="473"/>
                    <a:pt x="3184" y="323"/>
                    <a:pt x="3057" y="261"/>
                  </a:cubicBezTo>
                  <a:lnTo>
                    <a:pt x="2574" y="24"/>
                  </a:lnTo>
                  <a:cubicBezTo>
                    <a:pt x="2539" y="8"/>
                    <a:pt x="2502" y="0"/>
                    <a:pt x="246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9"/>
            <p:cNvSpPr/>
            <p:nvPr/>
          </p:nvSpPr>
          <p:spPr>
            <a:xfrm>
              <a:off x="4294580" y="3186242"/>
              <a:ext cx="30622" cy="42750"/>
            </a:xfrm>
            <a:custGeom>
              <a:rect b="b" l="l" r="r" t="t"/>
              <a:pathLst>
                <a:path extrusionOk="0" h="1632" w="1169">
                  <a:moveTo>
                    <a:pt x="586" y="0"/>
                  </a:moveTo>
                  <a:cubicBezTo>
                    <a:pt x="261" y="3"/>
                    <a:pt x="0" y="264"/>
                    <a:pt x="0" y="586"/>
                  </a:cubicBezTo>
                  <a:lnTo>
                    <a:pt x="0" y="1251"/>
                  </a:lnTo>
                  <a:cubicBezTo>
                    <a:pt x="0" y="1460"/>
                    <a:pt x="168" y="1628"/>
                    <a:pt x="377" y="1631"/>
                  </a:cubicBezTo>
                  <a:lnTo>
                    <a:pt x="792" y="1631"/>
                  </a:lnTo>
                  <a:cubicBezTo>
                    <a:pt x="1001" y="1628"/>
                    <a:pt x="1169" y="1460"/>
                    <a:pt x="1169" y="1251"/>
                  </a:cubicBezTo>
                  <a:lnTo>
                    <a:pt x="1169" y="586"/>
                  </a:lnTo>
                  <a:cubicBezTo>
                    <a:pt x="1169" y="264"/>
                    <a:pt x="908" y="3"/>
                    <a:pt x="586"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9"/>
            <p:cNvSpPr/>
            <p:nvPr/>
          </p:nvSpPr>
          <p:spPr>
            <a:xfrm>
              <a:off x="4230219" y="3227525"/>
              <a:ext cx="159344" cy="193188"/>
            </a:xfrm>
            <a:custGeom>
              <a:rect b="b" l="l" r="r" t="t"/>
              <a:pathLst>
                <a:path extrusionOk="0" h="7375" w="6083">
                  <a:moveTo>
                    <a:pt x="350" y="0"/>
                  </a:moveTo>
                  <a:cubicBezTo>
                    <a:pt x="158" y="0"/>
                    <a:pt x="0" y="155"/>
                    <a:pt x="0" y="350"/>
                  </a:cubicBezTo>
                  <a:lnTo>
                    <a:pt x="0" y="7025"/>
                  </a:lnTo>
                  <a:cubicBezTo>
                    <a:pt x="0" y="7217"/>
                    <a:pt x="158" y="7375"/>
                    <a:pt x="350" y="7375"/>
                  </a:cubicBezTo>
                  <a:lnTo>
                    <a:pt x="5733" y="7375"/>
                  </a:lnTo>
                  <a:cubicBezTo>
                    <a:pt x="5925" y="7375"/>
                    <a:pt x="6083" y="7217"/>
                    <a:pt x="6083" y="7025"/>
                  </a:cubicBezTo>
                  <a:lnTo>
                    <a:pt x="6083" y="350"/>
                  </a:lnTo>
                  <a:cubicBezTo>
                    <a:pt x="6083" y="158"/>
                    <a:pt x="5928" y="0"/>
                    <a:pt x="573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9"/>
            <p:cNvSpPr/>
            <p:nvPr/>
          </p:nvSpPr>
          <p:spPr>
            <a:xfrm>
              <a:off x="4253821" y="3227525"/>
              <a:ext cx="135742" cy="193188"/>
            </a:xfrm>
            <a:custGeom>
              <a:rect b="b" l="l" r="r" t="t"/>
              <a:pathLst>
                <a:path extrusionOk="0" h="7375" w="5182">
                  <a:moveTo>
                    <a:pt x="350" y="0"/>
                  </a:moveTo>
                  <a:cubicBezTo>
                    <a:pt x="158" y="0"/>
                    <a:pt x="0" y="155"/>
                    <a:pt x="0" y="350"/>
                  </a:cubicBezTo>
                  <a:lnTo>
                    <a:pt x="0" y="7025"/>
                  </a:lnTo>
                  <a:cubicBezTo>
                    <a:pt x="0" y="7217"/>
                    <a:pt x="158" y="7375"/>
                    <a:pt x="350" y="7375"/>
                  </a:cubicBezTo>
                  <a:lnTo>
                    <a:pt x="4832" y="7375"/>
                  </a:lnTo>
                  <a:cubicBezTo>
                    <a:pt x="5024" y="7375"/>
                    <a:pt x="5182" y="7217"/>
                    <a:pt x="5182" y="7025"/>
                  </a:cubicBezTo>
                  <a:lnTo>
                    <a:pt x="5182" y="350"/>
                  </a:lnTo>
                  <a:cubicBezTo>
                    <a:pt x="5182" y="158"/>
                    <a:pt x="5027" y="0"/>
                    <a:pt x="483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9"/>
            <p:cNvSpPr/>
            <p:nvPr/>
          </p:nvSpPr>
          <p:spPr>
            <a:xfrm>
              <a:off x="4210468" y="3210551"/>
              <a:ext cx="198846" cy="31801"/>
            </a:xfrm>
            <a:custGeom>
              <a:rect b="b" l="l" r="r" t="t"/>
              <a:pathLst>
                <a:path extrusionOk="0" h="1214" w="7591">
                  <a:moveTo>
                    <a:pt x="363" y="1"/>
                  </a:moveTo>
                  <a:cubicBezTo>
                    <a:pt x="165" y="1"/>
                    <a:pt x="0" y="165"/>
                    <a:pt x="0" y="364"/>
                  </a:cubicBezTo>
                  <a:lnTo>
                    <a:pt x="0" y="851"/>
                  </a:lnTo>
                  <a:cubicBezTo>
                    <a:pt x="0" y="1049"/>
                    <a:pt x="165" y="1210"/>
                    <a:pt x="363" y="1214"/>
                  </a:cubicBezTo>
                  <a:lnTo>
                    <a:pt x="7227" y="1214"/>
                  </a:lnTo>
                  <a:cubicBezTo>
                    <a:pt x="7430" y="1210"/>
                    <a:pt x="7591" y="1049"/>
                    <a:pt x="7591" y="851"/>
                  </a:cubicBezTo>
                  <a:lnTo>
                    <a:pt x="7591" y="367"/>
                  </a:lnTo>
                  <a:cubicBezTo>
                    <a:pt x="7591" y="165"/>
                    <a:pt x="7430" y="1"/>
                    <a:pt x="722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9"/>
            <p:cNvSpPr/>
            <p:nvPr/>
          </p:nvSpPr>
          <p:spPr>
            <a:xfrm>
              <a:off x="4210468" y="3405887"/>
              <a:ext cx="198846" cy="31722"/>
            </a:xfrm>
            <a:custGeom>
              <a:rect b="b" l="l" r="r" t="t"/>
              <a:pathLst>
                <a:path extrusionOk="0" h="1211" w="7591">
                  <a:moveTo>
                    <a:pt x="363" y="0"/>
                  </a:moveTo>
                  <a:cubicBezTo>
                    <a:pt x="165" y="0"/>
                    <a:pt x="0" y="161"/>
                    <a:pt x="0" y="364"/>
                  </a:cubicBezTo>
                  <a:lnTo>
                    <a:pt x="0" y="847"/>
                  </a:lnTo>
                  <a:cubicBezTo>
                    <a:pt x="0" y="1049"/>
                    <a:pt x="165" y="1210"/>
                    <a:pt x="363" y="1210"/>
                  </a:cubicBezTo>
                  <a:lnTo>
                    <a:pt x="7227" y="1210"/>
                  </a:lnTo>
                  <a:cubicBezTo>
                    <a:pt x="7430" y="1210"/>
                    <a:pt x="7591" y="1049"/>
                    <a:pt x="7591" y="847"/>
                  </a:cubicBezTo>
                  <a:lnTo>
                    <a:pt x="7591" y="364"/>
                  </a:lnTo>
                  <a:cubicBezTo>
                    <a:pt x="7591" y="161"/>
                    <a:pt x="7430" y="0"/>
                    <a:pt x="7227"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9"/>
            <p:cNvSpPr/>
            <p:nvPr/>
          </p:nvSpPr>
          <p:spPr>
            <a:xfrm>
              <a:off x="4238654" y="3210551"/>
              <a:ext cx="170660" cy="31801"/>
            </a:xfrm>
            <a:custGeom>
              <a:rect b="b" l="l" r="r" t="t"/>
              <a:pathLst>
                <a:path extrusionOk="0" h="1214" w="6515">
                  <a:moveTo>
                    <a:pt x="363" y="1"/>
                  </a:moveTo>
                  <a:cubicBezTo>
                    <a:pt x="161" y="1"/>
                    <a:pt x="0" y="165"/>
                    <a:pt x="0" y="364"/>
                  </a:cubicBezTo>
                  <a:lnTo>
                    <a:pt x="0" y="851"/>
                  </a:lnTo>
                  <a:cubicBezTo>
                    <a:pt x="0" y="1049"/>
                    <a:pt x="161" y="1210"/>
                    <a:pt x="363" y="1214"/>
                  </a:cubicBezTo>
                  <a:lnTo>
                    <a:pt x="6151" y="1214"/>
                  </a:lnTo>
                  <a:cubicBezTo>
                    <a:pt x="6354" y="1210"/>
                    <a:pt x="6515" y="1049"/>
                    <a:pt x="6515" y="851"/>
                  </a:cubicBezTo>
                  <a:lnTo>
                    <a:pt x="6515" y="367"/>
                  </a:lnTo>
                  <a:cubicBezTo>
                    <a:pt x="6515" y="165"/>
                    <a:pt x="6354" y="1"/>
                    <a:pt x="615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9"/>
            <p:cNvSpPr/>
            <p:nvPr/>
          </p:nvSpPr>
          <p:spPr>
            <a:xfrm>
              <a:off x="4238654" y="3405887"/>
              <a:ext cx="170660" cy="31722"/>
            </a:xfrm>
            <a:custGeom>
              <a:rect b="b" l="l" r="r" t="t"/>
              <a:pathLst>
                <a:path extrusionOk="0" h="1211" w="6515">
                  <a:moveTo>
                    <a:pt x="363" y="0"/>
                  </a:moveTo>
                  <a:cubicBezTo>
                    <a:pt x="161" y="0"/>
                    <a:pt x="0" y="161"/>
                    <a:pt x="0" y="364"/>
                  </a:cubicBezTo>
                  <a:lnTo>
                    <a:pt x="0" y="847"/>
                  </a:lnTo>
                  <a:cubicBezTo>
                    <a:pt x="0" y="1049"/>
                    <a:pt x="161" y="1210"/>
                    <a:pt x="363" y="1210"/>
                  </a:cubicBezTo>
                  <a:lnTo>
                    <a:pt x="6151" y="1210"/>
                  </a:lnTo>
                  <a:cubicBezTo>
                    <a:pt x="6354" y="1210"/>
                    <a:pt x="6515" y="1049"/>
                    <a:pt x="6515" y="847"/>
                  </a:cubicBezTo>
                  <a:lnTo>
                    <a:pt x="6515" y="364"/>
                  </a:lnTo>
                  <a:cubicBezTo>
                    <a:pt x="6515" y="161"/>
                    <a:pt x="6350" y="0"/>
                    <a:pt x="61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9"/>
            <p:cNvSpPr/>
            <p:nvPr/>
          </p:nvSpPr>
          <p:spPr>
            <a:xfrm>
              <a:off x="4204810" y="3180452"/>
              <a:ext cx="210241" cy="118008"/>
            </a:xfrm>
            <a:custGeom>
              <a:rect b="b" l="l" r="r" t="t"/>
              <a:pathLst>
                <a:path extrusionOk="0" h="4505" w="8026">
                  <a:moveTo>
                    <a:pt x="4011" y="0"/>
                  </a:moveTo>
                  <a:cubicBezTo>
                    <a:pt x="3819" y="0"/>
                    <a:pt x="3677" y="89"/>
                    <a:pt x="3705" y="266"/>
                  </a:cubicBezTo>
                  <a:cubicBezTo>
                    <a:pt x="3723" y="370"/>
                    <a:pt x="3813" y="447"/>
                    <a:pt x="3918" y="447"/>
                  </a:cubicBezTo>
                  <a:cubicBezTo>
                    <a:pt x="3930" y="447"/>
                    <a:pt x="3942" y="446"/>
                    <a:pt x="3955" y="444"/>
                  </a:cubicBezTo>
                  <a:cubicBezTo>
                    <a:pt x="3974" y="441"/>
                    <a:pt x="3993" y="439"/>
                    <a:pt x="4012" y="439"/>
                  </a:cubicBezTo>
                  <a:cubicBezTo>
                    <a:pt x="4211" y="439"/>
                    <a:pt x="4380" y="600"/>
                    <a:pt x="4380" y="807"/>
                  </a:cubicBezTo>
                  <a:lnTo>
                    <a:pt x="4380" y="934"/>
                  </a:lnTo>
                  <a:lnTo>
                    <a:pt x="3646" y="934"/>
                  </a:lnTo>
                  <a:lnTo>
                    <a:pt x="3646" y="852"/>
                  </a:lnTo>
                  <a:cubicBezTo>
                    <a:pt x="3646" y="708"/>
                    <a:pt x="3537" y="636"/>
                    <a:pt x="3427" y="636"/>
                  </a:cubicBezTo>
                  <a:cubicBezTo>
                    <a:pt x="3317" y="636"/>
                    <a:pt x="3208" y="708"/>
                    <a:pt x="3208" y="852"/>
                  </a:cubicBezTo>
                  <a:lnTo>
                    <a:pt x="3208" y="934"/>
                  </a:lnTo>
                  <a:lnTo>
                    <a:pt x="1865" y="934"/>
                  </a:lnTo>
                  <a:cubicBezTo>
                    <a:pt x="1573" y="934"/>
                    <a:pt x="1573" y="1369"/>
                    <a:pt x="1865" y="1369"/>
                  </a:cubicBezTo>
                  <a:lnTo>
                    <a:pt x="7443" y="1369"/>
                  </a:lnTo>
                  <a:cubicBezTo>
                    <a:pt x="7526" y="1369"/>
                    <a:pt x="7587" y="1434"/>
                    <a:pt x="7591" y="1513"/>
                  </a:cubicBezTo>
                  <a:lnTo>
                    <a:pt x="7591" y="2000"/>
                  </a:lnTo>
                  <a:cubicBezTo>
                    <a:pt x="7587" y="2078"/>
                    <a:pt x="7526" y="2143"/>
                    <a:pt x="7443" y="2143"/>
                  </a:cubicBezTo>
                  <a:lnTo>
                    <a:pt x="579" y="2143"/>
                  </a:lnTo>
                  <a:cubicBezTo>
                    <a:pt x="501" y="2143"/>
                    <a:pt x="436" y="2078"/>
                    <a:pt x="436" y="2000"/>
                  </a:cubicBezTo>
                  <a:lnTo>
                    <a:pt x="436" y="1513"/>
                  </a:lnTo>
                  <a:cubicBezTo>
                    <a:pt x="436" y="1434"/>
                    <a:pt x="501" y="1369"/>
                    <a:pt x="579" y="1369"/>
                  </a:cubicBezTo>
                  <a:lnTo>
                    <a:pt x="991" y="1369"/>
                  </a:lnTo>
                  <a:cubicBezTo>
                    <a:pt x="1111" y="1369"/>
                    <a:pt x="1210" y="1270"/>
                    <a:pt x="1210" y="1150"/>
                  </a:cubicBezTo>
                  <a:cubicBezTo>
                    <a:pt x="1210" y="1030"/>
                    <a:pt x="1111" y="934"/>
                    <a:pt x="991" y="934"/>
                  </a:cubicBezTo>
                  <a:lnTo>
                    <a:pt x="579" y="934"/>
                  </a:lnTo>
                  <a:cubicBezTo>
                    <a:pt x="261" y="934"/>
                    <a:pt x="0" y="1194"/>
                    <a:pt x="0" y="1513"/>
                  </a:cubicBezTo>
                  <a:lnTo>
                    <a:pt x="0" y="2000"/>
                  </a:lnTo>
                  <a:cubicBezTo>
                    <a:pt x="0" y="2318"/>
                    <a:pt x="261" y="2579"/>
                    <a:pt x="579" y="2579"/>
                  </a:cubicBezTo>
                  <a:lnTo>
                    <a:pt x="751" y="2579"/>
                  </a:lnTo>
                  <a:lnTo>
                    <a:pt x="751" y="4285"/>
                  </a:lnTo>
                  <a:cubicBezTo>
                    <a:pt x="751" y="4405"/>
                    <a:pt x="850" y="4505"/>
                    <a:pt x="970" y="4505"/>
                  </a:cubicBezTo>
                  <a:cubicBezTo>
                    <a:pt x="1090" y="4505"/>
                    <a:pt x="1189" y="4405"/>
                    <a:pt x="1189" y="4285"/>
                  </a:cubicBezTo>
                  <a:lnTo>
                    <a:pt x="1189" y="2582"/>
                  </a:lnTo>
                  <a:lnTo>
                    <a:pt x="6833" y="2582"/>
                  </a:lnTo>
                  <a:lnTo>
                    <a:pt x="6833" y="3120"/>
                  </a:lnTo>
                  <a:cubicBezTo>
                    <a:pt x="6833" y="3240"/>
                    <a:pt x="6933" y="3339"/>
                    <a:pt x="7053" y="3339"/>
                  </a:cubicBezTo>
                  <a:cubicBezTo>
                    <a:pt x="7173" y="3339"/>
                    <a:pt x="7272" y="3240"/>
                    <a:pt x="7272" y="3120"/>
                  </a:cubicBezTo>
                  <a:lnTo>
                    <a:pt x="7272" y="2582"/>
                  </a:lnTo>
                  <a:lnTo>
                    <a:pt x="7443" y="2582"/>
                  </a:lnTo>
                  <a:cubicBezTo>
                    <a:pt x="7765" y="2582"/>
                    <a:pt x="8026" y="2318"/>
                    <a:pt x="8026" y="2000"/>
                  </a:cubicBezTo>
                  <a:lnTo>
                    <a:pt x="8026" y="1513"/>
                  </a:lnTo>
                  <a:cubicBezTo>
                    <a:pt x="8026" y="1194"/>
                    <a:pt x="7765" y="934"/>
                    <a:pt x="7443" y="934"/>
                  </a:cubicBezTo>
                  <a:lnTo>
                    <a:pt x="4815" y="934"/>
                  </a:lnTo>
                  <a:lnTo>
                    <a:pt x="4815" y="807"/>
                  </a:lnTo>
                  <a:cubicBezTo>
                    <a:pt x="4815" y="265"/>
                    <a:pt x="4340" y="0"/>
                    <a:pt x="4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9"/>
            <p:cNvSpPr/>
            <p:nvPr/>
          </p:nvSpPr>
          <p:spPr>
            <a:xfrm>
              <a:off x="4204810" y="3279339"/>
              <a:ext cx="210241" cy="287883"/>
            </a:xfrm>
            <a:custGeom>
              <a:rect b="b" l="l" r="r" t="t"/>
              <a:pathLst>
                <a:path extrusionOk="0" h="10990" w="8026">
                  <a:moveTo>
                    <a:pt x="3948" y="6260"/>
                  </a:moveTo>
                  <a:lnTo>
                    <a:pt x="2022" y="10321"/>
                  </a:lnTo>
                  <a:cubicBezTo>
                    <a:pt x="1971" y="10427"/>
                    <a:pt x="1861" y="10492"/>
                    <a:pt x="1745" y="10492"/>
                  </a:cubicBezTo>
                  <a:cubicBezTo>
                    <a:pt x="1700" y="10492"/>
                    <a:pt x="1655" y="10482"/>
                    <a:pt x="1614" y="10462"/>
                  </a:cubicBezTo>
                  <a:cubicBezTo>
                    <a:pt x="1460" y="10390"/>
                    <a:pt x="1398" y="10205"/>
                    <a:pt x="1474" y="10054"/>
                  </a:cubicBezTo>
                  <a:lnTo>
                    <a:pt x="3273" y="6260"/>
                  </a:lnTo>
                  <a:close/>
                  <a:moveTo>
                    <a:pt x="4753" y="6260"/>
                  </a:moveTo>
                  <a:lnTo>
                    <a:pt x="6552" y="10054"/>
                  </a:lnTo>
                  <a:cubicBezTo>
                    <a:pt x="6624" y="10208"/>
                    <a:pt x="6563" y="10390"/>
                    <a:pt x="6412" y="10462"/>
                  </a:cubicBezTo>
                  <a:cubicBezTo>
                    <a:pt x="6371" y="10482"/>
                    <a:pt x="6326" y="10492"/>
                    <a:pt x="6278" y="10492"/>
                  </a:cubicBezTo>
                  <a:cubicBezTo>
                    <a:pt x="6162" y="10492"/>
                    <a:pt x="6055" y="10427"/>
                    <a:pt x="6004" y="10321"/>
                  </a:cubicBezTo>
                  <a:lnTo>
                    <a:pt x="4753" y="7689"/>
                  </a:lnTo>
                  <a:lnTo>
                    <a:pt x="4253" y="6634"/>
                  </a:lnTo>
                  <a:lnTo>
                    <a:pt x="4428" y="6267"/>
                  </a:lnTo>
                  <a:lnTo>
                    <a:pt x="4431" y="6260"/>
                  </a:lnTo>
                  <a:close/>
                  <a:moveTo>
                    <a:pt x="4013" y="7141"/>
                  </a:moveTo>
                  <a:lnTo>
                    <a:pt x="4318" y="7785"/>
                  </a:lnTo>
                  <a:lnTo>
                    <a:pt x="4318" y="10249"/>
                  </a:lnTo>
                  <a:cubicBezTo>
                    <a:pt x="4318" y="10417"/>
                    <a:pt x="4181" y="10554"/>
                    <a:pt x="4013" y="10554"/>
                  </a:cubicBezTo>
                  <a:cubicBezTo>
                    <a:pt x="3845" y="10554"/>
                    <a:pt x="3708" y="10417"/>
                    <a:pt x="3708" y="10249"/>
                  </a:cubicBezTo>
                  <a:lnTo>
                    <a:pt x="3708" y="7785"/>
                  </a:lnTo>
                  <a:lnTo>
                    <a:pt x="4013" y="7141"/>
                  </a:lnTo>
                  <a:close/>
                  <a:moveTo>
                    <a:pt x="7054" y="0"/>
                  </a:moveTo>
                  <a:cubicBezTo>
                    <a:pt x="6946" y="0"/>
                    <a:pt x="6837" y="73"/>
                    <a:pt x="6837" y="219"/>
                  </a:cubicBezTo>
                  <a:lnTo>
                    <a:pt x="6837" y="4612"/>
                  </a:lnTo>
                  <a:lnTo>
                    <a:pt x="1189" y="4612"/>
                  </a:lnTo>
                  <a:lnTo>
                    <a:pt x="1189" y="1384"/>
                  </a:lnTo>
                  <a:cubicBezTo>
                    <a:pt x="1189" y="1238"/>
                    <a:pt x="1081" y="1166"/>
                    <a:pt x="972" y="1166"/>
                  </a:cubicBezTo>
                  <a:cubicBezTo>
                    <a:pt x="863" y="1166"/>
                    <a:pt x="754" y="1238"/>
                    <a:pt x="754" y="1384"/>
                  </a:cubicBezTo>
                  <a:lnTo>
                    <a:pt x="754" y="4612"/>
                  </a:lnTo>
                  <a:lnTo>
                    <a:pt x="583" y="4612"/>
                  </a:lnTo>
                  <a:cubicBezTo>
                    <a:pt x="261" y="4612"/>
                    <a:pt x="0" y="4873"/>
                    <a:pt x="0" y="5195"/>
                  </a:cubicBezTo>
                  <a:lnTo>
                    <a:pt x="0" y="5678"/>
                  </a:lnTo>
                  <a:cubicBezTo>
                    <a:pt x="0" y="6000"/>
                    <a:pt x="261" y="6260"/>
                    <a:pt x="583" y="6260"/>
                  </a:cubicBezTo>
                  <a:lnTo>
                    <a:pt x="2790" y="6260"/>
                  </a:lnTo>
                  <a:lnTo>
                    <a:pt x="1080" y="9865"/>
                  </a:lnTo>
                  <a:cubicBezTo>
                    <a:pt x="902" y="10235"/>
                    <a:pt x="1056" y="10677"/>
                    <a:pt x="1422" y="10856"/>
                  </a:cubicBezTo>
                  <a:cubicBezTo>
                    <a:pt x="1522" y="10904"/>
                    <a:pt x="1631" y="10931"/>
                    <a:pt x="1745" y="10931"/>
                  </a:cubicBezTo>
                  <a:cubicBezTo>
                    <a:pt x="2029" y="10928"/>
                    <a:pt x="2289" y="10767"/>
                    <a:pt x="2413" y="10510"/>
                  </a:cubicBezTo>
                  <a:lnTo>
                    <a:pt x="3269" y="8704"/>
                  </a:lnTo>
                  <a:lnTo>
                    <a:pt x="3269" y="10246"/>
                  </a:lnTo>
                  <a:cubicBezTo>
                    <a:pt x="3269" y="10657"/>
                    <a:pt x="3602" y="10989"/>
                    <a:pt x="4013" y="10989"/>
                  </a:cubicBezTo>
                  <a:cubicBezTo>
                    <a:pt x="4421" y="10989"/>
                    <a:pt x="4753" y="10657"/>
                    <a:pt x="4753" y="10246"/>
                  </a:cubicBezTo>
                  <a:lnTo>
                    <a:pt x="4753" y="8704"/>
                  </a:lnTo>
                  <a:lnTo>
                    <a:pt x="5610" y="10513"/>
                  </a:lnTo>
                  <a:cubicBezTo>
                    <a:pt x="5733" y="10767"/>
                    <a:pt x="5994" y="10931"/>
                    <a:pt x="6278" y="10931"/>
                  </a:cubicBezTo>
                  <a:cubicBezTo>
                    <a:pt x="6391" y="10931"/>
                    <a:pt x="6501" y="10907"/>
                    <a:pt x="6600" y="10856"/>
                  </a:cubicBezTo>
                  <a:cubicBezTo>
                    <a:pt x="6967" y="10677"/>
                    <a:pt x="7121" y="10235"/>
                    <a:pt x="6946" y="9869"/>
                  </a:cubicBezTo>
                  <a:lnTo>
                    <a:pt x="5236" y="6260"/>
                  </a:lnTo>
                  <a:lnTo>
                    <a:pt x="6162" y="6260"/>
                  </a:lnTo>
                  <a:cubicBezTo>
                    <a:pt x="6282" y="6260"/>
                    <a:pt x="6378" y="6164"/>
                    <a:pt x="6378" y="6044"/>
                  </a:cubicBezTo>
                  <a:cubicBezTo>
                    <a:pt x="6378" y="5921"/>
                    <a:pt x="6282" y="5825"/>
                    <a:pt x="6162" y="5825"/>
                  </a:cubicBezTo>
                  <a:lnTo>
                    <a:pt x="579" y="5825"/>
                  </a:lnTo>
                  <a:cubicBezTo>
                    <a:pt x="501" y="5825"/>
                    <a:pt x="436" y="5760"/>
                    <a:pt x="436" y="5678"/>
                  </a:cubicBezTo>
                  <a:lnTo>
                    <a:pt x="436" y="5195"/>
                  </a:lnTo>
                  <a:cubicBezTo>
                    <a:pt x="436" y="5116"/>
                    <a:pt x="501" y="5051"/>
                    <a:pt x="579" y="5051"/>
                  </a:cubicBezTo>
                  <a:lnTo>
                    <a:pt x="7443" y="5051"/>
                  </a:lnTo>
                  <a:cubicBezTo>
                    <a:pt x="7522" y="5051"/>
                    <a:pt x="7587" y="5116"/>
                    <a:pt x="7587" y="5195"/>
                  </a:cubicBezTo>
                  <a:lnTo>
                    <a:pt x="7587" y="5678"/>
                  </a:lnTo>
                  <a:cubicBezTo>
                    <a:pt x="7587" y="5760"/>
                    <a:pt x="7522" y="5825"/>
                    <a:pt x="7443" y="5825"/>
                  </a:cubicBezTo>
                  <a:lnTo>
                    <a:pt x="7032" y="5825"/>
                  </a:lnTo>
                  <a:cubicBezTo>
                    <a:pt x="6744" y="5825"/>
                    <a:pt x="6744" y="6260"/>
                    <a:pt x="7032" y="6260"/>
                  </a:cubicBezTo>
                  <a:lnTo>
                    <a:pt x="7443" y="6260"/>
                  </a:lnTo>
                  <a:cubicBezTo>
                    <a:pt x="7765" y="6260"/>
                    <a:pt x="8026" y="6000"/>
                    <a:pt x="8026" y="5678"/>
                  </a:cubicBezTo>
                  <a:lnTo>
                    <a:pt x="8026" y="5195"/>
                  </a:lnTo>
                  <a:cubicBezTo>
                    <a:pt x="8026" y="4873"/>
                    <a:pt x="7765" y="4612"/>
                    <a:pt x="7443" y="4612"/>
                  </a:cubicBezTo>
                  <a:lnTo>
                    <a:pt x="7272" y="4612"/>
                  </a:lnTo>
                  <a:lnTo>
                    <a:pt x="7272" y="219"/>
                  </a:lnTo>
                  <a:cubicBezTo>
                    <a:pt x="7272" y="73"/>
                    <a:pt x="7163" y="0"/>
                    <a:pt x="70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79"/>
          <p:cNvGrpSpPr/>
          <p:nvPr/>
        </p:nvGrpSpPr>
        <p:grpSpPr>
          <a:xfrm>
            <a:off x="4803811" y="3180479"/>
            <a:ext cx="84584" cy="385617"/>
            <a:chOff x="4803811" y="3180479"/>
            <a:chExt cx="84584" cy="385617"/>
          </a:xfrm>
        </p:grpSpPr>
        <p:sp>
          <p:nvSpPr>
            <p:cNvPr id="7848" name="Google Shape;7848;p79"/>
            <p:cNvSpPr/>
            <p:nvPr/>
          </p:nvSpPr>
          <p:spPr>
            <a:xfrm>
              <a:off x="4809548" y="3189333"/>
              <a:ext cx="73110" cy="370974"/>
            </a:xfrm>
            <a:custGeom>
              <a:rect b="b" l="l" r="r" t="t"/>
              <a:pathLst>
                <a:path extrusionOk="0" h="14162" w="2791">
                  <a:moveTo>
                    <a:pt x="1395" y="0"/>
                  </a:moveTo>
                  <a:cubicBezTo>
                    <a:pt x="1358" y="0"/>
                    <a:pt x="1322" y="19"/>
                    <a:pt x="1303" y="57"/>
                  </a:cubicBezTo>
                  <a:lnTo>
                    <a:pt x="785" y="1030"/>
                  </a:lnTo>
                  <a:lnTo>
                    <a:pt x="141" y="2253"/>
                  </a:lnTo>
                  <a:cubicBezTo>
                    <a:pt x="49" y="2425"/>
                    <a:pt x="1" y="2613"/>
                    <a:pt x="4" y="2805"/>
                  </a:cubicBezTo>
                  <a:lnTo>
                    <a:pt x="4" y="12767"/>
                  </a:lnTo>
                  <a:cubicBezTo>
                    <a:pt x="1" y="13538"/>
                    <a:pt x="631" y="14162"/>
                    <a:pt x="1400" y="14162"/>
                  </a:cubicBezTo>
                  <a:cubicBezTo>
                    <a:pt x="1407" y="14162"/>
                    <a:pt x="1413" y="14162"/>
                    <a:pt x="1419" y="14161"/>
                  </a:cubicBezTo>
                  <a:cubicBezTo>
                    <a:pt x="1608" y="14158"/>
                    <a:pt x="1793" y="14117"/>
                    <a:pt x="1964" y="14038"/>
                  </a:cubicBezTo>
                  <a:cubicBezTo>
                    <a:pt x="2461" y="13809"/>
                    <a:pt x="2783" y="13315"/>
                    <a:pt x="2790" y="12767"/>
                  </a:cubicBezTo>
                  <a:lnTo>
                    <a:pt x="2790" y="12743"/>
                  </a:lnTo>
                  <a:lnTo>
                    <a:pt x="2790" y="2805"/>
                  </a:lnTo>
                  <a:cubicBezTo>
                    <a:pt x="2790" y="2723"/>
                    <a:pt x="2783" y="2637"/>
                    <a:pt x="2766" y="2558"/>
                  </a:cubicBezTo>
                  <a:cubicBezTo>
                    <a:pt x="2763" y="2552"/>
                    <a:pt x="2759" y="2545"/>
                    <a:pt x="2759" y="2538"/>
                  </a:cubicBezTo>
                  <a:cubicBezTo>
                    <a:pt x="2739" y="2438"/>
                    <a:pt x="2701" y="2342"/>
                    <a:pt x="2653" y="2253"/>
                  </a:cubicBezTo>
                  <a:lnTo>
                    <a:pt x="2005" y="1033"/>
                  </a:lnTo>
                  <a:lnTo>
                    <a:pt x="1488" y="57"/>
                  </a:lnTo>
                  <a:cubicBezTo>
                    <a:pt x="1469" y="19"/>
                    <a:pt x="1432" y="0"/>
                    <a:pt x="13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9"/>
            <p:cNvSpPr/>
            <p:nvPr/>
          </p:nvSpPr>
          <p:spPr>
            <a:xfrm>
              <a:off x="4809653" y="3490261"/>
              <a:ext cx="73005" cy="33503"/>
            </a:xfrm>
            <a:custGeom>
              <a:rect b="b" l="l" r="r" t="t"/>
              <a:pathLst>
                <a:path extrusionOk="0" h="1279" w="2787">
                  <a:moveTo>
                    <a:pt x="0" y="1"/>
                  </a:moveTo>
                  <a:lnTo>
                    <a:pt x="0" y="1279"/>
                  </a:lnTo>
                  <a:lnTo>
                    <a:pt x="2786" y="1279"/>
                  </a:lnTo>
                  <a:lnTo>
                    <a:pt x="2786" y="1255"/>
                  </a:lnTo>
                  <a:lnTo>
                    <a:pt x="2786"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9"/>
            <p:cNvSpPr/>
            <p:nvPr/>
          </p:nvSpPr>
          <p:spPr>
            <a:xfrm>
              <a:off x="4830111" y="3189333"/>
              <a:ext cx="31984" cy="33006"/>
            </a:xfrm>
            <a:custGeom>
              <a:rect b="b" l="l" r="r" t="t"/>
              <a:pathLst>
                <a:path extrusionOk="0" h="1260" w="1221">
                  <a:moveTo>
                    <a:pt x="609" y="0"/>
                  </a:moveTo>
                  <a:cubicBezTo>
                    <a:pt x="572" y="0"/>
                    <a:pt x="535" y="19"/>
                    <a:pt x="514" y="57"/>
                  </a:cubicBezTo>
                  <a:lnTo>
                    <a:pt x="0" y="1033"/>
                  </a:lnTo>
                  <a:cubicBezTo>
                    <a:pt x="175" y="1184"/>
                    <a:pt x="393" y="1260"/>
                    <a:pt x="610" y="1260"/>
                  </a:cubicBezTo>
                  <a:cubicBezTo>
                    <a:pt x="828" y="1260"/>
                    <a:pt x="1046" y="1184"/>
                    <a:pt x="1220" y="1033"/>
                  </a:cubicBezTo>
                  <a:lnTo>
                    <a:pt x="703" y="57"/>
                  </a:lnTo>
                  <a:cubicBezTo>
                    <a:pt x="682" y="19"/>
                    <a:pt x="645" y="0"/>
                    <a:pt x="60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9"/>
            <p:cNvSpPr/>
            <p:nvPr/>
          </p:nvSpPr>
          <p:spPr>
            <a:xfrm>
              <a:off x="4809548" y="3523738"/>
              <a:ext cx="73110" cy="36568"/>
            </a:xfrm>
            <a:custGeom>
              <a:rect b="b" l="l" r="r" t="t"/>
              <a:pathLst>
                <a:path extrusionOk="0" h="1396" w="2791">
                  <a:moveTo>
                    <a:pt x="4" y="1"/>
                  </a:moveTo>
                  <a:cubicBezTo>
                    <a:pt x="1" y="772"/>
                    <a:pt x="631" y="1396"/>
                    <a:pt x="1400" y="1396"/>
                  </a:cubicBezTo>
                  <a:cubicBezTo>
                    <a:pt x="1407" y="1396"/>
                    <a:pt x="1413" y="1396"/>
                    <a:pt x="1419" y="1395"/>
                  </a:cubicBezTo>
                  <a:cubicBezTo>
                    <a:pt x="1608" y="1392"/>
                    <a:pt x="1793" y="1351"/>
                    <a:pt x="1964" y="1272"/>
                  </a:cubicBezTo>
                  <a:cubicBezTo>
                    <a:pt x="2461" y="1043"/>
                    <a:pt x="2783" y="549"/>
                    <a:pt x="2790"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9"/>
            <p:cNvSpPr/>
            <p:nvPr/>
          </p:nvSpPr>
          <p:spPr>
            <a:xfrm>
              <a:off x="4839358" y="3490261"/>
              <a:ext cx="43300" cy="33503"/>
            </a:xfrm>
            <a:custGeom>
              <a:rect b="b" l="l" r="r" t="t"/>
              <a:pathLst>
                <a:path extrusionOk="0" h="1279" w="1653">
                  <a:moveTo>
                    <a:pt x="0" y="1"/>
                  </a:moveTo>
                  <a:lnTo>
                    <a:pt x="0" y="1279"/>
                  </a:lnTo>
                  <a:lnTo>
                    <a:pt x="1652" y="1279"/>
                  </a:lnTo>
                  <a:lnTo>
                    <a:pt x="1652" y="1255"/>
                  </a:lnTo>
                  <a:lnTo>
                    <a:pt x="165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9"/>
            <p:cNvSpPr/>
            <p:nvPr/>
          </p:nvSpPr>
          <p:spPr>
            <a:xfrm>
              <a:off x="4839358" y="3523738"/>
              <a:ext cx="43300" cy="33346"/>
            </a:xfrm>
            <a:custGeom>
              <a:rect b="b" l="l" r="r" t="t"/>
              <a:pathLst>
                <a:path extrusionOk="0" h="1273" w="1653">
                  <a:moveTo>
                    <a:pt x="0" y="1"/>
                  </a:moveTo>
                  <a:cubicBezTo>
                    <a:pt x="0" y="549"/>
                    <a:pt x="322" y="1046"/>
                    <a:pt x="826" y="1272"/>
                  </a:cubicBezTo>
                  <a:cubicBezTo>
                    <a:pt x="1323" y="1043"/>
                    <a:pt x="1645" y="549"/>
                    <a:pt x="165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9"/>
            <p:cNvSpPr/>
            <p:nvPr/>
          </p:nvSpPr>
          <p:spPr>
            <a:xfrm>
              <a:off x="4809548" y="3255789"/>
              <a:ext cx="73110" cy="234498"/>
            </a:xfrm>
            <a:custGeom>
              <a:rect b="b" l="l" r="r" t="t"/>
              <a:pathLst>
                <a:path extrusionOk="0" h="8952" w="2791">
                  <a:moveTo>
                    <a:pt x="31" y="1"/>
                  </a:moveTo>
                  <a:cubicBezTo>
                    <a:pt x="11" y="90"/>
                    <a:pt x="1" y="179"/>
                    <a:pt x="4" y="268"/>
                  </a:cubicBezTo>
                  <a:lnTo>
                    <a:pt x="4" y="8952"/>
                  </a:lnTo>
                  <a:lnTo>
                    <a:pt x="2790" y="8952"/>
                  </a:lnTo>
                  <a:lnTo>
                    <a:pt x="2790" y="268"/>
                  </a:lnTo>
                  <a:cubicBezTo>
                    <a:pt x="2790" y="186"/>
                    <a:pt x="2783" y="100"/>
                    <a:pt x="2766" y="18"/>
                  </a:cubicBezTo>
                  <a:cubicBezTo>
                    <a:pt x="2763" y="15"/>
                    <a:pt x="2759" y="8"/>
                    <a:pt x="275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9"/>
            <p:cNvSpPr/>
            <p:nvPr/>
          </p:nvSpPr>
          <p:spPr>
            <a:xfrm>
              <a:off x="4844387" y="3255789"/>
              <a:ext cx="38271" cy="234498"/>
            </a:xfrm>
            <a:custGeom>
              <a:rect b="b" l="l" r="r" t="t"/>
              <a:pathLst>
                <a:path extrusionOk="0" h="8952" w="1461">
                  <a:moveTo>
                    <a:pt x="0" y="1"/>
                  </a:moveTo>
                  <a:lnTo>
                    <a:pt x="0" y="8952"/>
                  </a:lnTo>
                  <a:lnTo>
                    <a:pt x="1460" y="8952"/>
                  </a:lnTo>
                  <a:lnTo>
                    <a:pt x="1460" y="268"/>
                  </a:lnTo>
                  <a:cubicBezTo>
                    <a:pt x="1460" y="186"/>
                    <a:pt x="1453" y="100"/>
                    <a:pt x="1439" y="18"/>
                  </a:cubicBezTo>
                  <a:cubicBezTo>
                    <a:pt x="1436" y="15"/>
                    <a:pt x="1436" y="8"/>
                    <a:pt x="143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9"/>
            <p:cNvSpPr/>
            <p:nvPr/>
          </p:nvSpPr>
          <p:spPr>
            <a:xfrm>
              <a:off x="4803811" y="3180479"/>
              <a:ext cx="84584" cy="385617"/>
            </a:xfrm>
            <a:custGeom>
              <a:rect b="b" l="l" r="r" t="t"/>
              <a:pathLst>
                <a:path extrusionOk="0" h="14721" w="3229">
                  <a:moveTo>
                    <a:pt x="1614" y="686"/>
                  </a:moveTo>
                  <a:lnTo>
                    <a:pt x="1936" y="1289"/>
                  </a:lnTo>
                  <a:lnTo>
                    <a:pt x="1940" y="1299"/>
                  </a:lnTo>
                  <a:cubicBezTo>
                    <a:pt x="1839" y="1353"/>
                    <a:pt x="1727" y="1379"/>
                    <a:pt x="1616" y="1379"/>
                  </a:cubicBezTo>
                  <a:cubicBezTo>
                    <a:pt x="1504" y="1379"/>
                    <a:pt x="1392" y="1353"/>
                    <a:pt x="1289" y="1299"/>
                  </a:cubicBezTo>
                  <a:lnTo>
                    <a:pt x="1614" y="686"/>
                  </a:lnTo>
                  <a:close/>
                  <a:moveTo>
                    <a:pt x="2145" y="1687"/>
                  </a:moveTo>
                  <a:lnTo>
                    <a:pt x="2660" y="2656"/>
                  </a:lnTo>
                  <a:lnTo>
                    <a:pt x="569" y="2656"/>
                  </a:lnTo>
                  <a:lnTo>
                    <a:pt x="1083" y="1687"/>
                  </a:lnTo>
                  <a:cubicBezTo>
                    <a:pt x="1249" y="1772"/>
                    <a:pt x="1432" y="1815"/>
                    <a:pt x="1614" y="1815"/>
                  </a:cubicBezTo>
                  <a:cubicBezTo>
                    <a:pt x="1797" y="1815"/>
                    <a:pt x="1979" y="1772"/>
                    <a:pt x="2145" y="1687"/>
                  </a:cubicBezTo>
                  <a:close/>
                  <a:moveTo>
                    <a:pt x="2793" y="12042"/>
                  </a:moveTo>
                  <a:lnTo>
                    <a:pt x="2793" y="12885"/>
                  </a:lnTo>
                  <a:lnTo>
                    <a:pt x="439" y="12885"/>
                  </a:lnTo>
                  <a:lnTo>
                    <a:pt x="439" y="12042"/>
                  </a:lnTo>
                  <a:close/>
                  <a:moveTo>
                    <a:pt x="1619" y="1"/>
                  </a:moveTo>
                  <a:cubicBezTo>
                    <a:pt x="1616" y="1"/>
                    <a:pt x="1614" y="1"/>
                    <a:pt x="1611" y="1"/>
                  </a:cubicBezTo>
                  <a:cubicBezTo>
                    <a:pt x="1532" y="1"/>
                    <a:pt x="1457" y="45"/>
                    <a:pt x="1419" y="117"/>
                  </a:cubicBezTo>
                  <a:lnTo>
                    <a:pt x="812" y="1269"/>
                  </a:lnTo>
                  <a:lnTo>
                    <a:pt x="165" y="2489"/>
                  </a:lnTo>
                  <a:cubicBezTo>
                    <a:pt x="55" y="2691"/>
                    <a:pt x="0" y="2917"/>
                    <a:pt x="0" y="3143"/>
                  </a:cubicBezTo>
                  <a:lnTo>
                    <a:pt x="0" y="7070"/>
                  </a:lnTo>
                  <a:cubicBezTo>
                    <a:pt x="0" y="7190"/>
                    <a:pt x="100" y="7286"/>
                    <a:pt x="220" y="7286"/>
                  </a:cubicBezTo>
                  <a:cubicBezTo>
                    <a:pt x="340" y="7286"/>
                    <a:pt x="439" y="7190"/>
                    <a:pt x="439" y="7070"/>
                  </a:cubicBezTo>
                  <a:lnTo>
                    <a:pt x="439" y="3095"/>
                  </a:lnTo>
                  <a:lnTo>
                    <a:pt x="1395" y="3095"/>
                  </a:lnTo>
                  <a:lnTo>
                    <a:pt x="1395" y="11597"/>
                  </a:lnTo>
                  <a:lnTo>
                    <a:pt x="1395" y="11607"/>
                  </a:lnTo>
                  <a:lnTo>
                    <a:pt x="436" y="11607"/>
                  </a:lnTo>
                  <a:lnTo>
                    <a:pt x="436" y="7944"/>
                  </a:lnTo>
                  <a:cubicBezTo>
                    <a:pt x="436" y="7798"/>
                    <a:pt x="327" y="7726"/>
                    <a:pt x="218" y="7726"/>
                  </a:cubicBezTo>
                  <a:cubicBezTo>
                    <a:pt x="109" y="7726"/>
                    <a:pt x="0" y="7798"/>
                    <a:pt x="0" y="7944"/>
                  </a:cubicBezTo>
                  <a:lnTo>
                    <a:pt x="0" y="13101"/>
                  </a:lnTo>
                  <a:lnTo>
                    <a:pt x="0" y="13105"/>
                  </a:lnTo>
                  <a:lnTo>
                    <a:pt x="0" y="13108"/>
                  </a:lnTo>
                  <a:cubicBezTo>
                    <a:pt x="0" y="13399"/>
                    <a:pt x="79" y="13687"/>
                    <a:pt x="230" y="13934"/>
                  </a:cubicBezTo>
                  <a:cubicBezTo>
                    <a:pt x="276" y="14011"/>
                    <a:pt x="344" y="14043"/>
                    <a:pt x="411" y="14043"/>
                  </a:cubicBezTo>
                  <a:cubicBezTo>
                    <a:pt x="561" y="14043"/>
                    <a:pt x="708" y="13882"/>
                    <a:pt x="603" y="13711"/>
                  </a:cubicBezTo>
                  <a:cubicBezTo>
                    <a:pt x="531" y="13591"/>
                    <a:pt x="483" y="13461"/>
                    <a:pt x="456" y="13324"/>
                  </a:cubicBezTo>
                  <a:lnTo>
                    <a:pt x="2762" y="13324"/>
                  </a:lnTo>
                  <a:cubicBezTo>
                    <a:pt x="2656" y="13869"/>
                    <a:pt x="2187" y="14266"/>
                    <a:pt x="1631" y="14280"/>
                  </a:cubicBezTo>
                  <a:cubicBezTo>
                    <a:pt x="1623" y="14280"/>
                    <a:pt x="1615" y="14280"/>
                    <a:pt x="1607" y="14280"/>
                  </a:cubicBezTo>
                  <a:cubicBezTo>
                    <a:pt x="1451" y="14280"/>
                    <a:pt x="1295" y="14249"/>
                    <a:pt x="1152" y="14188"/>
                  </a:cubicBezTo>
                  <a:cubicBezTo>
                    <a:pt x="1119" y="14174"/>
                    <a:pt x="1088" y="14168"/>
                    <a:pt x="1059" y="14168"/>
                  </a:cubicBezTo>
                  <a:cubicBezTo>
                    <a:pt x="849" y="14168"/>
                    <a:pt x="746" y="14490"/>
                    <a:pt x="980" y="14592"/>
                  </a:cubicBezTo>
                  <a:cubicBezTo>
                    <a:pt x="1186" y="14680"/>
                    <a:pt x="1396" y="14720"/>
                    <a:pt x="1602" y="14720"/>
                  </a:cubicBezTo>
                  <a:cubicBezTo>
                    <a:pt x="2456" y="14720"/>
                    <a:pt x="3225" y="14019"/>
                    <a:pt x="3225" y="13105"/>
                  </a:cubicBezTo>
                  <a:lnTo>
                    <a:pt x="3225" y="11844"/>
                  </a:lnTo>
                  <a:cubicBezTo>
                    <a:pt x="3225" y="11840"/>
                    <a:pt x="3228" y="11830"/>
                    <a:pt x="3228" y="11827"/>
                  </a:cubicBezTo>
                  <a:lnTo>
                    <a:pt x="3228" y="11806"/>
                  </a:lnTo>
                  <a:lnTo>
                    <a:pt x="3228" y="9935"/>
                  </a:lnTo>
                  <a:cubicBezTo>
                    <a:pt x="3228" y="9789"/>
                    <a:pt x="3120" y="9717"/>
                    <a:pt x="3011" y="9717"/>
                  </a:cubicBezTo>
                  <a:cubicBezTo>
                    <a:pt x="2902" y="9717"/>
                    <a:pt x="2793" y="9789"/>
                    <a:pt x="2793" y="9935"/>
                  </a:cubicBezTo>
                  <a:lnTo>
                    <a:pt x="2793" y="11604"/>
                  </a:lnTo>
                  <a:lnTo>
                    <a:pt x="1834" y="11604"/>
                  </a:lnTo>
                  <a:lnTo>
                    <a:pt x="1834" y="11597"/>
                  </a:lnTo>
                  <a:lnTo>
                    <a:pt x="1834" y="3095"/>
                  </a:lnTo>
                  <a:lnTo>
                    <a:pt x="2790" y="3095"/>
                  </a:lnTo>
                  <a:lnTo>
                    <a:pt x="2790" y="3143"/>
                  </a:lnTo>
                  <a:lnTo>
                    <a:pt x="2790" y="9061"/>
                  </a:lnTo>
                  <a:cubicBezTo>
                    <a:pt x="2790" y="9181"/>
                    <a:pt x="2886" y="9277"/>
                    <a:pt x="3009" y="9277"/>
                  </a:cubicBezTo>
                  <a:cubicBezTo>
                    <a:pt x="3129" y="9277"/>
                    <a:pt x="3228" y="9181"/>
                    <a:pt x="3228" y="9061"/>
                  </a:cubicBezTo>
                  <a:lnTo>
                    <a:pt x="3228" y="3143"/>
                  </a:lnTo>
                  <a:cubicBezTo>
                    <a:pt x="3225" y="2917"/>
                    <a:pt x="3170" y="2691"/>
                    <a:pt x="3064" y="2489"/>
                  </a:cubicBezTo>
                  <a:lnTo>
                    <a:pt x="1806" y="114"/>
                  </a:lnTo>
                  <a:cubicBezTo>
                    <a:pt x="1770" y="48"/>
                    <a:pt x="1698" y="1"/>
                    <a:pt x="1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7" name="Google Shape;7857;p79"/>
          <p:cNvGrpSpPr/>
          <p:nvPr/>
        </p:nvGrpSpPr>
        <p:grpSpPr>
          <a:xfrm>
            <a:off x="5232073" y="3214113"/>
            <a:ext cx="357824" cy="347581"/>
            <a:chOff x="5232073" y="3214113"/>
            <a:chExt cx="357824" cy="347581"/>
          </a:xfrm>
        </p:grpSpPr>
        <p:sp>
          <p:nvSpPr>
            <p:cNvPr id="7858" name="Google Shape;7858;p79"/>
            <p:cNvSpPr/>
            <p:nvPr/>
          </p:nvSpPr>
          <p:spPr>
            <a:xfrm>
              <a:off x="5239067" y="3248874"/>
              <a:ext cx="315204" cy="306639"/>
            </a:xfrm>
            <a:custGeom>
              <a:rect b="b" l="l" r="r" t="t"/>
              <a:pathLst>
                <a:path extrusionOk="0" h="11706" w="12033">
                  <a:moveTo>
                    <a:pt x="2811" y="1"/>
                  </a:moveTo>
                  <a:lnTo>
                    <a:pt x="1865" y="498"/>
                  </a:lnTo>
                  <a:lnTo>
                    <a:pt x="1605" y="635"/>
                  </a:lnTo>
                  <a:cubicBezTo>
                    <a:pt x="460" y="1235"/>
                    <a:pt x="1" y="2640"/>
                    <a:pt x="577" y="3801"/>
                  </a:cubicBezTo>
                  <a:cubicBezTo>
                    <a:pt x="1341" y="5340"/>
                    <a:pt x="6697" y="10696"/>
                    <a:pt x="8235" y="11457"/>
                  </a:cubicBezTo>
                  <a:cubicBezTo>
                    <a:pt x="8575" y="11625"/>
                    <a:pt x="8936" y="11706"/>
                    <a:pt x="9291" y="11706"/>
                  </a:cubicBezTo>
                  <a:cubicBezTo>
                    <a:pt x="10148" y="11706"/>
                    <a:pt x="10974" y="11240"/>
                    <a:pt x="11398" y="10429"/>
                  </a:cubicBezTo>
                  <a:lnTo>
                    <a:pt x="11535" y="10172"/>
                  </a:lnTo>
                  <a:lnTo>
                    <a:pt x="12032" y="9226"/>
                  </a:lnTo>
                  <a:lnTo>
                    <a:pt x="9305" y="7698"/>
                  </a:lnTo>
                  <a:lnTo>
                    <a:pt x="9061" y="8290"/>
                  </a:lnTo>
                  <a:cubicBezTo>
                    <a:pt x="8881" y="8726"/>
                    <a:pt x="8462" y="8976"/>
                    <a:pt x="8030" y="8976"/>
                  </a:cubicBezTo>
                  <a:cubicBezTo>
                    <a:pt x="7807" y="8976"/>
                    <a:pt x="7581" y="8909"/>
                    <a:pt x="7382" y="8767"/>
                  </a:cubicBezTo>
                  <a:cubicBezTo>
                    <a:pt x="7111" y="8568"/>
                    <a:pt x="3465" y="4925"/>
                    <a:pt x="3270" y="4655"/>
                  </a:cubicBezTo>
                  <a:cubicBezTo>
                    <a:pt x="2849" y="4072"/>
                    <a:pt x="3082" y="3250"/>
                    <a:pt x="3746" y="2975"/>
                  </a:cubicBezTo>
                  <a:lnTo>
                    <a:pt x="4339" y="2732"/>
                  </a:lnTo>
                  <a:lnTo>
                    <a:pt x="281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9"/>
            <p:cNvSpPr/>
            <p:nvPr/>
          </p:nvSpPr>
          <p:spPr>
            <a:xfrm>
              <a:off x="5287921" y="3248979"/>
              <a:ext cx="64833" cy="82960"/>
            </a:xfrm>
            <a:custGeom>
              <a:rect b="b" l="l" r="r" t="t"/>
              <a:pathLst>
                <a:path extrusionOk="0" h="3167" w="2475">
                  <a:moveTo>
                    <a:pt x="946" y="0"/>
                  </a:moveTo>
                  <a:lnTo>
                    <a:pt x="0" y="497"/>
                  </a:lnTo>
                  <a:lnTo>
                    <a:pt x="1569" y="3167"/>
                  </a:lnTo>
                  <a:cubicBezTo>
                    <a:pt x="1662" y="3084"/>
                    <a:pt x="1768" y="3019"/>
                    <a:pt x="1881" y="2971"/>
                  </a:cubicBezTo>
                  <a:lnTo>
                    <a:pt x="2474" y="2728"/>
                  </a:lnTo>
                  <a:lnTo>
                    <a:pt x="9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9"/>
            <p:cNvSpPr/>
            <p:nvPr/>
          </p:nvSpPr>
          <p:spPr>
            <a:xfrm>
              <a:off x="5471286" y="3450497"/>
              <a:ext cx="82986" cy="64833"/>
            </a:xfrm>
            <a:custGeom>
              <a:rect b="b" l="l" r="r" t="t"/>
              <a:pathLst>
                <a:path extrusionOk="0" h="2475" w="3168">
                  <a:moveTo>
                    <a:pt x="440" y="1"/>
                  </a:moveTo>
                  <a:lnTo>
                    <a:pt x="193" y="590"/>
                  </a:lnTo>
                  <a:cubicBezTo>
                    <a:pt x="145" y="703"/>
                    <a:pt x="80" y="809"/>
                    <a:pt x="1" y="902"/>
                  </a:cubicBezTo>
                  <a:lnTo>
                    <a:pt x="2670" y="2475"/>
                  </a:lnTo>
                  <a:lnTo>
                    <a:pt x="3167" y="1529"/>
                  </a:lnTo>
                  <a:lnTo>
                    <a:pt x="44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9"/>
            <p:cNvSpPr/>
            <p:nvPr/>
          </p:nvSpPr>
          <p:spPr>
            <a:xfrm>
              <a:off x="5295177" y="3220426"/>
              <a:ext cx="93385" cy="116908"/>
            </a:xfrm>
            <a:custGeom>
              <a:rect b="b" l="l" r="r" t="t"/>
              <a:pathLst>
                <a:path extrusionOk="0" h="4463" w="3565">
                  <a:moveTo>
                    <a:pt x="1433" y="1"/>
                  </a:moveTo>
                  <a:lnTo>
                    <a:pt x="1" y="844"/>
                  </a:lnTo>
                  <a:lnTo>
                    <a:pt x="2132" y="4462"/>
                  </a:lnTo>
                  <a:lnTo>
                    <a:pt x="3564" y="3619"/>
                  </a:lnTo>
                  <a:lnTo>
                    <a:pt x="1433"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9"/>
            <p:cNvSpPr/>
            <p:nvPr/>
          </p:nvSpPr>
          <p:spPr>
            <a:xfrm>
              <a:off x="5465811" y="3414583"/>
              <a:ext cx="116908" cy="93307"/>
            </a:xfrm>
            <a:custGeom>
              <a:rect b="b" l="l" r="r" t="t"/>
              <a:pathLst>
                <a:path extrusionOk="0" h="3562" w="4463">
                  <a:moveTo>
                    <a:pt x="844" y="1"/>
                  </a:moveTo>
                  <a:lnTo>
                    <a:pt x="1" y="1430"/>
                  </a:lnTo>
                  <a:lnTo>
                    <a:pt x="3620" y="3561"/>
                  </a:lnTo>
                  <a:lnTo>
                    <a:pt x="4463" y="2132"/>
                  </a:lnTo>
                  <a:lnTo>
                    <a:pt x="84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9"/>
            <p:cNvSpPr/>
            <p:nvPr/>
          </p:nvSpPr>
          <p:spPr>
            <a:xfrm>
              <a:off x="5232073" y="3214113"/>
              <a:ext cx="357824" cy="347581"/>
            </a:xfrm>
            <a:custGeom>
              <a:rect b="b" l="l" r="r" t="t"/>
              <a:pathLst>
                <a:path extrusionOk="0" h="13269" w="13660">
                  <a:moveTo>
                    <a:pt x="3756" y="564"/>
                  </a:moveTo>
                  <a:lnTo>
                    <a:pt x="5648" y="3775"/>
                  </a:lnTo>
                  <a:lnTo>
                    <a:pt x="4627" y="4378"/>
                  </a:lnTo>
                  <a:lnTo>
                    <a:pt x="2735" y="1167"/>
                  </a:lnTo>
                  <a:lnTo>
                    <a:pt x="3756" y="564"/>
                  </a:lnTo>
                  <a:close/>
                  <a:moveTo>
                    <a:pt x="3841" y="1"/>
                  </a:moveTo>
                  <a:cubicBezTo>
                    <a:pt x="3800" y="1"/>
                    <a:pt x="3760" y="11"/>
                    <a:pt x="3722" y="33"/>
                  </a:cubicBezTo>
                  <a:lnTo>
                    <a:pt x="2290" y="876"/>
                  </a:lnTo>
                  <a:cubicBezTo>
                    <a:pt x="2177" y="944"/>
                    <a:pt x="2139" y="1088"/>
                    <a:pt x="2204" y="1201"/>
                  </a:cubicBezTo>
                  <a:lnTo>
                    <a:pt x="2344" y="1444"/>
                  </a:lnTo>
                  <a:lnTo>
                    <a:pt x="1762" y="1753"/>
                  </a:lnTo>
                  <a:cubicBezTo>
                    <a:pt x="504" y="2414"/>
                    <a:pt x="1" y="3960"/>
                    <a:pt x="631" y="5234"/>
                  </a:cubicBezTo>
                  <a:cubicBezTo>
                    <a:pt x="933" y="5834"/>
                    <a:pt x="1813" y="6862"/>
                    <a:pt x="2499" y="7616"/>
                  </a:cubicBezTo>
                  <a:cubicBezTo>
                    <a:pt x="2545" y="7674"/>
                    <a:pt x="2613" y="7703"/>
                    <a:pt x="2681" y="7703"/>
                  </a:cubicBezTo>
                  <a:cubicBezTo>
                    <a:pt x="2738" y="7703"/>
                    <a:pt x="2796" y="7682"/>
                    <a:pt x="2841" y="7640"/>
                  </a:cubicBezTo>
                  <a:cubicBezTo>
                    <a:pt x="2941" y="7551"/>
                    <a:pt x="2944" y="7393"/>
                    <a:pt x="2852" y="7301"/>
                  </a:cubicBezTo>
                  <a:cubicBezTo>
                    <a:pt x="1909" y="6263"/>
                    <a:pt x="1272" y="5454"/>
                    <a:pt x="1056" y="5022"/>
                  </a:cubicBezTo>
                  <a:cubicBezTo>
                    <a:pt x="542" y="3991"/>
                    <a:pt x="957" y="2709"/>
                    <a:pt x="1981" y="2171"/>
                  </a:cubicBezTo>
                  <a:lnTo>
                    <a:pt x="2591" y="1852"/>
                  </a:lnTo>
                  <a:lnTo>
                    <a:pt x="3907" y="4090"/>
                  </a:lnTo>
                  <a:cubicBezTo>
                    <a:pt x="3112" y="4429"/>
                    <a:pt x="2838" y="5420"/>
                    <a:pt x="3349" y="6119"/>
                  </a:cubicBezTo>
                  <a:cubicBezTo>
                    <a:pt x="3561" y="6413"/>
                    <a:pt x="7217" y="10070"/>
                    <a:pt x="7509" y="10282"/>
                  </a:cubicBezTo>
                  <a:cubicBezTo>
                    <a:pt x="7751" y="10457"/>
                    <a:pt x="8026" y="10539"/>
                    <a:pt x="8297" y="10539"/>
                  </a:cubicBezTo>
                  <a:cubicBezTo>
                    <a:pt x="8814" y="10539"/>
                    <a:pt x="9315" y="10241"/>
                    <a:pt x="9537" y="9720"/>
                  </a:cubicBezTo>
                  <a:lnTo>
                    <a:pt x="11778" y="11039"/>
                  </a:lnTo>
                  <a:lnTo>
                    <a:pt x="11456" y="11646"/>
                  </a:lnTo>
                  <a:cubicBezTo>
                    <a:pt x="11075" y="12373"/>
                    <a:pt x="10320" y="12795"/>
                    <a:pt x="9546" y="12795"/>
                  </a:cubicBezTo>
                  <a:cubicBezTo>
                    <a:pt x="9229" y="12795"/>
                    <a:pt x="8908" y="12724"/>
                    <a:pt x="8609" y="12575"/>
                  </a:cubicBezTo>
                  <a:cubicBezTo>
                    <a:pt x="7779" y="12160"/>
                    <a:pt x="5603" y="10214"/>
                    <a:pt x="3540" y="8041"/>
                  </a:cubicBezTo>
                  <a:cubicBezTo>
                    <a:pt x="3490" y="7994"/>
                    <a:pt x="3435" y="7974"/>
                    <a:pt x="3382" y="7974"/>
                  </a:cubicBezTo>
                  <a:cubicBezTo>
                    <a:pt x="3204" y="7974"/>
                    <a:pt x="3050" y="8193"/>
                    <a:pt x="3198" y="8367"/>
                  </a:cubicBezTo>
                  <a:cubicBezTo>
                    <a:pt x="5024" y="10289"/>
                    <a:pt x="7396" y="12499"/>
                    <a:pt x="8396" y="12996"/>
                  </a:cubicBezTo>
                  <a:cubicBezTo>
                    <a:pt x="8769" y="13181"/>
                    <a:pt x="9166" y="13268"/>
                    <a:pt x="9557" y="13268"/>
                  </a:cubicBezTo>
                  <a:cubicBezTo>
                    <a:pt x="10500" y="13268"/>
                    <a:pt x="11410" y="12757"/>
                    <a:pt x="11878" y="11865"/>
                  </a:cubicBezTo>
                  <a:lnTo>
                    <a:pt x="12186" y="11279"/>
                  </a:lnTo>
                  <a:lnTo>
                    <a:pt x="12430" y="11423"/>
                  </a:lnTo>
                  <a:cubicBezTo>
                    <a:pt x="12467" y="11445"/>
                    <a:pt x="12508" y="11455"/>
                    <a:pt x="12548" y="11455"/>
                  </a:cubicBezTo>
                  <a:cubicBezTo>
                    <a:pt x="12629" y="11455"/>
                    <a:pt x="12708" y="11413"/>
                    <a:pt x="12752" y="11338"/>
                  </a:cubicBezTo>
                  <a:lnTo>
                    <a:pt x="13595" y="9905"/>
                  </a:lnTo>
                  <a:cubicBezTo>
                    <a:pt x="13660" y="9792"/>
                    <a:pt x="13622" y="9645"/>
                    <a:pt x="13509" y="9580"/>
                  </a:cubicBezTo>
                  <a:lnTo>
                    <a:pt x="13509" y="9583"/>
                  </a:lnTo>
                  <a:lnTo>
                    <a:pt x="11929" y="8651"/>
                  </a:lnTo>
                  <a:cubicBezTo>
                    <a:pt x="11891" y="8628"/>
                    <a:pt x="11849" y="8617"/>
                    <a:pt x="11807" y="8617"/>
                  </a:cubicBezTo>
                  <a:cubicBezTo>
                    <a:pt x="11725" y="8617"/>
                    <a:pt x="11646" y="8659"/>
                    <a:pt x="11600" y="8733"/>
                  </a:cubicBezTo>
                  <a:cubicBezTo>
                    <a:pt x="11532" y="8846"/>
                    <a:pt x="11573" y="8994"/>
                    <a:pt x="11689" y="9059"/>
                  </a:cubicBezTo>
                  <a:lnTo>
                    <a:pt x="13067" y="9871"/>
                  </a:lnTo>
                  <a:lnTo>
                    <a:pt x="12464" y="10896"/>
                  </a:lnTo>
                  <a:lnTo>
                    <a:pt x="9249" y="9004"/>
                  </a:lnTo>
                  <a:lnTo>
                    <a:pt x="9853" y="7979"/>
                  </a:lnTo>
                  <a:lnTo>
                    <a:pt x="10857" y="8572"/>
                  </a:lnTo>
                  <a:cubicBezTo>
                    <a:pt x="10898" y="8595"/>
                    <a:pt x="10939" y="8606"/>
                    <a:pt x="10978" y="8606"/>
                  </a:cubicBezTo>
                  <a:cubicBezTo>
                    <a:pt x="11187" y="8606"/>
                    <a:pt x="11320" y="8300"/>
                    <a:pt x="11097" y="8161"/>
                  </a:cubicBezTo>
                  <a:lnTo>
                    <a:pt x="9890" y="7452"/>
                  </a:lnTo>
                  <a:cubicBezTo>
                    <a:pt x="9853" y="7430"/>
                    <a:pt x="9812" y="7420"/>
                    <a:pt x="9771" y="7420"/>
                  </a:cubicBezTo>
                  <a:cubicBezTo>
                    <a:pt x="9689" y="7420"/>
                    <a:pt x="9608" y="7462"/>
                    <a:pt x="9565" y="7537"/>
                  </a:cubicBezTo>
                  <a:lnTo>
                    <a:pt x="8722" y="8970"/>
                  </a:lnTo>
                  <a:cubicBezTo>
                    <a:pt x="8657" y="9083"/>
                    <a:pt x="8694" y="9227"/>
                    <a:pt x="8807" y="9292"/>
                  </a:cubicBezTo>
                  <a:lnTo>
                    <a:pt x="9126" y="9480"/>
                  </a:lnTo>
                  <a:lnTo>
                    <a:pt x="9106" y="9525"/>
                  </a:lnTo>
                  <a:cubicBezTo>
                    <a:pt x="8966" y="9868"/>
                    <a:pt x="8637" y="10064"/>
                    <a:pt x="8298" y="10064"/>
                  </a:cubicBezTo>
                  <a:cubicBezTo>
                    <a:pt x="8122" y="10064"/>
                    <a:pt x="7943" y="10011"/>
                    <a:pt x="7786" y="9898"/>
                  </a:cubicBezTo>
                  <a:cubicBezTo>
                    <a:pt x="7526" y="9706"/>
                    <a:pt x="3921" y="6101"/>
                    <a:pt x="3729" y="5841"/>
                  </a:cubicBezTo>
                  <a:cubicBezTo>
                    <a:pt x="3400" y="5382"/>
                    <a:pt x="3582" y="4734"/>
                    <a:pt x="4106" y="4522"/>
                  </a:cubicBezTo>
                  <a:lnTo>
                    <a:pt x="4147" y="4501"/>
                  </a:lnTo>
                  <a:lnTo>
                    <a:pt x="4335" y="4820"/>
                  </a:lnTo>
                  <a:cubicBezTo>
                    <a:pt x="4379" y="4895"/>
                    <a:pt x="4459" y="4939"/>
                    <a:pt x="4542" y="4939"/>
                  </a:cubicBezTo>
                  <a:cubicBezTo>
                    <a:pt x="4582" y="4939"/>
                    <a:pt x="4624" y="4928"/>
                    <a:pt x="4661" y="4906"/>
                  </a:cubicBezTo>
                  <a:lnTo>
                    <a:pt x="6090" y="4063"/>
                  </a:lnTo>
                  <a:cubicBezTo>
                    <a:pt x="6203" y="3997"/>
                    <a:pt x="6244" y="3853"/>
                    <a:pt x="6176" y="3740"/>
                  </a:cubicBezTo>
                  <a:lnTo>
                    <a:pt x="4044" y="118"/>
                  </a:lnTo>
                  <a:cubicBezTo>
                    <a:pt x="4001" y="43"/>
                    <a:pt x="3922" y="1"/>
                    <a:pt x="3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79"/>
          <p:cNvGrpSpPr/>
          <p:nvPr/>
        </p:nvGrpSpPr>
        <p:grpSpPr>
          <a:xfrm>
            <a:off x="5739863" y="3222757"/>
            <a:ext cx="385407" cy="343128"/>
            <a:chOff x="5739863" y="3222757"/>
            <a:chExt cx="385407" cy="343128"/>
          </a:xfrm>
        </p:grpSpPr>
        <p:sp>
          <p:nvSpPr>
            <p:cNvPr id="7865" name="Google Shape;7865;p79"/>
            <p:cNvSpPr/>
            <p:nvPr/>
          </p:nvSpPr>
          <p:spPr>
            <a:xfrm>
              <a:off x="5748665" y="3229594"/>
              <a:ext cx="367699" cy="329612"/>
            </a:xfrm>
            <a:custGeom>
              <a:rect b="b" l="l" r="r" t="t"/>
              <a:pathLst>
                <a:path extrusionOk="0" h="12583" w="14037">
                  <a:moveTo>
                    <a:pt x="3852" y="0"/>
                  </a:moveTo>
                  <a:cubicBezTo>
                    <a:pt x="1724" y="0"/>
                    <a:pt x="4" y="1734"/>
                    <a:pt x="4" y="3872"/>
                  </a:cubicBezTo>
                  <a:lnTo>
                    <a:pt x="1" y="3872"/>
                  </a:lnTo>
                  <a:cubicBezTo>
                    <a:pt x="1" y="7868"/>
                    <a:pt x="5148" y="11504"/>
                    <a:pt x="6628" y="12467"/>
                  </a:cubicBezTo>
                  <a:cubicBezTo>
                    <a:pt x="6746" y="12544"/>
                    <a:pt x="6883" y="12582"/>
                    <a:pt x="7019" y="12582"/>
                  </a:cubicBezTo>
                  <a:cubicBezTo>
                    <a:pt x="7156" y="12582"/>
                    <a:pt x="7293" y="12544"/>
                    <a:pt x="7413" y="12467"/>
                  </a:cubicBezTo>
                  <a:cubicBezTo>
                    <a:pt x="8890" y="11504"/>
                    <a:pt x="14037" y="7868"/>
                    <a:pt x="14037" y="3872"/>
                  </a:cubicBezTo>
                  <a:cubicBezTo>
                    <a:pt x="14037" y="1734"/>
                    <a:pt x="12313" y="0"/>
                    <a:pt x="10189" y="0"/>
                  </a:cubicBezTo>
                  <a:cubicBezTo>
                    <a:pt x="9174" y="0"/>
                    <a:pt x="8204" y="401"/>
                    <a:pt x="7488" y="1117"/>
                  </a:cubicBezTo>
                  <a:cubicBezTo>
                    <a:pt x="7358" y="1244"/>
                    <a:pt x="7188" y="1307"/>
                    <a:pt x="7019" y="1307"/>
                  </a:cubicBezTo>
                  <a:cubicBezTo>
                    <a:pt x="6850" y="1307"/>
                    <a:pt x="6681" y="1244"/>
                    <a:pt x="6553" y="1117"/>
                  </a:cubicBezTo>
                  <a:cubicBezTo>
                    <a:pt x="5837" y="401"/>
                    <a:pt x="4863" y="0"/>
                    <a:pt x="385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9"/>
            <p:cNvSpPr/>
            <p:nvPr/>
          </p:nvSpPr>
          <p:spPr>
            <a:xfrm>
              <a:off x="5748770" y="3229594"/>
              <a:ext cx="183758" cy="329533"/>
            </a:xfrm>
            <a:custGeom>
              <a:rect b="b" l="l" r="r" t="t"/>
              <a:pathLst>
                <a:path extrusionOk="0" h="12580" w="7015">
                  <a:moveTo>
                    <a:pt x="3848" y="0"/>
                  </a:moveTo>
                  <a:cubicBezTo>
                    <a:pt x="1720" y="0"/>
                    <a:pt x="0" y="1731"/>
                    <a:pt x="0" y="3869"/>
                  </a:cubicBezTo>
                  <a:cubicBezTo>
                    <a:pt x="0" y="7868"/>
                    <a:pt x="5147" y="11504"/>
                    <a:pt x="6624" y="12463"/>
                  </a:cubicBezTo>
                  <a:cubicBezTo>
                    <a:pt x="6741" y="12542"/>
                    <a:pt x="6878" y="12580"/>
                    <a:pt x="7015" y="12580"/>
                  </a:cubicBezTo>
                  <a:cubicBezTo>
                    <a:pt x="1758" y="5404"/>
                    <a:pt x="3629" y="1388"/>
                    <a:pt x="5411" y="336"/>
                  </a:cubicBezTo>
                  <a:cubicBezTo>
                    <a:pt x="4921" y="113"/>
                    <a:pt x="4386" y="0"/>
                    <a:pt x="384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9"/>
            <p:cNvSpPr/>
            <p:nvPr/>
          </p:nvSpPr>
          <p:spPr>
            <a:xfrm>
              <a:off x="5739863" y="3222757"/>
              <a:ext cx="385407" cy="343128"/>
            </a:xfrm>
            <a:custGeom>
              <a:rect b="b" l="l" r="r" t="t"/>
              <a:pathLst>
                <a:path extrusionOk="0" h="13099" w="14713">
                  <a:moveTo>
                    <a:pt x="10577" y="459"/>
                  </a:moveTo>
                  <a:cubicBezTo>
                    <a:pt x="10940" y="459"/>
                    <a:pt x="11306" y="513"/>
                    <a:pt x="11666" y="624"/>
                  </a:cubicBezTo>
                  <a:cubicBezTo>
                    <a:pt x="13204" y="1104"/>
                    <a:pt x="14250" y="2526"/>
                    <a:pt x="14250" y="4137"/>
                  </a:cubicBezTo>
                  <a:cubicBezTo>
                    <a:pt x="14250" y="6488"/>
                    <a:pt x="12358" y="8674"/>
                    <a:pt x="10771" y="10096"/>
                  </a:cubicBezTo>
                  <a:cubicBezTo>
                    <a:pt x="9712" y="11035"/>
                    <a:pt x="8568" y="11875"/>
                    <a:pt x="7355" y="12608"/>
                  </a:cubicBezTo>
                  <a:cubicBezTo>
                    <a:pt x="6145" y="11878"/>
                    <a:pt x="5004" y="11038"/>
                    <a:pt x="3949" y="10103"/>
                  </a:cubicBezTo>
                  <a:cubicBezTo>
                    <a:pt x="2359" y="8677"/>
                    <a:pt x="460" y="6488"/>
                    <a:pt x="460" y="4140"/>
                  </a:cubicBezTo>
                  <a:cubicBezTo>
                    <a:pt x="460" y="2530"/>
                    <a:pt x="1505" y="1104"/>
                    <a:pt x="3044" y="624"/>
                  </a:cubicBezTo>
                  <a:cubicBezTo>
                    <a:pt x="3403" y="513"/>
                    <a:pt x="3770" y="459"/>
                    <a:pt x="4133" y="459"/>
                  </a:cubicBezTo>
                  <a:cubicBezTo>
                    <a:pt x="5322" y="459"/>
                    <a:pt x="6468" y="1037"/>
                    <a:pt x="7166" y="2053"/>
                  </a:cubicBezTo>
                  <a:cubicBezTo>
                    <a:pt x="7213" y="2120"/>
                    <a:pt x="7285" y="2154"/>
                    <a:pt x="7356" y="2154"/>
                  </a:cubicBezTo>
                  <a:cubicBezTo>
                    <a:pt x="7428" y="2154"/>
                    <a:pt x="7499" y="2120"/>
                    <a:pt x="7543" y="2053"/>
                  </a:cubicBezTo>
                  <a:cubicBezTo>
                    <a:pt x="8244" y="1037"/>
                    <a:pt x="9388" y="459"/>
                    <a:pt x="10577" y="459"/>
                  </a:cubicBezTo>
                  <a:close/>
                  <a:moveTo>
                    <a:pt x="4137" y="0"/>
                  </a:moveTo>
                  <a:cubicBezTo>
                    <a:pt x="3677" y="0"/>
                    <a:pt x="3211" y="77"/>
                    <a:pt x="2759" y="237"/>
                  </a:cubicBezTo>
                  <a:cubicBezTo>
                    <a:pt x="1108" y="820"/>
                    <a:pt x="1" y="2382"/>
                    <a:pt x="1" y="4137"/>
                  </a:cubicBezTo>
                  <a:cubicBezTo>
                    <a:pt x="1" y="5257"/>
                    <a:pt x="388" y="6426"/>
                    <a:pt x="1152" y="7615"/>
                  </a:cubicBezTo>
                  <a:cubicBezTo>
                    <a:pt x="1755" y="8551"/>
                    <a:pt x="2592" y="9503"/>
                    <a:pt x="3640" y="10442"/>
                  </a:cubicBezTo>
                  <a:cubicBezTo>
                    <a:pt x="4754" y="11429"/>
                    <a:pt x="5960" y="12310"/>
                    <a:pt x="7242" y="13071"/>
                  </a:cubicBezTo>
                  <a:cubicBezTo>
                    <a:pt x="7278" y="13089"/>
                    <a:pt x="7317" y="13099"/>
                    <a:pt x="7356" y="13099"/>
                  </a:cubicBezTo>
                  <a:cubicBezTo>
                    <a:pt x="7395" y="13099"/>
                    <a:pt x="7434" y="13089"/>
                    <a:pt x="7468" y="13071"/>
                  </a:cubicBezTo>
                  <a:cubicBezTo>
                    <a:pt x="8750" y="12310"/>
                    <a:pt x="9959" y="11429"/>
                    <a:pt x="11073" y="10442"/>
                  </a:cubicBezTo>
                  <a:cubicBezTo>
                    <a:pt x="12121" y="9500"/>
                    <a:pt x="12958" y="8551"/>
                    <a:pt x="13561" y="7615"/>
                  </a:cubicBezTo>
                  <a:cubicBezTo>
                    <a:pt x="14325" y="6426"/>
                    <a:pt x="14712" y="5257"/>
                    <a:pt x="14712" y="4137"/>
                  </a:cubicBezTo>
                  <a:cubicBezTo>
                    <a:pt x="14705" y="1855"/>
                    <a:pt x="12855" y="4"/>
                    <a:pt x="10573" y="4"/>
                  </a:cubicBezTo>
                  <a:cubicBezTo>
                    <a:pt x="9325" y="4"/>
                    <a:pt x="8143" y="566"/>
                    <a:pt x="7355" y="1539"/>
                  </a:cubicBezTo>
                  <a:cubicBezTo>
                    <a:pt x="6555" y="548"/>
                    <a:pt x="5364"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9"/>
            <p:cNvSpPr/>
            <p:nvPr/>
          </p:nvSpPr>
          <p:spPr>
            <a:xfrm>
              <a:off x="5840504" y="3246909"/>
              <a:ext cx="80026" cy="45789"/>
            </a:xfrm>
            <a:custGeom>
              <a:rect b="b" l="l" r="r" t="t"/>
              <a:pathLst>
                <a:path extrusionOk="0" h="1748" w="3055">
                  <a:moveTo>
                    <a:pt x="295" y="1"/>
                  </a:moveTo>
                  <a:cubicBezTo>
                    <a:pt x="0" y="11"/>
                    <a:pt x="0" y="446"/>
                    <a:pt x="295" y="460"/>
                  </a:cubicBezTo>
                  <a:cubicBezTo>
                    <a:pt x="1203" y="460"/>
                    <a:pt x="2050" y="909"/>
                    <a:pt x="2567" y="1656"/>
                  </a:cubicBezTo>
                  <a:cubicBezTo>
                    <a:pt x="2616" y="1721"/>
                    <a:pt x="2680" y="1748"/>
                    <a:pt x="2743" y="1748"/>
                  </a:cubicBezTo>
                  <a:cubicBezTo>
                    <a:pt x="2902" y="1748"/>
                    <a:pt x="3055" y="1572"/>
                    <a:pt x="2944" y="1395"/>
                  </a:cubicBezTo>
                  <a:cubicBezTo>
                    <a:pt x="2344" y="521"/>
                    <a:pt x="1354"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9"/>
            <p:cNvSpPr/>
            <p:nvPr/>
          </p:nvSpPr>
          <p:spPr>
            <a:xfrm>
              <a:off x="6010510" y="3246909"/>
              <a:ext cx="90609" cy="88906"/>
            </a:xfrm>
            <a:custGeom>
              <a:rect b="b" l="l" r="r" t="t"/>
              <a:pathLst>
                <a:path extrusionOk="0" h="3394" w="3459">
                  <a:moveTo>
                    <a:pt x="229" y="0"/>
                  </a:moveTo>
                  <a:cubicBezTo>
                    <a:pt x="104" y="0"/>
                    <a:pt x="1" y="104"/>
                    <a:pt x="1" y="230"/>
                  </a:cubicBezTo>
                  <a:cubicBezTo>
                    <a:pt x="1" y="356"/>
                    <a:pt x="104" y="460"/>
                    <a:pt x="229" y="460"/>
                  </a:cubicBezTo>
                  <a:cubicBezTo>
                    <a:pt x="233" y="460"/>
                    <a:pt x="237" y="460"/>
                    <a:pt x="241" y="460"/>
                  </a:cubicBezTo>
                  <a:cubicBezTo>
                    <a:pt x="1742" y="467"/>
                    <a:pt x="2961" y="1666"/>
                    <a:pt x="2996" y="3167"/>
                  </a:cubicBezTo>
                  <a:cubicBezTo>
                    <a:pt x="2999" y="3294"/>
                    <a:pt x="3102" y="3393"/>
                    <a:pt x="3225" y="3393"/>
                  </a:cubicBezTo>
                  <a:lnTo>
                    <a:pt x="3232" y="3393"/>
                  </a:lnTo>
                  <a:cubicBezTo>
                    <a:pt x="3359" y="3390"/>
                    <a:pt x="3458" y="3287"/>
                    <a:pt x="3455" y="3160"/>
                  </a:cubicBezTo>
                  <a:cubicBezTo>
                    <a:pt x="3424" y="1416"/>
                    <a:pt x="1981" y="1"/>
                    <a:pt x="241" y="1"/>
                  </a:cubicBezTo>
                  <a:cubicBezTo>
                    <a:pt x="237" y="0"/>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0" name="Google Shape;7870;p79"/>
          <p:cNvGrpSpPr/>
          <p:nvPr/>
        </p:nvGrpSpPr>
        <p:grpSpPr>
          <a:xfrm>
            <a:off x="6217870" y="3235200"/>
            <a:ext cx="455217" cy="308577"/>
            <a:chOff x="6217870" y="3235200"/>
            <a:chExt cx="455217" cy="308577"/>
          </a:xfrm>
        </p:grpSpPr>
        <p:sp>
          <p:nvSpPr>
            <p:cNvPr id="7871" name="Google Shape;7871;p79"/>
            <p:cNvSpPr/>
            <p:nvPr/>
          </p:nvSpPr>
          <p:spPr>
            <a:xfrm>
              <a:off x="6533676" y="3411885"/>
              <a:ext cx="91656" cy="58389"/>
            </a:xfrm>
            <a:custGeom>
              <a:rect b="b" l="l" r="r" t="t"/>
              <a:pathLst>
                <a:path extrusionOk="0" h="2229" w="3499">
                  <a:moveTo>
                    <a:pt x="0" y="1"/>
                  </a:moveTo>
                  <a:lnTo>
                    <a:pt x="0" y="2228"/>
                  </a:lnTo>
                  <a:lnTo>
                    <a:pt x="3499" y="2228"/>
                  </a:lnTo>
                  <a:lnTo>
                    <a:pt x="349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9"/>
            <p:cNvSpPr/>
            <p:nvPr/>
          </p:nvSpPr>
          <p:spPr>
            <a:xfrm>
              <a:off x="6533676" y="3441067"/>
              <a:ext cx="91656" cy="29207"/>
            </a:xfrm>
            <a:custGeom>
              <a:rect b="b" l="l" r="r" t="t"/>
              <a:pathLst>
                <a:path extrusionOk="0" h="1115" w="3499">
                  <a:moveTo>
                    <a:pt x="0" y="1"/>
                  </a:moveTo>
                  <a:lnTo>
                    <a:pt x="0" y="1114"/>
                  </a:lnTo>
                  <a:lnTo>
                    <a:pt x="3499" y="1114"/>
                  </a:lnTo>
                  <a:lnTo>
                    <a:pt x="349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9"/>
            <p:cNvSpPr/>
            <p:nvPr/>
          </p:nvSpPr>
          <p:spPr>
            <a:xfrm>
              <a:off x="6602517" y="3372776"/>
              <a:ext cx="64021" cy="136686"/>
            </a:xfrm>
            <a:custGeom>
              <a:rect b="b" l="l" r="r" t="t"/>
              <a:pathLst>
                <a:path extrusionOk="0" h="5218" w="2444">
                  <a:moveTo>
                    <a:pt x="2177" y="0"/>
                  </a:moveTo>
                  <a:cubicBezTo>
                    <a:pt x="2153" y="0"/>
                    <a:pt x="2129" y="3"/>
                    <a:pt x="2104" y="10"/>
                  </a:cubicBezTo>
                  <a:lnTo>
                    <a:pt x="196" y="534"/>
                  </a:lnTo>
                  <a:cubicBezTo>
                    <a:pt x="79" y="565"/>
                    <a:pt x="0" y="672"/>
                    <a:pt x="0" y="791"/>
                  </a:cubicBezTo>
                  <a:lnTo>
                    <a:pt x="0" y="4427"/>
                  </a:lnTo>
                  <a:cubicBezTo>
                    <a:pt x="0" y="4547"/>
                    <a:pt x="79" y="4650"/>
                    <a:pt x="196" y="4684"/>
                  </a:cubicBezTo>
                  <a:lnTo>
                    <a:pt x="2104" y="5209"/>
                  </a:lnTo>
                  <a:cubicBezTo>
                    <a:pt x="2128" y="5215"/>
                    <a:pt x="2151" y="5218"/>
                    <a:pt x="2174" y="5218"/>
                  </a:cubicBezTo>
                  <a:cubicBezTo>
                    <a:pt x="2319" y="5218"/>
                    <a:pt x="2444" y="5102"/>
                    <a:pt x="2444" y="4948"/>
                  </a:cubicBezTo>
                  <a:lnTo>
                    <a:pt x="2444" y="267"/>
                  </a:lnTo>
                  <a:cubicBezTo>
                    <a:pt x="2444" y="117"/>
                    <a:pt x="2320" y="0"/>
                    <a:pt x="217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9"/>
            <p:cNvSpPr/>
            <p:nvPr/>
          </p:nvSpPr>
          <p:spPr>
            <a:xfrm>
              <a:off x="6267509" y="3345036"/>
              <a:ext cx="294641" cy="192193"/>
            </a:xfrm>
            <a:custGeom>
              <a:rect b="b" l="l" r="r" t="t"/>
              <a:pathLst>
                <a:path extrusionOk="0" h="7337" w="11248">
                  <a:moveTo>
                    <a:pt x="378" y="0"/>
                  </a:moveTo>
                  <a:cubicBezTo>
                    <a:pt x="169" y="0"/>
                    <a:pt x="1" y="168"/>
                    <a:pt x="1" y="377"/>
                  </a:cubicBezTo>
                  <a:lnTo>
                    <a:pt x="1" y="6956"/>
                  </a:lnTo>
                  <a:cubicBezTo>
                    <a:pt x="1" y="7165"/>
                    <a:pt x="169" y="7337"/>
                    <a:pt x="378" y="7337"/>
                  </a:cubicBezTo>
                  <a:lnTo>
                    <a:pt x="10867" y="7337"/>
                  </a:lnTo>
                  <a:cubicBezTo>
                    <a:pt x="11076" y="7337"/>
                    <a:pt x="11247" y="7165"/>
                    <a:pt x="11247" y="6956"/>
                  </a:cubicBezTo>
                  <a:lnTo>
                    <a:pt x="11247" y="377"/>
                  </a:lnTo>
                  <a:cubicBezTo>
                    <a:pt x="11247" y="168"/>
                    <a:pt x="11076" y="0"/>
                    <a:pt x="1086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9"/>
            <p:cNvSpPr/>
            <p:nvPr/>
          </p:nvSpPr>
          <p:spPr>
            <a:xfrm>
              <a:off x="6267509" y="3345036"/>
              <a:ext cx="294641" cy="192193"/>
            </a:xfrm>
            <a:custGeom>
              <a:rect b="b" l="l" r="r" t="t"/>
              <a:pathLst>
                <a:path extrusionOk="0" h="7337" w="11248">
                  <a:moveTo>
                    <a:pt x="9130" y="0"/>
                  </a:moveTo>
                  <a:cubicBezTo>
                    <a:pt x="9339" y="0"/>
                    <a:pt x="9510" y="171"/>
                    <a:pt x="9510" y="380"/>
                  </a:cubicBezTo>
                  <a:lnTo>
                    <a:pt x="9510" y="6333"/>
                  </a:lnTo>
                  <a:cubicBezTo>
                    <a:pt x="9510" y="6617"/>
                    <a:pt x="9280" y="6843"/>
                    <a:pt x="8999" y="6843"/>
                  </a:cubicBezTo>
                  <a:lnTo>
                    <a:pt x="371" y="6843"/>
                  </a:lnTo>
                  <a:cubicBezTo>
                    <a:pt x="189" y="6843"/>
                    <a:pt x="31" y="6713"/>
                    <a:pt x="1" y="6531"/>
                  </a:cubicBezTo>
                  <a:lnTo>
                    <a:pt x="1" y="6956"/>
                  </a:lnTo>
                  <a:cubicBezTo>
                    <a:pt x="1" y="7165"/>
                    <a:pt x="169" y="7337"/>
                    <a:pt x="378" y="7337"/>
                  </a:cubicBezTo>
                  <a:lnTo>
                    <a:pt x="10867" y="7337"/>
                  </a:lnTo>
                  <a:cubicBezTo>
                    <a:pt x="11076" y="7337"/>
                    <a:pt x="11247" y="7165"/>
                    <a:pt x="11247" y="6956"/>
                  </a:cubicBezTo>
                  <a:lnTo>
                    <a:pt x="11247" y="377"/>
                  </a:lnTo>
                  <a:cubicBezTo>
                    <a:pt x="11247" y="367"/>
                    <a:pt x="11247" y="353"/>
                    <a:pt x="11244" y="343"/>
                  </a:cubicBezTo>
                  <a:cubicBezTo>
                    <a:pt x="11227" y="147"/>
                    <a:pt x="11062" y="0"/>
                    <a:pt x="10867"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9"/>
            <p:cNvSpPr/>
            <p:nvPr/>
          </p:nvSpPr>
          <p:spPr>
            <a:xfrm>
              <a:off x="6234556" y="3241434"/>
              <a:ext cx="175978" cy="175978"/>
            </a:xfrm>
            <a:custGeom>
              <a:rect b="b" l="l" r="r" t="t"/>
              <a:pathLst>
                <a:path extrusionOk="0" h="6718" w="6718">
                  <a:moveTo>
                    <a:pt x="3359" y="1"/>
                  </a:moveTo>
                  <a:cubicBezTo>
                    <a:pt x="1505" y="1"/>
                    <a:pt x="1" y="1505"/>
                    <a:pt x="1" y="3359"/>
                  </a:cubicBezTo>
                  <a:cubicBezTo>
                    <a:pt x="1" y="5213"/>
                    <a:pt x="1505" y="6717"/>
                    <a:pt x="3359" y="6717"/>
                  </a:cubicBezTo>
                  <a:cubicBezTo>
                    <a:pt x="5213" y="6717"/>
                    <a:pt x="6717" y="5213"/>
                    <a:pt x="6717" y="3359"/>
                  </a:cubicBezTo>
                  <a:cubicBezTo>
                    <a:pt x="6717" y="1505"/>
                    <a:pt x="5213" y="1"/>
                    <a:pt x="3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9"/>
            <p:cNvSpPr/>
            <p:nvPr/>
          </p:nvSpPr>
          <p:spPr>
            <a:xfrm>
              <a:off x="6260332" y="3267210"/>
              <a:ext cx="158113" cy="149442"/>
            </a:xfrm>
            <a:custGeom>
              <a:rect b="b" l="l" r="r" t="t"/>
              <a:pathLst>
                <a:path extrusionOk="0" h="5705" w="6036">
                  <a:moveTo>
                    <a:pt x="4750" y="0"/>
                  </a:moveTo>
                  <a:lnTo>
                    <a:pt x="0" y="4750"/>
                  </a:lnTo>
                  <a:cubicBezTo>
                    <a:pt x="653" y="5387"/>
                    <a:pt x="1499" y="5704"/>
                    <a:pt x="2345" y="5704"/>
                  </a:cubicBezTo>
                  <a:cubicBezTo>
                    <a:pt x="3205" y="5704"/>
                    <a:pt x="4066" y="5375"/>
                    <a:pt x="4723" y="4719"/>
                  </a:cubicBezTo>
                  <a:cubicBezTo>
                    <a:pt x="6021" y="3420"/>
                    <a:pt x="6035" y="1316"/>
                    <a:pt x="4750"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9"/>
            <p:cNvSpPr/>
            <p:nvPr/>
          </p:nvSpPr>
          <p:spPr>
            <a:xfrm>
              <a:off x="6457816" y="3443581"/>
              <a:ext cx="64387" cy="64387"/>
            </a:xfrm>
            <a:custGeom>
              <a:rect b="b" l="l" r="r" t="t"/>
              <a:pathLst>
                <a:path extrusionOk="0" h="2458" w="2458">
                  <a:moveTo>
                    <a:pt x="113" y="1"/>
                  </a:moveTo>
                  <a:cubicBezTo>
                    <a:pt x="52" y="1"/>
                    <a:pt x="0" y="52"/>
                    <a:pt x="0" y="114"/>
                  </a:cubicBezTo>
                  <a:lnTo>
                    <a:pt x="0" y="2348"/>
                  </a:lnTo>
                  <a:cubicBezTo>
                    <a:pt x="0" y="2410"/>
                    <a:pt x="52" y="2458"/>
                    <a:pt x="113" y="2458"/>
                  </a:cubicBezTo>
                  <a:lnTo>
                    <a:pt x="2344" y="2458"/>
                  </a:lnTo>
                  <a:cubicBezTo>
                    <a:pt x="2406" y="2458"/>
                    <a:pt x="2457" y="2410"/>
                    <a:pt x="2457" y="2348"/>
                  </a:cubicBezTo>
                  <a:lnTo>
                    <a:pt x="2457" y="114"/>
                  </a:lnTo>
                  <a:cubicBezTo>
                    <a:pt x="2457" y="52"/>
                    <a:pt x="2406" y="1"/>
                    <a:pt x="2344"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9"/>
            <p:cNvSpPr/>
            <p:nvPr/>
          </p:nvSpPr>
          <p:spPr>
            <a:xfrm>
              <a:off x="6283226" y="3299875"/>
              <a:ext cx="68867" cy="58991"/>
            </a:xfrm>
            <a:custGeom>
              <a:rect b="b" l="l" r="r" t="t"/>
              <a:pathLst>
                <a:path extrusionOk="0" h="2252" w="2629">
                  <a:moveTo>
                    <a:pt x="1494" y="1"/>
                  </a:moveTo>
                  <a:cubicBezTo>
                    <a:pt x="1217" y="1"/>
                    <a:pt x="935" y="103"/>
                    <a:pt x="706" y="333"/>
                  </a:cubicBezTo>
                  <a:cubicBezTo>
                    <a:pt x="0" y="1042"/>
                    <a:pt x="501" y="2252"/>
                    <a:pt x="1501" y="2252"/>
                  </a:cubicBezTo>
                  <a:cubicBezTo>
                    <a:pt x="2125" y="2252"/>
                    <a:pt x="2625" y="1748"/>
                    <a:pt x="2629" y="1128"/>
                  </a:cubicBezTo>
                  <a:cubicBezTo>
                    <a:pt x="2629" y="451"/>
                    <a:pt x="2073" y="1"/>
                    <a:pt x="1494"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9"/>
            <p:cNvSpPr/>
            <p:nvPr/>
          </p:nvSpPr>
          <p:spPr>
            <a:xfrm>
              <a:off x="6433769" y="3261893"/>
              <a:ext cx="135114" cy="135035"/>
            </a:xfrm>
            <a:custGeom>
              <a:rect b="b" l="l" r="r" t="t"/>
              <a:pathLst>
                <a:path extrusionOk="0" h="5155" w="5158">
                  <a:moveTo>
                    <a:pt x="2580" y="1"/>
                  </a:moveTo>
                  <a:cubicBezTo>
                    <a:pt x="1155" y="1"/>
                    <a:pt x="0" y="1152"/>
                    <a:pt x="0" y="2578"/>
                  </a:cubicBezTo>
                  <a:cubicBezTo>
                    <a:pt x="0" y="4003"/>
                    <a:pt x="1155" y="5155"/>
                    <a:pt x="2580" y="5155"/>
                  </a:cubicBezTo>
                  <a:cubicBezTo>
                    <a:pt x="4003" y="5155"/>
                    <a:pt x="5157" y="4003"/>
                    <a:pt x="5157" y="2578"/>
                  </a:cubicBezTo>
                  <a:cubicBezTo>
                    <a:pt x="5157" y="1152"/>
                    <a:pt x="4003" y="1"/>
                    <a:pt x="258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9"/>
            <p:cNvSpPr/>
            <p:nvPr/>
          </p:nvSpPr>
          <p:spPr>
            <a:xfrm>
              <a:off x="6453598" y="3281644"/>
              <a:ext cx="121833" cy="115337"/>
            </a:xfrm>
            <a:custGeom>
              <a:rect b="b" l="l" r="r" t="t"/>
              <a:pathLst>
                <a:path extrusionOk="0" h="4403" w="4651">
                  <a:moveTo>
                    <a:pt x="3646" y="1"/>
                  </a:moveTo>
                  <a:lnTo>
                    <a:pt x="0" y="3647"/>
                  </a:lnTo>
                  <a:cubicBezTo>
                    <a:pt x="502" y="4151"/>
                    <a:pt x="1162" y="4402"/>
                    <a:pt x="1822" y="4402"/>
                  </a:cubicBezTo>
                  <a:cubicBezTo>
                    <a:pt x="2482" y="4402"/>
                    <a:pt x="3143" y="4151"/>
                    <a:pt x="3646" y="3647"/>
                  </a:cubicBezTo>
                  <a:cubicBezTo>
                    <a:pt x="4651" y="2639"/>
                    <a:pt x="4651" y="1008"/>
                    <a:pt x="364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9"/>
            <p:cNvSpPr/>
            <p:nvPr/>
          </p:nvSpPr>
          <p:spPr>
            <a:xfrm>
              <a:off x="6477200" y="3311323"/>
              <a:ext cx="42226" cy="36149"/>
            </a:xfrm>
            <a:custGeom>
              <a:rect b="b" l="l" r="r" t="t"/>
              <a:pathLst>
                <a:path extrusionOk="0" h="1380" w="1612">
                  <a:moveTo>
                    <a:pt x="917" y="0"/>
                  </a:moveTo>
                  <a:cubicBezTo>
                    <a:pt x="748" y="0"/>
                    <a:pt x="575" y="63"/>
                    <a:pt x="436" y="204"/>
                  </a:cubicBezTo>
                  <a:cubicBezTo>
                    <a:pt x="1" y="639"/>
                    <a:pt x="309" y="1380"/>
                    <a:pt x="922" y="1380"/>
                  </a:cubicBezTo>
                  <a:cubicBezTo>
                    <a:pt x="1303" y="1380"/>
                    <a:pt x="1608" y="1071"/>
                    <a:pt x="1611" y="691"/>
                  </a:cubicBezTo>
                  <a:cubicBezTo>
                    <a:pt x="1611" y="276"/>
                    <a:pt x="1271" y="0"/>
                    <a:pt x="91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9"/>
            <p:cNvSpPr/>
            <p:nvPr/>
          </p:nvSpPr>
          <p:spPr>
            <a:xfrm>
              <a:off x="6490036" y="3443581"/>
              <a:ext cx="32167" cy="64387"/>
            </a:xfrm>
            <a:custGeom>
              <a:rect b="b" l="l" r="r" t="t"/>
              <a:pathLst>
                <a:path extrusionOk="0" h="2458" w="1228">
                  <a:moveTo>
                    <a:pt x="1" y="1"/>
                  </a:moveTo>
                  <a:lnTo>
                    <a:pt x="1" y="2458"/>
                  </a:lnTo>
                  <a:lnTo>
                    <a:pt x="1114" y="2458"/>
                  </a:lnTo>
                  <a:cubicBezTo>
                    <a:pt x="1176" y="2458"/>
                    <a:pt x="1227" y="2410"/>
                    <a:pt x="1227" y="2348"/>
                  </a:cubicBezTo>
                  <a:lnTo>
                    <a:pt x="1227" y="114"/>
                  </a:lnTo>
                  <a:cubicBezTo>
                    <a:pt x="1227" y="52"/>
                    <a:pt x="1176" y="1"/>
                    <a:pt x="1114"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9"/>
            <p:cNvSpPr/>
            <p:nvPr/>
          </p:nvSpPr>
          <p:spPr>
            <a:xfrm>
              <a:off x="6602517" y="3441067"/>
              <a:ext cx="64021" cy="68343"/>
            </a:xfrm>
            <a:custGeom>
              <a:rect b="b" l="l" r="r" t="t"/>
              <a:pathLst>
                <a:path extrusionOk="0" h="2609" w="2444">
                  <a:moveTo>
                    <a:pt x="0" y="1"/>
                  </a:moveTo>
                  <a:lnTo>
                    <a:pt x="0" y="1820"/>
                  </a:lnTo>
                  <a:cubicBezTo>
                    <a:pt x="0" y="1940"/>
                    <a:pt x="79" y="2043"/>
                    <a:pt x="196" y="2077"/>
                  </a:cubicBezTo>
                  <a:lnTo>
                    <a:pt x="2104" y="2598"/>
                  </a:lnTo>
                  <a:cubicBezTo>
                    <a:pt x="2129" y="2605"/>
                    <a:pt x="2154" y="2608"/>
                    <a:pt x="2178" y="2608"/>
                  </a:cubicBezTo>
                  <a:cubicBezTo>
                    <a:pt x="2321" y="2608"/>
                    <a:pt x="2444" y="2494"/>
                    <a:pt x="2444" y="2341"/>
                  </a:cubicBezTo>
                  <a:lnTo>
                    <a:pt x="244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9"/>
            <p:cNvSpPr/>
            <p:nvPr/>
          </p:nvSpPr>
          <p:spPr>
            <a:xfrm>
              <a:off x="6322545" y="3299954"/>
              <a:ext cx="28919" cy="58913"/>
            </a:xfrm>
            <a:custGeom>
              <a:rect b="b" l="l" r="r" t="t"/>
              <a:pathLst>
                <a:path extrusionOk="0" h="2249" w="1104">
                  <a:moveTo>
                    <a:pt x="0" y="1"/>
                  </a:moveTo>
                  <a:lnTo>
                    <a:pt x="0" y="2249"/>
                  </a:lnTo>
                  <a:cubicBezTo>
                    <a:pt x="614" y="2238"/>
                    <a:pt x="1104" y="1738"/>
                    <a:pt x="1104" y="1125"/>
                  </a:cubicBezTo>
                  <a:cubicBezTo>
                    <a:pt x="1104" y="511"/>
                    <a:pt x="614" y="1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9"/>
            <p:cNvSpPr/>
            <p:nvPr/>
          </p:nvSpPr>
          <p:spPr>
            <a:xfrm>
              <a:off x="6501352" y="3311349"/>
              <a:ext cx="17970" cy="36044"/>
            </a:xfrm>
            <a:custGeom>
              <a:rect b="b" l="l" r="r" t="t"/>
              <a:pathLst>
                <a:path extrusionOk="0" h="1376" w="686">
                  <a:moveTo>
                    <a:pt x="0" y="1"/>
                  </a:moveTo>
                  <a:lnTo>
                    <a:pt x="0" y="1375"/>
                  </a:lnTo>
                  <a:cubicBezTo>
                    <a:pt x="381" y="1375"/>
                    <a:pt x="686" y="1067"/>
                    <a:pt x="686" y="686"/>
                  </a:cubicBezTo>
                  <a:cubicBezTo>
                    <a:pt x="686" y="306"/>
                    <a:pt x="381" y="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9"/>
            <p:cNvSpPr/>
            <p:nvPr/>
          </p:nvSpPr>
          <p:spPr>
            <a:xfrm>
              <a:off x="6348294" y="3275016"/>
              <a:ext cx="31382" cy="26509"/>
            </a:xfrm>
            <a:custGeom>
              <a:rect b="b" l="l" r="r" t="t"/>
              <a:pathLst>
                <a:path extrusionOk="0" h="1012" w="1198">
                  <a:moveTo>
                    <a:pt x="839" y="1"/>
                  </a:moveTo>
                  <a:cubicBezTo>
                    <a:pt x="781" y="1"/>
                    <a:pt x="720" y="24"/>
                    <a:pt x="666" y="79"/>
                  </a:cubicBezTo>
                  <a:lnTo>
                    <a:pt x="158" y="586"/>
                  </a:lnTo>
                  <a:cubicBezTo>
                    <a:pt x="1" y="740"/>
                    <a:pt x="114" y="1011"/>
                    <a:pt x="333" y="1011"/>
                  </a:cubicBezTo>
                  <a:cubicBezTo>
                    <a:pt x="402" y="1011"/>
                    <a:pt x="463" y="984"/>
                    <a:pt x="511" y="936"/>
                  </a:cubicBezTo>
                  <a:lnTo>
                    <a:pt x="1018" y="428"/>
                  </a:lnTo>
                  <a:cubicBezTo>
                    <a:pt x="1197" y="250"/>
                    <a:pt x="1031" y="1"/>
                    <a:pt x="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9"/>
            <p:cNvSpPr/>
            <p:nvPr/>
          </p:nvSpPr>
          <p:spPr>
            <a:xfrm>
              <a:off x="6265518" y="3357243"/>
              <a:ext cx="31932" cy="26562"/>
            </a:xfrm>
            <a:custGeom>
              <a:rect b="b" l="l" r="r" t="t"/>
              <a:pathLst>
                <a:path extrusionOk="0" h="1014" w="1219">
                  <a:moveTo>
                    <a:pt x="860" y="1"/>
                  </a:moveTo>
                  <a:cubicBezTo>
                    <a:pt x="802" y="1"/>
                    <a:pt x="741" y="24"/>
                    <a:pt x="687" y="79"/>
                  </a:cubicBezTo>
                  <a:lnTo>
                    <a:pt x="179" y="586"/>
                  </a:lnTo>
                  <a:cubicBezTo>
                    <a:pt x="1" y="765"/>
                    <a:pt x="165" y="1014"/>
                    <a:pt x="357" y="1014"/>
                  </a:cubicBezTo>
                  <a:cubicBezTo>
                    <a:pt x="416" y="1014"/>
                    <a:pt x="477" y="991"/>
                    <a:pt x="532" y="936"/>
                  </a:cubicBezTo>
                  <a:lnTo>
                    <a:pt x="1040" y="428"/>
                  </a:lnTo>
                  <a:cubicBezTo>
                    <a:pt x="1218" y="250"/>
                    <a:pt x="1052" y="1"/>
                    <a:pt x="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9"/>
            <p:cNvSpPr/>
            <p:nvPr/>
          </p:nvSpPr>
          <p:spPr>
            <a:xfrm>
              <a:off x="6347692" y="3357243"/>
              <a:ext cx="31984" cy="26562"/>
            </a:xfrm>
            <a:custGeom>
              <a:rect b="b" l="l" r="r" t="t"/>
              <a:pathLst>
                <a:path extrusionOk="0" h="1014" w="1221">
                  <a:moveTo>
                    <a:pt x="359" y="1"/>
                  </a:moveTo>
                  <a:cubicBezTo>
                    <a:pt x="165" y="1"/>
                    <a:pt x="0" y="250"/>
                    <a:pt x="181" y="428"/>
                  </a:cubicBezTo>
                  <a:lnTo>
                    <a:pt x="689" y="936"/>
                  </a:lnTo>
                  <a:cubicBezTo>
                    <a:pt x="743" y="991"/>
                    <a:pt x="804" y="1014"/>
                    <a:pt x="862" y="1014"/>
                  </a:cubicBezTo>
                  <a:cubicBezTo>
                    <a:pt x="1054" y="1014"/>
                    <a:pt x="1220" y="765"/>
                    <a:pt x="1041" y="586"/>
                  </a:cubicBezTo>
                  <a:lnTo>
                    <a:pt x="534" y="79"/>
                  </a:lnTo>
                  <a:cubicBezTo>
                    <a:pt x="479" y="24"/>
                    <a:pt x="418" y="1"/>
                    <a:pt x="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9"/>
            <p:cNvSpPr/>
            <p:nvPr/>
          </p:nvSpPr>
          <p:spPr>
            <a:xfrm>
              <a:off x="6265518" y="3275016"/>
              <a:ext cx="31932" cy="26562"/>
            </a:xfrm>
            <a:custGeom>
              <a:rect b="b" l="l" r="r" t="t"/>
              <a:pathLst>
                <a:path extrusionOk="0" h="1014" w="1219">
                  <a:moveTo>
                    <a:pt x="357" y="1"/>
                  </a:moveTo>
                  <a:cubicBezTo>
                    <a:pt x="165" y="1"/>
                    <a:pt x="1" y="250"/>
                    <a:pt x="179" y="428"/>
                  </a:cubicBezTo>
                  <a:lnTo>
                    <a:pt x="687" y="936"/>
                  </a:lnTo>
                  <a:cubicBezTo>
                    <a:pt x="741" y="991"/>
                    <a:pt x="802" y="1014"/>
                    <a:pt x="860" y="1014"/>
                  </a:cubicBezTo>
                  <a:cubicBezTo>
                    <a:pt x="1052" y="1014"/>
                    <a:pt x="1218" y="765"/>
                    <a:pt x="1040" y="586"/>
                  </a:cubicBezTo>
                  <a:lnTo>
                    <a:pt x="532" y="79"/>
                  </a:lnTo>
                  <a:cubicBezTo>
                    <a:pt x="477" y="24"/>
                    <a:pt x="416"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9"/>
            <p:cNvSpPr/>
            <p:nvPr/>
          </p:nvSpPr>
          <p:spPr>
            <a:xfrm>
              <a:off x="6520369" y="3287800"/>
              <a:ext cx="25278" cy="20354"/>
            </a:xfrm>
            <a:custGeom>
              <a:rect b="b" l="l" r="r" t="t"/>
              <a:pathLst>
                <a:path extrusionOk="0" h="777" w="965">
                  <a:moveTo>
                    <a:pt x="606" y="1"/>
                  </a:moveTo>
                  <a:cubicBezTo>
                    <a:pt x="547" y="1"/>
                    <a:pt x="487" y="23"/>
                    <a:pt x="433" y="78"/>
                  </a:cubicBezTo>
                  <a:lnTo>
                    <a:pt x="159" y="352"/>
                  </a:lnTo>
                  <a:cubicBezTo>
                    <a:pt x="1" y="509"/>
                    <a:pt x="114" y="777"/>
                    <a:pt x="337" y="777"/>
                  </a:cubicBezTo>
                  <a:cubicBezTo>
                    <a:pt x="402" y="777"/>
                    <a:pt x="463" y="749"/>
                    <a:pt x="511" y="705"/>
                  </a:cubicBezTo>
                  <a:lnTo>
                    <a:pt x="786" y="431"/>
                  </a:lnTo>
                  <a:cubicBezTo>
                    <a:pt x="965" y="249"/>
                    <a:pt x="798" y="1"/>
                    <a:pt x="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9"/>
            <p:cNvSpPr/>
            <p:nvPr/>
          </p:nvSpPr>
          <p:spPr>
            <a:xfrm>
              <a:off x="6457632" y="3350615"/>
              <a:ext cx="25252" cy="20275"/>
            </a:xfrm>
            <a:custGeom>
              <a:rect b="b" l="l" r="r" t="t"/>
              <a:pathLst>
                <a:path extrusionOk="0" h="774" w="964">
                  <a:moveTo>
                    <a:pt x="606" y="0"/>
                  </a:moveTo>
                  <a:cubicBezTo>
                    <a:pt x="548" y="0"/>
                    <a:pt x="487" y="23"/>
                    <a:pt x="432" y="78"/>
                  </a:cubicBezTo>
                  <a:lnTo>
                    <a:pt x="158" y="349"/>
                  </a:lnTo>
                  <a:cubicBezTo>
                    <a:pt x="1" y="507"/>
                    <a:pt x="110" y="774"/>
                    <a:pt x="333" y="774"/>
                  </a:cubicBezTo>
                  <a:cubicBezTo>
                    <a:pt x="398" y="774"/>
                    <a:pt x="463" y="750"/>
                    <a:pt x="508" y="702"/>
                  </a:cubicBezTo>
                  <a:lnTo>
                    <a:pt x="782" y="428"/>
                  </a:lnTo>
                  <a:cubicBezTo>
                    <a:pt x="963" y="249"/>
                    <a:pt x="798"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9"/>
            <p:cNvSpPr/>
            <p:nvPr/>
          </p:nvSpPr>
          <p:spPr>
            <a:xfrm>
              <a:off x="6519819" y="3350615"/>
              <a:ext cx="25828" cy="20458"/>
            </a:xfrm>
            <a:custGeom>
              <a:rect b="b" l="l" r="r" t="t"/>
              <a:pathLst>
                <a:path extrusionOk="0" h="781" w="986">
                  <a:moveTo>
                    <a:pt x="357" y="0"/>
                  </a:moveTo>
                  <a:cubicBezTo>
                    <a:pt x="165" y="0"/>
                    <a:pt x="1" y="249"/>
                    <a:pt x="180" y="428"/>
                  </a:cubicBezTo>
                  <a:lnTo>
                    <a:pt x="454" y="702"/>
                  </a:lnTo>
                  <a:cubicBezTo>
                    <a:pt x="508" y="757"/>
                    <a:pt x="569" y="780"/>
                    <a:pt x="627" y="780"/>
                  </a:cubicBezTo>
                  <a:cubicBezTo>
                    <a:pt x="819" y="780"/>
                    <a:pt x="985" y="530"/>
                    <a:pt x="807" y="349"/>
                  </a:cubicBezTo>
                  <a:lnTo>
                    <a:pt x="532" y="78"/>
                  </a:lnTo>
                  <a:cubicBezTo>
                    <a:pt x="477" y="23"/>
                    <a:pt x="416" y="0"/>
                    <a:pt x="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9"/>
            <p:cNvSpPr/>
            <p:nvPr/>
          </p:nvSpPr>
          <p:spPr>
            <a:xfrm>
              <a:off x="6457004" y="3287773"/>
              <a:ext cx="25881" cy="20511"/>
            </a:xfrm>
            <a:custGeom>
              <a:rect b="b" l="l" r="r" t="t"/>
              <a:pathLst>
                <a:path extrusionOk="0" h="783" w="988">
                  <a:moveTo>
                    <a:pt x="358" y="0"/>
                  </a:moveTo>
                  <a:cubicBezTo>
                    <a:pt x="166" y="0"/>
                    <a:pt x="1" y="250"/>
                    <a:pt x="182" y="432"/>
                  </a:cubicBezTo>
                  <a:lnTo>
                    <a:pt x="456" y="706"/>
                  </a:lnTo>
                  <a:cubicBezTo>
                    <a:pt x="510" y="759"/>
                    <a:pt x="570" y="782"/>
                    <a:pt x="628" y="782"/>
                  </a:cubicBezTo>
                  <a:cubicBezTo>
                    <a:pt x="821" y="782"/>
                    <a:pt x="988" y="532"/>
                    <a:pt x="806" y="353"/>
                  </a:cubicBezTo>
                  <a:lnTo>
                    <a:pt x="532" y="79"/>
                  </a:lnTo>
                  <a:cubicBezTo>
                    <a:pt x="477" y="23"/>
                    <a:pt x="41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9"/>
            <p:cNvSpPr/>
            <p:nvPr/>
          </p:nvSpPr>
          <p:spPr>
            <a:xfrm>
              <a:off x="6296324" y="3437032"/>
              <a:ext cx="120759" cy="13124"/>
            </a:xfrm>
            <a:custGeom>
              <a:rect b="b" l="l" r="r" t="t"/>
              <a:pathLst>
                <a:path extrusionOk="0" h="501" w="4610">
                  <a:moveTo>
                    <a:pt x="247" y="0"/>
                  </a:moveTo>
                  <a:cubicBezTo>
                    <a:pt x="110" y="0"/>
                    <a:pt x="1" y="114"/>
                    <a:pt x="1" y="251"/>
                  </a:cubicBezTo>
                  <a:cubicBezTo>
                    <a:pt x="1" y="388"/>
                    <a:pt x="110" y="501"/>
                    <a:pt x="247" y="501"/>
                  </a:cubicBezTo>
                  <a:lnTo>
                    <a:pt x="4359" y="501"/>
                  </a:lnTo>
                  <a:cubicBezTo>
                    <a:pt x="4497" y="501"/>
                    <a:pt x="4610" y="388"/>
                    <a:pt x="4610" y="251"/>
                  </a:cubicBezTo>
                  <a:cubicBezTo>
                    <a:pt x="4610" y="114"/>
                    <a:pt x="4497" y="0"/>
                    <a:pt x="4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9"/>
            <p:cNvSpPr/>
            <p:nvPr/>
          </p:nvSpPr>
          <p:spPr>
            <a:xfrm>
              <a:off x="6296324" y="3501472"/>
              <a:ext cx="25802" cy="13045"/>
            </a:xfrm>
            <a:custGeom>
              <a:rect b="b" l="l" r="r" t="t"/>
              <a:pathLst>
                <a:path extrusionOk="0" h="498" w="985">
                  <a:moveTo>
                    <a:pt x="251" y="1"/>
                  </a:moveTo>
                  <a:cubicBezTo>
                    <a:pt x="110" y="1"/>
                    <a:pt x="1" y="111"/>
                    <a:pt x="1" y="248"/>
                  </a:cubicBezTo>
                  <a:cubicBezTo>
                    <a:pt x="1" y="385"/>
                    <a:pt x="110" y="498"/>
                    <a:pt x="251" y="498"/>
                  </a:cubicBezTo>
                  <a:lnTo>
                    <a:pt x="734" y="498"/>
                  </a:lnTo>
                  <a:cubicBezTo>
                    <a:pt x="871" y="498"/>
                    <a:pt x="984" y="385"/>
                    <a:pt x="984" y="248"/>
                  </a:cubicBezTo>
                  <a:cubicBezTo>
                    <a:pt x="984" y="111"/>
                    <a:pt x="871" y="1"/>
                    <a:pt x="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9"/>
            <p:cNvSpPr/>
            <p:nvPr/>
          </p:nvSpPr>
          <p:spPr>
            <a:xfrm>
              <a:off x="6339493" y="3501472"/>
              <a:ext cx="77590" cy="13045"/>
            </a:xfrm>
            <a:custGeom>
              <a:rect b="b" l="l" r="r" t="t"/>
              <a:pathLst>
                <a:path extrusionOk="0" h="498" w="2962">
                  <a:moveTo>
                    <a:pt x="251" y="1"/>
                  </a:moveTo>
                  <a:cubicBezTo>
                    <a:pt x="114" y="1"/>
                    <a:pt x="1" y="111"/>
                    <a:pt x="1" y="248"/>
                  </a:cubicBezTo>
                  <a:cubicBezTo>
                    <a:pt x="1" y="385"/>
                    <a:pt x="114" y="498"/>
                    <a:pt x="251" y="498"/>
                  </a:cubicBezTo>
                  <a:lnTo>
                    <a:pt x="2711" y="498"/>
                  </a:lnTo>
                  <a:cubicBezTo>
                    <a:pt x="2849" y="498"/>
                    <a:pt x="2962" y="385"/>
                    <a:pt x="2962" y="248"/>
                  </a:cubicBezTo>
                  <a:cubicBezTo>
                    <a:pt x="2962" y="111"/>
                    <a:pt x="2849" y="1"/>
                    <a:pt x="2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9"/>
            <p:cNvSpPr/>
            <p:nvPr/>
          </p:nvSpPr>
          <p:spPr>
            <a:xfrm>
              <a:off x="6296324" y="3469252"/>
              <a:ext cx="120759" cy="13045"/>
            </a:xfrm>
            <a:custGeom>
              <a:rect b="b" l="l" r="r" t="t"/>
              <a:pathLst>
                <a:path extrusionOk="0" h="498" w="4610">
                  <a:moveTo>
                    <a:pt x="247" y="1"/>
                  </a:moveTo>
                  <a:cubicBezTo>
                    <a:pt x="110" y="1"/>
                    <a:pt x="1" y="114"/>
                    <a:pt x="1" y="251"/>
                  </a:cubicBezTo>
                  <a:cubicBezTo>
                    <a:pt x="1" y="388"/>
                    <a:pt x="110" y="498"/>
                    <a:pt x="247" y="498"/>
                  </a:cubicBezTo>
                  <a:lnTo>
                    <a:pt x="4359" y="498"/>
                  </a:lnTo>
                  <a:cubicBezTo>
                    <a:pt x="4497" y="498"/>
                    <a:pt x="4610" y="388"/>
                    <a:pt x="4610" y="251"/>
                  </a:cubicBezTo>
                  <a:cubicBezTo>
                    <a:pt x="4610" y="114"/>
                    <a:pt x="4497" y="1"/>
                    <a:pt x="4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9"/>
            <p:cNvSpPr/>
            <p:nvPr/>
          </p:nvSpPr>
          <p:spPr>
            <a:xfrm>
              <a:off x="6217870" y="3235200"/>
              <a:ext cx="364739" cy="188709"/>
            </a:xfrm>
            <a:custGeom>
              <a:rect b="b" l="l" r="r" t="t"/>
              <a:pathLst>
                <a:path extrusionOk="0" h="7204" w="13924">
                  <a:moveTo>
                    <a:pt x="10823" y="1268"/>
                  </a:moveTo>
                  <a:cubicBezTo>
                    <a:pt x="11123" y="1268"/>
                    <a:pt x="11425" y="1326"/>
                    <a:pt x="11713" y="1445"/>
                  </a:cubicBezTo>
                  <a:cubicBezTo>
                    <a:pt x="12584" y="1805"/>
                    <a:pt x="13149" y="2654"/>
                    <a:pt x="13149" y="3597"/>
                  </a:cubicBezTo>
                  <a:cubicBezTo>
                    <a:pt x="13149" y="4539"/>
                    <a:pt x="12584" y="5389"/>
                    <a:pt x="11713" y="5749"/>
                  </a:cubicBezTo>
                  <a:cubicBezTo>
                    <a:pt x="11425" y="5868"/>
                    <a:pt x="11123" y="5926"/>
                    <a:pt x="10823" y="5926"/>
                  </a:cubicBezTo>
                  <a:cubicBezTo>
                    <a:pt x="10217" y="5926"/>
                    <a:pt x="9621" y="5690"/>
                    <a:pt x="9174" y="5245"/>
                  </a:cubicBezTo>
                  <a:cubicBezTo>
                    <a:pt x="8259" y="4337"/>
                    <a:pt x="8259" y="2857"/>
                    <a:pt x="9174" y="1948"/>
                  </a:cubicBezTo>
                  <a:cubicBezTo>
                    <a:pt x="9621" y="1504"/>
                    <a:pt x="10217" y="1268"/>
                    <a:pt x="10823" y="1268"/>
                  </a:cubicBezTo>
                  <a:close/>
                  <a:moveTo>
                    <a:pt x="3998" y="487"/>
                  </a:moveTo>
                  <a:cubicBezTo>
                    <a:pt x="4399" y="487"/>
                    <a:pt x="4804" y="565"/>
                    <a:pt x="5189" y="725"/>
                  </a:cubicBezTo>
                  <a:cubicBezTo>
                    <a:pt x="6350" y="1205"/>
                    <a:pt x="7108" y="2339"/>
                    <a:pt x="7108" y="3597"/>
                  </a:cubicBezTo>
                  <a:cubicBezTo>
                    <a:pt x="7108" y="4854"/>
                    <a:pt x="6350" y="5989"/>
                    <a:pt x="5189" y="6468"/>
                  </a:cubicBezTo>
                  <a:cubicBezTo>
                    <a:pt x="4804" y="6629"/>
                    <a:pt x="4399" y="6706"/>
                    <a:pt x="3998" y="6706"/>
                  </a:cubicBezTo>
                  <a:cubicBezTo>
                    <a:pt x="3189" y="6706"/>
                    <a:pt x="2393" y="6390"/>
                    <a:pt x="1800" y="5797"/>
                  </a:cubicBezTo>
                  <a:cubicBezTo>
                    <a:pt x="580" y="4584"/>
                    <a:pt x="580" y="2610"/>
                    <a:pt x="1800" y="1397"/>
                  </a:cubicBezTo>
                  <a:cubicBezTo>
                    <a:pt x="2393" y="803"/>
                    <a:pt x="3189" y="487"/>
                    <a:pt x="3998" y="487"/>
                  </a:cubicBezTo>
                  <a:close/>
                  <a:moveTo>
                    <a:pt x="4003" y="0"/>
                  </a:moveTo>
                  <a:cubicBezTo>
                    <a:pt x="2637" y="0"/>
                    <a:pt x="1351" y="782"/>
                    <a:pt x="744" y="2068"/>
                  </a:cubicBezTo>
                  <a:cubicBezTo>
                    <a:pt x="1" y="3652"/>
                    <a:pt x="501" y="5540"/>
                    <a:pt x="1930" y="6547"/>
                  </a:cubicBezTo>
                  <a:cubicBezTo>
                    <a:pt x="2556" y="6987"/>
                    <a:pt x="3280" y="7203"/>
                    <a:pt x="4001" y="7203"/>
                  </a:cubicBezTo>
                  <a:cubicBezTo>
                    <a:pt x="4930" y="7203"/>
                    <a:pt x="5853" y="6845"/>
                    <a:pt x="6549" y="6146"/>
                  </a:cubicBezTo>
                  <a:cubicBezTo>
                    <a:pt x="7019" y="5677"/>
                    <a:pt x="7351" y="5087"/>
                    <a:pt x="7505" y="4440"/>
                  </a:cubicBezTo>
                  <a:lnTo>
                    <a:pt x="8126" y="4440"/>
                  </a:lnTo>
                  <a:cubicBezTo>
                    <a:pt x="8501" y="5652"/>
                    <a:pt x="9620" y="6438"/>
                    <a:pt x="10834" y="6438"/>
                  </a:cubicBezTo>
                  <a:cubicBezTo>
                    <a:pt x="11071" y="6438"/>
                    <a:pt x="11312" y="6408"/>
                    <a:pt x="11552" y="6345"/>
                  </a:cubicBezTo>
                  <a:cubicBezTo>
                    <a:pt x="13019" y="5961"/>
                    <a:pt x="13924" y="4488"/>
                    <a:pt x="13608" y="3004"/>
                  </a:cubicBezTo>
                  <a:cubicBezTo>
                    <a:pt x="13323" y="1677"/>
                    <a:pt x="12151" y="761"/>
                    <a:pt x="10837" y="761"/>
                  </a:cubicBezTo>
                  <a:cubicBezTo>
                    <a:pt x="10682" y="761"/>
                    <a:pt x="10525" y="774"/>
                    <a:pt x="10367" y="801"/>
                  </a:cubicBezTo>
                  <a:cubicBezTo>
                    <a:pt x="8869" y="1051"/>
                    <a:pt x="7834" y="2435"/>
                    <a:pt x="8019" y="3943"/>
                  </a:cubicBezTo>
                  <a:lnTo>
                    <a:pt x="7588" y="3943"/>
                  </a:lnTo>
                  <a:cubicBezTo>
                    <a:pt x="7752" y="2202"/>
                    <a:pt x="6642" y="591"/>
                    <a:pt x="4956" y="129"/>
                  </a:cubicBezTo>
                  <a:cubicBezTo>
                    <a:pt x="4639" y="42"/>
                    <a:pt x="4319" y="0"/>
                    <a:pt x="4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9"/>
            <p:cNvSpPr/>
            <p:nvPr/>
          </p:nvSpPr>
          <p:spPr>
            <a:xfrm>
              <a:off x="6283750" y="3293458"/>
              <a:ext cx="74813" cy="71958"/>
            </a:xfrm>
            <a:custGeom>
              <a:rect b="b" l="l" r="r" t="t"/>
              <a:pathLst>
                <a:path extrusionOk="0" h="2747" w="2856">
                  <a:moveTo>
                    <a:pt x="1489" y="494"/>
                  </a:moveTo>
                  <a:cubicBezTo>
                    <a:pt x="1704" y="494"/>
                    <a:pt x="1923" y="574"/>
                    <a:pt x="2101" y="753"/>
                  </a:cubicBezTo>
                  <a:cubicBezTo>
                    <a:pt x="2653" y="1304"/>
                    <a:pt x="2263" y="2250"/>
                    <a:pt x="1481" y="2250"/>
                  </a:cubicBezTo>
                  <a:cubicBezTo>
                    <a:pt x="998" y="2247"/>
                    <a:pt x="607" y="1856"/>
                    <a:pt x="607" y="1373"/>
                  </a:cubicBezTo>
                  <a:cubicBezTo>
                    <a:pt x="607" y="844"/>
                    <a:pt x="1039" y="494"/>
                    <a:pt x="1489" y="494"/>
                  </a:cubicBezTo>
                  <a:close/>
                  <a:moveTo>
                    <a:pt x="1483" y="0"/>
                  </a:moveTo>
                  <a:cubicBezTo>
                    <a:pt x="1126" y="0"/>
                    <a:pt x="775" y="140"/>
                    <a:pt x="511" y="403"/>
                  </a:cubicBezTo>
                  <a:cubicBezTo>
                    <a:pt x="117" y="794"/>
                    <a:pt x="1" y="1386"/>
                    <a:pt x="213" y="1897"/>
                  </a:cubicBezTo>
                  <a:cubicBezTo>
                    <a:pt x="426" y="2411"/>
                    <a:pt x="926" y="2747"/>
                    <a:pt x="1481" y="2747"/>
                  </a:cubicBezTo>
                  <a:cubicBezTo>
                    <a:pt x="2239" y="2747"/>
                    <a:pt x="2855" y="2130"/>
                    <a:pt x="2855" y="1373"/>
                  </a:cubicBezTo>
                  <a:cubicBezTo>
                    <a:pt x="2855" y="818"/>
                    <a:pt x="2520" y="317"/>
                    <a:pt x="2009" y="105"/>
                  </a:cubicBezTo>
                  <a:cubicBezTo>
                    <a:pt x="1839" y="34"/>
                    <a:pt x="1660" y="0"/>
                    <a:pt x="1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9"/>
            <p:cNvSpPr/>
            <p:nvPr/>
          </p:nvSpPr>
          <p:spPr>
            <a:xfrm>
              <a:off x="6476755" y="3304800"/>
              <a:ext cx="57393" cy="49220"/>
            </a:xfrm>
            <a:custGeom>
              <a:rect b="b" l="l" r="r" t="t"/>
              <a:pathLst>
                <a:path extrusionOk="0" h="1879" w="2191">
                  <a:moveTo>
                    <a:pt x="939" y="501"/>
                  </a:moveTo>
                  <a:cubicBezTo>
                    <a:pt x="1330" y="501"/>
                    <a:pt x="1525" y="974"/>
                    <a:pt x="1248" y="1252"/>
                  </a:cubicBezTo>
                  <a:cubicBezTo>
                    <a:pt x="1159" y="1340"/>
                    <a:pt x="1050" y="1380"/>
                    <a:pt x="942" y="1380"/>
                  </a:cubicBezTo>
                  <a:cubicBezTo>
                    <a:pt x="716" y="1380"/>
                    <a:pt x="497" y="1205"/>
                    <a:pt x="497" y="940"/>
                  </a:cubicBezTo>
                  <a:cubicBezTo>
                    <a:pt x="497" y="696"/>
                    <a:pt x="696" y="501"/>
                    <a:pt x="939" y="501"/>
                  </a:cubicBezTo>
                  <a:close/>
                  <a:moveTo>
                    <a:pt x="944" y="0"/>
                  </a:moveTo>
                  <a:cubicBezTo>
                    <a:pt x="462" y="0"/>
                    <a:pt x="0" y="375"/>
                    <a:pt x="0" y="940"/>
                  </a:cubicBezTo>
                  <a:cubicBezTo>
                    <a:pt x="0" y="1457"/>
                    <a:pt x="422" y="1875"/>
                    <a:pt x="939" y="1879"/>
                  </a:cubicBezTo>
                  <a:cubicBezTo>
                    <a:pt x="1772" y="1879"/>
                    <a:pt x="2190" y="868"/>
                    <a:pt x="1601" y="278"/>
                  </a:cubicBezTo>
                  <a:cubicBezTo>
                    <a:pt x="1410" y="86"/>
                    <a:pt x="1175" y="0"/>
                    <a:pt x="9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9"/>
            <p:cNvSpPr/>
            <p:nvPr/>
          </p:nvSpPr>
          <p:spPr>
            <a:xfrm>
              <a:off x="6451267" y="3437032"/>
              <a:ext cx="77406" cy="77485"/>
            </a:xfrm>
            <a:custGeom>
              <a:rect b="b" l="l" r="r" t="t"/>
              <a:pathLst>
                <a:path extrusionOk="0" h="2958" w="2955">
                  <a:moveTo>
                    <a:pt x="2461" y="501"/>
                  </a:moveTo>
                  <a:lnTo>
                    <a:pt x="2461" y="2457"/>
                  </a:lnTo>
                  <a:lnTo>
                    <a:pt x="501" y="2457"/>
                  </a:lnTo>
                  <a:lnTo>
                    <a:pt x="501" y="501"/>
                  </a:lnTo>
                  <a:close/>
                  <a:moveTo>
                    <a:pt x="363" y="0"/>
                  </a:moveTo>
                  <a:cubicBezTo>
                    <a:pt x="165" y="0"/>
                    <a:pt x="4" y="165"/>
                    <a:pt x="0" y="364"/>
                  </a:cubicBezTo>
                  <a:lnTo>
                    <a:pt x="0" y="2595"/>
                  </a:lnTo>
                  <a:cubicBezTo>
                    <a:pt x="4" y="2793"/>
                    <a:pt x="165" y="2958"/>
                    <a:pt x="363" y="2958"/>
                  </a:cubicBezTo>
                  <a:lnTo>
                    <a:pt x="2594" y="2958"/>
                  </a:lnTo>
                  <a:cubicBezTo>
                    <a:pt x="2793" y="2958"/>
                    <a:pt x="2954" y="2793"/>
                    <a:pt x="2954" y="2595"/>
                  </a:cubicBezTo>
                  <a:lnTo>
                    <a:pt x="2954" y="364"/>
                  </a:lnTo>
                  <a:cubicBezTo>
                    <a:pt x="2954" y="165"/>
                    <a:pt x="2793" y="4"/>
                    <a:pt x="2594" y="4"/>
                  </a:cubicBezTo>
                  <a:lnTo>
                    <a:pt x="3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9"/>
            <p:cNvSpPr/>
            <p:nvPr/>
          </p:nvSpPr>
          <p:spPr>
            <a:xfrm>
              <a:off x="6260960" y="3366280"/>
              <a:ext cx="412126" cy="177497"/>
            </a:xfrm>
            <a:custGeom>
              <a:rect b="b" l="l" r="r" t="t"/>
              <a:pathLst>
                <a:path extrusionOk="0" h="6776" w="15733">
                  <a:moveTo>
                    <a:pt x="12789" y="1992"/>
                  </a:moveTo>
                  <a:lnTo>
                    <a:pt x="12789" y="3723"/>
                  </a:lnTo>
                  <a:lnTo>
                    <a:pt x="11744" y="3723"/>
                  </a:lnTo>
                  <a:lnTo>
                    <a:pt x="11744" y="1992"/>
                  </a:lnTo>
                  <a:close/>
                  <a:moveTo>
                    <a:pt x="15213" y="497"/>
                  </a:moveTo>
                  <a:cubicBezTo>
                    <a:pt x="15222" y="497"/>
                    <a:pt x="15233" y="506"/>
                    <a:pt x="15233" y="515"/>
                  </a:cubicBezTo>
                  <a:lnTo>
                    <a:pt x="15233" y="5196"/>
                  </a:lnTo>
                  <a:cubicBezTo>
                    <a:pt x="15233" y="5208"/>
                    <a:pt x="15222" y="5217"/>
                    <a:pt x="15213" y="5217"/>
                  </a:cubicBezTo>
                  <a:cubicBezTo>
                    <a:pt x="15211" y="5217"/>
                    <a:pt x="15210" y="5217"/>
                    <a:pt x="15209" y="5217"/>
                  </a:cubicBezTo>
                  <a:lnTo>
                    <a:pt x="13300" y="4692"/>
                  </a:lnTo>
                  <a:cubicBezTo>
                    <a:pt x="13293" y="4689"/>
                    <a:pt x="13286" y="4682"/>
                    <a:pt x="13286" y="4675"/>
                  </a:cubicBezTo>
                  <a:lnTo>
                    <a:pt x="13286" y="1039"/>
                  </a:lnTo>
                  <a:cubicBezTo>
                    <a:pt x="13286" y="1029"/>
                    <a:pt x="13293" y="1022"/>
                    <a:pt x="13300" y="1022"/>
                  </a:cubicBezTo>
                  <a:lnTo>
                    <a:pt x="15209" y="498"/>
                  </a:lnTo>
                  <a:cubicBezTo>
                    <a:pt x="15210" y="498"/>
                    <a:pt x="15211" y="497"/>
                    <a:pt x="15213" y="497"/>
                  </a:cubicBezTo>
                  <a:close/>
                  <a:moveTo>
                    <a:pt x="15214" y="1"/>
                  </a:moveTo>
                  <a:cubicBezTo>
                    <a:pt x="15169" y="1"/>
                    <a:pt x="15123" y="6"/>
                    <a:pt x="15078" y="18"/>
                  </a:cubicBezTo>
                  <a:lnTo>
                    <a:pt x="13170" y="543"/>
                  </a:lnTo>
                  <a:cubicBezTo>
                    <a:pt x="12947" y="604"/>
                    <a:pt x="12789" y="810"/>
                    <a:pt x="12789" y="1039"/>
                  </a:cubicBezTo>
                  <a:lnTo>
                    <a:pt x="12789" y="1495"/>
                  </a:lnTo>
                  <a:lnTo>
                    <a:pt x="11744" y="1495"/>
                  </a:lnTo>
                  <a:lnTo>
                    <a:pt x="11744" y="1132"/>
                  </a:lnTo>
                  <a:cubicBezTo>
                    <a:pt x="11744" y="992"/>
                    <a:pt x="11631" y="882"/>
                    <a:pt x="11494" y="882"/>
                  </a:cubicBezTo>
                  <a:cubicBezTo>
                    <a:pt x="11357" y="882"/>
                    <a:pt x="11247" y="992"/>
                    <a:pt x="11247" y="1132"/>
                  </a:cubicBezTo>
                  <a:lnTo>
                    <a:pt x="11247" y="6149"/>
                  </a:lnTo>
                  <a:cubicBezTo>
                    <a:pt x="11247" y="6217"/>
                    <a:pt x="11189" y="6276"/>
                    <a:pt x="11117" y="6276"/>
                  </a:cubicBezTo>
                  <a:lnTo>
                    <a:pt x="628" y="6276"/>
                  </a:lnTo>
                  <a:cubicBezTo>
                    <a:pt x="556" y="6276"/>
                    <a:pt x="501" y="6217"/>
                    <a:pt x="501" y="6149"/>
                  </a:cubicBezTo>
                  <a:lnTo>
                    <a:pt x="501" y="2294"/>
                  </a:lnTo>
                  <a:cubicBezTo>
                    <a:pt x="501" y="2157"/>
                    <a:pt x="388" y="2044"/>
                    <a:pt x="251" y="2044"/>
                  </a:cubicBezTo>
                  <a:cubicBezTo>
                    <a:pt x="114" y="2044"/>
                    <a:pt x="0" y="2157"/>
                    <a:pt x="0" y="2294"/>
                  </a:cubicBezTo>
                  <a:lnTo>
                    <a:pt x="0" y="6149"/>
                  </a:lnTo>
                  <a:cubicBezTo>
                    <a:pt x="0" y="6495"/>
                    <a:pt x="281" y="6776"/>
                    <a:pt x="628" y="6776"/>
                  </a:cubicBezTo>
                  <a:lnTo>
                    <a:pt x="11120" y="6776"/>
                  </a:lnTo>
                  <a:cubicBezTo>
                    <a:pt x="11467" y="6776"/>
                    <a:pt x="11747" y="6495"/>
                    <a:pt x="11747" y="6149"/>
                  </a:cubicBezTo>
                  <a:lnTo>
                    <a:pt x="11747" y="4220"/>
                  </a:lnTo>
                  <a:lnTo>
                    <a:pt x="12793" y="4220"/>
                  </a:lnTo>
                  <a:lnTo>
                    <a:pt x="12793" y="4675"/>
                  </a:lnTo>
                  <a:cubicBezTo>
                    <a:pt x="12793" y="4908"/>
                    <a:pt x="12947" y="5111"/>
                    <a:pt x="13170" y="5172"/>
                  </a:cubicBezTo>
                  <a:lnTo>
                    <a:pt x="15078" y="5697"/>
                  </a:lnTo>
                  <a:cubicBezTo>
                    <a:pt x="15123" y="5707"/>
                    <a:pt x="15171" y="5714"/>
                    <a:pt x="15219" y="5714"/>
                  </a:cubicBezTo>
                  <a:cubicBezTo>
                    <a:pt x="15500" y="5714"/>
                    <a:pt x="15729" y="5481"/>
                    <a:pt x="15733" y="5200"/>
                  </a:cubicBezTo>
                  <a:lnTo>
                    <a:pt x="15733" y="515"/>
                  </a:lnTo>
                  <a:cubicBezTo>
                    <a:pt x="15733" y="354"/>
                    <a:pt x="15657" y="203"/>
                    <a:pt x="15527" y="104"/>
                  </a:cubicBezTo>
                  <a:cubicBezTo>
                    <a:pt x="15437" y="36"/>
                    <a:pt x="15326" y="1"/>
                    <a:pt x="15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79"/>
          <p:cNvGrpSpPr/>
          <p:nvPr/>
        </p:nvGrpSpPr>
        <p:grpSpPr>
          <a:xfrm>
            <a:off x="6883746" y="3212699"/>
            <a:ext cx="331445" cy="356593"/>
            <a:chOff x="6883746" y="3212699"/>
            <a:chExt cx="331445" cy="356593"/>
          </a:xfrm>
        </p:grpSpPr>
        <p:sp>
          <p:nvSpPr>
            <p:cNvPr id="7905" name="Google Shape;7905;p79"/>
            <p:cNvSpPr/>
            <p:nvPr/>
          </p:nvSpPr>
          <p:spPr>
            <a:xfrm>
              <a:off x="6888959" y="3364760"/>
              <a:ext cx="321020" cy="47518"/>
            </a:xfrm>
            <a:custGeom>
              <a:rect b="b" l="l" r="r" t="t"/>
              <a:pathLst>
                <a:path extrusionOk="0" h="1814" w="12255">
                  <a:moveTo>
                    <a:pt x="0" y="1"/>
                  </a:moveTo>
                  <a:lnTo>
                    <a:pt x="0" y="1814"/>
                  </a:lnTo>
                  <a:lnTo>
                    <a:pt x="12255" y="1814"/>
                  </a:lnTo>
                  <a:lnTo>
                    <a:pt x="1225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9"/>
            <p:cNvSpPr/>
            <p:nvPr/>
          </p:nvSpPr>
          <p:spPr>
            <a:xfrm>
              <a:off x="6989234" y="3217911"/>
              <a:ext cx="127308" cy="63680"/>
            </a:xfrm>
            <a:custGeom>
              <a:rect b="b" l="l" r="r" t="t"/>
              <a:pathLst>
                <a:path extrusionOk="0" h="2431" w="4860">
                  <a:moveTo>
                    <a:pt x="2430" y="1"/>
                  </a:moveTo>
                  <a:lnTo>
                    <a:pt x="990" y="1440"/>
                  </a:lnTo>
                  <a:lnTo>
                    <a:pt x="0" y="2430"/>
                  </a:lnTo>
                  <a:lnTo>
                    <a:pt x="4859" y="2430"/>
                  </a:lnTo>
                  <a:lnTo>
                    <a:pt x="243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9"/>
            <p:cNvSpPr/>
            <p:nvPr/>
          </p:nvSpPr>
          <p:spPr>
            <a:xfrm>
              <a:off x="6989234" y="3255606"/>
              <a:ext cx="127308" cy="25985"/>
            </a:xfrm>
            <a:custGeom>
              <a:rect b="b" l="l" r="r" t="t"/>
              <a:pathLst>
                <a:path extrusionOk="0" h="992" w="4860">
                  <a:moveTo>
                    <a:pt x="990" y="1"/>
                  </a:moveTo>
                  <a:lnTo>
                    <a:pt x="0" y="991"/>
                  </a:lnTo>
                  <a:lnTo>
                    <a:pt x="4859" y="991"/>
                  </a:lnTo>
                  <a:lnTo>
                    <a:pt x="386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9"/>
            <p:cNvSpPr/>
            <p:nvPr/>
          </p:nvSpPr>
          <p:spPr>
            <a:xfrm>
              <a:off x="6911932" y="3272580"/>
              <a:ext cx="275152" cy="257575"/>
            </a:xfrm>
            <a:custGeom>
              <a:rect b="b" l="l" r="r" t="t"/>
              <a:pathLst>
                <a:path extrusionOk="0" h="9833" w="10504">
                  <a:moveTo>
                    <a:pt x="1" y="1"/>
                  </a:moveTo>
                  <a:lnTo>
                    <a:pt x="1" y="9832"/>
                  </a:lnTo>
                  <a:lnTo>
                    <a:pt x="10504" y="9832"/>
                  </a:lnTo>
                  <a:lnTo>
                    <a:pt x="10504"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9"/>
            <p:cNvSpPr/>
            <p:nvPr/>
          </p:nvSpPr>
          <p:spPr>
            <a:xfrm>
              <a:off x="7167857" y="3272580"/>
              <a:ext cx="19227" cy="257575"/>
            </a:xfrm>
            <a:custGeom>
              <a:rect b="b" l="l" r="r" t="t"/>
              <a:pathLst>
                <a:path extrusionOk="0" h="9833" w="734">
                  <a:moveTo>
                    <a:pt x="0" y="1"/>
                  </a:moveTo>
                  <a:lnTo>
                    <a:pt x="0" y="9832"/>
                  </a:lnTo>
                  <a:lnTo>
                    <a:pt x="734" y="9832"/>
                  </a:lnTo>
                  <a:lnTo>
                    <a:pt x="734"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9"/>
            <p:cNvSpPr/>
            <p:nvPr/>
          </p:nvSpPr>
          <p:spPr>
            <a:xfrm>
              <a:off x="6911932" y="3359024"/>
              <a:ext cx="275152" cy="171132"/>
            </a:xfrm>
            <a:custGeom>
              <a:rect b="b" l="l" r="r" t="t"/>
              <a:pathLst>
                <a:path extrusionOk="0" h="6533" w="10504">
                  <a:moveTo>
                    <a:pt x="1" y="1"/>
                  </a:moveTo>
                  <a:lnTo>
                    <a:pt x="1" y="6532"/>
                  </a:lnTo>
                  <a:lnTo>
                    <a:pt x="10504" y="6532"/>
                  </a:lnTo>
                  <a:lnTo>
                    <a:pt x="10504" y="1"/>
                  </a:lnTo>
                  <a:lnTo>
                    <a:pt x="5250" y="376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9"/>
            <p:cNvSpPr/>
            <p:nvPr/>
          </p:nvSpPr>
          <p:spPr>
            <a:xfrm>
              <a:off x="6888959" y="3364760"/>
              <a:ext cx="321020" cy="199213"/>
            </a:xfrm>
            <a:custGeom>
              <a:rect b="b" l="l" r="r" t="t"/>
              <a:pathLst>
                <a:path extrusionOk="0" h="7605" w="12255">
                  <a:moveTo>
                    <a:pt x="0" y="1"/>
                  </a:moveTo>
                  <a:lnTo>
                    <a:pt x="0" y="7605"/>
                  </a:lnTo>
                  <a:lnTo>
                    <a:pt x="12255" y="7605"/>
                  </a:lnTo>
                  <a:lnTo>
                    <a:pt x="12255" y="1"/>
                  </a:lnTo>
                  <a:lnTo>
                    <a:pt x="11603" y="470"/>
                  </a:lnTo>
                  <a:lnTo>
                    <a:pt x="6127" y="439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9"/>
            <p:cNvSpPr/>
            <p:nvPr/>
          </p:nvSpPr>
          <p:spPr>
            <a:xfrm>
              <a:off x="7192900" y="3364760"/>
              <a:ext cx="17079" cy="199213"/>
            </a:xfrm>
            <a:custGeom>
              <a:rect b="b" l="l" r="r" t="t"/>
              <a:pathLst>
                <a:path extrusionOk="0" h="7605" w="652">
                  <a:moveTo>
                    <a:pt x="652" y="1"/>
                  </a:moveTo>
                  <a:lnTo>
                    <a:pt x="0" y="470"/>
                  </a:lnTo>
                  <a:lnTo>
                    <a:pt x="0" y="7605"/>
                  </a:lnTo>
                  <a:lnTo>
                    <a:pt x="652" y="7605"/>
                  </a:lnTo>
                  <a:lnTo>
                    <a:pt x="65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9"/>
            <p:cNvSpPr/>
            <p:nvPr/>
          </p:nvSpPr>
          <p:spPr>
            <a:xfrm>
              <a:off x="6948736" y="3310563"/>
              <a:ext cx="32351" cy="32246"/>
            </a:xfrm>
            <a:custGeom>
              <a:rect b="b" l="l" r="r" t="t"/>
              <a:pathLst>
                <a:path extrusionOk="0" h="1231" w="1235">
                  <a:moveTo>
                    <a:pt x="1" y="0"/>
                  </a:moveTo>
                  <a:lnTo>
                    <a:pt x="1" y="1230"/>
                  </a:lnTo>
                  <a:lnTo>
                    <a:pt x="1234" y="1230"/>
                  </a:lnTo>
                  <a:lnTo>
                    <a:pt x="1234" y="0"/>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9"/>
            <p:cNvSpPr/>
            <p:nvPr/>
          </p:nvSpPr>
          <p:spPr>
            <a:xfrm>
              <a:off x="6883746" y="3212699"/>
              <a:ext cx="308551" cy="356488"/>
            </a:xfrm>
            <a:custGeom>
              <a:rect b="b" l="l" r="r" t="t"/>
              <a:pathLst>
                <a:path extrusionOk="0" h="13609" w="11779">
                  <a:moveTo>
                    <a:pt x="6457" y="481"/>
                  </a:moveTo>
                  <a:lnTo>
                    <a:pt x="8060" y="2088"/>
                  </a:lnTo>
                  <a:lnTo>
                    <a:pt x="4849" y="2088"/>
                  </a:lnTo>
                  <a:lnTo>
                    <a:pt x="6457" y="481"/>
                  </a:lnTo>
                  <a:close/>
                  <a:moveTo>
                    <a:pt x="6458" y="0"/>
                  </a:moveTo>
                  <a:cubicBezTo>
                    <a:pt x="6407" y="0"/>
                    <a:pt x="6356" y="20"/>
                    <a:pt x="6316" y="59"/>
                  </a:cubicBezTo>
                  <a:lnTo>
                    <a:pt x="4287" y="2088"/>
                  </a:lnTo>
                  <a:lnTo>
                    <a:pt x="1077" y="2088"/>
                  </a:lnTo>
                  <a:cubicBezTo>
                    <a:pt x="967" y="2088"/>
                    <a:pt x="878" y="2177"/>
                    <a:pt x="878" y="2287"/>
                  </a:cubicBezTo>
                  <a:lnTo>
                    <a:pt x="878" y="5607"/>
                  </a:lnTo>
                  <a:lnTo>
                    <a:pt x="203" y="5607"/>
                  </a:lnTo>
                  <a:cubicBezTo>
                    <a:pt x="93" y="5607"/>
                    <a:pt x="4" y="5696"/>
                    <a:pt x="1" y="5806"/>
                  </a:cubicBezTo>
                  <a:lnTo>
                    <a:pt x="1" y="13410"/>
                  </a:lnTo>
                  <a:cubicBezTo>
                    <a:pt x="1" y="13520"/>
                    <a:pt x="90" y="13609"/>
                    <a:pt x="199" y="13609"/>
                  </a:cubicBezTo>
                  <a:lnTo>
                    <a:pt x="2286" y="13609"/>
                  </a:lnTo>
                  <a:cubicBezTo>
                    <a:pt x="2396" y="13609"/>
                    <a:pt x="2485" y="13520"/>
                    <a:pt x="2485" y="13410"/>
                  </a:cubicBezTo>
                  <a:cubicBezTo>
                    <a:pt x="2485" y="13300"/>
                    <a:pt x="2396" y="13211"/>
                    <a:pt x="2286" y="13211"/>
                  </a:cubicBezTo>
                  <a:lnTo>
                    <a:pt x="401" y="13211"/>
                  </a:lnTo>
                  <a:lnTo>
                    <a:pt x="401" y="6197"/>
                  </a:lnTo>
                  <a:lnTo>
                    <a:pt x="1351" y="6875"/>
                  </a:lnTo>
                  <a:cubicBezTo>
                    <a:pt x="1391" y="6904"/>
                    <a:pt x="1431" y="6916"/>
                    <a:pt x="1469" y="6916"/>
                  </a:cubicBezTo>
                  <a:cubicBezTo>
                    <a:pt x="1637" y="6916"/>
                    <a:pt x="1760" y="6679"/>
                    <a:pt x="1584" y="6553"/>
                  </a:cubicBezTo>
                  <a:lnTo>
                    <a:pt x="1275" y="6334"/>
                  </a:lnTo>
                  <a:lnTo>
                    <a:pt x="1275" y="5830"/>
                  </a:lnTo>
                  <a:cubicBezTo>
                    <a:pt x="1279" y="5816"/>
                    <a:pt x="1279" y="5802"/>
                    <a:pt x="1275" y="5785"/>
                  </a:cubicBezTo>
                  <a:lnTo>
                    <a:pt x="1275" y="2489"/>
                  </a:lnTo>
                  <a:lnTo>
                    <a:pt x="11381" y="2489"/>
                  </a:lnTo>
                  <a:lnTo>
                    <a:pt x="11381" y="3253"/>
                  </a:lnTo>
                  <a:cubicBezTo>
                    <a:pt x="11381" y="3363"/>
                    <a:pt x="11470" y="3452"/>
                    <a:pt x="11580" y="3452"/>
                  </a:cubicBezTo>
                  <a:cubicBezTo>
                    <a:pt x="11689" y="3452"/>
                    <a:pt x="11778" y="3363"/>
                    <a:pt x="11778" y="3253"/>
                  </a:cubicBezTo>
                  <a:lnTo>
                    <a:pt x="11778" y="2287"/>
                  </a:lnTo>
                  <a:cubicBezTo>
                    <a:pt x="11778" y="2177"/>
                    <a:pt x="11689" y="2088"/>
                    <a:pt x="11580" y="2088"/>
                  </a:cubicBezTo>
                  <a:lnTo>
                    <a:pt x="8629" y="2088"/>
                  </a:lnTo>
                  <a:lnTo>
                    <a:pt x="6601" y="59"/>
                  </a:lnTo>
                  <a:cubicBezTo>
                    <a:pt x="6561" y="20"/>
                    <a:pt x="6510" y="0"/>
                    <a:pt x="64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9"/>
            <p:cNvSpPr/>
            <p:nvPr/>
          </p:nvSpPr>
          <p:spPr>
            <a:xfrm>
              <a:off x="6943523" y="3305245"/>
              <a:ext cx="42750" cy="42776"/>
            </a:xfrm>
            <a:custGeom>
              <a:rect b="b" l="l" r="r" t="t"/>
              <a:pathLst>
                <a:path extrusionOk="0" h="1633" w="1632">
                  <a:moveTo>
                    <a:pt x="1231" y="402"/>
                  </a:moveTo>
                  <a:lnTo>
                    <a:pt x="1231" y="1235"/>
                  </a:lnTo>
                  <a:lnTo>
                    <a:pt x="398" y="1235"/>
                  </a:lnTo>
                  <a:lnTo>
                    <a:pt x="398" y="402"/>
                  </a:lnTo>
                  <a:close/>
                  <a:moveTo>
                    <a:pt x="200" y="1"/>
                  </a:moveTo>
                  <a:cubicBezTo>
                    <a:pt x="90" y="1"/>
                    <a:pt x="1" y="90"/>
                    <a:pt x="1" y="203"/>
                  </a:cubicBezTo>
                  <a:lnTo>
                    <a:pt x="1" y="1433"/>
                  </a:lnTo>
                  <a:cubicBezTo>
                    <a:pt x="1" y="1543"/>
                    <a:pt x="90" y="1632"/>
                    <a:pt x="200" y="1632"/>
                  </a:cubicBezTo>
                  <a:lnTo>
                    <a:pt x="1433" y="1632"/>
                  </a:lnTo>
                  <a:cubicBezTo>
                    <a:pt x="1543" y="1632"/>
                    <a:pt x="1632" y="1543"/>
                    <a:pt x="1632" y="1433"/>
                  </a:cubicBezTo>
                  <a:lnTo>
                    <a:pt x="1632" y="203"/>
                  </a:lnTo>
                  <a:cubicBezTo>
                    <a:pt x="1632" y="90"/>
                    <a:pt x="1543" y="1"/>
                    <a:pt x="14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9"/>
            <p:cNvSpPr/>
            <p:nvPr/>
          </p:nvSpPr>
          <p:spPr>
            <a:xfrm>
              <a:off x="7001781" y="3305245"/>
              <a:ext cx="34420" cy="10530"/>
            </a:xfrm>
            <a:custGeom>
              <a:rect b="b" l="l" r="r" t="t"/>
              <a:pathLst>
                <a:path extrusionOk="0" h="402" w="1314">
                  <a:moveTo>
                    <a:pt x="268" y="1"/>
                  </a:moveTo>
                  <a:cubicBezTo>
                    <a:pt x="1" y="1"/>
                    <a:pt x="1" y="402"/>
                    <a:pt x="268" y="402"/>
                  </a:cubicBezTo>
                  <a:lnTo>
                    <a:pt x="1114" y="402"/>
                  </a:lnTo>
                  <a:cubicBezTo>
                    <a:pt x="1224" y="402"/>
                    <a:pt x="1313" y="313"/>
                    <a:pt x="1313" y="203"/>
                  </a:cubicBezTo>
                  <a:cubicBezTo>
                    <a:pt x="1313" y="90"/>
                    <a:pt x="1224" y="1"/>
                    <a:pt x="1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9"/>
            <p:cNvSpPr/>
            <p:nvPr/>
          </p:nvSpPr>
          <p:spPr>
            <a:xfrm>
              <a:off x="7001781" y="3332986"/>
              <a:ext cx="110255" cy="10452"/>
            </a:xfrm>
            <a:custGeom>
              <a:rect b="b" l="l" r="r" t="t"/>
              <a:pathLst>
                <a:path extrusionOk="0" h="399" w="4209">
                  <a:moveTo>
                    <a:pt x="268" y="1"/>
                  </a:moveTo>
                  <a:cubicBezTo>
                    <a:pt x="1" y="1"/>
                    <a:pt x="1" y="398"/>
                    <a:pt x="268" y="398"/>
                  </a:cubicBezTo>
                  <a:lnTo>
                    <a:pt x="4010" y="398"/>
                  </a:lnTo>
                  <a:cubicBezTo>
                    <a:pt x="4120" y="398"/>
                    <a:pt x="4209" y="309"/>
                    <a:pt x="4209" y="200"/>
                  </a:cubicBezTo>
                  <a:cubicBezTo>
                    <a:pt x="4209" y="90"/>
                    <a:pt x="4120" y="1"/>
                    <a:pt x="4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9"/>
            <p:cNvSpPr/>
            <p:nvPr/>
          </p:nvSpPr>
          <p:spPr>
            <a:xfrm>
              <a:off x="6954316" y="3376522"/>
              <a:ext cx="67243" cy="10452"/>
            </a:xfrm>
            <a:custGeom>
              <a:rect b="b" l="l" r="r" t="t"/>
              <a:pathLst>
                <a:path extrusionOk="0" h="399" w="2567">
                  <a:moveTo>
                    <a:pt x="267" y="1"/>
                  </a:moveTo>
                  <a:cubicBezTo>
                    <a:pt x="0" y="1"/>
                    <a:pt x="0" y="398"/>
                    <a:pt x="267" y="398"/>
                  </a:cubicBezTo>
                  <a:lnTo>
                    <a:pt x="2368" y="398"/>
                  </a:lnTo>
                  <a:cubicBezTo>
                    <a:pt x="2478" y="398"/>
                    <a:pt x="2567" y="309"/>
                    <a:pt x="2567" y="200"/>
                  </a:cubicBezTo>
                  <a:cubicBezTo>
                    <a:pt x="2567" y="90"/>
                    <a:pt x="2478" y="1"/>
                    <a:pt x="2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9"/>
            <p:cNvSpPr/>
            <p:nvPr/>
          </p:nvSpPr>
          <p:spPr>
            <a:xfrm>
              <a:off x="6917040" y="3528584"/>
              <a:ext cx="53097" cy="10452"/>
            </a:xfrm>
            <a:custGeom>
              <a:rect b="b" l="l" r="r" t="t"/>
              <a:pathLst>
                <a:path extrusionOk="0" h="399" w="2027">
                  <a:moveTo>
                    <a:pt x="197" y="1"/>
                  </a:moveTo>
                  <a:cubicBezTo>
                    <a:pt x="87" y="1"/>
                    <a:pt x="1" y="92"/>
                    <a:pt x="4" y="200"/>
                  </a:cubicBezTo>
                  <a:cubicBezTo>
                    <a:pt x="4" y="309"/>
                    <a:pt x="93" y="398"/>
                    <a:pt x="203" y="398"/>
                  </a:cubicBezTo>
                  <a:lnTo>
                    <a:pt x="1827" y="398"/>
                  </a:lnTo>
                  <a:cubicBezTo>
                    <a:pt x="1937" y="398"/>
                    <a:pt x="2026" y="309"/>
                    <a:pt x="2026" y="200"/>
                  </a:cubicBezTo>
                  <a:cubicBezTo>
                    <a:pt x="2026" y="90"/>
                    <a:pt x="1937" y="1"/>
                    <a:pt x="1827" y="1"/>
                  </a:cubicBezTo>
                  <a:lnTo>
                    <a:pt x="203" y="1"/>
                  </a:lnTo>
                  <a:cubicBezTo>
                    <a:pt x="201" y="1"/>
                    <a:pt x="199"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9"/>
            <p:cNvSpPr/>
            <p:nvPr/>
          </p:nvSpPr>
          <p:spPr>
            <a:xfrm>
              <a:off x="6932312" y="3313811"/>
              <a:ext cx="282880" cy="255480"/>
            </a:xfrm>
            <a:custGeom>
              <a:rect b="b" l="l" r="r" t="t"/>
              <a:pathLst>
                <a:path extrusionOk="0" h="9753" w="10799">
                  <a:moveTo>
                    <a:pt x="7306" y="4060"/>
                  </a:moveTo>
                  <a:lnTo>
                    <a:pt x="6676" y="4513"/>
                  </a:lnTo>
                  <a:lnTo>
                    <a:pt x="2272" y="4513"/>
                  </a:lnTo>
                  <a:lnTo>
                    <a:pt x="1638" y="4060"/>
                  </a:lnTo>
                  <a:close/>
                  <a:moveTo>
                    <a:pt x="6121" y="4910"/>
                  </a:moveTo>
                  <a:lnTo>
                    <a:pt x="5494" y="5359"/>
                  </a:lnTo>
                  <a:lnTo>
                    <a:pt x="3451" y="5359"/>
                  </a:lnTo>
                  <a:lnTo>
                    <a:pt x="2828" y="4910"/>
                  </a:lnTo>
                  <a:close/>
                  <a:moveTo>
                    <a:pt x="4938" y="5760"/>
                  </a:moveTo>
                  <a:lnTo>
                    <a:pt x="4472" y="6092"/>
                  </a:lnTo>
                  <a:lnTo>
                    <a:pt x="4010" y="5760"/>
                  </a:lnTo>
                  <a:close/>
                  <a:moveTo>
                    <a:pt x="9724" y="0"/>
                  </a:moveTo>
                  <a:cubicBezTo>
                    <a:pt x="9624" y="0"/>
                    <a:pt x="9523" y="66"/>
                    <a:pt x="9523" y="198"/>
                  </a:cubicBezTo>
                  <a:lnTo>
                    <a:pt x="9523" y="2474"/>
                  </a:lnTo>
                  <a:lnTo>
                    <a:pt x="7865" y="3663"/>
                  </a:lnTo>
                  <a:lnTo>
                    <a:pt x="1083" y="3663"/>
                  </a:lnTo>
                  <a:lnTo>
                    <a:pt x="408" y="3183"/>
                  </a:lnTo>
                  <a:cubicBezTo>
                    <a:pt x="368" y="3154"/>
                    <a:pt x="327" y="3141"/>
                    <a:pt x="289" y="3141"/>
                  </a:cubicBezTo>
                  <a:cubicBezTo>
                    <a:pt x="121" y="3141"/>
                    <a:pt x="0" y="3380"/>
                    <a:pt x="179" y="3505"/>
                  </a:cubicBezTo>
                  <a:lnTo>
                    <a:pt x="4356" y="6500"/>
                  </a:lnTo>
                  <a:cubicBezTo>
                    <a:pt x="4390" y="6526"/>
                    <a:pt x="4431" y="6539"/>
                    <a:pt x="4472" y="6539"/>
                  </a:cubicBezTo>
                  <a:cubicBezTo>
                    <a:pt x="4514" y="6539"/>
                    <a:pt x="4555" y="6526"/>
                    <a:pt x="4589" y="6500"/>
                  </a:cubicBezTo>
                  <a:lnTo>
                    <a:pt x="10404" y="2337"/>
                  </a:lnTo>
                  <a:lnTo>
                    <a:pt x="10404" y="9351"/>
                  </a:lnTo>
                  <a:lnTo>
                    <a:pt x="1244" y="9351"/>
                  </a:lnTo>
                  <a:cubicBezTo>
                    <a:pt x="977" y="9351"/>
                    <a:pt x="977" y="9752"/>
                    <a:pt x="1244" y="9752"/>
                  </a:cubicBezTo>
                  <a:lnTo>
                    <a:pt x="10600" y="9752"/>
                  </a:lnTo>
                  <a:cubicBezTo>
                    <a:pt x="10709" y="9752"/>
                    <a:pt x="10798" y="9663"/>
                    <a:pt x="10798" y="9550"/>
                  </a:cubicBezTo>
                  <a:lnTo>
                    <a:pt x="10798" y="1946"/>
                  </a:lnTo>
                  <a:cubicBezTo>
                    <a:pt x="10798" y="1939"/>
                    <a:pt x="10798" y="1929"/>
                    <a:pt x="10798" y="1922"/>
                  </a:cubicBezTo>
                  <a:cubicBezTo>
                    <a:pt x="10785" y="1823"/>
                    <a:pt x="10699" y="1747"/>
                    <a:pt x="10600" y="1747"/>
                  </a:cubicBezTo>
                  <a:lnTo>
                    <a:pt x="9924" y="1747"/>
                  </a:lnTo>
                  <a:lnTo>
                    <a:pt x="9924" y="198"/>
                  </a:lnTo>
                  <a:cubicBezTo>
                    <a:pt x="9924" y="66"/>
                    <a:pt x="9824" y="0"/>
                    <a:pt x="9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79"/>
          <p:cNvGrpSpPr/>
          <p:nvPr/>
        </p:nvGrpSpPr>
        <p:grpSpPr>
          <a:xfrm>
            <a:off x="7418465" y="3218645"/>
            <a:ext cx="348053" cy="348184"/>
            <a:chOff x="7418465" y="3218645"/>
            <a:chExt cx="348053" cy="348184"/>
          </a:xfrm>
        </p:grpSpPr>
        <p:sp>
          <p:nvSpPr>
            <p:cNvPr id="7922" name="Google Shape;7922;p79"/>
            <p:cNvSpPr/>
            <p:nvPr/>
          </p:nvSpPr>
          <p:spPr>
            <a:xfrm>
              <a:off x="7424045" y="3303202"/>
              <a:ext cx="141951" cy="182684"/>
            </a:xfrm>
            <a:custGeom>
              <a:rect b="b" l="l" r="r" t="t"/>
              <a:pathLst>
                <a:path extrusionOk="0" h="6974" w="5419">
                  <a:moveTo>
                    <a:pt x="0" y="0"/>
                  </a:moveTo>
                  <a:lnTo>
                    <a:pt x="0" y="4287"/>
                  </a:lnTo>
                  <a:lnTo>
                    <a:pt x="5418" y="6974"/>
                  </a:lnTo>
                  <a:lnTo>
                    <a:pt x="4287" y="1275"/>
                  </a:lnTo>
                  <a:lnTo>
                    <a:pt x="847" y="254"/>
                  </a:lnTo>
                  <a:lnTo>
                    <a:pt x="0"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9"/>
            <p:cNvSpPr/>
            <p:nvPr/>
          </p:nvSpPr>
          <p:spPr>
            <a:xfrm>
              <a:off x="7424045" y="3415500"/>
              <a:ext cx="134485" cy="145697"/>
            </a:xfrm>
            <a:custGeom>
              <a:rect b="b" l="l" r="r" t="t"/>
              <a:pathLst>
                <a:path extrusionOk="0" h="5562" w="5134">
                  <a:moveTo>
                    <a:pt x="0" y="0"/>
                  </a:moveTo>
                  <a:lnTo>
                    <a:pt x="0" y="4290"/>
                  </a:lnTo>
                  <a:lnTo>
                    <a:pt x="4287" y="5562"/>
                  </a:lnTo>
                  <a:lnTo>
                    <a:pt x="5134" y="3417"/>
                  </a:lnTo>
                  <a:lnTo>
                    <a:pt x="4287" y="1275"/>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9"/>
            <p:cNvSpPr/>
            <p:nvPr/>
          </p:nvSpPr>
          <p:spPr>
            <a:xfrm>
              <a:off x="7723951" y="3420058"/>
              <a:ext cx="37014" cy="141139"/>
            </a:xfrm>
            <a:custGeom>
              <a:rect b="b" l="l" r="r" t="t"/>
              <a:pathLst>
                <a:path extrusionOk="0" h="5388" w="1413">
                  <a:moveTo>
                    <a:pt x="0" y="1"/>
                  </a:moveTo>
                  <a:lnTo>
                    <a:pt x="566" y="5134"/>
                  </a:lnTo>
                  <a:lnTo>
                    <a:pt x="1412" y="5388"/>
                  </a:lnTo>
                  <a:lnTo>
                    <a:pt x="1412" y="1101"/>
                  </a:lnTo>
                  <a:lnTo>
                    <a:pt x="0"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9"/>
            <p:cNvSpPr/>
            <p:nvPr/>
          </p:nvSpPr>
          <p:spPr>
            <a:xfrm>
              <a:off x="7619014" y="3385874"/>
              <a:ext cx="119764" cy="168696"/>
            </a:xfrm>
            <a:custGeom>
              <a:rect b="b" l="l" r="r" t="t"/>
              <a:pathLst>
                <a:path extrusionOk="0" h="6440" w="4572">
                  <a:moveTo>
                    <a:pt x="0" y="0"/>
                  </a:moveTo>
                  <a:lnTo>
                    <a:pt x="1131" y="5421"/>
                  </a:lnTo>
                  <a:lnTo>
                    <a:pt x="4572" y="6439"/>
                  </a:lnTo>
                  <a:lnTo>
                    <a:pt x="4572" y="2152"/>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9"/>
            <p:cNvSpPr/>
            <p:nvPr/>
          </p:nvSpPr>
          <p:spPr>
            <a:xfrm>
              <a:off x="7536343" y="3410654"/>
              <a:ext cx="112324" cy="150543"/>
            </a:xfrm>
            <a:custGeom>
              <a:rect b="b" l="l" r="r" t="t"/>
              <a:pathLst>
                <a:path extrusionOk="0" h="5747" w="4288">
                  <a:moveTo>
                    <a:pt x="2146" y="0"/>
                  </a:moveTo>
                  <a:lnTo>
                    <a:pt x="0" y="1460"/>
                  </a:lnTo>
                  <a:lnTo>
                    <a:pt x="0" y="5747"/>
                  </a:lnTo>
                  <a:lnTo>
                    <a:pt x="4287" y="4475"/>
                  </a:lnTo>
                  <a:lnTo>
                    <a:pt x="4287" y="185"/>
                  </a:lnTo>
                  <a:lnTo>
                    <a:pt x="2146"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9"/>
            <p:cNvSpPr/>
            <p:nvPr/>
          </p:nvSpPr>
          <p:spPr>
            <a:xfrm>
              <a:off x="7723951" y="3329947"/>
              <a:ext cx="37014" cy="118951"/>
            </a:xfrm>
            <a:custGeom>
              <a:rect b="b" l="l" r="r" t="t"/>
              <a:pathLst>
                <a:path extrusionOk="0" h="4541" w="1413">
                  <a:moveTo>
                    <a:pt x="566" y="0"/>
                  </a:moveTo>
                  <a:lnTo>
                    <a:pt x="0" y="2145"/>
                  </a:lnTo>
                  <a:lnTo>
                    <a:pt x="566" y="4287"/>
                  </a:lnTo>
                  <a:lnTo>
                    <a:pt x="1412" y="4541"/>
                  </a:lnTo>
                  <a:lnTo>
                    <a:pt x="1412" y="254"/>
                  </a:lnTo>
                  <a:lnTo>
                    <a:pt x="56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9"/>
            <p:cNvSpPr/>
            <p:nvPr/>
          </p:nvSpPr>
          <p:spPr>
            <a:xfrm>
              <a:off x="7626453" y="3303202"/>
              <a:ext cx="112324" cy="139069"/>
            </a:xfrm>
            <a:custGeom>
              <a:rect b="b" l="l" r="r" t="t"/>
              <a:pathLst>
                <a:path extrusionOk="0" h="5309" w="4288">
                  <a:moveTo>
                    <a:pt x="847" y="0"/>
                  </a:moveTo>
                  <a:lnTo>
                    <a:pt x="1" y="2145"/>
                  </a:lnTo>
                  <a:lnTo>
                    <a:pt x="847" y="4287"/>
                  </a:lnTo>
                  <a:lnTo>
                    <a:pt x="4288" y="5308"/>
                  </a:lnTo>
                  <a:lnTo>
                    <a:pt x="4288" y="1021"/>
                  </a:lnTo>
                  <a:lnTo>
                    <a:pt x="847"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9"/>
            <p:cNvSpPr/>
            <p:nvPr/>
          </p:nvSpPr>
          <p:spPr>
            <a:xfrm>
              <a:off x="7536343" y="3303202"/>
              <a:ext cx="112324" cy="145697"/>
            </a:xfrm>
            <a:custGeom>
              <a:rect b="b" l="l" r="r" t="t"/>
              <a:pathLst>
                <a:path extrusionOk="0" h="5562" w="4288">
                  <a:moveTo>
                    <a:pt x="4287" y="0"/>
                  </a:moveTo>
                  <a:lnTo>
                    <a:pt x="0" y="1275"/>
                  </a:lnTo>
                  <a:lnTo>
                    <a:pt x="0" y="5562"/>
                  </a:lnTo>
                  <a:lnTo>
                    <a:pt x="4287" y="4287"/>
                  </a:lnTo>
                  <a:lnTo>
                    <a:pt x="42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9"/>
            <p:cNvSpPr/>
            <p:nvPr/>
          </p:nvSpPr>
          <p:spPr>
            <a:xfrm>
              <a:off x="7648640" y="3224198"/>
              <a:ext cx="62947" cy="169141"/>
            </a:xfrm>
            <a:custGeom>
              <a:rect b="b" l="l" r="r" t="t"/>
              <a:pathLst>
                <a:path extrusionOk="0" h="6457" w="2403">
                  <a:moveTo>
                    <a:pt x="0" y="1"/>
                  </a:moveTo>
                  <a:lnTo>
                    <a:pt x="0" y="6457"/>
                  </a:lnTo>
                  <a:cubicBezTo>
                    <a:pt x="0" y="6457"/>
                    <a:pt x="2402" y="4058"/>
                    <a:pt x="2402" y="2403"/>
                  </a:cubicBezTo>
                  <a:cubicBezTo>
                    <a:pt x="2402" y="1077"/>
                    <a:pt x="1326" y="4"/>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9"/>
            <p:cNvSpPr/>
            <p:nvPr/>
          </p:nvSpPr>
          <p:spPr>
            <a:xfrm>
              <a:off x="7585720" y="3224198"/>
              <a:ext cx="111041" cy="169141"/>
            </a:xfrm>
            <a:custGeom>
              <a:rect b="b" l="l" r="r" t="t"/>
              <a:pathLst>
                <a:path extrusionOk="0" h="6457" w="4239">
                  <a:moveTo>
                    <a:pt x="2402" y="1"/>
                  </a:moveTo>
                  <a:cubicBezTo>
                    <a:pt x="1076" y="4"/>
                    <a:pt x="0" y="1077"/>
                    <a:pt x="0" y="2406"/>
                  </a:cubicBezTo>
                  <a:cubicBezTo>
                    <a:pt x="0" y="4058"/>
                    <a:pt x="2402" y="6457"/>
                    <a:pt x="2402" y="6457"/>
                  </a:cubicBezTo>
                  <a:cubicBezTo>
                    <a:pt x="2402" y="6457"/>
                    <a:pt x="4239" y="4058"/>
                    <a:pt x="4239" y="2406"/>
                  </a:cubicBezTo>
                  <a:cubicBezTo>
                    <a:pt x="4239" y="1080"/>
                    <a:pt x="3417" y="1"/>
                    <a:pt x="240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9"/>
            <p:cNvSpPr/>
            <p:nvPr/>
          </p:nvSpPr>
          <p:spPr>
            <a:xfrm>
              <a:off x="7604109" y="3253772"/>
              <a:ext cx="77852" cy="66771"/>
            </a:xfrm>
            <a:custGeom>
              <a:rect b="b" l="l" r="r" t="t"/>
              <a:pathLst>
                <a:path extrusionOk="0" h="2549" w="2972">
                  <a:moveTo>
                    <a:pt x="1691" y="1"/>
                  </a:moveTo>
                  <a:cubicBezTo>
                    <a:pt x="1379" y="1"/>
                    <a:pt x="1061" y="117"/>
                    <a:pt x="802" y="376"/>
                  </a:cubicBezTo>
                  <a:cubicBezTo>
                    <a:pt x="1" y="1178"/>
                    <a:pt x="566" y="2549"/>
                    <a:pt x="1700" y="2549"/>
                  </a:cubicBezTo>
                  <a:cubicBezTo>
                    <a:pt x="2403" y="2545"/>
                    <a:pt x="2972" y="1976"/>
                    <a:pt x="2972" y="1274"/>
                  </a:cubicBezTo>
                  <a:cubicBezTo>
                    <a:pt x="2972" y="509"/>
                    <a:pt x="2344" y="1"/>
                    <a:pt x="16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9"/>
            <p:cNvSpPr/>
            <p:nvPr/>
          </p:nvSpPr>
          <p:spPr>
            <a:xfrm>
              <a:off x="7418465" y="3218645"/>
              <a:ext cx="348053" cy="348184"/>
            </a:xfrm>
            <a:custGeom>
              <a:rect b="b" l="l" r="r" t="t"/>
              <a:pathLst>
                <a:path extrusionOk="0" h="13292" w="13287">
                  <a:moveTo>
                    <a:pt x="8787" y="425"/>
                  </a:moveTo>
                  <a:cubicBezTo>
                    <a:pt x="9997" y="428"/>
                    <a:pt x="10977" y="1409"/>
                    <a:pt x="10980" y="2618"/>
                  </a:cubicBezTo>
                  <a:cubicBezTo>
                    <a:pt x="10980" y="2961"/>
                    <a:pt x="10864" y="3345"/>
                    <a:pt x="10686" y="3732"/>
                  </a:cubicBezTo>
                  <a:cubicBezTo>
                    <a:pt x="10675" y="3746"/>
                    <a:pt x="10669" y="3763"/>
                    <a:pt x="10662" y="3780"/>
                  </a:cubicBezTo>
                  <a:cubicBezTo>
                    <a:pt x="10151" y="4859"/>
                    <a:pt x="9164" y="5963"/>
                    <a:pt x="8787" y="6364"/>
                  </a:cubicBezTo>
                  <a:cubicBezTo>
                    <a:pt x="8410" y="5963"/>
                    <a:pt x="7423" y="4859"/>
                    <a:pt x="6913" y="3780"/>
                  </a:cubicBezTo>
                  <a:cubicBezTo>
                    <a:pt x="6906" y="3763"/>
                    <a:pt x="6899" y="3746"/>
                    <a:pt x="6892" y="3732"/>
                  </a:cubicBezTo>
                  <a:cubicBezTo>
                    <a:pt x="6711" y="3345"/>
                    <a:pt x="6598" y="2961"/>
                    <a:pt x="6598" y="2618"/>
                  </a:cubicBezTo>
                  <a:cubicBezTo>
                    <a:pt x="6598" y="1409"/>
                    <a:pt x="7578" y="428"/>
                    <a:pt x="8787" y="425"/>
                  </a:cubicBezTo>
                  <a:close/>
                  <a:moveTo>
                    <a:pt x="6601" y="4099"/>
                  </a:moveTo>
                  <a:cubicBezTo>
                    <a:pt x="7214" y="5315"/>
                    <a:pt x="8301" y="6470"/>
                    <a:pt x="8575" y="6754"/>
                  </a:cubicBezTo>
                  <a:lnTo>
                    <a:pt x="8575" y="7357"/>
                  </a:lnTo>
                  <a:lnTo>
                    <a:pt x="4713" y="8505"/>
                  </a:lnTo>
                  <a:lnTo>
                    <a:pt x="4713" y="4661"/>
                  </a:lnTo>
                  <a:lnTo>
                    <a:pt x="6601" y="4099"/>
                  </a:lnTo>
                  <a:close/>
                  <a:moveTo>
                    <a:pt x="10977" y="4099"/>
                  </a:moveTo>
                  <a:lnTo>
                    <a:pt x="12865" y="4661"/>
                  </a:lnTo>
                  <a:lnTo>
                    <a:pt x="12865" y="8505"/>
                  </a:lnTo>
                  <a:lnTo>
                    <a:pt x="9000" y="7357"/>
                  </a:lnTo>
                  <a:lnTo>
                    <a:pt x="9000" y="6754"/>
                  </a:lnTo>
                  <a:cubicBezTo>
                    <a:pt x="9277" y="6470"/>
                    <a:pt x="10364" y="5315"/>
                    <a:pt x="10977" y="4099"/>
                  </a:cubicBezTo>
                  <a:close/>
                  <a:moveTo>
                    <a:pt x="426" y="3513"/>
                  </a:moveTo>
                  <a:lnTo>
                    <a:pt x="4288" y="4661"/>
                  </a:lnTo>
                  <a:lnTo>
                    <a:pt x="4288" y="8505"/>
                  </a:lnTo>
                  <a:lnTo>
                    <a:pt x="2825" y="8070"/>
                  </a:lnTo>
                  <a:cubicBezTo>
                    <a:pt x="2800" y="8063"/>
                    <a:pt x="2777" y="8059"/>
                    <a:pt x="2755" y="8059"/>
                  </a:cubicBezTo>
                  <a:cubicBezTo>
                    <a:pt x="2535" y="8059"/>
                    <a:pt x="2455" y="8403"/>
                    <a:pt x="2705" y="8478"/>
                  </a:cubicBezTo>
                  <a:lnTo>
                    <a:pt x="4288" y="8947"/>
                  </a:lnTo>
                  <a:lnTo>
                    <a:pt x="4288" y="12792"/>
                  </a:lnTo>
                  <a:lnTo>
                    <a:pt x="426" y="11644"/>
                  </a:lnTo>
                  <a:lnTo>
                    <a:pt x="426" y="7799"/>
                  </a:lnTo>
                  <a:lnTo>
                    <a:pt x="1889" y="8235"/>
                  </a:lnTo>
                  <a:cubicBezTo>
                    <a:pt x="1910" y="8241"/>
                    <a:pt x="1930" y="8244"/>
                    <a:pt x="1950" y="8244"/>
                  </a:cubicBezTo>
                  <a:cubicBezTo>
                    <a:pt x="2042" y="8244"/>
                    <a:pt x="2125" y="8183"/>
                    <a:pt x="2153" y="8091"/>
                  </a:cubicBezTo>
                  <a:cubicBezTo>
                    <a:pt x="2187" y="7981"/>
                    <a:pt x="2122" y="7861"/>
                    <a:pt x="2009" y="7830"/>
                  </a:cubicBezTo>
                  <a:lnTo>
                    <a:pt x="426" y="7357"/>
                  </a:lnTo>
                  <a:lnTo>
                    <a:pt x="426" y="3513"/>
                  </a:lnTo>
                  <a:close/>
                  <a:moveTo>
                    <a:pt x="9000" y="7799"/>
                  </a:moveTo>
                  <a:lnTo>
                    <a:pt x="12865" y="8947"/>
                  </a:lnTo>
                  <a:lnTo>
                    <a:pt x="12865" y="12792"/>
                  </a:lnTo>
                  <a:lnTo>
                    <a:pt x="9000" y="11644"/>
                  </a:lnTo>
                  <a:lnTo>
                    <a:pt x="9000" y="10113"/>
                  </a:lnTo>
                  <a:cubicBezTo>
                    <a:pt x="9000" y="9970"/>
                    <a:pt x="8893" y="9899"/>
                    <a:pt x="8787" y="9899"/>
                  </a:cubicBezTo>
                  <a:cubicBezTo>
                    <a:pt x="8681" y="9899"/>
                    <a:pt x="8575" y="9970"/>
                    <a:pt x="8575" y="10113"/>
                  </a:cubicBezTo>
                  <a:lnTo>
                    <a:pt x="8575" y="11644"/>
                  </a:lnTo>
                  <a:lnTo>
                    <a:pt x="4713" y="12792"/>
                  </a:lnTo>
                  <a:lnTo>
                    <a:pt x="4713" y="8947"/>
                  </a:lnTo>
                  <a:lnTo>
                    <a:pt x="8575" y="7799"/>
                  </a:lnTo>
                  <a:lnTo>
                    <a:pt x="8575" y="9263"/>
                  </a:lnTo>
                  <a:cubicBezTo>
                    <a:pt x="8575" y="9379"/>
                    <a:pt x="8671" y="9475"/>
                    <a:pt x="8787" y="9475"/>
                  </a:cubicBezTo>
                  <a:cubicBezTo>
                    <a:pt x="8904" y="9475"/>
                    <a:pt x="9000" y="9379"/>
                    <a:pt x="9000" y="9263"/>
                  </a:cubicBezTo>
                  <a:lnTo>
                    <a:pt x="9000" y="7799"/>
                  </a:lnTo>
                  <a:close/>
                  <a:moveTo>
                    <a:pt x="8787" y="0"/>
                  </a:moveTo>
                  <a:cubicBezTo>
                    <a:pt x="7345" y="0"/>
                    <a:pt x="6173" y="1172"/>
                    <a:pt x="6173" y="2615"/>
                  </a:cubicBezTo>
                  <a:cubicBezTo>
                    <a:pt x="6173" y="2961"/>
                    <a:pt x="6269" y="3334"/>
                    <a:pt x="6423" y="3711"/>
                  </a:cubicBezTo>
                  <a:lnTo>
                    <a:pt x="4500" y="4280"/>
                  </a:lnTo>
                  <a:lnTo>
                    <a:pt x="272" y="3026"/>
                  </a:lnTo>
                  <a:cubicBezTo>
                    <a:pt x="251" y="3020"/>
                    <a:pt x="230" y="3017"/>
                    <a:pt x="210" y="3017"/>
                  </a:cubicBezTo>
                  <a:cubicBezTo>
                    <a:pt x="99" y="3017"/>
                    <a:pt x="1" y="3106"/>
                    <a:pt x="1" y="3228"/>
                  </a:cubicBezTo>
                  <a:lnTo>
                    <a:pt x="1" y="11805"/>
                  </a:lnTo>
                  <a:cubicBezTo>
                    <a:pt x="1" y="11898"/>
                    <a:pt x="63" y="11980"/>
                    <a:pt x="152" y="12008"/>
                  </a:cubicBezTo>
                  <a:lnTo>
                    <a:pt x="4435" y="13279"/>
                  </a:lnTo>
                  <a:lnTo>
                    <a:pt x="4442" y="13279"/>
                  </a:lnTo>
                  <a:cubicBezTo>
                    <a:pt x="4449" y="13282"/>
                    <a:pt x="4456" y="13286"/>
                    <a:pt x="4466" y="13286"/>
                  </a:cubicBezTo>
                  <a:lnTo>
                    <a:pt x="4531" y="13286"/>
                  </a:lnTo>
                  <a:cubicBezTo>
                    <a:pt x="4541" y="13286"/>
                    <a:pt x="4548" y="13282"/>
                    <a:pt x="4555" y="13279"/>
                  </a:cubicBezTo>
                  <a:lnTo>
                    <a:pt x="4562" y="13279"/>
                  </a:lnTo>
                  <a:lnTo>
                    <a:pt x="8702" y="12052"/>
                  </a:lnTo>
                  <a:cubicBezTo>
                    <a:pt x="8729" y="12064"/>
                    <a:pt x="8758" y="12070"/>
                    <a:pt x="8787" y="12070"/>
                  </a:cubicBezTo>
                  <a:cubicBezTo>
                    <a:pt x="8816" y="12070"/>
                    <a:pt x="8846" y="12064"/>
                    <a:pt x="8873" y="12052"/>
                  </a:cubicBezTo>
                  <a:lnTo>
                    <a:pt x="13012" y="13282"/>
                  </a:lnTo>
                  <a:cubicBezTo>
                    <a:pt x="13033" y="13289"/>
                    <a:pt x="13054" y="13291"/>
                    <a:pt x="13074" y="13291"/>
                  </a:cubicBezTo>
                  <a:cubicBezTo>
                    <a:pt x="13188" y="13291"/>
                    <a:pt x="13287" y="13199"/>
                    <a:pt x="13287" y="13080"/>
                  </a:cubicBezTo>
                  <a:lnTo>
                    <a:pt x="13287" y="8786"/>
                  </a:lnTo>
                  <a:lnTo>
                    <a:pt x="13287" y="4503"/>
                  </a:lnTo>
                  <a:cubicBezTo>
                    <a:pt x="13287" y="4407"/>
                    <a:pt x="13225" y="4325"/>
                    <a:pt x="13136" y="4297"/>
                  </a:cubicBezTo>
                  <a:lnTo>
                    <a:pt x="11155" y="3711"/>
                  </a:lnTo>
                  <a:cubicBezTo>
                    <a:pt x="11306" y="3334"/>
                    <a:pt x="11402" y="2961"/>
                    <a:pt x="11402" y="2615"/>
                  </a:cubicBezTo>
                  <a:cubicBezTo>
                    <a:pt x="11402" y="1172"/>
                    <a:pt x="10230" y="0"/>
                    <a:pt x="8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9"/>
            <p:cNvSpPr/>
            <p:nvPr/>
          </p:nvSpPr>
          <p:spPr>
            <a:xfrm>
              <a:off x="7609767" y="3248271"/>
              <a:ext cx="80812" cy="77825"/>
            </a:xfrm>
            <a:custGeom>
              <a:rect b="b" l="l" r="r" t="t"/>
              <a:pathLst>
                <a:path extrusionOk="0" h="2971" w="3085">
                  <a:moveTo>
                    <a:pt x="1484" y="425"/>
                  </a:moveTo>
                  <a:cubicBezTo>
                    <a:pt x="2430" y="425"/>
                    <a:pt x="2903" y="1566"/>
                    <a:pt x="2235" y="2234"/>
                  </a:cubicBezTo>
                  <a:cubicBezTo>
                    <a:pt x="2019" y="2450"/>
                    <a:pt x="1753" y="2547"/>
                    <a:pt x="1493" y="2547"/>
                  </a:cubicBezTo>
                  <a:cubicBezTo>
                    <a:pt x="948" y="2547"/>
                    <a:pt x="425" y="2124"/>
                    <a:pt x="425" y="1484"/>
                  </a:cubicBezTo>
                  <a:cubicBezTo>
                    <a:pt x="425" y="901"/>
                    <a:pt x="898" y="425"/>
                    <a:pt x="1484" y="425"/>
                  </a:cubicBezTo>
                  <a:close/>
                  <a:moveTo>
                    <a:pt x="1484" y="0"/>
                  </a:moveTo>
                  <a:cubicBezTo>
                    <a:pt x="1292" y="0"/>
                    <a:pt x="1099" y="37"/>
                    <a:pt x="915" y="113"/>
                  </a:cubicBezTo>
                  <a:cubicBezTo>
                    <a:pt x="364" y="343"/>
                    <a:pt x="0" y="884"/>
                    <a:pt x="0" y="1484"/>
                  </a:cubicBezTo>
                  <a:cubicBezTo>
                    <a:pt x="0" y="2303"/>
                    <a:pt x="665" y="2968"/>
                    <a:pt x="1484" y="2971"/>
                  </a:cubicBezTo>
                  <a:cubicBezTo>
                    <a:pt x="2084" y="2971"/>
                    <a:pt x="2625" y="2608"/>
                    <a:pt x="2855" y="2053"/>
                  </a:cubicBezTo>
                  <a:cubicBezTo>
                    <a:pt x="3085" y="1497"/>
                    <a:pt x="2958" y="860"/>
                    <a:pt x="2533" y="435"/>
                  </a:cubicBezTo>
                  <a:cubicBezTo>
                    <a:pt x="2251" y="151"/>
                    <a:pt x="1871" y="0"/>
                    <a:pt x="14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5" name="Google Shape;7935;p79"/>
          <p:cNvGrpSpPr/>
          <p:nvPr/>
        </p:nvGrpSpPr>
        <p:grpSpPr>
          <a:xfrm>
            <a:off x="8074309" y="3200492"/>
            <a:ext cx="234209" cy="367254"/>
            <a:chOff x="8074309" y="3200492"/>
            <a:chExt cx="234209" cy="367254"/>
          </a:xfrm>
        </p:grpSpPr>
        <p:sp>
          <p:nvSpPr>
            <p:cNvPr id="7936" name="Google Shape;7936;p79"/>
            <p:cNvSpPr/>
            <p:nvPr/>
          </p:nvSpPr>
          <p:spPr>
            <a:xfrm>
              <a:off x="8183097" y="3228782"/>
              <a:ext cx="118873" cy="126496"/>
            </a:xfrm>
            <a:custGeom>
              <a:rect b="b" l="l" r="r" t="t"/>
              <a:pathLst>
                <a:path extrusionOk="0" h="4829" w="4538">
                  <a:moveTo>
                    <a:pt x="0" y="0"/>
                  </a:moveTo>
                  <a:lnTo>
                    <a:pt x="0" y="4829"/>
                  </a:lnTo>
                  <a:lnTo>
                    <a:pt x="4274" y="4829"/>
                  </a:lnTo>
                  <a:cubicBezTo>
                    <a:pt x="4431" y="4829"/>
                    <a:pt x="4537" y="4664"/>
                    <a:pt x="4472" y="4520"/>
                  </a:cubicBezTo>
                  <a:lnTo>
                    <a:pt x="3516" y="2413"/>
                  </a:lnTo>
                  <a:lnTo>
                    <a:pt x="4472" y="309"/>
                  </a:lnTo>
                  <a:cubicBezTo>
                    <a:pt x="4537" y="165"/>
                    <a:pt x="4431" y="0"/>
                    <a:pt x="427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9"/>
            <p:cNvSpPr/>
            <p:nvPr/>
          </p:nvSpPr>
          <p:spPr>
            <a:xfrm>
              <a:off x="8183176" y="3228782"/>
              <a:ext cx="34499" cy="22999"/>
            </a:xfrm>
            <a:custGeom>
              <a:rect b="b" l="l" r="r" t="t"/>
              <a:pathLst>
                <a:path extrusionOk="0" h="878" w="1317">
                  <a:moveTo>
                    <a:pt x="1" y="0"/>
                  </a:moveTo>
                  <a:lnTo>
                    <a:pt x="1" y="878"/>
                  </a:lnTo>
                  <a:lnTo>
                    <a:pt x="1317" y="878"/>
                  </a:lnTo>
                  <a:lnTo>
                    <a:pt x="1"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9"/>
            <p:cNvSpPr/>
            <p:nvPr/>
          </p:nvSpPr>
          <p:spPr>
            <a:xfrm>
              <a:off x="8131388" y="3251755"/>
              <a:ext cx="86286" cy="126600"/>
            </a:xfrm>
            <a:custGeom>
              <a:rect b="b" l="l" r="r" t="t"/>
              <a:pathLst>
                <a:path extrusionOk="0" h="4833" w="3294">
                  <a:moveTo>
                    <a:pt x="1" y="1"/>
                  </a:moveTo>
                  <a:lnTo>
                    <a:pt x="1" y="4832"/>
                  </a:lnTo>
                  <a:lnTo>
                    <a:pt x="3074" y="4832"/>
                  </a:lnTo>
                  <a:cubicBezTo>
                    <a:pt x="3194" y="4829"/>
                    <a:pt x="3294" y="4733"/>
                    <a:pt x="3294" y="4610"/>
                  </a:cubicBezTo>
                  <a:lnTo>
                    <a:pt x="329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9"/>
            <p:cNvSpPr/>
            <p:nvPr/>
          </p:nvSpPr>
          <p:spPr>
            <a:xfrm>
              <a:off x="8079601" y="3539376"/>
              <a:ext cx="57550" cy="22999"/>
            </a:xfrm>
            <a:custGeom>
              <a:rect b="b" l="l" r="r" t="t"/>
              <a:pathLst>
                <a:path extrusionOk="0" h="878" w="2197">
                  <a:moveTo>
                    <a:pt x="439" y="0"/>
                  </a:moveTo>
                  <a:cubicBezTo>
                    <a:pt x="196" y="0"/>
                    <a:pt x="0" y="195"/>
                    <a:pt x="0" y="439"/>
                  </a:cubicBezTo>
                  <a:lnTo>
                    <a:pt x="0" y="877"/>
                  </a:lnTo>
                  <a:lnTo>
                    <a:pt x="2197" y="877"/>
                  </a:lnTo>
                  <a:lnTo>
                    <a:pt x="2197" y="439"/>
                  </a:lnTo>
                  <a:cubicBezTo>
                    <a:pt x="2197" y="195"/>
                    <a:pt x="2002" y="0"/>
                    <a:pt x="175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9"/>
            <p:cNvSpPr/>
            <p:nvPr/>
          </p:nvSpPr>
          <p:spPr>
            <a:xfrm>
              <a:off x="8096837" y="3205704"/>
              <a:ext cx="23078" cy="23104"/>
            </a:xfrm>
            <a:custGeom>
              <a:rect b="b" l="l" r="r" t="t"/>
              <a:pathLst>
                <a:path extrusionOk="0" h="882" w="881">
                  <a:moveTo>
                    <a:pt x="439" y="1"/>
                  </a:moveTo>
                  <a:cubicBezTo>
                    <a:pt x="199" y="1"/>
                    <a:pt x="0" y="199"/>
                    <a:pt x="0" y="439"/>
                  </a:cubicBezTo>
                  <a:cubicBezTo>
                    <a:pt x="0" y="683"/>
                    <a:pt x="199" y="881"/>
                    <a:pt x="439" y="881"/>
                  </a:cubicBezTo>
                  <a:cubicBezTo>
                    <a:pt x="682" y="881"/>
                    <a:pt x="881" y="683"/>
                    <a:pt x="881" y="439"/>
                  </a:cubicBezTo>
                  <a:cubicBezTo>
                    <a:pt x="881" y="199"/>
                    <a:pt x="682" y="1"/>
                    <a:pt x="439"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9"/>
            <p:cNvSpPr/>
            <p:nvPr/>
          </p:nvSpPr>
          <p:spPr>
            <a:xfrm>
              <a:off x="8079601" y="3539350"/>
              <a:ext cx="28841" cy="23025"/>
            </a:xfrm>
            <a:custGeom>
              <a:rect b="b" l="l" r="r" t="t"/>
              <a:pathLst>
                <a:path extrusionOk="0" h="879" w="1101">
                  <a:moveTo>
                    <a:pt x="1094" y="1"/>
                  </a:moveTo>
                  <a:cubicBezTo>
                    <a:pt x="1092" y="1"/>
                    <a:pt x="1090" y="1"/>
                    <a:pt x="1088" y="1"/>
                  </a:cubicBezTo>
                  <a:lnTo>
                    <a:pt x="1100" y="1"/>
                  </a:lnTo>
                  <a:cubicBezTo>
                    <a:pt x="1098" y="1"/>
                    <a:pt x="1096" y="1"/>
                    <a:pt x="1094" y="1"/>
                  </a:cubicBezTo>
                  <a:close/>
                  <a:moveTo>
                    <a:pt x="439" y="1"/>
                  </a:moveTo>
                  <a:cubicBezTo>
                    <a:pt x="196" y="1"/>
                    <a:pt x="0" y="196"/>
                    <a:pt x="0" y="440"/>
                  </a:cubicBezTo>
                  <a:lnTo>
                    <a:pt x="0" y="878"/>
                  </a:lnTo>
                  <a:lnTo>
                    <a:pt x="658" y="878"/>
                  </a:lnTo>
                  <a:lnTo>
                    <a:pt x="658" y="440"/>
                  </a:lnTo>
                  <a:cubicBezTo>
                    <a:pt x="658" y="201"/>
                    <a:pt x="850" y="4"/>
                    <a:pt x="1088"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9"/>
            <p:cNvSpPr/>
            <p:nvPr/>
          </p:nvSpPr>
          <p:spPr>
            <a:xfrm>
              <a:off x="8074309" y="3200492"/>
              <a:ext cx="234209" cy="367254"/>
            </a:xfrm>
            <a:custGeom>
              <a:rect b="b" l="l" r="r" t="t"/>
              <a:pathLst>
                <a:path extrusionOk="0" h="14020" w="8941">
                  <a:moveTo>
                    <a:pt x="1301" y="405"/>
                  </a:moveTo>
                  <a:lnTo>
                    <a:pt x="1301" y="405"/>
                  </a:lnTo>
                  <a:cubicBezTo>
                    <a:pt x="1508" y="407"/>
                    <a:pt x="1614" y="659"/>
                    <a:pt x="1467" y="806"/>
                  </a:cubicBezTo>
                  <a:cubicBezTo>
                    <a:pt x="1419" y="854"/>
                    <a:pt x="1361" y="875"/>
                    <a:pt x="1303" y="875"/>
                  </a:cubicBezTo>
                  <a:cubicBezTo>
                    <a:pt x="1182" y="875"/>
                    <a:pt x="1066" y="781"/>
                    <a:pt x="1066" y="642"/>
                  </a:cubicBezTo>
                  <a:cubicBezTo>
                    <a:pt x="1066" y="512"/>
                    <a:pt x="1171" y="406"/>
                    <a:pt x="1301" y="405"/>
                  </a:cubicBezTo>
                  <a:close/>
                  <a:moveTo>
                    <a:pt x="4359" y="1464"/>
                  </a:moveTo>
                  <a:lnTo>
                    <a:pt x="4794" y="1752"/>
                  </a:lnTo>
                  <a:lnTo>
                    <a:pt x="4359" y="1752"/>
                  </a:lnTo>
                  <a:lnTo>
                    <a:pt x="4359" y="1464"/>
                  </a:lnTo>
                  <a:close/>
                  <a:moveTo>
                    <a:pt x="8423" y="1283"/>
                  </a:moveTo>
                  <a:cubicBezTo>
                    <a:pt x="8433" y="1283"/>
                    <a:pt x="8440" y="1293"/>
                    <a:pt x="8437" y="1303"/>
                  </a:cubicBezTo>
                  <a:lnTo>
                    <a:pt x="7481" y="3407"/>
                  </a:lnTo>
                  <a:cubicBezTo>
                    <a:pt x="7453" y="3462"/>
                    <a:pt x="7453" y="3527"/>
                    <a:pt x="7481" y="3578"/>
                  </a:cubicBezTo>
                  <a:lnTo>
                    <a:pt x="8437" y="5686"/>
                  </a:lnTo>
                  <a:cubicBezTo>
                    <a:pt x="8440" y="5689"/>
                    <a:pt x="8440" y="5693"/>
                    <a:pt x="8437" y="5696"/>
                  </a:cubicBezTo>
                  <a:cubicBezTo>
                    <a:pt x="8433" y="5703"/>
                    <a:pt x="8430" y="5703"/>
                    <a:pt x="8423" y="5703"/>
                  </a:cubicBezTo>
                  <a:lnTo>
                    <a:pt x="5678" y="5703"/>
                  </a:lnTo>
                  <a:lnTo>
                    <a:pt x="5678" y="1958"/>
                  </a:lnTo>
                  <a:cubicBezTo>
                    <a:pt x="5678" y="1889"/>
                    <a:pt x="5644" y="1824"/>
                    <a:pt x="5586" y="1786"/>
                  </a:cubicBezTo>
                  <a:lnTo>
                    <a:pt x="4832" y="1283"/>
                  </a:lnTo>
                  <a:close/>
                  <a:moveTo>
                    <a:pt x="5267" y="2163"/>
                  </a:moveTo>
                  <a:lnTo>
                    <a:pt x="5267" y="6567"/>
                  </a:lnTo>
                  <a:lnTo>
                    <a:pt x="5267" y="6570"/>
                  </a:lnTo>
                  <a:cubicBezTo>
                    <a:pt x="5267" y="6577"/>
                    <a:pt x="5260" y="6584"/>
                    <a:pt x="5253" y="6584"/>
                  </a:cubicBezTo>
                  <a:lnTo>
                    <a:pt x="2382" y="6584"/>
                  </a:lnTo>
                  <a:lnTo>
                    <a:pt x="2382" y="3273"/>
                  </a:lnTo>
                  <a:cubicBezTo>
                    <a:pt x="2377" y="3143"/>
                    <a:pt x="2277" y="3078"/>
                    <a:pt x="2177" y="3078"/>
                  </a:cubicBezTo>
                  <a:cubicBezTo>
                    <a:pt x="2078" y="3078"/>
                    <a:pt x="1977" y="3143"/>
                    <a:pt x="1971" y="3273"/>
                  </a:cubicBezTo>
                  <a:lnTo>
                    <a:pt x="1971" y="6584"/>
                  </a:lnTo>
                  <a:lnTo>
                    <a:pt x="1504" y="6584"/>
                  </a:lnTo>
                  <a:lnTo>
                    <a:pt x="1504" y="2163"/>
                  </a:lnTo>
                  <a:lnTo>
                    <a:pt x="1974" y="2163"/>
                  </a:lnTo>
                  <a:lnTo>
                    <a:pt x="1974" y="2396"/>
                  </a:lnTo>
                  <a:cubicBezTo>
                    <a:pt x="1979" y="2526"/>
                    <a:pt x="2078" y="2592"/>
                    <a:pt x="2178" y="2592"/>
                  </a:cubicBezTo>
                  <a:cubicBezTo>
                    <a:pt x="2278" y="2592"/>
                    <a:pt x="2378" y="2526"/>
                    <a:pt x="2385" y="2396"/>
                  </a:cubicBezTo>
                  <a:lnTo>
                    <a:pt x="2385" y="2163"/>
                  </a:lnTo>
                  <a:close/>
                  <a:moveTo>
                    <a:pt x="1960" y="13143"/>
                  </a:moveTo>
                  <a:cubicBezTo>
                    <a:pt x="2087" y="13143"/>
                    <a:pt x="2193" y="13245"/>
                    <a:pt x="2193" y="13376"/>
                  </a:cubicBezTo>
                  <a:lnTo>
                    <a:pt x="2193" y="13609"/>
                  </a:lnTo>
                  <a:lnTo>
                    <a:pt x="408" y="13609"/>
                  </a:lnTo>
                  <a:lnTo>
                    <a:pt x="408" y="13376"/>
                  </a:lnTo>
                  <a:cubicBezTo>
                    <a:pt x="408" y="13245"/>
                    <a:pt x="514" y="13143"/>
                    <a:pt x="641" y="13143"/>
                  </a:cubicBezTo>
                  <a:close/>
                  <a:moveTo>
                    <a:pt x="1302" y="1"/>
                  </a:moveTo>
                  <a:cubicBezTo>
                    <a:pt x="987" y="1"/>
                    <a:pt x="720" y="227"/>
                    <a:pt x="668" y="539"/>
                  </a:cubicBezTo>
                  <a:cubicBezTo>
                    <a:pt x="617" y="851"/>
                    <a:pt x="799" y="1152"/>
                    <a:pt x="1097" y="1252"/>
                  </a:cubicBezTo>
                  <a:lnTo>
                    <a:pt x="1097" y="12731"/>
                  </a:lnTo>
                  <a:lnTo>
                    <a:pt x="641" y="12731"/>
                  </a:lnTo>
                  <a:cubicBezTo>
                    <a:pt x="288" y="12731"/>
                    <a:pt x="0" y="13019"/>
                    <a:pt x="0" y="13376"/>
                  </a:cubicBezTo>
                  <a:lnTo>
                    <a:pt x="0" y="13814"/>
                  </a:lnTo>
                  <a:cubicBezTo>
                    <a:pt x="0" y="13927"/>
                    <a:pt x="93" y="14020"/>
                    <a:pt x="206" y="14020"/>
                  </a:cubicBezTo>
                  <a:lnTo>
                    <a:pt x="2402" y="14020"/>
                  </a:lnTo>
                  <a:cubicBezTo>
                    <a:pt x="2515" y="14020"/>
                    <a:pt x="2608" y="13927"/>
                    <a:pt x="2608" y="13814"/>
                  </a:cubicBezTo>
                  <a:lnTo>
                    <a:pt x="2608" y="13376"/>
                  </a:lnTo>
                  <a:cubicBezTo>
                    <a:pt x="2604" y="13019"/>
                    <a:pt x="2317" y="12731"/>
                    <a:pt x="1964" y="12731"/>
                  </a:cubicBezTo>
                  <a:lnTo>
                    <a:pt x="1511" y="12731"/>
                  </a:lnTo>
                  <a:lnTo>
                    <a:pt x="1511" y="6995"/>
                  </a:lnTo>
                  <a:lnTo>
                    <a:pt x="5257" y="6995"/>
                  </a:lnTo>
                  <a:cubicBezTo>
                    <a:pt x="5493" y="6992"/>
                    <a:pt x="5682" y="6803"/>
                    <a:pt x="5682" y="6570"/>
                  </a:cubicBezTo>
                  <a:lnTo>
                    <a:pt x="5682" y="6118"/>
                  </a:lnTo>
                  <a:lnTo>
                    <a:pt x="8430" y="6118"/>
                  </a:lnTo>
                  <a:cubicBezTo>
                    <a:pt x="8738" y="6114"/>
                    <a:pt x="8941" y="5796"/>
                    <a:pt x="8814" y="5518"/>
                  </a:cubicBezTo>
                  <a:lnTo>
                    <a:pt x="7895" y="3493"/>
                  </a:lnTo>
                  <a:lnTo>
                    <a:pt x="8810" y="1474"/>
                  </a:lnTo>
                  <a:cubicBezTo>
                    <a:pt x="8937" y="1193"/>
                    <a:pt x="8735" y="875"/>
                    <a:pt x="8427" y="875"/>
                  </a:cubicBezTo>
                  <a:lnTo>
                    <a:pt x="4157" y="875"/>
                  </a:lnTo>
                  <a:cubicBezTo>
                    <a:pt x="4044" y="875"/>
                    <a:pt x="3951" y="967"/>
                    <a:pt x="3951" y="1080"/>
                  </a:cubicBezTo>
                  <a:lnTo>
                    <a:pt x="3951" y="1752"/>
                  </a:lnTo>
                  <a:lnTo>
                    <a:pt x="1508" y="1752"/>
                  </a:lnTo>
                  <a:lnTo>
                    <a:pt x="1508" y="1252"/>
                  </a:lnTo>
                  <a:cubicBezTo>
                    <a:pt x="1806" y="1152"/>
                    <a:pt x="1988" y="851"/>
                    <a:pt x="1936" y="539"/>
                  </a:cubicBezTo>
                  <a:cubicBezTo>
                    <a:pt x="1885" y="227"/>
                    <a:pt x="1618"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79"/>
          <p:cNvGrpSpPr/>
          <p:nvPr/>
        </p:nvGrpSpPr>
        <p:grpSpPr>
          <a:xfrm>
            <a:off x="4117738" y="4097880"/>
            <a:ext cx="397692" cy="426402"/>
            <a:chOff x="4117738" y="4097880"/>
            <a:chExt cx="397692" cy="426402"/>
          </a:xfrm>
        </p:grpSpPr>
        <p:sp>
          <p:nvSpPr>
            <p:cNvPr id="7944" name="Google Shape;7944;p79"/>
            <p:cNvSpPr/>
            <p:nvPr/>
          </p:nvSpPr>
          <p:spPr>
            <a:xfrm>
              <a:off x="4190088" y="4175993"/>
              <a:ext cx="259357" cy="313187"/>
            </a:xfrm>
            <a:custGeom>
              <a:rect b="b" l="l" r="r" t="t"/>
              <a:pathLst>
                <a:path extrusionOk="0" h="11956" w="9901">
                  <a:moveTo>
                    <a:pt x="4840" y="1"/>
                  </a:moveTo>
                  <a:cubicBezTo>
                    <a:pt x="4665" y="1"/>
                    <a:pt x="4488" y="10"/>
                    <a:pt x="4311" y="31"/>
                  </a:cubicBezTo>
                  <a:cubicBezTo>
                    <a:pt x="2217" y="264"/>
                    <a:pt x="518" y="1939"/>
                    <a:pt x="257" y="4026"/>
                  </a:cubicBezTo>
                  <a:cubicBezTo>
                    <a:pt x="0" y="6014"/>
                    <a:pt x="1052" y="7940"/>
                    <a:pt x="2865" y="8796"/>
                  </a:cubicBezTo>
                  <a:cubicBezTo>
                    <a:pt x="3242" y="8975"/>
                    <a:pt x="3482" y="9355"/>
                    <a:pt x="3479" y="9773"/>
                  </a:cubicBezTo>
                  <a:lnTo>
                    <a:pt x="3479" y="11411"/>
                  </a:lnTo>
                  <a:cubicBezTo>
                    <a:pt x="3479" y="11713"/>
                    <a:pt x="3722" y="11956"/>
                    <a:pt x="4023" y="11956"/>
                  </a:cubicBezTo>
                  <a:lnTo>
                    <a:pt x="5655" y="11956"/>
                  </a:lnTo>
                  <a:cubicBezTo>
                    <a:pt x="5953" y="11956"/>
                    <a:pt x="6196" y="11713"/>
                    <a:pt x="6196" y="11411"/>
                  </a:cubicBezTo>
                  <a:lnTo>
                    <a:pt x="6196" y="9773"/>
                  </a:lnTo>
                  <a:cubicBezTo>
                    <a:pt x="6193" y="9358"/>
                    <a:pt x="6429" y="8978"/>
                    <a:pt x="6803" y="8800"/>
                  </a:cubicBezTo>
                  <a:cubicBezTo>
                    <a:pt x="8852" y="7837"/>
                    <a:pt x="9900" y="5534"/>
                    <a:pt x="9280" y="3358"/>
                  </a:cubicBezTo>
                  <a:cubicBezTo>
                    <a:pt x="8712" y="1354"/>
                    <a:pt x="6882" y="1"/>
                    <a:pt x="484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9"/>
            <p:cNvSpPr/>
            <p:nvPr/>
          </p:nvSpPr>
          <p:spPr>
            <a:xfrm>
              <a:off x="4217200" y="4197342"/>
              <a:ext cx="199292" cy="199292"/>
            </a:xfrm>
            <a:custGeom>
              <a:rect b="b" l="l" r="r" t="t"/>
              <a:pathLst>
                <a:path extrusionOk="0" h="7608" w="7608">
                  <a:moveTo>
                    <a:pt x="3804" y="0"/>
                  </a:moveTo>
                  <a:cubicBezTo>
                    <a:pt x="1703" y="0"/>
                    <a:pt x="0" y="1704"/>
                    <a:pt x="0" y="3804"/>
                  </a:cubicBezTo>
                  <a:cubicBezTo>
                    <a:pt x="0" y="5905"/>
                    <a:pt x="1703" y="7608"/>
                    <a:pt x="3804" y="7608"/>
                  </a:cubicBezTo>
                  <a:cubicBezTo>
                    <a:pt x="5905" y="7608"/>
                    <a:pt x="7608" y="5905"/>
                    <a:pt x="7608" y="3804"/>
                  </a:cubicBezTo>
                  <a:cubicBezTo>
                    <a:pt x="7608" y="1704"/>
                    <a:pt x="5905" y="0"/>
                    <a:pt x="380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9"/>
            <p:cNvSpPr/>
            <p:nvPr/>
          </p:nvSpPr>
          <p:spPr>
            <a:xfrm>
              <a:off x="4238549" y="4218691"/>
              <a:ext cx="156594" cy="156594"/>
            </a:xfrm>
            <a:custGeom>
              <a:rect b="b" l="l" r="r" t="t"/>
              <a:pathLst>
                <a:path extrusionOk="0" h="5978" w="5978">
                  <a:moveTo>
                    <a:pt x="2989" y="1"/>
                  </a:moveTo>
                  <a:cubicBezTo>
                    <a:pt x="1337" y="1"/>
                    <a:pt x="1" y="1341"/>
                    <a:pt x="1" y="2989"/>
                  </a:cubicBezTo>
                  <a:cubicBezTo>
                    <a:pt x="1" y="4641"/>
                    <a:pt x="1337" y="5977"/>
                    <a:pt x="2989" y="5977"/>
                  </a:cubicBezTo>
                  <a:cubicBezTo>
                    <a:pt x="4637" y="5977"/>
                    <a:pt x="5977" y="4641"/>
                    <a:pt x="5977" y="2989"/>
                  </a:cubicBezTo>
                  <a:cubicBezTo>
                    <a:pt x="5977" y="1341"/>
                    <a:pt x="4637" y="1"/>
                    <a:pt x="2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9"/>
            <p:cNvSpPr/>
            <p:nvPr/>
          </p:nvSpPr>
          <p:spPr>
            <a:xfrm>
              <a:off x="4295471" y="4489155"/>
              <a:ext cx="42672" cy="28500"/>
            </a:xfrm>
            <a:custGeom>
              <a:rect b="b" l="l" r="r" t="t"/>
              <a:pathLst>
                <a:path extrusionOk="0" h="1088" w="1629">
                  <a:moveTo>
                    <a:pt x="0" y="1"/>
                  </a:moveTo>
                  <a:lnTo>
                    <a:pt x="0" y="542"/>
                  </a:lnTo>
                  <a:cubicBezTo>
                    <a:pt x="0" y="844"/>
                    <a:pt x="244" y="1087"/>
                    <a:pt x="542" y="1087"/>
                  </a:cubicBezTo>
                  <a:lnTo>
                    <a:pt x="1087" y="1087"/>
                  </a:lnTo>
                  <a:cubicBezTo>
                    <a:pt x="1388" y="1087"/>
                    <a:pt x="1628" y="844"/>
                    <a:pt x="1628" y="542"/>
                  </a:cubicBezTo>
                  <a:lnTo>
                    <a:pt x="1628"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9"/>
            <p:cNvSpPr/>
            <p:nvPr/>
          </p:nvSpPr>
          <p:spPr>
            <a:xfrm>
              <a:off x="4281273" y="4446431"/>
              <a:ext cx="71119" cy="42750"/>
            </a:xfrm>
            <a:custGeom>
              <a:rect b="b" l="l" r="r" t="t"/>
              <a:pathLst>
                <a:path extrusionOk="0" h="1632" w="2715">
                  <a:moveTo>
                    <a:pt x="1" y="1"/>
                  </a:moveTo>
                  <a:lnTo>
                    <a:pt x="1" y="1087"/>
                  </a:lnTo>
                  <a:cubicBezTo>
                    <a:pt x="1" y="1389"/>
                    <a:pt x="241" y="1632"/>
                    <a:pt x="542" y="1632"/>
                  </a:cubicBezTo>
                  <a:lnTo>
                    <a:pt x="2174" y="1632"/>
                  </a:lnTo>
                  <a:cubicBezTo>
                    <a:pt x="2472" y="1632"/>
                    <a:pt x="2715" y="1389"/>
                    <a:pt x="2715" y="1087"/>
                  </a:cubicBezTo>
                  <a:lnTo>
                    <a:pt x="271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9"/>
            <p:cNvSpPr/>
            <p:nvPr/>
          </p:nvSpPr>
          <p:spPr>
            <a:xfrm>
              <a:off x="4183173" y="4169261"/>
              <a:ext cx="266167" cy="355021"/>
            </a:xfrm>
            <a:custGeom>
              <a:rect b="b" l="l" r="r" t="t"/>
              <a:pathLst>
                <a:path extrusionOk="0" h="13553" w="10161">
                  <a:moveTo>
                    <a:pt x="5120" y="514"/>
                  </a:moveTo>
                  <a:cubicBezTo>
                    <a:pt x="6188" y="514"/>
                    <a:pt x="7221" y="911"/>
                    <a:pt x="8012" y="1628"/>
                  </a:cubicBezTo>
                  <a:cubicBezTo>
                    <a:pt x="9613" y="3060"/>
                    <a:pt x="9931" y="5442"/>
                    <a:pt x="8766" y="7247"/>
                  </a:cubicBezTo>
                  <a:lnTo>
                    <a:pt x="8770" y="7244"/>
                  </a:lnTo>
                  <a:lnTo>
                    <a:pt x="8770" y="7244"/>
                  </a:lnTo>
                  <a:cubicBezTo>
                    <a:pt x="8324" y="7929"/>
                    <a:pt x="7697" y="8478"/>
                    <a:pt x="6960" y="8827"/>
                  </a:cubicBezTo>
                  <a:cubicBezTo>
                    <a:pt x="6498" y="9050"/>
                    <a:pt x="6203" y="9516"/>
                    <a:pt x="6206" y="10030"/>
                  </a:cubicBezTo>
                  <a:lnTo>
                    <a:pt x="6206" y="10328"/>
                  </a:lnTo>
                  <a:lnTo>
                    <a:pt x="4000" y="10328"/>
                  </a:lnTo>
                  <a:lnTo>
                    <a:pt x="4000" y="10030"/>
                  </a:lnTo>
                  <a:cubicBezTo>
                    <a:pt x="4000" y="9516"/>
                    <a:pt x="3701" y="9047"/>
                    <a:pt x="3239" y="8824"/>
                  </a:cubicBezTo>
                  <a:cubicBezTo>
                    <a:pt x="1529" y="8012"/>
                    <a:pt x="532" y="6192"/>
                    <a:pt x="775" y="4318"/>
                  </a:cubicBezTo>
                  <a:cubicBezTo>
                    <a:pt x="1018" y="2347"/>
                    <a:pt x="2629" y="761"/>
                    <a:pt x="4603" y="541"/>
                  </a:cubicBezTo>
                  <a:cubicBezTo>
                    <a:pt x="4771" y="524"/>
                    <a:pt x="4938" y="514"/>
                    <a:pt x="5106" y="514"/>
                  </a:cubicBezTo>
                  <a:cubicBezTo>
                    <a:pt x="5111" y="514"/>
                    <a:pt x="5116" y="514"/>
                    <a:pt x="5120" y="514"/>
                  </a:cubicBezTo>
                  <a:close/>
                  <a:moveTo>
                    <a:pt x="6206" y="10835"/>
                  </a:moveTo>
                  <a:lnTo>
                    <a:pt x="6206" y="11668"/>
                  </a:lnTo>
                  <a:cubicBezTo>
                    <a:pt x="6206" y="11826"/>
                    <a:pt x="6076" y="11956"/>
                    <a:pt x="5919" y="11956"/>
                  </a:cubicBezTo>
                  <a:lnTo>
                    <a:pt x="4287" y="11956"/>
                  </a:lnTo>
                  <a:cubicBezTo>
                    <a:pt x="4126" y="11956"/>
                    <a:pt x="4000" y="11829"/>
                    <a:pt x="4000" y="11668"/>
                  </a:cubicBezTo>
                  <a:lnTo>
                    <a:pt x="4000" y="10835"/>
                  </a:lnTo>
                  <a:close/>
                  <a:moveTo>
                    <a:pt x="5662" y="12466"/>
                  </a:moveTo>
                  <a:lnTo>
                    <a:pt x="5662" y="12754"/>
                  </a:lnTo>
                  <a:cubicBezTo>
                    <a:pt x="5662" y="12915"/>
                    <a:pt x="5535" y="13042"/>
                    <a:pt x="5374" y="13042"/>
                  </a:cubicBezTo>
                  <a:lnTo>
                    <a:pt x="4832" y="13042"/>
                  </a:lnTo>
                  <a:cubicBezTo>
                    <a:pt x="4671" y="13042"/>
                    <a:pt x="4541" y="12915"/>
                    <a:pt x="4541" y="12754"/>
                  </a:cubicBezTo>
                  <a:lnTo>
                    <a:pt x="4541" y="12466"/>
                  </a:lnTo>
                  <a:close/>
                  <a:moveTo>
                    <a:pt x="5117" y="0"/>
                  </a:moveTo>
                  <a:cubicBezTo>
                    <a:pt x="4928" y="0"/>
                    <a:pt x="4738" y="12"/>
                    <a:pt x="4548" y="34"/>
                  </a:cubicBezTo>
                  <a:cubicBezTo>
                    <a:pt x="2341" y="277"/>
                    <a:pt x="542" y="2052"/>
                    <a:pt x="268" y="4252"/>
                  </a:cubicBezTo>
                  <a:cubicBezTo>
                    <a:pt x="0" y="6350"/>
                    <a:pt x="1111" y="8378"/>
                    <a:pt x="3019" y="9283"/>
                  </a:cubicBezTo>
                  <a:cubicBezTo>
                    <a:pt x="3307" y="9420"/>
                    <a:pt x="3489" y="9711"/>
                    <a:pt x="3489" y="10030"/>
                  </a:cubicBezTo>
                  <a:lnTo>
                    <a:pt x="3489" y="11668"/>
                  </a:lnTo>
                  <a:cubicBezTo>
                    <a:pt x="3489" y="12011"/>
                    <a:pt x="3708" y="12316"/>
                    <a:pt x="4034" y="12425"/>
                  </a:cubicBezTo>
                  <a:lnTo>
                    <a:pt x="4034" y="12754"/>
                  </a:lnTo>
                  <a:cubicBezTo>
                    <a:pt x="4034" y="13196"/>
                    <a:pt x="4390" y="13553"/>
                    <a:pt x="4832" y="13553"/>
                  </a:cubicBezTo>
                  <a:lnTo>
                    <a:pt x="5374" y="13553"/>
                  </a:lnTo>
                  <a:cubicBezTo>
                    <a:pt x="5816" y="13553"/>
                    <a:pt x="6172" y="13196"/>
                    <a:pt x="6172" y="12754"/>
                  </a:cubicBezTo>
                  <a:lnTo>
                    <a:pt x="6172" y="12425"/>
                  </a:lnTo>
                  <a:cubicBezTo>
                    <a:pt x="6498" y="12316"/>
                    <a:pt x="6714" y="12011"/>
                    <a:pt x="6714" y="11668"/>
                  </a:cubicBezTo>
                  <a:lnTo>
                    <a:pt x="6714" y="10030"/>
                  </a:lnTo>
                  <a:cubicBezTo>
                    <a:pt x="6714" y="9715"/>
                    <a:pt x="6892" y="9424"/>
                    <a:pt x="7176" y="9286"/>
                  </a:cubicBezTo>
                  <a:cubicBezTo>
                    <a:pt x="8657" y="8591"/>
                    <a:pt x="9688" y="7200"/>
                    <a:pt x="9924" y="5582"/>
                  </a:cubicBezTo>
                  <a:cubicBezTo>
                    <a:pt x="10161" y="3965"/>
                    <a:pt x="9572" y="2337"/>
                    <a:pt x="8352" y="1247"/>
                  </a:cubicBezTo>
                  <a:cubicBezTo>
                    <a:pt x="7459" y="440"/>
                    <a:pt x="6306" y="0"/>
                    <a:pt x="5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9"/>
            <p:cNvSpPr/>
            <p:nvPr/>
          </p:nvSpPr>
          <p:spPr>
            <a:xfrm>
              <a:off x="4457775" y="4290335"/>
              <a:ext cx="57655" cy="13307"/>
            </a:xfrm>
            <a:custGeom>
              <a:rect b="b" l="l" r="r" t="t"/>
              <a:pathLst>
                <a:path extrusionOk="0" h="508" w="2201">
                  <a:moveTo>
                    <a:pt x="326" y="1"/>
                  </a:moveTo>
                  <a:cubicBezTo>
                    <a:pt x="0" y="14"/>
                    <a:pt x="0" y="494"/>
                    <a:pt x="326" y="508"/>
                  </a:cubicBezTo>
                  <a:lnTo>
                    <a:pt x="1953" y="508"/>
                  </a:lnTo>
                  <a:cubicBezTo>
                    <a:pt x="2090" y="504"/>
                    <a:pt x="2200" y="391"/>
                    <a:pt x="2200" y="254"/>
                  </a:cubicBezTo>
                  <a:cubicBezTo>
                    <a:pt x="2200" y="117"/>
                    <a:pt x="2090" y="4"/>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9"/>
            <p:cNvSpPr/>
            <p:nvPr/>
          </p:nvSpPr>
          <p:spPr>
            <a:xfrm>
              <a:off x="4117738" y="4290335"/>
              <a:ext cx="56293" cy="13333"/>
            </a:xfrm>
            <a:custGeom>
              <a:rect b="b" l="l" r="r" t="t"/>
              <a:pathLst>
                <a:path extrusionOk="0" h="509" w="2149">
                  <a:moveTo>
                    <a:pt x="252" y="0"/>
                  </a:moveTo>
                  <a:cubicBezTo>
                    <a:pt x="114" y="0"/>
                    <a:pt x="0" y="114"/>
                    <a:pt x="0" y="254"/>
                  </a:cubicBezTo>
                  <a:cubicBezTo>
                    <a:pt x="0" y="394"/>
                    <a:pt x="114" y="508"/>
                    <a:pt x="252" y="508"/>
                  </a:cubicBezTo>
                  <a:cubicBezTo>
                    <a:pt x="256" y="508"/>
                    <a:pt x="260" y="508"/>
                    <a:pt x="264" y="508"/>
                  </a:cubicBezTo>
                  <a:lnTo>
                    <a:pt x="1895" y="508"/>
                  </a:lnTo>
                  <a:cubicBezTo>
                    <a:pt x="2036" y="508"/>
                    <a:pt x="2149" y="395"/>
                    <a:pt x="2149" y="254"/>
                  </a:cubicBezTo>
                  <a:cubicBezTo>
                    <a:pt x="2149" y="114"/>
                    <a:pt x="2036" y="1"/>
                    <a:pt x="1895" y="1"/>
                  </a:cubicBezTo>
                  <a:lnTo>
                    <a:pt x="264" y="1"/>
                  </a:lnTo>
                  <a:cubicBezTo>
                    <a:pt x="260" y="0"/>
                    <a:pt x="256" y="0"/>
                    <a:pt x="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9"/>
            <p:cNvSpPr/>
            <p:nvPr/>
          </p:nvSpPr>
          <p:spPr>
            <a:xfrm>
              <a:off x="4310009" y="4097880"/>
              <a:ext cx="13674" cy="56398"/>
            </a:xfrm>
            <a:custGeom>
              <a:rect b="b" l="l" r="r" t="t"/>
              <a:pathLst>
                <a:path extrusionOk="0" h="2153" w="522">
                  <a:moveTo>
                    <a:pt x="261" y="1"/>
                  </a:moveTo>
                  <a:cubicBezTo>
                    <a:pt x="117" y="1"/>
                    <a:pt x="1" y="120"/>
                    <a:pt x="7" y="268"/>
                  </a:cubicBezTo>
                  <a:lnTo>
                    <a:pt x="7" y="1896"/>
                  </a:lnTo>
                  <a:cubicBezTo>
                    <a:pt x="7" y="2036"/>
                    <a:pt x="120" y="2149"/>
                    <a:pt x="261" y="2153"/>
                  </a:cubicBezTo>
                  <a:cubicBezTo>
                    <a:pt x="401" y="2149"/>
                    <a:pt x="515" y="2036"/>
                    <a:pt x="515" y="1896"/>
                  </a:cubicBezTo>
                  <a:lnTo>
                    <a:pt x="515" y="268"/>
                  </a:lnTo>
                  <a:cubicBezTo>
                    <a:pt x="521" y="120"/>
                    <a:pt x="405"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9"/>
            <p:cNvSpPr/>
            <p:nvPr/>
          </p:nvSpPr>
          <p:spPr>
            <a:xfrm>
              <a:off x="4383984" y="4142228"/>
              <a:ext cx="25959" cy="32036"/>
            </a:xfrm>
            <a:custGeom>
              <a:rect b="b" l="l" r="r" t="t"/>
              <a:pathLst>
                <a:path extrusionOk="0" h="1223" w="991">
                  <a:moveTo>
                    <a:pt x="699" y="0"/>
                  </a:moveTo>
                  <a:cubicBezTo>
                    <a:pt x="610" y="0"/>
                    <a:pt x="523" y="48"/>
                    <a:pt x="477" y="134"/>
                  </a:cubicBezTo>
                  <a:lnTo>
                    <a:pt x="69" y="840"/>
                  </a:lnTo>
                  <a:cubicBezTo>
                    <a:pt x="0" y="963"/>
                    <a:pt x="41" y="1118"/>
                    <a:pt x="161" y="1189"/>
                  </a:cubicBezTo>
                  <a:cubicBezTo>
                    <a:pt x="202" y="1212"/>
                    <a:pt x="245" y="1223"/>
                    <a:pt x="288" y="1223"/>
                  </a:cubicBezTo>
                  <a:cubicBezTo>
                    <a:pt x="377" y="1223"/>
                    <a:pt x="462" y="1178"/>
                    <a:pt x="511" y="1097"/>
                  </a:cubicBezTo>
                  <a:lnTo>
                    <a:pt x="915" y="391"/>
                  </a:lnTo>
                  <a:cubicBezTo>
                    <a:pt x="991" y="268"/>
                    <a:pt x="953" y="107"/>
                    <a:pt x="826" y="35"/>
                  </a:cubicBezTo>
                  <a:cubicBezTo>
                    <a:pt x="786" y="11"/>
                    <a:pt x="742"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9"/>
            <p:cNvSpPr/>
            <p:nvPr/>
          </p:nvSpPr>
          <p:spPr>
            <a:xfrm>
              <a:off x="4223644" y="4419738"/>
              <a:ext cx="26064" cy="32036"/>
            </a:xfrm>
            <a:custGeom>
              <a:rect b="b" l="l" r="r" t="t"/>
              <a:pathLst>
                <a:path extrusionOk="0" h="1223" w="995">
                  <a:moveTo>
                    <a:pt x="703" y="1"/>
                  </a:moveTo>
                  <a:cubicBezTo>
                    <a:pt x="615" y="1"/>
                    <a:pt x="530" y="47"/>
                    <a:pt x="484" y="129"/>
                  </a:cubicBezTo>
                  <a:lnTo>
                    <a:pt x="76" y="835"/>
                  </a:lnTo>
                  <a:cubicBezTo>
                    <a:pt x="1" y="955"/>
                    <a:pt x="42" y="1116"/>
                    <a:pt x="165" y="1188"/>
                  </a:cubicBezTo>
                  <a:cubicBezTo>
                    <a:pt x="207" y="1211"/>
                    <a:pt x="251" y="1222"/>
                    <a:pt x="294" y="1222"/>
                  </a:cubicBezTo>
                  <a:cubicBezTo>
                    <a:pt x="385" y="1222"/>
                    <a:pt x="472" y="1174"/>
                    <a:pt x="518" y="1088"/>
                  </a:cubicBezTo>
                  <a:lnTo>
                    <a:pt x="926" y="382"/>
                  </a:lnTo>
                  <a:cubicBezTo>
                    <a:pt x="995" y="259"/>
                    <a:pt x="954" y="105"/>
                    <a:pt x="834" y="36"/>
                  </a:cubicBezTo>
                  <a:cubicBezTo>
                    <a:pt x="793" y="12"/>
                    <a:pt x="748"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9"/>
            <p:cNvSpPr/>
            <p:nvPr/>
          </p:nvSpPr>
          <p:spPr>
            <a:xfrm>
              <a:off x="4222780" y="4142490"/>
              <a:ext cx="26850" cy="31617"/>
            </a:xfrm>
            <a:custGeom>
              <a:rect b="b" l="l" r="r" t="t"/>
              <a:pathLst>
                <a:path extrusionOk="0" h="1207" w="1025">
                  <a:moveTo>
                    <a:pt x="341" y="0"/>
                  </a:moveTo>
                  <a:cubicBezTo>
                    <a:pt x="169" y="0"/>
                    <a:pt x="1" y="180"/>
                    <a:pt x="109" y="381"/>
                  </a:cubicBezTo>
                  <a:lnTo>
                    <a:pt x="517" y="1087"/>
                  </a:lnTo>
                  <a:cubicBezTo>
                    <a:pt x="565" y="1164"/>
                    <a:pt x="649" y="1207"/>
                    <a:pt x="735" y="1207"/>
                  </a:cubicBezTo>
                  <a:cubicBezTo>
                    <a:pt x="778" y="1207"/>
                    <a:pt x="823" y="1196"/>
                    <a:pt x="863" y="1173"/>
                  </a:cubicBezTo>
                  <a:cubicBezTo>
                    <a:pt x="980" y="1104"/>
                    <a:pt x="1024" y="953"/>
                    <a:pt x="959" y="830"/>
                  </a:cubicBezTo>
                  <a:lnTo>
                    <a:pt x="551" y="124"/>
                  </a:lnTo>
                  <a:cubicBezTo>
                    <a:pt x="497" y="37"/>
                    <a:pt x="419" y="0"/>
                    <a:pt x="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9"/>
            <p:cNvSpPr/>
            <p:nvPr/>
          </p:nvSpPr>
          <p:spPr>
            <a:xfrm>
              <a:off x="4382936" y="4419843"/>
              <a:ext cx="26824" cy="31591"/>
            </a:xfrm>
            <a:custGeom>
              <a:rect b="b" l="l" r="r" t="t"/>
              <a:pathLst>
                <a:path extrusionOk="0" h="1206" w="1024">
                  <a:moveTo>
                    <a:pt x="339" y="0"/>
                  </a:moveTo>
                  <a:cubicBezTo>
                    <a:pt x="167" y="0"/>
                    <a:pt x="0" y="178"/>
                    <a:pt x="109" y="378"/>
                  </a:cubicBezTo>
                  <a:lnTo>
                    <a:pt x="517" y="1084"/>
                  </a:lnTo>
                  <a:cubicBezTo>
                    <a:pt x="564" y="1162"/>
                    <a:pt x="647" y="1206"/>
                    <a:pt x="732" y="1206"/>
                  </a:cubicBezTo>
                  <a:cubicBezTo>
                    <a:pt x="775" y="1206"/>
                    <a:pt x="819" y="1194"/>
                    <a:pt x="859" y="1170"/>
                  </a:cubicBezTo>
                  <a:cubicBezTo>
                    <a:pt x="979" y="1101"/>
                    <a:pt x="1024" y="951"/>
                    <a:pt x="959" y="831"/>
                  </a:cubicBezTo>
                  <a:lnTo>
                    <a:pt x="551" y="125"/>
                  </a:lnTo>
                  <a:cubicBezTo>
                    <a:pt x="496" y="37"/>
                    <a:pt x="417" y="0"/>
                    <a:pt x="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9"/>
            <p:cNvSpPr/>
            <p:nvPr/>
          </p:nvSpPr>
          <p:spPr>
            <a:xfrm>
              <a:off x="4438469" y="4364938"/>
              <a:ext cx="34132" cy="24257"/>
            </a:xfrm>
            <a:custGeom>
              <a:rect b="b" l="l" r="r" t="t"/>
              <a:pathLst>
                <a:path extrusionOk="0" h="926" w="1303">
                  <a:moveTo>
                    <a:pt x="292" y="0"/>
                  </a:moveTo>
                  <a:cubicBezTo>
                    <a:pt x="204" y="0"/>
                    <a:pt x="120" y="46"/>
                    <a:pt x="72" y="127"/>
                  </a:cubicBezTo>
                  <a:cubicBezTo>
                    <a:pt x="0" y="254"/>
                    <a:pt x="45" y="411"/>
                    <a:pt x="172" y="480"/>
                  </a:cubicBezTo>
                  <a:lnTo>
                    <a:pt x="878" y="888"/>
                  </a:lnTo>
                  <a:cubicBezTo>
                    <a:pt x="918" y="913"/>
                    <a:pt x="964" y="926"/>
                    <a:pt x="1009" y="926"/>
                  </a:cubicBezTo>
                  <a:cubicBezTo>
                    <a:pt x="1097" y="926"/>
                    <a:pt x="1183" y="880"/>
                    <a:pt x="1230" y="799"/>
                  </a:cubicBezTo>
                  <a:cubicBezTo>
                    <a:pt x="1302" y="672"/>
                    <a:pt x="1258" y="514"/>
                    <a:pt x="1131" y="446"/>
                  </a:cubicBezTo>
                  <a:lnTo>
                    <a:pt x="425" y="38"/>
                  </a:lnTo>
                  <a:cubicBezTo>
                    <a:pt x="383" y="12"/>
                    <a:pt x="337" y="0"/>
                    <a:pt x="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9"/>
            <p:cNvSpPr/>
            <p:nvPr/>
          </p:nvSpPr>
          <p:spPr>
            <a:xfrm>
              <a:off x="4161091" y="4204782"/>
              <a:ext cx="33765" cy="24099"/>
            </a:xfrm>
            <a:custGeom>
              <a:rect b="b" l="l" r="r" t="t"/>
              <a:pathLst>
                <a:path extrusionOk="0" h="920" w="1289">
                  <a:moveTo>
                    <a:pt x="294" y="1"/>
                  </a:moveTo>
                  <a:cubicBezTo>
                    <a:pt x="206" y="1"/>
                    <a:pt x="120" y="46"/>
                    <a:pt x="72" y="128"/>
                  </a:cubicBezTo>
                  <a:cubicBezTo>
                    <a:pt x="0" y="254"/>
                    <a:pt x="45" y="412"/>
                    <a:pt x="172" y="481"/>
                  </a:cubicBezTo>
                  <a:lnTo>
                    <a:pt x="878" y="888"/>
                  </a:lnTo>
                  <a:cubicBezTo>
                    <a:pt x="916" y="909"/>
                    <a:pt x="958" y="919"/>
                    <a:pt x="999" y="919"/>
                  </a:cubicBezTo>
                  <a:cubicBezTo>
                    <a:pt x="1086" y="919"/>
                    <a:pt x="1171" y="874"/>
                    <a:pt x="1220" y="792"/>
                  </a:cubicBezTo>
                  <a:cubicBezTo>
                    <a:pt x="1289" y="672"/>
                    <a:pt x="1251" y="518"/>
                    <a:pt x="1131" y="446"/>
                  </a:cubicBezTo>
                  <a:lnTo>
                    <a:pt x="425" y="39"/>
                  </a:lnTo>
                  <a:cubicBezTo>
                    <a:pt x="385" y="13"/>
                    <a:pt x="339"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9"/>
            <p:cNvSpPr/>
            <p:nvPr/>
          </p:nvSpPr>
          <p:spPr>
            <a:xfrm>
              <a:off x="4437029" y="4204991"/>
              <a:ext cx="35206" cy="23968"/>
            </a:xfrm>
            <a:custGeom>
              <a:rect b="b" l="l" r="r" t="t"/>
              <a:pathLst>
                <a:path extrusionOk="0" h="915" w="1344">
                  <a:moveTo>
                    <a:pt x="1050" y="1"/>
                  </a:moveTo>
                  <a:cubicBezTo>
                    <a:pt x="1010" y="1"/>
                    <a:pt x="970" y="10"/>
                    <a:pt x="933" y="31"/>
                  </a:cubicBezTo>
                  <a:lnTo>
                    <a:pt x="227" y="438"/>
                  </a:lnTo>
                  <a:cubicBezTo>
                    <a:pt x="0" y="569"/>
                    <a:pt x="93" y="915"/>
                    <a:pt x="353" y="915"/>
                  </a:cubicBezTo>
                  <a:cubicBezTo>
                    <a:pt x="398" y="915"/>
                    <a:pt x="442" y="904"/>
                    <a:pt x="480" y="880"/>
                  </a:cubicBezTo>
                  <a:lnTo>
                    <a:pt x="1186" y="473"/>
                  </a:lnTo>
                  <a:cubicBezTo>
                    <a:pt x="1303" y="401"/>
                    <a:pt x="1344" y="246"/>
                    <a:pt x="1272" y="130"/>
                  </a:cubicBezTo>
                  <a:cubicBezTo>
                    <a:pt x="1225" y="47"/>
                    <a:pt x="1139"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9"/>
            <p:cNvSpPr/>
            <p:nvPr/>
          </p:nvSpPr>
          <p:spPr>
            <a:xfrm>
              <a:off x="4161091" y="4364938"/>
              <a:ext cx="34132" cy="24257"/>
            </a:xfrm>
            <a:custGeom>
              <a:rect b="b" l="l" r="r" t="t"/>
              <a:pathLst>
                <a:path extrusionOk="0" h="926" w="1303">
                  <a:moveTo>
                    <a:pt x="1011" y="0"/>
                  </a:moveTo>
                  <a:cubicBezTo>
                    <a:pt x="966" y="0"/>
                    <a:pt x="920" y="12"/>
                    <a:pt x="878" y="38"/>
                  </a:cubicBezTo>
                  <a:lnTo>
                    <a:pt x="172" y="446"/>
                  </a:lnTo>
                  <a:cubicBezTo>
                    <a:pt x="45" y="514"/>
                    <a:pt x="0" y="672"/>
                    <a:pt x="72" y="799"/>
                  </a:cubicBezTo>
                  <a:cubicBezTo>
                    <a:pt x="120" y="880"/>
                    <a:pt x="206" y="926"/>
                    <a:pt x="294" y="926"/>
                  </a:cubicBezTo>
                  <a:cubicBezTo>
                    <a:pt x="339" y="926"/>
                    <a:pt x="385" y="913"/>
                    <a:pt x="425" y="888"/>
                  </a:cubicBezTo>
                  <a:lnTo>
                    <a:pt x="1131" y="480"/>
                  </a:lnTo>
                  <a:cubicBezTo>
                    <a:pt x="1258" y="411"/>
                    <a:pt x="1303" y="254"/>
                    <a:pt x="1231" y="127"/>
                  </a:cubicBezTo>
                  <a:cubicBezTo>
                    <a:pt x="1183" y="46"/>
                    <a:pt x="1099" y="0"/>
                    <a:pt x="1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79"/>
          <p:cNvGrpSpPr/>
          <p:nvPr/>
        </p:nvGrpSpPr>
        <p:grpSpPr>
          <a:xfrm>
            <a:off x="4664768" y="4118574"/>
            <a:ext cx="389520" cy="385328"/>
            <a:chOff x="4664768" y="4118574"/>
            <a:chExt cx="389520" cy="385328"/>
          </a:xfrm>
        </p:grpSpPr>
        <p:sp>
          <p:nvSpPr>
            <p:cNvPr id="7962" name="Google Shape;7962;p79"/>
            <p:cNvSpPr/>
            <p:nvPr/>
          </p:nvSpPr>
          <p:spPr>
            <a:xfrm>
              <a:off x="4669850" y="4289889"/>
              <a:ext cx="209743" cy="208512"/>
            </a:xfrm>
            <a:custGeom>
              <a:rect b="b" l="l" r="r" t="t"/>
              <a:pathLst>
                <a:path extrusionOk="0" h="7960" w="8007">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9"/>
            <p:cNvSpPr/>
            <p:nvPr/>
          </p:nvSpPr>
          <p:spPr>
            <a:xfrm>
              <a:off x="4671945" y="4300917"/>
              <a:ext cx="207648" cy="197536"/>
            </a:xfrm>
            <a:custGeom>
              <a:rect b="b" l="l" r="r" t="t"/>
              <a:pathLst>
                <a:path extrusionOk="0" h="7541" w="7927">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9"/>
            <p:cNvSpPr/>
            <p:nvPr/>
          </p:nvSpPr>
          <p:spPr>
            <a:xfrm>
              <a:off x="4743694" y="4124023"/>
              <a:ext cx="304648" cy="289481"/>
            </a:xfrm>
            <a:custGeom>
              <a:rect b="b" l="l" r="r" t="t"/>
              <a:pathLst>
                <a:path extrusionOk="0" h="11051" w="1163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9"/>
            <p:cNvSpPr/>
            <p:nvPr/>
          </p:nvSpPr>
          <p:spPr>
            <a:xfrm>
              <a:off x="4750583" y="4187388"/>
              <a:ext cx="297759" cy="225853"/>
            </a:xfrm>
            <a:custGeom>
              <a:rect b="b" l="l" r="r" t="t"/>
              <a:pathLst>
                <a:path extrusionOk="0" h="8622" w="11367">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9"/>
            <p:cNvSpPr/>
            <p:nvPr/>
          </p:nvSpPr>
          <p:spPr>
            <a:xfrm>
              <a:off x="4909377" y="4124023"/>
              <a:ext cx="138886" cy="133280"/>
            </a:xfrm>
            <a:custGeom>
              <a:rect b="b" l="l" r="r" t="t"/>
              <a:pathLst>
                <a:path extrusionOk="0" h="5088" w="5302">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9"/>
            <p:cNvSpPr/>
            <p:nvPr/>
          </p:nvSpPr>
          <p:spPr>
            <a:xfrm>
              <a:off x="4910713" y="4146079"/>
              <a:ext cx="137550" cy="111303"/>
            </a:xfrm>
            <a:custGeom>
              <a:rect b="b" l="l" r="r" t="t"/>
              <a:pathLst>
                <a:path extrusionOk="0" h="4249" w="5251">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9"/>
            <p:cNvSpPr/>
            <p:nvPr/>
          </p:nvSpPr>
          <p:spPr>
            <a:xfrm>
              <a:off x="4664768" y="4118574"/>
              <a:ext cx="389520" cy="385328"/>
            </a:xfrm>
            <a:custGeom>
              <a:rect b="b" l="l" r="r" t="t"/>
              <a:pathLst>
                <a:path extrusionOk="0" h="14710" w="14870">
                  <a:moveTo>
                    <a:pt x="10528" y="420"/>
                  </a:moveTo>
                  <a:cubicBezTo>
                    <a:pt x="10725" y="420"/>
                    <a:pt x="10917" y="491"/>
                    <a:pt x="11062" y="636"/>
                  </a:cubicBezTo>
                  <a:lnTo>
                    <a:pt x="14108" y="3682"/>
                  </a:lnTo>
                  <a:cubicBezTo>
                    <a:pt x="14410" y="3987"/>
                    <a:pt x="14393" y="4501"/>
                    <a:pt x="14064" y="4827"/>
                  </a:cubicBezTo>
                  <a:cubicBezTo>
                    <a:pt x="13893" y="5000"/>
                    <a:pt x="13670" y="5086"/>
                    <a:pt x="13453" y="5086"/>
                  </a:cubicBezTo>
                  <a:cubicBezTo>
                    <a:pt x="13257" y="5086"/>
                    <a:pt x="13064" y="5015"/>
                    <a:pt x="12919" y="4872"/>
                  </a:cubicBezTo>
                  <a:lnTo>
                    <a:pt x="12799" y="4752"/>
                  </a:lnTo>
                  <a:lnTo>
                    <a:pt x="11322" y="3271"/>
                  </a:lnTo>
                  <a:cubicBezTo>
                    <a:pt x="11275" y="3221"/>
                    <a:pt x="11222" y="3200"/>
                    <a:pt x="11171" y="3200"/>
                  </a:cubicBezTo>
                  <a:cubicBezTo>
                    <a:pt x="11005" y="3200"/>
                    <a:pt x="10862" y="3418"/>
                    <a:pt x="11024" y="3569"/>
                  </a:cubicBezTo>
                  <a:lnTo>
                    <a:pt x="12241" y="4779"/>
                  </a:lnTo>
                  <a:lnTo>
                    <a:pt x="10709" y="6311"/>
                  </a:lnTo>
                  <a:cubicBezTo>
                    <a:pt x="10349" y="6671"/>
                    <a:pt x="10116" y="7137"/>
                    <a:pt x="10044" y="7640"/>
                  </a:cubicBezTo>
                  <a:cubicBezTo>
                    <a:pt x="9976" y="8134"/>
                    <a:pt x="10082" y="8634"/>
                    <a:pt x="10342" y="9059"/>
                  </a:cubicBezTo>
                  <a:cubicBezTo>
                    <a:pt x="10846" y="9858"/>
                    <a:pt x="10753" y="10769"/>
                    <a:pt x="10575" y="11040"/>
                  </a:cubicBezTo>
                  <a:cubicBezTo>
                    <a:pt x="10472" y="11009"/>
                    <a:pt x="10140" y="10858"/>
                    <a:pt x="9246" y="10101"/>
                  </a:cubicBezTo>
                  <a:cubicBezTo>
                    <a:pt x="8670" y="9614"/>
                    <a:pt x="7974" y="8973"/>
                    <a:pt x="7251" y="8271"/>
                  </a:cubicBezTo>
                  <a:lnTo>
                    <a:pt x="7104" y="8124"/>
                  </a:lnTo>
                  <a:lnTo>
                    <a:pt x="7053" y="8072"/>
                  </a:lnTo>
                  <a:cubicBezTo>
                    <a:pt x="6926" y="7945"/>
                    <a:pt x="6799" y="7819"/>
                    <a:pt x="6672" y="7692"/>
                  </a:cubicBezTo>
                  <a:lnTo>
                    <a:pt x="6617" y="7637"/>
                  </a:lnTo>
                  <a:lnTo>
                    <a:pt x="6473" y="7493"/>
                  </a:lnTo>
                  <a:cubicBezTo>
                    <a:pt x="5768" y="6770"/>
                    <a:pt x="5130" y="6074"/>
                    <a:pt x="4644" y="5499"/>
                  </a:cubicBezTo>
                  <a:cubicBezTo>
                    <a:pt x="3886" y="4604"/>
                    <a:pt x="3735" y="4272"/>
                    <a:pt x="3705" y="4169"/>
                  </a:cubicBezTo>
                  <a:cubicBezTo>
                    <a:pt x="3826" y="4089"/>
                    <a:pt x="4075" y="4027"/>
                    <a:pt x="4385" y="4027"/>
                  </a:cubicBezTo>
                  <a:cubicBezTo>
                    <a:pt x="4768" y="4027"/>
                    <a:pt x="5244" y="4122"/>
                    <a:pt x="5685" y="4399"/>
                  </a:cubicBezTo>
                  <a:cubicBezTo>
                    <a:pt x="6026" y="4610"/>
                    <a:pt x="6415" y="4721"/>
                    <a:pt x="6811" y="4721"/>
                  </a:cubicBezTo>
                  <a:cubicBezTo>
                    <a:pt x="6908" y="4721"/>
                    <a:pt x="7006" y="4714"/>
                    <a:pt x="7104" y="4700"/>
                  </a:cubicBezTo>
                  <a:cubicBezTo>
                    <a:pt x="7608" y="4628"/>
                    <a:pt x="8074" y="4395"/>
                    <a:pt x="8434" y="4035"/>
                  </a:cubicBezTo>
                  <a:lnTo>
                    <a:pt x="9965" y="2504"/>
                  </a:lnTo>
                  <a:lnTo>
                    <a:pt x="10099" y="2637"/>
                  </a:lnTo>
                  <a:cubicBezTo>
                    <a:pt x="10145" y="2688"/>
                    <a:pt x="10198" y="2709"/>
                    <a:pt x="10249" y="2709"/>
                  </a:cubicBezTo>
                  <a:cubicBezTo>
                    <a:pt x="10413" y="2709"/>
                    <a:pt x="10556" y="2492"/>
                    <a:pt x="10394" y="2343"/>
                  </a:cubicBezTo>
                  <a:lnTo>
                    <a:pt x="9993" y="1942"/>
                  </a:lnTo>
                  <a:lnTo>
                    <a:pt x="9873" y="1822"/>
                  </a:lnTo>
                  <a:cubicBezTo>
                    <a:pt x="9866" y="1811"/>
                    <a:pt x="9856" y="1805"/>
                    <a:pt x="9845" y="1794"/>
                  </a:cubicBezTo>
                  <a:cubicBezTo>
                    <a:pt x="9616" y="1537"/>
                    <a:pt x="9599" y="1147"/>
                    <a:pt x="9787" y="842"/>
                  </a:cubicBezTo>
                  <a:cubicBezTo>
                    <a:pt x="9821" y="783"/>
                    <a:pt x="9866" y="729"/>
                    <a:pt x="9917" y="677"/>
                  </a:cubicBezTo>
                  <a:cubicBezTo>
                    <a:pt x="10088" y="506"/>
                    <a:pt x="10311" y="420"/>
                    <a:pt x="10528" y="420"/>
                  </a:cubicBezTo>
                  <a:close/>
                  <a:moveTo>
                    <a:pt x="10525" y="0"/>
                  </a:moveTo>
                  <a:cubicBezTo>
                    <a:pt x="10201" y="0"/>
                    <a:pt x="9870" y="128"/>
                    <a:pt x="9616" y="382"/>
                  </a:cubicBezTo>
                  <a:cubicBezTo>
                    <a:pt x="9126" y="873"/>
                    <a:pt x="9109" y="1650"/>
                    <a:pt x="9575" y="2120"/>
                  </a:cubicBezTo>
                  <a:lnTo>
                    <a:pt x="9664" y="2209"/>
                  </a:lnTo>
                  <a:lnTo>
                    <a:pt x="8135" y="3741"/>
                  </a:lnTo>
                  <a:cubicBezTo>
                    <a:pt x="7767" y="4107"/>
                    <a:pt x="7280" y="4300"/>
                    <a:pt x="6802" y="4300"/>
                  </a:cubicBezTo>
                  <a:cubicBezTo>
                    <a:pt x="6488" y="4300"/>
                    <a:pt x="6178" y="4217"/>
                    <a:pt x="5908" y="4046"/>
                  </a:cubicBezTo>
                  <a:cubicBezTo>
                    <a:pt x="5459" y="3768"/>
                    <a:pt x="4942" y="3617"/>
                    <a:pt x="4417" y="3607"/>
                  </a:cubicBezTo>
                  <a:cubicBezTo>
                    <a:pt x="4411" y="3607"/>
                    <a:pt x="4404" y="3607"/>
                    <a:pt x="4397" y="3607"/>
                  </a:cubicBezTo>
                  <a:cubicBezTo>
                    <a:pt x="3946" y="3607"/>
                    <a:pt x="3551" y="3720"/>
                    <a:pt x="3365" y="3909"/>
                  </a:cubicBezTo>
                  <a:cubicBezTo>
                    <a:pt x="3173" y="4097"/>
                    <a:pt x="3314" y="4382"/>
                    <a:pt x="3472" y="4642"/>
                  </a:cubicBezTo>
                  <a:cubicBezTo>
                    <a:pt x="3619" y="4889"/>
                    <a:pt x="3859" y="5211"/>
                    <a:pt x="4181" y="5601"/>
                  </a:cubicBezTo>
                  <a:cubicBezTo>
                    <a:pt x="4654" y="6174"/>
                    <a:pt x="5284" y="6869"/>
                    <a:pt x="6001" y="7606"/>
                  </a:cubicBezTo>
                  <a:lnTo>
                    <a:pt x="4366" y="9241"/>
                  </a:lnTo>
                  <a:cubicBezTo>
                    <a:pt x="3783" y="9823"/>
                    <a:pt x="3221" y="10437"/>
                    <a:pt x="2694" y="11067"/>
                  </a:cubicBezTo>
                  <a:lnTo>
                    <a:pt x="124" y="14144"/>
                  </a:lnTo>
                  <a:cubicBezTo>
                    <a:pt x="0" y="14292"/>
                    <a:pt x="4" y="14491"/>
                    <a:pt x="124" y="14614"/>
                  </a:cubicBezTo>
                  <a:cubicBezTo>
                    <a:pt x="185" y="14676"/>
                    <a:pt x="268" y="14710"/>
                    <a:pt x="353" y="14710"/>
                  </a:cubicBezTo>
                  <a:cubicBezTo>
                    <a:pt x="442" y="14710"/>
                    <a:pt x="528" y="14676"/>
                    <a:pt x="596" y="14617"/>
                  </a:cubicBezTo>
                  <a:lnTo>
                    <a:pt x="3547" y="12154"/>
                  </a:lnTo>
                  <a:cubicBezTo>
                    <a:pt x="3703" y="12011"/>
                    <a:pt x="3572" y="11789"/>
                    <a:pt x="3404" y="11789"/>
                  </a:cubicBezTo>
                  <a:cubicBezTo>
                    <a:pt x="3363" y="11789"/>
                    <a:pt x="3319" y="11803"/>
                    <a:pt x="3276" y="11835"/>
                  </a:cubicBezTo>
                  <a:lnTo>
                    <a:pt x="1035" y="13706"/>
                  </a:lnTo>
                  <a:lnTo>
                    <a:pt x="3012" y="11335"/>
                  </a:lnTo>
                  <a:cubicBezTo>
                    <a:pt x="3533" y="10714"/>
                    <a:pt x="4085" y="10111"/>
                    <a:pt x="4657" y="9535"/>
                  </a:cubicBezTo>
                  <a:lnTo>
                    <a:pt x="6288" y="7908"/>
                  </a:lnTo>
                  <a:lnTo>
                    <a:pt x="6316" y="7932"/>
                  </a:lnTo>
                  <a:cubicBezTo>
                    <a:pt x="6395" y="8014"/>
                    <a:pt x="6477" y="8096"/>
                    <a:pt x="6559" y="8178"/>
                  </a:cubicBezTo>
                  <a:cubicBezTo>
                    <a:pt x="6641" y="8261"/>
                    <a:pt x="6727" y="8343"/>
                    <a:pt x="6809" y="8425"/>
                  </a:cubicBezTo>
                  <a:lnTo>
                    <a:pt x="6833" y="8449"/>
                  </a:lnTo>
                  <a:lnTo>
                    <a:pt x="5202" y="10080"/>
                  </a:lnTo>
                  <a:cubicBezTo>
                    <a:pt x="4894" y="10389"/>
                    <a:pt x="4575" y="10694"/>
                    <a:pt x="4253" y="10985"/>
                  </a:cubicBezTo>
                  <a:cubicBezTo>
                    <a:pt x="4099" y="11133"/>
                    <a:pt x="4234" y="11351"/>
                    <a:pt x="4398" y="11351"/>
                  </a:cubicBezTo>
                  <a:cubicBezTo>
                    <a:pt x="4443" y="11351"/>
                    <a:pt x="4490" y="11335"/>
                    <a:pt x="4534" y="11297"/>
                  </a:cubicBezTo>
                  <a:cubicBezTo>
                    <a:pt x="4863" y="10999"/>
                    <a:pt x="5185" y="10690"/>
                    <a:pt x="5500" y="10378"/>
                  </a:cubicBezTo>
                  <a:lnTo>
                    <a:pt x="7135" y="8744"/>
                  </a:lnTo>
                  <a:cubicBezTo>
                    <a:pt x="7872" y="9457"/>
                    <a:pt x="8567" y="10091"/>
                    <a:pt x="9139" y="10560"/>
                  </a:cubicBezTo>
                  <a:cubicBezTo>
                    <a:pt x="9530" y="10886"/>
                    <a:pt x="9852" y="11122"/>
                    <a:pt x="10096" y="11269"/>
                  </a:cubicBezTo>
                  <a:cubicBezTo>
                    <a:pt x="10267" y="11372"/>
                    <a:pt x="10452" y="11468"/>
                    <a:pt x="10610" y="11468"/>
                  </a:cubicBezTo>
                  <a:cubicBezTo>
                    <a:pt x="10695" y="11468"/>
                    <a:pt x="10774" y="11437"/>
                    <a:pt x="10832" y="11379"/>
                  </a:cubicBezTo>
                  <a:cubicBezTo>
                    <a:pt x="11024" y="11187"/>
                    <a:pt x="11137" y="10786"/>
                    <a:pt x="11134" y="10327"/>
                  </a:cubicBezTo>
                  <a:cubicBezTo>
                    <a:pt x="11124" y="9799"/>
                    <a:pt x="10973" y="9282"/>
                    <a:pt x="10695" y="8836"/>
                  </a:cubicBezTo>
                  <a:cubicBezTo>
                    <a:pt x="10267" y="8151"/>
                    <a:pt x="10394" y="7212"/>
                    <a:pt x="11000" y="6609"/>
                  </a:cubicBezTo>
                  <a:lnTo>
                    <a:pt x="12532" y="5077"/>
                  </a:lnTo>
                  <a:lnTo>
                    <a:pt x="12625" y="5166"/>
                  </a:lnTo>
                  <a:lnTo>
                    <a:pt x="12669" y="5207"/>
                  </a:lnTo>
                  <a:lnTo>
                    <a:pt x="12683" y="5221"/>
                  </a:lnTo>
                  <a:cubicBezTo>
                    <a:pt x="12693" y="5228"/>
                    <a:pt x="12703" y="5238"/>
                    <a:pt x="12714" y="5245"/>
                  </a:cubicBezTo>
                  <a:lnTo>
                    <a:pt x="12731" y="5259"/>
                  </a:lnTo>
                  <a:lnTo>
                    <a:pt x="12762" y="5283"/>
                  </a:lnTo>
                  <a:lnTo>
                    <a:pt x="12782" y="5297"/>
                  </a:lnTo>
                  <a:lnTo>
                    <a:pt x="12810" y="5317"/>
                  </a:lnTo>
                  <a:lnTo>
                    <a:pt x="12830" y="5331"/>
                  </a:lnTo>
                  <a:lnTo>
                    <a:pt x="12861" y="5348"/>
                  </a:lnTo>
                  <a:lnTo>
                    <a:pt x="12882" y="5358"/>
                  </a:lnTo>
                  <a:lnTo>
                    <a:pt x="12912" y="5375"/>
                  </a:lnTo>
                  <a:lnTo>
                    <a:pt x="12933" y="5386"/>
                  </a:lnTo>
                  <a:lnTo>
                    <a:pt x="12964" y="5399"/>
                  </a:lnTo>
                  <a:lnTo>
                    <a:pt x="12988" y="5410"/>
                  </a:lnTo>
                  <a:lnTo>
                    <a:pt x="13015" y="5423"/>
                  </a:lnTo>
                  <a:lnTo>
                    <a:pt x="13043" y="5430"/>
                  </a:lnTo>
                  <a:lnTo>
                    <a:pt x="13070" y="5444"/>
                  </a:lnTo>
                  <a:lnTo>
                    <a:pt x="13097" y="5451"/>
                  </a:lnTo>
                  <a:lnTo>
                    <a:pt x="13125" y="5461"/>
                  </a:lnTo>
                  <a:lnTo>
                    <a:pt x="13152" y="5468"/>
                  </a:lnTo>
                  <a:lnTo>
                    <a:pt x="13183" y="5475"/>
                  </a:lnTo>
                  <a:lnTo>
                    <a:pt x="13207" y="5478"/>
                  </a:lnTo>
                  <a:lnTo>
                    <a:pt x="13238" y="5485"/>
                  </a:lnTo>
                  <a:lnTo>
                    <a:pt x="13265" y="5488"/>
                  </a:lnTo>
                  <a:lnTo>
                    <a:pt x="13296" y="5495"/>
                  </a:lnTo>
                  <a:lnTo>
                    <a:pt x="13324" y="5495"/>
                  </a:lnTo>
                  <a:lnTo>
                    <a:pt x="13354" y="5499"/>
                  </a:lnTo>
                  <a:lnTo>
                    <a:pt x="13560" y="5499"/>
                  </a:lnTo>
                  <a:lnTo>
                    <a:pt x="13587" y="5495"/>
                  </a:lnTo>
                  <a:lnTo>
                    <a:pt x="13618" y="5492"/>
                  </a:lnTo>
                  <a:lnTo>
                    <a:pt x="13646" y="5488"/>
                  </a:lnTo>
                  <a:lnTo>
                    <a:pt x="13680" y="5482"/>
                  </a:lnTo>
                  <a:lnTo>
                    <a:pt x="13707" y="5478"/>
                  </a:lnTo>
                  <a:lnTo>
                    <a:pt x="13738" y="5471"/>
                  </a:lnTo>
                  <a:lnTo>
                    <a:pt x="13766" y="5464"/>
                  </a:lnTo>
                  <a:lnTo>
                    <a:pt x="13796" y="5454"/>
                  </a:lnTo>
                  <a:lnTo>
                    <a:pt x="13824" y="5447"/>
                  </a:lnTo>
                  <a:lnTo>
                    <a:pt x="13855" y="5437"/>
                  </a:lnTo>
                  <a:lnTo>
                    <a:pt x="13882" y="5427"/>
                  </a:lnTo>
                  <a:lnTo>
                    <a:pt x="13913" y="5416"/>
                  </a:lnTo>
                  <a:lnTo>
                    <a:pt x="13940" y="5406"/>
                  </a:lnTo>
                  <a:lnTo>
                    <a:pt x="13971" y="5392"/>
                  </a:lnTo>
                  <a:lnTo>
                    <a:pt x="13995" y="5379"/>
                  </a:lnTo>
                  <a:lnTo>
                    <a:pt x="14030" y="5365"/>
                  </a:lnTo>
                  <a:lnTo>
                    <a:pt x="14053" y="5351"/>
                  </a:lnTo>
                  <a:lnTo>
                    <a:pt x="14084" y="5334"/>
                  </a:lnTo>
                  <a:lnTo>
                    <a:pt x="14108" y="5321"/>
                  </a:lnTo>
                  <a:lnTo>
                    <a:pt x="14139" y="5300"/>
                  </a:lnTo>
                  <a:lnTo>
                    <a:pt x="14160" y="5286"/>
                  </a:lnTo>
                  <a:lnTo>
                    <a:pt x="14191" y="5266"/>
                  </a:lnTo>
                  <a:lnTo>
                    <a:pt x="14211" y="5252"/>
                  </a:lnTo>
                  <a:lnTo>
                    <a:pt x="14245" y="5225"/>
                  </a:lnTo>
                  <a:lnTo>
                    <a:pt x="14263" y="5211"/>
                  </a:lnTo>
                  <a:cubicBezTo>
                    <a:pt x="14273" y="5201"/>
                    <a:pt x="14287" y="5190"/>
                    <a:pt x="14297" y="5183"/>
                  </a:cubicBezTo>
                  <a:lnTo>
                    <a:pt x="14314" y="5170"/>
                  </a:lnTo>
                  <a:cubicBezTo>
                    <a:pt x="14328" y="5153"/>
                    <a:pt x="14345" y="5139"/>
                    <a:pt x="14358" y="5122"/>
                  </a:cubicBezTo>
                  <a:cubicBezTo>
                    <a:pt x="14852" y="4635"/>
                    <a:pt x="14869" y="3854"/>
                    <a:pt x="14403" y="3388"/>
                  </a:cubicBezTo>
                  <a:lnTo>
                    <a:pt x="11353" y="338"/>
                  </a:lnTo>
                  <a:cubicBezTo>
                    <a:pt x="11128" y="112"/>
                    <a:pt x="10829" y="0"/>
                    <a:pt x="10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79"/>
          <p:cNvGrpSpPr/>
          <p:nvPr/>
        </p:nvGrpSpPr>
        <p:grpSpPr>
          <a:xfrm>
            <a:off x="5134130" y="4136937"/>
            <a:ext cx="531261" cy="348577"/>
            <a:chOff x="5134130" y="4136937"/>
            <a:chExt cx="531261" cy="348577"/>
          </a:xfrm>
        </p:grpSpPr>
        <p:sp>
          <p:nvSpPr>
            <p:cNvPr id="7970" name="Google Shape;7970;p79"/>
            <p:cNvSpPr/>
            <p:nvPr/>
          </p:nvSpPr>
          <p:spPr>
            <a:xfrm>
              <a:off x="5270396" y="4147886"/>
              <a:ext cx="191328" cy="141034"/>
            </a:xfrm>
            <a:custGeom>
              <a:rect b="b" l="l" r="r" t="t"/>
              <a:pathLst>
                <a:path extrusionOk="0" h="5384" w="7304">
                  <a:moveTo>
                    <a:pt x="258" y="0"/>
                  </a:moveTo>
                  <a:cubicBezTo>
                    <a:pt x="93" y="0"/>
                    <a:pt x="1" y="189"/>
                    <a:pt x="104" y="319"/>
                  </a:cubicBezTo>
                  <a:lnTo>
                    <a:pt x="4055" y="5384"/>
                  </a:lnTo>
                  <a:lnTo>
                    <a:pt x="7303" y="5384"/>
                  </a:lnTo>
                  <a:lnTo>
                    <a:pt x="2334" y="651"/>
                  </a:lnTo>
                  <a:cubicBezTo>
                    <a:pt x="1896" y="233"/>
                    <a:pt x="1310" y="0"/>
                    <a:pt x="70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9"/>
            <p:cNvSpPr/>
            <p:nvPr/>
          </p:nvSpPr>
          <p:spPr>
            <a:xfrm>
              <a:off x="5273016" y="4147886"/>
              <a:ext cx="188709" cy="141034"/>
            </a:xfrm>
            <a:custGeom>
              <a:rect b="b" l="l" r="r" t="t"/>
              <a:pathLst>
                <a:path extrusionOk="0" h="5384" w="7204">
                  <a:moveTo>
                    <a:pt x="158" y="0"/>
                  </a:moveTo>
                  <a:cubicBezTo>
                    <a:pt x="96" y="0"/>
                    <a:pt x="38" y="28"/>
                    <a:pt x="0" y="76"/>
                  </a:cubicBezTo>
                  <a:cubicBezTo>
                    <a:pt x="394" y="175"/>
                    <a:pt x="751" y="374"/>
                    <a:pt x="1045" y="651"/>
                  </a:cubicBezTo>
                  <a:lnTo>
                    <a:pt x="6014" y="5384"/>
                  </a:lnTo>
                  <a:lnTo>
                    <a:pt x="7203" y="5384"/>
                  </a:lnTo>
                  <a:lnTo>
                    <a:pt x="2234" y="651"/>
                  </a:lnTo>
                  <a:cubicBezTo>
                    <a:pt x="1792" y="233"/>
                    <a:pt x="1206" y="0"/>
                    <a:pt x="60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9"/>
            <p:cNvSpPr/>
            <p:nvPr/>
          </p:nvSpPr>
          <p:spPr>
            <a:xfrm>
              <a:off x="5141962" y="4198154"/>
              <a:ext cx="515544" cy="148395"/>
            </a:xfrm>
            <a:custGeom>
              <a:rect b="b" l="l" r="r" t="t"/>
              <a:pathLst>
                <a:path extrusionOk="0" h="5665" w="19681">
                  <a:moveTo>
                    <a:pt x="1075" y="0"/>
                  </a:moveTo>
                  <a:cubicBezTo>
                    <a:pt x="1072" y="0"/>
                    <a:pt x="1069" y="0"/>
                    <a:pt x="1066" y="0"/>
                  </a:cubicBezTo>
                  <a:lnTo>
                    <a:pt x="199" y="0"/>
                  </a:lnTo>
                  <a:cubicBezTo>
                    <a:pt x="89" y="0"/>
                    <a:pt x="0" y="89"/>
                    <a:pt x="0" y="199"/>
                  </a:cubicBezTo>
                  <a:lnTo>
                    <a:pt x="0" y="4853"/>
                  </a:lnTo>
                  <a:cubicBezTo>
                    <a:pt x="0" y="5298"/>
                    <a:pt x="363" y="5661"/>
                    <a:pt x="812" y="5665"/>
                  </a:cubicBezTo>
                  <a:lnTo>
                    <a:pt x="19522" y="5665"/>
                  </a:lnTo>
                  <a:cubicBezTo>
                    <a:pt x="19608" y="5665"/>
                    <a:pt x="19680" y="5593"/>
                    <a:pt x="19680" y="5504"/>
                  </a:cubicBezTo>
                  <a:lnTo>
                    <a:pt x="19680" y="5497"/>
                  </a:lnTo>
                  <a:cubicBezTo>
                    <a:pt x="19680" y="5288"/>
                    <a:pt x="19598" y="5086"/>
                    <a:pt x="19451" y="4935"/>
                  </a:cubicBezTo>
                  <a:lnTo>
                    <a:pt x="18991" y="4476"/>
                  </a:lnTo>
                  <a:lnTo>
                    <a:pt x="18306" y="3787"/>
                  </a:lnTo>
                  <a:cubicBezTo>
                    <a:pt x="17864" y="3341"/>
                    <a:pt x="17261" y="3091"/>
                    <a:pt x="16634" y="3091"/>
                  </a:cubicBezTo>
                  <a:lnTo>
                    <a:pt x="3763" y="3091"/>
                  </a:lnTo>
                  <a:cubicBezTo>
                    <a:pt x="3478" y="3088"/>
                    <a:pt x="3218" y="2937"/>
                    <a:pt x="3077" y="2690"/>
                  </a:cubicBezTo>
                  <a:lnTo>
                    <a:pt x="1751" y="391"/>
                  </a:lnTo>
                  <a:cubicBezTo>
                    <a:pt x="1609" y="150"/>
                    <a:pt x="1353" y="0"/>
                    <a:pt x="107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9"/>
            <p:cNvSpPr/>
            <p:nvPr/>
          </p:nvSpPr>
          <p:spPr>
            <a:xfrm>
              <a:off x="5270396" y="4312784"/>
              <a:ext cx="213856" cy="164924"/>
            </a:xfrm>
            <a:custGeom>
              <a:rect b="b" l="l" r="r" t="t"/>
              <a:pathLst>
                <a:path extrusionOk="0" h="6296" w="8164">
                  <a:moveTo>
                    <a:pt x="4860" y="0"/>
                  </a:moveTo>
                  <a:cubicBezTo>
                    <a:pt x="4798" y="0"/>
                    <a:pt x="4740" y="28"/>
                    <a:pt x="4702" y="76"/>
                  </a:cubicBezTo>
                  <a:lnTo>
                    <a:pt x="104" y="5977"/>
                  </a:lnTo>
                  <a:cubicBezTo>
                    <a:pt x="1" y="6107"/>
                    <a:pt x="93" y="6295"/>
                    <a:pt x="258" y="6295"/>
                  </a:cubicBezTo>
                  <a:lnTo>
                    <a:pt x="703" y="6295"/>
                  </a:lnTo>
                  <a:cubicBezTo>
                    <a:pt x="1310" y="6295"/>
                    <a:pt x="1896" y="6062"/>
                    <a:pt x="2334" y="5644"/>
                  </a:cubicBezTo>
                  <a:lnTo>
                    <a:pt x="8085" y="206"/>
                  </a:lnTo>
                  <a:cubicBezTo>
                    <a:pt x="8163" y="130"/>
                    <a:pt x="8109" y="0"/>
                    <a:pt x="800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9"/>
            <p:cNvSpPr/>
            <p:nvPr/>
          </p:nvSpPr>
          <p:spPr>
            <a:xfrm>
              <a:off x="5574442" y="4279123"/>
              <a:ext cx="65199" cy="36280"/>
            </a:xfrm>
            <a:custGeom>
              <a:rect b="b" l="l" r="r" t="t"/>
              <a:pathLst>
                <a:path extrusionOk="0" h="1385" w="2489">
                  <a:moveTo>
                    <a:pt x="0" y="0"/>
                  </a:moveTo>
                  <a:lnTo>
                    <a:pt x="0" y="792"/>
                  </a:lnTo>
                  <a:cubicBezTo>
                    <a:pt x="0" y="1121"/>
                    <a:pt x="268" y="1385"/>
                    <a:pt x="597" y="1385"/>
                  </a:cubicBezTo>
                  <a:lnTo>
                    <a:pt x="2488" y="1385"/>
                  </a:lnTo>
                  <a:lnTo>
                    <a:pt x="1799" y="696"/>
                  </a:lnTo>
                  <a:cubicBezTo>
                    <a:pt x="1357" y="250"/>
                    <a:pt x="754" y="0"/>
                    <a:pt x="124"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9"/>
            <p:cNvSpPr/>
            <p:nvPr/>
          </p:nvSpPr>
          <p:spPr>
            <a:xfrm>
              <a:off x="5446715" y="4144717"/>
              <a:ext cx="207831" cy="78244"/>
            </a:xfrm>
            <a:custGeom>
              <a:rect b="b" l="l" r="r" t="t"/>
              <a:pathLst>
                <a:path extrusionOk="0" h="2987" w="7934">
                  <a:moveTo>
                    <a:pt x="3906" y="1"/>
                  </a:moveTo>
                  <a:cubicBezTo>
                    <a:pt x="3865" y="1"/>
                    <a:pt x="3824" y="2"/>
                    <a:pt x="3783" y="5"/>
                  </a:cubicBezTo>
                  <a:cubicBezTo>
                    <a:pt x="2841" y="66"/>
                    <a:pt x="2073" y="786"/>
                    <a:pt x="1957" y="1722"/>
                  </a:cubicBezTo>
                  <a:cubicBezTo>
                    <a:pt x="1768" y="1636"/>
                    <a:pt x="1574" y="1597"/>
                    <a:pt x="1386" y="1597"/>
                  </a:cubicBezTo>
                  <a:cubicBezTo>
                    <a:pt x="656" y="1597"/>
                    <a:pt x="0" y="2186"/>
                    <a:pt x="0" y="2986"/>
                  </a:cubicBezTo>
                  <a:lnTo>
                    <a:pt x="7933" y="2986"/>
                  </a:lnTo>
                  <a:cubicBezTo>
                    <a:pt x="7933" y="2072"/>
                    <a:pt x="7186" y="1385"/>
                    <a:pt x="6337" y="1385"/>
                  </a:cubicBezTo>
                  <a:cubicBezTo>
                    <a:pt x="6165" y="1385"/>
                    <a:pt x="5988" y="1414"/>
                    <a:pt x="5812" y="1475"/>
                  </a:cubicBezTo>
                  <a:cubicBezTo>
                    <a:pt x="5586" y="603"/>
                    <a:pt x="4799" y="1"/>
                    <a:pt x="390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9"/>
            <p:cNvSpPr/>
            <p:nvPr/>
          </p:nvSpPr>
          <p:spPr>
            <a:xfrm>
              <a:off x="5533499" y="4144743"/>
              <a:ext cx="121047" cy="78218"/>
            </a:xfrm>
            <a:custGeom>
              <a:rect b="b" l="l" r="r" t="t"/>
              <a:pathLst>
                <a:path extrusionOk="0" h="2986" w="4621">
                  <a:moveTo>
                    <a:pt x="593" y="1"/>
                  </a:moveTo>
                  <a:cubicBezTo>
                    <a:pt x="397" y="1"/>
                    <a:pt x="198" y="30"/>
                    <a:pt x="1" y="93"/>
                  </a:cubicBezTo>
                  <a:cubicBezTo>
                    <a:pt x="645" y="298"/>
                    <a:pt x="1142" y="819"/>
                    <a:pt x="1310" y="1474"/>
                  </a:cubicBezTo>
                  <a:cubicBezTo>
                    <a:pt x="1485" y="1413"/>
                    <a:pt x="1662" y="1384"/>
                    <a:pt x="1835" y="1384"/>
                  </a:cubicBezTo>
                  <a:cubicBezTo>
                    <a:pt x="2684" y="1384"/>
                    <a:pt x="3431" y="2071"/>
                    <a:pt x="3431" y="2985"/>
                  </a:cubicBezTo>
                  <a:lnTo>
                    <a:pt x="4620" y="2985"/>
                  </a:lnTo>
                  <a:cubicBezTo>
                    <a:pt x="4620" y="2071"/>
                    <a:pt x="3873" y="1384"/>
                    <a:pt x="3024" y="1384"/>
                  </a:cubicBezTo>
                  <a:cubicBezTo>
                    <a:pt x="2852" y="1384"/>
                    <a:pt x="2675" y="1413"/>
                    <a:pt x="2499" y="1474"/>
                  </a:cubicBezTo>
                  <a:cubicBezTo>
                    <a:pt x="2267" y="584"/>
                    <a:pt x="1464" y="1"/>
                    <a:pt x="59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9"/>
            <p:cNvSpPr/>
            <p:nvPr/>
          </p:nvSpPr>
          <p:spPr>
            <a:xfrm>
              <a:off x="5273094" y="4312784"/>
              <a:ext cx="211158" cy="164924"/>
            </a:xfrm>
            <a:custGeom>
              <a:rect b="b" l="l" r="r" t="t"/>
              <a:pathLst>
                <a:path extrusionOk="0" h="6296" w="8061">
                  <a:moveTo>
                    <a:pt x="6710" y="0"/>
                  </a:moveTo>
                  <a:cubicBezTo>
                    <a:pt x="6820" y="0"/>
                    <a:pt x="6871" y="130"/>
                    <a:pt x="6792" y="206"/>
                  </a:cubicBezTo>
                  <a:lnTo>
                    <a:pt x="1046" y="5644"/>
                  </a:lnTo>
                  <a:cubicBezTo>
                    <a:pt x="751" y="5922"/>
                    <a:pt x="391" y="6121"/>
                    <a:pt x="1" y="6220"/>
                  </a:cubicBezTo>
                  <a:cubicBezTo>
                    <a:pt x="38" y="6268"/>
                    <a:pt x="97" y="6295"/>
                    <a:pt x="155" y="6295"/>
                  </a:cubicBezTo>
                  <a:lnTo>
                    <a:pt x="600" y="6295"/>
                  </a:lnTo>
                  <a:cubicBezTo>
                    <a:pt x="1207" y="6295"/>
                    <a:pt x="1793" y="6062"/>
                    <a:pt x="2231" y="5644"/>
                  </a:cubicBezTo>
                  <a:lnTo>
                    <a:pt x="7982" y="206"/>
                  </a:lnTo>
                  <a:cubicBezTo>
                    <a:pt x="8060" y="130"/>
                    <a:pt x="8006" y="0"/>
                    <a:pt x="789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9"/>
            <p:cNvSpPr/>
            <p:nvPr/>
          </p:nvSpPr>
          <p:spPr>
            <a:xfrm>
              <a:off x="5546623" y="4279123"/>
              <a:ext cx="27845" cy="6575"/>
            </a:xfrm>
            <a:custGeom>
              <a:rect b="b" l="l" r="r" t="t"/>
              <a:pathLst>
                <a:path extrusionOk="0" h="251" w="1063">
                  <a:moveTo>
                    <a:pt x="21" y="0"/>
                  </a:moveTo>
                  <a:cubicBezTo>
                    <a:pt x="14" y="0"/>
                    <a:pt x="7" y="0"/>
                    <a:pt x="0" y="0"/>
                  </a:cubicBezTo>
                  <a:lnTo>
                    <a:pt x="41" y="0"/>
                  </a:lnTo>
                  <a:cubicBezTo>
                    <a:pt x="34" y="0"/>
                    <a:pt x="27" y="0"/>
                    <a:pt x="21" y="0"/>
                  </a:cubicBezTo>
                  <a:close/>
                  <a:moveTo>
                    <a:pt x="41" y="0"/>
                  </a:moveTo>
                  <a:cubicBezTo>
                    <a:pt x="397" y="4"/>
                    <a:pt x="746" y="92"/>
                    <a:pt x="1062" y="250"/>
                  </a:cubicBezTo>
                  <a:lnTo>
                    <a:pt x="1062"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9"/>
            <p:cNvSpPr/>
            <p:nvPr/>
          </p:nvSpPr>
          <p:spPr>
            <a:xfrm>
              <a:off x="5608548" y="4315377"/>
              <a:ext cx="49037" cy="31172"/>
            </a:xfrm>
            <a:custGeom>
              <a:rect b="b" l="l" r="r" t="t"/>
              <a:pathLst>
                <a:path extrusionOk="0" h="1190" w="1872">
                  <a:moveTo>
                    <a:pt x="1" y="1"/>
                  </a:moveTo>
                  <a:lnTo>
                    <a:pt x="460" y="460"/>
                  </a:lnTo>
                  <a:cubicBezTo>
                    <a:pt x="604" y="611"/>
                    <a:pt x="682" y="813"/>
                    <a:pt x="679" y="1022"/>
                  </a:cubicBezTo>
                  <a:lnTo>
                    <a:pt x="679" y="1029"/>
                  </a:lnTo>
                  <a:cubicBezTo>
                    <a:pt x="679" y="1118"/>
                    <a:pt x="610" y="1186"/>
                    <a:pt x="521" y="1190"/>
                  </a:cubicBezTo>
                  <a:lnTo>
                    <a:pt x="1710" y="1190"/>
                  </a:lnTo>
                  <a:cubicBezTo>
                    <a:pt x="1796" y="1190"/>
                    <a:pt x="1868" y="1118"/>
                    <a:pt x="1868" y="1029"/>
                  </a:cubicBezTo>
                  <a:lnTo>
                    <a:pt x="1868" y="1022"/>
                  </a:lnTo>
                  <a:cubicBezTo>
                    <a:pt x="1872" y="813"/>
                    <a:pt x="1793" y="611"/>
                    <a:pt x="1645" y="460"/>
                  </a:cubicBezTo>
                  <a:lnTo>
                    <a:pt x="1186"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9"/>
            <p:cNvSpPr/>
            <p:nvPr/>
          </p:nvSpPr>
          <p:spPr>
            <a:xfrm>
              <a:off x="5574520" y="4279123"/>
              <a:ext cx="65121" cy="36280"/>
            </a:xfrm>
            <a:custGeom>
              <a:rect b="b" l="l" r="r" t="t"/>
              <a:pathLst>
                <a:path extrusionOk="0" h="1385" w="2486">
                  <a:moveTo>
                    <a:pt x="1" y="0"/>
                  </a:moveTo>
                  <a:lnTo>
                    <a:pt x="1" y="250"/>
                  </a:lnTo>
                  <a:cubicBezTo>
                    <a:pt x="227" y="367"/>
                    <a:pt x="433" y="514"/>
                    <a:pt x="611" y="696"/>
                  </a:cubicBezTo>
                  <a:lnTo>
                    <a:pt x="1296" y="1385"/>
                  </a:lnTo>
                  <a:lnTo>
                    <a:pt x="2485" y="1385"/>
                  </a:lnTo>
                  <a:lnTo>
                    <a:pt x="1800" y="696"/>
                  </a:lnTo>
                  <a:cubicBezTo>
                    <a:pt x="1354" y="250"/>
                    <a:pt x="755" y="0"/>
                    <a:pt x="124"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9"/>
            <p:cNvSpPr/>
            <p:nvPr/>
          </p:nvSpPr>
          <p:spPr>
            <a:xfrm>
              <a:off x="5134130" y="4140080"/>
              <a:ext cx="531261" cy="345433"/>
            </a:xfrm>
            <a:custGeom>
              <a:rect b="b" l="l" r="r" t="t"/>
              <a:pathLst>
                <a:path extrusionOk="0" h="13187" w="20281">
                  <a:moveTo>
                    <a:pt x="5918" y="596"/>
                  </a:moveTo>
                  <a:cubicBezTo>
                    <a:pt x="6445" y="596"/>
                    <a:pt x="6950" y="802"/>
                    <a:pt x="7334" y="1165"/>
                  </a:cubicBezTo>
                  <a:lnTo>
                    <a:pt x="11398" y="5010"/>
                  </a:lnTo>
                  <a:lnTo>
                    <a:pt x="9106" y="5010"/>
                  </a:lnTo>
                  <a:lnTo>
                    <a:pt x="5665" y="596"/>
                  </a:lnTo>
                  <a:lnTo>
                    <a:pt x="5905" y="596"/>
                  </a:lnTo>
                  <a:cubicBezTo>
                    <a:pt x="5910" y="596"/>
                    <a:pt x="5914" y="596"/>
                    <a:pt x="5918" y="596"/>
                  </a:cubicBezTo>
                  <a:close/>
                  <a:moveTo>
                    <a:pt x="17111" y="5613"/>
                  </a:moveTo>
                  <a:cubicBezTo>
                    <a:pt x="17597" y="5651"/>
                    <a:pt x="18057" y="5863"/>
                    <a:pt x="18403" y="6213"/>
                  </a:cubicBezTo>
                  <a:lnTo>
                    <a:pt x="18584" y="6395"/>
                  </a:lnTo>
                  <a:lnTo>
                    <a:pt x="17406" y="6395"/>
                  </a:lnTo>
                  <a:cubicBezTo>
                    <a:pt x="17241" y="6395"/>
                    <a:pt x="17111" y="6261"/>
                    <a:pt x="17111" y="6100"/>
                  </a:cubicBezTo>
                  <a:lnTo>
                    <a:pt x="17111" y="5613"/>
                  </a:lnTo>
                  <a:close/>
                  <a:moveTo>
                    <a:pt x="12755" y="6891"/>
                  </a:moveTo>
                  <a:lnTo>
                    <a:pt x="7334" y="12025"/>
                  </a:lnTo>
                  <a:cubicBezTo>
                    <a:pt x="6947" y="12388"/>
                    <a:pt x="6436" y="12594"/>
                    <a:pt x="5905" y="12594"/>
                  </a:cubicBezTo>
                  <a:lnTo>
                    <a:pt x="5662" y="12594"/>
                  </a:lnTo>
                  <a:lnTo>
                    <a:pt x="10110" y="6891"/>
                  </a:lnTo>
                  <a:close/>
                  <a:moveTo>
                    <a:pt x="5460" y="0"/>
                  </a:moveTo>
                  <a:cubicBezTo>
                    <a:pt x="5049" y="0"/>
                    <a:pt x="4816" y="476"/>
                    <a:pt x="5069" y="799"/>
                  </a:cubicBezTo>
                  <a:lnTo>
                    <a:pt x="8352" y="5010"/>
                  </a:lnTo>
                  <a:lnTo>
                    <a:pt x="4065" y="5010"/>
                  </a:lnTo>
                  <a:cubicBezTo>
                    <a:pt x="3887" y="5010"/>
                    <a:pt x="3722" y="4914"/>
                    <a:pt x="3637" y="4760"/>
                  </a:cubicBezTo>
                  <a:lnTo>
                    <a:pt x="2311" y="2461"/>
                  </a:lnTo>
                  <a:cubicBezTo>
                    <a:pt x="2118" y="2127"/>
                    <a:pt x="1767" y="1922"/>
                    <a:pt x="1384" y="1922"/>
                  </a:cubicBezTo>
                  <a:cubicBezTo>
                    <a:pt x="1377" y="1922"/>
                    <a:pt x="1371" y="1922"/>
                    <a:pt x="1365" y="1923"/>
                  </a:cubicBezTo>
                  <a:lnTo>
                    <a:pt x="498" y="1923"/>
                  </a:lnTo>
                  <a:cubicBezTo>
                    <a:pt x="224" y="1923"/>
                    <a:pt x="4" y="2142"/>
                    <a:pt x="1" y="2416"/>
                  </a:cubicBezTo>
                  <a:lnTo>
                    <a:pt x="1" y="7070"/>
                  </a:lnTo>
                  <a:cubicBezTo>
                    <a:pt x="4" y="7680"/>
                    <a:pt x="498" y="8176"/>
                    <a:pt x="1111" y="8176"/>
                  </a:cubicBezTo>
                  <a:lnTo>
                    <a:pt x="3664" y="8176"/>
                  </a:lnTo>
                  <a:cubicBezTo>
                    <a:pt x="3829" y="8176"/>
                    <a:pt x="3962" y="8043"/>
                    <a:pt x="3962" y="7878"/>
                  </a:cubicBezTo>
                  <a:cubicBezTo>
                    <a:pt x="3962" y="7717"/>
                    <a:pt x="3829" y="7584"/>
                    <a:pt x="3664" y="7584"/>
                  </a:cubicBezTo>
                  <a:lnTo>
                    <a:pt x="1111" y="7584"/>
                  </a:lnTo>
                  <a:cubicBezTo>
                    <a:pt x="827" y="7584"/>
                    <a:pt x="597" y="7354"/>
                    <a:pt x="597" y="7070"/>
                  </a:cubicBezTo>
                  <a:lnTo>
                    <a:pt x="597" y="2515"/>
                  </a:lnTo>
                  <a:lnTo>
                    <a:pt x="1365" y="2515"/>
                  </a:lnTo>
                  <a:cubicBezTo>
                    <a:pt x="1368" y="2515"/>
                    <a:pt x="1371" y="2515"/>
                    <a:pt x="1374" y="2515"/>
                  </a:cubicBezTo>
                  <a:cubicBezTo>
                    <a:pt x="1545" y="2515"/>
                    <a:pt x="1706" y="2607"/>
                    <a:pt x="1793" y="2755"/>
                  </a:cubicBezTo>
                  <a:lnTo>
                    <a:pt x="3119" y="5058"/>
                  </a:lnTo>
                  <a:cubicBezTo>
                    <a:pt x="3315" y="5394"/>
                    <a:pt x="3674" y="5603"/>
                    <a:pt x="4062" y="5603"/>
                  </a:cubicBezTo>
                  <a:lnTo>
                    <a:pt x="16511" y="5603"/>
                  </a:lnTo>
                  <a:lnTo>
                    <a:pt x="16511" y="6100"/>
                  </a:lnTo>
                  <a:cubicBezTo>
                    <a:pt x="16515" y="6593"/>
                    <a:pt x="16912" y="6991"/>
                    <a:pt x="17402" y="6991"/>
                  </a:cubicBezTo>
                  <a:lnTo>
                    <a:pt x="19174" y="6991"/>
                  </a:lnTo>
                  <a:lnTo>
                    <a:pt x="19544" y="7364"/>
                  </a:lnTo>
                  <a:cubicBezTo>
                    <a:pt x="19606" y="7426"/>
                    <a:pt x="19647" y="7501"/>
                    <a:pt x="19664" y="7584"/>
                  </a:cubicBezTo>
                  <a:lnTo>
                    <a:pt x="12889" y="7584"/>
                  </a:lnTo>
                  <a:lnTo>
                    <a:pt x="13708" y="6809"/>
                  </a:lnTo>
                  <a:cubicBezTo>
                    <a:pt x="13903" y="6624"/>
                    <a:pt x="13773" y="6295"/>
                    <a:pt x="13502" y="6295"/>
                  </a:cubicBezTo>
                  <a:lnTo>
                    <a:pt x="10062" y="6295"/>
                  </a:lnTo>
                  <a:cubicBezTo>
                    <a:pt x="9908" y="6295"/>
                    <a:pt x="9764" y="6367"/>
                    <a:pt x="9671" y="6487"/>
                  </a:cubicBezTo>
                  <a:lnTo>
                    <a:pt x="8815" y="7584"/>
                  </a:lnTo>
                  <a:lnTo>
                    <a:pt x="5049" y="7584"/>
                  </a:lnTo>
                  <a:cubicBezTo>
                    <a:pt x="4884" y="7584"/>
                    <a:pt x="4750" y="7717"/>
                    <a:pt x="4750" y="7878"/>
                  </a:cubicBezTo>
                  <a:cubicBezTo>
                    <a:pt x="4750" y="8043"/>
                    <a:pt x="4884" y="8176"/>
                    <a:pt x="5049" y="8176"/>
                  </a:cubicBezTo>
                  <a:lnTo>
                    <a:pt x="8352" y="8176"/>
                  </a:lnTo>
                  <a:lnTo>
                    <a:pt x="5073" y="12388"/>
                  </a:lnTo>
                  <a:cubicBezTo>
                    <a:pt x="4819" y="12710"/>
                    <a:pt x="5052" y="13186"/>
                    <a:pt x="5463" y="13186"/>
                  </a:cubicBezTo>
                  <a:lnTo>
                    <a:pt x="5905" y="13186"/>
                  </a:lnTo>
                  <a:cubicBezTo>
                    <a:pt x="6591" y="13186"/>
                    <a:pt x="7249" y="12926"/>
                    <a:pt x="7745" y="12453"/>
                  </a:cubicBezTo>
                  <a:lnTo>
                    <a:pt x="12262" y="8176"/>
                  </a:lnTo>
                  <a:lnTo>
                    <a:pt x="19821" y="8176"/>
                  </a:lnTo>
                  <a:cubicBezTo>
                    <a:pt x="20072" y="8176"/>
                    <a:pt x="20277" y="7974"/>
                    <a:pt x="20277" y="7721"/>
                  </a:cubicBezTo>
                  <a:lnTo>
                    <a:pt x="20277" y="7714"/>
                  </a:lnTo>
                  <a:cubicBezTo>
                    <a:pt x="20281" y="7426"/>
                    <a:pt x="20168" y="7148"/>
                    <a:pt x="19965" y="6943"/>
                  </a:cubicBezTo>
                  <a:lnTo>
                    <a:pt x="18821" y="5791"/>
                  </a:lnTo>
                  <a:cubicBezTo>
                    <a:pt x="18321" y="5291"/>
                    <a:pt x="17642" y="5010"/>
                    <a:pt x="16936" y="5010"/>
                  </a:cubicBezTo>
                  <a:lnTo>
                    <a:pt x="12262" y="5010"/>
                  </a:lnTo>
                  <a:lnTo>
                    <a:pt x="7742" y="733"/>
                  </a:lnTo>
                  <a:cubicBezTo>
                    <a:pt x="7245" y="261"/>
                    <a:pt x="6587" y="0"/>
                    <a:pt x="5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9"/>
            <p:cNvSpPr/>
            <p:nvPr/>
          </p:nvSpPr>
          <p:spPr>
            <a:xfrm>
              <a:off x="5438883" y="4136937"/>
              <a:ext cx="223470" cy="93726"/>
            </a:xfrm>
            <a:custGeom>
              <a:rect b="b" l="l" r="r" t="t"/>
              <a:pathLst>
                <a:path extrusionOk="0" h="3578" w="8531">
                  <a:moveTo>
                    <a:pt x="4206" y="1"/>
                  </a:moveTo>
                  <a:cubicBezTo>
                    <a:pt x="4168" y="1"/>
                    <a:pt x="4130" y="2"/>
                    <a:pt x="4092" y="4"/>
                  </a:cubicBezTo>
                  <a:cubicBezTo>
                    <a:pt x="3126" y="55"/>
                    <a:pt x="2300" y="710"/>
                    <a:pt x="2033" y="1635"/>
                  </a:cubicBezTo>
                  <a:cubicBezTo>
                    <a:pt x="1916" y="1610"/>
                    <a:pt x="1799" y="1598"/>
                    <a:pt x="1684" y="1598"/>
                  </a:cubicBezTo>
                  <a:cubicBezTo>
                    <a:pt x="779" y="1598"/>
                    <a:pt x="4" y="2334"/>
                    <a:pt x="1" y="3283"/>
                  </a:cubicBezTo>
                  <a:cubicBezTo>
                    <a:pt x="1" y="3448"/>
                    <a:pt x="135" y="3578"/>
                    <a:pt x="299" y="3578"/>
                  </a:cubicBezTo>
                  <a:lnTo>
                    <a:pt x="5415" y="3578"/>
                  </a:lnTo>
                  <a:cubicBezTo>
                    <a:pt x="5580" y="3578"/>
                    <a:pt x="5710" y="3444"/>
                    <a:pt x="5710" y="3283"/>
                  </a:cubicBezTo>
                  <a:cubicBezTo>
                    <a:pt x="5710" y="3119"/>
                    <a:pt x="5580" y="2985"/>
                    <a:pt x="5415" y="2985"/>
                  </a:cubicBezTo>
                  <a:lnTo>
                    <a:pt x="638" y="2985"/>
                  </a:lnTo>
                  <a:cubicBezTo>
                    <a:pt x="772" y="2515"/>
                    <a:pt x="1197" y="2193"/>
                    <a:pt x="1687" y="2193"/>
                  </a:cubicBezTo>
                  <a:cubicBezTo>
                    <a:pt x="1841" y="2193"/>
                    <a:pt x="1992" y="2224"/>
                    <a:pt x="2132" y="2289"/>
                  </a:cubicBezTo>
                  <a:cubicBezTo>
                    <a:pt x="2173" y="2307"/>
                    <a:pt x="2214" y="2316"/>
                    <a:pt x="2255" y="2316"/>
                  </a:cubicBezTo>
                  <a:cubicBezTo>
                    <a:pt x="2399" y="2316"/>
                    <a:pt x="2532" y="2211"/>
                    <a:pt x="2550" y="2056"/>
                  </a:cubicBezTo>
                  <a:cubicBezTo>
                    <a:pt x="2653" y="1261"/>
                    <a:pt x="3304" y="655"/>
                    <a:pt x="4099" y="603"/>
                  </a:cubicBezTo>
                  <a:cubicBezTo>
                    <a:pt x="4136" y="601"/>
                    <a:pt x="4172" y="600"/>
                    <a:pt x="4208" y="600"/>
                  </a:cubicBezTo>
                  <a:cubicBezTo>
                    <a:pt x="4962" y="600"/>
                    <a:pt x="5630" y="1108"/>
                    <a:pt x="5823" y="1847"/>
                  </a:cubicBezTo>
                  <a:cubicBezTo>
                    <a:pt x="5859" y="1982"/>
                    <a:pt x="5980" y="2070"/>
                    <a:pt x="6111" y="2070"/>
                  </a:cubicBezTo>
                  <a:cubicBezTo>
                    <a:pt x="6144" y="2070"/>
                    <a:pt x="6177" y="2064"/>
                    <a:pt x="6210" y="2053"/>
                  </a:cubicBezTo>
                  <a:cubicBezTo>
                    <a:pt x="6351" y="2004"/>
                    <a:pt x="6495" y="1980"/>
                    <a:pt x="6636" y="1980"/>
                  </a:cubicBezTo>
                  <a:cubicBezTo>
                    <a:pt x="7220" y="1980"/>
                    <a:pt x="7759" y="2380"/>
                    <a:pt x="7900" y="2985"/>
                  </a:cubicBezTo>
                  <a:lnTo>
                    <a:pt x="6800" y="2985"/>
                  </a:lnTo>
                  <a:cubicBezTo>
                    <a:pt x="6635" y="2985"/>
                    <a:pt x="6502" y="3119"/>
                    <a:pt x="6502" y="3283"/>
                  </a:cubicBezTo>
                  <a:cubicBezTo>
                    <a:pt x="6502" y="3444"/>
                    <a:pt x="6635" y="3578"/>
                    <a:pt x="6800" y="3578"/>
                  </a:cubicBezTo>
                  <a:lnTo>
                    <a:pt x="8232" y="3578"/>
                  </a:lnTo>
                  <a:cubicBezTo>
                    <a:pt x="8397" y="3578"/>
                    <a:pt x="8530" y="3444"/>
                    <a:pt x="8530" y="3283"/>
                  </a:cubicBezTo>
                  <a:cubicBezTo>
                    <a:pt x="8527" y="2217"/>
                    <a:pt x="7658" y="1387"/>
                    <a:pt x="6636" y="1387"/>
                  </a:cubicBezTo>
                  <a:cubicBezTo>
                    <a:pt x="6527" y="1387"/>
                    <a:pt x="6417" y="1396"/>
                    <a:pt x="6306" y="1415"/>
                  </a:cubicBezTo>
                  <a:cubicBezTo>
                    <a:pt x="5957" y="556"/>
                    <a:pt x="5125" y="1"/>
                    <a:pt x="4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9"/>
            <p:cNvSpPr/>
            <p:nvPr/>
          </p:nvSpPr>
          <p:spPr>
            <a:xfrm>
              <a:off x="5336015" y="4302384"/>
              <a:ext cx="24257" cy="20825"/>
            </a:xfrm>
            <a:custGeom>
              <a:rect b="b" l="l" r="r" t="t"/>
              <a:pathLst>
                <a:path extrusionOk="0" h="795" w="926">
                  <a:moveTo>
                    <a:pt x="528" y="1"/>
                  </a:moveTo>
                  <a:cubicBezTo>
                    <a:pt x="431" y="1"/>
                    <a:pt x="332" y="37"/>
                    <a:pt x="251" y="116"/>
                  </a:cubicBezTo>
                  <a:cubicBezTo>
                    <a:pt x="1" y="366"/>
                    <a:pt x="179" y="795"/>
                    <a:pt x="532" y="795"/>
                  </a:cubicBezTo>
                  <a:cubicBezTo>
                    <a:pt x="751" y="791"/>
                    <a:pt x="926" y="617"/>
                    <a:pt x="926" y="397"/>
                  </a:cubicBezTo>
                  <a:cubicBezTo>
                    <a:pt x="926" y="158"/>
                    <a:pt x="731" y="1"/>
                    <a:pt x="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9"/>
            <p:cNvSpPr/>
            <p:nvPr/>
          </p:nvSpPr>
          <p:spPr>
            <a:xfrm>
              <a:off x="5294548" y="4302384"/>
              <a:ext cx="24257" cy="20825"/>
            </a:xfrm>
            <a:custGeom>
              <a:rect b="b" l="l" r="r" t="t"/>
              <a:pathLst>
                <a:path extrusionOk="0" h="795" w="926">
                  <a:moveTo>
                    <a:pt x="527" y="1"/>
                  </a:moveTo>
                  <a:cubicBezTo>
                    <a:pt x="430" y="1"/>
                    <a:pt x="331" y="37"/>
                    <a:pt x="251" y="116"/>
                  </a:cubicBezTo>
                  <a:cubicBezTo>
                    <a:pt x="1" y="366"/>
                    <a:pt x="179" y="795"/>
                    <a:pt x="532" y="795"/>
                  </a:cubicBezTo>
                  <a:cubicBezTo>
                    <a:pt x="748" y="791"/>
                    <a:pt x="926" y="617"/>
                    <a:pt x="926" y="397"/>
                  </a:cubicBezTo>
                  <a:cubicBezTo>
                    <a:pt x="926" y="158"/>
                    <a:pt x="731" y="1"/>
                    <a:pt x="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9"/>
            <p:cNvSpPr/>
            <p:nvPr/>
          </p:nvSpPr>
          <p:spPr>
            <a:xfrm>
              <a:off x="5256592" y="4302384"/>
              <a:ext cx="24257" cy="20825"/>
            </a:xfrm>
            <a:custGeom>
              <a:rect b="b" l="l" r="r" t="t"/>
              <a:pathLst>
                <a:path extrusionOk="0" h="795" w="926">
                  <a:moveTo>
                    <a:pt x="398" y="1"/>
                  </a:moveTo>
                  <a:cubicBezTo>
                    <a:pt x="195" y="1"/>
                    <a:pt x="0" y="158"/>
                    <a:pt x="0" y="397"/>
                  </a:cubicBezTo>
                  <a:cubicBezTo>
                    <a:pt x="0" y="617"/>
                    <a:pt x="175" y="791"/>
                    <a:pt x="394" y="795"/>
                  </a:cubicBezTo>
                  <a:cubicBezTo>
                    <a:pt x="747" y="795"/>
                    <a:pt x="925" y="366"/>
                    <a:pt x="675" y="116"/>
                  </a:cubicBezTo>
                  <a:cubicBezTo>
                    <a:pt x="594" y="37"/>
                    <a:pt x="495" y="1"/>
                    <a:pt x="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9"/>
            <p:cNvSpPr/>
            <p:nvPr/>
          </p:nvSpPr>
          <p:spPr>
            <a:xfrm>
              <a:off x="5215046" y="4302463"/>
              <a:ext cx="24230" cy="20720"/>
            </a:xfrm>
            <a:custGeom>
              <a:rect b="b" l="l" r="r" t="t"/>
              <a:pathLst>
                <a:path extrusionOk="0" h="791" w="925">
                  <a:moveTo>
                    <a:pt x="397" y="0"/>
                  </a:moveTo>
                  <a:cubicBezTo>
                    <a:pt x="178" y="0"/>
                    <a:pt x="3" y="175"/>
                    <a:pt x="3" y="394"/>
                  </a:cubicBezTo>
                  <a:cubicBezTo>
                    <a:pt x="1" y="633"/>
                    <a:pt x="196" y="791"/>
                    <a:pt x="401" y="791"/>
                  </a:cubicBezTo>
                  <a:cubicBezTo>
                    <a:pt x="498" y="791"/>
                    <a:pt x="597" y="755"/>
                    <a:pt x="678" y="675"/>
                  </a:cubicBezTo>
                  <a:cubicBezTo>
                    <a:pt x="925" y="425"/>
                    <a:pt x="750"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9"/>
            <p:cNvSpPr/>
            <p:nvPr/>
          </p:nvSpPr>
          <p:spPr>
            <a:xfrm>
              <a:off x="5512412" y="4302384"/>
              <a:ext cx="24257" cy="20825"/>
            </a:xfrm>
            <a:custGeom>
              <a:rect b="b" l="l" r="r" t="t"/>
              <a:pathLst>
                <a:path extrusionOk="0" h="795" w="926">
                  <a:moveTo>
                    <a:pt x="525" y="1"/>
                  </a:moveTo>
                  <a:cubicBezTo>
                    <a:pt x="427" y="1"/>
                    <a:pt x="328" y="37"/>
                    <a:pt x="247" y="116"/>
                  </a:cubicBezTo>
                  <a:cubicBezTo>
                    <a:pt x="0" y="366"/>
                    <a:pt x="175" y="795"/>
                    <a:pt x="528" y="795"/>
                  </a:cubicBezTo>
                  <a:cubicBezTo>
                    <a:pt x="747" y="791"/>
                    <a:pt x="922" y="617"/>
                    <a:pt x="926" y="397"/>
                  </a:cubicBezTo>
                  <a:cubicBezTo>
                    <a:pt x="926" y="158"/>
                    <a:pt x="72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79"/>
          <p:cNvGrpSpPr/>
          <p:nvPr/>
        </p:nvGrpSpPr>
        <p:grpSpPr>
          <a:xfrm>
            <a:off x="5793012" y="4199412"/>
            <a:ext cx="444005" cy="289952"/>
            <a:chOff x="5716812" y="4199412"/>
            <a:chExt cx="444005" cy="289952"/>
          </a:xfrm>
        </p:grpSpPr>
        <p:sp>
          <p:nvSpPr>
            <p:cNvPr id="7989" name="Google Shape;7989;p79"/>
            <p:cNvSpPr/>
            <p:nvPr/>
          </p:nvSpPr>
          <p:spPr>
            <a:xfrm>
              <a:off x="5723256" y="4205856"/>
              <a:ext cx="429834" cy="232166"/>
            </a:xfrm>
            <a:custGeom>
              <a:rect b="b" l="l" r="r" t="t"/>
              <a:pathLst>
                <a:path extrusionOk="0" h="8863" w="16409">
                  <a:moveTo>
                    <a:pt x="6005" y="1"/>
                  </a:moveTo>
                  <a:cubicBezTo>
                    <a:pt x="5306" y="1"/>
                    <a:pt x="4658" y="371"/>
                    <a:pt x="4305" y="978"/>
                  </a:cubicBezTo>
                  <a:lnTo>
                    <a:pt x="2578" y="3938"/>
                  </a:lnTo>
                  <a:lnTo>
                    <a:pt x="1485" y="4219"/>
                  </a:lnTo>
                  <a:cubicBezTo>
                    <a:pt x="611" y="4442"/>
                    <a:pt x="1" y="5227"/>
                    <a:pt x="1" y="6125"/>
                  </a:cubicBezTo>
                  <a:lnTo>
                    <a:pt x="1" y="7879"/>
                  </a:lnTo>
                  <a:cubicBezTo>
                    <a:pt x="1" y="8424"/>
                    <a:pt x="440" y="8863"/>
                    <a:pt x="984" y="8863"/>
                  </a:cubicBezTo>
                  <a:lnTo>
                    <a:pt x="15329" y="8863"/>
                  </a:lnTo>
                  <a:cubicBezTo>
                    <a:pt x="15874" y="8863"/>
                    <a:pt x="16316" y="8424"/>
                    <a:pt x="16316" y="7879"/>
                  </a:cubicBezTo>
                  <a:lnTo>
                    <a:pt x="16316" y="7396"/>
                  </a:lnTo>
                  <a:cubicBezTo>
                    <a:pt x="16316" y="7231"/>
                    <a:pt x="16247" y="7074"/>
                    <a:pt x="16131" y="6957"/>
                  </a:cubicBezTo>
                  <a:cubicBezTo>
                    <a:pt x="16014" y="6837"/>
                    <a:pt x="15953" y="6680"/>
                    <a:pt x="15953" y="6512"/>
                  </a:cubicBezTo>
                  <a:lnTo>
                    <a:pt x="15953" y="5254"/>
                  </a:lnTo>
                  <a:lnTo>
                    <a:pt x="16275" y="4559"/>
                  </a:lnTo>
                  <a:cubicBezTo>
                    <a:pt x="16408" y="4271"/>
                    <a:pt x="16196" y="3938"/>
                    <a:pt x="15877" y="3938"/>
                  </a:cubicBezTo>
                  <a:lnTo>
                    <a:pt x="14722" y="3938"/>
                  </a:lnTo>
                  <a:lnTo>
                    <a:pt x="12361" y="789"/>
                  </a:lnTo>
                  <a:cubicBezTo>
                    <a:pt x="11988" y="292"/>
                    <a:pt x="11405" y="1"/>
                    <a:pt x="1078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9"/>
            <p:cNvSpPr/>
            <p:nvPr/>
          </p:nvSpPr>
          <p:spPr>
            <a:xfrm>
              <a:off x="5723256" y="4210361"/>
              <a:ext cx="429834" cy="227661"/>
            </a:xfrm>
            <a:custGeom>
              <a:rect b="b" l="l" r="r" t="t"/>
              <a:pathLst>
                <a:path extrusionOk="0" h="8691" w="16409">
                  <a:moveTo>
                    <a:pt x="13489" y="3766"/>
                  </a:moveTo>
                  <a:lnTo>
                    <a:pt x="14082" y="4555"/>
                  </a:lnTo>
                  <a:cubicBezTo>
                    <a:pt x="14174" y="4678"/>
                    <a:pt x="14322" y="4753"/>
                    <a:pt x="14476" y="4753"/>
                  </a:cubicBezTo>
                  <a:lnTo>
                    <a:pt x="14966" y="4753"/>
                  </a:lnTo>
                  <a:lnTo>
                    <a:pt x="14966" y="6347"/>
                  </a:lnTo>
                  <a:cubicBezTo>
                    <a:pt x="14968" y="6476"/>
                    <a:pt x="14863" y="6567"/>
                    <a:pt x="14750" y="6567"/>
                  </a:cubicBezTo>
                  <a:cubicBezTo>
                    <a:pt x="14707" y="6567"/>
                    <a:pt x="14663" y="6554"/>
                    <a:pt x="14623" y="6525"/>
                  </a:cubicBezTo>
                  <a:lnTo>
                    <a:pt x="14623" y="6528"/>
                  </a:lnTo>
                  <a:cubicBezTo>
                    <a:pt x="14130" y="6157"/>
                    <a:pt x="13562" y="5983"/>
                    <a:pt x="13002" y="5983"/>
                  </a:cubicBezTo>
                  <a:cubicBezTo>
                    <a:pt x="11937" y="5983"/>
                    <a:pt x="10904" y="6613"/>
                    <a:pt x="10477" y="7707"/>
                  </a:cubicBezTo>
                  <a:lnTo>
                    <a:pt x="8650" y="7707"/>
                  </a:lnTo>
                  <a:lnTo>
                    <a:pt x="8650" y="3766"/>
                  </a:lnTo>
                  <a:close/>
                  <a:moveTo>
                    <a:pt x="11590" y="0"/>
                  </a:moveTo>
                  <a:cubicBezTo>
                    <a:pt x="11309" y="353"/>
                    <a:pt x="11303" y="847"/>
                    <a:pt x="11570" y="1207"/>
                  </a:cubicBezTo>
                  <a:lnTo>
                    <a:pt x="12581" y="2553"/>
                  </a:lnTo>
                  <a:lnTo>
                    <a:pt x="10388" y="2553"/>
                  </a:lnTo>
                  <a:lnTo>
                    <a:pt x="8650" y="812"/>
                  </a:lnTo>
                  <a:lnTo>
                    <a:pt x="7663" y="812"/>
                  </a:lnTo>
                  <a:lnTo>
                    <a:pt x="7663" y="7707"/>
                  </a:lnTo>
                  <a:lnTo>
                    <a:pt x="4963" y="7707"/>
                  </a:lnTo>
                  <a:cubicBezTo>
                    <a:pt x="4572" y="6809"/>
                    <a:pt x="3685" y="6230"/>
                    <a:pt x="2708" y="6230"/>
                  </a:cubicBezTo>
                  <a:cubicBezTo>
                    <a:pt x="1728" y="6230"/>
                    <a:pt x="844" y="6809"/>
                    <a:pt x="453" y="7707"/>
                  </a:cubicBezTo>
                  <a:lnTo>
                    <a:pt x="1" y="7707"/>
                  </a:lnTo>
                  <a:cubicBezTo>
                    <a:pt x="1" y="8252"/>
                    <a:pt x="440" y="8691"/>
                    <a:pt x="984" y="8691"/>
                  </a:cubicBezTo>
                  <a:lnTo>
                    <a:pt x="15329" y="8691"/>
                  </a:lnTo>
                  <a:cubicBezTo>
                    <a:pt x="15874" y="8691"/>
                    <a:pt x="16316" y="8252"/>
                    <a:pt x="16316" y="7707"/>
                  </a:cubicBezTo>
                  <a:lnTo>
                    <a:pt x="16316" y="7224"/>
                  </a:lnTo>
                  <a:cubicBezTo>
                    <a:pt x="16316" y="7059"/>
                    <a:pt x="16247" y="6902"/>
                    <a:pt x="16131" y="6785"/>
                  </a:cubicBezTo>
                  <a:cubicBezTo>
                    <a:pt x="16014" y="6665"/>
                    <a:pt x="15953" y="6508"/>
                    <a:pt x="15953" y="6340"/>
                  </a:cubicBezTo>
                  <a:lnTo>
                    <a:pt x="15953" y="5082"/>
                  </a:lnTo>
                  <a:lnTo>
                    <a:pt x="16275" y="4387"/>
                  </a:lnTo>
                  <a:cubicBezTo>
                    <a:pt x="16408" y="4099"/>
                    <a:pt x="16196" y="3766"/>
                    <a:pt x="15877" y="3766"/>
                  </a:cubicBezTo>
                  <a:lnTo>
                    <a:pt x="14722" y="3766"/>
                  </a:lnTo>
                  <a:lnTo>
                    <a:pt x="12361" y="617"/>
                  </a:lnTo>
                  <a:cubicBezTo>
                    <a:pt x="12159" y="350"/>
                    <a:pt x="11895" y="137"/>
                    <a:pt x="11590"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9"/>
            <p:cNvSpPr/>
            <p:nvPr/>
          </p:nvSpPr>
          <p:spPr>
            <a:xfrm>
              <a:off x="5820675" y="4231632"/>
              <a:ext cx="103418" cy="77406"/>
            </a:xfrm>
            <a:custGeom>
              <a:rect b="b" l="l" r="r" t="t"/>
              <a:pathLst>
                <a:path extrusionOk="0" h="2955" w="3948">
                  <a:moveTo>
                    <a:pt x="2289" y="0"/>
                  </a:moveTo>
                  <a:cubicBezTo>
                    <a:pt x="1936" y="0"/>
                    <a:pt x="1614" y="185"/>
                    <a:pt x="1439" y="490"/>
                  </a:cubicBezTo>
                  <a:lnTo>
                    <a:pt x="0" y="2954"/>
                  </a:lnTo>
                  <a:lnTo>
                    <a:pt x="3948" y="2954"/>
                  </a:lnTo>
                  <a:lnTo>
                    <a:pt x="3948"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9"/>
            <p:cNvSpPr/>
            <p:nvPr/>
          </p:nvSpPr>
          <p:spPr>
            <a:xfrm>
              <a:off x="5949842" y="4231632"/>
              <a:ext cx="113189" cy="77406"/>
            </a:xfrm>
            <a:custGeom>
              <a:rect b="b" l="l" r="r" t="t"/>
              <a:pathLst>
                <a:path extrusionOk="0" h="2955" w="4321">
                  <a:moveTo>
                    <a:pt x="0" y="0"/>
                  </a:moveTo>
                  <a:lnTo>
                    <a:pt x="0" y="2954"/>
                  </a:lnTo>
                  <a:lnTo>
                    <a:pt x="3365" y="2954"/>
                  </a:lnTo>
                  <a:cubicBezTo>
                    <a:pt x="3367" y="2954"/>
                    <a:pt x="3368" y="2954"/>
                    <a:pt x="3370" y="2954"/>
                  </a:cubicBezTo>
                  <a:cubicBezTo>
                    <a:pt x="3974" y="2954"/>
                    <a:pt x="4320" y="2261"/>
                    <a:pt x="3955" y="1776"/>
                  </a:cubicBezTo>
                  <a:lnTo>
                    <a:pt x="3955" y="1772"/>
                  </a:lnTo>
                  <a:lnTo>
                    <a:pt x="2920" y="395"/>
                  </a:lnTo>
                  <a:cubicBezTo>
                    <a:pt x="2735" y="148"/>
                    <a:pt x="2443" y="0"/>
                    <a:pt x="213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9"/>
            <p:cNvSpPr/>
            <p:nvPr/>
          </p:nvSpPr>
          <p:spPr>
            <a:xfrm>
              <a:off x="5745521" y="4392888"/>
              <a:ext cx="93830" cy="90294"/>
            </a:xfrm>
            <a:custGeom>
              <a:rect b="b" l="l" r="r" t="t"/>
              <a:pathLst>
                <a:path extrusionOk="0" h="3447" w="3582">
                  <a:moveTo>
                    <a:pt x="1859" y="1"/>
                  </a:moveTo>
                  <a:cubicBezTo>
                    <a:pt x="1410" y="1"/>
                    <a:pt x="969" y="176"/>
                    <a:pt x="642" y="506"/>
                  </a:cubicBezTo>
                  <a:cubicBezTo>
                    <a:pt x="148" y="996"/>
                    <a:pt x="1" y="1740"/>
                    <a:pt x="268" y="2384"/>
                  </a:cubicBezTo>
                  <a:cubicBezTo>
                    <a:pt x="532" y="3025"/>
                    <a:pt x="1162" y="3446"/>
                    <a:pt x="1858" y="3446"/>
                  </a:cubicBezTo>
                  <a:cubicBezTo>
                    <a:pt x="2811" y="3446"/>
                    <a:pt x="3582" y="2675"/>
                    <a:pt x="3582" y="1723"/>
                  </a:cubicBezTo>
                  <a:cubicBezTo>
                    <a:pt x="3582" y="1027"/>
                    <a:pt x="3160" y="396"/>
                    <a:pt x="2519" y="133"/>
                  </a:cubicBezTo>
                  <a:cubicBezTo>
                    <a:pt x="2306" y="44"/>
                    <a:pt x="2082" y="1"/>
                    <a:pt x="1859"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9"/>
            <p:cNvSpPr/>
            <p:nvPr/>
          </p:nvSpPr>
          <p:spPr>
            <a:xfrm>
              <a:off x="5750027" y="4393752"/>
              <a:ext cx="101532" cy="89430"/>
            </a:xfrm>
            <a:custGeom>
              <a:rect b="b" l="l" r="r" t="t"/>
              <a:pathLst>
                <a:path extrusionOk="0" h="3414" w="3876">
                  <a:moveTo>
                    <a:pt x="2039" y="0"/>
                  </a:moveTo>
                  <a:lnTo>
                    <a:pt x="2039" y="4"/>
                  </a:lnTo>
                  <a:cubicBezTo>
                    <a:pt x="1833" y="387"/>
                    <a:pt x="1902" y="860"/>
                    <a:pt x="2210" y="1169"/>
                  </a:cubicBezTo>
                  <a:lnTo>
                    <a:pt x="1165" y="2211"/>
                  </a:lnTo>
                  <a:cubicBezTo>
                    <a:pt x="975" y="2021"/>
                    <a:pt x="723" y="1922"/>
                    <a:pt x="468" y="1922"/>
                  </a:cubicBezTo>
                  <a:cubicBezTo>
                    <a:pt x="308" y="1922"/>
                    <a:pt x="148" y="1960"/>
                    <a:pt x="0" y="2039"/>
                  </a:cubicBezTo>
                  <a:cubicBezTo>
                    <a:pt x="180" y="2901"/>
                    <a:pt x="927" y="3413"/>
                    <a:pt x="1694" y="3413"/>
                  </a:cubicBezTo>
                  <a:cubicBezTo>
                    <a:pt x="2123" y="3413"/>
                    <a:pt x="2559" y="3254"/>
                    <a:pt x="2906" y="2906"/>
                  </a:cubicBezTo>
                  <a:cubicBezTo>
                    <a:pt x="3876" y="1936"/>
                    <a:pt x="3382" y="281"/>
                    <a:pt x="2039"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9"/>
            <p:cNvSpPr/>
            <p:nvPr/>
          </p:nvSpPr>
          <p:spPr>
            <a:xfrm>
              <a:off x="5768337" y="4418690"/>
              <a:ext cx="45265" cy="38690"/>
            </a:xfrm>
            <a:custGeom>
              <a:rect b="b" l="l" r="r" t="t"/>
              <a:pathLst>
                <a:path extrusionOk="0" h="1477" w="1728">
                  <a:moveTo>
                    <a:pt x="987" y="1"/>
                  </a:moveTo>
                  <a:cubicBezTo>
                    <a:pt x="329" y="1"/>
                    <a:pt x="0" y="796"/>
                    <a:pt x="466" y="1259"/>
                  </a:cubicBezTo>
                  <a:cubicBezTo>
                    <a:pt x="617" y="1409"/>
                    <a:pt x="803" y="1477"/>
                    <a:pt x="984" y="1477"/>
                  </a:cubicBezTo>
                  <a:cubicBezTo>
                    <a:pt x="1364" y="1477"/>
                    <a:pt x="1727" y="1183"/>
                    <a:pt x="1727" y="738"/>
                  </a:cubicBezTo>
                  <a:cubicBezTo>
                    <a:pt x="1727" y="330"/>
                    <a:pt x="1395" y="1"/>
                    <a:pt x="987"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9"/>
            <p:cNvSpPr/>
            <p:nvPr/>
          </p:nvSpPr>
          <p:spPr>
            <a:xfrm>
              <a:off x="6015094" y="4392888"/>
              <a:ext cx="93830" cy="90294"/>
            </a:xfrm>
            <a:custGeom>
              <a:rect b="b" l="l" r="r" t="t"/>
              <a:pathLst>
                <a:path extrusionOk="0" h="3447" w="3582">
                  <a:moveTo>
                    <a:pt x="1858" y="1"/>
                  </a:moveTo>
                  <a:cubicBezTo>
                    <a:pt x="1410" y="1"/>
                    <a:pt x="968" y="176"/>
                    <a:pt x="638" y="506"/>
                  </a:cubicBezTo>
                  <a:cubicBezTo>
                    <a:pt x="148" y="996"/>
                    <a:pt x="0" y="1740"/>
                    <a:pt x="264" y="2384"/>
                  </a:cubicBezTo>
                  <a:cubicBezTo>
                    <a:pt x="532" y="3025"/>
                    <a:pt x="1162" y="3446"/>
                    <a:pt x="1858" y="3446"/>
                  </a:cubicBezTo>
                  <a:cubicBezTo>
                    <a:pt x="2810" y="3446"/>
                    <a:pt x="3581" y="2675"/>
                    <a:pt x="3581" y="1723"/>
                  </a:cubicBezTo>
                  <a:cubicBezTo>
                    <a:pt x="3581" y="1027"/>
                    <a:pt x="3160" y="396"/>
                    <a:pt x="2516" y="133"/>
                  </a:cubicBezTo>
                  <a:cubicBezTo>
                    <a:pt x="2303" y="44"/>
                    <a:pt x="2080" y="1"/>
                    <a:pt x="1858"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9"/>
            <p:cNvSpPr/>
            <p:nvPr/>
          </p:nvSpPr>
          <p:spPr>
            <a:xfrm>
              <a:off x="6019573" y="4393752"/>
              <a:ext cx="101558" cy="89430"/>
            </a:xfrm>
            <a:custGeom>
              <a:rect b="b" l="l" r="r" t="t"/>
              <a:pathLst>
                <a:path extrusionOk="0" h="3414" w="3877">
                  <a:moveTo>
                    <a:pt x="2040" y="0"/>
                  </a:moveTo>
                  <a:lnTo>
                    <a:pt x="2040" y="4"/>
                  </a:lnTo>
                  <a:cubicBezTo>
                    <a:pt x="1834" y="387"/>
                    <a:pt x="1903" y="860"/>
                    <a:pt x="2211" y="1169"/>
                  </a:cubicBezTo>
                  <a:lnTo>
                    <a:pt x="1166" y="2211"/>
                  </a:lnTo>
                  <a:cubicBezTo>
                    <a:pt x="976" y="2021"/>
                    <a:pt x="724" y="1922"/>
                    <a:pt x="468" y="1922"/>
                  </a:cubicBezTo>
                  <a:cubicBezTo>
                    <a:pt x="309" y="1922"/>
                    <a:pt x="148" y="1960"/>
                    <a:pt x="1" y="2039"/>
                  </a:cubicBezTo>
                  <a:cubicBezTo>
                    <a:pt x="181" y="2901"/>
                    <a:pt x="927" y="3413"/>
                    <a:pt x="1695" y="3413"/>
                  </a:cubicBezTo>
                  <a:cubicBezTo>
                    <a:pt x="2124" y="3413"/>
                    <a:pt x="2559" y="3254"/>
                    <a:pt x="2907" y="2906"/>
                  </a:cubicBezTo>
                  <a:cubicBezTo>
                    <a:pt x="3877" y="1936"/>
                    <a:pt x="3383" y="281"/>
                    <a:pt x="204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9"/>
            <p:cNvSpPr/>
            <p:nvPr/>
          </p:nvSpPr>
          <p:spPr>
            <a:xfrm>
              <a:off x="6037884" y="4418690"/>
              <a:ext cx="45265" cy="38690"/>
            </a:xfrm>
            <a:custGeom>
              <a:rect b="b" l="l" r="r" t="t"/>
              <a:pathLst>
                <a:path extrusionOk="0" h="1477" w="1728">
                  <a:moveTo>
                    <a:pt x="988" y="1"/>
                  </a:moveTo>
                  <a:cubicBezTo>
                    <a:pt x="330" y="1"/>
                    <a:pt x="1" y="796"/>
                    <a:pt x="467" y="1259"/>
                  </a:cubicBezTo>
                  <a:cubicBezTo>
                    <a:pt x="618" y="1409"/>
                    <a:pt x="803" y="1477"/>
                    <a:pt x="985" y="1477"/>
                  </a:cubicBezTo>
                  <a:cubicBezTo>
                    <a:pt x="1365" y="1477"/>
                    <a:pt x="1728" y="1183"/>
                    <a:pt x="1728" y="738"/>
                  </a:cubicBezTo>
                  <a:cubicBezTo>
                    <a:pt x="1728" y="330"/>
                    <a:pt x="1396" y="1"/>
                    <a:pt x="988"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9"/>
            <p:cNvSpPr/>
            <p:nvPr/>
          </p:nvSpPr>
          <p:spPr>
            <a:xfrm>
              <a:off x="5723256" y="4315927"/>
              <a:ext cx="40707" cy="50373"/>
            </a:xfrm>
            <a:custGeom>
              <a:rect b="b" l="l" r="r" t="t"/>
              <a:pathLst>
                <a:path extrusionOk="0" h="1923" w="1554">
                  <a:moveTo>
                    <a:pt x="1550" y="0"/>
                  </a:moveTo>
                  <a:lnTo>
                    <a:pt x="1485" y="17"/>
                  </a:lnTo>
                  <a:cubicBezTo>
                    <a:pt x="611" y="237"/>
                    <a:pt x="1" y="1025"/>
                    <a:pt x="1" y="1923"/>
                  </a:cubicBezTo>
                  <a:lnTo>
                    <a:pt x="566" y="1923"/>
                  </a:lnTo>
                  <a:cubicBezTo>
                    <a:pt x="1111" y="1923"/>
                    <a:pt x="1553" y="1484"/>
                    <a:pt x="1553" y="939"/>
                  </a:cubicBezTo>
                  <a:lnTo>
                    <a:pt x="1550"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9"/>
            <p:cNvSpPr/>
            <p:nvPr/>
          </p:nvSpPr>
          <p:spPr>
            <a:xfrm>
              <a:off x="6115369" y="4334866"/>
              <a:ext cx="29810" cy="25776"/>
            </a:xfrm>
            <a:custGeom>
              <a:rect b="b" l="l" r="r" t="t"/>
              <a:pathLst>
                <a:path extrusionOk="0" h="984" w="1138">
                  <a:moveTo>
                    <a:pt x="0" y="0"/>
                  </a:moveTo>
                  <a:lnTo>
                    <a:pt x="0" y="984"/>
                  </a:lnTo>
                  <a:lnTo>
                    <a:pt x="984" y="984"/>
                  </a:lnTo>
                  <a:lnTo>
                    <a:pt x="984" y="329"/>
                  </a:lnTo>
                  <a:lnTo>
                    <a:pt x="11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9"/>
            <p:cNvSpPr/>
            <p:nvPr/>
          </p:nvSpPr>
          <p:spPr>
            <a:xfrm>
              <a:off x="5716812" y="4199412"/>
              <a:ext cx="444005" cy="289952"/>
            </a:xfrm>
            <a:custGeom>
              <a:rect b="b" l="l" r="r" t="t"/>
              <a:pathLst>
                <a:path extrusionOk="0" h="11069" w="16950">
                  <a:moveTo>
                    <a:pt x="15952" y="5415"/>
                  </a:moveTo>
                  <a:lnTo>
                    <a:pt x="15952" y="5908"/>
                  </a:lnTo>
                  <a:lnTo>
                    <a:pt x="15462" y="5908"/>
                  </a:lnTo>
                  <a:lnTo>
                    <a:pt x="15462" y="5415"/>
                  </a:lnTo>
                  <a:close/>
                  <a:moveTo>
                    <a:pt x="1553" y="4784"/>
                  </a:moveTo>
                  <a:lnTo>
                    <a:pt x="1553" y="5387"/>
                  </a:lnTo>
                  <a:cubicBezTo>
                    <a:pt x="1549" y="5795"/>
                    <a:pt x="1220" y="6124"/>
                    <a:pt x="812" y="6124"/>
                  </a:cubicBezTo>
                  <a:lnTo>
                    <a:pt x="511" y="6124"/>
                  </a:lnTo>
                  <a:cubicBezTo>
                    <a:pt x="596" y="5528"/>
                    <a:pt x="991" y="5017"/>
                    <a:pt x="1553" y="4784"/>
                  </a:cubicBezTo>
                  <a:close/>
                  <a:moveTo>
                    <a:pt x="11028" y="490"/>
                  </a:moveTo>
                  <a:cubicBezTo>
                    <a:pt x="11573" y="494"/>
                    <a:pt x="12080" y="747"/>
                    <a:pt x="12409" y="1179"/>
                  </a:cubicBezTo>
                  <a:lnTo>
                    <a:pt x="14770" y="4332"/>
                  </a:lnTo>
                  <a:cubicBezTo>
                    <a:pt x="14818" y="4393"/>
                    <a:pt x="14890" y="4431"/>
                    <a:pt x="14968" y="4431"/>
                  </a:cubicBezTo>
                  <a:lnTo>
                    <a:pt x="16123" y="4431"/>
                  </a:lnTo>
                  <a:cubicBezTo>
                    <a:pt x="16260" y="4431"/>
                    <a:pt x="16353" y="4575"/>
                    <a:pt x="16295" y="4702"/>
                  </a:cubicBezTo>
                  <a:lnTo>
                    <a:pt x="16192" y="4921"/>
                  </a:lnTo>
                  <a:lnTo>
                    <a:pt x="15212" y="4921"/>
                  </a:lnTo>
                  <a:cubicBezTo>
                    <a:pt x="15075" y="4921"/>
                    <a:pt x="14965" y="5031"/>
                    <a:pt x="14965" y="5168"/>
                  </a:cubicBezTo>
                  <a:lnTo>
                    <a:pt x="14965" y="6155"/>
                  </a:lnTo>
                  <a:cubicBezTo>
                    <a:pt x="14965" y="6288"/>
                    <a:pt x="15075" y="6398"/>
                    <a:pt x="15212" y="6398"/>
                  </a:cubicBezTo>
                  <a:lnTo>
                    <a:pt x="15952" y="6398"/>
                  </a:lnTo>
                  <a:lnTo>
                    <a:pt x="15952" y="6758"/>
                  </a:lnTo>
                  <a:cubicBezTo>
                    <a:pt x="15949" y="6987"/>
                    <a:pt x="16038" y="7210"/>
                    <a:pt x="16202" y="7375"/>
                  </a:cubicBezTo>
                  <a:cubicBezTo>
                    <a:pt x="16271" y="7447"/>
                    <a:pt x="16312" y="7543"/>
                    <a:pt x="16312" y="7639"/>
                  </a:cubicBezTo>
                  <a:lnTo>
                    <a:pt x="16315" y="8125"/>
                  </a:lnTo>
                  <a:cubicBezTo>
                    <a:pt x="16312" y="8533"/>
                    <a:pt x="15983" y="8862"/>
                    <a:pt x="15575" y="8862"/>
                  </a:cubicBezTo>
                  <a:lnTo>
                    <a:pt x="15198" y="8862"/>
                  </a:lnTo>
                  <a:cubicBezTo>
                    <a:pt x="15068" y="7882"/>
                    <a:pt x="14235" y="7149"/>
                    <a:pt x="13245" y="7149"/>
                  </a:cubicBezTo>
                  <a:cubicBezTo>
                    <a:pt x="12258" y="7149"/>
                    <a:pt x="11422" y="7882"/>
                    <a:pt x="11292" y="8862"/>
                  </a:cubicBezTo>
                  <a:lnTo>
                    <a:pt x="4907" y="8862"/>
                  </a:lnTo>
                  <a:cubicBezTo>
                    <a:pt x="4781" y="7889"/>
                    <a:pt x="3955" y="7155"/>
                    <a:pt x="2975" y="7149"/>
                  </a:cubicBezTo>
                  <a:cubicBezTo>
                    <a:pt x="2968" y="7148"/>
                    <a:pt x="2961" y="7148"/>
                    <a:pt x="2954" y="7148"/>
                  </a:cubicBezTo>
                  <a:cubicBezTo>
                    <a:pt x="1979" y="7148"/>
                    <a:pt x="1151" y="7861"/>
                    <a:pt x="1008" y="8828"/>
                  </a:cubicBezTo>
                  <a:cubicBezTo>
                    <a:pt x="699" y="8728"/>
                    <a:pt x="494" y="8444"/>
                    <a:pt x="494" y="8125"/>
                  </a:cubicBezTo>
                  <a:lnTo>
                    <a:pt x="494" y="6621"/>
                  </a:lnTo>
                  <a:lnTo>
                    <a:pt x="812" y="6621"/>
                  </a:lnTo>
                  <a:cubicBezTo>
                    <a:pt x="1491" y="6617"/>
                    <a:pt x="2043" y="6069"/>
                    <a:pt x="2043" y="5387"/>
                  </a:cubicBezTo>
                  <a:lnTo>
                    <a:pt x="2043" y="4640"/>
                  </a:lnTo>
                  <a:lnTo>
                    <a:pt x="2886" y="4424"/>
                  </a:lnTo>
                  <a:cubicBezTo>
                    <a:pt x="2947" y="4407"/>
                    <a:pt x="3002" y="4366"/>
                    <a:pt x="3036" y="4311"/>
                  </a:cubicBezTo>
                  <a:lnTo>
                    <a:pt x="4763" y="1347"/>
                  </a:lnTo>
                  <a:cubicBezTo>
                    <a:pt x="5072" y="819"/>
                    <a:pt x="5641" y="494"/>
                    <a:pt x="6251" y="490"/>
                  </a:cubicBezTo>
                  <a:close/>
                  <a:moveTo>
                    <a:pt x="2954" y="7632"/>
                  </a:moveTo>
                  <a:cubicBezTo>
                    <a:pt x="3145" y="7632"/>
                    <a:pt x="3337" y="7669"/>
                    <a:pt x="3520" y="7745"/>
                  </a:cubicBezTo>
                  <a:cubicBezTo>
                    <a:pt x="4071" y="7974"/>
                    <a:pt x="4431" y="8512"/>
                    <a:pt x="4431" y="9109"/>
                  </a:cubicBezTo>
                  <a:cubicBezTo>
                    <a:pt x="4431" y="9924"/>
                    <a:pt x="3770" y="10586"/>
                    <a:pt x="2954" y="10586"/>
                  </a:cubicBezTo>
                  <a:cubicBezTo>
                    <a:pt x="2358" y="10586"/>
                    <a:pt x="1820" y="10226"/>
                    <a:pt x="1590" y="9674"/>
                  </a:cubicBezTo>
                  <a:cubicBezTo>
                    <a:pt x="1361" y="9122"/>
                    <a:pt x="1487" y="8488"/>
                    <a:pt x="1909" y="8063"/>
                  </a:cubicBezTo>
                  <a:cubicBezTo>
                    <a:pt x="2193" y="7782"/>
                    <a:pt x="2570" y="7632"/>
                    <a:pt x="2954" y="7632"/>
                  </a:cubicBezTo>
                  <a:close/>
                  <a:moveTo>
                    <a:pt x="13245" y="7632"/>
                  </a:moveTo>
                  <a:cubicBezTo>
                    <a:pt x="13435" y="7632"/>
                    <a:pt x="13627" y="7669"/>
                    <a:pt x="13810" y="7745"/>
                  </a:cubicBezTo>
                  <a:cubicBezTo>
                    <a:pt x="14362" y="7974"/>
                    <a:pt x="14722" y="8512"/>
                    <a:pt x="14722" y="9109"/>
                  </a:cubicBezTo>
                  <a:cubicBezTo>
                    <a:pt x="14722" y="9924"/>
                    <a:pt x="14060" y="10586"/>
                    <a:pt x="13245" y="10586"/>
                  </a:cubicBezTo>
                  <a:cubicBezTo>
                    <a:pt x="12649" y="10586"/>
                    <a:pt x="12111" y="10226"/>
                    <a:pt x="11881" y="9674"/>
                  </a:cubicBezTo>
                  <a:cubicBezTo>
                    <a:pt x="11651" y="9122"/>
                    <a:pt x="11778" y="8488"/>
                    <a:pt x="12200" y="8063"/>
                  </a:cubicBezTo>
                  <a:cubicBezTo>
                    <a:pt x="12484" y="7782"/>
                    <a:pt x="12861" y="7632"/>
                    <a:pt x="13245" y="7632"/>
                  </a:cubicBezTo>
                  <a:close/>
                  <a:moveTo>
                    <a:pt x="6251" y="0"/>
                  </a:moveTo>
                  <a:cubicBezTo>
                    <a:pt x="5466" y="0"/>
                    <a:pt x="4736" y="418"/>
                    <a:pt x="4339" y="1100"/>
                  </a:cubicBezTo>
                  <a:lnTo>
                    <a:pt x="2663" y="3972"/>
                  </a:lnTo>
                  <a:lnTo>
                    <a:pt x="1734" y="4208"/>
                  </a:lnTo>
                  <a:cubicBezTo>
                    <a:pt x="596" y="4500"/>
                    <a:pt x="0" y="5432"/>
                    <a:pt x="0" y="6374"/>
                  </a:cubicBezTo>
                  <a:lnTo>
                    <a:pt x="0" y="8125"/>
                  </a:lnTo>
                  <a:cubicBezTo>
                    <a:pt x="0" y="8715"/>
                    <a:pt x="418" y="9222"/>
                    <a:pt x="997" y="9331"/>
                  </a:cubicBezTo>
                  <a:cubicBezTo>
                    <a:pt x="1114" y="10318"/>
                    <a:pt x="1950" y="11062"/>
                    <a:pt x="2940" y="11069"/>
                  </a:cubicBezTo>
                  <a:cubicBezTo>
                    <a:pt x="2945" y="11069"/>
                    <a:pt x="2950" y="11069"/>
                    <a:pt x="2954" y="11069"/>
                  </a:cubicBezTo>
                  <a:cubicBezTo>
                    <a:pt x="3942" y="11069"/>
                    <a:pt x="4778" y="10334"/>
                    <a:pt x="4907" y="9355"/>
                  </a:cubicBezTo>
                  <a:lnTo>
                    <a:pt x="11288" y="9355"/>
                  </a:lnTo>
                  <a:cubicBezTo>
                    <a:pt x="11418" y="10335"/>
                    <a:pt x="12254" y="11069"/>
                    <a:pt x="13241" y="11069"/>
                  </a:cubicBezTo>
                  <a:cubicBezTo>
                    <a:pt x="14232" y="11069"/>
                    <a:pt x="15068" y="10335"/>
                    <a:pt x="15195" y="9355"/>
                  </a:cubicBezTo>
                  <a:lnTo>
                    <a:pt x="15572" y="9355"/>
                  </a:lnTo>
                  <a:cubicBezTo>
                    <a:pt x="16254" y="9355"/>
                    <a:pt x="16802" y="8804"/>
                    <a:pt x="16805" y="8125"/>
                  </a:cubicBezTo>
                  <a:lnTo>
                    <a:pt x="16805" y="7642"/>
                  </a:lnTo>
                  <a:cubicBezTo>
                    <a:pt x="16805" y="7409"/>
                    <a:pt x="16713" y="7190"/>
                    <a:pt x="16552" y="7029"/>
                  </a:cubicBezTo>
                  <a:cubicBezTo>
                    <a:pt x="16480" y="6957"/>
                    <a:pt x="16442" y="6857"/>
                    <a:pt x="16445" y="6758"/>
                  </a:cubicBezTo>
                  <a:lnTo>
                    <a:pt x="16445" y="5552"/>
                  </a:lnTo>
                  <a:lnTo>
                    <a:pt x="16572" y="5274"/>
                  </a:lnTo>
                  <a:lnTo>
                    <a:pt x="16744" y="4911"/>
                  </a:lnTo>
                  <a:cubicBezTo>
                    <a:pt x="16949" y="4458"/>
                    <a:pt x="16620" y="3941"/>
                    <a:pt x="16123" y="3938"/>
                  </a:cubicBezTo>
                  <a:lnTo>
                    <a:pt x="15092" y="3938"/>
                  </a:lnTo>
                  <a:lnTo>
                    <a:pt x="12803" y="888"/>
                  </a:lnTo>
                  <a:cubicBezTo>
                    <a:pt x="12381" y="329"/>
                    <a:pt x="11727" y="4"/>
                    <a:pt x="11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9"/>
            <p:cNvSpPr/>
            <p:nvPr/>
          </p:nvSpPr>
          <p:spPr>
            <a:xfrm>
              <a:off x="5766163" y="4412246"/>
              <a:ext cx="55691" cy="51604"/>
            </a:xfrm>
            <a:custGeom>
              <a:rect b="b" l="l" r="r" t="t"/>
              <a:pathLst>
                <a:path extrusionOk="0" h="1970" w="2126">
                  <a:moveTo>
                    <a:pt x="1063" y="0"/>
                  </a:moveTo>
                  <a:cubicBezTo>
                    <a:pt x="645" y="4"/>
                    <a:pt x="272" y="271"/>
                    <a:pt x="138" y="668"/>
                  </a:cubicBezTo>
                  <a:cubicBezTo>
                    <a:pt x="1" y="1066"/>
                    <a:pt x="135" y="1505"/>
                    <a:pt x="464" y="1762"/>
                  </a:cubicBezTo>
                  <a:cubicBezTo>
                    <a:pt x="642" y="1900"/>
                    <a:pt x="856" y="1969"/>
                    <a:pt x="1071" y="1969"/>
                  </a:cubicBezTo>
                  <a:cubicBezTo>
                    <a:pt x="1256" y="1969"/>
                    <a:pt x="1441" y="1918"/>
                    <a:pt x="1605" y="1813"/>
                  </a:cubicBezTo>
                  <a:cubicBezTo>
                    <a:pt x="1958" y="1587"/>
                    <a:pt x="2126" y="1158"/>
                    <a:pt x="2026" y="754"/>
                  </a:cubicBezTo>
                  <a:cubicBezTo>
                    <a:pt x="2000" y="639"/>
                    <a:pt x="1898" y="563"/>
                    <a:pt x="1787" y="563"/>
                  </a:cubicBezTo>
                  <a:cubicBezTo>
                    <a:pt x="1769" y="563"/>
                    <a:pt x="1750" y="565"/>
                    <a:pt x="1731" y="569"/>
                  </a:cubicBezTo>
                  <a:cubicBezTo>
                    <a:pt x="1598" y="603"/>
                    <a:pt x="1516" y="737"/>
                    <a:pt x="1550" y="867"/>
                  </a:cubicBezTo>
                  <a:cubicBezTo>
                    <a:pt x="1631" y="1205"/>
                    <a:pt x="1364" y="1479"/>
                    <a:pt x="1069" y="1479"/>
                  </a:cubicBezTo>
                  <a:cubicBezTo>
                    <a:pt x="966" y="1479"/>
                    <a:pt x="861" y="1446"/>
                    <a:pt x="765" y="1371"/>
                  </a:cubicBezTo>
                  <a:cubicBezTo>
                    <a:pt x="400" y="1084"/>
                    <a:pt x="603" y="494"/>
                    <a:pt x="1066" y="494"/>
                  </a:cubicBezTo>
                  <a:cubicBezTo>
                    <a:pt x="1067" y="494"/>
                    <a:pt x="1069" y="494"/>
                    <a:pt x="1070" y="494"/>
                  </a:cubicBezTo>
                  <a:cubicBezTo>
                    <a:pt x="1204" y="487"/>
                    <a:pt x="1307" y="377"/>
                    <a:pt x="1307" y="247"/>
                  </a:cubicBezTo>
                  <a:cubicBezTo>
                    <a:pt x="1307" y="113"/>
                    <a:pt x="1204" y="4"/>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9"/>
            <p:cNvSpPr/>
            <p:nvPr/>
          </p:nvSpPr>
          <p:spPr>
            <a:xfrm>
              <a:off x="6035736" y="4412220"/>
              <a:ext cx="55691" cy="51630"/>
            </a:xfrm>
            <a:custGeom>
              <a:rect b="b" l="l" r="r" t="t"/>
              <a:pathLst>
                <a:path extrusionOk="0" h="1971" w="2126">
                  <a:moveTo>
                    <a:pt x="1082" y="1"/>
                  </a:moveTo>
                  <a:cubicBezTo>
                    <a:pt x="1078" y="1"/>
                    <a:pt x="1074" y="1"/>
                    <a:pt x="1070" y="1"/>
                  </a:cubicBezTo>
                  <a:cubicBezTo>
                    <a:pt x="648" y="1"/>
                    <a:pt x="275" y="265"/>
                    <a:pt x="138" y="663"/>
                  </a:cubicBezTo>
                  <a:cubicBezTo>
                    <a:pt x="1" y="1060"/>
                    <a:pt x="131" y="1502"/>
                    <a:pt x="460" y="1759"/>
                  </a:cubicBezTo>
                  <a:cubicBezTo>
                    <a:pt x="639" y="1899"/>
                    <a:pt x="854" y="1970"/>
                    <a:pt x="1070" y="1970"/>
                  </a:cubicBezTo>
                  <a:cubicBezTo>
                    <a:pt x="1254" y="1970"/>
                    <a:pt x="1440" y="1918"/>
                    <a:pt x="1604" y="1814"/>
                  </a:cubicBezTo>
                  <a:cubicBezTo>
                    <a:pt x="1957" y="1588"/>
                    <a:pt x="2125" y="1159"/>
                    <a:pt x="2026" y="752"/>
                  </a:cubicBezTo>
                  <a:cubicBezTo>
                    <a:pt x="1999" y="640"/>
                    <a:pt x="1897" y="564"/>
                    <a:pt x="1787" y="564"/>
                  </a:cubicBezTo>
                  <a:cubicBezTo>
                    <a:pt x="1768" y="564"/>
                    <a:pt x="1750" y="566"/>
                    <a:pt x="1731" y="570"/>
                  </a:cubicBezTo>
                  <a:cubicBezTo>
                    <a:pt x="1598" y="604"/>
                    <a:pt x="1515" y="738"/>
                    <a:pt x="1550" y="868"/>
                  </a:cubicBezTo>
                  <a:cubicBezTo>
                    <a:pt x="1556" y="906"/>
                    <a:pt x="1563" y="947"/>
                    <a:pt x="1563" y="985"/>
                  </a:cubicBezTo>
                  <a:cubicBezTo>
                    <a:pt x="1563" y="1282"/>
                    <a:pt x="1320" y="1478"/>
                    <a:pt x="1065" y="1478"/>
                  </a:cubicBezTo>
                  <a:cubicBezTo>
                    <a:pt x="944" y="1478"/>
                    <a:pt x="821" y="1434"/>
                    <a:pt x="720" y="1334"/>
                  </a:cubicBezTo>
                  <a:cubicBezTo>
                    <a:pt x="412" y="1022"/>
                    <a:pt x="631" y="491"/>
                    <a:pt x="1070" y="491"/>
                  </a:cubicBezTo>
                  <a:cubicBezTo>
                    <a:pt x="1074" y="491"/>
                    <a:pt x="1078" y="491"/>
                    <a:pt x="1082" y="491"/>
                  </a:cubicBezTo>
                  <a:cubicBezTo>
                    <a:pt x="1217" y="491"/>
                    <a:pt x="1327" y="381"/>
                    <a:pt x="1327" y="248"/>
                  </a:cubicBezTo>
                  <a:cubicBezTo>
                    <a:pt x="1327" y="111"/>
                    <a:pt x="1217" y="1"/>
                    <a:pt x="1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9"/>
            <p:cNvSpPr/>
            <p:nvPr/>
          </p:nvSpPr>
          <p:spPr>
            <a:xfrm>
              <a:off x="5990235" y="4360616"/>
              <a:ext cx="123719" cy="58284"/>
            </a:xfrm>
            <a:custGeom>
              <a:rect b="b" l="l" r="r" t="t"/>
              <a:pathLst>
                <a:path extrusionOk="0" h="2225" w="4723">
                  <a:moveTo>
                    <a:pt x="2809" y="0"/>
                  </a:moveTo>
                  <a:cubicBezTo>
                    <a:pt x="2220" y="0"/>
                    <a:pt x="1631" y="176"/>
                    <a:pt x="1124" y="528"/>
                  </a:cubicBezTo>
                  <a:cubicBezTo>
                    <a:pt x="641" y="864"/>
                    <a:pt x="271" y="1334"/>
                    <a:pt x="55" y="1882"/>
                  </a:cubicBezTo>
                  <a:cubicBezTo>
                    <a:pt x="0" y="2009"/>
                    <a:pt x="62" y="2156"/>
                    <a:pt x="192" y="2208"/>
                  </a:cubicBezTo>
                  <a:cubicBezTo>
                    <a:pt x="222" y="2219"/>
                    <a:pt x="252" y="2225"/>
                    <a:pt x="282" y="2225"/>
                  </a:cubicBezTo>
                  <a:cubicBezTo>
                    <a:pt x="384" y="2225"/>
                    <a:pt x="480" y="2161"/>
                    <a:pt x="514" y="2060"/>
                  </a:cubicBezTo>
                  <a:cubicBezTo>
                    <a:pt x="888" y="1118"/>
                    <a:pt x="1796" y="498"/>
                    <a:pt x="2807" y="494"/>
                  </a:cubicBezTo>
                  <a:cubicBezTo>
                    <a:pt x="2812" y="494"/>
                    <a:pt x="2817" y="494"/>
                    <a:pt x="2822" y="494"/>
                  </a:cubicBezTo>
                  <a:cubicBezTo>
                    <a:pt x="3351" y="494"/>
                    <a:pt x="3863" y="669"/>
                    <a:pt x="4284" y="988"/>
                  </a:cubicBezTo>
                  <a:cubicBezTo>
                    <a:pt x="4330" y="1025"/>
                    <a:pt x="4384" y="1043"/>
                    <a:pt x="4438" y="1043"/>
                  </a:cubicBezTo>
                  <a:cubicBezTo>
                    <a:pt x="4513" y="1043"/>
                    <a:pt x="4587" y="1009"/>
                    <a:pt x="4637" y="943"/>
                  </a:cubicBezTo>
                  <a:cubicBezTo>
                    <a:pt x="4722" y="833"/>
                    <a:pt x="4695" y="672"/>
                    <a:pt x="4578" y="594"/>
                  </a:cubicBezTo>
                  <a:cubicBezTo>
                    <a:pt x="4056" y="198"/>
                    <a:pt x="3433" y="0"/>
                    <a:pt x="2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9"/>
            <p:cNvSpPr/>
            <p:nvPr/>
          </p:nvSpPr>
          <p:spPr>
            <a:xfrm>
              <a:off x="5806032" y="4225161"/>
              <a:ext cx="124426" cy="193214"/>
            </a:xfrm>
            <a:custGeom>
              <a:rect b="b" l="l" r="r" t="t"/>
              <a:pathLst>
                <a:path extrusionOk="0" h="7376" w="4750">
                  <a:moveTo>
                    <a:pt x="4260" y="494"/>
                  </a:moveTo>
                  <a:lnTo>
                    <a:pt x="4260" y="2958"/>
                  </a:lnTo>
                  <a:lnTo>
                    <a:pt x="984" y="2958"/>
                  </a:lnTo>
                  <a:lnTo>
                    <a:pt x="2207" y="861"/>
                  </a:lnTo>
                  <a:cubicBezTo>
                    <a:pt x="2341" y="635"/>
                    <a:pt x="2584" y="494"/>
                    <a:pt x="2845" y="494"/>
                  </a:cubicBezTo>
                  <a:close/>
                  <a:moveTo>
                    <a:pt x="2845" y="1"/>
                  </a:moveTo>
                  <a:cubicBezTo>
                    <a:pt x="2409" y="4"/>
                    <a:pt x="2005" y="234"/>
                    <a:pt x="1782" y="614"/>
                  </a:cubicBezTo>
                  <a:lnTo>
                    <a:pt x="343" y="3078"/>
                  </a:lnTo>
                  <a:lnTo>
                    <a:pt x="76" y="3541"/>
                  </a:lnTo>
                  <a:cubicBezTo>
                    <a:pt x="0" y="3661"/>
                    <a:pt x="38" y="3815"/>
                    <a:pt x="158" y="3883"/>
                  </a:cubicBezTo>
                  <a:cubicBezTo>
                    <a:pt x="197" y="3907"/>
                    <a:pt x="240" y="3918"/>
                    <a:pt x="283" y="3918"/>
                  </a:cubicBezTo>
                  <a:cubicBezTo>
                    <a:pt x="370" y="3918"/>
                    <a:pt x="455" y="3871"/>
                    <a:pt x="501" y="3791"/>
                  </a:cubicBezTo>
                  <a:lnTo>
                    <a:pt x="700" y="3448"/>
                  </a:lnTo>
                  <a:lnTo>
                    <a:pt x="4260" y="3448"/>
                  </a:lnTo>
                  <a:lnTo>
                    <a:pt x="4260" y="7139"/>
                  </a:lnTo>
                  <a:cubicBezTo>
                    <a:pt x="4263" y="7272"/>
                    <a:pt x="4373" y="7375"/>
                    <a:pt x="4503" y="7375"/>
                  </a:cubicBezTo>
                  <a:cubicBezTo>
                    <a:pt x="4637" y="7375"/>
                    <a:pt x="4747" y="7272"/>
                    <a:pt x="4750" y="7139"/>
                  </a:cubicBezTo>
                  <a:lnTo>
                    <a:pt x="4750" y="247"/>
                  </a:lnTo>
                  <a:cubicBezTo>
                    <a:pt x="4750" y="110"/>
                    <a:pt x="4640" y="1"/>
                    <a:pt x="4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9"/>
            <p:cNvSpPr/>
            <p:nvPr/>
          </p:nvSpPr>
          <p:spPr>
            <a:xfrm>
              <a:off x="5943189" y="4225266"/>
              <a:ext cx="128120" cy="102606"/>
            </a:xfrm>
            <a:custGeom>
              <a:rect b="b" l="l" r="r" t="t"/>
              <a:pathLst>
                <a:path extrusionOk="0" h="3917" w="4891">
                  <a:moveTo>
                    <a:pt x="254" y="0"/>
                  </a:moveTo>
                  <a:cubicBezTo>
                    <a:pt x="117" y="0"/>
                    <a:pt x="7" y="110"/>
                    <a:pt x="7" y="247"/>
                  </a:cubicBezTo>
                  <a:lnTo>
                    <a:pt x="7" y="3663"/>
                  </a:lnTo>
                  <a:cubicBezTo>
                    <a:pt x="1" y="3800"/>
                    <a:pt x="114" y="3917"/>
                    <a:pt x="254" y="3917"/>
                  </a:cubicBezTo>
                  <a:cubicBezTo>
                    <a:pt x="395" y="3917"/>
                    <a:pt x="504" y="3800"/>
                    <a:pt x="501" y="3663"/>
                  </a:cubicBezTo>
                  <a:lnTo>
                    <a:pt x="501" y="494"/>
                  </a:lnTo>
                  <a:lnTo>
                    <a:pt x="2386" y="494"/>
                  </a:lnTo>
                  <a:cubicBezTo>
                    <a:pt x="2389" y="494"/>
                    <a:pt x="2393" y="494"/>
                    <a:pt x="2396" y="494"/>
                  </a:cubicBezTo>
                  <a:cubicBezTo>
                    <a:pt x="2625" y="494"/>
                    <a:pt x="2840" y="603"/>
                    <a:pt x="2978" y="785"/>
                  </a:cubicBezTo>
                  <a:lnTo>
                    <a:pt x="4013" y="2166"/>
                  </a:lnTo>
                  <a:cubicBezTo>
                    <a:pt x="4257" y="2488"/>
                    <a:pt x="4024" y="2951"/>
                    <a:pt x="3619" y="2951"/>
                  </a:cubicBezTo>
                  <a:lnTo>
                    <a:pt x="1238" y="2951"/>
                  </a:lnTo>
                  <a:cubicBezTo>
                    <a:pt x="1236" y="2951"/>
                    <a:pt x="1233" y="2951"/>
                    <a:pt x="1231" y="2951"/>
                  </a:cubicBezTo>
                  <a:cubicBezTo>
                    <a:pt x="1094" y="2951"/>
                    <a:pt x="981" y="3059"/>
                    <a:pt x="981" y="3197"/>
                  </a:cubicBezTo>
                  <a:cubicBezTo>
                    <a:pt x="981" y="3334"/>
                    <a:pt x="1091" y="3444"/>
                    <a:pt x="1226" y="3444"/>
                  </a:cubicBezTo>
                  <a:cubicBezTo>
                    <a:pt x="1230" y="3444"/>
                    <a:pt x="1234" y="3444"/>
                    <a:pt x="1238" y="3444"/>
                  </a:cubicBezTo>
                  <a:lnTo>
                    <a:pt x="3619" y="3444"/>
                  </a:lnTo>
                  <a:cubicBezTo>
                    <a:pt x="4428" y="3444"/>
                    <a:pt x="4891" y="2519"/>
                    <a:pt x="4407" y="1868"/>
                  </a:cubicBezTo>
                  <a:lnTo>
                    <a:pt x="3373" y="494"/>
                  </a:lnTo>
                  <a:cubicBezTo>
                    <a:pt x="3140" y="182"/>
                    <a:pt x="2773"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9"/>
            <p:cNvSpPr/>
            <p:nvPr/>
          </p:nvSpPr>
          <p:spPr>
            <a:xfrm>
              <a:off x="5865730" y="4328396"/>
              <a:ext cx="38716" cy="12862"/>
            </a:xfrm>
            <a:custGeom>
              <a:rect b="b" l="l" r="r" t="t"/>
              <a:pathLst>
                <a:path extrusionOk="0" h="491" w="1478">
                  <a:moveTo>
                    <a:pt x="245" y="0"/>
                  </a:moveTo>
                  <a:cubicBezTo>
                    <a:pt x="110" y="0"/>
                    <a:pt x="0" y="111"/>
                    <a:pt x="0" y="247"/>
                  </a:cubicBezTo>
                  <a:cubicBezTo>
                    <a:pt x="0" y="380"/>
                    <a:pt x="110" y="491"/>
                    <a:pt x="245" y="491"/>
                  </a:cubicBezTo>
                  <a:cubicBezTo>
                    <a:pt x="249" y="491"/>
                    <a:pt x="253" y="491"/>
                    <a:pt x="257" y="491"/>
                  </a:cubicBezTo>
                  <a:lnTo>
                    <a:pt x="1241" y="491"/>
                  </a:lnTo>
                  <a:cubicBezTo>
                    <a:pt x="1374" y="487"/>
                    <a:pt x="1477" y="377"/>
                    <a:pt x="1477" y="247"/>
                  </a:cubicBezTo>
                  <a:cubicBezTo>
                    <a:pt x="1477" y="114"/>
                    <a:pt x="1374" y="4"/>
                    <a:pt x="1241" y="1"/>
                  </a:cubicBezTo>
                  <a:lnTo>
                    <a:pt x="257" y="1"/>
                  </a:lnTo>
                  <a:cubicBezTo>
                    <a:pt x="253" y="0"/>
                    <a:pt x="249" y="0"/>
                    <a:pt x="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9"/>
            <p:cNvSpPr/>
            <p:nvPr/>
          </p:nvSpPr>
          <p:spPr>
            <a:xfrm>
              <a:off x="5968860" y="4328396"/>
              <a:ext cx="38978" cy="12862"/>
            </a:xfrm>
            <a:custGeom>
              <a:rect b="b" l="l" r="r" t="t"/>
              <a:pathLst>
                <a:path extrusionOk="0" h="491" w="1488">
                  <a:moveTo>
                    <a:pt x="246" y="0"/>
                  </a:moveTo>
                  <a:cubicBezTo>
                    <a:pt x="111" y="0"/>
                    <a:pt x="1" y="111"/>
                    <a:pt x="1" y="247"/>
                  </a:cubicBezTo>
                  <a:cubicBezTo>
                    <a:pt x="1" y="380"/>
                    <a:pt x="111" y="491"/>
                    <a:pt x="246" y="491"/>
                  </a:cubicBezTo>
                  <a:cubicBezTo>
                    <a:pt x="250" y="491"/>
                    <a:pt x="254" y="491"/>
                    <a:pt x="258" y="491"/>
                  </a:cubicBezTo>
                  <a:lnTo>
                    <a:pt x="1245" y="491"/>
                  </a:lnTo>
                  <a:cubicBezTo>
                    <a:pt x="1378" y="491"/>
                    <a:pt x="1488" y="381"/>
                    <a:pt x="1488" y="247"/>
                  </a:cubicBezTo>
                  <a:cubicBezTo>
                    <a:pt x="1488" y="110"/>
                    <a:pt x="1378" y="1"/>
                    <a:pt x="1245" y="1"/>
                  </a:cubicBezTo>
                  <a:lnTo>
                    <a:pt x="258" y="1"/>
                  </a:lnTo>
                  <a:cubicBezTo>
                    <a:pt x="254" y="0"/>
                    <a:pt x="250"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79"/>
          <p:cNvGrpSpPr/>
          <p:nvPr/>
        </p:nvGrpSpPr>
        <p:grpSpPr>
          <a:xfrm>
            <a:off x="850462" y="3680227"/>
            <a:ext cx="385302" cy="355126"/>
            <a:chOff x="850462" y="3680227"/>
            <a:chExt cx="385302" cy="355126"/>
          </a:xfrm>
        </p:grpSpPr>
        <p:sp>
          <p:nvSpPr>
            <p:cNvPr id="8010" name="Google Shape;8010;p79"/>
            <p:cNvSpPr/>
            <p:nvPr/>
          </p:nvSpPr>
          <p:spPr>
            <a:xfrm>
              <a:off x="1021829" y="3747627"/>
              <a:ext cx="42488" cy="42488"/>
            </a:xfrm>
            <a:custGeom>
              <a:rect b="b" l="l" r="r" t="t"/>
              <a:pathLst>
                <a:path extrusionOk="0" h="1622" w="1622">
                  <a:moveTo>
                    <a:pt x="1" y="0"/>
                  </a:moveTo>
                  <a:lnTo>
                    <a:pt x="1" y="1621"/>
                  </a:lnTo>
                  <a:lnTo>
                    <a:pt x="1622" y="1621"/>
                  </a:lnTo>
                  <a:lnTo>
                    <a:pt x="1622"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9"/>
            <p:cNvSpPr/>
            <p:nvPr/>
          </p:nvSpPr>
          <p:spPr>
            <a:xfrm>
              <a:off x="1021829" y="3769788"/>
              <a:ext cx="42488" cy="20327"/>
            </a:xfrm>
            <a:custGeom>
              <a:rect b="b" l="l" r="r" t="t"/>
              <a:pathLst>
                <a:path extrusionOk="0" h="776" w="1622">
                  <a:moveTo>
                    <a:pt x="1" y="1"/>
                  </a:moveTo>
                  <a:lnTo>
                    <a:pt x="1" y="775"/>
                  </a:lnTo>
                  <a:lnTo>
                    <a:pt x="1622" y="775"/>
                  </a:lnTo>
                  <a:lnTo>
                    <a:pt x="1622"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9"/>
            <p:cNvSpPr/>
            <p:nvPr/>
          </p:nvSpPr>
          <p:spPr>
            <a:xfrm>
              <a:off x="871653" y="3685911"/>
              <a:ext cx="150202" cy="104282"/>
            </a:xfrm>
            <a:custGeom>
              <a:rect b="b" l="l" r="r" t="t"/>
              <a:pathLst>
                <a:path extrusionOk="0" h="3981" w="5734">
                  <a:moveTo>
                    <a:pt x="2401" y="0"/>
                  </a:moveTo>
                  <a:cubicBezTo>
                    <a:pt x="1887" y="0"/>
                    <a:pt x="1420" y="288"/>
                    <a:pt x="1097" y="1064"/>
                  </a:cubicBezTo>
                  <a:cubicBezTo>
                    <a:pt x="1" y="3699"/>
                    <a:pt x="2118" y="3980"/>
                    <a:pt x="2118" y="3980"/>
                  </a:cubicBezTo>
                  <a:lnTo>
                    <a:pt x="5734" y="3980"/>
                  </a:lnTo>
                  <a:lnTo>
                    <a:pt x="5734" y="2356"/>
                  </a:lnTo>
                  <a:cubicBezTo>
                    <a:pt x="5734" y="2356"/>
                    <a:pt x="3873" y="0"/>
                    <a:pt x="2401"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9"/>
            <p:cNvSpPr/>
            <p:nvPr/>
          </p:nvSpPr>
          <p:spPr>
            <a:xfrm>
              <a:off x="1064291" y="3685911"/>
              <a:ext cx="150202" cy="104282"/>
            </a:xfrm>
            <a:custGeom>
              <a:rect b="b" l="l" r="r" t="t"/>
              <a:pathLst>
                <a:path extrusionOk="0" h="3981" w="5734">
                  <a:moveTo>
                    <a:pt x="3333" y="0"/>
                  </a:moveTo>
                  <a:cubicBezTo>
                    <a:pt x="1862" y="0"/>
                    <a:pt x="1" y="2356"/>
                    <a:pt x="1" y="2356"/>
                  </a:cubicBezTo>
                  <a:lnTo>
                    <a:pt x="1" y="3980"/>
                  </a:lnTo>
                  <a:lnTo>
                    <a:pt x="3612" y="3980"/>
                  </a:lnTo>
                  <a:cubicBezTo>
                    <a:pt x="3612" y="3980"/>
                    <a:pt x="5734" y="3699"/>
                    <a:pt x="4637" y="1064"/>
                  </a:cubicBezTo>
                  <a:cubicBezTo>
                    <a:pt x="4314" y="288"/>
                    <a:pt x="3847" y="0"/>
                    <a:pt x="333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9"/>
            <p:cNvSpPr/>
            <p:nvPr/>
          </p:nvSpPr>
          <p:spPr>
            <a:xfrm>
              <a:off x="885563" y="3738275"/>
              <a:ext cx="136293" cy="51918"/>
            </a:xfrm>
            <a:custGeom>
              <a:rect b="b" l="l" r="r" t="t"/>
              <a:pathLst>
                <a:path extrusionOk="0" h="1982" w="5203">
                  <a:moveTo>
                    <a:pt x="285" y="1"/>
                  </a:moveTo>
                  <a:cubicBezTo>
                    <a:pt x="1" y="1769"/>
                    <a:pt x="1587" y="1981"/>
                    <a:pt x="1587" y="1981"/>
                  </a:cubicBezTo>
                  <a:lnTo>
                    <a:pt x="5203" y="1981"/>
                  </a:lnTo>
                  <a:lnTo>
                    <a:pt x="5203" y="1204"/>
                  </a:lnTo>
                  <a:lnTo>
                    <a:pt x="1587" y="1204"/>
                  </a:lnTo>
                  <a:cubicBezTo>
                    <a:pt x="1587" y="1204"/>
                    <a:pt x="498" y="1060"/>
                    <a:pt x="285"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9"/>
            <p:cNvSpPr/>
            <p:nvPr/>
          </p:nvSpPr>
          <p:spPr>
            <a:xfrm>
              <a:off x="1064291" y="3738275"/>
              <a:ext cx="136293" cy="51840"/>
            </a:xfrm>
            <a:custGeom>
              <a:rect b="b" l="l" r="r" t="t"/>
              <a:pathLst>
                <a:path extrusionOk="0" h="1979" w="5203">
                  <a:moveTo>
                    <a:pt x="4918" y="1"/>
                  </a:moveTo>
                  <a:lnTo>
                    <a:pt x="4918" y="1"/>
                  </a:lnTo>
                  <a:cubicBezTo>
                    <a:pt x="4706" y="1060"/>
                    <a:pt x="3612" y="1204"/>
                    <a:pt x="3612" y="1204"/>
                  </a:cubicBezTo>
                  <a:lnTo>
                    <a:pt x="1" y="1204"/>
                  </a:lnTo>
                  <a:lnTo>
                    <a:pt x="1" y="1978"/>
                  </a:lnTo>
                  <a:lnTo>
                    <a:pt x="3616" y="1978"/>
                  </a:lnTo>
                  <a:cubicBezTo>
                    <a:pt x="3616" y="1978"/>
                    <a:pt x="5202" y="1769"/>
                    <a:pt x="4918"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9"/>
            <p:cNvSpPr/>
            <p:nvPr/>
          </p:nvSpPr>
          <p:spPr>
            <a:xfrm>
              <a:off x="884672" y="3845989"/>
              <a:ext cx="316802" cy="183706"/>
            </a:xfrm>
            <a:custGeom>
              <a:rect b="b" l="l" r="r" t="t"/>
              <a:pathLst>
                <a:path extrusionOk="0" h="7013" w="12094">
                  <a:moveTo>
                    <a:pt x="1" y="1"/>
                  </a:moveTo>
                  <a:lnTo>
                    <a:pt x="1" y="6293"/>
                  </a:lnTo>
                  <a:cubicBezTo>
                    <a:pt x="1" y="6690"/>
                    <a:pt x="323" y="7012"/>
                    <a:pt x="720" y="7012"/>
                  </a:cubicBezTo>
                  <a:lnTo>
                    <a:pt x="11374" y="7012"/>
                  </a:lnTo>
                  <a:cubicBezTo>
                    <a:pt x="11772" y="7012"/>
                    <a:pt x="12094" y="6690"/>
                    <a:pt x="12094" y="6293"/>
                  </a:cubicBezTo>
                  <a:lnTo>
                    <a:pt x="12094"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9"/>
            <p:cNvSpPr/>
            <p:nvPr/>
          </p:nvSpPr>
          <p:spPr>
            <a:xfrm>
              <a:off x="884672" y="3845989"/>
              <a:ext cx="316802" cy="20327"/>
            </a:xfrm>
            <a:custGeom>
              <a:rect b="b" l="l" r="r" t="t"/>
              <a:pathLst>
                <a:path extrusionOk="0" h="776" w="12094">
                  <a:moveTo>
                    <a:pt x="1" y="1"/>
                  </a:moveTo>
                  <a:lnTo>
                    <a:pt x="1" y="775"/>
                  </a:lnTo>
                  <a:lnTo>
                    <a:pt x="12094" y="775"/>
                  </a:lnTo>
                  <a:lnTo>
                    <a:pt x="12094" y="1"/>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9"/>
            <p:cNvSpPr/>
            <p:nvPr/>
          </p:nvSpPr>
          <p:spPr>
            <a:xfrm>
              <a:off x="856041" y="3790089"/>
              <a:ext cx="374065" cy="55926"/>
            </a:xfrm>
            <a:custGeom>
              <a:rect b="b" l="l" r="r" t="t"/>
              <a:pathLst>
                <a:path extrusionOk="0" h="2135" w="14280">
                  <a:moveTo>
                    <a:pt x="0" y="0"/>
                  </a:moveTo>
                  <a:lnTo>
                    <a:pt x="0" y="2135"/>
                  </a:lnTo>
                  <a:lnTo>
                    <a:pt x="14280" y="2135"/>
                  </a:lnTo>
                  <a:lnTo>
                    <a:pt x="142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9"/>
            <p:cNvSpPr/>
            <p:nvPr/>
          </p:nvSpPr>
          <p:spPr>
            <a:xfrm>
              <a:off x="856041" y="3825635"/>
              <a:ext cx="374065" cy="20380"/>
            </a:xfrm>
            <a:custGeom>
              <a:rect b="b" l="l" r="r" t="t"/>
              <a:pathLst>
                <a:path extrusionOk="0" h="778" w="14280">
                  <a:moveTo>
                    <a:pt x="0" y="0"/>
                  </a:moveTo>
                  <a:lnTo>
                    <a:pt x="0" y="778"/>
                  </a:lnTo>
                  <a:lnTo>
                    <a:pt x="14280" y="778"/>
                  </a:lnTo>
                  <a:lnTo>
                    <a:pt x="1428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9"/>
            <p:cNvSpPr/>
            <p:nvPr/>
          </p:nvSpPr>
          <p:spPr>
            <a:xfrm>
              <a:off x="1015097" y="3790089"/>
              <a:ext cx="55953" cy="239606"/>
            </a:xfrm>
            <a:custGeom>
              <a:rect b="b" l="l" r="r" t="t"/>
              <a:pathLst>
                <a:path extrusionOk="0" h="9147" w="2136">
                  <a:moveTo>
                    <a:pt x="1" y="0"/>
                  </a:moveTo>
                  <a:lnTo>
                    <a:pt x="1" y="9146"/>
                  </a:lnTo>
                  <a:lnTo>
                    <a:pt x="2136" y="9146"/>
                  </a:lnTo>
                  <a:lnTo>
                    <a:pt x="2136" y="0"/>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9"/>
            <p:cNvSpPr/>
            <p:nvPr/>
          </p:nvSpPr>
          <p:spPr>
            <a:xfrm>
              <a:off x="1050644" y="3790089"/>
              <a:ext cx="20406" cy="239606"/>
            </a:xfrm>
            <a:custGeom>
              <a:rect b="b" l="l" r="r" t="t"/>
              <a:pathLst>
                <a:path extrusionOk="0" h="9147" w="779">
                  <a:moveTo>
                    <a:pt x="1" y="0"/>
                  </a:moveTo>
                  <a:lnTo>
                    <a:pt x="1" y="9146"/>
                  </a:lnTo>
                  <a:lnTo>
                    <a:pt x="779" y="9146"/>
                  </a:lnTo>
                  <a:lnTo>
                    <a:pt x="779"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9"/>
            <p:cNvSpPr/>
            <p:nvPr/>
          </p:nvSpPr>
          <p:spPr>
            <a:xfrm>
              <a:off x="850462" y="3680227"/>
              <a:ext cx="385302" cy="355126"/>
            </a:xfrm>
            <a:custGeom>
              <a:rect b="b" l="l" r="r" t="t"/>
              <a:pathLst>
                <a:path extrusionOk="0" h="13557" w="14709">
                  <a:moveTo>
                    <a:pt x="7948" y="2789"/>
                  </a:moveTo>
                  <a:lnTo>
                    <a:pt x="7948" y="3978"/>
                  </a:lnTo>
                  <a:lnTo>
                    <a:pt x="6759" y="3978"/>
                  </a:lnTo>
                  <a:lnTo>
                    <a:pt x="6759" y="2789"/>
                  </a:lnTo>
                  <a:close/>
                  <a:moveTo>
                    <a:pt x="11498" y="432"/>
                  </a:moveTo>
                  <a:cubicBezTo>
                    <a:pt x="11548" y="432"/>
                    <a:pt x="11597" y="435"/>
                    <a:pt x="11645" y="442"/>
                  </a:cubicBezTo>
                  <a:cubicBezTo>
                    <a:pt x="12053" y="497"/>
                    <a:pt x="12365" y="798"/>
                    <a:pt x="12601" y="1364"/>
                  </a:cubicBezTo>
                  <a:cubicBezTo>
                    <a:pt x="12951" y="2207"/>
                    <a:pt x="12995" y="2868"/>
                    <a:pt x="12728" y="3334"/>
                  </a:cubicBezTo>
                  <a:cubicBezTo>
                    <a:pt x="12440" y="3841"/>
                    <a:pt x="11851" y="3964"/>
                    <a:pt x="11762" y="3978"/>
                  </a:cubicBezTo>
                  <a:lnTo>
                    <a:pt x="8383" y="3978"/>
                  </a:lnTo>
                  <a:lnTo>
                    <a:pt x="8383" y="2649"/>
                  </a:lnTo>
                  <a:cubicBezTo>
                    <a:pt x="8729" y="2231"/>
                    <a:pt x="9102" y="1840"/>
                    <a:pt x="9507" y="1480"/>
                  </a:cubicBezTo>
                  <a:cubicBezTo>
                    <a:pt x="10286" y="792"/>
                    <a:pt x="10968" y="432"/>
                    <a:pt x="11498" y="432"/>
                  </a:cubicBezTo>
                  <a:close/>
                  <a:moveTo>
                    <a:pt x="6070" y="4413"/>
                  </a:moveTo>
                  <a:lnTo>
                    <a:pt x="6070" y="6113"/>
                  </a:lnTo>
                  <a:lnTo>
                    <a:pt x="429" y="6113"/>
                  </a:lnTo>
                  <a:lnTo>
                    <a:pt x="429" y="4413"/>
                  </a:lnTo>
                  <a:close/>
                  <a:moveTo>
                    <a:pt x="8205" y="4413"/>
                  </a:moveTo>
                  <a:lnTo>
                    <a:pt x="8205" y="13124"/>
                  </a:lnTo>
                  <a:lnTo>
                    <a:pt x="6502" y="13124"/>
                  </a:lnTo>
                  <a:lnTo>
                    <a:pt x="6502" y="4413"/>
                  </a:lnTo>
                  <a:close/>
                  <a:moveTo>
                    <a:pt x="14277" y="4413"/>
                  </a:moveTo>
                  <a:lnTo>
                    <a:pt x="14277" y="6113"/>
                  </a:lnTo>
                  <a:lnTo>
                    <a:pt x="11978" y="6113"/>
                  </a:lnTo>
                  <a:cubicBezTo>
                    <a:pt x="11690" y="6113"/>
                    <a:pt x="11690" y="6545"/>
                    <a:pt x="11978" y="6545"/>
                  </a:cubicBezTo>
                  <a:lnTo>
                    <a:pt x="13184" y="6545"/>
                  </a:lnTo>
                  <a:lnTo>
                    <a:pt x="13184" y="12621"/>
                  </a:lnTo>
                  <a:cubicBezTo>
                    <a:pt x="13184" y="12898"/>
                    <a:pt x="12958" y="13124"/>
                    <a:pt x="12680" y="13124"/>
                  </a:cubicBezTo>
                  <a:lnTo>
                    <a:pt x="8636" y="13124"/>
                  </a:lnTo>
                  <a:lnTo>
                    <a:pt x="8636" y="6545"/>
                  </a:lnTo>
                  <a:lnTo>
                    <a:pt x="11114" y="6545"/>
                  </a:lnTo>
                  <a:cubicBezTo>
                    <a:pt x="11234" y="6545"/>
                    <a:pt x="11330" y="6449"/>
                    <a:pt x="11330" y="6329"/>
                  </a:cubicBezTo>
                  <a:cubicBezTo>
                    <a:pt x="11330" y="6209"/>
                    <a:pt x="11234" y="6113"/>
                    <a:pt x="11114" y="6113"/>
                  </a:cubicBezTo>
                  <a:lnTo>
                    <a:pt x="8636" y="6113"/>
                  </a:lnTo>
                  <a:lnTo>
                    <a:pt x="8636" y="4413"/>
                  </a:lnTo>
                  <a:close/>
                  <a:moveTo>
                    <a:pt x="11504" y="0"/>
                  </a:moveTo>
                  <a:cubicBezTo>
                    <a:pt x="10086" y="0"/>
                    <a:pt x="8417" y="1925"/>
                    <a:pt x="8061" y="2357"/>
                  </a:cubicBezTo>
                  <a:lnTo>
                    <a:pt x="6645" y="2357"/>
                  </a:lnTo>
                  <a:cubicBezTo>
                    <a:pt x="6436" y="2104"/>
                    <a:pt x="5768" y="1329"/>
                    <a:pt x="4966" y="736"/>
                  </a:cubicBezTo>
                  <a:cubicBezTo>
                    <a:pt x="4923" y="704"/>
                    <a:pt x="4878" y="690"/>
                    <a:pt x="4836" y="690"/>
                  </a:cubicBezTo>
                  <a:cubicBezTo>
                    <a:pt x="4657" y="690"/>
                    <a:pt x="4523" y="944"/>
                    <a:pt x="4709" y="1083"/>
                  </a:cubicBezTo>
                  <a:cubicBezTo>
                    <a:pt x="5484" y="1658"/>
                    <a:pt x="6149" y="2436"/>
                    <a:pt x="6327" y="2652"/>
                  </a:cubicBezTo>
                  <a:lnTo>
                    <a:pt x="6327" y="3982"/>
                  </a:lnTo>
                  <a:lnTo>
                    <a:pt x="2945" y="3982"/>
                  </a:lnTo>
                  <a:cubicBezTo>
                    <a:pt x="2855" y="3964"/>
                    <a:pt x="2269" y="3845"/>
                    <a:pt x="1978" y="3337"/>
                  </a:cubicBezTo>
                  <a:cubicBezTo>
                    <a:pt x="1711" y="2871"/>
                    <a:pt x="1755" y="2207"/>
                    <a:pt x="2105" y="1367"/>
                  </a:cubicBezTo>
                  <a:cubicBezTo>
                    <a:pt x="2297" y="911"/>
                    <a:pt x="2544" y="620"/>
                    <a:pt x="2849" y="500"/>
                  </a:cubicBezTo>
                  <a:cubicBezTo>
                    <a:pt x="2960" y="456"/>
                    <a:pt x="3081" y="434"/>
                    <a:pt x="3210" y="434"/>
                  </a:cubicBezTo>
                  <a:cubicBezTo>
                    <a:pt x="3431" y="434"/>
                    <a:pt x="3677" y="497"/>
                    <a:pt x="3949" y="620"/>
                  </a:cubicBezTo>
                  <a:cubicBezTo>
                    <a:pt x="3982" y="635"/>
                    <a:pt x="4015" y="642"/>
                    <a:pt x="4045" y="642"/>
                  </a:cubicBezTo>
                  <a:cubicBezTo>
                    <a:pt x="4248" y="642"/>
                    <a:pt x="4353" y="330"/>
                    <a:pt x="4127" y="226"/>
                  </a:cubicBezTo>
                  <a:cubicBezTo>
                    <a:pt x="3800" y="77"/>
                    <a:pt x="3495" y="3"/>
                    <a:pt x="3214" y="3"/>
                  </a:cubicBezTo>
                  <a:cubicBezTo>
                    <a:pt x="3029" y="3"/>
                    <a:pt x="2854" y="35"/>
                    <a:pt x="2691" y="99"/>
                  </a:cubicBezTo>
                  <a:cubicBezTo>
                    <a:pt x="2280" y="260"/>
                    <a:pt x="1944" y="634"/>
                    <a:pt x="1707" y="1199"/>
                  </a:cubicBezTo>
                  <a:cubicBezTo>
                    <a:pt x="1303" y="2176"/>
                    <a:pt x="1269" y="2971"/>
                    <a:pt x="1608" y="3557"/>
                  </a:cubicBezTo>
                  <a:cubicBezTo>
                    <a:pt x="1701" y="3718"/>
                    <a:pt x="1821" y="3862"/>
                    <a:pt x="1964" y="3982"/>
                  </a:cubicBezTo>
                  <a:lnTo>
                    <a:pt x="213" y="3982"/>
                  </a:lnTo>
                  <a:cubicBezTo>
                    <a:pt x="97" y="3982"/>
                    <a:pt x="1" y="4078"/>
                    <a:pt x="1" y="4197"/>
                  </a:cubicBezTo>
                  <a:lnTo>
                    <a:pt x="1" y="6329"/>
                  </a:lnTo>
                  <a:cubicBezTo>
                    <a:pt x="1" y="6445"/>
                    <a:pt x="97" y="6541"/>
                    <a:pt x="213" y="6541"/>
                  </a:cubicBezTo>
                  <a:lnTo>
                    <a:pt x="1091" y="6541"/>
                  </a:lnTo>
                  <a:lnTo>
                    <a:pt x="1091" y="12617"/>
                  </a:lnTo>
                  <a:cubicBezTo>
                    <a:pt x="1091" y="13135"/>
                    <a:pt x="1509" y="13556"/>
                    <a:pt x="2026" y="13556"/>
                  </a:cubicBezTo>
                  <a:lnTo>
                    <a:pt x="3496" y="13556"/>
                  </a:lnTo>
                  <a:cubicBezTo>
                    <a:pt x="3616" y="13556"/>
                    <a:pt x="3712" y="13460"/>
                    <a:pt x="3712" y="13340"/>
                  </a:cubicBezTo>
                  <a:cubicBezTo>
                    <a:pt x="3712" y="13220"/>
                    <a:pt x="3616" y="13124"/>
                    <a:pt x="3496" y="13124"/>
                  </a:cubicBezTo>
                  <a:lnTo>
                    <a:pt x="2026" y="13124"/>
                  </a:lnTo>
                  <a:cubicBezTo>
                    <a:pt x="1749" y="13124"/>
                    <a:pt x="1522" y="12898"/>
                    <a:pt x="1522" y="12617"/>
                  </a:cubicBezTo>
                  <a:lnTo>
                    <a:pt x="1522" y="6545"/>
                  </a:lnTo>
                  <a:lnTo>
                    <a:pt x="6070" y="6545"/>
                  </a:lnTo>
                  <a:lnTo>
                    <a:pt x="6070" y="13124"/>
                  </a:lnTo>
                  <a:lnTo>
                    <a:pt x="4360" y="13124"/>
                  </a:lnTo>
                  <a:cubicBezTo>
                    <a:pt x="4072" y="13124"/>
                    <a:pt x="4072" y="13556"/>
                    <a:pt x="4360" y="13556"/>
                  </a:cubicBezTo>
                  <a:lnTo>
                    <a:pt x="12680" y="13556"/>
                  </a:lnTo>
                  <a:cubicBezTo>
                    <a:pt x="13197" y="13556"/>
                    <a:pt x="13616" y="13138"/>
                    <a:pt x="13616" y="12617"/>
                  </a:cubicBezTo>
                  <a:lnTo>
                    <a:pt x="13616" y="6545"/>
                  </a:lnTo>
                  <a:lnTo>
                    <a:pt x="14493" y="6545"/>
                  </a:lnTo>
                  <a:cubicBezTo>
                    <a:pt x="14609" y="6545"/>
                    <a:pt x="14705" y="6449"/>
                    <a:pt x="14705" y="6329"/>
                  </a:cubicBezTo>
                  <a:lnTo>
                    <a:pt x="14705" y="4197"/>
                  </a:lnTo>
                  <a:cubicBezTo>
                    <a:pt x="14709" y="4080"/>
                    <a:pt x="14616" y="3982"/>
                    <a:pt x="14499" y="3982"/>
                  </a:cubicBezTo>
                  <a:cubicBezTo>
                    <a:pt x="14497" y="3982"/>
                    <a:pt x="14495" y="3982"/>
                    <a:pt x="14493" y="3982"/>
                  </a:cubicBezTo>
                  <a:lnTo>
                    <a:pt x="12742" y="3982"/>
                  </a:lnTo>
                  <a:cubicBezTo>
                    <a:pt x="12886" y="3858"/>
                    <a:pt x="13006" y="3714"/>
                    <a:pt x="13098" y="3553"/>
                  </a:cubicBezTo>
                  <a:cubicBezTo>
                    <a:pt x="13437" y="2967"/>
                    <a:pt x="13403" y="2172"/>
                    <a:pt x="12999" y="1199"/>
                  </a:cubicBezTo>
                  <a:cubicBezTo>
                    <a:pt x="12704" y="493"/>
                    <a:pt x="12272" y="92"/>
                    <a:pt x="11703" y="13"/>
                  </a:cubicBezTo>
                  <a:cubicBezTo>
                    <a:pt x="11638" y="4"/>
                    <a:pt x="11571" y="0"/>
                    <a:pt x="11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79"/>
          <p:cNvGrpSpPr/>
          <p:nvPr/>
        </p:nvGrpSpPr>
        <p:grpSpPr>
          <a:xfrm>
            <a:off x="1374886" y="3665217"/>
            <a:ext cx="418151" cy="385197"/>
            <a:chOff x="1374886" y="3665217"/>
            <a:chExt cx="418151" cy="385197"/>
          </a:xfrm>
        </p:grpSpPr>
        <p:sp>
          <p:nvSpPr>
            <p:cNvPr id="8024" name="Google Shape;8024;p79"/>
            <p:cNvSpPr/>
            <p:nvPr/>
          </p:nvSpPr>
          <p:spPr>
            <a:xfrm>
              <a:off x="1399561" y="3670770"/>
              <a:ext cx="374091" cy="373986"/>
            </a:xfrm>
            <a:custGeom>
              <a:rect b="b" l="l" r="r" t="t"/>
              <a:pathLst>
                <a:path extrusionOk="0" h="14277" w="14281">
                  <a:moveTo>
                    <a:pt x="7139" y="1"/>
                  </a:moveTo>
                  <a:cubicBezTo>
                    <a:pt x="3198" y="1"/>
                    <a:pt x="1" y="3198"/>
                    <a:pt x="1" y="7139"/>
                  </a:cubicBezTo>
                  <a:cubicBezTo>
                    <a:pt x="1" y="11083"/>
                    <a:pt x="3198" y="14277"/>
                    <a:pt x="7139" y="14277"/>
                  </a:cubicBezTo>
                  <a:cubicBezTo>
                    <a:pt x="11083" y="14277"/>
                    <a:pt x="14280" y="11083"/>
                    <a:pt x="14280" y="7139"/>
                  </a:cubicBezTo>
                  <a:cubicBezTo>
                    <a:pt x="14280"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9"/>
            <p:cNvSpPr/>
            <p:nvPr/>
          </p:nvSpPr>
          <p:spPr>
            <a:xfrm>
              <a:off x="150819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4" y="1611"/>
                    <a:pt x="1151" y="1354"/>
                    <a:pt x="1151" y="1035"/>
                  </a:cubicBezTo>
                  <a:lnTo>
                    <a:pt x="1151" y="576"/>
                  </a:lnTo>
                  <a:cubicBezTo>
                    <a:pt x="1151" y="257"/>
                    <a:pt x="894"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9"/>
            <p:cNvSpPr/>
            <p:nvPr/>
          </p:nvSpPr>
          <p:spPr>
            <a:xfrm>
              <a:off x="1520215" y="3815524"/>
              <a:ext cx="18153" cy="30229"/>
            </a:xfrm>
            <a:custGeom>
              <a:rect b="b" l="l" r="r" t="t"/>
              <a:pathLst>
                <a:path extrusionOk="0" h="1154" w="693">
                  <a:moveTo>
                    <a:pt x="116" y="1"/>
                  </a:moveTo>
                  <a:cubicBezTo>
                    <a:pt x="78" y="1"/>
                    <a:pt x="39" y="5"/>
                    <a:pt x="0" y="13"/>
                  </a:cubicBezTo>
                  <a:lnTo>
                    <a:pt x="0" y="461"/>
                  </a:lnTo>
                  <a:cubicBezTo>
                    <a:pt x="0" y="842"/>
                    <a:pt x="309" y="1154"/>
                    <a:pt x="692" y="1154"/>
                  </a:cubicBezTo>
                  <a:lnTo>
                    <a:pt x="692" y="578"/>
                  </a:lnTo>
                  <a:cubicBezTo>
                    <a:pt x="692"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9"/>
            <p:cNvSpPr/>
            <p:nvPr/>
          </p:nvSpPr>
          <p:spPr>
            <a:xfrm>
              <a:off x="1375855" y="3712709"/>
              <a:ext cx="355859" cy="332153"/>
            </a:xfrm>
            <a:custGeom>
              <a:rect b="b" l="l" r="r" t="t"/>
              <a:pathLst>
                <a:path extrusionOk="0" h="12680" w="13585">
                  <a:moveTo>
                    <a:pt x="3541" y="0"/>
                  </a:moveTo>
                  <a:lnTo>
                    <a:pt x="3541" y="0"/>
                  </a:lnTo>
                  <a:cubicBezTo>
                    <a:pt x="255" y="2670"/>
                    <a:pt x="1" y="7594"/>
                    <a:pt x="2993" y="10589"/>
                  </a:cubicBezTo>
                  <a:cubicBezTo>
                    <a:pt x="4394" y="11991"/>
                    <a:pt x="6219" y="12680"/>
                    <a:pt x="8038" y="12680"/>
                  </a:cubicBezTo>
                  <a:cubicBezTo>
                    <a:pt x="10105" y="12680"/>
                    <a:pt x="12165" y="11789"/>
                    <a:pt x="13585" y="10041"/>
                  </a:cubicBezTo>
                  <a:lnTo>
                    <a:pt x="13585" y="10041"/>
                  </a:lnTo>
                  <a:cubicBezTo>
                    <a:pt x="12317" y="11076"/>
                    <a:pt x="10730" y="11641"/>
                    <a:pt x="9097" y="11641"/>
                  </a:cubicBezTo>
                  <a:cubicBezTo>
                    <a:pt x="9092" y="11641"/>
                    <a:pt x="9087" y="11641"/>
                    <a:pt x="9082" y="11641"/>
                  </a:cubicBezTo>
                  <a:cubicBezTo>
                    <a:pt x="6327" y="11641"/>
                    <a:pt x="3818" y="10058"/>
                    <a:pt x="2633" y="7570"/>
                  </a:cubicBezTo>
                  <a:cubicBezTo>
                    <a:pt x="1450" y="5082"/>
                    <a:pt x="1803" y="2135"/>
                    <a:pt x="3541"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9"/>
            <p:cNvSpPr/>
            <p:nvPr/>
          </p:nvSpPr>
          <p:spPr>
            <a:xfrm>
              <a:off x="1634923" y="3815576"/>
              <a:ext cx="30203" cy="42200"/>
            </a:xfrm>
            <a:custGeom>
              <a:rect b="b" l="l" r="r" t="t"/>
              <a:pathLst>
                <a:path extrusionOk="0" h="1611" w="1153">
                  <a:moveTo>
                    <a:pt x="576" y="0"/>
                  </a:moveTo>
                  <a:cubicBezTo>
                    <a:pt x="258" y="0"/>
                    <a:pt x="1" y="257"/>
                    <a:pt x="1" y="576"/>
                  </a:cubicBezTo>
                  <a:lnTo>
                    <a:pt x="1" y="1035"/>
                  </a:lnTo>
                  <a:cubicBezTo>
                    <a:pt x="1" y="1354"/>
                    <a:pt x="254" y="1611"/>
                    <a:pt x="573" y="1611"/>
                  </a:cubicBezTo>
                  <a:cubicBezTo>
                    <a:pt x="892" y="1611"/>
                    <a:pt x="1149" y="1354"/>
                    <a:pt x="1152" y="1035"/>
                  </a:cubicBezTo>
                  <a:lnTo>
                    <a:pt x="1152" y="576"/>
                  </a:lnTo>
                  <a:cubicBezTo>
                    <a:pt x="1152" y="257"/>
                    <a:pt x="892"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9"/>
            <p:cNvSpPr/>
            <p:nvPr/>
          </p:nvSpPr>
          <p:spPr>
            <a:xfrm>
              <a:off x="1646868" y="3815524"/>
              <a:ext cx="18153" cy="30229"/>
            </a:xfrm>
            <a:custGeom>
              <a:rect b="b" l="l" r="r" t="t"/>
              <a:pathLst>
                <a:path extrusionOk="0" h="1154" w="693">
                  <a:moveTo>
                    <a:pt x="117" y="1"/>
                  </a:moveTo>
                  <a:cubicBezTo>
                    <a:pt x="79" y="1"/>
                    <a:pt x="40" y="5"/>
                    <a:pt x="0" y="13"/>
                  </a:cubicBezTo>
                  <a:lnTo>
                    <a:pt x="0" y="461"/>
                  </a:lnTo>
                  <a:cubicBezTo>
                    <a:pt x="0" y="842"/>
                    <a:pt x="312" y="1154"/>
                    <a:pt x="693" y="1154"/>
                  </a:cubicBezTo>
                  <a:lnTo>
                    <a:pt x="693" y="578"/>
                  </a:lnTo>
                  <a:cubicBezTo>
                    <a:pt x="693" y="251"/>
                    <a:pt x="429"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9"/>
            <p:cNvSpPr/>
            <p:nvPr/>
          </p:nvSpPr>
          <p:spPr>
            <a:xfrm>
              <a:off x="1502534" y="3809918"/>
              <a:ext cx="41388" cy="53516"/>
            </a:xfrm>
            <a:custGeom>
              <a:rect b="b" l="l" r="r" t="t"/>
              <a:pathLst>
                <a:path extrusionOk="0" h="2043" w="1580">
                  <a:moveTo>
                    <a:pt x="792" y="0"/>
                  </a:moveTo>
                  <a:cubicBezTo>
                    <a:pt x="353" y="0"/>
                    <a:pt x="0" y="353"/>
                    <a:pt x="0" y="792"/>
                  </a:cubicBezTo>
                  <a:lnTo>
                    <a:pt x="0" y="1251"/>
                  </a:lnTo>
                  <a:cubicBezTo>
                    <a:pt x="0" y="1690"/>
                    <a:pt x="353" y="2043"/>
                    <a:pt x="788"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87" y="1611"/>
                    <a:pt x="788" y="1611"/>
                  </a:cubicBezTo>
                  <a:cubicBezTo>
                    <a:pt x="590" y="1611"/>
                    <a:pt x="428" y="1450"/>
                    <a:pt x="428" y="1251"/>
                  </a:cubicBezTo>
                  <a:lnTo>
                    <a:pt x="428" y="792"/>
                  </a:lnTo>
                  <a:cubicBezTo>
                    <a:pt x="428"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9"/>
            <p:cNvSpPr/>
            <p:nvPr/>
          </p:nvSpPr>
          <p:spPr>
            <a:xfrm>
              <a:off x="1629187" y="3809918"/>
              <a:ext cx="41493" cy="53516"/>
            </a:xfrm>
            <a:custGeom>
              <a:rect b="b" l="l" r="r" t="t"/>
              <a:pathLst>
                <a:path extrusionOk="0" h="2043" w="1584">
                  <a:moveTo>
                    <a:pt x="792" y="0"/>
                  </a:moveTo>
                  <a:cubicBezTo>
                    <a:pt x="357" y="0"/>
                    <a:pt x="0" y="353"/>
                    <a:pt x="0" y="792"/>
                  </a:cubicBezTo>
                  <a:lnTo>
                    <a:pt x="0" y="1251"/>
                  </a:lnTo>
                  <a:cubicBezTo>
                    <a:pt x="0" y="1690"/>
                    <a:pt x="353"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9"/>
            <p:cNvSpPr/>
            <p:nvPr/>
          </p:nvSpPr>
          <p:spPr>
            <a:xfrm>
              <a:off x="1518225" y="3912367"/>
              <a:ext cx="136686" cy="35547"/>
            </a:xfrm>
            <a:custGeom>
              <a:rect b="b" l="l" r="r" t="t"/>
              <a:pathLst>
                <a:path extrusionOk="0" h="1357" w="5218">
                  <a:moveTo>
                    <a:pt x="310" y="1"/>
                  </a:moveTo>
                  <a:cubicBezTo>
                    <a:pt x="146" y="1"/>
                    <a:pt x="1" y="206"/>
                    <a:pt x="148" y="366"/>
                  </a:cubicBezTo>
                  <a:cubicBezTo>
                    <a:pt x="717" y="986"/>
                    <a:pt x="1639" y="1356"/>
                    <a:pt x="2609" y="1356"/>
                  </a:cubicBezTo>
                  <a:cubicBezTo>
                    <a:pt x="3582" y="1356"/>
                    <a:pt x="4500" y="986"/>
                    <a:pt x="5072" y="366"/>
                  </a:cubicBezTo>
                  <a:cubicBezTo>
                    <a:pt x="5217" y="206"/>
                    <a:pt x="5073" y="1"/>
                    <a:pt x="4910" y="1"/>
                  </a:cubicBezTo>
                  <a:cubicBezTo>
                    <a:pt x="4857" y="1"/>
                    <a:pt x="4802" y="23"/>
                    <a:pt x="4754" y="75"/>
                  </a:cubicBezTo>
                  <a:cubicBezTo>
                    <a:pt x="4264" y="606"/>
                    <a:pt x="3462" y="925"/>
                    <a:pt x="2609" y="925"/>
                  </a:cubicBezTo>
                  <a:cubicBezTo>
                    <a:pt x="1759" y="925"/>
                    <a:pt x="957" y="606"/>
                    <a:pt x="467" y="75"/>
                  </a:cubicBezTo>
                  <a:cubicBezTo>
                    <a:pt x="419" y="23"/>
                    <a:pt x="363"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9"/>
            <p:cNvSpPr/>
            <p:nvPr/>
          </p:nvSpPr>
          <p:spPr>
            <a:xfrm>
              <a:off x="1374886" y="3665217"/>
              <a:ext cx="343312" cy="321727"/>
            </a:xfrm>
            <a:custGeom>
              <a:rect b="b" l="l" r="r" t="t"/>
              <a:pathLst>
                <a:path extrusionOk="0" h="12282" w="13106">
                  <a:moveTo>
                    <a:pt x="8089" y="1"/>
                  </a:moveTo>
                  <a:cubicBezTo>
                    <a:pt x="6201" y="1"/>
                    <a:pt x="4317" y="724"/>
                    <a:pt x="2886" y="2156"/>
                  </a:cubicBezTo>
                  <a:cubicBezTo>
                    <a:pt x="144" y="4894"/>
                    <a:pt x="0" y="9294"/>
                    <a:pt x="2560" y="12207"/>
                  </a:cubicBezTo>
                  <a:cubicBezTo>
                    <a:pt x="2607" y="12260"/>
                    <a:pt x="2662" y="12282"/>
                    <a:pt x="2716" y="12282"/>
                  </a:cubicBezTo>
                  <a:cubicBezTo>
                    <a:pt x="2877" y="12282"/>
                    <a:pt x="3024" y="12081"/>
                    <a:pt x="2882" y="11919"/>
                  </a:cubicBezTo>
                  <a:cubicBezTo>
                    <a:pt x="1720" y="10603"/>
                    <a:pt x="1107" y="8896"/>
                    <a:pt x="1162" y="7142"/>
                  </a:cubicBezTo>
                  <a:cubicBezTo>
                    <a:pt x="1241" y="4462"/>
                    <a:pt x="2862" y="2070"/>
                    <a:pt x="5322" y="1001"/>
                  </a:cubicBezTo>
                  <a:cubicBezTo>
                    <a:pt x="6209" y="615"/>
                    <a:pt x="7148" y="427"/>
                    <a:pt x="8080" y="427"/>
                  </a:cubicBezTo>
                  <a:cubicBezTo>
                    <a:pt x="9732" y="427"/>
                    <a:pt x="11364" y="1018"/>
                    <a:pt x="12652" y="2149"/>
                  </a:cubicBezTo>
                  <a:cubicBezTo>
                    <a:pt x="12699" y="2190"/>
                    <a:pt x="12748" y="2208"/>
                    <a:pt x="12796" y="2208"/>
                  </a:cubicBezTo>
                  <a:cubicBezTo>
                    <a:pt x="12967" y="2208"/>
                    <a:pt x="13106" y="1977"/>
                    <a:pt x="12936" y="1827"/>
                  </a:cubicBezTo>
                  <a:cubicBezTo>
                    <a:pt x="11545" y="606"/>
                    <a:pt x="9815"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9"/>
            <p:cNvSpPr/>
            <p:nvPr/>
          </p:nvSpPr>
          <p:spPr>
            <a:xfrm>
              <a:off x="1454990" y="3728635"/>
              <a:ext cx="338046" cy="321779"/>
            </a:xfrm>
            <a:custGeom>
              <a:rect b="b" l="l" r="r" t="t"/>
              <a:pathLst>
                <a:path extrusionOk="0" h="12284" w="12905">
                  <a:moveTo>
                    <a:pt x="10391" y="1"/>
                  </a:moveTo>
                  <a:cubicBezTo>
                    <a:pt x="10228" y="1"/>
                    <a:pt x="10083" y="200"/>
                    <a:pt x="10224" y="362"/>
                  </a:cubicBezTo>
                  <a:cubicBezTo>
                    <a:pt x="12637" y="3103"/>
                    <a:pt x="12503" y="7246"/>
                    <a:pt x="9920" y="9827"/>
                  </a:cubicBezTo>
                  <a:cubicBezTo>
                    <a:pt x="8573" y="11174"/>
                    <a:pt x="6800" y="11854"/>
                    <a:pt x="5023" y="11854"/>
                  </a:cubicBezTo>
                  <a:cubicBezTo>
                    <a:pt x="3396" y="11854"/>
                    <a:pt x="1765" y="11283"/>
                    <a:pt x="455" y="10132"/>
                  </a:cubicBezTo>
                  <a:cubicBezTo>
                    <a:pt x="408" y="10091"/>
                    <a:pt x="359" y="10073"/>
                    <a:pt x="312" y="10073"/>
                  </a:cubicBezTo>
                  <a:cubicBezTo>
                    <a:pt x="140" y="10073"/>
                    <a:pt x="1" y="10306"/>
                    <a:pt x="170" y="10454"/>
                  </a:cubicBezTo>
                  <a:cubicBezTo>
                    <a:pt x="1507" y="11633"/>
                    <a:pt x="3228" y="12284"/>
                    <a:pt x="5009" y="12284"/>
                  </a:cubicBezTo>
                  <a:cubicBezTo>
                    <a:pt x="5013" y="12284"/>
                    <a:pt x="5018" y="12284"/>
                    <a:pt x="5023" y="12284"/>
                  </a:cubicBezTo>
                  <a:cubicBezTo>
                    <a:pt x="5098" y="12284"/>
                    <a:pt x="5170" y="12284"/>
                    <a:pt x="5245" y="12280"/>
                  </a:cubicBezTo>
                  <a:cubicBezTo>
                    <a:pt x="8093" y="12195"/>
                    <a:pt x="10636" y="10474"/>
                    <a:pt x="11770" y="7860"/>
                  </a:cubicBezTo>
                  <a:cubicBezTo>
                    <a:pt x="12904" y="5249"/>
                    <a:pt x="12428" y="2216"/>
                    <a:pt x="10550" y="78"/>
                  </a:cubicBezTo>
                  <a:cubicBezTo>
                    <a:pt x="10502"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79"/>
          <p:cNvGrpSpPr/>
          <p:nvPr/>
        </p:nvGrpSpPr>
        <p:grpSpPr>
          <a:xfrm>
            <a:off x="1918327" y="3665112"/>
            <a:ext cx="418151" cy="385407"/>
            <a:chOff x="1918327" y="3665112"/>
            <a:chExt cx="418151" cy="385407"/>
          </a:xfrm>
        </p:grpSpPr>
        <p:sp>
          <p:nvSpPr>
            <p:cNvPr id="8036" name="Google Shape;8036;p79"/>
            <p:cNvSpPr/>
            <p:nvPr/>
          </p:nvSpPr>
          <p:spPr>
            <a:xfrm>
              <a:off x="1943081" y="3670770"/>
              <a:ext cx="373986" cy="373986"/>
            </a:xfrm>
            <a:custGeom>
              <a:rect b="b" l="l" r="r" t="t"/>
              <a:pathLst>
                <a:path extrusionOk="0" h="14277" w="14277">
                  <a:moveTo>
                    <a:pt x="7139" y="1"/>
                  </a:moveTo>
                  <a:cubicBezTo>
                    <a:pt x="3198" y="1"/>
                    <a:pt x="1" y="3198"/>
                    <a:pt x="1" y="7139"/>
                  </a:cubicBezTo>
                  <a:cubicBezTo>
                    <a:pt x="1" y="11083"/>
                    <a:pt x="3198" y="14277"/>
                    <a:pt x="7139" y="14277"/>
                  </a:cubicBezTo>
                  <a:cubicBezTo>
                    <a:pt x="11083" y="14277"/>
                    <a:pt x="14277" y="11083"/>
                    <a:pt x="14277" y="7139"/>
                  </a:cubicBezTo>
                  <a:cubicBezTo>
                    <a:pt x="14277"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9"/>
            <p:cNvSpPr/>
            <p:nvPr/>
          </p:nvSpPr>
          <p:spPr>
            <a:xfrm>
              <a:off x="1919401" y="3712709"/>
              <a:ext cx="355833" cy="332153"/>
            </a:xfrm>
            <a:custGeom>
              <a:rect b="b" l="l" r="r" t="t"/>
              <a:pathLst>
                <a:path extrusionOk="0" h="12680" w="13584">
                  <a:moveTo>
                    <a:pt x="3540" y="0"/>
                  </a:moveTo>
                  <a:lnTo>
                    <a:pt x="3540" y="0"/>
                  </a:lnTo>
                  <a:cubicBezTo>
                    <a:pt x="254" y="2670"/>
                    <a:pt x="0" y="7594"/>
                    <a:pt x="2992" y="10589"/>
                  </a:cubicBezTo>
                  <a:cubicBezTo>
                    <a:pt x="4393" y="11991"/>
                    <a:pt x="6218" y="12680"/>
                    <a:pt x="8037" y="12680"/>
                  </a:cubicBezTo>
                  <a:cubicBezTo>
                    <a:pt x="10104" y="12680"/>
                    <a:pt x="12164" y="11789"/>
                    <a:pt x="13584" y="10041"/>
                  </a:cubicBezTo>
                  <a:lnTo>
                    <a:pt x="13584" y="10041"/>
                  </a:lnTo>
                  <a:cubicBezTo>
                    <a:pt x="12316" y="11076"/>
                    <a:pt x="10729" y="11641"/>
                    <a:pt x="9096" y="11641"/>
                  </a:cubicBezTo>
                  <a:cubicBezTo>
                    <a:pt x="9091" y="11641"/>
                    <a:pt x="9086" y="11641"/>
                    <a:pt x="9081" y="11641"/>
                  </a:cubicBezTo>
                  <a:cubicBezTo>
                    <a:pt x="6326" y="11641"/>
                    <a:pt x="3818" y="10058"/>
                    <a:pt x="2632" y="7570"/>
                  </a:cubicBezTo>
                  <a:cubicBezTo>
                    <a:pt x="1450" y="5082"/>
                    <a:pt x="1803" y="2135"/>
                    <a:pt x="3540"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9"/>
            <p:cNvSpPr/>
            <p:nvPr/>
          </p:nvSpPr>
          <p:spPr>
            <a:xfrm>
              <a:off x="2178365"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5" y="1611"/>
                    <a:pt x="1152" y="1354"/>
                    <a:pt x="1152" y="1035"/>
                  </a:cubicBezTo>
                  <a:lnTo>
                    <a:pt x="1152" y="576"/>
                  </a:lnTo>
                  <a:cubicBezTo>
                    <a:pt x="1152" y="257"/>
                    <a:pt x="895"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9"/>
            <p:cNvSpPr/>
            <p:nvPr/>
          </p:nvSpPr>
          <p:spPr>
            <a:xfrm>
              <a:off x="2190388" y="3815524"/>
              <a:ext cx="18153" cy="30229"/>
            </a:xfrm>
            <a:custGeom>
              <a:rect b="b" l="l" r="r" t="t"/>
              <a:pathLst>
                <a:path extrusionOk="0" h="1154" w="693">
                  <a:moveTo>
                    <a:pt x="116" y="1"/>
                  </a:moveTo>
                  <a:cubicBezTo>
                    <a:pt x="78" y="1"/>
                    <a:pt x="40" y="5"/>
                    <a:pt x="1" y="13"/>
                  </a:cubicBezTo>
                  <a:lnTo>
                    <a:pt x="1" y="461"/>
                  </a:lnTo>
                  <a:cubicBezTo>
                    <a:pt x="1" y="842"/>
                    <a:pt x="312"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9"/>
            <p:cNvSpPr/>
            <p:nvPr/>
          </p:nvSpPr>
          <p:spPr>
            <a:xfrm>
              <a:off x="205171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1" y="1611"/>
                    <a:pt x="1152" y="1354"/>
                    <a:pt x="1152" y="1035"/>
                  </a:cubicBezTo>
                  <a:lnTo>
                    <a:pt x="1152" y="576"/>
                  </a:lnTo>
                  <a:cubicBezTo>
                    <a:pt x="1152" y="257"/>
                    <a:pt x="891"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9"/>
            <p:cNvSpPr/>
            <p:nvPr/>
          </p:nvSpPr>
          <p:spPr>
            <a:xfrm>
              <a:off x="2063735" y="3815524"/>
              <a:ext cx="18153" cy="30229"/>
            </a:xfrm>
            <a:custGeom>
              <a:rect b="b" l="l" r="r" t="t"/>
              <a:pathLst>
                <a:path extrusionOk="0" h="1154" w="693">
                  <a:moveTo>
                    <a:pt x="116" y="1"/>
                  </a:moveTo>
                  <a:cubicBezTo>
                    <a:pt x="78" y="1"/>
                    <a:pt x="39" y="5"/>
                    <a:pt x="0" y="13"/>
                  </a:cubicBezTo>
                  <a:lnTo>
                    <a:pt x="0" y="461"/>
                  </a:lnTo>
                  <a:cubicBezTo>
                    <a:pt x="0" y="842"/>
                    <a:pt x="309"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9"/>
            <p:cNvSpPr/>
            <p:nvPr/>
          </p:nvSpPr>
          <p:spPr>
            <a:xfrm>
              <a:off x="2046054" y="3809918"/>
              <a:ext cx="41414" cy="53516"/>
            </a:xfrm>
            <a:custGeom>
              <a:rect b="b" l="l" r="r" t="t"/>
              <a:pathLst>
                <a:path extrusionOk="0" h="2043" w="1581">
                  <a:moveTo>
                    <a:pt x="792" y="0"/>
                  </a:moveTo>
                  <a:cubicBezTo>
                    <a:pt x="353" y="0"/>
                    <a:pt x="0" y="353"/>
                    <a:pt x="0" y="792"/>
                  </a:cubicBezTo>
                  <a:lnTo>
                    <a:pt x="0" y="1251"/>
                  </a:lnTo>
                  <a:cubicBezTo>
                    <a:pt x="0" y="1690"/>
                    <a:pt x="353" y="2043"/>
                    <a:pt x="792"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91" y="1611"/>
                    <a:pt x="792" y="1611"/>
                  </a:cubicBezTo>
                  <a:cubicBezTo>
                    <a:pt x="590" y="1611"/>
                    <a:pt x="429" y="1450"/>
                    <a:pt x="429" y="1251"/>
                  </a:cubicBezTo>
                  <a:lnTo>
                    <a:pt x="429" y="792"/>
                  </a:lnTo>
                  <a:cubicBezTo>
                    <a:pt x="429"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9"/>
            <p:cNvSpPr/>
            <p:nvPr/>
          </p:nvSpPr>
          <p:spPr>
            <a:xfrm>
              <a:off x="2172707" y="3809918"/>
              <a:ext cx="41493" cy="53516"/>
            </a:xfrm>
            <a:custGeom>
              <a:rect b="b" l="l" r="r" t="t"/>
              <a:pathLst>
                <a:path extrusionOk="0" h="2043" w="1584">
                  <a:moveTo>
                    <a:pt x="792" y="0"/>
                  </a:moveTo>
                  <a:cubicBezTo>
                    <a:pt x="357" y="0"/>
                    <a:pt x="1" y="353"/>
                    <a:pt x="1" y="792"/>
                  </a:cubicBezTo>
                  <a:lnTo>
                    <a:pt x="1" y="1251"/>
                  </a:lnTo>
                  <a:cubicBezTo>
                    <a:pt x="1" y="1690"/>
                    <a:pt x="354"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9"/>
            <p:cNvSpPr/>
            <p:nvPr/>
          </p:nvSpPr>
          <p:spPr>
            <a:xfrm>
              <a:off x="2061745" y="3912419"/>
              <a:ext cx="136686" cy="35573"/>
            </a:xfrm>
            <a:custGeom>
              <a:rect b="b" l="l" r="r" t="t"/>
              <a:pathLst>
                <a:path extrusionOk="0" h="1358" w="5218">
                  <a:moveTo>
                    <a:pt x="2609" y="1"/>
                  </a:moveTo>
                  <a:cubicBezTo>
                    <a:pt x="1639" y="1"/>
                    <a:pt x="717" y="374"/>
                    <a:pt x="148" y="995"/>
                  </a:cubicBezTo>
                  <a:cubicBezTo>
                    <a:pt x="1" y="1153"/>
                    <a:pt x="147" y="1358"/>
                    <a:pt x="310" y="1358"/>
                  </a:cubicBezTo>
                  <a:cubicBezTo>
                    <a:pt x="363" y="1358"/>
                    <a:pt x="417" y="1337"/>
                    <a:pt x="464" y="1286"/>
                  </a:cubicBezTo>
                  <a:cubicBezTo>
                    <a:pt x="957" y="751"/>
                    <a:pt x="1759" y="433"/>
                    <a:pt x="2609" y="433"/>
                  </a:cubicBezTo>
                  <a:cubicBezTo>
                    <a:pt x="3462" y="433"/>
                    <a:pt x="4264" y="751"/>
                    <a:pt x="4754" y="1286"/>
                  </a:cubicBezTo>
                  <a:cubicBezTo>
                    <a:pt x="4802" y="1337"/>
                    <a:pt x="4856" y="1358"/>
                    <a:pt x="4909" y="1358"/>
                  </a:cubicBezTo>
                  <a:cubicBezTo>
                    <a:pt x="5073" y="1358"/>
                    <a:pt x="5218" y="1153"/>
                    <a:pt x="5073" y="995"/>
                  </a:cubicBezTo>
                  <a:cubicBezTo>
                    <a:pt x="4500" y="374"/>
                    <a:pt x="3582" y="1"/>
                    <a:pt x="2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9"/>
            <p:cNvSpPr/>
            <p:nvPr/>
          </p:nvSpPr>
          <p:spPr>
            <a:xfrm>
              <a:off x="1918327" y="3665112"/>
              <a:ext cx="343390" cy="321884"/>
            </a:xfrm>
            <a:custGeom>
              <a:rect b="b" l="l" r="r" t="t"/>
              <a:pathLst>
                <a:path extrusionOk="0" h="12288" w="13109">
                  <a:moveTo>
                    <a:pt x="8083" y="0"/>
                  </a:moveTo>
                  <a:cubicBezTo>
                    <a:pt x="6196" y="0"/>
                    <a:pt x="4312" y="722"/>
                    <a:pt x="2882" y="2153"/>
                  </a:cubicBezTo>
                  <a:cubicBezTo>
                    <a:pt x="141" y="4894"/>
                    <a:pt x="0" y="9298"/>
                    <a:pt x="2560" y="12211"/>
                  </a:cubicBezTo>
                  <a:cubicBezTo>
                    <a:pt x="2608" y="12265"/>
                    <a:pt x="2664" y="12287"/>
                    <a:pt x="2718" y="12287"/>
                  </a:cubicBezTo>
                  <a:cubicBezTo>
                    <a:pt x="2881" y="12287"/>
                    <a:pt x="3027" y="12085"/>
                    <a:pt x="2885" y="11923"/>
                  </a:cubicBezTo>
                  <a:cubicBezTo>
                    <a:pt x="1724" y="10607"/>
                    <a:pt x="1110" y="8900"/>
                    <a:pt x="1165" y="7146"/>
                  </a:cubicBezTo>
                  <a:cubicBezTo>
                    <a:pt x="1244" y="4466"/>
                    <a:pt x="2865" y="2074"/>
                    <a:pt x="5325" y="1005"/>
                  </a:cubicBezTo>
                  <a:cubicBezTo>
                    <a:pt x="6213" y="619"/>
                    <a:pt x="7151" y="431"/>
                    <a:pt x="8083" y="431"/>
                  </a:cubicBezTo>
                  <a:cubicBezTo>
                    <a:pt x="9736" y="431"/>
                    <a:pt x="11367" y="1022"/>
                    <a:pt x="12655" y="2153"/>
                  </a:cubicBezTo>
                  <a:cubicBezTo>
                    <a:pt x="12701" y="2194"/>
                    <a:pt x="12750" y="2212"/>
                    <a:pt x="12797" y="2212"/>
                  </a:cubicBezTo>
                  <a:cubicBezTo>
                    <a:pt x="12968" y="2212"/>
                    <a:pt x="13109" y="1981"/>
                    <a:pt x="12940" y="1831"/>
                  </a:cubicBezTo>
                  <a:cubicBezTo>
                    <a:pt x="11547" y="607"/>
                    <a:pt x="9813" y="0"/>
                    <a:pt x="80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9"/>
            <p:cNvSpPr/>
            <p:nvPr/>
          </p:nvSpPr>
          <p:spPr>
            <a:xfrm>
              <a:off x="1998458" y="3728635"/>
              <a:ext cx="338020" cy="321884"/>
            </a:xfrm>
            <a:custGeom>
              <a:rect b="b" l="l" r="r" t="t"/>
              <a:pathLst>
                <a:path extrusionOk="0" h="12288" w="12904">
                  <a:moveTo>
                    <a:pt x="10391" y="1"/>
                  </a:moveTo>
                  <a:cubicBezTo>
                    <a:pt x="10231" y="1"/>
                    <a:pt x="10086" y="200"/>
                    <a:pt x="10227" y="362"/>
                  </a:cubicBezTo>
                  <a:cubicBezTo>
                    <a:pt x="12636" y="3103"/>
                    <a:pt x="12506" y="7246"/>
                    <a:pt x="9922" y="9827"/>
                  </a:cubicBezTo>
                  <a:cubicBezTo>
                    <a:pt x="8575" y="11174"/>
                    <a:pt x="6802" y="11854"/>
                    <a:pt x="5025" y="11854"/>
                  </a:cubicBezTo>
                  <a:cubicBezTo>
                    <a:pt x="3398" y="11854"/>
                    <a:pt x="1767" y="11283"/>
                    <a:pt x="457" y="10132"/>
                  </a:cubicBezTo>
                  <a:cubicBezTo>
                    <a:pt x="411" y="10091"/>
                    <a:pt x="361" y="10073"/>
                    <a:pt x="314" y="10073"/>
                  </a:cubicBezTo>
                  <a:cubicBezTo>
                    <a:pt x="141" y="10073"/>
                    <a:pt x="0" y="10307"/>
                    <a:pt x="173" y="10457"/>
                  </a:cubicBezTo>
                  <a:cubicBezTo>
                    <a:pt x="1512" y="11636"/>
                    <a:pt x="3236" y="12287"/>
                    <a:pt x="5025" y="12287"/>
                  </a:cubicBezTo>
                  <a:cubicBezTo>
                    <a:pt x="5097" y="12287"/>
                    <a:pt x="5172" y="12284"/>
                    <a:pt x="5248" y="12284"/>
                  </a:cubicBezTo>
                  <a:cubicBezTo>
                    <a:pt x="8092" y="12195"/>
                    <a:pt x="10635" y="10474"/>
                    <a:pt x="11769" y="7863"/>
                  </a:cubicBezTo>
                  <a:cubicBezTo>
                    <a:pt x="12903" y="5249"/>
                    <a:pt x="12430" y="2216"/>
                    <a:pt x="10549" y="78"/>
                  </a:cubicBezTo>
                  <a:cubicBezTo>
                    <a:pt x="10501"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79"/>
          <p:cNvGrpSpPr/>
          <p:nvPr/>
        </p:nvGrpSpPr>
        <p:grpSpPr>
          <a:xfrm>
            <a:off x="2461742" y="3665034"/>
            <a:ext cx="418334" cy="385381"/>
            <a:chOff x="2461742" y="3665034"/>
            <a:chExt cx="418334" cy="385381"/>
          </a:xfrm>
        </p:grpSpPr>
        <p:sp>
          <p:nvSpPr>
            <p:cNvPr id="8048" name="Google Shape;8048;p79"/>
            <p:cNvSpPr/>
            <p:nvPr/>
          </p:nvSpPr>
          <p:spPr>
            <a:xfrm>
              <a:off x="2486628" y="3670770"/>
              <a:ext cx="373986" cy="373986"/>
            </a:xfrm>
            <a:custGeom>
              <a:rect b="b" l="l" r="r" t="t"/>
              <a:pathLst>
                <a:path extrusionOk="0" h="14277" w="14277">
                  <a:moveTo>
                    <a:pt x="7138" y="1"/>
                  </a:moveTo>
                  <a:cubicBezTo>
                    <a:pt x="3197" y="1"/>
                    <a:pt x="0" y="3198"/>
                    <a:pt x="0" y="7139"/>
                  </a:cubicBezTo>
                  <a:cubicBezTo>
                    <a:pt x="0" y="11083"/>
                    <a:pt x="3197" y="14277"/>
                    <a:pt x="7138" y="14277"/>
                  </a:cubicBezTo>
                  <a:cubicBezTo>
                    <a:pt x="11082" y="14277"/>
                    <a:pt x="14276" y="11083"/>
                    <a:pt x="14276" y="7139"/>
                  </a:cubicBezTo>
                  <a:cubicBezTo>
                    <a:pt x="14276" y="3198"/>
                    <a:pt x="11082" y="1"/>
                    <a:pt x="7138"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9"/>
            <p:cNvSpPr/>
            <p:nvPr/>
          </p:nvSpPr>
          <p:spPr>
            <a:xfrm>
              <a:off x="2462738" y="3712709"/>
              <a:ext cx="355938" cy="332205"/>
            </a:xfrm>
            <a:custGeom>
              <a:rect b="b" l="l" r="r" t="t"/>
              <a:pathLst>
                <a:path extrusionOk="0" h="12682" w="13588">
                  <a:moveTo>
                    <a:pt x="3547" y="0"/>
                  </a:moveTo>
                  <a:cubicBezTo>
                    <a:pt x="258" y="2666"/>
                    <a:pt x="1" y="7594"/>
                    <a:pt x="2996" y="10589"/>
                  </a:cubicBezTo>
                  <a:cubicBezTo>
                    <a:pt x="4398" y="11991"/>
                    <a:pt x="6223" y="12681"/>
                    <a:pt x="8043" y="12681"/>
                  </a:cubicBezTo>
                  <a:cubicBezTo>
                    <a:pt x="10109" y="12681"/>
                    <a:pt x="12168" y="11790"/>
                    <a:pt x="13588" y="10041"/>
                  </a:cubicBezTo>
                  <a:lnTo>
                    <a:pt x="13588" y="10041"/>
                  </a:lnTo>
                  <a:cubicBezTo>
                    <a:pt x="12320" y="11076"/>
                    <a:pt x="10736" y="11641"/>
                    <a:pt x="9103" y="11641"/>
                  </a:cubicBezTo>
                  <a:cubicBezTo>
                    <a:pt x="9098" y="11641"/>
                    <a:pt x="9093" y="11641"/>
                    <a:pt x="9088" y="11641"/>
                  </a:cubicBezTo>
                  <a:cubicBezTo>
                    <a:pt x="6333" y="11641"/>
                    <a:pt x="3825" y="10058"/>
                    <a:pt x="2639" y="7570"/>
                  </a:cubicBezTo>
                  <a:cubicBezTo>
                    <a:pt x="1457" y="5082"/>
                    <a:pt x="1810" y="2135"/>
                    <a:pt x="3547"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9"/>
            <p:cNvSpPr/>
            <p:nvPr/>
          </p:nvSpPr>
          <p:spPr>
            <a:xfrm>
              <a:off x="2564112" y="3881928"/>
              <a:ext cx="218990" cy="96502"/>
            </a:xfrm>
            <a:custGeom>
              <a:rect b="b" l="l" r="r" t="t"/>
              <a:pathLst>
                <a:path extrusionOk="0" h="3684" w="8360">
                  <a:moveTo>
                    <a:pt x="242" y="1"/>
                  </a:moveTo>
                  <a:cubicBezTo>
                    <a:pt x="108" y="1"/>
                    <a:pt x="1" y="147"/>
                    <a:pt x="44" y="301"/>
                  </a:cubicBezTo>
                  <a:cubicBezTo>
                    <a:pt x="603" y="2261"/>
                    <a:pt x="2241" y="3683"/>
                    <a:pt x="4180" y="3683"/>
                  </a:cubicBezTo>
                  <a:cubicBezTo>
                    <a:pt x="6120" y="3683"/>
                    <a:pt x="7761" y="2261"/>
                    <a:pt x="8316" y="301"/>
                  </a:cubicBezTo>
                  <a:cubicBezTo>
                    <a:pt x="8359" y="147"/>
                    <a:pt x="8255" y="1"/>
                    <a:pt x="8119" y="1"/>
                  </a:cubicBezTo>
                  <a:cubicBezTo>
                    <a:pt x="8104" y="1"/>
                    <a:pt x="8089" y="3"/>
                    <a:pt x="8073" y="7"/>
                  </a:cubicBezTo>
                  <a:cubicBezTo>
                    <a:pt x="6812" y="301"/>
                    <a:pt x="5522" y="452"/>
                    <a:pt x="4224" y="452"/>
                  </a:cubicBezTo>
                  <a:cubicBezTo>
                    <a:pt x="4209" y="452"/>
                    <a:pt x="4195" y="452"/>
                    <a:pt x="4180" y="452"/>
                  </a:cubicBezTo>
                  <a:cubicBezTo>
                    <a:pt x="4166" y="452"/>
                    <a:pt x="4151" y="452"/>
                    <a:pt x="4136" y="452"/>
                  </a:cubicBezTo>
                  <a:cubicBezTo>
                    <a:pt x="2842" y="452"/>
                    <a:pt x="1548" y="301"/>
                    <a:pt x="287" y="7"/>
                  </a:cubicBezTo>
                  <a:cubicBezTo>
                    <a:pt x="272" y="3"/>
                    <a:pt x="257" y="1"/>
                    <a:pt x="242"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9"/>
            <p:cNvSpPr/>
            <p:nvPr/>
          </p:nvSpPr>
          <p:spPr>
            <a:xfrm>
              <a:off x="2564112" y="3881928"/>
              <a:ext cx="218990" cy="53700"/>
            </a:xfrm>
            <a:custGeom>
              <a:rect b="b" l="l" r="r" t="t"/>
              <a:pathLst>
                <a:path extrusionOk="0" h="2050" w="8360">
                  <a:moveTo>
                    <a:pt x="242" y="1"/>
                  </a:moveTo>
                  <a:cubicBezTo>
                    <a:pt x="108" y="1"/>
                    <a:pt x="1" y="147"/>
                    <a:pt x="44" y="301"/>
                  </a:cubicBezTo>
                  <a:cubicBezTo>
                    <a:pt x="188" y="802"/>
                    <a:pt x="404" y="1278"/>
                    <a:pt x="692" y="1713"/>
                  </a:cubicBezTo>
                  <a:cubicBezTo>
                    <a:pt x="1843" y="1938"/>
                    <a:pt x="3012" y="2050"/>
                    <a:pt x="4180" y="2050"/>
                  </a:cubicBezTo>
                  <a:cubicBezTo>
                    <a:pt x="5349" y="2050"/>
                    <a:pt x="6517" y="1938"/>
                    <a:pt x="7669" y="1713"/>
                  </a:cubicBezTo>
                  <a:cubicBezTo>
                    <a:pt x="7956" y="1278"/>
                    <a:pt x="8176" y="802"/>
                    <a:pt x="8316" y="301"/>
                  </a:cubicBezTo>
                  <a:cubicBezTo>
                    <a:pt x="8359" y="147"/>
                    <a:pt x="8255" y="1"/>
                    <a:pt x="8119" y="1"/>
                  </a:cubicBezTo>
                  <a:cubicBezTo>
                    <a:pt x="8104" y="1"/>
                    <a:pt x="8089" y="3"/>
                    <a:pt x="8073" y="7"/>
                  </a:cubicBezTo>
                  <a:cubicBezTo>
                    <a:pt x="6793" y="305"/>
                    <a:pt x="5487" y="454"/>
                    <a:pt x="4180" y="454"/>
                  </a:cubicBezTo>
                  <a:cubicBezTo>
                    <a:pt x="2874" y="454"/>
                    <a:pt x="1567" y="305"/>
                    <a:pt x="287" y="7"/>
                  </a:cubicBezTo>
                  <a:cubicBezTo>
                    <a:pt x="272" y="3"/>
                    <a:pt x="257" y="1"/>
                    <a:pt x="24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9"/>
            <p:cNvSpPr/>
            <p:nvPr/>
          </p:nvSpPr>
          <p:spPr>
            <a:xfrm>
              <a:off x="2595232" y="3785400"/>
              <a:ext cx="30177" cy="54617"/>
            </a:xfrm>
            <a:custGeom>
              <a:rect b="b" l="l" r="r" t="t"/>
              <a:pathLst>
                <a:path extrusionOk="0" h="2085" w="1152">
                  <a:moveTo>
                    <a:pt x="576" y="1"/>
                  </a:moveTo>
                  <a:cubicBezTo>
                    <a:pt x="258" y="1"/>
                    <a:pt x="0" y="258"/>
                    <a:pt x="0" y="577"/>
                  </a:cubicBezTo>
                  <a:lnTo>
                    <a:pt x="0" y="1509"/>
                  </a:lnTo>
                  <a:cubicBezTo>
                    <a:pt x="0" y="1827"/>
                    <a:pt x="258" y="2084"/>
                    <a:pt x="576" y="2084"/>
                  </a:cubicBezTo>
                  <a:cubicBezTo>
                    <a:pt x="891" y="2084"/>
                    <a:pt x="1152" y="1827"/>
                    <a:pt x="1152" y="1509"/>
                  </a:cubicBezTo>
                  <a:lnTo>
                    <a:pt x="1152" y="577"/>
                  </a:lnTo>
                  <a:cubicBezTo>
                    <a:pt x="1152" y="258"/>
                    <a:pt x="891"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9"/>
            <p:cNvSpPr/>
            <p:nvPr/>
          </p:nvSpPr>
          <p:spPr>
            <a:xfrm>
              <a:off x="2607256" y="3785374"/>
              <a:ext cx="18153" cy="42305"/>
            </a:xfrm>
            <a:custGeom>
              <a:rect b="b" l="l" r="r" t="t"/>
              <a:pathLst>
                <a:path extrusionOk="0" h="1615" w="693">
                  <a:moveTo>
                    <a:pt x="116" y="1"/>
                  </a:moveTo>
                  <a:cubicBezTo>
                    <a:pt x="78" y="1"/>
                    <a:pt x="40" y="4"/>
                    <a:pt x="1" y="12"/>
                  </a:cubicBezTo>
                  <a:lnTo>
                    <a:pt x="1" y="972"/>
                  </a:lnTo>
                  <a:cubicBezTo>
                    <a:pt x="1" y="1329"/>
                    <a:pt x="289" y="1614"/>
                    <a:pt x="644" y="1614"/>
                  </a:cubicBezTo>
                  <a:cubicBezTo>
                    <a:pt x="660" y="1614"/>
                    <a:pt x="677" y="1614"/>
                    <a:pt x="693" y="1612"/>
                  </a:cubicBezTo>
                  <a:lnTo>
                    <a:pt x="693" y="578"/>
                  </a:lnTo>
                  <a:cubicBezTo>
                    <a:pt x="690"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9"/>
            <p:cNvSpPr/>
            <p:nvPr/>
          </p:nvSpPr>
          <p:spPr>
            <a:xfrm>
              <a:off x="2584099" y="3884862"/>
              <a:ext cx="178938" cy="33294"/>
            </a:xfrm>
            <a:custGeom>
              <a:rect b="b" l="l" r="r" t="t"/>
              <a:pathLst>
                <a:path extrusionOk="0" h="1271" w="6831">
                  <a:moveTo>
                    <a:pt x="1" y="1"/>
                  </a:moveTo>
                  <a:cubicBezTo>
                    <a:pt x="86" y="237"/>
                    <a:pt x="196" y="463"/>
                    <a:pt x="323" y="683"/>
                  </a:cubicBezTo>
                  <a:cubicBezTo>
                    <a:pt x="460" y="923"/>
                    <a:pt x="703" y="1084"/>
                    <a:pt x="977" y="1121"/>
                  </a:cubicBezTo>
                  <a:cubicBezTo>
                    <a:pt x="1788" y="1221"/>
                    <a:pt x="2602" y="1270"/>
                    <a:pt x="3417" y="1270"/>
                  </a:cubicBezTo>
                  <a:cubicBezTo>
                    <a:pt x="4231" y="1270"/>
                    <a:pt x="5045" y="1221"/>
                    <a:pt x="5854" y="1121"/>
                  </a:cubicBezTo>
                  <a:cubicBezTo>
                    <a:pt x="6131" y="1084"/>
                    <a:pt x="6374" y="923"/>
                    <a:pt x="6515" y="679"/>
                  </a:cubicBezTo>
                  <a:cubicBezTo>
                    <a:pt x="6638" y="463"/>
                    <a:pt x="6745" y="234"/>
                    <a:pt x="6830" y="1"/>
                  </a:cubicBezTo>
                  <a:lnTo>
                    <a:pt x="6830" y="1"/>
                  </a:lnTo>
                  <a:cubicBezTo>
                    <a:pt x="5703" y="229"/>
                    <a:pt x="4559" y="343"/>
                    <a:pt x="3415" y="343"/>
                  </a:cubicBezTo>
                  <a:cubicBezTo>
                    <a:pt x="2272" y="343"/>
                    <a:pt x="1128" y="22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9"/>
            <p:cNvSpPr/>
            <p:nvPr/>
          </p:nvSpPr>
          <p:spPr>
            <a:xfrm>
              <a:off x="2721885" y="3785400"/>
              <a:ext cx="30203" cy="54617"/>
            </a:xfrm>
            <a:custGeom>
              <a:rect b="b" l="l" r="r" t="t"/>
              <a:pathLst>
                <a:path extrusionOk="0" h="2085" w="1153">
                  <a:moveTo>
                    <a:pt x="576" y="1"/>
                  </a:moveTo>
                  <a:cubicBezTo>
                    <a:pt x="258" y="1"/>
                    <a:pt x="1" y="258"/>
                    <a:pt x="1" y="577"/>
                  </a:cubicBezTo>
                  <a:lnTo>
                    <a:pt x="1" y="1509"/>
                  </a:lnTo>
                  <a:cubicBezTo>
                    <a:pt x="1" y="1827"/>
                    <a:pt x="258" y="2084"/>
                    <a:pt x="576" y="2084"/>
                  </a:cubicBezTo>
                  <a:cubicBezTo>
                    <a:pt x="895" y="2084"/>
                    <a:pt x="1152" y="1827"/>
                    <a:pt x="1152" y="1509"/>
                  </a:cubicBezTo>
                  <a:lnTo>
                    <a:pt x="1152" y="577"/>
                  </a:lnTo>
                  <a:cubicBezTo>
                    <a:pt x="1152" y="258"/>
                    <a:pt x="895"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9"/>
            <p:cNvSpPr/>
            <p:nvPr/>
          </p:nvSpPr>
          <p:spPr>
            <a:xfrm>
              <a:off x="2733908" y="3785374"/>
              <a:ext cx="18179" cy="42305"/>
            </a:xfrm>
            <a:custGeom>
              <a:rect b="b" l="l" r="r" t="t"/>
              <a:pathLst>
                <a:path extrusionOk="0" h="1615" w="694">
                  <a:moveTo>
                    <a:pt x="117" y="1"/>
                  </a:moveTo>
                  <a:cubicBezTo>
                    <a:pt x="79" y="1"/>
                    <a:pt x="40" y="4"/>
                    <a:pt x="1" y="12"/>
                  </a:cubicBezTo>
                  <a:lnTo>
                    <a:pt x="1" y="972"/>
                  </a:lnTo>
                  <a:cubicBezTo>
                    <a:pt x="1" y="1329"/>
                    <a:pt x="293" y="1614"/>
                    <a:pt x="645" y="1614"/>
                  </a:cubicBezTo>
                  <a:cubicBezTo>
                    <a:pt x="661" y="1614"/>
                    <a:pt x="677" y="1614"/>
                    <a:pt x="693" y="1612"/>
                  </a:cubicBezTo>
                  <a:lnTo>
                    <a:pt x="693" y="578"/>
                  </a:lnTo>
                  <a:cubicBezTo>
                    <a:pt x="693" y="251"/>
                    <a:pt x="427"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9"/>
            <p:cNvSpPr/>
            <p:nvPr/>
          </p:nvSpPr>
          <p:spPr>
            <a:xfrm>
              <a:off x="2589574" y="3779742"/>
              <a:ext cx="41414" cy="65566"/>
            </a:xfrm>
            <a:custGeom>
              <a:rect b="b" l="l" r="r" t="t"/>
              <a:pathLst>
                <a:path extrusionOk="0" h="2503" w="1581">
                  <a:moveTo>
                    <a:pt x="789" y="1"/>
                  </a:moveTo>
                  <a:cubicBezTo>
                    <a:pt x="354" y="1"/>
                    <a:pt x="1" y="354"/>
                    <a:pt x="1" y="793"/>
                  </a:cubicBezTo>
                  <a:lnTo>
                    <a:pt x="1" y="1714"/>
                  </a:lnTo>
                  <a:cubicBezTo>
                    <a:pt x="1" y="2150"/>
                    <a:pt x="354" y="2503"/>
                    <a:pt x="789" y="2503"/>
                  </a:cubicBezTo>
                  <a:cubicBezTo>
                    <a:pt x="1227" y="2503"/>
                    <a:pt x="1580" y="2150"/>
                    <a:pt x="1580" y="1714"/>
                  </a:cubicBezTo>
                  <a:lnTo>
                    <a:pt x="1580" y="906"/>
                  </a:lnTo>
                  <a:cubicBezTo>
                    <a:pt x="1580" y="762"/>
                    <a:pt x="1473" y="690"/>
                    <a:pt x="1366" y="690"/>
                  </a:cubicBezTo>
                  <a:cubicBezTo>
                    <a:pt x="1259" y="690"/>
                    <a:pt x="1152" y="762"/>
                    <a:pt x="1152" y="906"/>
                  </a:cubicBezTo>
                  <a:lnTo>
                    <a:pt x="1152" y="1714"/>
                  </a:lnTo>
                  <a:cubicBezTo>
                    <a:pt x="1152" y="1913"/>
                    <a:pt x="988" y="2074"/>
                    <a:pt x="789" y="2074"/>
                  </a:cubicBezTo>
                  <a:cubicBezTo>
                    <a:pt x="590" y="2074"/>
                    <a:pt x="429" y="1913"/>
                    <a:pt x="429" y="1714"/>
                  </a:cubicBezTo>
                  <a:lnTo>
                    <a:pt x="429" y="793"/>
                  </a:lnTo>
                  <a:cubicBezTo>
                    <a:pt x="429" y="594"/>
                    <a:pt x="590" y="433"/>
                    <a:pt x="789" y="433"/>
                  </a:cubicBezTo>
                  <a:cubicBezTo>
                    <a:pt x="909" y="433"/>
                    <a:pt x="1005" y="333"/>
                    <a:pt x="1005" y="217"/>
                  </a:cubicBezTo>
                  <a:cubicBezTo>
                    <a:pt x="1005" y="97"/>
                    <a:pt x="909" y="1"/>
                    <a:pt x="7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9"/>
            <p:cNvSpPr/>
            <p:nvPr/>
          </p:nvSpPr>
          <p:spPr>
            <a:xfrm>
              <a:off x="2716227" y="3779742"/>
              <a:ext cx="41493" cy="65566"/>
            </a:xfrm>
            <a:custGeom>
              <a:rect b="b" l="l" r="r" t="t"/>
              <a:pathLst>
                <a:path extrusionOk="0" h="2503" w="1584">
                  <a:moveTo>
                    <a:pt x="792" y="1"/>
                  </a:moveTo>
                  <a:cubicBezTo>
                    <a:pt x="354" y="1"/>
                    <a:pt x="1" y="354"/>
                    <a:pt x="1" y="793"/>
                  </a:cubicBezTo>
                  <a:lnTo>
                    <a:pt x="1" y="1714"/>
                  </a:lnTo>
                  <a:cubicBezTo>
                    <a:pt x="1" y="2150"/>
                    <a:pt x="354" y="2503"/>
                    <a:pt x="792" y="2503"/>
                  </a:cubicBezTo>
                  <a:cubicBezTo>
                    <a:pt x="1228" y="2503"/>
                    <a:pt x="1584" y="2150"/>
                    <a:pt x="1584" y="1714"/>
                  </a:cubicBezTo>
                  <a:lnTo>
                    <a:pt x="1584" y="906"/>
                  </a:lnTo>
                  <a:cubicBezTo>
                    <a:pt x="1584" y="762"/>
                    <a:pt x="1476" y="690"/>
                    <a:pt x="1368" y="690"/>
                  </a:cubicBezTo>
                  <a:cubicBezTo>
                    <a:pt x="1260" y="690"/>
                    <a:pt x="1152" y="762"/>
                    <a:pt x="1152" y="906"/>
                  </a:cubicBezTo>
                  <a:lnTo>
                    <a:pt x="1152" y="1714"/>
                  </a:lnTo>
                  <a:cubicBezTo>
                    <a:pt x="1152" y="1913"/>
                    <a:pt x="991" y="2074"/>
                    <a:pt x="792" y="2074"/>
                  </a:cubicBezTo>
                  <a:cubicBezTo>
                    <a:pt x="594" y="2074"/>
                    <a:pt x="433" y="1913"/>
                    <a:pt x="433" y="1714"/>
                  </a:cubicBezTo>
                  <a:lnTo>
                    <a:pt x="433" y="793"/>
                  </a:lnTo>
                  <a:cubicBezTo>
                    <a:pt x="433" y="594"/>
                    <a:pt x="594" y="433"/>
                    <a:pt x="792" y="433"/>
                  </a:cubicBezTo>
                  <a:cubicBezTo>
                    <a:pt x="912" y="433"/>
                    <a:pt x="1008" y="333"/>
                    <a:pt x="1008" y="217"/>
                  </a:cubicBezTo>
                  <a:cubicBezTo>
                    <a:pt x="1008" y="97"/>
                    <a:pt x="912" y="1"/>
                    <a:pt x="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9"/>
            <p:cNvSpPr/>
            <p:nvPr/>
          </p:nvSpPr>
          <p:spPr>
            <a:xfrm>
              <a:off x="2461742" y="3665034"/>
              <a:ext cx="343443" cy="321884"/>
            </a:xfrm>
            <a:custGeom>
              <a:rect b="b" l="l" r="r" t="t"/>
              <a:pathLst>
                <a:path extrusionOk="0" h="12288" w="13111">
                  <a:moveTo>
                    <a:pt x="8085" y="1"/>
                  </a:moveTo>
                  <a:cubicBezTo>
                    <a:pt x="6199" y="1"/>
                    <a:pt x="4317" y="724"/>
                    <a:pt x="2886" y="2156"/>
                  </a:cubicBezTo>
                  <a:cubicBezTo>
                    <a:pt x="141" y="4897"/>
                    <a:pt x="1" y="9297"/>
                    <a:pt x="2564" y="12210"/>
                  </a:cubicBezTo>
                  <a:cubicBezTo>
                    <a:pt x="2612" y="12265"/>
                    <a:pt x="2667" y="12287"/>
                    <a:pt x="2722" y="12287"/>
                  </a:cubicBezTo>
                  <a:cubicBezTo>
                    <a:pt x="2882" y="12287"/>
                    <a:pt x="3027" y="12087"/>
                    <a:pt x="2886" y="11926"/>
                  </a:cubicBezTo>
                  <a:cubicBezTo>
                    <a:pt x="1728" y="10610"/>
                    <a:pt x="1111" y="8903"/>
                    <a:pt x="1169" y="7149"/>
                  </a:cubicBezTo>
                  <a:cubicBezTo>
                    <a:pt x="1248" y="4469"/>
                    <a:pt x="2869" y="2077"/>
                    <a:pt x="5330" y="1008"/>
                  </a:cubicBezTo>
                  <a:cubicBezTo>
                    <a:pt x="6217" y="623"/>
                    <a:pt x="7155" y="434"/>
                    <a:pt x="8086" y="434"/>
                  </a:cubicBezTo>
                  <a:cubicBezTo>
                    <a:pt x="9739" y="434"/>
                    <a:pt x="11370" y="1026"/>
                    <a:pt x="12656" y="2159"/>
                  </a:cubicBezTo>
                  <a:cubicBezTo>
                    <a:pt x="12702" y="2199"/>
                    <a:pt x="12752" y="2216"/>
                    <a:pt x="12798" y="2216"/>
                  </a:cubicBezTo>
                  <a:cubicBezTo>
                    <a:pt x="12972" y="2216"/>
                    <a:pt x="13111" y="1982"/>
                    <a:pt x="12940" y="1834"/>
                  </a:cubicBezTo>
                  <a:cubicBezTo>
                    <a:pt x="11547" y="608"/>
                    <a:pt x="9814" y="1"/>
                    <a:pt x="8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9"/>
            <p:cNvSpPr/>
            <p:nvPr/>
          </p:nvSpPr>
          <p:spPr>
            <a:xfrm>
              <a:off x="2542056" y="3728635"/>
              <a:ext cx="338020" cy="321779"/>
            </a:xfrm>
            <a:custGeom>
              <a:rect b="b" l="l" r="r" t="t"/>
              <a:pathLst>
                <a:path extrusionOk="0" h="12284" w="12904">
                  <a:moveTo>
                    <a:pt x="10388" y="1"/>
                  </a:moveTo>
                  <a:cubicBezTo>
                    <a:pt x="10226" y="1"/>
                    <a:pt x="10080" y="200"/>
                    <a:pt x="10224" y="362"/>
                  </a:cubicBezTo>
                  <a:cubicBezTo>
                    <a:pt x="12633" y="3103"/>
                    <a:pt x="12499" y="7246"/>
                    <a:pt x="9919" y="9827"/>
                  </a:cubicBezTo>
                  <a:cubicBezTo>
                    <a:pt x="8572" y="11174"/>
                    <a:pt x="6799" y="11854"/>
                    <a:pt x="5023" y="11854"/>
                  </a:cubicBezTo>
                  <a:cubicBezTo>
                    <a:pt x="3395" y="11854"/>
                    <a:pt x="1765" y="11283"/>
                    <a:pt x="454" y="10132"/>
                  </a:cubicBezTo>
                  <a:cubicBezTo>
                    <a:pt x="408" y="10091"/>
                    <a:pt x="358" y="10073"/>
                    <a:pt x="311" y="10073"/>
                  </a:cubicBezTo>
                  <a:cubicBezTo>
                    <a:pt x="139" y="10073"/>
                    <a:pt x="0" y="10306"/>
                    <a:pt x="170" y="10454"/>
                  </a:cubicBezTo>
                  <a:cubicBezTo>
                    <a:pt x="1506" y="11633"/>
                    <a:pt x="3228" y="12284"/>
                    <a:pt x="5008" y="12284"/>
                  </a:cubicBezTo>
                  <a:cubicBezTo>
                    <a:pt x="5013" y="12284"/>
                    <a:pt x="5017" y="12284"/>
                    <a:pt x="5022" y="12284"/>
                  </a:cubicBezTo>
                  <a:cubicBezTo>
                    <a:pt x="5097" y="12284"/>
                    <a:pt x="5169" y="12284"/>
                    <a:pt x="5245" y="12280"/>
                  </a:cubicBezTo>
                  <a:cubicBezTo>
                    <a:pt x="8092" y="12195"/>
                    <a:pt x="10632" y="10474"/>
                    <a:pt x="11769" y="7860"/>
                  </a:cubicBezTo>
                  <a:cubicBezTo>
                    <a:pt x="12904" y="5249"/>
                    <a:pt x="12427" y="2216"/>
                    <a:pt x="10546" y="78"/>
                  </a:cubicBezTo>
                  <a:cubicBezTo>
                    <a:pt x="10499" y="23"/>
                    <a:pt x="10442" y="1"/>
                    <a:pt x="103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9"/>
            <p:cNvSpPr/>
            <p:nvPr/>
          </p:nvSpPr>
          <p:spPr>
            <a:xfrm>
              <a:off x="2558611" y="3876218"/>
              <a:ext cx="229992" cy="107871"/>
            </a:xfrm>
            <a:custGeom>
              <a:rect b="b" l="l" r="r" t="t"/>
              <a:pathLst>
                <a:path extrusionOk="0" h="4118" w="8780">
                  <a:moveTo>
                    <a:pt x="1285" y="608"/>
                  </a:moveTo>
                  <a:cubicBezTo>
                    <a:pt x="2312" y="793"/>
                    <a:pt x="3351" y="886"/>
                    <a:pt x="4390" y="886"/>
                  </a:cubicBezTo>
                  <a:cubicBezTo>
                    <a:pt x="5429" y="886"/>
                    <a:pt x="6468" y="793"/>
                    <a:pt x="7495" y="608"/>
                  </a:cubicBezTo>
                  <a:lnTo>
                    <a:pt x="7495" y="608"/>
                  </a:lnTo>
                  <a:cubicBezTo>
                    <a:pt x="7437" y="721"/>
                    <a:pt x="7375" y="834"/>
                    <a:pt x="7306" y="944"/>
                  </a:cubicBezTo>
                  <a:cubicBezTo>
                    <a:pt x="7193" y="1115"/>
                    <a:pt x="7008" y="1225"/>
                    <a:pt x="6803" y="1249"/>
                  </a:cubicBezTo>
                  <a:cubicBezTo>
                    <a:pt x="6001" y="1338"/>
                    <a:pt x="5195" y="1383"/>
                    <a:pt x="4388" y="1383"/>
                  </a:cubicBezTo>
                  <a:cubicBezTo>
                    <a:pt x="3582" y="1383"/>
                    <a:pt x="2776" y="1338"/>
                    <a:pt x="1974" y="1249"/>
                  </a:cubicBezTo>
                  <a:cubicBezTo>
                    <a:pt x="1772" y="1225"/>
                    <a:pt x="1587" y="1115"/>
                    <a:pt x="1474" y="944"/>
                  </a:cubicBezTo>
                  <a:cubicBezTo>
                    <a:pt x="1405" y="834"/>
                    <a:pt x="1340" y="725"/>
                    <a:pt x="1285" y="608"/>
                  </a:cubicBezTo>
                  <a:close/>
                  <a:moveTo>
                    <a:pt x="8317" y="437"/>
                  </a:moveTo>
                  <a:cubicBezTo>
                    <a:pt x="8321" y="444"/>
                    <a:pt x="8321" y="451"/>
                    <a:pt x="8317" y="461"/>
                  </a:cubicBezTo>
                  <a:cubicBezTo>
                    <a:pt x="8057" y="1379"/>
                    <a:pt x="7532" y="2202"/>
                    <a:pt x="6840" y="2781"/>
                  </a:cubicBezTo>
                  <a:cubicBezTo>
                    <a:pt x="6124" y="3374"/>
                    <a:pt x="5278" y="3689"/>
                    <a:pt x="4390" y="3689"/>
                  </a:cubicBezTo>
                  <a:cubicBezTo>
                    <a:pt x="3499" y="3689"/>
                    <a:pt x="2653" y="3374"/>
                    <a:pt x="1940" y="2781"/>
                  </a:cubicBezTo>
                  <a:cubicBezTo>
                    <a:pt x="1248" y="2205"/>
                    <a:pt x="720" y="1379"/>
                    <a:pt x="460" y="461"/>
                  </a:cubicBezTo>
                  <a:cubicBezTo>
                    <a:pt x="460" y="451"/>
                    <a:pt x="460" y="444"/>
                    <a:pt x="460" y="437"/>
                  </a:cubicBezTo>
                  <a:cubicBezTo>
                    <a:pt x="562" y="461"/>
                    <a:pt x="665" y="485"/>
                    <a:pt x="768" y="506"/>
                  </a:cubicBezTo>
                  <a:cubicBezTo>
                    <a:pt x="860" y="742"/>
                    <a:pt x="977" y="965"/>
                    <a:pt x="1111" y="1181"/>
                  </a:cubicBezTo>
                  <a:cubicBezTo>
                    <a:pt x="1296" y="1458"/>
                    <a:pt x="1594" y="1640"/>
                    <a:pt x="1926" y="1677"/>
                  </a:cubicBezTo>
                  <a:cubicBezTo>
                    <a:pt x="2744" y="1770"/>
                    <a:pt x="3566" y="1816"/>
                    <a:pt x="4388" y="1816"/>
                  </a:cubicBezTo>
                  <a:cubicBezTo>
                    <a:pt x="5211" y="1816"/>
                    <a:pt x="6033" y="1770"/>
                    <a:pt x="6851" y="1677"/>
                  </a:cubicBezTo>
                  <a:cubicBezTo>
                    <a:pt x="7186" y="1640"/>
                    <a:pt x="7484" y="1458"/>
                    <a:pt x="7666" y="1177"/>
                  </a:cubicBezTo>
                  <a:cubicBezTo>
                    <a:pt x="7803" y="965"/>
                    <a:pt x="7916" y="739"/>
                    <a:pt x="8009" y="506"/>
                  </a:cubicBezTo>
                  <a:cubicBezTo>
                    <a:pt x="8115" y="485"/>
                    <a:pt x="8214" y="461"/>
                    <a:pt x="8317" y="437"/>
                  </a:cubicBezTo>
                  <a:close/>
                  <a:moveTo>
                    <a:pt x="453" y="1"/>
                  </a:moveTo>
                  <a:cubicBezTo>
                    <a:pt x="340" y="1"/>
                    <a:pt x="232" y="47"/>
                    <a:pt x="155" y="132"/>
                  </a:cubicBezTo>
                  <a:cubicBezTo>
                    <a:pt x="41" y="249"/>
                    <a:pt x="0" y="420"/>
                    <a:pt x="48" y="577"/>
                  </a:cubicBezTo>
                  <a:cubicBezTo>
                    <a:pt x="336" y="1595"/>
                    <a:pt x="895" y="2469"/>
                    <a:pt x="1666" y="3113"/>
                  </a:cubicBezTo>
                  <a:cubicBezTo>
                    <a:pt x="2457" y="3771"/>
                    <a:pt x="3400" y="4117"/>
                    <a:pt x="4390" y="4117"/>
                  </a:cubicBezTo>
                  <a:cubicBezTo>
                    <a:pt x="5380" y="4117"/>
                    <a:pt x="6323" y="3771"/>
                    <a:pt x="7114" y="3113"/>
                  </a:cubicBezTo>
                  <a:cubicBezTo>
                    <a:pt x="7885" y="2469"/>
                    <a:pt x="8444" y="1595"/>
                    <a:pt x="8732" y="577"/>
                  </a:cubicBezTo>
                  <a:cubicBezTo>
                    <a:pt x="8780" y="420"/>
                    <a:pt x="8739" y="249"/>
                    <a:pt x="8626" y="132"/>
                  </a:cubicBezTo>
                  <a:cubicBezTo>
                    <a:pt x="8548" y="49"/>
                    <a:pt x="8438" y="1"/>
                    <a:pt x="8326" y="1"/>
                  </a:cubicBezTo>
                  <a:cubicBezTo>
                    <a:pt x="8296" y="1"/>
                    <a:pt x="8265" y="5"/>
                    <a:pt x="8235" y="12"/>
                  </a:cubicBezTo>
                  <a:cubicBezTo>
                    <a:pt x="6970" y="308"/>
                    <a:pt x="5680" y="457"/>
                    <a:pt x="4391" y="457"/>
                  </a:cubicBezTo>
                  <a:cubicBezTo>
                    <a:pt x="3101" y="457"/>
                    <a:pt x="1811" y="308"/>
                    <a:pt x="549" y="12"/>
                  </a:cubicBezTo>
                  <a:cubicBezTo>
                    <a:pt x="517" y="4"/>
                    <a:pt x="485"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79"/>
          <p:cNvGrpSpPr/>
          <p:nvPr/>
        </p:nvGrpSpPr>
        <p:grpSpPr>
          <a:xfrm>
            <a:off x="3009951" y="3665139"/>
            <a:ext cx="414745" cy="385328"/>
            <a:chOff x="3009951" y="3665139"/>
            <a:chExt cx="414745" cy="385328"/>
          </a:xfrm>
        </p:grpSpPr>
        <p:sp>
          <p:nvSpPr>
            <p:cNvPr id="8063" name="Google Shape;8063;p79"/>
            <p:cNvSpPr/>
            <p:nvPr/>
          </p:nvSpPr>
          <p:spPr>
            <a:xfrm>
              <a:off x="3015505" y="3670875"/>
              <a:ext cx="388524" cy="373829"/>
            </a:xfrm>
            <a:custGeom>
              <a:rect b="b" l="l" r="r" t="t"/>
              <a:pathLst>
                <a:path extrusionOk="0" h="14271" w="14832">
                  <a:moveTo>
                    <a:pt x="7697" y="0"/>
                  </a:moveTo>
                  <a:cubicBezTo>
                    <a:pt x="4812" y="0"/>
                    <a:pt x="2208" y="1738"/>
                    <a:pt x="1104" y="4404"/>
                  </a:cubicBezTo>
                  <a:cubicBezTo>
                    <a:pt x="1" y="7070"/>
                    <a:pt x="611" y="10140"/>
                    <a:pt x="2653" y="12179"/>
                  </a:cubicBezTo>
                  <a:cubicBezTo>
                    <a:pt x="4017" y="13545"/>
                    <a:pt x="5843" y="14271"/>
                    <a:pt x="7700" y="14271"/>
                  </a:cubicBezTo>
                  <a:cubicBezTo>
                    <a:pt x="8619" y="14271"/>
                    <a:pt x="9546" y="14093"/>
                    <a:pt x="10428" y="13728"/>
                  </a:cubicBezTo>
                  <a:cubicBezTo>
                    <a:pt x="13095" y="12625"/>
                    <a:pt x="14832" y="10020"/>
                    <a:pt x="14832" y="7135"/>
                  </a:cubicBezTo>
                  <a:cubicBezTo>
                    <a:pt x="14832" y="3194"/>
                    <a:pt x="11638" y="0"/>
                    <a:pt x="769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9"/>
            <p:cNvSpPr/>
            <p:nvPr/>
          </p:nvSpPr>
          <p:spPr>
            <a:xfrm>
              <a:off x="3029519" y="3683056"/>
              <a:ext cx="379199" cy="349494"/>
            </a:xfrm>
            <a:custGeom>
              <a:rect b="b" l="l" r="r" t="t"/>
              <a:pathLst>
                <a:path extrusionOk="0" h="13342" w="14476">
                  <a:moveTo>
                    <a:pt x="7159" y="1"/>
                  </a:moveTo>
                  <a:cubicBezTo>
                    <a:pt x="6304" y="1"/>
                    <a:pt x="5439" y="165"/>
                    <a:pt x="4609" y="508"/>
                  </a:cubicBezTo>
                  <a:cubicBezTo>
                    <a:pt x="1669" y="1728"/>
                    <a:pt x="0" y="4850"/>
                    <a:pt x="621" y="7972"/>
                  </a:cubicBezTo>
                  <a:cubicBezTo>
                    <a:pt x="1241" y="11094"/>
                    <a:pt x="3979" y="13342"/>
                    <a:pt x="7162" y="13342"/>
                  </a:cubicBezTo>
                  <a:cubicBezTo>
                    <a:pt x="7167" y="13342"/>
                    <a:pt x="7171" y="13342"/>
                    <a:pt x="7175" y="13342"/>
                  </a:cubicBezTo>
                  <a:cubicBezTo>
                    <a:pt x="8942" y="13342"/>
                    <a:pt x="10633" y="12640"/>
                    <a:pt x="11878" y="11389"/>
                  </a:cubicBezTo>
                  <a:cubicBezTo>
                    <a:pt x="14129" y="9137"/>
                    <a:pt x="14475" y="5611"/>
                    <a:pt x="12707" y="2965"/>
                  </a:cubicBezTo>
                  <a:cubicBezTo>
                    <a:pt x="11440" y="1066"/>
                    <a:pt x="9334" y="1"/>
                    <a:pt x="7159"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9"/>
            <p:cNvSpPr/>
            <p:nvPr/>
          </p:nvSpPr>
          <p:spPr>
            <a:xfrm>
              <a:off x="3146113" y="3730102"/>
              <a:ext cx="142029" cy="255323"/>
            </a:xfrm>
            <a:custGeom>
              <a:rect b="b" l="l" r="r" t="t"/>
              <a:pathLst>
                <a:path extrusionOk="0" h="9747" w="5422">
                  <a:moveTo>
                    <a:pt x="2605" y="1"/>
                  </a:moveTo>
                  <a:cubicBezTo>
                    <a:pt x="820" y="1"/>
                    <a:pt x="1" y="1060"/>
                    <a:pt x="1" y="1773"/>
                  </a:cubicBezTo>
                  <a:cubicBezTo>
                    <a:pt x="1" y="2290"/>
                    <a:pt x="436" y="2527"/>
                    <a:pt x="792" y="2527"/>
                  </a:cubicBezTo>
                  <a:cubicBezTo>
                    <a:pt x="1505" y="2527"/>
                    <a:pt x="1217" y="1509"/>
                    <a:pt x="2564" y="1509"/>
                  </a:cubicBezTo>
                  <a:cubicBezTo>
                    <a:pt x="3225" y="1509"/>
                    <a:pt x="3753" y="1800"/>
                    <a:pt x="3753" y="2410"/>
                  </a:cubicBezTo>
                  <a:cubicBezTo>
                    <a:pt x="3753" y="3123"/>
                    <a:pt x="3013" y="3534"/>
                    <a:pt x="2578" y="3904"/>
                  </a:cubicBezTo>
                  <a:cubicBezTo>
                    <a:pt x="2194" y="4233"/>
                    <a:pt x="1694" y="4774"/>
                    <a:pt x="1694" y="5912"/>
                  </a:cubicBezTo>
                  <a:cubicBezTo>
                    <a:pt x="1694" y="6601"/>
                    <a:pt x="1879" y="6800"/>
                    <a:pt x="2420" y="6800"/>
                  </a:cubicBezTo>
                  <a:cubicBezTo>
                    <a:pt x="3068" y="6800"/>
                    <a:pt x="3201" y="6508"/>
                    <a:pt x="3201" y="6258"/>
                  </a:cubicBezTo>
                  <a:cubicBezTo>
                    <a:pt x="3201" y="5570"/>
                    <a:pt x="3212" y="5172"/>
                    <a:pt x="3942" y="4603"/>
                  </a:cubicBezTo>
                  <a:cubicBezTo>
                    <a:pt x="4298" y="4326"/>
                    <a:pt x="5422" y="3428"/>
                    <a:pt x="5422" y="2184"/>
                  </a:cubicBezTo>
                  <a:cubicBezTo>
                    <a:pt x="5422" y="940"/>
                    <a:pt x="4298" y="1"/>
                    <a:pt x="2605" y="1"/>
                  </a:cubicBezTo>
                  <a:close/>
                  <a:moveTo>
                    <a:pt x="2434" y="7711"/>
                  </a:moveTo>
                  <a:cubicBezTo>
                    <a:pt x="1875" y="7718"/>
                    <a:pt x="1426" y="8170"/>
                    <a:pt x="1430" y="8729"/>
                  </a:cubicBezTo>
                  <a:cubicBezTo>
                    <a:pt x="1430" y="9270"/>
                    <a:pt x="1865" y="9747"/>
                    <a:pt x="2434" y="9747"/>
                  </a:cubicBezTo>
                  <a:cubicBezTo>
                    <a:pt x="2992" y="9743"/>
                    <a:pt x="3448" y="9288"/>
                    <a:pt x="3452" y="8729"/>
                  </a:cubicBezTo>
                  <a:cubicBezTo>
                    <a:pt x="3448" y="8170"/>
                    <a:pt x="2992" y="7715"/>
                    <a:pt x="2434" y="771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9"/>
            <p:cNvSpPr/>
            <p:nvPr/>
          </p:nvSpPr>
          <p:spPr>
            <a:xfrm>
              <a:off x="3009951" y="3665139"/>
              <a:ext cx="414745" cy="385328"/>
            </a:xfrm>
            <a:custGeom>
              <a:rect b="b" l="l" r="r" t="t"/>
              <a:pathLst>
                <a:path extrusionOk="0" h="14710" w="15833">
                  <a:moveTo>
                    <a:pt x="7908" y="0"/>
                  </a:moveTo>
                  <a:cubicBezTo>
                    <a:pt x="6198" y="0"/>
                    <a:pt x="4484" y="594"/>
                    <a:pt x="3098" y="1792"/>
                  </a:cubicBezTo>
                  <a:cubicBezTo>
                    <a:pt x="2925" y="1943"/>
                    <a:pt x="3065" y="2179"/>
                    <a:pt x="3239" y="2179"/>
                  </a:cubicBezTo>
                  <a:cubicBezTo>
                    <a:pt x="3286" y="2179"/>
                    <a:pt x="3336" y="2162"/>
                    <a:pt x="3383" y="2121"/>
                  </a:cubicBezTo>
                  <a:cubicBezTo>
                    <a:pt x="4691" y="990"/>
                    <a:pt x="6304" y="434"/>
                    <a:pt x="7911" y="434"/>
                  </a:cubicBezTo>
                  <a:cubicBezTo>
                    <a:pt x="9781" y="434"/>
                    <a:pt x="11643" y="1188"/>
                    <a:pt x="13005" y="2666"/>
                  </a:cubicBezTo>
                  <a:cubicBezTo>
                    <a:pt x="15534" y="5418"/>
                    <a:pt x="15421" y="9681"/>
                    <a:pt x="12748" y="12295"/>
                  </a:cubicBezTo>
                  <a:cubicBezTo>
                    <a:pt x="11402" y="13612"/>
                    <a:pt x="9654" y="14271"/>
                    <a:pt x="7905" y="14271"/>
                  </a:cubicBezTo>
                  <a:cubicBezTo>
                    <a:pt x="6180" y="14271"/>
                    <a:pt x="4454" y="13630"/>
                    <a:pt x="3115" y="12343"/>
                  </a:cubicBezTo>
                  <a:cubicBezTo>
                    <a:pt x="422" y="9756"/>
                    <a:pt x="271" y="5490"/>
                    <a:pt x="2779" y="2714"/>
                  </a:cubicBezTo>
                  <a:cubicBezTo>
                    <a:pt x="2936" y="2552"/>
                    <a:pt x="2785" y="2341"/>
                    <a:pt x="2618" y="2341"/>
                  </a:cubicBezTo>
                  <a:cubicBezTo>
                    <a:pt x="2561" y="2341"/>
                    <a:pt x="2503" y="2365"/>
                    <a:pt x="2454" y="2423"/>
                  </a:cubicBezTo>
                  <a:cubicBezTo>
                    <a:pt x="483" y="4602"/>
                    <a:pt x="0" y="7751"/>
                    <a:pt x="1227" y="10424"/>
                  </a:cubicBezTo>
                  <a:cubicBezTo>
                    <a:pt x="2429" y="13042"/>
                    <a:pt x="5044" y="14710"/>
                    <a:pt x="7913" y="14710"/>
                  </a:cubicBezTo>
                  <a:cubicBezTo>
                    <a:pt x="7973" y="14710"/>
                    <a:pt x="8034" y="14709"/>
                    <a:pt x="8094" y="14708"/>
                  </a:cubicBezTo>
                  <a:cubicBezTo>
                    <a:pt x="11035" y="14632"/>
                    <a:pt x="13649" y="12813"/>
                    <a:pt x="14739" y="10082"/>
                  </a:cubicBezTo>
                  <a:cubicBezTo>
                    <a:pt x="15832" y="7350"/>
                    <a:pt x="15191" y="4232"/>
                    <a:pt x="13111" y="2155"/>
                  </a:cubicBezTo>
                  <a:cubicBezTo>
                    <a:pt x="11680" y="724"/>
                    <a:pt x="9796" y="0"/>
                    <a:pt x="7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9"/>
            <p:cNvSpPr/>
            <p:nvPr/>
          </p:nvSpPr>
          <p:spPr>
            <a:xfrm>
              <a:off x="3170920" y="3926329"/>
              <a:ext cx="71355" cy="64833"/>
            </a:xfrm>
            <a:custGeom>
              <a:rect b="b" l="l" r="r" t="t"/>
              <a:pathLst>
                <a:path extrusionOk="0" h="2475" w="2724">
                  <a:moveTo>
                    <a:pt x="1487" y="440"/>
                  </a:moveTo>
                  <a:cubicBezTo>
                    <a:pt x="1929" y="440"/>
                    <a:pt x="2285" y="796"/>
                    <a:pt x="2285" y="1238"/>
                  </a:cubicBezTo>
                  <a:cubicBezTo>
                    <a:pt x="2285" y="1680"/>
                    <a:pt x="1929" y="2036"/>
                    <a:pt x="1487" y="2036"/>
                  </a:cubicBezTo>
                  <a:cubicBezTo>
                    <a:pt x="1045" y="2036"/>
                    <a:pt x="688" y="1680"/>
                    <a:pt x="688" y="1238"/>
                  </a:cubicBezTo>
                  <a:cubicBezTo>
                    <a:pt x="688" y="796"/>
                    <a:pt x="1045" y="440"/>
                    <a:pt x="1487" y="440"/>
                  </a:cubicBezTo>
                  <a:close/>
                  <a:moveTo>
                    <a:pt x="1482" y="1"/>
                  </a:moveTo>
                  <a:cubicBezTo>
                    <a:pt x="600" y="1"/>
                    <a:pt x="0" y="900"/>
                    <a:pt x="342" y="1714"/>
                  </a:cubicBezTo>
                  <a:cubicBezTo>
                    <a:pt x="546" y="2205"/>
                    <a:pt x="1012" y="2475"/>
                    <a:pt x="1486" y="2475"/>
                  </a:cubicBezTo>
                  <a:cubicBezTo>
                    <a:pt x="1799" y="2475"/>
                    <a:pt x="2117" y="2356"/>
                    <a:pt x="2364" y="2105"/>
                  </a:cubicBezTo>
                  <a:cubicBezTo>
                    <a:pt x="2594" y="1872"/>
                    <a:pt x="2720" y="1564"/>
                    <a:pt x="2724" y="1238"/>
                  </a:cubicBezTo>
                  <a:cubicBezTo>
                    <a:pt x="2717" y="556"/>
                    <a:pt x="2169" y="8"/>
                    <a:pt x="1487" y="1"/>
                  </a:cubicBezTo>
                  <a:cubicBezTo>
                    <a:pt x="1485" y="1"/>
                    <a:pt x="1483" y="1"/>
                    <a:pt x="1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9"/>
            <p:cNvSpPr/>
            <p:nvPr/>
          </p:nvSpPr>
          <p:spPr>
            <a:xfrm>
              <a:off x="3140193" y="3724470"/>
              <a:ext cx="153712" cy="189416"/>
            </a:xfrm>
            <a:custGeom>
              <a:rect b="b" l="l" r="r" t="t"/>
              <a:pathLst>
                <a:path extrusionOk="0" h="7231" w="5868">
                  <a:moveTo>
                    <a:pt x="2831" y="0"/>
                  </a:moveTo>
                  <a:cubicBezTo>
                    <a:pt x="1755" y="0"/>
                    <a:pt x="1090" y="363"/>
                    <a:pt x="720" y="668"/>
                  </a:cubicBezTo>
                  <a:cubicBezTo>
                    <a:pt x="275" y="1035"/>
                    <a:pt x="7" y="1528"/>
                    <a:pt x="7" y="1988"/>
                  </a:cubicBezTo>
                  <a:cubicBezTo>
                    <a:pt x="1" y="2275"/>
                    <a:pt x="127" y="2550"/>
                    <a:pt x="350" y="2728"/>
                  </a:cubicBezTo>
                  <a:cubicBezTo>
                    <a:pt x="542" y="2879"/>
                    <a:pt x="775" y="2961"/>
                    <a:pt x="1018" y="2961"/>
                  </a:cubicBezTo>
                  <a:cubicBezTo>
                    <a:pt x="1433" y="2961"/>
                    <a:pt x="1618" y="2694"/>
                    <a:pt x="1765" y="2474"/>
                  </a:cubicBezTo>
                  <a:cubicBezTo>
                    <a:pt x="1950" y="2200"/>
                    <a:pt x="2125" y="1943"/>
                    <a:pt x="2793" y="1943"/>
                  </a:cubicBezTo>
                  <a:cubicBezTo>
                    <a:pt x="3020" y="1943"/>
                    <a:pt x="3763" y="1991"/>
                    <a:pt x="3763" y="2622"/>
                  </a:cubicBezTo>
                  <a:cubicBezTo>
                    <a:pt x="3763" y="3101"/>
                    <a:pt x="3321" y="3437"/>
                    <a:pt x="2934" y="3735"/>
                  </a:cubicBezTo>
                  <a:cubicBezTo>
                    <a:pt x="2838" y="3811"/>
                    <a:pt x="2745" y="3879"/>
                    <a:pt x="2663" y="3951"/>
                  </a:cubicBezTo>
                  <a:cubicBezTo>
                    <a:pt x="2214" y="4335"/>
                    <a:pt x="1700" y="4935"/>
                    <a:pt x="1700" y="6127"/>
                  </a:cubicBezTo>
                  <a:cubicBezTo>
                    <a:pt x="1700" y="6789"/>
                    <a:pt x="1861" y="7231"/>
                    <a:pt x="2646" y="7231"/>
                  </a:cubicBezTo>
                  <a:cubicBezTo>
                    <a:pt x="2996" y="7231"/>
                    <a:pt x="3256" y="7152"/>
                    <a:pt x="3427" y="6998"/>
                  </a:cubicBezTo>
                  <a:cubicBezTo>
                    <a:pt x="3571" y="6861"/>
                    <a:pt x="3650" y="6669"/>
                    <a:pt x="3647" y="6470"/>
                  </a:cubicBezTo>
                  <a:cubicBezTo>
                    <a:pt x="3647" y="5829"/>
                    <a:pt x="3647" y="5504"/>
                    <a:pt x="4301" y="4989"/>
                  </a:cubicBezTo>
                  <a:lnTo>
                    <a:pt x="4311" y="4979"/>
                  </a:lnTo>
                  <a:cubicBezTo>
                    <a:pt x="4342" y="4959"/>
                    <a:pt x="4377" y="4931"/>
                    <a:pt x="4414" y="4904"/>
                  </a:cubicBezTo>
                  <a:cubicBezTo>
                    <a:pt x="4600" y="4756"/>
                    <a:pt x="4459" y="4507"/>
                    <a:pt x="4280" y="4507"/>
                  </a:cubicBezTo>
                  <a:cubicBezTo>
                    <a:pt x="4234" y="4507"/>
                    <a:pt x="4186" y="4523"/>
                    <a:pt x="4140" y="4561"/>
                  </a:cubicBezTo>
                  <a:cubicBezTo>
                    <a:pt x="4102" y="4592"/>
                    <a:pt x="4072" y="4616"/>
                    <a:pt x="4044" y="4637"/>
                  </a:cubicBezTo>
                  <a:lnTo>
                    <a:pt x="4034" y="4647"/>
                  </a:lnTo>
                  <a:cubicBezTo>
                    <a:pt x="3246" y="5260"/>
                    <a:pt x="3208" y="5716"/>
                    <a:pt x="3208" y="6470"/>
                  </a:cubicBezTo>
                  <a:cubicBezTo>
                    <a:pt x="3208" y="6566"/>
                    <a:pt x="3208" y="6795"/>
                    <a:pt x="2646" y="6795"/>
                  </a:cubicBezTo>
                  <a:cubicBezTo>
                    <a:pt x="2372" y="6795"/>
                    <a:pt x="2290" y="6737"/>
                    <a:pt x="2249" y="6686"/>
                  </a:cubicBezTo>
                  <a:cubicBezTo>
                    <a:pt x="2173" y="6600"/>
                    <a:pt x="2139" y="6415"/>
                    <a:pt x="2139" y="6127"/>
                  </a:cubicBezTo>
                  <a:cubicBezTo>
                    <a:pt x="2139" y="5116"/>
                    <a:pt x="2547" y="4626"/>
                    <a:pt x="2948" y="4284"/>
                  </a:cubicBezTo>
                  <a:cubicBezTo>
                    <a:pt x="3023" y="4222"/>
                    <a:pt x="3109" y="4157"/>
                    <a:pt x="3201" y="4085"/>
                  </a:cubicBezTo>
                  <a:cubicBezTo>
                    <a:pt x="3647" y="3742"/>
                    <a:pt x="4202" y="3317"/>
                    <a:pt x="4202" y="2625"/>
                  </a:cubicBezTo>
                  <a:cubicBezTo>
                    <a:pt x="4202" y="1946"/>
                    <a:pt x="3647" y="1508"/>
                    <a:pt x="2793" y="1508"/>
                  </a:cubicBezTo>
                  <a:cubicBezTo>
                    <a:pt x="1896" y="1508"/>
                    <a:pt x="1611" y="1926"/>
                    <a:pt x="1406" y="2231"/>
                  </a:cubicBezTo>
                  <a:cubicBezTo>
                    <a:pt x="1262" y="2440"/>
                    <a:pt x="1197" y="2526"/>
                    <a:pt x="1018" y="2526"/>
                  </a:cubicBezTo>
                  <a:cubicBezTo>
                    <a:pt x="789" y="2526"/>
                    <a:pt x="443" y="2382"/>
                    <a:pt x="443" y="1988"/>
                  </a:cubicBezTo>
                  <a:cubicBezTo>
                    <a:pt x="443" y="1731"/>
                    <a:pt x="590" y="1340"/>
                    <a:pt x="998" y="1004"/>
                  </a:cubicBezTo>
                  <a:cubicBezTo>
                    <a:pt x="1313" y="747"/>
                    <a:pt x="1885" y="435"/>
                    <a:pt x="2831" y="435"/>
                  </a:cubicBezTo>
                  <a:cubicBezTo>
                    <a:pt x="4359" y="435"/>
                    <a:pt x="5429" y="1244"/>
                    <a:pt x="5429" y="2399"/>
                  </a:cubicBezTo>
                  <a:cubicBezTo>
                    <a:pt x="5429" y="2933"/>
                    <a:pt x="5199" y="3468"/>
                    <a:pt x="4743" y="3989"/>
                  </a:cubicBezTo>
                  <a:cubicBezTo>
                    <a:pt x="4664" y="4078"/>
                    <a:pt x="4675" y="4215"/>
                    <a:pt x="4764" y="4297"/>
                  </a:cubicBezTo>
                  <a:cubicBezTo>
                    <a:pt x="4805" y="4333"/>
                    <a:pt x="4856" y="4350"/>
                    <a:pt x="4906" y="4350"/>
                  </a:cubicBezTo>
                  <a:cubicBezTo>
                    <a:pt x="4968" y="4350"/>
                    <a:pt x="5029" y="4324"/>
                    <a:pt x="5072" y="4273"/>
                  </a:cubicBezTo>
                  <a:cubicBezTo>
                    <a:pt x="5600" y="3670"/>
                    <a:pt x="5867" y="3040"/>
                    <a:pt x="5867" y="2399"/>
                  </a:cubicBezTo>
                  <a:cubicBezTo>
                    <a:pt x="5867" y="1720"/>
                    <a:pt x="5562" y="1107"/>
                    <a:pt x="5011" y="672"/>
                  </a:cubicBezTo>
                  <a:cubicBezTo>
                    <a:pt x="4459" y="233"/>
                    <a:pt x="3701" y="0"/>
                    <a:pt x="28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79"/>
          <p:cNvGrpSpPr/>
          <p:nvPr/>
        </p:nvGrpSpPr>
        <p:grpSpPr>
          <a:xfrm>
            <a:off x="3557977" y="3685780"/>
            <a:ext cx="405368" cy="343993"/>
            <a:chOff x="3557977" y="3685780"/>
            <a:chExt cx="405368" cy="343993"/>
          </a:xfrm>
        </p:grpSpPr>
        <p:sp>
          <p:nvSpPr>
            <p:cNvPr id="8070" name="Google Shape;8070;p79"/>
            <p:cNvSpPr/>
            <p:nvPr/>
          </p:nvSpPr>
          <p:spPr>
            <a:xfrm>
              <a:off x="3565128" y="3691465"/>
              <a:ext cx="391065" cy="332650"/>
            </a:xfrm>
            <a:custGeom>
              <a:rect b="b" l="l" r="r" t="t"/>
              <a:pathLst>
                <a:path extrusionOk="0" h="12699" w="14929">
                  <a:moveTo>
                    <a:pt x="7465" y="1"/>
                  </a:moveTo>
                  <a:cubicBezTo>
                    <a:pt x="7004" y="1"/>
                    <a:pt x="6543" y="229"/>
                    <a:pt x="6279" y="684"/>
                  </a:cubicBezTo>
                  <a:lnTo>
                    <a:pt x="529" y="10646"/>
                  </a:lnTo>
                  <a:cubicBezTo>
                    <a:pt x="1" y="11558"/>
                    <a:pt x="659" y="12699"/>
                    <a:pt x="1711" y="12699"/>
                  </a:cubicBezTo>
                  <a:lnTo>
                    <a:pt x="13215" y="12699"/>
                  </a:lnTo>
                  <a:cubicBezTo>
                    <a:pt x="14270" y="12699"/>
                    <a:pt x="14928" y="11558"/>
                    <a:pt x="14400" y="10646"/>
                  </a:cubicBezTo>
                  <a:lnTo>
                    <a:pt x="8650" y="684"/>
                  </a:lnTo>
                  <a:cubicBezTo>
                    <a:pt x="8386" y="229"/>
                    <a:pt x="7925" y="1"/>
                    <a:pt x="7465"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9"/>
            <p:cNvSpPr/>
            <p:nvPr/>
          </p:nvSpPr>
          <p:spPr>
            <a:xfrm>
              <a:off x="3603294" y="3721956"/>
              <a:ext cx="314733" cy="271747"/>
            </a:xfrm>
            <a:custGeom>
              <a:rect b="b" l="l" r="r" t="t"/>
              <a:pathLst>
                <a:path extrusionOk="0" h="10374" w="12015">
                  <a:moveTo>
                    <a:pt x="6008" y="0"/>
                  </a:moveTo>
                  <a:cubicBezTo>
                    <a:pt x="5938" y="0"/>
                    <a:pt x="5869" y="34"/>
                    <a:pt x="5829" y="103"/>
                  </a:cubicBezTo>
                  <a:lnTo>
                    <a:pt x="79" y="10065"/>
                  </a:lnTo>
                  <a:cubicBezTo>
                    <a:pt x="0" y="10202"/>
                    <a:pt x="96" y="10373"/>
                    <a:pt x="254" y="10373"/>
                  </a:cubicBezTo>
                  <a:lnTo>
                    <a:pt x="11758" y="10373"/>
                  </a:lnTo>
                  <a:cubicBezTo>
                    <a:pt x="11915" y="10373"/>
                    <a:pt x="12015" y="10202"/>
                    <a:pt x="11936" y="10065"/>
                  </a:cubicBezTo>
                  <a:lnTo>
                    <a:pt x="6186" y="103"/>
                  </a:lnTo>
                  <a:cubicBezTo>
                    <a:pt x="6146" y="34"/>
                    <a:pt x="6077" y="0"/>
                    <a:pt x="6008"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9"/>
            <p:cNvSpPr/>
            <p:nvPr/>
          </p:nvSpPr>
          <p:spPr>
            <a:xfrm>
              <a:off x="3728506" y="3919964"/>
              <a:ext cx="56214" cy="48146"/>
            </a:xfrm>
            <a:custGeom>
              <a:rect b="b" l="l" r="r" t="t"/>
              <a:pathLst>
                <a:path extrusionOk="0" h="1838" w="2146">
                  <a:moveTo>
                    <a:pt x="1228" y="1"/>
                  </a:moveTo>
                  <a:cubicBezTo>
                    <a:pt x="409" y="1"/>
                    <a:pt x="1" y="988"/>
                    <a:pt x="580" y="1567"/>
                  </a:cubicBezTo>
                  <a:cubicBezTo>
                    <a:pt x="766" y="1754"/>
                    <a:pt x="995" y="1838"/>
                    <a:pt x="1221" y="1838"/>
                  </a:cubicBezTo>
                  <a:cubicBezTo>
                    <a:pt x="1692" y="1838"/>
                    <a:pt x="2146" y="1471"/>
                    <a:pt x="2146" y="919"/>
                  </a:cubicBezTo>
                  <a:cubicBezTo>
                    <a:pt x="2146" y="412"/>
                    <a:pt x="1735" y="1"/>
                    <a:pt x="122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9"/>
            <p:cNvSpPr/>
            <p:nvPr/>
          </p:nvSpPr>
          <p:spPr>
            <a:xfrm>
              <a:off x="3739823" y="3787286"/>
              <a:ext cx="41676" cy="113136"/>
            </a:xfrm>
            <a:custGeom>
              <a:rect b="b" l="l" r="r" t="t"/>
              <a:pathLst>
                <a:path extrusionOk="0" h="4319" w="1591">
                  <a:moveTo>
                    <a:pt x="539" y="1"/>
                  </a:moveTo>
                  <a:cubicBezTo>
                    <a:pt x="240" y="1"/>
                    <a:pt x="1" y="241"/>
                    <a:pt x="1" y="539"/>
                  </a:cubicBezTo>
                  <a:lnTo>
                    <a:pt x="1" y="3777"/>
                  </a:lnTo>
                  <a:cubicBezTo>
                    <a:pt x="1" y="4075"/>
                    <a:pt x="240" y="4319"/>
                    <a:pt x="539" y="4319"/>
                  </a:cubicBezTo>
                  <a:lnTo>
                    <a:pt x="1053" y="4319"/>
                  </a:lnTo>
                  <a:cubicBezTo>
                    <a:pt x="1347" y="4319"/>
                    <a:pt x="1591" y="4075"/>
                    <a:pt x="1591" y="3777"/>
                  </a:cubicBezTo>
                  <a:lnTo>
                    <a:pt x="1591" y="539"/>
                  </a:lnTo>
                  <a:cubicBezTo>
                    <a:pt x="1591" y="241"/>
                    <a:pt x="1351" y="1"/>
                    <a:pt x="105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9"/>
            <p:cNvSpPr/>
            <p:nvPr/>
          </p:nvSpPr>
          <p:spPr>
            <a:xfrm>
              <a:off x="3557977" y="3685780"/>
              <a:ext cx="405368" cy="343993"/>
            </a:xfrm>
            <a:custGeom>
              <a:rect b="b" l="l" r="r" t="t"/>
              <a:pathLst>
                <a:path extrusionOk="0" h="13132" w="15475">
                  <a:moveTo>
                    <a:pt x="7728" y="0"/>
                  </a:moveTo>
                  <a:cubicBezTo>
                    <a:pt x="7163" y="0"/>
                    <a:pt x="6643" y="301"/>
                    <a:pt x="6363" y="792"/>
                  </a:cubicBezTo>
                  <a:lnTo>
                    <a:pt x="1395" y="9400"/>
                  </a:lnTo>
                  <a:cubicBezTo>
                    <a:pt x="1329" y="9503"/>
                    <a:pt x="1364" y="9640"/>
                    <a:pt x="1470" y="9701"/>
                  </a:cubicBezTo>
                  <a:cubicBezTo>
                    <a:pt x="1504" y="9721"/>
                    <a:pt x="1542" y="9731"/>
                    <a:pt x="1579" y="9731"/>
                  </a:cubicBezTo>
                  <a:cubicBezTo>
                    <a:pt x="1657" y="9731"/>
                    <a:pt x="1732" y="9690"/>
                    <a:pt x="1772" y="9616"/>
                  </a:cubicBezTo>
                  <a:lnTo>
                    <a:pt x="6740" y="1011"/>
                  </a:lnTo>
                  <a:cubicBezTo>
                    <a:pt x="6961" y="627"/>
                    <a:pt x="7349" y="435"/>
                    <a:pt x="7736" y="435"/>
                  </a:cubicBezTo>
                  <a:cubicBezTo>
                    <a:pt x="8123" y="435"/>
                    <a:pt x="8510" y="627"/>
                    <a:pt x="8731" y="1011"/>
                  </a:cubicBezTo>
                  <a:lnTo>
                    <a:pt x="14485" y="10973"/>
                  </a:lnTo>
                  <a:cubicBezTo>
                    <a:pt x="14927" y="11740"/>
                    <a:pt x="14372" y="12696"/>
                    <a:pt x="13488" y="12696"/>
                  </a:cubicBezTo>
                  <a:lnTo>
                    <a:pt x="1984" y="12696"/>
                  </a:lnTo>
                  <a:cubicBezTo>
                    <a:pt x="1100" y="12696"/>
                    <a:pt x="548" y="11740"/>
                    <a:pt x="990" y="10973"/>
                  </a:cubicBezTo>
                  <a:lnTo>
                    <a:pt x="1340" y="10366"/>
                  </a:lnTo>
                  <a:cubicBezTo>
                    <a:pt x="1438" y="10195"/>
                    <a:pt x="1292" y="10038"/>
                    <a:pt x="1143" y="10038"/>
                  </a:cubicBezTo>
                  <a:cubicBezTo>
                    <a:pt x="1075" y="10038"/>
                    <a:pt x="1006" y="10071"/>
                    <a:pt x="959" y="10150"/>
                  </a:cubicBezTo>
                  <a:lnTo>
                    <a:pt x="613" y="10753"/>
                  </a:lnTo>
                  <a:cubicBezTo>
                    <a:pt x="1" y="11811"/>
                    <a:pt x="762" y="13132"/>
                    <a:pt x="1979" y="13132"/>
                  </a:cubicBezTo>
                  <a:cubicBezTo>
                    <a:pt x="1981" y="13132"/>
                    <a:pt x="1982" y="13132"/>
                    <a:pt x="1984" y="13132"/>
                  </a:cubicBezTo>
                  <a:lnTo>
                    <a:pt x="13488" y="13132"/>
                  </a:lnTo>
                  <a:cubicBezTo>
                    <a:pt x="13489" y="13132"/>
                    <a:pt x="13491" y="13132"/>
                    <a:pt x="13492" y="13132"/>
                  </a:cubicBezTo>
                  <a:cubicBezTo>
                    <a:pt x="14713" y="13132"/>
                    <a:pt x="15474" y="11811"/>
                    <a:pt x="14862" y="10753"/>
                  </a:cubicBezTo>
                  <a:lnTo>
                    <a:pt x="9112" y="792"/>
                  </a:lnTo>
                  <a:cubicBezTo>
                    <a:pt x="8832" y="301"/>
                    <a:pt x="8309" y="0"/>
                    <a:pt x="7747" y="0"/>
                  </a:cubicBezTo>
                  <a:cubicBezTo>
                    <a:pt x="7744" y="0"/>
                    <a:pt x="7741" y="0"/>
                    <a:pt x="7738" y="0"/>
                  </a:cubicBezTo>
                  <a:cubicBezTo>
                    <a:pt x="7734" y="0"/>
                    <a:pt x="7731" y="0"/>
                    <a:pt x="7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9"/>
            <p:cNvSpPr/>
            <p:nvPr/>
          </p:nvSpPr>
          <p:spPr>
            <a:xfrm>
              <a:off x="3596117" y="3716166"/>
              <a:ext cx="329088" cy="283168"/>
            </a:xfrm>
            <a:custGeom>
              <a:rect b="b" l="l" r="r" t="t"/>
              <a:pathLst>
                <a:path extrusionOk="0" h="10810" w="12563">
                  <a:moveTo>
                    <a:pt x="6282" y="451"/>
                  </a:moveTo>
                  <a:lnTo>
                    <a:pt x="12011" y="10375"/>
                  </a:lnTo>
                  <a:lnTo>
                    <a:pt x="552" y="10375"/>
                  </a:lnTo>
                  <a:lnTo>
                    <a:pt x="6282" y="451"/>
                  </a:lnTo>
                  <a:close/>
                  <a:moveTo>
                    <a:pt x="6280" y="1"/>
                  </a:moveTo>
                  <a:cubicBezTo>
                    <a:pt x="6138" y="1"/>
                    <a:pt x="5995" y="72"/>
                    <a:pt x="5915" y="214"/>
                  </a:cubicBezTo>
                  <a:lnTo>
                    <a:pt x="161" y="10176"/>
                  </a:lnTo>
                  <a:cubicBezTo>
                    <a:pt x="0" y="10457"/>
                    <a:pt x="202" y="10810"/>
                    <a:pt x="528" y="10810"/>
                  </a:cubicBezTo>
                  <a:lnTo>
                    <a:pt x="12032" y="10810"/>
                  </a:lnTo>
                  <a:cubicBezTo>
                    <a:pt x="12357" y="10810"/>
                    <a:pt x="12563" y="10457"/>
                    <a:pt x="12398" y="10176"/>
                  </a:cubicBezTo>
                  <a:lnTo>
                    <a:pt x="6648" y="214"/>
                  </a:lnTo>
                  <a:cubicBezTo>
                    <a:pt x="6566" y="72"/>
                    <a:pt x="6423" y="1"/>
                    <a:pt x="6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9"/>
            <p:cNvSpPr/>
            <p:nvPr/>
          </p:nvSpPr>
          <p:spPr>
            <a:xfrm>
              <a:off x="3720884" y="3914227"/>
              <a:ext cx="69495" cy="59541"/>
            </a:xfrm>
            <a:custGeom>
              <a:rect b="b" l="l" r="r" t="t"/>
              <a:pathLst>
                <a:path extrusionOk="0" h="2273" w="2653">
                  <a:moveTo>
                    <a:pt x="1512" y="436"/>
                  </a:moveTo>
                  <a:cubicBezTo>
                    <a:pt x="1872" y="436"/>
                    <a:pt x="2218" y="716"/>
                    <a:pt x="2218" y="1138"/>
                  </a:cubicBezTo>
                  <a:cubicBezTo>
                    <a:pt x="2218" y="1522"/>
                    <a:pt x="1906" y="1837"/>
                    <a:pt x="1519" y="1837"/>
                  </a:cubicBezTo>
                  <a:cubicBezTo>
                    <a:pt x="895" y="1837"/>
                    <a:pt x="583" y="1083"/>
                    <a:pt x="1025" y="641"/>
                  </a:cubicBezTo>
                  <a:cubicBezTo>
                    <a:pt x="1167" y="500"/>
                    <a:pt x="1341" y="436"/>
                    <a:pt x="1512" y="436"/>
                  </a:cubicBezTo>
                  <a:close/>
                  <a:moveTo>
                    <a:pt x="1519" y="0"/>
                  </a:moveTo>
                  <a:cubicBezTo>
                    <a:pt x="508" y="0"/>
                    <a:pt x="0" y="1224"/>
                    <a:pt x="717" y="1940"/>
                  </a:cubicBezTo>
                  <a:cubicBezTo>
                    <a:pt x="932" y="2158"/>
                    <a:pt x="1223" y="2273"/>
                    <a:pt x="1519" y="2273"/>
                  </a:cubicBezTo>
                  <a:cubicBezTo>
                    <a:pt x="1665" y="2273"/>
                    <a:pt x="1813" y="2244"/>
                    <a:pt x="1954" y="2187"/>
                  </a:cubicBezTo>
                  <a:cubicBezTo>
                    <a:pt x="2379" y="2008"/>
                    <a:pt x="2653" y="1597"/>
                    <a:pt x="2653" y="1138"/>
                  </a:cubicBezTo>
                  <a:cubicBezTo>
                    <a:pt x="2653" y="511"/>
                    <a:pt x="2146" y="0"/>
                    <a:pt x="1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9"/>
            <p:cNvSpPr/>
            <p:nvPr/>
          </p:nvSpPr>
          <p:spPr>
            <a:xfrm>
              <a:off x="3734086" y="3781628"/>
              <a:ext cx="53150" cy="124531"/>
            </a:xfrm>
            <a:custGeom>
              <a:rect b="b" l="l" r="r" t="t"/>
              <a:pathLst>
                <a:path extrusionOk="0" h="4754" w="2029">
                  <a:moveTo>
                    <a:pt x="758" y="1"/>
                  </a:moveTo>
                  <a:cubicBezTo>
                    <a:pt x="339" y="1"/>
                    <a:pt x="0" y="340"/>
                    <a:pt x="0" y="758"/>
                  </a:cubicBezTo>
                  <a:lnTo>
                    <a:pt x="0" y="3997"/>
                  </a:lnTo>
                  <a:cubicBezTo>
                    <a:pt x="0" y="4415"/>
                    <a:pt x="339" y="4750"/>
                    <a:pt x="758" y="4754"/>
                  </a:cubicBezTo>
                  <a:lnTo>
                    <a:pt x="1272" y="4754"/>
                  </a:lnTo>
                  <a:cubicBezTo>
                    <a:pt x="1690" y="4750"/>
                    <a:pt x="2025" y="4411"/>
                    <a:pt x="2029" y="3993"/>
                  </a:cubicBezTo>
                  <a:lnTo>
                    <a:pt x="2029" y="2064"/>
                  </a:lnTo>
                  <a:cubicBezTo>
                    <a:pt x="2029" y="1918"/>
                    <a:pt x="1919" y="1845"/>
                    <a:pt x="1810" y="1845"/>
                  </a:cubicBezTo>
                  <a:cubicBezTo>
                    <a:pt x="1700" y="1845"/>
                    <a:pt x="1590" y="1918"/>
                    <a:pt x="1590" y="2064"/>
                  </a:cubicBezTo>
                  <a:lnTo>
                    <a:pt x="1590" y="3993"/>
                  </a:lnTo>
                  <a:cubicBezTo>
                    <a:pt x="1590" y="4171"/>
                    <a:pt x="1446" y="4315"/>
                    <a:pt x="1272" y="4315"/>
                  </a:cubicBezTo>
                  <a:lnTo>
                    <a:pt x="758" y="4315"/>
                  </a:lnTo>
                  <a:cubicBezTo>
                    <a:pt x="579" y="4315"/>
                    <a:pt x="435" y="4171"/>
                    <a:pt x="435" y="3993"/>
                  </a:cubicBezTo>
                  <a:lnTo>
                    <a:pt x="435" y="755"/>
                  </a:lnTo>
                  <a:cubicBezTo>
                    <a:pt x="435" y="580"/>
                    <a:pt x="579" y="436"/>
                    <a:pt x="758" y="436"/>
                  </a:cubicBezTo>
                  <a:lnTo>
                    <a:pt x="1272" y="436"/>
                  </a:lnTo>
                  <a:cubicBezTo>
                    <a:pt x="1446" y="436"/>
                    <a:pt x="1590" y="580"/>
                    <a:pt x="1590" y="755"/>
                  </a:cubicBezTo>
                  <a:lnTo>
                    <a:pt x="1590" y="1193"/>
                  </a:lnTo>
                  <a:cubicBezTo>
                    <a:pt x="1590" y="1313"/>
                    <a:pt x="1690" y="1413"/>
                    <a:pt x="1810" y="1413"/>
                  </a:cubicBezTo>
                  <a:cubicBezTo>
                    <a:pt x="1930" y="1413"/>
                    <a:pt x="2029" y="1313"/>
                    <a:pt x="2029" y="1193"/>
                  </a:cubicBezTo>
                  <a:lnTo>
                    <a:pt x="2029" y="758"/>
                  </a:lnTo>
                  <a:cubicBezTo>
                    <a:pt x="2025" y="340"/>
                    <a:pt x="1690" y="1"/>
                    <a:pt x="1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79"/>
          <p:cNvGrpSpPr/>
          <p:nvPr/>
        </p:nvGrpSpPr>
        <p:grpSpPr>
          <a:xfrm>
            <a:off x="4655076" y="3665112"/>
            <a:ext cx="385276" cy="385302"/>
            <a:chOff x="4655076" y="3665112"/>
            <a:chExt cx="385276" cy="385302"/>
          </a:xfrm>
        </p:grpSpPr>
        <p:sp>
          <p:nvSpPr>
            <p:cNvPr id="8079" name="Google Shape;8079;p79"/>
            <p:cNvSpPr/>
            <p:nvPr/>
          </p:nvSpPr>
          <p:spPr>
            <a:xfrm>
              <a:off x="4660734" y="3670875"/>
              <a:ext cx="373881" cy="373881"/>
            </a:xfrm>
            <a:custGeom>
              <a:rect b="b" l="l" r="r" t="t"/>
              <a:pathLst>
                <a:path extrusionOk="0" h="14273" w="14273">
                  <a:moveTo>
                    <a:pt x="2416" y="0"/>
                  </a:moveTo>
                  <a:cubicBezTo>
                    <a:pt x="1083" y="0"/>
                    <a:pt x="0" y="1080"/>
                    <a:pt x="0" y="2416"/>
                  </a:cubicBezTo>
                  <a:lnTo>
                    <a:pt x="0" y="11857"/>
                  </a:lnTo>
                  <a:cubicBezTo>
                    <a:pt x="0" y="13190"/>
                    <a:pt x="1083" y="14273"/>
                    <a:pt x="2416" y="14273"/>
                  </a:cubicBezTo>
                  <a:lnTo>
                    <a:pt x="11857" y="14273"/>
                  </a:lnTo>
                  <a:cubicBezTo>
                    <a:pt x="13193" y="14273"/>
                    <a:pt x="14273" y="13190"/>
                    <a:pt x="14273" y="11857"/>
                  </a:cubicBezTo>
                  <a:lnTo>
                    <a:pt x="14273" y="2416"/>
                  </a:lnTo>
                  <a:cubicBezTo>
                    <a:pt x="14273" y="1080"/>
                    <a:pt x="13193" y="0"/>
                    <a:pt x="1185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9"/>
            <p:cNvSpPr/>
            <p:nvPr/>
          </p:nvSpPr>
          <p:spPr>
            <a:xfrm>
              <a:off x="4676792" y="3686854"/>
              <a:ext cx="341845" cy="341845"/>
            </a:xfrm>
            <a:custGeom>
              <a:rect b="b" l="l" r="r" t="t"/>
              <a:pathLst>
                <a:path extrusionOk="0" h="13050" w="13050">
                  <a:moveTo>
                    <a:pt x="1803" y="0"/>
                  </a:moveTo>
                  <a:cubicBezTo>
                    <a:pt x="809" y="4"/>
                    <a:pt x="0" y="809"/>
                    <a:pt x="0" y="1806"/>
                  </a:cubicBezTo>
                  <a:lnTo>
                    <a:pt x="0" y="11247"/>
                  </a:lnTo>
                  <a:cubicBezTo>
                    <a:pt x="0" y="12241"/>
                    <a:pt x="809" y="13049"/>
                    <a:pt x="1803" y="13049"/>
                  </a:cubicBezTo>
                  <a:lnTo>
                    <a:pt x="11244" y="13049"/>
                  </a:lnTo>
                  <a:cubicBezTo>
                    <a:pt x="12241" y="13049"/>
                    <a:pt x="13046" y="12241"/>
                    <a:pt x="13050" y="11247"/>
                  </a:cubicBezTo>
                  <a:lnTo>
                    <a:pt x="13050" y="1806"/>
                  </a:lnTo>
                  <a:cubicBezTo>
                    <a:pt x="13046" y="809"/>
                    <a:pt x="12241" y="4"/>
                    <a:pt x="11244"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9"/>
            <p:cNvSpPr/>
            <p:nvPr/>
          </p:nvSpPr>
          <p:spPr>
            <a:xfrm>
              <a:off x="4800930" y="3731281"/>
              <a:ext cx="93018" cy="89482"/>
            </a:xfrm>
            <a:custGeom>
              <a:rect b="b" l="l" r="r" t="t"/>
              <a:pathLst>
                <a:path extrusionOk="0" h="3416" w="3551">
                  <a:moveTo>
                    <a:pt x="1841" y="1"/>
                  </a:moveTo>
                  <a:cubicBezTo>
                    <a:pt x="1152" y="1"/>
                    <a:pt x="528" y="415"/>
                    <a:pt x="265" y="1056"/>
                  </a:cubicBezTo>
                  <a:cubicBezTo>
                    <a:pt x="1" y="1693"/>
                    <a:pt x="148" y="2427"/>
                    <a:pt x="635" y="2913"/>
                  </a:cubicBezTo>
                  <a:cubicBezTo>
                    <a:pt x="962" y="3241"/>
                    <a:pt x="1398" y="3415"/>
                    <a:pt x="1841" y="3415"/>
                  </a:cubicBezTo>
                  <a:cubicBezTo>
                    <a:pt x="2062" y="3415"/>
                    <a:pt x="2284" y="3372"/>
                    <a:pt x="2495" y="3283"/>
                  </a:cubicBezTo>
                  <a:cubicBezTo>
                    <a:pt x="3133" y="3020"/>
                    <a:pt x="3551" y="2399"/>
                    <a:pt x="3551" y="1707"/>
                  </a:cubicBezTo>
                  <a:cubicBezTo>
                    <a:pt x="3551" y="765"/>
                    <a:pt x="2783" y="1"/>
                    <a:pt x="1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9"/>
            <p:cNvSpPr/>
            <p:nvPr/>
          </p:nvSpPr>
          <p:spPr>
            <a:xfrm>
              <a:off x="4775625" y="3845020"/>
              <a:ext cx="144177" cy="139253"/>
            </a:xfrm>
            <a:custGeom>
              <a:rect b="b" l="l" r="r" t="t"/>
              <a:pathLst>
                <a:path extrusionOk="0" h="5316" w="5504">
                  <a:moveTo>
                    <a:pt x="405" y="0"/>
                  </a:moveTo>
                  <a:cubicBezTo>
                    <a:pt x="182" y="0"/>
                    <a:pt x="0" y="182"/>
                    <a:pt x="0" y="408"/>
                  </a:cubicBezTo>
                  <a:lnTo>
                    <a:pt x="0" y="963"/>
                  </a:lnTo>
                  <a:cubicBezTo>
                    <a:pt x="0" y="1186"/>
                    <a:pt x="182" y="1368"/>
                    <a:pt x="405" y="1368"/>
                  </a:cubicBezTo>
                  <a:lnTo>
                    <a:pt x="771" y="1368"/>
                  </a:lnTo>
                  <a:cubicBezTo>
                    <a:pt x="994" y="1368"/>
                    <a:pt x="1176" y="1549"/>
                    <a:pt x="1176" y="1775"/>
                  </a:cubicBezTo>
                  <a:lnTo>
                    <a:pt x="1176" y="3544"/>
                  </a:lnTo>
                  <a:cubicBezTo>
                    <a:pt x="1176" y="3770"/>
                    <a:pt x="994" y="3948"/>
                    <a:pt x="771" y="3951"/>
                  </a:cubicBezTo>
                  <a:lnTo>
                    <a:pt x="518" y="3951"/>
                  </a:lnTo>
                  <a:cubicBezTo>
                    <a:pt x="295" y="3951"/>
                    <a:pt x="113" y="4130"/>
                    <a:pt x="113" y="4356"/>
                  </a:cubicBezTo>
                  <a:lnTo>
                    <a:pt x="113" y="4911"/>
                  </a:lnTo>
                  <a:cubicBezTo>
                    <a:pt x="113" y="5134"/>
                    <a:pt x="295" y="5315"/>
                    <a:pt x="518" y="5315"/>
                  </a:cubicBezTo>
                  <a:lnTo>
                    <a:pt x="5099" y="5315"/>
                  </a:lnTo>
                  <a:cubicBezTo>
                    <a:pt x="5322" y="5315"/>
                    <a:pt x="5504" y="5134"/>
                    <a:pt x="5504" y="4911"/>
                  </a:cubicBezTo>
                  <a:lnTo>
                    <a:pt x="5504" y="4356"/>
                  </a:lnTo>
                  <a:cubicBezTo>
                    <a:pt x="5504" y="4132"/>
                    <a:pt x="5325" y="3951"/>
                    <a:pt x="5106" y="3951"/>
                  </a:cubicBezTo>
                  <a:cubicBezTo>
                    <a:pt x="5104" y="3951"/>
                    <a:pt x="5101" y="3951"/>
                    <a:pt x="5099" y="3951"/>
                  </a:cubicBezTo>
                  <a:lnTo>
                    <a:pt x="4846" y="3948"/>
                  </a:lnTo>
                  <a:cubicBezTo>
                    <a:pt x="4623" y="3948"/>
                    <a:pt x="4441" y="3766"/>
                    <a:pt x="4441" y="3544"/>
                  </a:cubicBezTo>
                  <a:lnTo>
                    <a:pt x="4441" y="408"/>
                  </a:lnTo>
                  <a:cubicBezTo>
                    <a:pt x="4441" y="182"/>
                    <a:pt x="4260" y="4"/>
                    <a:pt x="4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9"/>
            <p:cNvSpPr/>
            <p:nvPr/>
          </p:nvSpPr>
          <p:spPr>
            <a:xfrm>
              <a:off x="4655076" y="3665112"/>
              <a:ext cx="385276" cy="385302"/>
            </a:xfrm>
            <a:custGeom>
              <a:rect b="b" l="l" r="r" t="t"/>
              <a:pathLst>
                <a:path extrusionOk="0" h="14709" w="14708">
                  <a:moveTo>
                    <a:pt x="2632" y="1"/>
                  </a:moveTo>
                  <a:cubicBezTo>
                    <a:pt x="1179" y="1"/>
                    <a:pt x="0" y="1180"/>
                    <a:pt x="0" y="2636"/>
                  </a:cubicBezTo>
                  <a:lnTo>
                    <a:pt x="0" y="12077"/>
                  </a:lnTo>
                  <a:cubicBezTo>
                    <a:pt x="0" y="13530"/>
                    <a:pt x="1179" y="14709"/>
                    <a:pt x="2632" y="14709"/>
                  </a:cubicBezTo>
                  <a:lnTo>
                    <a:pt x="12073" y="14709"/>
                  </a:lnTo>
                  <a:cubicBezTo>
                    <a:pt x="13529" y="14709"/>
                    <a:pt x="14704" y="13530"/>
                    <a:pt x="14708" y="12077"/>
                  </a:cubicBezTo>
                  <a:lnTo>
                    <a:pt x="14708" y="2636"/>
                  </a:lnTo>
                  <a:cubicBezTo>
                    <a:pt x="14704" y="1180"/>
                    <a:pt x="13529" y="1"/>
                    <a:pt x="12073" y="1"/>
                  </a:cubicBezTo>
                  <a:lnTo>
                    <a:pt x="10616" y="1"/>
                  </a:lnTo>
                  <a:cubicBezTo>
                    <a:pt x="10325" y="1"/>
                    <a:pt x="10325" y="440"/>
                    <a:pt x="10616" y="440"/>
                  </a:cubicBezTo>
                  <a:lnTo>
                    <a:pt x="12073" y="440"/>
                  </a:lnTo>
                  <a:cubicBezTo>
                    <a:pt x="13286" y="440"/>
                    <a:pt x="14269" y="1423"/>
                    <a:pt x="14269" y="2636"/>
                  </a:cubicBezTo>
                  <a:lnTo>
                    <a:pt x="14269" y="12077"/>
                  </a:lnTo>
                  <a:cubicBezTo>
                    <a:pt x="14269" y="13290"/>
                    <a:pt x="13286" y="14270"/>
                    <a:pt x="12073" y="14274"/>
                  </a:cubicBezTo>
                  <a:lnTo>
                    <a:pt x="2632" y="14274"/>
                  </a:lnTo>
                  <a:cubicBezTo>
                    <a:pt x="1419" y="14270"/>
                    <a:pt x="439" y="13290"/>
                    <a:pt x="435" y="12077"/>
                  </a:cubicBezTo>
                  <a:lnTo>
                    <a:pt x="435" y="2636"/>
                  </a:lnTo>
                  <a:cubicBezTo>
                    <a:pt x="439" y="1423"/>
                    <a:pt x="1419" y="440"/>
                    <a:pt x="2632" y="440"/>
                  </a:cubicBezTo>
                  <a:lnTo>
                    <a:pt x="9742" y="440"/>
                  </a:lnTo>
                  <a:cubicBezTo>
                    <a:pt x="9862" y="436"/>
                    <a:pt x="9962" y="340"/>
                    <a:pt x="9962" y="220"/>
                  </a:cubicBezTo>
                  <a:cubicBezTo>
                    <a:pt x="9962" y="100"/>
                    <a:pt x="9862" y="1"/>
                    <a:pt x="9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9"/>
            <p:cNvSpPr/>
            <p:nvPr/>
          </p:nvSpPr>
          <p:spPr>
            <a:xfrm>
              <a:off x="4798677" y="3725466"/>
              <a:ext cx="105068" cy="100982"/>
            </a:xfrm>
            <a:custGeom>
              <a:rect b="b" l="l" r="r" t="t"/>
              <a:pathLst>
                <a:path extrusionOk="0" h="3855" w="4011">
                  <a:moveTo>
                    <a:pt x="1927" y="442"/>
                  </a:moveTo>
                  <a:cubicBezTo>
                    <a:pt x="2530" y="442"/>
                    <a:pt x="3071" y="805"/>
                    <a:pt x="3304" y="1360"/>
                  </a:cubicBezTo>
                  <a:cubicBezTo>
                    <a:pt x="3534" y="1915"/>
                    <a:pt x="3407" y="2556"/>
                    <a:pt x="2982" y="2981"/>
                  </a:cubicBezTo>
                  <a:cubicBezTo>
                    <a:pt x="2696" y="3268"/>
                    <a:pt x="2314" y="3419"/>
                    <a:pt x="1926" y="3419"/>
                  </a:cubicBezTo>
                  <a:cubicBezTo>
                    <a:pt x="1734" y="3419"/>
                    <a:pt x="1541" y="3383"/>
                    <a:pt x="1358" y="3307"/>
                  </a:cubicBezTo>
                  <a:cubicBezTo>
                    <a:pt x="803" y="3074"/>
                    <a:pt x="440" y="2532"/>
                    <a:pt x="440" y="1929"/>
                  </a:cubicBezTo>
                  <a:cubicBezTo>
                    <a:pt x="440" y="1107"/>
                    <a:pt x="1108" y="442"/>
                    <a:pt x="1927" y="442"/>
                  </a:cubicBezTo>
                  <a:close/>
                  <a:moveTo>
                    <a:pt x="1930" y="0"/>
                  </a:moveTo>
                  <a:cubicBezTo>
                    <a:pt x="1682" y="0"/>
                    <a:pt x="1432" y="48"/>
                    <a:pt x="1194" y="147"/>
                  </a:cubicBezTo>
                  <a:cubicBezTo>
                    <a:pt x="474" y="445"/>
                    <a:pt x="4" y="1148"/>
                    <a:pt x="4" y="1929"/>
                  </a:cubicBezTo>
                  <a:cubicBezTo>
                    <a:pt x="1" y="2991"/>
                    <a:pt x="865" y="3855"/>
                    <a:pt x="1927" y="3855"/>
                  </a:cubicBezTo>
                  <a:cubicBezTo>
                    <a:pt x="2708" y="3855"/>
                    <a:pt x="3411" y="3385"/>
                    <a:pt x="3709" y="2666"/>
                  </a:cubicBezTo>
                  <a:cubicBezTo>
                    <a:pt x="4010" y="1946"/>
                    <a:pt x="3846" y="1117"/>
                    <a:pt x="3294" y="565"/>
                  </a:cubicBezTo>
                  <a:cubicBezTo>
                    <a:pt x="2925" y="196"/>
                    <a:pt x="2432"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9"/>
            <p:cNvSpPr/>
            <p:nvPr/>
          </p:nvSpPr>
          <p:spPr>
            <a:xfrm>
              <a:off x="4769862" y="3839257"/>
              <a:ext cx="155703" cy="150752"/>
            </a:xfrm>
            <a:custGeom>
              <a:rect b="b" l="l" r="r" t="t"/>
              <a:pathLst>
                <a:path extrusionOk="0" h="5755" w="5944">
                  <a:moveTo>
                    <a:pt x="625" y="1"/>
                  </a:moveTo>
                  <a:cubicBezTo>
                    <a:pt x="279" y="1"/>
                    <a:pt x="1" y="282"/>
                    <a:pt x="1" y="625"/>
                  </a:cubicBezTo>
                  <a:lnTo>
                    <a:pt x="1" y="1183"/>
                  </a:lnTo>
                  <a:cubicBezTo>
                    <a:pt x="1" y="1526"/>
                    <a:pt x="279" y="1803"/>
                    <a:pt x="625" y="1807"/>
                  </a:cubicBezTo>
                  <a:lnTo>
                    <a:pt x="991" y="1807"/>
                  </a:lnTo>
                  <a:cubicBezTo>
                    <a:pt x="1094" y="1807"/>
                    <a:pt x="1176" y="1889"/>
                    <a:pt x="1176" y="1992"/>
                  </a:cubicBezTo>
                  <a:lnTo>
                    <a:pt x="1176" y="3764"/>
                  </a:lnTo>
                  <a:cubicBezTo>
                    <a:pt x="1176" y="3866"/>
                    <a:pt x="1094" y="3949"/>
                    <a:pt x="991" y="3949"/>
                  </a:cubicBezTo>
                  <a:lnTo>
                    <a:pt x="738" y="3949"/>
                  </a:lnTo>
                  <a:cubicBezTo>
                    <a:pt x="395" y="3949"/>
                    <a:pt x="114" y="4230"/>
                    <a:pt x="114" y="4572"/>
                  </a:cubicBezTo>
                  <a:lnTo>
                    <a:pt x="114" y="5131"/>
                  </a:lnTo>
                  <a:cubicBezTo>
                    <a:pt x="114" y="5474"/>
                    <a:pt x="395" y="5755"/>
                    <a:pt x="738" y="5755"/>
                  </a:cubicBezTo>
                  <a:lnTo>
                    <a:pt x="5319" y="5755"/>
                  </a:lnTo>
                  <a:cubicBezTo>
                    <a:pt x="5662" y="5755"/>
                    <a:pt x="5940" y="5474"/>
                    <a:pt x="5943" y="5131"/>
                  </a:cubicBezTo>
                  <a:lnTo>
                    <a:pt x="5943" y="4572"/>
                  </a:lnTo>
                  <a:cubicBezTo>
                    <a:pt x="5940" y="4230"/>
                    <a:pt x="5662" y="3949"/>
                    <a:pt x="5319" y="3949"/>
                  </a:cubicBezTo>
                  <a:lnTo>
                    <a:pt x="5066" y="3949"/>
                  </a:lnTo>
                  <a:lnTo>
                    <a:pt x="5066" y="3952"/>
                  </a:lnTo>
                  <a:cubicBezTo>
                    <a:pt x="4963" y="3952"/>
                    <a:pt x="4877" y="3866"/>
                    <a:pt x="4877" y="3764"/>
                  </a:cubicBezTo>
                  <a:lnTo>
                    <a:pt x="4877" y="628"/>
                  </a:lnTo>
                  <a:cubicBezTo>
                    <a:pt x="4877" y="282"/>
                    <a:pt x="4600" y="4"/>
                    <a:pt x="4254" y="4"/>
                  </a:cubicBezTo>
                  <a:lnTo>
                    <a:pt x="1910" y="4"/>
                  </a:lnTo>
                  <a:cubicBezTo>
                    <a:pt x="1618" y="4"/>
                    <a:pt x="1618" y="440"/>
                    <a:pt x="1910" y="440"/>
                  </a:cubicBezTo>
                  <a:lnTo>
                    <a:pt x="4254" y="440"/>
                  </a:lnTo>
                  <a:cubicBezTo>
                    <a:pt x="4356" y="440"/>
                    <a:pt x="4442" y="525"/>
                    <a:pt x="4442" y="628"/>
                  </a:cubicBezTo>
                  <a:lnTo>
                    <a:pt x="4442" y="3764"/>
                  </a:lnTo>
                  <a:cubicBezTo>
                    <a:pt x="4442" y="4110"/>
                    <a:pt x="4720" y="4387"/>
                    <a:pt x="5066" y="4387"/>
                  </a:cubicBezTo>
                  <a:lnTo>
                    <a:pt x="5319" y="4387"/>
                  </a:lnTo>
                  <a:cubicBezTo>
                    <a:pt x="5422" y="4387"/>
                    <a:pt x="5504" y="4473"/>
                    <a:pt x="5504" y="4576"/>
                  </a:cubicBezTo>
                  <a:lnTo>
                    <a:pt x="5504" y="5131"/>
                  </a:lnTo>
                  <a:cubicBezTo>
                    <a:pt x="5504" y="5234"/>
                    <a:pt x="5422" y="5319"/>
                    <a:pt x="5319" y="5319"/>
                  </a:cubicBezTo>
                  <a:lnTo>
                    <a:pt x="738" y="5319"/>
                  </a:lnTo>
                  <a:cubicBezTo>
                    <a:pt x="635" y="5319"/>
                    <a:pt x="553" y="5234"/>
                    <a:pt x="553" y="5131"/>
                  </a:cubicBezTo>
                  <a:lnTo>
                    <a:pt x="553" y="4576"/>
                  </a:lnTo>
                  <a:cubicBezTo>
                    <a:pt x="553" y="4473"/>
                    <a:pt x="635" y="4387"/>
                    <a:pt x="738" y="4387"/>
                  </a:cubicBezTo>
                  <a:lnTo>
                    <a:pt x="991" y="4387"/>
                  </a:lnTo>
                  <a:cubicBezTo>
                    <a:pt x="1334" y="4387"/>
                    <a:pt x="1615" y="4110"/>
                    <a:pt x="1615" y="3764"/>
                  </a:cubicBezTo>
                  <a:lnTo>
                    <a:pt x="1615" y="1992"/>
                  </a:lnTo>
                  <a:cubicBezTo>
                    <a:pt x="1615" y="1649"/>
                    <a:pt x="1334" y="1368"/>
                    <a:pt x="991" y="1368"/>
                  </a:cubicBezTo>
                  <a:lnTo>
                    <a:pt x="625" y="1368"/>
                  </a:lnTo>
                  <a:cubicBezTo>
                    <a:pt x="522" y="1368"/>
                    <a:pt x="436" y="1286"/>
                    <a:pt x="436" y="1183"/>
                  </a:cubicBezTo>
                  <a:lnTo>
                    <a:pt x="436" y="625"/>
                  </a:lnTo>
                  <a:cubicBezTo>
                    <a:pt x="436" y="522"/>
                    <a:pt x="522" y="440"/>
                    <a:pt x="625" y="440"/>
                  </a:cubicBezTo>
                  <a:lnTo>
                    <a:pt x="1036" y="440"/>
                  </a:lnTo>
                  <a:cubicBezTo>
                    <a:pt x="1156" y="440"/>
                    <a:pt x="1252" y="340"/>
                    <a:pt x="1252" y="220"/>
                  </a:cubicBezTo>
                  <a:cubicBezTo>
                    <a:pt x="1252" y="100"/>
                    <a:pt x="1156"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79"/>
          <p:cNvGrpSpPr/>
          <p:nvPr/>
        </p:nvGrpSpPr>
        <p:grpSpPr>
          <a:xfrm>
            <a:off x="5197967" y="3714018"/>
            <a:ext cx="386455" cy="287569"/>
            <a:chOff x="5197967" y="3714018"/>
            <a:chExt cx="386455" cy="287569"/>
          </a:xfrm>
        </p:grpSpPr>
        <p:sp>
          <p:nvSpPr>
            <p:cNvPr id="8087" name="Google Shape;8087;p79"/>
            <p:cNvSpPr/>
            <p:nvPr/>
          </p:nvSpPr>
          <p:spPr>
            <a:xfrm>
              <a:off x="5204595" y="3720148"/>
              <a:ext cx="373200" cy="275336"/>
            </a:xfrm>
            <a:custGeom>
              <a:rect b="b" l="l" r="r" t="t"/>
              <a:pathLst>
                <a:path extrusionOk="0" h="10511" w="14247">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9"/>
            <p:cNvSpPr/>
            <p:nvPr/>
          </p:nvSpPr>
          <p:spPr>
            <a:xfrm>
              <a:off x="5319591" y="3758576"/>
              <a:ext cx="258204" cy="236908"/>
            </a:xfrm>
            <a:custGeom>
              <a:rect b="b" l="l" r="r" t="t"/>
              <a:pathLst>
                <a:path extrusionOk="0" h="9044" w="9857">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9"/>
            <p:cNvSpPr/>
            <p:nvPr/>
          </p:nvSpPr>
          <p:spPr>
            <a:xfrm>
              <a:off x="5197967" y="3810259"/>
              <a:ext cx="323299" cy="191328"/>
            </a:xfrm>
            <a:custGeom>
              <a:rect b="b" l="l" r="r" t="t"/>
              <a:pathLst>
                <a:path extrusionOk="0" h="7304" w="12342">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9"/>
            <p:cNvSpPr/>
            <p:nvPr/>
          </p:nvSpPr>
          <p:spPr>
            <a:xfrm>
              <a:off x="5292217" y="3714018"/>
              <a:ext cx="292205" cy="184622"/>
            </a:xfrm>
            <a:custGeom>
              <a:rect b="b" l="l" r="r" t="t"/>
              <a:pathLst>
                <a:path extrusionOk="0" h="7048" w="11155">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79"/>
          <p:cNvGrpSpPr/>
          <p:nvPr/>
        </p:nvGrpSpPr>
        <p:grpSpPr>
          <a:xfrm>
            <a:off x="5778658" y="3703488"/>
            <a:ext cx="312140" cy="308603"/>
            <a:chOff x="5778658" y="3703488"/>
            <a:chExt cx="312140" cy="308603"/>
          </a:xfrm>
        </p:grpSpPr>
        <p:sp>
          <p:nvSpPr>
            <p:cNvPr id="8092" name="Google Shape;8092;p79"/>
            <p:cNvSpPr/>
            <p:nvPr/>
          </p:nvSpPr>
          <p:spPr>
            <a:xfrm>
              <a:off x="5784133" y="3708544"/>
              <a:ext cx="301190" cy="298466"/>
            </a:xfrm>
            <a:custGeom>
              <a:rect b="b" l="l" r="r" t="t"/>
              <a:pathLst>
                <a:path extrusionOk="0" h="11394" w="11498">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9"/>
            <p:cNvSpPr/>
            <p:nvPr/>
          </p:nvSpPr>
          <p:spPr>
            <a:xfrm>
              <a:off x="5887865" y="3703540"/>
              <a:ext cx="202933" cy="308551"/>
            </a:xfrm>
            <a:custGeom>
              <a:rect b="b" l="l" r="r" t="t"/>
              <a:pathLst>
                <a:path extrusionOk="0" h="11779" w="7747">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9"/>
            <p:cNvSpPr/>
            <p:nvPr/>
          </p:nvSpPr>
          <p:spPr>
            <a:xfrm>
              <a:off x="5778658" y="3703488"/>
              <a:ext cx="192533" cy="308603"/>
            </a:xfrm>
            <a:custGeom>
              <a:rect b="b" l="l" r="r" t="t"/>
              <a:pathLst>
                <a:path extrusionOk="0" h="11781" w="735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5" name="Google Shape;8095;p79"/>
          <p:cNvGrpSpPr/>
          <p:nvPr/>
        </p:nvGrpSpPr>
        <p:grpSpPr>
          <a:xfrm>
            <a:off x="6282597" y="3679546"/>
            <a:ext cx="391406" cy="356514"/>
            <a:chOff x="6282597" y="3679546"/>
            <a:chExt cx="391406" cy="356514"/>
          </a:xfrm>
        </p:grpSpPr>
        <p:sp>
          <p:nvSpPr>
            <p:cNvPr id="8096" name="Google Shape;8096;p79"/>
            <p:cNvSpPr/>
            <p:nvPr/>
          </p:nvSpPr>
          <p:spPr>
            <a:xfrm>
              <a:off x="6348583" y="3733874"/>
              <a:ext cx="48566" cy="66719"/>
            </a:xfrm>
            <a:custGeom>
              <a:rect b="b" l="l" r="r" t="t"/>
              <a:pathLst>
                <a:path extrusionOk="0" h="2547" w="1854">
                  <a:moveTo>
                    <a:pt x="0" y="1"/>
                  </a:moveTo>
                  <a:lnTo>
                    <a:pt x="0" y="2547"/>
                  </a:lnTo>
                  <a:lnTo>
                    <a:pt x="1854" y="933"/>
                  </a:lnTo>
                  <a:lnTo>
                    <a:pt x="1854"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9"/>
            <p:cNvSpPr/>
            <p:nvPr/>
          </p:nvSpPr>
          <p:spPr>
            <a:xfrm>
              <a:off x="6371818" y="3733874"/>
              <a:ext cx="25331" cy="46522"/>
            </a:xfrm>
            <a:custGeom>
              <a:rect b="b" l="l" r="r" t="t"/>
              <a:pathLst>
                <a:path extrusionOk="0" h="1776" w="967">
                  <a:moveTo>
                    <a:pt x="1" y="1"/>
                  </a:moveTo>
                  <a:lnTo>
                    <a:pt x="1" y="1776"/>
                  </a:lnTo>
                  <a:lnTo>
                    <a:pt x="967" y="933"/>
                  </a:lnTo>
                  <a:lnTo>
                    <a:pt x="967"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9"/>
            <p:cNvSpPr/>
            <p:nvPr/>
          </p:nvSpPr>
          <p:spPr>
            <a:xfrm>
              <a:off x="6336533" y="3725308"/>
              <a:ext cx="283430" cy="305277"/>
            </a:xfrm>
            <a:custGeom>
              <a:rect b="b" l="l" r="r" t="t"/>
              <a:pathLst>
                <a:path extrusionOk="0" h="11654" w="10820">
                  <a:moveTo>
                    <a:pt x="5410" y="1"/>
                  </a:moveTo>
                  <a:cubicBezTo>
                    <a:pt x="5383" y="1"/>
                    <a:pt x="5357" y="9"/>
                    <a:pt x="5336" y="26"/>
                  </a:cubicBezTo>
                  <a:lnTo>
                    <a:pt x="1" y="4673"/>
                  </a:lnTo>
                  <a:lnTo>
                    <a:pt x="1" y="11335"/>
                  </a:lnTo>
                  <a:cubicBezTo>
                    <a:pt x="1" y="11510"/>
                    <a:pt x="145" y="11653"/>
                    <a:pt x="320" y="11653"/>
                  </a:cubicBezTo>
                  <a:lnTo>
                    <a:pt x="10501" y="11653"/>
                  </a:lnTo>
                  <a:cubicBezTo>
                    <a:pt x="10675" y="11653"/>
                    <a:pt x="10819" y="11510"/>
                    <a:pt x="10819" y="11335"/>
                  </a:cubicBezTo>
                  <a:lnTo>
                    <a:pt x="10819" y="4673"/>
                  </a:lnTo>
                  <a:lnTo>
                    <a:pt x="5484" y="26"/>
                  </a:lnTo>
                  <a:cubicBezTo>
                    <a:pt x="5463" y="9"/>
                    <a:pt x="5437" y="1"/>
                    <a:pt x="541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9"/>
            <p:cNvSpPr/>
            <p:nvPr/>
          </p:nvSpPr>
          <p:spPr>
            <a:xfrm>
              <a:off x="6465177" y="3725308"/>
              <a:ext cx="154786" cy="305277"/>
            </a:xfrm>
            <a:custGeom>
              <a:rect b="b" l="l" r="r" t="t"/>
              <a:pathLst>
                <a:path extrusionOk="0" h="11654" w="5909">
                  <a:moveTo>
                    <a:pt x="499" y="1"/>
                  </a:moveTo>
                  <a:cubicBezTo>
                    <a:pt x="472" y="1"/>
                    <a:pt x="446" y="9"/>
                    <a:pt x="425" y="26"/>
                  </a:cubicBezTo>
                  <a:lnTo>
                    <a:pt x="0" y="396"/>
                  </a:lnTo>
                  <a:cubicBezTo>
                    <a:pt x="1916" y="2031"/>
                    <a:pt x="4959" y="4670"/>
                    <a:pt x="4959" y="4670"/>
                  </a:cubicBezTo>
                  <a:lnTo>
                    <a:pt x="4959" y="11331"/>
                  </a:lnTo>
                  <a:cubicBezTo>
                    <a:pt x="4959" y="11510"/>
                    <a:pt x="4815" y="11653"/>
                    <a:pt x="4640" y="11653"/>
                  </a:cubicBezTo>
                  <a:lnTo>
                    <a:pt x="5590" y="11653"/>
                  </a:lnTo>
                  <a:cubicBezTo>
                    <a:pt x="5764" y="11653"/>
                    <a:pt x="5908" y="11510"/>
                    <a:pt x="5908" y="11331"/>
                  </a:cubicBezTo>
                  <a:lnTo>
                    <a:pt x="5908" y="4673"/>
                  </a:lnTo>
                  <a:lnTo>
                    <a:pt x="573" y="26"/>
                  </a:lnTo>
                  <a:cubicBezTo>
                    <a:pt x="552" y="9"/>
                    <a:pt x="526" y="1"/>
                    <a:pt x="49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9"/>
            <p:cNvSpPr/>
            <p:nvPr/>
          </p:nvSpPr>
          <p:spPr>
            <a:xfrm>
              <a:off x="6336638" y="3715302"/>
              <a:ext cx="70569" cy="22292"/>
            </a:xfrm>
            <a:custGeom>
              <a:rect b="b" l="l" r="r" t="t"/>
              <a:pathLst>
                <a:path extrusionOk="0" h="851" w="2694">
                  <a:moveTo>
                    <a:pt x="117" y="1"/>
                  </a:moveTo>
                  <a:cubicBezTo>
                    <a:pt x="52" y="1"/>
                    <a:pt x="0" y="52"/>
                    <a:pt x="0" y="117"/>
                  </a:cubicBezTo>
                  <a:lnTo>
                    <a:pt x="0" y="734"/>
                  </a:lnTo>
                  <a:cubicBezTo>
                    <a:pt x="0" y="799"/>
                    <a:pt x="52" y="850"/>
                    <a:pt x="117" y="850"/>
                  </a:cubicBezTo>
                  <a:lnTo>
                    <a:pt x="2574" y="850"/>
                  </a:lnTo>
                  <a:cubicBezTo>
                    <a:pt x="2642" y="850"/>
                    <a:pt x="2694" y="799"/>
                    <a:pt x="2694" y="734"/>
                  </a:cubicBezTo>
                  <a:lnTo>
                    <a:pt x="2694" y="117"/>
                  </a:lnTo>
                  <a:cubicBezTo>
                    <a:pt x="2694" y="52"/>
                    <a:pt x="2642" y="1"/>
                    <a:pt x="257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9"/>
            <p:cNvSpPr/>
            <p:nvPr/>
          </p:nvSpPr>
          <p:spPr>
            <a:xfrm>
              <a:off x="6438877" y="3878942"/>
              <a:ext cx="85579" cy="151643"/>
            </a:xfrm>
            <a:custGeom>
              <a:rect b="b" l="l" r="r" t="t"/>
              <a:pathLst>
                <a:path extrusionOk="0" h="5789" w="3267">
                  <a:moveTo>
                    <a:pt x="295" y="1"/>
                  </a:moveTo>
                  <a:cubicBezTo>
                    <a:pt x="131" y="1"/>
                    <a:pt x="0" y="131"/>
                    <a:pt x="0" y="295"/>
                  </a:cubicBezTo>
                  <a:lnTo>
                    <a:pt x="0" y="5788"/>
                  </a:lnTo>
                  <a:lnTo>
                    <a:pt x="3266" y="5788"/>
                  </a:lnTo>
                  <a:lnTo>
                    <a:pt x="3266" y="295"/>
                  </a:lnTo>
                  <a:cubicBezTo>
                    <a:pt x="3266" y="131"/>
                    <a:pt x="3132" y="1"/>
                    <a:pt x="297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9"/>
            <p:cNvSpPr/>
            <p:nvPr/>
          </p:nvSpPr>
          <p:spPr>
            <a:xfrm>
              <a:off x="6491214" y="3878942"/>
              <a:ext cx="33241" cy="151643"/>
            </a:xfrm>
            <a:custGeom>
              <a:rect b="b" l="l" r="r" t="t"/>
              <a:pathLst>
                <a:path extrusionOk="0" h="5789" w="1269">
                  <a:moveTo>
                    <a:pt x="0" y="1"/>
                  </a:moveTo>
                  <a:cubicBezTo>
                    <a:pt x="161" y="1"/>
                    <a:pt x="295" y="131"/>
                    <a:pt x="295" y="295"/>
                  </a:cubicBezTo>
                  <a:lnTo>
                    <a:pt x="295" y="5788"/>
                  </a:lnTo>
                  <a:lnTo>
                    <a:pt x="1268" y="5788"/>
                  </a:lnTo>
                  <a:lnTo>
                    <a:pt x="1268" y="295"/>
                  </a:lnTo>
                  <a:cubicBezTo>
                    <a:pt x="1268" y="131"/>
                    <a:pt x="1134" y="1"/>
                    <a:pt x="973"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9"/>
            <p:cNvSpPr/>
            <p:nvPr/>
          </p:nvSpPr>
          <p:spPr>
            <a:xfrm>
              <a:off x="6289958" y="3685021"/>
              <a:ext cx="376501" cy="166312"/>
            </a:xfrm>
            <a:custGeom>
              <a:rect b="b" l="l" r="r" t="t"/>
              <a:pathLst>
                <a:path extrusionOk="0" h="6349" w="14373">
                  <a:moveTo>
                    <a:pt x="7187" y="0"/>
                  </a:moveTo>
                  <a:cubicBezTo>
                    <a:pt x="7161" y="0"/>
                    <a:pt x="7135" y="9"/>
                    <a:pt x="7114" y="26"/>
                  </a:cubicBezTo>
                  <a:lnTo>
                    <a:pt x="83" y="6149"/>
                  </a:lnTo>
                  <a:cubicBezTo>
                    <a:pt x="0" y="6218"/>
                    <a:pt x="52" y="6348"/>
                    <a:pt x="158" y="6348"/>
                  </a:cubicBezTo>
                  <a:lnTo>
                    <a:pt x="1779" y="6348"/>
                  </a:lnTo>
                  <a:lnTo>
                    <a:pt x="7114" y="1705"/>
                  </a:lnTo>
                  <a:cubicBezTo>
                    <a:pt x="7135" y="1686"/>
                    <a:pt x="7161" y="1677"/>
                    <a:pt x="7187" y="1677"/>
                  </a:cubicBezTo>
                  <a:cubicBezTo>
                    <a:pt x="7213" y="1677"/>
                    <a:pt x="7239" y="1686"/>
                    <a:pt x="7262" y="1705"/>
                  </a:cubicBezTo>
                  <a:lnTo>
                    <a:pt x="12597" y="6348"/>
                  </a:lnTo>
                  <a:lnTo>
                    <a:pt x="14218" y="6348"/>
                  </a:lnTo>
                  <a:cubicBezTo>
                    <a:pt x="14324" y="6348"/>
                    <a:pt x="14372" y="6218"/>
                    <a:pt x="14293" y="6149"/>
                  </a:cubicBezTo>
                  <a:lnTo>
                    <a:pt x="7262" y="26"/>
                  </a:lnTo>
                  <a:cubicBezTo>
                    <a:pt x="7239" y="9"/>
                    <a:pt x="7213" y="0"/>
                    <a:pt x="7187"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9"/>
            <p:cNvSpPr/>
            <p:nvPr/>
          </p:nvSpPr>
          <p:spPr>
            <a:xfrm>
              <a:off x="6381615" y="3715302"/>
              <a:ext cx="25593" cy="22292"/>
            </a:xfrm>
            <a:custGeom>
              <a:rect b="b" l="l" r="r" t="t"/>
              <a:pathLst>
                <a:path extrusionOk="0" h="851" w="977">
                  <a:moveTo>
                    <a:pt x="0" y="1"/>
                  </a:moveTo>
                  <a:lnTo>
                    <a:pt x="0" y="850"/>
                  </a:lnTo>
                  <a:lnTo>
                    <a:pt x="857" y="850"/>
                  </a:lnTo>
                  <a:cubicBezTo>
                    <a:pt x="925" y="850"/>
                    <a:pt x="977" y="799"/>
                    <a:pt x="977" y="734"/>
                  </a:cubicBezTo>
                  <a:lnTo>
                    <a:pt x="977" y="117"/>
                  </a:lnTo>
                  <a:cubicBezTo>
                    <a:pt x="977" y="52"/>
                    <a:pt x="925" y="1"/>
                    <a:pt x="857"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9"/>
            <p:cNvSpPr/>
            <p:nvPr/>
          </p:nvSpPr>
          <p:spPr>
            <a:xfrm>
              <a:off x="6282597" y="3679546"/>
              <a:ext cx="391406" cy="356514"/>
            </a:xfrm>
            <a:custGeom>
              <a:rect b="b" l="l" r="r" t="t"/>
              <a:pathLst>
                <a:path extrusionOk="0" h="13610" w="14942">
                  <a:moveTo>
                    <a:pt x="4548" y="1571"/>
                  </a:moveTo>
                  <a:lnTo>
                    <a:pt x="4548" y="2006"/>
                  </a:lnTo>
                  <a:lnTo>
                    <a:pt x="2272" y="2006"/>
                  </a:lnTo>
                  <a:lnTo>
                    <a:pt x="2272" y="1571"/>
                  </a:lnTo>
                  <a:close/>
                  <a:moveTo>
                    <a:pt x="4164" y="2424"/>
                  </a:moveTo>
                  <a:lnTo>
                    <a:pt x="4164" y="2774"/>
                  </a:lnTo>
                  <a:lnTo>
                    <a:pt x="2728" y="4021"/>
                  </a:lnTo>
                  <a:lnTo>
                    <a:pt x="2728" y="2424"/>
                  </a:lnTo>
                  <a:close/>
                  <a:moveTo>
                    <a:pt x="8937" y="7822"/>
                  </a:moveTo>
                  <a:cubicBezTo>
                    <a:pt x="8985" y="7822"/>
                    <a:pt x="9023" y="7859"/>
                    <a:pt x="9023" y="7907"/>
                  </a:cubicBezTo>
                  <a:lnTo>
                    <a:pt x="9023" y="13191"/>
                  </a:lnTo>
                  <a:lnTo>
                    <a:pt x="6175" y="13191"/>
                  </a:lnTo>
                  <a:lnTo>
                    <a:pt x="6175" y="7907"/>
                  </a:lnTo>
                  <a:cubicBezTo>
                    <a:pt x="6175" y="7859"/>
                    <a:pt x="6213" y="7822"/>
                    <a:pt x="6261" y="7822"/>
                  </a:cubicBezTo>
                  <a:close/>
                  <a:moveTo>
                    <a:pt x="7469" y="1"/>
                  </a:moveTo>
                  <a:cubicBezTo>
                    <a:pt x="7394" y="1"/>
                    <a:pt x="7318" y="27"/>
                    <a:pt x="7258" y="80"/>
                  </a:cubicBezTo>
                  <a:lnTo>
                    <a:pt x="4966" y="2075"/>
                  </a:lnTo>
                  <a:lnTo>
                    <a:pt x="4966" y="1482"/>
                  </a:lnTo>
                  <a:cubicBezTo>
                    <a:pt x="4962" y="1300"/>
                    <a:pt x="4818" y="1153"/>
                    <a:pt x="4637" y="1153"/>
                  </a:cubicBezTo>
                  <a:lnTo>
                    <a:pt x="2180" y="1153"/>
                  </a:lnTo>
                  <a:cubicBezTo>
                    <a:pt x="1998" y="1153"/>
                    <a:pt x="1854" y="1300"/>
                    <a:pt x="1851" y="1482"/>
                  </a:cubicBezTo>
                  <a:lnTo>
                    <a:pt x="1851" y="2099"/>
                  </a:lnTo>
                  <a:cubicBezTo>
                    <a:pt x="1854" y="2277"/>
                    <a:pt x="1998" y="2424"/>
                    <a:pt x="2180" y="2424"/>
                  </a:cubicBezTo>
                  <a:lnTo>
                    <a:pt x="2310" y="2424"/>
                  </a:lnTo>
                  <a:lnTo>
                    <a:pt x="2310" y="4385"/>
                  </a:lnTo>
                  <a:lnTo>
                    <a:pt x="226" y="6201"/>
                  </a:lnTo>
                  <a:cubicBezTo>
                    <a:pt x="0" y="6396"/>
                    <a:pt x="141" y="6766"/>
                    <a:pt x="439" y="6766"/>
                  </a:cubicBezTo>
                  <a:lnTo>
                    <a:pt x="1851" y="6766"/>
                  </a:lnTo>
                  <a:lnTo>
                    <a:pt x="1851" y="10484"/>
                  </a:lnTo>
                  <a:cubicBezTo>
                    <a:pt x="1847" y="10604"/>
                    <a:pt x="1940" y="10704"/>
                    <a:pt x="2060" y="10704"/>
                  </a:cubicBezTo>
                  <a:cubicBezTo>
                    <a:pt x="2180" y="10704"/>
                    <a:pt x="2276" y="10604"/>
                    <a:pt x="2269" y="10484"/>
                  </a:cubicBezTo>
                  <a:lnTo>
                    <a:pt x="2269" y="6653"/>
                  </a:lnTo>
                  <a:lnTo>
                    <a:pt x="7471" y="2126"/>
                  </a:lnTo>
                  <a:lnTo>
                    <a:pt x="12669" y="6653"/>
                  </a:lnTo>
                  <a:lnTo>
                    <a:pt x="12669" y="13082"/>
                  </a:lnTo>
                  <a:cubicBezTo>
                    <a:pt x="12669" y="13140"/>
                    <a:pt x="12618" y="13191"/>
                    <a:pt x="12560" y="13191"/>
                  </a:cubicBezTo>
                  <a:lnTo>
                    <a:pt x="9441" y="13191"/>
                  </a:lnTo>
                  <a:lnTo>
                    <a:pt x="9441" y="7907"/>
                  </a:lnTo>
                  <a:cubicBezTo>
                    <a:pt x="9441" y="7630"/>
                    <a:pt x="9215" y="7404"/>
                    <a:pt x="8937" y="7404"/>
                  </a:cubicBezTo>
                  <a:lnTo>
                    <a:pt x="6261" y="7404"/>
                  </a:lnTo>
                  <a:cubicBezTo>
                    <a:pt x="5983" y="7404"/>
                    <a:pt x="5757" y="7630"/>
                    <a:pt x="5757" y="7907"/>
                  </a:cubicBezTo>
                  <a:lnTo>
                    <a:pt x="5757" y="13191"/>
                  </a:lnTo>
                  <a:lnTo>
                    <a:pt x="2379" y="13191"/>
                  </a:lnTo>
                  <a:cubicBezTo>
                    <a:pt x="2320" y="13191"/>
                    <a:pt x="2269" y="13140"/>
                    <a:pt x="2269" y="13082"/>
                  </a:cubicBezTo>
                  <a:lnTo>
                    <a:pt x="2269" y="11492"/>
                  </a:lnTo>
                  <a:cubicBezTo>
                    <a:pt x="2264" y="11358"/>
                    <a:pt x="2163" y="11291"/>
                    <a:pt x="2061" y="11291"/>
                  </a:cubicBezTo>
                  <a:cubicBezTo>
                    <a:pt x="1960" y="11291"/>
                    <a:pt x="1858" y="11358"/>
                    <a:pt x="1851" y="11492"/>
                  </a:cubicBezTo>
                  <a:lnTo>
                    <a:pt x="1851" y="13082"/>
                  </a:lnTo>
                  <a:cubicBezTo>
                    <a:pt x="1851" y="13373"/>
                    <a:pt x="2087" y="13609"/>
                    <a:pt x="2379" y="13609"/>
                  </a:cubicBezTo>
                  <a:lnTo>
                    <a:pt x="12560" y="13609"/>
                  </a:lnTo>
                  <a:cubicBezTo>
                    <a:pt x="12851" y="13609"/>
                    <a:pt x="13087" y="13373"/>
                    <a:pt x="13087" y="13082"/>
                  </a:cubicBezTo>
                  <a:lnTo>
                    <a:pt x="13087" y="6766"/>
                  </a:lnTo>
                  <a:lnTo>
                    <a:pt x="14499" y="6766"/>
                  </a:lnTo>
                  <a:cubicBezTo>
                    <a:pt x="14801" y="6766"/>
                    <a:pt x="14941" y="6396"/>
                    <a:pt x="14715" y="6201"/>
                  </a:cubicBezTo>
                  <a:lnTo>
                    <a:pt x="14712" y="6201"/>
                  </a:lnTo>
                  <a:lnTo>
                    <a:pt x="11675" y="3555"/>
                  </a:lnTo>
                  <a:cubicBezTo>
                    <a:pt x="11631" y="3517"/>
                    <a:pt x="11583" y="3501"/>
                    <a:pt x="11538" y="3501"/>
                  </a:cubicBezTo>
                  <a:cubicBezTo>
                    <a:pt x="11369" y="3501"/>
                    <a:pt x="11234" y="3727"/>
                    <a:pt x="11401" y="3871"/>
                  </a:cubicBezTo>
                  <a:lnTo>
                    <a:pt x="14245" y="6348"/>
                  </a:lnTo>
                  <a:lnTo>
                    <a:pt x="12954" y="6348"/>
                  </a:lnTo>
                  <a:lnTo>
                    <a:pt x="7680" y="1756"/>
                  </a:lnTo>
                  <a:cubicBezTo>
                    <a:pt x="7620" y="1703"/>
                    <a:pt x="7544" y="1677"/>
                    <a:pt x="7469" y="1677"/>
                  </a:cubicBezTo>
                  <a:cubicBezTo>
                    <a:pt x="7394" y="1677"/>
                    <a:pt x="7318" y="1703"/>
                    <a:pt x="7258" y="1756"/>
                  </a:cubicBezTo>
                  <a:lnTo>
                    <a:pt x="1981" y="6348"/>
                  </a:lnTo>
                  <a:lnTo>
                    <a:pt x="693" y="6348"/>
                  </a:lnTo>
                  <a:lnTo>
                    <a:pt x="2656" y="4638"/>
                  </a:lnTo>
                  <a:lnTo>
                    <a:pt x="4510" y="3024"/>
                  </a:lnTo>
                  <a:lnTo>
                    <a:pt x="7467" y="451"/>
                  </a:lnTo>
                  <a:lnTo>
                    <a:pt x="10644" y="3216"/>
                  </a:lnTo>
                  <a:cubicBezTo>
                    <a:pt x="10689" y="3254"/>
                    <a:pt x="10736" y="3271"/>
                    <a:pt x="10782" y="3271"/>
                  </a:cubicBezTo>
                  <a:cubicBezTo>
                    <a:pt x="10951" y="3271"/>
                    <a:pt x="11086" y="3044"/>
                    <a:pt x="10921" y="2901"/>
                  </a:cubicBezTo>
                  <a:lnTo>
                    <a:pt x="7680" y="80"/>
                  </a:lnTo>
                  <a:cubicBezTo>
                    <a:pt x="7620" y="27"/>
                    <a:pt x="7544" y="1"/>
                    <a:pt x="7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79"/>
          <p:cNvGrpSpPr/>
          <p:nvPr/>
        </p:nvGrpSpPr>
        <p:grpSpPr>
          <a:xfrm>
            <a:off x="6829077" y="3723030"/>
            <a:ext cx="385302" cy="269494"/>
            <a:chOff x="6829077" y="3723030"/>
            <a:chExt cx="385302" cy="269494"/>
          </a:xfrm>
        </p:grpSpPr>
        <p:sp>
          <p:nvSpPr>
            <p:cNvPr id="8107" name="Google Shape;8107;p79"/>
            <p:cNvSpPr/>
            <p:nvPr/>
          </p:nvSpPr>
          <p:spPr>
            <a:xfrm>
              <a:off x="6835102" y="3806330"/>
              <a:ext cx="373253" cy="180169"/>
            </a:xfrm>
            <a:custGeom>
              <a:rect b="b" l="l" r="r" t="t"/>
              <a:pathLst>
                <a:path extrusionOk="0" h="6878" w="14249">
                  <a:moveTo>
                    <a:pt x="0" y="0"/>
                  </a:moveTo>
                  <a:lnTo>
                    <a:pt x="0" y="6631"/>
                  </a:lnTo>
                  <a:cubicBezTo>
                    <a:pt x="0" y="6768"/>
                    <a:pt x="110" y="6878"/>
                    <a:pt x="247" y="6878"/>
                  </a:cubicBezTo>
                  <a:lnTo>
                    <a:pt x="14006" y="6878"/>
                  </a:lnTo>
                  <a:cubicBezTo>
                    <a:pt x="14139" y="6878"/>
                    <a:pt x="14249" y="6768"/>
                    <a:pt x="14249" y="6635"/>
                  </a:cubicBezTo>
                  <a:lnTo>
                    <a:pt x="14249"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9"/>
            <p:cNvSpPr/>
            <p:nvPr/>
          </p:nvSpPr>
          <p:spPr>
            <a:xfrm>
              <a:off x="6835102" y="3729028"/>
              <a:ext cx="373253" cy="180274"/>
            </a:xfrm>
            <a:custGeom>
              <a:rect b="b" l="l" r="r" t="t"/>
              <a:pathLst>
                <a:path extrusionOk="0" h="6882" w="14249">
                  <a:moveTo>
                    <a:pt x="247" y="1"/>
                  </a:moveTo>
                  <a:cubicBezTo>
                    <a:pt x="110" y="1"/>
                    <a:pt x="0" y="110"/>
                    <a:pt x="0" y="248"/>
                  </a:cubicBezTo>
                  <a:lnTo>
                    <a:pt x="0" y="6882"/>
                  </a:lnTo>
                  <a:lnTo>
                    <a:pt x="14249" y="6882"/>
                  </a:lnTo>
                  <a:lnTo>
                    <a:pt x="14249" y="248"/>
                  </a:lnTo>
                  <a:cubicBezTo>
                    <a:pt x="14249" y="110"/>
                    <a:pt x="14139" y="1"/>
                    <a:pt x="14006"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9"/>
            <p:cNvSpPr/>
            <p:nvPr/>
          </p:nvSpPr>
          <p:spPr>
            <a:xfrm>
              <a:off x="6860852" y="3754804"/>
              <a:ext cx="321832" cy="128748"/>
            </a:xfrm>
            <a:custGeom>
              <a:rect b="b" l="l" r="r" t="t"/>
              <a:pathLst>
                <a:path extrusionOk="0" h="4915" w="12286">
                  <a:moveTo>
                    <a:pt x="10733" y="737"/>
                  </a:moveTo>
                  <a:cubicBezTo>
                    <a:pt x="10901" y="1097"/>
                    <a:pt x="11189" y="1385"/>
                    <a:pt x="11549" y="1556"/>
                  </a:cubicBezTo>
                  <a:lnTo>
                    <a:pt x="11549" y="3362"/>
                  </a:lnTo>
                  <a:cubicBezTo>
                    <a:pt x="11189" y="3530"/>
                    <a:pt x="10901" y="3818"/>
                    <a:pt x="10733" y="4178"/>
                  </a:cubicBezTo>
                  <a:lnTo>
                    <a:pt x="1556" y="4178"/>
                  </a:lnTo>
                  <a:cubicBezTo>
                    <a:pt x="1385" y="3818"/>
                    <a:pt x="1097" y="3530"/>
                    <a:pt x="737" y="3362"/>
                  </a:cubicBezTo>
                  <a:lnTo>
                    <a:pt x="737" y="1556"/>
                  </a:lnTo>
                  <a:cubicBezTo>
                    <a:pt x="1097" y="1385"/>
                    <a:pt x="1385" y="1097"/>
                    <a:pt x="1556" y="737"/>
                  </a:cubicBezTo>
                  <a:close/>
                  <a:moveTo>
                    <a:pt x="984" y="0"/>
                  </a:moveTo>
                  <a:cubicBezTo>
                    <a:pt x="984" y="545"/>
                    <a:pt x="542" y="984"/>
                    <a:pt x="1" y="984"/>
                  </a:cubicBezTo>
                  <a:lnTo>
                    <a:pt x="1" y="3931"/>
                  </a:lnTo>
                  <a:cubicBezTo>
                    <a:pt x="542" y="3931"/>
                    <a:pt x="984" y="4369"/>
                    <a:pt x="984" y="4914"/>
                  </a:cubicBezTo>
                  <a:lnTo>
                    <a:pt x="11302" y="4914"/>
                  </a:lnTo>
                  <a:cubicBezTo>
                    <a:pt x="11302" y="4369"/>
                    <a:pt x="11741" y="3931"/>
                    <a:pt x="12286" y="3931"/>
                  </a:cubicBezTo>
                  <a:lnTo>
                    <a:pt x="12286" y="984"/>
                  </a:lnTo>
                  <a:cubicBezTo>
                    <a:pt x="11741" y="984"/>
                    <a:pt x="11302" y="542"/>
                    <a:pt x="1130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9"/>
            <p:cNvSpPr/>
            <p:nvPr/>
          </p:nvSpPr>
          <p:spPr>
            <a:xfrm>
              <a:off x="6854487" y="3748334"/>
              <a:ext cx="12862" cy="12967"/>
            </a:xfrm>
            <a:custGeom>
              <a:rect b="b" l="l" r="r" t="t"/>
              <a:pathLst>
                <a:path extrusionOk="0" h="495" w="491">
                  <a:moveTo>
                    <a:pt x="244" y="1"/>
                  </a:moveTo>
                  <a:cubicBezTo>
                    <a:pt x="110" y="1"/>
                    <a:pt x="0" y="114"/>
                    <a:pt x="0" y="247"/>
                  </a:cubicBezTo>
                  <a:cubicBezTo>
                    <a:pt x="0" y="384"/>
                    <a:pt x="110" y="494"/>
                    <a:pt x="244" y="494"/>
                  </a:cubicBezTo>
                  <a:cubicBezTo>
                    <a:pt x="381" y="494"/>
                    <a:pt x="490" y="384"/>
                    <a:pt x="490" y="247"/>
                  </a:cubicBezTo>
                  <a:cubicBezTo>
                    <a:pt x="490" y="114"/>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9"/>
            <p:cNvSpPr/>
            <p:nvPr/>
          </p:nvSpPr>
          <p:spPr>
            <a:xfrm>
              <a:off x="7176214" y="3748334"/>
              <a:ext cx="12862" cy="12967"/>
            </a:xfrm>
            <a:custGeom>
              <a:rect b="b" l="l" r="r" t="t"/>
              <a:pathLst>
                <a:path extrusionOk="0" h="495" w="491">
                  <a:moveTo>
                    <a:pt x="247" y="1"/>
                  </a:moveTo>
                  <a:cubicBezTo>
                    <a:pt x="110" y="1"/>
                    <a:pt x="0" y="114"/>
                    <a:pt x="0" y="247"/>
                  </a:cubicBezTo>
                  <a:cubicBezTo>
                    <a:pt x="0" y="384"/>
                    <a:pt x="110" y="494"/>
                    <a:pt x="247" y="494"/>
                  </a:cubicBezTo>
                  <a:cubicBezTo>
                    <a:pt x="380" y="494"/>
                    <a:pt x="490" y="384"/>
                    <a:pt x="490" y="247"/>
                  </a:cubicBezTo>
                  <a:cubicBezTo>
                    <a:pt x="490" y="114"/>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9"/>
            <p:cNvSpPr/>
            <p:nvPr/>
          </p:nvSpPr>
          <p:spPr>
            <a:xfrm>
              <a:off x="6854487" y="3877056"/>
              <a:ext cx="12862" cy="12862"/>
            </a:xfrm>
            <a:custGeom>
              <a:rect b="b" l="l" r="r" t="t"/>
              <a:pathLst>
                <a:path extrusionOk="0" h="491" w="491">
                  <a:moveTo>
                    <a:pt x="244" y="1"/>
                  </a:moveTo>
                  <a:cubicBezTo>
                    <a:pt x="110" y="1"/>
                    <a:pt x="0" y="110"/>
                    <a:pt x="0" y="247"/>
                  </a:cubicBezTo>
                  <a:cubicBezTo>
                    <a:pt x="0" y="381"/>
                    <a:pt x="110" y="491"/>
                    <a:pt x="244" y="491"/>
                  </a:cubicBezTo>
                  <a:cubicBezTo>
                    <a:pt x="381" y="491"/>
                    <a:pt x="490" y="381"/>
                    <a:pt x="490" y="247"/>
                  </a:cubicBezTo>
                  <a:cubicBezTo>
                    <a:pt x="490" y="110"/>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9"/>
            <p:cNvSpPr/>
            <p:nvPr/>
          </p:nvSpPr>
          <p:spPr>
            <a:xfrm>
              <a:off x="7176214" y="3877056"/>
              <a:ext cx="12862" cy="12862"/>
            </a:xfrm>
            <a:custGeom>
              <a:rect b="b" l="l" r="r" t="t"/>
              <a:pathLst>
                <a:path extrusionOk="0" h="491" w="491">
                  <a:moveTo>
                    <a:pt x="247" y="1"/>
                  </a:moveTo>
                  <a:cubicBezTo>
                    <a:pt x="110" y="1"/>
                    <a:pt x="0" y="110"/>
                    <a:pt x="0" y="247"/>
                  </a:cubicBezTo>
                  <a:cubicBezTo>
                    <a:pt x="0" y="381"/>
                    <a:pt x="110" y="491"/>
                    <a:pt x="247" y="491"/>
                  </a:cubicBezTo>
                  <a:cubicBezTo>
                    <a:pt x="380" y="491"/>
                    <a:pt x="490" y="381"/>
                    <a:pt x="490" y="247"/>
                  </a:cubicBezTo>
                  <a:cubicBezTo>
                    <a:pt x="490" y="110"/>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9"/>
            <p:cNvSpPr/>
            <p:nvPr/>
          </p:nvSpPr>
          <p:spPr>
            <a:xfrm>
              <a:off x="6835102" y="3928948"/>
              <a:ext cx="373253" cy="12128"/>
            </a:xfrm>
            <a:custGeom>
              <a:rect b="b" l="l" r="r" t="t"/>
              <a:pathLst>
                <a:path extrusionOk="0" h="463" w="14249">
                  <a:moveTo>
                    <a:pt x="0" y="0"/>
                  </a:moveTo>
                  <a:lnTo>
                    <a:pt x="0" y="463"/>
                  </a:lnTo>
                  <a:lnTo>
                    <a:pt x="14249" y="463"/>
                  </a:lnTo>
                  <a:lnTo>
                    <a:pt x="1424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9"/>
            <p:cNvSpPr/>
            <p:nvPr/>
          </p:nvSpPr>
          <p:spPr>
            <a:xfrm>
              <a:off x="6835102" y="3954698"/>
              <a:ext cx="373253" cy="12050"/>
            </a:xfrm>
            <a:custGeom>
              <a:rect b="b" l="l" r="r" t="t"/>
              <a:pathLst>
                <a:path extrusionOk="0" h="460" w="14249">
                  <a:moveTo>
                    <a:pt x="0" y="1"/>
                  </a:moveTo>
                  <a:lnTo>
                    <a:pt x="0" y="460"/>
                  </a:lnTo>
                  <a:lnTo>
                    <a:pt x="14249" y="460"/>
                  </a:lnTo>
                  <a:lnTo>
                    <a:pt x="14249" y="1"/>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9"/>
            <p:cNvSpPr/>
            <p:nvPr/>
          </p:nvSpPr>
          <p:spPr>
            <a:xfrm>
              <a:off x="6957433" y="3754804"/>
              <a:ext cx="128670" cy="128748"/>
            </a:xfrm>
            <a:custGeom>
              <a:rect b="b" l="l" r="r" t="t"/>
              <a:pathLst>
                <a:path extrusionOk="0" h="4915" w="4912">
                  <a:moveTo>
                    <a:pt x="2455" y="0"/>
                  </a:moveTo>
                  <a:cubicBezTo>
                    <a:pt x="1098" y="0"/>
                    <a:pt x="1" y="1100"/>
                    <a:pt x="1" y="2457"/>
                  </a:cubicBezTo>
                  <a:cubicBezTo>
                    <a:pt x="1" y="3814"/>
                    <a:pt x="1098" y="4914"/>
                    <a:pt x="2455" y="4914"/>
                  </a:cubicBezTo>
                  <a:cubicBezTo>
                    <a:pt x="3812" y="4914"/>
                    <a:pt x="4912" y="3814"/>
                    <a:pt x="4912" y="2457"/>
                  </a:cubicBezTo>
                  <a:cubicBezTo>
                    <a:pt x="4912" y="1100"/>
                    <a:pt x="3812" y="0"/>
                    <a:pt x="2455"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9"/>
            <p:cNvSpPr/>
            <p:nvPr/>
          </p:nvSpPr>
          <p:spPr>
            <a:xfrm>
              <a:off x="6829077" y="3723030"/>
              <a:ext cx="385302" cy="269494"/>
            </a:xfrm>
            <a:custGeom>
              <a:rect b="b" l="l" r="r" t="t"/>
              <a:pathLst>
                <a:path extrusionOk="0" h="10288" w="14709">
                  <a:moveTo>
                    <a:pt x="14236" y="459"/>
                  </a:moveTo>
                  <a:cubicBezTo>
                    <a:pt x="14242" y="459"/>
                    <a:pt x="14249" y="466"/>
                    <a:pt x="14249" y="477"/>
                  </a:cubicBezTo>
                  <a:lnTo>
                    <a:pt x="14249" y="6861"/>
                  </a:lnTo>
                  <a:cubicBezTo>
                    <a:pt x="14249" y="6871"/>
                    <a:pt x="14242" y="6878"/>
                    <a:pt x="14236" y="6878"/>
                  </a:cubicBezTo>
                  <a:lnTo>
                    <a:pt x="477" y="6878"/>
                  </a:lnTo>
                  <a:cubicBezTo>
                    <a:pt x="470" y="6878"/>
                    <a:pt x="463" y="6871"/>
                    <a:pt x="463" y="6861"/>
                  </a:cubicBezTo>
                  <a:lnTo>
                    <a:pt x="463" y="477"/>
                  </a:lnTo>
                  <a:cubicBezTo>
                    <a:pt x="463" y="466"/>
                    <a:pt x="470" y="459"/>
                    <a:pt x="477" y="459"/>
                  </a:cubicBezTo>
                  <a:close/>
                  <a:moveTo>
                    <a:pt x="14249" y="7337"/>
                  </a:moveTo>
                  <a:lnTo>
                    <a:pt x="14249" y="7861"/>
                  </a:lnTo>
                  <a:lnTo>
                    <a:pt x="13499" y="7861"/>
                  </a:lnTo>
                  <a:cubicBezTo>
                    <a:pt x="13204" y="7872"/>
                    <a:pt x="13204" y="8307"/>
                    <a:pt x="13499" y="8321"/>
                  </a:cubicBezTo>
                  <a:lnTo>
                    <a:pt x="14249" y="8321"/>
                  </a:lnTo>
                  <a:lnTo>
                    <a:pt x="14249" y="8841"/>
                  </a:lnTo>
                  <a:lnTo>
                    <a:pt x="10548" y="8841"/>
                  </a:lnTo>
                  <a:cubicBezTo>
                    <a:pt x="10257" y="8855"/>
                    <a:pt x="10257" y="9290"/>
                    <a:pt x="10548" y="9304"/>
                  </a:cubicBezTo>
                  <a:lnTo>
                    <a:pt x="14249" y="9304"/>
                  </a:lnTo>
                  <a:lnTo>
                    <a:pt x="14249" y="9815"/>
                  </a:lnTo>
                  <a:cubicBezTo>
                    <a:pt x="14249" y="9821"/>
                    <a:pt x="14242" y="9828"/>
                    <a:pt x="14236" y="9828"/>
                  </a:cubicBezTo>
                  <a:lnTo>
                    <a:pt x="14236" y="9825"/>
                  </a:lnTo>
                  <a:lnTo>
                    <a:pt x="477" y="9825"/>
                  </a:lnTo>
                  <a:cubicBezTo>
                    <a:pt x="470" y="9825"/>
                    <a:pt x="463" y="9818"/>
                    <a:pt x="463" y="9811"/>
                  </a:cubicBezTo>
                  <a:lnTo>
                    <a:pt x="463" y="9304"/>
                  </a:lnTo>
                  <a:lnTo>
                    <a:pt x="9565" y="9304"/>
                  </a:lnTo>
                  <a:cubicBezTo>
                    <a:pt x="9688" y="9297"/>
                    <a:pt x="9788" y="9198"/>
                    <a:pt x="9788" y="9074"/>
                  </a:cubicBezTo>
                  <a:cubicBezTo>
                    <a:pt x="9788" y="8951"/>
                    <a:pt x="9688" y="8848"/>
                    <a:pt x="9565" y="8841"/>
                  </a:cubicBezTo>
                  <a:lnTo>
                    <a:pt x="463" y="8841"/>
                  </a:lnTo>
                  <a:lnTo>
                    <a:pt x="463" y="8321"/>
                  </a:lnTo>
                  <a:lnTo>
                    <a:pt x="12515" y="8321"/>
                  </a:lnTo>
                  <a:cubicBezTo>
                    <a:pt x="12519" y="8321"/>
                    <a:pt x="12523" y="8321"/>
                    <a:pt x="12527" y="8321"/>
                  </a:cubicBezTo>
                  <a:cubicBezTo>
                    <a:pt x="12652" y="8321"/>
                    <a:pt x="12755" y="8217"/>
                    <a:pt x="12755" y="8091"/>
                  </a:cubicBezTo>
                  <a:cubicBezTo>
                    <a:pt x="12755" y="7965"/>
                    <a:pt x="12652" y="7861"/>
                    <a:pt x="12527" y="7861"/>
                  </a:cubicBezTo>
                  <a:cubicBezTo>
                    <a:pt x="12523" y="7861"/>
                    <a:pt x="12519" y="7861"/>
                    <a:pt x="12515" y="7861"/>
                  </a:cubicBezTo>
                  <a:lnTo>
                    <a:pt x="463" y="7861"/>
                  </a:lnTo>
                  <a:lnTo>
                    <a:pt x="463" y="7337"/>
                  </a:lnTo>
                  <a:close/>
                  <a:moveTo>
                    <a:pt x="477" y="0"/>
                  </a:moveTo>
                  <a:cubicBezTo>
                    <a:pt x="213" y="0"/>
                    <a:pt x="1" y="213"/>
                    <a:pt x="1" y="477"/>
                  </a:cubicBezTo>
                  <a:lnTo>
                    <a:pt x="1" y="9815"/>
                  </a:lnTo>
                  <a:cubicBezTo>
                    <a:pt x="1" y="10075"/>
                    <a:pt x="213" y="10287"/>
                    <a:pt x="477" y="10287"/>
                  </a:cubicBezTo>
                  <a:lnTo>
                    <a:pt x="14236" y="10287"/>
                  </a:lnTo>
                  <a:cubicBezTo>
                    <a:pt x="14496" y="10287"/>
                    <a:pt x="14708" y="10075"/>
                    <a:pt x="14708" y="9815"/>
                  </a:cubicBezTo>
                  <a:lnTo>
                    <a:pt x="14708" y="477"/>
                  </a:lnTo>
                  <a:cubicBezTo>
                    <a:pt x="14708" y="213"/>
                    <a:pt x="14496" y="0"/>
                    <a:pt x="14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9"/>
            <p:cNvSpPr/>
            <p:nvPr/>
          </p:nvSpPr>
          <p:spPr>
            <a:xfrm>
              <a:off x="7079790" y="3748779"/>
              <a:ext cx="108919" cy="140798"/>
            </a:xfrm>
            <a:custGeom>
              <a:rect b="b" l="l" r="r" t="t"/>
              <a:pathLst>
                <a:path extrusionOk="0" h="5375" w="4158">
                  <a:moveTo>
                    <a:pt x="229" y="0"/>
                  </a:moveTo>
                  <a:cubicBezTo>
                    <a:pt x="104" y="0"/>
                    <a:pt x="1" y="104"/>
                    <a:pt x="1" y="230"/>
                  </a:cubicBezTo>
                  <a:cubicBezTo>
                    <a:pt x="1" y="357"/>
                    <a:pt x="104" y="460"/>
                    <a:pt x="229" y="460"/>
                  </a:cubicBezTo>
                  <a:cubicBezTo>
                    <a:pt x="233" y="460"/>
                    <a:pt x="237" y="460"/>
                    <a:pt x="241" y="460"/>
                  </a:cubicBezTo>
                  <a:lnTo>
                    <a:pt x="2735" y="460"/>
                  </a:lnTo>
                  <a:cubicBezTo>
                    <a:pt x="2831" y="947"/>
                    <a:pt x="3208" y="1327"/>
                    <a:pt x="3695" y="1423"/>
                  </a:cubicBezTo>
                  <a:lnTo>
                    <a:pt x="3695" y="3952"/>
                  </a:lnTo>
                  <a:cubicBezTo>
                    <a:pt x="3208" y="4048"/>
                    <a:pt x="2831" y="4428"/>
                    <a:pt x="2735" y="4915"/>
                  </a:cubicBezTo>
                  <a:lnTo>
                    <a:pt x="241" y="4915"/>
                  </a:lnTo>
                  <a:cubicBezTo>
                    <a:pt x="237" y="4915"/>
                    <a:pt x="233" y="4914"/>
                    <a:pt x="229" y="4914"/>
                  </a:cubicBezTo>
                  <a:cubicBezTo>
                    <a:pt x="104" y="4914"/>
                    <a:pt x="1" y="5018"/>
                    <a:pt x="1" y="5144"/>
                  </a:cubicBezTo>
                  <a:cubicBezTo>
                    <a:pt x="1" y="5271"/>
                    <a:pt x="104" y="5374"/>
                    <a:pt x="229" y="5374"/>
                  </a:cubicBezTo>
                  <a:cubicBezTo>
                    <a:pt x="233" y="5374"/>
                    <a:pt x="237" y="5374"/>
                    <a:pt x="241" y="5374"/>
                  </a:cubicBezTo>
                  <a:lnTo>
                    <a:pt x="2944" y="5374"/>
                  </a:lnTo>
                  <a:cubicBezTo>
                    <a:pt x="3071" y="5374"/>
                    <a:pt x="3174" y="5271"/>
                    <a:pt x="3174" y="5144"/>
                  </a:cubicBezTo>
                  <a:cubicBezTo>
                    <a:pt x="3174" y="4730"/>
                    <a:pt x="3510" y="4394"/>
                    <a:pt x="3928" y="4390"/>
                  </a:cubicBezTo>
                  <a:cubicBezTo>
                    <a:pt x="4055" y="4390"/>
                    <a:pt x="4157" y="4288"/>
                    <a:pt x="4157" y="4161"/>
                  </a:cubicBezTo>
                  <a:lnTo>
                    <a:pt x="4157" y="1214"/>
                  </a:lnTo>
                  <a:cubicBezTo>
                    <a:pt x="4157" y="1087"/>
                    <a:pt x="4055" y="984"/>
                    <a:pt x="3928" y="984"/>
                  </a:cubicBezTo>
                  <a:cubicBezTo>
                    <a:pt x="3510" y="981"/>
                    <a:pt x="3174" y="645"/>
                    <a:pt x="3174" y="230"/>
                  </a:cubicBezTo>
                  <a:cubicBezTo>
                    <a:pt x="3174" y="104"/>
                    <a:pt x="3071" y="1"/>
                    <a:pt x="2944" y="1"/>
                  </a:cubicBezTo>
                  <a:lnTo>
                    <a:pt x="241" y="1"/>
                  </a:lnTo>
                  <a:cubicBezTo>
                    <a:pt x="237" y="1"/>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9"/>
            <p:cNvSpPr/>
            <p:nvPr/>
          </p:nvSpPr>
          <p:spPr>
            <a:xfrm>
              <a:off x="6854853" y="3748779"/>
              <a:ext cx="108369" cy="140772"/>
            </a:xfrm>
            <a:custGeom>
              <a:rect b="b" l="l" r="r" t="t"/>
              <a:pathLst>
                <a:path extrusionOk="0" h="5374" w="4137">
                  <a:moveTo>
                    <a:pt x="1213" y="1"/>
                  </a:moveTo>
                  <a:cubicBezTo>
                    <a:pt x="1086" y="1"/>
                    <a:pt x="984" y="104"/>
                    <a:pt x="984" y="230"/>
                  </a:cubicBezTo>
                  <a:cubicBezTo>
                    <a:pt x="980" y="645"/>
                    <a:pt x="644" y="984"/>
                    <a:pt x="230" y="984"/>
                  </a:cubicBezTo>
                  <a:cubicBezTo>
                    <a:pt x="103" y="984"/>
                    <a:pt x="0" y="1087"/>
                    <a:pt x="0" y="1214"/>
                  </a:cubicBezTo>
                  <a:lnTo>
                    <a:pt x="0" y="4161"/>
                  </a:lnTo>
                  <a:cubicBezTo>
                    <a:pt x="0" y="4288"/>
                    <a:pt x="103" y="4390"/>
                    <a:pt x="230" y="4390"/>
                  </a:cubicBezTo>
                  <a:cubicBezTo>
                    <a:pt x="644" y="4394"/>
                    <a:pt x="980" y="4730"/>
                    <a:pt x="984" y="5144"/>
                  </a:cubicBezTo>
                  <a:cubicBezTo>
                    <a:pt x="984" y="5271"/>
                    <a:pt x="1086" y="5374"/>
                    <a:pt x="1213" y="5374"/>
                  </a:cubicBezTo>
                  <a:lnTo>
                    <a:pt x="3914" y="5374"/>
                  </a:lnTo>
                  <a:cubicBezTo>
                    <a:pt x="4037" y="5371"/>
                    <a:pt x="4136" y="5268"/>
                    <a:pt x="4136" y="5144"/>
                  </a:cubicBezTo>
                  <a:cubicBezTo>
                    <a:pt x="4136" y="5021"/>
                    <a:pt x="4037" y="4918"/>
                    <a:pt x="3914" y="4915"/>
                  </a:cubicBezTo>
                  <a:lnTo>
                    <a:pt x="1422" y="4915"/>
                  </a:lnTo>
                  <a:cubicBezTo>
                    <a:pt x="1326" y="4428"/>
                    <a:pt x="946" y="4048"/>
                    <a:pt x="459" y="3952"/>
                  </a:cubicBezTo>
                  <a:lnTo>
                    <a:pt x="459" y="1423"/>
                  </a:lnTo>
                  <a:cubicBezTo>
                    <a:pt x="946" y="1327"/>
                    <a:pt x="1326" y="947"/>
                    <a:pt x="1422" y="460"/>
                  </a:cubicBezTo>
                  <a:lnTo>
                    <a:pt x="3914" y="460"/>
                  </a:lnTo>
                  <a:cubicBezTo>
                    <a:pt x="4037" y="456"/>
                    <a:pt x="4136" y="354"/>
                    <a:pt x="4136" y="230"/>
                  </a:cubicBezTo>
                  <a:cubicBezTo>
                    <a:pt x="4136" y="107"/>
                    <a:pt x="4037" y="8"/>
                    <a:pt x="3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9"/>
            <p:cNvSpPr/>
            <p:nvPr/>
          </p:nvSpPr>
          <p:spPr>
            <a:xfrm>
              <a:off x="6951330" y="3748779"/>
              <a:ext cx="146351" cy="140772"/>
            </a:xfrm>
            <a:custGeom>
              <a:rect b="b" l="l" r="r" t="t"/>
              <a:pathLst>
                <a:path extrusionOk="0" h="5374" w="5587">
                  <a:moveTo>
                    <a:pt x="2688" y="460"/>
                  </a:moveTo>
                  <a:cubicBezTo>
                    <a:pt x="3589" y="460"/>
                    <a:pt x="4401" y="1005"/>
                    <a:pt x="4747" y="1837"/>
                  </a:cubicBezTo>
                  <a:cubicBezTo>
                    <a:pt x="5090" y="2670"/>
                    <a:pt x="4901" y="3626"/>
                    <a:pt x="4264" y="4264"/>
                  </a:cubicBezTo>
                  <a:cubicBezTo>
                    <a:pt x="3837" y="4690"/>
                    <a:pt x="3269" y="4916"/>
                    <a:pt x="2689" y="4916"/>
                  </a:cubicBezTo>
                  <a:cubicBezTo>
                    <a:pt x="2403" y="4916"/>
                    <a:pt x="2113" y="4860"/>
                    <a:pt x="1838" y="4747"/>
                  </a:cubicBezTo>
                  <a:cubicBezTo>
                    <a:pt x="1005" y="4401"/>
                    <a:pt x="460" y="3589"/>
                    <a:pt x="460" y="2687"/>
                  </a:cubicBezTo>
                  <a:cubicBezTo>
                    <a:pt x="460" y="1457"/>
                    <a:pt x="1457" y="460"/>
                    <a:pt x="2688" y="460"/>
                  </a:cubicBezTo>
                  <a:close/>
                  <a:moveTo>
                    <a:pt x="2690" y="0"/>
                  </a:moveTo>
                  <a:cubicBezTo>
                    <a:pt x="2343" y="0"/>
                    <a:pt x="1993" y="68"/>
                    <a:pt x="1659" y="206"/>
                  </a:cubicBezTo>
                  <a:cubicBezTo>
                    <a:pt x="655" y="621"/>
                    <a:pt x="1" y="1601"/>
                    <a:pt x="1" y="2687"/>
                  </a:cubicBezTo>
                  <a:cubicBezTo>
                    <a:pt x="4" y="4171"/>
                    <a:pt x="1207" y="5374"/>
                    <a:pt x="2688" y="5374"/>
                  </a:cubicBezTo>
                  <a:cubicBezTo>
                    <a:pt x="3777" y="5374"/>
                    <a:pt x="4754" y="4719"/>
                    <a:pt x="5172" y="3715"/>
                  </a:cubicBezTo>
                  <a:cubicBezTo>
                    <a:pt x="5587" y="2711"/>
                    <a:pt x="5357" y="1556"/>
                    <a:pt x="4589" y="789"/>
                  </a:cubicBezTo>
                  <a:cubicBezTo>
                    <a:pt x="4076" y="274"/>
                    <a:pt x="3389" y="0"/>
                    <a:pt x="26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9"/>
            <p:cNvSpPr/>
            <p:nvPr/>
          </p:nvSpPr>
          <p:spPr>
            <a:xfrm>
              <a:off x="6989941" y="3774765"/>
              <a:ext cx="63759" cy="89299"/>
            </a:xfrm>
            <a:custGeom>
              <a:rect b="b" l="l" r="r" t="t"/>
              <a:pathLst>
                <a:path extrusionOk="0" h="3409" w="2434">
                  <a:moveTo>
                    <a:pt x="984" y="715"/>
                  </a:moveTo>
                  <a:lnTo>
                    <a:pt x="984" y="1390"/>
                  </a:lnTo>
                  <a:cubicBezTo>
                    <a:pt x="600" y="1270"/>
                    <a:pt x="463" y="1161"/>
                    <a:pt x="463" y="1003"/>
                  </a:cubicBezTo>
                  <a:cubicBezTo>
                    <a:pt x="463" y="914"/>
                    <a:pt x="655" y="767"/>
                    <a:pt x="984" y="715"/>
                  </a:cubicBezTo>
                  <a:close/>
                  <a:moveTo>
                    <a:pt x="1447" y="2000"/>
                  </a:moveTo>
                  <a:cubicBezTo>
                    <a:pt x="1830" y="2120"/>
                    <a:pt x="1967" y="2230"/>
                    <a:pt x="1967" y="2388"/>
                  </a:cubicBezTo>
                  <a:cubicBezTo>
                    <a:pt x="1967" y="2477"/>
                    <a:pt x="1772" y="2624"/>
                    <a:pt x="1447" y="2675"/>
                  </a:cubicBezTo>
                  <a:lnTo>
                    <a:pt x="1447" y="2000"/>
                  </a:lnTo>
                  <a:close/>
                  <a:moveTo>
                    <a:pt x="1215" y="1"/>
                  </a:moveTo>
                  <a:cubicBezTo>
                    <a:pt x="1103" y="1"/>
                    <a:pt x="991" y="74"/>
                    <a:pt x="984" y="222"/>
                  </a:cubicBezTo>
                  <a:lnTo>
                    <a:pt x="984" y="249"/>
                  </a:lnTo>
                  <a:cubicBezTo>
                    <a:pt x="412" y="314"/>
                    <a:pt x="0" y="616"/>
                    <a:pt x="0" y="1003"/>
                  </a:cubicBezTo>
                  <a:cubicBezTo>
                    <a:pt x="0" y="1545"/>
                    <a:pt x="542" y="1750"/>
                    <a:pt x="984" y="1874"/>
                  </a:cubicBezTo>
                  <a:lnTo>
                    <a:pt x="984" y="2675"/>
                  </a:lnTo>
                  <a:cubicBezTo>
                    <a:pt x="655" y="2627"/>
                    <a:pt x="463" y="2477"/>
                    <a:pt x="463" y="2388"/>
                  </a:cubicBezTo>
                  <a:cubicBezTo>
                    <a:pt x="456" y="2240"/>
                    <a:pt x="344" y="2167"/>
                    <a:pt x="232" y="2167"/>
                  </a:cubicBezTo>
                  <a:cubicBezTo>
                    <a:pt x="120" y="2167"/>
                    <a:pt x="7" y="2240"/>
                    <a:pt x="0" y="2388"/>
                  </a:cubicBezTo>
                  <a:cubicBezTo>
                    <a:pt x="0" y="2771"/>
                    <a:pt x="412" y="3076"/>
                    <a:pt x="984" y="3141"/>
                  </a:cubicBezTo>
                  <a:lnTo>
                    <a:pt x="984" y="3169"/>
                  </a:lnTo>
                  <a:cubicBezTo>
                    <a:pt x="977" y="3299"/>
                    <a:pt x="1083" y="3409"/>
                    <a:pt x="1214" y="3409"/>
                  </a:cubicBezTo>
                  <a:cubicBezTo>
                    <a:pt x="1347" y="3409"/>
                    <a:pt x="1450" y="3299"/>
                    <a:pt x="1447" y="3169"/>
                  </a:cubicBezTo>
                  <a:lnTo>
                    <a:pt x="1447" y="3141"/>
                  </a:lnTo>
                  <a:cubicBezTo>
                    <a:pt x="2019" y="3076"/>
                    <a:pt x="2427" y="2775"/>
                    <a:pt x="2427" y="2388"/>
                  </a:cubicBezTo>
                  <a:cubicBezTo>
                    <a:pt x="2427" y="1846"/>
                    <a:pt x="1889" y="1641"/>
                    <a:pt x="1447" y="1517"/>
                  </a:cubicBezTo>
                  <a:lnTo>
                    <a:pt x="1447" y="715"/>
                  </a:lnTo>
                  <a:cubicBezTo>
                    <a:pt x="1772" y="767"/>
                    <a:pt x="1967" y="914"/>
                    <a:pt x="1967" y="1003"/>
                  </a:cubicBezTo>
                  <a:cubicBezTo>
                    <a:pt x="1961" y="1137"/>
                    <a:pt x="2067" y="1246"/>
                    <a:pt x="2197" y="1246"/>
                  </a:cubicBezTo>
                  <a:cubicBezTo>
                    <a:pt x="2327" y="1246"/>
                    <a:pt x="2433" y="1137"/>
                    <a:pt x="2427" y="1003"/>
                  </a:cubicBezTo>
                  <a:cubicBezTo>
                    <a:pt x="2427" y="619"/>
                    <a:pt x="2019" y="314"/>
                    <a:pt x="1447" y="249"/>
                  </a:cubicBezTo>
                  <a:lnTo>
                    <a:pt x="1447" y="222"/>
                  </a:lnTo>
                  <a:cubicBezTo>
                    <a:pt x="1440" y="74"/>
                    <a:pt x="1327"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79"/>
          <p:cNvGrpSpPr/>
          <p:nvPr/>
        </p:nvGrpSpPr>
        <p:grpSpPr>
          <a:xfrm>
            <a:off x="7358871" y="3665165"/>
            <a:ext cx="414483" cy="385381"/>
            <a:chOff x="7358871" y="3665165"/>
            <a:chExt cx="414483" cy="385381"/>
          </a:xfrm>
        </p:grpSpPr>
        <p:sp>
          <p:nvSpPr>
            <p:cNvPr id="8123" name="Google Shape;8123;p79"/>
            <p:cNvSpPr/>
            <p:nvPr/>
          </p:nvSpPr>
          <p:spPr>
            <a:xfrm>
              <a:off x="7447751" y="3670875"/>
              <a:ext cx="304491" cy="304491"/>
            </a:xfrm>
            <a:custGeom>
              <a:rect b="b" l="l" r="r" t="t"/>
              <a:pathLst>
                <a:path extrusionOk="0" h="11624" w="11624">
                  <a:moveTo>
                    <a:pt x="5812" y="0"/>
                  </a:moveTo>
                  <a:cubicBezTo>
                    <a:pt x="2601" y="0"/>
                    <a:pt x="0" y="2601"/>
                    <a:pt x="0" y="5812"/>
                  </a:cubicBezTo>
                  <a:cubicBezTo>
                    <a:pt x="0" y="9023"/>
                    <a:pt x="2601" y="11624"/>
                    <a:pt x="5812" y="11624"/>
                  </a:cubicBezTo>
                  <a:cubicBezTo>
                    <a:pt x="9023" y="11624"/>
                    <a:pt x="11624" y="9023"/>
                    <a:pt x="11624" y="5812"/>
                  </a:cubicBezTo>
                  <a:cubicBezTo>
                    <a:pt x="11624" y="2601"/>
                    <a:pt x="9023" y="0"/>
                    <a:pt x="5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9"/>
            <p:cNvSpPr/>
            <p:nvPr/>
          </p:nvSpPr>
          <p:spPr>
            <a:xfrm>
              <a:off x="7468288" y="3700659"/>
              <a:ext cx="254170" cy="244845"/>
            </a:xfrm>
            <a:custGeom>
              <a:rect b="b" l="l" r="r" t="t"/>
              <a:pathLst>
                <a:path extrusionOk="0" h="9347" w="9703">
                  <a:moveTo>
                    <a:pt x="5028" y="1"/>
                  </a:moveTo>
                  <a:cubicBezTo>
                    <a:pt x="4925" y="1"/>
                    <a:pt x="4822" y="4"/>
                    <a:pt x="4720" y="11"/>
                  </a:cubicBezTo>
                  <a:cubicBezTo>
                    <a:pt x="2862" y="135"/>
                    <a:pt x="1255" y="1348"/>
                    <a:pt x="628" y="3102"/>
                  </a:cubicBezTo>
                  <a:cubicBezTo>
                    <a:pt x="1" y="4857"/>
                    <a:pt x="474" y="6813"/>
                    <a:pt x="1834" y="8085"/>
                  </a:cubicBezTo>
                  <a:cubicBezTo>
                    <a:pt x="2719" y="8911"/>
                    <a:pt x="3867" y="9347"/>
                    <a:pt x="5031" y="9347"/>
                  </a:cubicBezTo>
                  <a:cubicBezTo>
                    <a:pt x="5658" y="9347"/>
                    <a:pt x="6288" y="9221"/>
                    <a:pt x="6885" y="8962"/>
                  </a:cubicBezTo>
                  <a:cubicBezTo>
                    <a:pt x="8595" y="8222"/>
                    <a:pt x="9699" y="6536"/>
                    <a:pt x="9699" y="4675"/>
                  </a:cubicBezTo>
                  <a:lnTo>
                    <a:pt x="9702" y="4675"/>
                  </a:lnTo>
                  <a:cubicBezTo>
                    <a:pt x="9702" y="3274"/>
                    <a:pt x="9072" y="1947"/>
                    <a:pt x="7989" y="1060"/>
                  </a:cubicBezTo>
                  <a:cubicBezTo>
                    <a:pt x="7848" y="943"/>
                    <a:pt x="7701" y="837"/>
                    <a:pt x="7547" y="738"/>
                  </a:cubicBezTo>
                  <a:cubicBezTo>
                    <a:pt x="6796" y="258"/>
                    <a:pt x="5922" y="1"/>
                    <a:pt x="502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9"/>
            <p:cNvSpPr/>
            <p:nvPr/>
          </p:nvSpPr>
          <p:spPr>
            <a:xfrm>
              <a:off x="7471981" y="3719965"/>
              <a:ext cx="223365" cy="233948"/>
            </a:xfrm>
            <a:custGeom>
              <a:rect b="b" l="l" r="r" t="t"/>
              <a:pathLst>
                <a:path extrusionOk="0" h="8931" w="8527">
                  <a:moveTo>
                    <a:pt x="7406" y="1"/>
                  </a:moveTo>
                  <a:lnTo>
                    <a:pt x="0" y="7406"/>
                  </a:lnTo>
                  <a:cubicBezTo>
                    <a:pt x="144" y="7937"/>
                    <a:pt x="346" y="8448"/>
                    <a:pt x="607" y="8931"/>
                  </a:cubicBezTo>
                  <a:lnTo>
                    <a:pt x="1957" y="7577"/>
                  </a:lnTo>
                  <a:lnTo>
                    <a:pt x="8526" y="1008"/>
                  </a:lnTo>
                  <a:cubicBezTo>
                    <a:pt x="8324" y="758"/>
                    <a:pt x="8098" y="528"/>
                    <a:pt x="7848" y="323"/>
                  </a:cubicBezTo>
                  <a:cubicBezTo>
                    <a:pt x="7707" y="206"/>
                    <a:pt x="7560" y="100"/>
                    <a:pt x="740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9"/>
            <p:cNvSpPr/>
            <p:nvPr/>
          </p:nvSpPr>
          <p:spPr>
            <a:xfrm>
              <a:off x="7480338" y="3700659"/>
              <a:ext cx="144989" cy="137550"/>
            </a:xfrm>
            <a:custGeom>
              <a:rect b="b" l="l" r="r" t="t"/>
              <a:pathLst>
                <a:path extrusionOk="0" h="5251" w="5535">
                  <a:moveTo>
                    <a:pt x="4568" y="1"/>
                  </a:moveTo>
                  <a:cubicBezTo>
                    <a:pt x="4465" y="1"/>
                    <a:pt x="4359" y="4"/>
                    <a:pt x="4260" y="11"/>
                  </a:cubicBezTo>
                  <a:lnTo>
                    <a:pt x="0" y="4271"/>
                  </a:lnTo>
                  <a:cubicBezTo>
                    <a:pt x="89" y="4613"/>
                    <a:pt x="219" y="4939"/>
                    <a:pt x="387" y="5251"/>
                  </a:cubicBezTo>
                  <a:lnTo>
                    <a:pt x="5534" y="104"/>
                  </a:lnTo>
                  <a:cubicBezTo>
                    <a:pt x="5216" y="35"/>
                    <a:pt x="4893" y="1"/>
                    <a:pt x="4568"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9"/>
            <p:cNvSpPr/>
            <p:nvPr/>
          </p:nvSpPr>
          <p:spPr>
            <a:xfrm>
              <a:off x="7362015" y="3739192"/>
              <a:ext cx="336108" cy="305591"/>
            </a:xfrm>
            <a:custGeom>
              <a:rect b="b" l="l" r="r" t="t"/>
              <a:pathLst>
                <a:path extrusionOk="0" h="11666" w="12831">
                  <a:moveTo>
                    <a:pt x="6396" y="0"/>
                  </a:moveTo>
                  <a:cubicBezTo>
                    <a:pt x="4909" y="0"/>
                    <a:pt x="3422" y="568"/>
                    <a:pt x="2286" y="1703"/>
                  </a:cubicBezTo>
                  <a:cubicBezTo>
                    <a:pt x="0" y="3985"/>
                    <a:pt x="18" y="7697"/>
                    <a:pt x="2327" y="9962"/>
                  </a:cubicBezTo>
                  <a:cubicBezTo>
                    <a:pt x="2437" y="10071"/>
                    <a:pt x="2550" y="10178"/>
                    <a:pt x="2667" y="10274"/>
                  </a:cubicBezTo>
                  <a:cubicBezTo>
                    <a:pt x="3757" y="11205"/>
                    <a:pt x="5099" y="11666"/>
                    <a:pt x="6438" y="11666"/>
                  </a:cubicBezTo>
                  <a:cubicBezTo>
                    <a:pt x="7931" y="11666"/>
                    <a:pt x="9419" y="11093"/>
                    <a:pt x="10548" y="9962"/>
                  </a:cubicBezTo>
                  <a:lnTo>
                    <a:pt x="10548" y="9965"/>
                  </a:lnTo>
                  <a:cubicBezTo>
                    <a:pt x="12693" y="7820"/>
                    <a:pt x="12830" y="4390"/>
                    <a:pt x="10860" y="2084"/>
                  </a:cubicBezTo>
                  <a:cubicBezTo>
                    <a:pt x="10761" y="1967"/>
                    <a:pt x="10658" y="1854"/>
                    <a:pt x="10548" y="1744"/>
                  </a:cubicBezTo>
                  <a:cubicBezTo>
                    <a:pt x="9408" y="582"/>
                    <a:pt x="7903" y="0"/>
                    <a:pt x="63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9"/>
            <p:cNvSpPr/>
            <p:nvPr/>
          </p:nvSpPr>
          <p:spPr>
            <a:xfrm>
              <a:off x="7431851" y="3793677"/>
              <a:ext cx="237982" cy="238060"/>
            </a:xfrm>
            <a:custGeom>
              <a:rect b="b" l="l" r="r" t="t"/>
              <a:pathLst>
                <a:path extrusionOk="0" h="9088" w="9085">
                  <a:moveTo>
                    <a:pt x="8197" y="0"/>
                  </a:moveTo>
                  <a:lnTo>
                    <a:pt x="1" y="8197"/>
                  </a:lnTo>
                  <a:cubicBezTo>
                    <a:pt x="429" y="8560"/>
                    <a:pt x="905" y="8858"/>
                    <a:pt x="1416" y="9088"/>
                  </a:cubicBezTo>
                  <a:lnTo>
                    <a:pt x="9085" y="1415"/>
                  </a:lnTo>
                  <a:cubicBezTo>
                    <a:pt x="8859" y="901"/>
                    <a:pt x="8561" y="425"/>
                    <a:pt x="819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9"/>
            <p:cNvSpPr/>
            <p:nvPr/>
          </p:nvSpPr>
          <p:spPr>
            <a:xfrm>
              <a:off x="7395492" y="3770023"/>
              <a:ext cx="257575" cy="244871"/>
            </a:xfrm>
            <a:custGeom>
              <a:rect b="b" l="l" r="r" t="t"/>
              <a:pathLst>
                <a:path extrusionOk="0" h="9348" w="9833">
                  <a:moveTo>
                    <a:pt x="5158" y="1"/>
                  </a:moveTo>
                  <a:cubicBezTo>
                    <a:pt x="4143" y="1"/>
                    <a:pt x="3128" y="331"/>
                    <a:pt x="2283" y="992"/>
                  </a:cubicBezTo>
                  <a:cubicBezTo>
                    <a:pt x="559" y="2339"/>
                    <a:pt x="1" y="4697"/>
                    <a:pt x="936" y="6674"/>
                  </a:cubicBezTo>
                  <a:cubicBezTo>
                    <a:pt x="1722" y="8331"/>
                    <a:pt x="3384" y="9348"/>
                    <a:pt x="5158" y="9348"/>
                  </a:cubicBezTo>
                  <a:cubicBezTo>
                    <a:pt x="5497" y="9348"/>
                    <a:pt x="5840" y="9311"/>
                    <a:pt x="6183" y="9234"/>
                  </a:cubicBezTo>
                  <a:cubicBezTo>
                    <a:pt x="8318" y="8754"/>
                    <a:pt x="9832" y="6859"/>
                    <a:pt x="9832" y="4673"/>
                  </a:cubicBezTo>
                  <a:cubicBezTo>
                    <a:pt x="9832" y="3274"/>
                    <a:pt x="9205" y="1948"/>
                    <a:pt x="8122" y="1061"/>
                  </a:cubicBezTo>
                  <a:cubicBezTo>
                    <a:pt x="7261" y="355"/>
                    <a:pt x="6210" y="1"/>
                    <a:pt x="515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9"/>
            <p:cNvSpPr/>
            <p:nvPr/>
          </p:nvSpPr>
          <p:spPr>
            <a:xfrm>
              <a:off x="7396042" y="3770023"/>
              <a:ext cx="212232" cy="200051"/>
            </a:xfrm>
            <a:custGeom>
              <a:rect b="b" l="l" r="r" t="t"/>
              <a:pathLst>
                <a:path extrusionOk="0" h="7637" w="8102">
                  <a:moveTo>
                    <a:pt x="5137" y="0"/>
                  </a:moveTo>
                  <a:cubicBezTo>
                    <a:pt x="3936" y="0"/>
                    <a:pt x="2738" y="461"/>
                    <a:pt x="1830" y="1369"/>
                  </a:cubicBezTo>
                  <a:cubicBezTo>
                    <a:pt x="134" y="3065"/>
                    <a:pt x="0" y="5779"/>
                    <a:pt x="1525" y="7637"/>
                  </a:cubicBezTo>
                  <a:lnTo>
                    <a:pt x="8101" y="1061"/>
                  </a:lnTo>
                  <a:cubicBezTo>
                    <a:pt x="7236" y="351"/>
                    <a:pt x="6185" y="0"/>
                    <a:pt x="513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9"/>
            <p:cNvSpPr/>
            <p:nvPr/>
          </p:nvSpPr>
          <p:spPr>
            <a:xfrm>
              <a:off x="7412466" y="3774267"/>
              <a:ext cx="175873" cy="175899"/>
            </a:xfrm>
            <a:custGeom>
              <a:rect b="b" l="l" r="r" t="t"/>
              <a:pathLst>
                <a:path extrusionOk="0" h="6715" w="6714">
                  <a:moveTo>
                    <a:pt x="5733" y="1"/>
                  </a:moveTo>
                  <a:lnTo>
                    <a:pt x="0" y="5734"/>
                  </a:lnTo>
                  <a:cubicBezTo>
                    <a:pt x="93" y="6073"/>
                    <a:pt x="223" y="6402"/>
                    <a:pt x="388" y="6714"/>
                  </a:cubicBezTo>
                  <a:lnTo>
                    <a:pt x="6713" y="392"/>
                  </a:lnTo>
                  <a:cubicBezTo>
                    <a:pt x="6402" y="224"/>
                    <a:pt x="6073" y="93"/>
                    <a:pt x="573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9"/>
            <p:cNvSpPr/>
            <p:nvPr/>
          </p:nvSpPr>
          <p:spPr>
            <a:xfrm>
              <a:off x="7358871" y="3734424"/>
              <a:ext cx="342657" cy="316121"/>
            </a:xfrm>
            <a:custGeom>
              <a:rect b="b" l="l" r="r" t="t"/>
              <a:pathLst>
                <a:path extrusionOk="0" h="12068" w="13081">
                  <a:moveTo>
                    <a:pt x="6543" y="0"/>
                  </a:moveTo>
                  <a:cubicBezTo>
                    <a:pt x="4947" y="0"/>
                    <a:pt x="3417" y="637"/>
                    <a:pt x="2293" y="1769"/>
                  </a:cubicBezTo>
                  <a:cubicBezTo>
                    <a:pt x="2123" y="1925"/>
                    <a:pt x="2272" y="2152"/>
                    <a:pt x="2444" y="2152"/>
                  </a:cubicBezTo>
                  <a:cubicBezTo>
                    <a:pt x="2497" y="2152"/>
                    <a:pt x="2553" y="2130"/>
                    <a:pt x="2601" y="2077"/>
                  </a:cubicBezTo>
                  <a:cubicBezTo>
                    <a:pt x="3688" y="996"/>
                    <a:pt x="5114" y="451"/>
                    <a:pt x="6542" y="451"/>
                  </a:cubicBezTo>
                  <a:cubicBezTo>
                    <a:pt x="7883" y="451"/>
                    <a:pt x="9226" y="931"/>
                    <a:pt x="10291" y="1899"/>
                  </a:cubicBezTo>
                  <a:cubicBezTo>
                    <a:pt x="12491" y="3897"/>
                    <a:pt x="12735" y="7269"/>
                    <a:pt x="10846" y="9568"/>
                  </a:cubicBezTo>
                  <a:cubicBezTo>
                    <a:pt x="9746" y="10906"/>
                    <a:pt x="8148" y="11605"/>
                    <a:pt x="6533" y="11605"/>
                  </a:cubicBezTo>
                  <a:cubicBezTo>
                    <a:pt x="5377" y="11605"/>
                    <a:pt x="4212" y="11246"/>
                    <a:pt x="3215" y="10507"/>
                  </a:cubicBezTo>
                  <a:cubicBezTo>
                    <a:pt x="830" y="8735"/>
                    <a:pt x="251" y="5401"/>
                    <a:pt x="1902" y="2930"/>
                  </a:cubicBezTo>
                  <a:cubicBezTo>
                    <a:pt x="2014" y="2758"/>
                    <a:pt x="1865" y="2587"/>
                    <a:pt x="1712" y="2587"/>
                  </a:cubicBezTo>
                  <a:cubicBezTo>
                    <a:pt x="1649" y="2587"/>
                    <a:pt x="1586" y="2615"/>
                    <a:pt x="1539" y="2684"/>
                  </a:cubicBezTo>
                  <a:cubicBezTo>
                    <a:pt x="1" y="4986"/>
                    <a:pt x="227" y="8040"/>
                    <a:pt x="2087" y="10089"/>
                  </a:cubicBezTo>
                  <a:cubicBezTo>
                    <a:pt x="3260" y="11383"/>
                    <a:pt x="4895" y="12068"/>
                    <a:pt x="6555" y="12068"/>
                  </a:cubicBezTo>
                  <a:cubicBezTo>
                    <a:pt x="7524" y="12068"/>
                    <a:pt x="8501" y="11835"/>
                    <a:pt x="9400" y="11353"/>
                  </a:cubicBezTo>
                  <a:cubicBezTo>
                    <a:pt x="11840" y="10048"/>
                    <a:pt x="13081" y="7252"/>
                    <a:pt x="12409" y="4568"/>
                  </a:cubicBezTo>
                  <a:cubicBezTo>
                    <a:pt x="11737" y="1885"/>
                    <a:pt x="9325" y="0"/>
                    <a:pt x="6556" y="0"/>
                  </a:cubicBezTo>
                  <a:cubicBezTo>
                    <a:pt x="6552" y="0"/>
                    <a:pt x="6547"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9"/>
            <p:cNvSpPr/>
            <p:nvPr/>
          </p:nvSpPr>
          <p:spPr>
            <a:xfrm>
              <a:off x="7389755" y="3764339"/>
              <a:ext cx="269049" cy="256266"/>
            </a:xfrm>
            <a:custGeom>
              <a:rect b="b" l="l" r="r" t="t"/>
              <a:pathLst>
                <a:path extrusionOk="0" h="9783" w="10271">
                  <a:moveTo>
                    <a:pt x="5384" y="436"/>
                  </a:moveTo>
                  <a:cubicBezTo>
                    <a:pt x="5956" y="436"/>
                    <a:pt x="6533" y="547"/>
                    <a:pt x="7084" y="774"/>
                  </a:cubicBezTo>
                  <a:cubicBezTo>
                    <a:pt x="8749" y="1463"/>
                    <a:pt x="9835" y="3087"/>
                    <a:pt x="9835" y="4890"/>
                  </a:cubicBezTo>
                  <a:cubicBezTo>
                    <a:pt x="9835" y="6692"/>
                    <a:pt x="8749" y="8316"/>
                    <a:pt x="7084" y="9009"/>
                  </a:cubicBezTo>
                  <a:cubicBezTo>
                    <a:pt x="6533" y="9236"/>
                    <a:pt x="5956" y="9347"/>
                    <a:pt x="5384" y="9347"/>
                  </a:cubicBezTo>
                  <a:cubicBezTo>
                    <a:pt x="4223" y="9347"/>
                    <a:pt x="3083" y="8893"/>
                    <a:pt x="2231" y="8039"/>
                  </a:cubicBezTo>
                  <a:cubicBezTo>
                    <a:pt x="484" y="6305"/>
                    <a:pt x="484" y="3478"/>
                    <a:pt x="2231" y="1744"/>
                  </a:cubicBezTo>
                  <a:cubicBezTo>
                    <a:pt x="3083" y="890"/>
                    <a:pt x="4223" y="436"/>
                    <a:pt x="5384" y="436"/>
                  </a:cubicBezTo>
                  <a:close/>
                  <a:moveTo>
                    <a:pt x="5378" y="0"/>
                  </a:moveTo>
                  <a:cubicBezTo>
                    <a:pt x="4105" y="0"/>
                    <a:pt x="2854" y="497"/>
                    <a:pt x="1919" y="1432"/>
                  </a:cubicBezTo>
                  <a:cubicBezTo>
                    <a:pt x="0" y="3341"/>
                    <a:pt x="0" y="6442"/>
                    <a:pt x="1919" y="8351"/>
                  </a:cubicBezTo>
                  <a:cubicBezTo>
                    <a:pt x="2854" y="9286"/>
                    <a:pt x="4105" y="9782"/>
                    <a:pt x="5378" y="9782"/>
                  </a:cubicBezTo>
                  <a:cubicBezTo>
                    <a:pt x="6009" y="9782"/>
                    <a:pt x="6645" y="9660"/>
                    <a:pt x="7251" y="9410"/>
                  </a:cubicBezTo>
                  <a:cubicBezTo>
                    <a:pt x="9078" y="8652"/>
                    <a:pt x="10270" y="6870"/>
                    <a:pt x="10270" y="4890"/>
                  </a:cubicBezTo>
                  <a:cubicBezTo>
                    <a:pt x="10270" y="2912"/>
                    <a:pt x="9078" y="1130"/>
                    <a:pt x="7251" y="373"/>
                  </a:cubicBezTo>
                  <a:cubicBezTo>
                    <a:pt x="6645" y="122"/>
                    <a:pt x="6009" y="0"/>
                    <a:pt x="5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9"/>
            <p:cNvSpPr/>
            <p:nvPr/>
          </p:nvSpPr>
          <p:spPr>
            <a:xfrm>
              <a:off x="7473998" y="3665165"/>
              <a:ext cx="299356" cy="281727"/>
            </a:xfrm>
            <a:custGeom>
              <a:rect b="b" l="l" r="r" t="t"/>
              <a:pathLst>
                <a:path extrusionOk="0" h="10755" w="11428">
                  <a:moveTo>
                    <a:pt x="4810" y="1"/>
                  </a:moveTo>
                  <a:cubicBezTo>
                    <a:pt x="3265" y="1"/>
                    <a:pt x="1721" y="588"/>
                    <a:pt x="544" y="1764"/>
                  </a:cubicBezTo>
                  <a:cubicBezTo>
                    <a:pt x="400" y="1908"/>
                    <a:pt x="266" y="2058"/>
                    <a:pt x="139" y="2213"/>
                  </a:cubicBezTo>
                  <a:cubicBezTo>
                    <a:pt x="0" y="2379"/>
                    <a:pt x="150" y="2574"/>
                    <a:pt x="313" y="2574"/>
                  </a:cubicBezTo>
                  <a:cubicBezTo>
                    <a:pt x="370" y="2574"/>
                    <a:pt x="430" y="2550"/>
                    <a:pt x="478" y="2490"/>
                  </a:cubicBezTo>
                  <a:cubicBezTo>
                    <a:pt x="595" y="2346"/>
                    <a:pt x="722" y="2209"/>
                    <a:pt x="855" y="2076"/>
                  </a:cubicBezTo>
                  <a:cubicBezTo>
                    <a:pt x="1945" y="984"/>
                    <a:pt x="3378" y="438"/>
                    <a:pt x="4810" y="438"/>
                  </a:cubicBezTo>
                  <a:cubicBezTo>
                    <a:pt x="6242" y="438"/>
                    <a:pt x="7675" y="984"/>
                    <a:pt x="8764" y="2076"/>
                  </a:cubicBezTo>
                  <a:cubicBezTo>
                    <a:pt x="10944" y="4255"/>
                    <a:pt x="10944" y="7805"/>
                    <a:pt x="8764" y="9985"/>
                  </a:cubicBezTo>
                  <a:cubicBezTo>
                    <a:pt x="8631" y="10118"/>
                    <a:pt x="8490" y="10245"/>
                    <a:pt x="8346" y="10362"/>
                  </a:cubicBezTo>
                  <a:cubicBezTo>
                    <a:pt x="8166" y="10509"/>
                    <a:pt x="8306" y="10754"/>
                    <a:pt x="8486" y="10754"/>
                  </a:cubicBezTo>
                  <a:cubicBezTo>
                    <a:pt x="8532" y="10754"/>
                    <a:pt x="8581" y="10738"/>
                    <a:pt x="8627" y="10701"/>
                  </a:cubicBezTo>
                  <a:cubicBezTo>
                    <a:pt x="8782" y="10574"/>
                    <a:pt x="8932" y="10437"/>
                    <a:pt x="9076" y="10296"/>
                  </a:cubicBezTo>
                  <a:cubicBezTo>
                    <a:pt x="11427" y="7942"/>
                    <a:pt x="11427" y="4118"/>
                    <a:pt x="9076" y="1764"/>
                  </a:cubicBezTo>
                  <a:cubicBezTo>
                    <a:pt x="7899" y="588"/>
                    <a:pt x="6355"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9"/>
            <p:cNvSpPr/>
            <p:nvPr/>
          </p:nvSpPr>
          <p:spPr>
            <a:xfrm>
              <a:off x="7696656" y="3783566"/>
              <a:ext cx="36647" cy="111119"/>
            </a:xfrm>
            <a:custGeom>
              <a:rect b="b" l="l" r="r" t="t"/>
              <a:pathLst>
                <a:path extrusionOk="0" h="4242" w="1399">
                  <a:moveTo>
                    <a:pt x="807" y="1"/>
                  </a:moveTo>
                  <a:cubicBezTo>
                    <a:pt x="676" y="1"/>
                    <a:pt x="544" y="110"/>
                    <a:pt x="590" y="280"/>
                  </a:cubicBezTo>
                  <a:cubicBezTo>
                    <a:pt x="943" y="1507"/>
                    <a:pt x="751" y="2826"/>
                    <a:pt x="66" y="3905"/>
                  </a:cubicBezTo>
                  <a:cubicBezTo>
                    <a:pt x="1" y="4005"/>
                    <a:pt x="31" y="4142"/>
                    <a:pt x="134" y="4207"/>
                  </a:cubicBezTo>
                  <a:cubicBezTo>
                    <a:pt x="170" y="4230"/>
                    <a:pt x="210" y="4241"/>
                    <a:pt x="250" y="4241"/>
                  </a:cubicBezTo>
                  <a:cubicBezTo>
                    <a:pt x="322" y="4241"/>
                    <a:pt x="394" y="4206"/>
                    <a:pt x="436" y="4142"/>
                  </a:cubicBezTo>
                  <a:cubicBezTo>
                    <a:pt x="1190" y="2956"/>
                    <a:pt x="1399" y="1507"/>
                    <a:pt x="1011" y="157"/>
                  </a:cubicBezTo>
                  <a:cubicBezTo>
                    <a:pt x="978" y="48"/>
                    <a:pt x="892"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9"/>
            <p:cNvSpPr/>
            <p:nvPr/>
          </p:nvSpPr>
          <p:spPr>
            <a:xfrm>
              <a:off x="7525419" y="3694948"/>
              <a:ext cx="190019" cy="77825"/>
            </a:xfrm>
            <a:custGeom>
              <a:rect b="b" l="l" r="r" t="t"/>
              <a:pathLst>
                <a:path extrusionOk="0" h="2971" w="7254">
                  <a:moveTo>
                    <a:pt x="2845" y="0"/>
                  </a:moveTo>
                  <a:cubicBezTo>
                    <a:pt x="1939" y="0"/>
                    <a:pt x="1026" y="252"/>
                    <a:pt x="219" y="767"/>
                  </a:cubicBezTo>
                  <a:cubicBezTo>
                    <a:pt x="1" y="894"/>
                    <a:pt x="133" y="1180"/>
                    <a:pt x="326" y="1180"/>
                  </a:cubicBezTo>
                  <a:cubicBezTo>
                    <a:pt x="367" y="1180"/>
                    <a:pt x="411" y="1167"/>
                    <a:pt x="455" y="1137"/>
                  </a:cubicBezTo>
                  <a:cubicBezTo>
                    <a:pt x="1199" y="664"/>
                    <a:pt x="2025" y="440"/>
                    <a:pt x="2841" y="440"/>
                  </a:cubicBezTo>
                  <a:cubicBezTo>
                    <a:pt x="4446" y="440"/>
                    <a:pt x="6007" y="1308"/>
                    <a:pt x="6805" y="2851"/>
                  </a:cubicBezTo>
                  <a:cubicBezTo>
                    <a:pt x="6844" y="2926"/>
                    <a:pt x="6922" y="2970"/>
                    <a:pt x="7003" y="2970"/>
                  </a:cubicBezTo>
                  <a:cubicBezTo>
                    <a:pt x="7037" y="2970"/>
                    <a:pt x="7071" y="2963"/>
                    <a:pt x="7103" y="2947"/>
                  </a:cubicBezTo>
                  <a:cubicBezTo>
                    <a:pt x="7209" y="2888"/>
                    <a:pt x="7254" y="2758"/>
                    <a:pt x="7196" y="2649"/>
                  </a:cubicBezTo>
                  <a:cubicBezTo>
                    <a:pt x="6963" y="2200"/>
                    <a:pt x="6664" y="1788"/>
                    <a:pt x="6305" y="1432"/>
                  </a:cubicBezTo>
                  <a:cubicBezTo>
                    <a:pt x="5361" y="488"/>
                    <a:pt x="4109" y="0"/>
                    <a:pt x="2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9"/>
            <p:cNvSpPr/>
            <p:nvPr/>
          </p:nvSpPr>
          <p:spPr>
            <a:xfrm>
              <a:off x="7489296" y="3815603"/>
              <a:ext cx="82698" cy="153765"/>
            </a:xfrm>
            <a:custGeom>
              <a:rect b="b" l="l" r="r" t="t"/>
              <a:pathLst>
                <a:path extrusionOk="0" h="5870" w="3157">
                  <a:moveTo>
                    <a:pt x="1358" y="911"/>
                  </a:moveTo>
                  <a:lnTo>
                    <a:pt x="1358" y="2696"/>
                  </a:lnTo>
                  <a:cubicBezTo>
                    <a:pt x="837" y="2614"/>
                    <a:pt x="439" y="2247"/>
                    <a:pt x="439" y="1802"/>
                  </a:cubicBezTo>
                  <a:cubicBezTo>
                    <a:pt x="439" y="1360"/>
                    <a:pt x="837" y="990"/>
                    <a:pt x="1358" y="911"/>
                  </a:cubicBezTo>
                  <a:close/>
                  <a:moveTo>
                    <a:pt x="1796" y="3169"/>
                  </a:moveTo>
                  <a:cubicBezTo>
                    <a:pt x="2321" y="3255"/>
                    <a:pt x="2715" y="3625"/>
                    <a:pt x="2715" y="4067"/>
                  </a:cubicBezTo>
                  <a:cubicBezTo>
                    <a:pt x="2715" y="4509"/>
                    <a:pt x="2321" y="4879"/>
                    <a:pt x="1796" y="4958"/>
                  </a:cubicBezTo>
                  <a:lnTo>
                    <a:pt x="1796" y="3169"/>
                  </a:lnTo>
                  <a:close/>
                  <a:moveTo>
                    <a:pt x="1579" y="0"/>
                  </a:moveTo>
                  <a:cubicBezTo>
                    <a:pt x="1468" y="0"/>
                    <a:pt x="1358" y="73"/>
                    <a:pt x="1358" y="219"/>
                  </a:cubicBezTo>
                  <a:lnTo>
                    <a:pt x="1358" y="465"/>
                  </a:lnTo>
                  <a:cubicBezTo>
                    <a:pt x="594" y="558"/>
                    <a:pt x="1" y="1123"/>
                    <a:pt x="1" y="1802"/>
                  </a:cubicBezTo>
                  <a:cubicBezTo>
                    <a:pt x="1" y="2484"/>
                    <a:pt x="594" y="3049"/>
                    <a:pt x="1358" y="3142"/>
                  </a:cubicBezTo>
                  <a:lnTo>
                    <a:pt x="1358" y="4958"/>
                  </a:lnTo>
                  <a:cubicBezTo>
                    <a:pt x="837" y="4876"/>
                    <a:pt x="439" y="4509"/>
                    <a:pt x="439" y="4067"/>
                  </a:cubicBezTo>
                  <a:cubicBezTo>
                    <a:pt x="439" y="3920"/>
                    <a:pt x="330" y="3846"/>
                    <a:pt x="220" y="3846"/>
                  </a:cubicBezTo>
                  <a:cubicBezTo>
                    <a:pt x="110" y="3846"/>
                    <a:pt x="1" y="3920"/>
                    <a:pt x="1" y="4067"/>
                  </a:cubicBezTo>
                  <a:cubicBezTo>
                    <a:pt x="1" y="4745"/>
                    <a:pt x="594" y="5311"/>
                    <a:pt x="1358" y="5403"/>
                  </a:cubicBezTo>
                  <a:lnTo>
                    <a:pt x="1358" y="5650"/>
                  </a:lnTo>
                  <a:cubicBezTo>
                    <a:pt x="1358" y="5770"/>
                    <a:pt x="1457" y="5869"/>
                    <a:pt x="1577" y="5869"/>
                  </a:cubicBezTo>
                  <a:cubicBezTo>
                    <a:pt x="1700" y="5869"/>
                    <a:pt x="1796" y="5770"/>
                    <a:pt x="1796" y="5650"/>
                  </a:cubicBezTo>
                  <a:lnTo>
                    <a:pt x="1796" y="5403"/>
                  </a:lnTo>
                  <a:cubicBezTo>
                    <a:pt x="2564" y="5311"/>
                    <a:pt x="3153" y="4745"/>
                    <a:pt x="3153" y="4067"/>
                  </a:cubicBezTo>
                  <a:cubicBezTo>
                    <a:pt x="3153" y="3385"/>
                    <a:pt x="2564" y="2820"/>
                    <a:pt x="1796" y="2727"/>
                  </a:cubicBezTo>
                  <a:lnTo>
                    <a:pt x="1796" y="911"/>
                  </a:lnTo>
                  <a:cubicBezTo>
                    <a:pt x="2321" y="993"/>
                    <a:pt x="2715" y="1360"/>
                    <a:pt x="2715" y="1802"/>
                  </a:cubicBezTo>
                  <a:cubicBezTo>
                    <a:pt x="2715" y="1925"/>
                    <a:pt x="2814" y="2021"/>
                    <a:pt x="2934" y="2021"/>
                  </a:cubicBezTo>
                  <a:cubicBezTo>
                    <a:pt x="3057" y="2021"/>
                    <a:pt x="3157" y="1925"/>
                    <a:pt x="3157" y="1802"/>
                  </a:cubicBezTo>
                  <a:cubicBezTo>
                    <a:pt x="3157" y="1123"/>
                    <a:pt x="2564" y="558"/>
                    <a:pt x="1800" y="465"/>
                  </a:cubicBezTo>
                  <a:lnTo>
                    <a:pt x="1800" y="219"/>
                  </a:lnTo>
                  <a:cubicBezTo>
                    <a:pt x="1800" y="73"/>
                    <a:pt x="1689" y="0"/>
                    <a:pt x="15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79"/>
          <p:cNvGrpSpPr/>
          <p:nvPr/>
        </p:nvGrpSpPr>
        <p:grpSpPr>
          <a:xfrm>
            <a:off x="4102650" y="3665322"/>
            <a:ext cx="408459" cy="384752"/>
            <a:chOff x="4102650" y="3665322"/>
            <a:chExt cx="408459" cy="384752"/>
          </a:xfrm>
        </p:grpSpPr>
        <p:sp>
          <p:nvSpPr>
            <p:cNvPr id="8139" name="Google Shape;8139;p79"/>
            <p:cNvSpPr/>
            <p:nvPr/>
          </p:nvSpPr>
          <p:spPr>
            <a:xfrm>
              <a:off x="4117188" y="3671137"/>
              <a:ext cx="373986" cy="373724"/>
            </a:xfrm>
            <a:custGeom>
              <a:rect b="b" l="l" r="r" t="t"/>
              <a:pathLst>
                <a:path extrusionOk="0" h="14267" w="14277">
                  <a:moveTo>
                    <a:pt x="7138" y="1558"/>
                  </a:moveTo>
                  <a:cubicBezTo>
                    <a:pt x="8573" y="1558"/>
                    <a:pt x="9999" y="2111"/>
                    <a:pt x="11080" y="3191"/>
                  </a:cubicBezTo>
                  <a:cubicBezTo>
                    <a:pt x="13050" y="5154"/>
                    <a:pt x="13266" y="8273"/>
                    <a:pt x="11590" y="10493"/>
                  </a:cubicBezTo>
                  <a:lnTo>
                    <a:pt x="3777" y="2687"/>
                  </a:lnTo>
                  <a:cubicBezTo>
                    <a:pt x="4778" y="1930"/>
                    <a:pt x="5961" y="1558"/>
                    <a:pt x="7138" y="1558"/>
                  </a:cubicBezTo>
                  <a:close/>
                  <a:moveTo>
                    <a:pt x="2674" y="3794"/>
                  </a:moveTo>
                  <a:lnTo>
                    <a:pt x="10483" y="11593"/>
                  </a:lnTo>
                  <a:cubicBezTo>
                    <a:pt x="9500" y="12330"/>
                    <a:pt x="8323" y="12707"/>
                    <a:pt x="7138" y="12707"/>
                  </a:cubicBezTo>
                  <a:cubicBezTo>
                    <a:pt x="6288" y="12707"/>
                    <a:pt x="5434" y="12513"/>
                    <a:pt x="4644" y="12118"/>
                  </a:cubicBezTo>
                  <a:cubicBezTo>
                    <a:pt x="2756" y="11175"/>
                    <a:pt x="1563" y="9246"/>
                    <a:pt x="1560" y="7135"/>
                  </a:cubicBezTo>
                  <a:cubicBezTo>
                    <a:pt x="1560" y="5929"/>
                    <a:pt x="1951" y="4757"/>
                    <a:pt x="2674" y="3794"/>
                  </a:cubicBezTo>
                  <a:close/>
                  <a:moveTo>
                    <a:pt x="7139" y="1"/>
                  </a:moveTo>
                  <a:cubicBezTo>
                    <a:pt x="3198" y="1"/>
                    <a:pt x="1" y="3194"/>
                    <a:pt x="1" y="7135"/>
                  </a:cubicBezTo>
                  <a:cubicBezTo>
                    <a:pt x="1" y="11073"/>
                    <a:pt x="3195" y="14266"/>
                    <a:pt x="7139" y="14266"/>
                  </a:cubicBezTo>
                  <a:cubicBezTo>
                    <a:pt x="11080" y="14266"/>
                    <a:pt x="14277" y="11073"/>
                    <a:pt x="14277" y="7135"/>
                  </a:cubicBezTo>
                  <a:cubicBezTo>
                    <a:pt x="14277" y="3194"/>
                    <a:pt x="11083" y="1"/>
                    <a:pt x="71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9"/>
            <p:cNvSpPr/>
            <p:nvPr/>
          </p:nvSpPr>
          <p:spPr>
            <a:xfrm>
              <a:off x="4292878" y="3671137"/>
              <a:ext cx="198296" cy="373724"/>
            </a:xfrm>
            <a:custGeom>
              <a:rect b="b" l="l" r="r" t="t"/>
              <a:pathLst>
                <a:path extrusionOk="0" h="14267" w="7570">
                  <a:moveTo>
                    <a:pt x="432" y="1"/>
                  </a:moveTo>
                  <a:cubicBezTo>
                    <a:pt x="288" y="1"/>
                    <a:pt x="144" y="7"/>
                    <a:pt x="0" y="14"/>
                  </a:cubicBezTo>
                  <a:cubicBezTo>
                    <a:pt x="3742" y="237"/>
                    <a:pt x="6710" y="3338"/>
                    <a:pt x="6710" y="7135"/>
                  </a:cubicBezTo>
                  <a:cubicBezTo>
                    <a:pt x="6710" y="10929"/>
                    <a:pt x="3742" y="14030"/>
                    <a:pt x="0" y="14253"/>
                  </a:cubicBezTo>
                  <a:cubicBezTo>
                    <a:pt x="144" y="14263"/>
                    <a:pt x="288" y="14266"/>
                    <a:pt x="432" y="14266"/>
                  </a:cubicBezTo>
                  <a:cubicBezTo>
                    <a:pt x="4373" y="14266"/>
                    <a:pt x="7570" y="11073"/>
                    <a:pt x="7570" y="7135"/>
                  </a:cubicBezTo>
                  <a:cubicBezTo>
                    <a:pt x="7570" y="3194"/>
                    <a:pt x="4376" y="1"/>
                    <a:pt x="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9"/>
            <p:cNvSpPr/>
            <p:nvPr/>
          </p:nvSpPr>
          <p:spPr>
            <a:xfrm>
              <a:off x="4309590" y="3706920"/>
              <a:ext cx="155651" cy="244661"/>
            </a:xfrm>
            <a:custGeom>
              <a:rect b="b" l="l" r="r" t="t"/>
              <a:pathLst>
                <a:path extrusionOk="0" h="9340" w="5942">
                  <a:moveTo>
                    <a:pt x="292" y="1"/>
                  </a:moveTo>
                  <a:cubicBezTo>
                    <a:pt x="28" y="1"/>
                    <a:pt x="0" y="407"/>
                    <a:pt x="277" y="430"/>
                  </a:cubicBezTo>
                  <a:cubicBezTo>
                    <a:pt x="2172" y="602"/>
                    <a:pt x="3834" y="1760"/>
                    <a:pt x="4646" y="3483"/>
                  </a:cubicBezTo>
                  <a:cubicBezTo>
                    <a:pt x="5458" y="5204"/>
                    <a:pt x="5294" y="7226"/>
                    <a:pt x="4218" y="8795"/>
                  </a:cubicBezTo>
                  <a:lnTo>
                    <a:pt x="1240" y="5821"/>
                  </a:lnTo>
                  <a:cubicBezTo>
                    <a:pt x="1193" y="5774"/>
                    <a:pt x="1141" y="5754"/>
                    <a:pt x="1090" y="5754"/>
                  </a:cubicBezTo>
                  <a:cubicBezTo>
                    <a:pt x="924" y="5754"/>
                    <a:pt x="780" y="5970"/>
                    <a:pt x="935" y="6126"/>
                  </a:cubicBezTo>
                  <a:lnTo>
                    <a:pt x="4091" y="9278"/>
                  </a:lnTo>
                  <a:cubicBezTo>
                    <a:pt x="4132" y="9319"/>
                    <a:pt x="4187" y="9340"/>
                    <a:pt x="4245" y="9340"/>
                  </a:cubicBezTo>
                  <a:lnTo>
                    <a:pt x="4259" y="9340"/>
                  </a:lnTo>
                  <a:cubicBezTo>
                    <a:pt x="4321" y="9336"/>
                    <a:pt x="4379" y="9306"/>
                    <a:pt x="4417" y="9254"/>
                  </a:cubicBezTo>
                  <a:cubicBezTo>
                    <a:pt x="5684" y="7578"/>
                    <a:pt x="5941" y="5344"/>
                    <a:pt x="5088" y="3422"/>
                  </a:cubicBezTo>
                  <a:cubicBezTo>
                    <a:pt x="4235" y="1499"/>
                    <a:pt x="2408" y="190"/>
                    <a:pt x="315" y="2"/>
                  </a:cubicBezTo>
                  <a:cubicBezTo>
                    <a:pt x="307" y="1"/>
                    <a:pt x="299"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9"/>
            <p:cNvSpPr/>
            <p:nvPr/>
          </p:nvSpPr>
          <p:spPr>
            <a:xfrm>
              <a:off x="4209656" y="3706998"/>
              <a:ext cx="117904" cy="143549"/>
            </a:xfrm>
            <a:custGeom>
              <a:rect b="b" l="l" r="r" t="t"/>
              <a:pathLst>
                <a:path extrusionOk="0" h="5480" w="4501">
                  <a:moveTo>
                    <a:pt x="3112" y="1"/>
                  </a:moveTo>
                  <a:cubicBezTo>
                    <a:pt x="3104" y="1"/>
                    <a:pt x="3096" y="1"/>
                    <a:pt x="3088" y="2"/>
                  </a:cubicBezTo>
                  <a:cubicBezTo>
                    <a:pt x="2008" y="98"/>
                    <a:pt x="980" y="492"/>
                    <a:pt x="117" y="1147"/>
                  </a:cubicBezTo>
                  <a:cubicBezTo>
                    <a:pt x="11" y="1226"/>
                    <a:pt x="0" y="1380"/>
                    <a:pt x="96" y="1472"/>
                  </a:cubicBezTo>
                  <a:lnTo>
                    <a:pt x="4041" y="5413"/>
                  </a:lnTo>
                  <a:cubicBezTo>
                    <a:pt x="4087" y="5460"/>
                    <a:pt x="4140" y="5480"/>
                    <a:pt x="4190" y="5480"/>
                  </a:cubicBezTo>
                  <a:cubicBezTo>
                    <a:pt x="4357" y="5480"/>
                    <a:pt x="4501" y="5264"/>
                    <a:pt x="4346" y="5108"/>
                  </a:cubicBezTo>
                  <a:lnTo>
                    <a:pt x="580" y="1346"/>
                  </a:lnTo>
                  <a:cubicBezTo>
                    <a:pt x="1333" y="825"/>
                    <a:pt x="2211" y="509"/>
                    <a:pt x="3126" y="431"/>
                  </a:cubicBezTo>
                  <a:cubicBezTo>
                    <a:pt x="3242" y="420"/>
                    <a:pt x="3331" y="314"/>
                    <a:pt x="3321" y="198"/>
                  </a:cubicBezTo>
                  <a:cubicBezTo>
                    <a:pt x="3311" y="86"/>
                    <a:pt x="3218" y="1"/>
                    <a:pt x="31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9"/>
            <p:cNvSpPr/>
            <p:nvPr/>
          </p:nvSpPr>
          <p:spPr>
            <a:xfrm>
              <a:off x="4152289" y="3764811"/>
              <a:ext cx="245997" cy="244766"/>
            </a:xfrm>
            <a:custGeom>
              <a:rect b="b" l="l" r="r" t="t"/>
              <a:pathLst>
                <a:path extrusionOk="0" h="9344" w="9391">
                  <a:moveTo>
                    <a:pt x="1361" y="547"/>
                  </a:moveTo>
                  <a:lnTo>
                    <a:pt x="8811" y="7990"/>
                  </a:lnTo>
                  <a:cubicBezTo>
                    <a:pt x="7928" y="8593"/>
                    <a:pt x="6882" y="8915"/>
                    <a:pt x="5816" y="8915"/>
                  </a:cubicBezTo>
                  <a:cubicBezTo>
                    <a:pt x="5810" y="8915"/>
                    <a:pt x="5804" y="8915"/>
                    <a:pt x="5799" y="8915"/>
                  </a:cubicBezTo>
                  <a:cubicBezTo>
                    <a:pt x="2841" y="8915"/>
                    <a:pt x="436" y="6513"/>
                    <a:pt x="436" y="3559"/>
                  </a:cubicBezTo>
                  <a:cubicBezTo>
                    <a:pt x="432" y="2483"/>
                    <a:pt x="755" y="1435"/>
                    <a:pt x="1361" y="547"/>
                  </a:cubicBezTo>
                  <a:close/>
                  <a:moveTo>
                    <a:pt x="1341" y="1"/>
                  </a:moveTo>
                  <a:cubicBezTo>
                    <a:pt x="1334" y="1"/>
                    <a:pt x="1327" y="1"/>
                    <a:pt x="1320" y="2"/>
                  </a:cubicBezTo>
                  <a:cubicBezTo>
                    <a:pt x="1258" y="6"/>
                    <a:pt x="1200" y="36"/>
                    <a:pt x="1162" y="88"/>
                  </a:cubicBezTo>
                  <a:cubicBezTo>
                    <a:pt x="408" y="1085"/>
                    <a:pt x="1" y="2305"/>
                    <a:pt x="8" y="3556"/>
                  </a:cubicBezTo>
                  <a:cubicBezTo>
                    <a:pt x="8" y="6749"/>
                    <a:pt x="2605" y="9344"/>
                    <a:pt x="5799" y="9344"/>
                  </a:cubicBezTo>
                  <a:cubicBezTo>
                    <a:pt x="5804" y="9344"/>
                    <a:pt x="5809" y="9344"/>
                    <a:pt x="5815" y="9344"/>
                  </a:cubicBezTo>
                  <a:cubicBezTo>
                    <a:pt x="7063" y="9344"/>
                    <a:pt x="8277" y="8939"/>
                    <a:pt x="9274" y="8189"/>
                  </a:cubicBezTo>
                  <a:cubicBezTo>
                    <a:pt x="9380" y="8110"/>
                    <a:pt x="9390" y="7956"/>
                    <a:pt x="9298" y="7863"/>
                  </a:cubicBezTo>
                  <a:lnTo>
                    <a:pt x="1488" y="64"/>
                  </a:lnTo>
                  <a:cubicBezTo>
                    <a:pt x="1448" y="24"/>
                    <a:pt x="1395" y="1"/>
                    <a:pt x="13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9"/>
            <p:cNvSpPr/>
            <p:nvPr/>
          </p:nvSpPr>
          <p:spPr>
            <a:xfrm>
              <a:off x="4102650" y="3665322"/>
              <a:ext cx="408459" cy="384752"/>
            </a:xfrm>
            <a:custGeom>
              <a:rect b="b" l="l" r="r" t="t"/>
              <a:pathLst>
                <a:path extrusionOk="0" h="14688" w="15593">
                  <a:moveTo>
                    <a:pt x="7685" y="1"/>
                  </a:moveTo>
                  <a:cubicBezTo>
                    <a:pt x="7254" y="1"/>
                    <a:pt x="6820" y="39"/>
                    <a:pt x="6388" y="116"/>
                  </a:cubicBezTo>
                  <a:cubicBezTo>
                    <a:pt x="4017" y="545"/>
                    <a:pt x="2002" y="2107"/>
                    <a:pt x="1001" y="4300"/>
                  </a:cubicBezTo>
                  <a:cubicBezTo>
                    <a:pt x="1" y="6494"/>
                    <a:pt x="138" y="9036"/>
                    <a:pt x="1371" y="11109"/>
                  </a:cubicBezTo>
                  <a:cubicBezTo>
                    <a:pt x="2602" y="13179"/>
                    <a:pt x="4771" y="14519"/>
                    <a:pt x="7176" y="14687"/>
                  </a:cubicBezTo>
                  <a:cubicBezTo>
                    <a:pt x="7181" y="14687"/>
                    <a:pt x="7185" y="14687"/>
                    <a:pt x="7189" y="14687"/>
                  </a:cubicBezTo>
                  <a:cubicBezTo>
                    <a:pt x="7300" y="14687"/>
                    <a:pt x="7396" y="14601"/>
                    <a:pt x="7406" y="14488"/>
                  </a:cubicBezTo>
                  <a:cubicBezTo>
                    <a:pt x="7413" y="14368"/>
                    <a:pt x="7324" y="14266"/>
                    <a:pt x="7204" y="14259"/>
                  </a:cubicBezTo>
                  <a:cubicBezTo>
                    <a:pt x="3482" y="13995"/>
                    <a:pt x="638" y="10832"/>
                    <a:pt x="772" y="7104"/>
                  </a:cubicBezTo>
                  <a:cubicBezTo>
                    <a:pt x="902" y="3379"/>
                    <a:pt x="3962" y="428"/>
                    <a:pt x="7694" y="428"/>
                  </a:cubicBezTo>
                  <a:cubicBezTo>
                    <a:pt x="11422" y="428"/>
                    <a:pt x="14486" y="3379"/>
                    <a:pt x="14616" y="7104"/>
                  </a:cubicBezTo>
                  <a:cubicBezTo>
                    <a:pt x="14746" y="10832"/>
                    <a:pt x="11902" y="13995"/>
                    <a:pt x="8180" y="14259"/>
                  </a:cubicBezTo>
                  <a:cubicBezTo>
                    <a:pt x="7899" y="14269"/>
                    <a:pt x="7909" y="14687"/>
                    <a:pt x="8187" y="14687"/>
                  </a:cubicBezTo>
                  <a:cubicBezTo>
                    <a:pt x="8191" y="14687"/>
                    <a:pt x="8194" y="14687"/>
                    <a:pt x="8198" y="14687"/>
                  </a:cubicBezTo>
                  <a:lnTo>
                    <a:pt x="8211" y="14687"/>
                  </a:lnTo>
                  <a:cubicBezTo>
                    <a:pt x="11083" y="14485"/>
                    <a:pt x="13574" y="12628"/>
                    <a:pt x="14582" y="9931"/>
                  </a:cubicBezTo>
                  <a:cubicBezTo>
                    <a:pt x="15593" y="7234"/>
                    <a:pt x="14931" y="4194"/>
                    <a:pt x="12892" y="2159"/>
                  </a:cubicBezTo>
                  <a:cubicBezTo>
                    <a:pt x="11502" y="766"/>
                    <a:pt x="9622" y="1"/>
                    <a:pt x="7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5" name="Google Shape;8145;p79"/>
          <p:cNvGrpSpPr/>
          <p:nvPr/>
        </p:nvGrpSpPr>
        <p:grpSpPr>
          <a:xfrm>
            <a:off x="6397489" y="4118522"/>
            <a:ext cx="170346" cy="385381"/>
            <a:chOff x="6397489" y="4118522"/>
            <a:chExt cx="170346" cy="385381"/>
          </a:xfrm>
        </p:grpSpPr>
        <p:sp>
          <p:nvSpPr>
            <p:cNvPr id="8146" name="Google Shape;8146;p79"/>
            <p:cNvSpPr/>
            <p:nvPr/>
          </p:nvSpPr>
          <p:spPr>
            <a:xfrm>
              <a:off x="6439951" y="4124285"/>
              <a:ext cx="74525" cy="63759"/>
            </a:xfrm>
            <a:custGeom>
              <a:rect b="b" l="l" r="r" t="t"/>
              <a:pathLst>
                <a:path extrusionOk="0" h="2434" w="2845">
                  <a:moveTo>
                    <a:pt x="1628" y="0"/>
                  </a:moveTo>
                  <a:cubicBezTo>
                    <a:pt x="542" y="0"/>
                    <a:pt x="0" y="1309"/>
                    <a:pt x="768" y="2077"/>
                  </a:cubicBezTo>
                  <a:cubicBezTo>
                    <a:pt x="999" y="2310"/>
                    <a:pt x="1310" y="2434"/>
                    <a:pt x="1627" y="2434"/>
                  </a:cubicBezTo>
                  <a:cubicBezTo>
                    <a:pt x="1784" y="2434"/>
                    <a:pt x="1943" y="2403"/>
                    <a:pt x="2094" y="2341"/>
                  </a:cubicBezTo>
                  <a:cubicBezTo>
                    <a:pt x="2547" y="2152"/>
                    <a:pt x="2845" y="1707"/>
                    <a:pt x="2845" y="1217"/>
                  </a:cubicBezTo>
                  <a:cubicBezTo>
                    <a:pt x="2845" y="545"/>
                    <a:pt x="2300" y="0"/>
                    <a:pt x="162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9"/>
            <p:cNvSpPr/>
            <p:nvPr/>
          </p:nvSpPr>
          <p:spPr>
            <a:xfrm>
              <a:off x="6475864" y="4124180"/>
              <a:ext cx="40497" cy="63863"/>
            </a:xfrm>
            <a:custGeom>
              <a:rect b="b" l="l" r="r" t="t"/>
              <a:pathLst>
                <a:path extrusionOk="0" h="2438" w="1546">
                  <a:moveTo>
                    <a:pt x="257" y="1"/>
                  </a:moveTo>
                  <a:lnTo>
                    <a:pt x="257" y="4"/>
                  </a:lnTo>
                  <a:cubicBezTo>
                    <a:pt x="172" y="4"/>
                    <a:pt x="82" y="11"/>
                    <a:pt x="0" y="31"/>
                  </a:cubicBezTo>
                  <a:cubicBezTo>
                    <a:pt x="559" y="151"/>
                    <a:pt x="956" y="648"/>
                    <a:pt x="956" y="1221"/>
                  </a:cubicBezTo>
                  <a:cubicBezTo>
                    <a:pt x="956" y="1793"/>
                    <a:pt x="559" y="2286"/>
                    <a:pt x="0" y="2410"/>
                  </a:cubicBezTo>
                  <a:cubicBezTo>
                    <a:pt x="87" y="2429"/>
                    <a:pt x="174" y="2438"/>
                    <a:pt x="260" y="2438"/>
                  </a:cubicBezTo>
                  <a:cubicBezTo>
                    <a:pt x="866" y="2438"/>
                    <a:pt x="1401" y="1978"/>
                    <a:pt x="1470" y="1347"/>
                  </a:cubicBezTo>
                  <a:cubicBezTo>
                    <a:pt x="1546" y="628"/>
                    <a:pt x="980" y="1"/>
                    <a:pt x="257"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9"/>
            <p:cNvSpPr/>
            <p:nvPr/>
          </p:nvSpPr>
          <p:spPr>
            <a:xfrm>
              <a:off x="6403068" y="4205856"/>
              <a:ext cx="158977" cy="292415"/>
            </a:xfrm>
            <a:custGeom>
              <a:rect b="b" l="l" r="r" t="t"/>
              <a:pathLst>
                <a:path extrusionOk="0" h="11163" w="6069">
                  <a:moveTo>
                    <a:pt x="1624" y="1"/>
                  </a:moveTo>
                  <a:cubicBezTo>
                    <a:pt x="730" y="1"/>
                    <a:pt x="3" y="727"/>
                    <a:pt x="3" y="1622"/>
                  </a:cubicBezTo>
                  <a:lnTo>
                    <a:pt x="3" y="5097"/>
                  </a:lnTo>
                  <a:cubicBezTo>
                    <a:pt x="0" y="5381"/>
                    <a:pt x="223" y="5614"/>
                    <a:pt x="507" y="5631"/>
                  </a:cubicBezTo>
                  <a:cubicBezTo>
                    <a:pt x="513" y="5631"/>
                    <a:pt x="520" y="5632"/>
                    <a:pt x="526" y="5632"/>
                  </a:cubicBezTo>
                  <a:cubicBezTo>
                    <a:pt x="812" y="5632"/>
                    <a:pt x="1049" y="5399"/>
                    <a:pt x="1049" y="5107"/>
                  </a:cubicBezTo>
                  <a:lnTo>
                    <a:pt x="1049" y="1906"/>
                  </a:lnTo>
                  <a:cubicBezTo>
                    <a:pt x="1049" y="1749"/>
                    <a:pt x="1175" y="1622"/>
                    <a:pt x="1333" y="1622"/>
                  </a:cubicBezTo>
                  <a:cubicBezTo>
                    <a:pt x="1491" y="1622"/>
                    <a:pt x="1618" y="1749"/>
                    <a:pt x="1618" y="1906"/>
                  </a:cubicBezTo>
                  <a:lnTo>
                    <a:pt x="1618" y="10627"/>
                  </a:lnTo>
                  <a:cubicBezTo>
                    <a:pt x="1614" y="10912"/>
                    <a:pt x="1837" y="11148"/>
                    <a:pt x="2118" y="11162"/>
                  </a:cubicBezTo>
                  <a:cubicBezTo>
                    <a:pt x="2124" y="11162"/>
                    <a:pt x="2130" y="11162"/>
                    <a:pt x="2137" y="11162"/>
                  </a:cubicBezTo>
                  <a:cubicBezTo>
                    <a:pt x="2426" y="11162"/>
                    <a:pt x="2659" y="10930"/>
                    <a:pt x="2659" y="10641"/>
                  </a:cubicBezTo>
                  <a:lnTo>
                    <a:pt x="2659" y="6861"/>
                  </a:lnTo>
                  <a:cubicBezTo>
                    <a:pt x="2659" y="6656"/>
                    <a:pt x="2827" y="6484"/>
                    <a:pt x="3036" y="6484"/>
                  </a:cubicBezTo>
                  <a:cubicBezTo>
                    <a:pt x="3242" y="6484"/>
                    <a:pt x="3413" y="6656"/>
                    <a:pt x="3413" y="6861"/>
                  </a:cubicBezTo>
                  <a:lnTo>
                    <a:pt x="3413" y="10641"/>
                  </a:lnTo>
                  <a:cubicBezTo>
                    <a:pt x="3413" y="10929"/>
                    <a:pt x="3646" y="11162"/>
                    <a:pt x="3934" y="11162"/>
                  </a:cubicBezTo>
                  <a:cubicBezTo>
                    <a:pt x="4222" y="11162"/>
                    <a:pt x="4455" y="10929"/>
                    <a:pt x="4455" y="10641"/>
                  </a:cubicBezTo>
                  <a:lnTo>
                    <a:pt x="4455" y="1906"/>
                  </a:lnTo>
                  <a:cubicBezTo>
                    <a:pt x="4455" y="1749"/>
                    <a:pt x="4582" y="1622"/>
                    <a:pt x="4739" y="1622"/>
                  </a:cubicBezTo>
                  <a:cubicBezTo>
                    <a:pt x="4897" y="1622"/>
                    <a:pt x="5024" y="1749"/>
                    <a:pt x="5024" y="1906"/>
                  </a:cubicBezTo>
                  <a:lnTo>
                    <a:pt x="5024" y="5107"/>
                  </a:lnTo>
                  <a:cubicBezTo>
                    <a:pt x="5024" y="5395"/>
                    <a:pt x="5257" y="5631"/>
                    <a:pt x="5545" y="5631"/>
                  </a:cubicBezTo>
                  <a:cubicBezTo>
                    <a:pt x="5832" y="5631"/>
                    <a:pt x="6069" y="5395"/>
                    <a:pt x="6069" y="5107"/>
                  </a:cubicBezTo>
                  <a:lnTo>
                    <a:pt x="6069" y="1622"/>
                  </a:lnTo>
                  <a:cubicBezTo>
                    <a:pt x="6069" y="727"/>
                    <a:pt x="5342" y="1"/>
                    <a:pt x="4445"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9"/>
            <p:cNvSpPr/>
            <p:nvPr/>
          </p:nvSpPr>
          <p:spPr>
            <a:xfrm>
              <a:off x="6452341" y="4375704"/>
              <a:ext cx="30281" cy="122540"/>
            </a:xfrm>
            <a:custGeom>
              <a:rect b="b" l="l" r="r" t="t"/>
              <a:pathLst>
                <a:path extrusionOk="0" h="4678" w="1156">
                  <a:moveTo>
                    <a:pt x="693" y="0"/>
                  </a:moveTo>
                  <a:cubicBezTo>
                    <a:pt x="453" y="0"/>
                    <a:pt x="261" y="196"/>
                    <a:pt x="261" y="432"/>
                  </a:cubicBezTo>
                  <a:lnTo>
                    <a:pt x="261" y="4157"/>
                  </a:lnTo>
                  <a:cubicBezTo>
                    <a:pt x="261" y="4342"/>
                    <a:pt x="161" y="4514"/>
                    <a:pt x="0" y="4606"/>
                  </a:cubicBezTo>
                  <a:cubicBezTo>
                    <a:pt x="84" y="4655"/>
                    <a:pt x="173" y="4677"/>
                    <a:pt x="259" y="4677"/>
                  </a:cubicBezTo>
                  <a:cubicBezTo>
                    <a:pt x="530" y="4677"/>
                    <a:pt x="778" y="4459"/>
                    <a:pt x="778" y="4157"/>
                  </a:cubicBezTo>
                  <a:lnTo>
                    <a:pt x="778" y="377"/>
                  </a:lnTo>
                  <a:cubicBezTo>
                    <a:pt x="778" y="168"/>
                    <a:pt x="946" y="0"/>
                    <a:pt x="1155" y="0"/>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9"/>
            <p:cNvSpPr/>
            <p:nvPr/>
          </p:nvSpPr>
          <p:spPr>
            <a:xfrm>
              <a:off x="6499282" y="4248318"/>
              <a:ext cx="27950" cy="249953"/>
            </a:xfrm>
            <a:custGeom>
              <a:rect b="b" l="l" r="r" t="t"/>
              <a:pathLst>
                <a:path extrusionOk="0" h="9542" w="1067">
                  <a:moveTo>
                    <a:pt x="696" y="1"/>
                  </a:moveTo>
                  <a:cubicBezTo>
                    <a:pt x="460" y="1"/>
                    <a:pt x="264" y="193"/>
                    <a:pt x="264" y="433"/>
                  </a:cubicBezTo>
                  <a:lnTo>
                    <a:pt x="264" y="9020"/>
                  </a:lnTo>
                  <a:cubicBezTo>
                    <a:pt x="264" y="9205"/>
                    <a:pt x="165" y="9380"/>
                    <a:pt x="1" y="9472"/>
                  </a:cubicBezTo>
                  <a:cubicBezTo>
                    <a:pt x="78" y="9517"/>
                    <a:pt x="164" y="9541"/>
                    <a:pt x="250" y="9541"/>
                  </a:cubicBezTo>
                  <a:cubicBezTo>
                    <a:pt x="256" y="9541"/>
                    <a:pt x="262" y="9541"/>
                    <a:pt x="268" y="9541"/>
                  </a:cubicBezTo>
                  <a:cubicBezTo>
                    <a:pt x="552" y="9534"/>
                    <a:pt x="778" y="9301"/>
                    <a:pt x="782" y="9020"/>
                  </a:cubicBezTo>
                  <a:lnTo>
                    <a:pt x="782" y="285"/>
                  </a:lnTo>
                  <a:cubicBezTo>
                    <a:pt x="782" y="128"/>
                    <a:pt x="909"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9"/>
            <p:cNvSpPr/>
            <p:nvPr/>
          </p:nvSpPr>
          <p:spPr>
            <a:xfrm>
              <a:off x="6410062" y="4248318"/>
              <a:ext cx="27950" cy="105068"/>
            </a:xfrm>
            <a:custGeom>
              <a:rect b="b" l="l" r="r" t="t"/>
              <a:pathLst>
                <a:path extrusionOk="0" h="4011" w="1067">
                  <a:moveTo>
                    <a:pt x="696" y="1"/>
                  </a:moveTo>
                  <a:cubicBezTo>
                    <a:pt x="456" y="1"/>
                    <a:pt x="264" y="193"/>
                    <a:pt x="264" y="433"/>
                  </a:cubicBezTo>
                  <a:lnTo>
                    <a:pt x="264" y="3486"/>
                  </a:lnTo>
                  <a:cubicBezTo>
                    <a:pt x="264" y="3674"/>
                    <a:pt x="161" y="3846"/>
                    <a:pt x="0" y="3938"/>
                  </a:cubicBezTo>
                  <a:cubicBezTo>
                    <a:pt x="72" y="3983"/>
                    <a:pt x="155" y="4007"/>
                    <a:pt x="240" y="4010"/>
                  </a:cubicBezTo>
                  <a:cubicBezTo>
                    <a:pt x="246" y="4010"/>
                    <a:pt x="253" y="4011"/>
                    <a:pt x="259" y="4011"/>
                  </a:cubicBezTo>
                  <a:cubicBezTo>
                    <a:pt x="545" y="4011"/>
                    <a:pt x="782" y="3778"/>
                    <a:pt x="782" y="3486"/>
                  </a:cubicBezTo>
                  <a:lnTo>
                    <a:pt x="782" y="285"/>
                  </a:lnTo>
                  <a:cubicBezTo>
                    <a:pt x="782" y="128"/>
                    <a:pt x="908"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9"/>
            <p:cNvSpPr/>
            <p:nvPr/>
          </p:nvSpPr>
          <p:spPr>
            <a:xfrm>
              <a:off x="6505936" y="4205856"/>
              <a:ext cx="56031" cy="147504"/>
            </a:xfrm>
            <a:custGeom>
              <a:rect b="b" l="l" r="r" t="t"/>
              <a:pathLst>
                <a:path extrusionOk="0" h="5631" w="2139">
                  <a:moveTo>
                    <a:pt x="0" y="1"/>
                  </a:moveTo>
                  <a:cubicBezTo>
                    <a:pt x="895" y="1"/>
                    <a:pt x="1621" y="727"/>
                    <a:pt x="1621" y="1622"/>
                  </a:cubicBezTo>
                  <a:lnTo>
                    <a:pt x="1621" y="5107"/>
                  </a:lnTo>
                  <a:cubicBezTo>
                    <a:pt x="1621" y="5295"/>
                    <a:pt x="1522" y="5467"/>
                    <a:pt x="1357" y="5559"/>
                  </a:cubicBezTo>
                  <a:cubicBezTo>
                    <a:pt x="1442" y="5608"/>
                    <a:pt x="1531" y="5630"/>
                    <a:pt x="1618" y="5630"/>
                  </a:cubicBezTo>
                  <a:cubicBezTo>
                    <a:pt x="1890" y="5630"/>
                    <a:pt x="2138" y="5411"/>
                    <a:pt x="2138" y="5107"/>
                  </a:cubicBezTo>
                  <a:lnTo>
                    <a:pt x="2138" y="1622"/>
                  </a:lnTo>
                  <a:cubicBezTo>
                    <a:pt x="2138" y="727"/>
                    <a:pt x="1412" y="1"/>
                    <a:pt x="518"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9"/>
            <p:cNvSpPr/>
            <p:nvPr/>
          </p:nvSpPr>
          <p:spPr>
            <a:xfrm>
              <a:off x="6486814" y="4292037"/>
              <a:ext cx="38795" cy="211603"/>
            </a:xfrm>
            <a:custGeom>
              <a:rect b="b" l="l" r="r" t="t"/>
              <a:pathLst>
                <a:path extrusionOk="0" h="8078" w="1481">
                  <a:moveTo>
                    <a:pt x="1264" y="1"/>
                  </a:moveTo>
                  <a:cubicBezTo>
                    <a:pt x="1262" y="1"/>
                    <a:pt x="1260" y="1"/>
                    <a:pt x="1258" y="1"/>
                  </a:cubicBezTo>
                  <a:cubicBezTo>
                    <a:pt x="1141" y="1"/>
                    <a:pt x="1045" y="93"/>
                    <a:pt x="1045" y="213"/>
                  </a:cubicBezTo>
                  <a:lnTo>
                    <a:pt x="1045" y="7334"/>
                  </a:lnTo>
                  <a:cubicBezTo>
                    <a:pt x="1045" y="7502"/>
                    <a:pt x="915" y="7642"/>
                    <a:pt x="751" y="7653"/>
                  </a:cubicBezTo>
                  <a:cubicBezTo>
                    <a:pt x="749" y="7653"/>
                    <a:pt x="746" y="7653"/>
                    <a:pt x="744" y="7653"/>
                  </a:cubicBezTo>
                  <a:cubicBezTo>
                    <a:pt x="572" y="7653"/>
                    <a:pt x="432" y="7517"/>
                    <a:pt x="432" y="7348"/>
                  </a:cubicBezTo>
                  <a:lnTo>
                    <a:pt x="432" y="5963"/>
                  </a:lnTo>
                  <a:cubicBezTo>
                    <a:pt x="432" y="5819"/>
                    <a:pt x="324" y="5747"/>
                    <a:pt x="216" y="5747"/>
                  </a:cubicBezTo>
                  <a:cubicBezTo>
                    <a:pt x="108" y="5747"/>
                    <a:pt x="0" y="5819"/>
                    <a:pt x="0" y="5963"/>
                  </a:cubicBezTo>
                  <a:lnTo>
                    <a:pt x="0" y="7348"/>
                  </a:lnTo>
                  <a:cubicBezTo>
                    <a:pt x="4" y="7753"/>
                    <a:pt x="333" y="8078"/>
                    <a:pt x="737" y="8078"/>
                  </a:cubicBezTo>
                  <a:cubicBezTo>
                    <a:pt x="740" y="8078"/>
                    <a:pt x="742" y="8078"/>
                    <a:pt x="744" y="8078"/>
                  </a:cubicBezTo>
                  <a:cubicBezTo>
                    <a:pt x="1152" y="8074"/>
                    <a:pt x="1481" y="7742"/>
                    <a:pt x="1474" y="7334"/>
                  </a:cubicBezTo>
                  <a:lnTo>
                    <a:pt x="1474" y="217"/>
                  </a:lnTo>
                  <a:cubicBezTo>
                    <a:pt x="1477" y="99"/>
                    <a:pt x="1381"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9"/>
            <p:cNvSpPr/>
            <p:nvPr/>
          </p:nvSpPr>
          <p:spPr>
            <a:xfrm>
              <a:off x="6445059" y="4118522"/>
              <a:ext cx="78035" cy="75153"/>
            </a:xfrm>
            <a:custGeom>
              <a:rect b="b" l="l" r="r" t="t"/>
              <a:pathLst>
                <a:path extrusionOk="0" h="2869" w="2979">
                  <a:moveTo>
                    <a:pt x="1433" y="432"/>
                  </a:moveTo>
                  <a:cubicBezTo>
                    <a:pt x="2324" y="432"/>
                    <a:pt x="2773" y="1512"/>
                    <a:pt x="2143" y="2142"/>
                  </a:cubicBezTo>
                  <a:cubicBezTo>
                    <a:pt x="1938" y="2347"/>
                    <a:pt x="1687" y="2438"/>
                    <a:pt x="1441" y="2438"/>
                  </a:cubicBezTo>
                  <a:cubicBezTo>
                    <a:pt x="926" y="2438"/>
                    <a:pt x="433" y="2039"/>
                    <a:pt x="433" y="1437"/>
                  </a:cubicBezTo>
                  <a:cubicBezTo>
                    <a:pt x="433" y="885"/>
                    <a:pt x="881" y="436"/>
                    <a:pt x="1433" y="436"/>
                  </a:cubicBezTo>
                  <a:lnTo>
                    <a:pt x="1433" y="432"/>
                  </a:lnTo>
                  <a:close/>
                  <a:moveTo>
                    <a:pt x="1432" y="1"/>
                  </a:moveTo>
                  <a:cubicBezTo>
                    <a:pt x="1248" y="1"/>
                    <a:pt x="1062" y="37"/>
                    <a:pt x="885" y="110"/>
                  </a:cubicBezTo>
                  <a:cubicBezTo>
                    <a:pt x="347" y="333"/>
                    <a:pt x="1" y="854"/>
                    <a:pt x="1" y="1437"/>
                  </a:cubicBezTo>
                  <a:cubicBezTo>
                    <a:pt x="1" y="2228"/>
                    <a:pt x="642" y="2869"/>
                    <a:pt x="1433" y="2869"/>
                  </a:cubicBezTo>
                  <a:cubicBezTo>
                    <a:pt x="2012" y="2869"/>
                    <a:pt x="2533" y="2519"/>
                    <a:pt x="2756" y="1985"/>
                  </a:cubicBezTo>
                  <a:cubicBezTo>
                    <a:pt x="2979" y="1447"/>
                    <a:pt x="2855" y="833"/>
                    <a:pt x="2444" y="422"/>
                  </a:cubicBezTo>
                  <a:cubicBezTo>
                    <a:pt x="2171" y="147"/>
                    <a:pt x="1805"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9"/>
            <p:cNvSpPr/>
            <p:nvPr/>
          </p:nvSpPr>
          <p:spPr>
            <a:xfrm>
              <a:off x="6397489" y="4243026"/>
              <a:ext cx="100667" cy="260876"/>
            </a:xfrm>
            <a:custGeom>
              <a:rect b="b" l="l" r="r" t="t"/>
              <a:pathLst>
                <a:path extrusionOk="0" h="9959" w="3843">
                  <a:moveTo>
                    <a:pt x="1546" y="1"/>
                  </a:moveTo>
                  <a:cubicBezTo>
                    <a:pt x="1275" y="1"/>
                    <a:pt x="1053" y="217"/>
                    <a:pt x="1046" y="487"/>
                  </a:cubicBezTo>
                  <a:lnTo>
                    <a:pt x="1046" y="3688"/>
                  </a:lnTo>
                  <a:cubicBezTo>
                    <a:pt x="1046" y="3859"/>
                    <a:pt x="909" y="3996"/>
                    <a:pt x="737" y="3996"/>
                  </a:cubicBezTo>
                  <a:cubicBezTo>
                    <a:pt x="569" y="3996"/>
                    <a:pt x="432" y="3859"/>
                    <a:pt x="432" y="3688"/>
                  </a:cubicBezTo>
                  <a:lnTo>
                    <a:pt x="432" y="2900"/>
                  </a:lnTo>
                  <a:cubicBezTo>
                    <a:pt x="432" y="2756"/>
                    <a:pt x="324" y="2684"/>
                    <a:pt x="216" y="2684"/>
                  </a:cubicBezTo>
                  <a:cubicBezTo>
                    <a:pt x="109" y="2684"/>
                    <a:pt x="1" y="2756"/>
                    <a:pt x="1" y="2900"/>
                  </a:cubicBezTo>
                  <a:lnTo>
                    <a:pt x="1" y="3688"/>
                  </a:lnTo>
                  <a:cubicBezTo>
                    <a:pt x="1" y="4096"/>
                    <a:pt x="330" y="4428"/>
                    <a:pt x="737" y="4428"/>
                  </a:cubicBezTo>
                  <a:cubicBezTo>
                    <a:pt x="1145" y="4428"/>
                    <a:pt x="1478" y="4096"/>
                    <a:pt x="1478" y="3688"/>
                  </a:cubicBezTo>
                  <a:lnTo>
                    <a:pt x="1478" y="487"/>
                  </a:lnTo>
                  <a:cubicBezTo>
                    <a:pt x="1478" y="443"/>
                    <a:pt x="1511" y="420"/>
                    <a:pt x="1544" y="420"/>
                  </a:cubicBezTo>
                  <a:cubicBezTo>
                    <a:pt x="1578" y="420"/>
                    <a:pt x="1611" y="443"/>
                    <a:pt x="1611" y="487"/>
                  </a:cubicBezTo>
                  <a:lnTo>
                    <a:pt x="1611" y="9222"/>
                  </a:lnTo>
                  <a:cubicBezTo>
                    <a:pt x="1611" y="9627"/>
                    <a:pt x="1944" y="9959"/>
                    <a:pt x="2351" y="9959"/>
                  </a:cubicBezTo>
                  <a:cubicBezTo>
                    <a:pt x="2759" y="9959"/>
                    <a:pt x="3088" y="9627"/>
                    <a:pt x="3088" y="9222"/>
                  </a:cubicBezTo>
                  <a:lnTo>
                    <a:pt x="3088" y="5442"/>
                  </a:lnTo>
                  <a:cubicBezTo>
                    <a:pt x="3088" y="5336"/>
                    <a:pt x="3168" y="5283"/>
                    <a:pt x="3247" y="5283"/>
                  </a:cubicBezTo>
                  <a:cubicBezTo>
                    <a:pt x="3327" y="5283"/>
                    <a:pt x="3407" y="5336"/>
                    <a:pt x="3407" y="5442"/>
                  </a:cubicBezTo>
                  <a:lnTo>
                    <a:pt x="3407" y="6974"/>
                  </a:lnTo>
                  <a:lnTo>
                    <a:pt x="3410" y="6974"/>
                  </a:lnTo>
                  <a:cubicBezTo>
                    <a:pt x="3410" y="7091"/>
                    <a:pt x="3506" y="7190"/>
                    <a:pt x="3626" y="7190"/>
                  </a:cubicBezTo>
                  <a:cubicBezTo>
                    <a:pt x="3743" y="7190"/>
                    <a:pt x="3842" y="7091"/>
                    <a:pt x="3842" y="6974"/>
                  </a:cubicBezTo>
                  <a:lnTo>
                    <a:pt x="3842" y="5442"/>
                  </a:lnTo>
                  <a:cubicBezTo>
                    <a:pt x="3842" y="5117"/>
                    <a:pt x="3575" y="4850"/>
                    <a:pt x="3249" y="4850"/>
                  </a:cubicBezTo>
                  <a:cubicBezTo>
                    <a:pt x="2920" y="4850"/>
                    <a:pt x="2656" y="5117"/>
                    <a:pt x="2656" y="5442"/>
                  </a:cubicBezTo>
                  <a:lnTo>
                    <a:pt x="2656" y="9222"/>
                  </a:lnTo>
                  <a:cubicBezTo>
                    <a:pt x="2656" y="9390"/>
                    <a:pt x="2519" y="9527"/>
                    <a:pt x="2351" y="9527"/>
                  </a:cubicBezTo>
                  <a:cubicBezTo>
                    <a:pt x="2180" y="9527"/>
                    <a:pt x="2043" y="9390"/>
                    <a:pt x="2043" y="9222"/>
                  </a:cubicBezTo>
                  <a:lnTo>
                    <a:pt x="2043" y="487"/>
                  </a:lnTo>
                  <a:cubicBezTo>
                    <a:pt x="2036" y="217"/>
                    <a:pt x="1813" y="1"/>
                    <a:pt x="1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9"/>
            <p:cNvSpPr/>
            <p:nvPr/>
          </p:nvSpPr>
          <p:spPr>
            <a:xfrm>
              <a:off x="6397489" y="4200224"/>
              <a:ext cx="170346" cy="158820"/>
            </a:xfrm>
            <a:custGeom>
              <a:rect b="b" l="l" r="r" t="t"/>
              <a:pathLst>
                <a:path extrusionOk="0" h="6063" w="6503">
                  <a:moveTo>
                    <a:pt x="1837" y="0"/>
                  </a:moveTo>
                  <a:cubicBezTo>
                    <a:pt x="826" y="4"/>
                    <a:pt x="4" y="823"/>
                    <a:pt x="1" y="1837"/>
                  </a:cubicBezTo>
                  <a:lnTo>
                    <a:pt x="1" y="3670"/>
                  </a:lnTo>
                  <a:cubicBezTo>
                    <a:pt x="1" y="3787"/>
                    <a:pt x="97" y="3883"/>
                    <a:pt x="216" y="3883"/>
                  </a:cubicBezTo>
                  <a:cubicBezTo>
                    <a:pt x="336" y="3883"/>
                    <a:pt x="432" y="3787"/>
                    <a:pt x="432" y="3670"/>
                  </a:cubicBezTo>
                  <a:lnTo>
                    <a:pt x="432" y="1837"/>
                  </a:lnTo>
                  <a:cubicBezTo>
                    <a:pt x="436" y="1062"/>
                    <a:pt x="1063" y="432"/>
                    <a:pt x="1837" y="432"/>
                  </a:cubicBezTo>
                  <a:lnTo>
                    <a:pt x="4658" y="432"/>
                  </a:lnTo>
                  <a:cubicBezTo>
                    <a:pt x="5435" y="432"/>
                    <a:pt x="6063" y="1062"/>
                    <a:pt x="6063" y="1837"/>
                  </a:cubicBezTo>
                  <a:lnTo>
                    <a:pt x="6063" y="5312"/>
                  </a:lnTo>
                  <a:cubicBezTo>
                    <a:pt x="6066" y="5480"/>
                    <a:pt x="5936" y="5620"/>
                    <a:pt x="5768" y="5630"/>
                  </a:cubicBezTo>
                  <a:cubicBezTo>
                    <a:pt x="5766" y="5630"/>
                    <a:pt x="5764" y="5630"/>
                    <a:pt x="5762" y="5630"/>
                  </a:cubicBezTo>
                  <a:cubicBezTo>
                    <a:pt x="5593" y="5630"/>
                    <a:pt x="5453" y="5495"/>
                    <a:pt x="5453" y="5322"/>
                  </a:cubicBezTo>
                  <a:lnTo>
                    <a:pt x="5453" y="2121"/>
                  </a:lnTo>
                  <a:cubicBezTo>
                    <a:pt x="5453" y="1844"/>
                    <a:pt x="5226" y="1621"/>
                    <a:pt x="4952" y="1621"/>
                  </a:cubicBezTo>
                  <a:cubicBezTo>
                    <a:pt x="4675" y="1621"/>
                    <a:pt x="4452" y="1844"/>
                    <a:pt x="4452" y="2121"/>
                  </a:cubicBezTo>
                  <a:lnTo>
                    <a:pt x="4452" y="2858"/>
                  </a:lnTo>
                  <a:cubicBezTo>
                    <a:pt x="4452" y="2978"/>
                    <a:pt x="4548" y="3074"/>
                    <a:pt x="4668" y="3074"/>
                  </a:cubicBezTo>
                  <a:cubicBezTo>
                    <a:pt x="4788" y="3074"/>
                    <a:pt x="4884" y="2978"/>
                    <a:pt x="4884" y="2858"/>
                  </a:cubicBezTo>
                  <a:lnTo>
                    <a:pt x="4884" y="2121"/>
                  </a:lnTo>
                  <a:cubicBezTo>
                    <a:pt x="4884" y="2077"/>
                    <a:pt x="4918" y="2054"/>
                    <a:pt x="4952" y="2054"/>
                  </a:cubicBezTo>
                  <a:cubicBezTo>
                    <a:pt x="4987" y="2054"/>
                    <a:pt x="5021" y="2077"/>
                    <a:pt x="5021" y="2121"/>
                  </a:cubicBezTo>
                  <a:lnTo>
                    <a:pt x="5021" y="5322"/>
                  </a:lnTo>
                  <a:cubicBezTo>
                    <a:pt x="5024" y="5623"/>
                    <a:pt x="5202" y="5894"/>
                    <a:pt x="5480" y="6007"/>
                  </a:cubicBezTo>
                  <a:cubicBezTo>
                    <a:pt x="5572" y="6045"/>
                    <a:pt x="5666" y="6062"/>
                    <a:pt x="5758" y="6062"/>
                  </a:cubicBezTo>
                  <a:cubicBezTo>
                    <a:pt x="6152" y="6062"/>
                    <a:pt x="6503" y="5740"/>
                    <a:pt x="6494" y="5312"/>
                  </a:cubicBezTo>
                  <a:lnTo>
                    <a:pt x="6494" y="1837"/>
                  </a:lnTo>
                  <a:cubicBezTo>
                    <a:pt x="6494" y="823"/>
                    <a:pt x="5672" y="4"/>
                    <a:pt x="4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79"/>
          <p:cNvGrpSpPr/>
          <p:nvPr/>
        </p:nvGrpSpPr>
        <p:grpSpPr>
          <a:xfrm>
            <a:off x="7909569" y="3720882"/>
            <a:ext cx="398426" cy="273974"/>
            <a:chOff x="7909569" y="3720882"/>
            <a:chExt cx="398426" cy="273974"/>
          </a:xfrm>
        </p:grpSpPr>
        <p:sp>
          <p:nvSpPr>
            <p:cNvPr id="8158" name="Google Shape;8158;p79"/>
            <p:cNvSpPr/>
            <p:nvPr/>
          </p:nvSpPr>
          <p:spPr>
            <a:xfrm>
              <a:off x="7915594" y="3726513"/>
              <a:ext cx="386376" cy="232874"/>
            </a:xfrm>
            <a:custGeom>
              <a:rect b="b" l="l" r="r" t="t"/>
              <a:pathLst>
                <a:path extrusionOk="0" h="8890" w="14750">
                  <a:moveTo>
                    <a:pt x="7375" y="1"/>
                  </a:moveTo>
                  <a:cubicBezTo>
                    <a:pt x="7046" y="1"/>
                    <a:pt x="6758" y="224"/>
                    <a:pt x="6676" y="542"/>
                  </a:cubicBezTo>
                  <a:cubicBezTo>
                    <a:pt x="6594" y="861"/>
                    <a:pt x="6738" y="1197"/>
                    <a:pt x="7029" y="1354"/>
                  </a:cubicBezTo>
                  <a:lnTo>
                    <a:pt x="3626" y="5103"/>
                  </a:lnTo>
                  <a:lnTo>
                    <a:pt x="1495" y="3267"/>
                  </a:lnTo>
                  <a:cubicBezTo>
                    <a:pt x="1635" y="2817"/>
                    <a:pt x="1279" y="2428"/>
                    <a:pt x="880" y="2428"/>
                  </a:cubicBezTo>
                  <a:cubicBezTo>
                    <a:pt x="753" y="2428"/>
                    <a:pt x="622" y="2468"/>
                    <a:pt x="501" y="2557"/>
                  </a:cubicBezTo>
                  <a:cubicBezTo>
                    <a:pt x="1" y="2924"/>
                    <a:pt x="261" y="3716"/>
                    <a:pt x="881" y="3716"/>
                  </a:cubicBezTo>
                  <a:cubicBezTo>
                    <a:pt x="902" y="3716"/>
                    <a:pt x="922" y="3712"/>
                    <a:pt x="939" y="3712"/>
                  </a:cubicBezTo>
                  <a:lnTo>
                    <a:pt x="939" y="8890"/>
                  </a:lnTo>
                  <a:lnTo>
                    <a:pt x="13811" y="8890"/>
                  </a:lnTo>
                  <a:lnTo>
                    <a:pt x="13811" y="3712"/>
                  </a:lnTo>
                  <a:cubicBezTo>
                    <a:pt x="13831" y="3716"/>
                    <a:pt x="13852" y="3716"/>
                    <a:pt x="13872" y="3716"/>
                  </a:cubicBezTo>
                  <a:cubicBezTo>
                    <a:pt x="14492" y="3716"/>
                    <a:pt x="14749" y="2924"/>
                    <a:pt x="14249" y="2557"/>
                  </a:cubicBezTo>
                  <a:cubicBezTo>
                    <a:pt x="14128" y="2468"/>
                    <a:pt x="13997" y="2428"/>
                    <a:pt x="13870" y="2428"/>
                  </a:cubicBezTo>
                  <a:cubicBezTo>
                    <a:pt x="13472" y="2428"/>
                    <a:pt x="13116" y="2817"/>
                    <a:pt x="13259" y="3267"/>
                  </a:cubicBezTo>
                  <a:lnTo>
                    <a:pt x="11124" y="5103"/>
                  </a:lnTo>
                  <a:lnTo>
                    <a:pt x="7725" y="1354"/>
                  </a:lnTo>
                  <a:cubicBezTo>
                    <a:pt x="8012" y="1197"/>
                    <a:pt x="8156" y="861"/>
                    <a:pt x="8074" y="542"/>
                  </a:cubicBezTo>
                  <a:cubicBezTo>
                    <a:pt x="7992" y="224"/>
                    <a:pt x="7704" y="1"/>
                    <a:pt x="7375"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9"/>
            <p:cNvSpPr/>
            <p:nvPr/>
          </p:nvSpPr>
          <p:spPr>
            <a:xfrm>
              <a:off x="8256784" y="3790167"/>
              <a:ext cx="38978" cy="169220"/>
            </a:xfrm>
            <a:custGeom>
              <a:rect b="b" l="l" r="r" t="t"/>
              <a:pathLst>
                <a:path extrusionOk="0" h="6460" w="1488">
                  <a:moveTo>
                    <a:pt x="847" y="0"/>
                  </a:moveTo>
                  <a:cubicBezTo>
                    <a:pt x="412" y="0"/>
                    <a:pt x="100" y="422"/>
                    <a:pt x="234" y="837"/>
                  </a:cubicBezTo>
                  <a:lnTo>
                    <a:pt x="1" y="1035"/>
                  </a:lnTo>
                  <a:lnTo>
                    <a:pt x="1" y="6460"/>
                  </a:lnTo>
                  <a:lnTo>
                    <a:pt x="786" y="6460"/>
                  </a:lnTo>
                  <a:lnTo>
                    <a:pt x="786" y="1282"/>
                  </a:lnTo>
                  <a:cubicBezTo>
                    <a:pt x="806" y="1282"/>
                    <a:pt x="827" y="1286"/>
                    <a:pt x="847" y="1286"/>
                  </a:cubicBezTo>
                  <a:cubicBezTo>
                    <a:pt x="1200" y="1286"/>
                    <a:pt x="1488" y="998"/>
                    <a:pt x="1488" y="645"/>
                  </a:cubicBezTo>
                  <a:cubicBezTo>
                    <a:pt x="1488" y="288"/>
                    <a:pt x="1200" y="0"/>
                    <a:pt x="847"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9"/>
            <p:cNvSpPr/>
            <p:nvPr/>
          </p:nvSpPr>
          <p:spPr>
            <a:xfrm>
              <a:off x="8071428" y="3871215"/>
              <a:ext cx="65383" cy="56031"/>
            </a:xfrm>
            <a:custGeom>
              <a:rect b="b" l="l" r="r" t="t"/>
              <a:pathLst>
                <a:path extrusionOk="0" h="2139" w="2496">
                  <a:moveTo>
                    <a:pt x="1429" y="1"/>
                  </a:moveTo>
                  <a:cubicBezTo>
                    <a:pt x="477" y="1"/>
                    <a:pt x="0" y="1149"/>
                    <a:pt x="672" y="1824"/>
                  </a:cubicBezTo>
                  <a:cubicBezTo>
                    <a:pt x="890" y="2041"/>
                    <a:pt x="1158" y="2138"/>
                    <a:pt x="1420" y="2138"/>
                  </a:cubicBezTo>
                  <a:cubicBezTo>
                    <a:pt x="1969" y="2138"/>
                    <a:pt x="2495" y="1711"/>
                    <a:pt x="2495" y="1067"/>
                  </a:cubicBezTo>
                  <a:cubicBezTo>
                    <a:pt x="2495" y="477"/>
                    <a:pt x="2019" y="1"/>
                    <a:pt x="1429"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9"/>
            <p:cNvSpPr/>
            <p:nvPr/>
          </p:nvSpPr>
          <p:spPr>
            <a:xfrm>
              <a:off x="8098618" y="3871215"/>
              <a:ext cx="40969" cy="56005"/>
            </a:xfrm>
            <a:custGeom>
              <a:rect b="b" l="l" r="r" t="t"/>
              <a:pathLst>
                <a:path extrusionOk="0" h="2138" w="1564">
                  <a:moveTo>
                    <a:pt x="391" y="1"/>
                  </a:moveTo>
                  <a:cubicBezTo>
                    <a:pt x="258" y="1"/>
                    <a:pt x="124" y="25"/>
                    <a:pt x="1" y="76"/>
                  </a:cubicBezTo>
                  <a:cubicBezTo>
                    <a:pt x="409" y="234"/>
                    <a:pt x="679" y="628"/>
                    <a:pt x="679" y="1070"/>
                  </a:cubicBezTo>
                  <a:cubicBezTo>
                    <a:pt x="679" y="1509"/>
                    <a:pt x="409" y="1903"/>
                    <a:pt x="1" y="2064"/>
                  </a:cubicBezTo>
                  <a:cubicBezTo>
                    <a:pt x="129" y="2114"/>
                    <a:pt x="260" y="2137"/>
                    <a:pt x="389" y="2137"/>
                  </a:cubicBezTo>
                  <a:cubicBezTo>
                    <a:pt x="884" y="2137"/>
                    <a:pt x="1339" y="1788"/>
                    <a:pt x="1437" y="1265"/>
                  </a:cubicBezTo>
                  <a:cubicBezTo>
                    <a:pt x="1563" y="611"/>
                    <a:pt x="1060" y="1"/>
                    <a:pt x="39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9"/>
            <p:cNvSpPr/>
            <p:nvPr/>
          </p:nvSpPr>
          <p:spPr>
            <a:xfrm>
              <a:off x="7918187" y="3893664"/>
              <a:ext cx="39162" cy="33556"/>
            </a:xfrm>
            <a:custGeom>
              <a:rect b="b" l="l" r="r" t="t"/>
              <a:pathLst>
                <a:path extrusionOk="0" h="1281" w="1495">
                  <a:moveTo>
                    <a:pt x="854" y="1"/>
                  </a:moveTo>
                  <a:cubicBezTo>
                    <a:pt x="285" y="1"/>
                    <a:pt x="1" y="689"/>
                    <a:pt x="402" y="1090"/>
                  </a:cubicBezTo>
                  <a:cubicBezTo>
                    <a:pt x="533" y="1221"/>
                    <a:pt x="694" y="1280"/>
                    <a:pt x="852"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9"/>
            <p:cNvSpPr/>
            <p:nvPr/>
          </p:nvSpPr>
          <p:spPr>
            <a:xfrm>
              <a:off x="7933825" y="3893664"/>
              <a:ext cx="25331" cy="33530"/>
            </a:xfrm>
            <a:custGeom>
              <a:rect b="b" l="l" r="r" t="t"/>
              <a:pathLst>
                <a:path extrusionOk="0" h="1280" w="967">
                  <a:moveTo>
                    <a:pt x="257" y="1"/>
                  </a:moveTo>
                  <a:cubicBezTo>
                    <a:pt x="168" y="1"/>
                    <a:pt x="79" y="18"/>
                    <a:pt x="0" y="55"/>
                  </a:cubicBezTo>
                  <a:cubicBezTo>
                    <a:pt x="504" y="282"/>
                    <a:pt x="504" y="998"/>
                    <a:pt x="0" y="1224"/>
                  </a:cubicBezTo>
                  <a:cubicBezTo>
                    <a:pt x="85" y="1261"/>
                    <a:pt x="172" y="1279"/>
                    <a:pt x="258" y="1279"/>
                  </a:cubicBezTo>
                  <a:cubicBezTo>
                    <a:pt x="548" y="1279"/>
                    <a:pt x="817" y="1078"/>
                    <a:pt x="881" y="772"/>
                  </a:cubicBezTo>
                  <a:cubicBezTo>
                    <a:pt x="967" y="374"/>
                    <a:pt x="665" y="1"/>
                    <a:pt x="257"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9"/>
            <p:cNvSpPr/>
            <p:nvPr/>
          </p:nvSpPr>
          <p:spPr>
            <a:xfrm>
              <a:off x="7996641" y="3893664"/>
              <a:ext cx="39266" cy="33556"/>
            </a:xfrm>
            <a:custGeom>
              <a:rect b="b" l="l" r="r" t="t"/>
              <a:pathLst>
                <a:path extrusionOk="0" h="1281" w="1499">
                  <a:moveTo>
                    <a:pt x="858" y="1"/>
                  </a:moveTo>
                  <a:cubicBezTo>
                    <a:pt x="289" y="1"/>
                    <a:pt x="1" y="689"/>
                    <a:pt x="405" y="1090"/>
                  </a:cubicBezTo>
                  <a:cubicBezTo>
                    <a:pt x="535" y="1221"/>
                    <a:pt x="696" y="1280"/>
                    <a:pt x="853" y="1280"/>
                  </a:cubicBezTo>
                  <a:cubicBezTo>
                    <a:pt x="1182" y="1280"/>
                    <a:pt x="1498" y="1025"/>
                    <a:pt x="1498" y="638"/>
                  </a:cubicBezTo>
                  <a:cubicBezTo>
                    <a:pt x="1498" y="285"/>
                    <a:pt x="1211" y="1"/>
                    <a:pt x="858"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9"/>
            <p:cNvSpPr/>
            <p:nvPr/>
          </p:nvSpPr>
          <p:spPr>
            <a:xfrm>
              <a:off x="8012279" y="3893664"/>
              <a:ext cx="25409" cy="33530"/>
            </a:xfrm>
            <a:custGeom>
              <a:rect b="b" l="l" r="r" t="t"/>
              <a:pathLst>
                <a:path extrusionOk="0" h="1280" w="970">
                  <a:moveTo>
                    <a:pt x="261" y="1"/>
                  </a:moveTo>
                  <a:cubicBezTo>
                    <a:pt x="172" y="1"/>
                    <a:pt x="82" y="18"/>
                    <a:pt x="0" y="55"/>
                  </a:cubicBezTo>
                  <a:cubicBezTo>
                    <a:pt x="507" y="282"/>
                    <a:pt x="507" y="998"/>
                    <a:pt x="0" y="1224"/>
                  </a:cubicBezTo>
                  <a:cubicBezTo>
                    <a:pt x="85" y="1261"/>
                    <a:pt x="174" y="1279"/>
                    <a:pt x="260" y="1279"/>
                  </a:cubicBezTo>
                  <a:cubicBezTo>
                    <a:pt x="551" y="1279"/>
                    <a:pt x="822" y="1078"/>
                    <a:pt x="888" y="772"/>
                  </a:cubicBezTo>
                  <a:cubicBezTo>
                    <a:pt x="970" y="374"/>
                    <a:pt x="668"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9"/>
            <p:cNvSpPr/>
            <p:nvPr/>
          </p:nvSpPr>
          <p:spPr>
            <a:xfrm>
              <a:off x="8254636" y="3893664"/>
              <a:ext cx="39162" cy="33556"/>
            </a:xfrm>
            <a:custGeom>
              <a:rect b="b" l="l" r="r" t="t"/>
              <a:pathLst>
                <a:path extrusionOk="0" h="1281" w="1495">
                  <a:moveTo>
                    <a:pt x="857" y="1"/>
                  </a:moveTo>
                  <a:cubicBezTo>
                    <a:pt x="285" y="1"/>
                    <a:pt x="1" y="689"/>
                    <a:pt x="405" y="1090"/>
                  </a:cubicBezTo>
                  <a:cubicBezTo>
                    <a:pt x="535" y="1221"/>
                    <a:pt x="695" y="1280"/>
                    <a:pt x="852" y="1280"/>
                  </a:cubicBezTo>
                  <a:cubicBezTo>
                    <a:pt x="1180" y="1280"/>
                    <a:pt x="1495" y="1025"/>
                    <a:pt x="1495" y="638"/>
                  </a:cubicBezTo>
                  <a:cubicBezTo>
                    <a:pt x="1495" y="285"/>
                    <a:pt x="1210" y="1"/>
                    <a:pt x="857"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9"/>
            <p:cNvSpPr/>
            <p:nvPr/>
          </p:nvSpPr>
          <p:spPr>
            <a:xfrm>
              <a:off x="8270248" y="3893664"/>
              <a:ext cx="25435" cy="33530"/>
            </a:xfrm>
            <a:custGeom>
              <a:rect b="b" l="l" r="r" t="t"/>
              <a:pathLst>
                <a:path extrusionOk="0" h="1280" w="971">
                  <a:moveTo>
                    <a:pt x="261" y="1"/>
                  </a:moveTo>
                  <a:cubicBezTo>
                    <a:pt x="172" y="1"/>
                    <a:pt x="83" y="18"/>
                    <a:pt x="1" y="55"/>
                  </a:cubicBezTo>
                  <a:cubicBezTo>
                    <a:pt x="508" y="282"/>
                    <a:pt x="508" y="998"/>
                    <a:pt x="1" y="1224"/>
                  </a:cubicBezTo>
                  <a:cubicBezTo>
                    <a:pt x="86" y="1261"/>
                    <a:pt x="174" y="1279"/>
                    <a:pt x="260" y="1279"/>
                  </a:cubicBezTo>
                  <a:cubicBezTo>
                    <a:pt x="552" y="1279"/>
                    <a:pt x="822" y="1078"/>
                    <a:pt x="888" y="772"/>
                  </a:cubicBezTo>
                  <a:cubicBezTo>
                    <a:pt x="971" y="374"/>
                    <a:pt x="669"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9"/>
            <p:cNvSpPr/>
            <p:nvPr/>
          </p:nvSpPr>
          <p:spPr>
            <a:xfrm>
              <a:off x="8176182" y="3893664"/>
              <a:ext cx="39162" cy="33556"/>
            </a:xfrm>
            <a:custGeom>
              <a:rect b="b" l="l" r="r" t="t"/>
              <a:pathLst>
                <a:path extrusionOk="0" h="1281" w="1495">
                  <a:moveTo>
                    <a:pt x="854" y="1"/>
                  </a:moveTo>
                  <a:cubicBezTo>
                    <a:pt x="285" y="1"/>
                    <a:pt x="1" y="689"/>
                    <a:pt x="401" y="1090"/>
                  </a:cubicBezTo>
                  <a:cubicBezTo>
                    <a:pt x="533" y="1221"/>
                    <a:pt x="693" y="1280"/>
                    <a:pt x="851"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9"/>
            <p:cNvSpPr/>
            <p:nvPr/>
          </p:nvSpPr>
          <p:spPr>
            <a:xfrm>
              <a:off x="7925391" y="3959361"/>
              <a:ext cx="366782" cy="29758"/>
            </a:xfrm>
            <a:custGeom>
              <a:rect b="b" l="l" r="r" t="t"/>
              <a:pathLst>
                <a:path extrusionOk="0" h="1136" w="14002">
                  <a:moveTo>
                    <a:pt x="565" y="1"/>
                  </a:moveTo>
                  <a:cubicBezTo>
                    <a:pt x="254" y="1"/>
                    <a:pt x="0" y="255"/>
                    <a:pt x="0" y="566"/>
                  </a:cubicBezTo>
                  <a:cubicBezTo>
                    <a:pt x="0" y="878"/>
                    <a:pt x="254" y="1135"/>
                    <a:pt x="565" y="1135"/>
                  </a:cubicBezTo>
                  <a:lnTo>
                    <a:pt x="13437" y="1135"/>
                  </a:lnTo>
                  <a:cubicBezTo>
                    <a:pt x="13748" y="1135"/>
                    <a:pt x="14002" y="878"/>
                    <a:pt x="14002" y="566"/>
                  </a:cubicBezTo>
                  <a:cubicBezTo>
                    <a:pt x="14002" y="255"/>
                    <a:pt x="13748" y="1"/>
                    <a:pt x="1343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9"/>
            <p:cNvSpPr/>
            <p:nvPr/>
          </p:nvSpPr>
          <p:spPr>
            <a:xfrm>
              <a:off x="8256967" y="3959361"/>
              <a:ext cx="35206" cy="29758"/>
            </a:xfrm>
            <a:custGeom>
              <a:rect b="b" l="l" r="r" t="t"/>
              <a:pathLst>
                <a:path extrusionOk="0" h="1136" w="1344">
                  <a:moveTo>
                    <a:pt x="1" y="1"/>
                  </a:moveTo>
                  <a:cubicBezTo>
                    <a:pt x="312" y="1"/>
                    <a:pt x="566" y="255"/>
                    <a:pt x="566" y="566"/>
                  </a:cubicBezTo>
                  <a:cubicBezTo>
                    <a:pt x="566" y="878"/>
                    <a:pt x="312" y="1135"/>
                    <a:pt x="1" y="1135"/>
                  </a:cubicBezTo>
                  <a:lnTo>
                    <a:pt x="779" y="1135"/>
                  </a:lnTo>
                  <a:cubicBezTo>
                    <a:pt x="1090" y="1135"/>
                    <a:pt x="1344" y="878"/>
                    <a:pt x="1344" y="566"/>
                  </a:cubicBezTo>
                  <a:cubicBezTo>
                    <a:pt x="1344" y="255"/>
                    <a:pt x="1090" y="1"/>
                    <a:pt x="779"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9"/>
            <p:cNvSpPr/>
            <p:nvPr/>
          </p:nvSpPr>
          <p:spPr>
            <a:xfrm>
              <a:off x="8191794" y="3893664"/>
              <a:ext cx="25435" cy="33530"/>
            </a:xfrm>
            <a:custGeom>
              <a:rect b="b" l="l" r="r" t="t"/>
              <a:pathLst>
                <a:path extrusionOk="0" h="1280" w="971">
                  <a:moveTo>
                    <a:pt x="258" y="1"/>
                  </a:moveTo>
                  <a:cubicBezTo>
                    <a:pt x="169" y="1"/>
                    <a:pt x="80" y="18"/>
                    <a:pt x="1" y="55"/>
                  </a:cubicBezTo>
                  <a:cubicBezTo>
                    <a:pt x="505" y="282"/>
                    <a:pt x="505" y="998"/>
                    <a:pt x="1" y="1224"/>
                  </a:cubicBezTo>
                  <a:cubicBezTo>
                    <a:pt x="85" y="1261"/>
                    <a:pt x="173" y="1279"/>
                    <a:pt x="259" y="1279"/>
                  </a:cubicBezTo>
                  <a:cubicBezTo>
                    <a:pt x="549" y="1279"/>
                    <a:pt x="819" y="1078"/>
                    <a:pt x="885" y="772"/>
                  </a:cubicBezTo>
                  <a:cubicBezTo>
                    <a:pt x="971" y="374"/>
                    <a:pt x="666" y="1"/>
                    <a:pt x="25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9"/>
            <p:cNvSpPr/>
            <p:nvPr/>
          </p:nvSpPr>
          <p:spPr>
            <a:xfrm>
              <a:off x="7909569" y="3784457"/>
              <a:ext cx="311354" cy="210215"/>
            </a:xfrm>
            <a:custGeom>
              <a:rect b="b" l="l" r="r" t="t"/>
              <a:pathLst>
                <a:path extrusionOk="0" h="8025" w="11886">
                  <a:moveTo>
                    <a:pt x="1188" y="4387"/>
                  </a:moveTo>
                  <a:cubicBezTo>
                    <a:pt x="1292" y="4387"/>
                    <a:pt x="1398" y="4426"/>
                    <a:pt x="1485" y="4512"/>
                  </a:cubicBezTo>
                  <a:cubicBezTo>
                    <a:pt x="1749" y="4780"/>
                    <a:pt x="1560" y="5235"/>
                    <a:pt x="1183" y="5235"/>
                  </a:cubicBezTo>
                  <a:cubicBezTo>
                    <a:pt x="950" y="5235"/>
                    <a:pt x="758" y="5043"/>
                    <a:pt x="762" y="4807"/>
                  </a:cubicBezTo>
                  <a:lnTo>
                    <a:pt x="762" y="4807"/>
                  </a:lnTo>
                  <a:lnTo>
                    <a:pt x="762" y="4814"/>
                  </a:lnTo>
                  <a:cubicBezTo>
                    <a:pt x="762" y="4557"/>
                    <a:pt x="970" y="4387"/>
                    <a:pt x="1188" y="4387"/>
                  </a:cubicBezTo>
                  <a:close/>
                  <a:moveTo>
                    <a:pt x="1105" y="1"/>
                  </a:moveTo>
                  <a:cubicBezTo>
                    <a:pt x="917" y="1"/>
                    <a:pt x="726" y="63"/>
                    <a:pt x="560" y="201"/>
                  </a:cubicBezTo>
                  <a:cubicBezTo>
                    <a:pt x="1" y="667"/>
                    <a:pt x="237" y="1572"/>
                    <a:pt x="954" y="1706"/>
                  </a:cubicBezTo>
                  <a:lnTo>
                    <a:pt x="954" y="3985"/>
                  </a:lnTo>
                  <a:cubicBezTo>
                    <a:pt x="583" y="4091"/>
                    <a:pt x="330" y="4427"/>
                    <a:pt x="330" y="4807"/>
                  </a:cubicBezTo>
                  <a:cubicBezTo>
                    <a:pt x="330" y="5191"/>
                    <a:pt x="583" y="5527"/>
                    <a:pt x="954" y="5633"/>
                  </a:cubicBezTo>
                  <a:lnTo>
                    <a:pt x="954" y="6493"/>
                  </a:lnTo>
                  <a:cubicBezTo>
                    <a:pt x="577" y="6599"/>
                    <a:pt x="340" y="6966"/>
                    <a:pt x="392" y="7353"/>
                  </a:cubicBezTo>
                  <a:cubicBezTo>
                    <a:pt x="446" y="7737"/>
                    <a:pt x="775" y="8025"/>
                    <a:pt x="1166" y="8025"/>
                  </a:cubicBezTo>
                  <a:lnTo>
                    <a:pt x="2879" y="8025"/>
                  </a:lnTo>
                  <a:cubicBezTo>
                    <a:pt x="2999" y="8025"/>
                    <a:pt x="3095" y="7929"/>
                    <a:pt x="3095" y="7809"/>
                  </a:cubicBezTo>
                  <a:cubicBezTo>
                    <a:pt x="3095" y="7692"/>
                    <a:pt x="2999" y="7593"/>
                    <a:pt x="2879" y="7593"/>
                  </a:cubicBezTo>
                  <a:lnTo>
                    <a:pt x="2883" y="7596"/>
                  </a:lnTo>
                  <a:lnTo>
                    <a:pt x="1169" y="7596"/>
                  </a:lnTo>
                  <a:cubicBezTo>
                    <a:pt x="981" y="7590"/>
                    <a:pt x="830" y="7435"/>
                    <a:pt x="830" y="7247"/>
                  </a:cubicBezTo>
                  <a:cubicBezTo>
                    <a:pt x="830" y="7058"/>
                    <a:pt x="981" y="6904"/>
                    <a:pt x="1169" y="6897"/>
                  </a:cubicBezTo>
                  <a:lnTo>
                    <a:pt x="11669" y="6897"/>
                  </a:lnTo>
                  <a:cubicBezTo>
                    <a:pt x="11789" y="6897"/>
                    <a:pt x="11885" y="6798"/>
                    <a:pt x="11885" y="6681"/>
                  </a:cubicBezTo>
                  <a:cubicBezTo>
                    <a:pt x="11885" y="6561"/>
                    <a:pt x="11789" y="6466"/>
                    <a:pt x="11669" y="6466"/>
                  </a:cubicBezTo>
                  <a:lnTo>
                    <a:pt x="1385" y="6466"/>
                  </a:lnTo>
                  <a:lnTo>
                    <a:pt x="1385" y="5643"/>
                  </a:lnTo>
                  <a:cubicBezTo>
                    <a:pt x="1769" y="5547"/>
                    <a:pt x="2036" y="5204"/>
                    <a:pt x="2036" y="4810"/>
                  </a:cubicBezTo>
                  <a:cubicBezTo>
                    <a:pt x="2036" y="4416"/>
                    <a:pt x="1769" y="4074"/>
                    <a:pt x="1385" y="3981"/>
                  </a:cubicBezTo>
                  <a:lnTo>
                    <a:pt x="1385" y="1504"/>
                  </a:lnTo>
                  <a:cubicBezTo>
                    <a:pt x="1385" y="1385"/>
                    <a:pt x="1289" y="1290"/>
                    <a:pt x="1172" y="1290"/>
                  </a:cubicBezTo>
                  <a:cubicBezTo>
                    <a:pt x="1165" y="1290"/>
                    <a:pt x="1157" y="1290"/>
                    <a:pt x="1149" y="1291"/>
                  </a:cubicBezTo>
                  <a:lnTo>
                    <a:pt x="1111" y="1291"/>
                  </a:lnTo>
                  <a:cubicBezTo>
                    <a:pt x="697" y="1291"/>
                    <a:pt x="522" y="760"/>
                    <a:pt x="854" y="517"/>
                  </a:cubicBezTo>
                  <a:cubicBezTo>
                    <a:pt x="935" y="457"/>
                    <a:pt x="1023" y="431"/>
                    <a:pt x="1108" y="431"/>
                  </a:cubicBezTo>
                  <a:cubicBezTo>
                    <a:pt x="1375" y="431"/>
                    <a:pt x="1613" y="690"/>
                    <a:pt x="1519" y="990"/>
                  </a:cubicBezTo>
                  <a:cubicBezTo>
                    <a:pt x="1492" y="1072"/>
                    <a:pt x="1516" y="1161"/>
                    <a:pt x="1584" y="1219"/>
                  </a:cubicBezTo>
                  <a:lnTo>
                    <a:pt x="3716" y="3052"/>
                  </a:lnTo>
                  <a:cubicBezTo>
                    <a:pt x="3756" y="3089"/>
                    <a:pt x="3807" y="3106"/>
                    <a:pt x="3857" y="3106"/>
                  </a:cubicBezTo>
                  <a:cubicBezTo>
                    <a:pt x="3916" y="3106"/>
                    <a:pt x="3974" y="3082"/>
                    <a:pt x="4017" y="3035"/>
                  </a:cubicBezTo>
                  <a:lnTo>
                    <a:pt x="5357" y="1558"/>
                  </a:lnTo>
                  <a:cubicBezTo>
                    <a:pt x="5502" y="1398"/>
                    <a:pt x="5356" y="1193"/>
                    <a:pt x="5192" y="1193"/>
                  </a:cubicBezTo>
                  <a:cubicBezTo>
                    <a:pt x="5138" y="1193"/>
                    <a:pt x="5083" y="1215"/>
                    <a:pt x="5035" y="1267"/>
                  </a:cubicBezTo>
                  <a:lnTo>
                    <a:pt x="3836" y="2590"/>
                  </a:lnTo>
                  <a:lnTo>
                    <a:pt x="1961" y="976"/>
                  </a:lnTo>
                  <a:cubicBezTo>
                    <a:pt x="1964" y="938"/>
                    <a:pt x="1968" y="900"/>
                    <a:pt x="1968" y="859"/>
                  </a:cubicBezTo>
                  <a:cubicBezTo>
                    <a:pt x="1968" y="349"/>
                    <a:pt x="1548"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9"/>
            <p:cNvSpPr/>
            <p:nvPr/>
          </p:nvSpPr>
          <p:spPr>
            <a:xfrm>
              <a:off x="8063805" y="3865426"/>
              <a:ext cx="78664" cy="67400"/>
            </a:xfrm>
            <a:custGeom>
              <a:rect b="b" l="l" r="r" t="t"/>
              <a:pathLst>
                <a:path extrusionOk="0" h="2573" w="3003">
                  <a:moveTo>
                    <a:pt x="1724" y="436"/>
                  </a:moveTo>
                  <a:cubicBezTo>
                    <a:pt x="1934" y="436"/>
                    <a:pt x="2147" y="514"/>
                    <a:pt x="2320" y="688"/>
                  </a:cubicBezTo>
                  <a:cubicBezTo>
                    <a:pt x="2858" y="1223"/>
                    <a:pt x="2478" y="2141"/>
                    <a:pt x="1720" y="2141"/>
                  </a:cubicBezTo>
                  <a:cubicBezTo>
                    <a:pt x="1248" y="2141"/>
                    <a:pt x="867" y="1761"/>
                    <a:pt x="867" y="1288"/>
                  </a:cubicBezTo>
                  <a:cubicBezTo>
                    <a:pt x="867" y="776"/>
                    <a:pt x="1287" y="436"/>
                    <a:pt x="1724" y="436"/>
                  </a:cubicBezTo>
                  <a:close/>
                  <a:moveTo>
                    <a:pt x="1708" y="1"/>
                  </a:moveTo>
                  <a:cubicBezTo>
                    <a:pt x="1392" y="1"/>
                    <a:pt x="1070" y="118"/>
                    <a:pt x="809" y="380"/>
                  </a:cubicBezTo>
                  <a:cubicBezTo>
                    <a:pt x="0" y="1188"/>
                    <a:pt x="572" y="2573"/>
                    <a:pt x="1717" y="2573"/>
                  </a:cubicBezTo>
                  <a:cubicBezTo>
                    <a:pt x="2426" y="2573"/>
                    <a:pt x="3002" y="1997"/>
                    <a:pt x="3002" y="1288"/>
                  </a:cubicBezTo>
                  <a:cubicBezTo>
                    <a:pt x="3002" y="513"/>
                    <a:pt x="2368" y="1"/>
                    <a:pt x="1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9"/>
            <p:cNvSpPr/>
            <p:nvPr/>
          </p:nvSpPr>
          <p:spPr>
            <a:xfrm>
              <a:off x="7996641" y="3887927"/>
              <a:ext cx="52547" cy="44977"/>
            </a:xfrm>
            <a:custGeom>
              <a:rect b="b" l="l" r="r" t="t"/>
              <a:pathLst>
                <a:path extrusionOk="0" h="1717" w="2006">
                  <a:moveTo>
                    <a:pt x="858" y="435"/>
                  </a:moveTo>
                  <a:cubicBezTo>
                    <a:pt x="1091" y="435"/>
                    <a:pt x="1279" y="624"/>
                    <a:pt x="1283" y="857"/>
                  </a:cubicBezTo>
                  <a:lnTo>
                    <a:pt x="1279" y="857"/>
                  </a:lnTo>
                  <a:cubicBezTo>
                    <a:pt x="1279" y="1113"/>
                    <a:pt x="1070" y="1282"/>
                    <a:pt x="852" y="1282"/>
                  </a:cubicBezTo>
                  <a:cubicBezTo>
                    <a:pt x="749" y="1282"/>
                    <a:pt x="644" y="1243"/>
                    <a:pt x="559" y="1159"/>
                  </a:cubicBezTo>
                  <a:cubicBezTo>
                    <a:pt x="292" y="891"/>
                    <a:pt x="481" y="435"/>
                    <a:pt x="858" y="435"/>
                  </a:cubicBezTo>
                  <a:close/>
                  <a:moveTo>
                    <a:pt x="858" y="0"/>
                  </a:moveTo>
                  <a:cubicBezTo>
                    <a:pt x="385" y="0"/>
                    <a:pt x="1" y="384"/>
                    <a:pt x="1" y="857"/>
                  </a:cubicBezTo>
                  <a:cubicBezTo>
                    <a:pt x="1" y="1374"/>
                    <a:pt x="425" y="1717"/>
                    <a:pt x="865" y="1717"/>
                  </a:cubicBezTo>
                  <a:cubicBezTo>
                    <a:pt x="1076" y="1717"/>
                    <a:pt x="1290" y="1639"/>
                    <a:pt x="1464" y="1464"/>
                  </a:cubicBezTo>
                  <a:cubicBezTo>
                    <a:pt x="2006" y="926"/>
                    <a:pt x="1622"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9"/>
            <p:cNvSpPr/>
            <p:nvPr/>
          </p:nvSpPr>
          <p:spPr>
            <a:xfrm>
              <a:off x="8000151" y="3720882"/>
              <a:ext cx="307844" cy="273974"/>
            </a:xfrm>
            <a:custGeom>
              <a:rect b="b" l="l" r="r" t="t"/>
              <a:pathLst>
                <a:path extrusionOk="0" h="10459" w="11752">
                  <a:moveTo>
                    <a:pt x="10568" y="6810"/>
                  </a:moveTo>
                  <a:cubicBezTo>
                    <a:pt x="10785" y="6810"/>
                    <a:pt x="10994" y="6979"/>
                    <a:pt x="10994" y="7234"/>
                  </a:cubicBezTo>
                  <a:cubicBezTo>
                    <a:pt x="10994" y="7467"/>
                    <a:pt x="10805" y="7659"/>
                    <a:pt x="10572" y="7659"/>
                  </a:cubicBezTo>
                  <a:cubicBezTo>
                    <a:pt x="10192" y="7659"/>
                    <a:pt x="10003" y="7203"/>
                    <a:pt x="10271" y="6936"/>
                  </a:cubicBezTo>
                  <a:cubicBezTo>
                    <a:pt x="10357" y="6849"/>
                    <a:pt x="10464" y="6810"/>
                    <a:pt x="10568" y="6810"/>
                  </a:cubicBezTo>
                  <a:close/>
                  <a:moveTo>
                    <a:pt x="4147" y="0"/>
                  </a:moveTo>
                  <a:cubicBezTo>
                    <a:pt x="3314" y="0"/>
                    <a:pt x="2893" y="1007"/>
                    <a:pt x="3482" y="1597"/>
                  </a:cubicBezTo>
                  <a:lnTo>
                    <a:pt x="2163" y="3053"/>
                  </a:lnTo>
                  <a:cubicBezTo>
                    <a:pt x="2016" y="3216"/>
                    <a:pt x="2162" y="3419"/>
                    <a:pt x="2325" y="3419"/>
                  </a:cubicBezTo>
                  <a:cubicBezTo>
                    <a:pt x="2379" y="3419"/>
                    <a:pt x="2434" y="3397"/>
                    <a:pt x="2482" y="3345"/>
                  </a:cubicBezTo>
                  <a:lnTo>
                    <a:pt x="3959" y="1717"/>
                  </a:lnTo>
                  <a:cubicBezTo>
                    <a:pt x="4054" y="1614"/>
                    <a:pt x="4027" y="1450"/>
                    <a:pt x="3904" y="1384"/>
                  </a:cubicBezTo>
                  <a:cubicBezTo>
                    <a:pt x="3445" y="1131"/>
                    <a:pt x="3626" y="435"/>
                    <a:pt x="4147" y="435"/>
                  </a:cubicBezTo>
                  <a:cubicBezTo>
                    <a:pt x="4671" y="435"/>
                    <a:pt x="4849" y="1131"/>
                    <a:pt x="4394" y="1384"/>
                  </a:cubicBezTo>
                  <a:cubicBezTo>
                    <a:pt x="4267" y="1450"/>
                    <a:pt x="4240" y="1614"/>
                    <a:pt x="4335" y="1717"/>
                  </a:cubicBezTo>
                  <a:lnTo>
                    <a:pt x="7738" y="5466"/>
                  </a:lnTo>
                  <a:cubicBezTo>
                    <a:pt x="7779" y="5512"/>
                    <a:pt x="7836" y="5535"/>
                    <a:pt x="7894" y="5535"/>
                  </a:cubicBezTo>
                  <a:cubicBezTo>
                    <a:pt x="7944" y="5535"/>
                    <a:pt x="7995" y="5518"/>
                    <a:pt x="8036" y="5483"/>
                  </a:cubicBezTo>
                  <a:lnTo>
                    <a:pt x="10171" y="3650"/>
                  </a:lnTo>
                  <a:cubicBezTo>
                    <a:pt x="10236" y="3591"/>
                    <a:pt x="10260" y="3502"/>
                    <a:pt x="10236" y="3420"/>
                  </a:cubicBezTo>
                  <a:cubicBezTo>
                    <a:pt x="10140" y="3118"/>
                    <a:pt x="10378" y="2859"/>
                    <a:pt x="10645" y="2859"/>
                  </a:cubicBezTo>
                  <a:cubicBezTo>
                    <a:pt x="10730" y="2859"/>
                    <a:pt x="10817" y="2885"/>
                    <a:pt x="10898" y="2944"/>
                  </a:cubicBezTo>
                  <a:cubicBezTo>
                    <a:pt x="11230" y="3190"/>
                    <a:pt x="11055" y="3718"/>
                    <a:pt x="10641" y="3718"/>
                  </a:cubicBezTo>
                  <a:lnTo>
                    <a:pt x="10603" y="3718"/>
                  </a:lnTo>
                  <a:cubicBezTo>
                    <a:pt x="10595" y="3717"/>
                    <a:pt x="10588" y="3717"/>
                    <a:pt x="10580" y="3717"/>
                  </a:cubicBezTo>
                  <a:cubicBezTo>
                    <a:pt x="10463" y="3717"/>
                    <a:pt x="10367" y="3815"/>
                    <a:pt x="10367" y="3934"/>
                  </a:cubicBezTo>
                  <a:lnTo>
                    <a:pt x="10367" y="6408"/>
                  </a:lnTo>
                  <a:cubicBezTo>
                    <a:pt x="9986" y="6504"/>
                    <a:pt x="9719" y="6847"/>
                    <a:pt x="9719" y="7241"/>
                  </a:cubicBezTo>
                  <a:cubicBezTo>
                    <a:pt x="9719" y="7631"/>
                    <a:pt x="9986" y="7974"/>
                    <a:pt x="10367" y="8070"/>
                  </a:cubicBezTo>
                  <a:lnTo>
                    <a:pt x="10367" y="8893"/>
                  </a:lnTo>
                  <a:lnTo>
                    <a:pt x="9078" y="8893"/>
                  </a:lnTo>
                  <a:cubicBezTo>
                    <a:pt x="8790" y="8893"/>
                    <a:pt x="8790" y="9324"/>
                    <a:pt x="9078" y="9324"/>
                  </a:cubicBezTo>
                  <a:lnTo>
                    <a:pt x="10583" y="9324"/>
                  </a:lnTo>
                  <a:cubicBezTo>
                    <a:pt x="10771" y="9331"/>
                    <a:pt x="10922" y="9485"/>
                    <a:pt x="10922" y="9674"/>
                  </a:cubicBezTo>
                  <a:cubicBezTo>
                    <a:pt x="10922" y="9866"/>
                    <a:pt x="10771" y="10020"/>
                    <a:pt x="10583" y="10027"/>
                  </a:cubicBezTo>
                  <a:lnTo>
                    <a:pt x="288" y="10027"/>
                  </a:lnTo>
                  <a:cubicBezTo>
                    <a:pt x="1" y="10027"/>
                    <a:pt x="1" y="10459"/>
                    <a:pt x="288" y="10459"/>
                  </a:cubicBezTo>
                  <a:lnTo>
                    <a:pt x="10583" y="10459"/>
                  </a:lnTo>
                  <a:cubicBezTo>
                    <a:pt x="10973" y="10455"/>
                    <a:pt x="11302" y="10171"/>
                    <a:pt x="11357" y="9783"/>
                  </a:cubicBezTo>
                  <a:cubicBezTo>
                    <a:pt x="11408" y="9396"/>
                    <a:pt x="11172" y="9030"/>
                    <a:pt x="10798" y="8923"/>
                  </a:cubicBezTo>
                  <a:lnTo>
                    <a:pt x="10798" y="8063"/>
                  </a:lnTo>
                  <a:cubicBezTo>
                    <a:pt x="11168" y="7960"/>
                    <a:pt x="11429" y="7621"/>
                    <a:pt x="11429" y="7234"/>
                  </a:cubicBezTo>
                  <a:cubicBezTo>
                    <a:pt x="11426" y="6850"/>
                    <a:pt x="11168" y="6514"/>
                    <a:pt x="10798" y="6412"/>
                  </a:cubicBezTo>
                  <a:lnTo>
                    <a:pt x="10798" y="4133"/>
                  </a:lnTo>
                  <a:cubicBezTo>
                    <a:pt x="11515" y="4002"/>
                    <a:pt x="11751" y="3094"/>
                    <a:pt x="11192" y="2628"/>
                  </a:cubicBezTo>
                  <a:cubicBezTo>
                    <a:pt x="11027" y="2490"/>
                    <a:pt x="10835" y="2428"/>
                    <a:pt x="10648" y="2428"/>
                  </a:cubicBezTo>
                  <a:cubicBezTo>
                    <a:pt x="10204" y="2428"/>
                    <a:pt x="9784" y="2777"/>
                    <a:pt x="9784" y="3290"/>
                  </a:cubicBezTo>
                  <a:cubicBezTo>
                    <a:pt x="9784" y="3327"/>
                    <a:pt x="9787" y="3365"/>
                    <a:pt x="9791" y="3403"/>
                  </a:cubicBezTo>
                  <a:lnTo>
                    <a:pt x="7916" y="5017"/>
                  </a:lnTo>
                  <a:lnTo>
                    <a:pt x="4815" y="1597"/>
                  </a:lnTo>
                  <a:cubicBezTo>
                    <a:pt x="5401" y="1007"/>
                    <a:pt x="4983" y="0"/>
                    <a:pt x="4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9"/>
            <p:cNvSpPr/>
            <p:nvPr/>
          </p:nvSpPr>
          <p:spPr>
            <a:xfrm>
              <a:off x="8168559" y="3887927"/>
              <a:ext cx="52442" cy="44898"/>
            </a:xfrm>
            <a:custGeom>
              <a:rect b="b" l="l" r="r" t="t"/>
              <a:pathLst>
                <a:path extrusionOk="0" h="1714" w="2002">
                  <a:moveTo>
                    <a:pt x="1149" y="433"/>
                  </a:moveTo>
                  <a:cubicBezTo>
                    <a:pt x="1253" y="433"/>
                    <a:pt x="1360" y="472"/>
                    <a:pt x="1446" y="559"/>
                  </a:cubicBezTo>
                  <a:cubicBezTo>
                    <a:pt x="1710" y="826"/>
                    <a:pt x="1522" y="1282"/>
                    <a:pt x="1145" y="1282"/>
                  </a:cubicBezTo>
                  <a:cubicBezTo>
                    <a:pt x="912" y="1282"/>
                    <a:pt x="723" y="1093"/>
                    <a:pt x="723" y="857"/>
                  </a:cubicBezTo>
                  <a:cubicBezTo>
                    <a:pt x="723" y="602"/>
                    <a:pt x="932" y="433"/>
                    <a:pt x="1149" y="433"/>
                  </a:cubicBezTo>
                  <a:close/>
                  <a:moveTo>
                    <a:pt x="1139" y="0"/>
                  </a:moveTo>
                  <a:cubicBezTo>
                    <a:pt x="929" y="0"/>
                    <a:pt x="713" y="79"/>
                    <a:pt x="538" y="254"/>
                  </a:cubicBezTo>
                  <a:cubicBezTo>
                    <a:pt x="0" y="792"/>
                    <a:pt x="381" y="1714"/>
                    <a:pt x="1145" y="1714"/>
                  </a:cubicBezTo>
                  <a:cubicBezTo>
                    <a:pt x="1618" y="1714"/>
                    <a:pt x="2001" y="1330"/>
                    <a:pt x="2001" y="857"/>
                  </a:cubicBezTo>
                  <a:cubicBezTo>
                    <a:pt x="2001" y="342"/>
                    <a:pt x="1580" y="0"/>
                    <a:pt x="1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7" name="Google Shape;8177;p79"/>
          <p:cNvGrpSpPr/>
          <p:nvPr/>
        </p:nvGrpSpPr>
        <p:grpSpPr>
          <a:xfrm>
            <a:off x="6910596" y="4118967"/>
            <a:ext cx="227032" cy="384490"/>
            <a:chOff x="6910596" y="4118967"/>
            <a:chExt cx="227032" cy="384490"/>
          </a:xfrm>
        </p:grpSpPr>
        <p:sp>
          <p:nvSpPr>
            <p:cNvPr id="8178" name="Google Shape;8178;p79"/>
            <p:cNvSpPr/>
            <p:nvPr/>
          </p:nvSpPr>
          <p:spPr>
            <a:xfrm>
              <a:off x="6916700" y="4206039"/>
              <a:ext cx="214563" cy="291865"/>
            </a:xfrm>
            <a:custGeom>
              <a:rect b="b" l="l" r="r" t="t"/>
              <a:pathLst>
                <a:path extrusionOk="0" h="11142" w="8191">
                  <a:moveTo>
                    <a:pt x="2690" y="1"/>
                  </a:moveTo>
                  <a:cubicBezTo>
                    <a:pt x="1974" y="1"/>
                    <a:pt x="1343" y="474"/>
                    <a:pt x="1138" y="1159"/>
                  </a:cubicBezTo>
                  <a:lnTo>
                    <a:pt x="79" y="4959"/>
                  </a:lnTo>
                  <a:cubicBezTo>
                    <a:pt x="0" y="5237"/>
                    <a:pt x="165" y="5525"/>
                    <a:pt x="442" y="5600"/>
                  </a:cubicBezTo>
                  <a:cubicBezTo>
                    <a:pt x="489" y="5614"/>
                    <a:pt x="536" y="5620"/>
                    <a:pt x="582" y="5620"/>
                  </a:cubicBezTo>
                  <a:cubicBezTo>
                    <a:pt x="808" y="5620"/>
                    <a:pt x="1018" y="5468"/>
                    <a:pt x="1083" y="5240"/>
                  </a:cubicBezTo>
                  <a:lnTo>
                    <a:pt x="2032" y="1831"/>
                  </a:lnTo>
                  <a:cubicBezTo>
                    <a:pt x="2067" y="1701"/>
                    <a:pt x="2183" y="1615"/>
                    <a:pt x="2311" y="1615"/>
                  </a:cubicBezTo>
                  <a:cubicBezTo>
                    <a:pt x="2336" y="1615"/>
                    <a:pt x="2360" y="1619"/>
                    <a:pt x="2385" y="1625"/>
                  </a:cubicBezTo>
                  <a:cubicBezTo>
                    <a:pt x="2539" y="1666"/>
                    <a:pt x="2632" y="1824"/>
                    <a:pt x="2591" y="1978"/>
                  </a:cubicBezTo>
                  <a:lnTo>
                    <a:pt x="1367" y="6734"/>
                  </a:lnTo>
                  <a:lnTo>
                    <a:pt x="2683" y="6734"/>
                  </a:lnTo>
                  <a:lnTo>
                    <a:pt x="2683" y="10610"/>
                  </a:lnTo>
                  <a:cubicBezTo>
                    <a:pt x="2680" y="10891"/>
                    <a:pt x="2899" y="11128"/>
                    <a:pt x="3184" y="11141"/>
                  </a:cubicBezTo>
                  <a:cubicBezTo>
                    <a:pt x="3190" y="11142"/>
                    <a:pt x="3196" y="11142"/>
                    <a:pt x="3202" y="11142"/>
                  </a:cubicBezTo>
                  <a:cubicBezTo>
                    <a:pt x="3488" y="11142"/>
                    <a:pt x="3722" y="10909"/>
                    <a:pt x="3725" y="10620"/>
                  </a:cubicBezTo>
                  <a:lnTo>
                    <a:pt x="3725" y="6734"/>
                  </a:lnTo>
                  <a:lnTo>
                    <a:pt x="4476" y="6734"/>
                  </a:lnTo>
                  <a:lnTo>
                    <a:pt x="4476" y="10620"/>
                  </a:lnTo>
                  <a:cubicBezTo>
                    <a:pt x="4476" y="10908"/>
                    <a:pt x="4709" y="11141"/>
                    <a:pt x="4996" y="11141"/>
                  </a:cubicBezTo>
                  <a:cubicBezTo>
                    <a:pt x="5281" y="11141"/>
                    <a:pt x="5514" y="10908"/>
                    <a:pt x="5517" y="10620"/>
                  </a:cubicBezTo>
                  <a:lnTo>
                    <a:pt x="5517" y="6734"/>
                  </a:lnTo>
                  <a:lnTo>
                    <a:pt x="6826" y="6734"/>
                  </a:lnTo>
                  <a:lnTo>
                    <a:pt x="5603" y="1978"/>
                  </a:lnTo>
                  <a:cubicBezTo>
                    <a:pt x="5562" y="1824"/>
                    <a:pt x="5654" y="1666"/>
                    <a:pt x="5809" y="1625"/>
                  </a:cubicBezTo>
                  <a:cubicBezTo>
                    <a:pt x="5833" y="1619"/>
                    <a:pt x="5857" y="1615"/>
                    <a:pt x="5882" y="1615"/>
                  </a:cubicBezTo>
                  <a:cubicBezTo>
                    <a:pt x="6008" y="1615"/>
                    <a:pt x="6127" y="1701"/>
                    <a:pt x="6162" y="1831"/>
                  </a:cubicBezTo>
                  <a:lnTo>
                    <a:pt x="7111" y="5240"/>
                  </a:lnTo>
                  <a:cubicBezTo>
                    <a:pt x="7173" y="5468"/>
                    <a:pt x="7382" y="5620"/>
                    <a:pt x="7610" y="5620"/>
                  </a:cubicBezTo>
                  <a:cubicBezTo>
                    <a:pt x="7657" y="5620"/>
                    <a:pt x="7704" y="5614"/>
                    <a:pt x="7752" y="5600"/>
                  </a:cubicBezTo>
                  <a:cubicBezTo>
                    <a:pt x="8029" y="5525"/>
                    <a:pt x="8190" y="5237"/>
                    <a:pt x="8111" y="4959"/>
                  </a:cubicBezTo>
                  <a:lnTo>
                    <a:pt x="7056" y="1159"/>
                  </a:lnTo>
                  <a:cubicBezTo>
                    <a:pt x="6850" y="474"/>
                    <a:pt x="6220" y="1"/>
                    <a:pt x="550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9"/>
            <p:cNvSpPr/>
            <p:nvPr/>
          </p:nvSpPr>
          <p:spPr>
            <a:xfrm>
              <a:off x="7048723" y="4248423"/>
              <a:ext cx="46889" cy="134040"/>
            </a:xfrm>
            <a:custGeom>
              <a:rect b="b" l="l" r="r" t="t"/>
              <a:pathLst>
                <a:path extrusionOk="0" h="5117" w="1790">
                  <a:moveTo>
                    <a:pt x="327" y="0"/>
                  </a:moveTo>
                  <a:cubicBezTo>
                    <a:pt x="138" y="0"/>
                    <a:pt x="1" y="178"/>
                    <a:pt x="49" y="360"/>
                  </a:cubicBezTo>
                  <a:lnTo>
                    <a:pt x="1272" y="5116"/>
                  </a:lnTo>
                  <a:lnTo>
                    <a:pt x="1790" y="5116"/>
                  </a:lnTo>
                  <a:lnTo>
                    <a:pt x="566" y="360"/>
                  </a:lnTo>
                  <a:cubicBezTo>
                    <a:pt x="518" y="178"/>
                    <a:pt x="656" y="0"/>
                    <a:pt x="84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9"/>
            <p:cNvSpPr/>
            <p:nvPr/>
          </p:nvSpPr>
          <p:spPr>
            <a:xfrm>
              <a:off x="6981506" y="4124625"/>
              <a:ext cx="74341" cy="63680"/>
            </a:xfrm>
            <a:custGeom>
              <a:rect b="b" l="l" r="r" t="t"/>
              <a:pathLst>
                <a:path extrusionOk="0" h="2431" w="2838">
                  <a:moveTo>
                    <a:pt x="1625" y="1"/>
                  </a:moveTo>
                  <a:cubicBezTo>
                    <a:pt x="542" y="1"/>
                    <a:pt x="0" y="1306"/>
                    <a:pt x="764" y="2074"/>
                  </a:cubicBezTo>
                  <a:cubicBezTo>
                    <a:pt x="996" y="2306"/>
                    <a:pt x="1308" y="2430"/>
                    <a:pt x="1625" y="2430"/>
                  </a:cubicBezTo>
                  <a:cubicBezTo>
                    <a:pt x="1781" y="2430"/>
                    <a:pt x="1938" y="2400"/>
                    <a:pt x="2087" y="2338"/>
                  </a:cubicBezTo>
                  <a:cubicBezTo>
                    <a:pt x="2543" y="2149"/>
                    <a:pt x="2838" y="1707"/>
                    <a:pt x="2838" y="1214"/>
                  </a:cubicBezTo>
                  <a:cubicBezTo>
                    <a:pt x="2838" y="542"/>
                    <a:pt x="2293" y="1"/>
                    <a:pt x="16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9"/>
            <p:cNvSpPr/>
            <p:nvPr/>
          </p:nvSpPr>
          <p:spPr>
            <a:xfrm>
              <a:off x="7017236" y="4124625"/>
              <a:ext cx="40419" cy="63680"/>
            </a:xfrm>
            <a:custGeom>
              <a:rect b="b" l="l" r="r" t="t"/>
              <a:pathLst>
                <a:path extrusionOk="0" h="2431" w="1543">
                  <a:moveTo>
                    <a:pt x="257" y="1"/>
                  </a:moveTo>
                  <a:cubicBezTo>
                    <a:pt x="172" y="1"/>
                    <a:pt x="86" y="8"/>
                    <a:pt x="0" y="28"/>
                  </a:cubicBezTo>
                  <a:cubicBezTo>
                    <a:pt x="559" y="148"/>
                    <a:pt x="960" y="642"/>
                    <a:pt x="960" y="1214"/>
                  </a:cubicBezTo>
                  <a:cubicBezTo>
                    <a:pt x="960" y="1786"/>
                    <a:pt x="559" y="2280"/>
                    <a:pt x="0" y="2403"/>
                  </a:cubicBezTo>
                  <a:cubicBezTo>
                    <a:pt x="86" y="2421"/>
                    <a:pt x="172" y="2430"/>
                    <a:pt x="256" y="2430"/>
                  </a:cubicBezTo>
                  <a:cubicBezTo>
                    <a:pt x="863" y="2430"/>
                    <a:pt x="1398" y="1973"/>
                    <a:pt x="1467" y="1344"/>
                  </a:cubicBezTo>
                  <a:cubicBezTo>
                    <a:pt x="1542" y="624"/>
                    <a:pt x="980" y="1"/>
                    <a:pt x="25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9"/>
            <p:cNvSpPr/>
            <p:nvPr/>
          </p:nvSpPr>
          <p:spPr>
            <a:xfrm>
              <a:off x="6925135" y="4248423"/>
              <a:ext cx="52076" cy="104859"/>
            </a:xfrm>
            <a:custGeom>
              <a:rect b="b" l="l" r="r" t="t"/>
              <a:pathLst>
                <a:path extrusionOk="0" h="4003" w="1988">
                  <a:moveTo>
                    <a:pt x="1470" y="0"/>
                  </a:moveTo>
                  <a:cubicBezTo>
                    <a:pt x="1340" y="0"/>
                    <a:pt x="1227" y="89"/>
                    <a:pt x="1193" y="213"/>
                  </a:cubicBezTo>
                  <a:lnTo>
                    <a:pt x="244" y="3619"/>
                  </a:lnTo>
                  <a:cubicBezTo>
                    <a:pt x="206" y="3753"/>
                    <a:pt x="120" y="3866"/>
                    <a:pt x="0" y="3931"/>
                  </a:cubicBezTo>
                  <a:cubicBezTo>
                    <a:pt x="38" y="3955"/>
                    <a:pt x="79" y="3972"/>
                    <a:pt x="120" y="3982"/>
                  </a:cubicBezTo>
                  <a:cubicBezTo>
                    <a:pt x="168" y="3996"/>
                    <a:pt x="216" y="4002"/>
                    <a:pt x="263" y="4002"/>
                  </a:cubicBezTo>
                  <a:cubicBezTo>
                    <a:pt x="490" y="4002"/>
                    <a:pt x="699" y="3852"/>
                    <a:pt x="761" y="3619"/>
                  </a:cubicBezTo>
                  <a:lnTo>
                    <a:pt x="1710" y="213"/>
                  </a:lnTo>
                  <a:cubicBezTo>
                    <a:pt x="1745" y="89"/>
                    <a:pt x="1858" y="0"/>
                    <a:pt x="1988"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9"/>
            <p:cNvSpPr/>
            <p:nvPr/>
          </p:nvSpPr>
          <p:spPr>
            <a:xfrm>
              <a:off x="7047387" y="4206039"/>
              <a:ext cx="84531" cy="147268"/>
            </a:xfrm>
            <a:custGeom>
              <a:rect b="b" l="l" r="r" t="t"/>
              <a:pathLst>
                <a:path extrusionOk="0" h="5622" w="3227">
                  <a:moveTo>
                    <a:pt x="1" y="1"/>
                  </a:moveTo>
                  <a:cubicBezTo>
                    <a:pt x="717" y="1"/>
                    <a:pt x="1347" y="474"/>
                    <a:pt x="1553" y="1159"/>
                  </a:cubicBezTo>
                  <a:lnTo>
                    <a:pt x="2608" y="4959"/>
                  </a:lnTo>
                  <a:cubicBezTo>
                    <a:pt x="2673" y="5189"/>
                    <a:pt x="2574" y="5432"/>
                    <a:pt x="2365" y="5552"/>
                  </a:cubicBezTo>
                  <a:cubicBezTo>
                    <a:pt x="2450" y="5600"/>
                    <a:pt x="2538" y="5622"/>
                    <a:pt x="2623" y="5622"/>
                  </a:cubicBezTo>
                  <a:cubicBezTo>
                    <a:pt x="2945" y="5622"/>
                    <a:pt x="3226" y="5314"/>
                    <a:pt x="3126" y="4959"/>
                  </a:cubicBezTo>
                  <a:lnTo>
                    <a:pt x="2070" y="1159"/>
                  </a:lnTo>
                  <a:cubicBezTo>
                    <a:pt x="1865" y="474"/>
                    <a:pt x="1234" y="1"/>
                    <a:pt x="518"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9"/>
            <p:cNvSpPr/>
            <p:nvPr/>
          </p:nvSpPr>
          <p:spPr>
            <a:xfrm>
              <a:off x="6993713" y="4382436"/>
              <a:ext cx="20406" cy="115468"/>
            </a:xfrm>
            <a:custGeom>
              <a:rect b="b" l="l" r="r" t="t"/>
              <a:pathLst>
                <a:path extrusionOk="0" h="4408" w="779">
                  <a:moveTo>
                    <a:pt x="405" y="0"/>
                  </a:moveTo>
                  <a:cubicBezTo>
                    <a:pt x="326" y="0"/>
                    <a:pt x="261" y="62"/>
                    <a:pt x="261" y="141"/>
                  </a:cubicBezTo>
                  <a:lnTo>
                    <a:pt x="264" y="3886"/>
                  </a:lnTo>
                  <a:cubicBezTo>
                    <a:pt x="261" y="4071"/>
                    <a:pt x="161" y="4243"/>
                    <a:pt x="0" y="4335"/>
                  </a:cubicBezTo>
                  <a:cubicBezTo>
                    <a:pt x="72" y="4380"/>
                    <a:pt x="155" y="4404"/>
                    <a:pt x="240" y="4407"/>
                  </a:cubicBezTo>
                  <a:cubicBezTo>
                    <a:pt x="246" y="4408"/>
                    <a:pt x="253" y="4408"/>
                    <a:pt x="259" y="4408"/>
                  </a:cubicBezTo>
                  <a:cubicBezTo>
                    <a:pt x="545" y="4408"/>
                    <a:pt x="778" y="4175"/>
                    <a:pt x="778" y="3886"/>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9"/>
            <p:cNvSpPr/>
            <p:nvPr/>
          </p:nvSpPr>
          <p:spPr>
            <a:xfrm>
              <a:off x="7040759" y="4382358"/>
              <a:ext cx="20380" cy="115572"/>
            </a:xfrm>
            <a:custGeom>
              <a:rect b="b" l="l" r="r" t="t"/>
              <a:pathLst>
                <a:path extrusionOk="0" h="4412" w="778">
                  <a:moveTo>
                    <a:pt x="404" y="0"/>
                  </a:moveTo>
                  <a:cubicBezTo>
                    <a:pt x="326" y="0"/>
                    <a:pt x="260" y="65"/>
                    <a:pt x="260" y="144"/>
                  </a:cubicBezTo>
                  <a:lnTo>
                    <a:pt x="260" y="3889"/>
                  </a:lnTo>
                  <a:cubicBezTo>
                    <a:pt x="260" y="4074"/>
                    <a:pt x="161" y="4249"/>
                    <a:pt x="0" y="4342"/>
                  </a:cubicBezTo>
                  <a:cubicBezTo>
                    <a:pt x="83" y="4390"/>
                    <a:pt x="172" y="4411"/>
                    <a:pt x="257" y="4411"/>
                  </a:cubicBezTo>
                  <a:cubicBezTo>
                    <a:pt x="529" y="4411"/>
                    <a:pt x="778" y="4194"/>
                    <a:pt x="778" y="3889"/>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9"/>
            <p:cNvSpPr/>
            <p:nvPr/>
          </p:nvSpPr>
          <p:spPr>
            <a:xfrm>
              <a:off x="6986536" y="4118967"/>
              <a:ext cx="77930" cy="74996"/>
            </a:xfrm>
            <a:custGeom>
              <a:rect b="b" l="l" r="r" t="t"/>
              <a:pathLst>
                <a:path extrusionOk="0" h="2863" w="2975">
                  <a:moveTo>
                    <a:pt x="1429" y="429"/>
                  </a:moveTo>
                  <a:cubicBezTo>
                    <a:pt x="2320" y="429"/>
                    <a:pt x="2766" y="1505"/>
                    <a:pt x="2139" y="2136"/>
                  </a:cubicBezTo>
                  <a:cubicBezTo>
                    <a:pt x="1934" y="2340"/>
                    <a:pt x="1684" y="2431"/>
                    <a:pt x="1438" y="2431"/>
                  </a:cubicBezTo>
                  <a:cubicBezTo>
                    <a:pt x="924" y="2431"/>
                    <a:pt x="432" y="2032"/>
                    <a:pt x="432" y="1430"/>
                  </a:cubicBezTo>
                  <a:cubicBezTo>
                    <a:pt x="432" y="878"/>
                    <a:pt x="877" y="433"/>
                    <a:pt x="1429" y="429"/>
                  </a:cubicBezTo>
                  <a:close/>
                  <a:moveTo>
                    <a:pt x="1432" y="1"/>
                  </a:moveTo>
                  <a:cubicBezTo>
                    <a:pt x="1248" y="1"/>
                    <a:pt x="1062" y="37"/>
                    <a:pt x="884" y="110"/>
                  </a:cubicBezTo>
                  <a:cubicBezTo>
                    <a:pt x="350" y="330"/>
                    <a:pt x="0" y="851"/>
                    <a:pt x="0" y="1430"/>
                  </a:cubicBezTo>
                  <a:cubicBezTo>
                    <a:pt x="0" y="2221"/>
                    <a:pt x="641" y="2859"/>
                    <a:pt x="1429" y="2862"/>
                  </a:cubicBezTo>
                  <a:cubicBezTo>
                    <a:pt x="2008" y="2859"/>
                    <a:pt x="2529" y="2513"/>
                    <a:pt x="2752" y="1978"/>
                  </a:cubicBezTo>
                  <a:cubicBezTo>
                    <a:pt x="2975" y="1444"/>
                    <a:pt x="2851" y="827"/>
                    <a:pt x="2440" y="419"/>
                  </a:cubicBezTo>
                  <a:cubicBezTo>
                    <a:pt x="2168" y="146"/>
                    <a:pt x="1803"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9"/>
            <p:cNvSpPr/>
            <p:nvPr/>
          </p:nvSpPr>
          <p:spPr>
            <a:xfrm>
              <a:off x="7008697" y="4340708"/>
              <a:ext cx="93385" cy="162750"/>
            </a:xfrm>
            <a:custGeom>
              <a:rect b="b" l="l" r="r" t="t"/>
              <a:pathLst>
                <a:path extrusionOk="0" h="6213" w="3565">
                  <a:moveTo>
                    <a:pt x="2970" y="1"/>
                  </a:moveTo>
                  <a:cubicBezTo>
                    <a:pt x="2843" y="1"/>
                    <a:pt x="2713" y="106"/>
                    <a:pt x="2756" y="271"/>
                  </a:cubicBezTo>
                  <a:lnTo>
                    <a:pt x="3040" y="1378"/>
                  </a:lnTo>
                  <a:lnTo>
                    <a:pt x="2005" y="1378"/>
                  </a:lnTo>
                  <a:cubicBezTo>
                    <a:pt x="1885" y="1378"/>
                    <a:pt x="1789" y="1470"/>
                    <a:pt x="1789" y="1590"/>
                  </a:cubicBezTo>
                  <a:lnTo>
                    <a:pt x="1789" y="5476"/>
                  </a:lnTo>
                  <a:cubicBezTo>
                    <a:pt x="1789" y="5647"/>
                    <a:pt x="1652" y="5781"/>
                    <a:pt x="1484" y="5781"/>
                  </a:cubicBezTo>
                  <a:cubicBezTo>
                    <a:pt x="1317" y="5781"/>
                    <a:pt x="1179" y="5647"/>
                    <a:pt x="1179" y="5476"/>
                  </a:cubicBezTo>
                  <a:lnTo>
                    <a:pt x="1179" y="1590"/>
                  </a:lnTo>
                  <a:cubicBezTo>
                    <a:pt x="1179" y="1470"/>
                    <a:pt x="1084" y="1378"/>
                    <a:pt x="964" y="1378"/>
                  </a:cubicBezTo>
                  <a:lnTo>
                    <a:pt x="213" y="1378"/>
                  </a:lnTo>
                  <a:cubicBezTo>
                    <a:pt x="97" y="1378"/>
                    <a:pt x="1" y="1470"/>
                    <a:pt x="1" y="1590"/>
                  </a:cubicBezTo>
                  <a:lnTo>
                    <a:pt x="1" y="3166"/>
                  </a:lnTo>
                  <a:cubicBezTo>
                    <a:pt x="1" y="3283"/>
                    <a:pt x="97" y="3382"/>
                    <a:pt x="217" y="3382"/>
                  </a:cubicBezTo>
                  <a:cubicBezTo>
                    <a:pt x="333" y="3382"/>
                    <a:pt x="432" y="3283"/>
                    <a:pt x="432" y="3166"/>
                  </a:cubicBezTo>
                  <a:lnTo>
                    <a:pt x="432" y="1806"/>
                  </a:lnTo>
                  <a:lnTo>
                    <a:pt x="751" y="1806"/>
                  </a:lnTo>
                  <a:lnTo>
                    <a:pt x="751" y="5476"/>
                  </a:lnTo>
                  <a:cubicBezTo>
                    <a:pt x="751" y="5884"/>
                    <a:pt x="1080" y="6213"/>
                    <a:pt x="1488" y="6213"/>
                  </a:cubicBezTo>
                  <a:cubicBezTo>
                    <a:pt x="1892" y="6213"/>
                    <a:pt x="2225" y="5884"/>
                    <a:pt x="2225" y="5476"/>
                  </a:cubicBezTo>
                  <a:lnTo>
                    <a:pt x="2225" y="1806"/>
                  </a:lnTo>
                  <a:lnTo>
                    <a:pt x="3321" y="1806"/>
                  </a:lnTo>
                  <a:cubicBezTo>
                    <a:pt x="3462" y="1802"/>
                    <a:pt x="3565" y="1672"/>
                    <a:pt x="3530" y="1535"/>
                  </a:cubicBezTo>
                  <a:lnTo>
                    <a:pt x="3170" y="164"/>
                  </a:lnTo>
                  <a:cubicBezTo>
                    <a:pt x="3143" y="50"/>
                    <a:pt x="3057" y="1"/>
                    <a:pt x="29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9"/>
            <p:cNvSpPr/>
            <p:nvPr/>
          </p:nvSpPr>
          <p:spPr>
            <a:xfrm>
              <a:off x="6934905" y="4200381"/>
              <a:ext cx="202723" cy="158637"/>
            </a:xfrm>
            <a:custGeom>
              <a:rect b="b" l="l" r="r" t="t"/>
              <a:pathLst>
                <a:path extrusionOk="0" h="6056" w="7739">
                  <a:moveTo>
                    <a:pt x="1995" y="1"/>
                  </a:moveTo>
                  <a:cubicBezTo>
                    <a:pt x="1190" y="4"/>
                    <a:pt x="481" y="529"/>
                    <a:pt x="241" y="1293"/>
                  </a:cubicBezTo>
                  <a:cubicBezTo>
                    <a:pt x="237" y="1303"/>
                    <a:pt x="237" y="1310"/>
                    <a:pt x="234" y="1317"/>
                  </a:cubicBezTo>
                  <a:lnTo>
                    <a:pt x="35" y="2036"/>
                  </a:lnTo>
                  <a:cubicBezTo>
                    <a:pt x="1" y="2150"/>
                    <a:pt x="69" y="2269"/>
                    <a:pt x="182" y="2300"/>
                  </a:cubicBezTo>
                  <a:cubicBezTo>
                    <a:pt x="202" y="2305"/>
                    <a:pt x="221" y="2308"/>
                    <a:pt x="240" y="2308"/>
                  </a:cubicBezTo>
                  <a:cubicBezTo>
                    <a:pt x="336" y="2308"/>
                    <a:pt x="421" y="2247"/>
                    <a:pt x="450" y="2150"/>
                  </a:cubicBezTo>
                  <a:lnTo>
                    <a:pt x="645" y="1450"/>
                  </a:lnTo>
                  <a:cubicBezTo>
                    <a:pt x="645" y="1447"/>
                    <a:pt x="648" y="1440"/>
                    <a:pt x="648" y="1437"/>
                  </a:cubicBezTo>
                  <a:cubicBezTo>
                    <a:pt x="827" y="840"/>
                    <a:pt x="1375" y="436"/>
                    <a:pt x="1992" y="433"/>
                  </a:cubicBezTo>
                  <a:lnTo>
                    <a:pt x="4805" y="433"/>
                  </a:lnTo>
                  <a:cubicBezTo>
                    <a:pt x="5425" y="436"/>
                    <a:pt x="5974" y="844"/>
                    <a:pt x="6152" y="1437"/>
                  </a:cubicBezTo>
                  <a:cubicBezTo>
                    <a:pt x="6152" y="1440"/>
                    <a:pt x="6155" y="1447"/>
                    <a:pt x="6155" y="1450"/>
                  </a:cubicBezTo>
                  <a:lnTo>
                    <a:pt x="7211" y="5234"/>
                  </a:lnTo>
                  <a:cubicBezTo>
                    <a:pt x="7255" y="5395"/>
                    <a:pt x="7159" y="5563"/>
                    <a:pt x="6998" y="5607"/>
                  </a:cubicBezTo>
                  <a:cubicBezTo>
                    <a:pt x="6970" y="5616"/>
                    <a:pt x="6942" y="5620"/>
                    <a:pt x="6914" y="5620"/>
                  </a:cubicBezTo>
                  <a:cubicBezTo>
                    <a:pt x="6781" y="5620"/>
                    <a:pt x="6658" y="5531"/>
                    <a:pt x="6621" y="5398"/>
                  </a:cubicBezTo>
                  <a:lnTo>
                    <a:pt x="5672" y="1988"/>
                  </a:lnTo>
                  <a:cubicBezTo>
                    <a:pt x="5612" y="1764"/>
                    <a:pt x="5409" y="1615"/>
                    <a:pt x="5186" y="1615"/>
                  </a:cubicBezTo>
                  <a:cubicBezTo>
                    <a:pt x="5143" y="1615"/>
                    <a:pt x="5099" y="1620"/>
                    <a:pt x="5055" y="1632"/>
                  </a:cubicBezTo>
                  <a:cubicBezTo>
                    <a:pt x="4788" y="1704"/>
                    <a:pt x="4630" y="1982"/>
                    <a:pt x="4702" y="2249"/>
                  </a:cubicBezTo>
                  <a:lnTo>
                    <a:pt x="5357" y="4795"/>
                  </a:lnTo>
                  <a:cubicBezTo>
                    <a:pt x="5380" y="4891"/>
                    <a:pt x="5471" y="4955"/>
                    <a:pt x="5567" y="4955"/>
                  </a:cubicBezTo>
                  <a:cubicBezTo>
                    <a:pt x="5584" y="4955"/>
                    <a:pt x="5601" y="4953"/>
                    <a:pt x="5617" y="4949"/>
                  </a:cubicBezTo>
                  <a:cubicBezTo>
                    <a:pt x="5734" y="4918"/>
                    <a:pt x="5802" y="4802"/>
                    <a:pt x="5772" y="4685"/>
                  </a:cubicBezTo>
                  <a:lnTo>
                    <a:pt x="5120" y="2143"/>
                  </a:lnTo>
                  <a:cubicBezTo>
                    <a:pt x="5112" y="2089"/>
                    <a:pt x="5153" y="2057"/>
                    <a:pt x="5194" y="2057"/>
                  </a:cubicBezTo>
                  <a:cubicBezTo>
                    <a:pt x="5221" y="2057"/>
                    <a:pt x="5249" y="2072"/>
                    <a:pt x="5261" y="2105"/>
                  </a:cubicBezTo>
                  <a:lnTo>
                    <a:pt x="6210" y="5511"/>
                  </a:lnTo>
                  <a:cubicBezTo>
                    <a:pt x="6299" y="5839"/>
                    <a:pt x="6596" y="6056"/>
                    <a:pt x="6919" y="6056"/>
                  </a:cubicBezTo>
                  <a:cubicBezTo>
                    <a:pt x="6984" y="6056"/>
                    <a:pt x="7049" y="6047"/>
                    <a:pt x="7115" y="6029"/>
                  </a:cubicBezTo>
                  <a:cubicBezTo>
                    <a:pt x="7509" y="5919"/>
                    <a:pt x="7739" y="5508"/>
                    <a:pt x="7629" y="5117"/>
                  </a:cubicBezTo>
                  <a:lnTo>
                    <a:pt x="6570" y="1317"/>
                  </a:lnTo>
                  <a:cubicBezTo>
                    <a:pt x="6567" y="1310"/>
                    <a:pt x="6563" y="1300"/>
                    <a:pt x="6560" y="1293"/>
                  </a:cubicBezTo>
                  <a:cubicBezTo>
                    <a:pt x="6320" y="529"/>
                    <a:pt x="5610" y="4"/>
                    <a:pt x="48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9"/>
            <p:cNvSpPr/>
            <p:nvPr/>
          </p:nvSpPr>
          <p:spPr>
            <a:xfrm>
              <a:off x="6910596" y="4242660"/>
              <a:ext cx="109338" cy="260719"/>
            </a:xfrm>
            <a:custGeom>
              <a:rect b="b" l="l" r="r" t="t"/>
              <a:pathLst>
                <a:path extrusionOk="0" h="9953" w="4174">
                  <a:moveTo>
                    <a:pt x="2546" y="1"/>
                  </a:moveTo>
                  <a:cubicBezTo>
                    <a:pt x="2322" y="1"/>
                    <a:pt x="2120" y="150"/>
                    <a:pt x="2060" y="374"/>
                  </a:cubicBezTo>
                  <a:lnTo>
                    <a:pt x="1110" y="3784"/>
                  </a:lnTo>
                  <a:cubicBezTo>
                    <a:pt x="1073" y="3918"/>
                    <a:pt x="950" y="4007"/>
                    <a:pt x="815" y="4007"/>
                  </a:cubicBezTo>
                  <a:cubicBezTo>
                    <a:pt x="788" y="4007"/>
                    <a:pt x="761" y="4004"/>
                    <a:pt x="733" y="3997"/>
                  </a:cubicBezTo>
                  <a:cubicBezTo>
                    <a:pt x="572" y="3949"/>
                    <a:pt x="476" y="3781"/>
                    <a:pt x="521" y="3620"/>
                  </a:cubicBezTo>
                  <a:lnTo>
                    <a:pt x="1148" y="1368"/>
                  </a:lnTo>
                  <a:cubicBezTo>
                    <a:pt x="1195" y="1202"/>
                    <a:pt x="1064" y="1094"/>
                    <a:pt x="935" y="1094"/>
                  </a:cubicBezTo>
                  <a:cubicBezTo>
                    <a:pt x="849" y="1094"/>
                    <a:pt x="764" y="1142"/>
                    <a:pt x="733" y="1252"/>
                  </a:cubicBezTo>
                  <a:lnTo>
                    <a:pt x="106" y="3503"/>
                  </a:lnTo>
                  <a:cubicBezTo>
                    <a:pt x="0" y="3894"/>
                    <a:pt x="230" y="4298"/>
                    <a:pt x="620" y="4404"/>
                  </a:cubicBezTo>
                  <a:cubicBezTo>
                    <a:pt x="687" y="4423"/>
                    <a:pt x="754" y="4432"/>
                    <a:pt x="820" y="4432"/>
                  </a:cubicBezTo>
                  <a:cubicBezTo>
                    <a:pt x="1141" y="4432"/>
                    <a:pt x="1434" y="4221"/>
                    <a:pt x="1525" y="3897"/>
                  </a:cubicBezTo>
                  <a:lnTo>
                    <a:pt x="2474" y="491"/>
                  </a:lnTo>
                  <a:cubicBezTo>
                    <a:pt x="2485" y="455"/>
                    <a:pt x="2513" y="439"/>
                    <a:pt x="2541" y="439"/>
                  </a:cubicBezTo>
                  <a:cubicBezTo>
                    <a:pt x="2583" y="439"/>
                    <a:pt x="2625" y="474"/>
                    <a:pt x="2615" y="529"/>
                  </a:cubicBezTo>
                  <a:lnTo>
                    <a:pt x="1391" y="5282"/>
                  </a:lnTo>
                  <a:cubicBezTo>
                    <a:pt x="1357" y="5419"/>
                    <a:pt x="1460" y="5549"/>
                    <a:pt x="1600" y="5552"/>
                  </a:cubicBezTo>
                  <a:lnTo>
                    <a:pt x="2700" y="5552"/>
                  </a:lnTo>
                  <a:lnTo>
                    <a:pt x="2700" y="9209"/>
                  </a:lnTo>
                  <a:cubicBezTo>
                    <a:pt x="2697" y="9617"/>
                    <a:pt x="3023" y="9949"/>
                    <a:pt x="3430" y="9952"/>
                  </a:cubicBezTo>
                  <a:cubicBezTo>
                    <a:pt x="3432" y="9952"/>
                    <a:pt x="3435" y="9952"/>
                    <a:pt x="3437" y="9952"/>
                  </a:cubicBezTo>
                  <a:cubicBezTo>
                    <a:pt x="3838" y="9952"/>
                    <a:pt x="4167" y="9625"/>
                    <a:pt x="4174" y="9222"/>
                  </a:cubicBezTo>
                  <a:lnTo>
                    <a:pt x="4174" y="7773"/>
                  </a:lnTo>
                  <a:cubicBezTo>
                    <a:pt x="4174" y="7652"/>
                    <a:pt x="4078" y="7557"/>
                    <a:pt x="3961" y="7557"/>
                  </a:cubicBezTo>
                  <a:cubicBezTo>
                    <a:pt x="3959" y="7557"/>
                    <a:pt x="3957" y="7557"/>
                    <a:pt x="3955" y="7557"/>
                  </a:cubicBezTo>
                  <a:cubicBezTo>
                    <a:pt x="3835" y="7557"/>
                    <a:pt x="3739" y="7653"/>
                    <a:pt x="3739" y="7769"/>
                  </a:cubicBezTo>
                  <a:lnTo>
                    <a:pt x="3739" y="9219"/>
                  </a:lnTo>
                  <a:cubicBezTo>
                    <a:pt x="3739" y="9392"/>
                    <a:pt x="3598" y="9527"/>
                    <a:pt x="3430" y="9527"/>
                  </a:cubicBezTo>
                  <a:cubicBezTo>
                    <a:pt x="3428" y="9527"/>
                    <a:pt x="3426" y="9527"/>
                    <a:pt x="3424" y="9527"/>
                  </a:cubicBezTo>
                  <a:cubicBezTo>
                    <a:pt x="3256" y="9514"/>
                    <a:pt x="3129" y="9377"/>
                    <a:pt x="3129" y="9209"/>
                  </a:cubicBezTo>
                  <a:lnTo>
                    <a:pt x="3129" y="5333"/>
                  </a:lnTo>
                  <a:cubicBezTo>
                    <a:pt x="3129" y="5213"/>
                    <a:pt x="3033" y="5121"/>
                    <a:pt x="2916" y="5121"/>
                  </a:cubicBezTo>
                  <a:lnTo>
                    <a:pt x="1878" y="5121"/>
                  </a:lnTo>
                  <a:lnTo>
                    <a:pt x="3033" y="635"/>
                  </a:lnTo>
                  <a:cubicBezTo>
                    <a:pt x="3105" y="368"/>
                    <a:pt x="2944" y="90"/>
                    <a:pt x="2676" y="18"/>
                  </a:cubicBezTo>
                  <a:cubicBezTo>
                    <a:pt x="2633" y="6"/>
                    <a:pt x="2589" y="1"/>
                    <a:pt x="2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0" name="Google Shape;8190;p79"/>
          <p:cNvGrpSpPr/>
          <p:nvPr/>
        </p:nvGrpSpPr>
        <p:grpSpPr>
          <a:xfrm>
            <a:off x="7372702" y="4132876"/>
            <a:ext cx="385459" cy="356671"/>
            <a:chOff x="7372702" y="4132876"/>
            <a:chExt cx="385459" cy="356671"/>
          </a:xfrm>
        </p:grpSpPr>
        <p:sp>
          <p:nvSpPr>
            <p:cNvPr id="8191" name="Google Shape;8191;p79"/>
            <p:cNvSpPr/>
            <p:nvPr/>
          </p:nvSpPr>
          <p:spPr>
            <a:xfrm>
              <a:off x="7378360" y="4271762"/>
              <a:ext cx="221374" cy="212258"/>
            </a:xfrm>
            <a:custGeom>
              <a:rect b="b" l="l" r="r" t="t"/>
              <a:pathLst>
                <a:path extrusionOk="0" h="8103" w="8451">
                  <a:moveTo>
                    <a:pt x="1885" y="0"/>
                  </a:moveTo>
                  <a:cubicBezTo>
                    <a:pt x="847" y="4"/>
                    <a:pt x="4" y="847"/>
                    <a:pt x="0" y="1885"/>
                  </a:cubicBezTo>
                  <a:lnTo>
                    <a:pt x="0" y="4729"/>
                  </a:lnTo>
                  <a:cubicBezTo>
                    <a:pt x="4" y="5768"/>
                    <a:pt x="847" y="6611"/>
                    <a:pt x="1885" y="6614"/>
                  </a:cubicBezTo>
                  <a:lnTo>
                    <a:pt x="4277" y="6614"/>
                  </a:lnTo>
                  <a:cubicBezTo>
                    <a:pt x="4318" y="6614"/>
                    <a:pt x="4356" y="6641"/>
                    <a:pt x="4362" y="6682"/>
                  </a:cubicBezTo>
                  <a:cubicBezTo>
                    <a:pt x="4414" y="6922"/>
                    <a:pt x="4527" y="7724"/>
                    <a:pt x="3790" y="7950"/>
                  </a:cubicBezTo>
                  <a:cubicBezTo>
                    <a:pt x="3735" y="7968"/>
                    <a:pt x="3739" y="8050"/>
                    <a:pt x="3797" y="8063"/>
                  </a:cubicBezTo>
                  <a:cubicBezTo>
                    <a:pt x="3911" y="8084"/>
                    <a:pt x="4054" y="8103"/>
                    <a:pt x="4209" y="8103"/>
                  </a:cubicBezTo>
                  <a:cubicBezTo>
                    <a:pt x="4764" y="8103"/>
                    <a:pt x="5468" y="7870"/>
                    <a:pt x="5500" y="6696"/>
                  </a:cubicBezTo>
                  <a:cubicBezTo>
                    <a:pt x="5500" y="6652"/>
                    <a:pt x="5541" y="6611"/>
                    <a:pt x="5586" y="6611"/>
                  </a:cubicBezTo>
                  <a:lnTo>
                    <a:pt x="6566" y="6611"/>
                  </a:lnTo>
                  <a:cubicBezTo>
                    <a:pt x="7604" y="6607"/>
                    <a:pt x="8447" y="5768"/>
                    <a:pt x="8451" y="4726"/>
                  </a:cubicBezTo>
                  <a:lnTo>
                    <a:pt x="8451" y="1885"/>
                  </a:lnTo>
                  <a:lnTo>
                    <a:pt x="8447" y="1885"/>
                  </a:lnTo>
                  <a:cubicBezTo>
                    <a:pt x="8444" y="847"/>
                    <a:pt x="7604" y="4"/>
                    <a:pt x="65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9"/>
            <p:cNvSpPr/>
            <p:nvPr/>
          </p:nvSpPr>
          <p:spPr>
            <a:xfrm>
              <a:off x="7527724" y="4271762"/>
              <a:ext cx="72010" cy="173175"/>
            </a:xfrm>
            <a:custGeom>
              <a:rect b="b" l="l" r="r" t="t"/>
              <a:pathLst>
                <a:path extrusionOk="0" h="6611" w="2749">
                  <a:moveTo>
                    <a:pt x="0" y="0"/>
                  </a:moveTo>
                  <a:cubicBezTo>
                    <a:pt x="1042" y="0"/>
                    <a:pt x="1882" y="843"/>
                    <a:pt x="1885" y="1885"/>
                  </a:cubicBezTo>
                  <a:lnTo>
                    <a:pt x="1885" y="4726"/>
                  </a:lnTo>
                  <a:cubicBezTo>
                    <a:pt x="1882" y="5768"/>
                    <a:pt x="1042" y="6607"/>
                    <a:pt x="0" y="6611"/>
                  </a:cubicBezTo>
                  <a:lnTo>
                    <a:pt x="864" y="6611"/>
                  </a:lnTo>
                  <a:cubicBezTo>
                    <a:pt x="1902" y="6607"/>
                    <a:pt x="2745" y="5768"/>
                    <a:pt x="2749" y="4726"/>
                  </a:cubicBezTo>
                  <a:lnTo>
                    <a:pt x="2749" y="1885"/>
                  </a:lnTo>
                  <a:cubicBezTo>
                    <a:pt x="2745" y="843"/>
                    <a:pt x="1902" y="0"/>
                    <a:pt x="86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9"/>
            <p:cNvSpPr/>
            <p:nvPr/>
          </p:nvSpPr>
          <p:spPr>
            <a:xfrm>
              <a:off x="7425826" y="4138535"/>
              <a:ext cx="326704" cy="270909"/>
            </a:xfrm>
            <a:custGeom>
              <a:rect b="b" l="l" r="r" t="t"/>
              <a:pathLst>
                <a:path extrusionOk="0" h="10342" w="12472">
                  <a:moveTo>
                    <a:pt x="1845" y="1"/>
                  </a:moveTo>
                  <a:cubicBezTo>
                    <a:pt x="827" y="1"/>
                    <a:pt x="1" y="823"/>
                    <a:pt x="1" y="1841"/>
                  </a:cubicBezTo>
                  <a:lnTo>
                    <a:pt x="1" y="6083"/>
                  </a:lnTo>
                  <a:cubicBezTo>
                    <a:pt x="1" y="7101"/>
                    <a:pt x="827" y="7927"/>
                    <a:pt x="1845" y="7927"/>
                  </a:cubicBezTo>
                  <a:lnTo>
                    <a:pt x="7540" y="7927"/>
                  </a:lnTo>
                  <a:cubicBezTo>
                    <a:pt x="7660" y="7927"/>
                    <a:pt x="7752" y="8030"/>
                    <a:pt x="7739" y="8150"/>
                  </a:cubicBezTo>
                  <a:cubicBezTo>
                    <a:pt x="7660" y="8763"/>
                    <a:pt x="7629" y="10342"/>
                    <a:pt x="9325" y="10342"/>
                  </a:cubicBezTo>
                  <a:cubicBezTo>
                    <a:pt x="9411" y="10342"/>
                    <a:pt x="9501" y="10338"/>
                    <a:pt x="9596" y="10329"/>
                  </a:cubicBezTo>
                  <a:cubicBezTo>
                    <a:pt x="9661" y="10319"/>
                    <a:pt x="9682" y="10233"/>
                    <a:pt x="9627" y="10199"/>
                  </a:cubicBezTo>
                  <a:cubicBezTo>
                    <a:pt x="9240" y="9980"/>
                    <a:pt x="8499" y="9363"/>
                    <a:pt x="9031" y="8054"/>
                  </a:cubicBezTo>
                  <a:cubicBezTo>
                    <a:pt x="9061" y="7978"/>
                    <a:pt x="9137" y="7927"/>
                    <a:pt x="9219" y="7927"/>
                  </a:cubicBezTo>
                  <a:lnTo>
                    <a:pt x="10627" y="7927"/>
                  </a:lnTo>
                  <a:cubicBezTo>
                    <a:pt x="11645" y="7927"/>
                    <a:pt x="12471" y="7101"/>
                    <a:pt x="12471" y="6087"/>
                  </a:cubicBezTo>
                  <a:lnTo>
                    <a:pt x="12471" y="1841"/>
                  </a:lnTo>
                  <a:cubicBezTo>
                    <a:pt x="12471" y="823"/>
                    <a:pt x="11645" y="1"/>
                    <a:pt x="10627"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9"/>
            <p:cNvSpPr/>
            <p:nvPr/>
          </p:nvSpPr>
          <p:spPr>
            <a:xfrm>
              <a:off x="7681672" y="4138535"/>
              <a:ext cx="70857" cy="207674"/>
            </a:xfrm>
            <a:custGeom>
              <a:rect b="b" l="l" r="r" t="t"/>
              <a:pathLst>
                <a:path extrusionOk="0" h="7928" w="2705">
                  <a:moveTo>
                    <a:pt x="867" y="1"/>
                  </a:moveTo>
                  <a:cubicBezTo>
                    <a:pt x="865" y="1"/>
                    <a:pt x="863" y="1"/>
                    <a:pt x="860" y="1"/>
                  </a:cubicBezTo>
                  <a:lnTo>
                    <a:pt x="0" y="1"/>
                  </a:lnTo>
                  <a:cubicBezTo>
                    <a:pt x="1018" y="1"/>
                    <a:pt x="1844" y="823"/>
                    <a:pt x="1844" y="1841"/>
                  </a:cubicBezTo>
                  <a:lnTo>
                    <a:pt x="1844" y="6087"/>
                  </a:lnTo>
                  <a:cubicBezTo>
                    <a:pt x="1844" y="7101"/>
                    <a:pt x="1018" y="7927"/>
                    <a:pt x="0" y="7927"/>
                  </a:cubicBezTo>
                  <a:lnTo>
                    <a:pt x="864" y="7927"/>
                  </a:lnTo>
                  <a:cubicBezTo>
                    <a:pt x="1878" y="7927"/>
                    <a:pt x="2704" y="7101"/>
                    <a:pt x="2704" y="6087"/>
                  </a:cubicBezTo>
                  <a:lnTo>
                    <a:pt x="2704" y="1841"/>
                  </a:lnTo>
                  <a:cubicBezTo>
                    <a:pt x="2704" y="825"/>
                    <a:pt x="1882" y="1"/>
                    <a:pt x="867"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9"/>
            <p:cNvSpPr/>
            <p:nvPr/>
          </p:nvSpPr>
          <p:spPr>
            <a:xfrm>
              <a:off x="7503573" y="4220132"/>
              <a:ext cx="27033" cy="27059"/>
            </a:xfrm>
            <a:custGeom>
              <a:rect b="b" l="l" r="r" t="t"/>
              <a:pathLst>
                <a:path extrusionOk="0" h="1033" w="1032">
                  <a:moveTo>
                    <a:pt x="515" y="1"/>
                  </a:moveTo>
                  <a:cubicBezTo>
                    <a:pt x="230" y="1"/>
                    <a:pt x="1" y="230"/>
                    <a:pt x="1" y="518"/>
                  </a:cubicBezTo>
                  <a:cubicBezTo>
                    <a:pt x="1" y="803"/>
                    <a:pt x="230" y="1032"/>
                    <a:pt x="515" y="1032"/>
                  </a:cubicBezTo>
                  <a:cubicBezTo>
                    <a:pt x="802" y="1032"/>
                    <a:pt x="1032" y="803"/>
                    <a:pt x="1032" y="518"/>
                  </a:cubicBezTo>
                  <a:cubicBezTo>
                    <a:pt x="1032" y="230"/>
                    <a:pt x="802" y="1"/>
                    <a:pt x="515"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9"/>
            <p:cNvSpPr/>
            <p:nvPr/>
          </p:nvSpPr>
          <p:spPr>
            <a:xfrm>
              <a:off x="7570998" y="4220132"/>
              <a:ext cx="27112" cy="27059"/>
            </a:xfrm>
            <a:custGeom>
              <a:rect b="b" l="l" r="r" t="t"/>
              <a:pathLst>
                <a:path extrusionOk="0" h="1033" w="1035">
                  <a:moveTo>
                    <a:pt x="518" y="1"/>
                  </a:moveTo>
                  <a:cubicBezTo>
                    <a:pt x="230" y="1"/>
                    <a:pt x="0" y="230"/>
                    <a:pt x="0" y="518"/>
                  </a:cubicBezTo>
                  <a:cubicBezTo>
                    <a:pt x="0" y="803"/>
                    <a:pt x="230"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9"/>
            <p:cNvSpPr/>
            <p:nvPr/>
          </p:nvSpPr>
          <p:spPr>
            <a:xfrm>
              <a:off x="7638398" y="4220132"/>
              <a:ext cx="27138" cy="27059"/>
            </a:xfrm>
            <a:custGeom>
              <a:rect b="b" l="l" r="r" t="t"/>
              <a:pathLst>
                <a:path extrusionOk="0" h="1033" w="1036">
                  <a:moveTo>
                    <a:pt x="518" y="1"/>
                  </a:moveTo>
                  <a:cubicBezTo>
                    <a:pt x="234" y="1"/>
                    <a:pt x="1" y="230"/>
                    <a:pt x="1" y="518"/>
                  </a:cubicBezTo>
                  <a:cubicBezTo>
                    <a:pt x="1" y="803"/>
                    <a:pt x="234"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9"/>
            <p:cNvSpPr/>
            <p:nvPr/>
          </p:nvSpPr>
          <p:spPr>
            <a:xfrm>
              <a:off x="7372702" y="4212247"/>
              <a:ext cx="385197" cy="277300"/>
            </a:xfrm>
            <a:custGeom>
              <a:rect b="b" l="l" r="r" t="t"/>
              <a:pathLst>
                <a:path extrusionOk="0" h="10586" w="14705">
                  <a:moveTo>
                    <a:pt x="14492" y="0"/>
                  </a:moveTo>
                  <a:cubicBezTo>
                    <a:pt x="14493" y="0"/>
                    <a:pt x="14494" y="0"/>
                    <a:pt x="14496" y="0"/>
                  </a:cubicBezTo>
                  <a:lnTo>
                    <a:pt x="14496" y="0"/>
                  </a:lnTo>
                  <a:cubicBezTo>
                    <a:pt x="14497" y="0"/>
                    <a:pt x="14498" y="0"/>
                    <a:pt x="14499" y="0"/>
                  </a:cubicBezTo>
                  <a:close/>
                  <a:moveTo>
                    <a:pt x="14496" y="0"/>
                  </a:moveTo>
                  <a:lnTo>
                    <a:pt x="14496" y="0"/>
                  </a:lnTo>
                  <a:cubicBezTo>
                    <a:pt x="14377" y="2"/>
                    <a:pt x="14283" y="94"/>
                    <a:pt x="14283" y="213"/>
                  </a:cubicBezTo>
                  <a:lnTo>
                    <a:pt x="14283" y="3269"/>
                  </a:lnTo>
                  <a:cubicBezTo>
                    <a:pt x="14283" y="4167"/>
                    <a:pt x="13553" y="4897"/>
                    <a:pt x="12655" y="4897"/>
                  </a:cubicBezTo>
                  <a:lnTo>
                    <a:pt x="11244" y="4897"/>
                  </a:lnTo>
                  <a:cubicBezTo>
                    <a:pt x="11076" y="4897"/>
                    <a:pt x="10921" y="5000"/>
                    <a:pt x="10860" y="5158"/>
                  </a:cubicBezTo>
                  <a:cubicBezTo>
                    <a:pt x="10606" y="5788"/>
                    <a:pt x="10589" y="6343"/>
                    <a:pt x="10815" y="6813"/>
                  </a:cubicBezTo>
                  <a:cubicBezTo>
                    <a:pt x="10908" y="6998"/>
                    <a:pt x="11031" y="7166"/>
                    <a:pt x="11182" y="7306"/>
                  </a:cubicBezTo>
                  <a:cubicBezTo>
                    <a:pt x="10815" y="7279"/>
                    <a:pt x="10531" y="7162"/>
                    <a:pt x="10332" y="6953"/>
                  </a:cubicBezTo>
                  <a:cubicBezTo>
                    <a:pt x="10185" y="6802"/>
                    <a:pt x="9856" y="6343"/>
                    <a:pt x="9979" y="5367"/>
                  </a:cubicBezTo>
                  <a:cubicBezTo>
                    <a:pt x="10010" y="5116"/>
                    <a:pt x="9815" y="4897"/>
                    <a:pt x="9564" y="4897"/>
                  </a:cubicBezTo>
                  <a:lnTo>
                    <a:pt x="7358" y="4897"/>
                  </a:lnTo>
                  <a:cubicBezTo>
                    <a:pt x="7070" y="4897"/>
                    <a:pt x="7070" y="5329"/>
                    <a:pt x="7358" y="5329"/>
                  </a:cubicBezTo>
                  <a:lnTo>
                    <a:pt x="8451" y="5329"/>
                  </a:lnTo>
                  <a:lnTo>
                    <a:pt x="8451" y="6998"/>
                  </a:lnTo>
                  <a:cubicBezTo>
                    <a:pt x="8451" y="7923"/>
                    <a:pt x="7700" y="8670"/>
                    <a:pt x="6778" y="8670"/>
                  </a:cubicBezTo>
                  <a:lnTo>
                    <a:pt x="5802" y="8670"/>
                  </a:lnTo>
                  <a:cubicBezTo>
                    <a:pt x="5637" y="8670"/>
                    <a:pt x="5507" y="8800"/>
                    <a:pt x="5500" y="8965"/>
                  </a:cubicBezTo>
                  <a:cubicBezTo>
                    <a:pt x="5483" y="9650"/>
                    <a:pt x="5219" y="10109"/>
                    <a:pt x="4531" y="10154"/>
                  </a:cubicBezTo>
                  <a:cubicBezTo>
                    <a:pt x="4842" y="9832"/>
                    <a:pt x="4883" y="9338"/>
                    <a:pt x="4788" y="8906"/>
                  </a:cubicBezTo>
                  <a:cubicBezTo>
                    <a:pt x="4757" y="8769"/>
                    <a:pt x="4637" y="8670"/>
                    <a:pt x="4493" y="8670"/>
                  </a:cubicBezTo>
                  <a:lnTo>
                    <a:pt x="2101" y="8670"/>
                  </a:lnTo>
                  <a:cubicBezTo>
                    <a:pt x="1179" y="8670"/>
                    <a:pt x="432" y="7920"/>
                    <a:pt x="432" y="6998"/>
                  </a:cubicBezTo>
                  <a:lnTo>
                    <a:pt x="432" y="6535"/>
                  </a:lnTo>
                  <a:cubicBezTo>
                    <a:pt x="432" y="6391"/>
                    <a:pt x="324" y="6319"/>
                    <a:pt x="216" y="6319"/>
                  </a:cubicBezTo>
                  <a:cubicBezTo>
                    <a:pt x="108" y="6319"/>
                    <a:pt x="0" y="6391"/>
                    <a:pt x="0" y="6535"/>
                  </a:cubicBezTo>
                  <a:lnTo>
                    <a:pt x="0" y="6998"/>
                  </a:lnTo>
                  <a:cubicBezTo>
                    <a:pt x="4" y="8156"/>
                    <a:pt x="943" y="9095"/>
                    <a:pt x="2101" y="9098"/>
                  </a:cubicBezTo>
                  <a:lnTo>
                    <a:pt x="4383" y="9098"/>
                  </a:lnTo>
                  <a:cubicBezTo>
                    <a:pt x="4428" y="9383"/>
                    <a:pt x="4421" y="9866"/>
                    <a:pt x="3941" y="10013"/>
                  </a:cubicBezTo>
                  <a:cubicBezTo>
                    <a:pt x="3667" y="10096"/>
                    <a:pt x="3691" y="10490"/>
                    <a:pt x="3972" y="10541"/>
                  </a:cubicBezTo>
                  <a:cubicBezTo>
                    <a:pt x="4119" y="10572"/>
                    <a:pt x="4270" y="10586"/>
                    <a:pt x="4421" y="10586"/>
                  </a:cubicBezTo>
                  <a:cubicBezTo>
                    <a:pt x="5288" y="10586"/>
                    <a:pt x="5853" y="10085"/>
                    <a:pt x="5922" y="9098"/>
                  </a:cubicBezTo>
                  <a:lnTo>
                    <a:pt x="6778" y="9098"/>
                  </a:lnTo>
                  <a:cubicBezTo>
                    <a:pt x="7937" y="9095"/>
                    <a:pt x="8876" y="8156"/>
                    <a:pt x="8876" y="6998"/>
                  </a:cubicBezTo>
                  <a:lnTo>
                    <a:pt x="8876" y="5329"/>
                  </a:lnTo>
                  <a:lnTo>
                    <a:pt x="9544" y="5329"/>
                  </a:lnTo>
                  <a:cubicBezTo>
                    <a:pt x="9486" y="5812"/>
                    <a:pt x="9475" y="6689"/>
                    <a:pt x="10017" y="7251"/>
                  </a:cubicBezTo>
                  <a:cubicBezTo>
                    <a:pt x="10332" y="7577"/>
                    <a:pt x="10778" y="7741"/>
                    <a:pt x="11343" y="7741"/>
                  </a:cubicBezTo>
                  <a:cubicBezTo>
                    <a:pt x="11439" y="7741"/>
                    <a:pt x="11535" y="7738"/>
                    <a:pt x="11638" y="7728"/>
                  </a:cubicBezTo>
                  <a:cubicBezTo>
                    <a:pt x="11915" y="7704"/>
                    <a:pt x="11994" y="7337"/>
                    <a:pt x="11754" y="7197"/>
                  </a:cubicBezTo>
                  <a:cubicBezTo>
                    <a:pt x="10867" y="6689"/>
                    <a:pt x="11052" y="5812"/>
                    <a:pt x="11247" y="5329"/>
                  </a:cubicBezTo>
                  <a:lnTo>
                    <a:pt x="12649" y="5329"/>
                  </a:lnTo>
                  <a:cubicBezTo>
                    <a:pt x="13783" y="5325"/>
                    <a:pt x="14705" y="4407"/>
                    <a:pt x="14705" y="3273"/>
                  </a:cubicBezTo>
                  <a:lnTo>
                    <a:pt x="14705" y="213"/>
                  </a:lnTo>
                  <a:cubicBezTo>
                    <a:pt x="14705" y="97"/>
                    <a:pt x="14611" y="2"/>
                    <a:pt x="14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9"/>
            <p:cNvSpPr/>
            <p:nvPr/>
          </p:nvSpPr>
          <p:spPr>
            <a:xfrm>
              <a:off x="7372781" y="4132876"/>
              <a:ext cx="385381" cy="231983"/>
            </a:xfrm>
            <a:custGeom>
              <a:rect b="b" l="l" r="r" t="t"/>
              <a:pathLst>
                <a:path extrusionOk="0" h="8856" w="14712">
                  <a:moveTo>
                    <a:pt x="3870" y="1"/>
                  </a:moveTo>
                  <a:cubicBezTo>
                    <a:pt x="2732" y="1"/>
                    <a:pt x="1813" y="923"/>
                    <a:pt x="1813" y="2057"/>
                  </a:cubicBezTo>
                  <a:lnTo>
                    <a:pt x="1813" y="5103"/>
                  </a:lnTo>
                  <a:cubicBezTo>
                    <a:pt x="775" y="5251"/>
                    <a:pt x="4" y="6138"/>
                    <a:pt x="1" y="7184"/>
                  </a:cubicBezTo>
                  <a:lnTo>
                    <a:pt x="1" y="8640"/>
                  </a:lnTo>
                  <a:cubicBezTo>
                    <a:pt x="1" y="8760"/>
                    <a:pt x="100" y="8856"/>
                    <a:pt x="217" y="8856"/>
                  </a:cubicBezTo>
                  <a:cubicBezTo>
                    <a:pt x="337" y="8856"/>
                    <a:pt x="432" y="8760"/>
                    <a:pt x="432" y="8640"/>
                  </a:cubicBezTo>
                  <a:lnTo>
                    <a:pt x="432" y="7184"/>
                  </a:lnTo>
                  <a:cubicBezTo>
                    <a:pt x="436" y="6375"/>
                    <a:pt x="1015" y="5683"/>
                    <a:pt x="1813" y="5542"/>
                  </a:cubicBezTo>
                  <a:lnTo>
                    <a:pt x="1813" y="6299"/>
                  </a:lnTo>
                  <a:cubicBezTo>
                    <a:pt x="1813" y="7434"/>
                    <a:pt x="2732" y="8355"/>
                    <a:pt x="3870" y="8355"/>
                  </a:cubicBezTo>
                  <a:lnTo>
                    <a:pt x="6443" y="8355"/>
                  </a:lnTo>
                  <a:cubicBezTo>
                    <a:pt x="6563" y="8355"/>
                    <a:pt x="6659" y="8260"/>
                    <a:pt x="6659" y="8140"/>
                  </a:cubicBezTo>
                  <a:cubicBezTo>
                    <a:pt x="6659" y="8023"/>
                    <a:pt x="6563" y="7924"/>
                    <a:pt x="6443" y="7924"/>
                  </a:cubicBezTo>
                  <a:lnTo>
                    <a:pt x="3870" y="7924"/>
                  </a:lnTo>
                  <a:cubicBezTo>
                    <a:pt x="2968" y="7924"/>
                    <a:pt x="2242" y="7197"/>
                    <a:pt x="2242" y="6296"/>
                  </a:cubicBezTo>
                  <a:lnTo>
                    <a:pt x="2242" y="2057"/>
                  </a:lnTo>
                  <a:cubicBezTo>
                    <a:pt x="2242" y="1159"/>
                    <a:pt x="2968" y="429"/>
                    <a:pt x="3870" y="429"/>
                  </a:cubicBezTo>
                  <a:lnTo>
                    <a:pt x="12652" y="429"/>
                  </a:lnTo>
                  <a:cubicBezTo>
                    <a:pt x="13550" y="429"/>
                    <a:pt x="14280" y="1159"/>
                    <a:pt x="14280" y="2057"/>
                  </a:cubicBezTo>
                  <a:lnTo>
                    <a:pt x="14280" y="2328"/>
                  </a:lnTo>
                  <a:cubicBezTo>
                    <a:pt x="14280" y="2448"/>
                    <a:pt x="14376" y="2544"/>
                    <a:pt x="14496" y="2544"/>
                  </a:cubicBezTo>
                  <a:cubicBezTo>
                    <a:pt x="14616" y="2544"/>
                    <a:pt x="14712" y="2448"/>
                    <a:pt x="14712" y="2328"/>
                  </a:cubicBezTo>
                  <a:lnTo>
                    <a:pt x="14712" y="2057"/>
                  </a:lnTo>
                  <a:cubicBezTo>
                    <a:pt x="14712" y="919"/>
                    <a:pt x="13790" y="1"/>
                    <a:pt x="12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9"/>
            <p:cNvSpPr/>
            <p:nvPr/>
          </p:nvSpPr>
          <p:spPr>
            <a:xfrm>
              <a:off x="7497914" y="4214474"/>
              <a:ext cx="44820" cy="38428"/>
            </a:xfrm>
            <a:custGeom>
              <a:rect b="b" l="l" r="r" t="t"/>
              <a:pathLst>
                <a:path extrusionOk="0" h="1467" w="1711">
                  <a:moveTo>
                    <a:pt x="734" y="433"/>
                  </a:moveTo>
                  <a:cubicBezTo>
                    <a:pt x="898" y="433"/>
                    <a:pt x="1032" y="566"/>
                    <a:pt x="1032" y="734"/>
                  </a:cubicBezTo>
                  <a:cubicBezTo>
                    <a:pt x="1032" y="913"/>
                    <a:pt x="885" y="1032"/>
                    <a:pt x="731" y="1032"/>
                  </a:cubicBezTo>
                  <a:cubicBezTo>
                    <a:pt x="658" y="1032"/>
                    <a:pt x="583" y="1004"/>
                    <a:pt x="522" y="943"/>
                  </a:cubicBezTo>
                  <a:cubicBezTo>
                    <a:pt x="333" y="755"/>
                    <a:pt x="467" y="433"/>
                    <a:pt x="734" y="433"/>
                  </a:cubicBezTo>
                  <a:close/>
                  <a:moveTo>
                    <a:pt x="731" y="1"/>
                  </a:moveTo>
                  <a:cubicBezTo>
                    <a:pt x="326" y="1"/>
                    <a:pt x="1" y="330"/>
                    <a:pt x="1" y="734"/>
                  </a:cubicBezTo>
                  <a:cubicBezTo>
                    <a:pt x="1" y="1175"/>
                    <a:pt x="362" y="1467"/>
                    <a:pt x="739" y="1467"/>
                  </a:cubicBezTo>
                  <a:cubicBezTo>
                    <a:pt x="918" y="1467"/>
                    <a:pt x="1102" y="1400"/>
                    <a:pt x="1251" y="1252"/>
                  </a:cubicBezTo>
                  <a:cubicBezTo>
                    <a:pt x="1711" y="789"/>
                    <a:pt x="1385"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9"/>
            <p:cNvSpPr/>
            <p:nvPr/>
          </p:nvSpPr>
          <p:spPr>
            <a:xfrm>
              <a:off x="7565340" y="4214422"/>
              <a:ext cx="44820" cy="38428"/>
            </a:xfrm>
            <a:custGeom>
              <a:rect b="b" l="l" r="r" t="t"/>
              <a:pathLst>
                <a:path extrusionOk="0" h="1467" w="1711">
                  <a:moveTo>
                    <a:pt x="734" y="431"/>
                  </a:moveTo>
                  <a:cubicBezTo>
                    <a:pt x="1001" y="431"/>
                    <a:pt x="1134" y="757"/>
                    <a:pt x="943" y="945"/>
                  </a:cubicBezTo>
                  <a:cubicBezTo>
                    <a:pt x="882" y="1006"/>
                    <a:pt x="807" y="1033"/>
                    <a:pt x="733" y="1033"/>
                  </a:cubicBezTo>
                  <a:cubicBezTo>
                    <a:pt x="580" y="1033"/>
                    <a:pt x="432" y="914"/>
                    <a:pt x="432" y="733"/>
                  </a:cubicBezTo>
                  <a:cubicBezTo>
                    <a:pt x="432" y="568"/>
                    <a:pt x="566" y="435"/>
                    <a:pt x="734" y="435"/>
                  </a:cubicBezTo>
                  <a:lnTo>
                    <a:pt x="734" y="431"/>
                  </a:lnTo>
                  <a:close/>
                  <a:moveTo>
                    <a:pt x="739" y="1"/>
                  </a:moveTo>
                  <a:cubicBezTo>
                    <a:pt x="362" y="1"/>
                    <a:pt x="0" y="293"/>
                    <a:pt x="0" y="736"/>
                  </a:cubicBezTo>
                  <a:cubicBezTo>
                    <a:pt x="0" y="1137"/>
                    <a:pt x="329" y="1466"/>
                    <a:pt x="734" y="1466"/>
                  </a:cubicBezTo>
                  <a:cubicBezTo>
                    <a:pt x="1385" y="1466"/>
                    <a:pt x="1710" y="678"/>
                    <a:pt x="1251" y="215"/>
                  </a:cubicBezTo>
                  <a:cubicBezTo>
                    <a:pt x="1102" y="67"/>
                    <a:pt x="918"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9"/>
            <p:cNvSpPr/>
            <p:nvPr/>
          </p:nvSpPr>
          <p:spPr>
            <a:xfrm>
              <a:off x="7632740" y="4214422"/>
              <a:ext cx="44924" cy="38428"/>
            </a:xfrm>
            <a:custGeom>
              <a:rect b="b" l="l" r="r" t="t"/>
              <a:pathLst>
                <a:path extrusionOk="0" h="1467" w="1715">
                  <a:moveTo>
                    <a:pt x="734" y="431"/>
                  </a:moveTo>
                  <a:cubicBezTo>
                    <a:pt x="1001" y="431"/>
                    <a:pt x="1135" y="757"/>
                    <a:pt x="947" y="945"/>
                  </a:cubicBezTo>
                  <a:cubicBezTo>
                    <a:pt x="886" y="1006"/>
                    <a:pt x="810" y="1033"/>
                    <a:pt x="736" y="1033"/>
                  </a:cubicBezTo>
                  <a:cubicBezTo>
                    <a:pt x="582" y="1033"/>
                    <a:pt x="432" y="914"/>
                    <a:pt x="432" y="733"/>
                  </a:cubicBezTo>
                  <a:cubicBezTo>
                    <a:pt x="436" y="568"/>
                    <a:pt x="570" y="435"/>
                    <a:pt x="734" y="435"/>
                  </a:cubicBezTo>
                  <a:lnTo>
                    <a:pt x="734" y="431"/>
                  </a:lnTo>
                  <a:close/>
                  <a:moveTo>
                    <a:pt x="739" y="1"/>
                  </a:moveTo>
                  <a:cubicBezTo>
                    <a:pt x="362" y="1"/>
                    <a:pt x="1" y="293"/>
                    <a:pt x="1" y="736"/>
                  </a:cubicBezTo>
                  <a:cubicBezTo>
                    <a:pt x="1" y="1137"/>
                    <a:pt x="330" y="1466"/>
                    <a:pt x="734" y="1466"/>
                  </a:cubicBezTo>
                  <a:cubicBezTo>
                    <a:pt x="1385" y="1466"/>
                    <a:pt x="1714" y="678"/>
                    <a:pt x="1251" y="215"/>
                  </a:cubicBezTo>
                  <a:cubicBezTo>
                    <a:pt x="1102" y="67"/>
                    <a:pt x="919"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06" name="Shape 8206"/>
        <p:cNvGrpSpPr/>
        <p:nvPr/>
      </p:nvGrpSpPr>
      <p:grpSpPr>
        <a:xfrm>
          <a:off x="0" y="0"/>
          <a:ext cx="0" cy="0"/>
          <a:chOff x="0" y="0"/>
          <a:chExt cx="0" cy="0"/>
        </a:xfrm>
      </p:grpSpPr>
      <p:sp>
        <p:nvSpPr>
          <p:cNvPr id="8207" name="Google Shape;8207;p80"/>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208" name="Google Shape;8208;p80"/>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8209" name="Google Shape;8209;p80"/>
          <p:cNvGrpSpPr/>
          <p:nvPr/>
        </p:nvGrpSpPr>
        <p:grpSpPr>
          <a:xfrm>
            <a:off x="3045189" y="1977348"/>
            <a:ext cx="389401" cy="374453"/>
            <a:chOff x="3045189" y="1977348"/>
            <a:chExt cx="389401" cy="374453"/>
          </a:xfrm>
        </p:grpSpPr>
        <p:sp>
          <p:nvSpPr>
            <p:cNvPr id="8210" name="Google Shape;8210;p80"/>
            <p:cNvSpPr/>
            <p:nvPr/>
          </p:nvSpPr>
          <p:spPr>
            <a:xfrm>
              <a:off x="3052494" y="2027117"/>
              <a:ext cx="331910" cy="318454"/>
            </a:xfrm>
            <a:custGeom>
              <a:rect b="b" l="l" r="r" t="t"/>
              <a:pathLst>
                <a:path extrusionOk="0" h="12164" w="12678">
                  <a:moveTo>
                    <a:pt x="5222" y="1"/>
                  </a:moveTo>
                  <a:lnTo>
                    <a:pt x="2061" y="3167"/>
                  </a:lnTo>
                  <a:cubicBezTo>
                    <a:pt x="0" y="5223"/>
                    <a:pt x="0" y="8561"/>
                    <a:pt x="2061" y="10618"/>
                  </a:cubicBezTo>
                  <a:cubicBezTo>
                    <a:pt x="3090" y="11649"/>
                    <a:pt x="4439" y="12164"/>
                    <a:pt x="5789" y="12164"/>
                  </a:cubicBezTo>
                  <a:cubicBezTo>
                    <a:pt x="7138" y="12164"/>
                    <a:pt x="8487" y="11650"/>
                    <a:pt x="9517" y="10622"/>
                  </a:cubicBezTo>
                  <a:lnTo>
                    <a:pt x="12678" y="7457"/>
                  </a:lnTo>
                  <a:lnTo>
                    <a:pt x="11828" y="5852"/>
                  </a:lnTo>
                  <a:lnTo>
                    <a:pt x="10223" y="5002"/>
                  </a:lnTo>
                  <a:lnTo>
                    <a:pt x="7057" y="8163"/>
                  </a:lnTo>
                  <a:cubicBezTo>
                    <a:pt x="6712" y="8480"/>
                    <a:pt x="6275" y="8638"/>
                    <a:pt x="5838" y="8638"/>
                  </a:cubicBezTo>
                  <a:cubicBezTo>
                    <a:pt x="5376" y="8638"/>
                    <a:pt x="4915" y="8461"/>
                    <a:pt x="4564" y="8110"/>
                  </a:cubicBezTo>
                  <a:cubicBezTo>
                    <a:pt x="3882" y="7428"/>
                    <a:pt x="3862" y="6328"/>
                    <a:pt x="4516" y="5617"/>
                  </a:cubicBezTo>
                  <a:lnTo>
                    <a:pt x="7677" y="2456"/>
                  </a:lnTo>
                  <a:lnTo>
                    <a:pt x="6827" y="851"/>
                  </a:lnTo>
                  <a:lnTo>
                    <a:pt x="522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0"/>
            <p:cNvSpPr/>
            <p:nvPr/>
          </p:nvSpPr>
          <p:spPr>
            <a:xfrm>
              <a:off x="3189075" y="1982611"/>
              <a:ext cx="108804" cy="108673"/>
            </a:xfrm>
            <a:custGeom>
              <a:rect b="b" l="l" r="r" t="t"/>
              <a:pathLst>
                <a:path extrusionOk="0" h="4151" w="4156">
                  <a:moveTo>
                    <a:pt x="1701" y="0"/>
                  </a:moveTo>
                  <a:lnTo>
                    <a:pt x="0" y="1701"/>
                  </a:lnTo>
                  <a:lnTo>
                    <a:pt x="2455" y="4151"/>
                  </a:lnTo>
                  <a:lnTo>
                    <a:pt x="4156" y="2455"/>
                  </a:lnTo>
                  <a:lnTo>
                    <a:pt x="1701"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0"/>
            <p:cNvSpPr/>
            <p:nvPr/>
          </p:nvSpPr>
          <p:spPr>
            <a:xfrm>
              <a:off x="3320132" y="2113537"/>
              <a:ext cx="108673" cy="108804"/>
            </a:xfrm>
            <a:custGeom>
              <a:rect b="b" l="l" r="r" t="t"/>
              <a:pathLst>
                <a:path extrusionOk="0" h="4156" w="4151">
                  <a:moveTo>
                    <a:pt x="1701" y="0"/>
                  </a:moveTo>
                  <a:lnTo>
                    <a:pt x="0" y="1701"/>
                  </a:lnTo>
                  <a:lnTo>
                    <a:pt x="2450" y="4156"/>
                  </a:lnTo>
                  <a:lnTo>
                    <a:pt x="4151" y="2455"/>
                  </a:lnTo>
                  <a:lnTo>
                    <a:pt x="17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0"/>
            <p:cNvSpPr/>
            <p:nvPr/>
          </p:nvSpPr>
          <p:spPr>
            <a:xfrm>
              <a:off x="3045189" y="1977348"/>
              <a:ext cx="389401" cy="374453"/>
            </a:xfrm>
            <a:custGeom>
              <a:rect b="b" l="l" r="r" t="t"/>
              <a:pathLst>
                <a:path extrusionOk="0" h="14303" w="14874">
                  <a:moveTo>
                    <a:pt x="7197" y="485"/>
                  </a:moveTo>
                  <a:lnTo>
                    <a:pt x="9368" y="2656"/>
                  </a:lnTo>
                  <a:lnTo>
                    <a:pt x="7951" y="4073"/>
                  </a:lnTo>
                  <a:lnTo>
                    <a:pt x="5780" y="1902"/>
                  </a:lnTo>
                  <a:lnTo>
                    <a:pt x="7197" y="485"/>
                  </a:lnTo>
                  <a:close/>
                  <a:moveTo>
                    <a:pt x="5501" y="2185"/>
                  </a:moveTo>
                  <a:lnTo>
                    <a:pt x="7672" y="4352"/>
                  </a:lnTo>
                  <a:lnTo>
                    <a:pt x="4651" y="7373"/>
                  </a:lnTo>
                  <a:cubicBezTo>
                    <a:pt x="3868" y="8157"/>
                    <a:pt x="3868" y="9425"/>
                    <a:pt x="4651" y="10203"/>
                  </a:cubicBezTo>
                  <a:cubicBezTo>
                    <a:pt x="5042" y="10595"/>
                    <a:pt x="5555" y="10790"/>
                    <a:pt x="6067" y="10790"/>
                  </a:cubicBezTo>
                  <a:cubicBezTo>
                    <a:pt x="6580" y="10790"/>
                    <a:pt x="7091" y="10595"/>
                    <a:pt x="7480" y="10203"/>
                  </a:cubicBezTo>
                  <a:lnTo>
                    <a:pt x="10502" y="7186"/>
                  </a:lnTo>
                  <a:lnTo>
                    <a:pt x="11684" y="8368"/>
                  </a:lnTo>
                  <a:cubicBezTo>
                    <a:pt x="11727" y="8411"/>
                    <a:pt x="11776" y="8429"/>
                    <a:pt x="11822" y="8429"/>
                  </a:cubicBezTo>
                  <a:cubicBezTo>
                    <a:pt x="11977" y="8429"/>
                    <a:pt x="12110" y="8229"/>
                    <a:pt x="11962" y="8084"/>
                  </a:cubicBezTo>
                  <a:lnTo>
                    <a:pt x="10785" y="6907"/>
                  </a:lnTo>
                  <a:lnTo>
                    <a:pt x="12203" y="5485"/>
                  </a:lnTo>
                  <a:lnTo>
                    <a:pt x="14369" y="7657"/>
                  </a:lnTo>
                  <a:lnTo>
                    <a:pt x="12952" y="9074"/>
                  </a:lnTo>
                  <a:lnTo>
                    <a:pt x="12529" y="8647"/>
                  </a:lnTo>
                  <a:cubicBezTo>
                    <a:pt x="12486" y="8603"/>
                    <a:pt x="12438" y="8585"/>
                    <a:pt x="12391" y="8585"/>
                  </a:cubicBezTo>
                  <a:cubicBezTo>
                    <a:pt x="12236" y="8585"/>
                    <a:pt x="12102" y="8786"/>
                    <a:pt x="12246" y="8930"/>
                  </a:cubicBezTo>
                  <a:lnTo>
                    <a:pt x="12673" y="9358"/>
                  </a:lnTo>
                  <a:lnTo>
                    <a:pt x="9652" y="12374"/>
                  </a:lnTo>
                  <a:cubicBezTo>
                    <a:pt x="8659" y="13386"/>
                    <a:pt x="7347" y="13892"/>
                    <a:pt x="6035" y="13892"/>
                  </a:cubicBezTo>
                  <a:cubicBezTo>
                    <a:pt x="4736" y="13892"/>
                    <a:pt x="3437" y="13397"/>
                    <a:pt x="2446" y="12408"/>
                  </a:cubicBezTo>
                  <a:cubicBezTo>
                    <a:pt x="457" y="10414"/>
                    <a:pt x="466" y="7177"/>
                    <a:pt x="2479" y="5202"/>
                  </a:cubicBezTo>
                  <a:lnTo>
                    <a:pt x="5501" y="2185"/>
                  </a:lnTo>
                  <a:close/>
                  <a:moveTo>
                    <a:pt x="7197" y="1"/>
                  </a:moveTo>
                  <a:cubicBezTo>
                    <a:pt x="7146" y="1"/>
                    <a:pt x="7096" y="21"/>
                    <a:pt x="7058" y="62"/>
                  </a:cubicBezTo>
                  <a:lnTo>
                    <a:pt x="2196" y="4923"/>
                  </a:lnTo>
                  <a:cubicBezTo>
                    <a:pt x="20" y="7052"/>
                    <a:pt x="0" y="10549"/>
                    <a:pt x="2153" y="12701"/>
                  </a:cubicBezTo>
                  <a:cubicBezTo>
                    <a:pt x="3221" y="13769"/>
                    <a:pt x="4621" y="14303"/>
                    <a:pt x="6021" y="14303"/>
                  </a:cubicBezTo>
                  <a:cubicBezTo>
                    <a:pt x="7441" y="14303"/>
                    <a:pt x="8861" y="13754"/>
                    <a:pt x="9935" y="12658"/>
                  </a:cubicBezTo>
                  <a:lnTo>
                    <a:pt x="14797" y="7801"/>
                  </a:lnTo>
                  <a:cubicBezTo>
                    <a:pt x="14874" y="7719"/>
                    <a:pt x="14874" y="7594"/>
                    <a:pt x="14797" y="7518"/>
                  </a:cubicBezTo>
                  <a:lnTo>
                    <a:pt x="12342" y="5068"/>
                  </a:lnTo>
                  <a:cubicBezTo>
                    <a:pt x="12304" y="5027"/>
                    <a:pt x="12252" y="5006"/>
                    <a:pt x="12200" y="5006"/>
                  </a:cubicBezTo>
                  <a:cubicBezTo>
                    <a:pt x="12149" y="5006"/>
                    <a:pt x="12097" y="5027"/>
                    <a:pt x="12059" y="5068"/>
                  </a:cubicBezTo>
                  <a:lnTo>
                    <a:pt x="7197" y="9924"/>
                  </a:lnTo>
                  <a:cubicBezTo>
                    <a:pt x="6885" y="10237"/>
                    <a:pt x="6475" y="10393"/>
                    <a:pt x="6065" y="10393"/>
                  </a:cubicBezTo>
                  <a:cubicBezTo>
                    <a:pt x="5656" y="10393"/>
                    <a:pt x="5246" y="10237"/>
                    <a:pt x="4934" y="9924"/>
                  </a:cubicBezTo>
                  <a:cubicBezTo>
                    <a:pt x="4305" y="9295"/>
                    <a:pt x="4305" y="8281"/>
                    <a:pt x="4934" y="7657"/>
                  </a:cubicBezTo>
                  <a:lnTo>
                    <a:pt x="9791" y="2795"/>
                  </a:lnTo>
                  <a:cubicBezTo>
                    <a:pt x="9873" y="2718"/>
                    <a:pt x="9873" y="2593"/>
                    <a:pt x="9791" y="2517"/>
                  </a:cubicBezTo>
                  <a:lnTo>
                    <a:pt x="7341" y="62"/>
                  </a:lnTo>
                  <a:cubicBezTo>
                    <a:pt x="7300" y="21"/>
                    <a:pt x="7248" y="1"/>
                    <a:pt x="7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0"/>
            <p:cNvSpPr/>
            <p:nvPr/>
          </p:nvSpPr>
          <p:spPr>
            <a:xfrm>
              <a:off x="3092968" y="2216529"/>
              <a:ext cx="11493" cy="10551"/>
            </a:xfrm>
            <a:custGeom>
              <a:rect b="b" l="l" r="r" t="t"/>
              <a:pathLst>
                <a:path extrusionOk="0" h="403" w="439">
                  <a:moveTo>
                    <a:pt x="221" y="1"/>
                  </a:moveTo>
                  <a:cubicBezTo>
                    <a:pt x="170" y="1"/>
                    <a:pt x="119" y="20"/>
                    <a:pt x="78" y="58"/>
                  </a:cubicBezTo>
                  <a:cubicBezTo>
                    <a:pt x="1" y="140"/>
                    <a:pt x="1" y="265"/>
                    <a:pt x="78" y="342"/>
                  </a:cubicBezTo>
                  <a:cubicBezTo>
                    <a:pt x="119" y="382"/>
                    <a:pt x="170" y="403"/>
                    <a:pt x="221" y="403"/>
                  </a:cubicBezTo>
                  <a:cubicBezTo>
                    <a:pt x="272" y="403"/>
                    <a:pt x="323" y="382"/>
                    <a:pt x="361" y="342"/>
                  </a:cubicBezTo>
                  <a:cubicBezTo>
                    <a:pt x="438" y="265"/>
                    <a:pt x="438" y="140"/>
                    <a:pt x="361" y="58"/>
                  </a:cubicBezTo>
                  <a:cubicBezTo>
                    <a:pt x="323" y="20"/>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0"/>
            <p:cNvSpPr/>
            <p:nvPr/>
          </p:nvSpPr>
          <p:spPr>
            <a:xfrm>
              <a:off x="3092968" y="2186867"/>
              <a:ext cx="11493" cy="10577"/>
            </a:xfrm>
            <a:custGeom>
              <a:rect b="b" l="l" r="r" t="t"/>
              <a:pathLst>
                <a:path extrusionOk="0" h="404" w="439">
                  <a:moveTo>
                    <a:pt x="221" y="1"/>
                  </a:moveTo>
                  <a:cubicBezTo>
                    <a:pt x="170" y="1"/>
                    <a:pt x="119" y="21"/>
                    <a:pt x="78" y="62"/>
                  </a:cubicBezTo>
                  <a:cubicBezTo>
                    <a:pt x="1" y="139"/>
                    <a:pt x="1" y="264"/>
                    <a:pt x="78" y="346"/>
                  </a:cubicBezTo>
                  <a:cubicBezTo>
                    <a:pt x="119" y="384"/>
                    <a:pt x="170" y="403"/>
                    <a:pt x="221" y="403"/>
                  </a:cubicBezTo>
                  <a:cubicBezTo>
                    <a:pt x="272" y="403"/>
                    <a:pt x="323" y="384"/>
                    <a:pt x="361" y="346"/>
                  </a:cubicBezTo>
                  <a:cubicBezTo>
                    <a:pt x="438" y="264"/>
                    <a:pt x="438" y="139"/>
                    <a:pt x="361" y="62"/>
                  </a:cubicBezTo>
                  <a:cubicBezTo>
                    <a:pt x="323" y="21"/>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0"/>
            <p:cNvSpPr/>
            <p:nvPr/>
          </p:nvSpPr>
          <p:spPr>
            <a:xfrm>
              <a:off x="3320132" y="2230876"/>
              <a:ext cx="11467" cy="10446"/>
            </a:xfrm>
            <a:custGeom>
              <a:rect b="b" l="l" r="r" t="t"/>
              <a:pathLst>
                <a:path extrusionOk="0" h="399" w="438">
                  <a:moveTo>
                    <a:pt x="217" y="0"/>
                  </a:moveTo>
                  <a:cubicBezTo>
                    <a:pt x="166" y="0"/>
                    <a:pt x="115" y="19"/>
                    <a:pt x="77" y="58"/>
                  </a:cubicBezTo>
                  <a:cubicBezTo>
                    <a:pt x="0" y="135"/>
                    <a:pt x="0" y="264"/>
                    <a:pt x="77" y="341"/>
                  </a:cubicBezTo>
                  <a:cubicBezTo>
                    <a:pt x="115" y="380"/>
                    <a:pt x="166" y="399"/>
                    <a:pt x="217" y="399"/>
                  </a:cubicBezTo>
                  <a:cubicBezTo>
                    <a:pt x="268" y="399"/>
                    <a:pt x="320" y="380"/>
                    <a:pt x="360" y="341"/>
                  </a:cubicBezTo>
                  <a:cubicBezTo>
                    <a:pt x="437" y="264"/>
                    <a:pt x="437" y="135"/>
                    <a:pt x="360" y="58"/>
                  </a:cubicBezTo>
                  <a:cubicBezTo>
                    <a:pt x="320" y="19"/>
                    <a:pt x="268"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80"/>
          <p:cNvGrpSpPr/>
          <p:nvPr/>
        </p:nvGrpSpPr>
        <p:grpSpPr>
          <a:xfrm>
            <a:off x="3028591" y="2443798"/>
            <a:ext cx="431158" cy="349817"/>
            <a:chOff x="3028591" y="2443798"/>
            <a:chExt cx="431158" cy="349817"/>
          </a:xfrm>
        </p:grpSpPr>
        <p:sp>
          <p:nvSpPr>
            <p:cNvPr id="8218" name="Google Shape;8218;p80"/>
            <p:cNvSpPr/>
            <p:nvPr/>
          </p:nvSpPr>
          <p:spPr>
            <a:xfrm>
              <a:off x="3068332" y="2658997"/>
              <a:ext cx="144278" cy="120873"/>
            </a:xfrm>
            <a:custGeom>
              <a:rect b="b" l="l" r="r" t="t"/>
              <a:pathLst>
                <a:path extrusionOk="0" h="4617" w="5511">
                  <a:moveTo>
                    <a:pt x="3443" y="603"/>
                  </a:moveTo>
                  <a:cubicBezTo>
                    <a:pt x="3643" y="603"/>
                    <a:pt x="3815" y="858"/>
                    <a:pt x="3637" y="1047"/>
                  </a:cubicBezTo>
                  <a:lnTo>
                    <a:pt x="1413" y="3276"/>
                  </a:lnTo>
                  <a:cubicBezTo>
                    <a:pt x="1356" y="3327"/>
                    <a:pt x="1295" y="3349"/>
                    <a:pt x="1235" y="3349"/>
                  </a:cubicBezTo>
                  <a:cubicBezTo>
                    <a:pt x="1032" y="3349"/>
                    <a:pt x="859" y="3095"/>
                    <a:pt x="1038" y="2902"/>
                  </a:cubicBezTo>
                  <a:lnTo>
                    <a:pt x="3267" y="677"/>
                  </a:lnTo>
                  <a:cubicBezTo>
                    <a:pt x="3323" y="625"/>
                    <a:pt x="3384" y="603"/>
                    <a:pt x="3443" y="603"/>
                  </a:cubicBezTo>
                  <a:close/>
                  <a:moveTo>
                    <a:pt x="2753" y="0"/>
                  </a:moveTo>
                  <a:cubicBezTo>
                    <a:pt x="1235" y="0"/>
                    <a:pt x="0" y="831"/>
                    <a:pt x="0" y="1859"/>
                  </a:cubicBezTo>
                  <a:cubicBezTo>
                    <a:pt x="0" y="2796"/>
                    <a:pt x="476" y="3666"/>
                    <a:pt x="1264" y="4170"/>
                  </a:cubicBezTo>
                  <a:lnTo>
                    <a:pt x="3522" y="1912"/>
                  </a:lnTo>
                  <a:cubicBezTo>
                    <a:pt x="3579" y="1860"/>
                    <a:pt x="3641" y="1837"/>
                    <a:pt x="3700" y="1837"/>
                  </a:cubicBezTo>
                  <a:cubicBezTo>
                    <a:pt x="3901" y="1837"/>
                    <a:pt x="4070" y="2093"/>
                    <a:pt x="3892" y="2282"/>
                  </a:cubicBezTo>
                  <a:lnTo>
                    <a:pt x="1754" y="4425"/>
                  </a:lnTo>
                  <a:cubicBezTo>
                    <a:pt x="2089" y="4555"/>
                    <a:pt x="2428" y="4616"/>
                    <a:pt x="2760" y="4616"/>
                  </a:cubicBezTo>
                  <a:cubicBezTo>
                    <a:pt x="4216" y="4616"/>
                    <a:pt x="5511" y="3440"/>
                    <a:pt x="5511" y="1859"/>
                  </a:cubicBezTo>
                  <a:cubicBezTo>
                    <a:pt x="5506" y="1542"/>
                    <a:pt x="5390" y="1235"/>
                    <a:pt x="5189" y="990"/>
                  </a:cubicBezTo>
                  <a:lnTo>
                    <a:pt x="4636" y="1537"/>
                  </a:lnTo>
                  <a:cubicBezTo>
                    <a:pt x="4579" y="1590"/>
                    <a:pt x="4516" y="1613"/>
                    <a:pt x="4457" y="1613"/>
                  </a:cubicBezTo>
                  <a:cubicBezTo>
                    <a:pt x="4256" y="1613"/>
                    <a:pt x="4089" y="1360"/>
                    <a:pt x="4266" y="1167"/>
                  </a:cubicBezTo>
                  <a:lnTo>
                    <a:pt x="4809" y="620"/>
                  </a:lnTo>
                  <a:cubicBezTo>
                    <a:pt x="4305" y="240"/>
                    <a:pt x="3570" y="0"/>
                    <a:pt x="2753"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0"/>
            <p:cNvSpPr/>
            <p:nvPr/>
          </p:nvSpPr>
          <p:spPr>
            <a:xfrm>
              <a:off x="3275338" y="2658997"/>
              <a:ext cx="144304" cy="120873"/>
            </a:xfrm>
            <a:custGeom>
              <a:rect b="b" l="l" r="r" t="t"/>
              <a:pathLst>
                <a:path extrusionOk="0" h="4617" w="5512">
                  <a:moveTo>
                    <a:pt x="3440" y="605"/>
                  </a:moveTo>
                  <a:cubicBezTo>
                    <a:pt x="3641" y="605"/>
                    <a:pt x="3811" y="859"/>
                    <a:pt x="3633" y="1052"/>
                  </a:cubicBezTo>
                  <a:lnTo>
                    <a:pt x="3637" y="1052"/>
                  </a:lnTo>
                  <a:lnTo>
                    <a:pt x="1408" y="3276"/>
                  </a:lnTo>
                  <a:cubicBezTo>
                    <a:pt x="1352" y="3329"/>
                    <a:pt x="1290" y="3351"/>
                    <a:pt x="1230" y="3351"/>
                  </a:cubicBezTo>
                  <a:cubicBezTo>
                    <a:pt x="1029" y="3351"/>
                    <a:pt x="860" y="3096"/>
                    <a:pt x="1038" y="2907"/>
                  </a:cubicBezTo>
                  <a:lnTo>
                    <a:pt x="3263" y="677"/>
                  </a:lnTo>
                  <a:cubicBezTo>
                    <a:pt x="3319" y="626"/>
                    <a:pt x="3381" y="605"/>
                    <a:pt x="3440" y="605"/>
                  </a:cubicBezTo>
                  <a:close/>
                  <a:moveTo>
                    <a:pt x="2754" y="0"/>
                  </a:moveTo>
                  <a:cubicBezTo>
                    <a:pt x="1235" y="0"/>
                    <a:pt x="1" y="831"/>
                    <a:pt x="1" y="1859"/>
                  </a:cubicBezTo>
                  <a:cubicBezTo>
                    <a:pt x="1" y="2796"/>
                    <a:pt x="476" y="3666"/>
                    <a:pt x="1264" y="4170"/>
                  </a:cubicBezTo>
                  <a:lnTo>
                    <a:pt x="3522" y="1912"/>
                  </a:lnTo>
                  <a:cubicBezTo>
                    <a:pt x="3581" y="1848"/>
                    <a:pt x="3649" y="1822"/>
                    <a:pt x="3713" y="1822"/>
                  </a:cubicBezTo>
                  <a:cubicBezTo>
                    <a:pt x="3920" y="1822"/>
                    <a:pt x="4097" y="2095"/>
                    <a:pt x="3892" y="2282"/>
                  </a:cubicBezTo>
                  <a:lnTo>
                    <a:pt x="1754" y="4425"/>
                  </a:lnTo>
                  <a:cubicBezTo>
                    <a:pt x="2089" y="4555"/>
                    <a:pt x="2429" y="4616"/>
                    <a:pt x="2760" y="4616"/>
                  </a:cubicBezTo>
                  <a:cubicBezTo>
                    <a:pt x="4217" y="4616"/>
                    <a:pt x="5511" y="3440"/>
                    <a:pt x="5511" y="1859"/>
                  </a:cubicBezTo>
                  <a:cubicBezTo>
                    <a:pt x="5506" y="1542"/>
                    <a:pt x="5391" y="1235"/>
                    <a:pt x="5189" y="990"/>
                  </a:cubicBezTo>
                  <a:lnTo>
                    <a:pt x="4637" y="1537"/>
                  </a:lnTo>
                  <a:cubicBezTo>
                    <a:pt x="4577" y="1602"/>
                    <a:pt x="4509" y="1628"/>
                    <a:pt x="4445" y="1628"/>
                  </a:cubicBezTo>
                  <a:cubicBezTo>
                    <a:pt x="4238" y="1628"/>
                    <a:pt x="4062" y="1358"/>
                    <a:pt x="4267" y="1167"/>
                  </a:cubicBezTo>
                  <a:lnTo>
                    <a:pt x="4810" y="620"/>
                  </a:lnTo>
                  <a:cubicBezTo>
                    <a:pt x="4305" y="240"/>
                    <a:pt x="3570" y="0"/>
                    <a:pt x="2754"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0"/>
            <p:cNvSpPr/>
            <p:nvPr/>
          </p:nvSpPr>
          <p:spPr>
            <a:xfrm>
              <a:off x="3041917" y="2696853"/>
              <a:ext cx="13849" cy="18745"/>
            </a:xfrm>
            <a:custGeom>
              <a:rect b="b" l="l" r="r" t="t"/>
              <a:pathLst>
                <a:path extrusionOk="0" h="716" w="529">
                  <a:moveTo>
                    <a:pt x="269" y="0"/>
                  </a:moveTo>
                  <a:cubicBezTo>
                    <a:pt x="121" y="0"/>
                    <a:pt x="0" y="120"/>
                    <a:pt x="0" y="264"/>
                  </a:cubicBezTo>
                  <a:lnTo>
                    <a:pt x="0" y="452"/>
                  </a:lnTo>
                  <a:cubicBezTo>
                    <a:pt x="0" y="596"/>
                    <a:pt x="121" y="716"/>
                    <a:pt x="269" y="716"/>
                  </a:cubicBezTo>
                  <a:lnTo>
                    <a:pt x="495" y="716"/>
                  </a:lnTo>
                  <a:cubicBezTo>
                    <a:pt x="490" y="615"/>
                    <a:pt x="486" y="514"/>
                    <a:pt x="486" y="413"/>
                  </a:cubicBezTo>
                  <a:cubicBezTo>
                    <a:pt x="481" y="274"/>
                    <a:pt x="500" y="135"/>
                    <a:pt x="529"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0"/>
            <p:cNvSpPr/>
            <p:nvPr/>
          </p:nvSpPr>
          <p:spPr>
            <a:xfrm>
              <a:off x="3432051" y="2696853"/>
              <a:ext cx="13875" cy="18745"/>
            </a:xfrm>
            <a:custGeom>
              <a:rect b="b" l="l" r="r" t="t"/>
              <a:pathLst>
                <a:path extrusionOk="0" h="716" w="530">
                  <a:moveTo>
                    <a:pt x="1" y="0"/>
                  </a:moveTo>
                  <a:cubicBezTo>
                    <a:pt x="34" y="135"/>
                    <a:pt x="49" y="274"/>
                    <a:pt x="49" y="413"/>
                  </a:cubicBezTo>
                  <a:cubicBezTo>
                    <a:pt x="49" y="514"/>
                    <a:pt x="44" y="615"/>
                    <a:pt x="34" y="716"/>
                  </a:cubicBezTo>
                  <a:lnTo>
                    <a:pt x="265" y="716"/>
                  </a:lnTo>
                  <a:cubicBezTo>
                    <a:pt x="409" y="716"/>
                    <a:pt x="529" y="596"/>
                    <a:pt x="529" y="452"/>
                  </a:cubicBezTo>
                  <a:lnTo>
                    <a:pt x="529" y="264"/>
                  </a:lnTo>
                  <a:cubicBezTo>
                    <a:pt x="529" y="120"/>
                    <a:pt x="409" y="0"/>
                    <a:pt x="265"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0"/>
            <p:cNvSpPr/>
            <p:nvPr/>
          </p:nvSpPr>
          <p:spPr>
            <a:xfrm>
              <a:off x="3090821" y="2674417"/>
              <a:ext cx="78016" cy="72309"/>
            </a:xfrm>
            <a:custGeom>
              <a:rect b="b" l="l" r="r" t="t"/>
              <a:pathLst>
                <a:path extrusionOk="0" h="2762" w="2980">
                  <a:moveTo>
                    <a:pt x="2595" y="0"/>
                  </a:moveTo>
                  <a:cubicBezTo>
                    <a:pt x="2532" y="0"/>
                    <a:pt x="2466" y="26"/>
                    <a:pt x="2408" y="88"/>
                  </a:cubicBezTo>
                  <a:lnTo>
                    <a:pt x="179" y="2318"/>
                  </a:lnTo>
                  <a:cubicBezTo>
                    <a:pt x="1" y="2507"/>
                    <a:pt x="172" y="2762"/>
                    <a:pt x="375" y="2762"/>
                  </a:cubicBezTo>
                  <a:cubicBezTo>
                    <a:pt x="435" y="2762"/>
                    <a:pt x="497" y="2740"/>
                    <a:pt x="554" y="2687"/>
                  </a:cubicBezTo>
                  <a:lnTo>
                    <a:pt x="2778" y="463"/>
                  </a:lnTo>
                  <a:cubicBezTo>
                    <a:pt x="2980"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0"/>
            <p:cNvSpPr/>
            <p:nvPr/>
          </p:nvSpPr>
          <p:spPr>
            <a:xfrm>
              <a:off x="3098518" y="2782488"/>
              <a:ext cx="1021" cy="654"/>
            </a:xfrm>
            <a:custGeom>
              <a:rect b="b" l="l" r="r" t="t"/>
              <a:pathLst>
                <a:path extrusionOk="0" h="25" w="39">
                  <a:moveTo>
                    <a:pt x="0" y="1"/>
                  </a:moveTo>
                  <a:lnTo>
                    <a:pt x="0" y="1"/>
                  </a:lnTo>
                  <a:cubicBezTo>
                    <a:pt x="10" y="10"/>
                    <a:pt x="24" y="20"/>
                    <a:pt x="39" y="25"/>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0"/>
            <p:cNvSpPr/>
            <p:nvPr/>
          </p:nvSpPr>
          <p:spPr>
            <a:xfrm>
              <a:off x="3101267" y="2706959"/>
              <a:ext cx="71733" cy="67885"/>
            </a:xfrm>
            <a:custGeom>
              <a:rect b="b" l="l" r="r" t="t"/>
              <a:pathLst>
                <a:path extrusionOk="0" h="2593" w="2740">
                  <a:moveTo>
                    <a:pt x="2449" y="1"/>
                  </a:moveTo>
                  <a:cubicBezTo>
                    <a:pt x="2381" y="1"/>
                    <a:pt x="2314" y="27"/>
                    <a:pt x="2264" y="80"/>
                  </a:cubicBezTo>
                  <a:lnTo>
                    <a:pt x="1" y="2338"/>
                  </a:lnTo>
                  <a:cubicBezTo>
                    <a:pt x="160" y="2439"/>
                    <a:pt x="323" y="2525"/>
                    <a:pt x="496" y="2593"/>
                  </a:cubicBezTo>
                  <a:lnTo>
                    <a:pt x="2634" y="450"/>
                  </a:lnTo>
                  <a:cubicBezTo>
                    <a:pt x="2739" y="349"/>
                    <a:pt x="2739" y="181"/>
                    <a:pt x="2634" y="80"/>
                  </a:cubicBezTo>
                  <a:cubicBezTo>
                    <a:pt x="2583" y="27"/>
                    <a:pt x="2516" y="1"/>
                    <a:pt x="2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0"/>
            <p:cNvSpPr/>
            <p:nvPr/>
          </p:nvSpPr>
          <p:spPr>
            <a:xfrm>
              <a:off x="3177241" y="2675203"/>
              <a:ext cx="26939" cy="26128"/>
            </a:xfrm>
            <a:custGeom>
              <a:rect b="b" l="l" r="r" t="t"/>
              <a:pathLst>
                <a:path extrusionOk="0" h="998" w="1029">
                  <a:moveTo>
                    <a:pt x="649" y="1"/>
                  </a:moveTo>
                  <a:lnTo>
                    <a:pt x="106" y="548"/>
                  </a:lnTo>
                  <a:cubicBezTo>
                    <a:pt x="1" y="649"/>
                    <a:pt x="1" y="817"/>
                    <a:pt x="106" y="918"/>
                  </a:cubicBezTo>
                  <a:cubicBezTo>
                    <a:pt x="157" y="971"/>
                    <a:pt x="224" y="998"/>
                    <a:pt x="291" y="998"/>
                  </a:cubicBezTo>
                  <a:cubicBezTo>
                    <a:pt x="359" y="998"/>
                    <a:pt x="426" y="971"/>
                    <a:pt x="476" y="918"/>
                  </a:cubicBezTo>
                  <a:lnTo>
                    <a:pt x="1029"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0"/>
            <p:cNvSpPr/>
            <p:nvPr/>
          </p:nvSpPr>
          <p:spPr>
            <a:xfrm>
              <a:off x="3297853" y="2674417"/>
              <a:ext cx="78016" cy="72309"/>
            </a:xfrm>
            <a:custGeom>
              <a:rect b="b" l="l" r="r" t="t"/>
              <a:pathLst>
                <a:path extrusionOk="0" h="2762" w="2980">
                  <a:moveTo>
                    <a:pt x="2595" y="0"/>
                  </a:moveTo>
                  <a:cubicBezTo>
                    <a:pt x="2531" y="0"/>
                    <a:pt x="2465" y="26"/>
                    <a:pt x="2408" y="88"/>
                  </a:cubicBezTo>
                  <a:lnTo>
                    <a:pt x="178" y="2318"/>
                  </a:lnTo>
                  <a:cubicBezTo>
                    <a:pt x="0" y="2507"/>
                    <a:pt x="172" y="2762"/>
                    <a:pt x="374" y="2762"/>
                  </a:cubicBezTo>
                  <a:cubicBezTo>
                    <a:pt x="434" y="2762"/>
                    <a:pt x="496" y="2740"/>
                    <a:pt x="553" y="2687"/>
                  </a:cubicBezTo>
                  <a:lnTo>
                    <a:pt x="2777" y="463"/>
                  </a:lnTo>
                  <a:cubicBezTo>
                    <a:pt x="2979"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0"/>
            <p:cNvSpPr/>
            <p:nvPr/>
          </p:nvSpPr>
          <p:spPr>
            <a:xfrm>
              <a:off x="3305523" y="2782619"/>
              <a:ext cx="1047" cy="524"/>
            </a:xfrm>
            <a:custGeom>
              <a:rect b="b" l="l" r="r" t="t"/>
              <a:pathLst>
                <a:path extrusionOk="0" h="20" w="40">
                  <a:moveTo>
                    <a:pt x="1" y="0"/>
                  </a:moveTo>
                  <a:cubicBezTo>
                    <a:pt x="10" y="5"/>
                    <a:pt x="25" y="15"/>
                    <a:pt x="39" y="20"/>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0"/>
            <p:cNvSpPr/>
            <p:nvPr/>
          </p:nvSpPr>
          <p:spPr>
            <a:xfrm>
              <a:off x="3308298" y="2706959"/>
              <a:ext cx="71707" cy="67885"/>
            </a:xfrm>
            <a:custGeom>
              <a:rect b="b" l="l" r="r" t="t"/>
              <a:pathLst>
                <a:path extrusionOk="0" h="2593" w="2739">
                  <a:moveTo>
                    <a:pt x="2448" y="1"/>
                  </a:moveTo>
                  <a:cubicBezTo>
                    <a:pt x="2381" y="1"/>
                    <a:pt x="2314" y="27"/>
                    <a:pt x="2263" y="80"/>
                  </a:cubicBezTo>
                  <a:lnTo>
                    <a:pt x="0" y="2338"/>
                  </a:lnTo>
                  <a:cubicBezTo>
                    <a:pt x="159" y="2439"/>
                    <a:pt x="322" y="2525"/>
                    <a:pt x="495" y="2593"/>
                  </a:cubicBezTo>
                  <a:lnTo>
                    <a:pt x="2633" y="450"/>
                  </a:lnTo>
                  <a:cubicBezTo>
                    <a:pt x="2739" y="349"/>
                    <a:pt x="2739" y="181"/>
                    <a:pt x="2633" y="80"/>
                  </a:cubicBezTo>
                  <a:cubicBezTo>
                    <a:pt x="2583" y="27"/>
                    <a:pt x="2515" y="1"/>
                    <a:pt x="24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0"/>
            <p:cNvSpPr/>
            <p:nvPr/>
          </p:nvSpPr>
          <p:spPr>
            <a:xfrm>
              <a:off x="3384273" y="2675203"/>
              <a:ext cx="26939" cy="26128"/>
            </a:xfrm>
            <a:custGeom>
              <a:rect b="b" l="l" r="r" t="t"/>
              <a:pathLst>
                <a:path extrusionOk="0" h="998" w="1029">
                  <a:moveTo>
                    <a:pt x="649" y="1"/>
                  </a:moveTo>
                  <a:lnTo>
                    <a:pt x="106" y="548"/>
                  </a:lnTo>
                  <a:cubicBezTo>
                    <a:pt x="0" y="649"/>
                    <a:pt x="0" y="817"/>
                    <a:pt x="106" y="918"/>
                  </a:cubicBezTo>
                  <a:cubicBezTo>
                    <a:pt x="156" y="971"/>
                    <a:pt x="223" y="998"/>
                    <a:pt x="291" y="998"/>
                  </a:cubicBezTo>
                  <a:cubicBezTo>
                    <a:pt x="358" y="998"/>
                    <a:pt x="425" y="971"/>
                    <a:pt x="476" y="918"/>
                  </a:cubicBezTo>
                  <a:lnTo>
                    <a:pt x="1028"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0"/>
            <p:cNvSpPr/>
            <p:nvPr/>
          </p:nvSpPr>
          <p:spPr>
            <a:xfrm>
              <a:off x="3028591" y="2443798"/>
              <a:ext cx="431158" cy="349817"/>
            </a:xfrm>
            <a:custGeom>
              <a:rect b="b" l="l" r="r" t="t"/>
              <a:pathLst>
                <a:path extrusionOk="0" h="13362" w="16469">
                  <a:moveTo>
                    <a:pt x="1043" y="9666"/>
                  </a:moveTo>
                  <a:cubicBezTo>
                    <a:pt x="1009" y="9801"/>
                    <a:pt x="990" y="9940"/>
                    <a:pt x="995" y="10079"/>
                  </a:cubicBezTo>
                  <a:cubicBezTo>
                    <a:pt x="995" y="10180"/>
                    <a:pt x="999" y="10281"/>
                    <a:pt x="1009" y="10382"/>
                  </a:cubicBezTo>
                  <a:lnTo>
                    <a:pt x="778" y="10382"/>
                  </a:lnTo>
                  <a:cubicBezTo>
                    <a:pt x="630" y="10382"/>
                    <a:pt x="509" y="10262"/>
                    <a:pt x="509" y="10118"/>
                  </a:cubicBezTo>
                  <a:lnTo>
                    <a:pt x="509" y="9930"/>
                  </a:lnTo>
                  <a:cubicBezTo>
                    <a:pt x="509" y="9786"/>
                    <a:pt x="630" y="9666"/>
                    <a:pt x="778" y="9666"/>
                  </a:cubicBezTo>
                  <a:close/>
                  <a:moveTo>
                    <a:pt x="15676" y="9666"/>
                  </a:moveTo>
                  <a:cubicBezTo>
                    <a:pt x="15820" y="9666"/>
                    <a:pt x="15940" y="9786"/>
                    <a:pt x="15940" y="9930"/>
                  </a:cubicBezTo>
                  <a:lnTo>
                    <a:pt x="15940" y="10118"/>
                  </a:lnTo>
                  <a:cubicBezTo>
                    <a:pt x="15940" y="10262"/>
                    <a:pt x="15820" y="10382"/>
                    <a:pt x="15676" y="10382"/>
                  </a:cubicBezTo>
                  <a:lnTo>
                    <a:pt x="15445" y="10382"/>
                  </a:lnTo>
                  <a:cubicBezTo>
                    <a:pt x="15455" y="10281"/>
                    <a:pt x="15460" y="10180"/>
                    <a:pt x="15460" y="10079"/>
                  </a:cubicBezTo>
                  <a:cubicBezTo>
                    <a:pt x="15460" y="9940"/>
                    <a:pt x="15445" y="9801"/>
                    <a:pt x="15412" y="9666"/>
                  </a:cubicBezTo>
                  <a:close/>
                  <a:moveTo>
                    <a:pt x="4271" y="8220"/>
                  </a:moveTo>
                  <a:cubicBezTo>
                    <a:pt x="5088" y="8220"/>
                    <a:pt x="5823" y="8460"/>
                    <a:pt x="6327" y="8840"/>
                  </a:cubicBezTo>
                  <a:cubicBezTo>
                    <a:pt x="6466" y="8945"/>
                    <a:pt x="6596" y="9070"/>
                    <a:pt x="6707" y="9210"/>
                  </a:cubicBezTo>
                  <a:cubicBezTo>
                    <a:pt x="6908" y="9455"/>
                    <a:pt x="7024" y="9762"/>
                    <a:pt x="7029" y="10079"/>
                  </a:cubicBezTo>
                  <a:cubicBezTo>
                    <a:pt x="7024" y="11602"/>
                    <a:pt x="5794" y="12832"/>
                    <a:pt x="4271" y="12832"/>
                  </a:cubicBezTo>
                  <a:cubicBezTo>
                    <a:pt x="2753" y="12832"/>
                    <a:pt x="1518" y="11597"/>
                    <a:pt x="1518" y="10079"/>
                  </a:cubicBezTo>
                  <a:cubicBezTo>
                    <a:pt x="1518" y="9051"/>
                    <a:pt x="2753" y="8220"/>
                    <a:pt x="4271" y="8220"/>
                  </a:cubicBezTo>
                  <a:close/>
                  <a:moveTo>
                    <a:pt x="12179" y="8220"/>
                  </a:moveTo>
                  <a:cubicBezTo>
                    <a:pt x="12995" y="8220"/>
                    <a:pt x="13730" y="8460"/>
                    <a:pt x="14235" y="8840"/>
                  </a:cubicBezTo>
                  <a:cubicBezTo>
                    <a:pt x="14374" y="8945"/>
                    <a:pt x="14504" y="9070"/>
                    <a:pt x="14614" y="9210"/>
                  </a:cubicBezTo>
                  <a:cubicBezTo>
                    <a:pt x="14816" y="9455"/>
                    <a:pt x="14926" y="9762"/>
                    <a:pt x="14931" y="10079"/>
                  </a:cubicBezTo>
                  <a:cubicBezTo>
                    <a:pt x="14935" y="11660"/>
                    <a:pt x="13638" y="12836"/>
                    <a:pt x="12181" y="12836"/>
                  </a:cubicBezTo>
                  <a:cubicBezTo>
                    <a:pt x="11849" y="12836"/>
                    <a:pt x="11509" y="12775"/>
                    <a:pt x="11174" y="12645"/>
                  </a:cubicBezTo>
                  <a:cubicBezTo>
                    <a:pt x="10122" y="12227"/>
                    <a:pt x="9426" y="11213"/>
                    <a:pt x="9426" y="10079"/>
                  </a:cubicBezTo>
                  <a:cubicBezTo>
                    <a:pt x="9426" y="9051"/>
                    <a:pt x="10660" y="8220"/>
                    <a:pt x="12179" y="8220"/>
                  </a:cubicBezTo>
                  <a:close/>
                  <a:moveTo>
                    <a:pt x="3603" y="0"/>
                  </a:moveTo>
                  <a:cubicBezTo>
                    <a:pt x="2921" y="0"/>
                    <a:pt x="2325" y="462"/>
                    <a:pt x="2162" y="1125"/>
                  </a:cubicBezTo>
                  <a:lnTo>
                    <a:pt x="19" y="9743"/>
                  </a:lnTo>
                  <a:lnTo>
                    <a:pt x="19" y="9748"/>
                  </a:lnTo>
                  <a:cubicBezTo>
                    <a:pt x="5" y="9805"/>
                    <a:pt x="0" y="9868"/>
                    <a:pt x="0" y="9930"/>
                  </a:cubicBezTo>
                  <a:lnTo>
                    <a:pt x="0" y="10118"/>
                  </a:lnTo>
                  <a:cubicBezTo>
                    <a:pt x="0" y="10550"/>
                    <a:pt x="346" y="10901"/>
                    <a:pt x="778" y="10910"/>
                  </a:cubicBezTo>
                  <a:lnTo>
                    <a:pt x="1100" y="10910"/>
                  </a:lnTo>
                  <a:cubicBezTo>
                    <a:pt x="1326" y="11770"/>
                    <a:pt x="1893" y="12500"/>
                    <a:pt x="2671" y="12938"/>
                  </a:cubicBezTo>
                  <a:lnTo>
                    <a:pt x="2710" y="12962"/>
                  </a:lnTo>
                  <a:cubicBezTo>
                    <a:pt x="3216" y="13236"/>
                    <a:pt x="3749" y="13361"/>
                    <a:pt x="4268" y="13361"/>
                  </a:cubicBezTo>
                  <a:cubicBezTo>
                    <a:pt x="5944" y="13361"/>
                    <a:pt x="7483" y="12055"/>
                    <a:pt x="7552" y="10199"/>
                  </a:cubicBezTo>
                  <a:cubicBezTo>
                    <a:pt x="7752" y="10050"/>
                    <a:pt x="7988" y="9976"/>
                    <a:pt x="8225" y="9976"/>
                  </a:cubicBezTo>
                  <a:cubicBezTo>
                    <a:pt x="8463" y="9976"/>
                    <a:pt x="8700" y="10050"/>
                    <a:pt x="8902" y="10199"/>
                  </a:cubicBezTo>
                  <a:cubicBezTo>
                    <a:pt x="8945" y="11343"/>
                    <a:pt x="9580" y="12380"/>
                    <a:pt x="10579" y="12938"/>
                  </a:cubicBezTo>
                  <a:lnTo>
                    <a:pt x="10617" y="12962"/>
                  </a:lnTo>
                  <a:cubicBezTo>
                    <a:pt x="11119" y="13233"/>
                    <a:pt x="11653" y="13360"/>
                    <a:pt x="12177" y="13360"/>
                  </a:cubicBezTo>
                  <a:cubicBezTo>
                    <a:pt x="13608" y="13360"/>
                    <a:pt x="14960" y="12416"/>
                    <a:pt x="15354" y="10910"/>
                  </a:cubicBezTo>
                  <a:lnTo>
                    <a:pt x="15676" y="10910"/>
                  </a:lnTo>
                  <a:cubicBezTo>
                    <a:pt x="16113" y="10906"/>
                    <a:pt x="16469" y="10555"/>
                    <a:pt x="16469" y="10118"/>
                  </a:cubicBezTo>
                  <a:lnTo>
                    <a:pt x="16469" y="9930"/>
                  </a:lnTo>
                  <a:cubicBezTo>
                    <a:pt x="16469" y="9868"/>
                    <a:pt x="16459" y="9805"/>
                    <a:pt x="16445" y="9743"/>
                  </a:cubicBezTo>
                  <a:lnTo>
                    <a:pt x="16445" y="9738"/>
                  </a:lnTo>
                  <a:lnTo>
                    <a:pt x="14302" y="1125"/>
                  </a:lnTo>
                  <a:cubicBezTo>
                    <a:pt x="14139" y="462"/>
                    <a:pt x="13543" y="0"/>
                    <a:pt x="12861" y="0"/>
                  </a:cubicBezTo>
                  <a:cubicBezTo>
                    <a:pt x="12510" y="0"/>
                    <a:pt x="12510" y="524"/>
                    <a:pt x="12861" y="524"/>
                  </a:cubicBezTo>
                  <a:cubicBezTo>
                    <a:pt x="13303" y="524"/>
                    <a:pt x="13687" y="827"/>
                    <a:pt x="13793" y="1254"/>
                  </a:cubicBezTo>
                  <a:lnTo>
                    <a:pt x="15753" y="9142"/>
                  </a:lnTo>
                  <a:lnTo>
                    <a:pt x="15200" y="9142"/>
                  </a:lnTo>
                  <a:cubicBezTo>
                    <a:pt x="15013" y="8830"/>
                    <a:pt x="14763" y="8566"/>
                    <a:pt x="14465" y="8359"/>
                  </a:cubicBezTo>
                  <a:cubicBezTo>
                    <a:pt x="13850" y="7927"/>
                    <a:pt x="13038" y="7692"/>
                    <a:pt x="12183" y="7692"/>
                  </a:cubicBezTo>
                  <a:cubicBezTo>
                    <a:pt x="11328" y="7692"/>
                    <a:pt x="10512" y="7932"/>
                    <a:pt x="9901" y="8359"/>
                  </a:cubicBezTo>
                  <a:cubicBezTo>
                    <a:pt x="9411" y="8705"/>
                    <a:pt x="9090" y="9142"/>
                    <a:pt x="8965" y="9623"/>
                  </a:cubicBezTo>
                  <a:cubicBezTo>
                    <a:pt x="8734" y="9510"/>
                    <a:pt x="8483" y="9454"/>
                    <a:pt x="8232" y="9454"/>
                  </a:cubicBezTo>
                  <a:cubicBezTo>
                    <a:pt x="7981" y="9454"/>
                    <a:pt x="7730" y="9510"/>
                    <a:pt x="7499" y="9623"/>
                  </a:cubicBezTo>
                  <a:cubicBezTo>
                    <a:pt x="7374" y="9142"/>
                    <a:pt x="7053" y="8705"/>
                    <a:pt x="6563" y="8359"/>
                  </a:cubicBezTo>
                  <a:cubicBezTo>
                    <a:pt x="5948" y="7927"/>
                    <a:pt x="5141" y="7692"/>
                    <a:pt x="4281" y="7692"/>
                  </a:cubicBezTo>
                  <a:cubicBezTo>
                    <a:pt x="3426" y="7692"/>
                    <a:pt x="2609" y="7932"/>
                    <a:pt x="1999" y="8359"/>
                  </a:cubicBezTo>
                  <a:cubicBezTo>
                    <a:pt x="1701" y="8566"/>
                    <a:pt x="1451" y="8830"/>
                    <a:pt x="1264" y="9142"/>
                  </a:cubicBezTo>
                  <a:lnTo>
                    <a:pt x="711" y="9142"/>
                  </a:lnTo>
                  <a:lnTo>
                    <a:pt x="2671" y="1254"/>
                  </a:lnTo>
                  <a:cubicBezTo>
                    <a:pt x="2777" y="827"/>
                    <a:pt x="3161" y="524"/>
                    <a:pt x="3603" y="524"/>
                  </a:cubicBezTo>
                  <a:cubicBezTo>
                    <a:pt x="3954" y="524"/>
                    <a:pt x="3954" y="0"/>
                    <a:pt x="3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1" name="Google Shape;8231;p80"/>
          <p:cNvGrpSpPr/>
          <p:nvPr/>
        </p:nvGrpSpPr>
        <p:grpSpPr>
          <a:xfrm>
            <a:off x="3966333" y="1983475"/>
            <a:ext cx="331805" cy="377961"/>
            <a:chOff x="3966333" y="1983475"/>
            <a:chExt cx="331805" cy="377961"/>
          </a:xfrm>
        </p:grpSpPr>
        <p:sp>
          <p:nvSpPr>
            <p:cNvPr id="8232" name="Google Shape;8232;p80"/>
            <p:cNvSpPr/>
            <p:nvPr/>
          </p:nvSpPr>
          <p:spPr>
            <a:xfrm>
              <a:off x="3972982" y="1989025"/>
              <a:ext cx="318113" cy="53460"/>
            </a:xfrm>
            <a:custGeom>
              <a:rect b="b" l="l" r="r" t="t"/>
              <a:pathLst>
                <a:path extrusionOk="0" h="2042" w="12151">
                  <a:moveTo>
                    <a:pt x="1019" y="0"/>
                  </a:moveTo>
                  <a:cubicBezTo>
                    <a:pt x="457" y="0"/>
                    <a:pt x="1" y="456"/>
                    <a:pt x="1" y="1023"/>
                  </a:cubicBezTo>
                  <a:cubicBezTo>
                    <a:pt x="1" y="1585"/>
                    <a:pt x="457" y="2042"/>
                    <a:pt x="1019" y="2042"/>
                  </a:cubicBezTo>
                  <a:lnTo>
                    <a:pt x="11132" y="2042"/>
                  </a:lnTo>
                  <a:cubicBezTo>
                    <a:pt x="11694" y="2042"/>
                    <a:pt x="12150" y="1585"/>
                    <a:pt x="12150" y="1023"/>
                  </a:cubicBezTo>
                  <a:cubicBezTo>
                    <a:pt x="12150" y="456"/>
                    <a:pt x="11694" y="0"/>
                    <a:pt x="11132"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0"/>
            <p:cNvSpPr/>
            <p:nvPr/>
          </p:nvSpPr>
          <p:spPr>
            <a:xfrm>
              <a:off x="3977407" y="2042458"/>
              <a:ext cx="311804" cy="99013"/>
            </a:xfrm>
            <a:custGeom>
              <a:rect b="b" l="l" r="r" t="t"/>
              <a:pathLst>
                <a:path extrusionOk="0" h="3782" w="11910">
                  <a:moveTo>
                    <a:pt x="1891" y="0"/>
                  </a:moveTo>
                  <a:cubicBezTo>
                    <a:pt x="850" y="0"/>
                    <a:pt x="0" y="844"/>
                    <a:pt x="0" y="1889"/>
                  </a:cubicBezTo>
                  <a:cubicBezTo>
                    <a:pt x="0" y="2937"/>
                    <a:pt x="855" y="3782"/>
                    <a:pt x="1900" y="3782"/>
                  </a:cubicBezTo>
                  <a:cubicBezTo>
                    <a:pt x="1909" y="3782"/>
                    <a:pt x="1918" y="3782"/>
                    <a:pt x="1926" y="3782"/>
                  </a:cubicBezTo>
                  <a:lnTo>
                    <a:pt x="9988" y="3782"/>
                  </a:lnTo>
                  <a:cubicBezTo>
                    <a:pt x="9996" y="3782"/>
                    <a:pt x="10005" y="3782"/>
                    <a:pt x="10014" y="3782"/>
                  </a:cubicBezTo>
                  <a:cubicBezTo>
                    <a:pt x="11059" y="3782"/>
                    <a:pt x="11909" y="2937"/>
                    <a:pt x="11909" y="1889"/>
                  </a:cubicBezTo>
                  <a:cubicBezTo>
                    <a:pt x="11909" y="844"/>
                    <a:pt x="11064" y="0"/>
                    <a:pt x="10023" y="0"/>
                  </a:cubicBezTo>
                  <a:cubicBezTo>
                    <a:pt x="10011" y="0"/>
                    <a:pt x="9999" y="1"/>
                    <a:pt x="9988" y="1"/>
                  </a:cubicBezTo>
                  <a:lnTo>
                    <a:pt x="1926" y="1"/>
                  </a:lnTo>
                  <a:cubicBezTo>
                    <a:pt x="1915" y="1"/>
                    <a:pt x="1903" y="0"/>
                    <a:pt x="1891"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0"/>
            <p:cNvSpPr/>
            <p:nvPr/>
          </p:nvSpPr>
          <p:spPr>
            <a:xfrm>
              <a:off x="4031861" y="2180558"/>
              <a:ext cx="200382" cy="175092"/>
            </a:xfrm>
            <a:custGeom>
              <a:rect b="b" l="l" r="r" t="t"/>
              <a:pathLst>
                <a:path extrusionOk="0" h="6688" w="7654">
                  <a:moveTo>
                    <a:pt x="0" y="1"/>
                  </a:moveTo>
                  <a:lnTo>
                    <a:pt x="0" y="6688"/>
                  </a:lnTo>
                  <a:lnTo>
                    <a:pt x="7653" y="6688"/>
                  </a:lnTo>
                  <a:lnTo>
                    <a:pt x="7653" y="1"/>
                  </a:ln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0"/>
            <p:cNvSpPr/>
            <p:nvPr/>
          </p:nvSpPr>
          <p:spPr>
            <a:xfrm>
              <a:off x="4247427" y="1989025"/>
              <a:ext cx="43668" cy="53460"/>
            </a:xfrm>
            <a:custGeom>
              <a:rect b="b" l="l" r="r" t="t"/>
              <a:pathLst>
                <a:path extrusionOk="0" h="2042" w="1668">
                  <a:moveTo>
                    <a:pt x="0" y="0"/>
                  </a:moveTo>
                  <a:cubicBezTo>
                    <a:pt x="562" y="0"/>
                    <a:pt x="1019" y="456"/>
                    <a:pt x="1019" y="1023"/>
                  </a:cubicBezTo>
                  <a:cubicBezTo>
                    <a:pt x="1019" y="1585"/>
                    <a:pt x="562" y="2042"/>
                    <a:pt x="0" y="2042"/>
                  </a:cubicBezTo>
                  <a:lnTo>
                    <a:pt x="649" y="2042"/>
                  </a:lnTo>
                  <a:cubicBezTo>
                    <a:pt x="1211" y="2042"/>
                    <a:pt x="1667" y="1585"/>
                    <a:pt x="1667" y="1023"/>
                  </a:cubicBezTo>
                  <a:cubicBezTo>
                    <a:pt x="1667" y="456"/>
                    <a:pt x="1211" y="0"/>
                    <a:pt x="64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0"/>
            <p:cNvSpPr/>
            <p:nvPr/>
          </p:nvSpPr>
          <p:spPr>
            <a:xfrm>
              <a:off x="4031861" y="2141445"/>
              <a:ext cx="200382" cy="38877"/>
            </a:xfrm>
            <a:custGeom>
              <a:rect b="b" l="l" r="r" t="t"/>
              <a:pathLst>
                <a:path extrusionOk="0" h="1485" w="7654">
                  <a:moveTo>
                    <a:pt x="0" y="1"/>
                  </a:moveTo>
                  <a:lnTo>
                    <a:pt x="0" y="1485"/>
                  </a:lnTo>
                  <a:lnTo>
                    <a:pt x="7653" y="1485"/>
                  </a:lnTo>
                  <a:lnTo>
                    <a:pt x="7653"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0"/>
            <p:cNvSpPr/>
            <p:nvPr/>
          </p:nvSpPr>
          <p:spPr>
            <a:xfrm>
              <a:off x="4221902" y="2042458"/>
              <a:ext cx="67309" cy="99013"/>
            </a:xfrm>
            <a:custGeom>
              <a:rect b="b" l="l" r="r" t="t"/>
              <a:pathLst>
                <a:path extrusionOk="0" h="3782" w="2571">
                  <a:moveTo>
                    <a:pt x="35" y="0"/>
                  </a:moveTo>
                  <a:cubicBezTo>
                    <a:pt x="24" y="0"/>
                    <a:pt x="12" y="1"/>
                    <a:pt x="0" y="1"/>
                  </a:cubicBezTo>
                  <a:lnTo>
                    <a:pt x="70" y="1"/>
                  </a:lnTo>
                  <a:cubicBezTo>
                    <a:pt x="59" y="1"/>
                    <a:pt x="47" y="0"/>
                    <a:pt x="35" y="0"/>
                  </a:cubicBezTo>
                  <a:close/>
                  <a:moveTo>
                    <a:pt x="0" y="3782"/>
                  </a:moveTo>
                  <a:cubicBezTo>
                    <a:pt x="9" y="3782"/>
                    <a:pt x="18" y="3782"/>
                    <a:pt x="27" y="3782"/>
                  </a:cubicBezTo>
                  <a:cubicBezTo>
                    <a:pt x="35" y="3782"/>
                    <a:pt x="44" y="3782"/>
                    <a:pt x="53" y="3782"/>
                  </a:cubicBezTo>
                  <a:close/>
                  <a:moveTo>
                    <a:pt x="684" y="0"/>
                  </a:moveTo>
                  <a:cubicBezTo>
                    <a:pt x="672" y="0"/>
                    <a:pt x="660" y="1"/>
                    <a:pt x="649" y="1"/>
                  </a:cubicBezTo>
                  <a:lnTo>
                    <a:pt x="70" y="1"/>
                  </a:lnTo>
                  <a:cubicBezTo>
                    <a:pt x="1095" y="19"/>
                    <a:pt x="1922" y="855"/>
                    <a:pt x="1922" y="1889"/>
                  </a:cubicBezTo>
                  <a:cubicBezTo>
                    <a:pt x="1922" y="2928"/>
                    <a:pt x="1086" y="3767"/>
                    <a:pt x="53" y="3782"/>
                  </a:cubicBezTo>
                  <a:lnTo>
                    <a:pt x="649" y="3782"/>
                  </a:lnTo>
                  <a:cubicBezTo>
                    <a:pt x="657" y="3782"/>
                    <a:pt x="666" y="3782"/>
                    <a:pt x="675" y="3782"/>
                  </a:cubicBezTo>
                  <a:cubicBezTo>
                    <a:pt x="1720" y="3782"/>
                    <a:pt x="2570" y="2937"/>
                    <a:pt x="2570" y="1889"/>
                  </a:cubicBezTo>
                  <a:cubicBezTo>
                    <a:pt x="2570" y="844"/>
                    <a:pt x="1725" y="0"/>
                    <a:pt x="684"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0"/>
            <p:cNvSpPr/>
            <p:nvPr/>
          </p:nvSpPr>
          <p:spPr>
            <a:xfrm>
              <a:off x="4215226" y="2180558"/>
              <a:ext cx="17017" cy="175092"/>
            </a:xfrm>
            <a:custGeom>
              <a:rect b="b" l="l" r="r" t="t"/>
              <a:pathLst>
                <a:path extrusionOk="0" h="6688" w="650">
                  <a:moveTo>
                    <a:pt x="1" y="1"/>
                  </a:moveTo>
                  <a:lnTo>
                    <a:pt x="1" y="6688"/>
                  </a:lnTo>
                  <a:lnTo>
                    <a:pt x="649" y="6688"/>
                  </a:lnTo>
                  <a:lnTo>
                    <a:pt x="649"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0"/>
            <p:cNvSpPr/>
            <p:nvPr/>
          </p:nvSpPr>
          <p:spPr>
            <a:xfrm>
              <a:off x="4215226" y="2141445"/>
              <a:ext cx="17017" cy="38877"/>
            </a:xfrm>
            <a:custGeom>
              <a:rect b="b" l="l" r="r" t="t"/>
              <a:pathLst>
                <a:path extrusionOk="0" h="1485" w="650">
                  <a:moveTo>
                    <a:pt x="1" y="1"/>
                  </a:moveTo>
                  <a:lnTo>
                    <a:pt x="1" y="1485"/>
                  </a:lnTo>
                  <a:lnTo>
                    <a:pt x="649" y="1485"/>
                  </a:lnTo>
                  <a:lnTo>
                    <a:pt x="64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0"/>
            <p:cNvSpPr/>
            <p:nvPr/>
          </p:nvSpPr>
          <p:spPr>
            <a:xfrm>
              <a:off x="4061026" y="2209487"/>
              <a:ext cx="30212" cy="146294"/>
            </a:xfrm>
            <a:custGeom>
              <a:rect b="b" l="l" r="r" t="t"/>
              <a:pathLst>
                <a:path extrusionOk="0" h="5588" w="1154">
                  <a:moveTo>
                    <a:pt x="577" y="1"/>
                  </a:moveTo>
                  <a:cubicBezTo>
                    <a:pt x="255" y="1"/>
                    <a:pt x="1" y="255"/>
                    <a:pt x="1" y="577"/>
                  </a:cubicBezTo>
                  <a:lnTo>
                    <a:pt x="1" y="5588"/>
                  </a:lnTo>
                  <a:lnTo>
                    <a:pt x="1154" y="5588"/>
                  </a:lnTo>
                  <a:lnTo>
                    <a:pt x="1154" y="577"/>
                  </a:lnTo>
                  <a:cubicBezTo>
                    <a:pt x="1154" y="255"/>
                    <a:pt x="894"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0"/>
            <p:cNvSpPr/>
            <p:nvPr/>
          </p:nvSpPr>
          <p:spPr>
            <a:xfrm>
              <a:off x="4116868" y="2209487"/>
              <a:ext cx="30343" cy="146294"/>
            </a:xfrm>
            <a:custGeom>
              <a:rect b="b" l="l" r="r" t="t"/>
              <a:pathLst>
                <a:path extrusionOk="0" h="5588" w="1159">
                  <a:moveTo>
                    <a:pt x="582" y="1"/>
                  </a:moveTo>
                  <a:cubicBezTo>
                    <a:pt x="260" y="1"/>
                    <a:pt x="1" y="255"/>
                    <a:pt x="1" y="577"/>
                  </a:cubicBezTo>
                  <a:lnTo>
                    <a:pt x="1" y="5588"/>
                  </a:lnTo>
                  <a:lnTo>
                    <a:pt x="1159" y="5588"/>
                  </a:lnTo>
                  <a:lnTo>
                    <a:pt x="1159" y="577"/>
                  </a:lnTo>
                  <a:cubicBezTo>
                    <a:pt x="1159" y="255"/>
                    <a:pt x="899" y="1"/>
                    <a:pt x="58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0"/>
            <p:cNvSpPr/>
            <p:nvPr/>
          </p:nvSpPr>
          <p:spPr>
            <a:xfrm>
              <a:off x="4172841" y="2209487"/>
              <a:ext cx="30212" cy="146294"/>
            </a:xfrm>
            <a:custGeom>
              <a:rect b="b" l="l" r="r" t="t"/>
              <a:pathLst>
                <a:path extrusionOk="0" h="5588" w="1154">
                  <a:moveTo>
                    <a:pt x="577" y="1"/>
                  </a:moveTo>
                  <a:cubicBezTo>
                    <a:pt x="260" y="1"/>
                    <a:pt x="1" y="255"/>
                    <a:pt x="1" y="577"/>
                  </a:cubicBezTo>
                  <a:lnTo>
                    <a:pt x="1" y="5588"/>
                  </a:lnTo>
                  <a:lnTo>
                    <a:pt x="1154" y="5588"/>
                  </a:lnTo>
                  <a:lnTo>
                    <a:pt x="1154" y="577"/>
                  </a:lnTo>
                  <a:cubicBezTo>
                    <a:pt x="1154" y="255"/>
                    <a:pt x="899"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0"/>
            <p:cNvSpPr/>
            <p:nvPr/>
          </p:nvSpPr>
          <p:spPr>
            <a:xfrm>
              <a:off x="4026311" y="2203963"/>
              <a:ext cx="211456" cy="157473"/>
            </a:xfrm>
            <a:custGeom>
              <a:rect b="b" l="l" r="r" t="t"/>
              <a:pathLst>
                <a:path extrusionOk="0" h="6015" w="8077">
                  <a:moveTo>
                    <a:pt x="1908" y="423"/>
                  </a:moveTo>
                  <a:cubicBezTo>
                    <a:pt x="2110" y="423"/>
                    <a:pt x="2273" y="586"/>
                    <a:pt x="2273" y="788"/>
                  </a:cubicBezTo>
                  <a:lnTo>
                    <a:pt x="2273" y="5582"/>
                  </a:lnTo>
                  <a:lnTo>
                    <a:pt x="1538" y="5582"/>
                  </a:lnTo>
                  <a:lnTo>
                    <a:pt x="1538" y="788"/>
                  </a:lnTo>
                  <a:cubicBezTo>
                    <a:pt x="1538" y="586"/>
                    <a:pt x="1701" y="423"/>
                    <a:pt x="1908" y="423"/>
                  </a:cubicBezTo>
                  <a:close/>
                  <a:moveTo>
                    <a:pt x="4041" y="423"/>
                  </a:moveTo>
                  <a:cubicBezTo>
                    <a:pt x="4243" y="423"/>
                    <a:pt x="4406" y="586"/>
                    <a:pt x="4406" y="788"/>
                  </a:cubicBezTo>
                  <a:lnTo>
                    <a:pt x="4406" y="5582"/>
                  </a:lnTo>
                  <a:lnTo>
                    <a:pt x="3676" y="5582"/>
                  </a:lnTo>
                  <a:lnTo>
                    <a:pt x="3676" y="788"/>
                  </a:lnTo>
                  <a:cubicBezTo>
                    <a:pt x="3676" y="586"/>
                    <a:pt x="3839" y="423"/>
                    <a:pt x="4041" y="423"/>
                  </a:cubicBezTo>
                  <a:close/>
                  <a:moveTo>
                    <a:pt x="6179" y="423"/>
                  </a:moveTo>
                  <a:cubicBezTo>
                    <a:pt x="6381" y="423"/>
                    <a:pt x="6544" y="586"/>
                    <a:pt x="6544" y="788"/>
                  </a:cubicBezTo>
                  <a:lnTo>
                    <a:pt x="6544" y="5582"/>
                  </a:lnTo>
                  <a:lnTo>
                    <a:pt x="5814" y="5582"/>
                  </a:lnTo>
                  <a:lnTo>
                    <a:pt x="5814" y="788"/>
                  </a:lnTo>
                  <a:cubicBezTo>
                    <a:pt x="5814" y="586"/>
                    <a:pt x="5977" y="423"/>
                    <a:pt x="6179" y="423"/>
                  </a:cubicBezTo>
                  <a:close/>
                  <a:moveTo>
                    <a:pt x="1903" y="0"/>
                  </a:moveTo>
                  <a:cubicBezTo>
                    <a:pt x="1466" y="0"/>
                    <a:pt x="1115" y="351"/>
                    <a:pt x="1115" y="788"/>
                  </a:cubicBezTo>
                  <a:lnTo>
                    <a:pt x="1115" y="5582"/>
                  </a:lnTo>
                  <a:lnTo>
                    <a:pt x="424" y="5582"/>
                  </a:lnTo>
                  <a:lnTo>
                    <a:pt x="424" y="3334"/>
                  </a:lnTo>
                  <a:cubicBezTo>
                    <a:pt x="409" y="3207"/>
                    <a:pt x="311" y="3143"/>
                    <a:pt x="212" y="3143"/>
                  </a:cubicBezTo>
                  <a:cubicBezTo>
                    <a:pt x="114" y="3143"/>
                    <a:pt x="15" y="3207"/>
                    <a:pt x="1" y="3334"/>
                  </a:cubicBezTo>
                  <a:lnTo>
                    <a:pt x="1" y="5794"/>
                  </a:lnTo>
                  <a:cubicBezTo>
                    <a:pt x="1" y="5914"/>
                    <a:pt x="97" y="6005"/>
                    <a:pt x="212" y="6005"/>
                  </a:cubicBezTo>
                  <a:lnTo>
                    <a:pt x="1279" y="6005"/>
                  </a:lnTo>
                  <a:cubicBezTo>
                    <a:pt x="1293" y="6010"/>
                    <a:pt x="1312" y="6015"/>
                    <a:pt x="1327" y="6015"/>
                  </a:cubicBezTo>
                  <a:lnTo>
                    <a:pt x="2485" y="6015"/>
                  </a:lnTo>
                  <a:cubicBezTo>
                    <a:pt x="2499" y="6015"/>
                    <a:pt x="2518" y="6010"/>
                    <a:pt x="2533" y="6005"/>
                  </a:cubicBezTo>
                  <a:lnTo>
                    <a:pt x="3412" y="6005"/>
                  </a:lnTo>
                  <a:cubicBezTo>
                    <a:pt x="3426" y="6010"/>
                    <a:pt x="3441" y="6015"/>
                    <a:pt x="3460" y="6015"/>
                  </a:cubicBezTo>
                  <a:lnTo>
                    <a:pt x="4618" y="6015"/>
                  </a:lnTo>
                  <a:cubicBezTo>
                    <a:pt x="4632" y="6015"/>
                    <a:pt x="4651" y="6010"/>
                    <a:pt x="4666" y="6005"/>
                  </a:cubicBezTo>
                  <a:lnTo>
                    <a:pt x="5545" y="6005"/>
                  </a:lnTo>
                  <a:cubicBezTo>
                    <a:pt x="5559" y="6010"/>
                    <a:pt x="5578" y="6015"/>
                    <a:pt x="5598" y="6015"/>
                  </a:cubicBezTo>
                  <a:lnTo>
                    <a:pt x="6751" y="6015"/>
                  </a:lnTo>
                  <a:cubicBezTo>
                    <a:pt x="6770" y="6015"/>
                    <a:pt x="6784" y="6010"/>
                    <a:pt x="6803" y="6005"/>
                  </a:cubicBezTo>
                  <a:lnTo>
                    <a:pt x="7865" y="6005"/>
                  </a:lnTo>
                  <a:cubicBezTo>
                    <a:pt x="7980" y="6005"/>
                    <a:pt x="8076" y="5914"/>
                    <a:pt x="8076" y="5794"/>
                  </a:cubicBezTo>
                  <a:lnTo>
                    <a:pt x="8076" y="1105"/>
                  </a:lnTo>
                  <a:cubicBezTo>
                    <a:pt x="8076" y="985"/>
                    <a:pt x="7980" y="894"/>
                    <a:pt x="7865" y="894"/>
                  </a:cubicBezTo>
                  <a:cubicBezTo>
                    <a:pt x="7750" y="894"/>
                    <a:pt x="7654" y="985"/>
                    <a:pt x="7654" y="1105"/>
                  </a:cubicBezTo>
                  <a:lnTo>
                    <a:pt x="7654" y="5582"/>
                  </a:lnTo>
                  <a:lnTo>
                    <a:pt x="6962" y="5582"/>
                  </a:lnTo>
                  <a:lnTo>
                    <a:pt x="6962" y="788"/>
                  </a:lnTo>
                  <a:cubicBezTo>
                    <a:pt x="6962" y="351"/>
                    <a:pt x="6611" y="0"/>
                    <a:pt x="6174" y="0"/>
                  </a:cubicBezTo>
                  <a:cubicBezTo>
                    <a:pt x="5737" y="0"/>
                    <a:pt x="5386" y="351"/>
                    <a:pt x="5386" y="788"/>
                  </a:cubicBezTo>
                  <a:lnTo>
                    <a:pt x="5386" y="5582"/>
                  </a:lnTo>
                  <a:lnTo>
                    <a:pt x="4829" y="5582"/>
                  </a:lnTo>
                  <a:lnTo>
                    <a:pt x="4829" y="788"/>
                  </a:lnTo>
                  <a:cubicBezTo>
                    <a:pt x="4829" y="351"/>
                    <a:pt x="4473" y="0"/>
                    <a:pt x="4036" y="0"/>
                  </a:cubicBezTo>
                  <a:cubicBezTo>
                    <a:pt x="3604" y="0"/>
                    <a:pt x="3248" y="351"/>
                    <a:pt x="3248" y="788"/>
                  </a:cubicBezTo>
                  <a:lnTo>
                    <a:pt x="3248" y="5582"/>
                  </a:lnTo>
                  <a:lnTo>
                    <a:pt x="2691" y="5582"/>
                  </a:lnTo>
                  <a:lnTo>
                    <a:pt x="2691" y="788"/>
                  </a:lnTo>
                  <a:cubicBezTo>
                    <a:pt x="2691" y="351"/>
                    <a:pt x="2340"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0"/>
            <p:cNvSpPr/>
            <p:nvPr/>
          </p:nvSpPr>
          <p:spPr>
            <a:xfrm>
              <a:off x="3966333" y="1983475"/>
              <a:ext cx="331805" cy="294080"/>
            </a:xfrm>
            <a:custGeom>
              <a:rect b="b" l="l" r="r" t="t"/>
              <a:pathLst>
                <a:path extrusionOk="0" h="11233" w="12674">
                  <a:moveTo>
                    <a:pt x="11386" y="423"/>
                  </a:moveTo>
                  <a:cubicBezTo>
                    <a:pt x="11833" y="423"/>
                    <a:pt x="12193" y="784"/>
                    <a:pt x="12193" y="1231"/>
                  </a:cubicBezTo>
                  <a:cubicBezTo>
                    <a:pt x="12193" y="1677"/>
                    <a:pt x="11833" y="2042"/>
                    <a:pt x="11386" y="2042"/>
                  </a:cubicBezTo>
                  <a:lnTo>
                    <a:pt x="1278" y="2042"/>
                  </a:lnTo>
                  <a:cubicBezTo>
                    <a:pt x="827" y="2042"/>
                    <a:pt x="466" y="1677"/>
                    <a:pt x="466" y="1231"/>
                  </a:cubicBezTo>
                  <a:cubicBezTo>
                    <a:pt x="466" y="784"/>
                    <a:pt x="827" y="423"/>
                    <a:pt x="1278" y="423"/>
                  </a:cubicBezTo>
                  <a:close/>
                  <a:moveTo>
                    <a:pt x="8965" y="5011"/>
                  </a:moveTo>
                  <a:cubicBezTo>
                    <a:pt x="9003" y="5319"/>
                    <a:pt x="9152" y="5607"/>
                    <a:pt x="9383" y="5818"/>
                  </a:cubicBezTo>
                  <a:lnTo>
                    <a:pt x="3378" y="5818"/>
                  </a:lnTo>
                  <a:cubicBezTo>
                    <a:pt x="3603" y="5602"/>
                    <a:pt x="3752" y="5319"/>
                    <a:pt x="3795" y="5011"/>
                  </a:cubicBezTo>
                  <a:close/>
                  <a:moveTo>
                    <a:pt x="10411" y="2465"/>
                  </a:moveTo>
                  <a:cubicBezTo>
                    <a:pt x="11323" y="2480"/>
                    <a:pt x="12058" y="3224"/>
                    <a:pt x="12058" y="4142"/>
                  </a:cubicBezTo>
                  <a:cubicBezTo>
                    <a:pt x="12058" y="5055"/>
                    <a:pt x="11323" y="5799"/>
                    <a:pt x="10411" y="5818"/>
                  </a:cubicBezTo>
                  <a:lnTo>
                    <a:pt x="10324" y="5818"/>
                  </a:lnTo>
                  <a:cubicBezTo>
                    <a:pt x="10084" y="5785"/>
                    <a:pt x="9863" y="5684"/>
                    <a:pt x="9685" y="5521"/>
                  </a:cubicBezTo>
                  <a:cubicBezTo>
                    <a:pt x="9301" y="5170"/>
                    <a:pt x="9267" y="4574"/>
                    <a:pt x="9608" y="4180"/>
                  </a:cubicBezTo>
                  <a:cubicBezTo>
                    <a:pt x="9749" y="4022"/>
                    <a:pt x="9943" y="3940"/>
                    <a:pt x="10137" y="3940"/>
                  </a:cubicBezTo>
                  <a:cubicBezTo>
                    <a:pt x="10303" y="3940"/>
                    <a:pt x="10468" y="3999"/>
                    <a:pt x="10603" y="4118"/>
                  </a:cubicBezTo>
                  <a:cubicBezTo>
                    <a:pt x="10814" y="4310"/>
                    <a:pt x="10833" y="4637"/>
                    <a:pt x="10646" y="4853"/>
                  </a:cubicBezTo>
                  <a:cubicBezTo>
                    <a:pt x="10506" y="5011"/>
                    <a:pt x="10645" y="5207"/>
                    <a:pt x="10803" y="5207"/>
                  </a:cubicBezTo>
                  <a:cubicBezTo>
                    <a:pt x="10856" y="5207"/>
                    <a:pt x="10911" y="5185"/>
                    <a:pt x="10958" y="5131"/>
                  </a:cubicBezTo>
                  <a:cubicBezTo>
                    <a:pt x="11304" y="4742"/>
                    <a:pt x="11271" y="4147"/>
                    <a:pt x="10881" y="3801"/>
                  </a:cubicBezTo>
                  <a:cubicBezTo>
                    <a:pt x="10666" y="3610"/>
                    <a:pt x="10399" y="3517"/>
                    <a:pt x="10133" y="3517"/>
                  </a:cubicBezTo>
                  <a:cubicBezTo>
                    <a:pt x="9823" y="3517"/>
                    <a:pt x="9514" y="3644"/>
                    <a:pt x="9291" y="3892"/>
                  </a:cubicBezTo>
                  <a:cubicBezTo>
                    <a:pt x="9118" y="4089"/>
                    <a:pt x="9008" y="4329"/>
                    <a:pt x="8969" y="4584"/>
                  </a:cubicBezTo>
                  <a:lnTo>
                    <a:pt x="3791" y="4584"/>
                  </a:lnTo>
                  <a:cubicBezTo>
                    <a:pt x="3752" y="4329"/>
                    <a:pt x="3637" y="4089"/>
                    <a:pt x="3469" y="3892"/>
                  </a:cubicBezTo>
                  <a:cubicBezTo>
                    <a:pt x="3246" y="3644"/>
                    <a:pt x="2936" y="3517"/>
                    <a:pt x="2625" y="3517"/>
                  </a:cubicBezTo>
                  <a:cubicBezTo>
                    <a:pt x="2359" y="3517"/>
                    <a:pt x="2092" y="3610"/>
                    <a:pt x="1879" y="3801"/>
                  </a:cubicBezTo>
                  <a:cubicBezTo>
                    <a:pt x="1490" y="4147"/>
                    <a:pt x="1456" y="4742"/>
                    <a:pt x="1802" y="5131"/>
                  </a:cubicBezTo>
                  <a:cubicBezTo>
                    <a:pt x="1849" y="5185"/>
                    <a:pt x="1904" y="5207"/>
                    <a:pt x="1957" y="5207"/>
                  </a:cubicBezTo>
                  <a:cubicBezTo>
                    <a:pt x="2115" y="5207"/>
                    <a:pt x="2254" y="5011"/>
                    <a:pt x="2114" y="4853"/>
                  </a:cubicBezTo>
                  <a:cubicBezTo>
                    <a:pt x="1927" y="4637"/>
                    <a:pt x="1946" y="4310"/>
                    <a:pt x="2157" y="4118"/>
                  </a:cubicBezTo>
                  <a:cubicBezTo>
                    <a:pt x="2292" y="3999"/>
                    <a:pt x="2458" y="3940"/>
                    <a:pt x="2623" y="3940"/>
                  </a:cubicBezTo>
                  <a:cubicBezTo>
                    <a:pt x="2817" y="3940"/>
                    <a:pt x="3011" y="4022"/>
                    <a:pt x="3152" y="4180"/>
                  </a:cubicBezTo>
                  <a:cubicBezTo>
                    <a:pt x="3493" y="4574"/>
                    <a:pt x="3459" y="5170"/>
                    <a:pt x="3075" y="5521"/>
                  </a:cubicBezTo>
                  <a:cubicBezTo>
                    <a:pt x="2897" y="5684"/>
                    <a:pt x="2671" y="5785"/>
                    <a:pt x="2436" y="5818"/>
                  </a:cubicBezTo>
                  <a:lnTo>
                    <a:pt x="2349" y="5818"/>
                  </a:lnTo>
                  <a:cubicBezTo>
                    <a:pt x="1432" y="5799"/>
                    <a:pt x="702" y="5055"/>
                    <a:pt x="702" y="4142"/>
                  </a:cubicBezTo>
                  <a:cubicBezTo>
                    <a:pt x="702" y="3224"/>
                    <a:pt x="1432" y="2480"/>
                    <a:pt x="2349" y="2465"/>
                  </a:cubicBezTo>
                  <a:close/>
                  <a:moveTo>
                    <a:pt x="9945" y="6241"/>
                  </a:moveTo>
                  <a:lnTo>
                    <a:pt x="9945" y="7303"/>
                  </a:lnTo>
                  <a:lnTo>
                    <a:pt x="2715" y="7303"/>
                  </a:lnTo>
                  <a:lnTo>
                    <a:pt x="2715" y="6241"/>
                  </a:lnTo>
                  <a:close/>
                  <a:moveTo>
                    <a:pt x="1273" y="1"/>
                  </a:moveTo>
                  <a:cubicBezTo>
                    <a:pt x="630" y="1"/>
                    <a:pt x="92" y="500"/>
                    <a:pt x="44" y="1144"/>
                  </a:cubicBezTo>
                  <a:cubicBezTo>
                    <a:pt x="0" y="1793"/>
                    <a:pt x="461" y="2364"/>
                    <a:pt x="1100" y="2451"/>
                  </a:cubicBezTo>
                  <a:cubicBezTo>
                    <a:pt x="385" y="2984"/>
                    <a:pt x="82" y="3911"/>
                    <a:pt x="346" y="4766"/>
                  </a:cubicBezTo>
                  <a:cubicBezTo>
                    <a:pt x="610" y="5617"/>
                    <a:pt x="1384" y="6207"/>
                    <a:pt x="2277" y="6241"/>
                  </a:cubicBezTo>
                  <a:lnTo>
                    <a:pt x="2292" y="6246"/>
                  </a:lnTo>
                  <a:lnTo>
                    <a:pt x="2292" y="7519"/>
                  </a:lnTo>
                  <a:lnTo>
                    <a:pt x="2292" y="7524"/>
                  </a:lnTo>
                  <a:lnTo>
                    <a:pt x="2292" y="10997"/>
                  </a:lnTo>
                  <a:cubicBezTo>
                    <a:pt x="2277" y="11122"/>
                    <a:pt x="2373" y="11232"/>
                    <a:pt x="2503" y="11232"/>
                  </a:cubicBezTo>
                  <a:cubicBezTo>
                    <a:pt x="2628" y="11232"/>
                    <a:pt x="2724" y="11122"/>
                    <a:pt x="2710" y="10997"/>
                  </a:cubicBezTo>
                  <a:lnTo>
                    <a:pt x="2710" y="7740"/>
                  </a:lnTo>
                  <a:lnTo>
                    <a:pt x="9945" y="7740"/>
                  </a:lnTo>
                  <a:lnTo>
                    <a:pt x="9945" y="8778"/>
                  </a:lnTo>
                  <a:cubicBezTo>
                    <a:pt x="9957" y="8903"/>
                    <a:pt x="10055" y="8965"/>
                    <a:pt x="10154" y="8965"/>
                  </a:cubicBezTo>
                  <a:cubicBezTo>
                    <a:pt x="10252" y="8965"/>
                    <a:pt x="10351" y="8903"/>
                    <a:pt x="10363" y="8778"/>
                  </a:cubicBezTo>
                  <a:lnTo>
                    <a:pt x="10363" y="7529"/>
                  </a:lnTo>
                  <a:lnTo>
                    <a:pt x="10363" y="7524"/>
                  </a:lnTo>
                  <a:lnTo>
                    <a:pt x="10363" y="7519"/>
                  </a:lnTo>
                  <a:lnTo>
                    <a:pt x="10363" y="6251"/>
                  </a:lnTo>
                  <a:lnTo>
                    <a:pt x="10406" y="6251"/>
                  </a:lnTo>
                  <a:cubicBezTo>
                    <a:pt x="10430" y="6251"/>
                    <a:pt x="10454" y="6246"/>
                    <a:pt x="10473" y="6241"/>
                  </a:cubicBezTo>
                  <a:cubicBezTo>
                    <a:pt x="11371" y="6207"/>
                    <a:pt x="12150" y="5607"/>
                    <a:pt x="12409" y="4752"/>
                  </a:cubicBezTo>
                  <a:cubicBezTo>
                    <a:pt x="12668" y="3894"/>
                    <a:pt x="12358" y="2970"/>
                    <a:pt x="11637" y="2441"/>
                  </a:cubicBezTo>
                  <a:lnTo>
                    <a:pt x="11637" y="2441"/>
                  </a:lnTo>
                  <a:cubicBezTo>
                    <a:pt x="12256" y="2311"/>
                    <a:pt x="12673" y="1734"/>
                    <a:pt x="12611" y="1106"/>
                  </a:cubicBezTo>
                  <a:cubicBezTo>
                    <a:pt x="12544" y="476"/>
                    <a:pt x="12015" y="1"/>
                    <a:pt x="11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5" name="Google Shape;8245;p80"/>
          <p:cNvGrpSpPr/>
          <p:nvPr/>
        </p:nvGrpSpPr>
        <p:grpSpPr>
          <a:xfrm>
            <a:off x="3085690" y="2894722"/>
            <a:ext cx="316333" cy="382699"/>
            <a:chOff x="3085690" y="2894722"/>
            <a:chExt cx="316333" cy="382699"/>
          </a:xfrm>
        </p:grpSpPr>
        <p:sp>
          <p:nvSpPr>
            <p:cNvPr id="8246" name="Google Shape;8246;p80"/>
            <p:cNvSpPr/>
            <p:nvPr/>
          </p:nvSpPr>
          <p:spPr>
            <a:xfrm>
              <a:off x="3226041" y="3249723"/>
              <a:ext cx="35736" cy="20918"/>
            </a:xfrm>
            <a:custGeom>
              <a:rect b="b" l="l" r="r" t="t"/>
              <a:pathLst>
                <a:path extrusionOk="0" h="799" w="1365">
                  <a:moveTo>
                    <a:pt x="1" y="1"/>
                  </a:moveTo>
                  <a:lnTo>
                    <a:pt x="1" y="318"/>
                  </a:lnTo>
                  <a:cubicBezTo>
                    <a:pt x="1" y="582"/>
                    <a:pt x="217" y="798"/>
                    <a:pt x="481" y="798"/>
                  </a:cubicBezTo>
                  <a:lnTo>
                    <a:pt x="885" y="798"/>
                  </a:lnTo>
                  <a:cubicBezTo>
                    <a:pt x="1149" y="798"/>
                    <a:pt x="1365" y="582"/>
                    <a:pt x="1365" y="318"/>
                  </a:cubicBezTo>
                  <a:lnTo>
                    <a:pt x="1365" y="1"/>
                  </a:lnTo>
                  <a:cubicBezTo>
                    <a:pt x="1235" y="29"/>
                    <a:pt x="1110" y="44"/>
                    <a:pt x="981" y="44"/>
                  </a:cubicBezTo>
                  <a:lnTo>
                    <a:pt x="385" y="44"/>
                  </a:lnTo>
                  <a:cubicBezTo>
                    <a:pt x="255" y="44"/>
                    <a:pt x="126" y="29"/>
                    <a:pt x="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0"/>
            <p:cNvSpPr/>
            <p:nvPr/>
          </p:nvSpPr>
          <p:spPr>
            <a:xfrm>
              <a:off x="3192845" y="3215139"/>
              <a:ext cx="102154" cy="35736"/>
            </a:xfrm>
            <a:custGeom>
              <a:rect b="b" l="l" r="r" t="t"/>
              <a:pathLst>
                <a:path extrusionOk="0" h="1365" w="3902">
                  <a:moveTo>
                    <a:pt x="0" y="0"/>
                  </a:moveTo>
                  <a:cubicBezTo>
                    <a:pt x="154" y="793"/>
                    <a:pt x="846" y="1365"/>
                    <a:pt x="1653" y="1365"/>
                  </a:cubicBezTo>
                  <a:lnTo>
                    <a:pt x="2249" y="1365"/>
                  </a:lnTo>
                  <a:cubicBezTo>
                    <a:pt x="3056" y="1365"/>
                    <a:pt x="3747" y="793"/>
                    <a:pt x="390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0"/>
            <p:cNvSpPr/>
            <p:nvPr/>
          </p:nvSpPr>
          <p:spPr>
            <a:xfrm>
              <a:off x="3192085" y="3191106"/>
              <a:ext cx="103542" cy="24059"/>
            </a:xfrm>
            <a:custGeom>
              <a:rect b="b" l="l" r="r" t="t"/>
              <a:pathLst>
                <a:path extrusionOk="0" h="919" w="3955">
                  <a:moveTo>
                    <a:pt x="1" y="1"/>
                  </a:moveTo>
                  <a:lnTo>
                    <a:pt x="1" y="601"/>
                  </a:lnTo>
                  <a:cubicBezTo>
                    <a:pt x="1" y="707"/>
                    <a:pt x="10" y="813"/>
                    <a:pt x="29" y="918"/>
                  </a:cubicBezTo>
                  <a:lnTo>
                    <a:pt x="3925" y="918"/>
                  </a:lnTo>
                  <a:cubicBezTo>
                    <a:pt x="3945" y="813"/>
                    <a:pt x="3954" y="707"/>
                    <a:pt x="3954" y="601"/>
                  </a:cubicBezTo>
                  <a:lnTo>
                    <a:pt x="3954"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0"/>
            <p:cNvSpPr/>
            <p:nvPr/>
          </p:nvSpPr>
          <p:spPr>
            <a:xfrm>
              <a:off x="3229444" y="3010647"/>
              <a:ext cx="28824" cy="25866"/>
            </a:xfrm>
            <a:custGeom>
              <a:rect b="b" l="l" r="r" t="t"/>
              <a:pathLst>
                <a:path extrusionOk="0" h="988" w="1101">
                  <a:moveTo>
                    <a:pt x="553" y="0"/>
                  </a:moveTo>
                  <a:lnTo>
                    <a:pt x="0" y="822"/>
                  </a:lnTo>
                  <a:cubicBezTo>
                    <a:pt x="166" y="932"/>
                    <a:pt x="358" y="987"/>
                    <a:pt x="550" y="987"/>
                  </a:cubicBezTo>
                  <a:cubicBezTo>
                    <a:pt x="743" y="987"/>
                    <a:pt x="935" y="932"/>
                    <a:pt x="1100" y="822"/>
                  </a:cubicBezTo>
                  <a:lnTo>
                    <a:pt x="553"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0"/>
            <p:cNvSpPr/>
            <p:nvPr/>
          </p:nvSpPr>
          <p:spPr>
            <a:xfrm>
              <a:off x="3216852" y="3032141"/>
              <a:ext cx="54114" cy="24452"/>
            </a:xfrm>
            <a:custGeom>
              <a:rect b="b" l="l" r="r" t="t"/>
              <a:pathLst>
                <a:path extrusionOk="0" h="934" w="2067">
                  <a:moveTo>
                    <a:pt x="486" y="1"/>
                  </a:moveTo>
                  <a:lnTo>
                    <a:pt x="1" y="721"/>
                  </a:lnTo>
                  <a:cubicBezTo>
                    <a:pt x="330" y="863"/>
                    <a:pt x="681" y="934"/>
                    <a:pt x="1032" y="934"/>
                  </a:cubicBezTo>
                  <a:cubicBezTo>
                    <a:pt x="1383" y="934"/>
                    <a:pt x="1735" y="863"/>
                    <a:pt x="2067" y="721"/>
                  </a:cubicBezTo>
                  <a:lnTo>
                    <a:pt x="1581" y="1"/>
                  </a:lnTo>
                  <a:cubicBezTo>
                    <a:pt x="1416" y="111"/>
                    <a:pt x="1225" y="166"/>
                    <a:pt x="1034" y="166"/>
                  </a:cubicBezTo>
                  <a:cubicBezTo>
                    <a:pt x="843" y="166"/>
                    <a:pt x="652" y="111"/>
                    <a:pt x="48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0"/>
            <p:cNvSpPr/>
            <p:nvPr/>
          </p:nvSpPr>
          <p:spPr>
            <a:xfrm>
              <a:off x="3243896" y="3051016"/>
              <a:ext cx="27070" cy="140115"/>
            </a:xfrm>
            <a:custGeom>
              <a:rect b="b" l="l" r="r" t="t"/>
              <a:pathLst>
                <a:path extrusionOk="0" h="5352" w="1034">
                  <a:moveTo>
                    <a:pt x="1034" y="0"/>
                  </a:moveTo>
                  <a:cubicBezTo>
                    <a:pt x="707" y="140"/>
                    <a:pt x="356" y="216"/>
                    <a:pt x="1" y="216"/>
                  </a:cubicBezTo>
                  <a:lnTo>
                    <a:pt x="1" y="5352"/>
                  </a:lnTo>
                  <a:lnTo>
                    <a:pt x="1034" y="5352"/>
                  </a:lnTo>
                  <a:lnTo>
                    <a:pt x="1034"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0"/>
            <p:cNvSpPr/>
            <p:nvPr/>
          </p:nvSpPr>
          <p:spPr>
            <a:xfrm>
              <a:off x="3216852" y="3051016"/>
              <a:ext cx="27070" cy="140115"/>
            </a:xfrm>
            <a:custGeom>
              <a:rect b="b" l="l" r="r" t="t"/>
              <a:pathLst>
                <a:path extrusionOk="0" h="5352" w="1034">
                  <a:moveTo>
                    <a:pt x="1" y="0"/>
                  </a:moveTo>
                  <a:lnTo>
                    <a:pt x="1" y="5352"/>
                  </a:lnTo>
                  <a:lnTo>
                    <a:pt x="1034" y="5352"/>
                  </a:lnTo>
                  <a:lnTo>
                    <a:pt x="1034" y="216"/>
                  </a:lnTo>
                  <a:cubicBezTo>
                    <a:pt x="678" y="216"/>
                    <a:pt x="323" y="140"/>
                    <a:pt x="1"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0"/>
            <p:cNvSpPr/>
            <p:nvPr/>
          </p:nvSpPr>
          <p:spPr>
            <a:xfrm>
              <a:off x="3110849" y="2939254"/>
              <a:ext cx="242872" cy="251878"/>
            </a:xfrm>
            <a:custGeom>
              <a:rect b="b" l="l" r="r" t="t"/>
              <a:pathLst>
                <a:path extrusionOk="0" h="9621" w="9277">
                  <a:moveTo>
                    <a:pt x="5083" y="1"/>
                  </a:moveTo>
                  <a:cubicBezTo>
                    <a:pt x="4564" y="1"/>
                    <a:pt x="4031" y="99"/>
                    <a:pt x="3507" y="311"/>
                  </a:cubicBezTo>
                  <a:cubicBezTo>
                    <a:pt x="754" y="1430"/>
                    <a:pt x="0" y="4980"/>
                    <a:pt x="2071" y="7113"/>
                  </a:cubicBezTo>
                  <a:cubicBezTo>
                    <a:pt x="2724" y="7786"/>
                    <a:pt x="3099" y="8684"/>
                    <a:pt x="3104" y="9621"/>
                  </a:cubicBezTo>
                  <a:lnTo>
                    <a:pt x="4045" y="9621"/>
                  </a:lnTo>
                  <a:lnTo>
                    <a:pt x="4045" y="4269"/>
                  </a:lnTo>
                  <a:lnTo>
                    <a:pt x="4530" y="3549"/>
                  </a:lnTo>
                  <a:lnTo>
                    <a:pt x="5078" y="2732"/>
                  </a:lnTo>
                  <a:lnTo>
                    <a:pt x="5630" y="3549"/>
                  </a:lnTo>
                  <a:lnTo>
                    <a:pt x="6111" y="4269"/>
                  </a:lnTo>
                  <a:lnTo>
                    <a:pt x="6111" y="9621"/>
                  </a:lnTo>
                  <a:lnTo>
                    <a:pt x="7057" y="9621"/>
                  </a:lnTo>
                  <a:cubicBezTo>
                    <a:pt x="7062" y="8684"/>
                    <a:pt x="7432" y="7786"/>
                    <a:pt x="8090" y="7118"/>
                  </a:cubicBezTo>
                  <a:cubicBezTo>
                    <a:pt x="8849" y="6335"/>
                    <a:pt x="9277" y="5288"/>
                    <a:pt x="9272" y="4197"/>
                  </a:cubicBezTo>
                  <a:lnTo>
                    <a:pt x="9277" y="4197"/>
                  </a:lnTo>
                  <a:cubicBezTo>
                    <a:pt x="9273" y="1788"/>
                    <a:pt x="7299" y="1"/>
                    <a:pt x="508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0"/>
            <p:cNvSpPr/>
            <p:nvPr/>
          </p:nvSpPr>
          <p:spPr>
            <a:xfrm>
              <a:off x="3257745" y="2958627"/>
              <a:ext cx="79875" cy="97442"/>
            </a:xfrm>
            <a:custGeom>
              <a:rect b="b" l="l" r="r" t="t"/>
              <a:pathLst>
                <a:path extrusionOk="0" h="3722" w="3051">
                  <a:moveTo>
                    <a:pt x="369" y="1"/>
                  </a:moveTo>
                  <a:cubicBezTo>
                    <a:pt x="94" y="1"/>
                    <a:pt x="0" y="429"/>
                    <a:pt x="308" y="517"/>
                  </a:cubicBezTo>
                  <a:cubicBezTo>
                    <a:pt x="1619" y="897"/>
                    <a:pt x="2522" y="2093"/>
                    <a:pt x="2527" y="3457"/>
                  </a:cubicBezTo>
                  <a:cubicBezTo>
                    <a:pt x="2527" y="3601"/>
                    <a:pt x="2642" y="3721"/>
                    <a:pt x="2787" y="3721"/>
                  </a:cubicBezTo>
                  <a:cubicBezTo>
                    <a:pt x="2931" y="3721"/>
                    <a:pt x="3051" y="3601"/>
                    <a:pt x="3051" y="3457"/>
                  </a:cubicBezTo>
                  <a:cubicBezTo>
                    <a:pt x="3046" y="1857"/>
                    <a:pt x="1984" y="459"/>
                    <a:pt x="452" y="13"/>
                  </a:cubicBezTo>
                  <a:cubicBezTo>
                    <a:pt x="423" y="4"/>
                    <a:pt x="395" y="1"/>
                    <a:pt x="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0"/>
            <p:cNvSpPr/>
            <p:nvPr/>
          </p:nvSpPr>
          <p:spPr>
            <a:xfrm>
              <a:off x="3233293" y="2955433"/>
              <a:ext cx="24766" cy="13849"/>
            </a:xfrm>
            <a:custGeom>
              <a:rect b="b" l="l" r="r" t="t"/>
              <a:pathLst>
                <a:path extrusionOk="0" h="529" w="946">
                  <a:moveTo>
                    <a:pt x="348" y="0"/>
                  </a:moveTo>
                  <a:cubicBezTo>
                    <a:pt x="1" y="5"/>
                    <a:pt x="12" y="524"/>
                    <a:pt x="353" y="524"/>
                  </a:cubicBezTo>
                  <a:cubicBezTo>
                    <a:pt x="356" y="524"/>
                    <a:pt x="359" y="524"/>
                    <a:pt x="363" y="524"/>
                  </a:cubicBezTo>
                  <a:lnTo>
                    <a:pt x="396" y="524"/>
                  </a:lnTo>
                  <a:cubicBezTo>
                    <a:pt x="454" y="524"/>
                    <a:pt x="511" y="524"/>
                    <a:pt x="574" y="529"/>
                  </a:cubicBezTo>
                  <a:lnTo>
                    <a:pt x="588" y="529"/>
                  </a:lnTo>
                  <a:cubicBezTo>
                    <a:pt x="591" y="529"/>
                    <a:pt x="595" y="529"/>
                    <a:pt x="598" y="529"/>
                  </a:cubicBezTo>
                  <a:cubicBezTo>
                    <a:pt x="934" y="529"/>
                    <a:pt x="945" y="14"/>
                    <a:pt x="598" y="5"/>
                  </a:cubicBezTo>
                  <a:cubicBezTo>
                    <a:pt x="516" y="0"/>
                    <a:pt x="430"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0"/>
            <p:cNvSpPr/>
            <p:nvPr/>
          </p:nvSpPr>
          <p:spPr>
            <a:xfrm>
              <a:off x="3371680" y="3043712"/>
              <a:ext cx="30343" cy="13744"/>
            </a:xfrm>
            <a:custGeom>
              <a:rect b="b" l="l" r="r" t="t"/>
              <a:pathLst>
                <a:path extrusionOk="0" h="525" w="1159">
                  <a:moveTo>
                    <a:pt x="351" y="1"/>
                  </a:moveTo>
                  <a:cubicBezTo>
                    <a:pt x="1" y="1"/>
                    <a:pt x="1" y="524"/>
                    <a:pt x="351" y="524"/>
                  </a:cubicBezTo>
                  <a:lnTo>
                    <a:pt x="808" y="524"/>
                  </a:lnTo>
                  <a:cubicBezTo>
                    <a:pt x="1158" y="524"/>
                    <a:pt x="1158" y="1"/>
                    <a:pt x="8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0"/>
            <p:cNvSpPr/>
            <p:nvPr/>
          </p:nvSpPr>
          <p:spPr>
            <a:xfrm>
              <a:off x="3085690" y="3043712"/>
              <a:ext cx="30343" cy="13744"/>
            </a:xfrm>
            <a:custGeom>
              <a:rect b="b" l="l" r="r" t="t"/>
              <a:pathLst>
                <a:path extrusionOk="0" h="525" w="1159">
                  <a:moveTo>
                    <a:pt x="351" y="1"/>
                  </a:moveTo>
                  <a:cubicBezTo>
                    <a:pt x="0" y="1"/>
                    <a:pt x="0" y="524"/>
                    <a:pt x="351" y="524"/>
                  </a:cubicBezTo>
                  <a:lnTo>
                    <a:pt x="807" y="524"/>
                  </a:lnTo>
                  <a:cubicBezTo>
                    <a:pt x="1158" y="524"/>
                    <a:pt x="1158" y="1"/>
                    <a:pt x="8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0"/>
            <p:cNvSpPr/>
            <p:nvPr/>
          </p:nvSpPr>
          <p:spPr>
            <a:xfrm>
              <a:off x="3352935" y="2969125"/>
              <a:ext cx="30107" cy="19897"/>
            </a:xfrm>
            <a:custGeom>
              <a:rect b="b" l="l" r="r" t="t"/>
              <a:pathLst>
                <a:path extrusionOk="0" h="760" w="1150">
                  <a:moveTo>
                    <a:pt x="769" y="0"/>
                  </a:moveTo>
                  <a:cubicBezTo>
                    <a:pt x="725" y="0"/>
                    <a:pt x="678" y="12"/>
                    <a:pt x="630" y="39"/>
                  </a:cubicBezTo>
                  <a:lnTo>
                    <a:pt x="236" y="270"/>
                  </a:lnTo>
                  <a:cubicBezTo>
                    <a:pt x="1" y="404"/>
                    <a:pt x="97" y="760"/>
                    <a:pt x="366" y="760"/>
                  </a:cubicBezTo>
                  <a:cubicBezTo>
                    <a:pt x="414" y="760"/>
                    <a:pt x="457" y="745"/>
                    <a:pt x="496" y="721"/>
                  </a:cubicBezTo>
                  <a:lnTo>
                    <a:pt x="894" y="496"/>
                  </a:lnTo>
                  <a:cubicBezTo>
                    <a:pt x="1150" y="346"/>
                    <a:pt x="1005" y="0"/>
                    <a:pt x="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0"/>
            <p:cNvSpPr/>
            <p:nvPr/>
          </p:nvSpPr>
          <p:spPr>
            <a:xfrm>
              <a:off x="3105168" y="3112121"/>
              <a:ext cx="30107" cy="19897"/>
            </a:xfrm>
            <a:custGeom>
              <a:rect b="b" l="l" r="r" t="t"/>
              <a:pathLst>
                <a:path extrusionOk="0" h="760" w="1150">
                  <a:moveTo>
                    <a:pt x="772" y="1"/>
                  </a:moveTo>
                  <a:cubicBezTo>
                    <a:pt x="728" y="1"/>
                    <a:pt x="682" y="12"/>
                    <a:pt x="635" y="39"/>
                  </a:cubicBezTo>
                  <a:lnTo>
                    <a:pt x="236" y="270"/>
                  </a:lnTo>
                  <a:cubicBezTo>
                    <a:pt x="1" y="404"/>
                    <a:pt x="97" y="760"/>
                    <a:pt x="366" y="760"/>
                  </a:cubicBezTo>
                  <a:cubicBezTo>
                    <a:pt x="414" y="760"/>
                    <a:pt x="457" y="746"/>
                    <a:pt x="501" y="726"/>
                  </a:cubicBezTo>
                  <a:lnTo>
                    <a:pt x="894" y="496"/>
                  </a:lnTo>
                  <a:cubicBezTo>
                    <a:pt x="1150" y="346"/>
                    <a:pt x="1005" y="1"/>
                    <a:pt x="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0"/>
            <p:cNvSpPr/>
            <p:nvPr/>
          </p:nvSpPr>
          <p:spPr>
            <a:xfrm>
              <a:off x="3303769" y="2914566"/>
              <a:ext cx="23719" cy="24295"/>
            </a:xfrm>
            <a:custGeom>
              <a:rect b="b" l="l" r="r" t="t"/>
              <a:pathLst>
                <a:path extrusionOk="0" h="928" w="906">
                  <a:moveTo>
                    <a:pt x="549" y="1"/>
                  </a:moveTo>
                  <a:cubicBezTo>
                    <a:pt x="468" y="1"/>
                    <a:pt x="386" y="40"/>
                    <a:pt x="332" y="134"/>
                  </a:cubicBezTo>
                  <a:lnTo>
                    <a:pt x="101" y="533"/>
                  </a:lnTo>
                  <a:cubicBezTo>
                    <a:pt x="1" y="706"/>
                    <a:pt x="125" y="927"/>
                    <a:pt x="327" y="927"/>
                  </a:cubicBezTo>
                  <a:cubicBezTo>
                    <a:pt x="423" y="927"/>
                    <a:pt x="510" y="879"/>
                    <a:pt x="558" y="797"/>
                  </a:cubicBezTo>
                  <a:lnTo>
                    <a:pt x="784" y="399"/>
                  </a:lnTo>
                  <a:cubicBezTo>
                    <a:pt x="906" y="190"/>
                    <a:pt x="728" y="1"/>
                    <a:pt x="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0"/>
            <p:cNvSpPr/>
            <p:nvPr/>
          </p:nvSpPr>
          <p:spPr>
            <a:xfrm>
              <a:off x="3236984" y="2894722"/>
              <a:ext cx="13744" cy="25761"/>
            </a:xfrm>
            <a:custGeom>
              <a:rect b="b" l="l" r="r" t="t"/>
              <a:pathLst>
                <a:path extrusionOk="0" h="984" w="525">
                  <a:moveTo>
                    <a:pt x="262" y="0"/>
                  </a:moveTo>
                  <a:cubicBezTo>
                    <a:pt x="131" y="0"/>
                    <a:pt x="1" y="88"/>
                    <a:pt x="1" y="263"/>
                  </a:cubicBezTo>
                  <a:lnTo>
                    <a:pt x="1" y="719"/>
                  </a:lnTo>
                  <a:cubicBezTo>
                    <a:pt x="1" y="864"/>
                    <a:pt x="116" y="984"/>
                    <a:pt x="265" y="984"/>
                  </a:cubicBezTo>
                  <a:cubicBezTo>
                    <a:pt x="409" y="984"/>
                    <a:pt x="524" y="864"/>
                    <a:pt x="524" y="719"/>
                  </a:cubicBezTo>
                  <a:lnTo>
                    <a:pt x="524" y="263"/>
                  </a:lnTo>
                  <a:cubicBezTo>
                    <a:pt x="524" y="88"/>
                    <a:pt x="393" y="0"/>
                    <a:pt x="2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0"/>
            <p:cNvSpPr/>
            <p:nvPr/>
          </p:nvSpPr>
          <p:spPr>
            <a:xfrm>
              <a:off x="3160198" y="2914566"/>
              <a:ext cx="23745" cy="24295"/>
            </a:xfrm>
            <a:custGeom>
              <a:rect b="b" l="l" r="r" t="t"/>
              <a:pathLst>
                <a:path extrusionOk="0" h="928" w="907">
                  <a:moveTo>
                    <a:pt x="359" y="1"/>
                  </a:moveTo>
                  <a:cubicBezTo>
                    <a:pt x="179" y="1"/>
                    <a:pt x="1" y="190"/>
                    <a:pt x="123" y="399"/>
                  </a:cubicBezTo>
                  <a:lnTo>
                    <a:pt x="354" y="797"/>
                  </a:lnTo>
                  <a:cubicBezTo>
                    <a:pt x="397" y="874"/>
                    <a:pt x="483" y="927"/>
                    <a:pt x="580" y="927"/>
                  </a:cubicBezTo>
                  <a:cubicBezTo>
                    <a:pt x="781" y="927"/>
                    <a:pt x="906" y="706"/>
                    <a:pt x="805" y="533"/>
                  </a:cubicBezTo>
                  <a:lnTo>
                    <a:pt x="580" y="134"/>
                  </a:lnTo>
                  <a:cubicBezTo>
                    <a:pt x="524" y="40"/>
                    <a:pt x="441" y="1"/>
                    <a:pt x="3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0"/>
            <p:cNvSpPr/>
            <p:nvPr/>
          </p:nvSpPr>
          <p:spPr>
            <a:xfrm>
              <a:off x="3104566" y="2969073"/>
              <a:ext cx="30028" cy="19949"/>
            </a:xfrm>
            <a:custGeom>
              <a:rect b="b" l="l" r="r" t="t"/>
              <a:pathLst>
                <a:path extrusionOk="0" h="762" w="1147">
                  <a:moveTo>
                    <a:pt x="380" y="1"/>
                  </a:moveTo>
                  <a:cubicBezTo>
                    <a:pt x="147" y="1"/>
                    <a:pt x="0" y="348"/>
                    <a:pt x="259" y="498"/>
                  </a:cubicBezTo>
                  <a:lnTo>
                    <a:pt x="653" y="723"/>
                  </a:lnTo>
                  <a:cubicBezTo>
                    <a:pt x="696" y="747"/>
                    <a:pt x="740" y="762"/>
                    <a:pt x="788" y="762"/>
                  </a:cubicBezTo>
                  <a:lnTo>
                    <a:pt x="783" y="757"/>
                  </a:lnTo>
                  <a:lnTo>
                    <a:pt x="783" y="757"/>
                  </a:lnTo>
                  <a:cubicBezTo>
                    <a:pt x="785" y="757"/>
                    <a:pt x="787" y="757"/>
                    <a:pt x="788" y="757"/>
                  </a:cubicBezTo>
                  <a:cubicBezTo>
                    <a:pt x="1058" y="757"/>
                    <a:pt x="1147" y="401"/>
                    <a:pt x="917" y="267"/>
                  </a:cubicBezTo>
                  <a:lnTo>
                    <a:pt x="519" y="41"/>
                  </a:lnTo>
                  <a:cubicBezTo>
                    <a:pt x="471" y="13"/>
                    <a:pt x="424" y="1"/>
                    <a:pt x="3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0"/>
            <p:cNvSpPr/>
            <p:nvPr/>
          </p:nvSpPr>
          <p:spPr>
            <a:xfrm>
              <a:off x="3352412" y="3112121"/>
              <a:ext cx="30107" cy="19897"/>
            </a:xfrm>
            <a:custGeom>
              <a:rect b="b" l="l" r="r" t="t"/>
              <a:pathLst>
                <a:path extrusionOk="0" h="760" w="1150">
                  <a:moveTo>
                    <a:pt x="379" y="1"/>
                  </a:moveTo>
                  <a:cubicBezTo>
                    <a:pt x="146" y="1"/>
                    <a:pt x="1" y="346"/>
                    <a:pt x="256" y="496"/>
                  </a:cubicBezTo>
                  <a:lnTo>
                    <a:pt x="650" y="722"/>
                  </a:lnTo>
                  <a:cubicBezTo>
                    <a:pt x="693" y="746"/>
                    <a:pt x="737" y="760"/>
                    <a:pt x="785" y="760"/>
                  </a:cubicBezTo>
                  <a:cubicBezTo>
                    <a:pt x="1054" y="760"/>
                    <a:pt x="1150" y="404"/>
                    <a:pt x="914" y="270"/>
                  </a:cubicBezTo>
                  <a:lnTo>
                    <a:pt x="516" y="39"/>
                  </a:lnTo>
                  <a:cubicBezTo>
                    <a:pt x="469" y="12"/>
                    <a:pt x="422" y="1"/>
                    <a:pt x="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0"/>
            <p:cNvSpPr/>
            <p:nvPr/>
          </p:nvSpPr>
          <p:spPr>
            <a:xfrm>
              <a:off x="3116006" y="2932814"/>
              <a:ext cx="256197" cy="344607"/>
            </a:xfrm>
            <a:custGeom>
              <a:rect b="b" l="l" r="r" t="t"/>
              <a:pathLst>
                <a:path extrusionOk="0" h="13163" w="9786">
                  <a:moveTo>
                    <a:pt x="4886" y="3444"/>
                  </a:moveTo>
                  <a:lnTo>
                    <a:pt x="5040" y="3679"/>
                  </a:lnTo>
                  <a:cubicBezTo>
                    <a:pt x="4989" y="3691"/>
                    <a:pt x="4936" y="3697"/>
                    <a:pt x="4883" y="3697"/>
                  </a:cubicBezTo>
                  <a:cubicBezTo>
                    <a:pt x="4831" y="3697"/>
                    <a:pt x="4778" y="3691"/>
                    <a:pt x="4727" y="3679"/>
                  </a:cubicBezTo>
                  <a:lnTo>
                    <a:pt x="4886" y="3444"/>
                  </a:lnTo>
                  <a:close/>
                  <a:moveTo>
                    <a:pt x="5342" y="4136"/>
                  </a:moveTo>
                  <a:lnTo>
                    <a:pt x="5510" y="4381"/>
                  </a:lnTo>
                  <a:cubicBezTo>
                    <a:pt x="5306" y="4436"/>
                    <a:pt x="5095" y="4464"/>
                    <a:pt x="4883" y="4464"/>
                  </a:cubicBezTo>
                  <a:cubicBezTo>
                    <a:pt x="4672" y="4464"/>
                    <a:pt x="4461" y="4436"/>
                    <a:pt x="4256" y="4381"/>
                  </a:cubicBezTo>
                  <a:lnTo>
                    <a:pt x="4425" y="4136"/>
                  </a:lnTo>
                  <a:cubicBezTo>
                    <a:pt x="4571" y="4193"/>
                    <a:pt x="4727" y="4222"/>
                    <a:pt x="4883" y="4222"/>
                  </a:cubicBezTo>
                  <a:cubicBezTo>
                    <a:pt x="5040" y="4222"/>
                    <a:pt x="5196" y="4193"/>
                    <a:pt x="5342" y="4136"/>
                  </a:cubicBezTo>
                  <a:close/>
                  <a:moveTo>
                    <a:pt x="4112" y="4885"/>
                  </a:moveTo>
                  <a:cubicBezTo>
                    <a:pt x="4280" y="4928"/>
                    <a:pt x="4449" y="4962"/>
                    <a:pt x="4622" y="4976"/>
                  </a:cubicBezTo>
                  <a:lnTo>
                    <a:pt x="4622" y="9603"/>
                  </a:lnTo>
                  <a:lnTo>
                    <a:pt x="4112" y="9603"/>
                  </a:lnTo>
                  <a:lnTo>
                    <a:pt x="4112" y="4885"/>
                  </a:lnTo>
                  <a:close/>
                  <a:moveTo>
                    <a:pt x="5654" y="4885"/>
                  </a:moveTo>
                  <a:lnTo>
                    <a:pt x="5654" y="9603"/>
                  </a:lnTo>
                  <a:lnTo>
                    <a:pt x="5145" y="9603"/>
                  </a:lnTo>
                  <a:lnTo>
                    <a:pt x="5145" y="4976"/>
                  </a:lnTo>
                  <a:cubicBezTo>
                    <a:pt x="5318" y="4962"/>
                    <a:pt x="5486" y="4933"/>
                    <a:pt x="5654" y="4885"/>
                  </a:cubicBezTo>
                  <a:close/>
                  <a:moveTo>
                    <a:pt x="4886" y="513"/>
                  </a:moveTo>
                  <a:cubicBezTo>
                    <a:pt x="6466" y="513"/>
                    <a:pt x="7888" y="1455"/>
                    <a:pt x="8503" y="2911"/>
                  </a:cubicBezTo>
                  <a:cubicBezTo>
                    <a:pt x="9123" y="4361"/>
                    <a:pt x="8806" y="6043"/>
                    <a:pt x="7706" y="7177"/>
                  </a:cubicBezTo>
                  <a:lnTo>
                    <a:pt x="7706" y="7181"/>
                  </a:lnTo>
                  <a:cubicBezTo>
                    <a:pt x="7062" y="7830"/>
                    <a:pt x="6678" y="8690"/>
                    <a:pt x="6610" y="9603"/>
                  </a:cubicBezTo>
                  <a:lnTo>
                    <a:pt x="6183" y="9603"/>
                  </a:lnTo>
                  <a:lnTo>
                    <a:pt x="6183" y="4515"/>
                  </a:lnTo>
                  <a:cubicBezTo>
                    <a:pt x="6183" y="4462"/>
                    <a:pt x="6164" y="4414"/>
                    <a:pt x="6135" y="4371"/>
                  </a:cubicBezTo>
                  <a:lnTo>
                    <a:pt x="5102" y="2829"/>
                  </a:lnTo>
                  <a:cubicBezTo>
                    <a:pt x="5052" y="2750"/>
                    <a:pt x="4969" y="2710"/>
                    <a:pt x="4885" y="2710"/>
                  </a:cubicBezTo>
                  <a:cubicBezTo>
                    <a:pt x="4802" y="2710"/>
                    <a:pt x="4718" y="2750"/>
                    <a:pt x="4665" y="2829"/>
                  </a:cubicBezTo>
                  <a:lnTo>
                    <a:pt x="3632" y="4371"/>
                  </a:lnTo>
                  <a:cubicBezTo>
                    <a:pt x="3603" y="4414"/>
                    <a:pt x="3589" y="4462"/>
                    <a:pt x="3589" y="4515"/>
                  </a:cubicBezTo>
                  <a:lnTo>
                    <a:pt x="3589" y="9603"/>
                  </a:lnTo>
                  <a:lnTo>
                    <a:pt x="3161" y="9603"/>
                  </a:lnTo>
                  <a:cubicBezTo>
                    <a:pt x="3094" y="8690"/>
                    <a:pt x="2705" y="7830"/>
                    <a:pt x="2061" y="7177"/>
                  </a:cubicBezTo>
                  <a:cubicBezTo>
                    <a:pt x="975" y="6048"/>
                    <a:pt x="658" y="4385"/>
                    <a:pt x="1259" y="2939"/>
                  </a:cubicBezTo>
                  <a:cubicBezTo>
                    <a:pt x="1859" y="1489"/>
                    <a:pt x="3262" y="537"/>
                    <a:pt x="4828" y="513"/>
                  </a:cubicBezTo>
                  <a:close/>
                  <a:moveTo>
                    <a:pt x="6601" y="10131"/>
                  </a:moveTo>
                  <a:lnTo>
                    <a:pt x="6601" y="10467"/>
                  </a:lnTo>
                  <a:lnTo>
                    <a:pt x="6601" y="10520"/>
                  </a:lnTo>
                  <a:lnTo>
                    <a:pt x="3171" y="10520"/>
                  </a:lnTo>
                  <a:cubicBezTo>
                    <a:pt x="3171" y="10506"/>
                    <a:pt x="3166" y="10487"/>
                    <a:pt x="3166" y="10467"/>
                  </a:cubicBezTo>
                  <a:lnTo>
                    <a:pt x="3166" y="10131"/>
                  </a:lnTo>
                  <a:close/>
                  <a:moveTo>
                    <a:pt x="6476" y="11044"/>
                  </a:moveTo>
                  <a:cubicBezTo>
                    <a:pt x="6245" y="11558"/>
                    <a:pt x="5741" y="11885"/>
                    <a:pt x="5179" y="11885"/>
                  </a:cubicBezTo>
                  <a:lnTo>
                    <a:pt x="4588" y="11885"/>
                  </a:lnTo>
                  <a:cubicBezTo>
                    <a:pt x="4031" y="11885"/>
                    <a:pt x="3521" y="11558"/>
                    <a:pt x="3291" y="11044"/>
                  </a:cubicBezTo>
                  <a:close/>
                  <a:moveTo>
                    <a:pt x="5299" y="12408"/>
                  </a:moveTo>
                  <a:lnTo>
                    <a:pt x="5299" y="12418"/>
                  </a:lnTo>
                  <a:lnTo>
                    <a:pt x="5304" y="12423"/>
                  </a:lnTo>
                  <a:cubicBezTo>
                    <a:pt x="5304" y="12543"/>
                    <a:pt x="5203" y="12639"/>
                    <a:pt x="5083" y="12639"/>
                  </a:cubicBezTo>
                  <a:lnTo>
                    <a:pt x="4684" y="12639"/>
                  </a:lnTo>
                  <a:cubicBezTo>
                    <a:pt x="4564" y="12639"/>
                    <a:pt x="4463" y="12543"/>
                    <a:pt x="4463" y="12423"/>
                  </a:cubicBezTo>
                  <a:lnTo>
                    <a:pt x="4463" y="12408"/>
                  </a:lnTo>
                  <a:close/>
                  <a:moveTo>
                    <a:pt x="4902" y="1"/>
                  </a:moveTo>
                  <a:cubicBezTo>
                    <a:pt x="3766" y="1"/>
                    <a:pt x="2630" y="432"/>
                    <a:pt x="1763" y="1292"/>
                  </a:cubicBezTo>
                  <a:cubicBezTo>
                    <a:pt x="34" y="3007"/>
                    <a:pt x="0" y="5788"/>
                    <a:pt x="1681" y="7542"/>
                  </a:cubicBezTo>
                  <a:cubicBezTo>
                    <a:pt x="2296" y="8161"/>
                    <a:pt x="2637" y="8997"/>
                    <a:pt x="2642" y="9867"/>
                  </a:cubicBezTo>
                  <a:lnTo>
                    <a:pt x="2642" y="10467"/>
                  </a:lnTo>
                  <a:cubicBezTo>
                    <a:pt x="2647" y="11289"/>
                    <a:pt x="3166" y="12024"/>
                    <a:pt x="3939" y="12298"/>
                  </a:cubicBezTo>
                  <a:lnTo>
                    <a:pt x="3939" y="12418"/>
                  </a:lnTo>
                  <a:cubicBezTo>
                    <a:pt x="3939" y="12831"/>
                    <a:pt x="4276" y="13162"/>
                    <a:pt x="4684" y="13162"/>
                  </a:cubicBezTo>
                  <a:lnTo>
                    <a:pt x="5088" y="13162"/>
                  </a:lnTo>
                  <a:cubicBezTo>
                    <a:pt x="5496" y="13162"/>
                    <a:pt x="5832" y="12831"/>
                    <a:pt x="5832" y="12418"/>
                  </a:cubicBezTo>
                  <a:lnTo>
                    <a:pt x="5832" y="12298"/>
                  </a:lnTo>
                  <a:cubicBezTo>
                    <a:pt x="6606" y="12024"/>
                    <a:pt x="7124" y="11289"/>
                    <a:pt x="7129" y="10467"/>
                  </a:cubicBezTo>
                  <a:lnTo>
                    <a:pt x="7129" y="9867"/>
                  </a:lnTo>
                  <a:cubicBezTo>
                    <a:pt x="7129" y="8997"/>
                    <a:pt x="7470" y="8161"/>
                    <a:pt x="8080" y="7547"/>
                  </a:cubicBezTo>
                  <a:cubicBezTo>
                    <a:pt x="9786" y="5788"/>
                    <a:pt x="9757" y="2988"/>
                    <a:pt x="8013" y="1268"/>
                  </a:cubicBezTo>
                  <a:cubicBezTo>
                    <a:pt x="7149" y="422"/>
                    <a:pt x="6025" y="1"/>
                    <a:pt x="4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6" name="Google Shape;8266;p80"/>
          <p:cNvGrpSpPr/>
          <p:nvPr/>
        </p:nvGrpSpPr>
        <p:grpSpPr>
          <a:xfrm>
            <a:off x="1736294" y="1531477"/>
            <a:ext cx="336465" cy="336439"/>
            <a:chOff x="1736294" y="1531477"/>
            <a:chExt cx="336465" cy="336439"/>
          </a:xfrm>
        </p:grpSpPr>
        <p:sp>
          <p:nvSpPr>
            <p:cNvPr id="8267" name="Google Shape;8267;p80"/>
            <p:cNvSpPr/>
            <p:nvPr/>
          </p:nvSpPr>
          <p:spPr>
            <a:xfrm>
              <a:off x="1741713" y="1536870"/>
              <a:ext cx="325627" cy="325784"/>
            </a:xfrm>
            <a:custGeom>
              <a:rect b="b" l="l" r="r" t="t"/>
              <a:pathLst>
                <a:path extrusionOk="0" h="12444" w="12438">
                  <a:moveTo>
                    <a:pt x="6217" y="1"/>
                  </a:moveTo>
                  <a:cubicBezTo>
                    <a:pt x="2782" y="1"/>
                    <a:pt x="0" y="2297"/>
                    <a:pt x="0" y="5127"/>
                  </a:cubicBezTo>
                  <a:cubicBezTo>
                    <a:pt x="0" y="7653"/>
                    <a:pt x="2215" y="9753"/>
                    <a:pt x="5131" y="10176"/>
                  </a:cubicBezTo>
                  <a:cubicBezTo>
                    <a:pt x="5198" y="11002"/>
                    <a:pt x="4924" y="11823"/>
                    <a:pt x="4372" y="12443"/>
                  </a:cubicBezTo>
                  <a:cubicBezTo>
                    <a:pt x="5751" y="12438"/>
                    <a:pt x="6961" y="11511"/>
                    <a:pt x="7312" y="10176"/>
                  </a:cubicBezTo>
                  <a:cubicBezTo>
                    <a:pt x="10223" y="9748"/>
                    <a:pt x="12438" y="7653"/>
                    <a:pt x="12438" y="5131"/>
                  </a:cubicBezTo>
                  <a:cubicBezTo>
                    <a:pt x="12438" y="2297"/>
                    <a:pt x="9651" y="1"/>
                    <a:pt x="62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0"/>
            <p:cNvSpPr/>
            <p:nvPr/>
          </p:nvSpPr>
          <p:spPr>
            <a:xfrm>
              <a:off x="1893767" y="1660387"/>
              <a:ext cx="21520" cy="21520"/>
            </a:xfrm>
            <a:custGeom>
              <a:rect b="b" l="l" r="r" t="t"/>
              <a:pathLst>
                <a:path extrusionOk="0" h="822" w="822">
                  <a:moveTo>
                    <a:pt x="409" y="0"/>
                  </a:moveTo>
                  <a:cubicBezTo>
                    <a:pt x="183" y="0"/>
                    <a:pt x="0" y="183"/>
                    <a:pt x="0" y="409"/>
                  </a:cubicBezTo>
                  <a:cubicBezTo>
                    <a:pt x="0" y="634"/>
                    <a:pt x="183" y="822"/>
                    <a:pt x="409" y="822"/>
                  </a:cubicBezTo>
                  <a:cubicBezTo>
                    <a:pt x="634" y="822"/>
                    <a:pt x="822" y="634"/>
                    <a:pt x="822" y="409"/>
                  </a:cubicBezTo>
                  <a:cubicBezTo>
                    <a:pt x="822" y="183"/>
                    <a:pt x="634"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0"/>
            <p:cNvSpPr/>
            <p:nvPr/>
          </p:nvSpPr>
          <p:spPr>
            <a:xfrm>
              <a:off x="1843580" y="1660387"/>
              <a:ext cx="21520" cy="21520"/>
            </a:xfrm>
            <a:custGeom>
              <a:rect b="b" l="l" r="r" t="t"/>
              <a:pathLst>
                <a:path extrusionOk="0" h="822" w="822">
                  <a:moveTo>
                    <a:pt x="414" y="0"/>
                  </a:moveTo>
                  <a:cubicBezTo>
                    <a:pt x="188" y="0"/>
                    <a:pt x="0" y="183"/>
                    <a:pt x="0" y="409"/>
                  </a:cubicBezTo>
                  <a:cubicBezTo>
                    <a:pt x="0" y="634"/>
                    <a:pt x="188" y="822"/>
                    <a:pt x="414" y="822"/>
                  </a:cubicBezTo>
                  <a:cubicBezTo>
                    <a:pt x="639" y="822"/>
                    <a:pt x="822" y="634"/>
                    <a:pt x="822" y="409"/>
                  </a:cubicBezTo>
                  <a:cubicBezTo>
                    <a:pt x="822" y="183"/>
                    <a:pt x="639"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0"/>
            <p:cNvSpPr/>
            <p:nvPr/>
          </p:nvSpPr>
          <p:spPr>
            <a:xfrm>
              <a:off x="1943823" y="1660387"/>
              <a:ext cx="21520" cy="21520"/>
            </a:xfrm>
            <a:custGeom>
              <a:rect b="b" l="l" r="r" t="t"/>
              <a:pathLst>
                <a:path extrusionOk="0" h="822" w="822">
                  <a:moveTo>
                    <a:pt x="413" y="0"/>
                  </a:moveTo>
                  <a:cubicBezTo>
                    <a:pt x="183" y="0"/>
                    <a:pt x="0" y="183"/>
                    <a:pt x="0" y="409"/>
                  </a:cubicBezTo>
                  <a:cubicBezTo>
                    <a:pt x="0" y="634"/>
                    <a:pt x="183" y="822"/>
                    <a:pt x="413" y="822"/>
                  </a:cubicBezTo>
                  <a:cubicBezTo>
                    <a:pt x="639" y="822"/>
                    <a:pt x="822" y="634"/>
                    <a:pt x="822" y="409"/>
                  </a:cubicBezTo>
                  <a:cubicBezTo>
                    <a:pt x="822" y="183"/>
                    <a:pt x="639" y="0"/>
                    <a:pt x="4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0"/>
            <p:cNvSpPr/>
            <p:nvPr/>
          </p:nvSpPr>
          <p:spPr>
            <a:xfrm>
              <a:off x="1736294" y="1531477"/>
              <a:ext cx="336465" cy="336439"/>
            </a:xfrm>
            <a:custGeom>
              <a:rect b="b" l="l" r="r" t="t"/>
              <a:pathLst>
                <a:path extrusionOk="0" h="12851" w="12852">
                  <a:moveTo>
                    <a:pt x="6428" y="0"/>
                  </a:moveTo>
                  <a:cubicBezTo>
                    <a:pt x="4723" y="0"/>
                    <a:pt x="3109" y="553"/>
                    <a:pt x="1898" y="1552"/>
                  </a:cubicBezTo>
                  <a:cubicBezTo>
                    <a:pt x="673" y="2561"/>
                    <a:pt x="1" y="3901"/>
                    <a:pt x="1" y="5333"/>
                  </a:cubicBezTo>
                  <a:cubicBezTo>
                    <a:pt x="1" y="6601"/>
                    <a:pt x="548" y="7831"/>
                    <a:pt x="1538" y="8791"/>
                  </a:cubicBezTo>
                  <a:cubicBezTo>
                    <a:pt x="2470" y="9699"/>
                    <a:pt x="3748" y="10324"/>
                    <a:pt x="5146" y="10559"/>
                  </a:cubicBezTo>
                  <a:cubicBezTo>
                    <a:pt x="5165" y="11280"/>
                    <a:pt x="4906" y="11976"/>
                    <a:pt x="4425" y="12510"/>
                  </a:cubicBezTo>
                  <a:cubicBezTo>
                    <a:pt x="4305" y="12644"/>
                    <a:pt x="4401" y="12851"/>
                    <a:pt x="4579" y="12851"/>
                  </a:cubicBezTo>
                  <a:cubicBezTo>
                    <a:pt x="6001" y="12851"/>
                    <a:pt x="7259" y="11924"/>
                    <a:pt x="7677" y="10559"/>
                  </a:cubicBezTo>
                  <a:cubicBezTo>
                    <a:pt x="8792" y="10386"/>
                    <a:pt x="9849" y="9944"/>
                    <a:pt x="10757" y="9272"/>
                  </a:cubicBezTo>
                  <a:cubicBezTo>
                    <a:pt x="10931" y="9136"/>
                    <a:pt x="10806" y="8898"/>
                    <a:pt x="10635" y="8898"/>
                  </a:cubicBezTo>
                  <a:cubicBezTo>
                    <a:pt x="10594" y="8898"/>
                    <a:pt x="10550" y="8912"/>
                    <a:pt x="10507" y="8945"/>
                  </a:cubicBezTo>
                  <a:cubicBezTo>
                    <a:pt x="9662" y="9584"/>
                    <a:pt x="8619" y="10012"/>
                    <a:pt x="7490" y="10175"/>
                  </a:cubicBezTo>
                  <a:cubicBezTo>
                    <a:pt x="7408" y="10189"/>
                    <a:pt x="7341" y="10247"/>
                    <a:pt x="7322" y="10329"/>
                  </a:cubicBezTo>
                  <a:cubicBezTo>
                    <a:pt x="7034" y="11414"/>
                    <a:pt x="6131" y="12231"/>
                    <a:pt x="5021" y="12409"/>
                  </a:cubicBezTo>
                  <a:cubicBezTo>
                    <a:pt x="5420" y="11804"/>
                    <a:pt x="5602" y="11083"/>
                    <a:pt x="5544" y="10367"/>
                  </a:cubicBezTo>
                  <a:cubicBezTo>
                    <a:pt x="5535" y="10271"/>
                    <a:pt x="5463" y="10194"/>
                    <a:pt x="5367" y="10180"/>
                  </a:cubicBezTo>
                  <a:cubicBezTo>
                    <a:pt x="2494" y="9762"/>
                    <a:pt x="409" y="7725"/>
                    <a:pt x="409" y="5333"/>
                  </a:cubicBezTo>
                  <a:cubicBezTo>
                    <a:pt x="409" y="2623"/>
                    <a:pt x="3109" y="413"/>
                    <a:pt x="6428" y="413"/>
                  </a:cubicBezTo>
                  <a:cubicBezTo>
                    <a:pt x="9743" y="413"/>
                    <a:pt x="12438" y="2623"/>
                    <a:pt x="12438" y="5333"/>
                  </a:cubicBezTo>
                  <a:cubicBezTo>
                    <a:pt x="12438" y="6457"/>
                    <a:pt x="11967" y="7552"/>
                    <a:pt x="11108" y="8422"/>
                  </a:cubicBezTo>
                  <a:cubicBezTo>
                    <a:pt x="10961" y="8572"/>
                    <a:pt x="11094" y="8776"/>
                    <a:pt x="11251" y="8776"/>
                  </a:cubicBezTo>
                  <a:cubicBezTo>
                    <a:pt x="11300" y="8776"/>
                    <a:pt x="11350" y="8756"/>
                    <a:pt x="11396" y="8710"/>
                  </a:cubicBezTo>
                  <a:cubicBezTo>
                    <a:pt x="12333" y="7763"/>
                    <a:pt x="12851" y="6562"/>
                    <a:pt x="12851" y="5333"/>
                  </a:cubicBezTo>
                  <a:cubicBezTo>
                    <a:pt x="12851" y="3901"/>
                    <a:pt x="12179" y="2561"/>
                    <a:pt x="10954" y="1552"/>
                  </a:cubicBezTo>
                  <a:cubicBezTo>
                    <a:pt x="9743" y="553"/>
                    <a:pt x="8134" y="0"/>
                    <a:pt x="64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80"/>
          <p:cNvGrpSpPr/>
          <p:nvPr/>
        </p:nvGrpSpPr>
        <p:grpSpPr>
          <a:xfrm>
            <a:off x="2807344" y="4294985"/>
            <a:ext cx="344764" cy="353692"/>
            <a:chOff x="2807344" y="4294985"/>
            <a:chExt cx="344764" cy="353692"/>
          </a:xfrm>
        </p:grpSpPr>
        <p:sp>
          <p:nvSpPr>
            <p:cNvPr id="8273" name="Google Shape;8273;p80"/>
            <p:cNvSpPr/>
            <p:nvPr/>
          </p:nvSpPr>
          <p:spPr>
            <a:xfrm>
              <a:off x="2890623" y="4300274"/>
              <a:ext cx="34846" cy="23169"/>
            </a:xfrm>
            <a:custGeom>
              <a:rect b="b" l="l" r="r" t="t"/>
              <a:pathLst>
                <a:path extrusionOk="0" h="885" w="1331">
                  <a:moveTo>
                    <a:pt x="279" y="1"/>
                  </a:moveTo>
                  <a:cubicBezTo>
                    <a:pt x="125" y="1"/>
                    <a:pt x="0" y="125"/>
                    <a:pt x="0" y="279"/>
                  </a:cubicBezTo>
                  <a:lnTo>
                    <a:pt x="0" y="884"/>
                  </a:lnTo>
                  <a:lnTo>
                    <a:pt x="1331" y="884"/>
                  </a:lnTo>
                  <a:lnTo>
                    <a:pt x="1331" y="279"/>
                  </a:lnTo>
                  <a:cubicBezTo>
                    <a:pt x="1331" y="125"/>
                    <a:pt x="1206" y="1"/>
                    <a:pt x="1052"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0"/>
            <p:cNvSpPr/>
            <p:nvPr/>
          </p:nvSpPr>
          <p:spPr>
            <a:xfrm>
              <a:off x="2821193" y="4300064"/>
              <a:ext cx="37490" cy="39349"/>
            </a:xfrm>
            <a:custGeom>
              <a:rect b="b" l="l" r="r" t="t"/>
              <a:pathLst>
                <a:path extrusionOk="0" h="1503" w="1432">
                  <a:moveTo>
                    <a:pt x="714" y="0"/>
                  </a:moveTo>
                  <a:cubicBezTo>
                    <a:pt x="643" y="0"/>
                    <a:pt x="572" y="40"/>
                    <a:pt x="543" y="119"/>
                  </a:cubicBezTo>
                  <a:lnTo>
                    <a:pt x="0" y="1503"/>
                  </a:lnTo>
                  <a:lnTo>
                    <a:pt x="1432" y="1503"/>
                  </a:lnTo>
                  <a:lnTo>
                    <a:pt x="884" y="119"/>
                  </a:lnTo>
                  <a:cubicBezTo>
                    <a:pt x="855" y="40"/>
                    <a:pt x="785" y="0"/>
                    <a:pt x="714"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0"/>
            <p:cNvSpPr/>
            <p:nvPr/>
          </p:nvSpPr>
          <p:spPr>
            <a:xfrm>
              <a:off x="2890858" y="4420126"/>
              <a:ext cx="34243" cy="35710"/>
            </a:xfrm>
            <a:custGeom>
              <a:rect b="b" l="l" r="r" t="t"/>
              <a:pathLst>
                <a:path extrusionOk="0" h="1364" w="1308">
                  <a:moveTo>
                    <a:pt x="1" y="1"/>
                  </a:moveTo>
                  <a:lnTo>
                    <a:pt x="500" y="1259"/>
                  </a:lnTo>
                  <a:cubicBezTo>
                    <a:pt x="529" y="1329"/>
                    <a:pt x="593" y="1364"/>
                    <a:pt x="656" y="1364"/>
                  </a:cubicBezTo>
                  <a:cubicBezTo>
                    <a:pt x="719" y="1364"/>
                    <a:pt x="781" y="1329"/>
                    <a:pt x="808" y="1259"/>
                  </a:cubicBezTo>
                  <a:lnTo>
                    <a:pt x="13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0"/>
            <p:cNvSpPr/>
            <p:nvPr/>
          </p:nvSpPr>
          <p:spPr>
            <a:xfrm>
              <a:off x="2886853" y="4319778"/>
              <a:ext cx="42412" cy="103018"/>
            </a:xfrm>
            <a:custGeom>
              <a:rect b="b" l="l" r="r" t="t"/>
              <a:pathLst>
                <a:path extrusionOk="0" h="3935" w="1620">
                  <a:moveTo>
                    <a:pt x="279" y="0"/>
                  </a:moveTo>
                  <a:cubicBezTo>
                    <a:pt x="125" y="0"/>
                    <a:pt x="0" y="125"/>
                    <a:pt x="0" y="279"/>
                  </a:cubicBezTo>
                  <a:lnTo>
                    <a:pt x="0" y="3656"/>
                  </a:lnTo>
                  <a:cubicBezTo>
                    <a:pt x="0" y="3810"/>
                    <a:pt x="125" y="3935"/>
                    <a:pt x="279" y="3935"/>
                  </a:cubicBezTo>
                  <a:lnTo>
                    <a:pt x="1340" y="3935"/>
                  </a:lnTo>
                  <a:cubicBezTo>
                    <a:pt x="1494" y="3935"/>
                    <a:pt x="1619" y="3810"/>
                    <a:pt x="1619" y="3656"/>
                  </a:cubicBezTo>
                  <a:lnTo>
                    <a:pt x="1619" y="279"/>
                  </a:lnTo>
                  <a:cubicBezTo>
                    <a:pt x="1619" y="125"/>
                    <a:pt x="1494" y="0"/>
                    <a:pt x="13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0"/>
            <p:cNvSpPr/>
            <p:nvPr/>
          </p:nvSpPr>
          <p:spPr>
            <a:xfrm>
              <a:off x="2908844" y="4319778"/>
              <a:ext cx="20420" cy="103018"/>
            </a:xfrm>
            <a:custGeom>
              <a:rect b="b" l="l" r="r" t="t"/>
              <a:pathLst>
                <a:path extrusionOk="0" h="3935" w="780">
                  <a:moveTo>
                    <a:pt x="1" y="0"/>
                  </a:moveTo>
                  <a:cubicBezTo>
                    <a:pt x="155" y="0"/>
                    <a:pt x="279" y="125"/>
                    <a:pt x="279" y="279"/>
                  </a:cubicBezTo>
                  <a:lnTo>
                    <a:pt x="279" y="3656"/>
                  </a:lnTo>
                  <a:cubicBezTo>
                    <a:pt x="279" y="3810"/>
                    <a:pt x="155" y="3935"/>
                    <a:pt x="1" y="3935"/>
                  </a:cubicBezTo>
                  <a:lnTo>
                    <a:pt x="500" y="3935"/>
                  </a:lnTo>
                  <a:cubicBezTo>
                    <a:pt x="654" y="3935"/>
                    <a:pt x="779" y="3810"/>
                    <a:pt x="779" y="3656"/>
                  </a:cubicBezTo>
                  <a:lnTo>
                    <a:pt x="779" y="279"/>
                  </a:lnTo>
                  <a:cubicBezTo>
                    <a:pt x="779" y="125"/>
                    <a:pt x="654" y="0"/>
                    <a:pt x="500"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0"/>
            <p:cNvSpPr/>
            <p:nvPr/>
          </p:nvSpPr>
          <p:spPr>
            <a:xfrm>
              <a:off x="2816926" y="4337999"/>
              <a:ext cx="45920" cy="224912"/>
            </a:xfrm>
            <a:custGeom>
              <a:rect b="b" l="l" r="r" t="t"/>
              <a:pathLst>
                <a:path extrusionOk="0" h="8591" w="1754">
                  <a:moveTo>
                    <a:pt x="307" y="1"/>
                  </a:moveTo>
                  <a:cubicBezTo>
                    <a:pt x="139" y="1"/>
                    <a:pt x="0" y="135"/>
                    <a:pt x="5" y="303"/>
                  </a:cubicBezTo>
                  <a:lnTo>
                    <a:pt x="5" y="8288"/>
                  </a:lnTo>
                  <a:cubicBezTo>
                    <a:pt x="0" y="8456"/>
                    <a:pt x="139" y="8590"/>
                    <a:pt x="307" y="8590"/>
                  </a:cubicBezTo>
                  <a:lnTo>
                    <a:pt x="1446" y="8590"/>
                  </a:lnTo>
                  <a:cubicBezTo>
                    <a:pt x="1614" y="8590"/>
                    <a:pt x="1753" y="8456"/>
                    <a:pt x="1753" y="8288"/>
                  </a:cubicBezTo>
                  <a:lnTo>
                    <a:pt x="1753" y="303"/>
                  </a:lnTo>
                  <a:cubicBezTo>
                    <a:pt x="1753" y="135"/>
                    <a:pt x="1614" y="1"/>
                    <a:pt x="1446"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0"/>
            <p:cNvSpPr/>
            <p:nvPr/>
          </p:nvSpPr>
          <p:spPr>
            <a:xfrm>
              <a:off x="2839938" y="4337999"/>
              <a:ext cx="22908" cy="224912"/>
            </a:xfrm>
            <a:custGeom>
              <a:rect b="b" l="l" r="r" t="t"/>
              <a:pathLst>
                <a:path extrusionOk="0" h="8591" w="875">
                  <a:moveTo>
                    <a:pt x="0" y="1"/>
                  </a:moveTo>
                  <a:lnTo>
                    <a:pt x="0" y="8590"/>
                  </a:lnTo>
                  <a:lnTo>
                    <a:pt x="567" y="8590"/>
                  </a:lnTo>
                  <a:cubicBezTo>
                    <a:pt x="735" y="8590"/>
                    <a:pt x="874" y="8456"/>
                    <a:pt x="874" y="8288"/>
                  </a:cubicBezTo>
                  <a:lnTo>
                    <a:pt x="874" y="303"/>
                  </a:lnTo>
                  <a:cubicBezTo>
                    <a:pt x="874" y="135"/>
                    <a:pt x="735" y="1"/>
                    <a:pt x="56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0"/>
            <p:cNvSpPr/>
            <p:nvPr/>
          </p:nvSpPr>
          <p:spPr>
            <a:xfrm>
              <a:off x="2816926" y="4532307"/>
              <a:ext cx="45920" cy="30604"/>
            </a:xfrm>
            <a:custGeom>
              <a:rect b="b" l="l" r="r" t="t"/>
              <a:pathLst>
                <a:path extrusionOk="0" h="1169" w="1754">
                  <a:moveTo>
                    <a:pt x="5" y="1"/>
                  </a:moveTo>
                  <a:lnTo>
                    <a:pt x="5" y="866"/>
                  </a:lnTo>
                  <a:cubicBezTo>
                    <a:pt x="0" y="1034"/>
                    <a:pt x="139" y="1168"/>
                    <a:pt x="307" y="1168"/>
                  </a:cubicBezTo>
                  <a:lnTo>
                    <a:pt x="1451" y="1168"/>
                  </a:lnTo>
                  <a:cubicBezTo>
                    <a:pt x="1619" y="1168"/>
                    <a:pt x="1753" y="1034"/>
                    <a:pt x="1753" y="866"/>
                  </a:cubicBezTo>
                  <a:lnTo>
                    <a:pt x="17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0"/>
            <p:cNvSpPr/>
            <p:nvPr/>
          </p:nvSpPr>
          <p:spPr>
            <a:xfrm>
              <a:off x="2888738" y="4484267"/>
              <a:ext cx="38615" cy="53486"/>
            </a:xfrm>
            <a:custGeom>
              <a:rect b="b" l="l" r="r" t="t"/>
              <a:pathLst>
                <a:path extrusionOk="0" h="2043" w="1475">
                  <a:moveTo>
                    <a:pt x="308" y="1"/>
                  </a:moveTo>
                  <a:cubicBezTo>
                    <a:pt x="139" y="1"/>
                    <a:pt x="0" y="140"/>
                    <a:pt x="0" y="308"/>
                  </a:cubicBezTo>
                  <a:lnTo>
                    <a:pt x="0" y="2043"/>
                  </a:lnTo>
                  <a:lnTo>
                    <a:pt x="1475" y="2043"/>
                  </a:lnTo>
                  <a:lnTo>
                    <a:pt x="1475" y="308"/>
                  </a:lnTo>
                  <a:cubicBezTo>
                    <a:pt x="1475" y="140"/>
                    <a:pt x="1340" y="1"/>
                    <a:pt x="1172"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0"/>
            <p:cNvSpPr/>
            <p:nvPr/>
          </p:nvSpPr>
          <p:spPr>
            <a:xfrm>
              <a:off x="2883685" y="4503012"/>
              <a:ext cx="48721" cy="59900"/>
            </a:xfrm>
            <a:custGeom>
              <a:rect b="b" l="l" r="r" t="t"/>
              <a:pathLst>
                <a:path extrusionOk="0" h="2288" w="1861">
                  <a:moveTo>
                    <a:pt x="308" y="1"/>
                  </a:moveTo>
                  <a:cubicBezTo>
                    <a:pt x="140" y="1"/>
                    <a:pt x="1" y="135"/>
                    <a:pt x="1" y="303"/>
                  </a:cubicBezTo>
                  <a:lnTo>
                    <a:pt x="1" y="1985"/>
                  </a:lnTo>
                  <a:cubicBezTo>
                    <a:pt x="1" y="2153"/>
                    <a:pt x="140" y="2287"/>
                    <a:pt x="308" y="2287"/>
                  </a:cubicBezTo>
                  <a:lnTo>
                    <a:pt x="1553" y="2287"/>
                  </a:lnTo>
                  <a:cubicBezTo>
                    <a:pt x="1721" y="2287"/>
                    <a:pt x="1860" y="2153"/>
                    <a:pt x="1860" y="1985"/>
                  </a:cubicBezTo>
                  <a:lnTo>
                    <a:pt x="1860" y="303"/>
                  </a:lnTo>
                  <a:cubicBezTo>
                    <a:pt x="1860" y="135"/>
                    <a:pt x="1721" y="1"/>
                    <a:pt x="1553"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0"/>
            <p:cNvSpPr/>
            <p:nvPr/>
          </p:nvSpPr>
          <p:spPr>
            <a:xfrm>
              <a:off x="2954371" y="4305693"/>
              <a:ext cx="188051" cy="253056"/>
            </a:xfrm>
            <a:custGeom>
              <a:rect b="b" l="l" r="r" t="t"/>
              <a:pathLst>
                <a:path extrusionOk="0" h="9666" w="7183">
                  <a:moveTo>
                    <a:pt x="308" y="0"/>
                  </a:moveTo>
                  <a:cubicBezTo>
                    <a:pt x="140" y="0"/>
                    <a:pt x="1" y="139"/>
                    <a:pt x="1" y="308"/>
                  </a:cubicBezTo>
                  <a:lnTo>
                    <a:pt x="1" y="9358"/>
                  </a:lnTo>
                  <a:cubicBezTo>
                    <a:pt x="1" y="9526"/>
                    <a:pt x="140" y="9666"/>
                    <a:pt x="308" y="9666"/>
                  </a:cubicBezTo>
                  <a:lnTo>
                    <a:pt x="6573" y="9666"/>
                  </a:lnTo>
                  <a:cubicBezTo>
                    <a:pt x="6909" y="9666"/>
                    <a:pt x="7183" y="9392"/>
                    <a:pt x="7183" y="9056"/>
                  </a:cubicBezTo>
                  <a:lnTo>
                    <a:pt x="7183" y="610"/>
                  </a:lnTo>
                  <a:cubicBezTo>
                    <a:pt x="7183" y="274"/>
                    <a:pt x="6909" y="0"/>
                    <a:pt x="657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0"/>
            <p:cNvSpPr/>
            <p:nvPr/>
          </p:nvSpPr>
          <p:spPr>
            <a:xfrm>
              <a:off x="3110718" y="4305693"/>
              <a:ext cx="31704" cy="253056"/>
            </a:xfrm>
            <a:custGeom>
              <a:rect b="b" l="l" r="r" t="t"/>
              <a:pathLst>
                <a:path extrusionOk="0" h="9666" w="1211">
                  <a:moveTo>
                    <a:pt x="0" y="0"/>
                  </a:moveTo>
                  <a:cubicBezTo>
                    <a:pt x="337" y="0"/>
                    <a:pt x="610" y="274"/>
                    <a:pt x="610" y="610"/>
                  </a:cubicBezTo>
                  <a:lnTo>
                    <a:pt x="610" y="9056"/>
                  </a:lnTo>
                  <a:cubicBezTo>
                    <a:pt x="610" y="9392"/>
                    <a:pt x="337" y="9666"/>
                    <a:pt x="0" y="9666"/>
                  </a:cubicBezTo>
                  <a:lnTo>
                    <a:pt x="601" y="9666"/>
                  </a:lnTo>
                  <a:cubicBezTo>
                    <a:pt x="937" y="9666"/>
                    <a:pt x="1211" y="9392"/>
                    <a:pt x="1211" y="9056"/>
                  </a:cubicBezTo>
                  <a:lnTo>
                    <a:pt x="1211" y="610"/>
                  </a:lnTo>
                  <a:cubicBezTo>
                    <a:pt x="1211" y="274"/>
                    <a:pt x="937" y="0"/>
                    <a:pt x="601"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0"/>
            <p:cNvSpPr/>
            <p:nvPr/>
          </p:nvSpPr>
          <p:spPr>
            <a:xfrm>
              <a:off x="2982174" y="4300274"/>
              <a:ext cx="17881" cy="264025"/>
            </a:xfrm>
            <a:custGeom>
              <a:rect b="b" l="l" r="r" t="t"/>
              <a:pathLst>
                <a:path extrusionOk="0" h="10085" w="683">
                  <a:moveTo>
                    <a:pt x="178" y="1"/>
                  </a:moveTo>
                  <a:cubicBezTo>
                    <a:pt x="82" y="1"/>
                    <a:pt x="1" y="77"/>
                    <a:pt x="1" y="178"/>
                  </a:cubicBezTo>
                  <a:lnTo>
                    <a:pt x="1" y="9902"/>
                  </a:lnTo>
                  <a:cubicBezTo>
                    <a:pt x="1" y="10002"/>
                    <a:pt x="82" y="10084"/>
                    <a:pt x="178" y="10084"/>
                  </a:cubicBezTo>
                  <a:lnTo>
                    <a:pt x="500" y="10084"/>
                  </a:lnTo>
                  <a:cubicBezTo>
                    <a:pt x="601" y="10084"/>
                    <a:pt x="683" y="10002"/>
                    <a:pt x="683" y="9902"/>
                  </a:cubicBezTo>
                  <a:lnTo>
                    <a:pt x="683" y="178"/>
                  </a:lnTo>
                  <a:cubicBezTo>
                    <a:pt x="683" y="77"/>
                    <a:pt x="601" y="1"/>
                    <a:pt x="50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0"/>
            <p:cNvSpPr/>
            <p:nvPr/>
          </p:nvSpPr>
          <p:spPr>
            <a:xfrm>
              <a:off x="2812502" y="4583253"/>
              <a:ext cx="334449" cy="60266"/>
            </a:xfrm>
            <a:custGeom>
              <a:rect b="b" l="l" r="r" t="t"/>
              <a:pathLst>
                <a:path extrusionOk="0" h="2302" w="12775">
                  <a:moveTo>
                    <a:pt x="304" y="1"/>
                  </a:moveTo>
                  <a:cubicBezTo>
                    <a:pt x="135" y="1"/>
                    <a:pt x="1" y="135"/>
                    <a:pt x="1" y="303"/>
                  </a:cubicBezTo>
                  <a:lnTo>
                    <a:pt x="1" y="1994"/>
                  </a:lnTo>
                  <a:cubicBezTo>
                    <a:pt x="1" y="2162"/>
                    <a:pt x="135" y="2302"/>
                    <a:pt x="304" y="2302"/>
                  </a:cubicBezTo>
                  <a:lnTo>
                    <a:pt x="12467" y="2302"/>
                  </a:lnTo>
                  <a:cubicBezTo>
                    <a:pt x="12636" y="2302"/>
                    <a:pt x="12775" y="2162"/>
                    <a:pt x="12775" y="1994"/>
                  </a:cubicBezTo>
                  <a:lnTo>
                    <a:pt x="12775" y="303"/>
                  </a:lnTo>
                  <a:cubicBezTo>
                    <a:pt x="12775" y="135"/>
                    <a:pt x="12636" y="1"/>
                    <a:pt x="12467"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0"/>
            <p:cNvSpPr/>
            <p:nvPr/>
          </p:nvSpPr>
          <p:spPr>
            <a:xfrm>
              <a:off x="3123913" y="4583253"/>
              <a:ext cx="23038" cy="60266"/>
            </a:xfrm>
            <a:custGeom>
              <a:rect b="b" l="l" r="r" t="t"/>
              <a:pathLst>
                <a:path extrusionOk="0" h="2302" w="880">
                  <a:moveTo>
                    <a:pt x="1" y="1"/>
                  </a:moveTo>
                  <a:cubicBezTo>
                    <a:pt x="169" y="1"/>
                    <a:pt x="303" y="135"/>
                    <a:pt x="303" y="303"/>
                  </a:cubicBezTo>
                  <a:lnTo>
                    <a:pt x="303" y="1994"/>
                  </a:lnTo>
                  <a:cubicBezTo>
                    <a:pt x="303" y="2162"/>
                    <a:pt x="169" y="2302"/>
                    <a:pt x="1" y="2302"/>
                  </a:cubicBezTo>
                  <a:lnTo>
                    <a:pt x="572" y="2302"/>
                  </a:lnTo>
                  <a:cubicBezTo>
                    <a:pt x="741" y="2302"/>
                    <a:pt x="880" y="2162"/>
                    <a:pt x="880" y="1994"/>
                  </a:cubicBezTo>
                  <a:lnTo>
                    <a:pt x="880" y="303"/>
                  </a:lnTo>
                  <a:cubicBezTo>
                    <a:pt x="880" y="135"/>
                    <a:pt x="741" y="1"/>
                    <a:pt x="572" y="1"/>
                  </a:cubicBezTo>
                  <a:close/>
                </a:path>
              </a:pathLst>
            </a:custGeom>
            <a:solidFill>
              <a:srgbClr val="BC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0"/>
            <p:cNvSpPr/>
            <p:nvPr/>
          </p:nvSpPr>
          <p:spPr>
            <a:xfrm>
              <a:off x="2881695" y="4294985"/>
              <a:ext cx="52700" cy="166060"/>
            </a:xfrm>
            <a:custGeom>
              <a:rect b="b" l="l" r="r" t="t"/>
              <a:pathLst>
                <a:path extrusionOk="0" h="6343" w="2013">
                  <a:moveTo>
                    <a:pt x="1393" y="399"/>
                  </a:moveTo>
                  <a:cubicBezTo>
                    <a:pt x="1441" y="399"/>
                    <a:pt x="1475" y="433"/>
                    <a:pt x="1475" y="476"/>
                  </a:cubicBezTo>
                  <a:lnTo>
                    <a:pt x="1475" y="750"/>
                  </a:lnTo>
                  <a:lnTo>
                    <a:pt x="538" y="750"/>
                  </a:lnTo>
                  <a:lnTo>
                    <a:pt x="538" y="476"/>
                  </a:lnTo>
                  <a:cubicBezTo>
                    <a:pt x="538" y="433"/>
                    <a:pt x="577" y="399"/>
                    <a:pt x="620" y="399"/>
                  </a:cubicBezTo>
                  <a:close/>
                  <a:moveTo>
                    <a:pt x="1331" y="5079"/>
                  </a:moveTo>
                  <a:lnTo>
                    <a:pt x="1009" y="5890"/>
                  </a:lnTo>
                  <a:lnTo>
                    <a:pt x="682" y="5079"/>
                  </a:lnTo>
                  <a:close/>
                  <a:moveTo>
                    <a:pt x="620" y="1"/>
                  </a:moveTo>
                  <a:cubicBezTo>
                    <a:pt x="356" y="1"/>
                    <a:pt x="144" y="217"/>
                    <a:pt x="144" y="476"/>
                  </a:cubicBezTo>
                  <a:lnTo>
                    <a:pt x="144" y="885"/>
                  </a:lnTo>
                  <a:cubicBezTo>
                    <a:pt x="53" y="976"/>
                    <a:pt x="5" y="1096"/>
                    <a:pt x="0" y="1226"/>
                  </a:cubicBezTo>
                  <a:lnTo>
                    <a:pt x="0" y="4603"/>
                  </a:lnTo>
                  <a:cubicBezTo>
                    <a:pt x="5" y="4766"/>
                    <a:pt x="91" y="4920"/>
                    <a:pt x="231" y="5007"/>
                  </a:cubicBezTo>
                  <a:lnTo>
                    <a:pt x="668" y="6111"/>
                  </a:lnTo>
                  <a:cubicBezTo>
                    <a:pt x="730" y="6265"/>
                    <a:pt x="870" y="6342"/>
                    <a:pt x="1008" y="6342"/>
                  </a:cubicBezTo>
                  <a:cubicBezTo>
                    <a:pt x="1147" y="6342"/>
                    <a:pt x="1285" y="6265"/>
                    <a:pt x="1345" y="6111"/>
                  </a:cubicBezTo>
                  <a:lnTo>
                    <a:pt x="1787" y="5007"/>
                  </a:lnTo>
                  <a:cubicBezTo>
                    <a:pt x="1927" y="4920"/>
                    <a:pt x="2013" y="4766"/>
                    <a:pt x="2013" y="4603"/>
                  </a:cubicBezTo>
                  <a:lnTo>
                    <a:pt x="2013" y="3666"/>
                  </a:lnTo>
                  <a:cubicBezTo>
                    <a:pt x="2006" y="3541"/>
                    <a:pt x="1911" y="3479"/>
                    <a:pt x="1816" y="3479"/>
                  </a:cubicBezTo>
                  <a:cubicBezTo>
                    <a:pt x="1721" y="3479"/>
                    <a:pt x="1626" y="3541"/>
                    <a:pt x="1619" y="3666"/>
                  </a:cubicBezTo>
                  <a:lnTo>
                    <a:pt x="1619" y="4603"/>
                  </a:lnTo>
                  <a:cubicBezTo>
                    <a:pt x="1619" y="4646"/>
                    <a:pt x="1581" y="4680"/>
                    <a:pt x="1537" y="4680"/>
                  </a:cubicBezTo>
                  <a:lnTo>
                    <a:pt x="481" y="4680"/>
                  </a:lnTo>
                  <a:cubicBezTo>
                    <a:pt x="432" y="4680"/>
                    <a:pt x="399" y="4646"/>
                    <a:pt x="399" y="4603"/>
                  </a:cubicBezTo>
                  <a:lnTo>
                    <a:pt x="399" y="1226"/>
                  </a:lnTo>
                  <a:cubicBezTo>
                    <a:pt x="399" y="1183"/>
                    <a:pt x="432" y="1144"/>
                    <a:pt x="481" y="1144"/>
                  </a:cubicBezTo>
                  <a:lnTo>
                    <a:pt x="1537" y="1144"/>
                  </a:lnTo>
                  <a:cubicBezTo>
                    <a:pt x="1581" y="1144"/>
                    <a:pt x="1619" y="1183"/>
                    <a:pt x="1619" y="1226"/>
                  </a:cubicBezTo>
                  <a:lnTo>
                    <a:pt x="1619" y="2806"/>
                  </a:lnTo>
                  <a:cubicBezTo>
                    <a:pt x="1626" y="2929"/>
                    <a:pt x="1721" y="2990"/>
                    <a:pt x="1816" y="2990"/>
                  </a:cubicBezTo>
                  <a:cubicBezTo>
                    <a:pt x="1911" y="2990"/>
                    <a:pt x="2006" y="2929"/>
                    <a:pt x="2013" y="2806"/>
                  </a:cubicBezTo>
                  <a:lnTo>
                    <a:pt x="2013" y="1226"/>
                  </a:lnTo>
                  <a:cubicBezTo>
                    <a:pt x="2013" y="1096"/>
                    <a:pt x="1960" y="976"/>
                    <a:pt x="1874" y="885"/>
                  </a:cubicBezTo>
                  <a:lnTo>
                    <a:pt x="1874" y="476"/>
                  </a:lnTo>
                  <a:cubicBezTo>
                    <a:pt x="1869" y="217"/>
                    <a:pt x="1658" y="1"/>
                    <a:pt x="1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0"/>
            <p:cNvSpPr/>
            <p:nvPr/>
          </p:nvSpPr>
          <p:spPr>
            <a:xfrm>
              <a:off x="2811768" y="4295064"/>
              <a:ext cx="56235" cy="273005"/>
            </a:xfrm>
            <a:custGeom>
              <a:rect b="b" l="l" r="r" t="t"/>
              <a:pathLst>
                <a:path extrusionOk="0" h="10428" w="2148">
                  <a:moveTo>
                    <a:pt x="1076" y="421"/>
                  </a:moveTo>
                  <a:lnTo>
                    <a:pt x="1480" y="1444"/>
                  </a:lnTo>
                  <a:lnTo>
                    <a:pt x="668" y="1444"/>
                  </a:lnTo>
                  <a:lnTo>
                    <a:pt x="1076" y="421"/>
                  </a:lnTo>
                  <a:close/>
                  <a:moveTo>
                    <a:pt x="874" y="1838"/>
                  </a:moveTo>
                  <a:lnTo>
                    <a:pt x="874" y="8866"/>
                  </a:lnTo>
                  <a:lnTo>
                    <a:pt x="442" y="8866"/>
                  </a:lnTo>
                  <a:cubicBezTo>
                    <a:pt x="438" y="8865"/>
                    <a:pt x="434" y="8864"/>
                    <a:pt x="429" y="8864"/>
                  </a:cubicBezTo>
                  <a:cubicBezTo>
                    <a:pt x="419" y="8864"/>
                    <a:pt x="409" y="8867"/>
                    <a:pt x="399" y="8871"/>
                  </a:cubicBezTo>
                  <a:lnTo>
                    <a:pt x="399" y="1943"/>
                  </a:lnTo>
                  <a:cubicBezTo>
                    <a:pt x="394" y="1886"/>
                    <a:pt x="442" y="1838"/>
                    <a:pt x="504" y="1838"/>
                  </a:cubicBezTo>
                  <a:close/>
                  <a:moveTo>
                    <a:pt x="1643" y="1838"/>
                  </a:moveTo>
                  <a:cubicBezTo>
                    <a:pt x="1705" y="1838"/>
                    <a:pt x="1754" y="1886"/>
                    <a:pt x="1754" y="1943"/>
                  </a:cubicBezTo>
                  <a:lnTo>
                    <a:pt x="1754" y="8871"/>
                  </a:lnTo>
                  <a:cubicBezTo>
                    <a:pt x="1734" y="8866"/>
                    <a:pt x="1720" y="8866"/>
                    <a:pt x="1705" y="8866"/>
                  </a:cubicBezTo>
                  <a:lnTo>
                    <a:pt x="1273" y="8866"/>
                  </a:lnTo>
                  <a:lnTo>
                    <a:pt x="1273" y="1838"/>
                  </a:lnTo>
                  <a:close/>
                  <a:moveTo>
                    <a:pt x="1749" y="9255"/>
                  </a:moveTo>
                  <a:lnTo>
                    <a:pt x="1749" y="9923"/>
                  </a:lnTo>
                  <a:cubicBezTo>
                    <a:pt x="1754" y="9985"/>
                    <a:pt x="1705" y="10033"/>
                    <a:pt x="1643" y="10033"/>
                  </a:cubicBezTo>
                  <a:lnTo>
                    <a:pt x="504" y="10033"/>
                  </a:lnTo>
                  <a:cubicBezTo>
                    <a:pt x="447" y="10033"/>
                    <a:pt x="399" y="9985"/>
                    <a:pt x="399" y="9928"/>
                  </a:cubicBezTo>
                  <a:lnTo>
                    <a:pt x="399" y="9255"/>
                  </a:lnTo>
                  <a:cubicBezTo>
                    <a:pt x="413" y="9255"/>
                    <a:pt x="428" y="9260"/>
                    <a:pt x="442" y="9260"/>
                  </a:cubicBezTo>
                  <a:lnTo>
                    <a:pt x="1705" y="9260"/>
                  </a:lnTo>
                  <a:cubicBezTo>
                    <a:pt x="1720" y="9260"/>
                    <a:pt x="1734" y="9255"/>
                    <a:pt x="1749" y="9255"/>
                  </a:cubicBezTo>
                  <a:close/>
                  <a:moveTo>
                    <a:pt x="1074" y="0"/>
                  </a:moveTo>
                  <a:cubicBezTo>
                    <a:pt x="928" y="0"/>
                    <a:pt x="783" y="79"/>
                    <a:pt x="721" y="238"/>
                  </a:cubicBezTo>
                  <a:lnTo>
                    <a:pt x="202" y="1540"/>
                  </a:lnTo>
                  <a:cubicBezTo>
                    <a:pt x="77" y="1636"/>
                    <a:pt x="0" y="1785"/>
                    <a:pt x="0" y="1943"/>
                  </a:cubicBezTo>
                  <a:lnTo>
                    <a:pt x="0" y="9928"/>
                  </a:lnTo>
                  <a:cubicBezTo>
                    <a:pt x="0" y="10206"/>
                    <a:pt x="226" y="10427"/>
                    <a:pt x="504" y="10427"/>
                  </a:cubicBezTo>
                  <a:lnTo>
                    <a:pt x="1643" y="10427"/>
                  </a:lnTo>
                  <a:cubicBezTo>
                    <a:pt x="1922" y="10427"/>
                    <a:pt x="2147" y="10201"/>
                    <a:pt x="2147" y="9928"/>
                  </a:cubicBezTo>
                  <a:lnTo>
                    <a:pt x="2147" y="1943"/>
                  </a:lnTo>
                  <a:cubicBezTo>
                    <a:pt x="2147" y="1785"/>
                    <a:pt x="2071" y="1636"/>
                    <a:pt x="1946" y="1540"/>
                  </a:cubicBezTo>
                  <a:lnTo>
                    <a:pt x="1427" y="238"/>
                  </a:lnTo>
                  <a:cubicBezTo>
                    <a:pt x="1364" y="79"/>
                    <a:pt x="1219" y="0"/>
                    <a:pt x="10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0"/>
            <p:cNvSpPr/>
            <p:nvPr/>
          </p:nvSpPr>
          <p:spPr>
            <a:xfrm>
              <a:off x="2878554" y="4479109"/>
              <a:ext cx="59010" cy="88960"/>
            </a:xfrm>
            <a:custGeom>
              <a:rect b="b" l="l" r="r" t="t"/>
              <a:pathLst>
                <a:path extrusionOk="0" h="3398" w="2254">
                  <a:moveTo>
                    <a:pt x="688" y="399"/>
                  </a:moveTo>
                  <a:cubicBezTo>
                    <a:pt x="691" y="399"/>
                    <a:pt x="694" y="399"/>
                    <a:pt x="697" y="400"/>
                  </a:cubicBezTo>
                  <a:lnTo>
                    <a:pt x="1561" y="400"/>
                  </a:lnTo>
                  <a:cubicBezTo>
                    <a:pt x="1619" y="400"/>
                    <a:pt x="1667" y="443"/>
                    <a:pt x="1667" y="505"/>
                  </a:cubicBezTo>
                  <a:lnTo>
                    <a:pt x="1667" y="717"/>
                  </a:lnTo>
                  <a:lnTo>
                    <a:pt x="586" y="717"/>
                  </a:lnTo>
                  <a:lnTo>
                    <a:pt x="586" y="505"/>
                  </a:lnTo>
                  <a:cubicBezTo>
                    <a:pt x="586" y="446"/>
                    <a:pt x="630" y="399"/>
                    <a:pt x="688" y="399"/>
                  </a:cubicBezTo>
                  <a:close/>
                  <a:moveTo>
                    <a:pt x="1749" y="1111"/>
                  </a:moveTo>
                  <a:cubicBezTo>
                    <a:pt x="1811" y="1111"/>
                    <a:pt x="1859" y="1159"/>
                    <a:pt x="1859" y="1221"/>
                  </a:cubicBezTo>
                  <a:lnTo>
                    <a:pt x="1859" y="2898"/>
                  </a:lnTo>
                  <a:cubicBezTo>
                    <a:pt x="1859" y="2955"/>
                    <a:pt x="1811" y="3003"/>
                    <a:pt x="1749" y="3003"/>
                  </a:cubicBezTo>
                  <a:lnTo>
                    <a:pt x="504" y="3003"/>
                  </a:lnTo>
                  <a:cubicBezTo>
                    <a:pt x="442" y="3003"/>
                    <a:pt x="399" y="2955"/>
                    <a:pt x="399" y="2898"/>
                  </a:cubicBezTo>
                  <a:lnTo>
                    <a:pt x="399" y="1221"/>
                  </a:lnTo>
                  <a:cubicBezTo>
                    <a:pt x="394" y="1159"/>
                    <a:pt x="442" y="1111"/>
                    <a:pt x="504" y="1111"/>
                  </a:cubicBezTo>
                  <a:close/>
                  <a:moveTo>
                    <a:pt x="697" y="1"/>
                  </a:moveTo>
                  <a:cubicBezTo>
                    <a:pt x="418" y="1"/>
                    <a:pt x="192" y="227"/>
                    <a:pt x="192" y="505"/>
                  </a:cubicBezTo>
                  <a:lnTo>
                    <a:pt x="192" y="827"/>
                  </a:lnTo>
                  <a:cubicBezTo>
                    <a:pt x="72" y="918"/>
                    <a:pt x="0" y="1067"/>
                    <a:pt x="0" y="1221"/>
                  </a:cubicBezTo>
                  <a:lnTo>
                    <a:pt x="0" y="2898"/>
                  </a:lnTo>
                  <a:cubicBezTo>
                    <a:pt x="0" y="3176"/>
                    <a:pt x="226" y="3397"/>
                    <a:pt x="504" y="3397"/>
                  </a:cubicBezTo>
                  <a:lnTo>
                    <a:pt x="1749" y="3397"/>
                  </a:lnTo>
                  <a:cubicBezTo>
                    <a:pt x="2027" y="3397"/>
                    <a:pt x="2253" y="3176"/>
                    <a:pt x="2253" y="2898"/>
                  </a:cubicBezTo>
                  <a:lnTo>
                    <a:pt x="2253" y="1221"/>
                  </a:lnTo>
                  <a:cubicBezTo>
                    <a:pt x="2253" y="1067"/>
                    <a:pt x="2181" y="918"/>
                    <a:pt x="2061" y="827"/>
                  </a:cubicBezTo>
                  <a:lnTo>
                    <a:pt x="2061" y="505"/>
                  </a:lnTo>
                  <a:cubicBezTo>
                    <a:pt x="2061" y="227"/>
                    <a:pt x="1835"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0"/>
            <p:cNvSpPr/>
            <p:nvPr/>
          </p:nvSpPr>
          <p:spPr>
            <a:xfrm>
              <a:off x="2949030" y="4294985"/>
              <a:ext cx="198549" cy="274471"/>
            </a:xfrm>
            <a:custGeom>
              <a:rect b="b" l="l" r="r" t="t"/>
              <a:pathLst>
                <a:path extrusionOk="0" h="10484" w="7584">
                  <a:moveTo>
                    <a:pt x="6777" y="611"/>
                  </a:moveTo>
                  <a:cubicBezTo>
                    <a:pt x="7003" y="611"/>
                    <a:pt x="7185" y="793"/>
                    <a:pt x="7185" y="1019"/>
                  </a:cubicBezTo>
                  <a:lnTo>
                    <a:pt x="7190" y="1019"/>
                  </a:lnTo>
                  <a:lnTo>
                    <a:pt x="7190" y="9465"/>
                  </a:lnTo>
                  <a:cubicBezTo>
                    <a:pt x="7185" y="9690"/>
                    <a:pt x="7003" y="9873"/>
                    <a:pt x="6777" y="9873"/>
                  </a:cubicBezTo>
                  <a:lnTo>
                    <a:pt x="2146" y="9873"/>
                  </a:lnTo>
                  <a:lnTo>
                    <a:pt x="2146" y="611"/>
                  </a:lnTo>
                  <a:close/>
                  <a:moveTo>
                    <a:pt x="1752" y="395"/>
                  </a:moveTo>
                  <a:lnTo>
                    <a:pt x="1752" y="10089"/>
                  </a:lnTo>
                  <a:lnTo>
                    <a:pt x="1464" y="10089"/>
                  </a:lnTo>
                  <a:lnTo>
                    <a:pt x="1464" y="395"/>
                  </a:lnTo>
                  <a:close/>
                  <a:moveTo>
                    <a:pt x="1444" y="1"/>
                  </a:moveTo>
                  <a:cubicBezTo>
                    <a:pt x="1300" y="1"/>
                    <a:pt x="1170" y="82"/>
                    <a:pt x="1103" y="212"/>
                  </a:cubicBezTo>
                  <a:lnTo>
                    <a:pt x="512" y="212"/>
                  </a:lnTo>
                  <a:cubicBezTo>
                    <a:pt x="234" y="212"/>
                    <a:pt x="8" y="438"/>
                    <a:pt x="8" y="717"/>
                  </a:cubicBezTo>
                  <a:lnTo>
                    <a:pt x="8" y="2806"/>
                  </a:lnTo>
                  <a:cubicBezTo>
                    <a:pt x="1" y="2946"/>
                    <a:pt x="104" y="3015"/>
                    <a:pt x="207" y="3015"/>
                  </a:cubicBezTo>
                  <a:cubicBezTo>
                    <a:pt x="311" y="3015"/>
                    <a:pt x="414" y="2946"/>
                    <a:pt x="407" y="2806"/>
                  </a:cubicBezTo>
                  <a:lnTo>
                    <a:pt x="407" y="717"/>
                  </a:lnTo>
                  <a:cubicBezTo>
                    <a:pt x="407" y="654"/>
                    <a:pt x="455" y="606"/>
                    <a:pt x="512" y="606"/>
                  </a:cubicBezTo>
                  <a:lnTo>
                    <a:pt x="1065" y="606"/>
                  </a:lnTo>
                  <a:lnTo>
                    <a:pt x="1065" y="9873"/>
                  </a:lnTo>
                  <a:lnTo>
                    <a:pt x="512" y="9873"/>
                  </a:lnTo>
                  <a:cubicBezTo>
                    <a:pt x="455" y="9873"/>
                    <a:pt x="407" y="9825"/>
                    <a:pt x="407" y="9767"/>
                  </a:cubicBezTo>
                  <a:lnTo>
                    <a:pt x="407" y="3666"/>
                  </a:lnTo>
                  <a:cubicBezTo>
                    <a:pt x="399" y="3541"/>
                    <a:pt x="303" y="3479"/>
                    <a:pt x="207" y="3479"/>
                  </a:cubicBezTo>
                  <a:cubicBezTo>
                    <a:pt x="111" y="3479"/>
                    <a:pt x="15" y="3541"/>
                    <a:pt x="8" y="3666"/>
                  </a:cubicBezTo>
                  <a:lnTo>
                    <a:pt x="8" y="9767"/>
                  </a:lnTo>
                  <a:cubicBezTo>
                    <a:pt x="8" y="10046"/>
                    <a:pt x="234" y="10272"/>
                    <a:pt x="512" y="10272"/>
                  </a:cubicBezTo>
                  <a:lnTo>
                    <a:pt x="1103" y="10272"/>
                  </a:lnTo>
                  <a:cubicBezTo>
                    <a:pt x="1170" y="10401"/>
                    <a:pt x="1300" y="10483"/>
                    <a:pt x="1444" y="10483"/>
                  </a:cubicBezTo>
                  <a:lnTo>
                    <a:pt x="1766" y="10483"/>
                  </a:lnTo>
                  <a:cubicBezTo>
                    <a:pt x="1910" y="10483"/>
                    <a:pt x="2045" y="10401"/>
                    <a:pt x="2107" y="10272"/>
                  </a:cubicBezTo>
                  <a:lnTo>
                    <a:pt x="6777" y="10272"/>
                  </a:lnTo>
                  <a:cubicBezTo>
                    <a:pt x="7224" y="10272"/>
                    <a:pt x="7584" y="9907"/>
                    <a:pt x="7584" y="9465"/>
                  </a:cubicBezTo>
                  <a:lnTo>
                    <a:pt x="7584" y="1019"/>
                  </a:lnTo>
                  <a:cubicBezTo>
                    <a:pt x="7584" y="572"/>
                    <a:pt x="7224" y="212"/>
                    <a:pt x="6777" y="212"/>
                  </a:cubicBezTo>
                  <a:lnTo>
                    <a:pt x="2107" y="212"/>
                  </a:lnTo>
                  <a:cubicBezTo>
                    <a:pt x="2045" y="82"/>
                    <a:pt x="1910" y="1"/>
                    <a:pt x="17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0"/>
            <p:cNvSpPr/>
            <p:nvPr/>
          </p:nvSpPr>
          <p:spPr>
            <a:xfrm>
              <a:off x="3086187" y="4526652"/>
              <a:ext cx="31599" cy="10367"/>
            </a:xfrm>
            <a:custGeom>
              <a:rect b="b" l="l" r="r" t="t"/>
              <a:pathLst>
                <a:path extrusionOk="0" h="396" w="1207">
                  <a:moveTo>
                    <a:pt x="256" y="0"/>
                  </a:moveTo>
                  <a:cubicBezTo>
                    <a:pt x="0" y="0"/>
                    <a:pt x="2" y="395"/>
                    <a:pt x="261" y="395"/>
                  </a:cubicBezTo>
                  <a:cubicBezTo>
                    <a:pt x="265" y="395"/>
                    <a:pt x="270" y="395"/>
                    <a:pt x="274" y="395"/>
                  </a:cubicBezTo>
                  <a:lnTo>
                    <a:pt x="957" y="395"/>
                  </a:lnTo>
                  <a:cubicBezTo>
                    <a:pt x="1206" y="380"/>
                    <a:pt x="1206" y="10"/>
                    <a:pt x="957" y="1"/>
                  </a:cubicBezTo>
                  <a:lnTo>
                    <a:pt x="274" y="1"/>
                  </a:lnTo>
                  <a:cubicBezTo>
                    <a:pt x="268" y="0"/>
                    <a:pt x="262"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0"/>
            <p:cNvSpPr/>
            <p:nvPr/>
          </p:nvSpPr>
          <p:spPr>
            <a:xfrm>
              <a:off x="3104042" y="4513196"/>
              <a:ext cx="13247" cy="10472"/>
            </a:xfrm>
            <a:custGeom>
              <a:rect b="b" l="l" r="r" t="t"/>
              <a:pathLst>
                <a:path extrusionOk="0" h="400" w="506">
                  <a:moveTo>
                    <a:pt x="250" y="1"/>
                  </a:moveTo>
                  <a:cubicBezTo>
                    <a:pt x="1" y="15"/>
                    <a:pt x="5" y="385"/>
                    <a:pt x="255" y="399"/>
                  </a:cubicBezTo>
                  <a:cubicBezTo>
                    <a:pt x="505" y="385"/>
                    <a:pt x="505" y="15"/>
                    <a:pt x="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0"/>
            <p:cNvSpPr/>
            <p:nvPr/>
          </p:nvSpPr>
          <p:spPr>
            <a:xfrm>
              <a:off x="2807344" y="4578096"/>
              <a:ext cx="344764" cy="70581"/>
            </a:xfrm>
            <a:custGeom>
              <a:rect b="b" l="l" r="r" t="t"/>
              <a:pathLst>
                <a:path extrusionOk="0" h="2696" w="13169">
                  <a:moveTo>
                    <a:pt x="501" y="1"/>
                  </a:moveTo>
                  <a:cubicBezTo>
                    <a:pt x="222" y="1"/>
                    <a:pt x="1" y="222"/>
                    <a:pt x="1" y="500"/>
                  </a:cubicBezTo>
                  <a:lnTo>
                    <a:pt x="1" y="2191"/>
                  </a:lnTo>
                  <a:cubicBezTo>
                    <a:pt x="1" y="2470"/>
                    <a:pt x="222" y="2696"/>
                    <a:pt x="501" y="2696"/>
                  </a:cubicBezTo>
                  <a:lnTo>
                    <a:pt x="10046" y="2696"/>
                  </a:lnTo>
                  <a:cubicBezTo>
                    <a:pt x="10051" y="2696"/>
                    <a:pt x="10055" y="2696"/>
                    <a:pt x="10060" y="2696"/>
                  </a:cubicBezTo>
                  <a:cubicBezTo>
                    <a:pt x="10319" y="2696"/>
                    <a:pt x="10320" y="2301"/>
                    <a:pt x="10064" y="2301"/>
                  </a:cubicBezTo>
                  <a:cubicBezTo>
                    <a:pt x="10058" y="2301"/>
                    <a:pt x="10052" y="2301"/>
                    <a:pt x="10046" y="2302"/>
                  </a:cubicBezTo>
                  <a:lnTo>
                    <a:pt x="501" y="2302"/>
                  </a:lnTo>
                  <a:cubicBezTo>
                    <a:pt x="443" y="2297"/>
                    <a:pt x="395" y="2254"/>
                    <a:pt x="395" y="2191"/>
                  </a:cubicBezTo>
                  <a:lnTo>
                    <a:pt x="395" y="500"/>
                  </a:lnTo>
                  <a:cubicBezTo>
                    <a:pt x="395" y="443"/>
                    <a:pt x="443" y="395"/>
                    <a:pt x="501" y="395"/>
                  </a:cubicBezTo>
                  <a:lnTo>
                    <a:pt x="1240" y="395"/>
                  </a:lnTo>
                  <a:lnTo>
                    <a:pt x="1240" y="697"/>
                  </a:lnTo>
                  <a:cubicBezTo>
                    <a:pt x="1231" y="836"/>
                    <a:pt x="1333" y="906"/>
                    <a:pt x="1436" y="906"/>
                  </a:cubicBezTo>
                  <a:cubicBezTo>
                    <a:pt x="1538" y="906"/>
                    <a:pt x="1641" y="836"/>
                    <a:pt x="1634" y="697"/>
                  </a:cubicBezTo>
                  <a:lnTo>
                    <a:pt x="1634" y="395"/>
                  </a:lnTo>
                  <a:lnTo>
                    <a:pt x="2172" y="395"/>
                  </a:lnTo>
                  <a:lnTo>
                    <a:pt x="2172" y="697"/>
                  </a:lnTo>
                  <a:cubicBezTo>
                    <a:pt x="2165" y="836"/>
                    <a:pt x="2268" y="906"/>
                    <a:pt x="2372" y="906"/>
                  </a:cubicBezTo>
                  <a:cubicBezTo>
                    <a:pt x="2475" y="906"/>
                    <a:pt x="2578" y="836"/>
                    <a:pt x="2571" y="697"/>
                  </a:cubicBezTo>
                  <a:lnTo>
                    <a:pt x="2571" y="395"/>
                  </a:lnTo>
                  <a:lnTo>
                    <a:pt x="3109" y="395"/>
                  </a:lnTo>
                  <a:lnTo>
                    <a:pt x="3109" y="697"/>
                  </a:lnTo>
                  <a:cubicBezTo>
                    <a:pt x="3102" y="836"/>
                    <a:pt x="3205" y="906"/>
                    <a:pt x="3308" y="906"/>
                  </a:cubicBezTo>
                  <a:cubicBezTo>
                    <a:pt x="3412" y="906"/>
                    <a:pt x="3515" y="836"/>
                    <a:pt x="3508" y="697"/>
                  </a:cubicBezTo>
                  <a:lnTo>
                    <a:pt x="3508" y="395"/>
                  </a:lnTo>
                  <a:lnTo>
                    <a:pt x="4046" y="395"/>
                  </a:lnTo>
                  <a:lnTo>
                    <a:pt x="4046" y="697"/>
                  </a:lnTo>
                  <a:cubicBezTo>
                    <a:pt x="4039" y="836"/>
                    <a:pt x="4142" y="906"/>
                    <a:pt x="4245" y="906"/>
                  </a:cubicBezTo>
                  <a:cubicBezTo>
                    <a:pt x="4347" y="906"/>
                    <a:pt x="4449" y="836"/>
                    <a:pt x="4440" y="697"/>
                  </a:cubicBezTo>
                  <a:lnTo>
                    <a:pt x="4440" y="395"/>
                  </a:lnTo>
                  <a:lnTo>
                    <a:pt x="4983" y="395"/>
                  </a:lnTo>
                  <a:lnTo>
                    <a:pt x="4983" y="697"/>
                  </a:lnTo>
                  <a:cubicBezTo>
                    <a:pt x="4976" y="836"/>
                    <a:pt x="5079" y="906"/>
                    <a:pt x="5181" y="906"/>
                  </a:cubicBezTo>
                  <a:cubicBezTo>
                    <a:pt x="5284" y="906"/>
                    <a:pt x="5386" y="836"/>
                    <a:pt x="5377" y="697"/>
                  </a:cubicBezTo>
                  <a:lnTo>
                    <a:pt x="5377" y="395"/>
                  </a:lnTo>
                  <a:lnTo>
                    <a:pt x="5920" y="395"/>
                  </a:lnTo>
                  <a:lnTo>
                    <a:pt x="5920" y="697"/>
                  </a:lnTo>
                  <a:cubicBezTo>
                    <a:pt x="5912" y="836"/>
                    <a:pt x="6014" y="906"/>
                    <a:pt x="6116" y="906"/>
                  </a:cubicBezTo>
                  <a:cubicBezTo>
                    <a:pt x="6219" y="906"/>
                    <a:pt x="6321" y="836"/>
                    <a:pt x="6313" y="697"/>
                  </a:cubicBezTo>
                  <a:lnTo>
                    <a:pt x="6313" y="395"/>
                  </a:lnTo>
                  <a:lnTo>
                    <a:pt x="6856" y="395"/>
                  </a:lnTo>
                  <a:lnTo>
                    <a:pt x="6856" y="697"/>
                  </a:lnTo>
                  <a:cubicBezTo>
                    <a:pt x="6849" y="836"/>
                    <a:pt x="6951" y="906"/>
                    <a:pt x="7053" y="906"/>
                  </a:cubicBezTo>
                  <a:cubicBezTo>
                    <a:pt x="7155" y="906"/>
                    <a:pt x="7257" y="836"/>
                    <a:pt x="7250" y="697"/>
                  </a:cubicBezTo>
                  <a:lnTo>
                    <a:pt x="7250" y="395"/>
                  </a:lnTo>
                  <a:lnTo>
                    <a:pt x="7793" y="395"/>
                  </a:lnTo>
                  <a:lnTo>
                    <a:pt x="7793" y="697"/>
                  </a:lnTo>
                  <a:cubicBezTo>
                    <a:pt x="7783" y="836"/>
                    <a:pt x="7886" y="906"/>
                    <a:pt x="7988" y="906"/>
                  </a:cubicBezTo>
                  <a:cubicBezTo>
                    <a:pt x="8091" y="906"/>
                    <a:pt x="8194" y="836"/>
                    <a:pt x="8187" y="697"/>
                  </a:cubicBezTo>
                  <a:lnTo>
                    <a:pt x="8187" y="395"/>
                  </a:lnTo>
                  <a:lnTo>
                    <a:pt x="8725" y="395"/>
                  </a:lnTo>
                  <a:lnTo>
                    <a:pt x="8725" y="697"/>
                  </a:lnTo>
                  <a:cubicBezTo>
                    <a:pt x="8718" y="836"/>
                    <a:pt x="8821" y="906"/>
                    <a:pt x="8924" y="906"/>
                  </a:cubicBezTo>
                  <a:cubicBezTo>
                    <a:pt x="9028" y="906"/>
                    <a:pt x="9131" y="836"/>
                    <a:pt x="9124" y="697"/>
                  </a:cubicBezTo>
                  <a:lnTo>
                    <a:pt x="9124" y="395"/>
                  </a:lnTo>
                  <a:lnTo>
                    <a:pt x="9662" y="395"/>
                  </a:lnTo>
                  <a:lnTo>
                    <a:pt x="9662" y="697"/>
                  </a:lnTo>
                  <a:cubicBezTo>
                    <a:pt x="9655" y="836"/>
                    <a:pt x="9758" y="906"/>
                    <a:pt x="9861" y="906"/>
                  </a:cubicBezTo>
                  <a:cubicBezTo>
                    <a:pt x="9965" y="906"/>
                    <a:pt x="10068" y="836"/>
                    <a:pt x="10061" y="697"/>
                  </a:cubicBezTo>
                  <a:lnTo>
                    <a:pt x="10061" y="395"/>
                  </a:lnTo>
                  <a:lnTo>
                    <a:pt x="10599" y="395"/>
                  </a:lnTo>
                  <a:lnTo>
                    <a:pt x="10599" y="697"/>
                  </a:lnTo>
                  <a:cubicBezTo>
                    <a:pt x="10591" y="836"/>
                    <a:pt x="10695" y="906"/>
                    <a:pt x="10798" y="906"/>
                  </a:cubicBezTo>
                  <a:cubicBezTo>
                    <a:pt x="10901" y="906"/>
                    <a:pt x="11005" y="836"/>
                    <a:pt x="10997" y="697"/>
                  </a:cubicBezTo>
                  <a:lnTo>
                    <a:pt x="10997" y="395"/>
                  </a:lnTo>
                  <a:lnTo>
                    <a:pt x="11535" y="395"/>
                  </a:lnTo>
                  <a:lnTo>
                    <a:pt x="11535" y="697"/>
                  </a:lnTo>
                  <a:cubicBezTo>
                    <a:pt x="11528" y="836"/>
                    <a:pt x="11632" y="906"/>
                    <a:pt x="11734" y="906"/>
                  </a:cubicBezTo>
                  <a:cubicBezTo>
                    <a:pt x="11837" y="906"/>
                    <a:pt x="11939" y="836"/>
                    <a:pt x="11929" y="697"/>
                  </a:cubicBezTo>
                  <a:lnTo>
                    <a:pt x="11929" y="395"/>
                  </a:lnTo>
                  <a:lnTo>
                    <a:pt x="12669" y="395"/>
                  </a:lnTo>
                  <a:cubicBezTo>
                    <a:pt x="12727" y="395"/>
                    <a:pt x="12775" y="443"/>
                    <a:pt x="12775" y="500"/>
                  </a:cubicBezTo>
                  <a:lnTo>
                    <a:pt x="12775" y="2191"/>
                  </a:lnTo>
                  <a:cubicBezTo>
                    <a:pt x="12775" y="2254"/>
                    <a:pt x="12727" y="2302"/>
                    <a:pt x="12669" y="2302"/>
                  </a:cubicBezTo>
                  <a:lnTo>
                    <a:pt x="10906" y="2302"/>
                  </a:lnTo>
                  <a:cubicBezTo>
                    <a:pt x="10900" y="2301"/>
                    <a:pt x="10894" y="2301"/>
                    <a:pt x="10888" y="2301"/>
                  </a:cubicBezTo>
                  <a:cubicBezTo>
                    <a:pt x="10632" y="2301"/>
                    <a:pt x="10633" y="2696"/>
                    <a:pt x="10892" y="2696"/>
                  </a:cubicBezTo>
                  <a:cubicBezTo>
                    <a:pt x="10897" y="2696"/>
                    <a:pt x="10901" y="2696"/>
                    <a:pt x="10906" y="2696"/>
                  </a:cubicBezTo>
                  <a:lnTo>
                    <a:pt x="12664" y="2696"/>
                  </a:lnTo>
                  <a:cubicBezTo>
                    <a:pt x="12943" y="2696"/>
                    <a:pt x="13169" y="2470"/>
                    <a:pt x="13169" y="2191"/>
                  </a:cubicBezTo>
                  <a:lnTo>
                    <a:pt x="13169" y="500"/>
                  </a:lnTo>
                  <a:cubicBezTo>
                    <a:pt x="13169" y="222"/>
                    <a:pt x="12943" y="1"/>
                    <a:pt x="126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80"/>
          <p:cNvGrpSpPr/>
          <p:nvPr/>
        </p:nvGrpSpPr>
        <p:grpSpPr>
          <a:xfrm>
            <a:off x="3966830" y="2450002"/>
            <a:ext cx="314945" cy="331753"/>
            <a:chOff x="3966830" y="2450002"/>
            <a:chExt cx="314945" cy="331753"/>
          </a:xfrm>
        </p:grpSpPr>
        <p:sp>
          <p:nvSpPr>
            <p:cNvPr id="8296" name="Google Shape;8296;p80"/>
            <p:cNvSpPr/>
            <p:nvPr/>
          </p:nvSpPr>
          <p:spPr>
            <a:xfrm>
              <a:off x="3966909" y="2455866"/>
              <a:ext cx="309081" cy="319998"/>
            </a:xfrm>
            <a:custGeom>
              <a:rect b="b" l="l" r="r" t="t"/>
              <a:pathLst>
                <a:path extrusionOk="0" h="12223" w="11806">
                  <a:moveTo>
                    <a:pt x="11204" y="0"/>
                  </a:moveTo>
                  <a:cubicBezTo>
                    <a:pt x="11168" y="0"/>
                    <a:pt x="11132" y="4"/>
                    <a:pt x="11095" y="10"/>
                  </a:cubicBezTo>
                  <a:lnTo>
                    <a:pt x="3783" y="1302"/>
                  </a:lnTo>
                  <a:cubicBezTo>
                    <a:pt x="3495" y="1351"/>
                    <a:pt x="3283" y="1600"/>
                    <a:pt x="3283" y="1893"/>
                  </a:cubicBezTo>
                  <a:lnTo>
                    <a:pt x="3283" y="8230"/>
                  </a:lnTo>
                  <a:cubicBezTo>
                    <a:pt x="2980" y="8080"/>
                    <a:pt x="2662" y="8010"/>
                    <a:pt x="2351" y="8010"/>
                  </a:cubicBezTo>
                  <a:cubicBezTo>
                    <a:pt x="1404" y="8010"/>
                    <a:pt x="519" y="8654"/>
                    <a:pt x="295" y="9652"/>
                  </a:cubicBezTo>
                  <a:cubicBezTo>
                    <a:pt x="0" y="10970"/>
                    <a:pt x="1002" y="12222"/>
                    <a:pt x="2342" y="12222"/>
                  </a:cubicBezTo>
                  <a:cubicBezTo>
                    <a:pt x="2355" y="12222"/>
                    <a:pt x="2368" y="12222"/>
                    <a:pt x="2380" y="12222"/>
                  </a:cubicBezTo>
                  <a:cubicBezTo>
                    <a:pt x="3538" y="12208"/>
                    <a:pt x="4460" y="11247"/>
                    <a:pt x="4460" y="10089"/>
                  </a:cubicBezTo>
                  <a:lnTo>
                    <a:pt x="4460" y="3046"/>
                  </a:lnTo>
                  <a:lnTo>
                    <a:pt x="10629" y="1961"/>
                  </a:lnTo>
                  <a:lnTo>
                    <a:pt x="10629" y="6726"/>
                  </a:lnTo>
                  <a:cubicBezTo>
                    <a:pt x="10325" y="6576"/>
                    <a:pt x="10006" y="6506"/>
                    <a:pt x="9694" y="6506"/>
                  </a:cubicBezTo>
                  <a:cubicBezTo>
                    <a:pt x="8748" y="6506"/>
                    <a:pt x="7865" y="7148"/>
                    <a:pt x="7641" y="8148"/>
                  </a:cubicBezTo>
                  <a:cubicBezTo>
                    <a:pt x="7345" y="9469"/>
                    <a:pt x="8351" y="10719"/>
                    <a:pt x="9695" y="10719"/>
                  </a:cubicBezTo>
                  <a:cubicBezTo>
                    <a:pt x="9705" y="10719"/>
                    <a:pt x="9715" y="10718"/>
                    <a:pt x="9726" y="10718"/>
                  </a:cubicBezTo>
                  <a:cubicBezTo>
                    <a:pt x="10883" y="10704"/>
                    <a:pt x="11806" y="9743"/>
                    <a:pt x="11806" y="8585"/>
                  </a:cubicBezTo>
                  <a:lnTo>
                    <a:pt x="11806" y="601"/>
                  </a:lnTo>
                  <a:cubicBezTo>
                    <a:pt x="11806" y="264"/>
                    <a:pt x="11529" y="0"/>
                    <a:pt x="11204"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0"/>
            <p:cNvSpPr/>
            <p:nvPr/>
          </p:nvSpPr>
          <p:spPr>
            <a:xfrm>
              <a:off x="4019400" y="2535611"/>
              <a:ext cx="64167" cy="240254"/>
            </a:xfrm>
            <a:custGeom>
              <a:rect b="b" l="l" r="r" t="t"/>
              <a:pathLst>
                <a:path extrusionOk="0" h="9177" w="2451">
                  <a:moveTo>
                    <a:pt x="2451" y="0"/>
                  </a:moveTo>
                  <a:lnTo>
                    <a:pt x="2191" y="82"/>
                  </a:lnTo>
                  <a:cubicBezTo>
                    <a:pt x="1932" y="159"/>
                    <a:pt x="1759" y="389"/>
                    <a:pt x="1759" y="658"/>
                  </a:cubicBezTo>
                  <a:lnTo>
                    <a:pt x="1759" y="7043"/>
                  </a:lnTo>
                  <a:cubicBezTo>
                    <a:pt x="1764" y="8076"/>
                    <a:pt x="1019" y="8965"/>
                    <a:pt x="1" y="9147"/>
                  </a:cubicBezTo>
                  <a:cubicBezTo>
                    <a:pt x="125" y="9166"/>
                    <a:pt x="250" y="9176"/>
                    <a:pt x="375" y="9176"/>
                  </a:cubicBezTo>
                  <a:cubicBezTo>
                    <a:pt x="1533" y="9162"/>
                    <a:pt x="2451" y="8196"/>
                    <a:pt x="2451" y="7043"/>
                  </a:cubicBezTo>
                  <a:lnTo>
                    <a:pt x="2451" y="0"/>
                  </a:ln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0"/>
            <p:cNvSpPr/>
            <p:nvPr/>
          </p:nvSpPr>
          <p:spPr>
            <a:xfrm>
              <a:off x="4211587" y="2455107"/>
              <a:ext cx="64298" cy="280623"/>
            </a:xfrm>
            <a:custGeom>
              <a:rect b="b" l="l" r="r" t="t"/>
              <a:pathLst>
                <a:path extrusionOk="0" h="10719" w="2456">
                  <a:moveTo>
                    <a:pt x="1858" y="0"/>
                  </a:moveTo>
                  <a:cubicBezTo>
                    <a:pt x="1822" y="0"/>
                    <a:pt x="1786" y="4"/>
                    <a:pt x="1749" y="10"/>
                  </a:cubicBezTo>
                  <a:lnTo>
                    <a:pt x="1432" y="63"/>
                  </a:lnTo>
                  <a:cubicBezTo>
                    <a:pt x="1634" y="169"/>
                    <a:pt x="1763" y="375"/>
                    <a:pt x="1763" y="601"/>
                  </a:cubicBezTo>
                  <a:lnTo>
                    <a:pt x="1763" y="8586"/>
                  </a:lnTo>
                  <a:cubicBezTo>
                    <a:pt x="1763" y="9618"/>
                    <a:pt x="1023" y="10507"/>
                    <a:pt x="0" y="10690"/>
                  </a:cubicBezTo>
                  <a:cubicBezTo>
                    <a:pt x="125" y="10709"/>
                    <a:pt x="250" y="10719"/>
                    <a:pt x="375" y="10719"/>
                  </a:cubicBezTo>
                  <a:cubicBezTo>
                    <a:pt x="1533" y="10704"/>
                    <a:pt x="2455" y="9739"/>
                    <a:pt x="2455" y="8586"/>
                  </a:cubicBezTo>
                  <a:lnTo>
                    <a:pt x="2455" y="601"/>
                  </a:lnTo>
                  <a:cubicBezTo>
                    <a:pt x="2455" y="264"/>
                    <a:pt x="2182" y="0"/>
                    <a:pt x="185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0"/>
            <p:cNvSpPr/>
            <p:nvPr/>
          </p:nvSpPr>
          <p:spPr>
            <a:xfrm>
              <a:off x="3966830" y="2450002"/>
              <a:ext cx="314945" cy="331753"/>
            </a:xfrm>
            <a:custGeom>
              <a:rect b="b" l="l" r="r" t="t"/>
              <a:pathLst>
                <a:path extrusionOk="0" h="12672" w="12030">
                  <a:moveTo>
                    <a:pt x="11204" y="0"/>
                  </a:moveTo>
                  <a:cubicBezTo>
                    <a:pt x="11156" y="0"/>
                    <a:pt x="11107" y="5"/>
                    <a:pt x="11059" y="13"/>
                  </a:cubicBezTo>
                  <a:lnTo>
                    <a:pt x="3743" y="1305"/>
                  </a:lnTo>
                  <a:cubicBezTo>
                    <a:pt x="3349" y="1373"/>
                    <a:pt x="3061" y="1719"/>
                    <a:pt x="3061" y="2117"/>
                  </a:cubicBezTo>
                  <a:lnTo>
                    <a:pt x="3061" y="8118"/>
                  </a:lnTo>
                  <a:cubicBezTo>
                    <a:pt x="2829" y="8045"/>
                    <a:pt x="2585" y="8007"/>
                    <a:pt x="2340" y="8007"/>
                  </a:cubicBezTo>
                  <a:cubicBezTo>
                    <a:pt x="2326" y="8007"/>
                    <a:pt x="2311" y="8007"/>
                    <a:pt x="2297" y="8007"/>
                  </a:cubicBezTo>
                  <a:cubicBezTo>
                    <a:pt x="1019" y="8036"/>
                    <a:pt x="0" y="9093"/>
                    <a:pt x="15" y="10371"/>
                  </a:cubicBezTo>
                  <a:cubicBezTo>
                    <a:pt x="34" y="11646"/>
                    <a:pt x="1067" y="12672"/>
                    <a:pt x="2346" y="12672"/>
                  </a:cubicBezTo>
                  <a:cubicBezTo>
                    <a:pt x="2349" y="12672"/>
                    <a:pt x="2351" y="12672"/>
                    <a:pt x="2354" y="12672"/>
                  </a:cubicBezTo>
                  <a:lnTo>
                    <a:pt x="2388" y="12672"/>
                  </a:lnTo>
                  <a:cubicBezTo>
                    <a:pt x="3652" y="12657"/>
                    <a:pt x="4684" y="11596"/>
                    <a:pt x="4684" y="10313"/>
                  </a:cubicBezTo>
                  <a:lnTo>
                    <a:pt x="4684" y="5576"/>
                  </a:lnTo>
                  <a:cubicBezTo>
                    <a:pt x="4684" y="5425"/>
                    <a:pt x="4572" y="5349"/>
                    <a:pt x="4459" y="5349"/>
                  </a:cubicBezTo>
                  <a:cubicBezTo>
                    <a:pt x="4346" y="5349"/>
                    <a:pt x="4233" y="5425"/>
                    <a:pt x="4233" y="5576"/>
                  </a:cubicBezTo>
                  <a:lnTo>
                    <a:pt x="4233" y="10313"/>
                  </a:lnTo>
                  <a:cubicBezTo>
                    <a:pt x="4233" y="11351"/>
                    <a:pt x="3402" y="12206"/>
                    <a:pt x="2378" y="12220"/>
                  </a:cubicBezTo>
                  <a:lnTo>
                    <a:pt x="2354" y="12220"/>
                  </a:lnTo>
                  <a:cubicBezTo>
                    <a:pt x="1298" y="12220"/>
                    <a:pt x="452" y="11355"/>
                    <a:pt x="471" y="10303"/>
                  </a:cubicBezTo>
                  <a:cubicBezTo>
                    <a:pt x="500" y="9299"/>
                    <a:pt x="1302" y="8492"/>
                    <a:pt x="2306" y="8459"/>
                  </a:cubicBezTo>
                  <a:cubicBezTo>
                    <a:pt x="2325" y="8458"/>
                    <a:pt x="2344" y="8458"/>
                    <a:pt x="2363" y="8458"/>
                  </a:cubicBezTo>
                  <a:cubicBezTo>
                    <a:pt x="2647" y="8458"/>
                    <a:pt x="2929" y="8525"/>
                    <a:pt x="3186" y="8651"/>
                  </a:cubicBezTo>
                  <a:cubicBezTo>
                    <a:pt x="3219" y="8668"/>
                    <a:pt x="3253" y="8676"/>
                    <a:pt x="3287" y="8676"/>
                  </a:cubicBezTo>
                  <a:cubicBezTo>
                    <a:pt x="3405" y="8676"/>
                    <a:pt x="3512" y="8580"/>
                    <a:pt x="3512" y="8449"/>
                  </a:cubicBezTo>
                  <a:lnTo>
                    <a:pt x="3512" y="2117"/>
                  </a:lnTo>
                  <a:cubicBezTo>
                    <a:pt x="3512" y="1935"/>
                    <a:pt x="3642" y="1781"/>
                    <a:pt x="3825" y="1747"/>
                  </a:cubicBezTo>
                  <a:lnTo>
                    <a:pt x="11136" y="455"/>
                  </a:lnTo>
                  <a:cubicBezTo>
                    <a:pt x="11158" y="452"/>
                    <a:pt x="11179" y="450"/>
                    <a:pt x="11199" y="450"/>
                  </a:cubicBezTo>
                  <a:cubicBezTo>
                    <a:pt x="11404" y="450"/>
                    <a:pt x="11578" y="616"/>
                    <a:pt x="11578" y="825"/>
                  </a:cubicBezTo>
                  <a:lnTo>
                    <a:pt x="11578" y="3314"/>
                  </a:lnTo>
                  <a:cubicBezTo>
                    <a:pt x="11578" y="3465"/>
                    <a:pt x="11691" y="3541"/>
                    <a:pt x="11804" y="3541"/>
                  </a:cubicBezTo>
                  <a:cubicBezTo>
                    <a:pt x="11917" y="3541"/>
                    <a:pt x="12030" y="3465"/>
                    <a:pt x="12030" y="3314"/>
                  </a:cubicBezTo>
                  <a:lnTo>
                    <a:pt x="12030" y="825"/>
                  </a:lnTo>
                  <a:cubicBezTo>
                    <a:pt x="12030" y="580"/>
                    <a:pt x="11919" y="349"/>
                    <a:pt x="11732" y="191"/>
                  </a:cubicBezTo>
                  <a:cubicBezTo>
                    <a:pt x="11582" y="68"/>
                    <a:pt x="11395" y="0"/>
                    <a:pt x="11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0"/>
            <p:cNvSpPr/>
            <p:nvPr/>
          </p:nvSpPr>
          <p:spPr>
            <a:xfrm>
              <a:off x="4077624" y="2501184"/>
              <a:ext cx="204047" cy="241327"/>
            </a:xfrm>
            <a:custGeom>
              <a:rect b="b" l="l" r="r" t="t"/>
              <a:pathLst>
                <a:path extrusionOk="0" h="9218" w="7794">
                  <a:moveTo>
                    <a:pt x="6396" y="0"/>
                  </a:moveTo>
                  <a:cubicBezTo>
                    <a:pt x="6383" y="0"/>
                    <a:pt x="6370" y="2"/>
                    <a:pt x="6357" y="4"/>
                  </a:cubicBezTo>
                  <a:lnTo>
                    <a:pt x="188" y="1094"/>
                  </a:lnTo>
                  <a:cubicBezTo>
                    <a:pt x="83" y="1114"/>
                    <a:pt x="1" y="1210"/>
                    <a:pt x="1" y="1320"/>
                  </a:cubicBezTo>
                  <a:lnTo>
                    <a:pt x="1" y="2564"/>
                  </a:lnTo>
                  <a:cubicBezTo>
                    <a:pt x="1" y="2716"/>
                    <a:pt x="114" y="2791"/>
                    <a:pt x="227" y="2791"/>
                  </a:cubicBezTo>
                  <a:cubicBezTo>
                    <a:pt x="340" y="2791"/>
                    <a:pt x="452" y="2716"/>
                    <a:pt x="452" y="2564"/>
                  </a:cubicBezTo>
                  <a:lnTo>
                    <a:pt x="452" y="1512"/>
                  </a:lnTo>
                  <a:lnTo>
                    <a:pt x="6169" y="499"/>
                  </a:lnTo>
                  <a:lnTo>
                    <a:pt x="6169" y="4664"/>
                  </a:lnTo>
                  <a:cubicBezTo>
                    <a:pt x="5939" y="4587"/>
                    <a:pt x="5697" y="4553"/>
                    <a:pt x="5454" y="4553"/>
                  </a:cubicBezTo>
                  <a:cubicBezTo>
                    <a:pt x="5438" y="4553"/>
                    <a:pt x="5422" y="4553"/>
                    <a:pt x="5405" y="4553"/>
                  </a:cubicBezTo>
                  <a:cubicBezTo>
                    <a:pt x="4128" y="4582"/>
                    <a:pt x="3114" y="5634"/>
                    <a:pt x="3128" y="6912"/>
                  </a:cubicBezTo>
                  <a:cubicBezTo>
                    <a:pt x="3143" y="8190"/>
                    <a:pt x="4185" y="9218"/>
                    <a:pt x="5463" y="9218"/>
                  </a:cubicBezTo>
                  <a:lnTo>
                    <a:pt x="5497" y="9218"/>
                  </a:lnTo>
                  <a:cubicBezTo>
                    <a:pt x="6765" y="9199"/>
                    <a:pt x="7793" y="8142"/>
                    <a:pt x="7793" y="6859"/>
                  </a:cubicBezTo>
                  <a:lnTo>
                    <a:pt x="7793" y="2411"/>
                  </a:lnTo>
                  <a:cubicBezTo>
                    <a:pt x="7793" y="2286"/>
                    <a:pt x="7692" y="2190"/>
                    <a:pt x="7572" y="2190"/>
                  </a:cubicBezTo>
                  <a:cubicBezTo>
                    <a:pt x="7447" y="2190"/>
                    <a:pt x="7346" y="2291"/>
                    <a:pt x="7346" y="2415"/>
                  </a:cubicBezTo>
                  <a:lnTo>
                    <a:pt x="7346" y="6859"/>
                  </a:lnTo>
                  <a:cubicBezTo>
                    <a:pt x="7346" y="7897"/>
                    <a:pt x="6515" y="8752"/>
                    <a:pt x="5492" y="8766"/>
                  </a:cubicBezTo>
                  <a:lnTo>
                    <a:pt x="5463" y="8766"/>
                  </a:lnTo>
                  <a:cubicBezTo>
                    <a:pt x="4411" y="8766"/>
                    <a:pt x="3565" y="7902"/>
                    <a:pt x="3585" y="6850"/>
                  </a:cubicBezTo>
                  <a:cubicBezTo>
                    <a:pt x="3609" y="5846"/>
                    <a:pt x="4416" y="5038"/>
                    <a:pt x="5420" y="5005"/>
                  </a:cubicBezTo>
                  <a:cubicBezTo>
                    <a:pt x="5439" y="5004"/>
                    <a:pt x="5458" y="5004"/>
                    <a:pt x="5477" y="5004"/>
                  </a:cubicBezTo>
                  <a:cubicBezTo>
                    <a:pt x="5760" y="5004"/>
                    <a:pt x="6042" y="5071"/>
                    <a:pt x="6299" y="5197"/>
                  </a:cubicBezTo>
                  <a:cubicBezTo>
                    <a:pt x="6332" y="5214"/>
                    <a:pt x="6367" y="5222"/>
                    <a:pt x="6400" y="5222"/>
                  </a:cubicBezTo>
                  <a:cubicBezTo>
                    <a:pt x="6518" y="5222"/>
                    <a:pt x="6626" y="5126"/>
                    <a:pt x="6626" y="4995"/>
                  </a:cubicBezTo>
                  <a:lnTo>
                    <a:pt x="6626" y="230"/>
                  </a:lnTo>
                  <a:cubicBezTo>
                    <a:pt x="6621" y="99"/>
                    <a:pt x="6519" y="0"/>
                    <a:pt x="63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80"/>
          <p:cNvGrpSpPr/>
          <p:nvPr/>
        </p:nvGrpSpPr>
        <p:grpSpPr>
          <a:xfrm>
            <a:off x="1774648" y="1976930"/>
            <a:ext cx="298373" cy="390920"/>
            <a:chOff x="1774648" y="1976930"/>
            <a:chExt cx="298373" cy="390920"/>
          </a:xfrm>
        </p:grpSpPr>
        <p:sp>
          <p:nvSpPr>
            <p:cNvPr id="8302" name="Google Shape;8302;p80"/>
            <p:cNvSpPr/>
            <p:nvPr/>
          </p:nvSpPr>
          <p:spPr>
            <a:xfrm>
              <a:off x="1781821" y="2283445"/>
              <a:ext cx="284262" cy="76864"/>
            </a:xfrm>
            <a:custGeom>
              <a:rect b="b" l="l" r="r" t="t"/>
              <a:pathLst>
                <a:path extrusionOk="0" h="2936" w="10858">
                  <a:moveTo>
                    <a:pt x="1471" y="0"/>
                  </a:moveTo>
                  <a:cubicBezTo>
                    <a:pt x="659" y="0"/>
                    <a:pt x="1" y="658"/>
                    <a:pt x="1" y="1470"/>
                  </a:cubicBezTo>
                  <a:cubicBezTo>
                    <a:pt x="1" y="2277"/>
                    <a:pt x="659" y="2936"/>
                    <a:pt x="1471" y="2936"/>
                  </a:cubicBezTo>
                  <a:lnTo>
                    <a:pt x="10858" y="2936"/>
                  </a:lnTo>
                  <a:lnTo>
                    <a:pt x="10858" y="0"/>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0"/>
            <p:cNvSpPr/>
            <p:nvPr/>
          </p:nvSpPr>
          <p:spPr>
            <a:xfrm>
              <a:off x="1820306" y="1983605"/>
              <a:ext cx="245778" cy="299866"/>
            </a:xfrm>
            <a:custGeom>
              <a:rect b="b" l="l" r="r" t="t"/>
              <a:pathLst>
                <a:path extrusionOk="0" h="11454" w="9388">
                  <a:moveTo>
                    <a:pt x="1" y="1"/>
                  </a:moveTo>
                  <a:lnTo>
                    <a:pt x="1" y="11453"/>
                  </a:lnTo>
                  <a:lnTo>
                    <a:pt x="9388" y="11453"/>
                  </a:lnTo>
                  <a:lnTo>
                    <a:pt x="9388"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0"/>
            <p:cNvSpPr/>
            <p:nvPr/>
          </p:nvSpPr>
          <p:spPr>
            <a:xfrm>
              <a:off x="1781821" y="1983605"/>
              <a:ext cx="38511" cy="338219"/>
            </a:xfrm>
            <a:custGeom>
              <a:rect b="b" l="l" r="r" t="t"/>
              <a:pathLst>
                <a:path extrusionOk="0" h="12919" w="1471">
                  <a:moveTo>
                    <a:pt x="1471" y="1"/>
                  </a:moveTo>
                  <a:cubicBezTo>
                    <a:pt x="659" y="1"/>
                    <a:pt x="5" y="654"/>
                    <a:pt x="1" y="1466"/>
                  </a:cubicBezTo>
                  <a:lnTo>
                    <a:pt x="1" y="12919"/>
                  </a:lnTo>
                  <a:cubicBezTo>
                    <a:pt x="1" y="12111"/>
                    <a:pt x="659" y="11453"/>
                    <a:pt x="1471" y="11453"/>
                  </a:cubicBezTo>
                  <a:lnTo>
                    <a:pt x="1471" y="1"/>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0"/>
            <p:cNvSpPr/>
            <p:nvPr/>
          </p:nvSpPr>
          <p:spPr>
            <a:xfrm>
              <a:off x="1774910" y="2283445"/>
              <a:ext cx="291174" cy="51967"/>
            </a:xfrm>
            <a:custGeom>
              <a:rect b="b" l="l" r="r" t="t"/>
              <a:pathLst>
                <a:path extrusionOk="0" h="1985" w="11122">
                  <a:moveTo>
                    <a:pt x="1735" y="0"/>
                  </a:moveTo>
                  <a:cubicBezTo>
                    <a:pt x="707" y="0"/>
                    <a:pt x="0" y="1024"/>
                    <a:pt x="361" y="1984"/>
                  </a:cubicBezTo>
                  <a:cubicBezTo>
                    <a:pt x="572" y="1413"/>
                    <a:pt x="1120" y="1033"/>
                    <a:pt x="1735" y="1033"/>
                  </a:cubicBezTo>
                  <a:lnTo>
                    <a:pt x="11122" y="1033"/>
                  </a:lnTo>
                  <a:lnTo>
                    <a:pt x="11122"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0"/>
            <p:cNvSpPr/>
            <p:nvPr/>
          </p:nvSpPr>
          <p:spPr>
            <a:xfrm>
              <a:off x="1774648" y="1976930"/>
              <a:ext cx="298373" cy="390920"/>
            </a:xfrm>
            <a:custGeom>
              <a:rect b="b" l="l" r="r" t="t"/>
              <a:pathLst>
                <a:path extrusionOk="0" h="14932" w="11397">
                  <a:moveTo>
                    <a:pt x="1705" y="12001"/>
                  </a:moveTo>
                  <a:cubicBezTo>
                    <a:pt x="1717" y="12001"/>
                    <a:pt x="1728" y="12001"/>
                    <a:pt x="1740" y="12001"/>
                  </a:cubicBezTo>
                  <a:lnTo>
                    <a:pt x="10853" y="12001"/>
                  </a:lnTo>
                  <a:lnTo>
                    <a:pt x="10853" y="12448"/>
                  </a:lnTo>
                  <a:lnTo>
                    <a:pt x="4267" y="12448"/>
                  </a:lnTo>
                  <a:cubicBezTo>
                    <a:pt x="3935" y="12482"/>
                    <a:pt x="3935" y="12957"/>
                    <a:pt x="4267" y="12991"/>
                  </a:cubicBezTo>
                  <a:lnTo>
                    <a:pt x="10853" y="12991"/>
                  </a:lnTo>
                  <a:lnTo>
                    <a:pt x="10853" y="13394"/>
                  </a:lnTo>
                  <a:lnTo>
                    <a:pt x="8610" y="13394"/>
                  </a:lnTo>
                  <a:cubicBezTo>
                    <a:pt x="8601" y="13394"/>
                    <a:pt x="8593" y="13393"/>
                    <a:pt x="8584" y="13393"/>
                  </a:cubicBezTo>
                  <a:cubicBezTo>
                    <a:pt x="8433" y="13393"/>
                    <a:pt x="8312" y="13513"/>
                    <a:pt x="8312" y="13664"/>
                  </a:cubicBezTo>
                  <a:cubicBezTo>
                    <a:pt x="8312" y="13814"/>
                    <a:pt x="8433" y="13934"/>
                    <a:pt x="8584" y="13934"/>
                  </a:cubicBezTo>
                  <a:cubicBezTo>
                    <a:pt x="8593" y="13934"/>
                    <a:pt x="8601" y="13933"/>
                    <a:pt x="8610" y="13933"/>
                  </a:cubicBezTo>
                  <a:lnTo>
                    <a:pt x="10853" y="13933"/>
                  </a:lnTo>
                  <a:lnTo>
                    <a:pt x="10853" y="14389"/>
                  </a:lnTo>
                  <a:lnTo>
                    <a:pt x="1740" y="14389"/>
                  </a:lnTo>
                  <a:cubicBezTo>
                    <a:pt x="1731" y="14389"/>
                    <a:pt x="1722" y="14389"/>
                    <a:pt x="1713" y="14389"/>
                  </a:cubicBezTo>
                  <a:cubicBezTo>
                    <a:pt x="1053" y="14389"/>
                    <a:pt x="515" y="13856"/>
                    <a:pt x="515" y="13193"/>
                  </a:cubicBezTo>
                  <a:cubicBezTo>
                    <a:pt x="515" y="12536"/>
                    <a:pt x="1048" y="12001"/>
                    <a:pt x="1705" y="12001"/>
                  </a:cubicBezTo>
                  <a:close/>
                  <a:moveTo>
                    <a:pt x="1740" y="1"/>
                  </a:moveTo>
                  <a:cubicBezTo>
                    <a:pt x="779" y="6"/>
                    <a:pt x="1" y="779"/>
                    <a:pt x="1" y="1740"/>
                  </a:cubicBezTo>
                  <a:lnTo>
                    <a:pt x="1" y="13198"/>
                  </a:lnTo>
                  <a:cubicBezTo>
                    <a:pt x="1" y="14154"/>
                    <a:pt x="779" y="14932"/>
                    <a:pt x="1740" y="14932"/>
                  </a:cubicBezTo>
                  <a:lnTo>
                    <a:pt x="11127" y="14932"/>
                  </a:lnTo>
                  <a:cubicBezTo>
                    <a:pt x="11276" y="14932"/>
                    <a:pt x="11396" y="14812"/>
                    <a:pt x="11396" y="14663"/>
                  </a:cubicBezTo>
                  <a:lnTo>
                    <a:pt x="11396" y="2782"/>
                  </a:lnTo>
                  <a:cubicBezTo>
                    <a:pt x="11382" y="2619"/>
                    <a:pt x="11254" y="2537"/>
                    <a:pt x="11127" y="2537"/>
                  </a:cubicBezTo>
                  <a:cubicBezTo>
                    <a:pt x="11000" y="2537"/>
                    <a:pt x="10872" y="2619"/>
                    <a:pt x="10858" y="2782"/>
                  </a:cubicBezTo>
                  <a:lnTo>
                    <a:pt x="10858" y="11458"/>
                  </a:lnTo>
                  <a:lnTo>
                    <a:pt x="2009" y="11458"/>
                  </a:lnTo>
                  <a:lnTo>
                    <a:pt x="2009" y="9926"/>
                  </a:lnTo>
                  <a:cubicBezTo>
                    <a:pt x="2023" y="9767"/>
                    <a:pt x="1898" y="9633"/>
                    <a:pt x="1740" y="9633"/>
                  </a:cubicBezTo>
                  <a:cubicBezTo>
                    <a:pt x="1581" y="9633"/>
                    <a:pt x="1452" y="9767"/>
                    <a:pt x="1471" y="9926"/>
                  </a:cubicBezTo>
                  <a:lnTo>
                    <a:pt x="1471" y="11478"/>
                  </a:lnTo>
                  <a:cubicBezTo>
                    <a:pt x="1120" y="11531"/>
                    <a:pt x="798" y="11689"/>
                    <a:pt x="544" y="11934"/>
                  </a:cubicBezTo>
                  <a:lnTo>
                    <a:pt x="544" y="1740"/>
                  </a:lnTo>
                  <a:cubicBezTo>
                    <a:pt x="544" y="1183"/>
                    <a:pt x="928" y="702"/>
                    <a:pt x="1466" y="577"/>
                  </a:cubicBezTo>
                  <a:lnTo>
                    <a:pt x="1466" y="9047"/>
                  </a:lnTo>
                  <a:cubicBezTo>
                    <a:pt x="1452" y="9205"/>
                    <a:pt x="1577" y="9340"/>
                    <a:pt x="1735" y="9340"/>
                  </a:cubicBezTo>
                  <a:cubicBezTo>
                    <a:pt x="1898" y="9340"/>
                    <a:pt x="2023" y="9205"/>
                    <a:pt x="2009" y="9047"/>
                  </a:cubicBezTo>
                  <a:lnTo>
                    <a:pt x="2009" y="544"/>
                  </a:lnTo>
                  <a:lnTo>
                    <a:pt x="10853" y="544"/>
                  </a:lnTo>
                  <a:lnTo>
                    <a:pt x="10853" y="1898"/>
                  </a:lnTo>
                  <a:cubicBezTo>
                    <a:pt x="10870" y="2062"/>
                    <a:pt x="10997" y="2143"/>
                    <a:pt x="11125" y="2143"/>
                  </a:cubicBezTo>
                  <a:cubicBezTo>
                    <a:pt x="11252" y="2143"/>
                    <a:pt x="11379" y="2062"/>
                    <a:pt x="11396" y="1898"/>
                  </a:cubicBezTo>
                  <a:lnTo>
                    <a:pt x="11396" y="275"/>
                  </a:lnTo>
                  <a:cubicBezTo>
                    <a:pt x="11396" y="121"/>
                    <a:pt x="11276" y="1"/>
                    <a:pt x="1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0"/>
            <p:cNvSpPr/>
            <p:nvPr/>
          </p:nvSpPr>
          <p:spPr>
            <a:xfrm>
              <a:off x="1810488" y="2327715"/>
              <a:ext cx="177239" cy="14111"/>
            </a:xfrm>
            <a:custGeom>
              <a:rect b="b" l="l" r="r" t="t"/>
              <a:pathLst>
                <a:path extrusionOk="0" h="539" w="6770">
                  <a:moveTo>
                    <a:pt x="328" y="0"/>
                  </a:moveTo>
                  <a:cubicBezTo>
                    <a:pt x="1" y="29"/>
                    <a:pt x="1" y="510"/>
                    <a:pt x="328" y="538"/>
                  </a:cubicBezTo>
                  <a:lnTo>
                    <a:pt x="6443" y="538"/>
                  </a:lnTo>
                  <a:cubicBezTo>
                    <a:pt x="6770" y="510"/>
                    <a:pt x="6770" y="29"/>
                    <a:pt x="64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80"/>
          <p:cNvGrpSpPr/>
          <p:nvPr/>
        </p:nvGrpSpPr>
        <p:grpSpPr>
          <a:xfrm>
            <a:off x="855285" y="2426309"/>
            <a:ext cx="374950" cy="386129"/>
            <a:chOff x="855285" y="2426309"/>
            <a:chExt cx="374950" cy="386129"/>
          </a:xfrm>
        </p:grpSpPr>
        <p:sp>
          <p:nvSpPr>
            <p:cNvPr id="8309" name="Google Shape;8309;p80"/>
            <p:cNvSpPr/>
            <p:nvPr/>
          </p:nvSpPr>
          <p:spPr>
            <a:xfrm>
              <a:off x="1130096" y="2651065"/>
              <a:ext cx="94222" cy="50449"/>
            </a:xfrm>
            <a:custGeom>
              <a:rect b="b" l="l" r="r" t="t"/>
              <a:pathLst>
                <a:path extrusionOk="0" h="1927" w="3599">
                  <a:moveTo>
                    <a:pt x="0" y="0"/>
                  </a:moveTo>
                  <a:lnTo>
                    <a:pt x="0" y="212"/>
                  </a:lnTo>
                  <a:cubicBezTo>
                    <a:pt x="0" y="1158"/>
                    <a:pt x="769" y="1927"/>
                    <a:pt x="1720" y="1927"/>
                  </a:cubicBezTo>
                  <a:lnTo>
                    <a:pt x="1883" y="1927"/>
                  </a:lnTo>
                  <a:cubicBezTo>
                    <a:pt x="2830" y="1927"/>
                    <a:pt x="3598" y="1158"/>
                    <a:pt x="3598" y="212"/>
                  </a:cubicBezTo>
                  <a:lnTo>
                    <a:pt x="3598"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0"/>
            <p:cNvSpPr/>
            <p:nvPr/>
          </p:nvSpPr>
          <p:spPr>
            <a:xfrm>
              <a:off x="1159889" y="2651065"/>
              <a:ext cx="64429" cy="50449"/>
            </a:xfrm>
            <a:custGeom>
              <a:rect b="b" l="l" r="r" t="t"/>
              <a:pathLst>
                <a:path extrusionOk="0" h="1927" w="2461">
                  <a:moveTo>
                    <a:pt x="1110" y="0"/>
                  </a:moveTo>
                  <a:cubicBezTo>
                    <a:pt x="1125" y="0"/>
                    <a:pt x="1134" y="10"/>
                    <a:pt x="1134" y="24"/>
                  </a:cubicBezTo>
                  <a:lnTo>
                    <a:pt x="1134" y="212"/>
                  </a:lnTo>
                  <a:cubicBezTo>
                    <a:pt x="1134" y="932"/>
                    <a:pt x="678" y="1581"/>
                    <a:pt x="1" y="1826"/>
                  </a:cubicBezTo>
                  <a:cubicBezTo>
                    <a:pt x="183" y="1893"/>
                    <a:pt x="380" y="1927"/>
                    <a:pt x="582" y="1927"/>
                  </a:cubicBezTo>
                  <a:lnTo>
                    <a:pt x="745" y="1927"/>
                  </a:lnTo>
                  <a:cubicBezTo>
                    <a:pt x="1692" y="1927"/>
                    <a:pt x="2460" y="1158"/>
                    <a:pt x="2460" y="212"/>
                  </a:cubicBezTo>
                  <a:lnTo>
                    <a:pt x="2460"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0"/>
            <p:cNvSpPr/>
            <p:nvPr/>
          </p:nvSpPr>
          <p:spPr>
            <a:xfrm>
              <a:off x="860547" y="2651065"/>
              <a:ext cx="94248" cy="50449"/>
            </a:xfrm>
            <a:custGeom>
              <a:rect b="b" l="l" r="r" t="t"/>
              <a:pathLst>
                <a:path extrusionOk="0" h="1927" w="3600">
                  <a:moveTo>
                    <a:pt x="1" y="0"/>
                  </a:moveTo>
                  <a:lnTo>
                    <a:pt x="1" y="212"/>
                  </a:lnTo>
                  <a:cubicBezTo>
                    <a:pt x="1" y="1158"/>
                    <a:pt x="770" y="1927"/>
                    <a:pt x="1716" y="1927"/>
                  </a:cubicBezTo>
                  <a:lnTo>
                    <a:pt x="1884" y="1927"/>
                  </a:lnTo>
                  <a:cubicBezTo>
                    <a:pt x="2831" y="1927"/>
                    <a:pt x="3599" y="1158"/>
                    <a:pt x="3599" y="212"/>
                  </a:cubicBezTo>
                  <a:lnTo>
                    <a:pt x="3599"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0"/>
            <p:cNvSpPr/>
            <p:nvPr/>
          </p:nvSpPr>
          <p:spPr>
            <a:xfrm>
              <a:off x="890235" y="2651065"/>
              <a:ext cx="64560" cy="50449"/>
            </a:xfrm>
            <a:custGeom>
              <a:rect b="b" l="l" r="r" t="t"/>
              <a:pathLst>
                <a:path extrusionOk="0" h="1927" w="2466">
                  <a:moveTo>
                    <a:pt x="1106" y="0"/>
                  </a:moveTo>
                  <a:cubicBezTo>
                    <a:pt x="1120" y="0"/>
                    <a:pt x="1130" y="10"/>
                    <a:pt x="1130" y="24"/>
                  </a:cubicBezTo>
                  <a:lnTo>
                    <a:pt x="1130" y="212"/>
                  </a:lnTo>
                  <a:cubicBezTo>
                    <a:pt x="1130" y="932"/>
                    <a:pt x="678" y="1576"/>
                    <a:pt x="1" y="1826"/>
                  </a:cubicBezTo>
                  <a:cubicBezTo>
                    <a:pt x="188" y="1893"/>
                    <a:pt x="385" y="1927"/>
                    <a:pt x="582" y="1927"/>
                  </a:cubicBezTo>
                  <a:lnTo>
                    <a:pt x="750" y="1927"/>
                  </a:lnTo>
                  <a:cubicBezTo>
                    <a:pt x="1697" y="1927"/>
                    <a:pt x="2465" y="1158"/>
                    <a:pt x="2465" y="212"/>
                  </a:cubicBezTo>
                  <a:lnTo>
                    <a:pt x="2465"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0"/>
            <p:cNvSpPr/>
            <p:nvPr/>
          </p:nvSpPr>
          <p:spPr>
            <a:xfrm>
              <a:off x="1029853" y="2472596"/>
              <a:ext cx="25185" cy="288792"/>
            </a:xfrm>
            <a:custGeom>
              <a:rect b="b" l="l" r="r" t="t"/>
              <a:pathLst>
                <a:path extrusionOk="0" h="11031" w="962">
                  <a:moveTo>
                    <a:pt x="0" y="1"/>
                  </a:moveTo>
                  <a:lnTo>
                    <a:pt x="0" y="11031"/>
                  </a:lnTo>
                  <a:lnTo>
                    <a:pt x="961" y="11031"/>
                  </a:lnTo>
                  <a:lnTo>
                    <a:pt x="961" y="1"/>
                  </a:ln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0"/>
            <p:cNvSpPr/>
            <p:nvPr/>
          </p:nvSpPr>
          <p:spPr>
            <a:xfrm>
              <a:off x="1042419" y="2472596"/>
              <a:ext cx="12619" cy="288792"/>
            </a:xfrm>
            <a:custGeom>
              <a:rect b="b" l="l" r="r" t="t"/>
              <a:pathLst>
                <a:path extrusionOk="0" h="11031" w="482">
                  <a:moveTo>
                    <a:pt x="1" y="1"/>
                  </a:moveTo>
                  <a:lnTo>
                    <a:pt x="1" y="11031"/>
                  </a:lnTo>
                  <a:lnTo>
                    <a:pt x="481" y="11031"/>
                  </a:lnTo>
                  <a:lnTo>
                    <a:pt x="481"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0"/>
            <p:cNvSpPr/>
            <p:nvPr/>
          </p:nvSpPr>
          <p:spPr>
            <a:xfrm>
              <a:off x="955397" y="2750287"/>
              <a:ext cx="174097" cy="36626"/>
            </a:xfrm>
            <a:custGeom>
              <a:rect b="b" l="l" r="r" t="t"/>
              <a:pathLst>
                <a:path extrusionOk="0" h="1399" w="6650">
                  <a:moveTo>
                    <a:pt x="437" y="1"/>
                  </a:moveTo>
                  <a:cubicBezTo>
                    <a:pt x="197" y="1"/>
                    <a:pt x="0" y="198"/>
                    <a:pt x="0" y="438"/>
                  </a:cubicBezTo>
                  <a:lnTo>
                    <a:pt x="0" y="1399"/>
                  </a:lnTo>
                  <a:lnTo>
                    <a:pt x="6649" y="1399"/>
                  </a:lnTo>
                  <a:lnTo>
                    <a:pt x="6649" y="438"/>
                  </a:lnTo>
                  <a:cubicBezTo>
                    <a:pt x="6649" y="198"/>
                    <a:pt x="6457" y="1"/>
                    <a:pt x="621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0"/>
            <p:cNvSpPr/>
            <p:nvPr/>
          </p:nvSpPr>
          <p:spPr>
            <a:xfrm>
              <a:off x="1019669" y="2431859"/>
              <a:ext cx="45658" cy="45658"/>
            </a:xfrm>
            <a:custGeom>
              <a:rect b="b" l="l" r="r" t="t"/>
              <a:pathLst>
                <a:path extrusionOk="0" h="1744" w="1744">
                  <a:moveTo>
                    <a:pt x="870" y="0"/>
                  </a:moveTo>
                  <a:cubicBezTo>
                    <a:pt x="389" y="0"/>
                    <a:pt x="0" y="389"/>
                    <a:pt x="0" y="870"/>
                  </a:cubicBezTo>
                  <a:cubicBezTo>
                    <a:pt x="0" y="1355"/>
                    <a:pt x="389" y="1744"/>
                    <a:pt x="870" y="1744"/>
                  </a:cubicBezTo>
                  <a:cubicBezTo>
                    <a:pt x="1350" y="1744"/>
                    <a:pt x="1744" y="1355"/>
                    <a:pt x="1744" y="870"/>
                  </a:cubicBezTo>
                  <a:cubicBezTo>
                    <a:pt x="1744" y="389"/>
                    <a:pt x="1350" y="0"/>
                    <a:pt x="87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0"/>
            <p:cNvSpPr/>
            <p:nvPr/>
          </p:nvSpPr>
          <p:spPr>
            <a:xfrm>
              <a:off x="862694" y="2494482"/>
              <a:ext cx="359608" cy="52465"/>
            </a:xfrm>
            <a:custGeom>
              <a:rect b="b" l="l" r="r" t="t"/>
              <a:pathLst>
                <a:path extrusionOk="0" h="2004" w="13736">
                  <a:moveTo>
                    <a:pt x="4806" y="0"/>
                  </a:moveTo>
                  <a:cubicBezTo>
                    <a:pt x="4217" y="0"/>
                    <a:pt x="3657" y="240"/>
                    <a:pt x="3248" y="663"/>
                  </a:cubicBezTo>
                  <a:cubicBezTo>
                    <a:pt x="2964" y="972"/>
                    <a:pt x="2562" y="1149"/>
                    <a:pt x="2141" y="1149"/>
                  </a:cubicBezTo>
                  <a:cubicBezTo>
                    <a:pt x="2135" y="1149"/>
                    <a:pt x="2130" y="1149"/>
                    <a:pt x="2124" y="1149"/>
                  </a:cubicBezTo>
                  <a:lnTo>
                    <a:pt x="169" y="1149"/>
                  </a:lnTo>
                  <a:cubicBezTo>
                    <a:pt x="73" y="1149"/>
                    <a:pt x="1" y="1225"/>
                    <a:pt x="1" y="1322"/>
                  </a:cubicBezTo>
                  <a:lnTo>
                    <a:pt x="1" y="1831"/>
                  </a:lnTo>
                  <a:cubicBezTo>
                    <a:pt x="1" y="1922"/>
                    <a:pt x="73" y="1999"/>
                    <a:pt x="169" y="1999"/>
                  </a:cubicBezTo>
                  <a:lnTo>
                    <a:pt x="2206" y="1999"/>
                  </a:lnTo>
                  <a:cubicBezTo>
                    <a:pt x="2211" y="1999"/>
                    <a:pt x="2217" y="1999"/>
                    <a:pt x="2223" y="1999"/>
                  </a:cubicBezTo>
                  <a:cubicBezTo>
                    <a:pt x="2808" y="1999"/>
                    <a:pt x="3372" y="1759"/>
                    <a:pt x="3781" y="1336"/>
                  </a:cubicBezTo>
                  <a:cubicBezTo>
                    <a:pt x="4070" y="1024"/>
                    <a:pt x="4478" y="846"/>
                    <a:pt x="4906" y="846"/>
                  </a:cubicBezTo>
                  <a:lnTo>
                    <a:pt x="8912" y="846"/>
                  </a:lnTo>
                  <a:cubicBezTo>
                    <a:pt x="9277" y="851"/>
                    <a:pt x="9628" y="1000"/>
                    <a:pt x="9883" y="1269"/>
                  </a:cubicBezTo>
                  <a:cubicBezTo>
                    <a:pt x="10334" y="1739"/>
                    <a:pt x="10959" y="2004"/>
                    <a:pt x="11607" y="2004"/>
                  </a:cubicBezTo>
                  <a:lnTo>
                    <a:pt x="13562" y="1999"/>
                  </a:lnTo>
                  <a:cubicBezTo>
                    <a:pt x="13659" y="1999"/>
                    <a:pt x="13735" y="1927"/>
                    <a:pt x="13735" y="1831"/>
                  </a:cubicBezTo>
                  <a:lnTo>
                    <a:pt x="13735" y="1322"/>
                  </a:lnTo>
                  <a:cubicBezTo>
                    <a:pt x="13735" y="1230"/>
                    <a:pt x="13659" y="1153"/>
                    <a:pt x="13562" y="1153"/>
                  </a:cubicBezTo>
                  <a:lnTo>
                    <a:pt x="11607" y="1153"/>
                  </a:lnTo>
                  <a:cubicBezTo>
                    <a:pt x="11180" y="1153"/>
                    <a:pt x="10771" y="976"/>
                    <a:pt x="10483" y="663"/>
                  </a:cubicBezTo>
                  <a:cubicBezTo>
                    <a:pt x="10074" y="240"/>
                    <a:pt x="9514" y="0"/>
                    <a:pt x="8925" y="0"/>
                  </a:cubicBezTo>
                  <a:cubicBezTo>
                    <a:pt x="8919" y="0"/>
                    <a:pt x="8913" y="0"/>
                    <a:pt x="8907" y="0"/>
                  </a:cubicBezTo>
                  <a:lnTo>
                    <a:pt x="4824" y="0"/>
                  </a:lnTo>
                  <a:cubicBezTo>
                    <a:pt x="4818" y="0"/>
                    <a:pt x="4812" y="0"/>
                    <a:pt x="4806" y="0"/>
                  </a:cubicBez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0"/>
            <p:cNvSpPr/>
            <p:nvPr/>
          </p:nvSpPr>
          <p:spPr>
            <a:xfrm>
              <a:off x="955397" y="2750287"/>
              <a:ext cx="174097" cy="36495"/>
            </a:xfrm>
            <a:custGeom>
              <a:rect b="b" l="l" r="r" t="t"/>
              <a:pathLst>
                <a:path extrusionOk="0" h="1394" w="6650">
                  <a:moveTo>
                    <a:pt x="5333" y="1"/>
                  </a:moveTo>
                  <a:lnTo>
                    <a:pt x="5333" y="174"/>
                  </a:lnTo>
                  <a:cubicBezTo>
                    <a:pt x="5333" y="443"/>
                    <a:pt x="5117" y="659"/>
                    <a:pt x="4843" y="659"/>
                  </a:cubicBezTo>
                  <a:lnTo>
                    <a:pt x="0" y="659"/>
                  </a:lnTo>
                  <a:lnTo>
                    <a:pt x="0" y="1394"/>
                  </a:lnTo>
                  <a:lnTo>
                    <a:pt x="6649" y="1394"/>
                  </a:lnTo>
                  <a:lnTo>
                    <a:pt x="6649" y="438"/>
                  </a:lnTo>
                  <a:cubicBezTo>
                    <a:pt x="6649" y="198"/>
                    <a:pt x="6457" y="1"/>
                    <a:pt x="621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0"/>
            <p:cNvSpPr/>
            <p:nvPr/>
          </p:nvSpPr>
          <p:spPr>
            <a:xfrm>
              <a:off x="928353" y="2777331"/>
              <a:ext cx="228290" cy="29583"/>
            </a:xfrm>
            <a:custGeom>
              <a:rect b="b" l="l" r="r" t="t"/>
              <a:pathLst>
                <a:path extrusionOk="0" h="1130" w="8720">
                  <a:moveTo>
                    <a:pt x="447" y="1"/>
                  </a:moveTo>
                  <a:cubicBezTo>
                    <a:pt x="197" y="1"/>
                    <a:pt x="0" y="202"/>
                    <a:pt x="0" y="452"/>
                  </a:cubicBezTo>
                  <a:lnTo>
                    <a:pt x="0" y="1130"/>
                  </a:lnTo>
                  <a:lnTo>
                    <a:pt x="8720" y="1130"/>
                  </a:lnTo>
                  <a:lnTo>
                    <a:pt x="8720" y="452"/>
                  </a:lnTo>
                  <a:cubicBezTo>
                    <a:pt x="8720" y="202"/>
                    <a:pt x="8518" y="1"/>
                    <a:pt x="826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0"/>
            <p:cNvSpPr/>
            <p:nvPr/>
          </p:nvSpPr>
          <p:spPr>
            <a:xfrm>
              <a:off x="928353" y="2777331"/>
              <a:ext cx="228290" cy="29583"/>
            </a:xfrm>
            <a:custGeom>
              <a:rect b="b" l="l" r="r" t="t"/>
              <a:pathLst>
                <a:path extrusionOk="0" h="1130" w="8720">
                  <a:moveTo>
                    <a:pt x="7379" y="1"/>
                  </a:moveTo>
                  <a:lnTo>
                    <a:pt x="7379" y="193"/>
                  </a:lnTo>
                  <a:cubicBezTo>
                    <a:pt x="7379" y="438"/>
                    <a:pt x="7178" y="640"/>
                    <a:pt x="6933" y="640"/>
                  </a:cubicBezTo>
                  <a:lnTo>
                    <a:pt x="0" y="640"/>
                  </a:lnTo>
                  <a:lnTo>
                    <a:pt x="0" y="1130"/>
                  </a:lnTo>
                  <a:lnTo>
                    <a:pt x="8720" y="1130"/>
                  </a:lnTo>
                  <a:lnTo>
                    <a:pt x="8715" y="865"/>
                  </a:lnTo>
                  <a:lnTo>
                    <a:pt x="8715" y="433"/>
                  </a:lnTo>
                  <a:cubicBezTo>
                    <a:pt x="8710" y="193"/>
                    <a:pt x="8508" y="1"/>
                    <a:pt x="8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0"/>
            <p:cNvSpPr/>
            <p:nvPr/>
          </p:nvSpPr>
          <p:spPr>
            <a:xfrm>
              <a:off x="855285" y="2426309"/>
              <a:ext cx="374950" cy="386129"/>
            </a:xfrm>
            <a:custGeom>
              <a:rect b="b" l="l" r="r" t="t"/>
              <a:pathLst>
                <a:path extrusionOk="0" h="14749" w="14322">
                  <a:moveTo>
                    <a:pt x="7151" y="423"/>
                  </a:moveTo>
                  <a:lnTo>
                    <a:pt x="7151" y="423"/>
                  </a:lnTo>
                  <a:cubicBezTo>
                    <a:pt x="7803" y="435"/>
                    <a:pt x="8046" y="1284"/>
                    <a:pt x="7504" y="1639"/>
                  </a:cubicBezTo>
                  <a:lnTo>
                    <a:pt x="7480" y="1653"/>
                  </a:lnTo>
                  <a:lnTo>
                    <a:pt x="7466" y="1663"/>
                  </a:lnTo>
                  <a:lnTo>
                    <a:pt x="7432" y="1677"/>
                  </a:lnTo>
                  <a:lnTo>
                    <a:pt x="7418" y="1682"/>
                  </a:lnTo>
                  <a:lnTo>
                    <a:pt x="7394" y="1696"/>
                  </a:lnTo>
                  <a:lnTo>
                    <a:pt x="7379" y="1701"/>
                  </a:lnTo>
                  <a:lnTo>
                    <a:pt x="7341" y="1711"/>
                  </a:lnTo>
                  <a:lnTo>
                    <a:pt x="7331" y="1711"/>
                  </a:lnTo>
                  <a:lnTo>
                    <a:pt x="7298" y="1720"/>
                  </a:lnTo>
                  <a:lnTo>
                    <a:pt x="7288" y="1720"/>
                  </a:lnTo>
                  <a:lnTo>
                    <a:pt x="7249" y="1730"/>
                  </a:lnTo>
                  <a:lnTo>
                    <a:pt x="7240" y="1730"/>
                  </a:lnTo>
                  <a:lnTo>
                    <a:pt x="7206" y="1735"/>
                  </a:lnTo>
                  <a:lnTo>
                    <a:pt x="7096" y="1735"/>
                  </a:lnTo>
                  <a:lnTo>
                    <a:pt x="7062" y="1730"/>
                  </a:lnTo>
                  <a:lnTo>
                    <a:pt x="7053" y="1730"/>
                  </a:lnTo>
                  <a:lnTo>
                    <a:pt x="7014" y="1720"/>
                  </a:lnTo>
                  <a:lnTo>
                    <a:pt x="7000" y="1720"/>
                  </a:lnTo>
                  <a:lnTo>
                    <a:pt x="6971" y="1711"/>
                  </a:lnTo>
                  <a:lnTo>
                    <a:pt x="6961" y="1711"/>
                  </a:lnTo>
                  <a:lnTo>
                    <a:pt x="6923" y="1701"/>
                  </a:lnTo>
                  <a:lnTo>
                    <a:pt x="6908" y="1696"/>
                  </a:lnTo>
                  <a:lnTo>
                    <a:pt x="6880" y="1682"/>
                  </a:lnTo>
                  <a:lnTo>
                    <a:pt x="6870" y="1677"/>
                  </a:lnTo>
                  <a:lnTo>
                    <a:pt x="6836" y="1663"/>
                  </a:lnTo>
                  <a:lnTo>
                    <a:pt x="6822" y="1653"/>
                  </a:lnTo>
                  <a:lnTo>
                    <a:pt x="6798" y="1639"/>
                  </a:lnTo>
                  <a:cubicBezTo>
                    <a:pt x="6251" y="1284"/>
                    <a:pt x="6499" y="435"/>
                    <a:pt x="7151" y="423"/>
                  </a:cubicBezTo>
                  <a:close/>
                  <a:moveTo>
                    <a:pt x="7418" y="2134"/>
                  </a:moveTo>
                  <a:lnTo>
                    <a:pt x="7418" y="2393"/>
                  </a:lnTo>
                  <a:lnTo>
                    <a:pt x="6884" y="2393"/>
                  </a:lnTo>
                  <a:lnTo>
                    <a:pt x="6884" y="2134"/>
                  </a:lnTo>
                  <a:lnTo>
                    <a:pt x="6894" y="2134"/>
                  </a:lnTo>
                  <a:lnTo>
                    <a:pt x="6942" y="2143"/>
                  </a:lnTo>
                  <a:lnTo>
                    <a:pt x="6956" y="2143"/>
                  </a:lnTo>
                  <a:lnTo>
                    <a:pt x="7009" y="2153"/>
                  </a:lnTo>
                  <a:lnTo>
                    <a:pt x="7019" y="2153"/>
                  </a:lnTo>
                  <a:cubicBezTo>
                    <a:pt x="7062" y="2158"/>
                    <a:pt x="7105" y="2162"/>
                    <a:pt x="7149" y="2162"/>
                  </a:cubicBezTo>
                  <a:lnTo>
                    <a:pt x="7216" y="2162"/>
                  </a:lnTo>
                  <a:cubicBezTo>
                    <a:pt x="7240" y="2162"/>
                    <a:pt x="7259" y="2158"/>
                    <a:pt x="7278" y="2158"/>
                  </a:cubicBezTo>
                  <a:lnTo>
                    <a:pt x="7288" y="2158"/>
                  </a:lnTo>
                  <a:lnTo>
                    <a:pt x="7336" y="2148"/>
                  </a:lnTo>
                  <a:lnTo>
                    <a:pt x="7355" y="2148"/>
                  </a:lnTo>
                  <a:lnTo>
                    <a:pt x="7403" y="2138"/>
                  </a:lnTo>
                  <a:lnTo>
                    <a:pt x="7418" y="2134"/>
                  </a:lnTo>
                  <a:close/>
                  <a:moveTo>
                    <a:pt x="9208" y="2821"/>
                  </a:moveTo>
                  <a:cubicBezTo>
                    <a:pt x="9740" y="2821"/>
                    <a:pt x="10246" y="3036"/>
                    <a:pt x="10612" y="3416"/>
                  </a:cubicBezTo>
                  <a:cubicBezTo>
                    <a:pt x="10944" y="3772"/>
                    <a:pt x="11405" y="3974"/>
                    <a:pt x="11890" y="3974"/>
                  </a:cubicBezTo>
                  <a:lnTo>
                    <a:pt x="13802" y="3974"/>
                  </a:lnTo>
                  <a:lnTo>
                    <a:pt x="13802" y="4392"/>
                  </a:lnTo>
                  <a:lnTo>
                    <a:pt x="11895" y="4392"/>
                  </a:lnTo>
                  <a:cubicBezTo>
                    <a:pt x="11299" y="4392"/>
                    <a:pt x="10732" y="4151"/>
                    <a:pt x="10324" y="3724"/>
                  </a:cubicBezTo>
                  <a:cubicBezTo>
                    <a:pt x="10031" y="3416"/>
                    <a:pt x="9623" y="3243"/>
                    <a:pt x="9195" y="3239"/>
                  </a:cubicBezTo>
                  <a:lnTo>
                    <a:pt x="5189" y="3239"/>
                  </a:lnTo>
                  <a:cubicBezTo>
                    <a:pt x="4703" y="3239"/>
                    <a:pt x="4237" y="3440"/>
                    <a:pt x="3906" y="3796"/>
                  </a:cubicBezTo>
                  <a:cubicBezTo>
                    <a:pt x="3540" y="4176"/>
                    <a:pt x="3033" y="4392"/>
                    <a:pt x="2506" y="4392"/>
                  </a:cubicBezTo>
                  <a:cubicBezTo>
                    <a:pt x="2500" y="4392"/>
                    <a:pt x="2494" y="4392"/>
                    <a:pt x="2489" y="4392"/>
                  </a:cubicBezTo>
                  <a:lnTo>
                    <a:pt x="495" y="4392"/>
                  </a:lnTo>
                  <a:lnTo>
                    <a:pt x="495" y="3974"/>
                  </a:lnTo>
                  <a:lnTo>
                    <a:pt x="2407" y="3974"/>
                  </a:lnTo>
                  <a:cubicBezTo>
                    <a:pt x="2892" y="3974"/>
                    <a:pt x="3358" y="3772"/>
                    <a:pt x="3690" y="3416"/>
                  </a:cubicBezTo>
                  <a:cubicBezTo>
                    <a:pt x="4056" y="3036"/>
                    <a:pt x="4562" y="2821"/>
                    <a:pt x="5089" y="2821"/>
                  </a:cubicBezTo>
                  <a:cubicBezTo>
                    <a:pt x="5095" y="2821"/>
                    <a:pt x="5101" y="2821"/>
                    <a:pt x="5107" y="2821"/>
                  </a:cubicBezTo>
                  <a:lnTo>
                    <a:pt x="9190" y="2821"/>
                  </a:lnTo>
                  <a:cubicBezTo>
                    <a:pt x="9196" y="2821"/>
                    <a:pt x="9202" y="2821"/>
                    <a:pt x="9208" y="2821"/>
                  </a:cubicBezTo>
                  <a:close/>
                  <a:moveTo>
                    <a:pt x="1999" y="5112"/>
                  </a:moveTo>
                  <a:lnTo>
                    <a:pt x="3473" y="8374"/>
                  </a:lnTo>
                  <a:lnTo>
                    <a:pt x="529" y="8374"/>
                  </a:lnTo>
                  <a:lnTo>
                    <a:pt x="1999" y="5112"/>
                  </a:lnTo>
                  <a:close/>
                  <a:moveTo>
                    <a:pt x="12299" y="5112"/>
                  </a:moveTo>
                  <a:lnTo>
                    <a:pt x="13769" y="8374"/>
                  </a:lnTo>
                  <a:lnTo>
                    <a:pt x="10829" y="8374"/>
                  </a:lnTo>
                  <a:lnTo>
                    <a:pt x="12299" y="5112"/>
                  </a:lnTo>
                  <a:close/>
                  <a:moveTo>
                    <a:pt x="3589" y="8797"/>
                  </a:moveTo>
                  <a:cubicBezTo>
                    <a:pt x="3584" y="9628"/>
                    <a:pt x="2911" y="10296"/>
                    <a:pt x="2085" y="10300"/>
                  </a:cubicBezTo>
                  <a:lnTo>
                    <a:pt x="1917" y="10300"/>
                  </a:lnTo>
                  <a:cubicBezTo>
                    <a:pt x="1091" y="10296"/>
                    <a:pt x="418" y="9628"/>
                    <a:pt x="418" y="8797"/>
                  </a:cubicBezTo>
                  <a:close/>
                  <a:moveTo>
                    <a:pt x="13884" y="8802"/>
                  </a:moveTo>
                  <a:cubicBezTo>
                    <a:pt x="13884" y="9628"/>
                    <a:pt x="13207" y="10300"/>
                    <a:pt x="12380" y="10300"/>
                  </a:cubicBezTo>
                  <a:lnTo>
                    <a:pt x="12217" y="10300"/>
                  </a:lnTo>
                  <a:cubicBezTo>
                    <a:pt x="11386" y="10300"/>
                    <a:pt x="10713" y="9628"/>
                    <a:pt x="10713" y="8802"/>
                  </a:cubicBezTo>
                  <a:close/>
                  <a:moveTo>
                    <a:pt x="10036" y="12592"/>
                  </a:moveTo>
                  <a:cubicBezTo>
                    <a:pt x="10161" y="12592"/>
                    <a:pt x="10262" y="12688"/>
                    <a:pt x="10262" y="12813"/>
                  </a:cubicBezTo>
                  <a:lnTo>
                    <a:pt x="10262" y="13197"/>
                  </a:lnTo>
                  <a:lnTo>
                    <a:pt x="5808" y="13197"/>
                  </a:lnTo>
                  <a:cubicBezTo>
                    <a:pt x="5525" y="13197"/>
                    <a:pt x="5525" y="13625"/>
                    <a:pt x="5808" y="13625"/>
                  </a:cubicBezTo>
                  <a:lnTo>
                    <a:pt x="11059" y="13625"/>
                  </a:lnTo>
                  <a:cubicBezTo>
                    <a:pt x="11189" y="13625"/>
                    <a:pt x="11294" y="13731"/>
                    <a:pt x="11294" y="13860"/>
                  </a:cubicBezTo>
                  <a:lnTo>
                    <a:pt x="11294" y="14326"/>
                  </a:lnTo>
                  <a:lnTo>
                    <a:pt x="3003" y="14326"/>
                  </a:lnTo>
                  <a:lnTo>
                    <a:pt x="3003" y="13860"/>
                  </a:lnTo>
                  <a:cubicBezTo>
                    <a:pt x="3003" y="13726"/>
                    <a:pt x="3108" y="13620"/>
                    <a:pt x="3238" y="13620"/>
                  </a:cubicBezTo>
                  <a:lnTo>
                    <a:pt x="4449" y="13620"/>
                  </a:lnTo>
                  <a:cubicBezTo>
                    <a:pt x="4732" y="13620"/>
                    <a:pt x="4732" y="13197"/>
                    <a:pt x="4449" y="13197"/>
                  </a:cubicBezTo>
                  <a:lnTo>
                    <a:pt x="4036" y="13197"/>
                  </a:lnTo>
                  <a:lnTo>
                    <a:pt x="4036" y="12818"/>
                  </a:lnTo>
                  <a:cubicBezTo>
                    <a:pt x="4036" y="12693"/>
                    <a:pt x="4136" y="12592"/>
                    <a:pt x="4261" y="12592"/>
                  </a:cubicBezTo>
                  <a:close/>
                  <a:moveTo>
                    <a:pt x="7149" y="1"/>
                  </a:moveTo>
                  <a:cubicBezTo>
                    <a:pt x="6135" y="1"/>
                    <a:pt x="5674" y="1269"/>
                    <a:pt x="6457" y="1917"/>
                  </a:cubicBezTo>
                  <a:lnTo>
                    <a:pt x="6457" y="2393"/>
                  </a:lnTo>
                  <a:lnTo>
                    <a:pt x="5107" y="2393"/>
                  </a:lnTo>
                  <a:cubicBezTo>
                    <a:pt x="5101" y="2393"/>
                    <a:pt x="5095" y="2393"/>
                    <a:pt x="5089" y="2393"/>
                  </a:cubicBezTo>
                  <a:cubicBezTo>
                    <a:pt x="4442" y="2393"/>
                    <a:pt x="3825" y="2657"/>
                    <a:pt x="3377" y="3123"/>
                  </a:cubicBezTo>
                  <a:cubicBezTo>
                    <a:pt x="3128" y="3392"/>
                    <a:pt x="2777" y="3546"/>
                    <a:pt x="2407" y="3546"/>
                  </a:cubicBezTo>
                  <a:lnTo>
                    <a:pt x="452" y="3546"/>
                  </a:lnTo>
                  <a:cubicBezTo>
                    <a:pt x="240" y="3546"/>
                    <a:pt x="67" y="3719"/>
                    <a:pt x="67" y="3930"/>
                  </a:cubicBezTo>
                  <a:lnTo>
                    <a:pt x="67" y="4435"/>
                  </a:lnTo>
                  <a:cubicBezTo>
                    <a:pt x="67" y="4651"/>
                    <a:pt x="240" y="4819"/>
                    <a:pt x="452" y="4819"/>
                  </a:cubicBezTo>
                  <a:lnTo>
                    <a:pt x="1662" y="4819"/>
                  </a:lnTo>
                  <a:lnTo>
                    <a:pt x="10" y="8499"/>
                  </a:lnTo>
                  <a:lnTo>
                    <a:pt x="0" y="8513"/>
                  </a:lnTo>
                  <a:lnTo>
                    <a:pt x="0" y="8518"/>
                  </a:lnTo>
                  <a:cubicBezTo>
                    <a:pt x="0" y="8523"/>
                    <a:pt x="0" y="8528"/>
                    <a:pt x="0" y="8528"/>
                  </a:cubicBezTo>
                  <a:lnTo>
                    <a:pt x="0" y="8537"/>
                  </a:lnTo>
                  <a:lnTo>
                    <a:pt x="0" y="8547"/>
                  </a:lnTo>
                  <a:lnTo>
                    <a:pt x="0" y="8561"/>
                  </a:lnTo>
                  <a:lnTo>
                    <a:pt x="0" y="8566"/>
                  </a:lnTo>
                  <a:lnTo>
                    <a:pt x="0" y="8581"/>
                  </a:lnTo>
                  <a:lnTo>
                    <a:pt x="0" y="8792"/>
                  </a:lnTo>
                  <a:cubicBezTo>
                    <a:pt x="0" y="9858"/>
                    <a:pt x="865" y="10718"/>
                    <a:pt x="1927" y="10723"/>
                  </a:cubicBezTo>
                  <a:lnTo>
                    <a:pt x="2095" y="10723"/>
                  </a:lnTo>
                  <a:cubicBezTo>
                    <a:pt x="3152" y="10714"/>
                    <a:pt x="4007" y="9854"/>
                    <a:pt x="4012" y="8797"/>
                  </a:cubicBezTo>
                  <a:lnTo>
                    <a:pt x="4012" y="8585"/>
                  </a:lnTo>
                  <a:lnTo>
                    <a:pt x="4012" y="8571"/>
                  </a:lnTo>
                  <a:lnTo>
                    <a:pt x="4012" y="8561"/>
                  </a:lnTo>
                  <a:lnTo>
                    <a:pt x="4012" y="8552"/>
                  </a:lnTo>
                  <a:lnTo>
                    <a:pt x="4012" y="8542"/>
                  </a:lnTo>
                  <a:lnTo>
                    <a:pt x="4012" y="8533"/>
                  </a:lnTo>
                  <a:cubicBezTo>
                    <a:pt x="4012" y="8528"/>
                    <a:pt x="4012" y="8523"/>
                    <a:pt x="4007" y="8518"/>
                  </a:cubicBezTo>
                  <a:lnTo>
                    <a:pt x="4007" y="8513"/>
                  </a:lnTo>
                  <a:lnTo>
                    <a:pt x="4002" y="8499"/>
                  </a:lnTo>
                  <a:lnTo>
                    <a:pt x="2335" y="4819"/>
                  </a:lnTo>
                  <a:lnTo>
                    <a:pt x="2489" y="4819"/>
                  </a:lnTo>
                  <a:cubicBezTo>
                    <a:pt x="2495" y="4819"/>
                    <a:pt x="2500" y="4819"/>
                    <a:pt x="2506" y="4819"/>
                  </a:cubicBezTo>
                  <a:cubicBezTo>
                    <a:pt x="3153" y="4819"/>
                    <a:pt x="3771" y="4555"/>
                    <a:pt x="4218" y="4089"/>
                  </a:cubicBezTo>
                  <a:cubicBezTo>
                    <a:pt x="4468" y="3820"/>
                    <a:pt x="4819" y="3666"/>
                    <a:pt x="5189" y="3666"/>
                  </a:cubicBezTo>
                  <a:lnTo>
                    <a:pt x="6457" y="3666"/>
                  </a:lnTo>
                  <a:lnTo>
                    <a:pt x="6457" y="12164"/>
                  </a:lnTo>
                  <a:lnTo>
                    <a:pt x="4261" y="12164"/>
                  </a:lnTo>
                  <a:cubicBezTo>
                    <a:pt x="3901" y="12164"/>
                    <a:pt x="3608" y="12457"/>
                    <a:pt x="3608" y="12818"/>
                  </a:cubicBezTo>
                  <a:lnTo>
                    <a:pt x="3608" y="13197"/>
                  </a:lnTo>
                  <a:lnTo>
                    <a:pt x="3238" y="13197"/>
                  </a:lnTo>
                  <a:cubicBezTo>
                    <a:pt x="2873" y="13197"/>
                    <a:pt x="2575" y="13495"/>
                    <a:pt x="2575" y="13860"/>
                  </a:cubicBezTo>
                  <a:lnTo>
                    <a:pt x="2575" y="14538"/>
                  </a:lnTo>
                  <a:cubicBezTo>
                    <a:pt x="2575" y="14653"/>
                    <a:pt x="2671" y="14749"/>
                    <a:pt x="2791" y="14749"/>
                  </a:cubicBezTo>
                  <a:lnTo>
                    <a:pt x="11511" y="14749"/>
                  </a:lnTo>
                  <a:cubicBezTo>
                    <a:pt x="11626" y="14749"/>
                    <a:pt x="11722" y="14653"/>
                    <a:pt x="11722" y="14538"/>
                  </a:cubicBezTo>
                  <a:lnTo>
                    <a:pt x="11722" y="13860"/>
                  </a:lnTo>
                  <a:cubicBezTo>
                    <a:pt x="11722" y="13495"/>
                    <a:pt x="11424" y="13197"/>
                    <a:pt x="11064" y="13197"/>
                  </a:cubicBezTo>
                  <a:lnTo>
                    <a:pt x="10689" y="13197"/>
                  </a:lnTo>
                  <a:lnTo>
                    <a:pt x="10689" y="12818"/>
                  </a:lnTo>
                  <a:cubicBezTo>
                    <a:pt x="10689" y="12457"/>
                    <a:pt x="10396" y="12164"/>
                    <a:pt x="10041" y="12164"/>
                  </a:cubicBezTo>
                  <a:lnTo>
                    <a:pt x="7840" y="12164"/>
                  </a:lnTo>
                  <a:lnTo>
                    <a:pt x="7840" y="6001"/>
                  </a:lnTo>
                  <a:cubicBezTo>
                    <a:pt x="7840" y="5859"/>
                    <a:pt x="7733" y="5788"/>
                    <a:pt x="7627" y="5788"/>
                  </a:cubicBezTo>
                  <a:cubicBezTo>
                    <a:pt x="7521" y="5788"/>
                    <a:pt x="7415" y="5859"/>
                    <a:pt x="7418" y="6001"/>
                  </a:cubicBezTo>
                  <a:lnTo>
                    <a:pt x="7418" y="12164"/>
                  </a:lnTo>
                  <a:lnTo>
                    <a:pt x="6884" y="12164"/>
                  </a:lnTo>
                  <a:lnTo>
                    <a:pt x="6884" y="3666"/>
                  </a:lnTo>
                  <a:lnTo>
                    <a:pt x="7418" y="3666"/>
                  </a:lnTo>
                  <a:lnTo>
                    <a:pt x="7418" y="4651"/>
                  </a:lnTo>
                  <a:cubicBezTo>
                    <a:pt x="7418" y="4793"/>
                    <a:pt x="7523" y="4864"/>
                    <a:pt x="7629" y="4864"/>
                  </a:cubicBezTo>
                  <a:cubicBezTo>
                    <a:pt x="7735" y="4864"/>
                    <a:pt x="7840" y="4793"/>
                    <a:pt x="7840" y="4651"/>
                  </a:cubicBezTo>
                  <a:lnTo>
                    <a:pt x="7840" y="3666"/>
                  </a:lnTo>
                  <a:lnTo>
                    <a:pt x="9195" y="3666"/>
                  </a:lnTo>
                  <a:cubicBezTo>
                    <a:pt x="9507" y="3666"/>
                    <a:pt x="9800" y="3796"/>
                    <a:pt x="10017" y="4022"/>
                  </a:cubicBezTo>
                  <a:cubicBezTo>
                    <a:pt x="10507" y="4531"/>
                    <a:pt x="11184" y="4819"/>
                    <a:pt x="11895" y="4819"/>
                  </a:cubicBezTo>
                  <a:lnTo>
                    <a:pt x="11962" y="4819"/>
                  </a:lnTo>
                  <a:lnTo>
                    <a:pt x="10305" y="8499"/>
                  </a:lnTo>
                  <a:cubicBezTo>
                    <a:pt x="10305" y="8504"/>
                    <a:pt x="10305" y="8509"/>
                    <a:pt x="10300" y="8513"/>
                  </a:cubicBezTo>
                  <a:lnTo>
                    <a:pt x="10300" y="8518"/>
                  </a:lnTo>
                  <a:cubicBezTo>
                    <a:pt x="10300" y="8523"/>
                    <a:pt x="10300" y="8528"/>
                    <a:pt x="10295" y="8533"/>
                  </a:cubicBezTo>
                  <a:lnTo>
                    <a:pt x="10295" y="8542"/>
                  </a:lnTo>
                  <a:lnTo>
                    <a:pt x="10295" y="8552"/>
                  </a:lnTo>
                  <a:lnTo>
                    <a:pt x="10295" y="8561"/>
                  </a:lnTo>
                  <a:lnTo>
                    <a:pt x="10295" y="8571"/>
                  </a:lnTo>
                  <a:lnTo>
                    <a:pt x="10295" y="8585"/>
                  </a:lnTo>
                  <a:lnTo>
                    <a:pt x="10295" y="8797"/>
                  </a:lnTo>
                  <a:cubicBezTo>
                    <a:pt x="10300" y="9858"/>
                    <a:pt x="11160" y="10723"/>
                    <a:pt x="12226" y="10723"/>
                  </a:cubicBezTo>
                  <a:lnTo>
                    <a:pt x="12390" y="10723"/>
                  </a:lnTo>
                  <a:cubicBezTo>
                    <a:pt x="13456" y="10723"/>
                    <a:pt x="14321" y="9858"/>
                    <a:pt x="14321" y="8797"/>
                  </a:cubicBezTo>
                  <a:lnTo>
                    <a:pt x="14321" y="8585"/>
                  </a:lnTo>
                  <a:lnTo>
                    <a:pt x="14311" y="8585"/>
                  </a:lnTo>
                  <a:lnTo>
                    <a:pt x="14311" y="8571"/>
                  </a:lnTo>
                  <a:lnTo>
                    <a:pt x="14311" y="8561"/>
                  </a:lnTo>
                  <a:lnTo>
                    <a:pt x="14311" y="8552"/>
                  </a:lnTo>
                  <a:lnTo>
                    <a:pt x="14311" y="8542"/>
                  </a:lnTo>
                  <a:lnTo>
                    <a:pt x="14311" y="8533"/>
                  </a:lnTo>
                  <a:lnTo>
                    <a:pt x="14307" y="8518"/>
                  </a:lnTo>
                  <a:lnTo>
                    <a:pt x="14307" y="8513"/>
                  </a:lnTo>
                  <a:cubicBezTo>
                    <a:pt x="14307" y="8509"/>
                    <a:pt x="14302" y="8504"/>
                    <a:pt x="14302" y="8499"/>
                  </a:cubicBezTo>
                  <a:lnTo>
                    <a:pt x="12640" y="4819"/>
                  </a:lnTo>
                  <a:lnTo>
                    <a:pt x="13855" y="4819"/>
                  </a:lnTo>
                  <a:cubicBezTo>
                    <a:pt x="14066" y="4819"/>
                    <a:pt x="14239" y="4651"/>
                    <a:pt x="14239" y="4435"/>
                  </a:cubicBezTo>
                  <a:lnTo>
                    <a:pt x="14239" y="3930"/>
                  </a:lnTo>
                  <a:cubicBezTo>
                    <a:pt x="14239" y="3719"/>
                    <a:pt x="14066" y="3546"/>
                    <a:pt x="13855" y="3546"/>
                  </a:cubicBezTo>
                  <a:lnTo>
                    <a:pt x="11890" y="3546"/>
                  </a:lnTo>
                  <a:cubicBezTo>
                    <a:pt x="11525" y="3546"/>
                    <a:pt x="11170" y="3392"/>
                    <a:pt x="10920" y="3123"/>
                  </a:cubicBezTo>
                  <a:cubicBezTo>
                    <a:pt x="10472" y="2657"/>
                    <a:pt x="9855" y="2393"/>
                    <a:pt x="9208" y="2393"/>
                  </a:cubicBezTo>
                  <a:cubicBezTo>
                    <a:pt x="9202" y="2393"/>
                    <a:pt x="9196" y="2393"/>
                    <a:pt x="9190" y="2393"/>
                  </a:cubicBezTo>
                  <a:lnTo>
                    <a:pt x="7840" y="2393"/>
                  </a:lnTo>
                  <a:lnTo>
                    <a:pt x="7840" y="1917"/>
                  </a:lnTo>
                  <a:cubicBezTo>
                    <a:pt x="8623" y="1269"/>
                    <a:pt x="8162" y="1"/>
                    <a:pt x="7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2" name="Google Shape;8322;p80"/>
          <p:cNvGrpSpPr/>
          <p:nvPr/>
        </p:nvGrpSpPr>
        <p:grpSpPr>
          <a:xfrm>
            <a:off x="1300502" y="2442148"/>
            <a:ext cx="364504" cy="370290"/>
            <a:chOff x="1300502" y="2442148"/>
            <a:chExt cx="364504" cy="370290"/>
          </a:xfrm>
        </p:grpSpPr>
        <p:sp>
          <p:nvSpPr>
            <p:cNvPr id="8323" name="Google Shape;8323;p80"/>
            <p:cNvSpPr/>
            <p:nvPr/>
          </p:nvSpPr>
          <p:spPr>
            <a:xfrm>
              <a:off x="1420118" y="2771545"/>
              <a:ext cx="125297" cy="15499"/>
            </a:xfrm>
            <a:custGeom>
              <a:rect b="b" l="l" r="r" t="t"/>
              <a:pathLst>
                <a:path extrusionOk="0" h="592" w="4786">
                  <a:moveTo>
                    <a:pt x="0" y="1"/>
                  </a:moveTo>
                  <a:cubicBezTo>
                    <a:pt x="0" y="327"/>
                    <a:pt x="264" y="592"/>
                    <a:pt x="591" y="592"/>
                  </a:cubicBezTo>
                  <a:lnTo>
                    <a:pt x="4194" y="592"/>
                  </a:lnTo>
                  <a:cubicBezTo>
                    <a:pt x="4516" y="592"/>
                    <a:pt x="4785" y="327"/>
                    <a:pt x="47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0"/>
            <p:cNvSpPr/>
            <p:nvPr/>
          </p:nvSpPr>
          <p:spPr>
            <a:xfrm>
              <a:off x="1338856" y="2771545"/>
              <a:ext cx="61785" cy="35369"/>
            </a:xfrm>
            <a:custGeom>
              <a:rect b="b" l="l" r="r" t="t"/>
              <a:pathLst>
                <a:path extrusionOk="0" h="1351" w="2360">
                  <a:moveTo>
                    <a:pt x="1" y="1"/>
                  </a:moveTo>
                  <a:lnTo>
                    <a:pt x="1" y="942"/>
                  </a:lnTo>
                  <a:cubicBezTo>
                    <a:pt x="1" y="1168"/>
                    <a:pt x="179" y="1351"/>
                    <a:pt x="404" y="1351"/>
                  </a:cubicBezTo>
                  <a:lnTo>
                    <a:pt x="1951" y="1351"/>
                  </a:lnTo>
                  <a:cubicBezTo>
                    <a:pt x="2177" y="1351"/>
                    <a:pt x="2360" y="1168"/>
                    <a:pt x="2360" y="942"/>
                  </a:cubicBezTo>
                  <a:lnTo>
                    <a:pt x="236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0"/>
            <p:cNvSpPr/>
            <p:nvPr/>
          </p:nvSpPr>
          <p:spPr>
            <a:xfrm>
              <a:off x="1568506" y="2771545"/>
              <a:ext cx="61916" cy="35369"/>
            </a:xfrm>
            <a:custGeom>
              <a:rect b="b" l="l" r="r" t="t"/>
              <a:pathLst>
                <a:path extrusionOk="0" h="1351" w="2365">
                  <a:moveTo>
                    <a:pt x="1" y="1"/>
                  </a:moveTo>
                  <a:lnTo>
                    <a:pt x="1" y="942"/>
                  </a:lnTo>
                  <a:cubicBezTo>
                    <a:pt x="1" y="1168"/>
                    <a:pt x="184" y="1351"/>
                    <a:pt x="409" y="1351"/>
                  </a:cubicBezTo>
                  <a:lnTo>
                    <a:pt x="1956" y="1351"/>
                  </a:lnTo>
                  <a:cubicBezTo>
                    <a:pt x="2182" y="1351"/>
                    <a:pt x="2365" y="1168"/>
                    <a:pt x="2365" y="942"/>
                  </a:cubicBezTo>
                  <a:lnTo>
                    <a:pt x="236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0"/>
            <p:cNvSpPr/>
            <p:nvPr/>
          </p:nvSpPr>
          <p:spPr>
            <a:xfrm>
              <a:off x="1306026" y="2523411"/>
              <a:ext cx="24321" cy="84038"/>
            </a:xfrm>
            <a:custGeom>
              <a:rect b="b" l="l" r="r" t="t"/>
              <a:pathLst>
                <a:path extrusionOk="0" h="3210" w="929">
                  <a:moveTo>
                    <a:pt x="520" y="0"/>
                  </a:moveTo>
                  <a:cubicBezTo>
                    <a:pt x="231" y="0"/>
                    <a:pt x="1" y="236"/>
                    <a:pt x="1" y="519"/>
                  </a:cubicBezTo>
                  <a:lnTo>
                    <a:pt x="1" y="2691"/>
                  </a:lnTo>
                  <a:cubicBezTo>
                    <a:pt x="1" y="2974"/>
                    <a:pt x="231" y="3209"/>
                    <a:pt x="520" y="3209"/>
                  </a:cubicBezTo>
                  <a:lnTo>
                    <a:pt x="928" y="3209"/>
                  </a:lnTo>
                  <a:lnTo>
                    <a:pt x="92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0"/>
            <p:cNvSpPr/>
            <p:nvPr/>
          </p:nvSpPr>
          <p:spPr>
            <a:xfrm>
              <a:off x="1635187" y="2523411"/>
              <a:ext cx="24295" cy="84038"/>
            </a:xfrm>
            <a:custGeom>
              <a:rect b="b" l="l" r="r" t="t"/>
              <a:pathLst>
                <a:path extrusionOk="0" h="3210" w="928">
                  <a:moveTo>
                    <a:pt x="0" y="0"/>
                  </a:moveTo>
                  <a:lnTo>
                    <a:pt x="0" y="3209"/>
                  </a:lnTo>
                  <a:lnTo>
                    <a:pt x="408" y="3209"/>
                  </a:lnTo>
                  <a:cubicBezTo>
                    <a:pt x="697" y="3209"/>
                    <a:pt x="927" y="2974"/>
                    <a:pt x="927" y="2686"/>
                  </a:cubicBezTo>
                  <a:lnTo>
                    <a:pt x="927" y="519"/>
                  </a:lnTo>
                  <a:cubicBezTo>
                    <a:pt x="927" y="231"/>
                    <a:pt x="692" y="0"/>
                    <a:pt x="40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0"/>
            <p:cNvSpPr/>
            <p:nvPr/>
          </p:nvSpPr>
          <p:spPr>
            <a:xfrm>
              <a:off x="1330321" y="2447567"/>
              <a:ext cx="304892" cy="276225"/>
            </a:xfrm>
            <a:custGeom>
              <a:rect b="b" l="l" r="r" t="t"/>
              <a:pathLst>
                <a:path extrusionOk="0" h="10551" w="11646">
                  <a:moveTo>
                    <a:pt x="1792" y="1"/>
                  </a:moveTo>
                  <a:cubicBezTo>
                    <a:pt x="802" y="1"/>
                    <a:pt x="0" y="803"/>
                    <a:pt x="0" y="1797"/>
                  </a:cubicBezTo>
                  <a:lnTo>
                    <a:pt x="0" y="10550"/>
                  </a:lnTo>
                  <a:lnTo>
                    <a:pt x="11645" y="10550"/>
                  </a:lnTo>
                  <a:lnTo>
                    <a:pt x="11645" y="1797"/>
                  </a:lnTo>
                  <a:cubicBezTo>
                    <a:pt x="11645" y="803"/>
                    <a:pt x="10843" y="1"/>
                    <a:pt x="985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0"/>
            <p:cNvSpPr/>
            <p:nvPr/>
          </p:nvSpPr>
          <p:spPr>
            <a:xfrm>
              <a:off x="1330321" y="2447567"/>
              <a:ext cx="80896" cy="276225"/>
            </a:xfrm>
            <a:custGeom>
              <a:rect b="b" l="l" r="r" t="t"/>
              <a:pathLst>
                <a:path extrusionOk="0" h="10551" w="3090">
                  <a:moveTo>
                    <a:pt x="1792" y="1"/>
                  </a:moveTo>
                  <a:cubicBezTo>
                    <a:pt x="802" y="1"/>
                    <a:pt x="0" y="803"/>
                    <a:pt x="0" y="1797"/>
                  </a:cubicBezTo>
                  <a:lnTo>
                    <a:pt x="0" y="10550"/>
                  </a:lnTo>
                  <a:lnTo>
                    <a:pt x="1292" y="10550"/>
                  </a:lnTo>
                  <a:lnTo>
                    <a:pt x="1292" y="1797"/>
                  </a:lnTo>
                  <a:cubicBezTo>
                    <a:pt x="1292" y="803"/>
                    <a:pt x="2095" y="1"/>
                    <a:pt x="308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0"/>
            <p:cNvSpPr/>
            <p:nvPr/>
          </p:nvSpPr>
          <p:spPr>
            <a:xfrm>
              <a:off x="1317859" y="2719997"/>
              <a:ext cx="333455" cy="51575"/>
            </a:xfrm>
            <a:custGeom>
              <a:rect b="b" l="l" r="r" t="t"/>
              <a:pathLst>
                <a:path extrusionOk="0" h="1970" w="12737">
                  <a:moveTo>
                    <a:pt x="361" y="0"/>
                  </a:moveTo>
                  <a:cubicBezTo>
                    <a:pt x="159" y="0"/>
                    <a:pt x="0" y="163"/>
                    <a:pt x="0" y="360"/>
                  </a:cubicBezTo>
                  <a:lnTo>
                    <a:pt x="0" y="1609"/>
                  </a:lnTo>
                  <a:cubicBezTo>
                    <a:pt x="0" y="1806"/>
                    <a:pt x="159" y="1970"/>
                    <a:pt x="361" y="1970"/>
                  </a:cubicBezTo>
                  <a:lnTo>
                    <a:pt x="12376" y="1970"/>
                  </a:lnTo>
                  <a:cubicBezTo>
                    <a:pt x="12577" y="1970"/>
                    <a:pt x="12736" y="1806"/>
                    <a:pt x="12736" y="1609"/>
                  </a:cubicBezTo>
                  <a:lnTo>
                    <a:pt x="12736" y="365"/>
                  </a:lnTo>
                  <a:cubicBezTo>
                    <a:pt x="12736" y="163"/>
                    <a:pt x="12577" y="0"/>
                    <a:pt x="12376"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0"/>
            <p:cNvSpPr/>
            <p:nvPr/>
          </p:nvSpPr>
          <p:spPr>
            <a:xfrm>
              <a:off x="1317859" y="2720101"/>
              <a:ext cx="47700" cy="51470"/>
            </a:xfrm>
            <a:custGeom>
              <a:rect b="b" l="l" r="r" t="t"/>
              <a:pathLst>
                <a:path extrusionOk="0" h="1966" w="1822">
                  <a:moveTo>
                    <a:pt x="361" y="1"/>
                  </a:moveTo>
                  <a:cubicBezTo>
                    <a:pt x="159" y="1"/>
                    <a:pt x="0" y="159"/>
                    <a:pt x="0" y="361"/>
                  </a:cubicBezTo>
                  <a:lnTo>
                    <a:pt x="0" y="1605"/>
                  </a:lnTo>
                  <a:cubicBezTo>
                    <a:pt x="0" y="1802"/>
                    <a:pt x="159" y="1966"/>
                    <a:pt x="361" y="1966"/>
                  </a:cubicBezTo>
                  <a:lnTo>
                    <a:pt x="1821" y="1966"/>
                  </a:lnTo>
                  <a:cubicBezTo>
                    <a:pt x="1624" y="1966"/>
                    <a:pt x="1461" y="1802"/>
                    <a:pt x="1461" y="1605"/>
                  </a:cubicBezTo>
                  <a:lnTo>
                    <a:pt x="1461" y="361"/>
                  </a:lnTo>
                  <a:cubicBezTo>
                    <a:pt x="1461" y="159"/>
                    <a:pt x="1624" y="1"/>
                    <a:pt x="1821"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0"/>
            <p:cNvSpPr/>
            <p:nvPr/>
          </p:nvSpPr>
          <p:spPr>
            <a:xfrm>
              <a:off x="1350191" y="2496995"/>
              <a:ext cx="265151" cy="135612"/>
            </a:xfrm>
            <a:custGeom>
              <a:rect b="b" l="l" r="r" t="t"/>
              <a:pathLst>
                <a:path extrusionOk="0" h="5180" w="10128">
                  <a:moveTo>
                    <a:pt x="9334" y="0"/>
                  </a:moveTo>
                  <a:cubicBezTo>
                    <a:pt x="9331" y="0"/>
                    <a:pt x="9328" y="0"/>
                    <a:pt x="9325" y="1"/>
                  </a:cubicBezTo>
                  <a:lnTo>
                    <a:pt x="798" y="1"/>
                  </a:lnTo>
                  <a:cubicBezTo>
                    <a:pt x="356" y="1"/>
                    <a:pt x="0" y="356"/>
                    <a:pt x="0" y="798"/>
                  </a:cubicBezTo>
                  <a:lnTo>
                    <a:pt x="0" y="4382"/>
                  </a:lnTo>
                  <a:cubicBezTo>
                    <a:pt x="0" y="4821"/>
                    <a:pt x="356" y="5179"/>
                    <a:pt x="794" y="5179"/>
                  </a:cubicBezTo>
                  <a:cubicBezTo>
                    <a:pt x="797" y="5179"/>
                    <a:pt x="799" y="5179"/>
                    <a:pt x="802" y="5179"/>
                  </a:cubicBezTo>
                  <a:lnTo>
                    <a:pt x="9330" y="5179"/>
                  </a:lnTo>
                  <a:cubicBezTo>
                    <a:pt x="9767" y="5179"/>
                    <a:pt x="10127" y="4824"/>
                    <a:pt x="10127" y="4382"/>
                  </a:cubicBezTo>
                  <a:lnTo>
                    <a:pt x="10127" y="798"/>
                  </a:lnTo>
                  <a:cubicBezTo>
                    <a:pt x="10127" y="359"/>
                    <a:pt x="9772" y="0"/>
                    <a:pt x="9334" y="0"/>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0"/>
            <p:cNvSpPr/>
            <p:nvPr/>
          </p:nvSpPr>
          <p:spPr>
            <a:xfrm>
              <a:off x="1350191" y="2496995"/>
              <a:ext cx="45920" cy="135612"/>
            </a:xfrm>
            <a:custGeom>
              <a:rect b="b" l="l" r="r" t="t"/>
              <a:pathLst>
                <a:path extrusionOk="0" h="5180" w="1754">
                  <a:moveTo>
                    <a:pt x="789" y="0"/>
                  </a:moveTo>
                  <a:cubicBezTo>
                    <a:pt x="356" y="0"/>
                    <a:pt x="0" y="359"/>
                    <a:pt x="0" y="798"/>
                  </a:cubicBezTo>
                  <a:lnTo>
                    <a:pt x="0" y="4382"/>
                  </a:lnTo>
                  <a:cubicBezTo>
                    <a:pt x="0" y="4824"/>
                    <a:pt x="356" y="5179"/>
                    <a:pt x="798" y="5179"/>
                  </a:cubicBezTo>
                  <a:lnTo>
                    <a:pt x="1754" y="5179"/>
                  </a:lnTo>
                  <a:cubicBezTo>
                    <a:pt x="1312" y="5179"/>
                    <a:pt x="956" y="4824"/>
                    <a:pt x="956" y="4382"/>
                  </a:cubicBezTo>
                  <a:lnTo>
                    <a:pt x="956" y="798"/>
                  </a:lnTo>
                  <a:cubicBezTo>
                    <a:pt x="956" y="356"/>
                    <a:pt x="1316" y="1"/>
                    <a:pt x="1754" y="1"/>
                  </a:cubicBezTo>
                  <a:lnTo>
                    <a:pt x="798" y="1"/>
                  </a:lnTo>
                  <a:cubicBezTo>
                    <a:pt x="795" y="0"/>
                    <a:pt x="792" y="0"/>
                    <a:pt x="789"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0"/>
            <p:cNvSpPr/>
            <p:nvPr/>
          </p:nvSpPr>
          <p:spPr>
            <a:xfrm>
              <a:off x="1350191" y="2496995"/>
              <a:ext cx="265151" cy="39767"/>
            </a:xfrm>
            <a:custGeom>
              <a:rect b="b" l="l" r="r" t="t"/>
              <a:pathLst>
                <a:path extrusionOk="0" h="1519" w="10128">
                  <a:moveTo>
                    <a:pt x="9334" y="0"/>
                  </a:moveTo>
                  <a:cubicBezTo>
                    <a:pt x="9331" y="0"/>
                    <a:pt x="9328" y="0"/>
                    <a:pt x="9325" y="1"/>
                  </a:cubicBezTo>
                  <a:lnTo>
                    <a:pt x="798" y="1"/>
                  </a:lnTo>
                  <a:cubicBezTo>
                    <a:pt x="356" y="1"/>
                    <a:pt x="0" y="356"/>
                    <a:pt x="0" y="798"/>
                  </a:cubicBezTo>
                  <a:lnTo>
                    <a:pt x="0" y="1519"/>
                  </a:lnTo>
                  <a:lnTo>
                    <a:pt x="10127" y="1519"/>
                  </a:lnTo>
                  <a:lnTo>
                    <a:pt x="10127" y="798"/>
                  </a:lnTo>
                  <a:cubicBezTo>
                    <a:pt x="10127" y="359"/>
                    <a:pt x="9772" y="0"/>
                    <a:pt x="933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0"/>
            <p:cNvSpPr/>
            <p:nvPr/>
          </p:nvSpPr>
          <p:spPr>
            <a:xfrm>
              <a:off x="1353202" y="2655201"/>
              <a:ext cx="42647" cy="42804"/>
            </a:xfrm>
            <a:custGeom>
              <a:rect b="b" l="l" r="r" t="t"/>
              <a:pathLst>
                <a:path extrusionOk="0" h="1635" w="1629">
                  <a:moveTo>
                    <a:pt x="812" y="1"/>
                  </a:moveTo>
                  <a:cubicBezTo>
                    <a:pt x="366" y="1"/>
                    <a:pt x="0" y="366"/>
                    <a:pt x="0" y="818"/>
                  </a:cubicBezTo>
                  <a:cubicBezTo>
                    <a:pt x="0" y="1269"/>
                    <a:pt x="366" y="1634"/>
                    <a:pt x="812" y="1634"/>
                  </a:cubicBezTo>
                  <a:cubicBezTo>
                    <a:pt x="1264" y="1634"/>
                    <a:pt x="1629" y="1269"/>
                    <a:pt x="1629" y="818"/>
                  </a:cubicBezTo>
                  <a:cubicBezTo>
                    <a:pt x="1629" y="366"/>
                    <a:pt x="1264" y="1"/>
                    <a:pt x="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0"/>
            <p:cNvSpPr/>
            <p:nvPr/>
          </p:nvSpPr>
          <p:spPr>
            <a:xfrm>
              <a:off x="1569658" y="2655201"/>
              <a:ext cx="42647" cy="42804"/>
            </a:xfrm>
            <a:custGeom>
              <a:rect b="b" l="l" r="r" t="t"/>
              <a:pathLst>
                <a:path extrusionOk="0" h="1635" w="1629">
                  <a:moveTo>
                    <a:pt x="817" y="1"/>
                  </a:moveTo>
                  <a:cubicBezTo>
                    <a:pt x="365" y="1"/>
                    <a:pt x="0" y="366"/>
                    <a:pt x="0" y="818"/>
                  </a:cubicBezTo>
                  <a:cubicBezTo>
                    <a:pt x="0" y="1269"/>
                    <a:pt x="365" y="1634"/>
                    <a:pt x="817" y="1634"/>
                  </a:cubicBezTo>
                  <a:cubicBezTo>
                    <a:pt x="1264" y="1634"/>
                    <a:pt x="1629" y="1269"/>
                    <a:pt x="1629" y="818"/>
                  </a:cubicBezTo>
                  <a:cubicBezTo>
                    <a:pt x="1629" y="366"/>
                    <a:pt x="1264" y="1"/>
                    <a:pt x="8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0"/>
            <p:cNvSpPr/>
            <p:nvPr/>
          </p:nvSpPr>
          <p:spPr>
            <a:xfrm>
              <a:off x="1422370" y="2651562"/>
              <a:ext cx="120768" cy="68461"/>
            </a:xfrm>
            <a:custGeom>
              <a:rect b="b" l="l" r="r" t="t"/>
              <a:pathLst>
                <a:path extrusionOk="0" h="2615" w="4613">
                  <a:moveTo>
                    <a:pt x="856" y="1"/>
                  </a:moveTo>
                  <a:cubicBezTo>
                    <a:pt x="385" y="1"/>
                    <a:pt x="1" y="385"/>
                    <a:pt x="1" y="856"/>
                  </a:cubicBezTo>
                  <a:lnTo>
                    <a:pt x="1" y="2614"/>
                  </a:lnTo>
                  <a:lnTo>
                    <a:pt x="4613" y="2614"/>
                  </a:lnTo>
                  <a:lnTo>
                    <a:pt x="4613" y="856"/>
                  </a:lnTo>
                  <a:cubicBezTo>
                    <a:pt x="4613" y="385"/>
                    <a:pt x="4228" y="1"/>
                    <a:pt x="375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0"/>
            <p:cNvSpPr/>
            <p:nvPr/>
          </p:nvSpPr>
          <p:spPr>
            <a:xfrm>
              <a:off x="1344641" y="2491471"/>
              <a:ext cx="276225" cy="146791"/>
            </a:xfrm>
            <a:custGeom>
              <a:rect b="b" l="l" r="r" t="t"/>
              <a:pathLst>
                <a:path extrusionOk="0" h="5607" w="10551">
                  <a:moveTo>
                    <a:pt x="10128" y="1941"/>
                  </a:moveTo>
                  <a:lnTo>
                    <a:pt x="10128" y="4598"/>
                  </a:lnTo>
                  <a:cubicBezTo>
                    <a:pt x="10128" y="4919"/>
                    <a:pt x="9863" y="5184"/>
                    <a:pt x="9542" y="5184"/>
                  </a:cubicBezTo>
                  <a:lnTo>
                    <a:pt x="1014" y="5184"/>
                  </a:lnTo>
                  <a:cubicBezTo>
                    <a:pt x="688" y="5184"/>
                    <a:pt x="423" y="4919"/>
                    <a:pt x="423" y="4593"/>
                  </a:cubicBezTo>
                  <a:lnTo>
                    <a:pt x="423" y="1941"/>
                  </a:lnTo>
                  <a:close/>
                  <a:moveTo>
                    <a:pt x="1010" y="0"/>
                  </a:moveTo>
                  <a:cubicBezTo>
                    <a:pt x="452" y="0"/>
                    <a:pt x="1" y="452"/>
                    <a:pt x="1" y="1009"/>
                  </a:cubicBezTo>
                  <a:lnTo>
                    <a:pt x="1" y="4593"/>
                  </a:lnTo>
                  <a:cubicBezTo>
                    <a:pt x="1" y="5150"/>
                    <a:pt x="452" y="5606"/>
                    <a:pt x="1010" y="5606"/>
                  </a:cubicBezTo>
                  <a:lnTo>
                    <a:pt x="9537" y="5606"/>
                  </a:lnTo>
                  <a:cubicBezTo>
                    <a:pt x="10094" y="5606"/>
                    <a:pt x="10550" y="5150"/>
                    <a:pt x="10550" y="4593"/>
                  </a:cubicBezTo>
                  <a:lnTo>
                    <a:pt x="10550" y="1009"/>
                  </a:lnTo>
                  <a:cubicBezTo>
                    <a:pt x="10550" y="452"/>
                    <a:pt x="10094" y="0"/>
                    <a:pt x="9542" y="0"/>
                  </a:cubicBezTo>
                  <a:lnTo>
                    <a:pt x="7601" y="0"/>
                  </a:lnTo>
                  <a:cubicBezTo>
                    <a:pt x="7481" y="0"/>
                    <a:pt x="7389" y="91"/>
                    <a:pt x="7389" y="212"/>
                  </a:cubicBezTo>
                  <a:cubicBezTo>
                    <a:pt x="7389" y="327"/>
                    <a:pt x="7481" y="423"/>
                    <a:pt x="7601" y="423"/>
                  </a:cubicBezTo>
                  <a:lnTo>
                    <a:pt x="9542" y="423"/>
                  </a:lnTo>
                  <a:cubicBezTo>
                    <a:pt x="9868" y="423"/>
                    <a:pt x="10128" y="682"/>
                    <a:pt x="10128" y="1009"/>
                  </a:cubicBezTo>
                  <a:lnTo>
                    <a:pt x="10128" y="1518"/>
                  </a:lnTo>
                  <a:lnTo>
                    <a:pt x="423" y="1518"/>
                  </a:lnTo>
                  <a:lnTo>
                    <a:pt x="423" y="1009"/>
                  </a:lnTo>
                  <a:cubicBezTo>
                    <a:pt x="423" y="682"/>
                    <a:pt x="688" y="423"/>
                    <a:pt x="1010" y="423"/>
                  </a:cubicBezTo>
                  <a:lnTo>
                    <a:pt x="6611" y="423"/>
                  </a:lnTo>
                  <a:cubicBezTo>
                    <a:pt x="6726" y="423"/>
                    <a:pt x="6823" y="327"/>
                    <a:pt x="6823" y="212"/>
                  </a:cubicBezTo>
                  <a:cubicBezTo>
                    <a:pt x="6823" y="91"/>
                    <a:pt x="6726" y="0"/>
                    <a:pt x="66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0"/>
            <p:cNvSpPr/>
            <p:nvPr/>
          </p:nvSpPr>
          <p:spPr>
            <a:xfrm>
              <a:off x="1338620" y="2649677"/>
              <a:ext cx="62780" cy="53826"/>
            </a:xfrm>
            <a:custGeom>
              <a:rect b="b" l="l" r="r" t="t"/>
              <a:pathLst>
                <a:path extrusionOk="0" h="2056" w="2398">
                  <a:moveTo>
                    <a:pt x="1366" y="424"/>
                  </a:moveTo>
                  <a:cubicBezTo>
                    <a:pt x="1677" y="424"/>
                    <a:pt x="1975" y="664"/>
                    <a:pt x="1975" y="1029"/>
                  </a:cubicBezTo>
                  <a:cubicBezTo>
                    <a:pt x="1975" y="1360"/>
                    <a:pt x="1706" y="1634"/>
                    <a:pt x="1369" y="1634"/>
                  </a:cubicBezTo>
                  <a:cubicBezTo>
                    <a:pt x="831" y="1634"/>
                    <a:pt x="562" y="981"/>
                    <a:pt x="942" y="601"/>
                  </a:cubicBezTo>
                  <a:cubicBezTo>
                    <a:pt x="1066" y="478"/>
                    <a:pt x="1218" y="424"/>
                    <a:pt x="1366" y="424"/>
                  </a:cubicBezTo>
                  <a:close/>
                  <a:moveTo>
                    <a:pt x="1369" y="1"/>
                  </a:moveTo>
                  <a:cubicBezTo>
                    <a:pt x="457" y="1"/>
                    <a:pt x="0" y="1106"/>
                    <a:pt x="644" y="1754"/>
                  </a:cubicBezTo>
                  <a:cubicBezTo>
                    <a:pt x="853" y="1962"/>
                    <a:pt x="1111" y="2055"/>
                    <a:pt x="1363" y="2055"/>
                  </a:cubicBezTo>
                  <a:cubicBezTo>
                    <a:pt x="1891" y="2055"/>
                    <a:pt x="2397" y="1646"/>
                    <a:pt x="2397" y="1029"/>
                  </a:cubicBezTo>
                  <a:cubicBezTo>
                    <a:pt x="2397" y="462"/>
                    <a:pt x="1936" y="1"/>
                    <a:pt x="1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0"/>
            <p:cNvSpPr/>
            <p:nvPr/>
          </p:nvSpPr>
          <p:spPr>
            <a:xfrm>
              <a:off x="1555050" y="2649677"/>
              <a:ext cx="62806" cy="53826"/>
            </a:xfrm>
            <a:custGeom>
              <a:rect b="b" l="l" r="r" t="t"/>
              <a:pathLst>
                <a:path extrusionOk="0" h="2056" w="2399">
                  <a:moveTo>
                    <a:pt x="1367" y="424"/>
                  </a:moveTo>
                  <a:cubicBezTo>
                    <a:pt x="1678" y="424"/>
                    <a:pt x="1975" y="664"/>
                    <a:pt x="1975" y="1029"/>
                  </a:cubicBezTo>
                  <a:cubicBezTo>
                    <a:pt x="1975" y="1360"/>
                    <a:pt x="1706" y="1634"/>
                    <a:pt x="1375" y="1634"/>
                  </a:cubicBezTo>
                  <a:cubicBezTo>
                    <a:pt x="832" y="1634"/>
                    <a:pt x="563" y="981"/>
                    <a:pt x="943" y="601"/>
                  </a:cubicBezTo>
                  <a:cubicBezTo>
                    <a:pt x="1067" y="478"/>
                    <a:pt x="1218" y="424"/>
                    <a:pt x="1367" y="424"/>
                  </a:cubicBezTo>
                  <a:close/>
                  <a:moveTo>
                    <a:pt x="1375" y="1"/>
                  </a:moveTo>
                  <a:cubicBezTo>
                    <a:pt x="457" y="1"/>
                    <a:pt x="1" y="1106"/>
                    <a:pt x="645" y="1754"/>
                  </a:cubicBezTo>
                  <a:cubicBezTo>
                    <a:pt x="854" y="1962"/>
                    <a:pt x="1111" y="2055"/>
                    <a:pt x="1364" y="2055"/>
                  </a:cubicBezTo>
                  <a:cubicBezTo>
                    <a:pt x="1892" y="2055"/>
                    <a:pt x="2398" y="1646"/>
                    <a:pt x="2398" y="1029"/>
                  </a:cubicBezTo>
                  <a:cubicBezTo>
                    <a:pt x="2398" y="462"/>
                    <a:pt x="1937"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0"/>
            <p:cNvSpPr/>
            <p:nvPr/>
          </p:nvSpPr>
          <p:spPr>
            <a:xfrm>
              <a:off x="1300502" y="2442148"/>
              <a:ext cx="364504" cy="370290"/>
            </a:xfrm>
            <a:custGeom>
              <a:rect b="b" l="l" r="r" t="t"/>
              <a:pathLst>
                <a:path extrusionOk="0" h="14144" w="13923">
                  <a:moveTo>
                    <a:pt x="928" y="3316"/>
                  </a:moveTo>
                  <a:lnTo>
                    <a:pt x="928" y="6102"/>
                  </a:lnTo>
                  <a:lnTo>
                    <a:pt x="731" y="6102"/>
                  </a:lnTo>
                  <a:cubicBezTo>
                    <a:pt x="563" y="6102"/>
                    <a:pt x="423" y="5963"/>
                    <a:pt x="423" y="5795"/>
                  </a:cubicBezTo>
                  <a:lnTo>
                    <a:pt x="423" y="3623"/>
                  </a:lnTo>
                  <a:cubicBezTo>
                    <a:pt x="423" y="3455"/>
                    <a:pt x="563" y="3316"/>
                    <a:pt x="731" y="3316"/>
                  </a:cubicBezTo>
                  <a:close/>
                  <a:moveTo>
                    <a:pt x="13192" y="3316"/>
                  </a:moveTo>
                  <a:cubicBezTo>
                    <a:pt x="13361" y="3316"/>
                    <a:pt x="13500" y="3455"/>
                    <a:pt x="13500" y="3623"/>
                  </a:cubicBezTo>
                  <a:lnTo>
                    <a:pt x="13500" y="5795"/>
                  </a:lnTo>
                  <a:cubicBezTo>
                    <a:pt x="13500" y="5963"/>
                    <a:pt x="13361" y="6102"/>
                    <a:pt x="13192" y="6102"/>
                  </a:cubicBezTo>
                  <a:lnTo>
                    <a:pt x="12995" y="6102"/>
                  </a:lnTo>
                  <a:lnTo>
                    <a:pt x="12995" y="3316"/>
                  </a:lnTo>
                  <a:close/>
                  <a:moveTo>
                    <a:pt x="8412" y="8211"/>
                  </a:moveTo>
                  <a:cubicBezTo>
                    <a:pt x="8768" y="8211"/>
                    <a:pt x="9056" y="8499"/>
                    <a:pt x="9056" y="8855"/>
                  </a:cubicBezTo>
                  <a:lnTo>
                    <a:pt x="9056" y="10402"/>
                  </a:lnTo>
                  <a:lnTo>
                    <a:pt x="4867" y="10402"/>
                  </a:lnTo>
                  <a:lnTo>
                    <a:pt x="4867" y="8855"/>
                  </a:lnTo>
                  <a:cubicBezTo>
                    <a:pt x="4867" y="8499"/>
                    <a:pt x="5155" y="8211"/>
                    <a:pt x="5511" y="8211"/>
                  </a:cubicBezTo>
                  <a:close/>
                  <a:moveTo>
                    <a:pt x="10992" y="419"/>
                  </a:moveTo>
                  <a:cubicBezTo>
                    <a:pt x="11862" y="419"/>
                    <a:pt x="12573" y="1130"/>
                    <a:pt x="12573" y="2004"/>
                  </a:cubicBezTo>
                  <a:lnTo>
                    <a:pt x="12573" y="10406"/>
                  </a:lnTo>
                  <a:lnTo>
                    <a:pt x="9479" y="10406"/>
                  </a:lnTo>
                  <a:lnTo>
                    <a:pt x="9479" y="8855"/>
                  </a:lnTo>
                  <a:cubicBezTo>
                    <a:pt x="9479" y="8264"/>
                    <a:pt x="8999" y="7788"/>
                    <a:pt x="8412" y="7788"/>
                  </a:cubicBezTo>
                  <a:lnTo>
                    <a:pt x="5511" y="7788"/>
                  </a:lnTo>
                  <a:cubicBezTo>
                    <a:pt x="4920" y="7788"/>
                    <a:pt x="4444" y="8264"/>
                    <a:pt x="4444" y="8855"/>
                  </a:cubicBezTo>
                  <a:lnTo>
                    <a:pt x="4444" y="10402"/>
                  </a:lnTo>
                  <a:lnTo>
                    <a:pt x="4247" y="10402"/>
                  </a:lnTo>
                  <a:cubicBezTo>
                    <a:pt x="4132" y="10402"/>
                    <a:pt x="4036" y="10498"/>
                    <a:pt x="4036" y="10613"/>
                  </a:cubicBezTo>
                  <a:cubicBezTo>
                    <a:pt x="4036" y="10728"/>
                    <a:pt x="4132" y="10824"/>
                    <a:pt x="4247" y="10824"/>
                  </a:cubicBezTo>
                  <a:lnTo>
                    <a:pt x="13039" y="10824"/>
                  </a:lnTo>
                  <a:cubicBezTo>
                    <a:pt x="13125" y="10824"/>
                    <a:pt x="13192" y="10892"/>
                    <a:pt x="13192" y="10978"/>
                  </a:cubicBezTo>
                  <a:lnTo>
                    <a:pt x="13192" y="12222"/>
                  </a:lnTo>
                  <a:cubicBezTo>
                    <a:pt x="13192" y="12304"/>
                    <a:pt x="13125" y="12371"/>
                    <a:pt x="13039" y="12371"/>
                  </a:cubicBezTo>
                  <a:lnTo>
                    <a:pt x="1024" y="12371"/>
                  </a:lnTo>
                  <a:cubicBezTo>
                    <a:pt x="942" y="12371"/>
                    <a:pt x="875" y="12304"/>
                    <a:pt x="875" y="12222"/>
                  </a:cubicBezTo>
                  <a:lnTo>
                    <a:pt x="875" y="10978"/>
                  </a:lnTo>
                  <a:cubicBezTo>
                    <a:pt x="875" y="10892"/>
                    <a:pt x="942" y="10824"/>
                    <a:pt x="1024" y="10824"/>
                  </a:cubicBezTo>
                  <a:lnTo>
                    <a:pt x="3262" y="10824"/>
                  </a:lnTo>
                  <a:cubicBezTo>
                    <a:pt x="3378" y="10824"/>
                    <a:pt x="3474" y="10733"/>
                    <a:pt x="3474" y="10613"/>
                  </a:cubicBezTo>
                  <a:cubicBezTo>
                    <a:pt x="3474" y="10498"/>
                    <a:pt x="3378" y="10406"/>
                    <a:pt x="3262" y="10406"/>
                  </a:cubicBezTo>
                  <a:lnTo>
                    <a:pt x="1350" y="10406"/>
                  </a:lnTo>
                  <a:lnTo>
                    <a:pt x="1350" y="2004"/>
                  </a:lnTo>
                  <a:cubicBezTo>
                    <a:pt x="1350" y="1130"/>
                    <a:pt x="2057" y="419"/>
                    <a:pt x="2931" y="419"/>
                  </a:cubicBezTo>
                  <a:close/>
                  <a:moveTo>
                    <a:pt x="9075" y="12794"/>
                  </a:moveTo>
                  <a:cubicBezTo>
                    <a:pt x="9008" y="12900"/>
                    <a:pt x="8888" y="12962"/>
                    <a:pt x="8763" y="12962"/>
                  </a:cubicBezTo>
                  <a:lnTo>
                    <a:pt x="5160" y="12962"/>
                  </a:lnTo>
                  <a:cubicBezTo>
                    <a:pt x="5035" y="12962"/>
                    <a:pt x="4915" y="12900"/>
                    <a:pt x="4848" y="12794"/>
                  </a:cubicBezTo>
                  <a:close/>
                  <a:moveTo>
                    <a:pt x="3613" y="12794"/>
                  </a:moveTo>
                  <a:lnTo>
                    <a:pt x="3613" y="13524"/>
                  </a:lnTo>
                  <a:cubicBezTo>
                    <a:pt x="3613" y="13635"/>
                    <a:pt x="3527" y="13721"/>
                    <a:pt x="3416" y="13721"/>
                  </a:cubicBezTo>
                  <a:lnTo>
                    <a:pt x="1869" y="13721"/>
                  </a:lnTo>
                  <a:cubicBezTo>
                    <a:pt x="1764" y="13721"/>
                    <a:pt x="1672" y="13635"/>
                    <a:pt x="1672" y="13524"/>
                  </a:cubicBezTo>
                  <a:lnTo>
                    <a:pt x="1672" y="12794"/>
                  </a:lnTo>
                  <a:close/>
                  <a:moveTo>
                    <a:pt x="12390" y="12794"/>
                  </a:moveTo>
                  <a:lnTo>
                    <a:pt x="12390" y="13524"/>
                  </a:lnTo>
                  <a:lnTo>
                    <a:pt x="12385" y="13524"/>
                  </a:lnTo>
                  <a:cubicBezTo>
                    <a:pt x="12385" y="13635"/>
                    <a:pt x="12299" y="13721"/>
                    <a:pt x="12188" y="13721"/>
                  </a:cubicBezTo>
                  <a:lnTo>
                    <a:pt x="10646" y="13721"/>
                  </a:lnTo>
                  <a:cubicBezTo>
                    <a:pt x="10536" y="13721"/>
                    <a:pt x="10449" y="13635"/>
                    <a:pt x="10449" y="13524"/>
                  </a:cubicBezTo>
                  <a:lnTo>
                    <a:pt x="10449" y="12794"/>
                  </a:lnTo>
                  <a:close/>
                  <a:moveTo>
                    <a:pt x="2931" y="1"/>
                  </a:moveTo>
                  <a:cubicBezTo>
                    <a:pt x="1826" y="1"/>
                    <a:pt x="933" y="894"/>
                    <a:pt x="928" y="2004"/>
                  </a:cubicBezTo>
                  <a:lnTo>
                    <a:pt x="928" y="2893"/>
                  </a:lnTo>
                  <a:lnTo>
                    <a:pt x="731" y="2893"/>
                  </a:lnTo>
                  <a:cubicBezTo>
                    <a:pt x="327" y="2893"/>
                    <a:pt x="1" y="3220"/>
                    <a:pt x="1" y="3623"/>
                  </a:cubicBezTo>
                  <a:lnTo>
                    <a:pt x="1" y="5795"/>
                  </a:lnTo>
                  <a:cubicBezTo>
                    <a:pt x="1" y="6198"/>
                    <a:pt x="327" y="6525"/>
                    <a:pt x="731" y="6525"/>
                  </a:cubicBezTo>
                  <a:lnTo>
                    <a:pt x="928" y="6525"/>
                  </a:lnTo>
                  <a:lnTo>
                    <a:pt x="928" y="10411"/>
                  </a:lnTo>
                  <a:cubicBezTo>
                    <a:pt x="654" y="10459"/>
                    <a:pt x="447" y="10695"/>
                    <a:pt x="447" y="10978"/>
                  </a:cubicBezTo>
                  <a:lnTo>
                    <a:pt x="447" y="12222"/>
                  </a:lnTo>
                  <a:cubicBezTo>
                    <a:pt x="447" y="12539"/>
                    <a:pt x="707" y="12794"/>
                    <a:pt x="1019" y="12794"/>
                  </a:cubicBezTo>
                  <a:lnTo>
                    <a:pt x="1250" y="12794"/>
                  </a:lnTo>
                  <a:lnTo>
                    <a:pt x="1250" y="13524"/>
                  </a:lnTo>
                  <a:cubicBezTo>
                    <a:pt x="1250" y="13865"/>
                    <a:pt x="1528" y="14144"/>
                    <a:pt x="1869" y="14144"/>
                  </a:cubicBezTo>
                  <a:lnTo>
                    <a:pt x="3416" y="14144"/>
                  </a:lnTo>
                  <a:cubicBezTo>
                    <a:pt x="3757" y="14144"/>
                    <a:pt x="4036" y="13865"/>
                    <a:pt x="4036" y="13524"/>
                  </a:cubicBezTo>
                  <a:lnTo>
                    <a:pt x="4036" y="12794"/>
                  </a:lnTo>
                  <a:lnTo>
                    <a:pt x="4387" y="12794"/>
                  </a:lnTo>
                  <a:cubicBezTo>
                    <a:pt x="4483" y="13140"/>
                    <a:pt x="4800" y="13385"/>
                    <a:pt x="5160" y="13385"/>
                  </a:cubicBezTo>
                  <a:lnTo>
                    <a:pt x="8763" y="13385"/>
                  </a:lnTo>
                  <a:cubicBezTo>
                    <a:pt x="9123" y="13385"/>
                    <a:pt x="9440" y="13140"/>
                    <a:pt x="9537" y="12794"/>
                  </a:cubicBezTo>
                  <a:lnTo>
                    <a:pt x="10027" y="12794"/>
                  </a:lnTo>
                  <a:lnTo>
                    <a:pt x="10027" y="13524"/>
                  </a:lnTo>
                  <a:cubicBezTo>
                    <a:pt x="10027" y="13865"/>
                    <a:pt x="10305" y="14144"/>
                    <a:pt x="10646" y="14144"/>
                  </a:cubicBezTo>
                  <a:lnTo>
                    <a:pt x="12193" y="14144"/>
                  </a:lnTo>
                  <a:cubicBezTo>
                    <a:pt x="12534" y="14144"/>
                    <a:pt x="12813" y="13865"/>
                    <a:pt x="12813" y="13524"/>
                  </a:cubicBezTo>
                  <a:lnTo>
                    <a:pt x="12813" y="12794"/>
                  </a:lnTo>
                  <a:lnTo>
                    <a:pt x="13039" y="12794"/>
                  </a:lnTo>
                  <a:cubicBezTo>
                    <a:pt x="13356" y="12794"/>
                    <a:pt x="13610" y="12539"/>
                    <a:pt x="13610" y="12222"/>
                  </a:cubicBezTo>
                  <a:lnTo>
                    <a:pt x="13610" y="10978"/>
                  </a:lnTo>
                  <a:cubicBezTo>
                    <a:pt x="13610" y="10661"/>
                    <a:pt x="13356" y="10406"/>
                    <a:pt x="13039" y="10406"/>
                  </a:cubicBezTo>
                  <a:lnTo>
                    <a:pt x="12995" y="10406"/>
                  </a:lnTo>
                  <a:lnTo>
                    <a:pt x="12995" y="6525"/>
                  </a:lnTo>
                  <a:lnTo>
                    <a:pt x="13192" y="6525"/>
                  </a:lnTo>
                  <a:cubicBezTo>
                    <a:pt x="13596" y="6525"/>
                    <a:pt x="13923" y="6198"/>
                    <a:pt x="13923" y="5795"/>
                  </a:cubicBezTo>
                  <a:lnTo>
                    <a:pt x="13923" y="3623"/>
                  </a:lnTo>
                  <a:cubicBezTo>
                    <a:pt x="13923" y="3223"/>
                    <a:pt x="13601" y="2898"/>
                    <a:pt x="13201" y="2898"/>
                  </a:cubicBezTo>
                  <a:cubicBezTo>
                    <a:pt x="13198" y="2898"/>
                    <a:pt x="13195" y="2898"/>
                    <a:pt x="13192" y="2898"/>
                  </a:cubicBezTo>
                  <a:lnTo>
                    <a:pt x="12995" y="2898"/>
                  </a:lnTo>
                  <a:lnTo>
                    <a:pt x="12995" y="2004"/>
                  </a:lnTo>
                  <a:cubicBezTo>
                    <a:pt x="12991" y="894"/>
                    <a:pt x="12097" y="1"/>
                    <a:pt x="109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80"/>
          <p:cNvGrpSpPr/>
          <p:nvPr/>
        </p:nvGrpSpPr>
        <p:grpSpPr>
          <a:xfrm>
            <a:off x="1757683" y="2438771"/>
            <a:ext cx="330680" cy="356441"/>
            <a:chOff x="1757683" y="2438771"/>
            <a:chExt cx="330680" cy="356441"/>
          </a:xfrm>
        </p:grpSpPr>
        <p:sp>
          <p:nvSpPr>
            <p:cNvPr id="8343" name="Google Shape;8343;p80"/>
            <p:cNvSpPr/>
            <p:nvPr/>
          </p:nvSpPr>
          <p:spPr>
            <a:xfrm>
              <a:off x="1762972" y="2469716"/>
              <a:ext cx="320234" cy="320234"/>
            </a:xfrm>
            <a:custGeom>
              <a:rect b="b" l="l" r="r" t="t"/>
              <a:pathLst>
                <a:path extrusionOk="0" h="12232" w="12232">
                  <a:moveTo>
                    <a:pt x="538" y="0"/>
                  </a:moveTo>
                  <a:cubicBezTo>
                    <a:pt x="240" y="0"/>
                    <a:pt x="0" y="240"/>
                    <a:pt x="0" y="538"/>
                  </a:cubicBezTo>
                  <a:lnTo>
                    <a:pt x="0" y="11698"/>
                  </a:lnTo>
                  <a:cubicBezTo>
                    <a:pt x="0" y="11991"/>
                    <a:pt x="240" y="12231"/>
                    <a:pt x="538" y="12231"/>
                  </a:cubicBezTo>
                  <a:lnTo>
                    <a:pt x="11693" y="12231"/>
                  </a:lnTo>
                  <a:cubicBezTo>
                    <a:pt x="11991" y="12231"/>
                    <a:pt x="12231" y="11991"/>
                    <a:pt x="12231" y="11698"/>
                  </a:cubicBezTo>
                  <a:lnTo>
                    <a:pt x="12231" y="538"/>
                  </a:lnTo>
                  <a:cubicBezTo>
                    <a:pt x="12231" y="240"/>
                    <a:pt x="11991" y="0"/>
                    <a:pt x="1169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0"/>
            <p:cNvSpPr/>
            <p:nvPr/>
          </p:nvSpPr>
          <p:spPr>
            <a:xfrm>
              <a:off x="2047208" y="2469716"/>
              <a:ext cx="35997" cy="320234"/>
            </a:xfrm>
            <a:custGeom>
              <a:rect b="b" l="l" r="r" t="t"/>
              <a:pathLst>
                <a:path extrusionOk="0" h="12232" w="1375">
                  <a:moveTo>
                    <a:pt x="0" y="0"/>
                  </a:moveTo>
                  <a:lnTo>
                    <a:pt x="0" y="12231"/>
                  </a:lnTo>
                  <a:lnTo>
                    <a:pt x="836" y="12231"/>
                  </a:lnTo>
                  <a:cubicBezTo>
                    <a:pt x="1134" y="12231"/>
                    <a:pt x="1374" y="11991"/>
                    <a:pt x="1374" y="11698"/>
                  </a:cubicBezTo>
                  <a:lnTo>
                    <a:pt x="1374" y="538"/>
                  </a:lnTo>
                  <a:cubicBezTo>
                    <a:pt x="1374" y="240"/>
                    <a:pt x="1134" y="0"/>
                    <a:pt x="83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0"/>
            <p:cNvSpPr/>
            <p:nvPr/>
          </p:nvSpPr>
          <p:spPr>
            <a:xfrm>
              <a:off x="1762972" y="2469716"/>
              <a:ext cx="320234" cy="57753"/>
            </a:xfrm>
            <a:custGeom>
              <a:rect b="b" l="l" r="r" t="t"/>
              <a:pathLst>
                <a:path extrusionOk="0" h="2206" w="12232">
                  <a:moveTo>
                    <a:pt x="538" y="0"/>
                  </a:moveTo>
                  <a:cubicBezTo>
                    <a:pt x="240" y="0"/>
                    <a:pt x="0" y="240"/>
                    <a:pt x="0" y="538"/>
                  </a:cubicBezTo>
                  <a:lnTo>
                    <a:pt x="0" y="2205"/>
                  </a:lnTo>
                  <a:lnTo>
                    <a:pt x="12231" y="2205"/>
                  </a:lnTo>
                  <a:lnTo>
                    <a:pt x="12231" y="538"/>
                  </a:lnTo>
                  <a:cubicBezTo>
                    <a:pt x="12231" y="240"/>
                    <a:pt x="11991" y="0"/>
                    <a:pt x="11693"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0"/>
            <p:cNvSpPr/>
            <p:nvPr/>
          </p:nvSpPr>
          <p:spPr>
            <a:xfrm>
              <a:off x="2047208" y="2469716"/>
              <a:ext cx="35997" cy="57753"/>
            </a:xfrm>
            <a:custGeom>
              <a:rect b="b" l="l" r="r" t="t"/>
              <a:pathLst>
                <a:path extrusionOk="0" h="2206" w="1375">
                  <a:moveTo>
                    <a:pt x="0" y="0"/>
                  </a:moveTo>
                  <a:lnTo>
                    <a:pt x="0" y="2205"/>
                  </a:lnTo>
                  <a:lnTo>
                    <a:pt x="1374" y="2205"/>
                  </a:lnTo>
                  <a:lnTo>
                    <a:pt x="1374" y="538"/>
                  </a:lnTo>
                  <a:cubicBezTo>
                    <a:pt x="1374" y="240"/>
                    <a:pt x="1134" y="0"/>
                    <a:pt x="83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0"/>
            <p:cNvSpPr/>
            <p:nvPr/>
          </p:nvSpPr>
          <p:spPr>
            <a:xfrm>
              <a:off x="1796168" y="2444059"/>
              <a:ext cx="29583" cy="51575"/>
            </a:xfrm>
            <a:custGeom>
              <a:rect b="b" l="l" r="r" t="t"/>
              <a:pathLst>
                <a:path extrusionOk="0" h="1970" w="1130">
                  <a:moveTo>
                    <a:pt x="567" y="0"/>
                  </a:moveTo>
                  <a:cubicBezTo>
                    <a:pt x="255" y="0"/>
                    <a:pt x="0" y="255"/>
                    <a:pt x="0" y="567"/>
                  </a:cubicBezTo>
                  <a:lnTo>
                    <a:pt x="0" y="1408"/>
                  </a:lnTo>
                  <a:cubicBezTo>
                    <a:pt x="0" y="1720"/>
                    <a:pt x="255" y="1970"/>
                    <a:pt x="567" y="1970"/>
                  </a:cubicBezTo>
                  <a:cubicBezTo>
                    <a:pt x="875" y="1970"/>
                    <a:pt x="1129" y="1720"/>
                    <a:pt x="1129" y="1408"/>
                  </a:cubicBezTo>
                  <a:lnTo>
                    <a:pt x="1129" y="567"/>
                  </a:lnTo>
                  <a:cubicBezTo>
                    <a:pt x="1129" y="255"/>
                    <a:pt x="875" y="0"/>
                    <a:pt x="56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0"/>
            <p:cNvSpPr/>
            <p:nvPr/>
          </p:nvSpPr>
          <p:spPr>
            <a:xfrm>
              <a:off x="1870859" y="2444059"/>
              <a:ext cx="29583" cy="51575"/>
            </a:xfrm>
            <a:custGeom>
              <a:rect b="b" l="l" r="r" t="t"/>
              <a:pathLst>
                <a:path extrusionOk="0" h="1970" w="1130">
                  <a:moveTo>
                    <a:pt x="568" y="0"/>
                  </a:moveTo>
                  <a:cubicBezTo>
                    <a:pt x="256" y="0"/>
                    <a:pt x="1" y="255"/>
                    <a:pt x="1" y="567"/>
                  </a:cubicBezTo>
                  <a:lnTo>
                    <a:pt x="1" y="1408"/>
                  </a:lnTo>
                  <a:cubicBezTo>
                    <a:pt x="1" y="1720"/>
                    <a:pt x="256" y="1970"/>
                    <a:pt x="568" y="1970"/>
                  </a:cubicBezTo>
                  <a:cubicBezTo>
                    <a:pt x="880" y="1970"/>
                    <a:pt x="1130" y="1715"/>
                    <a:pt x="1130" y="1403"/>
                  </a:cubicBezTo>
                  <a:lnTo>
                    <a:pt x="1130" y="562"/>
                  </a:lnTo>
                  <a:cubicBezTo>
                    <a:pt x="1130" y="255"/>
                    <a:pt x="875" y="0"/>
                    <a:pt x="56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0"/>
            <p:cNvSpPr/>
            <p:nvPr/>
          </p:nvSpPr>
          <p:spPr>
            <a:xfrm>
              <a:off x="1945708" y="2444059"/>
              <a:ext cx="29453" cy="51575"/>
            </a:xfrm>
            <a:custGeom>
              <a:rect b="b" l="l" r="r" t="t"/>
              <a:pathLst>
                <a:path extrusionOk="0" h="1970" w="1125">
                  <a:moveTo>
                    <a:pt x="562" y="0"/>
                  </a:moveTo>
                  <a:cubicBezTo>
                    <a:pt x="250" y="0"/>
                    <a:pt x="0" y="255"/>
                    <a:pt x="0" y="567"/>
                  </a:cubicBezTo>
                  <a:lnTo>
                    <a:pt x="0" y="1408"/>
                  </a:lnTo>
                  <a:cubicBezTo>
                    <a:pt x="0" y="1720"/>
                    <a:pt x="250" y="1970"/>
                    <a:pt x="562" y="1970"/>
                  </a:cubicBezTo>
                  <a:cubicBezTo>
                    <a:pt x="875" y="1970"/>
                    <a:pt x="1124" y="1720"/>
                    <a:pt x="1124" y="1408"/>
                  </a:cubicBezTo>
                  <a:lnTo>
                    <a:pt x="1124" y="567"/>
                  </a:lnTo>
                  <a:cubicBezTo>
                    <a:pt x="1124" y="255"/>
                    <a:pt x="875" y="0"/>
                    <a:pt x="56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0"/>
            <p:cNvSpPr/>
            <p:nvPr/>
          </p:nvSpPr>
          <p:spPr>
            <a:xfrm>
              <a:off x="2020399" y="2444059"/>
              <a:ext cx="29479" cy="51575"/>
            </a:xfrm>
            <a:custGeom>
              <a:rect b="b" l="l" r="r" t="t"/>
              <a:pathLst>
                <a:path extrusionOk="0" h="1970" w="1126">
                  <a:moveTo>
                    <a:pt x="563" y="0"/>
                  </a:moveTo>
                  <a:cubicBezTo>
                    <a:pt x="251" y="0"/>
                    <a:pt x="1" y="255"/>
                    <a:pt x="1" y="567"/>
                  </a:cubicBezTo>
                  <a:lnTo>
                    <a:pt x="1" y="1408"/>
                  </a:lnTo>
                  <a:cubicBezTo>
                    <a:pt x="1" y="1720"/>
                    <a:pt x="251" y="1970"/>
                    <a:pt x="563" y="1970"/>
                  </a:cubicBezTo>
                  <a:cubicBezTo>
                    <a:pt x="875" y="1970"/>
                    <a:pt x="1125" y="1720"/>
                    <a:pt x="1125" y="1408"/>
                  </a:cubicBezTo>
                  <a:lnTo>
                    <a:pt x="1125" y="567"/>
                  </a:lnTo>
                  <a:cubicBezTo>
                    <a:pt x="1125" y="255"/>
                    <a:pt x="875" y="0"/>
                    <a:pt x="56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0"/>
            <p:cNvSpPr/>
            <p:nvPr/>
          </p:nvSpPr>
          <p:spPr>
            <a:xfrm>
              <a:off x="1757683" y="2438771"/>
              <a:ext cx="330680" cy="300128"/>
            </a:xfrm>
            <a:custGeom>
              <a:rect b="b" l="l" r="r" t="t"/>
              <a:pathLst>
                <a:path extrusionOk="0" h="11464" w="12631">
                  <a:moveTo>
                    <a:pt x="2037" y="399"/>
                  </a:moveTo>
                  <a:cubicBezTo>
                    <a:pt x="2239" y="399"/>
                    <a:pt x="2397" y="562"/>
                    <a:pt x="2402" y="764"/>
                  </a:cubicBezTo>
                  <a:lnTo>
                    <a:pt x="2402" y="1605"/>
                  </a:lnTo>
                  <a:cubicBezTo>
                    <a:pt x="2397" y="1807"/>
                    <a:pt x="2239" y="1970"/>
                    <a:pt x="2037" y="1970"/>
                  </a:cubicBezTo>
                  <a:cubicBezTo>
                    <a:pt x="1835" y="1970"/>
                    <a:pt x="1672" y="1807"/>
                    <a:pt x="1672" y="1605"/>
                  </a:cubicBezTo>
                  <a:lnTo>
                    <a:pt x="1672" y="764"/>
                  </a:lnTo>
                  <a:cubicBezTo>
                    <a:pt x="1672" y="562"/>
                    <a:pt x="1835" y="404"/>
                    <a:pt x="2037" y="399"/>
                  </a:cubicBezTo>
                  <a:close/>
                  <a:moveTo>
                    <a:pt x="4891" y="399"/>
                  </a:moveTo>
                  <a:cubicBezTo>
                    <a:pt x="5093" y="399"/>
                    <a:pt x="5256" y="562"/>
                    <a:pt x="5256" y="764"/>
                  </a:cubicBezTo>
                  <a:lnTo>
                    <a:pt x="5256" y="1605"/>
                  </a:lnTo>
                  <a:cubicBezTo>
                    <a:pt x="5256" y="1807"/>
                    <a:pt x="5093" y="1970"/>
                    <a:pt x="4891" y="1970"/>
                  </a:cubicBezTo>
                  <a:cubicBezTo>
                    <a:pt x="4689" y="1970"/>
                    <a:pt x="4526" y="1807"/>
                    <a:pt x="4526" y="1605"/>
                  </a:cubicBezTo>
                  <a:lnTo>
                    <a:pt x="4526" y="764"/>
                  </a:lnTo>
                  <a:cubicBezTo>
                    <a:pt x="4526" y="562"/>
                    <a:pt x="4689" y="399"/>
                    <a:pt x="4891" y="399"/>
                  </a:cubicBezTo>
                  <a:close/>
                  <a:moveTo>
                    <a:pt x="7744" y="399"/>
                  </a:moveTo>
                  <a:cubicBezTo>
                    <a:pt x="7946" y="399"/>
                    <a:pt x="8110" y="562"/>
                    <a:pt x="8110" y="764"/>
                  </a:cubicBezTo>
                  <a:lnTo>
                    <a:pt x="8110" y="1605"/>
                  </a:lnTo>
                  <a:cubicBezTo>
                    <a:pt x="8110" y="1807"/>
                    <a:pt x="7946" y="1970"/>
                    <a:pt x="7744" y="1970"/>
                  </a:cubicBezTo>
                  <a:cubicBezTo>
                    <a:pt x="7543" y="1970"/>
                    <a:pt x="7379" y="1807"/>
                    <a:pt x="7379" y="1605"/>
                  </a:cubicBezTo>
                  <a:lnTo>
                    <a:pt x="7379" y="764"/>
                  </a:lnTo>
                  <a:cubicBezTo>
                    <a:pt x="7379" y="562"/>
                    <a:pt x="7543" y="399"/>
                    <a:pt x="7744" y="399"/>
                  </a:cubicBezTo>
                  <a:close/>
                  <a:moveTo>
                    <a:pt x="10598" y="399"/>
                  </a:moveTo>
                  <a:cubicBezTo>
                    <a:pt x="10800" y="399"/>
                    <a:pt x="10963" y="562"/>
                    <a:pt x="10963" y="764"/>
                  </a:cubicBezTo>
                  <a:lnTo>
                    <a:pt x="10963" y="1605"/>
                  </a:lnTo>
                  <a:cubicBezTo>
                    <a:pt x="10963" y="1807"/>
                    <a:pt x="10800" y="1970"/>
                    <a:pt x="10598" y="1970"/>
                  </a:cubicBezTo>
                  <a:cubicBezTo>
                    <a:pt x="10396" y="1970"/>
                    <a:pt x="10233" y="1807"/>
                    <a:pt x="10233" y="1605"/>
                  </a:cubicBezTo>
                  <a:lnTo>
                    <a:pt x="10233" y="764"/>
                  </a:lnTo>
                  <a:cubicBezTo>
                    <a:pt x="10233" y="562"/>
                    <a:pt x="10396" y="399"/>
                    <a:pt x="10598" y="399"/>
                  </a:cubicBezTo>
                  <a:close/>
                  <a:moveTo>
                    <a:pt x="11900" y="1384"/>
                  </a:moveTo>
                  <a:cubicBezTo>
                    <a:pt x="12082" y="1384"/>
                    <a:pt x="12236" y="1533"/>
                    <a:pt x="12236" y="1720"/>
                  </a:cubicBezTo>
                  <a:lnTo>
                    <a:pt x="12236" y="3185"/>
                  </a:lnTo>
                  <a:lnTo>
                    <a:pt x="399" y="3185"/>
                  </a:lnTo>
                  <a:lnTo>
                    <a:pt x="399" y="1720"/>
                  </a:lnTo>
                  <a:cubicBezTo>
                    <a:pt x="399" y="1533"/>
                    <a:pt x="553" y="1384"/>
                    <a:pt x="740" y="1384"/>
                  </a:cubicBezTo>
                  <a:lnTo>
                    <a:pt x="1273" y="1384"/>
                  </a:lnTo>
                  <a:lnTo>
                    <a:pt x="1273" y="1610"/>
                  </a:lnTo>
                  <a:cubicBezTo>
                    <a:pt x="1273" y="2032"/>
                    <a:pt x="1614" y="2373"/>
                    <a:pt x="2037" y="2373"/>
                  </a:cubicBezTo>
                  <a:cubicBezTo>
                    <a:pt x="2455" y="2373"/>
                    <a:pt x="2796" y="2032"/>
                    <a:pt x="2796" y="1610"/>
                  </a:cubicBezTo>
                  <a:lnTo>
                    <a:pt x="2796" y="1384"/>
                  </a:lnTo>
                  <a:lnTo>
                    <a:pt x="4127" y="1384"/>
                  </a:lnTo>
                  <a:lnTo>
                    <a:pt x="4127" y="1610"/>
                  </a:lnTo>
                  <a:cubicBezTo>
                    <a:pt x="4127" y="2032"/>
                    <a:pt x="4468" y="2373"/>
                    <a:pt x="4891" y="2373"/>
                  </a:cubicBezTo>
                  <a:cubicBezTo>
                    <a:pt x="5309" y="2373"/>
                    <a:pt x="5655" y="2032"/>
                    <a:pt x="5655" y="1610"/>
                  </a:cubicBezTo>
                  <a:lnTo>
                    <a:pt x="5655" y="1384"/>
                  </a:lnTo>
                  <a:lnTo>
                    <a:pt x="6981" y="1384"/>
                  </a:lnTo>
                  <a:lnTo>
                    <a:pt x="6981" y="1610"/>
                  </a:lnTo>
                  <a:cubicBezTo>
                    <a:pt x="6981" y="2032"/>
                    <a:pt x="7322" y="2373"/>
                    <a:pt x="7744" y="2373"/>
                  </a:cubicBezTo>
                  <a:cubicBezTo>
                    <a:pt x="8167" y="2373"/>
                    <a:pt x="8508" y="2032"/>
                    <a:pt x="8508" y="1610"/>
                  </a:cubicBezTo>
                  <a:lnTo>
                    <a:pt x="8508" y="1384"/>
                  </a:lnTo>
                  <a:lnTo>
                    <a:pt x="9839" y="1384"/>
                  </a:lnTo>
                  <a:lnTo>
                    <a:pt x="9839" y="1610"/>
                  </a:lnTo>
                  <a:cubicBezTo>
                    <a:pt x="9839" y="2032"/>
                    <a:pt x="10180" y="2373"/>
                    <a:pt x="10598" y="2373"/>
                  </a:cubicBezTo>
                  <a:cubicBezTo>
                    <a:pt x="11021" y="2373"/>
                    <a:pt x="11362" y="2032"/>
                    <a:pt x="11362" y="1610"/>
                  </a:cubicBezTo>
                  <a:lnTo>
                    <a:pt x="11362" y="1384"/>
                  </a:lnTo>
                  <a:close/>
                  <a:moveTo>
                    <a:pt x="2037" y="0"/>
                  </a:moveTo>
                  <a:cubicBezTo>
                    <a:pt x="1614" y="0"/>
                    <a:pt x="1273" y="341"/>
                    <a:pt x="1273" y="764"/>
                  </a:cubicBezTo>
                  <a:lnTo>
                    <a:pt x="1273" y="985"/>
                  </a:lnTo>
                  <a:lnTo>
                    <a:pt x="740" y="985"/>
                  </a:lnTo>
                  <a:cubicBezTo>
                    <a:pt x="332" y="985"/>
                    <a:pt x="0" y="1312"/>
                    <a:pt x="0" y="1720"/>
                  </a:cubicBezTo>
                  <a:lnTo>
                    <a:pt x="0" y="4521"/>
                  </a:lnTo>
                  <a:cubicBezTo>
                    <a:pt x="0" y="4655"/>
                    <a:pt x="100" y="4723"/>
                    <a:pt x="200" y="4723"/>
                  </a:cubicBezTo>
                  <a:cubicBezTo>
                    <a:pt x="299" y="4723"/>
                    <a:pt x="399" y="4655"/>
                    <a:pt x="399" y="4521"/>
                  </a:cubicBezTo>
                  <a:lnTo>
                    <a:pt x="399" y="3584"/>
                  </a:lnTo>
                  <a:lnTo>
                    <a:pt x="12231" y="3584"/>
                  </a:lnTo>
                  <a:lnTo>
                    <a:pt x="12231" y="11266"/>
                  </a:lnTo>
                  <a:cubicBezTo>
                    <a:pt x="12231" y="11398"/>
                    <a:pt x="12331" y="11464"/>
                    <a:pt x="12431" y="11464"/>
                  </a:cubicBezTo>
                  <a:cubicBezTo>
                    <a:pt x="12530" y="11464"/>
                    <a:pt x="12630" y="11398"/>
                    <a:pt x="12630" y="11266"/>
                  </a:cubicBezTo>
                  <a:lnTo>
                    <a:pt x="12630" y="1715"/>
                  </a:lnTo>
                  <a:cubicBezTo>
                    <a:pt x="12630" y="1312"/>
                    <a:pt x="12303" y="985"/>
                    <a:pt x="11895" y="985"/>
                  </a:cubicBezTo>
                  <a:lnTo>
                    <a:pt x="11362" y="985"/>
                  </a:lnTo>
                  <a:lnTo>
                    <a:pt x="11362" y="764"/>
                  </a:lnTo>
                  <a:cubicBezTo>
                    <a:pt x="11362" y="341"/>
                    <a:pt x="11021" y="0"/>
                    <a:pt x="10598" y="0"/>
                  </a:cubicBezTo>
                  <a:cubicBezTo>
                    <a:pt x="10175" y="0"/>
                    <a:pt x="9834" y="341"/>
                    <a:pt x="9834" y="764"/>
                  </a:cubicBezTo>
                  <a:lnTo>
                    <a:pt x="9834" y="985"/>
                  </a:lnTo>
                  <a:lnTo>
                    <a:pt x="8508" y="985"/>
                  </a:lnTo>
                  <a:lnTo>
                    <a:pt x="8508" y="764"/>
                  </a:lnTo>
                  <a:cubicBezTo>
                    <a:pt x="8508" y="341"/>
                    <a:pt x="8167" y="0"/>
                    <a:pt x="7744" y="0"/>
                  </a:cubicBezTo>
                  <a:cubicBezTo>
                    <a:pt x="7322" y="0"/>
                    <a:pt x="6981" y="341"/>
                    <a:pt x="6981" y="764"/>
                  </a:cubicBezTo>
                  <a:lnTo>
                    <a:pt x="6981" y="985"/>
                  </a:lnTo>
                  <a:lnTo>
                    <a:pt x="5655" y="985"/>
                  </a:lnTo>
                  <a:lnTo>
                    <a:pt x="5655" y="764"/>
                  </a:lnTo>
                  <a:cubicBezTo>
                    <a:pt x="5655" y="341"/>
                    <a:pt x="5309" y="0"/>
                    <a:pt x="4891" y="0"/>
                  </a:cubicBezTo>
                  <a:cubicBezTo>
                    <a:pt x="4468" y="0"/>
                    <a:pt x="4127" y="341"/>
                    <a:pt x="4127" y="764"/>
                  </a:cubicBezTo>
                  <a:lnTo>
                    <a:pt x="4127" y="985"/>
                  </a:lnTo>
                  <a:lnTo>
                    <a:pt x="2796" y="985"/>
                  </a:lnTo>
                  <a:lnTo>
                    <a:pt x="2796" y="764"/>
                  </a:lnTo>
                  <a:cubicBezTo>
                    <a:pt x="2796" y="341"/>
                    <a:pt x="2455" y="0"/>
                    <a:pt x="20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0"/>
            <p:cNvSpPr/>
            <p:nvPr/>
          </p:nvSpPr>
          <p:spPr>
            <a:xfrm>
              <a:off x="1757683" y="2576452"/>
              <a:ext cx="330680" cy="218760"/>
            </a:xfrm>
            <a:custGeom>
              <a:rect b="b" l="l" r="r" t="t"/>
              <a:pathLst>
                <a:path extrusionOk="0" h="8356" w="12631">
                  <a:moveTo>
                    <a:pt x="200" y="0"/>
                  </a:moveTo>
                  <a:cubicBezTo>
                    <a:pt x="100" y="0"/>
                    <a:pt x="0" y="66"/>
                    <a:pt x="0" y="199"/>
                  </a:cubicBezTo>
                  <a:lnTo>
                    <a:pt x="0" y="7621"/>
                  </a:lnTo>
                  <a:cubicBezTo>
                    <a:pt x="0" y="8024"/>
                    <a:pt x="332" y="8356"/>
                    <a:pt x="740" y="8356"/>
                  </a:cubicBezTo>
                  <a:lnTo>
                    <a:pt x="11895" y="8356"/>
                  </a:lnTo>
                  <a:cubicBezTo>
                    <a:pt x="12303" y="8356"/>
                    <a:pt x="12630" y="8024"/>
                    <a:pt x="12630" y="7621"/>
                  </a:cubicBezTo>
                  <a:lnTo>
                    <a:pt x="12630" y="6953"/>
                  </a:lnTo>
                  <a:cubicBezTo>
                    <a:pt x="12630" y="6843"/>
                    <a:pt x="12544" y="6756"/>
                    <a:pt x="12433" y="6756"/>
                  </a:cubicBezTo>
                  <a:cubicBezTo>
                    <a:pt x="12323" y="6756"/>
                    <a:pt x="12231" y="6843"/>
                    <a:pt x="12231" y="6953"/>
                  </a:cubicBezTo>
                  <a:lnTo>
                    <a:pt x="12231" y="7621"/>
                  </a:lnTo>
                  <a:cubicBezTo>
                    <a:pt x="12231" y="7803"/>
                    <a:pt x="12082" y="7957"/>
                    <a:pt x="11895" y="7957"/>
                  </a:cubicBezTo>
                  <a:lnTo>
                    <a:pt x="740" y="7957"/>
                  </a:lnTo>
                  <a:cubicBezTo>
                    <a:pt x="553" y="7957"/>
                    <a:pt x="399" y="7803"/>
                    <a:pt x="399" y="7621"/>
                  </a:cubicBezTo>
                  <a:lnTo>
                    <a:pt x="399" y="199"/>
                  </a:lnTo>
                  <a:cubicBezTo>
                    <a:pt x="399" y="66"/>
                    <a:pt x="299" y="0"/>
                    <a:pt x="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3" name="Google Shape;8353;p80"/>
          <p:cNvGrpSpPr/>
          <p:nvPr/>
        </p:nvGrpSpPr>
        <p:grpSpPr>
          <a:xfrm>
            <a:off x="3943687" y="3825107"/>
            <a:ext cx="367908" cy="354477"/>
            <a:chOff x="3943687" y="3825107"/>
            <a:chExt cx="367908" cy="354477"/>
          </a:xfrm>
        </p:grpSpPr>
        <p:sp>
          <p:nvSpPr>
            <p:cNvPr id="8354" name="Google Shape;8354;p80"/>
            <p:cNvSpPr/>
            <p:nvPr/>
          </p:nvSpPr>
          <p:spPr>
            <a:xfrm>
              <a:off x="4140508" y="4012398"/>
              <a:ext cx="87834" cy="87808"/>
            </a:xfrm>
            <a:custGeom>
              <a:rect b="b" l="l" r="r" t="t"/>
              <a:pathLst>
                <a:path extrusionOk="0" h="3354" w="3355">
                  <a:moveTo>
                    <a:pt x="621" y="0"/>
                  </a:moveTo>
                  <a:lnTo>
                    <a:pt x="1" y="615"/>
                  </a:lnTo>
                  <a:lnTo>
                    <a:pt x="2734" y="3353"/>
                  </a:lnTo>
                  <a:lnTo>
                    <a:pt x="3354" y="2734"/>
                  </a:lnTo>
                  <a:lnTo>
                    <a:pt x="621" y="0"/>
                  </a:ln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0"/>
            <p:cNvSpPr/>
            <p:nvPr/>
          </p:nvSpPr>
          <p:spPr>
            <a:xfrm>
              <a:off x="4177631" y="4050412"/>
              <a:ext cx="128308" cy="124067"/>
            </a:xfrm>
            <a:custGeom>
              <a:rect b="b" l="l" r="r" t="t"/>
              <a:pathLst>
                <a:path extrusionOk="0" h="4739" w="4901">
                  <a:moveTo>
                    <a:pt x="1029" y="0"/>
                  </a:moveTo>
                  <a:cubicBezTo>
                    <a:pt x="939" y="0"/>
                    <a:pt x="848" y="35"/>
                    <a:pt x="778" y="105"/>
                  </a:cubicBezTo>
                  <a:lnTo>
                    <a:pt x="144" y="744"/>
                  </a:lnTo>
                  <a:cubicBezTo>
                    <a:pt x="10" y="878"/>
                    <a:pt x="0" y="1089"/>
                    <a:pt x="125" y="1234"/>
                  </a:cubicBezTo>
                  <a:lnTo>
                    <a:pt x="2868" y="4366"/>
                  </a:lnTo>
                  <a:cubicBezTo>
                    <a:pt x="3083" y="4613"/>
                    <a:pt x="3384" y="4739"/>
                    <a:pt x="3687" y="4739"/>
                  </a:cubicBezTo>
                  <a:cubicBezTo>
                    <a:pt x="3965" y="4739"/>
                    <a:pt x="4244" y="4633"/>
                    <a:pt x="4458" y="4419"/>
                  </a:cubicBezTo>
                  <a:cubicBezTo>
                    <a:pt x="4900" y="3972"/>
                    <a:pt x="4876" y="3246"/>
                    <a:pt x="4405" y="2833"/>
                  </a:cubicBezTo>
                  <a:lnTo>
                    <a:pt x="1268" y="90"/>
                  </a:lnTo>
                  <a:cubicBezTo>
                    <a:pt x="1199" y="30"/>
                    <a:pt x="1114" y="0"/>
                    <a:pt x="102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0"/>
            <p:cNvSpPr/>
            <p:nvPr/>
          </p:nvSpPr>
          <p:spPr>
            <a:xfrm>
              <a:off x="4177736" y="4059051"/>
              <a:ext cx="123177" cy="115454"/>
            </a:xfrm>
            <a:custGeom>
              <a:rect b="b" l="l" r="r" t="t"/>
              <a:pathLst>
                <a:path extrusionOk="0" h="4410" w="4705">
                  <a:moveTo>
                    <a:pt x="553" y="0"/>
                  </a:moveTo>
                  <a:lnTo>
                    <a:pt x="140" y="414"/>
                  </a:lnTo>
                  <a:cubicBezTo>
                    <a:pt x="6" y="548"/>
                    <a:pt x="1" y="759"/>
                    <a:pt x="121" y="904"/>
                  </a:cubicBezTo>
                  <a:lnTo>
                    <a:pt x="2864" y="4041"/>
                  </a:lnTo>
                  <a:cubicBezTo>
                    <a:pt x="3082" y="4286"/>
                    <a:pt x="3383" y="4410"/>
                    <a:pt x="3684" y="4410"/>
                  </a:cubicBezTo>
                  <a:cubicBezTo>
                    <a:pt x="3961" y="4410"/>
                    <a:pt x="4238" y="4305"/>
                    <a:pt x="4449" y="4093"/>
                  </a:cubicBezTo>
                  <a:cubicBezTo>
                    <a:pt x="4565" y="3978"/>
                    <a:pt x="4651" y="3844"/>
                    <a:pt x="4704" y="3690"/>
                  </a:cubicBezTo>
                  <a:lnTo>
                    <a:pt x="4704" y="3690"/>
                  </a:lnTo>
                  <a:cubicBezTo>
                    <a:pt x="4583" y="3734"/>
                    <a:pt x="4458" y="3756"/>
                    <a:pt x="4333" y="3756"/>
                  </a:cubicBezTo>
                  <a:cubicBezTo>
                    <a:pt x="4028" y="3756"/>
                    <a:pt x="3729" y="3626"/>
                    <a:pt x="3517" y="3387"/>
                  </a:cubicBezTo>
                  <a:lnTo>
                    <a:pt x="553"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0"/>
            <p:cNvSpPr/>
            <p:nvPr/>
          </p:nvSpPr>
          <p:spPr>
            <a:xfrm>
              <a:off x="3946462" y="3830343"/>
              <a:ext cx="270308" cy="246144"/>
            </a:xfrm>
            <a:custGeom>
              <a:rect b="b" l="l" r="r" t="t"/>
              <a:pathLst>
                <a:path extrusionOk="0" h="9402" w="10325">
                  <a:moveTo>
                    <a:pt x="5160" y="0"/>
                  </a:moveTo>
                  <a:cubicBezTo>
                    <a:pt x="3956" y="0"/>
                    <a:pt x="2753" y="459"/>
                    <a:pt x="1835" y="1377"/>
                  </a:cubicBezTo>
                  <a:cubicBezTo>
                    <a:pt x="0" y="3212"/>
                    <a:pt x="0" y="6190"/>
                    <a:pt x="1835" y="8025"/>
                  </a:cubicBezTo>
                  <a:cubicBezTo>
                    <a:pt x="2753" y="8943"/>
                    <a:pt x="3956" y="9402"/>
                    <a:pt x="5160" y="9402"/>
                  </a:cubicBezTo>
                  <a:cubicBezTo>
                    <a:pt x="6363" y="9402"/>
                    <a:pt x="7567" y="8943"/>
                    <a:pt x="8484" y="8025"/>
                  </a:cubicBezTo>
                  <a:cubicBezTo>
                    <a:pt x="10324" y="6190"/>
                    <a:pt x="10324" y="3212"/>
                    <a:pt x="8484" y="1377"/>
                  </a:cubicBezTo>
                  <a:cubicBezTo>
                    <a:pt x="7567" y="459"/>
                    <a:pt x="6363" y="0"/>
                    <a:pt x="5160" y="0"/>
                  </a:cubicBezTo>
                  <a:close/>
                </a:path>
              </a:pathLst>
            </a:custGeom>
            <a:solidFill>
              <a:srgbClr val="ED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0"/>
            <p:cNvSpPr/>
            <p:nvPr/>
          </p:nvSpPr>
          <p:spPr>
            <a:xfrm>
              <a:off x="3978035" y="3858984"/>
              <a:ext cx="207162" cy="188863"/>
            </a:xfrm>
            <a:custGeom>
              <a:rect b="b" l="l" r="r" t="t"/>
              <a:pathLst>
                <a:path extrusionOk="0" h="7214" w="7913">
                  <a:moveTo>
                    <a:pt x="3956" y="0"/>
                  </a:moveTo>
                  <a:cubicBezTo>
                    <a:pt x="3034" y="0"/>
                    <a:pt x="2111" y="352"/>
                    <a:pt x="1408" y="1056"/>
                  </a:cubicBezTo>
                  <a:cubicBezTo>
                    <a:pt x="0" y="2464"/>
                    <a:pt x="0" y="4750"/>
                    <a:pt x="1408" y="6158"/>
                  </a:cubicBezTo>
                  <a:cubicBezTo>
                    <a:pt x="2111" y="6862"/>
                    <a:pt x="3034" y="7214"/>
                    <a:pt x="3956" y="7214"/>
                  </a:cubicBezTo>
                  <a:cubicBezTo>
                    <a:pt x="4879" y="7214"/>
                    <a:pt x="5801" y="6862"/>
                    <a:pt x="6505" y="6158"/>
                  </a:cubicBezTo>
                  <a:cubicBezTo>
                    <a:pt x="7912" y="4750"/>
                    <a:pt x="7912" y="2464"/>
                    <a:pt x="6505" y="1056"/>
                  </a:cubicBezTo>
                  <a:cubicBezTo>
                    <a:pt x="5801" y="352"/>
                    <a:pt x="4879" y="0"/>
                    <a:pt x="3956"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0"/>
            <p:cNvSpPr/>
            <p:nvPr/>
          </p:nvSpPr>
          <p:spPr>
            <a:xfrm>
              <a:off x="3977407" y="3878697"/>
              <a:ext cx="178862" cy="167840"/>
            </a:xfrm>
            <a:custGeom>
              <a:rect b="b" l="l" r="r" t="t"/>
              <a:pathLst>
                <a:path extrusionOk="0" h="6411" w="6832">
                  <a:moveTo>
                    <a:pt x="1773" y="0"/>
                  </a:moveTo>
                  <a:lnTo>
                    <a:pt x="1773" y="0"/>
                  </a:lnTo>
                  <a:cubicBezTo>
                    <a:pt x="1653" y="92"/>
                    <a:pt x="1537" y="193"/>
                    <a:pt x="1432" y="303"/>
                  </a:cubicBezTo>
                  <a:lnTo>
                    <a:pt x="1427" y="303"/>
                  </a:lnTo>
                  <a:cubicBezTo>
                    <a:pt x="0" y="1783"/>
                    <a:pt x="96" y="4156"/>
                    <a:pt x="1643" y="5511"/>
                  </a:cubicBezTo>
                  <a:cubicBezTo>
                    <a:pt x="2329" y="6115"/>
                    <a:pt x="3177" y="6410"/>
                    <a:pt x="4020" y="6410"/>
                  </a:cubicBezTo>
                  <a:cubicBezTo>
                    <a:pt x="5073" y="6410"/>
                    <a:pt x="6119" y="5950"/>
                    <a:pt x="6831" y="5059"/>
                  </a:cubicBezTo>
                  <a:lnTo>
                    <a:pt x="6831" y="5059"/>
                  </a:lnTo>
                  <a:cubicBezTo>
                    <a:pt x="6177" y="5573"/>
                    <a:pt x="5394" y="5826"/>
                    <a:pt x="4613" y="5826"/>
                  </a:cubicBezTo>
                  <a:cubicBezTo>
                    <a:pt x="3687" y="5826"/>
                    <a:pt x="2765" y="5470"/>
                    <a:pt x="2066" y="4771"/>
                  </a:cubicBezTo>
                  <a:cubicBezTo>
                    <a:pt x="778" y="3483"/>
                    <a:pt x="653" y="1437"/>
                    <a:pt x="1773" y="0"/>
                  </a:cubicBezTo>
                  <a:close/>
                </a:path>
              </a:pathLst>
            </a:custGeom>
            <a:solidFill>
              <a:srgbClr val="D0D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0"/>
            <p:cNvSpPr/>
            <p:nvPr/>
          </p:nvSpPr>
          <p:spPr>
            <a:xfrm>
              <a:off x="4177736" y="4050464"/>
              <a:ext cx="51863" cy="50999"/>
            </a:xfrm>
            <a:custGeom>
              <a:rect b="b" l="l" r="r" t="t"/>
              <a:pathLst>
                <a:path extrusionOk="0" h="1948" w="1981">
                  <a:moveTo>
                    <a:pt x="1032" y="0"/>
                  </a:moveTo>
                  <a:cubicBezTo>
                    <a:pt x="939" y="0"/>
                    <a:pt x="845" y="36"/>
                    <a:pt x="774" y="107"/>
                  </a:cubicBezTo>
                  <a:lnTo>
                    <a:pt x="140" y="742"/>
                  </a:lnTo>
                  <a:cubicBezTo>
                    <a:pt x="6" y="876"/>
                    <a:pt x="1" y="1087"/>
                    <a:pt x="121" y="1232"/>
                  </a:cubicBezTo>
                  <a:lnTo>
                    <a:pt x="750" y="1947"/>
                  </a:lnTo>
                  <a:lnTo>
                    <a:pt x="1980" y="713"/>
                  </a:lnTo>
                  <a:lnTo>
                    <a:pt x="1264" y="88"/>
                  </a:lnTo>
                  <a:cubicBezTo>
                    <a:pt x="1199" y="29"/>
                    <a:pt x="1116" y="0"/>
                    <a:pt x="103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0"/>
            <p:cNvSpPr/>
            <p:nvPr/>
          </p:nvSpPr>
          <p:spPr>
            <a:xfrm>
              <a:off x="4177736" y="4059051"/>
              <a:ext cx="36757" cy="42412"/>
            </a:xfrm>
            <a:custGeom>
              <a:rect b="b" l="l" r="r" t="t"/>
              <a:pathLst>
                <a:path extrusionOk="0" h="1620" w="1404">
                  <a:moveTo>
                    <a:pt x="553" y="0"/>
                  </a:moveTo>
                  <a:lnTo>
                    <a:pt x="140" y="414"/>
                  </a:lnTo>
                  <a:cubicBezTo>
                    <a:pt x="6" y="548"/>
                    <a:pt x="1" y="759"/>
                    <a:pt x="121" y="904"/>
                  </a:cubicBezTo>
                  <a:lnTo>
                    <a:pt x="750" y="1619"/>
                  </a:lnTo>
                  <a:lnTo>
                    <a:pt x="1404" y="966"/>
                  </a:lnTo>
                  <a:lnTo>
                    <a:pt x="553" y="0"/>
                  </a:lnTo>
                  <a:close/>
                </a:path>
              </a:pathLst>
            </a:custGeom>
            <a:solidFill>
              <a:srgbClr val="DB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0"/>
            <p:cNvSpPr/>
            <p:nvPr/>
          </p:nvSpPr>
          <p:spPr>
            <a:xfrm>
              <a:off x="4029479" y="3885111"/>
              <a:ext cx="104144" cy="28955"/>
            </a:xfrm>
            <a:custGeom>
              <a:rect b="b" l="l" r="r" t="t"/>
              <a:pathLst>
                <a:path extrusionOk="0" h="1106" w="3978">
                  <a:moveTo>
                    <a:pt x="1989" y="0"/>
                  </a:moveTo>
                  <a:cubicBezTo>
                    <a:pt x="1321" y="0"/>
                    <a:pt x="653" y="255"/>
                    <a:pt x="144" y="764"/>
                  </a:cubicBezTo>
                  <a:cubicBezTo>
                    <a:pt x="0" y="908"/>
                    <a:pt x="131" y="1105"/>
                    <a:pt x="283" y="1105"/>
                  </a:cubicBezTo>
                  <a:cubicBezTo>
                    <a:pt x="330" y="1105"/>
                    <a:pt x="379" y="1087"/>
                    <a:pt x="423" y="1043"/>
                  </a:cubicBezTo>
                  <a:cubicBezTo>
                    <a:pt x="855" y="611"/>
                    <a:pt x="1422" y="394"/>
                    <a:pt x="1989" y="394"/>
                  </a:cubicBezTo>
                  <a:cubicBezTo>
                    <a:pt x="2556" y="394"/>
                    <a:pt x="3123" y="611"/>
                    <a:pt x="3555" y="1043"/>
                  </a:cubicBezTo>
                  <a:cubicBezTo>
                    <a:pt x="3599" y="1087"/>
                    <a:pt x="3647" y="1105"/>
                    <a:pt x="3694" y="1105"/>
                  </a:cubicBezTo>
                  <a:cubicBezTo>
                    <a:pt x="3847" y="1105"/>
                    <a:pt x="3977" y="908"/>
                    <a:pt x="3834" y="764"/>
                  </a:cubicBezTo>
                  <a:cubicBezTo>
                    <a:pt x="3324" y="255"/>
                    <a:pt x="2657" y="0"/>
                    <a:pt x="1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0"/>
            <p:cNvSpPr/>
            <p:nvPr/>
          </p:nvSpPr>
          <p:spPr>
            <a:xfrm>
              <a:off x="3943687" y="3825107"/>
              <a:ext cx="367908" cy="354477"/>
            </a:xfrm>
            <a:custGeom>
              <a:rect b="b" l="l" r="r" t="t"/>
              <a:pathLst>
                <a:path extrusionOk="0" h="13540" w="14053">
                  <a:moveTo>
                    <a:pt x="8898" y="8192"/>
                  </a:moveTo>
                  <a:lnTo>
                    <a:pt x="9426" y="8720"/>
                  </a:lnTo>
                  <a:lnTo>
                    <a:pt x="9090" y="9057"/>
                  </a:lnTo>
                  <a:lnTo>
                    <a:pt x="8557" y="8528"/>
                  </a:lnTo>
                  <a:cubicBezTo>
                    <a:pt x="8677" y="8418"/>
                    <a:pt x="8792" y="8307"/>
                    <a:pt x="8898" y="8192"/>
                  </a:cubicBezTo>
                  <a:close/>
                  <a:moveTo>
                    <a:pt x="5262" y="395"/>
                  </a:moveTo>
                  <a:cubicBezTo>
                    <a:pt x="6965" y="395"/>
                    <a:pt x="8530" y="1355"/>
                    <a:pt x="9296" y="2888"/>
                  </a:cubicBezTo>
                  <a:cubicBezTo>
                    <a:pt x="10094" y="4483"/>
                    <a:pt x="9873" y="6395"/>
                    <a:pt x="8734" y="7769"/>
                  </a:cubicBezTo>
                  <a:lnTo>
                    <a:pt x="8730" y="7779"/>
                  </a:lnTo>
                  <a:cubicBezTo>
                    <a:pt x="8552" y="7990"/>
                    <a:pt x="8360" y="8187"/>
                    <a:pt x="8143" y="8360"/>
                  </a:cubicBezTo>
                  <a:lnTo>
                    <a:pt x="8139" y="8370"/>
                  </a:lnTo>
                  <a:cubicBezTo>
                    <a:pt x="7301" y="9061"/>
                    <a:pt x="6282" y="9403"/>
                    <a:pt x="5266" y="9403"/>
                  </a:cubicBezTo>
                  <a:cubicBezTo>
                    <a:pt x="4109" y="9403"/>
                    <a:pt x="2956" y="8959"/>
                    <a:pt x="2081" y="8081"/>
                  </a:cubicBezTo>
                  <a:cubicBezTo>
                    <a:pt x="822" y="6823"/>
                    <a:pt x="423" y="4935"/>
                    <a:pt x="1067" y="3272"/>
                  </a:cubicBezTo>
                  <a:cubicBezTo>
                    <a:pt x="1711" y="1610"/>
                    <a:pt x="3272" y="486"/>
                    <a:pt x="5054" y="400"/>
                  </a:cubicBezTo>
                  <a:cubicBezTo>
                    <a:pt x="5124" y="396"/>
                    <a:pt x="5193" y="395"/>
                    <a:pt x="5262" y="395"/>
                  </a:cubicBezTo>
                  <a:close/>
                  <a:moveTo>
                    <a:pt x="9969" y="8807"/>
                  </a:moveTo>
                  <a:cubicBezTo>
                    <a:pt x="10007" y="8807"/>
                    <a:pt x="10045" y="8820"/>
                    <a:pt x="10075" y="8845"/>
                  </a:cubicBezTo>
                  <a:lnTo>
                    <a:pt x="10632" y="9330"/>
                  </a:lnTo>
                  <a:lnTo>
                    <a:pt x="9695" y="10262"/>
                  </a:lnTo>
                  <a:lnTo>
                    <a:pt x="9210" y="9710"/>
                  </a:lnTo>
                  <a:cubicBezTo>
                    <a:pt x="9157" y="9647"/>
                    <a:pt x="9157" y="9551"/>
                    <a:pt x="9220" y="9489"/>
                  </a:cubicBezTo>
                  <a:lnTo>
                    <a:pt x="9854" y="8855"/>
                  </a:lnTo>
                  <a:cubicBezTo>
                    <a:pt x="9886" y="8822"/>
                    <a:pt x="9928" y="8807"/>
                    <a:pt x="9969" y="8807"/>
                  </a:cubicBezTo>
                  <a:close/>
                  <a:moveTo>
                    <a:pt x="10930" y="9595"/>
                  </a:moveTo>
                  <a:lnTo>
                    <a:pt x="13212" y="11588"/>
                  </a:lnTo>
                  <a:cubicBezTo>
                    <a:pt x="13601" y="11929"/>
                    <a:pt x="13620" y="12525"/>
                    <a:pt x="13255" y="12890"/>
                  </a:cubicBezTo>
                  <a:cubicBezTo>
                    <a:pt x="13081" y="13064"/>
                    <a:pt x="12855" y="13150"/>
                    <a:pt x="12629" y="13150"/>
                  </a:cubicBezTo>
                  <a:cubicBezTo>
                    <a:pt x="12381" y="13150"/>
                    <a:pt x="12134" y="13046"/>
                    <a:pt x="11958" y="12842"/>
                  </a:cubicBezTo>
                  <a:lnTo>
                    <a:pt x="9959" y="10565"/>
                  </a:lnTo>
                  <a:lnTo>
                    <a:pt x="10930" y="9595"/>
                  </a:lnTo>
                  <a:close/>
                  <a:moveTo>
                    <a:pt x="5268" y="0"/>
                  </a:moveTo>
                  <a:cubicBezTo>
                    <a:pt x="5162" y="0"/>
                    <a:pt x="5055" y="4"/>
                    <a:pt x="4949" y="11"/>
                  </a:cubicBezTo>
                  <a:cubicBezTo>
                    <a:pt x="3027" y="135"/>
                    <a:pt x="1355" y="1375"/>
                    <a:pt x="678" y="3176"/>
                  </a:cubicBezTo>
                  <a:cubicBezTo>
                    <a:pt x="1" y="4978"/>
                    <a:pt x="438" y="7010"/>
                    <a:pt x="1802" y="8370"/>
                  </a:cubicBezTo>
                  <a:lnTo>
                    <a:pt x="1802" y="8365"/>
                  </a:lnTo>
                  <a:cubicBezTo>
                    <a:pt x="2752" y="9317"/>
                    <a:pt x="4007" y="9803"/>
                    <a:pt x="5269" y="9803"/>
                  </a:cubicBezTo>
                  <a:cubicBezTo>
                    <a:pt x="6317" y="9803"/>
                    <a:pt x="7369" y="9468"/>
                    <a:pt x="8254" y="8787"/>
                  </a:cubicBezTo>
                  <a:lnTo>
                    <a:pt x="8830" y="9364"/>
                  </a:lnTo>
                  <a:cubicBezTo>
                    <a:pt x="8734" y="9566"/>
                    <a:pt x="8768" y="9801"/>
                    <a:pt x="8912" y="9969"/>
                  </a:cubicBezTo>
                  <a:lnTo>
                    <a:pt x="11655" y="13106"/>
                  </a:lnTo>
                  <a:cubicBezTo>
                    <a:pt x="11910" y="13394"/>
                    <a:pt x="12265" y="13539"/>
                    <a:pt x="12621" y="13539"/>
                  </a:cubicBezTo>
                  <a:cubicBezTo>
                    <a:pt x="12949" y="13539"/>
                    <a:pt x="13277" y="13415"/>
                    <a:pt x="13529" y="13164"/>
                  </a:cubicBezTo>
                  <a:cubicBezTo>
                    <a:pt x="14052" y="12640"/>
                    <a:pt x="14028" y="11780"/>
                    <a:pt x="13471" y="11290"/>
                  </a:cubicBezTo>
                  <a:lnTo>
                    <a:pt x="10339" y="8547"/>
                  </a:lnTo>
                  <a:cubicBezTo>
                    <a:pt x="10236" y="8456"/>
                    <a:pt x="10106" y="8410"/>
                    <a:pt x="9974" y="8410"/>
                  </a:cubicBezTo>
                  <a:cubicBezTo>
                    <a:pt x="9891" y="8410"/>
                    <a:pt x="9807" y="8428"/>
                    <a:pt x="9729" y="8466"/>
                  </a:cubicBezTo>
                  <a:lnTo>
                    <a:pt x="9152" y="7889"/>
                  </a:lnTo>
                  <a:cubicBezTo>
                    <a:pt x="10324" y="6361"/>
                    <a:pt x="10497" y="4291"/>
                    <a:pt x="9589" y="2590"/>
                  </a:cubicBezTo>
                  <a:cubicBezTo>
                    <a:pt x="8732" y="989"/>
                    <a:pt x="7065" y="0"/>
                    <a:pt x="5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0"/>
            <p:cNvSpPr/>
            <p:nvPr/>
          </p:nvSpPr>
          <p:spPr>
            <a:xfrm>
              <a:off x="4087389" y="3854742"/>
              <a:ext cx="93908" cy="197371"/>
            </a:xfrm>
            <a:custGeom>
              <a:rect b="b" l="l" r="r" t="t"/>
              <a:pathLst>
                <a:path extrusionOk="0" h="7539" w="3587">
                  <a:moveTo>
                    <a:pt x="289" y="0"/>
                  </a:moveTo>
                  <a:cubicBezTo>
                    <a:pt x="56" y="0"/>
                    <a:pt x="15" y="360"/>
                    <a:pt x="267" y="397"/>
                  </a:cubicBezTo>
                  <a:cubicBezTo>
                    <a:pt x="1943" y="642"/>
                    <a:pt x="3188" y="2083"/>
                    <a:pt x="3183" y="3774"/>
                  </a:cubicBezTo>
                  <a:cubicBezTo>
                    <a:pt x="3178" y="5470"/>
                    <a:pt x="1929" y="6906"/>
                    <a:pt x="252" y="7141"/>
                  </a:cubicBezTo>
                  <a:cubicBezTo>
                    <a:pt x="0" y="7178"/>
                    <a:pt x="41" y="7538"/>
                    <a:pt x="270" y="7538"/>
                  </a:cubicBezTo>
                  <a:cubicBezTo>
                    <a:pt x="282" y="7538"/>
                    <a:pt x="293" y="7537"/>
                    <a:pt x="305" y="7535"/>
                  </a:cubicBezTo>
                  <a:cubicBezTo>
                    <a:pt x="2184" y="7271"/>
                    <a:pt x="3577" y="5671"/>
                    <a:pt x="3582" y="3774"/>
                  </a:cubicBezTo>
                  <a:cubicBezTo>
                    <a:pt x="3586" y="1881"/>
                    <a:pt x="2198" y="277"/>
                    <a:pt x="324" y="3"/>
                  </a:cubicBezTo>
                  <a:cubicBezTo>
                    <a:pt x="312" y="1"/>
                    <a:pt x="30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0"/>
            <p:cNvSpPr/>
            <p:nvPr/>
          </p:nvSpPr>
          <p:spPr>
            <a:xfrm>
              <a:off x="3972249" y="3854376"/>
              <a:ext cx="105532" cy="197921"/>
            </a:xfrm>
            <a:custGeom>
              <a:rect b="b" l="l" r="r" t="t"/>
              <a:pathLst>
                <a:path extrusionOk="0" h="7560" w="4031">
                  <a:moveTo>
                    <a:pt x="3755" y="1"/>
                  </a:moveTo>
                  <a:cubicBezTo>
                    <a:pt x="3746" y="1"/>
                    <a:pt x="3737" y="1"/>
                    <a:pt x="3728" y="2"/>
                  </a:cubicBezTo>
                  <a:cubicBezTo>
                    <a:pt x="2878" y="103"/>
                    <a:pt x="2085" y="487"/>
                    <a:pt x="1485" y="1093"/>
                  </a:cubicBezTo>
                  <a:cubicBezTo>
                    <a:pt x="0" y="2582"/>
                    <a:pt x="0" y="4984"/>
                    <a:pt x="1485" y="6473"/>
                  </a:cubicBezTo>
                  <a:cubicBezTo>
                    <a:pt x="2085" y="7079"/>
                    <a:pt x="2878" y="7463"/>
                    <a:pt x="3728" y="7559"/>
                  </a:cubicBezTo>
                  <a:lnTo>
                    <a:pt x="3752" y="7559"/>
                  </a:lnTo>
                  <a:cubicBezTo>
                    <a:pt x="3757" y="7559"/>
                    <a:pt x="3761" y="7559"/>
                    <a:pt x="3766" y="7559"/>
                  </a:cubicBezTo>
                  <a:cubicBezTo>
                    <a:pt x="4017" y="7559"/>
                    <a:pt x="4031" y="7179"/>
                    <a:pt x="3771" y="7165"/>
                  </a:cubicBezTo>
                  <a:cubicBezTo>
                    <a:pt x="3012" y="7079"/>
                    <a:pt x="2306" y="6733"/>
                    <a:pt x="1763" y="6190"/>
                  </a:cubicBezTo>
                  <a:cubicBezTo>
                    <a:pt x="437" y="4859"/>
                    <a:pt x="437" y="2702"/>
                    <a:pt x="1763" y="1371"/>
                  </a:cubicBezTo>
                  <a:cubicBezTo>
                    <a:pt x="2306" y="829"/>
                    <a:pt x="3012" y="487"/>
                    <a:pt x="3771" y="396"/>
                  </a:cubicBezTo>
                  <a:cubicBezTo>
                    <a:pt x="4026" y="368"/>
                    <a:pt x="3995" y="1"/>
                    <a:pt x="37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6" name="Google Shape;8366;p80"/>
          <p:cNvGrpSpPr/>
          <p:nvPr/>
        </p:nvGrpSpPr>
        <p:grpSpPr>
          <a:xfrm>
            <a:off x="2195360" y="1976930"/>
            <a:ext cx="340235" cy="390763"/>
            <a:chOff x="2195360" y="1976930"/>
            <a:chExt cx="340235" cy="390763"/>
          </a:xfrm>
        </p:grpSpPr>
        <p:sp>
          <p:nvSpPr>
            <p:cNvPr id="8367" name="Google Shape;8367;p80"/>
            <p:cNvSpPr/>
            <p:nvPr/>
          </p:nvSpPr>
          <p:spPr>
            <a:xfrm>
              <a:off x="2265156" y="1982715"/>
              <a:ext cx="195224" cy="87939"/>
            </a:xfrm>
            <a:custGeom>
              <a:rect b="b" l="l" r="r" t="t"/>
              <a:pathLst>
                <a:path extrusionOk="0" h="3359" w="7457">
                  <a:moveTo>
                    <a:pt x="409" y="1"/>
                  </a:moveTo>
                  <a:lnTo>
                    <a:pt x="1" y="3359"/>
                  </a:lnTo>
                  <a:lnTo>
                    <a:pt x="7457" y="3359"/>
                  </a:lnTo>
                  <a:lnTo>
                    <a:pt x="7260"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0"/>
            <p:cNvSpPr/>
            <p:nvPr/>
          </p:nvSpPr>
          <p:spPr>
            <a:xfrm>
              <a:off x="2202010" y="1982715"/>
              <a:ext cx="152970" cy="200879"/>
            </a:xfrm>
            <a:custGeom>
              <a:rect b="b" l="l" r="r" t="t"/>
              <a:pathLst>
                <a:path extrusionOk="0" h="7673" w="5843">
                  <a:moveTo>
                    <a:pt x="2821" y="1"/>
                  </a:moveTo>
                  <a:lnTo>
                    <a:pt x="928" y="928"/>
                  </a:lnTo>
                  <a:cubicBezTo>
                    <a:pt x="270" y="1250"/>
                    <a:pt x="1" y="2047"/>
                    <a:pt x="323" y="2706"/>
                  </a:cubicBezTo>
                  <a:lnTo>
                    <a:pt x="2268" y="6669"/>
                  </a:lnTo>
                  <a:lnTo>
                    <a:pt x="2759" y="7673"/>
                  </a:lnTo>
                  <a:lnTo>
                    <a:pt x="5843" y="6164"/>
                  </a:lnTo>
                  <a:lnTo>
                    <a:pt x="5069" y="4594"/>
                  </a:lnTo>
                  <a:lnTo>
                    <a:pt x="2821"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0"/>
            <p:cNvSpPr/>
            <p:nvPr/>
          </p:nvSpPr>
          <p:spPr>
            <a:xfrm>
              <a:off x="2376081" y="1982846"/>
              <a:ext cx="152839" cy="200748"/>
            </a:xfrm>
            <a:custGeom>
              <a:rect b="b" l="l" r="r" t="t"/>
              <a:pathLst>
                <a:path extrusionOk="0" h="7668" w="5838">
                  <a:moveTo>
                    <a:pt x="3023" y="1"/>
                  </a:moveTo>
                  <a:lnTo>
                    <a:pt x="769" y="4589"/>
                  </a:lnTo>
                  <a:lnTo>
                    <a:pt x="1" y="6159"/>
                  </a:lnTo>
                  <a:lnTo>
                    <a:pt x="3080" y="7668"/>
                  </a:lnTo>
                  <a:lnTo>
                    <a:pt x="3575" y="6664"/>
                  </a:lnTo>
                  <a:lnTo>
                    <a:pt x="5516" y="2701"/>
                  </a:lnTo>
                  <a:cubicBezTo>
                    <a:pt x="5838" y="2042"/>
                    <a:pt x="5569" y="1245"/>
                    <a:pt x="4911" y="923"/>
                  </a:cubicBezTo>
                  <a:lnTo>
                    <a:pt x="3023"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0"/>
            <p:cNvSpPr/>
            <p:nvPr/>
          </p:nvSpPr>
          <p:spPr>
            <a:xfrm>
              <a:off x="2261386" y="2102960"/>
              <a:ext cx="93594" cy="80634"/>
            </a:xfrm>
            <a:custGeom>
              <a:rect b="b" l="l" r="r" t="t"/>
              <a:pathLst>
                <a:path extrusionOk="0" h="3080" w="3575">
                  <a:moveTo>
                    <a:pt x="2801" y="1"/>
                  </a:moveTo>
                  <a:cubicBezTo>
                    <a:pt x="1634" y="303"/>
                    <a:pt x="630" y="1048"/>
                    <a:pt x="0" y="2071"/>
                  </a:cubicBezTo>
                  <a:lnTo>
                    <a:pt x="495" y="3080"/>
                  </a:lnTo>
                  <a:lnTo>
                    <a:pt x="3575" y="1571"/>
                  </a:lnTo>
                  <a:lnTo>
                    <a:pt x="2801"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0"/>
            <p:cNvSpPr/>
            <p:nvPr/>
          </p:nvSpPr>
          <p:spPr>
            <a:xfrm>
              <a:off x="2375950" y="2102960"/>
              <a:ext cx="93620" cy="80634"/>
            </a:xfrm>
            <a:custGeom>
              <a:rect b="b" l="l" r="r" t="t"/>
              <a:pathLst>
                <a:path extrusionOk="0" h="3080" w="3576">
                  <a:moveTo>
                    <a:pt x="774" y="1"/>
                  </a:moveTo>
                  <a:lnTo>
                    <a:pt x="1" y="1571"/>
                  </a:lnTo>
                  <a:lnTo>
                    <a:pt x="3080" y="3080"/>
                  </a:lnTo>
                  <a:lnTo>
                    <a:pt x="3575" y="2076"/>
                  </a:lnTo>
                  <a:cubicBezTo>
                    <a:pt x="2946" y="1048"/>
                    <a:pt x="1942" y="303"/>
                    <a:pt x="774"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0"/>
            <p:cNvSpPr/>
            <p:nvPr/>
          </p:nvSpPr>
          <p:spPr>
            <a:xfrm>
              <a:off x="2233714" y="2117673"/>
              <a:ext cx="253946" cy="244364"/>
            </a:xfrm>
            <a:custGeom>
              <a:rect b="b" l="l" r="r" t="t"/>
              <a:pathLst>
                <a:path extrusionOk="0" h="9334" w="9700">
                  <a:moveTo>
                    <a:pt x="5035" y="1"/>
                  </a:moveTo>
                  <a:cubicBezTo>
                    <a:pt x="3147" y="1"/>
                    <a:pt x="1442" y="1134"/>
                    <a:pt x="721" y="2878"/>
                  </a:cubicBezTo>
                  <a:cubicBezTo>
                    <a:pt x="1" y="4622"/>
                    <a:pt x="399" y="6630"/>
                    <a:pt x="1735" y="7966"/>
                  </a:cubicBezTo>
                  <a:cubicBezTo>
                    <a:pt x="2625" y="8859"/>
                    <a:pt x="3819" y="9334"/>
                    <a:pt x="5034" y="9334"/>
                  </a:cubicBezTo>
                  <a:cubicBezTo>
                    <a:pt x="5635" y="9334"/>
                    <a:pt x="6241" y="9218"/>
                    <a:pt x="6818" y="8979"/>
                  </a:cubicBezTo>
                  <a:cubicBezTo>
                    <a:pt x="8566" y="8259"/>
                    <a:pt x="9700" y="6553"/>
                    <a:pt x="9700" y="4665"/>
                  </a:cubicBezTo>
                  <a:cubicBezTo>
                    <a:pt x="9700" y="2090"/>
                    <a:pt x="7610" y="1"/>
                    <a:pt x="5035"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0"/>
            <p:cNvSpPr/>
            <p:nvPr/>
          </p:nvSpPr>
          <p:spPr>
            <a:xfrm>
              <a:off x="2277356" y="2158174"/>
              <a:ext cx="169830" cy="163311"/>
            </a:xfrm>
            <a:custGeom>
              <a:rect b="b" l="l" r="r" t="t"/>
              <a:pathLst>
                <a:path extrusionOk="0" h="6238" w="6487">
                  <a:moveTo>
                    <a:pt x="3368" y="0"/>
                  </a:moveTo>
                  <a:cubicBezTo>
                    <a:pt x="2105" y="0"/>
                    <a:pt x="966" y="760"/>
                    <a:pt x="486" y="1927"/>
                  </a:cubicBezTo>
                  <a:cubicBezTo>
                    <a:pt x="1" y="3089"/>
                    <a:pt x="270" y="4435"/>
                    <a:pt x="1163" y="5323"/>
                  </a:cubicBezTo>
                  <a:cubicBezTo>
                    <a:pt x="1758" y="5921"/>
                    <a:pt x="2554" y="6237"/>
                    <a:pt x="3366" y="6237"/>
                  </a:cubicBezTo>
                  <a:cubicBezTo>
                    <a:pt x="3768" y="6237"/>
                    <a:pt x="4173" y="6160"/>
                    <a:pt x="4560" y="6001"/>
                  </a:cubicBezTo>
                  <a:cubicBezTo>
                    <a:pt x="5727" y="5515"/>
                    <a:pt x="6486" y="4382"/>
                    <a:pt x="6486" y="3118"/>
                  </a:cubicBezTo>
                  <a:cubicBezTo>
                    <a:pt x="6486" y="1398"/>
                    <a:pt x="5088" y="0"/>
                    <a:pt x="336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0"/>
            <p:cNvSpPr/>
            <p:nvPr/>
          </p:nvSpPr>
          <p:spPr>
            <a:xfrm>
              <a:off x="2311940" y="2188804"/>
              <a:ext cx="106945" cy="95950"/>
            </a:xfrm>
            <a:custGeom>
              <a:rect b="b" l="l" r="r" t="t"/>
              <a:pathLst>
                <a:path extrusionOk="0" h="3665" w="4085">
                  <a:moveTo>
                    <a:pt x="2042" y="0"/>
                  </a:moveTo>
                  <a:cubicBezTo>
                    <a:pt x="1864" y="0"/>
                    <a:pt x="1685" y="94"/>
                    <a:pt x="1596" y="281"/>
                  </a:cubicBezTo>
                  <a:lnTo>
                    <a:pt x="1394" y="694"/>
                  </a:lnTo>
                  <a:cubicBezTo>
                    <a:pt x="1322" y="839"/>
                    <a:pt x="1183" y="939"/>
                    <a:pt x="1019" y="963"/>
                  </a:cubicBezTo>
                  <a:lnTo>
                    <a:pt x="563" y="1031"/>
                  </a:lnTo>
                  <a:cubicBezTo>
                    <a:pt x="164" y="1093"/>
                    <a:pt x="1" y="1588"/>
                    <a:pt x="289" y="1871"/>
                  </a:cubicBezTo>
                  <a:lnTo>
                    <a:pt x="620" y="2193"/>
                  </a:lnTo>
                  <a:cubicBezTo>
                    <a:pt x="736" y="2309"/>
                    <a:pt x="789" y="2472"/>
                    <a:pt x="765" y="2630"/>
                  </a:cubicBezTo>
                  <a:lnTo>
                    <a:pt x="683" y="3082"/>
                  </a:lnTo>
                  <a:cubicBezTo>
                    <a:pt x="630" y="3405"/>
                    <a:pt x="886" y="3664"/>
                    <a:pt x="1173" y="3664"/>
                  </a:cubicBezTo>
                  <a:cubicBezTo>
                    <a:pt x="1249" y="3664"/>
                    <a:pt x="1328" y="3646"/>
                    <a:pt x="1404" y="3606"/>
                  </a:cubicBezTo>
                  <a:lnTo>
                    <a:pt x="1812" y="3389"/>
                  </a:lnTo>
                  <a:cubicBezTo>
                    <a:pt x="1884" y="3351"/>
                    <a:pt x="1963" y="3332"/>
                    <a:pt x="2042" y="3332"/>
                  </a:cubicBezTo>
                  <a:cubicBezTo>
                    <a:pt x="2122" y="3332"/>
                    <a:pt x="2201" y="3351"/>
                    <a:pt x="2273" y="3389"/>
                  </a:cubicBezTo>
                  <a:lnTo>
                    <a:pt x="2681" y="3606"/>
                  </a:lnTo>
                  <a:cubicBezTo>
                    <a:pt x="2757" y="3646"/>
                    <a:pt x="2836" y="3664"/>
                    <a:pt x="2912" y="3664"/>
                  </a:cubicBezTo>
                  <a:cubicBezTo>
                    <a:pt x="3199" y="3664"/>
                    <a:pt x="3455" y="3405"/>
                    <a:pt x="3402" y="3082"/>
                  </a:cubicBezTo>
                  <a:lnTo>
                    <a:pt x="3320" y="2630"/>
                  </a:lnTo>
                  <a:cubicBezTo>
                    <a:pt x="3296" y="2472"/>
                    <a:pt x="3349" y="2309"/>
                    <a:pt x="3464" y="2193"/>
                  </a:cubicBezTo>
                  <a:lnTo>
                    <a:pt x="3791" y="1871"/>
                  </a:lnTo>
                  <a:cubicBezTo>
                    <a:pt x="4084" y="1588"/>
                    <a:pt x="3921" y="1093"/>
                    <a:pt x="3517" y="1031"/>
                  </a:cubicBezTo>
                  <a:lnTo>
                    <a:pt x="3066" y="963"/>
                  </a:lnTo>
                  <a:cubicBezTo>
                    <a:pt x="2902" y="939"/>
                    <a:pt x="2763" y="839"/>
                    <a:pt x="2691" y="694"/>
                  </a:cubicBezTo>
                  <a:lnTo>
                    <a:pt x="2489" y="281"/>
                  </a:lnTo>
                  <a:cubicBezTo>
                    <a:pt x="2400" y="94"/>
                    <a:pt x="2221" y="0"/>
                    <a:pt x="2042" y="0"/>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0"/>
            <p:cNvSpPr/>
            <p:nvPr/>
          </p:nvSpPr>
          <p:spPr>
            <a:xfrm>
              <a:off x="2277984" y="2152362"/>
              <a:ext cx="181899" cy="174987"/>
            </a:xfrm>
            <a:custGeom>
              <a:rect b="b" l="l" r="r" t="t"/>
              <a:pathLst>
                <a:path extrusionOk="0" h="6684" w="6948">
                  <a:moveTo>
                    <a:pt x="3344" y="448"/>
                  </a:moveTo>
                  <a:cubicBezTo>
                    <a:pt x="4512" y="448"/>
                    <a:pt x="5569" y="1150"/>
                    <a:pt x="6015" y="2235"/>
                  </a:cubicBezTo>
                  <a:cubicBezTo>
                    <a:pt x="6467" y="3316"/>
                    <a:pt x="6217" y="4561"/>
                    <a:pt x="5391" y="5392"/>
                  </a:cubicBezTo>
                  <a:cubicBezTo>
                    <a:pt x="4835" y="5944"/>
                    <a:pt x="4095" y="6239"/>
                    <a:pt x="3343" y="6239"/>
                  </a:cubicBezTo>
                  <a:cubicBezTo>
                    <a:pt x="2970" y="6239"/>
                    <a:pt x="2593" y="6166"/>
                    <a:pt x="2235" y="6016"/>
                  </a:cubicBezTo>
                  <a:cubicBezTo>
                    <a:pt x="1154" y="5569"/>
                    <a:pt x="447" y="4512"/>
                    <a:pt x="447" y="3340"/>
                  </a:cubicBezTo>
                  <a:cubicBezTo>
                    <a:pt x="447" y="1745"/>
                    <a:pt x="1745" y="448"/>
                    <a:pt x="3344" y="448"/>
                  </a:cubicBezTo>
                  <a:close/>
                  <a:moveTo>
                    <a:pt x="3340" y="1"/>
                  </a:moveTo>
                  <a:cubicBezTo>
                    <a:pt x="2910" y="1"/>
                    <a:pt x="2475" y="84"/>
                    <a:pt x="2062" y="256"/>
                  </a:cubicBezTo>
                  <a:cubicBezTo>
                    <a:pt x="813" y="770"/>
                    <a:pt x="1" y="1990"/>
                    <a:pt x="1" y="3340"/>
                  </a:cubicBezTo>
                  <a:cubicBezTo>
                    <a:pt x="5" y="5185"/>
                    <a:pt x="1500" y="6679"/>
                    <a:pt x="3344" y="6684"/>
                  </a:cubicBezTo>
                  <a:cubicBezTo>
                    <a:pt x="4694" y="6684"/>
                    <a:pt x="5914" y="5867"/>
                    <a:pt x="6428" y="4618"/>
                  </a:cubicBezTo>
                  <a:cubicBezTo>
                    <a:pt x="6947" y="3369"/>
                    <a:pt x="6659" y="1933"/>
                    <a:pt x="5703" y="977"/>
                  </a:cubicBezTo>
                  <a:cubicBezTo>
                    <a:pt x="5064" y="341"/>
                    <a:pt x="4209" y="1"/>
                    <a:pt x="3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0"/>
            <p:cNvSpPr/>
            <p:nvPr/>
          </p:nvSpPr>
          <p:spPr>
            <a:xfrm>
              <a:off x="2195360" y="1976930"/>
              <a:ext cx="340235" cy="390763"/>
            </a:xfrm>
            <a:custGeom>
              <a:rect b="b" l="l" r="r" t="t"/>
              <a:pathLst>
                <a:path extrusionOk="0" h="14926" w="12996">
                  <a:moveTo>
                    <a:pt x="9565" y="448"/>
                  </a:moveTo>
                  <a:lnTo>
                    <a:pt x="8138" y="3359"/>
                  </a:lnTo>
                  <a:lnTo>
                    <a:pt x="4862" y="3359"/>
                  </a:lnTo>
                  <a:lnTo>
                    <a:pt x="3435" y="448"/>
                  </a:lnTo>
                  <a:close/>
                  <a:moveTo>
                    <a:pt x="7917" y="3806"/>
                  </a:moveTo>
                  <a:lnTo>
                    <a:pt x="7230" y="5208"/>
                  </a:lnTo>
                  <a:cubicBezTo>
                    <a:pt x="6990" y="5170"/>
                    <a:pt x="6745" y="5151"/>
                    <a:pt x="6500" y="5151"/>
                  </a:cubicBezTo>
                  <a:cubicBezTo>
                    <a:pt x="6255" y="5151"/>
                    <a:pt x="6010" y="5170"/>
                    <a:pt x="5765" y="5204"/>
                  </a:cubicBezTo>
                  <a:lnTo>
                    <a:pt x="5078" y="3806"/>
                  </a:lnTo>
                  <a:close/>
                  <a:moveTo>
                    <a:pt x="2969" y="520"/>
                  </a:moveTo>
                  <a:lnTo>
                    <a:pt x="5314" y="5295"/>
                  </a:lnTo>
                  <a:cubicBezTo>
                    <a:pt x="4319" y="5545"/>
                    <a:pt x="3430" y="6102"/>
                    <a:pt x="2768" y="6885"/>
                  </a:cubicBezTo>
                  <a:lnTo>
                    <a:pt x="779" y="2826"/>
                  </a:lnTo>
                  <a:cubicBezTo>
                    <a:pt x="510" y="2278"/>
                    <a:pt x="735" y="1615"/>
                    <a:pt x="1283" y="1346"/>
                  </a:cubicBezTo>
                  <a:lnTo>
                    <a:pt x="2969" y="520"/>
                  </a:lnTo>
                  <a:close/>
                  <a:moveTo>
                    <a:pt x="3075" y="1"/>
                  </a:moveTo>
                  <a:cubicBezTo>
                    <a:pt x="3041" y="1"/>
                    <a:pt x="3008" y="10"/>
                    <a:pt x="2974" y="25"/>
                  </a:cubicBezTo>
                  <a:lnTo>
                    <a:pt x="1086" y="952"/>
                  </a:lnTo>
                  <a:cubicBezTo>
                    <a:pt x="317" y="1327"/>
                    <a:pt x="0" y="2254"/>
                    <a:pt x="375" y="3023"/>
                  </a:cubicBezTo>
                  <a:lnTo>
                    <a:pt x="2465" y="7279"/>
                  </a:lnTo>
                  <a:cubicBezTo>
                    <a:pt x="1610" y="8528"/>
                    <a:pt x="1379" y="10109"/>
                    <a:pt x="1845" y="11550"/>
                  </a:cubicBezTo>
                  <a:cubicBezTo>
                    <a:pt x="1880" y="11659"/>
                    <a:pt x="1964" y="11705"/>
                    <a:pt x="2049" y="11705"/>
                  </a:cubicBezTo>
                  <a:cubicBezTo>
                    <a:pt x="2185" y="11705"/>
                    <a:pt x="2324" y="11585"/>
                    <a:pt x="2268" y="11410"/>
                  </a:cubicBezTo>
                  <a:cubicBezTo>
                    <a:pt x="1533" y="9153"/>
                    <a:pt x="2710" y="6712"/>
                    <a:pt x="4934" y="5876"/>
                  </a:cubicBezTo>
                  <a:cubicBezTo>
                    <a:pt x="5447" y="5683"/>
                    <a:pt x="5975" y="5591"/>
                    <a:pt x="6494" y="5591"/>
                  </a:cubicBezTo>
                  <a:cubicBezTo>
                    <a:pt x="8221" y="5591"/>
                    <a:pt x="9859" y="6607"/>
                    <a:pt x="10579" y="8288"/>
                  </a:cubicBezTo>
                  <a:cubicBezTo>
                    <a:pt x="11516" y="10469"/>
                    <a:pt x="10574" y="13005"/>
                    <a:pt x="8436" y="14043"/>
                  </a:cubicBezTo>
                  <a:cubicBezTo>
                    <a:pt x="7813" y="14344"/>
                    <a:pt x="7153" y="14487"/>
                    <a:pt x="6503" y="14487"/>
                  </a:cubicBezTo>
                  <a:cubicBezTo>
                    <a:pt x="4920" y="14487"/>
                    <a:pt x="3393" y="13641"/>
                    <a:pt x="2590" y="12160"/>
                  </a:cubicBezTo>
                  <a:cubicBezTo>
                    <a:pt x="2545" y="12072"/>
                    <a:pt x="2472" y="12036"/>
                    <a:pt x="2399" y="12036"/>
                  </a:cubicBezTo>
                  <a:cubicBezTo>
                    <a:pt x="2249" y="12036"/>
                    <a:pt x="2099" y="12193"/>
                    <a:pt x="2196" y="12371"/>
                  </a:cubicBezTo>
                  <a:cubicBezTo>
                    <a:pt x="3089" y="14006"/>
                    <a:pt x="4770" y="14925"/>
                    <a:pt x="6498" y="14925"/>
                  </a:cubicBezTo>
                  <a:cubicBezTo>
                    <a:pt x="7365" y="14925"/>
                    <a:pt x="8244" y="14694"/>
                    <a:pt x="9042" y="14206"/>
                  </a:cubicBezTo>
                  <a:cubicBezTo>
                    <a:pt x="11429" y="12751"/>
                    <a:pt x="12107" y="9590"/>
                    <a:pt x="10536" y="7279"/>
                  </a:cubicBezTo>
                  <a:lnTo>
                    <a:pt x="11400" y="5511"/>
                  </a:lnTo>
                  <a:cubicBezTo>
                    <a:pt x="11483" y="5336"/>
                    <a:pt x="11338" y="5193"/>
                    <a:pt x="11193" y="5193"/>
                  </a:cubicBezTo>
                  <a:cubicBezTo>
                    <a:pt x="11119" y="5193"/>
                    <a:pt x="11045" y="5230"/>
                    <a:pt x="11002" y="5319"/>
                  </a:cubicBezTo>
                  <a:lnTo>
                    <a:pt x="10228" y="6885"/>
                  </a:lnTo>
                  <a:cubicBezTo>
                    <a:pt x="9565" y="6102"/>
                    <a:pt x="8676" y="5545"/>
                    <a:pt x="7682" y="5295"/>
                  </a:cubicBezTo>
                  <a:lnTo>
                    <a:pt x="10026" y="520"/>
                  </a:lnTo>
                  <a:lnTo>
                    <a:pt x="11717" y="1346"/>
                  </a:lnTo>
                  <a:cubicBezTo>
                    <a:pt x="12260" y="1615"/>
                    <a:pt x="12486" y="2278"/>
                    <a:pt x="12222" y="2826"/>
                  </a:cubicBezTo>
                  <a:lnTo>
                    <a:pt x="11396" y="4507"/>
                  </a:lnTo>
                  <a:cubicBezTo>
                    <a:pt x="11310" y="4686"/>
                    <a:pt x="11454" y="4830"/>
                    <a:pt x="11600" y="4830"/>
                  </a:cubicBezTo>
                  <a:cubicBezTo>
                    <a:pt x="11674" y="4830"/>
                    <a:pt x="11749" y="4793"/>
                    <a:pt x="11794" y="4704"/>
                  </a:cubicBezTo>
                  <a:lnTo>
                    <a:pt x="12621" y="3018"/>
                  </a:lnTo>
                  <a:cubicBezTo>
                    <a:pt x="12995" y="2254"/>
                    <a:pt x="12678" y="1332"/>
                    <a:pt x="11914" y="952"/>
                  </a:cubicBezTo>
                  <a:lnTo>
                    <a:pt x="10026" y="25"/>
                  </a:lnTo>
                  <a:cubicBezTo>
                    <a:pt x="9993" y="10"/>
                    <a:pt x="9959" y="1"/>
                    <a:pt x="99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0"/>
            <p:cNvSpPr/>
            <p:nvPr/>
          </p:nvSpPr>
          <p:spPr>
            <a:xfrm>
              <a:off x="2304662" y="2183176"/>
              <a:ext cx="121763" cy="107495"/>
            </a:xfrm>
            <a:custGeom>
              <a:rect b="b" l="l" r="r" t="t"/>
              <a:pathLst>
                <a:path extrusionOk="0" h="4106" w="4651">
                  <a:moveTo>
                    <a:pt x="2325" y="446"/>
                  </a:moveTo>
                  <a:cubicBezTo>
                    <a:pt x="2421" y="446"/>
                    <a:pt x="2517" y="496"/>
                    <a:pt x="2565" y="597"/>
                  </a:cubicBezTo>
                  <a:lnTo>
                    <a:pt x="2772" y="1006"/>
                  </a:lnTo>
                  <a:cubicBezTo>
                    <a:pt x="2873" y="1222"/>
                    <a:pt x="3079" y="1366"/>
                    <a:pt x="3310" y="1399"/>
                  </a:cubicBezTo>
                  <a:lnTo>
                    <a:pt x="3766" y="1467"/>
                  </a:lnTo>
                  <a:cubicBezTo>
                    <a:pt x="3987" y="1500"/>
                    <a:pt x="4079" y="1774"/>
                    <a:pt x="3915" y="1933"/>
                  </a:cubicBezTo>
                  <a:lnTo>
                    <a:pt x="3589" y="2250"/>
                  </a:lnTo>
                  <a:cubicBezTo>
                    <a:pt x="3421" y="2418"/>
                    <a:pt x="3339" y="2653"/>
                    <a:pt x="3382" y="2884"/>
                  </a:cubicBezTo>
                  <a:lnTo>
                    <a:pt x="3459" y="3340"/>
                  </a:lnTo>
                  <a:cubicBezTo>
                    <a:pt x="3489" y="3515"/>
                    <a:pt x="3349" y="3656"/>
                    <a:pt x="3192" y="3656"/>
                  </a:cubicBezTo>
                  <a:cubicBezTo>
                    <a:pt x="3150" y="3656"/>
                    <a:pt x="3107" y="3646"/>
                    <a:pt x="3065" y="3624"/>
                  </a:cubicBezTo>
                  <a:lnTo>
                    <a:pt x="2657" y="3412"/>
                  </a:lnTo>
                  <a:cubicBezTo>
                    <a:pt x="2553" y="3357"/>
                    <a:pt x="2439" y="3329"/>
                    <a:pt x="2325" y="3329"/>
                  </a:cubicBezTo>
                  <a:cubicBezTo>
                    <a:pt x="2210" y="3329"/>
                    <a:pt x="2095" y="3357"/>
                    <a:pt x="1989" y="3412"/>
                  </a:cubicBezTo>
                  <a:lnTo>
                    <a:pt x="1581" y="3624"/>
                  </a:lnTo>
                  <a:cubicBezTo>
                    <a:pt x="1539" y="3646"/>
                    <a:pt x="1496" y="3656"/>
                    <a:pt x="1454" y="3656"/>
                  </a:cubicBezTo>
                  <a:cubicBezTo>
                    <a:pt x="1298" y="3656"/>
                    <a:pt x="1160" y="3515"/>
                    <a:pt x="1187" y="3340"/>
                  </a:cubicBezTo>
                  <a:lnTo>
                    <a:pt x="1264" y="2884"/>
                  </a:lnTo>
                  <a:cubicBezTo>
                    <a:pt x="1307" y="2653"/>
                    <a:pt x="1230" y="2413"/>
                    <a:pt x="1057" y="2250"/>
                  </a:cubicBezTo>
                  <a:lnTo>
                    <a:pt x="730" y="1928"/>
                  </a:lnTo>
                  <a:cubicBezTo>
                    <a:pt x="653" y="1856"/>
                    <a:pt x="629" y="1750"/>
                    <a:pt x="663" y="1654"/>
                  </a:cubicBezTo>
                  <a:cubicBezTo>
                    <a:pt x="692" y="1553"/>
                    <a:pt x="778" y="1481"/>
                    <a:pt x="884" y="1467"/>
                  </a:cubicBezTo>
                  <a:lnTo>
                    <a:pt x="1336" y="1399"/>
                  </a:lnTo>
                  <a:cubicBezTo>
                    <a:pt x="1571" y="1366"/>
                    <a:pt x="1773" y="1222"/>
                    <a:pt x="1878" y="1006"/>
                  </a:cubicBezTo>
                  <a:lnTo>
                    <a:pt x="2080" y="597"/>
                  </a:lnTo>
                  <a:cubicBezTo>
                    <a:pt x="2131" y="496"/>
                    <a:pt x="2228" y="446"/>
                    <a:pt x="2325" y="446"/>
                  </a:cubicBezTo>
                  <a:close/>
                  <a:moveTo>
                    <a:pt x="2323" y="0"/>
                  </a:moveTo>
                  <a:cubicBezTo>
                    <a:pt x="2067" y="0"/>
                    <a:pt x="1811" y="134"/>
                    <a:pt x="1682" y="400"/>
                  </a:cubicBezTo>
                  <a:lnTo>
                    <a:pt x="1475" y="813"/>
                  </a:lnTo>
                  <a:cubicBezTo>
                    <a:pt x="1437" y="890"/>
                    <a:pt x="1360" y="948"/>
                    <a:pt x="1273" y="962"/>
                  </a:cubicBezTo>
                  <a:lnTo>
                    <a:pt x="817" y="1025"/>
                  </a:lnTo>
                  <a:cubicBezTo>
                    <a:pt x="231" y="1111"/>
                    <a:pt x="0" y="1832"/>
                    <a:pt x="418" y="2250"/>
                  </a:cubicBezTo>
                  <a:lnTo>
                    <a:pt x="750" y="2572"/>
                  </a:lnTo>
                  <a:cubicBezTo>
                    <a:pt x="812" y="2634"/>
                    <a:pt x="841" y="2721"/>
                    <a:pt x="826" y="2812"/>
                  </a:cubicBezTo>
                  <a:lnTo>
                    <a:pt x="750" y="3263"/>
                  </a:lnTo>
                  <a:cubicBezTo>
                    <a:pt x="670" y="3727"/>
                    <a:pt x="1037" y="4103"/>
                    <a:pt x="1455" y="4103"/>
                  </a:cubicBezTo>
                  <a:cubicBezTo>
                    <a:pt x="1566" y="4103"/>
                    <a:pt x="1681" y="4076"/>
                    <a:pt x="1792" y="4018"/>
                  </a:cubicBezTo>
                  <a:lnTo>
                    <a:pt x="2196" y="3811"/>
                  </a:lnTo>
                  <a:cubicBezTo>
                    <a:pt x="2236" y="3789"/>
                    <a:pt x="2280" y="3779"/>
                    <a:pt x="2323" y="3779"/>
                  </a:cubicBezTo>
                  <a:cubicBezTo>
                    <a:pt x="2366" y="3779"/>
                    <a:pt x="2409" y="3789"/>
                    <a:pt x="2450" y="3811"/>
                  </a:cubicBezTo>
                  <a:lnTo>
                    <a:pt x="2859" y="4022"/>
                  </a:lnTo>
                  <a:cubicBezTo>
                    <a:pt x="2967" y="4079"/>
                    <a:pt x="3080" y="4105"/>
                    <a:pt x="3189" y="4105"/>
                  </a:cubicBezTo>
                  <a:cubicBezTo>
                    <a:pt x="3606" y="4105"/>
                    <a:pt x="3976" y="3728"/>
                    <a:pt x="3896" y="3263"/>
                  </a:cubicBezTo>
                  <a:lnTo>
                    <a:pt x="3819" y="2812"/>
                  </a:lnTo>
                  <a:cubicBezTo>
                    <a:pt x="3805" y="2721"/>
                    <a:pt x="3834" y="2634"/>
                    <a:pt x="3896" y="2572"/>
                  </a:cubicBezTo>
                  <a:lnTo>
                    <a:pt x="4228" y="2250"/>
                  </a:lnTo>
                  <a:cubicBezTo>
                    <a:pt x="4650" y="1837"/>
                    <a:pt x="4415" y="1111"/>
                    <a:pt x="3829" y="1025"/>
                  </a:cubicBezTo>
                  <a:lnTo>
                    <a:pt x="3373" y="962"/>
                  </a:lnTo>
                  <a:cubicBezTo>
                    <a:pt x="3286" y="948"/>
                    <a:pt x="3209" y="890"/>
                    <a:pt x="3171" y="813"/>
                  </a:cubicBezTo>
                  <a:lnTo>
                    <a:pt x="2964" y="400"/>
                  </a:lnTo>
                  <a:cubicBezTo>
                    <a:pt x="2834" y="134"/>
                    <a:pt x="2579" y="0"/>
                    <a:pt x="23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8" name="Google Shape;8378;p80"/>
          <p:cNvGrpSpPr/>
          <p:nvPr/>
        </p:nvGrpSpPr>
        <p:grpSpPr>
          <a:xfrm>
            <a:off x="2567509" y="2002219"/>
            <a:ext cx="432179" cy="332172"/>
            <a:chOff x="2567509" y="2002219"/>
            <a:chExt cx="432179" cy="332172"/>
          </a:xfrm>
        </p:grpSpPr>
        <p:sp>
          <p:nvSpPr>
            <p:cNvPr id="8379" name="Google Shape;8379;p80"/>
            <p:cNvSpPr/>
            <p:nvPr/>
          </p:nvSpPr>
          <p:spPr>
            <a:xfrm>
              <a:off x="2608271" y="2008503"/>
              <a:ext cx="350419" cy="242139"/>
            </a:xfrm>
            <a:custGeom>
              <a:rect b="b" l="l" r="r" t="t"/>
              <a:pathLst>
                <a:path extrusionOk="0" h="9249" w="13385">
                  <a:moveTo>
                    <a:pt x="231" y="1"/>
                  </a:moveTo>
                  <a:cubicBezTo>
                    <a:pt x="101" y="1"/>
                    <a:pt x="0" y="102"/>
                    <a:pt x="0" y="226"/>
                  </a:cubicBezTo>
                  <a:lnTo>
                    <a:pt x="0" y="9248"/>
                  </a:lnTo>
                  <a:lnTo>
                    <a:pt x="13384" y="9248"/>
                  </a:lnTo>
                  <a:lnTo>
                    <a:pt x="13384" y="226"/>
                  </a:lnTo>
                  <a:cubicBezTo>
                    <a:pt x="13384" y="102"/>
                    <a:pt x="13283" y="1"/>
                    <a:pt x="13158"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0"/>
            <p:cNvSpPr/>
            <p:nvPr/>
          </p:nvSpPr>
          <p:spPr>
            <a:xfrm>
              <a:off x="2608271" y="2008503"/>
              <a:ext cx="350419" cy="242008"/>
            </a:xfrm>
            <a:custGeom>
              <a:rect b="b" l="l" r="r" t="t"/>
              <a:pathLst>
                <a:path extrusionOk="0" h="9244" w="13385">
                  <a:moveTo>
                    <a:pt x="11477" y="1"/>
                  </a:moveTo>
                  <a:cubicBezTo>
                    <a:pt x="11602" y="1"/>
                    <a:pt x="11703" y="102"/>
                    <a:pt x="11703" y="226"/>
                  </a:cubicBezTo>
                  <a:lnTo>
                    <a:pt x="11703" y="7918"/>
                  </a:lnTo>
                  <a:cubicBezTo>
                    <a:pt x="11703" y="8062"/>
                    <a:pt x="11583" y="8182"/>
                    <a:pt x="11434" y="8182"/>
                  </a:cubicBezTo>
                  <a:lnTo>
                    <a:pt x="0" y="8182"/>
                  </a:lnTo>
                  <a:lnTo>
                    <a:pt x="0" y="9244"/>
                  </a:lnTo>
                  <a:lnTo>
                    <a:pt x="13384" y="9244"/>
                  </a:lnTo>
                  <a:lnTo>
                    <a:pt x="13384" y="226"/>
                  </a:lnTo>
                  <a:cubicBezTo>
                    <a:pt x="13384" y="102"/>
                    <a:pt x="13283" y="1"/>
                    <a:pt x="13158" y="1"/>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0"/>
            <p:cNvSpPr/>
            <p:nvPr/>
          </p:nvSpPr>
          <p:spPr>
            <a:xfrm>
              <a:off x="2634425" y="2034656"/>
              <a:ext cx="298085" cy="174856"/>
            </a:xfrm>
            <a:custGeom>
              <a:rect b="b" l="l" r="r" t="t"/>
              <a:pathLst>
                <a:path extrusionOk="0" h="6679" w="11386">
                  <a:moveTo>
                    <a:pt x="140" y="1"/>
                  </a:moveTo>
                  <a:cubicBezTo>
                    <a:pt x="63" y="1"/>
                    <a:pt x="0" y="63"/>
                    <a:pt x="0" y="140"/>
                  </a:cubicBezTo>
                  <a:lnTo>
                    <a:pt x="0" y="6539"/>
                  </a:lnTo>
                  <a:cubicBezTo>
                    <a:pt x="0" y="6616"/>
                    <a:pt x="63" y="6679"/>
                    <a:pt x="140" y="6679"/>
                  </a:cubicBezTo>
                  <a:lnTo>
                    <a:pt x="11251" y="6679"/>
                  </a:lnTo>
                  <a:cubicBezTo>
                    <a:pt x="11323" y="6679"/>
                    <a:pt x="11386" y="6616"/>
                    <a:pt x="11386" y="6539"/>
                  </a:cubicBezTo>
                  <a:lnTo>
                    <a:pt x="11386" y="140"/>
                  </a:lnTo>
                  <a:cubicBezTo>
                    <a:pt x="11386" y="63"/>
                    <a:pt x="11323" y="1"/>
                    <a:pt x="1125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0"/>
            <p:cNvSpPr/>
            <p:nvPr/>
          </p:nvSpPr>
          <p:spPr>
            <a:xfrm>
              <a:off x="2634425" y="2034656"/>
              <a:ext cx="298085" cy="174856"/>
            </a:xfrm>
            <a:custGeom>
              <a:rect b="b" l="l" r="r" t="t"/>
              <a:pathLst>
                <a:path extrusionOk="0" h="6679" w="11386">
                  <a:moveTo>
                    <a:pt x="10704" y="1"/>
                  </a:moveTo>
                  <a:lnTo>
                    <a:pt x="10704" y="5895"/>
                  </a:lnTo>
                  <a:cubicBezTo>
                    <a:pt x="10704" y="5972"/>
                    <a:pt x="10641" y="6035"/>
                    <a:pt x="10564" y="6035"/>
                  </a:cubicBezTo>
                  <a:lnTo>
                    <a:pt x="0" y="6035"/>
                  </a:lnTo>
                  <a:lnTo>
                    <a:pt x="0" y="6539"/>
                  </a:lnTo>
                  <a:cubicBezTo>
                    <a:pt x="0" y="6616"/>
                    <a:pt x="63" y="6679"/>
                    <a:pt x="140" y="6679"/>
                  </a:cubicBezTo>
                  <a:lnTo>
                    <a:pt x="11247" y="6679"/>
                  </a:lnTo>
                  <a:cubicBezTo>
                    <a:pt x="11323" y="6679"/>
                    <a:pt x="11386" y="6616"/>
                    <a:pt x="11386" y="6539"/>
                  </a:cubicBezTo>
                  <a:lnTo>
                    <a:pt x="11386" y="140"/>
                  </a:lnTo>
                  <a:cubicBezTo>
                    <a:pt x="11386" y="63"/>
                    <a:pt x="11323" y="1"/>
                    <a:pt x="11247" y="1"/>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0"/>
            <p:cNvSpPr/>
            <p:nvPr/>
          </p:nvSpPr>
          <p:spPr>
            <a:xfrm>
              <a:off x="2573792" y="2303813"/>
              <a:ext cx="419351" cy="24295"/>
            </a:xfrm>
            <a:custGeom>
              <a:rect b="b" l="l" r="r" t="t"/>
              <a:pathLst>
                <a:path extrusionOk="0" h="928" w="16018">
                  <a:moveTo>
                    <a:pt x="1" y="1"/>
                  </a:moveTo>
                  <a:lnTo>
                    <a:pt x="1" y="611"/>
                  </a:lnTo>
                  <a:cubicBezTo>
                    <a:pt x="1" y="784"/>
                    <a:pt x="140" y="928"/>
                    <a:pt x="313" y="928"/>
                  </a:cubicBezTo>
                  <a:lnTo>
                    <a:pt x="15705" y="928"/>
                  </a:lnTo>
                  <a:cubicBezTo>
                    <a:pt x="15878" y="928"/>
                    <a:pt x="16017" y="784"/>
                    <a:pt x="16017" y="611"/>
                  </a:cubicBezTo>
                  <a:lnTo>
                    <a:pt x="16017" y="1"/>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0"/>
            <p:cNvSpPr/>
            <p:nvPr/>
          </p:nvSpPr>
          <p:spPr>
            <a:xfrm>
              <a:off x="2573792" y="2235640"/>
              <a:ext cx="419482" cy="68199"/>
            </a:xfrm>
            <a:custGeom>
              <a:rect b="b" l="l" r="r" t="t"/>
              <a:pathLst>
                <a:path extrusionOk="0" h="2605" w="16023">
                  <a:moveTo>
                    <a:pt x="1317" y="1"/>
                  </a:moveTo>
                  <a:lnTo>
                    <a:pt x="1" y="2605"/>
                  </a:lnTo>
                  <a:lnTo>
                    <a:pt x="16022" y="2605"/>
                  </a:lnTo>
                  <a:lnTo>
                    <a:pt x="1470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0"/>
            <p:cNvSpPr/>
            <p:nvPr/>
          </p:nvSpPr>
          <p:spPr>
            <a:xfrm>
              <a:off x="2573792" y="2235771"/>
              <a:ext cx="419482" cy="68068"/>
            </a:xfrm>
            <a:custGeom>
              <a:rect b="b" l="l" r="r" t="t"/>
              <a:pathLst>
                <a:path extrusionOk="0" h="2600" w="16023">
                  <a:moveTo>
                    <a:pt x="12808" y="1"/>
                  </a:moveTo>
                  <a:lnTo>
                    <a:pt x="13678" y="1706"/>
                  </a:lnTo>
                  <a:cubicBezTo>
                    <a:pt x="13774" y="1898"/>
                    <a:pt x="13635" y="2124"/>
                    <a:pt x="13419" y="2124"/>
                  </a:cubicBezTo>
                  <a:lnTo>
                    <a:pt x="241" y="2124"/>
                  </a:lnTo>
                  <a:lnTo>
                    <a:pt x="1" y="2600"/>
                  </a:lnTo>
                  <a:lnTo>
                    <a:pt x="16022" y="2600"/>
                  </a:lnTo>
                  <a:lnTo>
                    <a:pt x="14701" y="1"/>
                  </a:lnTo>
                  <a:close/>
                </a:path>
              </a:pathLst>
            </a:custGeom>
            <a:solidFill>
              <a:srgbClr val="C2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0"/>
            <p:cNvSpPr/>
            <p:nvPr/>
          </p:nvSpPr>
          <p:spPr>
            <a:xfrm>
              <a:off x="2727992" y="2269727"/>
              <a:ext cx="111082" cy="34113"/>
            </a:xfrm>
            <a:custGeom>
              <a:rect b="b" l="l" r="r" t="t"/>
              <a:pathLst>
                <a:path extrusionOk="0" h="1303" w="4243">
                  <a:moveTo>
                    <a:pt x="519" y="1"/>
                  </a:moveTo>
                  <a:cubicBezTo>
                    <a:pt x="423" y="1"/>
                    <a:pt x="342" y="63"/>
                    <a:pt x="313" y="159"/>
                  </a:cubicBezTo>
                  <a:lnTo>
                    <a:pt x="1" y="1303"/>
                  </a:lnTo>
                  <a:lnTo>
                    <a:pt x="4243" y="1303"/>
                  </a:lnTo>
                  <a:lnTo>
                    <a:pt x="3925" y="159"/>
                  </a:lnTo>
                  <a:cubicBezTo>
                    <a:pt x="3901" y="63"/>
                    <a:pt x="3815" y="1"/>
                    <a:pt x="3719"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0"/>
            <p:cNvSpPr/>
            <p:nvPr/>
          </p:nvSpPr>
          <p:spPr>
            <a:xfrm>
              <a:off x="2727992" y="2291351"/>
              <a:ext cx="111082" cy="12488"/>
            </a:xfrm>
            <a:custGeom>
              <a:rect b="b" l="l" r="r" t="t"/>
              <a:pathLst>
                <a:path extrusionOk="0" h="477" w="4243">
                  <a:moveTo>
                    <a:pt x="130" y="1"/>
                  </a:moveTo>
                  <a:lnTo>
                    <a:pt x="1" y="477"/>
                  </a:lnTo>
                  <a:lnTo>
                    <a:pt x="4243" y="477"/>
                  </a:lnTo>
                  <a:lnTo>
                    <a:pt x="4108" y="1"/>
                  </a:ln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0"/>
            <p:cNvSpPr/>
            <p:nvPr/>
          </p:nvSpPr>
          <p:spPr>
            <a:xfrm>
              <a:off x="2567509" y="2002219"/>
              <a:ext cx="432179" cy="332172"/>
            </a:xfrm>
            <a:custGeom>
              <a:rect b="b" l="l" r="r" t="t"/>
              <a:pathLst>
                <a:path extrusionOk="0" h="12688" w="16508">
                  <a:moveTo>
                    <a:pt x="14701" y="486"/>
                  </a:moveTo>
                  <a:lnTo>
                    <a:pt x="14701" y="8677"/>
                  </a:lnTo>
                  <a:lnTo>
                    <a:pt x="1802" y="8677"/>
                  </a:lnTo>
                  <a:lnTo>
                    <a:pt x="1802" y="486"/>
                  </a:lnTo>
                  <a:close/>
                  <a:moveTo>
                    <a:pt x="14792" y="9162"/>
                  </a:moveTo>
                  <a:lnTo>
                    <a:pt x="15868" y="11276"/>
                  </a:lnTo>
                  <a:lnTo>
                    <a:pt x="10555" y="11276"/>
                  </a:lnTo>
                  <a:lnTo>
                    <a:pt x="10286" y="10310"/>
                  </a:lnTo>
                  <a:cubicBezTo>
                    <a:pt x="10233" y="10113"/>
                    <a:pt x="10055" y="9978"/>
                    <a:pt x="9849" y="9978"/>
                  </a:cubicBezTo>
                  <a:lnTo>
                    <a:pt x="6649" y="9978"/>
                  </a:lnTo>
                  <a:cubicBezTo>
                    <a:pt x="6443" y="9978"/>
                    <a:pt x="6265" y="10113"/>
                    <a:pt x="6212" y="10310"/>
                  </a:cubicBezTo>
                  <a:lnTo>
                    <a:pt x="5943" y="11276"/>
                  </a:lnTo>
                  <a:lnTo>
                    <a:pt x="635" y="11276"/>
                  </a:lnTo>
                  <a:lnTo>
                    <a:pt x="1706" y="9162"/>
                  </a:lnTo>
                  <a:close/>
                  <a:moveTo>
                    <a:pt x="9830" y="10459"/>
                  </a:moveTo>
                  <a:lnTo>
                    <a:pt x="10055" y="11280"/>
                  </a:lnTo>
                  <a:lnTo>
                    <a:pt x="6448" y="11280"/>
                  </a:lnTo>
                  <a:lnTo>
                    <a:pt x="6673" y="10459"/>
                  </a:lnTo>
                  <a:close/>
                  <a:moveTo>
                    <a:pt x="16017" y="11761"/>
                  </a:moveTo>
                  <a:lnTo>
                    <a:pt x="16017" y="12135"/>
                  </a:lnTo>
                  <a:cubicBezTo>
                    <a:pt x="16017" y="12174"/>
                    <a:pt x="15988" y="12203"/>
                    <a:pt x="15945" y="12208"/>
                  </a:cubicBezTo>
                  <a:lnTo>
                    <a:pt x="553" y="12208"/>
                  </a:lnTo>
                  <a:cubicBezTo>
                    <a:pt x="515" y="12203"/>
                    <a:pt x="481" y="12174"/>
                    <a:pt x="481" y="12135"/>
                  </a:cubicBezTo>
                  <a:lnTo>
                    <a:pt x="481" y="11761"/>
                  </a:lnTo>
                  <a:close/>
                  <a:moveTo>
                    <a:pt x="1783" y="0"/>
                  </a:moveTo>
                  <a:cubicBezTo>
                    <a:pt x="1523" y="0"/>
                    <a:pt x="1317" y="212"/>
                    <a:pt x="1317" y="466"/>
                  </a:cubicBezTo>
                  <a:lnTo>
                    <a:pt x="1317" y="8859"/>
                  </a:lnTo>
                  <a:lnTo>
                    <a:pt x="25" y="11410"/>
                  </a:lnTo>
                  <a:lnTo>
                    <a:pt x="25" y="11415"/>
                  </a:lnTo>
                  <a:cubicBezTo>
                    <a:pt x="20" y="11420"/>
                    <a:pt x="15" y="11429"/>
                    <a:pt x="15" y="11434"/>
                  </a:cubicBezTo>
                  <a:lnTo>
                    <a:pt x="15" y="11444"/>
                  </a:lnTo>
                  <a:cubicBezTo>
                    <a:pt x="10" y="11448"/>
                    <a:pt x="10" y="11458"/>
                    <a:pt x="5" y="11468"/>
                  </a:cubicBezTo>
                  <a:cubicBezTo>
                    <a:pt x="5" y="11477"/>
                    <a:pt x="1" y="11487"/>
                    <a:pt x="1" y="11497"/>
                  </a:cubicBezTo>
                  <a:lnTo>
                    <a:pt x="1" y="11501"/>
                  </a:lnTo>
                  <a:lnTo>
                    <a:pt x="1" y="11516"/>
                  </a:lnTo>
                  <a:lnTo>
                    <a:pt x="1" y="12131"/>
                  </a:lnTo>
                  <a:cubicBezTo>
                    <a:pt x="1" y="12438"/>
                    <a:pt x="250" y="12688"/>
                    <a:pt x="558" y="12688"/>
                  </a:cubicBezTo>
                  <a:lnTo>
                    <a:pt x="15950" y="12688"/>
                  </a:lnTo>
                  <a:cubicBezTo>
                    <a:pt x="16257" y="12688"/>
                    <a:pt x="16507" y="12438"/>
                    <a:pt x="16507" y="12131"/>
                  </a:cubicBezTo>
                  <a:lnTo>
                    <a:pt x="16507" y="11521"/>
                  </a:lnTo>
                  <a:cubicBezTo>
                    <a:pt x="16503" y="11516"/>
                    <a:pt x="16503" y="11511"/>
                    <a:pt x="16503" y="11501"/>
                  </a:cubicBezTo>
                  <a:lnTo>
                    <a:pt x="16503" y="11497"/>
                  </a:lnTo>
                  <a:cubicBezTo>
                    <a:pt x="16498" y="11487"/>
                    <a:pt x="16498" y="11477"/>
                    <a:pt x="16498" y="11468"/>
                  </a:cubicBezTo>
                  <a:cubicBezTo>
                    <a:pt x="16493" y="11458"/>
                    <a:pt x="16493" y="11448"/>
                    <a:pt x="16488" y="11439"/>
                  </a:cubicBezTo>
                  <a:lnTo>
                    <a:pt x="16488" y="11434"/>
                  </a:lnTo>
                  <a:cubicBezTo>
                    <a:pt x="16488" y="11429"/>
                    <a:pt x="16483" y="11420"/>
                    <a:pt x="16478" y="11415"/>
                  </a:cubicBezTo>
                  <a:lnTo>
                    <a:pt x="16478" y="11410"/>
                  </a:lnTo>
                  <a:lnTo>
                    <a:pt x="15181" y="8859"/>
                  </a:lnTo>
                  <a:lnTo>
                    <a:pt x="15181" y="466"/>
                  </a:lnTo>
                  <a:cubicBezTo>
                    <a:pt x="15181" y="212"/>
                    <a:pt x="14975" y="0"/>
                    <a:pt x="14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0"/>
            <p:cNvSpPr/>
            <p:nvPr/>
          </p:nvSpPr>
          <p:spPr>
            <a:xfrm>
              <a:off x="2628142" y="2132622"/>
              <a:ext cx="310783" cy="83174"/>
            </a:xfrm>
            <a:custGeom>
              <a:rect b="b" l="l" r="r" t="t"/>
              <a:pathLst>
                <a:path extrusionOk="0" h="3177" w="11871">
                  <a:moveTo>
                    <a:pt x="243" y="0"/>
                  </a:moveTo>
                  <a:cubicBezTo>
                    <a:pt x="121" y="0"/>
                    <a:pt x="0" y="81"/>
                    <a:pt x="0" y="241"/>
                  </a:cubicBezTo>
                  <a:lnTo>
                    <a:pt x="0" y="2797"/>
                  </a:lnTo>
                  <a:cubicBezTo>
                    <a:pt x="0" y="3009"/>
                    <a:pt x="168" y="3177"/>
                    <a:pt x="380" y="3177"/>
                  </a:cubicBezTo>
                  <a:lnTo>
                    <a:pt x="11491" y="3177"/>
                  </a:lnTo>
                  <a:cubicBezTo>
                    <a:pt x="11698" y="3177"/>
                    <a:pt x="11866" y="3009"/>
                    <a:pt x="11866" y="2797"/>
                  </a:cubicBezTo>
                  <a:lnTo>
                    <a:pt x="11866" y="241"/>
                  </a:lnTo>
                  <a:cubicBezTo>
                    <a:pt x="11871" y="107"/>
                    <a:pt x="11760" y="1"/>
                    <a:pt x="11626" y="1"/>
                  </a:cubicBezTo>
                  <a:cubicBezTo>
                    <a:pt x="11491" y="1"/>
                    <a:pt x="11386" y="107"/>
                    <a:pt x="11386" y="241"/>
                  </a:cubicBezTo>
                  <a:lnTo>
                    <a:pt x="11386" y="2692"/>
                  </a:lnTo>
                  <a:lnTo>
                    <a:pt x="485" y="2692"/>
                  </a:lnTo>
                  <a:lnTo>
                    <a:pt x="485" y="241"/>
                  </a:lnTo>
                  <a:cubicBezTo>
                    <a:pt x="485" y="81"/>
                    <a:pt x="364" y="0"/>
                    <a:pt x="2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0"/>
            <p:cNvSpPr/>
            <p:nvPr/>
          </p:nvSpPr>
          <p:spPr>
            <a:xfrm>
              <a:off x="2628142" y="2028373"/>
              <a:ext cx="310678" cy="83200"/>
            </a:xfrm>
            <a:custGeom>
              <a:rect b="b" l="l" r="r" t="t"/>
              <a:pathLst>
                <a:path extrusionOk="0" h="3178" w="11867">
                  <a:moveTo>
                    <a:pt x="380" y="1"/>
                  </a:moveTo>
                  <a:cubicBezTo>
                    <a:pt x="168" y="1"/>
                    <a:pt x="0" y="169"/>
                    <a:pt x="0" y="380"/>
                  </a:cubicBezTo>
                  <a:lnTo>
                    <a:pt x="0" y="2936"/>
                  </a:lnTo>
                  <a:cubicBezTo>
                    <a:pt x="0" y="3097"/>
                    <a:pt x="121" y="3177"/>
                    <a:pt x="243" y="3177"/>
                  </a:cubicBezTo>
                  <a:cubicBezTo>
                    <a:pt x="364" y="3177"/>
                    <a:pt x="485" y="3097"/>
                    <a:pt x="485" y="2936"/>
                  </a:cubicBezTo>
                  <a:lnTo>
                    <a:pt x="485" y="486"/>
                  </a:lnTo>
                  <a:lnTo>
                    <a:pt x="11381" y="486"/>
                  </a:lnTo>
                  <a:lnTo>
                    <a:pt x="11381" y="2936"/>
                  </a:lnTo>
                  <a:cubicBezTo>
                    <a:pt x="11381" y="3097"/>
                    <a:pt x="11502" y="3177"/>
                    <a:pt x="11624" y="3177"/>
                  </a:cubicBezTo>
                  <a:cubicBezTo>
                    <a:pt x="11745" y="3177"/>
                    <a:pt x="11866" y="3097"/>
                    <a:pt x="11866" y="2936"/>
                  </a:cubicBezTo>
                  <a:lnTo>
                    <a:pt x="11866" y="380"/>
                  </a:lnTo>
                  <a:cubicBezTo>
                    <a:pt x="11866" y="169"/>
                    <a:pt x="11698" y="1"/>
                    <a:pt x="11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1" name="Google Shape;8391;p80"/>
          <p:cNvGrpSpPr/>
          <p:nvPr/>
        </p:nvGrpSpPr>
        <p:grpSpPr>
          <a:xfrm>
            <a:off x="1323907" y="3359888"/>
            <a:ext cx="281854" cy="359242"/>
            <a:chOff x="1323907" y="3359888"/>
            <a:chExt cx="281854" cy="359242"/>
          </a:xfrm>
        </p:grpSpPr>
        <p:sp>
          <p:nvSpPr>
            <p:cNvPr id="8392" name="Google Shape;8392;p80"/>
            <p:cNvSpPr/>
            <p:nvPr/>
          </p:nvSpPr>
          <p:spPr>
            <a:xfrm>
              <a:off x="1352940" y="3424919"/>
              <a:ext cx="247034" cy="288922"/>
            </a:xfrm>
            <a:custGeom>
              <a:rect b="b" l="l" r="r" t="t"/>
              <a:pathLst>
                <a:path extrusionOk="0" h="11036" w="9436">
                  <a:moveTo>
                    <a:pt x="448" y="1"/>
                  </a:moveTo>
                  <a:cubicBezTo>
                    <a:pt x="203" y="1"/>
                    <a:pt x="1" y="178"/>
                    <a:pt x="1" y="404"/>
                  </a:cubicBezTo>
                  <a:lnTo>
                    <a:pt x="1" y="10637"/>
                  </a:lnTo>
                  <a:cubicBezTo>
                    <a:pt x="1" y="10858"/>
                    <a:pt x="203" y="11035"/>
                    <a:pt x="448" y="11035"/>
                  </a:cubicBezTo>
                  <a:lnTo>
                    <a:pt x="8989" y="11035"/>
                  </a:lnTo>
                  <a:cubicBezTo>
                    <a:pt x="9234" y="11035"/>
                    <a:pt x="9436" y="10858"/>
                    <a:pt x="9436" y="10637"/>
                  </a:cubicBezTo>
                  <a:lnTo>
                    <a:pt x="9436" y="404"/>
                  </a:lnTo>
                  <a:cubicBezTo>
                    <a:pt x="9436" y="178"/>
                    <a:pt x="9234" y="1"/>
                    <a:pt x="8989"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0"/>
            <p:cNvSpPr/>
            <p:nvPr/>
          </p:nvSpPr>
          <p:spPr>
            <a:xfrm>
              <a:off x="1329693" y="3395100"/>
              <a:ext cx="247034" cy="288922"/>
            </a:xfrm>
            <a:custGeom>
              <a:rect b="b" l="l" r="r" t="t"/>
              <a:pathLst>
                <a:path extrusionOk="0" h="11036" w="9436">
                  <a:moveTo>
                    <a:pt x="447" y="1"/>
                  </a:moveTo>
                  <a:cubicBezTo>
                    <a:pt x="197" y="1"/>
                    <a:pt x="0" y="179"/>
                    <a:pt x="0" y="405"/>
                  </a:cubicBezTo>
                  <a:lnTo>
                    <a:pt x="0" y="10637"/>
                  </a:lnTo>
                  <a:cubicBezTo>
                    <a:pt x="0" y="10858"/>
                    <a:pt x="202" y="11036"/>
                    <a:pt x="447" y="11036"/>
                  </a:cubicBezTo>
                  <a:lnTo>
                    <a:pt x="8988" y="11036"/>
                  </a:lnTo>
                  <a:cubicBezTo>
                    <a:pt x="9233" y="11036"/>
                    <a:pt x="9435" y="10858"/>
                    <a:pt x="9435" y="10637"/>
                  </a:cubicBezTo>
                  <a:lnTo>
                    <a:pt x="9435" y="405"/>
                  </a:lnTo>
                  <a:cubicBezTo>
                    <a:pt x="9435" y="179"/>
                    <a:pt x="9233" y="1"/>
                    <a:pt x="8988"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0"/>
            <p:cNvSpPr/>
            <p:nvPr/>
          </p:nvSpPr>
          <p:spPr>
            <a:xfrm>
              <a:off x="1553296" y="3395100"/>
              <a:ext cx="23431" cy="288922"/>
            </a:xfrm>
            <a:custGeom>
              <a:rect b="b" l="l" r="r" t="t"/>
              <a:pathLst>
                <a:path extrusionOk="0" h="11036" w="895">
                  <a:moveTo>
                    <a:pt x="1" y="1"/>
                  </a:moveTo>
                  <a:lnTo>
                    <a:pt x="1" y="11036"/>
                  </a:lnTo>
                  <a:lnTo>
                    <a:pt x="447" y="11036"/>
                  </a:lnTo>
                  <a:cubicBezTo>
                    <a:pt x="692" y="11036"/>
                    <a:pt x="894" y="10858"/>
                    <a:pt x="894" y="10637"/>
                  </a:cubicBezTo>
                  <a:lnTo>
                    <a:pt x="894" y="405"/>
                  </a:lnTo>
                  <a:cubicBezTo>
                    <a:pt x="894" y="179"/>
                    <a:pt x="692" y="1"/>
                    <a:pt x="447"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0"/>
            <p:cNvSpPr/>
            <p:nvPr/>
          </p:nvSpPr>
          <p:spPr>
            <a:xfrm>
              <a:off x="1368910" y="3473954"/>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0"/>
            <p:cNvSpPr/>
            <p:nvPr/>
          </p:nvSpPr>
          <p:spPr>
            <a:xfrm>
              <a:off x="1368910" y="3541996"/>
              <a:ext cx="46705" cy="42176"/>
            </a:xfrm>
            <a:custGeom>
              <a:rect b="b" l="l" r="r" t="t"/>
              <a:pathLst>
                <a:path extrusionOk="0" h="1611" w="1784">
                  <a:moveTo>
                    <a:pt x="112" y="1"/>
                  </a:moveTo>
                  <a:cubicBezTo>
                    <a:pt x="49" y="1"/>
                    <a:pt x="1" y="47"/>
                    <a:pt x="1" y="107"/>
                  </a:cubicBezTo>
                  <a:lnTo>
                    <a:pt x="1" y="1500"/>
                  </a:lnTo>
                  <a:cubicBezTo>
                    <a:pt x="1" y="1562"/>
                    <a:pt x="54" y="1610"/>
                    <a:pt x="121" y="1610"/>
                  </a:cubicBezTo>
                  <a:lnTo>
                    <a:pt x="1663" y="1610"/>
                  </a:lnTo>
                  <a:cubicBezTo>
                    <a:pt x="1726" y="1610"/>
                    <a:pt x="1778" y="1562"/>
                    <a:pt x="1783" y="1500"/>
                  </a:cubicBezTo>
                  <a:lnTo>
                    <a:pt x="1783" y="107"/>
                  </a:lnTo>
                  <a:cubicBezTo>
                    <a:pt x="1779" y="47"/>
                    <a:pt x="1730" y="1"/>
                    <a:pt x="1672" y="1"/>
                  </a:cubicBezTo>
                  <a:cubicBezTo>
                    <a:pt x="1669" y="1"/>
                    <a:pt x="1666" y="1"/>
                    <a:pt x="1663" y="1"/>
                  </a:cubicBezTo>
                  <a:lnTo>
                    <a:pt x="121" y="1"/>
                  </a:lnTo>
                  <a:cubicBezTo>
                    <a:pt x="118" y="1"/>
                    <a:pt x="115" y="1"/>
                    <a:pt x="112"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0"/>
            <p:cNvSpPr/>
            <p:nvPr/>
          </p:nvSpPr>
          <p:spPr>
            <a:xfrm>
              <a:off x="1368910" y="3610038"/>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0"/>
            <p:cNvSpPr/>
            <p:nvPr/>
          </p:nvSpPr>
          <p:spPr>
            <a:xfrm>
              <a:off x="1357731" y="3386435"/>
              <a:ext cx="77755" cy="36390"/>
            </a:xfrm>
            <a:custGeom>
              <a:rect b="b" l="l" r="r" t="t"/>
              <a:pathLst>
                <a:path extrusionOk="0" h="1390" w="2970">
                  <a:moveTo>
                    <a:pt x="442" y="1"/>
                  </a:moveTo>
                  <a:cubicBezTo>
                    <a:pt x="197" y="1"/>
                    <a:pt x="0" y="178"/>
                    <a:pt x="0" y="394"/>
                  </a:cubicBezTo>
                  <a:lnTo>
                    <a:pt x="0" y="1211"/>
                  </a:lnTo>
                  <a:cubicBezTo>
                    <a:pt x="10" y="1314"/>
                    <a:pt x="91" y="1389"/>
                    <a:pt x="193" y="1389"/>
                  </a:cubicBezTo>
                  <a:cubicBezTo>
                    <a:pt x="196" y="1389"/>
                    <a:pt x="199" y="1389"/>
                    <a:pt x="202" y="1389"/>
                  </a:cubicBezTo>
                  <a:lnTo>
                    <a:pt x="2767" y="1389"/>
                  </a:lnTo>
                  <a:cubicBezTo>
                    <a:pt x="2770" y="1389"/>
                    <a:pt x="2773" y="1389"/>
                    <a:pt x="2776" y="1389"/>
                  </a:cubicBezTo>
                  <a:cubicBezTo>
                    <a:pt x="2878" y="1389"/>
                    <a:pt x="2965" y="1309"/>
                    <a:pt x="2969" y="1206"/>
                  </a:cubicBezTo>
                  <a:lnTo>
                    <a:pt x="2969" y="394"/>
                  </a:lnTo>
                  <a:cubicBezTo>
                    <a:pt x="2969" y="178"/>
                    <a:pt x="2767" y="1"/>
                    <a:pt x="252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0"/>
            <p:cNvSpPr/>
            <p:nvPr/>
          </p:nvSpPr>
          <p:spPr>
            <a:xfrm>
              <a:off x="1400614" y="3386304"/>
              <a:ext cx="34872" cy="36390"/>
            </a:xfrm>
            <a:custGeom>
              <a:rect b="b" l="l" r="r" t="t"/>
              <a:pathLst>
                <a:path extrusionOk="0" h="1390" w="1332">
                  <a:moveTo>
                    <a:pt x="236" y="1389"/>
                  </a:moveTo>
                  <a:cubicBezTo>
                    <a:pt x="239" y="1389"/>
                    <a:pt x="242" y="1389"/>
                    <a:pt x="245" y="1389"/>
                  </a:cubicBezTo>
                  <a:cubicBezTo>
                    <a:pt x="248" y="1389"/>
                    <a:pt x="251" y="1389"/>
                    <a:pt x="254" y="1389"/>
                  </a:cubicBezTo>
                  <a:close/>
                  <a:moveTo>
                    <a:pt x="1" y="1"/>
                  </a:moveTo>
                  <a:cubicBezTo>
                    <a:pt x="241" y="1"/>
                    <a:pt x="443" y="183"/>
                    <a:pt x="443" y="399"/>
                  </a:cubicBezTo>
                  <a:lnTo>
                    <a:pt x="443" y="1211"/>
                  </a:lnTo>
                  <a:cubicBezTo>
                    <a:pt x="433" y="1307"/>
                    <a:pt x="352" y="1385"/>
                    <a:pt x="254" y="1389"/>
                  </a:cubicBezTo>
                  <a:lnTo>
                    <a:pt x="1129" y="1389"/>
                  </a:lnTo>
                  <a:cubicBezTo>
                    <a:pt x="1132" y="1389"/>
                    <a:pt x="1135" y="1389"/>
                    <a:pt x="1138" y="1389"/>
                  </a:cubicBezTo>
                  <a:cubicBezTo>
                    <a:pt x="1240" y="1389"/>
                    <a:pt x="1322" y="1309"/>
                    <a:pt x="1331" y="1211"/>
                  </a:cubicBezTo>
                  <a:lnTo>
                    <a:pt x="1331" y="395"/>
                  </a:lnTo>
                  <a:cubicBezTo>
                    <a:pt x="1331" y="178"/>
                    <a:pt x="1134" y="1"/>
                    <a:pt x="889"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0"/>
            <p:cNvSpPr/>
            <p:nvPr/>
          </p:nvSpPr>
          <p:spPr>
            <a:xfrm>
              <a:off x="1323907" y="3389917"/>
              <a:ext cx="281854" cy="329214"/>
            </a:xfrm>
            <a:custGeom>
              <a:rect b="b" l="l" r="r" t="t"/>
              <a:pathLst>
                <a:path extrusionOk="0" h="12575" w="10766">
                  <a:moveTo>
                    <a:pt x="8199" y="1"/>
                  </a:moveTo>
                  <a:cubicBezTo>
                    <a:pt x="7939" y="1"/>
                    <a:pt x="7940" y="406"/>
                    <a:pt x="8203" y="406"/>
                  </a:cubicBezTo>
                  <a:cubicBezTo>
                    <a:pt x="8210" y="406"/>
                    <a:pt x="8217" y="406"/>
                    <a:pt x="8225" y="406"/>
                  </a:cubicBezTo>
                  <a:lnTo>
                    <a:pt x="9209" y="406"/>
                  </a:lnTo>
                  <a:cubicBezTo>
                    <a:pt x="9215" y="405"/>
                    <a:pt x="9221" y="405"/>
                    <a:pt x="9226" y="405"/>
                  </a:cubicBezTo>
                  <a:cubicBezTo>
                    <a:pt x="9334" y="405"/>
                    <a:pt x="9426" y="493"/>
                    <a:pt x="9430" y="603"/>
                  </a:cubicBezTo>
                  <a:lnTo>
                    <a:pt x="9430" y="10840"/>
                  </a:lnTo>
                  <a:cubicBezTo>
                    <a:pt x="9426" y="10950"/>
                    <a:pt x="9334" y="11038"/>
                    <a:pt x="9226" y="11038"/>
                  </a:cubicBezTo>
                  <a:cubicBezTo>
                    <a:pt x="9221" y="11038"/>
                    <a:pt x="9215" y="11037"/>
                    <a:pt x="9209" y="11037"/>
                  </a:cubicBezTo>
                  <a:lnTo>
                    <a:pt x="668" y="11037"/>
                  </a:lnTo>
                  <a:cubicBezTo>
                    <a:pt x="662" y="11037"/>
                    <a:pt x="656" y="11038"/>
                    <a:pt x="651" y="11038"/>
                  </a:cubicBezTo>
                  <a:cubicBezTo>
                    <a:pt x="539" y="11038"/>
                    <a:pt x="451" y="10950"/>
                    <a:pt x="442" y="10840"/>
                  </a:cubicBezTo>
                  <a:lnTo>
                    <a:pt x="442" y="10018"/>
                  </a:lnTo>
                  <a:cubicBezTo>
                    <a:pt x="430" y="9884"/>
                    <a:pt x="326" y="9817"/>
                    <a:pt x="221" y="9817"/>
                  </a:cubicBezTo>
                  <a:cubicBezTo>
                    <a:pt x="117" y="9817"/>
                    <a:pt x="12" y="9884"/>
                    <a:pt x="0" y="10018"/>
                  </a:cubicBezTo>
                  <a:lnTo>
                    <a:pt x="0" y="10835"/>
                  </a:lnTo>
                  <a:cubicBezTo>
                    <a:pt x="0" y="11167"/>
                    <a:pt x="298" y="11436"/>
                    <a:pt x="668" y="11436"/>
                  </a:cubicBezTo>
                  <a:lnTo>
                    <a:pt x="889" y="11436"/>
                  </a:lnTo>
                  <a:lnTo>
                    <a:pt x="889" y="11974"/>
                  </a:lnTo>
                  <a:cubicBezTo>
                    <a:pt x="889" y="12305"/>
                    <a:pt x="1191" y="12574"/>
                    <a:pt x="1557" y="12574"/>
                  </a:cubicBezTo>
                  <a:lnTo>
                    <a:pt x="10098" y="12574"/>
                  </a:lnTo>
                  <a:cubicBezTo>
                    <a:pt x="10468" y="12574"/>
                    <a:pt x="10766" y="12300"/>
                    <a:pt x="10766" y="11974"/>
                  </a:cubicBezTo>
                  <a:lnTo>
                    <a:pt x="10766" y="11714"/>
                  </a:lnTo>
                  <a:cubicBezTo>
                    <a:pt x="10754" y="11580"/>
                    <a:pt x="10649" y="11512"/>
                    <a:pt x="10545" y="11512"/>
                  </a:cubicBezTo>
                  <a:cubicBezTo>
                    <a:pt x="10440" y="11512"/>
                    <a:pt x="10336" y="11580"/>
                    <a:pt x="10324" y="11714"/>
                  </a:cubicBezTo>
                  <a:lnTo>
                    <a:pt x="10324" y="11974"/>
                  </a:lnTo>
                  <a:cubicBezTo>
                    <a:pt x="10315" y="12086"/>
                    <a:pt x="10223" y="12176"/>
                    <a:pt x="10107" y="12176"/>
                  </a:cubicBezTo>
                  <a:cubicBezTo>
                    <a:pt x="10104" y="12176"/>
                    <a:pt x="10101" y="12176"/>
                    <a:pt x="10098" y="12175"/>
                  </a:cubicBezTo>
                  <a:lnTo>
                    <a:pt x="1557" y="12175"/>
                  </a:lnTo>
                  <a:cubicBezTo>
                    <a:pt x="1554" y="12176"/>
                    <a:pt x="1551" y="12176"/>
                    <a:pt x="1548" y="12176"/>
                  </a:cubicBezTo>
                  <a:cubicBezTo>
                    <a:pt x="1436" y="12176"/>
                    <a:pt x="1340" y="12086"/>
                    <a:pt x="1336" y="11974"/>
                  </a:cubicBezTo>
                  <a:lnTo>
                    <a:pt x="1336" y="11436"/>
                  </a:lnTo>
                  <a:lnTo>
                    <a:pt x="9209" y="11436"/>
                  </a:lnTo>
                  <a:cubicBezTo>
                    <a:pt x="9579" y="11436"/>
                    <a:pt x="9877" y="11167"/>
                    <a:pt x="9877" y="10835"/>
                  </a:cubicBezTo>
                  <a:lnTo>
                    <a:pt x="9877" y="1539"/>
                  </a:lnTo>
                  <a:lnTo>
                    <a:pt x="10098" y="1539"/>
                  </a:lnTo>
                  <a:cubicBezTo>
                    <a:pt x="10101" y="1539"/>
                    <a:pt x="10105" y="1539"/>
                    <a:pt x="10108" y="1539"/>
                  </a:cubicBezTo>
                  <a:cubicBezTo>
                    <a:pt x="10223" y="1539"/>
                    <a:pt x="10315" y="1624"/>
                    <a:pt x="10324" y="1741"/>
                  </a:cubicBezTo>
                  <a:lnTo>
                    <a:pt x="10324" y="10854"/>
                  </a:lnTo>
                  <a:cubicBezTo>
                    <a:pt x="10329" y="10967"/>
                    <a:pt x="10424" y="11051"/>
                    <a:pt x="10536" y="11051"/>
                  </a:cubicBezTo>
                  <a:cubicBezTo>
                    <a:pt x="10539" y="11051"/>
                    <a:pt x="10542" y="11051"/>
                    <a:pt x="10545" y="11051"/>
                  </a:cubicBezTo>
                  <a:cubicBezTo>
                    <a:pt x="10548" y="11051"/>
                    <a:pt x="10551" y="11051"/>
                    <a:pt x="10554" y="11051"/>
                  </a:cubicBezTo>
                  <a:cubicBezTo>
                    <a:pt x="10666" y="11051"/>
                    <a:pt x="10761" y="10966"/>
                    <a:pt x="10766" y="10850"/>
                  </a:cubicBezTo>
                  <a:lnTo>
                    <a:pt x="10766" y="1736"/>
                  </a:lnTo>
                  <a:cubicBezTo>
                    <a:pt x="10766" y="1405"/>
                    <a:pt x="10468" y="1136"/>
                    <a:pt x="10098" y="1136"/>
                  </a:cubicBezTo>
                  <a:lnTo>
                    <a:pt x="9877" y="1136"/>
                  </a:lnTo>
                  <a:lnTo>
                    <a:pt x="9877" y="603"/>
                  </a:lnTo>
                  <a:cubicBezTo>
                    <a:pt x="9877" y="271"/>
                    <a:pt x="9575" y="2"/>
                    <a:pt x="9209" y="2"/>
                  </a:cubicBezTo>
                  <a:lnTo>
                    <a:pt x="8225" y="2"/>
                  </a:lnTo>
                  <a:cubicBezTo>
                    <a:pt x="8216" y="1"/>
                    <a:pt x="8207" y="1"/>
                    <a:pt x="8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0"/>
            <p:cNvSpPr/>
            <p:nvPr/>
          </p:nvSpPr>
          <p:spPr>
            <a:xfrm>
              <a:off x="1323907" y="3359888"/>
              <a:ext cx="196219" cy="274471"/>
            </a:xfrm>
            <a:custGeom>
              <a:rect b="b" l="l" r="r" t="t"/>
              <a:pathLst>
                <a:path extrusionOk="0" h="10484" w="7495">
                  <a:moveTo>
                    <a:pt x="3069" y="409"/>
                  </a:moveTo>
                  <a:cubicBezTo>
                    <a:pt x="3142" y="409"/>
                    <a:pt x="3205" y="470"/>
                    <a:pt x="3209" y="544"/>
                  </a:cubicBezTo>
                  <a:lnTo>
                    <a:pt x="3209" y="813"/>
                  </a:lnTo>
                  <a:lnTo>
                    <a:pt x="2344" y="813"/>
                  </a:lnTo>
                  <a:lnTo>
                    <a:pt x="2344" y="544"/>
                  </a:lnTo>
                  <a:lnTo>
                    <a:pt x="2349" y="544"/>
                  </a:lnTo>
                  <a:cubicBezTo>
                    <a:pt x="2354" y="470"/>
                    <a:pt x="2417" y="409"/>
                    <a:pt x="2490" y="409"/>
                  </a:cubicBezTo>
                  <a:cubicBezTo>
                    <a:pt x="2493" y="409"/>
                    <a:pt x="2495" y="409"/>
                    <a:pt x="2498" y="409"/>
                  </a:cubicBezTo>
                  <a:lnTo>
                    <a:pt x="3060" y="409"/>
                  </a:lnTo>
                  <a:cubicBezTo>
                    <a:pt x="3063" y="409"/>
                    <a:pt x="3066" y="409"/>
                    <a:pt x="3069" y="409"/>
                  </a:cubicBezTo>
                  <a:close/>
                  <a:moveTo>
                    <a:pt x="3833" y="1211"/>
                  </a:moveTo>
                  <a:cubicBezTo>
                    <a:pt x="3940" y="1211"/>
                    <a:pt x="4031" y="1296"/>
                    <a:pt x="4040" y="1408"/>
                  </a:cubicBezTo>
                  <a:lnTo>
                    <a:pt x="4040" y="2201"/>
                  </a:lnTo>
                  <a:lnTo>
                    <a:pt x="1518" y="2201"/>
                  </a:lnTo>
                  <a:lnTo>
                    <a:pt x="1518" y="1408"/>
                  </a:lnTo>
                  <a:cubicBezTo>
                    <a:pt x="1523" y="1296"/>
                    <a:pt x="1614" y="1211"/>
                    <a:pt x="1725" y="1211"/>
                  </a:cubicBezTo>
                  <a:cubicBezTo>
                    <a:pt x="1728" y="1211"/>
                    <a:pt x="1731" y="1211"/>
                    <a:pt x="1734" y="1211"/>
                  </a:cubicBezTo>
                  <a:lnTo>
                    <a:pt x="3824" y="1211"/>
                  </a:lnTo>
                  <a:cubicBezTo>
                    <a:pt x="3827" y="1211"/>
                    <a:pt x="3830" y="1211"/>
                    <a:pt x="3833" y="1211"/>
                  </a:cubicBezTo>
                  <a:close/>
                  <a:moveTo>
                    <a:pt x="2498" y="1"/>
                  </a:moveTo>
                  <a:cubicBezTo>
                    <a:pt x="2167" y="1"/>
                    <a:pt x="1902" y="241"/>
                    <a:pt x="1902" y="539"/>
                  </a:cubicBezTo>
                  <a:lnTo>
                    <a:pt x="1902" y="808"/>
                  </a:lnTo>
                  <a:lnTo>
                    <a:pt x="1734" y="808"/>
                  </a:lnTo>
                  <a:cubicBezTo>
                    <a:pt x="1730" y="808"/>
                    <a:pt x="1725" y="808"/>
                    <a:pt x="1721" y="808"/>
                  </a:cubicBezTo>
                  <a:cubicBezTo>
                    <a:pt x="1481" y="808"/>
                    <a:pt x="1261" y="932"/>
                    <a:pt x="1139" y="1144"/>
                  </a:cubicBezTo>
                  <a:lnTo>
                    <a:pt x="668" y="1144"/>
                  </a:lnTo>
                  <a:cubicBezTo>
                    <a:pt x="298" y="1144"/>
                    <a:pt x="0" y="1413"/>
                    <a:pt x="0" y="1745"/>
                  </a:cubicBezTo>
                  <a:lnTo>
                    <a:pt x="0" y="10281"/>
                  </a:lnTo>
                  <a:cubicBezTo>
                    <a:pt x="5" y="10398"/>
                    <a:pt x="100" y="10483"/>
                    <a:pt x="212" y="10483"/>
                  </a:cubicBezTo>
                  <a:cubicBezTo>
                    <a:pt x="215" y="10483"/>
                    <a:pt x="218" y="10483"/>
                    <a:pt x="221" y="10483"/>
                  </a:cubicBezTo>
                  <a:lnTo>
                    <a:pt x="226" y="10483"/>
                  </a:lnTo>
                  <a:cubicBezTo>
                    <a:pt x="229" y="10483"/>
                    <a:pt x="232" y="10483"/>
                    <a:pt x="235" y="10483"/>
                  </a:cubicBezTo>
                  <a:cubicBezTo>
                    <a:pt x="346" y="10483"/>
                    <a:pt x="442" y="10398"/>
                    <a:pt x="447" y="10281"/>
                  </a:cubicBezTo>
                  <a:lnTo>
                    <a:pt x="447" y="1750"/>
                  </a:lnTo>
                  <a:cubicBezTo>
                    <a:pt x="451" y="1635"/>
                    <a:pt x="543" y="1547"/>
                    <a:pt x="651" y="1547"/>
                  </a:cubicBezTo>
                  <a:cubicBezTo>
                    <a:pt x="657" y="1547"/>
                    <a:pt x="662" y="1547"/>
                    <a:pt x="668" y="1548"/>
                  </a:cubicBezTo>
                  <a:lnTo>
                    <a:pt x="1071" y="1548"/>
                  </a:lnTo>
                  <a:lnTo>
                    <a:pt x="1071" y="2220"/>
                  </a:lnTo>
                  <a:cubicBezTo>
                    <a:pt x="1071" y="2432"/>
                    <a:pt x="1264" y="2600"/>
                    <a:pt x="1499" y="2600"/>
                  </a:cubicBezTo>
                  <a:lnTo>
                    <a:pt x="4059" y="2600"/>
                  </a:lnTo>
                  <a:cubicBezTo>
                    <a:pt x="4295" y="2600"/>
                    <a:pt x="4487" y="2432"/>
                    <a:pt x="4487" y="2220"/>
                  </a:cubicBezTo>
                  <a:lnTo>
                    <a:pt x="4487" y="1543"/>
                  </a:lnTo>
                  <a:lnTo>
                    <a:pt x="7273" y="1543"/>
                  </a:lnTo>
                  <a:cubicBezTo>
                    <a:pt x="7279" y="1543"/>
                    <a:pt x="7285" y="1544"/>
                    <a:pt x="7291" y="1544"/>
                  </a:cubicBezTo>
                  <a:cubicBezTo>
                    <a:pt x="7403" y="1544"/>
                    <a:pt x="7494" y="1455"/>
                    <a:pt x="7494" y="1341"/>
                  </a:cubicBezTo>
                  <a:cubicBezTo>
                    <a:pt x="7494" y="1234"/>
                    <a:pt x="7407" y="1143"/>
                    <a:pt x="7297" y="1143"/>
                  </a:cubicBezTo>
                  <a:cubicBezTo>
                    <a:pt x="7289" y="1143"/>
                    <a:pt x="7281" y="1143"/>
                    <a:pt x="7273" y="1144"/>
                  </a:cubicBezTo>
                  <a:lnTo>
                    <a:pt x="4415" y="1144"/>
                  </a:lnTo>
                  <a:cubicBezTo>
                    <a:pt x="4292" y="932"/>
                    <a:pt x="4073" y="808"/>
                    <a:pt x="3833" y="808"/>
                  </a:cubicBezTo>
                  <a:cubicBezTo>
                    <a:pt x="3828" y="808"/>
                    <a:pt x="3824" y="808"/>
                    <a:pt x="3819" y="808"/>
                  </a:cubicBezTo>
                  <a:lnTo>
                    <a:pt x="3651" y="808"/>
                  </a:lnTo>
                  <a:lnTo>
                    <a:pt x="3651" y="539"/>
                  </a:lnTo>
                  <a:cubicBezTo>
                    <a:pt x="3651" y="246"/>
                    <a:pt x="3387" y="1"/>
                    <a:pt x="30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0"/>
            <p:cNvSpPr/>
            <p:nvPr/>
          </p:nvSpPr>
          <p:spPr>
            <a:xfrm>
              <a:off x="1436690" y="3477070"/>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2"/>
                    <a:pt x="3866" y="2"/>
                  </a:cubicBezTo>
                  <a:cubicBezTo>
                    <a:pt x="3861" y="2"/>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0"/>
            <p:cNvSpPr/>
            <p:nvPr/>
          </p:nvSpPr>
          <p:spPr>
            <a:xfrm>
              <a:off x="1436690" y="3499585"/>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204"/>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0"/>
            <p:cNvSpPr/>
            <p:nvPr/>
          </p:nvSpPr>
          <p:spPr>
            <a:xfrm>
              <a:off x="1436690" y="3545112"/>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1"/>
                    <a:pt x="3866" y="1"/>
                  </a:cubicBezTo>
                  <a:cubicBezTo>
                    <a:pt x="3861" y="1"/>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0"/>
            <p:cNvSpPr/>
            <p:nvPr/>
          </p:nvSpPr>
          <p:spPr>
            <a:xfrm>
              <a:off x="1436690" y="3567626"/>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199"/>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0"/>
            <p:cNvSpPr/>
            <p:nvPr/>
          </p:nvSpPr>
          <p:spPr>
            <a:xfrm>
              <a:off x="1436664" y="3613153"/>
              <a:ext cx="106605" cy="10655"/>
            </a:xfrm>
            <a:custGeom>
              <a:rect b="b" l="l" r="r" t="t"/>
              <a:pathLst>
                <a:path extrusionOk="0" h="407" w="4072">
                  <a:moveTo>
                    <a:pt x="264" y="1"/>
                  </a:moveTo>
                  <a:cubicBezTo>
                    <a:pt x="0" y="1"/>
                    <a:pt x="2" y="407"/>
                    <a:pt x="268" y="407"/>
                  </a:cubicBezTo>
                  <a:cubicBezTo>
                    <a:pt x="275" y="407"/>
                    <a:pt x="283" y="406"/>
                    <a:pt x="291" y="406"/>
                  </a:cubicBezTo>
                  <a:lnTo>
                    <a:pt x="3850" y="406"/>
                  </a:lnTo>
                  <a:cubicBezTo>
                    <a:pt x="3856" y="406"/>
                    <a:pt x="3862" y="406"/>
                    <a:pt x="3867" y="406"/>
                  </a:cubicBezTo>
                  <a:cubicBezTo>
                    <a:pt x="3976" y="406"/>
                    <a:pt x="4071" y="318"/>
                    <a:pt x="4071" y="204"/>
                  </a:cubicBezTo>
                  <a:cubicBezTo>
                    <a:pt x="4071" y="90"/>
                    <a:pt x="3976" y="1"/>
                    <a:pt x="3867" y="1"/>
                  </a:cubicBezTo>
                  <a:cubicBezTo>
                    <a:pt x="3862" y="1"/>
                    <a:pt x="3856" y="2"/>
                    <a:pt x="3850" y="2"/>
                  </a:cubicBezTo>
                  <a:lnTo>
                    <a:pt x="291" y="2"/>
                  </a:lnTo>
                  <a:cubicBezTo>
                    <a:pt x="281" y="1"/>
                    <a:pt x="273"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0"/>
            <p:cNvSpPr/>
            <p:nvPr/>
          </p:nvSpPr>
          <p:spPr>
            <a:xfrm>
              <a:off x="1436690" y="3635668"/>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5" y="401"/>
                    <a:pt x="3861" y="402"/>
                    <a:pt x="3866" y="402"/>
                  </a:cubicBezTo>
                  <a:cubicBezTo>
                    <a:pt x="3975" y="402"/>
                    <a:pt x="4070" y="313"/>
                    <a:pt x="4070" y="199"/>
                  </a:cubicBezTo>
                  <a:cubicBezTo>
                    <a:pt x="4070" y="91"/>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0"/>
            <p:cNvSpPr/>
            <p:nvPr/>
          </p:nvSpPr>
          <p:spPr>
            <a:xfrm>
              <a:off x="1363124" y="3467671"/>
              <a:ext cx="72859" cy="53748"/>
            </a:xfrm>
            <a:custGeom>
              <a:rect b="b" l="l" r="r" t="t"/>
              <a:pathLst>
                <a:path extrusionOk="0" h="2053" w="2783">
                  <a:moveTo>
                    <a:pt x="1778" y="443"/>
                  </a:moveTo>
                  <a:lnTo>
                    <a:pt x="1778" y="520"/>
                  </a:lnTo>
                  <a:lnTo>
                    <a:pt x="1336" y="861"/>
                  </a:lnTo>
                  <a:lnTo>
                    <a:pt x="1125" y="654"/>
                  </a:lnTo>
                  <a:cubicBezTo>
                    <a:pt x="1080" y="612"/>
                    <a:pt x="1022" y="590"/>
                    <a:pt x="963" y="590"/>
                  </a:cubicBezTo>
                  <a:cubicBezTo>
                    <a:pt x="910" y="590"/>
                    <a:pt x="856" y="608"/>
                    <a:pt x="813" y="645"/>
                  </a:cubicBezTo>
                  <a:cubicBezTo>
                    <a:pt x="722" y="717"/>
                    <a:pt x="717" y="851"/>
                    <a:pt x="798" y="928"/>
                  </a:cubicBezTo>
                  <a:lnTo>
                    <a:pt x="1154" y="1274"/>
                  </a:lnTo>
                  <a:cubicBezTo>
                    <a:pt x="1197" y="1317"/>
                    <a:pt x="1260" y="1341"/>
                    <a:pt x="1317" y="1341"/>
                  </a:cubicBezTo>
                  <a:cubicBezTo>
                    <a:pt x="1370" y="1341"/>
                    <a:pt x="1423" y="1327"/>
                    <a:pt x="1461" y="1293"/>
                  </a:cubicBezTo>
                  <a:lnTo>
                    <a:pt x="1778" y="1053"/>
                  </a:lnTo>
                  <a:lnTo>
                    <a:pt x="1778" y="1649"/>
                  </a:lnTo>
                  <a:lnTo>
                    <a:pt x="443" y="1649"/>
                  </a:lnTo>
                  <a:lnTo>
                    <a:pt x="443" y="443"/>
                  </a:lnTo>
                  <a:close/>
                  <a:moveTo>
                    <a:pt x="2534" y="1"/>
                  </a:moveTo>
                  <a:cubicBezTo>
                    <a:pt x="2484" y="1"/>
                    <a:pt x="2434" y="17"/>
                    <a:pt x="2393" y="49"/>
                  </a:cubicBezTo>
                  <a:lnTo>
                    <a:pt x="2187" y="207"/>
                  </a:lnTo>
                  <a:cubicBezTo>
                    <a:pt x="2120" y="102"/>
                    <a:pt x="2009" y="39"/>
                    <a:pt x="1884" y="39"/>
                  </a:cubicBezTo>
                  <a:lnTo>
                    <a:pt x="342" y="39"/>
                  </a:lnTo>
                  <a:cubicBezTo>
                    <a:pt x="339" y="39"/>
                    <a:pt x="336" y="39"/>
                    <a:pt x="333" y="39"/>
                  </a:cubicBezTo>
                  <a:cubicBezTo>
                    <a:pt x="154" y="39"/>
                    <a:pt x="10" y="172"/>
                    <a:pt x="1" y="352"/>
                  </a:cubicBezTo>
                  <a:lnTo>
                    <a:pt x="1" y="1745"/>
                  </a:lnTo>
                  <a:cubicBezTo>
                    <a:pt x="10" y="1919"/>
                    <a:pt x="154" y="2052"/>
                    <a:pt x="333" y="2052"/>
                  </a:cubicBezTo>
                  <a:cubicBezTo>
                    <a:pt x="336" y="2052"/>
                    <a:pt x="339" y="2052"/>
                    <a:pt x="342" y="2052"/>
                  </a:cubicBezTo>
                  <a:lnTo>
                    <a:pt x="1884" y="2052"/>
                  </a:lnTo>
                  <a:cubicBezTo>
                    <a:pt x="1887" y="2052"/>
                    <a:pt x="1890" y="2052"/>
                    <a:pt x="1893" y="2052"/>
                  </a:cubicBezTo>
                  <a:cubicBezTo>
                    <a:pt x="2067" y="2052"/>
                    <a:pt x="2216" y="1919"/>
                    <a:pt x="2225" y="1745"/>
                  </a:cubicBezTo>
                  <a:lnTo>
                    <a:pt x="2225" y="707"/>
                  </a:lnTo>
                  <a:lnTo>
                    <a:pt x="2682" y="356"/>
                  </a:lnTo>
                  <a:cubicBezTo>
                    <a:pt x="2773" y="289"/>
                    <a:pt x="2782" y="155"/>
                    <a:pt x="2706" y="73"/>
                  </a:cubicBezTo>
                  <a:cubicBezTo>
                    <a:pt x="2658" y="25"/>
                    <a:pt x="2595" y="1"/>
                    <a:pt x="25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0"/>
            <p:cNvSpPr/>
            <p:nvPr/>
          </p:nvSpPr>
          <p:spPr>
            <a:xfrm>
              <a:off x="1363124" y="3536184"/>
              <a:ext cx="72859" cy="53145"/>
            </a:xfrm>
            <a:custGeom>
              <a:rect b="b" l="l" r="r" t="t"/>
              <a:pathLst>
                <a:path extrusionOk="0" h="2030" w="2783">
                  <a:moveTo>
                    <a:pt x="1778" y="425"/>
                  </a:moveTo>
                  <a:lnTo>
                    <a:pt x="1778" y="521"/>
                  </a:lnTo>
                  <a:lnTo>
                    <a:pt x="1336" y="862"/>
                  </a:lnTo>
                  <a:lnTo>
                    <a:pt x="1125" y="655"/>
                  </a:lnTo>
                  <a:cubicBezTo>
                    <a:pt x="1080" y="613"/>
                    <a:pt x="1022" y="591"/>
                    <a:pt x="963" y="591"/>
                  </a:cubicBezTo>
                  <a:cubicBezTo>
                    <a:pt x="910" y="591"/>
                    <a:pt x="856" y="609"/>
                    <a:pt x="813" y="646"/>
                  </a:cubicBezTo>
                  <a:cubicBezTo>
                    <a:pt x="722" y="713"/>
                    <a:pt x="717" y="852"/>
                    <a:pt x="798" y="929"/>
                  </a:cubicBezTo>
                  <a:lnTo>
                    <a:pt x="1154" y="1275"/>
                  </a:lnTo>
                  <a:cubicBezTo>
                    <a:pt x="1197" y="1318"/>
                    <a:pt x="1260" y="1342"/>
                    <a:pt x="1317" y="1342"/>
                  </a:cubicBezTo>
                  <a:cubicBezTo>
                    <a:pt x="1370" y="1342"/>
                    <a:pt x="1423" y="1323"/>
                    <a:pt x="1461" y="1294"/>
                  </a:cubicBezTo>
                  <a:lnTo>
                    <a:pt x="1778" y="1054"/>
                  </a:lnTo>
                  <a:lnTo>
                    <a:pt x="1778" y="1631"/>
                  </a:lnTo>
                  <a:lnTo>
                    <a:pt x="443" y="1631"/>
                  </a:lnTo>
                  <a:lnTo>
                    <a:pt x="443" y="425"/>
                  </a:lnTo>
                  <a:close/>
                  <a:moveTo>
                    <a:pt x="2531" y="0"/>
                  </a:moveTo>
                  <a:cubicBezTo>
                    <a:pt x="2481" y="0"/>
                    <a:pt x="2431" y="16"/>
                    <a:pt x="2389" y="50"/>
                  </a:cubicBezTo>
                  <a:lnTo>
                    <a:pt x="2192" y="199"/>
                  </a:lnTo>
                  <a:cubicBezTo>
                    <a:pt x="2131" y="92"/>
                    <a:pt x="2017" y="21"/>
                    <a:pt x="1892" y="21"/>
                  </a:cubicBezTo>
                  <a:cubicBezTo>
                    <a:pt x="1887" y="21"/>
                    <a:pt x="1883" y="21"/>
                    <a:pt x="1879" y="21"/>
                  </a:cubicBezTo>
                  <a:lnTo>
                    <a:pt x="342" y="21"/>
                  </a:lnTo>
                  <a:cubicBezTo>
                    <a:pt x="336" y="21"/>
                    <a:pt x="330" y="21"/>
                    <a:pt x="324" y="21"/>
                  </a:cubicBezTo>
                  <a:cubicBezTo>
                    <a:pt x="150" y="21"/>
                    <a:pt x="10" y="157"/>
                    <a:pt x="1" y="329"/>
                  </a:cubicBezTo>
                  <a:lnTo>
                    <a:pt x="1" y="1722"/>
                  </a:lnTo>
                  <a:cubicBezTo>
                    <a:pt x="10" y="1894"/>
                    <a:pt x="150" y="2030"/>
                    <a:pt x="324" y="2030"/>
                  </a:cubicBezTo>
                  <a:cubicBezTo>
                    <a:pt x="330" y="2030"/>
                    <a:pt x="336" y="2030"/>
                    <a:pt x="342" y="2029"/>
                  </a:cubicBezTo>
                  <a:lnTo>
                    <a:pt x="1884" y="2029"/>
                  </a:lnTo>
                  <a:cubicBezTo>
                    <a:pt x="1890" y="2030"/>
                    <a:pt x="1896" y="2030"/>
                    <a:pt x="1901" y="2030"/>
                  </a:cubicBezTo>
                  <a:cubicBezTo>
                    <a:pt x="2072" y="2030"/>
                    <a:pt x="2216" y="1894"/>
                    <a:pt x="2225" y="1722"/>
                  </a:cubicBezTo>
                  <a:lnTo>
                    <a:pt x="2225" y="708"/>
                  </a:lnTo>
                  <a:lnTo>
                    <a:pt x="2682" y="358"/>
                  </a:lnTo>
                  <a:cubicBezTo>
                    <a:pt x="2773" y="290"/>
                    <a:pt x="2782" y="156"/>
                    <a:pt x="2706" y="74"/>
                  </a:cubicBezTo>
                  <a:cubicBezTo>
                    <a:pt x="2657" y="26"/>
                    <a:pt x="2594" y="0"/>
                    <a:pt x="25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0"/>
            <p:cNvSpPr/>
            <p:nvPr/>
          </p:nvSpPr>
          <p:spPr>
            <a:xfrm>
              <a:off x="1363124" y="3604750"/>
              <a:ext cx="72859" cy="52753"/>
            </a:xfrm>
            <a:custGeom>
              <a:rect b="b" l="l" r="r" t="t"/>
              <a:pathLst>
                <a:path extrusionOk="0" h="2015" w="2783">
                  <a:moveTo>
                    <a:pt x="1778" y="405"/>
                  </a:moveTo>
                  <a:lnTo>
                    <a:pt x="1778" y="554"/>
                  </a:lnTo>
                  <a:lnTo>
                    <a:pt x="1336" y="890"/>
                  </a:lnTo>
                  <a:lnTo>
                    <a:pt x="1125" y="688"/>
                  </a:lnTo>
                  <a:cubicBezTo>
                    <a:pt x="1079" y="645"/>
                    <a:pt x="1020" y="623"/>
                    <a:pt x="960" y="623"/>
                  </a:cubicBezTo>
                  <a:cubicBezTo>
                    <a:pt x="908" y="623"/>
                    <a:pt x="856" y="640"/>
                    <a:pt x="813" y="674"/>
                  </a:cubicBezTo>
                  <a:cubicBezTo>
                    <a:pt x="722" y="746"/>
                    <a:pt x="717" y="880"/>
                    <a:pt x="798" y="957"/>
                  </a:cubicBezTo>
                  <a:lnTo>
                    <a:pt x="1154" y="1308"/>
                  </a:lnTo>
                  <a:cubicBezTo>
                    <a:pt x="1197" y="1351"/>
                    <a:pt x="1260" y="1370"/>
                    <a:pt x="1317" y="1370"/>
                  </a:cubicBezTo>
                  <a:cubicBezTo>
                    <a:pt x="1370" y="1370"/>
                    <a:pt x="1423" y="1356"/>
                    <a:pt x="1461" y="1322"/>
                  </a:cubicBezTo>
                  <a:lnTo>
                    <a:pt x="1778" y="1082"/>
                  </a:lnTo>
                  <a:lnTo>
                    <a:pt x="1778" y="1611"/>
                  </a:lnTo>
                  <a:lnTo>
                    <a:pt x="443" y="1611"/>
                  </a:lnTo>
                  <a:lnTo>
                    <a:pt x="443" y="405"/>
                  </a:lnTo>
                  <a:close/>
                  <a:moveTo>
                    <a:pt x="324" y="1"/>
                  </a:moveTo>
                  <a:cubicBezTo>
                    <a:pt x="150" y="1"/>
                    <a:pt x="10" y="137"/>
                    <a:pt x="1" y="309"/>
                  </a:cubicBezTo>
                  <a:lnTo>
                    <a:pt x="1" y="1702"/>
                  </a:lnTo>
                  <a:cubicBezTo>
                    <a:pt x="10" y="1881"/>
                    <a:pt x="154" y="2014"/>
                    <a:pt x="333" y="2014"/>
                  </a:cubicBezTo>
                  <a:cubicBezTo>
                    <a:pt x="336" y="2014"/>
                    <a:pt x="339" y="2014"/>
                    <a:pt x="342" y="2014"/>
                  </a:cubicBezTo>
                  <a:lnTo>
                    <a:pt x="1884" y="2014"/>
                  </a:lnTo>
                  <a:cubicBezTo>
                    <a:pt x="1887" y="2014"/>
                    <a:pt x="1890" y="2014"/>
                    <a:pt x="1893" y="2014"/>
                  </a:cubicBezTo>
                  <a:cubicBezTo>
                    <a:pt x="2067" y="2014"/>
                    <a:pt x="2216" y="1881"/>
                    <a:pt x="2225" y="1702"/>
                  </a:cubicBezTo>
                  <a:lnTo>
                    <a:pt x="2225" y="732"/>
                  </a:lnTo>
                  <a:lnTo>
                    <a:pt x="2682" y="381"/>
                  </a:lnTo>
                  <a:cubicBezTo>
                    <a:pt x="2773" y="314"/>
                    <a:pt x="2782" y="179"/>
                    <a:pt x="2706" y="97"/>
                  </a:cubicBezTo>
                  <a:cubicBezTo>
                    <a:pt x="2658" y="50"/>
                    <a:pt x="2595" y="25"/>
                    <a:pt x="2533" y="25"/>
                  </a:cubicBezTo>
                  <a:cubicBezTo>
                    <a:pt x="2482" y="25"/>
                    <a:pt x="2432" y="41"/>
                    <a:pt x="2389" y="73"/>
                  </a:cubicBezTo>
                  <a:lnTo>
                    <a:pt x="2389" y="78"/>
                  </a:lnTo>
                  <a:lnTo>
                    <a:pt x="2211" y="217"/>
                  </a:lnTo>
                  <a:cubicBezTo>
                    <a:pt x="2159" y="87"/>
                    <a:pt x="2035" y="1"/>
                    <a:pt x="1896" y="1"/>
                  </a:cubicBezTo>
                  <a:cubicBezTo>
                    <a:pt x="1892" y="1"/>
                    <a:pt x="1888" y="1"/>
                    <a:pt x="1884" y="1"/>
                  </a:cubicBezTo>
                  <a:lnTo>
                    <a:pt x="342" y="1"/>
                  </a:lnTo>
                  <a:cubicBezTo>
                    <a:pt x="336" y="1"/>
                    <a:pt x="330" y="1"/>
                    <a:pt x="3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80"/>
          <p:cNvGrpSpPr/>
          <p:nvPr/>
        </p:nvGrpSpPr>
        <p:grpSpPr>
          <a:xfrm>
            <a:off x="2184548" y="3859455"/>
            <a:ext cx="354948" cy="286776"/>
            <a:chOff x="2184548" y="3859455"/>
            <a:chExt cx="354948" cy="286776"/>
          </a:xfrm>
        </p:grpSpPr>
        <p:sp>
          <p:nvSpPr>
            <p:cNvPr id="8412" name="Google Shape;8412;p80"/>
            <p:cNvSpPr/>
            <p:nvPr/>
          </p:nvSpPr>
          <p:spPr>
            <a:xfrm>
              <a:off x="2189810" y="3864743"/>
              <a:ext cx="68958" cy="276199"/>
            </a:xfrm>
            <a:custGeom>
              <a:rect b="b" l="l" r="r" t="t"/>
              <a:pathLst>
                <a:path extrusionOk="0" h="10550" w="2634">
                  <a:moveTo>
                    <a:pt x="1" y="0"/>
                  </a:moveTo>
                  <a:lnTo>
                    <a:pt x="1" y="10550"/>
                  </a:lnTo>
                  <a:lnTo>
                    <a:pt x="2634" y="10550"/>
                  </a:lnTo>
                  <a:lnTo>
                    <a:pt x="2634" y="6558"/>
                  </a:lnTo>
                  <a:lnTo>
                    <a:pt x="2634"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0"/>
            <p:cNvSpPr/>
            <p:nvPr/>
          </p:nvSpPr>
          <p:spPr>
            <a:xfrm>
              <a:off x="218981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0"/>
            <p:cNvSpPr/>
            <p:nvPr/>
          </p:nvSpPr>
          <p:spPr>
            <a:xfrm>
              <a:off x="2258742" y="3864743"/>
              <a:ext cx="68827" cy="276199"/>
            </a:xfrm>
            <a:custGeom>
              <a:rect b="b" l="l" r="r" t="t"/>
              <a:pathLst>
                <a:path extrusionOk="0" h="10550" w="2629">
                  <a:moveTo>
                    <a:pt x="1" y="0"/>
                  </a:moveTo>
                  <a:lnTo>
                    <a:pt x="1" y="6558"/>
                  </a:lnTo>
                  <a:lnTo>
                    <a:pt x="1"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0"/>
            <p:cNvSpPr/>
            <p:nvPr/>
          </p:nvSpPr>
          <p:spPr>
            <a:xfrm>
              <a:off x="2258742" y="3864743"/>
              <a:ext cx="15499" cy="276199"/>
            </a:xfrm>
            <a:custGeom>
              <a:rect b="b" l="l" r="r" t="t"/>
              <a:pathLst>
                <a:path extrusionOk="0" h="10550" w="592">
                  <a:moveTo>
                    <a:pt x="1" y="0"/>
                  </a:moveTo>
                  <a:lnTo>
                    <a:pt x="1" y="10550"/>
                  </a:lnTo>
                  <a:lnTo>
                    <a:pt x="592" y="10550"/>
                  </a:lnTo>
                  <a:lnTo>
                    <a:pt x="592"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0"/>
            <p:cNvSpPr/>
            <p:nvPr/>
          </p:nvSpPr>
          <p:spPr>
            <a:xfrm>
              <a:off x="2327543" y="3864743"/>
              <a:ext cx="68958" cy="276199"/>
            </a:xfrm>
            <a:custGeom>
              <a:rect b="b" l="l" r="r" t="t"/>
              <a:pathLst>
                <a:path extrusionOk="0" h="10550" w="2634">
                  <a:moveTo>
                    <a:pt x="0" y="0"/>
                  </a:moveTo>
                  <a:lnTo>
                    <a:pt x="0" y="10550"/>
                  </a:lnTo>
                  <a:lnTo>
                    <a:pt x="2633" y="10550"/>
                  </a:lnTo>
                  <a:lnTo>
                    <a:pt x="2633" y="6558"/>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0"/>
            <p:cNvSpPr/>
            <p:nvPr/>
          </p:nvSpPr>
          <p:spPr>
            <a:xfrm>
              <a:off x="2396475" y="3864743"/>
              <a:ext cx="68801" cy="276199"/>
            </a:xfrm>
            <a:custGeom>
              <a:rect b="b" l="l" r="r" t="t"/>
              <a:pathLst>
                <a:path extrusionOk="0" h="10550" w="2628">
                  <a:moveTo>
                    <a:pt x="0" y="0"/>
                  </a:moveTo>
                  <a:lnTo>
                    <a:pt x="0"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0"/>
            <p:cNvSpPr/>
            <p:nvPr/>
          </p:nvSpPr>
          <p:spPr>
            <a:xfrm>
              <a:off x="2465250" y="3864743"/>
              <a:ext cx="68958" cy="276199"/>
            </a:xfrm>
            <a:custGeom>
              <a:rect b="b" l="l" r="r" t="t"/>
              <a:pathLst>
                <a:path extrusionOk="0" h="10550" w="2634">
                  <a:moveTo>
                    <a:pt x="1" y="0"/>
                  </a:moveTo>
                  <a:lnTo>
                    <a:pt x="1" y="6558"/>
                  </a:lnTo>
                  <a:lnTo>
                    <a:pt x="1" y="10550"/>
                  </a:lnTo>
                  <a:lnTo>
                    <a:pt x="2633" y="10550"/>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0"/>
            <p:cNvSpPr/>
            <p:nvPr/>
          </p:nvSpPr>
          <p:spPr>
            <a:xfrm>
              <a:off x="2327543" y="3864743"/>
              <a:ext cx="15629" cy="276199"/>
            </a:xfrm>
            <a:custGeom>
              <a:rect b="b" l="l" r="r" t="t"/>
              <a:pathLst>
                <a:path extrusionOk="0" h="10550" w="597">
                  <a:moveTo>
                    <a:pt x="0" y="0"/>
                  </a:moveTo>
                  <a:lnTo>
                    <a:pt x="0" y="10550"/>
                  </a:lnTo>
                  <a:lnTo>
                    <a:pt x="596" y="10550"/>
                  </a:lnTo>
                  <a:lnTo>
                    <a:pt x="596"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0"/>
            <p:cNvSpPr/>
            <p:nvPr/>
          </p:nvSpPr>
          <p:spPr>
            <a:xfrm>
              <a:off x="2396475" y="3864743"/>
              <a:ext cx="15472" cy="276199"/>
            </a:xfrm>
            <a:custGeom>
              <a:rect b="b" l="l" r="r" t="t"/>
              <a:pathLst>
                <a:path extrusionOk="0" h="10550" w="591">
                  <a:moveTo>
                    <a:pt x="0" y="0"/>
                  </a:moveTo>
                  <a:lnTo>
                    <a:pt x="0" y="10550"/>
                  </a:lnTo>
                  <a:lnTo>
                    <a:pt x="591" y="10550"/>
                  </a:lnTo>
                  <a:lnTo>
                    <a:pt x="591"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0"/>
            <p:cNvSpPr/>
            <p:nvPr/>
          </p:nvSpPr>
          <p:spPr>
            <a:xfrm>
              <a:off x="246525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0"/>
            <p:cNvSpPr/>
            <p:nvPr/>
          </p:nvSpPr>
          <p:spPr>
            <a:xfrm>
              <a:off x="2238505"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0"/>
            <p:cNvSpPr/>
            <p:nvPr/>
          </p:nvSpPr>
          <p:spPr>
            <a:xfrm>
              <a:off x="2238505" y="3864743"/>
              <a:ext cx="13352" cy="171688"/>
            </a:xfrm>
            <a:custGeom>
              <a:rect b="b" l="l" r="r" t="t"/>
              <a:pathLst>
                <a:path extrusionOk="0" h="6558" w="510">
                  <a:moveTo>
                    <a:pt x="0" y="0"/>
                  </a:moveTo>
                  <a:lnTo>
                    <a:pt x="0" y="6558"/>
                  </a:lnTo>
                  <a:lnTo>
                    <a:pt x="509" y="6558"/>
                  </a:lnTo>
                  <a:lnTo>
                    <a:pt x="509"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0"/>
            <p:cNvSpPr/>
            <p:nvPr/>
          </p:nvSpPr>
          <p:spPr>
            <a:xfrm>
              <a:off x="2376212" y="3864743"/>
              <a:ext cx="40527" cy="171688"/>
            </a:xfrm>
            <a:custGeom>
              <a:rect b="b" l="l" r="r" t="t"/>
              <a:pathLst>
                <a:path extrusionOk="0" h="6558" w="1548">
                  <a:moveTo>
                    <a:pt x="1" y="0"/>
                  </a:moveTo>
                  <a:lnTo>
                    <a:pt x="1" y="6558"/>
                  </a:lnTo>
                  <a:lnTo>
                    <a:pt x="1548" y="6558"/>
                  </a:lnTo>
                  <a:lnTo>
                    <a:pt x="1548"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0"/>
            <p:cNvSpPr/>
            <p:nvPr/>
          </p:nvSpPr>
          <p:spPr>
            <a:xfrm>
              <a:off x="2376212" y="3864743"/>
              <a:ext cx="13352" cy="171688"/>
            </a:xfrm>
            <a:custGeom>
              <a:rect b="b" l="l" r="r" t="t"/>
              <a:pathLst>
                <a:path extrusionOk="0" h="6558" w="510">
                  <a:moveTo>
                    <a:pt x="1" y="0"/>
                  </a:moveTo>
                  <a:lnTo>
                    <a:pt x="1"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0"/>
            <p:cNvSpPr/>
            <p:nvPr/>
          </p:nvSpPr>
          <p:spPr>
            <a:xfrm>
              <a:off x="2445013"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0"/>
            <p:cNvSpPr/>
            <p:nvPr/>
          </p:nvSpPr>
          <p:spPr>
            <a:xfrm>
              <a:off x="2445013" y="3864743"/>
              <a:ext cx="13352" cy="171688"/>
            </a:xfrm>
            <a:custGeom>
              <a:rect b="b" l="l" r="r" t="t"/>
              <a:pathLst>
                <a:path extrusionOk="0" h="6558" w="510">
                  <a:moveTo>
                    <a:pt x="0" y="0"/>
                  </a:moveTo>
                  <a:lnTo>
                    <a:pt x="0"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0"/>
            <p:cNvSpPr/>
            <p:nvPr/>
          </p:nvSpPr>
          <p:spPr>
            <a:xfrm>
              <a:off x="2184548" y="3859455"/>
              <a:ext cx="354948" cy="286776"/>
            </a:xfrm>
            <a:custGeom>
              <a:rect b="b" l="l" r="r" t="t"/>
              <a:pathLst>
                <a:path extrusionOk="0" h="10954" w="13558">
                  <a:moveTo>
                    <a:pt x="8667" y="404"/>
                  </a:moveTo>
                  <a:lnTo>
                    <a:pt x="8667" y="6563"/>
                  </a:lnTo>
                  <a:lnTo>
                    <a:pt x="7523" y="6563"/>
                  </a:lnTo>
                  <a:lnTo>
                    <a:pt x="7523" y="404"/>
                  </a:lnTo>
                  <a:close/>
                  <a:moveTo>
                    <a:pt x="11295" y="404"/>
                  </a:moveTo>
                  <a:lnTo>
                    <a:pt x="11295" y="6563"/>
                  </a:lnTo>
                  <a:lnTo>
                    <a:pt x="10156" y="6563"/>
                  </a:lnTo>
                  <a:lnTo>
                    <a:pt x="10156" y="404"/>
                  </a:lnTo>
                  <a:close/>
                  <a:moveTo>
                    <a:pt x="1859" y="404"/>
                  </a:moveTo>
                  <a:lnTo>
                    <a:pt x="1859" y="6760"/>
                  </a:lnTo>
                  <a:cubicBezTo>
                    <a:pt x="1859" y="6875"/>
                    <a:pt x="1951" y="6961"/>
                    <a:pt x="2061" y="6961"/>
                  </a:cubicBezTo>
                  <a:lnTo>
                    <a:pt x="2633" y="6961"/>
                  </a:lnTo>
                  <a:lnTo>
                    <a:pt x="2633" y="10550"/>
                  </a:lnTo>
                  <a:lnTo>
                    <a:pt x="404" y="10550"/>
                  </a:lnTo>
                  <a:lnTo>
                    <a:pt x="404" y="404"/>
                  </a:lnTo>
                  <a:close/>
                  <a:moveTo>
                    <a:pt x="5261" y="404"/>
                  </a:moveTo>
                  <a:lnTo>
                    <a:pt x="5261" y="10550"/>
                  </a:lnTo>
                  <a:lnTo>
                    <a:pt x="3036" y="10550"/>
                  </a:lnTo>
                  <a:lnTo>
                    <a:pt x="3036" y="6961"/>
                  </a:lnTo>
                  <a:lnTo>
                    <a:pt x="3608" y="6961"/>
                  </a:lnTo>
                  <a:cubicBezTo>
                    <a:pt x="3719" y="6961"/>
                    <a:pt x="3810" y="6875"/>
                    <a:pt x="3810" y="6764"/>
                  </a:cubicBezTo>
                  <a:lnTo>
                    <a:pt x="3810" y="3796"/>
                  </a:lnTo>
                  <a:cubicBezTo>
                    <a:pt x="3810" y="3680"/>
                    <a:pt x="3719" y="3594"/>
                    <a:pt x="3608" y="3594"/>
                  </a:cubicBezTo>
                  <a:cubicBezTo>
                    <a:pt x="3498" y="3594"/>
                    <a:pt x="3406" y="3680"/>
                    <a:pt x="3406" y="3796"/>
                  </a:cubicBezTo>
                  <a:lnTo>
                    <a:pt x="3406" y="6558"/>
                  </a:lnTo>
                  <a:lnTo>
                    <a:pt x="2263" y="6558"/>
                  </a:lnTo>
                  <a:lnTo>
                    <a:pt x="2263" y="404"/>
                  </a:lnTo>
                  <a:lnTo>
                    <a:pt x="3406" y="404"/>
                  </a:lnTo>
                  <a:lnTo>
                    <a:pt x="3406" y="2859"/>
                  </a:lnTo>
                  <a:cubicBezTo>
                    <a:pt x="3406" y="2969"/>
                    <a:pt x="3498" y="3056"/>
                    <a:pt x="3608" y="3056"/>
                  </a:cubicBezTo>
                  <a:cubicBezTo>
                    <a:pt x="3719" y="3056"/>
                    <a:pt x="3810" y="2969"/>
                    <a:pt x="3810" y="2859"/>
                  </a:cubicBezTo>
                  <a:lnTo>
                    <a:pt x="3810" y="404"/>
                  </a:lnTo>
                  <a:close/>
                  <a:moveTo>
                    <a:pt x="7120" y="404"/>
                  </a:moveTo>
                  <a:lnTo>
                    <a:pt x="7120" y="6760"/>
                  </a:lnTo>
                  <a:cubicBezTo>
                    <a:pt x="7120" y="6875"/>
                    <a:pt x="7211" y="6961"/>
                    <a:pt x="7322" y="6961"/>
                  </a:cubicBezTo>
                  <a:lnTo>
                    <a:pt x="7893" y="6961"/>
                  </a:lnTo>
                  <a:lnTo>
                    <a:pt x="7893" y="10550"/>
                  </a:lnTo>
                  <a:lnTo>
                    <a:pt x="5664" y="10550"/>
                  </a:lnTo>
                  <a:lnTo>
                    <a:pt x="5664" y="404"/>
                  </a:lnTo>
                  <a:close/>
                  <a:moveTo>
                    <a:pt x="9752" y="404"/>
                  </a:moveTo>
                  <a:lnTo>
                    <a:pt x="9752" y="6760"/>
                  </a:lnTo>
                  <a:cubicBezTo>
                    <a:pt x="9752" y="6875"/>
                    <a:pt x="9839" y="6961"/>
                    <a:pt x="9949" y="6961"/>
                  </a:cubicBezTo>
                  <a:lnTo>
                    <a:pt x="10526" y="6961"/>
                  </a:lnTo>
                  <a:lnTo>
                    <a:pt x="10526" y="10550"/>
                  </a:lnTo>
                  <a:lnTo>
                    <a:pt x="8297" y="10550"/>
                  </a:lnTo>
                  <a:lnTo>
                    <a:pt x="8297" y="6961"/>
                  </a:lnTo>
                  <a:lnTo>
                    <a:pt x="8869" y="6961"/>
                  </a:lnTo>
                  <a:cubicBezTo>
                    <a:pt x="8979" y="6961"/>
                    <a:pt x="9070" y="6875"/>
                    <a:pt x="9070" y="6760"/>
                  </a:cubicBezTo>
                  <a:lnTo>
                    <a:pt x="9070" y="404"/>
                  </a:lnTo>
                  <a:close/>
                  <a:moveTo>
                    <a:pt x="202" y="0"/>
                  </a:moveTo>
                  <a:cubicBezTo>
                    <a:pt x="91" y="0"/>
                    <a:pt x="0" y="87"/>
                    <a:pt x="0" y="202"/>
                  </a:cubicBezTo>
                  <a:lnTo>
                    <a:pt x="0" y="10752"/>
                  </a:lnTo>
                  <a:cubicBezTo>
                    <a:pt x="0" y="10862"/>
                    <a:pt x="91" y="10954"/>
                    <a:pt x="202" y="10954"/>
                  </a:cubicBezTo>
                  <a:lnTo>
                    <a:pt x="13355" y="10954"/>
                  </a:lnTo>
                  <a:cubicBezTo>
                    <a:pt x="13466" y="10954"/>
                    <a:pt x="13557" y="10862"/>
                    <a:pt x="13557" y="10752"/>
                  </a:cubicBezTo>
                  <a:lnTo>
                    <a:pt x="13557" y="5410"/>
                  </a:lnTo>
                  <a:cubicBezTo>
                    <a:pt x="13557" y="5294"/>
                    <a:pt x="13466" y="5208"/>
                    <a:pt x="13355" y="5208"/>
                  </a:cubicBezTo>
                  <a:cubicBezTo>
                    <a:pt x="13245" y="5208"/>
                    <a:pt x="13154" y="5294"/>
                    <a:pt x="13154" y="5410"/>
                  </a:cubicBezTo>
                  <a:lnTo>
                    <a:pt x="13154" y="10550"/>
                  </a:lnTo>
                  <a:lnTo>
                    <a:pt x="10925" y="10550"/>
                  </a:lnTo>
                  <a:lnTo>
                    <a:pt x="10925" y="6966"/>
                  </a:lnTo>
                  <a:lnTo>
                    <a:pt x="11496" y="6966"/>
                  </a:lnTo>
                  <a:cubicBezTo>
                    <a:pt x="11607" y="6966"/>
                    <a:pt x="11698" y="6875"/>
                    <a:pt x="11698" y="6764"/>
                  </a:cubicBezTo>
                  <a:lnTo>
                    <a:pt x="11698" y="404"/>
                  </a:lnTo>
                  <a:lnTo>
                    <a:pt x="13154" y="404"/>
                  </a:lnTo>
                  <a:lnTo>
                    <a:pt x="13154" y="4468"/>
                  </a:lnTo>
                  <a:cubicBezTo>
                    <a:pt x="13154" y="4579"/>
                    <a:pt x="13245" y="4670"/>
                    <a:pt x="13355" y="4670"/>
                  </a:cubicBezTo>
                  <a:cubicBezTo>
                    <a:pt x="13466" y="4670"/>
                    <a:pt x="13557" y="4579"/>
                    <a:pt x="13557" y="4468"/>
                  </a:cubicBezTo>
                  <a:lnTo>
                    <a:pt x="13557" y="202"/>
                  </a:lnTo>
                  <a:cubicBezTo>
                    <a:pt x="13557" y="87"/>
                    <a:pt x="13466" y="0"/>
                    <a:pt x="133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9" name="Google Shape;8429;p80"/>
          <p:cNvGrpSpPr/>
          <p:nvPr/>
        </p:nvGrpSpPr>
        <p:grpSpPr>
          <a:xfrm>
            <a:off x="3140511" y="3840108"/>
            <a:ext cx="216823" cy="334162"/>
            <a:chOff x="3140511" y="3840108"/>
            <a:chExt cx="216823" cy="334162"/>
          </a:xfrm>
        </p:grpSpPr>
        <p:sp>
          <p:nvSpPr>
            <p:cNvPr id="8430" name="Google Shape;8430;p80"/>
            <p:cNvSpPr/>
            <p:nvPr/>
          </p:nvSpPr>
          <p:spPr>
            <a:xfrm>
              <a:off x="3146925" y="3846155"/>
              <a:ext cx="210068" cy="246511"/>
            </a:xfrm>
            <a:custGeom>
              <a:rect b="b" l="l" r="r" t="t"/>
              <a:pathLst>
                <a:path extrusionOk="0" h="9416" w="8024">
                  <a:moveTo>
                    <a:pt x="4012" y="0"/>
                  </a:moveTo>
                  <a:cubicBezTo>
                    <a:pt x="3946" y="0"/>
                    <a:pt x="3880" y="30"/>
                    <a:pt x="3839" y="90"/>
                  </a:cubicBezTo>
                  <a:lnTo>
                    <a:pt x="164" y="5485"/>
                  </a:lnTo>
                  <a:cubicBezTo>
                    <a:pt x="1" y="5721"/>
                    <a:pt x="30" y="6038"/>
                    <a:pt x="231" y="6244"/>
                  </a:cubicBezTo>
                  <a:lnTo>
                    <a:pt x="1980" y="8017"/>
                  </a:lnTo>
                  <a:cubicBezTo>
                    <a:pt x="2086" y="8128"/>
                    <a:pt x="2148" y="8272"/>
                    <a:pt x="2148" y="8421"/>
                  </a:cubicBezTo>
                  <a:lnTo>
                    <a:pt x="2148" y="9415"/>
                  </a:lnTo>
                  <a:lnTo>
                    <a:pt x="5876" y="9415"/>
                  </a:lnTo>
                  <a:lnTo>
                    <a:pt x="5876" y="8421"/>
                  </a:lnTo>
                  <a:cubicBezTo>
                    <a:pt x="5876" y="8272"/>
                    <a:pt x="5934" y="8128"/>
                    <a:pt x="6044" y="8017"/>
                  </a:cubicBezTo>
                  <a:lnTo>
                    <a:pt x="7793" y="6244"/>
                  </a:lnTo>
                  <a:cubicBezTo>
                    <a:pt x="7995" y="6038"/>
                    <a:pt x="8024" y="5721"/>
                    <a:pt x="7860" y="5485"/>
                  </a:cubicBezTo>
                  <a:lnTo>
                    <a:pt x="4185" y="90"/>
                  </a:lnTo>
                  <a:cubicBezTo>
                    <a:pt x="4144" y="30"/>
                    <a:pt x="4078" y="0"/>
                    <a:pt x="401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0"/>
            <p:cNvSpPr/>
            <p:nvPr/>
          </p:nvSpPr>
          <p:spPr>
            <a:xfrm>
              <a:off x="3146925" y="3846182"/>
              <a:ext cx="112862" cy="246485"/>
            </a:xfrm>
            <a:custGeom>
              <a:rect b="b" l="l" r="r" t="t"/>
              <a:pathLst>
                <a:path extrusionOk="0" h="9415" w="4311">
                  <a:moveTo>
                    <a:pt x="4012" y="1"/>
                  </a:moveTo>
                  <a:cubicBezTo>
                    <a:pt x="3945" y="1"/>
                    <a:pt x="3878" y="32"/>
                    <a:pt x="3834" y="94"/>
                  </a:cubicBezTo>
                  <a:lnTo>
                    <a:pt x="164" y="5484"/>
                  </a:lnTo>
                  <a:cubicBezTo>
                    <a:pt x="1" y="5720"/>
                    <a:pt x="30" y="6037"/>
                    <a:pt x="231" y="6243"/>
                  </a:cubicBezTo>
                  <a:lnTo>
                    <a:pt x="1980" y="8021"/>
                  </a:lnTo>
                  <a:cubicBezTo>
                    <a:pt x="2086" y="8127"/>
                    <a:pt x="2148" y="8271"/>
                    <a:pt x="2148" y="8424"/>
                  </a:cubicBezTo>
                  <a:lnTo>
                    <a:pt x="2148" y="9414"/>
                  </a:lnTo>
                  <a:lnTo>
                    <a:pt x="2744" y="9414"/>
                  </a:lnTo>
                  <a:lnTo>
                    <a:pt x="2744" y="8424"/>
                  </a:lnTo>
                  <a:cubicBezTo>
                    <a:pt x="2744" y="8271"/>
                    <a:pt x="2686" y="8127"/>
                    <a:pt x="2581" y="8016"/>
                  </a:cubicBezTo>
                  <a:lnTo>
                    <a:pt x="827" y="6243"/>
                  </a:lnTo>
                  <a:cubicBezTo>
                    <a:pt x="625" y="6037"/>
                    <a:pt x="597" y="5720"/>
                    <a:pt x="760" y="5484"/>
                  </a:cubicBezTo>
                  <a:lnTo>
                    <a:pt x="4310" y="272"/>
                  </a:lnTo>
                  <a:lnTo>
                    <a:pt x="4185" y="94"/>
                  </a:lnTo>
                  <a:cubicBezTo>
                    <a:pt x="4144" y="32"/>
                    <a:pt x="4078" y="1"/>
                    <a:pt x="401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0"/>
            <p:cNvSpPr/>
            <p:nvPr/>
          </p:nvSpPr>
          <p:spPr>
            <a:xfrm>
              <a:off x="3229182" y="3996298"/>
              <a:ext cx="45422" cy="29191"/>
            </a:xfrm>
            <a:custGeom>
              <a:rect b="b" l="l" r="r" t="t"/>
              <a:pathLst>
                <a:path extrusionOk="0" h="1115" w="1735">
                  <a:moveTo>
                    <a:pt x="558" y="0"/>
                  </a:moveTo>
                  <a:cubicBezTo>
                    <a:pt x="251" y="0"/>
                    <a:pt x="1" y="250"/>
                    <a:pt x="1" y="557"/>
                  </a:cubicBezTo>
                  <a:cubicBezTo>
                    <a:pt x="1" y="865"/>
                    <a:pt x="251" y="1115"/>
                    <a:pt x="558" y="1115"/>
                  </a:cubicBezTo>
                  <a:lnTo>
                    <a:pt x="1178" y="1115"/>
                  </a:lnTo>
                  <a:cubicBezTo>
                    <a:pt x="1485" y="1115"/>
                    <a:pt x="1735" y="865"/>
                    <a:pt x="1735" y="557"/>
                  </a:cubicBezTo>
                  <a:cubicBezTo>
                    <a:pt x="1735" y="250"/>
                    <a:pt x="1485" y="0"/>
                    <a:pt x="1178"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0"/>
            <p:cNvSpPr/>
            <p:nvPr/>
          </p:nvSpPr>
          <p:spPr>
            <a:xfrm>
              <a:off x="3225282" y="4003078"/>
              <a:ext cx="53224" cy="22410"/>
            </a:xfrm>
            <a:custGeom>
              <a:rect b="b" l="l" r="r" t="t"/>
              <a:pathLst>
                <a:path extrusionOk="0" h="856" w="2033">
                  <a:moveTo>
                    <a:pt x="236" y="1"/>
                  </a:moveTo>
                  <a:cubicBezTo>
                    <a:pt x="1" y="375"/>
                    <a:pt x="270" y="856"/>
                    <a:pt x="707" y="856"/>
                  </a:cubicBezTo>
                  <a:lnTo>
                    <a:pt x="1327" y="856"/>
                  </a:lnTo>
                  <a:cubicBezTo>
                    <a:pt x="1764" y="856"/>
                    <a:pt x="2033" y="375"/>
                    <a:pt x="1802" y="1"/>
                  </a:cubicBezTo>
                  <a:lnTo>
                    <a:pt x="1802" y="1"/>
                  </a:lnTo>
                  <a:cubicBezTo>
                    <a:pt x="1697" y="169"/>
                    <a:pt x="1519" y="265"/>
                    <a:pt x="1327" y="265"/>
                  </a:cubicBezTo>
                  <a:lnTo>
                    <a:pt x="707" y="265"/>
                  </a:lnTo>
                  <a:cubicBezTo>
                    <a:pt x="515" y="265"/>
                    <a:pt x="337" y="169"/>
                    <a:pt x="236"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0"/>
            <p:cNvSpPr/>
            <p:nvPr/>
          </p:nvSpPr>
          <p:spPr>
            <a:xfrm>
              <a:off x="3212218" y="4134135"/>
              <a:ext cx="79509" cy="34348"/>
            </a:xfrm>
            <a:custGeom>
              <a:rect b="b" l="l" r="r" t="t"/>
              <a:pathLst>
                <a:path extrusionOk="0" h="1312" w="3037">
                  <a:moveTo>
                    <a:pt x="0" y="0"/>
                  </a:moveTo>
                  <a:lnTo>
                    <a:pt x="0" y="990"/>
                  </a:lnTo>
                  <a:cubicBezTo>
                    <a:pt x="0" y="1168"/>
                    <a:pt x="144" y="1312"/>
                    <a:pt x="327" y="1312"/>
                  </a:cubicBezTo>
                  <a:lnTo>
                    <a:pt x="2710" y="1312"/>
                  </a:lnTo>
                  <a:cubicBezTo>
                    <a:pt x="2887" y="1312"/>
                    <a:pt x="3036" y="1168"/>
                    <a:pt x="3036" y="990"/>
                  </a:cubicBezTo>
                  <a:lnTo>
                    <a:pt x="3036" y="0"/>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0"/>
            <p:cNvSpPr/>
            <p:nvPr/>
          </p:nvSpPr>
          <p:spPr>
            <a:xfrm>
              <a:off x="3212218" y="4134135"/>
              <a:ext cx="24164" cy="34348"/>
            </a:xfrm>
            <a:custGeom>
              <a:rect b="b" l="l" r="r" t="t"/>
              <a:pathLst>
                <a:path extrusionOk="0" h="1312" w="923">
                  <a:moveTo>
                    <a:pt x="0" y="0"/>
                  </a:moveTo>
                  <a:lnTo>
                    <a:pt x="0" y="990"/>
                  </a:lnTo>
                  <a:cubicBezTo>
                    <a:pt x="0" y="1168"/>
                    <a:pt x="144" y="1312"/>
                    <a:pt x="327" y="1312"/>
                  </a:cubicBezTo>
                  <a:lnTo>
                    <a:pt x="923" y="1312"/>
                  </a:lnTo>
                  <a:cubicBezTo>
                    <a:pt x="745" y="1312"/>
                    <a:pt x="601" y="1168"/>
                    <a:pt x="601" y="990"/>
                  </a:cubicBezTo>
                  <a:lnTo>
                    <a:pt x="601" y="0"/>
                  </a:ln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0"/>
            <p:cNvSpPr/>
            <p:nvPr/>
          </p:nvSpPr>
          <p:spPr>
            <a:xfrm>
              <a:off x="3190069" y="4092012"/>
              <a:ext cx="123779" cy="42647"/>
            </a:xfrm>
            <a:custGeom>
              <a:rect b="b" l="l" r="r" t="t"/>
              <a:pathLst>
                <a:path extrusionOk="0" h="1629" w="4728">
                  <a:moveTo>
                    <a:pt x="361" y="0"/>
                  </a:moveTo>
                  <a:cubicBezTo>
                    <a:pt x="159" y="0"/>
                    <a:pt x="1" y="159"/>
                    <a:pt x="1" y="360"/>
                  </a:cubicBezTo>
                  <a:lnTo>
                    <a:pt x="1" y="1268"/>
                  </a:lnTo>
                  <a:cubicBezTo>
                    <a:pt x="1" y="1470"/>
                    <a:pt x="159" y="1629"/>
                    <a:pt x="361" y="1629"/>
                  </a:cubicBezTo>
                  <a:lnTo>
                    <a:pt x="4368" y="1629"/>
                  </a:lnTo>
                  <a:cubicBezTo>
                    <a:pt x="4569" y="1629"/>
                    <a:pt x="4728" y="1470"/>
                    <a:pt x="4728" y="1268"/>
                  </a:cubicBezTo>
                  <a:lnTo>
                    <a:pt x="4728" y="356"/>
                  </a:lnTo>
                  <a:cubicBezTo>
                    <a:pt x="4728" y="159"/>
                    <a:pt x="4564" y="0"/>
                    <a:pt x="4368"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0"/>
            <p:cNvSpPr/>
            <p:nvPr/>
          </p:nvSpPr>
          <p:spPr>
            <a:xfrm>
              <a:off x="3190069" y="4109474"/>
              <a:ext cx="123779" cy="25185"/>
            </a:xfrm>
            <a:custGeom>
              <a:rect b="b" l="l" r="r" t="t"/>
              <a:pathLst>
                <a:path extrusionOk="0" h="962" w="4728">
                  <a:moveTo>
                    <a:pt x="1" y="1"/>
                  </a:moveTo>
                  <a:lnTo>
                    <a:pt x="1" y="601"/>
                  </a:lnTo>
                  <a:cubicBezTo>
                    <a:pt x="1" y="798"/>
                    <a:pt x="159" y="962"/>
                    <a:pt x="361" y="962"/>
                  </a:cubicBezTo>
                  <a:lnTo>
                    <a:pt x="4368" y="962"/>
                  </a:lnTo>
                  <a:cubicBezTo>
                    <a:pt x="4569" y="962"/>
                    <a:pt x="4728" y="798"/>
                    <a:pt x="4728" y="601"/>
                  </a:cubicBezTo>
                  <a:lnTo>
                    <a:pt x="4728" y="1"/>
                  </a:lnTo>
                  <a:cubicBezTo>
                    <a:pt x="4728" y="203"/>
                    <a:pt x="4569" y="361"/>
                    <a:pt x="4368" y="361"/>
                  </a:cubicBezTo>
                  <a:lnTo>
                    <a:pt x="361" y="361"/>
                  </a:lnTo>
                  <a:cubicBezTo>
                    <a:pt x="159" y="361"/>
                    <a:pt x="1" y="203"/>
                    <a:pt x="1" y="1"/>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0"/>
            <p:cNvSpPr/>
            <p:nvPr/>
          </p:nvSpPr>
          <p:spPr>
            <a:xfrm>
              <a:off x="3140511" y="3840108"/>
              <a:ext cx="216823" cy="334162"/>
            </a:xfrm>
            <a:custGeom>
              <a:rect b="b" l="l" r="r" t="t"/>
              <a:pathLst>
                <a:path extrusionOk="0" h="12764" w="8282">
                  <a:moveTo>
                    <a:pt x="4565" y="6178"/>
                  </a:moveTo>
                  <a:cubicBezTo>
                    <a:pt x="4752" y="6178"/>
                    <a:pt x="4901" y="6331"/>
                    <a:pt x="4901" y="6514"/>
                  </a:cubicBezTo>
                  <a:cubicBezTo>
                    <a:pt x="4901" y="6696"/>
                    <a:pt x="4752" y="6850"/>
                    <a:pt x="4565" y="6850"/>
                  </a:cubicBezTo>
                  <a:lnTo>
                    <a:pt x="3950" y="6850"/>
                  </a:lnTo>
                  <a:cubicBezTo>
                    <a:pt x="3762" y="6850"/>
                    <a:pt x="3613" y="6696"/>
                    <a:pt x="3613" y="6514"/>
                  </a:cubicBezTo>
                  <a:cubicBezTo>
                    <a:pt x="3613" y="6331"/>
                    <a:pt x="3762" y="6178"/>
                    <a:pt x="3950" y="6178"/>
                  </a:cubicBezTo>
                  <a:close/>
                  <a:moveTo>
                    <a:pt x="6261" y="9862"/>
                  </a:moveTo>
                  <a:cubicBezTo>
                    <a:pt x="6337" y="9862"/>
                    <a:pt x="6395" y="9925"/>
                    <a:pt x="6395" y="9997"/>
                  </a:cubicBezTo>
                  <a:lnTo>
                    <a:pt x="6395" y="10866"/>
                  </a:lnTo>
                  <a:cubicBezTo>
                    <a:pt x="6395" y="10938"/>
                    <a:pt x="6337" y="10996"/>
                    <a:pt x="6261" y="11001"/>
                  </a:cubicBezTo>
                  <a:lnTo>
                    <a:pt x="2254" y="11001"/>
                  </a:lnTo>
                  <a:cubicBezTo>
                    <a:pt x="2177" y="10996"/>
                    <a:pt x="2119" y="10938"/>
                    <a:pt x="2119" y="10866"/>
                  </a:cubicBezTo>
                  <a:lnTo>
                    <a:pt x="2119" y="9997"/>
                  </a:lnTo>
                  <a:cubicBezTo>
                    <a:pt x="2119" y="9925"/>
                    <a:pt x="2177" y="9862"/>
                    <a:pt x="2254" y="9862"/>
                  </a:cubicBezTo>
                  <a:close/>
                  <a:moveTo>
                    <a:pt x="4257" y="1"/>
                  </a:moveTo>
                  <a:cubicBezTo>
                    <a:pt x="4120" y="1"/>
                    <a:pt x="3983" y="64"/>
                    <a:pt x="3897" y="192"/>
                  </a:cubicBezTo>
                  <a:lnTo>
                    <a:pt x="222" y="5582"/>
                  </a:lnTo>
                  <a:cubicBezTo>
                    <a:pt x="1" y="5909"/>
                    <a:pt x="39" y="6346"/>
                    <a:pt x="318" y="6624"/>
                  </a:cubicBezTo>
                  <a:lnTo>
                    <a:pt x="2067" y="8402"/>
                  </a:lnTo>
                  <a:cubicBezTo>
                    <a:pt x="2134" y="8464"/>
                    <a:pt x="2167" y="8556"/>
                    <a:pt x="2167" y="8647"/>
                  </a:cubicBezTo>
                  <a:lnTo>
                    <a:pt x="2167" y="9420"/>
                  </a:lnTo>
                  <a:cubicBezTo>
                    <a:pt x="1884" y="9464"/>
                    <a:pt x="1668" y="9709"/>
                    <a:pt x="1668" y="9997"/>
                  </a:cubicBezTo>
                  <a:lnTo>
                    <a:pt x="1668" y="10866"/>
                  </a:lnTo>
                  <a:cubicBezTo>
                    <a:pt x="1668" y="11188"/>
                    <a:pt x="1932" y="11448"/>
                    <a:pt x="2254" y="11448"/>
                  </a:cubicBezTo>
                  <a:lnTo>
                    <a:pt x="2518" y="11448"/>
                  </a:lnTo>
                  <a:lnTo>
                    <a:pt x="2518" y="12211"/>
                  </a:lnTo>
                  <a:cubicBezTo>
                    <a:pt x="2518" y="12514"/>
                    <a:pt x="2763" y="12764"/>
                    <a:pt x="3066" y="12764"/>
                  </a:cubicBezTo>
                  <a:lnTo>
                    <a:pt x="3705" y="12764"/>
                  </a:lnTo>
                  <a:cubicBezTo>
                    <a:pt x="4003" y="12764"/>
                    <a:pt x="4003" y="12312"/>
                    <a:pt x="3705" y="12312"/>
                  </a:cubicBezTo>
                  <a:lnTo>
                    <a:pt x="3066" y="12312"/>
                  </a:lnTo>
                  <a:cubicBezTo>
                    <a:pt x="3008" y="12312"/>
                    <a:pt x="2965" y="12269"/>
                    <a:pt x="2965" y="12211"/>
                  </a:cubicBezTo>
                  <a:lnTo>
                    <a:pt x="2965" y="11448"/>
                  </a:lnTo>
                  <a:lnTo>
                    <a:pt x="5545" y="11448"/>
                  </a:lnTo>
                  <a:lnTo>
                    <a:pt x="5545" y="12211"/>
                  </a:lnTo>
                  <a:cubicBezTo>
                    <a:pt x="5545" y="12269"/>
                    <a:pt x="5501" y="12312"/>
                    <a:pt x="5444" y="12312"/>
                  </a:cubicBezTo>
                  <a:lnTo>
                    <a:pt x="4747" y="12312"/>
                  </a:lnTo>
                  <a:cubicBezTo>
                    <a:pt x="4445" y="12312"/>
                    <a:pt x="4445" y="12764"/>
                    <a:pt x="4747" y="12764"/>
                  </a:cubicBezTo>
                  <a:lnTo>
                    <a:pt x="5444" y="12764"/>
                  </a:lnTo>
                  <a:cubicBezTo>
                    <a:pt x="5746" y="12764"/>
                    <a:pt x="5996" y="12514"/>
                    <a:pt x="5996" y="12211"/>
                  </a:cubicBezTo>
                  <a:lnTo>
                    <a:pt x="5996" y="11448"/>
                  </a:lnTo>
                  <a:lnTo>
                    <a:pt x="6261" y="11448"/>
                  </a:lnTo>
                  <a:cubicBezTo>
                    <a:pt x="6582" y="11448"/>
                    <a:pt x="6842" y="11188"/>
                    <a:pt x="6842" y="10866"/>
                  </a:cubicBezTo>
                  <a:lnTo>
                    <a:pt x="6842" y="9997"/>
                  </a:lnTo>
                  <a:cubicBezTo>
                    <a:pt x="6842" y="9709"/>
                    <a:pt x="6630" y="9464"/>
                    <a:pt x="6342" y="9420"/>
                  </a:cubicBezTo>
                  <a:lnTo>
                    <a:pt x="6342" y="8647"/>
                  </a:lnTo>
                  <a:cubicBezTo>
                    <a:pt x="6342" y="8551"/>
                    <a:pt x="6381" y="8464"/>
                    <a:pt x="6443" y="8397"/>
                  </a:cubicBezTo>
                  <a:lnTo>
                    <a:pt x="8120" y="6696"/>
                  </a:lnTo>
                  <a:cubicBezTo>
                    <a:pt x="8281" y="6535"/>
                    <a:pt x="8134" y="6314"/>
                    <a:pt x="7961" y="6314"/>
                  </a:cubicBezTo>
                  <a:cubicBezTo>
                    <a:pt x="7908" y="6314"/>
                    <a:pt x="7852" y="6335"/>
                    <a:pt x="7803" y="6384"/>
                  </a:cubicBezTo>
                  <a:lnTo>
                    <a:pt x="7807" y="6384"/>
                  </a:lnTo>
                  <a:lnTo>
                    <a:pt x="6126" y="8085"/>
                  </a:lnTo>
                  <a:cubicBezTo>
                    <a:pt x="5982" y="8234"/>
                    <a:pt x="5895" y="8435"/>
                    <a:pt x="5900" y="8647"/>
                  </a:cubicBezTo>
                  <a:lnTo>
                    <a:pt x="5900" y="9415"/>
                  </a:lnTo>
                  <a:lnTo>
                    <a:pt x="2619" y="9415"/>
                  </a:lnTo>
                  <a:lnTo>
                    <a:pt x="2619" y="8647"/>
                  </a:lnTo>
                  <a:cubicBezTo>
                    <a:pt x="2619" y="8435"/>
                    <a:pt x="2537" y="8234"/>
                    <a:pt x="2388" y="8085"/>
                  </a:cubicBezTo>
                  <a:lnTo>
                    <a:pt x="635" y="6312"/>
                  </a:lnTo>
                  <a:cubicBezTo>
                    <a:pt x="510" y="6182"/>
                    <a:pt x="491" y="5981"/>
                    <a:pt x="592" y="5832"/>
                  </a:cubicBezTo>
                  <a:lnTo>
                    <a:pt x="4031" y="787"/>
                  </a:lnTo>
                  <a:lnTo>
                    <a:pt x="4031" y="5736"/>
                  </a:lnTo>
                  <a:lnTo>
                    <a:pt x="3950" y="5736"/>
                  </a:lnTo>
                  <a:cubicBezTo>
                    <a:pt x="3517" y="5736"/>
                    <a:pt x="3167" y="6082"/>
                    <a:pt x="3167" y="6514"/>
                  </a:cubicBezTo>
                  <a:cubicBezTo>
                    <a:pt x="3167" y="6946"/>
                    <a:pt x="3517" y="7297"/>
                    <a:pt x="3950" y="7297"/>
                  </a:cubicBezTo>
                  <a:lnTo>
                    <a:pt x="4565" y="7297"/>
                  </a:lnTo>
                  <a:cubicBezTo>
                    <a:pt x="4997" y="7297"/>
                    <a:pt x="5348" y="6946"/>
                    <a:pt x="5348" y="6514"/>
                  </a:cubicBezTo>
                  <a:cubicBezTo>
                    <a:pt x="5348" y="6082"/>
                    <a:pt x="4997" y="5736"/>
                    <a:pt x="4565" y="5736"/>
                  </a:cubicBezTo>
                  <a:lnTo>
                    <a:pt x="4483" y="5736"/>
                  </a:lnTo>
                  <a:lnTo>
                    <a:pt x="4483" y="787"/>
                  </a:lnTo>
                  <a:lnTo>
                    <a:pt x="7779" y="5620"/>
                  </a:lnTo>
                  <a:cubicBezTo>
                    <a:pt x="7827" y="5698"/>
                    <a:pt x="7894" y="5730"/>
                    <a:pt x="7961" y="5730"/>
                  </a:cubicBezTo>
                  <a:cubicBezTo>
                    <a:pt x="8122" y="5730"/>
                    <a:pt x="8277" y="5547"/>
                    <a:pt x="8149" y="5371"/>
                  </a:cubicBezTo>
                  <a:lnTo>
                    <a:pt x="4618" y="192"/>
                  </a:lnTo>
                  <a:cubicBezTo>
                    <a:pt x="4531" y="64"/>
                    <a:pt x="4394" y="1"/>
                    <a:pt x="4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80"/>
          <p:cNvGrpSpPr/>
          <p:nvPr/>
        </p:nvGrpSpPr>
        <p:grpSpPr>
          <a:xfrm>
            <a:off x="883193" y="3362794"/>
            <a:ext cx="275099" cy="363876"/>
            <a:chOff x="883193" y="3362794"/>
            <a:chExt cx="275099" cy="363876"/>
          </a:xfrm>
        </p:grpSpPr>
        <p:sp>
          <p:nvSpPr>
            <p:cNvPr id="8440" name="Google Shape;8440;p80"/>
            <p:cNvSpPr/>
            <p:nvPr/>
          </p:nvSpPr>
          <p:spPr>
            <a:xfrm>
              <a:off x="889869" y="3373475"/>
              <a:ext cx="261748" cy="347906"/>
            </a:xfrm>
            <a:custGeom>
              <a:rect b="b" l="l" r="r" t="t"/>
              <a:pathLst>
                <a:path extrusionOk="0" h="13289" w="9998">
                  <a:moveTo>
                    <a:pt x="3699" y="1"/>
                  </a:moveTo>
                  <a:lnTo>
                    <a:pt x="3699" y="5621"/>
                  </a:lnTo>
                  <a:cubicBezTo>
                    <a:pt x="3695" y="5761"/>
                    <a:pt x="3661" y="5900"/>
                    <a:pt x="3594" y="6025"/>
                  </a:cubicBezTo>
                  <a:lnTo>
                    <a:pt x="231" y="12337"/>
                  </a:lnTo>
                  <a:cubicBezTo>
                    <a:pt x="0" y="12770"/>
                    <a:pt x="313" y="13289"/>
                    <a:pt x="798" y="13289"/>
                  </a:cubicBezTo>
                  <a:lnTo>
                    <a:pt x="9205" y="13289"/>
                  </a:lnTo>
                  <a:cubicBezTo>
                    <a:pt x="9690" y="13284"/>
                    <a:pt x="9998" y="12765"/>
                    <a:pt x="9772" y="12337"/>
                  </a:cubicBezTo>
                  <a:lnTo>
                    <a:pt x="6399" y="6025"/>
                  </a:lnTo>
                  <a:cubicBezTo>
                    <a:pt x="6332" y="5900"/>
                    <a:pt x="6298" y="5761"/>
                    <a:pt x="6298" y="5621"/>
                  </a:cubicBezTo>
                  <a:lnTo>
                    <a:pt x="6298" y="1"/>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0"/>
            <p:cNvSpPr/>
            <p:nvPr/>
          </p:nvSpPr>
          <p:spPr>
            <a:xfrm>
              <a:off x="1025821" y="3373475"/>
              <a:ext cx="125926" cy="347906"/>
            </a:xfrm>
            <a:custGeom>
              <a:rect b="b" l="l" r="r" t="t"/>
              <a:pathLst>
                <a:path extrusionOk="0" h="13289" w="4810">
                  <a:moveTo>
                    <a:pt x="0" y="1"/>
                  </a:moveTo>
                  <a:lnTo>
                    <a:pt x="0" y="5698"/>
                  </a:lnTo>
                  <a:cubicBezTo>
                    <a:pt x="0" y="5790"/>
                    <a:pt x="20" y="5881"/>
                    <a:pt x="63" y="5958"/>
                  </a:cubicBezTo>
                  <a:lnTo>
                    <a:pt x="3469" y="12337"/>
                  </a:lnTo>
                  <a:cubicBezTo>
                    <a:pt x="3700" y="12770"/>
                    <a:pt x="3387" y="13289"/>
                    <a:pt x="2902" y="13289"/>
                  </a:cubicBezTo>
                  <a:lnTo>
                    <a:pt x="4012" y="13289"/>
                  </a:lnTo>
                  <a:cubicBezTo>
                    <a:pt x="4497" y="13289"/>
                    <a:pt x="4809" y="12765"/>
                    <a:pt x="4579" y="12337"/>
                  </a:cubicBezTo>
                  <a:lnTo>
                    <a:pt x="1206" y="6025"/>
                  </a:lnTo>
                  <a:cubicBezTo>
                    <a:pt x="1139" y="5900"/>
                    <a:pt x="1105" y="5761"/>
                    <a:pt x="1105" y="5621"/>
                  </a:cubicBezTo>
                  <a:lnTo>
                    <a:pt x="1105" y="1"/>
                  </a:ln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0"/>
            <p:cNvSpPr/>
            <p:nvPr/>
          </p:nvSpPr>
          <p:spPr>
            <a:xfrm>
              <a:off x="942307" y="3609593"/>
              <a:ext cx="156871" cy="82100"/>
            </a:xfrm>
            <a:custGeom>
              <a:rect b="b" l="l" r="r" t="t"/>
              <a:pathLst>
                <a:path extrusionOk="0" h="3136" w="5992">
                  <a:moveTo>
                    <a:pt x="2983" y="1"/>
                  </a:moveTo>
                  <a:cubicBezTo>
                    <a:pt x="2548" y="1"/>
                    <a:pt x="2113" y="50"/>
                    <a:pt x="1687" y="148"/>
                  </a:cubicBezTo>
                  <a:cubicBezTo>
                    <a:pt x="1528" y="181"/>
                    <a:pt x="1394" y="282"/>
                    <a:pt x="1322" y="426"/>
                  </a:cubicBezTo>
                  <a:lnTo>
                    <a:pt x="97" y="2732"/>
                  </a:lnTo>
                  <a:cubicBezTo>
                    <a:pt x="1" y="2915"/>
                    <a:pt x="135" y="3136"/>
                    <a:pt x="342" y="3136"/>
                  </a:cubicBezTo>
                  <a:lnTo>
                    <a:pt x="5650" y="3136"/>
                  </a:lnTo>
                  <a:cubicBezTo>
                    <a:pt x="5857" y="3136"/>
                    <a:pt x="5991" y="2915"/>
                    <a:pt x="5895" y="2732"/>
                  </a:cubicBezTo>
                  <a:lnTo>
                    <a:pt x="4675" y="436"/>
                  </a:lnTo>
                  <a:cubicBezTo>
                    <a:pt x="4598" y="287"/>
                    <a:pt x="4459" y="181"/>
                    <a:pt x="4295" y="153"/>
                  </a:cubicBezTo>
                  <a:lnTo>
                    <a:pt x="4113" y="114"/>
                  </a:lnTo>
                  <a:cubicBezTo>
                    <a:pt x="3740" y="38"/>
                    <a:pt x="3361" y="1"/>
                    <a:pt x="2983"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0"/>
            <p:cNvSpPr/>
            <p:nvPr/>
          </p:nvSpPr>
          <p:spPr>
            <a:xfrm>
              <a:off x="1005584" y="3609671"/>
              <a:ext cx="93593" cy="82153"/>
            </a:xfrm>
            <a:custGeom>
              <a:rect b="b" l="l" r="r" t="t"/>
              <a:pathLst>
                <a:path extrusionOk="0" h="3138" w="3575">
                  <a:moveTo>
                    <a:pt x="568" y="1"/>
                  </a:moveTo>
                  <a:cubicBezTo>
                    <a:pt x="378" y="1"/>
                    <a:pt x="189" y="10"/>
                    <a:pt x="0" y="29"/>
                  </a:cubicBezTo>
                  <a:cubicBezTo>
                    <a:pt x="197" y="49"/>
                    <a:pt x="394" y="78"/>
                    <a:pt x="591" y="116"/>
                  </a:cubicBezTo>
                  <a:lnTo>
                    <a:pt x="769" y="150"/>
                  </a:lnTo>
                  <a:cubicBezTo>
                    <a:pt x="932" y="183"/>
                    <a:pt x="1071" y="289"/>
                    <a:pt x="1148" y="433"/>
                  </a:cubicBezTo>
                  <a:lnTo>
                    <a:pt x="2368" y="2729"/>
                  </a:lnTo>
                  <a:cubicBezTo>
                    <a:pt x="2464" y="2917"/>
                    <a:pt x="2330" y="3138"/>
                    <a:pt x="2123" y="3138"/>
                  </a:cubicBezTo>
                  <a:lnTo>
                    <a:pt x="3233" y="3138"/>
                  </a:lnTo>
                  <a:cubicBezTo>
                    <a:pt x="3440" y="3138"/>
                    <a:pt x="3574" y="2917"/>
                    <a:pt x="3478" y="2729"/>
                  </a:cubicBezTo>
                  <a:lnTo>
                    <a:pt x="2258" y="433"/>
                  </a:lnTo>
                  <a:cubicBezTo>
                    <a:pt x="2181" y="289"/>
                    <a:pt x="2042" y="183"/>
                    <a:pt x="1878" y="150"/>
                  </a:cubicBezTo>
                  <a:lnTo>
                    <a:pt x="1696" y="116"/>
                  </a:lnTo>
                  <a:cubicBezTo>
                    <a:pt x="1324" y="39"/>
                    <a:pt x="946" y="1"/>
                    <a:pt x="5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0"/>
            <p:cNvSpPr/>
            <p:nvPr/>
          </p:nvSpPr>
          <p:spPr>
            <a:xfrm>
              <a:off x="1042681" y="3655198"/>
              <a:ext cx="21153" cy="18143"/>
            </a:xfrm>
            <a:custGeom>
              <a:rect b="b" l="l" r="r" t="t"/>
              <a:pathLst>
                <a:path extrusionOk="0" h="693" w="808">
                  <a:moveTo>
                    <a:pt x="461" y="1"/>
                  </a:moveTo>
                  <a:cubicBezTo>
                    <a:pt x="154" y="1"/>
                    <a:pt x="0" y="375"/>
                    <a:pt x="216" y="592"/>
                  </a:cubicBezTo>
                  <a:cubicBezTo>
                    <a:pt x="286" y="661"/>
                    <a:pt x="372" y="693"/>
                    <a:pt x="457" y="693"/>
                  </a:cubicBezTo>
                  <a:cubicBezTo>
                    <a:pt x="635" y="693"/>
                    <a:pt x="807" y="555"/>
                    <a:pt x="807" y="347"/>
                  </a:cubicBezTo>
                  <a:cubicBezTo>
                    <a:pt x="807" y="154"/>
                    <a:pt x="654" y="1"/>
                    <a:pt x="461"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0"/>
            <p:cNvSpPr/>
            <p:nvPr/>
          </p:nvSpPr>
          <p:spPr>
            <a:xfrm>
              <a:off x="1051111" y="3655198"/>
              <a:ext cx="13718" cy="18143"/>
            </a:xfrm>
            <a:custGeom>
              <a:rect b="b" l="l" r="r" t="t"/>
              <a:pathLst>
                <a:path extrusionOk="0" h="693" w="524">
                  <a:moveTo>
                    <a:pt x="139" y="1"/>
                  </a:moveTo>
                  <a:cubicBezTo>
                    <a:pt x="91" y="1"/>
                    <a:pt x="43" y="10"/>
                    <a:pt x="0" y="30"/>
                  </a:cubicBezTo>
                  <a:cubicBezTo>
                    <a:pt x="279" y="150"/>
                    <a:pt x="279" y="544"/>
                    <a:pt x="0" y="664"/>
                  </a:cubicBezTo>
                  <a:cubicBezTo>
                    <a:pt x="46" y="683"/>
                    <a:pt x="93" y="693"/>
                    <a:pt x="140" y="693"/>
                  </a:cubicBezTo>
                  <a:cubicBezTo>
                    <a:pt x="299" y="693"/>
                    <a:pt x="447" y="586"/>
                    <a:pt x="480" y="419"/>
                  </a:cubicBezTo>
                  <a:cubicBezTo>
                    <a:pt x="524" y="202"/>
                    <a:pt x="360" y="1"/>
                    <a:pt x="139" y="1"/>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0"/>
            <p:cNvSpPr/>
            <p:nvPr/>
          </p:nvSpPr>
          <p:spPr>
            <a:xfrm>
              <a:off x="971864" y="3659989"/>
              <a:ext cx="21284" cy="18143"/>
            </a:xfrm>
            <a:custGeom>
              <a:rect b="b" l="l" r="r" t="t"/>
              <a:pathLst>
                <a:path extrusionOk="0" h="693" w="813">
                  <a:moveTo>
                    <a:pt x="467" y="0"/>
                  </a:moveTo>
                  <a:cubicBezTo>
                    <a:pt x="154" y="0"/>
                    <a:pt x="1" y="370"/>
                    <a:pt x="222" y="591"/>
                  </a:cubicBezTo>
                  <a:cubicBezTo>
                    <a:pt x="291" y="661"/>
                    <a:pt x="377" y="692"/>
                    <a:pt x="462" y="692"/>
                  </a:cubicBezTo>
                  <a:cubicBezTo>
                    <a:pt x="640" y="692"/>
                    <a:pt x="812" y="554"/>
                    <a:pt x="812" y="346"/>
                  </a:cubicBezTo>
                  <a:cubicBezTo>
                    <a:pt x="812" y="154"/>
                    <a:pt x="654" y="0"/>
                    <a:pt x="467"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0"/>
            <p:cNvSpPr/>
            <p:nvPr/>
          </p:nvSpPr>
          <p:spPr>
            <a:xfrm>
              <a:off x="980425" y="3659989"/>
              <a:ext cx="13718" cy="18117"/>
            </a:xfrm>
            <a:custGeom>
              <a:rect b="b" l="l" r="r" t="t"/>
              <a:pathLst>
                <a:path extrusionOk="0" h="692" w="524">
                  <a:moveTo>
                    <a:pt x="147" y="0"/>
                  </a:moveTo>
                  <a:cubicBezTo>
                    <a:pt x="144" y="0"/>
                    <a:pt x="142" y="0"/>
                    <a:pt x="140" y="0"/>
                  </a:cubicBezTo>
                  <a:cubicBezTo>
                    <a:pt x="91" y="0"/>
                    <a:pt x="43" y="10"/>
                    <a:pt x="0" y="29"/>
                  </a:cubicBezTo>
                  <a:cubicBezTo>
                    <a:pt x="279" y="149"/>
                    <a:pt x="279" y="543"/>
                    <a:pt x="0" y="663"/>
                  </a:cubicBezTo>
                  <a:cubicBezTo>
                    <a:pt x="45" y="683"/>
                    <a:pt x="92" y="692"/>
                    <a:pt x="137" y="692"/>
                  </a:cubicBezTo>
                  <a:cubicBezTo>
                    <a:pt x="296" y="692"/>
                    <a:pt x="442" y="582"/>
                    <a:pt x="476" y="418"/>
                  </a:cubicBezTo>
                  <a:cubicBezTo>
                    <a:pt x="523" y="205"/>
                    <a:pt x="360" y="0"/>
                    <a:pt x="14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0"/>
            <p:cNvSpPr/>
            <p:nvPr/>
          </p:nvSpPr>
          <p:spPr>
            <a:xfrm>
              <a:off x="1000296" y="3629542"/>
              <a:ext cx="25552" cy="21834"/>
            </a:xfrm>
            <a:custGeom>
              <a:rect b="b" l="l" r="r" t="t"/>
              <a:pathLst>
                <a:path extrusionOk="0" h="834" w="976">
                  <a:moveTo>
                    <a:pt x="558" y="1"/>
                  </a:moveTo>
                  <a:cubicBezTo>
                    <a:pt x="188" y="1"/>
                    <a:pt x="0" y="447"/>
                    <a:pt x="264" y="712"/>
                  </a:cubicBezTo>
                  <a:cubicBezTo>
                    <a:pt x="348" y="796"/>
                    <a:pt x="453" y="833"/>
                    <a:pt x="555" y="833"/>
                  </a:cubicBezTo>
                  <a:cubicBezTo>
                    <a:pt x="769" y="833"/>
                    <a:pt x="975" y="669"/>
                    <a:pt x="975" y="419"/>
                  </a:cubicBezTo>
                  <a:cubicBezTo>
                    <a:pt x="975" y="188"/>
                    <a:pt x="788" y="1"/>
                    <a:pt x="558"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0"/>
            <p:cNvSpPr/>
            <p:nvPr/>
          </p:nvSpPr>
          <p:spPr>
            <a:xfrm>
              <a:off x="1010480" y="3629516"/>
              <a:ext cx="15368" cy="21860"/>
            </a:xfrm>
            <a:custGeom>
              <a:rect b="b" l="l" r="r" t="t"/>
              <a:pathLst>
                <a:path extrusionOk="0" h="835" w="587">
                  <a:moveTo>
                    <a:pt x="168" y="0"/>
                  </a:moveTo>
                  <a:cubicBezTo>
                    <a:pt x="113" y="0"/>
                    <a:pt x="56" y="11"/>
                    <a:pt x="0" y="35"/>
                  </a:cubicBezTo>
                  <a:cubicBezTo>
                    <a:pt x="332" y="179"/>
                    <a:pt x="332" y="655"/>
                    <a:pt x="0" y="799"/>
                  </a:cubicBezTo>
                  <a:cubicBezTo>
                    <a:pt x="56" y="823"/>
                    <a:pt x="113" y="834"/>
                    <a:pt x="168" y="834"/>
                  </a:cubicBezTo>
                  <a:cubicBezTo>
                    <a:pt x="388" y="834"/>
                    <a:pt x="583" y="658"/>
                    <a:pt x="586" y="420"/>
                  </a:cubicBezTo>
                  <a:cubicBezTo>
                    <a:pt x="583" y="178"/>
                    <a:pt x="388" y="0"/>
                    <a:pt x="168"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0"/>
            <p:cNvSpPr/>
            <p:nvPr/>
          </p:nvSpPr>
          <p:spPr>
            <a:xfrm>
              <a:off x="986970" y="3570428"/>
              <a:ext cx="25421" cy="21756"/>
            </a:xfrm>
            <a:custGeom>
              <a:rect b="b" l="l" r="r" t="t"/>
              <a:pathLst>
                <a:path extrusionOk="0" h="831" w="971">
                  <a:moveTo>
                    <a:pt x="552" y="1"/>
                  </a:moveTo>
                  <a:cubicBezTo>
                    <a:pt x="183" y="1"/>
                    <a:pt x="0" y="448"/>
                    <a:pt x="259" y="707"/>
                  </a:cubicBezTo>
                  <a:cubicBezTo>
                    <a:pt x="345" y="793"/>
                    <a:pt x="450" y="831"/>
                    <a:pt x="552" y="831"/>
                  </a:cubicBezTo>
                  <a:cubicBezTo>
                    <a:pt x="766" y="831"/>
                    <a:pt x="970" y="664"/>
                    <a:pt x="970" y="414"/>
                  </a:cubicBezTo>
                  <a:cubicBezTo>
                    <a:pt x="970" y="183"/>
                    <a:pt x="783" y="1"/>
                    <a:pt x="55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0"/>
            <p:cNvSpPr/>
            <p:nvPr/>
          </p:nvSpPr>
          <p:spPr>
            <a:xfrm>
              <a:off x="996761" y="3570428"/>
              <a:ext cx="16886" cy="21808"/>
            </a:xfrm>
            <a:custGeom>
              <a:rect b="b" l="l" r="r" t="t"/>
              <a:pathLst>
                <a:path extrusionOk="0" h="833" w="645">
                  <a:moveTo>
                    <a:pt x="178" y="1"/>
                  </a:moveTo>
                  <a:cubicBezTo>
                    <a:pt x="116" y="1"/>
                    <a:pt x="54" y="15"/>
                    <a:pt x="1" y="44"/>
                  </a:cubicBezTo>
                  <a:cubicBezTo>
                    <a:pt x="313" y="193"/>
                    <a:pt x="313" y="640"/>
                    <a:pt x="1" y="789"/>
                  </a:cubicBezTo>
                  <a:cubicBezTo>
                    <a:pt x="60" y="818"/>
                    <a:pt x="123" y="832"/>
                    <a:pt x="183" y="832"/>
                  </a:cubicBezTo>
                  <a:cubicBezTo>
                    <a:pt x="368" y="832"/>
                    <a:pt x="540" y="705"/>
                    <a:pt x="587" y="510"/>
                  </a:cubicBezTo>
                  <a:cubicBezTo>
                    <a:pt x="644" y="251"/>
                    <a:pt x="448" y="1"/>
                    <a:pt x="1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0"/>
            <p:cNvSpPr/>
            <p:nvPr/>
          </p:nvSpPr>
          <p:spPr>
            <a:xfrm>
              <a:off x="1019905" y="3541630"/>
              <a:ext cx="25447" cy="21886"/>
            </a:xfrm>
            <a:custGeom>
              <a:rect b="b" l="l" r="r" t="t"/>
              <a:pathLst>
                <a:path extrusionOk="0" h="836" w="972">
                  <a:moveTo>
                    <a:pt x="558" y="1"/>
                  </a:moveTo>
                  <a:cubicBezTo>
                    <a:pt x="188" y="1"/>
                    <a:pt x="1" y="452"/>
                    <a:pt x="265" y="712"/>
                  </a:cubicBezTo>
                  <a:cubicBezTo>
                    <a:pt x="349" y="797"/>
                    <a:pt x="453" y="835"/>
                    <a:pt x="554" y="835"/>
                  </a:cubicBezTo>
                  <a:cubicBezTo>
                    <a:pt x="767" y="835"/>
                    <a:pt x="971" y="669"/>
                    <a:pt x="971" y="419"/>
                  </a:cubicBezTo>
                  <a:cubicBezTo>
                    <a:pt x="971" y="188"/>
                    <a:pt x="789" y="1"/>
                    <a:pt x="558"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0"/>
            <p:cNvSpPr/>
            <p:nvPr/>
          </p:nvSpPr>
          <p:spPr>
            <a:xfrm>
              <a:off x="1029722" y="3541630"/>
              <a:ext cx="16991" cy="21860"/>
            </a:xfrm>
            <a:custGeom>
              <a:rect b="b" l="l" r="r" t="t"/>
              <a:pathLst>
                <a:path extrusionOk="0" h="835" w="649">
                  <a:moveTo>
                    <a:pt x="183" y="1"/>
                  </a:moveTo>
                  <a:cubicBezTo>
                    <a:pt x="120" y="1"/>
                    <a:pt x="58" y="15"/>
                    <a:pt x="0" y="44"/>
                  </a:cubicBezTo>
                  <a:cubicBezTo>
                    <a:pt x="317" y="193"/>
                    <a:pt x="317" y="640"/>
                    <a:pt x="0" y="793"/>
                  </a:cubicBezTo>
                  <a:cubicBezTo>
                    <a:pt x="58" y="821"/>
                    <a:pt x="119" y="834"/>
                    <a:pt x="179" y="834"/>
                  </a:cubicBezTo>
                  <a:cubicBezTo>
                    <a:pt x="367" y="834"/>
                    <a:pt x="543" y="707"/>
                    <a:pt x="586" y="510"/>
                  </a:cubicBezTo>
                  <a:cubicBezTo>
                    <a:pt x="649" y="250"/>
                    <a:pt x="447" y="1"/>
                    <a:pt x="1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0"/>
            <p:cNvSpPr/>
            <p:nvPr/>
          </p:nvSpPr>
          <p:spPr>
            <a:xfrm>
              <a:off x="1004930" y="3500998"/>
              <a:ext cx="21180" cy="18143"/>
            </a:xfrm>
            <a:custGeom>
              <a:rect b="b" l="l" r="r" t="t"/>
              <a:pathLst>
                <a:path extrusionOk="0" h="693" w="809">
                  <a:moveTo>
                    <a:pt x="462" y="1"/>
                  </a:moveTo>
                  <a:cubicBezTo>
                    <a:pt x="155" y="1"/>
                    <a:pt x="1" y="371"/>
                    <a:pt x="217" y="592"/>
                  </a:cubicBezTo>
                  <a:cubicBezTo>
                    <a:pt x="288" y="662"/>
                    <a:pt x="375" y="693"/>
                    <a:pt x="460" y="693"/>
                  </a:cubicBezTo>
                  <a:cubicBezTo>
                    <a:pt x="638" y="693"/>
                    <a:pt x="808" y="555"/>
                    <a:pt x="808" y="347"/>
                  </a:cubicBezTo>
                  <a:cubicBezTo>
                    <a:pt x="808" y="155"/>
                    <a:pt x="654" y="1"/>
                    <a:pt x="46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0"/>
            <p:cNvSpPr/>
            <p:nvPr/>
          </p:nvSpPr>
          <p:spPr>
            <a:xfrm>
              <a:off x="1013360" y="3500998"/>
              <a:ext cx="13744" cy="18143"/>
            </a:xfrm>
            <a:custGeom>
              <a:rect b="b" l="l" r="r" t="t"/>
              <a:pathLst>
                <a:path extrusionOk="0" h="693" w="525">
                  <a:moveTo>
                    <a:pt x="140" y="1"/>
                  </a:moveTo>
                  <a:cubicBezTo>
                    <a:pt x="92" y="1"/>
                    <a:pt x="44" y="11"/>
                    <a:pt x="1" y="30"/>
                  </a:cubicBezTo>
                  <a:cubicBezTo>
                    <a:pt x="279" y="150"/>
                    <a:pt x="279" y="544"/>
                    <a:pt x="1" y="664"/>
                  </a:cubicBezTo>
                  <a:cubicBezTo>
                    <a:pt x="47" y="684"/>
                    <a:pt x="94" y="693"/>
                    <a:pt x="141" y="693"/>
                  </a:cubicBezTo>
                  <a:cubicBezTo>
                    <a:pt x="300" y="693"/>
                    <a:pt x="448" y="586"/>
                    <a:pt x="481" y="419"/>
                  </a:cubicBezTo>
                  <a:cubicBezTo>
                    <a:pt x="525" y="203"/>
                    <a:pt x="361" y="1"/>
                    <a:pt x="1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0"/>
            <p:cNvSpPr/>
            <p:nvPr/>
          </p:nvSpPr>
          <p:spPr>
            <a:xfrm>
              <a:off x="975268" y="3368082"/>
              <a:ext cx="90949" cy="28065"/>
            </a:xfrm>
            <a:custGeom>
              <a:rect b="b" l="l" r="r" t="t"/>
              <a:pathLst>
                <a:path extrusionOk="0" h="1072" w="3474">
                  <a:moveTo>
                    <a:pt x="264" y="0"/>
                  </a:moveTo>
                  <a:cubicBezTo>
                    <a:pt x="120" y="0"/>
                    <a:pt x="0" y="120"/>
                    <a:pt x="0" y="269"/>
                  </a:cubicBezTo>
                  <a:lnTo>
                    <a:pt x="0" y="802"/>
                  </a:lnTo>
                  <a:cubicBezTo>
                    <a:pt x="0" y="951"/>
                    <a:pt x="120" y="1071"/>
                    <a:pt x="264" y="1071"/>
                  </a:cubicBezTo>
                  <a:lnTo>
                    <a:pt x="3209" y="1071"/>
                  </a:lnTo>
                  <a:cubicBezTo>
                    <a:pt x="3353" y="1071"/>
                    <a:pt x="3474" y="951"/>
                    <a:pt x="3474" y="802"/>
                  </a:cubicBezTo>
                  <a:lnTo>
                    <a:pt x="3474" y="269"/>
                  </a:lnTo>
                  <a:cubicBezTo>
                    <a:pt x="3474" y="120"/>
                    <a:pt x="3353" y="0"/>
                    <a:pt x="3209"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0"/>
            <p:cNvSpPr/>
            <p:nvPr/>
          </p:nvSpPr>
          <p:spPr>
            <a:xfrm>
              <a:off x="1031241" y="3368082"/>
              <a:ext cx="34976" cy="28065"/>
            </a:xfrm>
            <a:custGeom>
              <a:rect b="b" l="l" r="r" t="t"/>
              <a:pathLst>
                <a:path extrusionOk="0" h="1072" w="1336">
                  <a:moveTo>
                    <a:pt x="0" y="0"/>
                  </a:moveTo>
                  <a:cubicBezTo>
                    <a:pt x="149" y="0"/>
                    <a:pt x="269" y="120"/>
                    <a:pt x="269" y="269"/>
                  </a:cubicBezTo>
                  <a:lnTo>
                    <a:pt x="269" y="802"/>
                  </a:lnTo>
                  <a:cubicBezTo>
                    <a:pt x="269" y="951"/>
                    <a:pt x="149" y="1071"/>
                    <a:pt x="0" y="1071"/>
                  </a:cubicBezTo>
                  <a:lnTo>
                    <a:pt x="1067" y="1071"/>
                  </a:lnTo>
                  <a:cubicBezTo>
                    <a:pt x="1215" y="1071"/>
                    <a:pt x="1336" y="951"/>
                    <a:pt x="1336" y="802"/>
                  </a:cubicBezTo>
                  <a:lnTo>
                    <a:pt x="1336" y="269"/>
                  </a:lnTo>
                  <a:cubicBezTo>
                    <a:pt x="1336" y="120"/>
                    <a:pt x="1215" y="0"/>
                    <a:pt x="106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0"/>
            <p:cNvSpPr/>
            <p:nvPr/>
          </p:nvSpPr>
          <p:spPr>
            <a:xfrm>
              <a:off x="883193" y="3362794"/>
              <a:ext cx="275099" cy="363876"/>
            </a:xfrm>
            <a:custGeom>
              <a:rect b="b" l="l" r="r" t="t"/>
              <a:pathLst>
                <a:path extrusionOk="0" h="13899" w="10508">
                  <a:moveTo>
                    <a:pt x="6726" y="404"/>
                  </a:moveTo>
                  <a:cubicBezTo>
                    <a:pt x="6760" y="404"/>
                    <a:pt x="6789" y="433"/>
                    <a:pt x="6789" y="471"/>
                  </a:cubicBezTo>
                  <a:lnTo>
                    <a:pt x="6789" y="1004"/>
                  </a:lnTo>
                  <a:cubicBezTo>
                    <a:pt x="6789" y="1038"/>
                    <a:pt x="6760" y="1067"/>
                    <a:pt x="6726" y="1067"/>
                  </a:cubicBezTo>
                  <a:lnTo>
                    <a:pt x="3781" y="1067"/>
                  </a:lnTo>
                  <a:cubicBezTo>
                    <a:pt x="3748" y="1067"/>
                    <a:pt x="3719" y="1038"/>
                    <a:pt x="3719" y="1004"/>
                  </a:cubicBezTo>
                  <a:lnTo>
                    <a:pt x="3719" y="471"/>
                  </a:lnTo>
                  <a:cubicBezTo>
                    <a:pt x="3719" y="433"/>
                    <a:pt x="3748" y="404"/>
                    <a:pt x="3781" y="404"/>
                  </a:cubicBezTo>
                  <a:close/>
                  <a:moveTo>
                    <a:pt x="3781" y="0"/>
                  </a:moveTo>
                  <a:cubicBezTo>
                    <a:pt x="3522" y="0"/>
                    <a:pt x="3311" y="212"/>
                    <a:pt x="3311" y="471"/>
                  </a:cubicBezTo>
                  <a:lnTo>
                    <a:pt x="3311" y="1004"/>
                  </a:lnTo>
                  <a:cubicBezTo>
                    <a:pt x="3311" y="1249"/>
                    <a:pt x="3503" y="1456"/>
                    <a:pt x="3748" y="1475"/>
                  </a:cubicBezTo>
                  <a:lnTo>
                    <a:pt x="3748" y="6029"/>
                  </a:lnTo>
                  <a:cubicBezTo>
                    <a:pt x="3748" y="6140"/>
                    <a:pt x="3719" y="6246"/>
                    <a:pt x="3671" y="6342"/>
                  </a:cubicBezTo>
                  <a:lnTo>
                    <a:pt x="2547" y="8441"/>
                  </a:lnTo>
                  <a:lnTo>
                    <a:pt x="1365" y="10656"/>
                  </a:lnTo>
                  <a:lnTo>
                    <a:pt x="774" y="11765"/>
                  </a:lnTo>
                  <a:lnTo>
                    <a:pt x="303" y="12649"/>
                  </a:lnTo>
                  <a:cubicBezTo>
                    <a:pt x="1" y="13216"/>
                    <a:pt x="409" y="13898"/>
                    <a:pt x="1053" y="13898"/>
                  </a:cubicBezTo>
                  <a:lnTo>
                    <a:pt x="4771" y="13898"/>
                  </a:lnTo>
                  <a:cubicBezTo>
                    <a:pt x="5040" y="13898"/>
                    <a:pt x="5040" y="13490"/>
                    <a:pt x="4771" y="13490"/>
                  </a:cubicBezTo>
                  <a:lnTo>
                    <a:pt x="1048" y="13490"/>
                  </a:lnTo>
                  <a:cubicBezTo>
                    <a:pt x="716" y="13490"/>
                    <a:pt x="505" y="13135"/>
                    <a:pt x="659" y="12842"/>
                  </a:cubicBezTo>
                  <a:lnTo>
                    <a:pt x="1077" y="12063"/>
                  </a:lnTo>
                  <a:lnTo>
                    <a:pt x="1639" y="12063"/>
                  </a:lnTo>
                  <a:cubicBezTo>
                    <a:pt x="1908" y="12063"/>
                    <a:pt x="1908" y="11660"/>
                    <a:pt x="1639" y="11660"/>
                  </a:cubicBezTo>
                  <a:lnTo>
                    <a:pt x="1293" y="11660"/>
                  </a:lnTo>
                  <a:lnTo>
                    <a:pt x="1668" y="10958"/>
                  </a:lnTo>
                  <a:lnTo>
                    <a:pt x="2225" y="10958"/>
                  </a:lnTo>
                  <a:cubicBezTo>
                    <a:pt x="2494" y="10958"/>
                    <a:pt x="2494" y="10550"/>
                    <a:pt x="2225" y="10550"/>
                  </a:cubicBezTo>
                  <a:lnTo>
                    <a:pt x="1884" y="10550"/>
                  </a:lnTo>
                  <a:lnTo>
                    <a:pt x="2259" y="9849"/>
                  </a:lnTo>
                  <a:lnTo>
                    <a:pt x="2821" y="9849"/>
                  </a:lnTo>
                  <a:cubicBezTo>
                    <a:pt x="3090" y="9849"/>
                    <a:pt x="3090" y="9440"/>
                    <a:pt x="2821" y="9440"/>
                  </a:cubicBezTo>
                  <a:lnTo>
                    <a:pt x="2475" y="9440"/>
                  </a:lnTo>
                  <a:lnTo>
                    <a:pt x="2849" y="8739"/>
                  </a:lnTo>
                  <a:lnTo>
                    <a:pt x="3412" y="8739"/>
                  </a:lnTo>
                  <a:cubicBezTo>
                    <a:pt x="3685" y="8739"/>
                    <a:pt x="3685" y="8331"/>
                    <a:pt x="3412" y="8331"/>
                  </a:cubicBezTo>
                  <a:lnTo>
                    <a:pt x="3066" y="8331"/>
                  </a:lnTo>
                  <a:lnTo>
                    <a:pt x="4026" y="6529"/>
                  </a:lnTo>
                  <a:cubicBezTo>
                    <a:pt x="4108" y="6375"/>
                    <a:pt x="4151" y="6202"/>
                    <a:pt x="4151" y="6029"/>
                  </a:cubicBezTo>
                  <a:lnTo>
                    <a:pt x="4151" y="1475"/>
                  </a:lnTo>
                  <a:lnTo>
                    <a:pt x="6347" y="1475"/>
                  </a:lnTo>
                  <a:lnTo>
                    <a:pt x="6347" y="6029"/>
                  </a:lnTo>
                  <a:cubicBezTo>
                    <a:pt x="6347" y="6202"/>
                    <a:pt x="6390" y="6375"/>
                    <a:pt x="6472" y="6529"/>
                  </a:cubicBezTo>
                  <a:lnTo>
                    <a:pt x="9844" y="12842"/>
                  </a:lnTo>
                  <a:cubicBezTo>
                    <a:pt x="9998" y="13135"/>
                    <a:pt x="9787" y="13490"/>
                    <a:pt x="9455" y="13490"/>
                  </a:cubicBezTo>
                  <a:lnTo>
                    <a:pt x="5727" y="13490"/>
                  </a:lnTo>
                  <a:cubicBezTo>
                    <a:pt x="5458" y="13490"/>
                    <a:pt x="5458" y="13898"/>
                    <a:pt x="5727" y="13898"/>
                  </a:cubicBezTo>
                  <a:lnTo>
                    <a:pt x="9455" y="13898"/>
                  </a:lnTo>
                  <a:cubicBezTo>
                    <a:pt x="10099" y="13898"/>
                    <a:pt x="10507" y="13216"/>
                    <a:pt x="10204" y="12649"/>
                  </a:cubicBezTo>
                  <a:lnTo>
                    <a:pt x="6837" y="6337"/>
                  </a:lnTo>
                  <a:cubicBezTo>
                    <a:pt x="6784" y="6246"/>
                    <a:pt x="6760" y="6135"/>
                    <a:pt x="6755" y="6029"/>
                  </a:cubicBezTo>
                  <a:lnTo>
                    <a:pt x="6755" y="1475"/>
                  </a:lnTo>
                  <a:cubicBezTo>
                    <a:pt x="7005" y="1456"/>
                    <a:pt x="7192" y="1249"/>
                    <a:pt x="7192" y="1004"/>
                  </a:cubicBezTo>
                  <a:lnTo>
                    <a:pt x="7192" y="471"/>
                  </a:lnTo>
                  <a:cubicBezTo>
                    <a:pt x="7192" y="212"/>
                    <a:pt x="6981" y="0"/>
                    <a:pt x="67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0"/>
            <p:cNvSpPr/>
            <p:nvPr/>
          </p:nvSpPr>
          <p:spPr>
            <a:xfrm>
              <a:off x="935631" y="3604305"/>
              <a:ext cx="170091" cy="92808"/>
            </a:xfrm>
            <a:custGeom>
              <a:rect b="b" l="l" r="r" t="t"/>
              <a:pathLst>
                <a:path extrusionOk="0" h="3545" w="6497">
                  <a:moveTo>
                    <a:pt x="3232" y="410"/>
                  </a:moveTo>
                  <a:cubicBezTo>
                    <a:pt x="3600" y="410"/>
                    <a:pt x="3968" y="446"/>
                    <a:pt x="4329" y="518"/>
                  </a:cubicBezTo>
                  <a:lnTo>
                    <a:pt x="4507" y="556"/>
                  </a:lnTo>
                  <a:cubicBezTo>
                    <a:pt x="4613" y="576"/>
                    <a:pt x="4699" y="643"/>
                    <a:pt x="4747" y="734"/>
                  </a:cubicBezTo>
                  <a:lnTo>
                    <a:pt x="5968" y="3030"/>
                  </a:lnTo>
                  <a:cubicBezTo>
                    <a:pt x="5992" y="3078"/>
                    <a:pt x="5958" y="3136"/>
                    <a:pt x="5905" y="3141"/>
                  </a:cubicBezTo>
                  <a:lnTo>
                    <a:pt x="597" y="3141"/>
                  </a:lnTo>
                  <a:cubicBezTo>
                    <a:pt x="544" y="3141"/>
                    <a:pt x="505" y="3078"/>
                    <a:pt x="534" y="3030"/>
                  </a:cubicBezTo>
                  <a:lnTo>
                    <a:pt x="1754" y="724"/>
                  </a:lnTo>
                  <a:cubicBezTo>
                    <a:pt x="1802" y="638"/>
                    <a:pt x="1889" y="571"/>
                    <a:pt x="1985" y="547"/>
                  </a:cubicBezTo>
                  <a:lnTo>
                    <a:pt x="1985" y="552"/>
                  </a:lnTo>
                  <a:cubicBezTo>
                    <a:pt x="2394" y="457"/>
                    <a:pt x="2813" y="410"/>
                    <a:pt x="3232" y="410"/>
                  </a:cubicBezTo>
                  <a:close/>
                  <a:moveTo>
                    <a:pt x="3227" y="0"/>
                  </a:moveTo>
                  <a:cubicBezTo>
                    <a:pt x="2779" y="0"/>
                    <a:pt x="2332" y="51"/>
                    <a:pt x="1894" y="153"/>
                  </a:cubicBezTo>
                  <a:cubicBezTo>
                    <a:pt x="1682" y="201"/>
                    <a:pt x="1500" y="340"/>
                    <a:pt x="1394" y="537"/>
                  </a:cubicBezTo>
                  <a:lnTo>
                    <a:pt x="174" y="2843"/>
                  </a:lnTo>
                  <a:cubicBezTo>
                    <a:pt x="1" y="3160"/>
                    <a:pt x="236" y="3544"/>
                    <a:pt x="597" y="3544"/>
                  </a:cubicBezTo>
                  <a:lnTo>
                    <a:pt x="5905" y="3544"/>
                  </a:lnTo>
                  <a:cubicBezTo>
                    <a:pt x="6265" y="3544"/>
                    <a:pt x="6496" y="3160"/>
                    <a:pt x="6328" y="2843"/>
                  </a:cubicBezTo>
                  <a:lnTo>
                    <a:pt x="5108" y="542"/>
                  </a:lnTo>
                  <a:cubicBezTo>
                    <a:pt x="5002" y="345"/>
                    <a:pt x="4815" y="201"/>
                    <a:pt x="4589" y="158"/>
                  </a:cubicBezTo>
                  <a:lnTo>
                    <a:pt x="4411" y="119"/>
                  </a:lnTo>
                  <a:cubicBezTo>
                    <a:pt x="4020" y="40"/>
                    <a:pt x="3623" y="0"/>
                    <a:pt x="3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0"/>
            <p:cNvSpPr/>
            <p:nvPr/>
          </p:nvSpPr>
          <p:spPr>
            <a:xfrm>
              <a:off x="1040404" y="3649832"/>
              <a:ext cx="33615" cy="28798"/>
            </a:xfrm>
            <a:custGeom>
              <a:rect b="b" l="l" r="r" t="t"/>
              <a:pathLst>
                <a:path extrusionOk="0" h="1100" w="1284">
                  <a:moveTo>
                    <a:pt x="548" y="407"/>
                  </a:moveTo>
                  <a:cubicBezTo>
                    <a:pt x="678" y="407"/>
                    <a:pt x="741" y="561"/>
                    <a:pt x="649" y="652"/>
                  </a:cubicBezTo>
                  <a:cubicBezTo>
                    <a:pt x="620" y="682"/>
                    <a:pt x="584" y="695"/>
                    <a:pt x="549" y="695"/>
                  </a:cubicBezTo>
                  <a:cubicBezTo>
                    <a:pt x="475" y="695"/>
                    <a:pt x="404" y="636"/>
                    <a:pt x="404" y="552"/>
                  </a:cubicBezTo>
                  <a:cubicBezTo>
                    <a:pt x="404" y="470"/>
                    <a:pt x="472" y="407"/>
                    <a:pt x="548" y="407"/>
                  </a:cubicBezTo>
                  <a:close/>
                  <a:moveTo>
                    <a:pt x="554" y="1"/>
                  </a:moveTo>
                  <a:cubicBezTo>
                    <a:pt x="271" y="1"/>
                    <a:pt x="1" y="220"/>
                    <a:pt x="1" y="552"/>
                  </a:cubicBezTo>
                  <a:cubicBezTo>
                    <a:pt x="1" y="854"/>
                    <a:pt x="246" y="1099"/>
                    <a:pt x="548" y="1099"/>
                  </a:cubicBezTo>
                  <a:cubicBezTo>
                    <a:pt x="1038" y="1099"/>
                    <a:pt x="1283" y="508"/>
                    <a:pt x="938" y="162"/>
                  </a:cubicBezTo>
                  <a:cubicBezTo>
                    <a:pt x="826" y="51"/>
                    <a:pt x="688" y="1"/>
                    <a:pt x="5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0"/>
            <p:cNvSpPr/>
            <p:nvPr/>
          </p:nvSpPr>
          <p:spPr>
            <a:xfrm>
              <a:off x="969613" y="3654623"/>
              <a:ext cx="33720" cy="28772"/>
            </a:xfrm>
            <a:custGeom>
              <a:rect b="b" l="l" r="r" t="t"/>
              <a:pathLst>
                <a:path extrusionOk="0" h="1099" w="1288">
                  <a:moveTo>
                    <a:pt x="553" y="407"/>
                  </a:moveTo>
                  <a:cubicBezTo>
                    <a:pt x="677" y="407"/>
                    <a:pt x="740" y="561"/>
                    <a:pt x="653" y="652"/>
                  </a:cubicBezTo>
                  <a:cubicBezTo>
                    <a:pt x="624" y="681"/>
                    <a:pt x="588" y="694"/>
                    <a:pt x="553" y="694"/>
                  </a:cubicBezTo>
                  <a:cubicBezTo>
                    <a:pt x="479" y="694"/>
                    <a:pt x="408" y="636"/>
                    <a:pt x="408" y="551"/>
                  </a:cubicBezTo>
                  <a:cubicBezTo>
                    <a:pt x="408" y="469"/>
                    <a:pt x="471" y="407"/>
                    <a:pt x="553" y="407"/>
                  </a:cubicBezTo>
                  <a:close/>
                  <a:moveTo>
                    <a:pt x="554" y="0"/>
                  </a:moveTo>
                  <a:cubicBezTo>
                    <a:pt x="271" y="0"/>
                    <a:pt x="0" y="220"/>
                    <a:pt x="0" y="551"/>
                  </a:cubicBezTo>
                  <a:cubicBezTo>
                    <a:pt x="0" y="854"/>
                    <a:pt x="245" y="1099"/>
                    <a:pt x="553" y="1099"/>
                  </a:cubicBezTo>
                  <a:cubicBezTo>
                    <a:pt x="1043" y="1099"/>
                    <a:pt x="1288" y="508"/>
                    <a:pt x="942" y="162"/>
                  </a:cubicBezTo>
                  <a:cubicBezTo>
                    <a:pt x="828" y="50"/>
                    <a:pt x="690" y="0"/>
                    <a:pt x="5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0"/>
            <p:cNvSpPr/>
            <p:nvPr/>
          </p:nvSpPr>
          <p:spPr>
            <a:xfrm>
              <a:off x="998646" y="3624175"/>
              <a:ext cx="37882" cy="32437"/>
            </a:xfrm>
            <a:custGeom>
              <a:rect b="b" l="l" r="r" t="t"/>
              <a:pathLst>
                <a:path extrusionOk="0" h="1239" w="1447">
                  <a:moveTo>
                    <a:pt x="621" y="407"/>
                  </a:moveTo>
                  <a:cubicBezTo>
                    <a:pt x="808" y="407"/>
                    <a:pt x="904" y="638"/>
                    <a:pt x="769" y="773"/>
                  </a:cubicBezTo>
                  <a:cubicBezTo>
                    <a:pt x="726" y="814"/>
                    <a:pt x="673" y="833"/>
                    <a:pt x="621" y="833"/>
                  </a:cubicBezTo>
                  <a:cubicBezTo>
                    <a:pt x="513" y="833"/>
                    <a:pt x="409" y="750"/>
                    <a:pt x="409" y="624"/>
                  </a:cubicBezTo>
                  <a:cubicBezTo>
                    <a:pt x="409" y="504"/>
                    <a:pt x="505" y="412"/>
                    <a:pt x="621" y="412"/>
                  </a:cubicBezTo>
                  <a:lnTo>
                    <a:pt x="621" y="407"/>
                  </a:lnTo>
                  <a:close/>
                  <a:moveTo>
                    <a:pt x="627" y="0"/>
                  </a:moveTo>
                  <a:cubicBezTo>
                    <a:pt x="308" y="0"/>
                    <a:pt x="1" y="249"/>
                    <a:pt x="1" y="624"/>
                  </a:cubicBezTo>
                  <a:cubicBezTo>
                    <a:pt x="1" y="965"/>
                    <a:pt x="279" y="1239"/>
                    <a:pt x="621" y="1239"/>
                  </a:cubicBezTo>
                  <a:cubicBezTo>
                    <a:pt x="1173" y="1239"/>
                    <a:pt x="1447" y="576"/>
                    <a:pt x="1058" y="182"/>
                  </a:cubicBezTo>
                  <a:cubicBezTo>
                    <a:pt x="932" y="56"/>
                    <a:pt x="778" y="0"/>
                    <a:pt x="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0"/>
            <p:cNvSpPr/>
            <p:nvPr/>
          </p:nvSpPr>
          <p:spPr>
            <a:xfrm>
              <a:off x="985190" y="3565035"/>
              <a:ext cx="38013" cy="32463"/>
            </a:xfrm>
            <a:custGeom>
              <a:rect b="b" l="l" r="r" t="t"/>
              <a:pathLst>
                <a:path extrusionOk="0" h="1240" w="1452">
                  <a:moveTo>
                    <a:pt x="620" y="409"/>
                  </a:moveTo>
                  <a:cubicBezTo>
                    <a:pt x="741" y="409"/>
                    <a:pt x="832" y="505"/>
                    <a:pt x="832" y="620"/>
                  </a:cubicBezTo>
                  <a:cubicBezTo>
                    <a:pt x="832" y="747"/>
                    <a:pt x="728" y="832"/>
                    <a:pt x="620" y="832"/>
                  </a:cubicBezTo>
                  <a:cubicBezTo>
                    <a:pt x="568" y="832"/>
                    <a:pt x="515" y="812"/>
                    <a:pt x="472" y="769"/>
                  </a:cubicBezTo>
                  <a:cubicBezTo>
                    <a:pt x="337" y="634"/>
                    <a:pt x="433" y="409"/>
                    <a:pt x="620" y="409"/>
                  </a:cubicBezTo>
                  <a:close/>
                  <a:moveTo>
                    <a:pt x="620" y="0"/>
                  </a:moveTo>
                  <a:cubicBezTo>
                    <a:pt x="279" y="0"/>
                    <a:pt x="1" y="279"/>
                    <a:pt x="1" y="620"/>
                  </a:cubicBezTo>
                  <a:cubicBezTo>
                    <a:pt x="1" y="993"/>
                    <a:pt x="306" y="1240"/>
                    <a:pt x="624" y="1240"/>
                  </a:cubicBezTo>
                  <a:cubicBezTo>
                    <a:pt x="776" y="1240"/>
                    <a:pt x="932" y="1183"/>
                    <a:pt x="1058" y="1057"/>
                  </a:cubicBezTo>
                  <a:cubicBezTo>
                    <a:pt x="1452" y="668"/>
                    <a:pt x="1173" y="0"/>
                    <a:pt x="6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0"/>
            <p:cNvSpPr/>
            <p:nvPr/>
          </p:nvSpPr>
          <p:spPr>
            <a:xfrm>
              <a:off x="1018281" y="3536341"/>
              <a:ext cx="37882" cy="32489"/>
            </a:xfrm>
            <a:custGeom>
              <a:rect b="b" l="l" r="r" t="t"/>
              <a:pathLst>
                <a:path extrusionOk="0" h="1241" w="1447">
                  <a:moveTo>
                    <a:pt x="620" y="409"/>
                  </a:moveTo>
                  <a:cubicBezTo>
                    <a:pt x="807" y="409"/>
                    <a:pt x="903" y="635"/>
                    <a:pt x="769" y="770"/>
                  </a:cubicBezTo>
                  <a:cubicBezTo>
                    <a:pt x="725" y="813"/>
                    <a:pt x="672" y="832"/>
                    <a:pt x="621" y="832"/>
                  </a:cubicBezTo>
                  <a:cubicBezTo>
                    <a:pt x="512" y="832"/>
                    <a:pt x="409" y="747"/>
                    <a:pt x="409" y="621"/>
                  </a:cubicBezTo>
                  <a:cubicBezTo>
                    <a:pt x="409" y="505"/>
                    <a:pt x="500" y="409"/>
                    <a:pt x="620" y="409"/>
                  </a:cubicBezTo>
                  <a:close/>
                  <a:moveTo>
                    <a:pt x="620" y="1"/>
                  </a:moveTo>
                  <a:cubicBezTo>
                    <a:pt x="279" y="1"/>
                    <a:pt x="0" y="280"/>
                    <a:pt x="0" y="621"/>
                  </a:cubicBezTo>
                  <a:cubicBezTo>
                    <a:pt x="0" y="994"/>
                    <a:pt x="305" y="1240"/>
                    <a:pt x="623" y="1240"/>
                  </a:cubicBezTo>
                  <a:cubicBezTo>
                    <a:pt x="776" y="1240"/>
                    <a:pt x="931" y="1184"/>
                    <a:pt x="1057" y="1058"/>
                  </a:cubicBezTo>
                  <a:cubicBezTo>
                    <a:pt x="1446" y="669"/>
                    <a:pt x="1172" y="1"/>
                    <a:pt x="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0"/>
            <p:cNvSpPr/>
            <p:nvPr/>
          </p:nvSpPr>
          <p:spPr>
            <a:xfrm>
              <a:off x="997782" y="3495736"/>
              <a:ext cx="33720" cy="28772"/>
            </a:xfrm>
            <a:custGeom>
              <a:rect b="b" l="l" r="r" t="t"/>
              <a:pathLst>
                <a:path extrusionOk="0" h="1099" w="1288">
                  <a:moveTo>
                    <a:pt x="736" y="404"/>
                  </a:moveTo>
                  <a:cubicBezTo>
                    <a:pt x="810" y="404"/>
                    <a:pt x="879" y="461"/>
                    <a:pt x="879" y="548"/>
                  </a:cubicBezTo>
                  <a:cubicBezTo>
                    <a:pt x="879" y="630"/>
                    <a:pt x="817" y="692"/>
                    <a:pt x="735" y="692"/>
                  </a:cubicBezTo>
                  <a:cubicBezTo>
                    <a:pt x="610" y="692"/>
                    <a:pt x="543" y="538"/>
                    <a:pt x="634" y="447"/>
                  </a:cubicBezTo>
                  <a:cubicBezTo>
                    <a:pt x="664" y="417"/>
                    <a:pt x="701" y="404"/>
                    <a:pt x="736" y="404"/>
                  </a:cubicBezTo>
                  <a:close/>
                  <a:moveTo>
                    <a:pt x="735" y="0"/>
                  </a:moveTo>
                  <a:cubicBezTo>
                    <a:pt x="245" y="0"/>
                    <a:pt x="0" y="591"/>
                    <a:pt x="346" y="937"/>
                  </a:cubicBezTo>
                  <a:cubicBezTo>
                    <a:pt x="458" y="1049"/>
                    <a:pt x="596" y="1099"/>
                    <a:pt x="731" y="1099"/>
                  </a:cubicBezTo>
                  <a:cubicBezTo>
                    <a:pt x="1015" y="1099"/>
                    <a:pt x="1288" y="879"/>
                    <a:pt x="1288" y="548"/>
                  </a:cubicBezTo>
                  <a:cubicBezTo>
                    <a:pt x="1288" y="245"/>
                    <a:pt x="1038"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80"/>
          <p:cNvGrpSpPr/>
          <p:nvPr/>
        </p:nvGrpSpPr>
        <p:grpSpPr>
          <a:xfrm>
            <a:off x="2633404" y="2896764"/>
            <a:ext cx="368798" cy="365420"/>
            <a:chOff x="2633404" y="2896764"/>
            <a:chExt cx="368798" cy="365420"/>
          </a:xfrm>
        </p:grpSpPr>
        <p:sp>
          <p:nvSpPr>
            <p:cNvPr id="8467" name="Google Shape;8467;p80"/>
            <p:cNvSpPr/>
            <p:nvPr/>
          </p:nvSpPr>
          <p:spPr>
            <a:xfrm>
              <a:off x="2665606" y="2902235"/>
              <a:ext cx="330549" cy="327145"/>
            </a:xfrm>
            <a:custGeom>
              <a:rect b="b" l="l" r="r" t="t"/>
              <a:pathLst>
                <a:path extrusionOk="0" h="12496" w="12626">
                  <a:moveTo>
                    <a:pt x="11341" y="0"/>
                  </a:moveTo>
                  <a:cubicBezTo>
                    <a:pt x="11114" y="0"/>
                    <a:pt x="10887" y="87"/>
                    <a:pt x="10714" y="259"/>
                  </a:cubicBezTo>
                  <a:lnTo>
                    <a:pt x="5511" y="5457"/>
                  </a:lnTo>
                  <a:lnTo>
                    <a:pt x="1115" y="9853"/>
                  </a:lnTo>
                  <a:lnTo>
                    <a:pt x="174" y="10795"/>
                  </a:lnTo>
                  <a:cubicBezTo>
                    <a:pt x="1" y="10968"/>
                    <a:pt x="1" y="11251"/>
                    <a:pt x="174" y="11424"/>
                  </a:cubicBezTo>
                  <a:lnTo>
                    <a:pt x="1115" y="12366"/>
                  </a:lnTo>
                  <a:cubicBezTo>
                    <a:pt x="1202" y="12452"/>
                    <a:pt x="1316" y="12495"/>
                    <a:pt x="1430" y="12495"/>
                  </a:cubicBezTo>
                  <a:cubicBezTo>
                    <a:pt x="1544" y="12495"/>
                    <a:pt x="1658" y="12452"/>
                    <a:pt x="1745" y="12366"/>
                  </a:cubicBezTo>
                  <a:lnTo>
                    <a:pt x="2686" y="11424"/>
                  </a:lnTo>
                  <a:cubicBezTo>
                    <a:pt x="6140" y="10482"/>
                    <a:pt x="5511" y="8912"/>
                    <a:pt x="7082" y="7028"/>
                  </a:cubicBezTo>
                  <a:lnTo>
                    <a:pt x="12280" y="1830"/>
                  </a:lnTo>
                  <a:cubicBezTo>
                    <a:pt x="12626" y="1484"/>
                    <a:pt x="12626" y="922"/>
                    <a:pt x="12280" y="572"/>
                  </a:cubicBezTo>
                  <a:lnTo>
                    <a:pt x="11968" y="259"/>
                  </a:lnTo>
                  <a:cubicBezTo>
                    <a:pt x="11795" y="87"/>
                    <a:pt x="11568" y="0"/>
                    <a:pt x="1134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0"/>
            <p:cNvSpPr/>
            <p:nvPr/>
          </p:nvSpPr>
          <p:spPr>
            <a:xfrm>
              <a:off x="2809857" y="2942474"/>
              <a:ext cx="143911" cy="143781"/>
            </a:xfrm>
            <a:custGeom>
              <a:rect b="b" l="l" r="r" t="t"/>
              <a:pathLst>
                <a:path extrusionOk="0" h="5492" w="5497">
                  <a:moveTo>
                    <a:pt x="3926" y="0"/>
                  </a:moveTo>
                  <a:lnTo>
                    <a:pt x="1" y="3925"/>
                  </a:lnTo>
                  <a:lnTo>
                    <a:pt x="1572" y="5491"/>
                  </a:lnTo>
                  <a:lnTo>
                    <a:pt x="5497" y="1566"/>
                  </a:lnTo>
                  <a:lnTo>
                    <a:pt x="3926"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0"/>
            <p:cNvSpPr/>
            <p:nvPr/>
          </p:nvSpPr>
          <p:spPr>
            <a:xfrm>
              <a:off x="2665606" y="3160187"/>
              <a:ext cx="70346" cy="69194"/>
            </a:xfrm>
            <a:custGeom>
              <a:rect b="b" l="l" r="r" t="t"/>
              <a:pathLst>
                <a:path extrusionOk="0" h="2643" w="2687">
                  <a:moveTo>
                    <a:pt x="1115" y="0"/>
                  </a:moveTo>
                  <a:lnTo>
                    <a:pt x="174" y="942"/>
                  </a:lnTo>
                  <a:cubicBezTo>
                    <a:pt x="1" y="1115"/>
                    <a:pt x="1" y="1398"/>
                    <a:pt x="174" y="1571"/>
                  </a:cubicBezTo>
                  <a:lnTo>
                    <a:pt x="1115" y="2513"/>
                  </a:lnTo>
                  <a:cubicBezTo>
                    <a:pt x="1202" y="2599"/>
                    <a:pt x="1316" y="2642"/>
                    <a:pt x="1430" y="2642"/>
                  </a:cubicBezTo>
                  <a:cubicBezTo>
                    <a:pt x="1544" y="2642"/>
                    <a:pt x="1658" y="2599"/>
                    <a:pt x="1745" y="2513"/>
                  </a:cubicBezTo>
                  <a:lnTo>
                    <a:pt x="2686" y="1571"/>
                  </a:lnTo>
                  <a:lnTo>
                    <a:pt x="1115"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0"/>
            <p:cNvSpPr/>
            <p:nvPr/>
          </p:nvSpPr>
          <p:spPr>
            <a:xfrm>
              <a:off x="2839310" y="2971900"/>
              <a:ext cx="114459" cy="114354"/>
            </a:xfrm>
            <a:custGeom>
              <a:rect b="b" l="l" r="r" t="t"/>
              <a:pathLst>
                <a:path extrusionOk="0" h="4368" w="4372">
                  <a:moveTo>
                    <a:pt x="3925" y="0"/>
                  </a:moveTo>
                  <a:lnTo>
                    <a:pt x="0" y="3925"/>
                  </a:lnTo>
                  <a:lnTo>
                    <a:pt x="447" y="4367"/>
                  </a:lnTo>
                  <a:lnTo>
                    <a:pt x="4372" y="442"/>
                  </a:lnTo>
                  <a:lnTo>
                    <a:pt x="3925"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0"/>
            <p:cNvSpPr/>
            <p:nvPr/>
          </p:nvSpPr>
          <p:spPr>
            <a:xfrm>
              <a:off x="2683094" y="3189744"/>
              <a:ext cx="52727" cy="39637"/>
            </a:xfrm>
            <a:custGeom>
              <a:rect b="b" l="l" r="r" t="t"/>
              <a:pathLst>
                <a:path extrusionOk="0" h="1514" w="2014">
                  <a:moveTo>
                    <a:pt x="0" y="942"/>
                  </a:moveTo>
                  <a:lnTo>
                    <a:pt x="0" y="942"/>
                  </a:lnTo>
                  <a:cubicBezTo>
                    <a:pt x="2" y="943"/>
                    <a:pt x="3" y="944"/>
                    <a:pt x="4" y="945"/>
                  </a:cubicBezTo>
                  <a:lnTo>
                    <a:pt x="4" y="945"/>
                  </a:lnTo>
                  <a:lnTo>
                    <a:pt x="0" y="942"/>
                  </a:lnTo>
                  <a:close/>
                  <a:moveTo>
                    <a:pt x="1571" y="0"/>
                  </a:moveTo>
                  <a:lnTo>
                    <a:pt x="630" y="942"/>
                  </a:lnTo>
                  <a:cubicBezTo>
                    <a:pt x="543" y="1028"/>
                    <a:pt x="429" y="1071"/>
                    <a:pt x="315" y="1071"/>
                  </a:cubicBezTo>
                  <a:cubicBezTo>
                    <a:pt x="203" y="1071"/>
                    <a:pt x="90" y="1029"/>
                    <a:pt x="4" y="945"/>
                  </a:cubicBezTo>
                  <a:lnTo>
                    <a:pt x="4" y="945"/>
                  </a:lnTo>
                  <a:lnTo>
                    <a:pt x="447" y="1384"/>
                  </a:lnTo>
                  <a:cubicBezTo>
                    <a:pt x="534" y="1470"/>
                    <a:pt x="647" y="1513"/>
                    <a:pt x="760" y="1513"/>
                  </a:cubicBezTo>
                  <a:cubicBezTo>
                    <a:pt x="872" y="1513"/>
                    <a:pt x="985" y="1470"/>
                    <a:pt x="1072" y="1384"/>
                  </a:cubicBezTo>
                  <a:lnTo>
                    <a:pt x="2013" y="442"/>
                  </a:lnTo>
                  <a:lnTo>
                    <a:pt x="1571"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0"/>
            <p:cNvSpPr/>
            <p:nvPr/>
          </p:nvSpPr>
          <p:spPr>
            <a:xfrm>
              <a:off x="2942171" y="2907393"/>
              <a:ext cx="54114" cy="76105"/>
            </a:xfrm>
            <a:custGeom>
              <a:rect b="b" l="l" r="r" t="t"/>
              <a:pathLst>
                <a:path extrusionOk="0" h="2907" w="2067">
                  <a:moveTo>
                    <a:pt x="1332" y="0"/>
                  </a:moveTo>
                  <a:lnTo>
                    <a:pt x="1332" y="0"/>
                  </a:lnTo>
                  <a:cubicBezTo>
                    <a:pt x="1620" y="351"/>
                    <a:pt x="1596" y="865"/>
                    <a:pt x="1274" y="1187"/>
                  </a:cubicBezTo>
                  <a:lnTo>
                    <a:pt x="1" y="2464"/>
                  </a:lnTo>
                  <a:lnTo>
                    <a:pt x="443" y="2906"/>
                  </a:lnTo>
                  <a:lnTo>
                    <a:pt x="1716" y="1633"/>
                  </a:lnTo>
                  <a:cubicBezTo>
                    <a:pt x="2067" y="1283"/>
                    <a:pt x="2067" y="721"/>
                    <a:pt x="1716" y="375"/>
                  </a:cubicBezTo>
                  <a:lnTo>
                    <a:pt x="1404" y="58"/>
                  </a:lnTo>
                  <a:cubicBezTo>
                    <a:pt x="1380" y="38"/>
                    <a:pt x="1356" y="19"/>
                    <a:pt x="1332"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0"/>
            <p:cNvSpPr/>
            <p:nvPr/>
          </p:nvSpPr>
          <p:spPr>
            <a:xfrm>
              <a:off x="2724353" y="3074657"/>
              <a:ext cx="126659" cy="126659"/>
            </a:xfrm>
            <a:custGeom>
              <a:rect b="b" l="l" r="r" t="t"/>
              <a:pathLst>
                <a:path extrusionOk="0" h="4838" w="4838">
                  <a:moveTo>
                    <a:pt x="4391" y="0"/>
                  </a:moveTo>
                  <a:cubicBezTo>
                    <a:pt x="2825" y="1884"/>
                    <a:pt x="3450" y="3454"/>
                    <a:pt x="0" y="4396"/>
                  </a:cubicBezTo>
                  <a:lnTo>
                    <a:pt x="442" y="4838"/>
                  </a:lnTo>
                  <a:cubicBezTo>
                    <a:pt x="3896" y="3896"/>
                    <a:pt x="3267" y="2326"/>
                    <a:pt x="4838" y="442"/>
                  </a:cubicBezTo>
                  <a:lnTo>
                    <a:pt x="4391"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0"/>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0"/>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0"/>
            <p:cNvSpPr/>
            <p:nvPr/>
          </p:nvSpPr>
          <p:spPr>
            <a:xfrm>
              <a:off x="2650526" y="3213254"/>
              <a:ext cx="40265" cy="32594"/>
            </a:xfrm>
            <a:custGeom>
              <a:rect b="b" l="l" r="r" t="t"/>
              <a:pathLst>
                <a:path extrusionOk="0" h="1245" w="1538">
                  <a:moveTo>
                    <a:pt x="1206" y="0"/>
                  </a:moveTo>
                  <a:lnTo>
                    <a:pt x="423" y="783"/>
                  </a:lnTo>
                  <a:cubicBezTo>
                    <a:pt x="338" y="869"/>
                    <a:pt x="224" y="917"/>
                    <a:pt x="106" y="917"/>
                  </a:cubicBezTo>
                  <a:cubicBezTo>
                    <a:pt x="71" y="917"/>
                    <a:pt x="36" y="912"/>
                    <a:pt x="0" y="904"/>
                  </a:cubicBezTo>
                  <a:lnTo>
                    <a:pt x="0" y="904"/>
                  </a:lnTo>
                  <a:cubicBezTo>
                    <a:pt x="19" y="985"/>
                    <a:pt x="63" y="1057"/>
                    <a:pt x="120" y="1115"/>
                  </a:cubicBezTo>
                  <a:cubicBezTo>
                    <a:pt x="207" y="1201"/>
                    <a:pt x="321" y="1245"/>
                    <a:pt x="435" y="1245"/>
                  </a:cubicBezTo>
                  <a:cubicBezTo>
                    <a:pt x="549" y="1245"/>
                    <a:pt x="663" y="1201"/>
                    <a:pt x="750" y="1115"/>
                  </a:cubicBezTo>
                  <a:lnTo>
                    <a:pt x="1538" y="332"/>
                  </a:lnTo>
                  <a:lnTo>
                    <a:pt x="1206"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0"/>
            <p:cNvSpPr/>
            <p:nvPr/>
          </p:nvSpPr>
          <p:spPr>
            <a:xfrm>
              <a:off x="2633404" y="2896764"/>
              <a:ext cx="368798" cy="365420"/>
            </a:xfrm>
            <a:custGeom>
              <a:rect b="b" l="l" r="r" t="t"/>
              <a:pathLst>
                <a:path extrusionOk="0" h="13958" w="14087">
                  <a:moveTo>
                    <a:pt x="12568" y="419"/>
                  </a:moveTo>
                  <a:cubicBezTo>
                    <a:pt x="12742" y="419"/>
                    <a:pt x="12917" y="485"/>
                    <a:pt x="13049" y="617"/>
                  </a:cubicBezTo>
                  <a:lnTo>
                    <a:pt x="13366" y="930"/>
                  </a:lnTo>
                  <a:cubicBezTo>
                    <a:pt x="13630" y="1199"/>
                    <a:pt x="13630" y="1626"/>
                    <a:pt x="13366" y="1890"/>
                  </a:cubicBezTo>
                  <a:lnTo>
                    <a:pt x="13366" y="1895"/>
                  </a:lnTo>
                  <a:lnTo>
                    <a:pt x="12237" y="3024"/>
                  </a:lnTo>
                  <a:lnTo>
                    <a:pt x="10959" y="1746"/>
                  </a:lnTo>
                  <a:lnTo>
                    <a:pt x="12088" y="617"/>
                  </a:lnTo>
                  <a:cubicBezTo>
                    <a:pt x="12220" y="485"/>
                    <a:pt x="12394" y="419"/>
                    <a:pt x="12568" y="419"/>
                  </a:cubicBezTo>
                  <a:close/>
                  <a:moveTo>
                    <a:pt x="10666" y="2039"/>
                  </a:moveTo>
                  <a:lnTo>
                    <a:pt x="11944" y="3317"/>
                  </a:lnTo>
                  <a:lnTo>
                    <a:pt x="8312" y="6944"/>
                  </a:lnTo>
                  <a:lnTo>
                    <a:pt x="7039" y="5671"/>
                  </a:lnTo>
                  <a:lnTo>
                    <a:pt x="10666" y="2039"/>
                  </a:lnTo>
                  <a:close/>
                  <a:moveTo>
                    <a:pt x="2350" y="10360"/>
                  </a:moveTo>
                  <a:lnTo>
                    <a:pt x="3623" y="11638"/>
                  </a:lnTo>
                  <a:lnTo>
                    <a:pt x="2830" y="12430"/>
                  </a:lnTo>
                  <a:cubicBezTo>
                    <a:pt x="2782" y="12476"/>
                    <a:pt x="2721" y="12499"/>
                    <a:pt x="2661" y="12499"/>
                  </a:cubicBezTo>
                  <a:cubicBezTo>
                    <a:pt x="2600" y="12499"/>
                    <a:pt x="2540" y="12476"/>
                    <a:pt x="2494" y="12430"/>
                  </a:cubicBezTo>
                  <a:lnTo>
                    <a:pt x="1553" y="11489"/>
                  </a:lnTo>
                  <a:cubicBezTo>
                    <a:pt x="1461" y="11398"/>
                    <a:pt x="1461" y="11249"/>
                    <a:pt x="1553" y="11157"/>
                  </a:cubicBezTo>
                  <a:lnTo>
                    <a:pt x="2350" y="10360"/>
                  </a:lnTo>
                  <a:close/>
                  <a:moveTo>
                    <a:pt x="1562" y="12089"/>
                  </a:moveTo>
                  <a:lnTo>
                    <a:pt x="1894" y="12421"/>
                  </a:lnTo>
                  <a:lnTo>
                    <a:pt x="1260" y="13060"/>
                  </a:lnTo>
                  <a:cubicBezTo>
                    <a:pt x="1212" y="13102"/>
                    <a:pt x="1152" y="13124"/>
                    <a:pt x="1092" y="13124"/>
                  </a:cubicBezTo>
                  <a:cubicBezTo>
                    <a:pt x="1031" y="13124"/>
                    <a:pt x="970" y="13101"/>
                    <a:pt x="923" y="13055"/>
                  </a:cubicBezTo>
                  <a:lnTo>
                    <a:pt x="923" y="13060"/>
                  </a:lnTo>
                  <a:cubicBezTo>
                    <a:pt x="837" y="12964"/>
                    <a:pt x="837" y="12820"/>
                    <a:pt x="923" y="12724"/>
                  </a:cubicBezTo>
                  <a:lnTo>
                    <a:pt x="1562" y="12089"/>
                  </a:lnTo>
                  <a:close/>
                  <a:moveTo>
                    <a:pt x="12571" y="0"/>
                  </a:moveTo>
                  <a:cubicBezTo>
                    <a:pt x="12290" y="0"/>
                    <a:pt x="12009" y="108"/>
                    <a:pt x="11795" y="324"/>
                  </a:cubicBezTo>
                  <a:lnTo>
                    <a:pt x="10666" y="1453"/>
                  </a:lnTo>
                  <a:lnTo>
                    <a:pt x="10488" y="1271"/>
                  </a:lnTo>
                  <a:cubicBezTo>
                    <a:pt x="10443" y="1230"/>
                    <a:pt x="10395" y="1213"/>
                    <a:pt x="10348" y="1213"/>
                  </a:cubicBezTo>
                  <a:cubicBezTo>
                    <a:pt x="10190" y="1213"/>
                    <a:pt x="10057" y="1412"/>
                    <a:pt x="10190" y="1564"/>
                  </a:cubicBezTo>
                  <a:lnTo>
                    <a:pt x="10373" y="1746"/>
                  </a:lnTo>
                  <a:lnTo>
                    <a:pt x="6073" y="6041"/>
                  </a:lnTo>
                  <a:cubicBezTo>
                    <a:pt x="5908" y="6191"/>
                    <a:pt x="6054" y="6412"/>
                    <a:pt x="6219" y="6412"/>
                  </a:cubicBezTo>
                  <a:cubicBezTo>
                    <a:pt x="6271" y="6412"/>
                    <a:pt x="6324" y="6390"/>
                    <a:pt x="6371" y="6339"/>
                  </a:cubicBezTo>
                  <a:lnTo>
                    <a:pt x="6741" y="5964"/>
                  </a:lnTo>
                  <a:lnTo>
                    <a:pt x="8033" y="7252"/>
                  </a:lnTo>
                  <a:cubicBezTo>
                    <a:pt x="7591" y="7819"/>
                    <a:pt x="7327" y="8357"/>
                    <a:pt x="7092" y="8837"/>
                  </a:cubicBezTo>
                  <a:cubicBezTo>
                    <a:pt x="6563" y="9923"/>
                    <a:pt x="6140" y="10787"/>
                    <a:pt x="3979" y="11402"/>
                  </a:cubicBezTo>
                  <a:lnTo>
                    <a:pt x="2643" y="10062"/>
                  </a:lnTo>
                  <a:lnTo>
                    <a:pt x="5569" y="7136"/>
                  </a:lnTo>
                  <a:cubicBezTo>
                    <a:pt x="5733" y="6987"/>
                    <a:pt x="5590" y="6768"/>
                    <a:pt x="5427" y="6768"/>
                  </a:cubicBezTo>
                  <a:cubicBezTo>
                    <a:pt x="5376" y="6768"/>
                    <a:pt x="5322" y="6790"/>
                    <a:pt x="5276" y="6843"/>
                  </a:cubicBezTo>
                  <a:lnTo>
                    <a:pt x="1260" y="10860"/>
                  </a:lnTo>
                  <a:cubicBezTo>
                    <a:pt x="1005" y="11114"/>
                    <a:pt x="1005" y="11527"/>
                    <a:pt x="1260" y="11782"/>
                  </a:cubicBezTo>
                  <a:lnTo>
                    <a:pt x="1269" y="11792"/>
                  </a:lnTo>
                  <a:lnTo>
                    <a:pt x="630" y="12430"/>
                  </a:lnTo>
                  <a:cubicBezTo>
                    <a:pt x="433" y="12627"/>
                    <a:pt x="385" y="12930"/>
                    <a:pt x="510" y="13180"/>
                  </a:cubicBezTo>
                  <a:lnTo>
                    <a:pt x="87" y="13603"/>
                  </a:lnTo>
                  <a:cubicBezTo>
                    <a:pt x="11" y="13680"/>
                    <a:pt x="1" y="13800"/>
                    <a:pt x="73" y="13886"/>
                  </a:cubicBezTo>
                  <a:cubicBezTo>
                    <a:pt x="113" y="13934"/>
                    <a:pt x="170" y="13958"/>
                    <a:pt x="227" y="13958"/>
                  </a:cubicBezTo>
                  <a:cubicBezTo>
                    <a:pt x="280" y="13958"/>
                    <a:pt x="334" y="13937"/>
                    <a:pt x="376" y="13896"/>
                  </a:cubicBezTo>
                  <a:lnTo>
                    <a:pt x="798" y="13478"/>
                  </a:lnTo>
                  <a:cubicBezTo>
                    <a:pt x="889" y="13522"/>
                    <a:pt x="988" y="13543"/>
                    <a:pt x="1085" y="13543"/>
                  </a:cubicBezTo>
                  <a:cubicBezTo>
                    <a:pt x="1255" y="13543"/>
                    <a:pt x="1423" y="13478"/>
                    <a:pt x="1548" y="13353"/>
                  </a:cubicBezTo>
                  <a:lnTo>
                    <a:pt x="2187" y="12714"/>
                  </a:lnTo>
                  <a:cubicBezTo>
                    <a:pt x="2307" y="12839"/>
                    <a:pt x="2470" y="12911"/>
                    <a:pt x="2638" y="12916"/>
                  </a:cubicBezTo>
                  <a:cubicBezTo>
                    <a:pt x="2644" y="12916"/>
                    <a:pt x="2651" y="12916"/>
                    <a:pt x="2657" y="12916"/>
                  </a:cubicBezTo>
                  <a:cubicBezTo>
                    <a:pt x="2832" y="12916"/>
                    <a:pt x="2998" y="12849"/>
                    <a:pt x="3119" y="12724"/>
                  </a:cubicBezTo>
                  <a:lnTo>
                    <a:pt x="4022" y="11825"/>
                  </a:lnTo>
                  <a:cubicBezTo>
                    <a:pt x="6424" y="11157"/>
                    <a:pt x="6904" y="10168"/>
                    <a:pt x="7462" y="9024"/>
                  </a:cubicBezTo>
                  <a:cubicBezTo>
                    <a:pt x="7716" y="8501"/>
                    <a:pt x="7980" y="7963"/>
                    <a:pt x="8461" y="7386"/>
                  </a:cubicBezTo>
                  <a:lnTo>
                    <a:pt x="12237" y="3610"/>
                  </a:lnTo>
                  <a:lnTo>
                    <a:pt x="12602" y="3971"/>
                  </a:lnTo>
                  <a:lnTo>
                    <a:pt x="10080" y="6493"/>
                  </a:lnTo>
                  <a:cubicBezTo>
                    <a:pt x="9911" y="6643"/>
                    <a:pt x="10056" y="6863"/>
                    <a:pt x="10221" y="6863"/>
                  </a:cubicBezTo>
                  <a:cubicBezTo>
                    <a:pt x="10273" y="6863"/>
                    <a:pt x="10326" y="6842"/>
                    <a:pt x="10373" y="6791"/>
                  </a:cubicBezTo>
                  <a:lnTo>
                    <a:pt x="13044" y="4120"/>
                  </a:lnTo>
                  <a:cubicBezTo>
                    <a:pt x="13121" y="4038"/>
                    <a:pt x="13121" y="3908"/>
                    <a:pt x="13044" y="3826"/>
                  </a:cubicBezTo>
                  <a:lnTo>
                    <a:pt x="12530" y="3317"/>
                  </a:lnTo>
                  <a:lnTo>
                    <a:pt x="13659" y="2188"/>
                  </a:lnTo>
                  <a:cubicBezTo>
                    <a:pt x="14086" y="1756"/>
                    <a:pt x="14086" y="1064"/>
                    <a:pt x="13659" y="637"/>
                  </a:cubicBezTo>
                  <a:lnTo>
                    <a:pt x="13347" y="324"/>
                  </a:lnTo>
                  <a:cubicBezTo>
                    <a:pt x="13133" y="108"/>
                    <a:pt x="12852" y="0"/>
                    <a:pt x="125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80"/>
          <p:cNvGrpSpPr/>
          <p:nvPr/>
        </p:nvGrpSpPr>
        <p:grpSpPr>
          <a:xfrm>
            <a:off x="2593035" y="1538755"/>
            <a:ext cx="382621" cy="308688"/>
            <a:chOff x="2593035" y="1538755"/>
            <a:chExt cx="382621" cy="308688"/>
          </a:xfrm>
        </p:grpSpPr>
        <p:sp>
          <p:nvSpPr>
            <p:cNvPr id="8479" name="Google Shape;8479;p80"/>
            <p:cNvSpPr/>
            <p:nvPr/>
          </p:nvSpPr>
          <p:spPr>
            <a:xfrm>
              <a:off x="2817162" y="1836212"/>
              <a:ext cx="12985" cy="11231"/>
            </a:xfrm>
            <a:custGeom>
              <a:rect b="b" l="l" r="r" t="t"/>
              <a:pathLst>
                <a:path extrusionOk="0" h="429" w="496">
                  <a:moveTo>
                    <a:pt x="284" y="0"/>
                  </a:moveTo>
                  <a:cubicBezTo>
                    <a:pt x="92" y="0"/>
                    <a:pt x="1" y="231"/>
                    <a:pt x="130" y="365"/>
                  </a:cubicBezTo>
                  <a:cubicBezTo>
                    <a:pt x="174" y="409"/>
                    <a:pt x="227" y="428"/>
                    <a:pt x="280" y="428"/>
                  </a:cubicBezTo>
                  <a:cubicBezTo>
                    <a:pt x="390" y="428"/>
                    <a:pt x="495" y="343"/>
                    <a:pt x="495" y="216"/>
                  </a:cubicBezTo>
                  <a:cubicBezTo>
                    <a:pt x="495" y="96"/>
                    <a:pt x="39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0"/>
            <p:cNvSpPr/>
            <p:nvPr/>
          </p:nvSpPr>
          <p:spPr>
            <a:xfrm>
              <a:off x="2599082" y="1658869"/>
              <a:ext cx="221876" cy="183024"/>
            </a:xfrm>
            <a:custGeom>
              <a:rect b="b" l="l" r="r" t="t"/>
              <a:pathLst>
                <a:path extrusionOk="0" h="6991" w="8475">
                  <a:moveTo>
                    <a:pt x="4454" y="1"/>
                  </a:moveTo>
                  <a:lnTo>
                    <a:pt x="221" y="4233"/>
                  </a:lnTo>
                  <a:cubicBezTo>
                    <a:pt x="0" y="4454"/>
                    <a:pt x="0" y="4814"/>
                    <a:pt x="221" y="5035"/>
                  </a:cubicBezTo>
                  <a:lnTo>
                    <a:pt x="1922" y="6741"/>
                  </a:lnTo>
                  <a:cubicBezTo>
                    <a:pt x="2081" y="6899"/>
                    <a:pt x="2297" y="6990"/>
                    <a:pt x="2523" y="6990"/>
                  </a:cubicBezTo>
                  <a:lnTo>
                    <a:pt x="5150" y="6990"/>
                  </a:lnTo>
                  <a:cubicBezTo>
                    <a:pt x="5376" y="6990"/>
                    <a:pt x="5592" y="6899"/>
                    <a:pt x="5751" y="6741"/>
                  </a:cubicBezTo>
                  <a:lnTo>
                    <a:pt x="8475" y="4021"/>
                  </a:lnTo>
                  <a:lnTo>
                    <a:pt x="445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0"/>
            <p:cNvSpPr/>
            <p:nvPr/>
          </p:nvSpPr>
          <p:spPr>
            <a:xfrm>
              <a:off x="2633666" y="1748404"/>
              <a:ext cx="187292" cy="93358"/>
            </a:xfrm>
            <a:custGeom>
              <a:rect b="b" l="l" r="r" t="t"/>
              <a:pathLst>
                <a:path extrusionOk="0" h="3566" w="7154">
                  <a:moveTo>
                    <a:pt x="6553" y="1"/>
                  </a:moveTo>
                  <a:lnTo>
                    <a:pt x="4329" y="2220"/>
                  </a:lnTo>
                  <a:cubicBezTo>
                    <a:pt x="4012" y="2538"/>
                    <a:pt x="3575" y="2715"/>
                    <a:pt x="3128" y="2715"/>
                  </a:cubicBezTo>
                  <a:lnTo>
                    <a:pt x="1" y="2715"/>
                  </a:lnTo>
                  <a:lnTo>
                    <a:pt x="601" y="3316"/>
                  </a:lnTo>
                  <a:cubicBezTo>
                    <a:pt x="760" y="3474"/>
                    <a:pt x="976" y="3566"/>
                    <a:pt x="1202" y="3566"/>
                  </a:cubicBezTo>
                  <a:lnTo>
                    <a:pt x="3829" y="3566"/>
                  </a:lnTo>
                  <a:cubicBezTo>
                    <a:pt x="4055" y="3566"/>
                    <a:pt x="4267" y="3474"/>
                    <a:pt x="4430" y="3316"/>
                  </a:cubicBezTo>
                  <a:lnTo>
                    <a:pt x="7154" y="601"/>
                  </a:lnTo>
                  <a:lnTo>
                    <a:pt x="6553" y="1"/>
                  </a:lnTo>
                  <a:close/>
                </a:path>
              </a:pathLst>
            </a:custGeom>
            <a:solidFill>
              <a:srgbClr val="A5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0"/>
            <p:cNvSpPr/>
            <p:nvPr/>
          </p:nvSpPr>
          <p:spPr>
            <a:xfrm>
              <a:off x="2715662" y="1544357"/>
              <a:ext cx="221273" cy="219807"/>
            </a:xfrm>
            <a:custGeom>
              <a:rect b="b" l="l" r="r" t="t"/>
              <a:pathLst>
                <a:path extrusionOk="0" h="8396" w="8452">
                  <a:moveTo>
                    <a:pt x="4610" y="0"/>
                  </a:moveTo>
                  <a:cubicBezTo>
                    <a:pt x="4465" y="0"/>
                    <a:pt x="4320" y="56"/>
                    <a:pt x="4209" y="166"/>
                  </a:cubicBezTo>
                  <a:lnTo>
                    <a:pt x="1" y="4375"/>
                  </a:lnTo>
                  <a:lnTo>
                    <a:pt x="4022" y="8395"/>
                  </a:lnTo>
                  <a:lnTo>
                    <a:pt x="8230" y="4187"/>
                  </a:lnTo>
                  <a:cubicBezTo>
                    <a:pt x="8451" y="3961"/>
                    <a:pt x="8451" y="3606"/>
                    <a:pt x="8230" y="3380"/>
                  </a:cubicBezTo>
                  <a:lnTo>
                    <a:pt x="5011" y="166"/>
                  </a:lnTo>
                  <a:cubicBezTo>
                    <a:pt x="4901" y="56"/>
                    <a:pt x="4756" y="0"/>
                    <a:pt x="4610"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0"/>
            <p:cNvSpPr/>
            <p:nvPr/>
          </p:nvSpPr>
          <p:spPr>
            <a:xfrm>
              <a:off x="2593035" y="1538755"/>
              <a:ext cx="350053" cy="308531"/>
            </a:xfrm>
            <a:custGeom>
              <a:rect b="b" l="l" r="r" t="t"/>
              <a:pathLst>
                <a:path extrusionOk="0" h="11785" w="13371">
                  <a:moveTo>
                    <a:pt x="9294" y="425"/>
                  </a:moveTo>
                  <a:cubicBezTo>
                    <a:pt x="9386" y="425"/>
                    <a:pt x="9477" y="459"/>
                    <a:pt x="9546" y="529"/>
                  </a:cubicBezTo>
                  <a:lnTo>
                    <a:pt x="11641" y="2628"/>
                  </a:lnTo>
                  <a:lnTo>
                    <a:pt x="12760" y="3748"/>
                  </a:lnTo>
                  <a:cubicBezTo>
                    <a:pt x="12900" y="3887"/>
                    <a:pt x="12900" y="4108"/>
                    <a:pt x="12760" y="4247"/>
                  </a:cubicBezTo>
                  <a:lnTo>
                    <a:pt x="8706" y="8307"/>
                  </a:lnTo>
                  <a:lnTo>
                    <a:pt x="4987" y="4589"/>
                  </a:lnTo>
                  <a:lnTo>
                    <a:pt x="9042" y="529"/>
                  </a:lnTo>
                  <a:cubicBezTo>
                    <a:pt x="9112" y="459"/>
                    <a:pt x="9203" y="425"/>
                    <a:pt x="9294" y="425"/>
                  </a:cubicBezTo>
                  <a:close/>
                  <a:moveTo>
                    <a:pt x="9297" y="1"/>
                  </a:moveTo>
                  <a:cubicBezTo>
                    <a:pt x="9090" y="1"/>
                    <a:pt x="8893" y="82"/>
                    <a:pt x="8744" y="231"/>
                  </a:cubicBezTo>
                  <a:lnTo>
                    <a:pt x="4536" y="4435"/>
                  </a:lnTo>
                  <a:lnTo>
                    <a:pt x="303" y="8667"/>
                  </a:lnTo>
                  <a:cubicBezTo>
                    <a:pt x="1" y="8975"/>
                    <a:pt x="1" y="9469"/>
                    <a:pt x="303" y="9772"/>
                  </a:cubicBezTo>
                  <a:lnTo>
                    <a:pt x="2004" y="11473"/>
                  </a:lnTo>
                  <a:cubicBezTo>
                    <a:pt x="2206" y="11674"/>
                    <a:pt x="2475" y="11785"/>
                    <a:pt x="2758" y="11785"/>
                  </a:cubicBezTo>
                  <a:lnTo>
                    <a:pt x="7995" y="11785"/>
                  </a:lnTo>
                  <a:cubicBezTo>
                    <a:pt x="8277" y="11785"/>
                    <a:pt x="8278" y="11362"/>
                    <a:pt x="7999" y="11362"/>
                  </a:cubicBezTo>
                  <a:cubicBezTo>
                    <a:pt x="7998" y="11362"/>
                    <a:pt x="7996" y="11362"/>
                    <a:pt x="7995" y="11362"/>
                  </a:cubicBezTo>
                  <a:lnTo>
                    <a:pt x="2758" y="11362"/>
                  </a:lnTo>
                  <a:cubicBezTo>
                    <a:pt x="2585" y="11362"/>
                    <a:pt x="2422" y="11295"/>
                    <a:pt x="2302" y="11175"/>
                  </a:cubicBezTo>
                  <a:lnTo>
                    <a:pt x="601" y="9474"/>
                  </a:lnTo>
                  <a:cubicBezTo>
                    <a:pt x="462" y="9335"/>
                    <a:pt x="462" y="9109"/>
                    <a:pt x="601" y="8975"/>
                  </a:cubicBezTo>
                  <a:lnTo>
                    <a:pt x="4685" y="4886"/>
                  </a:lnTo>
                  <a:lnTo>
                    <a:pt x="8403" y="8609"/>
                  </a:lnTo>
                  <a:lnTo>
                    <a:pt x="6429" y="10584"/>
                  </a:lnTo>
                  <a:cubicBezTo>
                    <a:pt x="6246" y="10734"/>
                    <a:pt x="6399" y="10966"/>
                    <a:pt x="6570" y="10966"/>
                  </a:cubicBezTo>
                  <a:cubicBezTo>
                    <a:pt x="6624" y="10966"/>
                    <a:pt x="6679" y="10943"/>
                    <a:pt x="6726" y="10887"/>
                  </a:cubicBezTo>
                  <a:lnTo>
                    <a:pt x="13063" y="4550"/>
                  </a:lnTo>
                  <a:cubicBezTo>
                    <a:pt x="13370" y="4247"/>
                    <a:pt x="13370" y="3748"/>
                    <a:pt x="13063" y="3445"/>
                  </a:cubicBezTo>
                  <a:lnTo>
                    <a:pt x="10858" y="1240"/>
                  </a:lnTo>
                  <a:lnTo>
                    <a:pt x="9849" y="231"/>
                  </a:lnTo>
                  <a:cubicBezTo>
                    <a:pt x="9700" y="82"/>
                    <a:pt x="9503" y="1"/>
                    <a:pt x="9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0"/>
            <p:cNvSpPr/>
            <p:nvPr/>
          </p:nvSpPr>
          <p:spPr>
            <a:xfrm>
              <a:off x="2861694" y="1836212"/>
              <a:ext cx="37254" cy="11205"/>
            </a:xfrm>
            <a:custGeom>
              <a:rect b="b" l="l" r="r" t="t"/>
              <a:pathLst>
                <a:path extrusionOk="0" h="428" w="1423">
                  <a:moveTo>
                    <a:pt x="289" y="0"/>
                  </a:moveTo>
                  <a:cubicBezTo>
                    <a:pt x="0" y="0"/>
                    <a:pt x="0" y="428"/>
                    <a:pt x="289" y="428"/>
                  </a:cubicBezTo>
                  <a:lnTo>
                    <a:pt x="1139" y="428"/>
                  </a:lnTo>
                  <a:cubicBezTo>
                    <a:pt x="1422" y="428"/>
                    <a:pt x="1422" y="0"/>
                    <a:pt x="1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0"/>
            <p:cNvSpPr/>
            <p:nvPr/>
          </p:nvSpPr>
          <p:spPr>
            <a:xfrm>
              <a:off x="2962670" y="1836212"/>
              <a:ext cx="12985" cy="11231"/>
            </a:xfrm>
            <a:custGeom>
              <a:rect b="b" l="l" r="r" t="t"/>
              <a:pathLst>
                <a:path extrusionOk="0" h="429" w="496">
                  <a:moveTo>
                    <a:pt x="284" y="0"/>
                  </a:moveTo>
                  <a:cubicBezTo>
                    <a:pt x="92" y="0"/>
                    <a:pt x="1" y="231"/>
                    <a:pt x="131" y="365"/>
                  </a:cubicBezTo>
                  <a:cubicBezTo>
                    <a:pt x="174" y="409"/>
                    <a:pt x="228" y="428"/>
                    <a:pt x="280" y="428"/>
                  </a:cubicBezTo>
                  <a:cubicBezTo>
                    <a:pt x="390" y="428"/>
                    <a:pt x="496" y="343"/>
                    <a:pt x="496" y="216"/>
                  </a:cubicBezTo>
                  <a:cubicBezTo>
                    <a:pt x="496" y="96"/>
                    <a:pt x="400"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0"/>
            <p:cNvSpPr/>
            <p:nvPr/>
          </p:nvSpPr>
          <p:spPr>
            <a:xfrm>
              <a:off x="2904943" y="1836212"/>
              <a:ext cx="41417" cy="11205"/>
            </a:xfrm>
            <a:custGeom>
              <a:rect b="b" l="l" r="r" t="t"/>
              <a:pathLst>
                <a:path extrusionOk="0" h="428" w="1582">
                  <a:moveTo>
                    <a:pt x="289" y="0"/>
                  </a:moveTo>
                  <a:cubicBezTo>
                    <a:pt x="1" y="0"/>
                    <a:pt x="1" y="428"/>
                    <a:pt x="289" y="428"/>
                  </a:cubicBezTo>
                  <a:lnTo>
                    <a:pt x="1298" y="428"/>
                  </a:lnTo>
                  <a:cubicBezTo>
                    <a:pt x="1581" y="428"/>
                    <a:pt x="15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7" name="Google Shape;8487;p80"/>
          <p:cNvGrpSpPr/>
          <p:nvPr/>
        </p:nvGrpSpPr>
        <p:grpSpPr>
          <a:xfrm>
            <a:off x="3011234" y="1552081"/>
            <a:ext cx="429012" cy="329292"/>
            <a:chOff x="3011234" y="1552081"/>
            <a:chExt cx="429012" cy="329292"/>
          </a:xfrm>
        </p:grpSpPr>
        <p:sp>
          <p:nvSpPr>
            <p:cNvPr id="8488" name="Google Shape;8488;p80"/>
            <p:cNvSpPr/>
            <p:nvPr/>
          </p:nvSpPr>
          <p:spPr>
            <a:xfrm>
              <a:off x="3017517" y="1558390"/>
              <a:ext cx="416445" cy="316699"/>
            </a:xfrm>
            <a:custGeom>
              <a:rect b="b" l="l" r="r" t="t"/>
              <a:pathLst>
                <a:path extrusionOk="0" h="12097" w="15907">
                  <a:moveTo>
                    <a:pt x="0" y="0"/>
                  </a:moveTo>
                  <a:lnTo>
                    <a:pt x="0" y="12097"/>
                  </a:lnTo>
                  <a:lnTo>
                    <a:pt x="15907" y="12097"/>
                  </a:lnTo>
                  <a:lnTo>
                    <a:pt x="15907" y="0"/>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0"/>
            <p:cNvSpPr/>
            <p:nvPr/>
          </p:nvSpPr>
          <p:spPr>
            <a:xfrm>
              <a:off x="3017517" y="1801628"/>
              <a:ext cx="416445" cy="73461"/>
            </a:xfrm>
            <a:custGeom>
              <a:rect b="b" l="l" r="r" t="t"/>
              <a:pathLst>
                <a:path extrusionOk="0" h="2806" w="15907">
                  <a:moveTo>
                    <a:pt x="0" y="0"/>
                  </a:moveTo>
                  <a:lnTo>
                    <a:pt x="0" y="2806"/>
                  </a:lnTo>
                  <a:lnTo>
                    <a:pt x="15907" y="280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0"/>
            <p:cNvSpPr/>
            <p:nvPr/>
          </p:nvSpPr>
          <p:spPr>
            <a:xfrm>
              <a:off x="3017517" y="1811681"/>
              <a:ext cx="416445" cy="63408"/>
            </a:xfrm>
            <a:custGeom>
              <a:rect b="b" l="l" r="r" t="t"/>
              <a:pathLst>
                <a:path extrusionOk="0" h="2422" w="15907">
                  <a:moveTo>
                    <a:pt x="0" y="0"/>
                  </a:moveTo>
                  <a:lnTo>
                    <a:pt x="0" y="2422"/>
                  </a:lnTo>
                  <a:lnTo>
                    <a:pt x="15907" y="2422"/>
                  </a:lnTo>
                  <a:lnTo>
                    <a:pt x="15907" y="0"/>
                  </a:ln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0"/>
            <p:cNvSpPr/>
            <p:nvPr/>
          </p:nvSpPr>
          <p:spPr>
            <a:xfrm>
              <a:off x="3017517" y="1558390"/>
              <a:ext cx="416445" cy="70319"/>
            </a:xfrm>
            <a:custGeom>
              <a:rect b="b" l="l" r="r" t="t"/>
              <a:pathLst>
                <a:path extrusionOk="0" h="2686" w="15907">
                  <a:moveTo>
                    <a:pt x="0" y="0"/>
                  </a:moveTo>
                  <a:lnTo>
                    <a:pt x="0" y="2686"/>
                  </a:lnTo>
                  <a:lnTo>
                    <a:pt x="15907" y="268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0"/>
            <p:cNvSpPr/>
            <p:nvPr/>
          </p:nvSpPr>
          <p:spPr>
            <a:xfrm>
              <a:off x="3017517" y="1558390"/>
              <a:ext cx="416445" cy="60266"/>
            </a:xfrm>
            <a:custGeom>
              <a:rect b="b" l="l" r="r" t="t"/>
              <a:pathLst>
                <a:path extrusionOk="0" h="2302" w="15907">
                  <a:moveTo>
                    <a:pt x="0" y="0"/>
                  </a:moveTo>
                  <a:lnTo>
                    <a:pt x="0" y="2301"/>
                  </a:lnTo>
                  <a:lnTo>
                    <a:pt x="15907" y="2301"/>
                  </a:lnTo>
                  <a:lnTo>
                    <a:pt x="1590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0"/>
            <p:cNvSpPr/>
            <p:nvPr/>
          </p:nvSpPr>
          <p:spPr>
            <a:xfrm>
              <a:off x="3045818" y="1582266"/>
              <a:ext cx="16886" cy="12619"/>
            </a:xfrm>
            <a:custGeom>
              <a:rect b="b" l="l" r="r" t="t"/>
              <a:pathLst>
                <a:path extrusionOk="0" h="482" w="645">
                  <a:moveTo>
                    <a:pt x="317" y="1"/>
                  </a:moveTo>
                  <a:cubicBezTo>
                    <a:pt x="0" y="1"/>
                    <a:pt x="0" y="481"/>
                    <a:pt x="317" y="481"/>
                  </a:cubicBezTo>
                  <a:lnTo>
                    <a:pt x="322" y="481"/>
                  </a:lnTo>
                  <a:cubicBezTo>
                    <a:pt x="644" y="481"/>
                    <a:pt x="644" y="1"/>
                    <a:pt x="32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0"/>
            <p:cNvSpPr/>
            <p:nvPr/>
          </p:nvSpPr>
          <p:spPr>
            <a:xfrm>
              <a:off x="3069092" y="1582266"/>
              <a:ext cx="16860" cy="12619"/>
            </a:xfrm>
            <a:custGeom>
              <a:rect b="b" l="l" r="r" t="t"/>
              <a:pathLst>
                <a:path extrusionOk="0" h="482" w="644">
                  <a:moveTo>
                    <a:pt x="322" y="1"/>
                  </a:moveTo>
                  <a:cubicBezTo>
                    <a:pt x="0" y="1"/>
                    <a:pt x="0" y="481"/>
                    <a:pt x="322" y="481"/>
                  </a:cubicBezTo>
                  <a:cubicBezTo>
                    <a:pt x="644" y="481"/>
                    <a:pt x="644" y="1"/>
                    <a:pt x="32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0"/>
            <p:cNvSpPr/>
            <p:nvPr/>
          </p:nvSpPr>
          <p:spPr>
            <a:xfrm>
              <a:off x="3092340" y="1582266"/>
              <a:ext cx="16886" cy="12619"/>
            </a:xfrm>
            <a:custGeom>
              <a:rect b="b" l="l" r="r" t="t"/>
              <a:pathLst>
                <a:path extrusionOk="0" h="482" w="645">
                  <a:moveTo>
                    <a:pt x="323" y="1"/>
                  </a:moveTo>
                  <a:cubicBezTo>
                    <a:pt x="1" y="1"/>
                    <a:pt x="1" y="481"/>
                    <a:pt x="323" y="481"/>
                  </a:cubicBezTo>
                  <a:lnTo>
                    <a:pt x="328" y="481"/>
                  </a:lnTo>
                  <a:cubicBezTo>
                    <a:pt x="645" y="481"/>
                    <a:pt x="645" y="1"/>
                    <a:pt x="32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0"/>
            <p:cNvSpPr/>
            <p:nvPr/>
          </p:nvSpPr>
          <p:spPr>
            <a:xfrm>
              <a:off x="3144804" y="1655989"/>
              <a:ext cx="161766" cy="115087"/>
            </a:xfrm>
            <a:custGeom>
              <a:rect b="b" l="l" r="r" t="t"/>
              <a:pathLst>
                <a:path extrusionOk="0" h="4396" w="6179">
                  <a:moveTo>
                    <a:pt x="1259" y="0"/>
                  </a:moveTo>
                  <a:cubicBezTo>
                    <a:pt x="562" y="0"/>
                    <a:pt x="0" y="562"/>
                    <a:pt x="0" y="1259"/>
                  </a:cubicBezTo>
                  <a:lnTo>
                    <a:pt x="0" y="3137"/>
                  </a:lnTo>
                  <a:cubicBezTo>
                    <a:pt x="0" y="3834"/>
                    <a:pt x="562" y="4396"/>
                    <a:pt x="1259" y="4396"/>
                  </a:cubicBezTo>
                  <a:lnTo>
                    <a:pt x="4920" y="4396"/>
                  </a:lnTo>
                  <a:cubicBezTo>
                    <a:pt x="5616" y="4396"/>
                    <a:pt x="6178" y="3834"/>
                    <a:pt x="6178" y="3137"/>
                  </a:cubicBezTo>
                  <a:lnTo>
                    <a:pt x="6178" y="1259"/>
                  </a:lnTo>
                  <a:cubicBezTo>
                    <a:pt x="6178" y="562"/>
                    <a:pt x="5616" y="0"/>
                    <a:pt x="49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0"/>
            <p:cNvSpPr/>
            <p:nvPr/>
          </p:nvSpPr>
          <p:spPr>
            <a:xfrm>
              <a:off x="3144804" y="1655989"/>
              <a:ext cx="161766" cy="46915"/>
            </a:xfrm>
            <a:custGeom>
              <a:rect b="b" l="l" r="r" t="t"/>
              <a:pathLst>
                <a:path extrusionOk="0" h="1792" w="6179">
                  <a:moveTo>
                    <a:pt x="1259" y="0"/>
                  </a:moveTo>
                  <a:cubicBezTo>
                    <a:pt x="562" y="0"/>
                    <a:pt x="0" y="562"/>
                    <a:pt x="0" y="1259"/>
                  </a:cubicBezTo>
                  <a:lnTo>
                    <a:pt x="0" y="1792"/>
                  </a:lnTo>
                  <a:cubicBezTo>
                    <a:pt x="0" y="1095"/>
                    <a:pt x="562" y="533"/>
                    <a:pt x="1259" y="533"/>
                  </a:cubicBezTo>
                  <a:lnTo>
                    <a:pt x="4920" y="533"/>
                  </a:lnTo>
                  <a:cubicBezTo>
                    <a:pt x="5616" y="533"/>
                    <a:pt x="6178" y="1095"/>
                    <a:pt x="6178" y="1792"/>
                  </a:cubicBezTo>
                  <a:lnTo>
                    <a:pt x="6178" y="1259"/>
                  </a:lnTo>
                  <a:cubicBezTo>
                    <a:pt x="6178" y="562"/>
                    <a:pt x="5616" y="0"/>
                    <a:pt x="492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0"/>
            <p:cNvSpPr/>
            <p:nvPr/>
          </p:nvSpPr>
          <p:spPr>
            <a:xfrm>
              <a:off x="3205437" y="1692013"/>
              <a:ext cx="44663" cy="42961"/>
            </a:xfrm>
            <a:custGeom>
              <a:rect b="b" l="l" r="r" t="t"/>
              <a:pathLst>
                <a:path extrusionOk="0" h="1641" w="1706">
                  <a:moveTo>
                    <a:pt x="211" y="1"/>
                  </a:moveTo>
                  <a:cubicBezTo>
                    <a:pt x="100" y="1"/>
                    <a:pt x="1" y="89"/>
                    <a:pt x="5" y="209"/>
                  </a:cubicBezTo>
                  <a:lnTo>
                    <a:pt x="5" y="1434"/>
                  </a:lnTo>
                  <a:cubicBezTo>
                    <a:pt x="1" y="1553"/>
                    <a:pt x="98" y="1641"/>
                    <a:pt x="206" y="1641"/>
                  </a:cubicBezTo>
                  <a:cubicBezTo>
                    <a:pt x="238" y="1641"/>
                    <a:pt x="271" y="1633"/>
                    <a:pt x="302" y="1617"/>
                  </a:cubicBezTo>
                  <a:lnTo>
                    <a:pt x="1551" y="1007"/>
                  </a:lnTo>
                  <a:cubicBezTo>
                    <a:pt x="1705" y="930"/>
                    <a:pt x="1705" y="709"/>
                    <a:pt x="1551" y="637"/>
                  </a:cubicBezTo>
                  <a:lnTo>
                    <a:pt x="302" y="22"/>
                  </a:lnTo>
                  <a:cubicBezTo>
                    <a:pt x="272" y="7"/>
                    <a:pt x="241" y="1"/>
                    <a:pt x="211"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0"/>
            <p:cNvSpPr/>
            <p:nvPr/>
          </p:nvSpPr>
          <p:spPr>
            <a:xfrm>
              <a:off x="3011234" y="1552081"/>
              <a:ext cx="429012" cy="329292"/>
            </a:xfrm>
            <a:custGeom>
              <a:rect b="b" l="l" r="r" t="t"/>
              <a:pathLst>
                <a:path extrusionOk="0" h="12578" w="16387">
                  <a:moveTo>
                    <a:pt x="240" y="1"/>
                  </a:moveTo>
                  <a:cubicBezTo>
                    <a:pt x="106" y="1"/>
                    <a:pt x="0" y="111"/>
                    <a:pt x="0" y="241"/>
                  </a:cubicBezTo>
                  <a:lnTo>
                    <a:pt x="0" y="12338"/>
                  </a:lnTo>
                  <a:cubicBezTo>
                    <a:pt x="0" y="12467"/>
                    <a:pt x="106" y="12578"/>
                    <a:pt x="240" y="12578"/>
                  </a:cubicBezTo>
                  <a:lnTo>
                    <a:pt x="3027" y="12578"/>
                  </a:lnTo>
                  <a:cubicBezTo>
                    <a:pt x="3349" y="12578"/>
                    <a:pt x="3349" y="12097"/>
                    <a:pt x="3027" y="12097"/>
                  </a:cubicBezTo>
                  <a:lnTo>
                    <a:pt x="481" y="12097"/>
                  </a:lnTo>
                  <a:lnTo>
                    <a:pt x="481" y="10157"/>
                  </a:lnTo>
                  <a:lnTo>
                    <a:pt x="10516" y="10157"/>
                  </a:lnTo>
                  <a:cubicBezTo>
                    <a:pt x="10833" y="10157"/>
                    <a:pt x="10833" y="9676"/>
                    <a:pt x="10516" y="9676"/>
                  </a:cubicBezTo>
                  <a:lnTo>
                    <a:pt x="481" y="9676"/>
                  </a:lnTo>
                  <a:lnTo>
                    <a:pt x="481" y="2782"/>
                  </a:lnTo>
                  <a:lnTo>
                    <a:pt x="15907" y="2782"/>
                  </a:lnTo>
                  <a:lnTo>
                    <a:pt x="15907" y="9676"/>
                  </a:lnTo>
                  <a:lnTo>
                    <a:pt x="11780" y="9676"/>
                  </a:lnTo>
                  <a:cubicBezTo>
                    <a:pt x="11463" y="9676"/>
                    <a:pt x="11463" y="10157"/>
                    <a:pt x="11780" y="10157"/>
                  </a:cubicBezTo>
                  <a:lnTo>
                    <a:pt x="15907" y="10157"/>
                  </a:lnTo>
                  <a:lnTo>
                    <a:pt x="15907" y="12097"/>
                  </a:lnTo>
                  <a:lnTo>
                    <a:pt x="4122" y="12097"/>
                  </a:lnTo>
                  <a:cubicBezTo>
                    <a:pt x="3800" y="12097"/>
                    <a:pt x="3800" y="12578"/>
                    <a:pt x="4122" y="12578"/>
                  </a:cubicBezTo>
                  <a:lnTo>
                    <a:pt x="16147" y="12578"/>
                  </a:lnTo>
                  <a:cubicBezTo>
                    <a:pt x="16276" y="12578"/>
                    <a:pt x="16387" y="12467"/>
                    <a:pt x="16387" y="12338"/>
                  </a:cubicBezTo>
                  <a:lnTo>
                    <a:pt x="16387" y="241"/>
                  </a:lnTo>
                  <a:cubicBezTo>
                    <a:pt x="16387" y="111"/>
                    <a:pt x="16276" y="1"/>
                    <a:pt x="16147" y="1"/>
                  </a:cubicBezTo>
                  <a:lnTo>
                    <a:pt x="8710" y="1"/>
                  </a:lnTo>
                  <a:cubicBezTo>
                    <a:pt x="8388" y="1"/>
                    <a:pt x="8388" y="481"/>
                    <a:pt x="8710" y="481"/>
                  </a:cubicBezTo>
                  <a:lnTo>
                    <a:pt x="15907" y="481"/>
                  </a:lnTo>
                  <a:lnTo>
                    <a:pt x="15907" y="2302"/>
                  </a:lnTo>
                  <a:lnTo>
                    <a:pt x="481" y="2302"/>
                  </a:lnTo>
                  <a:lnTo>
                    <a:pt x="481" y="481"/>
                  </a:lnTo>
                  <a:lnTo>
                    <a:pt x="7615" y="481"/>
                  </a:lnTo>
                  <a:cubicBezTo>
                    <a:pt x="7937" y="481"/>
                    <a:pt x="7937" y="1"/>
                    <a:pt x="76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0"/>
            <p:cNvSpPr/>
            <p:nvPr/>
          </p:nvSpPr>
          <p:spPr>
            <a:xfrm>
              <a:off x="3322121" y="1582266"/>
              <a:ext cx="86813" cy="12619"/>
            </a:xfrm>
            <a:custGeom>
              <a:rect b="b" l="l" r="r" t="t"/>
              <a:pathLst>
                <a:path extrusionOk="0" h="482" w="3316">
                  <a:moveTo>
                    <a:pt x="323" y="1"/>
                  </a:moveTo>
                  <a:cubicBezTo>
                    <a:pt x="1" y="1"/>
                    <a:pt x="1" y="481"/>
                    <a:pt x="323" y="481"/>
                  </a:cubicBezTo>
                  <a:lnTo>
                    <a:pt x="2999" y="481"/>
                  </a:lnTo>
                  <a:cubicBezTo>
                    <a:pt x="3316" y="481"/>
                    <a:pt x="3316" y="1"/>
                    <a:pt x="2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0"/>
            <p:cNvSpPr/>
            <p:nvPr/>
          </p:nvSpPr>
          <p:spPr>
            <a:xfrm>
              <a:off x="3284160" y="1582266"/>
              <a:ext cx="32201" cy="12619"/>
            </a:xfrm>
            <a:custGeom>
              <a:rect b="b" l="l" r="r" t="t"/>
              <a:pathLst>
                <a:path extrusionOk="0" h="482" w="1230">
                  <a:moveTo>
                    <a:pt x="322" y="1"/>
                  </a:moveTo>
                  <a:cubicBezTo>
                    <a:pt x="0" y="1"/>
                    <a:pt x="0" y="481"/>
                    <a:pt x="322" y="481"/>
                  </a:cubicBezTo>
                  <a:lnTo>
                    <a:pt x="913" y="481"/>
                  </a:lnTo>
                  <a:cubicBezTo>
                    <a:pt x="1230" y="481"/>
                    <a:pt x="1230" y="1"/>
                    <a:pt x="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0"/>
            <p:cNvSpPr/>
            <p:nvPr/>
          </p:nvSpPr>
          <p:spPr>
            <a:xfrm>
              <a:off x="3138495" y="1649680"/>
              <a:ext cx="174359" cy="127680"/>
            </a:xfrm>
            <a:custGeom>
              <a:rect b="b" l="l" r="r" t="t"/>
              <a:pathLst>
                <a:path extrusionOk="0" h="4877" w="6660">
                  <a:moveTo>
                    <a:pt x="5161" y="481"/>
                  </a:moveTo>
                  <a:cubicBezTo>
                    <a:pt x="5723" y="481"/>
                    <a:pt x="6179" y="938"/>
                    <a:pt x="6179" y="1500"/>
                  </a:cubicBezTo>
                  <a:lnTo>
                    <a:pt x="6179" y="3378"/>
                  </a:lnTo>
                  <a:cubicBezTo>
                    <a:pt x="6179" y="3940"/>
                    <a:pt x="5723" y="4392"/>
                    <a:pt x="5161" y="4397"/>
                  </a:cubicBezTo>
                  <a:lnTo>
                    <a:pt x="1500" y="4397"/>
                  </a:lnTo>
                  <a:cubicBezTo>
                    <a:pt x="938" y="4392"/>
                    <a:pt x="481" y="3940"/>
                    <a:pt x="481" y="3378"/>
                  </a:cubicBezTo>
                  <a:lnTo>
                    <a:pt x="481" y="1500"/>
                  </a:lnTo>
                  <a:cubicBezTo>
                    <a:pt x="481" y="938"/>
                    <a:pt x="938" y="481"/>
                    <a:pt x="1500" y="481"/>
                  </a:cubicBezTo>
                  <a:close/>
                  <a:moveTo>
                    <a:pt x="1500" y="1"/>
                  </a:moveTo>
                  <a:cubicBezTo>
                    <a:pt x="674" y="1"/>
                    <a:pt x="6" y="673"/>
                    <a:pt x="1" y="1500"/>
                  </a:cubicBezTo>
                  <a:lnTo>
                    <a:pt x="1" y="3378"/>
                  </a:lnTo>
                  <a:cubicBezTo>
                    <a:pt x="6" y="4204"/>
                    <a:pt x="674" y="4872"/>
                    <a:pt x="1500" y="4877"/>
                  </a:cubicBezTo>
                  <a:lnTo>
                    <a:pt x="5161" y="4877"/>
                  </a:lnTo>
                  <a:cubicBezTo>
                    <a:pt x="5987" y="4872"/>
                    <a:pt x="6659" y="4204"/>
                    <a:pt x="6659" y="3378"/>
                  </a:cubicBezTo>
                  <a:lnTo>
                    <a:pt x="6659" y="1500"/>
                  </a:lnTo>
                  <a:cubicBezTo>
                    <a:pt x="6659" y="673"/>
                    <a:pt x="5987" y="1"/>
                    <a:pt x="51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0"/>
            <p:cNvSpPr/>
            <p:nvPr/>
          </p:nvSpPr>
          <p:spPr>
            <a:xfrm>
              <a:off x="3199154" y="1685860"/>
              <a:ext cx="58486" cy="55397"/>
            </a:xfrm>
            <a:custGeom>
              <a:rect b="b" l="l" r="r" t="t"/>
              <a:pathLst>
                <a:path extrusionOk="0" h="2116" w="2234">
                  <a:moveTo>
                    <a:pt x="485" y="497"/>
                  </a:moveTo>
                  <a:lnTo>
                    <a:pt x="1623" y="1059"/>
                  </a:lnTo>
                  <a:lnTo>
                    <a:pt x="485" y="1617"/>
                  </a:lnTo>
                  <a:lnTo>
                    <a:pt x="485" y="497"/>
                  </a:lnTo>
                  <a:close/>
                  <a:moveTo>
                    <a:pt x="452" y="0"/>
                  </a:moveTo>
                  <a:cubicBezTo>
                    <a:pt x="217" y="0"/>
                    <a:pt x="4" y="189"/>
                    <a:pt x="4" y="449"/>
                  </a:cubicBezTo>
                  <a:lnTo>
                    <a:pt x="4" y="1669"/>
                  </a:lnTo>
                  <a:cubicBezTo>
                    <a:pt x="1" y="1925"/>
                    <a:pt x="214" y="2116"/>
                    <a:pt x="450" y="2116"/>
                  </a:cubicBezTo>
                  <a:cubicBezTo>
                    <a:pt x="516" y="2116"/>
                    <a:pt x="583" y="2101"/>
                    <a:pt x="648" y="2068"/>
                  </a:cubicBezTo>
                  <a:lnTo>
                    <a:pt x="1897" y="1458"/>
                  </a:lnTo>
                  <a:cubicBezTo>
                    <a:pt x="2233" y="1295"/>
                    <a:pt x="2233" y="819"/>
                    <a:pt x="1897" y="656"/>
                  </a:cubicBezTo>
                  <a:lnTo>
                    <a:pt x="648" y="46"/>
                  </a:lnTo>
                  <a:cubicBezTo>
                    <a:pt x="584" y="15"/>
                    <a:pt x="517" y="0"/>
                    <a:pt x="4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0"/>
            <p:cNvSpPr/>
            <p:nvPr/>
          </p:nvSpPr>
          <p:spPr>
            <a:xfrm>
              <a:off x="3055635" y="1835453"/>
              <a:ext cx="169673" cy="12593"/>
            </a:xfrm>
            <a:custGeom>
              <a:rect b="b" l="l" r="r" t="t"/>
              <a:pathLst>
                <a:path extrusionOk="0" h="481" w="6481">
                  <a:moveTo>
                    <a:pt x="322" y="0"/>
                  </a:moveTo>
                  <a:cubicBezTo>
                    <a:pt x="0" y="0"/>
                    <a:pt x="0" y="481"/>
                    <a:pt x="322" y="481"/>
                  </a:cubicBezTo>
                  <a:lnTo>
                    <a:pt x="6241" y="481"/>
                  </a:lnTo>
                  <a:cubicBezTo>
                    <a:pt x="6375" y="481"/>
                    <a:pt x="6481" y="370"/>
                    <a:pt x="6481" y="241"/>
                  </a:cubicBezTo>
                  <a:cubicBezTo>
                    <a:pt x="6481" y="106"/>
                    <a:pt x="6375" y="0"/>
                    <a:pt x="62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0"/>
            <p:cNvSpPr/>
            <p:nvPr/>
          </p:nvSpPr>
          <p:spPr>
            <a:xfrm>
              <a:off x="3349663" y="1834955"/>
              <a:ext cx="49585" cy="12593"/>
            </a:xfrm>
            <a:custGeom>
              <a:rect b="b" l="l" r="r" t="t"/>
              <a:pathLst>
                <a:path extrusionOk="0" h="481" w="1894">
                  <a:moveTo>
                    <a:pt x="323" y="0"/>
                  </a:moveTo>
                  <a:cubicBezTo>
                    <a:pt x="1" y="0"/>
                    <a:pt x="1" y="481"/>
                    <a:pt x="323" y="481"/>
                  </a:cubicBezTo>
                  <a:lnTo>
                    <a:pt x="1572" y="481"/>
                  </a:lnTo>
                  <a:cubicBezTo>
                    <a:pt x="1894" y="481"/>
                    <a:pt x="1894" y="0"/>
                    <a:pt x="1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6" name="Google Shape;8506;p80"/>
          <p:cNvGrpSpPr/>
          <p:nvPr/>
        </p:nvGrpSpPr>
        <p:grpSpPr>
          <a:xfrm>
            <a:off x="3500721" y="1993659"/>
            <a:ext cx="381626" cy="360237"/>
            <a:chOff x="3500721" y="1993659"/>
            <a:chExt cx="381626" cy="360237"/>
          </a:xfrm>
        </p:grpSpPr>
        <p:sp>
          <p:nvSpPr>
            <p:cNvPr id="8507" name="Google Shape;8507;p80"/>
            <p:cNvSpPr/>
            <p:nvPr/>
          </p:nvSpPr>
          <p:spPr>
            <a:xfrm>
              <a:off x="3546013" y="2262946"/>
              <a:ext cx="299473" cy="51077"/>
            </a:xfrm>
            <a:custGeom>
              <a:rect b="b" l="l" r="r" t="t"/>
              <a:pathLst>
                <a:path extrusionOk="0" h="1951" w="11439">
                  <a:moveTo>
                    <a:pt x="971" y="0"/>
                  </a:moveTo>
                  <a:cubicBezTo>
                    <a:pt x="432" y="0"/>
                    <a:pt x="0" y="437"/>
                    <a:pt x="0" y="975"/>
                  </a:cubicBezTo>
                  <a:cubicBezTo>
                    <a:pt x="0" y="1513"/>
                    <a:pt x="432" y="1951"/>
                    <a:pt x="971" y="1951"/>
                  </a:cubicBezTo>
                  <a:lnTo>
                    <a:pt x="11439" y="1951"/>
                  </a:lnTo>
                  <a:lnTo>
                    <a:pt x="1143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0"/>
            <p:cNvSpPr/>
            <p:nvPr/>
          </p:nvSpPr>
          <p:spPr>
            <a:xfrm>
              <a:off x="3547374" y="2262946"/>
              <a:ext cx="298112" cy="50946"/>
            </a:xfrm>
            <a:custGeom>
              <a:rect b="b" l="l" r="r" t="t"/>
              <a:pathLst>
                <a:path extrusionOk="0" h="1946" w="11387">
                  <a:moveTo>
                    <a:pt x="10738" y="0"/>
                  </a:moveTo>
                  <a:lnTo>
                    <a:pt x="10738" y="894"/>
                  </a:lnTo>
                  <a:cubicBezTo>
                    <a:pt x="10738" y="1115"/>
                    <a:pt x="10555" y="1297"/>
                    <a:pt x="10330" y="1297"/>
                  </a:cubicBezTo>
                  <a:lnTo>
                    <a:pt x="1" y="1297"/>
                  </a:lnTo>
                  <a:cubicBezTo>
                    <a:pt x="140" y="1686"/>
                    <a:pt x="510" y="1946"/>
                    <a:pt x="919" y="1946"/>
                  </a:cubicBezTo>
                  <a:lnTo>
                    <a:pt x="11387" y="1946"/>
                  </a:lnTo>
                  <a:lnTo>
                    <a:pt x="11387" y="0"/>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0"/>
            <p:cNvSpPr/>
            <p:nvPr/>
          </p:nvSpPr>
          <p:spPr>
            <a:xfrm>
              <a:off x="3514047" y="2231111"/>
              <a:ext cx="352697" cy="114747"/>
            </a:xfrm>
            <a:custGeom>
              <a:rect b="b" l="l" r="r" t="t"/>
              <a:pathLst>
                <a:path extrusionOk="0" h="4383" w="13472">
                  <a:moveTo>
                    <a:pt x="2192" y="1"/>
                  </a:moveTo>
                  <a:cubicBezTo>
                    <a:pt x="981" y="1"/>
                    <a:pt x="1" y="981"/>
                    <a:pt x="1" y="2191"/>
                  </a:cubicBezTo>
                  <a:cubicBezTo>
                    <a:pt x="1" y="3402"/>
                    <a:pt x="981" y="4382"/>
                    <a:pt x="2192" y="4382"/>
                  </a:cubicBezTo>
                  <a:lnTo>
                    <a:pt x="13471" y="4382"/>
                  </a:lnTo>
                  <a:lnTo>
                    <a:pt x="13471" y="3167"/>
                  </a:lnTo>
                  <a:lnTo>
                    <a:pt x="2192" y="3167"/>
                  </a:lnTo>
                  <a:cubicBezTo>
                    <a:pt x="1653" y="3167"/>
                    <a:pt x="1221" y="2729"/>
                    <a:pt x="1221" y="2191"/>
                  </a:cubicBezTo>
                  <a:cubicBezTo>
                    <a:pt x="1221" y="1653"/>
                    <a:pt x="1653" y="1216"/>
                    <a:pt x="2192" y="1216"/>
                  </a:cubicBezTo>
                  <a:lnTo>
                    <a:pt x="13471" y="1216"/>
                  </a:lnTo>
                  <a:lnTo>
                    <a:pt x="1347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0"/>
            <p:cNvSpPr/>
            <p:nvPr/>
          </p:nvSpPr>
          <p:spPr>
            <a:xfrm>
              <a:off x="3846585" y="2231111"/>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0"/>
            <p:cNvSpPr/>
            <p:nvPr/>
          </p:nvSpPr>
          <p:spPr>
            <a:xfrm>
              <a:off x="3846585" y="2313997"/>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0"/>
            <p:cNvSpPr/>
            <p:nvPr/>
          </p:nvSpPr>
          <p:spPr>
            <a:xfrm>
              <a:off x="3571407" y="2288472"/>
              <a:ext cx="49951" cy="55240"/>
            </a:xfrm>
            <a:custGeom>
              <a:rect b="b" l="l" r="r" t="t"/>
              <a:pathLst>
                <a:path extrusionOk="0" h="2110" w="1908">
                  <a:moveTo>
                    <a:pt x="1" y="0"/>
                  </a:moveTo>
                  <a:lnTo>
                    <a:pt x="1" y="2109"/>
                  </a:lnTo>
                  <a:lnTo>
                    <a:pt x="976" y="1701"/>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0"/>
            <p:cNvSpPr/>
            <p:nvPr/>
          </p:nvSpPr>
          <p:spPr>
            <a:xfrm>
              <a:off x="3546641" y="2033531"/>
              <a:ext cx="298845" cy="50972"/>
            </a:xfrm>
            <a:custGeom>
              <a:rect b="b" l="l" r="r" t="t"/>
              <a:pathLst>
                <a:path extrusionOk="0" h="1947" w="11415">
                  <a:moveTo>
                    <a:pt x="947" y="1"/>
                  </a:moveTo>
                  <a:cubicBezTo>
                    <a:pt x="418" y="15"/>
                    <a:pt x="0" y="447"/>
                    <a:pt x="0" y="976"/>
                  </a:cubicBezTo>
                  <a:cubicBezTo>
                    <a:pt x="0" y="1504"/>
                    <a:pt x="418" y="1937"/>
                    <a:pt x="947" y="1946"/>
                  </a:cubicBezTo>
                  <a:lnTo>
                    <a:pt x="11415" y="1946"/>
                  </a:lnTo>
                  <a:lnTo>
                    <a:pt x="1141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0"/>
            <p:cNvSpPr/>
            <p:nvPr/>
          </p:nvSpPr>
          <p:spPr>
            <a:xfrm>
              <a:off x="3547374" y="2033531"/>
              <a:ext cx="298112" cy="51103"/>
            </a:xfrm>
            <a:custGeom>
              <a:rect b="b" l="l" r="r" t="t"/>
              <a:pathLst>
                <a:path extrusionOk="0" h="1952" w="11387">
                  <a:moveTo>
                    <a:pt x="10738" y="1"/>
                  </a:moveTo>
                  <a:lnTo>
                    <a:pt x="10738" y="894"/>
                  </a:lnTo>
                  <a:cubicBezTo>
                    <a:pt x="10738" y="1120"/>
                    <a:pt x="10555" y="1298"/>
                    <a:pt x="10330" y="1298"/>
                  </a:cubicBezTo>
                  <a:lnTo>
                    <a:pt x="1" y="1298"/>
                  </a:lnTo>
                  <a:cubicBezTo>
                    <a:pt x="140" y="1687"/>
                    <a:pt x="510" y="1946"/>
                    <a:pt x="919" y="1951"/>
                  </a:cubicBezTo>
                  <a:lnTo>
                    <a:pt x="11387" y="1951"/>
                  </a:lnTo>
                  <a:lnTo>
                    <a:pt x="11387" y="1"/>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0"/>
            <p:cNvSpPr/>
            <p:nvPr/>
          </p:nvSpPr>
          <p:spPr>
            <a:xfrm>
              <a:off x="3514047" y="2001722"/>
              <a:ext cx="352697" cy="114721"/>
            </a:xfrm>
            <a:custGeom>
              <a:rect b="b" l="l" r="r" t="t"/>
              <a:pathLst>
                <a:path extrusionOk="0" h="4382" w="13472">
                  <a:moveTo>
                    <a:pt x="2192" y="0"/>
                  </a:moveTo>
                  <a:cubicBezTo>
                    <a:pt x="981" y="0"/>
                    <a:pt x="1" y="980"/>
                    <a:pt x="1" y="2191"/>
                  </a:cubicBezTo>
                  <a:cubicBezTo>
                    <a:pt x="1" y="3402"/>
                    <a:pt x="981" y="4382"/>
                    <a:pt x="2192" y="4382"/>
                  </a:cubicBezTo>
                  <a:lnTo>
                    <a:pt x="13471" y="4382"/>
                  </a:lnTo>
                  <a:lnTo>
                    <a:pt x="13471" y="3161"/>
                  </a:lnTo>
                  <a:lnTo>
                    <a:pt x="2192" y="3161"/>
                  </a:lnTo>
                  <a:cubicBezTo>
                    <a:pt x="1663" y="3152"/>
                    <a:pt x="1245" y="2719"/>
                    <a:pt x="1245" y="2191"/>
                  </a:cubicBezTo>
                  <a:cubicBezTo>
                    <a:pt x="1245" y="1662"/>
                    <a:pt x="1663" y="1230"/>
                    <a:pt x="2192" y="1216"/>
                  </a:cubicBezTo>
                  <a:lnTo>
                    <a:pt x="13471" y="1216"/>
                  </a:lnTo>
                  <a:lnTo>
                    <a:pt x="13471"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0"/>
            <p:cNvSpPr/>
            <p:nvPr/>
          </p:nvSpPr>
          <p:spPr>
            <a:xfrm>
              <a:off x="3846585" y="2001722"/>
              <a:ext cx="20159" cy="31835"/>
            </a:xfrm>
            <a:custGeom>
              <a:rect b="b" l="l" r="r" t="t"/>
              <a:pathLst>
                <a:path extrusionOk="0" h="1216" w="770">
                  <a:moveTo>
                    <a:pt x="1" y="0"/>
                  </a:moveTo>
                  <a:lnTo>
                    <a:pt x="1" y="1216"/>
                  </a:lnTo>
                  <a:lnTo>
                    <a:pt x="769" y="1216"/>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0"/>
            <p:cNvSpPr/>
            <p:nvPr/>
          </p:nvSpPr>
          <p:spPr>
            <a:xfrm>
              <a:off x="3846585" y="2084477"/>
              <a:ext cx="20159" cy="31966"/>
            </a:xfrm>
            <a:custGeom>
              <a:rect b="b" l="l" r="r" t="t"/>
              <a:pathLst>
                <a:path extrusionOk="0" h="1221" w="770">
                  <a:moveTo>
                    <a:pt x="1" y="0"/>
                  </a:moveTo>
                  <a:lnTo>
                    <a:pt x="1" y="1221"/>
                  </a:lnTo>
                  <a:lnTo>
                    <a:pt x="769" y="1221"/>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0"/>
            <p:cNvSpPr/>
            <p:nvPr/>
          </p:nvSpPr>
          <p:spPr>
            <a:xfrm>
              <a:off x="3571407" y="2059056"/>
              <a:ext cx="49951" cy="55240"/>
            </a:xfrm>
            <a:custGeom>
              <a:rect b="b" l="l" r="r" t="t"/>
              <a:pathLst>
                <a:path extrusionOk="0" h="2110" w="1908">
                  <a:moveTo>
                    <a:pt x="1" y="1"/>
                  </a:moveTo>
                  <a:lnTo>
                    <a:pt x="1" y="2110"/>
                  </a:lnTo>
                  <a:lnTo>
                    <a:pt x="976" y="1702"/>
                  </a:lnTo>
                  <a:lnTo>
                    <a:pt x="1908" y="2110"/>
                  </a:lnTo>
                  <a:lnTo>
                    <a:pt x="1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0"/>
            <p:cNvSpPr/>
            <p:nvPr/>
          </p:nvSpPr>
          <p:spPr>
            <a:xfrm>
              <a:off x="3535305" y="2148225"/>
              <a:ext cx="299002" cy="51103"/>
            </a:xfrm>
            <a:custGeom>
              <a:rect b="b" l="l" r="r" t="t"/>
              <a:pathLst>
                <a:path extrusionOk="0" h="1952" w="11421">
                  <a:moveTo>
                    <a:pt x="1" y="1"/>
                  </a:moveTo>
                  <a:lnTo>
                    <a:pt x="1" y="1951"/>
                  </a:lnTo>
                  <a:lnTo>
                    <a:pt x="10469" y="1951"/>
                  </a:lnTo>
                  <a:cubicBezTo>
                    <a:pt x="10997" y="1937"/>
                    <a:pt x="11420" y="1505"/>
                    <a:pt x="11420" y="976"/>
                  </a:cubicBezTo>
                  <a:cubicBezTo>
                    <a:pt x="11420" y="448"/>
                    <a:pt x="10997" y="15"/>
                    <a:pt x="10469"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0"/>
            <p:cNvSpPr/>
            <p:nvPr/>
          </p:nvSpPr>
          <p:spPr>
            <a:xfrm>
              <a:off x="3535305" y="2148225"/>
              <a:ext cx="299002" cy="51103"/>
            </a:xfrm>
            <a:custGeom>
              <a:rect b="b" l="l" r="r" t="t"/>
              <a:pathLst>
                <a:path extrusionOk="0" h="1952" w="11421">
                  <a:moveTo>
                    <a:pt x="10454" y="1"/>
                  </a:moveTo>
                  <a:cubicBezTo>
                    <a:pt x="10680" y="635"/>
                    <a:pt x="10209" y="1303"/>
                    <a:pt x="9537" y="1303"/>
                  </a:cubicBezTo>
                  <a:lnTo>
                    <a:pt x="1" y="1303"/>
                  </a:lnTo>
                  <a:lnTo>
                    <a:pt x="1" y="1951"/>
                  </a:lnTo>
                  <a:lnTo>
                    <a:pt x="10469" y="1951"/>
                  </a:lnTo>
                  <a:cubicBezTo>
                    <a:pt x="10997" y="1937"/>
                    <a:pt x="11420" y="1505"/>
                    <a:pt x="11420" y="976"/>
                  </a:cubicBezTo>
                  <a:cubicBezTo>
                    <a:pt x="11420" y="448"/>
                    <a:pt x="10997" y="15"/>
                    <a:pt x="10469"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0"/>
            <p:cNvSpPr/>
            <p:nvPr/>
          </p:nvSpPr>
          <p:spPr>
            <a:xfrm>
              <a:off x="3514047" y="2116417"/>
              <a:ext cx="352697" cy="114721"/>
            </a:xfrm>
            <a:custGeom>
              <a:rect b="b" l="l" r="r" t="t"/>
              <a:pathLst>
                <a:path extrusionOk="0" h="4382" w="13472">
                  <a:moveTo>
                    <a:pt x="1" y="1"/>
                  </a:moveTo>
                  <a:lnTo>
                    <a:pt x="1" y="1216"/>
                  </a:lnTo>
                  <a:lnTo>
                    <a:pt x="11281" y="1216"/>
                  </a:lnTo>
                  <a:cubicBezTo>
                    <a:pt x="11809" y="1230"/>
                    <a:pt x="12232" y="1663"/>
                    <a:pt x="12232" y="2191"/>
                  </a:cubicBezTo>
                  <a:cubicBezTo>
                    <a:pt x="12232" y="2720"/>
                    <a:pt x="11809" y="3152"/>
                    <a:pt x="11281" y="3166"/>
                  </a:cubicBezTo>
                  <a:lnTo>
                    <a:pt x="1" y="3166"/>
                  </a:lnTo>
                  <a:lnTo>
                    <a:pt x="1" y="4382"/>
                  </a:lnTo>
                  <a:lnTo>
                    <a:pt x="11281" y="4382"/>
                  </a:lnTo>
                  <a:cubicBezTo>
                    <a:pt x="12491" y="4382"/>
                    <a:pt x="13471" y="3402"/>
                    <a:pt x="13471" y="2191"/>
                  </a:cubicBezTo>
                  <a:cubicBezTo>
                    <a:pt x="13471" y="981"/>
                    <a:pt x="12491" y="1"/>
                    <a:pt x="11281" y="1"/>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0"/>
            <p:cNvSpPr/>
            <p:nvPr/>
          </p:nvSpPr>
          <p:spPr>
            <a:xfrm>
              <a:off x="3791267" y="2116417"/>
              <a:ext cx="75477" cy="114721"/>
            </a:xfrm>
            <a:custGeom>
              <a:rect b="b" l="l" r="r" t="t"/>
              <a:pathLst>
                <a:path extrusionOk="0" h="4382" w="2883">
                  <a:moveTo>
                    <a:pt x="0" y="1"/>
                  </a:moveTo>
                  <a:cubicBezTo>
                    <a:pt x="1211" y="1"/>
                    <a:pt x="2191" y="981"/>
                    <a:pt x="2191" y="2191"/>
                  </a:cubicBezTo>
                  <a:cubicBezTo>
                    <a:pt x="2191" y="3402"/>
                    <a:pt x="1211" y="4382"/>
                    <a:pt x="0" y="4382"/>
                  </a:cubicBezTo>
                  <a:lnTo>
                    <a:pt x="692" y="4382"/>
                  </a:lnTo>
                  <a:cubicBezTo>
                    <a:pt x="1902" y="4382"/>
                    <a:pt x="2882" y="3402"/>
                    <a:pt x="2882" y="2191"/>
                  </a:cubicBezTo>
                  <a:cubicBezTo>
                    <a:pt x="2882" y="981"/>
                    <a:pt x="1902" y="1"/>
                    <a:pt x="692" y="1"/>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0"/>
            <p:cNvSpPr/>
            <p:nvPr/>
          </p:nvSpPr>
          <p:spPr>
            <a:xfrm>
              <a:off x="3759432" y="2173777"/>
              <a:ext cx="49951" cy="55345"/>
            </a:xfrm>
            <a:custGeom>
              <a:rect b="b" l="l" r="r" t="t"/>
              <a:pathLst>
                <a:path extrusionOk="0" h="2114" w="1908">
                  <a:moveTo>
                    <a:pt x="1" y="0"/>
                  </a:moveTo>
                  <a:lnTo>
                    <a:pt x="1" y="2114"/>
                  </a:lnTo>
                  <a:lnTo>
                    <a:pt x="933" y="1706"/>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0"/>
            <p:cNvSpPr/>
            <p:nvPr/>
          </p:nvSpPr>
          <p:spPr>
            <a:xfrm>
              <a:off x="3500721" y="1993659"/>
              <a:ext cx="381626" cy="360237"/>
            </a:xfrm>
            <a:custGeom>
              <a:rect b="b" l="l" r="r" t="t"/>
              <a:pathLst>
                <a:path extrusionOk="0" h="13760" w="14577">
                  <a:moveTo>
                    <a:pt x="12866" y="1826"/>
                  </a:moveTo>
                  <a:lnTo>
                    <a:pt x="12866" y="3171"/>
                  </a:lnTo>
                  <a:lnTo>
                    <a:pt x="4915" y="3171"/>
                  </a:lnTo>
                  <a:lnTo>
                    <a:pt x="4915" y="2499"/>
                  </a:lnTo>
                  <a:cubicBezTo>
                    <a:pt x="4915" y="2331"/>
                    <a:pt x="4776" y="2191"/>
                    <a:pt x="4608" y="2191"/>
                  </a:cubicBezTo>
                  <a:lnTo>
                    <a:pt x="2701" y="2191"/>
                  </a:lnTo>
                  <a:cubicBezTo>
                    <a:pt x="2532" y="2191"/>
                    <a:pt x="2398" y="2331"/>
                    <a:pt x="2398" y="2499"/>
                  </a:cubicBezTo>
                  <a:lnTo>
                    <a:pt x="2398" y="3095"/>
                  </a:lnTo>
                  <a:cubicBezTo>
                    <a:pt x="1773" y="2773"/>
                    <a:pt x="1999" y="1826"/>
                    <a:pt x="2701" y="1826"/>
                  </a:cubicBezTo>
                  <a:close/>
                  <a:moveTo>
                    <a:pt x="4300" y="2802"/>
                  </a:moveTo>
                  <a:lnTo>
                    <a:pt x="4300" y="4140"/>
                  </a:lnTo>
                  <a:lnTo>
                    <a:pt x="3796" y="3921"/>
                  </a:lnTo>
                  <a:cubicBezTo>
                    <a:pt x="3757" y="3904"/>
                    <a:pt x="3717" y="3896"/>
                    <a:pt x="3676" y="3896"/>
                  </a:cubicBezTo>
                  <a:cubicBezTo>
                    <a:pt x="3635" y="3896"/>
                    <a:pt x="3594" y="3904"/>
                    <a:pt x="3556" y="3921"/>
                  </a:cubicBezTo>
                  <a:lnTo>
                    <a:pt x="3003" y="4151"/>
                  </a:lnTo>
                  <a:lnTo>
                    <a:pt x="3003" y="2802"/>
                  </a:lnTo>
                  <a:close/>
                  <a:moveTo>
                    <a:pt x="13678" y="3777"/>
                  </a:moveTo>
                  <a:lnTo>
                    <a:pt x="13678" y="4387"/>
                  </a:lnTo>
                  <a:lnTo>
                    <a:pt x="4915" y="4387"/>
                  </a:lnTo>
                  <a:lnTo>
                    <a:pt x="4915" y="3777"/>
                  </a:lnTo>
                  <a:close/>
                  <a:moveTo>
                    <a:pt x="11790" y="6208"/>
                  </a:moveTo>
                  <a:cubicBezTo>
                    <a:pt x="12491" y="6208"/>
                    <a:pt x="12722" y="7154"/>
                    <a:pt x="12092" y="7476"/>
                  </a:cubicBezTo>
                  <a:lnTo>
                    <a:pt x="12092" y="6880"/>
                  </a:lnTo>
                  <a:cubicBezTo>
                    <a:pt x="12092" y="6712"/>
                    <a:pt x="11958" y="6573"/>
                    <a:pt x="11790" y="6573"/>
                  </a:cubicBezTo>
                  <a:lnTo>
                    <a:pt x="9883" y="6573"/>
                  </a:lnTo>
                  <a:cubicBezTo>
                    <a:pt x="9714" y="6573"/>
                    <a:pt x="9580" y="6712"/>
                    <a:pt x="9580" y="6880"/>
                  </a:cubicBezTo>
                  <a:lnTo>
                    <a:pt x="9580" y="7548"/>
                  </a:lnTo>
                  <a:lnTo>
                    <a:pt x="1629" y="7548"/>
                  </a:lnTo>
                  <a:lnTo>
                    <a:pt x="1629" y="6208"/>
                  </a:lnTo>
                  <a:close/>
                  <a:moveTo>
                    <a:pt x="11482" y="7183"/>
                  </a:moveTo>
                  <a:lnTo>
                    <a:pt x="11487" y="8533"/>
                  </a:lnTo>
                  <a:lnTo>
                    <a:pt x="10935" y="8302"/>
                  </a:lnTo>
                  <a:cubicBezTo>
                    <a:pt x="10896" y="8285"/>
                    <a:pt x="10855" y="8277"/>
                    <a:pt x="10815" y="8277"/>
                  </a:cubicBezTo>
                  <a:cubicBezTo>
                    <a:pt x="10774" y="8277"/>
                    <a:pt x="10733" y="8285"/>
                    <a:pt x="10694" y="8302"/>
                  </a:cubicBezTo>
                  <a:lnTo>
                    <a:pt x="10185" y="8523"/>
                  </a:lnTo>
                  <a:lnTo>
                    <a:pt x="10185" y="7183"/>
                  </a:lnTo>
                  <a:close/>
                  <a:moveTo>
                    <a:pt x="11790" y="4992"/>
                  </a:moveTo>
                  <a:cubicBezTo>
                    <a:pt x="12832" y="4992"/>
                    <a:pt x="13673" y="5838"/>
                    <a:pt x="13678" y="6880"/>
                  </a:cubicBezTo>
                  <a:cubicBezTo>
                    <a:pt x="13678" y="7807"/>
                    <a:pt x="13005" y="8595"/>
                    <a:pt x="12092" y="8744"/>
                  </a:cubicBezTo>
                  <a:lnTo>
                    <a:pt x="12092" y="8120"/>
                  </a:lnTo>
                  <a:cubicBezTo>
                    <a:pt x="12722" y="7966"/>
                    <a:pt x="13135" y="7365"/>
                    <a:pt x="13058" y="6726"/>
                  </a:cubicBezTo>
                  <a:cubicBezTo>
                    <a:pt x="12981" y="6083"/>
                    <a:pt x="12434" y="5602"/>
                    <a:pt x="11790" y="5602"/>
                  </a:cubicBezTo>
                  <a:lnTo>
                    <a:pt x="817" y="5602"/>
                  </a:lnTo>
                  <a:lnTo>
                    <a:pt x="817" y="4992"/>
                  </a:lnTo>
                  <a:close/>
                  <a:moveTo>
                    <a:pt x="9580" y="8158"/>
                  </a:moveTo>
                  <a:lnTo>
                    <a:pt x="9580" y="8768"/>
                  </a:lnTo>
                  <a:lnTo>
                    <a:pt x="817" y="8768"/>
                  </a:lnTo>
                  <a:lnTo>
                    <a:pt x="817" y="8158"/>
                  </a:lnTo>
                  <a:close/>
                  <a:moveTo>
                    <a:pt x="12866" y="10589"/>
                  </a:moveTo>
                  <a:lnTo>
                    <a:pt x="12866" y="11934"/>
                  </a:lnTo>
                  <a:lnTo>
                    <a:pt x="4915" y="11934"/>
                  </a:lnTo>
                  <a:lnTo>
                    <a:pt x="4915" y="11261"/>
                  </a:lnTo>
                  <a:cubicBezTo>
                    <a:pt x="4915" y="11093"/>
                    <a:pt x="4776" y="10954"/>
                    <a:pt x="4608" y="10954"/>
                  </a:cubicBezTo>
                  <a:lnTo>
                    <a:pt x="2701" y="10954"/>
                  </a:lnTo>
                  <a:cubicBezTo>
                    <a:pt x="2532" y="10954"/>
                    <a:pt x="2398" y="11093"/>
                    <a:pt x="2398" y="11261"/>
                  </a:cubicBezTo>
                  <a:lnTo>
                    <a:pt x="2398" y="11857"/>
                  </a:lnTo>
                  <a:cubicBezTo>
                    <a:pt x="1773" y="11535"/>
                    <a:pt x="1999" y="10589"/>
                    <a:pt x="2701" y="10589"/>
                  </a:cubicBezTo>
                  <a:close/>
                  <a:moveTo>
                    <a:pt x="4300" y="11564"/>
                  </a:moveTo>
                  <a:lnTo>
                    <a:pt x="4300" y="12904"/>
                  </a:lnTo>
                  <a:lnTo>
                    <a:pt x="4305" y="12909"/>
                  </a:lnTo>
                  <a:lnTo>
                    <a:pt x="3796" y="12688"/>
                  </a:lnTo>
                  <a:cubicBezTo>
                    <a:pt x="3757" y="12671"/>
                    <a:pt x="3717" y="12663"/>
                    <a:pt x="3676" y="12663"/>
                  </a:cubicBezTo>
                  <a:cubicBezTo>
                    <a:pt x="3635" y="12663"/>
                    <a:pt x="3594" y="12671"/>
                    <a:pt x="3556" y="12688"/>
                  </a:cubicBezTo>
                  <a:lnTo>
                    <a:pt x="3003" y="12919"/>
                  </a:lnTo>
                  <a:lnTo>
                    <a:pt x="3003" y="11564"/>
                  </a:lnTo>
                  <a:close/>
                  <a:moveTo>
                    <a:pt x="13678" y="9378"/>
                  </a:moveTo>
                  <a:lnTo>
                    <a:pt x="13678" y="9984"/>
                  </a:lnTo>
                  <a:lnTo>
                    <a:pt x="2701" y="9984"/>
                  </a:lnTo>
                  <a:cubicBezTo>
                    <a:pt x="2057" y="9984"/>
                    <a:pt x="1509" y="10469"/>
                    <a:pt x="1432" y="11108"/>
                  </a:cubicBezTo>
                  <a:cubicBezTo>
                    <a:pt x="1355" y="11751"/>
                    <a:pt x="1769" y="12352"/>
                    <a:pt x="2398" y="12506"/>
                  </a:cubicBezTo>
                  <a:lnTo>
                    <a:pt x="2398" y="13125"/>
                  </a:lnTo>
                  <a:cubicBezTo>
                    <a:pt x="1427" y="12967"/>
                    <a:pt x="745" y="12088"/>
                    <a:pt x="822" y="11113"/>
                  </a:cubicBezTo>
                  <a:cubicBezTo>
                    <a:pt x="904" y="10132"/>
                    <a:pt x="1721" y="9378"/>
                    <a:pt x="2701" y="9378"/>
                  </a:cubicBezTo>
                  <a:close/>
                  <a:moveTo>
                    <a:pt x="11911" y="1"/>
                  </a:moveTo>
                  <a:cubicBezTo>
                    <a:pt x="11742" y="1"/>
                    <a:pt x="11602" y="134"/>
                    <a:pt x="11602" y="308"/>
                  </a:cubicBezTo>
                  <a:cubicBezTo>
                    <a:pt x="11602" y="478"/>
                    <a:pt x="11742" y="611"/>
                    <a:pt x="11911" y="611"/>
                  </a:cubicBezTo>
                  <a:cubicBezTo>
                    <a:pt x="11914" y="611"/>
                    <a:pt x="11917" y="611"/>
                    <a:pt x="11920" y="611"/>
                  </a:cubicBezTo>
                  <a:lnTo>
                    <a:pt x="13678" y="611"/>
                  </a:lnTo>
                  <a:lnTo>
                    <a:pt x="13678" y="1221"/>
                  </a:lnTo>
                  <a:lnTo>
                    <a:pt x="2701" y="1221"/>
                  </a:lnTo>
                  <a:cubicBezTo>
                    <a:pt x="2697" y="1221"/>
                    <a:pt x="2694" y="1221"/>
                    <a:pt x="2691" y="1221"/>
                  </a:cubicBezTo>
                  <a:cubicBezTo>
                    <a:pt x="2051" y="1221"/>
                    <a:pt x="1509" y="1705"/>
                    <a:pt x="1432" y="2345"/>
                  </a:cubicBezTo>
                  <a:cubicBezTo>
                    <a:pt x="1355" y="2984"/>
                    <a:pt x="1769" y="3585"/>
                    <a:pt x="2398" y="3738"/>
                  </a:cubicBezTo>
                  <a:lnTo>
                    <a:pt x="2398" y="4358"/>
                  </a:lnTo>
                  <a:cubicBezTo>
                    <a:pt x="1427" y="4204"/>
                    <a:pt x="736" y="3325"/>
                    <a:pt x="817" y="2345"/>
                  </a:cubicBezTo>
                  <a:cubicBezTo>
                    <a:pt x="899" y="1368"/>
                    <a:pt x="1711" y="611"/>
                    <a:pt x="2691" y="611"/>
                  </a:cubicBezTo>
                  <a:cubicBezTo>
                    <a:pt x="2694" y="611"/>
                    <a:pt x="2697" y="611"/>
                    <a:pt x="2701" y="611"/>
                  </a:cubicBezTo>
                  <a:lnTo>
                    <a:pt x="10507" y="611"/>
                  </a:lnTo>
                  <a:cubicBezTo>
                    <a:pt x="10896" y="592"/>
                    <a:pt x="10896" y="20"/>
                    <a:pt x="10507" y="1"/>
                  </a:cubicBezTo>
                  <a:lnTo>
                    <a:pt x="2701" y="1"/>
                  </a:lnTo>
                  <a:cubicBezTo>
                    <a:pt x="1692" y="1"/>
                    <a:pt x="784" y="611"/>
                    <a:pt x="395" y="1543"/>
                  </a:cubicBezTo>
                  <a:cubicBezTo>
                    <a:pt x="10" y="2475"/>
                    <a:pt x="226" y="3546"/>
                    <a:pt x="937" y="4262"/>
                  </a:cubicBezTo>
                  <a:cubicBezTo>
                    <a:pt x="981" y="4305"/>
                    <a:pt x="1024" y="4344"/>
                    <a:pt x="1072" y="4382"/>
                  </a:cubicBezTo>
                  <a:lnTo>
                    <a:pt x="510" y="4382"/>
                  </a:lnTo>
                  <a:cubicBezTo>
                    <a:pt x="342" y="4382"/>
                    <a:pt x="207" y="4517"/>
                    <a:pt x="207" y="4685"/>
                  </a:cubicBezTo>
                  <a:lnTo>
                    <a:pt x="207" y="5905"/>
                  </a:lnTo>
                  <a:cubicBezTo>
                    <a:pt x="207" y="6073"/>
                    <a:pt x="342" y="6208"/>
                    <a:pt x="510" y="6208"/>
                  </a:cubicBezTo>
                  <a:lnTo>
                    <a:pt x="1019" y="6208"/>
                  </a:lnTo>
                  <a:lnTo>
                    <a:pt x="1019" y="7548"/>
                  </a:lnTo>
                  <a:lnTo>
                    <a:pt x="510" y="7548"/>
                  </a:lnTo>
                  <a:cubicBezTo>
                    <a:pt x="342" y="7548"/>
                    <a:pt x="207" y="7682"/>
                    <a:pt x="207" y="7851"/>
                  </a:cubicBezTo>
                  <a:lnTo>
                    <a:pt x="207" y="9071"/>
                  </a:lnTo>
                  <a:cubicBezTo>
                    <a:pt x="207" y="9239"/>
                    <a:pt x="342" y="9373"/>
                    <a:pt x="510" y="9373"/>
                  </a:cubicBezTo>
                  <a:lnTo>
                    <a:pt x="1072" y="9373"/>
                  </a:lnTo>
                  <a:cubicBezTo>
                    <a:pt x="284" y="10056"/>
                    <a:pt x="1" y="11156"/>
                    <a:pt x="361" y="12131"/>
                  </a:cubicBezTo>
                  <a:cubicBezTo>
                    <a:pt x="725" y="13107"/>
                    <a:pt x="1651" y="13755"/>
                    <a:pt x="2689" y="13755"/>
                  </a:cubicBezTo>
                  <a:cubicBezTo>
                    <a:pt x="2693" y="13755"/>
                    <a:pt x="2697" y="13755"/>
                    <a:pt x="2701" y="13755"/>
                  </a:cubicBezTo>
                  <a:lnTo>
                    <a:pt x="7264" y="13755"/>
                  </a:lnTo>
                  <a:cubicBezTo>
                    <a:pt x="7654" y="13740"/>
                    <a:pt x="7654" y="13164"/>
                    <a:pt x="7264" y="13149"/>
                  </a:cubicBezTo>
                  <a:lnTo>
                    <a:pt x="4910" y="13149"/>
                  </a:lnTo>
                  <a:lnTo>
                    <a:pt x="4910" y="12539"/>
                  </a:lnTo>
                  <a:lnTo>
                    <a:pt x="13673" y="12539"/>
                  </a:lnTo>
                  <a:lnTo>
                    <a:pt x="13673" y="13149"/>
                  </a:lnTo>
                  <a:lnTo>
                    <a:pt x="8686" y="13149"/>
                  </a:lnTo>
                  <a:cubicBezTo>
                    <a:pt x="8297" y="13169"/>
                    <a:pt x="8297" y="13740"/>
                    <a:pt x="8686" y="13760"/>
                  </a:cubicBezTo>
                  <a:lnTo>
                    <a:pt x="13980" y="13760"/>
                  </a:lnTo>
                  <a:cubicBezTo>
                    <a:pt x="14149" y="13760"/>
                    <a:pt x="14283" y="13620"/>
                    <a:pt x="14283" y="13452"/>
                  </a:cubicBezTo>
                  <a:lnTo>
                    <a:pt x="14283" y="12237"/>
                  </a:lnTo>
                  <a:cubicBezTo>
                    <a:pt x="14283" y="12064"/>
                    <a:pt x="14149" y="11929"/>
                    <a:pt x="13980" y="11929"/>
                  </a:cubicBezTo>
                  <a:lnTo>
                    <a:pt x="13471" y="11929"/>
                  </a:lnTo>
                  <a:lnTo>
                    <a:pt x="13471" y="10589"/>
                  </a:lnTo>
                  <a:lnTo>
                    <a:pt x="13980" y="10589"/>
                  </a:lnTo>
                  <a:cubicBezTo>
                    <a:pt x="14149" y="10589"/>
                    <a:pt x="14283" y="10454"/>
                    <a:pt x="14283" y="10286"/>
                  </a:cubicBezTo>
                  <a:lnTo>
                    <a:pt x="14283" y="9071"/>
                  </a:lnTo>
                  <a:cubicBezTo>
                    <a:pt x="14283" y="8903"/>
                    <a:pt x="14149" y="8763"/>
                    <a:pt x="13980" y="8763"/>
                  </a:cubicBezTo>
                  <a:lnTo>
                    <a:pt x="13418" y="8763"/>
                  </a:lnTo>
                  <a:cubicBezTo>
                    <a:pt x="13466" y="8725"/>
                    <a:pt x="13510" y="8686"/>
                    <a:pt x="13553" y="8643"/>
                  </a:cubicBezTo>
                  <a:cubicBezTo>
                    <a:pt x="14576" y="7620"/>
                    <a:pt x="14514" y="5939"/>
                    <a:pt x="13418" y="4992"/>
                  </a:cubicBezTo>
                  <a:lnTo>
                    <a:pt x="13980" y="4992"/>
                  </a:lnTo>
                  <a:cubicBezTo>
                    <a:pt x="14149" y="4992"/>
                    <a:pt x="14283" y="4858"/>
                    <a:pt x="14283" y="4690"/>
                  </a:cubicBezTo>
                  <a:lnTo>
                    <a:pt x="14283" y="3469"/>
                  </a:lnTo>
                  <a:cubicBezTo>
                    <a:pt x="14283" y="3301"/>
                    <a:pt x="14149" y="3167"/>
                    <a:pt x="13980" y="3167"/>
                  </a:cubicBezTo>
                  <a:lnTo>
                    <a:pt x="13471" y="3167"/>
                  </a:lnTo>
                  <a:lnTo>
                    <a:pt x="13471" y="1826"/>
                  </a:lnTo>
                  <a:lnTo>
                    <a:pt x="13980" y="1826"/>
                  </a:lnTo>
                  <a:cubicBezTo>
                    <a:pt x="14149" y="1826"/>
                    <a:pt x="14283" y="1692"/>
                    <a:pt x="14283" y="1524"/>
                  </a:cubicBezTo>
                  <a:lnTo>
                    <a:pt x="14283" y="308"/>
                  </a:lnTo>
                  <a:cubicBezTo>
                    <a:pt x="14283" y="140"/>
                    <a:pt x="14149" y="1"/>
                    <a:pt x="13980" y="1"/>
                  </a:cubicBezTo>
                  <a:lnTo>
                    <a:pt x="11920" y="1"/>
                  </a:lnTo>
                  <a:cubicBezTo>
                    <a:pt x="11917" y="1"/>
                    <a:pt x="11914" y="1"/>
                    <a:pt x="119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80"/>
          <p:cNvGrpSpPr/>
          <p:nvPr/>
        </p:nvGrpSpPr>
        <p:grpSpPr>
          <a:xfrm>
            <a:off x="3479228" y="1510926"/>
            <a:ext cx="373798" cy="370368"/>
            <a:chOff x="3479228" y="1510926"/>
            <a:chExt cx="373798" cy="370368"/>
          </a:xfrm>
        </p:grpSpPr>
        <p:sp>
          <p:nvSpPr>
            <p:cNvPr id="8526" name="Google Shape;8526;p80"/>
            <p:cNvSpPr/>
            <p:nvPr/>
          </p:nvSpPr>
          <p:spPr>
            <a:xfrm>
              <a:off x="3485511" y="1516554"/>
              <a:ext cx="361232" cy="359033"/>
            </a:xfrm>
            <a:custGeom>
              <a:rect b="b" l="l" r="r" t="t"/>
              <a:pathLst>
                <a:path extrusionOk="0" h="13714" w="13798">
                  <a:moveTo>
                    <a:pt x="11492" y="1"/>
                  </a:moveTo>
                  <a:cubicBezTo>
                    <a:pt x="11375" y="1"/>
                    <a:pt x="11259" y="46"/>
                    <a:pt x="11170" y="138"/>
                  </a:cubicBezTo>
                  <a:lnTo>
                    <a:pt x="178" y="11124"/>
                  </a:lnTo>
                  <a:cubicBezTo>
                    <a:pt x="0" y="11302"/>
                    <a:pt x="0" y="11595"/>
                    <a:pt x="178" y="11773"/>
                  </a:cubicBezTo>
                  <a:lnTo>
                    <a:pt x="1989" y="13579"/>
                  </a:lnTo>
                  <a:cubicBezTo>
                    <a:pt x="2076" y="13669"/>
                    <a:pt x="2193" y="13713"/>
                    <a:pt x="2309" y="13713"/>
                  </a:cubicBezTo>
                  <a:cubicBezTo>
                    <a:pt x="2424" y="13713"/>
                    <a:pt x="2540" y="13670"/>
                    <a:pt x="2628" y="13584"/>
                  </a:cubicBezTo>
                  <a:lnTo>
                    <a:pt x="13620" y="2597"/>
                  </a:lnTo>
                  <a:cubicBezTo>
                    <a:pt x="13798" y="2415"/>
                    <a:pt x="13798" y="2127"/>
                    <a:pt x="13620" y="1949"/>
                  </a:cubicBezTo>
                  <a:lnTo>
                    <a:pt x="11814" y="138"/>
                  </a:lnTo>
                  <a:cubicBezTo>
                    <a:pt x="11725" y="46"/>
                    <a:pt x="11608" y="1"/>
                    <a:pt x="1149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0"/>
            <p:cNvSpPr/>
            <p:nvPr/>
          </p:nvSpPr>
          <p:spPr>
            <a:xfrm>
              <a:off x="3595807" y="1655361"/>
              <a:ext cx="111213" cy="111056"/>
            </a:xfrm>
            <a:custGeom>
              <a:rect b="b" l="l" r="r" t="t"/>
              <a:pathLst>
                <a:path extrusionOk="0" h="4242" w="4248">
                  <a:moveTo>
                    <a:pt x="1788" y="0"/>
                  </a:moveTo>
                  <a:lnTo>
                    <a:pt x="1" y="1787"/>
                  </a:lnTo>
                  <a:lnTo>
                    <a:pt x="2455" y="4242"/>
                  </a:lnTo>
                  <a:lnTo>
                    <a:pt x="4247" y="2455"/>
                  </a:lnTo>
                  <a:lnTo>
                    <a:pt x="1788" y="0"/>
                  </a:ln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0"/>
            <p:cNvSpPr/>
            <p:nvPr/>
          </p:nvSpPr>
          <p:spPr>
            <a:xfrm>
              <a:off x="3488155" y="1521371"/>
              <a:ext cx="323009" cy="319763"/>
            </a:xfrm>
            <a:custGeom>
              <a:rect b="b" l="l" r="r" t="t"/>
              <a:pathLst>
                <a:path extrusionOk="0" h="12214" w="12338">
                  <a:moveTo>
                    <a:pt x="1389" y="1"/>
                  </a:moveTo>
                  <a:cubicBezTo>
                    <a:pt x="1066" y="1"/>
                    <a:pt x="742" y="124"/>
                    <a:pt x="495" y="372"/>
                  </a:cubicBezTo>
                  <a:cubicBezTo>
                    <a:pt x="0" y="866"/>
                    <a:pt x="0" y="1669"/>
                    <a:pt x="495" y="2159"/>
                  </a:cubicBezTo>
                  <a:lnTo>
                    <a:pt x="10545" y="12214"/>
                  </a:lnTo>
                  <a:lnTo>
                    <a:pt x="12337" y="10426"/>
                  </a:lnTo>
                  <a:lnTo>
                    <a:pt x="2282" y="372"/>
                  </a:lnTo>
                  <a:cubicBezTo>
                    <a:pt x="2035" y="124"/>
                    <a:pt x="1712" y="1"/>
                    <a:pt x="1389" y="1"/>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0"/>
            <p:cNvSpPr/>
            <p:nvPr/>
          </p:nvSpPr>
          <p:spPr>
            <a:xfrm>
              <a:off x="3764223" y="1794324"/>
              <a:ext cx="74665" cy="73854"/>
            </a:xfrm>
            <a:custGeom>
              <a:rect b="b" l="l" r="r" t="t"/>
              <a:pathLst>
                <a:path extrusionOk="0" h="2821" w="2852">
                  <a:moveTo>
                    <a:pt x="1792" y="0"/>
                  </a:moveTo>
                  <a:lnTo>
                    <a:pt x="0" y="1788"/>
                  </a:lnTo>
                  <a:lnTo>
                    <a:pt x="2638" y="2811"/>
                  </a:lnTo>
                  <a:cubicBezTo>
                    <a:pt x="2655" y="2818"/>
                    <a:pt x="2672" y="2821"/>
                    <a:pt x="2689" y="2821"/>
                  </a:cubicBezTo>
                  <a:cubicBezTo>
                    <a:pt x="2779" y="2821"/>
                    <a:pt x="2852" y="2731"/>
                    <a:pt x="2815" y="2638"/>
                  </a:cubicBezTo>
                  <a:lnTo>
                    <a:pt x="179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0"/>
            <p:cNvSpPr/>
            <p:nvPr/>
          </p:nvSpPr>
          <p:spPr>
            <a:xfrm>
              <a:off x="3799042" y="1794324"/>
              <a:ext cx="39767" cy="73801"/>
            </a:xfrm>
            <a:custGeom>
              <a:rect b="b" l="l" r="r" t="t"/>
              <a:pathLst>
                <a:path extrusionOk="0" h="2819" w="1519">
                  <a:moveTo>
                    <a:pt x="462" y="0"/>
                  </a:moveTo>
                  <a:lnTo>
                    <a:pt x="1" y="462"/>
                  </a:lnTo>
                  <a:lnTo>
                    <a:pt x="842" y="2628"/>
                  </a:lnTo>
                  <a:lnTo>
                    <a:pt x="1312" y="2811"/>
                  </a:lnTo>
                  <a:cubicBezTo>
                    <a:pt x="1328" y="2816"/>
                    <a:pt x="1343" y="2819"/>
                    <a:pt x="1358" y="2819"/>
                  </a:cubicBezTo>
                  <a:cubicBezTo>
                    <a:pt x="1445" y="2819"/>
                    <a:pt x="1518" y="2728"/>
                    <a:pt x="1485" y="2638"/>
                  </a:cubicBezTo>
                  <a:lnTo>
                    <a:pt x="46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0"/>
            <p:cNvSpPr/>
            <p:nvPr/>
          </p:nvSpPr>
          <p:spPr>
            <a:xfrm>
              <a:off x="3512790" y="1521371"/>
              <a:ext cx="298373" cy="319763"/>
            </a:xfrm>
            <a:custGeom>
              <a:rect b="b" l="l" r="r" t="t"/>
              <a:pathLst>
                <a:path extrusionOk="0" h="12214" w="11397">
                  <a:moveTo>
                    <a:pt x="448" y="1"/>
                  </a:moveTo>
                  <a:cubicBezTo>
                    <a:pt x="298" y="1"/>
                    <a:pt x="147" y="28"/>
                    <a:pt x="1" y="83"/>
                  </a:cubicBezTo>
                  <a:cubicBezTo>
                    <a:pt x="169" y="146"/>
                    <a:pt x="323" y="247"/>
                    <a:pt x="448" y="372"/>
                  </a:cubicBezTo>
                  <a:lnTo>
                    <a:pt x="9157" y="9081"/>
                  </a:lnTo>
                  <a:cubicBezTo>
                    <a:pt x="9902" y="9826"/>
                    <a:pt x="9902" y="11027"/>
                    <a:pt x="9157" y="11767"/>
                  </a:cubicBezTo>
                  <a:lnTo>
                    <a:pt x="9604" y="12214"/>
                  </a:lnTo>
                  <a:lnTo>
                    <a:pt x="11396" y="10426"/>
                  </a:lnTo>
                  <a:lnTo>
                    <a:pt x="1341" y="372"/>
                  </a:lnTo>
                  <a:cubicBezTo>
                    <a:pt x="1100" y="131"/>
                    <a:pt x="778" y="1"/>
                    <a:pt x="448"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0"/>
            <p:cNvSpPr/>
            <p:nvPr/>
          </p:nvSpPr>
          <p:spPr>
            <a:xfrm>
              <a:off x="3811635" y="1841736"/>
              <a:ext cx="27253" cy="26442"/>
            </a:xfrm>
            <a:custGeom>
              <a:rect b="b" l="l" r="r" t="t"/>
              <a:pathLst>
                <a:path extrusionOk="0" h="1010" w="1041">
                  <a:moveTo>
                    <a:pt x="682" y="1"/>
                  </a:moveTo>
                  <a:lnTo>
                    <a:pt x="0" y="678"/>
                  </a:lnTo>
                  <a:lnTo>
                    <a:pt x="831" y="1000"/>
                  </a:lnTo>
                  <a:cubicBezTo>
                    <a:pt x="848" y="1007"/>
                    <a:pt x="865" y="1010"/>
                    <a:pt x="881" y="1010"/>
                  </a:cubicBezTo>
                  <a:cubicBezTo>
                    <a:pt x="968" y="1010"/>
                    <a:pt x="1041" y="920"/>
                    <a:pt x="1004" y="827"/>
                  </a:cubicBezTo>
                  <a:lnTo>
                    <a:pt x="6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0"/>
            <p:cNvSpPr/>
            <p:nvPr/>
          </p:nvSpPr>
          <p:spPr>
            <a:xfrm>
              <a:off x="3523236" y="1553232"/>
              <a:ext cx="69717" cy="69691"/>
            </a:xfrm>
            <a:custGeom>
              <a:rect b="b" l="l" r="r" t="t"/>
              <a:pathLst>
                <a:path extrusionOk="0" h="2662" w="2663">
                  <a:moveTo>
                    <a:pt x="1788" y="0"/>
                  </a:moveTo>
                  <a:lnTo>
                    <a:pt x="1" y="1787"/>
                  </a:lnTo>
                  <a:lnTo>
                    <a:pt x="870" y="2662"/>
                  </a:lnTo>
                  <a:lnTo>
                    <a:pt x="2662" y="874"/>
                  </a:lnTo>
                  <a:lnTo>
                    <a:pt x="1788" y="0"/>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0"/>
            <p:cNvSpPr/>
            <p:nvPr/>
          </p:nvSpPr>
          <p:spPr>
            <a:xfrm>
              <a:off x="3479228" y="1510926"/>
              <a:ext cx="373798" cy="370368"/>
            </a:xfrm>
            <a:custGeom>
              <a:rect b="b" l="l" r="r" t="t"/>
              <a:pathLst>
                <a:path extrusionOk="0" h="14147" w="14278">
                  <a:moveTo>
                    <a:pt x="1730" y="623"/>
                  </a:moveTo>
                  <a:cubicBezTo>
                    <a:pt x="1997" y="623"/>
                    <a:pt x="2265" y="725"/>
                    <a:pt x="2469" y="929"/>
                  </a:cubicBezTo>
                  <a:lnTo>
                    <a:pt x="3161" y="1616"/>
                  </a:lnTo>
                  <a:lnTo>
                    <a:pt x="1677" y="3096"/>
                  </a:lnTo>
                  <a:lnTo>
                    <a:pt x="990" y="2404"/>
                  </a:lnTo>
                  <a:cubicBezTo>
                    <a:pt x="581" y="1996"/>
                    <a:pt x="581" y="1333"/>
                    <a:pt x="990" y="924"/>
                  </a:cubicBezTo>
                  <a:lnTo>
                    <a:pt x="990" y="929"/>
                  </a:lnTo>
                  <a:cubicBezTo>
                    <a:pt x="1194" y="725"/>
                    <a:pt x="1462" y="623"/>
                    <a:pt x="1730" y="623"/>
                  </a:cubicBezTo>
                  <a:close/>
                  <a:moveTo>
                    <a:pt x="3469" y="1924"/>
                  </a:moveTo>
                  <a:lnTo>
                    <a:pt x="4036" y="2490"/>
                  </a:lnTo>
                  <a:lnTo>
                    <a:pt x="3296" y="3230"/>
                  </a:lnTo>
                  <a:lnTo>
                    <a:pt x="2556" y="3970"/>
                  </a:lnTo>
                  <a:lnTo>
                    <a:pt x="1989" y="3403"/>
                  </a:lnTo>
                  <a:lnTo>
                    <a:pt x="3469" y="1924"/>
                  </a:lnTo>
                  <a:close/>
                  <a:moveTo>
                    <a:pt x="12596" y="11215"/>
                  </a:moveTo>
                  <a:lnTo>
                    <a:pt x="13432" y="13367"/>
                  </a:lnTo>
                  <a:lnTo>
                    <a:pt x="11280" y="12531"/>
                  </a:lnTo>
                  <a:lnTo>
                    <a:pt x="12596" y="11215"/>
                  </a:lnTo>
                  <a:close/>
                  <a:moveTo>
                    <a:pt x="5016" y="7049"/>
                  </a:moveTo>
                  <a:lnTo>
                    <a:pt x="7163" y="9197"/>
                  </a:lnTo>
                  <a:lnTo>
                    <a:pt x="6735" y="9629"/>
                  </a:lnTo>
                  <a:lnTo>
                    <a:pt x="6226" y="9115"/>
                  </a:lnTo>
                  <a:cubicBezTo>
                    <a:pt x="6177" y="9060"/>
                    <a:pt x="6121" y="9037"/>
                    <a:pt x="6066" y="9037"/>
                  </a:cubicBezTo>
                  <a:cubicBezTo>
                    <a:pt x="5893" y="9037"/>
                    <a:pt x="5742" y="9269"/>
                    <a:pt x="5914" y="9423"/>
                  </a:cubicBezTo>
                  <a:lnTo>
                    <a:pt x="6428" y="9937"/>
                  </a:lnTo>
                  <a:lnTo>
                    <a:pt x="5919" y="10441"/>
                  </a:lnTo>
                  <a:lnTo>
                    <a:pt x="4756" y="9279"/>
                  </a:lnTo>
                  <a:cubicBezTo>
                    <a:pt x="4710" y="9238"/>
                    <a:pt x="4660" y="9220"/>
                    <a:pt x="4612" y="9220"/>
                  </a:cubicBezTo>
                  <a:cubicBezTo>
                    <a:pt x="4446" y="9220"/>
                    <a:pt x="4307" y="9429"/>
                    <a:pt x="4449" y="9586"/>
                  </a:cubicBezTo>
                  <a:lnTo>
                    <a:pt x="5611" y="10753"/>
                  </a:lnTo>
                  <a:lnTo>
                    <a:pt x="5102" y="11258"/>
                  </a:lnTo>
                  <a:lnTo>
                    <a:pt x="4593" y="10749"/>
                  </a:lnTo>
                  <a:cubicBezTo>
                    <a:pt x="4546" y="10706"/>
                    <a:pt x="4495" y="10688"/>
                    <a:pt x="4446" y="10688"/>
                  </a:cubicBezTo>
                  <a:cubicBezTo>
                    <a:pt x="4280" y="10688"/>
                    <a:pt x="4141" y="10896"/>
                    <a:pt x="4285" y="11056"/>
                  </a:cubicBezTo>
                  <a:lnTo>
                    <a:pt x="4795" y="11565"/>
                  </a:lnTo>
                  <a:lnTo>
                    <a:pt x="4290" y="12075"/>
                  </a:lnTo>
                  <a:lnTo>
                    <a:pt x="3776" y="11560"/>
                  </a:lnTo>
                  <a:cubicBezTo>
                    <a:pt x="3730" y="11520"/>
                    <a:pt x="3680" y="11502"/>
                    <a:pt x="3632" y="11502"/>
                  </a:cubicBezTo>
                  <a:cubicBezTo>
                    <a:pt x="3466" y="11502"/>
                    <a:pt x="3327" y="11712"/>
                    <a:pt x="3469" y="11873"/>
                  </a:cubicBezTo>
                  <a:lnTo>
                    <a:pt x="3978" y="12382"/>
                  </a:lnTo>
                  <a:lnTo>
                    <a:pt x="3473" y="12886"/>
                  </a:lnTo>
                  <a:lnTo>
                    <a:pt x="2311" y="11724"/>
                  </a:lnTo>
                  <a:cubicBezTo>
                    <a:pt x="2265" y="11683"/>
                    <a:pt x="2215" y="11666"/>
                    <a:pt x="2167" y="11666"/>
                  </a:cubicBezTo>
                  <a:cubicBezTo>
                    <a:pt x="1999" y="11666"/>
                    <a:pt x="1858" y="11876"/>
                    <a:pt x="2003" y="12036"/>
                  </a:cubicBezTo>
                  <a:lnTo>
                    <a:pt x="3166" y="13199"/>
                  </a:lnTo>
                  <a:lnTo>
                    <a:pt x="2719" y="13641"/>
                  </a:lnTo>
                  <a:cubicBezTo>
                    <a:pt x="2674" y="13686"/>
                    <a:pt x="2612" y="13709"/>
                    <a:pt x="2551" y="13709"/>
                  </a:cubicBezTo>
                  <a:cubicBezTo>
                    <a:pt x="2490" y="13709"/>
                    <a:pt x="2429" y="13686"/>
                    <a:pt x="2383" y="13641"/>
                  </a:cubicBezTo>
                  <a:lnTo>
                    <a:pt x="572" y="11834"/>
                  </a:lnTo>
                  <a:cubicBezTo>
                    <a:pt x="481" y="11738"/>
                    <a:pt x="481" y="11589"/>
                    <a:pt x="572" y="11493"/>
                  </a:cubicBezTo>
                  <a:lnTo>
                    <a:pt x="5016" y="7049"/>
                  </a:lnTo>
                  <a:close/>
                  <a:moveTo>
                    <a:pt x="11729" y="1"/>
                  </a:moveTo>
                  <a:cubicBezTo>
                    <a:pt x="11556" y="1"/>
                    <a:pt x="11383" y="67"/>
                    <a:pt x="11251" y="199"/>
                  </a:cubicBezTo>
                  <a:lnTo>
                    <a:pt x="7845" y="3605"/>
                  </a:lnTo>
                  <a:cubicBezTo>
                    <a:pt x="7704" y="3765"/>
                    <a:pt x="7841" y="3973"/>
                    <a:pt x="8006" y="3973"/>
                  </a:cubicBezTo>
                  <a:cubicBezTo>
                    <a:pt x="8055" y="3973"/>
                    <a:pt x="8106" y="3955"/>
                    <a:pt x="8153" y="3912"/>
                  </a:cubicBezTo>
                  <a:lnTo>
                    <a:pt x="11559" y="506"/>
                  </a:lnTo>
                  <a:cubicBezTo>
                    <a:pt x="11604" y="461"/>
                    <a:pt x="11666" y="438"/>
                    <a:pt x="11727" y="438"/>
                  </a:cubicBezTo>
                  <a:cubicBezTo>
                    <a:pt x="11788" y="438"/>
                    <a:pt x="11849" y="461"/>
                    <a:pt x="11895" y="506"/>
                  </a:cubicBezTo>
                  <a:lnTo>
                    <a:pt x="13706" y="2318"/>
                  </a:lnTo>
                  <a:cubicBezTo>
                    <a:pt x="13797" y="2409"/>
                    <a:pt x="13797" y="2563"/>
                    <a:pt x="13706" y="2654"/>
                  </a:cubicBezTo>
                  <a:lnTo>
                    <a:pt x="13264" y="3101"/>
                  </a:lnTo>
                  <a:lnTo>
                    <a:pt x="12102" y="1938"/>
                  </a:lnTo>
                  <a:cubicBezTo>
                    <a:pt x="12052" y="1883"/>
                    <a:pt x="11995" y="1860"/>
                    <a:pt x="11940" y="1860"/>
                  </a:cubicBezTo>
                  <a:cubicBezTo>
                    <a:pt x="11768" y="1860"/>
                    <a:pt x="11618" y="2089"/>
                    <a:pt x="11789" y="2245"/>
                  </a:cubicBezTo>
                  <a:lnTo>
                    <a:pt x="12952" y="3408"/>
                  </a:lnTo>
                  <a:lnTo>
                    <a:pt x="12447" y="3912"/>
                  </a:lnTo>
                  <a:lnTo>
                    <a:pt x="11938" y="3403"/>
                  </a:lnTo>
                  <a:cubicBezTo>
                    <a:pt x="11889" y="3348"/>
                    <a:pt x="11832" y="3325"/>
                    <a:pt x="11777" y="3325"/>
                  </a:cubicBezTo>
                  <a:cubicBezTo>
                    <a:pt x="11604" y="3325"/>
                    <a:pt x="11454" y="3554"/>
                    <a:pt x="11626" y="3711"/>
                  </a:cubicBezTo>
                  <a:lnTo>
                    <a:pt x="12140" y="4225"/>
                  </a:lnTo>
                  <a:lnTo>
                    <a:pt x="11631" y="4729"/>
                  </a:lnTo>
                  <a:lnTo>
                    <a:pt x="11122" y="4220"/>
                  </a:lnTo>
                  <a:cubicBezTo>
                    <a:pt x="11075" y="4177"/>
                    <a:pt x="11023" y="4159"/>
                    <a:pt x="10975" y="4159"/>
                  </a:cubicBezTo>
                  <a:cubicBezTo>
                    <a:pt x="10808" y="4159"/>
                    <a:pt x="10668" y="4368"/>
                    <a:pt x="10809" y="4527"/>
                  </a:cubicBezTo>
                  <a:lnTo>
                    <a:pt x="11323" y="5037"/>
                  </a:lnTo>
                  <a:lnTo>
                    <a:pt x="10814" y="5546"/>
                  </a:lnTo>
                  <a:lnTo>
                    <a:pt x="9656" y="4388"/>
                  </a:lnTo>
                  <a:cubicBezTo>
                    <a:pt x="9609" y="4345"/>
                    <a:pt x="9558" y="4327"/>
                    <a:pt x="9509" y="4327"/>
                  </a:cubicBezTo>
                  <a:cubicBezTo>
                    <a:pt x="9343" y="4327"/>
                    <a:pt x="9203" y="4536"/>
                    <a:pt x="9344" y="4696"/>
                  </a:cubicBezTo>
                  <a:lnTo>
                    <a:pt x="10507" y="5858"/>
                  </a:lnTo>
                  <a:lnTo>
                    <a:pt x="10002" y="6363"/>
                  </a:lnTo>
                  <a:lnTo>
                    <a:pt x="9488" y="5853"/>
                  </a:lnTo>
                  <a:cubicBezTo>
                    <a:pt x="9443" y="5812"/>
                    <a:pt x="9393" y="5795"/>
                    <a:pt x="9345" y="5795"/>
                  </a:cubicBezTo>
                  <a:cubicBezTo>
                    <a:pt x="9180" y="5795"/>
                    <a:pt x="9039" y="6001"/>
                    <a:pt x="9181" y="6161"/>
                  </a:cubicBezTo>
                  <a:lnTo>
                    <a:pt x="9690" y="6675"/>
                  </a:lnTo>
                  <a:lnTo>
                    <a:pt x="9262" y="7102"/>
                  </a:lnTo>
                  <a:lnTo>
                    <a:pt x="7115" y="4955"/>
                  </a:lnTo>
                  <a:lnTo>
                    <a:pt x="7519" y="4556"/>
                  </a:lnTo>
                  <a:cubicBezTo>
                    <a:pt x="7660" y="4397"/>
                    <a:pt x="7520" y="4188"/>
                    <a:pt x="7353" y="4188"/>
                  </a:cubicBezTo>
                  <a:cubicBezTo>
                    <a:pt x="7304" y="4188"/>
                    <a:pt x="7253" y="4206"/>
                    <a:pt x="7206" y="4249"/>
                  </a:cubicBezTo>
                  <a:lnTo>
                    <a:pt x="6808" y="4647"/>
                  </a:lnTo>
                  <a:lnTo>
                    <a:pt x="2777" y="617"/>
                  </a:lnTo>
                  <a:cubicBezTo>
                    <a:pt x="2490" y="339"/>
                    <a:pt x="2120" y="201"/>
                    <a:pt x="1750" y="201"/>
                  </a:cubicBezTo>
                  <a:cubicBezTo>
                    <a:pt x="1370" y="201"/>
                    <a:pt x="991" y="347"/>
                    <a:pt x="702" y="636"/>
                  </a:cubicBezTo>
                  <a:cubicBezTo>
                    <a:pt x="130" y="1208"/>
                    <a:pt x="120" y="2130"/>
                    <a:pt x="682" y="2716"/>
                  </a:cubicBezTo>
                  <a:lnTo>
                    <a:pt x="4708" y="6742"/>
                  </a:lnTo>
                  <a:lnTo>
                    <a:pt x="264" y="11186"/>
                  </a:lnTo>
                  <a:cubicBezTo>
                    <a:pt x="0" y="11450"/>
                    <a:pt x="0" y="11878"/>
                    <a:pt x="264" y="12142"/>
                  </a:cubicBezTo>
                  <a:lnTo>
                    <a:pt x="2076" y="13948"/>
                  </a:lnTo>
                  <a:cubicBezTo>
                    <a:pt x="2208" y="14080"/>
                    <a:pt x="2381" y="14146"/>
                    <a:pt x="2553" y="14146"/>
                  </a:cubicBezTo>
                  <a:cubicBezTo>
                    <a:pt x="2725" y="14146"/>
                    <a:pt x="2897" y="14080"/>
                    <a:pt x="3027" y="13948"/>
                  </a:cubicBezTo>
                  <a:lnTo>
                    <a:pt x="7470" y="9504"/>
                  </a:lnTo>
                  <a:lnTo>
                    <a:pt x="7788" y="9821"/>
                  </a:lnTo>
                  <a:cubicBezTo>
                    <a:pt x="7837" y="9877"/>
                    <a:pt x="7894" y="9900"/>
                    <a:pt x="7949" y="9900"/>
                  </a:cubicBezTo>
                  <a:cubicBezTo>
                    <a:pt x="8121" y="9900"/>
                    <a:pt x="8271" y="9671"/>
                    <a:pt x="8100" y="9514"/>
                  </a:cubicBezTo>
                  <a:lnTo>
                    <a:pt x="7663" y="9077"/>
                  </a:lnTo>
                  <a:cubicBezTo>
                    <a:pt x="7643" y="9048"/>
                    <a:pt x="7619" y="9024"/>
                    <a:pt x="7591" y="9010"/>
                  </a:cubicBezTo>
                  <a:lnTo>
                    <a:pt x="2863" y="4278"/>
                  </a:lnTo>
                  <a:lnTo>
                    <a:pt x="3449" y="3691"/>
                  </a:lnTo>
                  <a:lnTo>
                    <a:pt x="3810" y="4052"/>
                  </a:lnTo>
                  <a:cubicBezTo>
                    <a:pt x="3858" y="4107"/>
                    <a:pt x="3915" y="4130"/>
                    <a:pt x="3969" y="4130"/>
                  </a:cubicBezTo>
                  <a:cubicBezTo>
                    <a:pt x="4141" y="4130"/>
                    <a:pt x="4292" y="3901"/>
                    <a:pt x="4117" y="3744"/>
                  </a:cubicBezTo>
                  <a:lnTo>
                    <a:pt x="3757" y="3384"/>
                  </a:lnTo>
                  <a:lnTo>
                    <a:pt x="4343" y="2798"/>
                  </a:lnTo>
                  <a:lnTo>
                    <a:pt x="6654" y="5109"/>
                  </a:lnTo>
                  <a:lnTo>
                    <a:pt x="9085" y="7540"/>
                  </a:lnTo>
                  <a:cubicBezTo>
                    <a:pt x="9099" y="7559"/>
                    <a:pt x="9113" y="7573"/>
                    <a:pt x="9128" y="7583"/>
                  </a:cubicBezTo>
                  <a:lnTo>
                    <a:pt x="12371" y="10825"/>
                  </a:lnTo>
                  <a:lnTo>
                    <a:pt x="11785" y="11412"/>
                  </a:lnTo>
                  <a:lnTo>
                    <a:pt x="8513" y="8140"/>
                  </a:lnTo>
                  <a:lnTo>
                    <a:pt x="8508" y="8135"/>
                  </a:lnTo>
                  <a:lnTo>
                    <a:pt x="7201" y="6829"/>
                  </a:lnTo>
                  <a:lnTo>
                    <a:pt x="7197" y="6824"/>
                  </a:lnTo>
                  <a:lnTo>
                    <a:pt x="4895" y="4523"/>
                  </a:lnTo>
                  <a:cubicBezTo>
                    <a:pt x="4849" y="4480"/>
                    <a:pt x="4797" y="4462"/>
                    <a:pt x="4749" y="4462"/>
                  </a:cubicBezTo>
                  <a:cubicBezTo>
                    <a:pt x="4582" y="4462"/>
                    <a:pt x="4442" y="4670"/>
                    <a:pt x="4583" y="4830"/>
                  </a:cubicBezTo>
                  <a:lnTo>
                    <a:pt x="11472" y="11719"/>
                  </a:lnTo>
                  <a:lnTo>
                    <a:pt x="10886" y="12305"/>
                  </a:lnTo>
                  <a:lnTo>
                    <a:pt x="8816" y="10230"/>
                  </a:lnTo>
                  <a:cubicBezTo>
                    <a:pt x="8769" y="10189"/>
                    <a:pt x="8718" y="10171"/>
                    <a:pt x="8670" y="10171"/>
                  </a:cubicBezTo>
                  <a:cubicBezTo>
                    <a:pt x="8503" y="10171"/>
                    <a:pt x="8362" y="10377"/>
                    <a:pt x="8503" y="10537"/>
                  </a:cubicBezTo>
                  <a:lnTo>
                    <a:pt x="10737" y="12766"/>
                  </a:lnTo>
                  <a:lnTo>
                    <a:pt x="10737" y="12771"/>
                  </a:lnTo>
                  <a:lnTo>
                    <a:pt x="10747" y="12776"/>
                  </a:lnTo>
                  <a:lnTo>
                    <a:pt x="10761" y="12785"/>
                  </a:lnTo>
                  <a:lnTo>
                    <a:pt x="10766" y="12790"/>
                  </a:lnTo>
                  <a:lnTo>
                    <a:pt x="10785" y="12805"/>
                  </a:lnTo>
                  <a:lnTo>
                    <a:pt x="10804" y="12814"/>
                  </a:lnTo>
                  <a:lnTo>
                    <a:pt x="13447" y="13838"/>
                  </a:lnTo>
                  <a:cubicBezTo>
                    <a:pt x="13490" y="13854"/>
                    <a:pt x="13533" y="13862"/>
                    <a:pt x="13574" y="13862"/>
                  </a:cubicBezTo>
                  <a:cubicBezTo>
                    <a:pt x="13807" y="13862"/>
                    <a:pt x="13997" y="13622"/>
                    <a:pt x="13903" y="13381"/>
                  </a:cubicBezTo>
                  <a:lnTo>
                    <a:pt x="12880" y="10744"/>
                  </a:lnTo>
                  <a:cubicBezTo>
                    <a:pt x="12875" y="10734"/>
                    <a:pt x="12870" y="10729"/>
                    <a:pt x="12870" y="10720"/>
                  </a:cubicBezTo>
                  <a:lnTo>
                    <a:pt x="12870" y="10715"/>
                  </a:lnTo>
                  <a:cubicBezTo>
                    <a:pt x="12865" y="10710"/>
                    <a:pt x="12861" y="10705"/>
                    <a:pt x="12856" y="10701"/>
                  </a:cubicBezTo>
                  <a:lnTo>
                    <a:pt x="12851" y="10691"/>
                  </a:lnTo>
                  <a:lnTo>
                    <a:pt x="12841" y="10681"/>
                  </a:lnTo>
                  <a:lnTo>
                    <a:pt x="12837" y="10672"/>
                  </a:lnTo>
                  <a:lnTo>
                    <a:pt x="12832" y="10667"/>
                  </a:lnTo>
                  <a:lnTo>
                    <a:pt x="9570" y="7410"/>
                  </a:lnTo>
                  <a:lnTo>
                    <a:pt x="14014" y="2961"/>
                  </a:lnTo>
                  <a:cubicBezTo>
                    <a:pt x="14278" y="2702"/>
                    <a:pt x="14278" y="2274"/>
                    <a:pt x="14014" y="2010"/>
                  </a:cubicBezTo>
                  <a:lnTo>
                    <a:pt x="12207" y="199"/>
                  </a:lnTo>
                  <a:cubicBezTo>
                    <a:pt x="12075" y="67"/>
                    <a:pt x="11902" y="1"/>
                    <a:pt x="117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80"/>
          <p:cNvGrpSpPr/>
          <p:nvPr/>
        </p:nvGrpSpPr>
        <p:grpSpPr>
          <a:xfrm>
            <a:off x="862432" y="2897209"/>
            <a:ext cx="339240" cy="378196"/>
            <a:chOff x="862432" y="2897209"/>
            <a:chExt cx="339240" cy="378196"/>
          </a:xfrm>
        </p:grpSpPr>
        <p:sp>
          <p:nvSpPr>
            <p:cNvPr id="8536" name="Google Shape;8536;p80"/>
            <p:cNvSpPr/>
            <p:nvPr/>
          </p:nvSpPr>
          <p:spPr>
            <a:xfrm>
              <a:off x="868872" y="3000280"/>
              <a:ext cx="306385" cy="268581"/>
            </a:xfrm>
            <a:custGeom>
              <a:rect b="b" l="l" r="r" t="t"/>
              <a:pathLst>
                <a:path extrusionOk="0" h="10259" w="11703">
                  <a:moveTo>
                    <a:pt x="3465" y="1"/>
                  </a:moveTo>
                  <a:cubicBezTo>
                    <a:pt x="3221" y="1"/>
                    <a:pt x="2978" y="25"/>
                    <a:pt x="2748" y="84"/>
                  </a:cubicBezTo>
                  <a:cubicBezTo>
                    <a:pt x="1417" y="430"/>
                    <a:pt x="0" y="1857"/>
                    <a:pt x="0" y="4225"/>
                  </a:cubicBezTo>
                  <a:cubicBezTo>
                    <a:pt x="0" y="5825"/>
                    <a:pt x="1023" y="8030"/>
                    <a:pt x="2272" y="9284"/>
                  </a:cubicBezTo>
                  <a:cubicBezTo>
                    <a:pt x="2868" y="9879"/>
                    <a:pt x="3517" y="10259"/>
                    <a:pt x="4127" y="10259"/>
                  </a:cubicBezTo>
                  <a:cubicBezTo>
                    <a:pt x="4487" y="10259"/>
                    <a:pt x="4842" y="10206"/>
                    <a:pt x="5188" y="10105"/>
                  </a:cubicBezTo>
                  <a:cubicBezTo>
                    <a:pt x="5405" y="10038"/>
                    <a:pt x="5629" y="10004"/>
                    <a:pt x="5854" y="10004"/>
                  </a:cubicBezTo>
                  <a:cubicBezTo>
                    <a:pt x="6078" y="10004"/>
                    <a:pt x="6303" y="10038"/>
                    <a:pt x="6519" y="10105"/>
                  </a:cubicBezTo>
                  <a:cubicBezTo>
                    <a:pt x="6865" y="10206"/>
                    <a:pt x="7220" y="10259"/>
                    <a:pt x="7576" y="10259"/>
                  </a:cubicBezTo>
                  <a:cubicBezTo>
                    <a:pt x="8162" y="10259"/>
                    <a:pt x="8777" y="9913"/>
                    <a:pt x="9349" y="9365"/>
                  </a:cubicBezTo>
                  <a:cubicBezTo>
                    <a:pt x="10641" y="8126"/>
                    <a:pt x="11703" y="5863"/>
                    <a:pt x="11703" y="4225"/>
                  </a:cubicBezTo>
                  <a:cubicBezTo>
                    <a:pt x="11703" y="1857"/>
                    <a:pt x="10290" y="430"/>
                    <a:pt x="8960" y="84"/>
                  </a:cubicBezTo>
                  <a:cubicBezTo>
                    <a:pt x="8732" y="26"/>
                    <a:pt x="8493" y="2"/>
                    <a:pt x="8251" y="2"/>
                  </a:cubicBezTo>
                  <a:cubicBezTo>
                    <a:pt x="7813" y="2"/>
                    <a:pt x="7369" y="81"/>
                    <a:pt x="6985" y="180"/>
                  </a:cubicBezTo>
                  <a:cubicBezTo>
                    <a:pt x="6860" y="214"/>
                    <a:pt x="6735" y="238"/>
                    <a:pt x="6610" y="262"/>
                  </a:cubicBezTo>
                  <a:cubicBezTo>
                    <a:pt x="6361" y="303"/>
                    <a:pt x="6110" y="324"/>
                    <a:pt x="5859" y="324"/>
                  </a:cubicBezTo>
                  <a:cubicBezTo>
                    <a:pt x="5476" y="324"/>
                    <a:pt x="5094" y="276"/>
                    <a:pt x="4722" y="180"/>
                  </a:cubicBezTo>
                  <a:cubicBezTo>
                    <a:pt x="4341" y="78"/>
                    <a:pt x="3900" y="1"/>
                    <a:pt x="346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0"/>
            <p:cNvSpPr/>
            <p:nvPr/>
          </p:nvSpPr>
          <p:spPr>
            <a:xfrm>
              <a:off x="868977" y="3000253"/>
              <a:ext cx="244783" cy="268607"/>
            </a:xfrm>
            <a:custGeom>
              <a:rect b="b" l="l" r="r" t="t"/>
              <a:pathLst>
                <a:path extrusionOk="0" h="10260" w="9350">
                  <a:moveTo>
                    <a:pt x="3451" y="1"/>
                  </a:moveTo>
                  <a:cubicBezTo>
                    <a:pt x="3210" y="1"/>
                    <a:pt x="2971" y="25"/>
                    <a:pt x="2744" y="85"/>
                  </a:cubicBezTo>
                  <a:cubicBezTo>
                    <a:pt x="1413" y="431"/>
                    <a:pt x="1" y="1858"/>
                    <a:pt x="1" y="4226"/>
                  </a:cubicBezTo>
                  <a:cubicBezTo>
                    <a:pt x="1" y="6589"/>
                    <a:pt x="2220" y="10260"/>
                    <a:pt x="4127" y="10260"/>
                  </a:cubicBezTo>
                  <a:cubicBezTo>
                    <a:pt x="4483" y="10260"/>
                    <a:pt x="4838" y="10207"/>
                    <a:pt x="5184" y="10106"/>
                  </a:cubicBezTo>
                  <a:cubicBezTo>
                    <a:pt x="5401" y="10039"/>
                    <a:pt x="5625" y="10005"/>
                    <a:pt x="5850" y="10005"/>
                  </a:cubicBezTo>
                  <a:cubicBezTo>
                    <a:pt x="6076" y="10005"/>
                    <a:pt x="6301" y="10039"/>
                    <a:pt x="6520" y="10106"/>
                  </a:cubicBezTo>
                  <a:cubicBezTo>
                    <a:pt x="6861" y="10207"/>
                    <a:pt x="7216" y="10260"/>
                    <a:pt x="7577" y="10260"/>
                  </a:cubicBezTo>
                  <a:cubicBezTo>
                    <a:pt x="8163" y="10260"/>
                    <a:pt x="8778" y="9914"/>
                    <a:pt x="9349" y="9366"/>
                  </a:cubicBezTo>
                  <a:lnTo>
                    <a:pt x="9345" y="9366"/>
                  </a:lnTo>
                  <a:cubicBezTo>
                    <a:pt x="8632" y="9492"/>
                    <a:pt x="7993" y="9545"/>
                    <a:pt x="7423" y="9545"/>
                  </a:cubicBezTo>
                  <a:cubicBezTo>
                    <a:pt x="6728" y="9545"/>
                    <a:pt x="6135" y="9466"/>
                    <a:pt x="5631" y="9342"/>
                  </a:cubicBezTo>
                  <a:cubicBezTo>
                    <a:pt x="4127" y="8977"/>
                    <a:pt x="3013" y="7718"/>
                    <a:pt x="2830" y="6186"/>
                  </a:cubicBezTo>
                  <a:cubicBezTo>
                    <a:pt x="2364" y="2352"/>
                    <a:pt x="4872" y="1238"/>
                    <a:pt x="4872" y="1238"/>
                  </a:cubicBezTo>
                  <a:cubicBezTo>
                    <a:pt x="5229" y="1400"/>
                    <a:pt x="5611" y="1441"/>
                    <a:pt x="5907" y="1441"/>
                  </a:cubicBezTo>
                  <a:cubicBezTo>
                    <a:pt x="6217" y="1441"/>
                    <a:pt x="6433" y="1396"/>
                    <a:pt x="6433" y="1396"/>
                  </a:cubicBezTo>
                  <a:cubicBezTo>
                    <a:pt x="5905" y="868"/>
                    <a:pt x="6606" y="263"/>
                    <a:pt x="6606" y="263"/>
                  </a:cubicBezTo>
                  <a:lnTo>
                    <a:pt x="6606" y="263"/>
                  </a:lnTo>
                  <a:cubicBezTo>
                    <a:pt x="6357" y="304"/>
                    <a:pt x="6107" y="325"/>
                    <a:pt x="5857" y="325"/>
                  </a:cubicBezTo>
                  <a:cubicBezTo>
                    <a:pt x="5474" y="325"/>
                    <a:pt x="5093" y="277"/>
                    <a:pt x="4718" y="181"/>
                  </a:cubicBezTo>
                  <a:cubicBezTo>
                    <a:pt x="4334" y="82"/>
                    <a:pt x="3890" y="1"/>
                    <a:pt x="3451"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0"/>
            <p:cNvSpPr/>
            <p:nvPr/>
          </p:nvSpPr>
          <p:spPr>
            <a:xfrm>
              <a:off x="1041163" y="2903728"/>
              <a:ext cx="153729" cy="85006"/>
            </a:xfrm>
            <a:custGeom>
              <a:rect b="b" l="l" r="r" t="t"/>
              <a:pathLst>
                <a:path extrusionOk="0" h="3247" w="5872">
                  <a:moveTo>
                    <a:pt x="2779" y="0"/>
                  </a:moveTo>
                  <a:cubicBezTo>
                    <a:pt x="2653" y="0"/>
                    <a:pt x="2523" y="5"/>
                    <a:pt x="2388" y="15"/>
                  </a:cubicBezTo>
                  <a:cubicBezTo>
                    <a:pt x="688" y="145"/>
                    <a:pt x="25" y="2124"/>
                    <a:pt x="1" y="2187"/>
                  </a:cubicBezTo>
                  <a:cubicBezTo>
                    <a:pt x="25" y="2172"/>
                    <a:pt x="53" y="2158"/>
                    <a:pt x="77" y="2153"/>
                  </a:cubicBezTo>
                  <a:cubicBezTo>
                    <a:pt x="100" y="2148"/>
                    <a:pt x="124" y="2145"/>
                    <a:pt x="150" y="2145"/>
                  </a:cubicBezTo>
                  <a:cubicBezTo>
                    <a:pt x="689" y="2145"/>
                    <a:pt x="1775" y="3247"/>
                    <a:pt x="3049" y="3247"/>
                  </a:cubicBezTo>
                  <a:cubicBezTo>
                    <a:pt x="3298" y="3247"/>
                    <a:pt x="3554" y="3205"/>
                    <a:pt x="3815" y="3104"/>
                  </a:cubicBezTo>
                  <a:cubicBezTo>
                    <a:pt x="5544" y="2436"/>
                    <a:pt x="5871" y="150"/>
                    <a:pt x="5871" y="150"/>
                  </a:cubicBezTo>
                  <a:lnTo>
                    <a:pt x="5871" y="150"/>
                  </a:lnTo>
                  <a:cubicBezTo>
                    <a:pt x="5664" y="283"/>
                    <a:pt x="5449" y="331"/>
                    <a:pt x="5214" y="331"/>
                  </a:cubicBezTo>
                  <a:cubicBezTo>
                    <a:pt x="4600" y="331"/>
                    <a:pt x="3854" y="0"/>
                    <a:pt x="2779" y="0"/>
                  </a:cubicBezTo>
                  <a:close/>
                </a:path>
              </a:pathLst>
            </a:custGeom>
            <a:solidFill>
              <a:srgbClr val="ABB8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0"/>
            <p:cNvSpPr/>
            <p:nvPr/>
          </p:nvSpPr>
          <p:spPr>
            <a:xfrm>
              <a:off x="1041163" y="2903728"/>
              <a:ext cx="153729" cy="57125"/>
            </a:xfrm>
            <a:custGeom>
              <a:rect b="b" l="l" r="r" t="t"/>
              <a:pathLst>
                <a:path extrusionOk="0" h="2182" w="5872">
                  <a:moveTo>
                    <a:pt x="2779" y="0"/>
                  </a:moveTo>
                  <a:cubicBezTo>
                    <a:pt x="2653" y="0"/>
                    <a:pt x="2523" y="5"/>
                    <a:pt x="2388" y="15"/>
                  </a:cubicBezTo>
                  <a:cubicBezTo>
                    <a:pt x="688" y="145"/>
                    <a:pt x="25" y="2124"/>
                    <a:pt x="1" y="2182"/>
                  </a:cubicBezTo>
                  <a:lnTo>
                    <a:pt x="77" y="2153"/>
                  </a:lnTo>
                  <a:cubicBezTo>
                    <a:pt x="447" y="2014"/>
                    <a:pt x="2042" y="1427"/>
                    <a:pt x="3344" y="1427"/>
                  </a:cubicBezTo>
                  <a:cubicBezTo>
                    <a:pt x="4819" y="1427"/>
                    <a:pt x="5871" y="150"/>
                    <a:pt x="5871" y="150"/>
                  </a:cubicBezTo>
                  <a:lnTo>
                    <a:pt x="5871" y="150"/>
                  </a:lnTo>
                  <a:cubicBezTo>
                    <a:pt x="5664" y="283"/>
                    <a:pt x="5449" y="331"/>
                    <a:pt x="5214" y="331"/>
                  </a:cubicBezTo>
                  <a:cubicBezTo>
                    <a:pt x="4600" y="331"/>
                    <a:pt x="3854" y="0"/>
                    <a:pt x="277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0"/>
            <p:cNvSpPr/>
            <p:nvPr/>
          </p:nvSpPr>
          <p:spPr>
            <a:xfrm>
              <a:off x="1104047" y="3053713"/>
              <a:ext cx="43302" cy="61785"/>
            </a:xfrm>
            <a:custGeom>
              <a:rect b="b" l="l" r="r" t="t"/>
              <a:pathLst>
                <a:path extrusionOk="0" h="2360" w="1654">
                  <a:moveTo>
                    <a:pt x="758" y="1"/>
                  </a:moveTo>
                  <a:cubicBezTo>
                    <a:pt x="742" y="1"/>
                    <a:pt x="727" y="1"/>
                    <a:pt x="712" y="3"/>
                  </a:cubicBezTo>
                  <a:cubicBezTo>
                    <a:pt x="289" y="46"/>
                    <a:pt x="1" y="608"/>
                    <a:pt x="68" y="1257"/>
                  </a:cubicBezTo>
                  <a:cubicBezTo>
                    <a:pt x="128" y="1879"/>
                    <a:pt x="493" y="2359"/>
                    <a:pt x="895" y="2359"/>
                  </a:cubicBezTo>
                  <a:cubicBezTo>
                    <a:pt x="913" y="2359"/>
                    <a:pt x="930" y="2359"/>
                    <a:pt x="947" y="2357"/>
                  </a:cubicBezTo>
                  <a:cubicBezTo>
                    <a:pt x="1365" y="2314"/>
                    <a:pt x="1653" y="1756"/>
                    <a:pt x="1591" y="1103"/>
                  </a:cubicBezTo>
                  <a:cubicBezTo>
                    <a:pt x="1526" y="478"/>
                    <a:pt x="1158" y="1"/>
                    <a:pt x="758"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0"/>
            <p:cNvSpPr/>
            <p:nvPr/>
          </p:nvSpPr>
          <p:spPr>
            <a:xfrm>
              <a:off x="862432" y="2993865"/>
              <a:ext cx="319370" cy="281540"/>
            </a:xfrm>
            <a:custGeom>
              <a:rect b="b" l="l" r="r" t="t"/>
              <a:pathLst>
                <a:path extrusionOk="0" h="10754" w="12199">
                  <a:moveTo>
                    <a:pt x="3713" y="1"/>
                  </a:moveTo>
                  <a:cubicBezTo>
                    <a:pt x="3431" y="1"/>
                    <a:pt x="3170" y="32"/>
                    <a:pt x="2931" y="93"/>
                  </a:cubicBezTo>
                  <a:cubicBezTo>
                    <a:pt x="2168" y="286"/>
                    <a:pt x="1452" y="785"/>
                    <a:pt x="923" y="1491"/>
                  </a:cubicBezTo>
                  <a:cubicBezTo>
                    <a:pt x="323" y="2303"/>
                    <a:pt x="1" y="3331"/>
                    <a:pt x="1" y="4470"/>
                  </a:cubicBezTo>
                  <a:cubicBezTo>
                    <a:pt x="1" y="5652"/>
                    <a:pt x="534" y="7199"/>
                    <a:pt x="1389" y="8510"/>
                  </a:cubicBezTo>
                  <a:cubicBezTo>
                    <a:pt x="2321" y="9932"/>
                    <a:pt x="3412" y="10754"/>
                    <a:pt x="4373" y="10754"/>
                  </a:cubicBezTo>
                  <a:cubicBezTo>
                    <a:pt x="4757" y="10749"/>
                    <a:pt x="5137" y="10696"/>
                    <a:pt x="5502" y="10585"/>
                  </a:cubicBezTo>
                  <a:cubicBezTo>
                    <a:pt x="5696" y="10525"/>
                    <a:pt x="5898" y="10495"/>
                    <a:pt x="6099" y="10495"/>
                  </a:cubicBezTo>
                  <a:cubicBezTo>
                    <a:pt x="6300" y="10495"/>
                    <a:pt x="6501" y="10525"/>
                    <a:pt x="6693" y="10585"/>
                  </a:cubicBezTo>
                  <a:cubicBezTo>
                    <a:pt x="7063" y="10696"/>
                    <a:pt x="7442" y="10749"/>
                    <a:pt x="7822" y="10754"/>
                  </a:cubicBezTo>
                  <a:cubicBezTo>
                    <a:pt x="8788" y="10754"/>
                    <a:pt x="9878" y="9932"/>
                    <a:pt x="10810" y="8510"/>
                  </a:cubicBezTo>
                  <a:cubicBezTo>
                    <a:pt x="11665" y="7199"/>
                    <a:pt x="12198" y="5652"/>
                    <a:pt x="12198" y="4470"/>
                  </a:cubicBezTo>
                  <a:cubicBezTo>
                    <a:pt x="12198" y="3620"/>
                    <a:pt x="12026" y="2841"/>
                    <a:pt x="11684" y="2159"/>
                  </a:cubicBezTo>
                  <a:cubicBezTo>
                    <a:pt x="11640" y="2071"/>
                    <a:pt x="11554" y="2021"/>
                    <a:pt x="11464" y="2021"/>
                  </a:cubicBezTo>
                  <a:cubicBezTo>
                    <a:pt x="11427" y="2021"/>
                    <a:pt x="11389" y="2030"/>
                    <a:pt x="11353" y="2049"/>
                  </a:cubicBezTo>
                  <a:cubicBezTo>
                    <a:pt x="11228" y="2106"/>
                    <a:pt x="11180" y="2255"/>
                    <a:pt x="11242" y="2375"/>
                  </a:cubicBezTo>
                  <a:cubicBezTo>
                    <a:pt x="11550" y="2995"/>
                    <a:pt x="11704" y="3696"/>
                    <a:pt x="11704" y="4470"/>
                  </a:cubicBezTo>
                  <a:cubicBezTo>
                    <a:pt x="11704" y="5560"/>
                    <a:pt x="11204" y="7002"/>
                    <a:pt x="10397" y="8236"/>
                  </a:cubicBezTo>
                  <a:cubicBezTo>
                    <a:pt x="9566" y="9505"/>
                    <a:pt x="8605" y="10259"/>
                    <a:pt x="7822" y="10259"/>
                  </a:cubicBezTo>
                  <a:cubicBezTo>
                    <a:pt x="7491" y="10259"/>
                    <a:pt x="7159" y="10206"/>
                    <a:pt x="6837" y="10115"/>
                  </a:cubicBezTo>
                  <a:cubicBezTo>
                    <a:pt x="6597" y="10040"/>
                    <a:pt x="6348" y="10003"/>
                    <a:pt x="6100" y="10003"/>
                  </a:cubicBezTo>
                  <a:cubicBezTo>
                    <a:pt x="5851" y="10003"/>
                    <a:pt x="5603" y="10040"/>
                    <a:pt x="5362" y="10115"/>
                  </a:cubicBezTo>
                  <a:cubicBezTo>
                    <a:pt x="5040" y="10206"/>
                    <a:pt x="4709" y="10259"/>
                    <a:pt x="4373" y="10259"/>
                  </a:cubicBezTo>
                  <a:cubicBezTo>
                    <a:pt x="3594" y="10259"/>
                    <a:pt x="2629" y="9505"/>
                    <a:pt x="1803" y="8236"/>
                  </a:cubicBezTo>
                  <a:cubicBezTo>
                    <a:pt x="995" y="7006"/>
                    <a:pt x="496" y="5560"/>
                    <a:pt x="496" y="4470"/>
                  </a:cubicBezTo>
                  <a:cubicBezTo>
                    <a:pt x="496" y="3437"/>
                    <a:pt x="779" y="2510"/>
                    <a:pt x="1322" y="1789"/>
                  </a:cubicBezTo>
                  <a:cubicBezTo>
                    <a:pt x="1774" y="1179"/>
                    <a:pt x="2408" y="737"/>
                    <a:pt x="3056" y="569"/>
                  </a:cubicBezTo>
                  <a:cubicBezTo>
                    <a:pt x="3250" y="517"/>
                    <a:pt x="3468" y="491"/>
                    <a:pt x="3707" y="491"/>
                  </a:cubicBezTo>
                  <a:cubicBezTo>
                    <a:pt x="4066" y="491"/>
                    <a:pt x="4470" y="550"/>
                    <a:pt x="4906" y="665"/>
                  </a:cubicBezTo>
                  <a:cubicBezTo>
                    <a:pt x="4988" y="684"/>
                    <a:pt x="5069" y="704"/>
                    <a:pt x="5146" y="718"/>
                  </a:cubicBezTo>
                  <a:cubicBezTo>
                    <a:pt x="5171" y="726"/>
                    <a:pt x="5195" y="729"/>
                    <a:pt x="5219" y="729"/>
                  </a:cubicBezTo>
                  <a:cubicBezTo>
                    <a:pt x="5333" y="729"/>
                    <a:pt x="5435" y="650"/>
                    <a:pt x="5458" y="535"/>
                  </a:cubicBezTo>
                  <a:cubicBezTo>
                    <a:pt x="5487" y="391"/>
                    <a:pt x="5391" y="257"/>
                    <a:pt x="5247" y="238"/>
                  </a:cubicBezTo>
                  <a:cubicBezTo>
                    <a:pt x="5175" y="223"/>
                    <a:pt x="5103" y="209"/>
                    <a:pt x="5031" y="190"/>
                  </a:cubicBezTo>
                  <a:cubicBezTo>
                    <a:pt x="4552" y="63"/>
                    <a:pt x="4112" y="1"/>
                    <a:pt x="37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0"/>
            <p:cNvSpPr/>
            <p:nvPr/>
          </p:nvSpPr>
          <p:spPr>
            <a:xfrm>
              <a:off x="1027680" y="2993787"/>
              <a:ext cx="131162" cy="46260"/>
            </a:xfrm>
            <a:custGeom>
              <a:rect b="b" l="l" r="r" t="t"/>
              <a:pathLst>
                <a:path extrusionOk="0" h="1767" w="5010">
                  <a:moveTo>
                    <a:pt x="2183" y="0"/>
                  </a:moveTo>
                  <a:cubicBezTo>
                    <a:pt x="1782" y="0"/>
                    <a:pt x="1338" y="63"/>
                    <a:pt x="857" y="188"/>
                  </a:cubicBezTo>
                  <a:cubicBezTo>
                    <a:pt x="679" y="236"/>
                    <a:pt x="496" y="269"/>
                    <a:pt x="314" y="293"/>
                  </a:cubicBezTo>
                  <a:cubicBezTo>
                    <a:pt x="1" y="330"/>
                    <a:pt x="45" y="781"/>
                    <a:pt x="336" y="781"/>
                  </a:cubicBezTo>
                  <a:cubicBezTo>
                    <a:pt x="349" y="781"/>
                    <a:pt x="362" y="780"/>
                    <a:pt x="376" y="779"/>
                  </a:cubicBezTo>
                  <a:cubicBezTo>
                    <a:pt x="578" y="755"/>
                    <a:pt x="780" y="716"/>
                    <a:pt x="977" y="663"/>
                  </a:cubicBezTo>
                  <a:cubicBezTo>
                    <a:pt x="1415" y="550"/>
                    <a:pt x="1823" y="493"/>
                    <a:pt x="2184" y="493"/>
                  </a:cubicBezTo>
                  <a:cubicBezTo>
                    <a:pt x="2422" y="493"/>
                    <a:pt x="2639" y="518"/>
                    <a:pt x="2831" y="567"/>
                  </a:cubicBezTo>
                  <a:cubicBezTo>
                    <a:pt x="3441" y="731"/>
                    <a:pt x="4023" y="1120"/>
                    <a:pt x="4474" y="1672"/>
                  </a:cubicBezTo>
                  <a:cubicBezTo>
                    <a:pt x="4528" y="1739"/>
                    <a:pt x="4595" y="1767"/>
                    <a:pt x="4660" y="1767"/>
                  </a:cubicBezTo>
                  <a:cubicBezTo>
                    <a:pt x="4841" y="1767"/>
                    <a:pt x="5010" y="1548"/>
                    <a:pt x="4854" y="1360"/>
                  </a:cubicBezTo>
                  <a:cubicBezTo>
                    <a:pt x="4340" y="726"/>
                    <a:pt x="3667" y="279"/>
                    <a:pt x="2956" y="92"/>
                  </a:cubicBezTo>
                  <a:cubicBezTo>
                    <a:pt x="2720" y="31"/>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0"/>
            <p:cNvSpPr/>
            <p:nvPr/>
          </p:nvSpPr>
          <p:spPr>
            <a:xfrm>
              <a:off x="983567" y="2897209"/>
              <a:ext cx="218106" cy="147681"/>
            </a:xfrm>
            <a:custGeom>
              <a:rect b="b" l="l" r="r" t="t"/>
              <a:pathLst>
                <a:path extrusionOk="0" h="5641" w="8331">
                  <a:moveTo>
                    <a:pt x="4991" y="0"/>
                  </a:moveTo>
                  <a:cubicBezTo>
                    <a:pt x="4850" y="0"/>
                    <a:pt x="4710" y="5"/>
                    <a:pt x="4569" y="14"/>
                  </a:cubicBezTo>
                  <a:cubicBezTo>
                    <a:pt x="3791" y="77"/>
                    <a:pt x="3089" y="504"/>
                    <a:pt x="2546" y="1249"/>
                  </a:cubicBezTo>
                  <a:cubicBezTo>
                    <a:pt x="2311" y="1580"/>
                    <a:pt x="2119" y="1941"/>
                    <a:pt x="1980" y="2320"/>
                  </a:cubicBezTo>
                  <a:lnTo>
                    <a:pt x="1331" y="3305"/>
                  </a:lnTo>
                  <a:cubicBezTo>
                    <a:pt x="1230" y="2988"/>
                    <a:pt x="1100" y="2681"/>
                    <a:pt x="952" y="2378"/>
                  </a:cubicBezTo>
                  <a:cubicBezTo>
                    <a:pt x="902" y="2285"/>
                    <a:pt x="822" y="2246"/>
                    <a:pt x="743" y="2246"/>
                  </a:cubicBezTo>
                  <a:cubicBezTo>
                    <a:pt x="577" y="2246"/>
                    <a:pt x="410" y="2415"/>
                    <a:pt x="514" y="2613"/>
                  </a:cubicBezTo>
                  <a:cubicBezTo>
                    <a:pt x="899" y="3401"/>
                    <a:pt x="1129" y="4256"/>
                    <a:pt x="1206" y="5135"/>
                  </a:cubicBezTo>
                  <a:cubicBezTo>
                    <a:pt x="1033" y="5116"/>
                    <a:pt x="865" y="5073"/>
                    <a:pt x="706" y="5006"/>
                  </a:cubicBezTo>
                  <a:cubicBezTo>
                    <a:pt x="543" y="4934"/>
                    <a:pt x="495" y="4857"/>
                    <a:pt x="495" y="4838"/>
                  </a:cubicBezTo>
                  <a:cubicBezTo>
                    <a:pt x="495" y="4674"/>
                    <a:pt x="371" y="4593"/>
                    <a:pt x="248" y="4593"/>
                  </a:cubicBezTo>
                  <a:cubicBezTo>
                    <a:pt x="124" y="4593"/>
                    <a:pt x="0" y="4674"/>
                    <a:pt x="0" y="4838"/>
                  </a:cubicBezTo>
                  <a:cubicBezTo>
                    <a:pt x="0" y="4986"/>
                    <a:pt x="68" y="5260"/>
                    <a:pt x="505" y="5457"/>
                  </a:cubicBezTo>
                  <a:cubicBezTo>
                    <a:pt x="801" y="5578"/>
                    <a:pt x="1116" y="5640"/>
                    <a:pt x="1435" y="5640"/>
                  </a:cubicBezTo>
                  <a:cubicBezTo>
                    <a:pt x="1447" y="5640"/>
                    <a:pt x="1458" y="5640"/>
                    <a:pt x="1470" y="5640"/>
                  </a:cubicBezTo>
                  <a:cubicBezTo>
                    <a:pt x="1482" y="5640"/>
                    <a:pt x="1494" y="5640"/>
                    <a:pt x="1506" y="5640"/>
                  </a:cubicBezTo>
                  <a:cubicBezTo>
                    <a:pt x="1830" y="5640"/>
                    <a:pt x="2144" y="5578"/>
                    <a:pt x="2441" y="5457"/>
                  </a:cubicBezTo>
                  <a:cubicBezTo>
                    <a:pt x="2878" y="5260"/>
                    <a:pt x="2945" y="4982"/>
                    <a:pt x="2945" y="4838"/>
                  </a:cubicBezTo>
                  <a:cubicBezTo>
                    <a:pt x="2945" y="4674"/>
                    <a:pt x="2821" y="4593"/>
                    <a:pt x="2698" y="4593"/>
                  </a:cubicBezTo>
                  <a:cubicBezTo>
                    <a:pt x="2574" y="4593"/>
                    <a:pt x="2450" y="4674"/>
                    <a:pt x="2450" y="4838"/>
                  </a:cubicBezTo>
                  <a:cubicBezTo>
                    <a:pt x="2450" y="4857"/>
                    <a:pt x="2402" y="4934"/>
                    <a:pt x="2239" y="5006"/>
                  </a:cubicBezTo>
                  <a:cubicBezTo>
                    <a:pt x="2066" y="5078"/>
                    <a:pt x="1883" y="5121"/>
                    <a:pt x="1701" y="5135"/>
                  </a:cubicBezTo>
                  <a:cubicBezTo>
                    <a:pt x="1672" y="4732"/>
                    <a:pt x="1605" y="4328"/>
                    <a:pt x="1509" y="3934"/>
                  </a:cubicBezTo>
                  <a:lnTo>
                    <a:pt x="2359" y="2642"/>
                  </a:lnTo>
                  <a:cubicBezTo>
                    <a:pt x="2417" y="2647"/>
                    <a:pt x="2474" y="2661"/>
                    <a:pt x="2532" y="2685"/>
                  </a:cubicBezTo>
                  <a:cubicBezTo>
                    <a:pt x="2729" y="2772"/>
                    <a:pt x="2916" y="2873"/>
                    <a:pt x="3099" y="2988"/>
                  </a:cubicBezTo>
                  <a:cubicBezTo>
                    <a:pt x="3680" y="3319"/>
                    <a:pt x="4415" y="3742"/>
                    <a:pt x="5246" y="3742"/>
                  </a:cubicBezTo>
                  <a:cubicBezTo>
                    <a:pt x="5539" y="3742"/>
                    <a:pt x="5828" y="3689"/>
                    <a:pt x="6101" y="3584"/>
                  </a:cubicBezTo>
                  <a:cubicBezTo>
                    <a:pt x="7946" y="2873"/>
                    <a:pt x="8302" y="528"/>
                    <a:pt x="8316" y="432"/>
                  </a:cubicBezTo>
                  <a:cubicBezTo>
                    <a:pt x="8331" y="336"/>
                    <a:pt x="8287" y="240"/>
                    <a:pt x="8206" y="187"/>
                  </a:cubicBezTo>
                  <a:cubicBezTo>
                    <a:pt x="8165" y="161"/>
                    <a:pt x="8118" y="148"/>
                    <a:pt x="8071" y="148"/>
                  </a:cubicBezTo>
                  <a:cubicBezTo>
                    <a:pt x="8024" y="148"/>
                    <a:pt x="7977" y="161"/>
                    <a:pt x="7937" y="187"/>
                  </a:cubicBezTo>
                  <a:cubicBezTo>
                    <a:pt x="7776" y="293"/>
                    <a:pt x="7605" y="333"/>
                    <a:pt x="7410" y="333"/>
                  </a:cubicBezTo>
                  <a:cubicBezTo>
                    <a:pt x="7178" y="333"/>
                    <a:pt x="6912" y="277"/>
                    <a:pt x="6587" y="206"/>
                  </a:cubicBezTo>
                  <a:lnTo>
                    <a:pt x="6423" y="173"/>
                  </a:lnTo>
                  <a:cubicBezTo>
                    <a:pt x="6411" y="171"/>
                    <a:pt x="6398" y="170"/>
                    <a:pt x="6387" y="170"/>
                  </a:cubicBezTo>
                  <a:cubicBezTo>
                    <a:pt x="6118" y="170"/>
                    <a:pt x="6046" y="570"/>
                    <a:pt x="6322" y="653"/>
                  </a:cubicBezTo>
                  <a:lnTo>
                    <a:pt x="6481" y="687"/>
                  </a:lnTo>
                  <a:cubicBezTo>
                    <a:pt x="6812" y="757"/>
                    <a:pt x="7123" y="820"/>
                    <a:pt x="7416" y="820"/>
                  </a:cubicBezTo>
                  <a:cubicBezTo>
                    <a:pt x="7523" y="820"/>
                    <a:pt x="7628" y="812"/>
                    <a:pt x="7730" y="793"/>
                  </a:cubicBezTo>
                  <a:lnTo>
                    <a:pt x="7730" y="793"/>
                  </a:lnTo>
                  <a:cubicBezTo>
                    <a:pt x="7543" y="1456"/>
                    <a:pt x="7057" y="2685"/>
                    <a:pt x="5929" y="3118"/>
                  </a:cubicBezTo>
                  <a:cubicBezTo>
                    <a:pt x="5696" y="3207"/>
                    <a:pt x="5468" y="3245"/>
                    <a:pt x="5245" y="3245"/>
                  </a:cubicBezTo>
                  <a:cubicBezTo>
                    <a:pt x="4544" y="3245"/>
                    <a:pt x="3894" y="2873"/>
                    <a:pt x="3344" y="2556"/>
                  </a:cubicBezTo>
                  <a:cubicBezTo>
                    <a:pt x="3056" y="2387"/>
                    <a:pt x="2801" y="2243"/>
                    <a:pt x="2570" y="2181"/>
                  </a:cubicBezTo>
                  <a:cubicBezTo>
                    <a:pt x="2825" y="1633"/>
                    <a:pt x="3464" y="596"/>
                    <a:pt x="4607" y="509"/>
                  </a:cubicBezTo>
                  <a:cubicBezTo>
                    <a:pt x="4737" y="498"/>
                    <a:pt x="4867" y="493"/>
                    <a:pt x="4997" y="493"/>
                  </a:cubicBezTo>
                  <a:cubicBezTo>
                    <a:pt x="5205" y="493"/>
                    <a:pt x="5414" y="507"/>
                    <a:pt x="5621" y="533"/>
                  </a:cubicBezTo>
                  <a:cubicBezTo>
                    <a:pt x="5633" y="535"/>
                    <a:pt x="5645" y="535"/>
                    <a:pt x="5656" y="535"/>
                  </a:cubicBezTo>
                  <a:cubicBezTo>
                    <a:pt x="5947" y="535"/>
                    <a:pt x="5993" y="80"/>
                    <a:pt x="5679" y="43"/>
                  </a:cubicBezTo>
                  <a:cubicBezTo>
                    <a:pt x="5450" y="13"/>
                    <a:pt x="5220" y="0"/>
                    <a:pt x="49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80"/>
          <p:cNvGrpSpPr/>
          <p:nvPr/>
        </p:nvGrpSpPr>
        <p:grpSpPr>
          <a:xfrm>
            <a:off x="850625" y="1526817"/>
            <a:ext cx="346021" cy="345131"/>
            <a:chOff x="850625" y="1526817"/>
            <a:chExt cx="346021" cy="345131"/>
          </a:xfrm>
        </p:grpSpPr>
        <p:sp>
          <p:nvSpPr>
            <p:cNvPr id="8545" name="Google Shape;8545;p80"/>
            <p:cNvSpPr/>
            <p:nvPr/>
          </p:nvSpPr>
          <p:spPr>
            <a:xfrm>
              <a:off x="999798" y="1531974"/>
              <a:ext cx="47805" cy="21913"/>
            </a:xfrm>
            <a:custGeom>
              <a:rect b="b" l="l" r="r" t="t"/>
              <a:pathLst>
                <a:path extrusionOk="0" h="837" w="1826">
                  <a:moveTo>
                    <a:pt x="0" y="0"/>
                  </a:moveTo>
                  <a:lnTo>
                    <a:pt x="0" y="836"/>
                  </a:lnTo>
                  <a:lnTo>
                    <a:pt x="1826" y="836"/>
                  </a:lnTo>
                  <a:lnTo>
                    <a:pt x="1826" y="0"/>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0"/>
            <p:cNvSpPr/>
            <p:nvPr/>
          </p:nvSpPr>
          <p:spPr>
            <a:xfrm>
              <a:off x="876019" y="1581402"/>
              <a:ext cx="295206" cy="174725"/>
            </a:xfrm>
            <a:custGeom>
              <a:rect b="b" l="l" r="r" t="t"/>
              <a:pathLst>
                <a:path extrusionOk="0" h="6674" w="11276">
                  <a:moveTo>
                    <a:pt x="1" y="0"/>
                  </a:moveTo>
                  <a:lnTo>
                    <a:pt x="1" y="6673"/>
                  </a:lnTo>
                  <a:lnTo>
                    <a:pt x="11276" y="6673"/>
                  </a:lnTo>
                  <a:lnTo>
                    <a:pt x="11276"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0"/>
            <p:cNvSpPr/>
            <p:nvPr/>
          </p:nvSpPr>
          <p:spPr>
            <a:xfrm>
              <a:off x="1155622" y="1581402"/>
              <a:ext cx="15603" cy="174725"/>
            </a:xfrm>
            <a:custGeom>
              <a:rect b="b" l="l" r="r" t="t"/>
              <a:pathLst>
                <a:path extrusionOk="0" h="6674" w="596">
                  <a:moveTo>
                    <a:pt x="0" y="0"/>
                  </a:moveTo>
                  <a:lnTo>
                    <a:pt x="0" y="6673"/>
                  </a:lnTo>
                  <a:lnTo>
                    <a:pt x="596" y="6673"/>
                  </a:lnTo>
                  <a:lnTo>
                    <a:pt x="59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0"/>
            <p:cNvSpPr/>
            <p:nvPr/>
          </p:nvSpPr>
          <p:spPr>
            <a:xfrm>
              <a:off x="855782" y="155386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0"/>
            <p:cNvSpPr/>
            <p:nvPr/>
          </p:nvSpPr>
          <p:spPr>
            <a:xfrm>
              <a:off x="855782" y="175610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0"/>
            <p:cNvSpPr/>
            <p:nvPr/>
          </p:nvSpPr>
          <p:spPr>
            <a:xfrm>
              <a:off x="1175361" y="155386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0"/>
            <p:cNvSpPr/>
            <p:nvPr/>
          </p:nvSpPr>
          <p:spPr>
            <a:xfrm>
              <a:off x="1175361" y="175610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0"/>
            <p:cNvSpPr/>
            <p:nvPr/>
          </p:nvSpPr>
          <p:spPr>
            <a:xfrm>
              <a:off x="922306" y="1783643"/>
              <a:ext cx="72100" cy="83279"/>
            </a:xfrm>
            <a:custGeom>
              <a:rect b="b" l="l" r="r" t="t"/>
              <a:pathLst>
                <a:path extrusionOk="0" h="3181" w="2754">
                  <a:moveTo>
                    <a:pt x="1749" y="0"/>
                  </a:moveTo>
                  <a:lnTo>
                    <a:pt x="1" y="3180"/>
                  </a:lnTo>
                  <a:lnTo>
                    <a:pt x="1005" y="3180"/>
                  </a:lnTo>
                  <a:lnTo>
                    <a:pt x="2753"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0"/>
            <p:cNvSpPr/>
            <p:nvPr/>
          </p:nvSpPr>
          <p:spPr>
            <a:xfrm>
              <a:off x="1052865" y="1783643"/>
              <a:ext cx="72100" cy="83279"/>
            </a:xfrm>
            <a:custGeom>
              <a:rect b="b" l="l" r="r" t="t"/>
              <a:pathLst>
                <a:path extrusionOk="0" h="3181" w="2754">
                  <a:moveTo>
                    <a:pt x="0" y="0"/>
                  </a:moveTo>
                  <a:lnTo>
                    <a:pt x="1749" y="3180"/>
                  </a:lnTo>
                  <a:lnTo>
                    <a:pt x="2753" y="3180"/>
                  </a:lnTo>
                  <a:lnTo>
                    <a:pt x="1009"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0"/>
            <p:cNvSpPr/>
            <p:nvPr/>
          </p:nvSpPr>
          <p:spPr>
            <a:xfrm>
              <a:off x="961811" y="1821499"/>
              <a:ext cx="123779" cy="21520"/>
            </a:xfrm>
            <a:custGeom>
              <a:rect b="b" l="l" r="r" t="t"/>
              <a:pathLst>
                <a:path extrusionOk="0" h="822" w="4728">
                  <a:moveTo>
                    <a:pt x="452" y="0"/>
                  </a:moveTo>
                  <a:lnTo>
                    <a:pt x="0" y="822"/>
                  </a:lnTo>
                  <a:lnTo>
                    <a:pt x="4727" y="822"/>
                  </a:lnTo>
                  <a:lnTo>
                    <a:pt x="427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0"/>
            <p:cNvSpPr/>
            <p:nvPr/>
          </p:nvSpPr>
          <p:spPr>
            <a:xfrm>
              <a:off x="1030717" y="1531974"/>
              <a:ext cx="16886" cy="21913"/>
            </a:xfrm>
            <a:custGeom>
              <a:rect b="b" l="l" r="r" t="t"/>
              <a:pathLst>
                <a:path extrusionOk="0" h="837" w="645">
                  <a:moveTo>
                    <a:pt x="1" y="0"/>
                  </a:moveTo>
                  <a:lnTo>
                    <a:pt x="1" y="836"/>
                  </a:lnTo>
                  <a:lnTo>
                    <a:pt x="645" y="836"/>
                  </a:lnTo>
                  <a:lnTo>
                    <a:pt x="645"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0"/>
            <p:cNvSpPr/>
            <p:nvPr/>
          </p:nvSpPr>
          <p:spPr>
            <a:xfrm>
              <a:off x="959533" y="1783643"/>
              <a:ext cx="34872" cy="15603"/>
            </a:xfrm>
            <a:custGeom>
              <a:rect b="b" l="l" r="r" t="t"/>
              <a:pathLst>
                <a:path extrusionOk="0" h="596" w="1332">
                  <a:moveTo>
                    <a:pt x="327" y="0"/>
                  </a:moveTo>
                  <a:lnTo>
                    <a:pt x="1" y="596"/>
                  </a:lnTo>
                  <a:lnTo>
                    <a:pt x="1005" y="596"/>
                  </a:lnTo>
                  <a:lnTo>
                    <a:pt x="1331"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0"/>
            <p:cNvSpPr/>
            <p:nvPr/>
          </p:nvSpPr>
          <p:spPr>
            <a:xfrm>
              <a:off x="1052865" y="1783643"/>
              <a:ext cx="34976" cy="15603"/>
            </a:xfrm>
            <a:custGeom>
              <a:rect b="b" l="l" r="r" t="t"/>
              <a:pathLst>
                <a:path extrusionOk="0" h="596" w="1336">
                  <a:moveTo>
                    <a:pt x="0" y="0"/>
                  </a:moveTo>
                  <a:lnTo>
                    <a:pt x="327" y="596"/>
                  </a:lnTo>
                  <a:lnTo>
                    <a:pt x="1336" y="596"/>
                  </a:lnTo>
                  <a:lnTo>
                    <a:pt x="10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0"/>
            <p:cNvSpPr/>
            <p:nvPr/>
          </p:nvSpPr>
          <p:spPr>
            <a:xfrm>
              <a:off x="928589" y="1703401"/>
              <a:ext cx="29348" cy="29322"/>
            </a:xfrm>
            <a:custGeom>
              <a:rect b="b" l="l" r="r" t="t"/>
              <a:pathLst>
                <a:path extrusionOk="0" h="1120" w="1121">
                  <a:moveTo>
                    <a:pt x="558" y="0"/>
                  </a:moveTo>
                  <a:cubicBezTo>
                    <a:pt x="251" y="0"/>
                    <a:pt x="1" y="250"/>
                    <a:pt x="1" y="562"/>
                  </a:cubicBezTo>
                  <a:cubicBezTo>
                    <a:pt x="1" y="870"/>
                    <a:pt x="251" y="1119"/>
                    <a:pt x="558" y="1119"/>
                  </a:cubicBezTo>
                  <a:cubicBezTo>
                    <a:pt x="870" y="1119"/>
                    <a:pt x="1120" y="870"/>
                    <a:pt x="1120" y="562"/>
                  </a:cubicBezTo>
                  <a:cubicBezTo>
                    <a:pt x="1120" y="250"/>
                    <a:pt x="870"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0"/>
            <p:cNvSpPr/>
            <p:nvPr/>
          </p:nvSpPr>
          <p:spPr>
            <a:xfrm>
              <a:off x="976760" y="1636223"/>
              <a:ext cx="29348" cy="29348"/>
            </a:xfrm>
            <a:custGeom>
              <a:rect b="b" l="l" r="r" t="t"/>
              <a:pathLst>
                <a:path extrusionOk="0" h="1121" w="1121">
                  <a:moveTo>
                    <a:pt x="558" y="1"/>
                  </a:moveTo>
                  <a:cubicBezTo>
                    <a:pt x="251" y="1"/>
                    <a:pt x="1" y="251"/>
                    <a:pt x="1" y="558"/>
                  </a:cubicBezTo>
                  <a:cubicBezTo>
                    <a:pt x="1" y="870"/>
                    <a:pt x="251" y="1120"/>
                    <a:pt x="558" y="1120"/>
                  </a:cubicBezTo>
                  <a:cubicBezTo>
                    <a:pt x="866" y="1120"/>
                    <a:pt x="1120" y="870"/>
                    <a:pt x="1120" y="558"/>
                  </a:cubicBezTo>
                  <a:cubicBezTo>
                    <a:pt x="1120" y="251"/>
                    <a:pt x="866" y="1"/>
                    <a:pt x="5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0"/>
            <p:cNvSpPr/>
            <p:nvPr/>
          </p:nvSpPr>
          <p:spPr>
            <a:xfrm>
              <a:off x="1036136" y="1670074"/>
              <a:ext cx="29322" cy="29322"/>
            </a:xfrm>
            <a:custGeom>
              <a:rect b="b" l="l" r="r" t="t"/>
              <a:pathLst>
                <a:path extrusionOk="0" h="1120" w="1120">
                  <a:moveTo>
                    <a:pt x="558" y="0"/>
                  </a:moveTo>
                  <a:cubicBezTo>
                    <a:pt x="250" y="0"/>
                    <a:pt x="0" y="250"/>
                    <a:pt x="0" y="562"/>
                  </a:cubicBezTo>
                  <a:cubicBezTo>
                    <a:pt x="0" y="870"/>
                    <a:pt x="250" y="1119"/>
                    <a:pt x="558" y="1119"/>
                  </a:cubicBezTo>
                  <a:cubicBezTo>
                    <a:pt x="865" y="1119"/>
                    <a:pt x="1120" y="870"/>
                    <a:pt x="1120" y="562"/>
                  </a:cubicBezTo>
                  <a:cubicBezTo>
                    <a:pt x="1120" y="250"/>
                    <a:pt x="865"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0"/>
            <p:cNvSpPr/>
            <p:nvPr/>
          </p:nvSpPr>
          <p:spPr>
            <a:xfrm>
              <a:off x="1085302" y="1604153"/>
              <a:ext cx="29348" cy="29348"/>
            </a:xfrm>
            <a:custGeom>
              <a:rect b="b" l="l" r="r" t="t"/>
              <a:pathLst>
                <a:path extrusionOk="0" h="1121" w="1121">
                  <a:moveTo>
                    <a:pt x="563" y="1"/>
                  </a:moveTo>
                  <a:cubicBezTo>
                    <a:pt x="251" y="1"/>
                    <a:pt x="1" y="251"/>
                    <a:pt x="1" y="563"/>
                  </a:cubicBezTo>
                  <a:cubicBezTo>
                    <a:pt x="1" y="870"/>
                    <a:pt x="251" y="1120"/>
                    <a:pt x="563" y="1120"/>
                  </a:cubicBezTo>
                  <a:cubicBezTo>
                    <a:pt x="870" y="1120"/>
                    <a:pt x="1120" y="870"/>
                    <a:pt x="1120" y="563"/>
                  </a:cubicBezTo>
                  <a:cubicBezTo>
                    <a:pt x="1120" y="251"/>
                    <a:pt x="870" y="1"/>
                    <a:pt x="563"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0"/>
            <p:cNvSpPr/>
            <p:nvPr/>
          </p:nvSpPr>
          <p:spPr>
            <a:xfrm>
              <a:off x="850625" y="1526817"/>
              <a:ext cx="346021" cy="183836"/>
            </a:xfrm>
            <a:custGeom>
              <a:rect b="b" l="l" r="r" t="t"/>
              <a:pathLst>
                <a:path extrusionOk="0" h="7022" w="13217">
                  <a:moveTo>
                    <a:pt x="7331" y="389"/>
                  </a:moveTo>
                  <a:lnTo>
                    <a:pt x="7331" y="841"/>
                  </a:lnTo>
                  <a:lnTo>
                    <a:pt x="5890" y="841"/>
                  </a:lnTo>
                  <a:lnTo>
                    <a:pt x="5890" y="389"/>
                  </a:lnTo>
                  <a:close/>
                  <a:moveTo>
                    <a:pt x="12827" y="1225"/>
                  </a:moveTo>
                  <a:lnTo>
                    <a:pt x="12827" y="1893"/>
                  </a:lnTo>
                  <a:lnTo>
                    <a:pt x="390" y="1893"/>
                  </a:lnTo>
                  <a:lnTo>
                    <a:pt x="390" y="1225"/>
                  </a:lnTo>
                  <a:close/>
                  <a:moveTo>
                    <a:pt x="5698" y="0"/>
                  </a:moveTo>
                  <a:cubicBezTo>
                    <a:pt x="5588" y="0"/>
                    <a:pt x="5501" y="92"/>
                    <a:pt x="5501" y="197"/>
                  </a:cubicBezTo>
                  <a:lnTo>
                    <a:pt x="5501" y="841"/>
                  </a:lnTo>
                  <a:lnTo>
                    <a:pt x="197" y="841"/>
                  </a:lnTo>
                  <a:cubicBezTo>
                    <a:pt x="92" y="841"/>
                    <a:pt x="0" y="927"/>
                    <a:pt x="5" y="1033"/>
                  </a:cubicBezTo>
                  <a:lnTo>
                    <a:pt x="5" y="2085"/>
                  </a:lnTo>
                  <a:cubicBezTo>
                    <a:pt x="5" y="2191"/>
                    <a:pt x="92" y="2277"/>
                    <a:pt x="197" y="2277"/>
                  </a:cubicBezTo>
                  <a:lnTo>
                    <a:pt x="779" y="2277"/>
                  </a:lnTo>
                  <a:lnTo>
                    <a:pt x="779" y="3128"/>
                  </a:lnTo>
                  <a:cubicBezTo>
                    <a:pt x="779" y="3257"/>
                    <a:pt x="876" y="3322"/>
                    <a:pt x="973" y="3322"/>
                  </a:cubicBezTo>
                  <a:cubicBezTo>
                    <a:pt x="1071" y="3322"/>
                    <a:pt x="1168" y="3257"/>
                    <a:pt x="1168" y="3128"/>
                  </a:cubicBezTo>
                  <a:lnTo>
                    <a:pt x="1168" y="2277"/>
                  </a:lnTo>
                  <a:lnTo>
                    <a:pt x="12054" y="2277"/>
                  </a:lnTo>
                  <a:lnTo>
                    <a:pt x="12054" y="6827"/>
                  </a:lnTo>
                  <a:cubicBezTo>
                    <a:pt x="12054" y="6957"/>
                    <a:pt x="12150" y="7021"/>
                    <a:pt x="12246" y="7021"/>
                  </a:cubicBezTo>
                  <a:cubicBezTo>
                    <a:pt x="12342" y="7021"/>
                    <a:pt x="12438" y="6957"/>
                    <a:pt x="12438" y="6827"/>
                  </a:cubicBezTo>
                  <a:lnTo>
                    <a:pt x="12438" y="2277"/>
                  </a:lnTo>
                  <a:lnTo>
                    <a:pt x="13019" y="2277"/>
                  </a:lnTo>
                  <a:cubicBezTo>
                    <a:pt x="13130" y="2277"/>
                    <a:pt x="13216" y="2191"/>
                    <a:pt x="13216" y="2085"/>
                  </a:cubicBezTo>
                  <a:lnTo>
                    <a:pt x="13216" y="1033"/>
                  </a:lnTo>
                  <a:cubicBezTo>
                    <a:pt x="13216" y="927"/>
                    <a:pt x="13130" y="841"/>
                    <a:pt x="13024" y="841"/>
                  </a:cubicBezTo>
                  <a:lnTo>
                    <a:pt x="7716" y="841"/>
                  </a:lnTo>
                  <a:lnTo>
                    <a:pt x="7716" y="197"/>
                  </a:lnTo>
                  <a:cubicBezTo>
                    <a:pt x="7716" y="92"/>
                    <a:pt x="7629" y="5"/>
                    <a:pt x="7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0"/>
            <p:cNvSpPr/>
            <p:nvPr/>
          </p:nvSpPr>
          <p:spPr>
            <a:xfrm>
              <a:off x="850625" y="1623945"/>
              <a:ext cx="346021" cy="248003"/>
            </a:xfrm>
            <a:custGeom>
              <a:rect b="b" l="l" r="r" t="t"/>
              <a:pathLst>
                <a:path extrusionOk="0" h="9473" w="13217">
                  <a:moveTo>
                    <a:pt x="12827" y="5240"/>
                  </a:moveTo>
                  <a:lnTo>
                    <a:pt x="12827" y="5908"/>
                  </a:lnTo>
                  <a:lnTo>
                    <a:pt x="390" y="5908"/>
                  </a:lnTo>
                  <a:lnTo>
                    <a:pt x="390" y="5240"/>
                  </a:lnTo>
                  <a:close/>
                  <a:moveTo>
                    <a:pt x="7615" y="6292"/>
                  </a:moveTo>
                  <a:lnTo>
                    <a:pt x="8196" y="7349"/>
                  </a:lnTo>
                  <a:lnTo>
                    <a:pt x="5025" y="7349"/>
                  </a:lnTo>
                  <a:lnTo>
                    <a:pt x="5607" y="6292"/>
                  </a:lnTo>
                  <a:close/>
                  <a:moveTo>
                    <a:pt x="5165" y="6292"/>
                  </a:moveTo>
                  <a:lnTo>
                    <a:pt x="4314" y="7844"/>
                  </a:lnTo>
                  <a:lnTo>
                    <a:pt x="4074" y="8276"/>
                  </a:lnTo>
                  <a:lnTo>
                    <a:pt x="3627" y="9083"/>
                  </a:lnTo>
                  <a:lnTo>
                    <a:pt x="3065" y="9083"/>
                  </a:lnTo>
                  <a:lnTo>
                    <a:pt x="4603" y="6292"/>
                  </a:lnTo>
                  <a:close/>
                  <a:moveTo>
                    <a:pt x="8619" y="6292"/>
                  </a:moveTo>
                  <a:lnTo>
                    <a:pt x="10156" y="9083"/>
                  </a:lnTo>
                  <a:lnTo>
                    <a:pt x="9589" y="9083"/>
                  </a:lnTo>
                  <a:lnTo>
                    <a:pt x="8057" y="6292"/>
                  </a:lnTo>
                  <a:close/>
                  <a:moveTo>
                    <a:pt x="973" y="0"/>
                  </a:moveTo>
                  <a:cubicBezTo>
                    <a:pt x="876" y="0"/>
                    <a:pt x="779" y="64"/>
                    <a:pt x="779" y="191"/>
                  </a:cubicBezTo>
                  <a:lnTo>
                    <a:pt x="779" y="4856"/>
                  </a:lnTo>
                  <a:lnTo>
                    <a:pt x="197" y="4856"/>
                  </a:lnTo>
                  <a:cubicBezTo>
                    <a:pt x="92" y="4856"/>
                    <a:pt x="0" y="4942"/>
                    <a:pt x="0" y="5048"/>
                  </a:cubicBezTo>
                  <a:lnTo>
                    <a:pt x="0" y="6100"/>
                  </a:lnTo>
                  <a:cubicBezTo>
                    <a:pt x="5" y="6206"/>
                    <a:pt x="92" y="6292"/>
                    <a:pt x="197" y="6292"/>
                  </a:cubicBezTo>
                  <a:lnTo>
                    <a:pt x="4161" y="6292"/>
                  </a:lnTo>
                  <a:lnTo>
                    <a:pt x="2571" y="9184"/>
                  </a:lnTo>
                  <a:cubicBezTo>
                    <a:pt x="2499" y="9314"/>
                    <a:pt x="2590" y="9473"/>
                    <a:pt x="2739" y="9473"/>
                  </a:cubicBezTo>
                  <a:lnTo>
                    <a:pt x="3743" y="9473"/>
                  </a:lnTo>
                  <a:cubicBezTo>
                    <a:pt x="3815" y="9473"/>
                    <a:pt x="3877" y="9434"/>
                    <a:pt x="3911" y="9372"/>
                  </a:cubicBezTo>
                  <a:lnTo>
                    <a:pt x="4358" y="8560"/>
                  </a:lnTo>
                  <a:lnTo>
                    <a:pt x="5549" y="8560"/>
                  </a:lnTo>
                  <a:cubicBezTo>
                    <a:pt x="5809" y="8560"/>
                    <a:pt x="5809" y="8175"/>
                    <a:pt x="5549" y="8175"/>
                  </a:cubicBezTo>
                  <a:lnTo>
                    <a:pt x="4574" y="8175"/>
                  </a:lnTo>
                  <a:lnTo>
                    <a:pt x="4627" y="8075"/>
                  </a:lnTo>
                  <a:lnTo>
                    <a:pt x="4809" y="7738"/>
                  </a:lnTo>
                  <a:lnTo>
                    <a:pt x="8408" y="7738"/>
                  </a:lnTo>
                  <a:lnTo>
                    <a:pt x="8648" y="8175"/>
                  </a:lnTo>
                  <a:lnTo>
                    <a:pt x="6323" y="8175"/>
                  </a:lnTo>
                  <a:cubicBezTo>
                    <a:pt x="6068" y="8175"/>
                    <a:pt x="6068" y="8560"/>
                    <a:pt x="6323" y="8560"/>
                  </a:cubicBezTo>
                  <a:lnTo>
                    <a:pt x="8859" y="8560"/>
                  </a:lnTo>
                  <a:lnTo>
                    <a:pt x="9306" y="9372"/>
                  </a:lnTo>
                  <a:cubicBezTo>
                    <a:pt x="9339" y="9434"/>
                    <a:pt x="9402" y="9473"/>
                    <a:pt x="9474" y="9473"/>
                  </a:cubicBezTo>
                  <a:lnTo>
                    <a:pt x="10478" y="9473"/>
                  </a:lnTo>
                  <a:cubicBezTo>
                    <a:pt x="10627" y="9473"/>
                    <a:pt x="10718" y="9314"/>
                    <a:pt x="10651" y="9184"/>
                  </a:cubicBezTo>
                  <a:lnTo>
                    <a:pt x="9061" y="6292"/>
                  </a:lnTo>
                  <a:lnTo>
                    <a:pt x="13024" y="6292"/>
                  </a:lnTo>
                  <a:cubicBezTo>
                    <a:pt x="13130" y="6292"/>
                    <a:pt x="13216" y="6206"/>
                    <a:pt x="13216" y="6100"/>
                  </a:cubicBezTo>
                  <a:lnTo>
                    <a:pt x="13216" y="5048"/>
                  </a:lnTo>
                  <a:cubicBezTo>
                    <a:pt x="13216" y="4940"/>
                    <a:pt x="13134" y="4856"/>
                    <a:pt x="13033" y="4856"/>
                  </a:cubicBezTo>
                  <a:cubicBezTo>
                    <a:pt x="13030" y="4856"/>
                    <a:pt x="13027" y="4856"/>
                    <a:pt x="13024" y="4856"/>
                  </a:cubicBezTo>
                  <a:lnTo>
                    <a:pt x="12438" y="4856"/>
                  </a:lnTo>
                  <a:lnTo>
                    <a:pt x="12438" y="3895"/>
                  </a:lnTo>
                  <a:cubicBezTo>
                    <a:pt x="12438" y="3765"/>
                    <a:pt x="12342" y="3701"/>
                    <a:pt x="12246" y="3701"/>
                  </a:cubicBezTo>
                  <a:cubicBezTo>
                    <a:pt x="12150" y="3701"/>
                    <a:pt x="12054" y="3765"/>
                    <a:pt x="12054" y="3895"/>
                  </a:cubicBezTo>
                  <a:lnTo>
                    <a:pt x="12054" y="4856"/>
                  </a:lnTo>
                  <a:lnTo>
                    <a:pt x="1168" y="4856"/>
                  </a:lnTo>
                  <a:lnTo>
                    <a:pt x="1168" y="191"/>
                  </a:lnTo>
                  <a:cubicBezTo>
                    <a:pt x="1168" y="64"/>
                    <a:pt x="1071" y="0"/>
                    <a:pt x="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0"/>
            <p:cNvSpPr/>
            <p:nvPr/>
          </p:nvSpPr>
          <p:spPr>
            <a:xfrm>
              <a:off x="915656" y="1599047"/>
              <a:ext cx="206534" cy="138963"/>
            </a:xfrm>
            <a:custGeom>
              <a:rect b="b" l="l" r="r" t="t"/>
              <a:pathLst>
                <a:path extrusionOk="0" h="5308" w="7889">
                  <a:moveTo>
                    <a:pt x="7043" y="388"/>
                  </a:moveTo>
                  <a:cubicBezTo>
                    <a:pt x="7370" y="388"/>
                    <a:pt x="7533" y="787"/>
                    <a:pt x="7302" y="1017"/>
                  </a:cubicBezTo>
                  <a:cubicBezTo>
                    <a:pt x="7228" y="1092"/>
                    <a:pt x="7136" y="1125"/>
                    <a:pt x="7045" y="1125"/>
                  </a:cubicBezTo>
                  <a:cubicBezTo>
                    <a:pt x="6856" y="1125"/>
                    <a:pt x="6673" y="979"/>
                    <a:pt x="6673" y="758"/>
                  </a:cubicBezTo>
                  <a:cubicBezTo>
                    <a:pt x="6673" y="556"/>
                    <a:pt x="6841" y="388"/>
                    <a:pt x="7043" y="388"/>
                  </a:cubicBezTo>
                  <a:close/>
                  <a:moveTo>
                    <a:pt x="2892" y="1613"/>
                  </a:moveTo>
                  <a:cubicBezTo>
                    <a:pt x="3219" y="1613"/>
                    <a:pt x="3382" y="2007"/>
                    <a:pt x="3152" y="2237"/>
                  </a:cubicBezTo>
                  <a:cubicBezTo>
                    <a:pt x="3077" y="2312"/>
                    <a:pt x="2985" y="2345"/>
                    <a:pt x="2896" y="2345"/>
                  </a:cubicBezTo>
                  <a:cubicBezTo>
                    <a:pt x="2707" y="2345"/>
                    <a:pt x="2527" y="2199"/>
                    <a:pt x="2527" y="1978"/>
                  </a:cubicBezTo>
                  <a:cubicBezTo>
                    <a:pt x="2527" y="1776"/>
                    <a:pt x="2690" y="1613"/>
                    <a:pt x="2892" y="1613"/>
                  </a:cubicBezTo>
                  <a:close/>
                  <a:moveTo>
                    <a:pt x="5160" y="2910"/>
                  </a:moveTo>
                  <a:cubicBezTo>
                    <a:pt x="5486" y="2910"/>
                    <a:pt x="5650" y="3304"/>
                    <a:pt x="5419" y="3535"/>
                  </a:cubicBezTo>
                  <a:cubicBezTo>
                    <a:pt x="5345" y="3609"/>
                    <a:pt x="5253" y="3642"/>
                    <a:pt x="5163" y="3642"/>
                  </a:cubicBezTo>
                  <a:cubicBezTo>
                    <a:pt x="4975" y="3642"/>
                    <a:pt x="4795" y="3496"/>
                    <a:pt x="4795" y="3275"/>
                  </a:cubicBezTo>
                  <a:cubicBezTo>
                    <a:pt x="4795" y="3073"/>
                    <a:pt x="4958" y="2910"/>
                    <a:pt x="5160" y="2910"/>
                  </a:cubicBezTo>
                  <a:close/>
                  <a:moveTo>
                    <a:pt x="1052" y="4183"/>
                  </a:moveTo>
                  <a:cubicBezTo>
                    <a:pt x="1254" y="4183"/>
                    <a:pt x="1422" y="4346"/>
                    <a:pt x="1422" y="4548"/>
                  </a:cubicBezTo>
                  <a:cubicBezTo>
                    <a:pt x="1422" y="4769"/>
                    <a:pt x="1240" y="4916"/>
                    <a:pt x="1050" y="4916"/>
                  </a:cubicBezTo>
                  <a:cubicBezTo>
                    <a:pt x="959" y="4916"/>
                    <a:pt x="867" y="4882"/>
                    <a:pt x="793" y="4808"/>
                  </a:cubicBezTo>
                  <a:cubicBezTo>
                    <a:pt x="562" y="4577"/>
                    <a:pt x="726" y="4183"/>
                    <a:pt x="1052" y="4183"/>
                  </a:cubicBezTo>
                  <a:close/>
                  <a:moveTo>
                    <a:pt x="7042" y="1"/>
                  </a:moveTo>
                  <a:cubicBezTo>
                    <a:pt x="6828" y="1"/>
                    <a:pt x="6618" y="90"/>
                    <a:pt x="6471" y="263"/>
                  </a:cubicBezTo>
                  <a:cubicBezTo>
                    <a:pt x="6221" y="551"/>
                    <a:pt x="6226" y="979"/>
                    <a:pt x="6481" y="1262"/>
                  </a:cubicBezTo>
                  <a:lnTo>
                    <a:pt x="5400" y="2559"/>
                  </a:lnTo>
                  <a:cubicBezTo>
                    <a:pt x="5323" y="2535"/>
                    <a:pt x="5244" y="2523"/>
                    <a:pt x="5166" y="2523"/>
                  </a:cubicBezTo>
                  <a:cubicBezTo>
                    <a:pt x="4941" y="2523"/>
                    <a:pt x="4721" y="2622"/>
                    <a:pt x="4578" y="2804"/>
                  </a:cubicBezTo>
                  <a:lnTo>
                    <a:pt x="3598" y="2252"/>
                  </a:lnTo>
                  <a:cubicBezTo>
                    <a:pt x="3793" y="1747"/>
                    <a:pt x="3413" y="1227"/>
                    <a:pt x="2897" y="1227"/>
                  </a:cubicBezTo>
                  <a:cubicBezTo>
                    <a:pt x="2853" y="1227"/>
                    <a:pt x="2808" y="1230"/>
                    <a:pt x="2762" y="1238"/>
                  </a:cubicBezTo>
                  <a:cubicBezTo>
                    <a:pt x="2186" y="1339"/>
                    <a:pt x="1941" y="2036"/>
                    <a:pt x="2330" y="2478"/>
                  </a:cubicBezTo>
                  <a:lnTo>
                    <a:pt x="1297" y="3832"/>
                  </a:lnTo>
                  <a:cubicBezTo>
                    <a:pt x="1220" y="3808"/>
                    <a:pt x="1139" y="3794"/>
                    <a:pt x="1052" y="3794"/>
                  </a:cubicBezTo>
                  <a:cubicBezTo>
                    <a:pt x="240" y="3794"/>
                    <a:pt x="0" y="4899"/>
                    <a:pt x="740" y="5235"/>
                  </a:cubicBezTo>
                  <a:cubicBezTo>
                    <a:pt x="850" y="5285"/>
                    <a:pt x="959" y="5308"/>
                    <a:pt x="1062" y="5308"/>
                  </a:cubicBezTo>
                  <a:cubicBezTo>
                    <a:pt x="1654" y="5308"/>
                    <a:pt x="2077" y="4572"/>
                    <a:pt x="1619" y="4049"/>
                  </a:cubicBezTo>
                  <a:lnTo>
                    <a:pt x="2647" y="2694"/>
                  </a:lnTo>
                  <a:cubicBezTo>
                    <a:pt x="2726" y="2720"/>
                    <a:pt x="2807" y="2733"/>
                    <a:pt x="2888" y="2733"/>
                  </a:cubicBezTo>
                  <a:cubicBezTo>
                    <a:pt x="3060" y="2733"/>
                    <a:pt x="3231" y="2675"/>
                    <a:pt x="3368" y="2564"/>
                  </a:cubicBezTo>
                  <a:lnTo>
                    <a:pt x="4415" y="3160"/>
                  </a:lnTo>
                  <a:cubicBezTo>
                    <a:pt x="4340" y="3630"/>
                    <a:pt x="4715" y="4031"/>
                    <a:pt x="5163" y="4031"/>
                  </a:cubicBezTo>
                  <a:cubicBezTo>
                    <a:pt x="5233" y="4031"/>
                    <a:pt x="5304" y="4021"/>
                    <a:pt x="5376" y="4001"/>
                  </a:cubicBezTo>
                  <a:cubicBezTo>
                    <a:pt x="5904" y="3842"/>
                    <a:pt x="6092" y="3184"/>
                    <a:pt x="5722" y="2771"/>
                  </a:cubicBezTo>
                  <a:lnTo>
                    <a:pt x="6803" y="1474"/>
                  </a:lnTo>
                  <a:cubicBezTo>
                    <a:pt x="6881" y="1500"/>
                    <a:pt x="6961" y="1512"/>
                    <a:pt x="7040" y="1512"/>
                  </a:cubicBezTo>
                  <a:cubicBezTo>
                    <a:pt x="7324" y="1512"/>
                    <a:pt x="7592" y="1351"/>
                    <a:pt x="7720" y="1085"/>
                  </a:cubicBezTo>
                  <a:cubicBezTo>
                    <a:pt x="7888" y="743"/>
                    <a:pt x="7773" y="335"/>
                    <a:pt x="7456" y="124"/>
                  </a:cubicBezTo>
                  <a:cubicBezTo>
                    <a:pt x="7329" y="41"/>
                    <a:pt x="7185" y="1"/>
                    <a:pt x="70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5" name="Google Shape;8565;p80"/>
          <p:cNvGrpSpPr/>
          <p:nvPr/>
        </p:nvGrpSpPr>
        <p:grpSpPr>
          <a:xfrm>
            <a:off x="3046943" y="3367847"/>
            <a:ext cx="379479" cy="370395"/>
            <a:chOff x="3046943" y="3367847"/>
            <a:chExt cx="379479" cy="370395"/>
          </a:xfrm>
        </p:grpSpPr>
        <p:sp>
          <p:nvSpPr>
            <p:cNvPr id="8566" name="Google Shape;8566;p80"/>
            <p:cNvSpPr/>
            <p:nvPr/>
          </p:nvSpPr>
          <p:spPr>
            <a:xfrm>
              <a:off x="3047834" y="3373737"/>
              <a:ext cx="372803" cy="358692"/>
            </a:xfrm>
            <a:custGeom>
              <a:rect b="b" l="l" r="r" t="t"/>
              <a:pathLst>
                <a:path extrusionOk="0" h="13701" w="14240">
                  <a:moveTo>
                    <a:pt x="7389" y="0"/>
                  </a:moveTo>
                  <a:cubicBezTo>
                    <a:pt x="4617" y="0"/>
                    <a:pt x="2119" y="1667"/>
                    <a:pt x="1062" y="4228"/>
                  </a:cubicBezTo>
                  <a:cubicBezTo>
                    <a:pt x="0" y="6788"/>
                    <a:pt x="586" y="9733"/>
                    <a:pt x="2546" y="11693"/>
                  </a:cubicBezTo>
                  <a:cubicBezTo>
                    <a:pt x="3857" y="13004"/>
                    <a:pt x="5608" y="13700"/>
                    <a:pt x="7389" y="13700"/>
                  </a:cubicBezTo>
                  <a:cubicBezTo>
                    <a:pt x="8271" y="13700"/>
                    <a:pt x="9160" y="13529"/>
                    <a:pt x="10007" y="13178"/>
                  </a:cubicBezTo>
                  <a:cubicBezTo>
                    <a:pt x="12568" y="12116"/>
                    <a:pt x="14239" y="9618"/>
                    <a:pt x="14239" y="6851"/>
                  </a:cubicBezTo>
                  <a:cubicBezTo>
                    <a:pt x="14239" y="3065"/>
                    <a:pt x="11170" y="0"/>
                    <a:pt x="7389" y="0"/>
                  </a:cubicBezTo>
                  <a:close/>
                </a:path>
              </a:pathLst>
            </a:custGeom>
            <a:solidFill>
              <a:srgbClr val="A7B9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0"/>
            <p:cNvSpPr/>
            <p:nvPr/>
          </p:nvSpPr>
          <p:spPr>
            <a:xfrm>
              <a:off x="3159387" y="3373763"/>
              <a:ext cx="261250" cy="358614"/>
            </a:xfrm>
            <a:custGeom>
              <a:rect b="b" l="l" r="r" t="t"/>
              <a:pathLst>
                <a:path extrusionOk="0" h="13698" w="9979">
                  <a:moveTo>
                    <a:pt x="3128" y="0"/>
                  </a:moveTo>
                  <a:cubicBezTo>
                    <a:pt x="2057" y="0"/>
                    <a:pt x="984" y="250"/>
                    <a:pt x="0" y="754"/>
                  </a:cubicBezTo>
                  <a:cubicBezTo>
                    <a:pt x="2287" y="1926"/>
                    <a:pt x="3724" y="4280"/>
                    <a:pt x="3724" y="6850"/>
                  </a:cubicBezTo>
                  <a:cubicBezTo>
                    <a:pt x="3724" y="9420"/>
                    <a:pt x="2287" y="11769"/>
                    <a:pt x="0" y="12946"/>
                  </a:cubicBezTo>
                  <a:cubicBezTo>
                    <a:pt x="982" y="13448"/>
                    <a:pt x="2052" y="13698"/>
                    <a:pt x="3121" y="13698"/>
                  </a:cubicBezTo>
                  <a:cubicBezTo>
                    <a:pt x="4363" y="13698"/>
                    <a:pt x="5602" y="13360"/>
                    <a:pt x="6697" y="12692"/>
                  </a:cubicBezTo>
                  <a:cubicBezTo>
                    <a:pt x="8734" y="11447"/>
                    <a:pt x="9974" y="9233"/>
                    <a:pt x="9978" y="6850"/>
                  </a:cubicBezTo>
                  <a:cubicBezTo>
                    <a:pt x="9974" y="4462"/>
                    <a:pt x="8734" y="2248"/>
                    <a:pt x="6697" y="1003"/>
                  </a:cubicBezTo>
                  <a:cubicBezTo>
                    <a:pt x="5604" y="336"/>
                    <a:pt x="4367" y="0"/>
                    <a:pt x="3128" y="0"/>
                  </a:cubicBezTo>
                  <a:close/>
                </a:path>
              </a:pathLst>
            </a:custGeom>
            <a:solidFill>
              <a:srgbClr val="A1B4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0"/>
            <p:cNvSpPr/>
            <p:nvPr/>
          </p:nvSpPr>
          <p:spPr>
            <a:xfrm>
              <a:off x="3061918" y="3553070"/>
              <a:ext cx="358718" cy="179254"/>
            </a:xfrm>
            <a:custGeom>
              <a:rect b="b" l="l" r="r" t="t"/>
              <a:pathLst>
                <a:path extrusionOk="0" h="6847" w="13702">
                  <a:moveTo>
                    <a:pt x="0" y="1"/>
                  </a:moveTo>
                  <a:cubicBezTo>
                    <a:pt x="0" y="3782"/>
                    <a:pt x="3065" y="6847"/>
                    <a:pt x="6851" y="6847"/>
                  </a:cubicBezTo>
                  <a:cubicBezTo>
                    <a:pt x="10632" y="6847"/>
                    <a:pt x="13701" y="3782"/>
                    <a:pt x="13701" y="1"/>
                  </a:cubicBezTo>
                  <a:close/>
                </a:path>
              </a:pathLst>
            </a:custGeom>
            <a:solidFill>
              <a:srgbClr val="99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0"/>
            <p:cNvSpPr/>
            <p:nvPr/>
          </p:nvSpPr>
          <p:spPr>
            <a:xfrm>
              <a:off x="3159387" y="3553070"/>
              <a:ext cx="261250" cy="179307"/>
            </a:xfrm>
            <a:custGeom>
              <a:rect b="b" l="l" r="r" t="t"/>
              <a:pathLst>
                <a:path extrusionOk="0" h="6849" w="9979">
                  <a:moveTo>
                    <a:pt x="3724" y="1"/>
                  </a:moveTo>
                  <a:cubicBezTo>
                    <a:pt x="3724" y="2571"/>
                    <a:pt x="2287" y="4925"/>
                    <a:pt x="0" y="6097"/>
                  </a:cubicBezTo>
                  <a:cubicBezTo>
                    <a:pt x="982" y="6599"/>
                    <a:pt x="2052" y="6849"/>
                    <a:pt x="3121" y="6849"/>
                  </a:cubicBezTo>
                  <a:cubicBezTo>
                    <a:pt x="4363" y="6849"/>
                    <a:pt x="5602" y="6511"/>
                    <a:pt x="6697" y="5843"/>
                  </a:cubicBezTo>
                  <a:cubicBezTo>
                    <a:pt x="8734" y="4598"/>
                    <a:pt x="9974" y="2384"/>
                    <a:pt x="9978"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0"/>
            <p:cNvSpPr/>
            <p:nvPr/>
          </p:nvSpPr>
          <p:spPr>
            <a:xfrm>
              <a:off x="3061918" y="3475106"/>
              <a:ext cx="358718" cy="155980"/>
            </a:xfrm>
            <a:custGeom>
              <a:rect b="b" l="l" r="r" t="t"/>
              <a:pathLst>
                <a:path extrusionOk="0" h="5958" w="13702">
                  <a:moveTo>
                    <a:pt x="6851" y="0"/>
                  </a:moveTo>
                  <a:cubicBezTo>
                    <a:pt x="3070" y="0"/>
                    <a:pt x="0" y="1331"/>
                    <a:pt x="0" y="2979"/>
                  </a:cubicBezTo>
                  <a:cubicBezTo>
                    <a:pt x="0" y="4622"/>
                    <a:pt x="3070" y="5957"/>
                    <a:pt x="6851" y="5957"/>
                  </a:cubicBezTo>
                  <a:cubicBezTo>
                    <a:pt x="10632" y="5957"/>
                    <a:pt x="13701" y="4622"/>
                    <a:pt x="13701" y="2979"/>
                  </a:cubicBezTo>
                  <a:cubicBezTo>
                    <a:pt x="13701" y="1331"/>
                    <a:pt x="10632" y="0"/>
                    <a:pt x="6851" y="0"/>
                  </a:cubicBezTo>
                  <a:close/>
                </a:path>
              </a:pathLst>
            </a:custGeom>
            <a:solidFill>
              <a:srgbClr val="AABC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0"/>
            <p:cNvSpPr/>
            <p:nvPr/>
          </p:nvSpPr>
          <p:spPr>
            <a:xfrm>
              <a:off x="3061918" y="3475106"/>
              <a:ext cx="200879" cy="155980"/>
            </a:xfrm>
            <a:custGeom>
              <a:rect b="b" l="l" r="r" t="t"/>
              <a:pathLst>
                <a:path extrusionOk="0" h="5958" w="7673">
                  <a:moveTo>
                    <a:pt x="6764" y="0"/>
                  </a:moveTo>
                  <a:cubicBezTo>
                    <a:pt x="3022" y="20"/>
                    <a:pt x="0" y="1345"/>
                    <a:pt x="0" y="2979"/>
                  </a:cubicBezTo>
                  <a:cubicBezTo>
                    <a:pt x="0" y="4612"/>
                    <a:pt x="3022" y="5938"/>
                    <a:pt x="6764" y="5957"/>
                  </a:cubicBezTo>
                  <a:cubicBezTo>
                    <a:pt x="7672" y="4074"/>
                    <a:pt x="7672" y="1884"/>
                    <a:pt x="67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0"/>
            <p:cNvSpPr/>
            <p:nvPr/>
          </p:nvSpPr>
          <p:spPr>
            <a:xfrm>
              <a:off x="3046943" y="3367847"/>
              <a:ext cx="379479" cy="370395"/>
            </a:xfrm>
            <a:custGeom>
              <a:rect b="b" l="l" r="r" t="t"/>
              <a:pathLst>
                <a:path extrusionOk="0" h="14148" w="14495">
                  <a:moveTo>
                    <a:pt x="4165" y="1793"/>
                  </a:moveTo>
                  <a:cubicBezTo>
                    <a:pt x="4146" y="1793"/>
                    <a:pt x="4125" y="1796"/>
                    <a:pt x="4103" y="1801"/>
                  </a:cubicBezTo>
                  <a:lnTo>
                    <a:pt x="4046" y="1811"/>
                  </a:lnTo>
                  <a:cubicBezTo>
                    <a:pt x="3926" y="1835"/>
                    <a:pt x="3844" y="1955"/>
                    <a:pt x="3868" y="2075"/>
                  </a:cubicBezTo>
                  <a:lnTo>
                    <a:pt x="3873" y="2075"/>
                  </a:lnTo>
                  <a:cubicBezTo>
                    <a:pt x="3894" y="2180"/>
                    <a:pt x="3985" y="2252"/>
                    <a:pt x="4088" y="2252"/>
                  </a:cubicBezTo>
                  <a:cubicBezTo>
                    <a:pt x="4103" y="2252"/>
                    <a:pt x="4117" y="2251"/>
                    <a:pt x="4132" y="2248"/>
                  </a:cubicBezTo>
                  <a:lnTo>
                    <a:pt x="4190" y="2238"/>
                  </a:lnTo>
                  <a:cubicBezTo>
                    <a:pt x="4471" y="2194"/>
                    <a:pt x="4416" y="1793"/>
                    <a:pt x="4165" y="1793"/>
                  </a:cubicBezTo>
                  <a:close/>
                  <a:moveTo>
                    <a:pt x="7423" y="446"/>
                  </a:moveTo>
                  <a:cubicBezTo>
                    <a:pt x="8984" y="446"/>
                    <a:pt x="10502" y="1004"/>
                    <a:pt x="11694" y="2017"/>
                  </a:cubicBezTo>
                  <a:cubicBezTo>
                    <a:pt x="10314" y="1666"/>
                    <a:pt x="8897" y="1489"/>
                    <a:pt x="7480" y="1489"/>
                  </a:cubicBezTo>
                  <a:cubicBezTo>
                    <a:pt x="7461" y="1489"/>
                    <a:pt x="7442" y="1489"/>
                    <a:pt x="7423" y="1489"/>
                  </a:cubicBezTo>
                  <a:cubicBezTo>
                    <a:pt x="6616" y="1489"/>
                    <a:pt x="5809" y="1542"/>
                    <a:pt x="5006" y="1652"/>
                  </a:cubicBezTo>
                  <a:cubicBezTo>
                    <a:pt x="4734" y="1698"/>
                    <a:pt x="4777" y="2096"/>
                    <a:pt x="5037" y="2096"/>
                  </a:cubicBezTo>
                  <a:cubicBezTo>
                    <a:pt x="5047" y="2096"/>
                    <a:pt x="5058" y="2095"/>
                    <a:pt x="5069" y="2094"/>
                  </a:cubicBezTo>
                  <a:cubicBezTo>
                    <a:pt x="5847" y="1988"/>
                    <a:pt x="6635" y="1936"/>
                    <a:pt x="7423" y="1936"/>
                  </a:cubicBezTo>
                  <a:cubicBezTo>
                    <a:pt x="9172" y="1936"/>
                    <a:pt x="10882" y="2195"/>
                    <a:pt x="12376" y="2680"/>
                  </a:cubicBezTo>
                  <a:cubicBezTo>
                    <a:pt x="13159" y="3559"/>
                    <a:pt x="13692" y="4635"/>
                    <a:pt x="13923" y="5788"/>
                  </a:cubicBezTo>
                  <a:cubicBezTo>
                    <a:pt x="13562" y="5409"/>
                    <a:pt x="13034" y="5058"/>
                    <a:pt x="12352" y="4765"/>
                  </a:cubicBezTo>
                  <a:cubicBezTo>
                    <a:pt x="11031" y="4189"/>
                    <a:pt x="9282" y="3872"/>
                    <a:pt x="7423" y="3872"/>
                  </a:cubicBezTo>
                  <a:cubicBezTo>
                    <a:pt x="5559" y="3872"/>
                    <a:pt x="3810" y="4189"/>
                    <a:pt x="2489" y="4765"/>
                  </a:cubicBezTo>
                  <a:cubicBezTo>
                    <a:pt x="1812" y="5058"/>
                    <a:pt x="1283" y="5409"/>
                    <a:pt x="918" y="5788"/>
                  </a:cubicBezTo>
                  <a:cubicBezTo>
                    <a:pt x="1538" y="2685"/>
                    <a:pt x="4257" y="451"/>
                    <a:pt x="7423" y="446"/>
                  </a:cubicBezTo>
                  <a:close/>
                  <a:moveTo>
                    <a:pt x="7125" y="6850"/>
                  </a:moveTo>
                  <a:cubicBezTo>
                    <a:pt x="7000" y="6850"/>
                    <a:pt x="6899" y="6951"/>
                    <a:pt x="6899" y="7076"/>
                  </a:cubicBezTo>
                  <a:cubicBezTo>
                    <a:pt x="6899" y="7196"/>
                    <a:pt x="7000" y="7297"/>
                    <a:pt x="7125" y="7297"/>
                  </a:cubicBezTo>
                  <a:lnTo>
                    <a:pt x="7154" y="7297"/>
                  </a:lnTo>
                  <a:cubicBezTo>
                    <a:pt x="7452" y="7297"/>
                    <a:pt x="7452" y="6850"/>
                    <a:pt x="7154" y="6850"/>
                  </a:cubicBezTo>
                  <a:close/>
                  <a:moveTo>
                    <a:pt x="7418" y="4318"/>
                  </a:moveTo>
                  <a:cubicBezTo>
                    <a:pt x="9220" y="4318"/>
                    <a:pt x="10906" y="4621"/>
                    <a:pt x="12174" y="5173"/>
                  </a:cubicBezTo>
                  <a:cubicBezTo>
                    <a:pt x="13366" y="5692"/>
                    <a:pt x="14048" y="6384"/>
                    <a:pt x="14048" y="7076"/>
                  </a:cubicBezTo>
                  <a:cubicBezTo>
                    <a:pt x="14048" y="7768"/>
                    <a:pt x="13366" y="8455"/>
                    <a:pt x="12174" y="8978"/>
                  </a:cubicBezTo>
                  <a:cubicBezTo>
                    <a:pt x="10906" y="9526"/>
                    <a:pt x="9220" y="9829"/>
                    <a:pt x="7418" y="9829"/>
                  </a:cubicBezTo>
                  <a:cubicBezTo>
                    <a:pt x="5621" y="9829"/>
                    <a:pt x="3930" y="9531"/>
                    <a:pt x="2667" y="8978"/>
                  </a:cubicBezTo>
                  <a:cubicBezTo>
                    <a:pt x="1605" y="8517"/>
                    <a:pt x="947" y="7912"/>
                    <a:pt x="817" y="7297"/>
                  </a:cubicBezTo>
                  <a:lnTo>
                    <a:pt x="6231" y="7297"/>
                  </a:lnTo>
                  <a:cubicBezTo>
                    <a:pt x="6525" y="7297"/>
                    <a:pt x="6525" y="6850"/>
                    <a:pt x="6231" y="6850"/>
                  </a:cubicBezTo>
                  <a:lnTo>
                    <a:pt x="817" y="6850"/>
                  </a:lnTo>
                  <a:cubicBezTo>
                    <a:pt x="947" y="6235"/>
                    <a:pt x="1605" y="5635"/>
                    <a:pt x="2667" y="5173"/>
                  </a:cubicBezTo>
                  <a:cubicBezTo>
                    <a:pt x="3930" y="4621"/>
                    <a:pt x="5621" y="4318"/>
                    <a:pt x="7418" y="4318"/>
                  </a:cubicBezTo>
                  <a:close/>
                  <a:moveTo>
                    <a:pt x="10743" y="11895"/>
                  </a:moveTo>
                  <a:cubicBezTo>
                    <a:pt x="10729" y="11895"/>
                    <a:pt x="10714" y="11896"/>
                    <a:pt x="10699" y="11899"/>
                  </a:cubicBezTo>
                  <a:lnTo>
                    <a:pt x="10642" y="11913"/>
                  </a:lnTo>
                  <a:cubicBezTo>
                    <a:pt x="10359" y="11954"/>
                    <a:pt x="10415" y="12357"/>
                    <a:pt x="10670" y="12357"/>
                  </a:cubicBezTo>
                  <a:cubicBezTo>
                    <a:pt x="10688" y="12357"/>
                    <a:pt x="10708" y="12355"/>
                    <a:pt x="10728" y="12351"/>
                  </a:cubicBezTo>
                  <a:lnTo>
                    <a:pt x="10786" y="12336"/>
                  </a:lnTo>
                  <a:cubicBezTo>
                    <a:pt x="10906" y="12317"/>
                    <a:pt x="10988" y="12197"/>
                    <a:pt x="10963" y="12077"/>
                  </a:cubicBezTo>
                  <a:cubicBezTo>
                    <a:pt x="10942" y="11967"/>
                    <a:pt x="10847" y="11895"/>
                    <a:pt x="10743" y="11895"/>
                  </a:cubicBezTo>
                  <a:close/>
                  <a:moveTo>
                    <a:pt x="13923" y="8359"/>
                  </a:moveTo>
                  <a:lnTo>
                    <a:pt x="13923" y="8359"/>
                  </a:lnTo>
                  <a:cubicBezTo>
                    <a:pt x="13308" y="11462"/>
                    <a:pt x="10584" y="13696"/>
                    <a:pt x="7423" y="13701"/>
                  </a:cubicBezTo>
                  <a:cubicBezTo>
                    <a:pt x="7416" y="13701"/>
                    <a:pt x="7410" y="13701"/>
                    <a:pt x="7403" y="13701"/>
                  </a:cubicBezTo>
                  <a:cubicBezTo>
                    <a:pt x="5844" y="13701"/>
                    <a:pt x="4338" y="13144"/>
                    <a:pt x="3152" y="12139"/>
                  </a:cubicBezTo>
                  <a:lnTo>
                    <a:pt x="3152" y="12139"/>
                  </a:lnTo>
                  <a:cubicBezTo>
                    <a:pt x="4527" y="12485"/>
                    <a:pt x="5935" y="12663"/>
                    <a:pt x="7352" y="12663"/>
                  </a:cubicBezTo>
                  <a:cubicBezTo>
                    <a:pt x="7371" y="12663"/>
                    <a:pt x="7390" y="12663"/>
                    <a:pt x="7408" y="12663"/>
                  </a:cubicBezTo>
                  <a:cubicBezTo>
                    <a:pt x="8216" y="12663"/>
                    <a:pt x="9023" y="12610"/>
                    <a:pt x="9825" y="12500"/>
                  </a:cubicBezTo>
                  <a:cubicBezTo>
                    <a:pt x="10098" y="12453"/>
                    <a:pt x="10055" y="12056"/>
                    <a:pt x="9794" y="12056"/>
                  </a:cubicBezTo>
                  <a:cubicBezTo>
                    <a:pt x="9784" y="12056"/>
                    <a:pt x="9773" y="12056"/>
                    <a:pt x="9762" y="12058"/>
                  </a:cubicBezTo>
                  <a:cubicBezTo>
                    <a:pt x="8984" y="12163"/>
                    <a:pt x="8196" y="12216"/>
                    <a:pt x="7408" y="12216"/>
                  </a:cubicBezTo>
                  <a:cubicBezTo>
                    <a:pt x="5665" y="12216"/>
                    <a:pt x="3959" y="11962"/>
                    <a:pt x="2470" y="11476"/>
                  </a:cubicBezTo>
                  <a:cubicBezTo>
                    <a:pt x="1682" y="10597"/>
                    <a:pt x="1149" y="9521"/>
                    <a:pt x="918" y="8363"/>
                  </a:cubicBezTo>
                  <a:lnTo>
                    <a:pt x="918" y="8363"/>
                  </a:lnTo>
                  <a:cubicBezTo>
                    <a:pt x="1279" y="8743"/>
                    <a:pt x="1812" y="9094"/>
                    <a:pt x="2489" y="9387"/>
                  </a:cubicBezTo>
                  <a:cubicBezTo>
                    <a:pt x="3810" y="9963"/>
                    <a:pt x="5559" y="10280"/>
                    <a:pt x="7423" y="10280"/>
                  </a:cubicBezTo>
                  <a:cubicBezTo>
                    <a:pt x="9282" y="10280"/>
                    <a:pt x="11036" y="9963"/>
                    <a:pt x="12357" y="9387"/>
                  </a:cubicBezTo>
                  <a:cubicBezTo>
                    <a:pt x="13034" y="9089"/>
                    <a:pt x="13562" y="8743"/>
                    <a:pt x="13923" y="8359"/>
                  </a:cubicBezTo>
                  <a:close/>
                  <a:moveTo>
                    <a:pt x="572" y="13701"/>
                  </a:moveTo>
                  <a:cubicBezTo>
                    <a:pt x="274" y="13701"/>
                    <a:pt x="274" y="14147"/>
                    <a:pt x="572" y="14147"/>
                  </a:cubicBezTo>
                  <a:lnTo>
                    <a:pt x="601" y="14147"/>
                  </a:lnTo>
                  <a:cubicBezTo>
                    <a:pt x="726" y="14147"/>
                    <a:pt x="827" y="14046"/>
                    <a:pt x="827" y="13926"/>
                  </a:cubicBezTo>
                  <a:cubicBezTo>
                    <a:pt x="827" y="13801"/>
                    <a:pt x="726" y="13701"/>
                    <a:pt x="601" y="13701"/>
                  </a:cubicBezTo>
                  <a:close/>
                  <a:moveTo>
                    <a:pt x="7423" y="0"/>
                  </a:moveTo>
                  <a:cubicBezTo>
                    <a:pt x="6578" y="0"/>
                    <a:pt x="5729" y="152"/>
                    <a:pt x="4915" y="461"/>
                  </a:cubicBezTo>
                  <a:cubicBezTo>
                    <a:pt x="2744" y="1282"/>
                    <a:pt x="1110" y="3122"/>
                    <a:pt x="553" y="5380"/>
                  </a:cubicBezTo>
                  <a:cubicBezTo>
                    <a:pt x="1" y="7638"/>
                    <a:pt x="587" y="10021"/>
                    <a:pt x="2129" y="11765"/>
                  </a:cubicBezTo>
                  <a:cubicBezTo>
                    <a:pt x="2143" y="11798"/>
                    <a:pt x="2172" y="11827"/>
                    <a:pt x="2206" y="11846"/>
                  </a:cubicBezTo>
                  <a:cubicBezTo>
                    <a:pt x="2273" y="11923"/>
                    <a:pt x="2345" y="12000"/>
                    <a:pt x="2422" y="12072"/>
                  </a:cubicBezTo>
                  <a:cubicBezTo>
                    <a:pt x="3133" y="12788"/>
                    <a:pt x="3993" y="13345"/>
                    <a:pt x="4939" y="13701"/>
                  </a:cubicBezTo>
                  <a:lnTo>
                    <a:pt x="1764" y="13701"/>
                  </a:lnTo>
                  <a:cubicBezTo>
                    <a:pt x="1466" y="13701"/>
                    <a:pt x="1466" y="14147"/>
                    <a:pt x="1764" y="14147"/>
                  </a:cubicBezTo>
                  <a:lnTo>
                    <a:pt x="12184" y="14147"/>
                  </a:lnTo>
                  <a:cubicBezTo>
                    <a:pt x="12482" y="14147"/>
                    <a:pt x="12482" y="13701"/>
                    <a:pt x="12184" y="13701"/>
                  </a:cubicBezTo>
                  <a:lnTo>
                    <a:pt x="9902" y="13701"/>
                  </a:lnTo>
                  <a:cubicBezTo>
                    <a:pt x="12664" y="12658"/>
                    <a:pt x="14489" y="10021"/>
                    <a:pt x="14494" y="7072"/>
                  </a:cubicBezTo>
                  <a:lnTo>
                    <a:pt x="14494" y="7072"/>
                  </a:lnTo>
                  <a:cubicBezTo>
                    <a:pt x="14494" y="7073"/>
                    <a:pt x="14494" y="7074"/>
                    <a:pt x="14494" y="7076"/>
                  </a:cubicBezTo>
                  <a:lnTo>
                    <a:pt x="14494" y="7071"/>
                  </a:lnTo>
                  <a:cubicBezTo>
                    <a:pt x="14494" y="7071"/>
                    <a:pt x="14494" y="7072"/>
                    <a:pt x="14494" y="7072"/>
                  </a:cubicBezTo>
                  <a:lnTo>
                    <a:pt x="14494" y="7072"/>
                  </a:lnTo>
                  <a:cubicBezTo>
                    <a:pt x="14493" y="4748"/>
                    <a:pt x="13355" y="2574"/>
                    <a:pt x="11439" y="1253"/>
                  </a:cubicBezTo>
                  <a:cubicBezTo>
                    <a:pt x="10242" y="426"/>
                    <a:pt x="8839" y="0"/>
                    <a:pt x="7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80"/>
          <p:cNvGrpSpPr/>
          <p:nvPr/>
        </p:nvGrpSpPr>
        <p:grpSpPr>
          <a:xfrm>
            <a:off x="1289506" y="1983658"/>
            <a:ext cx="391103" cy="377777"/>
            <a:chOff x="1289506" y="1983658"/>
            <a:chExt cx="391103" cy="377777"/>
          </a:xfrm>
        </p:grpSpPr>
        <p:sp>
          <p:nvSpPr>
            <p:cNvPr id="8574" name="Google Shape;8574;p80"/>
            <p:cNvSpPr/>
            <p:nvPr/>
          </p:nvSpPr>
          <p:spPr>
            <a:xfrm>
              <a:off x="1450304" y="2142387"/>
              <a:ext cx="62911" cy="60057"/>
            </a:xfrm>
            <a:custGeom>
              <a:rect b="b" l="l" r="r" t="t"/>
              <a:pathLst>
                <a:path extrusionOk="0" h="2294" w="2403">
                  <a:moveTo>
                    <a:pt x="1198" y="1"/>
                  </a:moveTo>
                  <a:cubicBezTo>
                    <a:pt x="1156" y="1"/>
                    <a:pt x="1114" y="3"/>
                    <a:pt x="1071" y="8"/>
                  </a:cubicBezTo>
                  <a:cubicBezTo>
                    <a:pt x="543" y="70"/>
                    <a:pt x="130" y="479"/>
                    <a:pt x="63" y="1007"/>
                  </a:cubicBezTo>
                  <a:cubicBezTo>
                    <a:pt x="0" y="1531"/>
                    <a:pt x="303" y="2035"/>
                    <a:pt x="798" y="2222"/>
                  </a:cubicBezTo>
                  <a:cubicBezTo>
                    <a:pt x="928" y="2270"/>
                    <a:pt x="1063" y="2294"/>
                    <a:pt x="1196" y="2294"/>
                  </a:cubicBezTo>
                  <a:cubicBezTo>
                    <a:pt x="1570" y="2294"/>
                    <a:pt x="1933" y="2112"/>
                    <a:pt x="2152" y="1790"/>
                  </a:cubicBezTo>
                  <a:cubicBezTo>
                    <a:pt x="2354" y="1483"/>
                    <a:pt x="2402" y="1103"/>
                    <a:pt x="2277" y="757"/>
                  </a:cubicBezTo>
                  <a:cubicBezTo>
                    <a:pt x="2109" y="298"/>
                    <a:pt x="1678" y="1"/>
                    <a:pt x="1198"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0"/>
            <p:cNvSpPr/>
            <p:nvPr/>
          </p:nvSpPr>
          <p:spPr>
            <a:xfrm>
              <a:off x="1291208" y="2049422"/>
              <a:ext cx="63460" cy="49140"/>
            </a:xfrm>
            <a:custGeom>
              <a:rect b="b" l="l" r="r" t="t"/>
              <a:pathLst>
                <a:path extrusionOk="0" h="1877" w="2424">
                  <a:moveTo>
                    <a:pt x="1224" y="0"/>
                  </a:moveTo>
                  <a:cubicBezTo>
                    <a:pt x="1163" y="0"/>
                    <a:pt x="1101" y="6"/>
                    <a:pt x="1038" y="18"/>
                  </a:cubicBezTo>
                  <a:cubicBezTo>
                    <a:pt x="216" y="177"/>
                    <a:pt x="0" y="1248"/>
                    <a:pt x="692" y="1719"/>
                  </a:cubicBezTo>
                  <a:cubicBezTo>
                    <a:pt x="783" y="1776"/>
                    <a:pt x="884" y="1825"/>
                    <a:pt x="994" y="1849"/>
                  </a:cubicBezTo>
                  <a:cubicBezTo>
                    <a:pt x="1070" y="1868"/>
                    <a:pt x="1146" y="1877"/>
                    <a:pt x="1221" y="1877"/>
                  </a:cubicBezTo>
                  <a:cubicBezTo>
                    <a:pt x="1527" y="1877"/>
                    <a:pt x="1820" y="1726"/>
                    <a:pt x="1994" y="1464"/>
                  </a:cubicBezTo>
                  <a:cubicBezTo>
                    <a:pt x="2424" y="826"/>
                    <a:pt x="1942" y="0"/>
                    <a:pt x="1224"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0"/>
            <p:cNvSpPr/>
            <p:nvPr/>
          </p:nvSpPr>
          <p:spPr>
            <a:xfrm>
              <a:off x="1615185" y="2244070"/>
              <a:ext cx="51836" cy="49140"/>
            </a:xfrm>
            <a:custGeom>
              <a:rect b="b" l="l" r="r" t="t"/>
              <a:pathLst>
                <a:path extrusionOk="0" h="1877" w="1980">
                  <a:moveTo>
                    <a:pt x="1002" y="0"/>
                  </a:moveTo>
                  <a:cubicBezTo>
                    <a:pt x="991" y="0"/>
                    <a:pt x="981" y="0"/>
                    <a:pt x="971" y="1"/>
                  </a:cubicBezTo>
                  <a:cubicBezTo>
                    <a:pt x="529" y="15"/>
                    <a:pt x="159" y="337"/>
                    <a:pt x="77" y="774"/>
                  </a:cubicBezTo>
                  <a:cubicBezTo>
                    <a:pt x="0" y="1211"/>
                    <a:pt x="240" y="1639"/>
                    <a:pt x="649" y="1807"/>
                  </a:cubicBezTo>
                  <a:cubicBezTo>
                    <a:pt x="765" y="1854"/>
                    <a:pt x="885" y="1877"/>
                    <a:pt x="1003" y="1877"/>
                  </a:cubicBezTo>
                  <a:cubicBezTo>
                    <a:pt x="1308" y="1877"/>
                    <a:pt x="1603" y="1727"/>
                    <a:pt x="1783" y="1461"/>
                  </a:cubicBezTo>
                  <a:cubicBezTo>
                    <a:pt x="1927" y="1240"/>
                    <a:pt x="1980" y="971"/>
                    <a:pt x="1912" y="716"/>
                  </a:cubicBezTo>
                  <a:cubicBezTo>
                    <a:pt x="1809" y="294"/>
                    <a:pt x="1435" y="0"/>
                    <a:pt x="100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0"/>
            <p:cNvSpPr/>
            <p:nvPr/>
          </p:nvSpPr>
          <p:spPr>
            <a:xfrm>
              <a:off x="1464153" y="2160347"/>
              <a:ext cx="49061" cy="42071"/>
            </a:xfrm>
            <a:custGeom>
              <a:rect b="b" l="l" r="r" t="t"/>
              <a:pathLst>
                <a:path extrusionOk="0" h="1607" w="1874">
                  <a:moveTo>
                    <a:pt x="1353" y="0"/>
                  </a:moveTo>
                  <a:cubicBezTo>
                    <a:pt x="603" y="0"/>
                    <a:pt x="0" y="761"/>
                    <a:pt x="283" y="1536"/>
                  </a:cubicBezTo>
                  <a:cubicBezTo>
                    <a:pt x="412" y="1584"/>
                    <a:pt x="545" y="1607"/>
                    <a:pt x="675" y="1607"/>
                  </a:cubicBezTo>
                  <a:cubicBezTo>
                    <a:pt x="1046" y="1607"/>
                    <a:pt x="1403" y="1424"/>
                    <a:pt x="1623" y="1104"/>
                  </a:cubicBezTo>
                  <a:cubicBezTo>
                    <a:pt x="1825" y="797"/>
                    <a:pt x="1873" y="417"/>
                    <a:pt x="1748" y="71"/>
                  </a:cubicBezTo>
                  <a:cubicBezTo>
                    <a:pt x="1615" y="23"/>
                    <a:pt x="1482" y="0"/>
                    <a:pt x="1353"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0"/>
            <p:cNvSpPr/>
            <p:nvPr/>
          </p:nvSpPr>
          <p:spPr>
            <a:xfrm>
              <a:off x="1313199" y="2067381"/>
              <a:ext cx="35369" cy="31180"/>
            </a:xfrm>
            <a:custGeom>
              <a:rect b="b" l="l" r="r" t="t"/>
              <a:pathLst>
                <a:path extrusionOk="0" h="1191" w="1351">
                  <a:moveTo>
                    <a:pt x="1060" y="1"/>
                  </a:moveTo>
                  <a:cubicBezTo>
                    <a:pt x="472" y="1"/>
                    <a:pt x="1" y="557"/>
                    <a:pt x="154" y="1163"/>
                  </a:cubicBezTo>
                  <a:cubicBezTo>
                    <a:pt x="230" y="1182"/>
                    <a:pt x="306" y="1191"/>
                    <a:pt x="381" y="1191"/>
                  </a:cubicBezTo>
                  <a:cubicBezTo>
                    <a:pt x="687" y="1191"/>
                    <a:pt x="980" y="1040"/>
                    <a:pt x="1154" y="778"/>
                  </a:cubicBezTo>
                  <a:cubicBezTo>
                    <a:pt x="1303" y="557"/>
                    <a:pt x="1351" y="288"/>
                    <a:pt x="1288" y="29"/>
                  </a:cubicBezTo>
                  <a:cubicBezTo>
                    <a:pt x="1211" y="10"/>
                    <a:pt x="1134" y="1"/>
                    <a:pt x="106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0"/>
            <p:cNvSpPr/>
            <p:nvPr/>
          </p:nvSpPr>
          <p:spPr>
            <a:xfrm>
              <a:off x="1631653" y="2262082"/>
              <a:ext cx="35369" cy="31128"/>
            </a:xfrm>
            <a:custGeom>
              <a:rect b="b" l="l" r="r" t="t"/>
              <a:pathLst>
                <a:path extrusionOk="0" h="1189" w="1351">
                  <a:moveTo>
                    <a:pt x="1055" y="0"/>
                  </a:moveTo>
                  <a:cubicBezTo>
                    <a:pt x="471" y="0"/>
                    <a:pt x="0" y="553"/>
                    <a:pt x="150" y="1162"/>
                  </a:cubicBezTo>
                  <a:cubicBezTo>
                    <a:pt x="223" y="1180"/>
                    <a:pt x="297" y="1188"/>
                    <a:pt x="371" y="1188"/>
                  </a:cubicBezTo>
                  <a:cubicBezTo>
                    <a:pt x="680" y="1188"/>
                    <a:pt x="975" y="1037"/>
                    <a:pt x="1154" y="773"/>
                  </a:cubicBezTo>
                  <a:cubicBezTo>
                    <a:pt x="1302" y="557"/>
                    <a:pt x="1351" y="283"/>
                    <a:pt x="1283" y="28"/>
                  </a:cubicBezTo>
                  <a:cubicBezTo>
                    <a:pt x="1206" y="9"/>
                    <a:pt x="1130" y="0"/>
                    <a:pt x="1055" y="0"/>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0"/>
            <p:cNvSpPr/>
            <p:nvPr/>
          </p:nvSpPr>
          <p:spPr>
            <a:xfrm>
              <a:off x="1446141" y="2136863"/>
              <a:ext cx="73592" cy="70267"/>
            </a:xfrm>
            <a:custGeom>
              <a:rect b="b" l="l" r="r" t="t"/>
              <a:pathLst>
                <a:path extrusionOk="0" h="2684" w="2811">
                  <a:moveTo>
                    <a:pt x="1368" y="1"/>
                  </a:moveTo>
                  <a:cubicBezTo>
                    <a:pt x="666" y="1"/>
                    <a:pt x="1" y="552"/>
                    <a:pt x="1" y="1357"/>
                  </a:cubicBezTo>
                  <a:cubicBezTo>
                    <a:pt x="14" y="2100"/>
                    <a:pt x="625" y="2684"/>
                    <a:pt x="1353" y="2684"/>
                  </a:cubicBezTo>
                  <a:cubicBezTo>
                    <a:pt x="1392" y="2684"/>
                    <a:pt x="1431" y="2682"/>
                    <a:pt x="1471" y="2678"/>
                  </a:cubicBezTo>
                  <a:cubicBezTo>
                    <a:pt x="2249" y="2611"/>
                    <a:pt x="2811" y="1905"/>
                    <a:pt x="2700" y="1132"/>
                  </a:cubicBezTo>
                  <a:cubicBezTo>
                    <a:pt x="2679" y="1008"/>
                    <a:pt x="2588" y="952"/>
                    <a:pt x="2495" y="952"/>
                  </a:cubicBezTo>
                  <a:cubicBezTo>
                    <a:pt x="2376" y="952"/>
                    <a:pt x="2256" y="1044"/>
                    <a:pt x="2283" y="1204"/>
                  </a:cubicBezTo>
                  <a:cubicBezTo>
                    <a:pt x="2384" y="1810"/>
                    <a:pt x="1895" y="2293"/>
                    <a:pt x="1358" y="2293"/>
                  </a:cubicBezTo>
                  <a:cubicBezTo>
                    <a:pt x="1185" y="2293"/>
                    <a:pt x="1006" y="2243"/>
                    <a:pt x="841" y="2131"/>
                  </a:cubicBezTo>
                  <a:cubicBezTo>
                    <a:pt x="77" y="1622"/>
                    <a:pt x="443" y="425"/>
                    <a:pt x="1360" y="425"/>
                  </a:cubicBezTo>
                  <a:cubicBezTo>
                    <a:pt x="1567" y="425"/>
                    <a:pt x="1769" y="493"/>
                    <a:pt x="1932" y="622"/>
                  </a:cubicBezTo>
                  <a:cubicBezTo>
                    <a:pt x="1976" y="656"/>
                    <a:pt x="2021" y="670"/>
                    <a:pt x="2064" y="670"/>
                  </a:cubicBezTo>
                  <a:cubicBezTo>
                    <a:pt x="2240" y="670"/>
                    <a:pt x="2373" y="425"/>
                    <a:pt x="2191" y="286"/>
                  </a:cubicBezTo>
                  <a:cubicBezTo>
                    <a:pt x="1938" y="89"/>
                    <a:pt x="1650" y="1"/>
                    <a:pt x="13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0"/>
            <p:cNvSpPr/>
            <p:nvPr/>
          </p:nvSpPr>
          <p:spPr>
            <a:xfrm>
              <a:off x="1289506" y="1983658"/>
              <a:ext cx="391103" cy="377777"/>
            </a:xfrm>
            <a:custGeom>
              <a:rect b="b" l="l" r="r" t="t"/>
              <a:pathLst>
                <a:path extrusionOk="0" h="14430" w="14939">
                  <a:moveTo>
                    <a:pt x="1289" y="2724"/>
                  </a:moveTo>
                  <a:cubicBezTo>
                    <a:pt x="1442" y="2724"/>
                    <a:pt x="1598" y="2773"/>
                    <a:pt x="1737" y="2886"/>
                  </a:cubicBezTo>
                  <a:cubicBezTo>
                    <a:pt x="2131" y="3203"/>
                    <a:pt x="2088" y="3808"/>
                    <a:pt x="1655" y="4068"/>
                  </a:cubicBezTo>
                  <a:cubicBezTo>
                    <a:pt x="1537" y="4139"/>
                    <a:pt x="1409" y="4172"/>
                    <a:pt x="1282" y="4172"/>
                  </a:cubicBezTo>
                  <a:cubicBezTo>
                    <a:pt x="952" y="4172"/>
                    <a:pt x="639" y="3945"/>
                    <a:pt x="569" y="3587"/>
                  </a:cubicBezTo>
                  <a:cubicBezTo>
                    <a:pt x="478" y="3104"/>
                    <a:pt x="868" y="2724"/>
                    <a:pt x="1289" y="2724"/>
                  </a:cubicBezTo>
                  <a:close/>
                  <a:moveTo>
                    <a:pt x="5354" y="3779"/>
                  </a:moveTo>
                  <a:lnTo>
                    <a:pt x="6916" y="4673"/>
                  </a:lnTo>
                  <a:lnTo>
                    <a:pt x="5354" y="5566"/>
                  </a:lnTo>
                  <a:lnTo>
                    <a:pt x="5354" y="3779"/>
                  </a:lnTo>
                  <a:close/>
                  <a:moveTo>
                    <a:pt x="9332" y="3779"/>
                  </a:moveTo>
                  <a:lnTo>
                    <a:pt x="9332" y="5566"/>
                  </a:lnTo>
                  <a:lnTo>
                    <a:pt x="7771" y="4673"/>
                  </a:lnTo>
                  <a:lnTo>
                    <a:pt x="9332" y="3779"/>
                  </a:lnTo>
                  <a:close/>
                  <a:moveTo>
                    <a:pt x="3178" y="2836"/>
                  </a:moveTo>
                  <a:cubicBezTo>
                    <a:pt x="3518" y="2836"/>
                    <a:pt x="3858" y="2924"/>
                    <a:pt x="4163" y="3097"/>
                  </a:cubicBezTo>
                  <a:lnTo>
                    <a:pt x="4927" y="3534"/>
                  </a:lnTo>
                  <a:lnTo>
                    <a:pt x="4927" y="5807"/>
                  </a:lnTo>
                  <a:lnTo>
                    <a:pt x="2909" y="6964"/>
                  </a:lnTo>
                  <a:lnTo>
                    <a:pt x="2188" y="6551"/>
                  </a:lnTo>
                  <a:cubicBezTo>
                    <a:pt x="1732" y="6287"/>
                    <a:pt x="1396" y="5855"/>
                    <a:pt x="1261" y="5345"/>
                  </a:cubicBezTo>
                  <a:cubicBezTo>
                    <a:pt x="1194" y="5100"/>
                    <a:pt x="1175" y="4851"/>
                    <a:pt x="1199" y="4596"/>
                  </a:cubicBezTo>
                  <a:lnTo>
                    <a:pt x="1199" y="4596"/>
                  </a:lnTo>
                  <a:cubicBezTo>
                    <a:pt x="1228" y="4598"/>
                    <a:pt x="1258" y="4599"/>
                    <a:pt x="1287" y="4599"/>
                  </a:cubicBezTo>
                  <a:cubicBezTo>
                    <a:pt x="2091" y="4599"/>
                    <a:pt x="2658" y="3780"/>
                    <a:pt x="2352" y="3015"/>
                  </a:cubicBezTo>
                  <a:cubicBezTo>
                    <a:pt x="2615" y="2896"/>
                    <a:pt x="2897" y="2836"/>
                    <a:pt x="3178" y="2836"/>
                  </a:cubicBezTo>
                  <a:close/>
                  <a:moveTo>
                    <a:pt x="11503" y="2838"/>
                  </a:moveTo>
                  <a:cubicBezTo>
                    <a:pt x="12402" y="2838"/>
                    <a:pt x="13195" y="3443"/>
                    <a:pt x="13425" y="4313"/>
                  </a:cubicBezTo>
                  <a:cubicBezTo>
                    <a:pt x="13660" y="5182"/>
                    <a:pt x="13276" y="6100"/>
                    <a:pt x="12498" y="6551"/>
                  </a:cubicBezTo>
                  <a:lnTo>
                    <a:pt x="11777" y="6964"/>
                  </a:lnTo>
                  <a:lnTo>
                    <a:pt x="9760" y="5807"/>
                  </a:lnTo>
                  <a:lnTo>
                    <a:pt x="9760" y="3539"/>
                  </a:lnTo>
                  <a:lnTo>
                    <a:pt x="9755" y="3534"/>
                  </a:lnTo>
                  <a:cubicBezTo>
                    <a:pt x="10341" y="3246"/>
                    <a:pt x="10730" y="2838"/>
                    <a:pt x="11503" y="2838"/>
                  </a:cubicBezTo>
                  <a:close/>
                  <a:moveTo>
                    <a:pt x="4932" y="6301"/>
                  </a:moveTo>
                  <a:lnTo>
                    <a:pt x="4927" y="8117"/>
                  </a:lnTo>
                  <a:lnTo>
                    <a:pt x="3341" y="7209"/>
                  </a:lnTo>
                  <a:lnTo>
                    <a:pt x="4932" y="6301"/>
                  </a:lnTo>
                  <a:close/>
                  <a:moveTo>
                    <a:pt x="9755" y="6297"/>
                  </a:moveTo>
                  <a:lnTo>
                    <a:pt x="11345" y="7209"/>
                  </a:lnTo>
                  <a:lnTo>
                    <a:pt x="9755" y="8117"/>
                  </a:lnTo>
                  <a:lnTo>
                    <a:pt x="9755" y="6297"/>
                  </a:lnTo>
                  <a:close/>
                  <a:moveTo>
                    <a:pt x="7343" y="4918"/>
                  </a:moveTo>
                  <a:lnTo>
                    <a:pt x="9332" y="6052"/>
                  </a:lnTo>
                  <a:lnTo>
                    <a:pt x="9332" y="8362"/>
                  </a:lnTo>
                  <a:lnTo>
                    <a:pt x="7343" y="9501"/>
                  </a:lnTo>
                  <a:lnTo>
                    <a:pt x="5354" y="8367"/>
                  </a:lnTo>
                  <a:lnTo>
                    <a:pt x="5354" y="6056"/>
                  </a:lnTo>
                  <a:lnTo>
                    <a:pt x="7343" y="4918"/>
                  </a:lnTo>
                  <a:close/>
                  <a:moveTo>
                    <a:pt x="5354" y="8852"/>
                  </a:moveTo>
                  <a:lnTo>
                    <a:pt x="6916" y="9746"/>
                  </a:lnTo>
                  <a:lnTo>
                    <a:pt x="5354" y="10639"/>
                  </a:lnTo>
                  <a:lnTo>
                    <a:pt x="5354" y="8852"/>
                  </a:lnTo>
                  <a:close/>
                  <a:moveTo>
                    <a:pt x="9332" y="8852"/>
                  </a:moveTo>
                  <a:lnTo>
                    <a:pt x="9332" y="10639"/>
                  </a:lnTo>
                  <a:lnTo>
                    <a:pt x="7771" y="9746"/>
                  </a:lnTo>
                  <a:lnTo>
                    <a:pt x="9332" y="8852"/>
                  </a:lnTo>
                  <a:close/>
                  <a:moveTo>
                    <a:pt x="11773" y="7454"/>
                  </a:moveTo>
                  <a:lnTo>
                    <a:pt x="12493" y="7867"/>
                  </a:lnTo>
                  <a:cubicBezTo>
                    <a:pt x="12954" y="8127"/>
                    <a:pt x="13291" y="8559"/>
                    <a:pt x="13430" y="9073"/>
                  </a:cubicBezTo>
                  <a:cubicBezTo>
                    <a:pt x="13488" y="9289"/>
                    <a:pt x="13507" y="9510"/>
                    <a:pt x="13492" y="9731"/>
                  </a:cubicBezTo>
                  <a:cubicBezTo>
                    <a:pt x="13474" y="9731"/>
                    <a:pt x="13457" y="9730"/>
                    <a:pt x="13439" y="9730"/>
                  </a:cubicBezTo>
                  <a:cubicBezTo>
                    <a:pt x="12608" y="9730"/>
                    <a:pt x="12040" y="10603"/>
                    <a:pt x="12402" y="11370"/>
                  </a:cubicBezTo>
                  <a:lnTo>
                    <a:pt x="12397" y="11370"/>
                  </a:lnTo>
                  <a:cubicBezTo>
                    <a:pt x="12116" y="11510"/>
                    <a:pt x="11811" y="11580"/>
                    <a:pt x="11506" y="11580"/>
                  </a:cubicBezTo>
                  <a:cubicBezTo>
                    <a:pt x="11164" y="11580"/>
                    <a:pt x="10823" y="11492"/>
                    <a:pt x="10519" y="11317"/>
                  </a:cubicBezTo>
                  <a:lnTo>
                    <a:pt x="9755" y="10880"/>
                  </a:lnTo>
                  <a:lnTo>
                    <a:pt x="9755" y="8607"/>
                  </a:lnTo>
                  <a:lnTo>
                    <a:pt x="11773" y="7454"/>
                  </a:lnTo>
                  <a:close/>
                  <a:moveTo>
                    <a:pt x="13442" y="10157"/>
                  </a:moveTo>
                  <a:cubicBezTo>
                    <a:pt x="13580" y="10157"/>
                    <a:pt x="13721" y="10197"/>
                    <a:pt x="13848" y="10284"/>
                  </a:cubicBezTo>
                  <a:cubicBezTo>
                    <a:pt x="14381" y="10644"/>
                    <a:pt x="14213" y="11470"/>
                    <a:pt x="13584" y="11595"/>
                  </a:cubicBezTo>
                  <a:lnTo>
                    <a:pt x="13579" y="11595"/>
                  </a:lnTo>
                  <a:cubicBezTo>
                    <a:pt x="13532" y="11604"/>
                    <a:pt x="13486" y="11609"/>
                    <a:pt x="13441" y="11609"/>
                  </a:cubicBezTo>
                  <a:cubicBezTo>
                    <a:pt x="12997" y="11609"/>
                    <a:pt x="12637" y="11198"/>
                    <a:pt x="12729" y="10735"/>
                  </a:cubicBezTo>
                  <a:cubicBezTo>
                    <a:pt x="12803" y="10381"/>
                    <a:pt x="13115" y="10157"/>
                    <a:pt x="13442" y="10157"/>
                  </a:cubicBezTo>
                  <a:close/>
                  <a:moveTo>
                    <a:pt x="7343" y="9991"/>
                  </a:moveTo>
                  <a:lnTo>
                    <a:pt x="9332" y="11129"/>
                  </a:lnTo>
                  <a:lnTo>
                    <a:pt x="9332" y="12009"/>
                  </a:lnTo>
                  <a:cubicBezTo>
                    <a:pt x="9351" y="13118"/>
                    <a:pt x="8453" y="14031"/>
                    <a:pt x="7343" y="14031"/>
                  </a:cubicBezTo>
                  <a:cubicBezTo>
                    <a:pt x="6229" y="14031"/>
                    <a:pt x="5335" y="13118"/>
                    <a:pt x="5354" y="12009"/>
                  </a:cubicBezTo>
                  <a:lnTo>
                    <a:pt x="5354" y="11129"/>
                  </a:lnTo>
                  <a:lnTo>
                    <a:pt x="7343" y="9991"/>
                  </a:lnTo>
                  <a:close/>
                  <a:moveTo>
                    <a:pt x="7339" y="0"/>
                  </a:moveTo>
                  <a:cubicBezTo>
                    <a:pt x="7100" y="0"/>
                    <a:pt x="6859" y="36"/>
                    <a:pt x="6623" y="109"/>
                  </a:cubicBezTo>
                  <a:cubicBezTo>
                    <a:pt x="5614" y="426"/>
                    <a:pt x="4927" y="1358"/>
                    <a:pt x="4927" y="2415"/>
                  </a:cubicBezTo>
                  <a:lnTo>
                    <a:pt x="4927" y="3054"/>
                  </a:lnTo>
                  <a:lnTo>
                    <a:pt x="4374" y="2737"/>
                  </a:lnTo>
                  <a:cubicBezTo>
                    <a:pt x="4005" y="2524"/>
                    <a:pt x="3592" y="2417"/>
                    <a:pt x="3178" y="2417"/>
                  </a:cubicBezTo>
                  <a:cubicBezTo>
                    <a:pt x="2816" y="2417"/>
                    <a:pt x="2453" y="2499"/>
                    <a:pt x="2116" y="2665"/>
                  </a:cubicBezTo>
                  <a:cubicBezTo>
                    <a:pt x="1876" y="2413"/>
                    <a:pt x="1583" y="2303"/>
                    <a:pt x="1296" y="2303"/>
                  </a:cubicBezTo>
                  <a:cubicBezTo>
                    <a:pt x="631" y="2303"/>
                    <a:pt x="0" y="2895"/>
                    <a:pt x="151" y="3674"/>
                  </a:cubicBezTo>
                  <a:cubicBezTo>
                    <a:pt x="224" y="4034"/>
                    <a:pt x="459" y="4337"/>
                    <a:pt x="786" y="4495"/>
                  </a:cubicBezTo>
                  <a:cubicBezTo>
                    <a:pt x="646" y="5470"/>
                    <a:pt x="1122" y="6436"/>
                    <a:pt x="1977" y="6926"/>
                  </a:cubicBezTo>
                  <a:lnTo>
                    <a:pt x="2481" y="7214"/>
                  </a:lnTo>
                  <a:lnTo>
                    <a:pt x="1977" y="7502"/>
                  </a:lnTo>
                  <a:cubicBezTo>
                    <a:pt x="1059" y="8026"/>
                    <a:pt x="593" y="9088"/>
                    <a:pt x="819" y="10116"/>
                  </a:cubicBezTo>
                  <a:cubicBezTo>
                    <a:pt x="1045" y="11149"/>
                    <a:pt x="1919" y="11912"/>
                    <a:pt x="2971" y="12004"/>
                  </a:cubicBezTo>
                  <a:lnTo>
                    <a:pt x="2986" y="12004"/>
                  </a:lnTo>
                  <a:cubicBezTo>
                    <a:pt x="3265" y="12004"/>
                    <a:pt x="3279" y="11595"/>
                    <a:pt x="3005" y="11576"/>
                  </a:cubicBezTo>
                  <a:cubicBezTo>
                    <a:pt x="2140" y="11504"/>
                    <a:pt x="1425" y="10875"/>
                    <a:pt x="1237" y="10024"/>
                  </a:cubicBezTo>
                  <a:cubicBezTo>
                    <a:pt x="1050" y="9174"/>
                    <a:pt x="1434" y="8305"/>
                    <a:pt x="2188" y="7872"/>
                  </a:cubicBezTo>
                  <a:lnTo>
                    <a:pt x="2909" y="7459"/>
                  </a:lnTo>
                  <a:lnTo>
                    <a:pt x="4927" y="8617"/>
                  </a:lnTo>
                  <a:lnTo>
                    <a:pt x="4927" y="10889"/>
                  </a:lnTo>
                  <a:cubicBezTo>
                    <a:pt x="4249" y="11264"/>
                    <a:pt x="4096" y="11394"/>
                    <a:pt x="3764" y="11499"/>
                  </a:cubicBezTo>
                  <a:cubicBezTo>
                    <a:pt x="3521" y="11573"/>
                    <a:pt x="3600" y="11915"/>
                    <a:pt x="3817" y="11915"/>
                  </a:cubicBezTo>
                  <a:cubicBezTo>
                    <a:pt x="3839" y="11915"/>
                    <a:pt x="3864" y="11911"/>
                    <a:pt x="3889" y="11903"/>
                  </a:cubicBezTo>
                  <a:cubicBezTo>
                    <a:pt x="4273" y="11783"/>
                    <a:pt x="4466" y="11629"/>
                    <a:pt x="4927" y="11379"/>
                  </a:cubicBezTo>
                  <a:lnTo>
                    <a:pt x="4927" y="12013"/>
                  </a:lnTo>
                  <a:cubicBezTo>
                    <a:pt x="4927" y="13349"/>
                    <a:pt x="6008" y="14430"/>
                    <a:pt x="7343" y="14430"/>
                  </a:cubicBezTo>
                  <a:cubicBezTo>
                    <a:pt x="8674" y="14430"/>
                    <a:pt x="9755" y="13349"/>
                    <a:pt x="9755" y="12013"/>
                  </a:cubicBezTo>
                  <a:lnTo>
                    <a:pt x="9755" y="11374"/>
                  </a:lnTo>
                  <a:cubicBezTo>
                    <a:pt x="10355" y="11720"/>
                    <a:pt x="10764" y="12009"/>
                    <a:pt x="11503" y="12009"/>
                  </a:cubicBezTo>
                  <a:cubicBezTo>
                    <a:pt x="11902" y="12009"/>
                    <a:pt x="12296" y="11908"/>
                    <a:pt x="12652" y="11720"/>
                  </a:cubicBezTo>
                  <a:cubicBezTo>
                    <a:pt x="12866" y="11924"/>
                    <a:pt x="13149" y="12035"/>
                    <a:pt x="13439" y="12035"/>
                  </a:cubicBezTo>
                  <a:cubicBezTo>
                    <a:pt x="13513" y="12035"/>
                    <a:pt x="13587" y="12028"/>
                    <a:pt x="13660" y="12013"/>
                  </a:cubicBezTo>
                  <a:cubicBezTo>
                    <a:pt x="14756" y="11802"/>
                    <a:pt x="14938" y="10289"/>
                    <a:pt x="13910" y="9832"/>
                  </a:cubicBezTo>
                  <a:cubicBezTo>
                    <a:pt x="14006" y="8886"/>
                    <a:pt x="13536" y="7973"/>
                    <a:pt x="12709" y="7498"/>
                  </a:cubicBezTo>
                  <a:lnTo>
                    <a:pt x="12205" y="7209"/>
                  </a:lnTo>
                  <a:lnTo>
                    <a:pt x="12709" y="6921"/>
                  </a:lnTo>
                  <a:cubicBezTo>
                    <a:pt x="13660" y="6378"/>
                    <a:pt x="14126" y="5264"/>
                    <a:pt x="13843" y="4202"/>
                  </a:cubicBezTo>
                  <a:cubicBezTo>
                    <a:pt x="13561" y="3149"/>
                    <a:pt x="12605" y="2415"/>
                    <a:pt x="11514" y="2415"/>
                  </a:cubicBezTo>
                  <a:cubicBezTo>
                    <a:pt x="11511" y="2415"/>
                    <a:pt x="11507" y="2415"/>
                    <a:pt x="11503" y="2415"/>
                  </a:cubicBezTo>
                  <a:cubicBezTo>
                    <a:pt x="10624" y="2415"/>
                    <a:pt x="10130" y="2871"/>
                    <a:pt x="9760" y="3049"/>
                  </a:cubicBezTo>
                  <a:cubicBezTo>
                    <a:pt x="9750" y="2521"/>
                    <a:pt x="9788" y="2276"/>
                    <a:pt x="9697" y="1886"/>
                  </a:cubicBezTo>
                  <a:cubicBezTo>
                    <a:pt x="9671" y="1770"/>
                    <a:pt x="9584" y="1719"/>
                    <a:pt x="9496" y="1719"/>
                  </a:cubicBezTo>
                  <a:cubicBezTo>
                    <a:pt x="9373" y="1719"/>
                    <a:pt x="9248" y="1818"/>
                    <a:pt x="9284" y="1978"/>
                  </a:cubicBezTo>
                  <a:cubicBezTo>
                    <a:pt x="9361" y="2319"/>
                    <a:pt x="9322" y="2506"/>
                    <a:pt x="9332" y="3289"/>
                  </a:cubicBezTo>
                  <a:lnTo>
                    <a:pt x="7343" y="4428"/>
                  </a:lnTo>
                  <a:lnTo>
                    <a:pt x="5354" y="3289"/>
                  </a:lnTo>
                  <a:lnTo>
                    <a:pt x="5354" y="2410"/>
                  </a:lnTo>
                  <a:cubicBezTo>
                    <a:pt x="5354" y="1541"/>
                    <a:pt x="5921" y="772"/>
                    <a:pt x="6752" y="513"/>
                  </a:cubicBezTo>
                  <a:cubicBezTo>
                    <a:pt x="6946" y="453"/>
                    <a:pt x="7143" y="424"/>
                    <a:pt x="7339" y="424"/>
                  </a:cubicBezTo>
                  <a:cubicBezTo>
                    <a:pt x="7979" y="424"/>
                    <a:pt x="8598" y="733"/>
                    <a:pt x="8977" y="1281"/>
                  </a:cubicBezTo>
                  <a:cubicBezTo>
                    <a:pt x="9022" y="1359"/>
                    <a:pt x="9088" y="1391"/>
                    <a:pt x="9153" y="1391"/>
                  </a:cubicBezTo>
                  <a:cubicBezTo>
                    <a:pt x="9308" y="1391"/>
                    <a:pt x="9459" y="1210"/>
                    <a:pt x="9327" y="1041"/>
                  </a:cubicBezTo>
                  <a:cubicBezTo>
                    <a:pt x="8868" y="376"/>
                    <a:pt x="8116" y="0"/>
                    <a:pt x="73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80"/>
          <p:cNvGrpSpPr/>
          <p:nvPr/>
        </p:nvGrpSpPr>
        <p:grpSpPr>
          <a:xfrm>
            <a:off x="1287935" y="1510978"/>
            <a:ext cx="350288" cy="362357"/>
            <a:chOff x="1287935" y="1510978"/>
            <a:chExt cx="350288" cy="362357"/>
          </a:xfrm>
        </p:grpSpPr>
        <p:sp>
          <p:nvSpPr>
            <p:cNvPr id="8583" name="Google Shape;8583;p80"/>
            <p:cNvSpPr/>
            <p:nvPr/>
          </p:nvSpPr>
          <p:spPr>
            <a:xfrm>
              <a:off x="1335714" y="1516371"/>
              <a:ext cx="256721" cy="70974"/>
            </a:xfrm>
            <a:custGeom>
              <a:rect b="b" l="l" r="r" t="t"/>
              <a:pathLst>
                <a:path extrusionOk="0" h="2711" w="9806">
                  <a:moveTo>
                    <a:pt x="3849" y="1"/>
                  </a:moveTo>
                  <a:cubicBezTo>
                    <a:pt x="3090" y="1"/>
                    <a:pt x="2393" y="399"/>
                    <a:pt x="2004" y="1048"/>
                  </a:cubicBezTo>
                  <a:lnTo>
                    <a:pt x="1831" y="1331"/>
                  </a:lnTo>
                  <a:cubicBezTo>
                    <a:pt x="1668" y="1605"/>
                    <a:pt x="1375" y="1768"/>
                    <a:pt x="1058" y="1773"/>
                  </a:cubicBezTo>
                  <a:lnTo>
                    <a:pt x="471" y="1773"/>
                  </a:lnTo>
                  <a:cubicBezTo>
                    <a:pt x="212" y="1773"/>
                    <a:pt x="1" y="1980"/>
                    <a:pt x="1" y="2239"/>
                  </a:cubicBezTo>
                  <a:cubicBezTo>
                    <a:pt x="1" y="2499"/>
                    <a:pt x="212" y="2710"/>
                    <a:pt x="471" y="2710"/>
                  </a:cubicBezTo>
                  <a:lnTo>
                    <a:pt x="1058" y="2710"/>
                  </a:lnTo>
                  <a:cubicBezTo>
                    <a:pt x="1706" y="2710"/>
                    <a:pt x="2307" y="2369"/>
                    <a:pt x="2638" y="1816"/>
                  </a:cubicBezTo>
                  <a:lnTo>
                    <a:pt x="2811" y="1528"/>
                  </a:lnTo>
                  <a:cubicBezTo>
                    <a:pt x="3027" y="1163"/>
                    <a:pt x="3421" y="942"/>
                    <a:pt x="3849" y="937"/>
                  </a:cubicBezTo>
                  <a:lnTo>
                    <a:pt x="5814" y="937"/>
                  </a:lnTo>
                  <a:cubicBezTo>
                    <a:pt x="6236" y="942"/>
                    <a:pt x="6630" y="1163"/>
                    <a:pt x="6851" y="1528"/>
                  </a:cubicBezTo>
                  <a:lnTo>
                    <a:pt x="7019" y="1816"/>
                  </a:lnTo>
                  <a:cubicBezTo>
                    <a:pt x="7356" y="2369"/>
                    <a:pt x="7951" y="2710"/>
                    <a:pt x="8600" y="2710"/>
                  </a:cubicBezTo>
                  <a:lnTo>
                    <a:pt x="9335" y="2710"/>
                  </a:lnTo>
                  <a:cubicBezTo>
                    <a:pt x="9594" y="2710"/>
                    <a:pt x="9806" y="2499"/>
                    <a:pt x="9806" y="2239"/>
                  </a:cubicBezTo>
                  <a:cubicBezTo>
                    <a:pt x="9806" y="1980"/>
                    <a:pt x="9594" y="1773"/>
                    <a:pt x="9335" y="1773"/>
                  </a:cubicBezTo>
                  <a:lnTo>
                    <a:pt x="8600" y="1773"/>
                  </a:lnTo>
                  <a:cubicBezTo>
                    <a:pt x="8283" y="1773"/>
                    <a:pt x="7990" y="1605"/>
                    <a:pt x="7826" y="1331"/>
                  </a:cubicBezTo>
                  <a:lnTo>
                    <a:pt x="7654" y="1048"/>
                  </a:lnTo>
                  <a:cubicBezTo>
                    <a:pt x="7264" y="399"/>
                    <a:pt x="6563" y="1"/>
                    <a:pt x="580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0"/>
            <p:cNvSpPr/>
            <p:nvPr/>
          </p:nvSpPr>
          <p:spPr>
            <a:xfrm>
              <a:off x="1337861" y="1603393"/>
              <a:ext cx="69325" cy="66916"/>
            </a:xfrm>
            <a:custGeom>
              <a:rect b="b" l="l" r="r" t="t"/>
              <a:pathLst>
                <a:path extrusionOk="0" h="2556" w="2648">
                  <a:moveTo>
                    <a:pt x="500" y="1"/>
                  </a:moveTo>
                  <a:cubicBezTo>
                    <a:pt x="383" y="1"/>
                    <a:pt x="267" y="44"/>
                    <a:pt x="178" y="131"/>
                  </a:cubicBezTo>
                  <a:cubicBezTo>
                    <a:pt x="0" y="308"/>
                    <a:pt x="0" y="597"/>
                    <a:pt x="178" y="774"/>
                  </a:cubicBezTo>
                  <a:lnTo>
                    <a:pt x="1826" y="2422"/>
                  </a:lnTo>
                  <a:cubicBezTo>
                    <a:pt x="1915" y="2511"/>
                    <a:pt x="2031" y="2555"/>
                    <a:pt x="2148" y="2555"/>
                  </a:cubicBezTo>
                  <a:cubicBezTo>
                    <a:pt x="2264" y="2555"/>
                    <a:pt x="2381" y="2511"/>
                    <a:pt x="2470" y="2422"/>
                  </a:cubicBezTo>
                  <a:cubicBezTo>
                    <a:pt x="2647" y="2244"/>
                    <a:pt x="2647" y="1961"/>
                    <a:pt x="2470" y="1783"/>
                  </a:cubicBezTo>
                  <a:lnTo>
                    <a:pt x="822" y="131"/>
                  </a:lnTo>
                  <a:cubicBezTo>
                    <a:pt x="733" y="44"/>
                    <a:pt x="616" y="1"/>
                    <a:pt x="50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0"/>
            <p:cNvSpPr/>
            <p:nvPr/>
          </p:nvSpPr>
          <p:spPr>
            <a:xfrm>
              <a:off x="1520990" y="1603315"/>
              <a:ext cx="69325" cy="66995"/>
            </a:xfrm>
            <a:custGeom>
              <a:rect b="b" l="l" r="r" t="t"/>
              <a:pathLst>
                <a:path extrusionOk="0" h="2559" w="2648">
                  <a:moveTo>
                    <a:pt x="2150" y="1"/>
                  </a:moveTo>
                  <a:cubicBezTo>
                    <a:pt x="2032" y="1"/>
                    <a:pt x="1915" y="47"/>
                    <a:pt x="1826" y="138"/>
                  </a:cubicBezTo>
                  <a:lnTo>
                    <a:pt x="178" y="1786"/>
                  </a:lnTo>
                  <a:cubicBezTo>
                    <a:pt x="0" y="1964"/>
                    <a:pt x="0" y="2247"/>
                    <a:pt x="178" y="2425"/>
                  </a:cubicBezTo>
                  <a:cubicBezTo>
                    <a:pt x="267" y="2514"/>
                    <a:pt x="382" y="2558"/>
                    <a:pt x="498" y="2558"/>
                  </a:cubicBezTo>
                  <a:cubicBezTo>
                    <a:pt x="614" y="2558"/>
                    <a:pt x="730" y="2514"/>
                    <a:pt x="822" y="2425"/>
                  </a:cubicBezTo>
                  <a:lnTo>
                    <a:pt x="2469" y="777"/>
                  </a:lnTo>
                  <a:cubicBezTo>
                    <a:pt x="2647" y="600"/>
                    <a:pt x="2647" y="311"/>
                    <a:pt x="2469" y="134"/>
                  </a:cubicBezTo>
                  <a:cubicBezTo>
                    <a:pt x="2381" y="45"/>
                    <a:pt x="2265" y="1"/>
                    <a:pt x="215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0"/>
            <p:cNvSpPr/>
            <p:nvPr/>
          </p:nvSpPr>
          <p:spPr>
            <a:xfrm>
              <a:off x="1349040" y="1784192"/>
              <a:ext cx="87572" cy="83697"/>
            </a:xfrm>
            <a:custGeom>
              <a:rect b="b" l="l" r="r" t="t"/>
              <a:pathLst>
                <a:path extrusionOk="0" h="3197" w="3345">
                  <a:moveTo>
                    <a:pt x="2514" y="1"/>
                  </a:moveTo>
                  <a:cubicBezTo>
                    <a:pt x="2320" y="1"/>
                    <a:pt x="2127" y="75"/>
                    <a:pt x="1980" y="224"/>
                  </a:cubicBezTo>
                  <a:lnTo>
                    <a:pt x="299" y="1906"/>
                  </a:lnTo>
                  <a:cubicBezTo>
                    <a:pt x="1" y="2199"/>
                    <a:pt x="1" y="2679"/>
                    <a:pt x="299" y="2977"/>
                  </a:cubicBezTo>
                  <a:cubicBezTo>
                    <a:pt x="445" y="3123"/>
                    <a:pt x="639" y="3197"/>
                    <a:pt x="833" y="3197"/>
                  </a:cubicBezTo>
                  <a:cubicBezTo>
                    <a:pt x="1027" y="3197"/>
                    <a:pt x="1221" y="3123"/>
                    <a:pt x="1370" y="2977"/>
                  </a:cubicBezTo>
                  <a:lnTo>
                    <a:pt x="3051" y="1295"/>
                  </a:lnTo>
                  <a:cubicBezTo>
                    <a:pt x="3345" y="998"/>
                    <a:pt x="3345" y="517"/>
                    <a:pt x="3051" y="224"/>
                  </a:cubicBezTo>
                  <a:cubicBezTo>
                    <a:pt x="2903" y="75"/>
                    <a:pt x="2708" y="1"/>
                    <a:pt x="2514"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0"/>
            <p:cNvSpPr/>
            <p:nvPr/>
          </p:nvSpPr>
          <p:spPr>
            <a:xfrm>
              <a:off x="1491537" y="1784192"/>
              <a:ext cx="87572" cy="83697"/>
            </a:xfrm>
            <a:custGeom>
              <a:rect b="b" l="l" r="r" t="t"/>
              <a:pathLst>
                <a:path extrusionOk="0" h="3197" w="3345">
                  <a:moveTo>
                    <a:pt x="831" y="1"/>
                  </a:moveTo>
                  <a:cubicBezTo>
                    <a:pt x="637" y="1"/>
                    <a:pt x="443" y="75"/>
                    <a:pt x="294" y="224"/>
                  </a:cubicBezTo>
                  <a:cubicBezTo>
                    <a:pt x="1" y="517"/>
                    <a:pt x="1" y="998"/>
                    <a:pt x="294" y="1295"/>
                  </a:cubicBezTo>
                  <a:lnTo>
                    <a:pt x="1975" y="2977"/>
                  </a:lnTo>
                  <a:cubicBezTo>
                    <a:pt x="2124" y="3123"/>
                    <a:pt x="2319" y="3197"/>
                    <a:pt x="2513" y="3197"/>
                  </a:cubicBezTo>
                  <a:cubicBezTo>
                    <a:pt x="2707" y="3197"/>
                    <a:pt x="2900" y="3123"/>
                    <a:pt x="3047" y="2977"/>
                  </a:cubicBezTo>
                  <a:cubicBezTo>
                    <a:pt x="3345" y="2679"/>
                    <a:pt x="3345" y="2199"/>
                    <a:pt x="3047" y="1906"/>
                  </a:cubicBezTo>
                  <a:lnTo>
                    <a:pt x="1365" y="224"/>
                  </a:lnTo>
                  <a:cubicBezTo>
                    <a:pt x="1219" y="75"/>
                    <a:pt x="1025" y="1"/>
                    <a:pt x="831"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0"/>
            <p:cNvSpPr/>
            <p:nvPr/>
          </p:nvSpPr>
          <p:spPr>
            <a:xfrm>
              <a:off x="1342887" y="1606168"/>
              <a:ext cx="242270" cy="242270"/>
            </a:xfrm>
            <a:custGeom>
              <a:rect b="b" l="l" r="r" t="t"/>
              <a:pathLst>
                <a:path extrusionOk="0" h="9254" w="9254">
                  <a:moveTo>
                    <a:pt x="4627" y="1"/>
                  </a:moveTo>
                  <a:cubicBezTo>
                    <a:pt x="2076" y="1"/>
                    <a:pt x="0" y="2071"/>
                    <a:pt x="0" y="4627"/>
                  </a:cubicBezTo>
                  <a:cubicBezTo>
                    <a:pt x="0" y="7183"/>
                    <a:pt x="2076" y="9253"/>
                    <a:pt x="4627" y="9253"/>
                  </a:cubicBezTo>
                  <a:cubicBezTo>
                    <a:pt x="7183" y="9253"/>
                    <a:pt x="9253" y="7183"/>
                    <a:pt x="9253" y="4627"/>
                  </a:cubicBezTo>
                  <a:cubicBezTo>
                    <a:pt x="9253" y="2071"/>
                    <a:pt x="7183" y="1"/>
                    <a:pt x="4627"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0"/>
            <p:cNvSpPr/>
            <p:nvPr/>
          </p:nvSpPr>
          <p:spPr>
            <a:xfrm>
              <a:off x="1364774" y="1629312"/>
              <a:ext cx="208052" cy="195931"/>
            </a:xfrm>
            <a:custGeom>
              <a:rect b="b" l="l" r="r" t="t"/>
              <a:pathLst>
                <a:path extrusionOk="0" h="7484" w="7947">
                  <a:moveTo>
                    <a:pt x="3790" y="0"/>
                  </a:moveTo>
                  <a:cubicBezTo>
                    <a:pt x="3347" y="0"/>
                    <a:pt x="2900" y="79"/>
                    <a:pt x="2470" y="241"/>
                  </a:cubicBezTo>
                  <a:cubicBezTo>
                    <a:pt x="1057" y="774"/>
                    <a:pt x="101" y="2110"/>
                    <a:pt x="48" y="3623"/>
                  </a:cubicBezTo>
                  <a:cubicBezTo>
                    <a:pt x="0" y="5136"/>
                    <a:pt x="870" y="6529"/>
                    <a:pt x="2249" y="7154"/>
                  </a:cubicBezTo>
                  <a:cubicBezTo>
                    <a:pt x="2742" y="7375"/>
                    <a:pt x="3266" y="7483"/>
                    <a:pt x="3786" y="7483"/>
                  </a:cubicBezTo>
                  <a:cubicBezTo>
                    <a:pt x="4720" y="7483"/>
                    <a:pt x="5642" y="7135"/>
                    <a:pt x="6351" y="6472"/>
                  </a:cubicBezTo>
                  <a:cubicBezTo>
                    <a:pt x="7869" y="5059"/>
                    <a:pt x="7946" y="2686"/>
                    <a:pt x="6524" y="1187"/>
                  </a:cubicBezTo>
                  <a:cubicBezTo>
                    <a:pt x="5802" y="414"/>
                    <a:pt x="4806" y="0"/>
                    <a:pt x="3790"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0"/>
            <p:cNvSpPr/>
            <p:nvPr/>
          </p:nvSpPr>
          <p:spPr>
            <a:xfrm>
              <a:off x="1402630" y="1630961"/>
              <a:ext cx="165798" cy="192554"/>
            </a:xfrm>
            <a:custGeom>
              <a:rect b="b" l="l" r="r" t="t"/>
              <a:pathLst>
                <a:path extrusionOk="0" h="7355" w="6333">
                  <a:moveTo>
                    <a:pt x="3046" y="0"/>
                  </a:moveTo>
                  <a:cubicBezTo>
                    <a:pt x="1278" y="336"/>
                    <a:pt x="0" y="1878"/>
                    <a:pt x="0" y="3675"/>
                  </a:cubicBezTo>
                  <a:cubicBezTo>
                    <a:pt x="0" y="5477"/>
                    <a:pt x="1278" y="7019"/>
                    <a:pt x="3046" y="7355"/>
                  </a:cubicBezTo>
                  <a:cubicBezTo>
                    <a:pt x="3743" y="7220"/>
                    <a:pt x="4387" y="6894"/>
                    <a:pt x="4905" y="6409"/>
                  </a:cubicBezTo>
                  <a:cubicBezTo>
                    <a:pt x="5933" y="5443"/>
                    <a:pt x="6332" y="3983"/>
                    <a:pt x="5938" y="2633"/>
                  </a:cubicBezTo>
                  <a:cubicBezTo>
                    <a:pt x="5544" y="1283"/>
                    <a:pt x="4430" y="264"/>
                    <a:pt x="3046"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0"/>
            <p:cNvSpPr/>
            <p:nvPr/>
          </p:nvSpPr>
          <p:spPr>
            <a:xfrm>
              <a:off x="1449675" y="1653842"/>
              <a:ext cx="26416" cy="94222"/>
            </a:xfrm>
            <a:custGeom>
              <a:rect b="b" l="l" r="r" t="t"/>
              <a:pathLst>
                <a:path extrusionOk="0" h="3599" w="1009">
                  <a:moveTo>
                    <a:pt x="505" y="0"/>
                  </a:moveTo>
                  <a:cubicBezTo>
                    <a:pt x="226" y="0"/>
                    <a:pt x="0" y="226"/>
                    <a:pt x="0" y="505"/>
                  </a:cubicBezTo>
                  <a:lnTo>
                    <a:pt x="0" y="3094"/>
                  </a:lnTo>
                  <a:cubicBezTo>
                    <a:pt x="0" y="3373"/>
                    <a:pt x="226" y="3599"/>
                    <a:pt x="505" y="3599"/>
                  </a:cubicBezTo>
                  <a:cubicBezTo>
                    <a:pt x="783" y="3599"/>
                    <a:pt x="1009" y="3373"/>
                    <a:pt x="1009" y="3094"/>
                  </a:cubicBezTo>
                  <a:lnTo>
                    <a:pt x="1009" y="505"/>
                  </a:lnTo>
                  <a:cubicBezTo>
                    <a:pt x="1009" y="226"/>
                    <a:pt x="783" y="0"/>
                    <a:pt x="50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0"/>
            <p:cNvSpPr/>
            <p:nvPr/>
          </p:nvSpPr>
          <p:spPr>
            <a:xfrm>
              <a:off x="1448419" y="1722172"/>
              <a:ext cx="65424" cy="62832"/>
            </a:xfrm>
            <a:custGeom>
              <a:rect b="b" l="l" r="r" t="t"/>
              <a:pathLst>
                <a:path extrusionOk="0" h="2400" w="2499">
                  <a:moveTo>
                    <a:pt x="553" y="0"/>
                  </a:moveTo>
                  <a:cubicBezTo>
                    <a:pt x="424" y="0"/>
                    <a:pt x="296" y="49"/>
                    <a:pt x="197" y="148"/>
                  </a:cubicBezTo>
                  <a:cubicBezTo>
                    <a:pt x="0" y="345"/>
                    <a:pt x="0" y="667"/>
                    <a:pt x="197" y="864"/>
                  </a:cubicBezTo>
                  <a:lnTo>
                    <a:pt x="1590" y="2252"/>
                  </a:lnTo>
                  <a:cubicBezTo>
                    <a:pt x="1689" y="2351"/>
                    <a:pt x="1817" y="2400"/>
                    <a:pt x="1946" y="2400"/>
                  </a:cubicBezTo>
                  <a:cubicBezTo>
                    <a:pt x="2074" y="2400"/>
                    <a:pt x="2203" y="2351"/>
                    <a:pt x="2301" y="2252"/>
                  </a:cubicBezTo>
                  <a:cubicBezTo>
                    <a:pt x="2498" y="2055"/>
                    <a:pt x="2498" y="1738"/>
                    <a:pt x="2301" y="1541"/>
                  </a:cubicBezTo>
                  <a:lnTo>
                    <a:pt x="908" y="148"/>
                  </a:lnTo>
                  <a:cubicBezTo>
                    <a:pt x="810" y="49"/>
                    <a:pt x="681" y="0"/>
                    <a:pt x="553"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0"/>
            <p:cNvSpPr/>
            <p:nvPr/>
          </p:nvSpPr>
          <p:spPr>
            <a:xfrm>
              <a:off x="1293721" y="1560432"/>
              <a:ext cx="96238" cy="89536"/>
            </a:xfrm>
            <a:custGeom>
              <a:rect b="b" l="l" r="r" t="t"/>
              <a:pathLst>
                <a:path extrusionOk="0" h="3420" w="3676">
                  <a:moveTo>
                    <a:pt x="1922" y="0"/>
                  </a:moveTo>
                  <a:cubicBezTo>
                    <a:pt x="1474" y="0"/>
                    <a:pt x="1026" y="170"/>
                    <a:pt x="682" y="508"/>
                  </a:cubicBezTo>
                  <a:cubicBezTo>
                    <a:pt x="668" y="527"/>
                    <a:pt x="649" y="547"/>
                    <a:pt x="634" y="561"/>
                  </a:cubicBezTo>
                  <a:cubicBezTo>
                    <a:pt x="0" y="1253"/>
                    <a:pt x="24" y="2319"/>
                    <a:pt x="682" y="2987"/>
                  </a:cubicBezTo>
                  <a:lnTo>
                    <a:pt x="860" y="3160"/>
                  </a:lnTo>
                  <a:cubicBezTo>
                    <a:pt x="1031" y="3333"/>
                    <a:pt x="1255" y="3419"/>
                    <a:pt x="1480" y="3419"/>
                  </a:cubicBezTo>
                  <a:cubicBezTo>
                    <a:pt x="1706" y="3419"/>
                    <a:pt x="1931" y="3333"/>
                    <a:pt x="2104" y="3160"/>
                  </a:cubicBezTo>
                  <a:lnTo>
                    <a:pt x="3334" y="1930"/>
                  </a:lnTo>
                  <a:cubicBezTo>
                    <a:pt x="3675" y="1589"/>
                    <a:pt x="3675" y="1032"/>
                    <a:pt x="3334" y="686"/>
                  </a:cubicBezTo>
                  <a:lnTo>
                    <a:pt x="3161" y="508"/>
                  </a:lnTo>
                  <a:cubicBezTo>
                    <a:pt x="2818" y="170"/>
                    <a:pt x="2370" y="0"/>
                    <a:pt x="1922"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0"/>
            <p:cNvSpPr/>
            <p:nvPr/>
          </p:nvSpPr>
          <p:spPr>
            <a:xfrm>
              <a:off x="1309429" y="1560432"/>
              <a:ext cx="77624" cy="61392"/>
            </a:xfrm>
            <a:custGeom>
              <a:rect b="b" l="l" r="r" t="t"/>
              <a:pathLst>
                <a:path extrusionOk="0" h="2345" w="2965">
                  <a:moveTo>
                    <a:pt x="1321" y="0"/>
                  </a:moveTo>
                  <a:cubicBezTo>
                    <a:pt x="874" y="0"/>
                    <a:pt x="426" y="170"/>
                    <a:pt x="82" y="508"/>
                  </a:cubicBezTo>
                  <a:cubicBezTo>
                    <a:pt x="68" y="527"/>
                    <a:pt x="49" y="547"/>
                    <a:pt x="34" y="561"/>
                  </a:cubicBezTo>
                  <a:cubicBezTo>
                    <a:pt x="1" y="1065"/>
                    <a:pt x="183" y="1555"/>
                    <a:pt x="539" y="1911"/>
                  </a:cubicBezTo>
                  <a:lnTo>
                    <a:pt x="716" y="2089"/>
                  </a:lnTo>
                  <a:cubicBezTo>
                    <a:pt x="887" y="2259"/>
                    <a:pt x="1112" y="2345"/>
                    <a:pt x="1337" y="2345"/>
                  </a:cubicBezTo>
                  <a:cubicBezTo>
                    <a:pt x="1562" y="2345"/>
                    <a:pt x="1788" y="2259"/>
                    <a:pt x="1961" y="2089"/>
                  </a:cubicBezTo>
                  <a:lnTo>
                    <a:pt x="2965" y="1085"/>
                  </a:lnTo>
                  <a:cubicBezTo>
                    <a:pt x="2921" y="936"/>
                    <a:pt x="2845" y="796"/>
                    <a:pt x="2734" y="686"/>
                  </a:cubicBezTo>
                  <a:lnTo>
                    <a:pt x="2556" y="508"/>
                  </a:lnTo>
                  <a:cubicBezTo>
                    <a:pt x="2215" y="170"/>
                    <a:pt x="1768" y="0"/>
                    <a:pt x="132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0"/>
            <p:cNvSpPr/>
            <p:nvPr/>
          </p:nvSpPr>
          <p:spPr>
            <a:xfrm>
              <a:off x="1538085" y="1560510"/>
              <a:ext cx="96238" cy="89457"/>
            </a:xfrm>
            <a:custGeom>
              <a:rect b="b" l="l" r="r" t="t"/>
              <a:pathLst>
                <a:path extrusionOk="0" h="3417" w="3676">
                  <a:moveTo>
                    <a:pt x="1760" y="1"/>
                  </a:moveTo>
                  <a:cubicBezTo>
                    <a:pt x="1307" y="1"/>
                    <a:pt x="858" y="174"/>
                    <a:pt x="519" y="510"/>
                  </a:cubicBezTo>
                  <a:lnTo>
                    <a:pt x="346" y="683"/>
                  </a:lnTo>
                  <a:cubicBezTo>
                    <a:pt x="0" y="1029"/>
                    <a:pt x="0" y="1586"/>
                    <a:pt x="346" y="1927"/>
                  </a:cubicBezTo>
                  <a:lnTo>
                    <a:pt x="1576" y="3157"/>
                  </a:lnTo>
                  <a:cubicBezTo>
                    <a:pt x="1745" y="3326"/>
                    <a:pt x="1970" y="3416"/>
                    <a:pt x="2197" y="3416"/>
                  </a:cubicBezTo>
                  <a:cubicBezTo>
                    <a:pt x="2305" y="3416"/>
                    <a:pt x="2414" y="3396"/>
                    <a:pt x="2518" y="3354"/>
                  </a:cubicBezTo>
                  <a:cubicBezTo>
                    <a:pt x="2633" y="3311"/>
                    <a:pt x="2734" y="3243"/>
                    <a:pt x="2820" y="3157"/>
                  </a:cubicBezTo>
                  <a:lnTo>
                    <a:pt x="2998" y="2984"/>
                  </a:lnTo>
                  <a:cubicBezTo>
                    <a:pt x="3675" y="2297"/>
                    <a:pt x="3675" y="1192"/>
                    <a:pt x="2998" y="510"/>
                  </a:cubicBezTo>
                  <a:cubicBezTo>
                    <a:pt x="2916" y="428"/>
                    <a:pt x="2825" y="356"/>
                    <a:pt x="2734" y="294"/>
                  </a:cubicBezTo>
                  <a:cubicBezTo>
                    <a:pt x="2437" y="97"/>
                    <a:pt x="2097" y="1"/>
                    <a:pt x="1760"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0"/>
            <p:cNvSpPr/>
            <p:nvPr/>
          </p:nvSpPr>
          <p:spPr>
            <a:xfrm>
              <a:off x="1565365" y="1568181"/>
              <a:ext cx="68958" cy="80137"/>
            </a:xfrm>
            <a:custGeom>
              <a:rect b="b" l="l" r="r" t="t"/>
              <a:pathLst>
                <a:path extrusionOk="0" h="3061" w="2634">
                  <a:moveTo>
                    <a:pt x="1692" y="1"/>
                  </a:moveTo>
                  <a:cubicBezTo>
                    <a:pt x="1250" y="15"/>
                    <a:pt x="832" y="198"/>
                    <a:pt x="520" y="510"/>
                  </a:cubicBezTo>
                  <a:lnTo>
                    <a:pt x="342" y="683"/>
                  </a:lnTo>
                  <a:cubicBezTo>
                    <a:pt x="1" y="1029"/>
                    <a:pt x="1" y="1586"/>
                    <a:pt x="342" y="1927"/>
                  </a:cubicBezTo>
                  <a:lnTo>
                    <a:pt x="1476" y="3061"/>
                  </a:lnTo>
                  <a:cubicBezTo>
                    <a:pt x="1591" y="3018"/>
                    <a:pt x="1692" y="2950"/>
                    <a:pt x="1778" y="2864"/>
                  </a:cubicBezTo>
                  <a:lnTo>
                    <a:pt x="1956" y="2691"/>
                  </a:lnTo>
                  <a:cubicBezTo>
                    <a:pt x="2633" y="2004"/>
                    <a:pt x="2633" y="899"/>
                    <a:pt x="1956" y="217"/>
                  </a:cubicBezTo>
                  <a:cubicBezTo>
                    <a:pt x="1874" y="135"/>
                    <a:pt x="1783" y="63"/>
                    <a:pt x="16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0"/>
            <p:cNvSpPr/>
            <p:nvPr/>
          </p:nvSpPr>
          <p:spPr>
            <a:xfrm>
              <a:off x="1287935" y="1510978"/>
              <a:ext cx="350288" cy="362357"/>
            </a:xfrm>
            <a:custGeom>
              <a:rect b="b" l="l" r="r" t="t"/>
              <a:pathLst>
                <a:path extrusionOk="0" h="13841" w="13380">
                  <a:moveTo>
                    <a:pt x="7634" y="413"/>
                  </a:moveTo>
                  <a:cubicBezTo>
                    <a:pt x="8316" y="413"/>
                    <a:pt x="8950" y="773"/>
                    <a:pt x="9301" y="1360"/>
                  </a:cubicBezTo>
                  <a:cubicBezTo>
                    <a:pt x="9421" y="1508"/>
                    <a:pt x="9546" y="1950"/>
                    <a:pt x="10074" y="2123"/>
                  </a:cubicBezTo>
                  <a:cubicBezTo>
                    <a:pt x="9930" y="2248"/>
                    <a:pt x="9796" y="2383"/>
                    <a:pt x="9671" y="2527"/>
                  </a:cubicBezTo>
                  <a:cubicBezTo>
                    <a:pt x="9113" y="2239"/>
                    <a:pt x="8960" y="1782"/>
                    <a:pt x="8849" y="1629"/>
                  </a:cubicBezTo>
                  <a:cubicBezTo>
                    <a:pt x="8595" y="1201"/>
                    <a:pt x="8133" y="942"/>
                    <a:pt x="7634" y="942"/>
                  </a:cubicBezTo>
                  <a:lnTo>
                    <a:pt x="5674" y="942"/>
                  </a:lnTo>
                  <a:cubicBezTo>
                    <a:pt x="5174" y="942"/>
                    <a:pt x="4713" y="1201"/>
                    <a:pt x="4458" y="1629"/>
                  </a:cubicBezTo>
                  <a:cubicBezTo>
                    <a:pt x="4338" y="1797"/>
                    <a:pt x="4208" y="2181"/>
                    <a:pt x="3738" y="2469"/>
                  </a:cubicBezTo>
                  <a:cubicBezTo>
                    <a:pt x="3723" y="2455"/>
                    <a:pt x="3714" y="2445"/>
                    <a:pt x="3699" y="2431"/>
                  </a:cubicBezTo>
                  <a:lnTo>
                    <a:pt x="3526" y="2258"/>
                  </a:lnTo>
                  <a:cubicBezTo>
                    <a:pt x="3464" y="2195"/>
                    <a:pt x="3401" y="2138"/>
                    <a:pt x="3334" y="2090"/>
                  </a:cubicBezTo>
                  <a:cubicBezTo>
                    <a:pt x="3776" y="1888"/>
                    <a:pt x="3882" y="1523"/>
                    <a:pt x="4007" y="1360"/>
                  </a:cubicBezTo>
                  <a:cubicBezTo>
                    <a:pt x="4357" y="773"/>
                    <a:pt x="4987" y="413"/>
                    <a:pt x="5674" y="413"/>
                  </a:cubicBezTo>
                  <a:close/>
                  <a:moveTo>
                    <a:pt x="3219" y="4444"/>
                  </a:moveTo>
                  <a:lnTo>
                    <a:pt x="3469" y="4694"/>
                  </a:lnTo>
                  <a:cubicBezTo>
                    <a:pt x="3349" y="4804"/>
                    <a:pt x="3228" y="4924"/>
                    <a:pt x="3118" y="5049"/>
                  </a:cubicBezTo>
                  <a:lnTo>
                    <a:pt x="2868" y="4799"/>
                  </a:lnTo>
                  <a:lnTo>
                    <a:pt x="3219" y="4444"/>
                  </a:lnTo>
                  <a:close/>
                  <a:moveTo>
                    <a:pt x="10233" y="4444"/>
                  </a:moveTo>
                  <a:lnTo>
                    <a:pt x="10588" y="4794"/>
                  </a:lnTo>
                  <a:lnTo>
                    <a:pt x="10338" y="5049"/>
                  </a:lnTo>
                  <a:cubicBezTo>
                    <a:pt x="10228" y="4924"/>
                    <a:pt x="10108" y="4804"/>
                    <a:pt x="9988" y="4694"/>
                  </a:cubicBezTo>
                  <a:lnTo>
                    <a:pt x="10233" y="4444"/>
                  </a:lnTo>
                  <a:close/>
                  <a:moveTo>
                    <a:pt x="2143" y="2095"/>
                  </a:moveTo>
                  <a:cubicBezTo>
                    <a:pt x="2959" y="2095"/>
                    <a:pt x="3344" y="2681"/>
                    <a:pt x="3411" y="2719"/>
                  </a:cubicBezTo>
                  <a:cubicBezTo>
                    <a:pt x="3603" y="2916"/>
                    <a:pt x="3661" y="3204"/>
                    <a:pt x="3555" y="3459"/>
                  </a:cubicBezTo>
                  <a:cubicBezTo>
                    <a:pt x="3488" y="3627"/>
                    <a:pt x="3536" y="3545"/>
                    <a:pt x="2181" y="4905"/>
                  </a:cubicBezTo>
                  <a:cubicBezTo>
                    <a:pt x="2049" y="5037"/>
                    <a:pt x="1876" y="5103"/>
                    <a:pt x="1703" y="5103"/>
                  </a:cubicBezTo>
                  <a:cubicBezTo>
                    <a:pt x="1530" y="5103"/>
                    <a:pt x="1357" y="5037"/>
                    <a:pt x="1225" y="4905"/>
                  </a:cubicBezTo>
                  <a:lnTo>
                    <a:pt x="1052" y="4732"/>
                  </a:lnTo>
                  <a:cubicBezTo>
                    <a:pt x="96" y="3776"/>
                    <a:pt x="745" y="2095"/>
                    <a:pt x="2143" y="2095"/>
                  </a:cubicBezTo>
                  <a:close/>
                  <a:moveTo>
                    <a:pt x="7634" y="1355"/>
                  </a:moveTo>
                  <a:cubicBezTo>
                    <a:pt x="7989" y="1355"/>
                    <a:pt x="8316" y="1537"/>
                    <a:pt x="8498" y="1840"/>
                  </a:cubicBezTo>
                  <a:cubicBezTo>
                    <a:pt x="8609" y="1994"/>
                    <a:pt x="8806" y="2541"/>
                    <a:pt x="9483" y="2892"/>
                  </a:cubicBezTo>
                  <a:cubicBezTo>
                    <a:pt x="9373" y="3272"/>
                    <a:pt x="9474" y="3685"/>
                    <a:pt x="9757" y="3963"/>
                  </a:cubicBezTo>
                  <a:lnTo>
                    <a:pt x="9945" y="4155"/>
                  </a:lnTo>
                  <a:lnTo>
                    <a:pt x="9671" y="4429"/>
                  </a:lnTo>
                  <a:cubicBezTo>
                    <a:pt x="8812" y="3771"/>
                    <a:pt x="7775" y="3430"/>
                    <a:pt x="6727" y="3430"/>
                  </a:cubicBezTo>
                  <a:cubicBezTo>
                    <a:pt x="6123" y="3430"/>
                    <a:pt x="5514" y="3544"/>
                    <a:pt x="4934" y="3776"/>
                  </a:cubicBezTo>
                  <a:cubicBezTo>
                    <a:pt x="4709" y="3865"/>
                    <a:pt x="4803" y="4172"/>
                    <a:pt x="5004" y="4172"/>
                  </a:cubicBezTo>
                  <a:cubicBezTo>
                    <a:pt x="5030" y="4172"/>
                    <a:pt x="5058" y="4167"/>
                    <a:pt x="5088" y="4155"/>
                  </a:cubicBezTo>
                  <a:cubicBezTo>
                    <a:pt x="5630" y="3939"/>
                    <a:pt x="6182" y="3839"/>
                    <a:pt x="6722" y="3839"/>
                  </a:cubicBezTo>
                  <a:cubicBezTo>
                    <a:pt x="9050" y="3839"/>
                    <a:pt x="11146" y="5709"/>
                    <a:pt x="11146" y="8263"/>
                  </a:cubicBezTo>
                  <a:cubicBezTo>
                    <a:pt x="11146" y="10813"/>
                    <a:pt x="9054" y="12685"/>
                    <a:pt x="6729" y="12685"/>
                  </a:cubicBezTo>
                  <a:cubicBezTo>
                    <a:pt x="6175" y="12685"/>
                    <a:pt x="5609" y="12579"/>
                    <a:pt x="5054" y="12351"/>
                  </a:cubicBezTo>
                  <a:cubicBezTo>
                    <a:pt x="1768" y="11011"/>
                    <a:pt x="1297" y="6442"/>
                    <a:pt x="4381" y="4511"/>
                  </a:cubicBezTo>
                  <a:cubicBezTo>
                    <a:pt x="4564" y="4385"/>
                    <a:pt x="4445" y="4132"/>
                    <a:pt x="4267" y="4132"/>
                  </a:cubicBezTo>
                  <a:cubicBezTo>
                    <a:pt x="4235" y="4132"/>
                    <a:pt x="4200" y="4141"/>
                    <a:pt x="4165" y="4160"/>
                  </a:cubicBezTo>
                  <a:cubicBezTo>
                    <a:pt x="4036" y="4247"/>
                    <a:pt x="3906" y="4333"/>
                    <a:pt x="3781" y="4429"/>
                  </a:cubicBezTo>
                  <a:lnTo>
                    <a:pt x="3507" y="4155"/>
                  </a:lnTo>
                  <a:cubicBezTo>
                    <a:pt x="3598" y="4040"/>
                    <a:pt x="4016" y="3786"/>
                    <a:pt x="4016" y="3195"/>
                  </a:cubicBezTo>
                  <a:cubicBezTo>
                    <a:pt x="4016" y="3070"/>
                    <a:pt x="3992" y="2945"/>
                    <a:pt x="3954" y="2825"/>
                  </a:cubicBezTo>
                  <a:cubicBezTo>
                    <a:pt x="4526" y="2474"/>
                    <a:pt x="4698" y="1998"/>
                    <a:pt x="4814" y="1840"/>
                  </a:cubicBezTo>
                  <a:cubicBezTo>
                    <a:pt x="4992" y="1537"/>
                    <a:pt x="5318" y="1355"/>
                    <a:pt x="5674" y="1355"/>
                  </a:cubicBezTo>
                  <a:close/>
                  <a:moveTo>
                    <a:pt x="3449" y="11813"/>
                  </a:moveTo>
                  <a:cubicBezTo>
                    <a:pt x="3728" y="12068"/>
                    <a:pt x="4031" y="12289"/>
                    <a:pt x="4357" y="12471"/>
                  </a:cubicBezTo>
                  <a:lnTo>
                    <a:pt x="3560" y="13269"/>
                  </a:lnTo>
                  <a:cubicBezTo>
                    <a:pt x="3453" y="13367"/>
                    <a:pt x="3318" y="13415"/>
                    <a:pt x="3184" y="13415"/>
                  </a:cubicBezTo>
                  <a:cubicBezTo>
                    <a:pt x="3042" y="13415"/>
                    <a:pt x="2900" y="13361"/>
                    <a:pt x="2791" y="13254"/>
                  </a:cubicBezTo>
                  <a:cubicBezTo>
                    <a:pt x="2585" y="13043"/>
                    <a:pt x="2575" y="12707"/>
                    <a:pt x="2777" y="12486"/>
                  </a:cubicBezTo>
                  <a:lnTo>
                    <a:pt x="3449" y="11813"/>
                  </a:lnTo>
                  <a:close/>
                  <a:moveTo>
                    <a:pt x="10007" y="11808"/>
                  </a:moveTo>
                  <a:lnTo>
                    <a:pt x="10680" y="12486"/>
                  </a:lnTo>
                  <a:cubicBezTo>
                    <a:pt x="10910" y="12702"/>
                    <a:pt x="10920" y="13062"/>
                    <a:pt x="10694" y="13283"/>
                  </a:cubicBezTo>
                  <a:cubicBezTo>
                    <a:pt x="10586" y="13391"/>
                    <a:pt x="10444" y="13445"/>
                    <a:pt x="10303" y="13445"/>
                  </a:cubicBezTo>
                  <a:cubicBezTo>
                    <a:pt x="10156" y="13445"/>
                    <a:pt x="10009" y="13386"/>
                    <a:pt x="9901" y="13269"/>
                  </a:cubicBezTo>
                  <a:lnTo>
                    <a:pt x="9104" y="12471"/>
                  </a:lnTo>
                  <a:cubicBezTo>
                    <a:pt x="9430" y="12284"/>
                    <a:pt x="9733" y="12063"/>
                    <a:pt x="10007" y="11808"/>
                  </a:cubicBezTo>
                  <a:close/>
                  <a:moveTo>
                    <a:pt x="5674" y="0"/>
                  </a:moveTo>
                  <a:cubicBezTo>
                    <a:pt x="4843" y="0"/>
                    <a:pt x="4079" y="437"/>
                    <a:pt x="3651" y="1148"/>
                  </a:cubicBezTo>
                  <a:lnTo>
                    <a:pt x="3478" y="1432"/>
                  </a:lnTo>
                  <a:cubicBezTo>
                    <a:pt x="3296" y="1742"/>
                    <a:pt x="2998" y="1774"/>
                    <a:pt x="2837" y="1774"/>
                  </a:cubicBezTo>
                  <a:cubicBezTo>
                    <a:pt x="2794" y="1774"/>
                    <a:pt x="2761" y="1772"/>
                    <a:pt x="2742" y="1772"/>
                  </a:cubicBezTo>
                  <a:cubicBezTo>
                    <a:pt x="2736" y="1772"/>
                    <a:pt x="2732" y="1772"/>
                    <a:pt x="2729" y="1773"/>
                  </a:cubicBezTo>
                  <a:cubicBezTo>
                    <a:pt x="2533" y="1710"/>
                    <a:pt x="2334" y="1680"/>
                    <a:pt x="2137" y="1680"/>
                  </a:cubicBezTo>
                  <a:cubicBezTo>
                    <a:pt x="1469" y="1680"/>
                    <a:pt x="830" y="2026"/>
                    <a:pt x="466" y="2623"/>
                  </a:cubicBezTo>
                  <a:cubicBezTo>
                    <a:pt x="0" y="3392"/>
                    <a:pt x="120" y="4381"/>
                    <a:pt x="759" y="5020"/>
                  </a:cubicBezTo>
                  <a:cubicBezTo>
                    <a:pt x="855" y="5092"/>
                    <a:pt x="1119" y="5515"/>
                    <a:pt x="1701" y="5515"/>
                  </a:cubicBezTo>
                  <a:cubicBezTo>
                    <a:pt x="2253" y="5515"/>
                    <a:pt x="2522" y="5126"/>
                    <a:pt x="2575" y="5087"/>
                  </a:cubicBezTo>
                  <a:lnTo>
                    <a:pt x="2859" y="5371"/>
                  </a:lnTo>
                  <a:cubicBezTo>
                    <a:pt x="1403" y="7321"/>
                    <a:pt x="1682" y="9973"/>
                    <a:pt x="3161" y="11520"/>
                  </a:cubicBezTo>
                  <a:lnTo>
                    <a:pt x="2484" y="12197"/>
                  </a:lnTo>
                  <a:cubicBezTo>
                    <a:pt x="1883" y="12798"/>
                    <a:pt x="2306" y="13840"/>
                    <a:pt x="3166" y="13840"/>
                  </a:cubicBezTo>
                  <a:cubicBezTo>
                    <a:pt x="3421" y="13840"/>
                    <a:pt x="3666" y="13739"/>
                    <a:pt x="3848" y="13557"/>
                  </a:cubicBezTo>
                  <a:lnTo>
                    <a:pt x="4742" y="12663"/>
                  </a:lnTo>
                  <a:cubicBezTo>
                    <a:pt x="5373" y="12949"/>
                    <a:pt x="6051" y="13092"/>
                    <a:pt x="6728" y="13092"/>
                  </a:cubicBezTo>
                  <a:cubicBezTo>
                    <a:pt x="7406" y="13092"/>
                    <a:pt x="8083" y="12949"/>
                    <a:pt x="8715" y="12663"/>
                  </a:cubicBezTo>
                  <a:lnTo>
                    <a:pt x="9603" y="13557"/>
                  </a:lnTo>
                  <a:cubicBezTo>
                    <a:pt x="9786" y="13739"/>
                    <a:pt x="10031" y="13840"/>
                    <a:pt x="10286" y="13840"/>
                  </a:cubicBezTo>
                  <a:cubicBezTo>
                    <a:pt x="11141" y="13840"/>
                    <a:pt x="11578" y="12803"/>
                    <a:pt x="10968" y="12193"/>
                  </a:cubicBezTo>
                  <a:lnTo>
                    <a:pt x="10295" y="11520"/>
                  </a:lnTo>
                  <a:cubicBezTo>
                    <a:pt x="11857" y="9805"/>
                    <a:pt x="11981" y="7225"/>
                    <a:pt x="10593" y="5366"/>
                  </a:cubicBezTo>
                  <a:lnTo>
                    <a:pt x="10872" y="5087"/>
                  </a:lnTo>
                  <a:cubicBezTo>
                    <a:pt x="10934" y="5131"/>
                    <a:pt x="11189" y="5510"/>
                    <a:pt x="11751" y="5510"/>
                  </a:cubicBezTo>
                  <a:cubicBezTo>
                    <a:pt x="12039" y="5510"/>
                    <a:pt x="12313" y="5400"/>
                    <a:pt x="12519" y="5193"/>
                  </a:cubicBezTo>
                  <a:cubicBezTo>
                    <a:pt x="12568" y="5126"/>
                    <a:pt x="13379" y="4540"/>
                    <a:pt x="13255" y="3425"/>
                  </a:cubicBezTo>
                  <a:cubicBezTo>
                    <a:pt x="13241" y="3299"/>
                    <a:pt x="13147" y="3240"/>
                    <a:pt x="13053" y="3240"/>
                  </a:cubicBezTo>
                  <a:cubicBezTo>
                    <a:pt x="12942" y="3240"/>
                    <a:pt x="12831" y="3321"/>
                    <a:pt x="12846" y="3469"/>
                  </a:cubicBezTo>
                  <a:cubicBezTo>
                    <a:pt x="12947" y="4367"/>
                    <a:pt x="12284" y="4823"/>
                    <a:pt x="12231" y="4905"/>
                  </a:cubicBezTo>
                  <a:cubicBezTo>
                    <a:pt x="12099" y="5035"/>
                    <a:pt x="11926" y="5099"/>
                    <a:pt x="11753" y="5099"/>
                  </a:cubicBezTo>
                  <a:cubicBezTo>
                    <a:pt x="11580" y="5099"/>
                    <a:pt x="11407" y="5035"/>
                    <a:pt x="11275" y="4905"/>
                  </a:cubicBezTo>
                  <a:lnTo>
                    <a:pt x="10045" y="3675"/>
                  </a:lnTo>
                  <a:cubicBezTo>
                    <a:pt x="9781" y="3411"/>
                    <a:pt x="9781" y="2983"/>
                    <a:pt x="10045" y="2719"/>
                  </a:cubicBezTo>
                  <a:cubicBezTo>
                    <a:pt x="10137" y="2657"/>
                    <a:pt x="10511" y="2095"/>
                    <a:pt x="11314" y="2095"/>
                  </a:cubicBezTo>
                  <a:cubicBezTo>
                    <a:pt x="11833" y="2095"/>
                    <a:pt x="12323" y="2354"/>
                    <a:pt x="12606" y="2791"/>
                  </a:cubicBezTo>
                  <a:cubicBezTo>
                    <a:pt x="12650" y="2859"/>
                    <a:pt x="12711" y="2888"/>
                    <a:pt x="12772" y="2888"/>
                  </a:cubicBezTo>
                  <a:cubicBezTo>
                    <a:pt x="12916" y="2888"/>
                    <a:pt x="13057" y="2728"/>
                    <a:pt x="12952" y="2565"/>
                  </a:cubicBezTo>
                  <a:cubicBezTo>
                    <a:pt x="12583" y="2005"/>
                    <a:pt x="11962" y="1682"/>
                    <a:pt x="11315" y="1682"/>
                  </a:cubicBezTo>
                  <a:cubicBezTo>
                    <a:pt x="11120" y="1682"/>
                    <a:pt x="10922" y="1711"/>
                    <a:pt x="10728" y="1773"/>
                  </a:cubicBezTo>
                  <a:lnTo>
                    <a:pt x="10425" y="1773"/>
                  </a:lnTo>
                  <a:cubicBezTo>
                    <a:pt x="10180" y="1773"/>
                    <a:pt x="9949" y="1643"/>
                    <a:pt x="9824" y="1432"/>
                  </a:cubicBezTo>
                  <a:lnTo>
                    <a:pt x="9651" y="1148"/>
                  </a:lnTo>
                  <a:cubicBezTo>
                    <a:pt x="9229" y="437"/>
                    <a:pt x="8460" y="5"/>
                    <a:pt x="7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0"/>
            <p:cNvSpPr/>
            <p:nvPr/>
          </p:nvSpPr>
          <p:spPr>
            <a:xfrm>
              <a:off x="1345662" y="1623892"/>
              <a:ext cx="225410" cy="206874"/>
            </a:xfrm>
            <a:custGeom>
              <a:rect b="b" l="l" r="r" t="t"/>
              <a:pathLst>
                <a:path extrusionOk="0" h="7902" w="8610">
                  <a:moveTo>
                    <a:pt x="4580" y="1"/>
                  </a:moveTo>
                  <a:cubicBezTo>
                    <a:pt x="2561" y="1"/>
                    <a:pt x="577" y="1533"/>
                    <a:pt x="577" y="3950"/>
                  </a:cubicBezTo>
                  <a:cubicBezTo>
                    <a:pt x="577" y="6334"/>
                    <a:pt x="2542" y="7902"/>
                    <a:pt x="4570" y="7902"/>
                  </a:cubicBezTo>
                  <a:cubicBezTo>
                    <a:pt x="5603" y="7902"/>
                    <a:pt x="6652" y="7495"/>
                    <a:pt x="7466" y="6583"/>
                  </a:cubicBezTo>
                  <a:cubicBezTo>
                    <a:pt x="7730" y="6285"/>
                    <a:pt x="7951" y="5948"/>
                    <a:pt x="8119" y="5583"/>
                  </a:cubicBezTo>
                  <a:cubicBezTo>
                    <a:pt x="8191" y="5420"/>
                    <a:pt x="8057" y="5292"/>
                    <a:pt x="7922" y="5292"/>
                  </a:cubicBezTo>
                  <a:cubicBezTo>
                    <a:pt x="7851" y="5292"/>
                    <a:pt x="7780" y="5328"/>
                    <a:pt x="7740" y="5415"/>
                  </a:cubicBezTo>
                  <a:cubicBezTo>
                    <a:pt x="7163" y="6674"/>
                    <a:pt x="5909" y="7486"/>
                    <a:pt x="4521" y="7486"/>
                  </a:cubicBezTo>
                  <a:cubicBezTo>
                    <a:pt x="1658" y="7486"/>
                    <a:pt x="0" y="4253"/>
                    <a:pt x="1610" y="1937"/>
                  </a:cubicBezTo>
                  <a:cubicBezTo>
                    <a:pt x="2312" y="926"/>
                    <a:pt x="3418" y="413"/>
                    <a:pt x="4525" y="413"/>
                  </a:cubicBezTo>
                  <a:cubicBezTo>
                    <a:pt x="5622" y="413"/>
                    <a:pt x="6720" y="916"/>
                    <a:pt x="7427" y="1937"/>
                  </a:cubicBezTo>
                  <a:cubicBezTo>
                    <a:pt x="7980" y="2734"/>
                    <a:pt x="8181" y="3729"/>
                    <a:pt x="7980" y="4680"/>
                  </a:cubicBezTo>
                  <a:cubicBezTo>
                    <a:pt x="7946" y="4833"/>
                    <a:pt x="8067" y="4926"/>
                    <a:pt x="8185" y="4926"/>
                  </a:cubicBezTo>
                  <a:cubicBezTo>
                    <a:pt x="8273" y="4926"/>
                    <a:pt x="8359" y="4876"/>
                    <a:pt x="8383" y="4762"/>
                  </a:cubicBezTo>
                  <a:cubicBezTo>
                    <a:pt x="8609" y="3695"/>
                    <a:pt x="8383" y="2581"/>
                    <a:pt x="7759" y="1687"/>
                  </a:cubicBezTo>
                  <a:cubicBezTo>
                    <a:pt x="6944" y="520"/>
                    <a:pt x="5756" y="1"/>
                    <a:pt x="4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0"/>
            <p:cNvSpPr/>
            <p:nvPr/>
          </p:nvSpPr>
          <p:spPr>
            <a:xfrm>
              <a:off x="1444125" y="1648423"/>
              <a:ext cx="80687" cy="141974"/>
            </a:xfrm>
            <a:custGeom>
              <a:rect b="b" l="l" r="r" t="t"/>
              <a:pathLst>
                <a:path extrusionOk="0" h="5423" w="3082">
                  <a:moveTo>
                    <a:pt x="717" y="376"/>
                  </a:moveTo>
                  <a:cubicBezTo>
                    <a:pt x="894" y="376"/>
                    <a:pt x="1034" y="534"/>
                    <a:pt x="1014" y="712"/>
                  </a:cubicBezTo>
                  <a:lnTo>
                    <a:pt x="1014" y="2677"/>
                  </a:lnTo>
                  <a:cubicBezTo>
                    <a:pt x="918" y="2633"/>
                    <a:pt x="816" y="2612"/>
                    <a:pt x="715" y="2612"/>
                  </a:cubicBezTo>
                  <a:cubicBezTo>
                    <a:pt x="613" y="2612"/>
                    <a:pt x="512" y="2633"/>
                    <a:pt x="419" y="2677"/>
                  </a:cubicBezTo>
                  <a:lnTo>
                    <a:pt x="419" y="712"/>
                  </a:lnTo>
                  <a:cubicBezTo>
                    <a:pt x="395" y="534"/>
                    <a:pt x="534" y="376"/>
                    <a:pt x="717" y="376"/>
                  </a:cubicBezTo>
                  <a:close/>
                  <a:moveTo>
                    <a:pt x="751" y="3027"/>
                  </a:moveTo>
                  <a:cubicBezTo>
                    <a:pt x="883" y="3027"/>
                    <a:pt x="921" y="3102"/>
                    <a:pt x="2321" y="4502"/>
                  </a:cubicBezTo>
                  <a:lnTo>
                    <a:pt x="2316" y="4502"/>
                  </a:lnTo>
                  <a:cubicBezTo>
                    <a:pt x="2465" y="4613"/>
                    <a:pt x="2480" y="4824"/>
                    <a:pt x="2350" y="4954"/>
                  </a:cubicBezTo>
                  <a:cubicBezTo>
                    <a:pt x="2291" y="5013"/>
                    <a:pt x="2214" y="5042"/>
                    <a:pt x="2138" y="5042"/>
                  </a:cubicBezTo>
                  <a:cubicBezTo>
                    <a:pt x="2048" y="5042"/>
                    <a:pt x="1958" y="5001"/>
                    <a:pt x="1898" y="4920"/>
                  </a:cubicBezTo>
                  <a:lnTo>
                    <a:pt x="510" y="3537"/>
                  </a:lnTo>
                  <a:cubicBezTo>
                    <a:pt x="327" y="3344"/>
                    <a:pt x="457" y="3032"/>
                    <a:pt x="721" y="3027"/>
                  </a:cubicBezTo>
                  <a:cubicBezTo>
                    <a:pt x="732" y="3027"/>
                    <a:pt x="742" y="3027"/>
                    <a:pt x="751" y="3027"/>
                  </a:cubicBezTo>
                  <a:close/>
                  <a:moveTo>
                    <a:pt x="717" y="1"/>
                  </a:moveTo>
                  <a:cubicBezTo>
                    <a:pt x="327" y="1"/>
                    <a:pt x="6" y="318"/>
                    <a:pt x="6" y="712"/>
                  </a:cubicBezTo>
                  <a:lnTo>
                    <a:pt x="6" y="3306"/>
                  </a:lnTo>
                  <a:cubicBezTo>
                    <a:pt x="1" y="3498"/>
                    <a:pt x="78" y="3685"/>
                    <a:pt x="217" y="3820"/>
                  </a:cubicBezTo>
                  <a:cubicBezTo>
                    <a:pt x="1629" y="5204"/>
                    <a:pt x="1610" y="5285"/>
                    <a:pt x="1865" y="5376"/>
                  </a:cubicBezTo>
                  <a:cubicBezTo>
                    <a:pt x="1953" y="5408"/>
                    <a:pt x="2038" y="5423"/>
                    <a:pt x="2120" y="5423"/>
                  </a:cubicBezTo>
                  <a:cubicBezTo>
                    <a:pt x="2703" y="5423"/>
                    <a:pt x="3081" y="4681"/>
                    <a:pt x="2609" y="4209"/>
                  </a:cubicBezTo>
                  <a:lnTo>
                    <a:pt x="1428" y="3027"/>
                  </a:lnTo>
                  <a:lnTo>
                    <a:pt x="1428" y="712"/>
                  </a:lnTo>
                  <a:cubicBezTo>
                    <a:pt x="1428" y="318"/>
                    <a:pt x="1110" y="1"/>
                    <a:pt x="7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0"/>
            <p:cNvSpPr/>
            <p:nvPr/>
          </p:nvSpPr>
          <p:spPr>
            <a:xfrm>
              <a:off x="1493684" y="177709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0"/>
            <p:cNvSpPr/>
            <p:nvPr/>
          </p:nvSpPr>
          <p:spPr>
            <a:xfrm>
              <a:off x="1493815" y="1777333"/>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80"/>
          <p:cNvGrpSpPr/>
          <p:nvPr/>
        </p:nvGrpSpPr>
        <p:grpSpPr>
          <a:xfrm>
            <a:off x="2477973" y="4289959"/>
            <a:ext cx="210042" cy="361991"/>
            <a:chOff x="2477973" y="4289959"/>
            <a:chExt cx="210042" cy="361991"/>
          </a:xfrm>
        </p:grpSpPr>
        <p:sp>
          <p:nvSpPr>
            <p:cNvPr id="8603" name="Google Shape;8603;p80"/>
            <p:cNvSpPr/>
            <p:nvPr/>
          </p:nvSpPr>
          <p:spPr>
            <a:xfrm>
              <a:off x="2493551" y="4295745"/>
              <a:ext cx="178888" cy="350288"/>
            </a:xfrm>
            <a:custGeom>
              <a:rect b="b" l="l" r="r" t="t"/>
              <a:pathLst>
                <a:path extrusionOk="0" h="13380" w="6833">
                  <a:moveTo>
                    <a:pt x="1" y="1"/>
                  </a:moveTo>
                  <a:lnTo>
                    <a:pt x="1" y="3397"/>
                  </a:lnTo>
                  <a:cubicBezTo>
                    <a:pt x="1" y="4934"/>
                    <a:pt x="1029" y="6284"/>
                    <a:pt x="2513" y="6693"/>
                  </a:cubicBezTo>
                  <a:cubicBezTo>
                    <a:pt x="1029" y="7096"/>
                    <a:pt x="1" y="8446"/>
                    <a:pt x="1" y="9983"/>
                  </a:cubicBezTo>
                  <a:lnTo>
                    <a:pt x="1" y="13380"/>
                  </a:lnTo>
                  <a:lnTo>
                    <a:pt x="6832" y="13380"/>
                  </a:lnTo>
                  <a:lnTo>
                    <a:pt x="6832" y="9983"/>
                  </a:lnTo>
                  <a:cubicBezTo>
                    <a:pt x="6827" y="8446"/>
                    <a:pt x="5799" y="7096"/>
                    <a:pt x="4320" y="6693"/>
                  </a:cubicBezTo>
                  <a:cubicBezTo>
                    <a:pt x="5799" y="6284"/>
                    <a:pt x="6827" y="4934"/>
                    <a:pt x="6832" y="3397"/>
                  </a:cubicBezTo>
                  <a:lnTo>
                    <a:pt x="6832" y="1"/>
                  </a:lnTo>
                  <a:close/>
                </a:path>
              </a:pathLst>
            </a:custGeom>
            <a:solidFill>
              <a:srgbClr val="E5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0"/>
            <p:cNvSpPr/>
            <p:nvPr/>
          </p:nvSpPr>
          <p:spPr>
            <a:xfrm>
              <a:off x="2516825" y="4404025"/>
              <a:ext cx="132078" cy="218760"/>
            </a:xfrm>
            <a:custGeom>
              <a:rect b="b" l="l" r="r" t="t"/>
              <a:pathLst>
                <a:path extrusionOk="0" h="8356" w="5045">
                  <a:moveTo>
                    <a:pt x="116" y="1"/>
                  </a:moveTo>
                  <a:cubicBezTo>
                    <a:pt x="366" y="832"/>
                    <a:pt x="1024" y="1471"/>
                    <a:pt x="1860" y="1692"/>
                  </a:cubicBezTo>
                  <a:cubicBezTo>
                    <a:pt x="2004" y="1735"/>
                    <a:pt x="2153" y="1764"/>
                    <a:pt x="2302" y="1778"/>
                  </a:cubicBezTo>
                  <a:lnTo>
                    <a:pt x="2302" y="4704"/>
                  </a:lnTo>
                  <a:cubicBezTo>
                    <a:pt x="1000" y="4819"/>
                    <a:pt x="1" y="5910"/>
                    <a:pt x="1" y="7216"/>
                  </a:cubicBezTo>
                  <a:lnTo>
                    <a:pt x="1" y="8355"/>
                  </a:lnTo>
                  <a:lnTo>
                    <a:pt x="5045" y="8355"/>
                  </a:lnTo>
                  <a:lnTo>
                    <a:pt x="5045" y="7216"/>
                  </a:lnTo>
                  <a:cubicBezTo>
                    <a:pt x="5045" y="5910"/>
                    <a:pt x="4050" y="4819"/>
                    <a:pt x="2748" y="4704"/>
                  </a:cubicBezTo>
                  <a:lnTo>
                    <a:pt x="2748" y="1778"/>
                  </a:lnTo>
                  <a:cubicBezTo>
                    <a:pt x="2902" y="1764"/>
                    <a:pt x="3051" y="1735"/>
                    <a:pt x="3195" y="1692"/>
                  </a:cubicBezTo>
                  <a:cubicBezTo>
                    <a:pt x="4031" y="1471"/>
                    <a:pt x="4689" y="832"/>
                    <a:pt x="4934"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0"/>
            <p:cNvSpPr/>
            <p:nvPr/>
          </p:nvSpPr>
          <p:spPr>
            <a:xfrm>
              <a:off x="2477973" y="4289959"/>
              <a:ext cx="210042" cy="361991"/>
            </a:xfrm>
            <a:custGeom>
              <a:rect b="b" l="l" r="r" t="t"/>
              <a:pathLst>
                <a:path extrusionOk="0" h="13827" w="8023">
                  <a:moveTo>
                    <a:pt x="7201" y="443"/>
                  </a:moveTo>
                  <a:lnTo>
                    <a:pt x="7201" y="3618"/>
                  </a:lnTo>
                  <a:cubicBezTo>
                    <a:pt x="7201" y="5054"/>
                    <a:pt x="6241" y="6313"/>
                    <a:pt x="4857" y="6697"/>
                  </a:cubicBezTo>
                  <a:cubicBezTo>
                    <a:pt x="4636" y="6755"/>
                    <a:pt x="4636" y="7067"/>
                    <a:pt x="4857" y="7125"/>
                  </a:cubicBezTo>
                  <a:cubicBezTo>
                    <a:pt x="6241" y="7509"/>
                    <a:pt x="7201" y="8768"/>
                    <a:pt x="7201" y="10204"/>
                  </a:cubicBezTo>
                  <a:lnTo>
                    <a:pt x="7201" y="13380"/>
                  </a:lnTo>
                  <a:lnTo>
                    <a:pt x="822" y="13380"/>
                  </a:lnTo>
                  <a:lnTo>
                    <a:pt x="822" y="10204"/>
                  </a:lnTo>
                  <a:cubicBezTo>
                    <a:pt x="822" y="8768"/>
                    <a:pt x="1782" y="7509"/>
                    <a:pt x="3166" y="7125"/>
                  </a:cubicBezTo>
                  <a:cubicBezTo>
                    <a:pt x="3387" y="7067"/>
                    <a:pt x="3387" y="6755"/>
                    <a:pt x="3166" y="6697"/>
                  </a:cubicBezTo>
                  <a:cubicBezTo>
                    <a:pt x="1782" y="6313"/>
                    <a:pt x="822" y="5054"/>
                    <a:pt x="822" y="3618"/>
                  </a:cubicBezTo>
                  <a:lnTo>
                    <a:pt x="822" y="443"/>
                  </a:lnTo>
                  <a:close/>
                  <a:moveTo>
                    <a:pt x="298" y="1"/>
                  </a:moveTo>
                  <a:cubicBezTo>
                    <a:pt x="0" y="1"/>
                    <a:pt x="0" y="443"/>
                    <a:pt x="298" y="443"/>
                  </a:cubicBezTo>
                  <a:lnTo>
                    <a:pt x="375" y="443"/>
                  </a:lnTo>
                  <a:lnTo>
                    <a:pt x="375" y="3618"/>
                  </a:lnTo>
                  <a:cubicBezTo>
                    <a:pt x="375" y="5026"/>
                    <a:pt x="1191" y="6308"/>
                    <a:pt x="2465" y="6914"/>
                  </a:cubicBezTo>
                  <a:cubicBezTo>
                    <a:pt x="1191" y="7514"/>
                    <a:pt x="375" y="8797"/>
                    <a:pt x="375" y="10204"/>
                  </a:cubicBezTo>
                  <a:lnTo>
                    <a:pt x="375" y="13380"/>
                  </a:lnTo>
                  <a:lnTo>
                    <a:pt x="298" y="13380"/>
                  </a:lnTo>
                  <a:cubicBezTo>
                    <a:pt x="0" y="13380"/>
                    <a:pt x="0" y="13827"/>
                    <a:pt x="298" y="13827"/>
                  </a:cubicBezTo>
                  <a:lnTo>
                    <a:pt x="7725" y="13827"/>
                  </a:lnTo>
                  <a:cubicBezTo>
                    <a:pt x="8023" y="13827"/>
                    <a:pt x="8023" y="13380"/>
                    <a:pt x="7725" y="13380"/>
                  </a:cubicBezTo>
                  <a:lnTo>
                    <a:pt x="7653" y="13380"/>
                  </a:lnTo>
                  <a:lnTo>
                    <a:pt x="7653" y="10204"/>
                  </a:lnTo>
                  <a:cubicBezTo>
                    <a:pt x="7648" y="8797"/>
                    <a:pt x="6831" y="7514"/>
                    <a:pt x="5558" y="6914"/>
                  </a:cubicBezTo>
                  <a:cubicBezTo>
                    <a:pt x="6831" y="6308"/>
                    <a:pt x="7648" y="5026"/>
                    <a:pt x="7653" y="3618"/>
                  </a:cubicBezTo>
                  <a:lnTo>
                    <a:pt x="7653" y="443"/>
                  </a:lnTo>
                  <a:lnTo>
                    <a:pt x="7725" y="443"/>
                  </a:lnTo>
                  <a:cubicBezTo>
                    <a:pt x="8023" y="443"/>
                    <a:pt x="8023" y="1"/>
                    <a:pt x="77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0"/>
            <p:cNvSpPr/>
            <p:nvPr/>
          </p:nvSpPr>
          <p:spPr>
            <a:xfrm>
              <a:off x="2513055" y="4398135"/>
              <a:ext cx="139880" cy="108856"/>
            </a:xfrm>
            <a:custGeom>
              <a:rect b="b" l="l" r="r" t="t"/>
              <a:pathLst>
                <a:path extrusionOk="0" h="4158" w="5343">
                  <a:moveTo>
                    <a:pt x="260" y="0"/>
                  </a:moveTo>
                  <a:cubicBezTo>
                    <a:pt x="111" y="0"/>
                    <a:pt x="0" y="149"/>
                    <a:pt x="48" y="288"/>
                  </a:cubicBezTo>
                  <a:cubicBezTo>
                    <a:pt x="322" y="1191"/>
                    <a:pt x="1038" y="1888"/>
                    <a:pt x="1946" y="2133"/>
                  </a:cubicBezTo>
                  <a:cubicBezTo>
                    <a:pt x="2114" y="2176"/>
                    <a:pt x="2278" y="2210"/>
                    <a:pt x="2450" y="2224"/>
                  </a:cubicBezTo>
                  <a:lnTo>
                    <a:pt x="2450" y="3935"/>
                  </a:lnTo>
                  <a:cubicBezTo>
                    <a:pt x="2450" y="4083"/>
                    <a:pt x="2561" y="4158"/>
                    <a:pt x="2671" y="4158"/>
                  </a:cubicBezTo>
                  <a:cubicBezTo>
                    <a:pt x="2782" y="4158"/>
                    <a:pt x="2892" y="4083"/>
                    <a:pt x="2892" y="3935"/>
                  </a:cubicBezTo>
                  <a:lnTo>
                    <a:pt x="2892" y="2224"/>
                  </a:lnTo>
                  <a:cubicBezTo>
                    <a:pt x="3065" y="2210"/>
                    <a:pt x="3234" y="2176"/>
                    <a:pt x="3397" y="2133"/>
                  </a:cubicBezTo>
                  <a:cubicBezTo>
                    <a:pt x="4305" y="1888"/>
                    <a:pt x="5021" y="1191"/>
                    <a:pt x="5299" y="288"/>
                  </a:cubicBezTo>
                  <a:cubicBezTo>
                    <a:pt x="5343" y="149"/>
                    <a:pt x="5232" y="0"/>
                    <a:pt x="5083" y="0"/>
                  </a:cubicBezTo>
                  <a:lnTo>
                    <a:pt x="3089" y="0"/>
                  </a:lnTo>
                  <a:cubicBezTo>
                    <a:pt x="2792" y="0"/>
                    <a:pt x="2792" y="447"/>
                    <a:pt x="3089" y="447"/>
                  </a:cubicBezTo>
                  <a:lnTo>
                    <a:pt x="4761" y="447"/>
                  </a:lnTo>
                  <a:cubicBezTo>
                    <a:pt x="4478" y="1067"/>
                    <a:pt x="3940" y="1523"/>
                    <a:pt x="3282" y="1701"/>
                  </a:cubicBezTo>
                  <a:cubicBezTo>
                    <a:pt x="3082" y="1758"/>
                    <a:pt x="2877" y="1787"/>
                    <a:pt x="2671" y="1787"/>
                  </a:cubicBezTo>
                  <a:cubicBezTo>
                    <a:pt x="2466" y="1787"/>
                    <a:pt x="2261" y="1758"/>
                    <a:pt x="2061" y="1701"/>
                  </a:cubicBezTo>
                  <a:cubicBezTo>
                    <a:pt x="1403" y="1523"/>
                    <a:pt x="865" y="1067"/>
                    <a:pt x="582" y="447"/>
                  </a:cubicBezTo>
                  <a:lnTo>
                    <a:pt x="2254" y="447"/>
                  </a:lnTo>
                  <a:cubicBezTo>
                    <a:pt x="2551" y="447"/>
                    <a:pt x="2551" y="0"/>
                    <a:pt x="2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0"/>
            <p:cNvSpPr/>
            <p:nvPr/>
          </p:nvSpPr>
          <p:spPr>
            <a:xfrm>
              <a:off x="2510908" y="4529532"/>
              <a:ext cx="143781" cy="99013"/>
            </a:xfrm>
            <a:custGeom>
              <a:rect b="b" l="l" r="r" t="t"/>
              <a:pathLst>
                <a:path extrusionOk="0" h="3782" w="5492">
                  <a:moveTo>
                    <a:pt x="2092" y="1"/>
                  </a:moveTo>
                  <a:cubicBezTo>
                    <a:pt x="2071" y="1"/>
                    <a:pt x="2048" y="4"/>
                    <a:pt x="2023" y="11"/>
                  </a:cubicBezTo>
                  <a:cubicBezTo>
                    <a:pt x="832" y="342"/>
                    <a:pt x="6" y="1423"/>
                    <a:pt x="1" y="2663"/>
                  </a:cubicBezTo>
                  <a:lnTo>
                    <a:pt x="1" y="3561"/>
                  </a:lnTo>
                  <a:cubicBezTo>
                    <a:pt x="1" y="3686"/>
                    <a:pt x="102" y="3782"/>
                    <a:pt x="227" y="3782"/>
                  </a:cubicBezTo>
                  <a:lnTo>
                    <a:pt x="5271" y="3782"/>
                  </a:lnTo>
                  <a:cubicBezTo>
                    <a:pt x="5391" y="3782"/>
                    <a:pt x="5492" y="3686"/>
                    <a:pt x="5492" y="3561"/>
                  </a:cubicBezTo>
                  <a:lnTo>
                    <a:pt x="5492" y="2663"/>
                  </a:lnTo>
                  <a:cubicBezTo>
                    <a:pt x="5492" y="1428"/>
                    <a:pt x="4670" y="342"/>
                    <a:pt x="3479" y="11"/>
                  </a:cubicBezTo>
                  <a:cubicBezTo>
                    <a:pt x="3455" y="4"/>
                    <a:pt x="3432" y="1"/>
                    <a:pt x="3410" y="1"/>
                  </a:cubicBezTo>
                  <a:cubicBezTo>
                    <a:pt x="3178" y="1"/>
                    <a:pt x="3100" y="369"/>
                    <a:pt x="3359" y="443"/>
                  </a:cubicBezTo>
                  <a:cubicBezTo>
                    <a:pt x="4358" y="717"/>
                    <a:pt x="5050" y="1625"/>
                    <a:pt x="5050" y="2658"/>
                  </a:cubicBezTo>
                  <a:lnTo>
                    <a:pt x="5050" y="3335"/>
                  </a:lnTo>
                  <a:lnTo>
                    <a:pt x="452" y="3335"/>
                  </a:lnTo>
                  <a:lnTo>
                    <a:pt x="452" y="2658"/>
                  </a:lnTo>
                  <a:cubicBezTo>
                    <a:pt x="452" y="1625"/>
                    <a:pt x="1144" y="717"/>
                    <a:pt x="2143" y="443"/>
                  </a:cubicBezTo>
                  <a:cubicBezTo>
                    <a:pt x="2403" y="369"/>
                    <a:pt x="2324" y="1"/>
                    <a:pt x="2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0"/>
            <p:cNvSpPr/>
            <p:nvPr/>
          </p:nvSpPr>
          <p:spPr>
            <a:xfrm>
              <a:off x="2577196" y="4518746"/>
              <a:ext cx="11598" cy="13535"/>
            </a:xfrm>
            <a:custGeom>
              <a:rect b="b" l="l" r="r" t="t"/>
              <a:pathLst>
                <a:path extrusionOk="0" h="517" w="443">
                  <a:moveTo>
                    <a:pt x="221" y="0"/>
                  </a:moveTo>
                  <a:cubicBezTo>
                    <a:pt x="97" y="0"/>
                    <a:pt x="0" y="101"/>
                    <a:pt x="0" y="221"/>
                  </a:cubicBezTo>
                  <a:lnTo>
                    <a:pt x="0" y="293"/>
                  </a:lnTo>
                  <a:cubicBezTo>
                    <a:pt x="0" y="442"/>
                    <a:pt x="111" y="517"/>
                    <a:pt x="221" y="517"/>
                  </a:cubicBezTo>
                  <a:cubicBezTo>
                    <a:pt x="332" y="517"/>
                    <a:pt x="442" y="442"/>
                    <a:pt x="442" y="293"/>
                  </a:cubicBezTo>
                  <a:lnTo>
                    <a:pt x="442" y="221"/>
                  </a:lnTo>
                  <a:cubicBezTo>
                    <a:pt x="442" y="96"/>
                    <a:pt x="346" y="0"/>
                    <a:pt x="2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80"/>
          <p:cNvGrpSpPr/>
          <p:nvPr/>
        </p:nvGrpSpPr>
        <p:grpSpPr>
          <a:xfrm>
            <a:off x="3518969" y="2909749"/>
            <a:ext cx="347827" cy="345602"/>
            <a:chOff x="3518969" y="2909749"/>
            <a:chExt cx="347827" cy="345602"/>
          </a:xfrm>
        </p:grpSpPr>
        <p:sp>
          <p:nvSpPr>
            <p:cNvPr id="8610" name="Google Shape;8610;p80"/>
            <p:cNvSpPr/>
            <p:nvPr/>
          </p:nvSpPr>
          <p:spPr>
            <a:xfrm>
              <a:off x="3670760" y="2915718"/>
              <a:ext cx="192344" cy="188496"/>
            </a:xfrm>
            <a:custGeom>
              <a:rect b="b" l="l" r="r" t="t"/>
              <a:pathLst>
                <a:path extrusionOk="0" h="7200" w="7347">
                  <a:moveTo>
                    <a:pt x="6520" y="0"/>
                  </a:moveTo>
                  <a:cubicBezTo>
                    <a:pt x="6326" y="0"/>
                    <a:pt x="6133" y="74"/>
                    <a:pt x="5987" y="220"/>
                  </a:cubicBezTo>
                  <a:lnTo>
                    <a:pt x="299" y="5913"/>
                  </a:lnTo>
                  <a:cubicBezTo>
                    <a:pt x="1" y="6206"/>
                    <a:pt x="1" y="6686"/>
                    <a:pt x="294" y="6979"/>
                  </a:cubicBezTo>
                  <a:cubicBezTo>
                    <a:pt x="443" y="7126"/>
                    <a:pt x="636" y="7199"/>
                    <a:pt x="829" y="7199"/>
                  </a:cubicBezTo>
                  <a:cubicBezTo>
                    <a:pt x="1023" y="7199"/>
                    <a:pt x="1216" y="7126"/>
                    <a:pt x="1365" y="6979"/>
                  </a:cubicBezTo>
                  <a:lnTo>
                    <a:pt x="7053" y="1291"/>
                  </a:lnTo>
                  <a:cubicBezTo>
                    <a:pt x="7346" y="994"/>
                    <a:pt x="7346" y="518"/>
                    <a:pt x="7053" y="220"/>
                  </a:cubicBezTo>
                  <a:cubicBezTo>
                    <a:pt x="6907" y="74"/>
                    <a:pt x="6713" y="0"/>
                    <a:pt x="652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0"/>
            <p:cNvSpPr/>
            <p:nvPr/>
          </p:nvSpPr>
          <p:spPr>
            <a:xfrm>
              <a:off x="3681075" y="2928913"/>
              <a:ext cx="183155" cy="178024"/>
            </a:xfrm>
            <a:custGeom>
              <a:rect b="b" l="l" r="r" t="t"/>
              <a:pathLst>
                <a:path extrusionOk="0" h="6800" w="6996">
                  <a:moveTo>
                    <a:pt x="6506" y="0"/>
                  </a:moveTo>
                  <a:cubicBezTo>
                    <a:pt x="6348" y="0"/>
                    <a:pt x="6193" y="91"/>
                    <a:pt x="6126" y="254"/>
                  </a:cubicBezTo>
                  <a:lnTo>
                    <a:pt x="438" y="5942"/>
                  </a:lnTo>
                  <a:cubicBezTo>
                    <a:pt x="111" y="6029"/>
                    <a:pt x="1" y="6437"/>
                    <a:pt x="241" y="6672"/>
                  </a:cubicBezTo>
                  <a:cubicBezTo>
                    <a:pt x="328" y="6759"/>
                    <a:pt x="438" y="6800"/>
                    <a:pt x="547" y="6800"/>
                  </a:cubicBezTo>
                  <a:cubicBezTo>
                    <a:pt x="734" y="6800"/>
                    <a:pt x="917" y="6681"/>
                    <a:pt x="971" y="6475"/>
                  </a:cubicBezTo>
                  <a:lnTo>
                    <a:pt x="6659" y="787"/>
                  </a:lnTo>
                  <a:cubicBezTo>
                    <a:pt x="6928" y="672"/>
                    <a:pt x="6995" y="326"/>
                    <a:pt x="6794" y="120"/>
                  </a:cubicBezTo>
                  <a:cubicBezTo>
                    <a:pt x="6712" y="38"/>
                    <a:pt x="6609" y="0"/>
                    <a:pt x="6506"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0"/>
            <p:cNvSpPr/>
            <p:nvPr/>
          </p:nvSpPr>
          <p:spPr>
            <a:xfrm>
              <a:off x="3550280" y="3012322"/>
              <a:ext cx="216980" cy="214414"/>
            </a:xfrm>
            <a:custGeom>
              <a:rect b="b" l="l" r="r" t="t"/>
              <a:pathLst>
                <a:path extrusionOk="0" h="8190" w="8288">
                  <a:moveTo>
                    <a:pt x="6326" y="0"/>
                  </a:moveTo>
                  <a:cubicBezTo>
                    <a:pt x="6008" y="0"/>
                    <a:pt x="5671" y="77"/>
                    <a:pt x="5333" y="248"/>
                  </a:cubicBezTo>
                  <a:cubicBezTo>
                    <a:pt x="4417" y="706"/>
                    <a:pt x="2047" y="1783"/>
                    <a:pt x="705" y="1783"/>
                  </a:cubicBezTo>
                  <a:cubicBezTo>
                    <a:pt x="413" y="1783"/>
                    <a:pt x="169" y="1732"/>
                    <a:pt x="0" y="1613"/>
                  </a:cubicBezTo>
                  <a:lnTo>
                    <a:pt x="0" y="1613"/>
                  </a:lnTo>
                  <a:lnTo>
                    <a:pt x="6582" y="8189"/>
                  </a:lnTo>
                  <a:cubicBezTo>
                    <a:pt x="5909" y="7243"/>
                    <a:pt x="7384" y="3971"/>
                    <a:pt x="7942" y="2857"/>
                  </a:cubicBezTo>
                  <a:cubicBezTo>
                    <a:pt x="8287" y="2165"/>
                    <a:pt x="8254" y="1497"/>
                    <a:pt x="7980" y="979"/>
                  </a:cubicBezTo>
                  <a:cubicBezTo>
                    <a:pt x="7667" y="393"/>
                    <a:pt x="7045" y="0"/>
                    <a:pt x="63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0"/>
            <p:cNvSpPr/>
            <p:nvPr/>
          </p:nvSpPr>
          <p:spPr>
            <a:xfrm>
              <a:off x="3570151" y="3032167"/>
              <a:ext cx="197240" cy="194570"/>
            </a:xfrm>
            <a:custGeom>
              <a:rect b="b" l="l" r="r" t="t"/>
              <a:pathLst>
                <a:path extrusionOk="0" h="7432" w="7534">
                  <a:moveTo>
                    <a:pt x="6325" y="0"/>
                  </a:moveTo>
                  <a:cubicBezTo>
                    <a:pt x="6007" y="0"/>
                    <a:pt x="5670" y="76"/>
                    <a:pt x="5333" y="245"/>
                  </a:cubicBezTo>
                  <a:cubicBezTo>
                    <a:pt x="4414" y="702"/>
                    <a:pt x="2049" y="1781"/>
                    <a:pt x="707" y="1781"/>
                  </a:cubicBezTo>
                  <a:cubicBezTo>
                    <a:pt x="414" y="1781"/>
                    <a:pt x="170" y="1729"/>
                    <a:pt x="0" y="1609"/>
                  </a:cubicBezTo>
                  <a:lnTo>
                    <a:pt x="0" y="1609"/>
                  </a:lnTo>
                  <a:lnTo>
                    <a:pt x="5823" y="7431"/>
                  </a:lnTo>
                  <a:cubicBezTo>
                    <a:pt x="5150" y="6485"/>
                    <a:pt x="6625" y="3213"/>
                    <a:pt x="7183" y="2099"/>
                  </a:cubicBezTo>
                  <a:cubicBezTo>
                    <a:pt x="7533" y="1407"/>
                    <a:pt x="7495" y="739"/>
                    <a:pt x="7221" y="221"/>
                  </a:cubicBezTo>
                  <a:cubicBezTo>
                    <a:pt x="6956" y="80"/>
                    <a:pt x="6651" y="0"/>
                    <a:pt x="6325"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0"/>
            <p:cNvSpPr/>
            <p:nvPr/>
          </p:nvSpPr>
          <p:spPr>
            <a:xfrm>
              <a:off x="3528263" y="3038371"/>
              <a:ext cx="212215" cy="208262"/>
            </a:xfrm>
            <a:custGeom>
              <a:rect b="b" l="l" r="r" t="t"/>
              <a:pathLst>
                <a:path extrusionOk="0" h="7955" w="8106">
                  <a:moveTo>
                    <a:pt x="794" y="0"/>
                  </a:moveTo>
                  <a:cubicBezTo>
                    <a:pt x="646" y="0"/>
                    <a:pt x="497" y="45"/>
                    <a:pt x="371" y="137"/>
                  </a:cubicBezTo>
                  <a:cubicBezTo>
                    <a:pt x="87" y="349"/>
                    <a:pt x="1" y="738"/>
                    <a:pt x="164" y="1050"/>
                  </a:cubicBezTo>
                  <a:cubicBezTo>
                    <a:pt x="198" y="1113"/>
                    <a:pt x="241" y="1170"/>
                    <a:pt x="289" y="1218"/>
                  </a:cubicBezTo>
                  <a:lnTo>
                    <a:pt x="6818" y="7747"/>
                  </a:lnTo>
                  <a:cubicBezTo>
                    <a:pt x="6958" y="7885"/>
                    <a:pt x="7142" y="7955"/>
                    <a:pt x="7324" y="7955"/>
                  </a:cubicBezTo>
                  <a:cubicBezTo>
                    <a:pt x="7504" y="7955"/>
                    <a:pt x="7684" y="7887"/>
                    <a:pt x="7822" y="7752"/>
                  </a:cubicBezTo>
                  <a:lnTo>
                    <a:pt x="7827" y="7742"/>
                  </a:lnTo>
                  <a:cubicBezTo>
                    <a:pt x="8105" y="7463"/>
                    <a:pt x="8105" y="7012"/>
                    <a:pt x="7827" y="6733"/>
                  </a:cubicBezTo>
                  <a:lnTo>
                    <a:pt x="1303" y="209"/>
                  </a:lnTo>
                  <a:cubicBezTo>
                    <a:pt x="1164" y="71"/>
                    <a:pt x="979" y="0"/>
                    <a:pt x="7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0"/>
            <p:cNvSpPr/>
            <p:nvPr/>
          </p:nvSpPr>
          <p:spPr>
            <a:xfrm>
              <a:off x="3532556" y="3060494"/>
              <a:ext cx="200486" cy="186140"/>
            </a:xfrm>
            <a:custGeom>
              <a:rect b="b" l="l" r="r" t="t"/>
              <a:pathLst>
                <a:path extrusionOk="0" h="7110" w="7658">
                  <a:moveTo>
                    <a:pt x="500" y="0"/>
                  </a:moveTo>
                  <a:cubicBezTo>
                    <a:pt x="319" y="0"/>
                    <a:pt x="139" y="69"/>
                    <a:pt x="0" y="205"/>
                  </a:cubicBezTo>
                  <a:cubicBezTo>
                    <a:pt x="34" y="268"/>
                    <a:pt x="77" y="325"/>
                    <a:pt x="125" y="373"/>
                  </a:cubicBezTo>
                  <a:lnTo>
                    <a:pt x="6654" y="6902"/>
                  </a:lnTo>
                  <a:cubicBezTo>
                    <a:pt x="6794" y="7040"/>
                    <a:pt x="6978" y="7110"/>
                    <a:pt x="7160" y="7110"/>
                  </a:cubicBezTo>
                  <a:cubicBezTo>
                    <a:pt x="7340" y="7110"/>
                    <a:pt x="7520" y="7042"/>
                    <a:pt x="7658" y="6907"/>
                  </a:cubicBezTo>
                  <a:cubicBezTo>
                    <a:pt x="7624" y="6844"/>
                    <a:pt x="7581" y="6787"/>
                    <a:pt x="7533" y="6739"/>
                  </a:cubicBezTo>
                  <a:lnTo>
                    <a:pt x="1004" y="210"/>
                  </a:lnTo>
                  <a:cubicBezTo>
                    <a:pt x="864" y="70"/>
                    <a:pt x="682" y="0"/>
                    <a:pt x="50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0"/>
            <p:cNvSpPr/>
            <p:nvPr/>
          </p:nvSpPr>
          <p:spPr>
            <a:xfrm>
              <a:off x="3564653" y="3174665"/>
              <a:ext cx="38851" cy="35317"/>
            </a:xfrm>
            <a:custGeom>
              <a:rect b="b" l="l" r="r" t="t"/>
              <a:pathLst>
                <a:path extrusionOk="0" h="1349" w="1484">
                  <a:moveTo>
                    <a:pt x="769" y="1"/>
                  </a:moveTo>
                  <a:cubicBezTo>
                    <a:pt x="480" y="1"/>
                    <a:pt x="192" y="177"/>
                    <a:pt x="110" y="518"/>
                  </a:cubicBezTo>
                  <a:cubicBezTo>
                    <a:pt x="1" y="985"/>
                    <a:pt x="375" y="1348"/>
                    <a:pt x="773" y="1348"/>
                  </a:cubicBezTo>
                  <a:cubicBezTo>
                    <a:pt x="937" y="1348"/>
                    <a:pt x="1104" y="1287"/>
                    <a:pt x="1243" y="1148"/>
                  </a:cubicBezTo>
                  <a:cubicBezTo>
                    <a:pt x="1421" y="970"/>
                    <a:pt x="1484" y="701"/>
                    <a:pt x="1407" y="461"/>
                  </a:cubicBezTo>
                  <a:cubicBezTo>
                    <a:pt x="1303" y="151"/>
                    <a:pt x="1036" y="1"/>
                    <a:pt x="76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0"/>
            <p:cNvSpPr/>
            <p:nvPr/>
          </p:nvSpPr>
          <p:spPr>
            <a:xfrm>
              <a:off x="3581382" y="3183513"/>
              <a:ext cx="22122" cy="21808"/>
            </a:xfrm>
            <a:custGeom>
              <a:rect b="b" l="l" r="r" t="t"/>
              <a:pathLst>
                <a:path extrusionOk="0" h="833" w="845">
                  <a:moveTo>
                    <a:pt x="474" y="0"/>
                  </a:moveTo>
                  <a:cubicBezTo>
                    <a:pt x="292" y="0"/>
                    <a:pt x="115" y="118"/>
                    <a:pt x="66" y="320"/>
                  </a:cubicBezTo>
                  <a:cubicBezTo>
                    <a:pt x="1" y="590"/>
                    <a:pt x="211" y="833"/>
                    <a:pt x="468" y="833"/>
                  </a:cubicBezTo>
                  <a:cubicBezTo>
                    <a:pt x="513" y="833"/>
                    <a:pt x="558" y="825"/>
                    <a:pt x="604" y="810"/>
                  </a:cubicBezTo>
                  <a:cubicBezTo>
                    <a:pt x="782" y="632"/>
                    <a:pt x="845" y="363"/>
                    <a:pt x="768" y="123"/>
                  </a:cubicBezTo>
                  <a:cubicBezTo>
                    <a:pt x="684" y="39"/>
                    <a:pt x="578" y="0"/>
                    <a:pt x="4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0"/>
            <p:cNvSpPr/>
            <p:nvPr/>
          </p:nvSpPr>
          <p:spPr>
            <a:xfrm>
              <a:off x="3521613" y="2909749"/>
              <a:ext cx="345183" cy="342879"/>
            </a:xfrm>
            <a:custGeom>
              <a:rect b="b" l="l" r="r" t="t"/>
              <a:pathLst>
                <a:path extrusionOk="0" h="13097" w="13185">
                  <a:moveTo>
                    <a:pt x="2411" y="10353"/>
                  </a:moveTo>
                  <a:cubicBezTo>
                    <a:pt x="2519" y="10353"/>
                    <a:pt x="2629" y="10393"/>
                    <a:pt x="2719" y="10484"/>
                  </a:cubicBezTo>
                  <a:cubicBezTo>
                    <a:pt x="2892" y="10652"/>
                    <a:pt x="2892" y="10930"/>
                    <a:pt x="2724" y="11103"/>
                  </a:cubicBezTo>
                  <a:lnTo>
                    <a:pt x="2719" y="11108"/>
                  </a:lnTo>
                  <a:cubicBezTo>
                    <a:pt x="2630" y="11196"/>
                    <a:pt x="2520" y="11236"/>
                    <a:pt x="2413" y="11236"/>
                  </a:cubicBezTo>
                  <a:cubicBezTo>
                    <a:pt x="2187" y="11236"/>
                    <a:pt x="1970" y="11060"/>
                    <a:pt x="1970" y="10796"/>
                  </a:cubicBezTo>
                  <a:cubicBezTo>
                    <a:pt x="1970" y="10529"/>
                    <a:pt x="2185" y="10353"/>
                    <a:pt x="2411" y="10353"/>
                  </a:cubicBezTo>
                  <a:close/>
                  <a:moveTo>
                    <a:pt x="12216" y="1"/>
                  </a:moveTo>
                  <a:cubicBezTo>
                    <a:pt x="11967" y="1"/>
                    <a:pt x="11716" y="94"/>
                    <a:pt x="11520" y="290"/>
                  </a:cubicBezTo>
                  <a:lnTo>
                    <a:pt x="8037" y="3777"/>
                  </a:lnTo>
                  <a:cubicBezTo>
                    <a:pt x="7830" y="3720"/>
                    <a:pt x="7618" y="3692"/>
                    <a:pt x="7407" y="3692"/>
                  </a:cubicBezTo>
                  <a:cubicBezTo>
                    <a:pt x="7033" y="3692"/>
                    <a:pt x="6662" y="3782"/>
                    <a:pt x="6327" y="3960"/>
                  </a:cubicBezTo>
                  <a:cubicBezTo>
                    <a:pt x="6092" y="4075"/>
                    <a:pt x="5462" y="4378"/>
                    <a:pt x="4703" y="4690"/>
                  </a:cubicBezTo>
                  <a:cubicBezTo>
                    <a:pt x="4460" y="4797"/>
                    <a:pt x="4562" y="5135"/>
                    <a:pt x="4786" y="5135"/>
                  </a:cubicBezTo>
                  <a:cubicBezTo>
                    <a:pt x="4814" y="5135"/>
                    <a:pt x="4845" y="5129"/>
                    <a:pt x="4876" y="5118"/>
                  </a:cubicBezTo>
                  <a:cubicBezTo>
                    <a:pt x="5650" y="4805"/>
                    <a:pt x="6293" y="4493"/>
                    <a:pt x="6534" y="4373"/>
                  </a:cubicBezTo>
                  <a:cubicBezTo>
                    <a:pt x="6841" y="4218"/>
                    <a:pt x="7145" y="4148"/>
                    <a:pt x="7430" y="4148"/>
                  </a:cubicBezTo>
                  <a:cubicBezTo>
                    <a:pt x="8624" y="4148"/>
                    <a:pt x="9489" y="5367"/>
                    <a:pt x="8830" y="6669"/>
                  </a:cubicBezTo>
                  <a:cubicBezTo>
                    <a:pt x="8388" y="7563"/>
                    <a:pt x="7999" y="8490"/>
                    <a:pt x="7677" y="9432"/>
                  </a:cubicBezTo>
                  <a:cubicBezTo>
                    <a:pt x="7547" y="9816"/>
                    <a:pt x="7442" y="10205"/>
                    <a:pt x="7360" y="10599"/>
                  </a:cubicBezTo>
                  <a:lnTo>
                    <a:pt x="2609" y="5843"/>
                  </a:lnTo>
                  <a:cubicBezTo>
                    <a:pt x="3080" y="5742"/>
                    <a:pt x="3541" y="5612"/>
                    <a:pt x="3992" y="5449"/>
                  </a:cubicBezTo>
                  <a:cubicBezTo>
                    <a:pt x="4237" y="5348"/>
                    <a:pt x="4144" y="5001"/>
                    <a:pt x="3915" y="5001"/>
                  </a:cubicBezTo>
                  <a:cubicBezTo>
                    <a:pt x="3892" y="5001"/>
                    <a:pt x="3868" y="5005"/>
                    <a:pt x="3843" y="5012"/>
                  </a:cubicBezTo>
                  <a:cubicBezTo>
                    <a:pt x="3123" y="5262"/>
                    <a:pt x="2594" y="5387"/>
                    <a:pt x="2205" y="5439"/>
                  </a:cubicBezTo>
                  <a:lnTo>
                    <a:pt x="1720" y="4954"/>
                  </a:lnTo>
                  <a:cubicBezTo>
                    <a:pt x="1537" y="4769"/>
                    <a:pt x="1294" y="4674"/>
                    <a:pt x="1049" y="4674"/>
                  </a:cubicBezTo>
                  <a:cubicBezTo>
                    <a:pt x="869" y="4674"/>
                    <a:pt x="687" y="4725"/>
                    <a:pt x="529" y="4829"/>
                  </a:cubicBezTo>
                  <a:cubicBezTo>
                    <a:pt x="154" y="5074"/>
                    <a:pt x="0" y="5555"/>
                    <a:pt x="168" y="5973"/>
                  </a:cubicBezTo>
                  <a:cubicBezTo>
                    <a:pt x="205" y="6085"/>
                    <a:pt x="290" y="6132"/>
                    <a:pt x="377" y="6132"/>
                  </a:cubicBezTo>
                  <a:cubicBezTo>
                    <a:pt x="529" y="6132"/>
                    <a:pt x="686" y="5989"/>
                    <a:pt x="601" y="5800"/>
                  </a:cubicBezTo>
                  <a:cubicBezTo>
                    <a:pt x="461" y="5450"/>
                    <a:pt x="746" y="5142"/>
                    <a:pt x="1055" y="5142"/>
                  </a:cubicBezTo>
                  <a:cubicBezTo>
                    <a:pt x="1172" y="5142"/>
                    <a:pt x="1291" y="5185"/>
                    <a:pt x="1393" y="5286"/>
                  </a:cubicBezTo>
                  <a:lnTo>
                    <a:pt x="7917" y="11810"/>
                  </a:lnTo>
                  <a:cubicBezTo>
                    <a:pt x="8105" y="12002"/>
                    <a:pt x="8105" y="12304"/>
                    <a:pt x="7917" y="12492"/>
                  </a:cubicBezTo>
                  <a:cubicBezTo>
                    <a:pt x="7823" y="12588"/>
                    <a:pt x="7698" y="12636"/>
                    <a:pt x="7574" y="12636"/>
                  </a:cubicBezTo>
                  <a:cubicBezTo>
                    <a:pt x="7451" y="12636"/>
                    <a:pt x="7328" y="12590"/>
                    <a:pt x="7235" y="12497"/>
                  </a:cubicBezTo>
                  <a:lnTo>
                    <a:pt x="1153" y="6415"/>
                  </a:lnTo>
                  <a:cubicBezTo>
                    <a:pt x="1101" y="6355"/>
                    <a:pt x="1041" y="6330"/>
                    <a:pt x="983" y="6330"/>
                  </a:cubicBezTo>
                  <a:cubicBezTo>
                    <a:pt x="799" y="6330"/>
                    <a:pt x="638" y="6577"/>
                    <a:pt x="831" y="6741"/>
                  </a:cubicBezTo>
                  <a:lnTo>
                    <a:pt x="3483" y="9393"/>
                  </a:lnTo>
                  <a:lnTo>
                    <a:pt x="2868" y="10008"/>
                  </a:lnTo>
                  <a:cubicBezTo>
                    <a:pt x="2725" y="9926"/>
                    <a:pt x="2568" y="9887"/>
                    <a:pt x="2412" y="9887"/>
                  </a:cubicBezTo>
                  <a:cubicBezTo>
                    <a:pt x="2139" y="9887"/>
                    <a:pt x="1871" y="10009"/>
                    <a:pt x="1696" y="10239"/>
                  </a:cubicBezTo>
                  <a:cubicBezTo>
                    <a:pt x="1417" y="10599"/>
                    <a:pt x="1451" y="11108"/>
                    <a:pt x="1773" y="11430"/>
                  </a:cubicBezTo>
                  <a:cubicBezTo>
                    <a:pt x="1949" y="11606"/>
                    <a:pt x="2180" y="11696"/>
                    <a:pt x="2413" y="11696"/>
                  </a:cubicBezTo>
                  <a:cubicBezTo>
                    <a:pt x="2606" y="11696"/>
                    <a:pt x="2801" y="11633"/>
                    <a:pt x="2964" y="11507"/>
                  </a:cubicBezTo>
                  <a:cubicBezTo>
                    <a:pt x="3325" y="11233"/>
                    <a:pt x="3421" y="10729"/>
                    <a:pt x="3195" y="10335"/>
                  </a:cubicBezTo>
                  <a:lnTo>
                    <a:pt x="3810" y="9720"/>
                  </a:lnTo>
                  <a:lnTo>
                    <a:pt x="6908" y="12823"/>
                  </a:lnTo>
                  <a:cubicBezTo>
                    <a:pt x="7093" y="13005"/>
                    <a:pt x="7334" y="13096"/>
                    <a:pt x="7576" y="13096"/>
                  </a:cubicBezTo>
                  <a:cubicBezTo>
                    <a:pt x="7820" y="13096"/>
                    <a:pt x="8063" y="13004"/>
                    <a:pt x="8249" y="12818"/>
                  </a:cubicBezTo>
                  <a:cubicBezTo>
                    <a:pt x="8619" y="12453"/>
                    <a:pt x="8619" y="11853"/>
                    <a:pt x="8249" y="11483"/>
                  </a:cubicBezTo>
                  <a:lnTo>
                    <a:pt x="8244" y="11488"/>
                  </a:lnTo>
                  <a:lnTo>
                    <a:pt x="7763" y="11002"/>
                  </a:lnTo>
                  <a:cubicBezTo>
                    <a:pt x="7903" y="9931"/>
                    <a:pt x="8542" y="8293"/>
                    <a:pt x="9243" y="6881"/>
                  </a:cubicBezTo>
                  <a:cubicBezTo>
                    <a:pt x="9531" y="6304"/>
                    <a:pt x="9594" y="5699"/>
                    <a:pt x="9435" y="5166"/>
                  </a:cubicBezTo>
                  <a:cubicBezTo>
                    <a:pt x="13139" y="1457"/>
                    <a:pt x="12923" y="1678"/>
                    <a:pt x="12961" y="1635"/>
                  </a:cubicBezTo>
                  <a:cubicBezTo>
                    <a:pt x="13129" y="1460"/>
                    <a:pt x="12966" y="1235"/>
                    <a:pt x="12788" y="1235"/>
                  </a:cubicBezTo>
                  <a:cubicBezTo>
                    <a:pt x="12726" y="1235"/>
                    <a:pt x="12663" y="1262"/>
                    <a:pt x="12611" y="1327"/>
                  </a:cubicBezTo>
                  <a:cubicBezTo>
                    <a:pt x="12592" y="1356"/>
                    <a:pt x="12813" y="1130"/>
                    <a:pt x="9234" y="4709"/>
                  </a:cubicBezTo>
                  <a:cubicBezTo>
                    <a:pt x="9051" y="4407"/>
                    <a:pt x="8796" y="4152"/>
                    <a:pt x="8494" y="3974"/>
                  </a:cubicBezTo>
                  <a:lnTo>
                    <a:pt x="11847" y="616"/>
                  </a:lnTo>
                  <a:cubicBezTo>
                    <a:pt x="11950" y="513"/>
                    <a:pt x="12083" y="463"/>
                    <a:pt x="12216" y="463"/>
                  </a:cubicBezTo>
                  <a:cubicBezTo>
                    <a:pt x="12397" y="463"/>
                    <a:pt x="12576" y="556"/>
                    <a:pt x="12673" y="732"/>
                  </a:cubicBezTo>
                  <a:cubicBezTo>
                    <a:pt x="12721" y="818"/>
                    <a:pt x="12794" y="855"/>
                    <a:pt x="12868" y="855"/>
                  </a:cubicBezTo>
                  <a:cubicBezTo>
                    <a:pt x="13027" y="855"/>
                    <a:pt x="13185" y="688"/>
                    <a:pt x="13077" y="501"/>
                  </a:cubicBezTo>
                  <a:cubicBezTo>
                    <a:pt x="12891" y="174"/>
                    <a:pt x="12556" y="1"/>
                    <a:pt x="12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0"/>
            <p:cNvSpPr/>
            <p:nvPr/>
          </p:nvSpPr>
          <p:spPr>
            <a:xfrm>
              <a:off x="3518969" y="2974152"/>
              <a:ext cx="172474" cy="41155"/>
            </a:xfrm>
            <a:custGeom>
              <a:rect b="b" l="l" r="r" t="t"/>
              <a:pathLst>
                <a:path extrusionOk="0" h="1572" w="6588">
                  <a:moveTo>
                    <a:pt x="4072" y="1"/>
                  </a:moveTo>
                  <a:cubicBezTo>
                    <a:pt x="2679" y="1"/>
                    <a:pt x="1247" y="407"/>
                    <a:pt x="202" y="1149"/>
                  </a:cubicBezTo>
                  <a:cubicBezTo>
                    <a:pt x="1" y="1295"/>
                    <a:pt x="140" y="1571"/>
                    <a:pt x="335" y="1571"/>
                  </a:cubicBezTo>
                  <a:cubicBezTo>
                    <a:pt x="377" y="1571"/>
                    <a:pt x="422" y="1558"/>
                    <a:pt x="466" y="1529"/>
                  </a:cubicBezTo>
                  <a:cubicBezTo>
                    <a:pt x="1192" y="1015"/>
                    <a:pt x="2157" y="659"/>
                    <a:pt x="3181" y="525"/>
                  </a:cubicBezTo>
                  <a:cubicBezTo>
                    <a:pt x="3480" y="484"/>
                    <a:pt x="3778" y="465"/>
                    <a:pt x="4071" y="465"/>
                  </a:cubicBezTo>
                  <a:cubicBezTo>
                    <a:pt x="4829" y="465"/>
                    <a:pt x="5554" y="596"/>
                    <a:pt x="6173" y="842"/>
                  </a:cubicBezTo>
                  <a:cubicBezTo>
                    <a:pt x="6202" y="852"/>
                    <a:pt x="6230" y="856"/>
                    <a:pt x="6256" y="856"/>
                  </a:cubicBezTo>
                  <a:cubicBezTo>
                    <a:pt x="6478" y="856"/>
                    <a:pt x="6587" y="522"/>
                    <a:pt x="6346" y="414"/>
                  </a:cubicBezTo>
                  <a:cubicBezTo>
                    <a:pt x="5655" y="134"/>
                    <a:pt x="4870" y="1"/>
                    <a:pt x="40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0"/>
            <p:cNvSpPr/>
            <p:nvPr/>
          </p:nvSpPr>
          <p:spPr>
            <a:xfrm>
              <a:off x="3538211" y="2936034"/>
              <a:ext cx="131869" cy="33667"/>
            </a:xfrm>
            <a:custGeom>
              <a:rect b="b" l="l" r="r" t="t"/>
              <a:pathLst>
                <a:path extrusionOk="0" h="1286" w="5037">
                  <a:moveTo>
                    <a:pt x="3099" y="0"/>
                  </a:moveTo>
                  <a:cubicBezTo>
                    <a:pt x="2061" y="0"/>
                    <a:pt x="992" y="302"/>
                    <a:pt x="212" y="856"/>
                  </a:cubicBezTo>
                  <a:cubicBezTo>
                    <a:pt x="1" y="1001"/>
                    <a:pt x="143" y="1286"/>
                    <a:pt x="337" y="1286"/>
                  </a:cubicBezTo>
                  <a:cubicBezTo>
                    <a:pt x="382" y="1286"/>
                    <a:pt x="429" y="1271"/>
                    <a:pt x="476" y="1236"/>
                  </a:cubicBezTo>
                  <a:cubicBezTo>
                    <a:pt x="1182" y="734"/>
                    <a:pt x="2159" y="463"/>
                    <a:pt x="3101" y="463"/>
                  </a:cubicBezTo>
                  <a:cubicBezTo>
                    <a:pt x="3638" y="463"/>
                    <a:pt x="4164" y="551"/>
                    <a:pt x="4622" y="736"/>
                  </a:cubicBezTo>
                  <a:cubicBezTo>
                    <a:pt x="4651" y="746"/>
                    <a:pt x="4679" y="751"/>
                    <a:pt x="4705" y="751"/>
                  </a:cubicBezTo>
                  <a:cubicBezTo>
                    <a:pt x="4930" y="751"/>
                    <a:pt x="5036" y="416"/>
                    <a:pt x="4800" y="309"/>
                  </a:cubicBezTo>
                  <a:cubicBezTo>
                    <a:pt x="4284" y="100"/>
                    <a:pt x="3696" y="0"/>
                    <a:pt x="3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0"/>
            <p:cNvSpPr/>
            <p:nvPr/>
          </p:nvSpPr>
          <p:spPr>
            <a:xfrm>
              <a:off x="3759589" y="3087747"/>
              <a:ext cx="52439" cy="167604"/>
            </a:xfrm>
            <a:custGeom>
              <a:rect b="b" l="l" r="r" t="t"/>
              <a:pathLst>
                <a:path extrusionOk="0" h="6402" w="2003">
                  <a:moveTo>
                    <a:pt x="1031" y="1"/>
                  </a:moveTo>
                  <a:cubicBezTo>
                    <a:pt x="880" y="1"/>
                    <a:pt x="726" y="145"/>
                    <a:pt x="811" y="331"/>
                  </a:cubicBezTo>
                  <a:cubicBezTo>
                    <a:pt x="1157" y="1187"/>
                    <a:pt x="1268" y="2253"/>
                    <a:pt x="1128" y="3324"/>
                  </a:cubicBezTo>
                  <a:cubicBezTo>
                    <a:pt x="994" y="4348"/>
                    <a:pt x="638" y="5308"/>
                    <a:pt x="124" y="6034"/>
                  </a:cubicBezTo>
                  <a:cubicBezTo>
                    <a:pt x="0" y="6216"/>
                    <a:pt x="155" y="6401"/>
                    <a:pt x="320" y="6401"/>
                  </a:cubicBezTo>
                  <a:cubicBezTo>
                    <a:pt x="385" y="6401"/>
                    <a:pt x="452" y="6372"/>
                    <a:pt x="504" y="6303"/>
                  </a:cubicBezTo>
                  <a:cubicBezTo>
                    <a:pt x="1671" y="4655"/>
                    <a:pt x="2003" y="2051"/>
                    <a:pt x="1239" y="159"/>
                  </a:cubicBezTo>
                  <a:cubicBezTo>
                    <a:pt x="1201" y="47"/>
                    <a:pt x="1116" y="1"/>
                    <a:pt x="1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0"/>
            <p:cNvSpPr/>
            <p:nvPr/>
          </p:nvSpPr>
          <p:spPr>
            <a:xfrm>
              <a:off x="3805116" y="3109057"/>
              <a:ext cx="42752" cy="126947"/>
            </a:xfrm>
            <a:custGeom>
              <a:rect b="b" l="l" r="r" t="t"/>
              <a:pathLst>
                <a:path extrusionOk="0" h="4849" w="1633">
                  <a:moveTo>
                    <a:pt x="853" y="1"/>
                  </a:moveTo>
                  <a:cubicBezTo>
                    <a:pt x="702" y="1"/>
                    <a:pt x="548" y="143"/>
                    <a:pt x="634" y="329"/>
                  </a:cubicBezTo>
                  <a:cubicBezTo>
                    <a:pt x="1143" y="1593"/>
                    <a:pt x="922" y="3365"/>
                    <a:pt x="134" y="4475"/>
                  </a:cubicBezTo>
                  <a:cubicBezTo>
                    <a:pt x="0" y="4657"/>
                    <a:pt x="161" y="4849"/>
                    <a:pt x="328" y="4849"/>
                  </a:cubicBezTo>
                  <a:cubicBezTo>
                    <a:pt x="395" y="4849"/>
                    <a:pt x="463" y="4818"/>
                    <a:pt x="514" y="4744"/>
                  </a:cubicBezTo>
                  <a:cubicBezTo>
                    <a:pt x="1388" y="3510"/>
                    <a:pt x="1633" y="1569"/>
                    <a:pt x="1061" y="156"/>
                  </a:cubicBezTo>
                  <a:cubicBezTo>
                    <a:pt x="1023" y="47"/>
                    <a:pt x="938" y="1"/>
                    <a:pt x="8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80"/>
          <p:cNvGrpSpPr/>
          <p:nvPr/>
        </p:nvGrpSpPr>
        <p:grpSpPr>
          <a:xfrm>
            <a:off x="2137005" y="1523256"/>
            <a:ext cx="415817" cy="355734"/>
            <a:chOff x="2137005" y="1523256"/>
            <a:chExt cx="415817" cy="355734"/>
          </a:xfrm>
        </p:grpSpPr>
        <p:sp>
          <p:nvSpPr>
            <p:cNvPr id="8624" name="Google Shape;8624;p80"/>
            <p:cNvSpPr/>
            <p:nvPr/>
          </p:nvSpPr>
          <p:spPr>
            <a:xfrm>
              <a:off x="2143027" y="1845139"/>
              <a:ext cx="403643" cy="27934"/>
            </a:xfrm>
            <a:custGeom>
              <a:rect b="b" l="l" r="r" t="t"/>
              <a:pathLst>
                <a:path extrusionOk="0" h="1067" w="15418">
                  <a:moveTo>
                    <a:pt x="294" y="0"/>
                  </a:moveTo>
                  <a:cubicBezTo>
                    <a:pt x="131" y="0"/>
                    <a:pt x="1" y="130"/>
                    <a:pt x="1" y="289"/>
                  </a:cubicBezTo>
                  <a:lnTo>
                    <a:pt x="1" y="774"/>
                  </a:lnTo>
                  <a:cubicBezTo>
                    <a:pt x="1" y="937"/>
                    <a:pt x="131" y="1062"/>
                    <a:pt x="294" y="1067"/>
                  </a:cubicBezTo>
                  <a:lnTo>
                    <a:pt x="15129" y="1067"/>
                  </a:lnTo>
                  <a:cubicBezTo>
                    <a:pt x="15287" y="1067"/>
                    <a:pt x="15417" y="937"/>
                    <a:pt x="15417" y="774"/>
                  </a:cubicBezTo>
                  <a:lnTo>
                    <a:pt x="15417" y="289"/>
                  </a:lnTo>
                  <a:cubicBezTo>
                    <a:pt x="15417" y="130"/>
                    <a:pt x="15287" y="0"/>
                    <a:pt x="15129"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0"/>
            <p:cNvSpPr/>
            <p:nvPr/>
          </p:nvSpPr>
          <p:spPr>
            <a:xfrm>
              <a:off x="2509520" y="1845139"/>
              <a:ext cx="37149" cy="27803"/>
            </a:xfrm>
            <a:custGeom>
              <a:rect b="b" l="l" r="r" t="t"/>
              <a:pathLst>
                <a:path extrusionOk="0" h="1062" w="1419">
                  <a:moveTo>
                    <a:pt x="1" y="0"/>
                  </a:moveTo>
                  <a:cubicBezTo>
                    <a:pt x="159" y="0"/>
                    <a:pt x="289" y="130"/>
                    <a:pt x="289" y="289"/>
                  </a:cubicBezTo>
                  <a:lnTo>
                    <a:pt x="289" y="774"/>
                  </a:lnTo>
                  <a:cubicBezTo>
                    <a:pt x="289" y="932"/>
                    <a:pt x="159" y="1062"/>
                    <a:pt x="1" y="1062"/>
                  </a:cubicBezTo>
                  <a:lnTo>
                    <a:pt x="1130" y="1062"/>
                  </a:lnTo>
                  <a:cubicBezTo>
                    <a:pt x="1288" y="1062"/>
                    <a:pt x="1418" y="932"/>
                    <a:pt x="1418" y="774"/>
                  </a:cubicBezTo>
                  <a:lnTo>
                    <a:pt x="1418" y="289"/>
                  </a:lnTo>
                  <a:cubicBezTo>
                    <a:pt x="1418" y="130"/>
                    <a:pt x="1288" y="0"/>
                    <a:pt x="113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0"/>
            <p:cNvSpPr/>
            <p:nvPr/>
          </p:nvSpPr>
          <p:spPr>
            <a:xfrm>
              <a:off x="2158499" y="1612975"/>
              <a:ext cx="372803" cy="232190"/>
            </a:xfrm>
            <a:custGeom>
              <a:rect b="b" l="l" r="r" t="t"/>
              <a:pathLst>
                <a:path extrusionOk="0" h="8869" w="14240">
                  <a:moveTo>
                    <a:pt x="294" y="0"/>
                  </a:moveTo>
                  <a:cubicBezTo>
                    <a:pt x="130" y="0"/>
                    <a:pt x="1" y="130"/>
                    <a:pt x="1" y="293"/>
                  </a:cubicBezTo>
                  <a:lnTo>
                    <a:pt x="1" y="8580"/>
                  </a:lnTo>
                  <a:cubicBezTo>
                    <a:pt x="1" y="8739"/>
                    <a:pt x="130" y="8868"/>
                    <a:pt x="294" y="8868"/>
                  </a:cubicBezTo>
                  <a:lnTo>
                    <a:pt x="13947" y="8868"/>
                  </a:lnTo>
                  <a:cubicBezTo>
                    <a:pt x="14110" y="8868"/>
                    <a:pt x="14240" y="8734"/>
                    <a:pt x="14235" y="8575"/>
                  </a:cubicBezTo>
                  <a:lnTo>
                    <a:pt x="14235" y="288"/>
                  </a:lnTo>
                  <a:cubicBezTo>
                    <a:pt x="14235" y="130"/>
                    <a:pt x="14105" y="0"/>
                    <a:pt x="1394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0"/>
            <p:cNvSpPr/>
            <p:nvPr/>
          </p:nvSpPr>
          <p:spPr>
            <a:xfrm>
              <a:off x="2158499" y="1612975"/>
              <a:ext cx="372803" cy="232190"/>
            </a:xfrm>
            <a:custGeom>
              <a:rect b="b" l="l" r="r" t="t"/>
              <a:pathLst>
                <a:path extrusionOk="0" h="8869" w="14240">
                  <a:moveTo>
                    <a:pt x="13274" y="0"/>
                  </a:moveTo>
                  <a:lnTo>
                    <a:pt x="13274" y="7552"/>
                  </a:lnTo>
                  <a:cubicBezTo>
                    <a:pt x="13274" y="7711"/>
                    <a:pt x="13145" y="7840"/>
                    <a:pt x="12986" y="7840"/>
                  </a:cubicBezTo>
                  <a:lnTo>
                    <a:pt x="1" y="7840"/>
                  </a:lnTo>
                  <a:lnTo>
                    <a:pt x="1" y="8580"/>
                  </a:lnTo>
                  <a:cubicBezTo>
                    <a:pt x="1" y="8739"/>
                    <a:pt x="130" y="8868"/>
                    <a:pt x="294" y="8868"/>
                  </a:cubicBezTo>
                  <a:lnTo>
                    <a:pt x="13947" y="8868"/>
                  </a:lnTo>
                  <a:cubicBezTo>
                    <a:pt x="14105" y="8868"/>
                    <a:pt x="14235" y="8739"/>
                    <a:pt x="14235" y="8580"/>
                  </a:cubicBezTo>
                  <a:lnTo>
                    <a:pt x="14235" y="293"/>
                  </a:lnTo>
                  <a:cubicBezTo>
                    <a:pt x="14240" y="130"/>
                    <a:pt x="14110" y="0"/>
                    <a:pt x="13947"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0"/>
            <p:cNvSpPr/>
            <p:nvPr/>
          </p:nvSpPr>
          <p:spPr>
            <a:xfrm>
              <a:off x="2182899" y="1637244"/>
              <a:ext cx="324030" cy="183522"/>
            </a:xfrm>
            <a:custGeom>
              <a:rect b="b" l="l" r="r" t="t"/>
              <a:pathLst>
                <a:path extrusionOk="0" h="7010" w="12377">
                  <a:moveTo>
                    <a:pt x="1" y="0"/>
                  </a:moveTo>
                  <a:lnTo>
                    <a:pt x="1" y="7009"/>
                  </a:lnTo>
                  <a:lnTo>
                    <a:pt x="12376" y="7009"/>
                  </a:lnTo>
                  <a:lnTo>
                    <a:pt x="1237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0"/>
            <p:cNvSpPr/>
            <p:nvPr/>
          </p:nvSpPr>
          <p:spPr>
            <a:xfrm>
              <a:off x="2182899" y="1637244"/>
              <a:ext cx="324030" cy="183522"/>
            </a:xfrm>
            <a:custGeom>
              <a:rect b="b" l="l" r="r" t="t"/>
              <a:pathLst>
                <a:path extrusionOk="0" h="7010" w="12377">
                  <a:moveTo>
                    <a:pt x="11559" y="0"/>
                  </a:moveTo>
                  <a:lnTo>
                    <a:pt x="11559" y="5318"/>
                  </a:lnTo>
                  <a:cubicBezTo>
                    <a:pt x="11559" y="5799"/>
                    <a:pt x="11165" y="6193"/>
                    <a:pt x="10680" y="6193"/>
                  </a:cubicBezTo>
                  <a:lnTo>
                    <a:pt x="1" y="6193"/>
                  </a:lnTo>
                  <a:lnTo>
                    <a:pt x="1" y="7009"/>
                  </a:lnTo>
                  <a:lnTo>
                    <a:pt x="12376" y="7009"/>
                  </a:lnTo>
                  <a:lnTo>
                    <a:pt x="12376" y="0"/>
                  </a:ln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0"/>
            <p:cNvSpPr/>
            <p:nvPr/>
          </p:nvSpPr>
          <p:spPr>
            <a:xfrm>
              <a:off x="2238505" y="1808671"/>
              <a:ext cx="81263" cy="36495"/>
            </a:xfrm>
            <a:custGeom>
              <a:rect b="b" l="l" r="r" t="t"/>
              <a:pathLst>
                <a:path extrusionOk="0" h="1394" w="3104">
                  <a:moveTo>
                    <a:pt x="586" y="0"/>
                  </a:moveTo>
                  <a:cubicBezTo>
                    <a:pt x="260" y="0"/>
                    <a:pt x="0" y="264"/>
                    <a:pt x="0" y="591"/>
                  </a:cubicBezTo>
                  <a:lnTo>
                    <a:pt x="0" y="1393"/>
                  </a:lnTo>
                  <a:lnTo>
                    <a:pt x="3104" y="1393"/>
                  </a:lnTo>
                  <a:lnTo>
                    <a:pt x="3099" y="591"/>
                  </a:lnTo>
                  <a:cubicBezTo>
                    <a:pt x="3099" y="264"/>
                    <a:pt x="2835" y="0"/>
                    <a:pt x="2508"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0"/>
            <p:cNvSpPr/>
            <p:nvPr/>
          </p:nvSpPr>
          <p:spPr>
            <a:xfrm>
              <a:off x="2280498" y="1808671"/>
              <a:ext cx="39270" cy="36495"/>
            </a:xfrm>
            <a:custGeom>
              <a:rect b="b" l="l" r="r" t="t"/>
              <a:pathLst>
                <a:path extrusionOk="0" h="1394" w="1500">
                  <a:moveTo>
                    <a:pt x="1" y="0"/>
                  </a:moveTo>
                  <a:cubicBezTo>
                    <a:pt x="323" y="0"/>
                    <a:pt x="587" y="264"/>
                    <a:pt x="587" y="591"/>
                  </a:cubicBezTo>
                  <a:lnTo>
                    <a:pt x="587" y="1393"/>
                  </a:lnTo>
                  <a:lnTo>
                    <a:pt x="1500" y="1393"/>
                  </a:lnTo>
                  <a:lnTo>
                    <a:pt x="1500" y="591"/>
                  </a:lnTo>
                  <a:cubicBezTo>
                    <a:pt x="1500" y="264"/>
                    <a:pt x="1235" y="0"/>
                    <a:pt x="90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0"/>
            <p:cNvSpPr/>
            <p:nvPr/>
          </p:nvSpPr>
          <p:spPr>
            <a:xfrm>
              <a:off x="2326417" y="1529330"/>
              <a:ext cx="32332" cy="27620"/>
            </a:xfrm>
            <a:custGeom>
              <a:rect b="b" l="l" r="r" t="t"/>
              <a:pathLst>
                <a:path extrusionOk="0" h="1055" w="1235">
                  <a:moveTo>
                    <a:pt x="706" y="0"/>
                  </a:moveTo>
                  <a:cubicBezTo>
                    <a:pt x="236" y="0"/>
                    <a:pt x="0" y="567"/>
                    <a:pt x="332" y="899"/>
                  </a:cubicBezTo>
                  <a:cubicBezTo>
                    <a:pt x="439" y="1007"/>
                    <a:pt x="573" y="1055"/>
                    <a:pt x="703" y="1055"/>
                  </a:cubicBezTo>
                  <a:cubicBezTo>
                    <a:pt x="974" y="1055"/>
                    <a:pt x="1235" y="847"/>
                    <a:pt x="1235" y="529"/>
                  </a:cubicBezTo>
                  <a:cubicBezTo>
                    <a:pt x="1235" y="236"/>
                    <a:pt x="995" y="0"/>
                    <a:pt x="70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0"/>
            <p:cNvSpPr/>
            <p:nvPr/>
          </p:nvSpPr>
          <p:spPr>
            <a:xfrm>
              <a:off x="2137005" y="1523256"/>
              <a:ext cx="415817" cy="355734"/>
            </a:xfrm>
            <a:custGeom>
              <a:rect b="b" l="l" r="r" t="t"/>
              <a:pathLst>
                <a:path extrusionOk="0" h="13588" w="15883">
                  <a:moveTo>
                    <a:pt x="7940" y="465"/>
                  </a:moveTo>
                  <a:cubicBezTo>
                    <a:pt x="7953" y="465"/>
                    <a:pt x="7966" y="466"/>
                    <a:pt x="7980" y="468"/>
                  </a:cubicBezTo>
                  <a:cubicBezTo>
                    <a:pt x="8124" y="487"/>
                    <a:pt x="8234" y="612"/>
                    <a:pt x="8234" y="761"/>
                  </a:cubicBezTo>
                  <a:cubicBezTo>
                    <a:pt x="8234" y="939"/>
                    <a:pt x="8087" y="1056"/>
                    <a:pt x="7935" y="1056"/>
                  </a:cubicBezTo>
                  <a:cubicBezTo>
                    <a:pt x="7858" y="1056"/>
                    <a:pt x="7780" y="1026"/>
                    <a:pt x="7720" y="958"/>
                  </a:cubicBezTo>
                  <a:cubicBezTo>
                    <a:pt x="7547" y="761"/>
                    <a:pt x="7690" y="465"/>
                    <a:pt x="7940" y="465"/>
                  </a:cubicBezTo>
                  <a:close/>
                  <a:moveTo>
                    <a:pt x="8681" y="929"/>
                  </a:moveTo>
                  <a:lnTo>
                    <a:pt x="10963" y="3196"/>
                  </a:lnTo>
                  <a:lnTo>
                    <a:pt x="4920" y="3196"/>
                  </a:lnTo>
                  <a:lnTo>
                    <a:pt x="7202" y="929"/>
                  </a:lnTo>
                  <a:cubicBezTo>
                    <a:pt x="7278" y="1275"/>
                    <a:pt x="7586" y="1520"/>
                    <a:pt x="7941" y="1520"/>
                  </a:cubicBezTo>
                  <a:cubicBezTo>
                    <a:pt x="8297" y="1520"/>
                    <a:pt x="8604" y="1275"/>
                    <a:pt x="8681" y="929"/>
                  </a:cubicBezTo>
                  <a:close/>
                  <a:moveTo>
                    <a:pt x="6210" y="11136"/>
                  </a:moveTo>
                  <a:cubicBezTo>
                    <a:pt x="6445" y="11136"/>
                    <a:pt x="6431" y="11138"/>
                    <a:pt x="6457" y="11142"/>
                  </a:cubicBezTo>
                  <a:cubicBezTo>
                    <a:pt x="6625" y="11176"/>
                    <a:pt x="6745" y="11320"/>
                    <a:pt x="6745" y="11493"/>
                  </a:cubicBezTo>
                  <a:lnTo>
                    <a:pt x="6745" y="12060"/>
                  </a:lnTo>
                  <a:lnTo>
                    <a:pt x="4113" y="12060"/>
                  </a:lnTo>
                  <a:lnTo>
                    <a:pt x="4113" y="11493"/>
                  </a:lnTo>
                  <a:cubicBezTo>
                    <a:pt x="4113" y="11296"/>
                    <a:pt x="4271" y="11138"/>
                    <a:pt x="4468" y="11138"/>
                  </a:cubicBezTo>
                  <a:cubicBezTo>
                    <a:pt x="5491" y="11138"/>
                    <a:pt x="5975" y="11136"/>
                    <a:pt x="6210" y="11136"/>
                  </a:cubicBezTo>
                  <a:close/>
                  <a:moveTo>
                    <a:pt x="14768" y="3658"/>
                  </a:moveTo>
                  <a:cubicBezTo>
                    <a:pt x="14802" y="3662"/>
                    <a:pt x="14826" y="3686"/>
                    <a:pt x="14826" y="3715"/>
                  </a:cubicBezTo>
                  <a:lnTo>
                    <a:pt x="14826" y="12002"/>
                  </a:lnTo>
                  <a:cubicBezTo>
                    <a:pt x="14826" y="12031"/>
                    <a:pt x="14802" y="12055"/>
                    <a:pt x="14768" y="12060"/>
                  </a:cubicBezTo>
                  <a:lnTo>
                    <a:pt x="7211" y="12060"/>
                  </a:lnTo>
                  <a:lnTo>
                    <a:pt x="7211" y="11594"/>
                  </a:lnTo>
                  <a:lnTo>
                    <a:pt x="14129" y="11594"/>
                  </a:lnTo>
                  <a:cubicBezTo>
                    <a:pt x="14254" y="11594"/>
                    <a:pt x="14360" y="11488"/>
                    <a:pt x="14360" y="11363"/>
                  </a:cubicBezTo>
                  <a:lnTo>
                    <a:pt x="14360" y="4354"/>
                  </a:lnTo>
                  <a:cubicBezTo>
                    <a:pt x="14360" y="4229"/>
                    <a:pt x="14254" y="4124"/>
                    <a:pt x="14129" y="4124"/>
                  </a:cubicBezTo>
                  <a:lnTo>
                    <a:pt x="4189" y="4124"/>
                  </a:lnTo>
                  <a:cubicBezTo>
                    <a:pt x="3877" y="4124"/>
                    <a:pt x="3877" y="4590"/>
                    <a:pt x="4189" y="4590"/>
                  </a:cubicBezTo>
                  <a:lnTo>
                    <a:pt x="13894" y="4590"/>
                  </a:lnTo>
                  <a:lnTo>
                    <a:pt x="13894" y="11133"/>
                  </a:lnTo>
                  <a:lnTo>
                    <a:pt x="7130" y="11133"/>
                  </a:lnTo>
                  <a:cubicBezTo>
                    <a:pt x="7000" y="10873"/>
                    <a:pt x="6750" y="10696"/>
                    <a:pt x="6462" y="10672"/>
                  </a:cubicBezTo>
                  <a:cubicBezTo>
                    <a:pt x="6430" y="10670"/>
                    <a:pt x="6193" y="10669"/>
                    <a:pt x="5891" y="10669"/>
                  </a:cubicBezTo>
                  <a:cubicBezTo>
                    <a:pt x="5286" y="10669"/>
                    <a:pt x="4418" y="10672"/>
                    <a:pt x="4396" y="10672"/>
                  </a:cubicBezTo>
                  <a:cubicBezTo>
                    <a:pt x="4108" y="10696"/>
                    <a:pt x="3853" y="10873"/>
                    <a:pt x="3728" y="11133"/>
                  </a:cubicBezTo>
                  <a:lnTo>
                    <a:pt x="1984" y="11133"/>
                  </a:lnTo>
                  <a:lnTo>
                    <a:pt x="1984" y="4590"/>
                  </a:lnTo>
                  <a:lnTo>
                    <a:pt x="3320" y="4590"/>
                  </a:lnTo>
                  <a:cubicBezTo>
                    <a:pt x="3627" y="4590"/>
                    <a:pt x="3627" y="4124"/>
                    <a:pt x="3320" y="4124"/>
                  </a:cubicBezTo>
                  <a:lnTo>
                    <a:pt x="1754" y="4124"/>
                  </a:lnTo>
                  <a:cubicBezTo>
                    <a:pt x="1624" y="4124"/>
                    <a:pt x="1523" y="4229"/>
                    <a:pt x="1523" y="4354"/>
                  </a:cubicBezTo>
                  <a:lnTo>
                    <a:pt x="1523" y="11363"/>
                  </a:lnTo>
                  <a:cubicBezTo>
                    <a:pt x="1523" y="11488"/>
                    <a:pt x="1624" y="11594"/>
                    <a:pt x="1754" y="11594"/>
                  </a:cubicBezTo>
                  <a:lnTo>
                    <a:pt x="3647" y="11594"/>
                  </a:lnTo>
                  <a:lnTo>
                    <a:pt x="3647" y="12060"/>
                  </a:lnTo>
                  <a:lnTo>
                    <a:pt x="1115" y="12060"/>
                  </a:lnTo>
                  <a:cubicBezTo>
                    <a:pt x="1081" y="12055"/>
                    <a:pt x="1057" y="12031"/>
                    <a:pt x="1057" y="12002"/>
                  </a:cubicBezTo>
                  <a:lnTo>
                    <a:pt x="1057" y="3715"/>
                  </a:lnTo>
                  <a:cubicBezTo>
                    <a:pt x="1057" y="3686"/>
                    <a:pt x="1081" y="3662"/>
                    <a:pt x="1115" y="3658"/>
                  </a:cubicBezTo>
                  <a:close/>
                  <a:moveTo>
                    <a:pt x="7941" y="1"/>
                  </a:moveTo>
                  <a:cubicBezTo>
                    <a:pt x="7654" y="1"/>
                    <a:pt x="7367" y="110"/>
                    <a:pt x="7149" y="328"/>
                  </a:cubicBezTo>
                  <a:lnTo>
                    <a:pt x="4257" y="3196"/>
                  </a:lnTo>
                  <a:lnTo>
                    <a:pt x="1115" y="3196"/>
                  </a:lnTo>
                  <a:cubicBezTo>
                    <a:pt x="827" y="3196"/>
                    <a:pt x="591" y="3427"/>
                    <a:pt x="591" y="3715"/>
                  </a:cubicBezTo>
                  <a:lnTo>
                    <a:pt x="591" y="12002"/>
                  </a:lnTo>
                  <a:cubicBezTo>
                    <a:pt x="591" y="12021"/>
                    <a:pt x="591" y="12041"/>
                    <a:pt x="591" y="12060"/>
                  </a:cubicBezTo>
                  <a:lnTo>
                    <a:pt x="524" y="12060"/>
                  </a:lnTo>
                  <a:cubicBezTo>
                    <a:pt x="236" y="12060"/>
                    <a:pt x="0" y="12295"/>
                    <a:pt x="0" y="12584"/>
                  </a:cubicBezTo>
                  <a:lnTo>
                    <a:pt x="0" y="13069"/>
                  </a:lnTo>
                  <a:cubicBezTo>
                    <a:pt x="0" y="13357"/>
                    <a:pt x="236" y="13588"/>
                    <a:pt x="524" y="13588"/>
                  </a:cubicBezTo>
                  <a:lnTo>
                    <a:pt x="9897" y="13588"/>
                  </a:lnTo>
                  <a:cubicBezTo>
                    <a:pt x="10204" y="13588"/>
                    <a:pt x="10204" y="13122"/>
                    <a:pt x="9897" y="13122"/>
                  </a:cubicBezTo>
                  <a:lnTo>
                    <a:pt x="524" y="13122"/>
                  </a:lnTo>
                  <a:cubicBezTo>
                    <a:pt x="490" y="13122"/>
                    <a:pt x="466" y="13098"/>
                    <a:pt x="466" y="13069"/>
                  </a:cubicBezTo>
                  <a:lnTo>
                    <a:pt x="466" y="12579"/>
                  </a:lnTo>
                  <a:cubicBezTo>
                    <a:pt x="466" y="12550"/>
                    <a:pt x="490" y="12526"/>
                    <a:pt x="524" y="12526"/>
                  </a:cubicBezTo>
                  <a:lnTo>
                    <a:pt x="15359" y="12526"/>
                  </a:lnTo>
                  <a:cubicBezTo>
                    <a:pt x="15392" y="12526"/>
                    <a:pt x="15417" y="12550"/>
                    <a:pt x="15417" y="12579"/>
                  </a:cubicBezTo>
                  <a:lnTo>
                    <a:pt x="15417" y="13069"/>
                  </a:lnTo>
                  <a:cubicBezTo>
                    <a:pt x="15417" y="13098"/>
                    <a:pt x="15392" y="13122"/>
                    <a:pt x="15359" y="13122"/>
                  </a:cubicBezTo>
                  <a:lnTo>
                    <a:pt x="10761" y="13122"/>
                  </a:lnTo>
                  <a:cubicBezTo>
                    <a:pt x="10454" y="13122"/>
                    <a:pt x="10454" y="13588"/>
                    <a:pt x="10761" y="13588"/>
                  </a:cubicBezTo>
                  <a:lnTo>
                    <a:pt x="15359" y="13588"/>
                  </a:lnTo>
                  <a:cubicBezTo>
                    <a:pt x="15647" y="13588"/>
                    <a:pt x="15882" y="13357"/>
                    <a:pt x="15882" y="13069"/>
                  </a:cubicBezTo>
                  <a:lnTo>
                    <a:pt x="15882" y="12584"/>
                  </a:lnTo>
                  <a:cubicBezTo>
                    <a:pt x="15878" y="12295"/>
                    <a:pt x="15647" y="12065"/>
                    <a:pt x="15359" y="12060"/>
                  </a:cubicBezTo>
                  <a:lnTo>
                    <a:pt x="15287" y="12060"/>
                  </a:lnTo>
                  <a:cubicBezTo>
                    <a:pt x="15292" y="12041"/>
                    <a:pt x="15292" y="12026"/>
                    <a:pt x="15292" y="12007"/>
                  </a:cubicBezTo>
                  <a:lnTo>
                    <a:pt x="15292" y="3720"/>
                  </a:lnTo>
                  <a:cubicBezTo>
                    <a:pt x="15292" y="3432"/>
                    <a:pt x="15056" y="3196"/>
                    <a:pt x="14768" y="3196"/>
                  </a:cubicBezTo>
                  <a:lnTo>
                    <a:pt x="11621" y="3196"/>
                  </a:lnTo>
                  <a:lnTo>
                    <a:pt x="8734" y="328"/>
                  </a:lnTo>
                  <a:cubicBezTo>
                    <a:pt x="8515" y="110"/>
                    <a:pt x="8228" y="1"/>
                    <a:pt x="7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4" name="Google Shape;8634;p80"/>
          <p:cNvGrpSpPr/>
          <p:nvPr/>
        </p:nvGrpSpPr>
        <p:grpSpPr>
          <a:xfrm>
            <a:off x="1713413" y="3359548"/>
            <a:ext cx="397700" cy="389637"/>
            <a:chOff x="1713413" y="3359548"/>
            <a:chExt cx="397700" cy="389637"/>
          </a:xfrm>
        </p:grpSpPr>
        <p:sp>
          <p:nvSpPr>
            <p:cNvPr id="8635" name="Google Shape;8635;p80"/>
            <p:cNvSpPr/>
            <p:nvPr/>
          </p:nvSpPr>
          <p:spPr>
            <a:xfrm>
              <a:off x="1800069" y="3427720"/>
              <a:ext cx="161138" cy="305102"/>
            </a:xfrm>
            <a:custGeom>
              <a:rect b="b" l="l" r="r" t="t"/>
              <a:pathLst>
                <a:path extrusionOk="0" h="11654" w="6155">
                  <a:moveTo>
                    <a:pt x="5431" y="0"/>
                  </a:moveTo>
                  <a:cubicBezTo>
                    <a:pt x="5263" y="0"/>
                    <a:pt x="5095" y="64"/>
                    <a:pt x="4968" y="191"/>
                  </a:cubicBezTo>
                  <a:lnTo>
                    <a:pt x="192" y="4991"/>
                  </a:lnTo>
                  <a:cubicBezTo>
                    <a:pt x="72" y="5111"/>
                    <a:pt x="0" y="5279"/>
                    <a:pt x="5" y="5452"/>
                  </a:cubicBezTo>
                  <a:lnTo>
                    <a:pt x="5" y="10996"/>
                  </a:lnTo>
                  <a:cubicBezTo>
                    <a:pt x="0" y="11361"/>
                    <a:pt x="298" y="11654"/>
                    <a:pt x="658" y="11654"/>
                  </a:cubicBezTo>
                  <a:cubicBezTo>
                    <a:pt x="1023" y="11654"/>
                    <a:pt x="1317" y="11356"/>
                    <a:pt x="1317" y="10996"/>
                  </a:cubicBezTo>
                  <a:lnTo>
                    <a:pt x="1317" y="5721"/>
                  </a:lnTo>
                  <a:lnTo>
                    <a:pt x="5900" y="1119"/>
                  </a:lnTo>
                  <a:cubicBezTo>
                    <a:pt x="6154" y="864"/>
                    <a:pt x="6154" y="446"/>
                    <a:pt x="5895" y="191"/>
                  </a:cubicBezTo>
                  <a:cubicBezTo>
                    <a:pt x="5767" y="64"/>
                    <a:pt x="5599" y="0"/>
                    <a:pt x="5431"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0"/>
            <p:cNvSpPr/>
            <p:nvPr/>
          </p:nvSpPr>
          <p:spPr>
            <a:xfrm>
              <a:off x="1800199" y="3550190"/>
              <a:ext cx="51077" cy="86813"/>
            </a:xfrm>
            <a:custGeom>
              <a:rect b="b" l="l" r="r" t="t"/>
              <a:pathLst>
                <a:path extrusionOk="0" h="3316" w="1951">
                  <a:moveTo>
                    <a:pt x="865" y="0"/>
                  </a:moveTo>
                  <a:cubicBezTo>
                    <a:pt x="725" y="0"/>
                    <a:pt x="586" y="20"/>
                    <a:pt x="447" y="53"/>
                  </a:cubicBezTo>
                  <a:lnTo>
                    <a:pt x="192" y="313"/>
                  </a:lnTo>
                  <a:cubicBezTo>
                    <a:pt x="67" y="438"/>
                    <a:pt x="0" y="601"/>
                    <a:pt x="0" y="779"/>
                  </a:cubicBezTo>
                  <a:lnTo>
                    <a:pt x="0" y="3070"/>
                  </a:lnTo>
                  <a:cubicBezTo>
                    <a:pt x="263" y="3232"/>
                    <a:pt x="565" y="3316"/>
                    <a:pt x="871" y="3316"/>
                  </a:cubicBezTo>
                  <a:cubicBezTo>
                    <a:pt x="1018" y="3316"/>
                    <a:pt x="1167" y="3296"/>
                    <a:pt x="1312" y="3257"/>
                  </a:cubicBezTo>
                  <a:lnTo>
                    <a:pt x="1312" y="1048"/>
                  </a:lnTo>
                  <a:lnTo>
                    <a:pt x="1950" y="404"/>
                  </a:lnTo>
                  <a:cubicBezTo>
                    <a:pt x="1648" y="144"/>
                    <a:pt x="1263" y="0"/>
                    <a:pt x="86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0"/>
            <p:cNvSpPr/>
            <p:nvPr/>
          </p:nvSpPr>
          <p:spPr>
            <a:xfrm>
              <a:off x="1892877" y="3427747"/>
              <a:ext cx="66550" cy="61209"/>
            </a:xfrm>
            <a:custGeom>
              <a:rect b="b" l="l" r="r" t="t"/>
              <a:pathLst>
                <a:path extrusionOk="0" h="2338" w="2542">
                  <a:moveTo>
                    <a:pt x="1885" y="0"/>
                  </a:moveTo>
                  <a:cubicBezTo>
                    <a:pt x="1723" y="0"/>
                    <a:pt x="1557" y="61"/>
                    <a:pt x="1423" y="195"/>
                  </a:cubicBezTo>
                  <a:lnTo>
                    <a:pt x="1" y="1622"/>
                  </a:lnTo>
                  <a:lnTo>
                    <a:pt x="1144" y="2338"/>
                  </a:lnTo>
                  <a:lnTo>
                    <a:pt x="1994" y="1483"/>
                  </a:lnTo>
                  <a:lnTo>
                    <a:pt x="2542" y="608"/>
                  </a:lnTo>
                  <a:cubicBezTo>
                    <a:pt x="2513" y="236"/>
                    <a:pt x="2206" y="0"/>
                    <a:pt x="188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0"/>
            <p:cNvSpPr/>
            <p:nvPr/>
          </p:nvSpPr>
          <p:spPr>
            <a:xfrm>
              <a:off x="1719199" y="3698474"/>
              <a:ext cx="232452" cy="44925"/>
            </a:xfrm>
            <a:custGeom>
              <a:rect b="b" l="l" r="r" t="t"/>
              <a:pathLst>
                <a:path extrusionOk="0" h="1716" w="8879">
                  <a:moveTo>
                    <a:pt x="1100" y="0"/>
                  </a:moveTo>
                  <a:cubicBezTo>
                    <a:pt x="490" y="0"/>
                    <a:pt x="0" y="490"/>
                    <a:pt x="0" y="1096"/>
                  </a:cubicBezTo>
                  <a:lnTo>
                    <a:pt x="0" y="1715"/>
                  </a:lnTo>
                  <a:lnTo>
                    <a:pt x="8878" y="1715"/>
                  </a:lnTo>
                  <a:lnTo>
                    <a:pt x="8873" y="1100"/>
                  </a:lnTo>
                  <a:cubicBezTo>
                    <a:pt x="8873" y="490"/>
                    <a:pt x="8383" y="0"/>
                    <a:pt x="7778"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0"/>
            <p:cNvSpPr/>
            <p:nvPr/>
          </p:nvSpPr>
          <p:spPr>
            <a:xfrm>
              <a:off x="1887588" y="3698474"/>
              <a:ext cx="64062" cy="44925"/>
            </a:xfrm>
            <a:custGeom>
              <a:rect b="b" l="l" r="r" t="t"/>
              <a:pathLst>
                <a:path extrusionOk="0" h="1716" w="2447">
                  <a:moveTo>
                    <a:pt x="1" y="0"/>
                  </a:moveTo>
                  <a:cubicBezTo>
                    <a:pt x="606" y="0"/>
                    <a:pt x="1096" y="490"/>
                    <a:pt x="1096" y="1100"/>
                  </a:cubicBezTo>
                  <a:lnTo>
                    <a:pt x="1096" y="1715"/>
                  </a:lnTo>
                  <a:lnTo>
                    <a:pt x="2446" y="1715"/>
                  </a:lnTo>
                  <a:lnTo>
                    <a:pt x="2446" y="1096"/>
                  </a:lnTo>
                  <a:cubicBezTo>
                    <a:pt x="2446" y="490"/>
                    <a:pt x="1951" y="0"/>
                    <a:pt x="1346"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0"/>
            <p:cNvSpPr/>
            <p:nvPr/>
          </p:nvSpPr>
          <p:spPr>
            <a:xfrm>
              <a:off x="1764856" y="3531446"/>
              <a:ext cx="101395" cy="86761"/>
            </a:xfrm>
            <a:custGeom>
              <a:rect b="b" l="l" r="r" t="t"/>
              <a:pathLst>
                <a:path extrusionOk="0" h="3314" w="3873">
                  <a:moveTo>
                    <a:pt x="2215" y="1"/>
                  </a:moveTo>
                  <a:cubicBezTo>
                    <a:pt x="740" y="1"/>
                    <a:pt x="0" y="1783"/>
                    <a:pt x="1043" y="2830"/>
                  </a:cubicBezTo>
                  <a:cubicBezTo>
                    <a:pt x="1360" y="3145"/>
                    <a:pt x="1783" y="3313"/>
                    <a:pt x="2214" y="3313"/>
                  </a:cubicBezTo>
                  <a:cubicBezTo>
                    <a:pt x="2427" y="3313"/>
                    <a:pt x="2643" y="3272"/>
                    <a:pt x="2849" y="3186"/>
                  </a:cubicBezTo>
                  <a:cubicBezTo>
                    <a:pt x="3469" y="2931"/>
                    <a:pt x="3872" y="2326"/>
                    <a:pt x="3872" y="1658"/>
                  </a:cubicBezTo>
                  <a:cubicBezTo>
                    <a:pt x="3872" y="740"/>
                    <a:pt x="3132" y="1"/>
                    <a:pt x="221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0"/>
            <p:cNvSpPr/>
            <p:nvPr/>
          </p:nvSpPr>
          <p:spPr>
            <a:xfrm>
              <a:off x="1812766" y="3531446"/>
              <a:ext cx="56366" cy="86787"/>
            </a:xfrm>
            <a:custGeom>
              <a:rect b="b" l="l" r="r" t="t"/>
              <a:pathLst>
                <a:path extrusionOk="0" h="3315" w="2153">
                  <a:moveTo>
                    <a:pt x="393" y="1"/>
                  </a:moveTo>
                  <a:cubicBezTo>
                    <a:pt x="390" y="1"/>
                    <a:pt x="387" y="1"/>
                    <a:pt x="385" y="1"/>
                  </a:cubicBezTo>
                  <a:cubicBezTo>
                    <a:pt x="255" y="1"/>
                    <a:pt x="125" y="15"/>
                    <a:pt x="0" y="44"/>
                  </a:cubicBezTo>
                  <a:cubicBezTo>
                    <a:pt x="740" y="226"/>
                    <a:pt x="1264" y="889"/>
                    <a:pt x="1264" y="1658"/>
                  </a:cubicBezTo>
                  <a:cubicBezTo>
                    <a:pt x="1264" y="2422"/>
                    <a:pt x="740" y="3085"/>
                    <a:pt x="0" y="3267"/>
                  </a:cubicBezTo>
                  <a:cubicBezTo>
                    <a:pt x="133" y="3300"/>
                    <a:pt x="265" y="3315"/>
                    <a:pt x="394" y="3315"/>
                  </a:cubicBezTo>
                  <a:cubicBezTo>
                    <a:pt x="1211" y="3315"/>
                    <a:pt x="1934" y="2704"/>
                    <a:pt x="2037" y="1850"/>
                  </a:cubicBezTo>
                  <a:cubicBezTo>
                    <a:pt x="2152" y="868"/>
                    <a:pt x="1383" y="1"/>
                    <a:pt x="39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0"/>
            <p:cNvSpPr/>
            <p:nvPr/>
          </p:nvSpPr>
          <p:spPr>
            <a:xfrm>
              <a:off x="1800435" y="3557992"/>
              <a:ext cx="39270" cy="33720"/>
            </a:xfrm>
            <a:custGeom>
              <a:rect b="b" l="l" r="r" t="t"/>
              <a:pathLst>
                <a:path extrusionOk="0" h="1288" w="1500">
                  <a:moveTo>
                    <a:pt x="856" y="0"/>
                  </a:moveTo>
                  <a:cubicBezTo>
                    <a:pt x="284" y="0"/>
                    <a:pt x="1" y="692"/>
                    <a:pt x="404" y="1096"/>
                  </a:cubicBezTo>
                  <a:cubicBezTo>
                    <a:pt x="535" y="1228"/>
                    <a:pt x="696" y="1287"/>
                    <a:pt x="854" y="1287"/>
                  </a:cubicBezTo>
                  <a:cubicBezTo>
                    <a:pt x="1184" y="1287"/>
                    <a:pt x="1500" y="1030"/>
                    <a:pt x="1500" y="644"/>
                  </a:cubicBezTo>
                  <a:cubicBezTo>
                    <a:pt x="1500" y="288"/>
                    <a:pt x="1211" y="0"/>
                    <a:pt x="85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0"/>
            <p:cNvSpPr/>
            <p:nvPr/>
          </p:nvSpPr>
          <p:spPr>
            <a:xfrm>
              <a:off x="1872875" y="3367245"/>
              <a:ext cx="102652" cy="104877"/>
            </a:xfrm>
            <a:custGeom>
              <a:rect b="b" l="l" r="r" t="t"/>
              <a:pathLst>
                <a:path extrusionOk="0" h="4006" w="3921">
                  <a:moveTo>
                    <a:pt x="1742" y="1"/>
                  </a:moveTo>
                  <a:cubicBezTo>
                    <a:pt x="1593" y="1"/>
                    <a:pt x="1447" y="76"/>
                    <a:pt x="1360" y="210"/>
                  </a:cubicBezTo>
                  <a:lnTo>
                    <a:pt x="135" y="2170"/>
                  </a:lnTo>
                  <a:cubicBezTo>
                    <a:pt x="1" y="2376"/>
                    <a:pt x="68" y="2655"/>
                    <a:pt x="275" y="2790"/>
                  </a:cubicBezTo>
                  <a:lnTo>
                    <a:pt x="2220" y="4005"/>
                  </a:lnTo>
                  <a:lnTo>
                    <a:pt x="3921" y="1286"/>
                  </a:lnTo>
                  <a:lnTo>
                    <a:pt x="1980" y="71"/>
                  </a:lnTo>
                  <a:cubicBezTo>
                    <a:pt x="1906" y="23"/>
                    <a:pt x="1823" y="1"/>
                    <a:pt x="174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0"/>
            <p:cNvSpPr/>
            <p:nvPr/>
          </p:nvSpPr>
          <p:spPr>
            <a:xfrm>
              <a:off x="1909239" y="3387822"/>
              <a:ext cx="66288" cy="84300"/>
            </a:xfrm>
            <a:custGeom>
              <a:rect b="b" l="l" r="r" t="t"/>
              <a:pathLst>
                <a:path extrusionOk="0" h="3220" w="2532">
                  <a:moveTo>
                    <a:pt x="1691" y="0"/>
                  </a:moveTo>
                  <a:lnTo>
                    <a:pt x="0" y="2700"/>
                  </a:lnTo>
                  <a:lnTo>
                    <a:pt x="831" y="3219"/>
                  </a:lnTo>
                  <a:lnTo>
                    <a:pt x="2532" y="500"/>
                  </a:lnTo>
                  <a:lnTo>
                    <a:pt x="1739" y="5"/>
                  </a:lnTo>
                  <a:lnTo>
                    <a:pt x="1691"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0"/>
            <p:cNvSpPr/>
            <p:nvPr/>
          </p:nvSpPr>
          <p:spPr>
            <a:xfrm>
              <a:off x="1930733" y="3400886"/>
              <a:ext cx="151713" cy="158991"/>
            </a:xfrm>
            <a:custGeom>
              <a:rect b="b" l="l" r="r" t="t"/>
              <a:pathLst>
                <a:path extrusionOk="0" h="6073" w="5795">
                  <a:moveTo>
                    <a:pt x="1706" y="1"/>
                  </a:moveTo>
                  <a:lnTo>
                    <a:pt x="1" y="2715"/>
                  </a:lnTo>
                  <a:lnTo>
                    <a:pt x="1884" y="5900"/>
                  </a:lnTo>
                  <a:cubicBezTo>
                    <a:pt x="1950" y="6015"/>
                    <a:pt x="2065" y="6073"/>
                    <a:pt x="2181" y="6073"/>
                  </a:cubicBezTo>
                  <a:cubicBezTo>
                    <a:pt x="2293" y="6073"/>
                    <a:pt x="2406" y="6019"/>
                    <a:pt x="2475" y="5910"/>
                  </a:cubicBezTo>
                  <a:lnTo>
                    <a:pt x="5655" y="832"/>
                  </a:lnTo>
                  <a:cubicBezTo>
                    <a:pt x="5794" y="611"/>
                    <a:pt x="5650" y="323"/>
                    <a:pt x="5391" y="304"/>
                  </a:cubicBezTo>
                  <a:lnTo>
                    <a:pt x="170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0"/>
            <p:cNvSpPr/>
            <p:nvPr/>
          </p:nvSpPr>
          <p:spPr>
            <a:xfrm>
              <a:off x="1973747" y="3407824"/>
              <a:ext cx="108699" cy="152053"/>
            </a:xfrm>
            <a:custGeom>
              <a:rect b="b" l="l" r="r" t="t"/>
              <a:pathLst>
                <a:path extrusionOk="0" h="5808" w="4152">
                  <a:moveTo>
                    <a:pt x="3287" y="0"/>
                  </a:moveTo>
                  <a:cubicBezTo>
                    <a:pt x="3282" y="24"/>
                    <a:pt x="3267" y="48"/>
                    <a:pt x="3258" y="67"/>
                  </a:cubicBezTo>
                  <a:lnTo>
                    <a:pt x="73" y="5145"/>
                  </a:lnTo>
                  <a:cubicBezTo>
                    <a:pt x="53" y="5179"/>
                    <a:pt x="29" y="5208"/>
                    <a:pt x="1" y="5232"/>
                  </a:cubicBezTo>
                  <a:lnTo>
                    <a:pt x="241" y="5635"/>
                  </a:lnTo>
                  <a:cubicBezTo>
                    <a:pt x="307" y="5750"/>
                    <a:pt x="422" y="5808"/>
                    <a:pt x="538" y="5808"/>
                  </a:cubicBezTo>
                  <a:cubicBezTo>
                    <a:pt x="650" y="5808"/>
                    <a:pt x="763" y="5754"/>
                    <a:pt x="832" y="5645"/>
                  </a:cubicBezTo>
                  <a:lnTo>
                    <a:pt x="4012" y="567"/>
                  </a:lnTo>
                  <a:cubicBezTo>
                    <a:pt x="4151" y="346"/>
                    <a:pt x="4007" y="58"/>
                    <a:pt x="3748" y="39"/>
                  </a:cubicBezTo>
                  <a:lnTo>
                    <a:pt x="3287"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0"/>
            <p:cNvSpPr/>
            <p:nvPr/>
          </p:nvSpPr>
          <p:spPr>
            <a:xfrm>
              <a:off x="2012362" y="3449581"/>
              <a:ext cx="92834" cy="95505"/>
            </a:xfrm>
            <a:custGeom>
              <a:rect b="b" l="l" r="r" t="t"/>
              <a:pathLst>
                <a:path extrusionOk="0" h="3648" w="3546">
                  <a:moveTo>
                    <a:pt x="1893" y="0"/>
                  </a:moveTo>
                  <a:lnTo>
                    <a:pt x="0" y="3022"/>
                  </a:lnTo>
                  <a:lnTo>
                    <a:pt x="567" y="3377"/>
                  </a:lnTo>
                  <a:cubicBezTo>
                    <a:pt x="860" y="3560"/>
                    <a:pt x="1186" y="3648"/>
                    <a:pt x="1509" y="3648"/>
                  </a:cubicBezTo>
                  <a:cubicBezTo>
                    <a:pt x="2102" y="3648"/>
                    <a:pt x="2683" y="3352"/>
                    <a:pt x="3022" y="2810"/>
                  </a:cubicBezTo>
                  <a:cubicBezTo>
                    <a:pt x="3546" y="1979"/>
                    <a:pt x="3291" y="879"/>
                    <a:pt x="2460" y="356"/>
                  </a:cubicBezTo>
                  <a:lnTo>
                    <a:pt x="189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0"/>
            <p:cNvSpPr/>
            <p:nvPr/>
          </p:nvSpPr>
          <p:spPr>
            <a:xfrm>
              <a:off x="2013619" y="3449581"/>
              <a:ext cx="90714" cy="95086"/>
            </a:xfrm>
            <a:custGeom>
              <a:rect b="b" l="l" r="r" t="t"/>
              <a:pathLst>
                <a:path extrusionOk="0" h="3632" w="3465">
                  <a:moveTo>
                    <a:pt x="1836" y="0"/>
                  </a:moveTo>
                  <a:lnTo>
                    <a:pt x="1826" y="19"/>
                  </a:lnTo>
                  <a:cubicBezTo>
                    <a:pt x="2556" y="562"/>
                    <a:pt x="2753" y="1576"/>
                    <a:pt x="2282" y="2359"/>
                  </a:cubicBezTo>
                  <a:cubicBezTo>
                    <a:pt x="1950" y="2911"/>
                    <a:pt x="1362" y="3225"/>
                    <a:pt x="755" y="3225"/>
                  </a:cubicBezTo>
                  <a:cubicBezTo>
                    <a:pt x="501" y="3225"/>
                    <a:pt x="244" y="3170"/>
                    <a:pt x="1" y="3055"/>
                  </a:cubicBezTo>
                  <a:lnTo>
                    <a:pt x="1" y="3055"/>
                  </a:lnTo>
                  <a:lnTo>
                    <a:pt x="534" y="3382"/>
                  </a:lnTo>
                  <a:cubicBezTo>
                    <a:pt x="819" y="3551"/>
                    <a:pt x="1132" y="3631"/>
                    <a:pt x="1441" y="3631"/>
                  </a:cubicBezTo>
                  <a:cubicBezTo>
                    <a:pt x="2038" y="3631"/>
                    <a:pt x="2619" y="3331"/>
                    <a:pt x="2955" y="2786"/>
                  </a:cubicBezTo>
                  <a:cubicBezTo>
                    <a:pt x="3464" y="1960"/>
                    <a:pt x="3219" y="879"/>
                    <a:pt x="2403" y="356"/>
                  </a:cubicBezTo>
                  <a:lnTo>
                    <a:pt x="1836"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0"/>
            <p:cNvSpPr/>
            <p:nvPr/>
          </p:nvSpPr>
          <p:spPr>
            <a:xfrm>
              <a:off x="1851120" y="3365307"/>
              <a:ext cx="50842" cy="48197"/>
            </a:xfrm>
            <a:custGeom>
              <a:rect b="b" l="l" r="r" t="t"/>
              <a:pathLst>
                <a:path extrusionOk="0" h="1841" w="1942">
                  <a:moveTo>
                    <a:pt x="747" y="1"/>
                  </a:moveTo>
                  <a:cubicBezTo>
                    <a:pt x="643" y="1"/>
                    <a:pt x="540" y="52"/>
                    <a:pt x="481" y="145"/>
                  </a:cubicBezTo>
                  <a:lnTo>
                    <a:pt x="97" y="764"/>
                  </a:lnTo>
                  <a:cubicBezTo>
                    <a:pt x="1" y="908"/>
                    <a:pt x="49" y="1105"/>
                    <a:pt x="193" y="1197"/>
                  </a:cubicBezTo>
                  <a:lnTo>
                    <a:pt x="1221" y="1840"/>
                  </a:lnTo>
                  <a:lnTo>
                    <a:pt x="1942" y="692"/>
                  </a:lnTo>
                  <a:lnTo>
                    <a:pt x="913" y="48"/>
                  </a:lnTo>
                  <a:cubicBezTo>
                    <a:pt x="862" y="16"/>
                    <a:pt x="804" y="1"/>
                    <a:pt x="747"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0"/>
            <p:cNvSpPr/>
            <p:nvPr/>
          </p:nvSpPr>
          <p:spPr>
            <a:xfrm>
              <a:off x="1868608" y="3374366"/>
              <a:ext cx="33353" cy="39139"/>
            </a:xfrm>
            <a:custGeom>
              <a:rect b="b" l="l" r="r" t="t"/>
              <a:pathLst>
                <a:path extrusionOk="0" h="1495" w="1274">
                  <a:moveTo>
                    <a:pt x="721" y="0"/>
                  </a:moveTo>
                  <a:lnTo>
                    <a:pt x="0" y="1148"/>
                  </a:lnTo>
                  <a:lnTo>
                    <a:pt x="553" y="1494"/>
                  </a:lnTo>
                  <a:lnTo>
                    <a:pt x="1274" y="346"/>
                  </a:lnTo>
                  <a:lnTo>
                    <a:pt x="721"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0"/>
            <p:cNvSpPr/>
            <p:nvPr/>
          </p:nvSpPr>
          <p:spPr>
            <a:xfrm>
              <a:off x="1863319" y="3663262"/>
              <a:ext cx="45684" cy="35238"/>
            </a:xfrm>
            <a:custGeom>
              <a:rect b="b" l="l" r="r" t="t"/>
              <a:pathLst>
                <a:path extrusionOk="0" h="1346" w="1745">
                  <a:moveTo>
                    <a:pt x="721" y="0"/>
                  </a:moveTo>
                  <a:cubicBezTo>
                    <a:pt x="323" y="0"/>
                    <a:pt x="1" y="322"/>
                    <a:pt x="1" y="721"/>
                  </a:cubicBezTo>
                  <a:lnTo>
                    <a:pt x="1" y="1345"/>
                  </a:lnTo>
                  <a:lnTo>
                    <a:pt x="1745" y="1345"/>
                  </a:lnTo>
                  <a:lnTo>
                    <a:pt x="1745" y="721"/>
                  </a:lnTo>
                  <a:cubicBezTo>
                    <a:pt x="1745" y="322"/>
                    <a:pt x="1423" y="0"/>
                    <a:pt x="1024"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0"/>
            <p:cNvSpPr/>
            <p:nvPr/>
          </p:nvSpPr>
          <p:spPr>
            <a:xfrm>
              <a:off x="1876279" y="3663262"/>
              <a:ext cx="32725" cy="35238"/>
            </a:xfrm>
            <a:custGeom>
              <a:rect b="b" l="l" r="r" t="t"/>
              <a:pathLst>
                <a:path extrusionOk="0" h="1346" w="1250">
                  <a:moveTo>
                    <a:pt x="226" y="0"/>
                  </a:moveTo>
                  <a:cubicBezTo>
                    <a:pt x="149" y="0"/>
                    <a:pt x="73" y="10"/>
                    <a:pt x="0" y="34"/>
                  </a:cubicBezTo>
                  <a:cubicBezTo>
                    <a:pt x="289" y="135"/>
                    <a:pt x="486" y="409"/>
                    <a:pt x="490" y="716"/>
                  </a:cubicBezTo>
                  <a:lnTo>
                    <a:pt x="490" y="1345"/>
                  </a:lnTo>
                  <a:lnTo>
                    <a:pt x="1250" y="1345"/>
                  </a:lnTo>
                  <a:lnTo>
                    <a:pt x="1250" y="721"/>
                  </a:lnTo>
                  <a:cubicBezTo>
                    <a:pt x="1250" y="322"/>
                    <a:pt x="928" y="0"/>
                    <a:pt x="52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0"/>
            <p:cNvSpPr/>
            <p:nvPr/>
          </p:nvSpPr>
          <p:spPr>
            <a:xfrm>
              <a:off x="1792633" y="3552206"/>
              <a:ext cx="52857" cy="45161"/>
            </a:xfrm>
            <a:custGeom>
              <a:rect b="b" l="l" r="r" t="t"/>
              <a:pathLst>
                <a:path extrusionOk="0" h="1725" w="2019">
                  <a:moveTo>
                    <a:pt x="1151" y="437"/>
                  </a:moveTo>
                  <a:cubicBezTo>
                    <a:pt x="1370" y="437"/>
                    <a:pt x="1581" y="608"/>
                    <a:pt x="1581" y="865"/>
                  </a:cubicBezTo>
                  <a:cubicBezTo>
                    <a:pt x="1581" y="1096"/>
                    <a:pt x="1389" y="1288"/>
                    <a:pt x="1154" y="1288"/>
                  </a:cubicBezTo>
                  <a:cubicBezTo>
                    <a:pt x="774" y="1288"/>
                    <a:pt x="587" y="831"/>
                    <a:pt x="856" y="562"/>
                  </a:cubicBezTo>
                  <a:cubicBezTo>
                    <a:pt x="941" y="476"/>
                    <a:pt x="1047" y="437"/>
                    <a:pt x="1151" y="437"/>
                  </a:cubicBezTo>
                  <a:close/>
                  <a:moveTo>
                    <a:pt x="1154" y="0"/>
                  </a:moveTo>
                  <a:cubicBezTo>
                    <a:pt x="385" y="0"/>
                    <a:pt x="1" y="927"/>
                    <a:pt x="544" y="1470"/>
                  </a:cubicBezTo>
                  <a:cubicBezTo>
                    <a:pt x="719" y="1646"/>
                    <a:pt x="936" y="1725"/>
                    <a:pt x="1148" y="1725"/>
                  </a:cubicBezTo>
                  <a:cubicBezTo>
                    <a:pt x="1592" y="1725"/>
                    <a:pt x="2018" y="1382"/>
                    <a:pt x="2018" y="865"/>
                  </a:cubicBezTo>
                  <a:cubicBezTo>
                    <a:pt x="2014" y="389"/>
                    <a:pt x="1629" y="0"/>
                    <a:pt x="11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0"/>
            <p:cNvSpPr/>
            <p:nvPr/>
          </p:nvSpPr>
          <p:spPr>
            <a:xfrm>
              <a:off x="1713413" y="3359548"/>
              <a:ext cx="397700" cy="389637"/>
            </a:xfrm>
            <a:custGeom>
              <a:rect b="b" l="l" r="r" t="t"/>
              <a:pathLst>
                <a:path extrusionOk="0" h="14883" w="15191">
                  <a:moveTo>
                    <a:pt x="6011" y="438"/>
                  </a:moveTo>
                  <a:cubicBezTo>
                    <a:pt x="6070" y="438"/>
                    <a:pt x="6143" y="519"/>
                    <a:pt x="6894" y="979"/>
                  </a:cubicBezTo>
                  <a:lnTo>
                    <a:pt x="6409" y="1763"/>
                  </a:lnTo>
                  <a:lnTo>
                    <a:pt x="5568" y="1234"/>
                  </a:lnTo>
                  <a:cubicBezTo>
                    <a:pt x="5520" y="1205"/>
                    <a:pt x="5510" y="1143"/>
                    <a:pt x="5539" y="1100"/>
                  </a:cubicBezTo>
                  <a:cubicBezTo>
                    <a:pt x="5924" y="513"/>
                    <a:pt x="5909" y="461"/>
                    <a:pt x="5986" y="441"/>
                  </a:cubicBezTo>
                  <a:cubicBezTo>
                    <a:pt x="5995" y="439"/>
                    <a:pt x="6003" y="438"/>
                    <a:pt x="6011" y="438"/>
                  </a:cubicBezTo>
                  <a:close/>
                  <a:moveTo>
                    <a:pt x="7830" y="517"/>
                  </a:moveTo>
                  <a:cubicBezTo>
                    <a:pt x="7872" y="517"/>
                    <a:pt x="7914" y="528"/>
                    <a:pt x="7951" y="552"/>
                  </a:cubicBezTo>
                  <a:lnTo>
                    <a:pt x="9700" y="1652"/>
                  </a:lnTo>
                  <a:lnTo>
                    <a:pt x="8230" y="3996"/>
                  </a:lnTo>
                  <a:lnTo>
                    <a:pt x="6486" y="2896"/>
                  </a:lnTo>
                  <a:cubicBezTo>
                    <a:pt x="6375" y="2829"/>
                    <a:pt x="6342" y="2685"/>
                    <a:pt x="6409" y="2579"/>
                  </a:cubicBezTo>
                  <a:lnTo>
                    <a:pt x="7634" y="624"/>
                  </a:lnTo>
                  <a:cubicBezTo>
                    <a:pt x="7678" y="555"/>
                    <a:pt x="7754" y="517"/>
                    <a:pt x="7830" y="517"/>
                  </a:cubicBezTo>
                  <a:close/>
                  <a:moveTo>
                    <a:pt x="13380" y="3742"/>
                  </a:moveTo>
                  <a:cubicBezTo>
                    <a:pt x="13572" y="3900"/>
                    <a:pt x="14263" y="4126"/>
                    <a:pt x="14451" y="4957"/>
                  </a:cubicBezTo>
                  <a:cubicBezTo>
                    <a:pt x="14699" y="6014"/>
                    <a:pt x="13857" y="6870"/>
                    <a:pt x="12926" y="6870"/>
                  </a:cubicBezTo>
                  <a:cubicBezTo>
                    <a:pt x="12650" y="6870"/>
                    <a:pt x="12367" y="6796"/>
                    <a:pt x="12102" y="6629"/>
                  </a:cubicBezTo>
                  <a:lnTo>
                    <a:pt x="12097" y="6629"/>
                  </a:lnTo>
                  <a:lnTo>
                    <a:pt x="11717" y="6389"/>
                  </a:lnTo>
                  <a:lnTo>
                    <a:pt x="13380" y="3742"/>
                  </a:lnTo>
                  <a:close/>
                  <a:moveTo>
                    <a:pt x="7398" y="3992"/>
                  </a:moveTo>
                  <a:lnTo>
                    <a:pt x="8138" y="4453"/>
                  </a:lnTo>
                  <a:lnTo>
                    <a:pt x="8148" y="4477"/>
                  </a:lnTo>
                  <a:lnTo>
                    <a:pt x="5616" y="7023"/>
                  </a:lnTo>
                  <a:cubicBezTo>
                    <a:pt x="5424" y="6792"/>
                    <a:pt x="5184" y="6610"/>
                    <a:pt x="4905" y="6494"/>
                  </a:cubicBezTo>
                  <a:lnTo>
                    <a:pt x="7398" y="3992"/>
                  </a:lnTo>
                  <a:close/>
                  <a:moveTo>
                    <a:pt x="4169" y="6780"/>
                  </a:moveTo>
                  <a:cubicBezTo>
                    <a:pt x="4386" y="6780"/>
                    <a:pt x="4608" y="6830"/>
                    <a:pt x="4819" y="6936"/>
                  </a:cubicBezTo>
                  <a:cubicBezTo>
                    <a:pt x="6187" y="7618"/>
                    <a:pt x="5673" y="9663"/>
                    <a:pt x="4190" y="9663"/>
                  </a:cubicBezTo>
                  <a:cubicBezTo>
                    <a:pt x="4158" y="9663"/>
                    <a:pt x="4126" y="9662"/>
                    <a:pt x="4093" y="9660"/>
                  </a:cubicBezTo>
                  <a:lnTo>
                    <a:pt x="4088" y="9660"/>
                  </a:lnTo>
                  <a:cubicBezTo>
                    <a:pt x="3176" y="9612"/>
                    <a:pt x="2537" y="8733"/>
                    <a:pt x="2772" y="7849"/>
                  </a:cubicBezTo>
                  <a:cubicBezTo>
                    <a:pt x="2950" y="7193"/>
                    <a:pt x="3542" y="6780"/>
                    <a:pt x="4169" y="6780"/>
                  </a:cubicBezTo>
                  <a:close/>
                  <a:moveTo>
                    <a:pt x="6745" y="11822"/>
                  </a:moveTo>
                  <a:cubicBezTo>
                    <a:pt x="7019" y="11822"/>
                    <a:pt x="7245" y="12043"/>
                    <a:pt x="7245" y="12322"/>
                  </a:cubicBezTo>
                  <a:lnTo>
                    <a:pt x="7245" y="12730"/>
                  </a:lnTo>
                  <a:lnTo>
                    <a:pt x="5943" y="12730"/>
                  </a:lnTo>
                  <a:lnTo>
                    <a:pt x="5943" y="12322"/>
                  </a:lnTo>
                  <a:cubicBezTo>
                    <a:pt x="5943" y="12043"/>
                    <a:pt x="6169" y="11822"/>
                    <a:pt x="6442" y="11822"/>
                  </a:cubicBezTo>
                  <a:close/>
                  <a:moveTo>
                    <a:pt x="7999" y="13162"/>
                  </a:moveTo>
                  <a:cubicBezTo>
                    <a:pt x="8484" y="13162"/>
                    <a:pt x="8878" y="13556"/>
                    <a:pt x="8878" y="14046"/>
                  </a:cubicBezTo>
                  <a:lnTo>
                    <a:pt x="8878" y="14445"/>
                  </a:lnTo>
                  <a:lnTo>
                    <a:pt x="442" y="14445"/>
                  </a:lnTo>
                  <a:lnTo>
                    <a:pt x="442" y="14046"/>
                  </a:lnTo>
                  <a:cubicBezTo>
                    <a:pt x="442" y="13556"/>
                    <a:pt x="831" y="13167"/>
                    <a:pt x="1321" y="13162"/>
                  </a:cubicBezTo>
                  <a:close/>
                  <a:moveTo>
                    <a:pt x="6004" y="1"/>
                  </a:moveTo>
                  <a:cubicBezTo>
                    <a:pt x="5827" y="1"/>
                    <a:pt x="5653" y="88"/>
                    <a:pt x="5554" y="249"/>
                  </a:cubicBezTo>
                  <a:lnTo>
                    <a:pt x="5165" y="869"/>
                  </a:lnTo>
                  <a:cubicBezTo>
                    <a:pt x="5011" y="1119"/>
                    <a:pt x="5088" y="1445"/>
                    <a:pt x="5333" y="1604"/>
                  </a:cubicBezTo>
                  <a:lnTo>
                    <a:pt x="6173" y="2128"/>
                  </a:lnTo>
                  <a:cubicBezTo>
                    <a:pt x="6111" y="2267"/>
                    <a:pt x="5866" y="2483"/>
                    <a:pt x="5952" y="2848"/>
                  </a:cubicBezTo>
                  <a:cubicBezTo>
                    <a:pt x="5991" y="3021"/>
                    <a:pt x="6097" y="3170"/>
                    <a:pt x="6250" y="3266"/>
                  </a:cubicBezTo>
                  <a:lnTo>
                    <a:pt x="7019" y="3751"/>
                  </a:lnTo>
                  <a:lnTo>
                    <a:pt x="4420" y="6360"/>
                  </a:lnTo>
                  <a:cubicBezTo>
                    <a:pt x="4339" y="6350"/>
                    <a:pt x="4259" y="6344"/>
                    <a:pt x="4179" y="6344"/>
                  </a:cubicBezTo>
                  <a:cubicBezTo>
                    <a:pt x="3418" y="6344"/>
                    <a:pt x="2719" y="6811"/>
                    <a:pt x="2436" y="7537"/>
                  </a:cubicBezTo>
                  <a:cubicBezTo>
                    <a:pt x="2119" y="8334"/>
                    <a:pt x="2393" y="9252"/>
                    <a:pt x="3094" y="9747"/>
                  </a:cubicBezTo>
                  <a:lnTo>
                    <a:pt x="3094" y="11001"/>
                  </a:lnTo>
                  <a:cubicBezTo>
                    <a:pt x="3094" y="11147"/>
                    <a:pt x="3203" y="11220"/>
                    <a:pt x="3313" y="11220"/>
                  </a:cubicBezTo>
                  <a:cubicBezTo>
                    <a:pt x="3422" y="11220"/>
                    <a:pt x="3531" y="11147"/>
                    <a:pt x="3531" y="11001"/>
                  </a:cubicBezTo>
                  <a:lnTo>
                    <a:pt x="3531" y="9982"/>
                  </a:lnTo>
                  <a:cubicBezTo>
                    <a:pt x="3738" y="10057"/>
                    <a:pt x="3956" y="10098"/>
                    <a:pt x="4177" y="10098"/>
                  </a:cubicBezTo>
                  <a:cubicBezTo>
                    <a:pt x="4253" y="10098"/>
                    <a:pt x="4329" y="10093"/>
                    <a:pt x="4406" y="10083"/>
                  </a:cubicBezTo>
                  <a:lnTo>
                    <a:pt x="4406" y="12725"/>
                  </a:lnTo>
                  <a:lnTo>
                    <a:pt x="3531" y="12725"/>
                  </a:lnTo>
                  <a:lnTo>
                    <a:pt x="3531" y="11822"/>
                  </a:lnTo>
                  <a:cubicBezTo>
                    <a:pt x="3531" y="11676"/>
                    <a:pt x="3422" y="11602"/>
                    <a:pt x="3313" y="11602"/>
                  </a:cubicBezTo>
                  <a:cubicBezTo>
                    <a:pt x="3203" y="11602"/>
                    <a:pt x="3094" y="11676"/>
                    <a:pt x="3094" y="11822"/>
                  </a:cubicBezTo>
                  <a:lnTo>
                    <a:pt x="3094" y="12725"/>
                  </a:lnTo>
                  <a:lnTo>
                    <a:pt x="1321" y="12725"/>
                  </a:lnTo>
                  <a:cubicBezTo>
                    <a:pt x="591" y="12730"/>
                    <a:pt x="0" y="13316"/>
                    <a:pt x="0" y="14046"/>
                  </a:cubicBezTo>
                  <a:lnTo>
                    <a:pt x="0" y="14661"/>
                  </a:lnTo>
                  <a:cubicBezTo>
                    <a:pt x="0" y="14781"/>
                    <a:pt x="96" y="14882"/>
                    <a:pt x="221" y="14882"/>
                  </a:cubicBezTo>
                  <a:lnTo>
                    <a:pt x="9099" y="14882"/>
                  </a:lnTo>
                  <a:cubicBezTo>
                    <a:pt x="9219" y="14882"/>
                    <a:pt x="9315" y="14781"/>
                    <a:pt x="9315" y="14661"/>
                  </a:cubicBezTo>
                  <a:lnTo>
                    <a:pt x="9315" y="14042"/>
                  </a:lnTo>
                  <a:cubicBezTo>
                    <a:pt x="9315" y="13316"/>
                    <a:pt x="8724" y="12725"/>
                    <a:pt x="7999" y="12725"/>
                  </a:cubicBezTo>
                  <a:lnTo>
                    <a:pt x="7687" y="12725"/>
                  </a:lnTo>
                  <a:lnTo>
                    <a:pt x="7687" y="12322"/>
                  </a:lnTo>
                  <a:cubicBezTo>
                    <a:pt x="7682" y="11803"/>
                    <a:pt x="7264" y="11385"/>
                    <a:pt x="6750" y="11385"/>
                  </a:cubicBezTo>
                  <a:lnTo>
                    <a:pt x="6442" y="11385"/>
                  </a:lnTo>
                  <a:cubicBezTo>
                    <a:pt x="5928" y="11385"/>
                    <a:pt x="5506" y="11803"/>
                    <a:pt x="5506" y="12322"/>
                  </a:cubicBezTo>
                  <a:lnTo>
                    <a:pt x="5506" y="12730"/>
                  </a:lnTo>
                  <a:lnTo>
                    <a:pt x="4843" y="12730"/>
                  </a:lnTo>
                  <a:lnTo>
                    <a:pt x="4843" y="9977"/>
                  </a:lnTo>
                  <a:cubicBezTo>
                    <a:pt x="5876" y="9583"/>
                    <a:pt x="6351" y="8387"/>
                    <a:pt x="5861" y="7398"/>
                  </a:cubicBezTo>
                  <a:lnTo>
                    <a:pt x="8383" y="4866"/>
                  </a:lnTo>
                  <a:lnTo>
                    <a:pt x="9993" y="7595"/>
                  </a:lnTo>
                  <a:cubicBezTo>
                    <a:pt x="10102" y="7780"/>
                    <a:pt x="10291" y="7872"/>
                    <a:pt x="10479" y="7872"/>
                  </a:cubicBezTo>
                  <a:cubicBezTo>
                    <a:pt x="10663" y="7872"/>
                    <a:pt x="10847" y="7784"/>
                    <a:pt x="10958" y="7609"/>
                  </a:cubicBezTo>
                  <a:lnTo>
                    <a:pt x="11487" y="6764"/>
                  </a:lnTo>
                  <a:lnTo>
                    <a:pt x="11871" y="7004"/>
                  </a:lnTo>
                  <a:cubicBezTo>
                    <a:pt x="12209" y="7215"/>
                    <a:pt x="12569" y="7310"/>
                    <a:pt x="12920" y="7310"/>
                  </a:cubicBezTo>
                  <a:cubicBezTo>
                    <a:pt x="14113" y="7310"/>
                    <a:pt x="15190" y="6209"/>
                    <a:pt x="14878" y="4861"/>
                  </a:cubicBezTo>
                  <a:cubicBezTo>
                    <a:pt x="14638" y="3819"/>
                    <a:pt x="13788" y="3521"/>
                    <a:pt x="13610" y="3372"/>
                  </a:cubicBezTo>
                  <a:lnTo>
                    <a:pt x="14143" y="2526"/>
                  </a:lnTo>
                  <a:cubicBezTo>
                    <a:pt x="14369" y="2171"/>
                    <a:pt x="14134" y="1700"/>
                    <a:pt x="13711" y="1666"/>
                  </a:cubicBezTo>
                  <a:lnTo>
                    <a:pt x="12299" y="1546"/>
                  </a:lnTo>
                  <a:cubicBezTo>
                    <a:pt x="12291" y="1546"/>
                    <a:pt x="12283" y="1545"/>
                    <a:pt x="12276" y="1545"/>
                  </a:cubicBezTo>
                  <a:cubicBezTo>
                    <a:pt x="12004" y="1545"/>
                    <a:pt x="11980" y="1960"/>
                    <a:pt x="12260" y="1984"/>
                  </a:cubicBezTo>
                  <a:lnTo>
                    <a:pt x="13673" y="2099"/>
                  </a:lnTo>
                  <a:cubicBezTo>
                    <a:pt x="13769" y="2108"/>
                    <a:pt x="13821" y="2214"/>
                    <a:pt x="13773" y="2296"/>
                  </a:cubicBezTo>
                  <a:lnTo>
                    <a:pt x="10588" y="7374"/>
                  </a:lnTo>
                  <a:cubicBezTo>
                    <a:pt x="10564" y="7414"/>
                    <a:pt x="10522" y="7435"/>
                    <a:pt x="10480" y="7435"/>
                  </a:cubicBezTo>
                  <a:cubicBezTo>
                    <a:pt x="10438" y="7435"/>
                    <a:pt x="10396" y="7414"/>
                    <a:pt x="10372" y="7374"/>
                  </a:cubicBezTo>
                  <a:lnTo>
                    <a:pt x="8585" y="4347"/>
                  </a:lnTo>
                  <a:lnTo>
                    <a:pt x="8561" y="4309"/>
                  </a:lnTo>
                  <a:lnTo>
                    <a:pt x="10127" y="1806"/>
                  </a:lnTo>
                  <a:lnTo>
                    <a:pt x="11443" y="1916"/>
                  </a:lnTo>
                  <a:cubicBezTo>
                    <a:pt x="11451" y="1917"/>
                    <a:pt x="11459" y="1917"/>
                    <a:pt x="11466" y="1917"/>
                  </a:cubicBezTo>
                  <a:cubicBezTo>
                    <a:pt x="11738" y="1917"/>
                    <a:pt x="11762" y="1502"/>
                    <a:pt x="11482" y="1479"/>
                  </a:cubicBezTo>
                  <a:lnTo>
                    <a:pt x="10074" y="1364"/>
                  </a:lnTo>
                  <a:lnTo>
                    <a:pt x="8186" y="177"/>
                  </a:lnTo>
                  <a:cubicBezTo>
                    <a:pt x="8076" y="109"/>
                    <a:pt x="7954" y="77"/>
                    <a:pt x="7832" y="77"/>
                  </a:cubicBezTo>
                  <a:cubicBezTo>
                    <a:pt x="7610" y="77"/>
                    <a:pt x="7391" y="186"/>
                    <a:pt x="7264" y="389"/>
                  </a:cubicBezTo>
                  <a:lnTo>
                    <a:pt x="7129" y="610"/>
                  </a:lnTo>
                  <a:lnTo>
                    <a:pt x="6289" y="81"/>
                  </a:lnTo>
                  <a:cubicBezTo>
                    <a:pt x="6200" y="27"/>
                    <a:pt x="6102" y="1"/>
                    <a:pt x="6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5" name="Google Shape;8655;p80"/>
          <p:cNvGrpSpPr/>
          <p:nvPr/>
        </p:nvGrpSpPr>
        <p:grpSpPr>
          <a:xfrm>
            <a:off x="1976129" y="4284173"/>
            <a:ext cx="401496" cy="371154"/>
            <a:chOff x="1976129" y="4284173"/>
            <a:chExt cx="401496" cy="371154"/>
          </a:xfrm>
        </p:grpSpPr>
        <p:sp>
          <p:nvSpPr>
            <p:cNvPr id="8656" name="Google Shape;8656;p80"/>
            <p:cNvSpPr/>
            <p:nvPr/>
          </p:nvSpPr>
          <p:spPr>
            <a:xfrm>
              <a:off x="1996628" y="4290063"/>
              <a:ext cx="378275" cy="359687"/>
            </a:xfrm>
            <a:custGeom>
              <a:rect b="b" l="l" r="r" t="t"/>
              <a:pathLst>
                <a:path extrusionOk="0" h="13739" w="14449">
                  <a:moveTo>
                    <a:pt x="7359" y="1"/>
                  </a:moveTo>
                  <a:cubicBezTo>
                    <a:pt x="5655" y="1"/>
                    <a:pt x="3979" y="623"/>
                    <a:pt x="2677" y="1798"/>
                  </a:cubicBezTo>
                  <a:cubicBezTo>
                    <a:pt x="818" y="3480"/>
                    <a:pt x="1" y="6026"/>
                    <a:pt x="534" y="8471"/>
                  </a:cubicBezTo>
                  <a:cubicBezTo>
                    <a:pt x="1063" y="10921"/>
                    <a:pt x="2869" y="12895"/>
                    <a:pt x="5257" y="13650"/>
                  </a:cubicBezTo>
                  <a:cubicBezTo>
                    <a:pt x="5450" y="13710"/>
                    <a:pt x="5643" y="13738"/>
                    <a:pt x="5831" y="13738"/>
                  </a:cubicBezTo>
                  <a:cubicBezTo>
                    <a:pt x="6945" y="13738"/>
                    <a:pt x="7882" y="12747"/>
                    <a:pt x="7726" y="11555"/>
                  </a:cubicBezTo>
                  <a:cubicBezTo>
                    <a:pt x="7582" y="10508"/>
                    <a:pt x="7937" y="9456"/>
                    <a:pt x="8682" y="8711"/>
                  </a:cubicBezTo>
                  <a:cubicBezTo>
                    <a:pt x="9322" y="8071"/>
                    <a:pt x="10183" y="7722"/>
                    <a:pt x="11067" y="7722"/>
                  </a:cubicBezTo>
                  <a:cubicBezTo>
                    <a:pt x="11332" y="7722"/>
                    <a:pt x="11599" y="7753"/>
                    <a:pt x="11862" y="7818"/>
                  </a:cubicBezTo>
                  <a:cubicBezTo>
                    <a:pt x="12016" y="7854"/>
                    <a:pt x="12169" y="7871"/>
                    <a:pt x="12318" y="7871"/>
                  </a:cubicBezTo>
                  <a:cubicBezTo>
                    <a:pt x="13493" y="7871"/>
                    <a:pt x="14448" y="6802"/>
                    <a:pt x="14197" y="5579"/>
                  </a:cubicBezTo>
                  <a:cubicBezTo>
                    <a:pt x="13693" y="3124"/>
                    <a:pt x="11915" y="1130"/>
                    <a:pt x="9532" y="347"/>
                  </a:cubicBezTo>
                  <a:cubicBezTo>
                    <a:pt x="8820" y="114"/>
                    <a:pt x="8087" y="1"/>
                    <a:pt x="735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0"/>
            <p:cNvSpPr/>
            <p:nvPr/>
          </p:nvSpPr>
          <p:spPr>
            <a:xfrm>
              <a:off x="2046579" y="4289802"/>
              <a:ext cx="326648" cy="202555"/>
            </a:xfrm>
            <a:custGeom>
              <a:rect b="b" l="l" r="r" t="t"/>
              <a:pathLst>
                <a:path extrusionOk="0" h="7737" w="12477">
                  <a:moveTo>
                    <a:pt x="5442" y="0"/>
                  </a:moveTo>
                  <a:cubicBezTo>
                    <a:pt x="3613" y="0"/>
                    <a:pt x="1825" y="721"/>
                    <a:pt x="495" y="2058"/>
                  </a:cubicBezTo>
                  <a:lnTo>
                    <a:pt x="495" y="2063"/>
                  </a:lnTo>
                  <a:cubicBezTo>
                    <a:pt x="322" y="2236"/>
                    <a:pt x="154" y="2418"/>
                    <a:pt x="0" y="2615"/>
                  </a:cubicBezTo>
                  <a:cubicBezTo>
                    <a:pt x="1259" y="1601"/>
                    <a:pt x="2808" y="1074"/>
                    <a:pt x="4377" y="1074"/>
                  </a:cubicBezTo>
                  <a:cubicBezTo>
                    <a:pt x="5173" y="1074"/>
                    <a:pt x="5974" y="1210"/>
                    <a:pt x="6745" y="1486"/>
                  </a:cubicBezTo>
                  <a:cubicBezTo>
                    <a:pt x="9037" y="2313"/>
                    <a:pt x="10732" y="4273"/>
                    <a:pt x="11222" y="6655"/>
                  </a:cubicBezTo>
                  <a:cubicBezTo>
                    <a:pt x="11295" y="7016"/>
                    <a:pt x="11261" y="7395"/>
                    <a:pt x="11126" y="7736"/>
                  </a:cubicBezTo>
                  <a:cubicBezTo>
                    <a:pt x="11986" y="7395"/>
                    <a:pt x="12476" y="6487"/>
                    <a:pt x="12289" y="5584"/>
                  </a:cubicBezTo>
                  <a:cubicBezTo>
                    <a:pt x="11775" y="3062"/>
                    <a:pt x="9911" y="1030"/>
                    <a:pt x="7446" y="295"/>
                  </a:cubicBezTo>
                  <a:cubicBezTo>
                    <a:pt x="6786" y="97"/>
                    <a:pt x="6112" y="0"/>
                    <a:pt x="5442"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0"/>
            <p:cNvSpPr/>
            <p:nvPr/>
          </p:nvSpPr>
          <p:spPr>
            <a:xfrm>
              <a:off x="2189077" y="4345617"/>
              <a:ext cx="123648" cy="114799"/>
            </a:xfrm>
            <a:custGeom>
              <a:rect b="b" l="l" r="r" t="t"/>
              <a:pathLst>
                <a:path extrusionOk="0" h="4385" w="4723">
                  <a:moveTo>
                    <a:pt x="2361" y="0"/>
                  </a:moveTo>
                  <a:cubicBezTo>
                    <a:pt x="1800" y="0"/>
                    <a:pt x="1240" y="214"/>
                    <a:pt x="812" y="642"/>
                  </a:cubicBezTo>
                  <a:cubicBezTo>
                    <a:pt x="188" y="1271"/>
                    <a:pt x="0" y="2213"/>
                    <a:pt x="336" y="3029"/>
                  </a:cubicBezTo>
                  <a:cubicBezTo>
                    <a:pt x="678" y="3851"/>
                    <a:pt x="1475" y="4384"/>
                    <a:pt x="2364" y="4384"/>
                  </a:cubicBezTo>
                  <a:cubicBezTo>
                    <a:pt x="3248" y="4384"/>
                    <a:pt x="4045" y="3851"/>
                    <a:pt x="4386" y="3029"/>
                  </a:cubicBezTo>
                  <a:cubicBezTo>
                    <a:pt x="4723" y="2213"/>
                    <a:pt x="4535" y="1271"/>
                    <a:pt x="3911" y="642"/>
                  </a:cubicBezTo>
                  <a:cubicBezTo>
                    <a:pt x="3483" y="214"/>
                    <a:pt x="2922" y="0"/>
                    <a:pt x="236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0"/>
            <p:cNvSpPr/>
            <p:nvPr/>
          </p:nvSpPr>
          <p:spPr>
            <a:xfrm>
              <a:off x="2201774" y="4345539"/>
              <a:ext cx="115611" cy="106683"/>
            </a:xfrm>
            <a:custGeom>
              <a:rect b="b" l="l" r="r" t="t"/>
              <a:pathLst>
                <a:path extrusionOk="0" h="4075" w="4416">
                  <a:moveTo>
                    <a:pt x="1880" y="1"/>
                  </a:moveTo>
                  <a:cubicBezTo>
                    <a:pt x="1321" y="1"/>
                    <a:pt x="759" y="213"/>
                    <a:pt x="327" y="645"/>
                  </a:cubicBezTo>
                  <a:cubicBezTo>
                    <a:pt x="202" y="774"/>
                    <a:pt x="92" y="914"/>
                    <a:pt x="0" y="1067"/>
                  </a:cubicBezTo>
                  <a:cubicBezTo>
                    <a:pt x="350" y="856"/>
                    <a:pt x="741" y="753"/>
                    <a:pt x="1128" y="753"/>
                  </a:cubicBezTo>
                  <a:cubicBezTo>
                    <a:pt x="1694" y="753"/>
                    <a:pt x="2254" y="972"/>
                    <a:pt x="2676" y="1394"/>
                  </a:cubicBezTo>
                  <a:cubicBezTo>
                    <a:pt x="3387" y="2105"/>
                    <a:pt x="3522" y="3210"/>
                    <a:pt x="3003" y="4075"/>
                  </a:cubicBezTo>
                  <a:cubicBezTo>
                    <a:pt x="4137" y="3397"/>
                    <a:pt x="4415" y="1884"/>
                    <a:pt x="3608" y="842"/>
                  </a:cubicBezTo>
                  <a:cubicBezTo>
                    <a:pt x="3173" y="285"/>
                    <a:pt x="2528" y="1"/>
                    <a:pt x="1880"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0"/>
            <p:cNvSpPr/>
            <p:nvPr/>
          </p:nvSpPr>
          <p:spPr>
            <a:xfrm>
              <a:off x="2058779" y="4529951"/>
              <a:ext cx="87310" cy="65267"/>
            </a:xfrm>
            <a:custGeom>
              <a:rect b="b" l="l" r="r" t="t"/>
              <a:pathLst>
                <a:path extrusionOk="0" h="2493" w="3335">
                  <a:moveTo>
                    <a:pt x="1668" y="1"/>
                  </a:moveTo>
                  <a:cubicBezTo>
                    <a:pt x="1349" y="1"/>
                    <a:pt x="1031" y="122"/>
                    <a:pt x="788" y="365"/>
                  </a:cubicBezTo>
                  <a:cubicBezTo>
                    <a:pt x="0" y="1153"/>
                    <a:pt x="557" y="2493"/>
                    <a:pt x="1667" y="2493"/>
                  </a:cubicBezTo>
                  <a:cubicBezTo>
                    <a:pt x="2777" y="2493"/>
                    <a:pt x="3334" y="1153"/>
                    <a:pt x="2551" y="365"/>
                  </a:cubicBezTo>
                  <a:cubicBezTo>
                    <a:pt x="2306" y="122"/>
                    <a:pt x="1987" y="1"/>
                    <a:pt x="166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0"/>
            <p:cNvSpPr/>
            <p:nvPr/>
          </p:nvSpPr>
          <p:spPr>
            <a:xfrm>
              <a:off x="2073231" y="4529925"/>
              <a:ext cx="67571" cy="62047"/>
            </a:xfrm>
            <a:custGeom>
              <a:rect b="b" l="l" r="r" t="t"/>
              <a:pathLst>
                <a:path extrusionOk="0" h="2370" w="2581">
                  <a:moveTo>
                    <a:pt x="1117" y="1"/>
                  </a:moveTo>
                  <a:cubicBezTo>
                    <a:pt x="800" y="1"/>
                    <a:pt x="481" y="121"/>
                    <a:pt x="236" y="366"/>
                  </a:cubicBezTo>
                  <a:cubicBezTo>
                    <a:pt x="140" y="462"/>
                    <a:pt x="58" y="572"/>
                    <a:pt x="1" y="697"/>
                  </a:cubicBezTo>
                  <a:cubicBezTo>
                    <a:pt x="188" y="605"/>
                    <a:pt x="377" y="563"/>
                    <a:pt x="558" y="563"/>
                  </a:cubicBezTo>
                  <a:cubicBezTo>
                    <a:pt x="1412" y="563"/>
                    <a:pt x="2103" y="1486"/>
                    <a:pt x="1668" y="2369"/>
                  </a:cubicBezTo>
                  <a:cubicBezTo>
                    <a:pt x="2359" y="2028"/>
                    <a:pt x="2580" y="1149"/>
                    <a:pt x="2129" y="519"/>
                  </a:cubicBezTo>
                  <a:cubicBezTo>
                    <a:pt x="1884" y="177"/>
                    <a:pt x="1502" y="1"/>
                    <a:pt x="111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0"/>
            <p:cNvSpPr/>
            <p:nvPr/>
          </p:nvSpPr>
          <p:spPr>
            <a:xfrm>
              <a:off x="2024562" y="4440782"/>
              <a:ext cx="87310" cy="65267"/>
            </a:xfrm>
            <a:custGeom>
              <a:rect b="b" l="l" r="r" t="t"/>
              <a:pathLst>
                <a:path extrusionOk="0" h="2493" w="3335">
                  <a:moveTo>
                    <a:pt x="1667" y="1"/>
                  </a:moveTo>
                  <a:cubicBezTo>
                    <a:pt x="1348" y="1"/>
                    <a:pt x="1029" y="122"/>
                    <a:pt x="784" y="365"/>
                  </a:cubicBezTo>
                  <a:cubicBezTo>
                    <a:pt x="0" y="1153"/>
                    <a:pt x="558" y="2493"/>
                    <a:pt x="1667" y="2493"/>
                  </a:cubicBezTo>
                  <a:cubicBezTo>
                    <a:pt x="2777" y="2493"/>
                    <a:pt x="3334" y="1153"/>
                    <a:pt x="2547" y="365"/>
                  </a:cubicBezTo>
                  <a:cubicBezTo>
                    <a:pt x="2304" y="122"/>
                    <a:pt x="1986" y="1"/>
                    <a:pt x="166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0"/>
            <p:cNvSpPr/>
            <p:nvPr/>
          </p:nvSpPr>
          <p:spPr>
            <a:xfrm>
              <a:off x="2039275" y="4440441"/>
              <a:ext cx="67440" cy="61837"/>
            </a:xfrm>
            <a:custGeom>
              <a:rect b="b" l="l" r="r" t="t"/>
              <a:pathLst>
                <a:path extrusionOk="0" h="2362" w="2576">
                  <a:moveTo>
                    <a:pt x="1115" y="0"/>
                  </a:moveTo>
                  <a:cubicBezTo>
                    <a:pt x="793" y="0"/>
                    <a:pt x="469" y="124"/>
                    <a:pt x="222" y="378"/>
                  </a:cubicBezTo>
                  <a:cubicBezTo>
                    <a:pt x="130" y="464"/>
                    <a:pt x="58" y="565"/>
                    <a:pt x="1" y="680"/>
                  </a:cubicBezTo>
                  <a:cubicBezTo>
                    <a:pt x="195" y="579"/>
                    <a:pt x="392" y="534"/>
                    <a:pt x="581" y="534"/>
                  </a:cubicBezTo>
                  <a:cubicBezTo>
                    <a:pt x="1443" y="534"/>
                    <a:pt x="2139" y="1475"/>
                    <a:pt x="1682" y="2362"/>
                  </a:cubicBezTo>
                  <a:cubicBezTo>
                    <a:pt x="2369" y="2011"/>
                    <a:pt x="2576" y="1127"/>
                    <a:pt x="2119" y="507"/>
                  </a:cubicBezTo>
                  <a:cubicBezTo>
                    <a:pt x="1872" y="172"/>
                    <a:pt x="1495" y="0"/>
                    <a:pt x="1115" y="0"/>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0"/>
            <p:cNvSpPr/>
            <p:nvPr/>
          </p:nvSpPr>
          <p:spPr>
            <a:xfrm>
              <a:off x="2064434" y="4348000"/>
              <a:ext cx="87310" cy="65371"/>
            </a:xfrm>
            <a:custGeom>
              <a:rect b="b" l="l" r="r" t="t"/>
              <a:pathLst>
                <a:path extrusionOk="0" h="2497" w="3335">
                  <a:moveTo>
                    <a:pt x="1667" y="1"/>
                  </a:moveTo>
                  <a:cubicBezTo>
                    <a:pt x="1348" y="1"/>
                    <a:pt x="1028" y="123"/>
                    <a:pt x="783" y="368"/>
                  </a:cubicBezTo>
                  <a:cubicBezTo>
                    <a:pt x="0" y="1151"/>
                    <a:pt x="558" y="2496"/>
                    <a:pt x="1667" y="2496"/>
                  </a:cubicBezTo>
                  <a:cubicBezTo>
                    <a:pt x="2777" y="2496"/>
                    <a:pt x="3334" y="1151"/>
                    <a:pt x="2551" y="368"/>
                  </a:cubicBezTo>
                  <a:cubicBezTo>
                    <a:pt x="2306" y="123"/>
                    <a:pt x="1987" y="1"/>
                    <a:pt x="1667"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0"/>
            <p:cNvSpPr/>
            <p:nvPr/>
          </p:nvSpPr>
          <p:spPr>
            <a:xfrm>
              <a:off x="2079016" y="4348000"/>
              <a:ext cx="67309" cy="61837"/>
            </a:xfrm>
            <a:custGeom>
              <a:rect b="b" l="l" r="r" t="t"/>
              <a:pathLst>
                <a:path extrusionOk="0" h="2362" w="2571">
                  <a:moveTo>
                    <a:pt x="1112" y="1"/>
                  </a:moveTo>
                  <a:cubicBezTo>
                    <a:pt x="794" y="1"/>
                    <a:pt x="473" y="121"/>
                    <a:pt x="226" y="368"/>
                  </a:cubicBezTo>
                  <a:cubicBezTo>
                    <a:pt x="135" y="459"/>
                    <a:pt x="58" y="565"/>
                    <a:pt x="1" y="680"/>
                  </a:cubicBezTo>
                  <a:cubicBezTo>
                    <a:pt x="192" y="583"/>
                    <a:pt x="386" y="539"/>
                    <a:pt x="572" y="539"/>
                  </a:cubicBezTo>
                  <a:cubicBezTo>
                    <a:pt x="1432" y="539"/>
                    <a:pt x="2127" y="1473"/>
                    <a:pt x="1677" y="2362"/>
                  </a:cubicBezTo>
                  <a:cubicBezTo>
                    <a:pt x="2359" y="2011"/>
                    <a:pt x="2571" y="1137"/>
                    <a:pt x="2119" y="512"/>
                  </a:cubicBezTo>
                  <a:cubicBezTo>
                    <a:pt x="1873" y="174"/>
                    <a:pt x="1494" y="1"/>
                    <a:pt x="1112"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0"/>
            <p:cNvSpPr/>
            <p:nvPr/>
          </p:nvSpPr>
          <p:spPr>
            <a:xfrm>
              <a:off x="2060533" y="4524270"/>
              <a:ext cx="80137" cy="76734"/>
            </a:xfrm>
            <a:custGeom>
              <a:rect b="b" l="l" r="r" t="t"/>
              <a:pathLst>
                <a:path extrusionOk="0" h="2931" w="3061">
                  <a:moveTo>
                    <a:pt x="1600" y="433"/>
                  </a:moveTo>
                  <a:cubicBezTo>
                    <a:pt x="1864" y="433"/>
                    <a:pt x="2129" y="534"/>
                    <a:pt x="2330" y="735"/>
                  </a:cubicBezTo>
                  <a:cubicBezTo>
                    <a:pt x="2984" y="1384"/>
                    <a:pt x="2523" y="2499"/>
                    <a:pt x="1600" y="2499"/>
                  </a:cubicBezTo>
                  <a:cubicBezTo>
                    <a:pt x="683" y="2499"/>
                    <a:pt x="221" y="1384"/>
                    <a:pt x="870" y="735"/>
                  </a:cubicBezTo>
                  <a:cubicBezTo>
                    <a:pt x="1072" y="534"/>
                    <a:pt x="1336" y="433"/>
                    <a:pt x="1600" y="433"/>
                  </a:cubicBezTo>
                  <a:close/>
                  <a:moveTo>
                    <a:pt x="1591" y="1"/>
                  </a:moveTo>
                  <a:cubicBezTo>
                    <a:pt x="1232" y="1"/>
                    <a:pt x="866" y="134"/>
                    <a:pt x="567" y="433"/>
                  </a:cubicBezTo>
                  <a:cubicBezTo>
                    <a:pt x="0" y="1005"/>
                    <a:pt x="0" y="1927"/>
                    <a:pt x="567" y="2499"/>
                  </a:cubicBezTo>
                  <a:cubicBezTo>
                    <a:pt x="866" y="2797"/>
                    <a:pt x="1232" y="2930"/>
                    <a:pt x="1591" y="2930"/>
                  </a:cubicBezTo>
                  <a:cubicBezTo>
                    <a:pt x="2342" y="2930"/>
                    <a:pt x="3061" y="2346"/>
                    <a:pt x="3061" y="1466"/>
                  </a:cubicBezTo>
                  <a:cubicBezTo>
                    <a:pt x="3061" y="585"/>
                    <a:pt x="2342"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0"/>
            <p:cNvSpPr/>
            <p:nvPr/>
          </p:nvSpPr>
          <p:spPr>
            <a:xfrm>
              <a:off x="2029981" y="4435101"/>
              <a:ext cx="80137" cy="76681"/>
            </a:xfrm>
            <a:custGeom>
              <a:rect b="b" l="l" r="r" t="t"/>
              <a:pathLst>
                <a:path extrusionOk="0" h="2929" w="3061">
                  <a:moveTo>
                    <a:pt x="1460" y="433"/>
                  </a:moveTo>
                  <a:cubicBezTo>
                    <a:pt x="2378" y="433"/>
                    <a:pt x="2839" y="1543"/>
                    <a:pt x="2191" y="2196"/>
                  </a:cubicBezTo>
                  <a:cubicBezTo>
                    <a:pt x="1989" y="2398"/>
                    <a:pt x="1725" y="2499"/>
                    <a:pt x="1460" y="2499"/>
                  </a:cubicBezTo>
                  <a:cubicBezTo>
                    <a:pt x="1196" y="2499"/>
                    <a:pt x="932" y="2398"/>
                    <a:pt x="730" y="2196"/>
                  </a:cubicBezTo>
                  <a:cubicBezTo>
                    <a:pt x="77" y="1543"/>
                    <a:pt x="538" y="433"/>
                    <a:pt x="1460" y="433"/>
                  </a:cubicBezTo>
                  <a:close/>
                  <a:moveTo>
                    <a:pt x="1470" y="1"/>
                  </a:moveTo>
                  <a:cubicBezTo>
                    <a:pt x="719" y="1"/>
                    <a:pt x="0" y="585"/>
                    <a:pt x="0" y="1466"/>
                  </a:cubicBezTo>
                  <a:cubicBezTo>
                    <a:pt x="0" y="2346"/>
                    <a:pt x="719" y="2928"/>
                    <a:pt x="1470" y="2928"/>
                  </a:cubicBezTo>
                  <a:cubicBezTo>
                    <a:pt x="1829" y="2928"/>
                    <a:pt x="2195" y="2795"/>
                    <a:pt x="2493" y="2499"/>
                  </a:cubicBezTo>
                  <a:cubicBezTo>
                    <a:pt x="3060" y="1927"/>
                    <a:pt x="3060" y="1000"/>
                    <a:pt x="2493" y="433"/>
                  </a:cubicBezTo>
                  <a:cubicBezTo>
                    <a:pt x="2195" y="134"/>
                    <a:pt x="1829" y="1"/>
                    <a:pt x="1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0"/>
            <p:cNvSpPr/>
            <p:nvPr/>
          </p:nvSpPr>
          <p:spPr>
            <a:xfrm>
              <a:off x="2056894" y="4342476"/>
              <a:ext cx="102390" cy="76419"/>
            </a:xfrm>
            <a:custGeom>
              <a:rect b="b" l="l" r="r" t="t"/>
              <a:pathLst>
                <a:path extrusionOk="0" h="2919" w="3911">
                  <a:moveTo>
                    <a:pt x="1965" y="425"/>
                  </a:moveTo>
                  <a:cubicBezTo>
                    <a:pt x="2218" y="425"/>
                    <a:pt x="2476" y="519"/>
                    <a:pt x="2686" y="728"/>
                  </a:cubicBezTo>
                  <a:cubicBezTo>
                    <a:pt x="3089" y="1132"/>
                    <a:pt x="3089" y="1785"/>
                    <a:pt x="2686" y="2188"/>
                  </a:cubicBezTo>
                  <a:cubicBezTo>
                    <a:pt x="2476" y="2400"/>
                    <a:pt x="2217" y="2495"/>
                    <a:pt x="1963" y="2495"/>
                  </a:cubicBezTo>
                  <a:cubicBezTo>
                    <a:pt x="1432" y="2495"/>
                    <a:pt x="922" y="2082"/>
                    <a:pt x="922" y="1458"/>
                  </a:cubicBezTo>
                  <a:cubicBezTo>
                    <a:pt x="922" y="837"/>
                    <a:pt x="1433" y="425"/>
                    <a:pt x="1965" y="425"/>
                  </a:cubicBezTo>
                  <a:close/>
                  <a:moveTo>
                    <a:pt x="1955" y="0"/>
                  </a:moveTo>
                  <a:cubicBezTo>
                    <a:pt x="1582" y="0"/>
                    <a:pt x="1208" y="142"/>
                    <a:pt x="922" y="425"/>
                  </a:cubicBezTo>
                  <a:cubicBezTo>
                    <a:pt x="0" y="1348"/>
                    <a:pt x="653" y="2919"/>
                    <a:pt x="1955" y="2919"/>
                  </a:cubicBezTo>
                  <a:cubicBezTo>
                    <a:pt x="3257" y="2919"/>
                    <a:pt x="3911" y="1348"/>
                    <a:pt x="2988" y="425"/>
                  </a:cubicBezTo>
                  <a:cubicBezTo>
                    <a:pt x="2702" y="142"/>
                    <a:pt x="2329" y="0"/>
                    <a:pt x="19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0"/>
            <p:cNvSpPr/>
            <p:nvPr/>
          </p:nvSpPr>
          <p:spPr>
            <a:xfrm>
              <a:off x="2180019" y="4339936"/>
              <a:ext cx="140508" cy="126031"/>
            </a:xfrm>
            <a:custGeom>
              <a:rect b="b" l="l" r="r" t="t"/>
              <a:pathLst>
                <a:path extrusionOk="0" h="4814" w="5367">
                  <a:moveTo>
                    <a:pt x="2707" y="0"/>
                  </a:moveTo>
                  <a:cubicBezTo>
                    <a:pt x="1836" y="0"/>
                    <a:pt x="1002" y="478"/>
                    <a:pt x="577" y="1296"/>
                  </a:cubicBezTo>
                  <a:cubicBezTo>
                    <a:pt x="0" y="2391"/>
                    <a:pt x="356" y="3746"/>
                    <a:pt x="1393" y="4423"/>
                  </a:cubicBezTo>
                  <a:cubicBezTo>
                    <a:pt x="1797" y="4687"/>
                    <a:pt x="2252" y="4813"/>
                    <a:pt x="2704" y="4813"/>
                  </a:cubicBezTo>
                  <a:cubicBezTo>
                    <a:pt x="3414" y="4813"/>
                    <a:pt x="4115" y="4500"/>
                    <a:pt x="4588" y="3909"/>
                  </a:cubicBezTo>
                  <a:cubicBezTo>
                    <a:pt x="4706" y="3746"/>
                    <a:pt x="4565" y="3566"/>
                    <a:pt x="4409" y="3566"/>
                  </a:cubicBezTo>
                  <a:cubicBezTo>
                    <a:pt x="4355" y="3566"/>
                    <a:pt x="4299" y="3588"/>
                    <a:pt x="4252" y="3640"/>
                  </a:cubicBezTo>
                  <a:cubicBezTo>
                    <a:pt x="3864" y="4125"/>
                    <a:pt x="3289" y="4383"/>
                    <a:pt x="2707" y="4383"/>
                  </a:cubicBezTo>
                  <a:cubicBezTo>
                    <a:pt x="2337" y="4383"/>
                    <a:pt x="1964" y="4279"/>
                    <a:pt x="1634" y="4063"/>
                  </a:cubicBezTo>
                  <a:cubicBezTo>
                    <a:pt x="783" y="3511"/>
                    <a:pt x="490" y="2396"/>
                    <a:pt x="961" y="1498"/>
                  </a:cubicBezTo>
                  <a:cubicBezTo>
                    <a:pt x="1311" y="827"/>
                    <a:pt x="1995" y="434"/>
                    <a:pt x="2709" y="434"/>
                  </a:cubicBezTo>
                  <a:cubicBezTo>
                    <a:pt x="2956" y="434"/>
                    <a:pt x="3207" y="481"/>
                    <a:pt x="3450" y="580"/>
                  </a:cubicBezTo>
                  <a:cubicBezTo>
                    <a:pt x="4391" y="960"/>
                    <a:pt x="4891" y="1997"/>
                    <a:pt x="4603" y="2968"/>
                  </a:cubicBezTo>
                  <a:lnTo>
                    <a:pt x="4603" y="2972"/>
                  </a:lnTo>
                  <a:cubicBezTo>
                    <a:pt x="4567" y="3130"/>
                    <a:pt x="4694" y="3233"/>
                    <a:pt x="4819" y="3233"/>
                  </a:cubicBezTo>
                  <a:cubicBezTo>
                    <a:pt x="4900" y="3233"/>
                    <a:pt x="4980" y="3190"/>
                    <a:pt x="5016" y="3093"/>
                  </a:cubicBezTo>
                  <a:cubicBezTo>
                    <a:pt x="5366" y="1901"/>
                    <a:pt x="4761" y="643"/>
                    <a:pt x="3608" y="177"/>
                  </a:cubicBezTo>
                  <a:cubicBezTo>
                    <a:pt x="3314" y="57"/>
                    <a:pt x="3008" y="0"/>
                    <a:pt x="2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0"/>
            <p:cNvSpPr/>
            <p:nvPr/>
          </p:nvSpPr>
          <p:spPr>
            <a:xfrm>
              <a:off x="1976129" y="4284173"/>
              <a:ext cx="401496" cy="371154"/>
            </a:xfrm>
            <a:custGeom>
              <a:rect b="b" l="l" r="r" t="t"/>
              <a:pathLst>
                <a:path extrusionOk="0" h="14177" w="15336">
                  <a:moveTo>
                    <a:pt x="8146" y="0"/>
                  </a:moveTo>
                  <a:cubicBezTo>
                    <a:pt x="8132" y="0"/>
                    <a:pt x="8119" y="1"/>
                    <a:pt x="8105" y="1"/>
                  </a:cubicBezTo>
                  <a:cubicBezTo>
                    <a:pt x="5362" y="15"/>
                    <a:pt x="2864" y="1586"/>
                    <a:pt x="1663" y="4055"/>
                  </a:cubicBezTo>
                  <a:cubicBezTo>
                    <a:pt x="1568" y="4227"/>
                    <a:pt x="1714" y="4373"/>
                    <a:pt x="1859" y="4373"/>
                  </a:cubicBezTo>
                  <a:cubicBezTo>
                    <a:pt x="1933" y="4373"/>
                    <a:pt x="2007" y="4335"/>
                    <a:pt x="2047" y="4243"/>
                  </a:cubicBezTo>
                  <a:cubicBezTo>
                    <a:pt x="2379" y="3565"/>
                    <a:pt x="2816" y="2950"/>
                    <a:pt x="3349" y="2422"/>
                  </a:cubicBezTo>
                  <a:cubicBezTo>
                    <a:pt x="4668" y="1103"/>
                    <a:pt x="6405" y="443"/>
                    <a:pt x="8141" y="443"/>
                  </a:cubicBezTo>
                  <a:cubicBezTo>
                    <a:pt x="9859" y="443"/>
                    <a:pt x="11576" y="1089"/>
                    <a:pt x="12890" y="2383"/>
                  </a:cubicBezTo>
                  <a:cubicBezTo>
                    <a:pt x="13846" y="3325"/>
                    <a:pt x="14504" y="4531"/>
                    <a:pt x="14769" y="5847"/>
                  </a:cubicBezTo>
                  <a:cubicBezTo>
                    <a:pt x="14994" y="6954"/>
                    <a:pt x="14130" y="7884"/>
                    <a:pt x="13097" y="7884"/>
                  </a:cubicBezTo>
                  <a:cubicBezTo>
                    <a:pt x="12965" y="7884"/>
                    <a:pt x="12829" y="7868"/>
                    <a:pt x="12693" y="7836"/>
                  </a:cubicBezTo>
                  <a:cubicBezTo>
                    <a:pt x="12406" y="7768"/>
                    <a:pt x="12122" y="7736"/>
                    <a:pt x="11845" y="7736"/>
                  </a:cubicBezTo>
                  <a:cubicBezTo>
                    <a:pt x="9733" y="7736"/>
                    <a:pt x="8000" y="9605"/>
                    <a:pt x="8293" y="11809"/>
                  </a:cubicBezTo>
                  <a:cubicBezTo>
                    <a:pt x="8436" y="12868"/>
                    <a:pt x="7605" y="13748"/>
                    <a:pt x="6617" y="13748"/>
                  </a:cubicBezTo>
                  <a:cubicBezTo>
                    <a:pt x="6448" y="13748"/>
                    <a:pt x="6275" y="13723"/>
                    <a:pt x="6102" y="13668"/>
                  </a:cubicBezTo>
                  <a:cubicBezTo>
                    <a:pt x="2610" y="12573"/>
                    <a:pt x="452" y="8763"/>
                    <a:pt x="1726" y="5016"/>
                  </a:cubicBezTo>
                  <a:cubicBezTo>
                    <a:pt x="1794" y="4844"/>
                    <a:pt x="1655" y="4722"/>
                    <a:pt x="1520" y="4722"/>
                  </a:cubicBezTo>
                  <a:cubicBezTo>
                    <a:pt x="1436" y="4722"/>
                    <a:pt x="1353" y="4769"/>
                    <a:pt x="1322" y="4881"/>
                  </a:cubicBezTo>
                  <a:cubicBezTo>
                    <a:pt x="1" y="8754"/>
                    <a:pt x="2168" y="12885"/>
                    <a:pt x="5972" y="14076"/>
                  </a:cubicBezTo>
                  <a:cubicBezTo>
                    <a:pt x="6183" y="14144"/>
                    <a:pt x="6400" y="14177"/>
                    <a:pt x="6616" y="14177"/>
                  </a:cubicBezTo>
                  <a:cubicBezTo>
                    <a:pt x="7108" y="14177"/>
                    <a:pt x="7592" y="14005"/>
                    <a:pt x="7976" y="13678"/>
                  </a:cubicBezTo>
                  <a:cubicBezTo>
                    <a:pt x="8538" y="13207"/>
                    <a:pt x="8816" y="12477"/>
                    <a:pt x="8715" y="11751"/>
                  </a:cubicBezTo>
                  <a:cubicBezTo>
                    <a:pt x="8457" y="9804"/>
                    <a:pt x="9992" y="8164"/>
                    <a:pt x="11843" y="8164"/>
                  </a:cubicBezTo>
                  <a:cubicBezTo>
                    <a:pt x="12088" y="8164"/>
                    <a:pt x="12339" y="8193"/>
                    <a:pt x="12592" y="8254"/>
                  </a:cubicBezTo>
                  <a:cubicBezTo>
                    <a:pt x="12759" y="8294"/>
                    <a:pt x="12929" y="8314"/>
                    <a:pt x="13096" y="8314"/>
                  </a:cubicBezTo>
                  <a:cubicBezTo>
                    <a:pt x="13648" y="8314"/>
                    <a:pt x="14186" y="8101"/>
                    <a:pt x="14591" y="7711"/>
                  </a:cubicBezTo>
                  <a:cubicBezTo>
                    <a:pt x="15110" y="7207"/>
                    <a:pt x="15335" y="6472"/>
                    <a:pt x="15191" y="5765"/>
                  </a:cubicBezTo>
                  <a:cubicBezTo>
                    <a:pt x="14521" y="2478"/>
                    <a:pt x="11616" y="0"/>
                    <a:pt x="81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1" name="Google Shape;8671;p80"/>
          <p:cNvGrpSpPr/>
          <p:nvPr/>
        </p:nvGrpSpPr>
        <p:grpSpPr>
          <a:xfrm>
            <a:off x="1830123" y="2904984"/>
            <a:ext cx="184412" cy="367541"/>
            <a:chOff x="1830123" y="2904984"/>
            <a:chExt cx="184412" cy="367541"/>
          </a:xfrm>
        </p:grpSpPr>
        <p:sp>
          <p:nvSpPr>
            <p:cNvPr id="8672" name="Google Shape;8672;p80"/>
            <p:cNvSpPr/>
            <p:nvPr/>
          </p:nvSpPr>
          <p:spPr>
            <a:xfrm>
              <a:off x="1835516" y="2910404"/>
              <a:ext cx="173730" cy="55606"/>
            </a:xfrm>
            <a:custGeom>
              <a:rect b="b" l="l" r="r" t="t"/>
              <a:pathLst>
                <a:path extrusionOk="0" h="2124" w="6636">
                  <a:moveTo>
                    <a:pt x="866" y="0"/>
                  </a:moveTo>
                  <a:cubicBezTo>
                    <a:pt x="385" y="0"/>
                    <a:pt x="1" y="385"/>
                    <a:pt x="1" y="860"/>
                  </a:cubicBezTo>
                  <a:lnTo>
                    <a:pt x="1" y="1259"/>
                  </a:lnTo>
                  <a:cubicBezTo>
                    <a:pt x="1" y="1735"/>
                    <a:pt x="385" y="2124"/>
                    <a:pt x="866" y="2124"/>
                  </a:cubicBezTo>
                  <a:lnTo>
                    <a:pt x="5771" y="2124"/>
                  </a:lnTo>
                  <a:cubicBezTo>
                    <a:pt x="6246" y="2124"/>
                    <a:pt x="6635" y="1735"/>
                    <a:pt x="6635" y="1259"/>
                  </a:cubicBezTo>
                  <a:lnTo>
                    <a:pt x="6635" y="860"/>
                  </a:lnTo>
                  <a:cubicBezTo>
                    <a:pt x="6635" y="385"/>
                    <a:pt x="6246" y="0"/>
                    <a:pt x="5771"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0"/>
            <p:cNvSpPr/>
            <p:nvPr/>
          </p:nvSpPr>
          <p:spPr>
            <a:xfrm>
              <a:off x="1952881" y="2910404"/>
              <a:ext cx="56366" cy="55606"/>
            </a:xfrm>
            <a:custGeom>
              <a:rect b="b" l="l" r="r" t="t"/>
              <a:pathLst>
                <a:path extrusionOk="0" h="2124" w="2153">
                  <a:moveTo>
                    <a:pt x="0" y="0"/>
                  </a:moveTo>
                  <a:cubicBezTo>
                    <a:pt x="476" y="0"/>
                    <a:pt x="865" y="385"/>
                    <a:pt x="865" y="860"/>
                  </a:cubicBezTo>
                  <a:lnTo>
                    <a:pt x="865" y="1259"/>
                  </a:lnTo>
                  <a:cubicBezTo>
                    <a:pt x="865" y="1735"/>
                    <a:pt x="476" y="2124"/>
                    <a:pt x="0" y="2124"/>
                  </a:cubicBezTo>
                  <a:lnTo>
                    <a:pt x="1288" y="2124"/>
                  </a:lnTo>
                  <a:cubicBezTo>
                    <a:pt x="1763" y="2124"/>
                    <a:pt x="2152" y="1735"/>
                    <a:pt x="2152" y="1259"/>
                  </a:cubicBezTo>
                  <a:lnTo>
                    <a:pt x="2152" y="860"/>
                  </a:lnTo>
                  <a:cubicBezTo>
                    <a:pt x="2152" y="385"/>
                    <a:pt x="1763" y="0"/>
                    <a:pt x="1288" y="0"/>
                  </a:cubicBezTo>
                  <a:close/>
                </a:path>
              </a:pathLst>
            </a:custGeom>
            <a:solidFill>
              <a:srgbClr val="C5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0"/>
            <p:cNvSpPr/>
            <p:nvPr/>
          </p:nvSpPr>
          <p:spPr>
            <a:xfrm>
              <a:off x="1863712" y="2965984"/>
              <a:ext cx="116475" cy="301122"/>
            </a:xfrm>
            <a:custGeom>
              <a:rect b="b" l="l" r="r" t="t"/>
              <a:pathLst>
                <a:path extrusionOk="0" h="11502" w="4449">
                  <a:moveTo>
                    <a:pt x="0" y="1"/>
                  </a:moveTo>
                  <a:lnTo>
                    <a:pt x="0" y="9277"/>
                  </a:lnTo>
                  <a:cubicBezTo>
                    <a:pt x="0" y="10502"/>
                    <a:pt x="995" y="11502"/>
                    <a:pt x="2224" y="11502"/>
                  </a:cubicBezTo>
                  <a:cubicBezTo>
                    <a:pt x="3449" y="11502"/>
                    <a:pt x="4449" y="10507"/>
                    <a:pt x="4449" y="9277"/>
                  </a:cubicBezTo>
                  <a:lnTo>
                    <a:pt x="4449" y="1"/>
                  </a:ln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0"/>
            <p:cNvSpPr/>
            <p:nvPr/>
          </p:nvSpPr>
          <p:spPr>
            <a:xfrm>
              <a:off x="1863712" y="2965984"/>
              <a:ext cx="116475" cy="301227"/>
            </a:xfrm>
            <a:custGeom>
              <a:rect b="b" l="l" r="r" t="t"/>
              <a:pathLst>
                <a:path extrusionOk="0" h="11506" w="4449">
                  <a:moveTo>
                    <a:pt x="0" y="1"/>
                  </a:moveTo>
                  <a:lnTo>
                    <a:pt x="0" y="630"/>
                  </a:lnTo>
                  <a:lnTo>
                    <a:pt x="1739" y="630"/>
                  </a:lnTo>
                  <a:cubicBezTo>
                    <a:pt x="2758" y="630"/>
                    <a:pt x="3589" y="1461"/>
                    <a:pt x="3589" y="2484"/>
                  </a:cubicBezTo>
                  <a:lnTo>
                    <a:pt x="3589" y="8417"/>
                  </a:lnTo>
                  <a:cubicBezTo>
                    <a:pt x="3592" y="9712"/>
                    <a:pt x="2527" y="10645"/>
                    <a:pt x="1365" y="10645"/>
                  </a:cubicBezTo>
                  <a:cubicBezTo>
                    <a:pt x="1004" y="10645"/>
                    <a:pt x="634" y="10555"/>
                    <a:pt x="284" y="10358"/>
                  </a:cubicBezTo>
                  <a:lnTo>
                    <a:pt x="284" y="10358"/>
                  </a:lnTo>
                  <a:cubicBezTo>
                    <a:pt x="681" y="11079"/>
                    <a:pt x="1432" y="11506"/>
                    <a:pt x="2224" y="11506"/>
                  </a:cubicBezTo>
                  <a:cubicBezTo>
                    <a:pt x="2409" y="11506"/>
                    <a:pt x="2596" y="11482"/>
                    <a:pt x="2782" y="11434"/>
                  </a:cubicBezTo>
                  <a:cubicBezTo>
                    <a:pt x="3766" y="11180"/>
                    <a:pt x="4449" y="10291"/>
                    <a:pt x="4449" y="9277"/>
                  </a:cubicBezTo>
                  <a:lnTo>
                    <a:pt x="4449" y="1"/>
                  </a:ln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0"/>
            <p:cNvSpPr/>
            <p:nvPr/>
          </p:nvSpPr>
          <p:spPr>
            <a:xfrm>
              <a:off x="1830123" y="2904984"/>
              <a:ext cx="184412" cy="367541"/>
            </a:xfrm>
            <a:custGeom>
              <a:rect b="b" l="l" r="r" t="t"/>
              <a:pathLst>
                <a:path extrusionOk="0" h="14039" w="7044">
                  <a:moveTo>
                    <a:pt x="1072" y="1"/>
                  </a:moveTo>
                  <a:cubicBezTo>
                    <a:pt x="481" y="1"/>
                    <a:pt x="0" y="481"/>
                    <a:pt x="0" y="1067"/>
                  </a:cubicBezTo>
                  <a:lnTo>
                    <a:pt x="0" y="1466"/>
                  </a:lnTo>
                  <a:cubicBezTo>
                    <a:pt x="0" y="2057"/>
                    <a:pt x="481" y="2532"/>
                    <a:pt x="1072" y="2537"/>
                  </a:cubicBezTo>
                  <a:lnTo>
                    <a:pt x="1077" y="2537"/>
                  </a:lnTo>
                  <a:lnTo>
                    <a:pt x="1077" y="10152"/>
                  </a:lnTo>
                  <a:cubicBezTo>
                    <a:pt x="1077" y="10289"/>
                    <a:pt x="1180" y="10357"/>
                    <a:pt x="1283" y="10357"/>
                  </a:cubicBezTo>
                  <a:cubicBezTo>
                    <a:pt x="1386" y="10357"/>
                    <a:pt x="1490" y="10289"/>
                    <a:pt x="1490" y="10152"/>
                  </a:cubicBezTo>
                  <a:lnTo>
                    <a:pt x="1490" y="2537"/>
                  </a:lnTo>
                  <a:lnTo>
                    <a:pt x="5525" y="2537"/>
                  </a:lnTo>
                  <a:lnTo>
                    <a:pt x="5525" y="3133"/>
                  </a:lnTo>
                  <a:lnTo>
                    <a:pt x="4487" y="3133"/>
                  </a:lnTo>
                  <a:cubicBezTo>
                    <a:pt x="4214" y="3133"/>
                    <a:pt x="4214" y="3546"/>
                    <a:pt x="4487" y="3546"/>
                  </a:cubicBezTo>
                  <a:lnTo>
                    <a:pt x="5525" y="3546"/>
                  </a:lnTo>
                  <a:lnTo>
                    <a:pt x="5525" y="4574"/>
                  </a:lnTo>
                  <a:lnTo>
                    <a:pt x="4487" y="4574"/>
                  </a:lnTo>
                  <a:cubicBezTo>
                    <a:pt x="4214" y="4574"/>
                    <a:pt x="4214" y="4983"/>
                    <a:pt x="4487" y="4983"/>
                  </a:cubicBezTo>
                  <a:lnTo>
                    <a:pt x="5525" y="4983"/>
                  </a:lnTo>
                  <a:lnTo>
                    <a:pt x="5525" y="6011"/>
                  </a:lnTo>
                  <a:lnTo>
                    <a:pt x="4487" y="6011"/>
                  </a:lnTo>
                  <a:cubicBezTo>
                    <a:pt x="4214" y="6011"/>
                    <a:pt x="4214" y="6424"/>
                    <a:pt x="4487" y="6424"/>
                  </a:cubicBezTo>
                  <a:lnTo>
                    <a:pt x="5525" y="6424"/>
                  </a:lnTo>
                  <a:lnTo>
                    <a:pt x="5525" y="7452"/>
                  </a:lnTo>
                  <a:lnTo>
                    <a:pt x="4487" y="7452"/>
                  </a:lnTo>
                  <a:cubicBezTo>
                    <a:pt x="4214" y="7452"/>
                    <a:pt x="4214" y="7865"/>
                    <a:pt x="4487" y="7865"/>
                  </a:cubicBezTo>
                  <a:lnTo>
                    <a:pt x="5525" y="7865"/>
                  </a:lnTo>
                  <a:lnTo>
                    <a:pt x="5525" y="8893"/>
                  </a:lnTo>
                  <a:lnTo>
                    <a:pt x="4487" y="8893"/>
                  </a:lnTo>
                  <a:cubicBezTo>
                    <a:pt x="4214" y="8893"/>
                    <a:pt x="4214" y="9301"/>
                    <a:pt x="4487" y="9301"/>
                  </a:cubicBezTo>
                  <a:lnTo>
                    <a:pt x="5525" y="9301"/>
                  </a:lnTo>
                  <a:lnTo>
                    <a:pt x="5525" y="10329"/>
                  </a:lnTo>
                  <a:lnTo>
                    <a:pt x="4487" y="10329"/>
                  </a:lnTo>
                  <a:cubicBezTo>
                    <a:pt x="4214" y="10329"/>
                    <a:pt x="4214" y="10743"/>
                    <a:pt x="4487" y="10743"/>
                  </a:cubicBezTo>
                  <a:lnTo>
                    <a:pt x="5525" y="10743"/>
                  </a:lnTo>
                  <a:lnTo>
                    <a:pt x="5525" y="11607"/>
                  </a:lnTo>
                  <a:cubicBezTo>
                    <a:pt x="5525" y="12722"/>
                    <a:pt x="4622" y="13625"/>
                    <a:pt x="3507" y="13625"/>
                  </a:cubicBezTo>
                  <a:cubicBezTo>
                    <a:pt x="2393" y="13625"/>
                    <a:pt x="1490" y="12722"/>
                    <a:pt x="1490" y="11607"/>
                  </a:cubicBezTo>
                  <a:lnTo>
                    <a:pt x="1490" y="10920"/>
                  </a:lnTo>
                  <a:cubicBezTo>
                    <a:pt x="1490" y="10783"/>
                    <a:pt x="1386" y="10715"/>
                    <a:pt x="1283" y="10715"/>
                  </a:cubicBezTo>
                  <a:cubicBezTo>
                    <a:pt x="1180" y="10715"/>
                    <a:pt x="1077" y="10783"/>
                    <a:pt x="1077" y="10920"/>
                  </a:cubicBezTo>
                  <a:lnTo>
                    <a:pt x="1077" y="11607"/>
                  </a:lnTo>
                  <a:cubicBezTo>
                    <a:pt x="1077" y="12948"/>
                    <a:pt x="2162" y="14038"/>
                    <a:pt x="3507" y="14038"/>
                  </a:cubicBezTo>
                  <a:cubicBezTo>
                    <a:pt x="4848" y="14038"/>
                    <a:pt x="5933" y="12948"/>
                    <a:pt x="5933" y="11607"/>
                  </a:cubicBezTo>
                  <a:lnTo>
                    <a:pt x="5933" y="2537"/>
                  </a:lnTo>
                  <a:lnTo>
                    <a:pt x="5977" y="2537"/>
                  </a:lnTo>
                  <a:cubicBezTo>
                    <a:pt x="6568" y="2537"/>
                    <a:pt x="7043" y="2057"/>
                    <a:pt x="7043" y="1466"/>
                  </a:cubicBezTo>
                  <a:lnTo>
                    <a:pt x="7043" y="1072"/>
                  </a:lnTo>
                  <a:cubicBezTo>
                    <a:pt x="7043" y="481"/>
                    <a:pt x="6568" y="1"/>
                    <a:pt x="5977" y="1"/>
                  </a:cubicBezTo>
                  <a:lnTo>
                    <a:pt x="5318" y="1"/>
                  </a:lnTo>
                  <a:cubicBezTo>
                    <a:pt x="5045" y="1"/>
                    <a:pt x="5045" y="414"/>
                    <a:pt x="5318" y="414"/>
                  </a:cubicBezTo>
                  <a:lnTo>
                    <a:pt x="5977" y="414"/>
                  </a:lnTo>
                  <a:cubicBezTo>
                    <a:pt x="6342" y="414"/>
                    <a:pt x="6640" y="707"/>
                    <a:pt x="6640" y="1072"/>
                  </a:cubicBezTo>
                  <a:lnTo>
                    <a:pt x="6640" y="1471"/>
                  </a:lnTo>
                  <a:cubicBezTo>
                    <a:pt x="6640" y="1836"/>
                    <a:pt x="6342" y="2129"/>
                    <a:pt x="5977" y="2129"/>
                  </a:cubicBezTo>
                  <a:lnTo>
                    <a:pt x="1072" y="2129"/>
                  </a:lnTo>
                  <a:cubicBezTo>
                    <a:pt x="707" y="2129"/>
                    <a:pt x="409" y="1836"/>
                    <a:pt x="409" y="1471"/>
                  </a:cubicBezTo>
                  <a:lnTo>
                    <a:pt x="409" y="1072"/>
                  </a:lnTo>
                  <a:cubicBezTo>
                    <a:pt x="409" y="707"/>
                    <a:pt x="707" y="414"/>
                    <a:pt x="1072" y="414"/>
                  </a:cubicBezTo>
                  <a:lnTo>
                    <a:pt x="4550" y="414"/>
                  </a:lnTo>
                  <a:cubicBezTo>
                    <a:pt x="4824" y="414"/>
                    <a:pt x="4824" y="1"/>
                    <a:pt x="45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7" name="Google Shape;8677;p80"/>
          <p:cNvGrpSpPr/>
          <p:nvPr/>
        </p:nvGrpSpPr>
        <p:grpSpPr>
          <a:xfrm>
            <a:off x="2602224" y="3825918"/>
            <a:ext cx="376966" cy="349765"/>
            <a:chOff x="2602224" y="3825918"/>
            <a:chExt cx="376966" cy="349765"/>
          </a:xfrm>
        </p:grpSpPr>
        <p:sp>
          <p:nvSpPr>
            <p:cNvPr id="8678" name="Google Shape;8678;p80"/>
            <p:cNvSpPr/>
            <p:nvPr/>
          </p:nvSpPr>
          <p:spPr>
            <a:xfrm>
              <a:off x="2880308" y="4107458"/>
              <a:ext cx="39270" cy="53983"/>
            </a:xfrm>
            <a:custGeom>
              <a:rect b="b" l="l" r="r" t="t"/>
              <a:pathLst>
                <a:path extrusionOk="0" h="2062" w="1500">
                  <a:moveTo>
                    <a:pt x="0" y="1"/>
                  </a:moveTo>
                  <a:lnTo>
                    <a:pt x="0" y="2062"/>
                  </a:lnTo>
                  <a:lnTo>
                    <a:pt x="1096" y="2062"/>
                  </a:lnTo>
                  <a:cubicBezTo>
                    <a:pt x="1321" y="2062"/>
                    <a:pt x="1499" y="1879"/>
                    <a:pt x="1499" y="1658"/>
                  </a:cubicBezTo>
                  <a:lnTo>
                    <a:pt x="1499" y="404"/>
                  </a:lnTo>
                  <a:cubicBezTo>
                    <a:pt x="1499" y="179"/>
                    <a:pt x="1321" y="1"/>
                    <a:pt x="109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0"/>
            <p:cNvSpPr/>
            <p:nvPr/>
          </p:nvSpPr>
          <p:spPr>
            <a:xfrm>
              <a:off x="2896408" y="4107458"/>
              <a:ext cx="23169" cy="53983"/>
            </a:xfrm>
            <a:custGeom>
              <a:rect b="b" l="l" r="r" t="t"/>
              <a:pathLst>
                <a:path extrusionOk="0" h="2062" w="885">
                  <a:moveTo>
                    <a:pt x="0" y="1"/>
                  </a:moveTo>
                  <a:cubicBezTo>
                    <a:pt x="226" y="1"/>
                    <a:pt x="404" y="179"/>
                    <a:pt x="404" y="404"/>
                  </a:cubicBezTo>
                  <a:lnTo>
                    <a:pt x="404" y="1658"/>
                  </a:lnTo>
                  <a:cubicBezTo>
                    <a:pt x="404" y="1879"/>
                    <a:pt x="226" y="2062"/>
                    <a:pt x="0" y="2062"/>
                  </a:cubicBezTo>
                  <a:lnTo>
                    <a:pt x="481" y="2062"/>
                  </a:lnTo>
                  <a:cubicBezTo>
                    <a:pt x="706" y="2062"/>
                    <a:pt x="884" y="1879"/>
                    <a:pt x="884" y="1658"/>
                  </a:cubicBezTo>
                  <a:lnTo>
                    <a:pt x="884" y="404"/>
                  </a:lnTo>
                  <a:cubicBezTo>
                    <a:pt x="884" y="179"/>
                    <a:pt x="706" y="1"/>
                    <a:pt x="481"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0"/>
            <p:cNvSpPr/>
            <p:nvPr/>
          </p:nvSpPr>
          <p:spPr>
            <a:xfrm>
              <a:off x="2625367" y="4040306"/>
              <a:ext cx="266905" cy="130062"/>
            </a:xfrm>
            <a:custGeom>
              <a:rect b="b" l="l" r="r" t="t"/>
              <a:pathLst>
                <a:path extrusionOk="0" h="4968" w="10195">
                  <a:moveTo>
                    <a:pt x="1960" y="1"/>
                  </a:moveTo>
                  <a:lnTo>
                    <a:pt x="207" y="1985"/>
                  </a:lnTo>
                  <a:cubicBezTo>
                    <a:pt x="72" y="2138"/>
                    <a:pt x="0" y="2331"/>
                    <a:pt x="0" y="2532"/>
                  </a:cubicBezTo>
                  <a:lnTo>
                    <a:pt x="0" y="4276"/>
                  </a:lnTo>
                  <a:cubicBezTo>
                    <a:pt x="0" y="4661"/>
                    <a:pt x="308" y="4968"/>
                    <a:pt x="692" y="4968"/>
                  </a:cubicBezTo>
                  <a:lnTo>
                    <a:pt x="9503" y="4968"/>
                  </a:lnTo>
                  <a:cubicBezTo>
                    <a:pt x="9882" y="4968"/>
                    <a:pt x="10195" y="4661"/>
                    <a:pt x="10195" y="4276"/>
                  </a:cubicBezTo>
                  <a:lnTo>
                    <a:pt x="10195" y="2532"/>
                  </a:lnTo>
                  <a:cubicBezTo>
                    <a:pt x="10195" y="2331"/>
                    <a:pt x="10123" y="2134"/>
                    <a:pt x="9988" y="1985"/>
                  </a:cubicBezTo>
                  <a:lnTo>
                    <a:pt x="8235" y="1"/>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0"/>
            <p:cNvSpPr/>
            <p:nvPr/>
          </p:nvSpPr>
          <p:spPr>
            <a:xfrm>
              <a:off x="2645604" y="4040306"/>
              <a:ext cx="246668" cy="130062"/>
            </a:xfrm>
            <a:custGeom>
              <a:rect b="b" l="l" r="r" t="t"/>
              <a:pathLst>
                <a:path extrusionOk="0" h="4968" w="9422">
                  <a:moveTo>
                    <a:pt x="1187" y="1"/>
                  </a:moveTo>
                  <a:lnTo>
                    <a:pt x="1" y="1346"/>
                  </a:lnTo>
                  <a:cubicBezTo>
                    <a:pt x="1179" y="2717"/>
                    <a:pt x="2874" y="3459"/>
                    <a:pt x="4607" y="3459"/>
                  </a:cubicBezTo>
                  <a:cubicBezTo>
                    <a:pt x="5418" y="3459"/>
                    <a:pt x="6237" y="3297"/>
                    <a:pt x="7015" y="2960"/>
                  </a:cubicBezTo>
                  <a:cubicBezTo>
                    <a:pt x="7130" y="2909"/>
                    <a:pt x="7247" y="2886"/>
                    <a:pt x="7362" y="2886"/>
                  </a:cubicBezTo>
                  <a:cubicBezTo>
                    <a:pt x="7814" y="2886"/>
                    <a:pt x="8221" y="3250"/>
                    <a:pt x="8221" y="3748"/>
                  </a:cubicBezTo>
                  <a:lnTo>
                    <a:pt x="8221" y="4276"/>
                  </a:lnTo>
                  <a:cubicBezTo>
                    <a:pt x="8221" y="4661"/>
                    <a:pt x="7913" y="4968"/>
                    <a:pt x="7529" y="4968"/>
                  </a:cubicBezTo>
                  <a:lnTo>
                    <a:pt x="8730" y="4968"/>
                  </a:lnTo>
                  <a:cubicBezTo>
                    <a:pt x="9109" y="4968"/>
                    <a:pt x="9422" y="4661"/>
                    <a:pt x="9422" y="4276"/>
                  </a:cubicBezTo>
                  <a:lnTo>
                    <a:pt x="9422" y="2532"/>
                  </a:lnTo>
                  <a:cubicBezTo>
                    <a:pt x="9422" y="2331"/>
                    <a:pt x="9345" y="2134"/>
                    <a:pt x="9215" y="1985"/>
                  </a:cubicBezTo>
                  <a:lnTo>
                    <a:pt x="7462" y="1"/>
                  </a:ln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0"/>
            <p:cNvSpPr/>
            <p:nvPr/>
          </p:nvSpPr>
          <p:spPr>
            <a:xfrm>
              <a:off x="2921541" y="3956426"/>
              <a:ext cx="52360" cy="44846"/>
            </a:xfrm>
            <a:custGeom>
              <a:rect b="b" l="l" r="r" t="t"/>
              <a:pathLst>
                <a:path extrusionOk="0" h="1713" w="2000">
                  <a:moveTo>
                    <a:pt x="1144" y="0"/>
                  </a:moveTo>
                  <a:cubicBezTo>
                    <a:pt x="385" y="0"/>
                    <a:pt x="1" y="923"/>
                    <a:pt x="539" y="1461"/>
                  </a:cubicBezTo>
                  <a:cubicBezTo>
                    <a:pt x="713" y="1635"/>
                    <a:pt x="928" y="1713"/>
                    <a:pt x="1138" y="1713"/>
                  </a:cubicBezTo>
                  <a:cubicBezTo>
                    <a:pt x="1578" y="1713"/>
                    <a:pt x="1999" y="1372"/>
                    <a:pt x="1999" y="855"/>
                  </a:cubicBezTo>
                  <a:cubicBezTo>
                    <a:pt x="1999" y="385"/>
                    <a:pt x="1615" y="0"/>
                    <a:pt x="114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0"/>
            <p:cNvSpPr/>
            <p:nvPr/>
          </p:nvSpPr>
          <p:spPr>
            <a:xfrm>
              <a:off x="2942433" y="3956426"/>
              <a:ext cx="33982" cy="44715"/>
            </a:xfrm>
            <a:custGeom>
              <a:rect b="b" l="l" r="r" t="t"/>
              <a:pathLst>
                <a:path extrusionOk="0" h="1708" w="1298">
                  <a:moveTo>
                    <a:pt x="346" y="0"/>
                  </a:moveTo>
                  <a:cubicBezTo>
                    <a:pt x="226" y="0"/>
                    <a:pt x="111" y="24"/>
                    <a:pt x="0" y="72"/>
                  </a:cubicBezTo>
                  <a:cubicBezTo>
                    <a:pt x="673" y="375"/>
                    <a:pt x="673" y="1331"/>
                    <a:pt x="0" y="1634"/>
                  </a:cubicBezTo>
                  <a:cubicBezTo>
                    <a:pt x="114" y="1684"/>
                    <a:pt x="231" y="1708"/>
                    <a:pt x="347" y="1708"/>
                  </a:cubicBezTo>
                  <a:cubicBezTo>
                    <a:pt x="735" y="1708"/>
                    <a:pt x="1097" y="1440"/>
                    <a:pt x="1182" y="1028"/>
                  </a:cubicBezTo>
                  <a:cubicBezTo>
                    <a:pt x="1298" y="500"/>
                    <a:pt x="889" y="0"/>
                    <a:pt x="34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0"/>
            <p:cNvSpPr/>
            <p:nvPr/>
          </p:nvSpPr>
          <p:spPr>
            <a:xfrm>
              <a:off x="2614293" y="3831154"/>
              <a:ext cx="292692" cy="281618"/>
            </a:xfrm>
            <a:custGeom>
              <a:rect b="b" l="l" r="r" t="t"/>
              <a:pathLst>
                <a:path extrusionOk="0" h="10757" w="11180">
                  <a:moveTo>
                    <a:pt x="5799" y="1"/>
                  </a:moveTo>
                  <a:cubicBezTo>
                    <a:pt x="3628" y="1"/>
                    <a:pt x="1663" y="1312"/>
                    <a:pt x="832" y="3320"/>
                  </a:cubicBezTo>
                  <a:cubicBezTo>
                    <a:pt x="1" y="5333"/>
                    <a:pt x="462" y="7644"/>
                    <a:pt x="1999" y="9181"/>
                  </a:cubicBezTo>
                  <a:cubicBezTo>
                    <a:pt x="3028" y="10210"/>
                    <a:pt x="4403" y="10757"/>
                    <a:pt x="5804" y="10757"/>
                  </a:cubicBezTo>
                  <a:cubicBezTo>
                    <a:pt x="6496" y="10757"/>
                    <a:pt x="7194" y="10623"/>
                    <a:pt x="7860" y="10348"/>
                  </a:cubicBezTo>
                  <a:cubicBezTo>
                    <a:pt x="9868" y="9517"/>
                    <a:pt x="11180" y="7552"/>
                    <a:pt x="11180" y="5381"/>
                  </a:cubicBezTo>
                  <a:cubicBezTo>
                    <a:pt x="11180" y="2412"/>
                    <a:pt x="8768" y="1"/>
                    <a:pt x="5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0"/>
            <p:cNvSpPr/>
            <p:nvPr/>
          </p:nvSpPr>
          <p:spPr>
            <a:xfrm>
              <a:off x="2746737" y="3831154"/>
              <a:ext cx="160248" cy="281618"/>
            </a:xfrm>
            <a:custGeom>
              <a:rect b="b" l="l" r="r" t="t"/>
              <a:pathLst>
                <a:path extrusionOk="0" h="10757" w="6121">
                  <a:moveTo>
                    <a:pt x="740" y="1"/>
                  </a:moveTo>
                  <a:cubicBezTo>
                    <a:pt x="495" y="1"/>
                    <a:pt x="245" y="20"/>
                    <a:pt x="0" y="53"/>
                  </a:cubicBezTo>
                  <a:cubicBezTo>
                    <a:pt x="2662" y="423"/>
                    <a:pt x="4641" y="2696"/>
                    <a:pt x="4641" y="5381"/>
                  </a:cubicBezTo>
                  <a:cubicBezTo>
                    <a:pt x="4641" y="8066"/>
                    <a:pt x="2662" y="10339"/>
                    <a:pt x="0" y="10709"/>
                  </a:cubicBezTo>
                  <a:cubicBezTo>
                    <a:pt x="245" y="10742"/>
                    <a:pt x="495" y="10757"/>
                    <a:pt x="740" y="10757"/>
                  </a:cubicBezTo>
                  <a:cubicBezTo>
                    <a:pt x="3709" y="10757"/>
                    <a:pt x="6121" y="8350"/>
                    <a:pt x="6121" y="5381"/>
                  </a:cubicBezTo>
                  <a:cubicBezTo>
                    <a:pt x="6121" y="2407"/>
                    <a:pt x="3709" y="1"/>
                    <a:pt x="74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0"/>
            <p:cNvSpPr/>
            <p:nvPr/>
          </p:nvSpPr>
          <p:spPr>
            <a:xfrm>
              <a:off x="2724720" y="3941084"/>
              <a:ext cx="72335" cy="61968"/>
            </a:xfrm>
            <a:custGeom>
              <a:rect b="b" l="l" r="r" t="t"/>
              <a:pathLst>
                <a:path extrusionOk="0" h="2367" w="2763">
                  <a:moveTo>
                    <a:pt x="1581" y="0"/>
                  </a:moveTo>
                  <a:cubicBezTo>
                    <a:pt x="529" y="0"/>
                    <a:pt x="1" y="1273"/>
                    <a:pt x="745" y="2018"/>
                  </a:cubicBezTo>
                  <a:cubicBezTo>
                    <a:pt x="986" y="2259"/>
                    <a:pt x="1282" y="2366"/>
                    <a:pt x="1572" y="2366"/>
                  </a:cubicBezTo>
                  <a:cubicBezTo>
                    <a:pt x="2180" y="2366"/>
                    <a:pt x="2763" y="1894"/>
                    <a:pt x="2763" y="1182"/>
                  </a:cubicBezTo>
                  <a:cubicBezTo>
                    <a:pt x="2763" y="529"/>
                    <a:pt x="2235" y="0"/>
                    <a:pt x="1581" y="0"/>
                  </a:cubicBez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0"/>
            <p:cNvSpPr/>
            <p:nvPr/>
          </p:nvSpPr>
          <p:spPr>
            <a:xfrm>
              <a:off x="2754539" y="3940953"/>
              <a:ext cx="45553" cy="61968"/>
            </a:xfrm>
            <a:custGeom>
              <a:rect b="b" l="l" r="r" t="t"/>
              <a:pathLst>
                <a:path extrusionOk="0" h="2367" w="1740">
                  <a:moveTo>
                    <a:pt x="442" y="0"/>
                  </a:moveTo>
                  <a:lnTo>
                    <a:pt x="442" y="5"/>
                  </a:lnTo>
                  <a:cubicBezTo>
                    <a:pt x="293" y="5"/>
                    <a:pt x="140" y="34"/>
                    <a:pt x="0" y="92"/>
                  </a:cubicBezTo>
                  <a:cubicBezTo>
                    <a:pt x="990" y="486"/>
                    <a:pt x="990" y="1884"/>
                    <a:pt x="0" y="2282"/>
                  </a:cubicBezTo>
                  <a:cubicBezTo>
                    <a:pt x="144" y="2340"/>
                    <a:pt x="291" y="2366"/>
                    <a:pt x="435" y="2366"/>
                  </a:cubicBezTo>
                  <a:cubicBezTo>
                    <a:pt x="981" y="2366"/>
                    <a:pt x="1485" y="1982"/>
                    <a:pt x="1595" y="1408"/>
                  </a:cubicBezTo>
                  <a:cubicBezTo>
                    <a:pt x="1739" y="683"/>
                    <a:pt x="1182" y="5"/>
                    <a:pt x="4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0"/>
            <p:cNvSpPr/>
            <p:nvPr/>
          </p:nvSpPr>
          <p:spPr>
            <a:xfrm>
              <a:off x="2602224" y="3825918"/>
              <a:ext cx="376966" cy="349765"/>
            </a:xfrm>
            <a:custGeom>
              <a:rect b="b" l="l" r="r" t="t"/>
              <a:pathLst>
                <a:path extrusionOk="0" h="13360" w="14399">
                  <a:moveTo>
                    <a:pt x="13339" y="5186"/>
                  </a:moveTo>
                  <a:cubicBezTo>
                    <a:pt x="13676" y="5186"/>
                    <a:pt x="14000" y="5447"/>
                    <a:pt x="14000" y="5840"/>
                  </a:cubicBezTo>
                  <a:cubicBezTo>
                    <a:pt x="13995" y="6201"/>
                    <a:pt x="13702" y="6494"/>
                    <a:pt x="13341" y="6494"/>
                  </a:cubicBezTo>
                  <a:cubicBezTo>
                    <a:pt x="12760" y="6494"/>
                    <a:pt x="12467" y="5788"/>
                    <a:pt x="12880" y="5379"/>
                  </a:cubicBezTo>
                  <a:cubicBezTo>
                    <a:pt x="13014" y="5246"/>
                    <a:pt x="13178" y="5186"/>
                    <a:pt x="13339" y="5186"/>
                  </a:cubicBezTo>
                  <a:close/>
                  <a:moveTo>
                    <a:pt x="11718" y="10957"/>
                  </a:moveTo>
                  <a:cubicBezTo>
                    <a:pt x="11828" y="10957"/>
                    <a:pt x="11919" y="11048"/>
                    <a:pt x="11919" y="11158"/>
                  </a:cubicBezTo>
                  <a:lnTo>
                    <a:pt x="11919" y="12412"/>
                  </a:lnTo>
                  <a:cubicBezTo>
                    <a:pt x="11919" y="12523"/>
                    <a:pt x="11833" y="12614"/>
                    <a:pt x="11718" y="12614"/>
                  </a:cubicBezTo>
                  <a:lnTo>
                    <a:pt x="11266" y="12614"/>
                  </a:lnTo>
                  <a:cubicBezTo>
                    <a:pt x="11295" y="12451"/>
                    <a:pt x="11271" y="12249"/>
                    <a:pt x="11280" y="10957"/>
                  </a:cubicBezTo>
                  <a:close/>
                  <a:moveTo>
                    <a:pt x="6232" y="1"/>
                  </a:moveTo>
                  <a:cubicBezTo>
                    <a:pt x="5264" y="1"/>
                    <a:pt x="4275" y="256"/>
                    <a:pt x="3359" y="815"/>
                  </a:cubicBezTo>
                  <a:cubicBezTo>
                    <a:pt x="3155" y="927"/>
                    <a:pt x="3273" y="1198"/>
                    <a:pt x="3454" y="1198"/>
                  </a:cubicBezTo>
                  <a:cubicBezTo>
                    <a:pt x="3491" y="1198"/>
                    <a:pt x="3530" y="1187"/>
                    <a:pt x="3570" y="1161"/>
                  </a:cubicBezTo>
                  <a:cubicBezTo>
                    <a:pt x="4421" y="641"/>
                    <a:pt x="5338" y="403"/>
                    <a:pt x="6236" y="403"/>
                  </a:cubicBezTo>
                  <a:cubicBezTo>
                    <a:pt x="8927" y="403"/>
                    <a:pt x="11439" y="2537"/>
                    <a:pt x="11439" y="5581"/>
                  </a:cubicBezTo>
                  <a:cubicBezTo>
                    <a:pt x="11439" y="7354"/>
                    <a:pt x="10531" y="9006"/>
                    <a:pt x="9032" y="9953"/>
                  </a:cubicBezTo>
                  <a:cubicBezTo>
                    <a:pt x="8190" y="10487"/>
                    <a:pt x="7229" y="10758"/>
                    <a:pt x="6263" y="10758"/>
                  </a:cubicBezTo>
                  <a:cubicBezTo>
                    <a:pt x="5509" y="10758"/>
                    <a:pt x="4754" y="10593"/>
                    <a:pt x="4050" y="10260"/>
                  </a:cubicBezTo>
                  <a:cubicBezTo>
                    <a:pt x="2446" y="9506"/>
                    <a:pt x="1341" y="7978"/>
                    <a:pt x="1125" y="6220"/>
                  </a:cubicBezTo>
                  <a:cubicBezTo>
                    <a:pt x="904" y="4462"/>
                    <a:pt x="1600" y="2708"/>
                    <a:pt x="2969" y="1584"/>
                  </a:cubicBezTo>
                  <a:cubicBezTo>
                    <a:pt x="3148" y="1451"/>
                    <a:pt x="3017" y="1216"/>
                    <a:pt x="2850" y="1216"/>
                  </a:cubicBezTo>
                  <a:cubicBezTo>
                    <a:pt x="2806" y="1216"/>
                    <a:pt x="2759" y="1233"/>
                    <a:pt x="2715" y="1272"/>
                  </a:cubicBezTo>
                  <a:cubicBezTo>
                    <a:pt x="385" y="3193"/>
                    <a:pt x="0" y="6619"/>
                    <a:pt x="1860" y="9001"/>
                  </a:cubicBezTo>
                  <a:lnTo>
                    <a:pt x="937" y="10044"/>
                  </a:lnTo>
                  <a:cubicBezTo>
                    <a:pt x="769" y="10231"/>
                    <a:pt x="678" y="10472"/>
                    <a:pt x="678" y="10721"/>
                  </a:cubicBezTo>
                  <a:lnTo>
                    <a:pt x="678" y="12465"/>
                  </a:lnTo>
                  <a:cubicBezTo>
                    <a:pt x="678" y="12960"/>
                    <a:pt x="1081" y="13359"/>
                    <a:pt x="1571" y="13359"/>
                  </a:cubicBezTo>
                  <a:lnTo>
                    <a:pt x="8393" y="13359"/>
                  </a:lnTo>
                  <a:cubicBezTo>
                    <a:pt x="8398" y="13359"/>
                    <a:pt x="8402" y="13359"/>
                    <a:pt x="8407" y="13359"/>
                  </a:cubicBezTo>
                  <a:cubicBezTo>
                    <a:pt x="8671" y="13359"/>
                    <a:pt x="8672" y="12959"/>
                    <a:pt x="8411" y="12959"/>
                  </a:cubicBezTo>
                  <a:cubicBezTo>
                    <a:pt x="8405" y="12959"/>
                    <a:pt x="8399" y="12960"/>
                    <a:pt x="8393" y="12960"/>
                  </a:cubicBezTo>
                  <a:lnTo>
                    <a:pt x="1576" y="12960"/>
                  </a:lnTo>
                  <a:cubicBezTo>
                    <a:pt x="1302" y="12960"/>
                    <a:pt x="1086" y="12739"/>
                    <a:pt x="1081" y="12465"/>
                  </a:cubicBezTo>
                  <a:lnTo>
                    <a:pt x="1081" y="10721"/>
                  </a:lnTo>
                  <a:cubicBezTo>
                    <a:pt x="1081" y="10568"/>
                    <a:pt x="1139" y="10423"/>
                    <a:pt x="1240" y="10308"/>
                  </a:cubicBezTo>
                  <a:lnTo>
                    <a:pt x="2114" y="9314"/>
                  </a:lnTo>
                  <a:cubicBezTo>
                    <a:pt x="3220" y="10538"/>
                    <a:pt x="4739" y="11157"/>
                    <a:pt x="6261" y="11157"/>
                  </a:cubicBezTo>
                  <a:cubicBezTo>
                    <a:pt x="7643" y="11157"/>
                    <a:pt x="9027" y="10647"/>
                    <a:pt x="10108" y="9616"/>
                  </a:cubicBezTo>
                  <a:lnTo>
                    <a:pt x="10718" y="10303"/>
                  </a:lnTo>
                  <a:cubicBezTo>
                    <a:pt x="10819" y="10419"/>
                    <a:pt x="10877" y="10568"/>
                    <a:pt x="10877" y="10721"/>
                  </a:cubicBezTo>
                  <a:cubicBezTo>
                    <a:pt x="10858" y="12456"/>
                    <a:pt x="10925" y="12513"/>
                    <a:pt x="10810" y="12710"/>
                  </a:cubicBezTo>
                  <a:cubicBezTo>
                    <a:pt x="10723" y="12864"/>
                    <a:pt x="10560" y="12955"/>
                    <a:pt x="10387" y="12955"/>
                  </a:cubicBezTo>
                  <a:lnTo>
                    <a:pt x="9147" y="12955"/>
                  </a:lnTo>
                  <a:cubicBezTo>
                    <a:pt x="9143" y="12955"/>
                    <a:pt x="9138" y="12955"/>
                    <a:pt x="9134" y="12955"/>
                  </a:cubicBezTo>
                  <a:cubicBezTo>
                    <a:pt x="8869" y="12955"/>
                    <a:pt x="8869" y="13359"/>
                    <a:pt x="9134" y="13359"/>
                  </a:cubicBezTo>
                  <a:cubicBezTo>
                    <a:pt x="9138" y="13359"/>
                    <a:pt x="9143" y="13359"/>
                    <a:pt x="9147" y="13359"/>
                  </a:cubicBezTo>
                  <a:lnTo>
                    <a:pt x="10387" y="13359"/>
                  </a:lnTo>
                  <a:cubicBezTo>
                    <a:pt x="10661" y="13359"/>
                    <a:pt x="10920" y="13229"/>
                    <a:pt x="11088" y="13013"/>
                  </a:cubicBezTo>
                  <a:lnTo>
                    <a:pt x="11718" y="13013"/>
                  </a:lnTo>
                  <a:cubicBezTo>
                    <a:pt x="12049" y="13013"/>
                    <a:pt x="12318" y="12744"/>
                    <a:pt x="12318" y="12412"/>
                  </a:cubicBezTo>
                  <a:lnTo>
                    <a:pt x="12318" y="11985"/>
                  </a:lnTo>
                  <a:lnTo>
                    <a:pt x="12573" y="11985"/>
                  </a:lnTo>
                  <a:cubicBezTo>
                    <a:pt x="13106" y="11985"/>
                    <a:pt x="13534" y="11557"/>
                    <a:pt x="13534" y="11024"/>
                  </a:cubicBezTo>
                  <a:lnTo>
                    <a:pt x="13534" y="6883"/>
                  </a:lnTo>
                  <a:cubicBezTo>
                    <a:pt x="14038" y="6787"/>
                    <a:pt x="14398" y="6350"/>
                    <a:pt x="14398" y="5840"/>
                  </a:cubicBezTo>
                  <a:cubicBezTo>
                    <a:pt x="14398" y="5211"/>
                    <a:pt x="13883" y="4781"/>
                    <a:pt x="13336" y="4781"/>
                  </a:cubicBezTo>
                  <a:cubicBezTo>
                    <a:pt x="13107" y="4781"/>
                    <a:pt x="12873" y="4856"/>
                    <a:pt x="12669" y="5024"/>
                  </a:cubicBezTo>
                  <a:cubicBezTo>
                    <a:pt x="11982" y="5595"/>
                    <a:pt x="12265" y="6710"/>
                    <a:pt x="13140" y="6878"/>
                  </a:cubicBezTo>
                  <a:lnTo>
                    <a:pt x="13140" y="11019"/>
                  </a:lnTo>
                  <a:cubicBezTo>
                    <a:pt x="13140" y="11331"/>
                    <a:pt x="12890" y="11581"/>
                    <a:pt x="12578" y="11581"/>
                  </a:cubicBezTo>
                  <a:lnTo>
                    <a:pt x="12323" y="11581"/>
                  </a:lnTo>
                  <a:lnTo>
                    <a:pt x="12323" y="11154"/>
                  </a:lnTo>
                  <a:cubicBezTo>
                    <a:pt x="12323" y="10822"/>
                    <a:pt x="12054" y="10553"/>
                    <a:pt x="11722" y="10553"/>
                  </a:cubicBezTo>
                  <a:lnTo>
                    <a:pt x="11266" y="10553"/>
                  </a:lnTo>
                  <a:cubicBezTo>
                    <a:pt x="11232" y="10366"/>
                    <a:pt x="11151" y="10188"/>
                    <a:pt x="11021" y="10044"/>
                  </a:cubicBezTo>
                  <a:lnTo>
                    <a:pt x="10392" y="9328"/>
                  </a:lnTo>
                  <a:cubicBezTo>
                    <a:pt x="11324" y="8305"/>
                    <a:pt x="11842" y="6969"/>
                    <a:pt x="11842" y="5581"/>
                  </a:cubicBezTo>
                  <a:cubicBezTo>
                    <a:pt x="11842" y="2293"/>
                    <a:pt x="9132" y="1"/>
                    <a:pt x="62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0"/>
            <p:cNvSpPr/>
            <p:nvPr/>
          </p:nvSpPr>
          <p:spPr>
            <a:xfrm>
              <a:off x="2717808" y="3935770"/>
              <a:ext cx="84535" cy="72362"/>
            </a:xfrm>
            <a:custGeom>
              <a:rect b="b" l="l" r="r" t="t"/>
              <a:pathLst>
                <a:path extrusionOk="0" h="2764" w="3229">
                  <a:moveTo>
                    <a:pt x="1856" y="401"/>
                  </a:moveTo>
                  <a:cubicBezTo>
                    <a:pt x="2096" y="401"/>
                    <a:pt x="2342" y="490"/>
                    <a:pt x="2542" y="688"/>
                  </a:cubicBezTo>
                  <a:cubicBezTo>
                    <a:pt x="3157" y="1308"/>
                    <a:pt x="2720" y="2365"/>
                    <a:pt x="1845" y="2365"/>
                  </a:cubicBezTo>
                  <a:cubicBezTo>
                    <a:pt x="1302" y="2365"/>
                    <a:pt x="865" y="1928"/>
                    <a:pt x="865" y="1385"/>
                  </a:cubicBezTo>
                  <a:cubicBezTo>
                    <a:pt x="865" y="793"/>
                    <a:pt x="1350" y="401"/>
                    <a:pt x="1856" y="401"/>
                  </a:cubicBezTo>
                  <a:close/>
                  <a:moveTo>
                    <a:pt x="1837" y="0"/>
                  </a:moveTo>
                  <a:cubicBezTo>
                    <a:pt x="1498" y="0"/>
                    <a:pt x="1151" y="127"/>
                    <a:pt x="870" y="410"/>
                  </a:cubicBezTo>
                  <a:cubicBezTo>
                    <a:pt x="0" y="1279"/>
                    <a:pt x="615" y="2764"/>
                    <a:pt x="1850" y="2764"/>
                  </a:cubicBezTo>
                  <a:cubicBezTo>
                    <a:pt x="2609" y="2764"/>
                    <a:pt x="3229" y="2144"/>
                    <a:pt x="3229" y="1385"/>
                  </a:cubicBezTo>
                  <a:cubicBezTo>
                    <a:pt x="3229" y="553"/>
                    <a:pt x="2547" y="0"/>
                    <a:pt x="18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80"/>
          <p:cNvGrpSpPr/>
          <p:nvPr/>
        </p:nvGrpSpPr>
        <p:grpSpPr>
          <a:xfrm>
            <a:off x="3479725" y="3421123"/>
            <a:ext cx="411419" cy="256616"/>
            <a:chOff x="3479725" y="3421123"/>
            <a:chExt cx="411419" cy="256616"/>
          </a:xfrm>
        </p:grpSpPr>
        <p:sp>
          <p:nvSpPr>
            <p:cNvPr id="8691" name="Google Shape;8691;p80"/>
            <p:cNvSpPr/>
            <p:nvPr/>
          </p:nvSpPr>
          <p:spPr>
            <a:xfrm>
              <a:off x="3485642" y="3487542"/>
              <a:ext cx="399585" cy="153467"/>
            </a:xfrm>
            <a:custGeom>
              <a:rect b="b" l="l" r="r" t="t"/>
              <a:pathLst>
                <a:path extrusionOk="0" h="5862" w="15263">
                  <a:moveTo>
                    <a:pt x="644" y="1"/>
                  </a:moveTo>
                  <a:cubicBezTo>
                    <a:pt x="288" y="1"/>
                    <a:pt x="0" y="284"/>
                    <a:pt x="5" y="640"/>
                  </a:cubicBezTo>
                  <a:lnTo>
                    <a:pt x="5" y="5223"/>
                  </a:lnTo>
                  <a:cubicBezTo>
                    <a:pt x="5" y="5574"/>
                    <a:pt x="288" y="5862"/>
                    <a:pt x="644" y="5862"/>
                  </a:cubicBezTo>
                  <a:lnTo>
                    <a:pt x="14619" y="5862"/>
                  </a:lnTo>
                  <a:cubicBezTo>
                    <a:pt x="14974" y="5862"/>
                    <a:pt x="15263" y="5578"/>
                    <a:pt x="15263" y="5223"/>
                  </a:cubicBezTo>
                  <a:lnTo>
                    <a:pt x="15263" y="640"/>
                  </a:lnTo>
                  <a:cubicBezTo>
                    <a:pt x="15258" y="284"/>
                    <a:pt x="14974" y="1"/>
                    <a:pt x="14624"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0"/>
            <p:cNvSpPr/>
            <p:nvPr/>
          </p:nvSpPr>
          <p:spPr>
            <a:xfrm>
              <a:off x="3830249" y="3487542"/>
              <a:ext cx="54847" cy="153467"/>
            </a:xfrm>
            <a:custGeom>
              <a:rect b="b" l="l" r="r" t="t"/>
              <a:pathLst>
                <a:path extrusionOk="0" h="5862" w="2095">
                  <a:moveTo>
                    <a:pt x="0" y="1"/>
                  </a:moveTo>
                  <a:cubicBezTo>
                    <a:pt x="356" y="1"/>
                    <a:pt x="639" y="289"/>
                    <a:pt x="639" y="640"/>
                  </a:cubicBezTo>
                  <a:lnTo>
                    <a:pt x="639" y="5223"/>
                  </a:lnTo>
                  <a:cubicBezTo>
                    <a:pt x="639" y="5574"/>
                    <a:pt x="356" y="5862"/>
                    <a:pt x="0" y="5862"/>
                  </a:cubicBezTo>
                  <a:lnTo>
                    <a:pt x="1456" y="5862"/>
                  </a:lnTo>
                  <a:cubicBezTo>
                    <a:pt x="1807" y="5862"/>
                    <a:pt x="2095" y="5574"/>
                    <a:pt x="2095" y="5223"/>
                  </a:cubicBezTo>
                  <a:lnTo>
                    <a:pt x="2095" y="640"/>
                  </a:lnTo>
                  <a:cubicBezTo>
                    <a:pt x="2095" y="289"/>
                    <a:pt x="1807" y="1"/>
                    <a:pt x="1456"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0"/>
            <p:cNvSpPr/>
            <p:nvPr/>
          </p:nvSpPr>
          <p:spPr>
            <a:xfrm>
              <a:off x="3539468" y="3640983"/>
              <a:ext cx="78749" cy="30735"/>
            </a:xfrm>
            <a:custGeom>
              <a:rect b="b" l="l" r="r" t="t"/>
              <a:pathLst>
                <a:path extrusionOk="0" h="1174" w="3008">
                  <a:moveTo>
                    <a:pt x="0" y="1"/>
                  </a:moveTo>
                  <a:lnTo>
                    <a:pt x="0" y="750"/>
                  </a:lnTo>
                  <a:cubicBezTo>
                    <a:pt x="0" y="986"/>
                    <a:pt x="188" y="1173"/>
                    <a:pt x="418" y="1173"/>
                  </a:cubicBezTo>
                  <a:lnTo>
                    <a:pt x="2590" y="1173"/>
                  </a:lnTo>
                  <a:cubicBezTo>
                    <a:pt x="2820"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0"/>
            <p:cNvSpPr/>
            <p:nvPr/>
          </p:nvSpPr>
          <p:spPr>
            <a:xfrm>
              <a:off x="3579209" y="3640983"/>
              <a:ext cx="39008" cy="30735"/>
            </a:xfrm>
            <a:custGeom>
              <a:rect b="b" l="l" r="r" t="t"/>
              <a:pathLst>
                <a:path extrusionOk="0" h="1174" w="1490">
                  <a:moveTo>
                    <a:pt x="418" y="1"/>
                  </a:moveTo>
                  <a:lnTo>
                    <a:pt x="418" y="755"/>
                  </a:lnTo>
                  <a:cubicBezTo>
                    <a:pt x="418" y="986"/>
                    <a:pt x="231" y="1173"/>
                    <a:pt x="0" y="1173"/>
                  </a:cubicBezTo>
                  <a:lnTo>
                    <a:pt x="1072" y="1173"/>
                  </a:lnTo>
                  <a:cubicBezTo>
                    <a:pt x="1302" y="1173"/>
                    <a:pt x="1490" y="986"/>
                    <a:pt x="1490" y="755"/>
                  </a:cubicBezTo>
                  <a:lnTo>
                    <a:pt x="149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0"/>
            <p:cNvSpPr/>
            <p:nvPr/>
          </p:nvSpPr>
          <p:spPr>
            <a:xfrm>
              <a:off x="3752390" y="3640983"/>
              <a:ext cx="78749" cy="30735"/>
            </a:xfrm>
            <a:custGeom>
              <a:rect b="b" l="l" r="r" t="t"/>
              <a:pathLst>
                <a:path extrusionOk="0" h="1174" w="3008">
                  <a:moveTo>
                    <a:pt x="1" y="1"/>
                  </a:moveTo>
                  <a:lnTo>
                    <a:pt x="1" y="750"/>
                  </a:lnTo>
                  <a:cubicBezTo>
                    <a:pt x="1" y="986"/>
                    <a:pt x="188" y="1173"/>
                    <a:pt x="423" y="1173"/>
                  </a:cubicBezTo>
                  <a:lnTo>
                    <a:pt x="2595" y="1173"/>
                  </a:lnTo>
                  <a:cubicBezTo>
                    <a:pt x="2825"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0"/>
            <p:cNvSpPr/>
            <p:nvPr/>
          </p:nvSpPr>
          <p:spPr>
            <a:xfrm>
              <a:off x="3795665" y="3640983"/>
              <a:ext cx="35605" cy="30735"/>
            </a:xfrm>
            <a:custGeom>
              <a:rect b="b" l="l" r="r" t="t"/>
              <a:pathLst>
                <a:path extrusionOk="0" h="1174" w="1360">
                  <a:moveTo>
                    <a:pt x="418" y="1"/>
                  </a:moveTo>
                  <a:lnTo>
                    <a:pt x="418" y="755"/>
                  </a:lnTo>
                  <a:cubicBezTo>
                    <a:pt x="418" y="986"/>
                    <a:pt x="231" y="1173"/>
                    <a:pt x="0" y="1173"/>
                  </a:cubicBezTo>
                  <a:lnTo>
                    <a:pt x="937" y="1173"/>
                  </a:lnTo>
                  <a:cubicBezTo>
                    <a:pt x="1172" y="1173"/>
                    <a:pt x="1360" y="986"/>
                    <a:pt x="1360" y="755"/>
                  </a:cubicBezTo>
                  <a:lnTo>
                    <a:pt x="136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0"/>
            <p:cNvSpPr/>
            <p:nvPr/>
          </p:nvSpPr>
          <p:spPr>
            <a:xfrm>
              <a:off x="3514178" y="3427197"/>
              <a:ext cx="177500" cy="170772"/>
            </a:xfrm>
            <a:custGeom>
              <a:rect b="b" l="l" r="r" t="t"/>
              <a:pathLst>
                <a:path extrusionOk="0" h="6523" w="6780">
                  <a:moveTo>
                    <a:pt x="3517" y="0"/>
                  </a:moveTo>
                  <a:cubicBezTo>
                    <a:pt x="2196" y="0"/>
                    <a:pt x="1010" y="793"/>
                    <a:pt x="505" y="2013"/>
                  </a:cubicBezTo>
                  <a:cubicBezTo>
                    <a:pt x="1" y="3228"/>
                    <a:pt x="279" y="4636"/>
                    <a:pt x="1211" y="5568"/>
                  </a:cubicBezTo>
                  <a:cubicBezTo>
                    <a:pt x="1835" y="6191"/>
                    <a:pt x="2669" y="6522"/>
                    <a:pt x="3518" y="6522"/>
                  </a:cubicBezTo>
                  <a:cubicBezTo>
                    <a:pt x="3938" y="6522"/>
                    <a:pt x="4362" y="6441"/>
                    <a:pt x="4766" y="6274"/>
                  </a:cubicBezTo>
                  <a:cubicBezTo>
                    <a:pt x="5987" y="5770"/>
                    <a:pt x="6779" y="4578"/>
                    <a:pt x="6779" y="3262"/>
                  </a:cubicBezTo>
                  <a:cubicBezTo>
                    <a:pt x="6779" y="1460"/>
                    <a:pt x="5319" y="0"/>
                    <a:pt x="3517"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0"/>
            <p:cNvSpPr/>
            <p:nvPr/>
          </p:nvSpPr>
          <p:spPr>
            <a:xfrm>
              <a:off x="3588634" y="3427197"/>
              <a:ext cx="107809" cy="170772"/>
            </a:xfrm>
            <a:custGeom>
              <a:rect b="b" l="l" r="r" t="t"/>
              <a:pathLst>
                <a:path extrusionOk="0" h="6523" w="4118">
                  <a:moveTo>
                    <a:pt x="673" y="0"/>
                  </a:moveTo>
                  <a:cubicBezTo>
                    <a:pt x="443" y="0"/>
                    <a:pt x="222" y="19"/>
                    <a:pt x="1" y="67"/>
                  </a:cubicBezTo>
                  <a:cubicBezTo>
                    <a:pt x="1504" y="389"/>
                    <a:pt x="2585" y="1720"/>
                    <a:pt x="2585" y="3262"/>
                  </a:cubicBezTo>
                  <a:cubicBezTo>
                    <a:pt x="2585" y="4799"/>
                    <a:pt x="1504" y="6135"/>
                    <a:pt x="1" y="6452"/>
                  </a:cubicBezTo>
                  <a:cubicBezTo>
                    <a:pt x="228" y="6500"/>
                    <a:pt x="455" y="6523"/>
                    <a:pt x="678" y="6523"/>
                  </a:cubicBezTo>
                  <a:cubicBezTo>
                    <a:pt x="2308" y="6523"/>
                    <a:pt x="3739" y="5293"/>
                    <a:pt x="3916" y="3598"/>
                  </a:cubicBezTo>
                  <a:cubicBezTo>
                    <a:pt x="4118" y="1672"/>
                    <a:pt x="2604" y="0"/>
                    <a:pt x="673"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0"/>
            <p:cNvSpPr/>
            <p:nvPr/>
          </p:nvSpPr>
          <p:spPr>
            <a:xfrm>
              <a:off x="3546510" y="3457121"/>
              <a:ext cx="115218" cy="110872"/>
            </a:xfrm>
            <a:custGeom>
              <a:rect b="b" l="l" r="r" t="t"/>
              <a:pathLst>
                <a:path extrusionOk="0" h="4235" w="4401">
                  <a:moveTo>
                    <a:pt x="2282" y="0"/>
                  </a:moveTo>
                  <a:cubicBezTo>
                    <a:pt x="1427" y="0"/>
                    <a:pt x="654" y="514"/>
                    <a:pt x="327" y="1307"/>
                  </a:cubicBezTo>
                  <a:cubicBezTo>
                    <a:pt x="0" y="2100"/>
                    <a:pt x="178" y="3008"/>
                    <a:pt x="783" y="3613"/>
                  </a:cubicBezTo>
                  <a:cubicBezTo>
                    <a:pt x="1189" y="4019"/>
                    <a:pt x="1733" y="4234"/>
                    <a:pt x="2286" y="4234"/>
                  </a:cubicBezTo>
                  <a:cubicBezTo>
                    <a:pt x="2558" y="4234"/>
                    <a:pt x="2833" y="4182"/>
                    <a:pt x="3094" y="4074"/>
                  </a:cubicBezTo>
                  <a:cubicBezTo>
                    <a:pt x="3887" y="3748"/>
                    <a:pt x="4401" y="2974"/>
                    <a:pt x="4401" y="2119"/>
                  </a:cubicBezTo>
                  <a:cubicBezTo>
                    <a:pt x="4401" y="947"/>
                    <a:pt x="3454" y="0"/>
                    <a:pt x="2282"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0"/>
            <p:cNvSpPr/>
            <p:nvPr/>
          </p:nvSpPr>
          <p:spPr>
            <a:xfrm>
              <a:off x="3592299" y="3457121"/>
              <a:ext cx="73199" cy="110872"/>
            </a:xfrm>
            <a:custGeom>
              <a:rect b="b" l="l" r="r" t="t"/>
              <a:pathLst>
                <a:path extrusionOk="0" h="4235" w="2796">
                  <a:moveTo>
                    <a:pt x="541" y="0"/>
                  </a:moveTo>
                  <a:cubicBezTo>
                    <a:pt x="539" y="0"/>
                    <a:pt x="536" y="0"/>
                    <a:pt x="533" y="0"/>
                  </a:cubicBezTo>
                  <a:cubicBezTo>
                    <a:pt x="351" y="0"/>
                    <a:pt x="173" y="20"/>
                    <a:pt x="0" y="68"/>
                  </a:cubicBezTo>
                  <a:cubicBezTo>
                    <a:pt x="932" y="308"/>
                    <a:pt x="1585" y="1153"/>
                    <a:pt x="1585" y="2114"/>
                  </a:cubicBezTo>
                  <a:cubicBezTo>
                    <a:pt x="1585" y="3080"/>
                    <a:pt x="932" y="3925"/>
                    <a:pt x="0" y="4165"/>
                  </a:cubicBezTo>
                  <a:cubicBezTo>
                    <a:pt x="180" y="4212"/>
                    <a:pt x="360" y="4235"/>
                    <a:pt x="536" y="4235"/>
                  </a:cubicBezTo>
                  <a:cubicBezTo>
                    <a:pt x="1573" y="4235"/>
                    <a:pt x="2497" y="3467"/>
                    <a:pt x="2633" y="2383"/>
                  </a:cubicBezTo>
                  <a:cubicBezTo>
                    <a:pt x="2796" y="1122"/>
                    <a:pt x="1811" y="0"/>
                    <a:pt x="541"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0"/>
            <p:cNvSpPr/>
            <p:nvPr/>
          </p:nvSpPr>
          <p:spPr>
            <a:xfrm>
              <a:off x="3702700" y="3536734"/>
              <a:ext cx="64560" cy="55187"/>
            </a:xfrm>
            <a:custGeom>
              <a:rect b="b" l="l" r="r" t="t"/>
              <a:pathLst>
                <a:path extrusionOk="0" h="2108" w="2466">
                  <a:moveTo>
                    <a:pt x="1413" y="0"/>
                  </a:moveTo>
                  <a:cubicBezTo>
                    <a:pt x="472" y="0"/>
                    <a:pt x="1" y="1134"/>
                    <a:pt x="669" y="1797"/>
                  </a:cubicBezTo>
                  <a:cubicBezTo>
                    <a:pt x="883" y="2011"/>
                    <a:pt x="1146" y="2107"/>
                    <a:pt x="1405" y="2107"/>
                  </a:cubicBezTo>
                  <a:cubicBezTo>
                    <a:pt x="1946" y="2107"/>
                    <a:pt x="2465" y="1686"/>
                    <a:pt x="2465" y="1052"/>
                  </a:cubicBezTo>
                  <a:cubicBezTo>
                    <a:pt x="2465" y="471"/>
                    <a:pt x="1995" y="0"/>
                    <a:pt x="1413"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0"/>
            <p:cNvSpPr/>
            <p:nvPr/>
          </p:nvSpPr>
          <p:spPr>
            <a:xfrm>
              <a:off x="3729508" y="3536734"/>
              <a:ext cx="40527" cy="55187"/>
            </a:xfrm>
            <a:custGeom>
              <a:rect b="b" l="l" r="r" t="t"/>
              <a:pathLst>
                <a:path extrusionOk="0" h="2108" w="1548">
                  <a:moveTo>
                    <a:pt x="389" y="0"/>
                  </a:moveTo>
                  <a:cubicBezTo>
                    <a:pt x="255" y="0"/>
                    <a:pt x="120" y="24"/>
                    <a:pt x="0" y="72"/>
                  </a:cubicBezTo>
                  <a:cubicBezTo>
                    <a:pt x="884" y="428"/>
                    <a:pt x="884" y="1677"/>
                    <a:pt x="0" y="2032"/>
                  </a:cubicBezTo>
                  <a:cubicBezTo>
                    <a:pt x="128" y="2084"/>
                    <a:pt x="260" y="2107"/>
                    <a:pt x="388" y="2107"/>
                  </a:cubicBezTo>
                  <a:cubicBezTo>
                    <a:pt x="875" y="2107"/>
                    <a:pt x="1323" y="1763"/>
                    <a:pt x="1422" y="1249"/>
                  </a:cubicBezTo>
                  <a:cubicBezTo>
                    <a:pt x="1547" y="601"/>
                    <a:pt x="1048" y="0"/>
                    <a:pt x="38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0"/>
            <p:cNvSpPr/>
            <p:nvPr/>
          </p:nvSpPr>
          <p:spPr>
            <a:xfrm>
              <a:off x="3782575" y="3536734"/>
              <a:ext cx="64429" cy="55187"/>
            </a:xfrm>
            <a:custGeom>
              <a:rect b="b" l="l" r="r" t="t"/>
              <a:pathLst>
                <a:path extrusionOk="0" h="2108" w="2461">
                  <a:moveTo>
                    <a:pt x="1408" y="0"/>
                  </a:moveTo>
                  <a:cubicBezTo>
                    <a:pt x="471" y="0"/>
                    <a:pt x="1" y="1134"/>
                    <a:pt x="664" y="1797"/>
                  </a:cubicBezTo>
                  <a:cubicBezTo>
                    <a:pt x="878" y="2011"/>
                    <a:pt x="1141" y="2107"/>
                    <a:pt x="1399" y="2107"/>
                  </a:cubicBezTo>
                  <a:cubicBezTo>
                    <a:pt x="1941" y="2107"/>
                    <a:pt x="2460" y="1686"/>
                    <a:pt x="2460" y="1052"/>
                  </a:cubicBezTo>
                  <a:cubicBezTo>
                    <a:pt x="2460" y="471"/>
                    <a:pt x="1989" y="0"/>
                    <a:pt x="140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0"/>
            <p:cNvSpPr/>
            <p:nvPr/>
          </p:nvSpPr>
          <p:spPr>
            <a:xfrm>
              <a:off x="3809122" y="3536734"/>
              <a:ext cx="40631" cy="55135"/>
            </a:xfrm>
            <a:custGeom>
              <a:rect b="b" l="l" r="r" t="t"/>
              <a:pathLst>
                <a:path extrusionOk="0" h="2106" w="1552">
                  <a:moveTo>
                    <a:pt x="394" y="0"/>
                  </a:moveTo>
                  <a:cubicBezTo>
                    <a:pt x="260" y="0"/>
                    <a:pt x="125" y="24"/>
                    <a:pt x="0" y="77"/>
                  </a:cubicBezTo>
                  <a:cubicBezTo>
                    <a:pt x="879" y="428"/>
                    <a:pt x="879" y="1677"/>
                    <a:pt x="0" y="2028"/>
                  </a:cubicBezTo>
                  <a:cubicBezTo>
                    <a:pt x="131" y="2081"/>
                    <a:pt x="265" y="2106"/>
                    <a:pt x="396" y="2106"/>
                  </a:cubicBezTo>
                  <a:cubicBezTo>
                    <a:pt x="882" y="2106"/>
                    <a:pt x="1329" y="1765"/>
                    <a:pt x="1427" y="1254"/>
                  </a:cubicBezTo>
                  <a:cubicBezTo>
                    <a:pt x="1552" y="601"/>
                    <a:pt x="1057" y="0"/>
                    <a:pt x="39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0"/>
            <p:cNvSpPr/>
            <p:nvPr/>
          </p:nvSpPr>
          <p:spPr>
            <a:xfrm>
              <a:off x="3752390" y="3460000"/>
              <a:ext cx="70450" cy="27568"/>
            </a:xfrm>
            <a:custGeom>
              <a:rect b="b" l="l" r="r" t="t"/>
              <a:pathLst>
                <a:path extrusionOk="0" h="1053" w="2691">
                  <a:moveTo>
                    <a:pt x="1643" y="1"/>
                  </a:moveTo>
                  <a:cubicBezTo>
                    <a:pt x="1640" y="1"/>
                    <a:pt x="1637" y="1"/>
                    <a:pt x="1634" y="1"/>
                  </a:cubicBezTo>
                  <a:lnTo>
                    <a:pt x="1053" y="1"/>
                  </a:lnTo>
                  <a:cubicBezTo>
                    <a:pt x="471" y="1"/>
                    <a:pt x="1" y="472"/>
                    <a:pt x="1" y="1053"/>
                  </a:cubicBezTo>
                  <a:lnTo>
                    <a:pt x="2691" y="1053"/>
                  </a:lnTo>
                  <a:cubicBezTo>
                    <a:pt x="2691" y="475"/>
                    <a:pt x="2220" y="1"/>
                    <a:pt x="1643"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0"/>
            <p:cNvSpPr/>
            <p:nvPr/>
          </p:nvSpPr>
          <p:spPr>
            <a:xfrm>
              <a:off x="3544756" y="3451021"/>
              <a:ext cx="127785" cy="123098"/>
            </a:xfrm>
            <a:custGeom>
              <a:rect b="b" l="l" r="r" t="t"/>
              <a:pathLst>
                <a:path extrusionOk="0" h="4702" w="4881">
                  <a:moveTo>
                    <a:pt x="2349" y="464"/>
                  </a:moveTo>
                  <a:cubicBezTo>
                    <a:pt x="3108" y="464"/>
                    <a:pt x="3800" y="920"/>
                    <a:pt x="4093" y="1627"/>
                  </a:cubicBezTo>
                  <a:cubicBezTo>
                    <a:pt x="4381" y="2333"/>
                    <a:pt x="4223" y="3145"/>
                    <a:pt x="3680" y="3687"/>
                  </a:cubicBezTo>
                  <a:cubicBezTo>
                    <a:pt x="3320" y="4048"/>
                    <a:pt x="2837" y="4240"/>
                    <a:pt x="2346" y="4240"/>
                  </a:cubicBezTo>
                  <a:cubicBezTo>
                    <a:pt x="2103" y="4240"/>
                    <a:pt x="1857" y="4193"/>
                    <a:pt x="1624" y="4096"/>
                  </a:cubicBezTo>
                  <a:cubicBezTo>
                    <a:pt x="918" y="3803"/>
                    <a:pt x="461" y="3116"/>
                    <a:pt x="461" y="2352"/>
                  </a:cubicBezTo>
                  <a:cubicBezTo>
                    <a:pt x="461" y="1309"/>
                    <a:pt x="1307" y="464"/>
                    <a:pt x="2349" y="464"/>
                  </a:cubicBezTo>
                  <a:close/>
                  <a:moveTo>
                    <a:pt x="2346" y="1"/>
                  </a:moveTo>
                  <a:cubicBezTo>
                    <a:pt x="2043" y="1"/>
                    <a:pt x="1737" y="60"/>
                    <a:pt x="1446" y="181"/>
                  </a:cubicBezTo>
                  <a:cubicBezTo>
                    <a:pt x="572" y="546"/>
                    <a:pt x="0" y="1401"/>
                    <a:pt x="0" y="2352"/>
                  </a:cubicBezTo>
                  <a:cubicBezTo>
                    <a:pt x="0" y="3649"/>
                    <a:pt x="1052" y="4696"/>
                    <a:pt x="2349" y="4701"/>
                  </a:cubicBezTo>
                  <a:cubicBezTo>
                    <a:pt x="3296" y="4701"/>
                    <a:pt x="4151" y="4125"/>
                    <a:pt x="4516" y="3250"/>
                  </a:cubicBezTo>
                  <a:cubicBezTo>
                    <a:pt x="4881" y="2371"/>
                    <a:pt x="4679" y="1362"/>
                    <a:pt x="4007" y="690"/>
                  </a:cubicBezTo>
                  <a:cubicBezTo>
                    <a:pt x="3557" y="240"/>
                    <a:pt x="2957" y="1"/>
                    <a:pt x="2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0"/>
            <p:cNvSpPr/>
            <p:nvPr/>
          </p:nvSpPr>
          <p:spPr>
            <a:xfrm>
              <a:off x="3694794" y="3530608"/>
              <a:ext cx="78514" cy="67283"/>
            </a:xfrm>
            <a:custGeom>
              <a:rect b="b" l="l" r="r" t="t"/>
              <a:pathLst>
                <a:path extrusionOk="0" h="2570" w="2999">
                  <a:moveTo>
                    <a:pt x="1719" y="462"/>
                  </a:moveTo>
                  <a:cubicBezTo>
                    <a:pt x="1922" y="462"/>
                    <a:pt x="2129" y="537"/>
                    <a:pt x="2297" y="705"/>
                  </a:cubicBezTo>
                  <a:cubicBezTo>
                    <a:pt x="2815" y="1224"/>
                    <a:pt x="2450" y="2113"/>
                    <a:pt x="1715" y="2113"/>
                  </a:cubicBezTo>
                  <a:cubicBezTo>
                    <a:pt x="1259" y="2113"/>
                    <a:pt x="889" y="1743"/>
                    <a:pt x="889" y="1286"/>
                  </a:cubicBezTo>
                  <a:cubicBezTo>
                    <a:pt x="889" y="790"/>
                    <a:pt x="1295" y="462"/>
                    <a:pt x="1719" y="462"/>
                  </a:cubicBezTo>
                  <a:close/>
                  <a:moveTo>
                    <a:pt x="1705" y="1"/>
                  </a:moveTo>
                  <a:cubicBezTo>
                    <a:pt x="1389" y="1"/>
                    <a:pt x="1068" y="118"/>
                    <a:pt x="807" y="378"/>
                  </a:cubicBezTo>
                  <a:cubicBezTo>
                    <a:pt x="0" y="1186"/>
                    <a:pt x="572" y="2569"/>
                    <a:pt x="1715" y="2569"/>
                  </a:cubicBezTo>
                  <a:cubicBezTo>
                    <a:pt x="2422" y="2569"/>
                    <a:pt x="2998" y="1997"/>
                    <a:pt x="2998" y="1286"/>
                  </a:cubicBezTo>
                  <a:cubicBezTo>
                    <a:pt x="2998" y="513"/>
                    <a:pt x="2364" y="1"/>
                    <a:pt x="1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0"/>
            <p:cNvSpPr/>
            <p:nvPr/>
          </p:nvSpPr>
          <p:spPr>
            <a:xfrm>
              <a:off x="3774407" y="3530608"/>
              <a:ext cx="78619" cy="67283"/>
            </a:xfrm>
            <a:custGeom>
              <a:rect b="b" l="l" r="r" t="t"/>
              <a:pathLst>
                <a:path extrusionOk="0" h="2570" w="3003">
                  <a:moveTo>
                    <a:pt x="1723" y="462"/>
                  </a:moveTo>
                  <a:cubicBezTo>
                    <a:pt x="1926" y="462"/>
                    <a:pt x="2133" y="537"/>
                    <a:pt x="2301" y="705"/>
                  </a:cubicBezTo>
                  <a:cubicBezTo>
                    <a:pt x="2820" y="1224"/>
                    <a:pt x="2455" y="2113"/>
                    <a:pt x="1720" y="2113"/>
                  </a:cubicBezTo>
                  <a:cubicBezTo>
                    <a:pt x="1264" y="2108"/>
                    <a:pt x="899" y="1743"/>
                    <a:pt x="899" y="1286"/>
                  </a:cubicBezTo>
                  <a:lnTo>
                    <a:pt x="894" y="1286"/>
                  </a:lnTo>
                  <a:cubicBezTo>
                    <a:pt x="894" y="790"/>
                    <a:pt x="1300" y="462"/>
                    <a:pt x="1723" y="462"/>
                  </a:cubicBezTo>
                  <a:close/>
                  <a:moveTo>
                    <a:pt x="1709" y="1"/>
                  </a:moveTo>
                  <a:cubicBezTo>
                    <a:pt x="1394" y="1"/>
                    <a:pt x="1073" y="118"/>
                    <a:pt x="812" y="378"/>
                  </a:cubicBezTo>
                  <a:cubicBezTo>
                    <a:pt x="0" y="1186"/>
                    <a:pt x="577" y="2569"/>
                    <a:pt x="1720" y="2569"/>
                  </a:cubicBezTo>
                  <a:cubicBezTo>
                    <a:pt x="2426" y="2569"/>
                    <a:pt x="3003" y="1997"/>
                    <a:pt x="3003" y="1286"/>
                  </a:cubicBezTo>
                  <a:cubicBezTo>
                    <a:pt x="3003" y="513"/>
                    <a:pt x="2369"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0"/>
            <p:cNvSpPr/>
            <p:nvPr/>
          </p:nvSpPr>
          <p:spPr>
            <a:xfrm>
              <a:off x="3479725" y="3421123"/>
              <a:ext cx="411419" cy="256616"/>
            </a:xfrm>
            <a:custGeom>
              <a:rect b="b" l="l" r="r" t="t"/>
              <a:pathLst>
                <a:path extrusionOk="0" h="9802" w="15715">
                  <a:moveTo>
                    <a:pt x="12049" y="1716"/>
                  </a:moveTo>
                  <a:cubicBezTo>
                    <a:pt x="12414" y="1716"/>
                    <a:pt x="12736" y="1957"/>
                    <a:pt x="12842" y="2307"/>
                  </a:cubicBezTo>
                  <a:lnTo>
                    <a:pt x="10680" y="2307"/>
                  </a:lnTo>
                  <a:cubicBezTo>
                    <a:pt x="10785" y="1957"/>
                    <a:pt x="11107" y="1716"/>
                    <a:pt x="11472" y="1716"/>
                  </a:cubicBezTo>
                  <a:close/>
                  <a:moveTo>
                    <a:pt x="5059" y="8629"/>
                  </a:moveTo>
                  <a:lnTo>
                    <a:pt x="5059" y="9153"/>
                  </a:lnTo>
                  <a:cubicBezTo>
                    <a:pt x="5059" y="9254"/>
                    <a:pt x="4977" y="9340"/>
                    <a:pt x="4872" y="9340"/>
                  </a:cubicBezTo>
                  <a:lnTo>
                    <a:pt x="2700" y="9340"/>
                  </a:lnTo>
                  <a:cubicBezTo>
                    <a:pt x="2599" y="9340"/>
                    <a:pt x="2513" y="9254"/>
                    <a:pt x="2513" y="9153"/>
                  </a:cubicBezTo>
                  <a:lnTo>
                    <a:pt x="2513" y="8629"/>
                  </a:lnTo>
                  <a:close/>
                  <a:moveTo>
                    <a:pt x="13197" y="8629"/>
                  </a:moveTo>
                  <a:lnTo>
                    <a:pt x="13197" y="9153"/>
                  </a:lnTo>
                  <a:cubicBezTo>
                    <a:pt x="13197" y="9259"/>
                    <a:pt x="13111" y="9340"/>
                    <a:pt x="13010" y="9340"/>
                  </a:cubicBezTo>
                  <a:lnTo>
                    <a:pt x="10838" y="9340"/>
                  </a:lnTo>
                  <a:cubicBezTo>
                    <a:pt x="10733" y="9340"/>
                    <a:pt x="10646" y="9259"/>
                    <a:pt x="10646" y="9153"/>
                  </a:cubicBezTo>
                  <a:lnTo>
                    <a:pt x="10646" y="8629"/>
                  </a:lnTo>
                  <a:close/>
                  <a:moveTo>
                    <a:pt x="4833" y="0"/>
                  </a:moveTo>
                  <a:cubicBezTo>
                    <a:pt x="4439" y="0"/>
                    <a:pt x="4039" y="67"/>
                    <a:pt x="3647" y="208"/>
                  </a:cubicBezTo>
                  <a:cubicBezTo>
                    <a:pt x="3389" y="302"/>
                    <a:pt x="3488" y="657"/>
                    <a:pt x="3717" y="657"/>
                  </a:cubicBezTo>
                  <a:cubicBezTo>
                    <a:pt x="3745" y="657"/>
                    <a:pt x="3774" y="652"/>
                    <a:pt x="3805" y="640"/>
                  </a:cubicBezTo>
                  <a:cubicBezTo>
                    <a:pt x="4149" y="516"/>
                    <a:pt x="4498" y="457"/>
                    <a:pt x="4838" y="457"/>
                  </a:cubicBezTo>
                  <a:cubicBezTo>
                    <a:pt x="6399" y="457"/>
                    <a:pt x="7794" y="1683"/>
                    <a:pt x="7869" y="3359"/>
                  </a:cubicBezTo>
                  <a:cubicBezTo>
                    <a:pt x="7945" y="5168"/>
                    <a:pt x="6477" y="6525"/>
                    <a:pt x="4839" y="6525"/>
                  </a:cubicBezTo>
                  <a:cubicBezTo>
                    <a:pt x="4401" y="6525"/>
                    <a:pt x="3952" y="6428"/>
                    <a:pt x="3517" y="6218"/>
                  </a:cubicBezTo>
                  <a:cubicBezTo>
                    <a:pt x="1451" y="5219"/>
                    <a:pt x="1201" y="2379"/>
                    <a:pt x="3065" y="1034"/>
                  </a:cubicBezTo>
                  <a:cubicBezTo>
                    <a:pt x="3264" y="886"/>
                    <a:pt x="3121" y="611"/>
                    <a:pt x="2929" y="611"/>
                  </a:cubicBezTo>
                  <a:cubicBezTo>
                    <a:pt x="2884" y="611"/>
                    <a:pt x="2837" y="625"/>
                    <a:pt x="2792" y="660"/>
                  </a:cubicBezTo>
                  <a:cubicBezTo>
                    <a:pt x="2220" y="1073"/>
                    <a:pt x="1787" y="1644"/>
                    <a:pt x="1547" y="2307"/>
                  </a:cubicBezTo>
                  <a:lnTo>
                    <a:pt x="870" y="2307"/>
                  </a:lnTo>
                  <a:cubicBezTo>
                    <a:pt x="390" y="2307"/>
                    <a:pt x="0" y="2696"/>
                    <a:pt x="0" y="3177"/>
                  </a:cubicBezTo>
                  <a:lnTo>
                    <a:pt x="0" y="7760"/>
                  </a:lnTo>
                  <a:cubicBezTo>
                    <a:pt x="0" y="8240"/>
                    <a:pt x="390" y="8629"/>
                    <a:pt x="870" y="8629"/>
                  </a:cubicBezTo>
                  <a:lnTo>
                    <a:pt x="2057" y="8629"/>
                  </a:lnTo>
                  <a:lnTo>
                    <a:pt x="2057" y="9153"/>
                  </a:lnTo>
                  <a:cubicBezTo>
                    <a:pt x="2057" y="9509"/>
                    <a:pt x="2345" y="9802"/>
                    <a:pt x="2705" y="9802"/>
                  </a:cubicBezTo>
                  <a:lnTo>
                    <a:pt x="4876" y="9802"/>
                  </a:lnTo>
                  <a:cubicBezTo>
                    <a:pt x="5232" y="9802"/>
                    <a:pt x="5525" y="9509"/>
                    <a:pt x="5525" y="9153"/>
                  </a:cubicBezTo>
                  <a:lnTo>
                    <a:pt x="5525" y="8629"/>
                  </a:lnTo>
                  <a:lnTo>
                    <a:pt x="8604" y="8629"/>
                  </a:lnTo>
                  <a:cubicBezTo>
                    <a:pt x="8912" y="8629"/>
                    <a:pt x="8912" y="8168"/>
                    <a:pt x="8604" y="8168"/>
                  </a:cubicBezTo>
                  <a:lnTo>
                    <a:pt x="870" y="8168"/>
                  </a:lnTo>
                  <a:cubicBezTo>
                    <a:pt x="644" y="8168"/>
                    <a:pt x="462" y="7986"/>
                    <a:pt x="462" y="7760"/>
                  </a:cubicBezTo>
                  <a:lnTo>
                    <a:pt x="462" y="3177"/>
                  </a:lnTo>
                  <a:cubicBezTo>
                    <a:pt x="462" y="2951"/>
                    <a:pt x="644" y="2769"/>
                    <a:pt x="870" y="2769"/>
                  </a:cubicBezTo>
                  <a:lnTo>
                    <a:pt x="1418" y="2769"/>
                  </a:lnTo>
                  <a:cubicBezTo>
                    <a:pt x="971" y="4892"/>
                    <a:pt x="2575" y="6986"/>
                    <a:pt x="4838" y="6986"/>
                  </a:cubicBezTo>
                  <a:cubicBezTo>
                    <a:pt x="7067" y="6986"/>
                    <a:pt x="8705" y="4906"/>
                    <a:pt x="8254" y="2769"/>
                  </a:cubicBezTo>
                  <a:lnTo>
                    <a:pt x="14850" y="2769"/>
                  </a:lnTo>
                  <a:cubicBezTo>
                    <a:pt x="15071" y="2769"/>
                    <a:pt x="15253" y="2951"/>
                    <a:pt x="15258" y="3177"/>
                  </a:cubicBezTo>
                  <a:lnTo>
                    <a:pt x="15258" y="7760"/>
                  </a:lnTo>
                  <a:cubicBezTo>
                    <a:pt x="15253" y="7986"/>
                    <a:pt x="15071" y="8168"/>
                    <a:pt x="14850" y="8168"/>
                  </a:cubicBezTo>
                  <a:lnTo>
                    <a:pt x="9464" y="8168"/>
                  </a:lnTo>
                  <a:cubicBezTo>
                    <a:pt x="9157" y="8168"/>
                    <a:pt x="9157" y="8629"/>
                    <a:pt x="9464" y="8629"/>
                  </a:cubicBezTo>
                  <a:lnTo>
                    <a:pt x="10190" y="8629"/>
                  </a:lnTo>
                  <a:lnTo>
                    <a:pt x="10190" y="9153"/>
                  </a:lnTo>
                  <a:cubicBezTo>
                    <a:pt x="10190" y="9509"/>
                    <a:pt x="10483" y="9802"/>
                    <a:pt x="10838" y="9802"/>
                  </a:cubicBezTo>
                  <a:lnTo>
                    <a:pt x="13010" y="9802"/>
                  </a:lnTo>
                  <a:cubicBezTo>
                    <a:pt x="13370" y="9802"/>
                    <a:pt x="13658" y="9509"/>
                    <a:pt x="13658" y="9153"/>
                  </a:cubicBezTo>
                  <a:lnTo>
                    <a:pt x="13658" y="8629"/>
                  </a:lnTo>
                  <a:lnTo>
                    <a:pt x="14845" y="8629"/>
                  </a:lnTo>
                  <a:cubicBezTo>
                    <a:pt x="15325" y="8629"/>
                    <a:pt x="15714" y="8240"/>
                    <a:pt x="15714" y="7760"/>
                  </a:cubicBezTo>
                  <a:lnTo>
                    <a:pt x="15714" y="3177"/>
                  </a:lnTo>
                  <a:cubicBezTo>
                    <a:pt x="15714" y="2696"/>
                    <a:pt x="15325" y="2307"/>
                    <a:pt x="14845" y="2307"/>
                  </a:cubicBezTo>
                  <a:lnTo>
                    <a:pt x="13312" y="2307"/>
                  </a:lnTo>
                  <a:cubicBezTo>
                    <a:pt x="13202" y="1697"/>
                    <a:pt x="12673" y="1255"/>
                    <a:pt x="12054" y="1255"/>
                  </a:cubicBezTo>
                  <a:lnTo>
                    <a:pt x="11472" y="1255"/>
                  </a:lnTo>
                  <a:cubicBezTo>
                    <a:pt x="10853" y="1255"/>
                    <a:pt x="10324" y="1697"/>
                    <a:pt x="10214" y="2307"/>
                  </a:cubicBezTo>
                  <a:lnTo>
                    <a:pt x="8124" y="2307"/>
                  </a:lnTo>
                  <a:cubicBezTo>
                    <a:pt x="7608" y="883"/>
                    <a:pt x="6265" y="0"/>
                    <a:pt x="48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80"/>
          <p:cNvGrpSpPr/>
          <p:nvPr/>
        </p:nvGrpSpPr>
        <p:grpSpPr>
          <a:xfrm>
            <a:off x="1283275" y="3819478"/>
            <a:ext cx="373824" cy="362881"/>
            <a:chOff x="1283275" y="3819478"/>
            <a:chExt cx="373824" cy="362881"/>
          </a:xfrm>
        </p:grpSpPr>
        <p:sp>
          <p:nvSpPr>
            <p:cNvPr id="8711" name="Google Shape;8711;p80"/>
            <p:cNvSpPr/>
            <p:nvPr/>
          </p:nvSpPr>
          <p:spPr>
            <a:xfrm>
              <a:off x="1431428" y="3969489"/>
              <a:ext cx="80399" cy="70712"/>
            </a:xfrm>
            <a:custGeom>
              <a:rect b="b" l="l" r="r" t="t"/>
              <a:pathLst>
                <a:path extrusionOk="0" h="2701" w="3071">
                  <a:moveTo>
                    <a:pt x="1" y="1"/>
                  </a:moveTo>
                  <a:lnTo>
                    <a:pt x="1" y="1735"/>
                  </a:lnTo>
                  <a:cubicBezTo>
                    <a:pt x="1" y="2268"/>
                    <a:pt x="433" y="2701"/>
                    <a:pt x="966" y="2701"/>
                  </a:cubicBezTo>
                  <a:lnTo>
                    <a:pt x="2100" y="2701"/>
                  </a:lnTo>
                  <a:cubicBezTo>
                    <a:pt x="2633" y="2701"/>
                    <a:pt x="3066" y="2268"/>
                    <a:pt x="3070" y="1735"/>
                  </a:cubicBezTo>
                  <a:lnTo>
                    <a:pt x="3070"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0"/>
            <p:cNvSpPr/>
            <p:nvPr/>
          </p:nvSpPr>
          <p:spPr>
            <a:xfrm>
              <a:off x="1431428" y="3969489"/>
              <a:ext cx="80268" cy="70712"/>
            </a:xfrm>
            <a:custGeom>
              <a:rect b="b" l="l" r="r" t="t"/>
              <a:pathLst>
                <a:path extrusionOk="0" h="2701" w="3066">
                  <a:moveTo>
                    <a:pt x="1" y="1"/>
                  </a:moveTo>
                  <a:lnTo>
                    <a:pt x="1" y="1735"/>
                  </a:lnTo>
                  <a:cubicBezTo>
                    <a:pt x="1" y="2268"/>
                    <a:pt x="433" y="2701"/>
                    <a:pt x="966" y="2701"/>
                  </a:cubicBezTo>
                  <a:lnTo>
                    <a:pt x="1567" y="2701"/>
                  </a:lnTo>
                  <a:cubicBezTo>
                    <a:pt x="1033" y="2701"/>
                    <a:pt x="596" y="2268"/>
                    <a:pt x="601" y="1735"/>
                  </a:cubicBezTo>
                  <a:cubicBezTo>
                    <a:pt x="601" y="1395"/>
                    <a:pt x="879" y="1130"/>
                    <a:pt x="1203" y="1130"/>
                  </a:cubicBezTo>
                  <a:cubicBezTo>
                    <a:pt x="1245" y="1130"/>
                    <a:pt x="1288" y="1135"/>
                    <a:pt x="1331" y="1144"/>
                  </a:cubicBezTo>
                  <a:lnTo>
                    <a:pt x="3066" y="1529"/>
                  </a:lnTo>
                  <a:lnTo>
                    <a:pt x="3066"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0"/>
            <p:cNvSpPr/>
            <p:nvPr/>
          </p:nvSpPr>
          <p:spPr>
            <a:xfrm>
              <a:off x="1355349" y="3857072"/>
              <a:ext cx="215723" cy="143388"/>
            </a:xfrm>
            <a:custGeom>
              <a:rect b="b" l="l" r="r" t="t"/>
              <a:pathLst>
                <a:path extrusionOk="0" h="5477" w="8240">
                  <a:moveTo>
                    <a:pt x="1071" y="0"/>
                  </a:moveTo>
                  <a:lnTo>
                    <a:pt x="0" y="3949"/>
                  </a:lnTo>
                  <a:lnTo>
                    <a:pt x="6884" y="5462"/>
                  </a:lnTo>
                  <a:cubicBezTo>
                    <a:pt x="6927" y="5472"/>
                    <a:pt x="6969" y="5477"/>
                    <a:pt x="7011" y="5477"/>
                  </a:cubicBezTo>
                  <a:cubicBezTo>
                    <a:pt x="7263" y="5477"/>
                    <a:pt x="7491" y="5310"/>
                    <a:pt x="7557" y="5059"/>
                  </a:cubicBezTo>
                  <a:lnTo>
                    <a:pt x="8162" y="2825"/>
                  </a:lnTo>
                  <a:cubicBezTo>
                    <a:pt x="8239" y="2527"/>
                    <a:pt x="8076" y="2224"/>
                    <a:pt x="7783" y="2133"/>
                  </a:cubicBezTo>
                  <a:lnTo>
                    <a:pt x="1071"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0"/>
            <p:cNvSpPr/>
            <p:nvPr/>
          </p:nvSpPr>
          <p:spPr>
            <a:xfrm>
              <a:off x="1355454" y="3857072"/>
              <a:ext cx="198261" cy="143388"/>
            </a:xfrm>
            <a:custGeom>
              <a:rect b="b" l="l" r="r" t="t"/>
              <a:pathLst>
                <a:path extrusionOk="0" h="5477" w="7573">
                  <a:moveTo>
                    <a:pt x="1067" y="0"/>
                  </a:moveTo>
                  <a:lnTo>
                    <a:pt x="1" y="3949"/>
                  </a:lnTo>
                  <a:lnTo>
                    <a:pt x="6880" y="5462"/>
                  </a:lnTo>
                  <a:cubicBezTo>
                    <a:pt x="6923" y="5472"/>
                    <a:pt x="6965" y="5477"/>
                    <a:pt x="7007" y="5477"/>
                  </a:cubicBezTo>
                  <a:cubicBezTo>
                    <a:pt x="7259" y="5477"/>
                    <a:pt x="7487" y="5310"/>
                    <a:pt x="7553" y="5059"/>
                  </a:cubicBezTo>
                  <a:lnTo>
                    <a:pt x="7572" y="5001"/>
                  </a:lnTo>
                  <a:lnTo>
                    <a:pt x="2273" y="3834"/>
                  </a:lnTo>
                  <a:cubicBezTo>
                    <a:pt x="1452" y="3656"/>
                    <a:pt x="947" y="2825"/>
                    <a:pt x="1163" y="2013"/>
                  </a:cubicBezTo>
                  <a:lnTo>
                    <a:pt x="1658" y="188"/>
                  </a:lnTo>
                  <a:lnTo>
                    <a:pt x="106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0"/>
            <p:cNvSpPr/>
            <p:nvPr/>
          </p:nvSpPr>
          <p:spPr>
            <a:xfrm>
              <a:off x="1317100" y="3824374"/>
              <a:ext cx="71969" cy="160091"/>
            </a:xfrm>
            <a:custGeom>
              <a:rect b="b" l="l" r="r" t="t"/>
              <a:pathLst>
                <a:path extrusionOk="0" h="6115" w="2749">
                  <a:moveTo>
                    <a:pt x="2025" y="1"/>
                  </a:moveTo>
                  <a:cubicBezTo>
                    <a:pt x="1735" y="1"/>
                    <a:pt x="1471" y="197"/>
                    <a:pt x="1399" y="495"/>
                  </a:cubicBezTo>
                  <a:lnTo>
                    <a:pt x="106" y="5285"/>
                  </a:lnTo>
                  <a:cubicBezTo>
                    <a:pt x="1" y="5630"/>
                    <a:pt x="207" y="5996"/>
                    <a:pt x="553" y="6092"/>
                  </a:cubicBezTo>
                  <a:cubicBezTo>
                    <a:pt x="610" y="6107"/>
                    <a:pt x="666" y="6114"/>
                    <a:pt x="722" y="6114"/>
                  </a:cubicBezTo>
                  <a:cubicBezTo>
                    <a:pt x="1013" y="6114"/>
                    <a:pt x="1278" y="5915"/>
                    <a:pt x="1351" y="5621"/>
                  </a:cubicBezTo>
                  <a:lnTo>
                    <a:pt x="2643" y="831"/>
                  </a:lnTo>
                  <a:cubicBezTo>
                    <a:pt x="2749" y="481"/>
                    <a:pt x="2547" y="115"/>
                    <a:pt x="2196" y="24"/>
                  </a:cubicBezTo>
                  <a:cubicBezTo>
                    <a:pt x="2139" y="8"/>
                    <a:pt x="2081" y="1"/>
                    <a:pt x="2025"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0"/>
            <p:cNvSpPr/>
            <p:nvPr/>
          </p:nvSpPr>
          <p:spPr>
            <a:xfrm>
              <a:off x="1317493" y="3824819"/>
              <a:ext cx="60135" cy="159148"/>
            </a:xfrm>
            <a:custGeom>
              <a:rect b="b" l="l" r="r" t="t"/>
              <a:pathLst>
                <a:path extrusionOk="0" h="6079" w="2297">
                  <a:moveTo>
                    <a:pt x="2007" y="1"/>
                  </a:moveTo>
                  <a:cubicBezTo>
                    <a:pt x="1727" y="1"/>
                    <a:pt x="1462" y="185"/>
                    <a:pt x="1384" y="478"/>
                  </a:cubicBezTo>
                  <a:lnTo>
                    <a:pt x="91" y="5268"/>
                  </a:lnTo>
                  <a:cubicBezTo>
                    <a:pt x="0" y="5609"/>
                    <a:pt x="202" y="5964"/>
                    <a:pt x="543" y="6055"/>
                  </a:cubicBezTo>
                  <a:cubicBezTo>
                    <a:pt x="598" y="6071"/>
                    <a:pt x="655" y="6078"/>
                    <a:pt x="712" y="6078"/>
                  </a:cubicBezTo>
                  <a:cubicBezTo>
                    <a:pt x="812" y="6078"/>
                    <a:pt x="910" y="6055"/>
                    <a:pt x="999" y="6012"/>
                  </a:cubicBezTo>
                  <a:cubicBezTo>
                    <a:pt x="725" y="5873"/>
                    <a:pt x="586" y="5561"/>
                    <a:pt x="668" y="5268"/>
                  </a:cubicBezTo>
                  <a:lnTo>
                    <a:pt x="1960" y="478"/>
                  </a:lnTo>
                  <a:cubicBezTo>
                    <a:pt x="2008" y="300"/>
                    <a:pt x="2128" y="151"/>
                    <a:pt x="2296" y="70"/>
                  </a:cubicBezTo>
                  <a:cubicBezTo>
                    <a:pt x="2203" y="23"/>
                    <a:pt x="2104" y="1"/>
                    <a:pt x="2007"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0"/>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2316" y="56"/>
                  </a:lnTo>
                  <a:cubicBezTo>
                    <a:pt x="2177" y="18"/>
                    <a:pt x="2037" y="0"/>
                    <a:pt x="1900"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0"/>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1433" y="3337"/>
                  </a:lnTo>
                  <a:cubicBezTo>
                    <a:pt x="957" y="2933"/>
                    <a:pt x="755" y="2290"/>
                    <a:pt x="919" y="1689"/>
                  </a:cubicBezTo>
                  <a:lnTo>
                    <a:pt x="1039" y="1242"/>
                  </a:lnTo>
                  <a:cubicBezTo>
                    <a:pt x="1197" y="637"/>
                    <a:pt x="1697" y="185"/>
                    <a:pt x="2312" y="80"/>
                  </a:cubicBezTo>
                  <a:lnTo>
                    <a:pt x="2316" y="56"/>
                  </a:lnTo>
                  <a:cubicBezTo>
                    <a:pt x="2177" y="18"/>
                    <a:pt x="2037" y="0"/>
                    <a:pt x="1900"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0"/>
            <p:cNvSpPr/>
            <p:nvPr/>
          </p:nvSpPr>
          <p:spPr>
            <a:xfrm>
              <a:off x="1555181" y="3938440"/>
              <a:ext cx="68696" cy="58879"/>
            </a:xfrm>
            <a:custGeom>
              <a:rect b="b" l="l" r="r" t="t"/>
              <a:pathLst>
                <a:path extrusionOk="0" h="2249" w="2624">
                  <a:moveTo>
                    <a:pt x="452" y="0"/>
                  </a:moveTo>
                  <a:lnTo>
                    <a:pt x="1" y="1663"/>
                  </a:lnTo>
                  <a:lnTo>
                    <a:pt x="2172" y="2249"/>
                  </a:lnTo>
                  <a:lnTo>
                    <a:pt x="2624" y="586"/>
                  </a:lnTo>
                  <a:lnTo>
                    <a:pt x="452"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0"/>
            <p:cNvSpPr/>
            <p:nvPr/>
          </p:nvSpPr>
          <p:spPr>
            <a:xfrm>
              <a:off x="1555181" y="3938571"/>
              <a:ext cx="30474" cy="48564"/>
            </a:xfrm>
            <a:custGeom>
              <a:rect b="b" l="l" r="r" t="t"/>
              <a:pathLst>
                <a:path extrusionOk="0" h="1855" w="1164">
                  <a:moveTo>
                    <a:pt x="452" y="0"/>
                  </a:moveTo>
                  <a:lnTo>
                    <a:pt x="1" y="1662"/>
                  </a:lnTo>
                  <a:lnTo>
                    <a:pt x="712" y="1855"/>
                  </a:lnTo>
                  <a:lnTo>
                    <a:pt x="1163" y="192"/>
                  </a:lnTo>
                  <a:lnTo>
                    <a:pt x="452"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0"/>
            <p:cNvSpPr/>
            <p:nvPr/>
          </p:nvSpPr>
          <p:spPr>
            <a:xfrm>
              <a:off x="1609007" y="3940246"/>
              <a:ext cx="42307" cy="77283"/>
            </a:xfrm>
            <a:custGeom>
              <a:rect b="b" l="l" r="r" t="t"/>
              <a:pathLst>
                <a:path extrusionOk="0" h="2952" w="1616">
                  <a:moveTo>
                    <a:pt x="1074" y="0"/>
                  </a:moveTo>
                  <a:cubicBezTo>
                    <a:pt x="863" y="0"/>
                    <a:pt x="667" y="143"/>
                    <a:pt x="611" y="359"/>
                  </a:cubicBezTo>
                  <a:lnTo>
                    <a:pt x="73" y="2343"/>
                  </a:lnTo>
                  <a:cubicBezTo>
                    <a:pt x="1" y="2598"/>
                    <a:pt x="155" y="2867"/>
                    <a:pt x="414" y="2934"/>
                  </a:cubicBezTo>
                  <a:cubicBezTo>
                    <a:pt x="457" y="2946"/>
                    <a:pt x="501" y="2952"/>
                    <a:pt x="543" y="2952"/>
                  </a:cubicBezTo>
                  <a:cubicBezTo>
                    <a:pt x="756" y="2952"/>
                    <a:pt x="950" y="2809"/>
                    <a:pt x="1010" y="2593"/>
                  </a:cubicBezTo>
                  <a:lnTo>
                    <a:pt x="1543" y="609"/>
                  </a:lnTo>
                  <a:cubicBezTo>
                    <a:pt x="1615" y="354"/>
                    <a:pt x="1461" y="85"/>
                    <a:pt x="1202" y="18"/>
                  </a:cubicBezTo>
                  <a:cubicBezTo>
                    <a:pt x="1159" y="6"/>
                    <a:pt x="1116" y="0"/>
                    <a:pt x="1074"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0"/>
            <p:cNvSpPr/>
            <p:nvPr/>
          </p:nvSpPr>
          <p:spPr>
            <a:xfrm>
              <a:off x="1401871" y="4076906"/>
              <a:ext cx="139251" cy="25185"/>
            </a:xfrm>
            <a:custGeom>
              <a:rect b="b" l="l" r="r" t="t"/>
              <a:pathLst>
                <a:path extrusionOk="0" h="962" w="5319">
                  <a:moveTo>
                    <a:pt x="486" y="1"/>
                  </a:moveTo>
                  <a:cubicBezTo>
                    <a:pt x="217" y="1"/>
                    <a:pt x="5" y="212"/>
                    <a:pt x="5" y="481"/>
                  </a:cubicBezTo>
                  <a:cubicBezTo>
                    <a:pt x="1" y="745"/>
                    <a:pt x="217" y="961"/>
                    <a:pt x="486" y="961"/>
                  </a:cubicBezTo>
                  <a:lnTo>
                    <a:pt x="4838" y="961"/>
                  </a:lnTo>
                  <a:cubicBezTo>
                    <a:pt x="5102" y="961"/>
                    <a:pt x="5319" y="745"/>
                    <a:pt x="5319" y="481"/>
                  </a:cubicBezTo>
                  <a:cubicBezTo>
                    <a:pt x="5319" y="212"/>
                    <a:pt x="5102" y="1"/>
                    <a:pt x="4838"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0"/>
            <p:cNvSpPr/>
            <p:nvPr/>
          </p:nvSpPr>
          <p:spPr>
            <a:xfrm>
              <a:off x="1402002" y="4076906"/>
              <a:ext cx="39270" cy="25185"/>
            </a:xfrm>
            <a:custGeom>
              <a:rect b="b" l="l" r="r" t="t"/>
              <a:pathLst>
                <a:path extrusionOk="0" h="962" w="1500">
                  <a:moveTo>
                    <a:pt x="481" y="1"/>
                  </a:moveTo>
                  <a:cubicBezTo>
                    <a:pt x="212" y="1"/>
                    <a:pt x="0" y="212"/>
                    <a:pt x="0" y="481"/>
                  </a:cubicBezTo>
                  <a:cubicBezTo>
                    <a:pt x="0" y="745"/>
                    <a:pt x="212" y="961"/>
                    <a:pt x="481" y="961"/>
                  </a:cubicBezTo>
                  <a:lnTo>
                    <a:pt x="1499" y="961"/>
                  </a:lnTo>
                  <a:cubicBezTo>
                    <a:pt x="1235" y="961"/>
                    <a:pt x="1019" y="745"/>
                    <a:pt x="1019" y="481"/>
                  </a:cubicBezTo>
                  <a:cubicBezTo>
                    <a:pt x="1019" y="212"/>
                    <a:pt x="1235" y="1"/>
                    <a:pt x="1499"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0"/>
            <p:cNvSpPr/>
            <p:nvPr/>
          </p:nvSpPr>
          <p:spPr>
            <a:xfrm>
              <a:off x="1283275" y="3819478"/>
              <a:ext cx="373824" cy="362881"/>
            </a:xfrm>
            <a:custGeom>
              <a:rect b="b" l="l" r="r" t="t"/>
              <a:pathLst>
                <a:path extrusionOk="0" h="13861" w="14279">
                  <a:moveTo>
                    <a:pt x="2103" y="1455"/>
                  </a:moveTo>
                  <a:cubicBezTo>
                    <a:pt x="2158" y="1455"/>
                    <a:pt x="2213" y="1458"/>
                    <a:pt x="2268" y="1465"/>
                  </a:cubicBezTo>
                  <a:lnTo>
                    <a:pt x="1427" y="4588"/>
                  </a:lnTo>
                  <a:cubicBezTo>
                    <a:pt x="793" y="4309"/>
                    <a:pt x="452" y="3608"/>
                    <a:pt x="634" y="2935"/>
                  </a:cubicBezTo>
                  <a:lnTo>
                    <a:pt x="639" y="2935"/>
                  </a:lnTo>
                  <a:lnTo>
                    <a:pt x="759" y="2488"/>
                  </a:lnTo>
                  <a:cubicBezTo>
                    <a:pt x="923" y="1874"/>
                    <a:pt x="1480" y="1455"/>
                    <a:pt x="2103" y="1455"/>
                  </a:cubicBezTo>
                  <a:close/>
                  <a:moveTo>
                    <a:pt x="3314" y="412"/>
                  </a:moveTo>
                  <a:cubicBezTo>
                    <a:pt x="3353" y="412"/>
                    <a:pt x="3392" y="417"/>
                    <a:pt x="3430" y="427"/>
                  </a:cubicBezTo>
                  <a:cubicBezTo>
                    <a:pt x="3666" y="490"/>
                    <a:pt x="3800" y="730"/>
                    <a:pt x="3738" y="965"/>
                  </a:cubicBezTo>
                  <a:lnTo>
                    <a:pt x="2446" y="5755"/>
                  </a:lnTo>
                  <a:cubicBezTo>
                    <a:pt x="2393" y="5948"/>
                    <a:pt x="2216" y="6077"/>
                    <a:pt x="2022" y="6077"/>
                  </a:cubicBezTo>
                  <a:cubicBezTo>
                    <a:pt x="1984" y="6077"/>
                    <a:pt x="1946" y="6073"/>
                    <a:pt x="1908" y="6062"/>
                  </a:cubicBezTo>
                  <a:cubicBezTo>
                    <a:pt x="1672" y="6000"/>
                    <a:pt x="1538" y="5760"/>
                    <a:pt x="1600" y="5524"/>
                  </a:cubicBezTo>
                  <a:lnTo>
                    <a:pt x="2892" y="735"/>
                  </a:lnTo>
                  <a:cubicBezTo>
                    <a:pt x="2945" y="538"/>
                    <a:pt x="3121" y="412"/>
                    <a:pt x="3314" y="412"/>
                  </a:cubicBezTo>
                  <a:close/>
                  <a:moveTo>
                    <a:pt x="10982" y="4794"/>
                  </a:moveTo>
                  <a:lnTo>
                    <a:pt x="12755" y="5275"/>
                  </a:lnTo>
                  <a:lnTo>
                    <a:pt x="12414" y="6543"/>
                  </a:lnTo>
                  <a:lnTo>
                    <a:pt x="10641" y="6062"/>
                  </a:lnTo>
                  <a:lnTo>
                    <a:pt x="10982" y="4794"/>
                  </a:lnTo>
                  <a:close/>
                  <a:moveTo>
                    <a:pt x="13513" y="4816"/>
                  </a:moveTo>
                  <a:cubicBezTo>
                    <a:pt x="13679" y="4816"/>
                    <a:pt x="13848" y="4954"/>
                    <a:pt x="13788" y="5169"/>
                  </a:cubicBezTo>
                  <a:lnTo>
                    <a:pt x="13255" y="7153"/>
                  </a:lnTo>
                  <a:cubicBezTo>
                    <a:pt x="13218" y="7278"/>
                    <a:pt x="13108" y="7359"/>
                    <a:pt x="12985" y="7359"/>
                  </a:cubicBezTo>
                  <a:cubicBezTo>
                    <a:pt x="12961" y="7359"/>
                    <a:pt x="12938" y="7356"/>
                    <a:pt x="12914" y="7350"/>
                  </a:cubicBezTo>
                  <a:cubicBezTo>
                    <a:pt x="12760" y="7311"/>
                    <a:pt x="12693" y="7081"/>
                    <a:pt x="12712" y="7009"/>
                  </a:cubicBezTo>
                  <a:lnTo>
                    <a:pt x="13250" y="5025"/>
                  </a:lnTo>
                  <a:cubicBezTo>
                    <a:pt x="13289" y="4879"/>
                    <a:pt x="13400" y="4816"/>
                    <a:pt x="13513" y="4816"/>
                  </a:cubicBezTo>
                  <a:close/>
                  <a:moveTo>
                    <a:pt x="5861" y="6283"/>
                  </a:moveTo>
                  <a:lnTo>
                    <a:pt x="8523" y="6865"/>
                  </a:lnTo>
                  <a:lnTo>
                    <a:pt x="8523" y="7465"/>
                  </a:lnTo>
                  <a:cubicBezTo>
                    <a:pt x="8523" y="7888"/>
                    <a:pt x="8182" y="8229"/>
                    <a:pt x="7759" y="8229"/>
                  </a:cubicBezTo>
                  <a:lnTo>
                    <a:pt x="6625" y="8229"/>
                  </a:lnTo>
                  <a:cubicBezTo>
                    <a:pt x="6202" y="8229"/>
                    <a:pt x="5861" y="7888"/>
                    <a:pt x="5861" y="7465"/>
                  </a:cubicBezTo>
                  <a:lnTo>
                    <a:pt x="5861" y="6283"/>
                  </a:lnTo>
                  <a:close/>
                  <a:moveTo>
                    <a:pt x="3319" y="0"/>
                  </a:moveTo>
                  <a:cubicBezTo>
                    <a:pt x="2960" y="0"/>
                    <a:pt x="2604" y="221"/>
                    <a:pt x="2494" y="629"/>
                  </a:cubicBezTo>
                  <a:lnTo>
                    <a:pt x="2374" y="1061"/>
                  </a:lnTo>
                  <a:cubicBezTo>
                    <a:pt x="2284" y="1048"/>
                    <a:pt x="2195" y="1042"/>
                    <a:pt x="2107" y="1042"/>
                  </a:cubicBezTo>
                  <a:cubicBezTo>
                    <a:pt x="1301" y="1042"/>
                    <a:pt x="577" y="1581"/>
                    <a:pt x="361" y="2378"/>
                  </a:cubicBezTo>
                  <a:lnTo>
                    <a:pt x="241" y="2829"/>
                  </a:lnTo>
                  <a:cubicBezTo>
                    <a:pt x="0" y="3713"/>
                    <a:pt x="462" y="4640"/>
                    <a:pt x="1317" y="4982"/>
                  </a:cubicBezTo>
                  <a:lnTo>
                    <a:pt x="1197" y="5419"/>
                  </a:lnTo>
                  <a:cubicBezTo>
                    <a:pt x="1041" y="5993"/>
                    <a:pt x="1501" y="6491"/>
                    <a:pt x="2024" y="6491"/>
                  </a:cubicBezTo>
                  <a:cubicBezTo>
                    <a:pt x="2162" y="6491"/>
                    <a:pt x="2304" y="6457"/>
                    <a:pt x="2441" y="6379"/>
                  </a:cubicBezTo>
                  <a:cubicBezTo>
                    <a:pt x="2844" y="6149"/>
                    <a:pt x="2849" y="5750"/>
                    <a:pt x="2902" y="5630"/>
                  </a:cubicBezTo>
                  <a:lnTo>
                    <a:pt x="5448" y="6192"/>
                  </a:lnTo>
                  <a:lnTo>
                    <a:pt x="5448" y="7470"/>
                  </a:lnTo>
                  <a:cubicBezTo>
                    <a:pt x="5448" y="8114"/>
                    <a:pt x="5972" y="8637"/>
                    <a:pt x="6620" y="8642"/>
                  </a:cubicBezTo>
                  <a:lnTo>
                    <a:pt x="6981" y="8642"/>
                  </a:lnTo>
                  <a:lnTo>
                    <a:pt x="6981" y="9627"/>
                  </a:lnTo>
                  <a:lnTo>
                    <a:pt x="5016" y="9627"/>
                  </a:lnTo>
                  <a:cubicBezTo>
                    <a:pt x="4636" y="9627"/>
                    <a:pt x="4329" y="9934"/>
                    <a:pt x="4329" y="10314"/>
                  </a:cubicBezTo>
                  <a:cubicBezTo>
                    <a:pt x="4329" y="10694"/>
                    <a:pt x="4636" y="11001"/>
                    <a:pt x="5016" y="11001"/>
                  </a:cubicBezTo>
                  <a:lnTo>
                    <a:pt x="5381" y="11001"/>
                  </a:lnTo>
                  <a:lnTo>
                    <a:pt x="3349" y="13523"/>
                  </a:lnTo>
                  <a:cubicBezTo>
                    <a:pt x="3221" y="13679"/>
                    <a:pt x="3363" y="13861"/>
                    <a:pt x="3515" y="13861"/>
                  </a:cubicBezTo>
                  <a:cubicBezTo>
                    <a:pt x="3570" y="13861"/>
                    <a:pt x="3625" y="13838"/>
                    <a:pt x="3671" y="13782"/>
                  </a:cubicBezTo>
                  <a:lnTo>
                    <a:pt x="5909" y="10996"/>
                  </a:lnTo>
                  <a:lnTo>
                    <a:pt x="6985" y="10996"/>
                  </a:lnTo>
                  <a:lnTo>
                    <a:pt x="6985" y="13653"/>
                  </a:lnTo>
                  <a:cubicBezTo>
                    <a:pt x="6985" y="13790"/>
                    <a:pt x="7089" y="13858"/>
                    <a:pt x="7192" y="13858"/>
                  </a:cubicBezTo>
                  <a:cubicBezTo>
                    <a:pt x="7295" y="13858"/>
                    <a:pt x="7399" y="13790"/>
                    <a:pt x="7399" y="13653"/>
                  </a:cubicBezTo>
                  <a:lnTo>
                    <a:pt x="7399" y="10996"/>
                  </a:lnTo>
                  <a:lnTo>
                    <a:pt x="8475" y="10996"/>
                  </a:lnTo>
                  <a:lnTo>
                    <a:pt x="10713" y="13782"/>
                  </a:lnTo>
                  <a:cubicBezTo>
                    <a:pt x="10759" y="13838"/>
                    <a:pt x="10814" y="13861"/>
                    <a:pt x="10868" y="13861"/>
                  </a:cubicBezTo>
                  <a:cubicBezTo>
                    <a:pt x="11019" y="13861"/>
                    <a:pt x="11159" y="13679"/>
                    <a:pt x="11035" y="13523"/>
                  </a:cubicBezTo>
                  <a:lnTo>
                    <a:pt x="8998" y="11001"/>
                  </a:lnTo>
                  <a:lnTo>
                    <a:pt x="9368" y="11001"/>
                  </a:lnTo>
                  <a:cubicBezTo>
                    <a:pt x="9748" y="11001"/>
                    <a:pt x="10055" y="10694"/>
                    <a:pt x="10055" y="10314"/>
                  </a:cubicBezTo>
                  <a:cubicBezTo>
                    <a:pt x="10055" y="9934"/>
                    <a:pt x="9748" y="9627"/>
                    <a:pt x="9368" y="9627"/>
                  </a:cubicBezTo>
                  <a:lnTo>
                    <a:pt x="8883" y="9627"/>
                  </a:lnTo>
                  <a:cubicBezTo>
                    <a:pt x="8604" y="9627"/>
                    <a:pt x="8604" y="10040"/>
                    <a:pt x="8883" y="10040"/>
                  </a:cubicBezTo>
                  <a:lnTo>
                    <a:pt x="9368" y="10040"/>
                  </a:lnTo>
                  <a:cubicBezTo>
                    <a:pt x="9733" y="10040"/>
                    <a:pt x="9733" y="10588"/>
                    <a:pt x="9368" y="10588"/>
                  </a:cubicBezTo>
                  <a:lnTo>
                    <a:pt x="5016" y="10588"/>
                  </a:lnTo>
                  <a:cubicBezTo>
                    <a:pt x="4646" y="10588"/>
                    <a:pt x="4646" y="10040"/>
                    <a:pt x="5016" y="10040"/>
                  </a:cubicBezTo>
                  <a:lnTo>
                    <a:pt x="8114" y="10040"/>
                  </a:lnTo>
                  <a:cubicBezTo>
                    <a:pt x="8388" y="10040"/>
                    <a:pt x="8388" y="9627"/>
                    <a:pt x="8114" y="9627"/>
                  </a:cubicBezTo>
                  <a:lnTo>
                    <a:pt x="7399" y="9627"/>
                  </a:lnTo>
                  <a:lnTo>
                    <a:pt x="7399" y="8642"/>
                  </a:lnTo>
                  <a:lnTo>
                    <a:pt x="7759" y="8642"/>
                  </a:lnTo>
                  <a:cubicBezTo>
                    <a:pt x="8403" y="8637"/>
                    <a:pt x="8926" y="8114"/>
                    <a:pt x="8931" y="7470"/>
                  </a:cubicBezTo>
                  <a:lnTo>
                    <a:pt x="8931" y="6956"/>
                  </a:lnTo>
                  <a:lnTo>
                    <a:pt x="9589" y="7105"/>
                  </a:lnTo>
                  <a:cubicBezTo>
                    <a:pt x="9646" y="7118"/>
                    <a:pt x="9703" y="7124"/>
                    <a:pt x="9759" y="7124"/>
                  </a:cubicBezTo>
                  <a:cubicBezTo>
                    <a:pt x="10102" y="7124"/>
                    <a:pt x="10416" y="6894"/>
                    <a:pt x="10507" y="6548"/>
                  </a:cubicBezTo>
                  <a:lnTo>
                    <a:pt x="10531" y="6461"/>
                  </a:lnTo>
                  <a:lnTo>
                    <a:pt x="12304" y="6942"/>
                  </a:lnTo>
                  <a:cubicBezTo>
                    <a:pt x="12231" y="7307"/>
                    <a:pt x="12457" y="7662"/>
                    <a:pt x="12818" y="7749"/>
                  </a:cubicBezTo>
                  <a:cubicBezTo>
                    <a:pt x="12874" y="7763"/>
                    <a:pt x="12931" y="7770"/>
                    <a:pt x="12986" y="7770"/>
                  </a:cubicBezTo>
                  <a:cubicBezTo>
                    <a:pt x="13289" y="7770"/>
                    <a:pt x="13563" y="7568"/>
                    <a:pt x="13644" y="7263"/>
                  </a:cubicBezTo>
                  <a:lnTo>
                    <a:pt x="14182" y="5279"/>
                  </a:lnTo>
                  <a:cubicBezTo>
                    <a:pt x="14278" y="4919"/>
                    <a:pt x="14071" y="4549"/>
                    <a:pt x="13711" y="4443"/>
                  </a:cubicBezTo>
                  <a:cubicBezTo>
                    <a:pt x="13644" y="4423"/>
                    <a:pt x="13576" y="4413"/>
                    <a:pt x="13509" y="4413"/>
                  </a:cubicBezTo>
                  <a:cubicBezTo>
                    <a:pt x="13222" y="4413"/>
                    <a:pt x="12954" y="4596"/>
                    <a:pt x="12861" y="4881"/>
                  </a:cubicBezTo>
                  <a:lnTo>
                    <a:pt x="11088" y="4400"/>
                  </a:lnTo>
                  <a:lnTo>
                    <a:pt x="11107" y="4314"/>
                  </a:lnTo>
                  <a:cubicBezTo>
                    <a:pt x="11218" y="3915"/>
                    <a:pt x="10992" y="3497"/>
                    <a:pt x="10598" y="3372"/>
                  </a:cubicBezTo>
                  <a:lnTo>
                    <a:pt x="7130" y="2277"/>
                  </a:lnTo>
                  <a:cubicBezTo>
                    <a:pt x="7105" y="2269"/>
                    <a:pt x="7082" y="2266"/>
                    <a:pt x="7060" y="2266"/>
                  </a:cubicBezTo>
                  <a:cubicBezTo>
                    <a:pt x="6850" y="2266"/>
                    <a:pt x="6770" y="2592"/>
                    <a:pt x="7009" y="2666"/>
                  </a:cubicBezTo>
                  <a:lnTo>
                    <a:pt x="10473" y="3766"/>
                  </a:lnTo>
                  <a:cubicBezTo>
                    <a:pt x="10661" y="3824"/>
                    <a:pt x="10766" y="4021"/>
                    <a:pt x="10713" y="4208"/>
                  </a:cubicBezTo>
                  <a:lnTo>
                    <a:pt x="10108" y="6442"/>
                  </a:lnTo>
                  <a:cubicBezTo>
                    <a:pt x="10067" y="6603"/>
                    <a:pt x="9920" y="6710"/>
                    <a:pt x="9760" y="6710"/>
                  </a:cubicBezTo>
                  <a:cubicBezTo>
                    <a:pt x="9734" y="6710"/>
                    <a:pt x="9707" y="6707"/>
                    <a:pt x="9681" y="6701"/>
                  </a:cubicBezTo>
                  <a:lnTo>
                    <a:pt x="3008" y="5236"/>
                  </a:lnTo>
                  <a:lnTo>
                    <a:pt x="3959" y="1700"/>
                  </a:lnTo>
                  <a:lnTo>
                    <a:pt x="6241" y="2421"/>
                  </a:lnTo>
                  <a:cubicBezTo>
                    <a:pt x="6266" y="2429"/>
                    <a:pt x="6289" y="2432"/>
                    <a:pt x="6311" y="2432"/>
                  </a:cubicBezTo>
                  <a:cubicBezTo>
                    <a:pt x="6525" y="2432"/>
                    <a:pt x="6605" y="2105"/>
                    <a:pt x="6366" y="2027"/>
                  </a:cubicBezTo>
                  <a:lnTo>
                    <a:pt x="4069" y="1302"/>
                  </a:lnTo>
                  <a:cubicBezTo>
                    <a:pt x="4089" y="1172"/>
                    <a:pt x="4281" y="826"/>
                    <a:pt x="4050" y="427"/>
                  </a:cubicBezTo>
                  <a:cubicBezTo>
                    <a:pt x="3885" y="137"/>
                    <a:pt x="3601" y="0"/>
                    <a:pt x="33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80"/>
          <p:cNvGrpSpPr/>
          <p:nvPr/>
        </p:nvGrpSpPr>
        <p:grpSpPr>
          <a:xfrm>
            <a:off x="3462865" y="2459296"/>
            <a:ext cx="442730" cy="362331"/>
            <a:chOff x="3462865" y="2459296"/>
            <a:chExt cx="442730" cy="362331"/>
          </a:xfrm>
        </p:grpSpPr>
        <p:sp>
          <p:nvSpPr>
            <p:cNvPr id="8726" name="Google Shape;8726;p80"/>
            <p:cNvSpPr/>
            <p:nvPr/>
          </p:nvSpPr>
          <p:spPr>
            <a:xfrm>
              <a:off x="3770009" y="2778221"/>
              <a:ext cx="43040" cy="36888"/>
            </a:xfrm>
            <a:custGeom>
              <a:rect b="b" l="l" r="r" t="t"/>
              <a:pathLst>
                <a:path extrusionOk="0" h="1409" w="1644">
                  <a:moveTo>
                    <a:pt x="942" y="0"/>
                  </a:moveTo>
                  <a:cubicBezTo>
                    <a:pt x="312" y="0"/>
                    <a:pt x="0" y="759"/>
                    <a:pt x="442" y="1201"/>
                  </a:cubicBezTo>
                  <a:cubicBezTo>
                    <a:pt x="585" y="1344"/>
                    <a:pt x="761" y="1408"/>
                    <a:pt x="934" y="1408"/>
                  </a:cubicBezTo>
                  <a:cubicBezTo>
                    <a:pt x="1296" y="1408"/>
                    <a:pt x="1643" y="1129"/>
                    <a:pt x="1643" y="706"/>
                  </a:cubicBezTo>
                  <a:cubicBezTo>
                    <a:pt x="1643" y="317"/>
                    <a:pt x="1326" y="0"/>
                    <a:pt x="942"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0"/>
            <p:cNvSpPr/>
            <p:nvPr/>
          </p:nvSpPr>
          <p:spPr>
            <a:xfrm>
              <a:off x="3540724" y="2605040"/>
              <a:ext cx="287038" cy="158415"/>
            </a:xfrm>
            <a:custGeom>
              <a:rect b="b" l="l" r="r" t="t"/>
              <a:pathLst>
                <a:path extrusionOk="0" h="6051" w="10964">
                  <a:moveTo>
                    <a:pt x="0" y="0"/>
                  </a:moveTo>
                  <a:lnTo>
                    <a:pt x="0" y="4127"/>
                  </a:lnTo>
                  <a:cubicBezTo>
                    <a:pt x="1603" y="5409"/>
                    <a:pt x="3542" y="6051"/>
                    <a:pt x="5482" y="6051"/>
                  </a:cubicBezTo>
                  <a:cubicBezTo>
                    <a:pt x="7421" y="6051"/>
                    <a:pt x="9361" y="5409"/>
                    <a:pt x="10963" y="4127"/>
                  </a:cubicBezTo>
                  <a:lnTo>
                    <a:pt x="109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0"/>
            <p:cNvSpPr/>
            <p:nvPr/>
          </p:nvSpPr>
          <p:spPr>
            <a:xfrm>
              <a:off x="3540724" y="2605040"/>
              <a:ext cx="70450" cy="146529"/>
            </a:xfrm>
            <a:custGeom>
              <a:rect b="b" l="l" r="r" t="t"/>
              <a:pathLst>
                <a:path extrusionOk="0" h="5597" w="2691">
                  <a:moveTo>
                    <a:pt x="0" y="0"/>
                  </a:moveTo>
                  <a:lnTo>
                    <a:pt x="0" y="4127"/>
                  </a:lnTo>
                  <a:cubicBezTo>
                    <a:pt x="803" y="4771"/>
                    <a:pt x="1715" y="5270"/>
                    <a:pt x="2691" y="5597"/>
                  </a:cubicBezTo>
                  <a:lnTo>
                    <a:pt x="269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0"/>
            <p:cNvSpPr/>
            <p:nvPr/>
          </p:nvSpPr>
          <p:spPr>
            <a:xfrm>
              <a:off x="3764956" y="2619806"/>
              <a:ext cx="13247" cy="133021"/>
            </a:xfrm>
            <a:custGeom>
              <a:rect b="b" l="l" r="r" t="t"/>
              <a:pathLst>
                <a:path extrusionOk="0" h="5081" w="506">
                  <a:moveTo>
                    <a:pt x="253" y="1"/>
                  </a:moveTo>
                  <a:cubicBezTo>
                    <a:pt x="127" y="1"/>
                    <a:pt x="1" y="85"/>
                    <a:pt x="1" y="253"/>
                  </a:cubicBezTo>
                  <a:lnTo>
                    <a:pt x="1" y="4831"/>
                  </a:lnTo>
                  <a:cubicBezTo>
                    <a:pt x="1" y="4970"/>
                    <a:pt x="116" y="5081"/>
                    <a:pt x="251" y="5081"/>
                  </a:cubicBezTo>
                  <a:cubicBezTo>
                    <a:pt x="390" y="5081"/>
                    <a:pt x="505" y="4970"/>
                    <a:pt x="505" y="4831"/>
                  </a:cubicBezTo>
                  <a:lnTo>
                    <a:pt x="505" y="253"/>
                  </a:lnTo>
                  <a:cubicBezTo>
                    <a:pt x="505" y="85"/>
                    <a:pt x="379" y="1"/>
                    <a:pt x="25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0"/>
            <p:cNvSpPr/>
            <p:nvPr/>
          </p:nvSpPr>
          <p:spPr>
            <a:xfrm>
              <a:off x="3469410" y="2465920"/>
              <a:ext cx="429666" cy="193837"/>
            </a:xfrm>
            <a:custGeom>
              <a:rect b="b" l="l" r="r" t="t"/>
              <a:pathLst>
                <a:path extrusionOk="0" h="7404" w="16412">
                  <a:moveTo>
                    <a:pt x="8206" y="1"/>
                  </a:moveTo>
                  <a:lnTo>
                    <a:pt x="0" y="3128"/>
                  </a:lnTo>
                  <a:lnTo>
                    <a:pt x="0" y="4272"/>
                  </a:lnTo>
                  <a:lnTo>
                    <a:pt x="8206" y="7404"/>
                  </a:lnTo>
                  <a:lnTo>
                    <a:pt x="16411" y="4272"/>
                  </a:lnTo>
                  <a:lnTo>
                    <a:pt x="16411" y="3128"/>
                  </a:lnTo>
                  <a:lnTo>
                    <a:pt x="820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0"/>
            <p:cNvSpPr/>
            <p:nvPr/>
          </p:nvSpPr>
          <p:spPr>
            <a:xfrm>
              <a:off x="3469410" y="2547811"/>
              <a:ext cx="214833" cy="111946"/>
            </a:xfrm>
            <a:custGeom>
              <a:rect b="b" l="l" r="r" t="t"/>
              <a:pathLst>
                <a:path extrusionOk="0" h="4276" w="8206">
                  <a:moveTo>
                    <a:pt x="0" y="0"/>
                  </a:moveTo>
                  <a:lnTo>
                    <a:pt x="0" y="1144"/>
                  </a:lnTo>
                  <a:lnTo>
                    <a:pt x="8206" y="4276"/>
                  </a:lnTo>
                  <a:lnTo>
                    <a:pt x="8206" y="3128"/>
                  </a:lnTo>
                  <a:lnTo>
                    <a:pt x="0"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0"/>
            <p:cNvSpPr/>
            <p:nvPr/>
          </p:nvSpPr>
          <p:spPr>
            <a:xfrm>
              <a:off x="3462865" y="2459296"/>
              <a:ext cx="442730" cy="362331"/>
            </a:xfrm>
            <a:custGeom>
              <a:rect b="b" l="l" r="r" t="t"/>
              <a:pathLst>
                <a:path extrusionOk="0" h="13840" w="16911">
                  <a:moveTo>
                    <a:pt x="16406" y="3746"/>
                  </a:moveTo>
                  <a:lnTo>
                    <a:pt x="16406" y="4352"/>
                  </a:lnTo>
                  <a:lnTo>
                    <a:pt x="12924" y="5682"/>
                  </a:lnTo>
                  <a:lnTo>
                    <a:pt x="12924" y="5072"/>
                  </a:lnTo>
                  <a:lnTo>
                    <a:pt x="16406" y="3746"/>
                  </a:lnTo>
                  <a:close/>
                  <a:moveTo>
                    <a:pt x="12419" y="5265"/>
                  </a:moveTo>
                  <a:lnTo>
                    <a:pt x="12419" y="5875"/>
                  </a:lnTo>
                  <a:lnTo>
                    <a:pt x="8706" y="7287"/>
                  </a:lnTo>
                  <a:lnTo>
                    <a:pt x="8706" y="6682"/>
                  </a:lnTo>
                  <a:lnTo>
                    <a:pt x="12419" y="5265"/>
                  </a:lnTo>
                  <a:close/>
                  <a:moveTo>
                    <a:pt x="505" y="3746"/>
                  </a:moveTo>
                  <a:lnTo>
                    <a:pt x="8206" y="6682"/>
                  </a:lnTo>
                  <a:lnTo>
                    <a:pt x="8206" y="7292"/>
                  </a:lnTo>
                  <a:lnTo>
                    <a:pt x="505" y="4352"/>
                  </a:lnTo>
                  <a:lnTo>
                    <a:pt x="505" y="3746"/>
                  </a:lnTo>
                  <a:close/>
                  <a:moveTo>
                    <a:pt x="13687" y="5927"/>
                  </a:moveTo>
                  <a:lnTo>
                    <a:pt x="13687" y="9569"/>
                  </a:lnTo>
                  <a:cubicBezTo>
                    <a:pt x="13442" y="9761"/>
                    <a:pt x="13188" y="9934"/>
                    <a:pt x="12924" y="10097"/>
                  </a:cubicBezTo>
                  <a:lnTo>
                    <a:pt x="12924" y="6221"/>
                  </a:lnTo>
                  <a:lnTo>
                    <a:pt x="13687" y="5927"/>
                  </a:lnTo>
                  <a:close/>
                  <a:moveTo>
                    <a:pt x="12674" y="12437"/>
                  </a:moveTo>
                  <a:cubicBezTo>
                    <a:pt x="12919" y="12437"/>
                    <a:pt x="13125" y="12639"/>
                    <a:pt x="13125" y="12888"/>
                  </a:cubicBezTo>
                  <a:cubicBezTo>
                    <a:pt x="13125" y="13158"/>
                    <a:pt x="12901" y="13338"/>
                    <a:pt x="12668" y="13338"/>
                  </a:cubicBezTo>
                  <a:cubicBezTo>
                    <a:pt x="12557" y="13338"/>
                    <a:pt x="12443" y="13297"/>
                    <a:pt x="12352" y="13206"/>
                  </a:cubicBezTo>
                  <a:cubicBezTo>
                    <a:pt x="12068" y="12922"/>
                    <a:pt x="12270" y="12437"/>
                    <a:pt x="12674" y="12437"/>
                  </a:cubicBezTo>
                  <a:close/>
                  <a:moveTo>
                    <a:pt x="8456" y="0"/>
                  </a:moveTo>
                  <a:cubicBezTo>
                    <a:pt x="8425" y="0"/>
                    <a:pt x="8393" y="7"/>
                    <a:pt x="8364" y="19"/>
                  </a:cubicBezTo>
                  <a:lnTo>
                    <a:pt x="159" y="3146"/>
                  </a:lnTo>
                  <a:cubicBezTo>
                    <a:pt x="63" y="3184"/>
                    <a:pt x="1" y="3276"/>
                    <a:pt x="1" y="3381"/>
                  </a:cubicBezTo>
                  <a:lnTo>
                    <a:pt x="1" y="4529"/>
                  </a:lnTo>
                  <a:cubicBezTo>
                    <a:pt x="1" y="4630"/>
                    <a:pt x="63" y="4726"/>
                    <a:pt x="159" y="4760"/>
                  </a:cubicBezTo>
                  <a:lnTo>
                    <a:pt x="2725" y="5740"/>
                  </a:lnTo>
                  <a:lnTo>
                    <a:pt x="2725" y="6610"/>
                  </a:lnTo>
                  <a:cubicBezTo>
                    <a:pt x="2725" y="6775"/>
                    <a:pt x="2849" y="6858"/>
                    <a:pt x="2974" y="6858"/>
                  </a:cubicBezTo>
                  <a:cubicBezTo>
                    <a:pt x="3099" y="6858"/>
                    <a:pt x="3224" y="6775"/>
                    <a:pt x="3224" y="6610"/>
                  </a:cubicBezTo>
                  <a:lnTo>
                    <a:pt x="3224" y="5932"/>
                  </a:lnTo>
                  <a:lnTo>
                    <a:pt x="8364" y="7892"/>
                  </a:lnTo>
                  <a:cubicBezTo>
                    <a:pt x="8393" y="7904"/>
                    <a:pt x="8423" y="7910"/>
                    <a:pt x="8454" y="7910"/>
                  </a:cubicBezTo>
                  <a:cubicBezTo>
                    <a:pt x="8485" y="7910"/>
                    <a:pt x="8516" y="7904"/>
                    <a:pt x="8547" y="7892"/>
                  </a:cubicBezTo>
                  <a:lnTo>
                    <a:pt x="12419" y="6413"/>
                  </a:lnTo>
                  <a:lnTo>
                    <a:pt x="12419" y="10390"/>
                  </a:lnTo>
                  <a:cubicBezTo>
                    <a:pt x="11171" y="11047"/>
                    <a:pt x="9810" y="11370"/>
                    <a:pt x="8455" y="11370"/>
                  </a:cubicBezTo>
                  <a:cubicBezTo>
                    <a:pt x="6598" y="11370"/>
                    <a:pt x="4752" y="10763"/>
                    <a:pt x="3224" y="9574"/>
                  </a:cubicBezTo>
                  <a:lnTo>
                    <a:pt x="3224" y="7614"/>
                  </a:lnTo>
                  <a:cubicBezTo>
                    <a:pt x="3224" y="7446"/>
                    <a:pt x="3099" y="7361"/>
                    <a:pt x="2974" y="7361"/>
                  </a:cubicBezTo>
                  <a:cubicBezTo>
                    <a:pt x="2849" y="7361"/>
                    <a:pt x="2725" y="7446"/>
                    <a:pt x="2725" y="7614"/>
                  </a:cubicBezTo>
                  <a:lnTo>
                    <a:pt x="2725" y="9694"/>
                  </a:lnTo>
                  <a:cubicBezTo>
                    <a:pt x="2725" y="9771"/>
                    <a:pt x="2758" y="9843"/>
                    <a:pt x="2821" y="9891"/>
                  </a:cubicBezTo>
                  <a:cubicBezTo>
                    <a:pt x="4451" y="11199"/>
                    <a:pt x="6445" y="11872"/>
                    <a:pt x="8455" y="11872"/>
                  </a:cubicBezTo>
                  <a:cubicBezTo>
                    <a:pt x="9804" y="11872"/>
                    <a:pt x="11160" y="11570"/>
                    <a:pt x="12419" y="10952"/>
                  </a:cubicBezTo>
                  <a:lnTo>
                    <a:pt x="12419" y="11966"/>
                  </a:lnTo>
                  <a:cubicBezTo>
                    <a:pt x="11958" y="12091"/>
                    <a:pt x="11660" y="12543"/>
                    <a:pt x="11727" y="13013"/>
                  </a:cubicBezTo>
                  <a:cubicBezTo>
                    <a:pt x="11790" y="13489"/>
                    <a:pt x="12193" y="13840"/>
                    <a:pt x="12669" y="13840"/>
                  </a:cubicBezTo>
                  <a:cubicBezTo>
                    <a:pt x="13149" y="13840"/>
                    <a:pt x="13553" y="13489"/>
                    <a:pt x="13615" y="13013"/>
                  </a:cubicBezTo>
                  <a:cubicBezTo>
                    <a:pt x="13678" y="12543"/>
                    <a:pt x="13385" y="12091"/>
                    <a:pt x="12924" y="11966"/>
                  </a:cubicBezTo>
                  <a:lnTo>
                    <a:pt x="12924" y="10683"/>
                  </a:lnTo>
                  <a:cubicBezTo>
                    <a:pt x="13332" y="10453"/>
                    <a:pt x="13726" y="10184"/>
                    <a:pt x="14096" y="9891"/>
                  </a:cubicBezTo>
                  <a:cubicBezTo>
                    <a:pt x="14153" y="9843"/>
                    <a:pt x="14187" y="9771"/>
                    <a:pt x="14187" y="9694"/>
                  </a:cubicBezTo>
                  <a:lnTo>
                    <a:pt x="14187" y="5740"/>
                  </a:lnTo>
                  <a:lnTo>
                    <a:pt x="16748" y="4760"/>
                  </a:lnTo>
                  <a:cubicBezTo>
                    <a:pt x="16848" y="4726"/>
                    <a:pt x="16911" y="4630"/>
                    <a:pt x="16911" y="4525"/>
                  </a:cubicBezTo>
                  <a:lnTo>
                    <a:pt x="16911" y="3381"/>
                  </a:lnTo>
                  <a:cubicBezTo>
                    <a:pt x="16911" y="3276"/>
                    <a:pt x="16848" y="3184"/>
                    <a:pt x="16752" y="3146"/>
                  </a:cubicBezTo>
                  <a:lnTo>
                    <a:pt x="11401" y="1104"/>
                  </a:lnTo>
                  <a:cubicBezTo>
                    <a:pt x="11366" y="1091"/>
                    <a:pt x="11333" y="1085"/>
                    <a:pt x="11302" y="1085"/>
                  </a:cubicBezTo>
                  <a:cubicBezTo>
                    <a:pt x="11055" y="1085"/>
                    <a:pt x="10945" y="1468"/>
                    <a:pt x="11223" y="1575"/>
                  </a:cubicBezTo>
                  <a:lnTo>
                    <a:pt x="15955" y="3377"/>
                  </a:lnTo>
                  <a:lnTo>
                    <a:pt x="12683" y="4630"/>
                  </a:lnTo>
                  <a:lnTo>
                    <a:pt x="8561" y="2762"/>
                  </a:lnTo>
                  <a:cubicBezTo>
                    <a:pt x="8523" y="2745"/>
                    <a:pt x="8486" y="2737"/>
                    <a:pt x="8451" y="2737"/>
                  </a:cubicBezTo>
                  <a:cubicBezTo>
                    <a:pt x="8210" y="2737"/>
                    <a:pt x="8086" y="3101"/>
                    <a:pt x="8355" y="3223"/>
                  </a:cubicBezTo>
                  <a:lnTo>
                    <a:pt x="12016" y="4880"/>
                  </a:lnTo>
                  <a:lnTo>
                    <a:pt x="8456" y="6240"/>
                  </a:lnTo>
                  <a:lnTo>
                    <a:pt x="957" y="3381"/>
                  </a:lnTo>
                  <a:lnTo>
                    <a:pt x="8456" y="523"/>
                  </a:lnTo>
                  <a:lnTo>
                    <a:pt x="10301" y="1224"/>
                  </a:lnTo>
                  <a:cubicBezTo>
                    <a:pt x="10336" y="1238"/>
                    <a:pt x="10370" y="1244"/>
                    <a:pt x="10401" y="1244"/>
                  </a:cubicBezTo>
                  <a:cubicBezTo>
                    <a:pt x="10651" y="1244"/>
                    <a:pt x="10761" y="860"/>
                    <a:pt x="10483" y="754"/>
                  </a:cubicBezTo>
                  <a:lnTo>
                    <a:pt x="8547" y="19"/>
                  </a:lnTo>
                  <a:cubicBezTo>
                    <a:pt x="8518" y="7"/>
                    <a:pt x="8487" y="0"/>
                    <a:pt x="84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3" name="Google Shape;8733;p80"/>
          <p:cNvGrpSpPr/>
          <p:nvPr/>
        </p:nvGrpSpPr>
        <p:grpSpPr>
          <a:xfrm>
            <a:off x="3988847" y="3358134"/>
            <a:ext cx="281121" cy="367279"/>
            <a:chOff x="3988847" y="3358134"/>
            <a:chExt cx="281121" cy="367279"/>
          </a:xfrm>
        </p:grpSpPr>
        <p:sp>
          <p:nvSpPr>
            <p:cNvPr id="8734" name="Google Shape;8734;p80"/>
            <p:cNvSpPr/>
            <p:nvPr/>
          </p:nvSpPr>
          <p:spPr>
            <a:xfrm>
              <a:off x="3994371" y="3406803"/>
              <a:ext cx="153965" cy="270047"/>
            </a:xfrm>
            <a:custGeom>
              <a:rect b="b" l="l" r="r" t="t"/>
              <a:pathLst>
                <a:path extrusionOk="0" h="10315" w="5881">
                  <a:moveTo>
                    <a:pt x="5160" y="1"/>
                  </a:moveTo>
                  <a:cubicBezTo>
                    <a:pt x="2311" y="1"/>
                    <a:pt x="1" y="2307"/>
                    <a:pt x="1" y="5155"/>
                  </a:cubicBezTo>
                  <a:cubicBezTo>
                    <a:pt x="1" y="8004"/>
                    <a:pt x="2311" y="10310"/>
                    <a:pt x="5160" y="10315"/>
                  </a:cubicBezTo>
                  <a:lnTo>
                    <a:pt x="5160" y="7817"/>
                  </a:lnTo>
                  <a:cubicBezTo>
                    <a:pt x="3690" y="7817"/>
                    <a:pt x="2499" y="6626"/>
                    <a:pt x="2499" y="5155"/>
                  </a:cubicBezTo>
                  <a:cubicBezTo>
                    <a:pt x="2499" y="3685"/>
                    <a:pt x="3690" y="2494"/>
                    <a:pt x="5160" y="2494"/>
                  </a:cubicBezTo>
                  <a:lnTo>
                    <a:pt x="5881" y="2494"/>
                  </a:lnTo>
                  <a:lnTo>
                    <a:pt x="5881"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0"/>
            <p:cNvSpPr/>
            <p:nvPr/>
          </p:nvSpPr>
          <p:spPr>
            <a:xfrm>
              <a:off x="4129460" y="3665513"/>
              <a:ext cx="52334" cy="42543"/>
            </a:xfrm>
            <a:custGeom>
              <a:rect b="b" l="l" r="r" t="t"/>
              <a:pathLst>
                <a:path extrusionOk="0" h="1625" w="1999">
                  <a:moveTo>
                    <a:pt x="0" y="1"/>
                  </a:moveTo>
                  <a:lnTo>
                    <a:pt x="0" y="1624"/>
                  </a:lnTo>
                  <a:lnTo>
                    <a:pt x="1999" y="1624"/>
                  </a:lnTo>
                  <a:lnTo>
                    <a:pt x="1999" y="1"/>
                  </a:ln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0"/>
            <p:cNvSpPr/>
            <p:nvPr/>
          </p:nvSpPr>
          <p:spPr>
            <a:xfrm>
              <a:off x="4148310" y="3386435"/>
              <a:ext cx="59638" cy="142026"/>
            </a:xfrm>
            <a:custGeom>
              <a:rect b="b" l="l" r="r" t="t"/>
              <a:pathLst>
                <a:path extrusionOk="0" h="5425" w="2278">
                  <a:moveTo>
                    <a:pt x="1" y="1"/>
                  </a:moveTo>
                  <a:lnTo>
                    <a:pt x="1" y="5424"/>
                  </a:lnTo>
                  <a:lnTo>
                    <a:pt x="2278" y="5424"/>
                  </a:lnTo>
                  <a:lnTo>
                    <a:pt x="2278"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0"/>
            <p:cNvSpPr/>
            <p:nvPr/>
          </p:nvSpPr>
          <p:spPr>
            <a:xfrm>
              <a:off x="4148310" y="3386435"/>
              <a:ext cx="21153" cy="142026"/>
            </a:xfrm>
            <a:custGeom>
              <a:rect b="b" l="l" r="r" t="t"/>
              <a:pathLst>
                <a:path extrusionOk="0" h="5425" w="808">
                  <a:moveTo>
                    <a:pt x="1" y="1"/>
                  </a:moveTo>
                  <a:lnTo>
                    <a:pt x="1" y="5424"/>
                  </a:lnTo>
                  <a:lnTo>
                    <a:pt x="808" y="5424"/>
                  </a:lnTo>
                  <a:lnTo>
                    <a:pt x="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0"/>
            <p:cNvSpPr/>
            <p:nvPr/>
          </p:nvSpPr>
          <p:spPr>
            <a:xfrm>
              <a:off x="4157761" y="3528435"/>
              <a:ext cx="20394" cy="28824"/>
            </a:xfrm>
            <a:custGeom>
              <a:rect b="b" l="l" r="r" t="t"/>
              <a:pathLst>
                <a:path extrusionOk="0" h="1101" w="779">
                  <a:moveTo>
                    <a:pt x="0" y="0"/>
                  </a:moveTo>
                  <a:lnTo>
                    <a:pt x="0" y="1100"/>
                  </a:lnTo>
                  <a:lnTo>
                    <a:pt x="778" y="1100"/>
                  </a:lnTo>
                  <a:lnTo>
                    <a:pt x="778"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0"/>
            <p:cNvSpPr/>
            <p:nvPr/>
          </p:nvSpPr>
          <p:spPr>
            <a:xfrm>
              <a:off x="4178129" y="3528435"/>
              <a:ext cx="20394" cy="48433"/>
            </a:xfrm>
            <a:custGeom>
              <a:rect b="b" l="l" r="r" t="t"/>
              <a:pathLst>
                <a:path extrusionOk="0" h="1850" w="779">
                  <a:moveTo>
                    <a:pt x="0" y="0"/>
                  </a:moveTo>
                  <a:lnTo>
                    <a:pt x="0" y="1850"/>
                  </a:lnTo>
                  <a:lnTo>
                    <a:pt x="779" y="1850"/>
                  </a:lnTo>
                  <a:lnTo>
                    <a:pt x="77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0"/>
            <p:cNvSpPr/>
            <p:nvPr/>
          </p:nvSpPr>
          <p:spPr>
            <a:xfrm>
              <a:off x="4129460" y="3611426"/>
              <a:ext cx="99746" cy="36626"/>
            </a:xfrm>
            <a:custGeom>
              <a:rect b="b" l="l" r="r" t="t"/>
              <a:pathLst>
                <a:path extrusionOk="0" h="1399" w="3810">
                  <a:moveTo>
                    <a:pt x="0" y="1"/>
                  </a:moveTo>
                  <a:lnTo>
                    <a:pt x="0" y="1399"/>
                  </a:lnTo>
                  <a:lnTo>
                    <a:pt x="3113" y="1399"/>
                  </a:lnTo>
                  <a:cubicBezTo>
                    <a:pt x="3497" y="1399"/>
                    <a:pt x="3810" y="1087"/>
                    <a:pt x="3810" y="702"/>
                  </a:cubicBezTo>
                  <a:cubicBezTo>
                    <a:pt x="3810" y="313"/>
                    <a:pt x="3497" y="1"/>
                    <a:pt x="311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0"/>
            <p:cNvSpPr/>
            <p:nvPr/>
          </p:nvSpPr>
          <p:spPr>
            <a:xfrm>
              <a:off x="4129460" y="3611426"/>
              <a:ext cx="97625" cy="19399"/>
            </a:xfrm>
            <a:custGeom>
              <a:rect b="b" l="l" r="r" t="t"/>
              <a:pathLst>
                <a:path extrusionOk="0" h="741" w="3729">
                  <a:moveTo>
                    <a:pt x="0" y="1"/>
                  </a:moveTo>
                  <a:lnTo>
                    <a:pt x="0" y="741"/>
                  </a:lnTo>
                  <a:lnTo>
                    <a:pt x="3113" y="741"/>
                  </a:lnTo>
                  <a:cubicBezTo>
                    <a:pt x="3368" y="741"/>
                    <a:pt x="3608" y="597"/>
                    <a:pt x="3728" y="371"/>
                  </a:cubicBezTo>
                  <a:cubicBezTo>
                    <a:pt x="3608" y="140"/>
                    <a:pt x="3368" y="1"/>
                    <a:pt x="3113"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0"/>
            <p:cNvSpPr/>
            <p:nvPr/>
          </p:nvSpPr>
          <p:spPr>
            <a:xfrm>
              <a:off x="4129460" y="3648025"/>
              <a:ext cx="74220" cy="28824"/>
            </a:xfrm>
            <a:custGeom>
              <a:rect b="b" l="l" r="r" t="t"/>
              <a:pathLst>
                <a:path extrusionOk="0" h="1101" w="2835">
                  <a:moveTo>
                    <a:pt x="0" y="1"/>
                  </a:moveTo>
                  <a:lnTo>
                    <a:pt x="0" y="1101"/>
                  </a:lnTo>
                  <a:lnTo>
                    <a:pt x="1907" y="1101"/>
                  </a:lnTo>
                  <a:cubicBezTo>
                    <a:pt x="2417" y="1101"/>
                    <a:pt x="2835" y="688"/>
                    <a:pt x="2835" y="179"/>
                  </a:cubicBezTo>
                  <a:lnTo>
                    <a:pt x="283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0"/>
            <p:cNvSpPr/>
            <p:nvPr/>
          </p:nvSpPr>
          <p:spPr>
            <a:xfrm>
              <a:off x="4159881" y="3363658"/>
              <a:ext cx="36390" cy="22803"/>
            </a:xfrm>
            <a:custGeom>
              <a:rect b="b" l="l" r="r" t="t"/>
              <a:pathLst>
                <a:path extrusionOk="0" h="871" w="1390">
                  <a:moveTo>
                    <a:pt x="1" y="1"/>
                  </a:moveTo>
                  <a:lnTo>
                    <a:pt x="1" y="871"/>
                  </a:lnTo>
                  <a:lnTo>
                    <a:pt x="1389" y="871"/>
                  </a:lnTo>
                  <a:lnTo>
                    <a:pt x="13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0"/>
            <p:cNvSpPr/>
            <p:nvPr/>
          </p:nvSpPr>
          <p:spPr>
            <a:xfrm>
              <a:off x="4159881" y="3363658"/>
              <a:ext cx="13875" cy="22803"/>
            </a:xfrm>
            <a:custGeom>
              <a:rect b="b" l="l" r="r" t="t"/>
              <a:pathLst>
                <a:path extrusionOk="0" h="871" w="530">
                  <a:moveTo>
                    <a:pt x="1" y="1"/>
                  </a:moveTo>
                  <a:lnTo>
                    <a:pt x="1" y="871"/>
                  </a:lnTo>
                  <a:lnTo>
                    <a:pt x="529" y="871"/>
                  </a:lnTo>
                  <a:lnTo>
                    <a:pt x="52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0"/>
            <p:cNvSpPr/>
            <p:nvPr/>
          </p:nvSpPr>
          <p:spPr>
            <a:xfrm>
              <a:off x="4043171" y="3696825"/>
              <a:ext cx="221378" cy="23038"/>
            </a:xfrm>
            <a:custGeom>
              <a:rect b="b" l="l" r="r" t="t"/>
              <a:pathLst>
                <a:path extrusionOk="0" h="880" w="8456">
                  <a:moveTo>
                    <a:pt x="428" y="1"/>
                  </a:moveTo>
                  <a:cubicBezTo>
                    <a:pt x="188" y="6"/>
                    <a:pt x="1" y="203"/>
                    <a:pt x="1" y="438"/>
                  </a:cubicBezTo>
                  <a:cubicBezTo>
                    <a:pt x="1" y="678"/>
                    <a:pt x="188" y="870"/>
                    <a:pt x="428" y="880"/>
                  </a:cubicBezTo>
                  <a:lnTo>
                    <a:pt x="8014" y="880"/>
                  </a:lnTo>
                  <a:cubicBezTo>
                    <a:pt x="8259" y="880"/>
                    <a:pt x="8456" y="683"/>
                    <a:pt x="8456" y="438"/>
                  </a:cubicBezTo>
                  <a:cubicBezTo>
                    <a:pt x="8456" y="198"/>
                    <a:pt x="8259" y="1"/>
                    <a:pt x="8014"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0"/>
            <p:cNvSpPr/>
            <p:nvPr/>
          </p:nvSpPr>
          <p:spPr>
            <a:xfrm>
              <a:off x="4084038" y="3696825"/>
              <a:ext cx="180642" cy="23038"/>
            </a:xfrm>
            <a:custGeom>
              <a:rect b="b" l="l" r="r" t="t"/>
              <a:pathLst>
                <a:path extrusionOk="0" h="880" w="6900">
                  <a:moveTo>
                    <a:pt x="424" y="1"/>
                  </a:moveTo>
                  <a:cubicBezTo>
                    <a:pt x="188" y="6"/>
                    <a:pt x="1" y="203"/>
                    <a:pt x="1" y="438"/>
                  </a:cubicBezTo>
                  <a:cubicBezTo>
                    <a:pt x="1" y="678"/>
                    <a:pt x="188" y="870"/>
                    <a:pt x="424" y="880"/>
                  </a:cubicBezTo>
                  <a:lnTo>
                    <a:pt x="6453" y="880"/>
                  </a:lnTo>
                  <a:cubicBezTo>
                    <a:pt x="6698" y="880"/>
                    <a:pt x="6895" y="683"/>
                    <a:pt x="6895" y="438"/>
                  </a:cubicBezTo>
                  <a:lnTo>
                    <a:pt x="6899" y="438"/>
                  </a:lnTo>
                  <a:cubicBezTo>
                    <a:pt x="6899" y="198"/>
                    <a:pt x="6698" y="1"/>
                    <a:pt x="645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0"/>
            <p:cNvSpPr/>
            <p:nvPr/>
          </p:nvSpPr>
          <p:spPr>
            <a:xfrm>
              <a:off x="4101029" y="3428951"/>
              <a:ext cx="30578" cy="26154"/>
            </a:xfrm>
            <a:custGeom>
              <a:rect b="b" l="l" r="r" t="t"/>
              <a:pathLst>
                <a:path extrusionOk="0" h="999" w="1168">
                  <a:moveTo>
                    <a:pt x="668" y="0"/>
                  </a:moveTo>
                  <a:cubicBezTo>
                    <a:pt x="221" y="0"/>
                    <a:pt x="0" y="538"/>
                    <a:pt x="313" y="851"/>
                  </a:cubicBezTo>
                  <a:cubicBezTo>
                    <a:pt x="415" y="953"/>
                    <a:pt x="541" y="999"/>
                    <a:pt x="664" y="999"/>
                  </a:cubicBezTo>
                  <a:cubicBezTo>
                    <a:pt x="922" y="999"/>
                    <a:pt x="1168" y="799"/>
                    <a:pt x="1168" y="500"/>
                  </a:cubicBezTo>
                  <a:cubicBezTo>
                    <a:pt x="1168" y="221"/>
                    <a:pt x="942" y="0"/>
                    <a:pt x="66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0"/>
            <p:cNvSpPr/>
            <p:nvPr/>
          </p:nvSpPr>
          <p:spPr>
            <a:xfrm>
              <a:off x="4082912" y="3627029"/>
              <a:ext cx="30604" cy="26180"/>
            </a:xfrm>
            <a:custGeom>
              <a:rect b="b" l="l" r="r" t="t"/>
              <a:pathLst>
                <a:path extrusionOk="0" h="1000" w="1169">
                  <a:moveTo>
                    <a:pt x="668" y="1"/>
                  </a:moveTo>
                  <a:cubicBezTo>
                    <a:pt x="226" y="1"/>
                    <a:pt x="1" y="539"/>
                    <a:pt x="318" y="851"/>
                  </a:cubicBezTo>
                  <a:cubicBezTo>
                    <a:pt x="419" y="953"/>
                    <a:pt x="543" y="999"/>
                    <a:pt x="666" y="999"/>
                  </a:cubicBezTo>
                  <a:cubicBezTo>
                    <a:pt x="922" y="999"/>
                    <a:pt x="1168" y="799"/>
                    <a:pt x="1168" y="500"/>
                  </a:cubicBezTo>
                  <a:cubicBezTo>
                    <a:pt x="1168" y="222"/>
                    <a:pt x="947" y="1"/>
                    <a:pt x="66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0"/>
            <p:cNvSpPr/>
            <p:nvPr/>
          </p:nvSpPr>
          <p:spPr>
            <a:xfrm>
              <a:off x="3988847" y="3358134"/>
              <a:ext cx="281121" cy="367279"/>
            </a:xfrm>
            <a:custGeom>
              <a:rect b="b" l="l" r="r" t="t"/>
              <a:pathLst>
                <a:path extrusionOk="0" h="14029" w="10738">
                  <a:moveTo>
                    <a:pt x="7716" y="419"/>
                  </a:moveTo>
                  <a:lnTo>
                    <a:pt x="7716" y="870"/>
                  </a:lnTo>
                  <a:lnTo>
                    <a:pt x="6745" y="870"/>
                  </a:lnTo>
                  <a:lnTo>
                    <a:pt x="6745" y="419"/>
                  </a:lnTo>
                  <a:close/>
                  <a:moveTo>
                    <a:pt x="8162" y="1288"/>
                  </a:moveTo>
                  <a:lnTo>
                    <a:pt x="8162" y="6299"/>
                  </a:lnTo>
                  <a:lnTo>
                    <a:pt x="6303" y="6299"/>
                  </a:lnTo>
                  <a:lnTo>
                    <a:pt x="6303" y="1288"/>
                  </a:lnTo>
                  <a:close/>
                  <a:moveTo>
                    <a:pt x="7019" y="6712"/>
                  </a:moveTo>
                  <a:lnTo>
                    <a:pt x="7019" y="7399"/>
                  </a:lnTo>
                  <a:lnTo>
                    <a:pt x="6659" y="7399"/>
                  </a:lnTo>
                  <a:lnTo>
                    <a:pt x="6659" y="6712"/>
                  </a:lnTo>
                  <a:close/>
                  <a:moveTo>
                    <a:pt x="7802" y="6712"/>
                  </a:moveTo>
                  <a:lnTo>
                    <a:pt x="7802" y="8148"/>
                  </a:lnTo>
                  <a:lnTo>
                    <a:pt x="7442" y="8148"/>
                  </a:lnTo>
                  <a:lnTo>
                    <a:pt x="7442" y="6712"/>
                  </a:lnTo>
                  <a:close/>
                  <a:moveTo>
                    <a:pt x="8484" y="9882"/>
                  </a:moveTo>
                  <a:cubicBezTo>
                    <a:pt x="8753" y="9882"/>
                    <a:pt x="8974" y="10103"/>
                    <a:pt x="8974" y="10377"/>
                  </a:cubicBezTo>
                  <a:cubicBezTo>
                    <a:pt x="8974" y="10646"/>
                    <a:pt x="8758" y="10867"/>
                    <a:pt x="8484" y="10867"/>
                  </a:cubicBezTo>
                  <a:lnTo>
                    <a:pt x="5578" y="10867"/>
                  </a:lnTo>
                  <a:lnTo>
                    <a:pt x="5578" y="9882"/>
                  </a:lnTo>
                  <a:close/>
                  <a:moveTo>
                    <a:pt x="7994" y="11285"/>
                  </a:moveTo>
                  <a:cubicBezTo>
                    <a:pt x="7975" y="11665"/>
                    <a:pt x="7663" y="11963"/>
                    <a:pt x="7278" y="11963"/>
                  </a:cubicBezTo>
                  <a:lnTo>
                    <a:pt x="5578" y="11963"/>
                  </a:lnTo>
                  <a:lnTo>
                    <a:pt x="5578" y="11285"/>
                  </a:lnTo>
                  <a:close/>
                  <a:moveTo>
                    <a:pt x="7163" y="12381"/>
                  </a:moveTo>
                  <a:lnTo>
                    <a:pt x="7163" y="12726"/>
                  </a:lnTo>
                  <a:lnTo>
                    <a:pt x="5578" y="12726"/>
                  </a:lnTo>
                  <a:lnTo>
                    <a:pt x="5578" y="12381"/>
                  </a:lnTo>
                  <a:close/>
                  <a:moveTo>
                    <a:pt x="6092" y="1"/>
                  </a:moveTo>
                  <a:cubicBezTo>
                    <a:pt x="5813" y="1"/>
                    <a:pt x="5813" y="419"/>
                    <a:pt x="6092" y="419"/>
                  </a:cubicBezTo>
                  <a:lnTo>
                    <a:pt x="6327" y="419"/>
                  </a:lnTo>
                  <a:lnTo>
                    <a:pt x="6327" y="870"/>
                  </a:lnTo>
                  <a:lnTo>
                    <a:pt x="6092" y="870"/>
                  </a:lnTo>
                  <a:cubicBezTo>
                    <a:pt x="5976" y="870"/>
                    <a:pt x="5880" y="966"/>
                    <a:pt x="5880" y="1082"/>
                  </a:cubicBezTo>
                  <a:lnTo>
                    <a:pt x="5880" y="1648"/>
                  </a:lnTo>
                  <a:lnTo>
                    <a:pt x="5371" y="1648"/>
                  </a:lnTo>
                  <a:cubicBezTo>
                    <a:pt x="4482" y="1648"/>
                    <a:pt x="3608" y="1869"/>
                    <a:pt x="2825" y="2287"/>
                  </a:cubicBezTo>
                  <a:cubicBezTo>
                    <a:pt x="2602" y="2393"/>
                    <a:pt x="2718" y="2690"/>
                    <a:pt x="2910" y="2690"/>
                  </a:cubicBezTo>
                  <a:cubicBezTo>
                    <a:pt x="2945" y="2690"/>
                    <a:pt x="2983" y="2680"/>
                    <a:pt x="3022" y="2657"/>
                  </a:cubicBezTo>
                  <a:cubicBezTo>
                    <a:pt x="3743" y="2268"/>
                    <a:pt x="4550" y="2066"/>
                    <a:pt x="5371" y="2066"/>
                  </a:cubicBezTo>
                  <a:lnTo>
                    <a:pt x="5880" y="2066"/>
                  </a:lnTo>
                  <a:lnTo>
                    <a:pt x="5880" y="4146"/>
                  </a:lnTo>
                  <a:lnTo>
                    <a:pt x="5371" y="4146"/>
                  </a:lnTo>
                  <a:cubicBezTo>
                    <a:pt x="3824" y="4146"/>
                    <a:pt x="2561" y="5372"/>
                    <a:pt x="2503" y="6914"/>
                  </a:cubicBezTo>
                  <a:cubicBezTo>
                    <a:pt x="2450" y="8451"/>
                    <a:pt x="3622" y="9762"/>
                    <a:pt x="5160" y="9878"/>
                  </a:cubicBezTo>
                  <a:lnTo>
                    <a:pt x="5160" y="11958"/>
                  </a:lnTo>
                  <a:cubicBezTo>
                    <a:pt x="3080" y="11871"/>
                    <a:pt x="1278" y="10493"/>
                    <a:pt x="649" y="8504"/>
                  </a:cubicBezTo>
                  <a:cubicBezTo>
                    <a:pt x="24" y="6520"/>
                    <a:pt x="706" y="4353"/>
                    <a:pt x="2359" y="3085"/>
                  </a:cubicBezTo>
                  <a:cubicBezTo>
                    <a:pt x="2528" y="2948"/>
                    <a:pt x="2398" y="2714"/>
                    <a:pt x="2228" y="2714"/>
                  </a:cubicBezTo>
                  <a:cubicBezTo>
                    <a:pt x="2189" y="2714"/>
                    <a:pt x="2149" y="2726"/>
                    <a:pt x="2109" y="2753"/>
                  </a:cubicBezTo>
                  <a:cubicBezTo>
                    <a:pt x="1465" y="3248"/>
                    <a:pt x="942" y="3877"/>
                    <a:pt x="577" y="4603"/>
                  </a:cubicBezTo>
                  <a:cubicBezTo>
                    <a:pt x="197" y="5347"/>
                    <a:pt x="0" y="6179"/>
                    <a:pt x="5" y="7014"/>
                  </a:cubicBezTo>
                  <a:cubicBezTo>
                    <a:pt x="5" y="9897"/>
                    <a:pt x="2282" y="12260"/>
                    <a:pt x="5160" y="12376"/>
                  </a:cubicBezTo>
                  <a:lnTo>
                    <a:pt x="5160" y="12731"/>
                  </a:lnTo>
                  <a:lnTo>
                    <a:pt x="2503" y="12731"/>
                  </a:lnTo>
                  <a:cubicBezTo>
                    <a:pt x="2143" y="12731"/>
                    <a:pt x="1855" y="13020"/>
                    <a:pt x="1855" y="13380"/>
                  </a:cubicBezTo>
                  <a:cubicBezTo>
                    <a:pt x="1855" y="13735"/>
                    <a:pt x="2143" y="14028"/>
                    <a:pt x="2503" y="14028"/>
                  </a:cubicBezTo>
                  <a:lnTo>
                    <a:pt x="10089" y="14028"/>
                  </a:lnTo>
                  <a:cubicBezTo>
                    <a:pt x="10449" y="14028"/>
                    <a:pt x="10737" y="13735"/>
                    <a:pt x="10737" y="13380"/>
                  </a:cubicBezTo>
                  <a:cubicBezTo>
                    <a:pt x="10737" y="13020"/>
                    <a:pt x="10449" y="12731"/>
                    <a:pt x="10089" y="12731"/>
                  </a:cubicBezTo>
                  <a:lnTo>
                    <a:pt x="10089" y="12726"/>
                  </a:lnTo>
                  <a:lnTo>
                    <a:pt x="9118" y="12726"/>
                  </a:lnTo>
                  <a:cubicBezTo>
                    <a:pt x="8840" y="12726"/>
                    <a:pt x="8840" y="13144"/>
                    <a:pt x="9118" y="13144"/>
                  </a:cubicBezTo>
                  <a:lnTo>
                    <a:pt x="10089" y="13144"/>
                  </a:lnTo>
                  <a:cubicBezTo>
                    <a:pt x="10401" y="13144"/>
                    <a:pt x="10401" y="13610"/>
                    <a:pt x="10089" y="13610"/>
                  </a:cubicBezTo>
                  <a:lnTo>
                    <a:pt x="2503" y="13610"/>
                  </a:lnTo>
                  <a:cubicBezTo>
                    <a:pt x="2191" y="13610"/>
                    <a:pt x="2191" y="13144"/>
                    <a:pt x="2503" y="13144"/>
                  </a:cubicBezTo>
                  <a:lnTo>
                    <a:pt x="8287" y="13144"/>
                  </a:lnTo>
                  <a:cubicBezTo>
                    <a:pt x="8561" y="13144"/>
                    <a:pt x="8561" y="12726"/>
                    <a:pt x="8287" y="12726"/>
                  </a:cubicBezTo>
                  <a:lnTo>
                    <a:pt x="7576" y="12726"/>
                  </a:lnTo>
                  <a:lnTo>
                    <a:pt x="7576" y="12342"/>
                  </a:lnTo>
                  <a:cubicBezTo>
                    <a:pt x="8057" y="12208"/>
                    <a:pt x="8393" y="11780"/>
                    <a:pt x="8407" y="11285"/>
                  </a:cubicBezTo>
                  <a:lnTo>
                    <a:pt x="8484" y="11285"/>
                  </a:lnTo>
                  <a:cubicBezTo>
                    <a:pt x="8984" y="11285"/>
                    <a:pt x="9392" y="10877"/>
                    <a:pt x="9392" y="10377"/>
                  </a:cubicBezTo>
                  <a:cubicBezTo>
                    <a:pt x="9392" y="9873"/>
                    <a:pt x="8984" y="9469"/>
                    <a:pt x="8484" y="9469"/>
                  </a:cubicBezTo>
                  <a:lnTo>
                    <a:pt x="5371" y="9469"/>
                  </a:lnTo>
                  <a:cubicBezTo>
                    <a:pt x="4016" y="9469"/>
                    <a:pt x="2916" y="8369"/>
                    <a:pt x="2916" y="7014"/>
                  </a:cubicBezTo>
                  <a:cubicBezTo>
                    <a:pt x="2916" y="5660"/>
                    <a:pt x="4016" y="4560"/>
                    <a:pt x="5371" y="4560"/>
                  </a:cubicBezTo>
                  <a:lnTo>
                    <a:pt x="5885" y="4560"/>
                  </a:lnTo>
                  <a:lnTo>
                    <a:pt x="5885" y="6505"/>
                  </a:lnTo>
                  <a:cubicBezTo>
                    <a:pt x="5885" y="6621"/>
                    <a:pt x="5976" y="6712"/>
                    <a:pt x="6092" y="6712"/>
                  </a:cubicBezTo>
                  <a:lnTo>
                    <a:pt x="6245" y="6712"/>
                  </a:lnTo>
                  <a:lnTo>
                    <a:pt x="6245" y="7605"/>
                  </a:lnTo>
                  <a:cubicBezTo>
                    <a:pt x="6245" y="7721"/>
                    <a:pt x="6337" y="7812"/>
                    <a:pt x="6452" y="7812"/>
                  </a:cubicBezTo>
                  <a:lnTo>
                    <a:pt x="7024" y="7812"/>
                  </a:lnTo>
                  <a:lnTo>
                    <a:pt x="7024" y="8355"/>
                  </a:lnTo>
                  <a:cubicBezTo>
                    <a:pt x="7024" y="8470"/>
                    <a:pt x="7115" y="8561"/>
                    <a:pt x="7230" y="8561"/>
                  </a:cubicBezTo>
                  <a:lnTo>
                    <a:pt x="8009" y="8561"/>
                  </a:lnTo>
                  <a:cubicBezTo>
                    <a:pt x="8124" y="8561"/>
                    <a:pt x="8215" y="8470"/>
                    <a:pt x="8215" y="8355"/>
                  </a:cubicBezTo>
                  <a:lnTo>
                    <a:pt x="8215" y="6712"/>
                  </a:lnTo>
                  <a:lnTo>
                    <a:pt x="8369" y="6712"/>
                  </a:lnTo>
                  <a:cubicBezTo>
                    <a:pt x="8484" y="6712"/>
                    <a:pt x="8575" y="6621"/>
                    <a:pt x="8575" y="6505"/>
                  </a:cubicBezTo>
                  <a:lnTo>
                    <a:pt x="8575" y="1082"/>
                  </a:lnTo>
                  <a:cubicBezTo>
                    <a:pt x="8575" y="966"/>
                    <a:pt x="8484" y="870"/>
                    <a:pt x="8369" y="870"/>
                  </a:cubicBezTo>
                  <a:lnTo>
                    <a:pt x="8133" y="870"/>
                  </a:lnTo>
                  <a:lnTo>
                    <a:pt x="8133" y="419"/>
                  </a:lnTo>
                  <a:lnTo>
                    <a:pt x="8369" y="419"/>
                  </a:lnTo>
                  <a:cubicBezTo>
                    <a:pt x="8648" y="419"/>
                    <a:pt x="8648" y="1"/>
                    <a:pt x="8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0"/>
            <p:cNvSpPr/>
            <p:nvPr/>
          </p:nvSpPr>
          <p:spPr>
            <a:xfrm>
              <a:off x="4093725" y="3423453"/>
              <a:ext cx="43302" cy="37097"/>
            </a:xfrm>
            <a:custGeom>
              <a:rect b="b" l="l" r="r" t="t"/>
              <a:pathLst>
                <a:path extrusionOk="0" h="1417" w="1654">
                  <a:moveTo>
                    <a:pt x="950" y="416"/>
                  </a:moveTo>
                  <a:cubicBezTo>
                    <a:pt x="1022" y="416"/>
                    <a:pt x="1095" y="443"/>
                    <a:pt x="1154" y="503"/>
                  </a:cubicBezTo>
                  <a:cubicBezTo>
                    <a:pt x="1336" y="686"/>
                    <a:pt x="1207" y="998"/>
                    <a:pt x="947" y="998"/>
                  </a:cubicBezTo>
                  <a:cubicBezTo>
                    <a:pt x="784" y="998"/>
                    <a:pt x="654" y="868"/>
                    <a:pt x="654" y="710"/>
                  </a:cubicBezTo>
                  <a:cubicBezTo>
                    <a:pt x="654" y="534"/>
                    <a:pt x="799" y="416"/>
                    <a:pt x="950" y="416"/>
                  </a:cubicBezTo>
                  <a:close/>
                  <a:moveTo>
                    <a:pt x="945" y="0"/>
                  </a:moveTo>
                  <a:cubicBezTo>
                    <a:pt x="771" y="0"/>
                    <a:pt x="593" y="65"/>
                    <a:pt x="448" y="210"/>
                  </a:cubicBezTo>
                  <a:cubicBezTo>
                    <a:pt x="1" y="652"/>
                    <a:pt x="318" y="1416"/>
                    <a:pt x="947" y="1416"/>
                  </a:cubicBezTo>
                  <a:cubicBezTo>
                    <a:pt x="1336" y="1416"/>
                    <a:pt x="1653" y="1099"/>
                    <a:pt x="1653" y="710"/>
                  </a:cubicBezTo>
                  <a:cubicBezTo>
                    <a:pt x="1653" y="282"/>
                    <a:pt x="1307" y="0"/>
                    <a:pt x="9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0"/>
            <p:cNvSpPr/>
            <p:nvPr/>
          </p:nvSpPr>
          <p:spPr>
            <a:xfrm>
              <a:off x="4075634" y="3621505"/>
              <a:ext cx="43406" cy="37123"/>
            </a:xfrm>
            <a:custGeom>
              <a:rect b="b" l="l" r="r" t="t"/>
              <a:pathLst>
                <a:path extrusionOk="0" h="1418" w="1658">
                  <a:moveTo>
                    <a:pt x="951" y="419"/>
                  </a:moveTo>
                  <a:cubicBezTo>
                    <a:pt x="1022" y="419"/>
                    <a:pt x="1094" y="446"/>
                    <a:pt x="1153" y="505"/>
                  </a:cubicBezTo>
                  <a:cubicBezTo>
                    <a:pt x="1336" y="687"/>
                    <a:pt x="1206" y="999"/>
                    <a:pt x="946" y="999"/>
                  </a:cubicBezTo>
                  <a:cubicBezTo>
                    <a:pt x="788" y="999"/>
                    <a:pt x="658" y="870"/>
                    <a:pt x="658" y="711"/>
                  </a:cubicBezTo>
                  <a:cubicBezTo>
                    <a:pt x="658" y="536"/>
                    <a:pt x="801" y="419"/>
                    <a:pt x="951" y="419"/>
                  </a:cubicBezTo>
                  <a:close/>
                  <a:moveTo>
                    <a:pt x="942" y="0"/>
                  </a:moveTo>
                  <a:cubicBezTo>
                    <a:pt x="768" y="0"/>
                    <a:pt x="591" y="64"/>
                    <a:pt x="447" y="207"/>
                  </a:cubicBezTo>
                  <a:cubicBezTo>
                    <a:pt x="0" y="654"/>
                    <a:pt x="317" y="1417"/>
                    <a:pt x="946" y="1417"/>
                  </a:cubicBezTo>
                  <a:cubicBezTo>
                    <a:pt x="1340" y="1417"/>
                    <a:pt x="1657" y="1100"/>
                    <a:pt x="1657" y="711"/>
                  </a:cubicBezTo>
                  <a:cubicBezTo>
                    <a:pt x="1657" y="282"/>
                    <a:pt x="1307" y="0"/>
                    <a:pt x="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80"/>
          <p:cNvGrpSpPr/>
          <p:nvPr/>
        </p:nvGrpSpPr>
        <p:grpSpPr>
          <a:xfrm>
            <a:off x="3951620" y="2906032"/>
            <a:ext cx="370290" cy="366729"/>
            <a:chOff x="3951620" y="2906032"/>
            <a:chExt cx="370290" cy="366729"/>
          </a:xfrm>
        </p:grpSpPr>
        <p:sp>
          <p:nvSpPr>
            <p:cNvPr id="8753" name="Google Shape;8753;p80"/>
            <p:cNvSpPr/>
            <p:nvPr/>
          </p:nvSpPr>
          <p:spPr>
            <a:xfrm>
              <a:off x="3957641" y="2911398"/>
              <a:ext cx="358352" cy="355865"/>
            </a:xfrm>
            <a:custGeom>
              <a:rect b="b" l="l" r="r" t="t"/>
              <a:pathLst>
                <a:path extrusionOk="0" h="13593" w="13688">
                  <a:moveTo>
                    <a:pt x="11165" y="1"/>
                  </a:moveTo>
                  <a:cubicBezTo>
                    <a:pt x="11041" y="1"/>
                    <a:pt x="10916" y="49"/>
                    <a:pt x="10820" y="145"/>
                  </a:cubicBezTo>
                  <a:lnTo>
                    <a:pt x="193" y="10771"/>
                  </a:lnTo>
                  <a:cubicBezTo>
                    <a:pt x="1" y="10964"/>
                    <a:pt x="1" y="11271"/>
                    <a:pt x="193" y="11458"/>
                  </a:cubicBezTo>
                  <a:lnTo>
                    <a:pt x="2182" y="13452"/>
                  </a:lnTo>
                  <a:cubicBezTo>
                    <a:pt x="2276" y="13546"/>
                    <a:pt x="2400" y="13593"/>
                    <a:pt x="2525" y="13593"/>
                  </a:cubicBezTo>
                  <a:cubicBezTo>
                    <a:pt x="2650" y="13593"/>
                    <a:pt x="2775" y="13546"/>
                    <a:pt x="2869" y="13452"/>
                  </a:cubicBezTo>
                  <a:lnTo>
                    <a:pt x="13500" y="2821"/>
                  </a:lnTo>
                  <a:cubicBezTo>
                    <a:pt x="13688" y="2633"/>
                    <a:pt x="13688" y="2326"/>
                    <a:pt x="13500" y="2134"/>
                  </a:cubicBezTo>
                  <a:lnTo>
                    <a:pt x="11511" y="145"/>
                  </a:lnTo>
                  <a:cubicBezTo>
                    <a:pt x="11415" y="49"/>
                    <a:pt x="11290" y="1"/>
                    <a:pt x="11165"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0"/>
            <p:cNvSpPr/>
            <p:nvPr/>
          </p:nvSpPr>
          <p:spPr>
            <a:xfrm>
              <a:off x="3951620" y="2906032"/>
              <a:ext cx="370290" cy="366729"/>
            </a:xfrm>
            <a:custGeom>
              <a:rect b="b" l="l" r="r" t="t"/>
              <a:pathLst>
                <a:path extrusionOk="0" h="14008" w="14144">
                  <a:moveTo>
                    <a:pt x="11386" y="0"/>
                  </a:moveTo>
                  <a:cubicBezTo>
                    <a:pt x="11208" y="0"/>
                    <a:pt x="11030" y="69"/>
                    <a:pt x="10896" y="206"/>
                  </a:cubicBezTo>
                  <a:lnTo>
                    <a:pt x="264" y="10832"/>
                  </a:lnTo>
                  <a:cubicBezTo>
                    <a:pt x="0" y="11106"/>
                    <a:pt x="5" y="11543"/>
                    <a:pt x="274" y="11812"/>
                  </a:cubicBezTo>
                  <a:lnTo>
                    <a:pt x="2263" y="13806"/>
                  </a:lnTo>
                  <a:cubicBezTo>
                    <a:pt x="2400" y="13940"/>
                    <a:pt x="2578" y="14008"/>
                    <a:pt x="2755" y="14008"/>
                  </a:cubicBezTo>
                  <a:cubicBezTo>
                    <a:pt x="2933" y="14008"/>
                    <a:pt x="3111" y="13940"/>
                    <a:pt x="3248" y="13806"/>
                  </a:cubicBezTo>
                  <a:lnTo>
                    <a:pt x="11833" y="5221"/>
                  </a:lnTo>
                  <a:cubicBezTo>
                    <a:pt x="11970" y="5069"/>
                    <a:pt x="11835" y="4869"/>
                    <a:pt x="11676" y="4869"/>
                  </a:cubicBezTo>
                  <a:cubicBezTo>
                    <a:pt x="11629" y="4869"/>
                    <a:pt x="11580" y="4886"/>
                    <a:pt x="11535" y="4928"/>
                  </a:cubicBezTo>
                  <a:lnTo>
                    <a:pt x="2950" y="13508"/>
                  </a:lnTo>
                  <a:cubicBezTo>
                    <a:pt x="2897" y="13561"/>
                    <a:pt x="2826" y="13587"/>
                    <a:pt x="2755" y="13587"/>
                  </a:cubicBezTo>
                  <a:cubicBezTo>
                    <a:pt x="2684" y="13587"/>
                    <a:pt x="2614" y="13561"/>
                    <a:pt x="2561" y="13508"/>
                  </a:cubicBezTo>
                  <a:lnTo>
                    <a:pt x="572" y="11519"/>
                  </a:lnTo>
                  <a:cubicBezTo>
                    <a:pt x="461" y="11409"/>
                    <a:pt x="461" y="11236"/>
                    <a:pt x="572" y="11125"/>
                  </a:cubicBezTo>
                  <a:lnTo>
                    <a:pt x="884" y="10808"/>
                  </a:lnTo>
                  <a:lnTo>
                    <a:pt x="1384" y="11308"/>
                  </a:lnTo>
                  <a:cubicBezTo>
                    <a:pt x="1428" y="11348"/>
                    <a:pt x="1476" y="11365"/>
                    <a:pt x="1522" y="11365"/>
                  </a:cubicBezTo>
                  <a:cubicBezTo>
                    <a:pt x="1681" y="11365"/>
                    <a:pt x="1815" y="11163"/>
                    <a:pt x="1677" y="11010"/>
                  </a:cubicBezTo>
                  <a:lnTo>
                    <a:pt x="1182" y="10515"/>
                  </a:lnTo>
                  <a:lnTo>
                    <a:pt x="1850" y="9843"/>
                  </a:lnTo>
                  <a:lnTo>
                    <a:pt x="2345" y="10342"/>
                  </a:lnTo>
                  <a:cubicBezTo>
                    <a:pt x="2389" y="10382"/>
                    <a:pt x="2437" y="10399"/>
                    <a:pt x="2483" y="10399"/>
                  </a:cubicBezTo>
                  <a:cubicBezTo>
                    <a:pt x="2644" y="10399"/>
                    <a:pt x="2780" y="10197"/>
                    <a:pt x="2642" y="10044"/>
                  </a:cubicBezTo>
                  <a:lnTo>
                    <a:pt x="2148" y="9550"/>
                  </a:lnTo>
                  <a:lnTo>
                    <a:pt x="2815" y="8877"/>
                  </a:lnTo>
                  <a:lnTo>
                    <a:pt x="3589" y="9655"/>
                  </a:lnTo>
                  <a:cubicBezTo>
                    <a:pt x="3635" y="9701"/>
                    <a:pt x="3687" y="9720"/>
                    <a:pt x="3736" y="9720"/>
                  </a:cubicBezTo>
                  <a:cubicBezTo>
                    <a:pt x="3900" y="9720"/>
                    <a:pt x="4038" y="9509"/>
                    <a:pt x="3887" y="9357"/>
                  </a:cubicBezTo>
                  <a:lnTo>
                    <a:pt x="3113" y="8584"/>
                  </a:lnTo>
                  <a:lnTo>
                    <a:pt x="3781" y="7911"/>
                  </a:lnTo>
                  <a:lnTo>
                    <a:pt x="4276" y="8411"/>
                  </a:lnTo>
                  <a:cubicBezTo>
                    <a:pt x="4322" y="8458"/>
                    <a:pt x="4373" y="8478"/>
                    <a:pt x="4423" y="8478"/>
                  </a:cubicBezTo>
                  <a:cubicBezTo>
                    <a:pt x="4586" y="8478"/>
                    <a:pt x="4728" y="8264"/>
                    <a:pt x="4574" y="8113"/>
                  </a:cubicBezTo>
                  <a:lnTo>
                    <a:pt x="4079" y="7618"/>
                  </a:lnTo>
                  <a:lnTo>
                    <a:pt x="4747" y="6946"/>
                  </a:lnTo>
                  <a:lnTo>
                    <a:pt x="5241" y="7445"/>
                  </a:lnTo>
                  <a:cubicBezTo>
                    <a:pt x="5287" y="7491"/>
                    <a:pt x="5338" y="7510"/>
                    <a:pt x="5387" y="7510"/>
                  </a:cubicBezTo>
                  <a:cubicBezTo>
                    <a:pt x="5550" y="7510"/>
                    <a:pt x="5691" y="7299"/>
                    <a:pt x="5539" y="7148"/>
                  </a:cubicBezTo>
                  <a:lnTo>
                    <a:pt x="5044" y="6653"/>
                  </a:lnTo>
                  <a:lnTo>
                    <a:pt x="5712" y="5985"/>
                  </a:lnTo>
                  <a:lnTo>
                    <a:pt x="6207" y="6480"/>
                  </a:lnTo>
                  <a:cubicBezTo>
                    <a:pt x="6251" y="6520"/>
                    <a:pt x="6300" y="6537"/>
                    <a:pt x="6346" y="6537"/>
                  </a:cubicBezTo>
                  <a:cubicBezTo>
                    <a:pt x="6506" y="6537"/>
                    <a:pt x="6643" y="6335"/>
                    <a:pt x="6505" y="6182"/>
                  </a:cubicBezTo>
                  <a:lnTo>
                    <a:pt x="6005" y="5687"/>
                  </a:lnTo>
                  <a:lnTo>
                    <a:pt x="6678" y="5019"/>
                  </a:lnTo>
                  <a:lnTo>
                    <a:pt x="7451" y="5793"/>
                  </a:lnTo>
                  <a:cubicBezTo>
                    <a:pt x="7498" y="5844"/>
                    <a:pt x="7551" y="5865"/>
                    <a:pt x="7603" y="5865"/>
                  </a:cubicBezTo>
                  <a:cubicBezTo>
                    <a:pt x="7769" y="5865"/>
                    <a:pt x="7914" y="5645"/>
                    <a:pt x="7749" y="5495"/>
                  </a:cubicBezTo>
                  <a:lnTo>
                    <a:pt x="6976" y="4722"/>
                  </a:lnTo>
                  <a:lnTo>
                    <a:pt x="7643" y="4054"/>
                  </a:lnTo>
                  <a:lnTo>
                    <a:pt x="8138" y="4549"/>
                  </a:lnTo>
                  <a:cubicBezTo>
                    <a:pt x="8184" y="4593"/>
                    <a:pt x="8235" y="4612"/>
                    <a:pt x="8283" y="4612"/>
                  </a:cubicBezTo>
                  <a:cubicBezTo>
                    <a:pt x="8445" y="4612"/>
                    <a:pt x="8584" y="4406"/>
                    <a:pt x="8436" y="4251"/>
                  </a:cubicBezTo>
                  <a:lnTo>
                    <a:pt x="7941" y="3756"/>
                  </a:lnTo>
                  <a:lnTo>
                    <a:pt x="8604" y="3088"/>
                  </a:lnTo>
                  <a:lnTo>
                    <a:pt x="9099" y="3583"/>
                  </a:lnTo>
                  <a:cubicBezTo>
                    <a:pt x="9144" y="3623"/>
                    <a:pt x="9193" y="3640"/>
                    <a:pt x="9240" y="3640"/>
                  </a:cubicBezTo>
                  <a:cubicBezTo>
                    <a:pt x="9399" y="3640"/>
                    <a:pt x="9534" y="3442"/>
                    <a:pt x="9397" y="3290"/>
                  </a:cubicBezTo>
                  <a:lnTo>
                    <a:pt x="8902" y="2790"/>
                  </a:lnTo>
                  <a:lnTo>
                    <a:pt x="9570" y="2123"/>
                  </a:lnTo>
                  <a:lnTo>
                    <a:pt x="10065" y="2617"/>
                  </a:lnTo>
                  <a:cubicBezTo>
                    <a:pt x="10110" y="2659"/>
                    <a:pt x="10159" y="2677"/>
                    <a:pt x="10206" y="2677"/>
                  </a:cubicBezTo>
                  <a:cubicBezTo>
                    <a:pt x="10365" y="2677"/>
                    <a:pt x="10500" y="2476"/>
                    <a:pt x="10363" y="2324"/>
                  </a:cubicBezTo>
                  <a:lnTo>
                    <a:pt x="9863" y="1825"/>
                  </a:lnTo>
                  <a:lnTo>
                    <a:pt x="10535" y="1157"/>
                  </a:lnTo>
                  <a:lnTo>
                    <a:pt x="11309" y="1935"/>
                  </a:lnTo>
                  <a:cubicBezTo>
                    <a:pt x="11353" y="1975"/>
                    <a:pt x="11401" y="1992"/>
                    <a:pt x="11448" y="1992"/>
                  </a:cubicBezTo>
                  <a:cubicBezTo>
                    <a:pt x="11608" y="1992"/>
                    <a:pt x="11745" y="1790"/>
                    <a:pt x="11607" y="1637"/>
                  </a:cubicBezTo>
                  <a:lnTo>
                    <a:pt x="10829" y="864"/>
                  </a:lnTo>
                  <a:lnTo>
                    <a:pt x="11189" y="504"/>
                  </a:lnTo>
                  <a:cubicBezTo>
                    <a:pt x="11244" y="448"/>
                    <a:pt x="11315" y="421"/>
                    <a:pt x="11386" y="421"/>
                  </a:cubicBezTo>
                  <a:cubicBezTo>
                    <a:pt x="11457" y="421"/>
                    <a:pt x="11528" y="448"/>
                    <a:pt x="11583" y="504"/>
                  </a:cubicBezTo>
                  <a:lnTo>
                    <a:pt x="13572" y="2492"/>
                  </a:lnTo>
                  <a:cubicBezTo>
                    <a:pt x="13682" y="2598"/>
                    <a:pt x="13682" y="2776"/>
                    <a:pt x="13572" y="2882"/>
                  </a:cubicBezTo>
                  <a:lnTo>
                    <a:pt x="12130" y="4323"/>
                  </a:lnTo>
                  <a:cubicBezTo>
                    <a:pt x="11979" y="4477"/>
                    <a:pt x="12119" y="4686"/>
                    <a:pt x="12282" y="4686"/>
                  </a:cubicBezTo>
                  <a:cubicBezTo>
                    <a:pt x="12331" y="4686"/>
                    <a:pt x="12382" y="4667"/>
                    <a:pt x="12428" y="4621"/>
                  </a:cubicBezTo>
                  <a:lnTo>
                    <a:pt x="13870" y="3179"/>
                  </a:lnTo>
                  <a:cubicBezTo>
                    <a:pt x="14143" y="2910"/>
                    <a:pt x="14143" y="2468"/>
                    <a:pt x="13870" y="2195"/>
                  </a:cubicBezTo>
                  <a:lnTo>
                    <a:pt x="11881" y="206"/>
                  </a:lnTo>
                  <a:cubicBezTo>
                    <a:pt x="11744" y="69"/>
                    <a:pt x="11565" y="0"/>
                    <a:pt x="11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80"/>
          <p:cNvGrpSpPr/>
          <p:nvPr/>
        </p:nvGrpSpPr>
        <p:grpSpPr>
          <a:xfrm>
            <a:off x="2145304" y="3358605"/>
            <a:ext cx="404245" cy="388433"/>
            <a:chOff x="2145304" y="3358605"/>
            <a:chExt cx="404245" cy="388433"/>
          </a:xfrm>
        </p:grpSpPr>
        <p:sp>
          <p:nvSpPr>
            <p:cNvPr id="8756" name="Google Shape;8756;p80"/>
            <p:cNvSpPr/>
            <p:nvPr/>
          </p:nvSpPr>
          <p:spPr>
            <a:xfrm>
              <a:off x="2145304" y="3364312"/>
              <a:ext cx="398460" cy="377018"/>
            </a:xfrm>
            <a:custGeom>
              <a:rect b="b" l="l" r="r" t="t"/>
              <a:pathLst>
                <a:path extrusionOk="0" h="14401" w="15220">
                  <a:moveTo>
                    <a:pt x="11130" y="0"/>
                  </a:moveTo>
                  <a:cubicBezTo>
                    <a:pt x="8419" y="0"/>
                    <a:pt x="5762" y="1064"/>
                    <a:pt x="3776" y="3046"/>
                  </a:cubicBezTo>
                  <a:cubicBezTo>
                    <a:pt x="956" y="5866"/>
                    <a:pt x="0" y="10055"/>
                    <a:pt x="1317" y="13821"/>
                  </a:cubicBezTo>
                  <a:cubicBezTo>
                    <a:pt x="2431" y="14209"/>
                    <a:pt x="3588" y="14400"/>
                    <a:pt x="4739" y="14400"/>
                  </a:cubicBezTo>
                  <a:cubicBezTo>
                    <a:pt x="6724" y="14400"/>
                    <a:pt x="8691" y="13832"/>
                    <a:pt x="10396" y="12726"/>
                  </a:cubicBezTo>
                  <a:cubicBezTo>
                    <a:pt x="13091" y="10982"/>
                    <a:pt x="14826" y="8085"/>
                    <a:pt x="15100" y="4881"/>
                  </a:cubicBezTo>
                  <a:cubicBezTo>
                    <a:pt x="15220" y="3425"/>
                    <a:pt x="15032" y="1965"/>
                    <a:pt x="14552" y="581"/>
                  </a:cubicBezTo>
                  <a:cubicBezTo>
                    <a:pt x="13433" y="190"/>
                    <a:pt x="12277" y="0"/>
                    <a:pt x="1113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0"/>
            <p:cNvSpPr/>
            <p:nvPr/>
          </p:nvSpPr>
          <p:spPr>
            <a:xfrm>
              <a:off x="2145304" y="3364286"/>
              <a:ext cx="380971" cy="361755"/>
            </a:xfrm>
            <a:custGeom>
              <a:rect b="b" l="l" r="r" t="t"/>
              <a:pathLst>
                <a:path extrusionOk="0" h="13818" w="14552">
                  <a:moveTo>
                    <a:pt x="11125" y="0"/>
                  </a:moveTo>
                  <a:cubicBezTo>
                    <a:pt x="8415" y="0"/>
                    <a:pt x="5760" y="1061"/>
                    <a:pt x="3776" y="3042"/>
                  </a:cubicBezTo>
                  <a:cubicBezTo>
                    <a:pt x="956" y="5862"/>
                    <a:pt x="0" y="10051"/>
                    <a:pt x="1317" y="13817"/>
                  </a:cubicBezTo>
                  <a:cubicBezTo>
                    <a:pt x="1307" y="12900"/>
                    <a:pt x="1542" y="11853"/>
                    <a:pt x="1999" y="10738"/>
                  </a:cubicBezTo>
                  <a:cubicBezTo>
                    <a:pt x="2186" y="10277"/>
                    <a:pt x="2402" y="9825"/>
                    <a:pt x="2643" y="9388"/>
                  </a:cubicBezTo>
                  <a:cubicBezTo>
                    <a:pt x="3416" y="7971"/>
                    <a:pt x="4511" y="6506"/>
                    <a:pt x="5876" y="5141"/>
                  </a:cubicBezTo>
                  <a:cubicBezTo>
                    <a:pt x="7245" y="3772"/>
                    <a:pt x="8710" y="2682"/>
                    <a:pt x="10127" y="1908"/>
                  </a:cubicBezTo>
                  <a:cubicBezTo>
                    <a:pt x="10564" y="1668"/>
                    <a:pt x="11011" y="1452"/>
                    <a:pt x="11472" y="1260"/>
                  </a:cubicBezTo>
                  <a:cubicBezTo>
                    <a:pt x="12555" y="816"/>
                    <a:pt x="13578" y="582"/>
                    <a:pt x="14472" y="582"/>
                  </a:cubicBezTo>
                  <a:cubicBezTo>
                    <a:pt x="14499" y="582"/>
                    <a:pt x="14525" y="582"/>
                    <a:pt x="14552" y="582"/>
                  </a:cubicBezTo>
                  <a:cubicBezTo>
                    <a:pt x="13431" y="191"/>
                    <a:pt x="12273" y="0"/>
                    <a:pt x="1112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0"/>
            <p:cNvSpPr/>
            <p:nvPr/>
          </p:nvSpPr>
          <p:spPr>
            <a:xfrm>
              <a:off x="2369039" y="3365307"/>
              <a:ext cx="171584" cy="171584"/>
            </a:xfrm>
            <a:custGeom>
              <a:rect b="b" l="l" r="r" t="t"/>
              <a:pathLst>
                <a:path extrusionOk="0" h="6554" w="6554">
                  <a:moveTo>
                    <a:pt x="1706" y="0"/>
                  </a:moveTo>
                  <a:cubicBezTo>
                    <a:pt x="1130" y="48"/>
                    <a:pt x="558" y="145"/>
                    <a:pt x="1" y="289"/>
                  </a:cubicBezTo>
                  <a:lnTo>
                    <a:pt x="6265" y="6553"/>
                  </a:lnTo>
                  <a:cubicBezTo>
                    <a:pt x="6409" y="5991"/>
                    <a:pt x="6505" y="5419"/>
                    <a:pt x="6554" y="4843"/>
                  </a:cubicBezTo>
                  <a:lnTo>
                    <a:pt x="1706"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0"/>
            <p:cNvSpPr/>
            <p:nvPr/>
          </p:nvSpPr>
          <p:spPr>
            <a:xfrm>
              <a:off x="2165541" y="3568674"/>
              <a:ext cx="171584" cy="171584"/>
            </a:xfrm>
            <a:custGeom>
              <a:rect b="b" l="l" r="r" t="t"/>
              <a:pathLst>
                <a:path extrusionOk="0" h="6554" w="6554">
                  <a:moveTo>
                    <a:pt x="289" y="1"/>
                  </a:moveTo>
                  <a:cubicBezTo>
                    <a:pt x="145" y="563"/>
                    <a:pt x="49" y="1134"/>
                    <a:pt x="1" y="1711"/>
                  </a:cubicBezTo>
                  <a:lnTo>
                    <a:pt x="1226" y="2931"/>
                  </a:lnTo>
                  <a:lnTo>
                    <a:pt x="4848" y="6553"/>
                  </a:lnTo>
                  <a:cubicBezTo>
                    <a:pt x="5420" y="6505"/>
                    <a:pt x="5991" y="6409"/>
                    <a:pt x="6554" y="6270"/>
                  </a:cubicBezTo>
                  <a:lnTo>
                    <a:pt x="1870" y="1581"/>
                  </a:lnTo>
                  <a:lnTo>
                    <a:pt x="2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0"/>
            <p:cNvSpPr/>
            <p:nvPr/>
          </p:nvSpPr>
          <p:spPr>
            <a:xfrm>
              <a:off x="2369039" y="3365307"/>
              <a:ext cx="76629" cy="48957"/>
            </a:xfrm>
            <a:custGeom>
              <a:rect b="b" l="l" r="r" t="t"/>
              <a:pathLst>
                <a:path extrusionOk="0" h="1870" w="2927">
                  <a:moveTo>
                    <a:pt x="1706" y="0"/>
                  </a:moveTo>
                  <a:cubicBezTo>
                    <a:pt x="1130" y="48"/>
                    <a:pt x="558" y="145"/>
                    <a:pt x="1" y="289"/>
                  </a:cubicBezTo>
                  <a:lnTo>
                    <a:pt x="1581" y="1869"/>
                  </a:lnTo>
                  <a:cubicBezTo>
                    <a:pt x="2018" y="1629"/>
                    <a:pt x="2465" y="1413"/>
                    <a:pt x="2926" y="1221"/>
                  </a:cubicBezTo>
                  <a:lnTo>
                    <a:pt x="1706"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0"/>
            <p:cNvSpPr/>
            <p:nvPr/>
          </p:nvSpPr>
          <p:spPr>
            <a:xfrm>
              <a:off x="2264685" y="3468849"/>
              <a:ext cx="176689" cy="167840"/>
            </a:xfrm>
            <a:custGeom>
              <a:rect b="b" l="l" r="r" t="t"/>
              <a:pathLst>
                <a:path extrusionOk="0" h="6411" w="6749">
                  <a:moveTo>
                    <a:pt x="6142" y="1"/>
                  </a:moveTo>
                  <a:cubicBezTo>
                    <a:pt x="6044" y="1"/>
                    <a:pt x="5943" y="37"/>
                    <a:pt x="5851" y="124"/>
                  </a:cubicBezTo>
                  <a:lnTo>
                    <a:pt x="297" y="5682"/>
                  </a:lnTo>
                  <a:cubicBezTo>
                    <a:pt x="1" y="5994"/>
                    <a:pt x="282" y="6411"/>
                    <a:pt x="609" y="6411"/>
                  </a:cubicBezTo>
                  <a:cubicBezTo>
                    <a:pt x="706" y="6411"/>
                    <a:pt x="807" y="6374"/>
                    <a:pt x="898" y="6288"/>
                  </a:cubicBezTo>
                  <a:lnTo>
                    <a:pt x="6456" y="729"/>
                  </a:lnTo>
                  <a:cubicBezTo>
                    <a:pt x="6749" y="418"/>
                    <a:pt x="6470" y="1"/>
                    <a:pt x="614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0"/>
            <p:cNvSpPr/>
            <p:nvPr/>
          </p:nvSpPr>
          <p:spPr>
            <a:xfrm>
              <a:off x="2263402" y="3463430"/>
              <a:ext cx="180616" cy="179071"/>
            </a:xfrm>
            <a:custGeom>
              <a:rect b="b" l="l" r="r" t="t"/>
              <a:pathLst>
                <a:path extrusionOk="0" h="6840" w="6899">
                  <a:moveTo>
                    <a:pt x="6202" y="419"/>
                  </a:moveTo>
                  <a:cubicBezTo>
                    <a:pt x="6361" y="419"/>
                    <a:pt x="6499" y="627"/>
                    <a:pt x="6351" y="778"/>
                  </a:cubicBezTo>
                  <a:lnTo>
                    <a:pt x="5823" y="1306"/>
                  </a:lnTo>
                  <a:lnTo>
                    <a:pt x="5530" y="1013"/>
                  </a:lnTo>
                  <a:lnTo>
                    <a:pt x="6058" y="485"/>
                  </a:lnTo>
                  <a:cubicBezTo>
                    <a:pt x="6103" y="439"/>
                    <a:pt x="6154" y="419"/>
                    <a:pt x="6202" y="419"/>
                  </a:cubicBezTo>
                  <a:close/>
                  <a:moveTo>
                    <a:pt x="5218" y="1325"/>
                  </a:moveTo>
                  <a:lnTo>
                    <a:pt x="5511" y="1619"/>
                  </a:lnTo>
                  <a:lnTo>
                    <a:pt x="4425" y="2709"/>
                  </a:lnTo>
                  <a:lnTo>
                    <a:pt x="4132" y="2411"/>
                  </a:lnTo>
                  <a:lnTo>
                    <a:pt x="5218" y="1325"/>
                  </a:lnTo>
                  <a:close/>
                  <a:moveTo>
                    <a:pt x="3820" y="2723"/>
                  </a:moveTo>
                  <a:lnTo>
                    <a:pt x="4113" y="3017"/>
                  </a:lnTo>
                  <a:lnTo>
                    <a:pt x="3027" y="4102"/>
                  </a:lnTo>
                  <a:lnTo>
                    <a:pt x="2734" y="3809"/>
                  </a:lnTo>
                  <a:lnTo>
                    <a:pt x="3820" y="2723"/>
                  </a:lnTo>
                  <a:close/>
                  <a:moveTo>
                    <a:pt x="2422" y="4121"/>
                  </a:moveTo>
                  <a:lnTo>
                    <a:pt x="2715" y="4414"/>
                  </a:lnTo>
                  <a:lnTo>
                    <a:pt x="1629" y="5500"/>
                  </a:lnTo>
                  <a:lnTo>
                    <a:pt x="1336" y="5207"/>
                  </a:lnTo>
                  <a:lnTo>
                    <a:pt x="2422" y="4121"/>
                  </a:lnTo>
                  <a:close/>
                  <a:moveTo>
                    <a:pt x="1028" y="5519"/>
                  </a:moveTo>
                  <a:lnTo>
                    <a:pt x="1321" y="5812"/>
                  </a:lnTo>
                  <a:lnTo>
                    <a:pt x="793" y="6336"/>
                  </a:lnTo>
                  <a:cubicBezTo>
                    <a:pt x="747" y="6389"/>
                    <a:pt x="693" y="6411"/>
                    <a:pt x="642" y="6411"/>
                  </a:cubicBezTo>
                  <a:cubicBezTo>
                    <a:pt x="479" y="6411"/>
                    <a:pt x="337" y="6193"/>
                    <a:pt x="505" y="6043"/>
                  </a:cubicBezTo>
                  <a:lnTo>
                    <a:pt x="500" y="6043"/>
                  </a:lnTo>
                  <a:lnTo>
                    <a:pt x="1028" y="5519"/>
                  </a:lnTo>
                  <a:close/>
                  <a:moveTo>
                    <a:pt x="6187" y="0"/>
                  </a:moveTo>
                  <a:cubicBezTo>
                    <a:pt x="6029" y="0"/>
                    <a:pt x="5870" y="58"/>
                    <a:pt x="5746" y="173"/>
                  </a:cubicBezTo>
                  <a:lnTo>
                    <a:pt x="5222" y="701"/>
                  </a:lnTo>
                  <a:lnTo>
                    <a:pt x="5016" y="499"/>
                  </a:lnTo>
                  <a:cubicBezTo>
                    <a:pt x="4968" y="451"/>
                    <a:pt x="4914" y="431"/>
                    <a:pt x="4862" y="431"/>
                  </a:cubicBezTo>
                  <a:cubicBezTo>
                    <a:pt x="4693" y="431"/>
                    <a:pt x="4549" y="648"/>
                    <a:pt x="4704" y="807"/>
                  </a:cubicBezTo>
                  <a:lnTo>
                    <a:pt x="4910" y="1013"/>
                  </a:lnTo>
                  <a:lnTo>
                    <a:pt x="3824" y="2099"/>
                  </a:lnTo>
                  <a:lnTo>
                    <a:pt x="3618" y="1897"/>
                  </a:lnTo>
                  <a:cubicBezTo>
                    <a:pt x="3569" y="1847"/>
                    <a:pt x="3515" y="1827"/>
                    <a:pt x="3462" y="1827"/>
                  </a:cubicBezTo>
                  <a:cubicBezTo>
                    <a:pt x="3291" y="1827"/>
                    <a:pt x="3144" y="2047"/>
                    <a:pt x="3306" y="2205"/>
                  </a:cubicBezTo>
                  <a:lnTo>
                    <a:pt x="3512" y="2411"/>
                  </a:lnTo>
                  <a:lnTo>
                    <a:pt x="2426" y="3497"/>
                  </a:lnTo>
                  <a:lnTo>
                    <a:pt x="2220" y="3295"/>
                  </a:lnTo>
                  <a:cubicBezTo>
                    <a:pt x="2172" y="3247"/>
                    <a:pt x="2118" y="3227"/>
                    <a:pt x="2066" y="3227"/>
                  </a:cubicBezTo>
                  <a:cubicBezTo>
                    <a:pt x="1897" y="3227"/>
                    <a:pt x="1753" y="3444"/>
                    <a:pt x="1908" y="3603"/>
                  </a:cubicBezTo>
                  <a:lnTo>
                    <a:pt x="2114" y="3809"/>
                  </a:lnTo>
                  <a:lnTo>
                    <a:pt x="1028" y="4895"/>
                  </a:lnTo>
                  <a:lnTo>
                    <a:pt x="822" y="4693"/>
                  </a:lnTo>
                  <a:cubicBezTo>
                    <a:pt x="774" y="4645"/>
                    <a:pt x="720" y="4625"/>
                    <a:pt x="668" y="4625"/>
                  </a:cubicBezTo>
                  <a:cubicBezTo>
                    <a:pt x="499" y="4625"/>
                    <a:pt x="355" y="4842"/>
                    <a:pt x="510" y="5001"/>
                  </a:cubicBezTo>
                  <a:lnTo>
                    <a:pt x="716" y="5207"/>
                  </a:lnTo>
                  <a:lnTo>
                    <a:pt x="188" y="5731"/>
                  </a:lnTo>
                  <a:cubicBezTo>
                    <a:pt x="68" y="5851"/>
                    <a:pt x="0" y="6019"/>
                    <a:pt x="0" y="6192"/>
                  </a:cubicBezTo>
                  <a:cubicBezTo>
                    <a:pt x="0" y="6582"/>
                    <a:pt x="319" y="6840"/>
                    <a:pt x="651" y="6840"/>
                  </a:cubicBezTo>
                  <a:cubicBezTo>
                    <a:pt x="811" y="6840"/>
                    <a:pt x="973" y="6781"/>
                    <a:pt x="1105" y="6648"/>
                  </a:cubicBezTo>
                  <a:lnTo>
                    <a:pt x="1629" y="6120"/>
                  </a:lnTo>
                  <a:lnTo>
                    <a:pt x="1836" y="6326"/>
                  </a:lnTo>
                  <a:cubicBezTo>
                    <a:pt x="1883" y="6373"/>
                    <a:pt x="1936" y="6392"/>
                    <a:pt x="1986" y="6392"/>
                  </a:cubicBezTo>
                  <a:cubicBezTo>
                    <a:pt x="2156" y="6392"/>
                    <a:pt x="2303" y="6173"/>
                    <a:pt x="2148" y="6014"/>
                  </a:cubicBezTo>
                  <a:lnTo>
                    <a:pt x="1941" y="5812"/>
                  </a:lnTo>
                  <a:lnTo>
                    <a:pt x="3027" y="4722"/>
                  </a:lnTo>
                  <a:lnTo>
                    <a:pt x="3233" y="4929"/>
                  </a:lnTo>
                  <a:cubicBezTo>
                    <a:pt x="3281" y="4975"/>
                    <a:pt x="3334" y="4994"/>
                    <a:pt x="3384" y="4994"/>
                  </a:cubicBezTo>
                  <a:cubicBezTo>
                    <a:pt x="3554" y="4994"/>
                    <a:pt x="3701" y="4775"/>
                    <a:pt x="3546" y="4616"/>
                  </a:cubicBezTo>
                  <a:lnTo>
                    <a:pt x="3339" y="4414"/>
                  </a:lnTo>
                  <a:lnTo>
                    <a:pt x="4425" y="3324"/>
                  </a:lnTo>
                  <a:lnTo>
                    <a:pt x="4631" y="3531"/>
                  </a:lnTo>
                  <a:cubicBezTo>
                    <a:pt x="4680" y="3580"/>
                    <a:pt x="4733" y="3600"/>
                    <a:pt x="4785" y="3600"/>
                  </a:cubicBezTo>
                  <a:cubicBezTo>
                    <a:pt x="4955" y="3600"/>
                    <a:pt x="5102" y="3377"/>
                    <a:pt x="4944" y="3218"/>
                  </a:cubicBezTo>
                  <a:lnTo>
                    <a:pt x="4737" y="3017"/>
                  </a:lnTo>
                  <a:lnTo>
                    <a:pt x="5823" y="1926"/>
                  </a:lnTo>
                  <a:lnTo>
                    <a:pt x="6029" y="2133"/>
                  </a:lnTo>
                  <a:cubicBezTo>
                    <a:pt x="6078" y="2182"/>
                    <a:pt x="6131" y="2202"/>
                    <a:pt x="6183" y="2202"/>
                  </a:cubicBezTo>
                  <a:cubicBezTo>
                    <a:pt x="6353" y="2202"/>
                    <a:pt x="6500" y="1979"/>
                    <a:pt x="6342" y="1820"/>
                  </a:cubicBezTo>
                  <a:lnTo>
                    <a:pt x="6135" y="1619"/>
                  </a:lnTo>
                  <a:lnTo>
                    <a:pt x="6664" y="1090"/>
                  </a:lnTo>
                  <a:cubicBezTo>
                    <a:pt x="6899" y="835"/>
                    <a:pt x="6894" y="437"/>
                    <a:pt x="6644" y="192"/>
                  </a:cubicBezTo>
                  <a:cubicBezTo>
                    <a:pt x="6519" y="64"/>
                    <a:pt x="6353" y="0"/>
                    <a:pt x="61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0"/>
            <p:cNvSpPr/>
            <p:nvPr/>
          </p:nvSpPr>
          <p:spPr>
            <a:xfrm>
              <a:off x="2151587" y="3358605"/>
              <a:ext cx="397962" cy="388433"/>
            </a:xfrm>
            <a:custGeom>
              <a:rect b="b" l="l" r="r" t="t"/>
              <a:pathLst>
                <a:path extrusionOk="0" h="14837" w="15201">
                  <a:moveTo>
                    <a:pt x="10878" y="442"/>
                  </a:moveTo>
                  <a:cubicBezTo>
                    <a:pt x="11986" y="442"/>
                    <a:pt x="13086" y="621"/>
                    <a:pt x="14139" y="972"/>
                  </a:cubicBezTo>
                  <a:lnTo>
                    <a:pt x="14139" y="977"/>
                  </a:lnTo>
                  <a:cubicBezTo>
                    <a:pt x="14528" y="2140"/>
                    <a:pt x="14711" y="3369"/>
                    <a:pt x="14667" y="4599"/>
                  </a:cubicBezTo>
                  <a:lnTo>
                    <a:pt x="10517" y="449"/>
                  </a:lnTo>
                  <a:cubicBezTo>
                    <a:pt x="10637" y="444"/>
                    <a:pt x="10758" y="442"/>
                    <a:pt x="10878" y="442"/>
                  </a:cubicBezTo>
                  <a:close/>
                  <a:moveTo>
                    <a:pt x="942" y="8467"/>
                  </a:moveTo>
                  <a:lnTo>
                    <a:pt x="6649" y="14169"/>
                  </a:lnTo>
                  <a:cubicBezTo>
                    <a:pt x="6255" y="14251"/>
                    <a:pt x="5857" y="14313"/>
                    <a:pt x="5458" y="14351"/>
                  </a:cubicBezTo>
                  <a:lnTo>
                    <a:pt x="764" y="9653"/>
                  </a:lnTo>
                  <a:cubicBezTo>
                    <a:pt x="798" y="9254"/>
                    <a:pt x="860" y="8856"/>
                    <a:pt x="942" y="8467"/>
                  </a:cubicBezTo>
                  <a:close/>
                  <a:moveTo>
                    <a:pt x="726" y="10239"/>
                  </a:moveTo>
                  <a:lnTo>
                    <a:pt x="4881" y="14385"/>
                  </a:lnTo>
                  <a:cubicBezTo>
                    <a:pt x="4760" y="14389"/>
                    <a:pt x="4639" y="14391"/>
                    <a:pt x="4519" y="14391"/>
                  </a:cubicBezTo>
                  <a:cubicBezTo>
                    <a:pt x="3406" y="14391"/>
                    <a:pt x="2303" y="14212"/>
                    <a:pt x="1250" y="13861"/>
                  </a:cubicBezTo>
                  <a:cubicBezTo>
                    <a:pt x="860" y="12694"/>
                    <a:pt x="683" y="11469"/>
                    <a:pt x="726" y="10239"/>
                  </a:cubicBezTo>
                  <a:close/>
                  <a:moveTo>
                    <a:pt x="10877" y="0"/>
                  </a:moveTo>
                  <a:cubicBezTo>
                    <a:pt x="9996" y="0"/>
                    <a:pt x="9113" y="110"/>
                    <a:pt x="8249" y="329"/>
                  </a:cubicBezTo>
                  <a:cubicBezTo>
                    <a:pt x="5424" y="1059"/>
                    <a:pt x="3018" y="2918"/>
                    <a:pt x="1600" y="5469"/>
                  </a:cubicBezTo>
                  <a:cubicBezTo>
                    <a:pt x="1496" y="5648"/>
                    <a:pt x="1646" y="5807"/>
                    <a:pt x="1797" y="5807"/>
                  </a:cubicBezTo>
                  <a:cubicBezTo>
                    <a:pt x="1868" y="5807"/>
                    <a:pt x="1940" y="5772"/>
                    <a:pt x="1985" y="5685"/>
                  </a:cubicBezTo>
                  <a:cubicBezTo>
                    <a:pt x="3325" y="3273"/>
                    <a:pt x="5578" y="1505"/>
                    <a:pt x="8244" y="790"/>
                  </a:cubicBezTo>
                  <a:lnTo>
                    <a:pt x="12251" y="4796"/>
                  </a:lnTo>
                  <a:cubicBezTo>
                    <a:pt x="12299" y="4845"/>
                    <a:pt x="12353" y="4866"/>
                    <a:pt x="12405" y="4866"/>
                  </a:cubicBezTo>
                  <a:cubicBezTo>
                    <a:pt x="12576" y="4866"/>
                    <a:pt x="12725" y="4642"/>
                    <a:pt x="12563" y="4484"/>
                  </a:cubicBezTo>
                  <a:lnTo>
                    <a:pt x="8744" y="665"/>
                  </a:lnTo>
                  <a:cubicBezTo>
                    <a:pt x="9138" y="583"/>
                    <a:pt x="9532" y="521"/>
                    <a:pt x="9935" y="487"/>
                  </a:cubicBezTo>
                  <a:lnTo>
                    <a:pt x="14629" y="5185"/>
                  </a:lnTo>
                  <a:cubicBezTo>
                    <a:pt x="14595" y="5584"/>
                    <a:pt x="14533" y="5983"/>
                    <a:pt x="14451" y="6372"/>
                  </a:cubicBezTo>
                  <a:lnTo>
                    <a:pt x="13298" y="5219"/>
                  </a:lnTo>
                  <a:cubicBezTo>
                    <a:pt x="13251" y="5173"/>
                    <a:pt x="13198" y="5153"/>
                    <a:pt x="13147" y="5153"/>
                  </a:cubicBezTo>
                  <a:cubicBezTo>
                    <a:pt x="12976" y="5153"/>
                    <a:pt x="12827" y="5372"/>
                    <a:pt x="12986" y="5531"/>
                  </a:cubicBezTo>
                  <a:lnTo>
                    <a:pt x="14331" y="6876"/>
                  </a:lnTo>
                  <a:cubicBezTo>
                    <a:pt x="13385" y="10374"/>
                    <a:pt x="10656" y="13102"/>
                    <a:pt x="7159" y="14049"/>
                  </a:cubicBezTo>
                  <a:lnTo>
                    <a:pt x="1067" y="7962"/>
                  </a:lnTo>
                  <a:cubicBezTo>
                    <a:pt x="1187" y="7506"/>
                    <a:pt x="1341" y="7064"/>
                    <a:pt x="1523" y="6627"/>
                  </a:cubicBezTo>
                  <a:cubicBezTo>
                    <a:pt x="1598" y="6453"/>
                    <a:pt x="1457" y="6320"/>
                    <a:pt x="1316" y="6320"/>
                  </a:cubicBezTo>
                  <a:cubicBezTo>
                    <a:pt x="1239" y="6320"/>
                    <a:pt x="1161" y="6361"/>
                    <a:pt x="1120" y="6458"/>
                  </a:cubicBezTo>
                  <a:cubicBezTo>
                    <a:pt x="92" y="8889"/>
                    <a:pt x="1" y="11613"/>
                    <a:pt x="870" y="14106"/>
                  </a:cubicBezTo>
                  <a:cubicBezTo>
                    <a:pt x="894" y="14169"/>
                    <a:pt x="942" y="14222"/>
                    <a:pt x="1005" y="14241"/>
                  </a:cubicBezTo>
                  <a:cubicBezTo>
                    <a:pt x="2134" y="14635"/>
                    <a:pt x="3325" y="14837"/>
                    <a:pt x="4521" y="14837"/>
                  </a:cubicBezTo>
                  <a:cubicBezTo>
                    <a:pt x="4814" y="14837"/>
                    <a:pt x="5102" y="14822"/>
                    <a:pt x="5396" y="14798"/>
                  </a:cubicBezTo>
                  <a:cubicBezTo>
                    <a:pt x="10555" y="14366"/>
                    <a:pt x="14648" y="10278"/>
                    <a:pt x="15076" y="5118"/>
                  </a:cubicBezTo>
                  <a:cubicBezTo>
                    <a:pt x="15201" y="3629"/>
                    <a:pt x="15008" y="2135"/>
                    <a:pt x="14523" y="727"/>
                  </a:cubicBezTo>
                  <a:cubicBezTo>
                    <a:pt x="14499" y="665"/>
                    <a:pt x="14451" y="612"/>
                    <a:pt x="14384" y="593"/>
                  </a:cubicBezTo>
                  <a:cubicBezTo>
                    <a:pt x="13251" y="198"/>
                    <a:pt x="12065" y="0"/>
                    <a:pt x="108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80"/>
          <p:cNvGrpSpPr/>
          <p:nvPr/>
        </p:nvGrpSpPr>
        <p:grpSpPr>
          <a:xfrm>
            <a:off x="2593925" y="3370596"/>
            <a:ext cx="406392" cy="365263"/>
            <a:chOff x="2593925" y="3370596"/>
            <a:chExt cx="406392" cy="365263"/>
          </a:xfrm>
        </p:grpSpPr>
        <p:sp>
          <p:nvSpPr>
            <p:cNvPr id="8765" name="Google Shape;8765;p80"/>
            <p:cNvSpPr/>
            <p:nvPr/>
          </p:nvSpPr>
          <p:spPr>
            <a:xfrm>
              <a:off x="2614162" y="3590560"/>
              <a:ext cx="365892" cy="139121"/>
            </a:xfrm>
            <a:custGeom>
              <a:rect b="b" l="l" r="r" t="t"/>
              <a:pathLst>
                <a:path extrusionOk="0" h="5314" w="13976">
                  <a:moveTo>
                    <a:pt x="1" y="0"/>
                  </a:moveTo>
                  <a:lnTo>
                    <a:pt x="1" y="4113"/>
                  </a:lnTo>
                  <a:cubicBezTo>
                    <a:pt x="1" y="4776"/>
                    <a:pt x="539" y="5314"/>
                    <a:pt x="1202" y="5314"/>
                  </a:cubicBezTo>
                  <a:lnTo>
                    <a:pt x="12775" y="5314"/>
                  </a:lnTo>
                  <a:cubicBezTo>
                    <a:pt x="13438" y="5314"/>
                    <a:pt x="13976" y="4776"/>
                    <a:pt x="13976" y="4113"/>
                  </a:cubicBezTo>
                  <a:lnTo>
                    <a:pt x="1397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0"/>
            <p:cNvSpPr/>
            <p:nvPr/>
          </p:nvSpPr>
          <p:spPr>
            <a:xfrm>
              <a:off x="2614162" y="3590560"/>
              <a:ext cx="52360" cy="139121"/>
            </a:xfrm>
            <a:custGeom>
              <a:rect b="b" l="l" r="r" t="t"/>
              <a:pathLst>
                <a:path extrusionOk="0" h="5314" w="2000">
                  <a:moveTo>
                    <a:pt x="1" y="0"/>
                  </a:moveTo>
                  <a:lnTo>
                    <a:pt x="1" y="4113"/>
                  </a:lnTo>
                  <a:cubicBezTo>
                    <a:pt x="1" y="4776"/>
                    <a:pt x="539" y="5314"/>
                    <a:pt x="1202" y="5314"/>
                  </a:cubicBezTo>
                  <a:lnTo>
                    <a:pt x="1999" y="5314"/>
                  </a:lnTo>
                  <a:cubicBezTo>
                    <a:pt x="1336" y="5314"/>
                    <a:pt x="798" y="4776"/>
                    <a:pt x="798" y="4113"/>
                  </a:cubicBezTo>
                  <a:lnTo>
                    <a:pt x="79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0"/>
            <p:cNvSpPr/>
            <p:nvPr/>
          </p:nvSpPr>
          <p:spPr>
            <a:xfrm>
              <a:off x="2614162" y="3590560"/>
              <a:ext cx="365892" cy="75241"/>
            </a:xfrm>
            <a:custGeom>
              <a:rect b="b" l="l" r="r" t="t"/>
              <a:pathLst>
                <a:path extrusionOk="0" h="2874" w="13976">
                  <a:moveTo>
                    <a:pt x="1" y="0"/>
                  </a:moveTo>
                  <a:lnTo>
                    <a:pt x="1" y="1201"/>
                  </a:lnTo>
                  <a:cubicBezTo>
                    <a:pt x="1754" y="2129"/>
                    <a:pt x="3681" y="2695"/>
                    <a:pt x="5655" y="2873"/>
                  </a:cubicBezTo>
                  <a:lnTo>
                    <a:pt x="8321" y="2873"/>
                  </a:lnTo>
                  <a:cubicBezTo>
                    <a:pt x="10301" y="2695"/>
                    <a:pt x="12222" y="2129"/>
                    <a:pt x="13976" y="1201"/>
                  </a:cubicBezTo>
                  <a:lnTo>
                    <a:pt x="13976"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0"/>
            <p:cNvSpPr/>
            <p:nvPr/>
          </p:nvSpPr>
          <p:spPr>
            <a:xfrm>
              <a:off x="2600077" y="3442774"/>
              <a:ext cx="394192" cy="191585"/>
            </a:xfrm>
            <a:custGeom>
              <a:rect b="b" l="l" r="r" t="t"/>
              <a:pathLst>
                <a:path extrusionOk="0" h="7318" w="15057">
                  <a:moveTo>
                    <a:pt x="13860" y="1"/>
                  </a:moveTo>
                  <a:cubicBezTo>
                    <a:pt x="13857" y="1"/>
                    <a:pt x="13854" y="1"/>
                    <a:pt x="13851" y="1"/>
                  </a:cubicBezTo>
                  <a:lnTo>
                    <a:pt x="1202" y="1"/>
                  </a:lnTo>
                  <a:cubicBezTo>
                    <a:pt x="534" y="1"/>
                    <a:pt x="1" y="534"/>
                    <a:pt x="1" y="1202"/>
                  </a:cubicBezTo>
                  <a:lnTo>
                    <a:pt x="1" y="5343"/>
                  </a:lnTo>
                  <a:cubicBezTo>
                    <a:pt x="1894" y="6448"/>
                    <a:pt x="4007" y="7120"/>
                    <a:pt x="6193" y="7317"/>
                  </a:cubicBezTo>
                  <a:lnTo>
                    <a:pt x="8859" y="7317"/>
                  </a:lnTo>
                  <a:cubicBezTo>
                    <a:pt x="11045" y="7120"/>
                    <a:pt x="13159" y="6448"/>
                    <a:pt x="15057" y="5343"/>
                  </a:cubicBezTo>
                  <a:lnTo>
                    <a:pt x="15057" y="1202"/>
                  </a:lnTo>
                  <a:cubicBezTo>
                    <a:pt x="15057" y="537"/>
                    <a:pt x="14519" y="1"/>
                    <a:pt x="1386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0"/>
            <p:cNvSpPr/>
            <p:nvPr/>
          </p:nvSpPr>
          <p:spPr>
            <a:xfrm>
              <a:off x="2599972" y="3442643"/>
              <a:ext cx="52072" cy="151085"/>
            </a:xfrm>
            <a:custGeom>
              <a:rect b="b" l="l" r="r" t="t"/>
              <a:pathLst>
                <a:path extrusionOk="0" h="5771" w="1989">
                  <a:moveTo>
                    <a:pt x="1206" y="1"/>
                  </a:moveTo>
                  <a:cubicBezTo>
                    <a:pt x="538" y="1"/>
                    <a:pt x="0" y="539"/>
                    <a:pt x="5" y="1202"/>
                  </a:cubicBezTo>
                  <a:lnTo>
                    <a:pt x="5" y="5348"/>
                  </a:lnTo>
                  <a:cubicBezTo>
                    <a:pt x="259" y="5497"/>
                    <a:pt x="524" y="5636"/>
                    <a:pt x="788" y="5771"/>
                  </a:cubicBezTo>
                  <a:lnTo>
                    <a:pt x="788" y="1202"/>
                  </a:lnTo>
                  <a:cubicBezTo>
                    <a:pt x="788" y="539"/>
                    <a:pt x="1326" y="1"/>
                    <a:pt x="198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0"/>
            <p:cNvSpPr/>
            <p:nvPr/>
          </p:nvSpPr>
          <p:spPr>
            <a:xfrm>
              <a:off x="2715033" y="3542389"/>
              <a:ext cx="164175" cy="91970"/>
            </a:xfrm>
            <a:custGeom>
              <a:rect b="b" l="l" r="r" t="t"/>
              <a:pathLst>
                <a:path extrusionOk="0" h="3513" w="6271">
                  <a:moveTo>
                    <a:pt x="1024" y="1"/>
                  </a:moveTo>
                  <a:cubicBezTo>
                    <a:pt x="457" y="1"/>
                    <a:pt x="1" y="457"/>
                    <a:pt x="1" y="1019"/>
                  </a:cubicBezTo>
                  <a:lnTo>
                    <a:pt x="1" y="3238"/>
                  </a:lnTo>
                  <a:cubicBezTo>
                    <a:pt x="596" y="3368"/>
                    <a:pt x="1197" y="3459"/>
                    <a:pt x="1802" y="3512"/>
                  </a:cubicBezTo>
                  <a:lnTo>
                    <a:pt x="4468" y="3512"/>
                  </a:lnTo>
                  <a:cubicBezTo>
                    <a:pt x="5074" y="3459"/>
                    <a:pt x="5679" y="3368"/>
                    <a:pt x="6270" y="3238"/>
                  </a:cubicBezTo>
                  <a:lnTo>
                    <a:pt x="6270" y="1019"/>
                  </a:lnTo>
                  <a:cubicBezTo>
                    <a:pt x="6270" y="457"/>
                    <a:pt x="5814" y="1"/>
                    <a:pt x="5252"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0"/>
            <p:cNvSpPr/>
            <p:nvPr/>
          </p:nvSpPr>
          <p:spPr>
            <a:xfrm>
              <a:off x="2762210" y="3591319"/>
              <a:ext cx="69822" cy="87310"/>
            </a:xfrm>
            <a:custGeom>
              <a:rect b="b" l="l" r="r" t="t"/>
              <a:pathLst>
                <a:path extrusionOk="0" h="3335" w="2667">
                  <a:moveTo>
                    <a:pt x="697" y="0"/>
                  </a:moveTo>
                  <a:cubicBezTo>
                    <a:pt x="313" y="0"/>
                    <a:pt x="0" y="313"/>
                    <a:pt x="0" y="697"/>
                  </a:cubicBezTo>
                  <a:lnTo>
                    <a:pt x="0" y="2638"/>
                  </a:lnTo>
                  <a:cubicBezTo>
                    <a:pt x="0" y="3022"/>
                    <a:pt x="313" y="3334"/>
                    <a:pt x="697" y="3334"/>
                  </a:cubicBezTo>
                  <a:lnTo>
                    <a:pt x="1975" y="3334"/>
                  </a:lnTo>
                  <a:cubicBezTo>
                    <a:pt x="2354" y="3334"/>
                    <a:pt x="2666" y="3022"/>
                    <a:pt x="2666" y="2638"/>
                  </a:cubicBezTo>
                  <a:lnTo>
                    <a:pt x="2666" y="697"/>
                  </a:lnTo>
                  <a:cubicBezTo>
                    <a:pt x="2666" y="313"/>
                    <a:pt x="2354" y="0"/>
                    <a:pt x="197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0"/>
            <p:cNvSpPr/>
            <p:nvPr/>
          </p:nvSpPr>
          <p:spPr>
            <a:xfrm>
              <a:off x="2786348" y="3615457"/>
              <a:ext cx="21546" cy="39008"/>
            </a:xfrm>
            <a:custGeom>
              <a:rect b="b" l="l" r="r" t="t"/>
              <a:pathLst>
                <a:path extrusionOk="0" h="1490" w="823">
                  <a:moveTo>
                    <a:pt x="1" y="1"/>
                  </a:moveTo>
                  <a:lnTo>
                    <a:pt x="1" y="1490"/>
                  </a:lnTo>
                  <a:lnTo>
                    <a:pt x="822" y="1490"/>
                  </a:lnTo>
                  <a:lnTo>
                    <a:pt x="822" y="1"/>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0"/>
            <p:cNvSpPr/>
            <p:nvPr/>
          </p:nvSpPr>
          <p:spPr>
            <a:xfrm>
              <a:off x="2733150" y="3376617"/>
              <a:ext cx="127942" cy="32097"/>
            </a:xfrm>
            <a:custGeom>
              <a:rect b="b" l="l" r="r" t="t"/>
              <a:pathLst>
                <a:path extrusionOk="0" h="1226" w="4887">
                  <a:moveTo>
                    <a:pt x="1" y="1"/>
                  </a:moveTo>
                  <a:lnTo>
                    <a:pt x="1" y="15"/>
                  </a:lnTo>
                  <a:cubicBezTo>
                    <a:pt x="1" y="683"/>
                    <a:pt x="543" y="1226"/>
                    <a:pt x="1211" y="1226"/>
                  </a:cubicBezTo>
                  <a:lnTo>
                    <a:pt x="3676" y="1226"/>
                  </a:lnTo>
                  <a:cubicBezTo>
                    <a:pt x="4343" y="1221"/>
                    <a:pt x="4886" y="683"/>
                    <a:pt x="4886" y="15"/>
                  </a:cubicBezTo>
                  <a:lnTo>
                    <a:pt x="48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0"/>
            <p:cNvSpPr/>
            <p:nvPr/>
          </p:nvSpPr>
          <p:spPr>
            <a:xfrm>
              <a:off x="2593925" y="3370596"/>
              <a:ext cx="406392" cy="365263"/>
            </a:xfrm>
            <a:custGeom>
              <a:rect b="b" l="l" r="r" t="t"/>
              <a:pathLst>
                <a:path extrusionOk="0" h="13952" w="15523">
                  <a:moveTo>
                    <a:pt x="9950" y="461"/>
                  </a:moveTo>
                  <a:cubicBezTo>
                    <a:pt x="9844" y="908"/>
                    <a:pt x="9450" y="1225"/>
                    <a:pt x="8994" y="1225"/>
                  </a:cubicBezTo>
                  <a:lnTo>
                    <a:pt x="6529" y="1225"/>
                  </a:lnTo>
                  <a:cubicBezTo>
                    <a:pt x="6073" y="1225"/>
                    <a:pt x="5679" y="908"/>
                    <a:pt x="5573" y="461"/>
                  </a:cubicBezTo>
                  <a:close/>
                  <a:moveTo>
                    <a:pt x="10416" y="481"/>
                  </a:moveTo>
                  <a:cubicBezTo>
                    <a:pt x="10882" y="572"/>
                    <a:pt x="11218" y="980"/>
                    <a:pt x="11223" y="1456"/>
                  </a:cubicBezTo>
                  <a:lnTo>
                    <a:pt x="11223" y="2522"/>
                  </a:lnTo>
                  <a:lnTo>
                    <a:pt x="4305" y="2522"/>
                  </a:lnTo>
                  <a:lnTo>
                    <a:pt x="4305" y="1456"/>
                  </a:lnTo>
                  <a:cubicBezTo>
                    <a:pt x="4305" y="980"/>
                    <a:pt x="4641" y="572"/>
                    <a:pt x="5107" y="481"/>
                  </a:cubicBezTo>
                  <a:cubicBezTo>
                    <a:pt x="5222" y="1177"/>
                    <a:pt x="5828" y="1686"/>
                    <a:pt x="6529" y="1686"/>
                  </a:cubicBezTo>
                  <a:lnTo>
                    <a:pt x="8994" y="1686"/>
                  </a:lnTo>
                  <a:cubicBezTo>
                    <a:pt x="9695" y="1686"/>
                    <a:pt x="10300" y="1177"/>
                    <a:pt x="10416" y="481"/>
                  </a:cubicBezTo>
                  <a:close/>
                  <a:moveTo>
                    <a:pt x="9878" y="6793"/>
                  </a:moveTo>
                  <a:cubicBezTo>
                    <a:pt x="10315" y="6793"/>
                    <a:pt x="10665" y="7149"/>
                    <a:pt x="10665" y="7586"/>
                  </a:cubicBezTo>
                  <a:lnTo>
                    <a:pt x="10665" y="9618"/>
                  </a:lnTo>
                  <a:cubicBezTo>
                    <a:pt x="10223" y="9704"/>
                    <a:pt x="9777" y="9772"/>
                    <a:pt x="9325" y="9820"/>
                  </a:cubicBezTo>
                  <a:lnTo>
                    <a:pt x="9325" y="9128"/>
                  </a:lnTo>
                  <a:cubicBezTo>
                    <a:pt x="9325" y="8614"/>
                    <a:pt x="8912" y="8201"/>
                    <a:pt x="8403" y="8201"/>
                  </a:cubicBezTo>
                  <a:lnTo>
                    <a:pt x="7125" y="8201"/>
                  </a:lnTo>
                  <a:cubicBezTo>
                    <a:pt x="6611" y="8201"/>
                    <a:pt x="6198" y="8614"/>
                    <a:pt x="6198" y="9128"/>
                  </a:cubicBezTo>
                  <a:lnTo>
                    <a:pt x="6198" y="9820"/>
                  </a:lnTo>
                  <a:cubicBezTo>
                    <a:pt x="5746" y="9772"/>
                    <a:pt x="5299" y="9704"/>
                    <a:pt x="4857" y="9618"/>
                  </a:cubicBezTo>
                  <a:lnTo>
                    <a:pt x="4857" y="7586"/>
                  </a:lnTo>
                  <a:cubicBezTo>
                    <a:pt x="4857" y="7149"/>
                    <a:pt x="5213" y="6793"/>
                    <a:pt x="5645" y="6793"/>
                  </a:cubicBezTo>
                  <a:close/>
                  <a:moveTo>
                    <a:pt x="8403" y="8662"/>
                  </a:moveTo>
                  <a:cubicBezTo>
                    <a:pt x="8657" y="8662"/>
                    <a:pt x="8864" y="8868"/>
                    <a:pt x="8864" y="9128"/>
                  </a:cubicBezTo>
                  <a:lnTo>
                    <a:pt x="8864" y="11069"/>
                  </a:lnTo>
                  <a:cubicBezTo>
                    <a:pt x="8864" y="11328"/>
                    <a:pt x="8657" y="11535"/>
                    <a:pt x="8398" y="11535"/>
                  </a:cubicBezTo>
                  <a:lnTo>
                    <a:pt x="7125" y="11535"/>
                  </a:lnTo>
                  <a:cubicBezTo>
                    <a:pt x="6865" y="11535"/>
                    <a:pt x="6659" y="11328"/>
                    <a:pt x="6659" y="11069"/>
                  </a:cubicBezTo>
                  <a:lnTo>
                    <a:pt x="6659" y="9128"/>
                  </a:lnTo>
                  <a:cubicBezTo>
                    <a:pt x="6659" y="8868"/>
                    <a:pt x="6865" y="8662"/>
                    <a:pt x="7125" y="8662"/>
                  </a:cubicBezTo>
                  <a:close/>
                  <a:moveTo>
                    <a:pt x="5299" y="0"/>
                  </a:moveTo>
                  <a:cubicBezTo>
                    <a:pt x="4497" y="0"/>
                    <a:pt x="3848" y="654"/>
                    <a:pt x="3844" y="1456"/>
                  </a:cubicBezTo>
                  <a:lnTo>
                    <a:pt x="3844" y="2522"/>
                  </a:lnTo>
                  <a:lnTo>
                    <a:pt x="1437" y="2522"/>
                  </a:lnTo>
                  <a:cubicBezTo>
                    <a:pt x="644" y="2522"/>
                    <a:pt x="0" y="3166"/>
                    <a:pt x="0" y="3954"/>
                  </a:cubicBezTo>
                  <a:lnTo>
                    <a:pt x="0" y="8100"/>
                  </a:lnTo>
                  <a:cubicBezTo>
                    <a:pt x="0" y="8181"/>
                    <a:pt x="44" y="8258"/>
                    <a:pt x="116" y="8297"/>
                  </a:cubicBezTo>
                  <a:cubicBezTo>
                    <a:pt x="255" y="8383"/>
                    <a:pt x="399" y="8460"/>
                    <a:pt x="543" y="8537"/>
                  </a:cubicBezTo>
                  <a:lnTo>
                    <a:pt x="543" y="9618"/>
                  </a:lnTo>
                  <a:cubicBezTo>
                    <a:pt x="543" y="9769"/>
                    <a:pt x="659" y="9845"/>
                    <a:pt x="774" y="9845"/>
                  </a:cubicBezTo>
                  <a:cubicBezTo>
                    <a:pt x="889" y="9845"/>
                    <a:pt x="1004" y="9769"/>
                    <a:pt x="1004" y="9618"/>
                  </a:cubicBezTo>
                  <a:lnTo>
                    <a:pt x="1004" y="8782"/>
                  </a:lnTo>
                  <a:cubicBezTo>
                    <a:pt x="2628" y="9589"/>
                    <a:pt x="4387" y="10103"/>
                    <a:pt x="6198" y="10286"/>
                  </a:cubicBezTo>
                  <a:lnTo>
                    <a:pt x="6198" y="11069"/>
                  </a:lnTo>
                  <a:cubicBezTo>
                    <a:pt x="6198" y="11583"/>
                    <a:pt x="6611" y="11996"/>
                    <a:pt x="7125" y="11996"/>
                  </a:cubicBezTo>
                  <a:lnTo>
                    <a:pt x="8403" y="11996"/>
                  </a:lnTo>
                  <a:cubicBezTo>
                    <a:pt x="8912" y="11996"/>
                    <a:pt x="9325" y="11583"/>
                    <a:pt x="9325" y="11069"/>
                  </a:cubicBezTo>
                  <a:lnTo>
                    <a:pt x="9325" y="10286"/>
                  </a:lnTo>
                  <a:cubicBezTo>
                    <a:pt x="11131" y="10103"/>
                    <a:pt x="12895" y="9589"/>
                    <a:pt x="14518" y="8782"/>
                  </a:cubicBezTo>
                  <a:lnTo>
                    <a:pt x="14518" y="12519"/>
                  </a:lnTo>
                  <a:cubicBezTo>
                    <a:pt x="14518" y="13053"/>
                    <a:pt x="14086" y="13485"/>
                    <a:pt x="13553" y="13490"/>
                  </a:cubicBezTo>
                  <a:lnTo>
                    <a:pt x="1975" y="13490"/>
                  </a:lnTo>
                  <a:cubicBezTo>
                    <a:pt x="1442" y="13485"/>
                    <a:pt x="1004" y="13053"/>
                    <a:pt x="1004" y="12519"/>
                  </a:cubicBezTo>
                  <a:lnTo>
                    <a:pt x="1004" y="10535"/>
                  </a:lnTo>
                  <a:cubicBezTo>
                    <a:pt x="1004" y="10382"/>
                    <a:pt x="889" y="10305"/>
                    <a:pt x="774" y="10305"/>
                  </a:cubicBezTo>
                  <a:cubicBezTo>
                    <a:pt x="659" y="10305"/>
                    <a:pt x="543" y="10382"/>
                    <a:pt x="543" y="10535"/>
                  </a:cubicBezTo>
                  <a:lnTo>
                    <a:pt x="543" y="12519"/>
                  </a:lnTo>
                  <a:cubicBezTo>
                    <a:pt x="543" y="13307"/>
                    <a:pt x="1187" y="13946"/>
                    <a:pt x="1975" y="13951"/>
                  </a:cubicBezTo>
                  <a:lnTo>
                    <a:pt x="13553" y="13951"/>
                  </a:lnTo>
                  <a:cubicBezTo>
                    <a:pt x="14341" y="13946"/>
                    <a:pt x="14979" y="13307"/>
                    <a:pt x="14979" y="12519"/>
                  </a:cubicBezTo>
                  <a:lnTo>
                    <a:pt x="14979" y="8542"/>
                  </a:lnTo>
                  <a:cubicBezTo>
                    <a:pt x="15124" y="8465"/>
                    <a:pt x="15268" y="8383"/>
                    <a:pt x="15407" y="8302"/>
                  </a:cubicBezTo>
                  <a:cubicBezTo>
                    <a:pt x="15479" y="8258"/>
                    <a:pt x="15522" y="8181"/>
                    <a:pt x="15522" y="8100"/>
                  </a:cubicBezTo>
                  <a:lnTo>
                    <a:pt x="15522" y="3959"/>
                  </a:lnTo>
                  <a:cubicBezTo>
                    <a:pt x="15522" y="3166"/>
                    <a:pt x="14879" y="2522"/>
                    <a:pt x="14091" y="2522"/>
                  </a:cubicBezTo>
                  <a:lnTo>
                    <a:pt x="13500" y="2522"/>
                  </a:lnTo>
                  <a:cubicBezTo>
                    <a:pt x="13192" y="2522"/>
                    <a:pt x="13192" y="2984"/>
                    <a:pt x="13500" y="2984"/>
                  </a:cubicBezTo>
                  <a:lnTo>
                    <a:pt x="14091" y="2984"/>
                  </a:lnTo>
                  <a:cubicBezTo>
                    <a:pt x="14624" y="2984"/>
                    <a:pt x="15061" y="3421"/>
                    <a:pt x="15061" y="3959"/>
                  </a:cubicBezTo>
                  <a:lnTo>
                    <a:pt x="15061" y="7965"/>
                  </a:lnTo>
                  <a:cubicBezTo>
                    <a:pt x="14922" y="8047"/>
                    <a:pt x="14783" y="8124"/>
                    <a:pt x="14643" y="8196"/>
                  </a:cubicBezTo>
                  <a:cubicBezTo>
                    <a:pt x="13533" y="8787"/>
                    <a:pt x="12352" y="9229"/>
                    <a:pt x="11131" y="9517"/>
                  </a:cubicBezTo>
                  <a:lnTo>
                    <a:pt x="11131" y="7581"/>
                  </a:lnTo>
                  <a:cubicBezTo>
                    <a:pt x="11127" y="6894"/>
                    <a:pt x="10569" y="6332"/>
                    <a:pt x="9878" y="6332"/>
                  </a:cubicBezTo>
                  <a:lnTo>
                    <a:pt x="5650" y="6332"/>
                  </a:lnTo>
                  <a:cubicBezTo>
                    <a:pt x="4958" y="6332"/>
                    <a:pt x="4401" y="6894"/>
                    <a:pt x="4401" y="7581"/>
                  </a:cubicBezTo>
                  <a:lnTo>
                    <a:pt x="4401" y="9517"/>
                  </a:lnTo>
                  <a:cubicBezTo>
                    <a:pt x="3017" y="9190"/>
                    <a:pt x="1696" y="8671"/>
                    <a:pt x="466" y="7965"/>
                  </a:cubicBezTo>
                  <a:lnTo>
                    <a:pt x="466" y="3954"/>
                  </a:lnTo>
                  <a:cubicBezTo>
                    <a:pt x="466" y="3421"/>
                    <a:pt x="899" y="2984"/>
                    <a:pt x="1437" y="2984"/>
                  </a:cubicBezTo>
                  <a:lnTo>
                    <a:pt x="12577" y="2984"/>
                  </a:lnTo>
                  <a:cubicBezTo>
                    <a:pt x="12885" y="2984"/>
                    <a:pt x="12885" y="2522"/>
                    <a:pt x="12577" y="2522"/>
                  </a:cubicBezTo>
                  <a:lnTo>
                    <a:pt x="11684" y="2522"/>
                  </a:lnTo>
                  <a:lnTo>
                    <a:pt x="11684" y="1456"/>
                  </a:lnTo>
                  <a:cubicBezTo>
                    <a:pt x="11684" y="654"/>
                    <a:pt x="11031" y="0"/>
                    <a:pt x="102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0"/>
            <p:cNvSpPr/>
            <p:nvPr/>
          </p:nvSpPr>
          <p:spPr>
            <a:xfrm>
              <a:off x="2780326" y="3609436"/>
              <a:ext cx="33589" cy="51077"/>
            </a:xfrm>
            <a:custGeom>
              <a:rect b="b" l="l" r="r" t="t"/>
              <a:pathLst>
                <a:path extrusionOk="0" h="1951" w="1283">
                  <a:moveTo>
                    <a:pt x="822" y="461"/>
                  </a:moveTo>
                  <a:lnTo>
                    <a:pt x="822" y="1489"/>
                  </a:lnTo>
                  <a:lnTo>
                    <a:pt x="461" y="1489"/>
                  </a:lnTo>
                  <a:lnTo>
                    <a:pt x="461" y="461"/>
                  </a:lnTo>
                  <a:close/>
                  <a:moveTo>
                    <a:pt x="231" y="0"/>
                  </a:moveTo>
                  <a:cubicBezTo>
                    <a:pt x="106" y="0"/>
                    <a:pt x="0" y="101"/>
                    <a:pt x="0" y="231"/>
                  </a:cubicBezTo>
                  <a:lnTo>
                    <a:pt x="0" y="1720"/>
                  </a:lnTo>
                  <a:cubicBezTo>
                    <a:pt x="0" y="1845"/>
                    <a:pt x="106" y="1950"/>
                    <a:pt x="231" y="1950"/>
                  </a:cubicBezTo>
                  <a:lnTo>
                    <a:pt x="1052" y="1950"/>
                  </a:lnTo>
                  <a:cubicBezTo>
                    <a:pt x="1182" y="1950"/>
                    <a:pt x="1283" y="1845"/>
                    <a:pt x="1283" y="1720"/>
                  </a:cubicBezTo>
                  <a:lnTo>
                    <a:pt x="1283" y="231"/>
                  </a:lnTo>
                  <a:cubicBezTo>
                    <a:pt x="1283" y="101"/>
                    <a:pt x="1182" y="0"/>
                    <a:pt x="10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80"/>
          <p:cNvGrpSpPr/>
          <p:nvPr/>
        </p:nvGrpSpPr>
        <p:grpSpPr>
          <a:xfrm>
            <a:off x="848975" y="1987716"/>
            <a:ext cx="384898" cy="358221"/>
            <a:chOff x="848975" y="1987716"/>
            <a:chExt cx="384898" cy="358221"/>
          </a:xfrm>
        </p:grpSpPr>
        <p:sp>
          <p:nvSpPr>
            <p:cNvPr id="8777" name="Google Shape;8777;p80"/>
            <p:cNvSpPr/>
            <p:nvPr/>
          </p:nvSpPr>
          <p:spPr>
            <a:xfrm>
              <a:off x="894633" y="2178934"/>
              <a:ext cx="144932" cy="145037"/>
            </a:xfrm>
            <a:custGeom>
              <a:rect b="b" l="l" r="r" t="t"/>
              <a:pathLst>
                <a:path extrusionOk="0" h="5540" w="5536">
                  <a:moveTo>
                    <a:pt x="1951" y="0"/>
                  </a:moveTo>
                  <a:lnTo>
                    <a:pt x="760" y="1192"/>
                  </a:lnTo>
                  <a:lnTo>
                    <a:pt x="1" y="1955"/>
                  </a:lnTo>
                  <a:lnTo>
                    <a:pt x="3580" y="5539"/>
                  </a:lnTo>
                  <a:lnTo>
                    <a:pt x="5535" y="3584"/>
                  </a:lnTo>
                  <a:lnTo>
                    <a:pt x="195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0"/>
            <p:cNvSpPr/>
            <p:nvPr/>
          </p:nvSpPr>
          <p:spPr>
            <a:xfrm>
              <a:off x="894633" y="2178934"/>
              <a:ext cx="144932" cy="125036"/>
            </a:xfrm>
            <a:custGeom>
              <a:rect b="b" l="l" r="r" t="t"/>
              <a:pathLst>
                <a:path extrusionOk="0" h="4776" w="5536">
                  <a:moveTo>
                    <a:pt x="1951" y="0"/>
                  </a:moveTo>
                  <a:lnTo>
                    <a:pt x="1" y="1955"/>
                  </a:lnTo>
                  <a:lnTo>
                    <a:pt x="553" y="2513"/>
                  </a:lnTo>
                  <a:lnTo>
                    <a:pt x="894" y="2176"/>
                  </a:lnTo>
                  <a:cubicBezTo>
                    <a:pt x="1010" y="2056"/>
                    <a:pt x="1163" y="1996"/>
                    <a:pt x="1318" y="1996"/>
                  </a:cubicBezTo>
                  <a:cubicBezTo>
                    <a:pt x="1472" y="1996"/>
                    <a:pt x="1627" y="2056"/>
                    <a:pt x="1745" y="2176"/>
                  </a:cubicBezTo>
                  <a:lnTo>
                    <a:pt x="4344" y="4775"/>
                  </a:lnTo>
                  <a:lnTo>
                    <a:pt x="5535" y="3584"/>
                  </a:lnTo>
                  <a:lnTo>
                    <a:pt x="2124" y="173"/>
                  </a:lnTo>
                  <a:lnTo>
                    <a:pt x="195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0"/>
            <p:cNvSpPr/>
            <p:nvPr/>
          </p:nvSpPr>
          <p:spPr>
            <a:xfrm>
              <a:off x="910367" y="1993449"/>
              <a:ext cx="317223" cy="314788"/>
            </a:xfrm>
            <a:custGeom>
              <a:rect b="b" l="l" r="r" t="t"/>
              <a:pathLst>
                <a:path extrusionOk="0" h="12024" w="12117">
                  <a:moveTo>
                    <a:pt x="7766" y="0"/>
                  </a:moveTo>
                  <a:cubicBezTo>
                    <a:pt x="7522" y="0"/>
                    <a:pt x="7278" y="93"/>
                    <a:pt x="7091" y="278"/>
                  </a:cubicBezTo>
                  <a:lnTo>
                    <a:pt x="0" y="7369"/>
                  </a:lnTo>
                  <a:lnTo>
                    <a:pt x="4651" y="12024"/>
                  </a:lnTo>
                  <a:lnTo>
                    <a:pt x="11741" y="4928"/>
                  </a:lnTo>
                  <a:cubicBezTo>
                    <a:pt x="12116" y="4558"/>
                    <a:pt x="12116" y="3953"/>
                    <a:pt x="11741" y="3583"/>
                  </a:cubicBezTo>
                  <a:lnTo>
                    <a:pt x="8441" y="278"/>
                  </a:lnTo>
                  <a:cubicBezTo>
                    <a:pt x="8254" y="93"/>
                    <a:pt x="8010" y="0"/>
                    <a:pt x="776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0"/>
            <p:cNvSpPr/>
            <p:nvPr/>
          </p:nvSpPr>
          <p:spPr>
            <a:xfrm>
              <a:off x="910367" y="1993449"/>
              <a:ext cx="232452" cy="204492"/>
            </a:xfrm>
            <a:custGeom>
              <a:rect b="b" l="l" r="r" t="t"/>
              <a:pathLst>
                <a:path extrusionOk="0" h="7811" w="8879">
                  <a:moveTo>
                    <a:pt x="7766" y="0"/>
                  </a:moveTo>
                  <a:cubicBezTo>
                    <a:pt x="7522" y="0"/>
                    <a:pt x="7278" y="93"/>
                    <a:pt x="7091" y="278"/>
                  </a:cubicBezTo>
                  <a:lnTo>
                    <a:pt x="0" y="7369"/>
                  </a:lnTo>
                  <a:lnTo>
                    <a:pt x="442" y="7811"/>
                  </a:lnTo>
                  <a:lnTo>
                    <a:pt x="7533" y="715"/>
                  </a:lnTo>
                  <a:cubicBezTo>
                    <a:pt x="7718" y="530"/>
                    <a:pt x="7962" y="438"/>
                    <a:pt x="8206" y="438"/>
                  </a:cubicBezTo>
                  <a:cubicBezTo>
                    <a:pt x="8449" y="438"/>
                    <a:pt x="8693" y="530"/>
                    <a:pt x="8878" y="715"/>
                  </a:cubicBezTo>
                  <a:lnTo>
                    <a:pt x="8441" y="278"/>
                  </a:lnTo>
                  <a:cubicBezTo>
                    <a:pt x="8254" y="93"/>
                    <a:pt x="8010" y="0"/>
                    <a:pt x="77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0"/>
            <p:cNvSpPr/>
            <p:nvPr/>
          </p:nvSpPr>
          <p:spPr>
            <a:xfrm>
              <a:off x="856018" y="2253129"/>
              <a:ext cx="109328" cy="87179"/>
            </a:xfrm>
            <a:custGeom>
              <a:rect b="b" l="l" r="r" t="t"/>
              <a:pathLst>
                <a:path extrusionOk="0" h="3330" w="4176">
                  <a:moveTo>
                    <a:pt x="2350" y="1"/>
                  </a:moveTo>
                  <a:lnTo>
                    <a:pt x="1" y="2354"/>
                  </a:lnTo>
                  <a:lnTo>
                    <a:pt x="1101" y="2758"/>
                  </a:lnTo>
                  <a:lnTo>
                    <a:pt x="2677" y="3330"/>
                  </a:lnTo>
                  <a:lnTo>
                    <a:pt x="4176" y="1826"/>
                  </a:lnTo>
                  <a:lnTo>
                    <a:pt x="3104" y="755"/>
                  </a:lnTo>
                  <a:lnTo>
                    <a:pt x="2350"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0"/>
            <p:cNvSpPr/>
            <p:nvPr/>
          </p:nvSpPr>
          <p:spPr>
            <a:xfrm>
              <a:off x="884947" y="2292529"/>
              <a:ext cx="67832" cy="47648"/>
            </a:xfrm>
            <a:custGeom>
              <a:rect b="b" l="l" r="r" t="t"/>
              <a:pathLst>
                <a:path extrusionOk="0" h="1820" w="2591">
                  <a:moveTo>
                    <a:pt x="1519" y="0"/>
                  </a:moveTo>
                  <a:cubicBezTo>
                    <a:pt x="1352" y="0"/>
                    <a:pt x="1185" y="64"/>
                    <a:pt x="1058" y="191"/>
                  </a:cubicBezTo>
                  <a:lnTo>
                    <a:pt x="1" y="1248"/>
                  </a:lnTo>
                  <a:lnTo>
                    <a:pt x="1577" y="1820"/>
                  </a:lnTo>
                  <a:lnTo>
                    <a:pt x="2590" y="806"/>
                  </a:lnTo>
                  <a:lnTo>
                    <a:pt x="1980" y="191"/>
                  </a:lnTo>
                  <a:cubicBezTo>
                    <a:pt x="1853" y="64"/>
                    <a:pt x="1686" y="0"/>
                    <a:pt x="15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0"/>
            <p:cNvSpPr/>
            <p:nvPr/>
          </p:nvSpPr>
          <p:spPr>
            <a:xfrm>
              <a:off x="987075" y="2071884"/>
              <a:ext cx="161269" cy="157865"/>
            </a:xfrm>
            <a:custGeom>
              <a:rect b="b" l="l" r="r" t="t"/>
              <a:pathLst>
                <a:path extrusionOk="0" h="6030" w="6160">
                  <a:moveTo>
                    <a:pt x="4185" y="1"/>
                  </a:moveTo>
                  <a:cubicBezTo>
                    <a:pt x="4022" y="1"/>
                    <a:pt x="3858" y="63"/>
                    <a:pt x="3734" y="188"/>
                  </a:cubicBezTo>
                  <a:lnTo>
                    <a:pt x="251" y="3671"/>
                  </a:lnTo>
                  <a:cubicBezTo>
                    <a:pt x="1" y="3916"/>
                    <a:pt x="1" y="4320"/>
                    <a:pt x="251" y="4570"/>
                  </a:cubicBezTo>
                  <a:lnTo>
                    <a:pt x="1529" y="5843"/>
                  </a:lnTo>
                  <a:cubicBezTo>
                    <a:pt x="1651" y="5968"/>
                    <a:pt x="1813" y="6030"/>
                    <a:pt x="1976" y="6030"/>
                  </a:cubicBezTo>
                  <a:cubicBezTo>
                    <a:pt x="2139" y="6030"/>
                    <a:pt x="2302" y="5968"/>
                    <a:pt x="2427" y="5843"/>
                  </a:cubicBezTo>
                  <a:lnTo>
                    <a:pt x="5910" y="2360"/>
                  </a:lnTo>
                  <a:cubicBezTo>
                    <a:pt x="6160" y="2115"/>
                    <a:pt x="6160" y="1711"/>
                    <a:pt x="5910" y="1461"/>
                  </a:cubicBezTo>
                  <a:lnTo>
                    <a:pt x="4637" y="188"/>
                  </a:lnTo>
                  <a:cubicBezTo>
                    <a:pt x="4512" y="63"/>
                    <a:pt x="4348" y="1"/>
                    <a:pt x="4185"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0"/>
            <p:cNvSpPr/>
            <p:nvPr/>
          </p:nvSpPr>
          <p:spPr>
            <a:xfrm>
              <a:off x="848975" y="1987716"/>
              <a:ext cx="384898" cy="358221"/>
            </a:xfrm>
            <a:custGeom>
              <a:rect b="b" l="l" r="r" t="t"/>
              <a:pathLst>
                <a:path extrusionOk="0" h="13683" w="14702">
                  <a:moveTo>
                    <a:pt x="2879" y="8433"/>
                  </a:moveTo>
                  <a:lnTo>
                    <a:pt x="6150" y="11705"/>
                  </a:lnTo>
                  <a:lnTo>
                    <a:pt x="5329" y="12531"/>
                  </a:lnTo>
                  <a:lnTo>
                    <a:pt x="2052" y="9259"/>
                  </a:lnTo>
                  <a:lnTo>
                    <a:pt x="2879" y="8433"/>
                  </a:lnTo>
                  <a:close/>
                  <a:moveTo>
                    <a:pt x="10113" y="1"/>
                  </a:moveTo>
                  <a:cubicBezTo>
                    <a:pt x="9813" y="1"/>
                    <a:pt x="9513" y="115"/>
                    <a:pt x="9282" y="343"/>
                  </a:cubicBezTo>
                  <a:lnTo>
                    <a:pt x="2192" y="7434"/>
                  </a:lnTo>
                  <a:cubicBezTo>
                    <a:pt x="2105" y="7516"/>
                    <a:pt x="2105" y="7655"/>
                    <a:pt x="2192" y="7741"/>
                  </a:cubicBezTo>
                  <a:lnTo>
                    <a:pt x="2566" y="8121"/>
                  </a:lnTo>
                  <a:lnTo>
                    <a:pt x="1586" y="9106"/>
                  </a:lnTo>
                  <a:cubicBezTo>
                    <a:pt x="1500" y="9192"/>
                    <a:pt x="1500" y="9331"/>
                    <a:pt x="1586" y="9413"/>
                  </a:cubicBezTo>
                  <a:lnTo>
                    <a:pt x="2307" y="10134"/>
                  </a:lnTo>
                  <a:lnTo>
                    <a:pt x="1759" y="10686"/>
                  </a:lnTo>
                  <a:cubicBezTo>
                    <a:pt x="1604" y="10845"/>
                    <a:pt x="1747" y="11060"/>
                    <a:pt x="1917" y="11060"/>
                  </a:cubicBezTo>
                  <a:cubicBezTo>
                    <a:pt x="1968" y="11060"/>
                    <a:pt x="2022" y="11040"/>
                    <a:pt x="2072" y="10994"/>
                  </a:cubicBezTo>
                  <a:lnTo>
                    <a:pt x="2619" y="10446"/>
                  </a:lnTo>
                  <a:lnTo>
                    <a:pt x="4132" y="11964"/>
                  </a:lnTo>
                  <a:lnTo>
                    <a:pt x="2893" y="13208"/>
                  </a:lnTo>
                  <a:lnTo>
                    <a:pt x="669" y="12401"/>
                  </a:lnTo>
                  <a:lnTo>
                    <a:pt x="1413" y="11657"/>
                  </a:lnTo>
                  <a:cubicBezTo>
                    <a:pt x="1569" y="11497"/>
                    <a:pt x="1424" y="11280"/>
                    <a:pt x="1255" y="11280"/>
                  </a:cubicBezTo>
                  <a:cubicBezTo>
                    <a:pt x="1205" y="11280"/>
                    <a:pt x="1153" y="11299"/>
                    <a:pt x="1106" y="11344"/>
                  </a:cubicBezTo>
                  <a:lnTo>
                    <a:pt x="111" y="12334"/>
                  </a:lnTo>
                  <a:cubicBezTo>
                    <a:pt x="1" y="12449"/>
                    <a:pt x="44" y="12641"/>
                    <a:pt x="193" y="12694"/>
                  </a:cubicBezTo>
                  <a:lnTo>
                    <a:pt x="2874" y="13669"/>
                  </a:lnTo>
                  <a:cubicBezTo>
                    <a:pt x="2898" y="13678"/>
                    <a:pt x="2923" y="13683"/>
                    <a:pt x="2948" y="13683"/>
                  </a:cubicBezTo>
                  <a:cubicBezTo>
                    <a:pt x="3004" y="13683"/>
                    <a:pt x="3061" y="13661"/>
                    <a:pt x="3104" y="13621"/>
                  </a:cubicBezTo>
                  <a:lnTo>
                    <a:pt x="4445" y="12276"/>
                  </a:lnTo>
                  <a:lnTo>
                    <a:pt x="5165" y="12997"/>
                  </a:lnTo>
                  <a:cubicBezTo>
                    <a:pt x="5209" y="13040"/>
                    <a:pt x="5265" y="13062"/>
                    <a:pt x="5321" y="13062"/>
                  </a:cubicBezTo>
                  <a:cubicBezTo>
                    <a:pt x="5378" y="13062"/>
                    <a:pt x="5434" y="13040"/>
                    <a:pt x="5478" y="12997"/>
                  </a:cubicBezTo>
                  <a:lnTo>
                    <a:pt x="6458" y="12012"/>
                  </a:lnTo>
                  <a:lnTo>
                    <a:pt x="6837" y="12392"/>
                  </a:lnTo>
                  <a:cubicBezTo>
                    <a:pt x="6880" y="12435"/>
                    <a:pt x="6937" y="12456"/>
                    <a:pt x="6993" y="12456"/>
                  </a:cubicBezTo>
                  <a:cubicBezTo>
                    <a:pt x="7050" y="12456"/>
                    <a:pt x="7106" y="12435"/>
                    <a:pt x="7149" y="12392"/>
                  </a:cubicBezTo>
                  <a:lnTo>
                    <a:pt x="12559" y="6982"/>
                  </a:lnTo>
                  <a:cubicBezTo>
                    <a:pt x="12711" y="6823"/>
                    <a:pt x="12565" y="6606"/>
                    <a:pt x="12396" y="6606"/>
                  </a:cubicBezTo>
                  <a:cubicBezTo>
                    <a:pt x="12346" y="6606"/>
                    <a:pt x="12294" y="6625"/>
                    <a:pt x="12246" y="6670"/>
                  </a:cubicBezTo>
                  <a:lnTo>
                    <a:pt x="6991" y="11926"/>
                  </a:lnTo>
                  <a:lnTo>
                    <a:pt x="2658" y="7588"/>
                  </a:lnTo>
                  <a:lnTo>
                    <a:pt x="9595" y="651"/>
                  </a:lnTo>
                  <a:cubicBezTo>
                    <a:pt x="9736" y="509"/>
                    <a:pt x="9924" y="438"/>
                    <a:pt x="10112" y="438"/>
                  </a:cubicBezTo>
                  <a:cubicBezTo>
                    <a:pt x="10300" y="438"/>
                    <a:pt x="10488" y="509"/>
                    <a:pt x="10632" y="651"/>
                  </a:cubicBezTo>
                  <a:lnTo>
                    <a:pt x="13933" y="3956"/>
                  </a:lnTo>
                  <a:cubicBezTo>
                    <a:pt x="14221" y="4239"/>
                    <a:pt x="14221" y="4705"/>
                    <a:pt x="13933" y="4993"/>
                  </a:cubicBezTo>
                  <a:lnTo>
                    <a:pt x="12866" y="6060"/>
                  </a:lnTo>
                  <a:cubicBezTo>
                    <a:pt x="12700" y="6218"/>
                    <a:pt x="12851" y="6442"/>
                    <a:pt x="13024" y="6442"/>
                  </a:cubicBezTo>
                  <a:cubicBezTo>
                    <a:pt x="13076" y="6442"/>
                    <a:pt x="13130" y="6421"/>
                    <a:pt x="13178" y="6372"/>
                  </a:cubicBezTo>
                  <a:lnTo>
                    <a:pt x="14245" y="5301"/>
                  </a:lnTo>
                  <a:cubicBezTo>
                    <a:pt x="14701" y="4844"/>
                    <a:pt x="14701" y="4100"/>
                    <a:pt x="14245" y="3643"/>
                  </a:cubicBezTo>
                  <a:lnTo>
                    <a:pt x="10940" y="343"/>
                  </a:lnTo>
                  <a:cubicBezTo>
                    <a:pt x="10712" y="115"/>
                    <a:pt x="10413" y="1"/>
                    <a:pt x="10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0"/>
            <p:cNvSpPr/>
            <p:nvPr/>
          </p:nvSpPr>
          <p:spPr>
            <a:xfrm>
              <a:off x="980792" y="2066151"/>
              <a:ext cx="173835" cy="169358"/>
            </a:xfrm>
            <a:custGeom>
              <a:rect b="b" l="l" r="r" t="t"/>
              <a:pathLst>
                <a:path extrusionOk="0" h="6469" w="6640">
                  <a:moveTo>
                    <a:pt x="4428" y="439"/>
                  </a:moveTo>
                  <a:cubicBezTo>
                    <a:pt x="4534" y="439"/>
                    <a:pt x="4641" y="479"/>
                    <a:pt x="4723" y="561"/>
                  </a:cubicBezTo>
                  <a:lnTo>
                    <a:pt x="5996" y="1834"/>
                  </a:lnTo>
                  <a:cubicBezTo>
                    <a:pt x="6073" y="1911"/>
                    <a:pt x="6116" y="2021"/>
                    <a:pt x="6116" y="2132"/>
                  </a:cubicBezTo>
                  <a:cubicBezTo>
                    <a:pt x="6116" y="2238"/>
                    <a:pt x="6073" y="2348"/>
                    <a:pt x="5996" y="2425"/>
                  </a:cubicBezTo>
                  <a:lnTo>
                    <a:pt x="2513" y="5908"/>
                  </a:lnTo>
                  <a:cubicBezTo>
                    <a:pt x="2431" y="5987"/>
                    <a:pt x="2325" y="6027"/>
                    <a:pt x="2218" y="6027"/>
                  </a:cubicBezTo>
                  <a:cubicBezTo>
                    <a:pt x="2111" y="6027"/>
                    <a:pt x="2004" y="5987"/>
                    <a:pt x="1922" y="5908"/>
                  </a:cubicBezTo>
                  <a:lnTo>
                    <a:pt x="649" y="4630"/>
                  </a:lnTo>
                  <a:cubicBezTo>
                    <a:pt x="486" y="4467"/>
                    <a:pt x="486" y="4207"/>
                    <a:pt x="649" y="4044"/>
                  </a:cubicBezTo>
                  <a:lnTo>
                    <a:pt x="4132" y="561"/>
                  </a:lnTo>
                  <a:cubicBezTo>
                    <a:pt x="4214" y="479"/>
                    <a:pt x="4321" y="439"/>
                    <a:pt x="4428" y="439"/>
                  </a:cubicBezTo>
                  <a:close/>
                  <a:moveTo>
                    <a:pt x="4425" y="0"/>
                  </a:moveTo>
                  <a:cubicBezTo>
                    <a:pt x="4207" y="0"/>
                    <a:pt x="3988" y="83"/>
                    <a:pt x="3820" y="249"/>
                  </a:cubicBezTo>
                  <a:lnTo>
                    <a:pt x="337" y="3732"/>
                  </a:lnTo>
                  <a:cubicBezTo>
                    <a:pt x="1" y="4068"/>
                    <a:pt x="1" y="4611"/>
                    <a:pt x="337" y="4942"/>
                  </a:cubicBezTo>
                  <a:lnTo>
                    <a:pt x="1610" y="6220"/>
                  </a:lnTo>
                  <a:cubicBezTo>
                    <a:pt x="1778" y="6386"/>
                    <a:pt x="1998" y="6469"/>
                    <a:pt x="2217" y="6469"/>
                  </a:cubicBezTo>
                  <a:cubicBezTo>
                    <a:pt x="2436" y="6469"/>
                    <a:pt x="2655" y="6386"/>
                    <a:pt x="2821" y="6220"/>
                  </a:cubicBezTo>
                  <a:lnTo>
                    <a:pt x="6304" y="2737"/>
                  </a:lnTo>
                  <a:cubicBezTo>
                    <a:pt x="6640" y="2401"/>
                    <a:pt x="6640" y="1858"/>
                    <a:pt x="6304" y="1527"/>
                  </a:cubicBezTo>
                  <a:lnTo>
                    <a:pt x="5030" y="249"/>
                  </a:lnTo>
                  <a:cubicBezTo>
                    <a:pt x="4862" y="83"/>
                    <a:pt x="4644" y="0"/>
                    <a:pt x="44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6" name="Google Shape;8786;p80"/>
          <p:cNvGrpSpPr/>
          <p:nvPr/>
        </p:nvGrpSpPr>
        <p:grpSpPr>
          <a:xfrm>
            <a:off x="2255731" y="2927892"/>
            <a:ext cx="226405" cy="386260"/>
            <a:chOff x="2255731" y="2927892"/>
            <a:chExt cx="226405" cy="386260"/>
          </a:xfrm>
        </p:grpSpPr>
        <p:sp>
          <p:nvSpPr>
            <p:cNvPr id="8787" name="Google Shape;8787;p80"/>
            <p:cNvSpPr/>
            <p:nvPr/>
          </p:nvSpPr>
          <p:spPr>
            <a:xfrm>
              <a:off x="2341366" y="3257786"/>
              <a:ext cx="54114" cy="50711"/>
            </a:xfrm>
            <a:custGeom>
              <a:rect b="b" l="l" r="r" t="t"/>
              <a:pathLst>
                <a:path extrusionOk="0" h="1937" w="2067">
                  <a:moveTo>
                    <a:pt x="1" y="0"/>
                  </a:moveTo>
                  <a:lnTo>
                    <a:pt x="1" y="1360"/>
                  </a:lnTo>
                  <a:cubicBezTo>
                    <a:pt x="1" y="1677"/>
                    <a:pt x="260" y="1936"/>
                    <a:pt x="577" y="1936"/>
                  </a:cubicBezTo>
                  <a:lnTo>
                    <a:pt x="1490" y="1936"/>
                  </a:lnTo>
                  <a:cubicBezTo>
                    <a:pt x="1812" y="1936"/>
                    <a:pt x="2067" y="1677"/>
                    <a:pt x="2067" y="1360"/>
                  </a:cubicBezTo>
                  <a:lnTo>
                    <a:pt x="206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0"/>
            <p:cNvSpPr/>
            <p:nvPr/>
          </p:nvSpPr>
          <p:spPr>
            <a:xfrm>
              <a:off x="2354954" y="3257786"/>
              <a:ext cx="40527" cy="50711"/>
            </a:xfrm>
            <a:custGeom>
              <a:rect b="b" l="l" r="r" t="t"/>
              <a:pathLst>
                <a:path extrusionOk="0" h="1937" w="1548">
                  <a:moveTo>
                    <a:pt x="515" y="0"/>
                  </a:moveTo>
                  <a:lnTo>
                    <a:pt x="515" y="1360"/>
                  </a:lnTo>
                  <a:cubicBezTo>
                    <a:pt x="515" y="1653"/>
                    <a:pt x="294" y="1902"/>
                    <a:pt x="1" y="1931"/>
                  </a:cubicBezTo>
                  <a:cubicBezTo>
                    <a:pt x="20" y="1936"/>
                    <a:pt x="39" y="1936"/>
                    <a:pt x="58" y="1936"/>
                  </a:cubicBezTo>
                  <a:lnTo>
                    <a:pt x="971" y="1936"/>
                  </a:lnTo>
                  <a:cubicBezTo>
                    <a:pt x="1293" y="1936"/>
                    <a:pt x="1548" y="1677"/>
                    <a:pt x="1548" y="1360"/>
                  </a:cubicBezTo>
                  <a:lnTo>
                    <a:pt x="1548"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0"/>
            <p:cNvSpPr/>
            <p:nvPr/>
          </p:nvSpPr>
          <p:spPr>
            <a:xfrm>
              <a:off x="2261386" y="2933547"/>
              <a:ext cx="215095" cy="344764"/>
            </a:xfrm>
            <a:custGeom>
              <a:rect b="b" l="l" r="r" t="t"/>
              <a:pathLst>
                <a:path extrusionOk="0" h="13169" w="8216">
                  <a:moveTo>
                    <a:pt x="3171" y="0"/>
                  </a:moveTo>
                  <a:cubicBezTo>
                    <a:pt x="1423" y="0"/>
                    <a:pt x="0" y="1417"/>
                    <a:pt x="0" y="3171"/>
                  </a:cubicBezTo>
                  <a:lnTo>
                    <a:pt x="0" y="10579"/>
                  </a:lnTo>
                  <a:cubicBezTo>
                    <a:pt x="5" y="12010"/>
                    <a:pt x="1163" y="13168"/>
                    <a:pt x="2595" y="13168"/>
                  </a:cubicBezTo>
                  <a:lnTo>
                    <a:pt x="5621" y="13168"/>
                  </a:lnTo>
                  <a:cubicBezTo>
                    <a:pt x="7053" y="13168"/>
                    <a:pt x="8215" y="12005"/>
                    <a:pt x="8215" y="10579"/>
                  </a:cubicBezTo>
                  <a:lnTo>
                    <a:pt x="8215" y="3171"/>
                  </a:lnTo>
                  <a:cubicBezTo>
                    <a:pt x="8215" y="1417"/>
                    <a:pt x="6793" y="0"/>
                    <a:pt x="5045"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0"/>
            <p:cNvSpPr/>
            <p:nvPr/>
          </p:nvSpPr>
          <p:spPr>
            <a:xfrm>
              <a:off x="2337989" y="2933547"/>
              <a:ext cx="138492" cy="344764"/>
            </a:xfrm>
            <a:custGeom>
              <a:rect b="b" l="l" r="r" t="t"/>
              <a:pathLst>
                <a:path extrusionOk="0" h="13169" w="5290">
                  <a:moveTo>
                    <a:pt x="245" y="0"/>
                  </a:moveTo>
                  <a:cubicBezTo>
                    <a:pt x="164" y="0"/>
                    <a:pt x="82" y="5"/>
                    <a:pt x="0" y="10"/>
                  </a:cubicBezTo>
                  <a:cubicBezTo>
                    <a:pt x="1648" y="140"/>
                    <a:pt x="2921" y="1514"/>
                    <a:pt x="2926" y="3171"/>
                  </a:cubicBezTo>
                  <a:lnTo>
                    <a:pt x="2926" y="10579"/>
                  </a:lnTo>
                  <a:cubicBezTo>
                    <a:pt x="2926" y="12010"/>
                    <a:pt x="1763" y="13168"/>
                    <a:pt x="332" y="13168"/>
                  </a:cubicBezTo>
                  <a:lnTo>
                    <a:pt x="2695" y="13168"/>
                  </a:lnTo>
                  <a:cubicBezTo>
                    <a:pt x="4127" y="13168"/>
                    <a:pt x="5289" y="12010"/>
                    <a:pt x="5289" y="10579"/>
                  </a:cubicBezTo>
                  <a:lnTo>
                    <a:pt x="5289" y="3171"/>
                  </a:lnTo>
                  <a:cubicBezTo>
                    <a:pt x="5289" y="1417"/>
                    <a:pt x="3872" y="0"/>
                    <a:pt x="2119" y="0"/>
                  </a:cubicBez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0"/>
            <p:cNvSpPr/>
            <p:nvPr/>
          </p:nvSpPr>
          <p:spPr>
            <a:xfrm>
              <a:off x="2341759" y="2989258"/>
              <a:ext cx="54219" cy="52857"/>
            </a:xfrm>
            <a:custGeom>
              <a:rect b="b" l="l" r="r" t="t"/>
              <a:pathLst>
                <a:path extrusionOk="0" h="2019" w="2071">
                  <a:moveTo>
                    <a:pt x="1038" y="0"/>
                  </a:moveTo>
                  <a:cubicBezTo>
                    <a:pt x="466" y="0"/>
                    <a:pt x="0" y="462"/>
                    <a:pt x="5" y="1033"/>
                  </a:cubicBezTo>
                  <a:lnTo>
                    <a:pt x="5" y="1442"/>
                  </a:lnTo>
                  <a:cubicBezTo>
                    <a:pt x="5" y="1759"/>
                    <a:pt x="260" y="2018"/>
                    <a:pt x="582" y="2018"/>
                  </a:cubicBezTo>
                  <a:lnTo>
                    <a:pt x="1494" y="2018"/>
                  </a:lnTo>
                  <a:cubicBezTo>
                    <a:pt x="1811" y="2018"/>
                    <a:pt x="2071" y="1759"/>
                    <a:pt x="2071" y="1442"/>
                  </a:cubicBezTo>
                  <a:lnTo>
                    <a:pt x="2071" y="1033"/>
                  </a:lnTo>
                  <a:cubicBezTo>
                    <a:pt x="2071" y="462"/>
                    <a:pt x="1610" y="0"/>
                    <a:pt x="103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0"/>
            <p:cNvSpPr/>
            <p:nvPr/>
          </p:nvSpPr>
          <p:spPr>
            <a:xfrm>
              <a:off x="2355451" y="2989258"/>
              <a:ext cx="40527" cy="52857"/>
            </a:xfrm>
            <a:custGeom>
              <a:rect b="b" l="l" r="r" t="t"/>
              <a:pathLst>
                <a:path extrusionOk="0" h="2019" w="1548">
                  <a:moveTo>
                    <a:pt x="515" y="0"/>
                  </a:moveTo>
                  <a:cubicBezTo>
                    <a:pt x="332" y="0"/>
                    <a:pt x="155" y="48"/>
                    <a:pt x="1" y="140"/>
                  </a:cubicBezTo>
                  <a:cubicBezTo>
                    <a:pt x="318" y="322"/>
                    <a:pt x="515" y="663"/>
                    <a:pt x="515" y="1033"/>
                  </a:cubicBezTo>
                  <a:lnTo>
                    <a:pt x="515" y="1442"/>
                  </a:lnTo>
                  <a:cubicBezTo>
                    <a:pt x="515" y="1735"/>
                    <a:pt x="294" y="1984"/>
                    <a:pt x="1" y="2013"/>
                  </a:cubicBezTo>
                  <a:cubicBezTo>
                    <a:pt x="20" y="2018"/>
                    <a:pt x="39" y="2018"/>
                    <a:pt x="59" y="2018"/>
                  </a:cubicBezTo>
                  <a:lnTo>
                    <a:pt x="971" y="2018"/>
                  </a:lnTo>
                  <a:cubicBezTo>
                    <a:pt x="1288" y="2018"/>
                    <a:pt x="1548" y="1759"/>
                    <a:pt x="1548" y="1442"/>
                  </a:cubicBezTo>
                  <a:lnTo>
                    <a:pt x="1548" y="1033"/>
                  </a:lnTo>
                  <a:cubicBezTo>
                    <a:pt x="1548" y="462"/>
                    <a:pt x="1087" y="0"/>
                    <a:pt x="515"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0"/>
            <p:cNvSpPr/>
            <p:nvPr/>
          </p:nvSpPr>
          <p:spPr>
            <a:xfrm>
              <a:off x="2261386" y="3058687"/>
              <a:ext cx="33982" cy="124538"/>
            </a:xfrm>
            <a:custGeom>
              <a:rect b="b" l="l" r="r" t="t"/>
              <a:pathLst>
                <a:path extrusionOk="0" h="4757" w="1298">
                  <a:moveTo>
                    <a:pt x="0" y="0"/>
                  </a:moveTo>
                  <a:lnTo>
                    <a:pt x="0" y="4756"/>
                  </a:lnTo>
                  <a:lnTo>
                    <a:pt x="721" y="4756"/>
                  </a:lnTo>
                  <a:cubicBezTo>
                    <a:pt x="1043" y="4756"/>
                    <a:pt x="1298" y="4497"/>
                    <a:pt x="1298" y="4180"/>
                  </a:cubicBezTo>
                  <a:lnTo>
                    <a:pt x="1298" y="577"/>
                  </a:lnTo>
                  <a:cubicBezTo>
                    <a:pt x="1298" y="260"/>
                    <a:pt x="1043" y="0"/>
                    <a:pt x="7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0"/>
            <p:cNvSpPr/>
            <p:nvPr/>
          </p:nvSpPr>
          <p:spPr>
            <a:xfrm>
              <a:off x="2263271" y="3058687"/>
              <a:ext cx="32097" cy="124538"/>
            </a:xfrm>
            <a:custGeom>
              <a:rect b="b" l="l" r="r" t="t"/>
              <a:pathLst>
                <a:path extrusionOk="0" h="4757" w="1226">
                  <a:moveTo>
                    <a:pt x="1" y="0"/>
                  </a:moveTo>
                  <a:cubicBezTo>
                    <a:pt x="322" y="0"/>
                    <a:pt x="577" y="260"/>
                    <a:pt x="577" y="577"/>
                  </a:cubicBezTo>
                  <a:lnTo>
                    <a:pt x="577" y="4180"/>
                  </a:lnTo>
                  <a:cubicBezTo>
                    <a:pt x="577" y="4502"/>
                    <a:pt x="322" y="4756"/>
                    <a:pt x="1" y="4756"/>
                  </a:cubicBezTo>
                  <a:lnTo>
                    <a:pt x="649" y="4756"/>
                  </a:lnTo>
                  <a:cubicBezTo>
                    <a:pt x="971" y="4756"/>
                    <a:pt x="1226" y="4502"/>
                    <a:pt x="1226" y="4180"/>
                  </a:cubicBezTo>
                  <a:lnTo>
                    <a:pt x="1226" y="577"/>
                  </a:lnTo>
                  <a:cubicBezTo>
                    <a:pt x="1226" y="260"/>
                    <a:pt x="971" y="0"/>
                    <a:pt x="649" y="0"/>
                  </a:cubicBez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0"/>
            <p:cNvSpPr/>
            <p:nvPr/>
          </p:nvSpPr>
          <p:spPr>
            <a:xfrm>
              <a:off x="2442500" y="3058687"/>
              <a:ext cx="33982" cy="124538"/>
            </a:xfrm>
            <a:custGeom>
              <a:rect b="b" l="l" r="r" t="t"/>
              <a:pathLst>
                <a:path extrusionOk="0" h="4757" w="1298">
                  <a:moveTo>
                    <a:pt x="577" y="0"/>
                  </a:moveTo>
                  <a:cubicBezTo>
                    <a:pt x="260" y="0"/>
                    <a:pt x="0" y="260"/>
                    <a:pt x="0" y="577"/>
                  </a:cubicBezTo>
                  <a:lnTo>
                    <a:pt x="0" y="4180"/>
                  </a:lnTo>
                  <a:cubicBezTo>
                    <a:pt x="0" y="4497"/>
                    <a:pt x="260" y="4756"/>
                    <a:pt x="577" y="4756"/>
                  </a:cubicBezTo>
                  <a:lnTo>
                    <a:pt x="1297" y="4756"/>
                  </a:lnTo>
                  <a:lnTo>
                    <a:pt x="129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0"/>
            <p:cNvSpPr/>
            <p:nvPr/>
          </p:nvSpPr>
          <p:spPr>
            <a:xfrm>
              <a:off x="2459464" y="3058687"/>
              <a:ext cx="17017" cy="124538"/>
            </a:xfrm>
            <a:custGeom>
              <a:rect b="b" l="l" r="r" t="t"/>
              <a:pathLst>
                <a:path extrusionOk="0" h="4757" w="650">
                  <a:moveTo>
                    <a:pt x="1" y="0"/>
                  </a:moveTo>
                  <a:lnTo>
                    <a:pt x="1" y="4756"/>
                  </a:lnTo>
                  <a:lnTo>
                    <a:pt x="649" y="4756"/>
                  </a:lnTo>
                  <a:lnTo>
                    <a:pt x="649"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0"/>
            <p:cNvSpPr/>
            <p:nvPr/>
          </p:nvSpPr>
          <p:spPr>
            <a:xfrm>
              <a:off x="2255731" y="2927892"/>
              <a:ext cx="226405" cy="386260"/>
            </a:xfrm>
            <a:custGeom>
              <a:rect b="b" l="l" r="r" t="t"/>
              <a:pathLst>
                <a:path extrusionOk="0" h="14754" w="8648">
                  <a:moveTo>
                    <a:pt x="4324" y="2561"/>
                  </a:moveTo>
                  <a:cubicBezTo>
                    <a:pt x="4771" y="2561"/>
                    <a:pt x="5136" y="2926"/>
                    <a:pt x="5141" y="3377"/>
                  </a:cubicBezTo>
                  <a:lnTo>
                    <a:pt x="5141" y="3786"/>
                  </a:lnTo>
                  <a:cubicBezTo>
                    <a:pt x="5141" y="3983"/>
                    <a:pt x="4982" y="4146"/>
                    <a:pt x="4780" y="4146"/>
                  </a:cubicBezTo>
                  <a:lnTo>
                    <a:pt x="3868" y="4146"/>
                  </a:lnTo>
                  <a:cubicBezTo>
                    <a:pt x="3666" y="4146"/>
                    <a:pt x="3507" y="3983"/>
                    <a:pt x="3507" y="3786"/>
                  </a:cubicBezTo>
                  <a:lnTo>
                    <a:pt x="3507" y="3377"/>
                  </a:lnTo>
                  <a:cubicBezTo>
                    <a:pt x="3507" y="2926"/>
                    <a:pt x="3872" y="2561"/>
                    <a:pt x="4324" y="2561"/>
                  </a:cubicBezTo>
                  <a:close/>
                  <a:moveTo>
                    <a:pt x="5121" y="13600"/>
                  </a:moveTo>
                  <a:lnTo>
                    <a:pt x="5126" y="13961"/>
                  </a:lnTo>
                  <a:cubicBezTo>
                    <a:pt x="5126" y="14158"/>
                    <a:pt x="4963" y="14321"/>
                    <a:pt x="4766" y="14321"/>
                  </a:cubicBezTo>
                  <a:lnTo>
                    <a:pt x="3848" y="14321"/>
                  </a:lnTo>
                  <a:cubicBezTo>
                    <a:pt x="3651" y="14321"/>
                    <a:pt x="3488" y="14158"/>
                    <a:pt x="3488" y="13961"/>
                  </a:cubicBezTo>
                  <a:lnTo>
                    <a:pt x="3488" y="13600"/>
                  </a:lnTo>
                  <a:close/>
                  <a:moveTo>
                    <a:pt x="3387" y="0"/>
                  </a:moveTo>
                  <a:cubicBezTo>
                    <a:pt x="1518" y="0"/>
                    <a:pt x="0" y="1518"/>
                    <a:pt x="0" y="3387"/>
                  </a:cubicBezTo>
                  <a:lnTo>
                    <a:pt x="0" y="3613"/>
                  </a:lnTo>
                  <a:cubicBezTo>
                    <a:pt x="0" y="3757"/>
                    <a:pt x="108" y="3829"/>
                    <a:pt x="216" y="3829"/>
                  </a:cubicBezTo>
                  <a:cubicBezTo>
                    <a:pt x="325" y="3829"/>
                    <a:pt x="433" y="3757"/>
                    <a:pt x="433" y="3613"/>
                  </a:cubicBezTo>
                  <a:lnTo>
                    <a:pt x="433" y="3387"/>
                  </a:lnTo>
                  <a:cubicBezTo>
                    <a:pt x="433" y="1754"/>
                    <a:pt x="1754" y="432"/>
                    <a:pt x="3387" y="432"/>
                  </a:cubicBezTo>
                  <a:lnTo>
                    <a:pt x="4108" y="432"/>
                  </a:lnTo>
                  <a:lnTo>
                    <a:pt x="4108" y="2147"/>
                  </a:lnTo>
                  <a:cubicBezTo>
                    <a:pt x="3507" y="2248"/>
                    <a:pt x="3070" y="2767"/>
                    <a:pt x="3070" y="3377"/>
                  </a:cubicBezTo>
                  <a:lnTo>
                    <a:pt x="3070" y="3786"/>
                  </a:lnTo>
                  <a:cubicBezTo>
                    <a:pt x="3070" y="4223"/>
                    <a:pt x="3426" y="4578"/>
                    <a:pt x="3863" y="4578"/>
                  </a:cubicBezTo>
                  <a:lnTo>
                    <a:pt x="4776" y="4578"/>
                  </a:lnTo>
                  <a:cubicBezTo>
                    <a:pt x="5213" y="4578"/>
                    <a:pt x="5568" y="4223"/>
                    <a:pt x="5568" y="3786"/>
                  </a:cubicBezTo>
                  <a:lnTo>
                    <a:pt x="5568" y="3377"/>
                  </a:lnTo>
                  <a:cubicBezTo>
                    <a:pt x="5568" y="2772"/>
                    <a:pt x="5136" y="2253"/>
                    <a:pt x="4540" y="2147"/>
                  </a:cubicBezTo>
                  <a:lnTo>
                    <a:pt x="4540" y="432"/>
                  </a:lnTo>
                  <a:lnTo>
                    <a:pt x="5261" y="432"/>
                  </a:lnTo>
                  <a:cubicBezTo>
                    <a:pt x="6889" y="432"/>
                    <a:pt x="8210" y="1754"/>
                    <a:pt x="8215" y="3387"/>
                  </a:cubicBezTo>
                  <a:lnTo>
                    <a:pt x="8215" y="4780"/>
                  </a:lnTo>
                  <a:lnTo>
                    <a:pt x="7711" y="4780"/>
                  </a:lnTo>
                  <a:cubicBezTo>
                    <a:pt x="7274" y="4780"/>
                    <a:pt x="6918" y="5136"/>
                    <a:pt x="6918" y="5573"/>
                  </a:cubicBezTo>
                  <a:lnTo>
                    <a:pt x="6918" y="5832"/>
                  </a:lnTo>
                  <a:cubicBezTo>
                    <a:pt x="6918" y="5976"/>
                    <a:pt x="7026" y="6048"/>
                    <a:pt x="7134" y="6048"/>
                  </a:cubicBezTo>
                  <a:cubicBezTo>
                    <a:pt x="7242" y="6048"/>
                    <a:pt x="7351" y="5976"/>
                    <a:pt x="7351" y="5832"/>
                  </a:cubicBezTo>
                  <a:lnTo>
                    <a:pt x="7351" y="5573"/>
                  </a:lnTo>
                  <a:cubicBezTo>
                    <a:pt x="7351" y="5376"/>
                    <a:pt x="7509" y="5212"/>
                    <a:pt x="7711" y="5212"/>
                  </a:cubicBezTo>
                  <a:lnTo>
                    <a:pt x="8215" y="5212"/>
                  </a:lnTo>
                  <a:lnTo>
                    <a:pt x="8215" y="9536"/>
                  </a:lnTo>
                  <a:lnTo>
                    <a:pt x="7711" y="9536"/>
                  </a:lnTo>
                  <a:cubicBezTo>
                    <a:pt x="7509" y="9536"/>
                    <a:pt x="7351" y="9378"/>
                    <a:pt x="7351" y="9176"/>
                  </a:cubicBezTo>
                  <a:lnTo>
                    <a:pt x="7351" y="6841"/>
                  </a:lnTo>
                  <a:cubicBezTo>
                    <a:pt x="7351" y="6697"/>
                    <a:pt x="7242" y="6625"/>
                    <a:pt x="7134" y="6625"/>
                  </a:cubicBezTo>
                  <a:cubicBezTo>
                    <a:pt x="7026" y="6625"/>
                    <a:pt x="6918" y="6697"/>
                    <a:pt x="6918" y="6841"/>
                  </a:cubicBezTo>
                  <a:lnTo>
                    <a:pt x="6918" y="9176"/>
                  </a:lnTo>
                  <a:cubicBezTo>
                    <a:pt x="6918" y="9613"/>
                    <a:pt x="7274" y="9968"/>
                    <a:pt x="7711" y="9968"/>
                  </a:cubicBezTo>
                  <a:lnTo>
                    <a:pt x="8215" y="9968"/>
                  </a:lnTo>
                  <a:lnTo>
                    <a:pt x="8215" y="10795"/>
                  </a:lnTo>
                  <a:cubicBezTo>
                    <a:pt x="8215" y="12106"/>
                    <a:pt x="7149" y="13168"/>
                    <a:pt x="5837" y="13168"/>
                  </a:cubicBezTo>
                  <a:lnTo>
                    <a:pt x="2811" y="13168"/>
                  </a:lnTo>
                  <a:cubicBezTo>
                    <a:pt x="1499" y="13168"/>
                    <a:pt x="437" y="12106"/>
                    <a:pt x="433" y="10795"/>
                  </a:cubicBezTo>
                  <a:lnTo>
                    <a:pt x="433" y="9968"/>
                  </a:lnTo>
                  <a:lnTo>
                    <a:pt x="937" y="9968"/>
                  </a:lnTo>
                  <a:cubicBezTo>
                    <a:pt x="1374" y="9968"/>
                    <a:pt x="1730" y="9613"/>
                    <a:pt x="1730" y="9176"/>
                  </a:cubicBezTo>
                  <a:lnTo>
                    <a:pt x="1730" y="8936"/>
                  </a:lnTo>
                  <a:cubicBezTo>
                    <a:pt x="1730" y="8791"/>
                    <a:pt x="1622" y="8719"/>
                    <a:pt x="1514" y="8719"/>
                  </a:cubicBezTo>
                  <a:cubicBezTo>
                    <a:pt x="1406" y="8719"/>
                    <a:pt x="1297" y="8791"/>
                    <a:pt x="1297" y="8936"/>
                  </a:cubicBezTo>
                  <a:lnTo>
                    <a:pt x="1297" y="9176"/>
                  </a:lnTo>
                  <a:cubicBezTo>
                    <a:pt x="1297" y="9378"/>
                    <a:pt x="1139" y="9536"/>
                    <a:pt x="937" y="9536"/>
                  </a:cubicBezTo>
                  <a:lnTo>
                    <a:pt x="433" y="9536"/>
                  </a:lnTo>
                  <a:lnTo>
                    <a:pt x="433" y="5212"/>
                  </a:lnTo>
                  <a:lnTo>
                    <a:pt x="937" y="5212"/>
                  </a:lnTo>
                  <a:cubicBezTo>
                    <a:pt x="1139" y="5212"/>
                    <a:pt x="1297" y="5376"/>
                    <a:pt x="1297" y="5573"/>
                  </a:cubicBezTo>
                  <a:lnTo>
                    <a:pt x="1297" y="7932"/>
                  </a:lnTo>
                  <a:cubicBezTo>
                    <a:pt x="1297" y="8073"/>
                    <a:pt x="1406" y="8144"/>
                    <a:pt x="1514" y="8144"/>
                  </a:cubicBezTo>
                  <a:cubicBezTo>
                    <a:pt x="1622" y="8144"/>
                    <a:pt x="1730" y="8073"/>
                    <a:pt x="1730" y="7932"/>
                  </a:cubicBezTo>
                  <a:lnTo>
                    <a:pt x="1730" y="5573"/>
                  </a:lnTo>
                  <a:cubicBezTo>
                    <a:pt x="1730" y="5136"/>
                    <a:pt x="1374" y="4780"/>
                    <a:pt x="937" y="4780"/>
                  </a:cubicBezTo>
                  <a:lnTo>
                    <a:pt x="433" y="4780"/>
                  </a:lnTo>
                  <a:lnTo>
                    <a:pt x="433" y="4622"/>
                  </a:lnTo>
                  <a:cubicBezTo>
                    <a:pt x="433" y="4477"/>
                    <a:pt x="325" y="4405"/>
                    <a:pt x="216" y="4405"/>
                  </a:cubicBezTo>
                  <a:cubicBezTo>
                    <a:pt x="108" y="4405"/>
                    <a:pt x="0" y="4477"/>
                    <a:pt x="0" y="4622"/>
                  </a:cubicBezTo>
                  <a:lnTo>
                    <a:pt x="0" y="10795"/>
                  </a:lnTo>
                  <a:cubicBezTo>
                    <a:pt x="5" y="12342"/>
                    <a:pt x="1259" y="13600"/>
                    <a:pt x="2811" y="13600"/>
                  </a:cubicBezTo>
                  <a:lnTo>
                    <a:pt x="3056" y="13600"/>
                  </a:lnTo>
                  <a:lnTo>
                    <a:pt x="3056" y="13961"/>
                  </a:lnTo>
                  <a:cubicBezTo>
                    <a:pt x="3056" y="14398"/>
                    <a:pt x="3411" y="14753"/>
                    <a:pt x="3848" y="14753"/>
                  </a:cubicBezTo>
                  <a:lnTo>
                    <a:pt x="4761" y="14753"/>
                  </a:lnTo>
                  <a:cubicBezTo>
                    <a:pt x="5198" y="14753"/>
                    <a:pt x="5554" y="14398"/>
                    <a:pt x="5554" y="13961"/>
                  </a:cubicBezTo>
                  <a:lnTo>
                    <a:pt x="5554" y="13600"/>
                  </a:lnTo>
                  <a:lnTo>
                    <a:pt x="5837" y="13600"/>
                  </a:lnTo>
                  <a:cubicBezTo>
                    <a:pt x="7389" y="13600"/>
                    <a:pt x="8648" y="12342"/>
                    <a:pt x="8648" y="10795"/>
                  </a:cubicBezTo>
                  <a:lnTo>
                    <a:pt x="8648" y="3387"/>
                  </a:lnTo>
                  <a:cubicBezTo>
                    <a:pt x="8648" y="1518"/>
                    <a:pt x="7130" y="0"/>
                    <a:pt x="5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80"/>
          <p:cNvGrpSpPr/>
          <p:nvPr/>
        </p:nvGrpSpPr>
        <p:grpSpPr>
          <a:xfrm>
            <a:off x="2209576" y="2442148"/>
            <a:ext cx="307641" cy="346571"/>
            <a:chOff x="2209576" y="2442148"/>
            <a:chExt cx="307641" cy="346571"/>
          </a:xfrm>
        </p:grpSpPr>
        <p:sp>
          <p:nvSpPr>
            <p:cNvPr id="8799" name="Google Shape;8799;p80"/>
            <p:cNvSpPr/>
            <p:nvPr/>
          </p:nvSpPr>
          <p:spPr>
            <a:xfrm>
              <a:off x="2213084" y="2643001"/>
              <a:ext cx="300494" cy="15629"/>
            </a:xfrm>
            <a:custGeom>
              <a:rect b="b" l="l" r="r" t="t"/>
              <a:pathLst>
                <a:path extrusionOk="0" h="597" w="11478">
                  <a:moveTo>
                    <a:pt x="356" y="1"/>
                  </a:moveTo>
                  <a:cubicBezTo>
                    <a:pt x="1" y="39"/>
                    <a:pt x="1" y="558"/>
                    <a:pt x="356" y="597"/>
                  </a:cubicBezTo>
                  <a:lnTo>
                    <a:pt x="11122" y="597"/>
                  </a:lnTo>
                  <a:cubicBezTo>
                    <a:pt x="11478" y="558"/>
                    <a:pt x="11478" y="39"/>
                    <a:pt x="1112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0"/>
            <p:cNvSpPr/>
            <p:nvPr/>
          </p:nvSpPr>
          <p:spPr>
            <a:xfrm>
              <a:off x="2234342" y="2506682"/>
              <a:ext cx="135351" cy="253606"/>
            </a:xfrm>
            <a:custGeom>
              <a:rect b="b" l="l" r="r" t="t"/>
              <a:pathLst>
                <a:path extrusionOk="0" h="9687" w="5170">
                  <a:moveTo>
                    <a:pt x="3714" y="0"/>
                  </a:moveTo>
                  <a:lnTo>
                    <a:pt x="712" y="5852"/>
                  </a:lnTo>
                  <a:cubicBezTo>
                    <a:pt x="198" y="6851"/>
                    <a:pt x="1" y="7985"/>
                    <a:pt x="145" y="9099"/>
                  </a:cubicBezTo>
                  <a:cubicBezTo>
                    <a:pt x="159" y="9224"/>
                    <a:pt x="241" y="9330"/>
                    <a:pt x="356" y="9378"/>
                  </a:cubicBezTo>
                  <a:lnTo>
                    <a:pt x="1067" y="9661"/>
                  </a:lnTo>
                  <a:cubicBezTo>
                    <a:pt x="1110" y="9679"/>
                    <a:pt x="1154" y="9687"/>
                    <a:pt x="1197" y="9687"/>
                  </a:cubicBezTo>
                  <a:cubicBezTo>
                    <a:pt x="1332" y="9687"/>
                    <a:pt x="1459" y="9605"/>
                    <a:pt x="1514" y="9474"/>
                  </a:cubicBezTo>
                  <a:lnTo>
                    <a:pt x="5170" y="587"/>
                  </a:lnTo>
                  <a:lnTo>
                    <a:pt x="3714"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0"/>
            <p:cNvSpPr/>
            <p:nvPr/>
          </p:nvSpPr>
          <p:spPr>
            <a:xfrm>
              <a:off x="2255234" y="2506682"/>
              <a:ext cx="114459" cy="253606"/>
            </a:xfrm>
            <a:custGeom>
              <a:rect b="b" l="l" r="r" t="t"/>
              <a:pathLst>
                <a:path extrusionOk="0" h="9687" w="4372">
                  <a:moveTo>
                    <a:pt x="2916" y="0"/>
                  </a:moveTo>
                  <a:lnTo>
                    <a:pt x="2316" y="1173"/>
                  </a:lnTo>
                  <a:cubicBezTo>
                    <a:pt x="2407" y="1336"/>
                    <a:pt x="2513" y="1485"/>
                    <a:pt x="2642" y="1615"/>
                  </a:cubicBezTo>
                  <a:cubicBezTo>
                    <a:pt x="2911" y="1898"/>
                    <a:pt x="2993" y="2311"/>
                    <a:pt x="2844" y="2671"/>
                  </a:cubicBezTo>
                  <a:lnTo>
                    <a:pt x="48" y="9474"/>
                  </a:lnTo>
                  <a:cubicBezTo>
                    <a:pt x="34" y="9503"/>
                    <a:pt x="19" y="9532"/>
                    <a:pt x="0" y="9556"/>
                  </a:cubicBezTo>
                  <a:lnTo>
                    <a:pt x="269" y="9661"/>
                  </a:lnTo>
                  <a:cubicBezTo>
                    <a:pt x="312" y="9679"/>
                    <a:pt x="356" y="9687"/>
                    <a:pt x="399" y="9687"/>
                  </a:cubicBezTo>
                  <a:cubicBezTo>
                    <a:pt x="535" y="9687"/>
                    <a:pt x="662" y="9605"/>
                    <a:pt x="721" y="9474"/>
                  </a:cubicBezTo>
                  <a:lnTo>
                    <a:pt x="4372" y="587"/>
                  </a:lnTo>
                  <a:lnTo>
                    <a:pt x="291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0"/>
            <p:cNvSpPr/>
            <p:nvPr/>
          </p:nvSpPr>
          <p:spPr>
            <a:xfrm>
              <a:off x="2243767" y="2752695"/>
              <a:ext cx="20525" cy="30945"/>
            </a:xfrm>
            <a:custGeom>
              <a:rect b="b" l="l" r="r" t="t"/>
              <a:pathLst>
                <a:path extrusionOk="0" h="1182" w="784">
                  <a:moveTo>
                    <a:pt x="54" y="0"/>
                  </a:moveTo>
                  <a:lnTo>
                    <a:pt x="1" y="1182"/>
                  </a:lnTo>
                  <a:lnTo>
                    <a:pt x="784" y="298"/>
                  </a:lnTo>
                  <a:lnTo>
                    <a:pt x="54"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0"/>
            <p:cNvSpPr/>
            <p:nvPr/>
          </p:nvSpPr>
          <p:spPr>
            <a:xfrm>
              <a:off x="2356970" y="2506682"/>
              <a:ext cx="135351" cy="253606"/>
            </a:xfrm>
            <a:custGeom>
              <a:rect b="b" l="l" r="r" t="t"/>
              <a:pathLst>
                <a:path extrusionOk="0" h="9687" w="5170">
                  <a:moveTo>
                    <a:pt x="1456" y="0"/>
                  </a:moveTo>
                  <a:lnTo>
                    <a:pt x="1" y="587"/>
                  </a:lnTo>
                  <a:lnTo>
                    <a:pt x="3656" y="9474"/>
                  </a:lnTo>
                  <a:cubicBezTo>
                    <a:pt x="3711" y="9605"/>
                    <a:pt x="3838" y="9687"/>
                    <a:pt x="3974" y="9687"/>
                  </a:cubicBezTo>
                  <a:cubicBezTo>
                    <a:pt x="4017" y="9687"/>
                    <a:pt x="4061" y="9679"/>
                    <a:pt x="4103" y="9661"/>
                  </a:cubicBezTo>
                  <a:lnTo>
                    <a:pt x="4814" y="9378"/>
                  </a:lnTo>
                  <a:cubicBezTo>
                    <a:pt x="4930" y="9330"/>
                    <a:pt x="5011" y="9224"/>
                    <a:pt x="5026" y="9099"/>
                  </a:cubicBezTo>
                  <a:cubicBezTo>
                    <a:pt x="5170" y="7985"/>
                    <a:pt x="4973" y="6851"/>
                    <a:pt x="4459" y="5852"/>
                  </a:cubicBezTo>
                  <a:lnTo>
                    <a:pt x="1456"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0"/>
            <p:cNvSpPr/>
            <p:nvPr/>
          </p:nvSpPr>
          <p:spPr>
            <a:xfrm>
              <a:off x="2356970" y="2506682"/>
              <a:ext cx="135351" cy="248553"/>
            </a:xfrm>
            <a:custGeom>
              <a:rect b="b" l="l" r="r" t="t"/>
              <a:pathLst>
                <a:path extrusionOk="0" h="9494" w="5170">
                  <a:moveTo>
                    <a:pt x="1456" y="0"/>
                  </a:moveTo>
                  <a:lnTo>
                    <a:pt x="1" y="587"/>
                  </a:lnTo>
                  <a:lnTo>
                    <a:pt x="111" y="846"/>
                  </a:lnTo>
                  <a:lnTo>
                    <a:pt x="668" y="2205"/>
                  </a:lnTo>
                  <a:cubicBezTo>
                    <a:pt x="760" y="2186"/>
                    <a:pt x="856" y="2157"/>
                    <a:pt x="947" y="2124"/>
                  </a:cubicBezTo>
                  <a:cubicBezTo>
                    <a:pt x="1039" y="2092"/>
                    <a:pt x="1134" y="2077"/>
                    <a:pt x="1227" y="2077"/>
                  </a:cubicBezTo>
                  <a:cubicBezTo>
                    <a:pt x="1542" y="2077"/>
                    <a:pt x="1841" y="2250"/>
                    <a:pt x="1989" y="2547"/>
                  </a:cubicBezTo>
                  <a:lnTo>
                    <a:pt x="3950" y="6366"/>
                  </a:lnTo>
                  <a:cubicBezTo>
                    <a:pt x="4444" y="7327"/>
                    <a:pt x="4646" y="8417"/>
                    <a:pt x="4531" y="9493"/>
                  </a:cubicBezTo>
                  <a:lnTo>
                    <a:pt x="4853" y="9363"/>
                  </a:lnTo>
                  <a:cubicBezTo>
                    <a:pt x="4958" y="9320"/>
                    <a:pt x="5026" y="9219"/>
                    <a:pt x="5026" y="9104"/>
                  </a:cubicBezTo>
                  <a:cubicBezTo>
                    <a:pt x="5170" y="7985"/>
                    <a:pt x="4973" y="6851"/>
                    <a:pt x="4459" y="5852"/>
                  </a:cubicBezTo>
                  <a:lnTo>
                    <a:pt x="2057" y="1173"/>
                  </a:lnTo>
                  <a:lnTo>
                    <a:pt x="145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0"/>
            <p:cNvSpPr/>
            <p:nvPr/>
          </p:nvSpPr>
          <p:spPr>
            <a:xfrm>
              <a:off x="2462370" y="2752695"/>
              <a:ext cx="20525" cy="30945"/>
            </a:xfrm>
            <a:custGeom>
              <a:rect b="b" l="l" r="r" t="t"/>
              <a:pathLst>
                <a:path extrusionOk="0" h="1182" w="784">
                  <a:moveTo>
                    <a:pt x="731" y="0"/>
                  </a:moveTo>
                  <a:lnTo>
                    <a:pt x="0" y="298"/>
                  </a:lnTo>
                  <a:lnTo>
                    <a:pt x="783" y="1182"/>
                  </a:lnTo>
                  <a:lnTo>
                    <a:pt x="731"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0"/>
            <p:cNvSpPr/>
            <p:nvPr/>
          </p:nvSpPr>
          <p:spPr>
            <a:xfrm>
              <a:off x="2346419" y="2447201"/>
              <a:ext cx="33851" cy="30840"/>
            </a:xfrm>
            <a:custGeom>
              <a:rect b="b" l="l" r="r" t="t"/>
              <a:pathLst>
                <a:path extrusionOk="0" h="1178" w="1293">
                  <a:moveTo>
                    <a:pt x="370" y="0"/>
                  </a:moveTo>
                  <a:cubicBezTo>
                    <a:pt x="163" y="0"/>
                    <a:pt x="0" y="163"/>
                    <a:pt x="0" y="370"/>
                  </a:cubicBezTo>
                  <a:lnTo>
                    <a:pt x="0" y="1177"/>
                  </a:lnTo>
                  <a:lnTo>
                    <a:pt x="1292" y="1177"/>
                  </a:lnTo>
                  <a:lnTo>
                    <a:pt x="1292" y="370"/>
                  </a:lnTo>
                  <a:cubicBezTo>
                    <a:pt x="1292" y="163"/>
                    <a:pt x="1129" y="0"/>
                    <a:pt x="927"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0"/>
            <p:cNvSpPr/>
            <p:nvPr/>
          </p:nvSpPr>
          <p:spPr>
            <a:xfrm>
              <a:off x="2311181" y="2472334"/>
              <a:ext cx="91211" cy="78043"/>
            </a:xfrm>
            <a:custGeom>
              <a:rect b="b" l="l" r="r" t="t"/>
              <a:pathLst>
                <a:path extrusionOk="0" h="2981" w="3484">
                  <a:moveTo>
                    <a:pt x="1995" y="1"/>
                  </a:moveTo>
                  <a:cubicBezTo>
                    <a:pt x="669" y="1"/>
                    <a:pt x="1" y="1601"/>
                    <a:pt x="943" y="2542"/>
                  </a:cubicBezTo>
                  <a:cubicBezTo>
                    <a:pt x="1245" y="2845"/>
                    <a:pt x="1618" y="2981"/>
                    <a:pt x="1984" y="2981"/>
                  </a:cubicBezTo>
                  <a:cubicBezTo>
                    <a:pt x="2749" y="2981"/>
                    <a:pt x="3484" y="2387"/>
                    <a:pt x="3484" y="1490"/>
                  </a:cubicBezTo>
                  <a:cubicBezTo>
                    <a:pt x="3479" y="664"/>
                    <a:pt x="2816" y="1"/>
                    <a:pt x="199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0"/>
            <p:cNvSpPr/>
            <p:nvPr/>
          </p:nvSpPr>
          <p:spPr>
            <a:xfrm>
              <a:off x="2353959" y="2472334"/>
              <a:ext cx="51077" cy="77964"/>
            </a:xfrm>
            <a:custGeom>
              <a:rect b="b" l="l" r="r" t="t"/>
              <a:pathLst>
                <a:path extrusionOk="0" h="2978" w="1951">
                  <a:moveTo>
                    <a:pt x="369" y="1"/>
                  </a:moveTo>
                  <a:cubicBezTo>
                    <a:pt x="366" y="1"/>
                    <a:pt x="363" y="1"/>
                    <a:pt x="361" y="1"/>
                  </a:cubicBezTo>
                  <a:cubicBezTo>
                    <a:pt x="236" y="1"/>
                    <a:pt x="116" y="15"/>
                    <a:pt x="0" y="44"/>
                  </a:cubicBezTo>
                  <a:cubicBezTo>
                    <a:pt x="663" y="207"/>
                    <a:pt x="1124" y="803"/>
                    <a:pt x="1124" y="1485"/>
                  </a:cubicBezTo>
                  <a:cubicBezTo>
                    <a:pt x="1124" y="2172"/>
                    <a:pt x="663" y="2768"/>
                    <a:pt x="0" y="2931"/>
                  </a:cubicBezTo>
                  <a:cubicBezTo>
                    <a:pt x="123" y="2963"/>
                    <a:pt x="245" y="2978"/>
                    <a:pt x="366" y="2978"/>
                  </a:cubicBezTo>
                  <a:cubicBezTo>
                    <a:pt x="1095" y="2978"/>
                    <a:pt x="1745" y="2431"/>
                    <a:pt x="1840" y="1668"/>
                  </a:cubicBezTo>
                  <a:cubicBezTo>
                    <a:pt x="1950" y="782"/>
                    <a:pt x="1258" y="1"/>
                    <a:pt x="36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0"/>
            <p:cNvSpPr/>
            <p:nvPr/>
          </p:nvSpPr>
          <p:spPr>
            <a:xfrm>
              <a:off x="2343146" y="2496236"/>
              <a:ext cx="35238" cy="30159"/>
            </a:xfrm>
            <a:custGeom>
              <a:rect b="b" l="l" r="r" t="t"/>
              <a:pathLst>
                <a:path extrusionOk="0" h="1152" w="1346">
                  <a:moveTo>
                    <a:pt x="769" y="1"/>
                  </a:moveTo>
                  <a:cubicBezTo>
                    <a:pt x="260" y="1"/>
                    <a:pt x="0" y="620"/>
                    <a:pt x="365" y="981"/>
                  </a:cubicBezTo>
                  <a:cubicBezTo>
                    <a:pt x="482" y="1099"/>
                    <a:pt x="626" y="1152"/>
                    <a:pt x="767" y="1152"/>
                  </a:cubicBezTo>
                  <a:cubicBezTo>
                    <a:pt x="1062" y="1152"/>
                    <a:pt x="1345" y="922"/>
                    <a:pt x="1345" y="577"/>
                  </a:cubicBezTo>
                  <a:cubicBezTo>
                    <a:pt x="1345" y="255"/>
                    <a:pt x="1086" y="1"/>
                    <a:pt x="769"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0"/>
            <p:cNvSpPr/>
            <p:nvPr/>
          </p:nvSpPr>
          <p:spPr>
            <a:xfrm>
              <a:off x="2346419" y="2623654"/>
              <a:ext cx="33851" cy="54219"/>
            </a:xfrm>
            <a:custGeom>
              <a:rect b="b" l="l" r="r" t="t"/>
              <a:pathLst>
                <a:path extrusionOk="0" h="2071" w="1293">
                  <a:moveTo>
                    <a:pt x="553" y="0"/>
                  </a:moveTo>
                  <a:cubicBezTo>
                    <a:pt x="250" y="0"/>
                    <a:pt x="0" y="250"/>
                    <a:pt x="0" y="557"/>
                  </a:cubicBezTo>
                  <a:lnTo>
                    <a:pt x="0" y="1518"/>
                  </a:lnTo>
                  <a:cubicBezTo>
                    <a:pt x="0" y="1821"/>
                    <a:pt x="250" y="2071"/>
                    <a:pt x="553" y="2071"/>
                  </a:cubicBezTo>
                  <a:lnTo>
                    <a:pt x="740" y="2071"/>
                  </a:lnTo>
                  <a:cubicBezTo>
                    <a:pt x="1047" y="2071"/>
                    <a:pt x="1292" y="1821"/>
                    <a:pt x="1292" y="1518"/>
                  </a:cubicBezTo>
                  <a:lnTo>
                    <a:pt x="1292" y="557"/>
                  </a:lnTo>
                  <a:cubicBezTo>
                    <a:pt x="1292" y="250"/>
                    <a:pt x="1047" y="0"/>
                    <a:pt x="740"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0"/>
            <p:cNvSpPr/>
            <p:nvPr/>
          </p:nvSpPr>
          <p:spPr>
            <a:xfrm>
              <a:off x="2355844" y="2623759"/>
              <a:ext cx="24426" cy="54114"/>
            </a:xfrm>
            <a:custGeom>
              <a:rect b="b" l="l" r="r" t="t"/>
              <a:pathLst>
                <a:path extrusionOk="0" h="2067" w="933">
                  <a:moveTo>
                    <a:pt x="193" y="1"/>
                  </a:moveTo>
                  <a:cubicBezTo>
                    <a:pt x="125" y="1"/>
                    <a:pt x="63" y="11"/>
                    <a:pt x="0" y="35"/>
                  </a:cubicBezTo>
                  <a:cubicBezTo>
                    <a:pt x="217" y="116"/>
                    <a:pt x="361" y="323"/>
                    <a:pt x="361" y="553"/>
                  </a:cubicBezTo>
                  <a:lnTo>
                    <a:pt x="361" y="1514"/>
                  </a:lnTo>
                  <a:cubicBezTo>
                    <a:pt x="361" y="1745"/>
                    <a:pt x="217" y="1951"/>
                    <a:pt x="0" y="2033"/>
                  </a:cubicBezTo>
                  <a:cubicBezTo>
                    <a:pt x="63" y="2057"/>
                    <a:pt x="125" y="2067"/>
                    <a:pt x="193" y="2067"/>
                  </a:cubicBezTo>
                  <a:lnTo>
                    <a:pt x="380" y="2067"/>
                  </a:lnTo>
                  <a:cubicBezTo>
                    <a:pt x="687" y="2067"/>
                    <a:pt x="932" y="1822"/>
                    <a:pt x="932" y="1514"/>
                  </a:cubicBezTo>
                  <a:lnTo>
                    <a:pt x="932" y="553"/>
                  </a:lnTo>
                  <a:cubicBezTo>
                    <a:pt x="932" y="246"/>
                    <a:pt x="683" y="1"/>
                    <a:pt x="38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0"/>
            <p:cNvSpPr/>
            <p:nvPr/>
          </p:nvSpPr>
          <p:spPr>
            <a:xfrm>
              <a:off x="2209576" y="2442148"/>
              <a:ext cx="307641" cy="346571"/>
            </a:xfrm>
            <a:custGeom>
              <a:rect b="b" l="l" r="r" t="t"/>
              <a:pathLst>
                <a:path extrusionOk="0" h="13238" w="11751">
                  <a:moveTo>
                    <a:pt x="6149" y="385"/>
                  </a:moveTo>
                  <a:cubicBezTo>
                    <a:pt x="6246" y="385"/>
                    <a:pt x="6327" y="467"/>
                    <a:pt x="6327" y="563"/>
                  </a:cubicBezTo>
                  <a:lnTo>
                    <a:pt x="6327" y="1019"/>
                  </a:lnTo>
                  <a:cubicBezTo>
                    <a:pt x="6178" y="979"/>
                    <a:pt x="6026" y="958"/>
                    <a:pt x="5873" y="958"/>
                  </a:cubicBezTo>
                  <a:cubicBezTo>
                    <a:pt x="5721" y="958"/>
                    <a:pt x="5568" y="979"/>
                    <a:pt x="5419" y="1019"/>
                  </a:cubicBezTo>
                  <a:lnTo>
                    <a:pt x="5419" y="563"/>
                  </a:lnTo>
                  <a:cubicBezTo>
                    <a:pt x="5419" y="467"/>
                    <a:pt x="5496" y="385"/>
                    <a:pt x="5592" y="385"/>
                  </a:cubicBezTo>
                  <a:close/>
                  <a:moveTo>
                    <a:pt x="5874" y="1346"/>
                  </a:moveTo>
                  <a:cubicBezTo>
                    <a:pt x="7020" y="1346"/>
                    <a:pt x="7606" y="2734"/>
                    <a:pt x="6793" y="3551"/>
                  </a:cubicBezTo>
                  <a:cubicBezTo>
                    <a:pt x="6529" y="3820"/>
                    <a:pt x="6202" y="3940"/>
                    <a:pt x="5881" y="3940"/>
                  </a:cubicBezTo>
                  <a:cubicBezTo>
                    <a:pt x="5217" y="3940"/>
                    <a:pt x="4578" y="3424"/>
                    <a:pt x="4578" y="2643"/>
                  </a:cubicBezTo>
                  <a:cubicBezTo>
                    <a:pt x="4578" y="1932"/>
                    <a:pt x="5150" y="1356"/>
                    <a:pt x="5856" y="1346"/>
                  </a:cubicBezTo>
                  <a:cubicBezTo>
                    <a:pt x="5862" y="1346"/>
                    <a:pt x="5868" y="1346"/>
                    <a:pt x="5874" y="1346"/>
                  </a:cubicBezTo>
                  <a:close/>
                  <a:moveTo>
                    <a:pt x="5943" y="4320"/>
                  </a:moveTo>
                  <a:lnTo>
                    <a:pt x="7245" y="7476"/>
                  </a:lnTo>
                  <a:lnTo>
                    <a:pt x="6716" y="7476"/>
                  </a:lnTo>
                  <a:cubicBezTo>
                    <a:pt x="6707" y="7068"/>
                    <a:pt x="6375" y="6741"/>
                    <a:pt x="5967" y="6741"/>
                  </a:cubicBezTo>
                  <a:lnTo>
                    <a:pt x="5780" y="6741"/>
                  </a:lnTo>
                  <a:cubicBezTo>
                    <a:pt x="5376" y="6741"/>
                    <a:pt x="5040" y="7068"/>
                    <a:pt x="5035" y="7476"/>
                  </a:cubicBezTo>
                  <a:lnTo>
                    <a:pt x="4506" y="7476"/>
                  </a:lnTo>
                  <a:lnTo>
                    <a:pt x="5804" y="4320"/>
                  </a:lnTo>
                  <a:close/>
                  <a:moveTo>
                    <a:pt x="7403" y="7865"/>
                  </a:moveTo>
                  <a:lnTo>
                    <a:pt x="7490" y="8072"/>
                  </a:lnTo>
                  <a:lnTo>
                    <a:pt x="6716" y="8072"/>
                  </a:lnTo>
                  <a:lnTo>
                    <a:pt x="6716" y="7865"/>
                  </a:lnTo>
                  <a:close/>
                  <a:moveTo>
                    <a:pt x="11256" y="7865"/>
                  </a:moveTo>
                  <a:cubicBezTo>
                    <a:pt x="11395" y="7865"/>
                    <a:pt x="11395" y="8072"/>
                    <a:pt x="11256" y="8072"/>
                  </a:cubicBezTo>
                  <a:lnTo>
                    <a:pt x="10185" y="8072"/>
                  </a:lnTo>
                  <a:lnTo>
                    <a:pt x="10079" y="7865"/>
                  </a:lnTo>
                  <a:close/>
                  <a:moveTo>
                    <a:pt x="1667" y="7865"/>
                  </a:moveTo>
                  <a:lnTo>
                    <a:pt x="1562" y="8077"/>
                  </a:lnTo>
                  <a:lnTo>
                    <a:pt x="490" y="8077"/>
                  </a:lnTo>
                  <a:cubicBezTo>
                    <a:pt x="433" y="8077"/>
                    <a:pt x="385" y="8028"/>
                    <a:pt x="389" y="7971"/>
                  </a:cubicBezTo>
                  <a:lnTo>
                    <a:pt x="385" y="7971"/>
                  </a:lnTo>
                  <a:cubicBezTo>
                    <a:pt x="385" y="7913"/>
                    <a:pt x="433" y="7865"/>
                    <a:pt x="490" y="7865"/>
                  </a:cubicBezTo>
                  <a:close/>
                  <a:moveTo>
                    <a:pt x="5035" y="7865"/>
                  </a:moveTo>
                  <a:lnTo>
                    <a:pt x="5035" y="8077"/>
                  </a:lnTo>
                  <a:lnTo>
                    <a:pt x="4261" y="8077"/>
                  </a:lnTo>
                  <a:lnTo>
                    <a:pt x="4348" y="7865"/>
                  </a:lnTo>
                  <a:close/>
                  <a:moveTo>
                    <a:pt x="5967" y="7130"/>
                  </a:moveTo>
                  <a:cubicBezTo>
                    <a:pt x="6164" y="7130"/>
                    <a:pt x="6327" y="7289"/>
                    <a:pt x="6327" y="7490"/>
                  </a:cubicBezTo>
                  <a:lnTo>
                    <a:pt x="6327" y="8451"/>
                  </a:lnTo>
                  <a:cubicBezTo>
                    <a:pt x="6327" y="8648"/>
                    <a:pt x="6164" y="8812"/>
                    <a:pt x="5967" y="8812"/>
                  </a:cubicBezTo>
                  <a:lnTo>
                    <a:pt x="5780" y="8812"/>
                  </a:lnTo>
                  <a:cubicBezTo>
                    <a:pt x="5583" y="8812"/>
                    <a:pt x="5419" y="8648"/>
                    <a:pt x="5419" y="8451"/>
                  </a:cubicBezTo>
                  <a:lnTo>
                    <a:pt x="5419" y="7490"/>
                  </a:lnTo>
                  <a:cubicBezTo>
                    <a:pt x="5419" y="7289"/>
                    <a:pt x="5583" y="7130"/>
                    <a:pt x="5780" y="7130"/>
                  </a:cubicBezTo>
                  <a:close/>
                  <a:moveTo>
                    <a:pt x="1542" y="12146"/>
                  </a:moveTo>
                  <a:lnTo>
                    <a:pt x="1763" y="12237"/>
                  </a:lnTo>
                  <a:lnTo>
                    <a:pt x="1523" y="12506"/>
                  </a:lnTo>
                  <a:lnTo>
                    <a:pt x="1542" y="12146"/>
                  </a:lnTo>
                  <a:close/>
                  <a:moveTo>
                    <a:pt x="10204" y="12146"/>
                  </a:moveTo>
                  <a:lnTo>
                    <a:pt x="10218" y="12506"/>
                  </a:lnTo>
                  <a:lnTo>
                    <a:pt x="9983" y="12237"/>
                  </a:lnTo>
                  <a:lnTo>
                    <a:pt x="10204" y="12146"/>
                  </a:lnTo>
                  <a:close/>
                  <a:moveTo>
                    <a:pt x="5597" y="1"/>
                  </a:moveTo>
                  <a:cubicBezTo>
                    <a:pt x="5285" y="1"/>
                    <a:pt x="5035" y="251"/>
                    <a:pt x="5035" y="563"/>
                  </a:cubicBezTo>
                  <a:lnTo>
                    <a:pt x="5035" y="1183"/>
                  </a:lnTo>
                  <a:cubicBezTo>
                    <a:pt x="4425" y="1533"/>
                    <a:pt x="4098" y="2220"/>
                    <a:pt x="4213" y="2912"/>
                  </a:cubicBezTo>
                  <a:lnTo>
                    <a:pt x="3704" y="3902"/>
                  </a:lnTo>
                  <a:cubicBezTo>
                    <a:pt x="3623" y="4054"/>
                    <a:pt x="3754" y="4186"/>
                    <a:pt x="3884" y="4186"/>
                  </a:cubicBezTo>
                  <a:cubicBezTo>
                    <a:pt x="3947" y="4186"/>
                    <a:pt x="4011" y="4155"/>
                    <a:pt x="4050" y="4080"/>
                  </a:cubicBezTo>
                  <a:lnTo>
                    <a:pt x="4386" y="3431"/>
                  </a:lnTo>
                  <a:cubicBezTo>
                    <a:pt x="4598" y="3835"/>
                    <a:pt x="4968" y="4132"/>
                    <a:pt x="5410" y="4262"/>
                  </a:cubicBezTo>
                  <a:lnTo>
                    <a:pt x="2282" y="11867"/>
                  </a:lnTo>
                  <a:cubicBezTo>
                    <a:pt x="2260" y="11925"/>
                    <a:pt x="2202" y="11959"/>
                    <a:pt x="2142" y="11959"/>
                  </a:cubicBezTo>
                  <a:cubicBezTo>
                    <a:pt x="2123" y="11959"/>
                    <a:pt x="2104" y="11955"/>
                    <a:pt x="2085" y="11949"/>
                  </a:cubicBezTo>
                  <a:lnTo>
                    <a:pt x="1379" y="11660"/>
                  </a:lnTo>
                  <a:cubicBezTo>
                    <a:pt x="1326" y="11641"/>
                    <a:pt x="1293" y="11593"/>
                    <a:pt x="1283" y="11540"/>
                  </a:cubicBezTo>
                  <a:cubicBezTo>
                    <a:pt x="1028" y="9566"/>
                    <a:pt x="1931" y="8269"/>
                    <a:pt x="1999" y="8081"/>
                  </a:cubicBezTo>
                  <a:lnTo>
                    <a:pt x="3704" y="4757"/>
                  </a:lnTo>
                  <a:cubicBezTo>
                    <a:pt x="3785" y="4602"/>
                    <a:pt x="3654" y="4468"/>
                    <a:pt x="3524" y="4468"/>
                  </a:cubicBezTo>
                  <a:cubicBezTo>
                    <a:pt x="3461" y="4468"/>
                    <a:pt x="3397" y="4499"/>
                    <a:pt x="3358" y="4574"/>
                  </a:cubicBezTo>
                  <a:lnTo>
                    <a:pt x="1869" y="7476"/>
                  </a:lnTo>
                  <a:lnTo>
                    <a:pt x="490" y="7476"/>
                  </a:lnTo>
                  <a:cubicBezTo>
                    <a:pt x="221" y="7476"/>
                    <a:pt x="0" y="7697"/>
                    <a:pt x="0" y="7966"/>
                  </a:cubicBezTo>
                  <a:cubicBezTo>
                    <a:pt x="0" y="8240"/>
                    <a:pt x="221" y="8461"/>
                    <a:pt x="490" y="8461"/>
                  </a:cubicBezTo>
                  <a:lnTo>
                    <a:pt x="1369" y="8461"/>
                  </a:lnTo>
                  <a:cubicBezTo>
                    <a:pt x="923" y="9436"/>
                    <a:pt x="759" y="10522"/>
                    <a:pt x="899" y="11588"/>
                  </a:cubicBezTo>
                  <a:cubicBezTo>
                    <a:pt x="918" y="11752"/>
                    <a:pt x="1019" y="11901"/>
                    <a:pt x="1163" y="11987"/>
                  </a:cubicBezTo>
                  <a:lnTo>
                    <a:pt x="1115" y="13034"/>
                  </a:lnTo>
                  <a:cubicBezTo>
                    <a:pt x="1108" y="13155"/>
                    <a:pt x="1206" y="13236"/>
                    <a:pt x="1308" y="13236"/>
                  </a:cubicBezTo>
                  <a:cubicBezTo>
                    <a:pt x="1360" y="13236"/>
                    <a:pt x="1414" y="13216"/>
                    <a:pt x="1456" y="13169"/>
                  </a:cubicBezTo>
                  <a:lnTo>
                    <a:pt x="2186" y="12347"/>
                  </a:lnTo>
                  <a:cubicBezTo>
                    <a:pt x="2388" y="12328"/>
                    <a:pt x="2566" y="12198"/>
                    <a:pt x="2642" y="12011"/>
                  </a:cubicBezTo>
                  <a:lnTo>
                    <a:pt x="4103" y="8461"/>
                  </a:lnTo>
                  <a:lnTo>
                    <a:pt x="5035" y="8461"/>
                  </a:lnTo>
                  <a:cubicBezTo>
                    <a:pt x="5040" y="8869"/>
                    <a:pt x="5371" y="9196"/>
                    <a:pt x="5780" y="9196"/>
                  </a:cubicBezTo>
                  <a:lnTo>
                    <a:pt x="5967" y="9196"/>
                  </a:lnTo>
                  <a:cubicBezTo>
                    <a:pt x="6375" y="9196"/>
                    <a:pt x="6707" y="8869"/>
                    <a:pt x="6716" y="8461"/>
                  </a:cubicBezTo>
                  <a:lnTo>
                    <a:pt x="7648" y="8461"/>
                  </a:lnTo>
                  <a:lnTo>
                    <a:pt x="8417" y="10330"/>
                  </a:lnTo>
                  <a:cubicBezTo>
                    <a:pt x="8451" y="10415"/>
                    <a:pt x="8519" y="10452"/>
                    <a:pt x="8588" y="10452"/>
                  </a:cubicBezTo>
                  <a:cubicBezTo>
                    <a:pt x="8712" y="10452"/>
                    <a:pt x="8839" y="10335"/>
                    <a:pt x="8777" y="10181"/>
                  </a:cubicBezTo>
                  <a:lnTo>
                    <a:pt x="6342" y="4257"/>
                  </a:lnTo>
                  <a:cubicBezTo>
                    <a:pt x="6784" y="4132"/>
                    <a:pt x="7153" y="3830"/>
                    <a:pt x="7365" y="3426"/>
                  </a:cubicBezTo>
                  <a:lnTo>
                    <a:pt x="9921" y="8403"/>
                  </a:lnTo>
                  <a:cubicBezTo>
                    <a:pt x="10420" y="9369"/>
                    <a:pt x="10608" y="10464"/>
                    <a:pt x="10468" y="11540"/>
                  </a:cubicBezTo>
                  <a:cubicBezTo>
                    <a:pt x="10459" y="11593"/>
                    <a:pt x="10425" y="11641"/>
                    <a:pt x="10377" y="11660"/>
                  </a:cubicBezTo>
                  <a:lnTo>
                    <a:pt x="9666" y="11949"/>
                  </a:lnTo>
                  <a:cubicBezTo>
                    <a:pt x="9649" y="11955"/>
                    <a:pt x="9631" y="11958"/>
                    <a:pt x="9613" y="11958"/>
                  </a:cubicBezTo>
                  <a:cubicBezTo>
                    <a:pt x="9551" y="11958"/>
                    <a:pt x="9491" y="11922"/>
                    <a:pt x="9469" y="11862"/>
                  </a:cubicBezTo>
                  <a:lnTo>
                    <a:pt x="9075" y="10906"/>
                  </a:lnTo>
                  <a:cubicBezTo>
                    <a:pt x="9039" y="10820"/>
                    <a:pt x="8970" y="10784"/>
                    <a:pt x="8900" y="10784"/>
                  </a:cubicBezTo>
                  <a:cubicBezTo>
                    <a:pt x="8776" y="10784"/>
                    <a:pt x="8650" y="10901"/>
                    <a:pt x="8715" y="11055"/>
                  </a:cubicBezTo>
                  <a:lnTo>
                    <a:pt x="9109" y="12011"/>
                  </a:lnTo>
                  <a:cubicBezTo>
                    <a:pt x="9186" y="12198"/>
                    <a:pt x="9363" y="12328"/>
                    <a:pt x="9565" y="12342"/>
                  </a:cubicBezTo>
                  <a:lnTo>
                    <a:pt x="10295" y="13174"/>
                  </a:lnTo>
                  <a:cubicBezTo>
                    <a:pt x="10335" y="13218"/>
                    <a:pt x="10386" y="13238"/>
                    <a:pt x="10437" y="13238"/>
                  </a:cubicBezTo>
                  <a:cubicBezTo>
                    <a:pt x="10539" y="13238"/>
                    <a:pt x="10640" y="13156"/>
                    <a:pt x="10636" y="13034"/>
                  </a:cubicBezTo>
                  <a:lnTo>
                    <a:pt x="10588" y="11987"/>
                  </a:lnTo>
                  <a:cubicBezTo>
                    <a:pt x="10732" y="11901"/>
                    <a:pt x="10829" y="11756"/>
                    <a:pt x="10853" y="11588"/>
                  </a:cubicBezTo>
                  <a:cubicBezTo>
                    <a:pt x="10992" y="10522"/>
                    <a:pt x="10829" y="9441"/>
                    <a:pt x="10377" y="8461"/>
                  </a:cubicBezTo>
                  <a:lnTo>
                    <a:pt x="11256" y="8461"/>
                  </a:lnTo>
                  <a:cubicBezTo>
                    <a:pt x="11530" y="8461"/>
                    <a:pt x="11751" y="8240"/>
                    <a:pt x="11751" y="7971"/>
                  </a:cubicBezTo>
                  <a:cubicBezTo>
                    <a:pt x="11751" y="7697"/>
                    <a:pt x="11530" y="7476"/>
                    <a:pt x="11256" y="7476"/>
                  </a:cubicBezTo>
                  <a:lnTo>
                    <a:pt x="9877" y="7476"/>
                  </a:lnTo>
                  <a:lnTo>
                    <a:pt x="7538" y="2912"/>
                  </a:lnTo>
                  <a:cubicBezTo>
                    <a:pt x="7648" y="2220"/>
                    <a:pt x="7322" y="1533"/>
                    <a:pt x="6716" y="1183"/>
                  </a:cubicBezTo>
                  <a:lnTo>
                    <a:pt x="6716" y="563"/>
                  </a:lnTo>
                  <a:cubicBezTo>
                    <a:pt x="6711" y="251"/>
                    <a:pt x="6462" y="1"/>
                    <a:pt x="6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0"/>
            <p:cNvSpPr/>
            <p:nvPr/>
          </p:nvSpPr>
          <p:spPr>
            <a:xfrm>
              <a:off x="2343251" y="2491052"/>
              <a:ext cx="47072" cy="40422"/>
            </a:xfrm>
            <a:custGeom>
              <a:rect b="b" l="l" r="r" t="t"/>
              <a:pathLst>
                <a:path extrusionOk="0" h="1544" w="1798">
                  <a:moveTo>
                    <a:pt x="770" y="391"/>
                  </a:moveTo>
                  <a:cubicBezTo>
                    <a:pt x="1106" y="391"/>
                    <a:pt x="1279" y="799"/>
                    <a:pt x="1039" y="1039"/>
                  </a:cubicBezTo>
                  <a:cubicBezTo>
                    <a:pt x="961" y="1117"/>
                    <a:pt x="865" y="1152"/>
                    <a:pt x="770" y="1152"/>
                  </a:cubicBezTo>
                  <a:cubicBezTo>
                    <a:pt x="574" y="1152"/>
                    <a:pt x="385" y="1001"/>
                    <a:pt x="385" y="770"/>
                  </a:cubicBezTo>
                  <a:cubicBezTo>
                    <a:pt x="385" y="564"/>
                    <a:pt x="558" y="391"/>
                    <a:pt x="770" y="391"/>
                  </a:cubicBezTo>
                  <a:close/>
                  <a:moveTo>
                    <a:pt x="776" y="1"/>
                  </a:moveTo>
                  <a:cubicBezTo>
                    <a:pt x="380" y="1"/>
                    <a:pt x="1" y="310"/>
                    <a:pt x="1" y="775"/>
                  </a:cubicBezTo>
                  <a:cubicBezTo>
                    <a:pt x="1" y="1198"/>
                    <a:pt x="342" y="1539"/>
                    <a:pt x="770" y="1544"/>
                  </a:cubicBezTo>
                  <a:cubicBezTo>
                    <a:pt x="1452" y="1544"/>
                    <a:pt x="1798" y="713"/>
                    <a:pt x="1312" y="228"/>
                  </a:cubicBezTo>
                  <a:cubicBezTo>
                    <a:pt x="1156" y="71"/>
                    <a:pt x="964" y="1"/>
                    <a:pt x="7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4" name="Google Shape;8814;p80"/>
          <p:cNvGrpSpPr/>
          <p:nvPr/>
        </p:nvGrpSpPr>
        <p:grpSpPr>
          <a:xfrm>
            <a:off x="1334850" y="2910142"/>
            <a:ext cx="280231" cy="357854"/>
            <a:chOff x="1334850" y="2910142"/>
            <a:chExt cx="280231" cy="357854"/>
          </a:xfrm>
        </p:grpSpPr>
        <p:sp>
          <p:nvSpPr>
            <p:cNvPr id="8815" name="Google Shape;8815;p80"/>
            <p:cNvSpPr/>
            <p:nvPr/>
          </p:nvSpPr>
          <p:spPr>
            <a:xfrm>
              <a:off x="1339981" y="2915430"/>
              <a:ext cx="269942" cy="347513"/>
            </a:xfrm>
            <a:custGeom>
              <a:rect b="b" l="l" r="r" t="t"/>
              <a:pathLst>
                <a:path extrusionOk="0" h="13274" w="10311">
                  <a:moveTo>
                    <a:pt x="904" y="0"/>
                  </a:moveTo>
                  <a:cubicBezTo>
                    <a:pt x="405" y="0"/>
                    <a:pt x="1" y="399"/>
                    <a:pt x="1" y="899"/>
                  </a:cubicBezTo>
                  <a:lnTo>
                    <a:pt x="1" y="2950"/>
                  </a:lnTo>
                  <a:cubicBezTo>
                    <a:pt x="1" y="3334"/>
                    <a:pt x="188" y="3695"/>
                    <a:pt x="496" y="3916"/>
                  </a:cubicBezTo>
                  <a:cubicBezTo>
                    <a:pt x="1082" y="4334"/>
                    <a:pt x="1500" y="5463"/>
                    <a:pt x="1500" y="6798"/>
                  </a:cubicBezTo>
                  <a:cubicBezTo>
                    <a:pt x="1500" y="8134"/>
                    <a:pt x="1077" y="9263"/>
                    <a:pt x="496" y="9681"/>
                  </a:cubicBezTo>
                  <a:cubicBezTo>
                    <a:pt x="188" y="9902"/>
                    <a:pt x="1" y="10262"/>
                    <a:pt x="1" y="10646"/>
                  </a:cubicBezTo>
                  <a:lnTo>
                    <a:pt x="1" y="12371"/>
                  </a:lnTo>
                  <a:cubicBezTo>
                    <a:pt x="1" y="12870"/>
                    <a:pt x="405" y="13274"/>
                    <a:pt x="904" y="13274"/>
                  </a:cubicBezTo>
                  <a:lnTo>
                    <a:pt x="9407" y="13274"/>
                  </a:lnTo>
                  <a:cubicBezTo>
                    <a:pt x="9902" y="13274"/>
                    <a:pt x="10306" y="12870"/>
                    <a:pt x="10306" y="12371"/>
                  </a:cubicBezTo>
                  <a:lnTo>
                    <a:pt x="10306" y="10646"/>
                  </a:lnTo>
                  <a:cubicBezTo>
                    <a:pt x="10306" y="10262"/>
                    <a:pt x="10123" y="9902"/>
                    <a:pt x="9811" y="9681"/>
                  </a:cubicBezTo>
                  <a:cubicBezTo>
                    <a:pt x="9230" y="9258"/>
                    <a:pt x="8812" y="8124"/>
                    <a:pt x="8812" y="6793"/>
                  </a:cubicBezTo>
                  <a:cubicBezTo>
                    <a:pt x="8812" y="5463"/>
                    <a:pt x="9234" y="4334"/>
                    <a:pt x="9816" y="3911"/>
                  </a:cubicBezTo>
                  <a:cubicBezTo>
                    <a:pt x="10123" y="3690"/>
                    <a:pt x="10310" y="3330"/>
                    <a:pt x="10310" y="2950"/>
                  </a:cubicBezTo>
                  <a:lnTo>
                    <a:pt x="10310" y="899"/>
                  </a:lnTo>
                  <a:cubicBezTo>
                    <a:pt x="10310" y="399"/>
                    <a:pt x="9907" y="0"/>
                    <a:pt x="940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0"/>
            <p:cNvSpPr/>
            <p:nvPr/>
          </p:nvSpPr>
          <p:spPr>
            <a:xfrm>
              <a:off x="1539970" y="2915430"/>
              <a:ext cx="69953" cy="347513"/>
            </a:xfrm>
            <a:custGeom>
              <a:rect b="b" l="l" r="r" t="t"/>
              <a:pathLst>
                <a:path extrusionOk="0" h="13274" w="2672">
                  <a:moveTo>
                    <a:pt x="591" y="0"/>
                  </a:moveTo>
                  <a:cubicBezTo>
                    <a:pt x="1091" y="0"/>
                    <a:pt x="1495" y="399"/>
                    <a:pt x="1495" y="899"/>
                  </a:cubicBezTo>
                  <a:lnTo>
                    <a:pt x="1495" y="2950"/>
                  </a:lnTo>
                  <a:cubicBezTo>
                    <a:pt x="1495" y="3334"/>
                    <a:pt x="1312" y="3695"/>
                    <a:pt x="1000" y="3916"/>
                  </a:cubicBezTo>
                  <a:cubicBezTo>
                    <a:pt x="418" y="4334"/>
                    <a:pt x="0" y="5463"/>
                    <a:pt x="0" y="6798"/>
                  </a:cubicBezTo>
                  <a:cubicBezTo>
                    <a:pt x="0" y="8134"/>
                    <a:pt x="418" y="9263"/>
                    <a:pt x="1000" y="9681"/>
                  </a:cubicBezTo>
                  <a:cubicBezTo>
                    <a:pt x="1312" y="9902"/>
                    <a:pt x="1495" y="10262"/>
                    <a:pt x="1495" y="10646"/>
                  </a:cubicBezTo>
                  <a:lnTo>
                    <a:pt x="1495" y="12371"/>
                  </a:lnTo>
                  <a:cubicBezTo>
                    <a:pt x="1495" y="12870"/>
                    <a:pt x="1091" y="13274"/>
                    <a:pt x="591" y="13274"/>
                  </a:cubicBezTo>
                  <a:lnTo>
                    <a:pt x="1768" y="13274"/>
                  </a:lnTo>
                  <a:cubicBezTo>
                    <a:pt x="2263" y="13274"/>
                    <a:pt x="2667" y="12870"/>
                    <a:pt x="2667" y="12371"/>
                  </a:cubicBezTo>
                  <a:lnTo>
                    <a:pt x="2667" y="10646"/>
                  </a:lnTo>
                  <a:cubicBezTo>
                    <a:pt x="2667" y="10262"/>
                    <a:pt x="2484" y="9902"/>
                    <a:pt x="2172" y="9681"/>
                  </a:cubicBezTo>
                  <a:cubicBezTo>
                    <a:pt x="1591" y="9263"/>
                    <a:pt x="1173" y="8134"/>
                    <a:pt x="1173" y="6798"/>
                  </a:cubicBezTo>
                  <a:cubicBezTo>
                    <a:pt x="1173" y="5463"/>
                    <a:pt x="1591" y="4334"/>
                    <a:pt x="2177" y="3916"/>
                  </a:cubicBezTo>
                  <a:cubicBezTo>
                    <a:pt x="2484" y="3695"/>
                    <a:pt x="2671" y="3334"/>
                    <a:pt x="2671" y="2950"/>
                  </a:cubicBezTo>
                  <a:lnTo>
                    <a:pt x="2671" y="899"/>
                  </a:lnTo>
                  <a:cubicBezTo>
                    <a:pt x="2671" y="399"/>
                    <a:pt x="2268" y="0"/>
                    <a:pt x="17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0"/>
            <p:cNvSpPr/>
            <p:nvPr/>
          </p:nvSpPr>
          <p:spPr>
            <a:xfrm>
              <a:off x="1409934" y="3016433"/>
              <a:ext cx="130062" cy="246406"/>
            </a:xfrm>
            <a:custGeom>
              <a:rect b="b" l="l" r="r" t="t"/>
              <a:pathLst>
                <a:path extrusionOk="0" h="9412" w="4968">
                  <a:moveTo>
                    <a:pt x="653" y="0"/>
                  </a:moveTo>
                  <a:cubicBezTo>
                    <a:pt x="293" y="0"/>
                    <a:pt x="0" y="288"/>
                    <a:pt x="0" y="653"/>
                  </a:cubicBezTo>
                  <a:lnTo>
                    <a:pt x="0" y="9411"/>
                  </a:lnTo>
                  <a:lnTo>
                    <a:pt x="4967" y="9411"/>
                  </a:lnTo>
                  <a:lnTo>
                    <a:pt x="4967" y="1960"/>
                  </a:lnTo>
                  <a:cubicBezTo>
                    <a:pt x="4967" y="874"/>
                    <a:pt x="4088" y="0"/>
                    <a:pt x="300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0"/>
            <p:cNvSpPr/>
            <p:nvPr/>
          </p:nvSpPr>
          <p:spPr>
            <a:xfrm>
              <a:off x="1464624" y="3016406"/>
              <a:ext cx="55371" cy="246432"/>
            </a:xfrm>
            <a:custGeom>
              <a:rect b="b" l="l" r="r" t="t"/>
              <a:pathLst>
                <a:path extrusionOk="0" h="9413" w="2115">
                  <a:moveTo>
                    <a:pt x="935" y="1"/>
                  </a:moveTo>
                  <a:cubicBezTo>
                    <a:pt x="928" y="1"/>
                    <a:pt x="921" y="1"/>
                    <a:pt x="914" y="1"/>
                  </a:cubicBezTo>
                  <a:lnTo>
                    <a:pt x="1" y="1"/>
                  </a:lnTo>
                  <a:lnTo>
                    <a:pt x="1" y="9412"/>
                  </a:lnTo>
                  <a:lnTo>
                    <a:pt x="2115" y="9412"/>
                  </a:lnTo>
                  <a:lnTo>
                    <a:pt x="2115" y="405"/>
                  </a:lnTo>
                  <a:cubicBezTo>
                    <a:pt x="1774" y="145"/>
                    <a:pt x="1360" y="1"/>
                    <a:pt x="935"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0"/>
            <p:cNvSpPr/>
            <p:nvPr/>
          </p:nvSpPr>
          <p:spPr>
            <a:xfrm>
              <a:off x="1484626" y="3016433"/>
              <a:ext cx="55371" cy="246406"/>
            </a:xfrm>
            <a:custGeom>
              <a:rect b="b" l="l" r="r" t="t"/>
              <a:pathLst>
                <a:path extrusionOk="0" h="9412" w="2115">
                  <a:moveTo>
                    <a:pt x="158" y="0"/>
                  </a:moveTo>
                  <a:cubicBezTo>
                    <a:pt x="155" y="0"/>
                    <a:pt x="153" y="0"/>
                    <a:pt x="150" y="0"/>
                  </a:cubicBezTo>
                  <a:lnTo>
                    <a:pt x="1" y="0"/>
                  </a:lnTo>
                  <a:lnTo>
                    <a:pt x="1" y="9411"/>
                  </a:lnTo>
                  <a:lnTo>
                    <a:pt x="2114" y="9411"/>
                  </a:lnTo>
                  <a:lnTo>
                    <a:pt x="2114" y="1965"/>
                  </a:lnTo>
                  <a:cubicBezTo>
                    <a:pt x="2114" y="882"/>
                    <a:pt x="1240" y="0"/>
                    <a:pt x="1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0"/>
            <p:cNvSpPr/>
            <p:nvPr/>
          </p:nvSpPr>
          <p:spPr>
            <a:xfrm>
              <a:off x="1484626" y="3016433"/>
              <a:ext cx="55371" cy="246275"/>
            </a:xfrm>
            <a:custGeom>
              <a:rect b="b" l="l" r="r" t="t"/>
              <a:pathLst>
                <a:path extrusionOk="0" h="9407" w="2115">
                  <a:moveTo>
                    <a:pt x="158" y="0"/>
                  </a:moveTo>
                  <a:cubicBezTo>
                    <a:pt x="155" y="0"/>
                    <a:pt x="153" y="0"/>
                    <a:pt x="150" y="0"/>
                  </a:cubicBezTo>
                  <a:lnTo>
                    <a:pt x="1" y="0"/>
                  </a:lnTo>
                  <a:lnTo>
                    <a:pt x="1" y="96"/>
                  </a:lnTo>
                  <a:cubicBezTo>
                    <a:pt x="803" y="365"/>
                    <a:pt x="1346" y="1115"/>
                    <a:pt x="1346" y="1960"/>
                  </a:cubicBezTo>
                  <a:lnTo>
                    <a:pt x="1346" y="9406"/>
                  </a:lnTo>
                  <a:lnTo>
                    <a:pt x="2114" y="9406"/>
                  </a:lnTo>
                  <a:lnTo>
                    <a:pt x="2114" y="1960"/>
                  </a:lnTo>
                  <a:cubicBezTo>
                    <a:pt x="2114" y="877"/>
                    <a:pt x="1240" y="0"/>
                    <a:pt x="15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0"/>
            <p:cNvSpPr/>
            <p:nvPr/>
          </p:nvSpPr>
          <p:spPr>
            <a:xfrm>
              <a:off x="1431428" y="3126598"/>
              <a:ext cx="30212" cy="25997"/>
            </a:xfrm>
            <a:custGeom>
              <a:rect b="b" l="l" r="r" t="t"/>
              <a:pathLst>
                <a:path extrusionOk="0" h="993" w="1154">
                  <a:moveTo>
                    <a:pt x="659" y="0"/>
                  </a:moveTo>
                  <a:cubicBezTo>
                    <a:pt x="222" y="0"/>
                    <a:pt x="1" y="534"/>
                    <a:pt x="313" y="846"/>
                  </a:cubicBezTo>
                  <a:cubicBezTo>
                    <a:pt x="412" y="947"/>
                    <a:pt x="535" y="992"/>
                    <a:pt x="656" y="992"/>
                  </a:cubicBezTo>
                  <a:cubicBezTo>
                    <a:pt x="909" y="992"/>
                    <a:pt x="1154" y="794"/>
                    <a:pt x="1154" y="495"/>
                  </a:cubicBezTo>
                  <a:cubicBezTo>
                    <a:pt x="1154" y="221"/>
                    <a:pt x="933" y="0"/>
                    <a:pt x="659"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0"/>
            <p:cNvSpPr/>
            <p:nvPr/>
          </p:nvSpPr>
          <p:spPr>
            <a:xfrm>
              <a:off x="1424386" y="3121362"/>
              <a:ext cx="42542" cy="36443"/>
            </a:xfrm>
            <a:custGeom>
              <a:rect b="b" l="l" r="r" t="t"/>
              <a:pathLst>
                <a:path extrusionOk="0" h="1392" w="1625">
                  <a:moveTo>
                    <a:pt x="932" y="401"/>
                  </a:moveTo>
                  <a:cubicBezTo>
                    <a:pt x="1005" y="401"/>
                    <a:pt x="1079" y="428"/>
                    <a:pt x="1139" y="489"/>
                  </a:cubicBezTo>
                  <a:cubicBezTo>
                    <a:pt x="1322" y="671"/>
                    <a:pt x="1192" y="988"/>
                    <a:pt x="928" y="988"/>
                  </a:cubicBezTo>
                  <a:cubicBezTo>
                    <a:pt x="769" y="988"/>
                    <a:pt x="635" y="859"/>
                    <a:pt x="635" y="695"/>
                  </a:cubicBezTo>
                  <a:cubicBezTo>
                    <a:pt x="635" y="520"/>
                    <a:pt x="780" y="401"/>
                    <a:pt x="932" y="401"/>
                  </a:cubicBezTo>
                  <a:close/>
                  <a:moveTo>
                    <a:pt x="925" y="0"/>
                  </a:moveTo>
                  <a:cubicBezTo>
                    <a:pt x="754" y="0"/>
                    <a:pt x="579" y="64"/>
                    <a:pt x="438" y="205"/>
                  </a:cubicBezTo>
                  <a:cubicBezTo>
                    <a:pt x="1" y="642"/>
                    <a:pt x="313" y="1392"/>
                    <a:pt x="928" y="1392"/>
                  </a:cubicBezTo>
                  <a:cubicBezTo>
                    <a:pt x="1312" y="1392"/>
                    <a:pt x="1624" y="1080"/>
                    <a:pt x="1624" y="695"/>
                  </a:cubicBezTo>
                  <a:cubicBezTo>
                    <a:pt x="1624" y="276"/>
                    <a:pt x="1282" y="0"/>
                    <a:pt x="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0"/>
            <p:cNvSpPr/>
            <p:nvPr/>
          </p:nvSpPr>
          <p:spPr>
            <a:xfrm>
              <a:off x="1334850" y="2910142"/>
              <a:ext cx="280231" cy="357854"/>
            </a:xfrm>
            <a:custGeom>
              <a:rect b="b" l="l" r="r" t="t"/>
              <a:pathLst>
                <a:path extrusionOk="0" h="13669" w="10704">
                  <a:moveTo>
                    <a:pt x="5923" y="4257"/>
                  </a:moveTo>
                  <a:cubicBezTo>
                    <a:pt x="6875" y="4291"/>
                    <a:pt x="7634" y="5069"/>
                    <a:pt x="7634" y="6020"/>
                  </a:cubicBezTo>
                  <a:lnTo>
                    <a:pt x="7634" y="13274"/>
                  </a:lnTo>
                  <a:lnTo>
                    <a:pt x="5923" y="13274"/>
                  </a:lnTo>
                  <a:lnTo>
                    <a:pt x="5923" y="4257"/>
                  </a:lnTo>
                  <a:close/>
                  <a:moveTo>
                    <a:pt x="1100" y="1"/>
                  </a:moveTo>
                  <a:cubicBezTo>
                    <a:pt x="490" y="1"/>
                    <a:pt x="0" y="496"/>
                    <a:pt x="0" y="1101"/>
                  </a:cubicBezTo>
                  <a:lnTo>
                    <a:pt x="0" y="3152"/>
                  </a:lnTo>
                  <a:cubicBezTo>
                    <a:pt x="0" y="3599"/>
                    <a:pt x="211" y="4022"/>
                    <a:pt x="577" y="4281"/>
                  </a:cubicBezTo>
                  <a:cubicBezTo>
                    <a:pt x="1115" y="4665"/>
                    <a:pt x="1494" y="5780"/>
                    <a:pt x="1494" y="6995"/>
                  </a:cubicBezTo>
                  <a:cubicBezTo>
                    <a:pt x="1494" y="8211"/>
                    <a:pt x="1115" y="9330"/>
                    <a:pt x="577" y="9714"/>
                  </a:cubicBezTo>
                  <a:cubicBezTo>
                    <a:pt x="211" y="9974"/>
                    <a:pt x="0" y="10392"/>
                    <a:pt x="0" y="10843"/>
                  </a:cubicBezTo>
                  <a:lnTo>
                    <a:pt x="0" y="12568"/>
                  </a:lnTo>
                  <a:cubicBezTo>
                    <a:pt x="0" y="13178"/>
                    <a:pt x="490" y="13668"/>
                    <a:pt x="1100" y="13668"/>
                  </a:cubicBezTo>
                  <a:lnTo>
                    <a:pt x="9603" y="13668"/>
                  </a:lnTo>
                  <a:cubicBezTo>
                    <a:pt x="10209" y="13668"/>
                    <a:pt x="10703" y="13178"/>
                    <a:pt x="10703" y="12568"/>
                  </a:cubicBezTo>
                  <a:lnTo>
                    <a:pt x="10703" y="10843"/>
                  </a:lnTo>
                  <a:cubicBezTo>
                    <a:pt x="10703" y="10392"/>
                    <a:pt x="10487" y="9974"/>
                    <a:pt x="10127" y="9714"/>
                  </a:cubicBezTo>
                  <a:cubicBezTo>
                    <a:pt x="9584" y="9330"/>
                    <a:pt x="9209" y="8211"/>
                    <a:pt x="9209" y="6995"/>
                  </a:cubicBezTo>
                  <a:cubicBezTo>
                    <a:pt x="9209" y="5780"/>
                    <a:pt x="9584" y="4665"/>
                    <a:pt x="10127" y="4281"/>
                  </a:cubicBezTo>
                  <a:cubicBezTo>
                    <a:pt x="10487" y="4022"/>
                    <a:pt x="10703" y="3599"/>
                    <a:pt x="10703" y="3152"/>
                  </a:cubicBezTo>
                  <a:lnTo>
                    <a:pt x="10703" y="2081"/>
                  </a:lnTo>
                  <a:cubicBezTo>
                    <a:pt x="10703" y="1946"/>
                    <a:pt x="10604" y="1879"/>
                    <a:pt x="10504" y="1879"/>
                  </a:cubicBezTo>
                  <a:cubicBezTo>
                    <a:pt x="10404" y="1879"/>
                    <a:pt x="10305" y="1946"/>
                    <a:pt x="10305" y="2081"/>
                  </a:cubicBezTo>
                  <a:lnTo>
                    <a:pt x="10305" y="3152"/>
                  </a:lnTo>
                  <a:cubicBezTo>
                    <a:pt x="10305" y="3469"/>
                    <a:pt x="10151" y="3767"/>
                    <a:pt x="9896" y="3954"/>
                  </a:cubicBezTo>
                  <a:cubicBezTo>
                    <a:pt x="8455" y="4987"/>
                    <a:pt x="8450" y="9003"/>
                    <a:pt x="9896" y="10041"/>
                  </a:cubicBezTo>
                  <a:cubicBezTo>
                    <a:pt x="10151" y="10224"/>
                    <a:pt x="10305" y="10522"/>
                    <a:pt x="10305" y="10843"/>
                  </a:cubicBezTo>
                  <a:lnTo>
                    <a:pt x="10305" y="12568"/>
                  </a:lnTo>
                  <a:cubicBezTo>
                    <a:pt x="10305" y="12957"/>
                    <a:pt x="9992" y="13274"/>
                    <a:pt x="9603" y="13274"/>
                  </a:cubicBezTo>
                  <a:lnTo>
                    <a:pt x="8032" y="13274"/>
                  </a:lnTo>
                  <a:lnTo>
                    <a:pt x="8032" y="6020"/>
                  </a:lnTo>
                  <a:cubicBezTo>
                    <a:pt x="8032" y="4829"/>
                    <a:pt x="7062" y="3858"/>
                    <a:pt x="5871" y="3858"/>
                  </a:cubicBezTo>
                  <a:lnTo>
                    <a:pt x="3521" y="3858"/>
                  </a:lnTo>
                  <a:cubicBezTo>
                    <a:pt x="3051" y="3858"/>
                    <a:pt x="2666" y="4243"/>
                    <a:pt x="2666" y="4713"/>
                  </a:cubicBezTo>
                  <a:lnTo>
                    <a:pt x="2666" y="11617"/>
                  </a:lnTo>
                  <a:cubicBezTo>
                    <a:pt x="2666" y="11749"/>
                    <a:pt x="2767" y="11815"/>
                    <a:pt x="2868" y="11815"/>
                  </a:cubicBezTo>
                  <a:cubicBezTo>
                    <a:pt x="2969" y="11815"/>
                    <a:pt x="3070" y="11749"/>
                    <a:pt x="3070" y="11617"/>
                  </a:cubicBezTo>
                  <a:lnTo>
                    <a:pt x="3070" y="4713"/>
                  </a:lnTo>
                  <a:cubicBezTo>
                    <a:pt x="3070" y="4459"/>
                    <a:pt x="3272" y="4257"/>
                    <a:pt x="3521" y="4257"/>
                  </a:cubicBezTo>
                  <a:lnTo>
                    <a:pt x="5525" y="4257"/>
                  </a:lnTo>
                  <a:lnTo>
                    <a:pt x="5525" y="13274"/>
                  </a:lnTo>
                  <a:lnTo>
                    <a:pt x="3070" y="13274"/>
                  </a:lnTo>
                  <a:lnTo>
                    <a:pt x="3070" y="12366"/>
                  </a:lnTo>
                  <a:cubicBezTo>
                    <a:pt x="3070" y="12232"/>
                    <a:pt x="2969" y="12164"/>
                    <a:pt x="2868" y="12164"/>
                  </a:cubicBezTo>
                  <a:cubicBezTo>
                    <a:pt x="2767" y="12164"/>
                    <a:pt x="2666" y="12232"/>
                    <a:pt x="2666" y="12366"/>
                  </a:cubicBezTo>
                  <a:lnTo>
                    <a:pt x="2666" y="13274"/>
                  </a:lnTo>
                  <a:lnTo>
                    <a:pt x="1100" y="13274"/>
                  </a:lnTo>
                  <a:cubicBezTo>
                    <a:pt x="711" y="13269"/>
                    <a:pt x="399" y="12957"/>
                    <a:pt x="399" y="12573"/>
                  </a:cubicBezTo>
                  <a:lnTo>
                    <a:pt x="399" y="10843"/>
                  </a:lnTo>
                  <a:cubicBezTo>
                    <a:pt x="399" y="10526"/>
                    <a:pt x="552" y="10228"/>
                    <a:pt x="807" y="10041"/>
                  </a:cubicBezTo>
                  <a:cubicBezTo>
                    <a:pt x="2248" y="9008"/>
                    <a:pt x="2253" y="4992"/>
                    <a:pt x="807" y="3959"/>
                  </a:cubicBezTo>
                  <a:cubicBezTo>
                    <a:pt x="552" y="3772"/>
                    <a:pt x="399" y="3474"/>
                    <a:pt x="399" y="3157"/>
                  </a:cubicBezTo>
                  <a:lnTo>
                    <a:pt x="399" y="1101"/>
                  </a:lnTo>
                  <a:cubicBezTo>
                    <a:pt x="399" y="712"/>
                    <a:pt x="711" y="399"/>
                    <a:pt x="1100" y="399"/>
                  </a:cubicBezTo>
                  <a:lnTo>
                    <a:pt x="9603" y="399"/>
                  </a:lnTo>
                  <a:cubicBezTo>
                    <a:pt x="9988" y="399"/>
                    <a:pt x="10305" y="712"/>
                    <a:pt x="10305" y="1101"/>
                  </a:cubicBezTo>
                  <a:lnTo>
                    <a:pt x="10305" y="1331"/>
                  </a:lnTo>
                  <a:cubicBezTo>
                    <a:pt x="10305" y="1442"/>
                    <a:pt x="10391" y="1533"/>
                    <a:pt x="10506" y="1533"/>
                  </a:cubicBezTo>
                  <a:cubicBezTo>
                    <a:pt x="10612" y="1533"/>
                    <a:pt x="10703" y="1442"/>
                    <a:pt x="10703" y="1331"/>
                  </a:cubicBezTo>
                  <a:lnTo>
                    <a:pt x="10703" y="1101"/>
                  </a:lnTo>
                  <a:cubicBezTo>
                    <a:pt x="10703" y="496"/>
                    <a:pt x="10209" y="1"/>
                    <a:pt x="96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4" name="Google Shape;8824;p80"/>
          <p:cNvGrpSpPr/>
          <p:nvPr/>
        </p:nvGrpSpPr>
        <p:grpSpPr>
          <a:xfrm>
            <a:off x="920682" y="3811650"/>
            <a:ext cx="220357" cy="378353"/>
            <a:chOff x="920682" y="3811650"/>
            <a:chExt cx="220357" cy="378353"/>
          </a:xfrm>
        </p:grpSpPr>
        <p:sp>
          <p:nvSpPr>
            <p:cNvPr id="8825" name="Google Shape;8825;p80"/>
            <p:cNvSpPr/>
            <p:nvPr/>
          </p:nvSpPr>
          <p:spPr>
            <a:xfrm>
              <a:off x="1004563" y="3984464"/>
              <a:ext cx="52596" cy="94850"/>
            </a:xfrm>
            <a:custGeom>
              <a:rect b="b" l="l" r="r" t="t"/>
              <a:pathLst>
                <a:path extrusionOk="0" h="3623" w="2009">
                  <a:moveTo>
                    <a:pt x="1" y="1"/>
                  </a:moveTo>
                  <a:lnTo>
                    <a:pt x="1" y="3623"/>
                  </a:lnTo>
                  <a:lnTo>
                    <a:pt x="2009" y="3623"/>
                  </a:lnTo>
                  <a:lnTo>
                    <a:pt x="200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0"/>
            <p:cNvSpPr/>
            <p:nvPr/>
          </p:nvSpPr>
          <p:spPr>
            <a:xfrm>
              <a:off x="1030848" y="3984464"/>
              <a:ext cx="26311" cy="94850"/>
            </a:xfrm>
            <a:custGeom>
              <a:rect b="b" l="l" r="r" t="t"/>
              <a:pathLst>
                <a:path extrusionOk="0" h="3623" w="1005">
                  <a:moveTo>
                    <a:pt x="1" y="1"/>
                  </a:moveTo>
                  <a:lnTo>
                    <a:pt x="1" y="3623"/>
                  </a:lnTo>
                  <a:lnTo>
                    <a:pt x="1005" y="3623"/>
                  </a:lnTo>
                  <a:lnTo>
                    <a:pt x="1005"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0"/>
            <p:cNvSpPr/>
            <p:nvPr/>
          </p:nvSpPr>
          <p:spPr>
            <a:xfrm>
              <a:off x="957413" y="3836443"/>
              <a:ext cx="146791" cy="177108"/>
            </a:xfrm>
            <a:custGeom>
              <a:rect b="b" l="l" r="r" t="t"/>
              <a:pathLst>
                <a:path extrusionOk="0" h="6765" w="5607">
                  <a:moveTo>
                    <a:pt x="120" y="0"/>
                  </a:moveTo>
                  <a:cubicBezTo>
                    <a:pt x="67" y="0"/>
                    <a:pt x="24" y="39"/>
                    <a:pt x="24" y="92"/>
                  </a:cubicBezTo>
                  <a:lnTo>
                    <a:pt x="24" y="3944"/>
                  </a:lnTo>
                  <a:cubicBezTo>
                    <a:pt x="0" y="5496"/>
                    <a:pt x="1254" y="6764"/>
                    <a:pt x="2806" y="6764"/>
                  </a:cubicBezTo>
                  <a:cubicBezTo>
                    <a:pt x="4357" y="6764"/>
                    <a:pt x="5606" y="5496"/>
                    <a:pt x="5587" y="3944"/>
                  </a:cubicBezTo>
                  <a:lnTo>
                    <a:pt x="5587" y="92"/>
                  </a:lnTo>
                  <a:cubicBezTo>
                    <a:pt x="5587" y="39"/>
                    <a:pt x="5544" y="0"/>
                    <a:pt x="549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0"/>
            <p:cNvSpPr/>
            <p:nvPr/>
          </p:nvSpPr>
          <p:spPr>
            <a:xfrm>
              <a:off x="978540" y="3836443"/>
              <a:ext cx="125167" cy="157028"/>
            </a:xfrm>
            <a:custGeom>
              <a:rect b="b" l="l" r="r" t="t"/>
              <a:pathLst>
                <a:path extrusionOk="0" h="5998" w="4781">
                  <a:moveTo>
                    <a:pt x="0" y="0"/>
                  </a:moveTo>
                  <a:lnTo>
                    <a:pt x="0" y="3214"/>
                  </a:lnTo>
                  <a:cubicBezTo>
                    <a:pt x="0" y="4843"/>
                    <a:pt x="1337" y="5998"/>
                    <a:pt x="2785" y="5998"/>
                  </a:cubicBezTo>
                  <a:cubicBezTo>
                    <a:pt x="3275" y="5998"/>
                    <a:pt x="3779" y="5865"/>
                    <a:pt x="4247" y="5573"/>
                  </a:cubicBezTo>
                  <a:cubicBezTo>
                    <a:pt x="4593" y="5102"/>
                    <a:pt x="4780" y="4530"/>
                    <a:pt x="4780" y="3944"/>
                  </a:cubicBezTo>
                  <a:lnTo>
                    <a:pt x="4780" y="92"/>
                  </a:lnTo>
                  <a:cubicBezTo>
                    <a:pt x="4780" y="39"/>
                    <a:pt x="4737" y="0"/>
                    <a:pt x="46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0"/>
            <p:cNvSpPr/>
            <p:nvPr/>
          </p:nvSpPr>
          <p:spPr>
            <a:xfrm>
              <a:off x="926206" y="3817331"/>
              <a:ext cx="209178" cy="40003"/>
            </a:xfrm>
            <a:custGeom>
              <a:rect b="b" l="l" r="r" t="t"/>
              <a:pathLst>
                <a:path extrusionOk="0" h="1528" w="7990">
                  <a:moveTo>
                    <a:pt x="577" y="0"/>
                  </a:moveTo>
                  <a:cubicBezTo>
                    <a:pt x="260" y="0"/>
                    <a:pt x="5" y="260"/>
                    <a:pt x="1" y="577"/>
                  </a:cubicBezTo>
                  <a:lnTo>
                    <a:pt x="1" y="956"/>
                  </a:lnTo>
                  <a:cubicBezTo>
                    <a:pt x="5" y="1273"/>
                    <a:pt x="260" y="1528"/>
                    <a:pt x="577" y="1528"/>
                  </a:cubicBezTo>
                  <a:lnTo>
                    <a:pt x="7418" y="1528"/>
                  </a:lnTo>
                  <a:cubicBezTo>
                    <a:pt x="7735" y="1528"/>
                    <a:pt x="7990" y="1273"/>
                    <a:pt x="7990" y="956"/>
                  </a:cubicBezTo>
                  <a:lnTo>
                    <a:pt x="7990" y="577"/>
                  </a:lnTo>
                  <a:cubicBezTo>
                    <a:pt x="7990" y="260"/>
                    <a:pt x="7735" y="0"/>
                    <a:pt x="741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0"/>
            <p:cNvSpPr/>
            <p:nvPr/>
          </p:nvSpPr>
          <p:spPr>
            <a:xfrm>
              <a:off x="952622" y="3817331"/>
              <a:ext cx="182763" cy="40003"/>
            </a:xfrm>
            <a:custGeom>
              <a:rect b="b" l="l" r="r" t="t"/>
              <a:pathLst>
                <a:path extrusionOk="0" h="1528" w="6981">
                  <a:moveTo>
                    <a:pt x="577" y="0"/>
                  </a:moveTo>
                  <a:cubicBezTo>
                    <a:pt x="255" y="0"/>
                    <a:pt x="1" y="260"/>
                    <a:pt x="1" y="577"/>
                  </a:cubicBezTo>
                  <a:lnTo>
                    <a:pt x="1" y="956"/>
                  </a:lnTo>
                  <a:cubicBezTo>
                    <a:pt x="1" y="1273"/>
                    <a:pt x="255" y="1528"/>
                    <a:pt x="577" y="1528"/>
                  </a:cubicBezTo>
                  <a:lnTo>
                    <a:pt x="6409" y="1528"/>
                  </a:lnTo>
                  <a:cubicBezTo>
                    <a:pt x="6726" y="1528"/>
                    <a:pt x="6981" y="1273"/>
                    <a:pt x="6981" y="956"/>
                  </a:cubicBezTo>
                  <a:lnTo>
                    <a:pt x="6981" y="577"/>
                  </a:lnTo>
                  <a:cubicBezTo>
                    <a:pt x="6981" y="260"/>
                    <a:pt x="6726" y="0"/>
                    <a:pt x="6409"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0"/>
            <p:cNvSpPr/>
            <p:nvPr/>
          </p:nvSpPr>
          <p:spPr>
            <a:xfrm>
              <a:off x="981420" y="3879430"/>
              <a:ext cx="99013" cy="91316"/>
            </a:xfrm>
            <a:custGeom>
              <a:rect b="b" l="l" r="r" t="t"/>
              <a:pathLst>
                <a:path extrusionOk="0" h="3488" w="3782">
                  <a:moveTo>
                    <a:pt x="1889" y="1"/>
                  </a:moveTo>
                  <a:cubicBezTo>
                    <a:pt x="1807" y="1"/>
                    <a:pt x="1725" y="43"/>
                    <a:pt x="1682" y="126"/>
                  </a:cubicBezTo>
                  <a:lnTo>
                    <a:pt x="1303" y="900"/>
                  </a:lnTo>
                  <a:cubicBezTo>
                    <a:pt x="1264" y="967"/>
                    <a:pt x="1197" y="1015"/>
                    <a:pt x="1120" y="1029"/>
                  </a:cubicBezTo>
                  <a:lnTo>
                    <a:pt x="270" y="1149"/>
                  </a:lnTo>
                  <a:cubicBezTo>
                    <a:pt x="77" y="1178"/>
                    <a:pt x="1" y="1418"/>
                    <a:pt x="140" y="1553"/>
                  </a:cubicBezTo>
                  <a:lnTo>
                    <a:pt x="755" y="2153"/>
                  </a:lnTo>
                  <a:cubicBezTo>
                    <a:pt x="808" y="2211"/>
                    <a:pt x="832" y="2288"/>
                    <a:pt x="817" y="2365"/>
                  </a:cubicBezTo>
                  <a:lnTo>
                    <a:pt x="673" y="3210"/>
                  </a:lnTo>
                  <a:cubicBezTo>
                    <a:pt x="647" y="3363"/>
                    <a:pt x="768" y="3488"/>
                    <a:pt x="905" y="3488"/>
                  </a:cubicBezTo>
                  <a:cubicBezTo>
                    <a:pt x="941" y="3488"/>
                    <a:pt x="978" y="3479"/>
                    <a:pt x="1014" y="3460"/>
                  </a:cubicBezTo>
                  <a:lnTo>
                    <a:pt x="1778" y="3061"/>
                  </a:lnTo>
                  <a:cubicBezTo>
                    <a:pt x="1812" y="3042"/>
                    <a:pt x="1849" y="3033"/>
                    <a:pt x="1886" y="3033"/>
                  </a:cubicBezTo>
                  <a:cubicBezTo>
                    <a:pt x="1923" y="3033"/>
                    <a:pt x="1961" y="3042"/>
                    <a:pt x="1994" y="3061"/>
                  </a:cubicBezTo>
                  <a:lnTo>
                    <a:pt x="2753" y="3460"/>
                  </a:lnTo>
                  <a:cubicBezTo>
                    <a:pt x="2789" y="3479"/>
                    <a:pt x="2826" y="3488"/>
                    <a:pt x="2863" y="3488"/>
                  </a:cubicBezTo>
                  <a:cubicBezTo>
                    <a:pt x="3000" y="3488"/>
                    <a:pt x="3122" y="3363"/>
                    <a:pt x="3099" y="3210"/>
                  </a:cubicBezTo>
                  <a:lnTo>
                    <a:pt x="2960" y="2365"/>
                  </a:lnTo>
                  <a:cubicBezTo>
                    <a:pt x="2946" y="2288"/>
                    <a:pt x="2970" y="2211"/>
                    <a:pt x="3027" y="2153"/>
                  </a:cubicBezTo>
                  <a:lnTo>
                    <a:pt x="3642" y="1553"/>
                  </a:lnTo>
                  <a:cubicBezTo>
                    <a:pt x="3781" y="1418"/>
                    <a:pt x="3705" y="1178"/>
                    <a:pt x="3508" y="1154"/>
                  </a:cubicBezTo>
                  <a:lnTo>
                    <a:pt x="2662" y="1029"/>
                  </a:lnTo>
                  <a:cubicBezTo>
                    <a:pt x="2580" y="1020"/>
                    <a:pt x="2513" y="972"/>
                    <a:pt x="2480" y="900"/>
                  </a:cubicBezTo>
                  <a:lnTo>
                    <a:pt x="2100" y="131"/>
                  </a:lnTo>
                  <a:cubicBezTo>
                    <a:pt x="2056" y="44"/>
                    <a:pt x="1973" y="1"/>
                    <a:pt x="188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0"/>
            <p:cNvSpPr/>
            <p:nvPr/>
          </p:nvSpPr>
          <p:spPr>
            <a:xfrm>
              <a:off x="980661" y="4063816"/>
              <a:ext cx="100400" cy="39663"/>
            </a:xfrm>
            <a:custGeom>
              <a:rect b="b" l="l" r="r" t="t"/>
              <a:pathLst>
                <a:path extrusionOk="0" h="1515" w="3835">
                  <a:moveTo>
                    <a:pt x="231" y="1"/>
                  </a:moveTo>
                  <a:cubicBezTo>
                    <a:pt x="106" y="1"/>
                    <a:pt x="1" y="102"/>
                    <a:pt x="6" y="232"/>
                  </a:cubicBezTo>
                  <a:lnTo>
                    <a:pt x="6" y="1514"/>
                  </a:lnTo>
                  <a:lnTo>
                    <a:pt x="3834" y="1514"/>
                  </a:lnTo>
                  <a:lnTo>
                    <a:pt x="3834" y="232"/>
                  </a:lnTo>
                  <a:cubicBezTo>
                    <a:pt x="3834" y="102"/>
                    <a:pt x="3734" y="1"/>
                    <a:pt x="3609"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0"/>
            <p:cNvSpPr/>
            <p:nvPr/>
          </p:nvSpPr>
          <p:spPr>
            <a:xfrm>
              <a:off x="958041" y="4091750"/>
              <a:ext cx="145666" cy="41521"/>
            </a:xfrm>
            <a:custGeom>
              <a:rect b="b" l="l" r="r" t="t"/>
              <a:pathLst>
                <a:path extrusionOk="0" h="1586" w="5564">
                  <a:moveTo>
                    <a:pt x="288" y="0"/>
                  </a:moveTo>
                  <a:cubicBezTo>
                    <a:pt x="130" y="0"/>
                    <a:pt x="0" y="130"/>
                    <a:pt x="0" y="289"/>
                  </a:cubicBezTo>
                  <a:lnTo>
                    <a:pt x="0" y="1586"/>
                  </a:lnTo>
                  <a:lnTo>
                    <a:pt x="5563" y="1586"/>
                  </a:lnTo>
                  <a:lnTo>
                    <a:pt x="5563" y="289"/>
                  </a:lnTo>
                  <a:cubicBezTo>
                    <a:pt x="5563" y="130"/>
                    <a:pt x="5433" y="0"/>
                    <a:pt x="527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0"/>
            <p:cNvSpPr/>
            <p:nvPr/>
          </p:nvSpPr>
          <p:spPr>
            <a:xfrm>
              <a:off x="926206" y="4112511"/>
              <a:ext cx="209178" cy="72074"/>
            </a:xfrm>
            <a:custGeom>
              <a:rect b="b" l="l" r="r" t="t"/>
              <a:pathLst>
                <a:path extrusionOk="0" h="2753" w="7990">
                  <a:moveTo>
                    <a:pt x="659" y="0"/>
                  </a:moveTo>
                  <a:cubicBezTo>
                    <a:pt x="299" y="5"/>
                    <a:pt x="5" y="298"/>
                    <a:pt x="1" y="658"/>
                  </a:cubicBezTo>
                  <a:lnTo>
                    <a:pt x="1" y="2090"/>
                  </a:lnTo>
                  <a:cubicBezTo>
                    <a:pt x="1" y="2455"/>
                    <a:pt x="299" y="2748"/>
                    <a:pt x="659" y="2753"/>
                  </a:cubicBezTo>
                  <a:lnTo>
                    <a:pt x="7332" y="2753"/>
                  </a:lnTo>
                  <a:cubicBezTo>
                    <a:pt x="7697" y="2748"/>
                    <a:pt x="7990" y="2455"/>
                    <a:pt x="7990" y="2090"/>
                  </a:cubicBezTo>
                  <a:lnTo>
                    <a:pt x="7990" y="658"/>
                  </a:lnTo>
                  <a:cubicBezTo>
                    <a:pt x="7990" y="298"/>
                    <a:pt x="7697" y="5"/>
                    <a:pt x="7332"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0"/>
            <p:cNvSpPr/>
            <p:nvPr/>
          </p:nvSpPr>
          <p:spPr>
            <a:xfrm>
              <a:off x="952491" y="4112511"/>
              <a:ext cx="182893" cy="72074"/>
            </a:xfrm>
            <a:custGeom>
              <a:rect b="b" l="l" r="r" t="t"/>
              <a:pathLst>
                <a:path extrusionOk="0" h="2753" w="6986">
                  <a:moveTo>
                    <a:pt x="659" y="0"/>
                  </a:moveTo>
                  <a:cubicBezTo>
                    <a:pt x="299" y="5"/>
                    <a:pt x="1" y="298"/>
                    <a:pt x="1" y="658"/>
                  </a:cubicBezTo>
                  <a:lnTo>
                    <a:pt x="1" y="2090"/>
                  </a:lnTo>
                  <a:cubicBezTo>
                    <a:pt x="1" y="2455"/>
                    <a:pt x="294" y="2748"/>
                    <a:pt x="659" y="2753"/>
                  </a:cubicBezTo>
                  <a:lnTo>
                    <a:pt x="6328" y="2753"/>
                  </a:lnTo>
                  <a:cubicBezTo>
                    <a:pt x="6693" y="2748"/>
                    <a:pt x="6986" y="2455"/>
                    <a:pt x="6986" y="2090"/>
                  </a:cubicBezTo>
                  <a:lnTo>
                    <a:pt x="6986" y="658"/>
                  </a:lnTo>
                  <a:cubicBezTo>
                    <a:pt x="6986" y="293"/>
                    <a:pt x="6688" y="0"/>
                    <a:pt x="632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0"/>
            <p:cNvSpPr/>
            <p:nvPr/>
          </p:nvSpPr>
          <p:spPr>
            <a:xfrm>
              <a:off x="920682" y="3811650"/>
              <a:ext cx="220357" cy="378353"/>
            </a:xfrm>
            <a:custGeom>
              <a:rect b="b" l="l" r="r" t="t"/>
              <a:pathLst>
                <a:path extrusionOk="0" h="14452" w="8417">
                  <a:moveTo>
                    <a:pt x="5001" y="7774"/>
                  </a:moveTo>
                  <a:lnTo>
                    <a:pt x="5001" y="9422"/>
                  </a:lnTo>
                  <a:lnTo>
                    <a:pt x="3416" y="9422"/>
                  </a:lnTo>
                  <a:lnTo>
                    <a:pt x="3416" y="7774"/>
                  </a:lnTo>
                  <a:cubicBezTo>
                    <a:pt x="3675" y="7846"/>
                    <a:pt x="3942" y="7882"/>
                    <a:pt x="4209" y="7882"/>
                  </a:cubicBezTo>
                  <a:cubicBezTo>
                    <a:pt x="4475" y="7882"/>
                    <a:pt x="4742" y="7846"/>
                    <a:pt x="5001" y="7774"/>
                  </a:cubicBezTo>
                  <a:close/>
                  <a:moveTo>
                    <a:pt x="5909" y="9849"/>
                  </a:moveTo>
                  <a:lnTo>
                    <a:pt x="5909" y="10488"/>
                  </a:lnTo>
                  <a:lnTo>
                    <a:pt x="2503" y="10488"/>
                  </a:lnTo>
                  <a:lnTo>
                    <a:pt x="2503" y="9849"/>
                  </a:lnTo>
                  <a:close/>
                  <a:moveTo>
                    <a:pt x="6774" y="10916"/>
                  </a:moveTo>
                  <a:lnTo>
                    <a:pt x="6774" y="11281"/>
                  </a:lnTo>
                  <a:lnTo>
                    <a:pt x="1638" y="11281"/>
                  </a:lnTo>
                  <a:lnTo>
                    <a:pt x="1638" y="10916"/>
                  </a:lnTo>
                  <a:lnTo>
                    <a:pt x="2503" y="10916"/>
                  </a:lnTo>
                  <a:lnTo>
                    <a:pt x="2503" y="10935"/>
                  </a:lnTo>
                  <a:lnTo>
                    <a:pt x="5914" y="10935"/>
                  </a:lnTo>
                  <a:lnTo>
                    <a:pt x="5914" y="10916"/>
                  </a:lnTo>
                  <a:close/>
                  <a:moveTo>
                    <a:pt x="7543" y="11708"/>
                  </a:moveTo>
                  <a:cubicBezTo>
                    <a:pt x="7792" y="11708"/>
                    <a:pt x="7989" y="11905"/>
                    <a:pt x="7989" y="12150"/>
                  </a:cubicBezTo>
                  <a:lnTo>
                    <a:pt x="7989" y="13582"/>
                  </a:lnTo>
                  <a:cubicBezTo>
                    <a:pt x="7989" y="13827"/>
                    <a:pt x="7792" y="14029"/>
                    <a:pt x="7543" y="14029"/>
                  </a:cubicBezTo>
                  <a:lnTo>
                    <a:pt x="870" y="14029"/>
                  </a:lnTo>
                  <a:cubicBezTo>
                    <a:pt x="625" y="14029"/>
                    <a:pt x="428" y="13827"/>
                    <a:pt x="428" y="13582"/>
                  </a:cubicBezTo>
                  <a:lnTo>
                    <a:pt x="428" y="12150"/>
                  </a:lnTo>
                  <a:cubicBezTo>
                    <a:pt x="428" y="11905"/>
                    <a:pt x="625" y="11708"/>
                    <a:pt x="870" y="11708"/>
                  </a:cubicBezTo>
                  <a:close/>
                  <a:moveTo>
                    <a:pt x="788" y="1"/>
                  </a:moveTo>
                  <a:cubicBezTo>
                    <a:pt x="356" y="1"/>
                    <a:pt x="0" y="352"/>
                    <a:pt x="0" y="789"/>
                  </a:cubicBezTo>
                  <a:lnTo>
                    <a:pt x="0" y="1168"/>
                  </a:lnTo>
                  <a:cubicBezTo>
                    <a:pt x="0" y="1605"/>
                    <a:pt x="356" y="1956"/>
                    <a:pt x="788" y="1956"/>
                  </a:cubicBezTo>
                  <a:lnTo>
                    <a:pt x="1216" y="1956"/>
                  </a:lnTo>
                  <a:lnTo>
                    <a:pt x="1216" y="4887"/>
                  </a:lnTo>
                  <a:cubicBezTo>
                    <a:pt x="1216" y="6068"/>
                    <a:pt x="1907" y="7140"/>
                    <a:pt x="2988" y="7620"/>
                  </a:cubicBezTo>
                  <a:lnTo>
                    <a:pt x="2988" y="9422"/>
                  </a:lnTo>
                  <a:lnTo>
                    <a:pt x="2297" y="9422"/>
                  </a:lnTo>
                  <a:cubicBezTo>
                    <a:pt x="2177" y="9422"/>
                    <a:pt x="2080" y="9518"/>
                    <a:pt x="2080" y="9633"/>
                  </a:cubicBezTo>
                  <a:lnTo>
                    <a:pt x="2080" y="10488"/>
                  </a:lnTo>
                  <a:lnTo>
                    <a:pt x="1427" y="10488"/>
                  </a:lnTo>
                  <a:cubicBezTo>
                    <a:pt x="1312" y="10488"/>
                    <a:pt x="1216" y="10584"/>
                    <a:pt x="1216" y="10699"/>
                  </a:cubicBezTo>
                  <a:lnTo>
                    <a:pt x="1216" y="11281"/>
                  </a:lnTo>
                  <a:lnTo>
                    <a:pt x="870" y="11281"/>
                  </a:lnTo>
                  <a:cubicBezTo>
                    <a:pt x="389" y="11281"/>
                    <a:pt x="0" y="11670"/>
                    <a:pt x="0" y="12150"/>
                  </a:cubicBezTo>
                  <a:lnTo>
                    <a:pt x="0" y="13582"/>
                  </a:lnTo>
                  <a:cubicBezTo>
                    <a:pt x="0" y="14062"/>
                    <a:pt x="389" y="14451"/>
                    <a:pt x="870" y="14451"/>
                  </a:cubicBezTo>
                  <a:lnTo>
                    <a:pt x="7543" y="14451"/>
                  </a:lnTo>
                  <a:cubicBezTo>
                    <a:pt x="8023" y="14451"/>
                    <a:pt x="8412" y="14062"/>
                    <a:pt x="8417" y="13582"/>
                  </a:cubicBezTo>
                  <a:lnTo>
                    <a:pt x="8417" y="12150"/>
                  </a:lnTo>
                  <a:cubicBezTo>
                    <a:pt x="8412" y="11670"/>
                    <a:pt x="8023" y="11281"/>
                    <a:pt x="7543" y="11281"/>
                  </a:cubicBezTo>
                  <a:lnTo>
                    <a:pt x="7202" y="11281"/>
                  </a:lnTo>
                  <a:lnTo>
                    <a:pt x="7202" y="10704"/>
                  </a:lnTo>
                  <a:cubicBezTo>
                    <a:pt x="7202" y="10584"/>
                    <a:pt x="7105" y="10488"/>
                    <a:pt x="6990" y="10488"/>
                  </a:cubicBezTo>
                  <a:lnTo>
                    <a:pt x="6337" y="10488"/>
                  </a:lnTo>
                  <a:lnTo>
                    <a:pt x="6337" y="9638"/>
                  </a:lnTo>
                  <a:cubicBezTo>
                    <a:pt x="6337" y="9518"/>
                    <a:pt x="6241" y="9422"/>
                    <a:pt x="6125" y="9422"/>
                  </a:cubicBezTo>
                  <a:lnTo>
                    <a:pt x="5424" y="9422"/>
                  </a:lnTo>
                  <a:lnTo>
                    <a:pt x="5424" y="7620"/>
                  </a:lnTo>
                  <a:cubicBezTo>
                    <a:pt x="5808" y="7452"/>
                    <a:pt x="6149" y="7202"/>
                    <a:pt x="6433" y="6890"/>
                  </a:cubicBezTo>
                  <a:cubicBezTo>
                    <a:pt x="6574" y="6731"/>
                    <a:pt x="6430" y="6532"/>
                    <a:pt x="6270" y="6532"/>
                  </a:cubicBezTo>
                  <a:cubicBezTo>
                    <a:pt x="6217" y="6532"/>
                    <a:pt x="6163" y="6554"/>
                    <a:pt x="6116" y="6606"/>
                  </a:cubicBezTo>
                  <a:cubicBezTo>
                    <a:pt x="5620" y="7156"/>
                    <a:pt x="4922" y="7456"/>
                    <a:pt x="4208" y="7456"/>
                  </a:cubicBezTo>
                  <a:cubicBezTo>
                    <a:pt x="3899" y="7456"/>
                    <a:pt x="3587" y="7400"/>
                    <a:pt x="3286" y="7284"/>
                  </a:cubicBezTo>
                  <a:cubicBezTo>
                    <a:pt x="2297" y="6904"/>
                    <a:pt x="1638" y="5953"/>
                    <a:pt x="1638" y="4887"/>
                  </a:cubicBezTo>
                  <a:lnTo>
                    <a:pt x="1638" y="1956"/>
                  </a:lnTo>
                  <a:lnTo>
                    <a:pt x="6774" y="1956"/>
                  </a:lnTo>
                  <a:lnTo>
                    <a:pt x="6774" y="4887"/>
                  </a:lnTo>
                  <a:cubicBezTo>
                    <a:pt x="6774" y="5257"/>
                    <a:pt x="6697" y="5617"/>
                    <a:pt x="6543" y="5953"/>
                  </a:cubicBezTo>
                  <a:cubicBezTo>
                    <a:pt x="6495" y="6059"/>
                    <a:pt x="6543" y="6188"/>
                    <a:pt x="6649" y="6237"/>
                  </a:cubicBezTo>
                  <a:cubicBezTo>
                    <a:pt x="6678" y="6246"/>
                    <a:pt x="6707" y="6256"/>
                    <a:pt x="6740" y="6256"/>
                  </a:cubicBezTo>
                  <a:cubicBezTo>
                    <a:pt x="6822" y="6256"/>
                    <a:pt x="6899" y="6208"/>
                    <a:pt x="6933" y="6131"/>
                  </a:cubicBezTo>
                  <a:cubicBezTo>
                    <a:pt x="7110" y="5742"/>
                    <a:pt x="7202" y="5319"/>
                    <a:pt x="7202" y="4891"/>
                  </a:cubicBezTo>
                  <a:lnTo>
                    <a:pt x="7202" y="1956"/>
                  </a:lnTo>
                  <a:lnTo>
                    <a:pt x="7629" y="1956"/>
                  </a:lnTo>
                  <a:cubicBezTo>
                    <a:pt x="8061" y="1956"/>
                    <a:pt x="8412" y="1605"/>
                    <a:pt x="8417" y="1168"/>
                  </a:cubicBezTo>
                  <a:lnTo>
                    <a:pt x="8417" y="789"/>
                  </a:lnTo>
                  <a:cubicBezTo>
                    <a:pt x="8412" y="352"/>
                    <a:pt x="8061" y="1"/>
                    <a:pt x="7629" y="1"/>
                  </a:cubicBezTo>
                  <a:lnTo>
                    <a:pt x="2671" y="1"/>
                  </a:lnTo>
                  <a:cubicBezTo>
                    <a:pt x="2388" y="1"/>
                    <a:pt x="2388" y="424"/>
                    <a:pt x="2671" y="428"/>
                  </a:cubicBezTo>
                  <a:lnTo>
                    <a:pt x="7629" y="428"/>
                  </a:lnTo>
                  <a:cubicBezTo>
                    <a:pt x="7826" y="428"/>
                    <a:pt x="7989" y="587"/>
                    <a:pt x="7989" y="789"/>
                  </a:cubicBezTo>
                  <a:lnTo>
                    <a:pt x="7989" y="1168"/>
                  </a:lnTo>
                  <a:cubicBezTo>
                    <a:pt x="7989" y="1365"/>
                    <a:pt x="7826" y="1529"/>
                    <a:pt x="7629" y="1529"/>
                  </a:cubicBezTo>
                  <a:lnTo>
                    <a:pt x="788" y="1529"/>
                  </a:lnTo>
                  <a:cubicBezTo>
                    <a:pt x="591" y="1529"/>
                    <a:pt x="428" y="1365"/>
                    <a:pt x="428" y="1168"/>
                  </a:cubicBezTo>
                  <a:lnTo>
                    <a:pt x="428" y="789"/>
                  </a:lnTo>
                  <a:cubicBezTo>
                    <a:pt x="428" y="587"/>
                    <a:pt x="591" y="428"/>
                    <a:pt x="788" y="428"/>
                  </a:cubicBezTo>
                  <a:lnTo>
                    <a:pt x="1821" y="428"/>
                  </a:lnTo>
                  <a:cubicBezTo>
                    <a:pt x="2104" y="424"/>
                    <a:pt x="2104" y="1"/>
                    <a:pt x="1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0"/>
            <p:cNvSpPr/>
            <p:nvPr/>
          </p:nvSpPr>
          <p:spPr>
            <a:xfrm>
              <a:off x="974011" y="3873828"/>
              <a:ext cx="113464" cy="102495"/>
            </a:xfrm>
            <a:custGeom>
              <a:rect b="b" l="l" r="r" t="t"/>
              <a:pathLst>
                <a:path extrusionOk="0" h="3915" w="4334">
                  <a:moveTo>
                    <a:pt x="2170" y="0"/>
                  </a:moveTo>
                  <a:cubicBezTo>
                    <a:pt x="2009" y="0"/>
                    <a:pt x="1850" y="83"/>
                    <a:pt x="1768" y="249"/>
                  </a:cubicBezTo>
                  <a:cubicBezTo>
                    <a:pt x="1365" y="1070"/>
                    <a:pt x="1389" y="1022"/>
                    <a:pt x="1384" y="1027"/>
                  </a:cubicBezTo>
                  <a:cubicBezTo>
                    <a:pt x="1249" y="1181"/>
                    <a:pt x="1385" y="1379"/>
                    <a:pt x="1544" y="1379"/>
                  </a:cubicBezTo>
                  <a:cubicBezTo>
                    <a:pt x="1623" y="1379"/>
                    <a:pt x="1708" y="1330"/>
                    <a:pt x="1768" y="1205"/>
                  </a:cubicBezTo>
                  <a:cubicBezTo>
                    <a:pt x="2132" y="473"/>
                    <a:pt x="2150" y="426"/>
                    <a:pt x="2164" y="426"/>
                  </a:cubicBezTo>
                  <a:cubicBezTo>
                    <a:pt x="2166" y="426"/>
                    <a:pt x="2169" y="427"/>
                    <a:pt x="2172" y="427"/>
                  </a:cubicBezTo>
                  <a:cubicBezTo>
                    <a:pt x="2174" y="427"/>
                    <a:pt x="2176" y="425"/>
                    <a:pt x="2178" y="425"/>
                  </a:cubicBezTo>
                  <a:cubicBezTo>
                    <a:pt x="2189" y="425"/>
                    <a:pt x="2210" y="475"/>
                    <a:pt x="2570" y="1205"/>
                  </a:cubicBezTo>
                  <a:cubicBezTo>
                    <a:pt x="2638" y="1339"/>
                    <a:pt x="2763" y="1431"/>
                    <a:pt x="2911" y="1450"/>
                  </a:cubicBezTo>
                  <a:lnTo>
                    <a:pt x="3757" y="1575"/>
                  </a:lnTo>
                  <a:cubicBezTo>
                    <a:pt x="3771" y="1575"/>
                    <a:pt x="3781" y="1584"/>
                    <a:pt x="3781" y="1599"/>
                  </a:cubicBezTo>
                  <a:cubicBezTo>
                    <a:pt x="3781" y="1613"/>
                    <a:pt x="3810" y="1575"/>
                    <a:pt x="3156" y="2214"/>
                  </a:cubicBezTo>
                  <a:cubicBezTo>
                    <a:pt x="3070" y="2295"/>
                    <a:pt x="3022" y="2416"/>
                    <a:pt x="3022" y="2536"/>
                  </a:cubicBezTo>
                  <a:cubicBezTo>
                    <a:pt x="3022" y="2617"/>
                    <a:pt x="3176" y="3439"/>
                    <a:pt x="3176" y="3463"/>
                  </a:cubicBezTo>
                  <a:cubicBezTo>
                    <a:pt x="3172" y="3474"/>
                    <a:pt x="3162" y="3485"/>
                    <a:pt x="3152" y="3485"/>
                  </a:cubicBezTo>
                  <a:cubicBezTo>
                    <a:pt x="3149" y="3485"/>
                    <a:pt x="3145" y="3484"/>
                    <a:pt x="3142" y="3482"/>
                  </a:cubicBezTo>
                  <a:lnTo>
                    <a:pt x="2378" y="3083"/>
                  </a:lnTo>
                  <a:cubicBezTo>
                    <a:pt x="2313" y="3050"/>
                    <a:pt x="2242" y="3033"/>
                    <a:pt x="2172" y="3033"/>
                  </a:cubicBezTo>
                  <a:cubicBezTo>
                    <a:pt x="2101" y="3033"/>
                    <a:pt x="2030" y="3050"/>
                    <a:pt x="1965" y="3083"/>
                  </a:cubicBezTo>
                  <a:cubicBezTo>
                    <a:pt x="1219" y="3474"/>
                    <a:pt x="1200" y="3487"/>
                    <a:pt x="1193" y="3487"/>
                  </a:cubicBezTo>
                  <a:cubicBezTo>
                    <a:pt x="1193" y="3487"/>
                    <a:pt x="1192" y="3487"/>
                    <a:pt x="1192" y="3487"/>
                  </a:cubicBezTo>
                  <a:cubicBezTo>
                    <a:pt x="1177" y="3487"/>
                    <a:pt x="1168" y="3472"/>
                    <a:pt x="1168" y="3458"/>
                  </a:cubicBezTo>
                  <a:cubicBezTo>
                    <a:pt x="1321" y="2564"/>
                    <a:pt x="1321" y="2603"/>
                    <a:pt x="1321" y="2536"/>
                  </a:cubicBezTo>
                  <a:cubicBezTo>
                    <a:pt x="1321" y="2416"/>
                    <a:pt x="1273" y="2300"/>
                    <a:pt x="1187" y="2214"/>
                  </a:cubicBezTo>
                  <a:lnTo>
                    <a:pt x="572" y="1613"/>
                  </a:lnTo>
                  <a:cubicBezTo>
                    <a:pt x="557" y="1599"/>
                    <a:pt x="562" y="1575"/>
                    <a:pt x="581" y="1575"/>
                  </a:cubicBezTo>
                  <a:lnTo>
                    <a:pt x="759" y="1551"/>
                  </a:lnTo>
                  <a:cubicBezTo>
                    <a:pt x="1016" y="1500"/>
                    <a:pt x="969" y="1127"/>
                    <a:pt x="720" y="1127"/>
                  </a:cubicBezTo>
                  <a:cubicBezTo>
                    <a:pt x="712" y="1127"/>
                    <a:pt x="705" y="1127"/>
                    <a:pt x="697" y="1128"/>
                  </a:cubicBezTo>
                  <a:lnTo>
                    <a:pt x="524" y="1152"/>
                  </a:lnTo>
                  <a:cubicBezTo>
                    <a:pt x="149" y="1205"/>
                    <a:pt x="0" y="1666"/>
                    <a:pt x="274" y="1926"/>
                  </a:cubicBezTo>
                  <a:cubicBezTo>
                    <a:pt x="913" y="2555"/>
                    <a:pt x="899" y="2521"/>
                    <a:pt x="894" y="2545"/>
                  </a:cubicBezTo>
                  <a:cubicBezTo>
                    <a:pt x="745" y="3434"/>
                    <a:pt x="745" y="3400"/>
                    <a:pt x="745" y="3468"/>
                  </a:cubicBezTo>
                  <a:cubicBezTo>
                    <a:pt x="745" y="3727"/>
                    <a:pt x="956" y="3915"/>
                    <a:pt x="1189" y="3915"/>
                  </a:cubicBezTo>
                  <a:cubicBezTo>
                    <a:pt x="1258" y="3915"/>
                    <a:pt x="1330" y="3898"/>
                    <a:pt x="1398" y="3862"/>
                  </a:cubicBezTo>
                  <a:cubicBezTo>
                    <a:pt x="2083" y="3507"/>
                    <a:pt x="2155" y="3460"/>
                    <a:pt x="2174" y="3460"/>
                  </a:cubicBezTo>
                  <a:cubicBezTo>
                    <a:pt x="2177" y="3460"/>
                    <a:pt x="2179" y="3461"/>
                    <a:pt x="2181" y="3463"/>
                  </a:cubicBezTo>
                  <a:cubicBezTo>
                    <a:pt x="2907" y="3828"/>
                    <a:pt x="2959" y="3914"/>
                    <a:pt x="3152" y="3914"/>
                  </a:cubicBezTo>
                  <a:cubicBezTo>
                    <a:pt x="3425" y="3914"/>
                    <a:pt x="3637" y="3665"/>
                    <a:pt x="3594" y="3391"/>
                  </a:cubicBezTo>
                  <a:cubicBezTo>
                    <a:pt x="3445" y="2502"/>
                    <a:pt x="3435" y="2536"/>
                    <a:pt x="3454" y="2521"/>
                  </a:cubicBezTo>
                  <a:lnTo>
                    <a:pt x="4069" y="1921"/>
                  </a:lnTo>
                  <a:cubicBezTo>
                    <a:pt x="4333" y="1661"/>
                    <a:pt x="4189" y="1210"/>
                    <a:pt x="3819" y="1157"/>
                  </a:cubicBezTo>
                  <a:lnTo>
                    <a:pt x="2969" y="1032"/>
                  </a:lnTo>
                  <a:cubicBezTo>
                    <a:pt x="2945" y="1027"/>
                    <a:pt x="2969" y="1051"/>
                    <a:pt x="2575" y="249"/>
                  </a:cubicBezTo>
                  <a:cubicBezTo>
                    <a:pt x="2491" y="83"/>
                    <a:pt x="2330"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0"/>
            <p:cNvSpPr/>
            <p:nvPr/>
          </p:nvSpPr>
          <p:spPr>
            <a:xfrm>
              <a:off x="985190" y="4129973"/>
              <a:ext cx="91342" cy="11231"/>
            </a:xfrm>
            <a:custGeom>
              <a:rect b="b" l="l" r="r" t="t"/>
              <a:pathLst>
                <a:path extrusionOk="0" h="429" w="3489">
                  <a:moveTo>
                    <a:pt x="284" y="1"/>
                  </a:moveTo>
                  <a:cubicBezTo>
                    <a:pt x="1" y="1"/>
                    <a:pt x="1" y="424"/>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0"/>
            <p:cNvSpPr/>
            <p:nvPr/>
          </p:nvSpPr>
          <p:spPr>
            <a:xfrm>
              <a:off x="985190" y="4154373"/>
              <a:ext cx="91342" cy="11231"/>
            </a:xfrm>
            <a:custGeom>
              <a:rect b="b" l="l" r="r" t="t"/>
              <a:pathLst>
                <a:path extrusionOk="0" h="429" w="3489">
                  <a:moveTo>
                    <a:pt x="284" y="1"/>
                  </a:moveTo>
                  <a:cubicBezTo>
                    <a:pt x="1" y="1"/>
                    <a:pt x="1" y="428"/>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80"/>
          <p:cNvGrpSpPr/>
          <p:nvPr/>
        </p:nvGrpSpPr>
        <p:grpSpPr>
          <a:xfrm>
            <a:off x="3900804" y="1547918"/>
            <a:ext cx="411550" cy="337748"/>
            <a:chOff x="3900804" y="1547918"/>
            <a:chExt cx="411550" cy="337748"/>
          </a:xfrm>
        </p:grpSpPr>
        <p:sp>
          <p:nvSpPr>
            <p:cNvPr id="8841" name="Google Shape;8841;p80"/>
            <p:cNvSpPr/>
            <p:nvPr/>
          </p:nvSpPr>
          <p:spPr>
            <a:xfrm>
              <a:off x="3906956" y="1582266"/>
              <a:ext cx="399350" cy="267298"/>
            </a:xfrm>
            <a:custGeom>
              <a:rect b="b" l="l" r="r" t="t"/>
              <a:pathLst>
                <a:path extrusionOk="0" h="10210" w="15254">
                  <a:moveTo>
                    <a:pt x="299" y="1"/>
                  </a:moveTo>
                  <a:cubicBezTo>
                    <a:pt x="130" y="1"/>
                    <a:pt x="1" y="135"/>
                    <a:pt x="1" y="299"/>
                  </a:cubicBezTo>
                  <a:lnTo>
                    <a:pt x="1" y="9907"/>
                  </a:lnTo>
                  <a:cubicBezTo>
                    <a:pt x="1" y="10075"/>
                    <a:pt x="130" y="10209"/>
                    <a:pt x="299" y="10209"/>
                  </a:cubicBezTo>
                  <a:lnTo>
                    <a:pt x="14951" y="10209"/>
                  </a:lnTo>
                  <a:cubicBezTo>
                    <a:pt x="15119" y="10209"/>
                    <a:pt x="15254" y="10075"/>
                    <a:pt x="15254" y="9907"/>
                  </a:cubicBezTo>
                  <a:lnTo>
                    <a:pt x="15254" y="9330"/>
                  </a:lnTo>
                  <a:lnTo>
                    <a:pt x="15254" y="299"/>
                  </a:lnTo>
                  <a:cubicBezTo>
                    <a:pt x="15254" y="135"/>
                    <a:pt x="15119" y="1"/>
                    <a:pt x="1495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0"/>
            <p:cNvSpPr/>
            <p:nvPr/>
          </p:nvSpPr>
          <p:spPr>
            <a:xfrm>
              <a:off x="3934629" y="1582266"/>
              <a:ext cx="371677" cy="244286"/>
            </a:xfrm>
            <a:custGeom>
              <a:rect b="b" l="l" r="r" t="t"/>
              <a:pathLst>
                <a:path extrusionOk="0" h="9331" w="14197">
                  <a:moveTo>
                    <a:pt x="1" y="1"/>
                  </a:moveTo>
                  <a:lnTo>
                    <a:pt x="1" y="9032"/>
                  </a:lnTo>
                  <a:cubicBezTo>
                    <a:pt x="1" y="9196"/>
                    <a:pt x="135" y="9330"/>
                    <a:pt x="299" y="9330"/>
                  </a:cubicBezTo>
                  <a:lnTo>
                    <a:pt x="14197" y="9330"/>
                  </a:lnTo>
                  <a:lnTo>
                    <a:pt x="14197" y="299"/>
                  </a:lnTo>
                  <a:cubicBezTo>
                    <a:pt x="14197" y="135"/>
                    <a:pt x="14062" y="1"/>
                    <a:pt x="13894"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0"/>
            <p:cNvSpPr/>
            <p:nvPr/>
          </p:nvSpPr>
          <p:spPr>
            <a:xfrm>
              <a:off x="3947719" y="1553965"/>
              <a:ext cx="317590" cy="271330"/>
            </a:xfrm>
            <a:custGeom>
              <a:rect b="b" l="l" r="r" t="t"/>
              <a:pathLst>
                <a:path extrusionOk="0" h="10364" w="12131">
                  <a:moveTo>
                    <a:pt x="3020" y="0"/>
                  </a:moveTo>
                  <a:cubicBezTo>
                    <a:pt x="2134" y="0"/>
                    <a:pt x="1115" y="161"/>
                    <a:pt x="48" y="640"/>
                  </a:cubicBezTo>
                  <a:cubicBezTo>
                    <a:pt x="19" y="654"/>
                    <a:pt x="0" y="678"/>
                    <a:pt x="0" y="707"/>
                  </a:cubicBezTo>
                  <a:lnTo>
                    <a:pt x="0" y="10248"/>
                  </a:lnTo>
                  <a:cubicBezTo>
                    <a:pt x="0" y="10291"/>
                    <a:pt x="39" y="10325"/>
                    <a:pt x="80" y="10325"/>
                  </a:cubicBezTo>
                  <a:cubicBezTo>
                    <a:pt x="88" y="10325"/>
                    <a:pt x="97" y="10323"/>
                    <a:pt x="106" y="10320"/>
                  </a:cubicBezTo>
                  <a:cubicBezTo>
                    <a:pt x="1153" y="9860"/>
                    <a:pt x="2151" y="9705"/>
                    <a:pt x="3021" y="9705"/>
                  </a:cubicBezTo>
                  <a:cubicBezTo>
                    <a:pt x="4815" y="9705"/>
                    <a:pt x="6063" y="10363"/>
                    <a:pt x="6063" y="10363"/>
                  </a:cubicBezTo>
                  <a:cubicBezTo>
                    <a:pt x="6063" y="10363"/>
                    <a:pt x="7313" y="9705"/>
                    <a:pt x="9108" y="9705"/>
                  </a:cubicBezTo>
                  <a:cubicBezTo>
                    <a:pt x="9979" y="9705"/>
                    <a:pt x="10978" y="9860"/>
                    <a:pt x="12025" y="10320"/>
                  </a:cubicBezTo>
                  <a:cubicBezTo>
                    <a:pt x="12033" y="10323"/>
                    <a:pt x="12042" y="10325"/>
                    <a:pt x="12051" y="10325"/>
                  </a:cubicBezTo>
                  <a:cubicBezTo>
                    <a:pt x="12092" y="10325"/>
                    <a:pt x="12131" y="10291"/>
                    <a:pt x="12131" y="10248"/>
                  </a:cubicBezTo>
                  <a:lnTo>
                    <a:pt x="12131" y="707"/>
                  </a:lnTo>
                  <a:cubicBezTo>
                    <a:pt x="12131" y="678"/>
                    <a:pt x="12111" y="654"/>
                    <a:pt x="12087" y="640"/>
                  </a:cubicBezTo>
                  <a:cubicBezTo>
                    <a:pt x="11021" y="161"/>
                    <a:pt x="10002" y="0"/>
                    <a:pt x="9115" y="0"/>
                  </a:cubicBezTo>
                  <a:cubicBezTo>
                    <a:pt x="7319" y="0"/>
                    <a:pt x="6068" y="659"/>
                    <a:pt x="6068" y="659"/>
                  </a:cubicBezTo>
                  <a:cubicBezTo>
                    <a:pt x="6068" y="659"/>
                    <a:pt x="4816" y="0"/>
                    <a:pt x="302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0"/>
            <p:cNvSpPr/>
            <p:nvPr/>
          </p:nvSpPr>
          <p:spPr>
            <a:xfrm>
              <a:off x="3961673" y="1553887"/>
              <a:ext cx="303636" cy="248631"/>
            </a:xfrm>
            <a:custGeom>
              <a:rect b="b" l="l" r="r" t="t"/>
              <a:pathLst>
                <a:path extrusionOk="0" h="9497" w="11598">
                  <a:moveTo>
                    <a:pt x="8582" y="1"/>
                  </a:moveTo>
                  <a:cubicBezTo>
                    <a:pt x="6786" y="1"/>
                    <a:pt x="5535" y="662"/>
                    <a:pt x="5535" y="662"/>
                  </a:cubicBezTo>
                  <a:cubicBezTo>
                    <a:pt x="5535" y="662"/>
                    <a:pt x="4284" y="2"/>
                    <a:pt x="2487" y="2"/>
                  </a:cubicBezTo>
                  <a:cubicBezTo>
                    <a:pt x="1741" y="2"/>
                    <a:pt x="902" y="115"/>
                    <a:pt x="20" y="436"/>
                  </a:cubicBezTo>
                  <a:lnTo>
                    <a:pt x="1" y="446"/>
                  </a:lnTo>
                  <a:lnTo>
                    <a:pt x="1" y="9377"/>
                  </a:lnTo>
                  <a:cubicBezTo>
                    <a:pt x="1" y="9420"/>
                    <a:pt x="36" y="9454"/>
                    <a:pt x="78" y="9454"/>
                  </a:cubicBezTo>
                  <a:cubicBezTo>
                    <a:pt x="87" y="9454"/>
                    <a:pt x="97" y="9452"/>
                    <a:pt x="106" y="9449"/>
                  </a:cubicBezTo>
                  <a:cubicBezTo>
                    <a:pt x="1151" y="8990"/>
                    <a:pt x="2091" y="8835"/>
                    <a:pt x="2884" y="8835"/>
                  </a:cubicBezTo>
                  <a:cubicBezTo>
                    <a:pt x="4524" y="8835"/>
                    <a:pt x="5535" y="9497"/>
                    <a:pt x="5535" y="9497"/>
                  </a:cubicBezTo>
                  <a:cubicBezTo>
                    <a:pt x="6630" y="9060"/>
                    <a:pt x="7802" y="8834"/>
                    <a:pt x="8979" y="8834"/>
                  </a:cubicBezTo>
                  <a:cubicBezTo>
                    <a:pt x="8993" y="8834"/>
                    <a:pt x="9007" y="8834"/>
                    <a:pt x="9021" y="8834"/>
                  </a:cubicBezTo>
                  <a:cubicBezTo>
                    <a:pt x="9900" y="8834"/>
                    <a:pt x="10770" y="8983"/>
                    <a:pt x="11598" y="9276"/>
                  </a:cubicBezTo>
                  <a:lnTo>
                    <a:pt x="11598" y="710"/>
                  </a:lnTo>
                  <a:cubicBezTo>
                    <a:pt x="11598" y="681"/>
                    <a:pt x="11583" y="653"/>
                    <a:pt x="11554" y="643"/>
                  </a:cubicBezTo>
                  <a:cubicBezTo>
                    <a:pt x="10488" y="162"/>
                    <a:pt x="9469" y="1"/>
                    <a:pt x="8582" y="1"/>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0"/>
            <p:cNvSpPr/>
            <p:nvPr/>
          </p:nvSpPr>
          <p:spPr>
            <a:xfrm>
              <a:off x="4106553" y="1553965"/>
              <a:ext cx="158756" cy="248553"/>
            </a:xfrm>
            <a:custGeom>
              <a:rect b="b" l="l" r="r" t="t"/>
              <a:pathLst>
                <a:path extrusionOk="0" h="9494" w="6064">
                  <a:moveTo>
                    <a:pt x="3048" y="0"/>
                  </a:moveTo>
                  <a:cubicBezTo>
                    <a:pt x="1252" y="0"/>
                    <a:pt x="1" y="659"/>
                    <a:pt x="1" y="659"/>
                  </a:cubicBezTo>
                  <a:lnTo>
                    <a:pt x="1" y="9494"/>
                  </a:lnTo>
                  <a:cubicBezTo>
                    <a:pt x="1096" y="9057"/>
                    <a:pt x="2268" y="8831"/>
                    <a:pt x="3445" y="8831"/>
                  </a:cubicBezTo>
                  <a:cubicBezTo>
                    <a:pt x="3459" y="8831"/>
                    <a:pt x="3473" y="8831"/>
                    <a:pt x="3487" y="8831"/>
                  </a:cubicBezTo>
                  <a:cubicBezTo>
                    <a:pt x="4366" y="8831"/>
                    <a:pt x="5236" y="8980"/>
                    <a:pt x="6064" y="9273"/>
                  </a:cubicBezTo>
                  <a:lnTo>
                    <a:pt x="6064" y="707"/>
                  </a:lnTo>
                  <a:cubicBezTo>
                    <a:pt x="6064" y="678"/>
                    <a:pt x="6049" y="650"/>
                    <a:pt x="6020" y="640"/>
                  </a:cubicBezTo>
                  <a:cubicBezTo>
                    <a:pt x="4954" y="161"/>
                    <a:pt x="3935" y="0"/>
                    <a:pt x="3048"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0"/>
            <p:cNvSpPr/>
            <p:nvPr/>
          </p:nvSpPr>
          <p:spPr>
            <a:xfrm>
              <a:off x="4106422" y="1815085"/>
              <a:ext cx="27829" cy="62439"/>
            </a:xfrm>
            <a:custGeom>
              <a:rect b="b" l="l" r="r" t="t"/>
              <a:pathLst>
                <a:path extrusionOk="0" h="2385" w="1063">
                  <a:moveTo>
                    <a:pt x="1063" y="0"/>
                  </a:moveTo>
                  <a:cubicBezTo>
                    <a:pt x="698" y="96"/>
                    <a:pt x="342" y="226"/>
                    <a:pt x="1" y="389"/>
                  </a:cubicBezTo>
                  <a:lnTo>
                    <a:pt x="1" y="2311"/>
                  </a:lnTo>
                  <a:cubicBezTo>
                    <a:pt x="1" y="2355"/>
                    <a:pt x="37" y="2385"/>
                    <a:pt x="75" y="2385"/>
                  </a:cubicBezTo>
                  <a:cubicBezTo>
                    <a:pt x="91" y="2385"/>
                    <a:pt x="107" y="2380"/>
                    <a:pt x="121" y="2368"/>
                  </a:cubicBezTo>
                  <a:lnTo>
                    <a:pt x="496" y="2066"/>
                  </a:lnTo>
                  <a:cubicBezTo>
                    <a:pt x="510" y="2056"/>
                    <a:pt x="527" y="2051"/>
                    <a:pt x="544" y="2051"/>
                  </a:cubicBezTo>
                  <a:cubicBezTo>
                    <a:pt x="561" y="2051"/>
                    <a:pt x="577" y="2056"/>
                    <a:pt x="592" y="2066"/>
                  </a:cubicBezTo>
                  <a:lnTo>
                    <a:pt x="943" y="2364"/>
                  </a:lnTo>
                  <a:cubicBezTo>
                    <a:pt x="957" y="2375"/>
                    <a:pt x="973" y="2380"/>
                    <a:pt x="988" y="2380"/>
                  </a:cubicBezTo>
                  <a:cubicBezTo>
                    <a:pt x="1027" y="2380"/>
                    <a:pt x="1063" y="2350"/>
                    <a:pt x="1063" y="2306"/>
                  </a:cubicBezTo>
                  <a:lnTo>
                    <a:pt x="1063"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0"/>
            <p:cNvSpPr/>
            <p:nvPr/>
          </p:nvSpPr>
          <p:spPr>
            <a:xfrm>
              <a:off x="3900804" y="1547918"/>
              <a:ext cx="411550" cy="337748"/>
            </a:xfrm>
            <a:custGeom>
              <a:rect b="b" l="l" r="r" t="t"/>
              <a:pathLst>
                <a:path extrusionOk="0" h="12901" w="15720">
                  <a:moveTo>
                    <a:pt x="10912" y="464"/>
                  </a:moveTo>
                  <a:cubicBezTo>
                    <a:pt x="11744" y="464"/>
                    <a:pt x="12697" y="609"/>
                    <a:pt x="13692" y="1039"/>
                  </a:cubicBezTo>
                  <a:lnTo>
                    <a:pt x="13692" y="10244"/>
                  </a:lnTo>
                  <a:cubicBezTo>
                    <a:pt x="12790" y="9885"/>
                    <a:pt x="11837" y="9706"/>
                    <a:pt x="10885" y="9706"/>
                  </a:cubicBezTo>
                  <a:cubicBezTo>
                    <a:pt x="9936" y="9706"/>
                    <a:pt x="8987" y="9884"/>
                    <a:pt x="8090" y="10239"/>
                  </a:cubicBezTo>
                  <a:lnTo>
                    <a:pt x="8090" y="1034"/>
                  </a:lnTo>
                  <a:cubicBezTo>
                    <a:pt x="8438" y="880"/>
                    <a:pt x="9503" y="464"/>
                    <a:pt x="10912" y="464"/>
                  </a:cubicBezTo>
                  <a:close/>
                  <a:moveTo>
                    <a:pt x="4848" y="460"/>
                  </a:moveTo>
                  <a:cubicBezTo>
                    <a:pt x="5840" y="460"/>
                    <a:pt x="6799" y="664"/>
                    <a:pt x="7629" y="1034"/>
                  </a:cubicBezTo>
                  <a:cubicBezTo>
                    <a:pt x="7629" y="2187"/>
                    <a:pt x="7629" y="8894"/>
                    <a:pt x="7629" y="10239"/>
                  </a:cubicBezTo>
                  <a:cubicBezTo>
                    <a:pt x="6731" y="9883"/>
                    <a:pt x="5775" y="9705"/>
                    <a:pt x="4809" y="9705"/>
                  </a:cubicBezTo>
                  <a:cubicBezTo>
                    <a:pt x="3858" y="9705"/>
                    <a:pt x="2912" y="9888"/>
                    <a:pt x="2023" y="10244"/>
                  </a:cubicBezTo>
                  <a:lnTo>
                    <a:pt x="2023" y="5050"/>
                  </a:lnTo>
                  <a:cubicBezTo>
                    <a:pt x="2023" y="4897"/>
                    <a:pt x="1908" y="4820"/>
                    <a:pt x="1792" y="4820"/>
                  </a:cubicBezTo>
                  <a:cubicBezTo>
                    <a:pt x="1677" y="4820"/>
                    <a:pt x="1562" y="4897"/>
                    <a:pt x="1562" y="5050"/>
                  </a:cubicBezTo>
                  <a:lnTo>
                    <a:pt x="1562" y="10479"/>
                  </a:lnTo>
                  <a:cubicBezTo>
                    <a:pt x="1562" y="10647"/>
                    <a:pt x="1701" y="10786"/>
                    <a:pt x="1869" y="10786"/>
                  </a:cubicBezTo>
                  <a:cubicBezTo>
                    <a:pt x="1912" y="10786"/>
                    <a:pt x="1951" y="10777"/>
                    <a:pt x="1989" y="10762"/>
                  </a:cubicBezTo>
                  <a:cubicBezTo>
                    <a:pt x="2878" y="10368"/>
                    <a:pt x="3839" y="10167"/>
                    <a:pt x="4809" y="10167"/>
                  </a:cubicBezTo>
                  <a:cubicBezTo>
                    <a:pt x="5775" y="10167"/>
                    <a:pt x="6736" y="10364"/>
                    <a:pt x="7624" y="10743"/>
                  </a:cubicBezTo>
                  <a:lnTo>
                    <a:pt x="7624" y="11291"/>
                  </a:lnTo>
                  <a:lnTo>
                    <a:pt x="534" y="11291"/>
                  </a:lnTo>
                  <a:cubicBezTo>
                    <a:pt x="495" y="11291"/>
                    <a:pt x="462" y="11262"/>
                    <a:pt x="462" y="11219"/>
                  </a:cubicBezTo>
                  <a:lnTo>
                    <a:pt x="462" y="1611"/>
                  </a:lnTo>
                  <a:cubicBezTo>
                    <a:pt x="462" y="1572"/>
                    <a:pt x="495" y="1543"/>
                    <a:pt x="534" y="1543"/>
                  </a:cubicBezTo>
                  <a:lnTo>
                    <a:pt x="1562" y="1543"/>
                  </a:lnTo>
                  <a:lnTo>
                    <a:pt x="1562" y="4123"/>
                  </a:lnTo>
                  <a:cubicBezTo>
                    <a:pt x="1562" y="4277"/>
                    <a:pt x="1677" y="4354"/>
                    <a:pt x="1792" y="4354"/>
                  </a:cubicBezTo>
                  <a:cubicBezTo>
                    <a:pt x="1908" y="4354"/>
                    <a:pt x="2023" y="4277"/>
                    <a:pt x="2023" y="4123"/>
                  </a:cubicBezTo>
                  <a:lnTo>
                    <a:pt x="2023" y="1039"/>
                  </a:lnTo>
                  <a:cubicBezTo>
                    <a:pt x="2940" y="642"/>
                    <a:pt x="3909" y="460"/>
                    <a:pt x="4848" y="460"/>
                  </a:cubicBezTo>
                  <a:close/>
                  <a:moveTo>
                    <a:pt x="8686" y="10517"/>
                  </a:moveTo>
                  <a:lnTo>
                    <a:pt x="8686" y="12175"/>
                  </a:lnTo>
                  <a:lnTo>
                    <a:pt x="8542" y="12059"/>
                  </a:lnTo>
                  <a:cubicBezTo>
                    <a:pt x="8500" y="12023"/>
                    <a:pt x="8449" y="12005"/>
                    <a:pt x="8397" y="12005"/>
                  </a:cubicBezTo>
                  <a:cubicBezTo>
                    <a:pt x="8347" y="12005"/>
                    <a:pt x="8296" y="12022"/>
                    <a:pt x="8254" y="12055"/>
                  </a:cubicBezTo>
                  <a:lnTo>
                    <a:pt x="8086" y="12184"/>
                  </a:lnTo>
                  <a:lnTo>
                    <a:pt x="8086" y="10743"/>
                  </a:lnTo>
                  <a:cubicBezTo>
                    <a:pt x="8283" y="10657"/>
                    <a:pt x="8480" y="10585"/>
                    <a:pt x="8686" y="10517"/>
                  </a:cubicBezTo>
                  <a:close/>
                  <a:moveTo>
                    <a:pt x="4831" y="1"/>
                  </a:moveTo>
                  <a:cubicBezTo>
                    <a:pt x="3779" y="1"/>
                    <a:pt x="2727" y="221"/>
                    <a:pt x="1744" y="660"/>
                  </a:cubicBezTo>
                  <a:cubicBezTo>
                    <a:pt x="1509" y="765"/>
                    <a:pt x="1571" y="1034"/>
                    <a:pt x="1566" y="1082"/>
                  </a:cubicBezTo>
                  <a:lnTo>
                    <a:pt x="538" y="1082"/>
                  </a:lnTo>
                  <a:cubicBezTo>
                    <a:pt x="241" y="1082"/>
                    <a:pt x="5" y="1322"/>
                    <a:pt x="0" y="1616"/>
                  </a:cubicBezTo>
                  <a:lnTo>
                    <a:pt x="0" y="11224"/>
                  </a:lnTo>
                  <a:cubicBezTo>
                    <a:pt x="5" y="11517"/>
                    <a:pt x="241" y="11757"/>
                    <a:pt x="538" y="11757"/>
                  </a:cubicBezTo>
                  <a:lnTo>
                    <a:pt x="7629" y="11757"/>
                  </a:lnTo>
                  <a:lnTo>
                    <a:pt x="7629" y="12670"/>
                  </a:lnTo>
                  <a:cubicBezTo>
                    <a:pt x="7629" y="12806"/>
                    <a:pt x="7742" y="12898"/>
                    <a:pt x="7861" y="12898"/>
                  </a:cubicBezTo>
                  <a:cubicBezTo>
                    <a:pt x="7910" y="12898"/>
                    <a:pt x="7960" y="12882"/>
                    <a:pt x="8004" y="12847"/>
                  </a:cubicBezTo>
                  <a:lnTo>
                    <a:pt x="8398" y="12535"/>
                  </a:lnTo>
                  <a:cubicBezTo>
                    <a:pt x="8749" y="12804"/>
                    <a:pt x="8777" y="12900"/>
                    <a:pt x="8921" y="12900"/>
                  </a:cubicBezTo>
                  <a:cubicBezTo>
                    <a:pt x="9046" y="12900"/>
                    <a:pt x="9152" y="12794"/>
                    <a:pt x="9152" y="12670"/>
                  </a:cubicBezTo>
                  <a:lnTo>
                    <a:pt x="9152" y="11757"/>
                  </a:lnTo>
                  <a:lnTo>
                    <a:pt x="12275" y="11757"/>
                  </a:lnTo>
                  <a:cubicBezTo>
                    <a:pt x="12582" y="11757"/>
                    <a:pt x="12582" y="11291"/>
                    <a:pt x="12275" y="11291"/>
                  </a:cubicBezTo>
                  <a:lnTo>
                    <a:pt x="9152" y="11291"/>
                  </a:lnTo>
                  <a:lnTo>
                    <a:pt x="9152" y="10383"/>
                  </a:lnTo>
                  <a:cubicBezTo>
                    <a:pt x="9721" y="10239"/>
                    <a:pt x="10302" y="10168"/>
                    <a:pt x="10882" y="10168"/>
                  </a:cubicBezTo>
                  <a:cubicBezTo>
                    <a:pt x="11854" y="10168"/>
                    <a:pt x="12823" y="10368"/>
                    <a:pt x="13726" y="10762"/>
                  </a:cubicBezTo>
                  <a:cubicBezTo>
                    <a:pt x="13766" y="10779"/>
                    <a:pt x="13808" y="10787"/>
                    <a:pt x="13848" y="10787"/>
                  </a:cubicBezTo>
                  <a:cubicBezTo>
                    <a:pt x="14012" y="10787"/>
                    <a:pt x="14158" y="10656"/>
                    <a:pt x="14158" y="10479"/>
                  </a:cubicBezTo>
                  <a:lnTo>
                    <a:pt x="14158" y="1543"/>
                  </a:lnTo>
                  <a:lnTo>
                    <a:pt x="15186" y="1543"/>
                  </a:lnTo>
                  <a:cubicBezTo>
                    <a:pt x="15224" y="1543"/>
                    <a:pt x="15258" y="1577"/>
                    <a:pt x="15258" y="1616"/>
                  </a:cubicBezTo>
                  <a:lnTo>
                    <a:pt x="15258" y="11224"/>
                  </a:lnTo>
                  <a:cubicBezTo>
                    <a:pt x="15258" y="11262"/>
                    <a:pt x="15224" y="11296"/>
                    <a:pt x="15186" y="11296"/>
                  </a:cubicBezTo>
                  <a:lnTo>
                    <a:pt x="13197" y="11296"/>
                  </a:lnTo>
                  <a:cubicBezTo>
                    <a:pt x="12890" y="11296"/>
                    <a:pt x="12890" y="11757"/>
                    <a:pt x="13197" y="11757"/>
                  </a:cubicBezTo>
                  <a:lnTo>
                    <a:pt x="15186" y="11757"/>
                  </a:lnTo>
                  <a:cubicBezTo>
                    <a:pt x="15479" y="11757"/>
                    <a:pt x="15719" y="11517"/>
                    <a:pt x="15719" y="11224"/>
                  </a:cubicBezTo>
                  <a:lnTo>
                    <a:pt x="15719" y="1616"/>
                  </a:lnTo>
                  <a:cubicBezTo>
                    <a:pt x="15719" y="1318"/>
                    <a:pt x="15479" y="1082"/>
                    <a:pt x="15181" y="1082"/>
                  </a:cubicBezTo>
                  <a:lnTo>
                    <a:pt x="14153" y="1082"/>
                  </a:lnTo>
                  <a:cubicBezTo>
                    <a:pt x="14144" y="1029"/>
                    <a:pt x="14211" y="765"/>
                    <a:pt x="13975" y="660"/>
                  </a:cubicBezTo>
                  <a:cubicBezTo>
                    <a:pt x="12964" y="206"/>
                    <a:pt x="11891" y="4"/>
                    <a:pt x="10863" y="4"/>
                  </a:cubicBezTo>
                  <a:cubicBezTo>
                    <a:pt x="9767" y="4"/>
                    <a:pt x="8723" y="234"/>
                    <a:pt x="7860" y="636"/>
                  </a:cubicBezTo>
                  <a:cubicBezTo>
                    <a:pt x="6894" y="212"/>
                    <a:pt x="5862" y="1"/>
                    <a:pt x="4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80"/>
          <p:cNvGrpSpPr/>
          <p:nvPr/>
        </p:nvGrpSpPr>
        <p:grpSpPr>
          <a:xfrm>
            <a:off x="3508654" y="3811781"/>
            <a:ext cx="363876" cy="364007"/>
            <a:chOff x="3508654" y="3811781"/>
            <a:chExt cx="363876" cy="364007"/>
          </a:xfrm>
        </p:grpSpPr>
        <p:sp>
          <p:nvSpPr>
            <p:cNvPr id="8849" name="Google Shape;8849;p80"/>
            <p:cNvSpPr/>
            <p:nvPr/>
          </p:nvSpPr>
          <p:spPr>
            <a:xfrm>
              <a:off x="3514047" y="3817069"/>
              <a:ext cx="133727" cy="64534"/>
            </a:xfrm>
            <a:custGeom>
              <a:rect b="b" l="l" r="r" t="t"/>
              <a:pathLst>
                <a:path extrusionOk="0" h="2465" w="5108">
                  <a:moveTo>
                    <a:pt x="1437" y="0"/>
                  </a:moveTo>
                  <a:cubicBezTo>
                    <a:pt x="645" y="0"/>
                    <a:pt x="1" y="639"/>
                    <a:pt x="1" y="1437"/>
                  </a:cubicBezTo>
                  <a:cubicBezTo>
                    <a:pt x="1" y="2004"/>
                    <a:pt x="467" y="2465"/>
                    <a:pt x="1034" y="2465"/>
                  </a:cubicBezTo>
                  <a:cubicBezTo>
                    <a:pt x="1605" y="2465"/>
                    <a:pt x="4132" y="2004"/>
                    <a:pt x="4132" y="1437"/>
                  </a:cubicBezTo>
                  <a:lnTo>
                    <a:pt x="4939" y="1437"/>
                  </a:lnTo>
                  <a:cubicBezTo>
                    <a:pt x="4939" y="1038"/>
                    <a:pt x="5108" y="678"/>
                    <a:pt x="4848" y="418"/>
                  </a:cubicBezTo>
                  <a:cubicBezTo>
                    <a:pt x="4589" y="159"/>
                    <a:pt x="1836" y="0"/>
                    <a:pt x="143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0"/>
            <p:cNvSpPr/>
            <p:nvPr/>
          </p:nvSpPr>
          <p:spPr>
            <a:xfrm>
              <a:off x="3541222" y="3854664"/>
              <a:ext cx="58879" cy="27070"/>
            </a:xfrm>
            <a:custGeom>
              <a:rect b="b" l="l" r="r" t="t"/>
              <a:pathLst>
                <a:path extrusionOk="0" h="1034" w="2249">
                  <a:moveTo>
                    <a:pt x="1029" y="1"/>
                  </a:moveTo>
                  <a:cubicBezTo>
                    <a:pt x="1029" y="573"/>
                    <a:pt x="567" y="1034"/>
                    <a:pt x="1" y="1034"/>
                  </a:cubicBezTo>
                  <a:lnTo>
                    <a:pt x="2249" y="1034"/>
                  </a:lnTo>
                  <a:lnTo>
                    <a:pt x="224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0"/>
            <p:cNvSpPr/>
            <p:nvPr/>
          </p:nvSpPr>
          <p:spPr>
            <a:xfrm>
              <a:off x="3551668" y="3816939"/>
              <a:ext cx="240359" cy="353430"/>
            </a:xfrm>
            <a:custGeom>
              <a:rect b="b" l="l" r="r" t="t"/>
              <a:pathLst>
                <a:path extrusionOk="0" h="13500" w="9181">
                  <a:moveTo>
                    <a:pt x="0" y="1"/>
                  </a:moveTo>
                  <a:cubicBezTo>
                    <a:pt x="380" y="1"/>
                    <a:pt x="745" y="154"/>
                    <a:pt x="1014" y="423"/>
                  </a:cubicBezTo>
                  <a:cubicBezTo>
                    <a:pt x="1067" y="476"/>
                    <a:pt x="1115" y="534"/>
                    <a:pt x="1163" y="596"/>
                  </a:cubicBezTo>
                  <a:cubicBezTo>
                    <a:pt x="1341" y="841"/>
                    <a:pt x="1437" y="1134"/>
                    <a:pt x="1437" y="1437"/>
                  </a:cubicBezTo>
                  <a:lnTo>
                    <a:pt x="1437" y="12064"/>
                  </a:lnTo>
                  <a:cubicBezTo>
                    <a:pt x="1437" y="12856"/>
                    <a:pt x="2076" y="13500"/>
                    <a:pt x="2873" y="13500"/>
                  </a:cubicBezTo>
                  <a:lnTo>
                    <a:pt x="5035" y="13500"/>
                  </a:lnTo>
                  <a:cubicBezTo>
                    <a:pt x="5294" y="13241"/>
                    <a:pt x="6505" y="13341"/>
                    <a:pt x="6505" y="12943"/>
                  </a:cubicBezTo>
                  <a:lnTo>
                    <a:pt x="9181" y="11036"/>
                  </a:lnTo>
                  <a:lnTo>
                    <a:pt x="9181" y="1442"/>
                  </a:lnTo>
                  <a:lnTo>
                    <a:pt x="9181" y="1437"/>
                  </a:lnTo>
                  <a:cubicBezTo>
                    <a:pt x="9181" y="644"/>
                    <a:pt x="8537" y="1"/>
                    <a:pt x="7744"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0"/>
            <p:cNvSpPr/>
            <p:nvPr/>
          </p:nvSpPr>
          <p:spPr>
            <a:xfrm>
              <a:off x="3589262" y="4089996"/>
              <a:ext cx="202764" cy="80373"/>
            </a:xfrm>
            <a:custGeom>
              <a:rect b="b" l="l" r="r" t="t"/>
              <a:pathLst>
                <a:path extrusionOk="0" h="3070" w="7745">
                  <a:moveTo>
                    <a:pt x="1" y="0"/>
                  </a:moveTo>
                  <a:lnTo>
                    <a:pt x="1" y="1634"/>
                  </a:lnTo>
                  <a:cubicBezTo>
                    <a:pt x="1" y="2426"/>
                    <a:pt x="640" y="3070"/>
                    <a:pt x="1437" y="3070"/>
                  </a:cubicBezTo>
                  <a:lnTo>
                    <a:pt x="3599" y="3070"/>
                  </a:lnTo>
                  <a:cubicBezTo>
                    <a:pt x="3858" y="2811"/>
                    <a:pt x="5069" y="2911"/>
                    <a:pt x="5069" y="2513"/>
                  </a:cubicBezTo>
                  <a:lnTo>
                    <a:pt x="7745" y="601"/>
                  </a:lnTo>
                  <a:lnTo>
                    <a:pt x="774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0"/>
            <p:cNvSpPr/>
            <p:nvPr/>
          </p:nvSpPr>
          <p:spPr>
            <a:xfrm>
              <a:off x="3551668" y="3817069"/>
              <a:ext cx="233211" cy="15499"/>
            </a:xfrm>
            <a:custGeom>
              <a:rect b="b" l="l" r="r" t="t"/>
              <a:pathLst>
                <a:path extrusionOk="0" h="592" w="8908">
                  <a:moveTo>
                    <a:pt x="0" y="0"/>
                  </a:moveTo>
                  <a:cubicBezTo>
                    <a:pt x="385" y="0"/>
                    <a:pt x="750" y="149"/>
                    <a:pt x="1019" y="418"/>
                  </a:cubicBezTo>
                  <a:cubicBezTo>
                    <a:pt x="1072" y="471"/>
                    <a:pt x="1120" y="529"/>
                    <a:pt x="1163" y="591"/>
                  </a:cubicBezTo>
                  <a:lnTo>
                    <a:pt x="8907" y="591"/>
                  </a:lnTo>
                  <a:cubicBezTo>
                    <a:pt x="8638" y="221"/>
                    <a:pt x="8206" y="0"/>
                    <a:pt x="7744"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0"/>
            <p:cNvSpPr/>
            <p:nvPr/>
          </p:nvSpPr>
          <p:spPr>
            <a:xfrm>
              <a:off x="3626883" y="4105835"/>
              <a:ext cx="240359" cy="64665"/>
            </a:xfrm>
            <a:custGeom>
              <a:rect b="b" l="l" r="r" t="t"/>
              <a:pathLst>
                <a:path extrusionOk="0" h="2470" w="9181">
                  <a:moveTo>
                    <a:pt x="404" y="1"/>
                  </a:moveTo>
                  <a:cubicBezTo>
                    <a:pt x="975" y="1"/>
                    <a:pt x="1437" y="462"/>
                    <a:pt x="1437" y="1033"/>
                  </a:cubicBezTo>
                  <a:cubicBezTo>
                    <a:pt x="1437" y="1350"/>
                    <a:pt x="1331" y="1658"/>
                    <a:pt x="1139" y="1913"/>
                  </a:cubicBezTo>
                  <a:cubicBezTo>
                    <a:pt x="1100" y="1961"/>
                    <a:pt x="1062" y="2004"/>
                    <a:pt x="1019" y="2047"/>
                  </a:cubicBezTo>
                  <a:cubicBezTo>
                    <a:pt x="750" y="2316"/>
                    <a:pt x="384" y="2470"/>
                    <a:pt x="0" y="2470"/>
                  </a:cubicBezTo>
                  <a:lnTo>
                    <a:pt x="7744" y="2470"/>
                  </a:lnTo>
                  <a:cubicBezTo>
                    <a:pt x="8124" y="2470"/>
                    <a:pt x="8489" y="2316"/>
                    <a:pt x="8758" y="2047"/>
                  </a:cubicBezTo>
                  <a:cubicBezTo>
                    <a:pt x="8801" y="2004"/>
                    <a:pt x="8840" y="1961"/>
                    <a:pt x="8878" y="1913"/>
                  </a:cubicBezTo>
                  <a:cubicBezTo>
                    <a:pt x="9075" y="1658"/>
                    <a:pt x="9181" y="1350"/>
                    <a:pt x="9181" y="1033"/>
                  </a:cubicBezTo>
                  <a:cubicBezTo>
                    <a:pt x="9181" y="462"/>
                    <a:pt x="8719" y="1"/>
                    <a:pt x="8148"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0"/>
            <p:cNvSpPr/>
            <p:nvPr/>
          </p:nvSpPr>
          <p:spPr>
            <a:xfrm>
              <a:off x="3626883" y="4155891"/>
              <a:ext cx="232452" cy="14608"/>
            </a:xfrm>
            <a:custGeom>
              <a:rect b="b" l="l" r="r" t="t"/>
              <a:pathLst>
                <a:path extrusionOk="0" h="558" w="8879">
                  <a:moveTo>
                    <a:pt x="1139" y="1"/>
                  </a:moveTo>
                  <a:cubicBezTo>
                    <a:pt x="1100" y="49"/>
                    <a:pt x="1062" y="92"/>
                    <a:pt x="1019" y="135"/>
                  </a:cubicBezTo>
                  <a:cubicBezTo>
                    <a:pt x="750" y="404"/>
                    <a:pt x="384" y="558"/>
                    <a:pt x="0" y="558"/>
                  </a:cubicBezTo>
                  <a:lnTo>
                    <a:pt x="7744" y="558"/>
                  </a:lnTo>
                  <a:cubicBezTo>
                    <a:pt x="8124" y="558"/>
                    <a:pt x="8489" y="404"/>
                    <a:pt x="8758" y="135"/>
                  </a:cubicBezTo>
                  <a:cubicBezTo>
                    <a:pt x="8801" y="92"/>
                    <a:pt x="8840" y="49"/>
                    <a:pt x="887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0"/>
            <p:cNvSpPr/>
            <p:nvPr/>
          </p:nvSpPr>
          <p:spPr>
            <a:xfrm>
              <a:off x="3610389" y="4105835"/>
              <a:ext cx="54114" cy="27070"/>
            </a:xfrm>
            <a:custGeom>
              <a:rect b="b" l="l" r="r" t="t"/>
              <a:pathLst>
                <a:path extrusionOk="0" h="1034" w="2067">
                  <a:moveTo>
                    <a:pt x="1034" y="1"/>
                  </a:moveTo>
                  <a:cubicBezTo>
                    <a:pt x="467" y="1"/>
                    <a:pt x="1" y="462"/>
                    <a:pt x="1" y="1033"/>
                  </a:cubicBezTo>
                  <a:lnTo>
                    <a:pt x="2067" y="1033"/>
                  </a:lnTo>
                  <a:cubicBezTo>
                    <a:pt x="2067" y="462"/>
                    <a:pt x="1605" y="1"/>
                    <a:pt x="103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0"/>
            <p:cNvSpPr/>
            <p:nvPr/>
          </p:nvSpPr>
          <p:spPr>
            <a:xfrm>
              <a:off x="3718303" y="3889379"/>
              <a:ext cx="147943" cy="148074"/>
            </a:xfrm>
            <a:custGeom>
              <a:rect b="b" l="l" r="r" t="t"/>
              <a:pathLst>
                <a:path extrusionOk="0" h="5656" w="5651">
                  <a:moveTo>
                    <a:pt x="5650" y="1"/>
                  </a:moveTo>
                  <a:cubicBezTo>
                    <a:pt x="3834" y="106"/>
                    <a:pt x="2278" y="707"/>
                    <a:pt x="1139" y="1846"/>
                  </a:cubicBezTo>
                  <a:cubicBezTo>
                    <a:pt x="1" y="2984"/>
                    <a:pt x="250" y="3690"/>
                    <a:pt x="145" y="5511"/>
                  </a:cubicBezTo>
                  <a:cubicBezTo>
                    <a:pt x="1961" y="5401"/>
                    <a:pt x="2667" y="5655"/>
                    <a:pt x="3805" y="4512"/>
                  </a:cubicBezTo>
                  <a:cubicBezTo>
                    <a:pt x="4084" y="4233"/>
                    <a:pt x="4339" y="3926"/>
                    <a:pt x="4555" y="3594"/>
                  </a:cubicBezTo>
                  <a:lnTo>
                    <a:pt x="3560" y="3421"/>
                  </a:lnTo>
                  <a:lnTo>
                    <a:pt x="3585" y="3407"/>
                  </a:lnTo>
                  <a:cubicBezTo>
                    <a:pt x="4790" y="2691"/>
                    <a:pt x="5559" y="1428"/>
                    <a:pt x="5650" y="30"/>
                  </a:cubicBezTo>
                  <a:lnTo>
                    <a:pt x="565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0"/>
            <p:cNvSpPr/>
            <p:nvPr/>
          </p:nvSpPr>
          <p:spPr>
            <a:xfrm>
              <a:off x="3689767" y="3938178"/>
              <a:ext cx="127680" cy="127680"/>
            </a:xfrm>
            <a:custGeom>
              <a:rect b="b" l="l" r="r" t="t"/>
              <a:pathLst>
                <a:path extrusionOk="0" h="4877" w="4877">
                  <a:moveTo>
                    <a:pt x="4876" y="1"/>
                  </a:moveTo>
                  <a:lnTo>
                    <a:pt x="4876" y="1"/>
                  </a:lnTo>
                  <a:cubicBezTo>
                    <a:pt x="2863" y="1183"/>
                    <a:pt x="1187" y="2864"/>
                    <a:pt x="0" y="4877"/>
                  </a:cubicBezTo>
                  <a:cubicBezTo>
                    <a:pt x="2013" y="3690"/>
                    <a:pt x="3690" y="2014"/>
                    <a:pt x="4876"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0"/>
            <p:cNvSpPr/>
            <p:nvPr/>
          </p:nvSpPr>
          <p:spPr>
            <a:xfrm>
              <a:off x="3508654" y="3811781"/>
              <a:ext cx="363876" cy="364007"/>
            </a:xfrm>
            <a:custGeom>
              <a:rect b="b" l="l" r="r" t="t"/>
              <a:pathLst>
                <a:path extrusionOk="0" h="13904" w="13899">
                  <a:moveTo>
                    <a:pt x="1645" y="405"/>
                  </a:moveTo>
                  <a:cubicBezTo>
                    <a:pt x="2237" y="405"/>
                    <a:pt x="2754" y="833"/>
                    <a:pt x="2859" y="1432"/>
                  </a:cubicBezTo>
                  <a:lnTo>
                    <a:pt x="2277" y="1432"/>
                  </a:lnTo>
                  <a:cubicBezTo>
                    <a:pt x="2162" y="1432"/>
                    <a:pt x="2071" y="1524"/>
                    <a:pt x="2071" y="1639"/>
                  </a:cubicBezTo>
                  <a:cubicBezTo>
                    <a:pt x="2071" y="2090"/>
                    <a:pt x="1701" y="2460"/>
                    <a:pt x="1245" y="2460"/>
                  </a:cubicBezTo>
                  <a:cubicBezTo>
                    <a:pt x="788" y="2460"/>
                    <a:pt x="418" y="2090"/>
                    <a:pt x="418" y="1639"/>
                  </a:cubicBezTo>
                  <a:cubicBezTo>
                    <a:pt x="418" y="1000"/>
                    <a:pt x="903" y="467"/>
                    <a:pt x="1542" y="409"/>
                  </a:cubicBezTo>
                  <a:cubicBezTo>
                    <a:pt x="1577" y="406"/>
                    <a:pt x="1611" y="405"/>
                    <a:pt x="1645" y="405"/>
                  </a:cubicBezTo>
                  <a:close/>
                  <a:moveTo>
                    <a:pt x="2878" y="1845"/>
                  </a:moveTo>
                  <a:lnTo>
                    <a:pt x="2878" y="2460"/>
                  </a:lnTo>
                  <a:lnTo>
                    <a:pt x="2167" y="2460"/>
                  </a:lnTo>
                  <a:cubicBezTo>
                    <a:pt x="2321" y="2287"/>
                    <a:pt x="2426" y="2076"/>
                    <a:pt x="2465" y="1845"/>
                  </a:cubicBezTo>
                  <a:close/>
                  <a:moveTo>
                    <a:pt x="11141" y="5477"/>
                  </a:moveTo>
                  <a:cubicBezTo>
                    <a:pt x="10180" y="6880"/>
                    <a:pt x="8969" y="8091"/>
                    <a:pt x="7572" y="9051"/>
                  </a:cubicBezTo>
                  <a:cubicBezTo>
                    <a:pt x="8047" y="8350"/>
                    <a:pt x="8590" y="7697"/>
                    <a:pt x="9190" y="7101"/>
                  </a:cubicBezTo>
                  <a:cubicBezTo>
                    <a:pt x="9786" y="6501"/>
                    <a:pt x="10440" y="5958"/>
                    <a:pt x="11141" y="5477"/>
                  </a:cubicBezTo>
                  <a:close/>
                  <a:moveTo>
                    <a:pt x="4920" y="11439"/>
                  </a:moveTo>
                  <a:cubicBezTo>
                    <a:pt x="5266" y="11439"/>
                    <a:pt x="5611" y="11646"/>
                    <a:pt x="5717" y="12059"/>
                  </a:cubicBezTo>
                  <a:lnTo>
                    <a:pt x="4122" y="12059"/>
                  </a:lnTo>
                  <a:cubicBezTo>
                    <a:pt x="4228" y="11646"/>
                    <a:pt x="4574" y="11439"/>
                    <a:pt x="4920" y="11439"/>
                  </a:cubicBezTo>
                  <a:close/>
                  <a:moveTo>
                    <a:pt x="12664" y="11439"/>
                  </a:moveTo>
                  <a:cubicBezTo>
                    <a:pt x="13120" y="11439"/>
                    <a:pt x="13490" y="11809"/>
                    <a:pt x="13490" y="12265"/>
                  </a:cubicBezTo>
                  <a:cubicBezTo>
                    <a:pt x="13490" y="12943"/>
                    <a:pt x="12938" y="13490"/>
                    <a:pt x="12260" y="13495"/>
                  </a:cubicBezTo>
                  <a:lnTo>
                    <a:pt x="5607" y="13495"/>
                  </a:lnTo>
                  <a:cubicBezTo>
                    <a:pt x="5957" y="13183"/>
                    <a:pt x="6159" y="12736"/>
                    <a:pt x="6159" y="12265"/>
                  </a:cubicBezTo>
                  <a:cubicBezTo>
                    <a:pt x="6159" y="11958"/>
                    <a:pt x="6049" y="11665"/>
                    <a:pt x="5842" y="11439"/>
                  </a:cubicBezTo>
                  <a:close/>
                  <a:moveTo>
                    <a:pt x="1638" y="1"/>
                  </a:moveTo>
                  <a:cubicBezTo>
                    <a:pt x="731" y="1"/>
                    <a:pt x="0" y="736"/>
                    <a:pt x="0" y="1644"/>
                  </a:cubicBezTo>
                  <a:cubicBezTo>
                    <a:pt x="0" y="2326"/>
                    <a:pt x="553" y="2878"/>
                    <a:pt x="1235" y="2883"/>
                  </a:cubicBezTo>
                  <a:lnTo>
                    <a:pt x="2868" y="2883"/>
                  </a:lnTo>
                  <a:lnTo>
                    <a:pt x="2868" y="9200"/>
                  </a:lnTo>
                  <a:cubicBezTo>
                    <a:pt x="2868" y="9337"/>
                    <a:pt x="2972" y="9406"/>
                    <a:pt x="3075" y="9406"/>
                  </a:cubicBezTo>
                  <a:cubicBezTo>
                    <a:pt x="3178" y="9406"/>
                    <a:pt x="3281" y="9337"/>
                    <a:pt x="3281" y="9200"/>
                  </a:cubicBezTo>
                  <a:lnTo>
                    <a:pt x="3281" y="1639"/>
                  </a:lnTo>
                  <a:cubicBezTo>
                    <a:pt x="3281" y="1168"/>
                    <a:pt x="3080" y="717"/>
                    <a:pt x="2729" y="409"/>
                  </a:cubicBezTo>
                  <a:lnTo>
                    <a:pt x="9383" y="409"/>
                  </a:lnTo>
                  <a:cubicBezTo>
                    <a:pt x="10065" y="409"/>
                    <a:pt x="10612" y="957"/>
                    <a:pt x="10612" y="1639"/>
                  </a:cubicBezTo>
                  <a:lnTo>
                    <a:pt x="10612" y="3508"/>
                  </a:lnTo>
                  <a:cubicBezTo>
                    <a:pt x="10012" y="3801"/>
                    <a:pt x="9469" y="4190"/>
                    <a:pt x="8994" y="4661"/>
                  </a:cubicBezTo>
                  <a:cubicBezTo>
                    <a:pt x="8018" y="5636"/>
                    <a:pt x="8004" y="6347"/>
                    <a:pt x="7975" y="7524"/>
                  </a:cubicBezTo>
                  <a:cubicBezTo>
                    <a:pt x="7975" y="7625"/>
                    <a:pt x="7970" y="7726"/>
                    <a:pt x="7965" y="7831"/>
                  </a:cubicBezTo>
                  <a:cubicBezTo>
                    <a:pt x="7509" y="8384"/>
                    <a:pt x="7096" y="8975"/>
                    <a:pt x="6736" y="9599"/>
                  </a:cubicBezTo>
                  <a:cubicBezTo>
                    <a:pt x="6650" y="9747"/>
                    <a:pt x="6770" y="9911"/>
                    <a:pt x="6916" y="9911"/>
                  </a:cubicBezTo>
                  <a:cubicBezTo>
                    <a:pt x="6949" y="9911"/>
                    <a:pt x="6985" y="9902"/>
                    <a:pt x="7019" y="9883"/>
                  </a:cubicBezTo>
                  <a:cubicBezTo>
                    <a:pt x="7644" y="9522"/>
                    <a:pt x="8234" y="9109"/>
                    <a:pt x="8787" y="8648"/>
                  </a:cubicBezTo>
                  <a:lnTo>
                    <a:pt x="9090" y="8643"/>
                  </a:lnTo>
                  <a:cubicBezTo>
                    <a:pt x="9685" y="8629"/>
                    <a:pt x="10161" y="8614"/>
                    <a:pt x="10612" y="8480"/>
                  </a:cubicBezTo>
                  <a:lnTo>
                    <a:pt x="10612" y="11026"/>
                  </a:lnTo>
                  <a:lnTo>
                    <a:pt x="4915" y="11026"/>
                  </a:lnTo>
                  <a:cubicBezTo>
                    <a:pt x="4233" y="11026"/>
                    <a:pt x="3675" y="11578"/>
                    <a:pt x="3675" y="12261"/>
                  </a:cubicBezTo>
                  <a:cubicBezTo>
                    <a:pt x="3675" y="12376"/>
                    <a:pt x="3767" y="12467"/>
                    <a:pt x="3882" y="12467"/>
                  </a:cubicBezTo>
                  <a:lnTo>
                    <a:pt x="5722" y="12467"/>
                  </a:lnTo>
                  <a:cubicBezTo>
                    <a:pt x="5622" y="13062"/>
                    <a:pt x="5105" y="13490"/>
                    <a:pt x="4513" y="13490"/>
                  </a:cubicBezTo>
                  <a:cubicBezTo>
                    <a:pt x="4479" y="13490"/>
                    <a:pt x="4445" y="13488"/>
                    <a:pt x="4410" y="13486"/>
                  </a:cubicBezTo>
                  <a:cubicBezTo>
                    <a:pt x="3771" y="13433"/>
                    <a:pt x="3286" y="12899"/>
                    <a:pt x="3281" y="12261"/>
                  </a:cubicBezTo>
                  <a:lnTo>
                    <a:pt x="3281" y="10017"/>
                  </a:lnTo>
                  <a:cubicBezTo>
                    <a:pt x="3281" y="9880"/>
                    <a:pt x="3178" y="9812"/>
                    <a:pt x="3075" y="9812"/>
                  </a:cubicBezTo>
                  <a:cubicBezTo>
                    <a:pt x="2972" y="9812"/>
                    <a:pt x="2868" y="9880"/>
                    <a:pt x="2868" y="10017"/>
                  </a:cubicBezTo>
                  <a:lnTo>
                    <a:pt x="2868" y="12261"/>
                  </a:lnTo>
                  <a:cubicBezTo>
                    <a:pt x="2868" y="13169"/>
                    <a:pt x="3603" y="13904"/>
                    <a:pt x="4511" y="13904"/>
                  </a:cubicBezTo>
                  <a:lnTo>
                    <a:pt x="12255" y="13904"/>
                  </a:lnTo>
                  <a:cubicBezTo>
                    <a:pt x="13163" y="13904"/>
                    <a:pt x="13898" y="13169"/>
                    <a:pt x="13898" y="12261"/>
                  </a:cubicBezTo>
                  <a:cubicBezTo>
                    <a:pt x="13898" y="11578"/>
                    <a:pt x="13346" y="11026"/>
                    <a:pt x="12664" y="11026"/>
                  </a:cubicBezTo>
                  <a:lnTo>
                    <a:pt x="11030" y="11026"/>
                  </a:lnTo>
                  <a:lnTo>
                    <a:pt x="11030" y="8321"/>
                  </a:lnTo>
                  <a:cubicBezTo>
                    <a:pt x="11376" y="8139"/>
                    <a:pt x="11689" y="7903"/>
                    <a:pt x="11958" y="7625"/>
                  </a:cubicBezTo>
                  <a:cubicBezTo>
                    <a:pt x="12251" y="7332"/>
                    <a:pt x="12510" y="7015"/>
                    <a:pt x="12731" y="6673"/>
                  </a:cubicBezTo>
                  <a:cubicBezTo>
                    <a:pt x="12813" y="6549"/>
                    <a:pt x="12741" y="6380"/>
                    <a:pt x="12597" y="6356"/>
                  </a:cubicBezTo>
                  <a:lnTo>
                    <a:pt x="12111" y="6270"/>
                  </a:lnTo>
                  <a:cubicBezTo>
                    <a:pt x="13139" y="5487"/>
                    <a:pt x="13778" y="4296"/>
                    <a:pt x="13860" y="3008"/>
                  </a:cubicBezTo>
                  <a:lnTo>
                    <a:pt x="13860" y="2998"/>
                  </a:lnTo>
                  <a:lnTo>
                    <a:pt x="13860" y="2974"/>
                  </a:lnTo>
                  <a:cubicBezTo>
                    <a:pt x="13865" y="2852"/>
                    <a:pt x="13769" y="2758"/>
                    <a:pt x="13652" y="2758"/>
                  </a:cubicBezTo>
                  <a:cubicBezTo>
                    <a:pt x="13650" y="2758"/>
                    <a:pt x="13647" y="2758"/>
                    <a:pt x="13644" y="2758"/>
                  </a:cubicBezTo>
                  <a:cubicBezTo>
                    <a:pt x="13183" y="2787"/>
                    <a:pt x="12726" y="2849"/>
                    <a:pt x="12275" y="2946"/>
                  </a:cubicBezTo>
                  <a:cubicBezTo>
                    <a:pt x="12024" y="2999"/>
                    <a:pt x="12082" y="3355"/>
                    <a:pt x="12310" y="3355"/>
                  </a:cubicBezTo>
                  <a:cubicBezTo>
                    <a:pt x="12326" y="3355"/>
                    <a:pt x="12343" y="3353"/>
                    <a:pt x="12361" y="3349"/>
                  </a:cubicBezTo>
                  <a:cubicBezTo>
                    <a:pt x="12712" y="3272"/>
                    <a:pt x="13072" y="3219"/>
                    <a:pt x="13428" y="3191"/>
                  </a:cubicBezTo>
                  <a:lnTo>
                    <a:pt x="13428" y="3191"/>
                  </a:lnTo>
                  <a:cubicBezTo>
                    <a:pt x="13284" y="4440"/>
                    <a:pt x="12563" y="5549"/>
                    <a:pt x="11482" y="6193"/>
                  </a:cubicBezTo>
                  <a:lnTo>
                    <a:pt x="11463" y="6208"/>
                  </a:lnTo>
                  <a:cubicBezTo>
                    <a:pt x="11295" y="6304"/>
                    <a:pt x="11343" y="6553"/>
                    <a:pt x="11530" y="6587"/>
                  </a:cubicBezTo>
                  <a:lnTo>
                    <a:pt x="12203" y="6707"/>
                  </a:lnTo>
                  <a:cubicBezTo>
                    <a:pt x="12039" y="6928"/>
                    <a:pt x="11857" y="7135"/>
                    <a:pt x="11665" y="7332"/>
                  </a:cubicBezTo>
                  <a:cubicBezTo>
                    <a:pt x="10853" y="8139"/>
                    <a:pt x="10295" y="8201"/>
                    <a:pt x="9282" y="8230"/>
                  </a:cubicBezTo>
                  <a:cubicBezTo>
                    <a:pt x="9460" y="8067"/>
                    <a:pt x="9632" y="7899"/>
                    <a:pt x="9810" y="7726"/>
                  </a:cubicBezTo>
                  <a:cubicBezTo>
                    <a:pt x="10651" y="6894"/>
                    <a:pt x="11376" y="5958"/>
                    <a:pt x="11972" y="4934"/>
                  </a:cubicBezTo>
                  <a:cubicBezTo>
                    <a:pt x="12058" y="4786"/>
                    <a:pt x="11938" y="4622"/>
                    <a:pt x="11792" y="4622"/>
                  </a:cubicBezTo>
                  <a:cubicBezTo>
                    <a:pt x="11758" y="4622"/>
                    <a:pt x="11723" y="4631"/>
                    <a:pt x="11689" y="4651"/>
                  </a:cubicBezTo>
                  <a:cubicBezTo>
                    <a:pt x="10665" y="5247"/>
                    <a:pt x="9729" y="5972"/>
                    <a:pt x="8897" y="6813"/>
                  </a:cubicBezTo>
                  <a:cubicBezTo>
                    <a:pt x="8724" y="6986"/>
                    <a:pt x="8556" y="7164"/>
                    <a:pt x="8393" y="7341"/>
                  </a:cubicBezTo>
                  <a:cubicBezTo>
                    <a:pt x="8422" y="6323"/>
                    <a:pt x="8479" y="5766"/>
                    <a:pt x="9291" y="4958"/>
                  </a:cubicBezTo>
                  <a:cubicBezTo>
                    <a:pt x="9935" y="4320"/>
                    <a:pt x="10723" y="3844"/>
                    <a:pt x="11588" y="3560"/>
                  </a:cubicBezTo>
                  <a:cubicBezTo>
                    <a:pt x="11814" y="3478"/>
                    <a:pt x="11733" y="3160"/>
                    <a:pt x="11524" y="3160"/>
                  </a:cubicBezTo>
                  <a:cubicBezTo>
                    <a:pt x="11502" y="3160"/>
                    <a:pt x="11478" y="3164"/>
                    <a:pt x="11453" y="3171"/>
                  </a:cubicBezTo>
                  <a:cubicBezTo>
                    <a:pt x="11309" y="3219"/>
                    <a:pt x="11165" y="3272"/>
                    <a:pt x="11030" y="3330"/>
                  </a:cubicBezTo>
                  <a:lnTo>
                    <a:pt x="11030" y="1644"/>
                  </a:lnTo>
                  <a:cubicBezTo>
                    <a:pt x="11026" y="736"/>
                    <a:pt x="10291" y="1"/>
                    <a:pt x="9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0"/>
            <p:cNvSpPr/>
            <p:nvPr/>
          </p:nvSpPr>
          <p:spPr>
            <a:xfrm>
              <a:off x="3612274" y="3916553"/>
              <a:ext cx="130952" cy="25185"/>
            </a:xfrm>
            <a:custGeom>
              <a:rect b="b" l="l" r="r" t="t"/>
              <a:pathLst>
                <a:path extrusionOk="0" h="962" w="5002">
                  <a:moveTo>
                    <a:pt x="279" y="0"/>
                  </a:moveTo>
                  <a:cubicBezTo>
                    <a:pt x="1" y="0"/>
                    <a:pt x="1" y="414"/>
                    <a:pt x="279" y="414"/>
                  </a:cubicBezTo>
                  <a:cubicBezTo>
                    <a:pt x="472" y="414"/>
                    <a:pt x="558" y="495"/>
                    <a:pt x="688" y="625"/>
                  </a:cubicBezTo>
                  <a:cubicBezTo>
                    <a:pt x="837" y="779"/>
                    <a:pt x="1029" y="961"/>
                    <a:pt x="1389" y="961"/>
                  </a:cubicBezTo>
                  <a:cubicBezTo>
                    <a:pt x="1754" y="961"/>
                    <a:pt x="1942" y="779"/>
                    <a:pt x="2091" y="625"/>
                  </a:cubicBezTo>
                  <a:cubicBezTo>
                    <a:pt x="2220" y="495"/>
                    <a:pt x="2312" y="414"/>
                    <a:pt x="2504" y="414"/>
                  </a:cubicBezTo>
                  <a:cubicBezTo>
                    <a:pt x="2696" y="414"/>
                    <a:pt x="2782" y="495"/>
                    <a:pt x="2912" y="625"/>
                  </a:cubicBezTo>
                  <a:cubicBezTo>
                    <a:pt x="3066" y="779"/>
                    <a:pt x="3253" y="961"/>
                    <a:pt x="3614" y="961"/>
                  </a:cubicBezTo>
                  <a:cubicBezTo>
                    <a:pt x="3979" y="961"/>
                    <a:pt x="4166" y="779"/>
                    <a:pt x="4315" y="625"/>
                  </a:cubicBezTo>
                  <a:cubicBezTo>
                    <a:pt x="4449" y="495"/>
                    <a:pt x="4536" y="414"/>
                    <a:pt x="4728" y="414"/>
                  </a:cubicBezTo>
                  <a:cubicBezTo>
                    <a:pt x="5002" y="414"/>
                    <a:pt x="5002" y="0"/>
                    <a:pt x="4728" y="0"/>
                  </a:cubicBezTo>
                  <a:cubicBezTo>
                    <a:pt x="4368" y="0"/>
                    <a:pt x="4176" y="183"/>
                    <a:pt x="4027" y="332"/>
                  </a:cubicBezTo>
                  <a:cubicBezTo>
                    <a:pt x="3897" y="462"/>
                    <a:pt x="3806" y="548"/>
                    <a:pt x="3614" y="548"/>
                  </a:cubicBezTo>
                  <a:cubicBezTo>
                    <a:pt x="3421" y="548"/>
                    <a:pt x="3335" y="462"/>
                    <a:pt x="3205" y="332"/>
                  </a:cubicBezTo>
                  <a:cubicBezTo>
                    <a:pt x="3051" y="183"/>
                    <a:pt x="2864" y="0"/>
                    <a:pt x="2504" y="0"/>
                  </a:cubicBezTo>
                  <a:cubicBezTo>
                    <a:pt x="2139" y="0"/>
                    <a:pt x="1951" y="183"/>
                    <a:pt x="1802" y="332"/>
                  </a:cubicBezTo>
                  <a:cubicBezTo>
                    <a:pt x="1668" y="462"/>
                    <a:pt x="1581" y="548"/>
                    <a:pt x="1389" y="548"/>
                  </a:cubicBezTo>
                  <a:cubicBezTo>
                    <a:pt x="1197" y="548"/>
                    <a:pt x="1111" y="462"/>
                    <a:pt x="981" y="332"/>
                  </a:cubicBezTo>
                  <a:cubicBezTo>
                    <a:pt x="827" y="183"/>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0"/>
            <p:cNvSpPr/>
            <p:nvPr/>
          </p:nvSpPr>
          <p:spPr>
            <a:xfrm>
              <a:off x="3612274" y="3958572"/>
              <a:ext cx="101919" cy="25290"/>
            </a:xfrm>
            <a:custGeom>
              <a:rect b="b" l="l" r="r" t="t"/>
              <a:pathLst>
                <a:path extrusionOk="0" h="966" w="3893">
                  <a:moveTo>
                    <a:pt x="275" y="0"/>
                  </a:moveTo>
                  <a:cubicBezTo>
                    <a:pt x="1" y="0"/>
                    <a:pt x="1" y="413"/>
                    <a:pt x="275"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892" y="966"/>
                    <a:pt x="3892" y="552"/>
                    <a:pt x="3614" y="552"/>
                  </a:cubicBezTo>
                  <a:cubicBezTo>
                    <a:pt x="3421" y="552"/>
                    <a:pt x="3335" y="466"/>
                    <a:pt x="3205" y="336"/>
                  </a:cubicBezTo>
                  <a:cubicBezTo>
                    <a:pt x="3056" y="187"/>
                    <a:pt x="2864" y="0"/>
                    <a:pt x="2504" y="0"/>
                  </a:cubicBezTo>
                  <a:cubicBezTo>
                    <a:pt x="2139" y="0"/>
                    <a:pt x="1951" y="187"/>
                    <a:pt x="1802" y="336"/>
                  </a:cubicBezTo>
                  <a:cubicBezTo>
                    <a:pt x="1668" y="466"/>
                    <a:pt x="1581" y="552"/>
                    <a:pt x="1389" y="552"/>
                  </a:cubicBezTo>
                  <a:cubicBezTo>
                    <a:pt x="1197" y="552"/>
                    <a:pt x="1111" y="466"/>
                    <a:pt x="981" y="336"/>
                  </a:cubicBezTo>
                  <a:cubicBezTo>
                    <a:pt x="827" y="187"/>
                    <a:pt x="640"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0"/>
            <p:cNvSpPr/>
            <p:nvPr/>
          </p:nvSpPr>
          <p:spPr>
            <a:xfrm>
              <a:off x="3612274" y="3874430"/>
              <a:ext cx="160143" cy="25290"/>
            </a:xfrm>
            <a:custGeom>
              <a:rect b="b" l="l" r="r" t="t"/>
              <a:pathLst>
                <a:path extrusionOk="0" h="966" w="6117">
                  <a:moveTo>
                    <a:pt x="279" y="0"/>
                  </a:moveTo>
                  <a:cubicBezTo>
                    <a:pt x="1" y="0"/>
                    <a:pt x="1" y="413"/>
                    <a:pt x="279"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979" y="966"/>
                    <a:pt x="4166" y="778"/>
                    <a:pt x="4315" y="629"/>
                  </a:cubicBezTo>
                  <a:cubicBezTo>
                    <a:pt x="4449" y="500"/>
                    <a:pt x="4536" y="413"/>
                    <a:pt x="4728" y="413"/>
                  </a:cubicBezTo>
                  <a:cubicBezTo>
                    <a:pt x="4920" y="413"/>
                    <a:pt x="5007" y="500"/>
                    <a:pt x="5141" y="629"/>
                  </a:cubicBezTo>
                  <a:cubicBezTo>
                    <a:pt x="5290" y="778"/>
                    <a:pt x="5477" y="966"/>
                    <a:pt x="5843" y="966"/>
                  </a:cubicBezTo>
                  <a:cubicBezTo>
                    <a:pt x="6116" y="966"/>
                    <a:pt x="6116" y="553"/>
                    <a:pt x="5843" y="553"/>
                  </a:cubicBezTo>
                  <a:cubicBezTo>
                    <a:pt x="5646" y="553"/>
                    <a:pt x="5559" y="466"/>
                    <a:pt x="5429" y="336"/>
                  </a:cubicBezTo>
                  <a:cubicBezTo>
                    <a:pt x="5281" y="187"/>
                    <a:pt x="5093" y="0"/>
                    <a:pt x="4728" y="0"/>
                  </a:cubicBezTo>
                  <a:cubicBezTo>
                    <a:pt x="4363" y="0"/>
                    <a:pt x="4176" y="187"/>
                    <a:pt x="4027" y="336"/>
                  </a:cubicBezTo>
                  <a:cubicBezTo>
                    <a:pt x="3897" y="466"/>
                    <a:pt x="3806" y="553"/>
                    <a:pt x="3614" y="553"/>
                  </a:cubicBezTo>
                  <a:cubicBezTo>
                    <a:pt x="3421" y="553"/>
                    <a:pt x="3335" y="466"/>
                    <a:pt x="3205" y="336"/>
                  </a:cubicBezTo>
                  <a:cubicBezTo>
                    <a:pt x="3051" y="187"/>
                    <a:pt x="2864" y="0"/>
                    <a:pt x="2504" y="0"/>
                  </a:cubicBezTo>
                  <a:cubicBezTo>
                    <a:pt x="2139" y="0"/>
                    <a:pt x="1951" y="187"/>
                    <a:pt x="1802" y="336"/>
                  </a:cubicBezTo>
                  <a:cubicBezTo>
                    <a:pt x="1668" y="466"/>
                    <a:pt x="1581" y="553"/>
                    <a:pt x="1389" y="553"/>
                  </a:cubicBezTo>
                  <a:cubicBezTo>
                    <a:pt x="1197" y="553"/>
                    <a:pt x="1111" y="466"/>
                    <a:pt x="981" y="336"/>
                  </a:cubicBezTo>
                  <a:cubicBezTo>
                    <a:pt x="827" y="187"/>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80"/>
          <p:cNvGrpSpPr/>
          <p:nvPr/>
        </p:nvGrpSpPr>
        <p:grpSpPr>
          <a:xfrm>
            <a:off x="1761322" y="3814923"/>
            <a:ext cx="310050" cy="374688"/>
            <a:chOff x="1761322" y="3814923"/>
            <a:chExt cx="310050" cy="374688"/>
          </a:xfrm>
        </p:grpSpPr>
        <p:sp>
          <p:nvSpPr>
            <p:cNvPr id="8864" name="Google Shape;8864;p80"/>
            <p:cNvSpPr/>
            <p:nvPr/>
          </p:nvSpPr>
          <p:spPr>
            <a:xfrm>
              <a:off x="1786979" y="3829767"/>
              <a:ext cx="257978" cy="333455"/>
            </a:xfrm>
            <a:custGeom>
              <a:rect b="b" l="l" r="r" t="t"/>
              <a:pathLst>
                <a:path extrusionOk="0" h="12737" w="9854">
                  <a:moveTo>
                    <a:pt x="1" y="1"/>
                  </a:moveTo>
                  <a:lnTo>
                    <a:pt x="1" y="12736"/>
                  </a:lnTo>
                  <a:lnTo>
                    <a:pt x="9854" y="12736"/>
                  </a:lnTo>
                  <a:lnTo>
                    <a:pt x="9854"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0"/>
            <p:cNvSpPr/>
            <p:nvPr/>
          </p:nvSpPr>
          <p:spPr>
            <a:xfrm>
              <a:off x="1786979" y="3829767"/>
              <a:ext cx="57622" cy="333455"/>
            </a:xfrm>
            <a:custGeom>
              <a:rect b="b" l="l" r="r" t="t"/>
              <a:pathLst>
                <a:path extrusionOk="0" h="12737" w="2201">
                  <a:moveTo>
                    <a:pt x="1" y="1"/>
                  </a:moveTo>
                  <a:lnTo>
                    <a:pt x="1" y="12736"/>
                  </a:lnTo>
                  <a:lnTo>
                    <a:pt x="2201" y="12736"/>
                  </a:lnTo>
                  <a:lnTo>
                    <a:pt x="2201"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0"/>
            <p:cNvSpPr/>
            <p:nvPr/>
          </p:nvSpPr>
          <p:spPr>
            <a:xfrm>
              <a:off x="1766846" y="4149215"/>
              <a:ext cx="299002" cy="34872"/>
            </a:xfrm>
            <a:custGeom>
              <a:rect b="b" l="l" r="r" t="t"/>
              <a:pathLst>
                <a:path extrusionOk="0" h="1332" w="11421">
                  <a:moveTo>
                    <a:pt x="414" y="1"/>
                  </a:moveTo>
                  <a:cubicBezTo>
                    <a:pt x="184" y="1"/>
                    <a:pt x="1" y="183"/>
                    <a:pt x="1" y="414"/>
                  </a:cubicBezTo>
                  <a:lnTo>
                    <a:pt x="1" y="1039"/>
                  </a:lnTo>
                  <a:cubicBezTo>
                    <a:pt x="1" y="1202"/>
                    <a:pt x="131" y="1332"/>
                    <a:pt x="294" y="1332"/>
                  </a:cubicBezTo>
                  <a:lnTo>
                    <a:pt x="11127" y="1332"/>
                  </a:lnTo>
                  <a:cubicBezTo>
                    <a:pt x="11290" y="1332"/>
                    <a:pt x="11420" y="1202"/>
                    <a:pt x="11420" y="1039"/>
                  </a:cubicBezTo>
                  <a:lnTo>
                    <a:pt x="11420" y="414"/>
                  </a:lnTo>
                  <a:cubicBezTo>
                    <a:pt x="11420" y="183"/>
                    <a:pt x="11238" y="1"/>
                    <a:pt x="110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0"/>
            <p:cNvSpPr/>
            <p:nvPr/>
          </p:nvSpPr>
          <p:spPr>
            <a:xfrm>
              <a:off x="1927330" y="3864979"/>
              <a:ext cx="95636" cy="262271"/>
            </a:xfrm>
            <a:custGeom>
              <a:rect b="b" l="l" r="r" t="t"/>
              <a:pathLst>
                <a:path extrusionOk="0" h="10018" w="3653">
                  <a:moveTo>
                    <a:pt x="97" y="1"/>
                  </a:moveTo>
                  <a:cubicBezTo>
                    <a:pt x="44" y="1"/>
                    <a:pt x="1" y="44"/>
                    <a:pt x="1" y="97"/>
                  </a:cubicBezTo>
                  <a:lnTo>
                    <a:pt x="1" y="9921"/>
                  </a:lnTo>
                  <a:cubicBezTo>
                    <a:pt x="1" y="9974"/>
                    <a:pt x="44" y="10017"/>
                    <a:pt x="97" y="10017"/>
                  </a:cubicBezTo>
                  <a:lnTo>
                    <a:pt x="3556" y="10017"/>
                  </a:lnTo>
                  <a:cubicBezTo>
                    <a:pt x="3609" y="10017"/>
                    <a:pt x="3652" y="9974"/>
                    <a:pt x="3652" y="9921"/>
                  </a:cubicBezTo>
                  <a:lnTo>
                    <a:pt x="3652" y="97"/>
                  </a:lnTo>
                  <a:cubicBezTo>
                    <a:pt x="3652" y="44"/>
                    <a:pt x="3609" y="1"/>
                    <a:pt x="3556"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0"/>
            <p:cNvSpPr/>
            <p:nvPr/>
          </p:nvSpPr>
          <p:spPr>
            <a:xfrm>
              <a:off x="1809127" y="3864874"/>
              <a:ext cx="96238" cy="156216"/>
            </a:xfrm>
            <a:custGeom>
              <a:rect b="b" l="l" r="r" t="t"/>
              <a:pathLst>
                <a:path extrusionOk="0" h="5967" w="3676">
                  <a:moveTo>
                    <a:pt x="96" y="0"/>
                  </a:moveTo>
                  <a:cubicBezTo>
                    <a:pt x="43" y="0"/>
                    <a:pt x="0" y="43"/>
                    <a:pt x="0" y="96"/>
                  </a:cubicBezTo>
                  <a:lnTo>
                    <a:pt x="0" y="5871"/>
                  </a:lnTo>
                  <a:cubicBezTo>
                    <a:pt x="0" y="5923"/>
                    <a:pt x="43" y="5967"/>
                    <a:pt x="96" y="5967"/>
                  </a:cubicBezTo>
                  <a:lnTo>
                    <a:pt x="3579" y="5967"/>
                  </a:lnTo>
                  <a:cubicBezTo>
                    <a:pt x="3632" y="5967"/>
                    <a:pt x="3675" y="5923"/>
                    <a:pt x="3675" y="5871"/>
                  </a:cubicBezTo>
                  <a:lnTo>
                    <a:pt x="3675" y="101"/>
                  </a:lnTo>
                  <a:lnTo>
                    <a:pt x="3675" y="96"/>
                  </a:lnTo>
                  <a:cubicBezTo>
                    <a:pt x="3675" y="43"/>
                    <a:pt x="3632" y="0"/>
                    <a:pt x="3579"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0"/>
            <p:cNvSpPr/>
            <p:nvPr/>
          </p:nvSpPr>
          <p:spPr>
            <a:xfrm>
              <a:off x="1808996" y="3864979"/>
              <a:ext cx="35605" cy="156111"/>
            </a:xfrm>
            <a:custGeom>
              <a:rect b="b" l="l" r="r" t="t"/>
              <a:pathLst>
                <a:path extrusionOk="0" h="5963" w="1360">
                  <a:moveTo>
                    <a:pt x="96" y="1"/>
                  </a:moveTo>
                  <a:cubicBezTo>
                    <a:pt x="44" y="1"/>
                    <a:pt x="0" y="44"/>
                    <a:pt x="0" y="97"/>
                  </a:cubicBezTo>
                  <a:lnTo>
                    <a:pt x="0" y="5867"/>
                  </a:lnTo>
                  <a:cubicBezTo>
                    <a:pt x="0" y="5919"/>
                    <a:pt x="44" y="5963"/>
                    <a:pt x="96" y="5963"/>
                  </a:cubicBezTo>
                  <a:lnTo>
                    <a:pt x="1360" y="5963"/>
                  </a:lnTo>
                  <a:lnTo>
                    <a:pt x="1360"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0"/>
            <p:cNvSpPr/>
            <p:nvPr/>
          </p:nvSpPr>
          <p:spPr>
            <a:xfrm>
              <a:off x="1808996" y="4049626"/>
              <a:ext cx="23667" cy="62020"/>
            </a:xfrm>
            <a:custGeom>
              <a:rect b="b" l="l" r="r" t="t"/>
              <a:pathLst>
                <a:path extrusionOk="0" h="2369" w="904">
                  <a:moveTo>
                    <a:pt x="0" y="0"/>
                  </a:moveTo>
                  <a:lnTo>
                    <a:pt x="0" y="2368"/>
                  </a:lnTo>
                  <a:lnTo>
                    <a:pt x="510" y="2368"/>
                  </a:lnTo>
                  <a:cubicBezTo>
                    <a:pt x="726" y="2368"/>
                    <a:pt x="903" y="2191"/>
                    <a:pt x="903" y="1975"/>
                  </a:cubicBezTo>
                  <a:lnTo>
                    <a:pt x="903" y="389"/>
                  </a:lnTo>
                  <a:cubicBezTo>
                    <a:pt x="903" y="173"/>
                    <a:pt x="726" y="0"/>
                    <a:pt x="51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0"/>
            <p:cNvSpPr/>
            <p:nvPr/>
          </p:nvSpPr>
          <p:spPr>
            <a:xfrm>
              <a:off x="1858424" y="4068109"/>
              <a:ext cx="21284" cy="21284"/>
            </a:xfrm>
            <a:custGeom>
              <a:rect b="b" l="l" r="r" t="t"/>
              <a:pathLst>
                <a:path extrusionOk="0" h="813" w="813">
                  <a:moveTo>
                    <a:pt x="409" y="0"/>
                  </a:moveTo>
                  <a:cubicBezTo>
                    <a:pt x="183" y="0"/>
                    <a:pt x="0" y="183"/>
                    <a:pt x="0" y="404"/>
                  </a:cubicBezTo>
                  <a:cubicBezTo>
                    <a:pt x="0" y="630"/>
                    <a:pt x="183" y="812"/>
                    <a:pt x="409" y="812"/>
                  </a:cubicBezTo>
                  <a:cubicBezTo>
                    <a:pt x="630" y="812"/>
                    <a:pt x="812" y="630"/>
                    <a:pt x="812" y="404"/>
                  </a:cubicBezTo>
                  <a:cubicBezTo>
                    <a:pt x="812" y="183"/>
                    <a:pt x="630" y="0"/>
                    <a:pt x="409"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0"/>
            <p:cNvSpPr/>
            <p:nvPr/>
          </p:nvSpPr>
          <p:spPr>
            <a:xfrm>
              <a:off x="1803446" y="4036589"/>
              <a:ext cx="11100" cy="88253"/>
            </a:xfrm>
            <a:custGeom>
              <a:rect b="b" l="l" r="r" t="t"/>
              <a:pathLst>
                <a:path extrusionOk="0" h="3371" w="424">
                  <a:moveTo>
                    <a:pt x="212" y="1"/>
                  </a:moveTo>
                  <a:cubicBezTo>
                    <a:pt x="107" y="1"/>
                    <a:pt x="1" y="71"/>
                    <a:pt x="1" y="210"/>
                  </a:cubicBezTo>
                  <a:lnTo>
                    <a:pt x="1" y="3160"/>
                  </a:lnTo>
                  <a:cubicBezTo>
                    <a:pt x="1" y="3280"/>
                    <a:pt x="97" y="3371"/>
                    <a:pt x="212" y="3371"/>
                  </a:cubicBezTo>
                  <a:cubicBezTo>
                    <a:pt x="328" y="3371"/>
                    <a:pt x="424" y="3275"/>
                    <a:pt x="424" y="3160"/>
                  </a:cubicBezTo>
                  <a:lnTo>
                    <a:pt x="424" y="210"/>
                  </a:lnTo>
                  <a:cubicBezTo>
                    <a:pt x="424" y="71"/>
                    <a:pt x="318" y="1"/>
                    <a:pt x="2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0"/>
            <p:cNvSpPr/>
            <p:nvPr/>
          </p:nvSpPr>
          <p:spPr>
            <a:xfrm>
              <a:off x="1927330" y="3992135"/>
              <a:ext cx="95636" cy="22044"/>
            </a:xfrm>
            <a:custGeom>
              <a:rect b="b" l="l" r="r" t="t"/>
              <a:pathLst>
                <a:path extrusionOk="0" h="842" w="3653">
                  <a:moveTo>
                    <a:pt x="1" y="1"/>
                  </a:moveTo>
                  <a:lnTo>
                    <a:pt x="1" y="841"/>
                  </a:lnTo>
                  <a:lnTo>
                    <a:pt x="3652" y="841"/>
                  </a:lnTo>
                  <a:lnTo>
                    <a:pt x="3652"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0"/>
            <p:cNvSpPr/>
            <p:nvPr/>
          </p:nvSpPr>
          <p:spPr>
            <a:xfrm>
              <a:off x="1993382" y="3909014"/>
              <a:ext cx="29583" cy="83148"/>
            </a:xfrm>
            <a:custGeom>
              <a:rect b="b" l="l" r="r" t="t"/>
              <a:pathLst>
                <a:path extrusionOk="0" h="3176" w="1130">
                  <a:moveTo>
                    <a:pt x="207" y="0"/>
                  </a:moveTo>
                  <a:cubicBezTo>
                    <a:pt x="91" y="0"/>
                    <a:pt x="0" y="91"/>
                    <a:pt x="0" y="207"/>
                  </a:cubicBezTo>
                  <a:lnTo>
                    <a:pt x="0" y="3176"/>
                  </a:lnTo>
                  <a:lnTo>
                    <a:pt x="1129" y="3176"/>
                  </a:lnTo>
                  <a:lnTo>
                    <a:pt x="1129" y="207"/>
                  </a:lnTo>
                  <a:cubicBezTo>
                    <a:pt x="1129" y="91"/>
                    <a:pt x="1038" y="0"/>
                    <a:pt x="92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0"/>
            <p:cNvSpPr/>
            <p:nvPr/>
          </p:nvSpPr>
          <p:spPr>
            <a:xfrm>
              <a:off x="1971364" y="3934670"/>
              <a:ext cx="22044" cy="57491"/>
            </a:xfrm>
            <a:custGeom>
              <a:rect b="b" l="l" r="r" t="t"/>
              <a:pathLst>
                <a:path extrusionOk="0" h="2196" w="842">
                  <a:moveTo>
                    <a:pt x="207" y="0"/>
                  </a:moveTo>
                  <a:cubicBezTo>
                    <a:pt x="92" y="0"/>
                    <a:pt x="0" y="92"/>
                    <a:pt x="0" y="202"/>
                  </a:cubicBezTo>
                  <a:lnTo>
                    <a:pt x="0" y="2196"/>
                  </a:lnTo>
                  <a:lnTo>
                    <a:pt x="841" y="2196"/>
                  </a:lnTo>
                  <a:lnTo>
                    <a:pt x="841" y="202"/>
                  </a:lnTo>
                  <a:cubicBezTo>
                    <a:pt x="841" y="92"/>
                    <a:pt x="750" y="0"/>
                    <a:pt x="639"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0"/>
            <p:cNvSpPr/>
            <p:nvPr/>
          </p:nvSpPr>
          <p:spPr>
            <a:xfrm>
              <a:off x="1927330" y="3909773"/>
              <a:ext cx="22044" cy="82388"/>
            </a:xfrm>
            <a:custGeom>
              <a:rect b="b" l="l" r="r" t="t"/>
              <a:pathLst>
                <a:path extrusionOk="0" h="3147" w="842">
                  <a:moveTo>
                    <a:pt x="208" y="0"/>
                  </a:moveTo>
                  <a:cubicBezTo>
                    <a:pt x="92" y="0"/>
                    <a:pt x="1" y="91"/>
                    <a:pt x="1" y="207"/>
                  </a:cubicBezTo>
                  <a:lnTo>
                    <a:pt x="1" y="3147"/>
                  </a:lnTo>
                  <a:lnTo>
                    <a:pt x="842" y="3147"/>
                  </a:lnTo>
                  <a:lnTo>
                    <a:pt x="842" y="1475"/>
                  </a:lnTo>
                  <a:lnTo>
                    <a:pt x="842" y="207"/>
                  </a:lnTo>
                  <a:cubicBezTo>
                    <a:pt x="842" y="91"/>
                    <a:pt x="750" y="0"/>
                    <a:pt x="64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0"/>
            <p:cNvSpPr/>
            <p:nvPr/>
          </p:nvSpPr>
          <p:spPr>
            <a:xfrm>
              <a:off x="1949347" y="3942969"/>
              <a:ext cx="22044" cy="49192"/>
            </a:xfrm>
            <a:custGeom>
              <a:rect b="b" l="l" r="r" t="t"/>
              <a:pathLst>
                <a:path extrusionOk="0" h="1879" w="842">
                  <a:moveTo>
                    <a:pt x="207" y="0"/>
                  </a:moveTo>
                  <a:cubicBezTo>
                    <a:pt x="92" y="0"/>
                    <a:pt x="1" y="92"/>
                    <a:pt x="1" y="207"/>
                  </a:cubicBezTo>
                  <a:lnTo>
                    <a:pt x="1" y="1879"/>
                  </a:lnTo>
                  <a:lnTo>
                    <a:pt x="841" y="1879"/>
                  </a:lnTo>
                  <a:lnTo>
                    <a:pt x="841" y="207"/>
                  </a:lnTo>
                  <a:cubicBezTo>
                    <a:pt x="841" y="92"/>
                    <a:pt x="750" y="0"/>
                    <a:pt x="64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0"/>
            <p:cNvSpPr/>
            <p:nvPr/>
          </p:nvSpPr>
          <p:spPr>
            <a:xfrm>
              <a:off x="1974139" y="4054182"/>
              <a:ext cx="46679" cy="72545"/>
            </a:xfrm>
            <a:custGeom>
              <a:rect b="b" l="l" r="r" t="t"/>
              <a:pathLst>
                <a:path extrusionOk="0" h="2771" w="1783">
                  <a:moveTo>
                    <a:pt x="638" y="0"/>
                  </a:moveTo>
                  <a:cubicBezTo>
                    <a:pt x="615" y="0"/>
                    <a:pt x="591" y="4"/>
                    <a:pt x="567" y="13"/>
                  </a:cubicBezTo>
                  <a:lnTo>
                    <a:pt x="149" y="191"/>
                  </a:lnTo>
                  <a:cubicBezTo>
                    <a:pt x="48" y="230"/>
                    <a:pt x="0" y="345"/>
                    <a:pt x="43" y="441"/>
                  </a:cubicBezTo>
                  <a:lnTo>
                    <a:pt x="990" y="2723"/>
                  </a:lnTo>
                  <a:cubicBezTo>
                    <a:pt x="1005" y="2753"/>
                    <a:pt x="1034" y="2771"/>
                    <a:pt x="1064" y="2771"/>
                  </a:cubicBezTo>
                  <a:cubicBezTo>
                    <a:pt x="1073" y="2771"/>
                    <a:pt x="1082" y="2769"/>
                    <a:pt x="1091" y="2766"/>
                  </a:cubicBezTo>
                  <a:lnTo>
                    <a:pt x="1725" y="2497"/>
                  </a:lnTo>
                  <a:cubicBezTo>
                    <a:pt x="1763" y="2478"/>
                    <a:pt x="1782" y="2435"/>
                    <a:pt x="1763" y="2401"/>
                  </a:cubicBezTo>
                  <a:lnTo>
                    <a:pt x="817" y="119"/>
                  </a:lnTo>
                  <a:lnTo>
                    <a:pt x="822" y="119"/>
                  </a:lnTo>
                  <a:cubicBezTo>
                    <a:pt x="788" y="46"/>
                    <a:pt x="716" y="0"/>
                    <a:pt x="63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0"/>
            <p:cNvSpPr/>
            <p:nvPr/>
          </p:nvSpPr>
          <p:spPr>
            <a:xfrm>
              <a:off x="1927330" y="4044966"/>
              <a:ext cx="22044" cy="82284"/>
            </a:xfrm>
            <a:custGeom>
              <a:rect b="b" l="l" r="r" t="t"/>
              <a:pathLst>
                <a:path extrusionOk="0" h="3143" w="842">
                  <a:moveTo>
                    <a:pt x="208" y="0"/>
                  </a:moveTo>
                  <a:cubicBezTo>
                    <a:pt x="92" y="0"/>
                    <a:pt x="1" y="92"/>
                    <a:pt x="1" y="202"/>
                  </a:cubicBezTo>
                  <a:lnTo>
                    <a:pt x="1" y="2955"/>
                  </a:lnTo>
                  <a:cubicBezTo>
                    <a:pt x="1" y="3061"/>
                    <a:pt x="87" y="3142"/>
                    <a:pt x="188" y="3142"/>
                  </a:cubicBezTo>
                  <a:lnTo>
                    <a:pt x="842" y="3142"/>
                  </a:lnTo>
                  <a:lnTo>
                    <a:pt x="842" y="1288"/>
                  </a:lnTo>
                  <a:lnTo>
                    <a:pt x="842" y="202"/>
                  </a:lnTo>
                  <a:cubicBezTo>
                    <a:pt x="842" y="92"/>
                    <a:pt x="750" y="0"/>
                    <a:pt x="640"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0"/>
            <p:cNvSpPr/>
            <p:nvPr/>
          </p:nvSpPr>
          <p:spPr>
            <a:xfrm>
              <a:off x="1949347" y="4073633"/>
              <a:ext cx="22044" cy="53617"/>
            </a:xfrm>
            <a:custGeom>
              <a:rect b="b" l="l" r="r" t="t"/>
              <a:pathLst>
                <a:path extrusionOk="0" h="2048" w="842">
                  <a:moveTo>
                    <a:pt x="193" y="1"/>
                  </a:moveTo>
                  <a:cubicBezTo>
                    <a:pt x="87" y="1"/>
                    <a:pt x="1" y="87"/>
                    <a:pt x="1" y="193"/>
                  </a:cubicBezTo>
                  <a:lnTo>
                    <a:pt x="1" y="2047"/>
                  </a:lnTo>
                  <a:lnTo>
                    <a:pt x="841" y="2047"/>
                  </a:lnTo>
                  <a:lnTo>
                    <a:pt x="841" y="193"/>
                  </a:lnTo>
                  <a:cubicBezTo>
                    <a:pt x="841" y="87"/>
                    <a:pt x="755" y="1"/>
                    <a:pt x="64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0"/>
            <p:cNvSpPr/>
            <p:nvPr/>
          </p:nvSpPr>
          <p:spPr>
            <a:xfrm>
              <a:off x="1777685" y="3820473"/>
              <a:ext cx="277351" cy="22541"/>
            </a:xfrm>
            <a:custGeom>
              <a:rect b="b" l="l" r="r" t="t"/>
              <a:pathLst>
                <a:path extrusionOk="0" h="861" w="10594">
                  <a:moveTo>
                    <a:pt x="284" y="0"/>
                  </a:moveTo>
                  <a:cubicBezTo>
                    <a:pt x="130" y="0"/>
                    <a:pt x="0" y="125"/>
                    <a:pt x="0" y="284"/>
                  </a:cubicBezTo>
                  <a:lnTo>
                    <a:pt x="0" y="572"/>
                  </a:lnTo>
                  <a:cubicBezTo>
                    <a:pt x="0" y="730"/>
                    <a:pt x="130" y="860"/>
                    <a:pt x="284" y="860"/>
                  </a:cubicBezTo>
                  <a:lnTo>
                    <a:pt x="10310" y="860"/>
                  </a:lnTo>
                  <a:cubicBezTo>
                    <a:pt x="10468" y="860"/>
                    <a:pt x="10593" y="730"/>
                    <a:pt x="10593" y="572"/>
                  </a:cubicBezTo>
                  <a:lnTo>
                    <a:pt x="10593" y="284"/>
                  </a:lnTo>
                  <a:cubicBezTo>
                    <a:pt x="10593" y="125"/>
                    <a:pt x="10468" y="0"/>
                    <a:pt x="10310" y="0"/>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0"/>
            <p:cNvSpPr/>
            <p:nvPr/>
          </p:nvSpPr>
          <p:spPr>
            <a:xfrm>
              <a:off x="1761322" y="3814923"/>
              <a:ext cx="310050" cy="374688"/>
            </a:xfrm>
            <a:custGeom>
              <a:rect b="b" l="l" r="r" t="t"/>
              <a:pathLst>
                <a:path extrusionOk="0" h="14312" w="11843">
                  <a:moveTo>
                    <a:pt x="10935" y="419"/>
                  </a:moveTo>
                  <a:cubicBezTo>
                    <a:pt x="10973" y="419"/>
                    <a:pt x="11007" y="452"/>
                    <a:pt x="11007" y="496"/>
                  </a:cubicBezTo>
                  <a:lnTo>
                    <a:pt x="11007" y="784"/>
                  </a:lnTo>
                  <a:cubicBezTo>
                    <a:pt x="11007" y="827"/>
                    <a:pt x="10973" y="861"/>
                    <a:pt x="10935" y="861"/>
                  </a:cubicBezTo>
                  <a:lnTo>
                    <a:pt x="9791" y="861"/>
                  </a:lnTo>
                  <a:cubicBezTo>
                    <a:pt x="9513" y="861"/>
                    <a:pt x="9513" y="1279"/>
                    <a:pt x="9791" y="1279"/>
                  </a:cubicBezTo>
                  <a:lnTo>
                    <a:pt x="10627" y="1279"/>
                  </a:lnTo>
                  <a:lnTo>
                    <a:pt x="10627" y="12563"/>
                  </a:lnTo>
                  <a:lnTo>
                    <a:pt x="8893" y="12563"/>
                  </a:lnTo>
                  <a:cubicBezTo>
                    <a:pt x="8609" y="12563"/>
                    <a:pt x="8609" y="12981"/>
                    <a:pt x="8893" y="12981"/>
                  </a:cubicBezTo>
                  <a:lnTo>
                    <a:pt x="11223" y="12981"/>
                  </a:lnTo>
                  <a:cubicBezTo>
                    <a:pt x="11333" y="12981"/>
                    <a:pt x="11420" y="13073"/>
                    <a:pt x="11420" y="13183"/>
                  </a:cubicBezTo>
                  <a:lnTo>
                    <a:pt x="11420" y="13894"/>
                  </a:lnTo>
                  <a:lnTo>
                    <a:pt x="423" y="13894"/>
                  </a:lnTo>
                  <a:lnTo>
                    <a:pt x="423" y="13183"/>
                  </a:lnTo>
                  <a:cubicBezTo>
                    <a:pt x="423" y="13073"/>
                    <a:pt x="515" y="12981"/>
                    <a:pt x="625" y="12981"/>
                  </a:cubicBezTo>
                  <a:lnTo>
                    <a:pt x="7995" y="12981"/>
                  </a:lnTo>
                  <a:cubicBezTo>
                    <a:pt x="8278" y="12981"/>
                    <a:pt x="8278" y="12559"/>
                    <a:pt x="7995" y="12559"/>
                  </a:cubicBezTo>
                  <a:lnTo>
                    <a:pt x="1192" y="12559"/>
                  </a:lnTo>
                  <a:lnTo>
                    <a:pt x="1192" y="1279"/>
                  </a:lnTo>
                  <a:lnTo>
                    <a:pt x="8893" y="1279"/>
                  </a:lnTo>
                  <a:cubicBezTo>
                    <a:pt x="9172" y="1279"/>
                    <a:pt x="9172" y="861"/>
                    <a:pt x="8893" y="861"/>
                  </a:cubicBezTo>
                  <a:lnTo>
                    <a:pt x="909" y="861"/>
                  </a:lnTo>
                  <a:cubicBezTo>
                    <a:pt x="870" y="861"/>
                    <a:pt x="836" y="827"/>
                    <a:pt x="836" y="784"/>
                  </a:cubicBezTo>
                  <a:lnTo>
                    <a:pt x="836" y="496"/>
                  </a:lnTo>
                  <a:cubicBezTo>
                    <a:pt x="836" y="452"/>
                    <a:pt x="870" y="419"/>
                    <a:pt x="909" y="419"/>
                  </a:cubicBezTo>
                  <a:close/>
                  <a:moveTo>
                    <a:pt x="909" y="1"/>
                  </a:moveTo>
                  <a:cubicBezTo>
                    <a:pt x="640" y="1"/>
                    <a:pt x="414" y="227"/>
                    <a:pt x="414" y="500"/>
                  </a:cubicBezTo>
                  <a:lnTo>
                    <a:pt x="414" y="789"/>
                  </a:lnTo>
                  <a:cubicBezTo>
                    <a:pt x="414" y="1005"/>
                    <a:pt x="558" y="1202"/>
                    <a:pt x="769" y="1264"/>
                  </a:cubicBezTo>
                  <a:lnTo>
                    <a:pt x="769" y="12563"/>
                  </a:lnTo>
                  <a:lnTo>
                    <a:pt x="620" y="12563"/>
                  </a:lnTo>
                  <a:cubicBezTo>
                    <a:pt x="279" y="12563"/>
                    <a:pt x="5" y="12837"/>
                    <a:pt x="1" y="13183"/>
                  </a:cubicBezTo>
                  <a:lnTo>
                    <a:pt x="1" y="14101"/>
                  </a:lnTo>
                  <a:cubicBezTo>
                    <a:pt x="1" y="14216"/>
                    <a:pt x="97" y="14312"/>
                    <a:pt x="212" y="14312"/>
                  </a:cubicBezTo>
                  <a:lnTo>
                    <a:pt x="11631" y="14312"/>
                  </a:lnTo>
                  <a:cubicBezTo>
                    <a:pt x="11746" y="14312"/>
                    <a:pt x="11843" y="14216"/>
                    <a:pt x="11843" y="14101"/>
                  </a:cubicBezTo>
                  <a:lnTo>
                    <a:pt x="11843" y="13183"/>
                  </a:lnTo>
                  <a:cubicBezTo>
                    <a:pt x="11843" y="12837"/>
                    <a:pt x="11564" y="12559"/>
                    <a:pt x="11223" y="12559"/>
                  </a:cubicBezTo>
                  <a:lnTo>
                    <a:pt x="11223" y="12563"/>
                  </a:lnTo>
                  <a:lnTo>
                    <a:pt x="11045" y="12563"/>
                  </a:lnTo>
                  <a:lnTo>
                    <a:pt x="11045" y="1269"/>
                  </a:lnTo>
                  <a:cubicBezTo>
                    <a:pt x="11271" y="1216"/>
                    <a:pt x="11429" y="1014"/>
                    <a:pt x="11429" y="789"/>
                  </a:cubicBezTo>
                  <a:lnTo>
                    <a:pt x="11429" y="500"/>
                  </a:lnTo>
                  <a:cubicBezTo>
                    <a:pt x="11429" y="227"/>
                    <a:pt x="11208" y="1"/>
                    <a:pt x="10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0"/>
            <p:cNvSpPr/>
            <p:nvPr/>
          </p:nvSpPr>
          <p:spPr>
            <a:xfrm>
              <a:off x="1921806" y="3859455"/>
              <a:ext cx="106683" cy="273319"/>
            </a:xfrm>
            <a:custGeom>
              <a:rect b="b" l="l" r="r" t="t"/>
              <a:pathLst>
                <a:path extrusionOk="0" h="10440" w="4075">
                  <a:moveTo>
                    <a:pt x="3656" y="418"/>
                  </a:moveTo>
                  <a:lnTo>
                    <a:pt x="3656" y="1687"/>
                  </a:lnTo>
                  <a:lnTo>
                    <a:pt x="2941" y="1687"/>
                  </a:lnTo>
                  <a:cubicBezTo>
                    <a:pt x="2710" y="1687"/>
                    <a:pt x="2523" y="1869"/>
                    <a:pt x="2523" y="2100"/>
                  </a:cubicBezTo>
                  <a:lnTo>
                    <a:pt x="2523" y="2662"/>
                  </a:lnTo>
                  <a:lnTo>
                    <a:pt x="2100" y="2662"/>
                  </a:lnTo>
                  <a:cubicBezTo>
                    <a:pt x="1903" y="2662"/>
                    <a:pt x="1740" y="2796"/>
                    <a:pt x="1696" y="2984"/>
                  </a:cubicBezTo>
                  <a:lnTo>
                    <a:pt x="1264" y="2984"/>
                  </a:lnTo>
                  <a:lnTo>
                    <a:pt x="1264" y="2129"/>
                  </a:lnTo>
                  <a:cubicBezTo>
                    <a:pt x="1264" y="1898"/>
                    <a:pt x="1077" y="1715"/>
                    <a:pt x="851" y="1715"/>
                  </a:cubicBezTo>
                  <a:lnTo>
                    <a:pt x="423" y="1715"/>
                  </a:lnTo>
                  <a:lnTo>
                    <a:pt x="423" y="418"/>
                  </a:lnTo>
                  <a:close/>
                  <a:moveTo>
                    <a:pt x="841" y="2133"/>
                  </a:moveTo>
                  <a:lnTo>
                    <a:pt x="841" y="4857"/>
                  </a:lnTo>
                  <a:lnTo>
                    <a:pt x="423" y="4857"/>
                  </a:lnTo>
                  <a:lnTo>
                    <a:pt x="423" y="2133"/>
                  </a:lnTo>
                  <a:close/>
                  <a:moveTo>
                    <a:pt x="1682" y="3402"/>
                  </a:moveTo>
                  <a:lnTo>
                    <a:pt x="1682" y="4857"/>
                  </a:lnTo>
                  <a:lnTo>
                    <a:pt x="1264" y="4857"/>
                  </a:lnTo>
                  <a:lnTo>
                    <a:pt x="1264" y="3402"/>
                  </a:lnTo>
                  <a:close/>
                  <a:moveTo>
                    <a:pt x="2523" y="3080"/>
                  </a:moveTo>
                  <a:lnTo>
                    <a:pt x="2523" y="4857"/>
                  </a:lnTo>
                  <a:lnTo>
                    <a:pt x="2105" y="4857"/>
                  </a:lnTo>
                  <a:lnTo>
                    <a:pt x="2105" y="3080"/>
                  </a:lnTo>
                  <a:close/>
                  <a:moveTo>
                    <a:pt x="3656" y="2105"/>
                  </a:moveTo>
                  <a:lnTo>
                    <a:pt x="3656" y="4857"/>
                  </a:lnTo>
                  <a:lnTo>
                    <a:pt x="2945" y="4857"/>
                  </a:lnTo>
                  <a:lnTo>
                    <a:pt x="2945" y="2105"/>
                  </a:lnTo>
                  <a:close/>
                  <a:moveTo>
                    <a:pt x="3656" y="5280"/>
                  </a:moveTo>
                  <a:lnTo>
                    <a:pt x="3656" y="5698"/>
                  </a:lnTo>
                  <a:lnTo>
                    <a:pt x="423" y="5698"/>
                  </a:lnTo>
                  <a:lnTo>
                    <a:pt x="423" y="5280"/>
                  </a:lnTo>
                  <a:close/>
                  <a:moveTo>
                    <a:pt x="3656" y="6121"/>
                  </a:moveTo>
                  <a:lnTo>
                    <a:pt x="3656" y="9027"/>
                  </a:lnTo>
                  <a:lnTo>
                    <a:pt x="3013" y="7475"/>
                  </a:lnTo>
                  <a:cubicBezTo>
                    <a:pt x="2947" y="7319"/>
                    <a:pt x="2796" y="7225"/>
                    <a:pt x="2636" y="7225"/>
                  </a:cubicBezTo>
                  <a:cubicBezTo>
                    <a:pt x="2585" y="7225"/>
                    <a:pt x="2534" y="7235"/>
                    <a:pt x="2484" y="7255"/>
                  </a:cubicBezTo>
                  <a:lnTo>
                    <a:pt x="2066" y="7432"/>
                  </a:lnTo>
                  <a:cubicBezTo>
                    <a:pt x="1965" y="7471"/>
                    <a:pt x="1889" y="7548"/>
                    <a:pt x="1845" y="7648"/>
                  </a:cubicBezTo>
                  <a:cubicBezTo>
                    <a:pt x="1807" y="7749"/>
                    <a:pt x="1807" y="7860"/>
                    <a:pt x="1845" y="7956"/>
                  </a:cubicBezTo>
                  <a:lnTo>
                    <a:pt x="1869" y="8009"/>
                  </a:lnTo>
                  <a:cubicBezTo>
                    <a:pt x="1816" y="7985"/>
                    <a:pt x="1759" y="7970"/>
                    <a:pt x="1701" y="7970"/>
                  </a:cubicBezTo>
                  <a:lnTo>
                    <a:pt x="1264" y="7970"/>
                  </a:lnTo>
                  <a:lnTo>
                    <a:pt x="1264" y="7288"/>
                  </a:lnTo>
                  <a:cubicBezTo>
                    <a:pt x="1264" y="7062"/>
                    <a:pt x="1077" y="6875"/>
                    <a:pt x="851" y="6875"/>
                  </a:cubicBezTo>
                  <a:lnTo>
                    <a:pt x="423" y="6875"/>
                  </a:lnTo>
                  <a:lnTo>
                    <a:pt x="423" y="6121"/>
                  </a:lnTo>
                  <a:close/>
                  <a:moveTo>
                    <a:pt x="2628" y="7653"/>
                  </a:moveTo>
                  <a:lnTo>
                    <a:pt x="3517" y="9796"/>
                  </a:lnTo>
                  <a:lnTo>
                    <a:pt x="3128" y="9954"/>
                  </a:lnTo>
                  <a:lnTo>
                    <a:pt x="2239" y="7812"/>
                  </a:lnTo>
                  <a:lnTo>
                    <a:pt x="2628" y="7653"/>
                  </a:lnTo>
                  <a:close/>
                  <a:moveTo>
                    <a:pt x="841" y="7298"/>
                  </a:moveTo>
                  <a:lnTo>
                    <a:pt x="841" y="8374"/>
                  </a:lnTo>
                  <a:lnTo>
                    <a:pt x="841" y="10022"/>
                  </a:lnTo>
                  <a:lnTo>
                    <a:pt x="423" y="10022"/>
                  </a:lnTo>
                  <a:lnTo>
                    <a:pt x="423" y="7298"/>
                  </a:lnTo>
                  <a:close/>
                  <a:moveTo>
                    <a:pt x="1682" y="8393"/>
                  </a:moveTo>
                  <a:lnTo>
                    <a:pt x="1682" y="10022"/>
                  </a:lnTo>
                  <a:lnTo>
                    <a:pt x="1264" y="10022"/>
                  </a:lnTo>
                  <a:lnTo>
                    <a:pt x="1264" y="8393"/>
                  </a:lnTo>
                  <a:close/>
                  <a:moveTo>
                    <a:pt x="2105" y="8580"/>
                  </a:moveTo>
                  <a:lnTo>
                    <a:pt x="2700" y="10022"/>
                  </a:lnTo>
                  <a:lnTo>
                    <a:pt x="2105" y="10022"/>
                  </a:lnTo>
                  <a:lnTo>
                    <a:pt x="2105" y="8580"/>
                  </a:lnTo>
                  <a:close/>
                  <a:moveTo>
                    <a:pt x="308" y="0"/>
                  </a:moveTo>
                  <a:cubicBezTo>
                    <a:pt x="140" y="0"/>
                    <a:pt x="1" y="140"/>
                    <a:pt x="1" y="308"/>
                  </a:cubicBezTo>
                  <a:lnTo>
                    <a:pt x="1" y="10132"/>
                  </a:lnTo>
                  <a:cubicBezTo>
                    <a:pt x="1" y="10300"/>
                    <a:pt x="140" y="10440"/>
                    <a:pt x="308" y="10440"/>
                  </a:cubicBezTo>
                  <a:lnTo>
                    <a:pt x="3767" y="10440"/>
                  </a:lnTo>
                  <a:cubicBezTo>
                    <a:pt x="3935" y="10440"/>
                    <a:pt x="4074" y="10300"/>
                    <a:pt x="4074" y="10132"/>
                  </a:cubicBezTo>
                  <a:lnTo>
                    <a:pt x="4074" y="308"/>
                  </a:lnTo>
                  <a:cubicBezTo>
                    <a:pt x="4074" y="140"/>
                    <a:pt x="3935" y="0"/>
                    <a:pt x="37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0"/>
            <p:cNvSpPr/>
            <p:nvPr/>
          </p:nvSpPr>
          <p:spPr>
            <a:xfrm>
              <a:off x="1803446" y="3859324"/>
              <a:ext cx="107443" cy="167290"/>
            </a:xfrm>
            <a:custGeom>
              <a:rect b="b" l="l" r="r" t="t"/>
              <a:pathLst>
                <a:path extrusionOk="0" h="6390" w="4104">
                  <a:moveTo>
                    <a:pt x="3796" y="1"/>
                  </a:moveTo>
                  <a:lnTo>
                    <a:pt x="3796" y="5"/>
                  </a:lnTo>
                  <a:lnTo>
                    <a:pt x="308" y="5"/>
                  </a:lnTo>
                  <a:cubicBezTo>
                    <a:pt x="140" y="5"/>
                    <a:pt x="1" y="145"/>
                    <a:pt x="1" y="313"/>
                  </a:cubicBezTo>
                  <a:lnTo>
                    <a:pt x="1" y="6083"/>
                  </a:lnTo>
                  <a:cubicBezTo>
                    <a:pt x="1" y="6251"/>
                    <a:pt x="140" y="6390"/>
                    <a:pt x="308" y="6390"/>
                  </a:cubicBezTo>
                  <a:lnTo>
                    <a:pt x="875" y="6390"/>
                  </a:lnTo>
                  <a:cubicBezTo>
                    <a:pt x="1154" y="6390"/>
                    <a:pt x="1154" y="5967"/>
                    <a:pt x="875" y="5967"/>
                  </a:cubicBezTo>
                  <a:lnTo>
                    <a:pt x="424" y="5967"/>
                  </a:lnTo>
                  <a:lnTo>
                    <a:pt x="424" y="423"/>
                  </a:lnTo>
                  <a:lnTo>
                    <a:pt x="3681" y="423"/>
                  </a:lnTo>
                  <a:lnTo>
                    <a:pt x="3681" y="5967"/>
                  </a:lnTo>
                  <a:lnTo>
                    <a:pt x="1769" y="5967"/>
                  </a:lnTo>
                  <a:cubicBezTo>
                    <a:pt x="1490" y="5967"/>
                    <a:pt x="1490" y="6390"/>
                    <a:pt x="1769" y="6390"/>
                  </a:cubicBezTo>
                  <a:lnTo>
                    <a:pt x="3796" y="6390"/>
                  </a:lnTo>
                  <a:cubicBezTo>
                    <a:pt x="3964" y="6390"/>
                    <a:pt x="4104" y="6251"/>
                    <a:pt x="4104" y="6083"/>
                  </a:cubicBezTo>
                  <a:lnTo>
                    <a:pt x="4104" y="308"/>
                  </a:lnTo>
                  <a:cubicBezTo>
                    <a:pt x="4104" y="140"/>
                    <a:pt x="3964" y="1"/>
                    <a:pt x="37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0"/>
            <p:cNvSpPr/>
            <p:nvPr/>
          </p:nvSpPr>
          <p:spPr>
            <a:xfrm>
              <a:off x="1822688" y="3937550"/>
              <a:ext cx="67335" cy="10969"/>
            </a:xfrm>
            <a:custGeom>
              <a:rect b="b" l="l" r="r" t="t"/>
              <a:pathLst>
                <a:path extrusionOk="0" h="419" w="2572">
                  <a:moveTo>
                    <a:pt x="280" y="1"/>
                  </a:moveTo>
                  <a:cubicBezTo>
                    <a:pt x="1" y="1"/>
                    <a:pt x="1" y="419"/>
                    <a:pt x="280" y="419"/>
                  </a:cubicBezTo>
                  <a:lnTo>
                    <a:pt x="2292" y="419"/>
                  </a:lnTo>
                  <a:cubicBezTo>
                    <a:pt x="2571" y="419"/>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0"/>
            <p:cNvSpPr/>
            <p:nvPr/>
          </p:nvSpPr>
          <p:spPr>
            <a:xfrm>
              <a:off x="1822688" y="3962709"/>
              <a:ext cx="67335" cy="11100"/>
            </a:xfrm>
            <a:custGeom>
              <a:rect b="b" l="l" r="r" t="t"/>
              <a:pathLst>
                <a:path extrusionOk="0" h="424" w="2572">
                  <a:moveTo>
                    <a:pt x="280" y="1"/>
                  </a:moveTo>
                  <a:cubicBezTo>
                    <a:pt x="1" y="1"/>
                    <a:pt x="1" y="423"/>
                    <a:pt x="280" y="423"/>
                  </a:cubicBezTo>
                  <a:lnTo>
                    <a:pt x="2292" y="423"/>
                  </a:lnTo>
                  <a:cubicBezTo>
                    <a:pt x="2571" y="423"/>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0"/>
            <p:cNvSpPr/>
            <p:nvPr/>
          </p:nvSpPr>
          <p:spPr>
            <a:xfrm>
              <a:off x="1822688" y="3987999"/>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0"/>
            <p:cNvSpPr/>
            <p:nvPr/>
          </p:nvSpPr>
          <p:spPr>
            <a:xfrm>
              <a:off x="1847611" y="4062690"/>
              <a:ext cx="37621" cy="32149"/>
            </a:xfrm>
            <a:custGeom>
              <a:rect b="b" l="l" r="r" t="t"/>
              <a:pathLst>
                <a:path extrusionOk="0" h="1228" w="1437">
                  <a:moveTo>
                    <a:pt x="818" y="421"/>
                  </a:moveTo>
                  <a:cubicBezTo>
                    <a:pt x="918" y="421"/>
                    <a:pt x="1014" y="498"/>
                    <a:pt x="1014" y="616"/>
                  </a:cubicBezTo>
                  <a:cubicBezTo>
                    <a:pt x="1014" y="721"/>
                    <a:pt x="927" y="808"/>
                    <a:pt x="822" y="808"/>
                  </a:cubicBezTo>
                  <a:cubicBezTo>
                    <a:pt x="649" y="808"/>
                    <a:pt x="562" y="596"/>
                    <a:pt x="682" y="476"/>
                  </a:cubicBezTo>
                  <a:cubicBezTo>
                    <a:pt x="722" y="438"/>
                    <a:pt x="771" y="421"/>
                    <a:pt x="818" y="421"/>
                  </a:cubicBezTo>
                  <a:close/>
                  <a:moveTo>
                    <a:pt x="822" y="1"/>
                  </a:moveTo>
                  <a:cubicBezTo>
                    <a:pt x="274" y="1"/>
                    <a:pt x="0" y="659"/>
                    <a:pt x="384" y="1048"/>
                  </a:cubicBezTo>
                  <a:cubicBezTo>
                    <a:pt x="510" y="1172"/>
                    <a:pt x="664" y="1228"/>
                    <a:pt x="815" y="1228"/>
                  </a:cubicBezTo>
                  <a:cubicBezTo>
                    <a:pt x="1133" y="1228"/>
                    <a:pt x="1437" y="983"/>
                    <a:pt x="1437" y="616"/>
                  </a:cubicBezTo>
                  <a:cubicBezTo>
                    <a:pt x="1432" y="275"/>
                    <a:pt x="1158" y="1"/>
                    <a:pt x="8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0"/>
            <p:cNvSpPr/>
            <p:nvPr/>
          </p:nvSpPr>
          <p:spPr>
            <a:xfrm>
              <a:off x="1803446" y="4036589"/>
              <a:ext cx="34636" cy="88305"/>
            </a:xfrm>
            <a:custGeom>
              <a:rect b="b" l="l" r="r" t="t"/>
              <a:pathLst>
                <a:path extrusionOk="0" h="3373" w="1323">
                  <a:moveTo>
                    <a:pt x="722" y="705"/>
                  </a:moveTo>
                  <a:cubicBezTo>
                    <a:pt x="822" y="705"/>
                    <a:pt x="904" y="786"/>
                    <a:pt x="904" y="887"/>
                  </a:cubicBezTo>
                  <a:lnTo>
                    <a:pt x="904" y="2473"/>
                  </a:lnTo>
                  <a:cubicBezTo>
                    <a:pt x="904" y="2573"/>
                    <a:pt x="822" y="2655"/>
                    <a:pt x="722" y="2655"/>
                  </a:cubicBezTo>
                  <a:lnTo>
                    <a:pt x="424" y="2655"/>
                  </a:lnTo>
                  <a:lnTo>
                    <a:pt x="424" y="705"/>
                  </a:lnTo>
                  <a:close/>
                  <a:moveTo>
                    <a:pt x="212" y="1"/>
                  </a:moveTo>
                  <a:cubicBezTo>
                    <a:pt x="107" y="1"/>
                    <a:pt x="1" y="71"/>
                    <a:pt x="1" y="210"/>
                  </a:cubicBezTo>
                  <a:lnTo>
                    <a:pt x="1" y="3160"/>
                  </a:lnTo>
                  <a:cubicBezTo>
                    <a:pt x="1" y="3301"/>
                    <a:pt x="107" y="3372"/>
                    <a:pt x="212" y="3372"/>
                  </a:cubicBezTo>
                  <a:cubicBezTo>
                    <a:pt x="318" y="3372"/>
                    <a:pt x="424" y="3301"/>
                    <a:pt x="424" y="3160"/>
                  </a:cubicBezTo>
                  <a:lnTo>
                    <a:pt x="424" y="3078"/>
                  </a:lnTo>
                  <a:lnTo>
                    <a:pt x="722" y="3078"/>
                  </a:lnTo>
                  <a:cubicBezTo>
                    <a:pt x="1053" y="3078"/>
                    <a:pt x="1322" y="2809"/>
                    <a:pt x="1322" y="2477"/>
                  </a:cubicBezTo>
                  <a:lnTo>
                    <a:pt x="1322" y="892"/>
                  </a:lnTo>
                  <a:cubicBezTo>
                    <a:pt x="1322" y="556"/>
                    <a:pt x="1053" y="287"/>
                    <a:pt x="722" y="287"/>
                  </a:cubicBezTo>
                  <a:lnTo>
                    <a:pt x="424" y="287"/>
                  </a:lnTo>
                  <a:lnTo>
                    <a:pt x="424" y="210"/>
                  </a:lnTo>
                  <a:cubicBezTo>
                    <a:pt x="424" y="71"/>
                    <a:pt x="318"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0"/>
            <p:cNvSpPr/>
            <p:nvPr/>
          </p:nvSpPr>
          <p:spPr>
            <a:xfrm>
              <a:off x="1822688" y="3912286"/>
              <a:ext cx="67335" cy="11074"/>
            </a:xfrm>
            <a:custGeom>
              <a:rect b="b" l="l" r="r" t="t"/>
              <a:pathLst>
                <a:path extrusionOk="0" h="423" w="2572">
                  <a:moveTo>
                    <a:pt x="280" y="0"/>
                  </a:moveTo>
                  <a:cubicBezTo>
                    <a:pt x="1" y="0"/>
                    <a:pt x="1" y="423"/>
                    <a:pt x="280" y="423"/>
                  </a:cubicBezTo>
                  <a:lnTo>
                    <a:pt x="2292" y="423"/>
                  </a:lnTo>
                  <a:cubicBezTo>
                    <a:pt x="2571" y="423"/>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0"/>
            <p:cNvSpPr/>
            <p:nvPr/>
          </p:nvSpPr>
          <p:spPr>
            <a:xfrm>
              <a:off x="1822688" y="3887127"/>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80"/>
          <p:cNvGrpSpPr/>
          <p:nvPr/>
        </p:nvGrpSpPr>
        <p:grpSpPr>
          <a:xfrm>
            <a:off x="2604109" y="2439295"/>
            <a:ext cx="399088" cy="373144"/>
            <a:chOff x="2604109" y="2439295"/>
            <a:chExt cx="399088" cy="373144"/>
          </a:xfrm>
        </p:grpSpPr>
        <p:sp>
          <p:nvSpPr>
            <p:cNvPr id="8893" name="Google Shape;8893;p80"/>
            <p:cNvSpPr/>
            <p:nvPr/>
          </p:nvSpPr>
          <p:spPr>
            <a:xfrm>
              <a:off x="2619712" y="2611559"/>
              <a:ext cx="95845" cy="194989"/>
            </a:xfrm>
            <a:custGeom>
              <a:rect b="b" l="l" r="r" t="t"/>
              <a:pathLst>
                <a:path extrusionOk="0" h="7448" w="3661">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0"/>
            <p:cNvSpPr/>
            <p:nvPr/>
          </p:nvSpPr>
          <p:spPr>
            <a:xfrm>
              <a:off x="2695922" y="2611559"/>
              <a:ext cx="19635" cy="154095"/>
            </a:xfrm>
            <a:custGeom>
              <a:rect b="b" l="l" r="r" t="t"/>
              <a:pathLst>
                <a:path extrusionOk="0" h="5886" w="750">
                  <a:moveTo>
                    <a:pt x="298" y="1"/>
                  </a:moveTo>
                  <a:lnTo>
                    <a:pt x="298" y="3710"/>
                  </a:lnTo>
                  <a:cubicBezTo>
                    <a:pt x="298" y="3791"/>
                    <a:pt x="270" y="3868"/>
                    <a:pt x="212" y="3921"/>
                  </a:cubicBezTo>
                  <a:lnTo>
                    <a:pt x="87" y="4046"/>
                  </a:lnTo>
                  <a:cubicBezTo>
                    <a:pt x="34" y="4104"/>
                    <a:pt x="1" y="4180"/>
                    <a:pt x="1" y="4262"/>
                  </a:cubicBezTo>
                  <a:lnTo>
                    <a:pt x="1" y="5886"/>
                  </a:lnTo>
                  <a:lnTo>
                    <a:pt x="750" y="5886"/>
                  </a:lnTo>
                  <a:lnTo>
                    <a:pt x="750"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0"/>
            <p:cNvSpPr/>
            <p:nvPr/>
          </p:nvSpPr>
          <p:spPr>
            <a:xfrm>
              <a:off x="261971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0"/>
            <p:cNvSpPr/>
            <p:nvPr/>
          </p:nvSpPr>
          <p:spPr>
            <a:xfrm>
              <a:off x="2610156" y="2554984"/>
              <a:ext cx="105401" cy="56601"/>
            </a:xfrm>
            <a:custGeom>
              <a:rect b="b" l="l" r="r" t="t"/>
              <a:pathLst>
                <a:path extrusionOk="0" h="2162" w="4026">
                  <a:moveTo>
                    <a:pt x="485" y="0"/>
                  </a:moveTo>
                  <a:cubicBezTo>
                    <a:pt x="332" y="0"/>
                    <a:pt x="197" y="115"/>
                    <a:pt x="183" y="274"/>
                  </a:cubicBezTo>
                  <a:lnTo>
                    <a:pt x="0" y="2162"/>
                  </a:lnTo>
                  <a:lnTo>
                    <a:pt x="4026" y="2162"/>
                  </a:lnTo>
                  <a:lnTo>
                    <a:pt x="4026"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0"/>
            <p:cNvSpPr/>
            <p:nvPr/>
          </p:nvSpPr>
          <p:spPr>
            <a:xfrm>
              <a:off x="2610261" y="2554984"/>
              <a:ext cx="105427" cy="56601"/>
            </a:xfrm>
            <a:custGeom>
              <a:rect b="b" l="l" r="r" t="t"/>
              <a:pathLst>
                <a:path extrusionOk="0" h="2162" w="4027">
                  <a:moveTo>
                    <a:pt x="3244" y="0"/>
                  </a:moveTo>
                  <a:lnTo>
                    <a:pt x="3244" y="1028"/>
                  </a:lnTo>
                  <a:cubicBezTo>
                    <a:pt x="3244" y="1105"/>
                    <a:pt x="3273" y="1182"/>
                    <a:pt x="3330" y="1240"/>
                  </a:cubicBezTo>
                  <a:lnTo>
                    <a:pt x="3455" y="1364"/>
                  </a:lnTo>
                  <a:cubicBezTo>
                    <a:pt x="3503" y="1408"/>
                    <a:pt x="3532" y="1470"/>
                    <a:pt x="3542" y="1533"/>
                  </a:cubicBezTo>
                  <a:lnTo>
                    <a:pt x="63" y="1533"/>
                  </a:lnTo>
                  <a:lnTo>
                    <a:pt x="1" y="2162"/>
                  </a:lnTo>
                  <a:lnTo>
                    <a:pt x="4027" y="2162"/>
                  </a:lnTo>
                  <a:lnTo>
                    <a:pt x="402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0"/>
            <p:cNvSpPr/>
            <p:nvPr/>
          </p:nvSpPr>
          <p:spPr>
            <a:xfrm>
              <a:off x="2646363" y="2639860"/>
              <a:ext cx="42542" cy="60659"/>
            </a:xfrm>
            <a:custGeom>
              <a:rect b="b" l="l" r="r" t="t"/>
              <a:pathLst>
                <a:path extrusionOk="0" h="2317" w="1625">
                  <a:moveTo>
                    <a:pt x="813" y="1"/>
                  </a:moveTo>
                  <a:cubicBezTo>
                    <a:pt x="366" y="1"/>
                    <a:pt x="1" y="366"/>
                    <a:pt x="1" y="813"/>
                  </a:cubicBezTo>
                  <a:lnTo>
                    <a:pt x="1" y="2316"/>
                  </a:lnTo>
                  <a:lnTo>
                    <a:pt x="1624" y="2316"/>
                  </a:lnTo>
                  <a:lnTo>
                    <a:pt x="1624" y="813"/>
                  </a:lnTo>
                  <a:cubicBezTo>
                    <a:pt x="1624" y="366"/>
                    <a:pt x="1259"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0"/>
            <p:cNvSpPr/>
            <p:nvPr/>
          </p:nvSpPr>
          <p:spPr>
            <a:xfrm>
              <a:off x="2662464" y="2639860"/>
              <a:ext cx="26442" cy="60659"/>
            </a:xfrm>
            <a:custGeom>
              <a:rect b="b" l="l" r="r" t="t"/>
              <a:pathLst>
                <a:path extrusionOk="0" h="2317" w="1010">
                  <a:moveTo>
                    <a:pt x="198" y="1"/>
                  </a:moveTo>
                  <a:cubicBezTo>
                    <a:pt x="130" y="1"/>
                    <a:pt x="68" y="10"/>
                    <a:pt x="1" y="25"/>
                  </a:cubicBezTo>
                  <a:cubicBezTo>
                    <a:pt x="366" y="116"/>
                    <a:pt x="616" y="438"/>
                    <a:pt x="620" y="813"/>
                  </a:cubicBezTo>
                  <a:lnTo>
                    <a:pt x="620" y="2316"/>
                  </a:lnTo>
                  <a:lnTo>
                    <a:pt x="1009" y="2316"/>
                  </a:lnTo>
                  <a:lnTo>
                    <a:pt x="1009" y="813"/>
                  </a:lnTo>
                  <a:cubicBezTo>
                    <a:pt x="1009" y="366"/>
                    <a:pt x="644"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0"/>
            <p:cNvSpPr/>
            <p:nvPr/>
          </p:nvSpPr>
          <p:spPr>
            <a:xfrm>
              <a:off x="2891748" y="2611559"/>
              <a:ext cx="95871" cy="194989"/>
            </a:xfrm>
            <a:custGeom>
              <a:rect b="b" l="l" r="r" t="t"/>
              <a:pathLst>
                <a:path extrusionOk="0" h="7448" w="3662">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0"/>
            <p:cNvSpPr/>
            <p:nvPr/>
          </p:nvSpPr>
          <p:spPr>
            <a:xfrm>
              <a:off x="2971859" y="2611559"/>
              <a:ext cx="15760" cy="194989"/>
            </a:xfrm>
            <a:custGeom>
              <a:rect b="b" l="l" r="r" t="t"/>
              <a:pathLst>
                <a:path extrusionOk="0" h="7448" w="602">
                  <a:moveTo>
                    <a:pt x="1" y="1"/>
                  </a:moveTo>
                  <a:lnTo>
                    <a:pt x="1" y="7447"/>
                  </a:lnTo>
                  <a:lnTo>
                    <a:pt x="601" y="7447"/>
                  </a:lnTo>
                  <a:lnTo>
                    <a:pt x="60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0"/>
            <p:cNvSpPr/>
            <p:nvPr/>
          </p:nvSpPr>
          <p:spPr>
            <a:xfrm>
              <a:off x="2891748" y="2611559"/>
              <a:ext cx="20394" cy="154095"/>
            </a:xfrm>
            <a:custGeom>
              <a:rect b="b" l="l" r="r" t="t"/>
              <a:pathLst>
                <a:path extrusionOk="0" h="5886" w="779">
                  <a:moveTo>
                    <a:pt x="0" y="1"/>
                  </a:moveTo>
                  <a:lnTo>
                    <a:pt x="0" y="5886"/>
                  </a:lnTo>
                  <a:lnTo>
                    <a:pt x="779" y="5886"/>
                  </a:lnTo>
                  <a:lnTo>
                    <a:pt x="779" y="4262"/>
                  </a:lnTo>
                  <a:cubicBezTo>
                    <a:pt x="779" y="4180"/>
                    <a:pt x="745" y="4104"/>
                    <a:pt x="692" y="4046"/>
                  </a:cubicBezTo>
                  <a:lnTo>
                    <a:pt x="567" y="3921"/>
                  </a:lnTo>
                  <a:cubicBezTo>
                    <a:pt x="510" y="3868"/>
                    <a:pt x="481" y="3791"/>
                    <a:pt x="481" y="3710"/>
                  </a:cubicBezTo>
                  <a:lnTo>
                    <a:pt x="48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0"/>
            <p:cNvSpPr/>
            <p:nvPr/>
          </p:nvSpPr>
          <p:spPr>
            <a:xfrm>
              <a:off x="293099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0"/>
            <p:cNvSpPr/>
            <p:nvPr/>
          </p:nvSpPr>
          <p:spPr>
            <a:xfrm>
              <a:off x="2971859" y="2778221"/>
              <a:ext cx="15760" cy="28327"/>
            </a:xfrm>
            <a:custGeom>
              <a:rect b="b" l="l" r="r" t="t"/>
              <a:pathLst>
                <a:path extrusionOk="0" h="1082" w="602">
                  <a:moveTo>
                    <a:pt x="1" y="0"/>
                  </a:moveTo>
                  <a:lnTo>
                    <a:pt x="1" y="1081"/>
                  </a:lnTo>
                  <a:lnTo>
                    <a:pt x="601" y="1081"/>
                  </a:lnTo>
                  <a:lnTo>
                    <a:pt x="6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0"/>
            <p:cNvSpPr/>
            <p:nvPr/>
          </p:nvSpPr>
          <p:spPr>
            <a:xfrm>
              <a:off x="2891748" y="2554984"/>
              <a:ext cx="105427" cy="56601"/>
            </a:xfrm>
            <a:custGeom>
              <a:rect b="b" l="l" r="r" t="t"/>
              <a:pathLst>
                <a:path extrusionOk="0" h="2162" w="4027">
                  <a:moveTo>
                    <a:pt x="0" y="0"/>
                  </a:moveTo>
                  <a:lnTo>
                    <a:pt x="0" y="2162"/>
                  </a:lnTo>
                  <a:lnTo>
                    <a:pt x="4026" y="2162"/>
                  </a:lnTo>
                  <a:lnTo>
                    <a:pt x="3844" y="274"/>
                  </a:lnTo>
                  <a:cubicBezTo>
                    <a:pt x="3824" y="115"/>
                    <a:pt x="3695" y="0"/>
                    <a:pt x="354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0"/>
            <p:cNvSpPr/>
            <p:nvPr/>
          </p:nvSpPr>
          <p:spPr>
            <a:xfrm>
              <a:off x="2891617" y="2554984"/>
              <a:ext cx="105427" cy="56601"/>
            </a:xfrm>
            <a:custGeom>
              <a:rect b="b" l="l" r="r" t="t"/>
              <a:pathLst>
                <a:path extrusionOk="0" h="2162" w="4027">
                  <a:moveTo>
                    <a:pt x="3186" y="0"/>
                  </a:moveTo>
                  <a:lnTo>
                    <a:pt x="3306" y="1201"/>
                  </a:lnTo>
                  <a:cubicBezTo>
                    <a:pt x="3320" y="1379"/>
                    <a:pt x="3181" y="1533"/>
                    <a:pt x="3003" y="1533"/>
                  </a:cubicBezTo>
                  <a:lnTo>
                    <a:pt x="1" y="1533"/>
                  </a:lnTo>
                  <a:lnTo>
                    <a:pt x="1" y="2162"/>
                  </a:lnTo>
                  <a:lnTo>
                    <a:pt x="4026" y="2162"/>
                  </a:lnTo>
                  <a:lnTo>
                    <a:pt x="3839" y="269"/>
                  </a:lnTo>
                  <a:cubicBezTo>
                    <a:pt x="3825" y="120"/>
                    <a:pt x="3695" y="0"/>
                    <a:pt x="35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0"/>
            <p:cNvSpPr/>
            <p:nvPr/>
          </p:nvSpPr>
          <p:spPr>
            <a:xfrm>
              <a:off x="2692021" y="2749920"/>
              <a:ext cx="223263" cy="28327"/>
            </a:xfrm>
            <a:custGeom>
              <a:rect b="b" l="l" r="r" t="t"/>
              <a:pathLst>
                <a:path extrusionOk="0" h="1082" w="8528">
                  <a:moveTo>
                    <a:pt x="1" y="0"/>
                  </a:moveTo>
                  <a:lnTo>
                    <a:pt x="1" y="1081"/>
                  </a:lnTo>
                  <a:lnTo>
                    <a:pt x="8528" y="1081"/>
                  </a:lnTo>
                  <a:lnTo>
                    <a:pt x="85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0"/>
            <p:cNvSpPr/>
            <p:nvPr/>
          </p:nvSpPr>
          <p:spPr>
            <a:xfrm>
              <a:off x="2692021" y="2749920"/>
              <a:ext cx="223263" cy="28327"/>
            </a:xfrm>
            <a:custGeom>
              <a:rect b="b" l="l" r="r" t="t"/>
              <a:pathLst>
                <a:path extrusionOk="0" h="1082" w="8528">
                  <a:moveTo>
                    <a:pt x="8167" y="0"/>
                  </a:moveTo>
                  <a:lnTo>
                    <a:pt x="8167" y="423"/>
                  </a:lnTo>
                  <a:cubicBezTo>
                    <a:pt x="8167" y="586"/>
                    <a:pt x="8033" y="721"/>
                    <a:pt x="7870" y="721"/>
                  </a:cubicBezTo>
                  <a:lnTo>
                    <a:pt x="1" y="721"/>
                  </a:lnTo>
                  <a:lnTo>
                    <a:pt x="1" y="1081"/>
                  </a:lnTo>
                  <a:lnTo>
                    <a:pt x="8528" y="1081"/>
                  </a:lnTo>
                  <a:lnTo>
                    <a:pt x="85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0"/>
            <p:cNvSpPr/>
            <p:nvPr/>
          </p:nvSpPr>
          <p:spPr>
            <a:xfrm>
              <a:off x="2676313" y="2778221"/>
              <a:ext cx="254705" cy="28327"/>
            </a:xfrm>
            <a:custGeom>
              <a:rect b="b" l="l" r="r" t="t"/>
              <a:pathLst>
                <a:path extrusionOk="0" h="1082" w="9729">
                  <a:moveTo>
                    <a:pt x="0" y="0"/>
                  </a:moveTo>
                  <a:lnTo>
                    <a:pt x="0" y="1081"/>
                  </a:lnTo>
                  <a:lnTo>
                    <a:pt x="9728" y="1081"/>
                  </a:lnTo>
                  <a:lnTo>
                    <a:pt x="97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0"/>
            <p:cNvSpPr/>
            <p:nvPr/>
          </p:nvSpPr>
          <p:spPr>
            <a:xfrm>
              <a:off x="2676313" y="2778221"/>
              <a:ext cx="254705" cy="28327"/>
            </a:xfrm>
            <a:custGeom>
              <a:rect b="b" l="l" r="r" t="t"/>
              <a:pathLst>
                <a:path extrusionOk="0" h="1082" w="9729">
                  <a:moveTo>
                    <a:pt x="9368" y="0"/>
                  </a:moveTo>
                  <a:lnTo>
                    <a:pt x="9368" y="423"/>
                  </a:lnTo>
                  <a:cubicBezTo>
                    <a:pt x="9368" y="586"/>
                    <a:pt x="9233" y="721"/>
                    <a:pt x="9070" y="721"/>
                  </a:cubicBezTo>
                  <a:lnTo>
                    <a:pt x="0" y="721"/>
                  </a:lnTo>
                  <a:lnTo>
                    <a:pt x="0" y="1081"/>
                  </a:lnTo>
                  <a:lnTo>
                    <a:pt x="9728" y="1081"/>
                  </a:lnTo>
                  <a:lnTo>
                    <a:pt x="97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0"/>
            <p:cNvSpPr/>
            <p:nvPr/>
          </p:nvSpPr>
          <p:spPr>
            <a:xfrm>
              <a:off x="2731265" y="2554984"/>
              <a:ext cx="145535" cy="194962"/>
            </a:xfrm>
            <a:custGeom>
              <a:rect b="b" l="l" r="r" t="t"/>
              <a:pathLst>
                <a:path extrusionOk="0" h="7447" w="5559">
                  <a:moveTo>
                    <a:pt x="5" y="0"/>
                  </a:moveTo>
                  <a:lnTo>
                    <a:pt x="0" y="7446"/>
                  </a:lnTo>
                  <a:lnTo>
                    <a:pt x="5559" y="7446"/>
                  </a:lnTo>
                  <a:lnTo>
                    <a:pt x="5559"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0"/>
            <p:cNvSpPr/>
            <p:nvPr/>
          </p:nvSpPr>
          <p:spPr>
            <a:xfrm>
              <a:off x="2777682" y="2655725"/>
              <a:ext cx="51967" cy="94222"/>
            </a:xfrm>
            <a:custGeom>
              <a:rect b="b" l="l" r="r" t="t"/>
              <a:pathLst>
                <a:path extrusionOk="0" h="3599" w="1985">
                  <a:moveTo>
                    <a:pt x="992" y="0"/>
                  </a:moveTo>
                  <a:cubicBezTo>
                    <a:pt x="874" y="0"/>
                    <a:pt x="757" y="34"/>
                    <a:pt x="653" y="101"/>
                  </a:cubicBezTo>
                  <a:lnTo>
                    <a:pt x="269" y="360"/>
                  </a:lnTo>
                  <a:cubicBezTo>
                    <a:pt x="101" y="471"/>
                    <a:pt x="0" y="658"/>
                    <a:pt x="0" y="860"/>
                  </a:cubicBezTo>
                  <a:lnTo>
                    <a:pt x="0" y="3598"/>
                  </a:lnTo>
                  <a:lnTo>
                    <a:pt x="1984" y="3598"/>
                  </a:lnTo>
                  <a:lnTo>
                    <a:pt x="1984" y="865"/>
                  </a:lnTo>
                  <a:cubicBezTo>
                    <a:pt x="1979" y="663"/>
                    <a:pt x="1883" y="476"/>
                    <a:pt x="1715" y="365"/>
                  </a:cubicBezTo>
                  <a:lnTo>
                    <a:pt x="1326" y="101"/>
                  </a:lnTo>
                  <a:cubicBezTo>
                    <a:pt x="1225" y="34"/>
                    <a:pt x="1109" y="0"/>
                    <a:pt x="9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0"/>
            <p:cNvSpPr/>
            <p:nvPr/>
          </p:nvSpPr>
          <p:spPr>
            <a:xfrm>
              <a:off x="2797657" y="2655672"/>
              <a:ext cx="31992" cy="94274"/>
            </a:xfrm>
            <a:custGeom>
              <a:rect b="b" l="l" r="r" t="t"/>
              <a:pathLst>
                <a:path extrusionOk="0" h="3601" w="1222">
                  <a:moveTo>
                    <a:pt x="228" y="1"/>
                  </a:moveTo>
                  <a:cubicBezTo>
                    <a:pt x="152" y="1"/>
                    <a:pt x="74" y="15"/>
                    <a:pt x="1" y="45"/>
                  </a:cubicBezTo>
                  <a:cubicBezTo>
                    <a:pt x="39" y="60"/>
                    <a:pt x="78" y="79"/>
                    <a:pt x="111" y="103"/>
                  </a:cubicBezTo>
                  <a:lnTo>
                    <a:pt x="505" y="367"/>
                  </a:lnTo>
                  <a:cubicBezTo>
                    <a:pt x="669" y="478"/>
                    <a:pt x="770" y="665"/>
                    <a:pt x="770" y="867"/>
                  </a:cubicBezTo>
                  <a:lnTo>
                    <a:pt x="770" y="3600"/>
                  </a:lnTo>
                  <a:lnTo>
                    <a:pt x="1221" y="3600"/>
                  </a:lnTo>
                  <a:lnTo>
                    <a:pt x="1221" y="867"/>
                  </a:lnTo>
                  <a:cubicBezTo>
                    <a:pt x="1221" y="665"/>
                    <a:pt x="1120" y="478"/>
                    <a:pt x="957" y="367"/>
                  </a:cubicBezTo>
                  <a:lnTo>
                    <a:pt x="563" y="103"/>
                  </a:lnTo>
                  <a:cubicBezTo>
                    <a:pt x="464" y="36"/>
                    <a:pt x="347" y="1"/>
                    <a:pt x="228"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0"/>
            <p:cNvSpPr/>
            <p:nvPr/>
          </p:nvSpPr>
          <p:spPr>
            <a:xfrm>
              <a:off x="2707755" y="2554984"/>
              <a:ext cx="47176" cy="31468"/>
            </a:xfrm>
            <a:custGeom>
              <a:rect b="b" l="l" r="r" t="t"/>
              <a:pathLst>
                <a:path extrusionOk="0" h="1202" w="1802">
                  <a:moveTo>
                    <a:pt x="0" y="0"/>
                  </a:moveTo>
                  <a:lnTo>
                    <a:pt x="0"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0"/>
            <p:cNvSpPr/>
            <p:nvPr/>
          </p:nvSpPr>
          <p:spPr>
            <a:xfrm>
              <a:off x="2734537" y="2554984"/>
              <a:ext cx="20394" cy="31468"/>
            </a:xfrm>
            <a:custGeom>
              <a:rect b="b" l="l" r="r" t="t"/>
              <a:pathLst>
                <a:path extrusionOk="0" h="1202" w="779">
                  <a:moveTo>
                    <a:pt x="298" y="0"/>
                  </a:moveTo>
                  <a:lnTo>
                    <a:pt x="298" y="903"/>
                  </a:lnTo>
                  <a:lnTo>
                    <a:pt x="0" y="1201"/>
                  </a:lnTo>
                  <a:lnTo>
                    <a:pt x="481" y="1201"/>
                  </a:lnTo>
                  <a:lnTo>
                    <a:pt x="779" y="903"/>
                  </a:lnTo>
                  <a:lnTo>
                    <a:pt x="779"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0"/>
            <p:cNvSpPr/>
            <p:nvPr/>
          </p:nvSpPr>
          <p:spPr>
            <a:xfrm>
              <a:off x="2707755" y="2718478"/>
              <a:ext cx="47176" cy="31468"/>
            </a:xfrm>
            <a:custGeom>
              <a:rect b="b" l="l" r="r" t="t"/>
              <a:pathLst>
                <a:path extrusionOk="0" h="1202" w="1802">
                  <a:moveTo>
                    <a:pt x="298" y="0"/>
                  </a:moveTo>
                  <a:lnTo>
                    <a:pt x="0" y="303"/>
                  </a:lnTo>
                  <a:lnTo>
                    <a:pt x="0" y="1201"/>
                  </a:lnTo>
                  <a:lnTo>
                    <a:pt x="1802" y="1201"/>
                  </a:lnTo>
                  <a:lnTo>
                    <a:pt x="1802" y="303"/>
                  </a:lnTo>
                  <a:lnTo>
                    <a:pt x="14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0"/>
            <p:cNvSpPr/>
            <p:nvPr/>
          </p:nvSpPr>
          <p:spPr>
            <a:xfrm>
              <a:off x="2734537" y="2718478"/>
              <a:ext cx="20394" cy="31468"/>
            </a:xfrm>
            <a:custGeom>
              <a:rect b="b" l="l" r="r" t="t"/>
              <a:pathLst>
                <a:path extrusionOk="0" h="1202" w="779">
                  <a:moveTo>
                    <a:pt x="0" y="0"/>
                  </a:moveTo>
                  <a:lnTo>
                    <a:pt x="298" y="303"/>
                  </a:lnTo>
                  <a:lnTo>
                    <a:pt x="298" y="1201"/>
                  </a:lnTo>
                  <a:lnTo>
                    <a:pt x="779" y="1201"/>
                  </a:lnTo>
                  <a:lnTo>
                    <a:pt x="779" y="303"/>
                  </a:lnTo>
                  <a:lnTo>
                    <a:pt x="481"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0"/>
            <p:cNvSpPr/>
            <p:nvPr/>
          </p:nvSpPr>
          <p:spPr>
            <a:xfrm>
              <a:off x="2715531" y="2586426"/>
              <a:ext cx="31468" cy="132078"/>
            </a:xfrm>
            <a:custGeom>
              <a:rect b="b" l="l" r="r" t="t"/>
              <a:pathLst>
                <a:path extrusionOk="0" h="5045" w="1202">
                  <a:moveTo>
                    <a:pt x="1" y="0"/>
                  </a:moveTo>
                  <a:lnTo>
                    <a:pt x="1" y="5044"/>
                  </a:lnTo>
                  <a:lnTo>
                    <a:pt x="1202" y="5044"/>
                  </a:lnTo>
                  <a:lnTo>
                    <a:pt x="1202"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0"/>
            <p:cNvSpPr/>
            <p:nvPr/>
          </p:nvSpPr>
          <p:spPr>
            <a:xfrm>
              <a:off x="2852374" y="2554984"/>
              <a:ext cx="47203" cy="31468"/>
            </a:xfrm>
            <a:custGeom>
              <a:rect b="b" l="l" r="r" t="t"/>
              <a:pathLst>
                <a:path extrusionOk="0" h="1202" w="1803">
                  <a:moveTo>
                    <a:pt x="1" y="0"/>
                  </a:moveTo>
                  <a:lnTo>
                    <a:pt x="1"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0"/>
            <p:cNvSpPr/>
            <p:nvPr/>
          </p:nvSpPr>
          <p:spPr>
            <a:xfrm>
              <a:off x="2852374" y="2718478"/>
              <a:ext cx="47203" cy="31468"/>
            </a:xfrm>
            <a:custGeom>
              <a:rect b="b" l="l" r="r" t="t"/>
              <a:pathLst>
                <a:path extrusionOk="0" h="1202" w="1803">
                  <a:moveTo>
                    <a:pt x="303" y="0"/>
                  </a:moveTo>
                  <a:lnTo>
                    <a:pt x="1" y="303"/>
                  </a:lnTo>
                  <a:lnTo>
                    <a:pt x="1" y="1201"/>
                  </a:lnTo>
                  <a:lnTo>
                    <a:pt x="1802" y="1201"/>
                  </a:lnTo>
                  <a:lnTo>
                    <a:pt x="1802" y="303"/>
                  </a:lnTo>
                  <a:lnTo>
                    <a:pt x="15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0"/>
            <p:cNvSpPr/>
            <p:nvPr/>
          </p:nvSpPr>
          <p:spPr>
            <a:xfrm>
              <a:off x="2879182" y="2554984"/>
              <a:ext cx="20394" cy="31468"/>
            </a:xfrm>
            <a:custGeom>
              <a:rect b="b" l="l" r="r" t="t"/>
              <a:pathLst>
                <a:path extrusionOk="0" h="1202" w="779">
                  <a:moveTo>
                    <a:pt x="298" y="0"/>
                  </a:moveTo>
                  <a:lnTo>
                    <a:pt x="298" y="903"/>
                  </a:lnTo>
                  <a:lnTo>
                    <a:pt x="0" y="1201"/>
                  </a:lnTo>
                  <a:lnTo>
                    <a:pt x="480" y="1201"/>
                  </a:lnTo>
                  <a:lnTo>
                    <a:pt x="778" y="903"/>
                  </a:lnTo>
                  <a:lnTo>
                    <a:pt x="778"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0"/>
            <p:cNvSpPr/>
            <p:nvPr/>
          </p:nvSpPr>
          <p:spPr>
            <a:xfrm>
              <a:off x="2879182" y="2718478"/>
              <a:ext cx="20394" cy="31468"/>
            </a:xfrm>
            <a:custGeom>
              <a:rect b="b" l="l" r="r" t="t"/>
              <a:pathLst>
                <a:path extrusionOk="0" h="1202" w="779">
                  <a:moveTo>
                    <a:pt x="0" y="0"/>
                  </a:moveTo>
                  <a:lnTo>
                    <a:pt x="298" y="303"/>
                  </a:lnTo>
                  <a:lnTo>
                    <a:pt x="298" y="1201"/>
                  </a:lnTo>
                  <a:lnTo>
                    <a:pt x="778" y="1201"/>
                  </a:lnTo>
                  <a:lnTo>
                    <a:pt x="778" y="303"/>
                  </a:lnTo>
                  <a:lnTo>
                    <a:pt x="48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0"/>
            <p:cNvSpPr/>
            <p:nvPr/>
          </p:nvSpPr>
          <p:spPr>
            <a:xfrm>
              <a:off x="2860306" y="2586426"/>
              <a:ext cx="31468" cy="132078"/>
            </a:xfrm>
            <a:custGeom>
              <a:rect b="b" l="l" r="r" t="t"/>
              <a:pathLst>
                <a:path extrusionOk="0" h="5045" w="1202">
                  <a:moveTo>
                    <a:pt x="0" y="0"/>
                  </a:moveTo>
                  <a:lnTo>
                    <a:pt x="0" y="5044"/>
                  </a:lnTo>
                  <a:lnTo>
                    <a:pt x="1201" y="5044"/>
                  </a:lnTo>
                  <a:lnTo>
                    <a:pt x="1201"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0"/>
            <p:cNvSpPr/>
            <p:nvPr/>
          </p:nvSpPr>
          <p:spPr>
            <a:xfrm>
              <a:off x="2699064" y="2445185"/>
              <a:ext cx="209178" cy="81525"/>
            </a:xfrm>
            <a:custGeom>
              <a:rect b="b" l="l" r="r" t="t"/>
              <a:pathLst>
                <a:path extrusionOk="0" h="3114" w="7990">
                  <a:moveTo>
                    <a:pt x="3998" y="0"/>
                  </a:moveTo>
                  <a:lnTo>
                    <a:pt x="1" y="3113"/>
                  </a:lnTo>
                  <a:lnTo>
                    <a:pt x="7990" y="3113"/>
                  </a:lnTo>
                  <a:lnTo>
                    <a:pt x="3998"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0"/>
            <p:cNvSpPr/>
            <p:nvPr/>
          </p:nvSpPr>
          <p:spPr>
            <a:xfrm>
              <a:off x="2699064" y="2445185"/>
              <a:ext cx="209178" cy="81525"/>
            </a:xfrm>
            <a:custGeom>
              <a:rect b="b" l="l" r="r" t="t"/>
              <a:pathLst>
                <a:path extrusionOk="0" h="3114" w="7990">
                  <a:moveTo>
                    <a:pt x="3998" y="0"/>
                  </a:moveTo>
                  <a:lnTo>
                    <a:pt x="3656" y="260"/>
                  </a:lnTo>
                  <a:lnTo>
                    <a:pt x="6035" y="2124"/>
                  </a:lnTo>
                  <a:cubicBezTo>
                    <a:pt x="6264" y="2295"/>
                    <a:pt x="6142" y="2662"/>
                    <a:pt x="5853" y="2662"/>
                  </a:cubicBezTo>
                  <a:cubicBezTo>
                    <a:pt x="5851" y="2662"/>
                    <a:pt x="5849" y="2662"/>
                    <a:pt x="5847" y="2662"/>
                  </a:cubicBezTo>
                  <a:lnTo>
                    <a:pt x="582" y="2662"/>
                  </a:lnTo>
                  <a:lnTo>
                    <a:pt x="1" y="3113"/>
                  </a:lnTo>
                  <a:lnTo>
                    <a:pt x="7990" y="3113"/>
                  </a:lnTo>
                  <a:lnTo>
                    <a:pt x="399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0"/>
            <p:cNvSpPr/>
            <p:nvPr/>
          </p:nvSpPr>
          <p:spPr>
            <a:xfrm>
              <a:off x="2684220" y="2526683"/>
              <a:ext cx="238997" cy="28327"/>
            </a:xfrm>
            <a:custGeom>
              <a:rect b="b" l="l" r="r" t="t"/>
              <a:pathLst>
                <a:path extrusionOk="0" h="1082" w="9129">
                  <a:moveTo>
                    <a:pt x="299" y="0"/>
                  </a:moveTo>
                  <a:cubicBezTo>
                    <a:pt x="130" y="0"/>
                    <a:pt x="1" y="135"/>
                    <a:pt x="1" y="303"/>
                  </a:cubicBez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0"/>
            <p:cNvSpPr/>
            <p:nvPr/>
          </p:nvSpPr>
          <p:spPr>
            <a:xfrm>
              <a:off x="2684220" y="2526683"/>
              <a:ext cx="238997" cy="28327"/>
            </a:xfrm>
            <a:custGeom>
              <a:rect b="b" l="l" r="r" t="t"/>
              <a:pathLst>
                <a:path extrusionOk="0" h="1082" w="9129">
                  <a:moveTo>
                    <a:pt x="8768" y="0"/>
                  </a:moveTo>
                  <a:lnTo>
                    <a:pt x="8768" y="423"/>
                  </a:lnTo>
                  <a:cubicBezTo>
                    <a:pt x="8768" y="586"/>
                    <a:pt x="8634" y="721"/>
                    <a:pt x="8465" y="721"/>
                  </a:cubicBezTo>
                  <a:lnTo>
                    <a:pt x="1" y="721"/>
                  </a:ln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0"/>
            <p:cNvSpPr/>
            <p:nvPr/>
          </p:nvSpPr>
          <p:spPr>
            <a:xfrm>
              <a:off x="2918400" y="2639860"/>
              <a:ext cx="42542" cy="60659"/>
            </a:xfrm>
            <a:custGeom>
              <a:rect b="b" l="l" r="r" t="t"/>
              <a:pathLst>
                <a:path extrusionOk="0" h="2317" w="1625">
                  <a:moveTo>
                    <a:pt x="813" y="1"/>
                  </a:moveTo>
                  <a:cubicBezTo>
                    <a:pt x="366" y="1"/>
                    <a:pt x="1" y="366"/>
                    <a:pt x="1" y="813"/>
                  </a:cubicBezTo>
                  <a:lnTo>
                    <a:pt x="1" y="2316"/>
                  </a:lnTo>
                  <a:lnTo>
                    <a:pt x="1625" y="2316"/>
                  </a:lnTo>
                  <a:lnTo>
                    <a:pt x="1625" y="813"/>
                  </a:lnTo>
                  <a:cubicBezTo>
                    <a:pt x="1625" y="366"/>
                    <a:pt x="1260"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0"/>
            <p:cNvSpPr/>
            <p:nvPr/>
          </p:nvSpPr>
          <p:spPr>
            <a:xfrm>
              <a:off x="2934500" y="2639860"/>
              <a:ext cx="26311" cy="60659"/>
            </a:xfrm>
            <a:custGeom>
              <a:rect b="b" l="l" r="r" t="t"/>
              <a:pathLst>
                <a:path extrusionOk="0" h="2317" w="1005">
                  <a:moveTo>
                    <a:pt x="198" y="1"/>
                  </a:moveTo>
                  <a:cubicBezTo>
                    <a:pt x="131" y="1"/>
                    <a:pt x="63" y="10"/>
                    <a:pt x="1" y="25"/>
                  </a:cubicBezTo>
                  <a:cubicBezTo>
                    <a:pt x="361" y="116"/>
                    <a:pt x="616" y="438"/>
                    <a:pt x="616" y="813"/>
                  </a:cubicBezTo>
                  <a:lnTo>
                    <a:pt x="616" y="2316"/>
                  </a:lnTo>
                  <a:lnTo>
                    <a:pt x="1005" y="2316"/>
                  </a:lnTo>
                  <a:lnTo>
                    <a:pt x="1005" y="813"/>
                  </a:lnTo>
                  <a:cubicBezTo>
                    <a:pt x="1005" y="366"/>
                    <a:pt x="645"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0"/>
            <p:cNvSpPr/>
            <p:nvPr/>
          </p:nvSpPr>
          <p:spPr>
            <a:xfrm>
              <a:off x="2773520" y="2580117"/>
              <a:ext cx="53355" cy="45736"/>
            </a:xfrm>
            <a:custGeom>
              <a:rect b="b" l="l" r="r" t="t"/>
              <a:pathLst>
                <a:path extrusionOk="0" h="1747" w="2038">
                  <a:moveTo>
                    <a:pt x="1168" y="1"/>
                  </a:moveTo>
                  <a:cubicBezTo>
                    <a:pt x="390" y="1"/>
                    <a:pt x="1" y="938"/>
                    <a:pt x="548" y="1490"/>
                  </a:cubicBezTo>
                  <a:cubicBezTo>
                    <a:pt x="727" y="1667"/>
                    <a:pt x="945" y="1746"/>
                    <a:pt x="1159" y="1746"/>
                  </a:cubicBezTo>
                  <a:cubicBezTo>
                    <a:pt x="1608" y="1746"/>
                    <a:pt x="2038" y="1398"/>
                    <a:pt x="2038" y="870"/>
                  </a:cubicBezTo>
                  <a:cubicBezTo>
                    <a:pt x="2038" y="390"/>
                    <a:pt x="1648" y="1"/>
                    <a:pt x="116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0"/>
            <p:cNvSpPr/>
            <p:nvPr/>
          </p:nvSpPr>
          <p:spPr>
            <a:xfrm>
              <a:off x="2784594" y="2583520"/>
              <a:ext cx="46051" cy="42281"/>
            </a:xfrm>
            <a:custGeom>
              <a:rect b="b" l="l" r="r" t="t"/>
              <a:pathLst>
                <a:path extrusionOk="0" h="1615" w="1759">
                  <a:moveTo>
                    <a:pt x="1197" y="1"/>
                  </a:moveTo>
                  <a:lnTo>
                    <a:pt x="1197" y="1"/>
                  </a:lnTo>
                  <a:cubicBezTo>
                    <a:pt x="1576" y="628"/>
                    <a:pt x="1071" y="1328"/>
                    <a:pt x="454" y="1328"/>
                  </a:cubicBezTo>
                  <a:cubicBezTo>
                    <a:pt x="305" y="1328"/>
                    <a:pt x="151" y="1288"/>
                    <a:pt x="0" y="1197"/>
                  </a:cubicBezTo>
                  <a:lnTo>
                    <a:pt x="0" y="1197"/>
                  </a:lnTo>
                  <a:cubicBezTo>
                    <a:pt x="167" y="1470"/>
                    <a:pt x="455" y="1615"/>
                    <a:pt x="746" y="1615"/>
                  </a:cubicBezTo>
                  <a:cubicBezTo>
                    <a:pt x="966" y="1615"/>
                    <a:pt x="1188" y="1532"/>
                    <a:pt x="1360" y="1360"/>
                  </a:cubicBezTo>
                  <a:cubicBezTo>
                    <a:pt x="1759" y="957"/>
                    <a:pt x="1677" y="289"/>
                    <a:pt x="119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0"/>
            <p:cNvSpPr/>
            <p:nvPr/>
          </p:nvSpPr>
          <p:spPr>
            <a:xfrm>
              <a:off x="2604109" y="2439295"/>
              <a:ext cx="399088" cy="373144"/>
            </a:xfrm>
            <a:custGeom>
              <a:rect b="b" l="l" r="r" t="t"/>
              <a:pathLst>
                <a:path extrusionOk="0" h="14253" w="15244">
                  <a:moveTo>
                    <a:pt x="11886" y="3564"/>
                  </a:moveTo>
                  <a:cubicBezTo>
                    <a:pt x="11924" y="3564"/>
                    <a:pt x="11958" y="3598"/>
                    <a:pt x="11958" y="3641"/>
                  </a:cubicBezTo>
                  <a:lnTo>
                    <a:pt x="11958" y="4121"/>
                  </a:lnTo>
                  <a:cubicBezTo>
                    <a:pt x="11958" y="4160"/>
                    <a:pt x="11924" y="4193"/>
                    <a:pt x="11886" y="4193"/>
                  </a:cubicBezTo>
                  <a:lnTo>
                    <a:pt x="3359" y="4193"/>
                  </a:lnTo>
                  <a:cubicBezTo>
                    <a:pt x="3315" y="4193"/>
                    <a:pt x="3282" y="4160"/>
                    <a:pt x="3282" y="4121"/>
                  </a:cubicBezTo>
                  <a:lnTo>
                    <a:pt x="3282" y="3641"/>
                  </a:lnTo>
                  <a:cubicBezTo>
                    <a:pt x="3282" y="3598"/>
                    <a:pt x="3315" y="3564"/>
                    <a:pt x="3359" y="3564"/>
                  </a:cubicBezTo>
                  <a:close/>
                  <a:moveTo>
                    <a:pt x="5535" y="4645"/>
                  </a:moveTo>
                  <a:lnTo>
                    <a:pt x="5535" y="5226"/>
                  </a:lnTo>
                  <a:lnTo>
                    <a:pt x="5367" y="5394"/>
                  </a:lnTo>
                  <a:lnTo>
                    <a:pt x="4353" y="5394"/>
                  </a:lnTo>
                  <a:lnTo>
                    <a:pt x="4185" y="5226"/>
                  </a:lnTo>
                  <a:lnTo>
                    <a:pt x="4185" y="4645"/>
                  </a:lnTo>
                  <a:close/>
                  <a:moveTo>
                    <a:pt x="11059" y="4645"/>
                  </a:moveTo>
                  <a:lnTo>
                    <a:pt x="11059" y="5226"/>
                  </a:lnTo>
                  <a:lnTo>
                    <a:pt x="10891" y="5394"/>
                  </a:lnTo>
                  <a:lnTo>
                    <a:pt x="9878" y="5394"/>
                  </a:lnTo>
                  <a:lnTo>
                    <a:pt x="9710" y="5226"/>
                  </a:lnTo>
                  <a:lnTo>
                    <a:pt x="9710" y="4645"/>
                  </a:lnTo>
                  <a:close/>
                  <a:moveTo>
                    <a:pt x="3733" y="4645"/>
                  </a:moveTo>
                  <a:lnTo>
                    <a:pt x="3733" y="5322"/>
                  </a:lnTo>
                  <a:cubicBezTo>
                    <a:pt x="3733" y="5380"/>
                    <a:pt x="3757" y="5438"/>
                    <a:pt x="3801" y="5481"/>
                  </a:cubicBezTo>
                  <a:lnTo>
                    <a:pt x="4031" y="5716"/>
                  </a:lnTo>
                  <a:lnTo>
                    <a:pt x="4031" y="6355"/>
                  </a:lnTo>
                  <a:lnTo>
                    <a:pt x="481" y="6355"/>
                  </a:lnTo>
                  <a:lnTo>
                    <a:pt x="644" y="4712"/>
                  </a:lnTo>
                  <a:cubicBezTo>
                    <a:pt x="644" y="4674"/>
                    <a:pt x="678" y="4645"/>
                    <a:pt x="716" y="4645"/>
                  </a:cubicBezTo>
                  <a:close/>
                  <a:moveTo>
                    <a:pt x="14523" y="4645"/>
                  </a:moveTo>
                  <a:cubicBezTo>
                    <a:pt x="14562" y="4645"/>
                    <a:pt x="14595" y="4674"/>
                    <a:pt x="14600" y="4712"/>
                  </a:cubicBezTo>
                  <a:lnTo>
                    <a:pt x="14759" y="6355"/>
                  </a:lnTo>
                  <a:lnTo>
                    <a:pt x="11208" y="6355"/>
                  </a:lnTo>
                  <a:lnTo>
                    <a:pt x="11208" y="5716"/>
                  </a:lnTo>
                  <a:lnTo>
                    <a:pt x="11444" y="5481"/>
                  </a:lnTo>
                  <a:cubicBezTo>
                    <a:pt x="11487" y="5438"/>
                    <a:pt x="11511" y="5380"/>
                    <a:pt x="11511" y="5322"/>
                  </a:cubicBezTo>
                  <a:lnTo>
                    <a:pt x="11511" y="4645"/>
                  </a:lnTo>
                  <a:close/>
                  <a:moveTo>
                    <a:pt x="5232" y="5846"/>
                  </a:moveTo>
                  <a:lnTo>
                    <a:pt x="5232" y="10439"/>
                  </a:lnTo>
                  <a:lnTo>
                    <a:pt x="4483" y="10439"/>
                  </a:lnTo>
                  <a:lnTo>
                    <a:pt x="4483" y="5846"/>
                  </a:lnTo>
                  <a:close/>
                  <a:moveTo>
                    <a:pt x="10757" y="5846"/>
                  </a:moveTo>
                  <a:lnTo>
                    <a:pt x="10757" y="10439"/>
                  </a:lnTo>
                  <a:lnTo>
                    <a:pt x="10007" y="10439"/>
                  </a:lnTo>
                  <a:lnTo>
                    <a:pt x="10007" y="5846"/>
                  </a:lnTo>
                  <a:close/>
                  <a:moveTo>
                    <a:pt x="5371" y="10890"/>
                  </a:moveTo>
                  <a:lnTo>
                    <a:pt x="5540" y="11058"/>
                  </a:lnTo>
                  <a:lnTo>
                    <a:pt x="5540" y="11640"/>
                  </a:lnTo>
                  <a:lnTo>
                    <a:pt x="4185" y="11640"/>
                  </a:lnTo>
                  <a:lnTo>
                    <a:pt x="4185" y="11058"/>
                  </a:lnTo>
                  <a:lnTo>
                    <a:pt x="4353" y="10890"/>
                  </a:lnTo>
                  <a:close/>
                  <a:moveTo>
                    <a:pt x="7622" y="8491"/>
                  </a:moveTo>
                  <a:cubicBezTo>
                    <a:pt x="7695" y="8491"/>
                    <a:pt x="7769" y="8512"/>
                    <a:pt x="7831" y="8555"/>
                  </a:cubicBezTo>
                  <a:lnTo>
                    <a:pt x="8225" y="8820"/>
                  </a:lnTo>
                  <a:cubicBezTo>
                    <a:pt x="8326" y="8887"/>
                    <a:pt x="8388" y="9002"/>
                    <a:pt x="8388" y="9127"/>
                  </a:cubicBezTo>
                  <a:lnTo>
                    <a:pt x="8388" y="11640"/>
                  </a:lnTo>
                  <a:lnTo>
                    <a:pt x="6856" y="11640"/>
                  </a:lnTo>
                  <a:lnTo>
                    <a:pt x="6856" y="9127"/>
                  </a:lnTo>
                  <a:cubicBezTo>
                    <a:pt x="6856" y="8997"/>
                    <a:pt x="6918" y="8882"/>
                    <a:pt x="7024" y="8815"/>
                  </a:cubicBezTo>
                  <a:lnTo>
                    <a:pt x="7413" y="8555"/>
                  </a:lnTo>
                  <a:cubicBezTo>
                    <a:pt x="7476" y="8512"/>
                    <a:pt x="7549" y="8491"/>
                    <a:pt x="7622" y="8491"/>
                  </a:cubicBezTo>
                  <a:close/>
                  <a:moveTo>
                    <a:pt x="10896" y="10890"/>
                  </a:moveTo>
                  <a:lnTo>
                    <a:pt x="11064" y="11058"/>
                  </a:lnTo>
                  <a:lnTo>
                    <a:pt x="11064" y="11640"/>
                  </a:lnTo>
                  <a:lnTo>
                    <a:pt x="9710" y="11640"/>
                  </a:lnTo>
                  <a:lnTo>
                    <a:pt x="9710" y="11058"/>
                  </a:lnTo>
                  <a:lnTo>
                    <a:pt x="9878" y="10890"/>
                  </a:lnTo>
                  <a:close/>
                  <a:moveTo>
                    <a:pt x="9258" y="4645"/>
                  </a:moveTo>
                  <a:lnTo>
                    <a:pt x="9258" y="5322"/>
                  </a:lnTo>
                  <a:cubicBezTo>
                    <a:pt x="9258" y="5380"/>
                    <a:pt x="9282" y="5438"/>
                    <a:pt x="9325" y="5481"/>
                  </a:cubicBezTo>
                  <a:lnTo>
                    <a:pt x="9561" y="5716"/>
                  </a:lnTo>
                  <a:lnTo>
                    <a:pt x="9561" y="10573"/>
                  </a:lnTo>
                  <a:lnTo>
                    <a:pt x="9325" y="10804"/>
                  </a:lnTo>
                  <a:cubicBezTo>
                    <a:pt x="9282" y="10847"/>
                    <a:pt x="9258" y="10905"/>
                    <a:pt x="9258" y="10967"/>
                  </a:cubicBezTo>
                  <a:lnTo>
                    <a:pt x="9258" y="11640"/>
                  </a:lnTo>
                  <a:lnTo>
                    <a:pt x="8835" y="11640"/>
                  </a:lnTo>
                  <a:lnTo>
                    <a:pt x="8835" y="9132"/>
                  </a:lnTo>
                  <a:cubicBezTo>
                    <a:pt x="8835" y="8858"/>
                    <a:pt x="8701" y="8599"/>
                    <a:pt x="8475" y="8445"/>
                  </a:cubicBezTo>
                  <a:lnTo>
                    <a:pt x="8081" y="8181"/>
                  </a:lnTo>
                  <a:cubicBezTo>
                    <a:pt x="7942" y="8087"/>
                    <a:pt x="7781" y="8040"/>
                    <a:pt x="7620" y="8040"/>
                  </a:cubicBezTo>
                  <a:cubicBezTo>
                    <a:pt x="7460" y="8040"/>
                    <a:pt x="7300" y="8087"/>
                    <a:pt x="7163" y="8181"/>
                  </a:cubicBezTo>
                  <a:lnTo>
                    <a:pt x="6774" y="8440"/>
                  </a:lnTo>
                  <a:cubicBezTo>
                    <a:pt x="6544" y="8594"/>
                    <a:pt x="6404" y="8853"/>
                    <a:pt x="6404" y="9127"/>
                  </a:cubicBezTo>
                  <a:lnTo>
                    <a:pt x="6404" y="11644"/>
                  </a:lnTo>
                  <a:lnTo>
                    <a:pt x="5986" y="11644"/>
                  </a:lnTo>
                  <a:lnTo>
                    <a:pt x="5986" y="10967"/>
                  </a:lnTo>
                  <a:cubicBezTo>
                    <a:pt x="5986" y="10905"/>
                    <a:pt x="5962" y="10847"/>
                    <a:pt x="5919" y="10809"/>
                  </a:cubicBezTo>
                  <a:lnTo>
                    <a:pt x="5684" y="10573"/>
                  </a:lnTo>
                  <a:lnTo>
                    <a:pt x="5684" y="5716"/>
                  </a:lnTo>
                  <a:lnTo>
                    <a:pt x="5919" y="5481"/>
                  </a:lnTo>
                  <a:cubicBezTo>
                    <a:pt x="5962" y="5438"/>
                    <a:pt x="5986" y="5380"/>
                    <a:pt x="5986" y="5322"/>
                  </a:cubicBezTo>
                  <a:lnTo>
                    <a:pt x="5986" y="4645"/>
                  </a:lnTo>
                  <a:close/>
                  <a:moveTo>
                    <a:pt x="11660" y="12091"/>
                  </a:moveTo>
                  <a:lnTo>
                    <a:pt x="11660" y="12720"/>
                  </a:lnTo>
                  <a:lnTo>
                    <a:pt x="3584" y="12720"/>
                  </a:lnTo>
                  <a:lnTo>
                    <a:pt x="3584" y="12091"/>
                  </a:lnTo>
                  <a:close/>
                  <a:moveTo>
                    <a:pt x="2532" y="13172"/>
                  </a:moveTo>
                  <a:lnTo>
                    <a:pt x="2532" y="13801"/>
                  </a:lnTo>
                  <a:lnTo>
                    <a:pt x="822" y="13801"/>
                  </a:lnTo>
                  <a:lnTo>
                    <a:pt x="822" y="13172"/>
                  </a:lnTo>
                  <a:close/>
                  <a:moveTo>
                    <a:pt x="12261" y="13172"/>
                  </a:moveTo>
                  <a:lnTo>
                    <a:pt x="12261" y="13801"/>
                  </a:lnTo>
                  <a:lnTo>
                    <a:pt x="2984" y="13801"/>
                  </a:lnTo>
                  <a:lnTo>
                    <a:pt x="2984" y="13172"/>
                  </a:lnTo>
                  <a:close/>
                  <a:moveTo>
                    <a:pt x="14422" y="13172"/>
                  </a:moveTo>
                  <a:lnTo>
                    <a:pt x="14422" y="13801"/>
                  </a:lnTo>
                  <a:lnTo>
                    <a:pt x="12712" y="13801"/>
                  </a:lnTo>
                  <a:lnTo>
                    <a:pt x="12712" y="13172"/>
                  </a:lnTo>
                  <a:close/>
                  <a:moveTo>
                    <a:pt x="7622" y="1"/>
                  </a:moveTo>
                  <a:cubicBezTo>
                    <a:pt x="7574" y="1"/>
                    <a:pt x="7526" y="16"/>
                    <a:pt x="7485" y="48"/>
                  </a:cubicBezTo>
                  <a:lnTo>
                    <a:pt x="6058" y="1157"/>
                  </a:lnTo>
                  <a:cubicBezTo>
                    <a:pt x="5879" y="1309"/>
                    <a:pt x="6019" y="1558"/>
                    <a:pt x="6203" y="1558"/>
                  </a:cubicBezTo>
                  <a:cubicBezTo>
                    <a:pt x="6247" y="1558"/>
                    <a:pt x="6292" y="1545"/>
                    <a:pt x="6337" y="1513"/>
                  </a:cubicBezTo>
                  <a:lnTo>
                    <a:pt x="7625" y="513"/>
                  </a:lnTo>
                  <a:lnTo>
                    <a:pt x="10959" y="3117"/>
                  </a:lnTo>
                  <a:lnTo>
                    <a:pt x="4286" y="3117"/>
                  </a:lnTo>
                  <a:lnTo>
                    <a:pt x="5516" y="2156"/>
                  </a:lnTo>
                  <a:cubicBezTo>
                    <a:pt x="5704" y="2006"/>
                    <a:pt x="5566" y="1748"/>
                    <a:pt x="5380" y="1748"/>
                  </a:cubicBezTo>
                  <a:cubicBezTo>
                    <a:pt x="5334" y="1748"/>
                    <a:pt x="5285" y="1764"/>
                    <a:pt x="5237" y="1801"/>
                  </a:cubicBezTo>
                  <a:lnTo>
                    <a:pt x="3551" y="3112"/>
                  </a:lnTo>
                  <a:lnTo>
                    <a:pt x="3359" y="3112"/>
                  </a:lnTo>
                  <a:cubicBezTo>
                    <a:pt x="3070" y="3112"/>
                    <a:pt x="2835" y="3348"/>
                    <a:pt x="2835" y="3641"/>
                  </a:cubicBezTo>
                  <a:lnTo>
                    <a:pt x="2835" y="4121"/>
                  </a:lnTo>
                  <a:cubicBezTo>
                    <a:pt x="2835" y="4145"/>
                    <a:pt x="2835" y="4169"/>
                    <a:pt x="2840" y="4193"/>
                  </a:cubicBezTo>
                  <a:lnTo>
                    <a:pt x="721" y="4193"/>
                  </a:lnTo>
                  <a:cubicBezTo>
                    <a:pt x="447" y="4193"/>
                    <a:pt x="222" y="4400"/>
                    <a:pt x="198" y="4669"/>
                  </a:cubicBezTo>
                  <a:lnTo>
                    <a:pt x="10" y="6562"/>
                  </a:lnTo>
                  <a:cubicBezTo>
                    <a:pt x="1" y="6691"/>
                    <a:pt x="101" y="6807"/>
                    <a:pt x="236" y="6807"/>
                  </a:cubicBezTo>
                  <a:lnTo>
                    <a:pt x="370" y="6807"/>
                  </a:lnTo>
                  <a:lnTo>
                    <a:pt x="370" y="7921"/>
                  </a:lnTo>
                  <a:cubicBezTo>
                    <a:pt x="370" y="8073"/>
                    <a:pt x="483" y="8148"/>
                    <a:pt x="596" y="8148"/>
                  </a:cubicBezTo>
                  <a:cubicBezTo>
                    <a:pt x="709" y="8148"/>
                    <a:pt x="822" y="8073"/>
                    <a:pt x="822" y="7921"/>
                  </a:cubicBezTo>
                  <a:lnTo>
                    <a:pt x="822" y="6807"/>
                  </a:lnTo>
                  <a:lnTo>
                    <a:pt x="4036" y="6807"/>
                  </a:lnTo>
                  <a:lnTo>
                    <a:pt x="4036" y="10573"/>
                  </a:lnTo>
                  <a:lnTo>
                    <a:pt x="3801" y="10809"/>
                  </a:lnTo>
                  <a:cubicBezTo>
                    <a:pt x="3757" y="10847"/>
                    <a:pt x="3733" y="10905"/>
                    <a:pt x="3733" y="10967"/>
                  </a:cubicBezTo>
                  <a:lnTo>
                    <a:pt x="3733" y="11640"/>
                  </a:lnTo>
                  <a:lnTo>
                    <a:pt x="3359" y="11640"/>
                  </a:lnTo>
                  <a:cubicBezTo>
                    <a:pt x="3234" y="11640"/>
                    <a:pt x="3133" y="11740"/>
                    <a:pt x="3133" y="11865"/>
                  </a:cubicBezTo>
                  <a:lnTo>
                    <a:pt x="3133" y="12720"/>
                  </a:lnTo>
                  <a:lnTo>
                    <a:pt x="822" y="12720"/>
                  </a:lnTo>
                  <a:lnTo>
                    <a:pt x="822" y="8973"/>
                  </a:lnTo>
                  <a:cubicBezTo>
                    <a:pt x="822" y="8824"/>
                    <a:pt x="709" y="8750"/>
                    <a:pt x="596" y="8750"/>
                  </a:cubicBezTo>
                  <a:cubicBezTo>
                    <a:pt x="483" y="8750"/>
                    <a:pt x="370" y="8824"/>
                    <a:pt x="370" y="8973"/>
                  </a:cubicBezTo>
                  <a:lnTo>
                    <a:pt x="370" y="14027"/>
                  </a:lnTo>
                  <a:cubicBezTo>
                    <a:pt x="370" y="14152"/>
                    <a:pt x="471" y="14253"/>
                    <a:pt x="596" y="14253"/>
                  </a:cubicBezTo>
                  <a:lnTo>
                    <a:pt x="14648" y="14253"/>
                  </a:lnTo>
                  <a:cubicBezTo>
                    <a:pt x="14773" y="14253"/>
                    <a:pt x="14874" y="14152"/>
                    <a:pt x="14874" y="14027"/>
                  </a:cubicBezTo>
                  <a:lnTo>
                    <a:pt x="14874" y="11375"/>
                  </a:lnTo>
                  <a:cubicBezTo>
                    <a:pt x="14874" y="11226"/>
                    <a:pt x="14761" y="11152"/>
                    <a:pt x="14648" y="11152"/>
                  </a:cubicBezTo>
                  <a:cubicBezTo>
                    <a:pt x="14535" y="11152"/>
                    <a:pt x="14422" y="11226"/>
                    <a:pt x="14422" y="11375"/>
                  </a:cubicBezTo>
                  <a:lnTo>
                    <a:pt x="14422" y="12720"/>
                  </a:lnTo>
                  <a:lnTo>
                    <a:pt x="12112" y="12720"/>
                  </a:lnTo>
                  <a:lnTo>
                    <a:pt x="12112" y="11865"/>
                  </a:lnTo>
                  <a:cubicBezTo>
                    <a:pt x="12112" y="11740"/>
                    <a:pt x="12011" y="11640"/>
                    <a:pt x="11886" y="11640"/>
                  </a:cubicBezTo>
                  <a:lnTo>
                    <a:pt x="11511" y="11640"/>
                  </a:lnTo>
                  <a:lnTo>
                    <a:pt x="11511" y="10967"/>
                  </a:lnTo>
                  <a:cubicBezTo>
                    <a:pt x="11511" y="10905"/>
                    <a:pt x="11487" y="10847"/>
                    <a:pt x="11444" y="10809"/>
                  </a:cubicBezTo>
                  <a:lnTo>
                    <a:pt x="11208" y="10573"/>
                  </a:lnTo>
                  <a:lnTo>
                    <a:pt x="11208" y="6807"/>
                  </a:lnTo>
                  <a:lnTo>
                    <a:pt x="14422" y="6807"/>
                  </a:lnTo>
                  <a:lnTo>
                    <a:pt x="14422" y="10328"/>
                  </a:lnTo>
                  <a:cubicBezTo>
                    <a:pt x="14422" y="10477"/>
                    <a:pt x="14535" y="10551"/>
                    <a:pt x="14648" y="10551"/>
                  </a:cubicBezTo>
                  <a:cubicBezTo>
                    <a:pt x="14761" y="10551"/>
                    <a:pt x="14874" y="10477"/>
                    <a:pt x="14874" y="10328"/>
                  </a:cubicBezTo>
                  <a:lnTo>
                    <a:pt x="14874" y="6807"/>
                  </a:lnTo>
                  <a:lnTo>
                    <a:pt x="15008" y="6807"/>
                  </a:lnTo>
                  <a:cubicBezTo>
                    <a:pt x="15143" y="6807"/>
                    <a:pt x="15244" y="6691"/>
                    <a:pt x="15234" y="6562"/>
                  </a:cubicBezTo>
                  <a:lnTo>
                    <a:pt x="15047" y="4669"/>
                  </a:lnTo>
                  <a:cubicBezTo>
                    <a:pt x="15023" y="4400"/>
                    <a:pt x="14797" y="4193"/>
                    <a:pt x="14528" y="4193"/>
                  </a:cubicBezTo>
                  <a:lnTo>
                    <a:pt x="12405" y="4193"/>
                  </a:lnTo>
                  <a:cubicBezTo>
                    <a:pt x="12409" y="4169"/>
                    <a:pt x="12409" y="4145"/>
                    <a:pt x="12409" y="4121"/>
                  </a:cubicBezTo>
                  <a:lnTo>
                    <a:pt x="12409" y="3641"/>
                  </a:lnTo>
                  <a:cubicBezTo>
                    <a:pt x="12409" y="3348"/>
                    <a:pt x="12174" y="3112"/>
                    <a:pt x="11886" y="3112"/>
                  </a:cubicBezTo>
                  <a:lnTo>
                    <a:pt x="11694" y="3112"/>
                  </a:lnTo>
                  <a:lnTo>
                    <a:pt x="7759" y="48"/>
                  </a:lnTo>
                  <a:cubicBezTo>
                    <a:pt x="7718" y="16"/>
                    <a:pt x="7670" y="1"/>
                    <a:pt x="76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0"/>
            <p:cNvSpPr/>
            <p:nvPr/>
          </p:nvSpPr>
          <p:spPr>
            <a:xfrm>
              <a:off x="2912509" y="2633969"/>
              <a:ext cx="54219" cy="72335"/>
            </a:xfrm>
            <a:custGeom>
              <a:rect b="b" l="l" r="r" t="t"/>
              <a:pathLst>
                <a:path extrusionOk="0" h="2763" w="2071">
                  <a:moveTo>
                    <a:pt x="1038" y="452"/>
                  </a:moveTo>
                  <a:cubicBezTo>
                    <a:pt x="1360" y="452"/>
                    <a:pt x="1624" y="716"/>
                    <a:pt x="1624" y="1038"/>
                  </a:cubicBezTo>
                  <a:lnTo>
                    <a:pt x="1624" y="2316"/>
                  </a:lnTo>
                  <a:lnTo>
                    <a:pt x="452" y="2316"/>
                  </a:lnTo>
                  <a:lnTo>
                    <a:pt x="452" y="1038"/>
                  </a:lnTo>
                  <a:cubicBezTo>
                    <a:pt x="452" y="716"/>
                    <a:pt x="711" y="452"/>
                    <a:pt x="1038" y="452"/>
                  </a:cubicBezTo>
                  <a:close/>
                  <a:moveTo>
                    <a:pt x="1038" y="0"/>
                  </a:moveTo>
                  <a:cubicBezTo>
                    <a:pt x="466" y="0"/>
                    <a:pt x="0" y="466"/>
                    <a:pt x="0" y="1038"/>
                  </a:cubicBezTo>
                  <a:lnTo>
                    <a:pt x="0" y="2541"/>
                  </a:lnTo>
                  <a:cubicBezTo>
                    <a:pt x="0" y="2662"/>
                    <a:pt x="101" y="2762"/>
                    <a:pt x="226" y="2762"/>
                  </a:cubicBezTo>
                  <a:lnTo>
                    <a:pt x="1850" y="2762"/>
                  </a:lnTo>
                  <a:cubicBezTo>
                    <a:pt x="1970" y="2762"/>
                    <a:pt x="2071" y="2662"/>
                    <a:pt x="2071" y="2541"/>
                  </a:cubicBezTo>
                  <a:lnTo>
                    <a:pt x="2071" y="1038"/>
                  </a:lnTo>
                  <a:cubicBezTo>
                    <a:pt x="2071" y="466"/>
                    <a:pt x="1609" y="0"/>
                    <a:pt x="1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0"/>
            <p:cNvSpPr/>
            <p:nvPr/>
          </p:nvSpPr>
          <p:spPr>
            <a:xfrm>
              <a:off x="2765587" y="2574226"/>
              <a:ext cx="67204" cy="57491"/>
            </a:xfrm>
            <a:custGeom>
              <a:rect b="b" l="l" r="r" t="t"/>
              <a:pathLst>
                <a:path extrusionOk="0" h="2196" w="2567">
                  <a:moveTo>
                    <a:pt x="1463" y="451"/>
                  </a:moveTo>
                  <a:cubicBezTo>
                    <a:pt x="1795" y="451"/>
                    <a:pt x="2115" y="708"/>
                    <a:pt x="2115" y="1095"/>
                  </a:cubicBezTo>
                  <a:cubicBezTo>
                    <a:pt x="2115" y="1456"/>
                    <a:pt x="1826" y="1744"/>
                    <a:pt x="1471" y="1744"/>
                  </a:cubicBezTo>
                  <a:cubicBezTo>
                    <a:pt x="895" y="1744"/>
                    <a:pt x="606" y="1047"/>
                    <a:pt x="1015" y="639"/>
                  </a:cubicBezTo>
                  <a:cubicBezTo>
                    <a:pt x="1145" y="509"/>
                    <a:pt x="1305" y="451"/>
                    <a:pt x="1463" y="451"/>
                  </a:cubicBezTo>
                  <a:close/>
                  <a:moveTo>
                    <a:pt x="1471" y="0"/>
                  </a:moveTo>
                  <a:cubicBezTo>
                    <a:pt x="491" y="0"/>
                    <a:pt x="1" y="1182"/>
                    <a:pt x="693" y="1874"/>
                  </a:cubicBezTo>
                  <a:cubicBezTo>
                    <a:pt x="916" y="2096"/>
                    <a:pt x="1191" y="2195"/>
                    <a:pt x="1460" y="2195"/>
                  </a:cubicBezTo>
                  <a:cubicBezTo>
                    <a:pt x="2023" y="2195"/>
                    <a:pt x="2563" y="1759"/>
                    <a:pt x="2566" y="1095"/>
                  </a:cubicBezTo>
                  <a:cubicBezTo>
                    <a:pt x="2562" y="495"/>
                    <a:pt x="2072" y="5"/>
                    <a:pt x="14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0"/>
            <p:cNvSpPr/>
            <p:nvPr/>
          </p:nvSpPr>
          <p:spPr>
            <a:xfrm>
              <a:off x="2640577" y="2633969"/>
              <a:ext cx="54245" cy="72335"/>
            </a:xfrm>
            <a:custGeom>
              <a:rect b="b" l="l" r="r" t="t"/>
              <a:pathLst>
                <a:path extrusionOk="0" h="2763" w="2072">
                  <a:moveTo>
                    <a:pt x="1034" y="452"/>
                  </a:moveTo>
                  <a:cubicBezTo>
                    <a:pt x="1355" y="452"/>
                    <a:pt x="1620" y="716"/>
                    <a:pt x="1620" y="1038"/>
                  </a:cubicBezTo>
                  <a:lnTo>
                    <a:pt x="1620" y="2316"/>
                  </a:lnTo>
                  <a:lnTo>
                    <a:pt x="448" y="2316"/>
                  </a:lnTo>
                  <a:lnTo>
                    <a:pt x="448" y="1038"/>
                  </a:lnTo>
                  <a:cubicBezTo>
                    <a:pt x="448" y="716"/>
                    <a:pt x="712" y="452"/>
                    <a:pt x="1034" y="452"/>
                  </a:cubicBezTo>
                  <a:close/>
                  <a:moveTo>
                    <a:pt x="1034" y="0"/>
                  </a:moveTo>
                  <a:cubicBezTo>
                    <a:pt x="462" y="0"/>
                    <a:pt x="1" y="466"/>
                    <a:pt x="1" y="1038"/>
                  </a:cubicBezTo>
                  <a:lnTo>
                    <a:pt x="1" y="2541"/>
                  </a:lnTo>
                  <a:cubicBezTo>
                    <a:pt x="1" y="2662"/>
                    <a:pt x="97" y="2762"/>
                    <a:pt x="222" y="2762"/>
                  </a:cubicBezTo>
                  <a:lnTo>
                    <a:pt x="1845" y="2762"/>
                  </a:lnTo>
                  <a:cubicBezTo>
                    <a:pt x="1970" y="2762"/>
                    <a:pt x="2071" y="2662"/>
                    <a:pt x="2071" y="2541"/>
                  </a:cubicBezTo>
                  <a:lnTo>
                    <a:pt x="2071" y="1038"/>
                  </a:lnTo>
                  <a:cubicBezTo>
                    <a:pt x="2071" y="466"/>
                    <a:pt x="1605" y="0"/>
                    <a:pt x="10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80"/>
          <p:cNvGrpSpPr/>
          <p:nvPr/>
        </p:nvGrpSpPr>
        <p:grpSpPr>
          <a:xfrm>
            <a:off x="7086308" y="2461521"/>
            <a:ext cx="368536" cy="353692"/>
            <a:chOff x="7086308" y="2461521"/>
            <a:chExt cx="368536" cy="353692"/>
          </a:xfrm>
        </p:grpSpPr>
        <p:sp>
          <p:nvSpPr>
            <p:cNvPr id="8937" name="Google Shape;8937;p80"/>
            <p:cNvSpPr/>
            <p:nvPr/>
          </p:nvSpPr>
          <p:spPr>
            <a:xfrm>
              <a:off x="7181629" y="2468695"/>
              <a:ext cx="177762" cy="98515"/>
            </a:xfrm>
            <a:custGeom>
              <a:rect b="b" l="l" r="r" t="t"/>
              <a:pathLst>
                <a:path extrusionOk="0" h="3763" w="6790">
                  <a:moveTo>
                    <a:pt x="1836" y="1"/>
                  </a:moveTo>
                  <a:cubicBezTo>
                    <a:pt x="822" y="1"/>
                    <a:pt x="1" y="822"/>
                    <a:pt x="1" y="1836"/>
                  </a:cubicBezTo>
                  <a:lnTo>
                    <a:pt x="1" y="2729"/>
                  </a:lnTo>
                  <a:lnTo>
                    <a:pt x="1" y="3757"/>
                  </a:lnTo>
                  <a:lnTo>
                    <a:pt x="1019" y="3757"/>
                  </a:lnTo>
                  <a:lnTo>
                    <a:pt x="1019" y="1836"/>
                  </a:lnTo>
                  <a:cubicBezTo>
                    <a:pt x="1019" y="1384"/>
                    <a:pt x="1385" y="1019"/>
                    <a:pt x="1836" y="1019"/>
                  </a:cubicBezTo>
                  <a:lnTo>
                    <a:pt x="4959" y="1019"/>
                  </a:lnTo>
                  <a:cubicBezTo>
                    <a:pt x="5410" y="1019"/>
                    <a:pt x="5771" y="1384"/>
                    <a:pt x="5771" y="1836"/>
                  </a:cubicBezTo>
                  <a:lnTo>
                    <a:pt x="5771" y="3762"/>
                  </a:lnTo>
                  <a:lnTo>
                    <a:pt x="6789" y="3762"/>
                  </a:lnTo>
                  <a:lnTo>
                    <a:pt x="6789" y="1836"/>
                  </a:lnTo>
                  <a:cubicBezTo>
                    <a:pt x="6789" y="822"/>
                    <a:pt x="5968" y="1"/>
                    <a:pt x="495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0"/>
            <p:cNvSpPr/>
            <p:nvPr/>
          </p:nvSpPr>
          <p:spPr>
            <a:xfrm>
              <a:off x="7181525" y="2540140"/>
              <a:ext cx="26808" cy="26939"/>
            </a:xfrm>
            <a:custGeom>
              <a:rect b="b" l="l" r="r" t="t"/>
              <a:pathLst>
                <a:path extrusionOk="0" h="1029" w="1024">
                  <a:moveTo>
                    <a:pt x="260" y="0"/>
                  </a:moveTo>
                  <a:cubicBezTo>
                    <a:pt x="173" y="0"/>
                    <a:pt x="87" y="0"/>
                    <a:pt x="0" y="10"/>
                  </a:cubicBezTo>
                  <a:lnTo>
                    <a:pt x="0" y="1028"/>
                  </a:lnTo>
                  <a:lnTo>
                    <a:pt x="1019" y="1028"/>
                  </a:lnTo>
                  <a:lnTo>
                    <a:pt x="1023" y="0"/>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0"/>
            <p:cNvSpPr/>
            <p:nvPr/>
          </p:nvSpPr>
          <p:spPr>
            <a:xfrm>
              <a:off x="7332688" y="2540140"/>
              <a:ext cx="26808" cy="27175"/>
            </a:xfrm>
            <a:custGeom>
              <a:rect b="b" l="l" r="r" t="t"/>
              <a:pathLst>
                <a:path extrusionOk="0" h="1038" w="1024">
                  <a:moveTo>
                    <a:pt x="1" y="0"/>
                  </a:moveTo>
                  <a:lnTo>
                    <a:pt x="5" y="1038"/>
                  </a:lnTo>
                  <a:lnTo>
                    <a:pt x="1024" y="1038"/>
                  </a:lnTo>
                  <a:lnTo>
                    <a:pt x="1024" y="10"/>
                  </a:lnTo>
                  <a:cubicBezTo>
                    <a:pt x="937" y="0"/>
                    <a:pt x="851" y="0"/>
                    <a:pt x="76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0"/>
            <p:cNvSpPr/>
            <p:nvPr/>
          </p:nvSpPr>
          <p:spPr>
            <a:xfrm>
              <a:off x="7093481" y="2567053"/>
              <a:ext cx="354189" cy="241118"/>
            </a:xfrm>
            <a:custGeom>
              <a:rect b="b" l="l" r="r" t="t"/>
              <a:pathLst>
                <a:path extrusionOk="0" h="9210" w="13529">
                  <a:moveTo>
                    <a:pt x="3627" y="0"/>
                  </a:moveTo>
                  <a:cubicBezTo>
                    <a:pt x="1624" y="0"/>
                    <a:pt x="0" y="1624"/>
                    <a:pt x="0" y="3623"/>
                  </a:cubicBezTo>
                  <a:lnTo>
                    <a:pt x="0" y="8422"/>
                  </a:lnTo>
                  <a:cubicBezTo>
                    <a:pt x="0" y="8859"/>
                    <a:pt x="356" y="9210"/>
                    <a:pt x="793" y="9210"/>
                  </a:cubicBezTo>
                  <a:lnTo>
                    <a:pt x="12741" y="9210"/>
                  </a:lnTo>
                  <a:cubicBezTo>
                    <a:pt x="13178" y="9210"/>
                    <a:pt x="13529" y="8859"/>
                    <a:pt x="13524" y="8422"/>
                  </a:cubicBezTo>
                  <a:lnTo>
                    <a:pt x="13524" y="3623"/>
                  </a:lnTo>
                  <a:cubicBezTo>
                    <a:pt x="13529" y="1624"/>
                    <a:pt x="11905" y="0"/>
                    <a:pt x="9901"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0"/>
            <p:cNvSpPr/>
            <p:nvPr/>
          </p:nvSpPr>
          <p:spPr>
            <a:xfrm>
              <a:off x="7310932" y="2567053"/>
              <a:ext cx="136738" cy="241118"/>
            </a:xfrm>
            <a:custGeom>
              <a:rect b="b" l="l" r="r" t="t"/>
              <a:pathLst>
                <a:path extrusionOk="0" h="9210" w="5223">
                  <a:moveTo>
                    <a:pt x="1" y="0"/>
                  </a:moveTo>
                  <a:cubicBezTo>
                    <a:pt x="1999" y="0"/>
                    <a:pt x="3623" y="1624"/>
                    <a:pt x="3623" y="3623"/>
                  </a:cubicBezTo>
                  <a:lnTo>
                    <a:pt x="3623" y="8422"/>
                  </a:lnTo>
                  <a:cubicBezTo>
                    <a:pt x="3623" y="8859"/>
                    <a:pt x="3272" y="9210"/>
                    <a:pt x="2835" y="9210"/>
                  </a:cubicBezTo>
                  <a:lnTo>
                    <a:pt x="4435" y="9210"/>
                  </a:lnTo>
                  <a:cubicBezTo>
                    <a:pt x="4867" y="9210"/>
                    <a:pt x="5223" y="8859"/>
                    <a:pt x="5218" y="8422"/>
                  </a:cubicBezTo>
                  <a:lnTo>
                    <a:pt x="5218" y="3623"/>
                  </a:lnTo>
                  <a:cubicBezTo>
                    <a:pt x="5223" y="1624"/>
                    <a:pt x="3599" y="0"/>
                    <a:pt x="1595"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0"/>
            <p:cNvSpPr/>
            <p:nvPr/>
          </p:nvSpPr>
          <p:spPr>
            <a:xfrm>
              <a:off x="7093481" y="2761361"/>
              <a:ext cx="354189" cy="46810"/>
            </a:xfrm>
            <a:custGeom>
              <a:rect b="b" l="l" r="r" t="t"/>
              <a:pathLst>
                <a:path extrusionOk="0" h="1788" w="13529">
                  <a:moveTo>
                    <a:pt x="0" y="1"/>
                  </a:moveTo>
                  <a:lnTo>
                    <a:pt x="0" y="1000"/>
                  </a:lnTo>
                  <a:cubicBezTo>
                    <a:pt x="0" y="1437"/>
                    <a:pt x="351" y="1788"/>
                    <a:pt x="788" y="1788"/>
                  </a:cubicBezTo>
                  <a:lnTo>
                    <a:pt x="12736" y="1788"/>
                  </a:lnTo>
                  <a:cubicBezTo>
                    <a:pt x="13173" y="1788"/>
                    <a:pt x="13529" y="1437"/>
                    <a:pt x="13524" y="1000"/>
                  </a:cubicBezTo>
                  <a:lnTo>
                    <a:pt x="1352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0"/>
            <p:cNvSpPr/>
            <p:nvPr/>
          </p:nvSpPr>
          <p:spPr>
            <a:xfrm>
              <a:off x="7385257" y="2761492"/>
              <a:ext cx="62413" cy="46810"/>
            </a:xfrm>
            <a:custGeom>
              <a:rect b="b" l="l" r="r" t="t"/>
              <a:pathLst>
                <a:path extrusionOk="0" h="1788" w="2384">
                  <a:moveTo>
                    <a:pt x="789" y="0"/>
                  </a:moveTo>
                  <a:lnTo>
                    <a:pt x="789" y="1000"/>
                  </a:lnTo>
                  <a:cubicBezTo>
                    <a:pt x="789" y="1432"/>
                    <a:pt x="438" y="1787"/>
                    <a:pt x="1" y="1787"/>
                  </a:cubicBezTo>
                  <a:lnTo>
                    <a:pt x="1596" y="1787"/>
                  </a:lnTo>
                  <a:cubicBezTo>
                    <a:pt x="2033" y="1787"/>
                    <a:pt x="2384" y="1432"/>
                    <a:pt x="2384" y="1000"/>
                  </a:cubicBezTo>
                  <a:lnTo>
                    <a:pt x="2384"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0"/>
            <p:cNvSpPr/>
            <p:nvPr/>
          </p:nvSpPr>
          <p:spPr>
            <a:xfrm>
              <a:off x="7214093" y="2614596"/>
              <a:ext cx="112967" cy="113098"/>
            </a:xfrm>
            <a:custGeom>
              <a:rect b="b" l="l" r="r" t="t"/>
              <a:pathLst>
                <a:path extrusionOk="0" h="4320" w="4315">
                  <a:moveTo>
                    <a:pt x="1360" y="0"/>
                  </a:moveTo>
                  <a:lnTo>
                    <a:pt x="1360" y="1360"/>
                  </a:lnTo>
                  <a:lnTo>
                    <a:pt x="0" y="1360"/>
                  </a:lnTo>
                  <a:lnTo>
                    <a:pt x="0" y="2955"/>
                  </a:lnTo>
                  <a:lnTo>
                    <a:pt x="1360" y="2955"/>
                  </a:lnTo>
                  <a:lnTo>
                    <a:pt x="1360" y="4319"/>
                  </a:lnTo>
                  <a:lnTo>
                    <a:pt x="2955" y="4319"/>
                  </a:lnTo>
                  <a:lnTo>
                    <a:pt x="2955" y="2960"/>
                  </a:lnTo>
                  <a:lnTo>
                    <a:pt x="4314" y="2960"/>
                  </a:lnTo>
                  <a:lnTo>
                    <a:pt x="4314" y="1360"/>
                  </a:lnTo>
                  <a:lnTo>
                    <a:pt x="2955" y="1360"/>
                  </a:lnTo>
                  <a:lnTo>
                    <a:pt x="295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0"/>
            <p:cNvSpPr/>
            <p:nvPr/>
          </p:nvSpPr>
          <p:spPr>
            <a:xfrm>
              <a:off x="7270563" y="2614596"/>
              <a:ext cx="56496" cy="113098"/>
            </a:xfrm>
            <a:custGeom>
              <a:rect b="b" l="l" r="r" t="t"/>
              <a:pathLst>
                <a:path extrusionOk="0" h="4320" w="2158">
                  <a:moveTo>
                    <a:pt x="0" y="0"/>
                  </a:moveTo>
                  <a:lnTo>
                    <a:pt x="0" y="4319"/>
                  </a:lnTo>
                  <a:lnTo>
                    <a:pt x="798" y="4319"/>
                  </a:lnTo>
                  <a:lnTo>
                    <a:pt x="798" y="2960"/>
                  </a:lnTo>
                  <a:lnTo>
                    <a:pt x="2157" y="2960"/>
                  </a:lnTo>
                  <a:lnTo>
                    <a:pt x="2157" y="1360"/>
                  </a:lnTo>
                  <a:lnTo>
                    <a:pt x="798" y="1360"/>
                  </a:lnTo>
                  <a:lnTo>
                    <a:pt x="798"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0"/>
            <p:cNvSpPr/>
            <p:nvPr/>
          </p:nvSpPr>
          <p:spPr>
            <a:xfrm>
              <a:off x="7086308" y="2461521"/>
              <a:ext cx="368536" cy="353692"/>
            </a:xfrm>
            <a:custGeom>
              <a:rect b="b" l="l" r="r" t="t"/>
              <a:pathLst>
                <a:path extrusionOk="0" h="13510" w="14077">
                  <a:moveTo>
                    <a:pt x="8619" y="414"/>
                  </a:moveTo>
                  <a:cubicBezTo>
                    <a:pt x="9527" y="414"/>
                    <a:pt x="10262" y="1154"/>
                    <a:pt x="10262" y="2062"/>
                  </a:cubicBezTo>
                  <a:lnTo>
                    <a:pt x="10262" y="3796"/>
                  </a:lnTo>
                  <a:lnTo>
                    <a:pt x="9647" y="3796"/>
                  </a:lnTo>
                  <a:lnTo>
                    <a:pt x="9647" y="2062"/>
                  </a:lnTo>
                  <a:cubicBezTo>
                    <a:pt x="9647" y="1490"/>
                    <a:pt x="9186" y="1029"/>
                    <a:pt x="8619" y="1029"/>
                  </a:cubicBezTo>
                  <a:lnTo>
                    <a:pt x="5463" y="1029"/>
                  </a:lnTo>
                  <a:cubicBezTo>
                    <a:pt x="4891" y="1029"/>
                    <a:pt x="4430" y="1490"/>
                    <a:pt x="4430" y="2062"/>
                  </a:cubicBezTo>
                  <a:lnTo>
                    <a:pt x="4430" y="2960"/>
                  </a:lnTo>
                  <a:cubicBezTo>
                    <a:pt x="4430" y="3097"/>
                    <a:pt x="4533" y="3165"/>
                    <a:pt x="4636" y="3165"/>
                  </a:cubicBezTo>
                  <a:cubicBezTo>
                    <a:pt x="4740" y="3165"/>
                    <a:pt x="4843" y="3097"/>
                    <a:pt x="4843" y="2960"/>
                  </a:cubicBezTo>
                  <a:lnTo>
                    <a:pt x="4843" y="2062"/>
                  </a:lnTo>
                  <a:cubicBezTo>
                    <a:pt x="4843" y="1721"/>
                    <a:pt x="5117" y="1442"/>
                    <a:pt x="5458" y="1442"/>
                  </a:cubicBezTo>
                  <a:lnTo>
                    <a:pt x="8614" y="1442"/>
                  </a:lnTo>
                  <a:cubicBezTo>
                    <a:pt x="8955" y="1442"/>
                    <a:pt x="9229" y="1721"/>
                    <a:pt x="9229" y="2062"/>
                  </a:cubicBezTo>
                  <a:lnTo>
                    <a:pt x="9229" y="3796"/>
                  </a:lnTo>
                  <a:lnTo>
                    <a:pt x="3810" y="3796"/>
                  </a:lnTo>
                  <a:lnTo>
                    <a:pt x="3815" y="2062"/>
                  </a:lnTo>
                  <a:cubicBezTo>
                    <a:pt x="3820" y="1154"/>
                    <a:pt x="4555" y="414"/>
                    <a:pt x="5463" y="414"/>
                  </a:cubicBezTo>
                  <a:close/>
                  <a:moveTo>
                    <a:pt x="10248" y="4209"/>
                  </a:moveTo>
                  <a:cubicBezTo>
                    <a:pt x="12131" y="4214"/>
                    <a:pt x="13663" y="5742"/>
                    <a:pt x="13663" y="7630"/>
                  </a:cubicBezTo>
                  <a:lnTo>
                    <a:pt x="13663" y="11300"/>
                  </a:lnTo>
                  <a:lnTo>
                    <a:pt x="3555" y="11300"/>
                  </a:lnTo>
                  <a:cubicBezTo>
                    <a:pt x="3286" y="11300"/>
                    <a:pt x="3286" y="11708"/>
                    <a:pt x="3555" y="11708"/>
                  </a:cubicBezTo>
                  <a:lnTo>
                    <a:pt x="13663" y="11708"/>
                  </a:lnTo>
                  <a:cubicBezTo>
                    <a:pt x="13663" y="12587"/>
                    <a:pt x="13663" y="12515"/>
                    <a:pt x="13663" y="12554"/>
                  </a:cubicBezTo>
                  <a:cubicBezTo>
                    <a:pt x="13639" y="12856"/>
                    <a:pt x="13394" y="13092"/>
                    <a:pt x="13092" y="13101"/>
                  </a:cubicBezTo>
                  <a:lnTo>
                    <a:pt x="956" y="13101"/>
                  </a:lnTo>
                  <a:cubicBezTo>
                    <a:pt x="649" y="13077"/>
                    <a:pt x="414" y="12823"/>
                    <a:pt x="414" y="12515"/>
                  </a:cubicBezTo>
                  <a:lnTo>
                    <a:pt x="414" y="11708"/>
                  </a:lnTo>
                  <a:lnTo>
                    <a:pt x="2542" y="11708"/>
                  </a:lnTo>
                  <a:cubicBezTo>
                    <a:pt x="2816" y="11708"/>
                    <a:pt x="2816" y="11300"/>
                    <a:pt x="2542" y="11300"/>
                  </a:cubicBezTo>
                  <a:lnTo>
                    <a:pt x="414" y="11300"/>
                  </a:lnTo>
                  <a:lnTo>
                    <a:pt x="414" y="7630"/>
                  </a:lnTo>
                  <a:cubicBezTo>
                    <a:pt x="414" y="5742"/>
                    <a:pt x="1941" y="4214"/>
                    <a:pt x="3829" y="4209"/>
                  </a:cubicBezTo>
                  <a:close/>
                  <a:moveTo>
                    <a:pt x="5458" y="1"/>
                  </a:moveTo>
                  <a:cubicBezTo>
                    <a:pt x="4324" y="1"/>
                    <a:pt x="3402" y="923"/>
                    <a:pt x="3402" y="2062"/>
                  </a:cubicBezTo>
                  <a:lnTo>
                    <a:pt x="3402" y="3820"/>
                  </a:lnTo>
                  <a:cubicBezTo>
                    <a:pt x="1466" y="4041"/>
                    <a:pt x="0" y="5679"/>
                    <a:pt x="0" y="7625"/>
                  </a:cubicBezTo>
                  <a:lnTo>
                    <a:pt x="0" y="12520"/>
                  </a:lnTo>
                  <a:cubicBezTo>
                    <a:pt x="0" y="13068"/>
                    <a:pt x="442" y="13510"/>
                    <a:pt x="990" y="13510"/>
                  </a:cubicBezTo>
                  <a:lnTo>
                    <a:pt x="13082" y="13510"/>
                  </a:lnTo>
                  <a:cubicBezTo>
                    <a:pt x="13630" y="13510"/>
                    <a:pt x="14072" y="13068"/>
                    <a:pt x="14076" y="12520"/>
                  </a:cubicBezTo>
                  <a:lnTo>
                    <a:pt x="14076" y="7630"/>
                  </a:lnTo>
                  <a:cubicBezTo>
                    <a:pt x="14072" y="5679"/>
                    <a:pt x="12611" y="4041"/>
                    <a:pt x="10675" y="3820"/>
                  </a:cubicBezTo>
                  <a:lnTo>
                    <a:pt x="10675" y="2062"/>
                  </a:lnTo>
                  <a:cubicBezTo>
                    <a:pt x="10670" y="923"/>
                    <a:pt x="9753" y="1"/>
                    <a:pt x="86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0"/>
            <p:cNvSpPr/>
            <p:nvPr/>
          </p:nvSpPr>
          <p:spPr>
            <a:xfrm>
              <a:off x="7208176" y="2609046"/>
              <a:ext cx="124800" cy="124800"/>
            </a:xfrm>
            <a:custGeom>
              <a:rect b="b" l="l" r="r" t="t"/>
              <a:pathLst>
                <a:path extrusionOk="0" h="4767" w="4767">
                  <a:moveTo>
                    <a:pt x="2984" y="409"/>
                  </a:moveTo>
                  <a:lnTo>
                    <a:pt x="2984" y="1581"/>
                  </a:lnTo>
                  <a:cubicBezTo>
                    <a:pt x="2984" y="1692"/>
                    <a:pt x="3075" y="1783"/>
                    <a:pt x="3190" y="1783"/>
                  </a:cubicBezTo>
                  <a:lnTo>
                    <a:pt x="4358" y="1783"/>
                  </a:lnTo>
                  <a:lnTo>
                    <a:pt x="4358" y="2984"/>
                  </a:lnTo>
                  <a:lnTo>
                    <a:pt x="3190" y="2984"/>
                  </a:lnTo>
                  <a:cubicBezTo>
                    <a:pt x="3075" y="2984"/>
                    <a:pt x="2984" y="3075"/>
                    <a:pt x="2984" y="3191"/>
                  </a:cubicBezTo>
                  <a:lnTo>
                    <a:pt x="2984" y="4358"/>
                  </a:lnTo>
                  <a:lnTo>
                    <a:pt x="1783" y="4358"/>
                  </a:lnTo>
                  <a:lnTo>
                    <a:pt x="1783" y="3191"/>
                  </a:lnTo>
                  <a:cubicBezTo>
                    <a:pt x="1783" y="3075"/>
                    <a:pt x="1692" y="2984"/>
                    <a:pt x="1576" y="2984"/>
                  </a:cubicBezTo>
                  <a:lnTo>
                    <a:pt x="414" y="2984"/>
                  </a:lnTo>
                  <a:lnTo>
                    <a:pt x="409" y="1783"/>
                  </a:lnTo>
                  <a:lnTo>
                    <a:pt x="1576" y="1783"/>
                  </a:lnTo>
                  <a:cubicBezTo>
                    <a:pt x="1692" y="1783"/>
                    <a:pt x="1783" y="1692"/>
                    <a:pt x="1783" y="1577"/>
                  </a:cubicBezTo>
                  <a:lnTo>
                    <a:pt x="1783" y="409"/>
                  </a:lnTo>
                  <a:close/>
                  <a:moveTo>
                    <a:pt x="1576" y="1"/>
                  </a:moveTo>
                  <a:cubicBezTo>
                    <a:pt x="1466" y="1"/>
                    <a:pt x="1370" y="92"/>
                    <a:pt x="1375" y="207"/>
                  </a:cubicBezTo>
                  <a:lnTo>
                    <a:pt x="1375" y="1375"/>
                  </a:lnTo>
                  <a:lnTo>
                    <a:pt x="202" y="1375"/>
                  </a:lnTo>
                  <a:cubicBezTo>
                    <a:pt x="92" y="1375"/>
                    <a:pt x="1" y="1466"/>
                    <a:pt x="1" y="1581"/>
                  </a:cubicBezTo>
                  <a:lnTo>
                    <a:pt x="1" y="3191"/>
                  </a:lnTo>
                  <a:cubicBezTo>
                    <a:pt x="1" y="3306"/>
                    <a:pt x="92" y="3397"/>
                    <a:pt x="207" y="3397"/>
                  </a:cubicBezTo>
                  <a:lnTo>
                    <a:pt x="1375" y="3397"/>
                  </a:lnTo>
                  <a:lnTo>
                    <a:pt x="1375" y="4565"/>
                  </a:lnTo>
                  <a:cubicBezTo>
                    <a:pt x="1370" y="4675"/>
                    <a:pt x="1466" y="4766"/>
                    <a:pt x="1576" y="4766"/>
                  </a:cubicBezTo>
                  <a:lnTo>
                    <a:pt x="3190" y="4766"/>
                  </a:lnTo>
                  <a:cubicBezTo>
                    <a:pt x="3301" y="4766"/>
                    <a:pt x="3392" y="4675"/>
                    <a:pt x="3392" y="4565"/>
                  </a:cubicBezTo>
                  <a:lnTo>
                    <a:pt x="3392" y="3397"/>
                  </a:lnTo>
                  <a:lnTo>
                    <a:pt x="4564" y="3397"/>
                  </a:lnTo>
                  <a:cubicBezTo>
                    <a:pt x="4675" y="3397"/>
                    <a:pt x="4766" y="3301"/>
                    <a:pt x="4766" y="3191"/>
                  </a:cubicBezTo>
                  <a:lnTo>
                    <a:pt x="4766" y="1581"/>
                  </a:lnTo>
                  <a:cubicBezTo>
                    <a:pt x="4766" y="1466"/>
                    <a:pt x="4675" y="1375"/>
                    <a:pt x="4564" y="1375"/>
                  </a:cubicBezTo>
                  <a:lnTo>
                    <a:pt x="3392" y="1375"/>
                  </a:lnTo>
                  <a:lnTo>
                    <a:pt x="3392" y="207"/>
                  </a:lnTo>
                  <a:cubicBezTo>
                    <a:pt x="3392" y="92"/>
                    <a:pt x="3301" y="1"/>
                    <a:pt x="31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80"/>
          <p:cNvGrpSpPr/>
          <p:nvPr/>
        </p:nvGrpSpPr>
        <p:grpSpPr>
          <a:xfrm>
            <a:off x="6644992" y="2454243"/>
            <a:ext cx="375552" cy="368405"/>
            <a:chOff x="6644992" y="2454243"/>
            <a:chExt cx="375552" cy="368405"/>
          </a:xfrm>
        </p:grpSpPr>
        <p:sp>
          <p:nvSpPr>
            <p:cNvPr id="8949" name="Google Shape;8949;p80"/>
            <p:cNvSpPr/>
            <p:nvPr/>
          </p:nvSpPr>
          <p:spPr>
            <a:xfrm>
              <a:off x="6652139" y="2461390"/>
              <a:ext cx="178129" cy="354085"/>
            </a:xfrm>
            <a:custGeom>
              <a:rect b="b" l="l" r="r" t="t"/>
              <a:pathLst>
                <a:path extrusionOk="0" h="13525" w="6804">
                  <a:moveTo>
                    <a:pt x="3402" y="1"/>
                  </a:moveTo>
                  <a:cubicBezTo>
                    <a:pt x="1524" y="1"/>
                    <a:pt x="1" y="1524"/>
                    <a:pt x="1" y="3402"/>
                  </a:cubicBezTo>
                  <a:lnTo>
                    <a:pt x="1" y="10128"/>
                  </a:lnTo>
                  <a:cubicBezTo>
                    <a:pt x="1" y="12001"/>
                    <a:pt x="1524" y="13524"/>
                    <a:pt x="3402" y="13524"/>
                  </a:cubicBezTo>
                  <a:cubicBezTo>
                    <a:pt x="3405" y="13524"/>
                    <a:pt x="3408" y="13524"/>
                    <a:pt x="3411" y="13524"/>
                  </a:cubicBezTo>
                  <a:cubicBezTo>
                    <a:pt x="5285" y="13524"/>
                    <a:pt x="6803" y="12003"/>
                    <a:pt x="6799" y="10128"/>
                  </a:cubicBezTo>
                  <a:lnTo>
                    <a:pt x="6799" y="3402"/>
                  </a:lnTo>
                  <a:cubicBezTo>
                    <a:pt x="6799" y="1524"/>
                    <a:pt x="5276" y="1"/>
                    <a:pt x="34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0"/>
            <p:cNvSpPr/>
            <p:nvPr/>
          </p:nvSpPr>
          <p:spPr>
            <a:xfrm>
              <a:off x="6675413" y="2466443"/>
              <a:ext cx="154855" cy="349163"/>
            </a:xfrm>
            <a:custGeom>
              <a:rect b="b" l="l" r="r" t="t"/>
              <a:pathLst>
                <a:path extrusionOk="0" h="13337" w="5915">
                  <a:moveTo>
                    <a:pt x="3647" y="0"/>
                  </a:moveTo>
                  <a:cubicBezTo>
                    <a:pt x="4223" y="629"/>
                    <a:pt x="4540" y="1446"/>
                    <a:pt x="4540" y="2296"/>
                  </a:cubicBezTo>
                  <a:lnTo>
                    <a:pt x="4540" y="9022"/>
                  </a:lnTo>
                  <a:cubicBezTo>
                    <a:pt x="4540" y="10900"/>
                    <a:pt x="3018" y="12423"/>
                    <a:pt x="1139" y="12423"/>
                  </a:cubicBezTo>
                  <a:cubicBezTo>
                    <a:pt x="750" y="12423"/>
                    <a:pt x="366" y="12356"/>
                    <a:pt x="1" y="12231"/>
                  </a:cubicBezTo>
                  <a:lnTo>
                    <a:pt x="1" y="12231"/>
                  </a:lnTo>
                  <a:cubicBezTo>
                    <a:pt x="658" y="12948"/>
                    <a:pt x="1574" y="13336"/>
                    <a:pt x="2512" y="13336"/>
                  </a:cubicBezTo>
                  <a:cubicBezTo>
                    <a:pt x="2925" y="13336"/>
                    <a:pt x="3342" y="13261"/>
                    <a:pt x="3743" y="13105"/>
                  </a:cubicBezTo>
                  <a:cubicBezTo>
                    <a:pt x="5050" y="12596"/>
                    <a:pt x="5910" y="11338"/>
                    <a:pt x="5910" y="9935"/>
                  </a:cubicBezTo>
                  <a:lnTo>
                    <a:pt x="5910" y="3209"/>
                  </a:lnTo>
                  <a:cubicBezTo>
                    <a:pt x="5914" y="1768"/>
                    <a:pt x="5006" y="481"/>
                    <a:pt x="364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0"/>
            <p:cNvSpPr/>
            <p:nvPr/>
          </p:nvSpPr>
          <p:spPr>
            <a:xfrm>
              <a:off x="6652139" y="2638498"/>
              <a:ext cx="178129" cy="176977"/>
            </a:xfrm>
            <a:custGeom>
              <a:rect b="b" l="l" r="r" t="t"/>
              <a:pathLst>
                <a:path extrusionOk="0" h="6760" w="6804">
                  <a:moveTo>
                    <a:pt x="1" y="0"/>
                  </a:moveTo>
                  <a:lnTo>
                    <a:pt x="1" y="3358"/>
                  </a:lnTo>
                  <a:cubicBezTo>
                    <a:pt x="1" y="5236"/>
                    <a:pt x="1524" y="6759"/>
                    <a:pt x="3402" y="6759"/>
                  </a:cubicBezTo>
                  <a:cubicBezTo>
                    <a:pt x="5281" y="6759"/>
                    <a:pt x="6803" y="5236"/>
                    <a:pt x="6803" y="3358"/>
                  </a:cubicBezTo>
                  <a:lnTo>
                    <a:pt x="6803"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0"/>
            <p:cNvSpPr/>
            <p:nvPr/>
          </p:nvSpPr>
          <p:spPr>
            <a:xfrm>
              <a:off x="6675413" y="2638498"/>
              <a:ext cx="154724" cy="177108"/>
            </a:xfrm>
            <a:custGeom>
              <a:rect b="b" l="l" r="r" t="t"/>
              <a:pathLst>
                <a:path extrusionOk="0" h="6765" w="5910">
                  <a:moveTo>
                    <a:pt x="4540" y="0"/>
                  </a:moveTo>
                  <a:lnTo>
                    <a:pt x="4540" y="2450"/>
                  </a:lnTo>
                  <a:cubicBezTo>
                    <a:pt x="4540" y="4328"/>
                    <a:pt x="3018" y="5851"/>
                    <a:pt x="1139" y="5851"/>
                  </a:cubicBezTo>
                  <a:cubicBezTo>
                    <a:pt x="750" y="5851"/>
                    <a:pt x="366" y="5784"/>
                    <a:pt x="1" y="5659"/>
                  </a:cubicBezTo>
                  <a:lnTo>
                    <a:pt x="1" y="5659"/>
                  </a:lnTo>
                  <a:cubicBezTo>
                    <a:pt x="658" y="6376"/>
                    <a:pt x="1574" y="6764"/>
                    <a:pt x="2512" y="6764"/>
                  </a:cubicBezTo>
                  <a:cubicBezTo>
                    <a:pt x="2925" y="6764"/>
                    <a:pt x="3342" y="6689"/>
                    <a:pt x="3743" y="6533"/>
                  </a:cubicBezTo>
                  <a:cubicBezTo>
                    <a:pt x="5050" y="6024"/>
                    <a:pt x="5910" y="4766"/>
                    <a:pt x="5910" y="3363"/>
                  </a:cubicBezTo>
                  <a:lnTo>
                    <a:pt x="5910"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0"/>
            <p:cNvSpPr/>
            <p:nvPr/>
          </p:nvSpPr>
          <p:spPr>
            <a:xfrm>
              <a:off x="6856029" y="2491890"/>
              <a:ext cx="157604" cy="150168"/>
            </a:xfrm>
            <a:custGeom>
              <a:rect b="b" l="l" r="r" t="t"/>
              <a:pathLst>
                <a:path extrusionOk="0" h="5736" w="6020">
                  <a:moveTo>
                    <a:pt x="2869" y="0"/>
                  </a:moveTo>
                  <a:cubicBezTo>
                    <a:pt x="2500" y="0"/>
                    <a:pt x="2127" y="72"/>
                    <a:pt x="1773" y="220"/>
                  </a:cubicBezTo>
                  <a:cubicBezTo>
                    <a:pt x="702" y="661"/>
                    <a:pt x="0" y="1709"/>
                    <a:pt x="0" y="2867"/>
                  </a:cubicBezTo>
                  <a:cubicBezTo>
                    <a:pt x="0" y="4029"/>
                    <a:pt x="702" y="5072"/>
                    <a:pt x="1773" y="5518"/>
                  </a:cubicBezTo>
                  <a:cubicBezTo>
                    <a:pt x="2127" y="5664"/>
                    <a:pt x="2499" y="5735"/>
                    <a:pt x="2868" y="5735"/>
                  </a:cubicBezTo>
                  <a:cubicBezTo>
                    <a:pt x="3615" y="5735"/>
                    <a:pt x="4349" y="5444"/>
                    <a:pt x="4896" y="4894"/>
                  </a:cubicBezTo>
                  <a:cubicBezTo>
                    <a:pt x="6020" y="3774"/>
                    <a:pt x="6020" y="1959"/>
                    <a:pt x="4896" y="839"/>
                  </a:cubicBezTo>
                  <a:cubicBezTo>
                    <a:pt x="4349" y="293"/>
                    <a:pt x="3616" y="0"/>
                    <a:pt x="286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0"/>
            <p:cNvSpPr/>
            <p:nvPr/>
          </p:nvSpPr>
          <p:spPr>
            <a:xfrm>
              <a:off x="6866448" y="2502284"/>
              <a:ext cx="147053" cy="139854"/>
            </a:xfrm>
            <a:custGeom>
              <a:rect b="b" l="l" r="r" t="t"/>
              <a:pathLst>
                <a:path extrusionOk="0" h="5342" w="5617">
                  <a:moveTo>
                    <a:pt x="3931" y="0"/>
                  </a:moveTo>
                  <a:lnTo>
                    <a:pt x="3931" y="0"/>
                  </a:lnTo>
                  <a:cubicBezTo>
                    <a:pt x="4594" y="1129"/>
                    <a:pt x="4411" y="2561"/>
                    <a:pt x="3484" y="3488"/>
                  </a:cubicBezTo>
                  <a:cubicBezTo>
                    <a:pt x="2932" y="4039"/>
                    <a:pt x="2197" y="4326"/>
                    <a:pt x="1455" y="4326"/>
                  </a:cubicBezTo>
                  <a:cubicBezTo>
                    <a:pt x="956" y="4326"/>
                    <a:pt x="453" y="4197"/>
                    <a:pt x="1" y="3930"/>
                  </a:cubicBezTo>
                  <a:lnTo>
                    <a:pt x="1" y="3930"/>
                  </a:lnTo>
                  <a:cubicBezTo>
                    <a:pt x="121" y="4137"/>
                    <a:pt x="270" y="4329"/>
                    <a:pt x="443" y="4502"/>
                  </a:cubicBezTo>
                  <a:cubicBezTo>
                    <a:pt x="1003" y="5061"/>
                    <a:pt x="1736" y="5341"/>
                    <a:pt x="2470" y="5341"/>
                  </a:cubicBezTo>
                  <a:cubicBezTo>
                    <a:pt x="3204" y="5341"/>
                    <a:pt x="3938" y="5061"/>
                    <a:pt x="4498" y="4502"/>
                  </a:cubicBezTo>
                  <a:cubicBezTo>
                    <a:pt x="5617" y="3382"/>
                    <a:pt x="5617" y="1566"/>
                    <a:pt x="4498" y="447"/>
                  </a:cubicBezTo>
                  <a:lnTo>
                    <a:pt x="4498" y="442"/>
                  </a:lnTo>
                  <a:cubicBezTo>
                    <a:pt x="4329" y="274"/>
                    <a:pt x="4137" y="125"/>
                    <a:pt x="393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0"/>
            <p:cNvSpPr/>
            <p:nvPr/>
          </p:nvSpPr>
          <p:spPr>
            <a:xfrm>
              <a:off x="6856029" y="2657191"/>
              <a:ext cx="157604" cy="150142"/>
            </a:xfrm>
            <a:custGeom>
              <a:rect b="b" l="l" r="r" t="t"/>
              <a:pathLst>
                <a:path extrusionOk="0" h="5735" w="6020">
                  <a:moveTo>
                    <a:pt x="2869" y="1"/>
                  </a:moveTo>
                  <a:cubicBezTo>
                    <a:pt x="2500" y="1"/>
                    <a:pt x="2127" y="72"/>
                    <a:pt x="1773" y="218"/>
                  </a:cubicBezTo>
                  <a:cubicBezTo>
                    <a:pt x="702" y="660"/>
                    <a:pt x="0" y="1707"/>
                    <a:pt x="0" y="2865"/>
                  </a:cubicBezTo>
                  <a:cubicBezTo>
                    <a:pt x="0" y="4028"/>
                    <a:pt x="702" y="5070"/>
                    <a:pt x="1773" y="5517"/>
                  </a:cubicBezTo>
                  <a:cubicBezTo>
                    <a:pt x="2127" y="5663"/>
                    <a:pt x="2500" y="5734"/>
                    <a:pt x="2869" y="5734"/>
                  </a:cubicBezTo>
                  <a:cubicBezTo>
                    <a:pt x="3615" y="5734"/>
                    <a:pt x="4349" y="5444"/>
                    <a:pt x="4896" y="4897"/>
                  </a:cubicBezTo>
                  <a:cubicBezTo>
                    <a:pt x="6020" y="3773"/>
                    <a:pt x="6020" y="1957"/>
                    <a:pt x="4896" y="838"/>
                  </a:cubicBezTo>
                  <a:cubicBezTo>
                    <a:pt x="4349" y="291"/>
                    <a:pt x="3615" y="1"/>
                    <a:pt x="2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0"/>
            <p:cNvSpPr/>
            <p:nvPr/>
          </p:nvSpPr>
          <p:spPr>
            <a:xfrm>
              <a:off x="6866448" y="2667663"/>
              <a:ext cx="147184" cy="139827"/>
            </a:xfrm>
            <a:custGeom>
              <a:rect b="b" l="l" r="r" t="t"/>
              <a:pathLst>
                <a:path extrusionOk="0" h="5341" w="5622">
                  <a:moveTo>
                    <a:pt x="3936" y="1"/>
                  </a:moveTo>
                  <a:lnTo>
                    <a:pt x="3936" y="1"/>
                  </a:lnTo>
                  <a:cubicBezTo>
                    <a:pt x="4603" y="1130"/>
                    <a:pt x="4421" y="2566"/>
                    <a:pt x="3494" y="3493"/>
                  </a:cubicBezTo>
                  <a:cubicBezTo>
                    <a:pt x="2940" y="4047"/>
                    <a:pt x="2204" y="4335"/>
                    <a:pt x="1461" y="4335"/>
                  </a:cubicBezTo>
                  <a:cubicBezTo>
                    <a:pt x="960" y="4335"/>
                    <a:pt x="456" y="4204"/>
                    <a:pt x="1" y="3935"/>
                  </a:cubicBezTo>
                  <a:lnTo>
                    <a:pt x="1" y="3935"/>
                  </a:lnTo>
                  <a:cubicBezTo>
                    <a:pt x="121" y="4142"/>
                    <a:pt x="270" y="4329"/>
                    <a:pt x="443" y="4497"/>
                  </a:cubicBezTo>
                  <a:cubicBezTo>
                    <a:pt x="1003" y="5059"/>
                    <a:pt x="1736" y="5340"/>
                    <a:pt x="2470" y="5340"/>
                  </a:cubicBezTo>
                  <a:cubicBezTo>
                    <a:pt x="3204" y="5340"/>
                    <a:pt x="3938" y="5059"/>
                    <a:pt x="4498" y="4497"/>
                  </a:cubicBezTo>
                  <a:cubicBezTo>
                    <a:pt x="5622" y="3378"/>
                    <a:pt x="5622" y="1562"/>
                    <a:pt x="4498" y="438"/>
                  </a:cubicBezTo>
                  <a:cubicBezTo>
                    <a:pt x="4329" y="270"/>
                    <a:pt x="4142" y="121"/>
                    <a:pt x="393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0"/>
            <p:cNvSpPr/>
            <p:nvPr/>
          </p:nvSpPr>
          <p:spPr>
            <a:xfrm>
              <a:off x="6644992" y="2454243"/>
              <a:ext cx="190800" cy="368405"/>
            </a:xfrm>
            <a:custGeom>
              <a:rect b="b" l="l" r="r" t="t"/>
              <a:pathLst>
                <a:path extrusionOk="0" h="14072" w="7288">
                  <a:moveTo>
                    <a:pt x="3675" y="413"/>
                  </a:moveTo>
                  <a:cubicBezTo>
                    <a:pt x="5443" y="413"/>
                    <a:pt x="6870" y="1845"/>
                    <a:pt x="6875" y="3608"/>
                  </a:cubicBezTo>
                  <a:lnTo>
                    <a:pt x="6870" y="6831"/>
                  </a:lnTo>
                  <a:lnTo>
                    <a:pt x="3622" y="6831"/>
                  </a:lnTo>
                  <a:cubicBezTo>
                    <a:pt x="3348" y="6831"/>
                    <a:pt x="3348" y="7245"/>
                    <a:pt x="3622" y="7245"/>
                  </a:cubicBezTo>
                  <a:lnTo>
                    <a:pt x="6870" y="7245"/>
                  </a:lnTo>
                  <a:lnTo>
                    <a:pt x="6870" y="10468"/>
                  </a:lnTo>
                  <a:cubicBezTo>
                    <a:pt x="6870" y="12231"/>
                    <a:pt x="5438" y="13658"/>
                    <a:pt x="3675" y="13663"/>
                  </a:cubicBezTo>
                  <a:lnTo>
                    <a:pt x="3608" y="13663"/>
                  </a:lnTo>
                  <a:cubicBezTo>
                    <a:pt x="1845" y="13658"/>
                    <a:pt x="413" y="12231"/>
                    <a:pt x="413" y="10468"/>
                  </a:cubicBezTo>
                  <a:lnTo>
                    <a:pt x="413" y="7240"/>
                  </a:lnTo>
                  <a:lnTo>
                    <a:pt x="2565" y="7240"/>
                  </a:lnTo>
                  <a:cubicBezTo>
                    <a:pt x="2839" y="7240"/>
                    <a:pt x="2839" y="6831"/>
                    <a:pt x="2565" y="6831"/>
                  </a:cubicBezTo>
                  <a:lnTo>
                    <a:pt x="413" y="6831"/>
                  </a:lnTo>
                  <a:lnTo>
                    <a:pt x="413" y="3608"/>
                  </a:lnTo>
                  <a:cubicBezTo>
                    <a:pt x="413" y="1845"/>
                    <a:pt x="1845" y="413"/>
                    <a:pt x="3608" y="413"/>
                  </a:cubicBezTo>
                  <a:close/>
                  <a:moveTo>
                    <a:pt x="3608" y="0"/>
                  </a:moveTo>
                  <a:cubicBezTo>
                    <a:pt x="1614" y="0"/>
                    <a:pt x="0" y="1614"/>
                    <a:pt x="0" y="3608"/>
                  </a:cubicBezTo>
                  <a:lnTo>
                    <a:pt x="0" y="10468"/>
                  </a:lnTo>
                  <a:cubicBezTo>
                    <a:pt x="0" y="12457"/>
                    <a:pt x="1614" y="14071"/>
                    <a:pt x="3608" y="14071"/>
                  </a:cubicBezTo>
                  <a:lnTo>
                    <a:pt x="3675" y="14071"/>
                  </a:lnTo>
                  <a:cubicBezTo>
                    <a:pt x="5669" y="14071"/>
                    <a:pt x="7283" y="12457"/>
                    <a:pt x="7288" y="10463"/>
                  </a:cubicBezTo>
                  <a:lnTo>
                    <a:pt x="7288" y="3608"/>
                  </a:lnTo>
                  <a:cubicBezTo>
                    <a:pt x="7283" y="1614"/>
                    <a:pt x="5669" y="5"/>
                    <a:pt x="36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0"/>
            <p:cNvSpPr/>
            <p:nvPr/>
          </p:nvSpPr>
          <p:spPr>
            <a:xfrm>
              <a:off x="6844457" y="2485162"/>
              <a:ext cx="175354" cy="162525"/>
            </a:xfrm>
            <a:custGeom>
              <a:rect b="b" l="l" r="r" t="t"/>
              <a:pathLst>
                <a:path extrusionOk="0" h="6208" w="6698">
                  <a:moveTo>
                    <a:pt x="3346" y="413"/>
                  </a:moveTo>
                  <a:cubicBezTo>
                    <a:pt x="4037" y="413"/>
                    <a:pt x="4727" y="678"/>
                    <a:pt x="5251" y="1202"/>
                  </a:cubicBezTo>
                  <a:cubicBezTo>
                    <a:pt x="6246" y="2192"/>
                    <a:pt x="6308" y="3786"/>
                    <a:pt x="5395" y="4853"/>
                  </a:cubicBezTo>
                  <a:lnTo>
                    <a:pt x="4127" y="3585"/>
                  </a:lnTo>
                  <a:cubicBezTo>
                    <a:pt x="4081" y="3539"/>
                    <a:pt x="4030" y="3519"/>
                    <a:pt x="3981" y="3519"/>
                  </a:cubicBezTo>
                  <a:cubicBezTo>
                    <a:pt x="3820" y="3519"/>
                    <a:pt x="3683" y="3727"/>
                    <a:pt x="3834" y="3878"/>
                  </a:cubicBezTo>
                  <a:lnTo>
                    <a:pt x="5102" y="5146"/>
                  </a:lnTo>
                  <a:cubicBezTo>
                    <a:pt x="4598" y="5578"/>
                    <a:pt x="3976" y="5791"/>
                    <a:pt x="3356" y="5791"/>
                  </a:cubicBezTo>
                  <a:cubicBezTo>
                    <a:pt x="2665" y="5791"/>
                    <a:pt x="1975" y="5526"/>
                    <a:pt x="1451" y="5002"/>
                  </a:cubicBezTo>
                  <a:cubicBezTo>
                    <a:pt x="457" y="4007"/>
                    <a:pt x="394" y="2417"/>
                    <a:pt x="1307" y="1351"/>
                  </a:cubicBezTo>
                  <a:lnTo>
                    <a:pt x="1307" y="1351"/>
                  </a:lnTo>
                  <a:lnTo>
                    <a:pt x="3205" y="3248"/>
                  </a:lnTo>
                  <a:cubicBezTo>
                    <a:pt x="3251" y="3294"/>
                    <a:pt x="3302" y="3314"/>
                    <a:pt x="3351" y="3314"/>
                  </a:cubicBezTo>
                  <a:cubicBezTo>
                    <a:pt x="3512" y="3314"/>
                    <a:pt x="3649" y="3106"/>
                    <a:pt x="3498" y="2955"/>
                  </a:cubicBezTo>
                  <a:lnTo>
                    <a:pt x="1600" y="1058"/>
                  </a:lnTo>
                  <a:cubicBezTo>
                    <a:pt x="2104" y="626"/>
                    <a:pt x="2726" y="413"/>
                    <a:pt x="3346" y="413"/>
                  </a:cubicBezTo>
                  <a:close/>
                  <a:moveTo>
                    <a:pt x="3349" y="1"/>
                  </a:moveTo>
                  <a:cubicBezTo>
                    <a:pt x="2095" y="1"/>
                    <a:pt x="961" y="755"/>
                    <a:pt x="481" y="1918"/>
                  </a:cubicBezTo>
                  <a:cubicBezTo>
                    <a:pt x="0" y="3075"/>
                    <a:pt x="269" y="4411"/>
                    <a:pt x="1153" y="5300"/>
                  </a:cubicBezTo>
                  <a:cubicBezTo>
                    <a:pt x="1761" y="5905"/>
                    <a:pt x="2556" y="6208"/>
                    <a:pt x="3351" y="6208"/>
                  </a:cubicBezTo>
                  <a:cubicBezTo>
                    <a:pt x="4145" y="6208"/>
                    <a:pt x="4939" y="5905"/>
                    <a:pt x="5544" y="5300"/>
                  </a:cubicBezTo>
                  <a:cubicBezTo>
                    <a:pt x="6433" y="4411"/>
                    <a:pt x="6697" y="3075"/>
                    <a:pt x="6217" y="1918"/>
                  </a:cubicBezTo>
                  <a:cubicBezTo>
                    <a:pt x="5736" y="755"/>
                    <a:pt x="4603" y="1"/>
                    <a:pt x="33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0"/>
            <p:cNvSpPr/>
            <p:nvPr/>
          </p:nvSpPr>
          <p:spPr>
            <a:xfrm>
              <a:off x="6850871" y="2651902"/>
              <a:ext cx="169673" cy="162473"/>
            </a:xfrm>
            <a:custGeom>
              <a:rect b="b" l="l" r="r" t="t"/>
              <a:pathLst>
                <a:path extrusionOk="0" h="6206" w="6481">
                  <a:moveTo>
                    <a:pt x="3109" y="414"/>
                  </a:moveTo>
                  <a:cubicBezTo>
                    <a:pt x="3730" y="414"/>
                    <a:pt x="4353" y="627"/>
                    <a:pt x="4857" y="1059"/>
                  </a:cubicBezTo>
                  <a:lnTo>
                    <a:pt x="1067" y="4854"/>
                  </a:lnTo>
                  <a:cubicBezTo>
                    <a:pt x="144" y="3788"/>
                    <a:pt x="207" y="2197"/>
                    <a:pt x="1201" y="1203"/>
                  </a:cubicBezTo>
                  <a:cubicBezTo>
                    <a:pt x="1725" y="679"/>
                    <a:pt x="2416" y="414"/>
                    <a:pt x="3109" y="414"/>
                  </a:cubicBezTo>
                  <a:close/>
                  <a:moveTo>
                    <a:pt x="3104" y="1"/>
                  </a:moveTo>
                  <a:cubicBezTo>
                    <a:pt x="2704" y="1"/>
                    <a:pt x="2301" y="78"/>
                    <a:pt x="1917" y="237"/>
                  </a:cubicBezTo>
                  <a:cubicBezTo>
                    <a:pt x="759" y="718"/>
                    <a:pt x="0" y="1847"/>
                    <a:pt x="0" y="3105"/>
                  </a:cubicBezTo>
                  <a:cubicBezTo>
                    <a:pt x="0" y="4359"/>
                    <a:pt x="759" y="5488"/>
                    <a:pt x="1917" y="5969"/>
                  </a:cubicBezTo>
                  <a:cubicBezTo>
                    <a:pt x="2301" y="6128"/>
                    <a:pt x="2704" y="6205"/>
                    <a:pt x="3104" y="6205"/>
                  </a:cubicBezTo>
                  <a:cubicBezTo>
                    <a:pt x="3911" y="6205"/>
                    <a:pt x="4705" y="5890"/>
                    <a:pt x="5299" y="5296"/>
                  </a:cubicBezTo>
                  <a:cubicBezTo>
                    <a:pt x="5451" y="5148"/>
                    <a:pt x="5312" y="4940"/>
                    <a:pt x="5150" y="4940"/>
                  </a:cubicBezTo>
                  <a:cubicBezTo>
                    <a:pt x="5102" y="4940"/>
                    <a:pt x="5051" y="4959"/>
                    <a:pt x="5006" y="5003"/>
                  </a:cubicBezTo>
                  <a:cubicBezTo>
                    <a:pt x="4483" y="5529"/>
                    <a:pt x="3793" y="5794"/>
                    <a:pt x="3101" y="5794"/>
                  </a:cubicBezTo>
                  <a:cubicBezTo>
                    <a:pt x="2479" y="5794"/>
                    <a:pt x="1855" y="5579"/>
                    <a:pt x="1350" y="5147"/>
                  </a:cubicBezTo>
                  <a:lnTo>
                    <a:pt x="2618" y="3879"/>
                  </a:lnTo>
                  <a:lnTo>
                    <a:pt x="5145" y="1352"/>
                  </a:lnTo>
                  <a:cubicBezTo>
                    <a:pt x="5866" y="2183"/>
                    <a:pt x="6001" y="3374"/>
                    <a:pt x="5487" y="4345"/>
                  </a:cubicBezTo>
                  <a:cubicBezTo>
                    <a:pt x="5402" y="4510"/>
                    <a:pt x="5540" y="4648"/>
                    <a:pt x="5677" y="4648"/>
                  </a:cubicBezTo>
                  <a:cubicBezTo>
                    <a:pt x="5744" y="4648"/>
                    <a:pt x="5811" y="4616"/>
                    <a:pt x="5852" y="4537"/>
                  </a:cubicBezTo>
                  <a:cubicBezTo>
                    <a:pt x="6481" y="3336"/>
                    <a:pt x="6260" y="1866"/>
                    <a:pt x="5299" y="910"/>
                  </a:cubicBezTo>
                  <a:cubicBezTo>
                    <a:pt x="4705" y="316"/>
                    <a:pt x="3911"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80"/>
          <p:cNvGrpSpPr/>
          <p:nvPr/>
        </p:nvGrpSpPr>
        <p:grpSpPr>
          <a:xfrm>
            <a:off x="6186789" y="2457333"/>
            <a:ext cx="371049" cy="362096"/>
            <a:chOff x="6186789" y="2457333"/>
            <a:chExt cx="371049" cy="362096"/>
          </a:xfrm>
        </p:grpSpPr>
        <p:sp>
          <p:nvSpPr>
            <p:cNvPr id="8961" name="Google Shape;8961;p80"/>
            <p:cNvSpPr/>
            <p:nvPr/>
          </p:nvSpPr>
          <p:spPr>
            <a:xfrm>
              <a:off x="6189067" y="2629178"/>
              <a:ext cx="193837" cy="186480"/>
            </a:xfrm>
            <a:custGeom>
              <a:rect b="b" l="l" r="r" t="t"/>
              <a:pathLst>
                <a:path extrusionOk="0" h="7123" w="7404">
                  <a:moveTo>
                    <a:pt x="3844" y="1"/>
                  </a:moveTo>
                  <a:cubicBezTo>
                    <a:pt x="2402" y="1"/>
                    <a:pt x="1105" y="870"/>
                    <a:pt x="553" y="2201"/>
                  </a:cubicBezTo>
                  <a:cubicBezTo>
                    <a:pt x="0" y="3531"/>
                    <a:pt x="308" y="5059"/>
                    <a:pt x="1326" y="6078"/>
                  </a:cubicBezTo>
                  <a:cubicBezTo>
                    <a:pt x="2008" y="6759"/>
                    <a:pt x="2920" y="7122"/>
                    <a:pt x="3847" y="7122"/>
                  </a:cubicBezTo>
                  <a:cubicBezTo>
                    <a:pt x="4306" y="7122"/>
                    <a:pt x="4768" y="7034"/>
                    <a:pt x="5208" y="6851"/>
                  </a:cubicBezTo>
                  <a:cubicBezTo>
                    <a:pt x="6539" y="6299"/>
                    <a:pt x="7403" y="5002"/>
                    <a:pt x="7403" y="3560"/>
                  </a:cubicBezTo>
                  <a:cubicBezTo>
                    <a:pt x="7403" y="1595"/>
                    <a:pt x="5808" y="1"/>
                    <a:pt x="384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0"/>
            <p:cNvSpPr/>
            <p:nvPr/>
          </p:nvSpPr>
          <p:spPr>
            <a:xfrm>
              <a:off x="6234332" y="2680988"/>
              <a:ext cx="96761" cy="82807"/>
            </a:xfrm>
            <a:custGeom>
              <a:rect b="b" l="l" r="r" t="t"/>
              <a:pathLst>
                <a:path extrusionOk="0" h="3163" w="3696">
                  <a:moveTo>
                    <a:pt x="2115" y="1"/>
                  </a:moveTo>
                  <a:cubicBezTo>
                    <a:pt x="707" y="1"/>
                    <a:pt x="1" y="1706"/>
                    <a:pt x="995" y="2701"/>
                  </a:cubicBezTo>
                  <a:cubicBezTo>
                    <a:pt x="1297" y="3002"/>
                    <a:pt x="1702" y="3163"/>
                    <a:pt x="2113" y="3163"/>
                  </a:cubicBezTo>
                  <a:cubicBezTo>
                    <a:pt x="2318" y="3163"/>
                    <a:pt x="2524" y="3123"/>
                    <a:pt x="2720" y="3042"/>
                  </a:cubicBezTo>
                  <a:cubicBezTo>
                    <a:pt x="3311" y="2797"/>
                    <a:pt x="3695" y="2220"/>
                    <a:pt x="3695" y="1581"/>
                  </a:cubicBezTo>
                  <a:cubicBezTo>
                    <a:pt x="3695" y="712"/>
                    <a:pt x="2989" y="1"/>
                    <a:pt x="2115"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0"/>
            <p:cNvSpPr/>
            <p:nvPr/>
          </p:nvSpPr>
          <p:spPr>
            <a:xfrm>
              <a:off x="6265774" y="2680988"/>
              <a:ext cx="71943" cy="82886"/>
            </a:xfrm>
            <a:custGeom>
              <a:rect b="b" l="l" r="r" t="t"/>
              <a:pathLst>
                <a:path extrusionOk="0" h="3166" w="2748">
                  <a:moveTo>
                    <a:pt x="921" y="1"/>
                  </a:moveTo>
                  <a:cubicBezTo>
                    <a:pt x="919" y="1"/>
                    <a:pt x="916" y="1"/>
                    <a:pt x="914" y="1"/>
                  </a:cubicBezTo>
                  <a:lnTo>
                    <a:pt x="904" y="1"/>
                  </a:lnTo>
                  <a:cubicBezTo>
                    <a:pt x="1461" y="395"/>
                    <a:pt x="1701" y="1111"/>
                    <a:pt x="1500" y="1764"/>
                  </a:cubicBezTo>
                  <a:cubicBezTo>
                    <a:pt x="1293" y="2417"/>
                    <a:pt x="688" y="2864"/>
                    <a:pt x="1" y="2874"/>
                  </a:cubicBezTo>
                  <a:cubicBezTo>
                    <a:pt x="282" y="3073"/>
                    <a:pt x="599" y="3165"/>
                    <a:pt x="911" y="3165"/>
                  </a:cubicBezTo>
                  <a:cubicBezTo>
                    <a:pt x="1570" y="3165"/>
                    <a:pt x="2205" y="2753"/>
                    <a:pt x="2427" y="2062"/>
                  </a:cubicBezTo>
                  <a:cubicBezTo>
                    <a:pt x="2748" y="1041"/>
                    <a:pt x="1988" y="1"/>
                    <a:pt x="92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0"/>
            <p:cNvSpPr/>
            <p:nvPr/>
          </p:nvSpPr>
          <p:spPr>
            <a:xfrm>
              <a:off x="6275330" y="2629178"/>
              <a:ext cx="107574" cy="186533"/>
            </a:xfrm>
            <a:custGeom>
              <a:rect b="b" l="l" r="r" t="t"/>
              <a:pathLst>
                <a:path extrusionOk="0" h="7125" w="4109">
                  <a:moveTo>
                    <a:pt x="549" y="1"/>
                  </a:moveTo>
                  <a:cubicBezTo>
                    <a:pt x="366" y="1"/>
                    <a:pt x="179" y="15"/>
                    <a:pt x="1" y="44"/>
                  </a:cubicBezTo>
                  <a:cubicBezTo>
                    <a:pt x="1730" y="318"/>
                    <a:pt x="3008" y="1807"/>
                    <a:pt x="3008" y="3560"/>
                  </a:cubicBezTo>
                  <a:cubicBezTo>
                    <a:pt x="3008" y="5314"/>
                    <a:pt x="1730" y="6808"/>
                    <a:pt x="1" y="7082"/>
                  </a:cubicBezTo>
                  <a:cubicBezTo>
                    <a:pt x="179" y="7110"/>
                    <a:pt x="366" y="7125"/>
                    <a:pt x="549" y="7125"/>
                  </a:cubicBezTo>
                  <a:cubicBezTo>
                    <a:pt x="2513" y="7125"/>
                    <a:pt x="4108" y="5530"/>
                    <a:pt x="4108" y="3560"/>
                  </a:cubicBezTo>
                  <a:cubicBezTo>
                    <a:pt x="4108" y="1595"/>
                    <a:pt x="2513"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0"/>
            <p:cNvSpPr/>
            <p:nvPr/>
          </p:nvSpPr>
          <p:spPr>
            <a:xfrm>
              <a:off x="6428405" y="2736595"/>
              <a:ext cx="92337" cy="79090"/>
            </a:xfrm>
            <a:custGeom>
              <a:rect b="b" l="l" r="r" t="t"/>
              <a:pathLst>
                <a:path extrusionOk="0" h="3021" w="3527">
                  <a:moveTo>
                    <a:pt x="2018" y="0"/>
                  </a:moveTo>
                  <a:cubicBezTo>
                    <a:pt x="673" y="0"/>
                    <a:pt x="0" y="1624"/>
                    <a:pt x="952" y="2575"/>
                  </a:cubicBezTo>
                  <a:cubicBezTo>
                    <a:pt x="1259" y="2883"/>
                    <a:pt x="1638" y="3021"/>
                    <a:pt x="2008" y="3021"/>
                  </a:cubicBezTo>
                  <a:cubicBezTo>
                    <a:pt x="2784" y="3021"/>
                    <a:pt x="3527" y="2419"/>
                    <a:pt x="3527" y="1509"/>
                  </a:cubicBezTo>
                  <a:cubicBezTo>
                    <a:pt x="3527" y="678"/>
                    <a:pt x="2854" y="0"/>
                    <a:pt x="2018" y="0"/>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0"/>
            <p:cNvSpPr/>
            <p:nvPr/>
          </p:nvSpPr>
          <p:spPr>
            <a:xfrm>
              <a:off x="6467779" y="2736699"/>
              <a:ext cx="53721" cy="79037"/>
            </a:xfrm>
            <a:custGeom>
              <a:rect b="b" l="l" r="r" t="t"/>
              <a:pathLst>
                <a:path extrusionOk="0" h="3019" w="2052">
                  <a:moveTo>
                    <a:pt x="549" y="1"/>
                  </a:moveTo>
                  <a:cubicBezTo>
                    <a:pt x="537" y="1"/>
                    <a:pt x="526" y="1"/>
                    <a:pt x="514" y="1"/>
                  </a:cubicBezTo>
                  <a:cubicBezTo>
                    <a:pt x="341" y="1"/>
                    <a:pt x="163" y="30"/>
                    <a:pt x="0" y="92"/>
                  </a:cubicBezTo>
                  <a:cubicBezTo>
                    <a:pt x="596" y="308"/>
                    <a:pt x="995" y="875"/>
                    <a:pt x="995" y="1509"/>
                  </a:cubicBezTo>
                  <a:cubicBezTo>
                    <a:pt x="995" y="2144"/>
                    <a:pt x="596" y="2710"/>
                    <a:pt x="0" y="2927"/>
                  </a:cubicBezTo>
                  <a:cubicBezTo>
                    <a:pt x="163" y="2984"/>
                    <a:pt x="341" y="3018"/>
                    <a:pt x="514" y="3018"/>
                  </a:cubicBezTo>
                  <a:cubicBezTo>
                    <a:pt x="523" y="3018"/>
                    <a:pt x="532" y="3018"/>
                    <a:pt x="541" y="3018"/>
                  </a:cubicBezTo>
                  <a:cubicBezTo>
                    <a:pt x="1374" y="3018"/>
                    <a:pt x="2051" y="2346"/>
                    <a:pt x="2051" y="1509"/>
                  </a:cubicBezTo>
                  <a:cubicBezTo>
                    <a:pt x="2051" y="676"/>
                    <a:pt x="1379"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0"/>
            <p:cNvSpPr/>
            <p:nvPr/>
          </p:nvSpPr>
          <p:spPr>
            <a:xfrm>
              <a:off x="6194591" y="2467412"/>
              <a:ext cx="42412" cy="38040"/>
            </a:xfrm>
            <a:custGeom>
              <a:rect b="b" l="l" r="r" t="t"/>
              <a:pathLst>
                <a:path extrusionOk="0" h="1453" w="1620">
                  <a:moveTo>
                    <a:pt x="545" y="1"/>
                  </a:moveTo>
                  <a:cubicBezTo>
                    <a:pt x="391" y="1"/>
                    <a:pt x="238" y="75"/>
                    <a:pt x="145" y="213"/>
                  </a:cubicBezTo>
                  <a:cubicBezTo>
                    <a:pt x="1" y="434"/>
                    <a:pt x="63" y="732"/>
                    <a:pt x="284" y="881"/>
                  </a:cubicBezTo>
                  <a:lnTo>
                    <a:pt x="1091" y="1452"/>
                  </a:lnTo>
                  <a:lnTo>
                    <a:pt x="1620" y="655"/>
                  </a:lnTo>
                  <a:lnTo>
                    <a:pt x="813" y="83"/>
                  </a:lnTo>
                  <a:cubicBezTo>
                    <a:pt x="731" y="27"/>
                    <a:pt x="638" y="1"/>
                    <a:pt x="545"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0"/>
            <p:cNvSpPr/>
            <p:nvPr/>
          </p:nvSpPr>
          <p:spPr>
            <a:xfrm>
              <a:off x="6249176" y="2586793"/>
              <a:ext cx="232086" cy="117993"/>
            </a:xfrm>
            <a:custGeom>
              <a:rect b="b" l="l" r="r" t="t"/>
              <a:pathLst>
                <a:path extrusionOk="0" h="4507" w="8865">
                  <a:moveTo>
                    <a:pt x="1" y="1"/>
                  </a:moveTo>
                  <a:lnTo>
                    <a:pt x="1" y="1975"/>
                  </a:lnTo>
                  <a:cubicBezTo>
                    <a:pt x="504" y="1733"/>
                    <a:pt x="1029" y="1620"/>
                    <a:pt x="1543" y="1620"/>
                  </a:cubicBezTo>
                  <a:cubicBezTo>
                    <a:pt x="3180" y="1620"/>
                    <a:pt x="4704" y="2763"/>
                    <a:pt x="5040" y="4507"/>
                  </a:cubicBezTo>
                  <a:lnTo>
                    <a:pt x="8864" y="4507"/>
                  </a:lnTo>
                  <a:lnTo>
                    <a:pt x="8864" y="3647"/>
                  </a:lnTo>
                  <a:lnTo>
                    <a:pt x="8859" y="2724"/>
                  </a:lnTo>
                  <a:cubicBezTo>
                    <a:pt x="8778" y="1197"/>
                    <a:pt x="7514" y="1"/>
                    <a:pt x="598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0"/>
            <p:cNvSpPr/>
            <p:nvPr/>
          </p:nvSpPr>
          <p:spPr>
            <a:xfrm>
              <a:off x="6249176" y="2605747"/>
              <a:ext cx="155850" cy="99039"/>
            </a:xfrm>
            <a:custGeom>
              <a:rect b="b" l="l" r="r" t="t"/>
              <a:pathLst>
                <a:path extrusionOk="0" h="3783" w="5953">
                  <a:moveTo>
                    <a:pt x="1552" y="0"/>
                  </a:moveTo>
                  <a:cubicBezTo>
                    <a:pt x="1040" y="0"/>
                    <a:pt x="516" y="90"/>
                    <a:pt x="1" y="281"/>
                  </a:cubicBezTo>
                  <a:lnTo>
                    <a:pt x="1" y="1251"/>
                  </a:lnTo>
                  <a:cubicBezTo>
                    <a:pt x="504" y="1009"/>
                    <a:pt x="1029" y="896"/>
                    <a:pt x="1543" y="896"/>
                  </a:cubicBezTo>
                  <a:cubicBezTo>
                    <a:pt x="3180" y="896"/>
                    <a:pt x="4704" y="2039"/>
                    <a:pt x="5040" y="3783"/>
                  </a:cubicBezTo>
                  <a:lnTo>
                    <a:pt x="5953" y="3783"/>
                  </a:lnTo>
                  <a:cubicBezTo>
                    <a:pt x="5609" y="1535"/>
                    <a:pt x="3675" y="0"/>
                    <a:pt x="155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0"/>
            <p:cNvSpPr/>
            <p:nvPr/>
          </p:nvSpPr>
          <p:spPr>
            <a:xfrm>
              <a:off x="6430551" y="2532469"/>
              <a:ext cx="63905" cy="28327"/>
            </a:xfrm>
            <a:custGeom>
              <a:rect b="b" l="l" r="r" t="t"/>
              <a:pathLst>
                <a:path extrusionOk="0" h="1082" w="2441">
                  <a:moveTo>
                    <a:pt x="0" y="0"/>
                  </a:moveTo>
                  <a:lnTo>
                    <a:pt x="0" y="1081"/>
                  </a:lnTo>
                  <a:lnTo>
                    <a:pt x="1898" y="1081"/>
                  </a:lnTo>
                  <a:cubicBezTo>
                    <a:pt x="2196" y="1081"/>
                    <a:pt x="2441" y="836"/>
                    <a:pt x="2441" y="538"/>
                  </a:cubicBezTo>
                  <a:cubicBezTo>
                    <a:pt x="2441" y="240"/>
                    <a:pt x="2196" y="0"/>
                    <a:pt x="189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0"/>
            <p:cNvSpPr/>
            <p:nvPr/>
          </p:nvSpPr>
          <p:spPr>
            <a:xfrm>
              <a:off x="6186789" y="2457333"/>
              <a:ext cx="371049" cy="362096"/>
            </a:xfrm>
            <a:custGeom>
              <a:rect b="b" l="l" r="r" t="t"/>
              <a:pathLst>
                <a:path extrusionOk="0" h="13831" w="14173">
                  <a:moveTo>
                    <a:pt x="800" y="426"/>
                  </a:moveTo>
                  <a:cubicBezTo>
                    <a:pt x="844" y="426"/>
                    <a:pt x="890" y="437"/>
                    <a:pt x="938" y="463"/>
                  </a:cubicBezTo>
                  <a:lnTo>
                    <a:pt x="1586" y="920"/>
                  </a:lnTo>
                  <a:cubicBezTo>
                    <a:pt x="1538" y="992"/>
                    <a:pt x="1346" y="1270"/>
                    <a:pt x="1284" y="1376"/>
                  </a:cubicBezTo>
                  <a:cubicBezTo>
                    <a:pt x="703" y="970"/>
                    <a:pt x="633" y="921"/>
                    <a:pt x="634" y="921"/>
                  </a:cubicBezTo>
                  <a:lnTo>
                    <a:pt x="634" y="921"/>
                  </a:lnTo>
                  <a:cubicBezTo>
                    <a:pt x="635" y="921"/>
                    <a:pt x="642" y="926"/>
                    <a:pt x="643" y="926"/>
                  </a:cubicBezTo>
                  <a:cubicBezTo>
                    <a:pt x="643" y="926"/>
                    <a:pt x="641" y="924"/>
                    <a:pt x="635" y="920"/>
                  </a:cubicBezTo>
                  <a:cubicBezTo>
                    <a:pt x="409" y="746"/>
                    <a:pt x="567" y="426"/>
                    <a:pt x="800" y="426"/>
                  </a:cubicBezTo>
                  <a:close/>
                  <a:moveTo>
                    <a:pt x="11252" y="3072"/>
                  </a:moveTo>
                  <a:cubicBezTo>
                    <a:pt x="11439" y="3072"/>
                    <a:pt x="11588" y="3221"/>
                    <a:pt x="11588" y="3403"/>
                  </a:cubicBezTo>
                  <a:lnTo>
                    <a:pt x="11588" y="3413"/>
                  </a:lnTo>
                  <a:cubicBezTo>
                    <a:pt x="11588" y="3600"/>
                    <a:pt x="11439" y="3749"/>
                    <a:pt x="11252" y="3749"/>
                  </a:cubicBezTo>
                  <a:lnTo>
                    <a:pt x="9537" y="3749"/>
                  </a:lnTo>
                  <a:lnTo>
                    <a:pt x="9537" y="3072"/>
                  </a:lnTo>
                  <a:close/>
                  <a:moveTo>
                    <a:pt x="7966" y="3615"/>
                  </a:moveTo>
                  <a:lnTo>
                    <a:pt x="7966" y="4604"/>
                  </a:lnTo>
                  <a:lnTo>
                    <a:pt x="2547" y="4604"/>
                  </a:lnTo>
                  <a:lnTo>
                    <a:pt x="2547" y="3615"/>
                  </a:lnTo>
                  <a:close/>
                  <a:moveTo>
                    <a:pt x="3902" y="6644"/>
                  </a:moveTo>
                  <a:cubicBezTo>
                    <a:pt x="4337" y="6644"/>
                    <a:pt x="4776" y="6728"/>
                    <a:pt x="5194" y="6901"/>
                  </a:cubicBezTo>
                  <a:cubicBezTo>
                    <a:pt x="6458" y="7424"/>
                    <a:pt x="7284" y="8659"/>
                    <a:pt x="7289" y="10033"/>
                  </a:cubicBezTo>
                  <a:cubicBezTo>
                    <a:pt x="7284" y="11902"/>
                    <a:pt x="5771" y="13420"/>
                    <a:pt x="3897" y="13420"/>
                  </a:cubicBezTo>
                  <a:cubicBezTo>
                    <a:pt x="2528" y="13420"/>
                    <a:pt x="1293" y="12598"/>
                    <a:pt x="770" y="11330"/>
                  </a:cubicBezTo>
                  <a:cubicBezTo>
                    <a:pt x="246" y="10067"/>
                    <a:pt x="534" y="8606"/>
                    <a:pt x="1500" y="7641"/>
                  </a:cubicBezTo>
                  <a:cubicBezTo>
                    <a:pt x="2150" y="6990"/>
                    <a:pt x="3018" y="6644"/>
                    <a:pt x="3902" y="6644"/>
                  </a:cubicBezTo>
                  <a:close/>
                  <a:moveTo>
                    <a:pt x="11278" y="10787"/>
                  </a:moveTo>
                  <a:cubicBezTo>
                    <a:pt x="11954" y="10787"/>
                    <a:pt x="12602" y="11311"/>
                    <a:pt x="12602" y="12104"/>
                  </a:cubicBezTo>
                  <a:cubicBezTo>
                    <a:pt x="12597" y="12829"/>
                    <a:pt x="12011" y="13415"/>
                    <a:pt x="11286" y="13420"/>
                  </a:cubicBezTo>
                  <a:cubicBezTo>
                    <a:pt x="10113" y="13420"/>
                    <a:pt x="9527" y="12003"/>
                    <a:pt x="10354" y="11176"/>
                  </a:cubicBezTo>
                  <a:cubicBezTo>
                    <a:pt x="10623" y="10907"/>
                    <a:pt x="10954" y="10787"/>
                    <a:pt x="11278" y="10787"/>
                  </a:cubicBezTo>
                  <a:close/>
                  <a:moveTo>
                    <a:pt x="783" y="0"/>
                  </a:moveTo>
                  <a:cubicBezTo>
                    <a:pt x="561" y="0"/>
                    <a:pt x="344" y="107"/>
                    <a:pt x="212" y="305"/>
                  </a:cubicBezTo>
                  <a:cubicBezTo>
                    <a:pt x="1" y="622"/>
                    <a:pt x="87" y="1045"/>
                    <a:pt x="400" y="1256"/>
                  </a:cubicBezTo>
                  <a:cubicBezTo>
                    <a:pt x="1122" y="1746"/>
                    <a:pt x="1209" y="1871"/>
                    <a:pt x="1327" y="1871"/>
                  </a:cubicBezTo>
                  <a:cubicBezTo>
                    <a:pt x="1340" y="1871"/>
                    <a:pt x="1354" y="1869"/>
                    <a:pt x="1370" y="1866"/>
                  </a:cubicBezTo>
                  <a:cubicBezTo>
                    <a:pt x="1500" y="1842"/>
                    <a:pt x="1524" y="1727"/>
                    <a:pt x="1625" y="1597"/>
                  </a:cubicBezTo>
                  <a:lnTo>
                    <a:pt x="2129" y="1933"/>
                  </a:lnTo>
                  <a:lnTo>
                    <a:pt x="2129" y="6670"/>
                  </a:lnTo>
                  <a:cubicBezTo>
                    <a:pt x="875" y="7324"/>
                    <a:pt x="92" y="8625"/>
                    <a:pt x="92" y="10038"/>
                  </a:cubicBezTo>
                  <a:cubicBezTo>
                    <a:pt x="97" y="11450"/>
                    <a:pt x="885" y="12747"/>
                    <a:pt x="2139" y="13401"/>
                  </a:cubicBezTo>
                  <a:cubicBezTo>
                    <a:pt x="2691" y="13688"/>
                    <a:pt x="3293" y="13831"/>
                    <a:pt x="3893" y="13831"/>
                  </a:cubicBezTo>
                  <a:cubicBezTo>
                    <a:pt x="4657" y="13831"/>
                    <a:pt x="5418" y="13600"/>
                    <a:pt x="6068" y="13146"/>
                  </a:cubicBezTo>
                  <a:cubicBezTo>
                    <a:pt x="7226" y="12339"/>
                    <a:pt x="7841" y="10955"/>
                    <a:pt x="7663" y="9553"/>
                  </a:cubicBezTo>
                  <a:lnTo>
                    <a:pt x="11074" y="9553"/>
                  </a:lnTo>
                  <a:lnTo>
                    <a:pt x="11074" y="10384"/>
                  </a:lnTo>
                  <a:cubicBezTo>
                    <a:pt x="9638" y="10557"/>
                    <a:pt x="9032" y="12305"/>
                    <a:pt x="10056" y="13324"/>
                  </a:cubicBezTo>
                  <a:cubicBezTo>
                    <a:pt x="10404" y="13672"/>
                    <a:pt x="10839" y="13831"/>
                    <a:pt x="11266" y="13831"/>
                  </a:cubicBezTo>
                  <a:cubicBezTo>
                    <a:pt x="12087" y="13831"/>
                    <a:pt x="12882" y="13247"/>
                    <a:pt x="12996" y="12305"/>
                  </a:cubicBezTo>
                  <a:lnTo>
                    <a:pt x="13966" y="12305"/>
                  </a:lnTo>
                  <a:cubicBezTo>
                    <a:pt x="14077" y="12305"/>
                    <a:pt x="14173" y="12214"/>
                    <a:pt x="14173" y="12099"/>
                  </a:cubicBezTo>
                  <a:cubicBezTo>
                    <a:pt x="14168" y="11988"/>
                    <a:pt x="14077" y="11897"/>
                    <a:pt x="13966" y="11897"/>
                  </a:cubicBezTo>
                  <a:lnTo>
                    <a:pt x="13005" y="11897"/>
                  </a:lnTo>
                  <a:cubicBezTo>
                    <a:pt x="12905" y="11109"/>
                    <a:pt x="12285" y="10485"/>
                    <a:pt x="11492" y="10393"/>
                  </a:cubicBezTo>
                  <a:lnTo>
                    <a:pt x="11492" y="8481"/>
                  </a:lnTo>
                  <a:cubicBezTo>
                    <a:pt x="11492" y="8342"/>
                    <a:pt x="11389" y="8272"/>
                    <a:pt x="11286" y="8272"/>
                  </a:cubicBezTo>
                  <a:cubicBezTo>
                    <a:pt x="11182" y="8272"/>
                    <a:pt x="11079" y="8342"/>
                    <a:pt x="11079" y="8481"/>
                  </a:cubicBezTo>
                  <a:lnTo>
                    <a:pt x="11079" y="9144"/>
                  </a:lnTo>
                  <a:lnTo>
                    <a:pt x="7596" y="9144"/>
                  </a:lnTo>
                  <a:cubicBezTo>
                    <a:pt x="7184" y="7419"/>
                    <a:pt x="5616" y="6228"/>
                    <a:pt x="3893" y="6228"/>
                  </a:cubicBezTo>
                  <a:cubicBezTo>
                    <a:pt x="3447" y="6228"/>
                    <a:pt x="2991" y="6307"/>
                    <a:pt x="2542" y="6478"/>
                  </a:cubicBezTo>
                  <a:lnTo>
                    <a:pt x="2542" y="5013"/>
                  </a:lnTo>
                  <a:lnTo>
                    <a:pt x="8379" y="5013"/>
                  </a:lnTo>
                  <a:cubicBezTo>
                    <a:pt x="9811" y="5013"/>
                    <a:pt x="10997" y="6137"/>
                    <a:pt x="11074" y="7569"/>
                  </a:cubicBezTo>
                  <a:cubicBezTo>
                    <a:pt x="11081" y="7699"/>
                    <a:pt x="11179" y="7762"/>
                    <a:pt x="11278" y="7762"/>
                  </a:cubicBezTo>
                  <a:cubicBezTo>
                    <a:pt x="11386" y="7762"/>
                    <a:pt x="11495" y="7687"/>
                    <a:pt x="11487" y="7545"/>
                  </a:cubicBezTo>
                  <a:cubicBezTo>
                    <a:pt x="11396" y="5897"/>
                    <a:pt x="10032" y="4604"/>
                    <a:pt x="8379" y="4604"/>
                  </a:cubicBezTo>
                  <a:lnTo>
                    <a:pt x="8379" y="3610"/>
                  </a:lnTo>
                  <a:lnTo>
                    <a:pt x="9124" y="3610"/>
                  </a:lnTo>
                  <a:lnTo>
                    <a:pt x="9124" y="3951"/>
                  </a:lnTo>
                  <a:cubicBezTo>
                    <a:pt x="9124" y="4066"/>
                    <a:pt x="9220" y="4158"/>
                    <a:pt x="9335" y="4158"/>
                  </a:cubicBezTo>
                  <a:lnTo>
                    <a:pt x="11257" y="4158"/>
                  </a:lnTo>
                  <a:cubicBezTo>
                    <a:pt x="11665" y="4158"/>
                    <a:pt x="12001" y="3826"/>
                    <a:pt x="12001" y="3413"/>
                  </a:cubicBezTo>
                  <a:lnTo>
                    <a:pt x="12001" y="3403"/>
                  </a:lnTo>
                  <a:cubicBezTo>
                    <a:pt x="12001" y="2990"/>
                    <a:pt x="11665" y="2659"/>
                    <a:pt x="11257" y="2659"/>
                  </a:cubicBezTo>
                  <a:lnTo>
                    <a:pt x="9335" y="2659"/>
                  </a:lnTo>
                  <a:cubicBezTo>
                    <a:pt x="9220" y="2659"/>
                    <a:pt x="9124" y="2750"/>
                    <a:pt x="9124" y="2865"/>
                  </a:cubicBezTo>
                  <a:lnTo>
                    <a:pt x="9124" y="3207"/>
                  </a:lnTo>
                  <a:lnTo>
                    <a:pt x="2542" y="3207"/>
                  </a:lnTo>
                  <a:lnTo>
                    <a:pt x="2542" y="1828"/>
                  </a:lnTo>
                  <a:cubicBezTo>
                    <a:pt x="2542" y="1761"/>
                    <a:pt x="2509" y="1698"/>
                    <a:pt x="2451" y="1655"/>
                  </a:cubicBezTo>
                  <a:lnTo>
                    <a:pt x="1860" y="1256"/>
                  </a:lnTo>
                  <a:lnTo>
                    <a:pt x="2038" y="982"/>
                  </a:lnTo>
                  <a:cubicBezTo>
                    <a:pt x="2100" y="886"/>
                    <a:pt x="2076" y="761"/>
                    <a:pt x="1985" y="694"/>
                  </a:cubicBezTo>
                  <a:cubicBezTo>
                    <a:pt x="1261" y="183"/>
                    <a:pt x="1169" y="116"/>
                    <a:pt x="1169" y="116"/>
                  </a:cubicBezTo>
                  <a:lnTo>
                    <a:pt x="1169" y="116"/>
                  </a:lnTo>
                  <a:cubicBezTo>
                    <a:pt x="1169" y="116"/>
                    <a:pt x="1180" y="124"/>
                    <a:pt x="1179" y="124"/>
                  </a:cubicBezTo>
                  <a:cubicBezTo>
                    <a:pt x="1179" y="124"/>
                    <a:pt x="1176" y="123"/>
                    <a:pt x="1168" y="118"/>
                  </a:cubicBezTo>
                  <a:cubicBezTo>
                    <a:pt x="1050" y="38"/>
                    <a:pt x="915" y="0"/>
                    <a:pt x="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0"/>
            <p:cNvSpPr/>
            <p:nvPr/>
          </p:nvSpPr>
          <p:spPr>
            <a:xfrm>
              <a:off x="6240642" y="2676616"/>
              <a:ext cx="96238" cy="88672"/>
            </a:xfrm>
            <a:custGeom>
              <a:rect b="b" l="l" r="r" t="t"/>
              <a:pathLst>
                <a:path extrusionOk="0" h="3387" w="3676">
                  <a:moveTo>
                    <a:pt x="1375" y="0"/>
                  </a:moveTo>
                  <a:cubicBezTo>
                    <a:pt x="1355" y="0"/>
                    <a:pt x="1334" y="3"/>
                    <a:pt x="1312" y="9"/>
                  </a:cubicBezTo>
                  <a:cubicBezTo>
                    <a:pt x="500" y="269"/>
                    <a:pt x="0" y="1081"/>
                    <a:pt x="130" y="1921"/>
                  </a:cubicBezTo>
                  <a:cubicBezTo>
                    <a:pt x="259" y="2762"/>
                    <a:pt x="985" y="3386"/>
                    <a:pt x="1835" y="3386"/>
                  </a:cubicBezTo>
                  <a:cubicBezTo>
                    <a:pt x="2690" y="3386"/>
                    <a:pt x="3416" y="2762"/>
                    <a:pt x="3545" y="1921"/>
                  </a:cubicBezTo>
                  <a:cubicBezTo>
                    <a:pt x="3675" y="1081"/>
                    <a:pt x="3175" y="269"/>
                    <a:pt x="2364" y="9"/>
                  </a:cubicBezTo>
                  <a:cubicBezTo>
                    <a:pt x="2341" y="3"/>
                    <a:pt x="2320" y="0"/>
                    <a:pt x="2300" y="0"/>
                  </a:cubicBezTo>
                  <a:cubicBezTo>
                    <a:pt x="2086" y="0"/>
                    <a:pt x="2006" y="325"/>
                    <a:pt x="2239" y="408"/>
                  </a:cubicBezTo>
                  <a:cubicBezTo>
                    <a:pt x="2854" y="605"/>
                    <a:pt x="3238" y="1220"/>
                    <a:pt x="3137" y="1864"/>
                  </a:cubicBezTo>
                  <a:cubicBezTo>
                    <a:pt x="3036" y="2503"/>
                    <a:pt x="2489" y="2978"/>
                    <a:pt x="1840" y="2978"/>
                  </a:cubicBezTo>
                  <a:cubicBezTo>
                    <a:pt x="1187" y="2978"/>
                    <a:pt x="639" y="2503"/>
                    <a:pt x="538" y="1864"/>
                  </a:cubicBezTo>
                  <a:cubicBezTo>
                    <a:pt x="437" y="1220"/>
                    <a:pt x="821" y="605"/>
                    <a:pt x="1436" y="408"/>
                  </a:cubicBezTo>
                  <a:cubicBezTo>
                    <a:pt x="1669" y="325"/>
                    <a:pt x="1589" y="0"/>
                    <a:pt x="13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80"/>
          <p:cNvGrpSpPr/>
          <p:nvPr/>
        </p:nvGrpSpPr>
        <p:grpSpPr>
          <a:xfrm>
            <a:off x="7957893" y="2454479"/>
            <a:ext cx="375081" cy="368169"/>
            <a:chOff x="7957893" y="2454479"/>
            <a:chExt cx="375081" cy="368169"/>
          </a:xfrm>
        </p:grpSpPr>
        <p:sp>
          <p:nvSpPr>
            <p:cNvPr id="8974" name="Google Shape;8974;p80"/>
            <p:cNvSpPr/>
            <p:nvPr/>
          </p:nvSpPr>
          <p:spPr>
            <a:xfrm>
              <a:off x="8023159" y="2461521"/>
              <a:ext cx="40291" cy="46941"/>
            </a:xfrm>
            <a:custGeom>
              <a:rect b="b" l="l" r="r" t="t"/>
              <a:pathLst>
                <a:path extrusionOk="0" h="1793" w="1539">
                  <a:moveTo>
                    <a:pt x="376" y="1"/>
                  </a:moveTo>
                  <a:cubicBezTo>
                    <a:pt x="169" y="1"/>
                    <a:pt x="1" y="169"/>
                    <a:pt x="1" y="375"/>
                  </a:cubicBezTo>
                  <a:lnTo>
                    <a:pt x="1" y="1413"/>
                  </a:lnTo>
                  <a:cubicBezTo>
                    <a:pt x="1" y="1625"/>
                    <a:pt x="169" y="1793"/>
                    <a:pt x="376" y="1793"/>
                  </a:cubicBezTo>
                  <a:lnTo>
                    <a:pt x="640" y="1793"/>
                  </a:lnTo>
                  <a:cubicBezTo>
                    <a:pt x="1139" y="1793"/>
                    <a:pt x="1538" y="1389"/>
                    <a:pt x="1538" y="894"/>
                  </a:cubicBezTo>
                  <a:cubicBezTo>
                    <a:pt x="1538" y="400"/>
                    <a:pt x="1139" y="1"/>
                    <a:pt x="64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0"/>
            <p:cNvSpPr/>
            <p:nvPr/>
          </p:nvSpPr>
          <p:spPr>
            <a:xfrm>
              <a:off x="8023159" y="2461390"/>
              <a:ext cx="22934" cy="46941"/>
            </a:xfrm>
            <a:custGeom>
              <a:rect b="b" l="l" r="r" t="t"/>
              <a:pathLst>
                <a:path extrusionOk="0" h="1793" w="876">
                  <a:moveTo>
                    <a:pt x="380" y="1"/>
                  </a:moveTo>
                  <a:cubicBezTo>
                    <a:pt x="174" y="1"/>
                    <a:pt x="6" y="169"/>
                    <a:pt x="1" y="376"/>
                  </a:cubicBezTo>
                  <a:lnTo>
                    <a:pt x="1" y="1418"/>
                  </a:lnTo>
                  <a:cubicBezTo>
                    <a:pt x="6" y="1625"/>
                    <a:pt x="174" y="1793"/>
                    <a:pt x="380" y="1793"/>
                  </a:cubicBezTo>
                  <a:lnTo>
                    <a:pt x="645" y="1793"/>
                  </a:lnTo>
                  <a:cubicBezTo>
                    <a:pt x="721" y="1793"/>
                    <a:pt x="798" y="1783"/>
                    <a:pt x="875" y="1764"/>
                  </a:cubicBezTo>
                  <a:cubicBezTo>
                    <a:pt x="736" y="1706"/>
                    <a:pt x="645" y="1567"/>
                    <a:pt x="645" y="1418"/>
                  </a:cubicBezTo>
                  <a:lnTo>
                    <a:pt x="645" y="376"/>
                  </a:lnTo>
                  <a:cubicBezTo>
                    <a:pt x="645" y="227"/>
                    <a:pt x="736" y="87"/>
                    <a:pt x="875" y="30"/>
                  </a:cubicBezTo>
                  <a:cubicBezTo>
                    <a:pt x="798" y="11"/>
                    <a:pt x="721" y="1"/>
                    <a:pt x="645"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0"/>
            <p:cNvSpPr/>
            <p:nvPr/>
          </p:nvSpPr>
          <p:spPr>
            <a:xfrm>
              <a:off x="8109710" y="2461521"/>
              <a:ext cx="40265" cy="46941"/>
            </a:xfrm>
            <a:custGeom>
              <a:rect b="b" l="l" r="r" t="t"/>
              <a:pathLst>
                <a:path extrusionOk="0" h="1793" w="1538">
                  <a:moveTo>
                    <a:pt x="898" y="1"/>
                  </a:moveTo>
                  <a:cubicBezTo>
                    <a:pt x="399" y="1"/>
                    <a:pt x="0" y="400"/>
                    <a:pt x="0" y="894"/>
                  </a:cubicBezTo>
                  <a:cubicBezTo>
                    <a:pt x="0" y="1389"/>
                    <a:pt x="399" y="1793"/>
                    <a:pt x="898" y="1793"/>
                  </a:cubicBezTo>
                  <a:lnTo>
                    <a:pt x="1163" y="1793"/>
                  </a:lnTo>
                  <a:cubicBezTo>
                    <a:pt x="1369" y="1793"/>
                    <a:pt x="1537" y="1625"/>
                    <a:pt x="1537" y="1413"/>
                  </a:cubicBezTo>
                  <a:lnTo>
                    <a:pt x="1537" y="375"/>
                  </a:lnTo>
                  <a:cubicBezTo>
                    <a:pt x="1537" y="169"/>
                    <a:pt x="1369" y="1"/>
                    <a:pt x="116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0"/>
            <p:cNvSpPr/>
            <p:nvPr/>
          </p:nvSpPr>
          <p:spPr>
            <a:xfrm>
              <a:off x="8127068" y="2461390"/>
              <a:ext cx="23143" cy="47333"/>
            </a:xfrm>
            <a:custGeom>
              <a:rect b="b" l="l" r="r" t="t"/>
              <a:pathLst>
                <a:path extrusionOk="0" h="1808" w="884">
                  <a:moveTo>
                    <a:pt x="240" y="1"/>
                  </a:moveTo>
                  <a:cubicBezTo>
                    <a:pt x="159" y="1"/>
                    <a:pt x="77" y="11"/>
                    <a:pt x="0" y="35"/>
                  </a:cubicBezTo>
                  <a:cubicBezTo>
                    <a:pt x="135" y="97"/>
                    <a:pt x="226" y="232"/>
                    <a:pt x="226" y="385"/>
                  </a:cubicBezTo>
                  <a:lnTo>
                    <a:pt x="226" y="1423"/>
                  </a:lnTo>
                  <a:cubicBezTo>
                    <a:pt x="221" y="1572"/>
                    <a:pt x="135" y="1711"/>
                    <a:pt x="0" y="1774"/>
                  </a:cubicBezTo>
                  <a:cubicBezTo>
                    <a:pt x="77" y="1798"/>
                    <a:pt x="159" y="1807"/>
                    <a:pt x="240" y="1807"/>
                  </a:cubicBezTo>
                  <a:lnTo>
                    <a:pt x="504" y="1807"/>
                  </a:lnTo>
                  <a:cubicBezTo>
                    <a:pt x="711" y="1807"/>
                    <a:pt x="879" y="1639"/>
                    <a:pt x="879" y="1428"/>
                  </a:cubicBezTo>
                  <a:lnTo>
                    <a:pt x="879" y="390"/>
                  </a:lnTo>
                  <a:cubicBezTo>
                    <a:pt x="884" y="174"/>
                    <a:pt x="716" y="1"/>
                    <a:pt x="504"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0"/>
            <p:cNvSpPr/>
            <p:nvPr/>
          </p:nvSpPr>
          <p:spPr>
            <a:xfrm>
              <a:off x="8217232" y="2615355"/>
              <a:ext cx="103149" cy="103018"/>
            </a:xfrm>
            <a:custGeom>
              <a:rect b="b" l="l" r="r" t="t"/>
              <a:pathLst>
                <a:path extrusionOk="0" h="3935" w="3940">
                  <a:moveTo>
                    <a:pt x="1973" y="0"/>
                  </a:moveTo>
                  <a:cubicBezTo>
                    <a:pt x="1839" y="0"/>
                    <a:pt x="1706" y="14"/>
                    <a:pt x="1576" y="43"/>
                  </a:cubicBezTo>
                  <a:cubicBezTo>
                    <a:pt x="803" y="216"/>
                    <a:pt x="1" y="966"/>
                    <a:pt x="5" y="1970"/>
                  </a:cubicBezTo>
                  <a:cubicBezTo>
                    <a:pt x="10" y="3003"/>
                    <a:pt x="865" y="3935"/>
                    <a:pt x="1975" y="3935"/>
                  </a:cubicBezTo>
                  <a:cubicBezTo>
                    <a:pt x="3080" y="3935"/>
                    <a:pt x="3940" y="3003"/>
                    <a:pt x="3940" y="1970"/>
                  </a:cubicBezTo>
                  <a:cubicBezTo>
                    <a:pt x="3940" y="1076"/>
                    <a:pt x="3291" y="264"/>
                    <a:pt x="2369" y="43"/>
                  </a:cubicBezTo>
                  <a:cubicBezTo>
                    <a:pt x="2239" y="14"/>
                    <a:pt x="2106" y="0"/>
                    <a:pt x="197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0"/>
            <p:cNvSpPr/>
            <p:nvPr/>
          </p:nvSpPr>
          <p:spPr>
            <a:xfrm>
              <a:off x="8254721" y="2615250"/>
              <a:ext cx="68068" cy="102992"/>
            </a:xfrm>
            <a:custGeom>
              <a:rect b="b" l="l" r="r" t="t"/>
              <a:pathLst>
                <a:path extrusionOk="0" h="3934" w="2600">
                  <a:moveTo>
                    <a:pt x="538" y="0"/>
                  </a:moveTo>
                  <a:cubicBezTo>
                    <a:pt x="406" y="0"/>
                    <a:pt x="274" y="16"/>
                    <a:pt x="144" y="47"/>
                  </a:cubicBezTo>
                  <a:cubicBezTo>
                    <a:pt x="91" y="57"/>
                    <a:pt x="48" y="67"/>
                    <a:pt x="0" y="81"/>
                  </a:cubicBezTo>
                  <a:cubicBezTo>
                    <a:pt x="846" y="316"/>
                    <a:pt x="1432" y="1090"/>
                    <a:pt x="1432" y="1969"/>
                  </a:cubicBezTo>
                  <a:cubicBezTo>
                    <a:pt x="1432" y="2848"/>
                    <a:pt x="846" y="3622"/>
                    <a:pt x="0" y="3857"/>
                  </a:cubicBezTo>
                  <a:cubicBezTo>
                    <a:pt x="178" y="3910"/>
                    <a:pt x="356" y="3934"/>
                    <a:pt x="538" y="3934"/>
                  </a:cubicBezTo>
                  <a:cubicBezTo>
                    <a:pt x="541" y="3934"/>
                    <a:pt x="545" y="3934"/>
                    <a:pt x="548" y="3934"/>
                  </a:cubicBezTo>
                  <a:cubicBezTo>
                    <a:pt x="1552" y="3934"/>
                    <a:pt x="2398" y="3172"/>
                    <a:pt x="2498" y="2166"/>
                  </a:cubicBezTo>
                  <a:cubicBezTo>
                    <a:pt x="2599" y="1162"/>
                    <a:pt x="1922" y="244"/>
                    <a:pt x="932" y="47"/>
                  </a:cubicBezTo>
                  <a:cubicBezTo>
                    <a:pt x="802" y="16"/>
                    <a:pt x="670" y="0"/>
                    <a:pt x="538"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0"/>
            <p:cNvSpPr/>
            <p:nvPr/>
          </p:nvSpPr>
          <p:spPr>
            <a:xfrm>
              <a:off x="8245401" y="2649415"/>
              <a:ext cx="40893" cy="34950"/>
            </a:xfrm>
            <a:custGeom>
              <a:rect b="b" l="l" r="r" t="t"/>
              <a:pathLst>
                <a:path extrusionOk="0" h="1335" w="1562">
                  <a:moveTo>
                    <a:pt x="894" y="1"/>
                  </a:moveTo>
                  <a:cubicBezTo>
                    <a:pt x="299" y="1"/>
                    <a:pt x="1" y="717"/>
                    <a:pt x="419" y="1140"/>
                  </a:cubicBezTo>
                  <a:cubicBezTo>
                    <a:pt x="555" y="1274"/>
                    <a:pt x="722" y="1335"/>
                    <a:pt x="887" y="1335"/>
                  </a:cubicBezTo>
                  <a:cubicBezTo>
                    <a:pt x="1231" y="1335"/>
                    <a:pt x="1562" y="1069"/>
                    <a:pt x="1562" y="669"/>
                  </a:cubicBezTo>
                  <a:cubicBezTo>
                    <a:pt x="1562" y="299"/>
                    <a:pt x="1264" y="1"/>
                    <a:pt x="89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0"/>
            <p:cNvSpPr/>
            <p:nvPr/>
          </p:nvSpPr>
          <p:spPr>
            <a:xfrm>
              <a:off x="7965328" y="2545559"/>
              <a:ext cx="241877" cy="183496"/>
            </a:xfrm>
            <a:custGeom>
              <a:rect b="b" l="l" r="r" t="t"/>
              <a:pathLst>
                <a:path extrusionOk="0" h="7009" w="9239">
                  <a:moveTo>
                    <a:pt x="590" y="0"/>
                  </a:moveTo>
                  <a:cubicBezTo>
                    <a:pt x="566" y="0"/>
                    <a:pt x="543" y="2"/>
                    <a:pt x="519" y="5"/>
                  </a:cubicBezTo>
                  <a:cubicBezTo>
                    <a:pt x="216" y="38"/>
                    <a:pt x="0" y="312"/>
                    <a:pt x="34" y="615"/>
                  </a:cubicBezTo>
                  <a:lnTo>
                    <a:pt x="293" y="2719"/>
                  </a:lnTo>
                  <a:cubicBezTo>
                    <a:pt x="485" y="4247"/>
                    <a:pt x="1782" y="5390"/>
                    <a:pt x="3324" y="5395"/>
                  </a:cubicBezTo>
                  <a:lnTo>
                    <a:pt x="4064" y="5395"/>
                  </a:lnTo>
                  <a:lnTo>
                    <a:pt x="4064" y="6456"/>
                  </a:lnTo>
                  <a:cubicBezTo>
                    <a:pt x="4064" y="6764"/>
                    <a:pt x="4314" y="7009"/>
                    <a:pt x="4622" y="7009"/>
                  </a:cubicBezTo>
                  <a:cubicBezTo>
                    <a:pt x="4929" y="7009"/>
                    <a:pt x="5179" y="6764"/>
                    <a:pt x="5179" y="6456"/>
                  </a:cubicBezTo>
                  <a:lnTo>
                    <a:pt x="5179" y="5395"/>
                  </a:lnTo>
                  <a:lnTo>
                    <a:pt x="5914" y="5395"/>
                  </a:lnTo>
                  <a:cubicBezTo>
                    <a:pt x="7456" y="5390"/>
                    <a:pt x="8753" y="4247"/>
                    <a:pt x="8945" y="2719"/>
                  </a:cubicBezTo>
                  <a:lnTo>
                    <a:pt x="9205" y="615"/>
                  </a:lnTo>
                  <a:cubicBezTo>
                    <a:pt x="9238" y="312"/>
                    <a:pt x="9022" y="38"/>
                    <a:pt x="8719" y="5"/>
                  </a:cubicBezTo>
                  <a:cubicBezTo>
                    <a:pt x="8696" y="2"/>
                    <a:pt x="8672" y="0"/>
                    <a:pt x="8648" y="0"/>
                  </a:cubicBezTo>
                  <a:cubicBezTo>
                    <a:pt x="8375" y="0"/>
                    <a:pt x="8139" y="201"/>
                    <a:pt x="8100" y="480"/>
                  </a:cubicBezTo>
                  <a:lnTo>
                    <a:pt x="7840" y="2584"/>
                  </a:lnTo>
                  <a:cubicBezTo>
                    <a:pt x="7715" y="3555"/>
                    <a:pt x="6894" y="4280"/>
                    <a:pt x="5919" y="4285"/>
                  </a:cubicBezTo>
                  <a:lnTo>
                    <a:pt x="3320" y="4285"/>
                  </a:lnTo>
                  <a:cubicBezTo>
                    <a:pt x="2344" y="4280"/>
                    <a:pt x="1523" y="3555"/>
                    <a:pt x="1398" y="2584"/>
                  </a:cubicBezTo>
                  <a:lnTo>
                    <a:pt x="1139" y="480"/>
                  </a:lnTo>
                  <a:cubicBezTo>
                    <a:pt x="1099" y="201"/>
                    <a:pt x="863" y="0"/>
                    <a:pt x="590"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0"/>
            <p:cNvSpPr/>
            <p:nvPr/>
          </p:nvSpPr>
          <p:spPr>
            <a:xfrm>
              <a:off x="8246658" y="2644022"/>
              <a:ext cx="53983" cy="46234"/>
            </a:xfrm>
            <a:custGeom>
              <a:rect b="b" l="l" r="r" t="t"/>
              <a:pathLst>
                <a:path extrusionOk="0" h="1766" w="2062">
                  <a:moveTo>
                    <a:pt x="885" y="414"/>
                  </a:moveTo>
                  <a:cubicBezTo>
                    <a:pt x="1144" y="414"/>
                    <a:pt x="1351" y="625"/>
                    <a:pt x="1351" y="884"/>
                  </a:cubicBezTo>
                  <a:cubicBezTo>
                    <a:pt x="1351" y="1167"/>
                    <a:pt x="1120" y="1353"/>
                    <a:pt x="880" y="1353"/>
                  </a:cubicBezTo>
                  <a:cubicBezTo>
                    <a:pt x="765" y="1353"/>
                    <a:pt x="648" y="1311"/>
                    <a:pt x="553" y="1216"/>
                  </a:cubicBezTo>
                  <a:cubicBezTo>
                    <a:pt x="255" y="918"/>
                    <a:pt x="467" y="414"/>
                    <a:pt x="885" y="414"/>
                  </a:cubicBezTo>
                  <a:close/>
                  <a:moveTo>
                    <a:pt x="885" y="0"/>
                  </a:moveTo>
                  <a:cubicBezTo>
                    <a:pt x="395" y="0"/>
                    <a:pt x="1" y="394"/>
                    <a:pt x="1" y="884"/>
                  </a:cubicBezTo>
                  <a:cubicBezTo>
                    <a:pt x="1" y="1414"/>
                    <a:pt x="435" y="1765"/>
                    <a:pt x="888" y="1765"/>
                  </a:cubicBezTo>
                  <a:cubicBezTo>
                    <a:pt x="1105" y="1765"/>
                    <a:pt x="1325" y="1685"/>
                    <a:pt x="1504" y="1504"/>
                  </a:cubicBezTo>
                  <a:cubicBezTo>
                    <a:pt x="2062" y="952"/>
                    <a:pt x="1668" y="0"/>
                    <a:pt x="8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0"/>
            <p:cNvSpPr/>
            <p:nvPr/>
          </p:nvSpPr>
          <p:spPr>
            <a:xfrm>
              <a:off x="7957893" y="2454479"/>
              <a:ext cx="375081" cy="368169"/>
            </a:xfrm>
            <a:custGeom>
              <a:rect b="b" l="l" r="r" t="t"/>
              <a:pathLst>
                <a:path extrusionOk="0" h="14063" w="14327">
                  <a:moveTo>
                    <a:pt x="3104" y="409"/>
                  </a:moveTo>
                  <a:cubicBezTo>
                    <a:pt x="3484" y="409"/>
                    <a:pt x="3796" y="721"/>
                    <a:pt x="3796" y="1101"/>
                  </a:cubicBezTo>
                  <a:lnTo>
                    <a:pt x="3796" y="1120"/>
                  </a:lnTo>
                  <a:cubicBezTo>
                    <a:pt x="3796" y="1500"/>
                    <a:pt x="3484" y="1812"/>
                    <a:pt x="3104" y="1812"/>
                  </a:cubicBezTo>
                  <a:lnTo>
                    <a:pt x="2821" y="1812"/>
                  </a:lnTo>
                  <a:cubicBezTo>
                    <a:pt x="2724" y="1812"/>
                    <a:pt x="2648" y="1735"/>
                    <a:pt x="2648" y="1639"/>
                  </a:cubicBezTo>
                  <a:lnTo>
                    <a:pt x="2648" y="582"/>
                  </a:lnTo>
                  <a:cubicBezTo>
                    <a:pt x="2652" y="486"/>
                    <a:pt x="2729" y="409"/>
                    <a:pt x="2821" y="409"/>
                  </a:cubicBezTo>
                  <a:close/>
                  <a:moveTo>
                    <a:pt x="6962" y="409"/>
                  </a:moveTo>
                  <a:cubicBezTo>
                    <a:pt x="7058" y="409"/>
                    <a:pt x="7135" y="486"/>
                    <a:pt x="7135" y="582"/>
                  </a:cubicBezTo>
                  <a:lnTo>
                    <a:pt x="7135" y="1639"/>
                  </a:lnTo>
                  <a:cubicBezTo>
                    <a:pt x="7135" y="1735"/>
                    <a:pt x="7058" y="1812"/>
                    <a:pt x="6962" y="1812"/>
                  </a:cubicBezTo>
                  <a:lnTo>
                    <a:pt x="6678" y="1812"/>
                  </a:lnTo>
                  <a:cubicBezTo>
                    <a:pt x="6299" y="1812"/>
                    <a:pt x="5986" y="1500"/>
                    <a:pt x="5986" y="1120"/>
                  </a:cubicBezTo>
                  <a:lnTo>
                    <a:pt x="5986" y="1101"/>
                  </a:lnTo>
                  <a:cubicBezTo>
                    <a:pt x="5986" y="721"/>
                    <a:pt x="6299" y="409"/>
                    <a:pt x="6678" y="409"/>
                  </a:cubicBezTo>
                  <a:close/>
                  <a:moveTo>
                    <a:pt x="2821" y="1"/>
                  </a:moveTo>
                  <a:cubicBezTo>
                    <a:pt x="2499" y="1"/>
                    <a:pt x="2234" y="260"/>
                    <a:pt x="2234" y="582"/>
                  </a:cubicBezTo>
                  <a:lnTo>
                    <a:pt x="2234" y="904"/>
                  </a:lnTo>
                  <a:lnTo>
                    <a:pt x="1768" y="904"/>
                  </a:lnTo>
                  <a:cubicBezTo>
                    <a:pt x="1086" y="904"/>
                    <a:pt x="534" y="1461"/>
                    <a:pt x="534" y="2143"/>
                  </a:cubicBezTo>
                  <a:lnTo>
                    <a:pt x="534" y="3282"/>
                  </a:lnTo>
                  <a:cubicBezTo>
                    <a:pt x="202" y="3412"/>
                    <a:pt x="1" y="3748"/>
                    <a:pt x="44" y="4099"/>
                  </a:cubicBezTo>
                  <a:lnTo>
                    <a:pt x="308" y="6217"/>
                  </a:lnTo>
                  <a:cubicBezTo>
                    <a:pt x="515" y="7865"/>
                    <a:pt x="1913" y="9100"/>
                    <a:pt x="3570" y="9100"/>
                  </a:cubicBezTo>
                  <a:lnTo>
                    <a:pt x="4108" y="9100"/>
                  </a:lnTo>
                  <a:lnTo>
                    <a:pt x="4108" y="9964"/>
                  </a:lnTo>
                  <a:cubicBezTo>
                    <a:pt x="4113" y="10310"/>
                    <a:pt x="4343" y="10613"/>
                    <a:pt x="4675" y="10704"/>
                  </a:cubicBezTo>
                  <a:lnTo>
                    <a:pt x="4675" y="11468"/>
                  </a:lnTo>
                  <a:cubicBezTo>
                    <a:pt x="4675" y="12900"/>
                    <a:pt x="5838" y="14062"/>
                    <a:pt x="7269" y="14062"/>
                  </a:cubicBezTo>
                  <a:lnTo>
                    <a:pt x="9513" y="14062"/>
                  </a:lnTo>
                  <a:cubicBezTo>
                    <a:pt x="10949" y="14062"/>
                    <a:pt x="12107" y="12900"/>
                    <a:pt x="12107" y="11468"/>
                  </a:cubicBezTo>
                  <a:lnTo>
                    <a:pt x="12107" y="10315"/>
                  </a:lnTo>
                  <a:cubicBezTo>
                    <a:pt x="12626" y="10272"/>
                    <a:pt x="13111" y="10046"/>
                    <a:pt x="13476" y="9681"/>
                  </a:cubicBezTo>
                  <a:cubicBezTo>
                    <a:pt x="14206" y="8941"/>
                    <a:pt x="14326" y="7793"/>
                    <a:pt x="13755" y="6923"/>
                  </a:cubicBezTo>
                  <a:cubicBezTo>
                    <a:pt x="13709" y="6858"/>
                    <a:pt x="13648" y="6831"/>
                    <a:pt x="13588" y="6831"/>
                  </a:cubicBezTo>
                  <a:cubicBezTo>
                    <a:pt x="13444" y="6831"/>
                    <a:pt x="13307" y="6987"/>
                    <a:pt x="13409" y="7149"/>
                  </a:cubicBezTo>
                  <a:cubicBezTo>
                    <a:pt x="14187" y="8333"/>
                    <a:pt x="13337" y="9902"/>
                    <a:pt x="11926" y="9902"/>
                  </a:cubicBezTo>
                  <a:cubicBezTo>
                    <a:pt x="11917" y="9902"/>
                    <a:pt x="11909" y="9902"/>
                    <a:pt x="11900" y="9902"/>
                  </a:cubicBezTo>
                  <a:cubicBezTo>
                    <a:pt x="10353" y="9902"/>
                    <a:pt x="9551" y="7990"/>
                    <a:pt x="10670" y="6870"/>
                  </a:cubicBezTo>
                  <a:cubicBezTo>
                    <a:pt x="11013" y="6528"/>
                    <a:pt x="11467" y="6350"/>
                    <a:pt x="11926" y="6350"/>
                  </a:cubicBezTo>
                  <a:cubicBezTo>
                    <a:pt x="12264" y="6350"/>
                    <a:pt x="12604" y="6447"/>
                    <a:pt x="12904" y="6645"/>
                  </a:cubicBezTo>
                  <a:cubicBezTo>
                    <a:pt x="12946" y="6675"/>
                    <a:pt x="12989" y="6688"/>
                    <a:pt x="13028" y="6688"/>
                  </a:cubicBezTo>
                  <a:cubicBezTo>
                    <a:pt x="13210" y="6688"/>
                    <a:pt x="13335" y="6417"/>
                    <a:pt x="13130" y="6299"/>
                  </a:cubicBezTo>
                  <a:cubicBezTo>
                    <a:pt x="12752" y="6047"/>
                    <a:pt x="12339" y="5933"/>
                    <a:pt x="11935" y="5933"/>
                  </a:cubicBezTo>
                  <a:cubicBezTo>
                    <a:pt x="10798" y="5933"/>
                    <a:pt x="9734" y="6838"/>
                    <a:pt x="9734" y="8124"/>
                  </a:cubicBezTo>
                  <a:cubicBezTo>
                    <a:pt x="9734" y="9248"/>
                    <a:pt x="10579" y="10185"/>
                    <a:pt x="11694" y="10305"/>
                  </a:cubicBezTo>
                  <a:lnTo>
                    <a:pt x="11694" y="11463"/>
                  </a:lnTo>
                  <a:cubicBezTo>
                    <a:pt x="11689" y="12669"/>
                    <a:pt x="10714" y="13644"/>
                    <a:pt x="9508" y="13644"/>
                  </a:cubicBezTo>
                  <a:lnTo>
                    <a:pt x="7264" y="13644"/>
                  </a:lnTo>
                  <a:cubicBezTo>
                    <a:pt x="6058" y="13644"/>
                    <a:pt x="5083" y="12669"/>
                    <a:pt x="5083" y="11463"/>
                  </a:cubicBezTo>
                  <a:lnTo>
                    <a:pt x="5083" y="10704"/>
                  </a:lnTo>
                  <a:cubicBezTo>
                    <a:pt x="5415" y="10613"/>
                    <a:pt x="5645" y="10310"/>
                    <a:pt x="5645" y="9964"/>
                  </a:cubicBezTo>
                  <a:lnTo>
                    <a:pt x="5645" y="9104"/>
                  </a:lnTo>
                  <a:lnTo>
                    <a:pt x="6188" y="9104"/>
                  </a:lnTo>
                  <a:cubicBezTo>
                    <a:pt x="7846" y="9100"/>
                    <a:pt x="9239" y="7865"/>
                    <a:pt x="9450" y="6222"/>
                  </a:cubicBezTo>
                  <a:lnTo>
                    <a:pt x="9714" y="4099"/>
                  </a:lnTo>
                  <a:cubicBezTo>
                    <a:pt x="9758" y="3757"/>
                    <a:pt x="9565" y="3426"/>
                    <a:pt x="9248" y="3296"/>
                  </a:cubicBezTo>
                  <a:lnTo>
                    <a:pt x="9248" y="2143"/>
                  </a:lnTo>
                  <a:cubicBezTo>
                    <a:pt x="9248" y="1461"/>
                    <a:pt x="8691" y="904"/>
                    <a:pt x="8009" y="904"/>
                  </a:cubicBezTo>
                  <a:lnTo>
                    <a:pt x="7543" y="904"/>
                  </a:lnTo>
                  <a:lnTo>
                    <a:pt x="7543" y="587"/>
                  </a:lnTo>
                  <a:cubicBezTo>
                    <a:pt x="7543" y="260"/>
                    <a:pt x="7279" y="1"/>
                    <a:pt x="6957" y="1"/>
                  </a:cubicBezTo>
                  <a:lnTo>
                    <a:pt x="6678" y="1"/>
                  </a:lnTo>
                  <a:cubicBezTo>
                    <a:pt x="6068" y="1"/>
                    <a:pt x="5573" y="496"/>
                    <a:pt x="5573" y="1106"/>
                  </a:cubicBezTo>
                  <a:lnTo>
                    <a:pt x="5573" y="1120"/>
                  </a:lnTo>
                  <a:cubicBezTo>
                    <a:pt x="5573" y="1730"/>
                    <a:pt x="6068" y="2225"/>
                    <a:pt x="6678" y="2225"/>
                  </a:cubicBezTo>
                  <a:lnTo>
                    <a:pt x="6957" y="2225"/>
                  </a:lnTo>
                  <a:cubicBezTo>
                    <a:pt x="7279" y="2225"/>
                    <a:pt x="7543" y="1961"/>
                    <a:pt x="7543" y="1639"/>
                  </a:cubicBezTo>
                  <a:lnTo>
                    <a:pt x="7543" y="1312"/>
                  </a:lnTo>
                  <a:lnTo>
                    <a:pt x="8009" y="1312"/>
                  </a:lnTo>
                  <a:cubicBezTo>
                    <a:pt x="8465" y="1312"/>
                    <a:pt x="8835" y="1682"/>
                    <a:pt x="8835" y="2139"/>
                  </a:cubicBezTo>
                  <a:lnTo>
                    <a:pt x="8835" y="3239"/>
                  </a:lnTo>
                  <a:cubicBezTo>
                    <a:pt x="8494" y="3291"/>
                    <a:pt x="8230" y="3561"/>
                    <a:pt x="8187" y="3902"/>
                  </a:cubicBezTo>
                  <a:lnTo>
                    <a:pt x="7922" y="6025"/>
                  </a:lnTo>
                  <a:cubicBezTo>
                    <a:pt x="7812" y="6899"/>
                    <a:pt x="7067" y="7557"/>
                    <a:pt x="6188" y="7557"/>
                  </a:cubicBezTo>
                  <a:lnTo>
                    <a:pt x="5295" y="7557"/>
                  </a:lnTo>
                  <a:cubicBezTo>
                    <a:pt x="5021" y="7557"/>
                    <a:pt x="5021" y="7966"/>
                    <a:pt x="5295" y="7966"/>
                  </a:cubicBezTo>
                  <a:lnTo>
                    <a:pt x="6188" y="7966"/>
                  </a:lnTo>
                  <a:cubicBezTo>
                    <a:pt x="7279" y="7966"/>
                    <a:pt x="8201" y="7154"/>
                    <a:pt x="8336" y="6073"/>
                  </a:cubicBezTo>
                  <a:lnTo>
                    <a:pt x="8600" y="3950"/>
                  </a:lnTo>
                  <a:cubicBezTo>
                    <a:pt x="8622" y="3770"/>
                    <a:pt x="8771" y="3638"/>
                    <a:pt x="8943" y="3638"/>
                  </a:cubicBezTo>
                  <a:cubicBezTo>
                    <a:pt x="8960" y="3638"/>
                    <a:pt x="8977" y="3640"/>
                    <a:pt x="8994" y="3642"/>
                  </a:cubicBezTo>
                  <a:cubicBezTo>
                    <a:pt x="9191" y="3666"/>
                    <a:pt x="9330" y="3844"/>
                    <a:pt x="9306" y="4041"/>
                  </a:cubicBezTo>
                  <a:lnTo>
                    <a:pt x="9042" y="6159"/>
                  </a:lnTo>
                  <a:cubicBezTo>
                    <a:pt x="8859" y="7601"/>
                    <a:pt x="7639" y="8677"/>
                    <a:pt x="6188" y="8682"/>
                  </a:cubicBezTo>
                  <a:lnTo>
                    <a:pt x="5444" y="8682"/>
                  </a:lnTo>
                  <a:cubicBezTo>
                    <a:pt x="5328" y="8682"/>
                    <a:pt x="5237" y="8773"/>
                    <a:pt x="5237" y="8888"/>
                  </a:cubicBezTo>
                  <a:lnTo>
                    <a:pt x="5237" y="9955"/>
                  </a:lnTo>
                  <a:cubicBezTo>
                    <a:pt x="5237" y="10152"/>
                    <a:pt x="5078" y="10310"/>
                    <a:pt x="4882" y="10310"/>
                  </a:cubicBezTo>
                  <a:cubicBezTo>
                    <a:pt x="4685" y="10310"/>
                    <a:pt x="4526" y="10152"/>
                    <a:pt x="4526" y="9955"/>
                  </a:cubicBezTo>
                  <a:lnTo>
                    <a:pt x="4526" y="8888"/>
                  </a:lnTo>
                  <a:cubicBezTo>
                    <a:pt x="4526" y="8773"/>
                    <a:pt x="4435" y="8682"/>
                    <a:pt x="4324" y="8682"/>
                  </a:cubicBezTo>
                  <a:lnTo>
                    <a:pt x="3575" y="8682"/>
                  </a:lnTo>
                  <a:cubicBezTo>
                    <a:pt x="2129" y="8677"/>
                    <a:pt x="904" y="7596"/>
                    <a:pt x="721" y="6159"/>
                  </a:cubicBezTo>
                  <a:lnTo>
                    <a:pt x="457" y="4046"/>
                  </a:lnTo>
                  <a:cubicBezTo>
                    <a:pt x="433" y="3849"/>
                    <a:pt x="572" y="3671"/>
                    <a:pt x="769" y="3647"/>
                  </a:cubicBezTo>
                  <a:cubicBezTo>
                    <a:pt x="784" y="3645"/>
                    <a:pt x="798" y="3644"/>
                    <a:pt x="812" y="3644"/>
                  </a:cubicBezTo>
                  <a:cubicBezTo>
                    <a:pt x="987" y="3644"/>
                    <a:pt x="1141" y="3777"/>
                    <a:pt x="1163" y="3954"/>
                  </a:cubicBezTo>
                  <a:lnTo>
                    <a:pt x="1427" y="6078"/>
                  </a:lnTo>
                  <a:cubicBezTo>
                    <a:pt x="1562" y="7159"/>
                    <a:pt x="2484" y="7975"/>
                    <a:pt x="3575" y="7975"/>
                  </a:cubicBezTo>
                  <a:lnTo>
                    <a:pt x="4468" y="7975"/>
                  </a:lnTo>
                  <a:cubicBezTo>
                    <a:pt x="4742" y="7975"/>
                    <a:pt x="4742" y="7562"/>
                    <a:pt x="4468" y="7562"/>
                  </a:cubicBezTo>
                  <a:lnTo>
                    <a:pt x="3575" y="7562"/>
                  </a:lnTo>
                  <a:cubicBezTo>
                    <a:pt x="2691" y="7562"/>
                    <a:pt x="1946" y="6904"/>
                    <a:pt x="1836" y="6030"/>
                  </a:cubicBezTo>
                  <a:lnTo>
                    <a:pt x="1576" y="3906"/>
                  </a:lnTo>
                  <a:cubicBezTo>
                    <a:pt x="1533" y="3575"/>
                    <a:pt x="1278" y="3306"/>
                    <a:pt x="947" y="3248"/>
                  </a:cubicBezTo>
                  <a:lnTo>
                    <a:pt x="947" y="2143"/>
                  </a:lnTo>
                  <a:cubicBezTo>
                    <a:pt x="947" y="1687"/>
                    <a:pt x="1317" y="1317"/>
                    <a:pt x="1773" y="1317"/>
                  </a:cubicBezTo>
                  <a:lnTo>
                    <a:pt x="2239" y="1317"/>
                  </a:lnTo>
                  <a:lnTo>
                    <a:pt x="2239" y="1639"/>
                  </a:lnTo>
                  <a:cubicBezTo>
                    <a:pt x="2239" y="1961"/>
                    <a:pt x="2499" y="2225"/>
                    <a:pt x="2825" y="2225"/>
                  </a:cubicBezTo>
                  <a:lnTo>
                    <a:pt x="3104" y="2225"/>
                  </a:lnTo>
                  <a:cubicBezTo>
                    <a:pt x="3714" y="2225"/>
                    <a:pt x="4209" y="1730"/>
                    <a:pt x="4209" y="1120"/>
                  </a:cubicBezTo>
                  <a:lnTo>
                    <a:pt x="4209" y="1106"/>
                  </a:lnTo>
                  <a:cubicBezTo>
                    <a:pt x="4209" y="496"/>
                    <a:pt x="3714"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80"/>
          <p:cNvGrpSpPr/>
          <p:nvPr/>
        </p:nvGrpSpPr>
        <p:grpSpPr>
          <a:xfrm>
            <a:off x="5738562" y="2454348"/>
            <a:ext cx="368536" cy="368300"/>
            <a:chOff x="5738562" y="2454348"/>
            <a:chExt cx="368536" cy="368300"/>
          </a:xfrm>
        </p:grpSpPr>
        <p:sp>
          <p:nvSpPr>
            <p:cNvPr id="8985" name="Google Shape;8985;p80"/>
            <p:cNvSpPr/>
            <p:nvPr/>
          </p:nvSpPr>
          <p:spPr>
            <a:xfrm>
              <a:off x="5743955" y="2796835"/>
              <a:ext cx="357724" cy="20525"/>
            </a:xfrm>
            <a:custGeom>
              <a:rect b="b" l="l" r="r" t="t"/>
              <a:pathLst>
                <a:path extrusionOk="0" h="784" w="13664">
                  <a:moveTo>
                    <a:pt x="1" y="0"/>
                  </a:moveTo>
                  <a:lnTo>
                    <a:pt x="1" y="783"/>
                  </a:lnTo>
                  <a:lnTo>
                    <a:pt x="13664" y="783"/>
                  </a:lnTo>
                  <a:lnTo>
                    <a:pt x="13664" y="0"/>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0"/>
            <p:cNvSpPr/>
            <p:nvPr/>
          </p:nvSpPr>
          <p:spPr>
            <a:xfrm>
              <a:off x="5743955" y="2796835"/>
              <a:ext cx="357724" cy="9189"/>
            </a:xfrm>
            <a:custGeom>
              <a:rect b="b" l="l" r="r" t="t"/>
              <a:pathLst>
                <a:path extrusionOk="0" h="351" w="13664">
                  <a:moveTo>
                    <a:pt x="1" y="0"/>
                  </a:moveTo>
                  <a:lnTo>
                    <a:pt x="1" y="351"/>
                  </a:lnTo>
                  <a:lnTo>
                    <a:pt x="13664" y="351"/>
                  </a:lnTo>
                  <a:lnTo>
                    <a:pt x="1366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0"/>
            <p:cNvSpPr/>
            <p:nvPr/>
          </p:nvSpPr>
          <p:spPr>
            <a:xfrm>
              <a:off x="5832626" y="2550455"/>
              <a:ext cx="180249" cy="246406"/>
            </a:xfrm>
            <a:custGeom>
              <a:rect b="b" l="l" r="r" t="t"/>
              <a:pathLst>
                <a:path extrusionOk="0" h="9412" w="6885">
                  <a:moveTo>
                    <a:pt x="1" y="0"/>
                  </a:moveTo>
                  <a:lnTo>
                    <a:pt x="1" y="9411"/>
                  </a:lnTo>
                  <a:lnTo>
                    <a:pt x="6885" y="9411"/>
                  </a:lnTo>
                  <a:lnTo>
                    <a:pt x="6885" y="0"/>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0"/>
            <p:cNvSpPr/>
            <p:nvPr/>
          </p:nvSpPr>
          <p:spPr>
            <a:xfrm>
              <a:off x="5818934" y="2530951"/>
              <a:ext cx="207529" cy="19530"/>
            </a:xfrm>
            <a:custGeom>
              <a:rect b="b" l="l" r="r" t="t"/>
              <a:pathLst>
                <a:path extrusionOk="0" h="746" w="7927">
                  <a:moveTo>
                    <a:pt x="0" y="1"/>
                  </a:moveTo>
                  <a:lnTo>
                    <a:pt x="0" y="745"/>
                  </a:lnTo>
                  <a:lnTo>
                    <a:pt x="7927" y="745"/>
                  </a:lnTo>
                  <a:lnTo>
                    <a:pt x="7927"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0"/>
            <p:cNvSpPr/>
            <p:nvPr/>
          </p:nvSpPr>
          <p:spPr>
            <a:xfrm>
              <a:off x="5993110" y="2530951"/>
              <a:ext cx="33484" cy="19530"/>
            </a:xfrm>
            <a:custGeom>
              <a:rect b="b" l="l" r="r" t="t"/>
              <a:pathLst>
                <a:path extrusionOk="0" h="746" w="1279">
                  <a:moveTo>
                    <a:pt x="1" y="1"/>
                  </a:moveTo>
                  <a:lnTo>
                    <a:pt x="1" y="745"/>
                  </a:lnTo>
                  <a:lnTo>
                    <a:pt x="1279" y="745"/>
                  </a:lnTo>
                  <a:lnTo>
                    <a:pt x="127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0"/>
            <p:cNvSpPr/>
            <p:nvPr/>
          </p:nvSpPr>
          <p:spPr>
            <a:xfrm>
              <a:off x="5743955" y="2586531"/>
              <a:ext cx="88698" cy="19399"/>
            </a:xfrm>
            <a:custGeom>
              <a:rect b="b" l="l" r="r" t="t"/>
              <a:pathLst>
                <a:path extrusionOk="0" h="741" w="3388">
                  <a:moveTo>
                    <a:pt x="1" y="1"/>
                  </a:moveTo>
                  <a:lnTo>
                    <a:pt x="1" y="741"/>
                  </a:lnTo>
                  <a:lnTo>
                    <a:pt x="3388" y="741"/>
                  </a:lnTo>
                  <a:lnTo>
                    <a:pt x="3388"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0"/>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0"/>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0"/>
            <p:cNvSpPr/>
            <p:nvPr/>
          </p:nvSpPr>
          <p:spPr>
            <a:xfrm>
              <a:off x="5874514" y="2706147"/>
              <a:ext cx="96499" cy="90845"/>
            </a:xfrm>
            <a:custGeom>
              <a:rect b="b" l="l" r="r" t="t"/>
              <a:pathLst>
                <a:path extrusionOk="0" h="3470" w="3686">
                  <a:moveTo>
                    <a:pt x="0" y="1"/>
                  </a:moveTo>
                  <a:lnTo>
                    <a:pt x="0" y="3469"/>
                  </a:lnTo>
                  <a:lnTo>
                    <a:pt x="3685" y="3469"/>
                  </a:lnTo>
                  <a:lnTo>
                    <a:pt x="368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0"/>
            <p:cNvSpPr/>
            <p:nvPr/>
          </p:nvSpPr>
          <p:spPr>
            <a:xfrm>
              <a:off x="5910486" y="2706147"/>
              <a:ext cx="24662" cy="90845"/>
            </a:xfrm>
            <a:custGeom>
              <a:rect b="b" l="l" r="r" t="t"/>
              <a:pathLst>
                <a:path extrusionOk="0" h="3470" w="942">
                  <a:moveTo>
                    <a:pt x="0" y="1"/>
                  </a:moveTo>
                  <a:lnTo>
                    <a:pt x="0" y="3469"/>
                  </a:lnTo>
                  <a:lnTo>
                    <a:pt x="942" y="3469"/>
                  </a:lnTo>
                  <a:lnTo>
                    <a:pt x="942"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0"/>
            <p:cNvSpPr/>
            <p:nvPr/>
          </p:nvSpPr>
          <p:spPr>
            <a:xfrm>
              <a:off x="5751756" y="2605904"/>
              <a:ext cx="80896" cy="191088"/>
            </a:xfrm>
            <a:custGeom>
              <a:rect b="b" l="l" r="r" t="t"/>
              <a:pathLst>
                <a:path extrusionOk="0" h="7299" w="3090">
                  <a:moveTo>
                    <a:pt x="1" y="1"/>
                  </a:moveTo>
                  <a:lnTo>
                    <a:pt x="1" y="7298"/>
                  </a:lnTo>
                  <a:lnTo>
                    <a:pt x="3090" y="7298"/>
                  </a:lnTo>
                  <a:lnTo>
                    <a:pt x="3090"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0"/>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0"/>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0"/>
            <p:cNvSpPr/>
            <p:nvPr/>
          </p:nvSpPr>
          <p:spPr>
            <a:xfrm>
              <a:off x="6012849" y="2605904"/>
              <a:ext cx="81027" cy="190957"/>
            </a:xfrm>
            <a:custGeom>
              <a:rect b="b" l="l" r="r" t="t"/>
              <a:pathLst>
                <a:path extrusionOk="0" h="7294" w="3095">
                  <a:moveTo>
                    <a:pt x="1" y="1"/>
                  </a:moveTo>
                  <a:lnTo>
                    <a:pt x="1" y="7293"/>
                  </a:lnTo>
                  <a:lnTo>
                    <a:pt x="3095" y="7293"/>
                  </a:lnTo>
                  <a:lnTo>
                    <a:pt x="3095"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0"/>
            <p:cNvSpPr/>
            <p:nvPr/>
          </p:nvSpPr>
          <p:spPr>
            <a:xfrm>
              <a:off x="6012849" y="2605904"/>
              <a:ext cx="17279" cy="191088"/>
            </a:xfrm>
            <a:custGeom>
              <a:rect b="b" l="l" r="r" t="t"/>
              <a:pathLst>
                <a:path extrusionOk="0" h="7299" w="660">
                  <a:moveTo>
                    <a:pt x="1" y="1"/>
                  </a:moveTo>
                  <a:lnTo>
                    <a:pt x="1" y="7298"/>
                  </a:lnTo>
                  <a:lnTo>
                    <a:pt x="659" y="7298"/>
                  </a:lnTo>
                  <a:lnTo>
                    <a:pt x="659"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0"/>
            <p:cNvSpPr/>
            <p:nvPr/>
          </p:nvSpPr>
          <p:spPr>
            <a:xfrm>
              <a:off x="5852497" y="2588809"/>
              <a:ext cx="29217" cy="58015"/>
            </a:xfrm>
            <a:custGeom>
              <a:rect b="b" l="l" r="r" t="t"/>
              <a:pathLst>
                <a:path extrusionOk="0" h="2216" w="1116">
                  <a:moveTo>
                    <a:pt x="1" y="0"/>
                  </a:moveTo>
                  <a:lnTo>
                    <a:pt x="1" y="2215"/>
                  </a:lnTo>
                  <a:lnTo>
                    <a:pt x="1115" y="2215"/>
                  </a:lnTo>
                  <a:lnTo>
                    <a:pt x="111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0"/>
            <p:cNvSpPr/>
            <p:nvPr/>
          </p:nvSpPr>
          <p:spPr>
            <a:xfrm>
              <a:off x="5908103" y="2588809"/>
              <a:ext cx="29322" cy="58015"/>
            </a:xfrm>
            <a:custGeom>
              <a:rect b="b" l="l" r="r" t="t"/>
              <a:pathLst>
                <a:path extrusionOk="0" h="2216" w="1120">
                  <a:moveTo>
                    <a:pt x="0" y="0"/>
                  </a:moveTo>
                  <a:lnTo>
                    <a:pt x="0" y="2215"/>
                  </a:lnTo>
                  <a:lnTo>
                    <a:pt x="1119" y="2215"/>
                  </a:lnTo>
                  <a:lnTo>
                    <a:pt x="111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0"/>
            <p:cNvSpPr/>
            <p:nvPr/>
          </p:nvSpPr>
          <p:spPr>
            <a:xfrm>
              <a:off x="5963814" y="2588809"/>
              <a:ext cx="29322" cy="58015"/>
            </a:xfrm>
            <a:custGeom>
              <a:rect b="b" l="l" r="r" t="t"/>
              <a:pathLst>
                <a:path extrusionOk="0" h="2216"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0"/>
            <p:cNvSpPr/>
            <p:nvPr/>
          </p:nvSpPr>
          <p:spPr>
            <a:xfrm>
              <a:off x="5777544" y="2672454"/>
              <a:ext cx="29322" cy="57989"/>
            </a:xfrm>
            <a:custGeom>
              <a:rect b="b" l="l" r="r" t="t"/>
              <a:pathLst>
                <a:path extrusionOk="0" h="2215"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0"/>
            <p:cNvSpPr/>
            <p:nvPr/>
          </p:nvSpPr>
          <p:spPr>
            <a:xfrm>
              <a:off x="6038637" y="2672454"/>
              <a:ext cx="29348" cy="57989"/>
            </a:xfrm>
            <a:custGeom>
              <a:rect b="b" l="l" r="r" t="t"/>
              <a:pathLst>
                <a:path extrusionOk="0" h="2215" w="1121">
                  <a:moveTo>
                    <a:pt x="1" y="0"/>
                  </a:moveTo>
                  <a:lnTo>
                    <a:pt x="1"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0"/>
            <p:cNvSpPr/>
            <p:nvPr/>
          </p:nvSpPr>
          <p:spPr>
            <a:xfrm>
              <a:off x="6012849" y="2586531"/>
              <a:ext cx="88829" cy="19399"/>
            </a:xfrm>
            <a:custGeom>
              <a:rect b="b" l="l" r="r" t="t"/>
              <a:pathLst>
                <a:path extrusionOk="0" h="741" w="3393">
                  <a:moveTo>
                    <a:pt x="1" y="1"/>
                  </a:moveTo>
                  <a:lnTo>
                    <a:pt x="1" y="741"/>
                  </a:lnTo>
                  <a:lnTo>
                    <a:pt x="3393" y="741"/>
                  </a:lnTo>
                  <a:lnTo>
                    <a:pt x="3393"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0"/>
            <p:cNvSpPr/>
            <p:nvPr/>
          </p:nvSpPr>
          <p:spPr>
            <a:xfrm>
              <a:off x="6012849" y="2586531"/>
              <a:ext cx="17279" cy="19399"/>
            </a:xfrm>
            <a:custGeom>
              <a:rect b="b" l="l" r="r" t="t"/>
              <a:pathLst>
                <a:path extrusionOk="0" h="741" w="660">
                  <a:moveTo>
                    <a:pt x="1" y="1"/>
                  </a:moveTo>
                  <a:lnTo>
                    <a:pt x="1" y="741"/>
                  </a:lnTo>
                  <a:lnTo>
                    <a:pt x="659" y="741"/>
                  </a:lnTo>
                  <a:lnTo>
                    <a:pt x="65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0"/>
            <p:cNvSpPr/>
            <p:nvPr/>
          </p:nvSpPr>
          <p:spPr>
            <a:xfrm>
              <a:off x="5872629" y="2459506"/>
              <a:ext cx="100505" cy="71471"/>
            </a:xfrm>
            <a:custGeom>
              <a:rect b="b" l="l" r="r" t="t"/>
              <a:pathLst>
                <a:path extrusionOk="0" h="2730" w="3839">
                  <a:moveTo>
                    <a:pt x="0" y="1"/>
                  </a:moveTo>
                  <a:lnTo>
                    <a:pt x="0" y="2730"/>
                  </a:lnTo>
                  <a:lnTo>
                    <a:pt x="3839" y="2730"/>
                  </a:lnTo>
                  <a:lnTo>
                    <a:pt x="383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0"/>
            <p:cNvSpPr/>
            <p:nvPr/>
          </p:nvSpPr>
          <p:spPr>
            <a:xfrm>
              <a:off x="5955253" y="2459636"/>
              <a:ext cx="17750" cy="71471"/>
            </a:xfrm>
            <a:custGeom>
              <a:rect b="b" l="l" r="r" t="t"/>
              <a:pathLst>
                <a:path extrusionOk="0" h="2730" w="678">
                  <a:moveTo>
                    <a:pt x="1" y="1"/>
                  </a:moveTo>
                  <a:lnTo>
                    <a:pt x="1" y="2729"/>
                  </a:lnTo>
                  <a:lnTo>
                    <a:pt x="678" y="2729"/>
                  </a:lnTo>
                  <a:lnTo>
                    <a:pt x="678"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0"/>
            <p:cNvSpPr/>
            <p:nvPr/>
          </p:nvSpPr>
          <p:spPr>
            <a:xfrm>
              <a:off x="5899150" y="2473381"/>
              <a:ext cx="47333" cy="43721"/>
            </a:xfrm>
            <a:custGeom>
              <a:rect b="b" l="l" r="r" t="t"/>
              <a:pathLst>
                <a:path extrusionOk="0" h="1670" w="1808">
                  <a:moveTo>
                    <a:pt x="907" y="1"/>
                  </a:moveTo>
                  <a:cubicBezTo>
                    <a:pt x="804" y="1"/>
                    <a:pt x="702" y="69"/>
                    <a:pt x="702" y="206"/>
                  </a:cubicBezTo>
                  <a:lnTo>
                    <a:pt x="702" y="633"/>
                  </a:lnTo>
                  <a:lnTo>
                    <a:pt x="275" y="633"/>
                  </a:lnTo>
                  <a:cubicBezTo>
                    <a:pt x="1" y="633"/>
                    <a:pt x="1" y="1042"/>
                    <a:pt x="275" y="1042"/>
                  </a:cubicBezTo>
                  <a:lnTo>
                    <a:pt x="702" y="1042"/>
                  </a:lnTo>
                  <a:lnTo>
                    <a:pt x="702" y="1465"/>
                  </a:lnTo>
                  <a:cubicBezTo>
                    <a:pt x="702" y="1601"/>
                    <a:pt x="804" y="1670"/>
                    <a:pt x="907" y="1670"/>
                  </a:cubicBezTo>
                  <a:cubicBezTo>
                    <a:pt x="1009" y="1670"/>
                    <a:pt x="1111" y="1601"/>
                    <a:pt x="1111" y="1465"/>
                  </a:cubicBezTo>
                  <a:lnTo>
                    <a:pt x="1111" y="1042"/>
                  </a:lnTo>
                  <a:lnTo>
                    <a:pt x="1538" y="1042"/>
                  </a:lnTo>
                  <a:cubicBezTo>
                    <a:pt x="1807" y="1042"/>
                    <a:pt x="1807" y="629"/>
                    <a:pt x="1538" y="629"/>
                  </a:cubicBezTo>
                  <a:lnTo>
                    <a:pt x="1111" y="629"/>
                  </a:lnTo>
                  <a:lnTo>
                    <a:pt x="1111" y="206"/>
                  </a:lnTo>
                  <a:cubicBezTo>
                    <a:pt x="1111" y="69"/>
                    <a:pt x="1009" y="1"/>
                    <a:pt x="9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0"/>
            <p:cNvSpPr/>
            <p:nvPr/>
          </p:nvSpPr>
          <p:spPr>
            <a:xfrm>
              <a:off x="5847104" y="2583520"/>
              <a:ext cx="40003" cy="68827"/>
            </a:xfrm>
            <a:custGeom>
              <a:rect b="b" l="l" r="r" t="t"/>
              <a:pathLst>
                <a:path extrusionOk="0" h="2629" w="1528">
                  <a:moveTo>
                    <a:pt x="1119" y="409"/>
                  </a:moveTo>
                  <a:lnTo>
                    <a:pt x="1119" y="2211"/>
                  </a:lnTo>
                  <a:lnTo>
                    <a:pt x="413" y="2211"/>
                  </a:lnTo>
                  <a:lnTo>
                    <a:pt x="413" y="409"/>
                  </a:lnTo>
                  <a:close/>
                  <a:moveTo>
                    <a:pt x="207" y="1"/>
                  </a:moveTo>
                  <a:cubicBezTo>
                    <a:pt x="91" y="1"/>
                    <a:pt x="0" y="92"/>
                    <a:pt x="0" y="207"/>
                  </a:cubicBezTo>
                  <a:lnTo>
                    <a:pt x="0" y="2422"/>
                  </a:lnTo>
                  <a:cubicBezTo>
                    <a:pt x="0" y="2537"/>
                    <a:pt x="91" y="2628"/>
                    <a:pt x="207" y="2628"/>
                  </a:cubicBezTo>
                  <a:lnTo>
                    <a:pt x="1321" y="2628"/>
                  </a:lnTo>
                  <a:cubicBezTo>
                    <a:pt x="1437" y="2628"/>
                    <a:pt x="1528" y="2537"/>
                    <a:pt x="1528" y="2422"/>
                  </a:cubicBezTo>
                  <a:lnTo>
                    <a:pt x="1528" y="207"/>
                  </a:lnTo>
                  <a:cubicBezTo>
                    <a:pt x="1528" y="92"/>
                    <a:pt x="1437" y="1"/>
                    <a:pt x="13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0"/>
            <p:cNvSpPr/>
            <p:nvPr/>
          </p:nvSpPr>
          <p:spPr>
            <a:xfrm>
              <a:off x="5902684"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5" y="207"/>
                  </a:cubicBezTo>
                  <a:lnTo>
                    <a:pt x="5" y="2422"/>
                  </a:lnTo>
                  <a:cubicBezTo>
                    <a:pt x="1" y="2537"/>
                    <a:pt x="97" y="2628"/>
                    <a:pt x="207" y="2628"/>
                  </a:cubicBezTo>
                  <a:lnTo>
                    <a:pt x="1326" y="2628"/>
                  </a:lnTo>
                  <a:cubicBezTo>
                    <a:pt x="1437" y="2628"/>
                    <a:pt x="1528" y="2537"/>
                    <a:pt x="1528" y="2422"/>
                  </a:cubicBezTo>
                  <a:lnTo>
                    <a:pt x="1528" y="207"/>
                  </a:lnTo>
                  <a:cubicBezTo>
                    <a:pt x="1528" y="92"/>
                    <a:pt x="1437" y="1"/>
                    <a:pt x="13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0"/>
            <p:cNvSpPr/>
            <p:nvPr/>
          </p:nvSpPr>
          <p:spPr>
            <a:xfrm>
              <a:off x="5772124"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32"/>
                    <a:pt x="92"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0"/>
            <p:cNvSpPr/>
            <p:nvPr/>
          </p:nvSpPr>
          <p:spPr>
            <a:xfrm>
              <a:off x="6033348"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29"/>
                    <a:pt x="88" y="2624"/>
                    <a:pt x="199" y="2624"/>
                  </a:cubicBezTo>
                  <a:cubicBezTo>
                    <a:pt x="202" y="2624"/>
                    <a:pt x="205"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0"/>
            <p:cNvSpPr/>
            <p:nvPr/>
          </p:nvSpPr>
          <p:spPr>
            <a:xfrm>
              <a:off x="5958395"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6" y="207"/>
                  </a:cubicBezTo>
                  <a:lnTo>
                    <a:pt x="6" y="2422"/>
                  </a:lnTo>
                  <a:cubicBezTo>
                    <a:pt x="1" y="2537"/>
                    <a:pt x="92" y="2628"/>
                    <a:pt x="207" y="2628"/>
                  </a:cubicBezTo>
                  <a:lnTo>
                    <a:pt x="1327" y="2628"/>
                  </a:lnTo>
                  <a:cubicBezTo>
                    <a:pt x="1437" y="2628"/>
                    <a:pt x="1528" y="2537"/>
                    <a:pt x="1528" y="2422"/>
                  </a:cubicBezTo>
                  <a:lnTo>
                    <a:pt x="1528" y="207"/>
                  </a:lnTo>
                  <a:cubicBezTo>
                    <a:pt x="1528" y="92"/>
                    <a:pt x="1437" y="1"/>
                    <a:pt x="1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0"/>
            <p:cNvSpPr/>
            <p:nvPr/>
          </p:nvSpPr>
          <p:spPr>
            <a:xfrm>
              <a:off x="5899045" y="2473512"/>
              <a:ext cx="47307" cy="43721"/>
            </a:xfrm>
            <a:custGeom>
              <a:rect b="b" l="l" r="r" t="t"/>
              <a:pathLst>
                <a:path extrusionOk="0" h="1670" w="1807">
                  <a:moveTo>
                    <a:pt x="906" y="0"/>
                  </a:moveTo>
                  <a:cubicBezTo>
                    <a:pt x="804" y="0"/>
                    <a:pt x="702" y="69"/>
                    <a:pt x="702" y="206"/>
                  </a:cubicBezTo>
                  <a:lnTo>
                    <a:pt x="702" y="628"/>
                  </a:lnTo>
                  <a:lnTo>
                    <a:pt x="274" y="628"/>
                  </a:lnTo>
                  <a:cubicBezTo>
                    <a:pt x="0" y="628"/>
                    <a:pt x="0" y="1037"/>
                    <a:pt x="274" y="1037"/>
                  </a:cubicBezTo>
                  <a:lnTo>
                    <a:pt x="702" y="1037"/>
                  </a:lnTo>
                  <a:lnTo>
                    <a:pt x="702" y="1464"/>
                  </a:lnTo>
                  <a:cubicBezTo>
                    <a:pt x="702" y="1601"/>
                    <a:pt x="804" y="1670"/>
                    <a:pt x="906" y="1670"/>
                  </a:cubicBezTo>
                  <a:cubicBezTo>
                    <a:pt x="1008" y="1670"/>
                    <a:pt x="1110" y="1601"/>
                    <a:pt x="1110" y="1464"/>
                  </a:cubicBezTo>
                  <a:lnTo>
                    <a:pt x="1110" y="1037"/>
                  </a:lnTo>
                  <a:lnTo>
                    <a:pt x="1537" y="1037"/>
                  </a:lnTo>
                  <a:cubicBezTo>
                    <a:pt x="1807" y="1037"/>
                    <a:pt x="1807" y="628"/>
                    <a:pt x="1537" y="628"/>
                  </a:cubicBezTo>
                  <a:lnTo>
                    <a:pt x="1110" y="628"/>
                  </a:lnTo>
                  <a:lnTo>
                    <a:pt x="1110" y="206"/>
                  </a:lnTo>
                  <a:cubicBezTo>
                    <a:pt x="1110" y="69"/>
                    <a:pt x="1008" y="0"/>
                    <a:pt x="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0"/>
            <p:cNvSpPr/>
            <p:nvPr/>
          </p:nvSpPr>
          <p:spPr>
            <a:xfrm>
              <a:off x="5738562" y="2454348"/>
              <a:ext cx="368536" cy="368300"/>
            </a:xfrm>
            <a:custGeom>
              <a:rect b="b" l="l" r="r" t="t"/>
              <a:pathLst>
                <a:path extrusionOk="0" h="14068" w="14077">
                  <a:moveTo>
                    <a:pt x="8748" y="409"/>
                  </a:moveTo>
                  <a:lnTo>
                    <a:pt x="8748" y="2725"/>
                  </a:lnTo>
                  <a:lnTo>
                    <a:pt x="7648" y="2725"/>
                  </a:lnTo>
                  <a:cubicBezTo>
                    <a:pt x="7374" y="2725"/>
                    <a:pt x="7374" y="3133"/>
                    <a:pt x="7648" y="3133"/>
                  </a:cubicBezTo>
                  <a:lnTo>
                    <a:pt x="10790" y="3133"/>
                  </a:lnTo>
                  <a:lnTo>
                    <a:pt x="10790" y="3465"/>
                  </a:lnTo>
                  <a:lnTo>
                    <a:pt x="3277" y="3465"/>
                  </a:lnTo>
                  <a:lnTo>
                    <a:pt x="3277" y="3133"/>
                  </a:lnTo>
                  <a:lnTo>
                    <a:pt x="6481" y="3133"/>
                  </a:lnTo>
                  <a:cubicBezTo>
                    <a:pt x="6755" y="3133"/>
                    <a:pt x="6755" y="2725"/>
                    <a:pt x="6481" y="2725"/>
                  </a:cubicBezTo>
                  <a:lnTo>
                    <a:pt x="5323" y="2725"/>
                  </a:lnTo>
                  <a:lnTo>
                    <a:pt x="5323" y="409"/>
                  </a:lnTo>
                  <a:close/>
                  <a:moveTo>
                    <a:pt x="3387" y="5257"/>
                  </a:moveTo>
                  <a:lnTo>
                    <a:pt x="3387" y="5588"/>
                  </a:lnTo>
                  <a:lnTo>
                    <a:pt x="409" y="5588"/>
                  </a:lnTo>
                  <a:lnTo>
                    <a:pt x="409" y="5257"/>
                  </a:lnTo>
                  <a:close/>
                  <a:moveTo>
                    <a:pt x="8676" y="9820"/>
                  </a:moveTo>
                  <a:lnTo>
                    <a:pt x="8676" y="12876"/>
                  </a:lnTo>
                  <a:lnTo>
                    <a:pt x="7245" y="12876"/>
                  </a:lnTo>
                  <a:lnTo>
                    <a:pt x="7245" y="9820"/>
                  </a:lnTo>
                  <a:close/>
                  <a:moveTo>
                    <a:pt x="10271" y="3873"/>
                  </a:moveTo>
                  <a:lnTo>
                    <a:pt x="10271" y="12876"/>
                  </a:lnTo>
                  <a:lnTo>
                    <a:pt x="9085" y="12876"/>
                  </a:lnTo>
                  <a:lnTo>
                    <a:pt x="9085" y="9614"/>
                  </a:lnTo>
                  <a:cubicBezTo>
                    <a:pt x="9085" y="9498"/>
                    <a:pt x="8993" y="9407"/>
                    <a:pt x="8878" y="9407"/>
                  </a:cubicBezTo>
                  <a:lnTo>
                    <a:pt x="5193" y="9407"/>
                  </a:lnTo>
                  <a:cubicBezTo>
                    <a:pt x="5083" y="9407"/>
                    <a:pt x="4987" y="9498"/>
                    <a:pt x="4992" y="9614"/>
                  </a:cubicBezTo>
                  <a:lnTo>
                    <a:pt x="4992" y="12876"/>
                  </a:lnTo>
                  <a:lnTo>
                    <a:pt x="3800" y="12876"/>
                  </a:lnTo>
                  <a:lnTo>
                    <a:pt x="3800" y="3873"/>
                  </a:lnTo>
                  <a:close/>
                  <a:moveTo>
                    <a:pt x="13365" y="5996"/>
                  </a:moveTo>
                  <a:lnTo>
                    <a:pt x="13365" y="12876"/>
                  </a:lnTo>
                  <a:lnTo>
                    <a:pt x="10684" y="12876"/>
                  </a:lnTo>
                  <a:lnTo>
                    <a:pt x="10684" y="5996"/>
                  </a:lnTo>
                  <a:close/>
                  <a:moveTo>
                    <a:pt x="6832" y="9825"/>
                  </a:moveTo>
                  <a:lnTo>
                    <a:pt x="6832" y="12881"/>
                  </a:lnTo>
                  <a:lnTo>
                    <a:pt x="5405" y="12881"/>
                  </a:lnTo>
                  <a:lnTo>
                    <a:pt x="5405" y="9825"/>
                  </a:lnTo>
                  <a:close/>
                  <a:moveTo>
                    <a:pt x="13663" y="13289"/>
                  </a:moveTo>
                  <a:lnTo>
                    <a:pt x="13663" y="13659"/>
                  </a:lnTo>
                  <a:lnTo>
                    <a:pt x="409" y="13659"/>
                  </a:lnTo>
                  <a:lnTo>
                    <a:pt x="409" y="13289"/>
                  </a:lnTo>
                  <a:close/>
                  <a:moveTo>
                    <a:pt x="5117" y="1"/>
                  </a:moveTo>
                  <a:cubicBezTo>
                    <a:pt x="5006" y="1"/>
                    <a:pt x="4915" y="92"/>
                    <a:pt x="4915" y="208"/>
                  </a:cubicBezTo>
                  <a:lnTo>
                    <a:pt x="4915" y="2725"/>
                  </a:lnTo>
                  <a:lnTo>
                    <a:pt x="3070" y="2725"/>
                  </a:lnTo>
                  <a:cubicBezTo>
                    <a:pt x="2960" y="2725"/>
                    <a:pt x="2868" y="2816"/>
                    <a:pt x="2868" y="2931"/>
                  </a:cubicBezTo>
                  <a:lnTo>
                    <a:pt x="2868" y="3671"/>
                  </a:lnTo>
                  <a:cubicBezTo>
                    <a:pt x="2868" y="3787"/>
                    <a:pt x="2960" y="3878"/>
                    <a:pt x="3070" y="3878"/>
                  </a:cubicBezTo>
                  <a:lnTo>
                    <a:pt x="3392" y="3878"/>
                  </a:lnTo>
                  <a:lnTo>
                    <a:pt x="3392" y="4843"/>
                  </a:lnTo>
                  <a:lnTo>
                    <a:pt x="207" y="4843"/>
                  </a:lnTo>
                  <a:cubicBezTo>
                    <a:pt x="96" y="4843"/>
                    <a:pt x="0" y="4935"/>
                    <a:pt x="5" y="5050"/>
                  </a:cubicBezTo>
                  <a:lnTo>
                    <a:pt x="5" y="5790"/>
                  </a:lnTo>
                  <a:cubicBezTo>
                    <a:pt x="0" y="5905"/>
                    <a:pt x="96" y="5996"/>
                    <a:pt x="207" y="5996"/>
                  </a:cubicBezTo>
                  <a:lnTo>
                    <a:pt x="298" y="5996"/>
                  </a:lnTo>
                  <a:lnTo>
                    <a:pt x="298" y="7356"/>
                  </a:lnTo>
                  <a:cubicBezTo>
                    <a:pt x="298" y="7490"/>
                    <a:pt x="400" y="7558"/>
                    <a:pt x="502" y="7558"/>
                  </a:cubicBezTo>
                  <a:cubicBezTo>
                    <a:pt x="604" y="7558"/>
                    <a:pt x="706" y="7490"/>
                    <a:pt x="706" y="7356"/>
                  </a:cubicBezTo>
                  <a:lnTo>
                    <a:pt x="706" y="5996"/>
                  </a:lnTo>
                  <a:lnTo>
                    <a:pt x="3387" y="5996"/>
                  </a:lnTo>
                  <a:lnTo>
                    <a:pt x="3387" y="12881"/>
                  </a:lnTo>
                  <a:lnTo>
                    <a:pt x="706" y="12881"/>
                  </a:lnTo>
                  <a:lnTo>
                    <a:pt x="706" y="8374"/>
                  </a:lnTo>
                  <a:cubicBezTo>
                    <a:pt x="706" y="8237"/>
                    <a:pt x="604" y="8169"/>
                    <a:pt x="502" y="8169"/>
                  </a:cubicBezTo>
                  <a:cubicBezTo>
                    <a:pt x="400" y="8169"/>
                    <a:pt x="298" y="8237"/>
                    <a:pt x="298" y="8374"/>
                  </a:cubicBezTo>
                  <a:lnTo>
                    <a:pt x="298" y="12876"/>
                  </a:lnTo>
                  <a:lnTo>
                    <a:pt x="207" y="12876"/>
                  </a:lnTo>
                  <a:cubicBezTo>
                    <a:pt x="96" y="12876"/>
                    <a:pt x="0" y="12967"/>
                    <a:pt x="5" y="13077"/>
                  </a:cubicBezTo>
                  <a:lnTo>
                    <a:pt x="5" y="13861"/>
                  </a:lnTo>
                  <a:cubicBezTo>
                    <a:pt x="0" y="13971"/>
                    <a:pt x="96" y="14067"/>
                    <a:pt x="207" y="14067"/>
                  </a:cubicBezTo>
                  <a:lnTo>
                    <a:pt x="13874" y="14067"/>
                  </a:lnTo>
                  <a:cubicBezTo>
                    <a:pt x="13985" y="14067"/>
                    <a:pt x="14076" y="13971"/>
                    <a:pt x="14076" y="13861"/>
                  </a:cubicBezTo>
                  <a:lnTo>
                    <a:pt x="14076" y="13077"/>
                  </a:lnTo>
                  <a:cubicBezTo>
                    <a:pt x="14076" y="12967"/>
                    <a:pt x="13985" y="12876"/>
                    <a:pt x="13874" y="12876"/>
                  </a:cubicBezTo>
                  <a:lnTo>
                    <a:pt x="13783" y="12876"/>
                  </a:lnTo>
                  <a:lnTo>
                    <a:pt x="13783" y="5992"/>
                  </a:lnTo>
                  <a:lnTo>
                    <a:pt x="13870" y="5996"/>
                  </a:lnTo>
                  <a:cubicBezTo>
                    <a:pt x="13985" y="5996"/>
                    <a:pt x="14076" y="5905"/>
                    <a:pt x="14076" y="5790"/>
                  </a:cubicBezTo>
                  <a:lnTo>
                    <a:pt x="14076" y="5050"/>
                  </a:lnTo>
                  <a:cubicBezTo>
                    <a:pt x="14076" y="4935"/>
                    <a:pt x="13985" y="4843"/>
                    <a:pt x="13870" y="4843"/>
                  </a:cubicBezTo>
                  <a:lnTo>
                    <a:pt x="12620" y="4843"/>
                  </a:lnTo>
                  <a:cubicBezTo>
                    <a:pt x="12347" y="4843"/>
                    <a:pt x="12347" y="5252"/>
                    <a:pt x="12620" y="5252"/>
                  </a:cubicBezTo>
                  <a:lnTo>
                    <a:pt x="13663" y="5252"/>
                  </a:lnTo>
                  <a:lnTo>
                    <a:pt x="13663" y="5583"/>
                  </a:lnTo>
                  <a:lnTo>
                    <a:pt x="10684" y="5583"/>
                  </a:lnTo>
                  <a:lnTo>
                    <a:pt x="10684" y="5252"/>
                  </a:lnTo>
                  <a:lnTo>
                    <a:pt x="11592" y="5252"/>
                  </a:lnTo>
                  <a:cubicBezTo>
                    <a:pt x="11866" y="5252"/>
                    <a:pt x="11866" y="4839"/>
                    <a:pt x="11592" y="4839"/>
                  </a:cubicBezTo>
                  <a:lnTo>
                    <a:pt x="10684" y="4839"/>
                  </a:lnTo>
                  <a:lnTo>
                    <a:pt x="10684" y="3873"/>
                  </a:lnTo>
                  <a:lnTo>
                    <a:pt x="11006" y="3873"/>
                  </a:lnTo>
                  <a:cubicBezTo>
                    <a:pt x="11117" y="3873"/>
                    <a:pt x="11208" y="3782"/>
                    <a:pt x="11208" y="3671"/>
                  </a:cubicBezTo>
                  <a:lnTo>
                    <a:pt x="11208" y="2931"/>
                  </a:lnTo>
                  <a:cubicBezTo>
                    <a:pt x="11208" y="2816"/>
                    <a:pt x="11117" y="2725"/>
                    <a:pt x="11006" y="2725"/>
                  </a:cubicBezTo>
                  <a:lnTo>
                    <a:pt x="9166" y="2725"/>
                  </a:lnTo>
                  <a:lnTo>
                    <a:pt x="9166" y="208"/>
                  </a:lnTo>
                  <a:cubicBezTo>
                    <a:pt x="9166" y="92"/>
                    <a:pt x="9075" y="1"/>
                    <a:pt x="89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80"/>
          <p:cNvGrpSpPr/>
          <p:nvPr/>
        </p:nvGrpSpPr>
        <p:grpSpPr>
          <a:xfrm>
            <a:off x="4870747" y="2494220"/>
            <a:ext cx="368536" cy="288687"/>
            <a:chOff x="4870747" y="2494220"/>
            <a:chExt cx="368536" cy="288687"/>
          </a:xfrm>
        </p:grpSpPr>
        <p:sp>
          <p:nvSpPr>
            <p:cNvPr id="9018" name="Google Shape;9018;p80"/>
            <p:cNvSpPr/>
            <p:nvPr/>
          </p:nvSpPr>
          <p:spPr>
            <a:xfrm>
              <a:off x="4876035" y="2512075"/>
              <a:ext cx="196088" cy="217739"/>
            </a:xfrm>
            <a:custGeom>
              <a:rect b="b" l="l" r="r" t="t"/>
              <a:pathLst>
                <a:path extrusionOk="0" h="8317" w="7490">
                  <a:moveTo>
                    <a:pt x="634" y="1"/>
                  </a:moveTo>
                  <a:lnTo>
                    <a:pt x="634" y="6"/>
                  </a:lnTo>
                  <a:cubicBezTo>
                    <a:pt x="283" y="6"/>
                    <a:pt x="0" y="284"/>
                    <a:pt x="0" y="635"/>
                  </a:cubicBezTo>
                  <a:lnTo>
                    <a:pt x="0" y="7683"/>
                  </a:lnTo>
                  <a:cubicBezTo>
                    <a:pt x="0" y="8033"/>
                    <a:pt x="283" y="8317"/>
                    <a:pt x="634" y="8317"/>
                  </a:cubicBezTo>
                  <a:lnTo>
                    <a:pt x="2191" y="8317"/>
                  </a:lnTo>
                  <a:cubicBezTo>
                    <a:pt x="2306" y="7548"/>
                    <a:pt x="2969" y="6976"/>
                    <a:pt x="3747" y="6976"/>
                  </a:cubicBezTo>
                  <a:cubicBezTo>
                    <a:pt x="4525" y="6976"/>
                    <a:pt x="5184" y="7548"/>
                    <a:pt x="5299" y="8317"/>
                  </a:cubicBezTo>
                  <a:lnTo>
                    <a:pt x="7490" y="8317"/>
                  </a:lnTo>
                  <a:lnTo>
                    <a:pt x="7490" y="635"/>
                  </a:lnTo>
                  <a:cubicBezTo>
                    <a:pt x="7490" y="284"/>
                    <a:pt x="7206" y="1"/>
                    <a:pt x="6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0"/>
            <p:cNvSpPr/>
            <p:nvPr/>
          </p:nvSpPr>
          <p:spPr>
            <a:xfrm>
              <a:off x="5024293" y="2512206"/>
              <a:ext cx="47962" cy="217608"/>
            </a:xfrm>
            <a:custGeom>
              <a:rect b="b" l="l" r="r" t="t"/>
              <a:pathLst>
                <a:path extrusionOk="0" h="8312" w="1832">
                  <a:moveTo>
                    <a:pt x="1211" y="1"/>
                  </a:moveTo>
                  <a:cubicBezTo>
                    <a:pt x="1208" y="1"/>
                    <a:pt x="1205" y="1"/>
                    <a:pt x="1202" y="1"/>
                  </a:cubicBezTo>
                  <a:lnTo>
                    <a:pt x="1" y="1"/>
                  </a:lnTo>
                  <a:cubicBezTo>
                    <a:pt x="347" y="1"/>
                    <a:pt x="630" y="279"/>
                    <a:pt x="630" y="630"/>
                  </a:cubicBezTo>
                  <a:lnTo>
                    <a:pt x="630" y="8312"/>
                  </a:lnTo>
                  <a:lnTo>
                    <a:pt x="1831" y="8312"/>
                  </a:lnTo>
                  <a:lnTo>
                    <a:pt x="1831" y="630"/>
                  </a:lnTo>
                  <a:cubicBezTo>
                    <a:pt x="1831" y="282"/>
                    <a:pt x="1553" y="1"/>
                    <a:pt x="121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0"/>
            <p:cNvSpPr/>
            <p:nvPr/>
          </p:nvSpPr>
          <p:spPr>
            <a:xfrm>
              <a:off x="5072228" y="2553832"/>
              <a:ext cx="161504" cy="176113"/>
            </a:xfrm>
            <a:custGeom>
              <a:rect b="b" l="l" r="r" t="t"/>
              <a:pathLst>
                <a:path extrusionOk="0" h="6727" w="6169">
                  <a:moveTo>
                    <a:pt x="0" y="1"/>
                  </a:moveTo>
                  <a:lnTo>
                    <a:pt x="0" y="6727"/>
                  </a:lnTo>
                  <a:lnTo>
                    <a:pt x="1293" y="6727"/>
                  </a:lnTo>
                  <a:cubicBezTo>
                    <a:pt x="1408" y="5958"/>
                    <a:pt x="2071" y="5386"/>
                    <a:pt x="2849" y="5386"/>
                  </a:cubicBezTo>
                  <a:cubicBezTo>
                    <a:pt x="3627" y="5386"/>
                    <a:pt x="4286" y="5958"/>
                    <a:pt x="4401" y="6727"/>
                  </a:cubicBezTo>
                  <a:lnTo>
                    <a:pt x="5539" y="6727"/>
                  </a:lnTo>
                  <a:cubicBezTo>
                    <a:pt x="5885" y="6727"/>
                    <a:pt x="6169" y="6443"/>
                    <a:pt x="6169" y="6092"/>
                  </a:cubicBezTo>
                  <a:lnTo>
                    <a:pt x="6169" y="2970"/>
                  </a:lnTo>
                  <a:cubicBezTo>
                    <a:pt x="6169" y="2749"/>
                    <a:pt x="6087" y="2533"/>
                    <a:pt x="5938" y="2369"/>
                  </a:cubicBezTo>
                  <a:lnTo>
                    <a:pt x="4089" y="299"/>
                  </a:lnTo>
                  <a:cubicBezTo>
                    <a:pt x="3916" y="111"/>
                    <a:pt x="3675" y="1"/>
                    <a:pt x="3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0"/>
            <p:cNvSpPr/>
            <p:nvPr/>
          </p:nvSpPr>
          <p:spPr>
            <a:xfrm>
              <a:off x="5134353" y="2553727"/>
              <a:ext cx="99510" cy="176218"/>
            </a:xfrm>
            <a:custGeom>
              <a:rect b="b" l="l" r="r" t="t"/>
              <a:pathLst>
                <a:path extrusionOk="0" h="6731" w="3801">
                  <a:moveTo>
                    <a:pt x="1" y="0"/>
                  </a:moveTo>
                  <a:cubicBezTo>
                    <a:pt x="255" y="0"/>
                    <a:pt x="500" y="106"/>
                    <a:pt x="668" y="298"/>
                  </a:cubicBezTo>
                  <a:lnTo>
                    <a:pt x="1043" y="716"/>
                  </a:lnTo>
                  <a:lnTo>
                    <a:pt x="1624" y="1364"/>
                  </a:lnTo>
                  <a:lnTo>
                    <a:pt x="2523" y="2373"/>
                  </a:lnTo>
                  <a:cubicBezTo>
                    <a:pt x="2672" y="2537"/>
                    <a:pt x="2753" y="2753"/>
                    <a:pt x="2753" y="2974"/>
                  </a:cubicBezTo>
                  <a:lnTo>
                    <a:pt x="2753" y="6096"/>
                  </a:lnTo>
                  <a:cubicBezTo>
                    <a:pt x="2753" y="6447"/>
                    <a:pt x="2470" y="6731"/>
                    <a:pt x="2119" y="6731"/>
                  </a:cubicBezTo>
                  <a:lnTo>
                    <a:pt x="3166" y="6731"/>
                  </a:lnTo>
                  <a:cubicBezTo>
                    <a:pt x="3517" y="6731"/>
                    <a:pt x="3801" y="6447"/>
                    <a:pt x="3801" y="6096"/>
                  </a:cubicBezTo>
                  <a:lnTo>
                    <a:pt x="3801" y="2974"/>
                  </a:lnTo>
                  <a:cubicBezTo>
                    <a:pt x="3796" y="2753"/>
                    <a:pt x="3714" y="2537"/>
                    <a:pt x="3565" y="2373"/>
                  </a:cubicBezTo>
                  <a:lnTo>
                    <a:pt x="2667" y="1364"/>
                  </a:lnTo>
                  <a:lnTo>
                    <a:pt x="2085" y="716"/>
                  </a:lnTo>
                  <a:lnTo>
                    <a:pt x="1711" y="298"/>
                  </a:lnTo>
                  <a:cubicBezTo>
                    <a:pt x="1543" y="106"/>
                    <a:pt x="1298" y="0"/>
                    <a:pt x="1043"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0"/>
            <p:cNvSpPr/>
            <p:nvPr/>
          </p:nvSpPr>
          <p:spPr>
            <a:xfrm>
              <a:off x="5109587" y="2580248"/>
              <a:ext cx="66052" cy="61523"/>
            </a:xfrm>
            <a:custGeom>
              <a:rect b="b" l="l" r="r" t="t"/>
              <a:pathLst>
                <a:path extrusionOk="0" h="2350" w="2523">
                  <a:moveTo>
                    <a:pt x="0" y="1"/>
                  </a:moveTo>
                  <a:lnTo>
                    <a:pt x="0" y="2350"/>
                  </a:lnTo>
                  <a:lnTo>
                    <a:pt x="2522" y="2350"/>
                  </a:lnTo>
                  <a:lnTo>
                    <a:pt x="2517" y="1264"/>
                  </a:lnTo>
                  <a:lnTo>
                    <a:pt x="143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0"/>
            <p:cNvSpPr/>
            <p:nvPr/>
          </p:nvSpPr>
          <p:spPr>
            <a:xfrm>
              <a:off x="5098251" y="2538124"/>
              <a:ext cx="54742" cy="15629"/>
            </a:xfrm>
            <a:custGeom>
              <a:rect b="b" l="l" r="r" t="t"/>
              <a:pathLst>
                <a:path extrusionOk="0" h="597" w="2091">
                  <a:moveTo>
                    <a:pt x="1" y="0"/>
                  </a:moveTo>
                  <a:lnTo>
                    <a:pt x="1" y="596"/>
                  </a:lnTo>
                  <a:lnTo>
                    <a:pt x="2091" y="596"/>
                  </a:lnTo>
                  <a:lnTo>
                    <a:pt x="209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0"/>
            <p:cNvSpPr/>
            <p:nvPr/>
          </p:nvSpPr>
          <p:spPr>
            <a:xfrm>
              <a:off x="5104534" y="2499770"/>
              <a:ext cx="42307" cy="38380"/>
            </a:xfrm>
            <a:custGeom>
              <a:rect b="b" l="l" r="r" t="t"/>
              <a:pathLst>
                <a:path extrusionOk="0" h="1466" w="1616">
                  <a:moveTo>
                    <a:pt x="808" y="0"/>
                  </a:moveTo>
                  <a:cubicBezTo>
                    <a:pt x="361" y="0"/>
                    <a:pt x="1" y="360"/>
                    <a:pt x="1" y="802"/>
                  </a:cubicBezTo>
                  <a:lnTo>
                    <a:pt x="1" y="1465"/>
                  </a:lnTo>
                  <a:lnTo>
                    <a:pt x="1615" y="1465"/>
                  </a:lnTo>
                  <a:lnTo>
                    <a:pt x="1615" y="802"/>
                  </a:lnTo>
                  <a:cubicBezTo>
                    <a:pt x="1615" y="360"/>
                    <a:pt x="1255" y="0"/>
                    <a:pt x="808"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0"/>
            <p:cNvSpPr/>
            <p:nvPr/>
          </p:nvSpPr>
          <p:spPr>
            <a:xfrm>
              <a:off x="5117624" y="2499639"/>
              <a:ext cx="29086" cy="38511"/>
            </a:xfrm>
            <a:custGeom>
              <a:rect b="b" l="l" r="r" t="t"/>
              <a:pathLst>
                <a:path extrusionOk="0" h="1471" w="1111">
                  <a:moveTo>
                    <a:pt x="303" y="0"/>
                  </a:moveTo>
                  <a:cubicBezTo>
                    <a:pt x="202" y="0"/>
                    <a:pt x="97" y="24"/>
                    <a:pt x="1" y="63"/>
                  </a:cubicBezTo>
                  <a:cubicBezTo>
                    <a:pt x="303" y="188"/>
                    <a:pt x="495" y="481"/>
                    <a:pt x="495" y="807"/>
                  </a:cubicBezTo>
                  <a:lnTo>
                    <a:pt x="495" y="1470"/>
                  </a:lnTo>
                  <a:lnTo>
                    <a:pt x="1110" y="1470"/>
                  </a:lnTo>
                  <a:lnTo>
                    <a:pt x="1110" y="807"/>
                  </a:lnTo>
                  <a:cubicBezTo>
                    <a:pt x="1110" y="365"/>
                    <a:pt x="750" y="0"/>
                    <a:pt x="30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0"/>
            <p:cNvSpPr/>
            <p:nvPr/>
          </p:nvSpPr>
          <p:spPr>
            <a:xfrm>
              <a:off x="4918918"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0" y="1571"/>
                  </a:cubicBezTo>
                  <a:cubicBezTo>
                    <a:pt x="3680" y="702"/>
                    <a:pt x="2974"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0"/>
            <p:cNvSpPr/>
            <p:nvPr/>
          </p:nvSpPr>
          <p:spPr>
            <a:xfrm>
              <a:off x="4940674" y="2701252"/>
              <a:ext cx="82388" cy="75974"/>
            </a:xfrm>
            <a:custGeom>
              <a:rect b="b" l="l" r="r" t="t"/>
              <a:pathLst>
                <a:path extrusionOk="0" h="2902" w="3147">
                  <a:moveTo>
                    <a:pt x="2172" y="0"/>
                  </a:moveTo>
                  <a:lnTo>
                    <a:pt x="2172" y="0"/>
                  </a:lnTo>
                  <a:cubicBezTo>
                    <a:pt x="2570" y="625"/>
                    <a:pt x="2484" y="1437"/>
                    <a:pt x="1960" y="1960"/>
                  </a:cubicBezTo>
                  <a:cubicBezTo>
                    <a:pt x="1656" y="2264"/>
                    <a:pt x="1254" y="2421"/>
                    <a:pt x="848" y="2421"/>
                  </a:cubicBezTo>
                  <a:cubicBezTo>
                    <a:pt x="555" y="2421"/>
                    <a:pt x="260" y="2339"/>
                    <a:pt x="0" y="2172"/>
                  </a:cubicBezTo>
                  <a:lnTo>
                    <a:pt x="0" y="2172"/>
                  </a:lnTo>
                  <a:cubicBezTo>
                    <a:pt x="304" y="2651"/>
                    <a:pt x="813" y="2901"/>
                    <a:pt x="1327" y="2901"/>
                  </a:cubicBezTo>
                  <a:cubicBezTo>
                    <a:pt x="1725" y="2901"/>
                    <a:pt x="2126" y="2751"/>
                    <a:pt x="2436" y="2441"/>
                  </a:cubicBezTo>
                  <a:cubicBezTo>
                    <a:pt x="3147" y="1730"/>
                    <a:pt x="3017" y="543"/>
                    <a:pt x="217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0"/>
            <p:cNvSpPr/>
            <p:nvPr/>
          </p:nvSpPr>
          <p:spPr>
            <a:xfrm>
              <a:off x="4950727" y="2718478"/>
              <a:ext cx="40893" cy="35029"/>
            </a:xfrm>
            <a:custGeom>
              <a:rect b="b" l="l" r="r" t="t"/>
              <a:pathLst>
                <a:path extrusionOk="0" h="1338" w="1562">
                  <a:moveTo>
                    <a:pt x="894" y="0"/>
                  </a:moveTo>
                  <a:cubicBezTo>
                    <a:pt x="298" y="0"/>
                    <a:pt x="1" y="721"/>
                    <a:pt x="423" y="1139"/>
                  </a:cubicBezTo>
                  <a:cubicBezTo>
                    <a:pt x="560" y="1276"/>
                    <a:pt x="728" y="1337"/>
                    <a:pt x="893" y="1337"/>
                  </a:cubicBezTo>
                  <a:cubicBezTo>
                    <a:pt x="1235"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0"/>
            <p:cNvSpPr/>
            <p:nvPr/>
          </p:nvSpPr>
          <p:spPr>
            <a:xfrm>
              <a:off x="5091601"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5" y="1571"/>
                  </a:cubicBezTo>
                  <a:cubicBezTo>
                    <a:pt x="3680" y="702"/>
                    <a:pt x="2979"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0"/>
            <p:cNvSpPr/>
            <p:nvPr/>
          </p:nvSpPr>
          <p:spPr>
            <a:xfrm>
              <a:off x="5111969" y="2701252"/>
              <a:ext cx="82519" cy="75974"/>
            </a:xfrm>
            <a:custGeom>
              <a:rect b="b" l="l" r="r" t="t"/>
              <a:pathLst>
                <a:path extrusionOk="0" h="2902" w="3152">
                  <a:moveTo>
                    <a:pt x="2177" y="0"/>
                  </a:moveTo>
                  <a:lnTo>
                    <a:pt x="2177" y="0"/>
                  </a:lnTo>
                  <a:cubicBezTo>
                    <a:pt x="2571" y="625"/>
                    <a:pt x="2484" y="1437"/>
                    <a:pt x="1960" y="1960"/>
                  </a:cubicBezTo>
                  <a:cubicBezTo>
                    <a:pt x="1659" y="2264"/>
                    <a:pt x="1258" y="2421"/>
                    <a:pt x="852" y="2421"/>
                  </a:cubicBezTo>
                  <a:cubicBezTo>
                    <a:pt x="558" y="2421"/>
                    <a:pt x="262" y="2339"/>
                    <a:pt x="0" y="2172"/>
                  </a:cubicBezTo>
                  <a:lnTo>
                    <a:pt x="0" y="2172"/>
                  </a:lnTo>
                  <a:cubicBezTo>
                    <a:pt x="306" y="2651"/>
                    <a:pt x="817" y="2901"/>
                    <a:pt x="1331" y="2901"/>
                  </a:cubicBezTo>
                  <a:cubicBezTo>
                    <a:pt x="1730" y="2901"/>
                    <a:pt x="2131" y="2751"/>
                    <a:pt x="2441" y="2441"/>
                  </a:cubicBezTo>
                  <a:cubicBezTo>
                    <a:pt x="3152" y="1730"/>
                    <a:pt x="3022" y="543"/>
                    <a:pt x="217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0"/>
            <p:cNvSpPr/>
            <p:nvPr/>
          </p:nvSpPr>
          <p:spPr>
            <a:xfrm>
              <a:off x="5123410" y="2718478"/>
              <a:ext cx="40893" cy="35029"/>
            </a:xfrm>
            <a:custGeom>
              <a:rect b="b" l="l" r="r" t="t"/>
              <a:pathLst>
                <a:path extrusionOk="0" h="1338" w="1562">
                  <a:moveTo>
                    <a:pt x="894" y="0"/>
                  </a:moveTo>
                  <a:cubicBezTo>
                    <a:pt x="298" y="0"/>
                    <a:pt x="1" y="721"/>
                    <a:pt x="419" y="1139"/>
                  </a:cubicBezTo>
                  <a:cubicBezTo>
                    <a:pt x="556" y="1276"/>
                    <a:pt x="724" y="1337"/>
                    <a:pt x="889" y="1337"/>
                  </a:cubicBezTo>
                  <a:cubicBezTo>
                    <a:pt x="1233"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0"/>
            <p:cNvSpPr/>
            <p:nvPr/>
          </p:nvSpPr>
          <p:spPr>
            <a:xfrm>
              <a:off x="4928971" y="2549198"/>
              <a:ext cx="90321" cy="90321"/>
            </a:xfrm>
            <a:custGeom>
              <a:rect b="b" l="l" r="r" t="t"/>
              <a:pathLst>
                <a:path extrusionOk="0" h="3450" w="3450">
                  <a:moveTo>
                    <a:pt x="1480" y="0"/>
                  </a:moveTo>
                  <a:cubicBezTo>
                    <a:pt x="1298" y="0"/>
                    <a:pt x="1153" y="144"/>
                    <a:pt x="1158" y="322"/>
                  </a:cubicBezTo>
                  <a:lnTo>
                    <a:pt x="1158" y="1158"/>
                  </a:lnTo>
                  <a:lnTo>
                    <a:pt x="322" y="1158"/>
                  </a:lnTo>
                  <a:cubicBezTo>
                    <a:pt x="145" y="1158"/>
                    <a:pt x="1" y="1302"/>
                    <a:pt x="1" y="1480"/>
                  </a:cubicBezTo>
                  <a:lnTo>
                    <a:pt x="1" y="1975"/>
                  </a:lnTo>
                  <a:cubicBezTo>
                    <a:pt x="1" y="2152"/>
                    <a:pt x="145" y="2296"/>
                    <a:pt x="322" y="2296"/>
                  </a:cubicBezTo>
                  <a:lnTo>
                    <a:pt x="1158" y="2296"/>
                  </a:lnTo>
                  <a:lnTo>
                    <a:pt x="1158" y="3128"/>
                  </a:lnTo>
                  <a:cubicBezTo>
                    <a:pt x="1153" y="3305"/>
                    <a:pt x="1298" y="3449"/>
                    <a:pt x="1480" y="3449"/>
                  </a:cubicBezTo>
                  <a:lnTo>
                    <a:pt x="1970" y="3449"/>
                  </a:lnTo>
                  <a:cubicBezTo>
                    <a:pt x="2148" y="3449"/>
                    <a:pt x="2297" y="3305"/>
                    <a:pt x="2292" y="3128"/>
                  </a:cubicBezTo>
                  <a:lnTo>
                    <a:pt x="2292" y="2296"/>
                  </a:lnTo>
                  <a:lnTo>
                    <a:pt x="3128" y="2296"/>
                  </a:lnTo>
                  <a:cubicBezTo>
                    <a:pt x="3306" y="2296"/>
                    <a:pt x="3450" y="2152"/>
                    <a:pt x="3450" y="1975"/>
                  </a:cubicBezTo>
                  <a:lnTo>
                    <a:pt x="3450" y="1480"/>
                  </a:lnTo>
                  <a:cubicBezTo>
                    <a:pt x="3445" y="1302"/>
                    <a:pt x="3306" y="1158"/>
                    <a:pt x="3128" y="1158"/>
                  </a:cubicBezTo>
                  <a:lnTo>
                    <a:pt x="2292" y="1158"/>
                  </a:lnTo>
                  <a:lnTo>
                    <a:pt x="2292" y="322"/>
                  </a:lnTo>
                  <a:cubicBezTo>
                    <a:pt x="2297" y="144"/>
                    <a:pt x="2153" y="0"/>
                    <a:pt x="197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0"/>
            <p:cNvSpPr/>
            <p:nvPr/>
          </p:nvSpPr>
          <p:spPr>
            <a:xfrm>
              <a:off x="5072228" y="2677611"/>
              <a:ext cx="161504" cy="52465"/>
            </a:xfrm>
            <a:custGeom>
              <a:rect b="b" l="l" r="r" t="t"/>
              <a:pathLst>
                <a:path extrusionOk="0" h="2004" w="6169">
                  <a:moveTo>
                    <a:pt x="0" y="0"/>
                  </a:moveTo>
                  <a:lnTo>
                    <a:pt x="0" y="2003"/>
                  </a:lnTo>
                  <a:lnTo>
                    <a:pt x="1293" y="2003"/>
                  </a:lnTo>
                  <a:cubicBezTo>
                    <a:pt x="1403" y="1230"/>
                    <a:pt x="2066" y="658"/>
                    <a:pt x="2849" y="658"/>
                  </a:cubicBezTo>
                  <a:cubicBezTo>
                    <a:pt x="3627" y="658"/>
                    <a:pt x="4290" y="1225"/>
                    <a:pt x="4406" y="1999"/>
                  </a:cubicBezTo>
                  <a:lnTo>
                    <a:pt x="5539" y="1999"/>
                  </a:lnTo>
                  <a:cubicBezTo>
                    <a:pt x="5885" y="1999"/>
                    <a:pt x="6169" y="1715"/>
                    <a:pt x="6169" y="1364"/>
                  </a:cubicBezTo>
                  <a:lnTo>
                    <a:pt x="6169"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0"/>
            <p:cNvSpPr/>
            <p:nvPr/>
          </p:nvSpPr>
          <p:spPr>
            <a:xfrm>
              <a:off x="5189829" y="2677480"/>
              <a:ext cx="43904" cy="52334"/>
            </a:xfrm>
            <a:custGeom>
              <a:rect b="b" l="l" r="r" t="t"/>
              <a:pathLst>
                <a:path extrusionOk="0" h="1999" w="1677">
                  <a:moveTo>
                    <a:pt x="634" y="0"/>
                  </a:moveTo>
                  <a:lnTo>
                    <a:pt x="634" y="1365"/>
                  </a:lnTo>
                  <a:cubicBezTo>
                    <a:pt x="634" y="1715"/>
                    <a:pt x="351" y="1999"/>
                    <a:pt x="0" y="1999"/>
                  </a:cubicBezTo>
                  <a:lnTo>
                    <a:pt x="1047" y="1999"/>
                  </a:lnTo>
                  <a:cubicBezTo>
                    <a:pt x="1393" y="1999"/>
                    <a:pt x="1677" y="1715"/>
                    <a:pt x="1677" y="1365"/>
                  </a:cubicBezTo>
                  <a:lnTo>
                    <a:pt x="1677"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0"/>
            <p:cNvSpPr/>
            <p:nvPr/>
          </p:nvSpPr>
          <p:spPr>
            <a:xfrm>
              <a:off x="4875904" y="2677480"/>
              <a:ext cx="196219" cy="52334"/>
            </a:xfrm>
            <a:custGeom>
              <a:rect b="b" l="l" r="r" t="t"/>
              <a:pathLst>
                <a:path extrusionOk="0" h="1999" w="7495">
                  <a:moveTo>
                    <a:pt x="0" y="0"/>
                  </a:moveTo>
                  <a:lnTo>
                    <a:pt x="0" y="1365"/>
                  </a:lnTo>
                  <a:cubicBezTo>
                    <a:pt x="5" y="1715"/>
                    <a:pt x="288" y="1994"/>
                    <a:pt x="639" y="1999"/>
                  </a:cubicBezTo>
                  <a:lnTo>
                    <a:pt x="2196" y="1999"/>
                  </a:lnTo>
                  <a:cubicBezTo>
                    <a:pt x="2311" y="1230"/>
                    <a:pt x="2974" y="658"/>
                    <a:pt x="3752" y="658"/>
                  </a:cubicBezTo>
                  <a:cubicBezTo>
                    <a:pt x="4530" y="658"/>
                    <a:pt x="5189" y="1230"/>
                    <a:pt x="5304" y="1999"/>
                  </a:cubicBezTo>
                  <a:lnTo>
                    <a:pt x="7495" y="1999"/>
                  </a:lnTo>
                  <a:lnTo>
                    <a:pt x="749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0"/>
            <p:cNvSpPr/>
            <p:nvPr/>
          </p:nvSpPr>
          <p:spPr>
            <a:xfrm>
              <a:off x="5040917" y="2677480"/>
              <a:ext cx="31468" cy="52334"/>
            </a:xfrm>
            <a:custGeom>
              <a:rect b="b" l="l" r="r" t="t"/>
              <a:pathLst>
                <a:path extrusionOk="0" h="1999" w="1202">
                  <a:moveTo>
                    <a:pt x="0" y="0"/>
                  </a:moveTo>
                  <a:lnTo>
                    <a:pt x="0" y="1999"/>
                  </a:lnTo>
                  <a:lnTo>
                    <a:pt x="1201" y="1999"/>
                  </a:lnTo>
                  <a:lnTo>
                    <a:pt x="1201"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0"/>
            <p:cNvSpPr/>
            <p:nvPr/>
          </p:nvSpPr>
          <p:spPr>
            <a:xfrm>
              <a:off x="5104299" y="2574855"/>
              <a:ext cx="76629" cy="72335"/>
            </a:xfrm>
            <a:custGeom>
              <a:rect b="b" l="l" r="r" t="t"/>
              <a:pathLst>
                <a:path extrusionOk="0" h="2763" w="2927">
                  <a:moveTo>
                    <a:pt x="1533" y="413"/>
                  </a:moveTo>
                  <a:lnTo>
                    <a:pt x="2513" y="1552"/>
                  </a:lnTo>
                  <a:lnTo>
                    <a:pt x="2513" y="2349"/>
                  </a:lnTo>
                  <a:lnTo>
                    <a:pt x="409" y="2349"/>
                  </a:lnTo>
                  <a:lnTo>
                    <a:pt x="409" y="413"/>
                  </a:lnTo>
                  <a:close/>
                  <a:moveTo>
                    <a:pt x="202" y="0"/>
                  </a:moveTo>
                  <a:cubicBezTo>
                    <a:pt x="92" y="0"/>
                    <a:pt x="0" y="91"/>
                    <a:pt x="0" y="207"/>
                  </a:cubicBezTo>
                  <a:lnTo>
                    <a:pt x="0" y="2556"/>
                  </a:lnTo>
                  <a:cubicBezTo>
                    <a:pt x="0" y="2666"/>
                    <a:pt x="92" y="2763"/>
                    <a:pt x="202" y="2763"/>
                  </a:cubicBezTo>
                  <a:lnTo>
                    <a:pt x="2724" y="2763"/>
                  </a:lnTo>
                  <a:cubicBezTo>
                    <a:pt x="2835" y="2763"/>
                    <a:pt x="2926" y="2666"/>
                    <a:pt x="2926" y="2556"/>
                  </a:cubicBezTo>
                  <a:lnTo>
                    <a:pt x="2926" y="1475"/>
                  </a:lnTo>
                  <a:cubicBezTo>
                    <a:pt x="2926" y="1341"/>
                    <a:pt x="2907" y="1408"/>
                    <a:pt x="1787" y="72"/>
                  </a:cubicBezTo>
                  <a:cubicBezTo>
                    <a:pt x="1749" y="29"/>
                    <a:pt x="1691" y="0"/>
                    <a:pt x="1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0"/>
            <p:cNvSpPr/>
            <p:nvPr/>
          </p:nvSpPr>
          <p:spPr>
            <a:xfrm>
              <a:off x="4943554" y="2713059"/>
              <a:ext cx="53617" cy="45894"/>
            </a:xfrm>
            <a:custGeom>
              <a:rect b="b" l="l" r="r" t="t"/>
              <a:pathLst>
                <a:path extrusionOk="0" h="1753" w="2048">
                  <a:moveTo>
                    <a:pt x="1167" y="411"/>
                  </a:moveTo>
                  <a:cubicBezTo>
                    <a:pt x="1406" y="411"/>
                    <a:pt x="1634" y="596"/>
                    <a:pt x="1634" y="875"/>
                  </a:cubicBezTo>
                  <a:cubicBezTo>
                    <a:pt x="1634" y="1130"/>
                    <a:pt x="1428" y="1336"/>
                    <a:pt x="1168" y="1336"/>
                  </a:cubicBezTo>
                  <a:cubicBezTo>
                    <a:pt x="760" y="1336"/>
                    <a:pt x="553" y="837"/>
                    <a:pt x="841" y="548"/>
                  </a:cubicBezTo>
                  <a:cubicBezTo>
                    <a:pt x="936" y="453"/>
                    <a:pt x="1053" y="411"/>
                    <a:pt x="1167" y="411"/>
                  </a:cubicBezTo>
                  <a:close/>
                  <a:moveTo>
                    <a:pt x="1168" y="1"/>
                  </a:moveTo>
                  <a:cubicBezTo>
                    <a:pt x="390" y="1"/>
                    <a:pt x="1" y="942"/>
                    <a:pt x="553" y="1495"/>
                  </a:cubicBezTo>
                  <a:cubicBezTo>
                    <a:pt x="730" y="1673"/>
                    <a:pt x="948" y="1753"/>
                    <a:pt x="1163" y="1753"/>
                  </a:cubicBezTo>
                  <a:cubicBezTo>
                    <a:pt x="1613" y="1753"/>
                    <a:pt x="2047" y="1402"/>
                    <a:pt x="2047" y="875"/>
                  </a:cubicBezTo>
                  <a:cubicBezTo>
                    <a:pt x="2043" y="390"/>
                    <a:pt x="1653" y="1"/>
                    <a:pt x="1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0"/>
            <p:cNvSpPr/>
            <p:nvPr/>
          </p:nvSpPr>
          <p:spPr>
            <a:xfrm>
              <a:off x="5116106" y="2713059"/>
              <a:ext cx="53617" cy="45894"/>
            </a:xfrm>
            <a:custGeom>
              <a:rect b="b" l="l" r="r" t="t"/>
              <a:pathLst>
                <a:path extrusionOk="0" h="1753" w="2048">
                  <a:moveTo>
                    <a:pt x="1169" y="411"/>
                  </a:moveTo>
                  <a:cubicBezTo>
                    <a:pt x="1406" y="411"/>
                    <a:pt x="1634" y="596"/>
                    <a:pt x="1634" y="875"/>
                  </a:cubicBezTo>
                  <a:cubicBezTo>
                    <a:pt x="1634" y="1130"/>
                    <a:pt x="1428" y="1336"/>
                    <a:pt x="1173" y="1336"/>
                  </a:cubicBezTo>
                  <a:cubicBezTo>
                    <a:pt x="760" y="1336"/>
                    <a:pt x="553" y="837"/>
                    <a:pt x="846" y="548"/>
                  </a:cubicBezTo>
                  <a:cubicBezTo>
                    <a:pt x="940" y="453"/>
                    <a:pt x="1055" y="411"/>
                    <a:pt x="1169" y="411"/>
                  </a:cubicBezTo>
                  <a:close/>
                  <a:moveTo>
                    <a:pt x="1173" y="1"/>
                  </a:moveTo>
                  <a:cubicBezTo>
                    <a:pt x="390" y="1"/>
                    <a:pt x="1" y="942"/>
                    <a:pt x="553" y="1495"/>
                  </a:cubicBezTo>
                  <a:cubicBezTo>
                    <a:pt x="732" y="1673"/>
                    <a:pt x="951" y="1753"/>
                    <a:pt x="1165" y="1753"/>
                  </a:cubicBezTo>
                  <a:cubicBezTo>
                    <a:pt x="1616" y="1753"/>
                    <a:pt x="2047" y="1402"/>
                    <a:pt x="2047" y="875"/>
                  </a:cubicBezTo>
                  <a:cubicBezTo>
                    <a:pt x="2047" y="390"/>
                    <a:pt x="1654" y="1"/>
                    <a:pt x="1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0"/>
            <p:cNvSpPr/>
            <p:nvPr/>
          </p:nvSpPr>
          <p:spPr>
            <a:xfrm>
              <a:off x="4923552" y="2543910"/>
              <a:ext cx="101160" cy="101029"/>
            </a:xfrm>
            <a:custGeom>
              <a:rect b="b" l="l" r="r" t="t"/>
              <a:pathLst>
                <a:path extrusionOk="0" h="3859" w="3864">
                  <a:moveTo>
                    <a:pt x="2182" y="414"/>
                  </a:moveTo>
                  <a:cubicBezTo>
                    <a:pt x="2244" y="414"/>
                    <a:pt x="2297" y="462"/>
                    <a:pt x="2297" y="529"/>
                  </a:cubicBezTo>
                  <a:lnTo>
                    <a:pt x="2297" y="1365"/>
                  </a:lnTo>
                  <a:cubicBezTo>
                    <a:pt x="2297" y="1475"/>
                    <a:pt x="2389" y="1567"/>
                    <a:pt x="2504" y="1567"/>
                  </a:cubicBezTo>
                  <a:lnTo>
                    <a:pt x="3340" y="1567"/>
                  </a:lnTo>
                  <a:cubicBezTo>
                    <a:pt x="3402" y="1567"/>
                    <a:pt x="3455" y="1619"/>
                    <a:pt x="3455" y="1682"/>
                  </a:cubicBezTo>
                  <a:lnTo>
                    <a:pt x="3455" y="2177"/>
                  </a:lnTo>
                  <a:cubicBezTo>
                    <a:pt x="3455" y="2244"/>
                    <a:pt x="3402" y="2297"/>
                    <a:pt x="3340" y="2297"/>
                  </a:cubicBezTo>
                  <a:lnTo>
                    <a:pt x="2504" y="2297"/>
                  </a:lnTo>
                  <a:cubicBezTo>
                    <a:pt x="2501" y="2297"/>
                    <a:pt x="2498" y="2297"/>
                    <a:pt x="2496" y="2297"/>
                  </a:cubicBezTo>
                  <a:cubicBezTo>
                    <a:pt x="2384" y="2297"/>
                    <a:pt x="2297" y="2391"/>
                    <a:pt x="2297" y="2498"/>
                  </a:cubicBezTo>
                  <a:lnTo>
                    <a:pt x="2297" y="3334"/>
                  </a:lnTo>
                  <a:cubicBezTo>
                    <a:pt x="2297" y="3397"/>
                    <a:pt x="2244" y="3450"/>
                    <a:pt x="2182" y="3450"/>
                  </a:cubicBezTo>
                  <a:lnTo>
                    <a:pt x="1687" y="3450"/>
                  </a:lnTo>
                  <a:cubicBezTo>
                    <a:pt x="1625" y="3450"/>
                    <a:pt x="1572" y="3397"/>
                    <a:pt x="1572" y="3334"/>
                  </a:cubicBezTo>
                  <a:lnTo>
                    <a:pt x="1572" y="2498"/>
                  </a:lnTo>
                  <a:cubicBezTo>
                    <a:pt x="1572" y="2388"/>
                    <a:pt x="1481" y="2297"/>
                    <a:pt x="1365" y="2297"/>
                  </a:cubicBezTo>
                  <a:lnTo>
                    <a:pt x="534" y="2297"/>
                  </a:lnTo>
                  <a:cubicBezTo>
                    <a:pt x="467" y="2297"/>
                    <a:pt x="414" y="2244"/>
                    <a:pt x="414" y="2177"/>
                  </a:cubicBezTo>
                  <a:lnTo>
                    <a:pt x="414" y="1682"/>
                  </a:lnTo>
                  <a:cubicBezTo>
                    <a:pt x="414" y="1619"/>
                    <a:pt x="467" y="1567"/>
                    <a:pt x="534" y="1567"/>
                  </a:cubicBezTo>
                  <a:lnTo>
                    <a:pt x="1365" y="1567"/>
                  </a:lnTo>
                  <a:cubicBezTo>
                    <a:pt x="1481" y="1567"/>
                    <a:pt x="1572" y="1475"/>
                    <a:pt x="1572" y="1360"/>
                  </a:cubicBezTo>
                  <a:lnTo>
                    <a:pt x="1572" y="529"/>
                  </a:lnTo>
                  <a:cubicBezTo>
                    <a:pt x="1572" y="462"/>
                    <a:pt x="1625" y="414"/>
                    <a:pt x="1687" y="414"/>
                  </a:cubicBezTo>
                  <a:close/>
                  <a:moveTo>
                    <a:pt x="1687" y="0"/>
                  </a:moveTo>
                  <a:cubicBezTo>
                    <a:pt x="1394" y="0"/>
                    <a:pt x="1159" y="236"/>
                    <a:pt x="1159" y="529"/>
                  </a:cubicBezTo>
                  <a:lnTo>
                    <a:pt x="1159" y="1153"/>
                  </a:lnTo>
                  <a:lnTo>
                    <a:pt x="534" y="1153"/>
                  </a:lnTo>
                  <a:cubicBezTo>
                    <a:pt x="241" y="1153"/>
                    <a:pt x="1" y="1389"/>
                    <a:pt x="6" y="1682"/>
                  </a:cubicBezTo>
                  <a:lnTo>
                    <a:pt x="6" y="2172"/>
                  </a:lnTo>
                  <a:cubicBezTo>
                    <a:pt x="1" y="2465"/>
                    <a:pt x="236" y="2705"/>
                    <a:pt x="529" y="2705"/>
                  </a:cubicBezTo>
                  <a:lnTo>
                    <a:pt x="1154" y="2705"/>
                  </a:lnTo>
                  <a:lnTo>
                    <a:pt x="1154" y="3330"/>
                  </a:lnTo>
                  <a:cubicBezTo>
                    <a:pt x="1154" y="3623"/>
                    <a:pt x="1389" y="3858"/>
                    <a:pt x="1682" y="3858"/>
                  </a:cubicBezTo>
                  <a:lnTo>
                    <a:pt x="2177" y="3858"/>
                  </a:lnTo>
                  <a:cubicBezTo>
                    <a:pt x="2180" y="3858"/>
                    <a:pt x="2183" y="3858"/>
                    <a:pt x="2186" y="3858"/>
                  </a:cubicBezTo>
                  <a:cubicBezTo>
                    <a:pt x="2475" y="3858"/>
                    <a:pt x="2706" y="3620"/>
                    <a:pt x="2706" y="3330"/>
                  </a:cubicBezTo>
                  <a:lnTo>
                    <a:pt x="2706" y="2705"/>
                  </a:lnTo>
                  <a:lnTo>
                    <a:pt x="3330" y="2705"/>
                  </a:lnTo>
                  <a:cubicBezTo>
                    <a:pt x="3623" y="2705"/>
                    <a:pt x="3863" y="2470"/>
                    <a:pt x="3859" y="2177"/>
                  </a:cubicBezTo>
                  <a:lnTo>
                    <a:pt x="3859" y="1682"/>
                  </a:lnTo>
                  <a:cubicBezTo>
                    <a:pt x="3859" y="1389"/>
                    <a:pt x="3623" y="1153"/>
                    <a:pt x="3330" y="1153"/>
                  </a:cubicBezTo>
                  <a:lnTo>
                    <a:pt x="2706" y="1153"/>
                  </a:lnTo>
                  <a:lnTo>
                    <a:pt x="2706" y="529"/>
                  </a:lnTo>
                  <a:cubicBezTo>
                    <a:pt x="2706" y="236"/>
                    <a:pt x="2470" y="0"/>
                    <a:pt x="2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0"/>
            <p:cNvSpPr/>
            <p:nvPr/>
          </p:nvSpPr>
          <p:spPr>
            <a:xfrm>
              <a:off x="4870747" y="2494220"/>
              <a:ext cx="368536" cy="288687"/>
            </a:xfrm>
            <a:custGeom>
              <a:rect b="b" l="l" r="r" t="t"/>
              <a:pathLst>
                <a:path extrusionOk="0" h="11027" w="14077">
                  <a:moveTo>
                    <a:pt x="9738" y="419"/>
                  </a:moveTo>
                  <a:cubicBezTo>
                    <a:pt x="10070" y="419"/>
                    <a:pt x="10339" y="688"/>
                    <a:pt x="10339" y="1019"/>
                  </a:cubicBezTo>
                  <a:lnTo>
                    <a:pt x="10339" y="1471"/>
                  </a:lnTo>
                  <a:lnTo>
                    <a:pt x="9138" y="1471"/>
                  </a:lnTo>
                  <a:lnTo>
                    <a:pt x="9138" y="1019"/>
                  </a:lnTo>
                  <a:cubicBezTo>
                    <a:pt x="9138" y="688"/>
                    <a:pt x="9407" y="419"/>
                    <a:pt x="9738" y="419"/>
                  </a:cubicBezTo>
                  <a:close/>
                  <a:moveTo>
                    <a:pt x="10574" y="1884"/>
                  </a:moveTo>
                  <a:lnTo>
                    <a:pt x="10574" y="2067"/>
                  </a:lnTo>
                  <a:lnTo>
                    <a:pt x="8902" y="2067"/>
                  </a:lnTo>
                  <a:lnTo>
                    <a:pt x="8902" y="1884"/>
                  </a:lnTo>
                  <a:close/>
                  <a:moveTo>
                    <a:pt x="13663" y="7207"/>
                  </a:moveTo>
                  <a:lnTo>
                    <a:pt x="13663" y="8365"/>
                  </a:lnTo>
                  <a:cubicBezTo>
                    <a:pt x="13658" y="8600"/>
                    <a:pt x="13471" y="8792"/>
                    <a:pt x="13231" y="8792"/>
                  </a:cubicBezTo>
                  <a:lnTo>
                    <a:pt x="12270" y="8792"/>
                  </a:lnTo>
                  <a:cubicBezTo>
                    <a:pt x="12265" y="8768"/>
                    <a:pt x="12255" y="8754"/>
                    <a:pt x="12246" y="8735"/>
                  </a:cubicBezTo>
                  <a:cubicBezTo>
                    <a:pt x="12030" y="7975"/>
                    <a:pt x="11338" y="7452"/>
                    <a:pt x="10545" y="7452"/>
                  </a:cubicBezTo>
                  <a:cubicBezTo>
                    <a:pt x="9757" y="7452"/>
                    <a:pt x="9061" y="7975"/>
                    <a:pt x="8845" y="8735"/>
                  </a:cubicBezTo>
                  <a:cubicBezTo>
                    <a:pt x="8840" y="8749"/>
                    <a:pt x="8825" y="8768"/>
                    <a:pt x="8820" y="8792"/>
                  </a:cubicBezTo>
                  <a:lnTo>
                    <a:pt x="7908" y="8792"/>
                  </a:lnTo>
                  <a:lnTo>
                    <a:pt x="7908" y="7207"/>
                  </a:lnTo>
                  <a:close/>
                  <a:moveTo>
                    <a:pt x="7485" y="7212"/>
                  </a:moveTo>
                  <a:lnTo>
                    <a:pt x="7485" y="8797"/>
                  </a:lnTo>
                  <a:lnTo>
                    <a:pt x="5674" y="8797"/>
                  </a:lnTo>
                  <a:cubicBezTo>
                    <a:pt x="5664" y="8773"/>
                    <a:pt x="5655" y="8759"/>
                    <a:pt x="5645" y="8735"/>
                  </a:cubicBezTo>
                  <a:cubicBezTo>
                    <a:pt x="5397" y="7877"/>
                    <a:pt x="4682" y="7459"/>
                    <a:pt x="3963" y="7459"/>
                  </a:cubicBezTo>
                  <a:cubicBezTo>
                    <a:pt x="3232" y="7459"/>
                    <a:pt x="2498" y="7892"/>
                    <a:pt x="2249" y="8735"/>
                  </a:cubicBezTo>
                  <a:lnTo>
                    <a:pt x="2249" y="8739"/>
                  </a:lnTo>
                  <a:cubicBezTo>
                    <a:pt x="2239" y="8759"/>
                    <a:pt x="2229" y="8778"/>
                    <a:pt x="2220" y="8797"/>
                  </a:cubicBezTo>
                  <a:lnTo>
                    <a:pt x="831" y="8797"/>
                  </a:lnTo>
                  <a:cubicBezTo>
                    <a:pt x="596" y="8797"/>
                    <a:pt x="404" y="8605"/>
                    <a:pt x="404" y="8369"/>
                  </a:cubicBezTo>
                  <a:lnTo>
                    <a:pt x="404" y="7212"/>
                  </a:lnTo>
                  <a:close/>
                  <a:moveTo>
                    <a:pt x="3949" y="7860"/>
                  </a:moveTo>
                  <a:cubicBezTo>
                    <a:pt x="4708" y="7860"/>
                    <a:pt x="5318" y="8475"/>
                    <a:pt x="5318" y="9229"/>
                  </a:cubicBezTo>
                  <a:cubicBezTo>
                    <a:pt x="5318" y="9988"/>
                    <a:pt x="4708" y="10598"/>
                    <a:pt x="3949" y="10598"/>
                  </a:cubicBezTo>
                  <a:cubicBezTo>
                    <a:pt x="3195" y="10598"/>
                    <a:pt x="2580" y="9988"/>
                    <a:pt x="2580" y="9229"/>
                  </a:cubicBezTo>
                  <a:cubicBezTo>
                    <a:pt x="2580" y="8475"/>
                    <a:pt x="3195" y="7860"/>
                    <a:pt x="3949" y="7860"/>
                  </a:cubicBezTo>
                  <a:close/>
                  <a:moveTo>
                    <a:pt x="10545" y="7860"/>
                  </a:moveTo>
                  <a:cubicBezTo>
                    <a:pt x="11299" y="7860"/>
                    <a:pt x="11914" y="8475"/>
                    <a:pt x="11914" y="9229"/>
                  </a:cubicBezTo>
                  <a:cubicBezTo>
                    <a:pt x="11914" y="9988"/>
                    <a:pt x="11299" y="10598"/>
                    <a:pt x="10545" y="10598"/>
                  </a:cubicBezTo>
                  <a:cubicBezTo>
                    <a:pt x="9786" y="10598"/>
                    <a:pt x="9176" y="9988"/>
                    <a:pt x="9176" y="9229"/>
                  </a:cubicBezTo>
                  <a:cubicBezTo>
                    <a:pt x="9176" y="8475"/>
                    <a:pt x="9786" y="7860"/>
                    <a:pt x="10545" y="7860"/>
                  </a:cubicBezTo>
                  <a:close/>
                  <a:moveTo>
                    <a:pt x="9743" y="1"/>
                  </a:moveTo>
                  <a:cubicBezTo>
                    <a:pt x="9186" y="1"/>
                    <a:pt x="8729" y="457"/>
                    <a:pt x="8729" y="1014"/>
                  </a:cubicBezTo>
                  <a:lnTo>
                    <a:pt x="8729" y="1471"/>
                  </a:lnTo>
                  <a:lnTo>
                    <a:pt x="8700" y="1471"/>
                  </a:lnTo>
                  <a:cubicBezTo>
                    <a:pt x="8585" y="1471"/>
                    <a:pt x="8494" y="1562"/>
                    <a:pt x="8494" y="1673"/>
                  </a:cubicBezTo>
                  <a:lnTo>
                    <a:pt x="8494" y="2067"/>
                  </a:lnTo>
                  <a:lnTo>
                    <a:pt x="7908" y="2067"/>
                  </a:lnTo>
                  <a:lnTo>
                    <a:pt x="7908" y="1317"/>
                  </a:lnTo>
                  <a:cubicBezTo>
                    <a:pt x="7908" y="851"/>
                    <a:pt x="7528" y="476"/>
                    <a:pt x="7067" y="476"/>
                  </a:cubicBezTo>
                  <a:lnTo>
                    <a:pt x="2830" y="476"/>
                  </a:lnTo>
                  <a:cubicBezTo>
                    <a:pt x="2556" y="476"/>
                    <a:pt x="2556" y="885"/>
                    <a:pt x="2830" y="885"/>
                  </a:cubicBezTo>
                  <a:lnTo>
                    <a:pt x="7067" y="885"/>
                  </a:lnTo>
                  <a:cubicBezTo>
                    <a:pt x="7302" y="885"/>
                    <a:pt x="7495" y="1077"/>
                    <a:pt x="7495" y="1312"/>
                  </a:cubicBezTo>
                  <a:lnTo>
                    <a:pt x="7495" y="6789"/>
                  </a:lnTo>
                  <a:lnTo>
                    <a:pt x="413" y="6789"/>
                  </a:lnTo>
                  <a:lnTo>
                    <a:pt x="413" y="1312"/>
                  </a:lnTo>
                  <a:cubicBezTo>
                    <a:pt x="413" y="1077"/>
                    <a:pt x="606" y="885"/>
                    <a:pt x="841" y="885"/>
                  </a:cubicBezTo>
                  <a:lnTo>
                    <a:pt x="1802" y="885"/>
                  </a:lnTo>
                  <a:cubicBezTo>
                    <a:pt x="2076" y="885"/>
                    <a:pt x="2076" y="476"/>
                    <a:pt x="1802" y="472"/>
                  </a:cubicBezTo>
                  <a:lnTo>
                    <a:pt x="841" y="472"/>
                  </a:lnTo>
                  <a:cubicBezTo>
                    <a:pt x="375" y="472"/>
                    <a:pt x="0" y="851"/>
                    <a:pt x="0" y="1312"/>
                  </a:cubicBezTo>
                  <a:lnTo>
                    <a:pt x="0" y="8360"/>
                  </a:lnTo>
                  <a:cubicBezTo>
                    <a:pt x="0" y="8826"/>
                    <a:pt x="375" y="9201"/>
                    <a:pt x="841" y="9201"/>
                  </a:cubicBezTo>
                  <a:lnTo>
                    <a:pt x="2176" y="9201"/>
                  </a:lnTo>
                  <a:cubicBezTo>
                    <a:pt x="2148" y="10200"/>
                    <a:pt x="2950" y="11026"/>
                    <a:pt x="3949" y="11026"/>
                  </a:cubicBezTo>
                  <a:cubicBezTo>
                    <a:pt x="4948" y="11026"/>
                    <a:pt x="5751" y="10200"/>
                    <a:pt x="5727" y="9201"/>
                  </a:cubicBezTo>
                  <a:lnTo>
                    <a:pt x="8768" y="9201"/>
                  </a:lnTo>
                  <a:cubicBezTo>
                    <a:pt x="8744" y="10200"/>
                    <a:pt x="9546" y="11026"/>
                    <a:pt x="10545" y="11026"/>
                  </a:cubicBezTo>
                  <a:cubicBezTo>
                    <a:pt x="11544" y="11026"/>
                    <a:pt x="12347" y="10200"/>
                    <a:pt x="12318" y="9201"/>
                  </a:cubicBezTo>
                  <a:lnTo>
                    <a:pt x="13231" y="9201"/>
                  </a:lnTo>
                  <a:cubicBezTo>
                    <a:pt x="13692" y="9201"/>
                    <a:pt x="14071" y="8826"/>
                    <a:pt x="14071" y="8360"/>
                  </a:cubicBezTo>
                  <a:lnTo>
                    <a:pt x="14071" y="5247"/>
                  </a:lnTo>
                  <a:lnTo>
                    <a:pt x="14076" y="5247"/>
                  </a:lnTo>
                  <a:cubicBezTo>
                    <a:pt x="14071" y="4973"/>
                    <a:pt x="13975" y="4709"/>
                    <a:pt x="13793" y="4507"/>
                  </a:cubicBezTo>
                  <a:lnTo>
                    <a:pt x="13034" y="3661"/>
                  </a:lnTo>
                  <a:cubicBezTo>
                    <a:pt x="12988" y="3610"/>
                    <a:pt x="12935" y="3589"/>
                    <a:pt x="12883" y="3589"/>
                  </a:cubicBezTo>
                  <a:cubicBezTo>
                    <a:pt x="12727" y="3589"/>
                    <a:pt x="12585" y="3785"/>
                    <a:pt x="12726" y="3940"/>
                  </a:cubicBezTo>
                  <a:lnTo>
                    <a:pt x="13485" y="4786"/>
                  </a:lnTo>
                  <a:cubicBezTo>
                    <a:pt x="13601" y="4911"/>
                    <a:pt x="13663" y="5079"/>
                    <a:pt x="13663" y="5247"/>
                  </a:cubicBezTo>
                  <a:lnTo>
                    <a:pt x="13663" y="6799"/>
                  </a:lnTo>
                  <a:lnTo>
                    <a:pt x="7908" y="6799"/>
                  </a:lnTo>
                  <a:lnTo>
                    <a:pt x="7908" y="2480"/>
                  </a:lnTo>
                  <a:lnTo>
                    <a:pt x="11117" y="2480"/>
                  </a:lnTo>
                  <a:cubicBezTo>
                    <a:pt x="11314" y="2480"/>
                    <a:pt x="11501" y="2566"/>
                    <a:pt x="11636" y="2710"/>
                  </a:cubicBezTo>
                  <a:lnTo>
                    <a:pt x="12010" y="3123"/>
                  </a:lnTo>
                  <a:cubicBezTo>
                    <a:pt x="12056" y="3175"/>
                    <a:pt x="12110" y="3197"/>
                    <a:pt x="12162" y="3197"/>
                  </a:cubicBezTo>
                  <a:cubicBezTo>
                    <a:pt x="12316" y="3197"/>
                    <a:pt x="12455" y="3004"/>
                    <a:pt x="12318" y="2850"/>
                  </a:cubicBezTo>
                  <a:lnTo>
                    <a:pt x="11943" y="2432"/>
                  </a:lnTo>
                  <a:cubicBezTo>
                    <a:pt x="11643" y="2098"/>
                    <a:pt x="11271" y="2065"/>
                    <a:pt x="11095" y="2065"/>
                  </a:cubicBezTo>
                  <a:cubicBezTo>
                    <a:pt x="11051" y="2065"/>
                    <a:pt x="11019" y="2067"/>
                    <a:pt x="11004" y="2067"/>
                  </a:cubicBezTo>
                  <a:cubicBezTo>
                    <a:pt x="11001" y="2067"/>
                    <a:pt x="10998" y="2067"/>
                    <a:pt x="10997" y="2067"/>
                  </a:cubicBezTo>
                  <a:lnTo>
                    <a:pt x="10997" y="1673"/>
                  </a:lnTo>
                  <a:cubicBezTo>
                    <a:pt x="10997" y="1562"/>
                    <a:pt x="10901" y="1471"/>
                    <a:pt x="10790" y="1471"/>
                  </a:cubicBezTo>
                  <a:lnTo>
                    <a:pt x="10757" y="1471"/>
                  </a:lnTo>
                  <a:lnTo>
                    <a:pt x="10757" y="1014"/>
                  </a:lnTo>
                  <a:cubicBezTo>
                    <a:pt x="10757" y="457"/>
                    <a:pt x="10305" y="1"/>
                    <a:pt x="97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80"/>
          <p:cNvGrpSpPr/>
          <p:nvPr/>
        </p:nvGrpSpPr>
        <p:grpSpPr>
          <a:xfrm>
            <a:off x="5300308" y="2454505"/>
            <a:ext cx="370604" cy="367960"/>
            <a:chOff x="5300308" y="2454505"/>
            <a:chExt cx="370604" cy="367960"/>
          </a:xfrm>
        </p:grpSpPr>
        <p:sp>
          <p:nvSpPr>
            <p:cNvPr id="9043" name="Google Shape;9043;p80"/>
            <p:cNvSpPr/>
            <p:nvPr/>
          </p:nvSpPr>
          <p:spPr>
            <a:xfrm>
              <a:off x="5585487" y="2460029"/>
              <a:ext cx="79509" cy="79378"/>
            </a:xfrm>
            <a:custGeom>
              <a:rect b="b" l="l" r="r" t="t"/>
              <a:pathLst>
                <a:path extrusionOk="0" h="3032" w="3037">
                  <a:moveTo>
                    <a:pt x="380" y="0"/>
                  </a:moveTo>
                  <a:lnTo>
                    <a:pt x="1" y="375"/>
                  </a:lnTo>
                  <a:lnTo>
                    <a:pt x="2657" y="3031"/>
                  </a:lnTo>
                  <a:lnTo>
                    <a:pt x="3037" y="2657"/>
                  </a:lnTo>
                  <a:lnTo>
                    <a:pt x="38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0"/>
            <p:cNvSpPr/>
            <p:nvPr/>
          </p:nvSpPr>
          <p:spPr>
            <a:xfrm>
              <a:off x="5372565" y="2708791"/>
              <a:ext cx="43537" cy="42464"/>
            </a:xfrm>
            <a:custGeom>
              <a:rect b="b" l="l" r="r" t="t"/>
              <a:pathLst>
                <a:path extrusionOk="0" h="1622" w="1663">
                  <a:moveTo>
                    <a:pt x="721" y="0"/>
                  </a:moveTo>
                  <a:lnTo>
                    <a:pt x="169" y="558"/>
                  </a:lnTo>
                  <a:cubicBezTo>
                    <a:pt x="0" y="726"/>
                    <a:pt x="0" y="995"/>
                    <a:pt x="169" y="1168"/>
                  </a:cubicBezTo>
                  <a:lnTo>
                    <a:pt x="500" y="1499"/>
                  </a:lnTo>
                  <a:cubicBezTo>
                    <a:pt x="584" y="1581"/>
                    <a:pt x="693" y="1622"/>
                    <a:pt x="803" y="1622"/>
                  </a:cubicBezTo>
                  <a:cubicBezTo>
                    <a:pt x="913" y="1622"/>
                    <a:pt x="1024" y="1581"/>
                    <a:pt x="1110" y="1499"/>
                  </a:cubicBezTo>
                  <a:lnTo>
                    <a:pt x="1663" y="942"/>
                  </a:lnTo>
                  <a:lnTo>
                    <a:pt x="721"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0"/>
            <p:cNvSpPr/>
            <p:nvPr/>
          </p:nvSpPr>
          <p:spPr>
            <a:xfrm>
              <a:off x="5390682" y="2530322"/>
              <a:ext cx="204152" cy="202607"/>
            </a:xfrm>
            <a:custGeom>
              <a:rect b="b" l="l" r="r" t="t"/>
              <a:pathLst>
                <a:path extrusionOk="0" h="7739" w="7798">
                  <a:moveTo>
                    <a:pt x="5338" y="1"/>
                  </a:moveTo>
                  <a:lnTo>
                    <a:pt x="961" y="4377"/>
                  </a:lnTo>
                  <a:cubicBezTo>
                    <a:pt x="327" y="5011"/>
                    <a:pt x="0" y="5900"/>
                    <a:pt x="67" y="6798"/>
                  </a:cubicBezTo>
                  <a:cubicBezTo>
                    <a:pt x="106" y="7293"/>
                    <a:pt x="500" y="7692"/>
                    <a:pt x="999" y="7730"/>
                  </a:cubicBezTo>
                  <a:cubicBezTo>
                    <a:pt x="1077" y="7736"/>
                    <a:pt x="1154" y="7739"/>
                    <a:pt x="1231" y="7739"/>
                  </a:cubicBezTo>
                  <a:cubicBezTo>
                    <a:pt x="2048" y="7739"/>
                    <a:pt x="2837" y="7416"/>
                    <a:pt x="3421" y="6837"/>
                  </a:cubicBezTo>
                  <a:lnTo>
                    <a:pt x="6404" y="3849"/>
                  </a:lnTo>
                  <a:lnTo>
                    <a:pt x="6894" y="3354"/>
                  </a:lnTo>
                  <a:lnTo>
                    <a:pt x="7797" y="2455"/>
                  </a:lnTo>
                  <a:lnTo>
                    <a:pt x="5338" y="1"/>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0"/>
            <p:cNvSpPr/>
            <p:nvPr/>
          </p:nvSpPr>
          <p:spPr>
            <a:xfrm>
              <a:off x="5394321" y="2580117"/>
              <a:ext cx="200513" cy="152708"/>
            </a:xfrm>
            <a:custGeom>
              <a:rect b="b" l="l" r="r" t="t"/>
              <a:pathLst>
                <a:path extrusionOk="0" h="5833" w="7659">
                  <a:moveTo>
                    <a:pt x="7106" y="1"/>
                  </a:moveTo>
                  <a:lnTo>
                    <a:pt x="2729" y="4382"/>
                  </a:lnTo>
                  <a:cubicBezTo>
                    <a:pt x="2145" y="4962"/>
                    <a:pt x="1357" y="5284"/>
                    <a:pt x="540" y="5284"/>
                  </a:cubicBezTo>
                  <a:cubicBezTo>
                    <a:pt x="463" y="5284"/>
                    <a:pt x="385" y="5282"/>
                    <a:pt x="308" y="5276"/>
                  </a:cubicBezTo>
                  <a:cubicBezTo>
                    <a:pt x="202" y="5266"/>
                    <a:pt x="97" y="5242"/>
                    <a:pt x="1" y="5199"/>
                  </a:cubicBezTo>
                  <a:lnTo>
                    <a:pt x="1" y="5199"/>
                  </a:lnTo>
                  <a:cubicBezTo>
                    <a:pt x="145" y="5550"/>
                    <a:pt x="476" y="5790"/>
                    <a:pt x="856" y="5823"/>
                  </a:cubicBezTo>
                  <a:cubicBezTo>
                    <a:pt x="933" y="5829"/>
                    <a:pt x="1011" y="5832"/>
                    <a:pt x="1088" y="5832"/>
                  </a:cubicBezTo>
                  <a:cubicBezTo>
                    <a:pt x="1909" y="5832"/>
                    <a:pt x="2698" y="5509"/>
                    <a:pt x="3282" y="4925"/>
                  </a:cubicBezTo>
                  <a:lnTo>
                    <a:pt x="7658" y="549"/>
                  </a:lnTo>
                  <a:lnTo>
                    <a:pt x="7106" y="1"/>
                  </a:lnTo>
                  <a:close/>
                </a:path>
              </a:pathLst>
            </a:custGeom>
            <a:solidFill>
              <a:srgbClr val="B8C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0"/>
            <p:cNvSpPr/>
            <p:nvPr/>
          </p:nvSpPr>
          <p:spPr>
            <a:xfrm>
              <a:off x="5390289" y="2604412"/>
              <a:ext cx="132104" cy="128413"/>
            </a:xfrm>
            <a:custGeom>
              <a:rect b="b" l="l" r="r" t="t"/>
              <a:pathLst>
                <a:path extrusionOk="0" h="4905" w="5046">
                  <a:moveTo>
                    <a:pt x="2509" y="0"/>
                  </a:moveTo>
                  <a:lnTo>
                    <a:pt x="966" y="1542"/>
                  </a:lnTo>
                  <a:cubicBezTo>
                    <a:pt x="327" y="2181"/>
                    <a:pt x="1" y="3065"/>
                    <a:pt x="73" y="3963"/>
                  </a:cubicBezTo>
                  <a:cubicBezTo>
                    <a:pt x="111" y="4463"/>
                    <a:pt x="505" y="4857"/>
                    <a:pt x="1005" y="4895"/>
                  </a:cubicBezTo>
                  <a:cubicBezTo>
                    <a:pt x="1082" y="4901"/>
                    <a:pt x="1159" y="4904"/>
                    <a:pt x="1237" y="4904"/>
                  </a:cubicBezTo>
                  <a:cubicBezTo>
                    <a:pt x="2054" y="4904"/>
                    <a:pt x="2842" y="4581"/>
                    <a:pt x="3426" y="3997"/>
                  </a:cubicBezTo>
                  <a:lnTo>
                    <a:pt x="5045" y="2388"/>
                  </a:lnTo>
                  <a:lnTo>
                    <a:pt x="5045" y="2388"/>
                  </a:lnTo>
                  <a:cubicBezTo>
                    <a:pt x="5045" y="2388"/>
                    <a:pt x="5042" y="2388"/>
                    <a:pt x="5037" y="2388"/>
                  </a:cubicBezTo>
                  <a:cubicBezTo>
                    <a:pt x="4954" y="2388"/>
                    <a:pt x="4249" y="2354"/>
                    <a:pt x="3743" y="1230"/>
                  </a:cubicBezTo>
                  <a:cubicBezTo>
                    <a:pt x="3205" y="34"/>
                    <a:pt x="2509" y="0"/>
                    <a:pt x="250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0"/>
            <p:cNvSpPr/>
            <p:nvPr/>
          </p:nvSpPr>
          <p:spPr>
            <a:xfrm>
              <a:off x="5394190" y="2657845"/>
              <a:ext cx="128308" cy="74980"/>
            </a:xfrm>
            <a:custGeom>
              <a:rect b="b" l="l" r="r" t="t"/>
              <a:pathLst>
                <a:path extrusionOk="0" h="2864" w="4901">
                  <a:moveTo>
                    <a:pt x="4901" y="337"/>
                  </a:moveTo>
                  <a:lnTo>
                    <a:pt x="4900" y="338"/>
                  </a:lnTo>
                  <a:lnTo>
                    <a:pt x="4900" y="338"/>
                  </a:lnTo>
                  <a:cubicBezTo>
                    <a:pt x="4901" y="337"/>
                    <a:pt x="4901" y="337"/>
                    <a:pt x="4901" y="337"/>
                  </a:cubicBezTo>
                  <a:close/>
                  <a:moveTo>
                    <a:pt x="4142" y="1"/>
                  </a:moveTo>
                  <a:lnTo>
                    <a:pt x="2729" y="1413"/>
                  </a:lnTo>
                  <a:cubicBezTo>
                    <a:pt x="2146" y="1993"/>
                    <a:pt x="1357" y="2315"/>
                    <a:pt x="540" y="2315"/>
                  </a:cubicBezTo>
                  <a:cubicBezTo>
                    <a:pt x="463" y="2315"/>
                    <a:pt x="386" y="2313"/>
                    <a:pt x="308" y="2307"/>
                  </a:cubicBezTo>
                  <a:cubicBezTo>
                    <a:pt x="202" y="2297"/>
                    <a:pt x="97" y="2273"/>
                    <a:pt x="1" y="2230"/>
                  </a:cubicBezTo>
                  <a:lnTo>
                    <a:pt x="1" y="2230"/>
                  </a:lnTo>
                  <a:cubicBezTo>
                    <a:pt x="150" y="2581"/>
                    <a:pt x="481" y="2821"/>
                    <a:pt x="861" y="2854"/>
                  </a:cubicBezTo>
                  <a:cubicBezTo>
                    <a:pt x="938" y="2860"/>
                    <a:pt x="1015" y="2863"/>
                    <a:pt x="1092" y="2863"/>
                  </a:cubicBezTo>
                  <a:cubicBezTo>
                    <a:pt x="1909" y="2863"/>
                    <a:pt x="2698" y="2540"/>
                    <a:pt x="3282" y="1956"/>
                  </a:cubicBezTo>
                  <a:lnTo>
                    <a:pt x="4900" y="338"/>
                  </a:lnTo>
                  <a:lnTo>
                    <a:pt x="4900" y="338"/>
                  </a:lnTo>
                  <a:cubicBezTo>
                    <a:pt x="4898" y="339"/>
                    <a:pt x="4886" y="341"/>
                    <a:pt x="4865" y="341"/>
                  </a:cubicBezTo>
                  <a:cubicBezTo>
                    <a:pt x="4765" y="341"/>
                    <a:pt x="4468" y="299"/>
                    <a:pt x="414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0"/>
            <p:cNvSpPr/>
            <p:nvPr/>
          </p:nvSpPr>
          <p:spPr>
            <a:xfrm>
              <a:off x="5514566" y="2502284"/>
              <a:ext cx="108045" cy="107940"/>
            </a:xfrm>
            <a:custGeom>
              <a:rect b="b" l="l" r="r" t="t"/>
              <a:pathLst>
                <a:path extrusionOk="0" h="4123" w="4127">
                  <a:moveTo>
                    <a:pt x="466" y="0"/>
                  </a:moveTo>
                  <a:lnTo>
                    <a:pt x="0" y="466"/>
                  </a:lnTo>
                  <a:lnTo>
                    <a:pt x="3661" y="4122"/>
                  </a:lnTo>
                  <a:lnTo>
                    <a:pt x="4127" y="3656"/>
                  </a:lnTo>
                  <a:lnTo>
                    <a:pt x="46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0"/>
            <p:cNvSpPr/>
            <p:nvPr/>
          </p:nvSpPr>
          <p:spPr>
            <a:xfrm>
              <a:off x="5526765" y="2502284"/>
              <a:ext cx="95845" cy="107940"/>
            </a:xfrm>
            <a:custGeom>
              <a:rect b="b" l="l" r="r" t="t"/>
              <a:pathLst>
                <a:path extrusionOk="0" h="4123" w="3661">
                  <a:moveTo>
                    <a:pt x="0" y="0"/>
                  </a:moveTo>
                  <a:lnTo>
                    <a:pt x="3094" y="3090"/>
                  </a:lnTo>
                  <a:lnTo>
                    <a:pt x="3094" y="3089"/>
                  </a:lnTo>
                  <a:lnTo>
                    <a:pt x="0" y="0"/>
                  </a:lnTo>
                  <a:close/>
                  <a:moveTo>
                    <a:pt x="3094" y="3090"/>
                  </a:moveTo>
                  <a:lnTo>
                    <a:pt x="2628" y="3555"/>
                  </a:lnTo>
                  <a:lnTo>
                    <a:pt x="3195" y="4122"/>
                  </a:lnTo>
                  <a:lnTo>
                    <a:pt x="3661" y="3656"/>
                  </a:lnTo>
                  <a:lnTo>
                    <a:pt x="3094" y="309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0"/>
            <p:cNvSpPr/>
            <p:nvPr/>
          </p:nvSpPr>
          <p:spPr>
            <a:xfrm>
              <a:off x="5551898" y="2481916"/>
              <a:ext cx="91106" cy="91080"/>
            </a:xfrm>
            <a:custGeom>
              <a:rect b="b" l="l" r="r" t="t"/>
              <a:pathLst>
                <a:path extrusionOk="0" h="3479" w="3480">
                  <a:moveTo>
                    <a:pt x="1740" y="0"/>
                  </a:moveTo>
                  <a:lnTo>
                    <a:pt x="1" y="1739"/>
                  </a:lnTo>
                  <a:lnTo>
                    <a:pt x="1740" y="3478"/>
                  </a:lnTo>
                  <a:lnTo>
                    <a:pt x="3479" y="1739"/>
                  </a:lnTo>
                  <a:lnTo>
                    <a:pt x="1740" y="0"/>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0"/>
            <p:cNvSpPr/>
            <p:nvPr/>
          </p:nvSpPr>
          <p:spPr>
            <a:xfrm>
              <a:off x="5551898" y="2481916"/>
              <a:ext cx="90975" cy="91080"/>
            </a:xfrm>
            <a:custGeom>
              <a:rect b="b" l="l" r="r" t="t"/>
              <a:pathLst>
                <a:path extrusionOk="0" h="3479" w="3475">
                  <a:moveTo>
                    <a:pt x="1" y="1739"/>
                  </a:moveTo>
                  <a:lnTo>
                    <a:pt x="1255" y="2998"/>
                  </a:lnTo>
                  <a:lnTo>
                    <a:pt x="1257" y="2995"/>
                  </a:lnTo>
                  <a:lnTo>
                    <a:pt x="1257" y="2995"/>
                  </a:lnTo>
                  <a:lnTo>
                    <a:pt x="1" y="1739"/>
                  </a:lnTo>
                  <a:close/>
                  <a:moveTo>
                    <a:pt x="1740" y="0"/>
                  </a:moveTo>
                  <a:lnTo>
                    <a:pt x="1447" y="298"/>
                  </a:lnTo>
                  <a:lnTo>
                    <a:pt x="2360" y="1211"/>
                  </a:lnTo>
                  <a:cubicBezTo>
                    <a:pt x="2547" y="1398"/>
                    <a:pt x="2547" y="1705"/>
                    <a:pt x="2360" y="1898"/>
                  </a:cubicBezTo>
                  <a:lnTo>
                    <a:pt x="1257" y="2995"/>
                  </a:lnTo>
                  <a:lnTo>
                    <a:pt x="1257" y="2995"/>
                  </a:lnTo>
                  <a:lnTo>
                    <a:pt x="1740" y="3478"/>
                  </a:lnTo>
                  <a:lnTo>
                    <a:pt x="3181" y="2037"/>
                  </a:lnTo>
                  <a:lnTo>
                    <a:pt x="3474" y="1744"/>
                  </a:lnTo>
                  <a:lnTo>
                    <a:pt x="17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0"/>
            <p:cNvSpPr/>
            <p:nvPr/>
          </p:nvSpPr>
          <p:spPr>
            <a:xfrm>
              <a:off x="5300308" y="2454505"/>
              <a:ext cx="370604" cy="367960"/>
            </a:xfrm>
            <a:custGeom>
              <a:rect b="b" l="l" r="r" t="t"/>
              <a:pathLst>
                <a:path extrusionOk="0" h="14055" w="14156">
                  <a:moveTo>
                    <a:pt x="11273" y="504"/>
                  </a:moveTo>
                  <a:lnTo>
                    <a:pt x="13642" y="2868"/>
                  </a:lnTo>
                  <a:lnTo>
                    <a:pt x="13555" y="2954"/>
                  </a:lnTo>
                  <a:lnTo>
                    <a:pt x="11187" y="591"/>
                  </a:lnTo>
                  <a:lnTo>
                    <a:pt x="11273" y="504"/>
                  </a:lnTo>
                  <a:close/>
                  <a:moveTo>
                    <a:pt x="8655" y="2114"/>
                  </a:moveTo>
                  <a:lnTo>
                    <a:pt x="12027" y="5486"/>
                  </a:lnTo>
                  <a:lnTo>
                    <a:pt x="11850" y="5659"/>
                  </a:lnTo>
                  <a:lnTo>
                    <a:pt x="8482" y="2291"/>
                  </a:lnTo>
                  <a:lnTo>
                    <a:pt x="8655" y="2114"/>
                  </a:lnTo>
                  <a:close/>
                  <a:moveTo>
                    <a:pt x="6162" y="6010"/>
                  </a:moveTo>
                  <a:lnTo>
                    <a:pt x="6162" y="6010"/>
                  </a:lnTo>
                  <a:cubicBezTo>
                    <a:pt x="6373" y="6125"/>
                    <a:pt x="6705" y="6399"/>
                    <a:pt x="6993" y="7042"/>
                  </a:cubicBezTo>
                  <a:lnTo>
                    <a:pt x="6998" y="7042"/>
                  </a:lnTo>
                  <a:cubicBezTo>
                    <a:pt x="7334" y="7792"/>
                    <a:pt x="7761" y="8104"/>
                    <a:pt x="8079" y="8234"/>
                  </a:cubicBezTo>
                  <a:lnTo>
                    <a:pt x="6724" y="9589"/>
                  </a:lnTo>
                  <a:cubicBezTo>
                    <a:pt x="6182" y="10126"/>
                    <a:pt x="5450" y="10429"/>
                    <a:pt x="4693" y="10429"/>
                  </a:cubicBezTo>
                  <a:cubicBezTo>
                    <a:pt x="4617" y="10429"/>
                    <a:pt x="4542" y="10426"/>
                    <a:pt x="4466" y="10420"/>
                  </a:cubicBezTo>
                  <a:cubicBezTo>
                    <a:pt x="4067" y="10391"/>
                    <a:pt x="3750" y="10074"/>
                    <a:pt x="3721" y="9680"/>
                  </a:cubicBezTo>
                  <a:cubicBezTo>
                    <a:pt x="3668" y="8950"/>
                    <a:pt x="3889" y="8234"/>
                    <a:pt x="4341" y="7662"/>
                  </a:cubicBezTo>
                  <a:cubicBezTo>
                    <a:pt x="5359" y="8647"/>
                    <a:pt x="5326" y="8714"/>
                    <a:pt x="5480" y="8714"/>
                  </a:cubicBezTo>
                  <a:cubicBezTo>
                    <a:pt x="5662" y="8714"/>
                    <a:pt x="5753" y="8493"/>
                    <a:pt x="5624" y="8364"/>
                  </a:cubicBezTo>
                  <a:lnTo>
                    <a:pt x="4620" y="7355"/>
                  </a:lnTo>
                  <a:lnTo>
                    <a:pt x="5052" y="6927"/>
                  </a:lnTo>
                  <a:cubicBezTo>
                    <a:pt x="5494" y="7340"/>
                    <a:pt x="5513" y="7446"/>
                    <a:pt x="5657" y="7446"/>
                  </a:cubicBezTo>
                  <a:cubicBezTo>
                    <a:pt x="5840" y="7446"/>
                    <a:pt x="5931" y="7220"/>
                    <a:pt x="5801" y="7090"/>
                  </a:cubicBezTo>
                  <a:lnTo>
                    <a:pt x="5340" y="6634"/>
                  </a:lnTo>
                  <a:lnTo>
                    <a:pt x="5773" y="6202"/>
                  </a:lnTo>
                  <a:cubicBezTo>
                    <a:pt x="6215" y="6615"/>
                    <a:pt x="6234" y="6721"/>
                    <a:pt x="6378" y="6721"/>
                  </a:cubicBezTo>
                  <a:cubicBezTo>
                    <a:pt x="6560" y="6721"/>
                    <a:pt x="6652" y="6500"/>
                    <a:pt x="6522" y="6370"/>
                  </a:cubicBezTo>
                  <a:lnTo>
                    <a:pt x="6162" y="6010"/>
                  </a:lnTo>
                  <a:close/>
                  <a:moveTo>
                    <a:pt x="3404" y="10088"/>
                  </a:moveTo>
                  <a:cubicBezTo>
                    <a:pt x="3524" y="10381"/>
                    <a:pt x="3760" y="10617"/>
                    <a:pt x="4053" y="10742"/>
                  </a:cubicBezTo>
                  <a:cubicBezTo>
                    <a:pt x="3756" y="11009"/>
                    <a:pt x="3717" y="11129"/>
                    <a:pt x="3565" y="11131"/>
                  </a:cubicBezTo>
                  <a:lnTo>
                    <a:pt x="3565" y="11131"/>
                  </a:lnTo>
                  <a:cubicBezTo>
                    <a:pt x="3413" y="11129"/>
                    <a:pt x="3374" y="11009"/>
                    <a:pt x="3077" y="10737"/>
                  </a:cubicBezTo>
                  <a:cubicBezTo>
                    <a:pt x="2986" y="10645"/>
                    <a:pt x="2986" y="10501"/>
                    <a:pt x="3077" y="10415"/>
                  </a:cubicBezTo>
                  <a:lnTo>
                    <a:pt x="3404" y="10088"/>
                  </a:lnTo>
                  <a:close/>
                  <a:moveTo>
                    <a:pt x="11271" y="1"/>
                  </a:moveTo>
                  <a:cubicBezTo>
                    <a:pt x="11218" y="1"/>
                    <a:pt x="11165" y="21"/>
                    <a:pt x="11124" y="62"/>
                  </a:cubicBezTo>
                  <a:lnTo>
                    <a:pt x="10750" y="437"/>
                  </a:lnTo>
                  <a:cubicBezTo>
                    <a:pt x="10668" y="519"/>
                    <a:pt x="10668" y="648"/>
                    <a:pt x="10750" y="730"/>
                  </a:cubicBezTo>
                  <a:lnTo>
                    <a:pt x="11062" y="1042"/>
                  </a:lnTo>
                  <a:lnTo>
                    <a:pt x="10740" y="1359"/>
                  </a:lnTo>
                  <a:cubicBezTo>
                    <a:pt x="10593" y="1510"/>
                    <a:pt x="10730" y="1718"/>
                    <a:pt x="10889" y="1718"/>
                  </a:cubicBezTo>
                  <a:cubicBezTo>
                    <a:pt x="10938" y="1718"/>
                    <a:pt x="10988" y="1698"/>
                    <a:pt x="11033" y="1652"/>
                  </a:cubicBezTo>
                  <a:lnTo>
                    <a:pt x="11355" y="1335"/>
                  </a:lnTo>
                  <a:lnTo>
                    <a:pt x="12801" y="2781"/>
                  </a:lnTo>
                  <a:lnTo>
                    <a:pt x="11355" y="4227"/>
                  </a:lnTo>
                  <a:lnTo>
                    <a:pt x="9909" y="2781"/>
                  </a:lnTo>
                  <a:lnTo>
                    <a:pt x="10308" y="2383"/>
                  </a:lnTo>
                  <a:cubicBezTo>
                    <a:pt x="10459" y="2232"/>
                    <a:pt x="10322" y="2024"/>
                    <a:pt x="10161" y="2024"/>
                  </a:cubicBezTo>
                  <a:cubicBezTo>
                    <a:pt x="10112" y="2024"/>
                    <a:pt x="10061" y="2043"/>
                    <a:pt x="10015" y="2089"/>
                  </a:cubicBezTo>
                  <a:lnTo>
                    <a:pt x="9616" y="2488"/>
                  </a:lnTo>
                  <a:cubicBezTo>
                    <a:pt x="8794" y="1696"/>
                    <a:pt x="8804" y="1614"/>
                    <a:pt x="8655" y="1614"/>
                  </a:cubicBezTo>
                  <a:cubicBezTo>
                    <a:pt x="8506" y="1614"/>
                    <a:pt x="8472" y="1729"/>
                    <a:pt x="8045" y="2142"/>
                  </a:cubicBezTo>
                  <a:cubicBezTo>
                    <a:pt x="7963" y="2224"/>
                    <a:pt x="7963" y="2354"/>
                    <a:pt x="8045" y="2435"/>
                  </a:cubicBezTo>
                  <a:lnTo>
                    <a:pt x="8501" y="2892"/>
                  </a:lnTo>
                  <a:cubicBezTo>
                    <a:pt x="4096" y="7292"/>
                    <a:pt x="4178" y="7215"/>
                    <a:pt x="4154" y="7244"/>
                  </a:cubicBezTo>
                  <a:cubicBezTo>
                    <a:pt x="3572" y="7888"/>
                    <a:pt x="3270" y="8733"/>
                    <a:pt x="3308" y="9598"/>
                  </a:cubicBezTo>
                  <a:lnTo>
                    <a:pt x="2784" y="10122"/>
                  </a:lnTo>
                  <a:cubicBezTo>
                    <a:pt x="2664" y="10242"/>
                    <a:pt x="2597" y="10400"/>
                    <a:pt x="2597" y="10573"/>
                  </a:cubicBezTo>
                  <a:cubicBezTo>
                    <a:pt x="2597" y="10751"/>
                    <a:pt x="2674" y="10919"/>
                    <a:pt x="2804" y="11044"/>
                  </a:cubicBezTo>
                  <a:lnTo>
                    <a:pt x="152" y="13696"/>
                  </a:lnTo>
                  <a:cubicBezTo>
                    <a:pt x="1" y="13847"/>
                    <a:pt x="138" y="14054"/>
                    <a:pt x="299" y="14054"/>
                  </a:cubicBezTo>
                  <a:cubicBezTo>
                    <a:pt x="348" y="14054"/>
                    <a:pt x="399" y="14035"/>
                    <a:pt x="445" y="13989"/>
                  </a:cubicBezTo>
                  <a:lnTo>
                    <a:pt x="3097" y="11337"/>
                  </a:lnTo>
                  <a:lnTo>
                    <a:pt x="3116" y="11356"/>
                  </a:lnTo>
                  <a:cubicBezTo>
                    <a:pt x="3241" y="11479"/>
                    <a:pt x="3403" y="11540"/>
                    <a:pt x="3565" y="11540"/>
                  </a:cubicBezTo>
                  <a:cubicBezTo>
                    <a:pt x="3727" y="11540"/>
                    <a:pt x="3889" y="11479"/>
                    <a:pt x="4014" y="11356"/>
                  </a:cubicBezTo>
                  <a:lnTo>
                    <a:pt x="4538" y="10833"/>
                  </a:lnTo>
                  <a:cubicBezTo>
                    <a:pt x="4589" y="10835"/>
                    <a:pt x="4640" y="10836"/>
                    <a:pt x="4690" y="10836"/>
                  </a:cubicBezTo>
                  <a:cubicBezTo>
                    <a:pt x="5559" y="10836"/>
                    <a:pt x="6395" y="10489"/>
                    <a:pt x="7012" y="9872"/>
                  </a:cubicBezTo>
                  <a:lnTo>
                    <a:pt x="9649" y="7235"/>
                  </a:lnTo>
                  <a:cubicBezTo>
                    <a:pt x="9801" y="7087"/>
                    <a:pt x="9662" y="6879"/>
                    <a:pt x="9500" y="6879"/>
                  </a:cubicBezTo>
                  <a:cubicBezTo>
                    <a:pt x="9452" y="6879"/>
                    <a:pt x="9402" y="6897"/>
                    <a:pt x="9356" y="6942"/>
                  </a:cubicBezTo>
                  <a:lnTo>
                    <a:pt x="8405" y="7893"/>
                  </a:lnTo>
                  <a:cubicBezTo>
                    <a:pt x="8227" y="7864"/>
                    <a:pt x="7742" y="7705"/>
                    <a:pt x="7368" y="6869"/>
                  </a:cubicBezTo>
                  <a:cubicBezTo>
                    <a:pt x="7031" y="6110"/>
                    <a:pt x="6623" y="5784"/>
                    <a:pt x="6335" y="5635"/>
                  </a:cubicBezTo>
                  <a:lnTo>
                    <a:pt x="6493" y="5472"/>
                  </a:lnTo>
                  <a:lnTo>
                    <a:pt x="7502" y="6476"/>
                  </a:lnTo>
                  <a:cubicBezTo>
                    <a:pt x="7547" y="6522"/>
                    <a:pt x="7597" y="6541"/>
                    <a:pt x="7646" y="6541"/>
                  </a:cubicBezTo>
                  <a:cubicBezTo>
                    <a:pt x="7805" y="6541"/>
                    <a:pt x="7942" y="6333"/>
                    <a:pt x="7795" y="6183"/>
                  </a:cubicBezTo>
                  <a:lnTo>
                    <a:pt x="6786" y="5178"/>
                  </a:lnTo>
                  <a:lnTo>
                    <a:pt x="7219" y="4746"/>
                  </a:lnTo>
                  <a:lnTo>
                    <a:pt x="7680" y="5212"/>
                  </a:lnTo>
                  <a:cubicBezTo>
                    <a:pt x="7725" y="5256"/>
                    <a:pt x="7775" y="5275"/>
                    <a:pt x="7824" y="5275"/>
                  </a:cubicBezTo>
                  <a:cubicBezTo>
                    <a:pt x="7986" y="5275"/>
                    <a:pt x="8124" y="5067"/>
                    <a:pt x="7973" y="4919"/>
                  </a:cubicBezTo>
                  <a:lnTo>
                    <a:pt x="7512" y="4458"/>
                  </a:lnTo>
                  <a:lnTo>
                    <a:pt x="7939" y="4026"/>
                  </a:lnTo>
                  <a:lnTo>
                    <a:pt x="8400" y="4487"/>
                  </a:lnTo>
                  <a:cubicBezTo>
                    <a:pt x="8446" y="4531"/>
                    <a:pt x="8496" y="4549"/>
                    <a:pt x="8544" y="4549"/>
                  </a:cubicBezTo>
                  <a:cubicBezTo>
                    <a:pt x="8706" y="4549"/>
                    <a:pt x="8845" y="4342"/>
                    <a:pt x="8693" y="4194"/>
                  </a:cubicBezTo>
                  <a:lnTo>
                    <a:pt x="8232" y="3732"/>
                  </a:lnTo>
                  <a:lnTo>
                    <a:pt x="8790" y="3180"/>
                  </a:lnTo>
                  <a:lnTo>
                    <a:pt x="10956" y="5347"/>
                  </a:lnTo>
                  <a:lnTo>
                    <a:pt x="10202" y="6101"/>
                  </a:lnTo>
                  <a:cubicBezTo>
                    <a:pt x="10051" y="6252"/>
                    <a:pt x="10188" y="6459"/>
                    <a:pt x="10349" y="6459"/>
                  </a:cubicBezTo>
                  <a:cubicBezTo>
                    <a:pt x="10398" y="6459"/>
                    <a:pt x="10449" y="6440"/>
                    <a:pt x="10495" y="6394"/>
                  </a:cubicBezTo>
                  <a:lnTo>
                    <a:pt x="11249" y="5640"/>
                  </a:lnTo>
                  <a:cubicBezTo>
                    <a:pt x="11686" y="6053"/>
                    <a:pt x="11706" y="6158"/>
                    <a:pt x="11850" y="6158"/>
                  </a:cubicBezTo>
                  <a:cubicBezTo>
                    <a:pt x="11903" y="6158"/>
                    <a:pt x="11955" y="6134"/>
                    <a:pt x="11994" y="6096"/>
                  </a:cubicBezTo>
                  <a:cubicBezTo>
                    <a:pt x="12421" y="5644"/>
                    <a:pt x="12522" y="5630"/>
                    <a:pt x="12522" y="5486"/>
                  </a:cubicBezTo>
                  <a:cubicBezTo>
                    <a:pt x="12522" y="5342"/>
                    <a:pt x="12445" y="5356"/>
                    <a:pt x="11648" y="4525"/>
                  </a:cubicBezTo>
                  <a:lnTo>
                    <a:pt x="13089" y="3079"/>
                  </a:lnTo>
                  <a:cubicBezTo>
                    <a:pt x="13377" y="3343"/>
                    <a:pt x="13411" y="3454"/>
                    <a:pt x="13550" y="3454"/>
                  </a:cubicBezTo>
                  <a:cubicBezTo>
                    <a:pt x="13603" y="3454"/>
                    <a:pt x="13656" y="3435"/>
                    <a:pt x="13694" y="3396"/>
                  </a:cubicBezTo>
                  <a:lnTo>
                    <a:pt x="14079" y="3012"/>
                  </a:lnTo>
                  <a:cubicBezTo>
                    <a:pt x="14156" y="2930"/>
                    <a:pt x="14156" y="2800"/>
                    <a:pt x="14079" y="2719"/>
                  </a:cubicBezTo>
                  <a:lnTo>
                    <a:pt x="11417" y="62"/>
                  </a:lnTo>
                  <a:cubicBezTo>
                    <a:pt x="11376" y="21"/>
                    <a:pt x="11324" y="1"/>
                    <a:pt x="11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80"/>
          <p:cNvGrpSpPr/>
          <p:nvPr/>
        </p:nvGrpSpPr>
        <p:grpSpPr>
          <a:xfrm>
            <a:off x="4929600" y="3825735"/>
            <a:ext cx="230803" cy="340235"/>
            <a:chOff x="4929600" y="3825735"/>
            <a:chExt cx="230803" cy="340235"/>
          </a:xfrm>
        </p:grpSpPr>
        <p:sp>
          <p:nvSpPr>
            <p:cNvPr id="9055" name="Google Shape;9055;p80"/>
            <p:cNvSpPr/>
            <p:nvPr/>
          </p:nvSpPr>
          <p:spPr>
            <a:xfrm>
              <a:off x="4934757" y="3830657"/>
              <a:ext cx="220750" cy="330418"/>
            </a:xfrm>
            <a:custGeom>
              <a:rect b="b" l="l" r="r" t="t"/>
              <a:pathLst>
                <a:path extrusionOk="0" h="12621" w="8432">
                  <a:moveTo>
                    <a:pt x="721" y="0"/>
                  </a:moveTo>
                  <a:cubicBezTo>
                    <a:pt x="322" y="0"/>
                    <a:pt x="1" y="327"/>
                    <a:pt x="1" y="721"/>
                  </a:cubicBezTo>
                  <a:lnTo>
                    <a:pt x="1" y="11900"/>
                  </a:lnTo>
                  <a:cubicBezTo>
                    <a:pt x="1" y="12294"/>
                    <a:pt x="322" y="12620"/>
                    <a:pt x="721" y="12620"/>
                  </a:cubicBezTo>
                  <a:lnTo>
                    <a:pt x="7711" y="12620"/>
                  </a:lnTo>
                  <a:cubicBezTo>
                    <a:pt x="8110" y="12620"/>
                    <a:pt x="8432" y="12294"/>
                    <a:pt x="8432" y="11900"/>
                  </a:cubicBezTo>
                  <a:lnTo>
                    <a:pt x="8432" y="5438"/>
                  </a:lnTo>
                  <a:lnTo>
                    <a:pt x="8432" y="4434"/>
                  </a:lnTo>
                  <a:lnTo>
                    <a:pt x="8432" y="721"/>
                  </a:lnTo>
                  <a:cubicBezTo>
                    <a:pt x="8432" y="327"/>
                    <a:pt x="8110" y="0"/>
                    <a:pt x="771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0"/>
            <p:cNvSpPr/>
            <p:nvPr/>
          </p:nvSpPr>
          <p:spPr>
            <a:xfrm>
              <a:off x="4934757" y="3830788"/>
              <a:ext cx="220750" cy="330287"/>
            </a:xfrm>
            <a:custGeom>
              <a:rect b="b" l="l" r="r" t="t"/>
              <a:pathLst>
                <a:path extrusionOk="0" h="12616" w="8432">
                  <a:moveTo>
                    <a:pt x="7720" y="0"/>
                  </a:moveTo>
                  <a:cubicBezTo>
                    <a:pt x="7717" y="0"/>
                    <a:pt x="7714" y="0"/>
                    <a:pt x="7711" y="0"/>
                  </a:cubicBezTo>
                  <a:lnTo>
                    <a:pt x="7528" y="0"/>
                  </a:lnTo>
                  <a:lnTo>
                    <a:pt x="7528" y="10992"/>
                  </a:lnTo>
                  <a:cubicBezTo>
                    <a:pt x="7528" y="11390"/>
                    <a:pt x="7202" y="11712"/>
                    <a:pt x="6808" y="11712"/>
                  </a:cubicBezTo>
                  <a:lnTo>
                    <a:pt x="1" y="11712"/>
                  </a:lnTo>
                  <a:lnTo>
                    <a:pt x="1" y="11895"/>
                  </a:lnTo>
                  <a:cubicBezTo>
                    <a:pt x="1" y="12294"/>
                    <a:pt x="322" y="12615"/>
                    <a:pt x="721" y="12615"/>
                  </a:cubicBezTo>
                  <a:lnTo>
                    <a:pt x="7711" y="12615"/>
                  </a:lnTo>
                  <a:cubicBezTo>
                    <a:pt x="8105" y="12615"/>
                    <a:pt x="8432" y="12294"/>
                    <a:pt x="8432" y="11895"/>
                  </a:cubicBezTo>
                  <a:lnTo>
                    <a:pt x="8432" y="721"/>
                  </a:lnTo>
                  <a:cubicBezTo>
                    <a:pt x="8432" y="325"/>
                    <a:pt x="8114" y="0"/>
                    <a:pt x="7720"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0"/>
            <p:cNvSpPr/>
            <p:nvPr/>
          </p:nvSpPr>
          <p:spPr>
            <a:xfrm>
              <a:off x="4956251" y="3857805"/>
              <a:ext cx="76001" cy="65110"/>
            </a:xfrm>
            <a:custGeom>
              <a:rect b="b" l="l" r="r" t="t"/>
              <a:pathLst>
                <a:path extrusionOk="0" h="2487" w="2903">
                  <a:moveTo>
                    <a:pt x="1658" y="1"/>
                  </a:moveTo>
                  <a:cubicBezTo>
                    <a:pt x="553" y="1"/>
                    <a:pt x="1" y="1341"/>
                    <a:pt x="784" y="2120"/>
                  </a:cubicBezTo>
                  <a:cubicBezTo>
                    <a:pt x="1036" y="2373"/>
                    <a:pt x="1347" y="2487"/>
                    <a:pt x="1653" y="2487"/>
                  </a:cubicBezTo>
                  <a:cubicBezTo>
                    <a:pt x="2290" y="2487"/>
                    <a:pt x="2903" y="1992"/>
                    <a:pt x="2903" y="1245"/>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0"/>
            <p:cNvSpPr/>
            <p:nvPr/>
          </p:nvSpPr>
          <p:spPr>
            <a:xfrm>
              <a:off x="4993479" y="3857805"/>
              <a:ext cx="40291" cy="65136"/>
            </a:xfrm>
            <a:custGeom>
              <a:rect b="b" l="l" r="r" t="t"/>
              <a:pathLst>
                <a:path extrusionOk="0" h="2488" w="1539">
                  <a:moveTo>
                    <a:pt x="241" y="1"/>
                  </a:moveTo>
                  <a:cubicBezTo>
                    <a:pt x="160" y="1"/>
                    <a:pt x="83" y="11"/>
                    <a:pt x="1" y="25"/>
                  </a:cubicBezTo>
                  <a:cubicBezTo>
                    <a:pt x="587" y="135"/>
                    <a:pt x="1010" y="650"/>
                    <a:pt x="1010" y="1245"/>
                  </a:cubicBezTo>
                  <a:cubicBezTo>
                    <a:pt x="1010" y="1841"/>
                    <a:pt x="587" y="2350"/>
                    <a:pt x="1" y="2465"/>
                  </a:cubicBezTo>
                  <a:cubicBezTo>
                    <a:pt x="79" y="2480"/>
                    <a:pt x="157" y="2487"/>
                    <a:pt x="233" y="2487"/>
                  </a:cubicBezTo>
                  <a:cubicBezTo>
                    <a:pt x="861" y="2487"/>
                    <a:pt x="1407" y="2012"/>
                    <a:pt x="1471" y="1361"/>
                  </a:cubicBezTo>
                  <a:cubicBezTo>
                    <a:pt x="1538" y="635"/>
                    <a:pt x="971" y="6"/>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0"/>
            <p:cNvSpPr/>
            <p:nvPr/>
          </p:nvSpPr>
          <p:spPr>
            <a:xfrm>
              <a:off x="5047069" y="3857805"/>
              <a:ext cx="75870" cy="65110"/>
            </a:xfrm>
            <a:custGeom>
              <a:rect b="b" l="l" r="r" t="t"/>
              <a:pathLst>
                <a:path extrusionOk="0" h="2487" w="2898">
                  <a:moveTo>
                    <a:pt x="1658" y="1"/>
                  </a:moveTo>
                  <a:cubicBezTo>
                    <a:pt x="553" y="1"/>
                    <a:pt x="1" y="1341"/>
                    <a:pt x="779" y="2120"/>
                  </a:cubicBezTo>
                  <a:cubicBezTo>
                    <a:pt x="1032" y="2373"/>
                    <a:pt x="1344" y="2487"/>
                    <a:pt x="1649" y="2487"/>
                  </a:cubicBezTo>
                  <a:cubicBezTo>
                    <a:pt x="2287" y="2487"/>
                    <a:pt x="2897" y="1992"/>
                    <a:pt x="2897" y="1245"/>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0"/>
            <p:cNvSpPr/>
            <p:nvPr/>
          </p:nvSpPr>
          <p:spPr>
            <a:xfrm>
              <a:off x="5084035" y="3857805"/>
              <a:ext cx="38903" cy="65057"/>
            </a:xfrm>
            <a:custGeom>
              <a:rect b="b" l="l" r="r" t="t"/>
              <a:pathLst>
                <a:path extrusionOk="0" h="2485" w="1486">
                  <a:moveTo>
                    <a:pt x="246" y="1"/>
                  </a:moveTo>
                  <a:cubicBezTo>
                    <a:pt x="164" y="1"/>
                    <a:pt x="83" y="11"/>
                    <a:pt x="1" y="30"/>
                  </a:cubicBezTo>
                  <a:cubicBezTo>
                    <a:pt x="582" y="145"/>
                    <a:pt x="995" y="654"/>
                    <a:pt x="995" y="1245"/>
                  </a:cubicBezTo>
                  <a:cubicBezTo>
                    <a:pt x="995" y="1836"/>
                    <a:pt x="582" y="2345"/>
                    <a:pt x="1" y="2461"/>
                  </a:cubicBezTo>
                  <a:cubicBezTo>
                    <a:pt x="83" y="2475"/>
                    <a:pt x="164" y="2485"/>
                    <a:pt x="246" y="2485"/>
                  </a:cubicBezTo>
                  <a:cubicBezTo>
                    <a:pt x="933" y="2485"/>
                    <a:pt x="1485" y="1927"/>
                    <a:pt x="1485" y="1245"/>
                  </a:cubicBezTo>
                  <a:cubicBezTo>
                    <a:pt x="1485" y="558"/>
                    <a:pt x="933" y="6"/>
                    <a:pt x="246" y="6"/>
                  </a:cubicBezTo>
                  <a:lnTo>
                    <a:pt x="246"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0"/>
            <p:cNvSpPr/>
            <p:nvPr/>
          </p:nvSpPr>
          <p:spPr>
            <a:xfrm>
              <a:off x="4956251" y="4063947"/>
              <a:ext cx="76001" cy="65083"/>
            </a:xfrm>
            <a:custGeom>
              <a:rect b="b" l="l" r="r" t="t"/>
              <a:pathLst>
                <a:path extrusionOk="0" h="2486" w="2903">
                  <a:moveTo>
                    <a:pt x="1658" y="1"/>
                  </a:moveTo>
                  <a:cubicBezTo>
                    <a:pt x="553" y="1"/>
                    <a:pt x="1" y="1336"/>
                    <a:pt x="784" y="2119"/>
                  </a:cubicBezTo>
                  <a:cubicBezTo>
                    <a:pt x="1035" y="2372"/>
                    <a:pt x="1345" y="2485"/>
                    <a:pt x="1650" y="2485"/>
                  </a:cubicBezTo>
                  <a:cubicBezTo>
                    <a:pt x="2288" y="2485"/>
                    <a:pt x="2903" y="1988"/>
                    <a:pt x="2903" y="1240"/>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0"/>
            <p:cNvSpPr/>
            <p:nvPr/>
          </p:nvSpPr>
          <p:spPr>
            <a:xfrm>
              <a:off x="4993479" y="4063947"/>
              <a:ext cx="40291" cy="65005"/>
            </a:xfrm>
            <a:custGeom>
              <a:rect b="b" l="l" r="r" t="t"/>
              <a:pathLst>
                <a:path extrusionOk="0" h="2483" w="1539">
                  <a:moveTo>
                    <a:pt x="241" y="1"/>
                  </a:moveTo>
                  <a:cubicBezTo>
                    <a:pt x="160" y="1"/>
                    <a:pt x="83" y="6"/>
                    <a:pt x="1" y="20"/>
                  </a:cubicBezTo>
                  <a:cubicBezTo>
                    <a:pt x="587" y="135"/>
                    <a:pt x="1010" y="645"/>
                    <a:pt x="1010" y="1240"/>
                  </a:cubicBezTo>
                  <a:cubicBezTo>
                    <a:pt x="1010" y="1836"/>
                    <a:pt x="587" y="2345"/>
                    <a:pt x="1" y="2460"/>
                  </a:cubicBezTo>
                  <a:cubicBezTo>
                    <a:pt x="79" y="2475"/>
                    <a:pt x="157" y="2482"/>
                    <a:pt x="233" y="2482"/>
                  </a:cubicBezTo>
                  <a:cubicBezTo>
                    <a:pt x="861" y="2482"/>
                    <a:pt x="1407" y="2007"/>
                    <a:pt x="1471" y="1360"/>
                  </a:cubicBezTo>
                  <a:cubicBezTo>
                    <a:pt x="1538" y="635"/>
                    <a:pt x="971" y="1"/>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0"/>
            <p:cNvSpPr/>
            <p:nvPr/>
          </p:nvSpPr>
          <p:spPr>
            <a:xfrm>
              <a:off x="5047069" y="4063947"/>
              <a:ext cx="75870" cy="65083"/>
            </a:xfrm>
            <a:custGeom>
              <a:rect b="b" l="l" r="r" t="t"/>
              <a:pathLst>
                <a:path extrusionOk="0" h="2486" w="2898">
                  <a:moveTo>
                    <a:pt x="1658" y="1"/>
                  </a:moveTo>
                  <a:cubicBezTo>
                    <a:pt x="553" y="1"/>
                    <a:pt x="1" y="1336"/>
                    <a:pt x="779" y="2119"/>
                  </a:cubicBezTo>
                  <a:cubicBezTo>
                    <a:pt x="1032" y="2372"/>
                    <a:pt x="1342" y="2485"/>
                    <a:pt x="1647" y="2485"/>
                  </a:cubicBezTo>
                  <a:cubicBezTo>
                    <a:pt x="2285" y="2485"/>
                    <a:pt x="2897" y="1988"/>
                    <a:pt x="2897" y="1240"/>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0"/>
            <p:cNvSpPr/>
            <p:nvPr/>
          </p:nvSpPr>
          <p:spPr>
            <a:xfrm>
              <a:off x="5084035" y="4063947"/>
              <a:ext cx="38903" cy="64926"/>
            </a:xfrm>
            <a:custGeom>
              <a:rect b="b" l="l" r="r" t="t"/>
              <a:pathLst>
                <a:path extrusionOk="0" h="2480" w="1486">
                  <a:moveTo>
                    <a:pt x="246" y="1"/>
                  </a:moveTo>
                  <a:cubicBezTo>
                    <a:pt x="164" y="1"/>
                    <a:pt x="83" y="10"/>
                    <a:pt x="1" y="25"/>
                  </a:cubicBezTo>
                  <a:cubicBezTo>
                    <a:pt x="582" y="140"/>
                    <a:pt x="995" y="649"/>
                    <a:pt x="995" y="1240"/>
                  </a:cubicBezTo>
                  <a:cubicBezTo>
                    <a:pt x="995" y="1831"/>
                    <a:pt x="582" y="2340"/>
                    <a:pt x="1" y="2456"/>
                  </a:cubicBezTo>
                  <a:cubicBezTo>
                    <a:pt x="83" y="2475"/>
                    <a:pt x="164" y="2480"/>
                    <a:pt x="246" y="2480"/>
                  </a:cubicBezTo>
                  <a:cubicBezTo>
                    <a:pt x="933" y="2480"/>
                    <a:pt x="1485" y="1922"/>
                    <a:pt x="1485" y="1240"/>
                  </a:cubicBezTo>
                  <a:cubicBezTo>
                    <a:pt x="1485" y="558"/>
                    <a:pt x="933" y="1"/>
                    <a:pt x="246"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0"/>
            <p:cNvSpPr/>
            <p:nvPr/>
          </p:nvSpPr>
          <p:spPr>
            <a:xfrm>
              <a:off x="4956251" y="3960824"/>
              <a:ext cx="76001" cy="65110"/>
            </a:xfrm>
            <a:custGeom>
              <a:rect b="b" l="l" r="r" t="t"/>
              <a:pathLst>
                <a:path extrusionOk="0" h="2487" w="2903">
                  <a:moveTo>
                    <a:pt x="1658" y="0"/>
                  </a:moveTo>
                  <a:cubicBezTo>
                    <a:pt x="553" y="0"/>
                    <a:pt x="1" y="1336"/>
                    <a:pt x="784" y="2119"/>
                  </a:cubicBezTo>
                  <a:cubicBezTo>
                    <a:pt x="1036" y="2373"/>
                    <a:pt x="1347" y="2486"/>
                    <a:pt x="1653" y="2486"/>
                  </a:cubicBezTo>
                  <a:cubicBezTo>
                    <a:pt x="2290" y="2486"/>
                    <a:pt x="2903" y="1992"/>
                    <a:pt x="2903" y="1245"/>
                  </a:cubicBezTo>
                  <a:cubicBezTo>
                    <a:pt x="2903"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0"/>
            <p:cNvSpPr/>
            <p:nvPr/>
          </p:nvSpPr>
          <p:spPr>
            <a:xfrm>
              <a:off x="4993479" y="3960955"/>
              <a:ext cx="40291" cy="64979"/>
            </a:xfrm>
            <a:custGeom>
              <a:rect b="b" l="l" r="r" t="t"/>
              <a:pathLst>
                <a:path extrusionOk="0" h="2482" w="1539">
                  <a:moveTo>
                    <a:pt x="241" y="0"/>
                  </a:moveTo>
                  <a:cubicBezTo>
                    <a:pt x="160" y="0"/>
                    <a:pt x="83" y="5"/>
                    <a:pt x="1" y="19"/>
                  </a:cubicBezTo>
                  <a:cubicBezTo>
                    <a:pt x="587" y="135"/>
                    <a:pt x="1010" y="644"/>
                    <a:pt x="1010" y="1240"/>
                  </a:cubicBezTo>
                  <a:cubicBezTo>
                    <a:pt x="1010" y="1835"/>
                    <a:pt x="587" y="2345"/>
                    <a:pt x="1" y="2460"/>
                  </a:cubicBezTo>
                  <a:cubicBezTo>
                    <a:pt x="79" y="2475"/>
                    <a:pt x="157" y="2482"/>
                    <a:pt x="233" y="2482"/>
                  </a:cubicBezTo>
                  <a:cubicBezTo>
                    <a:pt x="861" y="2482"/>
                    <a:pt x="1407" y="2007"/>
                    <a:pt x="1471" y="1360"/>
                  </a:cubicBezTo>
                  <a:cubicBezTo>
                    <a:pt x="1538" y="630"/>
                    <a:pt x="971" y="0"/>
                    <a:pt x="241"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0"/>
            <p:cNvSpPr/>
            <p:nvPr/>
          </p:nvSpPr>
          <p:spPr>
            <a:xfrm>
              <a:off x="5047069" y="3960824"/>
              <a:ext cx="75870" cy="65110"/>
            </a:xfrm>
            <a:custGeom>
              <a:rect b="b" l="l" r="r" t="t"/>
              <a:pathLst>
                <a:path extrusionOk="0" h="2487" w="2898">
                  <a:moveTo>
                    <a:pt x="1658" y="0"/>
                  </a:moveTo>
                  <a:cubicBezTo>
                    <a:pt x="553" y="0"/>
                    <a:pt x="1" y="1336"/>
                    <a:pt x="779" y="2119"/>
                  </a:cubicBezTo>
                  <a:cubicBezTo>
                    <a:pt x="1032" y="2373"/>
                    <a:pt x="1344" y="2486"/>
                    <a:pt x="1649" y="2486"/>
                  </a:cubicBezTo>
                  <a:cubicBezTo>
                    <a:pt x="2287" y="2486"/>
                    <a:pt x="2897" y="1992"/>
                    <a:pt x="2897" y="1245"/>
                  </a:cubicBezTo>
                  <a:cubicBezTo>
                    <a:pt x="2897"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0"/>
            <p:cNvSpPr/>
            <p:nvPr/>
          </p:nvSpPr>
          <p:spPr>
            <a:xfrm>
              <a:off x="5084035" y="3960955"/>
              <a:ext cx="38903" cy="64926"/>
            </a:xfrm>
            <a:custGeom>
              <a:rect b="b" l="l" r="r" t="t"/>
              <a:pathLst>
                <a:path extrusionOk="0" h="2480" w="1486">
                  <a:moveTo>
                    <a:pt x="246" y="0"/>
                  </a:moveTo>
                  <a:cubicBezTo>
                    <a:pt x="164" y="0"/>
                    <a:pt x="83" y="5"/>
                    <a:pt x="1" y="24"/>
                  </a:cubicBezTo>
                  <a:cubicBezTo>
                    <a:pt x="582" y="140"/>
                    <a:pt x="995" y="649"/>
                    <a:pt x="995" y="1240"/>
                  </a:cubicBezTo>
                  <a:cubicBezTo>
                    <a:pt x="995" y="1831"/>
                    <a:pt x="582" y="2340"/>
                    <a:pt x="1" y="2455"/>
                  </a:cubicBezTo>
                  <a:cubicBezTo>
                    <a:pt x="83" y="2470"/>
                    <a:pt x="164" y="2479"/>
                    <a:pt x="246" y="2479"/>
                  </a:cubicBezTo>
                  <a:cubicBezTo>
                    <a:pt x="933" y="2479"/>
                    <a:pt x="1485" y="1922"/>
                    <a:pt x="1485" y="1240"/>
                  </a:cubicBezTo>
                  <a:cubicBezTo>
                    <a:pt x="1485" y="553"/>
                    <a:pt x="933" y="0"/>
                    <a:pt x="246"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0"/>
            <p:cNvSpPr/>
            <p:nvPr/>
          </p:nvSpPr>
          <p:spPr>
            <a:xfrm>
              <a:off x="4962298" y="3852936"/>
              <a:ext cx="74849" cy="74927"/>
            </a:xfrm>
            <a:custGeom>
              <a:rect b="b" l="l" r="r" t="t"/>
              <a:pathLst>
                <a:path extrusionOk="0" h="2862" w="2859">
                  <a:moveTo>
                    <a:pt x="1411" y="385"/>
                  </a:moveTo>
                  <a:cubicBezTo>
                    <a:pt x="1606" y="385"/>
                    <a:pt x="1811" y="443"/>
                    <a:pt x="2009" y="576"/>
                  </a:cubicBezTo>
                  <a:lnTo>
                    <a:pt x="2004" y="576"/>
                  </a:lnTo>
                  <a:lnTo>
                    <a:pt x="572" y="2003"/>
                  </a:lnTo>
                  <a:cubicBezTo>
                    <a:pt x="61" y="1244"/>
                    <a:pt x="661" y="385"/>
                    <a:pt x="1411" y="385"/>
                  </a:cubicBezTo>
                  <a:close/>
                  <a:moveTo>
                    <a:pt x="2273" y="840"/>
                  </a:moveTo>
                  <a:lnTo>
                    <a:pt x="2273" y="840"/>
                  </a:lnTo>
                  <a:cubicBezTo>
                    <a:pt x="2809" y="1604"/>
                    <a:pt x="2206" y="2479"/>
                    <a:pt x="1452" y="2479"/>
                  </a:cubicBezTo>
                  <a:cubicBezTo>
                    <a:pt x="1253" y="2479"/>
                    <a:pt x="1043" y="2417"/>
                    <a:pt x="841" y="2277"/>
                  </a:cubicBezTo>
                  <a:lnTo>
                    <a:pt x="2273" y="840"/>
                  </a:lnTo>
                  <a:close/>
                  <a:moveTo>
                    <a:pt x="1445" y="1"/>
                  </a:moveTo>
                  <a:cubicBezTo>
                    <a:pt x="712" y="1"/>
                    <a:pt x="1" y="563"/>
                    <a:pt x="1" y="1431"/>
                  </a:cubicBezTo>
                  <a:cubicBezTo>
                    <a:pt x="1" y="1806"/>
                    <a:pt x="145" y="2166"/>
                    <a:pt x="409" y="2430"/>
                  </a:cubicBezTo>
                  <a:lnTo>
                    <a:pt x="409" y="2440"/>
                  </a:lnTo>
                  <a:lnTo>
                    <a:pt x="414" y="2440"/>
                  </a:lnTo>
                  <a:cubicBezTo>
                    <a:pt x="704" y="2731"/>
                    <a:pt x="1063" y="2861"/>
                    <a:pt x="1415" y="2861"/>
                  </a:cubicBezTo>
                  <a:cubicBezTo>
                    <a:pt x="2151" y="2861"/>
                    <a:pt x="2859" y="2292"/>
                    <a:pt x="2859" y="1431"/>
                  </a:cubicBezTo>
                  <a:cubicBezTo>
                    <a:pt x="2859" y="1052"/>
                    <a:pt x="2705" y="682"/>
                    <a:pt x="2436" y="413"/>
                  </a:cubicBezTo>
                  <a:cubicBezTo>
                    <a:pt x="2151" y="129"/>
                    <a:pt x="1795" y="1"/>
                    <a:pt x="1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0"/>
            <p:cNvSpPr/>
            <p:nvPr/>
          </p:nvSpPr>
          <p:spPr>
            <a:xfrm>
              <a:off x="5040786" y="3852910"/>
              <a:ext cx="87179" cy="74901"/>
            </a:xfrm>
            <a:custGeom>
              <a:rect b="b" l="l" r="r" t="t"/>
              <a:pathLst>
                <a:path extrusionOk="0" h="2861" w="3330">
                  <a:moveTo>
                    <a:pt x="1877" y="386"/>
                  </a:moveTo>
                  <a:cubicBezTo>
                    <a:pt x="2072" y="386"/>
                    <a:pt x="2277" y="444"/>
                    <a:pt x="2474" y="577"/>
                  </a:cubicBezTo>
                  <a:lnTo>
                    <a:pt x="1043" y="2004"/>
                  </a:lnTo>
                  <a:cubicBezTo>
                    <a:pt x="525" y="1242"/>
                    <a:pt x="1128" y="386"/>
                    <a:pt x="1877" y="386"/>
                  </a:cubicBezTo>
                  <a:close/>
                  <a:moveTo>
                    <a:pt x="2739" y="841"/>
                  </a:moveTo>
                  <a:lnTo>
                    <a:pt x="2739" y="841"/>
                  </a:lnTo>
                  <a:cubicBezTo>
                    <a:pt x="3270" y="1597"/>
                    <a:pt x="2673" y="2482"/>
                    <a:pt x="1920" y="2482"/>
                  </a:cubicBezTo>
                  <a:cubicBezTo>
                    <a:pt x="1720" y="2482"/>
                    <a:pt x="1510" y="2420"/>
                    <a:pt x="1307" y="2278"/>
                  </a:cubicBezTo>
                  <a:lnTo>
                    <a:pt x="2739" y="841"/>
                  </a:lnTo>
                  <a:close/>
                  <a:moveTo>
                    <a:pt x="1893" y="1"/>
                  </a:moveTo>
                  <a:cubicBezTo>
                    <a:pt x="596" y="1"/>
                    <a:pt x="0" y="1591"/>
                    <a:pt x="879" y="2436"/>
                  </a:cubicBezTo>
                  <a:cubicBezTo>
                    <a:pt x="1171" y="2729"/>
                    <a:pt x="1531" y="2861"/>
                    <a:pt x="1885" y="2861"/>
                  </a:cubicBezTo>
                  <a:cubicBezTo>
                    <a:pt x="2622" y="2861"/>
                    <a:pt x="3330" y="2292"/>
                    <a:pt x="3330" y="1432"/>
                  </a:cubicBezTo>
                  <a:cubicBezTo>
                    <a:pt x="3330" y="1048"/>
                    <a:pt x="3176" y="683"/>
                    <a:pt x="2902" y="414"/>
                  </a:cubicBezTo>
                  <a:cubicBezTo>
                    <a:pt x="2633" y="150"/>
                    <a:pt x="2273" y="1"/>
                    <a:pt x="18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0"/>
            <p:cNvSpPr/>
            <p:nvPr/>
          </p:nvSpPr>
          <p:spPr>
            <a:xfrm>
              <a:off x="4949732" y="3955928"/>
              <a:ext cx="87415" cy="74953"/>
            </a:xfrm>
            <a:custGeom>
              <a:rect b="b" l="l" r="r" t="t"/>
              <a:pathLst>
                <a:path extrusionOk="0" h="2863" w="3339">
                  <a:moveTo>
                    <a:pt x="1890" y="385"/>
                  </a:moveTo>
                  <a:cubicBezTo>
                    <a:pt x="2085" y="385"/>
                    <a:pt x="2290" y="444"/>
                    <a:pt x="2489" y="577"/>
                  </a:cubicBezTo>
                  <a:lnTo>
                    <a:pt x="2484" y="577"/>
                  </a:lnTo>
                  <a:lnTo>
                    <a:pt x="1052" y="2008"/>
                  </a:lnTo>
                  <a:cubicBezTo>
                    <a:pt x="542" y="1242"/>
                    <a:pt x="1141" y="385"/>
                    <a:pt x="1890" y="385"/>
                  </a:cubicBezTo>
                  <a:close/>
                  <a:moveTo>
                    <a:pt x="2753" y="846"/>
                  </a:moveTo>
                  <a:lnTo>
                    <a:pt x="2753" y="846"/>
                  </a:lnTo>
                  <a:cubicBezTo>
                    <a:pt x="3288" y="1605"/>
                    <a:pt x="2687" y="2481"/>
                    <a:pt x="1934" y="2481"/>
                  </a:cubicBezTo>
                  <a:cubicBezTo>
                    <a:pt x="1734" y="2481"/>
                    <a:pt x="1524" y="2419"/>
                    <a:pt x="1321" y="2277"/>
                  </a:cubicBezTo>
                  <a:lnTo>
                    <a:pt x="2753" y="846"/>
                  </a:lnTo>
                  <a:close/>
                  <a:moveTo>
                    <a:pt x="1907" y="0"/>
                  </a:moveTo>
                  <a:cubicBezTo>
                    <a:pt x="654" y="0"/>
                    <a:pt x="0" y="1528"/>
                    <a:pt x="889" y="2436"/>
                  </a:cubicBezTo>
                  <a:lnTo>
                    <a:pt x="889" y="2441"/>
                  </a:lnTo>
                  <a:cubicBezTo>
                    <a:pt x="1180" y="2732"/>
                    <a:pt x="1541" y="2863"/>
                    <a:pt x="1894" y="2863"/>
                  </a:cubicBezTo>
                  <a:cubicBezTo>
                    <a:pt x="2631" y="2863"/>
                    <a:pt x="3339" y="2296"/>
                    <a:pt x="3339" y="1437"/>
                  </a:cubicBezTo>
                  <a:cubicBezTo>
                    <a:pt x="3339" y="644"/>
                    <a:pt x="2695" y="0"/>
                    <a:pt x="1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0"/>
            <p:cNvSpPr/>
            <p:nvPr/>
          </p:nvSpPr>
          <p:spPr>
            <a:xfrm>
              <a:off x="5040786" y="3955928"/>
              <a:ext cx="87310" cy="74953"/>
            </a:xfrm>
            <a:custGeom>
              <a:rect b="b" l="l" r="r" t="t"/>
              <a:pathLst>
                <a:path extrusionOk="0" h="2863" w="3335">
                  <a:moveTo>
                    <a:pt x="1875" y="385"/>
                  </a:moveTo>
                  <a:cubicBezTo>
                    <a:pt x="2069" y="385"/>
                    <a:pt x="2275" y="443"/>
                    <a:pt x="2474" y="577"/>
                  </a:cubicBezTo>
                  <a:lnTo>
                    <a:pt x="1043" y="2008"/>
                  </a:lnTo>
                  <a:cubicBezTo>
                    <a:pt x="531" y="1253"/>
                    <a:pt x="1123" y="385"/>
                    <a:pt x="1875" y="385"/>
                  </a:cubicBezTo>
                  <a:close/>
                  <a:moveTo>
                    <a:pt x="2743" y="846"/>
                  </a:moveTo>
                  <a:cubicBezTo>
                    <a:pt x="3271" y="1598"/>
                    <a:pt x="2673" y="2482"/>
                    <a:pt x="1920" y="2482"/>
                  </a:cubicBezTo>
                  <a:cubicBezTo>
                    <a:pt x="1720" y="2482"/>
                    <a:pt x="1510" y="2420"/>
                    <a:pt x="1307" y="2277"/>
                  </a:cubicBezTo>
                  <a:lnTo>
                    <a:pt x="2743" y="846"/>
                  </a:lnTo>
                  <a:close/>
                  <a:moveTo>
                    <a:pt x="1898" y="0"/>
                  </a:moveTo>
                  <a:cubicBezTo>
                    <a:pt x="606" y="0"/>
                    <a:pt x="0" y="1585"/>
                    <a:pt x="884" y="2441"/>
                  </a:cubicBezTo>
                  <a:cubicBezTo>
                    <a:pt x="1176" y="2732"/>
                    <a:pt x="1536" y="2863"/>
                    <a:pt x="1890" y="2863"/>
                  </a:cubicBezTo>
                  <a:cubicBezTo>
                    <a:pt x="2626" y="2863"/>
                    <a:pt x="3334" y="2296"/>
                    <a:pt x="3334" y="1437"/>
                  </a:cubicBezTo>
                  <a:cubicBezTo>
                    <a:pt x="3330" y="644"/>
                    <a:pt x="2691" y="5"/>
                    <a:pt x="1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0"/>
            <p:cNvSpPr/>
            <p:nvPr/>
          </p:nvSpPr>
          <p:spPr>
            <a:xfrm>
              <a:off x="4962298" y="4058920"/>
              <a:ext cx="74980" cy="74953"/>
            </a:xfrm>
            <a:custGeom>
              <a:rect b="b" l="l" r="r" t="t"/>
              <a:pathLst>
                <a:path extrusionOk="0" h="2863" w="2864">
                  <a:moveTo>
                    <a:pt x="2273" y="846"/>
                  </a:moveTo>
                  <a:lnTo>
                    <a:pt x="2273" y="846"/>
                  </a:lnTo>
                  <a:cubicBezTo>
                    <a:pt x="2805" y="1603"/>
                    <a:pt x="2206" y="2485"/>
                    <a:pt x="1452" y="2485"/>
                  </a:cubicBezTo>
                  <a:cubicBezTo>
                    <a:pt x="1254" y="2485"/>
                    <a:pt x="1044" y="2424"/>
                    <a:pt x="841" y="2283"/>
                  </a:cubicBezTo>
                  <a:lnTo>
                    <a:pt x="2273" y="846"/>
                  </a:lnTo>
                  <a:close/>
                  <a:moveTo>
                    <a:pt x="1431" y="0"/>
                  </a:moveTo>
                  <a:cubicBezTo>
                    <a:pt x="1194" y="0"/>
                    <a:pt x="951" y="61"/>
                    <a:pt x="721" y="193"/>
                  </a:cubicBezTo>
                  <a:cubicBezTo>
                    <a:pt x="535" y="298"/>
                    <a:pt x="639" y="547"/>
                    <a:pt x="809" y="547"/>
                  </a:cubicBezTo>
                  <a:cubicBezTo>
                    <a:pt x="840" y="547"/>
                    <a:pt x="874" y="539"/>
                    <a:pt x="909" y="519"/>
                  </a:cubicBezTo>
                  <a:cubicBezTo>
                    <a:pt x="1067" y="428"/>
                    <a:pt x="1250" y="380"/>
                    <a:pt x="1432" y="380"/>
                  </a:cubicBezTo>
                  <a:cubicBezTo>
                    <a:pt x="1639" y="385"/>
                    <a:pt x="1841" y="452"/>
                    <a:pt x="2009" y="572"/>
                  </a:cubicBezTo>
                  <a:lnTo>
                    <a:pt x="577" y="2004"/>
                  </a:lnTo>
                  <a:cubicBezTo>
                    <a:pt x="404" y="1744"/>
                    <a:pt x="337" y="1485"/>
                    <a:pt x="409" y="1182"/>
                  </a:cubicBezTo>
                  <a:cubicBezTo>
                    <a:pt x="446" y="1039"/>
                    <a:pt x="333" y="948"/>
                    <a:pt x="222" y="948"/>
                  </a:cubicBezTo>
                  <a:cubicBezTo>
                    <a:pt x="143" y="948"/>
                    <a:pt x="65" y="993"/>
                    <a:pt x="39" y="1096"/>
                  </a:cubicBezTo>
                  <a:cubicBezTo>
                    <a:pt x="15" y="1206"/>
                    <a:pt x="1" y="1317"/>
                    <a:pt x="1" y="1427"/>
                  </a:cubicBezTo>
                  <a:cubicBezTo>
                    <a:pt x="1" y="1807"/>
                    <a:pt x="150" y="2172"/>
                    <a:pt x="414" y="2436"/>
                  </a:cubicBezTo>
                  <a:cubicBezTo>
                    <a:pt x="709" y="2731"/>
                    <a:pt x="1069" y="2863"/>
                    <a:pt x="1422" y="2863"/>
                  </a:cubicBezTo>
                  <a:cubicBezTo>
                    <a:pt x="2160" y="2863"/>
                    <a:pt x="2864" y="2287"/>
                    <a:pt x="2864" y="1432"/>
                  </a:cubicBezTo>
                  <a:cubicBezTo>
                    <a:pt x="2864" y="597"/>
                    <a:pt x="2178" y="0"/>
                    <a:pt x="14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0"/>
            <p:cNvSpPr/>
            <p:nvPr/>
          </p:nvSpPr>
          <p:spPr>
            <a:xfrm>
              <a:off x="5040655" y="4059051"/>
              <a:ext cx="87179" cy="74796"/>
            </a:xfrm>
            <a:custGeom>
              <a:rect b="b" l="l" r="r" t="t"/>
              <a:pathLst>
                <a:path extrusionOk="0" h="2857" w="3330">
                  <a:moveTo>
                    <a:pt x="1883" y="383"/>
                  </a:moveTo>
                  <a:cubicBezTo>
                    <a:pt x="2078" y="383"/>
                    <a:pt x="2282" y="440"/>
                    <a:pt x="2479" y="572"/>
                  </a:cubicBezTo>
                  <a:lnTo>
                    <a:pt x="1048" y="2004"/>
                  </a:lnTo>
                  <a:cubicBezTo>
                    <a:pt x="529" y="1237"/>
                    <a:pt x="1134" y="383"/>
                    <a:pt x="1883" y="383"/>
                  </a:cubicBezTo>
                  <a:close/>
                  <a:moveTo>
                    <a:pt x="2748" y="841"/>
                  </a:moveTo>
                  <a:lnTo>
                    <a:pt x="2748" y="841"/>
                  </a:lnTo>
                  <a:cubicBezTo>
                    <a:pt x="3284" y="1605"/>
                    <a:pt x="2678" y="2479"/>
                    <a:pt x="1924" y="2479"/>
                  </a:cubicBezTo>
                  <a:cubicBezTo>
                    <a:pt x="1724" y="2479"/>
                    <a:pt x="1514" y="2418"/>
                    <a:pt x="1312" y="2278"/>
                  </a:cubicBezTo>
                  <a:lnTo>
                    <a:pt x="2748" y="841"/>
                  </a:lnTo>
                  <a:close/>
                  <a:moveTo>
                    <a:pt x="1903" y="0"/>
                  </a:moveTo>
                  <a:cubicBezTo>
                    <a:pt x="630" y="0"/>
                    <a:pt x="1" y="1552"/>
                    <a:pt x="884" y="2436"/>
                  </a:cubicBezTo>
                  <a:cubicBezTo>
                    <a:pt x="1174" y="2727"/>
                    <a:pt x="1532" y="2857"/>
                    <a:pt x="1884" y="2857"/>
                  </a:cubicBezTo>
                  <a:cubicBezTo>
                    <a:pt x="2620" y="2857"/>
                    <a:pt x="3330" y="2288"/>
                    <a:pt x="3330" y="1427"/>
                  </a:cubicBezTo>
                  <a:cubicBezTo>
                    <a:pt x="3330" y="639"/>
                    <a:pt x="2691"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0"/>
            <p:cNvSpPr/>
            <p:nvPr/>
          </p:nvSpPr>
          <p:spPr>
            <a:xfrm>
              <a:off x="4929600" y="3825735"/>
              <a:ext cx="230803" cy="340235"/>
            </a:xfrm>
            <a:custGeom>
              <a:rect b="b" l="l" r="r" t="t"/>
              <a:pathLst>
                <a:path extrusionOk="0" h="12996" w="8816">
                  <a:moveTo>
                    <a:pt x="913" y="1"/>
                  </a:moveTo>
                  <a:cubicBezTo>
                    <a:pt x="409" y="1"/>
                    <a:pt x="1" y="409"/>
                    <a:pt x="1" y="909"/>
                  </a:cubicBezTo>
                  <a:lnTo>
                    <a:pt x="1" y="12088"/>
                  </a:lnTo>
                  <a:cubicBezTo>
                    <a:pt x="1" y="12587"/>
                    <a:pt x="409" y="12996"/>
                    <a:pt x="913" y="12996"/>
                  </a:cubicBezTo>
                  <a:lnTo>
                    <a:pt x="7903" y="12996"/>
                  </a:lnTo>
                  <a:cubicBezTo>
                    <a:pt x="8408" y="12996"/>
                    <a:pt x="8816" y="12587"/>
                    <a:pt x="8816" y="12088"/>
                  </a:cubicBezTo>
                  <a:lnTo>
                    <a:pt x="8816" y="5626"/>
                  </a:lnTo>
                  <a:cubicBezTo>
                    <a:pt x="8816" y="5502"/>
                    <a:pt x="8721" y="5439"/>
                    <a:pt x="8626" y="5439"/>
                  </a:cubicBezTo>
                  <a:cubicBezTo>
                    <a:pt x="8531" y="5439"/>
                    <a:pt x="8436" y="5502"/>
                    <a:pt x="8436" y="5626"/>
                  </a:cubicBezTo>
                  <a:lnTo>
                    <a:pt x="8436" y="12088"/>
                  </a:lnTo>
                  <a:cubicBezTo>
                    <a:pt x="8436" y="12381"/>
                    <a:pt x="8196" y="12616"/>
                    <a:pt x="7903" y="12616"/>
                  </a:cubicBezTo>
                  <a:lnTo>
                    <a:pt x="918" y="12616"/>
                  </a:lnTo>
                  <a:cubicBezTo>
                    <a:pt x="625" y="12616"/>
                    <a:pt x="390" y="12381"/>
                    <a:pt x="390" y="12088"/>
                  </a:cubicBezTo>
                  <a:lnTo>
                    <a:pt x="390" y="909"/>
                  </a:lnTo>
                  <a:cubicBezTo>
                    <a:pt x="390" y="616"/>
                    <a:pt x="625" y="380"/>
                    <a:pt x="918" y="380"/>
                  </a:cubicBezTo>
                  <a:lnTo>
                    <a:pt x="7908" y="380"/>
                  </a:lnTo>
                  <a:cubicBezTo>
                    <a:pt x="8201" y="380"/>
                    <a:pt x="8441" y="616"/>
                    <a:pt x="8436" y="909"/>
                  </a:cubicBezTo>
                  <a:lnTo>
                    <a:pt x="8436" y="4622"/>
                  </a:lnTo>
                  <a:cubicBezTo>
                    <a:pt x="8436" y="4728"/>
                    <a:pt x="8523" y="4810"/>
                    <a:pt x="8629" y="4810"/>
                  </a:cubicBezTo>
                  <a:cubicBezTo>
                    <a:pt x="8730" y="4810"/>
                    <a:pt x="8816" y="4728"/>
                    <a:pt x="8816" y="4622"/>
                  </a:cubicBezTo>
                  <a:lnTo>
                    <a:pt x="8816" y="909"/>
                  </a:lnTo>
                  <a:cubicBezTo>
                    <a:pt x="8816" y="409"/>
                    <a:pt x="8408" y="1"/>
                    <a:pt x="79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80"/>
          <p:cNvGrpSpPr/>
          <p:nvPr/>
        </p:nvGrpSpPr>
        <p:grpSpPr>
          <a:xfrm>
            <a:off x="6264518" y="3825395"/>
            <a:ext cx="249810" cy="340968"/>
            <a:chOff x="6264518" y="3825395"/>
            <a:chExt cx="249810" cy="340968"/>
          </a:xfrm>
        </p:grpSpPr>
        <p:sp>
          <p:nvSpPr>
            <p:cNvPr id="9077" name="Google Shape;9077;p80"/>
            <p:cNvSpPr/>
            <p:nvPr/>
          </p:nvSpPr>
          <p:spPr>
            <a:xfrm>
              <a:off x="6269309" y="3867832"/>
              <a:ext cx="211325" cy="293740"/>
            </a:xfrm>
            <a:custGeom>
              <a:rect b="b" l="l" r="r" t="t"/>
              <a:pathLst>
                <a:path extrusionOk="0" h="11220" w="8072">
                  <a:moveTo>
                    <a:pt x="4620" y="0"/>
                  </a:moveTo>
                  <a:cubicBezTo>
                    <a:pt x="4343" y="0"/>
                    <a:pt x="4064" y="41"/>
                    <a:pt x="3791" y="132"/>
                  </a:cubicBezTo>
                  <a:cubicBezTo>
                    <a:pt x="3243" y="315"/>
                    <a:pt x="2777" y="680"/>
                    <a:pt x="2465" y="1160"/>
                  </a:cubicBezTo>
                  <a:cubicBezTo>
                    <a:pt x="1970" y="1905"/>
                    <a:pt x="1888" y="2851"/>
                    <a:pt x="2249" y="3668"/>
                  </a:cubicBezTo>
                  <a:cubicBezTo>
                    <a:pt x="2364" y="3946"/>
                    <a:pt x="2551" y="4191"/>
                    <a:pt x="2787" y="4379"/>
                  </a:cubicBezTo>
                  <a:cubicBezTo>
                    <a:pt x="2907" y="4475"/>
                    <a:pt x="2988" y="4609"/>
                    <a:pt x="3022" y="4758"/>
                  </a:cubicBezTo>
                  <a:cubicBezTo>
                    <a:pt x="3056" y="4888"/>
                    <a:pt x="3046" y="5027"/>
                    <a:pt x="3008" y="5157"/>
                  </a:cubicBezTo>
                  <a:cubicBezTo>
                    <a:pt x="2940" y="5340"/>
                    <a:pt x="2796" y="5484"/>
                    <a:pt x="2614" y="5541"/>
                  </a:cubicBezTo>
                  <a:cubicBezTo>
                    <a:pt x="2508" y="5575"/>
                    <a:pt x="2402" y="5613"/>
                    <a:pt x="2301" y="5661"/>
                  </a:cubicBezTo>
                  <a:cubicBezTo>
                    <a:pt x="1744" y="5916"/>
                    <a:pt x="1374" y="6464"/>
                    <a:pt x="1350" y="7079"/>
                  </a:cubicBezTo>
                  <a:cubicBezTo>
                    <a:pt x="606" y="7083"/>
                    <a:pt x="0" y="7694"/>
                    <a:pt x="0" y="8443"/>
                  </a:cubicBezTo>
                  <a:lnTo>
                    <a:pt x="0" y="11220"/>
                  </a:lnTo>
                  <a:lnTo>
                    <a:pt x="1014" y="11215"/>
                  </a:lnTo>
                  <a:lnTo>
                    <a:pt x="1019" y="11210"/>
                  </a:lnTo>
                  <a:lnTo>
                    <a:pt x="1019" y="8433"/>
                  </a:lnTo>
                  <a:cubicBezTo>
                    <a:pt x="1019" y="8246"/>
                    <a:pt x="1173" y="8087"/>
                    <a:pt x="1365" y="8087"/>
                  </a:cubicBezTo>
                  <a:lnTo>
                    <a:pt x="1639" y="8087"/>
                  </a:lnTo>
                  <a:cubicBezTo>
                    <a:pt x="1687" y="8155"/>
                    <a:pt x="1735" y="8217"/>
                    <a:pt x="1792" y="8275"/>
                  </a:cubicBezTo>
                  <a:cubicBezTo>
                    <a:pt x="1807" y="8289"/>
                    <a:pt x="1821" y="8308"/>
                    <a:pt x="1840" y="8323"/>
                  </a:cubicBezTo>
                  <a:cubicBezTo>
                    <a:pt x="2251" y="8721"/>
                    <a:pt x="2797" y="8940"/>
                    <a:pt x="3362" y="8940"/>
                  </a:cubicBezTo>
                  <a:cubicBezTo>
                    <a:pt x="3452" y="8940"/>
                    <a:pt x="3542" y="8935"/>
                    <a:pt x="3632" y="8923"/>
                  </a:cubicBezTo>
                  <a:cubicBezTo>
                    <a:pt x="5006" y="8755"/>
                    <a:pt x="6125" y="8102"/>
                    <a:pt x="6957" y="6896"/>
                  </a:cubicBezTo>
                  <a:cubicBezTo>
                    <a:pt x="7778" y="5705"/>
                    <a:pt x="8071" y="4225"/>
                    <a:pt x="7764" y="2813"/>
                  </a:cubicBezTo>
                  <a:cubicBezTo>
                    <a:pt x="7557" y="1900"/>
                    <a:pt x="7139" y="1179"/>
                    <a:pt x="6495" y="656"/>
                  </a:cubicBezTo>
                  <a:lnTo>
                    <a:pt x="6409" y="588"/>
                  </a:lnTo>
                  <a:cubicBezTo>
                    <a:pt x="6409" y="588"/>
                    <a:pt x="6010" y="300"/>
                    <a:pt x="5741" y="204"/>
                  </a:cubicBezTo>
                  <a:cubicBezTo>
                    <a:pt x="5378" y="76"/>
                    <a:pt x="4999" y="0"/>
                    <a:pt x="4620"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0"/>
            <p:cNvSpPr/>
            <p:nvPr/>
          </p:nvSpPr>
          <p:spPr>
            <a:xfrm>
              <a:off x="6332429" y="3867623"/>
              <a:ext cx="148205" cy="234154"/>
            </a:xfrm>
            <a:custGeom>
              <a:rect b="b" l="l" r="r" t="t"/>
              <a:pathLst>
                <a:path extrusionOk="0" h="8944" w="5661">
                  <a:moveTo>
                    <a:pt x="2288" y="1"/>
                  </a:moveTo>
                  <a:lnTo>
                    <a:pt x="2288" y="1"/>
                  </a:lnTo>
                  <a:cubicBezTo>
                    <a:pt x="2557" y="102"/>
                    <a:pt x="2927" y="375"/>
                    <a:pt x="2927" y="375"/>
                  </a:cubicBezTo>
                  <a:cubicBezTo>
                    <a:pt x="2960" y="399"/>
                    <a:pt x="2989" y="423"/>
                    <a:pt x="3018" y="443"/>
                  </a:cubicBezTo>
                  <a:cubicBezTo>
                    <a:pt x="3657" y="966"/>
                    <a:pt x="4075" y="1692"/>
                    <a:pt x="4281" y="2600"/>
                  </a:cubicBezTo>
                  <a:cubicBezTo>
                    <a:pt x="4589" y="4017"/>
                    <a:pt x="4301" y="5496"/>
                    <a:pt x="3479" y="6688"/>
                  </a:cubicBezTo>
                  <a:cubicBezTo>
                    <a:pt x="2648" y="7894"/>
                    <a:pt x="1529" y="8547"/>
                    <a:pt x="155" y="8710"/>
                  </a:cubicBezTo>
                  <a:cubicBezTo>
                    <a:pt x="102" y="8720"/>
                    <a:pt x="49" y="8720"/>
                    <a:pt x="1" y="8725"/>
                  </a:cubicBezTo>
                  <a:cubicBezTo>
                    <a:pt x="299" y="8868"/>
                    <a:pt x="624" y="8943"/>
                    <a:pt x="955" y="8943"/>
                  </a:cubicBezTo>
                  <a:cubicBezTo>
                    <a:pt x="1045" y="8943"/>
                    <a:pt x="1135" y="8938"/>
                    <a:pt x="1226" y="8927"/>
                  </a:cubicBezTo>
                  <a:cubicBezTo>
                    <a:pt x="2600" y="8763"/>
                    <a:pt x="3719" y="8110"/>
                    <a:pt x="4550" y="6904"/>
                  </a:cubicBezTo>
                  <a:cubicBezTo>
                    <a:pt x="5367" y="5708"/>
                    <a:pt x="5660" y="4228"/>
                    <a:pt x="5353" y="2816"/>
                  </a:cubicBezTo>
                  <a:cubicBezTo>
                    <a:pt x="5146" y="1903"/>
                    <a:pt x="4728" y="1182"/>
                    <a:pt x="4084" y="659"/>
                  </a:cubicBezTo>
                  <a:lnTo>
                    <a:pt x="3998" y="592"/>
                  </a:lnTo>
                  <a:cubicBezTo>
                    <a:pt x="3998" y="592"/>
                    <a:pt x="3599" y="303"/>
                    <a:pt x="3335" y="207"/>
                  </a:cubicBezTo>
                  <a:cubicBezTo>
                    <a:pt x="2999" y="82"/>
                    <a:pt x="2648" y="15"/>
                    <a:pt x="22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0"/>
            <p:cNvSpPr/>
            <p:nvPr/>
          </p:nvSpPr>
          <p:spPr>
            <a:xfrm>
              <a:off x="6277215" y="3830395"/>
              <a:ext cx="55868" cy="93593"/>
            </a:xfrm>
            <a:custGeom>
              <a:rect b="b" l="l" r="r" t="t"/>
              <a:pathLst>
                <a:path extrusionOk="0" h="3575" w="2134">
                  <a:moveTo>
                    <a:pt x="1" y="1"/>
                  </a:moveTo>
                  <a:lnTo>
                    <a:pt x="1" y="1490"/>
                  </a:lnTo>
                  <a:cubicBezTo>
                    <a:pt x="1" y="2475"/>
                    <a:pt x="683" y="3330"/>
                    <a:pt x="1644" y="3546"/>
                  </a:cubicBezTo>
                  <a:lnTo>
                    <a:pt x="1764" y="3575"/>
                  </a:lnTo>
                  <a:cubicBezTo>
                    <a:pt x="1827" y="3239"/>
                    <a:pt x="1951" y="2917"/>
                    <a:pt x="2134" y="2629"/>
                  </a:cubicBezTo>
                  <a:cubicBezTo>
                    <a:pt x="2096" y="2609"/>
                    <a:pt x="2057" y="2595"/>
                    <a:pt x="2019" y="2585"/>
                  </a:cubicBezTo>
                  <a:lnTo>
                    <a:pt x="1870" y="2552"/>
                  </a:lnTo>
                  <a:cubicBezTo>
                    <a:pt x="1370" y="2446"/>
                    <a:pt x="1019" y="1999"/>
                    <a:pt x="1019" y="1490"/>
                  </a:cubicBezTo>
                  <a:lnTo>
                    <a:pt x="1019"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0"/>
            <p:cNvSpPr/>
            <p:nvPr/>
          </p:nvSpPr>
          <p:spPr>
            <a:xfrm>
              <a:off x="6306144" y="3890400"/>
              <a:ext cx="26939" cy="33484"/>
            </a:xfrm>
            <a:custGeom>
              <a:rect b="b" l="l" r="r" t="t"/>
              <a:pathLst>
                <a:path extrusionOk="0" h="1279" w="1029">
                  <a:moveTo>
                    <a:pt x="265" y="0"/>
                  </a:moveTo>
                  <a:cubicBezTo>
                    <a:pt x="107" y="327"/>
                    <a:pt x="20" y="687"/>
                    <a:pt x="1" y="1052"/>
                  </a:cubicBezTo>
                  <a:cubicBezTo>
                    <a:pt x="174" y="1144"/>
                    <a:pt x="352" y="1211"/>
                    <a:pt x="539" y="1254"/>
                  </a:cubicBezTo>
                  <a:lnTo>
                    <a:pt x="659" y="1278"/>
                  </a:lnTo>
                  <a:cubicBezTo>
                    <a:pt x="722" y="942"/>
                    <a:pt x="846" y="625"/>
                    <a:pt x="1029" y="337"/>
                  </a:cubicBezTo>
                  <a:cubicBezTo>
                    <a:pt x="991" y="312"/>
                    <a:pt x="952" y="298"/>
                    <a:pt x="914" y="288"/>
                  </a:cubicBezTo>
                  <a:lnTo>
                    <a:pt x="765" y="260"/>
                  </a:lnTo>
                  <a:cubicBezTo>
                    <a:pt x="577" y="221"/>
                    <a:pt x="404" y="13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0"/>
            <p:cNvSpPr/>
            <p:nvPr/>
          </p:nvSpPr>
          <p:spPr>
            <a:xfrm>
              <a:off x="6264518" y="3825395"/>
              <a:ext cx="249810" cy="340968"/>
            </a:xfrm>
            <a:custGeom>
              <a:rect b="b" l="l" r="r" t="t"/>
              <a:pathLst>
                <a:path extrusionOk="0" h="13024" w="9542">
                  <a:moveTo>
                    <a:pt x="1512" y="1"/>
                  </a:moveTo>
                  <a:cubicBezTo>
                    <a:pt x="1417" y="1"/>
                    <a:pt x="1322" y="64"/>
                    <a:pt x="1322" y="192"/>
                  </a:cubicBezTo>
                  <a:lnTo>
                    <a:pt x="1322" y="1676"/>
                  </a:lnTo>
                  <a:cubicBezTo>
                    <a:pt x="1322" y="2277"/>
                    <a:pt x="1735" y="2800"/>
                    <a:pt x="2321" y="2930"/>
                  </a:cubicBezTo>
                  <a:lnTo>
                    <a:pt x="2345" y="2935"/>
                  </a:lnTo>
                  <a:cubicBezTo>
                    <a:pt x="2307" y="3002"/>
                    <a:pt x="2292" y="3079"/>
                    <a:pt x="2259" y="3151"/>
                  </a:cubicBezTo>
                  <a:cubicBezTo>
                    <a:pt x="2225" y="3242"/>
                    <a:pt x="2187" y="3324"/>
                    <a:pt x="2158" y="3415"/>
                  </a:cubicBezTo>
                  <a:cubicBezTo>
                    <a:pt x="2148" y="3454"/>
                    <a:pt x="2124" y="3492"/>
                    <a:pt x="2115" y="3535"/>
                  </a:cubicBezTo>
                  <a:cubicBezTo>
                    <a:pt x="1269" y="3314"/>
                    <a:pt x="683" y="2550"/>
                    <a:pt x="683" y="1681"/>
                  </a:cubicBezTo>
                  <a:lnTo>
                    <a:pt x="683" y="192"/>
                  </a:lnTo>
                  <a:cubicBezTo>
                    <a:pt x="683" y="67"/>
                    <a:pt x="588" y="4"/>
                    <a:pt x="493" y="4"/>
                  </a:cubicBezTo>
                  <a:cubicBezTo>
                    <a:pt x="398" y="4"/>
                    <a:pt x="303" y="67"/>
                    <a:pt x="303" y="192"/>
                  </a:cubicBezTo>
                  <a:lnTo>
                    <a:pt x="303" y="1681"/>
                  </a:lnTo>
                  <a:cubicBezTo>
                    <a:pt x="303" y="2743"/>
                    <a:pt x="1024" y="3660"/>
                    <a:pt x="2052" y="3910"/>
                  </a:cubicBezTo>
                  <a:cubicBezTo>
                    <a:pt x="1937" y="4909"/>
                    <a:pt x="2336" y="5740"/>
                    <a:pt x="2864" y="6144"/>
                  </a:cubicBezTo>
                  <a:cubicBezTo>
                    <a:pt x="3128" y="6350"/>
                    <a:pt x="3114" y="6860"/>
                    <a:pt x="2744" y="6975"/>
                  </a:cubicBezTo>
                  <a:cubicBezTo>
                    <a:pt x="2633" y="7009"/>
                    <a:pt x="2523" y="7047"/>
                    <a:pt x="2417" y="7095"/>
                  </a:cubicBezTo>
                  <a:cubicBezTo>
                    <a:pt x="1846" y="7350"/>
                    <a:pt x="1447" y="7888"/>
                    <a:pt x="1370" y="8507"/>
                  </a:cubicBezTo>
                  <a:cubicBezTo>
                    <a:pt x="592" y="8604"/>
                    <a:pt x="6" y="9266"/>
                    <a:pt x="1" y="10054"/>
                  </a:cubicBezTo>
                  <a:lnTo>
                    <a:pt x="1" y="12831"/>
                  </a:lnTo>
                  <a:cubicBezTo>
                    <a:pt x="1" y="12956"/>
                    <a:pt x="96" y="13018"/>
                    <a:pt x="191" y="13018"/>
                  </a:cubicBezTo>
                  <a:cubicBezTo>
                    <a:pt x="285" y="13018"/>
                    <a:pt x="380" y="12956"/>
                    <a:pt x="380" y="12831"/>
                  </a:cubicBezTo>
                  <a:lnTo>
                    <a:pt x="380" y="10054"/>
                  </a:lnTo>
                  <a:cubicBezTo>
                    <a:pt x="380" y="9411"/>
                    <a:pt x="899" y="8887"/>
                    <a:pt x="1543" y="8877"/>
                  </a:cubicBezTo>
                  <a:cubicBezTo>
                    <a:pt x="1644" y="8877"/>
                    <a:pt x="1725" y="8801"/>
                    <a:pt x="1730" y="8700"/>
                  </a:cubicBezTo>
                  <a:cubicBezTo>
                    <a:pt x="1749" y="8157"/>
                    <a:pt x="2071" y="7667"/>
                    <a:pt x="2566" y="7441"/>
                  </a:cubicBezTo>
                  <a:cubicBezTo>
                    <a:pt x="2662" y="7403"/>
                    <a:pt x="2758" y="7364"/>
                    <a:pt x="2854" y="7335"/>
                  </a:cubicBezTo>
                  <a:cubicBezTo>
                    <a:pt x="3095" y="7258"/>
                    <a:pt x="3287" y="7071"/>
                    <a:pt x="3373" y="6836"/>
                  </a:cubicBezTo>
                  <a:cubicBezTo>
                    <a:pt x="3412" y="6716"/>
                    <a:pt x="3426" y="6595"/>
                    <a:pt x="3412" y="6471"/>
                  </a:cubicBezTo>
                  <a:cubicBezTo>
                    <a:pt x="3550" y="6391"/>
                    <a:pt x="3851" y="6247"/>
                    <a:pt x="4226" y="6247"/>
                  </a:cubicBezTo>
                  <a:cubicBezTo>
                    <a:pt x="4487" y="6247"/>
                    <a:pt x="4784" y="6317"/>
                    <a:pt x="5088" y="6528"/>
                  </a:cubicBezTo>
                  <a:cubicBezTo>
                    <a:pt x="5376" y="6726"/>
                    <a:pt x="5725" y="6804"/>
                    <a:pt x="6092" y="6804"/>
                  </a:cubicBezTo>
                  <a:cubicBezTo>
                    <a:pt x="6671" y="6804"/>
                    <a:pt x="7297" y="6610"/>
                    <a:pt x="7803" y="6384"/>
                  </a:cubicBezTo>
                  <a:lnTo>
                    <a:pt x="7803" y="6384"/>
                  </a:lnTo>
                  <a:cubicBezTo>
                    <a:pt x="7682" y="7109"/>
                    <a:pt x="7404" y="7801"/>
                    <a:pt x="6991" y="8407"/>
                  </a:cubicBezTo>
                  <a:cubicBezTo>
                    <a:pt x="6203" y="9555"/>
                    <a:pt x="5160" y="10189"/>
                    <a:pt x="3801" y="10352"/>
                  </a:cubicBezTo>
                  <a:cubicBezTo>
                    <a:pt x="3719" y="10362"/>
                    <a:pt x="3638" y="10367"/>
                    <a:pt x="3558" y="10367"/>
                  </a:cubicBezTo>
                  <a:cubicBezTo>
                    <a:pt x="2891" y="10367"/>
                    <a:pt x="2298" y="10040"/>
                    <a:pt x="1985" y="9598"/>
                  </a:cubicBezTo>
                  <a:cubicBezTo>
                    <a:pt x="1949" y="9544"/>
                    <a:pt x="1889" y="9516"/>
                    <a:pt x="1826" y="9516"/>
                  </a:cubicBezTo>
                  <a:cubicBezTo>
                    <a:pt x="1822" y="9516"/>
                    <a:pt x="1817" y="9516"/>
                    <a:pt x="1812" y="9516"/>
                  </a:cubicBezTo>
                  <a:lnTo>
                    <a:pt x="1552" y="9516"/>
                  </a:lnTo>
                  <a:cubicBezTo>
                    <a:pt x="1250" y="9516"/>
                    <a:pt x="1010" y="9761"/>
                    <a:pt x="1010" y="10059"/>
                  </a:cubicBezTo>
                  <a:lnTo>
                    <a:pt x="1010" y="12836"/>
                  </a:lnTo>
                  <a:cubicBezTo>
                    <a:pt x="1010" y="12961"/>
                    <a:pt x="1105" y="13023"/>
                    <a:pt x="1199" y="13023"/>
                  </a:cubicBezTo>
                  <a:cubicBezTo>
                    <a:pt x="1294" y="13023"/>
                    <a:pt x="1389" y="12961"/>
                    <a:pt x="1389" y="12836"/>
                  </a:cubicBezTo>
                  <a:lnTo>
                    <a:pt x="1389" y="10059"/>
                  </a:lnTo>
                  <a:cubicBezTo>
                    <a:pt x="1389" y="9973"/>
                    <a:pt x="1461" y="9901"/>
                    <a:pt x="1548" y="9901"/>
                  </a:cubicBezTo>
                  <a:lnTo>
                    <a:pt x="1725" y="9901"/>
                  </a:lnTo>
                  <a:cubicBezTo>
                    <a:pt x="2127" y="10405"/>
                    <a:pt x="2798" y="10753"/>
                    <a:pt x="3554" y="10753"/>
                  </a:cubicBezTo>
                  <a:cubicBezTo>
                    <a:pt x="3648" y="10753"/>
                    <a:pt x="3743" y="10748"/>
                    <a:pt x="3839" y="10737"/>
                  </a:cubicBezTo>
                  <a:cubicBezTo>
                    <a:pt x="8331" y="10194"/>
                    <a:pt x="9542" y="4366"/>
                    <a:pt x="6803" y="2123"/>
                  </a:cubicBezTo>
                  <a:cubicBezTo>
                    <a:pt x="6760" y="2083"/>
                    <a:pt x="6715" y="2067"/>
                    <a:pt x="6672" y="2067"/>
                  </a:cubicBezTo>
                  <a:cubicBezTo>
                    <a:pt x="6513" y="2067"/>
                    <a:pt x="6389" y="2295"/>
                    <a:pt x="6563" y="2416"/>
                  </a:cubicBezTo>
                  <a:cubicBezTo>
                    <a:pt x="7577" y="3252"/>
                    <a:pt x="7961" y="4640"/>
                    <a:pt x="7860" y="5937"/>
                  </a:cubicBezTo>
                  <a:cubicBezTo>
                    <a:pt x="7600" y="6067"/>
                    <a:pt x="6814" y="6426"/>
                    <a:pt x="6099" y="6426"/>
                  </a:cubicBezTo>
                  <a:cubicBezTo>
                    <a:pt x="5809" y="6426"/>
                    <a:pt x="5531" y="6367"/>
                    <a:pt x="5304" y="6211"/>
                  </a:cubicBezTo>
                  <a:cubicBezTo>
                    <a:pt x="4967" y="5978"/>
                    <a:pt x="4597" y="5867"/>
                    <a:pt x="4224" y="5867"/>
                  </a:cubicBezTo>
                  <a:cubicBezTo>
                    <a:pt x="3912" y="5867"/>
                    <a:pt x="3599" y="5945"/>
                    <a:pt x="3301" y="6096"/>
                  </a:cubicBezTo>
                  <a:cubicBezTo>
                    <a:pt x="3248" y="5995"/>
                    <a:pt x="3176" y="5908"/>
                    <a:pt x="3095" y="5841"/>
                  </a:cubicBezTo>
                  <a:cubicBezTo>
                    <a:pt x="2576" y="5442"/>
                    <a:pt x="2220" y="4520"/>
                    <a:pt x="2518" y="3535"/>
                  </a:cubicBezTo>
                  <a:cubicBezTo>
                    <a:pt x="2851" y="2412"/>
                    <a:pt x="3816" y="1792"/>
                    <a:pt x="4847" y="1792"/>
                  </a:cubicBezTo>
                  <a:cubicBezTo>
                    <a:pt x="5183" y="1792"/>
                    <a:pt x="5526" y="1857"/>
                    <a:pt x="5857" y="1993"/>
                  </a:cubicBezTo>
                  <a:cubicBezTo>
                    <a:pt x="5885" y="2005"/>
                    <a:pt x="5912" y="2010"/>
                    <a:pt x="5937" y="2010"/>
                  </a:cubicBezTo>
                  <a:cubicBezTo>
                    <a:pt x="6122" y="2010"/>
                    <a:pt x="6213" y="1727"/>
                    <a:pt x="6006" y="1643"/>
                  </a:cubicBezTo>
                  <a:cubicBezTo>
                    <a:pt x="5634" y="1489"/>
                    <a:pt x="5239" y="1411"/>
                    <a:pt x="4847" y="1411"/>
                  </a:cubicBezTo>
                  <a:cubicBezTo>
                    <a:pt x="3979" y="1411"/>
                    <a:pt x="3124" y="1794"/>
                    <a:pt x="2561" y="2589"/>
                  </a:cubicBezTo>
                  <a:cubicBezTo>
                    <a:pt x="2561" y="2589"/>
                    <a:pt x="2446" y="2565"/>
                    <a:pt x="2403" y="2555"/>
                  </a:cubicBezTo>
                  <a:cubicBezTo>
                    <a:pt x="1994" y="2464"/>
                    <a:pt x="1701" y="2099"/>
                    <a:pt x="1701" y="1676"/>
                  </a:cubicBezTo>
                  <a:lnTo>
                    <a:pt x="1701" y="192"/>
                  </a:lnTo>
                  <a:cubicBezTo>
                    <a:pt x="1701" y="64"/>
                    <a:pt x="1607" y="1"/>
                    <a:pt x="15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0"/>
            <p:cNvSpPr/>
            <p:nvPr/>
          </p:nvSpPr>
          <p:spPr>
            <a:xfrm>
              <a:off x="6360729" y="4014283"/>
              <a:ext cx="14739" cy="12593"/>
            </a:xfrm>
            <a:custGeom>
              <a:rect b="b" l="l" r="r" t="t"/>
              <a:pathLst>
                <a:path extrusionOk="0" h="481" w="563">
                  <a:moveTo>
                    <a:pt x="323" y="0"/>
                  </a:moveTo>
                  <a:cubicBezTo>
                    <a:pt x="107" y="0"/>
                    <a:pt x="1" y="260"/>
                    <a:pt x="150" y="409"/>
                  </a:cubicBezTo>
                  <a:cubicBezTo>
                    <a:pt x="199" y="458"/>
                    <a:pt x="260" y="480"/>
                    <a:pt x="320" y="480"/>
                  </a:cubicBezTo>
                  <a:cubicBezTo>
                    <a:pt x="444" y="480"/>
                    <a:pt x="563" y="383"/>
                    <a:pt x="563" y="240"/>
                  </a:cubicBezTo>
                  <a:cubicBezTo>
                    <a:pt x="563" y="106"/>
                    <a:pt x="452" y="0"/>
                    <a:pt x="32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0"/>
            <p:cNvSpPr/>
            <p:nvPr/>
          </p:nvSpPr>
          <p:spPr>
            <a:xfrm>
              <a:off x="6412304" y="4027216"/>
              <a:ext cx="14608" cy="12645"/>
            </a:xfrm>
            <a:custGeom>
              <a:rect b="b" l="l" r="r" t="t"/>
              <a:pathLst>
                <a:path extrusionOk="0" h="483" w="558">
                  <a:moveTo>
                    <a:pt x="318" y="1"/>
                  </a:moveTo>
                  <a:cubicBezTo>
                    <a:pt x="106" y="1"/>
                    <a:pt x="1" y="260"/>
                    <a:pt x="149" y="409"/>
                  </a:cubicBezTo>
                  <a:cubicBezTo>
                    <a:pt x="200" y="460"/>
                    <a:pt x="261" y="482"/>
                    <a:pt x="320" y="482"/>
                  </a:cubicBezTo>
                  <a:cubicBezTo>
                    <a:pt x="442" y="482"/>
                    <a:pt x="558" y="387"/>
                    <a:pt x="558" y="241"/>
                  </a:cubicBezTo>
                  <a:cubicBezTo>
                    <a:pt x="558" y="111"/>
                    <a:pt x="452" y="1"/>
                    <a:pt x="31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0"/>
            <p:cNvSpPr/>
            <p:nvPr/>
          </p:nvSpPr>
          <p:spPr>
            <a:xfrm>
              <a:off x="6355965" y="4058920"/>
              <a:ext cx="14739" cy="12540"/>
            </a:xfrm>
            <a:custGeom>
              <a:rect b="b" l="l" r="r" t="t"/>
              <a:pathLst>
                <a:path extrusionOk="0" h="479" w="563">
                  <a:moveTo>
                    <a:pt x="322" y="1"/>
                  </a:moveTo>
                  <a:cubicBezTo>
                    <a:pt x="106" y="1"/>
                    <a:pt x="0" y="255"/>
                    <a:pt x="154" y="409"/>
                  </a:cubicBezTo>
                  <a:cubicBezTo>
                    <a:pt x="202" y="457"/>
                    <a:pt x="262" y="479"/>
                    <a:pt x="320" y="479"/>
                  </a:cubicBezTo>
                  <a:cubicBezTo>
                    <a:pt x="443" y="479"/>
                    <a:pt x="562" y="384"/>
                    <a:pt x="562" y="241"/>
                  </a:cubicBezTo>
                  <a:cubicBezTo>
                    <a:pt x="562" y="106"/>
                    <a:pt x="452" y="1"/>
                    <a:pt x="32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80"/>
          <p:cNvGrpSpPr/>
          <p:nvPr/>
        </p:nvGrpSpPr>
        <p:grpSpPr>
          <a:xfrm>
            <a:off x="5376073" y="3825368"/>
            <a:ext cx="223158" cy="340994"/>
            <a:chOff x="5376073" y="3825368"/>
            <a:chExt cx="223158" cy="340994"/>
          </a:xfrm>
        </p:grpSpPr>
        <p:sp>
          <p:nvSpPr>
            <p:cNvPr id="9086" name="Google Shape;9086;p80"/>
            <p:cNvSpPr/>
            <p:nvPr/>
          </p:nvSpPr>
          <p:spPr>
            <a:xfrm>
              <a:off x="5380995" y="3830395"/>
              <a:ext cx="213079" cy="242008"/>
            </a:xfrm>
            <a:custGeom>
              <a:rect b="b" l="l" r="r" t="t"/>
              <a:pathLst>
                <a:path extrusionOk="0" h="9244" w="8139">
                  <a:moveTo>
                    <a:pt x="1941" y="1"/>
                  </a:moveTo>
                  <a:cubicBezTo>
                    <a:pt x="870" y="1"/>
                    <a:pt x="0" y="870"/>
                    <a:pt x="5" y="1942"/>
                  </a:cubicBezTo>
                  <a:lnTo>
                    <a:pt x="5" y="8192"/>
                  </a:lnTo>
                  <a:cubicBezTo>
                    <a:pt x="0" y="8773"/>
                    <a:pt x="471" y="9244"/>
                    <a:pt x="1052" y="9244"/>
                  </a:cubicBezTo>
                  <a:lnTo>
                    <a:pt x="3200" y="9244"/>
                  </a:lnTo>
                  <a:lnTo>
                    <a:pt x="3200" y="8009"/>
                  </a:lnTo>
                  <a:lnTo>
                    <a:pt x="4944" y="8009"/>
                  </a:lnTo>
                  <a:lnTo>
                    <a:pt x="4944" y="9244"/>
                  </a:lnTo>
                  <a:lnTo>
                    <a:pt x="7091" y="9244"/>
                  </a:lnTo>
                  <a:cubicBezTo>
                    <a:pt x="7672" y="9244"/>
                    <a:pt x="8138" y="8773"/>
                    <a:pt x="8138" y="8192"/>
                  </a:cubicBezTo>
                  <a:lnTo>
                    <a:pt x="8138" y="1942"/>
                  </a:lnTo>
                  <a:cubicBezTo>
                    <a:pt x="8138" y="870"/>
                    <a:pt x="7269" y="1"/>
                    <a:pt x="6198"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0"/>
            <p:cNvSpPr/>
            <p:nvPr/>
          </p:nvSpPr>
          <p:spPr>
            <a:xfrm>
              <a:off x="5515822" y="3830395"/>
              <a:ext cx="78252" cy="242008"/>
            </a:xfrm>
            <a:custGeom>
              <a:rect b="b" l="l" r="r" t="t"/>
              <a:pathLst>
                <a:path extrusionOk="0" h="9244" w="2989">
                  <a:moveTo>
                    <a:pt x="0" y="1"/>
                  </a:moveTo>
                  <a:cubicBezTo>
                    <a:pt x="1072" y="1"/>
                    <a:pt x="1941" y="870"/>
                    <a:pt x="1941" y="1942"/>
                  </a:cubicBezTo>
                  <a:lnTo>
                    <a:pt x="1941" y="8192"/>
                  </a:lnTo>
                  <a:cubicBezTo>
                    <a:pt x="1941" y="8773"/>
                    <a:pt x="1470" y="9244"/>
                    <a:pt x="894" y="9244"/>
                  </a:cubicBezTo>
                  <a:lnTo>
                    <a:pt x="1941" y="9244"/>
                  </a:lnTo>
                  <a:cubicBezTo>
                    <a:pt x="2522" y="9244"/>
                    <a:pt x="2988" y="8773"/>
                    <a:pt x="2988" y="8192"/>
                  </a:cubicBezTo>
                  <a:lnTo>
                    <a:pt x="2988" y="1942"/>
                  </a:lnTo>
                  <a:cubicBezTo>
                    <a:pt x="2988" y="870"/>
                    <a:pt x="2124" y="1"/>
                    <a:pt x="10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0"/>
            <p:cNvSpPr/>
            <p:nvPr/>
          </p:nvSpPr>
          <p:spPr>
            <a:xfrm>
              <a:off x="5428669" y="3853407"/>
              <a:ext cx="117862" cy="100400"/>
            </a:xfrm>
            <a:custGeom>
              <a:rect b="b" l="l" r="r" t="t"/>
              <a:pathLst>
                <a:path extrusionOk="0" h="3835" w="4502">
                  <a:moveTo>
                    <a:pt x="2248" y="1"/>
                  </a:moveTo>
                  <a:cubicBezTo>
                    <a:pt x="1004" y="1"/>
                    <a:pt x="0" y="1010"/>
                    <a:pt x="0" y="2249"/>
                  </a:cubicBezTo>
                  <a:lnTo>
                    <a:pt x="0" y="3234"/>
                  </a:lnTo>
                  <a:cubicBezTo>
                    <a:pt x="0" y="3565"/>
                    <a:pt x="269" y="3834"/>
                    <a:pt x="601" y="3834"/>
                  </a:cubicBezTo>
                  <a:lnTo>
                    <a:pt x="3901" y="3834"/>
                  </a:lnTo>
                  <a:cubicBezTo>
                    <a:pt x="4232" y="3834"/>
                    <a:pt x="4501" y="3565"/>
                    <a:pt x="4497" y="3234"/>
                  </a:cubicBezTo>
                  <a:lnTo>
                    <a:pt x="4497" y="2249"/>
                  </a:lnTo>
                  <a:cubicBezTo>
                    <a:pt x="4497" y="1010"/>
                    <a:pt x="3493" y="1"/>
                    <a:pt x="224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0"/>
            <p:cNvSpPr/>
            <p:nvPr/>
          </p:nvSpPr>
          <p:spPr>
            <a:xfrm>
              <a:off x="5428669" y="3863356"/>
              <a:ext cx="117993" cy="90583"/>
            </a:xfrm>
            <a:custGeom>
              <a:rect b="b" l="l" r="r" t="t"/>
              <a:pathLst>
                <a:path extrusionOk="0" h="3460" w="4507">
                  <a:moveTo>
                    <a:pt x="3507" y="0"/>
                  </a:moveTo>
                  <a:lnTo>
                    <a:pt x="3507" y="0"/>
                  </a:lnTo>
                  <a:cubicBezTo>
                    <a:pt x="3757" y="375"/>
                    <a:pt x="3891" y="812"/>
                    <a:pt x="3891" y="1264"/>
                  </a:cubicBezTo>
                  <a:lnTo>
                    <a:pt x="3891" y="2249"/>
                  </a:lnTo>
                  <a:cubicBezTo>
                    <a:pt x="3891" y="2580"/>
                    <a:pt x="3622" y="2849"/>
                    <a:pt x="3291" y="2849"/>
                  </a:cubicBezTo>
                  <a:lnTo>
                    <a:pt x="0" y="2849"/>
                  </a:lnTo>
                  <a:lnTo>
                    <a:pt x="0" y="2859"/>
                  </a:lnTo>
                  <a:cubicBezTo>
                    <a:pt x="0" y="3190"/>
                    <a:pt x="269" y="3459"/>
                    <a:pt x="601" y="3459"/>
                  </a:cubicBezTo>
                  <a:lnTo>
                    <a:pt x="3906" y="3459"/>
                  </a:lnTo>
                  <a:cubicBezTo>
                    <a:pt x="4237" y="3459"/>
                    <a:pt x="4506" y="3190"/>
                    <a:pt x="4506" y="2859"/>
                  </a:cubicBezTo>
                  <a:lnTo>
                    <a:pt x="4506" y="1874"/>
                  </a:lnTo>
                  <a:cubicBezTo>
                    <a:pt x="4506" y="1120"/>
                    <a:pt x="4132" y="418"/>
                    <a:pt x="350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0"/>
            <p:cNvSpPr/>
            <p:nvPr/>
          </p:nvSpPr>
          <p:spPr>
            <a:xfrm>
              <a:off x="5464745" y="4040071"/>
              <a:ext cx="45684" cy="121266"/>
            </a:xfrm>
            <a:custGeom>
              <a:rect b="b" l="l" r="r" t="t"/>
              <a:pathLst>
                <a:path extrusionOk="0" h="4632" w="1745">
                  <a:moveTo>
                    <a:pt x="1" y="0"/>
                  </a:moveTo>
                  <a:lnTo>
                    <a:pt x="1" y="4631"/>
                  </a:lnTo>
                  <a:lnTo>
                    <a:pt x="1745" y="4631"/>
                  </a:lnTo>
                  <a:lnTo>
                    <a:pt x="174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0"/>
            <p:cNvSpPr/>
            <p:nvPr/>
          </p:nvSpPr>
          <p:spPr>
            <a:xfrm>
              <a:off x="5495192" y="4040071"/>
              <a:ext cx="15237" cy="121266"/>
            </a:xfrm>
            <a:custGeom>
              <a:rect b="b" l="l" r="r" t="t"/>
              <a:pathLst>
                <a:path extrusionOk="0" h="4632" w="582">
                  <a:moveTo>
                    <a:pt x="0" y="0"/>
                  </a:moveTo>
                  <a:lnTo>
                    <a:pt x="0" y="4631"/>
                  </a:lnTo>
                  <a:lnTo>
                    <a:pt x="582" y="4631"/>
                  </a:lnTo>
                  <a:lnTo>
                    <a:pt x="58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0"/>
            <p:cNvSpPr/>
            <p:nvPr/>
          </p:nvSpPr>
          <p:spPr>
            <a:xfrm>
              <a:off x="5401992" y="3988234"/>
              <a:ext cx="33118" cy="25552"/>
            </a:xfrm>
            <a:custGeom>
              <a:rect b="b" l="l" r="r" t="t"/>
              <a:pathLst>
                <a:path extrusionOk="0" h="976" w="1265">
                  <a:moveTo>
                    <a:pt x="346" y="1"/>
                  </a:moveTo>
                  <a:cubicBezTo>
                    <a:pt x="154" y="1"/>
                    <a:pt x="1" y="150"/>
                    <a:pt x="5" y="342"/>
                  </a:cubicBezTo>
                  <a:lnTo>
                    <a:pt x="5" y="635"/>
                  </a:lnTo>
                  <a:cubicBezTo>
                    <a:pt x="1" y="822"/>
                    <a:pt x="154" y="976"/>
                    <a:pt x="346" y="976"/>
                  </a:cubicBezTo>
                  <a:lnTo>
                    <a:pt x="923" y="976"/>
                  </a:lnTo>
                  <a:cubicBezTo>
                    <a:pt x="1110" y="971"/>
                    <a:pt x="1259" y="822"/>
                    <a:pt x="1264" y="635"/>
                  </a:cubicBezTo>
                  <a:lnTo>
                    <a:pt x="1264" y="342"/>
                  </a:lnTo>
                  <a:cubicBezTo>
                    <a:pt x="1264" y="150"/>
                    <a:pt x="1110" y="1"/>
                    <a:pt x="923"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0"/>
            <p:cNvSpPr/>
            <p:nvPr/>
          </p:nvSpPr>
          <p:spPr>
            <a:xfrm>
              <a:off x="5402122" y="3995408"/>
              <a:ext cx="32987" cy="18378"/>
            </a:xfrm>
            <a:custGeom>
              <a:rect b="b" l="l" r="r" t="t"/>
              <a:pathLst>
                <a:path extrusionOk="0" h="702" w="1260">
                  <a:moveTo>
                    <a:pt x="1249" y="1"/>
                  </a:moveTo>
                  <a:cubicBezTo>
                    <a:pt x="1221" y="164"/>
                    <a:pt x="1081" y="284"/>
                    <a:pt x="918" y="284"/>
                  </a:cubicBezTo>
                  <a:lnTo>
                    <a:pt x="341" y="284"/>
                  </a:lnTo>
                  <a:cubicBezTo>
                    <a:pt x="173" y="284"/>
                    <a:pt x="34" y="169"/>
                    <a:pt x="5" y="5"/>
                  </a:cubicBezTo>
                  <a:cubicBezTo>
                    <a:pt x="0" y="25"/>
                    <a:pt x="0" y="49"/>
                    <a:pt x="0" y="68"/>
                  </a:cubicBezTo>
                  <a:lnTo>
                    <a:pt x="0" y="366"/>
                  </a:lnTo>
                  <a:cubicBezTo>
                    <a:pt x="0" y="553"/>
                    <a:pt x="149" y="702"/>
                    <a:pt x="341" y="702"/>
                  </a:cubicBezTo>
                  <a:lnTo>
                    <a:pt x="918" y="702"/>
                  </a:lnTo>
                  <a:cubicBezTo>
                    <a:pt x="1105" y="702"/>
                    <a:pt x="1259" y="548"/>
                    <a:pt x="1259" y="361"/>
                  </a:cubicBezTo>
                  <a:lnTo>
                    <a:pt x="1259" y="68"/>
                  </a:lnTo>
                  <a:cubicBezTo>
                    <a:pt x="1254" y="44"/>
                    <a:pt x="1254" y="25"/>
                    <a:pt x="1249"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0"/>
            <p:cNvSpPr/>
            <p:nvPr/>
          </p:nvSpPr>
          <p:spPr>
            <a:xfrm>
              <a:off x="5464876" y="3988234"/>
              <a:ext cx="45553" cy="25552"/>
            </a:xfrm>
            <a:custGeom>
              <a:rect b="b" l="l" r="r" t="t"/>
              <a:pathLst>
                <a:path extrusionOk="0" h="976" w="1740">
                  <a:moveTo>
                    <a:pt x="342" y="1"/>
                  </a:moveTo>
                  <a:cubicBezTo>
                    <a:pt x="154" y="1"/>
                    <a:pt x="1" y="150"/>
                    <a:pt x="1" y="342"/>
                  </a:cubicBezTo>
                  <a:lnTo>
                    <a:pt x="1" y="635"/>
                  </a:lnTo>
                  <a:cubicBezTo>
                    <a:pt x="1" y="822"/>
                    <a:pt x="154" y="976"/>
                    <a:pt x="342" y="976"/>
                  </a:cubicBezTo>
                  <a:lnTo>
                    <a:pt x="1399" y="976"/>
                  </a:lnTo>
                  <a:cubicBezTo>
                    <a:pt x="1586" y="976"/>
                    <a:pt x="1740" y="822"/>
                    <a:pt x="1740" y="635"/>
                  </a:cubicBezTo>
                  <a:lnTo>
                    <a:pt x="1740" y="342"/>
                  </a:lnTo>
                  <a:cubicBezTo>
                    <a:pt x="1740" y="150"/>
                    <a:pt x="1586" y="1"/>
                    <a:pt x="139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0"/>
            <p:cNvSpPr/>
            <p:nvPr/>
          </p:nvSpPr>
          <p:spPr>
            <a:xfrm>
              <a:off x="5464876" y="3995538"/>
              <a:ext cx="45553" cy="18378"/>
            </a:xfrm>
            <a:custGeom>
              <a:rect b="b" l="l" r="r" t="t"/>
              <a:pathLst>
                <a:path extrusionOk="0" h="702" w="1740">
                  <a:moveTo>
                    <a:pt x="5" y="0"/>
                  </a:moveTo>
                  <a:cubicBezTo>
                    <a:pt x="1" y="20"/>
                    <a:pt x="1" y="44"/>
                    <a:pt x="1" y="63"/>
                  </a:cubicBezTo>
                  <a:lnTo>
                    <a:pt x="1" y="361"/>
                  </a:lnTo>
                  <a:cubicBezTo>
                    <a:pt x="1" y="548"/>
                    <a:pt x="154" y="702"/>
                    <a:pt x="342" y="702"/>
                  </a:cubicBezTo>
                  <a:lnTo>
                    <a:pt x="1399" y="702"/>
                  </a:lnTo>
                  <a:cubicBezTo>
                    <a:pt x="1586" y="702"/>
                    <a:pt x="1740" y="548"/>
                    <a:pt x="1740" y="361"/>
                  </a:cubicBezTo>
                  <a:lnTo>
                    <a:pt x="1740" y="63"/>
                  </a:lnTo>
                  <a:cubicBezTo>
                    <a:pt x="1740" y="44"/>
                    <a:pt x="1735" y="20"/>
                    <a:pt x="1735" y="0"/>
                  </a:cubicBezTo>
                  <a:cubicBezTo>
                    <a:pt x="1701" y="159"/>
                    <a:pt x="1562" y="279"/>
                    <a:pt x="1399" y="279"/>
                  </a:cubicBezTo>
                  <a:lnTo>
                    <a:pt x="342" y="279"/>
                  </a:lnTo>
                  <a:cubicBezTo>
                    <a:pt x="178" y="279"/>
                    <a:pt x="34" y="164"/>
                    <a:pt x="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0"/>
            <p:cNvSpPr/>
            <p:nvPr/>
          </p:nvSpPr>
          <p:spPr>
            <a:xfrm>
              <a:off x="5540091" y="3988234"/>
              <a:ext cx="33092" cy="25552"/>
            </a:xfrm>
            <a:custGeom>
              <a:rect b="b" l="l" r="r" t="t"/>
              <a:pathLst>
                <a:path extrusionOk="0" h="976" w="1264">
                  <a:moveTo>
                    <a:pt x="342" y="1"/>
                  </a:moveTo>
                  <a:cubicBezTo>
                    <a:pt x="154" y="1"/>
                    <a:pt x="0" y="150"/>
                    <a:pt x="0" y="342"/>
                  </a:cubicBezTo>
                  <a:lnTo>
                    <a:pt x="0" y="635"/>
                  </a:lnTo>
                  <a:cubicBezTo>
                    <a:pt x="0" y="822"/>
                    <a:pt x="154" y="976"/>
                    <a:pt x="342" y="976"/>
                  </a:cubicBezTo>
                  <a:lnTo>
                    <a:pt x="918" y="976"/>
                  </a:lnTo>
                  <a:cubicBezTo>
                    <a:pt x="1110" y="976"/>
                    <a:pt x="1259" y="822"/>
                    <a:pt x="1259" y="635"/>
                  </a:cubicBezTo>
                  <a:lnTo>
                    <a:pt x="1259" y="342"/>
                  </a:lnTo>
                  <a:cubicBezTo>
                    <a:pt x="1264" y="150"/>
                    <a:pt x="1110" y="1"/>
                    <a:pt x="918"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0"/>
            <p:cNvSpPr/>
            <p:nvPr/>
          </p:nvSpPr>
          <p:spPr>
            <a:xfrm>
              <a:off x="5540222" y="3995905"/>
              <a:ext cx="33092" cy="18012"/>
            </a:xfrm>
            <a:custGeom>
              <a:rect b="b" l="l" r="r" t="t"/>
              <a:pathLst>
                <a:path extrusionOk="0" h="688" w="1264">
                  <a:moveTo>
                    <a:pt x="5" y="1"/>
                  </a:moveTo>
                  <a:cubicBezTo>
                    <a:pt x="0" y="15"/>
                    <a:pt x="0" y="34"/>
                    <a:pt x="5" y="49"/>
                  </a:cubicBezTo>
                  <a:lnTo>
                    <a:pt x="5" y="347"/>
                  </a:lnTo>
                  <a:cubicBezTo>
                    <a:pt x="0" y="534"/>
                    <a:pt x="154" y="688"/>
                    <a:pt x="341" y="688"/>
                  </a:cubicBezTo>
                  <a:lnTo>
                    <a:pt x="923" y="688"/>
                  </a:lnTo>
                  <a:cubicBezTo>
                    <a:pt x="1110" y="688"/>
                    <a:pt x="1264" y="534"/>
                    <a:pt x="1264" y="347"/>
                  </a:cubicBezTo>
                  <a:lnTo>
                    <a:pt x="1264" y="49"/>
                  </a:lnTo>
                  <a:lnTo>
                    <a:pt x="1264" y="1"/>
                  </a:lnTo>
                  <a:cubicBezTo>
                    <a:pt x="1235" y="169"/>
                    <a:pt x="1086" y="294"/>
                    <a:pt x="913" y="294"/>
                  </a:cubicBezTo>
                  <a:lnTo>
                    <a:pt x="337" y="294"/>
                  </a:lnTo>
                  <a:cubicBezTo>
                    <a:pt x="168" y="294"/>
                    <a:pt x="24" y="169"/>
                    <a:pt x="5"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0"/>
            <p:cNvSpPr/>
            <p:nvPr/>
          </p:nvSpPr>
          <p:spPr>
            <a:xfrm>
              <a:off x="5464745" y="4112380"/>
              <a:ext cx="45684" cy="48957"/>
            </a:xfrm>
            <a:custGeom>
              <a:rect b="b" l="l" r="r" t="t"/>
              <a:pathLst>
                <a:path extrusionOk="0" h="1870" w="1745">
                  <a:moveTo>
                    <a:pt x="1" y="0"/>
                  </a:moveTo>
                  <a:lnTo>
                    <a:pt x="1" y="1869"/>
                  </a:lnTo>
                  <a:lnTo>
                    <a:pt x="1745" y="1869"/>
                  </a:lnTo>
                  <a:lnTo>
                    <a:pt x="1745"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0"/>
            <p:cNvSpPr/>
            <p:nvPr/>
          </p:nvSpPr>
          <p:spPr>
            <a:xfrm>
              <a:off x="5495192" y="4112380"/>
              <a:ext cx="15237" cy="48957"/>
            </a:xfrm>
            <a:custGeom>
              <a:rect b="b" l="l" r="r" t="t"/>
              <a:pathLst>
                <a:path extrusionOk="0" h="1870" w="582">
                  <a:moveTo>
                    <a:pt x="0" y="0"/>
                  </a:moveTo>
                  <a:lnTo>
                    <a:pt x="0" y="1869"/>
                  </a:lnTo>
                  <a:lnTo>
                    <a:pt x="582" y="1869"/>
                  </a:lnTo>
                  <a:lnTo>
                    <a:pt x="582" y="0"/>
                  </a:lnTo>
                  <a:close/>
                </a:path>
              </a:pathLst>
            </a:custGeom>
            <a:solidFill>
              <a:srgbClr val="C3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0"/>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0"/>
            <p:cNvSpPr/>
            <p:nvPr/>
          </p:nvSpPr>
          <p:spPr>
            <a:xfrm>
              <a:off x="5423747" y="3848381"/>
              <a:ext cx="127942" cy="110453"/>
            </a:xfrm>
            <a:custGeom>
              <a:rect b="b" l="l" r="r" t="t"/>
              <a:pathLst>
                <a:path extrusionOk="0" h="4219" w="4887">
                  <a:moveTo>
                    <a:pt x="2436" y="385"/>
                  </a:moveTo>
                  <a:cubicBezTo>
                    <a:pt x="3570" y="385"/>
                    <a:pt x="4492" y="1307"/>
                    <a:pt x="4492" y="2441"/>
                  </a:cubicBezTo>
                  <a:lnTo>
                    <a:pt x="4492" y="3426"/>
                  </a:lnTo>
                  <a:lnTo>
                    <a:pt x="4497" y="3426"/>
                  </a:lnTo>
                  <a:cubicBezTo>
                    <a:pt x="4497" y="3657"/>
                    <a:pt x="4315" y="3839"/>
                    <a:pt x="4089" y="3839"/>
                  </a:cubicBezTo>
                  <a:lnTo>
                    <a:pt x="784" y="3839"/>
                  </a:lnTo>
                  <a:cubicBezTo>
                    <a:pt x="558" y="3839"/>
                    <a:pt x="375" y="3657"/>
                    <a:pt x="375" y="3426"/>
                  </a:cubicBezTo>
                  <a:lnTo>
                    <a:pt x="375" y="2441"/>
                  </a:lnTo>
                  <a:cubicBezTo>
                    <a:pt x="375" y="1307"/>
                    <a:pt x="1298" y="385"/>
                    <a:pt x="2436" y="385"/>
                  </a:cubicBezTo>
                  <a:close/>
                  <a:moveTo>
                    <a:pt x="2441" y="1"/>
                  </a:moveTo>
                  <a:cubicBezTo>
                    <a:pt x="1091" y="1"/>
                    <a:pt x="1" y="1091"/>
                    <a:pt x="1" y="2441"/>
                  </a:cubicBezTo>
                  <a:lnTo>
                    <a:pt x="1" y="3426"/>
                  </a:lnTo>
                  <a:cubicBezTo>
                    <a:pt x="1" y="3863"/>
                    <a:pt x="351" y="4219"/>
                    <a:pt x="793" y="4219"/>
                  </a:cubicBezTo>
                  <a:lnTo>
                    <a:pt x="4094" y="4219"/>
                  </a:lnTo>
                  <a:cubicBezTo>
                    <a:pt x="4531" y="4219"/>
                    <a:pt x="4886" y="3863"/>
                    <a:pt x="4886" y="3426"/>
                  </a:cubicBezTo>
                  <a:lnTo>
                    <a:pt x="4886" y="2441"/>
                  </a:lnTo>
                  <a:cubicBezTo>
                    <a:pt x="4882" y="1091"/>
                    <a:pt x="3786" y="1"/>
                    <a:pt x="2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0"/>
            <p:cNvSpPr/>
            <p:nvPr/>
          </p:nvSpPr>
          <p:spPr>
            <a:xfrm>
              <a:off x="5397096" y="3983208"/>
              <a:ext cx="43040" cy="35736"/>
            </a:xfrm>
            <a:custGeom>
              <a:rect b="b" l="l" r="r" t="t"/>
              <a:pathLst>
                <a:path extrusionOk="0" h="1365" w="1644">
                  <a:moveTo>
                    <a:pt x="1110" y="380"/>
                  </a:moveTo>
                  <a:cubicBezTo>
                    <a:pt x="1192" y="385"/>
                    <a:pt x="1254" y="452"/>
                    <a:pt x="1259" y="534"/>
                  </a:cubicBezTo>
                  <a:lnTo>
                    <a:pt x="1259" y="827"/>
                  </a:lnTo>
                  <a:cubicBezTo>
                    <a:pt x="1259" y="909"/>
                    <a:pt x="1187" y="981"/>
                    <a:pt x="1105" y="981"/>
                  </a:cubicBezTo>
                  <a:lnTo>
                    <a:pt x="533" y="981"/>
                  </a:lnTo>
                  <a:cubicBezTo>
                    <a:pt x="447" y="981"/>
                    <a:pt x="380" y="909"/>
                    <a:pt x="380" y="827"/>
                  </a:cubicBezTo>
                  <a:lnTo>
                    <a:pt x="380" y="534"/>
                  </a:lnTo>
                  <a:cubicBezTo>
                    <a:pt x="380" y="447"/>
                    <a:pt x="447" y="380"/>
                    <a:pt x="533" y="380"/>
                  </a:cubicBezTo>
                  <a:close/>
                  <a:moveTo>
                    <a:pt x="533" y="1"/>
                  </a:moveTo>
                  <a:cubicBezTo>
                    <a:pt x="236" y="1"/>
                    <a:pt x="0" y="241"/>
                    <a:pt x="0" y="534"/>
                  </a:cubicBezTo>
                  <a:lnTo>
                    <a:pt x="0" y="832"/>
                  </a:lnTo>
                  <a:cubicBezTo>
                    <a:pt x="0" y="1125"/>
                    <a:pt x="236" y="1365"/>
                    <a:pt x="533" y="1365"/>
                  </a:cubicBezTo>
                  <a:lnTo>
                    <a:pt x="1110" y="1365"/>
                  </a:lnTo>
                  <a:cubicBezTo>
                    <a:pt x="1403" y="1365"/>
                    <a:pt x="1643" y="1125"/>
                    <a:pt x="1643" y="832"/>
                  </a:cubicBezTo>
                  <a:lnTo>
                    <a:pt x="1643" y="534"/>
                  </a:lnTo>
                  <a:cubicBezTo>
                    <a:pt x="1643" y="241"/>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0"/>
            <p:cNvSpPr/>
            <p:nvPr/>
          </p:nvSpPr>
          <p:spPr>
            <a:xfrm>
              <a:off x="5459718" y="3983208"/>
              <a:ext cx="55632" cy="35736"/>
            </a:xfrm>
            <a:custGeom>
              <a:rect b="b" l="l" r="r" t="t"/>
              <a:pathLst>
                <a:path extrusionOk="0" h="1365" w="2125">
                  <a:moveTo>
                    <a:pt x="1591" y="380"/>
                  </a:moveTo>
                  <a:cubicBezTo>
                    <a:pt x="1672" y="385"/>
                    <a:pt x="1740" y="452"/>
                    <a:pt x="1744" y="534"/>
                  </a:cubicBezTo>
                  <a:lnTo>
                    <a:pt x="1744" y="827"/>
                  </a:lnTo>
                  <a:cubicBezTo>
                    <a:pt x="1744" y="909"/>
                    <a:pt x="1677" y="981"/>
                    <a:pt x="1591" y="981"/>
                  </a:cubicBezTo>
                  <a:lnTo>
                    <a:pt x="534" y="981"/>
                  </a:lnTo>
                  <a:cubicBezTo>
                    <a:pt x="452" y="981"/>
                    <a:pt x="385" y="909"/>
                    <a:pt x="385" y="827"/>
                  </a:cubicBezTo>
                  <a:lnTo>
                    <a:pt x="385" y="534"/>
                  </a:lnTo>
                  <a:cubicBezTo>
                    <a:pt x="385" y="447"/>
                    <a:pt x="452" y="380"/>
                    <a:pt x="534" y="380"/>
                  </a:cubicBezTo>
                  <a:close/>
                  <a:moveTo>
                    <a:pt x="534" y="1"/>
                  </a:moveTo>
                  <a:cubicBezTo>
                    <a:pt x="241" y="1"/>
                    <a:pt x="1" y="241"/>
                    <a:pt x="1" y="534"/>
                  </a:cubicBezTo>
                  <a:lnTo>
                    <a:pt x="1" y="832"/>
                  </a:lnTo>
                  <a:cubicBezTo>
                    <a:pt x="1" y="1125"/>
                    <a:pt x="241" y="1365"/>
                    <a:pt x="534" y="1365"/>
                  </a:cubicBezTo>
                  <a:lnTo>
                    <a:pt x="1591" y="1365"/>
                  </a:lnTo>
                  <a:cubicBezTo>
                    <a:pt x="1889" y="1365"/>
                    <a:pt x="2124" y="1125"/>
                    <a:pt x="2124" y="832"/>
                  </a:cubicBezTo>
                  <a:lnTo>
                    <a:pt x="2124" y="534"/>
                  </a:lnTo>
                  <a:cubicBezTo>
                    <a:pt x="2124" y="241"/>
                    <a:pt x="1889"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0"/>
            <p:cNvSpPr/>
            <p:nvPr/>
          </p:nvSpPr>
          <p:spPr>
            <a:xfrm>
              <a:off x="5535195" y="3983208"/>
              <a:ext cx="43040" cy="35631"/>
            </a:xfrm>
            <a:custGeom>
              <a:rect b="b" l="l" r="r" t="t"/>
              <a:pathLst>
                <a:path extrusionOk="0" h="1361" w="1644">
                  <a:moveTo>
                    <a:pt x="1110" y="380"/>
                  </a:moveTo>
                  <a:cubicBezTo>
                    <a:pt x="1191" y="385"/>
                    <a:pt x="1259" y="452"/>
                    <a:pt x="1264" y="534"/>
                  </a:cubicBezTo>
                  <a:lnTo>
                    <a:pt x="1264" y="827"/>
                  </a:lnTo>
                  <a:cubicBezTo>
                    <a:pt x="1264" y="909"/>
                    <a:pt x="1191" y="981"/>
                    <a:pt x="1110" y="981"/>
                  </a:cubicBezTo>
                  <a:lnTo>
                    <a:pt x="533" y="981"/>
                  </a:lnTo>
                  <a:cubicBezTo>
                    <a:pt x="447" y="981"/>
                    <a:pt x="380" y="909"/>
                    <a:pt x="380" y="827"/>
                  </a:cubicBezTo>
                  <a:lnTo>
                    <a:pt x="380" y="534"/>
                  </a:lnTo>
                  <a:cubicBezTo>
                    <a:pt x="380" y="447"/>
                    <a:pt x="447" y="380"/>
                    <a:pt x="533" y="380"/>
                  </a:cubicBezTo>
                  <a:close/>
                  <a:moveTo>
                    <a:pt x="533" y="1"/>
                  </a:moveTo>
                  <a:cubicBezTo>
                    <a:pt x="240" y="1"/>
                    <a:pt x="0" y="241"/>
                    <a:pt x="0" y="534"/>
                  </a:cubicBezTo>
                  <a:lnTo>
                    <a:pt x="0" y="827"/>
                  </a:lnTo>
                  <a:cubicBezTo>
                    <a:pt x="0" y="1120"/>
                    <a:pt x="240" y="1360"/>
                    <a:pt x="533" y="1360"/>
                  </a:cubicBezTo>
                  <a:lnTo>
                    <a:pt x="1110" y="1360"/>
                  </a:lnTo>
                  <a:cubicBezTo>
                    <a:pt x="1403" y="1360"/>
                    <a:pt x="1643" y="1120"/>
                    <a:pt x="1643" y="827"/>
                  </a:cubicBezTo>
                  <a:lnTo>
                    <a:pt x="1643" y="534"/>
                  </a:lnTo>
                  <a:cubicBezTo>
                    <a:pt x="1643" y="236"/>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0"/>
            <p:cNvSpPr/>
            <p:nvPr/>
          </p:nvSpPr>
          <p:spPr>
            <a:xfrm>
              <a:off x="5376073" y="3825368"/>
              <a:ext cx="223158" cy="340994"/>
            </a:xfrm>
            <a:custGeom>
              <a:rect b="b" l="l" r="r" t="t"/>
              <a:pathLst>
                <a:path extrusionOk="0" h="13025" w="8524">
                  <a:moveTo>
                    <a:pt x="4939" y="11151"/>
                  </a:moveTo>
                  <a:lnTo>
                    <a:pt x="4939" y="12640"/>
                  </a:lnTo>
                  <a:lnTo>
                    <a:pt x="3580" y="12640"/>
                  </a:lnTo>
                  <a:lnTo>
                    <a:pt x="3580" y="11151"/>
                  </a:lnTo>
                  <a:close/>
                  <a:moveTo>
                    <a:pt x="2134" y="1"/>
                  </a:moveTo>
                  <a:cubicBezTo>
                    <a:pt x="957" y="1"/>
                    <a:pt x="6" y="957"/>
                    <a:pt x="1" y="2129"/>
                  </a:cubicBezTo>
                  <a:lnTo>
                    <a:pt x="1" y="8384"/>
                  </a:lnTo>
                  <a:cubicBezTo>
                    <a:pt x="1" y="9066"/>
                    <a:pt x="558" y="9623"/>
                    <a:pt x="1245" y="9623"/>
                  </a:cubicBezTo>
                  <a:lnTo>
                    <a:pt x="3200" y="9623"/>
                  </a:lnTo>
                  <a:lnTo>
                    <a:pt x="3200" y="9709"/>
                  </a:lnTo>
                  <a:cubicBezTo>
                    <a:pt x="3200" y="9834"/>
                    <a:pt x="3295" y="9897"/>
                    <a:pt x="3390" y="9897"/>
                  </a:cubicBezTo>
                  <a:cubicBezTo>
                    <a:pt x="3485" y="9897"/>
                    <a:pt x="3580" y="9834"/>
                    <a:pt x="3580" y="9709"/>
                  </a:cubicBezTo>
                  <a:lnTo>
                    <a:pt x="3580" y="8393"/>
                  </a:lnTo>
                  <a:lnTo>
                    <a:pt x="4939" y="8393"/>
                  </a:lnTo>
                  <a:lnTo>
                    <a:pt x="4939" y="10776"/>
                  </a:lnTo>
                  <a:lnTo>
                    <a:pt x="3580" y="10776"/>
                  </a:lnTo>
                  <a:lnTo>
                    <a:pt x="3580" y="10627"/>
                  </a:lnTo>
                  <a:cubicBezTo>
                    <a:pt x="3580" y="10500"/>
                    <a:pt x="3485" y="10436"/>
                    <a:pt x="3390" y="10436"/>
                  </a:cubicBezTo>
                  <a:cubicBezTo>
                    <a:pt x="3295" y="10436"/>
                    <a:pt x="3200" y="10500"/>
                    <a:pt x="3200" y="10627"/>
                  </a:cubicBezTo>
                  <a:lnTo>
                    <a:pt x="3200" y="12832"/>
                  </a:lnTo>
                  <a:cubicBezTo>
                    <a:pt x="3200" y="12938"/>
                    <a:pt x="3287" y="13024"/>
                    <a:pt x="3388" y="13024"/>
                  </a:cubicBezTo>
                  <a:lnTo>
                    <a:pt x="5132" y="13024"/>
                  </a:lnTo>
                  <a:cubicBezTo>
                    <a:pt x="5237" y="13024"/>
                    <a:pt x="5319" y="12938"/>
                    <a:pt x="5319" y="12832"/>
                  </a:cubicBezTo>
                  <a:lnTo>
                    <a:pt x="5319" y="9623"/>
                  </a:lnTo>
                  <a:lnTo>
                    <a:pt x="7279" y="9623"/>
                  </a:lnTo>
                  <a:cubicBezTo>
                    <a:pt x="7961" y="9623"/>
                    <a:pt x="8519" y="9066"/>
                    <a:pt x="8519" y="8384"/>
                  </a:cubicBezTo>
                  <a:lnTo>
                    <a:pt x="8519" y="2129"/>
                  </a:lnTo>
                  <a:cubicBezTo>
                    <a:pt x="8523" y="952"/>
                    <a:pt x="7567" y="1"/>
                    <a:pt x="6390" y="1"/>
                  </a:cubicBezTo>
                  <a:lnTo>
                    <a:pt x="6016" y="1"/>
                  </a:lnTo>
                  <a:cubicBezTo>
                    <a:pt x="5761" y="1"/>
                    <a:pt x="5761" y="380"/>
                    <a:pt x="6016" y="380"/>
                  </a:cubicBezTo>
                  <a:lnTo>
                    <a:pt x="6390" y="380"/>
                  </a:lnTo>
                  <a:cubicBezTo>
                    <a:pt x="7356" y="380"/>
                    <a:pt x="8139" y="1163"/>
                    <a:pt x="8139" y="2129"/>
                  </a:cubicBezTo>
                  <a:lnTo>
                    <a:pt x="8139" y="8379"/>
                  </a:lnTo>
                  <a:cubicBezTo>
                    <a:pt x="8139" y="8854"/>
                    <a:pt x="7755" y="9239"/>
                    <a:pt x="7279" y="9239"/>
                  </a:cubicBezTo>
                  <a:lnTo>
                    <a:pt x="5324" y="9239"/>
                  </a:lnTo>
                  <a:lnTo>
                    <a:pt x="5324" y="8388"/>
                  </a:lnTo>
                  <a:lnTo>
                    <a:pt x="5550" y="8388"/>
                  </a:lnTo>
                  <a:cubicBezTo>
                    <a:pt x="5799" y="8388"/>
                    <a:pt x="5799" y="8009"/>
                    <a:pt x="5550" y="8009"/>
                  </a:cubicBezTo>
                  <a:lnTo>
                    <a:pt x="2975" y="8009"/>
                  </a:lnTo>
                  <a:cubicBezTo>
                    <a:pt x="2720" y="8009"/>
                    <a:pt x="2720" y="8388"/>
                    <a:pt x="2975" y="8388"/>
                  </a:cubicBezTo>
                  <a:lnTo>
                    <a:pt x="3200" y="8388"/>
                  </a:lnTo>
                  <a:lnTo>
                    <a:pt x="3200" y="9239"/>
                  </a:lnTo>
                  <a:lnTo>
                    <a:pt x="1245" y="9239"/>
                  </a:lnTo>
                  <a:cubicBezTo>
                    <a:pt x="770" y="9239"/>
                    <a:pt x="385" y="8854"/>
                    <a:pt x="385" y="8379"/>
                  </a:cubicBezTo>
                  <a:lnTo>
                    <a:pt x="385" y="2129"/>
                  </a:lnTo>
                  <a:cubicBezTo>
                    <a:pt x="385" y="1163"/>
                    <a:pt x="1168" y="380"/>
                    <a:pt x="2134" y="380"/>
                  </a:cubicBezTo>
                  <a:lnTo>
                    <a:pt x="4925" y="380"/>
                  </a:lnTo>
                  <a:cubicBezTo>
                    <a:pt x="5180" y="380"/>
                    <a:pt x="5180" y="1"/>
                    <a:pt x="49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0"/>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0"/>
            <p:cNvSpPr/>
            <p:nvPr/>
          </p:nvSpPr>
          <p:spPr>
            <a:xfrm>
              <a:off x="5447911" y="3888122"/>
              <a:ext cx="28196" cy="46312"/>
            </a:xfrm>
            <a:custGeom>
              <a:rect b="b" l="l" r="r" t="t"/>
              <a:pathLst>
                <a:path extrusionOk="0" h="1769" w="1077">
                  <a:moveTo>
                    <a:pt x="697" y="380"/>
                  </a:moveTo>
                  <a:lnTo>
                    <a:pt x="697" y="693"/>
                  </a:lnTo>
                  <a:lnTo>
                    <a:pt x="384" y="693"/>
                  </a:lnTo>
                  <a:lnTo>
                    <a:pt x="384" y="380"/>
                  </a:lnTo>
                  <a:close/>
                  <a:moveTo>
                    <a:pt x="697" y="1077"/>
                  </a:moveTo>
                  <a:lnTo>
                    <a:pt x="697" y="1389"/>
                  </a:lnTo>
                  <a:lnTo>
                    <a:pt x="384" y="1389"/>
                  </a:lnTo>
                  <a:lnTo>
                    <a:pt x="384" y="1077"/>
                  </a:lnTo>
                  <a:close/>
                  <a:moveTo>
                    <a:pt x="192" y="1"/>
                  </a:moveTo>
                  <a:cubicBezTo>
                    <a:pt x="87" y="1"/>
                    <a:pt x="0" y="87"/>
                    <a:pt x="0" y="193"/>
                  </a:cubicBezTo>
                  <a:lnTo>
                    <a:pt x="0" y="1581"/>
                  </a:lnTo>
                  <a:cubicBezTo>
                    <a:pt x="0" y="1682"/>
                    <a:pt x="87" y="1769"/>
                    <a:pt x="192" y="1769"/>
                  </a:cubicBezTo>
                  <a:lnTo>
                    <a:pt x="889" y="1769"/>
                  </a:lnTo>
                  <a:cubicBezTo>
                    <a:pt x="990" y="1769"/>
                    <a:pt x="1076" y="1682"/>
                    <a:pt x="1076" y="1581"/>
                  </a:cubicBezTo>
                  <a:lnTo>
                    <a:pt x="1076" y="193"/>
                  </a:lnTo>
                  <a:cubicBezTo>
                    <a:pt x="1076" y="87"/>
                    <a:pt x="990" y="1"/>
                    <a:pt x="8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0"/>
            <p:cNvSpPr/>
            <p:nvPr/>
          </p:nvSpPr>
          <p:spPr>
            <a:xfrm>
              <a:off x="5499093" y="3888122"/>
              <a:ext cx="29714" cy="46312"/>
            </a:xfrm>
            <a:custGeom>
              <a:rect b="b" l="l" r="r" t="t"/>
              <a:pathLst>
                <a:path extrusionOk="0" h="1769" w="1135">
                  <a:moveTo>
                    <a:pt x="692" y="1077"/>
                  </a:moveTo>
                  <a:lnTo>
                    <a:pt x="692" y="1389"/>
                  </a:lnTo>
                  <a:lnTo>
                    <a:pt x="380" y="1389"/>
                  </a:lnTo>
                  <a:lnTo>
                    <a:pt x="380" y="1077"/>
                  </a:lnTo>
                  <a:close/>
                  <a:moveTo>
                    <a:pt x="188" y="1"/>
                  </a:moveTo>
                  <a:cubicBezTo>
                    <a:pt x="82" y="1"/>
                    <a:pt x="0" y="87"/>
                    <a:pt x="0" y="193"/>
                  </a:cubicBezTo>
                  <a:lnTo>
                    <a:pt x="0" y="1581"/>
                  </a:lnTo>
                  <a:cubicBezTo>
                    <a:pt x="0" y="1682"/>
                    <a:pt x="82" y="1769"/>
                    <a:pt x="188" y="1769"/>
                  </a:cubicBezTo>
                  <a:lnTo>
                    <a:pt x="884" y="1769"/>
                  </a:lnTo>
                  <a:cubicBezTo>
                    <a:pt x="990" y="1769"/>
                    <a:pt x="1072" y="1682"/>
                    <a:pt x="1072" y="1581"/>
                  </a:cubicBezTo>
                  <a:lnTo>
                    <a:pt x="1072" y="885"/>
                  </a:lnTo>
                  <a:cubicBezTo>
                    <a:pt x="1072" y="779"/>
                    <a:pt x="990" y="697"/>
                    <a:pt x="884" y="697"/>
                  </a:cubicBezTo>
                  <a:lnTo>
                    <a:pt x="380" y="697"/>
                  </a:lnTo>
                  <a:lnTo>
                    <a:pt x="380" y="385"/>
                  </a:lnTo>
                  <a:lnTo>
                    <a:pt x="884" y="385"/>
                  </a:lnTo>
                  <a:cubicBezTo>
                    <a:pt x="1134" y="385"/>
                    <a:pt x="1134" y="6"/>
                    <a:pt x="884" y="6"/>
                  </a:cubicBezTo>
                  <a:lnTo>
                    <a:pt x="188" y="6"/>
                  </a:lnTo>
                  <a:lnTo>
                    <a:pt x="1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0"/>
            <p:cNvSpPr/>
            <p:nvPr/>
          </p:nvSpPr>
          <p:spPr>
            <a:xfrm>
              <a:off x="5480898" y="3922601"/>
              <a:ext cx="15708" cy="17305"/>
            </a:xfrm>
            <a:custGeom>
              <a:rect b="b" l="l" r="r" t="t"/>
              <a:pathLst>
                <a:path extrusionOk="0" h="661" w="600">
                  <a:moveTo>
                    <a:pt x="378" y="0"/>
                  </a:moveTo>
                  <a:cubicBezTo>
                    <a:pt x="309" y="0"/>
                    <a:pt x="245" y="39"/>
                    <a:pt x="215" y="106"/>
                  </a:cubicBezTo>
                  <a:lnTo>
                    <a:pt x="71" y="384"/>
                  </a:lnTo>
                  <a:cubicBezTo>
                    <a:pt x="0" y="536"/>
                    <a:pt x="125" y="661"/>
                    <a:pt x="250" y="661"/>
                  </a:cubicBezTo>
                  <a:cubicBezTo>
                    <a:pt x="312" y="661"/>
                    <a:pt x="374" y="630"/>
                    <a:pt x="412" y="557"/>
                  </a:cubicBezTo>
                  <a:lnTo>
                    <a:pt x="556" y="279"/>
                  </a:lnTo>
                  <a:cubicBezTo>
                    <a:pt x="599" y="183"/>
                    <a:pt x="561" y="72"/>
                    <a:pt x="470" y="24"/>
                  </a:cubicBezTo>
                  <a:cubicBezTo>
                    <a:pt x="440" y="8"/>
                    <a:pt x="409" y="0"/>
                    <a:pt x="37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80"/>
          <p:cNvGrpSpPr/>
          <p:nvPr/>
        </p:nvGrpSpPr>
        <p:grpSpPr>
          <a:xfrm>
            <a:off x="6716044" y="3825395"/>
            <a:ext cx="197973" cy="340314"/>
            <a:chOff x="6716044" y="3825395"/>
            <a:chExt cx="197973" cy="340314"/>
          </a:xfrm>
        </p:grpSpPr>
        <p:sp>
          <p:nvSpPr>
            <p:cNvPr id="9111" name="Google Shape;9111;p80"/>
            <p:cNvSpPr/>
            <p:nvPr/>
          </p:nvSpPr>
          <p:spPr>
            <a:xfrm>
              <a:off x="6721568" y="3982841"/>
              <a:ext cx="186925" cy="179700"/>
            </a:xfrm>
            <a:custGeom>
              <a:rect b="b" l="l" r="r" t="t"/>
              <a:pathLst>
                <a:path extrusionOk="0" h="6864" w="7140">
                  <a:moveTo>
                    <a:pt x="2888" y="0"/>
                  </a:moveTo>
                  <a:lnTo>
                    <a:pt x="2888" y="1081"/>
                  </a:lnTo>
                  <a:lnTo>
                    <a:pt x="2725" y="1081"/>
                  </a:lnTo>
                  <a:cubicBezTo>
                    <a:pt x="1735" y="1081"/>
                    <a:pt x="875" y="1758"/>
                    <a:pt x="640" y="2719"/>
                  </a:cubicBezTo>
                  <a:lnTo>
                    <a:pt x="529" y="3185"/>
                  </a:lnTo>
                  <a:lnTo>
                    <a:pt x="385" y="3776"/>
                  </a:lnTo>
                  <a:lnTo>
                    <a:pt x="97" y="4953"/>
                  </a:lnTo>
                  <a:cubicBezTo>
                    <a:pt x="1" y="5361"/>
                    <a:pt x="183" y="5784"/>
                    <a:pt x="548" y="5996"/>
                  </a:cubicBezTo>
                  <a:cubicBezTo>
                    <a:pt x="1555" y="6574"/>
                    <a:pt x="2562" y="6864"/>
                    <a:pt x="3570" y="6864"/>
                  </a:cubicBezTo>
                  <a:cubicBezTo>
                    <a:pt x="4578" y="6864"/>
                    <a:pt x="5585" y="6574"/>
                    <a:pt x="6592" y="5996"/>
                  </a:cubicBezTo>
                  <a:cubicBezTo>
                    <a:pt x="6957" y="5784"/>
                    <a:pt x="7140" y="5361"/>
                    <a:pt x="7043" y="4953"/>
                  </a:cubicBezTo>
                  <a:lnTo>
                    <a:pt x="6496" y="2719"/>
                  </a:lnTo>
                  <a:cubicBezTo>
                    <a:pt x="6265" y="1758"/>
                    <a:pt x="5405" y="1081"/>
                    <a:pt x="4416" y="1081"/>
                  </a:cubicBezTo>
                  <a:lnTo>
                    <a:pt x="4252" y="1081"/>
                  </a:lnTo>
                  <a:lnTo>
                    <a:pt x="4252" y="0"/>
                  </a:lnTo>
                  <a:cubicBezTo>
                    <a:pt x="4039" y="111"/>
                    <a:pt x="3804" y="166"/>
                    <a:pt x="3570" y="166"/>
                  </a:cubicBezTo>
                  <a:cubicBezTo>
                    <a:pt x="3336" y="166"/>
                    <a:pt x="3102" y="111"/>
                    <a:pt x="28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0"/>
            <p:cNvSpPr/>
            <p:nvPr/>
          </p:nvSpPr>
          <p:spPr>
            <a:xfrm>
              <a:off x="6803459" y="3982841"/>
              <a:ext cx="105165" cy="179726"/>
            </a:xfrm>
            <a:custGeom>
              <a:rect b="b" l="l" r="r" t="t"/>
              <a:pathLst>
                <a:path extrusionOk="0" h="6865" w="4017">
                  <a:moveTo>
                    <a:pt x="1124" y="0"/>
                  </a:moveTo>
                  <a:cubicBezTo>
                    <a:pt x="913" y="111"/>
                    <a:pt x="678" y="168"/>
                    <a:pt x="442" y="168"/>
                  </a:cubicBezTo>
                  <a:cubicBezTo>
                    <a:pt x="378" y="168"/>
                    <a:pt x="309" y="270"/>
                    <a:pt x="244" y="270"/>
                  </a:cubicBezTo>
                  <a:cubicBezTo>
                    <a:pt x="241" y="270"/>
                    <a:pt x="238" y="270"/>
                    <a:pt x="236" y="269"/>
                  </a:cubicBezTo>
                  <a:lnTo>
                    <a:pt x="236" y="1081"/>
                  </a:lnTo>
                  <a:lnTo>
                    <a:pt x="399" y="1081"/>
                  </a:lnTo>
                  <a:cubicBezTo>
                    <a:pt x="1389" y="1081"/>
                    <a:pt x="2248" y="1758"/>
                    <a:pt x="2484" y="2719"/>
                  </a:cubicBezTo>
                  <a:lnTo>
                    <a:pt x="3027" y="4953"/>
                  </a:lnTo>
                  <a:cubicBezTo>
                    <a:pt x="3128" y="5361"/>
                    <a:pt x="2940" y="5784"/>
                    <a:pt x="2580" y="5996"/>
                  </a:cubicBezTo>
                  <a:cubicBezTo>
                    <a:pt x="1720" y="6490"/>
                    <a:pt x="860" y="6774"/>
                    <a:pt x="0" y="6846"/>
                  </a:cubicBezTo>
                  <a:cubicBezTo>
                    <a:pt x="147" y="6858"/>
                    <a:pt x="293" y="6864"/>
                    <a:pt x="440" y="6864"/>
                  </a:cubicBezTo>
                  <a:cubicBezTo>
                    <a:pt x="1451" y="6864"/>
                    <a:pt x="2462" y="6575"/>
                    <a:pt x="3469" y="5996"/>
                  </a:cubicBezTo>
                  <a:cubicBezTo>
                    <a:pt x="3834" y="5784"/>
                    <a:pt x="4016" y="5361"/>
                    <a:pt x="3915" y="4953"/>
                  </a:cubicBezTo>
                  <a:lnTo>
                    <a:pt x="3368" y="2719"/>
                  </a:lnTo>
                  <a:cubicBezTo>
                    <a:pt x="3137" y="1758"/>
                    <a:pt x="2277" y="1081"/>
                    <a:pt x="1288" y="1081"/>
                  </a:cubicBezTo>
                  <a:lnTo>
                    <a:pt x="1124" y="1081"/>
                  </a:lnTo>
                  <a:lnTo>
                    <a:pt x="1124"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0"/>
            <p:cNvSpPr/>
            <p:nvPr/>
          </p:nvSpPr>
          <p:spPr>
            <a:xfrm>
              <a:off x="6797045" y="3982841"/>
              <a:ext cx="6309" cy="7069"/>
            </a:xfrm>
            <a:custGeom>
              <a:rect b="b" l="l" r="r" t="t"/>
              <a:pathLst>
                <a:path extrusionOk="0" h="270" w="241">
                  <a:moveTo>
                    <a:pt x="0" y="0"/>
                  </a:moveTo>
                  <a:lnTo>
                    <a:pt x="0" y="269"/>
                  </a:lnTo>
                  <a:cubicBezTo>
                    <a:pt x="82" y="260"/>
                    <a:pt x="163" y="245"/>
                    <a:pt x="240" y="216"/>
                  </a:cubicBezTo>
                  <a:cubicBezTo>
                    <a:pt x="159" y="192"/>
                    <a:pt x="77" y="39"/>
                    <a:pt x="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0"/>
            <p:cNvSpPr/>
            <p:nvPr/>
          </p:nvSpPr>
          <p:spPr>
            <a:xfrm>
              <a:off x="6761309" y="3982841"/>
              <a:ext cx="109197" cy="121135"/>
            </a:xfrm>
            <a:custGeom>
              <a:rect b="b" l="l" r="r" t="t"/>
              <a:pathLst>
                <a:path extrusionOk="0" h="4627" w="4171">
                  <a:moveTo>
                    <a:pt x="1375" y="0"/>
                  </a:moveTo>
                  <a:lnTo>
                    <a:pt x="1375" y="1081"/>
                  </a:lnTo>
                  <a:lnTo>
                    <a:pt x="1211" y="1081"/>
                  </a:lnTo>
                  <a:cubicBezTo>
                    <a:pt x="942" y="1081"/>
                    <a:pt x="678" y="1129"/>
                    <a:pt x="428" y="1225"/>
                  </a:cubicBezTo>
                  <a:lnTo>
                    <a:pt x="1" y="2570"/>
                  </a:lnTo>
                  <a:lnTo>
                    <a:pt x="1" y="2570"/>
                  </a:lnTo>
                  <a:lnTo>
                    <a:pt x="721" y="2301"/>
                  </a:lnTo>
                  <a:lnTo>
                    <a:pt x="2086" y="4626"/>
                  </a:lnTo>
                  <a:lnTo>
                    <a:pt x="3450" y="2311"/>
                  </a:lnTo>
                  <a:lnTo>
                    <a:pt x="4171" y="2575"/>
                  </a:lnTo>
                  <a:lnTo>
                    <a:pt x="4171" y="2575"/>
                  </a:lnTo>
                  <a:lnTo>
                    <a:pt x="3753" y="1259"/>
                  </a:lnTo>
                  <a:cubicBezTo>
                    <a:pt x="3484" y="1144"/>
                    <a:pt x="3195" y="1081"/>
                    <a:pt x="2902" y="1081"/>
                  </a:cubicBezTo>
                  <a:lnTo>
                    <a:pt x="2739" y="1081"/>
                  </a:lnTo>
                  <a:lnTo>
                    <a:pt x="2739" y="0"/>
                  </a:lnTo>
                  <a:cubicBezTo>
                    <a:pt x="2525" y="111"/>
                    <a:pt x="2291" y="166"/>
                    <a:pt x="2057" y="166"/>
                  </a:cubicBezTo>
                  <a:cubicBezTo>
                    <a:pt x="1823" y="166"/>
                    <a:pt x="1589" y="111"/>
                    <a:pt x="137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0"/>
            <p:cNvSpPr/>
            <p:nvPr/>
          </p:nvSpPr>
          <p:spPr>
            <a:xfrm>
              <a:off x="6781573" y="3982841"/>
              <a:ext cx="66183" cy="121266"/>
            </a:xfrm>
            <a:custGeom>
              <a:rect b="b" l="l" r="r" t="t"/>
              <a:pathLst>
                <a:path extrusionOk="0" h="4632" w="2528">
                  <a:moveTo>
                    <a:pt x="596" y="0"/>
                  </a:moveTo>
                  <a:lnTo>
                    <a:pt x="596" y="1081"/>
                  </a:lnTo>
                  <a:lnTo>
                    <a:pt x="433" y="1081"/>
                  </a:lnTo>
                  <a:cubicBezTo>
                    <a:pt x="288" y="1081"/>
                    <a:pt x="144" y="1095"/>
                    <a:pt x="0" y="1124"/>
                  </a:cubicBezTo>
                  <a:cubicBezTo>
                    <a:pt x="15" y="1144"/>
                    <a:pt x="29" y="1163"/>
                    <a:pt x="48" y="1177"/>
                  </a:cubicBezTo>
                  <a:lnTo>
                    <a:pt x="1312" y="4631"/>
                  </a:lnTo>
                  <a:lnTo>
                    <a:pt x="2508" y="1177"/>
                  </a:lnTo>
                  <a:lnTo>
                    <a:pt x="2527" y="1124"/>
                  </a:lnTo>
                  <a:cubicBezTo>
                    <a:pt x="2393" y="1095"/>
                    <a:pt x="2258" y="1081"/>
                    <a:pt x="2124" y="1081"/>
                  </a:cubicBezTo>
                  <a:lnTo>
                    <a:pt x="1960" y="1081"/>
                  </a:lnTo>
                  <a:lnTo>
                    <a:pt x="1960" y="0"/>
                  </a:lnTo>
                  <a:cubicBezTo>
                    <a:pt x="1747" y="111"/>
                    <a:pt x="1512" y="166"/>
                    <a:pt x="1278" y="166"/>
                  </a:cubicBezTo>
                  <a:cubicBezTo>
                    <a:pt x="1044" y="166"/>
                    <a:pt x="810" y="111"/>
                    <a:pt x="59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0"/>
            <p:cNvSpPr/>
            <p:nvPr/>
          </p:nvSpPr>
          <p:spPr>
            <a:xfrm>
              <a:off x="6781573" y="3995041"/>
              <a:ext cx="66288" cy="43773"/>
            </a:xfrm>
            <a:custGeom>
              <a:rect b="b" l="l" r="r" t="t"/>
              <a:pathLst>
                <a:path extrusionOk="0" h="1672" w="2532">
                  <a:moveTo>
                    <a:pt x="1960" y="0"/>
                  </a:moveTo>
                  <a:lnTo>
                    <a:pt x="1158" y="245"/>
                  </a:lnTo>
                  <a:lnTo>
                    <a:pt x="596" y="178"/>
                  </a:lnTo>
                  <a:lnTo>
                    <a:pt x="596" y="620"/>
                  </a:lnTo>
                  <a:lnTo>
                    <a:pt x="433" y="620"/>
                  </a:lnTo>
                  <a:cubicBezTo>
                    <a:pt x="288" y="620"/>
                    <a:pt x="144" y="634"/>
                    <a:pt x="0" y="663"/>
                  </a:cubicBezTo>
                  <a:cubicBezTo>
                    <a:pt x="29" y="697"/>
                    <a:pt x="48" y="716"/>
                    <a:pt x="48" y="716"/>
                  </a:cubicBezTo>
                  <a:lnTo>
                    <a:pt x="399" y="1672"/>
                  </a:lnTo>
                  <a:lnTo>
                    <a:pt x="1307" y="764"/>
                  </a:lnTo>
                  <a:lnTo>
                    <a:pt x="2176" y="1672"/>
                  </a:lnTo>
                  <a:lnTo>
                    <a:pt x="2513" y="721"/>
                  </a:lnTo>
                  <a:lnTo>
                    <a:pt x="2532" y="663"/>
                  </a:lnTo>
                  <a:cubicBezTo>
                    <a:pt x="2397" y="634"/>
                    <a:pt x="2263" y="625"/>
                    <a:pt x="2128" y="620"/>
                  </a:cubicBezTo>
                  <a:lnTo>
                    <a:pt x="1960" y="620"/>
                  </a:lnTo>
                  <a:lnTo>
                    <a:pt x="1960"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0"/>
            <p:cNvSpPr/>
            <p:nvPr/>
          </p:nvSpPr>
          <p:spPr>
            <a:xfrm>
              <a:off x="6741439" y="3832306"/>
              <a:ext cx="144540" cy="121763"/>
            </a:xfrm>
            <a:custGeom>
              <a:rect b="b" l="l" r="r" t="t"/>
              <a:pathLst>
                <a:path extrusionOk="0" h="4651" w="5521">
                  <a:moveTo>
                    <a:pt x="2117" y="1"/>
                  </a:moveTo>
                  <a:cubicBezTo>
                    <a:pt x="1003" y="1"/>
                    <a:pt x="9" y="917"/>
                    <a:pt x="1" y="2123"/>
                  </a:cubicBezTo>
                  <a:cubicBezTo>
                    <a:pt x="1" y="2743"/>
                    <a:pt x="44" y="3363"/>
                    <a:pt x="135" y="3977"/>
                  </a:cubicBezTo>
                  <a:cubicBezTo>
                    <a:pt x="188" y="4362"/>
                    <a:pt x="515" y="4650"/>
                    <a:pt x="909" y="4650"/>
                  </a:cubicBezTo>
                  <a:lnTo>
                    <a:pt x="4613" y="4650"/>
                  </a:lnTo>
                  <a:cubicBezTo>
                    <a:pt x="5007" y="4650"/>
                    <a:pt x="5343" y="4357"/>
                    <a:pt x="5391" y="3968"/>
                  </a:cubicBezTo>
                  <a:cubicBezTo>
                    <a:pt x="5453" y="3444"/>
                    <a:pt x="5501" y="2930"/>
                    <a:pt x="5516" y="2445"/>
                  </a:cubicBezTo>
                  <a:lnTo>
                    <a:pt x="5521" y="1830"/>
                  </a:lnTo>
                  <a:cubicBezTo>
                    <a:pt x="5521" y="1624"/>
                    <a:pt x="5511" y="1422"/>
                    <a:pt x="5482" y="1215"/>
                  </a:cubicBezTo>
                  <a:cubicBezTo>
                    <a:pt x="5422" y="574"/>
                    <a:pt x="4886" y="174"/>
                    <a:pt x="4333" y="174"/>
                  </a:cubicBezTo>
                  <a:cubicBezTo>
                    <a:pt x="4041" y="174"/>
                    <a:pt x="3745" y="285"/>
                    <a:pt x="3513" y="533"/>
                  </a:cubicBezTo>
                  <a:lnTo>
                    <a:pt x="3493" y="547"/>
                  </a:lnTo>
                  <a:cubicBezTo>
                    <a:pt x="3311" y="365"/>
                    <a:pt x="3090" y="221"/>
                    <a:pt x="2845" y="134"/>
                  </a:cubicBezTo>
                  <a:cubicBezTo>
                    <a:pt x="2602" y="43"/>
                    <a:pt x="2357" y="1"/>
                    <a:pt x="2117"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0"/>
            <p:cNvSpPr/>
            <p:nvPr/>
          </p:nvSpPr>
          <p:spPr>
            <a:xfrm>
              <a:off x="6742329" y="3832306"/>
              <a:ext cx="143650" cy="117470"/>
            </a:xfrm>
            <a:custGeom>
              <a:rect b="b" l="l" r="r" t="t"/>
              <a:pathLst>
                <a:path extrusionOk="0" h="4487" w="5487">
                  <a:moveTo>
                    <a:pt x="2081" y="0"/>
                  </a:moveTo>
                  <a:cubicBezTo>
                    <a:pt x="1082" y="0"/>
                    <a:pt x="182" y="736"/>
                    <a:pt x="0" y="1758"/>
                  </a:cubicBezTo>
                  <a:cubicBezTo>
                    <a:pt x="398" y="1151"/>
                    <a:pt x="1062" y="809"/>
                    <a:pt x="1754" y="809"/>
                  </a:cubicBezTo>
                  <a:cubicBezTo>
                    <a:pt x="1999" y="809"/>
                    <a:pt x="2248" y="852"/>
                    <a:pt x="2489" y="941"/>
                  </a:cubicBezTo>
                  <a:cubicBezTo>
                    <a:pt x="2729" y="1028"/>
                    <a:pt x="2950" y="1167"/>
                    <a:pt x="3133" y="1354"/>
                  </a:cubicBezTo>
                  <a:lnTo>
                    <a:pt x="3152" y="1335"/>
                  </a:lnTo>
                  <a:cubicBezTo>
                    <a:pt x="3384" y="1090"/>
                    <a:pt x="3679" y="979"/>
                    <a:pt x="3971" y="979"/>
                  </a:cubicBezTo>
                  <a:cubicBezTo>
                    <a:pt x="4525" y="979"/>
                    <a:pt x="5065" y="1380"/>
                    <a:pt x="5122" y="2022"/>
                  </a:cubicBezTo>
                  <a:cubicBezTo>
                    <a:pt x="5150" y="2224"/>
                    <a:pt x="5160" y="2431"/>
                    <a:pt x="5160" y="2637"/>
                  </a:cubicBezTo>
                  <a:lnTo>
                    <a:pt x="5155" y="3247"/>
                  </a:lnTo>
                  <a:cubicBezTo>
                    <a:pt x="5146" y="3646"/>
                    <a:pt x="5107" y="4059"/>
                    <a:pt x="5064" y="4487"/>
                  </a:cubicBezTo>
                  <a:cubicBezTo>
                    <a:pt x="5227" y="4357"/>
                    <a:pt x="5333" y="4174"/>
                    <a:pt x="5357" y="3968"/>
                  </a:cubicBezTo>
                  <a:cubicBezTo>
                    <a:pt x="5419" y="3439"/>
                    <a:pt x="5463" y="2930"/>
                    <a:pt x="5482" y="2445"/>
                  </a:cubicBezTo>
                  <a:lnTo>
                    <a:pt x="5487" y="1835"/>
                  </a:lnTo>
                  <a:cubicBezTo>
                    <a:pt x="5487" y="1628"/>
                    <a:pt x="5477" y="1422"/>
                    <a:pt x="5448" y="1215"/>
                  </a:cubicBezTo>
                  <a:cubicBezTo>
                    <a:pt x="5388" y="574"/>
                    <a:pt x="4852" y="176"/>
                    <a:pt x="4300" y="176"/>
                  </a:cubicBezTo>
                  <a:cubicBezTo>
                    <a:pt x="4008" y="176"/>
                    <a:pt x="3711" y="287"/>
                    <a:pt x="3479" y="533"/>
                  </a:cubicBezTo>
                  <a:lnTo>
                    <a:pt x="3459" y="547"/>
                  </a:lnTo>
                  <a:cubicBezTo>
                    <a:pt x="3277" y="365"/>
                    <a:pt x="3056" y="226"/>
                    <a:pt x="2811" y="134"/>
                  </a:cubicBezTo>
                  <a:cubicBezTo>
                    <a:pt x="2568" y="43"/>
                    <a:pt x="2322" y="0"/>
                    <a:pt x="20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0"/>
            <p:cNvSpPr/>
            <p:nvPr/>
          </p:nvSpPr>
          <p:spPr>
            <a:xfrm>
              <a:off x="6797150" y="3982946"/>
              <a:ext cx="35762" cy="32097"/>
            </a:xfrm>
            <a:custGeom>
              <a:rect b="b" l="l" r="r" t="t"/>
              <a:pathLst>
                <a:path extrusionOk="0" h="1226" w="1366">
                  <a:moveTo>
                    <a:pt x="1" y="1"/>
                  </a:moveTo>
                  <a:lnTo>
                    <a:pt x="1" y="1082"/>
                  </a:lnTo>
                  <a:cubicBezTo>
                    <a:pt x="220" y="1178"/>
                    <a:pt x="453" y="1226"/>
                    <a:pt x="685" y="1226"/>
                  </a:cubicBezTo>
                  <a:cubicBezTo>
                    <a:pt x="917" y="1226"/>
                    <a:pt x="1149" y="1178"/>
                    <a:pt x="1365" y="1082"/>
                  </a:cubicBezTo>
                  <a:lnTo>
                    <a:pt x="1365" y="1"/>
                  </a:lnTo>
                  <a:cubicBezTo>
                    <a:pt x="1152" y="111"/>
                    <a:pt x="917" y="167"/>
                    <a:pt x="683" y="167"/>
                  </a:cubicBezTo>
                  <a:cubicBezTo>
                    <a:pt x="449" y="167"/>
                    <a:pt x="215" y="111"/>
                    <a:pt x="1"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0"/>
            <p:cNvSpPr/>
            <p:nvPr/>
          </p:nvSpPr>
          <p:spPr>
            <a:xfrm>
              <a:off x="6797150" y="3982841"/>
              <a:ext cx="35762" cy="17488"/>
            </a:xfrm>
            <a:custGeom>
              <a:rect b="b" l="l" r="r" t="t"/>
              <a:pathLst>
                <a:path extrusionOk="0" h="668" w="1366">
                  <a:moveTo>
                    <a:pt x="1" y="0"/>
                  </a:moveTo>
                  <a:lnTo>
                    <a:pt x="1" y="524"/>
                  </a:lnTo>
                  <a:cubicBezTo>
                    <a:pt x="217" y="620"/>
                    <a:pt x="450" y="668"/>
                    <a:pt x="683" y="668"/>
                  </a:cubicBezTo>
                  <a:cubicBezTo>
                    <a:pt x="916" y="668"/>
                    <a:pt x="1149" y="620"/>
                    <a:pt x="1365" y="524"/>
                  </a:cubicBezTo>
                  <a:lnTo>
                    <a:pt x="1365" y="0"/>
                  </a:lnTo>
                  <a:cubicBezTo>
                    <a:pt x="1154" y="111"/>
                    <a:pt x="919" y="168"/>
                    <a:pt x="683" y="168"/>
                  </a:cubicBezTo>
                  <a:cubicBezTo>
                    <a:pt x="448" y="168"/>
                    <a:pt x="212" y="111"/>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0"/>
            <p:cNvSpPr/>
            <p:nvPr/>
          </p:nvSpPr>
          <p:spPr>
            <a:xfrm>
              <a:off x="6770865" y="3886865"/>
              <a:ext cx="88331" cy="101160"/>
            </a:xfrm>
            <a:custGeom>
              <a:rect b="b" l="l" r="r" t="t"/>
              <a:pathLst>
                <a:path extrusionOk="0" h="3864" w="3374">
                  <a:moveTo>
                    <a:pt x="1058" y="1"/>
                  </a:moveTo>
                  <a:cubicBezTo>
                    <a:pt x="1058" y="1"/>
                    <a:pt x="592" y="476"/>
                    <a:pt x="1" y="721"/>
                  </a:cubicBezTo>
                  <a:lnTo>
                    <a:pt x="1" y="2177"/>
                  </a:lnTo>
                  <a:cubicBezTo>
                    <a:pt x="1" y="3109"/>
                    <a:pt x="755" y="3863"/>
                    <a:pt x="1687" y="3863"/>
                  </a:cubicBezTo>
                  <a:cubicBezTo>
                    <a:pt x="2619" y="3863"/>
                    <a:pt x="3373" y="3109"/>
                    <a:pt x="3373" y="2177"/>
                  </a:cubicBezTo>
                  <a:lnTo>
                    <a:pt x="3373" y="721"/>
                  </a:lnTo>
                  <a:cubicBezTo>
                    <a:pt x="2547" y="712"/>
                    <a:pt x="1740" y="462"/>
                    <a:pt x="10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0"/>
            <p:cNvSpPr/>
            <p:nvPr/>
          </p:nvSpPr>
          <p:spPr>
            <a:xfrm>
              <a:off x="6785971" y="3886734"/>
              <a:ext cx="73225" cy="97887"/>
            </a:xfrm>
            <a:custGeom>
              <a:rect b="b" l="l" r="r" t="t"/>
              <a:pathLst>
                <a:path extrusionOk="0" h="3739" w="2797">
                  <a:moveTo>
                    <a:pt x="481" y="1"/>
                  </a:moveTo>
                  <a:cubicBezTo>
                    <a:pt x="332" y="150"/>
                    <a:pt x="169" y="284"/>
                    <a:pt x="0" y="400"/>
                  </a:cubicBezTo>
                  <a:cubicBezTo>
                    <a:pt x="673" y="837"/>
                    <a:pt x="1456" y="1077"/>
                    <a:pt x="2258" y="1087"/>
                  </a:cubicBezTo>
                  <a:lnTo>
                    <a:pt x="2258" y="2542"/>
                  </a:lnTo>
                  <a:cubicBezTo>
                    <a:pt x="2258" y="2989"/>
                    <a:pt x="2081" y="3421"/>
                    <a:pt x="1763" y="3738"/>
                  </a:cubicBezTo>
                  <a:cubicBezTo>
                    <a:pt x="2388" y="3474"/>
                    <a:pt x="2796" y="2859"/>
                    <a:pt x="2796" y="2182"/>
                  </a:cubicBezTo>
                  <a:lnTo>
                    <a:pt x="2796" y="726"/>
                  </a:lnTo>
                  <a:cubicBezTo>
                    <a:pt x="1970" y="722"/>
                    <a:pt x="1163" y="467"/>
                    <a:pt x="48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0"/>
            <p:cNvSpPr/>
            <p:nvPr/>
          </p:nvSpPr>
          <p:spPr>
            <a:xfrm>
              <a:off x="6716044" y="3825395"/>
              <a:ext cx="197973" cy="340314"/>
            </a:xfrm>
            <a:custGeom>
              <a:rect b="b" l="l" r="r" t="t"/>
              <a:pathLst>
                <a:path extrusionOk="0" h="12999" w="7562">
                  <a:moveTo>
                    <a:pt x="3171" y="2531"/>
                  </a:moveTo>
                  <a:cubicBezTo>
                    <a:pt x="3805" y="2916"/>
                    <a:pt x="4531" y="3137"/>
                    <a:pt x="5270" y="3180"/>
                  </a:cubicBezTo>
                  <a:lnTo>
                    <a:pt x="5270" y="4462"/>
                  </a:lnTo>
                  <a:cubicBezTo>
                    <a:pt x="5290" y="5298"/>
                    <a:pt x="4617" y="5990"/>
                    <a:pt x="3776" y="5990"/>
                  </a:cubicBezTo>
                  <a:cubicBezTo>
                    <a:pt x="2940" y="5990"/>
                    <a:pt x="2268" y="5298"/>
                    <a:pt x="2282" y="4462"/>
                  </a:cubicBezTo>
                  <a:lnTo>
                    <a:pt x="2287" y="4462"/>
                  </a:lnTo>
                  <a:lnTo>
                    <a:pt x="2287" y="3122"/>
                  </a:lnTo>
                  <a:cubicBezTo>
                    <a:pt x="2604" y="2968"/>
                    <a:pt x="2902" y="2767"/>
                    <a:pt x="3171" y="2531"/>
                  </a:cubicBezTo>
                  <a:close/>
                  <a:moveTo>
                    <a:pt x="4271" y="6355"/>
                  </a:moveTo>
                  <a:lnTo>
                    <a:pt x="4271" y="6893"/>
                  </a:lnTo>
                  <a:cubicBezTo>
                    <a:pt x="4113" y="6951"/>
                    <a:pt x="3947" y="6980"/>
                    <a:pt x="3781" y="6980"/>
                  </a:cubicBezTo>
                  <a:cubicBezTo>
                    <a:pt x="3615" y="6980"/>
                    <a:pt x="3450" y="6951"/>
                    <a:pt x="3291" y="6893"/>
                  </a:cubicBezTo>
                  <a:lnTo>
                    <a:pt x="3291" y="6355"/>
                  </a:lnTo>
                  <a:cubicBezTo>
                    <a:pt x="3450" y="6403"/>
                    <a:pt x="3614" y="6427"/>
                    <a:pt x="3779" y="6427"/>
                  </a:cubicBezTo>
                  <a:cubicBezTo>
                    <a:pt x="3944" y="6427"/>
                    <a:pt x="4110" y="6403"/>
                    <a:pt x="4271" y="6355"/>
                  </a:cubicBezTo>
                  <a:close/>
                  <a:moveTo>
                    <a:pt x="4631" y="7225"/>
                  </a:moveTo>
                  <a:cubicBezTo>
                    <a:pt x="4679" y="7230"/>
                    <a:pt x="4723" y="7234"/>
                    <a:pt x="4771" y="7239"/>
                  </a:cubicBezTo>
                  <a:lnTo>
                    <a:pt x="4603" y="7724"/>
                  </a:lnTo>
                  <a:lnTo>
                    <a:pt x="4209" y="7311"/>
                  </a:lnTo>
                  <a:cubicBezTo>
                    <a:pt x="4305" y="7287"/>
                    <a:pt x="4401" y="7258"/>
                    <a:pt x="4492" y="7225"/>
                  </a:cubicBezTo>
                  <a:close/>
                  <a:moveTo>
                    <a:pt x="3075" y="7230"/>
                  </a:moveTo>
                  <a:cubicBezTo>
                    <a:pt x="3176" y="7273"/>
                    <a:pt x="3282" y="7306"/>
                    <a:pt x="3392" y="7330"/>
                  </a:cubicBezTo>
                  <a:lnTo>
                    <a:pt x="2984" y="7739"/>
                  </a:lnTo>
                  <a:lnTo>
                    <a:pt x="2801" y="7239"/>
                  </a:lnTo>
                  <a:cubicBezTo>
                    <a:pt x="2844" y="7234"/>
                    <a:pt x="2892" y="7230"/>
                    <a:pt x="2936" y="7230"/>
                  </a:cubicBezTo>
                  <a:close/>
                  <a:moveTo>
                    <a:pt x="2412" y="7302"/>
                  </a:moveTo>
                  <a:lnTo>
                    <a:pt x="2902" y="8642"/>
                  </a:lnTo>
                  <a:lnTo>
                    <a:pt x="2619" y="8162"/>
                  </a:lnTo>
                  <a:cubicBezTo>
                    <a:pt x="2583" y="8101"/>
                    <a:pt x="2521" y="8067"/>
                    <a:pt x="2456" y="8067"/>
                  </a:cubicBezTo>
                  <a:cubicBezTo>
                    <a:pt x="2433" y="8067"/>
                    <a:pt x="2410" y="8071"/>
                    <a:pt x="2388" y="8080"/>
                  </a:cubicBezTo>
                  <a:lnTo>
                    <a:pt x="2032" y="8210"/>
                  </a:lnTo>
                  <a:lnTo>
                    <a:pt x="2032" y="8210"/>
                  </a:lnTo>
                  <a:lnTo>
                    <a:pt x="2316" y="7326"/>
                  </a:lnTo>
                  <a:cubicBezTo>
                    <a:pt x="2345" y="7316"/>
                    <a:pt x="2378" y="7306"/>
                    <a:pt x="2412" y="7302"/>
                  </a:cubicBezTo>
                  <a:close/>
                  <a:moveTo>
                    <a:pt x="5150" y="7306"/>
                  </a:moveTo>
                  <a:cubicBezTo>
                    <a:pt x="5213" y="7321"/>
                    <a:pt x="5266" y="7335"/>
                    <a:pt x="5323" y="7359"/>
                  </a:cubicBezTo>
                  <a:lnTo>
                    <a:pt x="5592" y="8210"/>
                  </a:lnTo>
                  <a:lnTo>
                    <a:pt x="5592" y="8210"/>
                  </a:lnTo>
                  <a:lnTo>
                    <a:pt x="5242" y="8080"/>
                  </a:lnTo>
                  <a:cubicBezTo>
                    <a:pt x="5220" y="8072"/>
                    <a:pt x="5198" y="8068"/>
                    <a:pt x="5176" y="8068"/>
                  </a:cubicBezTo>
                  <a:cubicBezTo>
                    <a:pt x="5109" y="8068"/>
                    <a:pt x="5044" y="8105"/>
                    <a:pt x="5011" y="8166"/>
                  </a:cubicBezTo>
                  <a:lnTo>
                    <a:pt x="4636" y="8801"/>
                  </a:lnTo>
                  <a:lnTo>
                    <a:pt x="5150" y="7306"/>
                  </a:lnTo>
                  <a:close/>
                  <a:moveTo>
                    <a:pt x="3810" y="7455"/>
                  </a:moveTo>
                  <a:lnTo>
                    <a:pt x="4458" y="8133"/>
                  </a:lnTo>
                  <a:lnTo>
                    <a:pt x="3810" y="10006"/>
                  </a:lnTo>
                  <a:lnTo>
                    <a:pt x="3128" y="8133"/>
                  </a:lnTo>
                  <a:lnTo>
                    <a:pt x="3810" y="7455"/>
                  </a:lnTo>
                  <a:close/>
                  <a:moveTo>
                    <a:pt x="5818" y="7624"/>
                  </a:moveTo>
                  <a:lnTo>
                    <a:pt x="5818" y="7624"/>
                  </a:lnTo>
                  <a:cubicBezTo>
                    <a:pt x="6169" y="7893"/>
                    <a:pt x="6419" y="8277"/>
                    <a:pt x="6524" y="8709"/>
                  </a:cubicBezTo>
                  <a:lnTo>
                    <a:pt x="7072" y="10938"/>
                  </a:lnTo>
                  <a:cubicBezTo>
                    <a:pt x="7154" y="11270"/>
                    <a:pt x="7005" y="11611"/>
                    <a:pt x="6712" y="11779"/>
                  </a:cubicBezTo>
                  <a:cubicBezTo>
                    <a:pt x="5804" y="12303"/>
                    <a:pt x="4905" y="12576"/>
                    <a:pt x="4007" y="12615"/>
                  </a:cubicBezTo>
                  <a:lnTo>
                    <a:pt x="4007" y="10636"/>
                  </a:lnTo>
                  <a:lnTo>
                    <a:pt x="5261" y="8493"/>
                  </a:lnTo>
                  <a:lnTo>
                    <a:pt x="5832" y="8700"/>
                  </a:lnTo>
                  <a:cubicBezTo>
                    <a:pt x="5854" y="8707"/>
                    <a:pt x="5876" y="8711"/>
                    <a:pt x="5898" y="8711"/>
                  </a:cubicBezTo>
                  <a:cubicBezTo>
                    <a:pt x="6021" y="8711"/>
                    <a:pt x="6123" y="8590"/>
                    <a:pt x="6082" y="8459"/>
                  </a:cubicBezTo>
                  <a:lnTo>
                    <a:pt x="5818" y="7624"/>
                  </a:lnTo>
                  <a:close/>
                  <a:moveTo>
                    <a:pt x="3081" y="1"/>
                  </a:moveTo>
                  <a:cubicBezTo>
                    <a:pt x="1856" y="1"/>
                    <a:pt x="786" y="1018"/>
                    <a:pt x="779" y="2315"/>
                  </a:cubicBezTo>
                  <a:cubicBezTo>
                    <a:pt x="779" y="2944"/>
                    <a:pt x="822" y="3574"/>
                    <a:pt x="913" y="4193"/>
                  </a:cubicBezTo>
                  <a:cubicBezTo>
                    <a:pt x="980" y="4674"/>
                    <a:pt x="1389" y="5034"/>
                    <a:pt x="1874" y="5034"/>
                  </a:cubicBezTo>
                  <a:lnTo>
                    <a:pt x="2004" y="5034"/>
                  </a:lnTo>
                  <a:cubicBezTo>
                    <a:pt x="2157" y="5495"/>
                    <a:pt x="2479" y="5880"/>
                    <a:pt x="2902" y="6105"/>
                  </a:cubicBezTo>
                  <a:lnTo>
                    <a:pt x="2902" y="6836"/>
                  </a:lnTo>
                  <a:cubicBezTo>
                    <a:pt x="1840" y="6855"/>
                    <a:pt x="918" y="7585"/>
                    <a:pt x="663" y="8618"/>
                  </a:cubicBezTo>
                  <a:lnTo>
                    <a:pt x="582" y="8964"/>
                  </a:lnTo>
                  <a:cubicBezTo>
                    <a:pt x="545" y="9111"/>
                    <a:pt x="657" y="9201"/>
                    <a:pt x="768" y="9201"/>
                  </a:cubicBezTo>
                  <a:cubicBezTo>
                    <a:pt x="846" y="9201"/>
                    <a:pt x="923" y="9156"/>
                    <a:pt x="947" y="9055"/>
                  </a:cubicBezTo>
                  <a:lnTo>
                    <a:pt x="1033" y="8709"/>
                  </a:lnTo>
                  <a:cubicBezTo>
                    <a:pt x="1149" y="8243"/>
                    <a:pt x="1427" y="7840"/>
                    <a:pt x="1821" y="7566"/>
                  </a:cubicBezTo>
                  <a:lnTo>
                    <a:pt x="1821" y="7566"/>
                  </a:lnTo>
                  <a:lnTo>
                    <a:pt x="1542" y="8455"/>
                  </a:lnTo>
                  <a:cubicBezTo>
                    <a:pt x="1498" y="8585"/>
                    <a:pt x="1597" y="8708"/>
                    <a:pt x="1722" y="8708"/>
                  </a:cubicBezTo>
                  <a:cubicBezTo>
                    <a:pt x="1745" y="8708"/>
                    <a:pt x="1769" y="8704"/>
                    <a:pt x="1792" y="8695"/>
                  </a:cubicBezTo>
                  <a:lnTo>
                    <a:pt x="2364" y="8488"/>
                  </a:lnTo>
                  <a:lnTo>
                    <a:pt x="3613" y="10631"/>
                  </a:lnTo>
                  <a:lnTo>
                    <a:pt x="3613" y="12610"/>
                  </a:lnTo>
                  <a:cubicBezTo>
                    <a:pt x="2695" y="12581"/>
                    <a:pt x="1778" y="12312"/>
                    <a:pt x="846" y="11769"/>
                  </a:cubicBezTo>
                  <a:cubicBezTo>
                    <a:pt x="558" y="11601"/>
                    <a:pt x="409" y="11265"/>
                    <a:pt x="486" y="10938"/>
                  </a:cubicBezTo>
                  <a:lnTo>
                    <a:pt x="721" y="9968"/>
                  </a:lnTo>
                  <a:cubicBezTo>
                    <a:pt x="758" y="9821"/>
                    <a:pt x="645" y="9731"/>
                    <a:pt x="533" y="9731"/>
                  </a:cubicBezTo>
                  <a:cubicBezTo>
                    <a:pt x="455" y="9731"/>
                    <a:pt x="377" y="9775"/>
                    <a:pt x="351" y="9877"/>
                  </a:cubicBezTo>
                  <a:lnTo>
                    <a:pt x="116" y="10847"/>
                  </a:lnTo>
                  <a:cubicBezTo>
                    <a:pt x="0" y="11337"/>
                    <a:pt x="217" y="11851"/>
                    <a:pt x="658" y="12101"/>
                  </a:cubicBezTo>
                  <a:cubicBezTo>
                    <a:pt x="1691" y="12699"/>
                    <a:pt x="2734" y="12998"/>
                    <a:pt x="3777" y="12998"/>
                  </a:cubicBezTo>
                  <a:cubicBezTo>
                    <a:pt x="4820" y="12998"/>
                    <a:pt x="5864" y="12699"/>
                    <a:pt x="6899" y="12101"/>
                  </a:cubicBezTo>
                  <a:cubicBezTo>
                    <a:pt x="7341" y="11861"/>
                    <a:pt x="7562" y="11347"/>
                    <a:pt x="7442" y="10861"/>
                  </a:cubicBezTo>
                  <a:lnTo>
                    <a:pt x="6894" y="8628"/>
                  </a:lnTo>
                  <a:cubicBezTo>
                    <a:pt x="6635" y="7595"/>
                    <a:pt x="5717" y="6864"/>
                    <a:pt x="4655" y="6845"/>
                  </a:cubicBezTo>
                  <a:lnTo>
                    <a:pt x="4655" y="6115"/>
                  </a:lnTo>
                  <a:cubicBezTo>
                    <a:pt x="5083" y="5889"/>
                    <a:pt x="5405" y="5505"/>
                    <a:pt x="5554" y="5044"/>
                  </a:cubicBezTo>
                  <a:lnTo>
                    <a:pt x="5583" y="5044"/>
                  </a:lnTo>
                  <a:cubicBezTo>
                    <a:pt x="6073" y="5044"/>
                    <a:pt x="6486" y="4679"/>
                    <a:pt x="6548" y="4189"/>
                  </a:cubicBezTo>
                  <a:cubicBezTo>
                    <a:pt x="6611" y="3723"/>
                    <a:pt x="6644" y="3295"/>
                    <a:pt x="6664" y="2892"/>
                  </a:cubicBezTo>
                  <a:cubicBezTo>
                    <a:pt x="6661" y="2768"/>
                    <a:pt x="6567" y="2704"/>
                    <a:pt x="6472" y="2704"/>
                  </a:cubicBezTo>
                  <a:cubicBezTo>
                    <a:pt x="6383" y="2704"/>
                    <a:pt x="6293" y="2761"/>
                    <a:pt x="6279" y="2877"/>
                  </a:cubicBezTo>
                  <a:cubicBezTo>
                    <a:pt x="6260" y="3271"/>
                    <a:pt x="6226" y="3684"/>
                    <a:pt x="6169" y="4145"/>
                  </a:cubicBezTo>
                  <a:cubicBezTo>
                    <a:pt x="6135" y="4414"/>
                    <a:pt x="5914" y="4626"/>
                    <a:pt x="5645" y="4650"/>
                  </a:cubicBezTo>
                  <a:cubicBezTo>
                    <a:pt x="5684" y="4256"/>
                    <a:pt x="5645" y="4890"/>
                    <a:pt x="5664" y="3002"/>
                  </a:cubicBezTo>
                  <a:cubicBezTo>
                    <a:pt x="5664" y="2978"/>
                    <a:pt x="5645" y="2959"/>
                    <a:pt x="5635" y="2935"/>
                  </a:cubicBezTo>
                  <a:cubicBezTo>
                    <a:pt x="5631" y="2911"/>
                    <a:pt x="5621" y="2887"/>
                    <a:pt x="5607" y="2868"/>
                  </a:cubicBezTo>
                  <a:cubicBezTo>
                    <a:pt x="5592" y="2848"/>
                    <a:pt x="5559" y="2848"/>
                    <a:pt x="5539" y="2839"/>
                  </a:cubicBezTo>
                  <a:cubicBezTo>
                    <a:pt x="5520" y="2824"/>
                    <a:pt x="5501" y="2810"/>
                    <a:pt x="5472" y="2810"/>
                  </a:cubicBezTo>
                  <a:cubicBezTo>
                    <a:pt x="4689" y="2800"/>
                    <a:pt x="3920" y="2565"/>
                    <a:pt x="3272" y="2123"/>
                  </a:cubicBezTo>
                  <a:cubicBezTo>
                    <a:pt x="3238" y="2097"/>
                    <a:pt x="3197" y="2085"/>
                    <a:pt x="3157" y="2085"/>
                  </a:cubicBezTo>
                  <a:cubicBezTo>
                    <a:pt x="3106" y="2085"/>
                    <a:pt x="3055" y="2105"/>
                    <a:pt x="3017" y="2142"/>
                  </a:cubicBezTo>
                  <a:cubicBezTo>
                    <a:pt x="3017" y="2142"/>
                    <a:pt x="2571" y="2594"/>
                    <a:pt x="2018" y="2820"/>
                  </a:cubicBezTo>
                  <a:cubicBezTo>
                    <a:pt x="2008" y="2824"/>
                    <a:pt x="1999" y="2839"/>
                    <a:pt x="1994" y="2848"/>
                  </a:cubicBezTo>
                  <a:cubicBezTo>
                    <a:pt x="1951" y="2872"/>
                    <a:pt x="1922" y="2916"/>
                    <a:pt x="1912" y="2964"/>
                  </a:cubicBezTo>
                  <a:cubicBezTo>
                    <a:pt x="1912" y="2973"/>
                    <a:pt x="1898" y="2983"/>
                    <a:pt x="1898" y="2997"/>
                  </a:cubicBezTo>
                  <a:lnTo>
                    <a:pt x="1898" y="4453"/>
                  </a:lnTo>
                  <a:cubicBezTo>
                    <a:pt x="1903" y="4520"/>
                    <a:pt x="1908" y="4587"/>
                    <a:pt x="1922" y="4655"/>
                  </a:cubicBezTo>
                  <a:lnTo>
                    <a:pt x="1874" y="4655"/>
                  </a:lnTo>
                  <a:cubicBezTo>
                    <a:pt x="1581" y="4650"/>
                    <a:pt x="1331" y="4434"/>
                    <a:pt x="1293" y="4145"/>
                  </a:cubicBezTo>
                  <a:cubicBezTo>
                    <a:pt x="1201" y="3540"/>
                    <a:pt x="1158" y="2930"/>
                    <a:pt x="1158" y="2320"/>
                  </a:cubicBezTo>
                  <a:cubicBezTo>
                    <a:pt x="1166" y="1235"/>
                    <a:pt x="2062" y="388"/>
                    <a:pt x="3085" y="388"/>
                  </a:cubicBezTo>
                  <a:cubicBezTo>
                    <a:pt x="3302" y="388"/>
                    <a:pt x="3526" y="426"/>
                    <a:pt x="3747" y="509"/>
                  </a:cubicBezTo>
                  <a:cubicBezTo>
                    <a:pt x="3964" y="586"/>
                    <a:pt x="4161" y="711"/>
                    <a:pt x="4324" y="874"/>
                  </a:cubicBezTo>
                  <a:cubicBezTo>
                    <a:pt x="4362" y="912"/>
                    <a:pt x="4414" y="932"/>
                    <a:pt x="4466" y="932"/>
                  </a:cubicBezTo>
                  <a:cubicBezTo>
                    <a:pt x="4517" y="932"/>
                    <a:pt x="4569" y="912"/>
                    <a:pt x="4607" y="874"/>
                  </a:cubicBezTo>
                  <a:lnTo>
                    <a:pt x="4622" y="855"/>
                  </a:lnTo>
                  <a:cubicBezTo>
                    <a:pt x="4816" y="651"/>
                    <a:pt x="5062" y="558"/>
                    <a:pt x="5304" y="558"/>
                  </a:cubicBezTo>
                  <a:cubicBezTo>
                    <a:pt x="5764" y="558"/>
                    <a:pt x="6211" y="891"/>
                    <a:pt x="6265" y="1426"/>
                  </a:cubicBezTo>
                  <a:cubicBezTo>
                    <a:pt x="6270" y="1479"/>
                    <a:pt x="6274" y="1527"/>
                    <a:pt x="6279" y="1570"/>
                  </a:cubicBezTo>
                  <a:cubicBezTo>
                    <a:pt x="6294" y="1719"/>
                    <a:pt x="6303" y="1873"/>
                    <a:pt x="6298" y="2022"/>
                  </a:cubicBezTo>
                  <a:cubicBezTo>
                    <a:pt x="6298" y="2128"/>
                    <a:pt x="6385" y="2214"/>
                    <a:pt x="6491" y="2214"/>
                  </a:cubicBezTo>
                  <a:cubicBezTo>
                    <a:pt x="6601" y="2214"/>
                    <a:pt x="6683" y="2128"/>
                    <a:pt x="6683" y="2022"/>
                  </a:cubicBezTo>
                  <a:cubicBezTo>
                    <a:pt x="6688" y="1859"/>
                    <a:pt x="6678" y="1695"/>
                    <a:pt x="6659" y="1527"/>
                  </a:cubicBezTo>
                  <a:cubicBezTo>
                    <a:pt x="6659" y="1489"/>
                    <a:pt x="6649" y="1441"/>
                    <a:pt x="6644" y="1388"/>
                  </a:cubicBezTo>
                  <a:cubicBezTo>
                    <a:pt x="6575" y="650"/>
                    <a:pt x="5953" y="172"/>
                    <a:pt x="5302" y="172"/>
                  </a:cubicBezTo>
                  <a:cubicBezTo>
                    <a:pt x="5013" y="172"/>
                    <a:pt x="4718" y="267"/>
                    <a:pt x="4463" y="475"/>
                  </a:cubicBezTo>
                  <a:cubicBezTo>
                    <a:pt x="4290" y="336"/>
                    <a:pt x="4093" y="225"/>
                    <a:pt x="3882" y="148"/>
                  </a:cubicBezTo>
                  <a:cubicBezTo>
                    <a:pt x="3614" y="47"/>
                    <a:pt x="3344" y="1"/>
                    <a:pt x="30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4" name="Google Shape;9124;p80"/>
          <p:cNvGrpSpPr/>
          <p:nvPr/>
        </p:nvGrpSpPr>
        <p:grpSpPr>
          <a:xfrm>
            <a:off x="7517833" y="2465815"/>
            <a:ext cx="370656" cy="345157"/>
            <a:chOff x="7517833" y="2465815"/>
            <a:chExt cx="370656" cy="345157"/>
          </a:xfrm>
        </p:grpSpPr>
        <p:sp>
          <p:nvSpPr>
            <p:cNvPr id="9125" name="Google Shape;9125;p80"/>
            <p:cNvSpPr/>
            <p:nvPr/>
          </p:nvSpPr>
          <p:spPr>
            <a:xfrm>
              <a:off x="7674416" y="2471182"/>
              <a:ext cx="208157" cy="204466"/>
            </a:xfrm>
            <a:custGeom>
              <a:rect b="b" l="l" r="r" t="t"/>
              <a:pathLst>
                <a:path extrusionOk="0" h="7810" w="7951">
                  <a:moveTo>
                    <a:pt x="5611" y="0"/>
                  </a:moveTo>
                  <a:cubicBezTo>
                    <a:pt x="5425" y="0"/>
                    <a:pt x="5239" y="71"/>
                    <a:pt x="5097" y="213"/>
                  </a:cubicBezTo>
                  <a:lnTo>
                    <a:pt x="284" y="5027"/>
                  </a:lnTo>
                  <a:cubicBezTo>
                    <a:pt x="0" y="5315"/>
                    <a:pt x="0" y="5771"/>
                    <a:pt x="284" y="6060"/>
                  </a:cubicBezTo>
                  <a:lnTo>
                    <a:pt x="1821" y="7597"/>
                  </a:lnTo>
                  <a:cubicBezTo>
                    <a:pt x="1963" y="7739"/>
                    <a:pt x="2149" y="7809"/>
                    <a:pt x="2336" y="7809"/>
                  </a:cubicBezTo>
                  <a:cubicBezTo>
                    <a:pt x="2522" y="7809"/>
                    <a:pt x="2710" y="7739"/>
                    <a:pt x="2854" y="7597"/>
                  </a:cubicBezTo>
                  <a:lnTo>
                    <a:pt x="7668" y="2783"/>
                  </a:lnTo>
                  <a:cubicBezTo>
                    <a:pt x="7951" y="2500"/>
                    <a:pt x="7951" y="2039"/>
                    <a:pt x="7668" y="1755"/>
                  </a:cubicBezTo>
                  <a:lnTo>
                    <a:pt x="6125" y="213"/>
                  </a:lnTo>
                  <a:cubicBezTo>
                    <a:pt x="5984" y="71"/>
                    <a:pt x="5798" y="0"/>
                    <a:pt x="56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0"/>
            <p:cNvSpPr/>
            <p:nvPr/>
          </p:nvSpPr>
          <p:spPr>
            <a:xfrm>
              <a:off x="7699313" y="2494220"/>
              <a:ext cx="183260" cy="181427"/>
            </a:xfrm>
            <a:custGeom>
              <a:rect b="b" l="l" r="r" t="t"/>
              <a:pathLst>
                <a:path extrusionOk="0" h="6930" w="7000">
                  <a:moveTo>
                    <a:pt x="5842" y="1"/>
                  </a:moveTo>
                  <a:cubicBezTo>
                    <a:pt x="6126" y="284"/>
                    <a:pt x="6126" y="745"/>
                    <a:pt x="5842" y="1029"/>
                  </a:cubicBezTo>
                  <a:lnTo>
                    <a:pt x="1029" y="5843"/>
                  </a:lnTo>
                  <a:cubicBezTo>
                    <a:pt x="887" y="5984"/>
                    <a:pt x="701" y="6055"/>
                    <a:pt x="514" y="6055"/>
                  </a:cubicBezTo>
                  <a:cubicBezTo>
                    <a:pt x="328" y="6055"/>
                    <a:pt x="142" y="5984"/>
                    <a:pt x="0" y="5843"/>
                  </a:cubicBezTo>
                  <a:lnTo>
                    <a:pt x="0" y="5843"/>
                  </a:lnTo>
                  <a:lnTo>
                    <a:pt x="870" y="6717"/>
                  </a:lnTo>
                  <a:cubicBezTo>
                    <a:pt x="1012" y="6859"/>
                    <a:pt x="1198" y="6929"/>
                    <a:pt x="1385" y="6929"/>
                  </a:cubicBezTo>
                  <a:cubicBezTo>
                    <a:pt x="1571" y="6929"/>
                    <a:pt x="1759" y="6859"/>
                    <a:pt x="1903" y="6717"/>
                  </a:cubicBezTo>
                  <a:lnTo>
                    <a:pt x="6717" y="1903"/>
                  </a:lnTo>
                  <a:cubicBezTo>
                    <a:pt x="7000" y="1615"/>
                    <a:pt x="7000" y="1154"/>
                    <a:pt x="6717" y="870"/>
                  </a:cubicBezTo>
                  <a:lnTo>
                    <a:pt x="584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0"/>
            <p:cNvSpPr/>
            <p:nvPr/>
          </p:nvSpPr>
          <p:spPr>
            <a:xfrm>
              <a:off x="7762956" y="2505661"/>
              <a:ext cx="83148" cy="83305"/>
            </a:xfrm>
            <a:custGeom>
              <a:rect b="b" l="l" r="r" t="t"/>
              <a:pathLst>
                <a:path extrusionOk="0" h="3182" w="3176">
                  <a:moveTo>
                    <a:pt x="610" y="1"/>
                  </a:moveTo>
                  <a:lnTo>
                    <a:pt x="0" y="611"/>
                  </a:lnTo>
                  <a:lnTo>
                    <a:pt x="2561" y="3181"/>
                  </a:lnTo>
                  <a:lnTo>
                    <a:pt x="3176" y="2566"/>
                  </a:lnTo>
                  <a:lnTo>
                    <a:pt x="61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0"/>
            <p:cNvSpPr/>
            <p:nvPr/>
          </p:nvSpPr>
          <p:spPr>
            <a:xfrm>
              <a:off x="7807227" y="2549931"/>
              <a:ext cx="39008" cy="39034"/>
            </a:xfrm>
            <a:custGeom>
              <a:rect b="b" l="l" r="r" t="t"/>
              <a:pathLst>
                <a:path extrusionOk="0" h="1491" w="1490">
                  <a:moveTo>
                    <a:pt x="615" y="1"/>
                  </a:moveTo>
                  <a:lnTo>
                    <a:pt x="0" y="616"/>
                  </a:lnTo>
                  <a:lnTo>
                    <a:pt x="875" y="1490"/>
                  </a:lnTo>
                  <a:lnTo>
                    <a:pt x="1490" y="875"/>
                  </a:lnTo>
                  <a:lnTo>
                    <a:pt x="6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0"/>
            <p:cNvSpPr/>
            <p:nvPr/>
          </p:nvSpPr>
          <p:spPr>
            <a:xfrm>
              <a:off x="7523619" y="2632817"/>
              <a:ext cx="193444" cy="172971"/>
            </a:xfrm>
            <a:custGeom>
              <a:rect b="b" l="l" r="r" t="t"/>
              <a:pathLst>
                <a:path extrusionOk="0" h="6607" w="7389">
                  <a:moveTo>
                    <a:pt x="6164" y="1"/>
                  </a:moveTo>
                  <a:lnTo>
                    <a:pt x="0" y="6164"/>
                  </a:lnTo>
                  <a:cubicBezTo>
                    <a:pt x="81" y="6466"/>
                    <a:pt x="463" y="6607"/>
                    <a:pt x="995" y="6607"/>
                  </a:cubicBezTo>
                  <a:cubicBezTo>
                    <a:pt x="2608" y="6607"/>
                    <a:pt x="5594" y="5306"/>
                    <a:pt x="5703" y="3224"/>
                  </a:cubicBezTo>
                  <a:cubicBezTo>
                    <a:pt x="5717" y="2979"/>
                    <a:pt x="5856" y="2763"/>
                    <a:pt x="6029" y="2590"/>
                  </a:cubicBezTo>
                  <a:lnTo>
                    <a:pt x="7389" y="1226"/>
                  </a:lnTo>
                  <a:lnTo>
                    <a:pt x="6164"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0"/>
            <p:cNvSpPr/>
            <p:nvPr/>
          </p:nvSpPr>
          <p:spPr>
            <a:xfrm>
              <a:off x="7523619" y="2647295"/>
              <a:ext cx="193444" cy="158494"/>
            </a:xfrm>
            <a:custGeom>
              <a:rect b="b" l="l" r="r" t="t"/>
              <a:pathLst>
                <a:path extrusionOk="0" h="6054" w="7389">
                  <a:moveTo>
                    <a:pt x="6711" y="0"/>
                  </a:moveTo>
                  <a:lnTo>
                    <a:pt x="5352" y="1360"/>
                  </a:lnTo>
                  <a:cubicBezTo>
                    <a:pt x="5179" y="1533"/>
                    <a:pt x="5040" y="1754"/>
                    <a:pt x="5025" y="1994"/>
                  </a:cubicBezTo>
                  <a:cubicBezTo>
                    <a:pt x="4917" y="4071"/>
                    <a:pt x="1940" y="5378"/>
                    <a:pt x="329" y="5378"/>
                  </a:cubicBezTo>
                  <a:cubicBezTo>
                    <a:pt x="298" y="5378"/>
                    <a:pt x="266" y="5377"/>
                    <a:pt x="236" y="5376"/>
                  </a:cubicBezTo>
                  <a:lnTo>
                    <a:pt x="0" y="5611"/>
                  </a:lnTo>
                  <a:cubicBezTo>
                    <a:pt x="81" y="5913"/>
                    <a:pt x="463" y="6054"/>
                    <a:pt x="995" y="6054"/>
                  </a:cubicBezTo>
                  <a:cubicBezTo>
                    <a:pt x="2608" y="6054"/>
                    <a:pt x="5595" y="4753"/>
                    <a:pt x="5707" y="2671"/>
                  </a:cubicBezTo>
                  <a:cubicBezTo>
                    <a:pt x="5717" y="2426"/>
                    <a:pt x="5856" y="2210"/>
                    <a:pt x="6029" y="2037"/>
                  </a:cubicBezTo>
                  <a:lnTo>
                    <a:pt x="7389" y="673"/>
                  </a:lnTo>
                  <a:lnTo>
                    <a:pt x="67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0"/>
            <p:cNvSpPr/>
            <p:nvPr/>
          </p:nvSpPr>
          <p:spPr>
            <a:xfrm>
              <a:off x="7517833" y="2465815"/>
              <a:ext cx="370656" cy="345157"/>
            </a:xfrm>
            <a:custGeom>
              <a:rect b="b" l="l" r="r" t="t"/>
              <a:pathLst>
                <a:path extrusionOk="0" h="13184" w="14158">
                  <a:moveTo>
                    <a:pt x="11592" y="411"/>
                  </a:moveTo>
                  <a:cubicBezTo>
                    <a:pt x="11727" y="411"/>
                    <a:pt x="11861" y="461"/>
                    <a:pt x="11962" y="562"/>
                  </a:cubicBezTo>
                  <a:lnTo>
                    <a:pt x="13504" y="2104"/>
                  </a:lnTo>
                  <a:cubicBezTo>
                    <a:pt x="13706" y="2306"/>
                    <a:pt x="13706" y="2638"/>
                    <a:pt x="13504" y="2839"/>
                  </a:cubicBezTo>
                  <a:lnTo>
                    <a:pt x="12544" y="3800"/>
                  </a:lnTo>
                  <a:lnTo>
                    <a:pt x="10266" y="1523"/>
                  </a:lnTo>
                  <a:lnTo>
                    <a:pt x="11222" y="562"/>
                  </a:lnTo>
                  <a:cubicBezTo>
                    <a:pt x="11323" y="461"/>
                    <a:pt x="11458" y="411"/>
                    <a:pt x="11592" y="411"/>
                  </a:cubicBezTo>
                  <a:close/>
                  <a:moveTo>
                    <a:pt x="9973" y="1816"/>
                  </a:moveTo>
                  <a:lnTo>
                    <a:pt x="12251" y="4088"/>
                  </a:lnTo>
                  <a:lnTo>
                    <a:pt x="11929" y="4410"/>
                  </a:lnTo>
                  <a:lnTo>
                    <a:pt x="9656" y="2133"/>
                  </a:lnTo>
                  <a:lnTo>
                    <a:pt x="9973" y="1816"/>
                  </a:lnTo>
                  <a:close/>
                  <a:moveTo>
                    <a:pt x="11590" y="0"/>
                  </a:moveTo>
                  <a:cubicBezTo>
                    <a:pt x="11351" y="0"/>
                    <a:pt x="11112" y="91"/>
                    <a:pt x="10929" y="274"/>
                  </a:cubicBezTo>
                  <a:lnTo>
                    <a:pt x="8503" y="2700"/>
                  </a:lnTo>
                  <a:cubicBezTo>
                    <a:pt x="8352" y="2851"/>
                    <a:pt x="8489" y="3058"/>
                    <a:pt x="8650" y="3058"/>
                  </a:cubicBezTo>
                  <a:cubicBezTo>
                    <a:pt x="8699" y="3058"/>
                    <a:pt x="8750" y="3039"/>
                    <a:pt x="8796" y="2993"/>
                  </a:cubicBezTo>
                  <a:lnTo>
                    <a:pt x="9358" y="2426"/>
                  </a:lnTo>
                  <a:lnTo>
                    <a:pt x="11636" y="4703"/>
                  </a:lnTo>
                  <a:lnTo>
                    <a:pt x="8681" y="7658"/>
                  </a:lnTo>
                  <a:cubicBezTo>
                    <a:pt x="8580" y="7761"/>
                    <a:pt x="8447" y="7813"/>
                    <a:pt x="8313" y="7813"/>
                  </a:cubicBezTo>
                  <a:cubicBezTo>
                    <a:pt x="8179" y="7813"/>
                    <a:pt x="8045" y="7761"/>
                    <a:pt x="7941" y="7658"/>
                  </a:cubicBezTo>
                  <a:lnTo>
                    <a:pt x="6404" y="6120"/>
                  </a:lnTo>
                  <a:cubicBezTo>
                    <a:pt x="6197" y="5914"/>
                    <a:pt x="6197" y="5582"/>
                    <a:pt x="6404" y="5381"/>
                  </a:cubicBezTo>
                  <a:lnTo>
                    <a:pt x="8124" y="3661"/>
                  </a:lnTo>
                  <a:cubicBezTo>
                    <a:pt x="8271" y="3510"/>
                    <a:pt x="8133" y="3302"/>
                    <a:pt x="7975" y="3302"/>
                  </a:cubicBezTo>
                  <a:cubicBezTo>
                    <a:pt x="7926" y="3302"/>
                    <a:pt x="7876" y="3322"/>
                    <a:pt x="7831" y="3368"/>
                  </a:cubicBezTo>
                  <a:lnTo>
                    <a:pt x="6111" y="5083"/>
                  </a:lnTo>
                  <a:cubicBezTo>
                    <a:pt x="5760" y="5438"/>
                    <a:pt x="5751" y="6005"/>
                    <a:pt x="6092" y="6370"/>
                  </a:cubicBezTo>
                  <a:lnTo>
                    <a:pt x="2042" y="10415"/>
                  </a:lnTo>
                  <a:cubicBezTo>
                    <a:pt x="1895" y="10566"/>
                    <a:pt x="2032" y="10774"/>
                    <a:pt x="2191" y="10774"/>
                  </a:cubicBezTo>
                  <a:cubicBezTo>
                    <a:pt x="2240" y="10774"/>
                    <a:pt x="2290" y="10754"/>
                    <a:pt x="2335" y="10708"/>
                  </a:cubicBezTo>
                  <a:lnTo>
                    <a:pt x="6375" y="6673"/>
                  </a:lnTo>
                  <a:lnTo>
                    <a:pt x="7312" y="7605"/>
                  </a:lnTo>
                  <a:lnTo>
                    <a:pt x="6101" y="8815"/>
                  </a:lnTo>
                  <a:cubicBezTo>
                    <a:pt x="5861" y="9056"/>
                    <a:pt x="5727" y="9320"/>
                    <a:pt x="5717" y="9589"/>
                  </a:cubicBezTo>
                  <a:cubicBezTo>
                    <a:pt x="5612" y="11583"/>
                    <a:pt x="2659" y="12782"/>
                    <a:pt x="1198" y="12782"/>
                  </a:cubicBezTo>
                  <a:cubicBezTo>
                    <a:pt x="854" y="12782"/>
                    <a:pt x="593" y="12715"/>
                    <a:pt x="471" y="12577"/>
                  </a:cubicBezTo>
                  <a:lnTo>
                    <a:pt x="1643" y="11405"/>
                  </a:lnTo>
                  <a:cubicBezTo>
                    <a:pt x="1794" y="11254"/>
                    <a:pt x="1657" y="11047"/>
                    <a:pt x="1496" y="11047"/>
                  </a:cubicBezTo>
                  <a:cubicBezTo>
                    <a:pt x="1447" y="11047"/>
                    <a:pt x="1396" y="11066"/>
                    <a:pt x="1350" y="11112"/>
                  </a:cubicBezTo>
                  <a:lnTo>
                    <a:pt x="72" y="12390"/>
                  </a:lnTo>
                  <a:cubicBezTo>
                    <a:pt x="19" y="12438"/>
                    <a:pt x="0" y="12515"/>
                    <a:pt x="19" y="12587"/>
                  </a:cubicBezTo>
                  <a:cubicBezTo>
                    <a:pt x="146" y="13056"/>
                    <a:pt x="705" y="13183"/>
                    <a:pt x="1233" y="13183"/>
                  </a:cubicBezTo>
                  <a:cubicBezTo>
                    <a:pt x="1364" y="13183"/>
                    <a:pt x="1494" y="13176"/>
                    <a:pt x="1614" y="13163"/>
                  </a:cubicBezTo>
                  <a:cubicBezTo>
                    <a:pt x="3478" y="12966"/>
                    <a:pt x="6024" y="11587"/>
                    <a:pt x="6125" y="9608"/>
                  </a:cubicBezTo>
                  <a:cubicBezTo>
                    <a:pt x="6145" y="9233"/>
                    <a:pt x="6466" y="9060"/>
                    <a:pt x="7600" y="7893"/>
                  </a:cubicBezTo>
                  <a:cubicBezTo>
                    <a:pt x="7778" y="8095"/>
                    <a:pt x="8037" y="8210"/>
                    <a:pt x="8311" y="8215"/>
                  </a:cubicBezTo>
                  <a:cubicBezTo>
                    <a:pt x="8556" y="8215"/>
                    <a:pt x="8796" y="8114"/>
                    <a:pt x="8969" y="7941"/>
                  </a:cubicBezTo>
                  <a:lnTo>
                    <a:pt x="13783" y="3123"/>
                  </a:lnTo>
                  <a:cubicBezTo>
                    <a:pt x="14153" y="2767"/>
                    <a:pt x="14158" y="2176"/>
                    <a:pt x="13793" y="1811"/>
                  </a:cubicBezTo>
                  <a:lnTo>
                    <a:pt x="12251" y="274"/>
                  </a:lnTo>
                  <a:cubicBezTo>
                    <a:pt x="12068" y="91"/>
                    <a:pt x="11829" y="0"/>
                    <a:pt x="115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80"/>
          <p:cNvGrpSpPr/>
          <p:nvPr/>
        </p:nvGrpSpPr>
        <p:grpSpPr>
          <a:xfrm>
            <a:off x="5804954" y="3825709"/>
            <a:ext cx="251197" cy="340392"/>
            <a:chOff x="5804954" y="3825709"/>
            <a:chExt cx="251197" cy="340392"/>
          </a:xfrm>
        </p:grpSpPr>
        <p:sp>
          <p:nvSpPr>
            <p:cNvPr id="9133" name="Google Shape;9133;p80"/>
            <p:cNvSpPr/>
            <p:nvPr/>
          </p:nvSpPr>
          <p:spPr>
            <a:xfrm>
              <a:off x="5804954" y="3830709"/>
              <a:ext cx="236091" cy="330365"/>
            </a:xfrm>
            <a:custGeom>
              <a:rect b="b" l="l" r="r" t="t"/>
              <a:pathLst>
                <a:path extrusionOk="0" h="12619" w="9018">
                  <a:moveTo>
                    <a:pt x="5367" y="1"/>
                  </a:moveTo>
                  <a:cubicBezTo>
                    <a:pt x="5135" y="1"/>
                    <a:pt x="4900" y="28"/>
                    <a:pt x="4665" y="85"/>
                  </a:cubicBezTo>
                  <a:cubicBezTo>
                    <a:pt x="4377" y="157"/>
                    <a:pt x="4099" y="258"/>
                    <a:pt x="3830" y="392"/>
                  </a:cubicBezTo>
                  <a:cubicBezTo>
                    <a:pt x="3412" y="608"/>
                    <a:pt x="3037" y="901"/>
                    <a:pt x="2729" y="1257"/>
                  </a:cubicBezTo>
                  <a:cubicBezTo>
                    <a:pt x="2350" y="1694"/>
                    <a:pt x="1807" y="1958"/>
                    <a:pt x="1231" y="1987"/>
                  </a:cubicBezTo>
                  <a:cubicBezTo>
                    <a:pt x="1231" y="1987"/>
                    <a:pt x="452" y="3231"/>
                    <a:pt x="1154" y="4043"/>
                  </a:cubicBezTo>
                  <a:cubicBezTo>
                    <a:pt x="1855" y="4860"/>
                    <a:pt x="1" y="6244"/>
                    <a:pt x="1159" y="8304"/>
                  </a:cubicBezTo>
                  <a:cubicBezTo>
                    <a:pt x="1519" y="8953"/>
                    <a:pt x="1293" y="9750"/>
                    <a:pt x="1207" y="10442"/>
                  </a:cubicBezTo>
                  <a:cubicBezTo>
                    <a:pt x="1115" y="11105"/>
                    <a:pt x="1370" y="11768"/>
                    <a:pt x="1884" y="12201"/>
                  </a:cubicBezTo>
                  <a:cubicBezTo>
                    <a:pt x="2206" y="12470"/>
                    <a:pt x="2616" y="12619"/>
                    <a:pt x="3036" y="12619"/>
                  </a:cubicBezTo>
                  <a:cubicBezTo>
                    <a:pt x="3043" y="12619"/>
                    <a:pt x="3049" y="12619"/>
                    <a:pt x="3056" y="12618"/>
                  </a:cubicBezTo>
                  <a:cubicBezTo>
                    <a:pt x="3729" y="12614"/>
                    <a:pt x="4363" y="12282"/>
                    <a:pt x="4752" y="11725"/>
                  </a:cubicBezTo>
                  <a:lnTo>
                    <a:pt x="5449" y="10750"/>
                  </a:lnTo>
                  <a:lnTo>
                    <a:pt x="5429" y="10750"/>
                  </a:lnTo>
                  <a:lnTo>
                    <a:pt x="5943" y="10058"/>
                  </a:lnTo>
                  <a:lnTo>
                    <a:pt x="6847" y="8790"/>
                  </a:lnTo>
                  <a:cubicBezTo>
                    <a:pt x="8638" y="6023"/>
                    <a:pt x="9018" y="3721"/>
                    <a:pt x="8158" y="1829"/>
                  </a:cubicBezTo>
                  <a:cubicBezTo>
                    <a:pt x="7652" y="708"/>
                    <a:pt x="6549" y="1"/>
                    <a:pt x="5367"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0"/>
            <p:cNvSpPr/>
            <p:nvPr/>
          </p:nvSpPr>
          <p:spPr>
            <a:xfrm>
              <a:off x="5843831" y="3847124"/>
              <a:ext cx="197214" cy="313951"/>
            </a:xfrm>
            <a:custGeom>
              <a:rect b="b" l="l" r="r" t="t"/>
              <a:pathLst>
                <a:path extrusionOk="0" h="11992" w="7533">
                  <a:moveTo>
                    <a:pt x="5727" y="1"/>
                  </a:moveTo>
                  <a:lnTo>
                    <a:pt x="5727" y="1"/>
                  </a:lnTo>
                  <a:cubicBezTo>
                    <a:pt x="5871" y="193"/>
                    <a:pt x="5996" y="399"/>
                    <a:pt x="6097" y="620"/>
                  </a:cubicBezTo>
                  <a:cubicBezTo>
                    <a:pt x="6952" y="2508"/>
                    <a:pt x="6577" y="4809"/>
                    <a:pt x="4780" y="7581"/>
                  </a:cubicBezTo>
                  <a:lnTo>
                    <a:pt x="3877" y="8850"/>
                  </a:lnTo>
                  <a:lnTo>
                    <a:pt x="3363" y="9541"/>
                  </a:lnTo>
                  <a:lnTo>
                    <a:pt x="3382" y="9541"/>
                  </a:lnTo>
                  <a:lnTo>
                    <a:pt x="2686" y="10521"/>
                  </a:lnTo>
                  <a:cubicBezTo>
                    <a:pt x="2292" y="11074"/>
                    <a:pt x="1662" y="11405"/>
                    <a:pt x="985" y="11410"/>
                  </a:cubicBezTo>
                  <a:cubicBezTo>
                    <a:pt x="977" y="11410"/>
                    <a:pt x="969" y="11410"/>
                    <a:pt x="961" y="11410"/>
                  </a:cubicBezTo>
                  <a:cubicBezTo>
                    <a:pt x="619" y="11410"/>
                    <a:pt x="287" y="11310"/>
                    <a:pt x="0" y="11127"/>
                  </a:cubicBezTo>
                  <a:lnTo>
                    <a:pt x="0" y="11127"/>
                  </a:lnTo>
                  <a:cubicBezTo>
                    <a:pt x="341" y="11665"/>
                    <a:pt x="932" y="11991"/>
                    <a:pt x="1571" y="11991"/>
                  </a:cubicBezTo>
                  <a:cubicBezTo>
                    <a:pt x="2244" y="11987"/>
                    <a:pt x="2878" y="11655"/>
                    <a:pt x="3267" y="11103"/>
                  </a:cubicBezTo>
                  <a:lnTo>
                    <a:pt x="3964" y="10128"/>
                  </a:lnTo>
                  <a:lnTo>
                    <a:pt x="3944" y="10128"/>
                  </a:lnTo>
                  <a:lnTo>
                    <a:pt x="4458" y="9431"/>
                  </a:lnTo>
                  <a:lnTo>
                    <a:pt x="5362" y="8167"/>
                  </a:lnTo>
                  <a:cubicBezTo>
                    <a:pt x="7153" y="5396"/>
                    <a:pt x="7533" y="3094"/>
                    <a:pt x="6678" y="1202"/>
                  </a:cubicBezTo>
                  <a:cubicBezTo>
                    <a:pt x="6462" y="731"/>
                    <a:pt x="6135" y="318"/>
                    <a:pt x="5727"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0"/>
            <p:cNvSpPr/>
            <p:nvPr/>
          </p:nvSpPr>
          <p:spPr>
            <a:xfrm>
              <a:off x="5863021" y="3875058"/>
              <a:ext cx="145954" cy="189936"/>
            </a:xfrm>
            <a:custGeom>
              <a:rect b="b" l="l" r="r" t="t"/>
              <a:pathLst>
                <a:path extrusionOk="0" h="7255" w="5575">
                  <a:moveTo>
                    <a:pt x="2710" y="0"/>
                  </a:moveTo>
                  <a:cubicBezTo>
                    <a:pt x="2600" y="0"/>
                    <a:pt x="2490" y="7"/>
                    <a:pt x="2380" y="19"/>
                  </a:cubicBezTo>
                  <a:cubicBezTo>
                    <a:pt x="2380" y="19"/>
                    <a:pt x="2010" y="48"/>
                    <a:pt x="1770" y="207"/>
                  </a:cubicBezTo>
                  <a:cubicBezTo>
                    <a:pt x="1395" y="461"/>
                    <a:pt x="1078" y="807"/>
                    <a:pt x="992" y="1268"/>
                  </a:cubicBezTo>
                  <a:cubicBezTo>
                    <a:pt x="953" y="1446"/>
                    <a:pt x="934" y="1629"/>
                    <a:pt x="929" y="1811"/>
                  </a:cubicBezTo>
                  <a:cubicBezTo>
                    <a:pt x="915" y="2585"/>
                    <a:pt x="1285" y="3315"/>
                    <a:pt x="1914" y="3762"/>
                  </a:cubicBezTo>
                  <a:lnTo>
                    <a:pt x="2318" y="4045"/>
                  </a:lnTo>
                  <a:cubicBezTo>
                    <a:pt x="2399" y="4103"/>
                    <a:pt x="2457" y="4189"/>
                    <a:pt x="2476" y="4285"/>
                  </a:cubicBezTo>
                  <a:cubicBezTo>
                    <a:pt x="2515" y="4415"/>
                    <a:pt x="2486" y="4554"/>
                    <a:pt x="2404" y="4665"/>
                  </a:cubicBezTo>
                  <a:cubicBezTo>
                    <a:pt x="2327" y="4756"/>
                    <a:pt x="2215" y="4803"/>
                    <a:pt x="2102" y="4803"/>
                  </a:cubicBezTo>
                  <a:cubicBezTo>
                    <a:pt x="2019" y="4803"/>
                    <a:pt x="1934" y="4778"/>
                    <a:pt x="1861" y="4727"/>
                  </a:cubicBezTo>
                  <a:lnTo>
                    <a:pt x="795" y="3978"/>
                  </a:lnTo>
                  <a:cubicBezTo>
                    <a:pt x="766" y="3956"/>
                    <a:pt x="734" y="3947"/>
                    <a:pt x="703" y="3947"/>
                  </a:cubicBezTo>
                  <a:cubicBezTo>
                    <a:pt x="616" y="3947"/>
                    <a:pt x="537" y="4023"/>
                    <a:pt x="555" y="4122"/>
                  </a:cubicBezTo>
                  <a:cubicBezTo>
                    <a:pt x="656" y="4867"/>
                    <a:pt x="598" y="5534"/>
                    <a:pt x="363" y="6101"/>
                  </a:cubicBezTo>
                  <a:lnTo>
                    <a:pt x="137" y="6596"/>
                  </a:lnTo>
                  <a:cubicBezTo>
                    <a:pt x="1" y="6912"/>
                    <a:pt x="259" y="7179"/>
                    <a:pt x="527" y="7179"/>
                  </a:cubicBezTo>
                  <a:cubicBezTo>
                    <a:pt x="647" y="7179"/>
                    <a:pt x="768" y="7126"/>
                    <a:pt x="857" y="7000"/>
                  </a:cubicBezTo>
                  <a:lnTo>
                    <a:pt x="1232" y="6438"/>
                  </a:lnTo>
                  <a:cubicBezTo>
                    <a:pt x="3562" y="5803"/>
                    <a:pt x="3994" y="4055"/>
                    <a:pt x="3303" y="1648"/>
                  </a:cubicBezTo>
                  <a:cubicBezTo>
                    <a:pt x="3259" y="1509"/>
                    <a:pt x="3317" y="1360"/>
                    <a:pt x="3442" y="1288"/>
                  </a:cubicBezTo>
                  <a:cubicBezTo>
                    <a:pt x="3487" y="1262"/>
                    <a:pt x="3535" y="1249"/>
                    <a:pt x="3584" y="1249"/>
                  </a:cubicBezTo>
                  <a:cubicBezTo>
                    <a:pt x="3655" y="1249"/>
                    <a:pt x="3730" y="1275"/>
                    <a:pt x="3812" y="1326"/>
                  </a:cubicBezTo>
                  <a:cubicBezTo>
                    <a:pt x="3831" y="1340"/>
                    <a:pt x="3845" y="1350"/>
                    <a:pt x="3860" y="1369"/>
                  </a:cubicBezTo>
                  <a:cubicBezTo>
                    <a:pt x="5373" y="2859"/>
                    <a:pt x="4624" y="4924"/>
                    <a:pt x="2841" y="7254"/>
                  </a:cubicBezTo>
                  <a:cubicBezTo>
                    <a:pt x="4725" y="5203"/>
                    <a:pt x="5575" y="3262"/>
                    <a:pt x="4960" y="1465"/>
                  </a:cubicBezTo>
                  <a:cubicBezTo>
                    <a:pt x="4777" y="918"/>
                    <a:pt x="4364" y="466"/>
                    <a:pt x="3831" y="236"/>
                  </a:cubicBezTo>
                  <a:cubicBezTo>
                    <a:pt x="3476" y="79"/>
                    <a:pt x="3095" y="0"/>
                    <a:pt x="2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0"/>
            <p:cNvSpPr/>
            <p:nvPr/>
          </p:nvSpPr>
          <p:spPr>
            <a:xfrm>
              <a:off x="5854382" y="3870005"/>
              <a:ext cx="162656" cy="200041"/>
            </a:xfrm>
            <a:custGeom>
              <a:rect b="b" l="l" r="r" t="t"/>
              <a:pathLst>
                <a:path extrusionOk="0" h="7641" w="6213">
                  <a:moveTo>
                    <a:pt x="3027" y="1"/>
                  </a:moveTo>
                  <a:cubicBezTo>
                    <a:pt x="2773" y="1"/>
                    <a:pt x="2773" y="385"/>
                    <a:pt x="3027" y="385"/>
                  </a:cubicBezTo>
                  <a:cubicBezTo>
                    <a:pt x="3397" y="395"/>
                    <a:pt x="3700" y="433"/>
                    <a:pt x="4089" y="601"/>
                  </a:cubicBezTo>
                  <a:cubicBezTo>
                    <a:pt x="5271" y="1116"/>
                    <a:pt x="5492" y="2638"/>
                    <a:pt x="5165" y="3878"/>
                  </a:cubicBezTo>
                  <a:cubicBezTo>
                    <a:pt x="5285" y="2922"/>
                    <a:pt x="5002" y="2100"/>
                    <a:pt x="4324" y="1428"/>
                  </a:cubicBezTo>
                  <a:cubicBezTo>
                    <a:pt x="4219" y="1329"/>
                    <a:pt x="4065" y="1257"/>
                    <a:pt x="3908" y="1257"/>
                  </a:cubicBezTo>
                  <a:cubicBezTo>
                    <a:pt x="3829" y="1257"/>
                    <a:pt x="3750" y="1275"/>
                    <a:pt x="3676" y="1317"/>
                  </a:cubicBezTo>
                  <a:cubicBezTo>
                    <a:pt x="3474" y="1437"/>
                    <a:pt x="3383" y="1673"/>
                    <a:pt x="3445" y="1899"/>
                  </a:cubicBezTo>
                  <a:cubicBezTo>
                    <a:pt x="4257" y="4714"/>
                    <a:pt x="3311" y="5963"/>
                    <a:pt x="1504" y="6448"/>
                  </a:cubicBezTo>
                  <a:cubicBezTo>
                    <a:pt x="1384" y="6482"/>
                    <a:pt x="1384" y="6568"/>
                    <a:pt x="1024" y="7092"/>
                  </a:cubicBezTo>
                  <a:cubicBezTo>
                    <a:pt x="978" y="7153"/>
                    <a:pt x="907" y="7190"/>
                    <a:pt x="832" y="7190"/>
                  </a:cubicBezTo>
                  <a:cubicBezTo>
                    <a:pt x="813" y="7190"/>
                    <a:pt x="793" y="7188"/>
                    <a:pt x="774" y="7183"/>
                  </a:cubicBezTo>
                  <a:cubicBezTo>
                    <a:pt x="640" y="7149"/>
                    <a:pt x="572" y="7000"/>
                    <a:pt x="630" y="6876"/>
                  </a:cubicBezTo>
                  <a:cubicBezTo>
                    <a:pt x="861" y="6381"/>
                    <a:pt x="1240" y="5747"/>
                    <a:pt x="1077" y="4382"/>
                  </a:cubicBezTo>
                  <a:lnTo>
                    <a:pt x="1077" y="4382"/>
                  </a:lnTo>
                  <a:lnTo>
                    <a:pt x="2076" y="5079"/>
                  </a:lnTo>
                  <a:cubicBezTo>
                    <a:pt x="2181" y="5157"/>
                    <a:pt x="2303" y="5195"/>
                    <a:pt x="2425" y="5195"/>
                  </a:cubicBezTo>
                  <a:cubicBezTo>
                    <a:pt x="2593" y="5195"/>
                    <a:pt x="2759" y="5122"/>
                    <a:pt x="2874" y="4983"/>
                  </a:cubicBezTo>
                  <a:cubicBezTo>
                    <a:pt x="3090" y="4699"/>
                    <a:pt x="3032" y="4296"/>
                    <a:pt x="2749" y="4084"/>
                  </a:cubicBezTo>
                  <a:lnTo>
                    <a:pt x="2350" y="3806"/>
                  </a:lnTo>
                  <a:cubicBezTo>
                    <a:pt x="1773" y="3393"/>
                    <a:pt x="1437" y="2720"/>
                    <a:pt x="1452" y="2014"/>
                  </a:cubicBezTo>
                  <a:cubicBezTo>
                    <a:pt x="1461" y="1404"/>
                    <a:pt x="1629" y="880"/>
                    <a:pt x="2196" y="573"/>
                  </a:cubicBezTo>
                  <a:cubicBezTo>
                    <a:pt x="2384" y="466"/>
                    <a:pt x="2280" y="211"/>
                    <a:pt x="2109" y="211"/>
                  </a:cubicBezTo>
                  <a:cubicBezTo>
                    <a:pt x="2079" y="211"/>
                    <a:pt x="2047" y="218"/>
                    <a:pt x="2014" y="236"/>
                  </a:cubicBezTo>
                  <a:cubicBezTo>
                    <a:pt x="1557" y="486"/>
                    <a:pt x="1235" y="919"/>
                    <a:pt x="1130" y="1428"/>
                  </a:cubicBezTo>
                  <a:cubicBezTo>
                    <a:pt x="904" y="2576"/>
                    <a:pt x="1336" y="3542"/>
                    <a:pt x="2129" y="4118"/>
                  </a:cubicBezTo>
                  <a:cubicBezTo>
                    <a:pt x="2133" y="4121"/>
                    <a:pt x="2135" y="4122"/>
                    <a:pt x="2135" y="4122"/>
                  </a:cubicBezTo>
                  <a:cubicBezTo>
                    <a:pt x="2135" y="4122"/>
                    <a:pt x="2133" y="4121"/>
                    <a:pt x="2134" y="4121"/>
                  </a:cubicBezTo>
                  <a:lnTo>
                    <a:pt x="2134" y="4121"/>
                  </a:lnTo>
                  <a:cubicBezTo>
                    <a:pt x="2136" y="4121"/>
                    <a:pt x="2174" y="4145"/>
                    <a:pt x="2532" y="4397"/>
                  </a:cubicBezTo>
                  <a:cubicBezTo>
                    <a:pt x="2633" y="4483"/>
                    <a:pt x="2657" y="4632"/>
                    <a:pt x="2581" y="4743"/>
                  </a:cubicBezTo>
                  <a:cubicBezTo>
                    <a:pt x="2539" y="4789"/>
                    <a:pt x="2481" y="4814"/>
                    <a:pt x="2422" y="4814"/>
                  </a:cubicBezTo>
                  <a:cubicBezTo>
                    <a:pt x="2378" y="4814"/>
                    <a:pt x="2334" y="4800"/>
                    <a:pt x="2297" y="4771"/>
                  </a:cubicBezTo>
                  <a:lnTo>
                    <a:pt x="1231" y="4022"/>
                  </a:lnTo>
                  <a:cubicBezTo>
                    <a:pt x="1168" y="3978"/>
                    <a:pt x="1100" y="3958"/>
                    <a:pt x="1034" y="3958"/>
                  </a:cubicBezTo>
                  <a:cubicBezTo>
                    <a:pt x="841" y="3958"/>
                    <a:pt x="664" y="4127"/>
                    <a:pt x="693" y="4349"/>
                  </a:cubicBezTo>
                  <a:cubicBezTo>
                    <a:pt x="962" y="6333"/>
                    <a:pt x="1" y="6592"/>
                    <a:pt x="289" y="7221"/>
                  </a:cubicBezTo>
                  <a:cubicBezTo>
                    <a:pt x="398" y="7452"/>
                    <a:pt x="619" y="7570"/>
                    <a:pt x="841" y="7570"/>
                  </a:cubicBezTo>
                  <a:cubicBezTo>
                    <a:pt x="1032" y="7570"/>
                    <a:pt x="1224" y="7483"/>
                    <a:pt x="1346" y="7303"/>
                  </a:cubicBezTo>
                  <a:lnTo>
                    <a:pt x="1677" y="6794"/>
                  </a:lnTo>
                  <a:cubicBezTo>
                    <a:pt x="4084" y="6102"/>
                    <a:pt x="4517" y="4233"/>
                    <a:pt x="3815" y="1788"/>
                  </a:cubicBezTo>
                  <a:cubicBezTo>
                    <a:pt x="3798" y="1729"/>
                    <a:pt x="3823" y="1636"/>
                    <a:pt x="3912" y="1636"/>
                  </a:cubicBezTo>
                  <a:cubicBezTo>
                    <a:pt x="3946" y="1636"/>
                    <a:pt x="3988" y="1650"/>
                    <a:pt x="4041" y="1682"/>
                  </a:cubicBezTo>
                  <a:cubicBezTo>
                    <a:pt x="4046" y="1687"/>
                    <a:pt x="4055" y="1692"/>
                    <a:pt x="4060" y="1697"/>
                  </a:cubicBezTo>
                  <a:cubicBezTo>
                    <a:pt x="5333" y="2960"/>
                    <a:pt x="5002" y="4747"/>
                    <a:pt x="3023" y="7332"/>
                  </a:cubicBezTo>
                  <a:cubicBezTo>
                    <a:pt x="2915" y="7476"/>
                    <a:pt x="3038" y="7641"/>
                    <a:pt x="3177" y="7641"/>
                  </a:cubicBezTo>
                  <a:cubicBezTo>
                    <a:pt x="3224" y="7641"/>
                    <a:pt x="3273" y="7622"/>
                    <a:pt x="3316" y="7577"/>
                  </a:cubicBezTo>
                  <a:cubicBezTo>
                    <a:pt x="4858" y="5900"/>
                    <a:pt x="6212" y="3758"/>
                    <a:pt x="5477" y="1601"/>
                  </a:cubicBezTo>
                  <a:cubicBezTo>
                    <a:pt x="5122" y="553"/>
                    <a:pt x="4137" y="1"/>
                    <a:pt x="3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0"/>
            <p:cNvSpPr/>
            <p:nvPr/>
          </p:nvSpPr>
          <p:spPr>
            <a:xfrm>
              <a:off x="5828856" y="4043160"/>
              <a:ext cx="125036" cy="122941"/>
            </a:xfrm>
            <a:custGeom>
              <a:rect b="b" l="l" r="r" t="t"/>
              <a:pathLst>
                <a:path extrusionOk="0" h="4696" w="4776">
                  <a:moveTo>
                    <a:pt x="248" y="0"/>
                  </a:moveTo>
                  <a:cubicBezTo>
                    <a:pt x="141" y="0"/>
                    <a:pt x="32" y="81"/>
                    <a:pt x="53" y="223"/>
                  </a:cubicBezTo>
                  <a:cubicBezTo>
                    <a:pt x="164" y="910"/>
                    <a:pt x="183" y="1611"/>
                    <a:pt x="101" y="2308"/>
                  </a:cubicBezTo>
                  <a:cubicBezTo>
                    <a:pt x="1" y="3033"/>
                    <a:pt x="279" y="3768"/>
                    <a:pt x="846" y="4239"/>
                  </a:cubicBezTo>
                  <a:cubicBezTo>
                    <a:pt x="1206" y="4533"/>
                    <a:pt x="1654" y="4696"/>
                    <a:pt x="2114" y="4696"/>
                  </a:cubicBezTo>
                  <a:cubicBezTo>
                    <a:pt x="2120" y="4696"/>
                    <a:pt x="2127" y="4696"/>
                    <a:pt x="2134" y="4696"/>
                  </a:cubicBezTo>
                  <a:cubicBezTo>
                    <a:pt x="2873" y="4691"/>
                    <a:pt x="3560" y="4331"/>
                    <a:pt x="3988" y="3725"/>
                  </a:cubicBezTo>
                  <a:lnTo>
                    <a:pt x="4684" y="2750"/>
                  </a:lnTo>
                  <a:cubicBezTo>
                    <a:pt x="4776" y="2625"/>
                    <a:pt x="4689" y="2447"/>
                    <a:pt x="4536" y="2447"/>
                  </a:cubicBezTo>
                  <a:cubicBezTo>
                    <a:pt x="4529" y="2447"/>
                    <a:pt x="4523" y="2446"/>
                    <a:pt x="4516" y="2446"/>
                  </a:cubicBezTo>
                  <a:cubicBezTo>
                    <a:pt x="4424" y="2446"/>
                    <a:pt x="4347" y="2511"/>
                    <a:pt x="4329" y="2596"/>
                  </a:cubicBezTo>
                  <a:lnTo>
                    <a:pt x="3680" y="3499"/>
                  </a:lnTo>
                  <a:cubicBezTo>
                    <a:pt x="3330" y="4004"/>
                    <a:pt x="2753" y="4307"/>
                    <a:pt x="2138" y="4311"/>
                  </a:cubicBezTo>
                  <a:cubicBezTo>
                    <a:pt x="1134" y="4311"/>
                    <a:pt x="346" y="3423"/>
                    <a:pt x="481" y="2351"/>
                  </a:cubicBezTo>
                  <a:cubicBezTo>
                    <a:pt x="567" y="1621"/>
                    <a:pt x="553" y="886"/>
                    <a:pt x="433" y="161"/>
                  </a:cubicBezTo>
                  <a:cubicBezTo>
                    <a:pt x="416" y="50"/>
                    <a:pt x="333"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0"/>
            <p:cNvSpPr/>
            <p:nvPr/>
          </p:nvSpPr>
          <p:spPr>
            <a:xfrm>
              <a:off x="5830532" y="3825709"/>
              <a:ext cx="225619" cy="268607"/>
            </a:xfrm>
            <a:custGeom>
              <a:rect b="b" l="l" r="r" t="t"/>
              <a:pathLst>
                <a:path extrusionOk="0" h="10260" w="8618">
                  <a:moveTo>
                    <a:pt x="4386" y="1"/>
                  </a:moveTo>
                  <a:cubicBezTo>
                    <a:pt x="4140" y="1"/>
                    <a:pt x="3892" y="29"/>
                    <a:pt x="3645" y="88"/>
                  </a:cubicBezTo>
                  <a:cubicBezTo>
                    <a:pt x="2853" y="281"/>
                    <a:pt x="2142" y="708"/>
                    <a:pt x="1608" y="1323"/>
                  </a:cubicBezTo>
                  <a:cubicBezTo>
                    <a:pt x="1262" y="1722"/>
                    <a:pt x="768" y="1962"/>
                    <a:pt x="244" y="1991"/>
                  </a:cubicBezTo>
                  <a:cubicBezTo>
                    <a:pt x="1" y="2019"/>
                    <a:pt x="23" y="2375"/>
                    <a:pt x="263" y="2375"/>
                  </a:cubicBezTo>
                  <a:cubicBezTo>
                    <a:pt x="265" y="2375"/>
                    <a:pt x="266" y="2375"/>
                    <a:pt x="268" y="2375"/>
                  </a:cubicBezTo>
                  <a:cubicBezTo>
                    <a:pt x="897" y="2337"/>
                    <a:pt x="1479" y="2053"/>
                    <a:pt x="1897" y="1578"/>
                  </a:cubicBezTo>
                  <a:cubicBezTo>
                    <a:pt x="2613" y="774"/>
                    <a:pt x="3523" y="393"/>
                    <a:pt x="4393" y="393"/>
                  </a:cubicBezTo>
                  <a:cubicBezTo>
                    <a:pt x="5482" y="393"/>
                    <a:pt x="6508" y="990"/>
                    <a:pt x="7013" y="2101"/>
                  </a:cubicBezTo>
                  <a:cubicBezTo>
                    <a:pt x="8617" y="5642"/>
                    <a:pt x="5072" y="9687"/>
                    <a:pt x="4942" y="9956"/>
                  </a:cubicBezTo>
                  <a:cubicBezTo>
                    <a:pt x="4836" y="10104"/>
                    <a:pt x="4963" y="10260"/>
                    <a:pt x="5099" y="10260"/>
                  </a:cubicBezTo>
                  <a:cubicBezTo>
                    <a:pt x="5153" y="10260"/>
                    <a:pt x="5208" y="10235"/>
                    <a:pt x="5250" y="10177"/>
                  </a:cubicBezTo>
                  <a:cubicBezTo>
                    <a:pt x="6071" y="9034"/>
                    <a:pt x="6023" y="9091"/>
                    <a:pt x="6033" y="9086"/>
                  </a:cubicBezTo>
                  <a:cubicBezTo>
                    <a:pt x="7445" y="6901"/>
                    <a:pt x="8435" y="4316"/>
                    <a:pt x="7359" y="1943"/>
                  </a:cubicBezTo>
                  <a:cubicBezTo>
                    <a:pt x="6813" y="739"/>
                    <a:pt x="5633" y="1"/>
                    <a:pt x="4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80"/>
          <p:cNvGrpSpPr/>
          <p:nvPr/>
        </p:nvGrpSpPr>
        <p:grpSpPr>
          <a:xfrm>
            <a:off x="4872134" y="3359993"/>
            <a:ext cx="374819" cy="368562"/>
            <a:chOff x="4872134" y="3359993"/>
            <a:chExt cx="374819" cy="368562"/>
          </a:xfrm>
        </p:grpSpPr>
        <p:sp>
          <p:nvSpPr>
            <p:cNvPr id="9140" name="Google Shape;9140;p80"/>
            <p:cNvSpPr/>
            <p:nvPr/>
          </p:nvSpPr>
          <p:spPr>
            <a:xfrm>
              <a:off x="4880538" y="3368318"/>
              <a:ext cx="357724" cy="352383"/>
            </a:xfrm>
            <a:custGeom>
              <a:rect b="b" l="l" r="r" t="t"/>
              <a:pathLst>
                <a:path extrusionOk="0" h="13460" w="13664">
                  <a:moveTo>
                    <a:pt x="10887" y="1"/>
                  </a:moveTo>
                  <a:cubicBezTo>
                    <a:pt x="10607" y="1"/>
                    <a:pt x="10327" y="106"/>
                    <a:pt x="10113" y="318"/>
                  </a:cubicBezTo>
                  <a:lnTo>
                    <a:pt x="6092" y="4344"/>
                  </a:lnTo>
                  <a:cubicBezTo>
                    <a:pt x="5329" y="5107"/>
                    <a:pt x="4733" y="6030"/>
                    <a:pt x="4349" y="7043"/>
                  </a:cubicBezTo>
                  <a:cubicBezTo>
                    <a:pt x="4089" y="7730"/>
                    <a:pt x="3724" y="8379"/>
                    <a:pt x="3277" y="8970"/>
                  </a:cubicBezTo>
                  <a:lnTo>
                    <a:pt x="2600" y="9729"/>
                  </a:lnTo>
                  <a:lnTo>
                    <a:pt x="356" y="11977"/>
                  </a:lnTo>
                  <a:cubicBezTo>
                    <a:pt x="6" y="12309"/>
                    <a:pt x="1" y="12866"/>
                    <a:pt x="342" y="13207"/>
                  </a:cubicBezTo>
                  <a:cubicBezTo>
                    <a:pt x="510" y="13375"/>
                    <a:pt x="731" y="13459"/>
                    <a:pt x="951" y="13459"/>
                  </a:cubicBezTo>
                  <a:cubicBezTo>
                    <a:pt x="1178" y="13459"/>
                    <a:pt x="1404" y="13370"/>
                    <a:pt x="1572" y="13193"/>
                  </a:cubicBezTo>
                  <a:lnTo>
                    <a:pt x="3820" y="10949"/>
                  </a:lnTo>
                  <a:cubicBezTo>
                    <a:pt x="4584" y="10185"/>
                    <a:pt x="5502" y="9590"/>
                    <a:pt x="6515" y="9205"/>
                  </a:cubicBezTo>
                  <a:cubicBezTo>
                    <a:pt x="7529" y="8826"/>
                    <a:pt x="8446" y="8230"/>
                    <a:pt x="9215" y="7466"/>
                  </a:cubicBezTo>
                  <a:lnTo>
                    <a:pt x="13241" y="3440"/>
                  </a:lnTo>
                  <a:cubicBezTo>
                    <a:pt x="13664" y="3018"/>
                    <a:pt x="13664" y="2326"/>
                    <a:pt x="13241" y="1898"/>
                  </a:cubicBezTo>
                  <a:lnTo>
                    <a:pt x="11660" y="318"/>
                  </a:lnTo>
                  <a:cubicBezTo>
                    <a:pt x="11447" y="106"/>
                    <a:pt x="11167" y="1"/>
                    <a:pt x="1088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0"/>
            <p:cNvSpPr/>
            <p:nvPr/>
          </p:nvSpPr>
          <p:spPr>
            <a:xfrm>
              <a:off x="4883444" y="3399891"/>
              <a:ext cx="354818" cy="320391"/>
            </a:xfrm>
            <a:custGeom>
              <a:rect b="b" l="l" r="r" t="t"/>
              <a:pathLst>
                <a:path extrusionOk="0" h="12238" w="13553">
                  <a:moveTo>
                    <a:pt x="12438" y="1"/>
                  </a:moveTo>
                  <a:lnTo>
                    <a:pt x="12438" y="1"/>
                  </a:lnTo>
                  <a:cubicBezTo>
                    <a:pt x="12861" y="428"/>
                    <a:pt x="12861" y="1115"/>
                    <a:pt x="12438" y="1543"/>
                  </a:cubicBezTo>
                  <a:lnTo>
                    <a:pt x="8412" y="5568"/>
                  </a:lnTo>
                  <a:cubicBezTo>
                    <a:pt x="7649" y="6332"/>
                    <a:pt x="6726" y="6923"/>
                    <a:pt x="5712" y="7307"/>
                  </a:cubicBezTo>
                  <a:cubicBezTo>
                    <a:pt x="4704" y="7692"/>
                    <a:pt x="3781" y="8287"/>
                    <a:pt x="3017" y="9051"/>
                  </a:cubicBezTo>
                  <a:lnTo>
                    <a:pt x="769" y="11295"/>
                  </a:lnTo>
                  <a:cubicBezTo>
                    <a:pt x="605" y="11459"/>
                    <a:pt x="384" y="11550"/>
                    <a:pt x="158" y="11550"/>
                  </a:cubicBezTo>
                  <a:cubicBezTo>
                    <a:pt x="105" y="11550"/>
                    <a:pt x="53" y="11545"/>
                    <a:pt x="0" y="11535"/>
                  </a:cubicBezTo>
                  <a:lnTo>
                    <a:pt x="0" y="11535"/>
                  </a:lnTo>
                  <a:cubicBezTo>
                    <a:pt x="84" y="11975"/>
                    <a:pt x="462" y="12238"/>
                    <a:pt x="852" y="12238"/>
                  </a:cubicBezTo>
                  <a:cubicBezTo>
                    <a:pt x="1065" y="12238"/>
                    <a:pt x="1282" y="12159"/>
                    <a:pt x="1456" y="11987"/>
                  </a:cubicBezTo>
                  <a:lnTo>
                    <a:pt x="3700" y="9738"/>
                  </a:lnTo>
                  <a:cubicBezTo>
                    <a:pt x="4468" y="8974"/>
                    <a:pt x="5386" y="8384"/>
                    <a:pt x="6399" y="7999"/>
                  </a:cubicBezTo>
                  <a:cubicBezTo>
                    <a:pt x="7413" y="7615"/>
                    <a:pt x="8331" y="7019"/>
                    <a:pt x="9099" y="6255"/>
                  </a:cubicBezTo>
                  <a:lnTo>
                    <a:pt x="13120" y="2234"/>
                  </a:lnTo>
                  <a:cubicBezTo>
                    <a:pt x="13548" y="1807"/>
                    <a:pt x="13553" y="1115"/>
                    <a:pt x="13125" y="692"/>
                  </a:cubicBezTo>
                  <a:lnTo>
                    <a:pt x="12438"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0"/>
            <p:cNvSpPr/>
            <p:nvPr/>
          </p:nvSpPr>
          <p:spPr>
            <a:xfrm>
              <a:off x="4982274" y="3368239"/>
              <a:ext cx="256119" cy="244652"/>
            </a:xfrm>
            <a:custGeom>
              <a:rect b="b" l="l" r="r" t="t"/>
              <a:pathLst>
                <a:path extrusionOk="0" h="9345" w="9783">
                  <a:moveTo>
                    <a:pt x="6999" y="0"/>
                  </a:moveTo>
                  <a:cubicBezTo>
                    <a:pt x="6720" y="0"/>
                    <a:pt x="6441" y="107"/>
                    <a:pt x="6227" y="321"/>
                  </a:cubicBezTo>
                  <a:lnTo>
                    <a:pt x="2202" y="4342"/>
                  </a:lnTo>
                  <a:cubicBezTo>
                    <a:pt x="1438" y="5106"/>
                    <a:pt x="847" y="6028"/>
                    <a:pt x="463" y="7042"/>
                  </a:cubicBezTo>
                  <a:cubicBezTo>
                    <a:pt x="453" y="7056"/>
                    <a:pt x="448" y="7070"/>
                    <a:pt x="448" y="7085"/>
                  </a:cubicBezTo>
                  <a:cubicBezTo>
                    <a:pt x="1" y="8223"/>
                    <a:pt x="882" y="9345"/>
                    <a:pt x="1979" y="9345"/>
                  </a:cubicBezTo>
                  <a:cubicBezTo>
                    <a:pt x="2178" y="9345"/>
                    <a:pt x="2384" y="9308"/>
                    <a:pt x="2591" y="9227"/>
                  </a:cubicBezTo>
                  <a:cubicBezTo>
                    <a:pt x="2605" y="9223"/>
                    <a:pt x="2620" y="9218"/>
                    <a:pt x="2634" y="9213"/>
                  </a:cubicBezTo>
                  <a:cubicBezTo>
                    <a:pt x="3648" y="8829"/>
                    <a:pt x="4565" y="8238"/>
                    <a:pt x="5334" y="7474"/>
                  </a:cubicBezTo>
                  <a:lnTo>
                    <a:pt x="9355" y="3448"/>
                  </a:lnTo>
                  <a:cubicBezTo>
                    <a:pt x="9782" y="3016"/>
                    <a:pt x="9778" y="2324"/>
                    <a:pt x="9350" y="1901"/>
                  </a:cubicBezTo>
                  <a:lnTo>
                    <a:pt x="7770" y="321"/>
                  </a:lnTo>
                  <a:cubicBezTo>
                    <a:pt x="7556" y="107"/>
                    <a:pt x="7277" y="0"/>
                    <a:pt x="6999" y="0"/>
                  </a:cubicBez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0"/>
            <p:cNvSpPr/>
            <p:nvPr/>
          </p:nvSpPr>
          <p:spPr>
            <a:xfrm>
              <a:off x="5185666" y="3376512"/>
              <a:ext cx="11729" cy="11702"/>
            </a:xfrm>
            <a:custGeom>
              <a:rect b="b" l="l" r="r" t="t"/>
              <a:pathLst>
                <a:path extrusionOk="0" h="447" w="448">
                  <a:moveTo>
                    <a:pt x="447" y="447"/>
                  </a:moveTo>
                  <a:lnTo>
                    <a:pt x="1" y="0"/>
                  </a:ln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0"/>
            <p:cNvSpPr/>
            <p:nvPr/>
          </p:nvSpPr>
          <p:spPr>
            <a:xfrm>
              <a:off x="4995756" y="3399891"/>
              <a:ext cx="242505" cy="212686"/>
            </a:xfrm>
            <a:custGeom>
              <a:rect b="b" l="l" r="r" t="t"/>
              <a:pathLst>
                <a:path extrusionOk="0" h="8124" w="9263">
                  <a:moveTo>
                    <a:pt x="8148" y="1"/>
                  </a:moveTo>
                  <a:lnTo>
                    <a:pt x="8148" y="1"/>
                  </a:lnTo>
                  <a:cubicBezTo>
                    <a:pt x="8571" y="428"/>
                    <a:pt x="8571" y="1115"/>
                    <a:pt x="8148" y="1543"/>
                  </a:cubicBezTo>
                  <a:lnTo>
                    <a:pt x="4122" y="5568"/>
                  </a:lnTo>
                  <a:cubicBezTo>
                    <a:pt x="3359" y="6332"/>
                    <a:pt x="2436" y="6923"/>
                    <a:pt x="1422" y="7307"/>
                  </a:cubicBezTo>
                  <a:cubicBezTo>
                    <a:pt x="1408" y="7317"/>
                    <a:pt x="1394" y="7322"/>
                    <a:pt x="1379" y="7322"/>
                  </a:cubicBezTo>
                  <a:cubicBezTo>
                    <a:pt x="1183" y="7399"/>
                    <a:pt x="978" y="7437"/>
                    <a:pt x="773" y="7437"/>
                  </a:cubicBezTo>
                  <a:cubicBezTo>
                    <a:pt x="507" y="7437"/>
                    <a:pt x="242" y="7373"/>
                    <a:pt x="0" y="7245"/>
                  </a:cubicBezTo>
                  <a:lnTo>
                    <a:pt x="0" y="7245"/>
                  </a:lnTo>
                  <a:cubicBezTo>
                    <a:pt x="77" y="7389"/>
                    <a:pt x="173" y="7524"/>
                    <a:pt x="294" y="7639"/>
                  </a:cubicBezTo>
                  <a:cubicBezTo>
                    <a:pt x="607" y="7955"/>
                    <a:pt x="1029" y="8123"/>
                    <a:pt x="1460" y="8123"/>
                  </a:cubicBezTo>
                  <a:cubicBezTo>
                    <a:pt x="1663" y="8123"/>
                    <a:pt x="1869" y="8086"/>
                    <a:pt x="2066" y="8009"/>
                  </a:cubicBezTo>
                  <a:cubicBezTo>
                    <a:pt x="2081" y="8004"/>
                    <a:pt x="2095" y="7999"/>
                    <a:pt x="2109" y="7994"/>
                  </a:cubicBezTo>
                  <a:cubicBezTo>
                    <a:pt x="3118" y="7610"/>
                    <a:pt x="4041" y="7014"/>
                    <a:pt x="4809" y="6255"/>
                  </a:cubicBezTo>
                  <a:lnTo>
                    <a:pt x="8830" y="2230"/>
                  </a:lnTo>
                  <a:cubicBezTo>
                    <a:pt x="9258" y="1807"/>
                    <a:pt x="9263" y="1115"/>
                    <a:pt x="8835" y="692"/>
                  </a:cubicBezTo>
                  <a:lnTo>
                    <a:pt x="8148"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0"/>
            <p:cNvSpPr/>
            <p:nvPr/>
          </p:nvSpPr>
          <p:spPr>
            <a:xfrm>
              <a:off x="5026439" y="3415023"/>
              <a:ext cx="163651" cy="160640"/>
            </a:xfrm>
            <a:custGeom>
              <a:rect b="b" l="l" r="r" t="t"/>
              <a:pathLst>
                <a:path extrusionOk="0" h="6136" w="6251">
                  <a:moveTo>
                    <a:pt x="5621" y="0"/>
                  </a:moveTo>
                  <a:cubicBezTo>
                    <a:pt x="5478" y="0"/>
                    <a:pt x="5334" y="53"/>
                    <a:pt x="5223" y="158"/>
                  </a:cubicBezTo>
                  <a:lnTo>
                    <a:pt x="236" y="5144"/>
                  </a:lnTo>
                  <a:cubicBezTo>
                    <a:pt x="5" y="5365"/>
                    <a:pt x="1" y="5740"/>
                    <a:pt x="226" y="5966"/>
                  </a:cubicBezTo>
                  <a:cubicBezTo>
                    <a:pt x="340" y="6079"/>
                    <a:pt x="487" y="6136"/>
                    <a:pt x="634" y="6136"/>
                  </a:cubicBezTo>
                  <a:cubicBezTo>
                    <a:pt x="786" y="6136"/>
                    <a:pt x="938" y="6076"/>
                    <a:pt x="1053" y="5956"/>
                  </a:cubicBezTo>
                  <a:lnTo>
                    <a:pt x="5295" y="1714"/>
                  </a:lnTo>
                  <a:lnTo>
                    <a:pt x="6035" y="974"/>
                  </a:lnTo>
                  <a:cubicBezTo>
                    <a:pt x="6251" y="744"/>
                    <a:pt x="6246" y="388"/>
                    <a:pt x="6025" y="167"/>
                  </a:cubicBezTo>
                  <a:cubicBezTo>
                    <a:pt x="5913" y="55"/>
                    <a:pt x="5767" y="0"/>
                    <a:pt x="5621"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0"/>
            <p:cNvSpPr/>
            <p:nvPr/>
          </p:nvSpPr>
          <p:spPr>
            <a:xfrm>
              <a:off x="5020418" y="3407405"/>
              <a:ext cx="181925" cy="173835"/>
            </a:xfrm>
            <a:custGeom>
              <a:rect b="b" l="l" r="r" t="t"/>
              <a:pathLst>
                <a:path extrusionOk="0" h="6640" w="6949">
                  <a:moveTo>
                    <a:pt x="5921" y="1"/>
                  </a:moveTo>
                  <a:cubicBezTo>
                    <a:pt x="5720" y="1"/>
                    <a:pt x="5519" y="77"/>
                    <a:pt x="5366" y="232"/>
                  </a:cubicBezTo>
                  <a:lnTo>
                    <a:pt x="303" y="5296"/>
                  </a:lnTo>
                  <a:cubicBezTo>
                    <a:pt x="0" y="5608"/>
                    <a:pt x="5" y="6103"/>
                    <a:pt x="308" y="6410"/>
                  </a:cubicBezTo>
                  <a:cubicBezTo>
                    <a:pt x="462" y="6563"/>
                    <a:pt x="665" y="6640"/>
                    <a:pt x="868" y="6640"/>
                  </a:cubicBezTo>
                  <a:cubicBezTo>
                    <a:pt x="1067" y="6640"/>
                    <a:pt x="1267" y="6565"/>
                    <a:pt x="1422" y="6415"/>
                  </a:cubicBezTo>
                  <a:lnTo>
                    <a:pt x="5731" y="2106"/>
                  </a:lnTo>
                  <a:cubicBezTo>
                    <a:pt x="5883" y="1954"/>
                    <a:pt x="5744" y="1745"/>
                    <a:pt x="5582" y="1745"/>
                  </a:cubicBezTo>
                  <a:cubicBezTo>
                    <a:pt x="5534" y="1745"/>
                    <a:pt x="5483" y="1764"/>
                    <a:pt x="5438" y="1808"/>
                  </a:cubicBezTo>
                  <a:lnTo>
                    <a:pt x="1129" y="6122"/>
                  </a:lnTo>
                  <a:cubicBezTo>
                    <a:pt x="1046" y="6205"/>
                    <a:pt x="954" y="6239"/>
                    <a:pt x="865" y="6239"/>
                  </a:cubicBezTo>
                  <a:cubicBezTo>
                    <a:pt x="572" y="6239"/>
                    <a:pt x="319" y="5861"/>
                    <a:pt x="596" y="5584"/>
                  </a:cubicBezTo>
                  <a:lnTo>
                    <a:pt x="5654" y="525"/>
                  </a:lnTo>
                  <a:cubicBezTo>
                    <a:pt x="5732" y="450"/>
                    <a:pt x="5826" y="416"/>
                    <a:pt x="5919" y="416"/>
                  </a:cubicBezTo>
                  <a:cubicBezTo>
                    <a:pt x="6115" y="416"/>
                    <a:pt x="6303" y="566"/>
                    <a:pt x="6303" y="794"/>
                  </a:cubicBezTo>
                  <a:cubicBezTo>
                    <a:pt x="6308" y="895"/>
                    <a:pt x="6265" y="991"/>
                    <a:pt x="6192" y="1063"/>
                  </a:cubicBezTo>
                  <a:cubicBezTo>
                    <a:pt x="6116" y="1145"/>
                    <a:pt x="6116" y="1275"/>
                    <a:pt x="6192" y="1357"/>
                  </a:cubicBezTo>
                  <a:cubicBezTo>
                    <a:pt x="6235" y="1398"/>
                    <a:pt x="6281" y="1417"/>
                    <a:pt x="6328" y="1417"/>
                  </a:cubicBezTo>
                  <a:cubicBezTo>
                    <a:pt x="6621" y="1417"/>
                    <a:pt x="6949" y="700"/>
                    <a:pt x="6486" y="237"/>
                  </a:cubicBezTo>
                  <a:cubicBezTo>
                    <a:pt x="6331" y="80"/>
                    <a:pt x="6126" y="1"/>
                    <a:pt x="59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0"/>
            <p:cNvSpPr/>
            <p:nvPr/>
          </p:nvSpPr>
          <p:spPr>
            <a:xfrm>
              <a:off x="4872134" y="3359993"/>
              <a:ext cx="374819" cy="368562"/>
            </a:xfrm>
            <a:custGeom>
              <a:rect b="b" l="l" r="r" t="t"/>
              <a:pathLst>
                <a:path extrusionOk="0" h="14078" w="14317">
                  <a:moveTo>
                    <a:pt x="11279" y="405"/>
                  </a:moveTo>
                  <a:cubicBezTo>
                    <a:pt x="11481" y="405"/>
                    <a:pt x="11684" y="473"/>
                    <a:pt x="11852" y="612"/>
                  </a:cubicBezTo>
                  <a:cubicBezTo>
                    <a:pt x="11909" y="660"/>
                    <a:pt x="11832" y="588"/>
                    <a:pt x="13523" y="2274"/>
                  </a:cubicBezTo>
                  <a:cubicBezTo>
                    <a:pt x="13865" y="2639"/>
                    <a:pt x="13860" y="3206"/>
                    <a:pt x="13509" y="3561"/>
                  </a:cubicBezTo>
                  <a:cubicBezTo>
                    <a:pt x="9248" y="7818"/>
                    <a:pt x="9397" y="7683"/>
                    <a:pt x="9133" y="7919"/>
                  </a:cubicBezTo>
                  <a:cubicBezTo>
                    <a:pt x="8388" y="8596"/>
                    <a:pt x="7615" y="9038"/>
                    <a:pt x="6716" y="9389"/>
                  </a:cubicBezTo>
                  <a:cubicBezTo>
                    <a:pt x="6533" y="9459"/>
                    <a:pt x="6351" y="9491"/>
                    <a:pt x="6175" y="9491"/>
                  </a:cubicBezTo>
                  <a:cubicBezTo>
                    <a:pt x="5195" y="9491"/>
                    <a:pt x="4409" y="8491"/>
                    <a:pt x="4804" y="7477"/>
                  </a:cubicBezTo>
                  <a:cubicBezTo>
                    <a:pt x="5083" y="6722"/>
                    <a:pt x="5482" y="6021"/>
                    <a:pt x="5981" y="5397"/>
                  </a:cubicBezTo>
                  <a:lnTo>
                    <a:pt x="6317" y="5733"/>
                  </a:lnTo>
                  <a:cubicBezTo>
                    <a:pt x="6363" y="5777"/>
                    <a:pt x="6413" y="5796"/>
                    <a:pt x="6461" y="5796"/>
                  </a:cubicBezTo>
                  <a:cubicBezTo>
                    <a:pt x="6623" y="5796"/>
                    <a:pt x="6762" y="5588"/>
                    <a:pt x="6610" y="5440"/>
                  </a:cubicBezTo>
                  <a:lnTo>
                    <a:pt x="6250" y="5080"/>
                  </a:lnTo>
                  <a:cubicBezTo>
                    <a:pt x="6462" y="4839"/>
                    <a:pt x="6601" y="4719"/>
                    <a:pt x="6731" y="4580"/>
                  </a:cubicBezTo>
                  <a:lnTo>
                    <a:pt x="7100" y="4950"/>
                  </a:lnTo>
                  <a:cubicBezTo>
                    <a:pt x="7141" y="4988"/>
                    <a:pt x="7194" y="5007"/>
                    <a:pt x="7247" y="5007"/>
                  </a:cubicBezTo>
                  <a:cubicBezTo>
                    <a:pt x="7300" y="5007"/>
                    <a:pt x="7353" y="4988"/>
                    <a:pt x="7394" y="4950"/>
                  </a:cubicBezTo>
                  <a:cubicBezTo>
                    <a:pt x="7470" y="4868"/>
                    <a:pt x="7470" y="4738"/>
                    <a:pt x="7394" y="4657"/>
                  </a:cubicBezTo>
                  <a:lnTo>
                    <a:pt x="7024" y="4287"/>
                  </a:lnTo>
                  <a:lnTo>
                    <a:pt x="7514" y="3797"/>
                  </a:lnTo>
                  <a:lnTo>
                    <a:pt x="7884" y="4162"/>
                  </a:lnTo>
                  <a:cubicBezTo>
                    <a:pt x="7930" y="4208"/>
                    <a:pt x="7981" y="4227"/>
                    <a:pt x="8030" y="4227"/>
                  </a:cubicBezTo>
                  <a:cubicBezTo>
                    <a:pt x="8191" y="4227"/>
                    <a:pt x="8328" y="4020"/>
                    <a:pt x="8177" y="3869"/>
                  </a:cubicBezTo>
                  <a:lnTo>
                    <a:pt x="7807" y="3504"/>
                  </a:lnTo>
                  <a:lnTo>
                    <a:pt x="8301" y="3014"/>
                  </a:lnTo>
                  <a:lnTo>
                    <a:pt x="8667" y="3379"/>
                  </a:lnTo>
                  <a:cubicBezTo>
                    <a:pt x="8713" y="3425"/>
                    <a:pt x="8764" y="3444"/>
                    <a:pt x="8813" y="3444"/>
                  </a:cubicBezTo>
                  <a:cubicBezTo>
                    <a:pt x="8974" y="3444"/>
                    <a:pt x="9111" y="3237"/>
                    <a:pt x="8960" y="3086"/>
                  </a:cubicBezTo>
                  <a:lnTo>
                    <a:pt x="8595" y="2721"/>
                  </a:lnTo>
                  <a:lnTo>
                    <a:pt x="9085" y="2226"/>
                  </a:lnTo>
                  <a:lnTo>
                    <a:pt x="9450" y="2596"/>
                  </a:lnTo>
                  <a:cubicBezTo>
                    <a:pt x="9496" y="2642"/>
                    <a:pt x="9547" y="2661"/>
                    <a:pt x="9596" y="2661"/>
                  </a:cubicBezTo>
                  <a:cubicBezTo>
                    <a:pt x="9757" y="2661"/>
                    <a:pt x="9894" y="2454"/>
                    <a:pt x="9743" y="2303"/>
                  </a:cubicBezTo>
                  <a:lnTo>
                    <a:pt x="9378" y="1933"/>
                  </a:lnTo>
                  <a:lnTo>
                    <a:pt x="9868" y="1443"/>
                  </a:lnTo>
                  <a:lnTo>
                    <a:pt x="10238" y="1813"/>
                  </a:lnTo>
                  <a:cubicBezTo>
                    <a:pt x="10278" y="1851"/>
                    <a:pt x="10331" y="1870"/>
                    <a:pt x="10384" y="1870"/>
                  </a:cubicBezTo>
                  <a:cubicBezTo>
                    <a:pt x="10437" y="1870"/>
                    <a:pt x="10490" y="1851"/>
                    <a:pt x="10531" y="1813"/>
                  </a:cubicBezTo>
                  <a:cubicBezTo>
                    <a:pt x="10607" y="1731"/>
                    <a:pt x="10607" y="1601"/>
                    <a:pt x="10531" y="1520"/>
                  </a:cubicBezTo>
                  <a:lnTo>
                    <a:pt x="10161" y="1150"/>
                  </a:lnTo>
                  <a:lnTo>
                    <a:pt x="10641" y="669"/>
                  </a:lnTo>
                  <a:cubicBezTo>
                    <a:pt x="10816" y="495"/>
                    <a:pt x="11047" y="405"/>
                    <a:pt x="11279" y="405"/>
                  </a:cubicBezTo>
                  <a:close/>
                  <a:moveTo>
                    <a:pt x="1465" y="11772"/>
                  </a:moveTo>
                  <a:lnTo>
                    <a:pt x="2412" y="12723"/>
                  </a:lnTo>
                  <a:lnTo>
                    <a:pt x="1667" y="13472"/>
                  </a:lnTo>
                  <a:cubicBezTo>
                    <a:pt x="1542" y="13597"/>
                    <a:pt x="1369" y="13669"/>
                    <a:pt x="1191" y="13669"/>
                  </a:cubicBezTo>
                  <a:cubicBezTo>
                    <a:pt x="591" y="13669"/>
                    <a:pt x="298" y="12944"/>
                    <a:pt x="716" y="12521"/>
                  </a:cubicBezTo>
                  <a:lnTo>
                    <a:pt x="1465" y="11772"/>
                  </a:lnTo>
                  <a:close/>
                  <a:moveTo>
                    <a:pt x="11268" y="0"/>
                  </a:moveTo>
                  <a:cubicBezTo>
                    <a:pt x="10932" y="0"/>
                    <a:pt x="10595" y="129"/>
                    <a:pt x="10338" y="386"/>
                  </a:cubicBezTo>
                  <a:cubicBezTo>
                    <a:pt x="6000" y="4729"/>
                    <a:pt x="6212" y="4498"/>
                    <a:pt x="5962" y="4777"/>
                  </a:cubicBezTo>
                  <a:cubicBezTo>
                    <a:pt x="4319" y="6602"/>
                    <a:pt x="4689" y="7467"/>
                    <a:pt x="3373" y="9187"/>
                  </a:cubicBezTo>
                  <a:cubicBezTo>
                    <a:pt x="3260" y="9346"/>
                    <a:pt x="3398" y="9518"/>
                    <a:pt x="3546" y="9518"/>
                  </a:cubicBezTo>
                  <a:cubicBezTo>
                    <a:pt x="3600" y="9518"/>
                    <a:pt x="3655" y="9495"/>
                    <a:pt x="3699" y="9442"/>
                  </a:cubicBezTo>
                  <a:cubicBezTo>
                    <a:pt x="3939" y="9129"/>
                    <a:pt x="4156" y="8798"/>
                    <a:pt x="4343" y="8457"/>
                  </a:cubicBezTo>
                  <a:cubicBezTo>
                    <a:pt x="4506" y="9144"/>
                    <a:pt x="5044" y="9682"/>
                    <a:pt x="5731" y="9845"/>
                  </a:cubicBezTo>
                  <a:cubicBezTo>
                    <a:pt x="4300" y="10638"/>
                    <a:pt x="3680" y="11522"/>
                    <a:pt x="2705" y="12430"/>
                  </a:cubicBezTo>
                  <a:lnTo>
                    <a:pt x="1758" y="11478"/>
                  </a:lnTo>
                  <a:lnTo>
                    <a:pt x="2998" y="10239"/>
                  </a:lnTo>
                  <a:cubicBezTo>
                    <a:pt x="3149" y="10088"/>
                    <a:pt x="3012" y="9881"/>
                    <a:pt x="2851" y="9881"/>
                  </a:cubicBezTo>
                  <a:cubicBezTo>
                    <a:pt x="2802" y="9881"/>
                    <a:pt x="2751" y="9900"/>
                    <a:pt x="2705" y="9946"/>
                  </a:cubicBezTo>
                  <a:lnTo>
                    <a:pt x="423" y="12228"/>
                  </a:lnTo>
                  <a:cubicBezTo>
                    <a:pt x="0" y="12651"/>
                    <a:pt x="0" y="13338"/>
                    <a:pt x="423" y="13760"/>
                  </a:cubicBezTo>
                  <a:cubicBezTo>
                    <a:pt x="634" y="13972"/>
                    <a:pt x="912" y="14077"/>
                    <a:pt x="1189" y="14077"/>
                  </a:cubicBezTo>
                  <a:cubicBezTo>
                    <a:pt x="1467" y="14077"/>
                    <a:pt x="1744" y="13972"/>
                    <a:pt x="1955" y="13760"/>
                  </a:cubicBezTo>
                  <a:lnTo>
                    <a:pt x="4237" y="11478"/>
                  </a:lnTo>
                  <a:cubicBezTo>
                    <a:pt x="5525" y="10191"/>
                    <a:pt x="6740" y="9836"/>
                    <a:pt x="7297" y="9586"/>
                  </a:cubicBezTo>
                  <a:cubicBezTo>
                    <a:pt x="8201" y="9187"/>
                    <a:pt x="9022" y="8625"/>
                    <a:pt x="9719" y="7928"/>
                  </a:cubicBezTo>
                  <a:lnTo>
                    <a:pt x="13802" y="3845"/>
                  </a:lnTo>
                  <a:cubicBezTo>
                    <a:pt x="14311" y="3336"/>
                    <a:pt x="14316" y="2505"/>
                    <a:pt x="13802" y="1991"/>
                  </a:cubicBezTo>
                  <a:lnTo>
                    <a:pt x="12198" y="386"/>
                  </a:lnTo>
                  <a:cubicBezTo>
                    <a:pt x="11941" y="129"/>
                    <a:pt x="11604" y="0"/>
                    <a:pt x="11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80"/>
          <p:cNvGrpSpPr/>
          <p:nvPr/>
        </p:nvGrpSpPr>
        <p:grpSpPr>
          <a:xfrm>
            <a:off x="6614911" y="1516162"/>
            <a:ext cx="391810" cy="368484"/>
            <a:chOff x="6614911" y="1516162"/>
            <a:chExt cx="391810" cy="368484"/>
          </a:xfrm>
        </p:grpSpPr>
        <p:sp>
          <p:nvSpPr>
            <p:cNvPr id="9149" name="Google Shape;9149;p80"/>
            <p:cNvSpPr/>
            <p:nvPr/>
          </p:nvSpPr>
          <p:spPr>
            <a:xfrm>
              <a:off x="6622582" y="1523413"/>
              <a:ext cx="370185" cy="354189"/>
            </a:xfrm>
            <a:custGeom>
              <a:rect b="b" l="l" r="r" t="t"/>
              <a:pathLst>
                <a:path extrusionOk="0" h="13529" w="14140">
                  <a:moveTo>
                    <a:pt x="10738" y="1"/>
                  </a:moveTo>
                  <a:cubicBezTo>
                    <a:pt x="9945" y="1"/>
                    <a:pt x="9153" y="303"/>
                    <a:pt x="8547" y="909"/>
                  </a:cubicBezTo>
                  <a:lnTo>
                    <a:pt x="1212" y="8239"/>
                  </a:lnTo>
                  <a:cubicBezTo>
                    <a:pt x="1" y="9450"/>
                    <a:pt x="1" y="11410"/>
                    <a:pt x="1212" y="12621"/>
                  </a:cubicBezTo>
                  <a:cubicBezTo>
                    <a:pt x="1814" y="13226"/>
                    <a:pt x="2607" y="13529"/>
                    <a:pt x="3400" y="13529"/>
                  </a:cubicBezTo>
                  <a:cubicBezTo>
                    <a:pt x="4192" y="13529"/>
                    <a:pt x="4985" y="13226"/>
                    <a:pt x="5588" y="12621"/>
                  </a:cubicBezTo>
                  <a:lnTo>
                    <a:pt x="12929" y="5285"/>
                  </a:lnTo>
                  <a:cubicBezTo>
                    <a:pt x="14139" y="4074"/>
                    <a:pt x="14139" y="2114"/>
                    <a:pt x="12929" y="909"/>
                  </a:cubicBezTo>
                  <a:cubicBezTo>
                    <a:pt x="12323" y="303"/>
                    <a:pt x="11531" y="1"/>
                    <a:pt x="107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0"/>
            <p:cNvSpPr/>
            <p:nvPr/>
          </p:nvSpPr>
          <p:spPr>
            <a:xfrm>
              <a:off x="6680204" y="1573103"/>
              <a:ext cx="254836" cy="254705"/>
            </a:xfrm>
            <a:custGeom>
              <a:rect b="b" l="l" r="r" t="t"/>
              <a:pathLst>
                <a:path extrusionOk="0" h="9729" w="9734">
                  <a:moveTo>
                    <a:pt x="5352" y="0"/>
                  </a:moveTo>
                  <a:lnTo>
                    <a:pt x="0" y="5347"/>
                  </a:lnTo>
                  <a:lnTo>
                    <a:pt x="4381" y="9728"/>
                  </a:lnTo>
                  <a:lnTo>
                    <a:pt x="9733" y="4381"/>
                  </a:lnTo>
                  <a:lnTo>
                    <a:pt x="535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0"/>
            <p:cNvSpPr/>
            <p:nvPr/>
          </p:nvSpPr>
          <p:spPr>
            <a:xfrm>
              <a:off x="6622843" y="1523675"/>
              <a:ext cx="369793" cy="353927"/>
            </a:xfrm>
            <a:custGeom>
              <a:rect b="b" l="l" r="r" t="t"/>
              <a:pathLst>
                <a:path extrusionOk="0" h="13519" w="14125">
                  <a:moveTo>
                    <a:pt x="3400" y="1"/>
                  </a:moveTo>
                  <a:cubicBezTo>
                    <a:pt x="2608" y="1"/>
                    <a:pt x="1816" y="303"/>
                    <a:pt x="1211" y="908"/>
                  </a:cubicBezTo>
                  <a:cubicBezTo>
                    <a:pt x="5" y="2114"/>
                    <a:pt x="1" y="4064"/>
                    <a:pt x="1202" y="5275"/>
                  </a:cubicBezTo>
                  <a:lnTo>
                    <a:pt x="8537" y="12611"/>
                  </a:lnTo>
                  <a:cubicBezTo>
                    <a:pt x="9143" y="13216"/>
                    <a:pt x="9935" y="13519"/>
                    <a:pt x="10728" y="13519"/>
                  </a:cubicBezTo>
                  <a:cubicBezTo>
                    <a:pt x="11521" y="13519"/>
                    <a:pt x="12313" y="13216"/>
                    <a:pt x="12919" y="12611"/>
                  </a:cubicBezTo>
                  <a:cubicBezTo>
                    <a:pt x="14124" y="11400"/>
                    <a:pt x="14124" y="9440"/>
                    <a:pt x="12919" y="8234"/>
                  </a:cubicBezTo>
                  <a:lnTo>
                    <a:pt x="5578" y="899"/>
                  </a:lnTo>
                  <a:cubicBezTo>
                    <a:pt x="4975" y="300"/>
                    <a:pt x="4187" y="1"/>
                    <a:pt x="34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0"/>
            <p:cNvSpPr/>
            <p:nvPr/>
          </p:nvSpPr>
          <p:spPr>
            <a:xfrm>
              <a:off x="6822571" y="1715470"/>
              <a:ext cx="170065" cy="162133"/>
            </a:xfrm>
            <a:custGeom>
              <a:rect b="b" l="l" r="r" t="t"/>
              <a:pathLst>
                <a:path extrusionOk="0" h="6193" w="6496">
                  <a:moveTo>
                    <a:pt x="0" y="4382"/>
                  </a:moveTo>
                  <a:cubicBezTo>
                    <a:pt x="1" y="4383"/>
                    <a:pt x="2" y="4384"/>
                    <a:pt x="3" y="4385"/>
                  </a:cubicBezTo>
                  <a:lnTo>
                    <a:pt x="3" y="4385"/>
                  </a:lnTo>
                  <a:lnTo>
                    <a:pt x="0" y="4382"/>
                  </a:lnTo>
                  <a:close/>
                  <a:moveTo>
                    <a:pt x="4382" y="1"/>
                  </a:moveTo>
                  <a:cubicBezTo>
                    <a:pt x="5592" y="1211"/>
                    <a:pt x="5592" y="3171"/>
                    <a:pt x="4382" y="4377"/>
                  </a:cubicBezTo>
                  <a:cubicBezTo>
                    <a:pt x="3776" y="4983"/>
                    <a:pt x="2982" y="5285"/>
                    <a:pt x="2189" y="5285"/>
                  </a:cubicBezTo>
                  <a:cubicBezTo>
                    <a:pt x="1398" y="5285"/>
                    <a:pt x="608" y="4985"/>
                    <a:pt x="3" y="4385"/>
                  </a:cubicBezTo>
                  <a:lnTo>
                    <a:pt x="3" y="4385"/>
                  </a:lnTo>
                  <a:lnTo>
                    <a:pt x="908" y="5285"/>
                  </a:lnTo>
                  <a:cubicBezTo>
                    <a:pt x="1514" y="5890"/>
                    <a:pt x="2306" y="6193"/>
                    <a:pt x="3098" y="6193"/>
                  </a:cubicBezTo>
                  <a:cubicBezTo>
                    <a:pt x="3890" y="6193"/>
                    <a:pt x="4682" y="5890"/>
                    <a:pt x="5285" y="5285"/>
                  </a:cubicBezTo>
                  <a:cubicBezTo>
                    <a:pt x="6495" y="4074"/>
                    <a:pt x="6495" y="2114"/>
                    <a:pt x="5290" y="908"/>
                  </a:cubicBezTo>
                  <a:lnTo>
                    <a:pt x="4382"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0"/>
            <p:cNvSpPr/>
            <p:nvPr/>
          </p:nvSpPr>
          <p:spPr>
            <a:xfrm>
              <a:off x="6732014" y="1624782"/>
              <a:ext cx="149828" cy="149828"/>
            </a:xfrm>
            <a:custGeom>
              <a:rect b="b" l="l" r="r" t="t"/>
              <a:pathLst>
                <a:path extrusionOk="0" h="5723" w="5723">
                  <a:moveTo>
                    <a:pt x="2431" y="1"/>
                  </a:moveTo>
                  <a:lnTo>
                    <a:pt x="0" y="2431"/>
                  </a:lnTo>
                  <a:lnTo>
                    <a:pt x="3296" y="5722"/>
                  </a:lnTo>
                  <a:lnTo>
                    <a:pt x="5722" y="3296"/>
                  </a:lnTo>
                  <a:lnTo>
                    <a:pt x="24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0"/>
            <p:cNvSpPr/>
            <p:nvPr/>
          </p:nvSpPr>
          <p:spPr>
            <a:xfrm>
              <a:off x="6778929" y="1624782"/>
              <a:ext cx="103018" cy="149959"/>
            </a:xfrm>
            <a:custGeom>
              <a:rect b="b" l="l" r="r" t="t"/>
              <a:pathLst>
                <a:path extrusionOk="0" h="5728" w="3935">
                  <a:moveTo>
                    <a:pt x="639" y="1"/>
                  </a:moveTo>
                  <a:lnTo>
                    <a:pt x="0" y="640"/>
                  </a:lnTo>
                  <a:lnTo>
                    <a:pt x="1216" y="1860"/>
                  </a:lnTo>
                  <a:cubicBezTo>
                    <a:pt x="2013" y="2657"/>
                    <a:pt x="2013" y="3940"/>
                    <a:pt x="1216" y="4737"/>
                  </a:cubicBezTo>
                  <a:lnTo>
                    <a:pt x="870" y="5088"/>
                  </a:lnTo>
                  <a:lnTo>
                    <a:pt x="1509" y="5727"/>
                  </a:lnTo>
                  <a:lnTo>
                    <a:pt x="3935" y="3296"/>
                  </a:lnTo>
                  <a:lnTo>
                    <a:pt x="639"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0"/>
            <p:cNvSpPr/>
            <p:nvPr/>
          </p:nvSpPr>
          <p:spPr>
            <a:xfrm>
              <a:off x="6614911" y="1516162"/>
              <a:ext cx="391810" cy="368484"/>
            </a:xfrm>
            <a:custGeom>
              <a:rect b="b" l="l" r="r" t="t"/>
              <a:pathLst>
                <a:path extrusionOk="0" h="14075" w="14966">
                  <a:moveTo>
                    <a:pt x="2946" y="7330"/>
                  </a:moveTo>
                  <a:lnTo>
                    <a:pt x="7072" y="11452"/>
                  </a:lnTo>
                  <a:lnTo>
                    <a:pt x="5732" y="12792"/>
                  </a:lnTo>
                  <a:cubicBezTo>
                    <a:pt x="5163" y="13361"/>
                    <a:pt x="4416" y="13646"/>
                    <a:pt x="3669" y="13646"/>
                  </a:cubicBezTo>
                  <a:cubicBezTo>
                    <a:pt x="2922" y="13646"/>
                    <a:pt x="2175" y="13361"/>
                    <a:pt x="1605" y="12792"/>
                  </a:cubicBezTo>
                  <a:cubicBezTo>
                    <a:pt x="467" y="11654"/>
                    <a:pt x="467" y="9804"/>
                    <a:pt x="1605" y="8665"/>
                  </a:cubicBezTo>
                  <a:lnTo>
                    <a:pt x="2946" y="7330"/>
                  </a:lnTo>
                  <a:close/>
                  <a:moveTo>
                    <a:pt x="3662" y="412"/>
                  </a:moveTo>
                  <a:cubicBezTo>
                    <a:pt x="4430" y="412"/>
                    <a:pt x="5165" y="715"/>
                    <a:pt x="5703" y="1258"/>
                  </a:cubicBezTo>
                  <a:lnTo>
                    <a:pt x="13140" y="8694"/>
                  </a:lnTo>
                  <a:cubicBezTo>
                    <a:pt x="14264" y="9823"/>
                    <a:pt x="14269" y="11649"/>
                    <a:pt x="13145" y="12782"/>
                  </a:cubicBezTo>
                  <a:lnTo>
                    <a:pt x="13106" y="12821"/>
                  </a:lnTo>
                  <a:cubicBezTo>
                    <a:pt x="12542" y="13383"/>
                    <a:pt x="11802" y="13664"/>
                    <a:pt x="11062" y="13664"/>
                  </a:cubicBezTo>
                  <a:cubicBezTo>
                    <a:pt x="10322" y="13664"/>
                    <a:pt x="9583" y="13383"/>
                    <a:pt x="9018" y="12821"/>
                  </a:cubicBezTo>
                  <a:lnTo>
                    <a:pt x="1581" y="5384"/>
                  </a:lnTo>
                  <a:cubicBezTo>
                    <a:pt x="452" y="4255"/>
                    <a:pt x="452" y="2425"/>
                    <a:pt x="1581" y="1296"/>
                  </a:cubicBezTo>
                  <a:cubicBezTo>
                    <a:pt x="2129" y="734"/>
                    <a:pt x="2879" y="417"/>
                    <a:pt x="3662" y="412"/>
                  </a:cubicBezTo>
                  <a:close/>
                  <a:moveTo>
                    <a:pt x="3663" y="0"/>
                  </a:moveTo>
                  <a:cubicBezTo>
                    <a:pt x="2818" y="0"/>
                    <a:pt x="1973" y="323"/>
                    <a:pt x="1327" y="969"/>
                  </a:cubicBezTo>
                  <a:lnTo>
                    <a:pt x="1288" y="1008"/>
                  </a:lnTo>
                  <a:cubicBezTo>
                    <a:pt x="1" y="2295"/>
                    <a:pt x="1" y="4385"/>
                    <a:pt x="1288" y="5677"/>
                  </a:cubicBezTo>
                  <a:lnTo>
                    <a:pt x="2653" y="7037"/>
                  </a:lnTo>
                  <a:lnTo>
                    <a:pt x="1317" y="8377"/>
                  </a:lnTo>
                  <a:cubicBezTo>
                    <a:pt x="15" y="9674"/>
                    <a:pt x="15" y="11783"/>
                    <a:pt x="1317" y="13085"/>
                  </a:cubicBezTo>
                  <a:cubicBezTo>
                    <a:pt x="1966" y="13734"/>
                    <a:pt x="2817" y="14058"/>
                    <a:pt x="3669" y="14058"/>
                  </a:cubicBezTo>
                  <a:cubicBezTo>
                    <a:pt x="4520" y="14058"/>
                    <a:pt x="5372" y="13734"/>
                    <a:pt x="6020" y="13085"/>
                  </a:cubicBezTo>
                  <a:lnTo>
                    <a:pt x="7361" y="11745"/>
                  </a:lnTo>
                  <a:lnTo>
                    <a:pt x="8725" y="13109"/>
                  </a:lnTo>
                  <a:cubicBezTo>
                    <a:pt x="9369" y="13753"/>
                    <a:pt x="10213" y="14075"/>
                    <a:pt x="11058" y="14075"/>
                  </a:cubicBezTo>
                  <a:cubicBezTo>
                    <a:pt x="11903" y="14075"/>
                    <a:pt x="12748" y="13753"/>
                    <a:pt x="13395" y="13109"/>
                  </a:cubicBezTo>
                  <a:lnTo>
                    <a:pt x="13433" y="13071"/>
                  </a:lnTo>
                  <a:cubicBezTo>
                    <a:pt x="14720" y="11783"/>
                    <a:pt x="14720" y="9693"/>
                    <a:pt x="13433" y="8401"/>
                  </a:cubicBezTo>
                  <a:lnTo>
                    <a:pt x="7654" y="2622"/>
                  </a:lnTo>
                  <a:lnTo>
                    <a:pt x="8999" y="1277"/>
                  </a:lnTo>
                  <a:cubicBezTo>
                    <a:pt x="9542" y="729"/>
                    <a:pt x="10286" y="422"/>
                    <a:pt x="11060" y="422"/>
                  </a:cubicBezTo>
                  <a:cubicBezTo>
                    <a:pt x="13635" y="422"/>
                    <a:pt x="14966" y="3559"/>
                    <a:pt x="13121" y="5403"/>
                  </a:cubicBezTo>
                  <a:lnTo>
                    <a:pt x="12203" y="6316"/>
                  </a:lnTo>
                  <a:cubicBezTo>
                    <a:pt x="12073" y="6446"/>
                    <a:pt x="12165" y="6672"/>
                    <a:pt x="12352" y="6672"/>
                  </a:cubicBezTo>
                  <a:cubicBezTo>
                    <a:pt x="12501" y="6672"/>
                    <a:pt x="12482" y="6600"/>
                    <a:pt x="13414" y="5697"/>
                  </a:cubicBezTo>
                  <a:cubicBezTo>
                    <a:pt x="14711" y="4395"/>
                    <a:pt x="14711" y="2286"/>
                    <a:pt x="13414" y="989"/>
                  </a:cubicBezTo>
                  <a:cubicBezTo>
                    <a:pt x="12763" y="338"/>
                    <a:pt x="11910" y="12"/>
                    <a:pt x="11058" y="12"/>
                  </a:cubicBezTo>
                  <a:cubicBezTo>
                    <a:pt x="10206" y="12"/>
                    <a:pt x="9354" y="338"/>
                    <a:pt x="8706" y="989"/>
                  </a:cubicBezTo>
                  <a:lnTo>
                    <a:pt x="7361" y="2334"/>
                  </a:lnTo>
                  <a:lnTo>
                    <a:pt x="5996" y="969"/>
                  </a:lnTo>
                  <a:cubicBezTo>
                    <a:pt x="5353" y="323"/>
                    <a:pt x="4508" y="0"/>
                    <a:pt x="36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0"/>
            <p:cNvSpPr/>
            <p:nvPr/>
          </p:nvSpPr>
          <p:spPr>
            <a:xfrm>
              <a:off x="6725600" y="1618866"/>
              <a:ext cx="162892" cy="161897"/>
            </a:xfrm>
            <a:custGeom>
              <a:rect b="b" l="l" r="r" t="t"/>
              <a:pathLst>
                <a:path extrusionOk="0" h="6184" w="6222">
                  <a:moveTo>
                    <a:pt x="2669" y="1"/>
                  </a:moveTo>
                  <a:cubicBezTo>
                    <a:pt x="2616" y="1"/>
                    <a:pt x="2563" y="20"/>
                    <a:pt x="2523" y="58"/>
                  </a:cubicBezTo>
                  <a:lnTo>
                    <a:pt x="77" y="2504"/>
                  </a:lnTo>
                  <a:cubicBezTo>
                    <a:pt x="0" y="2585"/>
                    <a:pt x="0" y="2715"/>
                    <a:pt x="77" y="2797"/>
                  </a:cubicBezTo>
                  <a:lnTo>
                    <a:pt x="630" y="3349"/>
                  </a:lnTo>
                  <a:cubicBezTo>
                    <a:pt x="671" y="3388"/>
                    <a:pt x="723" y="3407"/>
                    <a:pt x="776" y="3407"/>
                  </a:cubicBezTo>
                  <a:cubicBezTo>
                    <a:pt x="829" y="3407"/>
                    <a:pt x="882" y="3388"/>
                    <a:pt x="923" y="3349"/>
                  </a:cubicBezTo>
                  <a:cubicBezTo>
                    <a:pt x="1000" y="3268"/>
                    <a:pt x="1000" y="3138"/>
                    <a:pt x="923" y="3056"/>
                  </a:cubicBezTo>
                  <a:lnTo>
                    <a:pt x="514" y="2653"/>
                  </a:lnTo>
                  <a:lnTo>
                    <a:pt x="2671" y="496"/>
                  </a:lnTo>
                  <a:lnTo>
                    <a:pt x="5703" y="3527"/>
                  </a:lnTo>
                  <a:lnTo>
                    <a:pt x="3546" y="5684"/>
                  </a:lnTo>
                  <a:lnTo>
                    <a:pt x="1615" y="3748"/>
                  </a:lnTo>
                  <a:cubicBezTo>
                    <a:pt x="1574" y="3710"/>
                    <a:pt x="1521" y="3690"/>
                    <a:pt x="1468" y="3690"/>
                  </a:cubicBezTo>
                  <a:cubicBezTo>
                    <a:pt x="1415" y="3690"/>
                    <a:pt x="1362" y="3710"/>
                    <a:pt x="1322" y="3748"/>
                  </a:cubicBezTo>
                  <a:cubicBezTo>
                    <a:pt x="1240" y="3830"/>
                    <a:pt x="1240" y="3959"/>
                    <a:pt x="1322" y="4041"/>
                  </a:cubicBezTo>
                  <a:lnTo>
                    <a:pt x="3402" y="6126"/>
                  </a:lnTo>
                  <a:cubicBezTo>
                    <a:pt x="3443" y="6164"/>
                    <a:pt x="3495" y="6184"/>
                    <a:pt x="3548" y="6184"/>
                  </a:cubicBezTo>
                  <a:cubicBezTo>
                    <a:pt x="3601" y="6184"/>
                    <a:pt x="3654" y="6164"/>
                    <a:pt x="3695" y="6126"/>
                  </a:cubicBezTo>
                  <a:lnTo>
                    <a:pt x="6140" y="3676"/>
                  </a:lnTo>
                  <a:cubicBezTo>
                    <a:pt x="6222" y="3594"/>
                    <a:pt x="6222" y="3465"/>
                    <a:pt x="6140" y="3388"/>
                  </a:cubicBezTo>
                  <a:lnTo>
                    <a:pt x="2816" y="58"/>
                  </a:lnTo>
                  <a:cubicBezTo>
                    <a:pt x="2775" y="20"/>
                    <a:pt x="2722" y="1"/>
                    <a:pt x="26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0"/>
            <p:cNvSpPr/>
            <p:nvPr/>
          </p:nvSpPr>
          <p:spPr>
            <a:xfrm>
              <a:off x="6682481" y="1641642"/>
              <a:ext cx="19216" cy="14739"/>
            </a:xfrm>
            <a:custGeom>
              <a:rect b="b" l="l" r="r" t="t"/>
              <a:pathLst>
                <a:path extrusionOk="0" h="563" w="734">
                  <a:moveTo>
                    <a:pt x="300" y="0"/>
                  </a:moveTo>
                  <a:cubicBezTo>
                    <a:pt x="140" y="0"/>
                    <a:pt x="1" y="208"/>
                    <a:pt x="149" y="356"/>
                  </a:cubicBezTo>
                  <a:lnTo>
                    <a:pt x="293" y="500"/>
                  </a:lnTo>
                  <a:cubicBezTo>
                    <a:pt x="337" y="544"/>
                    <a:pt x="386" y="563"/>
                    <a:pt x="434" y="563"/>
                  </a:cubicBezTo>
                  <a:cubicBezTo>
                    <a:pt x="594" y="563"/>
                    <a:pt x="734" y="355"/>
                    <a:pt x="586" y="207"/>
                  </a:cubicBezTo>
                  <a:lnTo>
                    <a:pt x="442" y="63"/>
                  </a:lnTo>
                  <a:cubicBezTo>
                    <a:pt x="397" y="19"/>
                    <a:pt x="348"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0"/>
            <p:cNvSpPr/>
            <p:nvPr/>
          </p:nvSpPr>
          <p:spPr>
            <a:xfrm>
              <a:off x="6678057" y="1604283"/>
              <a:ext cx="16886" cy="14608"/>
            </a:xfrm>
            <a:custGeom>
              <a:rect b="b" l="l" r="r" t="t"/>
              <a:pathLst>
                <a:path extrusionOk="0" h="558" w="645">
                  <a:moveTo>
                    <a:pt x="224" y="1"/>
                  </a:moveTo>
                  <a:cubicBezTo>
                    <a:pt x="171" y="1"/>
                    <a:pt x="118" y="20"/>
                    <a:pt x="77" y="58"/>
                  </a:cubicBezTo>
                  <a:cubicBezTo>
                    <a:pt x="1" y="140"/>
                    <a:pt x="1" y="270"/>
                    <a:pt x="77" y="351"/>
                  </a:cubicBezTo>
                  <a:cubicBezTo>
                    <a:pt x="193" y="447"/>
                    <a:pt x="236" y="558"/>
                    <a:pt x="370" y="558"/>
                  </a:cubicBezTo>
                  <a:cubicBezTo>
                    <a:pt x="553" y="553"/>
                    <a:pt x="644" y="332"/>
                    <a:pt x="515" y="202"/>
                  </a:cubicBezTo>
                  <a:lnTo>
                    <a:pt x="370" y="58"/>
                  </a:lnTo>
                  <a:cubicBezTo>
                    <a:pt x="330" y="20"/>
                    <a:pt x="277" y="1"/>
                    <a:pt x="2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0"/>
            <p:cNvSpPr/>
            <p:nvPr/>
          </p:nvSpPr>
          <p:spPr>
            <a:xfrm>
              <a:off x="6710756" y="1571454"/>
              <a:ext cx="17017" cy="14608"/>
            </a:xfrm>
            <a:custGeom>
              <a:rect b="b" l="l" r="r" t="t"/>
              <a:pathLst>
                <a:path extrusionOk="0" h="558" w="650">
                  <a:moveTo>
                    <a:pt x="229" y="1"/>
                  </a:moveTo>
                  <a:cubicBezTo>
                    <a:pt x="176" y="1"/>
                    <a:pt x="123" y="20"/>
                    <a:pt x="82" y="58"/>
                  </a:cubicBezTo>
                  <a:cubicBezTo>
                    <a:pt x="1" y="140"/>
                    <a:pt x="1" y="270"/>
                    <a:pt x="82" y="351"/>
                  </a:cubicBezTo>
                  <a:cubicBezTo>
                    <a:pt x="198" y="452"/>
                    <a:pt x="241" y="558"/>
                    <a:pt x="370" y="558"/>
                  </a:cubicBezTo>
                  <a:cubicBezTo>
                    <a:pt x="558" y="553"/>
                    <a:pt x="649" y="332"/>
                    <a:pt x="519" y="203"/>
                  </a:cubicBezTo>
                  <a:lnTo>
                    <a:pt x="375" y="58"/>
                  </a:lnTo>
                  <a:cubicBezTo>
                    <a:pt x="334" y="20"/>
                    <a:pt x="282" y="1"/>
                    <a:pt x="2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0"/>
            <p:cNvSpPr/>
            <p:nvPr/>
          </p:nvSpPr>
          <p:spPr>
            <a:xfrm>
              <a:off x="6714473" y="1609624"/>
              <a:ext cx="17567" cy="14713"/>
            </a:xfrm>
            <a:custGeom>
              <a:rect b="b" l="l" r="r" t="t"/>
              <a:pathLst>
                <a:path extrusionOk="0" h="562" w="671">
                  <a:moveTo>
                    <a:pt x="298" y="0"/>
                  </a:moveTo>
                  <a:cubicBezTo>
                    <a:pt x="138" y="0"/>
                    <a:pt x="1" y="208"/>
                    <a:pt x="152" y="359"/>
                  </a:cubicBezTo>
                  <a:cubicBezTo>
                    <a:pt x="267" y="455"/>
                    <a:pt x="310" y="560"/>
                    <a:pt x="440" y="560"/>
                  </a:cubicBezTo>
                  <a:cubicBezTo>
                    <a:pt x="445" y="561"/>
                    <a:pt x="450" y="561"/>
                    <a:pt x="454" y="561"/>
                  </a:cubicBezTo>
                  <a:cubicBezTo>
                    <a:pt x="506" y="561"/>
                    <a:pt x="553" y="538"/>
                    <a:pt x="584" y="503"/>
                  </a:cubicBezTo>
                  <a:cubicBezTo>
                    <a:pt x="670" y="421"/>
                    <a:pt x="670" y="287"/>
                    <a:pt x="589" y="205"/>
                  </a:cubicBezTo>
                  <a:lnTo>
                    <a:pt x="445" y="66"/>
                  </a:lnTo>
                  <a:cubicBezTo>
                    <a:pt x="399" y="20"/>
                    <a:pt x="347" y="0"/>
                    <a:pt x="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0"/>
            <p:cNvSpPr/>
            <p:nvPr/>
          </p:nvSpPr>
          <p:spPr>
            <a:xfrm>
              <a:off x="6748350" y="1577632"/>
              <a:ext cx="17017" cy="14478"/>
            </a:xfrm>
            <a:custGeom>
              <a:rect b="b" l="l" r="r" t="t"/>
              <a:pathLst>
                <a:path extrusionOk="0" h="553" w="650">
                  <a:moveTo>
                    <a:pt x="229" y="0"/>
                  </a:moveTo>
                  <a:cubicBezTo>
                    <a:pt x="176" y="0"/>
                    <a:pt x="123" y="19"/>
                    <a:pt x="83" y="58"/>
                  </a:cubicBezTo>
                  <a:cubicBezTo>
                    <a:pt x="1" y="139"/>
                    <a:pt x="1" y="269"/>
                    <a:pt x="83" y="351"/>
                  </a:cubicBezTo>
                  <a:cubicBezTo>
                    <a:pt x="198" y="452"/>
                    <a:pt x="241" y="553"/>
                    <a:pt x="376" y="553"/>
                  </a:cubicBezTo>
                  <a:cubicBezTo>
                    <a:pt x="558" y="553"/>
                    <a:pt x="650" y="332"/>
                    <a:pt x="520" y="202"/>
                  </a:cubicBezTo>
                  <a:lnTo>
                    <a:pt x="376" y="58"/>
                  </a:lnTo>
                  <a:cubicBezTo>
                    <a:pt x="335" y="19"/>
                    <a:pt x="282" y="0"/>
                    <a:pt x="2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0"/>
            <p:cNvSpPr/>
            <p:nvPr/>
          </p:nvSpPr>
          <p:spPr>
            <a:xfrm>
              <a:off x="6849405" y="1808540"/>
              <a:ext cx="17462" cy="14608"/>
            </a:xfrm>
            <a:custGeom>
              <a:rect b="b" l="l" r="r" t="t"/>
              <a:pathLst>
                <a:path extrusionOk="0" h="558" w="667">
                  <a:moveTo>
                    <a:pt x="301" y="0"/>
                  </a:moveTo>
                  <a:cubicBezTo>
                    <a:pt x="140" y="0"/>
                    <a:pt x="1" y="208"/>
                    <a:pt x="152" y="356"/>
                  </a:cubicBezTo>
                  <a:lnTo>
                    <a:pt x="292" y="500"/>
                  </a:lnTo>
                  <a:cubicBezTo>
                    <a:pt x="333" y="538"/>
                    <a:pt x="385" y="558"/>
                    <a:pt x="438" y="558"/>
                  </a:cubicBezTo>
                  <a:cubicBezTo>
                    <a:pt x="491" y="558"/>
                    <a:pt x="544" y="538"/>
                    <a:pt x="585" y="500"/>
                  </a:cubicBezTo>
                  <a:cubicBezTo>
                    <a:pt x="666" y="418"/>
                    <a:pt x="666" y="289"/>
                    <a:pt x="585" y="207"/>
                  </a:cubicBezTo>
                  <a:lnTo>
                    <a:pt x="445" y="63"/>
                  </a:lnTo>
                  <a:cubicBezTo>
                    <a:pt x="400" y="19"/>
                    <a:pt x="350"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0"/>
            <p:cNvSpPr/>
            <p:nvPr/>
          </p:nvSpPr>
          <p:spPr>
            <a:xfrm>
              <a:off x="6886895" y="1814823"/>
              <a:ext cx="19268" cy="14739"/>
            </a:xfrm>
            <a:custGeom>
              <a:rect b="b" l="l" r="r" t="t"/>
              <a:pathLst>
                <a:path extrusionOk="0" h="563" w="736">
                  <a:moveTo>
                    <a:pt x="301" y="0"/>
                  </a:moveTo>
                  <a:cubicBezTo>
                    <a:pt x="139" y="0"/>
                    <a:pt x="0" y="208"/>
                    <a:pt x="152" y="356"/>
                  </a:cubicBezTo>
                  <a:lnTo>
                    <a:pt x="291" y="500"/>
                  </a:lnTo>
                  <a:cubicBezTo>
                    <a:pt x="337" y="544"/>
                    <a:pt x="387" y="563"/>
                    <a:pt x="435" y="563"/>
                  </a:cubicBezTo>
                  <a:cubicBezTo>
                    <a:pt x="597" y="563"/>
                    <a:pt x="736" y="355"/>
                    <a:pt x="584"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0"/>
            <p:cNvSpPr/>
            <p:nvPr/>
          </p:nvSpPr>
          <p:spPr>
            <a:xfrm>
              <a:off x="6919725" y="1781993"/>
              <a:ext cx="17436" cy="14608"/>
            </a:xfrm>
            <a:custGeom>
              <a:rect b="b" l="l" r="r" t="t"/>
              <a:pathLst>
                <a:path extrusionOk="0" h="558" w="666">
                  <a:moveTo>
                    <a:pt x="301" y="0"/>
                  </a:moveTo>
                  <a:cubicBezTo>
                    <a:pt x="139" y="0"/>
                    <a:pt x="0" y="208"/>
                    <a:pt x="152" y="356"/>
                  </a:cubicBezTo>
                  <a:lnTo>
                    <a:pt x="296" y="500"/>
                  </a:lnTo>
                  <a:cubicBezTo>
                    <a:pt x="337" y="539"/>
                    <a:pt x="390" y="558"/>
                    <a:pt x="442" y="558"/>
                  </a:cubicBezTo>
                  <a:cubicBezTo>
                    <a:pt x="495" y="558"/>
                    <a:pt x="548" y="539"/>
                    <a:pt x="589" y="500"/>
                  </a:cubicBezTo>
                  <a:cubicBezTo>
                    <a:pt x="666" y="419"/>
                    <a:pt x="666" y="289"/>
                    <a:pt x="589"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0"/>
            <p:cNvSpPr/>
            <p:nvPr/>
          </p:nvSpPr>
          <p:spPr>
            <a:xfrm>
              <a:off x="6881476" y="1776522"/>
              <a:ext cx="18719" cy="14818"/>
            </a:xfrm>
            <a:custGeom>
              <a:rect b="b" l="l" r="r" t="t"/>
              <a:pathLst>
                <a:path extrusionOk="0" h="566" w="715">
                  <a:moveTo>
                    <a:pt x="297" y="0"/>
                  </a:moveTo>
                  <a:cubicBezTo>
                    <a:pt x="138" y="0"/>
                    <a:pt x="0" y="208"/>
                    <a:pt x="148" y="359"/>
                  </a:cubicBezTo>
                  <a:cubicBezTo>
                    <a:pt x="263" y="459"/>
                    <a:pt x="306" y="565"/>
                    <a:pt x="441" y="565"/>
                  </a:cubicBezTo>
                  <a:cubicBezTo>
                    <a:pt x="623" y="560"/>
                    <a:pt x="714" y="339"/>
                    <a:pt x="585" y="210"/>
                  </a:cubicBezTo>
                  <a:lnTo>
                    <a:pt x="441" y="66"/>
                  </a:lnTo>
                  <a:cubicBezTo>
                    <a:pt x="396" y="20"/>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0"/>
            <p:cNvSpPr/>
            <p:nvPr/>
          </p:nvSpPr>
          <p:spPr>
            <a:xfrm>
              <a:off x="6913520" y="1744504"/>
              <a:ext cx="18745" cy="14766"/>
            </a:xfrm>
            <a:custGeom>
              <a:rect b="b" l="l" r="r" t="t"/>
              <a:pathLst>
                <a:path extrusionOk="0" h="564" w="716">
                  <a:moveTo>
                    <a:pt x="300" y="1"/>
                  </a:moveTo>
                  <a:cubicBezTo>
                    <a:pt x="140" y="1"/>
                    <a:pt x="1" y="209"/>
                    <a:pt x="149" y="357"/>
                  </a:cubicBezTo>
                  <a:cubicBezTo>
                    <a:pt x="264" y="457"/>
                    <a:pt x="307" y="563"/>
                    <a:pt x="442" y="563"/>
                  </a:cubicBezTo>
                  <a:cubicBezTo>
                    <a:pt x="624" y="563"/>
                    <a:pt x="716" y="337"/>
                    <a:pt x="586" y="208"/>
                  </a:cubicBezTo>
                  <a:lnTo>
                    <a:pt x="442" y="64"/>
                  </a:lnTo>
                  <a:cubicBezTo>
                    <a:pt x="397" y="19"/>
                    <a:pt x="348"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80"/>
          <p:cNvGrpSpPr/>
          <p:nvPr/>
        </p:nvGrpSpPr>
        <p:grpSpPr>
          <a:xfrm>
            <a:off x="5822573" y="3360019"/>
            <a:ext cx="231065" cy="368405"/>
            <a:chOff x="5822573" y="3360019"/>
            <a:chExt cx="231065" cy="368405"/>
          </a:xfrm>
        </p:grpSpPr>
        <p:sp>
          <p:nvSpPr>
            <p:cNvPr id="9168" name="Google Shape;9168;p80"/>
            <p:cNvSpPr/>
            <p:nvPr/>
          </p:nvSpPr>
          <p:spPr>
            <a:xfrm>
              <a:off x="5828987" y="3458377"/>
              <a:ext cx="218106" cy="263004"/>
            </a:xfrm>
            <a:custGeom>
              <a:rect b="b" l="l" r="r" t="t"/>
              <a:pathLst>
                <a:path extrusionOk="0" h="10046" w="8331">
                  <a:moveTo>
                    <a:pt x="865" y="0"/>
                  </a:moveTo>
                  <a:cubicBezTo>
                    <a:pt x="389" y="0"/>
                    <a:pt x="0" y="390"/>
                    <a:pt x="0" y="865"/>
                  </a:cubicBezTo>
                  <a:lnTo>
                    <a:pt x="0" y="9181"/>
                  </a:lnTo>
                  <a:cubicBezTo>
                    <a:pt x="0" y="9656"/>
                    <a:pt x="389" y="10046"/>
                    <a:pt x="865" y="10046"/>
                  </a:cubicBezTo>
                  <a:lnTo>
                    <a:pt x="7466" y="10046"/>
                  </a:lnTo>
                  <a:cubicBezTo>
                    <a:pt x="7946" y="10046"/>
                    <a:pt x="8331" y="9656"/>
                    <a:pt x="8331" y="9176"/>
                  </a:cubicBezTo>
                  <a:lnTo>
                    <a:pt x="8331" y="865"/>
                  </a:lnTo>
                  <a:cubicBezTo>
                    <a:pt x="8331" y="390"/>
                    <a:pt x="7941" y="0"/>
                    <a:pt x="746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0"/>
            <p:cNvSpPr/>
            <p:nvPr/>
          </p:nvSpPr>
          <p:spPr>
            <a:xfrm>
              <a:off x="5987586" y="3458377"/>
              <a:ext cx="59507" cy="263004"/>
            </a:xfrm>
            <a:custGeom>
              <a:rect b="b" l="l" r="r" t="t"/>
              <a:pathLst>
                <a:path extrusionOk="0" h="10046" w="2273">
                  <a:moveTo>
                    <a:pt x="0" y="0"/>
                  </a:moveTo>
                  <a:cubicBezTo>
                    <a:pt x="476" y="0"/>
                    <a:pt x="865" y="390"/>
                    <a:pt x="865" y="865"/>
                  </a:cubicBezTo>
                  <a:lnTo>
                    <a:pt x="865" y="9176"/>
                  </a:lnTo>
                  <a:cubicBezTo>
                    <a:pt x="865" y="9656"/>
                    <a:pt x="476" y="10046"/>
                    <a:pt x="0" y="10046"/>
                  </a:cubicBezTo>
                  <a:lnTo>
                    <a:pt x="1408" y="10046"/>
                  </a:lnTo>
                  <a:cubicBezTo>
                    <a:pt x="1883" y="10046"/>
                    <a:pt x="2273" y="9656"/>
                    <a:pt x="2273" y="9176"/>
                  </a:cubicBezTo>
                  <a:lnTo>
                    <a:pt x="2273" y="865"/>
                  </a:lnTo>
                  <a:cubicBezTo>
                    <a:pt x="2273" y="390"/>
                    <a:pt x="1883" y="0"/>
                    <a:pt x="1408"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0"/>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0"/>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0"/>
            <p:cNvSpPr/>
            <p:nvPr/>
          </p:nvSpPr>
          <p:spPr>
            <a:xfrm>
              <a:off x="5961798" y="3434868"/>
              <a:ext cx="35997" cy="23667"/>
            </a:xfrm>
            <a:custGeom>
              <a:rect b="b" l="l" r="r" t="t"/>
              <a:pathLst>
                <a:path extrusionOk="0" h="904" w="1375">
                  <a:moveTo>
                    <a:pt x="0" y="0"/>
                  </a:moveTo>
                  <a:lnTo>
                    <a:pt x="0" y="903"/>
                  </a:lnTo>
                  <a:lnTo>
                    <a:pt x="1374" y="903"/>
                  </a:lnTo>
                  <a:lnTo>
                    <a:pt x="1374"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0"/>
            <p:cNvSpPr/>
            <p:nvPr/>
          </p:nvSpPr>
          <p:spPr>
            <a:xfrm>
              <a:off x="5853518" y="3367192"/>
              <a:ext cx="169175" cy="67571"/>
            </a:xfrm>
            <a:custGeom>
              <a:rect b="b" l="l" r="r" t="t"/>
              <a:pathLst>
                <a:path extrusionOk="0" h="2581" w="6462">
                  <a:moveTo>
                    <a:pt x="0" y="1"/>
                  </a:moveTo>
                  <a:lnTo>
                    <a:pt x="0" y="2580"/>
                  </a:lnTo>
                  <a:lnTo>
                    <a:pt x="6462" y="2580"/>
                  </a:lnTo>
                  <a:lnTo>
                    <a:pt x="646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0"/>
            <p:cNvSpPr/>
            <p:nvPr/>
          </p:nvSpPr>
          <p:spPr>
            <a:xfrm>
              <a:off x="5979391" y="3367192"/>
              <a:ext cx="43171" cy="67571"/>
            </a:xfrm>
            <a:custGeom>
              <a:rect b="b" l="l" r="r" t="t"/>
              <a:pathLst>
                <a:path extrusionOk="0" h="2581" w="1649">
                  <a:moveTo>
                    <a:pt x="1" y="1"/>
                  </a:moveTo>
                  <a:lnTo>
                    <a:pt x="1" y="2580"/>
                  </a:lnTo>
                  <a:lnTo>
                    <a:pt x="1649" y="2580"/>
                  </a:lnTo>
                  <a:lnTo>
                    <a:pt x="164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0"/>
            <p:cNvSpPr/>
            <p:nvPr/>
          </p:nvSpPr>
          <p:spPr>
            <a:xfrm>
              <a:off x="5863309" y="3497621"/>
              <a:ext cx="149462" cy="184517"/>
            </a:xfrm>
            <a:custGeom>
              <a:rect b="b" l="l" r="r" t="t"/>
              <a:pathLst>
                <a:path extrusionOk="0" h="7048" w="5709">
                  <a:moveTo>
                    <a:pt x="1" y="0"/>
                  </a:moveTo>
                  <a:lnTo>
                    <a:pt x="1" y="7048"/>
                  </a:lnTo>
                  <a:lnTo>
                    <a:pt x="5708" y="7048"/>
                  </a:lnTo>
                  <a:lnTo>
                    <a:pt x="570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0"/>
            <p:cNvSpPr/>
            <p:nvPr/>
          </p:nvSpPr>
          <p:spPr>
            <a:xfrm>
              <a:off x="5969469" y="3497621"/>
              <a:ext cx="43302" cy="184517"/>
            </a:xfrm>
            <a:custGeom>
              <a:rect b="b" l="l" r="r" t="t"/>
              <a:pathLst>
                <a:path extrusionOk="0" h="7048" w="1654">
                  <a:moveTo>
                    <a:pt x="0" y="0"/>
                  </a:moveTo>
                  <a:lnTo>
                    <a:pt x="0" y="7048"/>
                  </a:lnTo>
                  <a:lnTo>
                    <a:pt x="1653" y="7048"/>
                  </a:lnTo>
                  <a:lnTo>
                    <a:pt x="1653" y="0"/>
                  </a:ln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0"/>
            <p:cNvSpPr/>
            <p:nvPr/>
          </p:nvSpPr>
          <p:spPr>
            <a:xfrm>
              <a:off x="5883075" y="3538855"/>
              <a:ext cx="105924" cy="101919"/>
            </a:xfrm>
            <a:custGeom>
              <a:rect b="b" l="l" r="r" t="t"/>
              <a:pathLst>
                <a:path extrusionOk="0" h="3893" w="4046">
                  <a:moveTo>
                    <a:pt x="2099" y="1"/>
                  </a:moveTo>
                  <a:cubicBezTo>
                    <a:pt x="1312" y="1"/>
                    <a:pt x="605" y="477"/>
                    <a:pt x="303" y="1202"/>
                  </a:cubicBezTo>
                  <a:cubicBezTo>
                    <a:pt x="0" y="1932"/>
                    <a:pt x="168" y="2768"/>
                    <a:pt x="725" y="3325"/>
                  </a:cubicBezTo>
                  <a:cubicBezTo>
                    <a:pt x="1098" y="3695"/>
                    <a:pt x="1595" y="3892"/>
                    <a:pt x="2100" y="3892"/>
                  </a:cubicBezTo>
                  <a:cubicBezTo>
                    <a:pt x="2351" y="3892"/>
                    <a:pt x="2604" y="3844"/>
                    <a:pt x="2844" y="3743"/>
                  </a:cubicBezTo>
                  <a:cubicBezTo>
                    <a:pt x="3569" y="3445"/>
                    <a:pt x="4045" y="2734"/>
                    <a:pt x="4045" y="1947"/>
                  </a:cubicBezTo>
                  <a:cubicBezTo>
                    <a:pt x="4045" y="875"/>
                    <a:pt x="3176" y="1"/>
                    <a:pt x="2099"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0"/>
            <p:cNvSpPr/>
            <p:nvPr/>
          </p:nvSpPr>
          <p:spPr>
            <a:xfrm>
              <a:off x="5893757" y="3545530"/>
              <a:ext cx="104170" cy="95295"/>
            </a:xfrm>
            <a:custGeom>
              <a:rect b="b" l="l" r="r" t="t"/>
              <a:pathLst>
                <a:path extrusionOk="0" h="3640" w="3979">
                  <a:moveTo>
                    <a:pt x="2652" y="1"/>
                  </a:moveTo>
                  <a:lnTo>
                    <a:pt x="2652" y="1"/>
                  </a:lnTo>
                  <a:cubicBezTo>
                    <a:pt x="3085" y="760"/>
                    <a:pt x="2950" y="1716"/>
                    <a:pt x="2335" y="2331"/>
                  </a:cubicBezTo>
                  <a:cubicBezTo>
                    <a:pt x="1959" y="2707"/>
                    <a:pt x="1461" y="2902"/>
                    <a:pt x="956" y="2902"/>
                  </a:cubicBezTo>
                  <a:cubicBezTo>
                    <a:pt x="630" y="2902"/>
                    <a:pt x="301" y="2820"/>
                    <a:pt x="0" y="2652"/>
                  </a:cubicBezTo>
                  <a:lnTo>
                    <a:pt x="0" y="2652"/>
                  </a:lnTo>
                  <a:cubicBezTo>
                    <a:pt x="366" y="3298"/>
                    <a:pt x="1028" y="3640"/>
                    <a:pt x="1698" y="3640"/>
                  </a:cubicBezTo>
                  <a:cubicBezTo>
                    <a:pt x="2190" y="3640"/>
                    <a:pt x="2686" y="3455"/>
                    <a:pt x="3070" y="3070"/>
                  </a:cubicBezTo>
                  <a:cubicBezTo>
                    <a:pt x="3978" y="2158"/>
                    <a:pt x="3772" y="630"/>
                    <a:pt x="265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0"/>
            <p:cNvSpPr/>
            <p:nvPr/>
          </p:nvSpPr>
          <p:spPr>
            <a:xfrm>
              <a:off x="5822573" y="3360019"/>
              <a:ext cx="231065" cy="368405"/>
            </a:xfrm>
            <a:custGeom>
              <a:rect b="b" l="l" r="r" t="t"/>
              <a:pathLst>
                <a:path extrusionOk="0" h="14072" w="8826">
                  <a:moveTo>
                    <a:pt x="2542" y="414"/>
                  </a:moveTo>
                  <a:lnTo>
                    <a:pt x="2542" y="2609"/>
                  </a:lnTo>
                  <a:lnTo>
                    <a:pt x="1355" y="2609"/>
                  </a:lnTo>
                  <a:lnTo>
                    <a:pt x="1355" y="414"/>
                  </a:lnTo>
                  <a:close/>
                  <a:moveTo>
                    <a:pt x="4209" y="414"/>
                  </a:moveTo>
                  <a:lnTo>
                    <a:pt x="4209" y="2609"/>
                  </a:lnTo>
                  <a:lnTo>
                    <a:pt x="2950" y="2609"/>
                  </a:lnTo>
                  <a:lnTo>
                    <a:pt x="2950" y="414"/>
                  </a:lnTo>
                  <a:close/>
                  <a:moveTo>
                    <a:pt x="5871" y="414"/>
                  </a:moveTo>
                  <a:lnTo>
                    <a:pt x="5871" y="2609"/>
                  </a:lnTo>
                  <a:lnTo>
                    <a:pt x="4617" y="2609"/>
                  </a:lnTo>
                  <a:lnTo>
                    <a:pt x="4617" y="414"/>
                  </a:lnTo>
                  <a:close/>
                  <a:moveTo>
                    <a:pt x="6510" y="3027"/>
                  </a:moveTo>
                  <a:lnTo>
                    <a:pt x="6510" y="3517"/>
                  </a:lnTo>
                  <a:lnTo>
                    <a:pt x="2316" y="3517"/>
                  </a:lnTo>
                  <a:lnTo>
                    <a:pt x="2316" y="3027"/>
                  </a:lnTo>
                  <a:close/>
                  <a:moveTo>
                    <a:pt x="7754" y="3930"/>
                  </a:moveTo>
                  <a:cubicBezTo>
                    <a:pt x="8119" y="3930"/>
                    <a:pt x="8417" y="4228"/>
                    <a:pt x="8417" y="4589"/>
                  </a:cubicBezTo>
                  <a:lnTo>
                    <a:pt x="8412" y="13005"/>
                  </a:lnTo>
                  <a:cubicBezTo>
                    <a:pt x="8412" y="13370"/>
                    <a:pt x="8114" y="13668"/>
                    <a:pt x="7754" y="13668"/>
                  </a:cubicBezTo>
                  <a:lnTo>
                    <a:pt x="1072" y="13668"/>
                  </a:lnTo>
                  <a:cubicBezTo>
                    <a:pt x="707" y="13668"/>
                    <a:pt x="413" y="13370"/>
                    <a:pt x="413" y="13005"/>
                  </a:cubicBezTo>
                  <a:lnTo>
                    <a:pt x="413" y="4589"/>
                  </a:lnTo>
                  <a:cubicBezTo>
                    <a:pt x="413" y="4228"/>
                    <a:pt x="707" y="3930"/>
                    <a:pt x="1072" y="3930"/>
                  </a:cubicBezTo>
                  <a:close/>
                  <a:moveTo>
                    <a:pt x="1148" y="1"/>
                  </a:moveTo>
                  <a:cubicBezTo>
                    <a:pt x="1033" y="1"/>
                    <a:pt x="942" y="92"/>
                    <a:pt x="942" y="207"/>
                  </a:cubicBezTo>
                  <a:lnTo>
                    <a:pt x="942" y="2816"/>
                  </a:lnTo>
                  <a:cubicBezTo>
                    <a:pt x="942" y="2931"/>
                    <a:pt x="1033" y="3022"/>
                    <a:pt x="1148" y="3022"/>
                  </a:cubicBezTo>
                  <a:lnTo>
                    <a:pt x="1903" y="3022"/>
                  </a:lnTo>
                  <a:lnTo>
                    <a:pt x="1903" y="3517"/>
                  </a:lnTo>
                  <a:lnTo>
                    <a:pt x="1072" y="3517"/>
                  </a:lnTo>
                  <a:cubicBezTo>
                    <a:pt x="481" y="3517"/>
                    <a:pt x="5" y="3998"/>
                    <a:pt x="0" y="4589"/>
                  </a:cubicBezTo>
                  <a:lnTo>
                    <a:pt x="0" y="13000"/>
                  </a:lnTo>
                  <a:cubicBezTo>
                    <a:pt x="5" y="13591"/>
                    <a:pt x="481" y="14072"/>
                    <a:pt x="1072" y="14072"/>
                  </a:cubicBezTo>
                  <a:lnTo>
                    <a:pt x="7754" y="14072"/>
                  </a:lnTo>
                  <a:cubicBezTo>
                    <a:pt x="8345" y="14072"/>
                    <a:pt x="8825" y="13591"/>
                    <a:pt x="8825" y="13000"/>
                  </a:cubicBezTo>
                  <a:lnTo>
                    <a:pt x="8825" y="4589"/>
                  </a:lnTo>
                  <a:cubicBezTo>
                    <a:pt x="8825" y="3998"/>
                    <a:pt x="8345" y="3517"/>
                    <a:pt x="7754" y="3517"/>
                  </a:cubicBezTo>
                  <a:lnTo>
                    <a:pt x="6923" y="3517"/>
                  </a:lnTo>
                  <a:lnTo>
                    <a:pt x="6923" y="3022"/>
                  </a:lnTo>
                  <a:lnTo>
                    <a:pt x="7677" y="3022"/>
                  </a:lnTo>
                  <a:cubicBezTo>
                    <a:pt x="7788" y="3022"/>
                    <a:pt x="7879" y="2931"/>
                    <a:pt x="7879" y="2821"/>
                  </a:cubicBezTo>
                  <a:lnTo>
                    <a:pt x="7879" y="1514"/>
                  </a:lnTo>
                  <a:cubicBezTo>
                    <a:pt x="7879" y="1377"/>
                    <a:pt x="7777" y="1309"/>
                    <a:pt x="7675" y="1309"/>
                  </a:cubicBezTo>
                  <a:cubicBezTo>
                    <a:pt x="7573" y="1309"/>
                    <a:pt x="7471" y="1377"/>
                    <a:pt x="7471" y="1514"/>
                  </a:cubicBezTo>
                  <a:lnTo>
                    <a:pt x="7471" y="2609"/>
                  </a:lnTo>
                  <a:lnTo>
                    <a:pt x="6289" y="2609"/>
                  </a:lnTo>
                  <a:lnTo>
                    <a:pt x="6289" y="414"/>
                  </a:lnTo>
                  <a:lnTo>
                    <a:pt x="7471" y="414"/>
                  </a:lnTo>
                  <a:lnTo>
                    <a:pt x="7471" y="659"/>
                  </a:lnTo>
                  <a:cubicBezTo>
                    <a:pt x="7471" y="796"/>
                    <a:pt x="7573" y="864"/>
                    <a:pt x="7675" y="864"/>
                  </a:cubicBezTo>
                  <a:cubicBezTo>
                    <a:pt x="7777" y="864"/>
                    <a:pt x="7879" y="796"/>
                    <a:pt x="7879" y="659"/>
                  </a:cubicBezTo>
                  <a:lnTo>
                    <a:pt x="7879" y="207"/>
                  </a:lnTo>
                  <a:cubicBezTo>
                    <a:pt x="7879" y="92"/>
                    <a:pt x="7788" y="1"/>
                    <a:pt x="76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0"/>
            <p:cNvSpPr/>
            <p:nvPr/>
          </p:nvSpPr>
          <p:spPr>
            <a:xfrm>
              <a:off x="5907213" y="3561422"/>
              <a:ext cx="61523" cy="57832"/>
            </a:xfrm>
            <a:custGeom>
              <a:rect b="b" l="l" r="r" t="t"/>
              <a:pathLst>
                <a:path extrusionOk="0" h="2209" w="2350">
                  <a:moveTo>
                    <a:pt x="1175" y="0"/>
                  </a:moveTo>
                  <a:cubicBezTo>
                    <a:pt x="1073" y="0"/>
                    <a:pt x="971" y="69"/>
                    <a:pt x="971" y="205"/>
                  </a:cubicBezTo>
                  <a:lnTo>
                    <a:pt x="971" y="902"/>
                  </a:lnTo>
                  <a:lnTo>
                    <a:pt x="274" y="902"/>
                  </a:lnTo>
                  <a:cubicBezTo>
                    <a:pt x="0" y="902"/>
                    <a:pt x="0" y="1310"/>
                    <a:pt x="274" y="1310"/>
                  </a:cubicBezTo>
                  <a:lnTo>
                    <a:pt x="971" y="1310"/>
                  </a:lnTo>
                  <a:lnTo>
                    <a:pt x="971" y="2007"/>
                  </a:lnTo>
                  <a:cubicBezTo>
                    <a:pt x="971" y="2142"/>
                    <a:pt x="1073" y="2209"/>
                    <a:pt x="1175" y="2209"/>
                  </a:cubicBezTo>
                  <a:cubicBezTo>
                    <a:pt x="1277" y="2209"/>
                    <a:pt x="1379" y="2142"/>
                    <a:pt x="1379" y="2007"/>
                  </a:cubicBezTo>
                  <a:lnTo>
                    <a:pt x="1379" y="1310"/>
                  </a:lnTo>
                  <a:lnTo>
                    <a:pt x="2076" y="1310"/>
                  </a:lnTo>
                  <a:cubicBezTo>
                    <a:pt x="2348" y="1310"/>
                    <a:pt x="2350" y="902"/>
                    <a:pt x="2081" y="902"/>
                  </a:cubicBezTo>
                  <a:cubicBezTo>
                    <a:pt x="2079" y="902"/>
                    <a:pt x="2077" y="902"/>
                    <a:pt x="2076" y="902"/>
                  </a:cubicBezTo>
                  <a:lnTo>
                    <a:pt x="1379" y="902"/>
                  </a:lnTo>
                  <a:lnTo>
                    <a:pt x="1379" y="205"/>
                  </a:lnTo>
                  <a:cubicBezTo>
                    <a:pt x="1379" y="69"/>
                    <a:pt x="1277" y="0"/>
                    <a:pt x="11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0"/>
            <p:cNvSpPr/>
            <p:nvPr/>
          </p:nvSpPr>
          <p:spPr>
            <a:xfrm>
              <a:off x="5881190" y="3533540"/>
              <a:ext cx="118124" cy="113647"/>
            </a:xfrm>
            <a:custGeom>
              <a:rect b="b" l="l" r="r" t="t"/>
              <a:pathLst>
                <a:path extrusionOk="0" h="4341" w="4512">
                  <a:moveTo>
                    <a:pt x="2171" y="411"/>
                  </a:moveTo>
                  <a:cubicBezTo>
                    <a:pt x="2882" y="411"/>
                    <a:pt x="3526" y="838"/>
                    <a:pt x="3795" y="1496"/>
                  </a:cubicBezTo>
                  <a:cubicBezTo>
                    <a:pt x="4069" y="2154"/>
                    <a:pt x="3920" y="2909"/>
                    <a:pt x="3416" y="3413"/>
                  </a:cubicBezTo>
                  <a:cubicBezTo>
                    <a:pt x="3078" y="3751"/>
                    <a:pt x="2628" y="3929"/>
                    <a:pt x="2169" y="3929"/>
                  </a:cubicBezTo>
                  <a:cubicBezTo>
                    <a:pt x="1944" y="3929"/>
                    <a:pt x="1716" y="3886"/>
                    <a:pt x="1499" y="3797"/>
                  </a:cubicBezTo>
                  <a:cubicBezTo>
                    <a:pt x="841" y="3524"/>
                    <a:pt x="413" y="2880"/>
                    <a:pt x="413" y="2169"/>
                  </a:cubicBezTo>
                  <a:cubicBezTo>
                    <a:pt x="413" y="1198"/>
                    <a:pt x="1201" y="411"/>
                    <a:pt x="2171" y="411"/>
                  </a:cubicBezTo>
                  <a:close/>
                  <a:moveTo>
                    <a:pt x="2169" y="0"/>
                  </a:moveTo>
                  <a:cubicBezTo>
                    <a:pt x="1890" y="0"/>
                    <a:pt x="1609" y="54"/>
                    <a:pt x="1340" y="166"/>
                  </a:cubicBezTo>
                  <a:cubicBezTo>
                    <a:pt x="528" y="502"/>
                    <a:pt x="0" y="1290"/>
                    <a:pt x="0" y="2169"/>
                  </a:cubicBezTo>
                  <a:cubicBezTo>
                    <a:pt x="5" y="3365"/>
                    <a:pt x="975" y="4340"/>
                    <a:pt x="2171" y="4340"/>
                  </a:cubicBezTo>
                  <a:cubicBezTo>
                    <a:pt x="3051" y="4340"/>
                    <a:pt x="3838" y="3812"/>
                    <a:pt x="4175" y="3000"/>
                  </a:cubicBezTo>
                  <a:cubicBezTo>
                    <a:pt x="4511" y="2188"/>
                    <a:pt x="4324" y="1256"/>
                    <a:pt x="3704" y="636"/>
                  </a:cubicBezTo>
                  <a:cubicBezTo>
                    <a:pt x="3289" y="222"/>
                    <a:pt x="2734" y="0"/>
                    <a:pt x="21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0"/>
            <p:cNvSpPr/>
            <p:nvPr/>
          </p:nvSpPr>
          <p:spPr>
            <a:xfrm>
              <a:off x="5857288" y="3491704"/>
              <a:ext cx="161766" cy="197109"/>
            </a:xfrm>
            <a:custGeom>
              <a:rect b="b" l="l" r="r" t="t"/>
              <a:pathLst>
                <a:path extrusionOk="0" h="7529" w="6179">
                  <a:moveTo>
                    <a:pt x="5975" y="0"/>
                  </a:moveTo>
                  <a:cubicBezTo>
                    <a:pt x="5972" y="0"/>
                    <a:pt x="5970" y="0"/>
                    <a:pt x="5967" y="0"/>
                  </a:cubicBezTo>
                  <a:lnTo>
                    <a:pt x="2186" y="0"/>
                  </a:lnTo>
                  <a:cubicBezTo>
                    <a:pt x="1912" y="0"/>
                    <a:pt x="1912" y="414"/>
                    <a:pt x="2186" y="414"/>
                  </a:cubicBezTo>
                  <a:lnTo>
                    <a:pt x="5760" y="414"/>
                  </a:lnTo>
                  <a:lnTo>
                    <a:pt x="5760" y="7120"/>
                  </a:lnTo>
                  <a:lnTo>
                    <a:pt x="413" y="7120"/>
                  </a:lnTo>
                  <a:lnTo>
                    <a:pt x="413" y="414"/>
                  </a:lnTo>
                  <a:lnTo>
                    <a:pt x="1120" y="414"/>
                  </a:lnTo>
                  <a:cubicBezTo>
                    <a:pt x="1393" y="414"/>
                    <a:pt x="1393" y="0"/>
                    <a:pt x="1120" y="0"/>
                  </a:cubicBezTo>
                  <a:lnTo>
                    <a:pt x="207" y="0"/>
                  </a:lnTo>
                  <a:cubicBezTo>
                    <a:pt x="92" y="0"/>
                    <a:pt x="0" y="92"/>
                    <a:pt x="0" y="207"/>
                  </a:cubicBezTo>
                  <a:lnTo>
                    <a:pt x="0" y="7327"/>
                  </a:lnTo>
                  <a:cubicBezTo>
                    <a:pt x="0" y="7437"/>
                    <a:pt x="92" y="7528"/>
                    <a:pt x="207" y="7528"/>
                  </a:cubicBezTo>
                  <a:lnTo>
                    <a:pt x="5972" y="7528"/>
                  </a:lnTo>
                  <a:cubicBezTo>
                    <a:pt x="6082" y="7528"/>
                    <a:pt x="6173" y="7437"/>
                    <a:pt x="6173" y="7327"/>
                  </a:cubicBezTo>
                  <a:lnTo>
                    <a:pt x="6173" y="207"/>
                  </a:lnTo>
                  <a:cubicBezTo>
                    <a:pt x="6178" y="95"/>
                    <a:pt x="6087" y="0"/>
                    <a:pt x="5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80"/>
          <p:cNvGrpSpPr/>
          <p:nvPr/>
        </p:nvGrpSpPr>
        <p:grpSpPr>
          <a:xfrm>
            <a:off x="7494690" y="1516188"/>
            <a:ext cx="374557" cy="368614"/>
            <a:chOff x="7494690" y="1516188"/>
            <a:chExt cx="374557" cy="368614"/>
          </a:xfrm>
        </p:grpSpPr>
        <p:sp>
          <p:nvSpPr>
            <p:cNvPr id="9184" name="Google Shape;9184;p80"/>
            <p:cNvSpPr/>
            <p:nvPr/>
          </p:nvSpPr>
          <p:spPr>
            <a:xfrm>
              <a:off x="7656299" y="1607844"/>
              <a:ext cx="119643" cy="118150"/>
            </a:xfrm>
            <a:custGeom>
              <a:rect b="b" l="l" r="r" t="t"/>
              <a:pathLst>
                <a:path extrusionOk="0" h="4513" w="4570">
                  <a:moveTo>
                    <a:pt x="784" y="0"/>
                  </a:moveTo>
                  <a:cubicBezTo>
                    <a:pt x="703" y="0"/>
                    <a:pt x="623" y="30"/>
                    <a:pt x="563" y="90"/>
                  </a:cubicBezTo>
                  <a:lnTo>
                    <a:pt x="121" y="532"/>
                  </a:lnTo>
                  <a:cubicBezTo>
                    <a:pt x="0" y="657"/>
                    <a:pt x="0" y="854"/>
                    <a:pt x="121" y="979"/>
                  </a:cubicBezTo>
                  <a:lnTo>
                    <a:pt x="3565" y="4419"/>
                  </a:lnTo>
                  <a:cubicBezTo>
                    <a:pt x="3625" y="4481"/>
                    <a:pt x="3704" y="4512"/>
                    <a:pt x="3784" y="4512"/>
                  </a:cubicBezTo>
                  <a:cubicBezTo>
                    <a:pt x="3864" y="4512"/>
                    <a:pt x="3945" y="4481"/>
                    <a:pt x="4007" y="4419"/>
                  </a:cubicBezTo>
                  <a:lnTo>
                    <a:pt x="4449" y="3977"/>
                  </a:lnTo>
                  <a:cubicBezTo>
                    <a:pt x="4569" y="3857"/>
                    <a:pt x="4569" y="3655"/>
                    <a:pt x="4449" y="3535"/>
                  </a:cubicBezTo>
                  <a:lnTo>
                    <a:pt x="1005" y="90"/>
                  </a:lnTo>
                  <a:cubicBezTo>
                    <a:pt x="944" y="30"/>
                    <a:pt x="864" y="0"/>
                    <a:pt x="78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0"/>
            <p:cNvSpPr/>
            <p:nvPr/>
          </p:nvSpPr>
          <p:spPr>
            <a:xfrm>
              <a:off x="7659441" y="1633474"/>
              <a:ext cx="116501" cy="92520"/>
            </a:xfrm>
            <a:custGeom>
              <a:rect b="b" l="l" r="r" t="t"/>
              <a:pathLst>
                <a:path extrusionOk="0" h="3534" w="4450">
                  <a:moveTo>
                    <a:pt x="1" y="0"/>
                  </a:moveTo>
                  <a:lnTo>
                    <a:pt x="3440" y="3440"/>
                  </a:lnTo>
                  <a:cubicBezTo>
                    <a:pt x="3503" y="3502"/>
                    <a:pt x="3583" y="3533"/>
                    <a:pt x="3664" y="3533"/>
                  </a:cubicBezTo>
                  <a:cubicBezTo>
                    <a:pt x="3744" y="3533"/>
                    <a:pt x="3825" y="3502"/>
                    <a:pt x="3887" y="3440"/>
                  </a:cubicBezTo>
                  <a:lnTo>
                    <a:pt x="4329" y="2998"/>
                  </a:lnTo>
                  <a:cubicBezTo>
                    <a:pt x="4449" y="2878"/>
                    <a:pt x="4449" y="2676"/>
                    <a:pt x="4329" y="2556"/>
                  </a:cubicBezTo>
                  <a:lnTo>
                    <a:pt x="3267" y="1494"/>
                  </a:lnTo>
                  <a:lnTo>
                    <a:pt x="3267" y="1494"/>
                  </a:lnTo>
                  <a:cubicBezTo>
                    <a:pt x="3387" y="1614"/>
                    <a:pt x="3387" y="1816"/>
                    <a:pt x="3267" y="1936"/>
                  </a:cubicBezTo>
                  <a:lnTo>
                    <a:pt x="2825" y="2378"/>
                  </a:lnTo>
                  <a:cubicBezTo>
                    <a:pt x="2765" y="2441"/>
                    <a:pt x="2685" y="2472"/>
                    <a:pt x="2604" y="2472"/>
                  </a:cubicBezTo>
                  <a:cubicBezTo>
                    <a:pt x="2524" y="2472"/>
                    <a:pt x="2443" y="2441"/>
                    <a:pt x="2383" y="2378"/>
                  </a:cubicBezTo>
                  <a:lnTo>
                    <a:pt x="1"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0"/>
            <p:cNvSpPr/>
            <p:nvPr/>
          </p:nvSpPr>
          <p:spPr>
            <a:xfrm>
              <a:off x="7706722" y="1521686"/>
              <a:ext cx="156609" cy="154567"/>
            </a:xfrm>
            <a:custGeom>
              <a:rect b="b" l="l" r="r" t="t"/>
              <a:pathLst>
                <a:path extrusionOk="0" h="5904" w="5982">
                  <a:moveTo>
                    <a:pt x="5172" y="0"/>
                  </a:moveTo>
                  <a:cubicBezTo>
                    <a:pt x="5000" y="0"/>
                    <a:pt x="4827" y="60"/>
                    <a:pt x="4690" y="182"/>
                  </a:cubicBezTo>
                  <a:lnTo>
                    <a:pt x="3258" y="1441"/>
                  </a:lnTo>
                  <a:lnTo>
                    <a:pt x="2710" y="1916"/>
                  </a:lnTo>
                  <a:lnTo>
                    <a:pt x="1" y="4304"/>
                  </a:lnTo>
                  <a:lnTo>
                    <a:pt x="1601" y="5903"/>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0"/>
            <p:cNvSpPr/>
            <p:nvPr/>
          </p:nvSpPr>
          <p:spPr>
            <a:xfrm>
              <a:off x="7706722" y="1521686"/>
              <a:ext cx="156609" cy="154698"/>
            </a:xfrm>
            <a:custGeom>
              <a:rect b="b" l="l" r="r" t="t"/>
              <a:pathLst>
                <a:path extrusionOk="0" h="5909" w="5982">
                  <a:moveTo>
                    <a:pt x="5172" y="0"/>
                  </a:moveTo>
                  <a:cubicBezTo>
                    <a:pt x="5000" y="0"/>
                    <a:pt x="4827" y="60"/>
                    <a:pt x="4690" y="182"/>
                  </a:cubicBezTo>
                  <a:lnTo>
                    <a:pt x="1" y="4304"/>
                  </a:lnTo>
                  <a:lnTo>
                    <a:pt x="1601" y="5908"/>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0"/>
            <p:cNvSpPr/>
            <p:nvPr/>
          </p:nvSpPr>
          <p:spPr>
            <a:xfrm>
              <a:off x="7735912" y="1522419"/>
              <a:ext cx="127418" cy="153703"/>
            </a:xfrm>
            <a:custGeom>
              <a:rect b="b" l="l" r="r" t="t"/>
              <a:pathLst>
                <a:path extrusionOk="0" h="5871" w="4867">
                  <a:moveTo>
                    <a:pt x="4276" y="0"/>
                  </a:moveTo>
                  <a:lnTo>
                    <a:pt x="4276" y="0"/>
                  </a:lnTo>
                  <a:cubicBezTo>
                    <a:pt x="4353" y="245"/>
                    <a:pt x="4295" y="514"/>
                    <a:pt x="4122" y="706"/>
                  </a:cubicBezTo>
                  <a:lnTo>
                    <a:pt x="0" y="5390"/>
                  </a:lnTo>
                  <a:lnTo>
                    <a:pt x="486" y="5871"/>
                  </a:lnTo>
                  <a:lnTo>
                    <a:pt x="4608" y="1187"/>
                  </a:lnTo>
                  <a:cubicBezTo>
                    <a:pt x="4867" y="899"/>
                    <a:pt x="4853" y="457"/>
                    <a:pt x="4579" y="183"/>
                  </a:cubicBezTo>
                  <a:cubicBezTo>
                    <a:pt x="4492" y="96"/>
                    <a:pt x="4391" y="39"/>
                    <a:pt x="42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0"/>
            <p:cNvSpPr/>
            <p:nvPr/>
          </p:nvSpPr>
          <p:spPr>
            <a:xfrm>
              <a:off x="7502099" y="1637715"/>
              <a:ext cx="250307" cy="241615"/>
            </a:xfrm>
            <a:custGeom>
              <a:rect b="b" l="l" r="r" t="t"/>
              <a:pathLst>
                <a:path extrusionOk="0" h="9229" w="9561">
                  <a:moveTo>
                    <a:pt x="5205" y="0"/>
                  </a:moveTo>
                  <a:cubicBezTo>
                    <a:pt x="3943" y="0"/>
                    <a:pt x="2630" y="524"/>
                    <a:pt x="1605" y="1548"/>
                  </a:cubicBezTo>
                  <a:cubicBezTo>
                    <a:pt x="524" y="2634"/>
                    <a:pt x="1" y="4046"/>
                    <a:pt x="68" y="5377"/>
                  </a:cubicBezTo>
                  <a:cubicBezTo>
                    <a:pt x="92" y="5886"/>
                    <a:pt x="303" y="6367"/>
                    <a:pt x="668" y="6722"/>
                  </a:cubicBezTo>
                  <a:lnTo>
                    <a:pt x="2566" y="8625"/>
                  </a:lnTo>
                  <a:cubicBezTo>
                    <a:pt x="2926" y="8980"/>
                    <a:pt x="3407" y="9196"/>
                    <a:pt x="3911" y="9225"/>
                  </a:cubicBezTo>
                  <a:cubicBezTo>
                    <a:pt x="3977" y="9227"/>
                    <a:pt x="4042" y="9229"/>
                    <a:pt x="4108" y="9229"/>
                  </a:cubicBezTo>
                  <a:cubicBezTo>
                    <a:pt x="4319" y="9229"/>
                    <a:pt x="4528" y="9216"/>
                    <a:pt x="4737" y="9187"/>
                  </a:cubicBezTo>
                  <a:cubicBezTo>
                    <a:pt x="5055" y="9139"/>
                    <a:pt x="5367" y="9067"/>
                    <a:pt x="5674" y="8980"/>
                  </a:cubicBezTo>
                  <a:cubicBezTo>
                    <a:pt x="6457" y="8716"/>
                    <a:pt x="7164" y="8274"/>
                    <a:pt x="7745" y="7688"/>
                  </a:cubicBezTo>
                  <a:cubicBezTo>
                    <a:pt x="9076" y="6357"/>
                    <a:pt x="9561" y="4536"/>
                    <a:pt x="9152" y="2980"/>
                  </a:cubicBezTo>
                  <a:lnTo>
                    <a:pt x="6313" y="141"/>
                  </a:lnTo>
                  <a:cubicBezTo>
                    <a:pt x="5954" y="47"/>
                    <a:pt x="5582" y="0"/>
                    <a:pt x="5205"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0"/>
            <p:cNvSpPr/>
            <p:nvPr/>
          </p:nvSpPr>
          <p:spPr>
            <a:xfrm>
              <a:off x="7543228" y="1689552"/>
              <a:ext cx="209047" cy="189779"/>
            </a:xfrm>
            <a:custGeom>
              <a:rect b="b" l="l" r="r" t="t"/>
              <a:pathLst>
                <a:path extrusionOk="0" h="7249" w="7985">
                  <a:moveTo>
                    <a:pt x="6582" y="1"/>
                  </a:moveTo>
                  <a:lnTo>
                    <a:pt x="6582" y="1"/>
                  </a:lnTo>
                  <a:cubicBezTo>
                    <a:pt x="6991" y="1557"/>
                    <a:pt x="6505" y="3378"/>
                    <a:pt x="5175" y="4709"/>
                  </a:cubicBezTo>
                  <a:cubicBezTo>
                    <a:pt x="4593" y="5295"/>
                    <a:pt x="3887" y="5737"/>
                    <a:pt x="3104" y="6001"/>
                  </a:cubicBezTo>
                  <a:lnTo>
                    <a:pt x="2172" y="6212"/>
                  </a:lnTo>
                  <a:cubicBezTo>
                    <a:pt x="1963" y="6242"/>
                    <a:pt x="1754" y="6254"/>
                    <a:pt x="1542" y="6254"/>
                  </a:cubicBezTo>
                  <a:cubicBezTo>
                    <a:pt x="1477" y="6254"/>
                    <a:pt x="1412" y="6253"/>
                    <a:pt x="1346" y="6251"/>
                  </a:cubicBezTo>
                  <a:cubicBezTo>
                    <a:pt x="841" y="6222"/>
                    <a:pt x="361" y="6006"/>
                    <a:pt x="1" y="5650"/>
                  </a:cubicBezTo>
                  <a:lnTo>
                    <a:pt x="1" y="5650"/>
                  </a:lnTo>
                  <a:lnTo>
                    <a:pt x="995" y="6645"/>
                  </a:lnTo>
                  <a:cubicBezTo>
                    <a:pt x="1355" y="7005"/>
                    <a:pt x="1836" y="7216"/>
                    <a:pt x="2345" y="7245"/>
                  </a:cubicBezTo>
                  <a:cubicBezTo>
                    <a:pt x="2410" y="7247"/>
                    <a:pt x="2474" y="7249"/>
                    <a:pt x="2539" y="7249"/>
                  </a:cubicBezTo>
                  <a:cubicBezTo>
                    <a:pt x="2748" y="7249"/>
                    <a:pt x="2957" y="7236"/>
                    <a:pt x="3166" y="7207"/>
                  </a:cubicBezTo>
                  <a:lnTo>
                    <a:pt x="4098" y="6995"/>
                  </a:lnTo>
                  <a:cubicBezTo>
                    <a:pt x="4882" y="6726"/>
                    <a:pt x="5588" y="6289"/>
                    <a:pt x="6174" y="5703"/>
                  </a:cubicBezTo>
                  <a:cubicBezTo>
                    <a:pt x="7500" y="4372"/>
                    <a:pt x="7985" y="2552"/>
                    <a:pt x="7577" y="995"/>
                  </a:cubicBezTo>
                  <a:lnTo>
                    <a:pt x="658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0"/>
            <p:cNvSpPr/>
            <p:nvPr/>
          </p:nvSpPr>
          <p:spPr>
            <a:xfrm>
              <a:off x="7494690" y="1516188"/>
              <a:ext cx="374557" cy="368614"/>
            </a:xfrm>
            <a:custGeom>
              <a:rect b="b" l="l" r="r" t="t"/>
              <a:pathLst>
                <a:path extrusionOk="0" h="14080" w="14307">
                  <a:moveTo>
                    <a:pt x="6952" y="3703"/>
                  </a:moveTo>
                  <a:cubicBezTo>
                    <a:pt x="6979" y="3703"/>
                    <a:pt x="7007" y="3714"/>
                    <a:pt x="7029" y="3735"/>
                  </a:cubicBezTo>
                  <a:lnTo>
                    <a:pt x="10473" y="7180"/>
                  </a:lnTo>
                  <a:cubicBezTo>
                    <a:pt x="10516" y="7223"/>
                    <a:pt x="10521" y="7290"/>
                    <a:pt x="10478" y="7334"/>
                  </a:cubicBezTo>
                  <a:lnTo>
                    <a:pt x="10473" y="7334"/>
                  </a:lnTo>
                  <a:cubicBezTo>
                    <a:pt x="10026" y="7771"/>
                    <a:pt x="10036" y="7809"/>
                    <a:pt x="9954" y="7809"/>
                  </a:cubicBezTo>
                  <a:cubicBezTo>
                    <a:pt x="9873" y="7809"/>
                    <a:pt x="9877" y="7756"/>
                    <a:pt x="9580" y="7473"/>
                  </a:cubicBezTo>
                  <a:cubicBezTo>
                    <a:pt x="6236" y="4129"/>
                    <a:pt x="6404" y="4322"/>
                    <a:pt x="6404" y="4254"/>
                  </a:cubicBezTo>
                  <a:cubicBezTo>
                    <a:pt x="6404" y="4177"/>
                    <a:pt x="6438" y="4187"/>
                    <a:pt x="6875" y="3735"/>
                  </a:cubicBezTo>
                  <a:cubicBezTo>
                    <a:pt x="6896" y="3714"/>
                    <a:pt x="6924" y="3703"/>
                    <a:pt x="6952" y="3703"/>
                  </a:cubicBezTo>
                  <a:close/>
                  <a:moveTo>
                    <a:pt x="13270" y="0"/>
                  </a:moveTo>
                  <a:cubicBezTo>
                    <a:pt x="13049" y="0"/>
                    <a:pt x="12828" y="78"/>
                    <a:pt x="12649" y="233"/>
                  </a:cubicBezTo>
                  <a:lnTo>
                    <a:pt x="11223" y="1492"/>
                  </a:lnTo>
                  <a:cubicBezTo>
                    <a:pt x="11053" y="1631"/>
                    <a:pt x="11188" y="1857"/>
                    <a:pt x="11354" y="1857"/>
                  </a:cubicBezTo>
                  <a:cubicBezTo>
                    <a:pt x="11399" y="1857"/>
                    <a:pt x="11447" y="1840"/>
                    <a:pt x="11492" y="1799"/>
                  </a:cubicBezTo>
                  <a:lnTo>
                    <a:pt x="12923" y="541"/>
                  </a:lnTo>
                  <a:cubicBezTo>
                    <a:pt x="13022" y="454"/>
                    <a:pt x="13146" y="410"/>
                    <a:pt x="13270" y="410"/>
                  </a:cubicBezTo>
                  <a:cubicBezTo>
                    <a:pt x="13405" y="410"/>
                    <a:pt x="13541" y="462"/>
                    <a:pt x="13644" y="565"/>
                  </a:cubicBezTo>
                  <a:cubicBezTo>
                    <a:pt x="13846" y="762"/>
                    <a:pt x="13855" y="1079"/>
                    <a:pt x="13668" y="1290"/>
                  </a:cubicBezTo>
                  <a:lnTo>
                    <a:pt x="9690" y="5811"/>
                  </a:lnTo>
                  <a:lnTo>
                    <a:pt x="8398" y="4519"/>
                  </a:lnTo>
                  <a:lnTo>
                    <a:pt x="10708" y="2486"/>
                  </a:lnTo>
                  <a:cubicBezTo>
                    <a:pt x="10877" y="2344"/>
                    <a:pt x="10741" y="2119"/>
                    <a:pt x="10578" y="2119"/>
                  </a:cubicBezTo>
                  <a:cubicBezTo>
                    <a:pt x="10532" y="2119"/>
                    <a:pt x="10484" y="2137"/>
                    <a:pt x="10439" y="2179"/>
                  </a:cubicBezTo>
                  <a:lnTo>
                    <a:pt x="8109" y="4226"/>
                  </a:lnTo>
                  <a:lnTo>
                    <a:pt x="7322" y="3442"/>
                  </a:lnTo>
                  <a:cubicBezTo>
                    <a:pt x="7221" y="3339"/>
                    <a:pt x="7089" y="3288"/>
                    <a:pt x="6957" y="3288"/>
                  </a:cubicBezTo>
                  <a:cubicBezTo>
                    <a:pt x="6824" y="3288"/>
                    <a:pt x="6692" y="3339"/>
                    <a:pt x="6591" y="3442"/>
                  </a:cubicBezTo>
                  <a:lnTo>
                    <a:pt x="6149" y="3884"/>
                  </a:lnTo>
                  <a:cubicBezTo>
                    <a:pt x="5996" y="4038"/>
                    <a:pt x="5952" y="4274"/>
                    <a:pt x="6049" y="4466"/>
                  </a:cubicBezTo>
                  <a:cubicBezTo>
                    <a:pt x="5858" y="4443"/>
                    <a:pt x="5668" y="4432"/>
                    <a:pt x="5479" y="4432"/>
                  </a:cubicBezTo>
                  <a:cubicBezTo>
                    <a:pt x="2586" y="4432"/>
                    <a:pt x="0" y="7052"/>
                    <a:pt x="149" y="10024"/>
                  </a:cubicBezTo>
                  <a:cubicBezTo>
                    <a:pt x="178" y="10581"/>
                    <a:pt x="413" y="11110"/>
                    <a:pt x="807" y="11508"/>
                  </a:cubicBezTo>
                  <a:lnTo>
                    <a:pt x="2705" y="13406"/>
                  </a:lnTo>
                  <a:cubicBezTo>
                    <a:pt x="3203" y="13904"/>
                    <a:pt x="3783" y="14079"/>
                    <a:pt x="4437" y="14079"/>
                  </a:cubicBezTo>
                  <a:cubicBezTo>
                    <a:pt x="4635" y="14079"/>
                    <a:pt x="4839" y="14063"/>
                    <a:pt x="5049" y="14035"/>
                  </a:cubicBezTo>
                  <a:cubicBezTo>
                    <a:pt x="5160" y="14021"/>
                    <a:pt x="5241" y="13915"/>
                    <a:pt x="5227" y="13805"/>
                  </a:cubicBezTo>
                  <a:cubicBezTo>
                    <a:pt x="5214" y="13698"/>
                    <a:pt x="5123" y="13621"/>
                    <a:pt x="5022" y="13621"/>
                  </a:cubicBezTo>
                  <a:cubicBezTo>
                    <a:pt x="5013" y="13621"/>
                    <a:pt x="5005" y="13621"/>
                    <a:pt x="4996" y="13622"/>
                  </a:cubicBezTo>
                  <a:cubicBezTo>
                    <a:pt x="4800" y="13648"/>
                    <a:pt x="4611" y="13663"/>
                    <a:pt x="4429" y="13663"/>
                  </a:cubicBezTo>
                  <a:cubicBezTo>
                    <a:pt x="3887" y="13663"/>
                    <a:pt x="3410" y="13527"/>
                    <a:pt x="2993" y="13113"/>
                  </a:cubicBezTo>
                  <a:lnTo>
                    <a:pt x="1100" y="11211"/>
                  </a:lnTo>
                  <a:cubicBezTo>
                    <a:pt x="774" y="10889"/>
                    <a:pt x="582" y="10456"/>
                    <a:pt x="553" y="10000"/>
                  </a:cubicBezTo>
                  <a:cubicBezTo>
                    <a:pt x="416" y="7256"/>
                    <a:pt x="2841" y="4838"/>
                    <a:pt x="5476" y="4838"/>
                  </a:cubicBezTo>
                  <a:cubicBezTo>
                    <a:pt x="5812" y="4838"/>
                    <a:pt x="6152" y="4877"/>
                    <a:pt x="6491" y="4961"/>
                  </a:cubicBezTo>
                  <a:lnTo>
                    <a:pt x="9248" y="7718"/>
                  </a:lnTo>
                  <a:cubicBezTo>
                    <a:pt x="9810" y="10010"/>
                    <a:pt x="8350" y="12484"/>
                    <a:pt x="6073" y="13353"/>
                  </a:cubicBezTo>
                  <a:cubicBezTo>
                    <a:pt x="5848" y="13439"/>
                    <a:pt x="5942" y="13750"/>
                    <a:pt x="6144" y="13750"/>
                  </a:cubicBezTo>
                  <a:cubicBezTo>
                    <a:pt x="6167" y="13750"/>
                    <a:pt x="6191" y="13746"/>
                    <a:pt x="6217" y="13737"/>
                  </a:cubicBezTo>
                  <a:cubicBezTo>
                    <a:pt x="8494" y="12873"/>
                    <a:pt x="10026" y="10519"/>
                    <a:pt x="9743" y="8160"/>
                  </a:cubicBezTo>
                  <a:lnTo>
                    <a:pt x="9743" y="8160"/>
                  </a:lnTo>
                  <a:cubicBezTo>
                    <a:pt x="9813" y="8194"/>
                    <a:pt x="9889" y="8211"/>
                    <a:pt x="9964" y="8211"/>
                  </a:cubicBezTo>
                  <a:cubicBezTo>
                    <a:pt x="10098" y="8211"/>
                    <a:pt x="10230" y="8158"/>
                    <a:pt x="10329" y="8059"/>
                  </a:cubicBezTo>
                  <a:lnTo>
                    <a:pt x="10766" y="7622"/>
                  </a:lnTo>
                  <a:cubicBezTo>
                    <a:pt x="10973" y="7420"/>
                    <a:pt x="10973" y="7089"/>
                    <a:pt x="10766" y="6887"/>
                  </a:cubicBezTo>
                  <a:lnTo>
                    <a:pt x="9983" y="6109"/>
                  </a:lnTo>
                  <a:lnTo>
                    <a:pt x="13980" y="1564"/>
                  </a:lnTo>
                  <a:cubicBezTo>
                    <a:pt x="14307" y="1189"/>
                    <a:pt x="14288" y="627"/>
                    <a:pt x="13937" y="277"/>
                  </a:cubicBezTo>
                  <a:cubicBezTo>
                    <a:pt x="13753" y="93"/>
                    <a:pt x="13512" y="0"/>
                    <a:pt x="13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2" name="Google Shape;9192;p80"/>
          <p:cNvGrpSpPr/>
          <p:nvPr/>
        </p:nvGrpSpPr>
        <p:grpSpPr>
          <a:xfrm>
            <a:off x="5314707" y="3360019"/>
            <a:ext cx="381731" cy="368405"/>
            <a:chOff x="5314707" y="3360019"/>
            <a:chExt cx="381731" cy="368405"/>
          </a:xfrm>
        </p:grpSpPr>
        <p:sp>
          <p:nvSpPr>
            <p:cNvPr id="9193" name="Google Shape;9193;p80"/>
            <p:cNvSpPr/>
            <p:nvPr/>
          </p:nvSpPr>
          <p:spPr>
            <a:xfrm>
              <a:off x="5452179" y="3369444"/>
              <a:ext cx="60397" cy="187056"/>
            </a:xfrm>
            <a:custGeom>
              <a:rect b="b" l="l" r="r" t="t"/>
              <a:pathLst>
                <a:path extrusionOk="0" h="7145" w="2307">
                  <a:moveTo>
                    <a:pt x="0" y="1"/>
                  </a:moveTo>
                  <a:cubicBezTo>
                    <a:pt x="116" y="111"/>
                    <a:pt x="178" y="265"/>
                    <a:pt x="178" y="424"/>
                  </a:cubicBezTo>
                  <a:lnTo>
                    <a:pt x="178" y="6722"/>
                  </a:lnTo>
                  <a:cubicBezTo>
                    <a:pt x="178" y="6880"/>
                    <a:pt x="116" y="7034"/>
                    <a:pt x="0" y="7145"/>
                  </a:cubicBezTo>
                  <a:lnTo>
                    <a:pt x="1091" y="7145"/>
                  </a:lnTo>
                  <a:cubicBezTo>
                    <a:pt x="1763" y="7145"/>
                    <a:pt x="2306" y="6597"/>
                    <a:pt x="2306" y="5929"/>
                  </a:cubicBezTo>
                  <a:lnTo>
                    <a:pt x="2306" y="1216"/>
                  </a:lnTo>
                  <a:cubicBezTo>
                    <a:pt x="2306" y="544"/>
                    <a:pt x="1759" y="1"/>
                    <a:pt x="109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0"/>
            <p:cNvSpPr/>
            <p:nvPr/>
          </p:nvSpPr>
          <p:spPr>
            <a:xfrm>
              <a:off x="5452179" y="3369575"/>
              <a:ext cx="22044" cy="186925"/>
            </a:xfrm>
            <a:custGeom>
              <a:rect b="b" l="l" r="r" t="t"/>
              <a:pathLst>
                <a:path extrusionOk="0" h="7140" w="842">
                  <a:moveTo>
                    <a:pt x="0" y="1"/>
                  </a:moveTo>
                  <a:cubicBezTo>
                    <a:pt x="116" y="106"/>
                    <a:pt x="178" y="260"/>
                    <a:pt x="183" y="419"/>
                  </a:cubicBezTo>
                  <a:lnTo>
                    <a:pt x="183" y="6722"/>
                  </a:lnTo>
                  <a:cubicBezTo>
                    <a:pt x="183" y="6880"/>
                    <a:pt x="116" y="7029"/>
                    <a:pt x="0" y="7140"/>
                  </a:cubicBezTo>
                  <a:lnTo>
                    <a:pt x="663" y="7140"/>
                  </a:lnTo>
                  <a:cubicBezTo>
                    <a:pt x="779" y="7029"/>
                    <a:pt x="841" y="6880"/>
                    <a:pt x="841" y="6722"/>
                  </a:cubicBezTo>
                  <a:lnTo>
                    <a:pt x="841" y="419"/>
                  </a:lnTo>
                  <a:cubicBezTo>
                    <a:pt x="841" y="260"/>
                    <a:pt x="779" y="106"/>
                    <a:pt x="663"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0"/>
            <p:cNvSpPr/>
            <p:nvPr/>
          </p:nvSpPr>
          <p:spPr>
            <a:xfrm>
              <a:off x="5534305" y="3443402"/>
              <a:ext cx="68330" cy="21782"/>
            </a:xfrm>
            <a:custGeom>
              <a:rect b="b" l="l" r="r" t="t"/>
              <a:pathLst>
                <a:path extrusionOk="0" h="832" w="2610">
                  <a:moveTo>
                    <a:pt x="361" y="1"/>
                  </a:moveTo>
                  <a:cubicBezTo>
                    <a:pt x="159" y="1"/>
                    <a:pt x="0" y="159"/>
                    <a:pt x="0" y="361"/>
                  </a:cubicBezTo>
                  <a:lnTo>
                    <a:pt x="0" y="472"/>
                  </a:lnTo>
                  <a:cubicBezTo>
                    <a:pt x="0" y="668"/>
                    <a:pt x="159" y="832"/>
                    <a:pt x="361" y="832"/>
                  </a:cubicBezTo>
                  <a:lnTo>
                    <a:pt x="2249" y="832"/>
                  </a:lnTo>
                  <a:cubicBezTo>
                    <a:pt x="2446" y="832"/>
                    <a:pt x="2609" y="668"/>
                    <a:pt x="2609" y="472"/>
                  </a:cubicBezTo>
                  <a:lnTo>
                    <a:pt x="2609" y="361"/>
                  </a:lnTo>
                  <a:cubicBezTo>
                    <a:pt x="2609" y="159"/>
                    <a:pt x="2446" y="1"/>
                    <a:pt x="224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0"/>
            <p:cNvSpPr/>
            <p:nvPr/>
          </p:nvSpPr>
          <p:spPr>
            <a:xfrm>
              <a:off x="5576193" y="3443533"/>
              <a:ext cx="26442" cy="21782"/>
            </a:xfrm>
            <a:custGeom>
              <a:rect b="b" l="l" r="r" t="t"/>
              <a:pathLst>
                <a:path extrusionOk="0" h="832" w="1010">
                  <a:moveTo>
                    <a:pt x="0" y="1"/>
                  </a:moveTo>
                  <a:cubicBezTo>
                    <a:pt x="197" y="1"/>
                    <a:pt x="360" y="159"/>
                    <a:pt x="360" y="361"/>
                  </a:cubicBezTo>
                  <a:lnTo>
                    <a:pt x="360" y="471"/>
                  </a:lnTo>
                  <a:cubicBezTo>
                    <a:pt x="360" y="668"/>
                    <a:pt x="197" y="832"/>
                    <a:pt x="0" y="832"/>
                  </a:cubicBezTo>
                  <a:lnTo>
                    <a:pt x="649" y="832"/>
                  </a:lnTo>
                  <a:cubicBezTo>
                    <a:pt x="846" y="832"/>
                    <a:pt x="1009" y="668"/>
                    <a:pt x="1009" y="471"/>
                  </a:cubicBezTo>
                  <a:lnTo>
                    <a:pt x="1009" y="361"/>
                  </a:lnTo>
                  <a:cubicBezTo>
                    <a:pt x="1009" y="159"/>
                    <a:pt x="846" y="1"/>
                    <a:pt x="64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0"/>
            <p:cNvSpPr/>
            <p:nvPr/>
          </p:nvSpPr>
          <p:spPr>
            <a:xfrm>
              <a:off x="5602085" y="3549562"/>
              <a:ext cx="68330" cy="21782"/>
            </a:xfrm>
            <a:custGeom>
              <a:rect b="b" l="l" r="r" t="t"/>
              <a:pathLst>
                <a:path extrusionOk="0" h="832" w="2610">
                  <a:moveTo>
                    <a:pt x="361" y="0"/>
                  </a:moveTo>
                  <a:cubicBezTo>
                    <a:pt x="159" y="0"/>
                    <a:pt x="1" y="164"/>
                    <a:pt x="1" y="361"/>
                  </a:cubicBezTo>
                  <a:lnTo>
                    <a:pt x="1" y="471"/>
                  </a:lnTo>
                  <a:cubicBezTo>
                    <a:pt x="1" y="673"/>
                    <a:pt x="159" y="831"/>
                    <a:pt x="361" y="831"/>
                  </a:cubicBezTo>
                  <a:lnTo>
                    <a:pt x="2249" y="831"/>
                  </a:lnTo>
                  <a:cubicBezTo>
                    <a:pt x="2446" y="831"/>
                    <a:pt x="2609" y="673"/>
                    <a:pt x="2609" y="471"/>
                  </a:cubicBezTo>
                  <a:lnTo>
                    <a:pt x="2609" y="361"/>
                  </a:lnTo>
                  <a:cubicBezTo>
                    <a:pt x="2609" y="164"/>
                    <a:pt x="2446" y="0"/>
                    <a:pt x="224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0"/>
            <p:cNvSpPr/>
            <p:nvPr/>
          </p:nvSpPr>
          <p:spPr>
            <a:xfrm>
              <a:off x="5645492" y="3549798"/>
              <a:ext cx="24923" cy="21808"/>
            </a:xfrm>
            <a:custGeom>
              <a:rect b="b" l="l" r="r" t="t"/>
              <a:pathLst>
                <a:path extrusionOk="0" h="833" w="952">
                  <a:moveTo>
                    <a:pt x="0" y="1"/>
                  </a:moveTo>
                  <a:cubicBezTo>
                    <a:pt x="197" y="1"/>
                    <a:pt x="361" y="159"/>
                    <a:pt x="361" y="361"/>
                  </a:cubicBezTo>
                  <a:lnTo>
                    <a:pt x="361" y="472"/>
                  </a:lnTo>
                  <a:cubicBezTo>
                    <a:pt x="361" y="669"/>
                    <a:pt x="197" y="832"/>
                    <a:pt x="0" y="832"/>
                  </a:cubicBezTo>
                  <a:lnTo>
                    <a:pt x="591" y="832"/>
                  </a:lnTo>
                  <a:cubicBezTo>
                    <a:pt x="788" y="832"/>
                    <a:pt x="951" y="669"/>
                    <a:pt x="951" y="472"/>
                  </a:cubicBezTo>
                  <a:lnTo>
                    <a:pt x="951" y="361"/>
                  </a:lnTo>
                  <a:cubicBezTo>
                    <a:pt x="951" y="159"/>
                    <a:pt x="788" y="1"/>
                    <a:pt x="591"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0"/>
            <p:cNvSpPr/>
            <p:nvPr/>
          </p:nvSpPr>
          <p:spPr>
            <a:xfrm>
              <a:off x="5581717" y="3481520"/>
              <a:ext cx="109066" cy="69456"/>
            </a:xfrm>
            <a:custGeom>
              <a:rect b="b" l="l" r="r" t="t"/>
              <a:pathLst>
                <a:path extrusionOk="0" h="2653" w="4166">
                  <a:moveTo>
                    <a:pt x="2081" y="0"/>
                  </a:moveTo>
                  <a:cubicBezTo>
                    <a:pt x="702" y="0"/>
                    <a:pt x="1" y="1663"/>
                    <a:pt x="966" y="2652"/>
                  </a:cubicBezTo>
                  <a:cubicBezTo>
                    <a:pt x="1019" y="2623"/>
                    <a:pt x="1077" y="2609"/>
                    <a:pt x="1134" y="2609"/>
                  </a:cubicBezTo>
                  <a:lnTo>
                    <a:pt x="3027" y="2609"/>
                  </a:lnTo>
                  <a:cubicBezTo>
                    <a:pt x="3090" y="2609"/>
                    <a:pt x="3147" y="2623"/>
                    <a:pt x="3200" y="2652"/>
                  </a:cubicBezTo>
                  <a:cubicBezTo>
                    <a:pt x="4166" y="1663"/>
                    <a:pt x="3464" y="0"/>
                    <a:pt x="208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0"/>
            <p:cNvSpPr/>
            <p:nvPr/>
          </p:nvSpPr>
          <p:spPr>
            <a:xfrm>
              <a:off x="5605986" y="3549798"/>
              <a:ext cx="5445" cy="1178"/>
            </a:xfrm>
            <a:custGeom>
              <a:rect b="b" l="l" r="r" t="t"/>
              <a:pathLst>
                <a:path extrusionOk="0" h="45" w="208">
                  <a:moveTo>
                    <a:pt x="1" y="1"/>
                  </a:moveTo>
                  <a:cubicBezTo>
                    <a:pt x="10" y="15"/>
                    <a:pt x="25" y="30"/>
                    <a:pt x="34" y="44"/>
                  </a:cubicBezTo>
                  <a:cubicBezTo>
                    <a:pt x="87" y="15"/>
                    <a:pt x="150" y="1"/>
                    <a:pt x="20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0"/>
            <p:cNvSpPr/>
            <p:nvPr/>
          </p:nvSpPr>
          <p:spPr>
            <a:xfrm>
              <a:off x="5626616" y="3481651"/>
              <a:ext cx="64036" cy="69325"/>
            </a:xfrm>
            <a:custGeom>
              <a:rect b="b" l="l" r="r" t="t"/>
              <a:pathLst>
                <a:path extrusionOk="0" h="2648" w="2446">
                  <a:moveTo>
                    <a:pt x="366" y="0"/>
                  </a:moveTo>
                  <a:cubicBezTo>
                    <a:pt x="241" y="0"/>
                    <a:pt x="121" y="15"/>
                    <a:pt x="1" y="43"/>
                  </a:cubicBezTo>
                  <a:cubicBezTo>
                    <a:pt x="1149" y="322"/>
                    <a:pt x="1581" y="1725"/>
                    <a:pt x="793" y="2604"/>
                  </a:cubicBezTo>
                  <a:lnTo>
                    <a:pt x="1312" y="2604"/>
                  </a:lnTo>
                  <a:cubicBezTo>
                    <a:pt x="1375" y="2604"/>
                    <a:pt x="1432" y="2618"/>
                    <a:pt x="1485" y="2647"/>
                  </a:cubicBezTo>
                  <a:cubicBezTo>
                    <a:pt x="2446" y="1658"/>
                    <a:pt x="1744" y="0"/>
                    <a:pt x="36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0"/>
            <p:cNvSpPr/>
            <p:nvPr/>
          </p:nvSpPr>
          <p:spPr>
            <a:xfrm>
              <a:off x="5559464" y="3365412"/>
              <a:ext cx="44297" cy="78147"/>
            </a:xfrm>
            <a:custGeom>
              <a:rect b="b" l="l" r="r" t="t"/>
              <a:pathLst>
                <a:path extrusionOk="0" h="2985" w="1692">
                  <a:moveTo>
                    <a:pt x="306" y="1"/>
                  </a:moveTo>
                  <a:cubicBezTo>
                    <a:pt x="203" y="1"/>
                    <a:pt x="100" y="20"/>
                    <a:pt x="0" y="54"/>
                  </a:cubicBezTo>
                  <a:cubicBezTo>
                    <a:pt x="548" y="227"/>
                    <a:pt x="956" y="794"/>
                    <a:pt x="1004" y="1495"/>
                  </a:cubicBezTo>
                  <a:lnTo>
                    <a:pt x="951" y="2173"/>
                  </a:lnTo>
                  <a:cubicBezTo>
                    <a:pt x="899" y="2490"/>
                    <a:pt x="798" y="2807"/>
                    <a:pt x="658" y="2985"/>
                  </a:cubicBezTo>
                  <a:lnTo>
                    <a:pt x="1350" y="2985"/>
                  </a:lnTo>
                  <a:cubicBezTo>
                    <a:pt x="1480" y="2807"/>
                    <a:pt x="1586" y="2490"/>
                    <a:pt x="1643" y="2173"/>
                  </a:cubicBezTo>
                  <a:lnTo>
                    <a:pt x="1691" y="1495"/>
                  </a:lnTo>
                  <a:cubicBezTo>
                    <a:pt x="1638" y="659"/>
                    <a:pt x="1057" y="1"/>
                    <a:pt x="341" y="1"/>
                  </a:cubicBezTo>
                  <a:cubicBezTo>
                    <a:pt x="330" y="1"/>
                    <a:pt x="318" y="1"/>
                    <a:pt x="306"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0"/>
            <p:cNvSpPr/>
            <p:nvPr/>
          </p:nvSpPr>
          <p:spPr>
            <a:xfrm>
              <a:off x="5532918" y="3365438"/>
              <a:ext cx="71340" cy="78121"/>
            </a:xfrm>
            <a:custGeom>
              <a:rect b="b" l="l" r="r" t="t"/>
              <a:pathLst>
                <a:path extrusionOk="0" h="2984" w="2725">
                  <a:moveTo>
                    <a:pt x="1355" y="0"/>
                  </a:moveTo>
                  <a:cubicBezTo>
                    <a:pt x="611" y="0"/>
                    <a:pt x="1" y="726"/>
                    <a:pt x="1" y="1624"/>
                  </a:cubicBezTo>
                  <a:cubicBezTo>
                    <a:pt x="1" y="2037"/>
                    <a:pt x="135" y="2695"/>
                    <a:pt x="346" y="2984"/>
                  </a:cubicBezTo>
                  <a:lnTo>
                    <a:pt x="2369" y="2984"/>
                  </a:lnTo>
                  <a:cubicBezTo>
                    <a:pt x="2503" y="2801"/>
                    <a:pt x="2604" y="2484"/>
                    <a:pt x="2662" y="2167"/>
                  </a:cubicBezTo>
                  <a:cubicBezTo>
                    <a:pt x="2705" y="1946"/>
                    <a:pt x="2724" y="1715"/>
                    <a:pt x="2715" y="1489"/>
                  </a:cubicBezTo>
                  <a:cubicBezTo>
                    <a:pt x="2652" y="658"/>
                    <a:pt x="2071" y="0"/>
                    <a:pt x="1355"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0"/>
            <p:cNvSpPr/>
            <p:nvPr/>
          </p:nvSpPr>
          <p:spPr>
            <a:xfrm>
              <a:off x="5319734" y="3365438"/>
              <a:ext cx="137236" cy="195093"/>
            </a:xfrm>
            <a:custGeom>
              <a:rect b="b" l="l" r="r" t="t"/>
              <a:pathLst>
                <a:path extrusionOk="0" h="7452" w="5242">
                  <a:moveTo>
                    <a:pt x="4669" y="0"/>
                  </a:moveTo>
                  <a:cubicBezTo>
                    <a:pt x="4666" y="0"/>
                    <a:pt x="4664" y="0"/>
                    <a:pt x="4661" y="0"/>
                  </a:cubicBezTo>
                  <a:lnTo>
                    <a:pt x="1216" y="0"/>
                  </a:lnTo>
                  <a:cubicBezTo>
                    <a:pt x="544" y="0"/>
                    <a:pt x="1" y="543"/>
                    <a:pt x="1" y="1216"/>
                  </a:cubicBezTo>
                  <a:lnTo>
                    <a:pt x="1" y="6236"/>
                  </a:lnTo>
                  <a:cubicBezTo>
                    <a:pt x="1" y="6908"/>
                    <a:pt x="544" y="7451"/>
                    <a:pt x="1216" y="7451"/>
                  </a:cubicBezTo>
                  <a:lnTo>
                    <a:pt x="4661" y="7451"/>
                  </a:lnTo>
                  <a:cubicBezTo>
                    <a:pt x="4978" y="7451"/>
                    <a:pt x="5237" y="7192"/>
                    <a:pt x="5242" y="6870"/>
                  </a:cubicBezTo>
                  <a:lnTo>
                    <a:pt x="5242" y="577"/>
                  </a:lnTo>
                  <a:cubicBezTo>
                    <a:pt x="5237" y="258"/>
                    <a:pt x="4982" y="0"/>
                    <a:pt x="466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0"/>
            <p:cNvSpPr/>
            <p:nvPr/>
          </p:nvSpPr>
          <p:spPr>
            <a:xfrm>
              <a:off x="5319734" y="3367323"/>
              <a:ext cx="137236" cy="193208"/>
            </a:xfrm>
            <a:custGeom>
              <a:rect b="b" l="l" r="r" t="t"/>
              <a:pathLst>
                <a:path extrusionOk="0" h="7380" w="5242">
                  <a:moveTo>
                    <a:pt x="793" y="0"/>
                  </a:moveTo>
                  <a:cubicBezTo>
                    <a:pt x="318" y="178"/>
                    <a:pt x="1" y="634"/>
                    <a:pt x="6" y="1144"/>
                  </a:cubicBezTo>
                  <a:lnTo>
                    <a:pt x="6" y="6164"/>
                  </a:lnTo>
                  <a:cubicBezTo>
                    <a:pt x="6" y="6836"/>
                    <a:pt x="548" y="7379"/>
                    <a:pt x="1221" y="7379"/>
                  </a:cubicBezTo>
                  <a:lnTo>
                    <a:pt x="4665" y="7379"/>
                  </a:lnTo>
                  <a:cubicBezTo>
                    <a:pt x="4983" y="7379"/>
                    <a:pt x="5242" y="7120"/>
                    <a:pt x="5242" y="6803"/>
                  </a:cubicBezTo>
                  <a:lnTo>
                    <a:pt x="5242" y="6663"/>
                  </a:lnTo>
                  <a:lnTo>
                    <a:pt x="1932" y="6663"/>
                  </a:lnTo>
                  <a:cubicBezTo>
                    <a:pt x="1264" y="6663"/>
                    <a:pt x="717" y="6121"/>
                    <a:pt x="717" y="5448"/>
                  </a:cubicBezTo>
                  <a:lnTo>
                    <a:pt x="717" y="428"/>
                  </a:lnTo>
                  <a:cubicBezTo>
                    <a:pt x="717" y="284"/>
                    <a:pt x="745" y="140"/>
                    <a:pt x="793" y="0"/>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0"/>
            <p:cNvSpPr/>
            <p:nvPr/>
          </p:nvSpPr>
          <p:spPr>
            <a:xfrm>
              <a:off x="5314707" y="3360019"/>
              <a:ext cx="381731" cy="368405"/>
            </a:xfrm>
            <a:custGeom>
              <a:rect b="b" l="l" r="r" t="t"/>
              <a:pathLst>
                <a:path extrusionOk="0" h="14072" w="14581">
                  <a:moveTo>
                    <a:pt x="10646" y="3392"/>
                  </a:moveTo>
                  <a:cubicBezTo>
                    <a:pt x="10728" y="3392"/>
                    <a:pt x="10795" y="3460"/>
                    <a:pt x="10795" y="3546"/>
                  </a:cubicBezTo>
                  <a:lnTo>
                    <a:pt x="10795" y="3657"/>
                  </a:lnTo>
                  <a:cubicBezTo>
                    <a:pt x="10795" y="3738"/>
                    <a:pt x="10728" y="3805"/>
                    <a:pt x="10646" y="3805"/>
                  </a:cubicBezTo>
                  <a:lnTo>
                    <a:pt x="8754" y="3805"/>
                  </a:lnTo>
                  <a:cubicBezTo>
                    <a:pt x="8672" y="3805"/>
                    <a:pt x="8605" y="3738"/>
                    <a:pt x="8605" y="3657"/>
                  </a:cubicBezTo>
                  <a:lnTo>
                    <a:pt x="8605" y="3546"/>
                  </a:lnTo>
                  <a:cubicBezTo>
                    <a:pt x="8605" y="3460"/>
                    <a:pt x="8672" y="3392"/>
                    <a:pt x="8758" y="3392"/>
                  </a:cubicBezTo>
                  <a:close/>
                  <a:moveTo>
                    <a:pt x="12289" y="4858"/>
                  </a:moveTo>
                  <a:cubicBezTo>
                    <a:pt x="13433" y="4858"/>
                    <a:pt x="14048" y="6179"/>
                    <a:pt x="13346" y="7058"/>
                  </a:cubicBezTo>
                  <a:cubicBezTo>
                    <a:pt x="13296" y="7048"/>
                    <a:pt x="13283" y="7046"/>
                    <a:pt x="13038" y="7046"/>
                  </a:cubicBezTo>
                  <a:cubicBezTo>
                    <a:pt x="12794" y="7046"/>
                    <a:pt x="12318" y="7048"/>
                    <a:pt x="11343" y="7048"/>
                  </a:cubicBezTo>
                  <a:cubicBezTo>
                    <a:pt x="11309" y="7048"/>
                    <a:pt x="11271" y="7048"/>
                    <a:pt x="11237" y="7058"/>
                  </a:cubicBezTo>
                  <a:cubicBezTo>
                    <a:pt x="10531" y="6183"/>
                    <a:pt x="11146" y="4858"/>
                    <a:pt x="12289" y="4858"/>
                  </a:cubicBezTo>
                  <a:close/>
                  <a:moveTo>
                    <a:pt x="5616" y="558"/>
                  </a:moveTo>
                  <a:lnTo>
                    <a:pt x="6352" y="563"/>
                  </a:lnTo>
                  <a:lnTo>
                    <a:pt x="6352" y="568"/>
                  </a:lnTo>
                  <a:cubicBezTo>
                    <a:pt x="6909" y="568"/>
                    <a:pt x="7360" y="1014"/>
                    <a:pt x="7360" y="1572"/>
                  </a:cubicBezTo>
                  <a:lnTo>
                    <a:pt x="7360" y="6284"/>
                  </a:lnTo>
                  <a:cubicBezTo>
                    <a:pt x="7360" y="6842"/>
                    <a:pt x="6909" y="7288"/>
                    <a:pt x="6352" y="7293"/>
                  </a:cubicBezTo>
                  <a:lnTo>
                    <a:pt x="5616" y="7293"/>
                  </a:lnTo>
                  <a:cubicBezTo>
                    <a:pt x="5636" y="7221"/>
                    <a:pt x="5645" y="7149"/>
                    <a:pt x="5650" y="7072"/>
                  </a:cubicBezTo>
                  <a:cubicBezTo>
                    <a:pt x="5636" y="476"/>
                    <a:pt x="5679" y="760"/>
                    <a:pt x="5616" y="558"/>
                  </a:cubicBezTo>
                  <a:close/>
                  <a:moveTo>
                    <a:pt x="13236" y="7457"/>
                  </a:moveTo>
                  <a:cubicBezTo>
                    <a:pt x="13317" y="7457"/>
                    <a:pt x="13385" y="7524"/>
                    <a:pt x="13385" y="7605"/>
                  </a:cubicBezTo>
                  <a:lnTo>
                    <a:pt x="13385" y="7716"/>
                  </a:lnTo>
                  <a:cubicBezTo>
                    <a:pt x="13385" y="7802"/>
                    <a:pt x="13317" y="7870"/>
                    <a:pt x="13236" y="7870"/>
                  </a:cubicBezTo>
                  <a:lnTo>
                    <a:pt x="11343" y="7870"/>
                  </a:lnTo>
                  <a:cubicBezTo>
                    <a:pt x="11261" y="7870"/>
                    <a:pt x="11194" y="7802"/>
                    <a:pt x="11194" y="7716"/>
                  </a:cubicBezTo>
                  <a:lnTo>
                    <a:pt x="11194" y="7605"/>
                  </a:lnTo>
                  <a:cubicBezTo>
                    <a:pt x="11194" y="7524"/>
                    <a:pt x="11261" y="7457"/>
                    <a:pt x="11343" y="7457"/>
                  </a:cubicBezTo>
                  <a:close/>
                  <a:moveTo>
                    <a:pt x="1423" y="1"/>
                  </a:moveTo>
                  <a:cubicBezTo>
                    <a:pt x="635" y="1"/>
                    <a:pt x="1" y="640"/>
                    <a:pt x="1" y="1423"/>
                  </a:cubicBezTo>
                  <a:lnTo>
                    <a:pt x="1" y="6443"/>
                  </a:lnTo>
                  <a:cubicBezTo>
                    <a:pt x="1" y="7231"/>
                    <a:pt x="635" y="7865"/>
                    <a:pt x="1423" y="7865"/>
                  </a:cubicBezTo>
                  <a:lnTo>
                    <a:pt x="2624" y="7865"/>
                  </a:lnTo>
                  <a:lnTo>
                    <a:pt x="2624" y="11756"/>
                  </a:lnTo>
                  <a:cubicBezTo>
                    <a:pt x="2624" y="13034"/>
                    <a:pt x="3661" y="14072"/>
                    <a:pt x="4939" y="14072"/>
                  </a:cubicBezTo>
                  <a:lnTo>
                    <a:pt x="10190" y="14072"/>
                  </a:lnTo>
                  <a:cubicBezTo>
                    <a:pt x="11468" y="14072"/>
                    <a:pt x="12501" y="13034"/>
                    <a:pt x="12506" y="11756"/>
                  </a:cubicBezTo>
                  <a:lnTo>
                    <a:pt x="12506" y="8278"/>
                  </a:lnTo>
                  <a:lnTo>
                    <a:pt x="13245" y="8278"/>
                  </a:lnTo>
                  <a:cubicBezTo>
                    <a:pt x="13558" y="8278"/>
                    <a:pt x="13807" y="8028"/>
                    <a:pt x="13807" y="7716"/>
                  </a:cubicBezTo>
                  <a:cubicBezTo>
                    <a:pt x="13798" y="7649"/>
                    <a:pt x="13851" y="7490"/>
                    <a:pt x="13692" y="7279"/>
                  </a:cubicBezTo>
                  <a:cubicBezTo>
                    <a:pt x="14581" y="6107"/>
                    <a:pt x="13740" y="4440"/>
                    <a:pt x="12289" y="4440"/>
                  </a:cubicBezTo>
                  <a:cubicBezTo>
                    <a:pt x="10834" y="4440"/>
                    <a:pt x="9998" y="6107"/>
                    <a:pt x="10901" y="7279"/>
                  </a:cubicBezTo>
                  <a:cubicBezTo>
                    <a:pt x="10742" y="7490"/>
                    <a:pt x="10795" y="7649"/>
                    <a:pt x="10786" y="7716"/>
                  </a:cubicBezTo>
                  <a:cubicBezTo>
                    <a:pt x="10786" y="8023"/>
                    <a:pt x="11035" y="8278"/>
                    <a:pt x="11348" y="8278"/>
                  </a:cubicBezTo>
                  <a:lnTo>
                    <a:pt x="12088" y="8278"/>
                  </a:lnTo>
                  <a:lnTo>
                    <a:pt x="12088" y="11756"/>
                  </a:lnTo>
                  <a:cubicBezTo>
                    <a:pt x="12083" y="12808"/>
                    <a:pt x="11232" y="13659"/>
                    <a:pt x="10180" y="13663"/>
                  </a:cubicBezTo>
                  <a:lnTo>
                    <a:pt x="4930" y="13663"/>
                  </a:lnTo>
                  <a:cubicBezTo>
                    <a:pt x="3882" y="13659"/>
                    <a:pt x="3027" y="12808"/>
                    <a:pt x="3027" y="11756"/>
                  </a:cubicBezTo>
                  <a:lnTo>
                    <a:pt x="3027" y="7865"/>
                  </a:lnTo>
                  <a:lnTo>
                    <a:pt x="4862" y="7865"/>
                  </a:lnTo>
                  <a:cubicBezTo>
                    <a:pt x="5026" y="7865"/>
                    <a:pt x="5179" y="7807"/>
                    <a:pt x="5304" y="7706"/>
                  </a:cubicBezTo>
                  <a:lnTo>
                    <a:pt x="5592" y="7706"/>
                  </a:lnTo>
                  <a:lnTo>
                    <a:pt x="5592" y="10108"/>
                  </a:lnTo>
                  <a:cubicBezTo>
                    <a:pt x="5592" y="11002"/>
                    <a:pt x="6313" y="11722"/>
                    <a:pt x="7207" y="11722"/>
                  </a:cubicBezTo>
                  <a:lnTo>
                    <a:pt x="8292" y="11722"/>
                  </a:lnTo>
                  <a:cubicBezTo>
                    <a:pt x="9186" y="11722"/>
                    <a:pt x="9907" y="11002"/>
                    <a:pt x="9907" y="10108"/>
                  </a:cubicBezTo>
                  <a:lnTo>
                    <a:pt x="9907" y="4219"/>
                  </a:lnTo>
                  <a:lnTo>
                    <a:pt x="10646" y="4219"/>
                  </a:lnTo>
                  <a:cubicBezTo>
                    <a:pt x="10959" y="4219"/>
                    <a:pt x="11208" y="3969"/>
                    <a:pt x="11208" y="3657"/>
                  </a:cubicBezTo>
                  <a:lnTo>
                    <a:pt x="11208" y="3546"/>
                  </a:lnTo>
                  <a:cubicBezTo>
                    <a:pt x="11208" y="3373"/>
                    <a:pt x="11127" y="3215"/>
                    <a:pt x="10992" y="3109"/>
                  </a:cubicBezTo>
                  <a:cubicBezTo>
                    <a:pt x="11093" y="2888"/>
                    <a:pt x="11165" y="2652"/>
                    <a:pt x="11204" y="2407"/>
                  </a:cubicBezTo>
                  <a:cubicBezTo>
                    <a:pt x="11242" y="2248"/>
                    <a:pt x="11119" y="2153"/>
                    <a:pt x="10999" y="2153"/>
                  </a:cubicBezTo>
                  <a:cubicBezTo>
                    <a:pt x="10906" y="2153"/>
                    <a:pt x="10815" y="2210"/>
                    <a:pt x="10800" y="2335"/>
                  </a:cubicBezTo>
                  <a:cubicBezTo>
                    <a:pt x="10762" y="2561"/>
                    <a:pt x="10694" y="2777"/>
                    <a:pt x="10598" y="2984"/>
                  </a:cubicBezTo>
                  <a:lnTo>
                    <a:pt x="8806" y="2984"/>
                  </a:lnTo>
                  <a:cubicBezTo>
                    <a:pt x="8653" y="2705"/>
                    <a:pt x="8552" y="2187"/>
                    <a:pt x="8552" y="1831"/>
                  </a:cubicBezTo>
                  <a:cubicBezTo>
                    <a:pt x="8552" y="1053"/>
                    <a:pt x="9066" y="414"/>
                    <a:pt x="9700" y="414"/>
                  </a:cubicBezTo>
                  <a:cubicBezTo>
                    <a:pt x="10209" y="414"/>
                    <a:pt x="10661" y="837"/>
                    <a:pt x="10800" y="1447"/>
                  </a:cubicBezTo>
                  <a:cubicBezTo>
                    <a:pt x="10830" y="1550"/>
                    <a:pt x="10912" y="1596"/>
                    <a:pt x="10995" y="1596"/>
                  </a:cubicBezTo>
                  <a:cubicBezTo>
                    <a:pt x="11113" y="1596"/>
                    <a:pt x="11232" y="1503"/>
                    <a:pt x="11204" y="1351"/>
                  </a:cubicBezTo>
                  <a:cubicBezTo>
                    <a:pt x="11026" y="558"/>
                    <a:pt x="10401" y="1"/>
                    <a:pt x="9700" y="1"/>
                  </a:cubicBezTo>
                  <a:cubicBezTo>
                    <a:pt x="8840" y="1"/>
                    <a:pt x="8139" y="827"/>
                    <a:pt x="8139" y="1831"/>
                  </a:cubicBezTo>
                  <a:cubicBezTo>
                    <a:pt x="8139" y="2167"/>
                    <a:pt x="8230" y="2725"/>
                    <a:pt x="8417" y="3109"/>
                  </a:cubicBezTo>
                  <a:cubicBezTo>
                    <a:pt x="8273" y="3210"/>
                    <a:pt x="8191" y="3373"/>
                    <a:pt x="8187" y="3546"/>
                  </a:cubicBezTo>
                  <a:lnTo>
                    <a:pt x="8187" y="3657"/>
                  </a:lnTo>
                  <a:cubicBezTo>
                    <a:pt x="8187" y="3969"/>
                    <a:pt x="8441" y="4223"/>
                    <a:pt x="8754" y="4223"/>
                  </a:cubicBezTo>
                  <a:lnTo>
                    <a:pt x="9493" y="4223"/>
                  </a:lnTo>
                  <a:lnTo>
                    <a:pt x="9493" y="10113"/>
                  </a:lnTo>
                  <a:cubicBezTo>
                    <a:pt x="9493" y="10776"/>
                    <a:pt x="8955" y="11314"/>
                    <a:pt x="8292" y="11314"/>
                  </a:cubicBezTo>
                  <a:lnTo>
                    <a:pt x="7202" y="11314"/>
                  </a:lnTo>
                  <a:cubicBezTo>
                    <a:pt x="6539" y="11314"/>
                    <a:pt x="6001" y="10776"/>
                    <a:pt x="6001" y="10113"/>
                  </a:cubicBezTo>
                  <a:lnTo>
                    <a:pt x="6001" y="7711"/>
                  </a:lnTo>
                  <a:lnTo>
                    <a:pt x="6347" y="7711"/>
                  </a:lnTo>
                  <a:cubicBezTo>
                    <a:pt x="7130" y="7711"/>
                    <a:pt x="7769" y="7077"/>
                    <a:pt x="7769" y="6289"/>
                  </a:cubicBezTo>
                  <a:lnTo>
                    <a:pt x="7769" y="1576"/>
                  </a:lnTo>
                  <a:cubicBezTo>
                    <a:pt x="7769" y="793"/>
                    <a:pt x="7130" y="159"/>
                    <a:pt x="6347" y="159"/>
                  </a:cubicBezTo>
                  <a:lnTo>
                    <a:pt x="5304" y="159"/>
                  </a:lnTo>
                  <a:cubicBezTo>
                    <a:pt x="5175" y="58"/>
                    <a:pt x="5021" y="5"/>
                    <a:pt x="4857" y="1"/>
                  </a:cubicBezTo>
                  <a:lnTo>
                    <a:pt x="2960" y="1"/>
                  </a:lnTo>
                  <a:cubicBezTo>
                    <a:pt x="2686" y="1"/>
                    <a:pt x="2686" y="409"/>
                    <a:pt x="2960" y="409"/>
                  </a:cubicBezTo>
                  <a:lnTo>
                    <a:pt x="4857" y="409"/>
                  </a:lnTo>
                  <a:cubicBezTo>
                    <a:pt x="5059" y="414"/>
                    <a:pt x="5227" y="577"/>
                    <a:pt x="5232" y="784"/>
                  </a:cubicBezTo>
                  <a:cubicBezTo>
                    <a:pt x="5218" y="7730"/>
                    <a:pt x="5266" y="7096"/>
                    <a:pt x="5184" y="7250"/>
                  </a:cubicBezTo>
                  <a:cubicBezTo>
                    <a:pt x="5122" y="7375"/>
                    <a:pt x="4997" y="7452"/>
                    <a:pt x="4857" y="7452"/>
                  </a:cubicBezTo>
                  <a:lnTo>
                    <a:pt x="1423" y="7452"/>
                  </a:lnTo>
                  <a:cubicBezTo>
                    <a:pt x="865" y="7452"/>
                    <a:pt x="414" y="7000"/>
                    <a:pt x="414" y="6448"/>
                  </a:cubicBezTo>
                  <a:lnTo>
                    <a:pt x="414" y="1423"/>
                  </a:lnTo>
                  <a:cubicBezTo>
                    <a:pt x="414" y="865"/>
                    <a:pt x="865" y="414"/>
                    <a:pt x="1423" y="414"/>
                  </a:cubicBezTo>
                  <a:lnTo>
                    <a:pt x="1951" y="414"/>
                  </a:lnTo>
                  <a:cubicBezTo>
                    <a:pt x="2220" y="414"/>
                    <a:pt x="2220" y="1"/>
                    <a:pt x="19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0"/>
            <p:cNvSpPr/>
            <p:nvPr/>
          </p:nvSpPr>
          <p:spPr>
            <a:xfrm>
              <a:off x="5631014" y="3497150"/>
              <a:ext cx="10839" cy="27777"/>
            </a:xfrm>
            <a:custGeom>
              <a:rect b="b" l="l" r="r" t="t"/>
              <a:pathLst>
                <a:path extrusionOk="0" h="1061" w="414">
                  <a:moveTo>
                    <a:pt x="207" y="0"/>
                  </a:moveTo>
                  <a:cubicBezTo>
                    <a:pt x="104" y="0"/>
                    <a:pt x="1" y="69"/>
                    <a:pt x="1" y="206"/>
                  </a:cubicBezTo>
                  <a:lnTo>
                    <a:pt x="1" y="859"/>
                  </a:lnTo>
                  <a:cubicBezTo>
                    <a:pt x="1" y="969"/>
                    <a:pt x="92" y="1061"/>
                    <a:pt x="207" y="1061"/>
                  </a:cubicBezTo>
                  <a:cubicBezTo>
                    <a:pt x="323" y="1061"/>
                    <a:pt x="414" y="969"/>
                    <a:pt x="414" y="859"/>
                  </a:cubicBezTo>
                  <a:lnTo>
                    <a:pt x="414" y="206"/>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80"/>
          <p:cNvGrpSpPr/>
          <p:nvPr/>
        </p:nvGrpSpPr>
        <p:grpSpPr>
          <a:xfrm>
            <a:off x="5308058" y="1517156"/>
            <a:ext cx="374295" cy="366599"/>
            <a:chOff x="5308058" y="1517156"/>
            <a:chExt cx="374295" cy="366599"/>
          </a:xfrm>
        </p:grpSpPr>
        <p:sp>
          <p:nvSpPr>
            <p:cNvPr id="9209" name="Google Shape;9209;p80"/>
            <p:cNvSpPr/>
            <p:nvPr/>
          </p:nvSpPr>
          <p:spPr>
            <a:xfrm>
              <a:off x="5315493" y="1522078"/>
              <a:ext cx="359425" cy="357043"/>
            </a:xfrm>
            <a:custGeom>
              <a:rect b="b" l="l" r="r" t="t"/>
              <a:pathLst>
                <a:path extrusionOk="0" h="13638" w="13729">
                  <a:moveTo>
                    <a:pt x="10004" y="1"/>
                  </a:moveTo>
                  <a:cubicBezTo>
                    <a:pt x="9972" y="1"/>
                    <a:pt x="9941" y="2"/>
                    <a:pt x="9910" y="4"/>
                  </a:cubicBezTo>
                  <a:cubicBezTo>
                    <a:pt x="9487" y="23"/>
                    <a:pt x="9089" y="205"/>
                    <a:pt x="8796" y="513"/>
                  </a:cubicBezTo>
                  <a:cubicBezTo>
                    <a:pt x="8373" y="955"/>
                    <a:pt x="8224" y="1594"/>
                    <a:pt x="8411" y="2175"/>
                  </a:cubicBezTo>
                  <a:cubicBezTo>
                    <a:pt x="8522" y="2530"/>
                    <a:pt x="8426" y="2920"/>
                    <a:pt x="8161" y="3184"/>
                  </a:cubicBezTo>
                  <a:lnTo>
                    <a:pt x="3233" y="8113"/>
                  </a:lnTo>
                  <a:cubicBezTo>
                    <a:pt x="3041" y="8304"/>
                    <a:pt x="2783" y="8408"/>
                    <a:pt x="2521" y="8408"/>
                  </a:cubicBezTo>
                  <a:cubicBezTo>
                    <a:pt x="2421" y="8408"/>
                    <a:pt x="2321" y="8393"/>
                    <a:pt x="2224" y="8363"/>
                  </a:cubicBezTo>
                  <a:cubicBezTo>
                    <a:pt x="2053" y="8308"/>
                    <a:pt x="1881" y="8282"/>
                    <a:pt x="1713" y="8282"/>
                  </a:cubicBezTo>
                  <a:cubicBezTo>
                    <a:pt x="846" y="8282"/>
                    <a:pt x="79" y="8965"/>
                    <a:pt x="43" y="9890"/>
                  </a:cubicBezTo>
                  <a:cubicBezTo>
                    <a:pt x="0" y="10861"/>
                    <a:pt x="785" y="11638"/>
                    <a:pt x="1710" y="11638"/>
                  </a:cubicBezTo>
                  <a:cubicBezTo>
                    <a:pt x="1833" y="11638"/>
                    <a:pt x="1958" y="11624"/>
                    <a:pt x="2084" y="11596"/>
                  </a:cubicBezTo>
                  <a:lnTo>
                    <a:pt x="2084" y="11596"/>
                  </a:lnTo>
                  <a:cubicBezTo>
                    <a:pt x="1955" y="12158"/>
                    <a:pt x="2123" y="12749"/>
                    <a:pt x="2536" y="13157"/>
                  </a:cubicBezTo>
                  <a:cubicBezTo>
                    <a:pt x="2866" y="13478"/>
                    <a:pt x="3294" y="13638"/>
                    <a:pt x="3721" y="13638"/>
                  </a:cubicBezTo>
                  <a:cubicBezTo>
                    <a:pt x="4163" y="13638"/>
                    <a:pt x="4605" y="13466"/>
                    <a:pt x="4938" y="13123"/>
                  </a:cubicBezTo>
                  <a:cubicBezTo>
                    <a:pt x="5361" y="12681"/>
                    <a:pt x="5505" y="12042"/>
                    <a:pt x="5322" y="11461"/>
                  </a:cubicBezTo>
                  <a:cubicBezTo>
                    <a:pt x="5207" y="11106"/>
                    <a:pt x="5303" y="10717"/>
                    <a:pt x="5572" y="10452"/>
                  </a:cubicBezTo>
                  <a:lnTo>
                    <a:pt x="6634" y="9391"/>
                  </a:lnTo>
                  <a:lnTo>
                    <a:pt x="7374" y="8646"/>
                  </a:lnTo>
                  <a:lnTo>
                    <a:pt x="10496" y="5523"/>
                  </a:lnTo>
                  <a:cubicBezTo>
                    <a:pt x="10688" y="5332"/>
                    <a:pt x="10945" y="5228"/>
                    <a:pt x="11208" y="5228"/>
                  </a:cubicBezTo>
                  <a:cubicBezTo>
                    <a:pt x="11307" y="5228"/>
                    <a:pt x="11408" y="5243"/>
                    <a:pt x="11505" y="5274"/>
                  </a:cubicBezTo>
                  <a:cubicBezTo>
                    <a:pt x="11676" y="5328"/>
                    <a:pt x="11848" y="5354"/>
                    <a:pt x="12016" y="5354"/>
                  </a:cubicBezTo>
                  <a:cubicBezTo>
                    <a:pt x="12881" y="5354"/>
                    <a:pt x="13646" y="4672"/>
                    <a:pt x="13686" y="3751"/>
                  </a:cubicBezTo>
                  <a:cubicBezTo>
                    <a:pt x="13729" y="2774"/>
                    <a:pt x="12941" y="1999"/>
                    <a:pt x="12014" y="1999"/>
                  </a:cubicBezTo>
                  <a:cubicBezTo>
                    <a:pt x="11893" y="1999"/>
                    <a:pt x="11769" y="2013"/>
                    <a:pt x="11644" y="2040"/>
                  </a:cubicBezTo>
                  <a:cubicBezTo>
                    <a:pt x="11774" y="1478"/>
                    <a:pt x="11606" y="887"/>
                    <a:pt x="11193" y="479"/>
                  </a:cubicBezTo>
                  <a:cubicBezTo>
                    <a:pt x="11034" y="325"/>
                    <a:pt x="10847" y="201"/>
                    <a:pt x="10636" y="119"/>
                  </a:cubicBezTo>
                  <a:cubicBezTo>
                    <a:pt x="10434" y="43"/>
                    <a:pt x="10218" y="1"/>
                    <a:pt x="1000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0"/>
            <p:cNvSpPr/>
            <p:nvPr/>
          </p:nvSpPr>
          <p:spPr>
            <a:xfrm>
              <a:off x="5372199" y="1577632"/>
              <a:ext cx="306149" cy="301594"/>
            </a:xfrm>
            <a:custGeom>
              <a:rect b="b" l="l" r="r" t="t"/>
              <a:pathLst>
                <a:path extrusionOk="0" h="11520" w="11694">
                  <a:moveTo>
                    <a:pt x="10482" y="0"/>
                  </a:moveTo>
                  <a:cubicBezTo>
                    <a:pt x="10742" y="639"/>
                    <a:pt x="10588" y="1374"/>
                    <a:pt x="10093" y="1859"/>
                  </a:cubicBezTo>
                  <a:cubicBezTo>
                    <a:pt x="9776" y="2159"/>
                    <a:pt x="9358" y="2320"/>
                    <a:pt x="8933" y="2320"/>
                  </a:cubicBezTo>
                  <a:cubicBezTo>
                    <a:pt x="8765" y="2320"/>
                    <a:pt x="8596" y="2295"/>
                    <a:pt x="8431" y="2244"/>
                  </a:cubicBezTo>
                  <a:cubicBezTo>
                    <a:pt x="8331" y="2211"/>
                    <a:pt x="8229" y="2196"/>
                    <a:pt x="8127" y="2196"/>
                  </a:cubicBezTo>
                  <a:cubicBezTo>
                    <a:pt x="7867" y="2196"/>
                    <a:pt x="7612" y="2299"/>
                    <a:pt x="7422" y="2489"/>
                  </a:cubicBezTo>
                  <a:lnTo>
                    <a:pt x="4300" y="5611"/>
                  </a:lnTo>
                  <a:lnTo>
                    <a:pt x="3555" y="6361"/>
                  </a:lnTo>
                  <a:lnTo>
                    <a:pt x="2489" y="7422"/>
                  </a:lnTo>
                  <a:cubicBezTo>
                    <a:pt x="2224" y="7687"/>
                    <a:pt x="2128" y="8076"/>
                    <a:pt x="2239" y="8431"/>
                  </a:cubicBezTo>
                  <a:cubicBezTo>
                    <a:pt x="2426" y="9012"/>
                    <a:pt x="2277" y="9651"/>
                    <a:pt x="1854" y="10093"/>
                  </a:cubicBezTo>
                  <a:cubicBezTo>
                    <a:pt x="1529" y="10428"/>
                    <a:pt x="1087" y="10607"/>
                    <a:pt x="638" y="10607"/>
                  </a:cubicBezTo>
                  <a:cubicBezTo>
                    <a:pt x="423" y="10607"/>
                    <a:pt x="206" y="10566"/>
                    <a:pt x="0" y="10483"/>
                  </a:cubicBezTo>
                  <a:lnTo>
                    <a:pt x="0" y="10483"/>
                  </a:lnTo>
                  <a:cubicBezTo>
                    <a:pt x="82" y="10689"/>
                    <a:pt x="207" y="10876"/>
                    <a:pt x="365" y="11035"/>
                  </a:cubicBezTo>
                  <a:cubicBezTo>
                    <a:pt x="695" y="11358"/>
                    <a:pt x="1123" y="11519"/>
                    <a:pt x="1550" y="11519"/>
                  </a:cubicBezTo>
                  <a:cubicBezTo>
                    <a:pt x="1993" y="11519"/>
                    <a:pt x="2435" y="11346"/>
                    <a:pt x="2767" y="11001"/>
                  </a:cubicBezTo>
                  <a:cubicBezTo>
                    <a:pt x="3190" y="10559"/>
                    <a:pt x="3339" y="9920"/>
                    <a:pt x="3151" y="9339"/>
                  </a:cubicBezTo>
                  <a:cubicBezTo>
                    <a:pt x="3041" y="8984"/>
                    <a:pt x="3137" y="8595"/>
                    <a:pt x="3401" y="8330"/>
                  </a:cubicBezTo>
                  <a:lnTo>
                    <a:pt x="4463" y="7269"/>
                  </a:lnTo>
                  <a:lnTo>
                    <a:pt x="5208" y="6524"/>
                  </a:lnTo>
                  <a:lnTo>
                    <a:pt x="8330" y="3401"/>
                  </a:lnTo>
                  <a:cubicBezTo>
                    <a:pt x="8521" y="3208"/>
                    <a:pt x="8776" y="3104"/>
                    <a:pt x="9036" y="3104"/>
                  </a:cubicBezTo>
                  <a:cubicBezTo>
                    <a:pt x="9137" y="3104"/>
                    <a:pt x="9240" y="3119"/>
                    <a:pt x="9339" y="3152"/>
                  </a:cubicBezTo>
                  <a:cubicBezTo>
                    <a:pt x="9505" y="3204"/>
                    <a:pt x="9676" y="3229"/>
                    <a:pt x="9845" y="3229"/>
                  </a:cubicBezTo>
                  <a:cubicBezTo>
                    <a:pt x="10269" y="3229"/>
                    <a:pt x="10685" y="3069"/>
                    <a:pt x="11001" y="2767"/>
                  </a:cubicBezTo>
                  <a:cubicBezTo>
                    <a:pt x="11674" y="2114"/>
                    <a:pt x="11693" y="1038"/>
                    <a:pt x="11040" y="370"/>
                  </a:cubicBezTo>
                  <a:cubicBezTo>
                    <a:pt x="10881" y="207"/>
                    <a:pt x="10689" y="82"/>
                    <a:pt x="1048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0"/>
            <p:cNvSpPr/>
            <p:nvPr/>
          </p:nvSpPr>
          <p:spPr>
            <a:xfrm>
              <a:off x="5308058" y="1517156"/>
              <a:ext cx="266539" cy="366599"/>
            </a:xfrm>
            <a:custGeom>
              <a:rect b="b" l="l" r="r" t="t"/>
              <a:pathLst>
                <a:path extrusionOk="0" h="14003" w="10181">
                  <a:moveTo>
                    <a:pt x="9898" y="1"/>
                  </a:moveTo>
                  <a:cubicBezTo>
                    <a:pt x="9885" y="1"/>
                    <a:pt x="9872" y="2"/>
                    <a:pt x="9858" y="4"/>
                  </a:cubicBezTo>
                  <a:cubicBezTo>
                    <a:pt x="8791" y="254"/>
                    <a:pt x="8167" y="1354"/>
                    <a:pt x="8498" y="2397"/>
                  </a:cubicBezTo>
                  <a:cubicBezTo>
                    <a:pt x="8590" y="2680"/>
                    <a:pt x="8513" y="2992"/>
                    <a:pt x="8301" y="3199"/>
                  </a:cubicBezTo>
                  <a:lnTo>
                    <a:pt x="3372" y="8133"/>
                  </a:lnTo>
                  <a:cubicBezTo>
                    <a:pt x="3220" y="8285"/>
                    <a:pt x="3018" y="8367"/>
                    <a:pt x="2811" y="8367"/>
                  </a:cubicBezTo>
                  <a:cubicBezTo>
                    <a:pt x="2730" y="8367"/>
                    <a:pt x="2649" y="8355"/>
                    <a:pt x="2570" y="8330"/>
                  </a:cubicBezTo>
                  <a:cubicBezTo>
                    <a:pt x="2382" y="8271"/>
                    <a:pt x="2192" y="8243"/>
                    <a:pt x="2007" y="8243"/>
                  </a:cubicBezTo>
                  <a:cubicBezTo>
                    <a:pt x="1084" y="8243"/>
                    <a:pt x="255" y="8929"/>
                    <a:pt x="139" y="9900"/>
                  </a:cubicBezTo>
                  <a:cubicBezTo>
                    <a:pt x="0" y="11026"/>
                    <a:pt x="884" y="12004"/>
                    <a:pt x="2002" y="12004"/>
                  </a:cubicBezTo>
                  <a:cubicBezTo>
                    <a:pt x="2044" y="12004"/>
                    <a:pt x="2086" y="12003"/>
                    <a:pt x="2128" y="12000"/>
                  </a:cubicBezTo>
                  <a:lnTo>
                    <a:pt x="2128" y="12000"/>
                  </a:lnTo>
                  <a:cubicBezTo>
                    <a:pt x="2056" y="13100"/>
                    <a:pt x="2932" y="14002"/>
                    <a:pt x="4000" y="14002"/>
                  </a:cubicBezTo>
                  <a:cubicBezTo>
                    <a:pt x="4075" y="14002"/>
                    <a:pt x="4151" y="13998"/>
                    <a:pt x="4228" y="13989"/>
                  </a:cubicBezTo>
                  <a:cubicBezTo>
                    <a:pt x="5395" y="13849"/>
                    <a:pt x="6149" y="12682"/>
                    <a:pt x="5798" y="11558"/>
                  </a:cubicBezTo>
                  <a:cubicBezTo>
                    <a:pt x="5707" y="11274"/>
                    <a:pt x="5784" y="10967"/>
                    <a:pt x="5995" y="10756"/>
                  </a:cubicBezTo>
                  <a:lnTo>
                    <a:pt x="7062" y="9694"/>
                  </a:lnTo>
                  <a:cubicBezTo>
                    <a:pt x="7139" y="9612"/>
                    <a:pt x="7139" y="9483"/>
                    <a:pt x="7062" y="9401"/>
                  </a:cubicBezTo>
                  <a:cubicBezTo>
                    <a:pt x="7022" y="9365"/>
                    <a:pt x="6970" y="9347"/>
                    <a:pt x="6919" y="9347"/>
                  </a:cubicBezTo>
                  <a:cubicBezTo>
                    <a:pt x="6865" y="9347"/>
                    <a:pt x="6813" y="9367"/>
                    <a:pt x="6774" y="9406"/>
                  </a:cubicBezTo>
                  <a:lnTo>
                    <a:pt x="5707" y="10472"/>
                  </a:lnTo>
                  <a:cubicBezTo>
                    <a:pt x="5390" y="10789"/>
                    <a:pt x="5275" y="11255"/>
                    <a:pt x="5409" y="11688"/>
                  </a:cubicBezTo>
                  <a:cubicBezTo>
                    <a:pt x="5698" y="12610"/>
                    <a:pt x="5030" y="13556"/>
                    <a:pt x="4064" y="13595"/>
                  </a:cubicBezTo>
                  <a:cubicBezTo>
                    <a:pt x="4042" y="13596"/>
                    <a:pt x="4019" y="13596"/>
                    <a:pt x="3997" y="13596"/>
                  </a:cubicBezTo>
                  <a:cubicBezTo>
                    <a:pt x="3064" y="13596"/>
                    <a:pt x="2364" y="12727"/>
                    <a:pt x="2565" y="11808"/>
                  </a:cubicBezTo>
                  <a:cubicBezTo>
                    <a:pt x="2595" y="11676"/>
                    <a:pt x="2497" y="11556"/>
                    <a:pt x="2372" y="11556"/>
                  </a:cubicBezTo>
                  <a:cubicBezTo>
                    <a:pt x="2355" y="11556"/>
                    <a:pt x="2338" y="11558"/>
                    <a:pt x="2320" y="11563"/>
                  </a:cubicBezTo>
                  <a:cubicBezTo>
                    <a:pt x="2213" y="11586"/>
                    <a:pt x="2107" y="11597"/>
                    <a:pt x="2003" y="11597"/>
                  </a:cubicBezTo>
                  <a:cubicBezTo>
                    <a:pt x="1189" y="11597"/>
                    <a:pt x="495" y="10915"/>
                    <a:pt x="533" y="10059"/>
                  </a:cubicBezTo>
                  <a:cubicBezTo>
                    <a:pt x="565" y="9248"/>
                    <a:pt x="1238" y="8651"/>
                    <a:pt x="1999" y="8651"/>
                  </a:cubicBezTo>
                  <a:cubicBezTo>
                    <a:pt x="2144" y="8651"/>
                    <a:pt x="2293" y="8672"/>
                    <a:pt x="2440" y="8719"/>
                  </a:cubicBezTo>
                  <a:cubicBezTo>
                    <a:pt x="2560" y="8756"/>
                    <a:pt x="2681" y="8774"/>
                    <a:pt x="2802" y="8774"/>
                  </a:cubicBezTo>
                  <a:cubicBezTo>
                    <a:pt x="3118" y="8774"/>
                    <a:pt x="3426" y="8649"/>
                    <a:pt x="3656" y="8416"/>
                  </a:cubicBezTo>
                  <a:lnTo>
                    <a:pt x="8590" y="3487"/>
                  </a:lnTo>
                  <a:cubicBezTo>
                    <a:pt x="8907" y="3170"/>
                    <a:pt x="9022" y="2699"/>
                    <a:pt x="8887" y="2272"/>
                  </a:cubicBezTo>
                  <a:cubicBezTo>
                    <a:pt x="8628" y="1460"/>
                    <a:pt x="9118" y="595"/>
                    <a:pt x="9949" y="403"/>
                  </a:cubicBezTo>
                  <a:cubicBezTo>
                    <a:pt x="10181" y="330"/>
                    <a:pt x="10116" y="1"/>
                    <a:pt x="98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0"/>
            <p:cNvSpPr/>
            <p:nvPr/>
          </p:nvSpPr>
          <p:spPr>
            <a:xfrm>
              <a:off x="5501476" y="1519068"/>
              <a:ext cx="180878" cy="234023"/>
            </a:xfrm>
            <a:custGeom>
              <a:rect b="b" l="l" r="r" t="t"/>
              <a:pathLst>
                <a:path extrusionOk="0" h="8939" w="6909">
                  <a:moveTo>
                    <a:pt x="3522" y="1"/>
                  </a:moveTo>
                  <a:cubicBezTo>
                    <a:pt x="3325" y="1"/>
                    <a:pt x="3234" y="312"/>
                    <a:pt x="3459" y="397"/>
                  </a:cubicBezTo>
                  <a:cubicBezTo>
                    <a:pt x="4127" y="661"/>
                    <a:pt x="4502" y="1377"/>
                    <a:pt x="4343" y="2083"/>
                  </a:cubicBezTo>
                  <a:cubicBezTo>
                    <a:pt x="4313" y="2212"/>
                    <a:pt x="4414" y="2334"/>
                    <a:pt x="4542" y="2334"/>
                  </a:cubicBezTo>
                  <a:cubicBezTo>
                    <a:pt x="4557" y="2334"/>
                    <a:pt x="4573" y="2332"/>
                    <a:pt x="4588" y="2328"/>
                  </a:cubicBezTo>
                  <a:cubicBezTo>
                    <a:pt x="4700" y="2303"/>
                    <a:pt x="4811" y="2291"/>
                    <a:pt x="4919" y="2291"/>
                  </a:cubicBezTo>
                  <a:cubicBezTo>
                    <a:pt x="5732" y="2291"/>
                    <a:pt x="6423" y="2971"/>
                    <a:pt x="6385" y="3827"/>
                  </a:cubicBezTo>
                  <a:cubicBezTo>
                    <a:pt x="6353" y="4640"/>
                    <a:pt x="5677" y="5237"/>
                    <a:pt x="4916" y="5237"/>
                  </a:cubicBezTo>
                  <a:cubicBezTo>
                    <a:pt x="4768" y="5237"/>
                    <a:pt x="4618" y="5215"/>
                    <a:pt x="4468" y="5168"/>
                  </a:cubicBezTo>
                  <a:cubicBezTo>
                    <a:pt x="4349" y="5130"/>
                    <a:pt x="4227" y="5112"/>
                    <a:pt x="4107" y="5112"/>
                  </a:cubicBezTo>
                  <a:cubicBezTo>
                    <a:pt x="3790" y="5112"/>
                    <a:pt x="3483" y="5237"/>
                    <a:pt x="3253" y="5470"/>
                  </a:cubicBezTo>
                  <a:lnTo>
                    <a:pt x="130" y="8588"/>
                  </a:lnTo>
                  <a:cubicBezTo>
                    <a:pt x="1" y="8718"/>
                    <a:pt x="92" y="8939"/>
                    <a:pt x="274" y="8939"/>
                  </a:cubicBezTo>
                  <a:cubicBezTo>
                    <a:pt x="279" y="8939"/>
                    <a:pt x="283" y="8939"/>
                    <a:pt x="287" y="8939"/>
                  </a:cubicBezTo>
                  <a:cubicBezTo>
                    <a:pt x="432" y="8939"/>
                    <a:pt x="364" y="8898"/>
                    <a:pt x="3541" y="5758"/>
                  </a:cubicBezTo>
                  <a:cubicBezTo>
                    <a:pt x="3694" y="5602"/>
                    <a:pt x="3896" y="5519"/>
                    <a:pt x="4104" y="5519"/>
                  </a:cubicBezTo>
                  <a:cubicBezTo>
                    <a:pt x="4184" y="5519"/>
                    <a:pt x="4265" y="5531"/>
                    <a:pt x="4343" y="5557"/>
                  </a:cubicBezTo>
                  <a:cubicBezTo>
                    <a:pt x="4533" y="5615"/>
                    <a:pt x="4723" y="5643"/>
                    <a:pt x="4909" y="5643"/>
                  </a:cubicBezTo>
                  <a:cubicBezTo>
                    <a:pt x="5833" y="5643"/>
                    <a:pt x="6658" y="4958"/>
                    <a:pt x="6774" y="3986"/>
                  </a:cubicBezTo>
                  <a:cubicBezTo>
                    <a:pt x="6909" y="2856"/>
                    <a:pt x="6025" y="1878"/>
                    <a:pt x="4911" y="1878"/>
                  </a:cubicBezTo>
                  <a:cubicBezTo>
                    <a:pt x="4870" y="1878"/>
                    <a:pt x="4828" y="1879"/>
                    <a:pt x="4786" y="1882"/>
                  </a:cubicBezTo>
                  <a:lnTo>
                    <a:pt x="4786" y="1882"/>
                  </a:lnTo>
                  <a:cubicBezTo>
                    <a:pt x="4836" y="1072"/>
                    <a:pt x="4361" y="315"/>
                    <a:pt x="3604" y="18"/>
                  </a:cubicBezTo>
                  <a:cubicBezTo>
                    <a:pt x="3575" y="6"/>
                    <a:pt x="3548" y="1"/>
                    <a:pt x="35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3" name="Google Shape;9213;p80"/>
          <p:cNvGrpSpPr/>
          <p:nvPr/>
        </p:nvGrpSpPr>
        <p:grpSpPr>
          <a:xfrm>
            <a:off x="6184800" y="1540902"/>
            <a:ext cx="370761" cy="319108"/>
            <a:chOff x="6184800" y="1540902"/>
            <a:chExt cx="370761" cy="319108"/>
          </a:xfrm>
        </p:grpSpPr>
        <p:sp>
          <p:nvSpPr>
            <p:cNvPr id="9214" name="Google Shape;9214;p80"/>
            <p:cNvSpPr/>
            <p:nvPr/>
          </p:nvSpPr>
          <p:spPr>
            <a:xfrm>
              <a:off x="6392695" y="1636485"/>
              <a:ext cx="156975" cy="217975"/>
            </a:xfrm>
            <a:custGeom>
              <a:rect b="b" l="l" r="r" t="t"/>
              <a:pathLst>
                <a:path extrusionOk="0" h="8326" w="5996">
                  <a:moveTo>
                    <a:pt x="2421" y="0"/>
                  </a:moveTo>
                  <a:cubicBezTo>
                    <a:pt x="1686" y="0"/>
                    <a:pt x="524" y="567"/>
                    <a:pt x="461" y="1297"/>
                  </a:cubicBezTo>
                  <a:lnTo>
                    <a:pt x="370" y="2374"/>
                  </a:lnTo>
                  <a:cubicBezTo>
                    <a:pt x="807" y="2873"/>
                    <a:pt x="1437" y="3368"/>
                    <a:pt x="2234" y="3378"/>
                  </a:cubicBezTo>
                  <a:lnTo>
                    <a:pt x="2215" y="4617"/>
                  </a:lnTo>
                  <a:lnTo>
                    <a:pt x="2224" y="4622"/>
                  </a:lnTo>
                  <a:lnTo>
                    <a:pt x="2220" y="4622"/>
                  </a:lnTo>
                  <a:cubicBezTo>
                    <a:pt x="1432" y="4612"/>
                    <a:pt x="774" y="4319"/>
                    <a:pt x="245" y="3935"/>
                  </a:cubicBezTo>
                  <a:lnTo>
                    <a:pt x="96" y="6308"/>
                  </a:lnTo>
                  <a:cubicBezTo>
                    <a:pt x="0" y="7394"/>
                    <a:pt x="860" y="8326"/>
                    <a:pt x="1951" y="8326"/>
                  </a:cubicBezTo>
                  <a:lnTo>
                    <a:pt x="5424" y="8326"/>
                  </a:lnTo>
                  <a:cubicBezTo>
                    <a:pt x="5746" y="8326"/>
                    <a:pt x="5996" y="8042"/>
                    <a:pt x="5952" y="7720"/>
                  </a:cubicBezTo>
                  <a:cubicBezTo>
                    <a:pt x="5534" y="4564"/>
                    <a:pt x="5131" y="1514"/>
                    <a:pt x="3200" y="236"/>
                  </a:cubicBezTo>
                  <a:cubicBezTo>
                    <a:pt x="2969" y="82"/>
                    <a:pt x="2700" y="0"/>
                    <a:pt x="24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0"/>
            <p:cNvSpPr/>
            <p:nvPr/>
          </p:nvSpPr>
          <p:spPr>
            <a:xfrm>
              <a:off x="6438850" y="1636485"/>
              <a:ext cx="110689" cy="217975"/>
            </a:xfrm>
            <a:custGeom>
              <a:rect b="b" l="l" r="r" t="t"/>
              <a:pathLst>
                <a:path extrusionOk="0" h="8326" w="4228">
                  <a:moveTo>
                    <a:pt x="654" y="0"/>
                  </a:moveTo>
                  <a:cubicBezTo>
                    <a:pt x="433" y="5"/>
                    <a:pt x="212" y="44"/>
                    <a:pt x="0" y="116"/>
                  </a:cubicBezTo>
                  <a:cubicBezTo>
                    <a:pt x="77" y="149"/>
                    <a:pt x="154" y="193"/>
                    <a:pt x="226" y="236"/>
                  </a:cubicBezTo>
                  <a:cubicBezTo>
                    <a:pt x="2152" y="1514"/>
                    <a:pt x="2556" y="4564"/>
                    <a:pt x="2974" y="7720"/>
                  </a:cubicBezTo>
                  <a:cubicBezTo>
                    <a:pt x="3022" y="8038"/>
                    <a:pt x="2772" y="8326"/>
                    <a:pt x="2445" y="8326"/>
                  </a:cubicBezTo>
                  <a:lnTo>
                    <a:pt x="3646" y="8326"/>
                  </a:lnTo>
                  <a:cubicBezTo>
                    <a:pt x="3649" y="8326"/>
                    <a:pt x="3652" y="8326"/>
                    <a:pt x="3655" y="8326"/>
                  </a:cubicBezTo>
                  <a:cubicBezTo>
                    <a:pt x="3977" y="8326"/>
                    <a:pt x="4227" y="8040"/>
                    <a:pt x="4185" y="7720"/>
                  </a:cubicBezTo>
                  <a:cubicBezTo>
                    <a:pt x="3767" y="4569"/>
                    <a:pt x="3363" y="1514"/>
                    <a:pt x="1432" y="236"/>
                  </a:cubicBezTo>
                  <a:cubicBezTo>
                    <a:pt x="1201" y="87"/>
                    <a:pt x="932" y="5"/>
                    <a:pt x="6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0"/>
            <p:cNvSpPr/>
            <p:nvPr/>
          </p:nvSpPr>
          <p:spPr>
            <a:xfrm>
              <a:off x="6190455" y="1636485"/>
              <a:ext cx="156975" cy="217975"/>
            </a:xfrm>
            <a:custGeom>
              <a:rect b="b" l="l" r="r" t="t"/>
              <a:pathLst>
                <a:path extrusionOk="0" h="8326" w="5996">
                  <a:moveTo>
                    <a:pt x="3574" y="0"/>
                  </a:moveTo>
                  <a:cubicBezTo>
                    <a:pt x="3296" y="0"/>
                    <a:pt x="3027" y="82"/>
                    <a:pt x="2796" y="236"/>
                  </a:cubicBezTo>
                  <a:cubicBezTo>
                    <a:pt x="865" y="1514"/>
                    <a:pt x="461" y="4564"/>
                    <a:pt x="43" y="7720"/>
                  </a:cubicBezTo>
                  <a:cubicBezTo>
                    <a:pt x="0" y="8042"/>
                    <a:pt x="250" y="8326"/>
                    <a:pt x="572" y="8326"/>
                  </a:cubicBezTo>
                  <a:lnTo>
                    <a:pt x="4045" y="8326"/>
                  </a:lnTo>
                  <a:cubicBezTo>
                    <a:pt x="5136" y="8326"/>
                    <a:pt x="5996" y="7394"/>
                    <a:pt x="5904" y="6308"/>
                  </a:cubicBezTo>
                  <a:lnTo>
                    <a:pt x="5751" y="3935"/>
                  </a:lnTo>
                  <a:cubicBezTo>
                    <a:pt x="5217" y="4319"/>
                    <a:pt x="4559" y="4612"/>
                    <a:pt x="3771" y="4622"/>
                  </a:cubicBezTo>
                  <a:lnTo>
                    <a:pt x="3767" y="4622"/>
                  </a:lnTo>
                  <a:lnTo>
                    <a:pt x="3781" y="4617"/>
                  </a:lnTo>
                  <a:lnTo>
                    <a:pt x="3762" y="3378"/>
                  </a:lnTo>
                  <a:cubicBezTo>
                    <a:pt x="4559" y="3368"/>
                    <a:pt x="5189" y="2873"/>
                    <a:pt x="5626" y="2374"/>
                  </a:cubicBezTo>
                  <a:lnTo>
                    <a:pt x="5534" y="1297"/>
                  </a:lnTo>
                  <a:cubicBezTo>
                    <a:pt x="5472" y="567"/>
                    <a:pt x="4309" y="0"/>
                    <a:pt x="3574"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0"/>
            <p:cNvSpPr/>
            <p:nvPr/>
          </p:nvSpPr>
          <p:spPr>
            <a:xfrm>
              <a:off x="6190455" y="1636485"/>
              <a:ext cx="110820" cy="217975"/>
            </a:xfrm>
            <a:custGeom>
              <a:rect b="b" l="l" r="r" t="t"/>
              <a:pathLst>
                <a:path extrusionOk="0" h="8326" w="4233">
                  <a:moveTo>
                    <a:pt x="3579" y="0"/>
                  </a:moveTo>
                  <a:cubicBezTo>
                    <a:pt x="3301" y="0"/>
                    <a:pt x="3032" y="87"/>
                    <a:pt x="2796" y="236"/>
                  </a:cubicBezTo>
                  <a:cubicBezTo>
                    <a:pt x="870" y="1514"/>
                    <a:pt x="466" y="4569"/>
                    <a:pt x="48" y="7720"/>
                  </a:cubicBezTo>
                  <a:cubicBezTo>
                    <a:pt x="1" y="8044"/>
                    <a:pt x="251" y="8326"/>
                    <a:pt x="573" y="8326"/>
                  </a:cubicBezTo>
                  <a:cubicBezTo>
                    <a:pt x="576" y="8326"/>
                    <a:pt x="579" y="8326"/>
                    <a:pt x="581" y="8326"/>
                  </a:cubicBezTo>
                  <a:lnTo>
                    <a:pt x="1782" y="8326"/>
                  </a:lnTo>
                  <a:cubicBezTo>
                    <a:pt x="1461" y="8326"/>
                    <a:pt x="1211" y="8038"/>
                    <a:pt x="1254" y="7720"/>
                  </a:cubicBezTo>
                  <a:cubicBezTo>
                    <a:pt x="1677" y="4564"/>
                    <a:pt x="2076" y="1514"/>
                    <a:pt x="4007" y="236"/>
                  </a:cubicBezTo>
                  <a:cubicBezTo>
                    <a:pt x="4079" y="193"/>
                    <a:pt x="4151" y="149"/>
                    <a:pt x="4233" y="116"/>
                  </a:cubicBezTo>
                  <a:cubicBezTo>
                    <a:pt x="4021" y="44"/>
                    <a:pt x="3800" y="5"/>
                    <a:pt x="357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0"/>
            <p:cNvSpPr/>
            <p:nvPr/>
          </p:nvSpPr>
          <p:spPr>
            <a:xfrm>
              <a:off x="6274964" y="1709684"/>
              <a:ext cx="27698" cy="63277"/>
            </a:xfrm>
            <a:custGeom>
              <a:rect b="b" l="l" r="r" t="t"/>
              <a:pathLst>
                <a:path extrusionOk="0" h="2417" w="1058">
                  <a:moveTo>
                    <a:pt x="529" y="0"/>
                  </a:moveTo>
                  <a:cubicBezTo>
                    <a:pt x="236" y="0"/>
                    <a:pt x="1" y="538"/>
                    <a:pt x="1" y="1206"/>
                  </a:cubicBezTo>
                  <a:cubicBezTo>
                    <a:pt x="1" y="1874"/>
                    <a:pt x="236" y="2417"/>
                    <a:pt x="529" y="2417"/>
                  </a:cubicBezTo>
                  <a:cubicBezTo>
                    <a:pt x="822" y="2417"/>
                    <a:pt x="1057" y="1874"/>
                    <a:pt x="1057" y="1206"/>
                  </a:cubicBezTo>
                  <a:cubicBezTo>
                    <a:pt x="1057"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0"/>
            <p:cNvSpPr/>
            <p:nvPr/>
          </p:nvSpPr>
          <p:spPr>
            <a:xfrm>
              <a:off x="6437332" y="1709684"/>
              <a:ext cx="27829" cy="63277"/>
            </a:xfrm>
            <a:custGeom>
              <a:rect b="b" l="l" r="r" t="t"/>
              <a:pathLst>
                <a:path extrusionOk="0" h="2417" w="1063">
                  <a:moveTo>
                    <a:pt x="529" y="0"/>
                  </a:moveTo>
                  <a:cubicBezTo>
                    <a:pt x="236" y="0"/>
                    <a:pt x="1" y="538"/>
                    <a:pt x="1" y="1206"/>
                  </a:cubicBezTo>
                  <a:cubicBezTo>
                    <a:pt x="1" y="1874"/>
                    <a:pt x="236" y="2417"/>
                    <a:pt x="529" y="2417"/>
                  </a:cubicBezTo>
                  <a:cubicBezTo>
                    <a:pt x="822" y="2417"/>
                    <a:pt x="1062" y="1874"/>
                    <a:pt x="1062" y="1206"/>
                  </a:cubicBezTo>
                  <a:cubicBezTo>
                    <a:pt x="1062"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0"/>
            <p:cNvSpPr/>
            <p:nvPr/>
          </p:nvSpPr>
          <p:spPr>
            <a:xfrm>
              <a:off x="6288054" y="1546295"/>
              <a:ext cx="163128" cy="211194"/>
            </a:xfrm>
            <a:custGeom>
              <a:rect b="b" l="l" r="r" t="t"/>
              <a:pathLst>
                <a:path extrusionOk="0" h="8067" w="6231">
                  <a:moveTo>
                    <a:pt x="2498" y="1"/>
                  </a:moveTo>
                  <a:lnTo>
                    <a:pt x="2498" y="4642"/>
                  </a:lnTo>
                  <a:cubicBezTo>
                    <a:pt x="2498" y="4829"/>
                    <a:pt x="2445" y="5012"/>
                    <a:pt x="2349" y="5170"/>
                  </a:cubicBezTo>
                  <a:cubicBezTo>
                    <a:pt x="2205" y="5405"/>
                    <a:pt x="2042" y="5626"/>
                    <a:pt x="1859" y="5833"/>
                  </a:cubicBezTo>
                  <a:cubicBezTo>
                    <a:pt x="1288" y="6482"/>
                    <a:pt x="658" y="6823"/>
                    <a:pt x="0" y="6827"/>
                  </a:cubicBezTo>
                  <a:lnTo>
                    <a:pt x="5" y="8067"/>
                  </a:lnTo>
                  <a:lnTo>
                    <a:pt x="15" y="8067"/>
                  </a:lnTo>
                  <a:cubicBezTo>
                    <a:pt x="1168" y="8048"/>
                    <a:pt x="2042" y="7442"/>
                    <a:pt x="2647" y="6799"/>
                  </a:cubicBezTo>
                  <a:cubicBezTo>
                    <a:pt x="2774" y="6667"/>
                    <a:pt x="2944" y="6600"/>
                    <a:pt x="3113" y="6600"/>
                  </a:cubicBezTo>
                  <a:cubicBezTo>
                    <a:pt x="3281" y="6600"/>
                    <a:pt x="3449" y="6667"/>
                    <a:pt x="3574" y="6799"/>
                  </a:cubicBezTo>
                  <a:cubicBezTo>
                    <a:pt x="4180" y="7442"/>
                    <a:pt x="5059" y="8048"/>
                    <a:pt x="6212" y="8067"/>
                  </a:cubicBezTo>
                  <a:lnTo>
                    <a:pt x="6217" y="8067"/>
                  </a:lnTo>
                  <a:lnTo>
                    <a:pt x="6231" y="6832"/>
                  </a:lnTo>
                  <a:cubicBezTo>
                    <a:pt x="5059" y="6818"/>
                    <a:pt x="4247" y="5756"/>
                    <a:pt x="3887" y="5170"/>
                  </a:cubicBezTo>
                  <a:cubicBezTo>
                    <a:pt x="3791" y="5012"/>
                    <a:pt x="3738" y="4829"/>
                    <a:pt x="3738" y="4642"/>
                  </a:cubicBezTo>
                  <a:lnTo>
                    <a:pt x="3738"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0"/>
            <p:cNvSpPr/>
            <p:nvPr/>
          </p:nvSpPr>
          <p:spPr>
            <a:xfrm>
              <a:off x="6272084" y="1713611"/>
              <a:ext cx="196088" cy="146137"/>
            </a:xfrm>
            <a:custGeom>
              <a:rect b="b" l="l" r="r" t="t"/>
              <a:pathLst>
                <a:path extrusionOk="0" h="5582" w="7490">
                  <a:moveTo>
                    <a:pt x="3729" y="0"/>
                  </a:moveTo>
                  <a:cubicBezTo>
                    <a:pt x="3506" y="0"/>
                    <a:pt x="3284" y="88"/>
                    <a:pt x="3118" y="263"/>
                  </a:cubicBezTo>
                  <a:cubicBezTo>
                    <a:pt x="2009" y="1434"/>
                    <a:pt x="879" y="1464"/>
                    <a:pt x="661" y="1464"/>
                  </a:cubicBezTo>
                  <a:cubicBezTo>
                    <a:pt x="649" y="1464"/>
                    <a:pt x="640" y="1464"/>
                    <a:pt x="634" y="1464"/>
                  </a:cubicBezTo>
                  <a:cubicBezTo>
                    <a:pt x="629" y="1464"/>
                    <a:pt x="626" y="1464"/>
                    <a:pt x="625" y="1465"/>
                  </a:cubicBezTo>
                  <a:cubicBezTo>
                    <a:pt x="351" y="1465"/>
                    <a:pt x="351" y="1873"/>
                    <a:pt x="625" y="1873"/>
                  </a:cubicBezTo>
                  <a:cubicBezTo>
                    <a:pt x="793" y="1873"/>
                    <a:pt x="961" y="1858"/>
                    <a:pt x="1129" y="1830"/>
                  </a:cubicBezTo>
                  <a:lnTo>
                    <a:pt x="1129" y="1830"/>
                  </a:lnTo>
                  <a:cubicBezTo>
                    <a:pt x="1100" y="2065"/>
                    <a:pt x="994" y="2401"/>
                    <a:pt x="649" y="2478"/>
                  </a:cubicBezTo>
                  <a:cubicBezTo>
                    <a:pt x="408" y="2536"/>
                    <a:pt x="461" y="2888"/>
                    <a:pt x="685" y="2888"/>
                  </a:cubicBezTo>
                  <a:cubicBezTo>
                    <a:pt x="702" y="2888"/>
                    <a:pt x="721" y="2886"/>
                    <a:pt x="740" y="2882"/>
                  </a:cubicBezTo>
                  <a:cubicBezTo>
                    <a:pt x="1350" y="2742"/>
                    <a:pt x="1533" y="2142"/>
                    <a:pt x="1552" y="1738"/>
                  </a:cubicBezTo>
                  <a:cubicBezTo>
                    <a:pt x="1720" y="1685"/>
                    <a:pt x="1888" y="1623"/>
                    <a:pt x="2051" y="1546"/>
                  </a:cubicBezTo>
                  <a:cubicBezTo>
                    <a:pt x="2056" y="1546"/>
                    <a:pt x="2402" y="1368"/>
                    <a:pt x="2455" y="1335"/>
                  </a:cubicBezTo>
                  <a:cubicBezTo>
                    <a:pt x="2574" y="3240"/>
                    <a:pt x="2583" y="3371"/>
                    <a:pt x="2584" y="3371"/>
                  </a:cubicBezTo>
                  <a:cubicBezTo>
                    <a:pt x="2584" y="3371"/>
                    <a:pt x="2584" y="3368"/>
                    <a:pt x="2584" y="3368"/>
                  </a:cubicBezTo>
                  <a:cubicBezTo>
                    <a:pt x="2584" y="3368"/>
                    <a:pt x="2584" y="3369"/>
                    <a:pt x="2585" y="3372"/>
                  </a:cubicBezTo>
                  <a:cubicBezTo>
                    <a:pt x="2666" y="4337"/>
                    <a:pt x="1907" y="5168"/>
                    <a:pt x="937" y="5173"/>
                  </a:cubicBezTo>
                  <a:lnTo>
                    <a:pt x="274" y="5173"/>
                  </a:lnTo>
                  <a:cubicBezTo>
                    <a:pt x="272" y="5173"/>
                    <a:pt x="271" y="5173"/>
                    <a:pt x="269" y="5173"/>
                  </a:cubicBezTo>
                  <a:cubicBezTo>
                    <a:pt x="0" y="5173"/>
                    <a:pt x="2" y="5582"/>
                    <a:pt x="274" y="5582"/>
                  </a:cubicBezTo>
                  <a:lnTo>
                    <a:pt x="927" y="5582"/>
                  </a:lnTo>
                  <a:cubicBezTo>
                    <a:pt x="2138" y="5582"/>
                    <a:pt x="3089" y="4549"/>
                    <a:pt x="2988" y="3343"/>
                  </a:cubicBezTo>
                  <a:lnTo>
                    <a:pt x="2839" y="1056"/>
                  </a:lnTo>
                  <a:cubicBezTo>
                    <a:pt x="3041" y="898"/>
                    <a:pt x="3228" y="729"/>
                    <a:pt x="3406" y="542"/>
                  </a:cubicBezTo>
                  <a:cubicBezTo>
                    <a:pt x="3488" y="460"/>
                    <a:pt x="3598" y="408"/>
                    <a:pt x="3718" y="408"/>
                  </a:cubicBezTo>
                  <a:cubicBezTo>
                    <a:pt x="4016" y="408"/>
                    <a:pt x="3992" y="590"/>
                    <a:pt x="4626" y="1075"/>
                  </a:cubicBezTo>
                  <a:lnTo>
                    <a:pt x="4482" y="3338"/>
                  </a:lnTo>
                  <a:cubicBezTo>
                    <a:pt x="4381" y="4544"/>
                    <a:pt x="5333" y="5577"/>
                    <a:pt x="6543" y="5577"/>
                  </a:cubicBezTo>
                  <a:lnTo>
                    <a:pt x="7283" y="5577"/>
                  </a:lnTo>
                  <a:cubicBezTo>
                    <a:pt x="7398" y="5577"/>
                    <a:pt x="7490" y="5485"/>
                    <a:pt x="7490" y="5370"/>
                  </a:cubicBezTo>
                  <a:cubicBezTo>
                    <a:pt x="7490" y="5262"/>
                    <a:pt x="7407" y="5173"/>
                    <a:pt x="7301" y="5173"/>
                  </a:cubicBezTo>
                  <a:cubicBezTo>
                    <a:pt x="7298" y="5173"/>
                    <a:pt x="7295" y="5173"/>
                    <a:pt x="7293" y="5173"/>
                  </a:cubicBezTo>
                  <a:lnTo>
                    <a:pt x="6553" y="5173"/>
                  </a:lnTo>
                  <a:cubicBezTo>
                    <a:pt x="5582" y="5168"/>
                    <a:pt x="4818" y="4342"/>
                    <a:pt x="4905" y="3372"/>
                  </a:cubicBezTo>
                  <a:lnTo>
                    <a:pt x="5035" y="1354"/>
                  </a:lnTo>
                  <a:cubicBezTo>
                    <a:pt x="5107" y="1397"/>
                    <a:pt x="5184" y="1436"/>
                    <a:pt x="5260" y="1469"/>
                  </a:cubicBezTo>
                  <a:cubicBezTo>
                    <a:pt x="5457" y="1580"/>
                    <a:pt x="5669" y="1666"/>
                    <a:pt x="5890" y="1734"/>
                  </a:cubicBezTo>
                  <a:cubicBezTo>
                    <a:pt x="5909" y="2137"/>
                    <a:pt x="6092" y="2742"/>
                    <a:pt x="6702" y="2882"/>
                  </a:cubicBezTo>
                  <a:cubicBezTo>
                    <a:pt x="6721" y="2886"/>
                    <a:pt x="6739" y="2888"/>
                    <a:pt x="6756" y="2888"/>
                  </a:cubicBezTo>
                  <a:cubicBezTo>
                    <a:pt x="6981" y="2888"/>
                    <a:pt x="7038" y="2536"/>
                    <a:pt x="6793" y="2478"/>
                  </a:cubicBezTo>
                  <a:cubicBezTo>
                    <a:pt x="6442" y="2401"/>
                    <a:pt x="6341" y="2060"/>
                    <a:pt x="6313" y="1830"/>
                  </a:cubicBezTo>
                  <a:lnTo>
                    <a:pt x="6313" y="1830"/>
                  </a:lnTo>
                  <a:cubicBezTo>
                    <a:pt x="6485" y="1854"/>
                    <a:pt x="6658" y="1873"/>
                    <a:pt x="6836" y="1873"/>
                  </a:cubicBezTo>
                  <a:cubicBezTo>
                    <a:pt x="7110" y="1873"/>
                    <a:pt x="7110" y="1465"/>
                    <a:pt x="6836" y="1465"/>
                  </a:cubicBezTo>
                  <a:lnTo>
                    <a:pt x="6831" y="1465"/>
                  </a:lnTo>
                  <a:cubicBezTo>
                    <a:pt x="5895" y="1450"/>
                    <a:pt x="5011" y="974"/>
                    <a:pt x="4343" y="263"/>
                  </a:cubicBezTo>
                  <a:cubicBezTo>
                    <a:pt x="4175" y="88"/>
                    <a:pt x="3951" y="0"/>
                    <a:pt x="37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0"/>
            <p:cNvSpPr/>
            <p:nvPr/>
          </p:nvSpPr>
          <p:spPr>
            <a:xfrm>
              <a:off x="6380495" y="1540902"/>
              <a:ext cx="175066" cy="318977"/>
            </a:xfrm>
            <a:custGeom>
              <a:rect b="b" l="l" r="r" t="t"/>
              <a:pathLst>
                <a:path extrusionOk="0" h="12184" w="6687">
                  <a:moveTo>
                    <a:pt x="207" y="0"/>
                  </a:moveTo>
                  <a:cubicBezTo>
                    <a:pt x="103" y="0"/>
                    <a:pt x="0" y="68"/>
                    <a:pt x="0" y="202"/>
                  </a:cubicBezTo>
                  <a:lnTo>
                    <a:pt x="0" y="4843"/>
                  </a:lnTo>
                  <a:cubicBezTo>
                    <a:pt x="0" y="5069"/>
                    <a:pt x="63" y="5290"/>
                    <a:pt x="183" y="5487"/>
                  </a:cubicBezTo>
                  <a:cubicBezTo>
                    <a:pt x="332" y="5727"/>
                    <a:pt x="500" y="5953"/>
                    <a:pt x="682" y="6169"/>
                  </a:cubicBezTo>
                  <a:cubicBezTo>
                    <a:pt x="942" y="6471"/>
                    <a:pt x="1254" y="6731"/>
                    <a:pt x="1605" y="6928"/>
                  </a:cubicBezTo>
                  <a:cubicBezTo>
                    <a:pt x="1614" y="6933"/>
                    <a:pt x="1629" y="6952"/>
                    <a:pt x="1648" y="6957"/>
                  </a:cubicBezTo>
                  <a:cubicBezTo>
                    <a:pt x="1667" y="6971"/>
                    <a:pt x="1691" y="6981"/>
                    <a:pt x="1715" y="6985"/>
                  </a:cubicBezTo>
                  <a:cubicBezTo>
                    <a:pt x="2023" y="7144"/>
                    <a:pt x="2364" y="7230"/>
                    <a:pt x="2710" y="7240"/>
                  </a:cubicBezTo>
                  <a:cubicBezTo>
                    <a:pt x="2734" y="7240"/>
                    <a:pt x="2762" y="7226"/>
                    <a:pt x="2786" y="7211"/>
                  </a:cubicBezTo>
                  <a:cubicBezTo>
                    <a:pt x="2810" y="7202"/>
                    <a:pt x="2835" y="7202"/>
                    <a:pt x="2854" y="7182"/>
                  </a:cubicBezTo>
                  <a:cubicBezTo>
                    <a:pt x="2979" y="7053"/>
                    <a:pt x="2892" y="6832"/>
                    <a:pt x="2710" y="6832"/>
                  </a:cubicBezTo>
                  <a:cubicBezTo>
                    <a:pt x="2614" y="6822"/>
                    <a:pt x="2513" y="6812"/>
                    <a:pt x="2417" y="6793"/>
                  </a:cubicBezTo>
                  <a:cubicBezTo>
                    <a:pt x="2652" y="6625"/>
                    <a:pt x="2820" y="6380"/>
                    <a:pt x="2892" y="6101"/>
                  </a:cubicBezTo>
                  <a:cubicBezTo>
                    <a:pt x="2935" y="5941"/>
                    <a:pt x="2810" y="5838"/>
                    <a:pt x="2688" y="5838"/>
                  </a:cubicBezTo>
                  <a:cubicBezTo>
                    <a:pt x="2606" y="5838"/>
                    <a:pt x="2525" y="5885"/>
                    <a:pt x="2498" y="5991"/>
                  </a:cubicBezTo>
                  <a:cubicBezTo>
                    <a:pt x="2426" y="6308"/>
                    <a:pt x="2162" y="6548"/>
                    <a:pt x="1840" y="6591"/>
                  </a:cubicBezTo>
                  <a:cubicBezTo>
                    <a:pt x="1547" y="6428"/>
                    <a:pt x="1283" y="6217"/>
                    <a:pt x="1057" y="5967"/>
                  </a:cubicBezTo>
                  <a:lnTo>
                    <a:pt x="1139" y="4977"/>
                  </a:lnTo>
                  <a:cubicBezTo>
                    <a:pt x="1187" y="4377"/>
                    <a:pt x="2248" y="3868"/>
                    <a:pt x="2892" y="3868"/>
                  </a:cubicBezTo>
                  <a:cubicBezTo>
                    <a:pt x="3128" y="3868"/>
                    <a:pt x="3358" y="3940"/>
                    <a:pt x="3555" y="4069"/>
                  </a:cubicBezTo>
                  <a:cubicBezTo>
                    <a:pt x="5395" y="5285"/>
                    <a:pt x="5794" y="8234"/>
                    <a:pt x="6212" y="11357"/>
                  </a:cubicBezTo>
                  <a:lnTo>
                    <a:pt x="6217" y="11405"/>
                  </a:lnTo>
                  <a:cubicBezTo>
                    <a:pt x="6241" y="11602"/>
                    <a:pt x="6092" y="11775"/>
                    <a:pt x="5895" y="11775"/>
                  </a:cubicBezTo>
                  <a:lnTo>
                    <a:pt x="4064" y="11775"/>
                  </a:lnTo>
                  <a:cubicBezTo>
                    <a:pt x="3791" y="11775"/>
                    <a:pt x="3791" y="12183"/>
                    <a:pt x="4064" y="12183"/>
                  </a:cubicBezTo>
                  <a:lnTo>
                    <a:pt x="5895" y="12183"/>
                  </a:lnTo>
                  <a:cubicBezTo>
                    <a:pt x="5897" y="12183"/>
                    <a:pt x="5900" y="12183"/>
                    <a:pt x="5903" y="12183"/>
                  </a:cubicBezTo>
                  <a:cubicBezTo>
                    <a:pt x="6346" y="12183"/>
                    <a:pt x="6687" y="11792"/>
                    <a:pt x="6630" y="11347"/>
                  </a:cubicBezTo>
                  <a:lnTo>
                    <a:pt x="6610" y="11299"/>
                  </a:lnTo>
                  <a:cubicBezTo>
                    <a:pt x="6178" y="8081"/>
                    <a:pt x="5770" y="5045"/>
                    <a:pt x="3776" y="3723"/>
                  </a:cubicBezTo>
                  <a:cubicBezTo>
                    <a:pt x="3518" y="3550"/>
                    <a:pt x="3214" y="3454"/>
                    <a:pt x="2905" y="3454"/>
                  </a:cubicBezTo>
                  <a:cubicBezTo>
                    <a:pt x="2898" y="3454"/>
                    <a:pt x="2890" y="3454"/>
                    <a:pt x="2883" y="3454"/>
                  </a:cubicBezTo>
                  <a:cubicBezTo>
                    <a:pt x="2061" y="3454"/>
                    <a:pt x="788" y="4079"/>
                    <a:pt x="721" y="4939"/>
                  </a:cubicBezTo>
                  <a:lnTo>
                    <a:pt x="677" y="5487"/>
                  </a:lnTo>
                  <a:cubicBezTo>
                    <a:pt x="524" y="5266"/>
                    <a:pt x="413" y="5112"/>
                    <a:pt x="413" y="4843"/>
                  </a:cubicBezTo>
                  <a:lnTo>
                    <a:pt x="413" y="202"/>
                  </a:lnTo>
                  <a:cubicBezTo>
                    <a:pt x="413" y="68"/>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0"/>
            <p:cNvSpPr/>
            <p:nvPr/>
          </p:nvSpPr>
          <p:spPr>
            <a:xfrm>
              <a:off x="6184800" y="1540928"/>
              <a:ext cx="174071" cy="319082"/>
            </a:xfrm>
            <a:custGeom>
              <a:rect b="b" l="l" r="r" t="t"/>
              <a:pathLst>
                <a:path extrusionOk="0" h="12188" w="6649">
                  <a:moveTo>
                    <a:pt x="6445" y="1"/>
                  </a:moveTo>
                  <a:cubicBezTo>
                    <a:pt x="6343" y="1"/>
                    <a:pt x="6240" y="69"/>
                    <a:pt x="6240" y="206"/>
                  </a:cubicBezTo>
                  <a:lnTo>
                    <a:pt x="6240" y="4847"/>
                  </a:lnTo>
                  <a:cubicBezTo>
                    <a:pt x="6240" y="5178"/>
                    <a:pt x="6053" y="5351"/>
                    <a:pt x="6000" y="5428"/>
                  </a:cubicBezTo>
                  <a:lnTo>
                    <a:pt x="5957" y="4938"/>
                  </a:lnTo>
                  <a:cubicBezTo>
                    <a:pt x="5885" y="4073"/>
                    <a:pt x="4612" y="3453"/>
                    <a:pt x="3795" y="3453"/>
                  </a:cubicBezTo>
                  <a:cubicBezTo>
                    <a:pt x="3478" y="3453"/>
                    <a:pt x="3166" y="3545"/>
                    <a:pt x="2902" y="3722"/>
                  </a:cubicBezTo>
                  <a:cubicBezTo>
                    <a:pt x="783" y="5125"/>
                    <a:pt x="428" y="8599"/>
                    <a:pt x="62" y="11346"/>
                  </a:cubicBezTo>
                  <a:cubicBezTo>
                    <a:pt x="0" y="11793"/>
                    <a:pt x="346" y="12187"/>
                    <a:pt x="793" y="12187"/>
                  </a:cubicBezTo>
                  <a:lnTo>
                    <a:pt x="2426" y="12187"/>
                  </a:lnTo>
                  <a:cubicBezTo>
                    <a:pt x="2700" y="12187"/>
                    <a:pt x="2700" y="11779"/>
                    <a:pt x="2426" y="11779"/>
                  </a:cubicBezTo>
                  <a:lnTo>
                    <a:pt x="793" y="11779"/>
                  </a:lnTo>
                  <a:cubicBezTo>
                    <a:pt x="701" y="11779"/>
                    <a:pt x="610" y="11740"/>
                    <a:pt x="548" y="11668"/>
                  </a:cubicBezTo>
                  <a:cubicBezTo>
                    <a:pt x="476" y="11582"/>
                    <a:pt x="452" y="11467"/>
                    <a:pt x="480" y="11361"/>
                  </a:cubicBezTo>
                  <a:cubicBezTo>
                    <a:pt x="889" y="8229"/>
                    <a:pt x="1287" y="5284"/>
                    <a:pt x="3127" y="4059"/>
                  </a:cubicBezTo>
                  <a:cubicBezTo>
                    <a:pt x="3324" y="3929"/>
                    <a:pt x="3555" y="3862"/>
                    <a:pt x="3790" y="3862"/>
                  </a:cubicBezTo>
                  <a:cubicBezTo>
                    <a:pt x="4434" y="3862"/>
                    <a:pt x="5496" y="4371"/>
                    <a:pt x="5544" y="4972"/>
                  </a:cubicBezTo>
                  <a:lnTo>
                    <a:pt x="5626" y="5928"/>
                  </a:lnTo>
                  <a:cubicBezTo>
                    <a:pt x="5553" y="6009"/>
                    <a:pt x="5481" y="6072"/>
                    <a:pt x="5405" y="6144"/>
                  </a:cubicBezTo>
                  <a:cubicBezTo>
                    <a:pt x="5227" y="6312"/>
                    <a:pt x="5304" y="6273"/>
                    <a:pt x="4982" y="6480"/>
                  </a:cubicBezTo>
                  <a:cubicBezTo>
                    <a:pt x="4929" y="6514"/>
                    <a:pt x="4876" y="6557"/>
                    <a:pt x="4818" y="6590"/>
                  </a:cubicBezTo>
                  <a:cubicBezTo>
                    <a:pt x="4487" y="6552"/>
                    <a:pt x="4218" y="6312"/>
                    <a:pt x="4141" y="5990"/>
                  </a:cubicBezTo>
                  <a:cubicBezTo>
                    <a:pt x="4117" y="5898"/>
                    <a:pt x="4033" y="5839"/>
                    <a:pt x="3944" y="5839"/>
                  </a:cubicBezTo>
                  <a:cubicBezTo>
                    <a:pt x="3926" y="5839"/>
                    <a:pt x="3909" y="5841"/>
                    <a:pt x="3891" y="5846"/>
                  </a:cubicBezTo>
                  <a:cubicBezTo>
                    <a:pt x="3776" y="5875"/>
                    <a:pt x="3714" y="5985"/>
                    <a:pt x="3742" y="6096"/>
                  </a:cubicBezTo>
                  <a:cubicBezTo>
                    <a:pt x="3814" y="6379"/>
                    <a:pt x="3983" y="6624"/>
                    <a:pt x="4218" y="6792"/>
                  </a:cubicBezTo>
                  <a:cubicBezTo>
                    <a:pt x="4127" y="6811"/>
                    <a:pt x="4035" y="6826"/>
                    <a:pt x="3939" y="6831"/>
                  </a:cubicBezTo>
                  <a:cubicBezTo>
                    <a:pt x="3757" y="6831"/>
                    <a:pt x="3665" y="7056"/>
                    <a:pt x="3800" y="7181"/>
                  </a:cubicBezTo>
                  <a:cubicBezTo>
                    <a:pt x="3810" y="7196"/>
                    <a:pt x="3834" y="7196"/>
                    <a:pt x="3848" y="7201"/>
                  </a:cubicBezTo>
                  <a:cubicBezTo>
                    <a:pt x="3877" y="7225"/>
                    <a:pt x="3911" y="7234"/>
                    <a:pt x="3944" y="7239"/>
                  </a:cubicBezTo>
                  <a:cubicBezTo>
                    <a:pt x="4247" y="7234"/>
                    <a:pt x="4737" y="7100"/>
                    <a:pt x="4996" y="6960"/>
                  </a:cubicBezTo>
                  <a:cubicBezTo>
                    <a:pt x="5616" y="6629"/>
                    <a:pt x="6135" y="6019"/>
                    <a:pt x="6466" y="5481"/>
                  </a:cubicBezTo>
                  <a:cubicBezTo>
                    <a:pt x="6586" y="5289"/>
                    <a:pt x="6649" y="5068"/>
                    <a:pt x="6649" y="4842"/>
                  </a:cubicBezTo>
                  <a:lnTo>
                    <a:pt x="6649" y="206"/>
                  </a:lnTo>
                  <a:cubicBezTo>
                    <a:pt x="6649" y="69"/>
                    <a:pt x="6547" y="1"/>
                    <a:pt x="6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80"/>
          <p:cNvGrpSpPr/>
          <p:nvPr/>
        </p:nvGrpSpPr>
        <p:grpSpPr>
          <a:xfrm>
            <a:off x="7060102" y="1516371"/>
            <a:ext cx="370709" cy="367829"/>
            <a:chOff x="7060102" y="1516371"/>
            <a:chExt cx="370709" cy="367829"/>
          </a:xfrm>
        </p:grpSpPr>
        <p:sp>
          <p:nvSpPr>
            <p:cNvPr id="9225" name="Google Shape;9225;p80"/>
            <p:cNvSpPr/>
            <p:nvPr/>
          </p:nvSpPr>
          <p:spPr>
            <a:xfrm>
              <a:off x="7066699" y="1521790"/>
              <a:ext cx="356833" cy="357069"/>
            </a:xfrm>
            <a:custGeom>
              <a:rect b="b" l="l" r="r" t="t"/>
              <a:pathLst>
                <a:path extrusionOk="0" h="13639" w="13630">
                  <a:moveTo>
                    <a:pt x="6894" y="0"/>
                  </a:moveTo>
                  <a:cubicBezTo>
                    <a:pt x="6783" y="149"/>
                    <a:pt x="6682" y="308"/>
                    <a:pt x="6577" y="485"/>
                  </a:cubicBezTo>
                  <a:cubicBezTo>
                    <a:pt x="6039" y="1403"/>
                    <a:pt x="5477" y="2902"/>
                    <a:pt x="5678" y="4982"/>
                  </a:cubicBezTo>
                  <a:cubicBezTo>
                    <a:pt x="4429" y="5847"/>
                    <a:pt x="3300" y="6870"/>
                    <a:pt x="2316" y="8023"/>
                  </a:cubicBezTo>
                  <a:cubicBezTo>
                    <a:pt x="1427" y="9061"/>
                    <a:pt x="649" y="10189"/>
                    <a:pt x="0" y="11386"/>
                  </a:cubicBezTo>
                  <a:lnTo>
                    <a:pt x="2239" y="13639"/>
                  </a:lnTo>
                  <a:cubicBezTo>
                    <a:pt x="2873" y="12289"/>
                    <a:pt x="3690" y="11035"/>
                    <a:pt x="4670" y="9911"/>
                  </a:cubicBezTo>
                  <a:cubicBezTo>
                    <a:pt x="6197" y="8153"/>
                    <a:pt x="7711" y="6976"/>
                    <a:pt x="9723" y="6178"/>
                  </a:cubicBezTo>
                  <a:lnTo>
                    <a:pt x="10545" y="5866"/>
                  </a:lnTo>
                  <a:cubicBezTo>
                    <a:pt x="11544" y="5525"/>
                    <a:pt x="12577" y="5294"/>
                    <a:pt x="13629" y="5184"/>
                  </a:cubicBezTo>
                  <a:lnTo>
                    <a:pt x="13629" y="2162"/>
                  </a:lnTo>
                  <a:cubicBezTo>
                    <a:pt x="13581" y="2162"/>
                    <a:pt x="13533" y="2162"/>
                    <a:pt x="13485" y="2167"/>
                  </a:cubicBezTo>
                  <a:cubicBezTo>
                    <a:pt x="11847" y="2320"/>
                    <a:pt x="10237" y="2714"/>
                    <a:pt x="8710" y="3334"/>
                  </a:cubicBezTo>
                  <a:cubicBezTo>
                    <a:pt x="8950" y="1898"/>
                    <a:pt x="10041" y="500"/>
                    <a:pt x="1079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0"/>
            <p:cNvSpPr/>
            <p:nvPr/>
          </p:nvSpPr>
          <p:spPr>
            <a:xfrm>
              <a:off x="7121180" y="1786156"/>
              <a:ext cx="22515" cy="19216"/>
            </a:xfrm>
            <a:custGeom>
              <a:rect b="b" l="l" r="r" t="t"/>
              <a:pathLst>
                <a:path extrusionOk="0" h="734" w="860">
                  <a:moveTo>
                    <a:pt x="488" y="0"/>
                  </a:moveTo>
                  <a:cubicBezTo>
                    <a:pt x="161" y="0"/>
                    <a:pt x="1" y="396"/>
                    <a:pt x="230" y="625"/>
                  </a:cubicBezTo>
                  <a:cubicBezTo>
                    <a:pt x="305" y="700"/>
                    <a:pt x="398" y="734"/>
                    <a:pt x="489" y="734"/>
                  </a:cubicBezTo>
                  <a:cubicBezTo>
                    <a:pt x="676" y="734"/>
                    <a:pt x="856" y="590"/>
                    <a:pt x="859" y="370"/>
                  </a:cubicBezTo>
                  <a:cubicBezTo>
                    <a:pt x="859" y="164"/>
                    <a:pt x="696" y="0"/>
                    <a:pt x="494" y="0"/>
                  </a:cubicBezTo>
                  <a:cubicBezTo>
                    <a:pt x="492" y="0"/>
                    <a:pt x="490" y="0"/>
                    <a:pt x="48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0"/>
            <p:cNvSpPr/>
            <p:nvPr/>
          </p:nvSpPr>
          <p:spPr>
            <a:xfrm>
              <a:off x="7256347" y="1559123"/>
              <a:ext cx="22672" cy="19347"/>
            </a:xfrm>
            <a:custGeom>
              <a:rect b="b" l="l" r="r" t="t"/>
              <a:pathLst>
                <a:path extrusionOk="0" h="739" w="866">
                  <a:moveTo>
                    <a:pt x="495" y="1"/>
                  </a:moveTo>
                  <a:cubicBezTo>
                    <a:pt x="164" y="1"/>
                    <a:pt x="1" y="400"/>
                    <a:pt x="236" y="630"/>
                  </a:cubicBezTo>
                  <a:cubicBezTo>
                    <a:pt x="310" y="705"/>
                    <a:pt x="402" y="738"/>
                    <a:pt x="492" y="738"/>
                  </a:cubicBezTo>
                  <a:cubicBezTo>
                    <a:pt x="680" y="738"/>
                    <a:pt x="860" y="592"/>
                    <a:pt x="860" y="371"/>
                  </a:cubicBezTo>
                  <a:cubicBezTo>
                    <a:pt x="865" y="164"/>
                    <a:pt x="697" y="1"/>
                    <a:pt x="49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0"/>
            <p:cNvSpPr/>
            <p:nvPr/>
          </p:nvSpPr>
          <p:spPr>
            <a:xfrm>
              <a:off x="7299623" y="1651198"/>
              <a:ext cx="22646" cy="19321"/>
            </a:xfrm>
            <a:custGeom>
              <a:rect b="b" l="l" r="r" t="t"/>
              <a:pathLst>
                <a:path extrusionOk="0" h="738" w="865">
                  <a:moveTo>
                    <a:pt x="499" y="0"/>
                  </a:moveTo>
                  <a:cubicBezTo>
                    <a:pt x="496" y="0"/>
                    <a:pt x="493" y="0"/>
                    <a:pt x="490" y="0"/>
                  </a:cubicBezTo>
                  <a:cubicBezTo>
                    <a:pt x="163" y="0"/>
                    <a:pt x="0" y="399"/>
                    <a:pt x="231" y="630"/>
                  </a:cubicBezTo>
                  <a:cubicBezTo>
                    <a:pt x="305" y="704"/>
                    <a:pt x="397" y="738"/>
                    <a:pt x="488" y="738"/>
                  </a:cubicBezTo>
                  <a:cubicBezTo>
                    <a:pt x="677" y="738"/>
                    <a:pt x="860" y="591"/>
                    <a:pt x="860" y="370"/>
                  </a:cubicBezTo>
                  <a:cubicBezTo>
                    <a:pt x="865" y="167"/>
                    <a:pt x="701" y="0"/>
                    <a:pt x="49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0"/>
            <p:cNvSpPr/>
            <p:nvPr/>
          </p:nvSpPr>
          <p:spPr>
            <a:xfrm>
              <a:off x="7236738" y="1632715"/>
              <a:ext cx="22646" cy="19321"/>
            </a:xfrm>
            <a:custGeom>
              <a:rect b="b" l="l" r="r" t="t"/>
              <a:pathLst>
                <a:path extrusionOk="0" h="738" w="865">
                  <a:moveTo>
                    <a:pt x="495" y="0"/>
                  </a:moveTo>
                  <a:cubicBezTo>
                    <a:pt x="168" y="0"/>
                    <a:pt x="0" y="394"/>
                    <a:pt x="236" y="630"/>
                  </a:cubicBezTo>
                  <a:cubicBezTo>
                    <a:pt x="310" y="704"/>
                    <a:pt x="402" y="737"/>
                    <a:pt x="492" y="737"/>
                  </a:cubicBezTo>
                  <a:cubicBezTo>
                    <a:pt x="682" y="737"/>
                    <a:pt x="865" y="590"/>
                    <a:pt x="865"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0"/>
            <p:cNvSpPr/>
            <p:nvPr/>
          </p:nvSpPr>
          <p:spPr>
            <a:xfrm>
              <a:off x="7209825" y="1707799"/>
              <a:ext cx="22515" cy="19321"/>
            </a:xfrm>
            <a:custGeom>
              <a:rect b="b" l="l" r="r" t="t"/>
              <a:pathLst>
                <a:path extrusionOk="0" h="738" w="860">
                  <a:moveTo>
                    <a:pt x="495" y="0"/>
                  </a:moveTo>
                  <a:cubicBezTo>
                    <a:pt x="163" y="0"/>
                    <a:pt x="0" y="394"/>
                    <a:pt x="231" y="630"/>
                  </a:cubicBezTo>
                  <a:cubicBezTo>
                    <a:pt x="307" y="704"/>
                    <a:pt x="399" y="737"/>
                    <a:pt x="489" y="737"/>
                  </a:cubicBezTo>
                  <a:cubicBezTo>
                    <a:pt x="679" y="737"/>
                    <a:pt x="860" y="590"/>
                    <a:pt x="860"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0"/>
            <p:cNvSpPr/>
            <p:nvPr/>
          </p:nvSpPr>
          <p:spPr>
            <a:xfrm>
              <a:off x="7374812" y="1606928"/>
              <a:ext cx="22541" cy="19321"/>
            </a:xfrm>
            <a:custGeom>
              <a:rect b="b" l="l" r="r" t="t"/>
              <a:pathLst>
                <a:path extrusionOk="0" h="738" w="861">
                  <a:moveTo>
                    <a:pt x="496" y="0"/>
                  </a:moveTo>
                  <a:cubicBezTo>
                    <a:pt x="164" y="0"/>
                    <a:pt x="1" y="399"/>
                    <a:pt x="232" y="630"/>
                  </a:cubicBezTo>
                  <a:cubicBezTo>
                    <a:pt x="308" y="704"/>
                    <a:pt x="400" y="738"/>
                    <a:pt x="491" y="738"/>
                  </a:cubicBezTo>
                  <a:cubicBezTo>
                    <a:pt x="680" y="738"/>
                    <a:pt x="861" y="591"/>
                    <a:pt x="861" y="370"/>
                  </a:cubicBezTo>
                  <a:cubicBezTo>
                    <a:pt x="861" y="169"/>
                    <a:pt x="698" y="0"/>
                    <a:pt x="49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0"/>
            <p:cNvSpPr/>
            <p:nvPr/>
          </p:nvSpPr>
          <p:spPr>
            <a:xfrm>
              <a:off x="7089580" y="1805529"/>
              <a:ext cx="22672" cy="19321"/>
            </a:xfrm>
            <a:custGeom>
              <a:rect b="b" l="l" r="r" t="t"/>
              <a:pathLst>
                <a:path extrusionOk="0" h="738" w="866">
                  <a:moveTo>
                    <a:pt x="495" y="0"/>
                  </a:moveTo>
                  <a:cubicBezTo>
                    <a:pt x="169" y="0"/>
                    <a:pt x="0" y="399"/>
                    <a:pt x="236" y="629"/>
                  </a:cubicBezTo>
                  <a:cubicBezTo>
                    <a:pt x="310" y="704"/>
                    <a:pt x="402" y="737"/>
                    <a:pt x="493" y="737"/>
                  </a:cubicBezTo>
                  <a:cubicBezTo>
                    <a:pt x="682" y="737"/>
                    <a:pt x="865" y="591"/>
                    <a:pt x="865" y="370"/>
                  </a:cubicBezTo>
                  <a:cubicBezTo>
                    <a:pt x="860" y="163"/>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0"/>
            <p:cNvSpPr/>
            <p:nvPr/>
          </p:nvSpPr>
          <p:spPr>
            <a:xfrm>
              <a:off x="7108954" y="1835819"/>
              <a:ext cx="22646" cy="19295"/>
            </a:xfrm>
            <a:custGeom>
              <a:rect b="b" l="l" r="r" t="t"/>
              <a:pathLst>
                <a:path extrusionOk="0" h="737" w="865">
                  <a:moveTo>
                    <a:pt x="504" y="1"/>
                  </a:moveTo>
                  <a:cubicBezTo>
                    <a:pt x="501" y="1"/>
                    <a:pt x="498" y="1"/>
                    <a:pt x="495" y="1"/>
                  </a:cubicBezTo>
                  <a:cubicBezTo>
                    <a:pt x="168" y="1"/>
                    <a:pt x="0" y="395"/>
                    <a:pt x="236" y="625"/>
                  </a:cubicBezTo>
                  <a:cubicBezTo>
                    <a:pt x="311" y="702"/>
                    <a:pt x="404" y="736"/>
                    <a:pt x="495" y="736"/>
                  </a:cubicBezTo>
                  <a:cubicBezTo>
                    <a:pt x="684" y="736"/>
                    <a:pt x="865" y="589"/>
                    <a:pt x="865" y="366"/>
                  </a:cubicBezTo>
                  <a:cubicBezTo>
                    <a:pt x="865" y="167"/>
                    <a:pt x="706" y="1"/>
                    <a:pt x="50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0"/>
            <p:cNvSpPr/>
            <p:nvPr/>
          </p:nvSpPr>
          <p:spPr>
            <a:xfrm>
              <a:off x="7109949" y="1578261"/>
              <a:ext cx="313689" cy="300599"/>
            </a:xfrm>
            <a:custGeom>
              <a:rect b="b" l="l" r="r" t="t"/>
              <a:pathLst>
                <a:path extrusionOk="0" h="11482" w="11982">
                  <a:moveTo>
                    <a:pt x="11982" y="0"/>
                  </a:moveTo>
                  <a:cubicBezTo>
                    <a:pt x="11934" y="5"/>
                    <a:pt x="11881" y="5"/>
                    <a:pt x="11838" y="15"/>
                  </a:cubicBezTo>
                  <a:cubicBezTo>
                    <a:pt x="11689" y="24"/>
                    <a:pt x="11540" y="43"/>
                    <a:pt x="11396" y="63"/>
                  </a:cubicBezTo>
                  <a:lnTo>
                    <a:pt x="11396" y="1595"/>
                  </a:lnTo>
                  <a:cubicBezTo>
                    <a:pt x="11396" y="2071"/>
                    <a:pt x="11055" y="2469"/>
                    <a:pt x="10589" y="2546"/>
                  </a:cubicBezTo>
                  <a:cubicBezTo>
                    <a:pt x="9815" y="2671"/>
                    <a:pt x="9051" y="2863"/>
                    <a:pt x="8307" y="3118"/>
                  </a:cubicBezTo>
                  <a:lnTo>
                    <a:pt x="7485" y="3435"/>
                  </a:lnTo>
                  <a:cubicBezTo>
                    <a:pt x="5472" y="4232"/>
                    <a:pt x="3959" y="5405"/>
                    <a:pt x="2431" y="7168"/>
                  </a:cubicBezTo>
                  <a:cubicBezTo>
                    <a:pt x="1451" y="8292"/>
                    <a:pt x="635" y="9546"/>
                    <a:pt x="1" y="10896"/>
                  </a:cubicBezTo>
                  <a:lnTo>
                    <a:pt x="592" y="11482"/>
                  </a:lnTo>
                  <a:cubicBezTo>
                    <a:pt x="1226" y="10137"/>
                    <a:pt x="2042" y="8878"/>
                    <a:pt x="3018" y="7754"/>
                  </a:cubicBezTo>
                  <a:cubicBezTo>
                    <a:pt x="4550" y="5996"/>
                    <a:pt x="6063" y="4819"/>
                    <a:pt x="8076" y="4026"/>
                  </a:cubicBezTo>
                  <a:lnTo>
                    <a:pt x="8893" y="3709"/>
                  </a:lnTo>
                  <a:cubicBezTo>
                    <a:pt x="9892" y="3368"/>
                    <a:pt x="10930" y="3137"/>
                    <a:pt x="11982" y="3031"/>
                  </a:cubicBezTo>
                  <a:lnTo>
                    <a:pt x="11982"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0"/>
            <p:cNvSpPr/>
            <p:nvPr/>
          </p:nvSpPr>
          <p:spPr>
            <a:xfrm>
              <a:off x="7098010" y="1662141"/>
              <a:ext cx="105165" cy="110113"/>
            </a:xfrm>
            <a:custGeom>
              <a:rect b="b" l="l" r="r" t="t"/>
              <a:pathLst>
                <a:path extrusionOk="0" h="4206" w="4017">
                  <a:moveTo>
                    <a:pt x="3959" y="0"/>
                  </a:moveTo>
                  <a:cubicBezTo>
                    <a:pt x="2912" y="783"/>
                    <a:pt x="1960" y="1677"/>
                    <a:pt x="1110" y="2667"/>
                  </a:cubicBezTo>
                  <a:cubicBezTo>
                    <a:pt x="697" y="3157"/>
                    <a:pt x="327" y="3632"/>
                    <a:pt x="0" y="4103"/>
                  </a:cubicBezTo>
                  <a:cubicBezTo>
                    <a:pt x="20" y="4102"/>
                    <a:pt x="38" y="4102"/>
                    <a:pt x="56" y="4102"/>
                  </a:cubicBezTo>
                  <a:cubicBezTo>
                    <a:pt x="340" y="4102"/>
                    <a:pt x="362" y="4206"/>
                    <a:pt x="552" y="4206"/>
                  </a:cubicBezTo>
                  <a:cubicBezTo>
                    <a:pt x="620" y="4206"/>
                    <a:pt x="710" y="4192"/>
                    <a:pt x="841" y="4156"/>
                  </a:cubicBezTo>
                  <a:cubicBezTo>
                    <a:pt x="1100" y="4084"/>
                    <a:pt x="1307" y="3772"/>
                    <a:pt x="1610" y="3623"/>
                  </a:cubicBezTo>
                  <a:cubicBezTo>
                    <a:pt x="1859" y="3498"/>
                    <a:pt x="2239" y="3517"/>
                    <a:pt x="2489" y="3315"/>
                  </a:cubicBezTo>
                  <a:cubicBezTo>
                    <a:pt x="2710" y="3133"/>
                    <a:pt x="2767" y="2768"/>
                    <a:pt x="2960" y="2513"/>
                  </a:cubicBezTo>
                  <a:cubicBezTo>
                    <a:pt x="3132" y="2282"/>
                    <a:pt x="3474" y="2138"/>
                    <a:pt x="3603" y="1840"/>
                  </a:cubicBezTo>
                  <a:cubicBezTo>
                    <a:pt x="3723" y="1581"/>
                    <a:pt x="3608" y="1230"/>
                    <a:pt x="3675" y="913"/>
                  </a:cubicBezTo>
                  <a:cubicBezTo>
                    <a:pt x="3738" y="635"/>
                    <a:pt x="3997" y="366"/>
                    <a:pt x="4016" y="44"/>
                  </a:cubicBezTo>
                  <a:lnTo>
                    <a:pt x="3959"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0"/>
            <p:cNvSpPr/>
            <p:nvPr/>
          </p:nvSpPr>
          <p:spPr>
            <a:xfrm>
              <a:off x="7098010" y="1662141"/>
              <a:ext cx="105165" cy="110035"/>
            </a:xfrm>
            <a:custGeom>
              <a:rect b="b" l="l" r="r" t="t"/>
              <a:pathLst>
                <a:path extrusionOk="0" h="4203" w="4017">
                  <a:moveTo>
                    <a:pt x="3954" y="0"/>
                  </a:moveTo>
                  <a:cubicBezTo>
                    <a:pt x="3714" y="183"/>
                    <a:pt x="3478" y="366"/>
                    <a:pt x="3248" y="558"/>
                  </a:cubicBezTo>
                  <a:cubicBezTo>
                    <a:pt x="3205" y="860"/>
                    <a:pt x="3296" y="1182"/>
                    <a:pt x="3190" y="1422"/>
                  </a:cubicBezTo>
                  <a:cubicBezTo>
                    <a:pt x="3056" y="1720"/>
                    <a:pt x="2715" y="1864"/>
                    <a:pt x="2542" y="2090"/>
                  </a:cubicBezTo>
                  <a:cubicBezTo>
                    <a:pt x="2349" y="2345"/>
                    <a:pt x="2297" y="2710"/>
                    <a:pt x="2071" y="2892"/>
                  </a:cubicBezTo>
                  <a:cubicBezTo>
                    <a:pt x="1821" y="3099"/>
                    <a:pt x="1446" y="3075"/>
                    <a:pt x="1192" y="3200"/>
                  </a:cubicBezTo>
                  <a:cubicBezTo>
                    <a:pt x="894" y="3354"/>
                    <a:pt x="687" y="3661"/>
                    <a:pt x="428" y="3733"/>
                  </a:cubicBezTo>
                  <a:cubicBezTo>
                    <a:pt x="361" y="3752"/>
                    <a:pt x="298" y="3767"/>
                    <a:pt x="231" y="3776"/>
                  </a:cubicBezTo>
                  <a:cubicBezTo>
                    <a:pt x="154" y="3882"/>
                    <a:pt x="72" y="3993"/>
                    <a:pt x="0" y="4098"/>
                  </a:cubicBezTo>
                  <a:cubicBezTo>
                    <a:pt x="20" y="4097"/>
                    <a:pt x="38" y="4097"/>
                    <a:pt x="55" y="4097"/>
                  </a:cubicBezTo>
                  <a:cubicBezTo>
                    <a:pt x="343" y="4097"/>
                    <a:pt x="366" y="4203"/>
                    <a:pt x="555" y="4203"/>
                  </a:cubicBezTo>
                  <a:cubicBezTo>
                    <a:pt x="623" y="4203"/>
                    <a:pt x="714" y="4189"/>
                    <a:pt x="846" y="4151"/>
                  </a:cubicBezTo>
                  <a:cubicBezTo>
                    <a:pt x="1100" y="4079"/>
                    <a:pt x="1312" y="3772"/>
                    <a:pt x="1610" y="3618"/>
                  </a:cubicBezTo>
                  <a:cubicBezTo>
                    <a:pt x="1864" y="3493"/>
                    <a:pt x="2244" y="3512"/>
                    <a:pt x="2489" y="3310"/>
                  </a:cubicBezTo>
                  <a:cubicBezTo>
                    <a:pt x="2715" y="3133"/>
                    <a:pt x="2767" y="2763"/>
                    <a:pt x="2960" y="2508"/>
                  </a:cubicBezTo>
                  <a:cubicBezTo>
                    <a:pt x="3132" y="2282"/>
                    <a:pt x="3478" y="2133"/>
                    <a:pt x="3608" y="1840"/>
                  </a:cubicBezTo>
                  <a:cubicBezTo>
                    <a:pt x="3723" y="1581"/>
                    <a:pt x="3608" y="1230"/>
                    <a:pt x="3680" y="913"/>
                  </a:cubicBezTo>
                  <a:cubicBezTo>
                    <a:pt x="3738" y="635"/>
                    <a:pt x="3997" y="366"/>
                    <a:pt x="4016" y="44"/>
                  </a:cubicBezTo>
                  <a:lnTo>
                    <a:pt x="3954"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0"/>
            <p:cNvSpPr/>
            <p:nvPr/>
          </p:nvSpPr>
          <p:spPr>
            <a:xfrm>
              <a:off x="7116624" y="1783014"/>
              <a:ext cx="22541" cy="19242"/>
            </a:xfrm>
            <a:custGeom>
              <a:rect b="b" l="l" r="r" t="t"/>
              <a:pathLst>
                <a:path extrusionOk="0" h="735" w="861">
                  <a:moveTo>
                    <a:pt x="490" y="0"/>
                  </a:moveTo>
                  <a:cubicBezTo>
                    <a:pt x="164" y="0"/>
                    <a:pt x="0" y="394"/>
                    <a:pt x="231" y="625"/>
                  </a:cubicBezTo>
                  <a:cubicBezTo>
                    <a:pt x="305" y="701"/>
                    <a:pt x="398" y="735"/>
                    <a:pt x="488" y="735"/>
                  </a:cubicBezTo>
                  <a:cubicBezTo>
                    <a:pt x="678" y="735"/>
                    <a:pt x="860" y="586"/>
                    <a:pt x="860" y="365"/>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0"/>
            <p:cNvSpPr/>
            <p:nvPr/>
          </p:nvSpPr>
          <p:spPr>
            <a:xfrm>
              <a:off x="7251949" y="1555877"/>
              <a:ext cx="22541" cy="19321"/>
            </a:xfrm>
            <a:custGeom>
              <a:rect b="b" l="l" r="r" t="t"/>
              <a:pathLst>
                <a:path extrusionOk="0" h="738" w="861">
                  <a:moveTo>
                    <a:pt x="490" y="0"/>
                  </a:moveTo>
                  <a:cubicBezTo>
                    <a:pt x="164" y="0"/>
                    <a:pt x="0" y="394"/>
                    <a:pt x="231" y="629"/>
                  </a:cubicBezTo>
                  <a:cubicBezTo>
                    <a:pt x="306" y="704"/>
                    <a:pt x="398" y="737"/>
                    <a:pt x="488" y="737"/>
                  </a:cubicBezTo>
                  <a:cubicBezTo>
                    <a:pt x="678" y="737"/>
                    <a:pt x="860" y="591"/>
                    <a:pt x="860" y="370"/>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0"/>
            <p:cNvSpPr/>
            <p:nvPr/>
          </p:nvSpPr>
          <p:spPr>
            <a:xfrm>
              <a:off x="7295093" y="1648056"/>
              <a:ext cx="22646" cy="19268"/>
            </a:xfrm>
            <a:custGeom>
              <a:rect b="b" l="l" r="r" t="t"/>
              <a:pathLst>
                <a:path extrusionOk="0" h="736" w="865">
                  <a:moveTo>
                    <a:pt x="503" y="0"/>
                  </a:moveTo>
                  <a:cubicBezTo>
                    <a:pt x="501" y="0"/>
                    <a:pt x="498" y="0"/>
                    <a:pt x="495" y="0"/>
                  </a:cubicBezTo>
                  <a:cubicBezTo>
                    <a:pt x="168" y="0"/>
                    <a:pt x="0" y="394"/>
                    <a:pt x="236" y="625"/>
                  </a:cubicBezTo>
                  <a:cubicBezTo>
                    <a:pt x="311" y="702"/>
                    <a:pt x="404" y="736"/>
                    <a:pt x="495" y="736"/>
                  </a:cubicBezTo>
                  <a:cubicBezTo>
                    <a:pt x="684" y="736"/>
                    <a:pt x="865" y="589"/>
                    <a:pt x="865" y="365"/>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0"/>
            <p:cNvSpPr/>
            <p:nvPr/>
          </p:nvSpPr>
          <p:spPr>
            <a:xfrm>
              <a:off x="7232209" y="1629442"/>
              <a:ext cx="22646" cy="19321"/>
            </a:xfrm>
            <a:custGeom>
              <a:rect b="b" l="l" r="r" t="t"/>
              <a:pathLst>
                <a:path extrusionOk="0" h="738" w="865">
                  <a:moveTo>
                    <a:pt x="495" y="0"/>
                  </a:moveTo>
                  <a:cubicBezTo>
                    <a:pt x="164" y="0"/>
                    <a:pt x="0" y="399"/>
                    <a:pt x="236" y="630"/>
                  </a:cubicBezTo>
                  <a:cubicBezTo>
                    <a:pt x="310" y="704"/>
                    <a:pt x="402" y="738"/>
                    <a:pt x="492" y="738"/>
                  </a:cubicBezTo>
                  <a:cubicBezTo>
                    <a:pt x="680" y="738"/>
                    <a:pt x="860" y="591"/>
                    <a:pt x="860" y="370"/>
                  </a:cubicBezTo>
                  <a:cubicBezTo>
                    <a:pt x="865" y="164"/>
                    <a:pt x="697" y="0"/>
                    <a:pt x="495"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0"/>
            <p:cNvSpPr/>
            <p:nvPr/>
          </p:nvSpPr>
          <p:spPr>
            <a:xfrm>
              <a:off x="7205296" y="1704527"/>
              <a:ext cx="22646" cy="19321"/>
            </a:xfrm>
            <a:custGeom>
              <a:rect b="b" l="l" r="r" t="t"/>
              <a:pathLst>
                <a:path extrusionOk="0" h="738" w="865">
                  <a:moveTo>
                    <a:pt x="503" y="0"/>
                  </a:moveTo>
                  <a:cubicBezTo>
                    <a:pt x="501" y="0"/>
                    <a:pt x="498" y="0"/>
                    <a:pt x="495" y="0"/>
                  </a:cubicBezTo>
                  <a:cubicBezTo>
                    <a:pt x="163" y="0"/>
                    <a:pt x="0" y="399"/>
                    <a:pt x="231" y="630"/>
                  </a:cubicBezTo>
                  <a:cubicBezTo>
                    <a:pt x="307" y="704"/>
                    <a:pt x="399" y="738"/>
                    <a:pt x="490" y="738"/>
                  </a:cubicBezTo>
                  <a:cubicBezTo>
                    <a:pt x="680" y="738"/>
                    <a:pt x="860" y="591"/>
                    <a:pt x="860" y="370"/>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0"/>
            <p:cNvSpPr/>
            <p:nvPr/>
          </p:nvSpPr>
          <p:spPr>
            <a:xfrm>
              <a:off x="7370413" y="1603655"/>
              <a:ext cx="22541" cy="19321"/>
            </a:xfrm>
            <a:custGeom>
              <a:rect b="b" l="l" r="r" t="t"/>
              <a:pathLst>
                <a:path extrusionOk="0" h="738" w="861">
                  <a:moveTo>
                    <a:pt x="491" y="1"/>
                  </a:moveTo>
                  <a:cubicBezTo>
                    <a:pt x="164" y="1"/>
                    <a:pt x="1" y="399"/>
                    <a:pt x="231" y="630"/>
                  </a:cubicBezTo>
                  <a:cubicBezTo>
                    <a:pt x="306" y="704"/>
                    <a:pt x="398" y="738"/>
                    <a:pt x="489" y="738"/>
                  </a:cubicBezTo>
                  <a:cubicBezTo>
                    <a:pt x="678" y="738"/>
                    <a:pt x="861" y="592"/>
                    <a:pt x="861" y="370"/>
                  </a:cubicBezTo>
                  <a:cubicBezTo>
                    <a:pt x="861" y="164"/>
                    <a:pt x="697" y="1"/>
                    <a:pt x="4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0"/>
            <p:cNvSpPr/>
            <p:nvPr/>
          </p:nvSpPr>
          <p:spPr>
            <a:xfrm>
              <a:off x="7085051" y="1802361"/>
              <a:ext cx="22672" cy="19268"/>
            </a:xfrm>
            <a:custGeom>
              <a:rect b="b" l="l" r="r" t="t"/>
              <a:pathLst>
                <a:path extrusionOk="0" h="736" w="866">
                  <a:moveTo>
                    <a:pt x="504" y="1"/>
                  </a:moveTo>
                  <a:cubicBezTo>
                    <a:pt x="501" y="1"/>
                    <a:pt x="498" y="1"/>
                    <a:pt x="495" y="1"/>
                  </a:cubicBezTo>
                  <a:cubicBezTo>
                    <a:pt x="169" y="1"/>
                    <a:pt x="0" y="395"/>
                    <a:pt x="236" y="625"/>
                  </a:cubicBezTo>
                  <a:cubicBezTo>
                    <a:pt x="310" y="702"/>
                    <a:pt x="403" y="735"/>
                    <a:pt x="493" y="735"/>
                  </a:cubicBezTo>
                  <a:cubicBezTo>
                    <a:pt x="683" y="735"/>
                    <a:pt x="865" y="587"/>
                    <a:pt x="865" y="366"/>
                  </a:cubicBezTo>
                  <a:cubicBezTo>
                    <a:pt x="865" y="167"/>
                    <a:pt x="702" y="1"/>
                    <a:pt x="504"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0"/>
            <p:cNvSpPr/>
            <p:nvPr/>
          </p:nvSpPr>
          <p:spPr>
            <a:xfrm>
              <a:off x="7104555" y="1832547"/>
              <a:ext cx="22515" cy="19268"/>
            </a:xfrm>
            <a:custGeom>
              <a:rect b="b" l="l" r="r" t="t"/>
              <a:pathLst>
                <a:path extrusionOk="0" h="736" w="860">
                  <a:moveTo>
                    <a:pt x="495" y="1"/>
                  </a:moveTo>
                  <a:cubicBezTo>
                    <a:pt x="163" y="1"/>
                    <a:pt x="0" y="395"/>
                    <a:pt x="231" y="625"/>
                  </a:cubicBezTo>
                  <a:cubicBezTo>
                    <a:pt x="307" y="702"/>
                    <a:pt x="400" y="735"/>
                    <a:pt x="490" y="735"/>
                  </a:cubicBezTo>
                  <a:cubicBezTo>
                    <a:pt x="680" y="735"/>
                    <a:pt x="860" y="587"/>
                    <a:pt x="860" y="366"/>
                  </a:cubicBezTo>
                  <a:cubicBezTo>
                    <a:pt x="860" y="164"/>
                    <a:pt x="697" y="1"/>
                    <a:pt x="495"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0"/>
            <p:cNvSpPr/>
            <p:nvPr/>
          </p:nvSpPr>
          <p:spPr>
            <a:xfrm>
              <a:off x="7139008" y="1744661"/>
              <a:ext cx="84928" cy="95845"/>
            </a:xfrm>
            <a:custGeom>
              <a:rect b="b" l="l" r="r" t="t"/>
              <a:pathLst>
                <a:path extrusionOk="0" h="3661" w="3244">
                  <a:moveTo>
                    <a:pt x="2811" y="0"/>
                  </a:moveTo>
                  <a:cubicBezTo>
                    <a:pt x="2685" y="0"/>
                    <a:pt x="2565" y="11"/>
                    <a:pt x="2460" y="58"/>
                  </a:cubicBezTo>
                  <a:cubicBezTo>
                    <a:pt x="2167" y="187"/>
                    <a:pt x="2018" y="528"/>
                    <a:pt x="1792" y="701"/>
                  </a:cubicBezTo>
                  <a:cubicBezTo>
                    <a:pt x="1533" y="893"/>
                    <a:pt x="1168" y="951"/>
                    <a:pt x="985" y="1172"/>
                  </a:cubicBezTo>
                  <a:cubicBezTo>
                    <a:pt x="783" y="1422"/>
                    <a:pt x="807" y="1801"/>
                    <a:pt x="678" y="2051"/>
                  </a:cubicBezTo>
                  <a:cubicBezTo>
                    <a:pt x="529" y="2354"/>
                    <a:pt x="217" y="2560"/>
                    <a:pt x="144" y="2820"/>
                  </a:cubicBezTo>
                  <a:cubicBezTo>
                    <a:pt x="0" y="3334"/>
                    <a:pt x="221" y="3204"/>
                    <a:pt x="202" y="3661"/>
                  </a:cubicBezTo>
                  <a:cubicBezTo>
                    <a:pt x="202" y="3661"/>
                    <a:pt x="226" y="3656"/>
                    <a:pt x="265" y="3656"/>
                  </a:cubicBezTo>
                  <a:cubicBezTo>
                    <a:pt x="745" y="2858"/>
                    <a:pt x="1293" y="2104"/>
                    <a:pt x="1903" y="1403"/>
                  </a:cubicBezTo>
                  <a:cubicBezTo>
                    <a:pt x="2321" y="913"/>
                    <a:pt x="2768" y="451"/>
                    <a:pt x="3243" y="14"/>
                  </a:cubicBezTo>
                  <a:lnTo>
                    <a:pt x="3224" y="5"/>
                  </a:lnTo>
                  <a:cubicBezTo>
                    <a:pt x="3190" y="6"/>
                    <a:pt x="3157" y="7"/>
                    <a:pt x="3123" y="7"/>
                  </a:cubicBezTo>
                  <a:cubicBezTo>
                    <a:pt x="3018" y="7"/>
                    <a:pt x="2912" y="0"/>
                    <a:pt x="2811"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0"/>
            <p:cNvSpPr/>
            <p:nvPr/>
          </p:nvSpPr>
          <p:spPr>
            <a:xfrm>
              <a:off x="7288810" y="1516371"/>
              <a:ext cx="142000" cy="98227"/>
            </a:xfrm>
            <a:custGeom>
              <a:rect b="b" l="l" r="r" t="t"/>
              <a:pathLst>
                <a:path extrusionOk="0" h="3752" w="5424">
                  <a:moveTo>
                    <a:pt x="2315" y="0"/>
                  </a:moveTo>
                  <a:cubicBezTo>
                    <a:pt x="2277" y="0"/>
                    <a:pt x="2236" y="12"/>
                    <a:pt x="2195" y="39"/>
                  </a:cubicBezTo>
                  <a:cubicBezTo>
                    <a:pt x="1312" y="630"/>
                    <a:pt x="259" y="2114"/>
                    <a:pt x="24" y="3512"/>
                  </a:cubicBezTo>
                  <a:cubicBezTo>
                    <a:pt x="1" y="3641"/>
                    <a:pt x="105" y="3751"/>
                    <a:pt x="224" y="3751"/>
                  </a:cubicBezTo>
                  <a:cubicBezTo>
                    <a:pt x="252" y="3751"/>
                    <a:pt x="280" y="3746"/>
                    <a:pt x="307" y="3733"/>
                  </a:cubicBezTo>
                  <a:cubicBezTo>
                    <a:pt x="1816" y="3123"/>
                    <a:pt x="3406" y="2734"/>
                    <a:pt x="5025" y="2580"/>
                  </a:cubicBezTo>
                  <a:cubicBezTo>
                    <a:pt x="5068" y="2576"/>
                    <a:pt x="5107" y="2571"/>
                    <a:pt x="5155" y="2571"/>
                  </a:cubicBezTo>
                  <a:cubicBezTo>
                    <a:pt x="5424" y="2571"/>
                    <a:pt x="5424" y="2162"/>
                    <a:pt x="5155" y="2162"/>
                  </a:cubicBezTo>
                  <a:cubicBezTo>
                    <a:pt x="4280" y="2186"/>
                    <a:pt x="2277" y="2537"/>
                    <a:pt x="519" y="3210"/>
                  </a:cubicBezTo>
                  <a:cubicBezTo>
                    <a:pt x="860" y="1922"/>
                    <a:pt x="1826" y="784"/>
                    <a:pt x="2431" y="385"/>
                  </a:cubicBezTo>
                  <a:cubicBezTo>
                    <a:pt x="2617" y="254"/>
                    <a:pt x="2493" y="0"/>
                    <a:pt x="23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0"/>
            <p:cNvSpPr/>
            <p:nvPr/>
          </p:nvSpPr>
          <p:spPr>
            <a:xfrm>
              <a:off x="7060102" y="1516528"/>
              <a:ext cx="194308" cy="308531"/>
            </a:xfrm>
            <a:custGeom>
              <a:rect b="b" l="l" r="r" t="t"/>
              <a:pathLst>
                <a:path extrusionOk="0" h="11785" w="7422">
                  <a:moveTo>
                    <a:pt x="5056" y="6096"/>
                  </a:moveTo>
                  <a:cubicBezTo>
                    <a:pt x="4922" y="6360"/>
                    <a:pt x="4883" y="6485"/>
                    <a:pt x="4893" y="6917"/>
                  </a:cubicBezTo>
                  <a:cubicBezTo>
                    <a:pt x="4907" y="7321"/>
                    <a:pt x="4893" y="7374"/>
                    <a:pt x="4542" y="7662"/>
                  </a:cubicBezTo>
                  <a:cubicBezTo>
                    <a:pt x="4263" y="7883"/>
                    <a:pt x="4191" y="7964"/>
                    <a:pt x="4018" y="8354"/>
                  </a:cubicBezTo>
                  <a:cubicBezTo>
                    <a:pt x="3850" y="8733"/>
                    <a:pt x="3812" y="8781"/>
                    <a:pt x="3370" y="8872"/>
                  </a:cubicBezTo>
                  <a:cubicBezTo>
                    <a:pt x="3014" y="8949"/>
                    <a:pt x="2904" y="8993"/>
                    <a:pt x="2548" y="9295"/>
                  </a:cubicBezTo>
                  <a:cubicBezTo>
                    <a:pt x="2433" y="9396"/>
                    <a:pt x="2327" y="9487"/>
                    <a:pt x="2231" y="9516"/>
                  </a:cubicBezTo>
                  <a:cubicBezTo>
                    <a:pt x="2126" y="9544"/>
                    <a:pt x="2061" y="9556"/>
                    <a:pt x="2010" y="9556"/>
                  </a:cubicBezTo>
                  <a:cubicBezTo>
                    <a:pt x="1947" y="9556"/>
                    <a:pt x="1904" y="9538"/>
                    <a:pt x="1833" y="9511"/>
                  </a:cubicBezTo>
                  <a:cubicBezTo>
                    <a:pt x="2116" y="9122"/>
                    <a:pt x="2404" y="8733"/>
                    <a:pt x="2717" y="8368"/>
                  </a:cubicBezTo>
                  <a:cubicBezTo>
                    <a:pt x="3423" y="7537"/>
                    <a:pt x="4211" y="6778"/>
                    <a:pt x="5056" y="6096"/>
                  </a:cubicBezTo>
                  <a:close/>
                  <a:moveTo>
                    <a:pt x="7135" y="0"/>
                  </a:moveTo>
                  <a:cubicBezTo>
                    <a:pt x="7077" y="0"/>
                    <a:pt x="7018" y="27"/>
                    <a:pt x="6973" y="91"/>
                  </a:cubicBezTo>
                  <a:cubicBezTo>
                    <a:pt x="5950" y="1522"/>
                    <a:pt x="5556" y="3285"/>
                    <a:pt x="5709" y="5087"/>
                  </a:cubicBezTo>
                  <a:cubicBezTo>
                    <a:pt x="3327" y="6754"/>
                    <a:pt x="1405" y="9026"/>
                    <a:pt x="69" y="11495"/>
                  </a:cubicBezTo>
                  <a:cubicBezTo>
                    <a:pt x="0" y="11654"/>
                    <a:pt x="128" y="11785"/>
                    <a:pt x="261" y="11785"/>
                  </a:cubicBezTo>
                  <a:cubicBezTo>
                    <a:pt x="322" y="11785"/>
                    <a:pt x="385" y="11757"/>
                    <a:pt x="430" y="11692"/>
                  </a:cubicBezTo>
                  <a:cubicBezTo>
                    <a:pt x="771" y="11068"/>
                    <a:pt x="1146" y="10463"/>
                    <a:pt x="1559" y="9876"/>
                  </a:cubicBezTo>
                  <a:cubicBezTo>
                    <a:pt x="1738" y="9890"/>
                    <a:pt x="1805" y="9972"/>
                    <a:pt x="1997" y="9972"/>
                  </a:cubicBezTo>
                  <a:cubicBezTo>
                    <a:pt x="2082" y="9972"/>
                    <a:pt x="2191" y="9956"/>
                    <a:pt x="2347" y="9910"/>
                  </a:cubicBezTo>
                  <a:cubicBezTo>
                    <a:pt x="2659" y="9819"/>
                    <a:pt x="2875" y="9502"/>
                    <a:pt x="3149" y="9367"/>
                  </a:cubicBezTo>
                  <a:cubicBezTo>
                    <a:pt x="3245" y="9324"/>
                    <a:pt x="3351" y="9295"/>
                    <a:pt x="3456" y="9276"/>
                  </a:cubicBezTo>
                  <a:cubicBezTo>
                    <a:pt x="4047" y="9151"/>
                    <a:pt x="4182" y="9007"/>
                    <a:pt x="4398" y="8522"/>
                  </a:cubicBezTo>
                  <a:cubicBezTo>
                    <a:pt x="4537" y="8200"/>
                    <a:pt x="4571" y="8166"/>
                    <a:pt x="4801" y="7979"/>
                  </a:cubicBezTo>
                  <a:cubicBezTo>
                    <a:pt x="5277" y="7599"/>
                    <a:pt x="5325" y="7412"/>
                    <a:pt x="5306" y="6903"/>
                  </a:cubicBezTo>
                  <a:cubicBezTo>
                    <a:pt x="5296" y="6538"/>
                    <a:pt x="5311" y="6494"/>
                    <a:pt x="5460" y="6216"/>
                  </a:cubicBezTo>
                  <a:cubicBezTo>
                    <a:pt x="5551" y="6048"/>
                    <a:pt x="5647" y="5855"/>
                    <a:pt x="5661" y="5639"/>
                  </a:cubicBezTo>
                  <a:cubicBezTo>
                    <a:pt x="5791" y="5548"/>
                    <a:pt x="5911" y="5447"/>
                    <a:pt x="6036" y="5361"/>
                  </a:cubicBezTo>
                  <a:cubicBezTo>
                    <a:pt x="6099" y="5317"/>
                    <a:pt x="6132" y="5245"/>
                    <a:pt x="6127" y="5173"/>
                  </a:cubicBezTo>
                  <a:cubicBezTo>
                    <a:pt x="5964" y="3453"/>
                    <a:pt x="6300" y="1734"/>
                    <a:pt x="7304" y="331"/>
                  </a:cubicBezTo>
                  <a:cubicBezTo>
                    <a:pt x="7421" y="169"/>
                    <a:pt x="7282" y="0"/>
                    <a:pt x="71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0"/>
            <p:cNvSpPr/>
            <p:nvPr/>
          </p:nvSpPr>
          <p:spPr>
            <a:xfrm>
              <a:off x="7118536" y="1678216"/>
              <a:ext cx="208785" cy="205984"/>
            </a:xfrm>
            <a:custGeom>
              <a:rect b="b" l="l" r="r" t="t"/>
              <a:pathLst>
                <a:path extrusionOk="0" h="7868" w="7975">
                  <a:moveTo>
                    <a:pt x="3525" y="2749"/>
                  </a:moveTo>
                  <a:lnTo>
                    <a:pt x="3525" y="2749"/>
                  </a:lnTo>
                  <a:cubicBezTo>
                    <a:pt x="2603" y="3643"/>
                    <a:pt x="1791" y="4637"/>
                    <a:pt x="1104" y="5723"/>
                  </a:cubicBezTo>
                  <a:cubicBezTo>
                    <a:pt x="1085" y="5665"/>
                    <a:pt x="1080" y="5603"/>
                    <a:pt x="1133" y="5411"/>
                  </a:cubicBezTo>
                  <a:cubicBezTo>
                    <a:pt x="1162" y="5319"/>
                    <a:pt x="1253" y="5209"/>
                    <a:pt x="1354" y="5094"/>
                  </a:cubicBezTo>
                  <a:cubicBezTo>
                    <a:pt x="1652" y="4743"/>
                    <a:pt x="1700" y="4632"/>
                    <a:pt x="1772" y="4277"/>
                  </a:cubicBezTo>
                  <a:cubicBezTo>
                    <a:pt x="1868" y="3830"/>
                    <a:pt x="1916" y="3792"/>
                    <a:pt x="2296" y="3624"/>
                  </a:cubicBezTo>
                  <a:cubicBezTo>
                    <a:pt x="2685" y="3451"/>
                    <a:pt x="2766" y="3379"/>
                    <a:pt x="2987" y="3100"/>
                  </a:cubicBezTo>
                  <a:cubicBezTo>
                    <a:pt x="3223" y="2807"/>
                    <a:pt x="3300" y="2754"/>
                    <a:pt x="3525" y="2749"/>
                  </a:cubicBezTo>
                  <a:close/>
                  <a:moveTo>
                    <a:pt x="7745" y="1"/>
                  </a:moveTo>
                  <a:cubicBezTo>
                    <a:pt x="7720" y="1"/>
                    <a:pt x="7695" y="5"/>
                    <a:pt x="7671" y="16"/>
                  </a:cubicBezTo>
                  <a:cubicBezTo>
                    <a:pt x="6297" y="549"/>
                    <a:pt x="5039" y="1337"/>
                    <a:pt x="3963" y="2341"/>
                  </a:cubicBezTo>
                  <a:cubicBezTo>
                    <a:pt x="3950" y="2341"/>
                    <a:pt x="3937" y="2341"/>
                    <a:pt x="3924" y="2341"/>
                  </a:cubicBezTo>
                  <a:cubicBezTo>
                    <a:pt x="3806" y="2341"/>
                    <a:pt x="3691" y="2333"/>
                    <a:pt x="3578" y="2333"/>
                  </a:cubicBezTo>
                  <a:cubicBezTo>
                    <a:pt x="3435" y="2333"/>
                    <a:pt x="3294" y="2346"/>
                    <a:pt x="3156" y="2408"/>
                  </a:cubicBezTo>
                  <a:cubicBezTo>
                    <a:pt x="2810" y="2562"/>
                    <a:pt x="2646" y="2927"/>
                    <a:pt x="2449" y="3076"/>
                  </a:cubicBezTo>
                  <a:cubicBezTo>
                    <a:pt x="2348" y="3148"/>
                    <a:pt x="2238" y="3206"/>
                    <a:pt x="2123" y="3249"/>
                  </a:cubicBezTo>
                  <a:cubicBezTo>
                    <a:pt x="1642" y="3465"/>
                    <a:pt x="1498" y="3600"/>
                    <a:pt x="1368" y="4195"/>
                  </a:cubicBezTo>
                  <a:cubicBezTo>
                    <a:pt x="1311" y="4488"/>
                    <a:pt x="1292" y="4536"/>
                    <a:pt x="1037" y="4829"/>
                  </a:cubicBezTo>
                  <a:cubicBezTo>
                    <a:pt x="917" y="4969"/>
                    <a:pt x="782" y="5122"/>
                    <a:pt x="730" y="5300"/>
                  </a:cubicBezTo>
                  <a:cubicBezTo>
                    <a:pt x="566" y="5872"/>
                    <a:pt x="792" y="5829"/>
                    <a:pt x="773" y="6194"/>
                  </a:cubicBezTo>
                  <a:cubicBezTo>
                    <a:pt x="773" y="6203"/>
                    <a:pt x="787" y="6213"/>
                    <a:pt x="787" y="6227"/>
                  </a:cubicBezTo>
                  <a:cubicBezTo>
                    <a:pt x="523" y="6665"/>
                    <a:pt x="283" y="7116"/>
                    <a:pt x="67" y="7582"/>
                  </a:cubicBezTo>
                  <a:cubicBezTo>
                    <a:pt x="0" y="7743"/>
                    <a:pt x="132" y="7867"/>
                    <a:pt x="263" y="7867"/>
                  </a:cubicBezTo>
                  <a:cubicBezTo>
                    <a:pt x="332" y="7867"/>
                    <a:pt x="400" y="7834"/>
                    <a:pt x="441" y="7755"/>
                  </a:cubicBezTo>
                  <a:cubicBezTo>
                    <a:pt x="1066" y="6424"/>
                    <a:pt x="1873" y="5185"/>
                    <a:pt x="2839" y="4075"/>
                  </a:cubicBezTo>
                  <a:cubicBezTo>
                    <a:pt x="4419" y="2250"/>
                    <a:pt x="5908" y="1154"/>
                    <a:pt x="7816" y="400"/>
                  </a:cubicBezTo>
                  <a:cubicBezTo>
                    <a:pt x="7921" y="357"/>
                    <a:pt x="7974" y="237"/>
                    <a:pt x="7931" y="131"/>
                  </a:cubicBezTo>
                  <a:cubicBezTo>
                    <a:pt x="7902" y="50"/>
                    <a:pt x="7825" y="1"/>
                    <a:pt x="7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0"/>
            <p:cNvSpPr/>
            <p:nvPr/>
          </p:nvSpPr>
          <p:spPr>
            <a:xfrm>
              <a:off x="7335018" y="1652193"/>
              <a:ext cx="94169" cy="28693"/>
            </a:xfrm>
            <a:custGeom>
              <a:rect b="b" l="l" r="r" t="t"/>
              <a:pathLst>
                <a:path extrusionOk="0" h="1096" w="3597">
                  <a:moveTo>
                    <a:pt x="3379" y="0"/>
                  </a:moveTo>
                  <a:cubicBezTo>
                    <a:pt x="3373" y="0"/>
                    <a:pt x="3367" y="0"/>
                    <a:pt x="3361" y="1"/>
                  </a:cubicBezTo>
                  <a:cubicBezTo>
                    <a:pt x="2294" y="111"/>
                    <a:pt x="1242" y="342"/>
                    <a:pt x="229" y="693"/>
                  </a:cubicBezTo>
                  <a:cubicBezTo>
                    <a:pt x="0" y="770"/>
                    <a:pt x="81" y="1095"/>
                    <a:pt x="288" y="1095"/>
                  </a:cubicBezTo>
                  <a:cubicBezTo>
                    <a:pt x="311" y="1095"/>
                    <a:pt x="337" y="1091"/>
                    <a:pt x="363" y="1082"/>
                  </a:cubicBezTo>
                  <a:cubicBezTo>
                    <a:pt x="1348" y="741"/>
                    <a:pt x="2371" y="520"/>
                    <a:pt x="3404" y="414"/>
                  </a:cubicBezTo>
                  <a:cubicBezTo>
                    <a:pt x="3519" y="400"/>
                    <a:pt x="3596" y="299"/>
                    <a:pt x="3587" y="188"/>
                  </a:cubicBezTo>
                  <a:cubicBezTo>
                    <a:pt x="3573" y="79"/>
                    <a:pt x="3482" y="0"/>
                    <a:pt x="3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80"/>
          <p:cNvGrpSpPr/>
          <p:nvPr/>
        </p:nvGrpSpPr>
        <p:grpSpPr>
          <a:xfrm>
            <a:off x="7935247" y="1516162"/>
            <a:ext cx="381704" cy="368588"/>
            <a:chOff x="7935247" y="1516162"/>
            <a:chExt cx="381704" cy="368588"/>
          </a:xfrm>
        </p:grpSpPr>
        <p:sp>
          <p:nvSpPr>
            <p:cNvPr id="9251" name="Google Shape;9251;p80"/>
            <p:cNvSpPr/>
            <p:nvPr/>
          </p:nvSpPr>
          <p:spPr>
            <a:xfrm>
              <a:off x="8127801" y="1641773"/>
              <a:ext cx="52098" cy="51496"/>
            </a:xfrm>
            <a:custGeom>
              <a:rect b="b" l="l" r="r" t="t"/>
              <a:pathLst>
                <a:path extrusionOk="0" h="1967" w="1990">
                  <a:moveTo>
                    <a:pt x="808" y="0"/>
                  </a:moveTo>
                  <a:lnTo>
                    <a:pt x="111" y="697"/>
                  </a:lnTo>
                  <a:cubicBezTo>
                    <a:pt x="1" y="812"/>
                    <a:pt x="1" y="990"/>
                    <a:pt x="111" y="1100"/>
                  </a:cubicBezTo>
                  <a:lnTo>
                    <a:pt x="890" y="1883"/>
                  </a:lnTo>
                  <a:cubicBezTo>
                    <a:pt x="947" y="1939"/>
                    <a:pt x="1021" y="1966"/>
                    <a:pt x="1093" y="1966"/>
                  </a:cubicBezTo>
                  <a:cubicBezTo>
                    <a:pt x="1166" y="1966"/>
                    <a:pt x="1238" y="1939"/>
                    <a:pt x="1293" y="1883"/>
                  </a:cubicBezTo>
                  <a:lnTo>
                    <a:pt x="1990" y="1187"/>
                  </a:lnTo>
                  <a:cubicBezTo>
                    <a:pt x="1735" y="1052"/>
                    <a:pt x="1505" y="884"/>
                    <a:pt x="1303" y="682"/>
                  </a:cubicBezTo>
                  <a:cubicBezTo>
                    <a:pt x="1101" y="485"/>
                    <a:pt x="933" y="255"/>
                    <a:pt x="80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0"/>
            <p:cNvSpPr/>
            <p:nvPr/>
          </p:nvSpPr>
          <p:spPr>
            <a:xfrm>
              <a:off x="8130707" y="1661879"/>
              <a:ext cx="49323" cy="31259"/>
            </a:xfrm>
            <a:custGeom>
              <a:rect b="b" l="l" r="r" t="t"/>
              <a:pathLst>
                <a:path extrusionOk="0" h="1194" w="1884">
                  <a:moveTo>
                    <a:pt x="0" y="327"/>
                  </a:moveTo>
                  <a:lnTo>
                    <a:pt x="274" y="606"/>
                  </a:lnTo>
                  <a:cubicBezTo>
                    <a:pt x="282" y="613"/>
                    <a:pt x="289" y="620"/>
                    <a:pt x="297" y="626"/>
                  </a:cubicBezTo>
                  <a:lnTo>
                    <a:pt x="297" y="626"/>
                  </a:lnTo>
                  <a:lnTo>
                    <a:pt x="0" y="327"/>
                  </a:lnTo>
                  <a:close/>
                  <a:moveTo>
                    <a:pt x="1283" y="1"/>
                  </a:moveTo>
                  <a:lnTo>
                    <a:pt x="678" y="606"/>
                  </a:lnTo>
                  <a:cubicBezTo>
                    <a:pt x="622" y="661"/>
                    <a:pt x="550" y="689"/>
                    <a:pt x="478" y="689"/>
                  </a:cubicBezTo>
                  <a:cubicBezTo>
                    <a:pt x="414" y="689"/>
                    <a:pt x="350" y="668"/>
                    <a:pt x="297" y="626"/>
                  </a:cubicBezTo>
                  <a:lnTo>
                    <a:pt x="297" y="626"/>
                  </a:lnTo>
                  <a:lnTo>
                    <a:pt x="779" y="1111"/>
                  </a:lnTo>
                  <a:cubicBezTo>
                    <a:pt x="836" y="1166"/>
                    <a:pt x="910" y="1193"/>
                    <a:pt x="982" y="1193"/>
                  </a:cubicBezTo>
                  <a:cubicBezTo>
                    <a:pt x="1055" y="1193"/>
                    <a:pt x="1127" y="1166"/>
                    <a:pt x="1182" y="1111"/>
                  </a:cubicBezTo>
                  <a:lnTo>
                    <a:pt x="1884" y="414"/>
                  </a:lnTo>
                  <a:cubicBezTo>
                    <a:pt x="1663" y="308"/>
                    <a:pt x="1461" y="169"/>
                    <a:pt x="128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0"/>
            <p:cNvSpPr/>
            <p:nvPr/>
          </p:nvSpPr>
          <p:spPr>
            <a:xfrm>
              <a:off x="7938022" y="1671435"/>
              <a:ext cx="213210" cy="207581"/>
            </a:xfrm>
            <a:custGeom>
              <a:rect b="b" l="l" r="r" t="t"/>
              <a:pathLst>
                <a:path extrusionOk="0" h="7929" w="8144">
                  <a:moveTo>
                    <a:pt x="7394" y="1"/>
                  </a:moveTo>
                  <a:cubicBezTo>
                    <a:pt x="7043" y="299"/>
                    <a:pt x="6433" y="971"/>
                    <a:pt x="5934" y="2355"/>
                  </a:cubicBezTo>
                  <a:cubicBezTo>
                    <a:pt x="5479" y="3617"/>
                    <a:pt x="4678" y="4123"/>
                    <a:pt x="3486" y="4123"/>
                  </a:cubicBezTo>
                  <a:cubicBezTo>
                    <a:pt x="3480" y="4123"/>
                    <a:pt x="3475" y="4123"/>
                    <a:pt x="3469" y="4123"/>
                  </a:cubicBezTo>
                  <a:cubicBezTo>
                    <a:pt x="3467" y="4123"/>
                    <a:pt x="3466" y="4123"/>
                    <a:pt x="3464" y="4123"/>
                  </a:cubicBezTo>
                  <a:cubicBezTo>
                    <a:pt x="898" y="4123"/>
                    <a:pt x="1" y="7678"/>
                    <a:pt x="169" y="7846"/>
                  </a:cubicBezTo>
                  <a:cubicBezTo>
                    <a:pt x="202" y="7875"/>
                    <a:pt x="236" y="7904"/>
                    <a:pt x="279" y="7923"/>
                  </a:cubicBezTo>
                  <a:cubicBezTo>
                    <a:pt x="285" y="7926"/>
                    <a:pt x="292" y="7928"/>
                    <a:pt x="299" y="7928"/>
                  </a:cubicBezTo>
                  <a:cubicBezTo>
                    <a:pt x="577" y="7928"/>
                    <a:pt x="1702" y="5145"/>
                    <a:pt x="3656" y="5145"/>
                  </a:cubicBezTo>
                  <a:cubicBezTo>
                    <a:pt x="3682" y="5145"/>
                    <a:pt x="3707" y="5145"/>
                    <a:pt x="3733" y="5146"/>
                  </a:cubicBezTo>
                  <a:cubicBezTo>
                    <a:pt x="3775" y="5148"/>
                    <a:pt x="3816" y="5148"/>
                    <a:pt x="3858" y="5148"/>
                  </a:cubicBezTo>
                  <a:cubicBezTo>
                    <a:pt x="5097" y="5148"/>
                    <a:pt x="6296" y="4449"/>
                    <a:pt x="6923" y="2710"/>
                  </a:cubicBezTo>
                  <a:cubicBezTo>
                    <a:pt x="7418" y="1341"/>
                    <a:pt x="8004" y="851"/>
                    <a:pt x="8143" y="750"/>
                  </a:cubicBezTo>
                  <a:lnTo>
                    <a:pt x="8139" y="746"/>
                  </a:lnTo>
                  <a:lnTo>
                    <a:pt x="7394"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0"/>
            <p:cNvSpPr/>
            <p:nvPr/>
          </p:nvSpPr>
          <p:spPr>
            <a:xfrm>
              <a:off x="8131466" y="1671435"/>
              <a:ext cx="9948" cy="9844"/>
            </a:xfrm>
            <a:custGeom>
              <a:rect b="b" l="l" r="r" t="t"/>
              <a:pathLst>
                <a:path extrusionOk="0" h="376" w="380">
                  <a:moveTo>
                    <a:pt x="380" y="376"/>
                  </a:moveTo>
                  <a:lnTo>
                    <a:pt x="380" y="376"/>
                  </a:lnTo>
                  <a:lnTo>
                    <a:pt x="0"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0"/>
            <p:cNvSpPr/>
            <p:nvPr/>
          </p:nvSpPr>
          <p:spPr>
            <a:xfrm>
              <a:off x="7941294" y="1681514"/>
              <a:ext cx="209937" cy="197371"/>
            </a:xfrm>
            <a:custGeom>
              <a:rect b="b" l="l" r="r" t="t"/>
              <a:pathLst>
                <a:path extrusionOk="0" h="7539" w="8019">
                  <a:moveTo>
                    <a:pt x="7653" y="0"/>
                  </a:moveTo>
                  <a:cubicBezTo>
                    <a:pt x="7519" y="101"/>
                    <a:pt x="6928" y="596"/>
                    <a:pt x="6433" y="1960"/>
                  </a:cubicBezTo>
                  <a:cubicBezTo>
                    <a:pt x="5806" y="3699"/>
                    <a:pt x="4611" y="4398"/>
                    <a:pt x="3360" y="4398"/>
                  </a:cubicBezTo>
                  <a:cubicBezTo>
                    <a:pt x="3318" y="4398"/>
                    <a:pt x="3276" y="4397"/>
                    <a:pt x="3234" y="4396"/>
                  </a:cubicBezTo>
                  <a:cubicBezTo>
                    <a:pt x="3206" y="4395"/>
                    <a:pt x="3178" y="4394"/>
                    <a:pt x="3151" y="4394"/>
                  </a:cubicBezTo>
                  <a:cubicBezTo>
                    <a:pt x="1645" y="4394"/>
                    <a:pt x="635" y="6053"/>
                    <a:pt x="121" y="6808"/>
                  </a:cubicBezTo>
                  <a:cubicBezTo>
                    <a:pt x="20" y="7163"/>
                    <a:pt x="0" y="7408"/>
                    <a:pt x="39" y="7451"/>
                  </a:cubicBezTo>
                  <a:cubicBezTo>
                    <a:pt x="73" y="7485"/>
                    <a:pt x="106" y="7514"/>
                    <a:pt x="149" y="7533"/>
                  </a:cubicBezTo>
                  <a:cubicBezTo>
                    <a:pt x="155" y="7537"/>
                    <a:pt x="162" y="7538"/>
                    <a:pt x="169" y="7538"/>
                  </a:cubicBezTo>
                  <a:cubicBezTo>
                    <a:pt x="447" y="7538"/>
                    <a:pt x="1572" y="4755"/>
                    <a:pt x="3526" y="4755"/>
                  </a:cubicBezTo>
                  <a:cubicBezTo>
                    <a:pt x="3552" y="4755"/>
                    <a:pt x="3578" y="4755"/>
                    <a:pt x="3603" y="4756"/>
                  </a:cubicBezTo>
                  <a:cubicBezTo>
                    <a:pt x="3649" y="4758"/>
                    <a:pt x="3695" y="4759"/>
                    <a:pt x="3740" y="4759"/>
                  </a:cubicBezTo>
                  <a:cubicBezTo>
                    <a:pt x="4979" y="4759"/>
                    <a:pt x="6173" y="4058"/>
                    <a:pt x="6798" y="2321"/>
                  </a:cubicBezTo>
                  <a:cubicBezTo>
                    <a:pt x="7293" y="951"/>
                    <a:pt x="7879" y="466"/>
                    <a:pt x="8018" y="365"/>
                  </a:cubicBezTo>
                  <a:cubicBezTo>
                    <a:pt x="8014" y="361"/>
                    <a:pt x="8014" y="361"/>
                    <a:pt x="8009" y="356"/>
                  </a:cubicBezTo>
                  <a:lnTo>
                    <a:pt x="765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0"/>
            <p:cNvSpPr/>
            <p:nvPr/>
          </p:nvSpPr>
          <p:spPr>
            <a:xfrm>
              <a:off x="8134215" y="1523125"/>
              <a:ext cx="178757" cy="156164"/>
            </a:xfrm>
            <a:custGeom>
              <a:rect b="b" l="l" r="r" t="t"/>
              <a:pathLst>
                <a:path extrusionOk="0" h="5965" w="6828">
                  <a:moveTo>
                    <a:pt x="4614" y="1"/>
                  </a:moveTo>
                  <a:cubicBezTo>
                    <a:pt x="3998" y="1"/>
                    <a:pt x="3290" y="199"/>
                    <a:pt x="2638" y="516"/>
                  </a:cubicBezTo>
                  <a:cubicBezTo>
                    <a:pt x="2413" y="627"/>
                    <a:pt x="2192" y="747"/>
                    <a:pt x="1980" y="881"/>
                  </a:cubicBezTo>
                  <a:cubicBezTo>
                    <a:pt x="1702" y="1064"/>
                    <a:pt x="1437" y="1275"/>
                    <a:pt x="1202" y="1510"/>
                  </a:cubicBezTo>
                  <a:cubicBezTo>
                    <a:pt x="1" y="2711"/>
                    <a:pt x="73" y="4230"/>
                    <a:pt x="1058" y="5214"/>
                  </a:cubicBezTo>
                  <a:cubicBezTo>
                    <a:pt x="1543" y="5700"/>
                    <a:pt x="2158" y="5965"/>
                    <a:pt x="2801" y="5965"/>
                  </a:cubicBezTo>
                  <a:cubicBezTo>
                    <a:pt x="3462" y="5965"/>
                    <a:pt x="4153" y="5684"/>
                    <a:pt x="4762" y="5075"/>
                  </a:cubicBezTo>
                  <a:cubicBezTo>
                    <a:pt x="5963" y="3869"/>
                    <a:pt x="6827" y="1410"/>
                    <a:pt x="5843" y="430"/>
                  </a:cubicBezTo>
                  <a:cubicBezTo>
                    <a:pt x="5545" y="130"/>
                    <a:pt x="5109" y="1"/>
                    <a:pt x="4614"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0"/>
            <p:cNvSpPr/>
            <p:nvPr/>
          </p:nvSpPr>
          <p:spPr>
            <a:xfrm>
              <a:off x="8153981" y="1527183"/>
              <a:ext cx="158991" cy="152001"/>
            </a:xfrm>
            <a:custGeom>
              <a:rect b="b" l="l" r="r" t="t"/>
              <a:pathLst>
                <a:path extrusionOk="0" h="5806" w="6073">
                  <a:moveTo>
                    <a:pt x="4694" y="1"/>
                  </a:moveTo>
                  <a:lnTo>
                    <a:pt x="4694" y="1"/>
                  </a:lnTo>
                  <a:cubicBezTo>
                    <a:pt x="5198" y="1144"/>
                    <a:pt x="4401" y="3186"/>
                    <a:pt x="3344" y="4252"/>
                  </a:cubicBezTo>
                  <a:cubicBezTo>
                    <a:pt x="2737" y="4862"/>
                    <a:pt x="2043" y="5142"/>
                    <a:pt x="1380" y="5142"/>
                  </a:cubicBezTo>
                  <a:cubicBezTo>
                    <a:pt x="887" y="5142"/>
                    <a:pt x="411" y="4988"/>
                    <a:pt x="0" y="4699"/>
                  </a:cubicBezTo>
                  <a:lnTo>
                    <a:pt x="0" y="4699"/>
                  </a:lnTo>
                  <a:cubicBezTo>
                    <a:pt x="87" y="4829"/>
                    <a:pt x="192" y="4949"/>
                    <a:pt x="303" y="5059"/>
                  </a:cubicBezTo>
                  <a:cubicBezTo>
                    <a:pt x="788" y="5542"/>
                    <a:pt x="1402" y="5805"/>
                    <a:pt x="2044" y="5805"/>
                  </a:cubicBezTo>
                  <a:cubicBezTo>
                    <a:pt x="2707" y="5805"/>
                    <a:pt x="3399" y="5525"/>
                    <a:pt x="4011" y="4915"/>
                  </a:cubicBezTo>
                  <a:cubicBezTo>
                    <a:pt x="5213" y="3714"/>
                    <a:pt x="6072" y="1255"/>
                    <a:pt x="5088" y="275"/>
                  </a:cubicBezTo>
                  <a:cubicBezTo>
                    <a:pt x="4977" y="159"/>
                    <a:pt x="4838" y="68"/>
                    <a:pt x="4694"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0"/>
            <p:cNvSpPr/>
            <p:nvPr/>
          </p:nvSpPr>
          <p:spPr>
            <a:xfrm>
              <a:off x="8041145" y="1521633"/>
              <a:ext cx="92232" cy="80503"/>
            </a:xfrm>
            <a:custGeom>
              <a:rect b="b" l="l" r="r" t="t"/>
              <a:pathLst>
                <a:path extrusionOk="0" h="3075" w="3523">
                  <a:moveTo>
                    <a:pt x="2382" y="1"/>
                  </a:moveTo>
                  <a:cubicBezTo>
                    <a:pt x="1797" y="1"/>
                    <a:pt x="1052" y="348"/>
                    <a:pt x="621" y="780"/>
                  </a:cubicBezTo>
                  <a:cubicBezTo>
                    <a:pt x="1" y="1399"/>
                    <a:pt x="39" y="2187"/>
                    <a:pt x="544" y="2692"/>
                  </a:cubicBezTo>
                  <a:cubicBezTo>
                    <a:pt x="794" y="2939"/>
                    <a:pt x="1110" y="3075"/>
                    <a:pt x="1441" y="3075"/>
                  </a:cubicBezTo>
                  <a:cubicBezTo>
                    <a:pt x="1783" y="3075"/>
                    <a:pt x="2141" y="2930"/>
                    <a:pt x="2456" y="2615"/>
                  </a:cubicBezTo>
                  <a:cubicBezTo>
                    <a:pt x="3075" y="1995"/>
                    <a:pt x="3522" y="727"/>
                    <a:pt x="3018" y="222"/>
                  </a:cubicBezTo>
                  <a:cubicBezTo>
                    <a:pt x="2863" y="67"/>
                    <a:pt x="2638" y="1"/>
                    <a:pt x="238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0"/>
            <p:cNvSpPr/>
            <p:nvPr/>
          </p:nvSpPr>
          <p:spPr>
            <a:xfrm>
              <a:off x="8049339" y="1522419"/>
              <a:ext cx="84038" cy="79613"/>
            </a:xfrm>
            <a:custGeom>
              <a:rect b="b" l="l" r="r" t="t"/>
              <a:pathLst>
                <a:path extrusionOk="0" h="3041" w="3210">
                  <a:moveTo>
                    <a:pt x="2359" y="0"/>
                  </a:moveTo>
                  <a:lnTo>
                    <a:pt x="2359" y="0"/>
                  </a:lnTo>
                  <a:cubicBezTo>
                    <a:pt x="2508" y="605"/>
                    <a:pt x="2119" y="1547"/>
                    <a:pt x="1609" y="2056"/>
                  </a:cubicBezTo>
                  <a:cubicBezTo>
                    <a:pt x="1297" y="2369"/>
                    <a:pt x="941" y="2513"/>
                    <a:pt x="599" y="2513"/>
                  </a:cubicBezTo>
                  <a:cubicBezTo>
                    <a:pt x="389" y="2513"/>
                    <a:pt x="185" y="2458"/>
                    <a:pt x="0" y="2354"/>
                  </a:cubicBezTo>
                  <a:lnTo>
                    <a:pt x="0" y="2354"/>
                  </a:lnTo>
                  <a:cubicBezTo>
                    <a:pt x="63" y="2465"/>
                    <a:pt x="139" y="2566"/>
                    <a:pt x="226" y="2657"/>
                  </a:cubicBezTo>
                  <a:cubicBezTo>
                    <a:pt x="476" y="2905"/>
                    <a:pt x="793" y="3040"/>
                    <a:pt x="1123" y="3040"/>
                  </a:cubicBezTo>
                  <a:cubicBezTo>
                    <a:pt x="1465" y="3040"/>
                    <a:pt x="1823" y="2895"/>
                    <a:pt x="2138" y="2580"/>
                  </a:cubicBezTo>
                  <a:cubicBezTo>
                    <a:pt x="2758" y="1960"/>
                    <a:pt x="3209" y="697"/>
                    <a:pt x="2700" y="188"/>
                  </a:cubicBezTo>
                  <a:cubicBezTo>
                    <a:pt x="2604" y="96"/>
                    <a:pt x="2489" y="34"/>
                    <a:pt x="23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0"/>
            <p:cNvSpPr/>
            <p:nvPr/>
          </p:nvSpPr>
          <p:spPr>
            <a:xfrm>
              <a:off x="8037768" y="1582790"/>
              <a:ext cx="26939" cy="26468"/>
            </a:xfrm>
            <a:custGeom>
              <a:rect b="b" l="l" r="r" t="t"/>
              <a:pathLst>
                <a:path extrusionOk="0" h="1011" w="1029">
                  <a:moveTo>
                    <a:pt x="418" y="0"/>
                  </a:moveTo>
                  <a:lnTo>
                    <a:pt x="58" y="360"/>
                  </a:lnTo>
                  <a:cubicBezTo>
                    <a:pt x="0" y="418"/>
                    <a:pt x="0" y="509"/>
                    <a:pt x="58" y="567"/>
                  </a:cubicBezTo>
                  <a:lnTo>
                    <a:pt x="457" y="971"/>
                  </a:lnTo>
                  <a:cubicBezTo>
                    <a:pt x="485" y="997"/>
                    <a:pt x="524" y="1010"/>
                    <a:pt x="562" y="1010"/>
                  </a:cubicBezTo>
                  <a:cubicBezTo>
                    <a:pt x="601" y="1010"/>
                    <a:pt x="639" y="997"/>
                    <a:pt x="668" y="971"/>
                  </a:cubicBezTo>
                  <a:lnTo>
                    <a:pt x="1028" y="610"/>
                  </a:lnTo>
                  <a:cubicBezTo>
                    <a:pt x="899" y="543"/>
                    <a:pt x="778" y="456"/>
                    <a:pt x="673" y="356"/>
                  </a:cubicBezTo>
                  <a:cubicBezTo>
                    <a:pt x="572" y="250"/>
                    <a:pt x="485" y="130"/>
                    <a:pt x="41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0"/>
            <p:cNvSpPr/>
            <p:nvPr/>
          </p:nvSpPr>
          <p:spPr>
            <a:xfrm>
              <a:off x="7939907" y="1598000"/>
              <a:ext cx="109956" cy="107129"/>
            </a:xfrm>
            <a:custGeom>
              <a:rect b="b" l="l" r="r" t="t"/>
              <a:pathLst>
                <a:path extrusionOk="0" h="4092" w="4200">
                  <a:moveTo>
                    <a:pt x="3810" y="0"/>
                  </a:moveTo>
                  <a:cubicBezTo>
                    <a:pt x="3632" y="154"/>
                    <a:pt x="3315" y="505"/>
                    <a:pt x="3056" y="1216"/>
                  </a:cubicBezTo>
                  <a:cubicBezTo>
                    <a:pt x="2821" y="1869"/>
                    <a:pt x="2407" y="2129"/>
                    <a:pt x="1788" y="2129"/>
                  </a:cubicBezTo>
                  <a:cubicBezTo>
                    <a:pt x="462" y="2129"/>
                    <a:pt x="1" y="3964"/>
                    <a:pt x="87" y="4050"/>
                  </a:cubicBezTo>
                  <a:cubicBezTo>
                    <a:pt x="101" y="4065"/>
                    <a:pt x="121" y="4079"/>
                    <a:pt x="140" y="4089"/>
                  </a:cubicBezTo>
                  <a:cubicBezTo>
                    <a:pt x="143" y="4090"/>
                    <a:pt x="146" y="4091"/>
                    <a:pt x="150" y="4091"/>
                  </a:cubicBezTo>
                  <a:cubicBezTo>
                    <a:pt x="297" y="4091"/>
                    <a:pt x="874" y="2656"/>
                    <a:pt x="1879" y="2656"/>
                  </a:cubicBezTo>
                  <a:cubicBezTo>
                    <a:pt x="1893" y="2656"/>
                    <a:pt x="1908" y="2656"/>
                    <a:pt x="1922" y="2657"/>
                  </a:cubicBezTo>
                  <a:cubicBezTo>
                    <a:pt x="1950" y="2659"/>
                    <a:pt x="1979" y="2659"/>
                    <a:pt x="2007" y="2659"/>
                  </a:cubicBezTo>
                  <a:cubicBezTo>
                    <a:pt x="2314" y="2659"/>
                    <a:pt x="2613" y="2564"/>
                    <a:pt x="2869" y="2388"/>
                  </a:cubicBezTo>
                  <a:cubicBezTo>
                    <a:pt x="3003" y="2297"/>
                    <a:pt x="3123" y="2181"/>
                    <a:pt x="3219" y="2047"/>
                  </a:cubicBezTo>
                  <a:cubicBezTo>
                    <a:pt x="3368" y="1850"/>
                    <a:pt x="3488" y="1634"/>
                    <a:pt x="3570" y="1398"/>
                  </a:cubicBezTo>
                  <a:cubicBezTo>
                    <a:pt x="3825" y="687"/>
                    <a:pt x="4127" y="438"/>
                    <a:pt x="4199" y="390"/>
                  </a:cubicBezTo>
                  <a:lnTo>
                    <a:pt x="4195" y="385"/>
                  </a:lnTo>
                  <a:lnTo>
                    <a:pt x="381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0"/>
            <p:cNvSpPr/>
            <p:nvPr/>
          </p:nvSpPr>
          <p:spPr>
            <a:xfrm>
              <a:off x="8213724" y="1695809"/>
              <a:ext cx="92206" cy="80451"/>
            </a:xfrm>
            <a:custGeom>
              <a:rect b="b" l="l" r="r" t="t"/>
              <a:pathLst>
                <a:path extrusionOk="0" h="3073" w="3522">
                  <a:moveTo>
                    <a:pt x="2378" y="1"/>
                  </a:moveTo>
                  <a:cubicBezTo>
                    <a:pt x="1794" y="1"/>
                    <a:pt x="1050" y="346"/>
                    <a:pt x="620" y="780"/>
                  </a:cubicBezTo>
                  <a:cubicBezTo>
                    <a:pt x="0" y="1400"/>
                    <a:pt x="38" y="2188"/>
                    <a:pt x="543" y="2687"/>
                  </a:cubicBezTo>
                  <a:cubicBezTo>
                    <a:pt x="794" y="2936"/>
                    <a:pt x="1112" y="3073"/>
                    <a:pt x="1444" y="3073"/>
                  </a:cubicBezTo>
                  <a:cubicBezTo>
                    <a:pt x="1785" y="3073"/>
                    <a:pt x="2141" y="2929"/>
                    <a:pt x="2455" y="2615"/>
                  </a:cubicBezTo>
                  <a:cubicBezTo>
                    <a:pt x="3079" y="1996"/>
                    <a:pt x="3521" y="727"/>
                    <a:pt x="3017" y="223"/>
                  </a:cubicBezTo>
                  <a:cubicBezTo>
                    <a:pt x="2861" y="67"/>
                    <a:pt x="2635" y="1"/>
                    <a:pt x="237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0"/>
            <p:cNvSpPr/>
            <p:nvPr/>
          </p:nvSpPr>
          <p:spPr>
            <a:xfrm>
              <a:off x="8221630" y="1696463"/>
              <a:ext cx="84169" cy="79744"/>
            </a:xfrm>
            <a:custGeom>
              <a:rect b="b" l="l" r="r" t="t"/>
              <a:pathLst>
                <a:path extrusionOk="0" h="3046" w="3215">
                  <a:moveTo>
                    <a:pt x="2340" y="1"/>
                  </a:moveTo>
                  <a:lnTo>
                    <a:pt x="2340" y="1"/>
                  </a:lnTo>
                  <a:cubicBezTo>
                    <a:pt x="2480" y="606"/>
                    <a:pt x="2095" y="1529"/>
                    <a:pt x="1591" y="2028"/>
                  </a:cubicBezTo>
                  <a:cubicBezTo>
                    <a:pt x="1277" y="2342"/>
                    <a:pt x="921" y="2487"/>
                    <a:pt x="579" y="2487"/>
                  </a:cubicBezTo>
                  <a:cubicBezTo>
                    <a:pt x="378" y="2487"/>
                    <a:pt x="181" y="2437"/>
                    <a:pt x="1" y="2340"/>
                  </a:cubicBezTo>
                  <a:lnTo>
                    <a:pt x="1" y="2340"/>
                  </a:lnTo>
                  <a:cubicBezTo>
                    <a:pt x="63" y="2461"/>
                    <a:pt x="145" y="2566"/>
                    <a:pt x="241" y="2662"/>
                  </a:cubicBezTo>
                  <a:cubicBezTo>
                    <a:pt x="491" y="2910"/>
                    <a:pt x="808" y="3046"/>
                    <a:pt x="1138" y="3046"/>
                  </a:cubicBezTo>
                  <a:cubicBezTo>
                    <a:pt x="1480" y="3046"/>
                    <a:pt x="1838" y="2901"/>
                    <a:pt x="2153" y="2585"/>
                  </a:cubicBezTo>
                  <a:cubicBezTo>
                    <a:pt x="2773" y="1966"/>
                    <a:pt x="3215" y="698"/>
                    <a:pt x="2710" y="193"/>
                  </a:cubicBezTo>
                  <a:cubicBezTo>
                    <a:pt x="2609" y="97"/>
                    <a:pt x="2480" y="30"/>
                    <a:pt x="2340"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0"/>
            <p:cNvSpPr/>
            <p:nvPr/>
          </p:nvSpPr>
          <p:spPr>
            <a:xfrm>
              <a:off x="8210320" y="1756834"/>
              <a:ext cx="26939" cy="26573"/>
            </a:xfrm>
            <a:custGeom>
              <a:rect b="b" l="l" r="r" t="t"/>
              <a:pathLst>
                <a:path extrusionOk="0" h="1015" w="1029">
                  <a:moveTo>
                    <a:pt x="418" y="1"/>
                  </a:moveTo>
                  <a:lnTo>
                    <a:pt x="58" y="361"/>
                  </a:lnTo>
                  <a:cubicBezTo>
                    <a:pt x="0" y="419"/>
                    <a:pt x="0" y="515"/>
                    <a:pt x="58" y="573"/>
                  </a:cubicBezTo>
                  <a:lnTo>
                    <a:pt x="457" y="971"/>
                  </a:lnTo>
                  <a:cubicBezTo>
                    <a:pt x="486" y="1000"/>
                    <a:pt x="523" y="1015"/>
                    <a:pt x="561" y="1015"/>
                  </a:cubicBezTo>
                  <a:cubicBezTo>
                    <a:pt x="598" y="1015"/>
                    <a:pt x="637" y="1000"/>
                    <a:pt x="668" y="971"/>
                  </a:cubicBezTo>
                  <a:lnTo>
                    <a:pt x="1028" y="611"/>
                  </a:lnTo>
                  <a:cubicBezTo>
                    <a:pt x="894" y="544"/>
                    <a:pt x="774" y="457"/>
                    <a:pt x="673" y="356"/>
                  </a:cubicBezTo>
                  <a:cubicBezTo>
                    <a:pt x="567" y="251"/>
                    <a:pt x="481" y="135"/>
                    <a:pt x="418"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0"/>
            <p:cNvSpPr/>
            <p:nvPr/>
          </p:nvSpPr>
          <p:spPr>
            <a:xfrm>
              <a:off x="8112459" y="1772176"/>
              <a:ext cx="109825" cy="107129"/>
            </a:xfrm>
            <a:custGeom>
              <a:rect b="b" l="l" r="r" t="t"/>
              <a:pathLst>
                <a:path extrusionOk="0" h="4092" w="4195">
                  <a:moveTo>
                    <a:pt x="3810" y="1"/>
                  </a:moveTo>
                  <a:cubicBezTo>
                    <a:pt x="3628" y="155"/>
                    <a:pt x="3316" y="505"/>
                    <a:pt x="3056" y="1216"/>
                  </a:cubicBezTo>
                  <a:cubicBezTo>
                    <a:pt x="2821" y="1870"/>
                    <a:pt x="2408" y="2129"/>
                    <a:pt x="1788" y="2129"/>
                  </a:cubicBezTo>
                  <a:cubicBezTo>
                    <a:pt x="462" y="2129"/>
                    <a:pt x="1" y="3964"/>
                    <a:pt x="82" y="4051"/>
                  </a:cubicBezTo>
                  <a:cubicBezTo>
                    <a:pt x="102" y="4065"/>
                    <a:pt x="121" y="4080"/>
                    <a:pt x="140" y="4089"/>
                  </a:cubicBezTo>
                  <a:cubicBezTo>
                    <a:pt x="143" y="4091"/>
                    <a:pt x="147" y="4092"/>
                    <a:pt x="150" y="4092"/>
                  </a:cubicBezTo>
                  <a:cubicBezTo>
                    <a:pt x="297" y="4092"/>
                    <a:pt x="870" y="2657"/>
                    <a:pt x="1879" y="2657"/>
                  </a:cubicBezTo>
                  <a:cubicBezTo>
                    <a:pt x="1893" y="2657"/>
                    <a:pt x="1908" y="2657"/>
                    <a:pt x="1922" y="2658"/>
                  </a:cubicBezTo>
                  <a:cubicBezTo>
                    <a:pt x="1945" y="2659"/>
                    <a:pt x="1967" y="2659"/>
                    <a:pt x="1989" y="2659"/>
                  </a:cubicBezTo>
                  <a:cubicBezTo>
                    <a:pt x="2307" y="2659"/>
                    <a:pt x="2618" y="2563"/>
                    <a:pt x="2883" y="2379"/>
                  </a:cubicBezTo>
                  <a:cubicBezTo>
                    <a:pt x="3018" y="2288"/>
                    <a:pt x="3224" y="2047"/>
                    <a:pt x="3224" y="2047"/>
                  </a:cubicBezTo>
                  <a:cubicBezTo>
                    <a:pt x="3373" y="1850"/>
                    <a:pt x="3489" y="1634"/>
                    <a:pt x="3570" y="1399"/>
                  </a:cubicBezTo>
                  <a:cubicBezTo>
                    <a:pt x="3820" y="688"/>
                    <a:pt x="4127" y="438"/>
                    <a:pt x="4195" y="390"/>
                  </a:cubicBezTo>
                  <a:lnTo>
                    <a:pt x="4195" y="385"/>
                  </a:lnTo>
                  <a:lnTo>
                    <a:pt x="381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0"/>
            <p:cNvSpPr/>
            <p:nvPr/>
          </p:nvSpPr>
          <p:spPr>
            <a:xfrm>
              <a:off x="7935247" y="1517680"/>
              <a:ext cx="378013" cy="366651"/>
            </a:xfrm>
            <a:custGeom>
              <a:rect b="b" l="l" r="r" t="t"/>
              <a:pathLst>
                <a:path extrusionOk="0" h="14005" w="14439">
                  <a:moveTo>
                    <a:pt x="8115" y="5076"/>
                  </a:moveTo>
                  <a:cubicBezTo>
                    <a:pt x="8331" y="5422"/>
                    <a:pt x="8624" y="5715"/>
                    <a:pt x="8970" y="5941"/>
                  </a:cubicBezTo>
                  <a:cubicBezTo>
                    <a:pt x="8984" y="5946"/>
                    <a:pt x="8989" y="5956"/>
                    <a:pt x="9004" y="5965"/>
                  </a:cubicBezTo>
                  <a:cubicBezTo>
                    <a:pt x="8494" y="6450"/>
                    <a:pt x="8504" y="6494"/>
                    <a:pt x="8437" y="6494"/>
                  </a:cubicBezTo>
                  <a:cubicBezTo>
                    <a:pt x="8370" y="6494"/>
                    <a:pt x="8398" y="6465"/>
                    <a:pt x="7606" y="5691"/>
                  </a:cubicBezTo>
                  <a:cubicBezTo>
                    <a:pt x="7591" y="5677"/>
                    <a:pt x="7582" y="5658"/>
                    <a:pt x="7586" y="5639"/>
                  </a:cubicBezTo>
                  <a:cubicBezTo>
                    <a:pt x="7586" y="5576"/>
                    <a:pt x="7634" y="5581"/>
                    <a:pt x="8115" y="5076"/>
                  </a:cubicBezTo>
                  <a:close/>
                  <a:moveTo>
                    <a:pt x="7490" y="6157"/>
                  </a:moveTo>
                  <a:lnTo>
                    <a:pt x="7947" y="6614"/>
                  </a:lnTo>
                  <a:cubicBezTo>
                    <a:pt x="7683" y="6868"/>
                    <a:pt x="7226" y="7430"/>
                    <a:pt x="6837" y="8516"/>
                  </a:cubicBezTo>
                  <a:cubicBezTo>
                    <a:pt x="6301" y="10002"/>
                    <a:pt x="5283" y="10815"/>
                    <a:pt x="3964" y="10815"/>
                  </a:cubicBezTo>
                  <a:cubicBezTo>
                    <a:pt x="3923" y="10815"/>
                    <a:pt x="3881" y="10814"/>
                    <a:pt x="3839" y="10812"/>
                  </a:cubicBezTo>
                  <a:cubicBezTo>
                    <a:pt x="3811" y="10811"/>
                    <a:pt x="3783" y="10811"/>
                    <a:pt x="3755" y="10811"/>
                  </a:cubicBezTo>
                  <a:cubicBezTo>
                    <a:pt x="2231" y="10811"/>
                    <a:pt x="1206" y="12341"/>
                    <a:pt x="649" y="13166"/>
                  </a:cubicBezTo>
                  <a:cubicBezTo>
                    <a:pt x="597" y="13253"/>
                    <a:pt x="534" y="13344"/>
                    <a:pt x="476" y="13421"/>
                  </a:cubicBezTo>
                  <a:cubicBezTo>
                    <a:pt x="563" y="12969"/>
                    <a:pt x="885" y="11985"/>
                    <a:pt x="1557" y="11206"/>
                  </a:cubicBezTo>
                  <a:cubicBezTo>
                    <a:pt x="2091" y="10587"/>
                    <a:pt x="2758" y="10198"/>
                    <a:pt x="3575" y="10198"/>
                  </a:cubicBezTo>
                  <a:cubicBezTo>
                    <a:pt x="4915" y="10198"/>
                    <a:pt x="5761" y="9592"/>
                    <a:pt x="6227" y="8295"/>
                  </a:cubicBezTo>
                  <a:cubicBezTo>
                    <a:pt x="6654" y="7118"/>
                    <a:pt x="7159" y="6479"/>
                    <a:pt x="7490" y="6157"/>
                  </a:cubicBezTo>
                  <a:close/>
                  <a:moveTo>
                    <a:pt x="12199" y="1"/>
                  </a:moveTo>
                  <a:cubicBezTo>
                    <a:pt x="11652" y="1"/>
                    <a:pt x="11014" y="150"/>
                    <a:pt x="10325" y="455"/>
                  </a:cubicBezTo>
                  <a:cubicBezTo>
                    <a:pt x="10120" y="557"/>
                    <a:pt x="10222" y="845"/>
                    <a:pt x="10415" y="845"/>
                  </a:cubicBezTo>
                  <a:cubicBezTo>
                    <a:pt x="10440" y="845"/>
                    <a:pt x="10466" y="840"/>
                    <a:pt x="10493" y="830"/>
                  </a:cubicBezTo>
                  <a:cubicBezTo>
                    <a:pt x="11113" y="552"/>
                    <a:pt x="11706" y="414"/>
                    <a:pt x="12203" y="414"/>
                  </a:cubicBezTo>
                  <a:cubicBezTo>
                    <a:pt x="12670" y="414"/>
                    <a:pt x="13052" y="535"/>
                    <a:pt x="13294" y="777"/>
                  </a:cubicBezTo>
                  <a:cubicBezTo>
                    <a:pt x="14192" y="1680"/>
                    <a:pt x="13294" y="4048"/>
                    <a:pt x="12213" y="5134"/>
                  </a:cubicBezTo>
                  <a:cubicBezTo>
                    <a:pt x="11634" y="5712"/>
                    <a:pt x="10997" y="5953"/>
                    <a:pt x="10402" y="5953"/>
                  </a:cubicBezTo>
                  <a:cubicBezTo>
                    <a:pt x="8368" y="5953"/>
                    <a:pt x="6814" y="3135"/>
                    <a:pt x="9691" y="1262"/>
                  </a:cubicBezTo>
                  <a:cubicBezTo>
                    <a:pt x="9877" y="1139"/>
                    <a:pt x="9758" y="884"/>
                    <a:pt x="9581" y="884"/>
                  </a:cubicBezTo>
                  <a:cubicBezTo>
                    <a:pt x="9544" y="884"/>
                    <a:pt x="9505" y="895"/>
                    <a:pt x="9465" y="921"/>
                  </a:cubicBezTo>
                  <a:cubicBezTo>
                    <a:pt x="7750" y="2036"/>
                    <a:pt x="7409" y="3530"/>
                    <a:pt x="7913" y="4697"/>
                  </a:cubicBezTo>
                  <a:lnTo>
                    <a:pt x="7317" y="5293"/>
                  </a:lnTo>
                  <a:cubicBezTo>
                    <a:pt x="7173" y="5432"/>
                    <a:pt x="7135" y="5653"/>
                    <a:pt x="7221" y="5840"/>
                  </a:cubicBezTo>
                  <a:cubicBezTo>
                    <a:pt x="6861" y="6186"/>
                    <a:pt x="6299" y="6883"/>
                    <a:pt x="5843" y="8151"/>
                  </a:cubicBezTo>
                  <a:cubicBezTo>
                    <a:pt x="5415" y="9342"/>
                    <a:pt x="4685" y="9780"/>
                    <a:pt x="3570" y="9784"/>
                  </a:cubicBezTo>
                  <a:cubicBezTo>
                    <a:pt x="1658" y="9784"/>
                    <a:pt x="702" y="11600"/>
                    <a:pt x="376" y="12383"/>
                  </a:cubicBezTo>
                  <a:cubicBezTo>
                    <a:pt x="255" y="12667"/>
                    <a:pt x="159" y="12960"/>
                    <a:pt x="92" y="13263"/>
                  </a:cubicBezTo>
                  <a:cubicBezTo>
                    <a:pt x="1" y="13690"/>
                    <a:pt x="25" y="13825"/>
                    <a:pt x="275" y="13969"/>
                  </a:cubicBezTo>
                  <a:cubicBezTo>
                    <a:pt x="317" y="13994"/>
                    <a:pt x="358" y="14005"/>
                    <a:pt x="398" y="14005"/>
                  </a:cubicBezTo>
                  <a:cubicBezTo>
                    <a:pt x="511" y="14005"/>
                    <a:pt x="613" y="13916"/>
                    <a:pt x="702" y="13805"/>
                  </a:cubicBezTo>
                  <a:cubicBezTo>
                    <a:pt x="1119" y="13294"/>
                    <a:pt x="2175" y="11219"/>
                    <a:pt x="3755" y="11219"/>
                  </a:cubicBezTo>
                  <a:cubicBezTo>
                    <a:pt x="3778" y="11219"/>
                    <a:pt x="3802" y="11220"/>
                    <a:pt x="3825" y="11221"/>
                  </a:cubicBezTo>
                  <a:cubicBezTo>
                    <a:pt x="3872" y="11223"/>
                    <a:pt x="3919" y="11223"/>
                    <a:pt x="3965" y="11223"/>
                  </a:cubicBezTo>
                  <a:cubicBezTo>
                    <a:pt x="5553" y="11223"/>
                    <a:pt x="6671" y="10191"/>
                    <a:pt x="7226" y="8651"/>
                  </a:cubicBezTo>
                  <a:cubicBezTo>
                    <a:pt x="7620" y="7555"/>
                    <a:pt x="8072" y="7056"/>
                    <a:pt x="8269" y="6873"/>
                  </a:cubicBezTo>
                  <a:cubicBezTo>
                    <a:pt x="8326" y="6894"/>
                    <a:pt x="8385" y="6904"/>
                    <a:pt x="8443" y="6904"/>
                  </a:cubicBezTo>
                  <a:cubicBezTo>
                    <a:pt x="8570" y="6904"/>
                    <a:pt x="8694" y="6855"/>
                    <a:pt x="8783" y="6763"/>
                  </a:cubicBezTo>
                  <a:lnTo>
                    <a:pt x="9378" y="6167"/>
                  </a:lnTo>
                  <a:cubicBezTo>
                    <a:pt x="9713" y="6311"/>
                    <a:pt x="10054" y="6379"/>
                    <a:pt x="10389" y="6379"/>
                  </a:cubicBezTo>
                  <a:cubicBezTo>
                    <a:pt x="11160" y="6379"/>
                    <a:pt x="11905" y="6023"/>
                    <a:pt x="12501" y="5427"/>
                  </a:cubicBezTo>
                  <a:cubicBezTo>
                    <a:pt x="13121" y="4807"/>
                    <a:pt x="13664" y="3851"/>
                    <a:pt x="13913" y="2934"/>
                  </a:cubicBezTo>
                  <a:cubicBezTo>
                    <a:pt x="14438" y="1022"/>
                    <a:pt x="13630" y="1"/>
                    <a:pt x="12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0"/>
            <p:cNvSpPr/>
            <p:nvPr/>
          </p:nvSpPr>
          <p:spPr>
            <a:xfrm>
              <a:off x="7935875" y="1516162"/>
              <a:ext cx="204413" cy="194544"/>
            </a:xfrm>
            <a:custGeom>
              <a:rect b="b" l="l" r="r" t="t"/>
              <a:pathLst>
                <a:path extrusionOk="0" h="7431" w="7808">
                  <a:moveTo>
                    <a:pt x="6403" y="414"/>
                  </a:moveTo>
                  <a:cubicBezTo>
                    <a:pt x="6606" y="414"/>
                    <a:pt x="6778" y="464"/>
                    <a:pt x="6890" y="575"/>
                  </a:cubicBezTo>
                  <a:cubicBezTo>
                    <a:pt x="7390" y="1080"/>
                    <a:pt x="6626" y="3064"/>
                    <a:pt x="5477" y="3078"/>
                  </a:cubicBezTo>
                  <a:cubicBezTo>
                    <a:pt x="5472" y="3078"/>
                    <a:pt x="5466" y="3078"/>
                    <a:pt x="5461" y="3078"/>
                  </a:cubicBezTo>
                  <a:cubicBezTo>
                    <a:pt x="4646" y="3078"/>
                    <a:pt x="3898" y="2020"/>
                    <a:pt x="4786" y="1133"/>
                  </a:cubicBezTo>
                  <a:cubicBezTo>
                    <a:pt x="5192" y="727"/>
                    <a:pt x="5893" y="414"/>
                    <a:pt x="6403" y="414"/>
                  </a:cubicBezTo>
                  <a:close/>
                  <a:moveTo>
                    <a:pt x="4272" y="2877"/>
                  </a:moveTo>
                  <a:cubicBezTo>
                    <a:pt x="4363" y="2992"/>
                    <a:pt x="4469" y="3098"/>
                    <a:pt x="4589" y="3194"/>
                  </a:cubicBezTo>
                  <a:lnTo>
                    <a:pt x="4454" y="3328"/>
                  </a:lnTo>
                  <a:lnTo>
                    <a:pt x="4137" y="3011"/>
                  </a:lnTo>
                  <a:lnTo>
                    <a:pt x="4272" y="2877"/>
                  </a:lnTo>
                  <a:close/>
                  <a:moveTo>
                    <a:pt x="6396" y="1"/>
                  </a:moveTo>
                  <a:cubicBezTo>
                    <a:pt x="5732" y="1"/>
                    <a:pt x="4930" y="398"/>
                    <a:pt x="4488" y="840"/>
                  </a:cubicBezTo>
                  <a:cubicBezTo>
                    <a:pt x="4036" y="1291"/>
                    <a:pt x="3835" y="1887"/>
                    <a:pt x="4060" y="2492"/>
                  </a:cubicBezTo>
                  <a:cubicBezTo>
                    <a:pt x="3854" y="2732"/>
                    <a:pt x="3647" y="2805"/>
                    <a:pt x="3710" y="3083"/>
                  </a:cubicBezTo>
                  <a:cubicBezTo>
                    <a:pt x="2816" y="3986"/>
                    <a:pt x="3191" y="5029"/>
                    <a:pt x="1937" y="5048"/>
                  </a:cubicBezTo>
                  <a:cubicBezTo>
                    <a:pt x="890" y="5048"/>
                    <a:pt x="371" y="6028"/>
                    <a:pt x="198" y="6446"/>
                  </a:cubicBezTo>
                  <a:cubicBezTo>
                    <a:pt x="131" y="6600"/>
                    <a:pt x="83" y="6758"/>
                    <a:pt x="44" y="6922"/>
                  </a:cubicBezTo>
                  <a:cubicBezTo>
                    <a:pt x="6" y="7099"/>
                    <a:pt x="1" y="7229"/>
                    <a:pt x="87" y="7315"/>
                  </a:cubicBezTo>
                  <a:cubicBezTo>
                    <a:pt x="145" y="7378"/>
                    <a:pt x="222" y="7421"/>
                    <a:pt x="308" y="7431"/>
                  </a:cubicBezTo>
                  <a:cubicBezTo>
                    <a:pt x="481" y="7431"/>
                    <a:pt x="592" y="7224"/>
                    <a:pt x="697" y="7070"/>
                  </a:cubicBezTo>
                  <a:cubicBezTo>
                    <a:pt x="953" y="6692"/>
                    <a:pt x="1417" y="5989"/>
                    <a:pt x="2036" y="5989"/>
                  </a:cubicBezTo>
                  <a:cubicBezTo>
                    <a:pt x="2046" y="5989"/>
                    <a:pt x="2056" y="5989"/>
                    <a:pt x="2067" y="5990"/>
                  </a:cubicBezTo>
                  <a:cubicBezTo>
                    <a:pt x="2096" y="5991"/>
                    <a:pt x="2126" y="5992"/>
                    <a:pt x="2156" y="5992"/>
                  </a:cubicBezTo>
                  <a:cubicBezTo>
                    <a:pt x="2509" y="5992"/>
                    <a:pt x="2850" y="5887"/>
                    <a:pt x="3138" y="5692"/>
                  </a:cubicBezTo>
                  <a:cubicBezTo>
                    <a:pt x="3308" y="5557"/>
                    <a:pt x="3188" y="5321"/>
                    <a:pt x="3016" y="5321"/>
                  </a:cubicBezTo>
                  <a:cubicBezTo>
                    <a:pt x="2980" y="5321"/>
                    <a:pt x="2941" y="5331"/>
                    <a:pt x="2903" y="5355"/>
                  </a:cubicBezTo>
                  <a:cubicBezTo>
                    <a:pt x="2680" y="5506"/>
                    <a:pt x="2417" y="5588"/>
                    <a:pt x="2151" y="5588"/>
                  </a:cubicBezTo>
                  <a:cubicBezTo>
                    <a:pt x="2129" y="5588"/>
                    <a:pt x="2108" y="5587"/>
                    <a:pt x="2086" y="5586"/>
                  </a:cubicBezTo>
                  <a:cubicBezTo>
                    <a:pt x="2069" y="5585"/>
                    <a:pt x="2051" y="5585"/>
                    <a:pt x="2034" y="5585"/>
                  </a:cubicBezTo>
                  <a:cubicBezTo>
                    <a:pt x="1459" y="5585"/>
                    <a:pt x="1020" y="5972"/>
                    <a:pt x="702" y="6359"/>
                  </a:cubicBezTo>
                  <a:cubicBezTo>
                    <a:pt x="962" y="5878"/>
                    <a:pt x="1380" y="5466"/>
                    <a:pt x="1919" y="5466"/>
                  </a:cubicBezTo>
                  <a:cubicBezTo>
                    <a:pt x="1928" y="5466"/>
                    <a:pt x="1937" y="5466"/>
                    <a:pt x="1947" y="5466"/>
                  </a:cubicBezTo>
                  <a:cubicBezTo>
                    <a:pt x="2677" y="5466"/>
                    <a:pt x="3152" y="5125"/>
                    <a:pt x="3407" y="4419"/>
                  </a:cubicBezTo>
                  <a:cubicBezTo>
                    <a:pt x="3589" y="3905"/>
                    <a:pt x="3810" y="3602"/>
                    <a:pt x="3964" y="3424"/>
                  </a:cubicBezTo>
                  <a:lnTo>
                    <a:pt x="4060" y="3520"/>
                  </a:lnTo>
                  <a:cubicBezTo>
                    <a:pt x="3662" y="3957"/>
                    <a:pt x="3570" y="4457"/>
                    <a:pt x="3388" y="4789"/>
                  </a:cubicBezTo>
                  <a:cubicBezTo>
                    <a:pt x="3319" y="4948"/>
                    <a:pt x="3446" y="5079"/>
                    <a:pt x="3577" y="5079"/>
                  </a:cubicBezTo>
                  <a:cubicBezTo>
                    <a:pt x="3640" y="5079"/>
                    <a:pt x="3703" y="5050"/>
                    <a:pt x="3748" y="4981"/>
                  </a:cubicBezTo>
                  <a:cubicBezTo>
                    <a:pt x="3950" y="4606"/>
                    <a:pt x="4041" y="4106"/>
                    <a:pt x="4406" y="3746"/>
                  </a:cubicBezTo>
                  <a:cubicBezTo>
                    <a:pt x="4421" y="3746"/>
                    <a:pt x="4435" y="3765"/>
                    <a:pt x="4449" y="3765"/>
                  </a:cubicBezTo>
                  <a:cubicBezTo>
                    <a:pt x="4675" y="3765"/>
                    <a:pt x="4752" y="3583"/>
                    <a:pt x="4963" y="3395"/>
                  </a:cubicBezTo>
                  <a:cubicBezTo>
                    <a:pt x="5135" y="3460"/>
                    <a:pt x="5306" y="3491"/>
                    <a:pt x="5472" y="3491"/>
                  </a:cubicBezTo>
                  <a:cubicBezTo>
                    <a:pt x="5895" y="3491"/>
                    <a:pt x="6292" y="3294"/>
                    <a:pt x="6616" y="2973"/>
                  </a:cubicBezTo>
                  <a:cubicBezTo>
                    <a:pt x="7260" y="2324"/>
                    <a:pt x="7807" y="917"/>
                    <a:pt x="7173" y="282"/>
                  </a:cubicBezTo>
                  <a:cubicBezTo>
                    <a:pt x="6975" y="84"/>
                    <a:pt x="6700" y="1"/>
                    <a:pt x="6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0"/>
            <p:cNvSpPr/>
            <p:nvPr/>
          </p:nvSpPr>
          <p:spPr>
            <a:xfrm>
              <a:off x="8108454" y="1690337"/>
              <a:ext cx="208498" cy="194413"/>
            </a:xfrm>
            <a:custGeom>
              <a:rect b="b" l="l" r="r" t="t"/>
              <a:pathLst>
                <a:path extrusionOk="0" h="7426" w="7964">
                  <a:moveTo>
                    <a:pt x="6400" y="410"/>
                  </a:moveTo>
                  <a:cubicBezTo>
                    <a:pt x="6603" y="410"/>
                    <a:pt x="6776" y="459"/>
                    <a:pt x="6889" y="571"/>
                  </a:cubicBezTo>
                  <a:cubicBezTo>
                    <a:pt x="7278" y="960"/>
                    <a:pt x="6899" y="2108"/>
                    <a:pt x="6332" y="2675"/>
                  </a:cubicBezTo>
                  <a:lnTo>
                    <a:pt x="6327" y="2675"/>
                  </a:lnTo>
                  <a:cubicBezTo>
                    <a:pt x="6048" y="2956"/>
                    <a:pt x="5743" y="3073"/>
                    <a:pt x="5461" y="3073"/>
                  </a:cubicBezTo>
                  <a:cubicBezTo>
                    <a:pt x="4596" y="3073"/>
                    <a:pt x="3930" y="1979"/>
                    <a:pt x="4785" y="1128"/>
                  </a:cubicBezTo>
                  <a:cubicBezTo>
                    <a:pt x="5191" y="723"/>
                    <a:pt x="5890" y="410"/>
                    <a:pt x="6400" y="410"/>
                  </a:cubicBezTo>
                  <a:close/>
                  <a:moveTo>
                    <a:pt x="4271" y="2872"/>
                  </a:moveTo>
                  <a:cubicBezTo>
                    <a:pt x="4357" y="2992"/>
                    <a:pt x="4468" y="3098"/>
                    <a:pt x="4588" y="3189"/>
                  </a:cubicBezTo>
                  <a:lnTo>
                    <a:pt x="4453" y="3324"/>
                  </a:lnTo>
                  <a:lnTo>
                    <a:pt x="4132" y="3007"/>
                  </a:lnTo>
                  <a:lnTo>
                    <a:pt x="4271" y="2872"/>
                  </a:lnTo>
                  <a:close/>
                  <a:moveTo>
                    <a:pt x="6398" y="1"/>
                  </a:moveTo>
                  <a:cubicBezTo>
                    <a:pt x="5734" y="1"/>
                    <a:pt x="4933" y="396"/>
                    <a:pt x="4492" y="840"/>
                  </a:cubicBezTo>
                  <a:cubicBezTo>
                    <a:pt x="4040" y="1292"/>
                    <a:pt x="3838" y="1888"/>
                    <a:pt x="4069" y="2493"/>
                  </a:cubicBezTo>
                  <a:cubicBezTo>
                    <a:pt x="3858" y="2733"/>
                    <a:pt x="3651" y="2805"/>
                    <a:pt x="3714" y="3084"/>
                  </a:cubicBezTo>
                  <a:cubicBezTo>
                    <a:pt x="2820" y="3987"/>
                    <a:pt x="3195" y="5029"/>
                    <a:pt x="1941" y="5049"/>
                  </a:cubicBezTo>
                  <a:cubicBezTo>
                    <a:pt x="898" y="5049"/>
                    <a:pt x="375" y="6024"/>
                    <a:pt x="202" y="6447"/>
                  </a:cubicBezTo>
                  <a:cubicBezTo>
                    <a:pt x="139" y="6600"/>
                    <a:pt x="87" y="6759"/>
                    <a:pt x="48" y="6922"/>
                  </a:cubicBezTo>
                  <a:cubicBezTo>
                    <a:pt x="0" y="7143"/>
                    <a:pt x="0" y="7282"/>
                    <a:pt x="187" y="7393"/>
                  </a:cubicBezTo>
                  <a:cubicBezTo>
                    <a:pt x="227" y="7416"/>
                    <a:pt x="266" y="7426"/>
                    <a:pt x="303" y="7426"/>
                  </a:cubicBezTo>
                  <a:cubicBezTo>
                    <a:pt x="391" y="7426"/>
                    <a:pt x="470" y="7368"/>
                    <a:pt x="538" y="7287"/>
                  </a:cubicBezTo>
                  <a:cubicBezTo>
                    <a:pt x="756" y="7018"/>
                    <a:pt x="1276" y="5989"/>
                    <a:pt x="2030" y="5989"/>
                  </a:cubicBezTo>
                  <a:cubicBezTo>
                    <a:pt x="2042" y="5989"/>
                    <a:pt x="2054" y="5990"/>
                    <a:pt x="2066" y="5990"/>
                  </a:cubicBezTo>
                  <a:cubicBezTo>
                    <a:pt x="2094" y="5992"/>
                    <a:pt x="2122" y="5992"/>
                    <a:pt x="2150" y="5992"/>
                  </a:cubicBezTo>
                  <a:cubicBezTo>
                    <a:pt x="2510" y="5992"/>
                    <a:pt x="2862" y="5878"/>
                    <a:pt x="3151" y="5668"/>
                  </a:cubicBezTo>
                  <a:cubicBezTo>
                    <a:pt x="3243" y="5606"/>
                    <a:pt x="3267" y="5476"/>
                    <a:pt x="3200" y="5385"/>
                  </a:cubicBezTo>
                  <a:cubicBezTo>
                    <a:pt x="3158" y="5328"/>
                    <a:pt x="3093" y="5297"/>
                    <a:pt x="3029" y="5297"/>
                  </a:cubicBezTo>
                  <a:cubicBezTo>
                    <a:pt x="2990" y="5297"/>
                    <a:pt x="2950" y="5308"/>
                    <a:pt x="2916" y="5332"/>
                  </a:cubicBezTo>
                  <a:cubicBezTo>
                    <a:pt x="2694" y="5489"/>
                    <a:pt x="2431" y="5575"/>
                    <a:pt x="2162" y="5575"/>
                  </a:cubicBezTo>
                  <a:cubicBezTo>
                    <a:pt x="2135" y="5575"/>
                    <a:pt x="2107" y="5574"/>
                    <a:pt x="2080" y="5572"/>
                  </a:cubicBezTo>
                  <a:cubicBezTo>
                    <a:pt x="2066" y="5572"/>
                    <a:pt x="2052" y="5572"/>
                    <a:pt x="2039" y="5572"/>
                  </a:cubicBezTo>
                  <a:cubicBezTo>
                    <a:pt x="1459" y="5572"/>
                    <a:pt x="1016" y="5961"/>
                    <a:pt x="697" y="6350"/>
                  </a:cubicBezTo>
                  <a:cubicBezTo>
                    <a:pt x="955" y="5871"/>
                    <a:pt x="1370" y="5456"/>
                    <a:pt x="1905" y="5456"/>
                  </a:cubicBezTo>
                  <a:cubicBezTo>
                    <a:pt x="1917" y="5456"/>
                    <a:pt x="1929" y="5456"/>
                    <a:pt x="1941" y="5457"/>
                  </a:cubicBezTo>
                  <a:cubicBezTo>
                    <a:pt x="2671" y="5457"/>
                    <a:pt x="3147" y="5111"/>
                    <a:pt x="3401" y="4410"/>
                  </a:cubicBezTo>
                  <a:cubicBezTo>
                    <a:pt x="3584" y="3896"/>
                    <a:pt x="3805" y="3588"/>
                    <a:pt x="3959" y="3415"/>
                  </a:cubicBezTo>
                  <a:lnTo>
                    <a:pt x="4055" y="3506"/>
                  </a:lnTo>
                  <a:cubicBezTo>
                    <a:pt x="3646" y="3963"/>
                    <a:pt x="3565" y="4458"/>
                    <a:pt x="3368" y="4813"/>
                  </a:cubicBezTo>
                  <a:cubicBezTo>
                    <a:pt x="3276" y="4977"/>
                    <a:pt x="3414" y="5123"/>
                    <a:pt x="3554" y="5123"/>
                  </a:cubicBezTo>
                  <a:cubicBezTo>
                    <a:pt x="3620" y="5123"/>
                    <a:pt x="3685" y="5091"/>
                    <a:pt x="3728" y="5015"/>
                  </a:cubicBezTo>
                  <a:cubicBezTo>
                    <a:pt x="3949" y="4621"/>
                    <a:pt x="4035" y="4107"/>
                    <a:pt x="4410" y="3737"/>
                  </a:cubicBezTo>
                  <a:cubicBezTo>
                    <a:pt x="4425" y="3742"/>
                    <a:pt x="4439" y="3756"/>
                    <a:pt x="4453" y="3756"/>
                  </a:cubicBezTo>
                  <a:cubicBezTo>
                    <a:pt x="4674" y="3756"/>
                    <a:pt x="4751" y="3579"/>
                    <a:pt x="4967" y="3386"/>
                  </a:cubicBezTo>
                  <a:cubicBezTo>
                    <a:pt x="5142" y="3452"/>
                    <a:pt x="5312" y="3482"/>
                    <a:pt x="5477" y="3482"/>
                  </a:cubicBezTo>
                  <a:cubicBezTo>
                    <a:pt x="6954" y="3482"/>
                    <a:pt x="7964" y="1070"/>
                    <a:pt x="7177" y="283"/>
                  </a:cubicBezTo>
                  <a:cubicBezTo>
                    <a:pt x="6978" y="84"/>
                    <a:pt x="6702" y="1"/>
                    <a:pt x="6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80"/>
          <p:cNvGrpSpPr/>
          <p:nvPr/>
        </p:nvGrpSpPr>
        <p:grpSpPr>
          <a:xfrm>
            <a:off x="5738169" y="1559830"/>
            <a:ext cx="389035" cy="281147"/>
            <a:chOff x="5738169" y="1559830"/>
            <a:chExt cx="389035" cy="281147"/>
          </a:xfrm>
        </p:grpSpPr>
        <p:sp>
          <p:nvSpPr>
            <p:cNvPr id="9270" name="Google Shape;9270;p80"/>
            <p:cNvSpPr/>
            <p:nvPr/>
          </p:nvSpPr>
          <p:spPr>
            <a:xfrm>
              <a:off x="5753772" y="1565249"/>
              <a:ext cx="128936" cy="220540"/>
            </a:xfrm>
            <a:custGeom>
              <a:rect b="b" l="l" r="r" t="t"/>
              <a:pathLst>
                <a:path extrusionOk="0" h="8424" w="4925">
                  <a:moveTo>
                    <a:pt x="2708" y="1"/>
                  </a:moveTo>
                  <a:cubicBezTo>
                    <a:pt x="2415" y="1"/>
                    <a:pt x="2118" y="67"/>
                    <a:pt x="1840" y="204"/>
                  </a:cubicBezTo>
                  <a:cubicBezTo>
                    <a:pt x="1840" y="209"/>
                    <a:pt x="1413" y="406"/>
                    <a:pt x="1187" y="733"/>
                  </a:cubicBezTo>
                  <a:cubicBezTo>
                    <a:pt x="1149" y="785"/>
                    <a:pt x="1110" y="829"/>
                    <a:pt x="1077" y="877"/>
                  </a:cubicBezTo>
                  <a:cubicBezTo>
                    <a:pt x="361" y="1953"/>
                    <a:pt x="1" y="3072"/>
                    <a:pt x="1" y="4215"/>
                  </a:cubicBezTo>
                  <a:cubicBezTo>
                    <a:pt x="1" y="5354"/>
                    <a:pt x="361" y="6478"/>
                    <a:pt x="1081" y="7549"/>
                  </a:cubicBezTo>
                  <a:cubicBezTo>
                    <a:pt x="1459" y="8116"/>
                    <a:pt x="2082" y="8424"/>
                    <a:pt x="2716" y="8424"/>
                  </a:cubicBezTo>
                  <a:cubicBezTo>
                    <a:pt x="3083" y="8424"/>
                    <a:pt x="3453" y="8321"/>
                    <a:pt x="3781" y="8107"/>
                  </a:cubicBezTo>
                  <a:cubicBezTo>
                    <a:pt x="4689" y="7511"/>
                    <a:pt x="4925" y="6267"/>
                    <a:pt x="4324" y="5354"/>
                  </a:cubicBezTo>
                  <a:lnTo>
                    <a:pt x="4310" y="5330"/>
                  </a:lnTo>
                  <a:cubicBezTo>
                    <a:pt x="4185" y="5128"/>
                    <a:pt x="4185" y="4878"/>
                    <a:pt x="4310" y="4681"/>
                  </a:cubicBezTo>
                  <a:cubicBezTo>
                    <a:pt x="4391" y="4542"/>
                    <a:pt x="4439" y="4379"/>
                    <a:pt x="4439" y="4215"/>
                  </a:cubicBezTo>
                  <a:cubicBezTo>
                    <a:pt x="4439" y="4047"/>
                    <a:pt x="4391" y="3884"/>
                    <a:pt x="4310" y="3740"/>
                  </a:cubicBezTo>
                  <a:cubicBezTo>
                    <a:pt x="4185" y="3543"/>
                    <a:pt x="4180" y="3298"/>
                    <a:pt x="4305" y="3096"/>
                  </a:cubicBezTo>
                  <a:lnTo>
                    <a:pt x="4339" y="3043"/>
                  </a:lnTo>
                  <a:cubicBezTo>
                    <a:pt x="4829" y="2308"/>
                    <a:pt x="4766" y="1333"/>
                    <a:pt x="4180" y="665"/>
                  </a:cubicBezTo>
                  <a:cubicBezTo>
                    <a:pt x="3798" y="233"/>
                    <a:pt x="3258" y="1"/>
                    <a:pt x="27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0"/>
            <p:cNvSpPr/>
            <p:nvPr/>
          </p:nvSpPr>
          <p:spPr>
            <a:xfrm>
              <a:off x="5753772" y="1565406"/>
              <a:ext cx="82284" cy="220383"/>
            </a:xfrm>
            <a:custGeom>
              <a:rect b="b" l="l" r="r" t="t"/>
              <a:pathLst>
                <a:path extrusionOk="0" h="8418" w="3143">
                  <a:moveTo>
                    <a:pt x="2709" y="0"/>
                  </a:moveTo>
                  <a:cubicBezTo>
                    <a:pt x="2412" y="0"/>
                    <a:pt x="2118" y="70"/>
                    <a:pt x="1845" y="203"/>
                  </a:cubicBezTo>
                  <a:lnTo>
                    <a:pt x="1187" y="727"/>
                  </a:lnTo>
                  <a:cubicBezTo>
                    <a:pt x="1149" y="775"/>
                    <a:pt x="1115" y="823"/>
                    <a:pt x="1077" y="871"/>
                  </a:cubicBezTo>
                  <a:cubicBezTo>
                    <a:pt x="366" y="1947"/>
                    <a:pt x="1" y="3066"/>
                    <a:pt x="1" y="4209"/>
                  </a:cubicBezTo>
                  <a:cubicBezTo>
                    <a:pt x="1" y="5348"/>
                    <a:pt x="361" y="6472"/>
                    <a:pt x="1081" y="7543"/>
                  </a:cubicBezTo>
                  <a:cubicBezTo>
                    <a:pt x="1451" y="8098"/>
                    <a:pt x="2066" y="8418"/>
                    <a:pt x="2711" y="8418"/>
                  </a:cubicBezTo>
                  <a:cubicBezTo>
                    <a:pt x="2854" y="8418"/>
                    <a:pt x="2999" y="8402"/>
                    <a:pt x="3142" y="8370"/>
                  </a:cubicBezTo>
                  <a:cubicBezTo>
                    <a:pt x="2643" y="8264"/>
                    <a:pt x="2210" y="7966"/>
                    <a:pt x="1932" y="7543"/>
                  </a:cubicBezTo>
                  <a:cubicBezTo>
                    <a:pt x="1216" y="6472"/>
                    <a:pt x="851" y="5348"/>
                    <a:pt x="851" y="4209"/>
                  </a:cubicBezTo>
                  <a:cubicBezTo>
                    <a:pt x="851" y="3066"/>
                    <a:pt x="1211" y="1947"/>
                    <a:pt x="1927" y="871"/>
                  </a:cubicBezTo>
                  <a:cubicBezTo>
                    <a:pt x="1961" y="823"/>
                    <a:pt x="1994" y="775"/>
                    <a:pt x="2033" y="727"/>
                  </a:cubicBezTo>
                  <a:lnTo>
                    <a:pt x="2696" y="203"/>
                  </a:lnTo>
                  <a:cubicBezTo>
                    <a:pt x="2835" y="136"/>
                    <a:pt x="2984" y="83"/>
                    <a:pt x="3138" y="49"/>
                  </a:cubicBezTo>
                  <a:cubicBezTo>
                    <a:pt x="2996" y="16"/>
                    <a:pt x="2852" y="0"/>
                    <a:pt x="270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0"/>
            <p:cNvSpPr/>
            <p:nvPr/>
          </p:nvSpPr>
          <p:spPr>
            <a:xfrm>
              <a:off x="5982559" y="1565249"/>
              <a:ext cx="128936" cy="220540"/>
            </a:xfrm>
            <a:custGeom>
              <a:rect b="b" l="l" r="r" t="t"/>
              <a:pathLst>
                <a:path extrusionOk="0" h="8424" w="4925">
                  <a:moveTo>
                    <a:pt x="2214" y="1"/>
                  </a:moveTo>
                  <a:cubicBezTo>
                    <a:pt x="1664" y="1"/>
                    <a:pt x="1122" y="233"/>
                    <a:pt x="740" y="665"/>
                  </a:cubicBezTo>
                  <a:cubicBezTo>
                    <a:pt x="159" y="1333"/>
                    <a:pt x="91" y="2308"/>
                    <a:pt x="581" y="3043"/>
                  </a:cubicBezTo>
                  <a:lnTo>
                    <a:pt x="620" y="3096"/>
                  </a:lnTo>
                  <a:cubicBezTo>
                    <a:pt x="740" y="3293"/>
                    <a:pt x="740" y="3548"/>
                    <a:pt x="615" y="3740"/>
                  </a:cubicBezTo>
                  <a:cubicBezTo>
                    <a:pt x="529" y="3884"/>
                    <a:pt x="480" y="4047"/>
                    <a:pt x="480" y="4215"/>
                  </a:cubicBezTo>
                  <a:cubicBezTo>
                    <a:pt x="480" y="4379"/>
                    <a:pt x="529" y="4542"/>
                    <a:pt x="615" y="4681"/>
                  </a:cubicBezTo>
                  <a:cubicBezTo>
                    <a:pt x="740" y="4878"/>
                    <a:pt x="740" y="5133"/>
                    <a:pt x="615" y="5330"/>
                  </a:cubicBezTo>
                  <a:lnTo>
                    <a:pt x="596" y="5354"/>
                  </a:lnTo>
                  <a:cubicBezTo>
                    <a:pt x="0" y="6267"/>
                    <a:pt x="231" y="7511"/>
                    <a:pt x="1139" y="8107"/>
                  </a:cubicBezTo>
                  <a:cubicBezTo>
                    <a:pt x="1469" y="8321"/>
                    <a:pt x="1840" y="8424"/>
                    <a:pt x="2207" y="8424"/>
                  </a:cubicBezTo>
                  <a:cubicBezTo>
                    <a:pt x="2843" y="8424"/>
                    <a:pt x="3466" y="8116"/>
                    <a:pt x="3843" y="7549"/>
                  </a:cubicBezTo>
                  <a:cubicBezTo>
                    <a:pt x="4564" y="6478"/>
                    <a:pt x="4924" y="5354"/>
                    <a:pt x="4924" y="4215"/>
                  </a:cubicBezTo>
                  <a:cubicBezTo>
                    <a:pt x="4924" y="3072"/>
                    <a:pt x="4564" y="1953"/>
                    <a:pt x="3848" y="877"/>
                  </a:cubicBezTo>
                  <a:cubicBezTo>
                    <a:pt x="3815" y="829"/>
                    <a:pt x="3776" y="785"/>
                    <a:pt x="3742" y="733"/>
                  </a:cubicBezTo>
                  <a:cubicBezTo>
                    <a:pt x="3555" y="464"/>
                    <a:pt x="3084" y="209"/>
                    <a:pt x="3079" y="204"/>
                  </a:cubicBezTo>
                  <a:cubicBezTo>
                    <a:pt x="2804" y="67"/>
                    <a:pt x="2507" y="1"/>
                    <a:pt x="221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0"/>
            <p:cNvSpPr/>
            <p:nvPr/>
          </p:nvSpPr>
          <p:spPr>
            <a:xfrm>
              <a:off x="6027694" y="1565354"/>
              <a:ext cx="83933" cy="220436"/>
            </a:xfrm>
            <a:custGeom>
              <a:rect b="b" l="l" r="r" t="t"/>
              <a:pathLst>
                <a:path extrusionOk="0" h="8420" w="3206">
                  <a:moveTo>
                    <a:pt x="482" y="1"/>
                  </a:moveTo>
                  <a:cubicBezTo>
                    <a:pt x="321" y="1"/>
                    <a:pt x="160" y="21"/>
                    <a:pt x="1" y="61"/>
                  </a:cubicBezTo>
                  <a:cubicBezTo>
                    <a:pt x="135" y="94"/>
                    <a:pt x="260" y="142"/>
                    <a:pt x="380" y="205"/>
                  </a:cubicBezTo>
                  <a:lnTo>
                    <a:pt x="1043" y="729"/>
                  </a:lnTo>
                  <a:cubicBezTo>
                    <a:pt x="1082" y="777"/>
                    <a:pt x="1115" y="825"/>
                    <a:pt x="1149" y="873"/>
                  </a:cubicBezTo>
                  <a:cubicBezTo>
                    <a:pt x="1865" y="1949"/>
                    <a:pt x="2225" y="3068"/>
                    <a:pt x="2225" y="4211"/>
                  </a:cubicBezTo>
                  <a:cubicBezTo>
                    <a:pt x="2225" y="5350"/>
                    <a:pt x="1865" y="6474"/>
                    <a:pt x="1144" y="7545"/>
                  </a:cubicBezTo>
                  <a:cubicBezTo>
                    <a:pt x="875" y="7949"/>
                    <a:pt x="472" y="8237"/>
                    <a:pt x="6" y="8357"/>
                  </a:cubicBezTo>
                  <a:cubicBezTo>
                    <a:pt x="164" y="8401"/>
                    <a:pt x="327" y="8420"/>
                    <a:pt x="491" y="8420"/>
                  </a:cubicBezTo>
                  <a:cubicBezTo>
                    <a:pt x="1149" y="8420"/>
                    <a:pt x="1759" y="8093"/>
                    <a:pt x="2124" y="7545"/>
                  </a:cubicBezTo>
                  <a:cubicBezTo>
                    <a:pt x="2840" y="6474"/>
                    <a:pt x="3205" y="5350"/>
                    <a:pt x="3205" y="4211"/>
                  </a:cubicBezTo>
                  <a:cubicBezTo>
                    <a:pt x="3205" y="3068"/>
                    <a:pt x="2840" y="1949"/>
                    <a:pt x="2124" y="873"/>
                  </a:cubicBezTo>
                  <a:cubicBezTo>
                    <a:pt x="2091" y="825"/>
                    <a:pt x="2052" y="777"/>
                    <a:pt x="2014" y="729"/>
                  </a:cubicBezTo>
                  <a:lnTo>
                    <a:pt x="1355" y="205"/>
                  </a:lnTo>
                  <a:cubicBezTo>
                    <a:pt x="1083" y="70"/>
                    <a:pt x="784" y="1"/>
                    <a:pt x="48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0"/>
            <p:cNvSpPr/>
            <p:nvPr/>
          </p:nvSpPr>
          <p:spPr>
            <a:xfrm>
              <a:off x="5738169" y="1559908"/>
              <a:ext cx="187056" cy="280938"/>
            </a:xfrm>
            <a:custGeom>
              <a:rect b="b" l="l" r="r" t="t"/>
              <a:pathLst>
                <a:path extrusionOk="0" h="10731" w="7145">
                  <a:moveTo>
                    <a:pt x="3318" y="1"/>
                  </a:moveTo>
                  <a:cubicBezTo>
                    <a:pt x="3003" y="1"/>
                    <a:pt x="2676" y="72"/>
                    <a:pt x="2355" y="230"/>
                  </a:cubicBezTo>
                  <a:cubicBezTo>
                    <a:pt x="2164" y="345"/>
                    <a:pt x="2265" y="621"/>
                    <a:pt x="2457" y="621"/>
                  </a:cubicBezTo>
                  <a:cubicBezTo>
                    <a:pt x="2482" y="621"/>
                    <a:pt x="2509" y="616"/>
                    <a:pt x="2537" y="605"/>
                  </a:cubicBezTo>
                  <a:cubicBezTo>
                    <a:pt x="2794" y="479"/>
                    <a:pt x="3056" y="422"/>
                    <a:pt x="3310" y="422"/>
                  </a:cubicBezTo>
                  <a:cubicBezTo>
                    <a:pt x="4570" y="422"/>
                    <a:pt x="5624" y="1824"/>
                    <a:pt x="4733" y="3199"/>
                  </a:cubicBezTo>
                  <a:cubicBezTo>
                    <a:pt x="4569" y="3463"/>
                    <a:pt x="4569" y="3800"/>
                    <a:pt x="4733" y="4059"/>
                  </a:cubicBezTo>
                  <a:cubicBezTo>
                    <a:pt x="4867" y="4285"/>
                    <a:pt x="4867" y="4559"/>
                    <a:pt x="4733" y="4785"/>
                  </a:cubicBezTo>
                  <a:cubicBezTo>
                    <a:pt x="4560" y="5058"/>
                    <a:pt x="4569" y="5409"/>
                    <a:pt x="4752" y="5678"/>
                  </a:cubicBezTo>
                  <a:cubicBezTo>
                    <a:pt x="5016" y="6082"/>
                    <a:pt x="5108" y="6572"/>
                    <a:pt x="5011" y="7042"/>
                  </a:cubicBezTo>
                  <a:cubicBezTo>
                    <a:pt x="4826" y="7931"/>
                    <a:pt x="4067" y="8425"/>
                    <a:pt x="3299" y="8425"/>
                  </a:cubicBezTo>
                  <a:cubicBezTo>
                    <a:pt x="2756" y="8425"/>
                    <a:pt x="2208" y="8177"/>
                    <a:pt x="1855" y="7648"/>
                  </a:cubicBezTo>
                  <a:cubicBezTo>
                    <a:pt x="481" y="5587"/>
                    <a:pt x="443" y="3324"/>
                    <a:pt x="1855" y="1201"/>
                  </a:cubicBezTo>
                  <a:cubicBezTo>
                    <a:pt x="1964" y="1038"/>
                    <a:pt x="1823" y="875"/>
                    <a:pt x="1676" y="875"/>
                  </a:cubicBezTo>
                  <a:cubicBezTo>
                    <a:pt x="1616" y="875"/>
                    <a:pt x="1554" y="903"/>
                    <a:pt x="1509" y="970"/>
                  </a:cubicBezTo>
                  <a:cubicBezTo>
                    <a:pt x="49" y="3161"/>
                    <a:pt x="1" y="5611"/>
                    <a:pt x="1509" y="7869"/>
                  </a:cubicBezTo>
                  <a:cubicBezTo>
                    <a:pt x="1947" y="8524"/>
                    <a:pt x="2626" y="8830"/>
                    <a:pt x="3299" y="8830"/>
                  </a:cubicBezTo>
                  <a:cubicBezTo>
                    <a:pt x="4250" y="8830"/>
                    <a:pt x="5189" y="8219"/>
                    <a:pt x="5420" y="7119"/>
                  </a:cubicBezTo>
                  <a:cubicBezTo>
                    <a:pt x="5535" y="6562"/>
                    <a:pt x="5439" y="5976"/>
                    <a:pt x="5083" y="5419"/>
                  </a:cubicBezTo>
                  <a:cubicBezTo>
                    <a:pt x="5002" y="5289"/>
                    <a:pt x="5002" y="5126"/>
                    <a:pt x="5088" y="4996"/>
                  </a:cubicBezTo>
                  <a:cubicBezTo>
                    <a:pt x="5141" y="4909"/>
                    <a:pt x="5180" y="4813"/>
                    <a:pt x="5208" y="4713"/>
                  </a:cubicBezTo>
                  <a:lnTo>
                    <a:pt x="5463" y="4713"/>
                  </a:lnTo>
                  <a:cubicBezTo>
                    <a:pt x="6164" y="4713"/>
                    <a:pt x="6731" y="5284"/>
                    <a:pt x="6736" y="5986"/>
                  </a:cubicBezTo>
                  <a:lnTo>
                    <a:pt x="6736" y="10525"/>
                  </a:lnTo>
                  <a:cubicBezTo>
                    <a:pt x="6736" y="10662"/>
                    <a:pt x="6838" y="10731"/>
                    <a:pt x="6940" y="10731"/>
                  </a:cubicBezTo>
                  <a:cubicBezTo>
                    <a:pt x="7042" y="10731"/>
                    <a:pt x="7144" y="10662"/>
                    <a:pt x="7144" y="10525"/>
                  </a:cubicBezTo>
                  <a:lnTo>
                    <a:pt x="7144" y="5990"/>
                  </a:lnTo>
                  <a:cubicBezTo>
                    <a:pt x="7135" y="5178"/>
                    <a:pt x="6558" y="4492"/>
                    <a:pt x="5766" y="4338"/>
                  </a:cubicBezTo>
                  <a:cubicBezTo>
                    <a:pt x="6275" y="4170"/>
                    <a:pt x="6650" y="3632"/>
                    <a:pt x="6650" y="2993"/>
                  </a:cubicBezTo>
                  <a:lnTo>
                    <a:pt x="6650" y="2724"/>
                  </a:lnTo>
                  <a:cubicBezTo>
                    <a:pt x="6650" y="2587"/>
                    <a:pt x="6546" y="2518"/>
                    <a:pt x="6443" y="2518"/>
                  </a:cubicBezTo>
                  <a:cubicBezTo>
                    <a:pt x="6340" y="2518"/>
                    <a:pt x="6236" y="2587"/>
                    <a:pt x="6236" y="2724"/>
                  </a:cubicBezTo>
                  <a:lnTo>
                    <a:pt x="6236" y="2993"/>
                  </a:lnTo>
                  <a:cubicBezTo>
                    <a:pt x="6236" y="3540"/>
                    <a:pt x="5876" y="3987"/>
                    <a:pt x="5434" y="3987"/>
                  </a:cubicBezTo>
                  <a:lnTo>
                    <a:pt x="5146" y="3987"/>
                  </a:lnTo>
                  <a:cubicBezTo>
                    <a:pt x="5132" y="3939"/>
                    <a:pt x="5108" y="3891"/>
                    <a:pt x="5088" y="3843"/>
                  </a:cubicBezTo>
                  <a:cubicBezTo>
                    <a:pt x="5002" y="3713"/>
                    <a:pt x="5002" y="3550"/>
                    <a:pt x="5083" y="3420"/>
                  </a:cubicBezTo>
                  <a:cubicBezTo>
                    <a:pt x="6155" y="1754"/>
                    <a:pt x="4878" y="1"/>
                    <a:pt x="33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0"/>
            <p:cNvSpPr/>
            <p:nvPr/>
          </p:nvSpPr>
          <p:spPr>
            <a:xfrm>
              <a:off x="5940278" y="1559830"/>
              <a:ext cx="186925" cy="281147"/>
            </a:xfrm>
            <a:custGeom>
              <a:rect b="b" l="l" r="r" t="t"/>
              <a:pathLst>
                <a:path extrusionOk="0" h="10739" w="7140">
                  <a:moveTo>
                    <a:pt x="3831" y="1"/>
                  </a:moveTo>
                  <a:cubicBezTo>
                    <a:pt x="2269" y="1"/>
                    <a:pt x="990" y="1755"/>
                    <a:pt x="2062" y="3423"/>
                  </a:cubicBezTo>
                  <a:cubicBezTo>
                    <a:pt x="2139" y="3548"/>
                    <a:pt x="2139" y="3711"/>
                    <a:pt x="2057" y="3841"/>
                  </a:cubicBezTo>
                  <a:cubicBezTo>
                    <a:pt x="2033" y="3889"/>
                    <a:pt x="2014" y="3937"/>
                    <a:pt x="1999" y="3990"/>
                  </a:cubicBezTo>
                  <a:lnTo>
                    <a:pt x="1711" y="3990"/>
                  </a:lnTo>
                  <a:cubicBezTo>
                    <a:pt x="1269" y="3990"/>
                    <a:pt x="909" y="3543"/>
                    <a:pt x="909" y="2991"/>
                  </a:cubicBezTo>
                  <a:lnTo>
                    <a:pt x="909" y="2727"/>
                  </a:lnTo>
                  <a:cubicBezTo>
                    <a:pt x="906" y="2590"/>
                    <a:pt x="803" y="2521"/>
                    <a:pt x="701" y="2521"/>
                  </a:cubicBezTo>
                  <a:cubicBezTo>
                    <a:pt x="598" y="2521"/>
                    <a:pt x="496" y="2590"/>
                    <a:pt x="496" y="2727"/>
                  </a:cubicBezTo>
                  <a:lnTo>
                    <a:pt x="496" y="2996"/>
                  </a:lnTo>
                  <a:cubicBezTo>
                    <a:pt x="496" y="3635"/>
                    <a:pt x="870" y="4173"/>
                    <a:pt x="1380" y="4341"/>
                  </a:cubicBezTo>
                  <a:cubicBezTo>
                    <a:pt x="582" y="4490"/>
                    <a:pt x="6" y="5186"/>
                    <a:pt x="1" y="5993"/>
                  </a:cubicBezTo>
                  <a:lnTo>
                    <a:pt x="1" y="10533"/>
                  </a:lnTo>
                  <a:cubicBezTo>
                    <a:pt x="1" y="10670"/>
                    <a:pt x="104" y="10739"/>
                    <a:pt x="207" y="10739"/>
                  </a:cubicBezTo>
                  <a:cubicBezTo>
                    <a:pt x="311" y="10739"/>
                    <a:pt x="414" y="10670"/>
                    <a:pt x="414" y="10533"/>
                  </a:cubicBezTo>
                  <a:lnTo>
                    <a:pt x="414" y="5993"/>
                  </a:lnTo>
                  <a:cubicBezTo>
                    <a:pt x="414" y="5292"/>
                    <a:pt x="981" y="4720"/>
                    <a:pt x="1682" y="4720"/>
                  </a:cubicBezTo>
                  <a:lnTo>
                    <a:pt x="1942" y="4720"/>
                  </a:lnTo>
                  <a:cubicBezTo>
                    <a:pt x="1966" y="4821"/>
                    <a:pt x="2009" y="4912"/>
                    <a:pt x="2062" y="5004"/>
                  </a:cubicBezTo>
                  <a:cubicBezTo>
                    <a:pt x="2148" y="5143"/>
                    <a:pt x="2144" y="5321"/>
                    <a:pt x="2047" y="5451"/>
                  </a:cubicBezTo>
                  <a:cubicBezTo>
                    <a:pt x="1111" y="6877"/>
                    <a:pt x="2071" y="8837"/>
                    <a:pt x="3835" y="8837"/>
                  </a:cubicBezTo>
                  <a:cubicBezTo>
                    <a:pt x="3839" y="8837"/>
                    <a:pt x="3844" y="8837"/>
                    <a:pt x="3849" y="8837"/>
                  </a:cubicBezTo>
                  <a:cubicBezTo>
                    <a:pt x="4564" y="8837"/>
                    <a:pt x="5235" y="8478"/>
                    <a:pt x="5636" y="7877"/>
                  </a:cubicBezTo>
                  <a:cubicBezTo>
                    <a:pt x="7097" y="5681"/>
                    <a:pt x="7140" y="3241"/>
                    <a:pt x="5636" y="973"/>
                  </a:cubicBezTo>
                  <a:cubicBezTo>
                    <a:pt x="5594" y="916"/>
                    <a:pt x="5529" y="883"/>
                    <a:pt x="5463" y="883"/>
                  </a:cubicBezTo>
                  <a:cubicBezTo>
                    <a:pt x="5424" y="883"/>
                    <a:pt x="5384" y="895"/>
                    <a:pt x="5348" y="920"/>
                  </a:cubicBezTo>
                  <a:cubicBezTo>
                    <a:pt x="5252" y="983"/>
                    <a:pt x="5228" y="1112"/>
                    <a:pt x="5290" y="1204"/>
                  </a:cubicBezTo>
                  <a:cubicBezTo>
                    <a:pt x="6669" y="3269"/>
                    <a:pt x="6698" y="5537"/>
                    <a:pt x="5290" y="7651"/>
                  </a:cubicBezTo>
                  <a:cubicBezTo>
                    <a:pt x="4968" y="8136"/>
                    <a:pt x="4416" y="8429"/>
                    <a:pt x="3830" y="8429"/>
                  </a:cubicBezTo>
                  <a:cubicBezTo>
                    <a:pt x="2461" y="8429"/>
                    <a:pt x="1596" y="6916"/>
                    <a:pt x="2408" y="5652"/>
                  </a:cubicBezTo>
                  <a:cubicBezTo>
                    <a:pt x="2576" y="5388"/>
                    <a:pt x="2576" y="5052"/>
                    <a:pt x="2413" y="4788"/>
                  </a:cubicBezTo>
                  <a:cubicBezTo>
                    <a:pt x="2278" y="4567"/>
                    <a:pt x="2278" y="4288"/>
                    <a:pt x="2413" y="4062"/>
                  </a:cubicBezTo>
                  <a:cubicBezTo>
                    <a:pt x="2576" y="3798"/>
                    <a:pt x="2576" y="3462"/>
                    <a:pt x="2413" y="3202"/>
                  </a:cubicBezTo>
                  <a:cubicBezTo>
                    <a:pt x="1529" y="1832"/>
                    <a:pt x="2568" y="418"/>
                    <a:pt x="3829" y="418"/>
                  </a:cubicBezTo>
                  <a:cubicBezTo>
                    <a:pt x="4084" y="418"/>
                    <a:pt x="4349" y="476"/>
                    <a:pt x="4608" y="603"/>
                  </a:cubicBezTo>
                  <a:cubicBezTo>
                    <a:pt x="4636" y="614"/>
                    <a:pt x="4663" y="619"/>
                    <a:pt x="4688" y="619"/>
                  </a:cubicBezTo>
                  <a:cubicBezTo>
                    <a:pt x="4880" y="619"/>
                    <a:pt x="4981" y="343"/>
                    <a:pt x="4791" y="229"/>
                  </a:cubicBezTo>
                  <a:cubicBezTo>
                    <a:pt x="4470" y="72"/>
                    <a:pt x="4145" y="1"/>
                    <a:pt x="3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80"/>
          <p:cNvGrpSpPr/>
          <p:nvPr/>
        </p:nvGrpSpPr>
        <p:grpSpPr>
          <a:xfrm>
            <a:off x="6192470" y="3360516"/>
            <a:ext cx="368510" cy="367750"/>
            <a:chOff x="6192470" y="3360516"/>
            <a:chExt cx="368510" cy="367750"/>
          </a:xfrm>
        </p:grpSpPr>
        <p:sp>
          <p:nvSpPr>
            <p:cNvPr id="9277" name="Google Shape;9277;p80"/>
            <p:cNvSpPr/>
            <p:nvPr/>
          </p:nvSpPr>
          <p:spPr>
            <a:xfrm>
              <a:off x="6200141" y="3365543"/>
              <a:ext cx="353561" cy="357121"/>
            </a:xfrm>
            <a:custGeom>
              <a:rect b="b" l="l" r="r" t="t"/>
              <a:pathLst>
                <a:path extrusionOk="0" h="13641" w="13505">
                  <a:moveTo>
                    <a:pt x="6074" y="1"/>
                  </a:moveTo>
                  <a:cubicBezTo>
                    <a:pt x="5973" y="1"/>
                    <a:pt x="5869" y="12"/>
                    <a:pt x="5765" y="35"/>
                  </a:cubicBezTo>
                  <a:cubicBezTo>
                    <a:pt x="5477" y="97"/>
                    <a:pt x="5212" y="256"/>
                    <a:pt x="5025" y="477"/>
                  </a:cubicBezTo>
                  <a:cubicBezTo>
                    <a:pt x="4850" y="355"/>
                    <a:pt x="4625" y="288"/>
                    <a:pt x="4383" y="288"/>
                  </a:cubicBezTo>
                  <a:cubicBezTo>
                    <a:pt x="4214" y="288"/>
                    <a:pt x="4037" y="321"/>
                    <a:pt x="3863" y="390"/>
                  </a:cubicBezTo>
                  <a:cubicBezTo>
                    <a:pt x="3598" y="496"/>
                    <a:pt x="3368" y="683"/>
                    <a:pt x="3214" y="928"/>
                  </a:cubicBezTo>
                  <a:cubicBezTo>
                    <a:pt x="3137" y="906"/>
                    <a:pt x="3055" y="895"/>
                    <a:pt x="2971" y="895"/>
                  </a:cubicBezTo>
                  <a:cubicBezTo>
                    <a:pt x="2639" y="895"/>
                    <a:pt x="2274" y="1067"/>
                    <a:pt x="2013" y="1389"/>
                  </a:cubicBezTo>
                  <a:cubicBezTo>
                    <a:pt x="1845" y="1596"/>
                    <a:pt x="1739" y="1846"/>
                    <a:pt x="1715" y="2110"/>
                  </a:cubicBezTo>
                  <a:cubicBezTo>
                    <a:pt x="1268" y="2129"/>
                    <a:pt x="850" y="2523"/>
                    <a:pt x="730" y="3080"/>
                  </a:cubicBezTo>
                  <a:cubicBezTo>
                    <a:pt x="673" y="3335"/>
                    <a:pt x="687" y="3604"/>
                    <a:pt x="778" y="3844"/>
                  </a:cubicBezTo>
                  <a:cubicBezTo>
                    <a:pt x="269" y="3988"/>
                    <a:pt x="0" y="4613"/>
                    <a:pt x="173" y="5237"/>
                  </a:cubicBezTo>
                  <a:cubicBezTo>
                    <a:pt x="235" y="5463"/>
                    <a:pt x="351" y="5665"/>
                    <a:pt x="514" y="5833"/>
                  </a:cubicBezTo>
                  <a:cubicBezTo>
                    <a:pt x="461" y="6059"/>
                    <a:pt x="466" y="6294"/>
                    <a:pt x="529" y="6515"/>
                  </a:cubicBezTo>
                  <a:cubicBezTo>
                    <a:pt x="682" y="7057"/>
                    <a:pt x="1116" y="7424"/>
                    <a:pt x="1555" y="7424"/>
                  </a:cubicBezTo>
                  <a:cubicBezTo>
                    <a:pt x="1626" y="7424"/>
                    <a:pt x="1698" y="7415"/>
                    <a:pt x="1768" y="7394"/>
                  </a:cubicBezTo>
                  <a:cubicBezTo>
                    <a:pt x="1821" y="7380"/>
                    <a:pt x="1874" y="7361"/>
                    <a:pt x="1927" y="7337"/>
                  </a:cubicBezTo>
                  <a:cubicBezTo>
                    <a:pt x="2024" y="7600"/>
                    <a:pt x="2432" y="7811"/>
                    <a:pt x="2803" y="7811"/>
                  </a:cubicBezTo>
                  <a:cubicBezTo>
                    <a:pt x="2905" y="7811"/>
                    <a:pt x="3005" y="7795"/>
                    <a:pt x="3094" y="7760"/>
                  </a:cubicBezTo>
                  <a:cubicBezTo>
                    <a:pt x="3599" y="8916"/>
                    <a:pt x="4369" y="9502"/>
                    <a:pt x="5566" y="9502"/>
                  </a:cubicBezTo>
                  <a:cubicBezTo>
                    <a:pt x="5895" y="9502"/>
                    <a:pt x="6257" y="9458"/>
                    <a:pt x="6654" y="9369"/>
                  </a:cubicBezTo>
                  <a:cubicBezTo>
                    <a:pt x="6750" y="9878"/>
                    <a:pt x="7072" y="10498"/>
                    <a:pt x="7941" y="11002"/>
                  </a:cubicBezTo>
                  <a:cubicBezTo>
                    <a:pt x="9397" y="11838"/>
                    <a:pt x="10041" y="12487"/>
                    <a:pt x="10141" y="13145"/>
                  </a:cubicBezTo>
                  <a:cubicBezTo>
                    <a:pt x="10184" y="13434"/>
                    <a:pt x="10430" y="13641"/>
                    <a:pt x="10713" y="13641"/>
                  </a:cubicBezTo>
                  <a:cubicBezTo>
                    <a:pt x="10749" y="13641"/>
                    <a:pt x="10786" y="13637"/>
                    <a:pt x="10824" y="13630"/>
                  </a:cubicBezTo>
                  <a:cubicBezTo>
                    <a:pt x="11146" y="13572"/>
                    <a:pt x="11357" y="13255"/>
                    <a:pt x="11285" y="12933"/>
                  </a:cubicBezTo>
                  <a:lnTo>
                    <a:pt x="10718" y="10330"/>
                  </a:lnTo>
                  <a:lnTo>
                    <a:pt x="10622" y="8658"/>
                  </a:lnTo>
                  <a:lnTo>
                    <a:pt x="11563" y="8298"/>
                  </a:lnTo>
                  <a:cubicBezTo>
                    <a:pt x="11669" y="8346"/>
                    <a:pt x="11781" y="8369"/>
                    <a:pt x="11895" y="8369"/>
                  </a:cubicBezTo>
                  <a:cubicBezTo>
                    <a:pt x="12296" y="8369"/>
                    <a:pt x="12713" y="8080"/>
                    <a:pt x="12923" y="7615"/>
                  </a:cubicBezTo>
                  <a:cubicBezTo>
                    <a:pt x="13058" y="7318"/>
                    <a:pt x="13082" y="6981"/>
                    <a:pt x="12981" y="6664"/>
                  </a:cubicBezTo>
                  <a:cubicBezTo>
                    <a:pt x="13192" y="6472"/>
                    <a:pt x="13336" y="6217"/>
                    <a:pt x="13394" y="5939"/>
                  </a:cubicBezTo>
                  <a:cubicBezTo>
                    <a:pt x="13504" y="5415"/>
                    <a:pt x="13317" y="4916"/>
                    <a:pt x="12961" y="4690"/>
                  </a:cubicBezTo>
                  <a:cubicBezTo>
                    <a:pt x="13048" y="4363"/>
                    <a:pt x="12976" y="3960"/>
                    <a:pt x="12721" y="3623"/>
                  </a:cubicBezTo>
                  <a:cubicBezTo>
                    <a:pt x="12543" y="3378"/>
                    <a:pt x="12284" y="3201"/>
                    <a:pt x="11986" y="3119"/>
                  </a:cubicBezTo>
                  <a:cubicBezTo>
                    <a:pt x="12068" y="2835"/>
                    <a:pt x="12001" y="2504"/>
                    <a:pt x="11799" y="2221"/>
                  </a:cubicBezTo>
                  <a:cubicBezTo>
                    <a:pt x="11799" y="2221"/>
                    <a:pt x="11439" y="1793"/>
                    <a:pt x="11203" y="1740"/>
                  </a:cubicBezTo>
                  <a:cubicBezTo>
                    <a:pt x="11011" y="1694"/>
                    <a:pt x="10829" y="1630"/>
                    <a:pt x="10656" y="1630"/>
                  </a:cubicBezTo>
                  <a:cubicBezTo>
                    <a:pt x="10630" y="1630"/>
                    <a:pt x="10604" y="1631"/>
                    <a:pt x="10579" y="1634"/>
                  </a:cubicBezTo>
                  <a:cubicBezTo>
                    <a:pt x="10492" y="1308"/>
                    <a:pt x="10233" y="995"/>
                    <a:pt x="9853" y="827"/>
                  </a:cubicBezTo>
                  <a:cubicBezTo>
                    <a:pt x="9677" y="744"/>
                    <a:pt x="9485" y="702"/>
                    <a:pt x="9293" y="702"/>
                  </a:cubicBezTo>
                  <a:cubicBezTo>
                    <a:pt x="9186" y="702"/>
                    <a:pt x="9079" y="715"/>
                    <a:pt x="8974" y="741"/>
                  </a:cubicBezTo>
                  <a:cubicBezTo>
                    <a:pt x="8811" y="400"/>
                    <a:pt x="8412" y="150"/>
                    <a:pt x="7932" y="121"/>
                  </a:cubicBezTo>
                  <a:cubicBezTo>
                    <a:pt x="7901" y="119"/>
                    <a:pt x="7870" y="118"/>
                    <a:pt x="7840" y="118"/>
                  </a:cubicBezTo>
                  <a:cubicBezTo>
                    <a:pt x="7531" y="118"/>
                    <a:pt x="7231" y="228"/>
                    <a:pt x="6995" y="429"/>
                  </a:cubicBezTo>
                  <a:cubicBezTo>
                    <a:pt x="6808" y="162"/>
                    <a:pt x="6461" y="1"/>
                    <a:pt x="607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0"/>
            <p:cNvSpPr/>
            <p:nvPr/>
          </p:nvSpPr>
          <p:spPr>
            <a:xfrm>
              <a:off x="6247920" y="3365674"/>
              <a:ext cx="305782" cy="218498"/>
            </a:xfrm>
            <a:custGeom>
              <a:rect b="b" l="l" r="r" t="t"/>
              <a:pathLst>
                <a:path extrusionOk="0" h="8346" w="11680">
                  <a:moveTo>
                    <a:pt x="4251" y="1"/>
                  </a:moveTo>
                  <a:cubicBezTo>
                    <a:pt x="4150" y="1"/>
                    <a:pt x="4045" y="12"/>
                    <a:pt x="3940" y="34"/>
                  </a:cubicBezTo>
                  <a:cubicBezTo>
                    <a:pt x="3652" y="97"/>
                    <a:pt x="3392" y="251"/>
                    <a:pt x="3200" y="476"/>
                  </a:cubicBezTo>
                  <a:cubicBezTo>
                    <a:pt x="3028" y="355"/>
                    <a:pt x="2802" y="288"/>
                    <a:pt x="2560" y="288"/>
                  </a:cubicBezTo>
                  <a:cubicBezTo>
                    <a:pt x="2391" y="288"/>
                    <a:pt x="2214" y="321"/>
                    <a:pt x="2042" y="390"/>
                  </a:cubicBezTo>
                  <a:cubicBezTo>
                    <a:pt x="1773" y="496"/>
                    <a:pt x="1548" y="683"/>
                    <a:pt x="1394" y="928"/>
                  </a:cubicBezTo>
                  <a:cubicBezTo>
                    <a:pt x="1314" y="904"/>
                    <a:pt x="1231" y="893"/>
                    <a:pt x="1145" y="893"/>
                  </a:cubicBezTo>
                  <a:cubicBezTo>
                    <a:pt x="812" y="893"/>
                    <a:pt x="449" y="1068"/>
                    <a:pt x="193" y="1389"/>
                  </a:cubicBezTo>
                  <a:cubicBezTo>
                    <a:pt x="116" y="1480"/>
                    <a:pt x="53" y="1581"/>
                    <a:pt x="1" y="1687"/>
                  </a:cubicBezTo>
                  <a:cubicBezTo>
                    <a:pt x="63" y="1673"/>
                    <a:pt x="121" y="1658"/>
                    <a:pt x="178" y="1649"/>
                  </a:cubicBezTo>
                  <a:cubicBezTo>
                    <a:pt x="414" y="1620"/>
                    <a:pt x="635" y="1524"/>
                    <a:pt x="817" y="1370"/>
                  </a:cubicBezTo>
                  <a:cubicBezTo>
                    <a:pt x="933" y="1274"/>
                    <a:pt x="1058" y="1197"/>
                    <a:pt x="1197" y="1144"/>
                  </a:cubicBezTo>
                  <a:cubicBezTo>
                    <a:pt x="1358" y="1074"/>
                    <a:pt x="1531" y="1038"/>
                    <a:pt x="1707" y="1038"/>
                  </a:cubicBezTo>
                  <a:cubicBezTo>
                    <a:pt x="1782" y="1038"/>
                    <a:pt x="1857" y="1045"/>
                    <a:pt x="1932" y="1058"/>
                  </a:cubicBezTo>
                  <a:cubicBezTo>
                    <a:pt x="2003" y="1070"/>
                    <a:pt x="2075" y="1077"/>
                    <a:pt x="2146" y="1077"/>
                  </a:cubicBezTo>
                  <a:cubicBezTo>
                    <a:pt x="2344" y="1077"/>
                    <a:pt x="2538" y="1028"/>
                    <a:pt x="2715" y="933"/>
                  </a:cubicBezTo>
                  <a:cubicBezTo>
                    <a:pt x="2835" y="866"/>
                    <a:pt x="2965" y="818"/>
                    <a:pt x="3099" y="784"/>
                  </a:cubicBezTo>
                  <a:cubicBezTo>
                    <a:pt x="3198" y="761"/>
                    <a:pt x="3298" y="750"/>
                    <a:pt x="3398" y="750"/>
                  </a:cubicBezTo>
                  <a:cubicBezTo>
                    <a:pt x="3590" y="750"/>
                    <a:pt x="3782" y="791"/>
                    <a:pt x="3959" y="870"/>
                  </a:cubicBezTo>
                  <a:cubicBezTo>
                    <a:pt x="4111" y="941"/>
                    <a:pt x="4275" y="977"/>
                    <a:pt x="4440" y="977"/>
                  </a:cubicBezTo>
                  <a:cubicBezTo>
                    <a:pt x="4556" y="977"/>
                    <a:pt x="4672" y="959"/>
                    <a:pt x="4785" y="923"/>
                  </a:cubicBezTo>
                  <a:cubicBezTo>
                    <a:pt x="4913" y="887"/>
                    <a:pt x="5048" y="868"/>
                    <a:pt x="5183" y="868"/>
                  </a:cubicBezTo>
                  <a:cubicBezTo>
                    <a:pt x="5211" y="868"/>
                    <a:pt x="5238" y="869"/>
                    <a:pt x="5266" y="870"/>
                  </a:cubicBezTo>
                  <a:cubicBezTo>
                    <a:pt x="5559" y="885"/>
                    <a:pt x="5838" y="990"/>
                    <a:pt x="6063" y="1178"/>
                  </a:cubicBezTo>
                  <a:cubicBezTo>
                    <a:pt x="6251" y="1341"/>
                    <a:pt x="6486" y="1437"/>
                    <a:pt x="6736" y="1456"/>
                  </a:cubicBezTo>
                  <a:cubicBezTo>
                    <a:pt x="6894" y="1471"/>
                    <a:pt x="7043" y="1514"/>
                    <a:pt x="7188" y="1577"/>
                  </a:cubicBezTo>
                  <a:cubicBezTo>
                    <a:pt x="7399" y="1673"/>
                    <a:pt x="7586" y="1817"/>
                    <a:pt x="7726" y="2004"/>
                  </a:cubicBezTo>
                  <a:cubicBezTo>
                    <a:pt x="7889" y="2225"/>
                    <a:pt x="8124" y="2384"/>
                    <a:pt x="8389" y="2451"/>
                  </a:cubicBezTo>
                  <a:lnTo>
                    <a:pt x="8537" y="2489"/>
                  </a:lnTo>
                  <a:cubicBezTo>
                    <a:pt x="8773" y="2542"/>
                    <a:pt x="9128" y="2970"/>
                    <a:pt x="9128" y="2970"/>
                  </a:cubicBezTo>
                  <a:cubicBezTo>
                    <a:pt x="9224" y="3109"/>
                    <a:pt x="9292" y="3258"/>
                    <a:pt x="9330" y="3421"/>
                  </a:cubicBezTo>
                  <a:cubicBezTo>
                    <a:pt x="9388" y="3690"/>
                    <a:pt x="9541" y="3926"/>
                    <a:pt x="9762" y="4084"/>
                  </a:cubicBezTo>
                  <a:cubicBezTo>
                    <a:pt x="9873" y="4171"/>
                    <a:pt x="9969" y="4267"/>
                    <a:pt x="10056" y="4377"/>
                  </a:cubicBezTo>
                  <a:cubicBezTo>
                    <a:pt x="10209" y="4589"/>
                    <a:pt x="10305" y="4834"/>
                    <a:pt x="10325" y="5093"/>
                  </a:cubicBezTo>
                  <a:cubicBezTo>
                    <a:pt x="10344" y="5309"/>
                    <a:pt x="10421" y="5521"/>
                    <a:pt x="10546" y="5694"/>
                  </a:cubicBezTo>
                  <a:cubicBezTo>
                    <a:pt x="10738" y="5991"/>
                    <a:pt x="10800" y="6352"/>
                    <a:pt x="10718" y="6693"/>
                  </a:cubicBezTo>
                  <a:cubicBezTo>
                    <a:pt x="10680" y="6899"/>
                    <a:pt x="10589" y="7092"/>
                    <a:pt x="10459" y="7255"/>
                  </a:cubicBezTo>
                  <a:cubicBezTo>
                    <a:pt x="10377" y="7361"/>
                    <a:pt x="10339" y="7495"/>
                    <a:pt x="10358" y="7630"/>
                  </a:cubicBezTo>
                  <a:cubicBezTo>
                    <a:pt x="10387" y="7875"/>
                    <a:pt x="10353" y="8120"/>
                    <a:pt x="10252" y="8345"/>
                  </a:cubicBezTo>
                  <a:cubicBezTo>
                    <a:pt x="10589" y="8269"/>
                    <a:pt x="10911" y="8004"/>
                    <a:pt x="11088" y="7615"/>
                  </a:cubicBezTo>
                  <a:cubicBezTo>
                    <a:pt x="11228" y="7317"/>
                    <a:pt x="11252" y="6976"/>
                    <a:pt x="11151" y="6664"/>
                  </a:cubicBezTo>
                  <a:cubicBezTo>
                    <a:pt x="11362" y="6472"/>
                    <a:pt x="11506" y="6217"/>
                    <a:pt x="11564" y="5939"/>
                  </a:cubicBezTo>
                  <a:cubicBezTo>
                    <a:pt x="11679" y="5415"/>
                    <a:pt x="11497" y="4915"/>
                    <a:pt x="11141" y="4694"/>
                  </a:cubicBezTo>
                  <a:cubicBezTo>
                    <a:pt x="11233" y="4368"/>
                    <a:pt x="11151" y="3964"/>
                    <a:pt x="10901" y="3623"/>
                  </a:cubicBezTo>
                  <a:cubicBezTo>
                    <a:pt x="10718" y="3378"/>
                    <a:pt x="10459" y="3200"/>
                    <a:pt x="10161" y="3123"/>
                  </a:cubicBezTo>
                  <a:cubicBezTo>
                    <a:pt x="10248" y="2835"/>
                    <a:pt x="10176" y="2499"/>
                    <a:pt x="9974" y="2220"/>
                  </a:cubicBezTo>
                  <a:cubicBezTo>
                    <a:pt x="9974" y="2220"/>
                    <a:pt x="9618" y="1793"/>
                    <a:pt x="9383" y="1740"/>
                  </a:cubicBezTo>
                  <a:cubicBezTo>
                    <a:pt x="9186" y="1697"/>
                    <a:pt x="9000" y="1631"/>
                    <a:pt x="8819" y="1631"/>
                  </a:cubicBezTo>
                  <a:cubicBezTo>
                    <a:pt x="8797" y="1631"/>
                    <a:pt x="8775" y="1632"/>
                    <a:pt x="8754" y="1634"/>
                  </a:cubicBezTo>
                  <a:cubicBezTo>
                    <a:pt x="8672" y="1308"/>
                    <a:pt x="8413" y="995"/>
                    <a:pt x="8033" y="827"/>
                  </a:cubicBezTo>
                  <a:cubicBezTo>
                    <a:pt x="7857" y="744"/>
                    <a:pt x="7665" y="702"/>
                    <a:pt x="7473" y="702"/>
                  </a:cubicBezTo>
                  <a:cubicBezTo>
                    <a:pt x="7366" y="702"/>
                    <a:pt x="7259" y="715"/>
                    <a:pt x="7154" y="741"/>
                  </a:cubicBezTo>
                  <a:cubicBezTo>
                    <a:pt x="6986" y="400"/>
                    <a:pt x="6587" y="145"/>
                    <a:pt x="6111" y="121"/>
                  </a:cubicBezTo>
                  <a:cubicBezTo>
                    <a:pt x="6081" y="119"/>
                    <a:pt x="6050" y="118"/>
                    <a:pt x="6019" y="118"/>
                  </a:cubicBezTo>
                  <a:cubicBezTo>
                    <a:pt x="5710" y="118"/>
                    <a:pt x="5410" y="227"/>
                    <a:pt x="5170" y="428"/>
                  </a:cubicBezTo>
                  <a:cubicBezTo>
                    <a:pt x="4983" y="162"/>
                    <a:pt x="4639" y="1"/>
                    <a:pt x="4251"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0"/>
            <p:cNvSpPr/>
            <p:nvPr/>
          </p:nvSpPr>
          <p:spPr>
            <a:xfrm>
              <a:off x="6221007" y="3434108"/>
              <a:ext cx="3299" cy="6571"/>
            </a:xfrm>
            <a:custGeom>
              <a:rect b="b" l="l" r="r" t="t"/>
              <a:pathLst>
                <a:path extrusionOk="0" h="251" w="126">
                  <a:moveTo>
                    <a:pt x="125" y="0"/>
                  </a:moveTo>
                  <a:lnTo>
                    <a:pt x="125" y="0"/>
                  </a:lnTo>
                  <a:cubicBezTo>
                    <a:pt x="73" y="82"/>
                    <a:pt x="34" y="164"/>
                    <a:pt x="1" y="250"/>
                  </a:cubicBezTo>
                  <a:cubicBezTo>
                    <a:pt x="25" y="250"/>
                    <a:pt x="49" y="245"/>
                    <a:pt x="77" y="245"/>
                  </a:cubicBezTo>
                  <a:cubicBezTo>
                    <a:pt x="82" y="164"/>
                    <a:pt x="101" y="82"/>
                    <a:pt x="125"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0"/>
            <p:cNvSpPr/>
            <p:nvPr/>
          </p:nvSpPr>
          <p:spPr>
            <a:xfrm>
              <a:off x="6360363" y="3584905"/>
              <a:ext cx="137105" cy="137759"/>
            </a:xfrm>
            <a:custGeom>
              <a:rect b="b" l="l" r="r" t="t"/>
              <a:pathLst>
                <a:path extrusionOk="0" h="5262" w="5237">
                  <a:moveTo>
                    <a:pt x="587" y="0"/>
                  </a:moveTo>
                  <a:cubicBezTo>
                    <a:pt x="587" y="0"/>
                    <a:pt x="1" y="1576"/>
                    <a:pt x="1821" y="2623"/>
                  </a:cubicBezTo>
                  <a:cubicBezTo>
                    <a:pt x="3277" y="3459"/>
                    <a:pt x="3921" y="4108"/>
                    <a:pt x="4021" y="4766"/>
                  </a:cubicBezTo>
                  <a:cubicBezTo>
                    <a:pt x="4064" y="5055"/>
                    <a:pt x="4310" y="5262"/>
                    <a:pt x="4593" y="5262"/>
                  </a:cubicBezTo>
                  <a:cubicBezTo>
                    <a:pt x="4629" y="5262"/>
                    <a:pt x="4666" y="5258"/>
                    <a:pt x="4704" y="5251"/>
                  </a:cubicBezTo>
                  <a:cubicBezTo>
                    <a:pt x="5026" y="5193"/>
                    <a:pt x="5237" y="4876"/>
                    <a:pt x="5165" y="4554"/>
                  </a:cubicBezTo>
                  <a:lnTo>
                    <a:pt x="4598" y="1951"/>
                  </a:lnTo>
                  <a:lnTo>
                    <a:pt x="4084" y="658"/>
                  </a:lnTo>
                  <a:cubicBezTo>
                    <a:pt x="4084" y="658"/>
                    <a:pt x="3518" y="696"/>
                    <a:pt x="2889" y="696"/>
                  </a:cubicBezTo>
                  <a:cubicBezTo>
                    <a:pt x="2172" y="696"/>
                    <a:pt x="1373" y="647"/>
                    <a:pt x="1235" y="437"/>
                  </a:cubicBezTo>
                  <a:cubicBezTo>
                    <a:pt x="1091" y="207"/>
                    <a:pt x="856" y="48"/>
                    <a:pt x="58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0"/>
            <p:cNvSpPr/>
            <p:nvPr/>
          </p:nvSpPr>
          <p:spPr>
            <a:xfrm>
              <a:off x="6451810" y="3602001"/>
              <a:ext cx="46208" cy="120768"/>
            </a:xfrm>
            <a:custGeom>
              <a:rect b="b" l="l" r="r" t="t"/>
              <a:pathLst>
                <a:path extrusionOk="0" h="4613" w="1765">
                  <a:moveTo>
                    <a:pt x="596" y="1"/>
                  </a:moveTo>
                  <a:cubicBezTo>
                    <a:pt x="596" y="1"/>
                    <a:pt x="351" y="20"/>
                    <a:pt x="0" y="29"/>
                  </a:cubicBezTo>
                  <a:lnTo>
                    <a:pt x="495" y="1278"/>
                  </a:lnTo>
                  <a:lnTo>
                    <a:pt x="1062" y="3882"/>
                  </a:lnTo>
                  <a:cubicBezTo>
                    <a:pt x="1115" y="4127"/>
                    <a:pt x="1004" y="4382"/>
                    <a:pt x="783" y="4512"/>
                  </a:cubicBezTo>
                  <a:cubicBezTo>
                    <a:pt x="886" y="4581"/>
                    <a:pt x="997" y="4612"/>
                    <a:pt x="1105" y="4612"/>
                  </a:cubicBezTo>
                  <a:cubicBezTo>
                    <a:pt x="1451" y="4612"/>
                    <a:pt x="1764" y="4293"/>
                    <a:pt x="1677" y="3901"/>
                  </a:cubicBezTo>
                  <a:lnTo>
                    <a:pt x="1681" y="3901"/>
                  </a:lnTo>
                  <a:lnTo>
                    <a:pt x="1115" y="1298"/>
                  </a:lnTo>
                  <a:lnTo>
                    <a:pt x="596"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0"/>
            <p:cNvSpPr/>
            <p:nvPr/>
          </p:nvSpPr>
          <p:spPr>
            <a:xfrm>
              <a:off x="6412330" y="3579486"/>
              <a:ext cx="100714" cy="55737"/>
            </a:xfrm>
            <a:custGeom>
              <a:rect b="b" l="l" r="r" t="t"/>
              <a:pathLst>
                <a:path extrusionOk="0" h="2129" w="3847">
                  <a:moveTo>
                    <a:pt x="804" y="1"/>
                  </a:moveTo>
                  <a:cubicBezTo>
                    <a:pt x="337" y="1"/>
                    <a:pt x="0" y="440"/>
                    <a:pt x="115" y="894"/>
                  </a:cubicBezTo>
                  <a:lnTo>
                    <a:pt x="192" y="1288"/>
                  </a:lnTo>
                  <a:cubicBezTo>
                    <a:pt x="317" y="1783"/>
                    <a:pt x="763" y="2129"/>
                    <a:pt x="1273" y="2129"/>
                  </a:cubicBezTo>
                  <a:lnTo>
                    <a:pt x="2575" y="2129"/>
                  </a:lnTo>
                  <a:cubicBezTo>
                    <a:pt x="3084" y="2129"/>
                    <a:pt x="3531" y="1783"/>
                    <a:pt x="3655" y="1288"/>
                  </a:cubicBezTo>
                  <a:lnTo>
                    <a:pt x="3732" y="894"/>
                  </a:lnTo>
                  <a:cubicBezTo>
                    <a:pt x="3847" y="440"/>
                    <a:pt x="3510" y="1"/>
                    <a:pt x="3043" y="1"/>
                  </a:cubicBezTo>
                  <a:cubicBezTo>
                    <a:pt x="3041" y="1"/>
                    <a:pt x="3038" y="1"/>
                    <a:pt x="3036" y="1"/>
                  </a:cubicBezTo>
                  <a:lnTo>
                    <a:pt x="811" y="1"/>
                  </a:lnTo>
                  <a:cubicBezTo>
                    <a:pt x="809" y="1"/>
                    <a:pt x="806" y="1"/>
                    <a:pt x="8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0"/>
            <p:cNvSpPr/>
            <p:nvPr/>
          </p:nvSpPr>
          <p:spPr>
            <a:xfrm>
              <a:off x="6418587" y="3579748"/>
              <a:ext cx="94117" cy="55475"/>
            </a:xfrm>
            <a:custGeom>
              <a:rect b="b" l="l" r="r" t="t"/>
              <a:pathLst>
                <a:path extrusionOk="0" h="2119" w="3595">
                  <a:moveTo>
                    <a:pt x="2898" y="0"/>
                  </a:moveTo>
                  <a:lnTo>
                    <a:pt x="2898" y="0"/>
                  </a:lnTo>
                  <a:cubicBezTo>
                    <a:pt x="2912" y="92"/>
                    <a:pt x="2907" y="188"/>
                    <a:pt x="2883" y="284"/>
                  </a:cubicBezTo>
                  <a:lnTo>
                    <a:pt x="2806" y="678"/>
                  </a:lnTo>
                  <a:cubicBezTo>
                    <a:pt x="2681" y="1172"/>
                    <a:pt x="2235" y="1518"/>
                    <a:pt x="1725" y="1518"/>
                  </a:cubicBezTo>
                  <a:lnTo>
                    <a:pt x="428" y="1518"/>
                  </a:lnTo>
                  <a:cubicBezTo>
                    <a:pt x="279" y="1518"/>
                    <a:pt x="135" y="1490"/>
                    <a:pt x="1" y="1432"/>
                  </a:cubicBezTo>
                  <a:lnTo>
                    <a:pt x="1" y="1432"/>
                  </a:lnTo>
                  <a:cubicBezTo>
                    <a:pt x="174" y="1850"/>
                    <a:pt x="577" y="2119"/>
                    <a:pt x="1029" y="2119"/>
                  </a:cubicBezTo>
                  <a:lnTo>
                    <a:pt x="2336" y="2119"/>
                  </a:lnTo>
                  <a:cubicBezTo>
                    <a:pt x="2845" y="2119"/>
                    <a:pt x="3287" y="1778"/>
                    <a:pt x="3416" y="1283"/>
                  </a:cubicBezTo>
                  <a:lnTo>
                    <a:pt x="3493" y="884"/>
                  </a:lnTo>
                  <a:cubicBezTo>
                    <a:pt x="3594" y="471"/>
                    <a:pt x="3320" y="63"/>
                    <a:pt x="289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0"/>
            <p:cNvSpPr/>
            <p:nvPr/>
          </p:nvSpPr>
          <p:spPr>
            <a:xfrm>
              <a:off x="6373374" y="3416227"/>
              <a:ext cx="99955" cy="61261"/>
            </a:xfrm>
            <a:custGeom>
              <a:rect b="b" l="l" r="r" t="t"/>
              <a:pathLst>
                <a:path extrusionOk="0" h="2340" w="3818">
                  <a:moveTo>
                    <a:pt x="900" y="0"/>
                  </a:moveTo>
                  <a:cubicBezTo>
                    <a:pt x="674" y="0"/>
                    <a:pt x="446" y="49"/>
                    <a:pt x="229" y="150"/>
                  </a:cubicBezTo>
                  <a:cubicBezTo>
                    <a:pt x="1" y="241"/>
                    <a:pt x="105" y="550"/>
                    <a:pt x="302" y="550"/>
                  </a:cubicBezTo>
                  <a:cubicBezTo>
                    <a:pt x="333" y="550"/>
                    <a:pt x="367" y="543"/>
                    <a:pt x="402" y="525"/>
                  </a:cubicBezTo>
                  <a:cubicBezTo>
                    <a:pt x="561" y="452"/>
                    <a:pt x="729" y="417"/>
                    <a:pt x="895" y="417"/>
                  </a:cubicBezTo>
                  <a:cubicBezTo>
                    <a:pt x="1307" y="417"/>
                    <a:pt x="1704" y="633"/>
                    <a:pt x="1920" y="1010"/>
                  </a:cubicBezTo>
                  <a:cubicBezTo>
                    <a:pt x="1622" y="1346"/>
                    <a:pt x="1550" y="1822"/>
                    <a:pt x="1737" y="2225"/>
                  </a:cubicBezTo>
                  <a:cubicBezTo>
                    <a:pt x="1778" y="2306"/>
                    <a:pt x="1847" y="2340"/>
                    <a:pt x="1915" y="2340"/>
                  </a:cubicBezTo>
                  <a:cubicBezTo>
                    <a:pt x="2047" y="2340"/>
                    <a:pt x="2178" y="2214"/>
                    <a:pt x="2112" y="2052"/>
                  </a:cubicBezTo>
                  <a:cubicBezTo>
                    <a:pt x="1949" y="1697"/>
                    <a:pt x="2098" y="1279"/>
                    <a:pt x="2453" y="1111"/>
                  </a:cubicBezTo>
                  <a:cubicBezTo>
                    <a:pt x="2551" y="1066"/>
                    <a:pt x="2653" y="1045"/>
                    <a:pt x="2754" y="1045"/>
                  </a:cubicBezTo>
                  <a:cubicBezTo>
                    <a:pt x="3021" y="1045"/>
                    <a:pt x="3276" y="1194"/>
                    <a:pt x="3395" y="1452"/>
                  </a:cubicBezTo>
                  <a:cubicBezTo>
                    <a:pt x="3433" y="1525"/>
                    <a:pt x="3506" y="1568"/>
                    <a:pt x="3582" y="1568"/>
                  </a:cubicBezTo>
                  <a:cubicBezTo>
                    <a:pt x="3611" y="1568"/>
                    <a:pt x="3641" y="1561"/>
                    <a:pt x="3669" y="1548"/>
                  </a:cubicBezTo>
                  <a:cubicBezTo>
                    <a:pt x="3769" y="1500"/>
                    <a:pt x="3818" y="1380"/>
                    <a:pt x="3769" y="1274"/>
                  </a:cubicBezTo>
                  <a:cubicBezTo>
                    <a:pt x="3582" y="869"/>
                    <a:pt x="3182" y="630"/>
                    <a:pt x="2765" y="630"/>
                  </a:cubicBezTo>
                  <a:cubicBezTo>
                    <a:pt x="2594" y="630"/>
                    <a:pt x="2420" y="670"/>
                    <a:pt x="2256" y="755"/>
                  </a:cubicBezTo>
                  <a:cubicBezTo>
                    <a:pt x="1955" y="272"/>
                    <a:pt x="1436" y="0"/>
                    <a:pt x="9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0"/>
            <p:cNvSpPr/>
            <p:nvPr/>
          </p:nvSpPr>
          <p:spPr>
            <a:xfrm>
              <a:off x="6249517" y="3463456"/>
              <a:ext cx="84771" cy="48093"/>
            </a:xfrm>
            <a:custGeom>
              <a:rect b="b" l="l" r="r" t="t"/>
              <a:pathLst>
                <a:path extrusionOk="0" h="1837" w="3238">
                  <a:moveTo>
                    <a:pt x="2481" y="0"/>
                  </a:moveTo>
                  <a:cubicBezTo>
                    <a:pt x="2023" y="0"/>
                    <a:pt x="1585" y="255"/>
                    <a:pt x="1366" y="695"/>
                  </a:cubicBezTo>
                  <a:cubicBezTo>
                    <a:pt x="1212" y="646"/>
                    <a:pt x="1053" y="622"/>
                    <a:pt x="895" y="622"/>
                  </a:cubicBezTo>
                  <a:cubicBezTo>
                    <a:pt x="668" y="622"/>
                    <a:pt x="442" y="671"/>
                    <a:pt x="233" y="767"/>
                  </a:cubicBezTo>
                  <a:cubicBezTo>
                    <a:pt x="1" y="858"/>
                    <a:pt x="105" y="1168"/>
                    <a:pt x="304" y="1168"/>
                  </a:cubicBezTo>
                  <a:cubicBezTo>
                    <a:pt x="336" y="1168"/>
                    <a:pt x="370" y="1160"/>
                    <a:pt x="406" y="1142"/>
                  </a:cubicBezTo>
                  <a:cubicBezTo>
                    <a:pt x="568" y="1066"/>
                    <a:pt x="739" y="1030"/>
                    <a:pt x="907" y="1030"/>
                  </a:cubicBezTo>
                  <a:cubicBezTo>
                    <a:pt x="1355" y="1030"/>
                    <a:pt x="1784" y="1285"/>
                    <a:pt x="1986" y="1718"/>
                  </a:cubicBezTo>
                  <a:cubicBezTo>
                    <a:pt x="2026" y="1802"/>
                    <a:pt x="2095" y="1837"/>
                    <a:pt x="2164" y="1837"/>
                  </a:cubicBezTo>
                  <a:cubicBezTo>
                    <a:pt x="2297" y="1837"/>
                    <a:pt x="2432" y="1707"/>
                    <a:pt x="2356" y="1545"/>
                  </a:cubicBezTo>
                  <a:cubicBezTo>
                    <a:pt x="2226" y="1262"/>
                    <a:pt x="2010" y="1022"/>
                    <a:pt x="1746" y="858"/>
                  </a:cubicBezTo>
                  <a:cubicBezTo>
                    <a:pt x="1894" y="577"/>
                    <a:pt x="2182" y="413"/>
                    <a:pt x="2481" y="413"/>
                  </a:cubicBezTo>
                  <a:cubicBezTo>
                    <a:pt x="2601" y="413"/>
                    <a:pt x="2722" y="439"/>
                    <a:pt x="2836" y="493"/>
                  </a:cubicBezTo>
                  <a:cubicBezTo>
                    <a:pt x="2871" y="511"/>
                    <a:pt x="2905" y="519"/>
                    <a:pt x="2936" y="519"/>
                  </a:cubicBezTo>
                  <a:cubicBezTo>
                    <a:pt x="3133" y="519"/>
                    <a:pt x="3237" y="210"/>
                    <a:pt x="3009" y="119"/>
                  </a:cubicBezTo>
                  <a:cubicBezTo>
                    <a:pt x="2838" y="38"/>
                    <a:pt x="2658" y="0"/>
                    <a:pt x="24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0"/>
            <p:cNvSpPr/>
            <p:nvPr/>
          </p:nvSpPr>
          <p:spPr>
            <a:xfrm>
              <a:off x="6412618" y="3514821"/>
              <a:ext cx="53407" cy="22305"/>
            </a:xfrm>
            <a:custGeom>
              <a:rect b="b" l="l" r="r" t="t"/>
              <a:pathLst>
                <a:path extrusionOk="0" h="852" w="2040">
                  <a:moveTo>
                    <a:pt x="918" y="1"/>
                  </a:moveTo>
                  <a:cubicBezTo>
                    <a:pt x="662" y="1"/>
                    <a:pt x="404" y="78"/>
                    <a:pt x="181" y="237"/>
                  </a:cubicBezTo>
                  <a:cubicBezTo>
                    <a:pt x="1" y="370"/>
                    <a:pt x="127" y="615"/>
                    <a:pt x="300" y="615"/>
                  </a:cubicBezTo>
                  <a:cubicBezTo>
                    <a:pt x="339" y="615"/>
                    <a:pt x="380" y="602"/>
                    <a:pt x="421" y="573"/>
                  </a:cubicBezTo>
                  <a:cubicBezTo>
                    <a:pt x="572" y="465"/>
                    <a:pt x="746" y="413"/>
                    <a:pt x="917" y="413"/>
                  </a:cubicBezTo>
                  <a:cubicBezTo>
                    <a:pt x="1182" y="413"/>
                    <a:pt x="1443" y="537"/>
                    <a:pt x="1612" y="770"/>
                  </a:cubicBezTo>
                  <a:cubicBezTo>
                    <a:pt x="1651" y="823"/>
                    <a:pt x="1708" y="852"/>
                    <a:pt x="1776" y="852"/>
                  </a:cubicBezTo>
                  <a:cubicBezTo>
                    <a:pt x="1944" y="852"/>
                    <a:pt x="2040" y="664"/>
                    <a:pt x="1944" y="525"/>
                  </a:cubicBezTo>
                  <a:cubicBezTo>
                    <a:pt x="1697" y="182"/>
                    <a:pt x="1310" y="1"/>
                    <a:pt x="9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0"/>
            <p:cNvSpPr/>
            <p:nvPr/>
          </p:nvSpPr>
          <p:spPr>
            <a:xfrm>
              <a:off x="6337848" y="3489086"/>
              <a:ext cx="45475" cy="33720"/>
            </a:xfrm>
            <a:custGeom>
              <a:rect b="b" l="l" r="r" t="t"/>
              <a:pathLst>
                <a:path extrusionOk="0" h="1288" w="1737">
                  <a:moveTo>
                    <a:pt x="1513" y="0"/>
                  </a:moveTo>
                  <a:cubicBezTo>
                    <a:pt x="1425" y="0"/>
                    <a:pt x="1337" y="51"/>
                    <a:pt x="1312" y="163"/>
                  </a:cubicBezTo>
                  <a:cubicBezTo>
                    <a:pt x="1247" y="577"/>
                    <a:pt x="884" y="871"/>
                    <a:pt x="477" y="871"/>
                  </a:cubicBezTo>
                  <a:cubicBezTo>
                    <a:pt x="431" y="871"/>
                    <a:pt x="384" y="867"/>
                    <a:pt x="337" y="860"/>
                  </a:cubicBezTo>
                  <a:cubicBezTo>
                    <a:pt x="318" y="855"/>
                    <a:pt x="300" y="853"/>
                    <a:pt x="283" y="853"/>
                  </a:cubicBezTo>
                  <a:cubicBezTo>
                    <a:pt x="45" y="853"/>
                    <a:pt x="0" y="1236"/>
                    <a:pt x="270" y="1268"/>
                  </a:cubicBezTo>
                  <a:cubicBezTo>
                    <a:pt x="342" y="1277"/>
                    <a:pt x="409" y="1287"/>
                    <a:pt x="481" y="1287"/>
                  </a:cubicBezTo>
                  <a:cubicBezTo>
                    <a:pt x="1096" y="1282"/>
                    <a:pt x="1620" y="835"/>
                    <a:pt x="1720" y="225"/>
                  </a:cubicBezTo>
                  <a:cubicBezTo>
                    <a:pt x="1737" y="83"/>
                    <a:pt x="1624" y="0"/>
                    <a:pt x="15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0"/>
            <p:cNvSpPr/>
            <p:nvPr/>
          </p:nvSpPr>
          <p:spPr>
            <a:xfrm>
              <a:off x="6192470" y="3360516"/>
              <a:ext cx="368510" cy="367750"/>
            </a:xfrm>
            <a:custGeom>
              <a:rect b="b" l="l" r="r" t="t"/>
              <a:pathLst>
                <a:path extrusionOk="0" h="14047" w="14076">
                  <a:moveTo>
                    <a:pt x="6375" y="1"/>
                  </a:moveTo>
                  <a:cubicBezTo>
                    <a:pt x="5984" y="1"/>
                    <a:pt x="5582" y="142"/>
                    <a:pt x="5285" y="419"/>
                  </a:cubicBezTo>
                  <a:cubicBezTo>
                    <a:pt x="5101" y="330"/>
                    <a:pt x="4898" y="288"/>
                    <a:pt x="4691" y="288"/>
                  </a:cubicBezTo>
                  <a:cubicBezTo>
                    <a:pt x="4215" y="288"/>
                    <a:pt x="3723" y="511"/>
                    <a:pt x="3425" y="899"/>
                  </a:cubicBezTo>
                  <a:cubicBezTo>
                    <a:pt x="3375" y="893"/>
                    <a:pt x="3325" y="889"/>
                    <a:pt x="3274" y="889"/>
                  </a:cubicBezTo>
                  <a:cubicBezTo>
                    <a:pt x="2625" y="889"/>
                    <a:pt x="1977" y="1421"/>
                    <a:pt x="1826" y="2134"/>
                  </a:cubicBezTo>
                  <a:cubicBezTo>
                    <a:pt x="1119" y="2283"/>
                    <a:pt x="639" y="3138"/>
                    <a:pt x="822" y="3931"/>
                  </a:cubicBezTo>
                  <a:cubicBezTo>
                    <a:pt x="125" y="4300"/>
                    <a:pt x="0" y="5405"/>
                    <a:pt x="581" y="6097"/>
                  </a:cubicBezTo>
                  <a:cubicBezTo>
                    <a:pt x="441" y="6985"/>
                    <a:pt x="1099" y="7830"/>
                    <a:pt x="1847" y="7830"/>
                  </a:cubicBezTo>
                  <a:cubicBezTo>
                    <a:pt x="1942" y="7830"/>
                    <a:pt x="2037" y="7817"/>
                    <a:pt x="2133" y="7788"/>
                  </a:cubicBezTo>
                  <a:cubicBezTo>
                    <a:pt x="2332" y="8037"/>
                    <a:pt x="2719" y="8215"/>
                    <a:pt x="3096" y="8215"/>
                  </a:cubicBezTo>
                  <a:cubicBezTo>
                    <a:pt x="3155" y="8215"/>
                    <a:pt x="3214" y="8210"/>
                    <a:pt x="3272" y="8201"/>
                  </a:cubicBezTo>
                  <a:cubicBezTo>
                    <a:pt x="3850" y="9401"/>
                    <a:pt x="4710" y="9900"/>
                    <a:pt x="5845" y="9900"/>
                  </a:cubicBezTo>
                  <a:cubicBezTo>
                    <a:pt x="6142" y="9900"/>
                    <a:pt x="6458" y="9866"/>
                    <a:pt x="6793" y="9801"/>
                  </a:cubicBezTo>
                  <a:cubicBezTo>
                    <a:pt x="6932" y="10291"/>
                    <a:pt x="7283" y="10887"/>
                    <a:pt x="8129" y="11377"/>
                  </a:cubicBezTo>
                  <a:cubicBezTo>
                    <a:pt x="9493" y="12160"/>
                    <a:pt x="10137" y="12775"/>
                    <a:pt x="10228" y="13375"/>
                  </a:cubicBezTo>
                  <a:cubicBezTo>
                    <a:pt x="10288" y="13768"/>
                    <a:pt x="10624" y="14047"/>
                    <a:pt x="11005" y="14047"/>
                  </a:cubicBezTo>
                  <a:cubicBezTo>
                    <a:pt x="11053" y="14047"/>
                    <a:pt x="11102" y="14043"/>
                    <a:pt x="11150" y="14033"/>
                  </a:cubicBezTo>
                  <a:cubicBezTo>
                    <a:pt x="11592" y="13957"/>
                    <a:pt x="11876" y="13524"/>
                    <a:pt x="11780" y="13092"/>
                  </a:cubicBezTo>
                  <a:lnTo>
                    <a:pt x="11251" y="10661"/>
                  </a:lnTo>
                  <a:cubicBezTo>
                    <a:pt x="11799" y="10541"/>
                    <a:pt x="12174" y="10104"/>
                    <a:pt x="12250" y="9700"/>
                  </a:cubicBezTo>
                  <a:cubicBezTo>
                    <a:pt x="12289" y="9345"/>
                    <a:pt x="12423" y="9177"/>
                    <a:pt x="12270" y="8759"/>
                  </a:cubicBezTo>
                  <a:cubicBezTo>
                    <a:pt x="13101" y="8691"/>
                    <a:pt x="13696" y="7759"/>
                    <a:pt x="13504" y="6933"/>
                  </a:cubicBezTo>
                  <a:cubicBezTo>
                    <a:pt x="14066" y="6328"/>
                    <a:pt x="14076" y="5300"/>
                    <a:pt x="13490" y="4800"/>
                  </a:cubicBezTo>
                  <a:cubicBezTo>
                    <a:pt x="13586" y="4142"/>
                    <a:pt x="13158" y="3431"/>
                    <a:pt x="12519" y="3172"/>
                  </a:cubicBezTo>
                  <a:cubicBezTo>
                    <a:pt x="12539" y="2917"/>
                    <a:pt x="12486" y="2662"/>
                    <a:pt x="12356" y="2441"/>
                  </a:cubicBezTo>
                  <a:cubicBezTo>
                    <a:pt x="12317" y="2350"/>
                    <a:pt x="12246" y="2313"/>
                    <a:pt x="12175" y="2313"/>
                  </a:cubicBezTo>
                  <a:cubicBezTo>
                    <a:pt x="12029" y="2313"/>
                    <a:pt x="11879" y="2472"/>
                    <a:pt x="11996" y="2643"/>
                  </a:cubicBezTo>
                  <a:cubicBezTo>
                    <a:pt x="12106" y="2826"/>
                    <a:pt x="12140" y="3047"/>
                    <a:pt x="12087" y="3258"/>
                  </a:cubicBezTo>
                  <a:cubicBezTo>
                    <a:pt x="12053" y="3373"/>
                    <a:pt x="12121" y="3489"/>
                    <a:pt x="12236" y="3517"/>
                  </a:cubicBezTo>
                  <a:cubicBezTo>
                    <a:pt x="12803" y="3652"/>
                    <a:pt x="13206" y="4315"/>
                    <a:pt x="13062" y="4839"/>
                  </a:cubicBezTo>
                  <a:cubicBezTo>
                    <a:pt x="13038" y="4925"/>
                    <a:pt x="13072" y="5016"/>
                    <a:pt x="13149" y="5069"/>
                  </a:cubicBezTo>
                  <a:cubicBezTo>
                    <a:pt x="13519" y="5305"/>
                    <a:pt x="13644" y="5929"/>
                    <a:pt x="13360" y="6438"/>
                  </a:cubicBezTo>
                  <a:cubicBezTo>
                    <a:pt x="13245" y="6169"/>
                    <a:pt x="13067" y="5929"/>
                    <a:pt x="12841" y="5737"/>
                  </a:cubicBezTo>
                  <a:cubicBezTo>
                    <a:pt x="12795" y="5691"/>
                    <a:pt x="12744" y="5671"/>
                    <a:pt x="12696" y="5671"/>
                  </a:cubicBezTo>
                  <a:cubicBezTo>
                    <a:pt x="12529" y="5671"/>
                    <a:pt x="12392" y="5903"/>
                    <a:pt x="12567" y="6044"/>
                  </a:cubicBezTo>
                  <a:cubicBezTo>
                    <a:pt x="12832" y="6265"/>
                    <a:pt x="13009" y="6568"/>
                    <a:pt x="13077" y="6904"/>
                  </a:cubicBezTo>
                  <a:cubicBezTo>
                    <a:pt x="13081" y="6914"/>
                    <a:pt x="13072" y="6923"/>
                    <a:pt x="13081" y="6933"/>
                  </a:cubicBezTo>
                  <a:cubicBezTo>
                    <a:pt x="13303" y="7586"/>
                    <a:pt x="12760" y="8366"/>
                    <a:pt x="12190" y="8366"/>
                  </a:cubicBezTo>
                  <a:cubicBezTo>
                    <a:pt x="12106" y="8366"/>
                    <a:pt x="12021" y="8349"/>
                    <a:pt x="11938" y="8312"/>
                  </a:cubicBezTo>
                  <a:cubicBezTo>
                    <a:pt x="11935" y="8311"/>
                    <a:pt x="11932" y="8310"/>
                    <a:pt x="11930" y="8310"/>
                  </a:cubicBezTo>
                  <a:cubicBezTo>
                    <a:pt x="11922" y="8310"/>
                    <a:pt x="11916" y="8313"/>
                    <a:pt x="11908" y="8313"/>
                  </a:cubicBezTo>
                  <a:cubicBezTo>
                    <a:pt x="11906" y="8313"/>
                    <a:pt x="11903" y="8313"/>
                    <a:pt x="11900" y="8312"/>
                  </a:cubicBezTo>
                  <a:cubicBezTo>
                    <a:pt x="11760" y="8216"/>
                    <a:pt x="11597" y="8168"/>
                    <a:pt x="11429" y="8163"/>
                  </a:cubicBezTo>
                  <a:lnTo>
                    <a:pt x="10410" y="8163"/>
                  </a:lnTo>
                  <a:cubicBezTo>
                    <a:pt x="10137" y="8163"/>
                    <a:pt x="10137" y="8571"/>
                    <a:pt x="10410" y="8571"/>
                  </a:cubicBezTo>
                  <a:lnTo>
                    <a:pt x="11424" y="8571"/>
                  </a:lnTo>
                  <a:cubicBezTo>
                    <a:pt x="11760" y="8571"/>
                    <a:pt x="12005" y="8888"/>
                    <a:pt x="11924" y="9210"/>
                  </a:cubicBezTo>
                  <a:cubicBezTo>
                    <a:pt x="11919" y="9220"/>
                    <a:pt x="11904" y="9301"/>
                    <a:pt x="11847" y="9614"/>
                  </a:cubicBezTo>
                  <a:cubicBezTo>
                    <a:pt x="11741" y="10012"/>
                    <a:pt x="11381" y="10291"/>
                    <a:pt x="10968" y="10291"/>
                  </a:cubicBezTo>
                  <a:lnTo>
                    <a:pt x="9666" y="10291"/>
                  </a:lnTo>
                  <a:cubicBezTo>
                    <a:pt x="9248" y="10291"/>
                    <a:pt x="8888" y="10012"/>
                    <a:pt x="8787" y="9614"/>
                  </a:cubicBezTo>
                  <a:cubicBezTo>
                    <a:pt x="8724" y="9301"/>
                    <a:pt x="8715" y="9225"/>
                    <a:pt x="8710" y="9210"/>
                  </a:cubicBezTo>
                  <a:cubicBezTo>
                    <a:pt x="8628" y="8888"/>
                    <a:pt x="8873" y="8571"/>
                    <a:pt x="9205" y="8571"/>
                  </a:cubicBezTo>
                  <a:lnTo>
                    <a:pt x="9526" y="8571"/>
                  </a:lnTo>
                  <a:cubicBezTo>
                    <a:pt x="9800" y="8571"/>
                    <a:pt x="9800" y="8163"/>
                    <a:pt x="9526" y="8163"/>
                  </a:cubicBezTo>
                  <a:lnTo>
                    <a:pt x="9205" y="8163"/>
                  </a:lnTo>
                  <a:cubicBezTo>
                    <a:pt x="8604" y="8163"/>
                    <a:pt x="8167" y="8725"/>
                    <a:pt x="8311" y="9306"/>
                  </a:cubicBezTo>
                  <a:cubicBezTo>
                    <a:pt x="8364" y="9609"/>
                    <a:pt x="8383" y="9700"/>
                    <a:pt x="8383" y="9710"/>
                  </a:cubicBezTo>
                  <a:cubicBezTo>
                    <a:pt x="8532" y="10296"/>
                    <a:pt x="9060" y="10704"/>
                    <a:pt x="9666" y="10704"/>
                  </a:cubicBezTo>
                  <a:lnTo>
                    <a:pt x="10843" y="10704"/>
                  </a:lnTo>
                  <a:lnTo>
                    <a:pt x="11381" y="13174"/>
                  </a:lnTo>
                  <a:cubicBezTo>
                    <a:pt x="11429" y="13380"/>
                    <a:pt x="11290" y="13587"/>
                    <a:pt x="11078" y="13625"/>
                  </a:cubicBezTo>
                  <a:cubicBezTo>
                    <a:pt x="11056" y="13629"/>
                    <a:pt x="11033" y="13631"/>
                    <a:pt x="11011" y="13631"/>
                  </a:cubicBezTo>
                  <a:cubicBezTo>
                    <a:pt x="10830" y="13631"/>
                    <a:pt x="10667" y="13496"/>
                    <a:pt x="10641" y="13308"/>
                  </a:cubicBezTo>
                  <a:cubicBezTo>
                    <a:pt x="10521" y="12559"/>
                    <a:pt x="9834" y="11876"/>
                    <a:pt x="8340" y="11017"/>
                  </a:cubicBezTo>
                  <a:cubicBezTo>
                    <a:pt x="7326" y="10430"/>
                    <a:pt x="7019" y="9590"/>
                    <a:pt x="7144" y="8864"/>
                  </a:cubicBezTo>
                  <a:lnTo>
                    <a:pt x="7144" y="8864"/>
                  </a:lnTo>
                  <a:cubicBezTo>
                    <a:pt x="7518" y="9037"/>
                    <a:pt x="7456" y="9215"/>
                    <a:pt x="7653" y="9215"/>
                  </a:cubicBezTo>
                  <a:cubicBezTo>
                    <a:pt x="7816" y="9210"/>
                    <a:pt x="7912" y="9023"/>
                    <a:pt x="7816" y="8888"/>
                  </a:cubicBezTo>
                  <a:cubicBezTo>
                    <a:pt x="7648" y="8663"/>
                    <a:pt x="7408" y="8499"/>
                    <a:pt x="7134" y="8432"/>
                  </a:cubicBezTo>
                  <a:cubicBezTo>
                    <a:pt x="7115" y="8413"/>
                    <a:pt x="7105" y="8389"/>
                    <a:pt x="7076" y="8379"/>
                  </a:cubicBezTo>
                  <a:cubicBezTo>
                    <a:pt x="7051" y="8370"/>
                    <a:pt x="7025" y="8365"/>
                    <a:pt x="7000" y="8365"/>
                  </a:cubicBezTo>
                  <a:cubicBezTo>
                    <a:pt x="6971" y="8365"/>
                    <a:pt x="6943" y="8371"/>
                    <a:pt x="6918" y="8384"/>
                  </a:cubicBezTo>
                  <a:cubicBezTo>
                    <a:pt x="6871" y="8379"/>
                    <a:pt x="6825" y="8376"/>
                    <a:pt x="6778" y="8376"/>
                  </a:cubicBezTo>
                  <a:cubicBezTo>
                    <a:pt x="6522" y="8376"/>
                    <a:pt x="6269" y="8454"/>
                    <a:pt x="6058" y="8600"/>
                  </a:cubicBezTo>
                  <a:cubicBezTo>
                    <a:pt x="5877" y="8730"/>
                    <a:pt x="6005" y="8978"/>
                    <a:pt x="6178" y="8978"/>
                  </a:cubicBezTo>
                  <a:cubicBezTo>
                    <a:pt x="6217" y="8978"/>
                    <a:pt x="6258" y="8965"/>
                    <a:pt x="6298" y="8936"/>
                  </a:cubicBezTo>
                  <a:cubicBezTo>
                    <a:pt x="6428" y="8845"/>
                    <a:pt x="6582" y="8797"/>
                    <a:pt x="6740" y="8792"/>
                  </a:cubicBezTo>
                  <a:lnTo>
                    <a:pt x="6740" y="8792"/>
                  </a:lnTo>
                  <a:cubicBezTo>
                    <a:pt x="6711" y="8989"/>
                    <a:pt x="6707" y="9191"/>
                    <a:pt x="6726" y="9388"/>
                  </a:cubicBezTo>
                  <a:cubicBezTo>
                    <a:pt x="6409" y="9450"/>
                    <a:pt x="6118" y="9482"/>
                    <a:pt x="5850" y="9482"/>
                  </a:cubicBezTo>
                  <a:cubicBezTo>
                    <a:pt x="4775" y="9482"/>
                    <a:pt x="4069" y="8972"/>
                    <a:pt x="3589" y="7884"/>
                  </a:cubicBezTo>
                  <a:cubicBezTo>
                    <a:pt x="3536" y="7678"/>
                    <a:pt x="3488" y="7341"/>
                    <a:pt x="3536" y="7197"/>
                  </a:cubicBezTo>
                  <a:cubicBezTo>
                    <a:pt x="3569" y="7092"/>
                    <a:pt x="3512" y="6976"/>
                    <a:pt x="3406" y="6938"/>
                  </a:cubicBezTo>
                  <a:cubicBezTo>
                    <a:pt x="3385" y="6931"/>
                    <a:pt x="3364" y="6928"/>
                    <a:pt x="3343" y="6928"/>
                  </a:cubicBezTo>
                  <a:cubicBezTo>
                    <a:pt x="3254" y="6928"/>
                    <a:pt x="3173" y="6983"/>
                    <a:pt x="3142" y="7072"/>
                  </a:cubicBezTo>
                  <a:cubicBezTo>
                    <a:pt x="3075" y="7274"/>
                    <a:pt x="3108" y="7572"/>
                    <a:pt x="3147" y="7779"/>
                  </a:cubicBezTo>
                  <a:cubicBezTo>
                    <a:pt x="3122" y="7780"/>
                    <a:pt x="3097" y="7781"/>
                    <a:pt x="3073" y="7781"/>
                  </a:cubicBezTo>
                  <a:cubicBezTo>
                    <a:pt x="2722" y="7781"/>
                    <a:pt x="2466" y="7592"/>
                    <a:pt x="2412" y="7457"/>
                  </a:cubicBezTo>
                  <a:cubicBezTo>
                    <a:pt x="2392" y="7399"/>
                    <a:pt x="2349" y="7356"/>
                    <a:pt x="2292" y="7337"/>
                  </a:cubicBezTo>
                  <a:cubicBezTo>
                    <a:pt x="2264" y="7325"/>
                    <a:pt x="2240" y="7321"/>
                    <a:pt x="2218" y="7321"/>
                  </a:cubicBezTo>
                  <a:cubicBezTo>
                    <a:pt x="2147" y="7321"/>
                    <a:pt x="2095" y="7368"/>
                    <a:pt x="2003" y="7389"/>
                  </a:cubicBezTo>
                  <a:cubicBezTo>
                    <a:pt x="1950" y="7405"/>
                    <a:pt x="1896" y="7412"/>
                    <a:pt x="1843" y="7412"/>
                  </a:cubicBezTo>
                  <a:cubicBezTo>
                    <a:pt x="1320" y="7412"/>
                    <a:pt x="851" y="6719"/>
                    <a:pt x="1004" y="6073"/>
                  </a:cubicBezTo>
                  <a:cubicBezTo>
                    <a:pt x="1057" y="5862"/>
                    <a:pt x="798" y="5862"/>
                    <a:pt x="668" y="5377"/>
                  </a:cubicBezTo>
                  <a:cubicBezTo>
                    <a:pt x="524" y="4863"/>
                    <a:pt x="725" y="4353"/>
                    <a:pt x="1129" y="4243"/>
                  </a:cubicBezTo>
                  <a:cubicBezTo>
                    <a:pt x="1244" y="4209"/>
                    <a:pt x="1312" y="4084"/>
                    <a:pt x="1264" y="3969"/>
                  </a:cubicBezTo>
                  <a:cubicBezTo>
                    <a:pt x="1023" y="3340"/>
                    <a:pt x="1441" y="2537"/>
                    <a:pt x="2013" y="2513"/>
                  </a:cubicBezTo>
                  <a:cubicBezTo>
                    <a:pt x="2119" y="2509"/>
                    <a:pt x="2205" y="2427"/>
                    <a:pt x="2215" y="2326"/>
                  </a:cubicBezTo>
                  <a:cubicBezTo>
                    <a:pt x="2261" y="1771"/>
                    <a:pt x="2775" y="1290"/>
                    <a:pt x="3265" y="1290"/>
                  </a:cubicBezTo>
                  <a:cubicBezTo>
                    <a:pt x="3331" y="1290"/>
                    <a:pt x="3396" y="1299"/>
                    <a:pt x="3459" y="1317"/>
                  </a:cubicBezTo>
                  <a:cubicBezTo>
                    <a:pt x="3479" y="1324"/>
                    <a:pt x="3500" y="1327"/>
                    <a:pt x="3520" y="1327"/>
                  </a:cubicBezTo>
                  <a:cubicBezTo>
                    <a:pt x="3591" y="1327"/>
                    <a:pt x="3657" y="1289"/>
                    <a:pt x="3694" y="1226"/>
                  </a:cubicBezTo>
                  <a:cubicBezTo>
                    <a:pt x="3893" y="896"/>
                    <a:pt x="4299" y="689"/>
                    <a:pt x="4687" y="689"/>
                  </a:cubicBezTo>
                  <a:cubicBezTo>
                    <a:pt x="4796" y="689"/>
                    <a:pt x="4904" y="706"/>
                    <a:pt x="5006" y="741"/>
                  </a:cubicBezTo>
                  <a:cubicBezTo>
                    <a:pt x="4915" y="870"/>
                    <a:pt x="4862" y="1019"/>
                    <a:pt x="4847" y="1173"/>
                  </a:cubicBezTo>
                  <a:cubicBezTo>
                    <a:pt x="4804" y="1183"/>
                    <a:pt x="4761" y="1192"/>
                    <a:pt x="4722" y="1202"/>
                  </a:cubicBezTo>
                  <a:cubicBezTo>
                    <a:pt x="4530" y="1269"/>
                    <a:pt x="4353" y="1375"/>
                    <a:pt x="4204" y="1509"/>
                  </a:cubicBezTo>
                  <a:cubicBezTo>
                    <a:pt x="4127" y="1591"/>
                    <a:pt x="4122" y="1721"/>
                    <a:pt x="4204" y="1802"/>
                  </a:cubicBezTo>
                  <a:cubicBezTo>
                    <a:pt x="4242" y="1843"/>
                    <a:pt x="4295" y="1864"/>
                    <a:pt x="4348" y="1864"/>
                  </a:cubicBezTo>
                  <a:cubicBezTo>
                    <a:pt x="4402" y="1864"/>
                    <a:pt x="4456" y="1843"/>
                    <a:pt x="4497" y="1802"/>
                  </a:cubicBezTo>
                  <a:cubicBezTo>
                    <a:pt x="4509" y="1790"/>
                    <a:pt x="4748" y="1559"/>
                    <a:pt x="5067" y="1559"/>
                  </a:cubicBezTo>
                  <a:cubicBezTo>
                    <a:pt x="5231" y="1559"/>
                    <a:pt x="5416" y="1620"/>
                    <a:pt x="5602" y="1802"/>
                  </a:cubicBezTo>
                  <a:cubicBezTo>
                    <a:pt x="5640" y="1841"/>
                    <a:pt x="5693" y="1865"/>
                    <a:pt x="5746" y="1865"/>
                  </a:cubicBezTo>
                  <a:cubicBezTo>
                    <a:pt x="5928" y="1865"/>
                    <a:pt x="6020" y="1644"/>
                    <a:pt x="5890" y="1514"/>
                  </a:cubicBezTo>
                  <a:cubicBezTo>
                    <a:pt x="5722" y="1336"/>
                    <a:pt x="5505" y="1216"/>
                    <a:pt x="5265" y="1168"/>
                  </a:cubicBezTo>
                  <a:cubicBezTo>
                    <a:pt x="5304" y="1039"/>
                    <a:pt x="5376" y="918"/>
                    <a:pt x="5472" y="822"/>
                  </a:cubicBezTo>
                  <a:cubicBezTo>
                    <a:pt x="5472" y="818"/>
                    <a:pt x="5477" y="818"/>
                    <a:pt x="5477" y="813"/>
                  </a:cubicBezTo>
                  <a:cubicBezTo>
                    <a:pt x="5735" y="530"/>
                    <a:pt x="6073" y="404"/>
                    <a:pt x="6385" y="404"/>
                  </a:cubicBezTo>
                  <a:cubicBezTo>
                    <a:pt x="6694" y="404"/>
                    <a:pt x="6976" y="528"/>
                    <a:pt x="7129" y="746"/>
                  </a:cubicBezTo>
                  <a:cubicBezTo>
                    <a:pt x="7163" y="794"/>
                    <a:pt x="7216" y="822"/>
                    <a:pt x="7273" y="827"/>
                  </a:cubicBezTo>
                  <a:cubicBezTo>
                    <a:pt x="7283" y="829"/>
                    <a:pt x="7293" y="830"/>
                    <a:pt x="7303" y="830"/>
                  </a:cubicBezTo>
                  <a:cubicBezTo>
                    <a:pt x="7352" y="830"/>
                    <a:pt x="7401" y="811"/>
                    <a:pt x="7437" y="779"/>
                  </a:cubicBezTo>
                  <a:cubicBezTo>
                    <a:pt x="7631" y="605"/>
                    <a:pt x="7894" y="523"/>
                    <a:pt x="8157" y="523"/>
                  </a:cubicBezTo>
                  <a:cubicBezTo>
                    <a:pt x="8546" y="523"/>
                    <a:pt x="8934" y="702"/>
                    <a:pt x="9094" y="1029"/>
                  </a:cubicBezTo>
                  <a:cubicBezTo>
                    <a:pt x="9129" y="1102"/>
                    <a:pt x="9201" y="1148"/>
                    <a:pt x="9278" y="1148"/>
                  </a:cubicBezTo>
                  <a:cubicBezTo>
                    <a:pt x="9297" y="1148"/>
                    <a:pt x="9316" y="1145"/>
                    <a:pt x="9334" y="1139"/>
                  </a:cubicBezTo>
                  <a:cubicBezTo>
                    <a:pt x="9419" y="1117"/>
                    <a:pt x="9506" y="1106"/>
                    <a:pt x="9593" y="1106"/>
                  </a:cubicBezTo>
                  <a:cubicBezTo>
                    <a:pt x="10077" y="1106"/>
                    <a:pt x="10570" y="1436"/>
                    <a:pt x="10684" y="1884"/>
                  </a:cubicBezTo>
                  <a:cubicBezTo>
                    <a:pt x="10707" y="1978"/>
                    <a:pt x="10792" y="2039"/>
                    <a:pt x="10885" y="2039"/>
                  </a:cubicBezTo>
                  <a:cubicBezTo>
                    <a:pt x="10892" y="2039"/>
                    <a:pt x="10898" y="2038"/>
                    <a:pt x="10905" y="2038"/>
                  </a:cubicBezTo>
                  <a:cubicBezTo>
                    <a:pt x="10935" y="2035"/>
                    <a:pt x="10965" y="2034"/>
                    <a:pt x="10994" y="2034"/>
                  </a:cubicBezTo>
                  <a:cubicBezTo>
                    <a:pt x="11142" y="2034"/>
                    <a:pt x="11288" y="2064"/>
                    <a:pt x="11424" y="2124"/>
                  </a:cubicBezTo>
                  <a:cubicBezTo>
                    <a:pt x="11458" y="2140"/>
                    <a:pt x="11491" y="2147"/>
                    <a:pt x="11521" y="2147"/>
                  </a:cubicBezTo>
                  <a:cubicBezTo>
                    <a:pt x="11720" y="2147"/>
                    <a:pt x="11817" y="1841"/>
                    <a:pt x="11587" y="1750"/>
                  </a:cubicBezTo>
                  <a:cubicBezTo>
                    <a:pt x="11414" y="1673"/>
                    <a:pt x="11222" y="1629"/>
                    <a:pt x="11030" y="1620"/>
                  </a:cubicBezTo>
                  <a:cubicBezTo>
                    <a:pt x="10801" y="1071"/>
                    <a:pt x="10196" y="697"/>
                    <a:pt x="9587" y="697"/>
                  </a:cubicBezTo>
                  <a:cubicBezTo>
                    <a:pt x="9519" y="697"/>
                    <a:pt x="9450" y="702"/>
                    <a:pt x="9382" y="712"/>
                  </a:cubicBezTo>
                  <a:cubicBezTo>
                    <a:pt x="9118" y="327"/>
                    <a:pt x="8639" y="116"/>
                    <a:pt x="8156" y="116"/>
                  </a:cubicBezTo>
                  <a:cubicBezTo>
                    <a:pt x="7866" y="116"/>
                    <a:pt x="7575" y="191"/>
                    <a:pt x="7326" y="352"/>
                  </a:cubicBezTo>
                  <a:cubicBezTo>
                    <a:pt x="7075" y="116"/>
                    <a:pt x="6729" y="1"/>
                    <a:pt x="6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80"/>
          <p:cNvGrpSpPr/>
          <p:nvPr/>
        </p:nvGrpSpPr>
        <p:grpSpPr>
          <a:xfrm>
            <a:off x="4935019" y="1516109"/>
            <a:ext cx="246642" cy="368667"/>
            <a:chOff x="4935019" y="1516109"/>
            <a:chExt cx="246642" cy="368667"/>
          </a:xfrm>
        </p:grpSpPr>
        <p:sp>
          <p:nvSpPr>
            <p:cNvPr id="9290" name="Google Shape;9290;p80"/>
            <p:cNvSpPr/>
            <p:nvPr/>
          </p:nvSpPr>
          <p:spPr>
            <a:xfrm>
              <a:off x="4993112" y="1521528"/>
              <a:ext cx="42150" cy="117993"/>
            </a:xfrm>
            <a:custGeom>
              <a:rect b="b" l="l" r="r" t="t"/>
              <a:pathLst>
                <a:path extrusionOk="0" h="4507" w="1610">
                  <a:moveTo>
                    <a:pt x="803" y="1"/>
                  </a:moveTo>
                  <a:cubicBezTo>
                    <a:pt x="361" y="1"/>
                    <a:pt x="1" y="361"/>
                    <a:pt x="1" y="808"/>
                  </a:cubicBezTo>
                  <a:lnTo>
                    <a:pt x="1" y="4507"/>
                  </a:lnTo>
                  <a:cubicBezTo>
                    <a:pt x="246" y="4108"/>
                    <a:pt x="688" y="3863"/>
                    <a:pt x="1158" y="3863"/>
                  </a:cubicBezTo>
                  <a:cubicBezTo>
                    <a:pt x="1312" y="3868"/>
                    <a:pt x="1466" y="3892"/>
                    <a:pt x="1610" y="3940"/>
                  </a:cubicBezTo>
                  <a:lnTo>
                    <a:pt x="1610" y="808"/>
                  </a:lnTo>
                  <a:cubicBezTo>
                    <a:pt x="1610" y="361"/>
                    <a:pt x="1250" y="1"/>
                    <a:pt x="803"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0"/>
            <p:cNvSpPr/>
            <p:nvPr/>
          </p:nvSpPr>
          <p:spPr>
            <a:xfrm>
              <a:off x="4992981" y="1604912"/>
              <a:ext cx="42281" cy="34610"/>
            </a:xfrm>
            <a:custGeom>
              <a:rect b="b" l="l" r="r" t="t"/>
              <a:pathLst>
                <a:path extrusionOk="0" h="1322" w="1615">
                  <a:moveTo>
                    <a:pt x="1163" y="1"/>
                  </a:moveTo>
                  <a:cubicBezTo>
                    <a:pt x="688" y="1"/>
                    <a:pt x="251" y="246"/>
                    <a:pt x="1" y="644"/>
                  </a:cubicBezTo>
                  <a:lnTo>
                    <a:pt x="1" y="1322"/>
                  </a:lnTo>
                  <a:cubicBezTo>
                    <a:pt x="251" y="923"/>
                    <a:pt x="693" y="678"/>
                    <a:pt x="1163" y="678"/>
                  </a:cubicBezTo>
                  <a:cubicBezTo>
                    <a:pt x="1317" y="678"/>
                    <a:pt x="1471" y="707"/>
                    <a:pt x="1615" y="760"/>
                  </a:cubicBezTo>
                  <a:lnTo>
                    <a:pt x="1615" y="82"/>
                  </a:lnTo>
                  <a:cubicBezTo>
                    <a:pt x="1471" y="29"/>
                    <a:pt x="1317" y="1"/>
                    <a:pt x="1163"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0"/>
            <p:cNvSpPr/>
            <p:nvPr/>
          </p:nvSpPr>
          <p:spPr>
            <a:xfrm>
              <a:off x="4940176" y="1557055"/>
              <a:ext cx="200879" cy="322197"/>
            </a:xfrm>
            <a:custGeom>
              <a:rect b="b" l="l" r="r" t="t"/>
              <a:pathLst>
                <a:path extrusionOk="0" h="12307" w="7673">
                  <a:moveTo>
                    <a:pt x="1465" y="8876"/>
                  </a:moveTo>
                  <a:cubicBezTo>
                    <a:pt x="1816" y="8876"/>
                    <a:pt x="2104" y="9160"/>
                    <a:pt x="2104" y="9510"/>
                  </a:cubicBezTo>
                  <a:lnTo>
                    <a:pt x="2104" y="10692"/>
                  </a:lnTo>
                  <a:cubicBezTo>
                    <a:pt x="2104" y="11043"/>
                    <a:pt x="1816" y="11326"/>
                    <a:pt x="1465" y="11326"/>
                  </a:cubicBezTo>
                  <a:cubicBezTo>
                    <a:pt x="1115" y="11326"/>
                    <a:pt x="831" y="11043"/>
                    <a:pt x="831" y="10692"/>
                  </a:cubicBezTo>
                  <a:lnTo>
                    <a:pt x="831" y="9510"/>
                  </a:lnTo>
                  <a:cubicBezTo>
                    <a:pt x="831" y="9160"/>
                    <a:pt x="1115" y="8876"/>
                    <a:pt x="1465" y="8876"/>
                  </a:cubicBezTo>
                  <a:close/>
                  <a:moveTo>
                    <a:pt x="6784" y="1"/>
                  </a:moveTo>
                  <a:cubicBezTo>
                    <a:pt x="6578" y="1"/>
                    <a:pt x="6373" y="80"/>
                    <a:pt x="6217" y="238"/>
                  </a:cubicBezTo>
                  <a:lnTo>
                    <a:pt x="3795" y="2660"/>
                  </a:lnTo>
                  <a:cubicBezTo>
                    <a:pt x="3603" y="2559"/>
                    <a:pt x="3392" y="2511"/>
                    <a:pt x="3176" y="2511"/>
                  </a:cubicBezTo>
                  <a:cubicBezTo>
                    <a:pt x="2032" y="2511"/>
                    <a:pt x="1393" y="3832"/>
                    <a:pt x="2099" y="4730"/>
                  </a:cubicBezTo>
                  <a:lnTo>
                    <a:pt x="2099" y="8035"/>
                  </a:lnTo>
                  <a:cubicBezTo>
                    <a:pt x="1911" y="7943"/>
                    <a:pt x="1704" y="7891"/>
                    <a:pt x="1493" y="7891"/>
                  </a:cubicBezTo>
                  <a:cubicBezTo>
                    <a:pt x="1484" y="7891"/>
                    <a:pt x="1475" y="7891"/>
                    <a:pt x="1465" y="7891"/>
                  </a:cubicBezTo>
                  <a:cubicBezTo>
                    <a:pt x="653" y="7891"/>
                    <a:pt x="0" y="8545"/>
                    <a:pt x="0" y="9356"/>
                  </a:cubicBezTo>
                  <a:lnTo>
                    <a:pt x="0" y="10841"/>
                  </a:lnTo>
                  <a:cubicBezTo>
                    <a:pt x="0" y="11648"/>
                    <a:pt x="653" y="12306"/>
                    <a:pt x="1465" y="12306"/>
                  </a:cubicBezTo>
                  <a:cubicBezTo>
                    <a:pt x="2277" y="12306"/>
                    <a:pt x="2935" y="11648"/>
                    <a:pt x="2935" y="10841"/>
                  </a:cubicBezTo>
                  <a:lnTo>
                    <a:pt x="2935" y="5230"/>
                  </a:lnTo>
                  <a:cubicBezTo>
                    <a:pt x="3012" y="5239"/>
                    <a:pt x="3094" y="5249"/>
                    <a:pt x="3176" y="5249"/>
                  </a:cubicBezTo>
                  <a:cubicBezTo>
                    <a:pt x="3795" y="5249"/>
                    <a:pt x="4338" y="4831"/>
                    <a:pt x="4497" y="4235"/>
                  </a:cubicBezTo>
                  <a:lnTo>
                    <a:pt x="7355" y="1377"/>
                  </a:lnTo>
                  <a:cubicBezTo>
                    <a:pt x="7672" y="1060"/>
                    <a:pt x="7672" y="551"/>
                    <a:pt x="7355" y="238"/>
                  </a:cubicBezTo>
                  <a:cubicBezTo>
                    <a:pt x="7197" y="80"/>
                    <a:pt x="6990" y="1"/>
                    <a:pt x="6784"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0"/>
            <p:cNvSpPr/>
            <p:nvPr/>
          </p:nvSpPr>
          <p:spPr>
            <a:xfrm>
              <a:off x="5032618" y="1681253"/>
              <a:ext cx="145666" cy="189072"/>
            </a:xfrm>
            <a:custGeom>
              <a:rect b="b" l="l" r="r" t="t"/>
              <a:pathLst>
                <a:path extrusionOk="0" h="7222" w="5564">
                  <a:moveTo>
                    <a:pt x="3777" y="4813"/>
                  </a:moveTo>
                  <a:cubicBezTo>
                    <a:pt x="4166" y="4813"/>
                    <a:pt x="4540" y="5115"/>
                    <a:pt x="4540" y="5573"/>
                  </a:cubicBezTo>
                  <a:cubicBezTo>
                    <a:pt x="4540" y="5991"/>
                    <a:pt x="4204" y="6332"/>
                    <a:pt x="3781" y="6332"/>
                  </a:cubicBezTo>
                  <a:cubicBezTo>
                    <a:pt x="3108" y="6332"/>
                    <a:pt x="2767" y="5516"/>
                    <a:pt x="3248" y="5035"/>
                  </a:cubicBezTo>
                  <a:cubicBezTo>
                    <a:pt x="3401" y="4882"/>
                    <a:pt x="3591" y="4813"/>
                    <a:pt x="3777" y="4813"/>
                  </a:cubicBezTo>
                  <a:close/>
                  <a:moveTo>
                    <a:pt x="706" y="1"/>
                  </a:moveTo>
                  <a:cubicBezTo>
                    <a:pt x="529" y="222"/>
                    <a:pt x="279" y="385"/>
                    <a:pt x="0" y="457"/>
                  </a:cubicBezTo>
                  <a:lnTo>
                    <a:pt x="1792" y="4829"/>
                  </a:lnTo>
                  <a:cubicBezTo>
                    <a:pt x="1946" y="5203"/>
                    <a:pt x="2080" y="5593"/>
                    <a:pt x="2186" y="5986"/>
                  </a:cubicBezTo>
                  <a:cubicBezTo>
                    <a:pt x="2376" y="6715"/>
                    <a:pt x="3029" y="7221"/>
                    <a:pt x="3779" y="7221"/>
                  </a:cubicBezTo>
                  <a:cubicBezTo>
                    <a:pt x="3786" y="7221"/>
                    <a:pt x="3793" y="7221"/>
                    <a:pt x="3800" y="7221"/>
                  </a:cubicBezTo>
                  <a:cubicBezTo>
                    <a:pt x="4554" y="7216"/>
                    <a:pt x="5212" y="6693"/>
                    <a:pt x="5385" y="5958"/>
                  </a:cubicBezTo>
                  <a:cubicBezTo>
                    <a:pt x="5563" y="5218"/>
                    <a:pt x="5217" y="4459"/>
                    <a:pt x="4545" y="4108"/>
                  </a:cubicBezTo>
                  <a:cubicBezTo>
                    <a:pt x="4303" y="3982"/>
                    <a:pt x="4042" y="3921"/>
                    <a:pt x="3782" y="3921"/>
                  </a:cubicBezTo>
                  <a:cubicBezTo>
                    <a:pt x="3321" y="3921"/>
                    <a:pt x="2866" y="4115"/>
                    <a:pt x="2546" y="4478"/>
                  </a:cubicBezTo>
                  <a:lnTo>
                    <a:pt x="7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0"/>
            <p:cNvSpPr/>
            <p:nvPr/>
          </p:nvSpPr>
          <p:spPr>
            <a:xfrm>
              <a:off x="5032618" y="1681253"/>
              <a:ext cx="25159" cy="27332"/>
            </a:xfrm>
            <a:custGeom>
              <a:rect b="b" l="l" r="r" t="t"/>
              <a:pathLst>
                <a:path extrusionOk="0" h="1044" w="961">
                  <a:moveTo>
                    <a:pt x="706" y="1"/>
                  </a:moveTo>
                  <a:cubicBezTo>
                    <a:pt x="524" y="226"/>
                    <a:pt x="279" y="385"/>
                    <a:pt x="0" y="457"/>
                  </a:cubicBezTo>
                  <a:lnTo>
                    <a:pt x="240" y="1043"/>
                  </a:lnTo>
                  <a:cubicBezTo>
                    <a:pt x="519" y="981"/>
                    <a:pt x="769" y="827"/>
                    <a:pt x="961" y="611"/>
                  </a:cubicBezTo>
                  <a:lnTo>
                    <a:pt x="706" y="1"/>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0"/>
            <p:cNvSpPr/>
            <p:nvPr/>
          </p:nvSpPr>
          <p:spPr>
            <a:xfrm>
              <a:off x="5006438" y="1646041"/>
              <a:ext cx="30343" cy="25866"/>
            </a:xfrm>
            <a:custGeom>
              <a:rect b="b" l="l" r="r" t="t"/>
              <a:pathLst>
                <a:path extrusionOk="0" h="988" w="1159">
                  <a:moveTo>
                    <a:pt x="664" y="1"/>
                  </a:moveTo>
                  <a:cubicBezTo>
                    <a:pt x="222" y="1"/>
                    <a:pt x="1" y="534"/>
                    <a:pt x="313" y="841"/>
                  </a:cubicBezTo>
                  <a:cubicBezTo>
                    <a:pt x="414" y="942"/>
                    <a:pt x="538" y="988"/>
                    <a:pt x="659" y="988"/>
                  </a:cubicBezTo>
                  <a:cubicBezTo>
                    <a:pt x="912" y="988"/>
                    <a:pt x="1154" y="791"/>
                    <a:pt x="1154" y="495"/>
                  </a:cubicBezTo>
                  <a:cubicBezTo>
                    <a:pt x="1159" y="222"/>
                    <a:pt x="933" y="1"/>
                    <a:pt x="66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0"/>
            <p:cNvSpPr/>
            <p:nvPr/>
          </p:nvSpPr>
          <p:spPr>
            <a:xfrm>
              <a:off x="4956513" y="1783878"/>
              <a:ext cx="44297" cy="75110"/>
            </a:xfrm>
            <a:custGeom>
              <a:rect b="b" l="l" r="r" t="t"/>
              <a:pathLst>
                <a:path extrusionOk="0" h="2869" w="1692">
                  <a:moveTo>
                    <a:pt x="846" y="414"/>
                  </a:moveTo>
                  <a:cubicBezTo>
                    <a:pt x="1086" y="414"/>
                    <a:pt x="1278" y="606"/>
                    <a:pt x="1278" y="846"/>
                  </a:cubicBezTo>
                  <a:lnTo>
                    <a:pt x="1278" y="2028"/>
                  </a:lnTo>
                  <a:cubicBezTo>
                    <a:pt x="1278" y="2263"/>
                    <a:pt x="1086" y="2460"/>
                    <a:pt x="846" y="2460"/>
                  </a:cubicBezTo>
                  <a:cubicBezTo>
                    <a:pt x="606" y="2460"/>
                    <a:pt x="414" y="2263"/>
                    <a:pt x="414" y="2028"/>
                  </a:cubicBezTo>
                  <a:lnTo>
                    <a:pt x="414" y="846"/>
                  </a:lnTo>
                  <a:cubicBezTo>
                    <a:pt x="414" y="606"/>
                    <a:pt x="606" y="414"/>
                    <a:pt x="846" y="414"/>
                  </a:cubicBezTo>
                  <a:close/>
                  <a:moveTo>
                    <a:pt x="846" y="1"/>
                  </a:moveTo>
                  <a:cubicBezTo>
                    <a:pt x="380" y="1"/>
                    <a:pt x="1" y="375"/>
                    <a:pt x="1" y="841"/>
                  </a:cubicBezTo>
                  <a:lnTo>
                    <a:pt x="1" y="2023"/>
                  </a:lnTo>
                  <a:cubicBezTo>
                    <a:pt x="1" y="2489"/>
                    <a:pt x="380" y="2869"/>
                    <a:pt x="846" y="2869"/>
                  </a:cubicBezTo>
                  <a:cubicBezTo>
                    <a:pt x="1312" y="2869"/>
                    <a:pt x="1692" y="2489"/>
                    <a:pt x="1692" y="2023"/>
                  </a:cubicBezTo>
                  <a:lnTo>
                    <a:pt x="1692" y="841"/>
                  </a:lnTo>
                  <a:cubicBezTo>
                    <a:pt x="1687" y="375"/>
                    <a:pt x="1312" y="1"/>
                    <a:pt x="8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0"/>
            <p:cNvSpPr/>
            <p:nvPr/>
          </p:nvSpPr>
          <p:spPr>
            <a:xfrm>
              <a:off x="4999160" y="1640621"/>
              <a:ext cx="43040" cy="36783"/>
            </a:xfrm>
            <a:custGeom>
              <a:rect b="b" l="l" r="r" t="t"/>
              <a:pathLst>
                <a:path extrusionOk="0" h="1405" w="1644">
                  <a:moveTo>
                    <a:pt x="938" y="410"/>
                  </a:moveTo>
                  <a:cubicBezTo>
                    <a:pt x="1087" y="410"/>
                    <a:pt x="1230" y="527"/>
                    <a:pt x="1230" y="702"/>
                  </a:cubicBezTo>
                  <a:cubicBezTo>
                    <a:pt x="1230" y="861"/>
                    <a:pt x="1100" y="991"/>
                    <a:pt x="937" y="995"/>
                  </a:cubicBezTo>
                  <a:lnTo>
                    <a:pt x="937" y="991"/>
                  </a:lnTo>
                  <a:cubicBezTo>
                    <a:pt x="682" y="991"/>
                    <a:pt x="553" y="678"/>
                    <a:pt x="735" y="496"/>
                  </a:cubicBezTo>
                  <a:cubicBezTo>
                    <a:pt x="794" y="437"/>
                    <a:pt x="867" y="410"/>
                    <a:pt x="938" y="410"/>
                  </a:cubicBezTo>
                  <a:close/>
                  <a:moveTo>
                    <a:pt x="937" y="1"/>
                  </a:moveTo>
                  <a:cubicBezTo>
                    <a:pt x="312" y="1"/>
                    <a:pt x="0" y="755"/>
                    <a:pt x="442" y="1197"/>
                  </a:cubicBezTo>
                  <a:cubicBezTo>
                    <a:pt x="585" y="1340"/>
                    <a:pt x="761" y="1404"/>
                    <a:pt x="935" y="1404"/>
                  </a:cubicBezTo>
                  <a:cubicBezTo>
                    <a:pt x="1296" y="1404"/>
                    <a:pt x="1643" y="1125"/>
                    <a:pt x="1643" y="702"/>
                  </a:cubicBezTo>
                  <a:cubicBezTo>
                    <a:pt x="1638" y="313"/>
                    <a:pt x="1326" y="1"/>
                    <a:pt x="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0"/>
            <p:cNvSpPr/>
            <p:nvPr/>
          </p:nvSpPr>
          <p:spPr>
            <a:xfrm>
              <a:off x="5106445" y="1802126"/>
              <a:ext cx="58879" cy="50318"/>
            </a:xfrm>
            <a:custGeom>
              <a:rect b="b" l="l" r="r" t="t"/>
              <a:pathLst>
                <a:path extrusionOk="0" h="1922" w="2249">
                  <a:moveTo>
                    <a:pt x="961" y="409"/>
                  </a:moveTo>
                  <a:cubicBezTo>
                    <a:pt x="1456" y="409"/>
                    <a:pt x="1701" y="1000"/>
                    <a:pt x="1355" y="1350"/>
                  </a:cubicBezTo>
                  <a:cubicBezTo>
                    <a:pt x="1241" y="1462"/>
                    <a:pt x="1103" y="1512"/>
                    <a:pt x="967" y="1512"/>
                  </a:cubicBezTo>
                  <a:cubicBezTo>
                    <a:pt x="684" y="1512"/>
                    <a:pt x="413" y="1293"/>
                    <a:pt x="413" y="961"/>
                  </a:cubicBezTo>
                  <a:cubicBezTo>
                    <a:pt x="413" y="654"/>
                    <a:pt x="658" y="409"/>
                    <a:pt x="961" y="409"/>
                  </a:cubicBezTo>
                  <a:close/>
                  <a:moveTo>
                    <a:pt x="969" y="0"/>
                  </a:moveTo>
                  <a:cubicBezTo>
                    <a:pt x="475" y="0"/>
                    <a:pt x="0" y="383"/>
                    <a:pt x="0" y="961"/>
                  </a:cubicBezTo>
                  <a:cubicBezTo>
                    <a:pt x="0" y="1490"/>
                    <a:pt x="432" y="1922"/>
                    <a:pt x="961" y="1922"/>
                  </a:cubicBezTo>
                  <a:cubicBezTo>
                    <a:pt x="1821" y="1922"/>
                    <a:pt x="2248" y="889"/>
                    <a:pt x="1643" y="284"/>
                  </a:cubicBezTo>
                  <a:cubicBezTo>
                    <a:pt x="1447" y="88"/>
                    <a:pt x="1206" y="0"/>
                    <a:pt x="9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0"/>
            <p:cNvSpPr/>
            <p:nvPr/>
          </p:nvSpPr>
          <p:spPr>
            <a:xfrm>
              <a:off x="4935019" y="1516109"/>
              <a:ext cx="246642" cy="368667"/>
            </a:xfrm>
            <a:custGeom>
              <a:rect b="b" l="l" r="r" t="t"/>
              <a:pathLst>
                <a:path extrusionOk="0" h="14082" w="9421">
                  <a:moveTo>
                    <a:pt x="3022" y="414"/>
                  </a:moveTo>
                  <a:cubicBezTo>
                    <a:pt x="3353" y="414"/>
                    <a:pt x="3622" y="683"/>
                    <a:pt x="3622" y="1015"/>
                  </a:cubicBezTo>
                  <a:lnTo>
                    <a:pt x="3622" y="3887"/>
                  </a:lnTo>
                  <a:cubicBezTo>
                    <a:pt x="3545" y="3876"/>
                    <a:pt x="3467" y="3870"/>
                    <a:pt x="3390" y="3870"/>
                  </a:cubicBezTo>
                  <a:cubicBezTo>
                    <a:pt x="3057" y="3870"/>
                    <a:pt x="2728" y="3976"/>
                    <a:pt x="2455" y="4171"/>
                  </a:cubicBezTo>
                  <a:cubicBezTo>
                    <a:pt x="2445" y="4176"/>
                    <a:pt x="2436" y="4180"/>
                    <a:pt x="2426" y="4190"/>
                  </a:cubicBezTo>
                  <a:lnTo>
                    <a:pt x="2426" y="1015"/>
                  </a:lnTo>
                  <a:lnTo>
                    <a:pt x="2421" y="1015"/>
                  </a:lnTo>
                  <a:cubicBezTo>
                    <a:pt x="2421" y="683"/>
                    <a:pt x="2690" y="414"/>
                    <a:pt x="3022" y="414"/>
                  </a:cubicBezTo>
                  <a:close/>
                  <a:moveTo>
                    <a:pt x="3031" y="1"/>
                  </a:moveTo>
                  <a:cubicBezTo>
                    <a:pt x="2474" y="1"/>
                    <a:pt x="2018" y="453"/>
                    <a:pt x="2018" y="1015"/>
                  </a:cubicBezTo>
                  <a:lnTo>
                    <a:pt x="2018" y="4670"/>
                  </a:lnTo>
                  <a:cubicBezTo>
                    <a:pt x="1710" y="5199"/>
                    <a:pt x="1744" y="5867"/>
                    <a:pt x="2109" y="6361"/>
                  </a:cubicBezTo>
                  <a:lnTo>
                    <a:pt x="2109" y="9306"/>
                  </a:lnTo>
                  <a:cubicBezTo>
                    <a:pt x="1965" y="9268"/>
                    <a:pt x="1821" y="9249"/>
                    <a:pt x="1677" y="9249"/>
                  </a:cubicBezTo>
                  <a:cubicBezTo>
                    <a:pt x="750" y="9249"/>
                    <a:pt x="0" y="9998"/>
                    <a:pt x="0" y="10925"/>
                  </a:cubicBezTo>
                  <a:lnTo>
                    <a:pt x="0" y="12405"/>
                  </a:lnTo>
                  <a:cubicBezTo>
                    <a:pt x="0" y="13332"/>
                    <a:pt x="750" y="14082"/>
                    <a:pt x="1677" y="14082"/>
                  </a:cubicBezTo>
                  <a:cubicBezTo>
                    <a:pt x="2604" y="14082"/>
                    <a:pt x="3353" y="13332"/>
                    <a:pt x="3353" y="12405"/>
                  </a:cubicBezTo>
                  <a:lnTo>
                    <a:pt x="3353" y="7015"/>
                  </a:lnTo>
                  <a:cubicBezTo>
                    <a:pt x="3364" y="7015"/>
                    <a:pt x="3374" y="7015"/>
                    <a:pt x="3383" y="7015"/>
                  </a:cubicBezTo>
                  <a:cubicBezTo>
                    <a:pt x="3479" y="7015"/>
                    <a:pt x="3511" y="6994"/>
                    <a:pt x="3598" y="6981"/>
                  </a:cubicBezTo>
                  <a:lnTo>
                    <a:pt x="4357" y="8831"/>
                  </a:lnTo>
                  <a:cubicBezTo>
                    <a:pt x="4397" y="8916"/>
                    <a:pt x="4469" y="8952"/>
                    <a:pt x="4541" y="8952"/>
                  </a:cubicBezTo>
                  <a:cubicBezTo>
                    <a:pt x="4672" y="8952"/>
                    <a:pt x="4804" y="8833"/>
                    <a:pt x="4742" y="8672"/>
                  </a:cubicBezTo>
                  <a:lnTo>
                    <a:pt x="4011" y="6885"/>
                  </a:lnTo>
                  <a:cubicBezTo>
                    <a:pt x="4088" y="6847"/>
                    <a:pt x="4160" y="6803"/>
                    <a:pt x="4232" y="6751"/>
                  </a:cubicBezTo>
                  <a:cubicBezTo>
                    <a:pt x="4237" y="6751"/>
                    <a:pt x="4353" y="6683"/>
                    <a:pt x="4372" y="6664"/>
                  </a:cubicBezTo>
                  <a:lnTo>
                    <a:pt x="6092" y="10858"/>
                  </a:lnTo>
                  <a:cubicBezTo>
                    <a:pt x="6126" y="10943"/>
                    <a:pt x="6205" y="10990"/>
                    <a:pt x="6285" y="10990"/>
                  </a:cubicBezTo>
                  <a:cubicBezTo>
                    <a:pt x="6341" y="10990"/>
                    <a:pt x="6396" y="10968"/>
                    <a:pt x="6438" y="10920"/>
                  </a:cubicBezTo>
                  <a:cubicBezTo>
                    <a:pt x="6715" y="10606"/>
                    <a:pt x="7112" y="10430"/>
                    <a:pt x="7523" y="10430"/>
                  </a:cubicBezTo>
                  <a:cubicBezTo>
                    <a:pt x="7539" y="10430"/>
                    <a:pt x="7555" y="10430"/>
                    <a:pt x="7571" y="10430"/>
                  </a:cubicBezTo>
                  <a:cubicBezTo>
                    <a:pt x="8835" y="10474"/>
                    <a:pt x="9421" y="12001"/>
                    <a:pt x="8551" y="12890"/>
                  </a:cubicBezTo>
                  <a:cubicBezTo>
                    <a:pt x="8261" y="13184"/>
                    <a:pt x="7892" y="13320"/>
                    <a:pt x="7529" y="13320"/>
                  </a:cubicBezTo>
                  <a:cubicBezTo>
                    <a:pt x="6908" y="13320"/>
                    <a:pt x="6301" y="12922"/>
                    <a:pt x="6125" y="12237"/>
                  </a:cubicBezTo>
                  <a:cubicBezTo>
                    <a:pt x="5919" y="11425"/>
                    <a:pt x="5606" y="10810"/>
                    <a:pt x="5155" y="9667"/>
                  </a:cubicBezTo>
                  <a:cubicBezTo>
                    <a:pt x="5115" y="9579"/>
                    <a:pt x="5042" y="9542"/>
                    <a:pt x="4969" y="9542"/>
                  </a:cubicBezTo>
                  <a:cubicBezTo>
                    <a:pt x="4839" y="9542"/>
                    <a:pt x="4709" y="9660"/>
                    <a:pt x="4771" y="9820"/>
                  </a:cubicBezTo>
                  <a:cubicBezTo>
                    <a:pt x="5222" y="10959"/>
                    <a:pt x="5525" y="11564"/>
                    <a:pt x="5727" y="12338"/>
                  </a:cubicBezTo>
                  <a:cubicBezTo>
                    <a:pt x="5941" y="13164"/>
                    <a:pt x="6689" y="13728"/>
                    <a:pt x="7521" y="13728"/>
                  </a:cubicBezTo>
                  <a:cubicBezTo>
                    <a:pt x="7603" y="13728"/>
                    <a:pt x="7685" y="13723"/>
                    <a:pt x="7768" y="13712"/>
                  </a:cubicBezTo>
                  <a:cubicBezTo>
                    <a:pt x="8700" y="13582"/>
                    <a:pt x="9392" y="12784"/>
                    <a:pt x="9378" y="11843"/>
                  </a:cubicBezTo>
                  <a:cubicBezTo>
                    <a:pt x="9354" y="10766"/>
                    <a:pt x="8448" y="10028"/>
                    <a:pt x="7497" y="10028"/>
                  </a:cubicBezTo>
                  <a:cubicBezTo>
                    <a:pt x="7103" y="10028"/>
                    <a:pt x="6701" y="10154"/>
                    <a:pt x="6351" y="10435"/>
                  </a:cubicBezTo>
                  <a:lnTo>
                    <a:pt x="4670" y="6337"/>
                  </a:lnTo>
                  <a:cubicBezTo>
                    <a:pt x="4766" y="6203"/>
                    <a:pt x="4838" y="6054"/>
                    <a:pt x="4886" y="5900"/>
                  </a:cubicBezTo>
                  <a:lnTo>
                    <a:pt x="5948" y="4839"/>
                  </a:lnTo>
                  <a:cubicBezTo>
                    <a:pt x="6095" y="4688"/>
                    <a:pt x="5957" y="4480"/>
                    <a:pt x="5798" y="4480"/>
                  </a:cubicBezTo>
                  <a:cubicBezTo>
                    <a:pt x="5750" y="4480"/>
                    <a:pt x="5699" y="4500"/>
                    <a:pt x="5654" y="4546"/>
                  </a:cubicBezTo>
                  <a:cubicBezTo>
                    <a:pt x="4497" y="5718"/>
                    <a:pt x="4526" y="5641"/>
                    <a:pt x="4502" y="5737"/>
                  </a:cubicBezTo>
                  <a:cubicBezTo>
                    <a:pt x="4439" y="5939"/>
                    <a:pt x="4329" y="6126"/>
                    <a:pt x="4175" y="6270"/>
                  </a:cubicBezTo>
                  <a:cubicBezTo>
                    <a:pt x="4088" y="6361"/>
                    <a:pt x="3983" y="6434"/>
                    <a:pt x="3867" y="6482"/>
                  </a:cubicBezTo>
                  <a:cubicBezTo>
                    <a:pt x="3819" y="6506"/>
                    <a:pt x="3766" y="6530"/>
                    <a:pt x="3714" y="6549"/>
                  </a:cubicBezTo>
                  <a:cubicBezTo>
                    <a:pt x="3606" y="6585"/>
                    <a:pt x="3492" y="6604"/>
                    <a:pt x="3378" y="6604"/>
                  </a:cubicBezTo>
                  <a:cubicBezTo>
                    <a:pt x="3309" y="6604"/>
                    <a:pt x="3240" y="6597"/>
                    <a:pt x="3171" y="6582"/>
                  </a:cubicBezTo>
                  <a:cubicBezTo>
                    <a:pt x="3160" y="6581"/>
                    <a:pt x="3149" y="6580"/>
                    <a:pt x="3139" y="6580"/>
                  </a:cubicBezTo>
                  <a:cubicBezTo>
                    <a:pt x="3027" y="6580"/>
                    <a:pt x="2931" y="6670"/>
                    <a:pt x="2931" y="6789"/>
                  </a:cubicBezTo>
                  <a:lnTo>
                    <a:pt x="2931" y="12405"/>
                  </a:lnTo>
                  <a:cubicBezTo>
                    <a:pt x="2897" y="13073"/>
                    <a:pt x="2344" y="13601"/>
                    <a:pt x="1672" y="13601"/>
                  </a:cubicBezTo>
                  <a:cubicBezTo>
                    <a:pt x="999" y="13601"/>
                    <a:pt x="442" y="13073"/>
                    <a:pt x="413" y="12405"/>
                  </a:cubicBezTo>
                  <a:lnTo>
                    <a:pt x="413" y="10920"/>
                  </a:lnTo>
                  <a:cubicBezTo>
                    <a:pt x="413" y="10189"/>
                    <a:pt x="1012" y="9655"/>
                    <a:pt x="1673" y="9655"/>
                  </a:cubicBezTo>
                  <a:cubicBezTo>
                    <a:pt x="1854" y="9655"/>
                    <a:pt x="2040" y="9695"/>
                    <a:pt x="2220" y="9782"/>
                  </a:cubicBezTo>
                  <a:cubicBezTo>
                    <a:pt x="2249" y="9797"/>
                    <a:pt x="2279" y="9803"/>
                    <a:pt x="2309" y="9803"/>
                  </a:cubicBezTo>
                  <a:cubicBezTo>
                    <a:pt x="2416" y="9803"/>
                    <a:pt x="2514" y="9716"/>
                    <a:pt x="2517" y="9599"/>
                  </a:cubicBezTo>
                  <a:cubicBezTo>
                    <a:pt x="2498" y="6174"/>
                    <a:pt x="2551" y="6270"/>
                    <a:pt x="2469" y="6165"/>
                  </a:cubicBezTo>
                  <a:cubicBezTo>
                    <a:pt x="1847" y="5375"/>
                    <a:pt x="2466" y="4279"/>
                    <a:pt x="3373" y="4279"/>
                  </a:cubicBezTo>
                  <a:cubicBezTo>
                    <a:pt x="3488" y="4279"/>
                    <a:pt x="3607" y="4297"/>
                    <a:pt x="3728" y="4334"/>
                  </a:cubicBezTo>
                  <a:cubicBezTo>
                    <a:pt x="3791" y="4353"/>
                    <a:pt x="3848" y="4377"/>
                    <a:pt x="3906" y="4401"/>
                  </a:cubicBezTo>
                  <a:cubicBezTo>
                    <a:pt x="3937" y="4418"/>
                    <a:pt x="3970" y="4426"/>
                    <a:pt x="4003" y="4426"/>
                  </a:cubicBezTo>
                  <a:cubicBezTo>
                    <a:pt x="4056" y="4426"/>
                    <a:pt x="4107" y="4405"/>
                    <a:pt x="4146" y="4363"/>
                  </a:cubicBezTo>
                  <a:lnTo>
                    <a:pt x="6567" y="1942"/>
                  </a:lnTo>
                  <a:cubicBezTo>
                    <a:pt x="6681" y="1847"/>
                    <a:pt x="6819" y="1800"/>
                    <a:pt x="6958" y="1800"/>
                  </a:cubicBezTo>
                  <a:cubicBezTo>
                    <a:pt x="7113" y="1800"/>
                    <a:pt x="7267" y="1859"/>
                    <a:pt x="7384" y="1975"/>
                  </a:cubicBezTo>
                  <a:cubicBezTo>
                    <a:pt x="7605" y="2196"/>
                    <a:pt x="7619" y="2552"/>
                    <a:pt x="7418" y="2792"/>
                  </a:cubicBezTo>
                  <a:lnTo>
                    <a:pt x="6303" y="3902"/>
                  </a:lnTo>
                  <a:cubicBezTo>
                    <a:pt x="6156" y="4053"/>
                    <a:pt x="6293" y="4260"/>
                    <a:pt x="6452" y="4260"/>
                  </a:cubicBezTo>
                  <a:cubicBezTo>
                    <a:pt x="6501" y="4260"/>
                    <a:pt x="6551" y="4241"/>
                    <a:pt x="6596" y="4195"/>
                  </a:cubicBezTo>
                  <a:lnTo>
                    <a:pt x="7711" y="3085"/>
                  </a:lnTo>
                  <a:cubicBezTo>
                    <a:pt x="8340" y="2451"/>
                    <a:pt x="7888" y="1356"/>
                    <a:pt x="6995" y="1356"/>
                  </a:cubicBezTo>
                  <a:cubicBezTo>
                    <a:pt x="6726" y="1356"/>
                    <a:pt x="6471" y="1461"/>
                    <a:pt x="6279" y="1649"/>
                  </a:cubicBezTo>
                  <a:lnTo>
                    <a:pt x="4045" y="3887"/>
                  </a:lnTo>
                  <a:lnTo>
                    <a:pt x="4045" y="1015"/>
                  </a:lnTo>
                  <a:cubicBezTo>
                    <a:pt x="4045" y="453"/>
                    <a:pt x="3594" y="1"/>
                    <a:pt x="3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0" name="Google Shape;9300;p80"/>
          <p:cNvGrpSpPr/>
          <p:nvPr/>
        </p:nvGrpSpPr>
        <p:grpSpPr>
          <a:xfrm>
            <a:off x="7989335" y="3360019"/>
            <a:ext cx="291698" cy="368405"/>
            <a:chOff x="7989335" y="3360019"/>
            <a:chExt cx="291698" cy="368405"/>
          </a:xfrm>
        </p:grpSpPr>
        <p:sp>
          <p:nvSpPr>
            <p:cNvPr id="9301" name="Google Shape;9301;p80"/>
            <p:cNvSpPr/>
            <p:nvPr/>
          </p:nvSpPr>
          <p:spPr>
            <a:xfrm>
              <a:off x="7996142" y="3384419"/>
              <a:ext cx="278215" cy="337094"/>
            </a:xfrm>
            <a:custGeom>
              <a:rect b="b" l="l" r="r" t="t"/>
              <a:pathLst>
                <a:path extrusionOk="0" h="12876" w="10627">
                  <a:moveTo>
                    <a:pt x="615" y="1"/>
                  </a:moveTo>
                  <a:cubicBezTo>
                    <a:pt x="274" y="1"/>
                    <a:pt x="0" y="274"/>
                    <a:pt x="0" y="611"/>
                  </a:cubicBezTo>
                  <a:lnTo>
                    <a:pt x="0" y="12265"/>
                  </a:lnTo>
                  <a:cubicBezTo>
                    <a:pt x="0" y="12602"/>
                    <a:pt x="274" y="12875"/>
                    <a:pt x="615" y="12875"/>
                  </a:cubicBezTo>
                  <a:lnTo>
                    <a:pt x="10016" y="12875"/>
                  </a:lnTo>
                  <a:cubicBezTo>
                    <a:pt x="10353" y="12875"/>
                    <a:pt x="10627" y="12602"/>
                    <a:pt x="10627" y="12265"/>
                  </a:cubicBezTo>
                  <a:lnTo>
                    <a:pt x="10627" y="611"/>
                  </a:lnTo>
                  <a:cubicBezTo>
                    <a:pt x="10627" y="274"/>
                    <a:pt x="10353" y="1"/>
                    <a:pt x="10016"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0"/>
            <p:cNvSpPr/>
            <p:nvPr/>
          </p:nvSpPr>
          <p:spPr>
            <a:xfrm>
              <a:off x="8210058" y="3384419"/>
              <a:ext cx="64298" cy="337094"/>
            </a:xfrm>
            <a:custGeom>
              <a:rect b="b" l="l" r="r" t="t"/>
              <a:pathLst>
                <a:path extrusionOk="0" h="12876" w="2456">
                  <a:moveTo>
                    <a:pt x="1" y="1"/>
                  </a:moveTo>
                  <a:cubicBezTo>
                    <a:pt x="337" y="1"/>
                    <a:pt x="611" y="274"/>
                    <a:pt x="611" y="611"/>
                  </a:cubicBezTo>
                  <a:lnTo>
                    <a:pt x="611" y="12265"/>
                  </a:lnTo>
                  <a:cubicBezTo>
                    <a:pt x="611" y="12602"/>
                    <a:pt x="337" y="12875"/>
                    <a:pt x="1" y="12875"/>
                  </a:cubicBezTo>
                  <a:lnTo>
                    <a:pt x="1845" y="12875"/>
                  </a:lnTo>
                  <a:cubicBezTo>
                    <a:pt x="2182" y="12875"/>
                    <a:pt x="2456" y="12602"/>
                    <a:pt x="2456" y="12265"/>
                  </a:cubicBezTo>
                  <a:lnTo>
                    <a:pt x="2456" y="611"/>
                  </a:lnTo>
                  <a:cubicBezTo>
                    <a:pt x="2456" y="274"/>
                    <a:pt x="2182" y="1"/>
                    <a:pt x="184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0"/>
            <p:cNvSpPr/>
            <p:nvPr/>
          </p:nvSpPr>
          <p:spPr>
            <a:xfrm>
              <a:off x="8030202" y="3384419"/>
              <a:ext cx="210068" cy="305782"/>
            </a:xfrm>
            <a:custGeom>
              <a:rect b="b" l="l" r="r" t="t"/>
              <a:pathLst>
                <a:path extrusionOk="0" h="11680" w="8024">
                  <a:moveTo>
                    <a:pt x="1" y="1"/>
                  </a:moveTo>
                  <a:lnTo>
                    <a:pt x="1" y="11679"/>
                  </a:lnTo>
                  <a:lnTo>
                    <a:pt x="8024" y="11679"/>
                  </a:lnTo>
                  <a:lnTo>
                    <a:pt x="8024"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0"/>
            <p:cNvSpPr/>
            <p:nvPr/>
          </p:nvSpPr>
          <p:spPr>
            <a:xfrm>
              <a:off x="8030202" y="3384419"/>
              <a:ext cx="210068" cy="305782"/>
            </a:xfrm>
            <a:custGeom>
              <a:rect b="b" l="l" r="r" t="t"/>
              <a:pathLst>
                <a:path extrusionOk="0" h="11680" w="8024">
                  <a:moveTo>
                    <a:pt x="6880" y="1"/>
                  </a:moveTo>
                  <a:lnTo>
                    <a:pt x="6880" y="7336"/>
                  </a:lnTo>
                  <a:cubicBezTo>
                    <a:pt x="6880" y="9099"/>
                    <a:pt x="5454" y="10531"/>
                    <a:pt x="3690" y="10531"/>
                  </a:cubicBezTo>
                  <a:lnTo>
                    <a:pt x="1" y="10531"/>
                  </a:lnTo>
                  <a:lnTo>
                    <a:pt x="1" y="11679"/>
                  </a:lnTo>
                  <a:lnTo>
                    <a:pt x="8024" y="11679"/>
                  </a:lnTo>
                  <a:lnTo>
                    <a:pt x="8024"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0"/>
            <p:cNvSpPr/>
            <p:nvPr/>
          </p:nvSpPr>
          <p:spPr>
            <a:xfrm>
              <a:off x="8063162" y="3367192"/>
              <a:ext cx="144540" cy="70843"/>
            </a:xfrm>
            <a:custGeom>
              <a:rect b="b" l="l" r="r" t="t"/>
              <a:pathLst>
                <a:path extrusionOk="0" h="2706" w="5521">
                  <a:moveTo>
                    <a:pt x="438" y="1"/>
                  </a:moveTo>
                  <a:cubicBezTo>
                    <a:pt x="198" y="1"/>
                    <a:pt x="1" y="197"/>
                    <a:pt x="1" y="442"/>
                  </a:cubicBezTo>
                  <a:lnTo>
                    <a:pt x="1" y="1326"/>
                  </a:lnTo>
                  <a:cubicBezTo>
                    <a:pt x="1" y="1567"/>
                    <a:pt x="198" y="1764"/>
                    <a:pt x="438" y="1764"/>
                  </a:cubicBezTo>
                  <a:lnTo>
                    <a:pt x="1591" y="1764"/>
                  </a:lnTo>
                  <a:cubicBezTo>
                    <a:pt x="1591" y="2282"/>
                    <a:pt x="2013" y="2705"/>
                    <a:pt x="2532" y="2705"/>
                  </a:cubicBezTo>
                  <a:lnTo>
                    <a:pt x="2989" y="2705"/>
                  </a:lnTo>
                  <a:cubicBezTo>
                    <a:pt x="3508" y="2705"/>
                    <a:pt x="3925" y="2282"/>
                    <a:pt x="3925" y="1764"/>
                  </a:cubicBezTo>
                  <a:lnTo>
                    <a:pt x="5078" y="1764"/>
                  </a:lnTo>
                  <a:cubicBezTo>
                    <a:pt x="5319" y="1764"/>
                    <a:pt x="5516" y="1567"/>
                    <a:pt x="5520" y="1326"/>
                  </a:cubicBezTo>
                  <a:lnTo>
                    <a:pt x="5520" y="442"/>
                  </a:lnTo>
                  <a:cubicBezTo>
                    <a:pt x="5511" y="197"/>
                    <a:pt x="5314" y="5"/>
                    <a:pt x="506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0"/>
            <p:cNvSpPr/>
            <p:nvPr/>
          </p:nvSpPr>
          <p:spPr>
            <a:xfrm>
              <a:off x="8132330" y="3367192"/>
              <a:ext cx="75110" cy="70843"/>
            </a:xfrm>
            <a:custGeom>
              <a:rect b="b" l="l" r="r" t="t"/>
              <a:pathLst>
                <a:path extrusionOk="0" h="2706" w="2869">
                  <a:moveTo>
                    <a:pt x="789" y="1"/>
                  </a:moveTo>
                  <a:cubicBezTo>
                    <a:pt x="1101" y="981"/>
                    <a:pt x="789" y="2047"/>
                    <a:pt x="1" y="2705"/>
                  </a:cubicBezTo>
                  <a:lnTo>
                    <a:pt x="337" y="2705"/>
                  </a:lnTo>
                  <a:cubicBezTo>
                    <a:pt x="856" y="2705"/>
                    <a:pt x="1279" y="2282"/>
                    <a:pt x="1279" y="1764"/>
                  </a:cubicBezTo>
                  <a:lnTo>
                    <a:pt x="2427" y="1764"/>
                  </a:lnTo>
                  <a:cubicBezTo>
                    <a:pt x="2672" y="1764"/>
                    <a:pt x="2869" y="1567"/>
                    <a:pt x="2869" y="1326"/>
                  </a:cubicBezTo>
                  <a:lnTo>
                    <a:pt x="2869" y="442"/>
                  </a:lnTo>
                  <a:cubicBezTo>
                    <a:pt x="2869" y="197"/>
                    <a:pt x="2672" y="1"/>
                    <a:pt x="242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0"/>
            <p:cNvSpPr/>
            <p:nvPr/>
          </p:nvSpPr>
          <p:spPr>
            <a:xfrm>
              <a:off x="7989335" y="3360019"/>
              <a:ext cx="291698" cy="368405"/>
            </a:xfrm>
            <a:custGeom>
              <a:rect b="b" l="l" r="r" t="t"/>
              <a:pathLst>
                <a:path extrusionOk="0" h="14072" w="11142">
                  <a:moveTo>
                    <a:pt x="7918" y="409"/>
                  </a:moveTo>
                  <a:cubicBezTo>
                    <a:pt x="8047" y="409"/>
                    <a:pt x="8158" y="520"/>
                    <a:pt x="8158" y="649"/>
                  </a:cubicBezTo>
                  <a:lnTo>
                    <a:pt x="8158" y="1543"/>
                  </a:lnTo>
                  <a:cubicBezTo>
                    <a:pt x="8158" y="1672"/>
                    <a:pt x="8047" y="1783"/>
                    <a:pt x="7918" y="1783"/>
                  </a:cubicBezTo>
                  <a:lnTo>
                    <a:pt x="6755" y="1783"/>
                  </a:lnTo>
                  <a:cubicBezTo>
                    <a:pt x="6640" y="1783"/>
                    <a:pt x="6549" y="1874"/>
                    <a:pt x="6549" y="1985"/>
                  </a:cubicBezTo>
                  <a:cubicBezTo>
                    <a:pt x="6549" y="2393"/>
                    <a:pt x="6217" y="2725"/>
                    <a:pt x="5809" y="2725"/>
                  </a:cubicBezTo>
                  <a:lnTo>
                    <a:pt x="5348" y="2725"/>
                  </a:lnTo>
                  <a:cubicBezTo>
                    <a:pt x="4939" y="2725"/>
                    <a:pt x="4608" y="2393"/>
                    <a:pt x="4608" y="1985"/>
                  </a:cubicBezTo>
                  <a:cubicBezTo>
                    <a:pt x="4608" y="1874"/>
                    <a:pt x="4516" y="1783"/>
                    <a:pt x="4406" y="1783"/>
                  </a:cubicBezTo>
                  <a:lnTo>
                    <a:pt x="3243" y="1783"/>
                  </a:lnTo>
                  <a:cubicBezTo>
                    <a:pt x="3109" y="1783"/>
                    <a:pt x="3003" y="1672"/>
                    <a:pt x="3003" y="1543"/>
                  </a:cubicBezTo>
                  <a:lnTo>
                    <a:pt x="3003" y="654"/>
                  </a:lnTo>
                  <a:lnTo>
                    <a:pt x="2998" y="649"/>
                  </a:lnTo>
                  <a:cubicBezTo>
                    <a:pt x="2998" y="520"/>
                    <a:pt x="3104" y="409"/>
                    <a:pt x="3239" y="409"/>
                  </a:cubicBezTo>
                  <a:close/>
                  <a:moveTo>
                    <a:pt x="3229" y="1"/>
                  </a:moveTo>
                  <a:cubicBezTo>
                    <a:pt x="2873" y="1"/>
                    <a:pt x="2580" y="294"/>
                    <a:pt x="2580" y="654"/>
                  </a:cubicBezTo>
                  <a:lnTo>
                    <a:pt x="2580" y="664"/>
                  </a:lnTo>
                  <a:lnTo>
                    <a:pt x="822" y="664"/>
                  </a:lnTo>
                  <a:cubicBezTo>
                    <a:pt x="371" y="664"/>
                    <a:pt x="1" y="1029"/>
                    <a:pt x="1" y="1485"/>
                  </a:cubicBezTo>
                  <a:lnTo>
                    <a:pt x="1" y="9762"/>
                  </a:lnTo>
                  <a:cubicBezTo>
                    <a:pt x="1" y="9899"/>
                    <a:pt x="104" y="9968"/>
                    <a:pt x="207" y="9968"/>
                  </a:cubicBezTo>
                  <a:cubicBezTo>
                    <a:pt x="309" y="9968"/>
                    <a:pt x="411" y="9899"/>
                    <a:pt x="409" y="9762"/>
                  </a:cubicBezTo>
                  <a:lnTo>
                    <a:pt x="409" y="1480"/>
                  </a:lnTo>
                  <a:cubicBezTo>
                    <a:pt x="409" y="1255"/>
                    <a:pt x="596" y="1072"/>
                    <a:pt x="822" y="1072"/>
                  </a:cubicBezTo>
                  <a:lnTo>
                    <a:pt x="1307" y="1072"/>
                  </a:lnTo>
                  <a:lnTo>
                    <a:pt x="1307" y="12664"/>
                  </a:lnTo>
                  <a:cubicBezTo>
                    <a:pt x="1307" y="12775"/>
                    <a:pt x="1399" y="12866"/>
                    <a:pt x="1514" y="12866"/>
                  </a:cubicBezTo>
                  <a:lnTo>
                    <a:pt x="9623" y="12866"/>
                  </a:lnTo>
                  <a:cubicBezTo>
                    <a:pt x="9738" y="12866"/>
                    <a:pt x="9830" y="12775"/>
                    <a:pt x="9830" y="12664"/>
                  </a:cubicBezTo>
                  <a:lnTo>
                    <a:pt x="9830" y="1072"/>
                  </a:lnTo>
                  <a:lnTo>
                    <a:pt x="10320" y="1072"/>
                  </a:lnTo>
                  <a:cubicBezTo>
                    <a:pt x="10545" y="1072"/>
                    <a:pt x="10728" y="1255"/>
                    <a:pt x="10728" y="1480"/>
                  </a:cubicBezTo>
                  <a:lnTo>
                    <a:pt x="10728" y="13250"/>
                  </a:lnTo>
                  <a:cubicBezTo>
                    <a:pt x="10728" y="13476"/>
                    <a:pt x="10545" y="13663"/>
                    <a:pt x="10320" y="13663"/>
                  </a:cubicBezTo>
                  <a:lnTo>
                    <a:pt x="822" y="13663"/>
                  </a:lnTo>
                  <a:cubicBezTo>
                    <a:pt x="596" y="13663"/>
                    <a:pt x="414" y="13476"/>
                    <a:pt x="414" y="13250"/>
                  </a:cubicBezTo>
                  <a:lnTo>
                    <a:pt x="414" y="10728"/>
                  </a:lnTo>
                  <a:cubicBezTo>
                    <a:pt x="414" y="10591"/>
                    <a:pt x="312" y="10523"/>
                    <a:pt x="210" y="10523"/>
                  </a:cubicBezTo>
                  <a:cubicBezTo>
                    <a:pt x="107" y="10523"/>
                    <a:pt x="5" y="10591"/>
                    <a:pt x="5" y="10728"/>
                  </a:cubicBezTo>
                  <a:lnTo>
                    <a:pt x="5" y="13250"/>
                  </a:lnTo>
                  <a:cubicBezTo>
                    <a:pt x="5" y="13707"/>
                    <a:pt x="371" y="14072"/>
                    <a:pt x="827" y="14072"/>
                  </a:cubicBezTo>
                  <a:lnTo>
                    <a:pt x="10320" y="14072"/>
                  </a:lnTo>
                  <a:cubicBezTo>
                    <a:pt x="10776" y="14072"/>
                    <a:pt x="11141" y="13707"/>
                    <a:pt x="11141" y="13250"/>
                  </a:cubicBezTo>
                  <a:lnTo>
                    <a:pt x="11141" y="1480"/>
                  </a:lnTo>
                  <a:cubicBezTo>
                    <a:pt x="11141" y="1029"/>
                    <a:pt x="10776" y="659"/>
                    <a:pt x="10325" y="659"/>
                  </a:cubicBezTo>
                  <a:lnTo>
                    <a:pt x="9296" y="659"/>
                  </a:lnTo>
                  <a:cubicBezTo>
                    <a:pt x="9023" y="659"/>
                    <a:pt x="9023" y="1072"/>
                    <a:pt x="9296" y="1072"/>
                  </a:cubicBezTo>
                  <a:lnTo>
                    <a:pt x="9421" y="1072"/>
                  </a:lnTo>
                  <a:lnTo>
                    <a:pt x="9421" y="12457"/>
                  </a:lnTo>
                  <a:lnTo>
                    <a:pt x="1725" y="12457"/>
                  </a:lnTo>
                  <a:lnTo>
                    <a:pt x="1725" y="1072"/>
                  </a:lnTo>
                  <a:lnTo>
                    <a:pt x="2580" y="1072"/>
                  </a:lnTo>
                  <a:lnTo>
                    <a:pt x="2580" y="1543"/>
                  </a:lnTo>
                  <a:cubicBezTo>
                    <a:pt x="2580" y="1898"/>
                    <a:pt x="2873" y="2191"/>
                    <a:pt x="3234" y="2191"/>
                  </a:cubicBezTo>
                  <a:lnTo>
                    <a:pt x="4209" y="2191"/>
                  </a:lnTo>
                  <a:cubicBezTo>
                    <a:pt x="4310" y="2739"/>
                    <a:pt x="4785" y="3138"/>
                    <a:pt x="5343" y="3138"/>
                  </a:cubicBezTo>
                  <a:lnTo>
                    <a:pt x="5804" y="3138"/>
                  </a:lnTo>
                  <a:cubicBezTo>
                    <a:pt x="6361" y="3138"/>
                    <a:pt x="6837" y="2739"/>
                    <a:pt x="6938" y="2191"/>
                  </a:cubicBezTo>
                  <a:lnTo>
                    <a:pt x="7913" y="2191"/>
                  </a:lnTo>
                  <a:cubicBezTo>
                    <a:pt x="8273" y="2191"/>
                    <a:pt x="8566" y="1898"/>
                    <a:pt x="8566" y="1543"/>
                  </a:cubicBezTo>
                  <a:lnTo>
                    <a:pt x="8566" y="654"/>
                  </a:lnTo>
                  <a:cubicBezTo>
                    <a:pt x="8566" y="294"/>
                    <a:pt x="8273" y="1"/>
                    <a:pt x="7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0"/>
            <p:cNvSpPr/>
            <p:nvPr/>
          </p:nvSpPr>
          <p:spPr>
            <a:xfrm>
              <a:off x="8059262" y="3454476"/>
              <a:ext cx="150064" cy="105165"/>
            </a:xfrm>
            <a:custGeom>
              <a:rect b="b" l="l" r="r" t="t"/>
              <a:pathLst>
                <a:path extrusionOk="0" h="4017" w="5732">
                  <a:moveTo>
                    <a:pt x="3550" y="0"/>
                  </a:moveTo>
                  <a:cubicBezTo>
                    <a:pt x="3463" y="0"/>
                    <a:pt x="3376" y="52"/>
                    <a:pt x="3349" y="154"/>
                  </a:cubicBezTo>
                  <a:lnTo>
                    <a:pt x="2600" y="3099"/>
                  </a:lnTo>
                  <a:lnTo>
                    <a:pt x="1874" y="1000"/>
                  </a:lnTo>
                  <a:cubicBezTo>
                    <a:pt x="1843" y="908"/>
                    <a:pt x="1762" y="859"/>
                    <a:pt x="1680" y="859"/>
                  </a:cubicBezTo>
                  <a:cubicBezTo>
                    <a:pt x="1611" y="859"/>
                    <a:pt x="1541" y="894"/>
                    <a:pt x="1500" y="966"/>
                  </a:cubicBezTo>
                  <a:lnTo>
                    <a:pt x="899" y="2033"/>
                  </a:lnTo>
                  <a:lnTo>
                    <a:pt x="274" y="2033"/>
                  </a:lnTo>
                  <a:cubicBezTo>
                    <a:pt x="1" y="2033"/>
                    <a:pt x="1" y="2446"/>
                    <a:pt x="274" y="2446"/>
                  </a:cubicBezTo>
                  <a:lnTo>
                    <a:pt x="1019" y="2446"/>
                  </a:lnTo>
                  <a:cubicBezTo>
                    <a:pt x="1096" y="2446"/>
                    <a:pt x="1168" y="2403"/>
                    <a:pt x="1202" y="2335"/>
                  </a:cubicBezTo>
                  <a:lnTo>
                    <a:pt x="1634" y="1557"/>
                  </a:lnTo>
                  <a:lnTo>
                    <a:pt x="2432" y="3877"/>
                  </a:lnTo>
                  <a:cubicBezTo>
                    <a:pt x="2464" y="3970"/>
                    <a:pt x="2546" y="4016"/>
                    <a:pt x="2628" y="4016"/>
                  </a:cubicBezTo>
                  <a:cubicBezTo>
                    <a:pt x="2715" y="4016"/>
                    <a:pt x="2801" y="3964"/>
                    <a:pt x="2825" y="3863"/>
                  </a:cubicBezTo>
                  <a:lnTo>
                    <a:pt x="3584" y="894"/>
                  </a:lnTo>
                  <a:lnTo>
                    <a:pt x="4099" y="2302"/>
                  </a:lnTo>
                  <a:cubicBezTo>
                    <a:pt x="4127" y="2383"/>
                    <a:pt x="4204" y="2436"/>
                    <a:pt x="4291" y="2436"/>
                  </a:cubicBezTo>
                  <a:lnTo>
                    <a:pt x="5525" y="2436"/>
                  </a:lnTo>
                  <a:cubicBezTo>
                    <a:pt x="5636" y="2436"/>
                    <a:pt x="5732" y="2345"/>
                    <a:pt x="5732" y="2234"/>
                  </a:cubicBezTo>
                  <a:cubicBezTo>
                    <a:pt x="5732" y="2127"/>
                    <a:pt x="5645" y="2037"/>
                    <a:pt x="5538" y="2037"/>
                  </a:cubicBezTo>
                  <a:cubicBezTo>
                    <a:pt x="5536" y="2037"/>
                    <a:pt x="5533" y="2037"/>
                    <a:pt x="5530" y="2037"/>
                  </a:cubicBezTo>
                  <a:lnTo>
                    <a:pt x="4440" y="2037"/>
                  </a:lnTo>
                  <a:lnTo>
                    <a:pt x="3743" y="135"/>
                  </a:lnTo>
                  <a:cubicBezTo>
                    <a:pt x="3711" y="45"/>
                    <a:pt x="3630" y="0"/>
                    <a:pt x="3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0"/>
            <p:cNvSpPr/>
            <p:nvPr/>
          </p:nvSpPr>
          <p:spPr>
            <a:xfrm>
              <a:off x="8059392" y="3596712"/>
              <a:ext cx="151818" cy="10734"/>
            </a:xfrm>
            <a:custGeom>
              <a:rect b="b" l="l" r="r" t="t"/>
              <a:pathLst>
                <a:path extrusionOk="0" h="410" w="5799">
                  <a:moveTo>
                    <a:pt x="274" y="1"/>
                  </a:moveTo>
                  <a:cubicBezTo>
                    <a:pt x="0" y="1"/>
                    <a:pt x="0" y="409"/>
                    <a:pt x="274" y="409"/>
                  </a:cubicBezTo>
                  <a:lnTo>
                    <a:pt x="5525" y="409"/>
                  </a:lnTo>
                  <a:cubicBezTo>
                    <a:pt x="5799" y="409"/>
                    <a:pt x="5799" y="1"/>
                    <a:pt x="5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0"/>
            <p:cNvSpPr/>
            <p:nvPr/>
          </p:nvSpPr>
          <p:spPr>
            <a:xfrm>
              <a:off x="8059392" y="3644386"/>
              <a:ext cx="151818" cy="10708"/>
            </a:xfrm>
            <a:custGeom>
              <a:rect b="b" l="l" r="r" t="t"/>
              <a:pathLst>
                <a:path extrusionOk="0" h="409" w="5799">
                  <a:moveTo>
                    <a:pt x="270" y="1"/>
                  </a:moveTo>
                  <a:cubicBezTo>
                    <a:pt x="0" y="1"/>
                    <a:pt x="2" y="409"/>
                    <a:pt x="274" y="409"/>
                  </a:cubicBezTo>
                  <a:lnTo>
                    <a:pt x="5525" y="409"/>
                  </a:lnTo>
                  <a:cubicBezTo>
                    <a:pt x="5799" y="409"/>
                    <a:pt x="5799" y="1"/>
                    <a:pt x="5525" y="1"/>
                  </a:cubicBezTo>
                  <a:lnTo>
                    <a:pt x="274" y="1"/>
                  </a:lnTo>
                  <a:cubicBezTo>
                    <a:pt x="273" y="1"/>
                    <a:pt x="271"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80"/>
          <p:cNvGrpSpPr/>
          <p:nvPr/>
        </p:nvGrpSpPr>
        <p:grpSpPr>
          <a:xfrm>
            <a:off x="6633158" y="3359783"/>
            <a:ext cx="368143" cy="368771"/>
            <a:chOff x="6633158" y="3359783"/>
            <a:chExt cx="368143" cy="368771"/>
          </a:xfrm>
        </p:grpSpPr>
        <p:sp>
          <p:nvSpPr>
            <p:cNvPr id="9312" name="Google Shape;9312;p80"/>
            <p:cNvSpPr/>
            <p:nvPr/>
          </p:nvSpPr>
          <p:spPr>
            <a:xfrm>
              <a:off x="6698059" y="3428296"/>
              <a:ext cx="237479" cy="232243"/>
            </a:xfrm>
            <a:custGeom>
              <a:rect b="b" l="l" r="r" t="t"/>
              <a:pathLst>
                <a:path extrusionOk="0" h="8871" w="9071">
                  <a:moveTo>
                    <a:pt x="3629" y="1"/>
                  </a:moveTo>
                  <a:cubicBezTo>
                    <a:pt x="3596" y="1"/>
                    <a:pt x="3563" y="4"/>
                    <a:pt x="3531" y="11"/>
                  </a:cubicBezTo>
                  <a:cubicBezTo>
                    <a:pt x="3205" y="83"/>
                    <a:pt x="3012" y="501"/>
                    <a:pt x="2715" y="645"/>
                  </a:cubicBezTo>
                  <a:cubicBezTo>
                    <a:pt x="2417" y="789"/>
                    <a:pt x="1965" y="683"/>
                    <a:pt x="1711" y="890"/>
                  </a:cubicBezTo>
                  <a:cubicBezTo>
                    <a:pt x="1456" y="1097"/>
                    <a:pt x="1456" y="1567"/>
                    <a:pt x="1249" y="1817"/>
                  </a:cubicBezTo>
                  <a:cubicBezTo>
                    <a:pt x="1043" y="2067"/>
                    <a:pt x="586" y="2177"/>
                    <a:pt x="447" y="2471"/>
                  </a:cubicBezTo>
                  <a:cubicBezTo>
                    <a:pt x="313" y="2764"/>
                    <a:pt x="514" y="3182"/>
                    <a:pt x="438" y="3503"/>
                  </a:cubicBezTo>
                  <a:cubicBezTo>
                    <a:pt x="361" y="3811"/>
                    <a:pt x="0" y="4104"/>
                    <a:pt x="0" y="4435"/>
                  </a:cubicBezTo>
                  <a:cubicBezTo>
                    <a:pt x="0" y="4772"/>
                    <a:pt x="365" y="5060"/>
                    <a:pt x="438" y="5372"/>
                  </a:cubicBezTo>
                  <a:cubicBezTo>
                    <a:pt x="510" y="5694"/>
                    <a:pt x="308" y="6112"/>
                    <a:pt x="447" y="6405"/>
                  </a:cubicBezTo>
                  <a:cubicBezTo>
                    <a:pt x="586" y="6693"/>
                    <a:pt x="1043" y="6799"/>
                    <a:pt x="1249" y="7054"/>
                  </a:cubicBezTo>
                  <a:cubicBezTo>
                    <a:pt x="1456" y="7313"/>
                    <a:pt x="1456" y="7779"/>
                    <a:pt x="1711" y="7981"/>
                  </a:cubicBezTo>
                  <a:cubicBezTo>
                    <a:pt x="1965" y="8187"/>
                    <a:pt x="2422" y="8086"/>
                    <a:pt x="2715" y="8226"/>
                  </a:cubicBezTo>
                  <a:cubicBezTo>
                    <a:pt x="3008" y="8370"/>
                    <a:pt x="3209" y="8783"/>
                    <a:pt x="3531" y="8860"/>
                  </a:cubicBezTo>
                  <a:cubicBezTo>
                    <a:pt x="3564" y="8867"/>
                    <a:pt x="3597" y="8870"/>
                    <a:pt x="3631" y="8870"/>
                  </a:cubicBezTo>
                  <a:cubicBezTo>
                    <a:pt x="3916" y="8870"/>
                    <a:pt x="4239" y="8644"/>
                    <a:pt x="4535" y="8644"/>
                  </a:cubicBezTo>
                  <a:cubicBezTo>
                    <a:pt x="4836" y="8644"/>
                    <a:pt x="5156" y="8870"/>
                    <a:pt x="5443" y="8870"/>
                  </a:cubicBezTo>
                  <a:cubicBezTo>
                    <a:pt x="5477" y="8870"/>
                    <a:pt x="5511" y="8867"/>
                    <a:pt x="5544" y="8860"/>
                  </a:cubicBezTo>
                  <a:cubicBezTo>
                    <a:pt x="5871" y="8788"/>
                    <a:pt x="6063" y="8370"/>
                    <a:pt x="6361" y="8226"/>
                  </a:cubicBezTo>
                  <a:cubicBezTo>
                    <a:pt x="6659" y="8082"/>
                    <a:pt x="7110" y="8187"/>
                    <a:pt x="7365" y="7981"/>
                  </a:cubicBezTo>
                  <a:cubicBezTo>
                    <a:pt x="7620" y="7774"/>
                    <a:pt x="7620" y="7308"/>
                    <a:pt x="7826" y="7054"/>
                  </a:cubicBezTo>
                  <a:cubicBezTo>
                    <a:pt x="8028" y="6804"/>
                    <a:pt x="8484" y="6698"/>
                    <a:pt x="8624" y="6405"/>
                  </a:cubicBezTo>
                  <a:cubicBezTo>
                    <a:pt x="8763" y="6112"/>
                    <a:pt x="8561" y="5694"/>
                    <a:pt x="8638" y="5372"/>
                  </a:cubicBezTo>
                  <a:cubicBezTo>
                    <a:pt x="8710" y="5060"/>
                    <a:pt x="9070" y="4772"/>
                    <a:pt x="9070" y="4435"/>
                  </a:cubicBezTo>
                  <a:cubicBezTo>
                    <a:pt x="9070" y="4104"/>
                    <a:pt x="8705" y="3811"/>
                    <a:pt x="8638" y="3503"/>
                  </a:cubicBezTo>
                  <a:cubicBezTo>
                    <a:pt x="8566" y="3177"/>
                    <a:pt x="8763" y="2759"/>
                    <a:pt x="8624" y="2471"/>
                  </a:cubicBezTo>
                  <a:cubicBezTo>
                    <a:pt x="8484" y="2177"/>
                    <a:pt x="8028" y="2077"/>
                    <a:pt x="7826" y="1817"/>
                  </a:cubicBezTo>
                  <a:cubicBezTo>
                    <a:pt x="7620" y="1558"/>
                    <a:pt x="7620" y="1097"/>
                    <a:pt x="7365" y="890"/>
                  </a:cubicBezTo>
                  <a:cubicBezTo>
                    <a:pt x="7259" y="818"/>
                    <a:pt x="7139" y="775"/>
                    <a:pt x="7014" y="760"/>
                  </a:cubicBezTo>
                  <a:lnTo>
                    <a:pt x="6294" y="607"/>
                  </a:lnTo>
                  <a:cubicBezTo>
                    <a:pt x="6034" y="443"/>
                    <a:pt x="5847" y="83"/>
                    <a:pt x="5544" y="11"/>
                  </a:cubicBezTo>
                  <a:cubicBezTo>
                    <a:pt x="5512" y="4"/>
                    <a:pt x="5478" y="1"/>
                    <a:pt x="5445" y="1"/>
                  </a:cubicBezTo>
                  <a:cubicBezTo>
                    <a:pt x="5157" y="1"/>
                    <a:pt x="4837" y="232"/>
                    <a:pt x="4535" y="232"/>
                  </a:cubicBezTo>
                  <a:cubicBezTo>
                    <a:pt x="4239" y="232"/>
                    <a:pt x="3915" y="1"/>
                    <a:pt x="36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0"/>
            <p:cNvSpPr/>
            <p:nvPr/>
          </p:nvSpPr>
          <p:spPr>
            <a:xfrm>
              <a:off x="6737800" y="3445052"/>
              <a:ext cx="197868" cy="215592"/>
            </a:xfrm>
            <a:custGeom>
              <a:rect b="b" l="l" r="r" t="t"/>
              <a:pathLst>
                <a:path extrusionOk="0" h="8235" w="7558">
                  <a:moveTo>
                    <a:pt x="4920" y="0"/>
                  </a:moveTo>
                  <a:lnTo>
                    <a:pt x="4920" y="0"/>
                  </a:lnTo>
                  <a:cubicBezTo>
                    <a:pt x="6308" y="1523"/>
                    <a:pt x="6457" y="3805"/>
                    <a:pt x="5280" y="5491"/>
                  </a:cubicBezTo>
                  <a:cubicBezTo>
                    <a:pt x="4433" y="6703"/>
                    <a:pt x="3069" y="7379"/>
                    <a:pt x="1662" y="7379"/>
                  </a:cubicBezTo>
                  <a:cubicBezTo>
                    <a:pt x="1105" y="7379"/>
                    <a:pt x="541" y="7273"/>
                    <a:pt x="0" y="7052"/>
                  </a:cubicBezTo>
                  <a:lnTo>
                    <a:pt x="0" y="7052"/>
                  </a:lnTo>
                  <a:cubicBezTo>
                    <a:pt x="39" y="7163"/>
                    <a:pt x="106" y="7264"/>
                    <a:pt x="197" y="7346"/>
                  </a:cubicBezTo>
                  <a:cubicBezTo>
                    <a:pt x="452" y="7552"/>
                    <a:pt x="904" y="7446"/>
                    <a:pt x="1201" y="7591"/>
                  </a:cubicBezTo>
                  <a:cubicBezTo>
                    <a:pt x="1494" y="7735"/>
                    <a:pt x="1691" y="8153"/>
                    <a:pt x="2013" y="8225"/>
                  </a:cubicBezTo>
                  <a:cubicBezTo>
                    <a:pt x="2046" y="8232"/>
                    <a:pt x="2080" y="8235"/>
                    <a:pt x="2114" y="8235"/>
                  </a:cubicBezTo>
                  <a:cubicBezTo>
                    <a:pt x="2403" y="8235"/>
                    <a:pt x="2726" y="8008"/>
                    <a:pt x="3022" y="8008"/>
                  </a:cubicBezTo>
                  <a:cubicBezTo>
                    <a:pt x="3323" y="8008"/>
                    <a:pt x="3643" y="8235"/>
                    <a:pt x="3930" y="8235"/>
                  </a:cubicBezTo>
                  <a:cubicBezTo>
                    <a:pt x="3964" y="8235"/>
                    <a:pt x="3998" y="8232"/>
                    <a:pt x="4031" y="8225"/>
                  </a:cubicBezTo>
                  <a:cubicBezTo>
                    <a:pt x="4353" y="8148"/>
                    <a:pt x="4555" y="7735"/>
                    <a:pt x="4848" y="7591"/>
                  </a:cubicBezTo>
                  <a:cubicBezTo>
                    <a:pt x="5141" y="7451"/>
                    <a:pt x="5597" y="7552"/>
                    <a:pt x="5852" y="7346"/>
                  </a:cubicBezTo>
                  <a:cubicBezTo>
                    <a:pt x="6106" y="7144"/>
                    <a:pt x="6106" y="6678"/>
                    <a:pt x="6313" y="6418"/>
                  </a:cubicBezTo>
                  <a:cubicBezTo>
                    <a:pt x="6515" y="6164"/>
                    <a:pt x="6971" y="6058"/>
                    <a:pt x="7110" y="5770"/>
                  </a:cubicBezTo>
                  <a:cubicBezTo>
                    <a:pt x="7250" y="5477"/>
                    <a:pt x="7048" y="5054"/>
                    <a:pt x="7125" y="4732"/>
                  </a:cubicBezTo>
                  <a:cubicBezTo>
                    <a:pt x="7192" y="4420"/>
                    <a:pt x="7557" y="4132"/>
                    <a:pt x="7557" y="3795"/>
                  </a:cubicBezTo>
                  <a:cubicBezTo>
                    <a:pt x="7557" y="3459"/>
                    <a:pt x="7197" y="3171"/>
                    <a:pt x="7125" y="2859"/>
                  </a:cubicBezTo>
                  <a:cubicBezTo>
                    <a:pt x="7048" y="2537"/>
                    <a:pt x="7250" y="2119"/>
                    <a:pt x="7110" y="1826"/>
                  </a:cubicBezTo>
                  <a:cubicBezTo>
                    <a:pt x="6971" y="1533"/>
                    <a:pt x="6515" y="1427"/>
                    <a:pt x="6308" y="1177"/>
                  </a:cubicBezTo>
                  <a:cubicBezTo>
                    <a:pt x="6106" y="923"/>
                    <a:pt x="6106" y="457"/>
                    <a:pt x="5852" y="250"/>
                  </a:cubicBezTo>
                  <a:cubicBezTo>
                    <a:pt x="5746" y="178"/>
                    <a:pt x="5626" y="130"/>
                    <a:pt x="5496" y="120"/>
                  </a:cubicBezTo>
                  <a:lnTo>
                    <a:pt x="492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0"/>
            <p:cNvSpPr/>
            <p:nvPr/>
          </p:nvSpPr>
          <p:spPr>
            <a:xfrm>
              <a:off x="6761833" y="3472959"/>
              <a:ext cx="32830" cy="28039"/>
            </a:xfrm>
            <a:custGeom>
              <a:rect b="b" l="l" r="r" t="t"/>
              <a:pathLst>
                <a:path extrusionOk="0" h="1071" w="1254">
                  <a:moveTo>
                    <a:pt x="716" y="1"/>
                  </a:moveTo>
                  <a:cubicBezTo>
                    <a:pt x="240" y="1"/>
                    <a:pt x="0" y="577"/>
                    <a:pt x="336" y="913"/>
                  </a:cubicBezTo>
                  <a:cubicBezTo>
                    <a:pt x="446" y="1022"/>
                    <a:pt x="581" y="1070"/>
                    <a:pt x="712" y="1070"/>
                  </a:cubicBezTo>
                  <a:cubicBezTo>
                    <a:pt x="989" y="1070"/>
                    <a:pt x="1254" y="856"/>
                    <a:pt x="1254" y="534"/>
                  </a:cubicBezTo>
                  <a:cubicBezTo>
                    <a:pt x="1254" y="241"/>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0"/>
            <p:cNvSpPr/>
            <p:nvPr/>
          </p:nvSpPr>
          <p:spPr>
            <a:xfrm>
              <a:off x="6798171" y="3365674"/>
              <a:ext cx="32856" cy="28039"/>
            </a:xfrm>
            <a:custGeom>
              <a:rect b="b" l="l" r="r" t="t"/>
              <a:pathLst>
                <a:path extrusionOk="0" h="1071" w="1255">
                  <a:moveTo>
                    <a:pt x="716" y="1"/>
                  </a:moveTo>
                  <a:cubicBezTo>
                    <a:pt x="241" y="1"/>
                    <a:pt x="0" y="573"/>
                    <a:pt x="337" y="914"/>
                  </a:cubicBezTo>
                  <a:cubicBezTo>
                    <a:pt x="447" y="1022"/>
                    <a:pt x="581" y="1071"/>
                    <a:pt x="713" y="1071"/>
                  </a:cubicBezTo>
                  <a:cubicBezTo>
                    <a:pt x="990" y="1071"/>
                    <a:pt x="1254" y="856"/>
                    <a:pt x="1254" y="534"/>
                  </a:cubicBezTo>
                  <a:cubicBezTo>
                    <a:pt x="1254" y="236"/>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0"/>
            <p:cNvSpPr/>
            <p:nvPr/>
          </p:nvSpPr>
          <p:spPr>
            <a:xfrm>
              <a:off x="6852887" y="3519377"/>
              <a:ext cx="32830" cy="28039"/>
            </a:xfrm>
            <a:custGeom>
              <a:rect b="b" l="l" r="r" t="t"/>
              <a:pathLst>
                <a:path extrusionOk="0" h="1071" w="1254">
                  <a:moveTo>
                    <a:pt x="716" y="0"/>
                  </a:moveTo>
                  <a:cubicBezTo>
                    <a:pt x="240" y="0"/>
                    <a:pt x="0" y="577"/>
                    <a:pt x="336" y="913"/>
                  </a:cubicBezTo>
                  <a:cubicBezTo>
                    <a:pt x="446" y="1022"/>
                    <a:pt x="581" y="1070"/>
                    <a:pt x="713" y="1070"/>
                  </a:cubicBezTo>
                  <a:cubicBezTo>
                    <a:pt x="989"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0"/>
            <p:cNvSpPr/>
            <p:nvPr/>
          </p:nvSpPr>
          <p:spPr>
            <a:xfrm>
              <a:off x="6750890" y="3564642"/>
              <a:ext cx="51836" cy="44401"/>
            </a:xfrm>
            <a:custGeom>
              <a:rect b="b" l="l" r="r" t="t"/>
              <a:pathLst>
                <a:path extrusionOk="0" h="1696" w="1980">
                  <a:moveTo>
                    <a:pt x="1134" y="1"/>
                  </a:moveTo>
                  <a:cubicBezTo>
                    <a:pt x="375" y="1"/>
                    <a:pt x="0" y="914"/>
                    <a:pt x="533" y="1447"/>
                  </a:cubicBezTo>
                  <a:cubicBezTo>
                    <a:pt x="705" y="1619"/>
                    <a:pt x="917" y="1696"/>
                    <a:pt x="1124" y="1696"/>
                  </a:cubicBezTo>
                  <a:cubicBezTo>
                    <a:pt x="1560" y="1696"/>
                    <a:pt x="1979" y="1356"/>
                    <a:pt x="1979" y="842"/>
                  </a:cubicBezTo>
                  <a:cubicBezTo>
                    <a:pt x="1975" y="376"/>
                    <a:pt x="1600" y="1"/>
                    <a:pt x="113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0"/>
            <p:cNvSpPr/>
            <p:nvPr/>
          </p:nvSpPr>
          <p:spPr>
            <a:xfrm>
              <a:off x="6939543" y="3387037"/>
              <a:ext cx="36364" cy="34636"/>
            </a:xfrm>
            <a:custGeom>
              <a:rect b="b" l="l" r="r" t="t"/>
              <a:pathLst>
                <a:path extrusionOk="0" h="1323" w="1389">
                  <a:moveTo>
                    <a:pt x="666" y="0"/>
                  </a:moveTo>
                  <a:cubicBezTo>
                    <a:pt x="326" y="0"/>
                    <a:pt x="0" y="263"/>
                    <a:pt x="0" y="660"/>
                  </a:cubicBezTo>
                  <a:cubicBezTo>
                    <a:pt x="0" y="1059"/>
                    <a:pt x="325" y="1322"/>
                    <a:pt x="664" y="1322"/>
                  </a:cubicBezTo>
                  <a:cubicBezTo>
                    <a:pt x="827" y="1322"/>
                    <a:pt x="993" y="1261"/>
                    <a:pt x="1129" y="1126"/>
                  </a:cubicBezTo>
                  <a:cubicBezTo>
                    <a:pt x="1389" y="871"/>
                    <a:pt x="1389" y="453"/>
                    <a:pt x="1129" y="194"/>
                  </a:cubicBezTo>
                  <a:cubicBezTo>
                    <a:pt x="994" y="60"/>
                    <a:pt x="828" y="0"/>
                    <a:pt x="66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0"/>
            <p:cNvSpPr/>
            <p:nvPr/>
          </p:nvSpPr>
          <p:spPr>
            <a:xfrm>
              <a:off x="6962922" y="3530451"/>
              <a:ext cx="32856" cy="28013"/>
            </a:xfrm>
            <a:custGeom>
              <a:rect b="b" l="l" r="r" t="t"/>
              <a:pathLst>
                <a:path extrusionOk="0" h="1070" w="1255">
                  <a:moveTo>
                    <a:pt x="716" y="0"/>
                  </a:moveTo>
                  <a:cubicBezTo>
                    <a:pt x="241" y="0"/>
                    <a:pt x="1" y="577"/>
                    <a:pt x="337" y="913"/>
                  </a:cubicBezTo>
                  <a:cubicBezTo>
                    <a:pt x="447" y="1021"/>
                    <a:pt x="581" y="1070"/>
                    <a:pt x="713" y="1070"/>
                  </a:cubicBezTo>
                  <a:cubicBezTo>
                    <a:pt x="990" y="1070"/>
                    <a:pt x="1255" y="856"/>
                    <a:pt x="1255" y="533"/>
                  </a:cubicBezTo>
                  <a:cubicBezTo>
                    <a:pt x="1255"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0"/>
            <p:cNvSpPr/>
            <p:nvPr/>
          </p:nvSpPr>
          <p:spPr>
            <a:xfrm>
              <a:off x="6931479" y="3659021"/>
              <a:ext cx="38013" cy="36207"/>
            </a:xfrm>
            <a:custGeom>
              <a:rect b="b" l="l" r="r" t="t"/>
              <a:pathLst>
                <a:path extrusionOk="0" h="1383" w="1452">
                  <a:moveTo>
                    <a:pt x="694" y="0"/>
                  </a:moveTo>
                  <a:cubicBezTo>
                    <a:pt x="341" y="0"/>
                    <a:pt x="1" y="275"/>
                    <a:pt x="1" y="691"/>
                  </a:cubicBezTo>
                  <a:cubicBezTo>
                    <a:pt x="1" y="1107"/>
                    <a:pt x="342" y="1383"/>
                    <a:pt x="697" y="1383"/>
                  </a:cubicBezTo>
                  <a:cubicBezTo>
                    <a:pt x="866" y="1383"/>
                    <a:pt x="1038" y="1320"/>
                    <a:pt x="1178" y="1181"/>
                  </a:cubicBezTo>
                  <a:cubicBezTo>
                    <a:pt x="1452" y="912"/>
                    <a:pt x="1452" y="474"/>
                    <a:pt x="1178" y="205"/>
                  </a:cubicBezTo>
                  <a:cubicBezTo>
                    <a:pt x="1037" y="64"/>
                    <a:pt x="864" y="0"/>
                    <a:pt x="69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0"/>
            <p:cNvSpPr/>
            <p:nvPr/>
          </p:nvSpPr>
          <p:spPr>
            <a:xfrm>
              <a:off x="6798171" y="3695202"/>
              <a:ext cx="32856" cy="28039"/>
            </a:xfrm>
            <a:custGeom>
              <a:rect b="b" l="l" r="r" t="t"/>
              <a:pathLst>
                <a:path extrusionOk="0" h="1071" w="1255">
                  <a:moveTo>
                    <a:pt x="716" y="0"/>
                  </a:moveTo>
                  <a:cubicBezTo>
                    <a:pt x="241" y="0"/>
                    <a:pt x="0" y="577"/>
                    <a:pt x="337" y="913"/>
                  </a:cubicBezTo>
                  <a:cubicBezTo>
                    <a:pt x="447" y="1022"/>
                    <a:pt x="581" y="1070"/>
                    <a:pt x="713" y="1070"/>
                  </a:cubicBezTo>
                  <a:cubicBezTo>
                    <a:pt x="990"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0"/>
            <p:cNvSpPr/>
            <p:nvPr/>
          </p:nvSpPr>
          <p:spPr>
            <a:xfrm>
              <a:off x="6686225" y="3646847"/>
              <a:ext cx="29583" cy="28196"/>
            </a:xfrm>
            <a:custGeom>
              <a:rect b="b" l="l" r="r" t="t"/>
              <a:pathLst>
                <a:path extrusionOk="0" h="1077" w="1130">
                  <a:moveTo>
                    <a:pt x="541" y="1"/>
                  </a:moveTo>
                  <a:cubicBezTo>
                    <a:pt x="266" y="1"/>
                    <a:pt x="1" y="215"/>
                    <a:pt x="1" y="536"/>
                  </a:cubicBezTo>
                  <a:cubicBezTo>
                    <a:pt x="1" y="862"/>
                    <a:pt x="268" y="1077"/>
                    <a:pt x="545" y="1077"/>
                  </a:cubicBezTo>
                  <a:cubicBezTo>
                    <a:pt x="676" y="1077"/>
                    <a:pt x="810" y="1028"/>
                    <a:pt x="918" y="920"/>
                  </a:cubicBezTo>
                  <a:cubicBezTo>
                    <a:pt x="1130" y="709"/>
                    <a:pt x="1130" y="368"/>
                    <a:pt x="918" y="161"/>
                  </a:cubicBezTo>
                  <a:cubicBezTo>
                    <a:pt x="809" y="50"/>
                    <a:pt x="674" y="1"/>
                    <a:pt x="5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0"/>
            <p:cNvSpPr/>
            <p:nvPr/>
          </p:nvSpPr>
          <p:spPr>
            <a:xfrm>
              <a:off x="6633289" y="3530451"/>
              <a:ext cx="32856" cy="28013"/>
            </a:xfrm>
            <a:custGeom>
              <a:rect b="b" l="l" r="r" t="t"/>
              <a:pathLst>
                <a:path extrusionOk="0" h="1070" w="1255">
                  <a:moveTo>
                    <a:pt x="716" y="0"/>
                  </a:moveTo>
                  <a:cubicBezTo>
                    <a:pt x="240" y="0"/>
                    <a:pt x="0" y="577"/>
                    <a:pt x="341" y="913"/>
                  </a:cubicBezTo>
                  <a:cubicBezTo>
                    <a:pt x="450" y="1021"/>
                    <a:pt x="583" y="1070"/>
                    <a:pt x="714" y="1070"/>
                  </a:cubicBezTo>
                  <a:cubicBezTo>
                    <a:pt x="989" y="1070"/>
                    <a:pt x="1254" y="856"/>
                    <a:pt x="1254" y="533"/>
                  </a:cubicBezTo>
                  <a:cubicBezTo>
                    <a:pt x="1254"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0"/>
            <p:cNvSpPr/>
            <p:nvPr/>
          </p:nvSpPr>
          <p:spPr>
            <a:xfrm>
              <a:off x="6665491" y="3393032"/>
              <a:ext cx="39008" cy="37149"/>
            </a:xfrm>
            <a:custGeom>
              <a:rect b="b" l="l" r="r" t="t"/>
              <a:pathLst>
                <a:path extrusionOk="0" h="1419" w="1490">
                  <a:moveTo>
                    <a:pt x="714" y="1"/>
                  </a:moveTo>
                  <a:cubicBezTo>
                    <a:pt x="350" y="1"/>
                    <a:pt x="0" y="283"/>
                    <a:pt x="0" y="709"/>
                  </a:cubicBezTo>
                  <a:cubicBezTo>
                    <a:pt x="0" y="1135"/>
                    <a:pt x="350" y="1418"/>
                    <a:pt x="714" y="1418"/>
                  </a:cubicBezTo>
                  <a:cubicBezTo>
                    <a:pt x="889" y="1418"/>
                    <a:pt x="1066" y="1353"/>
                    <a:pt x="1211" y="1209"/>
                  </a:cubicBezTo>
                  <a:cubicBezTo>
                    <a:pt x="1489" y="935"/>
                    <a:pt x="1489" y="484"/>
                    <a:pt x="1211" y="210"/>
                  </a:cubicBezTo>
                  <a:cubicBezTo>
                    <a:pt x="1066" y="65"/>
                    <a:pt x="889" y="1"/>
                    <a:pt x="71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0"/>
            <p:cNvSpPr/>
            <p:nvPr/>
          </p:nvSpPr>
          <p:spPr>
            <a:xfrm>
              <a:off x="6754529" y="3467488"/>
              <a:ext cx="45422" cy="38956"/>
            </a:xfrm>
            <a:custGeom>
              <a:rect b="b" l="l" r="r" t="t"/>
              <a:pathLst>
                <a:path extrusionOk="0" h="1488" w="1735">
                  <a:moveTo>
                    <a:pt x="996" y="413"/>
                  </a:moveTo>
                  <a:cubicBezTo>
                    <a:pt x="1078" y="413"/>
                    <a:pt x="1162" y="444"/>
                    <a:pt x="1230" y="512"/>
                  </a:cubicBezTo>
                  <a:cubicBezTo>
                    <a:pt x="1437" y="719"/>
                    <a:pt x="1288" y="1074"/>
                    <a:pt x="995" y="1074"/>
                  </a:cubicBezTo>
                  <a:cubicBezTo>
                    <a:pt x="812" y="1074"/>
                    <a:pt x="663" y="925"/>
                    <a:pt x="663" y="743"/>
                  </a:cubicBezTo>
                  <a:cubicBezTo>
                    <a:pt x="663" y="545"/>
                    <a:pt x="825" y="413"/>
                    <a:pt x="996" y="413"/>
                  </a:cubicBezTo>
                  <a:close/>
                  <a:moveTo>
                    <a:pt x="989" y="0"/>
                  </a:moveTo>
                  <a:cubicBezTo>
                    <a:pt x="806" y="0"/>
                    <a:pt x="619" y="68"/>
                    <a:pt x="466" y="219"/>
                  </a:cubicBezTo>
                  <a:cubicBezTo>
                    <a:pt x="0" y="685"/>
                    <a:pt x="332" y="1488"/>
                    <a:pt x="995" y="1488"/>
                  </a:cubicBezTo>
                  <a:cubicBezTo>
                    <a:pt x="1403" y="1488"/>
                    <a:pt x="1735" y="1156"/>
                    <a:pt x="1735" y="743"/>
                  </a:cubicBezTo>
                  <a:cubicBezTo>
                    <a:pt x="1735" y="295"/>
                    <a:pt x="1370" y="0"/>
                    <a:pt x="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0"/>
            <p:cNvSpPr/>
            <p:nvPr/>
          </p:nvSpPr>
          <p:spPr>
            <a:xfrm>
              <a:off x="6852128" y="3513957"/>
              <a:ext cx="45422" cy="38930"/>
            </a:xfrm>
            <a:custGeom>
              <a:rect b="b" l="l" r="r" t="t"/>
              <a:pathLst>
                <a:path extrusionOk="0" h="1487" w="1735">
                  <a:moveTo>
                    <a:pt x="740" y="409"/>
                  </a:moveTo>
                  <a:cubicBezTo>
                    <a:pt x="1033" y="409"/>
                    <a:pt x="1182" y="769"/>
                    <a:pt x="976" y="976"/>
                  </a:cubicBezTo>
                  <a:cubicBezTo>
                    <a:pt x="907" y="1043"/>
                    <a:pt x="823" y="1073"/>
                    <a:pt x="742" y="1073"/>
                  </a:cubicBezTo>
                  <a:cubicBezTo>
                    <a:pt x="571" y="1073"/>
                    <a:pt x="409" y="942"/>
                    <a:pt x="409" y="741"/>
                  </a:cubicBezTo>
                  <a:cubicBezTo>
                    <a:pt x="409" y="561"/>
                    <a:pt x="553" y="414"/>
                    <a:pt x="732" y="414"/>
                  </a:cubicBezTo>
                  <a:cubicBezTo>
                    <a:pt x="734" y="414"/>
                    <a:pt x="737" y="414"/>
                    <a:pt x="740" y="414"/>
                  </a:cubicBezTo>
                  <a:lnTo>
                    <a:pt x="740" y="409"/>
                  </a:lnTo>
                  <a:close/>
                  <a:moveTo>
                    <a:pt x="745" y="1"/>
                  </a:moveTo>
                  <a:cubicBezTo>
                    <a:pt x="332" y="1"/>
                    <a:pt x="0" y="332"/>
                    <a:pt x="0" y="741"/>
                  </a:cubicBezTo>
                  <a:cubicBezTo>
                    <a:pt x="0" y="1190"/>
                    <a:pt x="368" y="1487"/>
                    <a:pt x="751" y="1487"/>
                  </a:cubicBezTo>
                  <a:cubicBezTo>
                    <a:pt x="933" y="1487"/>
                    <a:pt x="1118" y="1419"/>
                    <a:pt x="1269" y="1269"/>
                  </a:cubicBezTo>
                  <a:cubicBezTo>
                    <a:pt x="1735" y="798"/>
                    <a:pt x="1403" y="1"/>
                    <a:pt x="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0"/>
            <p:cNvSpPr/>
            <p:nvPr/>
          </p:nvSpPr>
          <p:spPr>
            <a:xfrm>
              <a:off x="6753010" y="3559118"/>
              <a:ext cx="64298" cy="55187"/>
            </a:xfrm>
            <a:custGeom>
              <a:rect b="b" l="l" r="r" t="t"/>
              <a:pathLst>
                <a:path extrusionOk="0" h="2108" w="2456">
                  <a:moveTo>
                    <a:pt x="1050" y="414"/>
                  </a:moveTo>
                  <a:lnTo>
                    <a:pt x="1050" y="414"/>
                  </a:lnTo>
                  <a:cubicBezTo>
                    <a:pt x="1620" y="416"/>
                    <a:pt x="1903" y="1106"/>
                    <a:pt x="1500" y="1504"/>
                  </a:cubicBezTo>
                  <a:cubicBezTo>
                    <a:pt x="1370" y="1635"/>
                    <a:pt x="1210" y="1694"/>
                    <a:pt x="1053" y="1694"/>
                  </a:cubicBezTo>
                  <a:cubicBezTo>
                    <a:pt x="725" y="1694"/>
                    <a:pt x="409" y="1439"/>
                    <a:pt x="409" y="1053"/>
                  </a:cubicBezTo>
                  <a:cubicBezTo>
                    <a:pt x="409" y="703"/>
                    <a:pt x="696" y="415"/>
                    <a:pt x="1050" y="414"/>
                  </a:cubicBezTo>
                  <a:close/>
                  <a:moveTo>
                    <a:pt x="1048" y="0"/>
                  </a:moveTo>
                  <a:cubicBezTo>
                    <a:pt x="472" y="5"/>
                    <a:pt x="1" y="476"/>
                    <a:pt x="1" y="1053"/>
                  </a:cubicBezTo>
                  <a:cubicBezTo>
                    <a:pt x="1" y="1687"/>
                    <a:pt x="518" y="2107"/>
                    <a:pt x="1058" y="2107"/>
                  </a:cubicBezTo>
                  <a:cubicBezTo>
                    <a:pt x="1316" y="2107"/>
                    <a:pt x="1578" y="2011"/>
                    <a:pt x="1793" y="1797"/>
                  </a:cubicBezTo>
                  <a:cubicBezTo>
                    <a:pt x="2456" y="1134"/>
                    <a:pt x="1985" y="0"/>
                    <a:pt x="1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0"/>
            <p:cNvSpPr/>
            <p:nvPr/>
          </p:nvSpPr>
          <p:spPr>
            <a:xfrm>
              <a:off x="6633158" y="3359783"/>
              <a:ext cx="368143" cy="368771"/>
            </a:xfrm>
            <a:custGeom>
              <a:rect b="b" l="l" r="r" t="t"/>
              <a:pathLst>
                <a:path extrusionOk="0" h="14086" w="14062">
                  <a:moveTo>
                    <a:pt x="7025" y="428"/>
                  </a:moveTo>
                  <a:cubicBezTo>
                    <a:pt x="7106" y="428"/>
                    <a:pt x="7188" y="457"/>
                    <a:pt x="7255" y="524"/>
                  </a:cubicBezTo>
                  <a:cubicBezTo>
                    <a:pt x="7461" y="735"/>
                    <a:pt x="7317" y="1091"/>
                    <a:pt x="7019" y="1091"/>
                  </a:cubicBezTo>
                  <a:cubicBezTo>
                    <a:pt x="6837" y="1086"/>
                    <a:pt x="6693" y="942"/>
                    <a:pt x="6688" y="759"/>
                  </a:cubicBezTo>
                  <a:cubicBezTo>
                    <a:pt x="6688" y="560"/>
                    <a:pt x="6854" y="428"/>
                    <a:pt x="7025" y="428"/>
                  </a:cubicBezTo>
                  <a:close/>
                  <a:moveTo>
                    <a:pt x="12366" y="1254"/>
                  </a:moveTo>
                  <a:cubicBezTo>
                    <a:pt x="12688" y="1254"/>
                    <a:pt x="12909" y="1581"/>
                    <a:pt x="12784" y="1878"/>
                  </a:cubicBezTo>
                  <a:cubicBezTo>
                    <a:pt x="12711" y="2061"/>
                    <a:pt x="12541" y="2162"/>
                    <a:pt x="12366" y="2162"/>
                  </a:cubicBezTo>
                  <a:cubicBezTo>
                    <a:pt x="12252" y="2162"/>
                    <a:pt x="12135" y="2119"/>
                    <a:pt x="12044" y="2027"/>
                  </a:cubicBezTo>
                  <a:cubicBezTo>
                    <a:pt x="11761" y="1739"/>
                    <a:pt x="11963" y="1254"/>
                    <a:pt x="12366" y="1254"/>
                  </a:cubicBezTo>
                  <a:close/>
                  <a:moveTo>
                    <a:pt x="1946" y="1480"/>
                  </a:moveTo>
                  <a:cubicBezTo>
                    <a:pt x="2393" y="1480"/>
                    <a:pt x="2614" y="2023"/>
                    <a:pt x="2302" y="2335"/>
                  </a:cubicBezTo>
                  <a:cubicBezTo>
                    <a:pt x="2203" y="2433"/>
                    <a:pt x="2075" y="2483"/>
                    <a:pt x="1946" y="2483"/>
                  </a:cubicBezTo>
                  <a:cubicBezTo>
                    <a:pt x="1818" y="2483"/>
                    <a:pt x="1689" y="2433"/>
                    <a:pt x="1591" y="2335"/>
                  </a:cubicBezTo>
                  <a:cubicBezTo>
                    <a:pt x="1278" y="2023"/>
                    <a:pt x="1499" y="1480"/>
                    <a:pt x="1946" y="1480"/>
                  </a:cubicBezTo>
                  <a:close/>
                  <a:moveTo>
                    <a:pt x="721" y="6725"/>
                  </a:moveTo>
                  <a:cubicBezTo>
                    <a:pt x="890" y="6725"/>
                    <a:pt x="1053" y="6856"/>
                    <a:pt x="1053" y="7057"/>
                  </a:cubicBezTo>
                  <a:cubicBezTo>
                    <a:pt x="1053" y="7240"/>
                    <a:pt x="904" y="7389"/>
                    <a:pt x="721" y="7389"/>
                  </a:cubicBezTo>
                  <a:cubicBezTo>
                    <a:pt x="428" y="7389"/>
                    <a:pt x="279" y="7028"/>
                    <a:pt x="490" y="6822"/>
                  </a:cubicBezTo>
                  <a:cubicBezTo>
                    <a:pt x="557" y="6755"/>
                    <a:pt x="640" y="6725"/>
                    <a:pt x="721" y="6725"/>
                  </a:cubicBezTo>
                  <a:close/>
                  <a:moveTo>
                    <a:pt x="13312" y="6725"/>
                  </a:moveTo>
                  <a:cubicBezTo>
                    <a:pt x="13482" y="6725"/>
                    <a:pt x="13644" y="6856"/>
                    <a:pt x="13644" y="7057"/>
                  </a:cubicBezTo>
                  <a:cubicBezTo>
                    <a:pt x="13644" y="7240"/>
                    <a:pt x="13495" y="7389"/>
                    <a:pt x="13312" y="7389"/>
                  </a:cubicBezTo>
                  <a:cubicBezTo>
                    <a:pt x="13019" y="7389"/>
                    <a:pt x="12871" y="7028"/>
                    <a:pt x="13082" y="6822"/>
                  </a:cubicBezTo>
                  <a:cubicBezTo>
                    <a:pt x="13149" y="6755"/>
                    <a:pt x="13231" y="6725"/>
                    <a:pt x="13312" y="6725"/>
                  </a:cubicBezTo>
                  <a:close/>
                  <a:moveTo>
                    <a:pt x="2566" y="11179"/>
                  </a:moveTo>
                  <a:cubicBezTo>
                    <a:pt x="2859" y="11179"/>
                    <a:pt x="3008" y="11530"/>
                    <a:pt x="2801" y="11736"/>
                  </a:cubicBezTo>
                  <a:lnTo>
                    <a:pt x="2801" y="11741"/>
                  </a:lnTo>
                  <a:cubicBezTo>
                    <a:pt x="2735" y="11806"/>
                    <a:pt x="2651" y="11836"/>
                    <a:pt x="2569" y="11836"/>
                  </a:cubicBezTo>
                  <a:cubicBezTo>
                    <a:pt x="2442" y="11836"/>
                    <a:pt x="2318" y="11764"/>
                    <a:pt x="2263" y="11631"/>
                  </a:cubicBezTo>
                  <a:cubicBezTo>
                    <a:pt x="2177" y="11414"/>
                    <a:pt x="2335" y="11179"/>
                    <a:pt x="2566" y="11179"/>
                  </a:cubicBezTo>
                  <a:close/>
                  <a:moveTo>
                    <a:pt x="7014" y="13019"/>
                  </a:moveTo>
                  <a:cubicBezTo>
                    <a:pt x="7197" y="13019"/>
                    <a:pt x="7346" y="13163"/>
                    <a:pt x="7346" y="13346"/>
                  </a:cubicBezTo>
                  <a:lnTo>
                    <a:pt x="7346" y="13350"/>
                  </a:lnTo>
                  <a:cubicBezTo>
                    <a:pt x="7346" y="13549"/>
                    <a:pt x="7182" y="13682"/>
                    <a:pt x="7012" y="13682"/>
                  </a:cubicBezTo>
                  <a:cubicBezTo>
                    <a:pt x="6932" y="13682"/>
                    <a:pt x="6850" y="13652"/>
                    <a:pt x="6784" y="13586"/>
                  </a:cubicBezTo>
                  <a:cubicBezTo>
                    <a:pt x="6572" y="13374"/>
                    <a:pt x="6721" y="13019"/>
                    <a:pt x="7014" y="13019"/>
                  </a:cubicBezTo>
                  <a:close/>
                  <a:moveTo>
                    <a:pt x="7038" y="0"/>
                  </a:moveTo>
                  <a:cubicBezTo>
                    <a:pt x="6625" y="0"/>
                    <a:pt x="6294" y="332"/>
                    <a:pt x="6294" y="745"/>
                  </a:cubicBezTo>
                  <a:cubicBezTo>
                    <a:pt x="6294" y="1071"/>
                    <a:pt x="6515" y="1355"/>
                    <a:pt x="6827" y="1441"/>
                  </a:cubicBezTo>
                  <a:lnTo>
                    <a:pt x="6827" y="2585"/>
                  </a:lnTo>
                  <a:cubicBezTo>
                    <a:pt x="6769" y="2565"/>
                    <a:pt x="6707" y="2546"/>
                    <a:pt x="6649" y="2522"/>
                  </a:cubicBezTo>
                  <a:cubicBezTo>
                    <a:pt x="6434" y="2442"/>
                    <a:pt x="6269" y="2398"/>
                    <a:pt x="6123" y="2398"/>
                  </a:cubicBezTo>
                  <a:cubicBezTo>
                    <a:pt x="5882" y="2398"/>
                    <a:pt x="5693" y="2520"/>
                    <a:pt x="5415" y="2810"/>
                  </a:cubicBezTo>
                  <a:cubicBezTo>
                    <a:pt x="5333" y="2911"/>
                    <a:pt x="5232" y="2993"/>
                    <a:pt x="5122" y="3060"/>
                  </a:cubicBezTo>
                  <a:cubicBezTo>
                    <a:pt x="5026" y="3108"/>
                    <a:pt x="4881" y="3123"/>
                    <a:pt x="4732" y="3137"/>
                  </a:cubicBezTo>
                  <a:cubicBezTo>
                    <a:pt x="4319" y="3176"/>
                    <a:pt x="4065" y="3228"/>
                    <a:pt x="3877" y="3589"/>
                  </a:cubicBezTo>
                  <a:lnTo>
                    <a:pt x="2724" y="2441"/>
                  </a:lnTo>
                  <a:cubicBezTo>
                    <a:pt x="2950" y="2085"/>
                    <a:pt x="2902" y="1619"/>
                    <a:pt x="2609" y="1321"/>
                  </a:cubicBezTo>
                  <a:cubicBezTo>
                    <a:pt x="2431" y="1143"/>
                    <a:pt x="2198" y="1055"/>
                    <a:pt x="1965" y="1055"/>
                  </a:cubicBezTo>
                  <a:cubicBezTo>
                    <a:pt x="1731" y="1055"/>
                    <a:pt x="1497" y="1143"/>
                    <a:pt x="1317" y="1321"/>
                  </a:cubicBezTo>
                  <a:cubicBezTo>
                    <a:pt x="714" y="1924"/>
                    <a:pt x="1210" y="2880"/>
                    <a:pt x="1936" y="2880"/>
                  </a:cubicBezTo>
                  <a:cubicBezTo>
                    <a:pt x="2095" y="2880"/>
                    <a:pt x="2264" y="2834"/>
                    <a:pt x="2436" y="2729"/>
                  </a:cubicBezTo>
                  <a:lnTo>
                    <a:pt x="3719" y="4011"/>
                  </a:lnTo>
                  <a:cubicBezTo>
                    <a:pt x="3618" y="4295"/>
                    <a:pt x="3579" y="4333"/>
                    <a:pt x="3277" y="4516"/>
                  </a:cubicBezTo>
                  <a:cubicBezTo>
                    <a:pt x="2729" y="4843"/>
                    <a:pt x="2638" y="5044"/>
                    <a:pt x="2720" y="5659"/>
                  </a:cubicBezTo>
                  <a:cubicBezTo>
                    <a:pt x="2739" y="5803"/>
                    <a:pt x="2758" y="5947"/>
                    <a:pt x="2734" y="6053"/>
                  </a:cubicBezTo>
                  <a:cubicBezTo>
                    <a:pt x="2686" y="6265"/>
                    <a:pt x="2465" y="6447"/>
                    <a:pt x="2345" y="6836"/>
                  </a:cubicBezTo>
                  <a:lnTo>
                    <a:pt x="1442" y="6836"/>
                  </a:lnTo>
                  <a:cubicBezTo>
                    <a:pt x="1355" y="6524"/>
                    <a:pt x="1072" y="6303"/>
                    <a:pt x="745" y="6298"/>
                  </a:cubicBezTo>
                  <a:cubicBezTo>
                    <a:pt x="332" y="6298"/>
                    <a:pt x="0" y="6634"/>
                    <a:pt x="0" y="7043"/>
                  </a:cubicBezTo>
                  <a:cubicBezTo>
                    <a:pt x="0" y="7456"/>
                    <a:pt x="332" y="7787"/>
                    <a:pt x="745" y="7787"/>
                  </a:cubicBezTo>
                  <a:cubicBezTo>
                    <a:pt x="1072" y="7783"/>
                    <a:pt x="1355" y="7566"/>
                    <a:pt x="1442" y="7249"/>
                  </a:cubicBezTo>
                  <a:lnTo>
                    <a:pt x="2345" y="7249"/>
                  </a:lnTo>
                  <a:cubicBezTo>
                    <a:pt x="2460" y="7634"/>
                    <a:pt x="2686" y="7821"/>
                    <a:pt x="2734" y="8032"/>
                  </a:cubicBezTo>
                  <a:cubicBezTo>
                    <a:pt x="2796" y="8301"/>
                    <a:pt x="2590" y="8748"/>
                    <a:pt x="2763" y="9108"/>
                  </a:cubicBezTo>
                  <a:cubicBezTo>
                    <a:pt x="2936" y="9469"/>
                    <a:pt x="3416" y="9589"/>
                    <a:pt x="3584" y="9800"/>
                  </a:cubicBezTo>
                  <a:cubicBezTo>
                    <a:pt x="3642" y="9887"/>
                    <a:pt x="3685" y="9983"/>
                    <a:pt x="3714" y="10079"/>
                  </a:cubicBezTo>
                  <a:lnTo>
                    <a:pt x="2931" y="10857"/>
                  </a:lnTo>
                  <a:cubicBezTo>
                    <a:pt x="2816" y="10793"/>
                    <a:pt x="2692" y="10763"/>
                    <a:pt x="2571" y="10763"/>
                  </a:cubicBezTo>
                  <a:cubicBezTo>
                    <a:pt x="2248" y="10763"/>
                    <a:pt x="1942" y="10976"/>
                    <a:pt x="1855" y="11318"/>
                  </a:cubicBezTo>
                  <a:cubicBezTo>
                    <a:pt x="1735" y="11787"/>
                    <a:pt x="2091" y="12241"/>
                    <a:pt x="2573" y="12241"/>
                  </a:cubicBezTo>
                  <a:cubicBezTo>
                    <a:pt x="2575" y="12241"/>
                    <a:pt x="2578" y="12241"/>
                    <a:pt x="2580" y="12241"/>
                  </a:cubicBezTo>
                  <a:cubicBezTo>
                    <a:pt x="2582" y="12241"/>
                    <a:pt x="2585" y="12241"/>
                    <a:pt x="2587" y="12241"/>
                  </a:cubicBezTo>
                  <a:cubicBezTo>
                    <a:pt x="3145" y="12241"/>
                    <a:pt x="3497" y="11638"/>
                    <a:pt x="3224" y="11150"/>
                  </a:cubicBezTo>
                  <a:lnTo>
                    <a:pt x="3877" y="10497"/>
                  </a:lnTo>
                  <a:cubicBezTo>
                    <a:pt x="4185" y="11083"/>
                    <a:pt x="4795" y="10872"/>
                    <a:pt x="5117" y="11025"/>
                  </a:cubicBezTo>
                  <a:cubicBezTo>
                    <a:pt x="5357" y="11141"/>
                    <a:pt x="5583" y="11583"/>
                    <a:pt x="5977" y="11674"/>
                  </a:cubicBezTo>
                  <a:cubicBezTo>
                    <a:pt x="6027" y="11685"/>
                    <a:pt x="6076" y="11690"/>
                    <a:pt x="6125" y="11690"/>
                  </a:cubicBezTo>
                  <a:cubicBezTo>
                    <a:pt x="6369" y="11690"/>
                    <a:pt x="6602" y="11569"/>
                    <a:pt x="6822" y="11501"/>
                  </a:cubicBezTo>
                  <a:lnTo>
                    <a:pt x="6822" y="12639"/>
                  </a:lnTo>
                  <a:cubicBezTo>
                    <a:pt x="6510" y="12731"/>
                    <a:pt x="6294" y="13014"/>
                    <a:pt x="6289" y="13341"/>
                  </a:cubicBezTo>
                  <a:cubicBezTo>
                    <a:pt x="6289" y="13749"/>
                    <a:pt x="6620" y="14085"/>
                    <a:pt x="7034" y="14085"/>
                  </a:cubicBezTo>
                  <a:cubicBezTo>
                    <a:pt x="7442" y="14085"/>
                    <a:pt x="7773" y="13749"/>
                    <a:pt x="7773" y="13341"/>
                  </a:cubicBezTo>
                  <a:cubicBezTo>
                    <a:pt x="7773" y="13014"/>
                    <a:pt x="7557" y="12731"/>
                    <a:pt x="7240" y="12639"/>
                  </a:cubicBezTo>
                  <a:lnTo>
                    <a:pt x="7240" y="11501"/>
                  </a:lnTo>
                  <a:cubicBezTo>
                    <a:pt x="7463" y="11573"/>
                    <a:pt x="7696" y="11690"/>
                    <a:pt x="7936" y="11690"/>
                  </a:cubicBezTo>
                  <a:cubicBezTo>
                    <a:pt x="7986" y="11690"/>
                    <a:pt x="8035" y="11685"/>
                    <a:pt x="8086" y="11674"/>
                  </a:cubicBezTo>
                  <a:cubicBezTo>
                    <a:pt x="8489" y="11583"/>
                    <a:pt x="8705" y="11141"/>
                    <a:pt x="8946" y="11025"/>
                  </a:cubicBezTo>
                  <a:cubicBezTo>
                    <a:pt x="9272" y="10867"/>
                    <a:pt x="9882" y="11083"/>
                    <a:pt x="10185" y="10497"/>
                  </a:cubicBezTo>
                  <a:lnTo>
                    <a:pt x="10406" y="10713"/>
                  </a:lnTo>
                  <a:cubicBezTo>
                    <a:pt x="10451" y="10759"/>
                    <a:pt x="10501" y="10778"/>
                    <a:pt x="10550" y="10778"/>
                  </a:cubicBezTo>
                  <a:cubicBezTo>
                    <a:pt x="10709" y="10778"/>
                    <a:pt x="10846" y="10571"/>
                    <a:pt x="10699" y="10420"/>
                  </a:cubicBezTo>
                  <a:lnTo>
                    <a:pt x="10353" y="10079"/>
                  </a:lnTo>
                  <a:cubicBezTo>
                    <a:pt x="10454" y="9791"/>
                    <a:pt x="10488" y="9752"/>
                    <a:pt x="10795" y="9570"/>
                  </a:cubicBezTo>
                  <a:cubicBezTo>
                    <a:pt x="11338" y="9243"/>
                    <a:pt x="11429" y="9041"/>
                    <a:pt x="11348" y="8431"/>
                  </a:cubicBezTo>
                  <a:cubicBezTo>
                    <a:pt x="11300" y="8047"/>
                    <a:pt x="11309" y="8008"/>
                    <a:pt x="11511" y="7696"/>
                  </a:cubicBezTo>
                  <a:cubicBezTo>
                    <a:pt x="11602" y="7562"/>
                    <a:pt x="11674" y="7413"/>
                    <a:pt x="11722" y="7254"/>
                  </a:cubicBezTo>
                  <a:lnTo>
                    <a:pt x="12626" y="7254"/>
                  </a:lnTo>
                  <a:cubicBezTo>
                    <a:pt x="12712" y="7566"/>
                    <a:pt x="12995" y="7787"/>
                    <a:pt x="13322" y="7787"/>
                  </a:cubicBezTo>
                  <a:cubicBezTo>
                    <a:pt x="13325" y="7787"/>
                    <a:pt x="13328" y="7787"/>
                    <a:pt x="13331" y="7787"/>
                  </a:cubicBezTo>
                  <a:cubicBezTo>
                    <a:pt x="13735" y="7787"/>
                    <a:pt x="14062" y="7458"/>
                    <a:pt x="14062" y="7048"/>
                  </a:cubicBezTo>
                  <a:cubicBezTo>
                    <a:pt x="14062" y="6639"/>
                    <a:pt x="13730" y="6308"/>
                    <a:pt x="13322" y="6308"/>
                  </a:cubicBezTo>
                  <a:lnTo>
                    <a:pt x="13312" y="6308"/>
                  </a:lnTo>
                  <a:cubicBezTo>
                    <a:pt x="12986" y="6313"/>
                    <a:pt x="12702" y="6529"/>
                    <a:pt x="12616" y="6846"/>
                  </a:cubicBezTo>
                  <a:lnTo>
                    <a:pt x="11713" y="6846"/>
                  </a:lnTo>
                  <a:cubicBezTo>
                    <a:pt x="11597" y="6461"/>
                    <a:pt x="11372" y="6274"/>
                    <a:pt x="11324" y="6063"/>
                  </a:cubicBezTo>
                  <a:cubicBezTo>
                    <a:pt x="11266" y="5794"/>
                    <a:pt x="11468" y="5352"/>
                    <a:pt x="11295" y="4987"/>
                  </a:cubicBezTo>
                  <a:cubicBezTo>
                    <a:pt x="11122" y="4626"/>
                    <a:pt x="10641" y="4506"/>
                    <a:pt x="10473" y="4295"/>
                  </a:cubicBezTo>
                  <a:cubicBezTo>
                    <a:pt x="10416" y="4208"/>
                    <a:pt x="10372" y="4117"/>
                    <a:pt x="10344" y="4016"/>
                  </a:cubicBezTo>
                  <a:lnTo>
                    <a:pt x="11934" y="2426"/>
                  </a:lnTo>
                  <a:cubicBezTo>
                    <a:pt x="12074" y="2518"/>
                    <a:pt x="12231" y="2562"/>
                    <a:pt x="12387" y="2562"/>
                  </a:cubicBezTo>
                  <a:cubicBezTo>
                    <a:pt x="12606" y="2562"/>
                    <a:pt x="12823" y="2474"/>
                    <a:pt x="12986" y="2306"/>
                  </a:cubicBezTo>
                  <a:cubicBezTo>
                    <a:pt x="13322" y="1970"/>
                    <a:pt x="13322" y="1422"/>
                    <a:pt x="12986" y="1081"/>
                  </a:cubicBezTo>
                  <a:cubicBezTo>
                    <a:pt x="12815" y="913"/>
                    <a:pt x="12593" y="829"/>
                    <a:pt x="12372" y="829"/>
                  </a:cubicBezTo>
                  <a:cubicBezTo>
                    <a:pt x="12150" y="829"/>
                    <a:pt x="11929" y="913"/>
                    <a:pt x="11761" y="1081"/>
                  </a:cubicBezTo>
                  <a:cubicBezTo>
                    <a:pt x="11482" y="1364"/>
                    <a:pt x="11434" y="1797"/>
                    <a:pt x="11641" y="2133"/>
                  </a:cubicBezTo>
                  <a:lnTo>
                    <a:pt x="10180" y="3593"/>
                  </a:lnTo>
                  <a:cubicBezTo>
                    <a:pt x="10055" y="3348"/>
                    <a:pt x="9897" y="3214"/>
                    <a:pt x="9532" y="3161"/>
                  </a:cubicBezTo>
                  <a:cubicBezTo>
                    <a:pt x="9515" y="3158"/>
                    <a:pt x="9500" y="3157"/>
                    <a:pt x="9485" y="3157"/>
                  </a:cubicBezTo>
                  <a:cubicBezTo>
                    <a:pt x="9242" y="3157"/>
                    <a:pt x="9202" y="3537"/>
                    <a:pt x="9469" y="3565"/>
                  </a:cubicBezTo>
                  <a:cubicBezTo>
                    <a:pt x="9762" y="3608"/>
                    <a:pt x="9806" y="3685"/>
                    <a:pt x="9926" y="4059"/>
                  </a:cubicBezTo>
                  <a:cubicBezTo>
                    <a:pt x="10079" y="4521"/>
                    <a:pt x="10161" y="4626"/>
                    <a:pt x="10579" y="4871"/>
                  </a:cubicBezTo>
                  <a:cubicBezTo>
                    <a:pt x="10978" y="5112"/>
                    <a:pt x="10992" y="5155"/>
                    <a:pt x="10934" y="5606"/>
                  </a:cubicBezTo>
                  <a:cubicBezTo>
                    <a:pt x="10872" y="6096"/>
                    <a:pt x="10901" y="6226"/>
                    <a:pt x="11165" y="6620"/>
                  </a:cubicBezTo>
                  <a:cubicBezTo>
                    <a:pt x="11425" y="7014"/>
                    <a:pt x="11420" y="7067"/>
                    <a:pt x="11165" y="7461"/>
                  </a:cubicBezTo>
                  <a:cubicBezTo>
                    <a:pt x="10906" y="7850"/>
                    <a:pt x="10872" y="7989"/>
                    <a:pt x="10934" y="8474"/>
                  </a:cubicBezTo>
                  <a:cubicBezTo>
                    <a:pt x="10992" y="8921"/>
                    <a:pt x="10973" y="8964"/>
                    <a:pt x="10579" y="9205"/>
                  </a:cubicBezTo>
                  <a:cubicBezTo>
                    <a:pt x="10161" y="9450"/>
                    <a:pt x="10079" y="9560"/>
                    <a:pt x="9930" y="10021"/>
                  </a:cubicBezTo>
                  <a:cubicBezTo>
                    <a:pt x="9786" y="10458"/>
                    <a:pt x="9748" y="10487"/>
                    <a:pt x="9292" y="10530"/>
                  </a:cubicBezTo>
                  <a:cubicBezTo>
                    <a:pt x="8811" y="10574"/>
                    <a:pt x="8686" y="10636"/>
                    <a:pt x="8355" y="10982"/>
                  </a:cubicBezTo>
                  <a:cubicBezTo>
                    <a:pt x="8161" y="11184"/>
                    <a:pt x="8067" y="11267"/>
                    <a:pt x="7930" y="11267"/>
                  </a:cubicBezTo>
                  <a:cubicBezTo>
                    <a:pt x="7839" y="11267"/>
                    <a:pt x="7730" y="11231"/>
                    <a:pt x="7562" y="11169"/>
                  </a:cubicBezTo>
                  <a:cubicBezTo>
                    <a:pt x="7394" y="11107"/>
                    <a:pt x="7216" y="11040"/>
                    <a:pt x="7029" y="11040"/>
                  </a:cubicBezTo>
                  <a:cubicBezTo>
                    <a:pt x="6696" y="11040"/>
                    <a:pt x="6355" y="11267"/>
                    <a:pt x="6130" y="11267"/>
                  </a:cubicBezTo>
                  <a:cubicBezTo>
                    <a:pt x="6108" y="11267"/>
                    <a:pt x="6087" y="11265"/>
                    <a:pt x="6068" y="11261"/>
                  </a:cubicBezTo>
                  <a:cubicBezTo>
                    <a:pt x="5948" y="11232"/>
                    <a:pt x="5833" y="11112"/>
                    <a:pt x="5708" y="10982"/>
                  </a:cubicBezTo>
                  <a:cubicBezTo>
                    <a:pt x="5376" y="10636"/>
                    <a:pt x="5256" y="10574"/>
                    <a:pt x="4771" y="10530"/>
                  </a:cubicBezTo>
                  <a:cubicBezTo>
                    <a:pt x="4315" y="10487"/>
                    <a:pt x="4276" y="10458"/>
                    <a:pt x="4132" y="10021"/>
                  </a:cubicBezTo>
                  <a:cubicBezTo>
                    <a:pt x="3983" y="9560"/>
                    <a:pt x="3897" y="9454"/>
                    <a:pt x="3483" y="9205"/>
                  </a:cubicBezTo>
                  <a:cubicBezTo>
                    <a:pt x="3085" y="8964"/>
                    <a:pt x="3065" y="8921"/>
                    <a:pt x="3128" y="8470"/>
                  </a:cubicBezTo>
                  <a:cubicBezTo>
                    <a:pt x="3186" y="7984"/>
                    <a:pt x="3157" y="7850"/>
                    <a:pt x="2897" y="7456"/>
                  </a:cubicBezTo>
                  <a:cubicBezTo>
                    <a:pt x="2638" y="7062"/>
                    <a:pt x="2638" y="7009"/>
                    <a:pt x="2897" y="6620"/>
                  </a:cubicBezTo>
                  <a:cubicBezTo>
                    <a:pt x="3157" y="6231"/>
                    <a:pt x="3190" y="6092"/>
                    <a:pt x="3128" y="5606"/>
                  </a:cubicBezTo>
                  <a:cubicBezTo>
                    <a:pt x="3065" y="5155"/>
                    <a:pt x="3085" y="5112"/>
                    <a:pt x="3483" y="4871"/>
                  </a:cubicBezTo>
                  <a:cubicBezTo>
                    <a:pt x="3632" y="4780"/>
                    <a:pt x="3796" y="4689"/>
                    <a:pt x="3906" y="4545"/>
                  </a:cubicBezTo>
                  <a:cubicBezTo>
                    <a:pt x="4012" y="4396"/>
                    <a:pt x="4089" y="4232"/>
                    <a:pt x="4137" y="4055"/>
                  </a:cubicBezTo>
                  <a:cubicBezTo>
                    <a:pt x="4190" y="3887"/>
                    <a:pt x="4242" y="3728"/>
                    <a:pt x="4339" y="3651"/>
                  </a:cubicBezTo>
                  <a:cubicBezTo>
                    <a:pt x="4430" y="3574"/>
                    <a:pt x="4598" y="3560"/>
                    <a:pt x="4771" y="3545"/>
                  </a:cubicBezTo>
                  <a:cubicBezTo>
                    <a:pt x="5256" y="3502"/>
                    <a:pt x="5376" y="3435"/>
                    <a:pt x="5708" y="3094"/>
                  </a:cubicBezTo>
                  <a:cubicBezTo>
                    <a:pt x="5902" y="2891"/>
                    <a:pt x="5996" y="2807"/>
                    <a:pt x="6134" y="2807"/>
                  </a:cubicBezTo>
                  <a:cubicBezTo>
                    <a:pt x="6225" y="2807"/>
                    <a:pt x="6335" y="2844"/>
                    <a:pt x="6505" y="2906"/>
                  </a:cubicBezTo>
                  <a:cubicBezTo>
                    <a:pt x="6736" y="2993"/>
                    <a:pt x="6886" y="3036"/>
                    <a:pt x="7036" y="3036"/>
                  </a:cubicBezTo>
                  <a:cubicBezTo>
                    <a:pt x="7186" y="3036"/>
                    <a:pt x="7336" y="2993"/>
                    <a:pt x="7567" y="2906"/>
                  </a:cubicBezTo>
                  <a:cubicBezTo>
                    <a:pt x="7740" y="2842"/>
                    <a:pt x="7851" y="2809"/>
                    <a:pt x="7939" y="2809"/>
                  </a:cubicBezTo>
                  <a:cubicBezTo>
                    <a:pt x="8113" y="2809"/>
                    <a:pt x="8192" y="2941"/>
                    <a:pt x="8480" y="3219"/>
                  </a:cubicBezTo>
                  <a:cubicBezTo>
                    <a:pt x="8523" y="3258"/>
                    <a:pt x="8571" y="3275"/>
                    <a:pt x="8617" y="3275"/>
                  </a:cubicBezTo>
                  <a:cubicBezTo>
                    <a:pt x="8776" y="3275"/>
                    <a:pt x="8910" y="3070"/>
                    <a:pt x="8768" y="2921"/>
                  </a:cubicBezTo>
                  <a:lnTo>
                    <a:pt x="8657" y="2810"/>
                  </a:lnTo>
                  <a:cubicBezTo>
                    <a:pt x="8379" y="2520"/>
                    <a:pt x="8188" y="2398"/>
                    <a:pt x="7947" y="2398"/>
                  </a:cubicBezTo>
                  <a:cubicBezTo>
                    <a:pt x="7801" y="2398"/>
                    <a:pt x="7636" y="2442"/>
                    <a:pt x="7423" y="2522"/>
                  </a:cubicBezTo>
                  <a:cubicBezTo>
                    <a:pt x="7365" y="2546"/>
                    <a:pt x="7303" y="2565"/>
                    <a:pt x="7245" y="2585"/>
                  </a:cubicBezTo>
                  <a:lnTo>
                    <a:pt x="7245" y="1441"/>
                  </a:lnTo>
                  <a:cubicBezTo>
                    <a:pt x="7557" y="1355"/>
                    <a:pt x="7778" y="1071"/>
                    <a:pt x="7778" y="745"/>
                  </a:cubicBezTo>
                  <a:cubicBezTo>
                    <a:pt x="7778" y="332"/>
                    <a:pt x="7447" y="0"/>
                    <a:pt x="7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0"/>
            <p:cNvSpPr/>
            <p:nvPr/>
          </p:nvSpPr>
          <p:spPr>
            <a:xfrm>
              <a:off x="6916819" y="3646585"/>
              <a:ext cx="63251" cy="53983"/>
            </a:xfrm>
            <a:custGeom>
              <a:rect b="b" l="l" r="r" t="t"/>
              <a:pathLst>
                <a:path extrusionOk="0" h="2062" w="2416">
                  <a:moveTo>
                    <a:pt x="1259" y="688"/>
                  </a:moveTo>
                  <a:cubicBezTo>
                    <a:pt x="1376" y="688"/>
                    <a:pt x="1496" y="732"/>
                    <a:pt x="1594" y="829"/>
                  </a:cubicBezTo>
                  <a:cubicBezTo>
                    <a:pt x="1786" y="1017"/>
                    <a:pt x="1786" y="1324"/>
                    <a:pt x="1594" y="1511"/>
                  </a:cubicBezTo>
                  <a:cubicBezTo>
                    <a:pt x="1497" y="1607"/>
                    <a:pt x="1378" y="1650"/>
                    <a:pt x="1261" y="1650"/>
                  </a:cubicBezTo>
                  <a:cubicBezTo>
                    <a:pt x="1014" y="1650"/>
                    <a:pt x="777" y="1458"/>
                    <a:pt x="777" y="1170"/>
                  </a:cubicBezTo>
                  <a:cubicBezTo>
                    <a:pt x="777" y="881"/>
                    <a:pt x="1013" y="688"/>
                    <a:pt x="1259" y="688"/>
                  </a:cubicBezTo>
                  <a:close/>
                  <a:moveTo>
                    <a:pt x="297" y="0"/>
                  </a:moveTo>
                  <a:cubicBezTo>
                    <a:pt x="138" y="0"/>
                    <a:pt x="0" y="208"/>
                    <a:pt x="148" y="359"/>
                  </a:cubicBezTo>
                  <a:lnTo>
                    <a:pt x="503" y="709"/>
                  </a:lnTo>
                  <a:cubicBezTo>
                    <a:pt x="135" y="1314"/>
                    <a:pt x="580" y="2062"/>
                    <a:pt x="1257" y="2062"/>
                  </a:cubicBezTo>
                  <a:cubicBezTo>
                    <a:pt x="1295" y="2062"/>
                    <a:pt x="1333" y="2059"/>
                    <a:pt x="1373" y="2054"/>
                  </a:cubicBezTo>
                  <a:cubicBezTo>
                    <a:pt x="2108" y="1963"/>
                    <a:pt x="2415" y="1060"/>
                    <a:pt x="1882" y="536"/>
                  </a:cubicBezTo>
                  <a:cubicBezTo>
                    <a:pt x="1713" y="368"/>
                    <a:pt x="1489" y="280"/>
                    <a:pt x="1263" y="280"/>
                  </a:cubicBezTo>
                  <a:cubicBezTo>
                    <a:pt x="1102" y="280"/>
                    <a:pt x="940" y="324"/>
                    <a:pt x="796" y="416"/>
                  </a:cubicBezTo>
                  <a:lnTo>
                    <a:pt x="441" y="65"/>
                  </a:lnTo>
                  <a:cubicBezTo>
                    <a:pt x="396"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80"/>
          <p:cNvGrpSpPr/>
          <p:nvPr/>
        </p:nvGrpSpPr>
        <p:grpSpPr>
          <a:xfrm>
            <a:off x="7940666" y="2020205"/>
            <a:ext cx="383249" cy="286488"/>
            <a:chOff x="7940666" y="2020205"/>
            <a:chExt cx="383249" cy="286488"/>
          </a:xfrm>
        </p:grpSpPr>
        <p:sp>
          <p:nvSpPr>
            <p:cNvPr id="9331" name="Google Shape;9331;p80"/>
            <p:cNvSpPr/>
            <p:nvPr/>
          </p:nvSpPr>
          <p:spPr>
            <a:xfrm>
              <a:off x="7971742" y="2025205"/>
              <a:ext cx="326124" cy="275859"/>
            </a:xfrm>
            <a:custGeom>
              <a:rect b="b" l="l" r="r" t="t"/>
              <a:pathLst>
                <a:path extrusionOk="0" h="10537" w="12457">
                  <a:moveTo>
                    <a:pt x="9004" y="1"/>
                  </a:moveTo>
                  <a:cubicBezTo>
                    <a:pt x="8951" y="1"/>
                    <a:pt x="8898" y="3"/>
                    <a:pt x="8844" y="6"/>
                  </a:cubicBezTo>
                  <a:cubicBezTo>
                    <a:pt x="7821" y="74"/>
                    <a:pt x="6889" y="434"/>
                    <a:pt x="6231" y="1126"/>
                  </a:cubicBezTo>
                  <a:cubicBezTo>
                    <a:pt x="5532" y="398"/>
                    <a:pt x="4581" y="8"/>
                    <a:pt x="3612" y="8"/>
                  </a:cubicBezTo>
                  <a:cubicBezTo>
                    <a:pt x="3161" y="8"/>
                    <a:pt x="2707" y="92"/>
                    <a:pt x="2272" y="266"/>
                  </a:cubicBezTo>
                  <a:cubicBezTo>
                    <a:pt x="898" y="818"/>
                    <a:pt x="0" y="2144"/>
                    <a:pt x="0" y="3624"/>
                  </a:cubicBezTo>
                  <a:cubicBezTo>
                    <a:pt x="0" y="5646"/>
                    <a:pt x="1403" y="7059"/>
                    <a:pt x="2623" y="8068"/>
                  </a:cubicBezTo>
                  <a:cubicBezTo>
                    <a:pt x="3147" y="8495"/>
                    <a:pt x="3699" y="8899"/>
                    <a:pt x="4266" y="9269"/>
                  </a:cubicBezTo>
                  <a:lnTo>
                    <a:pt x="6231" y="10537"/>
                  </a:lnTo>
                  <a:lnTo>
                    <a:pt x="8191" y="9269"/>
                  </a:lnTo>
                  <a:cubicBezTo>
                    <a:pt x="8758" y="8894"/>
                    <a:pt x="9310" y="8495"/>
                    <a:pt x="9834" y="8068"/>
                  </a:cubicBezTo>
                  <a:cubicBezTo>
                    <a:pt x="11059" y="7064"/>
                    <a:pt x="12457" y="5646"/>
                    <a:pt x="12457" y="3624"/>
                  </a:cubicBezTo>
                  <a:cubicBezTo>
                    <a:pt x="12457" y="1933"/>
                    <a:pt x="11290" y="468"/>
                    <a:pt x="9642" y="98"/>
                  </a:cubicBezTo>
                  <a:cubicBezTo>
                    <a:pt x="9434" y="32"/>
                    <a:pt x="9219" y="1"/>
                    <a:pt x="90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0"/>
            <p:cNvSpPr/>
            <p:nvPr/>
          </p:nvSpPr>
          <p:spPr>
            <a:xfrm>
              <a:off x="8080781" y="2029394"/>
              <a:ext cx="217085" cy="271801"/>
            </a:xfrm>
            <a:custGeom>
              <a:rect b="b" l="l" r="r" t="t"/>
              <a:pathLst>
                <a:path extrusionOk="0" h="10382" w="8292">
                  <a:moveTo>
                    <a:pt x="5712" y="0"/>
                  </a:moveTo>
                  <a:cubicBezTo>
                    <a:pt x="6130" y="2215"/>
                    <a:pt x="6409" y="7542"/>
                    <a:pt x="0" y="9041"/>
                  </a:cubicBezTo>
                  <a:cubicBezTo>
                    <a:pt x="53" y="9075"/>
                    <a:pt x="91" y="9104"/>
                    <a:pt x="101" y="9113"/>
                  </a:cubicBezTo>
                  <a:lnTo>
                    <a:pt x="2066" y="10382"/>
                  </a:lnTo>
                  <a:lnTo>
                    <a:pt x="4026" y="9113"/>
                  </a:lnTo>
                  <a:cubicBezTo>
                    <a:pt x="4593" y="8739"/>
                    <a:pt x="5140" y="8340"/>
                    <a:pt x="5669" y="7912"/>
                  </a:cubicBezTo>
                  <a:cubicBezTo>
                    <a:pt x="6889" y="6904"/>
                    <a:pt x="8292" y="5491"/>
                    <a:pt x="8292" y="3469"/>
                  </a:cubicBezTo>
                  <a:cubicBezTo>
                    <a:pt x="8292" y="1869"/>
                    <a:pt x="7245" y="457"/>
                    <a:pt x="57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0"/>
            <p:cNvSpPr/>
            <p:nvPr/>
          </p:nvSpPr>
          <p:spPr>
            <a:xfrm>
              <a:off x="8180396" y="2144717"/>
              <a:ext cx="96971" cy="77624"/>
            </a:xfrm>
            <a:custGeom>
              <a:rect b="b" l="l" r="r" t="t"/>
              <a:pathLst>
                <a:path extrusionOk="0" h="2965" w="3704">
                  <a:moveTo>
                    <a:pt x="2107" y="0"/>
                  </a:moveTo>
                  <a:cubicBezTo>
                    <a:pt x="2103" y="0"/>
                    <a:pt x="2099" y="0"/>
                    <a:pt x="2095" y="0"/>
                  </a:cubicBezTo>
                  <a:cubicBezTo>
                    <a:pt x="2013" y="5"/>
                    <a:pt x="1941" y="63"/>
                    <a:pt x="1912" y="140"/>
                  </a:cubicBezTo>
                  <a:lnTo>
                    <a:pt x="1254" y="2181"/>
                  </a:lnTo>
                  <a:lnTo>
                    <a:pt x="442" y="332"/>
                  </a:lnTo>
                  <a:cubicBezTo>
                    <a:pt x="401" y="246"/>
                    <a:pt x="331" y="210"/>
                    <a:pt x="260" y="210"/>
                  </a:cubicBezTo>
                  <a:cubicBezTo>
                    <a:pt x="130" y="210"/>
                    <a:pt x="0" y="333"/>
                    <a:pt x="62" y="495"/>
                  </a:cubicBezTo>
                  <a:lnTo>
                    <a:pt x="1090" y="2844"/>
                  </a:lnTo>
                  <a:cubicBezTo>
                    <a:pt x="1129" y="2916"/>
                    <a:pt x="1201" y="2965"/>
                    <a:pt x="1283" y="2965"/>
                  </a:cubicBezTo>
                  <a:lnTo>
                    <a:pt x="1292" y="2965"/>
                  </a:lnTo>
                  <a:cubicBezTo>
                    <a:pt x="1379" y="2960"/>
                    <a:pt x="1451" y="2902"/>
                    <a:pt x="1475" y="2820"/>
                  </a:cubicBezTo>
                  <a:lnTo>
                    <a:pt x="2143" y="745"/>
                  </a:lnTo>
                  <a:lnTo>
                    <a:pt x="2690" y="1840"/>
                  </a:lnTo>
                  <a:cubicBezTo>
                    <a:pt x="2724" y="1912"/>
                    <a:pt x="2791" y="1956"/>
                    <a:pt x="2868" y="1956"/>
                  </a:cubicBezTo>
                  <a:lnTo>
                    <a:pt x="3411" y="1956"/>
                  </a:lnTo>
                  <a:cubicBezTo>
                    <a:pt x="3512" y="1826"/>
                    <a:pt x="3613" y="1687"/>
                    <a:pt x="3704" y="1543"/>
                  </a:cubicBezTo>
                  <a:lnTo>
                    <a:pt x="3704" y="1543"/>
                  </a:lnTo>
                  <a:lnTo>
                    <a:pt x="3007" y="1547"/>
                  </a:lnTo>
                  <a:lnTo>
                    <a:pt x="2291" y="116"/>
                  </a:lnTo>
                  <a:cubicBezTo>
                    <a:pt x="2260" y="43"/>
                    <a:pt x="2184" y="0"/>
                    <a:pt x="210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0"/>
            <p:cNvSpPr/>
            <p:nvPr/>
          </p:nvSpPr>
          <p:spPr>
            <a:xfrm>
              <a:off x="7991979" y="2106599"/>
              <a:ext cx="194910" cy="127444"/>
            </a:xfrm>
            <a:custGeom>
              <a:rect b="b" l="l" r="r" t="t"/>
              <a:pathLst>
                <a:path extrusionOk="0" h="4868" w="7445">
                  <a:moveTo>
                    <a:pt x="6728" y="1"/>
                  </a:moveTo>
                  <a:cubicBezTo>
                    <a:pt x="6724" y="1"/>
                    <a:pt x="6721" y="1"/>
                    <a:pt x="6717" y="1"/>
                  </a:cubicBezTo>
                  <a:cubicBezTo>
                    <a:pt x="6635" y="1"/>
                    <a:pt x="6563" y="54"/>
                    <a:pt x="6529" y="131"/>
                  </a:cubicBezTo>
                  <a:lnTo>
                    <a:pt x="5559" y="2523"/>
                  </a:lnTo>
                  <a:lnTo>
                    <a:pt x="4742" y="1149"/>
                  </a:lnTo>
                  <a:cubicBezTo>
                    <a:pt x="4702" y="1079"/>
                    <a:pt x="4633" y="1045"/>
                    <a:pt x="4564" y="1045"/>
                  </a:cubicBezTo>
                  <a:cubicBezTo>
                    <a:pt x="4478" y="1045"/>
                    <a:pt x="4392" y="1098"/>
                    <a:pt x="4363" y="1197"/>
                  </a:cubicBezTo>
                  <a:lnTo>
                    <a:pt x="3541" y="3979"/>
                  </a:lnTo>
                  <a:lnTo>
                    <a:pt x="2489" y="880"/>
                  </a:lnTo>
                  <a:cubicBezTo>
                    <a:pt x="2460" y="803"/>
                    <a:pt x="2388" y="750"/>
                    <a:pt x="2306" y="745"/>
                  </a:cubicBezTo>
                  <a:cubicBezTo>
                    <a:pt x="2299" y="745"/>
                    <a:pt x="2293" y="744"/>
                    <a:pt x="2286" y="744"/>
                  </a:cubicBezTo>
                  <a:cubicBezTo>
                    <a:pt x="2211" y="744"/>
                    <a:pt x="2140" y="790"/>
                    <a:pt x="2109" y="861"/>
                  </a:cubicBezTo>
                  <a:lnTo>
                    <a:pt x="1062" y="3008"/>
                  </a:lnTo>
                  <a:lnTo>
                    <a:pt x="0" y="3008"/>
                  </a:lnTo>
                  <a:cubicBezTo>
                    <a:pt x="92" y="3147"/>
                    <a:pt x="193" y="3287"/>
                    <a:pt x="294" y="3421"/>
                  </a:cubicBezTo>
                  <a:lnTo>
                    <a:pt x="1192" y="3421"/>
                  </a:lnTo>
                  <a:cubicBezTo>
                    <a:pt x="1274" y="3421"/>
                    <a:pt x="1346" y="3373"/>
                    <a:pt x="1379" y="3301"/>
                  </a:cubicBezTo>
                  <a:lnTo>
                    <a:pt x="2258" y="1490"/>
                  </a:lnTo>
                  <a:lnTo>
                    <a:pt x="3359" y="4728"/>
                  </a:lnTo>
                  <a:cubicBezTo>
                    <a:pt x="3387" y="4810"/>
                    <a:pt x="3464" y="4867"/>
                    <a:pt x="3555" y="4867"/>
                  </a:cubicBezTo>
                  <a:cubicBezTo>
                    <a:pt x="3647" y="4862"/>
                    <a:pt x="3724" y="4805"/>
                    <a:pt x="3748" y="4718"/>
                  </a:cubicBezTo>
                  <a:lnTo>
                    <a:pt x="4622" y="1764"/>
                  </a:lnTo>
                  <a:lnTo>
                    <a:pt x="5410" y="3085"/>
                  </a:lnTo>
                  <a:cubicBezTo>
                    <a:pt x="5446" y="3148"/>
                    <a:pt x="5512" y="3186"/>
                    <a:pt x="5588" y="3186"/>
                  </a:cubicBezTo>
                  <a:cubicBezTo>
                    <a:pt x="5593" y="3186"/>
                    <a:pt x="5597" y="3186"/>
                    <a:pt x="5602" y="3186"/>
                  </a:cubicBezTo>
                  <a:cubicBezTo>
                    <a:pt x="5679" y="3181"/>
                    <a:pt x="5746" y="3133"/>
                    <a:pt x="5775" y="3056"/>
                  </a:cubicBezTo>
                  <a:lnTo>
                    <a:pt x="6721" y="731"/>
                  </a:lnTo>
                  <a:lnTo>
                    <a:pt x="7000" y="1375"/>
                  </a:lnTo>
                  <a:cubicBezTo>
                    <a:pt x="7041" y="1459"/>
                    <a:pt x="7112" y="1495"/>
                    <a:pt x="7183" y="1495"/>
                  </a:cubicBezTo>
                  <a:cubicBezTo>
                    <a:pt x="7314" y="1495"/>
                    <a:pt x="7445" y="1373"/>
                    <a:pt x="7380" y="1211"/>
                  </a:cubicBezTo>
                  <a:lnTo>
                    <a:pt x="6909" y="121"/>
                  </a:lnTo>
                  <a:cubicBezTo>
                    <a:pt x="6877" y="48"/>
                    <a:pt x="6810" y="1"/>
                    <a:pt x="6728"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0"/>
            <p:cNvSpPr/>
            <p:nvPr/>
          </p:nvSpPr>
          <p:spPr>
            <a:xfrm>
              <a:off x="7940666" y="2020205"/>
              <a:ext cx="383249" cy="286488"/>
            </a:xfrm>
            <a:custGeom>
              <a:rect b="b" l="l" r="r" t="t"/>
              <a:pathLst>
                <a:path extrusionOk="0" h="10943" w="14639">
                  <a:moveTo>
                    <a:pt x="4809" y="0"/>
                  </a:moveTo>
                  <a:cubicBezTo>
                    <a:pt x="4803" y="0"/>
                    <a:pt x="4796" y="0"/>
                    <a:pt x="4790" y="0"/>
                  </a:cubicBezTo>
                  <a:cubicBezTo>
                    <a:pt x="2076" y="0"/>
                    <a:pt x="0" y="2830"/>
                    <a:pt x="1432" y="5799"/>
                  </a:cubicBezTo>
                  <a:lnTo>
                    <a:pt x="567" y="5799"/>
                  </a:lnTo>
                  <a:cubicBezTo>
                    <a:pt x="293" y="5799"/>
                    <a:pt x="293" y="6212"/>
                    <a:pt x="567" y="6212"/>
                  </a:cubicBezTo>
                  <a:lnTo>
                    <a:pt x="1653" y="6212"/>
                  </a:lnTo>
                  <a:cubicBezTo>
                    <a:pt x="2844" y="8206"/>
                    <a:pt x="5347" y="9652"/>
                    <a:pt x="7288" y="10910"/>
                  </a:cubicBezTo>
                  <a:cubicBezTo>
                    <a:pt x="7322" y="10932"/>
                    <a:pt x="7360" y="10943"/>
                    <a:pt x="7399" y="10943"/>
                  </a:cubicBezTo>
                  <a:cubicBezTo>
                    <a:pt x="7437" y="10943"/>
                    <a:pt x="7476" y="10932"/>
                    <a:pt x="7509" y="10910"/>
                  </a:cubicBezTo>
                  <a:cubicBezTo>
                    <a:pt x="9450" y="9657"/>
                    <a:pt x="11953" y="8211"/>
                    <a:pt x="13144" y="6212"/>
                  </a:cubicBezTo>
                  <a:lnTo>
                    <a:pt x="14230" y="6212"/>
                  </a:lnTo>
                  <a:cubicBezTo>
                    <a:pt x="14345" y="6212"/>
                    <a:pt x="14437" y="6121"/>
                    <a:pt x="14437" y="6005"/>
                  </a:cubicBezTo>
                  <a:cubicBezTo>
                    <a:pt x="14451" y="5895"/>
                    <a:pt x="14360" y="5794"/>
                    <a:pt x="14249" y="5794"/>
                  </a:cubicBezTo>
                  <a:lnTo>
                    <a:pt x="13389" y="5794"/>
                  </a:lnTo>
                  <a:cubicBezTo>
                    <a:pt x="14638" y="3195"/>
                    <a:pt x="13216" y="615"/>
                    <a:pt x="10877" y="87"/>
                  </a:cubicBezTo>
                  <a:cubicBezTo>
                    <a:pt x="10864" y="85"/>
                    <a:pt x="10852" y="84"/>
                    <a:pt x="10840" y="84"/>
                  </a:cubicBezTo>
                  <a:cubicBezTo>
                    <a:pt x="10610" y="84"/>
                    <a:pt x="10548" y="426"/>
                    <a:pt x="10786" y="490"/>
                  </a:cubicBezTo>
                  <a:cubicBezTo>
                    <a:pt x="12923" y="971"/>
                    <a:pt x="14216" y="3392"/>
                    <a:pt x="12933" y="5799"/>
                  </a:cubicBezTo>
                  <a:lnTo>
                    <a:pt x="12169" y="5799"/>
                  </a:lnTo>
                  <a:lnTo>
                    <a:pt x="11453" y="4363"/>
                  </a:lnTo>
                  <a:cubicBezTo>
                    <a:pt x="11415" y="4287"/>
                    <a:pt x="11343" y="4250"/>
                    <a:pt x="11271" y="4250"/>
                  </a:cubicBezTo>
                  <a:cubicBezTo>
                    <a:pt x="11188" y="4250"/>
                    <a:pt x="11105" y="4299"/>
                    <a:pt x="11074" y="4391"/>
                  </a:cubicBezTo>
                  <a:lnTo>
                    <a:pt x="10411" y="6433"/>
                  </a:lnTo>
                  <a:lnTo>
                    <a:pt x="9676" y="4752"/>
                  </a:lnTo>
                  <a:cubicBezTo>
                    <a:pt x="9635" y="4666"/>
                    <a:pt x="9564" y="4629"/>
                    <a:pt x="9493" y="4629"/>
                  </a:cubicBezTo>
                  <a:cubicBezTo>
                    <a:pt x="9361" y="4629"/>
                    <a:pt x="9231" y="4753"/>
                    <a:pt x="9296" y="4915"/>
                  </a:cubicBezTo>
                  <a:lnTo>
                    <a:pt x="10252" y="7096"/>
                  </a:lnTo>
                  <a:cubicBezTo>
                    <a:pt x="10289" y="7178"/>
                    <a:pt x="10365" y="7218"/>
                    <a:pt x="10440" y="7218"/>
                  </a:cubicBezTo>
                  <a:cubicBezTo>
                    <a:pt x="10523" y="7218"/>
                    <a:pt x="10606" y="7170"/>
                    <a:pt x="10637" y="7077"/>
                  </a:cubicBezTo>
                  <a:lnTo>
                    <a:pt x="11304" y="5001"/>
                  </a:lnTo>
                  <a:lnTo>
                    <a:pt x="11847" y="6097"/>
                  </a:lnTo>
                  <a:cubicBezTo>
                    <a:pt x="11886" y="6169"/>
                    <a:pt x="11953" y="6212"/>
                    <a:pt x="12030" y="6217"/>
                  </a:cubicBezTo>
                  <a:lnTo>
                    <a:pt x="12674" y="6217"/>
                  </a:lnTo>
                  <a:cubicBezTo>
                    <a:pt x="11357" y="8211"/>
                    <a:pt x="8513" y="9733"/>
                    <a:pt x="7408" y="10497"/>
                  </a:cubicBezTo>
                  <a:cubicBezTo>
                    <a:pt x="5655" y="9354"/>
                    <a:pt x="3320" y="7994"/>
                    <a:pt x="2148" y="6217"/>
                  </a:cubicBezTo>
                  <a:lnTo>
                    <a:pt x="3147" y="6217"/>
                  </a:lnTo>
                  <a:cubicBezTo>
                    <a:pt x="3224" y="6217"/>
                    <a:pt x="3301" y="6169"/>
                    <a:pt x="3334" y="6097"/>
                  </a:cubicBezTo>
                  <a:lnTo>
                    <a:pt x="4209" y="4286"/>
                  </a:lnTo>
                  <a:lnTo>
                    <a:pt x="5314" y="7524"/>
                  </a:lnTo>
                  <a:cubicBezTo>
                    <a:pt x="5347" y="7614"/>
                    <a:pt x="5428" y="7659"/>
                    <a:pt x="5509" y="7659"/>
                  </a:cubicBezTo>
                  <a:cubicBezTo>
                    <a:pt x="5593" y="7659"/>
                    <a:pt x="5676" y="7611"/>
                    <a:pt x="5708" y="7514"/>
                  </a:cubicBezTo>
                  <a:lnTo>
                    <a:pt x="6577" y="4564"/>
                  </a:lnTo>
                  <a:lnTo>
                    <a:pt x="7365" y="5885"/>
                  </a:lnTo>
                  <a:cubicBezTo>
                    <a:pt x="7405" y="5952"/>
                    <a:pt x="7473" y="5985"/>
                    <a:pt x="7542" y="5985"/>
                  </a:cubicBezTo>
                  <a:cubicBezTo>
                    <a:pt x="7620" y="5985"/>
                    <a:pt x="7699" y="5941"/>
                    <a:pt x="7735" y="5857"/>
                  </a:cubicBezTo>
                  <a:lnTo>
                    <a:pt x="8677" y="3531"/>
                  </a:lnTo>
                  <a:lnTo>
                    <a:pt x="8960" y="4175"/>
                  </a:lnTo>
                  <a:cubicBezTo>
                    <a:pt x="8998" y="4259"/>
                    <a:pt x="9068" y="4294"/>
                    <a:pt x="9137" y="4294"/>
                  </a:cubicBezTo>
                  <a:cubicBezTo>
                    <a:pt x="9268" y="4294"/>
                    <a:pt x="9400" y="4170"/>
                    <a:pt x="9335" y="4007"/>
                  </a:cubicBezTo>
                  <a:lnTo>
                    <a:pt x="8854" y="2921"/>
                  </a:lnTo>
                  <a:cubicBezTo>
                    <a:pt x="8819" y="2838"/>
                    <a:pt x="8744" y="2798"/>
                    <a:pt x="8668" y="2798"/>
                  </a:cubicBezTo>
                  <a:cubicBezTo>
                    <a:pt x="8591" y="2798"/>
                    <a:pt x="8514" y="2841"/>
                    <a:pt x="8480" y="2926"/>
                  </a:cubicBezTo>
                  <a:lnTo>
                    <a:pt x="7504" y="5319"/>
                  </a:lnTo>
                  <a:lnTo>
                    <a:pt x="6688" y="3945"/>
                  </a:lnTo>
                  <a:cubicBezTo>
                    <a:pt x="6647" y="3877"/>
                    <a:pt x="6580" y="3844"/>
                    <a:pt x="6513" y="3844"/>
                  </a:cubicBezTo>
                  <a:cubicBezTo>
                    <a:pt x="6428" y="3844"/>
                    <a:pt x="6345" y="3896"/>
                    <a:pt x="6318" y="3993"/>
                  </a:cubicBezTo>
                  <a:lnTo>
                    <a:pt x="5491" y="6779"/>
                  </a:lnTo>
                  <a:lnTo>
                    <a:pt x="4439" y="3676"/>
                  </a:lnTo>
                  <a:cubicBezTo>
                    <a:pt x="4406" y="3584"/>
                    <a:pt x="4324" y="3537"/>
                    <a:pt x="4242" y="3537"/>
                  </a:cubicBezTo>
                  <a:cubicBezTo>
                    <a:pt x="4169" y="3537"/>
                    <a:pt x="4096" y="3575"/>
                    <a:pt x="4060" y="3652"/>
                  </a:cubicBezTo>
                  <a:lnTo>
                    <a:pt x="3013" y="5799"/>
                  </a:lnTo>
                  <a:lnTo>
                    <a:pt x="1893" y="5799"/>
                  </a:lnTo>
                  <a:cubicBezTo>
                    <a:pt x="442" y="3080"/>
                    <a:pt x="2287" y="414"/>
                    <a:pt x="4790" y="414"/>
                  </a:cubicBezTo>
                  <a:cubicBezTo>
                    <a:pt x="4796" y="414"/>
                    <a:pt x="4802" y="414"/>
                    <a:pt x="4807" y="414"/>
                  </a:cubicBezTo>
                  <a:cubicBezTo>
                    <a:pt x="5733" y="414"/>
                    <a:pt x="6620" y="797"/>
                    <a:pt x="7255" y="1471"/>
                  </a:cubicBezTo>
                  <a:cubicBezTo>
                    <a:pt x="7293" y="1511"/>
                    <a:pt x="7347" y="1532"/>
                    <a:pt x="7401" y="1532"/>
                  </a:cubicBezTo>
                  <a:cubicBezTo>
                    <a:pt x="7455" y="1532"/>
                    <a:pt x="7509" y="1511"/>
                    <a:pt x="7548" y="1471"/>
                  </a:cubicBezTo>
                  <a:cubicBezTo>
                    <a:pt x="8114" y="880"/>
                    <a:pt x="8874" y="510"/>
                    <a:pt x="9685" y="428"/>
                  </a:cubicBezTo>
                  <a:cubicBezTo>
                    <a:pt x="9951" y="405"/>
                    <a:pt x="9923" y="19"/>
                    <a:pt x="9674" y="19"/>
                  </a:cubicBezTo>
                  <a:cubicBezTo>
                    <a:pt x="9667" y="19"/>
                    <a:pt x="9659" y="19"/>
                    <a:pt x="9652" y="20"/>
                  </a:cubicBezTo>
                  <a:cubicBezTo>
                    <a:pt x="8806" y="101"/>
                    <a:pt x="8018" y="457"/>
                    <a:pt x="7403" y="1033"/>
                  </a:cubicBezTo>
                  <a:cubicBezTo>
                    <a:pt x="6697" y="370"/>
                    <a:pt x="5772" y="0"/>
                    <a:pt x="48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80"/>
          <p:cNvGrpSpPr/>
          <p:nvPr/>
        </p:nvGrpSpPr>
        <p:grpSpPr>
          <a:xfrm>
            <a:off x="7508513" y="2023478"/>
            <a:ext cx="372175" cy="279995"/>
            <a:chOff x="7508513" y="2023478"/>
            <a:chExt cx="372175" cy="279995"/>
          </a:xfrm>
        </p:grpSpPr>
        <p:sp>
          <p:nvSpPr>
            <p:cNvPr id="9337" name="Google Shape;9337;p80"/>
            <p:cNvSpPr/>
            <p:nvPr/>
          </p:nvSpPr>
          <p:spPr>
            <a:xfrm>
              <a:off x="7515686" y="2133512"/>
              <a:ext cx="357724" cy="164541"/>
            </a:xfrm>
            <a:custGeom>
              <a:rect b="b" l="l" r="r" t="t"/>
              <a:pathLst>
                <a:path extrusionOk="0" h="6285" w="13664">
                  <a:moveTo>
                    <a:pt x="1" y="1"/>
                  </a:moveTo>
                  <a:lnTo>
                    <a:pt x="1" y="6285"/>
                  </a:lnTo>
                  <a:lnTo>
                    <a:pt x="13663" y="6285"/>
                  </a:lnTo>
                  <a:lnTo>
                    <a:pt x="13663" y="1"/>
                  </a:lnTo>
                  <a:lnTo>
                    <a:pt x="9873" y="1"/>
                  </a:lnTo>
                  <a:cubicBezTo>
                    <a:pt x="9493" y="1"/>
                    <a:pt x="9215" y="347"/>
                    <a:pt x="9292" y="717"/>
                  </a:cubicBezTo>
                  <a:cubicBezTo>
                    <a:pt x="9325" y="870"/>
                    <a:pt x="9344" y="1029"/>
                    <a:pt x="9344" y="1192"/>
                  </a:cubicBezTo>
                  <a:cubicBezTo>
                    <a:pt x="9373" y="2590"/>
                    <a:pt x="8254" y="3748"/>
                    <a:pt x="6851" y="3762"/>
                  </a:cubicBezTo>
                  <a:cubicBezTo>
                    <a:pt x="6842" y="3763"/>
                    <a:pt x="6834" y="3763"/>
                    <a:pt x="6825" y="3763"/>
                  </a:cubicBezTo>
                  <a:cubicBezTo>
                    <a:pt x="5439" y="3763"/>
                    <a:pt x="4310" y="2630"/>
                    <a:pt x="4315" y="1240"/>
                  </a:cubicBezTo>
                  <a:cubicBezTo>
                    <a:pt x="4315" y="1063"/>
                    <a:pt x="4329" y="890"/>
                    <a:pt x="4367" y="717"/>
                  </a:cubicBezTo>
                  <a:cubicBezTo>
                    <a:pt x="4444" y="347"/>
                    <a:pt x="4161" y="1"/>
                    <a:pt x="3781"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0"/>
            <p:cNvSpPr/>
            <p:nvPr/>
          </p:nvSpPr>
          <p:spPr>
            <a:xfrm>
              <a:off x="7757694" y="2147728"/>
              <a:ext cx="116475" cy="39532"/>
            </a:xfrm>
            <a:custGeom>
              <a:rect b="b" l="l" r="r" t="t"/>
              <a:pathLst>
                <a:path extrusionOk="0" h="1510" w="4449">
                  <a:moveTo>
                    <a:pt x="655" y="1"/>
                  </a:moveTo>
                  <a:cubicBezTo>
                    <a:pt x="279" y="1"/>
                    <a:pt x="0" y="344"/>
                    <a:pt x="76" y="712"/>
                  </a:cubicBezTo>
                  <a:cubicBezTo>
                    <a:pt x="110" y="885"/>
                    <a:pt x="129" y="1058"/>
                    <a:pt x="129" y="1235"/>
                  </a:cubicBezTo>
                  <a:cubicBezTo>
                    <a:pt x="129" y="1322"/>
                    <a:pt x="124" y="1404"/>
                    <a:pt x="115" y="1490"/>
                  </a:cubicBezTo>
                  <a:lnTo>
                    <a:pt x="129" y="1509"/>
                  </a:lnTo>
                  <a:cubicBezTo>
                    <a:pt x="562" y="1509"/>
                    <a:pt x="562" y="962"/>
                    <a:pt x="994" y="962"/>
                  </a:cubicBezTo>
                  <a:cubicBezTo>
                    <a:pt x="1422" y="962"/>
                    <a:pt x="1422" y="1509"/>
                    <a:pt x="1854" y="1509"/>
                  </a:cubicBezTo>
                  <a:cubicBezTo>
                    <a:pt x="2286" y="1509"/>
                    <a:pt x="2286" y="962"/>
                    <a:pt x="2719" y="962"/>
                  </a:cubicBezTo>
                  <a:cubicBezTo>
                    <a:pt x="3151" y="962"/>
                    <a:pt x="3151" y="1509"/>
                    <a:pt x="3579" y="1509"/>
                  </a:cubicBezTo>
                  <a:cubicBezTo>
                    <a:pt x="4016" y="1509"/>
                    <a:pt x="4016" y="962"/>
                    <a:pt x="4448" y="962"/>
                  </a:cubicBezTo>
                  <a:lnTo>
                    <a:pt x="4448" y="1"/>
                  </a:lnTo>
                  <a:lnTo>
                    <a:pt x="662" y="1"/>
                  </a:lnTo>
                  <a:cubicBezTo>
                    <a:pt x="660" y="1"/>
                    <a:pt x="657" y="1"/>
                    <a:pt x="6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0"/>
            <p:cNvSpPr/>
            <p:nvPr/>
          </p:nvSpPr>
          <p:spPr>
            <a:xfrm>
              <a:off x="7515555" y="2147597"/>
              <a:ext cx="116501" cy="39663"/>
            </a:xfrm>
            <a:custGeom>
              <a:rect b="b" l="l" r="r" t="t"/>
              <a:pathLst>
                <a:path extrusionOk="0" h="1515" w="4450">
                  <a:moveTo>
                    <a:pt x="1" y="1"/>
                  </a:moveTo>
                  <a:lnTo>
                    <a:pt x="1" y="962"/>
                  </a:lnTo>
                  <a:cubicBezTo>
                    <a:pt x="438" y="967"/>
                    <a:pt x="438" y="1514"/>
                    <a:pt x="870" y="1514"/>
                  </a:cubicBezTo>
                  <a:cubicBezTo>
                    <a:pt x="1298" y="1514"/>
                    <a:pt x="1298" y="967"/>
                    <a:pt x="1730" y="967"/>
                  </a:cubicBezTo>
                  <a:cubicBezTo>
                    <a:pt x="2163" y="967"/>
                    <a:pt x="2163" y="1514"/>
                    <a:pt x="2595" y="1514"/>
                  </a:cubicBezTo>
                  <a:cubicBezTo>
                    <a:pt x="3027" y="1514"/>
                    <a:pt x="3022" y="967"/>
                    <a:pt x="3455" y="967"/>
                  </a:cubicBezTo>
                  <a:cubicBezTo>
                    <a:pt x="3892" y="967"/>
                    <a:pt x="3887" y="1514"/>
                    <a:pt x="4320" y="1514"/>
                  </a:cubicBezTo>
                  <a:lnTo>
                    <a:pt x="4334" y="1495"/>
                  </a:lnTo>
                  <a:cubicBezTo>
                    <a:pt x="4324" y="1409"/>
                    <a:pt x="4320" y="1327"/>
                    <a:pt x="4320" y="1240"/>
                  </a:cubicBezTo>
                  <a:cubicBezTo>
                    <a:pt x="4320" y="1063"/>
                    <a:pt x="4339" y="890"/>
                    <a:pt x="4372" y="717"/>
                  </a:cubicBezTo>
                  <a:cubicBezTo>
                    <a:pt x="4449" y="347"/>
                    <a:pt x="4166" y="1"/>
                    <a:pt x="378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0"/>
            <p:cNvSpPr/>
            <p:nvPr/>
          </p:nvSpPr>
          <p:spPr>
            <a:xfrm>
              <a:off x="7515555" y="2133643"/>
              <a:ext cx="116501" cy="39637"/>
            </a:xfrm>
            <a:custGeom>
              <a:rect b="b" l="l" r="r" t="t"/>
              <a:pathLst>
                <a:path extrusionOk="0" h="1514" w="4450">
                  <a:moveTo>
                    <a:pt x="1" y="1"/>
                  </a:moveTo>
                  <a:lnTo>
                    <a:pt x="1" y="962"/>
                  </a:lnTo>
                  <a:cubicBezTo>
                    <a:pt x="438" y="962"/>
                    <a:pt x="438" y="1514"/>
                    <a:pt x="870" y="1514"/>
                  </a:cubicBezTo>
                  <a:cubicBezTo>
                    <a:pt x="1298" y="1514"/>
                    <a:pt x="1298" y="966"/>
                    <a:pt x="1730" y="966"/>
                  </a:cubicBezTo>
                  <a:cubicBezTo>
                    <a:pt x="2163" y="966"/>
                    <a:pt x="2163" y="1514"/>
                    <a:pt x="2595" y="1514"/>
                  </a:cubicBezTo>
                  <a:cubicBezTo>
                    <a:pt x="3027" y="1514"/>
                    <a:pt x="3027" y="966"/>
                    <a:pt x="3455" y="966"/>
                  </a:cubicBezTo>
                  <a:cubicBezTo>
                    <a:pt x="3887" y="966"/>
                    <a:pt x="3887" y="1514"/>
                    <a:pt x="4320" y="1514"/>
                  </a:cubicBezTo>
                  <a:lnTo>
                    <a:pt x="4334" y="1495"/>
                  </a:lnTo>
                  <a:cubicBezTo>
                    <a:pt x="4324" y="1408"/>
                    <a:pt x="4320" y="1327"/>
                    <a:pt x="4320" y="1240"/>
                  </a:cubicBezTo>
                  <a:cubicBezTo>
                    <a:pt x="4320" y="1062"/>
                    <a:pt x="4339" y="889"/>
                    <a:pt x="4372" y="716"/>
                  </a:cubicBezTo>
                  <a:cubicBezTo>
                    <a:pt x="4449" y="347"/>
                    <a:pt x="4166" y="1"/>
                    <a:pt x="378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0"/>
            <p:cNvSpPr/>
            <p:nvPr/>
          </p:nvSpPr>
          <p:spPr>
            <a:xfrm>
              <a:off x="7757668" y="2133643"/>
              <a:ext cx="116501" cy="39637"/>
            </a:xfrm>
            <a:custGeom>
              <a:rect b="b" l="l" r="r" t="t"/>
              <a:pathLst>
                <a:path extrusionOk="0" h="1514" w="4450">
                  <a:moveTo>
                    <a:pt x="663" y="1"/>
                  </a:moveTo>
                  <a:cubicBezTo>
                    <a:pt x="284" y="1"/>
                    <a:pt x="1" y="347"/>
                    <a:pt x="77" y="716"/>
                  </a:cubicBezTo>
                  <a:cubicBezTo>
                    <a:pt x="111" y="889"/>
                    <a:pt x="130" y="1062"/>
                    <a:pt x="130" y="1240"/>
                  </a:cubicBezTo>
                  <a:cubicBezTo>
                    <a:pt x="130" y="1327"/>
                    <a:pt x="125" y="1408"/>
                    <a:pt x="116" y="1495"/>
                  </a:cubicBezTo>
                  <a:lnTo>
                    <a:pt x="130" y="1514"/>
                  </a:lnTo>
                  <a:cubicBezTo>
                    <a:pt x="563" y="1514"/>
                    <a:pt x="563" y="966"/>
                    <a:pt x="995" y="966"/>
                  </a:cubicBezTo>
                  <a:cubicBezTo>
                    <a:pt x="1423" y="966"/>
                    <a:pt x="1423" y="1514"/>
                    <a:pt x="1855" y="1514"/>
                  </a:cubicBezTo>
                  <a:cubicBezTo>
                    <a:pt x="2287" y="1514"/>
                    <a:pt x="2287" y="966"/>
                    <a:pt x="2720" y="966"/>
                  </a:cubicBezTo>
                  <a:cubicBezTo>
                    <a:pt x="3152" y="966"/>
                    <a:pt x="3152" y="1514"/>
                    <a:pt x="3580" y="1514"/>
                  </a:cubicBezTo>
                  <a:cubicBezTo>
                    <a:pt x="4017" y="1514"/>
                    <a:pt x="4017" y="962"/>
                    <a:pt x="4449" y="962"/>
                  </a:cubicBezTo>
                  <a:lnTo>
                    <a:pt x="444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0"/>
            <p:cNvSpPr/>
            <p:nvPr/>
          </p:nvSpPr>
          <p:spPr>
            <a:xfrm>
              <a:off x="7600824" y="2227839"/>
              <a:ext cx="22044" cy="18902"/>
            </a:xfrm>
            <a:custGeom>
              <a:rect b="b" l="l" r="r" t="t"/>
              <a:pathLst>
                <a:path extrusionOk="0" h="722" w="842">
                  <a:moveTo>
                    <a:pt x="481" y="1"/>
                  </a:moveTo>
                  <a:cubicBezTo>
                    <a:pt x="159" y="1"/>
                    <a:pt x="1" y="390"/>
                    <a:pt x="227" y="616"/>
                  </a:cubicBezTo>
                  <a:cubicBezTo>
                    <a:pt x="300" y="689"/>
                    <a:pt x="390" y="722"/>
                    <a:pt x="479" y="722"/>
                  </a:cubicBezTo>
                  <a:cubicBezTo>
                    <a:pt x="664" y="722"/>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0"/>
            <p:cNvSpPr/>
            <p:nvPr/>
          </p:nvSpPr>
          <p:spPr>
            <a:xfrm>
              <a:off x="7523723" y="2251610"/>
              <a:ext cx="22174" cy="18876"/>
            </a:xfrm>
            <a:custGeom>
              <a:rect b="b" l="l" r="r" t="t"/>
              <a:pathLst>
                <a:path extrusionOk="0" h="721" w="847">
                  <a:moveTo>
                    <a:pt x="486" y="1"/>
                  </a:moveTo>
                  <a:cubicBezTo>
                    <a:pt x="164" y="1"/>
                    <a:pt x="1" y="385"/>
                    <a:pt x="232" y="616"/>
                  </a:cubicBezTo>
                  <a:cubicBezTo>
                    <a:pt x="304" y="688"/>
                    <a:pt x="394" y="721"/>
                    <a:pt x="482" y="721"/>
                  </a:cubicBezTo>
                  <a:cubicBezTo>
                    <a:pt x="667" y="721"/>
                    <a:pt x="846" y="576"/>
                    <a:pt x="846" y="361"/>
                  </a:cubicBezTo>
                  <a:cubicBezTo>
                    <a:pt x="846" y="159"/>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0"/>
            <p:cNvSpPr/>
            <p:nvPr/>
          </p:nvSpPr>
          <p:spPr>
            <a:xfrm>
              <a:off x="7547495" y="2205455"/>
              <a:ext cx="22044" cy="18954"/>
            </a:xfrm>
            <a:custGeom>
              <a:rect b="b" l="l" r="r" t="t"/>
              <a:pathLst>
                <a:path extrusionOk="0" h="724" w="842">
                  <a:moveTo>
                    <a:pt x="481" y="1"/>
                  </a:moveTo>
                  <a:cubicBezTo>
                    <a:pt x="159" y="1"/>
                    <a:pt x="1" y="390"/>
                    <a:pt x="227" y="616"/>
                  </a:cubicBezTo>
                  <a:cubicBezTo>
                    <a:pt x="300" y="690"/>
                    <a:pt x="390" y="724"/>
                    <a:pt x="479" y="724"/>
                  </a:cubicBezTo>
                  <a:cubicBezTo>
                    <a:pt x="664" y="724"/>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0"/>
            <p:cNvSpPr/>
            <p:nvPr/>
          </p:nvSpPr>
          <p:spPr>
            <a:xfrm>
              <a:off x="7762825" y="2227839"/>
              <a:ext cx="22148" cy="18902"/>
            </a:xfrm>
            <a:custGeom>
              <a:rect b="b" l="l" r="r" t="t"/>
              <a:pathLst>
                <a:path extrusionOk="0" h="722" w="846">
                  <a:moveTo>
                    <a:pt x="486" y="1"/>
                  </a:moveTo>
                  <a:cubicBezTo>
                    <a:pt x="164" y="1"/>
                    <a:pt x="0" y="390"/>
                    <a:pt x="226" y="616"/>
                  </a:cubicBezTo>
                  <a:cubicBezTo>
                    <a:pt x="301" y="689"/>
                    <a:pt x="392" y="722"/>
                    <a:pt x="482" y="722"/>
                  </a:cubicBezTo>
                  <a:cubicBezTo>
                    <a:pt x="668" y="722"/>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0"/>
            <p:cNvSpPr/>
            <p:nvPr/>
          </p:nvSpPr>
          <p:spPr>
            <a:xfrm>
              <a:off x="7839925" y="2251610"/>
              <a:ext cx="22044" cy="18876"/>
            </a:xfrm>
            <a:custGeom>
              <a:rect b="b" l="l" r="r" t="t"/>
              <a:pathLst>
                <a:path extrusionOk="0" h="721" w="842">
                  <a:moveTo>
                    <a:pt x="481" y="1"/>
                  </a:moveTo>
                  <a:cubicBezTo>
                    <a:pt x="159" y="1"/>
                    <a:pt x="0" y="385"/>
                    <a:pt x="226" y="616"/>
                  </a:cubicBezTo>
                  <a:cubicBezTo>
                    <a:pt x="299" y="688"/>
                    <a:pt x="388" y="721"/>
                    <a:pt x="476" y="721"/>
                  </a:cubicBezTo>
                  <a:cubicBezTo>
                    <a:pt x="662" y="721"/>
                    <a:pt x="841" y="576"/>
                    <a:pt x="841" y="361"/>
                  </a:cubicBezTo>
                  <a:cubicBezTo>
                    <a:pt x="841" y="159"/>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0"/>
            <p:cNvSpPr/>
            <p:nvPr/>
          </p:nvSpPr>
          <p:spPr>
            <a:xfrm>
              <a:off x="7816154" y="2205455"/>
              <a:ext cx="22148" cy="18954"/>
            </a:xfrm>
            <a:custGeom>
              <a:rect b="b" l="l" r="r" t="t"/>
              <a:pathLst>
                <a:path extrusionOk="0" h="724" w="846">
                  <a:moveTo>
                    <a:pt x="486" y="1"/>
                  </a:moveTo>
                  <a:cubicBezTo>
                    <a:pt x="164" y="1"/>
                    <a:pt x="0" y="390"/>
                    <a:pt x="226" y="616"/>
                  </a:cubicBezTo>
                  <a:cubicBezTo>
                    <a:pt x="301" y="690"/>
                    <a:pt x="392" y="724"/>
                    <a:pt x="482" y="724"/>
                  </a:cubicBezTo>
                  <a:cubicBezTo>
                    <a:pt x="668" y="724"/>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0"/>
            <p:cNvSpPr/>
            <p:nvPr/>
          </p:nvSpPr>
          <p:spPr>
            <a:xfrm>
              <a:off x="7642345" y="2028923"/>
              <a:ext cx="104772" cy="177841"/>
            </a:xfrm>
            <a:custGeom>
              <a:rect b="b" l="l" r="r" t="t"/>
              <a:pathLst>
                <a:path extrusionOk="0" h="6793" w="4002">
                  <a:moveTo>
                    <a:pt x="1996" y="0"/>
                  </a:moveTo>
                  <a:cubicBezTo>
                    <a:pt x="1957" y="0"/>
                    <a:pt x="1917" y="25"/>
                    <a:pt x="1907" y="76"/>
                  </a:cubicBezTo>
                  <a:lnTo>
                    <a:pt x="1475" y="2771"/>
                  </a:lnTo>
                  <a:cubicBezTo>
                    <a:pt x="1379" y="3333"/>
                    <a:pt x="1139" y="3861"/>
                    <a:pt x="783" y="4308"/>
                  </a:cubicBezTo>
                  <a:cubicBezTo>
                    <a:pt x="0" y="5307"/>
                    <a:pt x="702" y="6773"/>
                    <a:pt x="1975" y="6792"/>
                  </a:cubicBezTo>
                  <a:cubicBezTo>
                    <a:pt x="1983" y="6792"/>
                    <a:pt x="1991" y="6792"/>
                    <a:pt x="1999" y="6792"/>
                  </a:cubicBezTo>
                  <a:cubicBezTo>
                    <a:pt x="3281" y="6792"/>
                    <a:pt x="4002" y="5296"/>
                    <a:pt x="3190" y="4289"/>
                  </a:cubicBezTo>
                  <a:cubicBezTo>
                    <a:pt x="2892" y="3919"/>
                    <a:pt x="2676" y="3482"/>
                    <a:pt x="2566" y="3021"/>
                  </a:cubicBezTo>
                  <a:lnTo>
                    <a:pt x="2417" y="2137"/>
                  </a:lnTo>
                  <a:lnTo>
                    <a:pt x="2080" y="76"/>
                  </a:lnTo>
                  <a:cubicBezTo>
                    <a:pt x="2073" y="25"/>
                    <a:pt x="2035" y="0"/>
                    <a:pt x="19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0"/>
            <p:cNvSpPr/>
            <p:nvPr/>
          </p:nvSpPr>
          <p:spPr>
            <a:xfrm>
              <a:off x="7685594" y="2028871"/>
              <a:ext cx="52229" cy="177788"/>
            </a:xfrm>
            <a:custGeom>
              <a:rect b="b" l="l" r="r" t="t"/>
              <a:pathLst>
                <a:path extrusionOk="0" h="6791" w="1995">
                  <a:moveTo>
                    <a:pt x="345" y="1"/>
                  </a:moveTo>
                  <a:cubicBezTo>
                    <a:pt x="306" y="1"/>
                    <a:pt x="267" y="25"/>
                    <a:pt x="260" y="73"/>
                  </a:cubicBezTo>
                  <a:lnTo>
                    <a:pt x="1" y="1668"/>
                  </a:lnTo>
                  <a:lnTo>
                    <a:pt x="78" y="2134"/>
                  </a:lnTo>
                  <a:lnTo>
                    <a:pt x="227" y="3018"/>
                  </a:lnTo>
                  <a:cubicBezTo>
                    <a:pt x="337" y="3484"/>
                    <a:pt x="548" y="3916"/>
                    <a:pt x="851" y="4291"/>
                  </a:cubicBezTo>
                  <a:cubicBezTo>
                    <a:pt x="1562" y="5170"/>
                    <a:pt x="1106" y="6496"/>
                    <a:pt x="1" y="6751"/>
                  </a:cubicBezTo>
                  <a:cubicBezTo>
                    <a:pt x="116" y="6777"/>
                    <a:pt x="231" y="6790"/>
                    <a:pt x="346" y="6790"/>
                  </a:cubicBezTo>
                  <a:cubicBezTo>
                    <a:pt x="867" y="6790"/>
                    <a:pt x="1361" y="6521"/>
                    <a:pt x="1649" y="6068"/>
                  </a:cubicBezTo>
                  <a:cubicBezTo>
                    <a:pt x="1994" y="5511"/>
                    <a:pt x="1951" y="4800"/>
                    <a:pt x="1543" y="4291"/>
                  </a:cubicBezTo>
                  <a:lnTo>
                    <a:pt x="1538" y="4291"/>
                  </a:lnTo>
                  <a:cubicBezTo>
                    <a:pt x="1235" y="3916"/>
                    <a:pt x="1024" y="3484"/>
                    <a:pt x="914" y="3018"/>
                  </a:cubicBezTo>
                  <a:lnTo>
                    <a:pt x="765" y="2139"/>
                  </a:lnTo>
                  <a:lnTo>
                    <a:pt x="433" y="73"/>
                  </a:lnTo>
                  <a:cubicBezTo>
                    <a:pt x="424" y="25"/>
                    <a:pt x="384" y="1"/>
                    <a:pt x="345" y="1"/>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0"/>
            <p:cNvSpPr/>
            <p:nvPr/>
          </p:nvSpPr>
          <p:spPr>
            <a:xfrm>
              <a:off x="7508513" y="2292608"/>
              <a:ext cx="372070" cy="10865"/>
            </a:xfrm>
            <a:custGeom>
              <a:rect b="b" l="l" r="r" t="t"/>
              <a:pathLst>
                <a:path extrusionOk="0" h="415" w="14212">
                  <a:moveTo>
                    <a:pt x="275" y="1"/>
                  </a:moveTo>
                  <a:cubicBezTo>
                    <a:pt x="1" y="1"/>
                    <a:pt x="1" y="414"/>
                    <a:pt x="275" y="414"/>
                  </a:cubicBezTo>
                  <a:lnTo>
                    <a:pt x="13937" y="414"/>
                  </a:lnTo>
                  <a:cubicBezTo>
                    <a:pt x="14211" y="414"/>
                    <a:pt x="14211" y="1"/>
                    <a:pt x="13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0"/>
            <p:cNvSpPr/>
            <p:nvPr/>
          </p:nvSpPr>
          <p:spPr>
            <a:xfrm>
              <a:off x="7508644" y="2128119"/>
              <a:ext cx="372044" cy="109066"/>
            </a:xfrm>
            <a:custGeom>
              <a:rect b="b" l="l" r="r" t="t"/>
              <a:pathLst>
                <a:path extrusionOk="0" h="4166" w="14211">
                  <a:moveTo>
                    <a:pt x="10147" y="0"/>
                  </a:moveTo>
                  <a:cubicBezTo>
                    <a:pt x="9642" y="0"/>
                    <a:pt x="9263" y="466"/>
                    <a:pt x="9364" y="961"/>
                  </a:cubicBezTo>
                  <a:cubicBezTo>
                    <a:pt x="9698" y="2537"/>
                    <a:pt x="8424" y="3760"/>
                    <a:pt x="7072" y="3760"/>
                  </a:cubicBezTo>
                  <a:cubicBezTo>
                    <a:pt x="6520" y="3760"/>
                    <a:pt x="5955" y="3556"/>
                    <a:pt x="5482" y="3089"/>
                  </a:cubicBezTo>
                  <a:cubicBezTo>
                    <a:pt x="4925" y="2537"/>
                    <a:pt x="4684" y="1735"/>
                    <a:pt x="4848" y="966"/>
                  </a:cubicBezTo>
                  <a:cubicBezTo>
                    <a:pt x="4953" y="471"/>
                    <a:pt x="4569" y="5"/>
                    <a:pt x="4060" y="5"/>
                  </a:cubicBezTo>
                  <a:lnTo>
                    <a:pt x="274" y="5"/>
                  </a:lnTo>
                  <a:cubicBezTo>
                    <a:pt x="0" y="5"/>
                    <a:pt x="0" y="418"/>
                    <a:pt x="274" y="418"/>
                  </a:cubicBezTo>
                  <a:lnTo>
                    <a:pt x="4060" y="418"/>
                  </a:lnTo>
                  <a:cubicBezTo>
                    <a:pt x="4062" y="418"/>
                    <a:pt x="4065" y="418"/>
                    <a:pt x="4068" y="418"/>
                  </a:cubicBezTo>
                  <a:cubicBezTo>
                    <a:pt x="4309" y="418"/>
                    <a:pt x="4492" y="642"/>
                    <a:pt x="4444" y="879"/>
                  </a:cubicBezTo>
                  <a:cubicBezTo>
                    <a:pt x="4411" y="1048"/>
                    <a:pt x="4391" y="1221"/>
                    <a:pt x="4391" y="1398"/>
                  </a:cubicBezTo>
                  <a:cubicBezTo>
                    <a:pt x="4214" y="1201"/>
                    <a:pt x="4074" y="966"/>
                    <a:pt x="3724" y="966"/>
                  </a:cubicBezTo>
                  <a:cubicBezTo>
                    <a:pt x="3195" y="966"/>
                    <a:pt x="3128" y="1514"/>
                    <a:pt x="2859" y="1514"/>
                  </a:cubicBezTo>
                  <a:cubicBezTo>
                    <a:pt x="2595" y="1514"/>
                    <a:pt x="2527" y="966"/>
                    <a:pt x="1999" y="966"/>
                  </a:cubicBezTo>
                  <a:cubicBezTo>
                    <a:pt x="1471" y="966"/>
                    <a:pt x="1403" y="1514"/>
                    <a:pt x="1134" y="1514"/>
                  </a:cubicBezTo>
                  <a:cubicBezTo>
                    <a:pt x="865" y="1514"/>
                    <a:pt x="803" y="966"/>
                    <a:pt x="270" y="966"/>
                  </a:cubicBezTo>
                  <a:cubicBezTo>
                    <a:pt x="0" y="966"/>
                    <a:pt x="0" y="1379"/>
                    <a:pt x="270" y="1379"/>
                  </a:cubicBezTo>
                  <a:cubicBezTo>
                    <a:pt x="380" y="1379"/>
                    <a:pt x="428" y="1432"/>
                    <a:pt x="543" y="1571"/>
                  </a:cubicBezTo>
                  <a:cubicBezTo>
                    <a:pt x="654" y="1715"/>
                    <a:pt x="817" y="1927"/>
                    <a:pt x="1139" y="1927"/>
                  </a:cubicBezTo>
                  <a:cubicBezTo>
                    <a:pt x="1668" y="1927"/>
                    <a:pt x="1735" y="1379"/>
                    <a:pt x="1999" y="1379"/>
                  </a:cubicBezTo>
                  <a:cubicBezTo>
                    <a:pt x="2268" y="1379"/>
                    <a:pt x="2335" y="1927"/>
                    <a:pt x="2864" y="1927"/>
                  </a:cubicBezTo>
                  <a:cubicBezTo>
                    <a:pt x="3392" y="1927"/>
                    <a:pt x="3459" y="1379"/>
                    <a:pt x="3728" y="1379"/>
                  </a:cubicBezTo>
                  <a:cubicBezTo>
                    <a:pt x="3973" y="1379"/>
                    <a:pt x="4021" y="1792"/>
                    <a:pt x="4430" y="1898"/>
                  </a:cubicBezTo>
                  <a:cubicBezTo>
                    <a:pt x="4665" y="3314"/>
                    <a:pt x="5873" y="4165"/>
                    <a:pt x="7117" y="4165"/>
                  </a:cubicBezTo>
                  <a:cubicBezTo>
                    <a:pt x="7806" y="4165"/>
                    <a:pt x="8505" y="3904"/>
                    <a:pt x="9056" y="3334"/>
                  </a:cubicBezTo>
                  <a:cubicBezTo>
                    <a:pt x="9440" y="2940"/>
                    <a:pt x="9695" y="2436"/>
                    <a:pt x="9786" y="1893"/>
                  </a:cubicBezTo>
                  <a:cubicBezTo>
                    <a:pt x="10175" y="1783"/>
                    <a:pt x="10238" y="1374"/>
                    <a:pt x="10478" y="1374"/>
                  </a:cubicBezTo>
                  <a:cubicBezTo>
                    <a:pt x="10747" y="1374"/>
                    <a:pt x="10810" y="1922"/>
                    <a:pt x="11338" y="1922"/>
                  </a:cubicBezTo>
                  <a:cubicBezTo>
                    <a:pt x="11867" y="1922"/>
                    <a:pt x="11934" y="1374"/>
                    <a:pt x="12203" y="1374"/>
                  </a:cubicBezTo>
                  <a:cubicBezTo>
                    <a:pt x="12472" y="1374"/>
                    <a:pt x="12534" y="1922"/>
                    <a:pt x="13063" y="1922"/>
                  </a:cubicBezTo>
                  <a:cubicBezTo>
                    <a:pt x="13596" y="1922"/>
                    <a:pt x="13658" y="1374"/>
                    <a:pt x="13927" y="1374"/>
                  </a:cubicBezTo>
                  <a:cubicBezTo>
                    <a:pt x="14201" y="1374"/>
                    <a:pt x="14201" y="961"/>
                    <a:pt x="13927" y="961"/>
                  </a:cubicBezTo>
                  <a:cubicBezTo>
                    <a:pt x="13399" y="961"/>
                    <a:pt x="13332" y="1509"/>
                    <a:pt x="13063" y="1509"/>
                  </a:cubicBezTo>
                  <a:cubicBezTo>
                    <a:pt x="12798" y="1509"/>
                    <a:pt x="12731" y="961"/>
                    <a:pt x="12203" y="961"/>
                  </a:cubicBezTo>
                  <a:cubicBezTo>
                    <a:pt x="11674" y="961"/>
                    <a:pt x="11607" y="1509"/>
                    <a:pt x="11338" y="1509"/>
                  </a:cubicBezTo>
                  <a:cubicBezTo>
                    <a:pt x="11069" y="1509"/>
                    <a:pt x="11007" y="961"/>
                    <a:pt x="10478" y="961"/>
                  </a:cubicBezTo>
                  <a:cubicBezTo>
                    <a:pt x="10142" y="961"/>
                    <a:pt x="9998" y="1182"/>
                    <a:pt x="9825" y="1379"/>
                  </a:cubicBezTo>
                  <a:cubicBezTo>
                    <a:pt x="9820" y="1211"/>
                    <a:pt x="9801" y="1043"/>
                    <a:pt x="9767" y="879"/>
                  </a:cubicBezTo>
                  <a:cubicBezTo>
                    <a:pt x="9719" y="639"/>
                    <a:pt x="9902" y="413"/>
                    <a:pt x="10147" y="413"/>
                  </a:cubicBezTo>
                  <a:lnTo>
                    <a:pt x="13942" y="413"/>
                  </a:lnTo>
                  <a:cubicBezTo>
                    <a:pt x="14211" y="409"/>
                    <a:pt x="14211" y="0"/>
                    <a:pt x="13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0"/>
            <p:cNvSpPr/>
            <p:nvPr/>
          </p:nvSpPr>
          <p:spPr>
            <a:xfrm>
              <a:off x="7644361" y="2023478"/>
              <a:ext cx="109930" cy="188548"/>
            </a:xfrm>
            <a:custGeom>
              <a:rect b="b" l="l" r="r" t="t"/>
              <a:pathLst>
                <a:path extrusionOk="0" h="7202" w="4199">
                  <a:moveTo>
                    <a:pt x="1915" y="0"/>
                  </a:moveTo>
                  <a:cubicBezTo>
                    <a:pt x="1784" y="0"/>
                    <a:pt x="1653" y="82"/>
                    <a:pt x="1629" y="245"/>
                  </a:cubicBezTo>
                  <a:lnTo>
                    <a:pt x="1191" y="2945"/>
                  </a:lnTo>
                  <a:cubicBezTo>
                    <a:pt x="1100" y="3474"/>
                    <a:pt x="879" y="3968"/>
                    <a:pt x="543" y="4386"/>
                  </a:cubicBezTo>
                  <a:cubicBezTo>
                    <a:pt x="0" y="5083"/>
                    <a:pt x="63" y="6082"/>
                    <a:pt x="697" y="6702"/>
                  </a:cubicBezTo>
                  <a:cubicBezTo>
                    <a:pt x="1023" y="7024"/>
                    <a:pt x="1461" y="7202"/>
                    <a:pt x="1917" y="7202"/>
                  </a:cubicBezTo>
                  <a:cubicBezTo>
                    <a:pt x="3368" y="7202"/>
                    <a:pt x="4199" y="5511"/>
                    <a:pt x="3272" y="4367"/>
                  </a:cubicBezTo>
                  <a:cubicBezTo>
                    <a:pt x="3027" y="4065"/>
                    <a:pt x="2844" y="3714"/>
                    <a:pt x="2734" y="3339"/>
                  </a:cubicBezTo>
                  <a:cubicBezTo>
                    <a:pt x="2706" y="3249"/>
                    <a:pt x="2624" y="3191"/>
                    <a:pt x="2535" y="3191"/>
                  </a:cubicBezTo>
                  <a:cubicBezTo>
                    <a:pt x="2515" y="3191"/>
                    <a:pt x="2494" y="3194"/>
                    <a:pt x="2474" y="3200"/>
                  </a:cubicBezTo>
                  <a:cubicBezTo>
                    <a:pt x="2368" y="3233"/>
                    <a:pt x="2306" y="3349"/>
                    <a:pt x="2335" y="3459"/>
                  </a:cubicBezTo>
                  <a:cubicBezTo>
                    <a:pt x="2686" y="4612"/>
                    <a:pt x="3248" y="4636"/>
                    <a:pt x="3248" y="5458"/>
                  </a:cubicBezTo>
                  <a:cubicBezTo>
                    <a:pt x="3248" y="6192"/>
                    <a:pt x="2652" y="6789"/>
                    <a:pt x="1920" y="6789"/>
                  </a:cubicBezTo>
                  <a:cubicBezTo>
                    <a:pt x="1914" y="6789"/>
                    <a:pt x="1908" y="6789"/>
                    <a:pt x="1902" y="6788"/>
                  </a:cubicBezTo>
                  <a:cubicBezTo>
                    <a:pt x="822" y="6769"/>
                    <a:pt x="192" y="5506"/>
                    <a:pt x="874" y="4641"/>
                  </a:cubicBezTo>
                  <a:cubicBezTo>
                    <a:pt x="1249" y="4165"/>
                    <a:pt x="1499" y="3608"/>
                    <a:pt x="1605" y="3012"/>
                  </a:cubicBezTo>
                  <a:lnTo>
                    <a:pt x="1922" y="1038"/>
                  </a:lnTo>
                  <a:lnTo>
                    <a:pt x="2133" y="2374"/>
                  </a:lnTo>
                  <a:cubicBezTo>
                    <a:pt x="2148" y="2500"/>
                    <a:pt x="2241" y="2557"/>
                    <a:pt x="2335" y="2557"/>
                  </a:cubicBezTo>
                  <a:cubicBezTo>
                    <a:pt x="2455" y="2557"/>
                    <a:pt x="2576" y="2465"/>
                    <a:pt x="2541" y="2306"/>
                  </a:cubicBezTo>
                  <a:lnTo>
                    <a:pt x="2205" y="245"/>
                  </a:lnTo>
                  <a:cubicBezTo>
                    <a:pt x="2179" y="82"/>
                    <a:pt x="2047" y="0"/>
                    <a:pt x="1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3" name="Google Shape;9353;p80"/>
          <p:cNvGrpSpPr/>
          <p:nvPr/>
        </p:nvGrpSpPr>
        <p:grpSpPr>
          <a:xfrm>
            <a:off x="7070705" y="1996303"/>
            <a:ext cx="368405" cy="334449"/>
            <a:chOff x="7070705" y="1996303"/>
            <a:chExt cx="368405" cy="334449"/>
          </a:xfrm>
        </p:grpSpPr>
        <p:sp>
          <p:nvSpPr>
            <p:cNvPr id="9354" name="Google Shape;9354;p80"/>
            <p:cNvSpPr/>
            <p:nvPr/>
          </p:nvSpPr>
          <p:spPr>
            <a:xfrm>
              <a:off x="7410155" y="2127360"/>
              <a:ext cx="23562" cy="197999"/>
            </a:xfrm>
            <a:custGeom>
              <a:rect b="b" l="l" r="r" t="t"/>
              <a:pathLst>
                <a:path extrusionOk="0" h="7563" w="900">
                  <a:moveTo>
                    <a:pt x="452" y="0"/>
                  </a:moveTo>
                  <a:cubicBezTo>
                    <a:pt x="207" y="0"/>
                    <a:pt x="11" y="193"/>
                    <a:pt x="1" y="433"/>
                  </a:cubicBezTo>
                  <a:lnTo>
                    <a:pt x="1" y="7562"/>
                  </a:lnTo>
                  <a:lnTo>
                    <a:pt x="899" y="7562"/>
                  </a:lnTo>
                  <a:lnTo>
                    <a:pt x="899" y="433"/>
                  </a:lnTo>
                  <a:cubicBezTo>
                    <a:pt x="890" y="193"/>
                    <a:pt x="693" y="0"/>
                    <a:pt x="452"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0"/>
            <p:cNvSpPr/>
            <p:nvPr/>
          </p:nvSpPr>
          <p:spPr>
            <a:xfrm>
              <a:off x="7416071" y="2126993"/>
              <a:ext cx="17645" cy="198366"/>
            </a:xfrm>
            <a:custGeom>
              <a:rect b="b" l="l" r="r" t="t"/>
              <a:pathLst>
                <a:path extrusionOk="0" h="7577" w="674">
                  <a:moveTo>
                    <a:pt x="226" y="0"/>
                  </a:moveTo>
                  <a:cubicBezTo>
                    <a:pt x="145" y="0"/>
                    <a:pt x="68" y="24"/>
                    <a:pt x="1" y="63"/>
                  </a:cubicBezTo>
                  <a:cubicBezTo>
                    <a:pt x="140" y="139"/>
                    <a:pt x="226" y="288"/>
                    <a:pt x="226" y="447"/>
                  </a:cubicBezTo>
                  <a:lnTo>
                    <a:pt x="226" y="7576"/>
                  </a:lnTo>
                  <a:lnTo>
                    <a:pt x="673" y="7576"/>
                  </a:lnTo>
                  <a:lnTo>
                    <a:pt x="673" y="447"/>
                  </a:lnTo>
                  <a:cubicBezTo>
                    <a:pt x="673" y="202"/>
                    <a:pt x="472" y="0"/>
                    <a:pt x="2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0"/>
            <p:cNvSpPr/>
            <p:nvPr/>
          </p:nvSpPr>
          <p:spPr>
            <a:xfrm>
              <a:off x="7099267" y="2170243"/>
              <a:ext cx="103647" cy="93594"/>
            </a:xfrm>
            <a:custGeom>
              <a:rect b="b" l="l" r="r" t="t"/>
              <a:pathLst>
                <a:path extrusionOk="0" h="3575" w="3959">
                  <a:moveTo>
                    <a:pt x="0" y="1"/>
                  </a:moveTo>
                  <a:lnTo>
                    <a:pt x="0" y="3575"/>
                  </a:lnTo>
                  <a:lnTo>
                    <a:pt x="3959" y="3575"/>
                  </a:lnTo>
                  <a:lnTo>
                    <a:pt x="395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0"/>
            <p:cNvSpPr/>
            <p:nvPr/>
          </p:nvSpPr>
          <p:spPr>
            <a:xfrm>
              <a:off x="7185164" y="2170243"/>
              <a:ext cx="17750" cy="93594"/>
            </a:xfrm>
            <a:custGeom>
              <a:rect b="b" l="l" r="r" t="t"/>
              <a:pathLst>
                <a:path extrusionOk="0" h="3575" w="678">
                  <a:moveTo>
                    <a:pt x="0" y="1"/>
                  </a:moveTo>
                  <a:lnTo>
                    <a:pt x="0" y="3575"/>
                  </a:lnTo>
                  <a:lnTo>
                    <a:pt x="678" y="3575"/>
                  </a:lnTo>
                  <a:lnTo>
                    <a:pt x="67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0"/>
            <p:cNvSpPr/>
            <p:nvPr/>
          </p:nvSpPr>
          <p:spPr>
            <a:xfrm>
              <a:off x="7099267" y="2099688"/>
              <a:ext cx="70712" cy="70581"/>
            </a:xfrm>
            <a:custGeom>
              <a:rect b="b" l="l" r="r" t="t"/>
              <a:pathLst>
                <a:path extrusionOk="0" h="2696" w="2701">
                  <a:moveTo>
                    <a:pt x="9" y="1"/>
                  </a:moveTo>
                  <a:cubicBezTo>
                    <a:pt x="6" y="1"/>
                    <a:pt x="3" y="1"/>
                    <a:pt x="0" y="1"/>
                  </a:cubicBezTo>
                  <a:lnTo>
                    <a:pt x="0" y="2696"/>
                  </a:lnTo>
                  <a:lnTo>
                    <a:pt x="2695" y="2696"/>
                  </a:lnTo>
                  <a:cubicBezTo>
                    <a:pt x="2700" y="1209"/>
                    <a:pt x="1494" y="1"/>
                    <a:pt x="9"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0"/>
            <p:cNvSpPr/>
            <p:nvPr/>
          </p:nvSpPr>
          <p:spPr>
            <a:xfrm>
              <a:off x="7099267" y="2099688"/>
              <a:ext cx="70581" cy="70450"/>
            </a:xfrm>
            <a:custGeom>
              <a:rect b="b" l="l" r="r" t="t"/>
              <a:pathLst>
                <a:path extrusionOk="0" h="2691" w="2696">
                  <a:moveTo>
                    <a:pt x="9" y="1"/>
                  </a:moveTo>
                  <a:cubicBezTo>
                    <a:pt x="6" y="1"/>
                    <a:pt x="3" y="1"/>
                    <a:pt x="0" y="1"/>
                  </a:cubicBezTo>
                  <a:lnTo>
                    <a:pt x="0" y="519"/>
                  </a:lnTo>
                  <a:cubicBezTo>
                    <a:pt x="1105" y="721"/>
                    <a:pt x="1970" y="1586"/>
                    <a:pt x="2172" y="2691"/>
                  </a:cubicBezTo>
                  <a:lnTo>
                    <a:pt x="2691" y="2691"/>
                  </a:lnTo>
                  <a:cubicBezTo>
                    <a:pt x="2695" y="1209"/>
                    <a:pt x="1494" y="1"/>
                    <a:pt x="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0"/>
            <p:cNvSpPr/>
            <p:nvPr/>
          </p:nvSpPr>
          <p:spPr>
            <a:xfrm>
              <a:off x="7134610" y="2263810"/>
              <a:ext cx="16624" cy="61549"/>
            </a:xfrm>
            <a:custGeom>
              <a:rect b="b" l="l" r="r" t="t"/>
              <a:pathLst>
                <a:path extrusionOk="0" h="2351" w="635">
                  <a:moveTo>
                    <a:pt x="0" y="1"/>
                  </a:moveTo>
                  <a:lnTo>
                    <a:pt x="0" y="2350"/>
                  </a:lnTo>
                  <a:lnTo>
                    <a:pt x="634" y="2350"/>
                  </a:lnTo>
                  <a:lnTo>
                    <a:pt x="63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0"/>
            <p:cNvSpPr/>
            <p:nvPr/>
          </p:nvSpPr>
          <p:spPr>
            <a:xfrm>
              <a:off x="7172074" y="2039709"/>
              <a:ext cx="44061" cy="47569"/>
            </a:xfrm>
            <a:custGeom>
              <a:rect b="b" l="l" r="r" t="t"/>
              <a:pathLst>
                <a:path extrusionOk="0" h="1817" w="1683">
                  <a:moveTo>
                    <a:pt x="1" y="0"/>
                  </a:moveTo>
                  <a:lnTo>
                    <a:pt x="145" y="1566"/>
                  </a:lnTo>
                  <a:cubicBezTo>
                    <a:pt x="155" y="1706"/>
                    <a:pt x="275" y="1816"/>
                    <a:pt x="419" y="1816"/>
                  </a:cubicBezTo>
                  <a:lnTo>
                    <a:pt x="1264" y="1816"/>
                  </a:lnTo>
                  <a:cubicBezTo>
                    <a:pt x="1404" y="1816"/>
                    <a:pt x="1524" y="1706"/>
                    <a:pt x="1538" y="1566"/>
                  </a:cubicBezTo>
                  <a:lnTo>
                    <a:pt x="16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0"/>
            <p:cNvSpPr/>
            <p:nvPr/>
          </p:nvSpPr>
          <p:spPr>
            <a:xfrm>
              <a:off x="7192075" y="2039709"/>
              <a:ext cx="24190" cy="47438"/>
            </a:xfrm>
            <a:custGeom>
              <a:rect b="b" l="l" r="r" t="t"/>
              <a:pathLst>
                <a:path extrusionOk="0" h="1812" w="924">
                  <a:moveTo>
                    <a:pt x="419" y="0"/>
                  </a:moveTo>
                  <a:lnTo>
                    <a:pt x="275" y="1561"/>
                  </a:lnTo>
                  <a:cubicBezTo>
                    <a:pt x="260" y="1706"/>
                    <a:pt x="140" y="1811"/>
                    <a:pt x="1" y="1811"/>
                  </a:cubicBezTo>
                  <a:lnTo>
                    <a:pt x="505" y="1811"/>
                  </a:lnTo>
                  <a:cubicBezTo>
                    <a:pt x="644" y="1811"/>
                    <a:pt x="765" y="1706"/>
                    <a:pt x="779" y="1561"/>
                  </a:cubicBezTo>
                  <a:lnTo>
                    <a:pt x="923"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0"/>
            <p:cNvSpPr/>
            <p:nvPr/>
          </p:nvSpPr>
          <p:spPr>
            <a:xfrm>
              <a:off x="7203018" y="2154404"/>
              <a:ext cx="207293" cy="128046"/>
            </a:xfrm>
            <a:custGeom>
              <a:rect b="b" l="l" r="r" t="t"/>
              <a:pathLst>
                <a:path extrusionOk="0" h="4891" w="7918">
                  <a:moveTo>
                    <a:pt x="1" y="0"/>
                  </a:moveTo>
                  <a:lnTo>
                    <a:pt x="1" y="4891"/>
                  </a:lnTo>
                  <a:lnTo>
                    <a:pt x="7918" y="4891"/>
                  </a:lnTo>
                  <a:lnTo>
                    <a:pt x="791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0"/>
            <p:cNvSpPr/>
            <p:nvPr/>
          </p:nvSpPr>
          <p:spPr>
            <a:xfrm>
              <a:off x="7383870" y="2154404"/>
              <a:ext cx="26311" cy="128046"/>
            </a:xfrm>
            <a:custGeom>
              <a:rect b="b" l="l" r="r" t="t"/>
              <a:pathLst>
                <a:path extrusionOk="0" h="4891" w="1005">
                  <a:moveTo>
                    <a:pt x="1" y="0"/>
                  </a:moveTo>
                  <a:lnTo>
                    <a:pt x="1" y="4891"/>
                  </a:lnTo>
                  <a:lnTo>
                    <a:pt x="1005" y="4891"/>
                  </a:lnTo>
                  <a:lnTo>
                    <a:pt x="1005"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0"/>
            <p:cNvSpPr/>
            <p:nvPr/>
          </p:nvSpPr>
          <p:spPr>
            <a:xfrm>
              <a:off x="7134610" y="2001591"/>
              <a:ext cx="84404" cy="120768"/>
            </a:xfrm>
            <a:custGeom>
              <a:rect b="b" l="l" r="r" t="t"/>
              <a:pathLst>
                <a:path extrusionOk="0" h="4613" w="3224">
                  <a:moveTo>
                    <a:pt x="2901" y="0"/>
                  </a:moveTo>
                  <a:cubicBezTo>
                    <a:pt x="2898" y="0"/>
                    <a:pt x="2895" y="0"/>
                    <a:pt x="2892" y="0"/>
                  </a:cubicBezTo>
                  <a:lnTo>
                    <a:pt x="634" y="0"/>
                  </a:lnTo>
                  <a:lnTo>
                    <a:pt x="634" y="5"/>
                  </a:lnTo>
                  <a:lnTo>
                    <a:pt x="380" y="5"/>
                  </a:lnTo>
                  <a:cubicBezTo>
                    <a:pt x="168" y="5"/>
                    <a:pt x="0" y="178"/>
                    <a:pt x="0" y="385"/>
                  </a:cubicBezTo>
                  <a:lnTo>
                    <a:pt x="0" y="4103"/>
                  </a:lnTo>
                  <a:cubicBezTo>
                    <a:pt x="236" y="4238"/>
                    <a:pt x="452" y="4411"/>
                    <a:pt x="634" y="4612"/>
                  </a:cubicBezTo>
                  <a:lnTo>
                    <a:pt x="634" y="639"/>
                  </a:lnTo>
                  <a:lnTo>
                    <a:pt x="2892" y="639"/>
                  </a:lnTo>
                  <a:cubicBezTo>
                    <a:pt x="2895" y="639"/>
                    <a:pt x="2898" y="640"/>
                    <a:pt x="2901" y="640"/>
                  </a:cubicBezTo>
                  <a:cubicBezTo>
                    <a:pt x="3075" y="640"/>
                    <a:pt x="3224" y="497"/>
                    <a:pt x="3224" y="322"/>
                  </a:cubicBezTo>
                  <a:cubicBezTo>
                    <a:pt x="3224" y="143"/>
                    <a:pt x="3075" y="0"/>
                    <a:pt x="290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0"/>
            <p:cNvSpPr/>
            <p:nvPr/>
          </p:nvSpPr>
          <p:spPr>
            <a:xfrm>
              <a:off x="7075993" y="2029132"/>
              <a:ext cx="23536" cy="296227"/>
            </a:xfrm>
            <a:custGeom>
              <a:rect b="b" l="l" r="r" t="t"/>
              <a:pathLst>
                <a:path extrusionOk="0" h="11315" w="899">
                  <a:moveTo>
                    <a:pt x="447" y="1"/>
                  </a:moveTo>
                  <a:cubicBezTo>
                    <a:pt x="207" y="1"/>
                    <a:pt x="10" y="193"/>
                    <a:pt x="1" y="433"/>
                  </a:cubicBezTo>
                  <a:lnTo>
                    <a:pt x="1" y="11314"/>
                  </a:lnTo>
                  <a:lnTo>
                    <a:pt x="899" y="11314"/>
                  </a:lnTo>
                  <a:lnTo>
                    <a:pt x="899" y="433"/>
                  </a:lnTo>
                  <a:cubicBezTo>
                    <a:pt x="889" y="193"/>
                    <a:pt x="692" y="1"/>
                    <a:pt x="44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0"/>
            <p:cNvSpPr/>
            <p:nvPr/>
          </p:nvSpPr>
          <p:spPr>
            <a:xfrm>
              <a:off x="7081779" y="2028871"/>
              <a:ext cx="17514" cy="296488"/>
            </a:xfrm>
            <a:custGeom>
              <a:rect b="b" l="l" r="r" t="t"/>
              <a:pathLst>
                <a:path extrusionOk="0" h="11325" w="669">
                  <a:moveTo>
                    <a:pt x="222" y="1"/>
                  </a:moveTo>
                  <a:cubicBezTo>
                    <a:pt x="145" y="1"/>
                    <a:pt x="68" y="20"/>
                    <a:pt x="1" y="59"/>
                  </a:cubicBezTo>
                  <a:cubicBezTo>
                    <a:pt x="135" y="140"/>
                    <a:pt x="222" y="289"/>
                    <a:pt x="222" y="448"/>
                  </a:cubicBezTo>
                  <a:lnTo>
                    <a:pt x="222" y="11324"/>
                  </a:lnTo>
                  <a:lnTo>
                    <a:pt x="668" y="11324"/>
                  </a:lnTo>
                  <a:lnTo>
                    <a:pt x="668" y="448"/>
                  </a:lnTo>
                  <a:cubicBezTo>
                    <a:pt x="668" y="198"/>
                    <a:pt x="471" y="1"/>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0"/>
            <p:cNvSpPr/>
            <p:nvPr/>
          </p:nvSpPr>
          <p:spPr>
            <a:xfrm>
              <a:off x="7070705" y="1996303"/>
              <a:ext cx="368405" cy="334449"/>
            </a:xfrm>
            <a:custGeom>
              <a:rect b="b" l="l" r="r" t="t"/>
              <a:pathLst>
                <a:path extrusionOk="0" h="12775" w="14072">
                  <a:moveTo>
                    <a:pt x="5328" y="1865"/>
                  </a:moveTo>
                  <a:lnTo>
                    <a:pt x="5204" y="3200"/>
                  </a:lnTo>
                  <a:cubicBezTo>
                    <a:pt x="5199" y="3234"/>
                    <a:pt x="5170" y="3258"/>
                    <a:pt x="5136" y="3263"/>
                  </a:cubicBezTo>
                  <a:lnTo>
                    <a:pt x="4291" y="3263"/>
                  </a:lnTo>
                  <a:cubicBezTo>
                    <a:pt x="4257" y="3258"/>
                    <a:pt x="4228" y="3234"/>
                    <a:pt x="4219" y="3200"/>
                  </a:cubicBezTo>
                  <a:lnTo>
                    <a:pt x="4094" y="1865"/>
                  </a:lnTo>
                  <a:close/>
                  <a:moveTo>
                    <a:pt x="1303" y="4161"/>
                  </a:moveTo>
                  <a:cubicBezTo>
                    <a:pt x="2507" y="4271"/>
                    <a:pt x="3462" y="5225"/>
                    <a:pt x="3575" y="6433"/>
                  </a:cubicBezTo>
                  <a:lnTo>
                    <a:pt x="1303" y="6433"/>
                  </a:lnTo>
                  <a:lnTo>
                    <a:pt x="1303" y="4161"/>
                  </a:lnTo>
                  <a:close/>
                  <a:moveTo>
                    <a:pt x="4843" y="6846"/>
                  </a:moveTo>
                  <a:lnTo>
                    <a:pt x="4843" y="10007"/>
                  </a:lnTo>
                  <a:lnTo>
                    <a:pt x="1303" y="10007"/>
                  </a:lnTo>
                  <a:lnTo>
                    <a:pt x="1303" y="6846"/>
                  </a:lnTo>
                  <a:close/>
                  <a:moveTo>
                    <a:pt x="2864" y="10425"/>
                  </a:moveTo>
                  <a:lnTo>
                    <a:pt x="2864" y="12361"/>
                  </a:lnTo>
                  <a:lnTo>
                    <a:pt x="2643" y="12361"/>
                  </a:lnTo>
                  <a:lnTo>
                    <a:pt x="2643" y="10425"/>
                  </a:lnTo>
                  <a:close/>
                  <a:moveTo>
                    <a:pt x="13414" y="5201"/>
                  </a:moveTo>
                  <a:cubicBezTo>
                    <a:pt x="13534" y="5201"/>
                    <a:pt x="13654" y="5280"/>
                    <a:pt x="13654" y="5439"/>
                  </a:cubicBezTo>
                  <a:lnTo>
                    <a:pt x="13659" y="12361"/>
                  </a:lnTo>
                  <a:lnTo>
                    <a:pt x="13173" y="12361"/>
                  </a:lnTo>
                  <a:lnTo>
                    <a:pt x="13173" y="5439"/>
                  </a:lnTo>
                  <a:cubicBezTo>
                    <a:pt x="13173" y="5280"/>
                    <a:pt x="13294" y="5201"/>
                    <a:pt x="13414" y="5201"/>
                  </a:cubicBezTo>
                  <a:close/>
                  <a:moveTo>
                    <a:pt x="2826" y="1"/>
                  </a:moveTo>
                  <a:cubicBezTo>
                    <a:pt x="2504" y="1"/>
                    <a:pt x="2239" y="265"/>
                    <a:pt x="2239" y="587"/>
                  </a:cubicBezTo>
                  <a:lnTo>
                    <a:pt x="2239" y="3974"/>
                  </a:lnTo>
                  <a:cubicBezTo>
                    <a:pt x="1942" y="3849"/>
                    <a:pt x="1625" y="3777"/>
                    <a:pt x="1303" y="3762"/>
                  </a:cubicBezTo>
                  <a:lnTo>
                    <a:pt x="1303" y="1687"/>
                  </a:lnTo>
                  <a:cubicBezTo>
                    <a:pt x="1303" y="1327"/>
                    <a:pt x="1014" y="1038"/>
                    <a:pt x="654" y="1038"/>
                  </a:cubicBezTo>
                  <a:cubicBezTo>
                    <a:pt x="294" y="1038"/>
                    <a:pt x="1" y="1327"/>
                    <a:pt x="1" y="1687"/>
                  </a:cubicBezTo>
                  <a:lnTo>
                    <a:pt x="1" y="6049"/>
                  </a:lnTo>
                  <a:cubicBezTo>
                    <a:pt x="1" y="6186"/>
                    <a:pt x="103" y="6254"/>
                    <a:pt x="205" y="6254"/>
                  </a:cubicBezTo>
                  <a:cubicBezTo>
                    <a:pt x="307" y="6254"/>
                    <a:pt x="409" y="6186"/>
                    <a:pt x="409" y="6049"/>
                  </a:cubicBezTo>
                  <a:lnTo>
                    <a:pt x="409" y="1687"/>
                  </a:lnTo>
                  <a:cubicBezTo>
                    <a:pt x="409" y="1526"/>
                    <a:pt x="529" y="1446"/>
                    <a:pt x="649" y="1446"/>
                  </a:cubicBezTo>
                  <a:cubicBezTo>
                    <a:pt x="769" y="1446"/>
                    <a:pt x="890" y="1526"/>
                    <a:pt x="890" y="1687"/>
                  </a:cubicBezTo>
                  <a:lnTo>
                    <a:pt x="890" y="12361"/>
                  </a:lnTo>
                  <a:lnTo>
                    <a:pt x="409" y="12361"/>
                  </a:lnTo>
                  <a:lnTo>
                    <a:pt x="409" y="7067"/>
                  </a:lnTo>
                  <a:cubicBezTo>
                    <a:pt x="409" y="6931"/>
                    <a:pt x="307" y="6862"/>
                    <a:pt x="205" y="6862"/>
                  </a:cubicBezTo>
                  <a:cubicBezTo>
                    <a:pt x="103" y="6862"/>
                    <a:pt x="1" y="6931"/>
                    <a:pt x="1" y="7067"/>
                  </a:cubicBezTo>
                  <a:lnTo>
                    <a:pt x="1" y="12568"/>
                  </a:lnTo>
                  <a:cubicBezTo>
                    <a:pt x="1" y="12683"/>
                    <a:pt x="92" y="12775"/>
                    <a:pt x="207" y="12775"/>
                  </a:cubicBezTo>
                  <a:lnTo>
                    <a:pt x="1101" y="12775"/>
                  </a:lnTo>
                  <a:cubicBezTo>
                    <a:pt x="1211" y="12775"/>
                    <a:pt x="1303" y="12683"/>
                    <a:pt x="1303" y="12568"/>
                  </a:cubicBezTo>
                  <a:lnTo>
                    <a:pt x="1303" y="10421"/>
                  </a:lnTo>
                  <a:lnTo>
                    <a:pt x="2239" y="10421"/>
                  </a:lnTo>
                  <a:lnTo>
                    <a:pt x="2239" y="12568"/>
                  </a:lnTo>
                  <a:cubicBezTo>
                    <a:pt x="2239" y="12683"/>
                    <a:pt x="2331" y="12775"/>
                    <a:pt x="2441" y="12775"/>
                  </a:cubicBezTo>
                  <a:lnTo>
                    <a:pt x="3075" y="12775"/>
                  </a:lnTo>
                  <a:cubicBezTo>
                    <a:pt x="3191" y="12775"/>
                    <a:pt x="3282" y="12683"/>
                    <a:pt x="3282" y="12568"/>
                  </a:cubicBezTo>
                  <a:lnTo>
                    <a:pt x="3282" y="10421"/>
                  </a:lnTo>
                  <a:lnTo>
                    <a:pt x="4848" y="10421"/>
                  </a:lnTo>
                  <a:lnTo>
                    <a:pt x="4848" y="10930"/>
                  </a:lnTo>
                  <a:cubicBezTo>
                    <a:pt x="4848" y="11040"/>
                    <a:pt x="4939" y="11132"/>
                    <a:pt x="5055" y="11132"/>
                  </a:cubicBezTo>
                  <a:lnTo>
                    <a:pt x="8903" y="11132"/>
                  </a:lnTo>
                  <a:cubicBezTo>
                    <a:pt x="9177" y="11132"/>
                    <a:pt x="9177" y="10723"/>
                    <a:pt x="8903" y="10723"/>
                  </a:cubicBezTo>
                  <a:lnTo>
                    <a:pt x="5261" y="10723"/>
                  </a:lnTo>
                  <a:lnTo>
                    <a:pt x="5261" y="6246"/>
                  </a:lnTo>
                  <a:lnTo>
                    <a:pt x="12770" y="6246"/>
                  </a:lnTo>
                  <a:lnTo>
                    <a:pt x="12770" y="10723"/>
                  </a:lnTo>
                  <a:lnTo>
                    <a:pt x="9868" y="10723"/>
                  </a:lnTo>
                  <a:cubicBezTo>
                    <a:pt x="9594" y="10723"/>
                    <a:pt x="9594" y="11132"/>
                    <a:pt x="9868" y="11132"/>
                  </a:cubicBezTo>
                  <a:lnTo>
                    <a:pt x="12770" y="11132"/>
                  </a:lnTo>
                  <a:lnTo>
                    <a:pt x="12770" y="12563"/>
                  </a:lnTo>
                  <a:cubicBezTo>
                    <a:pt x="12770" y="12671"/>
                    <a:pt x="12857" y="12765"/>
                    <a:pt x="12964" y="12765"/>
                  </a:cubicBezTo>
                  <a:cubicBezTo>
                    <a:pt x="12966" y="12765"/>
                    <a:pt x="12969" y="12765"/>
                    <a:pt x="12972" y="12765"/>
                  </a:cubicBezTo>
                  <a:lnTo>
                    <a:pt x="13865" y="12765"/>
                  </a:lnTo>
                  <a:cubicBezTo>
                    <a:pt x="13868" y="12765"/>
                    <a:pt x="13871" y="12765"/>
                    <a:pt x="13874" y="12765"/>
                  </a:cubicBezTo>
                  <a:cubicBezTo>
                    <a:pt x="13985" y="12765"/>
                    <a:pt x="14072" y="12671"/>
                    <a:pt x="14072" y="12563"/>
                  </a:cubicBezTo>
                  <a:lnTo>
                    <a:pt x="14072" y="5434"/>
                  </a:lnTo>
                  <a:cubicBezTo>
                    <a:pt x="14072" y="5077"/>
                    <a:pt x="13784" y="4785"/>
                    <a:pt x="13427" y="4785"/>
                  </a:cubicBezTo>
                  <a:cubicBezTo>
                    <a:pt x="13424" y="4785"/>
                    <a:pt x="13421" y="4785"/>
                    <a:pt x="13418" y="4786"/>
                  </a:cubicBezTo>
                  <a:cubicBezTo>
                    <a:pt x="13058" y="4786"/>
                    <a:pt x="12765" y="5079"/>
                    <a:pt x="12765" y="5439"/>
                  </a:cubicBezTo>
                  <a:lnTo>
                    <a:pt x="12765" y="5828"/>
                  </a:lnTo>
                  <a:lnTo>
                    <a:pt x="5055" y="5828"/>
                  </a:lnTo>
                  <a:cubicBezTo>
                    <a:pt x="4939" y="5828"/>
                    <a:pt x="4848" y="5919"/>
                    <a:pt x="4848" y="6035"/>
                  </a:cubicBezTo>
                  <a:lnTo>
                    <a:pt x="4848" y="6433"/>
                  </a:lnTo>
                  <a:lnTo>
                    <a:pt x="3974" y="6433"/>
                  </a:lnTo>
                  <a:cubicBezTo>
                    <a:pt x="3930" y="5814"/>
                    <a:pt x="3685" y="5223"/>
                    <a:pt x="3282" y="4752"/>
                  </a:cubicBezTo>
                  <a:lnTo>
                    <a:pt x="3282" y="1043"/>
                  </a:lnTo>
                  <a:lnTo>
                    <a:pt x="4507" y="1043"/>
                  </a:lnTo>
                  <a:lnTo>
                    <a:pt x="4507" y="1452"/>
                  </a:lnTo>
                  <a:lnTo>
                    <a:pt x="3873" y="1452"/>
                  </a:lnTo>
                  <a:cubicBezTo>
                    <a:pt x="3753" y="1452"/>
                    <a:pt x="3657" y="1552"/>
                    <a:pt x="3666" y="1673"/>
                  </a:cubicBezTo>
                  <a:lnTo>
                    <a:pt x="3815" y="3239"/>
                  </a:lnTo>
                  <a:cubicBezTo>
                    <a:pt x="3834" y="3488"/>
                    <a:pt x="4046" y="3676"/>
                    <a:pt x="4296" y="3676"/>
                  </a:cubicBezTo>
                  <a:lnTo>
                    <a:pt x="4512" y="3676"/>
                  </a:lnTo>
                  <a:lnTo>
                    <a:pt x="4512" y="4829"/>
                  </a:lnTo>
                  <a:cubicBezTo>
                    <a:pt x="4512" y="4963"/>
                    <a:pt x="4615" y="5031"/>
                    <a:pt x="4718" y="5031"/>
                  </a:cubicBezTo>
                  <a:cubicBezTo>
                    <a:pt x="4822" y="5031"/>
                    <a:pt x="4925" y="4963"/>
                    <a:pt x="4925" y="4829"/>
                  </a:cubicBezTo>
                  <a:lnTo>
                    <a:pt x="4925" y="3676"/>
                  </a:lnTo>
                  <a:lnTo>
                    <a:pt x="5146" y="3676"/>
                  </a:lnTo>
                  <a:cubicBezTo>
                    <a:pt x="5391" y="3676"/>
                    <a:pt x="5602" y="3488"/>
                    <a:pt x="5626" y="3239"/>
                  </a:cubicBezTo>
                  <a:lnTo>
                    <a:pt x="5770" y="1673"/>
                  </a:lnTo>
                  <a:cubicBezTo>
                    <a:pt x="5775" y="1615"/>
                    <a:pt x="5756" y="1557"/>
                    <a:pt x="5718" y="1519"/>
                  </a:cubicBezTo>
                  <a:cubicBezTo>
                    <a:pt x="5679" y="1476"/>
                    <a:pt x="5622" y="1452"/>
                    <a:pt x="5564" y="1452"/>
                  </a:cubicBezTo>
                  <a:lnTo>
                    <a:pt x="4930" y="1452"/>
                  </a:lnTo>
                  <a:lnTo>
                    <a:pt x="4930" y="1043"/>
                  </a:lnTo>
                  <a:lnTo>
                    <a:pt x="5343" y="1043"/>
                  </a:lnTo>
                  <a:cubicBezTo>
                    <a:pt x="5631" y="1043"/>
                    <a:pt x="5862" y="813"/>
                    <a:pt x="5862" y="524"/>
                  </a:cubicBezTo>
                  <a:cubicBezTo>
                    <a:pt x="5862" y="231"/>
                    <a:pt x="5631" y="1"/>
                    <a:pt x="5343" y="1"/>
                  </a:cubicBezTo>
                  <a:lnTo>
                    <a:pt x="4420" y="1"/>
                  </a:lnTo>
                  <a:cubicBezTo>
                    <a:pt x="4147" y="1"/>
                    <a:pt x="4147" y="409"/>
                    <a:pt x="4420" y="409"/>
                  </a:cubicBezTo>
                  <a:lnTo>
                    <a:pt x="5343" y="409"/>
                  </a:lnTo>
                  <a:cubicBezTo>
                    <a:pt x="5346" y="409"/>
                    <a:pt x="5349" y="409"/>
                    <a:pt x="5352" y="409"/>
                  </a:cubicBezTo>
                  <a:cubicBezTo>
                    <a:pt x="5494" y="409"/>
                    <a:pt x="5494" y="630"/>
                    <a:pt x="5352" y="630"/>
                  </a:cubicBezTo>
                  <a:cubicBezTo>
                    <a:pt x="5349" y="630"/>
                    <a:pt x="5346" y="630"/>
                    <a:pt x="5343" y="630"/>
                  </a:cubicBezTo>
                  <a:lnTo>
                    <a:pt x="3075" y="630"/>
                  </a:lnTo>
                  <a:cubicBezTo>
                    <a:pt x="2965" y="630"/>
                    <a:pt x="2874" y="721"/>
                    <a:pt x="2874" y="832"/>
                  </a:cubicBezTo>
                  <a:lnTo>
                    <a:pt x="2874" y="4344"/>
                  </a:lnTo>
                  <a:cubicBezTo>
                    <a:pt x="2845" y="4320"/>
                    <a:pt x="2653" y="4190"/>
                    <a:pt x="2653" y="4185"/>
                  </a:cubicBezTo>
                  <a:lnTo>
                    <a:pt x="2653" y="582"/>
                  </a:lnTo>
                  <a:cubicBezTo>
                    <a:pt x="2653" y="491"/>
                    <a:pt x="2729" y="414"/>
                    <a:pt x="2826" y="409"/>
                  </a:cubicBezTo>
                  <a:lnTo>
                    <a:pt x="3469" y="409"/>
                  </a:lnTo>
                  <a:cubicBezTo>
                    <a:pt x="3743" y="409"/>
                    <a:pt x="3743" y="1"/>
                    <a:pt x="34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9" name="Google Shape;9369;p80"/>
          <p:cNvGrpSpPr/>
          <p:nvPr/>
        </p:nvGrpSpPr>
        <p:grpSpPr>
          <a:xfrm>
            <a:off x="6630645" y="2040338"/>
            <a:ext cx="368536" cy="246275"/>
            <a:chOff x="6630645" y="2040338"/>
            <a:chExt cx="368536" cy="246275"/>
          </a:xfrm>
        </p:grpSpPr>
        <p:sp>
          <p:nvSpPr>
            <p:cNvPr id="9370" name="Google Shape;9370;p80"/>
            <p:cNvSpPr/>
            <p:nvPr/>
          </p:nvSpPr>
          <p:spPr>
            <a:xfrm>
              <a:off x="6635933" y="2045862"/>
              <a:ext cx="357828" cy="217975"/>
            </a:xfrm>
            <a:custGeom>
              <a:rect b="b" l="l" r="r" t="t"/>
              <a:pathLst>
                <a:path extrusionOk="0" h="8326" w="13668">
                  <a:moveTo>
                    <a:pt x="453" y="0"/>
                  </a:moveTo>
                  <a:cubicBezTo>
                    <a:pt x="202" y="0"/>
                    <a:pt x="0" y="205"/>
                    <a:pt x="5" y="457"/>
                  </a:cubicBezTo>
                  <a:lnTo>
                    <a:pt x="5" y="7865"/>
                  </a:lnTo>
                  <a:cubicBezTo>
                    <a:pt x="0" y="8119"/>
                    <a:pt x="207" y="8326"/>
                    <a:pt x="461" y="8326"/>
                  </a:cubicBezTo>
                  <a:lnTo>
                    <a:pt x="13206" y="8326"/>
                  </a:lnTo>
                  <a:cubicBezTo>
                    <a:pt x="13461" y="8326"/>
                    <a:pt x="13668" y="8119"/>
                    <a:pt x="13668" y="7869"/>
                  </a:cubicBezTo>
                  <a:lnTo>
                    <a:pt x="13668" y="457"/>
                  </a:lnTo>
                  <a:cubicBezTo>
                    <a:pt x="13668" y="205"/>
                    <a:pt x="13466" y="0"/>
                    <a:pt x="13215" y="0"/>
                  </a:cubicBezTo>
                  <a:cubicBezTo>
                    <a:pt x="13212" y="0"/>
                    <a:pt x="13209" y="0"/>
                    <a:pt x="13206" y="0"/>
                  </a:cubicBezTo>
                  <a:lnTo>
                    <a:pt x="461" y="0"/>
                  </a:lnTo>
                  <a:cubicBezTo>
                    <a:pt x="458" y="0"/>
                    <a:pt x="456" y="0"/>
                    <a:pt x="45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0"/>
            <p:cNvSpPr/>
            <p:nvPr/>
          </p:nvSpPr>
          <p:spPr>
            <a:xfrm>
              <a:off x="6636038" y="2045731"/>
              <a:ext cx="357724" cy="218106"/>
            </a:xfrm>
            <a:custGeom>
              <a:rect b="b" l="l" r="r" t="t"/>
              <a:pathLst>
                <a:path extrusionOk="0" h="8331" w="13664">
                  <a:moveTo>
                    <a:pt x="12722" y="1"/>
                  </a:moveTo>
                  <a:lnTo>
                    <a:pt x="12722" y="6933"/>
                  </a:lnTo>
                  <a:cubicBezTo>
                    <a:pt x="12722" y="7185"/>
                    <a:pt x="12520" y="7389"/>
                    <a:pt x="12270" y="7389"/>
                  </a:cubicBezTo>
                  <a:cubicBezTo>
                    <a:pt x="12267" y="7389"/>
                    <a:pt x="12264" y="7389"/>
                    <a:pt x="12261" y="7389"/>
                  </a:cubicBezTo>
                  <a:lnTo>
                    <a:pt x="1" y="7389"/>
                  </a:lnTo>
                  <a:lnTo>
                    <a:pt x="1" y="7870"/>
                  </a:lnTo>
                  <a:cubicBezTo>
                    <a:pt x="1" y="8124"/>
                    <a:pt x="208" y="8331"/>
                    <a:pt x="457" y="8331"/>
                  </a:cubicBezTo>
                  <a:lnTo>
                    <a:pt x="13202" y="8331"/>
                  </a:lnTo>
                  <a:cubicBezTo>
                    <a:pt x="13457" y="8331"/>
                    <a:pt x="13664" y="8124"/>
                    <a:pt x="13664" y="7870"/>
                  </a:cubicBezTo>
                  <a:lnTo>
                    <a:pt x="13664" y="462"/>
                  </a:lnTo>
                  <a:cubicBezTo>
                    <a:pt x="13664" y="207"/>
                    <a:pt x="13457" y="1"/>
                    <a:pt x="1320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0"/>
            <p:cNvSpPr/>
            <p:nvPr/>
          </p:nvSpPr>
          <p:spPr>
            <a:xfrm>
              <a:off x="6675910"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0"/>
            <p:cNvSpPr/>
            <p:nvPr/>
          </p:nvSpPr>
          <p:spPr>
            <a:xfrm>
              <a:off x="6888963"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0"/>
            <p:cNvSpPr/>
            <p:nvPr/>
          </p:nvSpPr>
          <p:spPr>
            <a:xfrm>
              <a:off x="6660831" y="2073769"/>
              <a:ext cx="189438" cy="162028"/>
            </a:xfrm>
            <a:custGeom>
              <a:rect b="b" l="l" r="r" t="t"/>
              <a:pathLst>
                <a:path extrusionOk="0" h="6189" w="7236">
                  <a:moveTo>
                    <a:pt x="0" y="1"/>
                  </a:moveTo>
                  <a:lnTo>
                    <a:pt x="0" y="6189"/>
                  </a:lnTo>
                  <a:lnTo>
                    <a:pt x="7235" y="6189"/>
                  </a:lnTo>
                  <a:lnTo>
                    <a:pt x="7235"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0"/>
            <p:cNvSpPr/>
            <p:nvPr/>
          </p:nvSpPr>
          <p:spPr>
            <a:xfrm>
              <a:off x="6660831" y="2073769"/>
              <a:ext cx="189438" cy="162028"/>
            </a:xfrm>
            <a:custGeom>
              <a:rect b="b" l="l" r="r" t="t"/>
              <a:pathLst>
                <a:path extrusionOk="0" h="6189" w="7236">
                  <a:moveTo>
                    <a:pt x="6505" y="1"/>
                  </a:moveTo>
                  <a:lnTo>
                    <a:pt x="6505" y="4272"/>
                  </a:lnTo>
                  <a:cubicBezTo>
                    <a:pt x="6510" y="4930"/>
                    <a:pt x="5977" y="5463"/>
                    <a:pt x="5318" y="5468"/>
                  </a:cubicBezTo>
                  <a:lnTo>
                    <a:pt x="0" y="5468"/>
                  </a:lnTo>
                  <a:lnTo>
                    <a:pt x="0" y="6189"/>
                  </a:lnTo>
                  <a:lnTo>
                    <a:pt x="7235" y="6189"/>
                  </a:lnTo>
                  <a:lnTo>
                    <a:pt x="7235" y="1"/>
                  </a:lnTo>
                  <a:lnTo>
                    <a:pt x="6510" y="6"/>
                  </a:lnTo>
                  <a:lnTo>
                    <a:pt x="650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0"/>
            <p:cNvSpPr/>
            <p:nvPr/>
          </p:nvSpPr>
          <p:spPr>
            <a:xfrm>
              <a:off x="6884067" y="2179929"/>
              <a:ext cx="74220" cy="63591"/>
            </a:xfrm>
            <a:custGeom>
              <a:rect b="b" l="l" r="r" t="t"/>
              <a:pathLst>
                <a:path extrusionOk="0" h="2429" w="2835">
                  <a:moveTo>
                    <a:pt x="1624" y="1"/>
                  </a:moveTo>
                  <a:cubicBezTo>
                    <a:pt x="543" y="1"/>
                    <a:pt x="1" y="1307"/>
                    <a:pt x="764" y="2071"/>
                  </a:cubicBezTo>
                  <a:cubicBezTo>
                    <a:pt x="1011" y="2318"/>
                    <a:pt x="1314" y="2428"/>
                    <a:pt x="1612" y="2428"/>
                  </a:cubicBezTo>
                  <a:cubicBezTo>
                    <a:pt x="2236" y="2428"/>
                    <a:pt x="2835" y="1943"/>
                    <a:pt x="2835" y="1211"/>
                  </a:cubicBezTo>
                  <a:cubicBezTo>
                    <a:pt x="2830" y="543"/>
                    <a:pt x="2292" y="1"/>
                    <a:pt x="16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0"/>
            <p:cNvSpPr/>
            <p:nvPr/>
          </p:nvSpPr>
          <p:spPr>
            <a:xfrm>
              <a:off x="6916897" y="2179929"/>
              <a:ext cx="40658" cy="63539"/>
            </a:xfrm>
            <a:custGeom>
              <a:rect b="b" l="l" r="r" t="t"/>
              <a:pathLst>
                <a:path extrusionOk="0" h="2427" w="1553">
                  <a:moveTo>
                    <a:pt x="370" y="1"/>
                  </a:moveTo>
                  <a:cubicBezTo>
                    <a:pt x="241" y="1"/>
                    <a:pt x="121" y="20"/>
                    <a:pt x="0" y="63"/>
                  </a:cubicBezTo>
                  <a:cubicBezTo>
                    <a:pt x="500" y="222"/>
                    <a:pt x="846" y="688"/>
                    <a:pt x="846" y="1211"/>
                  </a:cubicBezTo>
                  <a:cubicBezTo>
                    <a:pt x="846" y="1740"/>
                    <a:pt x="500" y="2206"/>
                    <a:pt x="0" y="2364"/>
                  </a:cubicBezTo>
                  <a:cubicBezTo>
                    <a:pt x="121" y="2403"/>
                    <a:pt x="241" y="2427"/>
                    <a:pt x="370" y="2427"/>
                  </a:cubicBezTo>
                  <a:cubicBezTo>
                    <a:pt x="1028" y="2412"/>
                    <a:pt x="1552" y="1874"/>
                    <a:pt x="1552" y="1211"/>
                  </a:cubicBezTo>
                  <a:cubicBezTo>
                    <a:pt x="1552" y="553"/>
                    <a:pt x="1028" y="15"/>
                    <a:pt x="37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0"/>
            <p:cNvSpPr/>
            <p:nvPr/>
          </p:nvSpPr>
          <p:spPr>
            <a:xfrm>
              <a:off x="6881057" y="2073900"/>
              <a:ext cx="40396" cy="19399"/>
            </a:xfrm>
            <a:custGeom>
              <a:rect b="b" l="l" r="r" t="t"/>
              <a:pathLst>
                <a:path extrusionOk="0" h="741" w="1543">
                  <a:moveTo>
                    <a:pt x="323" y="1"/>
                  </a:moveTo>
                  <a:cubicBezTo>
                    <a:pt x="145" y="1"/>
                    <a:pt x="0" y="148"/>
                    <a:pt x="0" y="327"/>
                  </a:cubicBezTo>
                  <a:lnTo>
                    <a:pt x="0" y="409"/>
                  </a:lnTo>
                  <a:cubicBezTo>
                    <a:pt x="0" y="592"/>
                    <a:pt x="149" y="741"/>
                    <a:pt x="332" y="741"/>
                  </a:cubicBezTo>
                  <a:lnTo>
                    <a:pt x="1211" y="741"/>
                  </a:lnTo>
                  <a:cubicBezTo>
                    <a:pt x="1393" y="741"/>
                    <a:pt x="1538" y="592"/>
                    <a:pt x="1542" y="409"/>
                  </a:cubicBezTo>
                  <a:lnTo>
                    <a:pt x="1542" y="327"/>
                  </a:lnTo>
                  <a:cubicBezTo>
                    <a:pt x="1542" y="148"/>
                    <a:pt x="1398" y="1"/>
                    <a:pt x="1219" y="1"/>
                  </a:cubicBezTo>
                  <a:cubicBezTo>
                    <a:pt x="1217" y="1"/>
                    <a:pt x="1214" y="1"/>
                    <a:pt x="1211" y="1"/>
                  </a:cubicBezTo>
                  <a:lnTo>
                    <a:pt x="332" y="1"/>
                  </a:lnTo>
                  <a:cubicBezTo>
                    <a:pt x="329" y="1"/>
                    <a:pt x="326" y="1"/>
                    <a:pt x="32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0"/>
            <p:cNvSpPr/>
            <p:nvPr/>
          </p:nvSpPr>
          <p:spPr>
            <a:xfrm>
              <a:off x="6900168" y="2073769"/>
              <a:ext cx="21284" cy="19530"/>
            </a:xfrm>
            <a:custGeom>
              <a:rect b="b" l="l" r="r" t="t"/>
              <a:pathLst>
                <a:path extrusionOk="0" h="746" w="813">
                  <a:moveTo>
                    <a:pt x="0" y="1"/>
                  </a:moveTo>
                  <a:cubicBezTo>
                    <a:pt x="183" y="1"/>
                    <a:pt x="332" y="150"/>
                    <a:pt x="332" y="332"/>
                  </a:cubicBezTo>
                  <a:lnTo>
                    <a:pt x="332" y="414"/>
                  </a:lnTo>
                  <a:cubicBezTo>
                    <a:pt x="332" y="597"/>
                    <a:pt x="183" y="746"/>
                    <a:pt x="0" y="746"/>
                  </a:cubicBezTo>
                  <a:lnTo>
                    <a:pt x="481" y="746"/>
                  </a:lnTo>
                  <a:cubicBezTo>
                    <a:pt x="663" y="746"/>
                    <a:pt x="812" y="597"/>
                    <a:pt x="812" y="414"/>
                  </a:cubicBezTo>
                  <a:lnTo>
                    <a:pt x="812" y="332"/>
                  </a:lnTo>
                  <a:cubicBezTo>
                    <a:pt x="808" y="150"/>
                    <a:pt x="663" y="6"/>
                    <a:pt x="48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0"/>
            <p:cNvSpPr/>
            <p:nvPr/>
          </p:nvSpPr>
          <p:spPr>
            <a:xfrm>
              <a:off x="6881057" y="2108379"/>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5"/>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0"/>
            <p:cNvSpPr/>
            <p:nvPr/>
          </p:nvSpPr>
          <p:spPr>
            <a:xfrm>
              <a:off x="6881057" y="2142963"/>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0"/>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0"/>
            <p:cNvSpPr/>
            <p:nvPr/>
          </p:nvSpPr>
          <p:spPr>
            <a:xfrm>
              <a:off x="6900168" y="2108379"/>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0"/>
            <p:cNvSpPr/>
            <p:nvPr/>
          </p:nvSpPr>
          <p:spPr>
            <a:xfrm>
              <a:off x="6900168" y="2142963"/>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0"/>
            <p:cNvSpPr/>
            <p:nvPr/>
          </p:nvSpPr>
          <p:spPr>
            <a:xfrm>
              <a:off x="6938915" y="2073900"/>
              <a:ext cx="33092" cy="88567"/>
            </a:xfrm>
            <a:custGeom>
              <a:rect b="b" l="l" r="r" t="t"/>
              <a:pathLst>
                <a:path extrusionOk="0" h="3383" w="1264">
                  <a:moveTo>
                    <a:pt x="303" y="1"/>
                  </a:moveTo>
                  <a:cubicBezTo>
                    <a:pt x="135" y="1"/>
                    <a:pt x="0" y="140"/>
                    <a:pt x="0" y="308"/>
                  </a:cubicBezTo>
                  <a:lnTo>
                    <a:pt x="0" y="3075"/>
                  </a:lnTo>
                  <a:cubicBezTo>
                    <a:pt x="0" y="3244"/>
                    <a:pt x="135" y="3383"/>
                    <a:pt x="303" y="3383"/>
                  </a:cubicBezTo>
                  <a:lnTo>
                    <a:pt x="956" y="3383"/>
                  </a:lnTo>
                  <a:cubicBezTo>
                    <a:pt x="1124" y="3383"/>
                    <a:pt x="1264" y="3244"/>
                    <a:pt x="1264" y="3075"/>
                  </a:cubicBezTo>
                  <a:lnTo>
                    <a:pt x="1264" y="308"/>
                  </a:lnTo>
                  <a:cubicBezTo>
                    <a:pt x="1264" y="140"/>
                    <a:pt x="1124" y="1"/>
                    <a:pt x="95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0"/>
            <p:cNvSpPr/>
            <p:nvPr/>
          </p:nvSpPr>
          <p:spPr>
            <a:xfrm>
              <a:off x="6951612" y="2073769"/>
              <a:ext cx="20394" cy="88462"/>
            </a:xfrm>
            <a:custGeom>
              <a:rect b="b" l="l" r="r" t="t"/>
              <a:pathLst>
                <a:path extrusionOk="0" h="3379" w="779">
                  <a:moveTo>
                    <a:pt x="0" y="3378"/>
                  </a:moveTo>
                  <a:cubicBezTo>
                    <a:pt x="3" y="3378"/>
                    <a:pt x="6" y="3378"/>
                    <a:pt x="9" y="3378"/>
                  </a:cubicBezTo>
                  <a:cubicBezTo>
                    <a:pt x="12" y="3378"/>
                    <a:pt x="14" y="3378"/>
                    <a:pt x="17" y="3378"/>
                  </a:cubicBezTo>
                  <a:close/>
                  <a:moveTo>
                    <a:pt x="0" y="1"/>
                  </a:moveTo>
                  <a:cubicBezTo>
                    <a:pt x="168" y="1"/>
                    <a:pt x="303" y="135"/>
                    <a:pt x="303" y="308"/>
                  </a:cubicBezTo>
                  <a:lnTo>
                    <a:pt x="303" y="3076"/>
                  </a:lnTo>
                  <a:cubicBezTo>
                    <a:pt x="303" y="3238"/>
                    <a:pt x="177" y="3374"/>
                    <a:pt x="17" y="3378"/>
                  </a:cubicBezTo>
                  <a:lnTo>
                    <a:pt x="471" y="3378"/>
                  </a:lnTo>
                  <a:cubicBezTo>
                    <a:pt x="474" y="3378"/>
                    <a:pt x="477" y="3378"/>
                    <a:pt x="480" y="3378"/>
                  </a:cubicBezTo>
                  <a:cubicBezTo>
                    <a:pt x="644" y="3378"/>
                    <a:pt x="779" y="3241"/>
                    <a:pt x="779" y="3076"/>
                  </a:cubicBezTo>
                  <a:lnTo>
                    <a:pt x="779" y="308"/>
                  </a:lnTo>
                  <a:cubicBezTo>
                    <a:pt x="779" y="140"/>
                    <a:pt x="639" y="1"/>
                    <a:pt x="47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0"/>
            <p:cNvSpPr/>
            <p:nvPr/>
          </p:nvSpPr>
          <p:spPr>
            <a:xfrm>
              <a:off x="6889356" y="2174536"/>
              <a:ext cx="86682" cy="74351"/>
            </a:xfrm>
            <a:custGeom>
              <a:rect b="b" l="l" r="r" t="t"/>
              <a:pathLst>
                <a:path extrusionOk="0" h="2840" w="3311">
                  <a:moveTo>
                    <a:pt x="1416" y="418"/>
                  </a:moveTo>
                  <a:cubicBezTo>
                    <a:pt x="1418" y="418"/>
                    <a:pt x="1420" y="418"/>
                    <a:pt x="1422" y="418"/>
                  </a:cubicBezTo>
                  <a:cubicBezTo>
                    <a:pt x="1975" y="418"/>
                    <a:pt x="2422" y="865"/>
                    <a:pt x="2426" y="1417"/>
                  </a:cubicBezTo>
                  <a:cubicBezTo>
                    <a:pt x="2426" y="2026"/>
                    <a:pt x="1928" y="2427"/>
                    <a:pt x="1411" y="2427"/>
                  </a:cubicBezTo>
                  <a:cubicBezTo>
                    <a:pt x="1165" y="2427"/>
                    <a:pt x="914" y="2336"/>
                    <a:pt x="711" y="2133"/>
                  </a:cubicBezTo>
                  <a:cubicBezTo>
                    <a:pt x="79" y="1500"/>
                    <a:pt x="522" y="418"/>
                    <a:pt x="1416" y="418"/>
                  </a:cubicBezTo>
                  <a:close/>
                  <a:moveTo>
                    <a:pt x="1418" y="0"/>
                  </a:moveTo>
                  <a:cubicBezTo>
                    <a:pt x="634" y="5"/>
                    <a:pt x="0" y="639"/>
                    <a:pt x="0" y="1417"/>
                  </a:cubicBezTo>
                  <a:cubicBezTo>
                    <a:pt x="0" y="2272"/>
                    <a:pt x="700" y="2839"/>
                    <a:pt x="1428" y="2839"/>
                  </a:cubicBezTo>
                  <a:cubicBezTo>
                    <a:pt x="1776" y="2839"/>
                    <a:pt x="2130" y="2710"/>
                    <a:pt x="2417" y="2421"/>
                  </a:cubicBezTo>
                  <a:cubicBezTo>
                    <a:pt x="3310" y="1528"/>
                    <a:pt x="2681"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0"/>
            <p:cNvSpPr/>
            <p:nvPr/>
          </p:nvSpPr>
          <p:spPr>
            <a:xfrm>
              <a:off x="6875768" y="2068376"/>
              <a:ext cx="50972" cy="30212"/>
            </a:xfrm>
            <a:custGeom>
              <a:rect b="b" l="l" r="r" t="t"/>
              <a:pathLst>
                <a:path extrusionOk="0" h="1154" w="1947">
                  <a:moveTo>
                    <a:pt x="1413" y="418"/>
                  </a:moveTo>
                  <a:cubicBezTo>
                    <a:pt x="1480" y="418"/>
                    <a:pt x="1533" y="476"/>
                    <a:pt x="1533" y="538"/>
                  </a:cubicBezTo>
                  <a:lnTo>
                    <a:pt x="1533" y="620"/>
                  </a:lnTo>
                  <a:cubicBezTo>
                    <a:pt x="1533" y="687"/>
                    <a:pt x="1480" y="740"/>
                    <a:pt x="1413" y="740"/>
                  </a:cubicBezTo>
                  <a:lnTo>
                    <a:pt x="534" y="740"/>
                  </a:lnTo>
                  <a:cubicBezTo>
                    <a:pt x="466" y="740"/>
                    <a:pt x="414" y="687"/>
                    <a:pt x="414" y="620"/>
                  </a:cubicBezTo>
                  <a:lnTo>
                    <a:pt x="414" y="538"/>
                  </a:lnTo>
                  <a:cubicBezTo>
                    <a:pt x="414" y="476"/>
                    <a:pt x="466" y="418"/>
                    <a:pt x="534" y="418"/>
                  </a:cubicBezTo>
                  <a:close/>
                  <a:moveTo>
                    <a:pt x="534" y="0"/>
                  </a:moveTo>
                  <a:cubicBezTo>
                    <a:pt x="241" y="0"/>
                    <a:pt x="0" y="241"/>
                    <a:pt x="0" y="538"/>
                  </a:cubicBezTo>
                  <a:lnTo>
                    <a:pt x="0" y="620"/>
                  </a:lnTo>
                  <a:cubicBezTo>
                    <a:pt x="0" y="913"/>
                    <a:pt x="241" y="1153"/>
                    <a:pt x="534" y="1153"/>
                  </a:cubicBezTo>
                  <a:lnTo>
                    <a:pt x="1413" y="1153"/>
                  </a:lnTo>
                  <a:cubicBezTo>
                    <a:pt x="1711" y="1153"/>
                    <a:pt x="1946" y="913"/>
                    <a:pt x="1946" y="620"/>
                  </a:cubicBezTo>
                  <a:lnTo>
                    <a:pt x="1946" y="538"/>
                  </a:lnTo>
                  <a:cubicBezTo>
                    <a:pt x="1946" y="241"/>
                    <a:pt x="1706" y="5"/>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0"/>
            <p:cNvSpPr/>
            <p:nvPr/>
          </p:nvSpPr>
          <p:spPr>
            <a:xfrm>
              <a:off x="6875638" y="2103091"/>
              <a:ext cx="51103" cy="30081"/>
            </a:xfrm>
            <a:custGeom>
              <a:rect b="b" l="l" r="r" t="t"/>
              <a:pathLst>
                <a:path extrusionOk="0" h="1149" w="1952">
                  <a:moveTo>
                    <a:pt x="1413" y="413"/>
                  </a:moveTo>
                  <a:cubicBezTo>
                    <a:pt x="1480" y="413"/>
                    <a:pt x="1533" y="466"/>
                    <a:pt x="1533" y="534"/>
                  </a:cubicBezTo>
                  <a:lnTo>
                    <a:pt x="1533" y="615"/>
                  </a:lnTo>
                  <a:cubicBezTo>
                    <a:pt x="1533" y="682"/>
                    <a:pt x="1480" y="735"/>
                    <a:pt x="1413" y="735"/>
                  </a:cubicBezTo>
                  <a:lnTo>
                    <a:pt x="534" y="735"/>
                  </a:lnTo>
                  <a:cubicBezTo>
                    <a:pt x="467" y="735"/>
                    <a:pt x="414" y="682"/>
                    <a:pt x="414" y="615"/>
                  </a:cubicBezTo>
                  <a:lnTo>
                    <a:pt x="414" y="534"/>
                  </a:lnTo>
                  <a:cubicBezTo>
                    <a:pt x="414" y="466"/>
                    <a:pt x="467" y="413"/>
                    <a:pt x="534" y="413"/>
                  </a:cubicBezTo>
                  <a:close/>
                  <a:moveTo>
                    <a:pt x="534" y="0"/>
                  </a:moveTo>
                  <a:cubicBezTo>
                    <a:pt x="241" y="0"/>
                    <a:pt x="1" y="236"/>
                    <a:pt x="1" y="534"/>
                  </a:cubicBezTo>
                  <a:lnTo>
                    <a:pt x="1" y="615"/>
                  </a:lnTo>
                  <a:cubicBezTo>
                    <a:pt x="1" y="913"/>
                    <a:pt x="241" y="1148"/>
                    <a:pt x="534" y="1148"/>
                  </a:cubicBezTo>
                  <a:lnTo>
                    <a:pt x="1413" y="1148"/>
                  </a:lnTo>
                  <a:cubicBezTo>
                    <a:pt x="1711" y="1148"/>
                    <a:pt x="1951" y="913"/>
                    <a:pt x="1951" y="615"/>
                  </a:cubicBezTo>
                  <a:lnTo>
                    <a:pt x="1951" y="534"/>
                  </a:lnTo>
                  <a:cubicBezTo>
                    <a:pt x="1951" y="236"/>
                    <a:pt x="1711" y="0"/>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0"/>
            <p:cNvSpPr/>
            <p:nvPr/>
          </p:nvSpPr>
          <p:spPr>
            <a:xfrm>
              <a:off x="6875638" y="2137544"/>
              <a:ext cx="51103" cy="30212"/>
            </a:xfrm>
            <a:custGeom>
              <a:rect b="b" l="l" r="r" t="t"/>
              <a:pathLst>
                <a:path extrusionOk="0" h="1154" w="1952">
                  <a:moveTo>
                    <a:pt x="1413" y="419"/>
                  </a:moveTo>
                  <a:cubicBezTo>
                    <a:pt x="1480" y="419"/>
                    <a:pt x="1533" y="471"/>
                    <a:pt x="1533" y="539"/>
                  </a:cubicBezTo>
                  <a:lnTo>
                    <a:pt x="1533" y="620"/>
                  </a:lnTo>
                  <a:cubicBezTo>
                    <a:pt x="1533" y="683"/>
                    <a:pt x="1480" y="740"/>
                    <a:pt x="1413" y="740"/>
                  </a:cubicBezTo>
                  <a:lnTo>
                    <a:pt x="534" y="740"/>
                  </a:lnTo>
                  <a:cubicBezTo>
                    <a:pt x="467" y="740"/>
                    <a:pt x="414" y="683"/>
                    <a:pt x="414" y="620"/>
                  </a:cubicBezTo>
                  <a:lnTo>
                    <a:pt x="414" y="539"/>
                  </a:lnTo>
                  <a:cubicBezTo>
                    <a:pt x="414" y="471"/>
                    <a:pt x="467" y="419"/>
                    <a:pt x="534" y="419"/>
                  </a:cubicBezTo>
                  <a:close/>
                  <a:moveTo>
                    <a:pt x="534" y="1"/>
                  </a:moveTo>
                  <a:cubicBezTo>
                    <a:pt x="241" y="1"/>
                    <a:pt x="1" y="241"/>
                    <a:pt x="1" y="539"/>
                  </a:cubicBezTo>
                  <a:lnTo>
                    <a:pt x="1" y="620"/>
                  </a:lnTo>
                  <a:cubicBezTo>
                    <a:pt x="1" y="913"/>
                    <a:pt x="241" y="1154"/>
                    <a:pt x="534" y="1154"/>
                  </a:cubicBezTo>
                  <a:lnTo>
                    <a:pt x="1413" y="1154"/>
                  </a:lnTo>
                  <a:cubicBezTo>
                    <a:pt x="1711" y="1154"/>
                    <a:pt x="1951" y="913"/>
                    <a:pt x="1951" y="620"/>
                  </a:cubicBezTo>
                  <a:lnTo>
                    <a:pt x="1951" y="539"/>
                  </a:lnTo>
                  <a:cubicBezTo>
                    <a:pt x="1951" y="241"/>
                    <a:pt x="1711" y="1"/>
                    <a:pt x="1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0"/>
            <p:cNvSpPr/>
            <p:nvPr/>
          </p:nvSpPr>
          <p:spPr>
            <a:xfrm>
              <a:off x="6933495" y="2068376"/>
              <a:ext cx="43930" cy="99379"/>
            </a:xfrm>
            <a:custGeom>
              <a:rect b="b" l="l" r="r" t="t"/>
              <a:pathLst>
                <a:path extrusionOk="0" h="3796" w="1678">
                  <a:moveTo>
                    <a:pt x="1168" y="414"/>
                  </a:moveTo>
                  <a:cubicBezTo>
                    <a:pt x="1221" y="414"/>
                    <a:pt x="1269" y="462"/>
                    <a:pt x="1269" y="514"/>
                  </a:cubicBezTo>
                  <a:lnTo>
                    <a:pt x="1269" y="3282"/>
                  </a:lnTo>
                  <a:cubicBezTo>
                    <a:pt x="1269" y="3339"/>
                    <a:pt x="1221" y="3382"/>
                    <a:pt x="1168" y="3382"/>
                  </a:cubicBezTo>
                  <a:lnTo>
                    <a:pt x="510" y="3382"/>
                  </a:lnTo>
                  <a:cubicBezTo>
                    <a:pt x="457" y="3382"/>
                    <a:pt x="414" y="3339"/>
                    <a:pt x="414" y="3282"/>
                  </a:cubicBezTo>
                  <a:lnTo>
                    <a:pt x="414" y="514"/>
                  </a:lnTo>
                  <a:cubicBezTo>
                    <a:pt x="414" y="462"/>
                    <a:pt x="457" y="414"/>
                    <a:pt x="515" y="414"/>
                  </a:cubicBezTo>
                  <a:close/>
                  <a:moveTo>
                    <a:pt x="510" y="0"/>
                  </a:moveTo>
                  <a:cubicBezTo>
                    <a:pt x="226" y="0"/>
                    <a:pt x="1" y="231"/>
                    <a:pt x="1" y="514"/>
                  </a:cubicBezTo>
                  <a:lnTo>
                    <a:pt x="1" y="3282"/>
                  </a:lnTo>
                  <a:cubicBezTo>
                    <a:pt x="1" y="3565"/>
                    <a:pt x="226" y="3796"/>
                    <a:pt x="510" y="3796"/>
                  </a:cubicBezTo>
                  <a:lnTo>
                    <a:pt x="1163" y="3796"/>
                  </a:lnTo>
                  <a:cubicBezTo>
                    <a:pt x="1447" y="3796"/>
                    <a:pt x="1677" y="3565"/>
                    <a:pt x="1677" y="3282"/>
                  </a:cubicBezTo>
                  <a:lnTo>
                    <a:pt x="1677" y="514"/>
                  </a:lnTo>
                  <a:cubicBezTo>
                    <a:pt x="1677" y="231"/>
                    <a:pt x="1447" y="0"/>
                    <a:pt x="1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0"/>
            <p:cNvSpPr/>
            <p:nvPr/>
          </p:nvSpPr>
          <p:spPr>
            <a:xfrm>
              <a:off x="6807727" y="2086100"/>
              <a:ext cx="32856" cy="10734"/>
            </a:xfrm>
            <a:custGeom>
              <a:rect b="b" l="l" r="r" t="t"/>
              <a:pathLst>
                <a:path extrusionOk="0" h="410" w="1255">
                  <a:moveTo>
                    <a:pt x="985" y="1"/>
                  </a:moveTo>
                  <a:cubicBezTo>
                    <a:pt x="984" y="1"/>
                    <a:pt x="982" y="1"/>
                    <a:pt x="981" y="1"/>
                  </a:cubicBezTo>
                  <a:lnTo>
                    <a:pt x="274" y="1"/>
                  </a:lnTo>
                  <a:cubicBezTo>
                    <a:pt x="0" y="1"/>
                    <a:pt x="0" y="409"/>
                    <a:pt x="274" y="409"/>
                  </a:cubicBezTo>
                  <a:lnTo>
                    <a:pt x="981" y="409"/>
                  </a:lnTo>
                  <a:cubicBezTo>
                    <a:pt x="1253" y="409"/>
                    <a:pt x="1254" y="1"/>
                    <a:pt x="9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0"/>
            <p:cNvSpPr/>
            <p:nvPr/>
          </p:nvSpPr>
          <p:spPr>
            <a:xfrm>
              <a:off x="6672271" y="2085969"/>
              <a:ext cx="13116" cy="10734"/>
            </a:xfrm>
            <a:custGeom>
              <a:rect b="b" l="l" r="r" t="t"/>
              <a:pathLst>
                <a:path extrusionOk="0" h="410" w="501">
                  <a:moveTo>
                    <a:pt x="302" y="1"/>
                  </a:moveTo>
                  <a:cubicBezTo>
                    <a:pt x="299" y="1"/>
                    <a:pt x="296" y="1"/>
                    <a:pt x="294" y="1"/>
                  </a:cubicBezTo>
                  <a:lnTo>
                    <a:pt x="274" y="1"/>
                  </a:lnTo>
                  <a:cubicBezTo>
                    <a:pt x="1" y="1"/>
                    <a:pt x="1" y="409"/>
                    <a:pt x="274" y="409"/>
                  </a:cubicBezTo>
                  <a:lnTo>
                    <a:pt x="294" y="409"/>
                  </a:lnTo>
                  <a:cubicBezTo>
                    <a:pt x="409" y="409"/>
                    <a:pt x="500" y="318"/>
                    <a:pt x="500" y="208"/>
                  </a:cubicBezTo>
                  <a:cubicBezTo>
                    <a:pt x="500" y="95"/>
                    <a:pt x="413"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0"/>
            <p:cNvSpPr/>
            <p:nvPr/>
          </p:nvSpPr>
          <p:spPr>
            <a:xfrm>
              <a:off x="6677691" y="2110029"/>
              <a:ext cx="155588" cy="89483"/>
            </a:xfrm>
            <a:custGeom>
              <a:rect b="b" l="l" r="r" t="t"/>
              <a:pathLst>
                <a:path extrusionOk="0" h="3418" w="5943">
                  <a:moveTo>
                    <a:pt x="2657" y="0"/>
                  </a:moveTo>
                  <a:cubicBezTo>
                    <a:pt x="2567" y="0"/>
                    <a:pt x="2479" y="54"/>
                    <a:pt x="2455" y="163"/>
                  </a:cubicBezTo>
                  <a:lnTo>
                    <a:pt x="1989" y="2411"/>
                  </a:lnTo>
                  <a:lnTo>
                    <a:pt x="1581" y="1148"/>
                  </a:lnTo>
                  <a:cubicBezTo>
                    <a:pt x="1548" y="1054"/>
                    <a:pt x="1464" y="1006"/>
                    <a:pt x="1381" y="1006"/>
                  </a:cubicBezTo>
                  <a:cubicBezTo>
                    <a:pt x="1306" y="1006"/>
                    <a:pt x="1233" y="1044"/>
                    <a:pt x="1196" y="1124"/>
                  </a:cubicBezTo>
                  <a:lnTo>
                    <a:pt x="682" y="2238"/>
                  </a:lnTo>
                  <a:lnTo>
                    <a:pt x="269" y="2238"/>
                  </a:lnTo>
                  <a:cubicBezTo>
                    <a:pt x="0" y="2238"/>
                    <a:pt x="0" y="2647"/>
                    <a:pt x="269" y="2647"/>
                  </a:cubicBezTo>
                  <a:lnTo>
                    <a:pt x="817" y="2647"/>
                  </a:lnTo>
                  <a:cubicBezTo>
                    <a:pt x="898" y="2647"/>
                    <a:pt x="971" y="2599"/>
                    <a:pt x="1004" y="2526"/>
                  </a:cubicBezTo>
                  <a:lnTo>
                    <a:pt x="1350" y="1772"/>
                  </a:lnTo>
                  <a:lnTo>
                    <a:pt x="1840" y="3276"/>
                  </a:lnTo>
                  <a:cubicBezTo>
                    <a:pt x="1872" y="3371"/>
                    <a:pt x="1953" y="3417"/>
                    <a:pt x="2035" y="3417"/>
                  </a:cubicBezTo>
                  <a:cubicBezTo>
                    <a:pt x="2125" y="3417"/>
                    <a:pt x="2216" y="3361"/>
                    <a:pt x="2239" y="3252"/>
                  </a:cubicBezTo>
                  <a:lnTo>
                    <a:pt x="2638" y="1335"/>
                  </a:lnTo>
                  <a:lnTo>
                    <a:pt x="2801" y="2339"/>
                  </a:lnTo>
                  <a:cubicBezTo>
                    <a:pt x="2820" y="2440"/>
                    <a:pt x="2907" y="2512"/>
                    <a:pt x="3007" y="2512"/>
                  </a:cubicBezTo>
                  <a:lnTo>
                    <a:pt x="3800" y="2512"/>
                  </a:lnTo>
                  <a:cubicBezTo>
                    <a:pt x="3901" y="2512"/>
                    <a:pt x="3987" y="2445"/>
                    <a:pt x="4007" y="2344"/>
                  </a:cubicBezTo>
                  <a:lnTo>
                    <a:pt x="4098" y="1820"/>
                  </a:lnTo>
                  <a:lnTo>
                    <a:pt x="4353" y="2978"/>
                  </a:lnTo>
                  <a:cubicBezTo>
                    <a:pt x="4376" y="3083"/>
                    <a:pt x="4466" y="3140"/>
                    <a:pt x="4557" y="3140"/>
                  </a:cubicBezTo>
                  <a:cubicBezTo>
                    <a:pt x="4631" y="3140"/>
                    <a:pt x="4705" y="3102"/>
                    <a:pt x="4742" y="3021"/>
                  </a:cubicBezTo>
                  <a:lnTo>
                    <a:pt x="4996" y="2478"/>
                  </a:lnTo>
                  <a:lnTo>
                    <a:pt x="5669" y="2478"/>
                  </a:lnTo>
                  <a:cubicBezTo>
                    <a:pt x="5943" y="2478"/>
                    <a:pt x="5943" y="2070"/>
                    <a:pt x="5669" y="2070"/>
                  </a:cubicBezTo>
                  <a:lnTo>
                    <a:pt x="4867" y="2070"/>
                  </a:lnTo>
                  <a:cubicBezTo>
                    <a:pt x="4679" y="2070"/>
                    <a:pt x="4655" y="2253"/>
                    <a:pt x="4622" y="2305"/>
                  </a:cubicBezTo>
                  <a:lnTo>
                    <a:pt x="4276" y="739"/>
                  </a:lnTo>
                  <a:cubicBezTo>
                    <a:pt x="4252" y="631"/>
                    <a:pt x="4163" y="577"/>
                    <a:pt x="4074" y="577"/>
                  </a:cubicBezTo>
                  <a:cubicBezTo>
                    <a:pt x="3982" y="577"/>
                    <a:pt x="3889" y="634"/>
                    <a:pt x="3867" y="749"/>
                  </a:cubicBezTo>
                  <a:lnTo>
                    <a:pt x="3622" y="2109"/>
                  </a:lnTo>
                  <a:lnTo>
                    <a:pt x="3171" y="2109"/>
                  </a:lnTo>
                  <a:lnTo>
                    <a:pt x="2863" y="172"/>
                  </a:lnTo>
                  <a:cubicBezTo>
                    <a:pt x="2841" y="58"/>
                    <a:pt x="2749" y="0"/>
                    <a:pt x="26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0"/>
            <p:cNvSpPr/>
            <p:nvPr/>
          </p:nvSpPr>
          <p:spPr>
            <a:xfrm>
              <a:off x="6630645" y="2040338"/>
              <a:ext cx="368536" cy="246275"/>
            </a:xfrm>
            <a:custGeom>
              <a:rect b="b" l="l" r="r" t="t"/>
              <a:pathLst>
                <a:path extrusionOk="0" h="9407" w="14077">
                  <a:moveTo>
                    <a:pt x="4002" y="8748"/>
                  </a:moveTo>
                  <a:lnTo>
                    <a:pt x="4002" y="8993"/>
                  </a:lnTo>
                  <a:lnTo>
                    <a:pt x="1936" y="8993"/>
                  </a:lnTo>
                  <a:lnTo>
                    <a:pt x="1936" y="8748"/>
                  </a:lnTo>
                  <a:close/>
                  <a:moveTo>
                    <a:pt x="12135" y="8748"/>
                  </a:moveTo>
                  <a:lnTo>
                    <a:pt x="12135" y="8993"/>
                  </a:lnTo>
                  <a:lnTo>
                    <a:pt x="10074" y="8993"/>
                  </a:lnTo>
                  <a:lnTo>
                    <a:pt x="10074" y="8748"/>
                  </a:lnTo>
                  <a:close/>
                  <a:moveTo>
                    <a:pt x="668" y="0"/>
                  </a:moveTo>
                  <a:cubicBezTo>
                    <a:pt x="298" y="0"/>
                    <a:pt x="0" y="303"/>
                    <a:pt x="0" y="668"/>
                  </a:cubicBezTo>
                  <a:lnTo>
                    <a:pt x="0" y="8080"/>
                  </a:lnTo>
                  <a:cubicBezTo>
                    <a:pt x="0" y="8446"/>
                    <a:pt x="298" y="8748"/>
                    <a:pt x="668" y="8748"/>
                  </a:cubicBezTo>
                  <a:lnTo>
                    <a:pt x="1528" y="8748"/>
                  </a:lnTo>
                  <a:lnTo>
                    <a:pt x="1528" y="9200"/>
                  </a:lnTo>
                  <a:cubicBezTo>
                    <a:pt x="1528" y="9315"/>
                    <a:pt x="1619" y="9406"/>
                    <a:pt x="1730" y="9406"/>
                  </a:cubicBezTo>
                  <a:lnTo>
                    <a:pt x="4204" y="9406"/>
                  </a:lnTo>
                  <a:cubicBezTo>
                    <a:pt x="4319" y="9406"/>
                    <a:pt x="4411" y="9315"/>
                    <a:pt x="4411" y="9200"/>
                  </a:cubicBezTo>
                  <a:lnTo>
                    <a:pt x="4411" y="8748"/>
                  </a:lnTo>
                  <a:lnTo>
                    <a:pt x="9661" y="8748"/>
                  </a:lnTo>
                  <a:lnTo>
                    <a:pt x="9661" y="9200"/>
                  </a:lnTo>
                  <a:cubicBezTo>
                    <a:pt x="9661" y="9315"/>
                    <a:pt x="9753" y="9406"/>
                    <a:pt x="9868" y="9406"/>
                  </a:cubicBezTo>
                  <a:lnTo>
                    <a:pt x="12342" y="9406"/>
                  </a:lnTo>
                  <a:cubicBezTo>
                    <a:pt x="12457" y="9406"/>
                    <a:pt x="12549" y="9315"/>
                    <a:pt x="12549" y="9200"/>
                  </a:cubicBezTo>
                  <a:lnTo>
                    <a:pt x="12549" y="8748"/>
                  </a:lnTo>
                  <a:lnTo>
                    <a:pt x="13404" y="8748"/>
                  </a:lnTo>
                  <a:cubicBezTo>
                    <a:pt x="13774" y="8748"/>
                    <a:pt x="14071" y="8446"/>
                    <a:pt x="14071" y="8080"/>
                  </a:cubicBezTo>
                  <a:lnTo>
                    <a:pt x="14071" y="668"/>
                  </a:lnTo>
                  <a:cubicBezTo>
                    <a:pt x="14076" y="303"/>
                    <a:pt x="13778" y="0"/>
                    <a:pt x="13408" y="0"/>
                  </a:cubicBezTo>
                  <a:lnTo>
                    <a:pt x="9253" y="0"/>
                  </a:lnTo>
                  <a:cubicBezTo>
                    <a:pt x="8984" y="0"/>
                    <a:pt x="8984" y="413"/>
                    <a:pt x="9253" y="413"/>
                  </a:cubicBezTo>
                  <a:lnTo>
                    <a:pt x="13408" y="413"/>
                  </a:lnTo>
                  <a:cubicBezTo>
                    <a:pt x="13411" y="413"/>
                    <a:pt x="13414" y="413"/>
                    <a:pt x="13417" y="413"/>
                  </a:cubicBezTo>
                  <a:cubicBezTo>
                    <a:pt x="13552" y="413"/>
                    <a:pt x="13663" y="527"/>
                    <a:pt x="13663" y="668"/>
                  </a:cubicBezTo>
                  <a:lnTo>
                    <a:pt x="13663" y="8076"/>
                  </a:lnTo>
                  <a:cubicBezTo>
                    <a:pt x="13663" y="8215"/>
                    <a:pt x="13548" y="8330"/>
                    <a:pt x="13408" y="8330"/>
                  </a:cubicBezTo>
                  <a:lnTo>
                    <a:pt x="663" y="8330"/>
                  </a:lnTo>
                  <a:cubicBezTo>
                    <a:pt x="524" y="8330"/>
                    <a:pt x="409" y="8215"/>
                    <a:pt x="409" y="8076"/>
                  </a:cubicBezTo>
                  <a:lnTo>
                    <a:pt x="409" y="668"/>
                  </a:lnTo>
                  <a:cubicBezTo>
                    <a:pt x="409" y="527"/>
                    <a:pt x="519" y="413"/>
                    <a:pt x="655" y="413"/>
                  </a:cubicBezTo>
                  <a:cubicBezTo>
                    <a:pt x="658" y="413"/>
                    <a:pt x="661" y="413"/>
                    <a:pt x="663" y="413"/>
                  </a:cubicBezTo>
                  <a:lnTo>
                    <a:pt x="8359" y="413"/>
                  </a:lnTo>
                  <a:cubicBezTo>
                    <a:pt x="8633" y="413"/>
                    <a:pt x="8633" y="0"/>
                    <a:pt x="8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0"/>
            <p:cNvSpPr/>
            <p:nvPr/>
          </p:nvSpPr>
          <p:spPr>
            <a:xfrm>
              <a:off x="6655411" y="2068376"/>
              <a:ext cx="200146" cy="172709"/>
            </a:xfrm>
            <a:custGeom>
              <a:rect b="b" l="l" r="r" t="t"/>
              <a:pathLst>
                <a:path extrusionOk="0" h="6597" w="7645">
                  <a:moveTo>
                    <a:pt x="207" y="0"/>
                  </a:moveTo>
                  <a:cubicBezTo>
                    <a:pt x="92" y="0"/>
                    <a:pt x="1" y="92"/>
                    <a:pt x="1" y="207"/>
                  </a:cubicBezTo>
                  <a:lnTo>
                    <a:pt x="1" y="2047"/>
                  </a:lnTo>
                  <a:cubicBezTo>
                    <a:pt x="1" y="2184"/>
                    <a:pt x="104" y="2252"/>
                    <a:pt x="207" y="2252"/>
                  </a:cubicBezTo>
                  <a:cubicBezTo>
                    <a:pt x="311" y="2252"/>
                    <a:pt x="414" y="2184"/>
                    <a:pt x="414" y="2047"/>
                  </a:cubicBezTo>
                  <a:lnTo>
                    <a:pt x="414" y="414"/>
                  </a:lnTo>
                  <a:lnTo>
                    <a:pt x="7231" y="414"/>
                  </a:lnTo>
                  <a:lnTo>
                    <a:pt x="7231" y="6188"/>
                  </a:lnTo>
                  <a:lnTo>
                    <a:pt x="414" y="6188"/>
                  </a:lnTo>
                  <a:lnTo>
                    <a:pt x="414" y="2984"/>
                  </a:lnTo>
                  <a:cubicBezTo>
                    <a:pt x="414" y="2868"/>
                    <a:pt x="323" y="2777"/>
                    <a:pt x="207" y="2777"/>
                  </a:cubicBezTo>
                  <a:cubicBezTo>
                    <a:pt x="92" y="2777"/>
                    <a:pt x="1" y="2868"/>
                    <a:pt x="1" y="2984"/>
                  </a:cubicBezTo>
                  <a:lnTo>
                    <a:pt x="1" y="6395"/>
                  </a:lnTo>
                  <a:cubicBezTo>
                    <a:pt x="1" y="6505"/>
                    <a:pt x="92" y="6596"/>
                    <a:pt x="207" y="6596"/>
                  </a:cubicBezTo>
                  <a:lnTo>
                    <a:pt x="7442" y="6596"/>
                  </a:lnTo>
                  <a:cubicBezTo>
                    <a:pt x="7553" y="6596"/>
                    <a:pt x="7644" y="6505"/>
                    <a:pt x="7644" y="6395"/>
                  </a:cubicBezTo>
                  <a:lnTo>
                    <a:pt x="7644" y="207"/>
                  </a:lnTo>
                  <a:cubicBezTo>
                    <a:pt x="7644" y="92"/>
                    <a:pt x="7553" y="0"/>
                    <a:pt x="7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80"/>
          <p:cNvGrpSpPr/>
          <p:nvPr/>
        </p:nvGrpSpPr>
        <p:grpSpPr>
          <a:xfrm>
            <a:off x="6190455" y="1995046"/>
            <a:ext cx="368771" cy="336858"/>
            <a:chOff x="6190455" y="1995046"/>
            <a:chExt cx="368771" cy="336858"/>
          </a:xfrm>
        </p:grpSpPr>
        <p:sp>
          <p:nvSpPr>
            <p:cNvPr id="9397" name="Google Shape;9397;p80"/>
            <p:cNvSpPr/>
            <p:nvPr/>
          </p:nvSpPr>
          <p:spPr>
            <a:xfrm>
              <a:off x="6195979" y="2084477"/>
              <a:ext cx="200644" cy="241877"/>
            </a:xfrm>
            <a:custGeom>
              <a:rect b="b" l="l" r="r" t="t"/>
              <a:pathLst>
                <a:path extrusionOk="0" h="9239" w="7664">
                  <a:moveTo>
                    <a:pt x="889" y="0"/>
                  </a:moveTo>
                  <a:cubicBezTo>
                    <a:pt x="399" y="0"/>
                    <a:pt x="1" y="399"/>
                    <a:pt x="1" y="889"/>
                  </a:cubicBezTo>
                  <a:lnTo>
                    <a:pt x="1" y="8350"/>
                  </a:lnTo>
                  <a:cubicBezTo>
                    <a:pt x="1" y="8840"/>
                    <a:pt x="399" y="9238"/>
                    <a:pt x="889" y="9238"/>
                  </a:cubicBezTo>
                  <a:lnTo>
                    <a:pt x="6779" y="9238"/>
                  </a:lnTo>
                  <a:cubicBezTo>
                    <a:pt x="7183" y="9238"/>
                    <a:pt x="7538" y="8960"/>
                    <a:pt x="7639" y="8566"/>
                  </a:cubicBezTo>
                  <a:cubicBezTo>
                    <a:pt x="6361" y="7461"/>
                    <a:pt x="6371" y="5477"/>
                    <a:pt x="7663" y="4386"/>
                  </a:cubicBezTo>
                  <a:lnTo>
                    <a:pt x="7663" y="889"/>
                  </a:lnTo>
                  <a:cubicBezTo>
                    <a:pt x="7663" y="399"/>
                    <a:pt x="7264" y="0"/>
                    <a:pt x="677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0"/>
            <p:cNvSpPr/>
            <p:nvPr/>
          </p:nvSpPr>
          <p:spPr>
            <a:xfrm>
              <a:off x="6195979" y="2084477"/>
              <a:ext cx="200644" cy="241877"/>
            </a:xfrm>
            <a:custGeom>
              <a:rect b="b" l="l" r="r" t="t"/>
              <a:pathLst>
                <a:path extrusionOk="0" h="9239" w="7664">
                  <a:moveTo>
                    <a:pt x="5" y="7466"/>
                  </a:moveTo>
                  <a:cubicBezTo>
                    <a:pt x="5" y="7472"/>
                    <a:pt x="5" y="7478"/>
                    <a:pt x="5" y="7483"/>
                  </a:cubicBezTo>
                  <a:lnTo>
                    <a:pt x="5" y="7483"/>
                  </a:lnTo>
                  <a:lnTo>
                    <a:pt x="5" y="7466"/>
                  </a:lnTo>
                  <a:close/>
                  <a:moveTo>
                    <a:pt x="6116" y="0"/>
                  </a:moveTo>
                  <a:cubicBezTo>
                    <a:pt x="6611" y="0"/>
                    <a:pt x="7010" y="399"/>
                    <a:pt x="7010" y="889"/>
                  </a:cubicBezTo>
                  <a:lnTo>
                    <a:pt x="7010" y="3940"/>
                  </a:lnTo>
                  <a:cubicBezTo>
                    <a:pt x="7005" y="4079"/>
                    <a:pt x="6957" y="4209"/>
                    <a:pt x="6870" y="4314"/>
                  </a:cubicBezTo>
                  <a:cubicBezTo>
                    <a:pt x="6597" y="4641"/>
                    <a:pt x="6385" y="5011"/>
                    <a:pt x="6251" y="5414"/>
                  </a:cubicBezTo>
                  <a:cubicBezTo>
                    <a:pt x="5953" y="6101"/>
                    <a:pt x="5953" y="6880"/>
                    <a:pt x="6251" y="7571"/>
                  </a:cubicBezTo>
                  <a:cubicBezTo>
                    <a:pt x="6251" y="7571"/>
                    <a:pt x="6251" y="7571"/>
                    <a:pt x="6251" y="7576"/>
                  </a:cubicBezTo>
                  <a:cubicBezTo>
                    <a:pt x="6385" y="7956"/>
                    <a:pt x="6107" y="8355"/>
                    <a:pt x="5698" y="8355"/>
                  </a:cubicBezTo>
                  <a:lnTo>
                    <a:pt x="894" y="8355"/>
                  </a:lnTo>
                  <a:cubicBezTo>
                    <a:pt x="405" y="8355"/>
                    <a:pt x="10" y="7970"/>
                    <a:pt x="5" y="7483"/>
                  </a:cubicBezTo>
                  <a:lnTo>
                    <a:pt x="5" y="7483"/>
                  </a:lnTo>
                  <a:lnTo>
                    <a:pt x="5" y="8355"/>
                  </a:lnTo>
                  <a:cubicBezTo>
                    <a:pt x="1" y="8842"/>
                    <a:pt x="395" y="9238"/>
                    <a:pt x="885" y="9238"/>
                  </a:cubicBezTo>
                  <a:cubicBezTo>
                    <a:pt x="888" y="9238"/>
                    <a:pt x="891" y="9238"/>
                    <a:pt x="894" y="9238"/>
                  </a:cubicBezTo>
                  <a:lnTo>
                    <a:pt x="6779" y="9238"/>
                  </a:lnTo>
                  <a:cubicBezTo>
                    <a:pt x="6784" y="9239"/>
                    <a:pt x="6789" y="9239"/>
                    <a:pt x="6794" y="9239"/>
                  </a:cubicBezTo>
                  <a:cubicBezTo>
                    <a:pt x="7062" y="9239"/>
                    <a:pt x="7320" y="9110"/>
                    <a:pt x="7480" y="8893"/>
                  </a:cubicBezTo>
                  <a:cubicBezTo>
                    <a:pt x="7480" y="8888"/>
                    <a:pt x="7485" y="8888"/>
                    <a:pt x="7485" y="8888"/>
                  </a:cubicBezTo>
                  <a:lnTo>
                    <a:pt x="7504" y="8859"/>
                  </a:lnTo>
                  <a:cubicBezTo>
                    <a:pt x="7509" y="8859"/>
                    <a:pt x="7509" y="8859"/>
                    <a:pt x="7509" y="8854"/>
                  </a:cubicBezTo>
                  <a:cubicBezTo>
                    <a:pt x="7514" y="8845"/>
                    <a:pt x="7519" y="8840"/>
                    <a:pt x="7524" y="8830"/>
                  </a:cubicBezTo>
                  <a:cubicBezTo>
                    <a:pt x="7524" y="8830"/>
                    <a:pt x="7524" y="8825"/>
                    <a:pt x="7529" y="8821"/>
                  </a:cubicBezTo>
                  <a:cubicBezTo>
                    <a:pt x="7533" y="8821"/>
                    <a:pt x="7538" y="8806"/>
                    <a:pt x="7543" y="8801"/>
                  </a:cubicBezTo>
                  <a:cubicBezTo>
                    <a:pt x="7543" y="8792"/>
                    <a:pt x="7543" y="8792"/>
                    <a:pt x="7548" y="8792"/>
                  </a:cubicBezTo>
                  <a:cubicBezTo>
                    <a:pt x="7548" y="8782"/>
                    <a:pt x="7553" y="8772"/>
                    <a:pt x="7562" y="8768"/>
                  </a:cubicBezTo>
                  <a:cubicBezTo>
                    <a:pt x="7562" y="8763"/>
                    <a:pt x="7562" y="8763"/>
                    <a:pt x="7567" y="8753"/>
                  </a:cubicBezTo>
                  <a:cubicBezTo>
                    <a:pt x="7572" y="8748"/>
                    <a:pt x="7572" y="8739"/>
                    <a:pt x="7577" y="8734"/>
                  </a:cubicBezTo>
                  <a:cubicBezTo>
                    <a:pt x="7577" y="8729"/>
                    <a:pt x="7577" y="8724"/>
                    <a:pt x="7581" y="8720"/>
                  </a:cubicBezTo>
                  <a:cubicBezTo>
                    <a:pt x="7586" y="8715"/>
                    <a:pt x="7586" y="8705"/>
                    <a:pt x="7591" y="8700"/>
                  </a:cubicBezTo>
                  <a:cubicBezTo>
                    <a:pt x="7596" y="8691"/>
                    <a:pt x="7596" y="8686"/>
                    <a:pt x="7596" y="8686"/>
                  </a:cubicBezTo>
                  <a:cubicBezTo>
                    <a:pt x="7601" y="8676"/>
                    <a:pt x="7601" y="8672"/>
                    <a:pt x="7605" y="8662"/>
                  </a:cubicBezTo>
                  <a:cubicBezTo>
                    <a:pt x="7605" y="8662"/>
                    <a:pt x="7605" y="8652"/>
                    <a:pt x="7610" y="8652"/>
                  </a:cubicBezTo>
                  <a:cubicBezTo>
                    <a:pt x="7610" y="8643"/>
                    <a:pt x="7615" y="8633"/>
                    <a:pt x="7615" y="8624"/>
                  </a:cubicBezTo>
                  <a:cubicBezTo>
                    <a:pt x="7620" y="8624"/>
                    <a:pt x="7620" y="8619"/>
                    <a:pt x="7620" y="8614"/>
                  </a:cubicBezTo>
                  <a:lnTo>
                    <a:pt x="7629" y="8575"/>
                  </a:lnTo>
                  <a:lnTo>
                    <a:pt x="7538" y="8499"/>
                  </a:lnTo>
                  <a:lnTo>
                    <a:pt x="7529" y="8489"/>
                  </a:lnTo>
                  <a:lnTo>
                    <a:pt x="7447" y="8407"/>
                  </a:lnTo>
                  <a:lnTo>
                    <a:pt x="7437" y="8393"/>
                  </a:lnTo>
                  <a:cubicBezTo>
                    <a:pt x="7408" y="8364"/>
                    <a:pt x="7384" y="8335"/>
                    <a:pt x="7356" y="8306"/>
                  </a:cubicBezTo>
                  <a:cubicBezTo>
                    <a:pt x="7356" y="8306"/>
                    <a:pt x="7351" y="8302"/>
                    <a:pt x="7351" y="8297"/>
                  </a:cubicBezTo>
                  <a:cubicBezTo>
                    <a:pt x="7322" y="8268"/>
                    <a:pt x="7298" y="8239"/>
                    <a:pt x="7274" y="8206"/>
                  </a:cubicBezTo>
                  <a:cubicBezTo>
                    <a:pt x="6352" y="7038"/>
                    <a:pt x="6520" y="5352"/>
                    <a:pt x="7653" y="4396"/>
                  </a:cubicBezTo>
                  <a:lnTo>
                    <a:pt x="7653" y="899"/>
                  </a:lnTo>
                  <a:cubicBezTo>
                    <a:pt x="7663" y="409"/>
                    <a:pt x="7269" y="0"/>
                    <a:pt x="677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0"/>
            <p:cNvSpPr/>
            <p:nvPr/>
          </p:nvSpPr>
          <p:spPr>
            <a:xfrm>
              <a:off x="6241506" y="2062852"/>
              <a:ext cx="109956" cy="21651"/>
            </a:xfrm>
            <a:custGeom>
              <a:rect b="b" l="l" r="r" t="t"/>
              <a:pathLst>
                <a:path extrusionOk="0" h="827" w="4200">
                  <a:moveTo>
                    <a:pt x="1" y="0"/>
                  </a:moveTo>
                  <a:lnTo>
                    <a:pt x="1" y="826"/>
                  </a:lnTo>
                  <a:lnTo>
                    <a:pt x="4199" y="826"/>
                  </a:lnTo>
                  <a:lnTo>
                    <a:pt x="41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0"/>
            <p:cNvSpPr/>
            <p:nvPr/>
          </p:nvSpPr>
          <p:spPr>
            <a:xfrm>
              <a:off x="6323004" y="2062852"/>
              <a:ext cx="28327" cy="21651"/>
            </a:xfrm>
            <a:custGeom>
              <a:rect b="b" l="l" r="r" t="t"/>
              <a:pathLst>
                <a:path extrusionOk="0" h="827" w="1082">
                  <a:moveTo>
                    <a:pt x="1" y="0"/>
                  </a:moveTo>
                  <a:lnTo>
                    <a:pt x="1" y="826"/>
                  </a:lnTo>
                  <a:lnTo>
                    <a:pt x="1082" y="826"/>
                  </a:lnTo>
                  <a:lnTo>
                    <a:pt x="108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0"/>
            <p:cNvSpPr/>
            <p:nvPr/>
          </p:nvSpPr>
          <p:spPr>
            <a:xfrm>
              <a:off x="6218624" y="2000701"/>
              <a:ext cx="155588" cy="62282"/>
            </a:xfrm>
            <a:custGeom>
              <a:rect b="b" l="l" r="r" t="t"/>
              <a:pathLst>
                <a:path extrusionOk="0" h="2379" w="5943">
                  <a:moveTo>
                    <a:pt x="0" y="1"/>
                  </a:moveTo>
                  <a:lnTo>
                    <a:pt x="0" y="1187"/>
                  </a:lnTo>
                  <a:lnTo>
                    <a:pt x="0" y="2379"/>
                  </a:lnTo>
                  <a:lnTo>
                    <a:pt x="5943" y="2379"/>
                  </a:lnTo>
                  <a:lnTo>
                    <a:pt x="59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0"/>
            <p:cNvSpPr/>
            <p:nvPr/>
          </p:nvSpPr>
          <p:spPr>
            <a:xfrm>
              <a:off x="6334968" y="2000701"/>
              <a:ext cx="39375" cy="62282"/>
            </a:xfrm>
            <a:custGeom>
              <a:rect b="b" l="l" r="r" t="t"/>
              <a:pathLst>
                <a:path extrusionOk="0" h="2379" w="1504">
                  <a:moveTo>
                    <a:pt x="0" y="1"/>
                  </a:moveTo>
                  <a:lnTo>
                    <a:pt x="0" y="2379"/>
                  </a:lnTo>
                  <a:lnTo>
                    <a:pt x="1504" y="2379"/>
                  </a:lnTo>
                  <a:lnTo>
                    <a:pt x="1504" y="1"/>
                  </a:ln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0"/>
            <p:cNvSpPr/>
            <p:nvPr/>
          </p:nvSpPr>
          <p:spPr>
            <a:xfrm>
              <a:off x="6231452" y="2145084"/>
              <a:ext cx="125297" cy="120559"/>
            </a:xfrm>
            <a:custGeom>
              <a:rect b="b" l="l" r="r" t="t"/>
              <a:pathLst>
                <a:path extrusionOk="0" h="4605" w="4786">
                  <a:moveTo>
                    <a:pt x="2484" y="1"/>
                  </a:moveTo>
                  <a:cubicBezTo>
                    <a:pt x="1552" y="1"/>
                    <a:pt x="711" y="563"/>
                    <a:pt x="356" y="1423"/>
                  </a:cubicBezTo>
                  <a:cubicBezTo>
                    <a:pt x="0" y="2283"/>
                    <a:pt x="197" y="3272"/>
                    <a:pt x="855" y="3931"/>
                  </a:cubicBezTo>
                  <a:cubicBezTo>
                    <a:pt x="1296" y="4371"/>
                    <a:pt x="1885" y="4605"/>
                    <a:pt x="2484" y="4605"/>
                  </a:cubicBezTo>
                  <a:cubicBezTo>
                    <a:pt x="2780" y="4605"/>
                    <a:pt x="3079" y="4548"/>
                    <a:pt x="3363" y="4430"/>
                  </a:cubicBezTo>
                  <a:cubicBezTo>
                    <a:pt x="4223" y="4075"/>
                    <a:pt x="4785" y="3234"/>
                    <a:pt x="4785" y="2302"/>
                  </a:cubicBezTo>
                  <a:cubicBezTo>
                    <a:pt x="4785" y="1034"/>
                    <a:pt x="3752" y="1"/>
                    <a:pt x="248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0"/>
            <p:cNvSpPr/>
            <p:nvPr/>
          </p:nvSpPr>
          <p:spPr>
            <a:xfrm>
              <a:off x="6246794" y="2155791"/>
              <a:ext cx="119014" cy="109904"/>
            </a:xfrm>
            <a:custGeom>
              <a:rect b="b" l="l" r="r" t="t"/>
              <a:pathLst>
                <a:path extrusionOk="0" h="4198" w="4546">
                  <a:moveTo>
                    <a:pt x="3205" y="0"/>
                  </a:moveTo>
                  <a:lnTo>
                    <a:pt x="3205" y="0"/>
                  </a:lnTo>
                  <a:cubicBezTo>
                    <a:pt x="3834" y="913"/>
                    <a:pt x="3724" y="2148"/>
                    <a:pt x="2936" y="2931"/>
                  </a:cubicBezTo>
                  <a:cubicBezTo>
                    <a:pt x="2492" y="3377"/>
                    <a:pt x="1903" y="3606"/>
                    <a:pt x="1309" y="3606"/>
                  </a:cubicBezTo>
                  <a:cubicBezTo>
                    <a:pt x="855" y="3606"/>
                    <a:pt x="398" y="3472"/>
                    <a:pt x="0" y="3200"/>
                  </a:cubicBezTo>
                  <a:lnTo>
                    <a:pt x="0" y="3200"/>
                  </a:lnTo>
                  <a:cubicBezTo>
                    <a:pt x="453" y="3857"/>
                    <a:pt x="1173" y="4197"/>
                    <a:pt x="1899" y="4197"/>
                  </a:cubicBezTo>
                  <a:cubicBezTo>
                    <a:pt x="2484" y="4197"/>
                    <a:pt x="3072" y="3976"/>
                    <a:pt x="3527" y="3522"/>
                  </a:cubicBezTo>
                  <a:cubicBezTo>
                    <a:pt x="4545" y="2503"/>
                    <a:pt x="4391" y="817"/>
                    <a:pt x="320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0"/>
            <p:cNvSpPr/>
            <p:nvPr/>
          </p:nvSpPr>
          <p:spPr>
            <a:xfrm>
              <a:off x="6365389" y="2182312"/>
              <a:ext cx="149828" cy="144016"/>
            </a:xfrm>
            <a:custGeom>
              <a:rect b="b" l="l" r="r" t="t"/>
              <a:pathLst>
                <a:path extrusionOk="0" h="5501" w="5723">
                  <a:moveTo>
                    <a:pt x="2970" y="1"/>
                  </a:moveTo>
                  <a:cubicBezTo>
                    <a:pt x="1855" y="1"/>
                    <a:pt x="851" y="669"/>
                    <a:pt x="423" y="1697"/>
                  </a:cubicBezTo>
                  <a:cubicBezTo>
                    <a:pt x="1" y="2725"/>
                    <a:pt x="236" y="3911"/>
                    <a:pt x="1024" y="4699"/>
                  </a:cubicBezTo>
                  <a:cubicBezTo>
                    <a:pt x="1550" y="5222"/>
                    <a:pt x="2252" y="5501"/>
                    <a:pt x="2967" y="5501"/>
                  </a:cubicBezTo>
                  <a:cubicBezTo>
                    <a:pt x="3322" y="5501"/>
                    <a:pt x="3680" y="5432"/>
                    <a:pt x="4022" y="5290"/>
                  </a:cubicBezTo>
                  <a:cubicBezTo>
                    <a:pt x="5050" y="4867"/>
                    <a:pt x="5722" y="3863"/>
                    <a:pt x="5722" y="2749"/>
                  </a:cubicBezTo>
                  <a:cubicBezTo>
                    <a:pt x="5717" y="1231"/>
                    <a:pt x="4488" y="1"/>
                    <a:pt x="2970"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0"/>
            <p:cNvSpPr/>
            <p:nvPr/>
          </p:nvSpPr>
          <p:spPr>
            <a:xfrm>
              <a:off x="6385757" y="2196920"/>
              <a:ext cx="139147" cy="129460"/>
            </a:xfrm>
            <a:custGeom>
              <a:rect b="b" l="l" r="r" t="t"/>
              <a:pathLst>
                <a:path extrusionOk="0" h="4945" w="5315">
                  <a:moveTo>
                    <a:pt x="3854" y="0"/>
                  </a:moveTo>
                  <a:lnTo>
                    <a:pt x="3854" y="0"/>
                  </a:lnTo>
                  <a:cubicBezTo>
                    <a:pt x="4685" y="1095"/>
                    <a:pt x="4579" y="2638"/>
                    <a:pt x="3609" y="3613"/>
                  </a:cubicBezTo>
                  <a:cubicBezTo>
                    <a:pt x="3074" y="4145"/>
                    <a:pt x="2368" y="4417"/>
                    <a:pt x="1660" y="4417"/>
                  </a:cubicBezTo>
                  <a:cubicBezTo>
                    <a:pt x="1077" y="4417"/>
                    <a:pt x="493" y="4233"/>
                    <a:pt x="1" y="3858"/>
                  </a:cubicBezTo>
                  <a:lnTo>
                    <a:pt x="1" y="3858"/>
                  </a:lnTo>
                  <a:cubicBezTo>
                    <a:pt x="545" y="4576"/>
                    <a:pt x="1366" y="4945"/>
                    <a:pt x="2193" y="4945"/>
                  </a:cubicBezTo>
                  <a:cubicBezTo>
                    <a:pt x="2892" y="4945"/>
                    <a:pt x="3596" y="4681"/>
                    <a:pt x="4137" y="4141"/>
                  </a:cubicBezTo>
                  <a:cubicBezTo>
                    <a:pt x="5314" y="2959"/>
                    <a:pt x="5184" y="1009"/>
                    <a:pt x="3854"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0"/>
            <p:cNvSpPr/>
            <p:nvPr/>
          </p:nvSpPr>
          <p:spPr>
            <a:xfrm>
              <a:off x="6393690" y="2204329"/>
              <a:ext cx="108202" cy="108202"/>
            </a:xfrm>
            <a:custGeom>
              <a:rect b="b" l="l" r="r" t="t"/>
              <a:pathLst>
                <a:path extrusionOk="0" h="4133" w="4133">
                  <a:moveTo>
                    <a:pt x="3882" y="1"/>
                  </a:moveTo>
                  <a:cubicBezTo>
                    <a:pt x="3868" y="10"/>
                    <a:pt x="3849" y="20"/>
                    <a:pt x="3834" y="34"/>
                  </a:cubicBezTo>
                  <a:lnTo>
                    <a:pt x="39" y="3829"/>
                  </a:lnTo>
                  <a:cubicBezTo>
                    <a:pt x="25" y="3849"/>
                    <a:pt x="10" y="3863"/>
                    <a:pt x="1" y="3882"/>
                  </a:cubicBezTo>
                  <a:cubicBezTo>
                    <a:pt x="106" y="3973"/>
                    <a:pt x="222" y="4055"/>
                    <a:pt x="337" y="4132"/>
                  </a:cubicBezTo>
                  <a:lnTo>
                    <a:pt x="4132" y="337"/>
                  </a:lnTo>
                  <a:cubicBezTo>
                    <a:pt x="4055" y="217"/>
                    <a:pt x="3973" y="106"/>
                    <a:pt x="3882"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0"/>
            <p:cNvSpPr/>
            <p:nvPr/>
          </p:nvSpPr>
          <p:spPr>
            <a:xfrm>
              <a:off x="6442228" y="2092279"/>
              <a:ext cx="111474" cy="212555"/>
            </a:xfrm>
            <a:custGeom>
              <a:rect b="b" l="l" r="r" t="t"/>
              <a:pathLst>
                <a:path extrusionOk="0" h="8119" w="4258">
                  <a:moveTo>
                    <a:pt x="2184" y="1"/>
                  </a:moveTo>
                  <a:cubicBezTo>
                    <a:pt x="1980" y="1"/>
                    <a:pt x="1787" y="20"/>
                    <a:pt x="1762" y="20"/>
                  </a:cubicBezTo>
                  <a:cubicBezTo>
                    <a:pt x="1760" y="20"/>
                    <a:pt x="1759" y="20"/>
                    <a:pt x="1759" y="19"/>
                  </a:cubicBezTo>
                  <a:cubicBezTo>
                    <a:pt x="741" y="197"/>
                    <a:pt x="1" y="1081"/>
                    <a:pt x="6" y="2109"/>
                  </a:cubicBezTo>
                  <a:lnTo>
                    <a:pt x="6" y="3440"/>
                  </a:lnTo>
                  <a:lnTo>
                    <a:pt x="35" y="3440"/>
                  </a:lnTo>
                  <a:cubicBezTo>
                    <a:pt x="1139" y="3440"/>
                    <a:pt x="2139" y="4103"/>
                    <a:pt x="2571" y="5121"/>
                  </a:cubicBezTo>
                  <a:cubicBezTo>
                    <a:pt x="2999" y="6145"/>
                    <a:pt x="2773" y="7321"/>
                    <a:pt x="1999" y="8114"/>
                  </a:cubicBezTo>
                  <a:cubicBezTo>
                    <a:pt x="2043" y="8114"/>
                    <a:pt x="2086" y="8119"/>
                    <a:pt x="2129" y="8119"/>
                  </a:cubicBezTo>
                  <a:cubicBezTo>
                    <a:pt x="3306" y="8119"/>
                    <a:pt x="4257" y="7168"/>
                    <a:pt x="4257" y="5991"/>
                  </a:cubicBezTo>
                  <a:lnTo>
                    <a:pt x="4257" y="2114"/>
                  </a:lnTo>
                  <a:cubicBezTo>
                    <a:pt x="4257" y="1081"/>
                    <a:pt x="3517" y="202"/>
                    <a:pt x="2504" y="24"/>
                  </a:cubicBezTo>
                  <a:cubicBezTo>
                    <a:pt x="2411" y="6"/>
                    <a:pt x="2296" y="1"/>
                    <a:pt x="218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0"/>
            <p:cNvSpPr/>
            <p:nvPr/>
          </p:nvSpPr>
          <p:spPr>
            <a:xfrm>
              <a:off x="6487650" y="2092907"/>
              <a:ext cx="66052" cy="211927"/>
            </a:xfrm>
            <a:custGeom>
              <a:rect b="b" l="l" r="r" t="t"/>
              <a:pathLst>
                <a:path extrusionOk="0" h="8095" w="2523">
                  <a:moveTo>
                    <a:pt x="0" y="0"/>
                  </a:moveTo>
                  <a:cubicBezTo>
                    <a:pt x="999" y="192"/>
                    <a:pt x="1730" y="1067"/>
                    <a:pt x="1730" y="2090"/>
                  </a:cubicBezTo>
                  <a:lnTo>
                    <a:pt x="1730" y="5967"/>
                  </a:lnTo>
                  <a:cubicBezTo>
                    <a:pt x="1730" y="6836"/>
                    <a:pt x="1206" y="7615"/>
                    <a:pt x="399" y="7936"/>
                  </a:cubicBezTo>
                  <a:cubicBezTo>
                    <a:pt x="356" y="7989"/>
                    <a:pt x="308" y="8042"/>
                    <a:pt x="264" y="8090"/>
                  </a:cubicBezTo>
                  <a:cubicBezTo>
                    <a:pt x="308" y="8095"/>
                    <a:pt x="351" y="8095"/>
                    <a:pt x="399" y="8095"/>
                  </a:cubicBezTo>
                  <a:cubicBezTo>
                    <a:pt x="1571" y="8095"/>
                    <a:pt x="2522" y="7144"/>
                    <a:pt x="2522" y="5967"/>
                  </a:cubicBezTo>
                  <a:lnTo>
                    <a:pt x="2522" y="2090"/>
                  </a:lnTo>
                  <a:cubicBezTo>
                    <a:pt x="2517" y="1062"/>
                    <a:pt x="1778" y="183"/>
                    <a:pt x="7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0"/>
            <p:cNvSpPr/>
            <p:nvPr/>
          </p:nvSpPr>
          <p:spPr>
            <a:xfrm>
              <a:off x="6488514" y="2198412"/>
              <a:ext cx="65188" cy="106422"/>
            </a:xfrm>
            <a:custGeom>
              <a:rect b="b" l="l" r="r" t="t"/>
              <a:pathLst>
                <a:path extrusionOk="0" h="4065" w="2490">
                  <a:moveTo>
                    <a:pt x="1" y="1"/>
                  </a:moveTo>
                  <a:cubicBezTo>
                    <a:pt x="1259" y="1019"/>
                    <a:pt x="1365" y="2902"/>
                    <a:pt x="231" y="4060"/>
                  </a:cubicBezTo>
                  <a:cubicBezTo>
                    <a:pt x="275" y="4065"/>
                    <a:pt x="318" y="4065"/>
                    <a:pt x="361" y="4065"/>
                  </a:cubicBezTo>
                  <a:cubicBezTo>
                    <a:pt x="1538" y="4065"/>
                    <a:pt x="2489" y="3114"/>
                    <a:pt x="2489" y="1937"/>
                  </a:cubicBezTo>
                  <a:lnTo>
                    <a:pt x="248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0"/>
            <p:cNvSpPr/>
            <p:nvPr/>
          </p:nvSpPr>
          <p:spPr>
            <a:xfrm>
              <a:off x="6494692" y="2198281"/>
              <a:ext cx="59141" cy="106448"/>
            </a:xfrm>
            <a:custGeom>
              <a:rect b="b" l="l" r="r" t="t"/>
              <a:pathLst>
                <a:path extrusionOk="0" h="4066" w="2259">
                  <a:moveTo>
                    <a:pt x="1465" y="1"/>
                  </a:moveTo>
                  <a:lnTo>
                    <a:pt x="1465" y="1942"/>
                  </a:lnTo>
                  <a:lnTo>
                    <a:pt x="1461" y="1942"/>
                  </a:lnTo>
                  <a:cubicBezTo>
                    <a:pt x="1461" y="2811"/>
                    <a:pt x="937" y="3590"/>
                    <a:pt x="135" y="3916"/>
                  </a:cubicBezTo>
                  <a:cubicBezTo>
                    <a:pt x="115" y="3935"/>
                    <a:pt x="91" y="3959"/>
                    <a:pt x="72" y="3983"/>
                  </a:cubicBezTo>
                  <a:lnTo>
                    <a:pt x="58" y="3998"/>
                  </a:lnTo>
                  <a:cubicBezTo>
                    <a:pt x="39" y="4017"/>
                    <a:pt x="19" y="4041"/>
                    <a:pt x="0" y="4060"/>
                  </a:cubicBezTo>
                  <a:cubicBezTo>
                    <a:pt x="43" y="4065"/>
                    <a:pt x="87" y="4065"/>
                    <a:pt x="130" y="4065"/>
                  </a:cubicBezTo>
                  <a:cubicBezTo>
                    <a:pt x="1307" y="4065"/>
                    <a:pt x="2258" y="3114"/>
                    <a:pt x="2258" y="1942"/>
                  </a:cubicBezTo>
                  <a:lnTo>
                    <a:pt x="225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0"/>
            <p:cNvSpPr/>
            <p:nvPr/>
          </p:nvSpPr>
          <p:spPr>
            <a:xfrm>
              <a:off x="6261036" y="2172573"/>
              <a:ext cx="70895" cy="65555"/>
            </a:xfrm>
            <a:custGeom>
              <a:rect b="b" l="l" r="r" t="t"/>
              <a:pathLst>
                <a:path extrusionOk="0" h="2504" w="2708">
                  <a:moveTo>
                    <a:pt x="1354" y="1"/>
                  </a:moveTo>
                  <a:cubicBezTo>
                    <a:pt x="1253" y="1"/>
                    <a:pt x="1152" y="65"/>
                    <a:pt x="1143" y="195"/>
                  </a:cubicBezTo>
                  <a:lnTo>
                    <a:pt x="1143" y="1041"/>
                  </a:lnTo>
                  <a:lnTo>
                    <a:pt x="297" y="1041"/>
                  </a:lnTo>
                  <a:cubicBezTo>
                    <a:pt x="291" y="1040"/>
                    <a:pt x="285" y="1040"/>
                    <a:pt x="279" y="1040"/>
                  </a:cubicBezTo>
                  <a:cubicBezTo>
                    <a:pt x="2" y="1040"/>
                    <a:pt x="0" y="1464"/>
                    <a:pt x="275" y="1464"/>
                  </a:cubicBezTo>
                  <a:cubicBezTo>
                    <a:pt x="282" y="1464"/>
                    <a:pt x="290" y="1464"/>
                    <a:pt x="297" y="1463"/>
                  </a:cubicBezTo>
                  <a:lnTo>
                    <a:pt x="1143" y="1463"/>
                  </a:lnTo>
                  <a:lnTo>
                    <a:pt x="1143" y="2309"/>
                  </a:lnTo>
                  <a:cubicBezTo>
                    <a:pt x="1152" y="2439"/>
                    <a:pt x="1253" y="2503"/>
                    <a:pt x="1354" y="2503"/>
                  </a:cubicBezTo>
                  <a:cubicBezTo>
                    <a:pt x="1455" y="2503"/>
                    <a:pt x="1556" y="2439"/>
                    <a:pt x="1565" y="2309"/>
                  </a:cubicBezTo>
                  <a:lnTo>
                    <a:pt x="1565" y="1463"/>
                  </a:lnTo>
                  <a:lnTo>
                    <a:pt x="2411" y="1463"/>
                  </a:lnTo>
                  <a:cubicBezTo>
                    <a:pt x="2419" y="1464"/>
                    <a:pt x="2426" y="1464"/>
                    <a:pt x="2433" y="1464"/>
                  </a:cubicBezTo>
                  <a:cubicBezTo>
                    <a:pt x="2708" y="1464"/>
                    <a:pt x="2706" y="1040"/>
                    <a:pt x="2429" y="1040"/>
                  </a:cubicBezTo>
                  <a:cubicBezTo>
                    <a:pt x="2423" y="1040"/>
                    <a:pt x="2417" y="1040"/>
                    <a:pt x="2411" y="1041"/>
                  </a:cubicBezTo>
                  <a:lnTo>
                    <a:pt x="1565" y="1041"/>
                  </a:lnTo>
                  <a:lnTo>
                    <a:pt x="1565" y="195"/>
                  </a:lnTo>
                  <a:cubicBezTo>
                    <a:pt x="1556" y="65"/>
                    <a:pt x="1455" y="1"/>
                    <a:pt x="13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0"/>
            <p:cNvSpPr/>
            <p:nvPr/>
          </p:nvSpPr>
          <p:spPr>
            <a:xfrm>
              <a:off x="6225274" y="2139429"/>
              <a:ext cx="137000" cy="131712"/>
            </a:xfrm>
            <a:custGeom>
              <a:rect b="b" l="l" r="r" t="t"/>
              <a:pathLst>
                <a:path extrusionOk="0" h="5031" w="5233">
                  <a:moveTo>
                    <a:pt x="2717" y="431"/>
                  </a:moveTo>
                  <a:cubicBezTo>
                    <a:pt x="2986" y="431"/>
                    <a:pt x="3258" y="483"/>
                    <a:pt x="3517" y="592"/>
                  </a:cubicBezTo>
                  <a:cubicBezTo>
                    <a:pt x="4296" y="913"/>
                    <a:pt x="4805" y="1677"/>
                    <a:pt x="4810" y="2523"/>
                  </a:cubicBezTo>
                  <a:cubicBezTo>
                    <a:pt x="4805" y="3676"/>
                    <a:pt x="3873" y="4613"/>
                    <a:pt x="2720" y="4613"/>
                  </a:cubicBezTo>
                  <a:cubicBezTo>
                    <a:pt x="1874" y="4613"/>
                    <a:pt x="1111" y="4103"/>
                    <a:pt x="784" y="3325"/>
                  </a:cubicBezTo>
                  <a:cubicBezTo>
                    <a:pt x="462" y="2542"/>
                    <a:pt x="640" y="1644"/>
                    <a:pt x="1236" y="1043"/>
                  </a:cubicBezTo>
                  <a:cubicBezTo>
                    <a:pt x="1637" y="645"/>
                    <a:pt x="2172" y="431"/>
                    <a:pt x="2717" y="431"/>
                  </a:cubicBezTo>
                  <a:close/>
                  <a:moveTo>
                    <a:pt x="2714" y="1"/>
                  </a:moveTo>
                  <a:cubicBezTo>
                    <a:pt x="2060" y="1"/>
                    <a:pt x="1419" y="255"/>
                    <a:pt x="938" y="736"/>
                  </a:cubicBezTo>
                  <a:cubicBezTo>
                    <a:pt x="217" y="1456"/>
                    <a:pt x="1" y="2537"/>
                    <a:pt x="390" y="3479"/>
                  </a:cubicBezTo>
                  <a:cubicBezTo>
                    <a:pt x="779" y="4420"/>
                    <a:pt x="1697" y="5030"/>
                    <a:pt x="2715" y="5030"/>
                  </a:cubicBezTo>
                  <a:cubicBezTo>
                    <a:pt x="4104" y="5030"/>
                    <a:pt x="5228" y="3906"/>
                    <a:pt x="5233" y="2518"/>
                  </a:cubicBezTo>
                  <a:cubicBezTo>
                    <a:pt x="5233" y="1500"/>
                    <a:pt x="4622" y="582"/>
                    <a:pt x="3681" y="193"/>
                  </a:cubicBezTo>
                  <a:cubicBezTo>
                    <a:pt x="3368" y="63"/>
                    <a:pt x="3039" y="1"/>
                    <a:pt x="2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0"/>
            <p:cNvSpPr/>
            <p:nvPr/>
          </p:nvSpPr>
          <p:spPr>
            <a:xfrm>
              <a:off x="6190455" y="1995046"/>
              <a:ext cx="368771" cy="336858"/>
            </a:xfrm>
            <a:custGeom>
              <a:rect b="b" l="l" r="r" t="t"/>
              <a:pathLst>
                <a:path extrusionOk="0" h="12867" w="14086">
                  <a:moveTo>
                    <a:pt x="3839" y="428"/>
                  </a:moveTo>
                  <a:lnTo>
                    <a:pt x="3839" y="2379"/>
                  </a:lnTo>
                  <a:lnTo>
                    <a:pt x="2743" y="2379"/>
                  </a:lnTo>
                  <a:lnTo>
                    <a:pt x="2743" y="428"/>
                  </a:lnTo>
                  <a:close/>
                  <a:moveTo>
                    <a:pt x="5357" y="428"/>
                  </a:moveTo>
                  <a:lnTo>
                    <a:pt x="5357" y="2379"/>
                  </a:lnTo>
                  <a:lnTo>
                    <a:pt x="4261" y="2379"/>
                  </a:lnTo>
                  <a:lnTo>
                    <a:pt x="4261" y="428"/>
                  </a:lnTo>
                  <a:close/>
                  <a:moveTo>
                    <a:pt x="6808" y="428"/>
                  </a:moveTo>
                  <a:lnTo>
                    <a:pt x="6808" y="2379"/>
                  </a:lnTo>
                  <a:lnTo>
                    <a:pt x="5779" y="2379"/>
                  </a:lnTo>
                  <a:lnTo>
                    <a:pt x="5779" y="428"/>
                  </a:lnTo>
                  <a:close/>
                  <a:moveTo>
                    <a:pt x="5933" y="2801"/>
                  </a:moveTo>
                  <a:lnTo>
                    <a:pt x="5933" y="3200"/>
                  </a:lnTo>
                  <a:lnTo>
                    <a:pt x="2162" y="3200"/>
                  </a:lnTo>
                  <a:lnTo>
                    <a:pt x="2162" y="2801"/>
                  </a:lnTo>
                  <a:close/>
                  <a:moveTo>
                    <a:pt x="9652" y="7365"/>
                  </a:moveTo>
                  <a:cubicBezTo>
                    <a:pt x="10252" y="7365"/>
                    <a:pt x="10829" y="7581"/>
                    <a:pt x="11285" y="7975"/>
                  </a:cubicBezTo>
                  <a:lnTo>
                    <a:pt x="7725" y="11535"/>
                  </a:lnTo>
                  <a:cubicBezTo>
                    <a:pt x="6289" y="9844"/>
                    <a:pt x="7571" y="7365"/>
                    <a:pt x="9652" y="7365"/>
                  </a:cubicBezTo>
                  <a:close/>
                  <a:moveTo>
                    <a:pt x="13663" y="7980"/>
                  </a:moveTo>
                  <a:lnTo>
                    <a:pt x="13663" y="9710"/>
                  </a:lnTo>
                  <a:cubicBezTo>
                    <a:pt x="13658" y="10631"/>
                    <a:pt x="12997" y="11418"/>
                    <a:pt x="12091" y="11587"/>
                  </a:cubicBezTo>
                  <a:lnTo>
                    <a:pt x="12091" y="11587"/>
                  </a:lnTo>
                  <a:cubicBezTo>
                    <a:pt x="12425" y="11089"/>
                    <a:pt x="12606" y="10505"/>
                    <a:pt x="12616" y="9902"/>
                  </a:cubicBezTo>
                  <a:cubicBezTo>
                    <a:pt x="12616" y="9397"/>
                    <a:pt x="12500" y="9138"/>
                    <a:pt x="12500" y="9133"/>
                  </a:cubicBezTo>
                  <a:cubicBezTo>
                    <a:pt x="12390" y="8710"/>
                    <a:pt x="12380" y="8758"/>
                    <a:pt x="12284" y="8571"/>
                  </a:cubicBezTo>
                  <a:cubicBezTo>
                    <a:pt x="12188" y="8355"/>
                    <a:pt x="12054" y="8153"/>
                    <a:pt x="11890" y="7980"/>
                  </a:cubicBezTo>
                  <a:close/>
                  <a:moveTo>
                    <a:pt x="11583" y="8268"/>
                  </a:moveTo>
                  <a:lnTo>
                    <a:pt x="11583" y="8268"/>
                  </a:lnTo>
                  <a:cubicBezTo>
                    <a:pt x="13024" y="9969"/>
                    <a:pt x="11727" y="12438"/>
                    <a:pt x="9652" y="12438"/>
                  </a:cubicBezTo>
                  <a:cubicBezTo>
                    <a:pt x="9056" y="12438"/>
                    <a:pt x="8475" y="12227"/>
                    <a:pt x="8023" y="11833"/>
                  </a:cubicBezTo>
                  <a:lnTo>
                    <a:pt x="11583" y="8268"/>
                  </a:lnTo>
                  <a:close/>
                  <a:moveTo>
                    <a:pt x="1071" y="1"/>
                  </a:moveTo>
                  <a:cubicBezTo>
                    <a:pt x="956" y="1"/>
                    <a:pt x="860" y="97"/>
                    <a:pt x="860" y="212"/>
                  </a:cubicBezTo>
                  <a:lnTo>
                    <a:pt x="860" y="625"/>
                  </a:lnTo>
                  <a:cubicBezTo>
                    <a:pt x="872" y="755"/>
                    <a:pt x="973" y="820"/>
                    <a:pt x="1073" y="820"/>
                  </a:cubicBezTo>
                  <a:cubicBezTo>
                    <a:pt x="1174" y="820"/>
                    <a:pt x="1273" y="755"/>
                    <a:pt x="1283" y="625"/>
                  </a:cubicBezTo>
                  <a:lnTo>
                    <a:pt x="1283" y="428"/>
                  </a:lnTo>
                  <a:lnTo>
                    <a:pt x="2311" y="428"/>
                  </a:lnTo>
                  <a:lnTo>
                    <a:pt x="2311" y="2379"/>
                  </a:lnTo>
                  <a:lnTo>
                    <a:pt x="1283" y="2379"/>
                  </a:lnTo>
                  <a:lnTo>
                    <a:pt x="1283" y="1711"/>
                  </a:lnTo>
                  <a:cubicBezTo>
                    <a:pt x="1273" y="1579"/>
                    <a:pt x="1174" y="1513"/>
                    <a:pt x="1073" y="1513"/>
                  </a:cubicBezTo>
                  <a:cubicBezTo>
                    <a:pt x="973" y="1513"/>
                    <a:pt x="872" y="1579"/>
                    <a:pt x="860" y="1711"/>
                  </a:cubicBezTo>
                  <a:lnTo>
                    <a:pt x="860" y="2590"/>
                  </a:lnTo>
                  <a:cubicBezTo>
                    <a:pt x="860" y="2705"/>
                    <a:pt x="956" y="2797"/>
                    <a:pt x="1071" y="2797"/>
                  </a:cubicBezTo>
                  <a:lnTo>
                    <a:pt x="1734" y="2797"/>
                  </a:lnTo>
                  <a:lnTo>
                    <a:pt x="1734" y="3200"/>
                  </a:lnTo>
                  <a:lnTo>
                    <a:pt x="1100" y="3200"/>
                  </a:lnTo>
                  <a:cubicBezTo>
                    <a:pt x="495" y="3200"/>
                    <a:pt x="5" y="3695"/>
                    <a:pt x="0" y="4300"/>
                  </a:cubicBezTo>
                  <a:lnTo>
                    <a:pt x="0" y="11761"/>
                  </a:lnTo>
                  <a:cubicBezTo>
                    <a:pt x="5" y="12366"/>
                    <a:pt x="495" y="12856"/>
                    <a:pt x="1100" y="12856"/>
                  </a:cubicBezTo>
                  <a:lnTo>
                    <a:pt x="4598" y="12856"/>
                  </a:lnTo>
                  <a:cubicBezTo>
                    <a:pt x="4605" y="12857"/>
                    <a:pt x="4613" y="12857"/>
                    <a:pt x="4620" y="12857"/>
                  </a:cubicBezTo>
                  <a:cubicBezTo>
                    <a:pt x="4893" y="12857"/>
                    <a:pt x="4893" y="12437"/>
                    <a:pt x="4620" y="12437"/>
                  </a:cubicBezTo>
                  <a:cubicBezTo>
                    <a:pt x="4613" y="12437"/>
                    <a:pt x="4605" y="12438"/>
                    <a:pt x="4598" y="12438"/>
                  </a:cubicBezTo>
                  <a:lnTo>
                    <a:pt x="1100" y="12438"/>
                  </a:lnTo>
                  <a:cubicBezTo>
                    <a:pt x="726" y="12438"/>
                    <a:pt x="423" y="12136"/>
                    <a:pt x="423" y="11761"/>
                  </a:cubicBezTo>
                  <a:lnTo>
                    <a:pt x="423" y="4300"/>
                  </a:lnTo>
                  <a:cubicBezTo>
                    <a:pt x="423" y="3926"/>
                    <a:pt x="726" y="3623"/>
                    <a:pt x="1100" y="3623"/>
                  </a:cubicBezTo>
                  <a:lnTo>
                    <a:pt x="6985" y="3623"/>
                  </a:lnTo>
                  <a:cubicBezTo>
                    <a:pt x="7360" y="3623"/>
                    <a:pt x="7663" y="3926"/>
                    <a:pt x="7663" y="4300"/>
                  </a:cubicBezTo>
                  <a:lnTo>
                    <a:pt x="7663" y="7702"/>
                  </a:lnTo>
                  <a:cubicBezTo>
                    <a:pt x="7643" y="7721"/>
                    <a:pt x="7629" y="7740"/>
                    <a:pt x="7610" y="7759"/>
                  </a:cubicBezTo>
                  <a:cubicBezTo>
                    <a:pt x="7528" y="7836"/>
                    <a:pt x="7461" y="7922"/>
                    <a:pt x="7389" y="8004"/>
                  </a:cubicBezTo>
                  <a:cubicBezTo>
                    <a:pt x="7211" y="8216"/>
                    <a:pt x="7230" y="8172"/>
                    <a:pt x="7043" y="8509"/>
                  </a:cubicBezTo>
                  <a:cubicBezTo>
                    <a:pt x="6952" y="8686"/>
                    <a:pt x="6923" y="8672"/>
                    <a:pt x="6798" y="9119"/>
                  </a:cubicBezTo>
                  <a:cubicBezTo>
                    <a:pt x="6793" y="9138"/>
                    <a:pt x="6683" y="9402"/>
                    <a:pt x="6683" y="9902"/>
                  </a:cubicBezTo>
                  <a:cubicBezTo>
                    <a:pt x="6683" y="10300"/>
                    <a:pt x="6764" y="10694"/>
                    <a:pt x="6918" y="11060"/>
                  </a:cubicBezTo>
                  <a:cubicBezTo>
                    <a:pt x="6952" y="11127"/>
                    <a:pt x="6985" y="11189"/>
                    <a:pt x="7024" y="11252"/>
                  </a:cubicBezTo>
                  <a:cubicBezTo>
                    <a:pt x="7230" y="11641"/>
                    <a:pt x="7201" y="11569"/>
                    <a:pt x="7374" y="11780"/>
                  </a:cubicBezTo>
                  <a:cubicBezTo>
                    <a:pt x="7437" y="11862"/>
                    <a:pt x="7509" y="11943"/>
                    <a:pt x="7581" y="12016"/>
                  </a:cubicBezTo>
                  <a:cubicBezTo>
                    <a:pt x="7591" y="12025"/>
                    <a:pt x="7595" y="12040"/>
                    <a:pt x="7605" y="12049"/>
                  </a:cubicBezTo>
                  <a:cubicBezTo>
                    <a:pt x="7499" y="12289"/>
                    <a:pt x="7254" y="12443"/>
                    <a:pt x="6990" y="12443"/>
                  </a:cubicBezTo>
                  <a:lnTo>
                    <a:pt x="5568" y="12443"/>
                  </a:lnTo>
                  <a:cubicBezTo>
                    <a:pt x="5560" y="12442"/>
                    <a:pt x="5553" y="12442"/>
                    <a:pt x="5546" y="12442"/>
                  </a:cubicBezTo>
                  <a:cubicBezTo>
                    <a:pt x="5271" y="12442"/>
                    <a:pt x="5273" y="12866"/>
                    <a:pt x="5550" y="12866"/>
                  </a:cubicBezTo>
                  <a:cubicBezTo>
                    <a:pt x="5556" y="12866"/>
                    <a:pt x="5562" y="12866"/>
                    <a:pt x="5568" y="12866"/>
                  </a:cubicBezTo>
                  <a:lnTo>
                    <a:pt x="6995" y="12866"/>
                  </a:lnTo>
                  <a:cubicBezTo>
                    <a:pt x="7384" y="12861"/>
                    <a:pt x="7749" y="12650"/>
                    <a:pt x="7941" y="12309"/>
                  </a:cubicBezTo>
                  <a:cubicBezTo>
                    <a:pt x="8456" y="12681"/>
                    <a:pt x="9058" y="12865"/>
                    <a:pt x="9658" y="12865"/>
                  </a:cubicBezTo>
                  <a:cubicBezTo>
                    <a:pt x="10395" y="12865"/>
                    <a:pt x="11129" y="12587"/>
                    <a:pt x="11693" y="12044"/>
                  </a:cubicBezTo>
                  <a:cubicBezTo>
                    <a:pt x="11711" y="12045"/>
                    <a:pt x="11728" y="12045"/>
                    <a:pt x="11746" y="12045"/>
                  </a:cubicBezTo>
                  <a:cubicBezTo>
                    <a:pt x="13034" y="12045"/>
                    <a:pt x="14086" y="11004"/>
                    <a:pt x="14086" y="9710"/>
                  </a:cubicBezTo>
                  <a:lnTo>
                    <a:pt x="14086" y="5833"/>
                  </a:lnTo>
                  <a:cubicBezTo>
                    <a:pt x="14081" y="4781"/>
                    <a:pt x="13379" y="3858"/>
                    <a:pt x="12371" y="3575"/>
                  </a:cubicBezTo>
                  <a:cubicBezTo>
                    <a:pt x="12345" y="3567"/>
                    <a:pt x="12321" y="3563"/>
                    <a:pt x="12299" y="3563"/>
                  </a:cubicBezTo>
                  <a:cubicBezTo>
                    <a:pt x="12073" y="3563"/>
                    <a:pt x="11998" y="3922"/>
                    <a:pt x="12255" y="3983"/>
                  </a:cubicBezTo>
                  <a:cubicBezTo>
                    <a:pt x="13086" y="4219"/>
                    <a:pt x="13658" y="4973"/>
                    <a:pt x="13658" y="5833"/>
                  </a:cubicBezTo>
                  <a:lnTo>
                    <a:pt x="13658" y="7557"/>
                  </a:lnTo>
                  <a:lnTo>
                    <a:pt x="11443" y="7557"/>
                  </a:lnTo>
                  <a:cubicBezTo>
                    <a:pt x="11347" y="7481"/>
                    <a:pt x="11237" y="7413"/>
                    <a:pt x="11126" y="7356"/>
                  </a:cubicBezTo>
                  <a:cubicBezTo>
                    <a:pt x="10968" y="7250"/>
                    <a:pt x="10795" y="7168"/>
                    <a:pt x="10612" y="7120"/>
                  </a:cubicBezTo>
                  <a:cubicBezTo>
                    <a:pt x="10435" y="7048"/>
                    <a:pt x="10247" y="7000"/>
                    <a:pt x="10050" y="6986"/>
                  </a:cubicBezTo>
                  <a:cubicBezTo>
                    <a:pt x="9978" y="6976"/>
                    <a:pt x="9906" y="6952"/>
                    <a:pt x="9829" y="6947"/>
                  </a:cubicBezTo>
                  <a:lnTo>
                    <a:pt x="9829" y="5833"/>
                  </a:lnTo>
                  <a:cubicBezTo>
                    <a:pt x="9829" y="4901"/>
                    <a:pt x="10492" y="4108"/>
                    <a:pt x="11405" y="3945"/>
                  </a:cubicBezTo>
                  <a:cubicBezTo>
                    <a:pt x="11673" y="3899"/>
                    <a:pt x="11623" y="3518"/>
                    <a:pt x="11377" y="3518"/>
                  </a:cubicBezTo>
                  <a:cubicBezTo>
                    <a:pt x="11363" y="3518"/>
                    <a:pt x="11348" y="3519"/>
                    <a:pt x="11333" y="3522"/>
                  </a:cubicBezTo>
                  <a:cubicBezTo>
                    <a:pt x="10218" y="3719"/>
                    <a:pt x="9407" y="4694"/>
                    <a:pt x="9407" y="5823"/>
                  </a:cubicBezTo>
                  <a:lnTo>
                    <a:pt x="9407" y="6962"/>
                  </a:lnTo>
                  <a:cubicBezTo>
                    <a:pt x="8941" y="6995"/>
                    <a:pt x="8484" y="7144"/>
                    <a:pt x="8085" y="7394"/>
                  </a:cubicBezTo>
                  <a:lnTo>
                    <a:pt x="8085" y="4305"/>
                  </a:lnTo>
                  <a:cubicBezTo>
                    <a:pt x="8085" y="3695"/>
                    <a:pt x="7595" y="3205"/>
                    <a:pt x="6985" y="3205"/>
                  </a:cubicBezTo>
                  <a:lnTo>
                    <a:pt x="6356" y="3205"/>
                  </a:lnTo>
                  <a:lnTo>
                    <a:pt x="6356" y="2801"/>
                  </a:lnTo>
                  <a:lnTo>
                    <a:pt x="7014" y="2801"/>
                  </a:lnTo>
                  <a:cubicBezTo>
                    <a:pt x="7129" y="2801"/>
                    <a:pt x="7225" y="2705"/>
                    <a:pt x="7225" y="2590"/>
                  </a:cubicBezTo>
                  <a:lnTo>
                    <a:pt x="7225" y="212"/>
                  </a:lnTo>
                  <a:cubicBezTo>
                    <a:pt x="7225" y="97"/>
                    <a:pt x="7129" y="1"/>
                    <a:pt x="70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80"/>
          <p:cNvGrpSpPr/>
          <p:nvPr/>
        </p:nvGrpSpPr>
        <p:grpSpPr>
          <a:xfrm>
            <a:off x="5750631" y="2016383"/>
            <a:ext cx="371677" cy="293740"/>
            <a:chOff x="5750631" y="2016383"/>
            <a:chExt cx="371677" cy="293740"/>
          </a:xfrm>
        </p:grpSpPr>
        <p:sp>
          <p:nvSpPr>
            <p:cNvPr id="9416" name="Google Shape;9416;p80"/>
            <p:cNvSpPr/>
            <p:nvPr/>
          </p:nvSpPr>
          <p:spPr>
            <a:xfrm>
              <a:off x="5912737" y="2215901"/>
              <a:ext cx="39767" cy="88698"/>
            </a:xfrm>
            <a:custGeom>
              <a:rect b="b" l="l" r="r" t="t"/>
              <a:pathLst>
                <a:path extrusionOk="0" h="3388" w="1519">
                  <a:moveTo>
                    <a:pt x="1428" y="1"/>
                  </a:moveTo>
                  <a:cubicBezTo>
                    <a:pt x="1308" y="145"/>
                    <a:pt x="1144" y="241"/>
                    <a:pt x="962" y="279"/>
                  </a:cubicBezTo>
                  <a:lnTo>
                    <a:pt x="376" y="399"/>
                  </a:lnTo>
                  <a:cubicBezTo>
                    <a:pt x="443" y="990"/>
                    <a:pt x="467" y="2114"/>
                    <a:pt x="1" y="2724"/>
                  </a:cubicBezTo>
                  <a:lnTo>
                    <a:pt x="875" y="3387"/>
                  </a:lnTo>
                  <a:cubicBezTo>
                    <a:pt x="1279" y="2859"/>
                    <a:pt x="1490" y="2119"/>
                    <a:pt x="1509" y="1182"/>
                  </a:cubicBezTo>
                  <a:cubicBezTo>
                    <a:pt x="1519" y="784"/>
                    <a:pt x="1490" y="390"/>
                    <a:pt x="1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0"/>
            <p:cNvSpPr/>
            <p:nvPr/>
          </p:nvSpPr>
          <p:spPr>
            <a:xfrm>
              <a:off x="5922424" y="2215901"/>
              <a:ext cx="28065" cy="28955"/>
            </a:xfrm>
            <a:custGeom>
              <a:rect b="b" l="l" r="r" t="t"/>
              <a:pathLst>
                <a:path extrusionOk="0" h="1106" w="1072">
                  <a:moveTo>
                    <a:pt x="1053" y="1"/>
                  </a:moveTo>
                  <a:cubicBezTo>
                    <a:pt x="933" y="145"/>
                    <a:pt x="769" y="246"/>
                    <a:pt x="587" y="284"/>
                  </a:cubicBezTo>
                  <a:lnTo>
                    <a:pt x="1" y="404"/>
                  </a:lnTo>
                  <a:cubicBezTo>
                    <a:pt x="30" y="635"/>
                    <a:pt x="39" y="870"/>
                    <a:pt x="39" y="1105"/>
                  </a:cubicBezTo>
                  <a:lnTo>
                    <a:pt x="587" y="995"/>
                  </a:lnTo>
                  <a:cubicBezTo>
                    <a:pt x="769" y="957"/>
                    <a:pt x="933" y="860"/>
                    <a:pt x="1053" y="716"/>
                  </a:cubicBezTo>
                  <a:cubicBezTo>
                    <a:pt x="1054" y="720"/>
                    <a:pt x="1054" y="722"/>
                    <a:pt x="1055" y="722"/>
                  </a:cubicBezTo>
                  <a:cubicBezTo>
                    <a:pt x="1068" y="722"/>
                    <a:pt x="1071" y="101"/>
                    <a:pt x="105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0"/>
            <p:cNvSpPr/>
            <p:nvPr/>
          </p:nvSpPr>
          <p:spPr>
            <a:xfrm>
              <a:off x="5903181" y="2022221"/>
              <a:ext cx="40291" cy="55999"/>
            </a:xfrm>
            <a:custGeom>
              <a:rect b="b" l="l" r="r" t="t"/>
              <a:pathLst>
                <a:path extrusionOk="0" h="2139" w="1539">
                  <a:moveTo>
                    <a:pt x="1082" y="0"/>
                  </a:moveTo>
                  <a:lnTo>
                    <a:pt x="1" y="231"/>
                  </a:lnTo>
                  <a:lnTo>
                    <a:pt x="404" y="2104"/>
                  </a:lnTo>
                  <a:lnTo>
                    <a:pt x="1317" y="2104"/>
                  </a:lnTo>
                  <a:cubicBezTo>
                    <a:pt x="1327" y="2104"/>
                    <a:pt x="1337" y="2104"/>
                    <a:pt x="1347" y="2104"/>
                  </a:cubicBezTo>
                  <a:cubicBezTo>
                    <a:pt x="1413" y="2104"/>
                    <a:pt x="1475" y="2117"/>
                    <a:pt x="1538" y="2138"/>
                  </a:cubicBezTo>
                  <a:lnTo>
                    <a:pt x="10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0"/>
            <p:cNvSpPr/>
            <p:nvPr/>
          </p:nvSpPr>
          <p:spPr>
            <a:xfrm>
              <a:off x="5909465" y="2058009"/>
              <a:ext cx="33877" cy="20316"/>
            </a:xfrm>
            <a:custGeom>
              <a:rect b="b" l="l" r="r" t="t"/>
              <a:pathLst>
                <a:path extrusionOk="0" h="776" w="1294">
                  <a:moveTo>
                    <a:pt x="933" y="1"/>
                  </a:moveTo>
                  <a:cubicBezTo>
                    <a:pt x="911" y="1"/>
                    <a:pt x="888" y="1"/>
                    <a:pt x="866" y="2"/>
                  </a:cubicBezTo>
                  <a:lnTo>
                    <a:pt x="1" y="2"/>
                  </a:lnTo>
                  <a:lnTo>
                    <a:pt x="159" y="737"/>
                  </a:lnTo>
                  <a:lnTo>
                    <a:pt x="1072" y="737"/>
                  </a:lnTo>
                  <a:cubicBezTo>
                    <a:pt x="1149" y="737"/>
                    <a:pt x="1221" y="747"/>
                    <a:pt x="1293" y="776"/>
                  </a:cubicBezTo>
                  <a:lnTo>
                    <a:pt x="1130" y="17"/>
                  </a:lnTo>
                  <a:cubicBezTo>
                    <a:pt x="1065" y="6"/>
                    <a:pt x="1000" y="1"/>
                    <a:pt x="93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0"/>
            <p:cNvSpPr/>
            <p:nvPr/>
          </p:nvSpPr>
          <p:spPr>
            <a:xfrm>
              <a:off x="6001801" y="2022221"/>
              <a:ext cx="39872" cy="55109"/>
            </a:xfrm>
            <a:custGeom>
              <a:rect b="b" l="l" r="r" t="t"/>
              <a:pathLst>
                <a:path extrusionOk="0" h="2105" w="1523">
                  <a:moveTo>
                    <a:pt x="447" y="0"/>
                  </a:moveTo>
                  <a:lnTo>
                    <a:pt x="0" y="2104"/>
                  </a:lnTo>
                  <a:lnTo>
                    <a:pt x="1124" y="2104"/>
                  </a:lnTo>
                  <a:lnTo>
                    <a:pt x="1523" y="231"/>
                  </a:lnTo>
                  <a:lnTo>
                    <a:pt x="44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0"/>
            <p:cNvSpPr/>
            <p:nvPr/>
          </p:nvSpPr>
          <p:spPr>
            <a:xfrm>
              <a:off x="6001801" y="2057171"/>
              <a:ext cx="33720" cy="20290"/>
            </a:xfrm>
            <a:custGeom>
              <a:rect b="b" l="l" r="r" t="t"/>
              <a:pathLst>
                <a:path extrusionOk="0" h="775" w="1288">
                  <a:moveTo>
                    <a:pt x="163" y="1"/>
                  </a:moveTo>
                  <a:lnTo>
                    <a:pt x="0" y="774"/>
                  </a:lnTo>
                  <a:lnTo>
                    <a:pt x="1124" y="774"/>
                  </a:lnTo>
                  <a:lnTo>
                    <a:pt x="1288" y="10"/>
                  </a:lnTo>
                  <a:lnTo>
                    <a:pt x="1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0"/>
            <p:cNvSpPr/>
            <p:nvPr/>
          </p:nvSpPr>
          <p:spPr>
            <a:xfrm>
              <a:off x="5755919" y="2077435"/>
              <a:ext cx="198863" cy="174778"/>
            </a:xfrm>
            <a:custGeom>
              <a:rect b="b" l="l" r="r" t="t"/>
              <a:pathLst>
                <a:path extrusionOk="0" h="6676" w="7596">
                  <a:moveTo>
                    <a:pt x="2748" y="0"/>
                  </a:moveTo>
                  <a:cubicBezTo>
                    <a:pt x="1235" y="0"/>
                    <a:pt x="5" y="1230"/>
                    <a:pt x="5" y="2743"/>
                  </a:cubicBezTo>
                  <a:lnTo>
                    <a:pt x="5" y="5309"/>
                  </a:lnTo>
                  <a:cubicBezTo>
                    <a:pt x="1" y="6076"/>
                    <a:pt x="628" y="6676"/>
                    <a:pt x="1365" y="6676"/>
                  </a:cubicBezTo>
                  <a:cubicBezTo>
                    <a:pt x="1453" y="6676"/>
                    <a:pt x="1543" y="6667"/>
                    <a:pt x="1634" y="6649"/>
                  </a:cubicBezTo>
                  <a:lnTo>
                    <a:pt x="1912" y="6591"/>
                  </a:lnTo>
                  <a:lnTo>
                    <a:pt x="2738" y="6418"/>
                  </a:lnTo>
                  <a:lnTo>
                    <a:pt x="6947" y="5573"/>
                  </a:lnTo>
                  <a:cubicBezTo>
                    <a:pt x="7326" y="5496"/>
                    <a:pt x="7595" y="5165"/>
                    <a:pt x="7595" y="4780"/>
                  </a:cubicBezTo>
                  <a:lnTo>
                    <a:pt x="7595" y="658"/>
                  </a:lnTo>
                  <a:cubicBezTo>
                    <a:pt x="7595" y="293"/>
                    <a:pt x="7302" y="0"/>
                    <a:pt x="693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0"/>
            <p:cNvSpPr/>
            <p:nvPr/>
          </p:nvSpPr>
          <p:spPr>
            <a:xfrm>
              <a:off x="5761809" y="2077304"/>
              <a:ext cx="193104" cy="174673"/>
            </a:xfrm>
            <a:custGeom>
              <a:rect b="b" l="l" r="r" t="t"/>
              <a:pathLst>
                <a:path extrusionOk="0" h="6672" w="7376">
                  <a:moveTo>
                    <a:pt x="6169" y="0"/>
                  </a:moveTo>
                  <a:cubicBezTo>
                    <a:pt x="6169" y="10"/>
                    <a:pt x="6174" y="25"/>
                    <a:pt x="6174" y="39"/>
                  </a:cubicBezTo>
                  <a:lnTo>
                    <a:pt x="6174" y="4156"/>
                  </a:lnTo>
                  <a:cubicBezTo>
                    <a:pt x="6174" y="4540"/>
                    <a:pt x="5905" y="4872"/>
                    <a:pt x="5526" y="4949"/>
                  </a:cubicBezTo>
                  <a:lnTo>
                    <a:pt x="1317" y="5799"/>
                  </a:lnTo>
                  <a:lnTo>
                    <a:pt x="491" y="5967"/>
                  </a:lnTo>
                  <a:lnTo>
                    <a:pt x="212" y="6025"/>
                  </a:lnTo>
                  <a:cubicBezTo>
                    <a:pt x="145" y="6039"/>
                    <a:pt x="73" y="6044"/>
                    <a:pt x="1" y="6049"/>
                  </a:cubicBezTo>
                  <a:cubicBezTo>
                    <a:pt x="254" y="6442"/>
                    <a:pt x="688" y="6671"/>
                    <a:pt x="1144" y="6671"/>
                  </a:cubicBezTo>
                  <a:cubicBezTo>
                    <a:pt x="1233" y="6671"/>
                    <a:pt x="1324" y="6663"/>
                    <a:pt x="1413" y="6644"/>
                  </a:cubicBezTo>
                  <a:lnTo>
                    <a:pt x="1692" y="6587"/>
                  </a:lnTo>
                  <a:lnTo>
                    <a:pt x="2513" y="6419"/>
                  </a:lnTo>
                  <a:lnTo>
                    <a:pt x="6727" y="5573"/>
                  </a:lnTo>
                  <a:cubicBezTo>
                    <a:pt x="7101" y="5496"/>
                    <a:pt x="7375" y="5165"/>
                    <a:pt x="7375" y="4780"/>
                  </a:cubicBezTo>
                  <a:lnTo>
                    <a:pt x="7375" y="659"/>
                  </a:lnTo>
                  <a:cubicBezTo>
                    <a:pt x="7370" y="298"/>
                    <a:pt x="7077" y="0"/>
                    <a:pt x="6712"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0"/>
            <p:cNvSpPr/>
            <p:nvPr/>
          </p:nvSpPr>
          <p:spPr>
            <a:xfrm>
              <a:off x="5976250" y="2077304"/>
              <a:ext cx="140011" cy="117862"/>
            </a:xfrm>
            <a:custGeom>
              <a:rect b="b" l="l" r="r" t="t"/>
              <a:pathLst>
                <a:path extrusionOk="0" h="4502" w="5348">
                  <a:moveTo>
                    <a:pt x="1212" y="0"/>
                  </a:moveTo>
                  <a:cubicBezTo>
                    <a:pt x="544" y="0"/>
                    <a:pt x="1" y="539"/>
                    <a:pt x="1" y="1206"/>
                  </a:cubicBezTo>
                  <a:lnTo>
                    <a:pt x="1" y="3897"/>
                  </a:lnTo>
                  <a:cubicBezTo>
                    <a:pt x="1" y="4248"/>
                    <a:pt x="293" y="4501"/>
                    <a:pt x="610" y="4501"/>
                  </a:cubicBezTo>
                  <a:cubicBezTo>
                    <a:pt x="714" y="4501"/>
                    <a:pt x="819" y="4474"/>
                    <a:pt x="918" y="4415"/>
                  </a:cubicBezTo>
                  <a:lnTo>
                    <a:pt x="4661" y="2215"/>
                  </a:lnTo>
                  <a:cubicBezTo>
                    <a:pt x="5122" y="1941"/>
                    <a:pt x="5348" y="1394"/>
                    <a:pt x="5204" y="875"/>
                  </a:cubicBezTo>
                  <a:cubicBezTo>
                    <a:pt x="5064" y="356"/>
                    <a:pt x="4594" y="0"/>
                    <a:pt x="405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0"/>
            <p:cNvSpPr/>
            <p:nvPr/>
          </p:nvSpPr>
          <p:spPr>
            <a:xfrm>
              <a:off x="5976250" y="2078927"/>
              <a:ext cx="137497" cy="116108"/>
            </a:xfrm>
            <a:custGeom>
              <a:rect b="b" l="l" r="r" t="t"/>
              <a:pathLst>
                <a:path extrusionOk="0" h="4435" w="5252">
                  <a:moveTo>
                    <a:pt x="4445" y="1"/>
                  </a:moveTo>
                  <a:cubicBezTo>
                    <a:pt x="4627" y="534"/>
                    <a:pt x="4411" y="1120"/>
                    <a:pt x="3926" y="1409"/>
                  </a:cubicBezTo>
                  <a:lnTo>
                    <a:pt x="179" y="3614"/>
                  </a:lnTo>
                  <a:cubicBezTo>
                    <a:pt x="126" y="3647"/>
                    <a:pt x="63" y="3666"/>
                    <a:pt x="1" y="3681"/>
                  </a:cubicBezTo>
                  <a:lnTo>
                    <a:pt x="1" y="3830"/>
                  </a:lnTo>
                  <a:cubicBezTo>
                    <a:pt x="1" y="4181"/>
                    <a:pt x="291" y="4434"/>
                    <a:pt x="608" y="4434"/>
                  </a:cubicBezTo>
                  <a:cubicBezTo>
                    <a:pt x="712" y="4434"/>
                    <a:pt x="818" y="4408"/>
                    <a:pt x="918" y="4349"/>
                  </a:cubicBezTo>
                  <a:lnTo>
                    <a:pt x="4661" y="2148"/>
                  </a:lnTo>
                  <a:cubicBezTo>
                    <a:pt x="5021" y="1932"/>
                    <a:pt x="5242" y="1543"/>
                    <a:pt x="5247" y="1125"/>
                  </a:cubicBezTo>
                  <a:cubicBezTo>
                    <a:pt x="5252" y="616"/>
                    <a:pt x="4930" y="164"/>
                    <a:pt x="4445"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0"/>
            <p:cNvSpPr/>
            <p:nvPr/>
          </p:nvSpPr>
          <p:spPr>
            <a:xfrm>
              <a:off x="5948473" y="2081205"/>
              <a:ext cx="44427" cy="131450"/>
            </a:xfrm>
            <a:custGeom>
              <a:rect b="b" l="l" r="r" t="t"/>
              <a:pathLst>
                <a:path extrusionOk="0" h="5021" w="1697">
                  <a:moveTo>
                    <a:pt x="0" y="0"/>
                  </a:moveTo>
                  <a:cubicBezTo>
                    <a:pt x="159" y="125"/>
                    <a:pt x="245" y="313"/>
                    <a:pt x="245" y="514"/>
                  </a:cubicBezTo>
                  <a:lnTo>
                    <a:pt x="245" y="4631"/>
                  </a:lnTo>
                  <a:cubicBezTo>
                    <a:pt x="245" y="4766"/>
                    <a:pt x="212" y="4901"/>
                    <a:pt x="144" y="5021"/>
                  </a:cubicBezTo>
                  <a:cubicBezTo>
                    <a:pt x="502" y="4672"/>
                    <a:pt x="917" y="4334"/>
                    <a:pt x="1492" y="4334"/>
                  </a:cubicBezTo>
                  <a:cubicBezTo>
                    <a:pt x="1496" y="4334"/>
                    <a:pt x="1500" y="4334"/>
                    <a:pt x="1504" y="4334"/>
                  </a:cubicBezTo>
                  <a:cubicBezTo>
                    <a:pt x="1244" y="4257"/>
                    <a:pt x="1067" y="4017"/>
                    <a:pt x="1067" y="3748"/>
                  </a:cubicBezTo>
                  <a:lnTo>
                    <a:pt x="1067" y="1062"/>
                  </a:lnTo>
                  <a:cubicBezTo>
                    <a:pt x="1067" y="615"/>
                    <a:pt x="1307" y="212"/>
                    <a:pt x="169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0"/>
            <p:cNvSpPr/>
            <p:nvPr/>
          </p:nvSpPr>
          <p:spPr>
            <a:xfrm>
              <a:off x="5750631" y="2016383"/>
              <a:ext cx="371677" cy="293740"/>
            </a:xfrm>
            <a:custGeom>
              <a:rect b="b" l="l" r="r" t="t"/>
              <a:pathLst>
                <a:path extrusionOk="0" h="11220" w="14197">
                  <a:moveTo>
                    <a:pt x="12678" y="2121"/>
                  </a:moveTo>
                  <a:cubicBezTo>
                    <a:pt x="12679" y="2121"/>
                    <a:pt x="12681" y="2121"/>
                    <a:pt x="12682" y="2121"/>
                  </a:cubicBezTo>
                  <a:lnTo>
                    <a:pt x="12682" y="2121"/>
                  </a:lnTo>
                  <a:cubicBezTo>
                    <a:pt x="12682" y="2121"/>
                    <a:pt x="12683" y="2121"/>
                    <a:pt x="12683" y="2121"/>
                  </a:cubicBezTo>
                  <a:close/>
                  <a:moveTo>
                    <a:pt x="8715" y="2683"/>
                  </a:moveTo>
                  <a:cubicBezTo>
                    <a:pt x="8523" y="2928"/>
                    <a:pt x="8417" y="3226"/>
                    <a:pt x="8417" y="3533"/>
                  </a:cubicBezTo>
                  <a:lnTo>
                    <a:pt x="8417" y="6224"/>
                  </a:lnTo>
                  <a:cubicBezTo>
                    <a:pt x="8417" y="6387"/>
                    <a:pt x="8470" y="6545"/>
                    <a:pt x="8566" y="6680"/>
                  </a:cubicBezTo>
                  <a:cubicBezTo>
                    <a:pt x="8364" y="6747"/>
                    <a:pt x="8177" y="6843"/>
                    <a:pt x="8009" y="6973"/>
                  </a:cubicBezTo>
                  <a:cubicBezTo>
                    <a:pt x="7985" y="2822"/>
                    <a:pt x="8062" y="2990"/>
                    <a:pt x="7946" y="2683"/>
                  </a:cubicBezTo>
                  <a:close/>
                  <a:moveTo>
                    <a:pt x="6902" y="1"/>
                  </a:moveTo>
                  <a:cubicBezTo>
                    <a:pt x="6779" y="1"/>
                    <a:pt x="6653" y="101"/>
                    <a:pt x="6697" y="262"/>
                  </a:cubicBezTo>
                  <a:lnTo>
                    <a:pt x="7091" y="2116"/>
                  </a:lnTo>
                  <a:lnTo>
                    <a:pt x="6390" y="2116"/>
                  </a:lnTo>
                  <a:lnTo>
                    <a:pt x="6029" y="411"/>
                  </a:lnTo>
                  <a:cubicBezTo>
                    <a:pt x="6009" y="288"/>
                    <a:pt x="5920" y="234"/>
                    <a:pt x="5829" y="234"/>
                  </a:cubicBezTo>
                  <a:cubicBezTo>
                    <a:pt x="5706" y="234"/>
                    <a:pt x="5582" y="334"/>
                    <a:pt x="5626" y="497"/>
                  </a:cubicBezTo>
                  <a:lnTo>
                    <a:pt x="5972" y="2121"/>
                  </a:lnTo>
                  <a:lnTo>
                    <a:pt x="2955" y="2121"/>
                  </a:lnTo>
                  <a:cubicBezTo>
                    <a:pt x="1326" y="2121"/>
                    <a:pt x="5" y="3442"/>
                    <a:pt x="5" y="5071"/>
                  </a:cubicBezTo>
                  <a:lnTo>
                    <a:pt x="5" y="7636"/>
                  </a:lnTo>
                  <a:cubicBezTo>
                    <a:pt x="1" y="8522"/>
                    <a:pt x="721" y="9210"/>
                    <a:pt x="1568" y="9210"/>
                  </a:cubicBezTo>
                  <a:cubicBezTo>
                    <a:pt x="1672" y="9210"/>
                    <a:pt x="1777" y="9199"/>
                    <a:pt x="1884" y="9178"/>
                  </a:cubicBezTo>
                  <a:lnTo>
                    <a:pt x="2157" y="9120"/>
                  </a:lnTo>
                  <a:cubicBezTo>
                    <a:pt x="2414" y="9071"/>
                    <a:pt x="2358" y="8712"/>
                    <a:pt x="2128" y="8712"/>
                  </a:cubicBezTo>
                  <a:cubicBezTo>
                    <a:pt x="2113" y="8712"/>
                    <a:pt x="2097" y="8714"/>
                    <a:pt x="2081" y="8717"/>
                  </a:cubicBezTo>
                  <a:lnTo>
                    <a:pt x="1802" y="8770"/>
                  </a:lnTo>
                  <a:cubicBezTo>
                    <a:pt x="1724" y="8785"/>
                    <a:pt x="1646" y="8793"/>
                    <a:pt x="1570" y="8793"/>
                  </a:cubicBezTo>
                  <a:cubicBezTo>
                    <a:pt x="948" y="8793"/>
                    <a:pt x="418" y="8291"/>
                    <a:pt x="418" y="7641"/>
                  </a:cubicBezTo>
                  <a:lnTo>
                    <a:pt x="418" y="5071"/>
                  </a:lnTo>
                  <a:cubicBezTo>
                    <a:pt x="418" y="3673"/>
                    <a:pt x="1557" y="2534"/>
                    <a:pt x="2955" y="2534"/>
                  </a:cubicBezTo>
                  <a:lnTo>
                    <a:pt x="7144" y="2534"/>
                  </a:lnTo>
                  <a:cubicBezTo>
                    <a:pt x="7394" y="2534"/>
                    <a:pt x="7600" y="2741"/>
                    <a:pt x="7600" y="2990"/>
                  </a:cubicBezTo>
                  <a:lnTo>
                    <a:pt x="7600" y="7107"/>
                  </a:lnTo>
                  <a:cubicBezTo>
                    <a:pt x="7596" y="7290"/>
                    <a:pt x="7514" y="7463"/>
                    <a:pt x="7370" y="7573"/>
                  </a:cubicBezTo>
                  <a:cubicBezTo>
                    <a:pt x="7163" y="7742"/>
                    <a:pt x="7615" y="7588"/>
                    <a:pt x="3137" y="8505"/>
                  </a:cubicBezTo>
                  <a:cubicBezTo>
                    <a:pt x="2885" y="8555"/>
                    <a:pt x="2937" y="8914"/>
                    <a:pt x="3171" y="8914"/>
                  </a:cubicBezTo>
                  <a:cubicBezTo>
                    <a:pt x="3186" y="8914"/>
                    <a:pt x="3202" y="8912"/>
                    <a:pt x="3219" y="8909"/>
                  </a:cubicBezTo>
                  <a:lnTo>
                    <a:pt x="6375" y="8275"/>
                  </a:lnTo>
                  <a:lnTo>
                    <a:pt x="6375" y="8275"/>
                  </a:lnTo>
                  <a:cubicBezTo>
                    <a:pt x="6428" y="8967"/>
                    <a:pt x="6371" y="9779"/>
                    <a:pt x="6034" y="10225"/>
                  </a:cubicBezTo>
                  <a:cubicBezTo>
                    <a:pt x="5922" y="10383"/>
                    <a:pt x="6056" y="10552"/>
                    <a:pt x="6204" y="10552"/>
                  </a:cubicBezTo>
                  <a:cubicBezTo>
                    <a:pt x="6258" y="10552"/>
                    <a:pt x="6315" y="10529"/>
                    <a:pt x="6361" y="10475"/>
                  </a:cubicBezTo>
                  <a:cubicBezTo>
                    <a:pt x="6856" y="9827"/>
                    <a:pt x="6837" y="8722"/>
                    <a:pt x="6789" y="8193"/>
                  </a:cubicBezTo>
                  <a:cubicBezTo>
                    <a:pt x="7130" y="8116"/>
                    <a:pt x="7264" y="8121"/>
                    <a:pt x="7466" y="8015"/>
                  </a:cubicBezTo>
                  <a:lnTo>
                    <a:pt x="7466" y="8015"/>
                  </a:lnTo>
                  <a:cubicBezTo>
                    <a:pt x="7557" y="8967"/>
                    <a:pt x="7485" y="10129"/>
                    <a:pt x="6909" y="10893"/>
                  </a:cubicBezTo>
                  <a:cubicBezTo>
                    <a:pt x="6796" y="11051"/>
                    <a:pt x="6931" y="11220"/>
                    <a:pt x="7079" y="11220"/>
                  </a:cubicBezTo>
                  <a:cubicBezTo>
                    <a:pt x="7133" y="11220"/>
                    <a:pt x="7189" y="11197"/>
                    <a:pt x="7235" y="11143"/>
                  </a:cubicBezTo>
                  <a:cubicBezTo>
                    <a:pt x="7932" y="10225"/>
                    <a:pt x="8009" y="8789"/>
                    <a:pt x="7836" y="7665"/>
                  </a:cubicBezTo>
                  <a:cubicBezTo>
                    <a:pt x="7836" y="7660"/>
                    <a:pt x="7836" y="7660"/>
                    <a:pt x="7836" y="7660"/>
                  </a:cubicBezTo>
                  <a:cubicBezTo>
                    <a:pt x="8129" y="7401"/>
                    <a:pt x="8480" y="7021"/>
                    <a:pt x="9061" y="7021"/>
                  </a:cubicBezTo>
                  <a:cubicBezTo>
                    <a:pt x="9075" y="7021"/>
                    <a:pt x="9181" y="7045"/>
                    <a:pt x="9234" y="7045"/>
                  </a:cubicBezTo>
                  <a:cubicBezTo>
                    <a:pt x="9378" y="7045"/>
                    <a:pt x="9522" y="7007"/>
                    <a:pt x="9647" y="6935"/>
                  </a:cubicBezTo>
                  <a:lnTo>
                    <a:pt x="13389" y="4730"/>
                  </a:lnTo>
                  <a:cubicBezTo>
                    <a:pt x="13932" y="4408"/>
                    <a:pt x="14196" y="3764"/>
                    <a:pt x="14028" y="3154"/>
                  </a:cubicBezTo>
                  <a:cubicBezTo>
                    <a:pt x="13865" y="2545"/>
                    <a:pt x="13310" y="2122"/>
                    <a:pt x="12682" y="2121"/>
                  </a:cubicBezTo>
                  <a:lnTo>
                    <a:pt x="12682" y="2121"/>
                  </a:lnTo>
                  <a:cubicBezTo>
                    <a:pt x="12409" y="2122"/>
                    <a:pt x="12410" y="2534"/>
                    <a:pt x="12683" y="2534"/>
                  </a:cubicBezTo>
                  <a:cubicBezTo>
                    <a:pt x="13125" y="2534"/>
                    <a:pt x="13509" y="2827"/>
                    <a:pt x="13630" y="3255"/>
                  </a:cubicBezTo>
                  <a:cubicBezTo>
                    <a:pt x="13745" y="3682"/>
                    <a:pt x="13557" y="4134"/>
                    <a:pt x="13178" y="4360"/>
                  </a:cubicBezTo>
                  <a:lnTo>
                    <a:pt x="9436" y="6565"/>
                  </a:lnTo>
                  <a:cubicBezTo>
                    <a:pt x="9369" y="6604"/>
                    <a:pt x="9299" y="6621"/>
                    <a:pt x="9231" y="6621"/>
                  </a:cubicBezTo>
                  <a:cubicBezTo>
                    <a:pt x="9021" y="6621"/>
                    <a:pt x="8830" y="6454"/>
                    <a:pt x="8830" y="6219"/>
                  </a:cubicBezTo>
                  <a:lnTo>
                    <a:pt x="8830" y="3533"/>
                  </a:lnTo>
                  <a:cubicBezTo>
                    <a:pt x="8830" y="2981"/>
                    <a:pt x="9277" y="2534"/>
                    <a:pt x="9830" y="2534"/>
                  </a:cubicBezTo>
                  <a:lnTo>
                    <a:pt x="11756" y="2534"/>
                  </a:lnTo>
                  <a:cubicBezTo>
                    <a:pt x="12030" y="2529"/>
                    <a:pt x="12030" y="2121"/>
                    <a:pt x="11756" y="2121"/>
                  </a:cubicBezTo>
                  <a:lnTo>
                    <a:pt x="10973" y="2121"/>
                  </a:lnTo>
                  <a:lnTo>
                    <a:pt x="11319" y="497"/>
                  </a:lnTo>
                  <a:cubicBezTo>
                    <a:pt x="11363" y="336"/>
                    <a:pt x="11236" y="236"/>
                    <a:pt x="11112" y="236"/>
                  </a:cubicBezTo>
                  <a:cubicBezTo>
                    <a:pt x="11022" y="236"/>
                    <a:pt x="10933" y="289"/>
                    <a:pt x="10915" y="411"/>
                  </a:cubicBezTo>
                  <a:lnTo>
                    <a:pt x="10555" y="2121"/>
                  </a:lnTo>
                  <a:lnTo>
                    <a:pt x="9849" y="2121"/>
                  </a:lnTo>
                  <a:lnTo>
                    <a:pt x="10238" y="267"/>
                  </a:lnTo>
                  <a:cubicBezTo>
                    <a:pt x="10285" y="102"/>
                    <a:pt x="10158" y="1"/>
                    <a:pt x="10035" y="1"/>
                  </a:cubicBezTo>
                  <a:cubicBezTo>
                    <a:pt x="9945" y="1"/>
                    <a:pt x="9857" y="54"/>
                    <a:pt x="9839" y="175"/>
                  </a:cubicBezTo>
                  <a:lnTo>
                    <a:pt x="9407" y="2183"/>
                  </a:lnTo>
                  <a:cubicBezTo>
                    <a:pt x="9339" y="2207"/>
                    <a:pt x="9272" y="2231"/>
                    <a:pt x="9210" y="2265"/>
                  </a:cubicBezTo>
                  <a:lnTo>
                    <a:pt x="7591" y="2265"/>
                  </a:lnTo>
                  <a:cubicBezTo>
                    <a:pt x="7572" y="2251"/>
                    <a:pt x="7552" y="2241"/>
                    <a:pt x="7538" y="2227"/>
                  </a:cubicBezTo>
                  <a:lnTo>
                    <a:pt x="7101" y="175"/>
                  </a:lnTo>
                  <a:cubicBezTo>
                    <a:pt x="7081" y="54"/>
                    <a:pt x="6992" y="1"/>
                    <a:pt x="6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80"/>
          <p:cNvGrpSpPr/>
          <p:nvPr/>
        </p:nvGrpSpPr>
        <p:grpSpPr>
          <a:xfrm>
            <a:off x="5310807" y="2022849"/>
            <a:ext cx="368274" cy="281226"/>
            <a:chOff x="5310807" y="2022849"/>
            <a:chExt cx="368274" cy="281226"/>
          </a:xfrm>
        </p:grpSpPr>
        <p:sp>
          <p:nvSpPr>
            <p:cNvPr id="9429" name="Google Shape;9429;p80"/>
            <p:cNvSpPr/>
            <p:nvPr/>
          </p:nvSpPr>
          <p:spPr>
            <a:xfrm>
              <a:off x="5316854" y="2075681"/>
              <a:ext cx="356964" cy="174594"/>
            </a:xfrm>
            <a:custGeom>
              <a:rect b="b" l="l" r="r" t="t"/>
              <a:pathLst>
                <a:path extrusionOk="0" h="6669" w="13635">
                  <a:moveTo>
                    <a:pt x="0" y="0"/>
                  </a:moveTo>
                  <a:lnTo>
                    <a:pt x="346" y="3348"/>
                  </a:lnTo>
                  <a:lnTo>
                    <a:pt x="1278" y="3348"/>
                  </a:lnTo>
                  <a:lnTo>
                    <a:pt x="1802" y="2239"/>
                  </a:lnTo>
                  <a:lnTo>
                    <a:pt x="5318" y="2239"/>
                  </a:lnTo>
                  <a:cubicBezTo>
                    <a:pt x="5321" y="2239"/>
                    <a:pt x="5324" y="2239"/>
                    <a:pt x="5327" y="2239"/>
                  </a:cubicBezTo>
                  <a:cubicBezTo>
                    <a:pt x="5578" y="2239"/>
                    <a:pt x="5779" y="2443"/>
                    <a:pt x="5779" y="2695"/>
                  </a:cubicBezTo>
                  <a:lnTo>
                    <a:pt x="5779" y="4511"/>
                  </a:lnTo>
                  <a:cubicBezTo>
                    <a:pt x="5779" y="4761"/>
                    <a:pt x="5823" y="5011"/>
                    <a:pt x="5904" y="5241"/>
                  </a:cubicBezTo>
                  <a:cubicBezTo>
                    <a:pt x="5972" y="5467"/>
                    <a:pt x="6087" y="5674"/>
                    <a:pt x="6241" y="5851"/>
                  </a:cubicBezTo>
                  <a:cubicBezTo>
                    <a:pt x="6668" y="6317"/>
                    <a:pt x="7245" y="6668"/>
                    <a:pt x="7927" y="6668"/>
                  </a:cubicBezTo>
                  <a:lnTo>
                    <a:pt x="12351" y="6668"/>
                  </a:lnTo>
                  <a:cubicBezTo>
                    <a:pt x="13062" y="6668"/>
                    <a:pt x="13634" y="6096"/>
                    <a:pt x="13634" y="5390"/>
                  </a:cubicBezTo>
                  <a:lnTo>
                    <a:pt x="10555" y="4083"/>
                  </a:lnTo>
                  <a:cubicBezTo>
                    <a:pt x="9704" y="3718"/>
                    <a:pt x="9152" y="2882"/>
                    <a:pt x="9152" y="1960"/>
                  </a:cubicBezTo>
                  <a:lnTo>
                    <a:pt x="9152" y="1585"/>
                  </a:lnTo>
                  <a:cubicBezTo>
                    <a:pt x="9147" y="1379"/>
                    <a:pt x="8979" y="1211"/>
                    <a:pt x="8772" y="1211"/>
                  </a:cubicBezTo>
                  <a:lnTo>
                    <a:pt x="1686" y="1211"/>
                  </a:lnTo>
                  <a:lnTo>
                    <a:pt x="127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0"/>
            <p:cNvSpPr/>
            <p:nvPr/>
          </p:nvSpPr>
          <p:spPr>
            <a:xfrm>
              <a:off x="5316723" y="2075785"/>
              <a:ext cx="357200" cy="169568"/>
            </a:xfrm>
            <a:custGeom>
              <a:rect b="b" l="l" r="r" t="t"/>
              <a:pathLst>
                <a:path extrusionOk="0" h="6477" w="13644">
                  <a:moveTo>
                    <a:pt x="0" y="1"/>
                  </a:moveTo>
                  <a:lnTo>
                    <a:pt x="58" y="539"/>
                  </a:lnTo>
                  <a:lnTo>
                    <a:pt x="500" y="539"/>
                  </a:lnTo>
                  <a:cubicBezTo>
                    <a:pt x="678" y="539"/>
                    <a:pt x="836" y="654"/>
                    <a:pt x="894" y="822"/>
                  </a:cubicBezTo>
                  <a:lnTo>
                    <a:pt x="1077" y="1346"/>
                  </a:lnTo>
                  <a:cubicBezTo>
                    <a:pt x="1158" y="1586"/>
                    <a:pt x="1384" y="1750"/>
                    <a:pt x="1639" y="1750"/>
                  </a:cubicBezTo>
                  <a:lnTo>
                    <a:pt x="8302" y="1750"/>
                  </a:lnTo>
                  <a:cubicBezTo>
                    <a:pt x="8508" y="1750"/>
                    <a:pt x="8677" y="1918"/>
                    <a:pt x="8677" y="2129"/>
                  </a:cubicBezTo>
                  <a:lnTo>
                    <a:pt x="8677" y="2499"/>
                  </a:lnTo>
                  <a:cubicBezTo>
                    <a:pt x="8677" y="3426"/>
                    <a:pt x="9229" y="4257"/>
                    <a:pt x="10084" y="4622"/>
                  </a:cubicBezTo>
                  <a:lnTo>
                    <a:pt x="13164" y="5929"/>
                  </a:lnTo>
                  <a:cubicBezTo>
                    <a:pt x="13164" y="6116"/>
                    <a:pt x="13120" y="6304"/>
                    <a:pt x="13043" y="6477"/>
                  </a:cubicBezTo>
                  <a:cubicBezTo>
                    <a:pt x="13413" y="6241"/>
                    <a:pt x="13644" y="5833"/>
                    <a:pt x="13644" y="5391"/>
                  </a:cubicBezTo>
                  <a:lnTo>
                    <a:pt x="10560" y="4079"/>
                  </a:lnTo>
                  <a:cubicBezTo>
                    <a:pt x="9705" y="3719"/>
                    <a:pt x="9152" y="2883"/>
                    <a:pt x="9152" y="1961"/>
                  </a:cubicBezTo>
                  <a:lnTo>
                    <a:pt x="9152" y="1586"/>
                  </a:lnTo>
                  <a:cubicBezTo>
                    <a:pt x="9152" y="1380"/>
                    <a:pt x="8984" y="1211"/>
                    <a:pt x="8777" y="1211"/>
                  </a:cubicBezTo>
                  <a:lnTo>
                    <a:pt x="1691" y="1211"/>
                  </a:lnTo>
                  <a:lnTo>
                    <a:pt x="127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0"/>
            <p:cNvSpPr/>
            <p:nvPr/>
          </p:nvSpPr>
          <p:spPr>
            <a:xfrm>
              <a:off x="5555563" y="2112778"/>
              <a:ext cx="109432" cy="100269"/>
            </a:xfrm>
            <a:custGeom>
              <a:rect b="b" l="l" r="r" t="t"/>
              <a:pathLst>
                <a:path extrusionOk="0" h="3830" w="4180">
                  <a:moveTo>
                    <a:pt x="29" y="0"/>
                  </a:moveTo>
                  <a:lnTo>
                    <a:pt x="0" y="24"/>
                  </a:lnTo>
                  <a:cubicBezTo>
                    <a:pt x="20" y="67"/>
                    <a:pt x="34" y="120"/>
                    <a:pt x="29" y="173"/>
                  </a:cubicBezTo>
                  <a:lnTo>
                    <a:pt x="29" y="543"/>
                  </a:lnTo>
                  <a:cubicBezTo>
                    <a:pt x="29" y="1465"/>
                    <a:pt x="586" y="2301"/>
                    <a:pt x="1437" y="2666"/>
                  </a:cubicBezTo>
                  <a:lnTo>
                    <a:pt x="4180" y="3829"/>
                  </a:lnTo>
                  <a:cubicBezTo>
                    <a:pt x="4180" y="3829"/>
                    <a:pt x="4060" y="308"/>
                    <a:pt x="35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0"/>
            <p:cNvSpPr/>
            <p:nvPr/>
          </p:nvSpPr>
          <p:spPr>
            <a:xfrm>
              <a:off x="5555694" y="2112778"/>
              <a:ext cx="109432" cy="100269"/>
            </a:xfrm>
            <a:custGeom>
              <a:rect b="b" l="l" r="r" t="t"/>
              <a:pathLst>
                <a:path extrusionOk="0" h="3830" w="4180">
                  <a:moveTo>
                    <a:pt x="24" y="0"/>
                  </a:moveTo>
                  <a:lnTo>
                    <a:pt x="0" y="24"/>
                  </a:lnTo>
                  <a:cubicBezTo>
                    <a:pt x="19" y="72"/>
                    <a:pt x="29" y="120"/>
                    <a:pt x="24" y="173"/>
                  </a:cubicBezTo>
                  <a:lnTo>
                    <a:pt x="24" y="433"/>
                  </a:lnTo>
                  <a:cubicBezTo>
                    <a:pt x="2647" y="692"/>
                    <a:pt x="3430" y="2590"/>
                    <a:pt x="3661" y="3608"/>
                  </a:cubicBezTo>
                  <a:lnTo>
                    <a:pt x="4180" y="3829"/>
                  </a:lnTo>
                  <a:cubicBezTo>
                    <a:pt x="4180" y="3829"/>
                    <a:pt x="4060" y="312"/>
                    <a:pt x="351"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0"/>
            <p:cNvSpPr/>
            <p:nvPr/>
          </p:nvSpPr>
          <p:spPr>
            <a:xfrm>
              <a:off x="5495323" y="2139193"/>
              <a:ext cx="37359" cy="63015"/>
            </a:xfrm>
            <a:custGeom>
              <a:rect b="b" l="l" r="r" t="t"/>
              <a:pathLst>
                <a:path extrusionOk="0" h="2407" w="1427">
                  <a:moveTo>
                    <a:pt x="0" y="0"/>
                  </a:moveTo>
                  <a:lnTo>
                    <a:pt x="0" y="2407"/>
                  </a:lnTo>
                  <a:lnTo>
                    <a:pt x="1427" y="2407"/>
                  </a:lnTo>
                  <a:lnTo>
                    <a:pt x="1427"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0"/>
            <p:cNvSpPr/>
            <p:nvPr/>
          </p:nvSpPr>
          <p:spPr>
            <a:xfrm>
              <a:off x="5519199" y="2139193"/>
              <a:ext cx="13483" cy="63015"/>
            </a:xfrm>
            <a:custGeom>
              <a:rect b="b" l="l" r="r" t="t"/>
              <a:pathLst>
                <a:path extrusionOk="0" h="2407" w="515">
                  <a:moveTo>
                    <a:pt x="1" y="0"/>
                  </a:moveTo>
                  <a:lnTo>
                    <a:pt x="1" y="2407"/>
                  </a:lnTo>
                  <a:lnTo>
                    <a:pt x="515" y="2407"/>
                  </a:lnTo>
                  <a:lnTo>
                    <a:pt x="515"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0"/>
            <p:cNvSpPr/>
            <p:nvPr/>
          </p:nvSpPr>
          <p:spPr>
            <a:xfrm>
              <a:off x="5492810" y="2089765"/>
              <a:ext cx="17253" cy="17488"/>
            </a:xfrm>
            <a:custGeom>
              <a:rect b="b" l="l" r="r" t="t"/>
              <a:pathLst>
                <a:path extrusionOk="0" h="668" w="659">
                  <a:moveTo>
                    <a:pt x="0" y="0"/>
                  </a:moveTo>
                  <a:lnTo>
                    <a:pt x="0" y="668"/>
                  </a:lnTo>
                  <a:lnTo>
                    <a:pt x="658" y="668"/>
                  </a:lnTo>
                  <a:lnTo>
                    <a:pt x="6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0"/>
            <p:cNvSpPr/>
            <p:nvPr/>
          </p:nvSpPr>
          <p:spPr>
            <a:xfrm>
              <a:off x="5479458" y="2072277"/>
              <a:ext cx="43564" cy="17619"/>
            </a:xfrm>
            <a:custGeom>
              <a:rect b="b" l="l" r="r" t="t"/>
              <a:pathLst>
                <a:path extrusionOk="0" h="673" w="1664">
                  <a:moveTo>
                    <a:pt x="1" y="0"/>
                  </a:moveTo>
                  <a:lnTo>
                    <a:pt x="1" y="673"/>
                  </a:lnTo>
                  <a:lnTo>
                    <a:pt x="1663" y="673"/>
                  </a:lnTo>
                  <a:lnTo>
                    <a:pt x="166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0"/>
            <p:cNvSpPr/>
            <p:nvPr/>
          </p:nvSpPr>
          <p:spPr>
            <a:xfrm>
              <a:off x="5507759" y="2072277"/>
              <a:ext cx="15263" cy="17619"/>
            </a:xfrm>
            <a:custGeom>
              <a:rect b="b" l="l" r="r" t="t"/>
              <a:pathLst>
                <a:path extrusionOk="0" h="673" w="583">
                  <a:moveTo>
                    <a:pt x="1" y="0"/>
                  </a:moveTo>
                  <a:lnTo>
                    <a:pt x="1" y="673"/>
                  </a:lnTo>
                  <a:lnTo>
                    <a:pt x="582" y="673"/>
                  </a:lnTo>
                  <a:lnTo>
                    <a:pt x="58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0"/>
            <p:cNvSpPr/>
            <p:nvPr/>
          </p:nvSpPr>
          <p:spPr>
            <a:xfrm>
              <a:off x="5486003" y="2028373"/>
              <a:ext cx="30604" cy="43930"/>
            </a:xfrm>
            <a:custGeom>
              <a:rect b="b" l="l" r="r" t="t"/>
              <a:pathLst>
                <a:path extrusionOk="0" h="1678" w="1169">
                  <a:moveTo>
                    <a:pt x="582" y="1"/>
                  </a:moveTo>
                  <a:cubicBezTo>
                    <a:pt x="265" y="1"/>
                    <a:pt x="1" y="260"/>
                    <a:pt x="1" y="582"/>
                  </a:cubicBezTo>
                  <a:lnTo>
                    <a:pt x="1" y="1677"/>
                  </a:lnTo>
                  <a:lnTo>
                    <a:pt x="1168" y="1677"/>
                  </a:lnTo>
                  <a:lnTo>
                    <a:pt x="1168" y="582"/>
                  </a:lnTo>
                  <a:cubicBezTo>
                    <a:pt x="1168" y="260"/>
                    <a:pt x="904" y="1"/>
                    <a:pt x="582"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0"/>
            <p:cNvSpPr/>
            <p:nvPr/>
          </p:nvSpPr>
          <p:spPr>
            <a:xfrm>
              <a:off x="5491291" y="2028242"/>
              <a:ext cx="25316" cy="43799"/>
            </a:xfrm>
            <a:custGeom>
              <a:rect b="b" l="l" r="r" t="t"/>
              <a:pathLst>
                <a:path extrusionOk="0" h="1673" w="967">
                  <a:moveTo>
                    <a:pt x="385" y="1"/>
                  </a:moveTo>
                  <a:cubicBezTo>
                    <a:pt x="241" y="1"/>
                    <a:pt x="106" y="54"/>
                    <a:pt x="0" y="145"/>
                  </a:cubicBezTo>
                  <a:cubicBezTo>
                    <a:pt x="231" y="227"/>
                    <a:pt x="385" y="448"/>
                    <a:pt x="385" y="693"/>
                  </a:cubicBezTo>
                  <a:lnTo>
                    <a:pt x="385" y="1673"/>
                  </a:lnTo>
                  <a:lnTo>
                    <a:pt x="966" y="1673"/>
                  </a:lnTo>
                  <a:lnTo>
                    <a:pt x="966" y="587"/>
                  </a:lnTo>
                  <a:cubicBezTo>
                    <a:pt x="966" y="265"/>
                    <a:pt x="702" y="1"/>
                    <a:pt x="38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0"/>
            <p:cNvSpPr/>
            <p:nvPr/>
          </p:nvSpPr>
          <p:spPr>
            <a:xfrm>
              <a:off x="5354894" y="2031096"/>
              <a:ext cx="131136" cy="34217"/>
            </a:xfrm>
            <a:custGeom>
              <a:rect b="b" l="l" r="r" t="t"/>
              <a:pathLst>
                <a:path extrusionOk="0" h="1307" w="5009">
                  <a:moveTo>
                    <a:pt x="875" y="1"/>
                  </a:moveTo>
                  <a:cubicBezTo>
                    <a:pt x="293" y="1"/>
                    <a:pt x="1" y="720"/>
                    <a:pt x="430" y="1127"/>
                  </a:cubicBezTo>
                  <a:cubicBezTo>
                    <a:pt x="553" y="1240"/>
                    <a:pt x="711" y="1306"/>
                    <a:pt x="876" y="1306"/>
                  </a:cubicBezTo>
                  <a:cubicBezTo>
                    <a:pt x="893" y="1306"/>
                    <a:pt x="909" y="1306"/>
                    <a:pt x="925" y="1304"/>
                  </a:cubicBezTo>
                  <a:lnTo>
                    <a:pt x="5009" y="1016"/>
                  </a:lnTo>
                  <a:lnTo>
                    <a:pt x="5009" y="286"/>
                  </a:lnTo>
                  <a:lnTo>
                    <a:pt x="925" y="2"/>
                  </a:lnTo>
                  <a:cubicBezTo>
                    <a:pt x="908" y="1"/>
                    <a:pt x="891" y="1"/>
                    <a:pt x="875"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0"/>
            <p:cNvSpPr/>
            <p:nvPr/>
          </p:nvSpPr>
          <p:spPr>
            <a:xfrm>
              <a:off x="5472416" y="2037693"/>
              <a:ext cx="14111" cy="21023"/>
            </a:xfrm>
            <a:custGeom>
              <a:rect b="b" l="l" r="r" t="t"/>
              <a:pathLst>
                <a:path extrusionOk="0" h="803" w="539">
                  <a:moveTo>
                    <a:pt x="44" y="0"/>
                  </a:moveTo>
                  <a:cubicBezTo>
                    <a:pt x="15" y="72"/>
                    <a:pt x="1" y="149"/>
                    <a:pt x="1" y="226"/>
                  </a:cubicBezTo>
                  <a:lnTo>
                    <a:pt x="1" y="803"/>
                  </a:lnTo>
                  <a:lnTo>
                    <a:pt x="539" y="764"/>
                  </a:lnTo>
                  <a:lnTo>
                    <a:pt x="539" y="34"/>
                  </a:lnTo>
                  <a:lnTo>
                    <a:pt x="4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0"/>
            <p:cNvSpPr/>
            <p:nvPr/>
          </p:nvSpPr>
          <p:spPr>
            <a:xfrm>
              <a:off x="5573052" y="2134402"/>
              <a:ext cx="25421" cy="50449"/>
            </a:xfrm>
            <a:custGeom>
              <a:rect b="b" l="l" r="r" t="t"/>
              <a:pathLst>
                <a:path extrusionOk="0" h="1927" w="971">
                  <a:moveTo>
                    <a:pt x="485" y="1"/>
                  </a:moveTo>
                  <a:cubicBezTo>
                    <a:pt x="221" y="1"/>
                    <a:pt x="0" y="217"/>
                    <a:pt x="0" y="486"/>
                  </a:cubicBezTo>
                  <a:lnTo>
                    <a:pt x="0" y="1312"/>
                  </a:lnTo>
                  <a:cubicBezTo>
                    <a:pt x="221" y="1538"/>
                    <a:pt x="480" y="1716"/>
                    <a:pt x="769" y="1840"/>
                  </a:cubicBezTo>
                  <a:lnTo>
                    <a:pt x="970" y="1927"/>
                  </a:lnTo>
                  <a:lnTo>
                    <a:pt x="970" y="486"/>
                  </a:lnTo>
                  <a:cubicBezTo>
                    <a:pt x="970" y="217"/>
                    <a:pt x="754" y="1"/>
                    <a:pt x="48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0"/>
            <p:cNvSpPr/>
            <p:nvPr/>
          </p:nvSpPr>
          <p:spPr>
            <a:xfrm>
              <a:off x="5580461" y="2134402"/>
              <a:ext cx="18274" cy="50449"/>
            </a:xfrm>
            <a:custGeom>
              <a:rect b="b" l="l" r="r" t="t"/>
              <a:pathLst>
                <a:path extrusionOk="0" h="1927" w="698">
                  <a:moveTo>
                    <a:pt x="207" y="1"/>
                  </a:moveTo>
                  <a:cubicBezTo>
                    <a:pt x="135" y="1"/>
                    <a:pt x="68" y="15"/>
                    <a:pt x="1" y="49"/>
                  </a:cubicBezTo>
                  <a:cubicBezTo>
                    <a:pt x="173" y="125"/>
                    <a:pt x="279" y="298"/>
                    <a:pt x="284" y="486"/>
                  </a:cubicBezTo>
                  <a:lnTo>
                    <a:pt x="284" y="1740"/>
                  </a:lnTo>
                  <a:cubicBezTo>
                    <a:pt x="351" y="1778"/>
                    <a:pt x="418" y="1812"/>
                    <a:pt x="491" y="1840"/>
                  </a:cubicBezTo>
                  <a:lnTo>
                    <a:pt x="697" y="1927"/>
                  </a:lnTo>
                  <a:lnTo>
                    <a:pt x="697" y="486"/>
                  </a:lnTo>
                  <a:cubicBezTo>
                    <a:pt x="692" y="217"/>
                    <a:pt x="476" y="1"/>
                    <a:pt x="207"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0"/>
            <p:cNvSpPr/>
            <p:nvPr/>
          </p:nvSpPr>
          <p:spPr>
            <a:xfrm>
              <a:off x="5517707" y="2030991"/>
              <a:ext cx="131293" cy="34296"/>
            </a:xfrm>
            <a:custGeom>
              <a:rect b="b" l="l" r="r" t="t"/>
              <a:pathLst>
                <a:path extrusionOk="0" h="1310" w="5015">
                  <a:moveTo>
                    <a:pt x="4133" y="0"/>
                  </a:moveTo>
                  <a:cubicBezTo>
                    <a:pt x="4119" y="0"/>
                    <a:pt x="4104" y="1"/>
                    <a:pt x="4089" y="2"/>
                  </a:cubicBezTo>
                  <a:lnTo>
                    <a:pt x="0" y="290"/>
                  </a:lnTo>
                  <a:lnTo>
                    <a:pt x="0" y="1020"/>
                  </a:lnTo>
                  <a:lnTo>
                    <a:pt x="4089" y="1308"/>
                  </a:lnTo>
                  <a:cubicBezTo>
                    <a:pt x="4100" y="1309"/>
                    <a:pt x="4112" y="1309"/>
                    <a:pt x="4124" y="1309"/>
                  </a:cubicBezTo>
                  <a:cubicBezTo>
                    <a:pt x="4291" y="1309"/>
                    <a:pt x="4458" y="1247"/>
                    <a:pt x="4579" y="1131"/>
                  </a:cubicBezTo>
                  <a:cubicBezTo>
                    <a:pt x="5014" y="723"/>
                    <a:pt x="4714" y="0"/>
                    <a:pt x="4133"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0"/>
            <p:cNvSpPr/>
            <p:nvPr/>
          </p:nvSpPr>
          <p:spPr>
            <a:xfrm>
              <a:off x="5517838" y="2037693"/>
              <a:ext cx="14111" cy="21023"/>
            </a:xfrm>
            <a:custGeom>
              <a:rect b="b" l="l" r="r" t="t"/>
              <a:pathLst>
                <a:path extrusionOk="0" h="803" w="539">
                  <a:moveTo>
                    <a:pt x="495" y="0"/>
                  </a:moveTo>
                  <a:lnTo>
                    <a:pt x="0" y="34"/>
                  </a:lnTo>
                  <a:lnTo>
                    <a:pt x="0" y="764"/>
                  </a:lnTo>
                  <a:lnTo>
                    <a:pt x="538" y="803"/>
                  </a:lnTo>
                  <a:lnTo>
                    <a:pt x="538" y="226"/>
                  </a:lnTo>
                  <a:cubicBezTo>
                    <a:pt x="538" y="149"/>
                    <a:pt x="524" y="72"/>
                    <a:pt x="4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0"/>
            <p:cNvSpPr/>
            <p:nvPr/>
          </p:nvSpPr>
          <p:spPr>
            <a:xfrm>
              <a:off x="5490035" y="2133774"/>
              <a:ext cx="48066" cy="73723"/>
            </a:xfrm>
            <a:custGeom>
              <a:rect b="b" l="l" r="r" t="t"/>
              <a:pathLst>
                <a:path extrusionOk="0" h="2816" w="1836">
                  <a:moveTo>
                    <a:pt x="1418" y="414"/>
                  </a:moveTo>
                  <a:lnTo>
                    <a:pt x="1418" y="2403"/>
                  </a:lnTo>
                  <a:lnTo>
                    <a:pt x="404" y="2403"/>
                  </a:lnTo>
                  <a:lnTo>
                    <a:pt x="404" y="414"/>
                  </a:lnTo>
                  <a:close/>
                  <a:moveTo>
                    <a:pt x="202" y="1"/>
                  </a:moveTo>
                  <a:cubicBezTo>
                    <a:pt x="92" y="1"/>
                    <a:pt x="0" y="92"/>
                    <a:pt x="0" y="207"/>
                  </a:cubicBezTo>
                  <a:lnTo>
                    <a:pt x="0" y="2614"/>
                  </a:lnTo>
                  <a:cubicBezTo>
                    <a:pt x="0" y="2724"/>
                    <a:pt x="92" y="2816"/>
                    <a:pt x="202" y="2816"/>
                  </a:cubicBezTo>
                  <a:lnTo>
                    <a:pt x="1629" y="2816"/>
                  </a:lnTo>
                  <a:cubicBezTo>
                    <a:pt x="1744" y="2816"/>
                    <a:pt x="1836" y="2724"/>
                    <a:pt x="1836" y="2614"/>
                  </a:cubicBezTo>
                  <a:lnTo>
                    <a:pt x="1836" y="207"/>
                  </a:lnTo>
                  <a:cubicBezTo>
                    <a:pt x="1836" y="92"/>
                    <a:pt x="1744" y="1"/>
                    <a:pt x="1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0"/>
            <p:cNvSpPr/>
            <p:nvPr/>
          </p:nvSpPr>
          <p:spPr>
            <a:xfrm>
              <a:off x="5310807" y="2022849"/>
              <a:ext cx="368274" cy="281226"/>
            </a:xfrm>
            <a:custGeom>
              <a:rect b="b" l="l" r="r" t="t"/>
              <a:pathLst>
                <a:path extrusionOk="0" h="10742" w="14067">
                  <a:moveTo>
                    <a:pt x="2556" y="518"/>
                  </a:moveTo>
                  <a:cubicBezTo>
                    <a:pt x="2567" y="518"/>
                    <a:pt x="2579" y="518"/>
                    <a:pt x="2590" y="519"/>
                  </a:cubicBezTo>
                  <a:lnTo>
                    <a:pt x="6486" y="788"/>
                  </a:lnTo>
                  <a:lnTo>
                    <a:pt x="6486" y="1139"/>
                  </a:lnTo>
                  <a:lnTo>
                    <a:pt x="2590" y="1413"/>
                  </a:lnTo>
                  <a:cubicBezTo>
                    <a:pt x="2580" y="1413"/>
                    <a:pt x="2571" y="1414"/>
                    <a:pt x="2562" y="1414"/>
                  </a:cubicBezTo>
                  <a:cubicBezTo>
                    <a:pt x="2162" y="1414"/>
                    <a:pt x="1958" y="921"/>
                    <a:pt x="2254" y="639"/>
                  </a:cubicBezTo>
                  <a:cubicBezTo>
                    <a:pt x="2337" y="561"/>
                    <a:pt x="2443" y="518"/>
                    <a:pt x="2556" y="518"/>
                  </a:cubicBezTo>
                  <a:close/>
                  <a:moveTo>
                    <a:pt x="7279" y="409"/>
                  </a:moveTo>
                  <a:cubicBezTo>
                    <a:pt x="7485" y="409"/>
                    <a:pt x="7653" y="577"/>
                    <a:pt x="7653" y="788"/>
                  </a:cubicBezTo>
                  <a:lnTo>
                    <a:pt x="7653" y="1672"/>
                  </a:lnTo>
                  <a:lnTo>
                    <a:pt x="6899" y="1672"/>
                  </a:lnTo>
                  <a:lnTo>
                    <a:pt x="6899" y="788"/>
                  </a:lnTo>
                  <a:cubicBezTo>
                    <a:pt x="6899" y="577"/>
                    <a:pt x="7067" y="409"/>
                    <a:pt x="7279" y="409"/>
                  </a:cubicBezTo>
                  <a:close/>
                  <a:moveTo>
                    <a:pt x="7903" y="2085"/>
                  </a:moveTo>
                  <a:lnTo>
                    <a:pt x="7903" y="2350"/>
                  </a:lnTo>
                  <a:lnTo>
                    <a:pt x="6649" y="2350"/>
                  </a:lnTo>
                  <a:lnTo>
                    <a:pt x="6649" y="2085"/>
                  </a:lnTo>
                  <a:close/>
                  <a:moveTo>
                    <a:pt x="7399" y="2763"/>
                  </a:moveTo>
                  <a:lnTo>
                    <a:pt x="7399" y="3022"/>
                  </a:lnTo>
                  <a:lnTo>
                    <a:pt x="7154" y="3022"/>
                  </a:lnTo>
                  <a:lnTo>
                    <a:pt x="7154" y="2763"/>
                  </a:lnTo>
                  <a:close/>
                  <a:moveTo>
                    <a:pt x="10507" y="4449"/>
                  </a:moveTo>
                  <a:cubicBezTo>
                    <a:pt x="10666" y="4449"/>
                    <a:pt x="10795" y="4583"/>
                    <a:pt x="10786" y="4747"/>
                  </a:cubicBezTo>
                  <a:lnTo>
                    <a:pt x="10786" y="5861"/>
                  </a:lnTo>
                  <a:cubicBezTo>
                    <a:pt x="10728" y="5832"/>
                    <a:pt x="10675" y="5789"/>
                    <a:pt x="10622" y="5760"/>
                  </a:cubicBezTo>
                  <a:cubicBezTo>
                    <a:pt x="10272" y="5549"/>
                    <a:pt x="10272" y="5501"/>
                    <a:pt x="10228" y="5458"/>
                  </a:cubicBezTo>
                  <a:lnTo>
                    <a:pt x="10228" y="4747"/>
                  </a:lnTo>
                  <a:cubicBezTo>
                    <a:pt x="10219" y="4583"/>
                    <a:pt x="10349" y="4449"/>
                    <a:pt x="10507" y="4449"/>
                  </a:cubicBezTo>
                  <a:close/>
                  <a:moveTo>
                    <a:pt x="9705" y="3642"/>
                  </a:moveTo>
                  <a:cubicBezTo>
                    <a:pt x="11574" y="3647"/>
                    <a:pt x="13130" y="5073"/>
                    <a:pt x="13293" y="6937"/>
                  </a:cubicBezTo>
                  <a:lnTo>
                    <a:pt x="11199" y="6044"/>
                  </a:lnTo>
                  <a:lnTo>
                    <a:pt x="11199" y="4747"/>
                  </a:lnTo>
                  <a:cubicBezTo>
                    <a:pt x="11199" y="4362"/>
                    <a:pt x="10887" y="4055"/>
                    <a:pt x="10507" y="4055"/>
                  </a:cubicBezTo>
                  <a:cubicBezTo>
                    <a:pt x="10123" y="4055"/>
                    <a:pt x="9815" y="4362"/>
                    <a:pt x="9815" y="4747"/>
                  </a:cubicBezTo>
                  <a:lnTo>
                    <a:pt x="9815" y="4881"/>
                  </a:lnTo>
                  <a:cubicBezTo>
                    <a:pt x="9503" y="4233"/>
                    <a:pt x="9609" y="3868"/>
                    <a:pt x="9585" y="3642"/>
                  </a:cubicBezTo>
                  <a:close/>
                  <a:moveTo>
                    <a:pt x="11204" y="8888"/>
                  </a:moveTo>
                  <a:lnTo>
                    <a:pt x="11655" y="9378"/>
                  </a:lnTo>
                  <a:cubicBezTo>
                    <a:pt x="12006" y="9757"/>
                    <a:pt x="11900" y="10180"/>
                    <a:pt x="11919" y="10329"/>
                  </a:cubicBezTo>
                  <a:lnTo>
                    <a:pt x="7966" y="10329"/>
                  </a:lnTo>
                  <a:cubicBezTo>
                    <a:pt x="7985" y="10175"/>
                    <a:pt x="7879" y="9753"/>
                    <a:pt x="8235" y="9378"/>
                  </a:cubicBezTo>
                  <a:lnTo>
                    <a:pt x="8686" y="8888"/>
                  </a:lnTo>
                  <a:close/>
                  <a:moveTo>
                    <a:pt x="7273" y="0"/>
                  </a:moveTo>
                  <a:cubicBezTo>
                    <a:pt x="7019" y="0"/>
                    <a:pt x="6765" y="130"/>
                    <a:pt x="6606" y="389"/>
                  </a:cubicBezTo>
                  <a:lnTo>
                    <a:pt x="2609" y="111"/>
                  </a:lnTo>
                  <a:cubicBezTo>
                    <a:pt x="2587" y="109"/>
                    <a:pt x="2565" y="108"/>
                    <a:pt x="2543" y="108"/>
                  </a:cubicBezTo>
                  <a:cubicBezTo>
                    <a:pt x="2326" y="108"/>
                    <a:pt x="2118" y="193"/>
                    <a:pt x="1961" y="341"/>
                  </a:cubicBezTo>
                  <a:cubicBezTo>
                    <a:pt x="1399" y="870"/>
                    <a:pt x="1773" y="1826"/>
                    <a:pt x="2552" y="1826"/>
                  </a:cubicBezTo>
                  <a:cubicBezTo>
                    <a:pt x="2557" y="1826"/>
                    <a:pt x="2560" y="1826"/>
                    <a:pt x="2563" y="1826"/>
                  </a:cubicBezTo>
                  <a:cubicBezTo>
                    <a:pt x="2600" y="1826"/>
                    <a:pt x="2734" y="1814"/>
                    <a:pt x="6476" y="1552"/>
                  </a:cubicBezTo>
                  <a:lnTo>
                    <a:pt x="6476" y="1672"/>
                  </a:lnTo>
                  <a:lnTo>
                    <a:pt x="6433" y="1672"/>
                  </a:lnTo>
                  <a:cubicBezTo>
                    <a:pt x="6318" y="1672"/>
                    <a:pt x="6227" y="1763"/>
                    <a:pt x="6227" y="1879"/>
                  </a:cubicBezTo>
                  <a:lnTo>
                    <a:pt x="6227" y="2556"/>
                  </a:lnTo>
                  <a:cubicBezTo>
                    <a:pt x="6227" y="2667"/>
                    <a:pt x="6318" y="2758"/>
                    <a:pt x="6433" y="2758"/>
                  </a:cubicBezTo>
                  <a:lnTo>
                    <a:pt x="6731" y="2758"/>
                  </a:lnTo>
                  <a:lnTo>
                    <a:pt x="6731" y="3017"/>
                  </a:lnTo>
                  <a:lnTo>
                    <a:pt x="2052" y="3017"/>
                  </a:lnTo>
                  <a:lnTo>
                    <a:pt x="1692" y="1946"/>
                  </a:lnTo>
                  <a:cubicBezTo>
                    <a:pt x="1663" y="1864"/>
                    <a:pt x="1581" y="1807"/>
                    <a:pt x="1495" y="1807"/>
                  </a:cubicBezTo>
                  <a:lnTo>
                    <a:pt x="217" y="1807"/>
                  </a:lnTo>
                  <a:cubicBezTo>
                    <a:pt x="97" y="1807"/>
                    <a:pt x="1" y="1912"/>
                    <a:pt x="15" y="2037"/>
                  </a:cubicBezTo>
                  <a:lnTo>
                    <a:pt x="366" y="5381"/>
                  </a:lnTo>
                  <a:cubicBezTo>
                    <a:pt x="375" y="5487"/>
                    <a:pt x="462" y="5563"/>
                    <a:pt x="568" y="5563"/>
                  </a:cubicBezTo>
                  <a:lnTo>
                    <a:pt x="1499" y="5563"/>
                  </a:lnTo>
                  <a:cubicBezTo>
                    <a:pt x="1576" y="5563"/>
                    <a:pt x="1648" y="5515"/>
                    <a:pt x="1682" y="5443"/>
                  </a:cubicBezTo>
                  <a:lnTo>
                    <a:pt x="2148" y="4449"/>
                  </a:lnTo>
                  <a:lnTo>
                    <a:pt x="5535" y="4449"/>
                  </a:lnTo>
                  <a:cubicBezTo>
                    <a:pt x="5674" y="4454"/>
                    <a:pt x="5790" y="4564"/>
                    <a:pt x="5790" y="4703"/>
                  </a:cubicBezTo>
                  <a:cubicBezTo>
                    <a:pt x="5804" y="6462"/>
                    <a:pt x="5751" y="6611"/>
                    <a:pt x="5847" y="7033"/>
                  </a:cubicBezTo>
                  <a:cubicBezTo>
                    <a:pt x="5865" y="7155"/>
                    <a:pt x="5953" y="7208"/>
                    <a:pt x="6043" y="7208"/>
                  </a:cubicBezTo>
                  <a:cubicBezTo>
                    <a:pt x="6166" y="7208"/>
                    <a:pt x="6293" y="7106"/>
                    <a:pt x="6246" y="6942"/>
                  </a:cubicBezTo>
                  <a:cubicBezTo>
                    <a:pt x="6169" y="6591"/>
                    <a:pt x="6212" y="6443"/>
                    <a:pt x="6203" y="4703"/>
                  </a:cubicBezTo>
                  <a:cubicBezTo>
                    <a:pt x="6198" y="4334"/>
                    <a:pt x="5905" y="4041"/>
                    <a:pt x="5535" y="4041"/>
                  </a:cubicBezTo>
                  <a:lnTo>
                    <a:pt x="2018" y="4041"/>
                  </a:lnTo>
                  <a:cubicBezTo>
                    <a:pt x="1937" y="4041"/>
                    <a:pt x="1865" y="4084"/>
                    <a:pt x="1831" y="4161"/>
                  </a:cubicBezTo>
                  <a:lnTo>
                    <a:pt x="1365" y="5155"/>
                  </a:lnTo>
                  <a:lnTo>
                    <a:pt x="755" y="5155"/>
                  </a:lnTo>
                  <a:lnTo>
                    <a:pt x="447" y="2215"/>
                  </a:lnTo>
                  <a:lnTo>
                    <a:pt x="1346" y="2215"/>
                  </a:lnTo>
                  <a:lnTo>
                    <a:pt x="1706" y="3286"/>
                  </a:lnTo>
                  <a:cubicBezTo>
                    <a:pt x="1735" y="3368"/>
                    <a:pt x="1817" y="3426"/>
                    <a:pt x="1903" y="3426"/>
                  </a:cubicBezTo>
                  <a:lnTo>
                    <a:pt x="8989" y="3426"/>
                  </a:lnTo>
                  <a:cubicBezTo>
                    <a:pt x="9085" y="3426"/>
                    <a:pt x="9162" y="3502"/>
                    <a:pt x="9162" y="3594"/>
                  </a:cubicBezTo>
                  <a:lnTo>
                    <a:pt x="9162" y="3968"/>
                  </a:lnTo>
                  <a:cubicBezTo>
                    <a:pt x="9167" y="4973"/>
                    <a:pt x="9767" y="5885"/>
                    <a:pt x="10694" y="6284"/>
                  </a:cubicBezTo>
                  <a:lnTo>
                    <a:pt x="13639" y="7533"/>
                  </a:lnTo>
                  <a:cubicBezTo>
                    <a:pt x="13572" y="8066"/>
                    <a:pt x="13116" y="8470"/>
                    <a:pt x="12578" y="8475"/>
                  </a:cubicBezTo>
                  <a:lnTo>
                    <a:pt x="8163" y="8475"/>
                  </a:lnTo>
                  <a:cubicBezTo>
                    <a:pt x="7567" y="8475"/>
                    <a:pt x="7000" y="8201"/>
                    <a:pt x="6630" y="7735"/>
                  </a:cubicBezTo>
                  <a:cubicBezTo>
                    <a:pt x="6584" y="7681"/>
                    <a:pt x="6529" y="7659"/>
                    <a:pt x="6476" y="7659"/>
                  </a:cubicBezTo>
                  <a:cubicBezTo>
                    <a:pt x="6329" y="7659"/>
                    <a:pt x="6195" y="7831"/>
                    <a:pt x="6308" y="7989"/>
                  </a:cubicBezTo>
                  <a:cubicBezTo>
                    <a:pt x="6746" y="8542"/>
                    <a:pt x="7413" y="8873"/>
                    <a:pt x="8124" y="8883"/>
                  </a:cubicBezTo>
                  <a:lnTo>
                    <a:pt x="7927" y="9094"/>
                  </a:lnTo>
                  <a:cubicBezTo>
                    <a:pt x="7447" y="9608"/>
                    <a:pt x="7572" y="10190"/>
                    <a:pt x="7553" y="10324"/>
                  </a:cubicBezTo>
                  <a:lnTo>
                    <a:pt x="6875" y="10324"/>
                  </a:lnTo>
                  <a:lnTo>
                    <a:pt x="6207" y="9719"/>
                  </a:lnTo>
                  <a:cubicBezTo>
                    <a:pt x="6162" y="9678"/>
                    <a:pt x="6113" y="9661"/>
                    <a:pt x="6067" y="9661"/>
                  </a:cubicBezTo>
                  <a:cubicBezTo>
                    <a:pt x="5902" y="9661"/>
                    <a:pt x="5766" y="9880"/>
                    <a:pt x="5924" y="10026"/>
                  </a:cubicBezTo>
                  <a:cubicBezTo>
                    <a:pt x="6654" y="10665"/>
                    <a:pt x="6649" y="10737"/>
                    <a:pt x="6789" y="10737"/>
                  </a:cubicBezTo>
                  <a:cubicBezTo>
                    <a:pt x="7720" y="10735"/>
                    <a:pt x="8515" y="10734"/>
                    <a:pt x="9194" y="10734"/>
                  </a:cubicBezTo>
                  <a:cubicBezTo>
                    <a:pt x="11131" y="10734"/>
                    <a:pt x="12123" y="10742"/>
                    <a:pt x="12641" y="10742"/>
                  </a:cubicBezTo>
                  <a:cubicBezTo>
                    <a:pt x="13237" y="10742"/>
                    <a:pt x="13202" y="10731"/>
                    <a:pt x="13255" y="10684"/>
                  </a:cubicBezTo>
                  <a:lnTo>
                    <a:pt x="13952" y="10046"/>
                  </a:lnTo>
                  <a:cubicBezTo>
                    <a:pt x="14038" y="9969"/>
                    <a:pt x="14043" y="9839"/>
                    <a:pt x="13966" y="9753"/>
                  </a:cubicBezTo>
                  <a:cubicBezTo>
                    <a:pt x="13926" y="9713"/>
                    <a:pt x="13873" y="9692"/>
                    <a:pt x="13819" y="9692"/>
                  </a:cubicBezTo>
                  <a:cubicBezTo>
                    <a:pt x="13769" y="9692"/>
                    <a:pt x="13720" y="9710"/>
                    <a:pt x="13683" y="9748"/>
                  </a:cubicBezTo>
                  <a:lnTo>
                    <a:pt x="13039" y="10324"/>
                  </a:lnTo>
                  <a:lnTo>
                    <a:pt x="12328" y="10324"/>
                  </a:lnTo>
                  <a:lnTo>
                    <a:pt x="12328" y="10046"/>
                  </a:lnTo>
                  <a:cubicBezTo>
                    <a:pt x="12328" y="9344"/>
                    <a:pt x="11847" y="9003"/>
                    <a:pt x="11761" y="8888"/>
                  </a:cubicBezTo>
                  <a:lnTo>
                    <a:pt x="12582" y="8888"/>
                  </a:lnTo>
                  <a:cubicBezTo>
                    <a:pt x="13399" y="8888"/>
                    <a:pt x="14067" y="8225"/>
                    <a:pt x="14067" y="7403"/>
                  </a:cubicBezTo>
                  <a:cubicBezTo>
                    <a:pt x="14067" y="7322"/>
                    <a:pt x="14019" y="7245"/>
                    <a:pt x="13942" y="7216"/>
                  </a:cubicBezTo>
                  <a:lnTo>
                    <a:pt x="13716" y="7120"/>
                  </a:lnTo>
                  <a:cubicBezTo>
                    <a:pt x="13644" y="4948"/>
                    <a:pt x="11867" y="3229"/>
                    <a:pt x="9695" y="3229"/>
                  </a:cubicBezTo>
                  <a:lnTo>
                    <a:pt x="9431" y="3229"/>
                  </a:lnTo>
                  <a:cubicBezTo>
                    <a:pt x="9320" y="3094"/>
                    <a:pt x="9162" y="3017"/>
                    <a:pt x="8989" y="3017"/>
                  </a:cubicBezTo>
                  <a:lnTo>
                    <a:pt x="7802" y="3017"/>
                  </a:lnTo>
                  <a:lnTo>
                    <a:pt x="7802" y="2763"/>
                  </a:lnTo>
                  <a:lnTo>
                    <a:pt x="8100" y="2763"/>
                  </a:lnTo>
                  <a:cubicBezTo>
                    <a:pt x="8211" y="2763"/>
                    <a:pt x="8302" y="2671"/>
                    <a:pt x="8302" y="2556"/>
                  </a:cubicBezTo>
                  <a:lnTo>
                    <a:pt x="8302" y="1879"/>
                  </a:lnTo>
                  <a:cubicBezTo>
                    <a:pt x="8302" y="1768"/>
                    <a:pt x="8211" y="1677"/>
                    <a:pt x="8100" y="1677"/>
                  </a:cubicBezTo>
                  <a:lnTo>
                    <a:pt x="8052" y="1677"/>
                  </a:lnTo>
                  <a:lnTo>
                    <a:pt x="8052" y="1547"/>
                  </a:lnTo>
                  <a:cubicBezTo>
                    <a:pt x="11739" y="1806"/>
                    <a:pt x="11971" y="1821"/>
                    <a:pt x="12012" y="1821"/>
                  </a:cubicBezTo>
                  <a:cubicBezTo>
                    <a:pt x="12017" y="1821"/>
                    <a:pt x="12019" y="1821"/>
                    <a:pt x="12025" y="1821"/>
                  </a:cubicBezTo>
                  <a:cubicBezTo>
                    <a:pt x="12799" y="1821"/>
                    <a:pt x="13178" y="870"/>
                    <a:pt x="12616" y="341"/>
                  </a:cubicBezTo>
                  <a:cubicBezTo>
                    <a:pt x="12455" y="193"/>
                    <a:pt x="12246" y="108"/>
                    <a:pt x="12032" y="108"/>
                  </a:cubicBezTo>
                  <a:cubicBezTo>
                    <a:pt x="12011" y="108"/>
                    <a:pt x="11989" y="109"/>
                    <a:pt x="11968" y="111"/>
                  </a:cubicBezTo>
                  <a:lnTo>
                    <a:pt x="10963" y="178"/>
                  </a:lnTo>
                  <a:cubicBezTo>
                    <a:pt x="10696" y="197"/>
                    <a:pt x="10717" y="592"/>
                    <a:pt x="10974" y="592"/>
                  </a:cubicBezTo>
                  <a:cubicBezTo>
                    <a:pt x="10980" y="592"/>
                    <a:pt x="10986" y="592"/>
                    <a:pt x="10992" y="591"/>
                  </a:cubicBezTo>
                  <a:lnTo>
                    <a:pt x="11996" y="524"/>
                  </a:lnTo>
                  <a:cubicBezTo>
                    <a:pt x="12008" y="523"/>
                    <a:pt x="12019" y="523"/>
                    <a:pt x="12030" y="523"/>
                  </a:cubicBezTo>
                  <a:cubicBezTo>
                    <a:pt x="12270" y="523"/>
                    <a:pt x="12472" y="718"/>
                    <a:pt x="12472" y="971"/>
                  </a:cubicBezTo>
                  <a:cubicBezTo>
                    <a:pt x="12472" y="1219"/>
                    <a:pt x="12270" y="1414"/>
                    <a:pt x="12030" y="1414"/>
                  </a:cubicBezTo>
                  <a:cubicBezTo>
                    <a:pt x="12019" y="1414"/>
                    <a:pt x="12008" y="1414"/>
                    <a:pt x="11996" y="1413"/>
                  </a:cubicBezTo>
                  <a:lnTo>
                    <a:pt x="8100" y="1144"/>
                  </a:lnTo>
                  <a:lnTo>
                    <a:pt x="8100" y="793"/>
                  </a:lnTo>
                  <a:lnTo>
                    <a:pt x="9945" y="663"/>
                  </a:lnTo>
                  <a:cubicBezTo>
                    <a:pt x="10213" y="645"/>
                    <a:pt x="10191" y="250"/>
                    <a:pt x="9934" y="250"/>
                  </a:cubicBezTo>
                  <a:cubicBezTo>
                    <a:pt x="9929" y="250"/>
                    <a:pt x="9922" y="250"/>
                    <a:pt x="9916" y="250"/>
                  </a:cubicBezTo>
                  <a:lnTo>
                    <a:pt x="7937" y="389"/>
                  </a:lnTo>
                  <a:cubicBezTo>
                    <a:pt x="7781" y="130"/>
                    <a:pt x="7527" y="0"/>
                    <a:pt x="7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80"/>
          <p:cNvGrpSpPr/>
          <p:nvPr/>
        </p:nvGrpSpPr>
        <p:grpSpPr>
          <a:xfrm>
            <a:off x="4865589" y="2022430"/>
            <a:ext cx="375788" cy="281828"/>
            <a:chOff x="4865589" y="2022430"/>
            <a:chExt cx="375788" cy="281828"/>
          </a:xfrm>
        </p:grpSpPr>
        <p:sp>
          <p:nvSpPr>
            <p:cNvPr id="9449" name="Google Shape;9449;p80"/>
            <p:cNvSpPr/>
            <p:nvPr/>
          </p:nvSpPr>
          <p:spPr>
            <a:xfrm>
              <a:off x="5145794" y="2106599"/>
              <a:ext cx="87572" cy="113595"/>
            </a:xfrm>
            <a:custGeom>
              <a:rect b="b" l="l" r="r" t="t"/>
              <a:pathLst>
                <a:path extrusionOk="0" h="4339" w="3345">
                  <a:moveTo>
                    <a:pt x="1" y="1"/>
                  </a:moveTo>
                  <a:lnTo>
                    <a:pt x="1" y="4339"/>
                  </a:lnTo>
                  <a:cubicBezTo>
                    <a:pt x="1" y="4339"/>
                    <a:pt x="1386" y="3035"/>
                    <a:pt x="2698" y="3035"/>
                  </a:cubicBezTo>
                  <a:cubicBezTo>
                    <a:pt x="2918" y="3035"/>
                    <a:pt x="3135" y="3072"/>
                    <a:pt x="3344" y="3157"/>
                  </a:cubicBezTo>
                  <a:lnTo>
                    <a:pt x="3344" y="1183"/>
                  </a:lnTo>
                  <a:cubicBezTo>
                    <a:pt x="3135" y="1268"/>
                    <a:pt x="2916" y="1305"/>
                    <a:pt x="2696" y="1305"/>
                  </a:cubicBezTo>
                  <a:cubicBezTo>
                    <a:pt x="1382" y="1305"/>
                    <a:pt x="1" y="1"/>
                    <a:pt x="1"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0"/>
            <p:cNvSpPr/>
            <p:nvPr/>
          </p:nvSpPr>
          <p:spPr>
            <a:xfrm>
              <a:off x="5145794" y="2106494"/>
              <a:ext cx="33615" cy="113700"/>
            </a:xfrm>
            <a:custGeom>
              <a:rect b="b" l="l" r="r" t="t"/>
              <a:pathLst>
                <a:path extrusionOk="0" h="4343" w="1284">
                  <a:moveTo>
                    <a:pt x="1" y="0"/>
                  </a:moveTo>
                  <a:lnTo>
                    <a:pt x="1" y="4343"/>
                  </a:lnTo>
                  <a:cubicBezTo>
                    <a:pt x="318" y="4059"/>
                    <a:pt x="659" y="3805"/>
                    <a:pt x="1019" y="3589"/>
                  </a:cubicBezTo>
                  <a:cubicBezTo>
                    <a:pt x="1283" y="2661"/>
                    <a:pt x="1283" y="1681"/>
                    <a:pt x="1019" y="754"/>
                  </a:cubicBezTo>
                  <a:cubicBezTo>
                    <a:pt x="654" y="538"/>
                    <a:pt x="313" y="283"/>
                    <a:pt x="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0"/>
            <p:cNvSpPr/>
            <p:nvPr/>
          </p:nvSpPr>
          <p:spPr>
            <a:xfrm>
              <a:off x="4874255" y="2027719"/>
              <a:ext cx="286776" cy="270911"/>
            </a:xfrm>
            <a:custGeom>
              <a:rect b="b" l="l" r="r" t="t"/>
              <a:pathLst>
                <a:path extrusionOk="0" h="10348" w="10954">
                  <a:moveTo>
                    <a:pt x="5533" y="1"/>
                  </a:moveTo>
                  <a:cubicBezTo>
                    <a:pt x="5345" y="1"/>
                    <a:pt x="5157" y="14"/>
                    <a:pt x="4973" y="35"/>
                  </a:cubicBezTo>
                  <a:cubicBezTo>
                    <a:pt x="4733" y="69"/>
                    <a:pt x="4493" y="117"/>
                    <a:pt x="4257" y="179"/>
                  </a:cubicBezTo>
                  <a:cubicBezTo>
                    <a:pt x="1625" y="890"/>
                    <a:pt x="1" y="3523"/>
                    <a:pt x="534" y="6194"/>
                  </a:cubicBezTo>
                  <a:cubicBezTo>
                    <a:pt x="1026" y="8636"/>
                    <a:pt x="3172" y="10347"/>
                    <a:pt x="5604" y="10347"/>
                  </a:cubicBezTo>
                  <a:cubicBezTo>
                    <a:pt x="5832" y="10347"/>
                    <a:pt x="6062" y="10332"/>
                    <a:pt x="6294" y="10302"/>
                  </a:cubicBezTo>
                  <a:cubicBezTo>
                    <a:pt x="8994" y="9946"/>
                    <a:pt x="10954" y="7554"/>
                    <a:pt x="10776" y="4835"/>
                  </a:cubicBezTo>
                  <a:cubicBezTo>
                    <a:pt x="10598" y="2115"/>
                    <a:pt x="8341" y="2"/>
                    <a:pt x="5617" y="2"/>
                  </a:cubicBezTo>
                  <a:cubicBezTo>
                    <a:pt x="5589" y="1"/>
                    <a:pt x="5561" y="1"/>
                    <a:pt x="5533"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0"/>
            <p:cNvSpPr/>
            <p:nvPr/>
          </p:nvSpPr>
          <p:spPr>
            <a:xfrm>
              <a:off x="4914389" y="2056543"/>
              <a:ext cx="260229" cy="242479"/>
            </a:xfrm>
            <a:custGeom>
              <a:rect b="b" l="l" r="r" t="t"/>
              <a:pathLst>
                <a:path extrusionOk="0" h="9262" w="9940">
                  <a:moveTo>
                    <a:pt x="7274" y="1"/>
                  </a:moveTo>
                  <a:cubicBezTo>
                    <a:pt x="8888" y="2062"/>
                    <a:pt x="8710" y="5007"/>
                    <a:pt x="6856" y="6856"/>
                  </a:cubicBezTo>
                  <a:cubicBezTo>
                    <a:pt x="5852" y="7863"/>
                    <a:pt x="4525" y="8375"/>
                    <a:pt x="3192" y="8375"/>
                  </a:cubicBezTo>
                  <a:cubicBezTo>
                    <a:pt x="2069" y="8375"/>
                    <a:pt x="942" y="8012"/>
                    <a:pt x="0" y="7274"/>
                  </a:cubicBezTo>
                  <a:lnTo>
                    <a:pt x="0" y="7274"/>
                  </a:lnTo>
                  <a:cubicBezTo>
                    <a:pt x="1029" y="8590"/>
                    <a:pt x="2552" y="9261"/>
                    <a:pt x="4081" y="9261"/>
                  </a:cubicBezTo>
                  <a:cubicBezTo>
                    <a:pt x="5401" y="9261"/>
                    <a:pt x="6725" y="8762"/>
                    <a:pt x="7744" y="7745"/>
                  </a:cubicBezTo>
                  <a:cubicBezTo>
                    <a:pt x="9940" y="5545"/>
                    <a:pt x="9724" y="1918"/>
                    <a:pt x="7274"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0"/>
            <p:cNvSpPr/>
            <p:nvPr/>
          </p:nvSpPr>
          <p:spPr>
            <a:xfrm>
              <a:off x="4877161" y="2084844"/>
              <a:ext cx="73095" cy="157237"/>
            </a:xfrm>
            <a:custGeom>
              <a:rect b="b" l="l" r="r" t="t"/>
              <a:pathLst>
                <a:path extrusionOk="0" h="6006" w="2792">
                  <a:moveTo>
                    <a:pt x="1374" y="1"/>
                  </a:moveTo>
                  <a:cubicBezTo>
                    <a:pt x="1341" y="1"/>
                    <a:pt x="1312" y="6"/>
                    <a:pt x="1273" y="6"/>
                  </a:cubicBezTo>
                  <a:cubicBezTo>
                    <a:pt x="0" y="1802"/>
                    <a:pt x="0" y="4209"/>
                    <a:pt x="1273" y="6001"/>
                  </a:cubicBezTo>
                  <a:cubicBezTo>
                    <a:pt x="1312" y="6006"/>
                    <a:pt x="1341" y="6006"/>
                    <a:pt x="1374" y="6006"/>
                  </a:cubicBezTo>
                  <a:cubicBezTo>
                    <a:pt x="1730" y="6006"/>
                    <a:pt x="2052" y="5727"/>
                    <a:pt x="2297" y="5261"/>
                  </a:cubicBezTo>
                  <a:lnTo>
                    <a:pt x="2590" y="4521"/>
                  </a:lnTo>
                  <a:cubicBezTo>
                    <a:pt x="2715" y="4027"/>
                    <a:pt x="2782" y="3517"/>
                    <a:pt x="2782" y="3008"/>
                  </a:cubicBezTo>
                  <a:cubicBezTo>
                    <a:pt x="2791" y="1375"/>
                    <a:pt x="2157" y="15"/>
                    <a:pt x="137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0"/>
            <p:cNvSpPr/>
            <p:nvPr/>
          </p:nvSpPr>
          <p:spPr>
            <a:xfrm>
              <a:off x="4907844" y="2084713"/>
              <a:ext cx="42281" cy="157368"/>
            </a:xfrm>
            <a:custGeom>
              <a:rect b="b" l="l" r="r" t="t"/>
              <a:pathLst>
                <a:path extrusionOk="0" h="6011" w="1615">
                  <a:moveTo>
                    <a:pt x="202" y="1"/>
                  </a:moveTo>
                  <a:cubicBezTo>
                    <a:pt x="169" y="1"/>
                    <a:pt x="140" y="1"/>
                    <a:pt x="101" y="6"/>
                  </a:cubicBezTo>
                  <a:lnTo>
                    <a:pt x="0" y="155"/>
                  </a:lnTo>
                  <a:cubicBezTo>
                    <a:pt x="563" y="563"/>
                    <a:pt x="971" y="1697"/>
                    <a:pt x="961" y="3008"/>
                  </a:cubicBezTo>
                  <a:cubicBezTo>
                    <a:pt x="961" y="3517"/>
                    <a:pt x="894" y="4027"/>
                    <a:pt x="769" y="4522"/>
                  </a:cubicBezTo>
                  <a:lnTo>
                    <a:pt x="486" y="5266"/>
                  </a:lnTo>
                  <a:cubicBezTo>
                    <a:pt x="370" y="5497"/>
                    <a:pt x="207" y="5698"/>
                    <a:pt x="5" y="5857"/>
                  </a:cubicBezTo>
                  <a:lnTo>
                    <a:pt x="106" y="6006"/>
                  </a:lnTo>
                  <a:cubicBezTo>
                    <a:pt x="140" y="6011"/>
                    <a:pt x="173" y="6011"/>
                    <a:pt x="207" y="6011"/>
                  </a:cubicBezTo>
                  <a:cubicBezTo>
                    <a:pt x="563" y="6011"/>
                    <a:pt x="884" y="5732"/>
                    <a:pt x="1134" y="5266"/>
                  </a:cubicBezTo>
                  <a:lnTo>
                    <a:pt x="1129" y="5266"/>
                  </a:lnTo>
                  <a:lnTo>
                    <a:pt x="1422" y="4522"/>
                  </a:lnTo>
                  <a:cubicBezTo>
                    <a:pt x="1547" y="4027"/>
                    <a:pt x="1610" y="3517"/>
                    <a:pt x="1610" y="3008"/>
                  </a:cubicBezTo>
                  <a:cubicBezTo>
                    <a:pt x="1615" y="1375"/>
                    <a:pt x="980" y="11"/>
                    <a:pt x="20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0"/>
            <p:cNvSpPr/>
            <p:nvPr/>
          </p:nvSpPr>
          <p:spPr>
            <a:xfrm>
              <a:off x="4881062" y="2128486"/>
              <a:ext cx="36364" cy="69822"/>
            </a:xfrm>
            <a:custGeom>
              <a:rect b="b" l="l" r="r" t="t"/>
              <a:pathLst>
                <a:path extrusionOk="0" h="2667" w="1389">
                  <a:moveTo>
                    <a:pt x="692" y="1"/>
                  </a:moveTo>
                  <a:cubicBezTo>
                    <a:pt x="308" y="1"/>
                    <a:pt x="0" y="596"/>
                    <a:pt x="0" y="1336"/>
                  </a:cubicBezTo>
                  <a:cubicBezTo>
                    <a:pt x="0" y="2071"/>
                    <a:pt x="308" y="2667"/>
                    <a:pt x="692" y="2667"/>
                  </a:cubicBezTo>
                  <a:cubicBezTo>
                    <a:pt x="1076" y="2667"/>
                    <a:pt x="1389" y="2066"/>
                    <a:pt x="1389" y="1336"/>
                  </a:cubicBezTo>
                  <a:cubicBezTo>
                    <a:pt x="1389" y="601"/>
                    <a:pt x="1076" y="1"/>
                    <a:pt x="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0"/>
            <p:cNvSpPr/>
            <p:nvPr/>
          </p:nvSpPr>
          <p:spPr>
            <a:xfrm>
              <a:off x="4865589" y="2022430"/>
              <a:ext cx="375788" cy="281828"/>
            </a:xfrm>
            <a:custGeom>
              <a:rect b="b" l="l" r="r" t="t"/>
              <a:pathLst>
                <a:path extrusionOk="0" h="10765" w="14354">
                  <a:moveTo>
                    <a:pt x="5941" y="1"/>
                  </a:moveTo>
                  <a:cubicBezTo>
                    <a:pt x="5805" y="1"/>
                    <a:pt x="5668" y="6"/>
                    <a:pt x="5530" y="16"/>
                  </a:cubicBezTo>
                  <a:cubicBezTo>
                    <a:pt x="5262" y="35"/>
                    <a:pt x="5284" y="430"/>
                    <a:pt x="5545" y="430"/>
                  </a:cubicBezTo>
                  <a:cubicBezTo>
                    <a:pt x="5551" y="430"/>
                    <a:pt x="5557" y="430"/>
                    <a:pt x="5563" y="430"/>
                  </a:cubicBezTo>
                  <a:cubicBezTo>
                    <a:pt x="5694" y="419"/>
                    <a:pt x="5824" y="414"/>
                    <a:pt x="5953" y="414"/>
                  </a:cubicBezTo>
                  <a:cubicBezTo>
                    <a:pt x="8196" y="414"/>
                    <a:pt x="10123" y="1930"/>
                    <a:pt x="10718" y="4052"/>
                  </a:cubicBezTo>
                  <a:cubicBezTo>
                    <a:pt x="10651" y="4148"/>
                    <a:pt x="10564" y="4234"/>
                    <a:pt x="10473" y="4306"/>
                  </a:cubicBezTo>
                  <a:cubicBezTo>
                    <a:pt x="10313" y="4419"/>
                    <a:pt x="10145" y="4465"/>
                    <a:pt x="9974" y="4465"/>
                  </a:cubicBezTo>
                  <a:cubicBezTo>
                    <a:pt x="9678" y="4465"/>
                    <a:pt x="9371" y="4326"/>
                    <a:pt x="9075" y="4153"/>
                  </a:cubicBezTo>
                  <a:cubicBezTo>
                    <a:pt x="8816" y="3567"/>
                    <a:pt x="9138" y="3211"/>
                    <a:pt x="9157" y="3197"/>
                  </a:cubicBezTo>
                  <a:cubicBezTo>
                    <a:pt x="9234" y="3115"/>
                    <a:pt x="9234" y="2990"/>
                    <a:pt x="9157" y="2908"/>
                  </a:cubicBezTo>
                  <a:cubicBezTo>
                    <a:pt x="9115" y="2866"/>
                    <a:pt x="9060" y="2845"/>
                    <a:pt x="9006" y="2845"/>
                  </a:cubicBezTo>
                  <a:cubicBezTo>
                    <a:pt x="8954" y="2845"/>
                    <a:pt x="8903" y="2864"/>
                    <a:pt x="8864" y="2904"/>
                  </a:cubicBezTo>
                  <a:cubicBezTo>
                    <a:pt x="8638" y="3153"/>
                    <a:pt x="8532" y="3490"/>
                    <a:pt x="8566" y="3826"/>
                  </a:cubicBezTo>
                  <a:cubicBezTo>
                    <a:pt x="8320" y="3678"/>
                    <a:pt x="8042" y="3566"/>
                    <a:pt x="7548" y="3566"/>
                  </a:cubicBezTo>
                  <a:cubicBezTo>
                    <a:pt x="7464" y="3566"/>
                    <a:pt x="7372" y="3569"/>
                    <a:pt x="7274" y="3576"/>
                  </a:cubicBezTo>
                  <a:cubicBezTo>
                    <a:pt x="7006" y="3590"/>
                    <a:pt x="7027" y="3985"/>
                    <a:pt x="7284" y="3985"/>
                  </a:cubicBezTo>
                  <a:cubicBezTo>
                    <a:pt x="7290" y="3985"/>
                    <a:pt x="7296" y="3985"/>
                    <a:pt x="7302" y="3984"/>
                  </a:cubicBezTo>
                  <a:cubicBezTo>
                    <a:pt x="7387" y="3979"/>
                    <a:pt x="7465" y="3977"/>
                    <a:pt x="7537" y="3977"/>
                  </a:cubicBezTo>
                  <a:cubicBezTo>
                    <a:pt x="8231" y="3977"/>
                    <a:pt x="8349" y="4218"/>
                    <a:pt x="8811" y="4479"/>
                  </a:cubicBezTo>
                  <a:cubicBezTo>
                    <a:pt x="9202" y="4719"/>
                    <a:pt x="9600" y="4885"/>
                    <a:pt x="9983" y="4885"/>
                  </a:cubicBezTo>
                  <a:cubicBezTo>
                    <a:pt x="10283" y="4885"/>
                    <a:pt x="10573" y="4784"/>
                    <a:pt x="10843" y="4537"/>
                  </a:cubicBezTo>
                  <a:cubicBezTo>
                    <a:pt x="10987" y="5368"/>
                    <a:pt x="10915" y="5632"/>
                    <a:pt x="10862" y="6050"/>
                  </a:cubicBezTo>
                  <a:cubicBezTo>
                    <a:pt x="10454" y="6113"/>
                    <a:pt x="10050" y="6218"/>
                    <a:pt x="9661" y="6372"/>
                  </a:cubicBezTo>
                  <a:cubicBezTo>
                    <a:pt x="9118" y="6583"/>
                    <a:pt x="8614" y="6886"/>
                    <a:pt x="8172" y="7275"/>
                  </a:cubicBezTo>
                  <a:cubicBezTo>
                    <a:pt x="7788" y="6968"/>
                    <a:pt x="7860" y="6439"/>
                    <a:pt x="7865" y="6415"/>
                  </a:cubicBezTo>
                  <a:cubicBezTo>
                    <a:pt x="7891" y="6264"/>
                    <a:pt x="7776" y="6177"/>
                    <a:pt x="7662" y="6177"/>
                  </a:cubicBezTo>
                  <a:cubicBezTo>
                    <a:pt x="7573" y="6177"/>
                    <a:pt x="7485" y="6230"/>
                    <a:pt x="7466" y="6348"/>
                  </a:cubicBezTo>
                  <a:cubicBezTo>
                    <a:pt x="7456" y="6382"/>
                    <a:pt x="7346" y="7097"/>
                    <a:pt x="7874" y="7559"/>
                  </a:cubicBezTo>
                  <a:cubicBezTo>
                    <a:pt x="7735" y="7708"/>
                    <a:pt x="7610" y="7861"/>
                    <a:pt x="7495" y="8029"/>
                  </a:cubicBezTo>
                  <a:cubicBezTo>
                    <a:pt x="7386" y="8193"/>
                    <a:pt x="7527" y="8356"/>
                    <a:pt x="7673" y="8356"/>
                  </a:cubicBezTo>
                  <a:cubicBezTo>
                    <a:pt x="7734" y="8356"/>
                    <a:pt x="7795" y="8328"/>
                    <a:pt x="7840" y="8260"/>
                  </a:cubicBezTo>
                  <a:cubicBezTo>
                    <a:pt x="8052" y="7953"/>
                    <a:pt x="8311" y="7679"/>
                    <a:pt x="8609" y="7453"/>
                  </a:cubicBezTo>
                  <a:lnTo>
                    <a:pt x="8609" y="7453"/>
                  </a:lnTo>
                  <a:cubicBezTo>
                    <a:pt x="8547" y="8020"/>
                    <a:pt x="8830" y="8486"/>
                    <a:pt x="8849" y="8515"/>
                  </a:cubicBezTo>
                  <a:cubicBezTo>
                    <a:pt x="8893" y="8580"/>
                    <a:pt x="8954" y="8607"/>
                    <a:pt x="9013" y="8607"/>
                  </a:cubicBezTo>
                  <a:cubicBezTo>
                    <a:pt x="9155" y="8607"/>
                    <a:pt x="9293" y="8453"/>
                    <a:pt x="9195" y="8294"/>
                  </a:cubicBezTo>
                  <a:cubicBezTo>
                    <a:pt x="9176" y="8265"/>
                    <a:pt x="8811" y="7664"/>
                    <a:pt x="9166" y="7073"/>
                  </a:cubicBezTo>
                  <a:cubicBezTo>
                    <a:pt x="9680" y="6785"/>
                    <a:pt x="10233" y="6583"/>
                    <a:pt x="10814" y="6473"/>
                  </a:cubicBezTo>
                  <a:lnTo>
                    <a:pt x="10814" y="6473"/>
                  </a:lnTo>
                  <a:cubicBezTo>
                    <a:pt x="10268" y="8920"/>
                    <a:pt x="8133" y="10366"/>
                    <a:pt x="5945" y="10366"/>
                  </a:cubicBezTo>
                  <a:cubicBezTo>
                    <a:pt x="4572" y="10366"/>
                    <a:pt x="3178" y="9797"/>
                    <a:pt x="2143" y="8548"/>
                  </a:cubicBezTo>
                  <a:cubicBezTo>
                    <a:pt x="2446" y="8438"/>
                    <a:pt x="2719" y="8164"/>
                    <a:pt x="2940" y="7746"/>
                  </a:cubicBezTo>
                  <a:cubicBezTo>
                    <a:pt x="3012" y="7612"/>
                    <a:pt x="2912" y="7448"/>
                    <a:pt x="2763" y="7448"/>
                  </a:cubicBezTo>
                  <a:cubicBezTo>
                    <a:pt x="2676" y="7448"/>
                    <a:pt x="2604" y="7496"/>
                    <a:pt x="2570" y="7573"/>
                  </a:cubicBezTo>
                  <a:cubicBezTo>
                    <a:pt x="2359" y="7962"/>
                    <a:pt x="2109" y="8183"/>
                    <a:pt x="1855" y="8193"/>
                  </a:cubicBezTo>
                  <a:cubicBezTo>
                    <a:pt x="1514" y="7693"/>
                    <a:pt x="1345" y="7275"/>
                    <a:pt x="1187" y="6704"/>
                  </a:cubicBezTo>
                  <a:lnTo>
                    <a:pt x="1187" y="6704"/>
                  </a:lnTo>
                  <a:cubicBezTo>
                    <a:pt x="1225" y="6713"/>
                    <a:pt x="1264" y="6723"/>
                    <a:pt x="1302" y="6723"/>
                  </a:cubicBezTo>
                  <a:cubicBezTo>
                    <a:pt x="1682" y="6723"/>
                    <a:pt x="1994" y="6127"/>
                    <a:pt x="1994" y="5392"/>
                  </a:cubicBezTo>
                  <a:cubicBezTo>
                    <a:pt x="1994" y="4657"/>
                    <a:pt x="1686" y="4061"/>
                    <a:pt x="1302" y="4061"/>
                  </a:cubicBezTo>
                  <a:cubicBezTo>
                    <a:pt x="1264" y="4061"/>
                    <a:pt x="1221" y="4071"/>
                    <a:pt x="1182" y="4081"/>
                  </a:cubicBezTo>
                  <a:cubicBezTo>
                    <a:pt x="1317" y="3547"/>
                    <a:pt x="1552" y="3043"/>
                    <a:pt x="1869" y="2591"/>
                  </a:cubicBezTo>
                  <a:cubicBezTo>
                    <a:pt x="2436" y="2649"/>
                    <a:pt x="3046" y="3783"/>
                    <a:pt x="3041" y="5387"/>
                  </a:cubicBezTo>
                  <a:cubicBezTo>
                    <a:pt x="3041" y="5839"/>
                    <a:pt x="2988" y="6286"/>
                    <a:pt x="2888" y="6723"/>
                  </a:cubicBezTo>
                  <a:cubicBezTo>
                    <a:pt x="2842" y="6881"/>
                    <a:pt x="2969" y="6983"/>
                    <a:pt x="3092" y="6983"/>
                  </a:cubicBezTo>
                  <a:cubicBezTo>
                    <a:pt x="3178" y="6983"/>
                    <a:pt x="3263" y="6933"/>
                    <a:pt x="3286" y="6819"/>
                  </a:cubicBezTo>
                  <a:cubicBezTo>
                    <a:pt x="3397" y="6353"/>
                    <a:pt x="3454" y="5872"/>
                    <a:pt x="3454" y="5392"/>
                  </a:cubicBezTo>
                  <a:cubicBezTo>
                    <a:pt x="3454" y="4575"/>
                    <a:pt x="3305" y="3792"/>
                    <a:pt x="3027" y="3197"/>
                  </a:cubicBezTo>
                  <a:cubicBezTo>
                    <a:pt x="2791" y="2687"/>
                    <a:pt x="2479" y="2361"/>
                    <a:pt x="2133" y="2241"/>
                  </a:cubicBezTo>
                  <a:cubicBezTo>
                    <a:pt x="2787" y="1438"/>
                    <a:pt x="3671" y="862"/>
                    <a:pt x="4665" y="588"/>
                  </a:cubicBezTo>
                  <a:cubicBezTo>
                    <a:pt x="4907" y="522"/>
                    <a:pt x="4838" y="181"/>
                    <a:pt x="4621" y="181"/>
                  </a:cubicBezTo>
                  <a:cubicBezTo>
                    <a:pt x="4602" y="181"/>
                    <a:pt x="4581" y="183"/>
                    <a:pt x="4559" y="189"/>
                  </a:cubicBezTo>
                  <a:cubicBezTo>
                    <a:pt x="3363" y="521"/>
                    <a:pt x="2321" y="1246"/>
                    <a:pt x="1600" y="2255"/>
                  </a:cubicBezTo>
                  <a:cubicBezTo>
                    <a:pt x="1595" y="2265"/>
                    <a:pt x="1581" y="2265"/>
                    <a:pt x="1571" y="2274"/>
                  </a:cubicBezTo>
                  <a:cubicBezTo>
                    <a:pt x="1490" y="2394"/>
                    <a:pt x="1422" y="2529"/>
                    <a:pt x="1345" y="2654"/>
                  </a:cubicBezTo>
                  <a:cubicBezTo>
                    <a:pt x="1245" y="2822"/>
                    <a:pt x="1163" y="2899"/>
                    <a:pt x="951" y="3466"/>
                  </a:cubicBezTo>
                  <a:cubicBezTo>
                    <a:pt x="942" y="3490"/>
                    <a:pt x="927" y="3514"/>
                    <a:pt x="918" y="3533"/>
                  </a:cubicBezTo>
                  <a:cubicBezTo>
                    <a:pt x="0" y="4229"/>
                    <a:pt x="0" y="6540"/>
                    <a:pt x="918" y="7242"/>
                  </a:cubicBezTo>
                  <a:cubicBezTo>
                    <a:pt x="1662" y="9264"/>
                    <a:pt x="3541" y="10648"/>
                    <a:pt x="5698" y="10758"/>
                  </a:cubicBezTo>
                  <a:cubicBezTo>
                    <a:pt x="5787" y="10762"/>
                    <a:pt x="5875" y="10765"/>
                    <a:pt x="5963" y="10765"/>
                  </a:cubicBezTo>
                  <a:cubicBezTo>
                    <a:pt x="8018" y="10765"/>
                    <a:pt x="9902" y="9593"/>
                    <a:pt x="10805" y="7732"/>
                  </a:cubicBezTo>
                  <a:cubicBezTo>
                    <a:pt x="10824" y="7727"/>
                    <a:pt x="10843" y="7717"/>
                    <a:pt x="10857" y="7708"/>
                  </a:cubicBezTo>
                  <a:cubicBezTo>
                    <a:pt x="10874" y="7691"/>
                    <a:pt x="12199" y="6462"/>
                    <a:pt x="13411" y="6462"/>
                  </a:cubicBezTo>
                  <a:cubicBezTo>
                    <a:pt x="13607" y="6462"/>
                    <a:pt x="13801" y="6494"/>
                    <a:pt x="13985" y="6569"/>
                  </a:cubicBezTo>
                  <a:cubicBezTo>
                    <a:pt x="14010" y="6579"/>
                    <a:pt x="14036" y="6584"/>
                    <a:pt x="14061" y="6584"/>
                  </a:cubicBezTo>
                  <a:cubicBezTo>
                    <a:pt x="14143" y="6584"/>
                    <a:pt x="14221" y="6534"/>
                    <a:pt x="14254" y="6454"/>
                  </a:cubicBezTo>
                  <a:cubicBezTo>
                    <a:pt x="14288" y="6343"/>
                    <a:pt x="14230" y="6228"/>
                    <a:pt x="14124" y="6180"/>
                  </a:cubicBezTo>
                  <a:cubicBezTo>
                    <a:pt x="13889" y="6084"/>
                    <a:pt x="13646" y="6043"/>
                    <a:pt x="13402" y="6043"/>
                  </a:cubicBezTo>
                  <a:cubicBezTo>
                    <a:pt x="12523" y="6043"/>
                    <a:pt x="11634" y="6574"/>
                    <a:pt x="11093" y="6973"/>
                  </a:cubicBezTo>
                  <a:cubicBezTo>
                    <a:pt x="11415" y="5935"/>
                    <a:pt x="11415" y="4830"/>
                    <a:pt x="11093" y="3797"/>
                  </a:cubicBezTo>
                  <a:lnTo>
                    <a:pt x="11093" y="3797"/>
                  </a:lnTo>
                  <a:cubicBezTo>
                    <a:pt x="11755" y="4283"/>
                    <a:pt x="12600" y="4726"/>
                    <a:pt x="13406" y="4726"/>
                  </a:cubicBezTo>
                  <a:cubicBezTo>
                    <a:pt x="13653" y="4726"/>
                    <a:pt x="13896" y="4684"/>
                    <a:pt x="14129" y="4590"/>
                  </a:cubicBezTo>
                  <a:cubicBezTo>
                    <a:pt x="14353" y="4501"/>
                    <a:pt x="14261" y="4192"/>
                    <a:pt x="14061" y="4192"/>
                  </a:cubicBezTo>
                  <a:cubicBezTo>
                    <a:pt x="14034" y="4192"/>
                    <a:pt x="14006" y="4198"/>
                    <a:pt x="13975" y="4210"/>
                  </a:cubicBezTo>
                  <a:cubicBezTo>
                    <a:pt x="13793" y="4284"/>
                    <a:pt x="13602" y="4316"/>
                    <a:pt x="13408" y="4316"/>
                  </a:cubicBezTo>
                  <a:cubicBezTo>
                    <a:pt x="12198" y="4316"/>
                    <a:pt x="10864" y="3079"/>
                    <a:pt x="10848" y="3067"/>
                  </a:cubicBezTo>
                  <a:cubicBezTo>
                    <a:pt x="10833" y="3057"/>
                    <a:pt x="10814" y="3052"/>
                    <a:pt x="10795" y="3052"/>
                  </a:cubicBezTo>
                  <a:cubicBezTo>
                    <a:pt x="9894" y="1174"/>
                    <a:pt x="8000" y="1"/>
                    <a:pt x="5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0"/>
            <p:cNvSpPr/>
            <p:nvPr/>
          </p:nvSpPr>
          <p:spPr>
            <a:xfrm>
              <a:off x="5066442" y="2151341"/>
              <a:ext cx="45161" cy="20316"/>
            </a:xfrm>
            <a:custGeom>
              <a:rect b="b" l="l" r="r" t="t"/>
              <a:pathLst>
                <a:path extrusionOk="0" h="776" w="1725">
                  <a:moveTo>
                    <a:pt x="656" y="1"/>
                  </a:moveTo>
                  <a:cubicBezTo>
                    <a:pt x="478" y="1"/>
                    <a:pt x="293" y="50"/>
                    <a:pt x="116" y="175"/>
                  </a:cubicBezTo>
                  <a:cubicBezTo>
                    <a:pt x="24" y="242"/>
                    <a:pt x="0" y="367"/>
                    <a:pt x="63" y="463"/>
                  </a:cubicBezTo>
                  <a:cubicBezTo>
                    <a:pt x="104" y="519"/>
                    <a:pt x="168" y="550"/>
                    <a:pt x="233" y="550"/>
                  </a:cubicBezTo>
                  <a:cubicBezTo>
                    <a:pt x="274" y="550"/>
                    <a:pt x="316" y="537"/>
                    <a:pt x="351" y="511"/>
                  </a:cubicBezTo>
                  <a:cubicBezTo>
                    <a:pt x="453" y="439"/>
                    <a:pt x="559" y="412"/>
                    <a:pt x="662" y="412"/>
                  </a:cubicBezTo>
                  <a:cubicBezTo>
                    <a:pt x="991" y="412"/>
                    <a:pt x="1288" y="696"/>
                    <a:pt x="1302" y="718"/>
                  </a:cubicBezTo>
                  <a:cubicBezTo>
                    <a:pt x="1341" y="756"/>
                    <a:pt x="1394" y="776"/>
                    <a:pt x="1446" y="776"/>
                  </a:cubicBezTo>
                  <a:cubicBezTo>
                    <a:pt x="1629" y="776"/>
                    <a:pt x="1725" y="555"/>
                    <a:pt x="1595" y="425"/>
                  </a:cubicBezTo>
                  <a:cubicBezTo>
                    <a:pt x="1416" y="243"/>
                    <a:pt x="1052" y="1"/>
                    <a:pt x="6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0"/>
            <p:cNvSpPr/>
            <p:nvPr/>
          </p:nvSpPr>
          <p:spPr>
            <a:xfrm>
              <a:off x="5040760" y="2049186"/>
              <a:ext cx="76236" cy="43642"/>
            </a:xfrm>
            <a:custGeom>
              <a:rect b="b" l="l" r="r" t="t"/>
              <a:pathLst>
                <a:path extrusionOk="0" h="1667" w="2912">
                  <a:moveTo>
                    <a:pt x="279" y="1"/>
                  </a:moveTo>
                  <a:cubicBezTo>
                    <a:pt x="139" y="1"/>
                    <a:pt x="1" y="147"/>
                    <a:pt x="93" y="311"/>
                  </a:cubicBezTo>
                  <a:cubicBezTo>
                    <a:pt x="376" y="762"/>
                    <a:pt x="856" y="1050"/>
                    <a:pt x="1390" y="1089"/>
                  </a:cubicBezTo>
                  <a:cubicBezTo>
                    <a:pt x="1793" y="1113"/>
                    <a:pt x="2173" y="1291"/>
                    <a:pt x="2451" y="1584"/>
                  </a:cubicBezTo>
                  <a:cubicBezTo>
                    <a:pt x="2497" y="1642"/>
                    <a:pt x="2554" y="1666"/>
                    <a:pt x="2610" y="1666"/>
                  </a:cubicBezTo>
                  <a:cubicBezTo>
                    <a:pt x="2765" y="1666"/>
                    <a:pt x="2911" y="1479"/>
                    <a:pt x="2773" y="1320"/>
                  </a:cubicBezTo>
                  <a:cubicBezTo>
                    <a:pt x="2418" y="940"/>
                    <a:pt x="1933" y="709"/>
                    <a:pt x="1419" y="681"/>
                  </a:cubicBezTo>
                  <a:cubicBezTo>
                    <a:pt x="1025" y="652"/>
                    <a:pt x="664" y="440"/>
                    <a:pt x="453" y="109"/>
                  </a:cubicBezTo>
                  <a:cubicBezTo>
                    <a:pt x="410" y="33"/>
                    <a:pt x="34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0"/>
            <p:cNvSpPr/>
            <p:nvPr/>
          </p:nvSpPr>
          <p:spPr>
            <a:xfrm>
              <a:off x="5019397" y="2249725"/>
              <a:ext cx="59743" cy="30604"/>
            </a:xfrm>
            <a:custGeom>
              <a:rect b="b" l="l" r="r" t="t"/>
              <a:pathLst>
                <a:path extrusionOk="0" h="1169" w="2282">
                  <a:moveTo>
                    <a:pt x="2021" y="1"/>
                  </a:moveTo>
                  <a:cubicBezTo>
                    <a:pt x="1948" y="1"/>
                    <a:pt x="1875" y="38"/>
                    <a:pt x="1836" y="126"/>
                  </a:cubicBezTo>
                  <a:cubicBezTo>
                    <a:pt x="1827" y="153"/>
                    <a:pt x="1557" y="757"/>
                    <a:pt x="438" y="757"/>
                  </a:cubicBezTo>
                  <a:cubicBezTo>
                    <a:pt x="371" y="757"/>
                    <a:pt x="300" y="755"/>
                    <a:pt x="226" y="750"/>
                  </a:cubicBezTo>
                  <a:cubicBezTo>
                    <a:pt x="221" y="750"/>
                    <a:pt x="215" y="750"/>
                    <a:pt x="209" y="750"/>
                  </a:cubicBezTo>
                  <a:cubicBezTo>
                    <a:pt x="101" y="750"/>
                    <a:pt x="10" y="833"/>
                    <a:pt x="5" y="942"/>
                  </a:cubicBezTo>
                  <a:cubicBezTo>
                    <a:pt x="1" y="1058"/>
                    <a:pt x="82" y="1154"/>
                    <a:pt x="198" y="1163"/>
                  </a:cubicBezTo>
                  <a:cubicBezTo>
                    <a:pt x="274" y="1168"/>
                    <a:pt x="356" y="1168"/>
                    <a:pt x="433" y="1168"/>
                  </a:cubicBezTo>
                  <a:cubicBezTo>
                    <a:pt x="1850" y="1168"/>
                    <a:pt x="2206" y="323"/>
                    <a:pt x="2220" y="284"/>
                  </a:cubicBezTo>
                  <a:cubicBezTo>
                    <a:pt x="2282" y="121"/>
                    <a:pt x="2151" y="1"/>
                    <a:pt x="20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80"/>
          <p:cNvGrpSpPr/>
          <p:nvPr/>
        </p:nvGrpSpPr>
        <p:grpSpPr>
          <a:xfrm>
            <a:off x="7107069" y="3360255"/>
            <a:ext cx="293818" cy="368012"/>
            <a:chOff x="7107069" y="3360255"/>
            <a:chExt cx="293818" cy="368012"/>
          </a:xfrm>
        </p:grpSpPr>
        <p:sp>
          <p:nvSpPr>
            <p:cNvPr id="9461" name="Google Shape;9461;p80"/>
            <p:cNvSpPr/>
            <p:nvPr/>
          </p:nvSpPr>
          <p:spPr>
            <a:xfrm>
              <a:off x="7127699" y="3365805"/>
              <a:ext cx="257585" cy="357069"/>
            </a:xfrm>
            <a:custGeom>
              <a:rect b="b" l="l" r="r" t="t"/>
              <a:pathLst>
                <a:path extrusionOk="0" h="13639" w="9839">
                  <a:moveTo>
                    <a:pt x="4905" y="1"/>
                  </a:moveTo>
                  <a:cubicBezTo>
                    <a:pt x="3891" y="1"/>
                    <a:pt x="3046" y="784"/>
                    <a:pt x="2930" y="1793"/>
                  </a:cubicBezTo>
                  <a:lnTo>
                    <a:pt x="2306" y="7293"/>
                  </a:lnTo>
                  <a:cubicBezTo>
                    <a:pt x="2277" y="7562"/>
                    <a:pt x="2099" y="7798"/>
                    <a:pt x="1845" y="7898"/>
                  </a:cubicBezTo>
                  <a:cubicBezTo>
                    <a:pt x="1287" y="8115"/>
                    <a:pt x="817" y="8513"/>
                    <a:pt x="509" y="9032"/>
                  </a:cubicBezTo>
                  <a:cubicBezTo>
                    <a:pt x="38" y="9801"/>
                    <a:pt x="0" y="10771"/>
                    <a:pt x="456" y="11554"/>
                  </a:cubicBezTo>
                  <a:cubicBezTo>
                    <a:pt x="841" y="12203"/>
                    <a:pt x="1460" y="12549"/>
                    <a:pt x="2268" y="12640"/>
                  </a:cubicBezTo>
                  <a:cubicBezTo>
                    <a:pt x="2493" y="12664"/>
                    <a:pt x="2709" y="12775"/>
                    <a:pt x="2868" y="12943"/>
                  </a:cubicBezTo>
                  <a:cubicBezTo>
                    <a:pt x="3296" y="13406"/>
                    <a:pt x="4106" y="13638"/>
                    <a:pt x="4918" y="13638"/>
                  </a:cubicBezTo>
                  <a:cubicBezTo>
                    <a:pt x="5729" y="13638"/>
                    <a:pt x="6541" y="13406"/>
                    <a:pt x="6971" y="12943"/>
                  </a:cubicBezTo>
                  <a:cubicBezTo>
                    <a:pt x="7129" y="12775"/>
                    <a:pt x="7341" y="12669"/>
                    <a:pt x="7571" y="12640"/>
                  </a:cubicBezTo>
                  <a:cubicBezTo>
                    <a:pt x="8373" y="12549"/>
                    <a:pt x="8988" y="12203"/>
                    <a:pt x="9378" y="11554"/>
                  </a:cubicBezTo>
                  <a:cubicBezTo>
                    <a:pt x="9839" y="10771"/>
                    <a:pt x="9795" y="9801"/>
                    <a:pt x="9325" y="9032"/>
                  </a:cubicBezTo>
                  <a:cubicBezTo>
                    <a:pt x="9022" y="8513"/>
                    <a:pt x="8551" y="8115"/>
                    <a:pt x="7989" y="7898"/>
                  </a:cubicBezTo>
                  <a:cubicBezTo>
                    <a:pt x="7735" y="7798"/>
                    <a:pt x="7557" y="7562"/>
                    <a:pt x="7528" y="7293"/>
                  </a:cubicBezTo>
                  <a:lnTo>
                    <a:pt x="6903" y="1793"/>
                  </a:lnTo>
                  <a:cubicBezTo>
                    <a:pt x="6793" y="813"/>
                    <a:pt x="5981" y="39"/>
                    <a:pt x="499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0"/>
            <p:cNvSpPr/>
            <p:nvPr/>
          </p:nvSpPr>
          <p:spPr>
            <a:xfrm>
              <a:off x="7214590" y="3365674"/>
              <a:ext cx="170694" cy="325784"/>
            </a:xfrm>
            <a:custGeom>
              <a:rect b="b" l="l" r="r" t="t"/>
              <a:pathLst>
                <a:path extrusionOk="0" h="12444" w="6520">
                  <a:moveTo>
                    <a:pt x="1591" y="1"/>
                  </a:moveTo>
                  <a:cubicBezTo>
                    <a:pt x="961" y="6"/>
                    <a:pt x="371" y="308"/>
                    <a:pt x="1" y="813"/>
                  </a:cubicBezTo>
                  <a:cubicBezTo>
                    <a:pt x="226" y="726"/>
                    <a:pt x="467" y="678"/>
                    <a:pt x="707" y="678"/>
                  </a:cubicBezTo>
                  <a:cubicBezTo>
                    <a:pt x="716" y="677"/>
                    <a:pt x="726" y="676"/>
                    <a:pt x="736" y="676"/>
                  </a:cubicBezTo>
                  <a:cubicBezTo>
                    <a:pt x="755" y="676"/>
                    <a:pt x="774" y="678"/>
                    <a:pt x="793" y="678"/>
                  </a:cubicBezTo>
                  <a:cubicBezTo>
                    <a:pt x="1783" y="712"/>
                    <a:pt x="2590" y="1485"/>
                    <a:pt x="2705" y="2470"/>
                  </a:cubicBezTo>
                  <a:lnTo>
                    <a:pt x="3330" y="7966"/>
                  </a:lnTo>
                  <a:cubicBezTo>
                    <a:pt x="3359" y="8240"/>
                    <a:pt x="3536" y="8470"/>
                    <a:pt x="3791" y="8571"/>
                  </a:cubicBezTo>
                  <a:cubicBezTo>
                    <a:pt x="4348" y="8787"/>
                    <a:pt x="4819" y="9191"/>
                    <a:pt x="5127" y="9705"/>
                  </a:cubicBezTo>
                  <a:cubicBezTo>
                    <a:pt x="5597" y="10478"/>
                    <a:pt x="5636" y="11449"/>
                    <a:pt x="5179" y="12227"/>
                  </a:cubicBezTo>
                  <a:cubicBezTo>
                    <a:pt x="5131" y="12304"/>
                    <a:pt x="5083" y="12376"/>
                    <a:pt x="5035" y="12443"/>
                  </a:cubicBezTo>
                  <a:cubicBezTo>
                    <a:pt x="5463" y="12270"/>
                    <a:pt x="5823" y="11953"/>
                    <a:pt x="6054" y="11550"/>
                  </a:cubicBezTo>
                  <a:cubicBezTo>
                    <a:pt x="6520" y="10776"/>
                    <a:pt x="6476" y="9806"/>
                    <a:pt x="6010" y="9032"/>
                  </a:cubicBezTo>
                  <a:cubicBezTo>
                    <a:pt x="5703" y="8514"/>
                    <a:pt x="5232" y="8115"/>
                    <a:pt x="4670" y="7899"/>
                  </a:cubicBezTo>
                  <a:cubicBezTo>
                    <a:pt x="4416" y="7798"/>
                    <a:pt x="4238" y="7562"/>
                    <a:pt x="4209" y="7293"/>
                  </a:cubicBezTo>
                  <a:lnTo>
                    <a:pt x="3584" y="1798"/>
                  </a:lnTo>
                  <a:cubicBezTo>
                    <a:pt x="3474" y="813"/>
                    <a:pt x="2667" y="39"/>
                    <a:pt x="1677" y="6"/>
                  </a:cubicBezTo>
                  <a:cubicBezTo>
                    <a:pt x="1648" y="6"/>
                    <a:pt x="1615" y="1"/>
                    <a:pt x="1591"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0"/>
            <p:cNvSpPr/>
            <p:nvPr/>
          </p:nvSpPr>
          <p:spPr>
            <a:xfrm>
              <a:off x="7283522" y="3667267"/>
              <a:ext cx="84797" cy="52098"/>
            </a:xfrm>
            <a:custGeom>
              <a:rect b="b" l="l" r="r" t="t"/>
              <a:pathLst>
                <a:path extrusionOk="0" h="1990" w="3239">
                  <a:moveTo>
                    <a:pt x="1928" y="0"/>
                  </a:moveTo>
                  <a:cubicBezTo>
                    <a:pt x="1451" y="0"/>
                    <a:pt x="749" y="174"/>
                    <a:pt x="264" y="1058"/>
                  </a:cubicBezTo>
                  <a:lnTo>
                    <a:pt x="0" y="1990"/>
                  </a:lnTo>
                  <a:cubicBezTo>
                    <a:pt x="413" y="1874"/>
                    <a:pt x="778" y="1692"/>
                    <a:pt x="1014" y="1428"/>
                  </a:cubicBezTo>
                  <a:cubicBezTo>
                    <a:pt x="1172" y="1260"/>
                    <a:pt x="1389" y="1154"/>
                    <a:pt x="1614" y="1130"/>
                  </a:cubicBezTo>
                  <a:cubicBezTo>
                    <a:pt x="2301" y="1048"/>
                    <a:pt x="2854" y="784"/>
                    <a:pt x="3238" y="304"/>
                  </a:cubicBezTo>
                  <a:lnTo>
                    <a:pt x="2450" y="73"/>
                  </a:lnTo>
                  <a:cubicBezTo>
                    <a:pt x="2450" y="73"/>
                    <a:pt x="2236" y="0"/>
                    <a:pt x="19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0"/>
            <p:cNvSpPr/>
            <p:nvPr/>
          </p:nvSpPr>
          <p:spPr>
            <a:xfrm>
              <a:off x="7143276" y="3667267"/>
              <a:ext cx="84797" cy="52098"/>
            </a:xfrm>
            <a:custGeom>
              <a:rect b="b" l="l" r="r" t="t"/>
              <a:pathLst>
                <a:path extrusionOk="0" h="1990" w="3239">
                  <a:moveTo>
                    <a:pt x="1315" y="0"/>
                  </a:moveTo>
                  <a:cubicBezTo>
                    <a:pt x="1007" y="0"/>
                    <a:pt x="793" y="73"/>
                    <a:pt x="793" y="73"/>
                  </a:cubicBezTo>
                  <a:lnTo>
                    <a:pt x="1" y="304"/>
                  </a:lnTo>
                  <a:cubicBezTo>
                    <a:pt x="385" y="784"/>
                    <a:pt x="933" y="1048"/>
                    <a:pt x="1624" y="1130"/>
                  </a:cubicBezTo>
                  <a:cubicBezTo>
                    <a:pt x="1855" y="1154"/>
                    <a:pt x="2066" y="1260"/>
                    <a:pt x="2225" y="1428"/>
                  </a:cubicBezTo>
                  <a:cubicBezTo>
                    <a:pt x="2465" y="1692"/>
                    <a:pt x="2825" y="1874"/>
                    <a:pt x="3239" y="1990"/>
                  </a:cubicBezTo>
                  <a:lnTo>
                    <a:pt x="2979" y="1058"/>
                  </a:lnTo>
                  <a:cubicBezTo>
                    <a:pt x="2492" y="174"/>
                    <a:pt x="1791" y="0"/>
                    <a:pt x="13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0"/>
            <p:cNvSpPr/>
            <p:nvPr/>
          </p:nvSpPr>
          <p:spPr>
            <a:xfrm>
              <a:off x="7157282" y="3661796"/>
              <a:ext cx="71183" cy="38537"/>
            </a:xfrm>
            <a:custGeom>
              <a:rect b="b" l="l" r="r" t="t"/>
              <a:pathLst>
                <a:path extrusionOk="0" h="1472" w="2719">
                  <a:moveTo>
                    <a:pt x="813" y="0"/>
                  </a:moveTo>
                  <a:cubicBezTo>
                    <a:pt x="617" y="0"/>
                    <a:pt x="423" y="27"/>
                    <a:pt x="234" y="80"/>
                  </a:cubicBezTo>
                  <a:cubicBezTo>
                    <a:pt x="1" y="162"/>
                    <a:pt x="83" y="487"/>
                    <a:pt x="295" y="487"/>
                  </a:cubicBezTo>
                  <a:cubicBezTo>
                    <a:pt x="318" y="487"/>
                    <a:pt x="343" y="483"/>
                    <a:pt x="369" y="474"/>
                  </a:cubicBezTo>
                  <a:cubicBezTo>
                    <a:pt x="387" y="467"/>
                    <a:pt x="568" y="409"/>
                    <a:pt x="825" y="409"/>
                  </a:cubicBezTo>
                  <a:cubicBezTo>
                    <a:pt x="1246" y="409"/>
                    <a:pt x="1869" y="566"/>
                    <a:pt x="2305" y="1363"/>
                  </a:cubicBezTo>
                  <a:cubicBezTo>
                    <a:pt x="2341" y="1432"/>
                    <a:pt x="2413" y="1471"/>
                    <a:pt x="2485" y="1471"/>
                  </a:cubicBezTo>
                  <a:cubicBezTo>
                    <a:pt x="2519" y="1471"/>
                    <a:pt x="2553" y="1463"/>
                    <a:pt x="2584" y="1445"/>
                  </a:cubicBezTo>
                  <a:cubicBezTo>
                    <a:pt x="2684" y="1387"/>
                    <a:pt x="2718" y="1262"/>
                    <a:pt x="2665" y="1161"/>
                  </a:cubicBezTo>
                  <a:cubicBezTo>
                    <a:pt x="2214" y="340"/>
                    <a:pt x="1575" y="90"/>
                    <a:pt x="1123" y="23"/>
                  </a:cubicBezTo>
                  <a:cubicBezTo>
                    <a:pt x="1020" y="8"/>
                    <a:pt x="916" y="0"/>
                    <a:pt x="8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0"/>
            <p:cNvSpPr/>
            <p:nvPr/>
          </p:nvSpPr>
          <p:spPr>
            <a:xfrm>
              <a:off x="7284281" y="3661796"/>
              <a:ext cx="71157" cy="38485"/>
            </a:xfrm>
            <a:custGeom>
              <a:rect b="b" l="l" r="r" t="t"/>
              <a:pathLst>
                <a:path extrusionOk="0" h="1470" w="2718">
                  <a:moveTo>
                    <a:pt x="1901" y="0"/>
                  </a:moveTo>
                  <a:cubicBezTo>
                    <a:pt x="1799" y="0"/>
                    <a:pt x="1697" y="8"/>
                    <a:pt x="1595" y="23"/>
                  </a:cubicBezTo>
                  <a:cubicBezTo>
                    <a:pt x="1143" y="85"/>
                    <a:pt x="509" y="335"/>
                    <a:pt x="53" y="1166"/>
                  </a:cubicBezTo>
                  <a:cubicBezTo>
                    <a:pt x="0" y="1267"/>
                    <a:pt x="34" y="1392"/>
                    <a:pt x="135" y="1445"/>
                  </a:cubicBezTo>
                  <a:cubicBezTo>
                    <a:pt x="167" y="1461"/>
                    <a:pt x="202" y="1469"/>
                    <a:pt x="236" y="1469"/>
                  </a:cubicBezTo>
                  <a:cubicBezTo>
                    <a:pt x="308" y="1469"/>
                    <a:pt x="377" y="1433"/>
                    <a:pt x="413" y="1368"/>
                  </a:cubicBezTo>
                  <a:cubicBezTo>
                    <a:pt x="854" y="567"/>
                    <a:pt x="1479" y="412"/>
                    <a:pt x="1901" y="412"/>
                  </a:cubicBezTo>
                  <a:cubicBezTo>
                    <a:pt x="2155" y="412"/>
                    <a:pt x="2334" y="469"/>
                    <a:pt x="2354" y="474"/>
                  </a:cubicBezTo>
                  <a:cubicBezTo>
                    <a:pt x="2380" y="483"/>
                    <a:pt x="2404" y="487"/>
                    <a:pt x="2427" y="487"/>
                  </a:cubicBezTo>
                  <a:cubicBezTo>
                    <a:pt x="2635" y="487"/>
                    <a:pt x="2718" y="163"/>
                    <a:pt x="2484" y="85"/>
                  </a:cubicBezTo>
                  <a:cubicBezTo>
                    <a:pt x="2294" y="28"/>
                    <a:pt x="2098" y="0"/>
                    <a:pt x="19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0"/>
            <p:cNvSpPr/>
            <p:nvPr/>
          </p:nvSpPr>
          <p:spPr>
            <a:xfrm>
              <a:off x="7107069" y="3360255"/>
              <a:ext cx="293818" cy="368012"/>
            </a:xfrm>
            <a:custGeom>
              <a:rect b="b" l="l" r="r" t="t"/>
              <a:pathLst>
                <a:path extrusionOk="0" h="14057" w="11223">
                  <a:moveTo>
                    <a:pt x="5714" y="0"/>
                  </a:moveTo>
                  <a:cubicBezTo>
                    <a:pt x="4584" y="0"/>
                    <a:pt x="3634" y="848"/>
                    <a:pt x="3512" y="1976"/>
                  </a:cubicBezTo>
                  <a:lnTo>
                    <a:pt x="3161" y="5046"/>
                  </a:lnTo>
                  <a:cubicBezTo>
                    <a:pt x="3146" y="5194"/>
                    <a:pt x="3259" y="5276"/>
                    <a:pt x="3371" y="5276"/>
                  </a:cubicBezTo>
                  <a:cubicBezTo>
                    <a:pt x="3466" y="5276"/>
                    <a:pt x="3559" y="5219"/>
                    <a:pt x="3574" y="5094"/>
                  </a:cubicBezTo>
                  <a:lnTo>
                    <a:pt x="3925" y="2024"/>
                  </a:lnTo>
                  <a:cubicBezTo>
                    <a:pt x="4016" y="1111"/>
                    <a:pt x="4785" y="414"/>
                    <a:pt x="5703" y="414"/>
                  </a:cubicBezTo>
                  <a:cubicBezTo>
                    <a:pt x="6620" y="414"/>
                    <a:pt x="7394" y="1111"/>
                    <a:pt x="7485" y="2024"/>
                  </a:cubicBezTo>
                  <a:lnTo>
                    <a:pt x="8109" y="7520"/>
                  </a:lnTo>
                  <a:cubicBezTo>
                    <a:pt x="8148" y="7870"/>
                    <a:pt x="8374" y="8163"/>
                    <a:pt x="8700" y="8293"/>
                  </a:cubicBezTo>
                  <a:cubicBezTo>
                    <a:pt x="10036" y="8807"/>
                    <a:pt x="10718" y="10412"/>
                    <a:pt x="9988" y="11651"/>
                  </a:cubicBezTo>
                  <a:cubicBezTo>
                    <a:pt x="9647" y="12228"/>
                    <a:pt x="9109" y="12549"/>
                    <a:pt x="8335" y="12641"/>
                  </a:cubicBezTo>
                  <a:cubicBezTo>
                    <a:pt x="8052" y="12669"/>
                    <a:pt x="7792" y="12799"/>
                    <a:pt x="7605" y="13001"/>
                  </a:cubicBezTo>
                  <a:cubicBezTo>
                    <a:pt x="7216" y="13421"/>
                    <a:pt x="6460" y="13631"/>
                    <a:pt x="5704" y="13631"/>
                  </a:cubicBezTo>
                  <a:cubicBezTo>
                    <a:pt x="4948" y="13631"/>
                    <a:pt x="4192" y="13421"/>
                    <a:pt x="3800" y="13001"/>
                  </a:cubicBezTo>
                  <a:cubicBezTo>
                    <a:pt x="3608" y="12799"/>
                    <a:pt x="3349" y="12674"/>
                    <a:pt x="3070" y="12641"/>
                  </a:cubicBezTo>
                  <a:cubicBezTo>
                    <a:pt x="2296" y="12549"/>
                    <a:pt x="1754" y="12228"/>
                    <a:pt x="1417" y="11651"/>
                  </a:cubicBezTo>
                  <a:cubicBezTo>
                    <a:pt x="692" y="10416"/>
                    <a:pt x="1369" y="8812"/>
                    <a:pt x="2705" y="8293"/>
                  </a:cubicBezTo>
                  <a:cubicBezTo>
                    <a:pt x="3031" y="8168"/>
                    <a:pt x="3262" y="7870"/>
                    <a:pt x="3296" y="7520"/>
                  </a:cubicBezTo>
                  <a:lnTo>
                    <a:pt x="3454" y="6150"/>
                  </a:lnTo>
                  <a:cubicBezTo>
                    <a:pt x="3472" y="6002"/>
                    <a:pt x="3358" y="5920"/>
                    <a:pt x="3245" y="5920"/>
                  </a:cubicBezTo>
                  <a:cubicBezTo>
                    <a:pt x="3150" y="5920"/>
                    <a:pt x="3054" y="5979"/>
                    <a:pt x="3041" y="6107"/>
                  </a:cubicBezTo>
                  <a:lnTo>
                    <a:pt x="2887" y="7476"/>
                  </a:lnTo>
                  <a:cubicBezTo>
                    <a:pt x="2868" y="7673"/>
                    <a:pt x="2738" y="7841"/>
                    <a:pt x="2561" y="7914"/>
                  </a:cubicBezTo>
                  <a:cubicBezTo>
                    <a:pt x="0" y="8908"/>
                    <a:pt x="63" y="12703"/>
                    <a:pt x="3027" y="13054"/>
                  </a:cubicBezTo>
                  <a:cubicBezTo>
                    <a:pt x="3204" y="13073"/>
                    <a:pt x="3377" y="13159"/>
                    <a:pt x="3502" y="13289"/>
                  </a:cubicBezTo>
                  <a:cubicBezTo>
                    <a:pt x="3973" y="13800"/>
                    <a:pt x="4837" y="14056"/>
                    <a:pt x="5702" y="14056"/>
                  </a:cubicBezTo>
                  <a:cubicBezTo>
                    <a:pt x="6569" y="14056"/>
                    <a:pt x="7436" y="13799"/>
                    <a:pt x="7908" y="13284"/>
                  </a:cubicBezTo>
                  <a:cubicBezTo>
                    <a:pt x="8033" y="13155"/>
                    <a:pt x="8201" y="13068"/>
                    <a:pt x="8383" y="13049"/>
                  </a:cubicBezTo>
                  <a:cubicBezTo>
                    <a:pt x="10535" y="12794"/>
                    <a:pt x="11222" y="10647"/>
                    <a:pt x="10290" y="9124"/>
                  </a:cubicBezTo>
                  <a:cubicBezTo>
                    <a:pt x="9959" y="8567"/>
                    <a:pt x="9450" y="8139"/>
                    <a:pt x="8849" y="7909"/>
                  </a:cubicBezTo>
                  <a:cubicBezTo>
                    <a:pt x="8667" y="7837"/>
                    <a:pt x="8537" y="7668"/>
                    <a:pt x="8518" y="7476"/>
                  </a:cubicBezTo>
                  <a:lnTo>
                    <a:pt x="7893" y="1976"/>
                  </a:lnTo>
                  <a:cubicBezTo>
                    <a:pt x="7768" y="885"/>
                    <a:pt x="6865" y="40"/>
                    <a:pt x="5789" y="1"/>
                  </a:cubicBezTo>
                  <a:cubicBezTo>
                    <a:pt x="5764" y="0"/>
                    <a:pt x="5739" y="0"/>
                    <a:pt x="57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80"/>
          <p:cNvGrpSpPr/>
          <p:nvPr/>
        </p:nvGrpSpPr>
        <p:grpSpPr>
          <a:xfrm>
            <a:off x="7578597" y="3360333"/>
            <a:ext cx="234285" cy="367855"/>
            <a:chOff x="7578597" y="3360333"/>
            <a:chExt cx="234285" cy="367855"/>
          </a:xfrm>
        </p:grpSpPr>
        <p:sp>
          <p:nvSpPr>
            <p:cNvPr id="9469" name="Google Shape;9469;p80"/>
            <p:cNvSpPr/>
            <p:nvPr/>
          </p:nvSpPr>
          <p:spPr>
            <a:xfrm>
              <a:off x="7658315"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6"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0"/>
            <p:cNvSpPr/>
            <p:nvPr/>
          </p:nvSpPr>
          <p:spPr>
            <a:xfrm>
              <a:off x="7645853" y="3702506"/>
              <a:ext cx="43171" cy="20132"/>
            </a:xfrm>
            <a:custGeom>
              <a:rect b="b" l="l" r="r" t="t"/>
              <a:pathLst>
                <a:path extrusionOk="0" h="769" w="1649">
                  <a:moveTo>
                    <a:pt x="270" y="0"/>
                  </a:moveTo>
                  <a:lnTo>
                    <a:pt x="1" y="769"/>
                  </a:lnTo>
                  <a:lnTo>
                    <a:pt x="1649" y="769"/>
                  </a:lnTo>
                  <a:lnTo>
                    <a:pt x="1384"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0"/>
            <p:cNvSpPr/>
            <p:nvPr/>
          </p:nvSpPr>
          <p:spPr>
            <a:xfrm>
              <a:off x="7702585" y="3702506"/>
              <a:ext cx="43171" cy="20132"/>
            </a:xfrm>
            <a:custGeom>
              <a:rect b="b" l="l" r="r" t="t"/>
              <a:pathLst>
                <a:path extrusionOk="0" h="769" w="1649">
                  <a:moveTo>
                    <a:pt x="265" y="0"/>
                  </a:moveTo>
                  <a:lnTo>
                    <a:pt x="0" y="769"/>
                  </a:lnTo>
                  <a:lnTo>
                    <a:pt x="1648" y="769"/>
                  </a:lnTo>
                  <a:lnTo>
                    <a:pt x="1379"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0"/>
            <p:cNvSpPr/>
            <p:nvPr/>
          </p:nvSpPr>
          <p:spPr>
            <a:xfrm>
              <a:off x="7587367" y="3365595"/>
              <a:ext cx="160143" cy="31049"/>
            </a:xfrm>
            <a:custGeom>
              <a:rect b="b" l="l" r="r" t="t"/>
              <a:pathLst>
                <a:path extrusionOk="0" h="1186" w="6117">
                  <a:moveTo>
                    <a:pt x="524" y="1"/>
                  </a:moveTo>
                  <a:cubicBezTo>
                    <a:pt x="296" y="1"/>
                    <a:pt x="90" y="162"/>
                    <a:pt x="49" y="398"/>
                  </a:cubicBezTo>
                  <a:cubicBezTo>
                    <a:pt x="1" y="672"/>
                    <a:pt x="198" y="931"/>
                    <a:pt x="472" y="960"/>
                  </a:cubicBezTo>
                  <a:cubicBezTo>
                    <a:pt x="1327" y="1109"/>
                    <a:pt x="2191" y="1181"/>
                    <a:pt x="3061" y="1186"/>
                  </a:cubicBezTo>
                  <a:cubicBezTo>
                    <a:pt x="3926" y="1181"/>
                    <a:pt x="4790" y="1109"/>
                    <a:pt x="5646" y="960"/>
                  </a:cubicBezTo>
                  <a:cubicBezTo>
                    <a:pt x="5924" y="931"/>
                    <a:pt x="6116" y="672"/>
                    <a:pt x="6068" y="398"/>
                  </a:cubicBezTo>
                  <a:cubicBezTo>
                    <a:pt x="6027" y="162"/>
                    <a:pt x="5821" y="1"/>
                    <a:pt x="5593" y="1"/>
                  </a:cubicBezTo>
                  <a:cubicBezTo>
                    <a:pt x="5557" y="1"/>
                    <a:pt x="5519" y="5"/>
                    <a:pt x="5482" y="13"/>
                  </a:cubicBezTo>
                  <a:cubicBezTo>
                    <a:pt x="4680" y="155"/>
                    <a:pt x="3869" y="226"/>
                    <a:pt x="3059" y="226"/>
                  </a:cubicBezTo>
                  <a:cubicBezTo>
                    <a:pt x="2248" y="226"/>
                    <a:pt x="1437" y="155"/>
                    <a:pt x="635" y="13"/>
                  </a:cubicBezTo>
                  <a:cubicBezTo>
                    <a:pt x="598" y="5"/>
                    <a:pt x="561" y="1"/>
                    <a:pt x="5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0"/>
            <p:cNvSpPr/>
            <p:nvPr/>
          </p:nvSpPr>
          <p:spPr>
            <a:xfrm>
              <a:off x="7589645" y="3366067"/>
              <a:ext cx="156975" cy="30447"/>
            </a:xfrm>
            <a:custGeom>
              <a:rect b="b" l="l" r="r" t="t"/>
              <a:pathLst>
                <a:path extrusionOk="0" h="1163" w="5996">
                  <a:moveTo>
                    <a:pt x="5592" y="0"/>
                  </a:moveTo>
                  <a:lnTo>
                    <a:pt x="5592" y="0"/>
                  </a:lnTo>
                  <a:cubicBezTo>
                    <a:pt x="5597" y="10"/>
                    <a:pt x="5597" y="19"/>
                    <a:pt x="5597" y="29"/>
                  </a:cubicBezTo>
                  <a:cubicBezTo>
                    <a:pt x="5640" y="293"/>
                    <a:pt x="5467" y="538"/>
                    <a:pt x="5208" y="586"/>
                  </a:cubicBezTo>
                  <a:cubicBezTo>
                    <a:pt x="4353" y="735"/>
                    <a:pt x="3488" y="807"/>
                    <a:pt x="2619" y="807"/>
                  </a:cubicBezTo>
                  <a:cubicBezTo>
                    <a:pt x="1754" y="807"/>
                    <a:pt x="884" y="735"/>
                    <a:pt x="29" y="586"/>
                  </a:cubicBezTo>
                  <a:cubicBezTo>
                    <a:pt x="20" y="582"/>
                    <a:pt x="10" y="582"/>
                    <a:pt x="0" y="582"/>
                  </a:cubicBezTo>
                  <a:cubicBezTo>
                    <a:pt x="44" y="764"/>
                    <a:pt x="197" y="908"/>
                    <a:pt x="385" y="942"/>
                  </a:cubicBezTo>
                  <a:cubicBezTo>
                    <a:pt x="1240" y="1091"/>
                    <a:pt x="2104" y="1163"/>
                    <a:pt x="2974" y="1163"/>
                  </a:cubicBezTo>
                  <a:cubicBezTo>
                    <a:pt x="3839" y="1163"/>
                    <a:pt x="4703" y="1086"/>
                    <a:pt x="5559" y="942"/>
                  </a:cubicBezTo>
                  <a:cubicBezTo>
                    <a:pt x="5823" y="894"/>
                    <a:pt x="5996" y="644"/>
                    <a:pt x="5953" y="385"/>
                  </a:cubicBezTo>
                  <a:cubicBezTo>
                    <a:pt x="5919" y="197"/>
                    <a:pt x="5775" y="44"/>
                    <a:pt x="559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0"/>
            <p:cNvSpPr/>
            <p:nvPr/>
          </p:nvSpPr>
          <p:spPr>
            <a:xfrm>
              <a:off x="7695778" y="3365726"/>
              <a:ext cx="107443" cy="30788"/>
            </a:xfrm>
            <a:custGeom>
              <a:rect b="b" l="l" r="r" t="t"/>
              <a:pathLst>
                <a:path extrusionOk="0" h="1176" w="4104">
                  <a:moveTo>
                    <a:pt x="3593" y="1"/>
                  </a:moveTo>
                  <a:cubicBezTo>
                    <a:pt x="3565" y="1"/>
                    <a:pt x="3536" y="3"/>
                    <a:pt x="3508" y="8"/>
                  </a:cubicBezTo>
                  <a:cubicBezTo>
                    <a:pt x="2946" y="105"/>
                    <a:pt x="2384" y="167"/>
                    <a:pt x="1817" y="201"/>
                  </a:cubicBezTo>
                  <a:cubicBezTo>
                    <a:pt x="1860" y="258"/>
                    <a:pt x="1889" y="326"/>
                    <a:pt x="1903" y="398"/>
                  </a:cubicBezTo>
                  <a:cubicBezTo>
                    <a:pt x="1947" y="657"/>
                    <a:pt x="1769" y="907"/>
                    <a:pt x="1509" y="950"/>
                  </a:cubicBezTo>
                  <a:cubicBezTo>
                    <a:pt x="1010" y="1041"/>
                    <a:pt x="510" y="1104"/>
                    <a:pt x="1" y="1137"/>
                  </a:cubicBezTo>
                  <a:cubicBezTo>
                    <a:pt x="361" y="1161"/>
                    <a:pt x="722" y="1176"/>
                    <a:pt x="1082" y="1176"/>
                  </a:cubicBezTo>
                  <a:cubicBezTo>
                    <a:pt x="1951" y="1176"/>
                    <a:pt x="2816" y="1099"/>
                    <a:pt x="3671" y="950"/>
                  </a:cubicBezTo>
                  <a:cubicBezTo>
                    <a:pt x="3931" y="907"/>
                    <a:pt x="4104" y="657"/>
                    <a:pt x="4060" y="398"/>
                  </a:cubicBezTo>
                  <a:cubicBezTo>
                    <a:pt x="4022" y="167"/>
                    <a:pt x="3820" y="1"/>
                    <a:pt x="35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0"/>
            <p:cNvSpPr/>
            <p:nvPr/>
          </p:nvSpPr>
          <p:spPr>
            <a:xfrm>
              <a:off x="7695909" y="3369836"/>
              <a:ext cx="66576" cy="26180"/>
            </a:xfrm>
            <a:custGeom>
              <a:rect b="b" l="l" r="r" t="t"/>
              <a:pathLst>
                <a:path extrusionOk="0" h="1000" w="2543">
                  <a:moveTo>
                    <a:pt x="2384" y="0"/>
                  </a:moveTo>
                  <a:cubicBezTo>
                    <a:pt x="2191" y="20"/>
                    <a:pt x="2004" y="29"/>
                    <a:pt x="1812" y="39"/>
                  </a:cubicBezTo>
                  <a:cubicBezTo>
                    <a:pt x="1855" y="101"/>
                    <a:pt x="1884" y="169"/>
                    <a:pt x="1898" y="241"/>
                  </a:cubicBezTo>
                  <a:cubicBezTo>
                    <a:pt x="1942" y="500"/>
                    <a:pt x="1769" y="745"/>
                    <a:pt x="1509" y="793"/>
                  </a:cubicBezTo>
                  <a:cubicBezTo>
                    <a:pt x="1010" y="880"/>
                    <a:pt x="505" y="942"/>
                    <a:pt x="1" y="980"/>
                  </a:cubicBezTo>
                  <a:lnTo>
                    <a:pt x="303" y="1000"/>
                  </a:lnTo>
                  <a:cubicBezTo>
                    <a:pt x="909" y="966"/>
                    <a:pt x="1514" y="899"/>
                    <a:pt x="2115" y="793"/>
                  </a:cubicBezTo>
                  <a:cubicBezTo>
                    <a:pt x="2369" y="745"/>
                    <a:pt x="2542" y="500"/>
                    <a:pt x="2499" y="241"/>
                  </a:cubicBezTo>
                  <a:cubicBezTo>
                    <a:pt x="2484" y="149"/>
                    <a:pt x="2441" y="68"/>
                    <a:pt x="2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0"/>
            <p:cNvSpPr/>
            <p:nvPr/>
          </p:nvSpPr>
          <p:spPr>
            <a:xfrm>
              <a:off x="7714916"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5"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0"/>
            <p:cNvSpPr/>
            <p:nvPr/>
          </p:nvSpPr>
          <p:spPr>
            <a:xfrm>
              <a:off x="7578597" y="3360333"/>
              <a:ext cx="234285" cy="367855"/>
            </a:xfrm>
            <a:custGeom>
              <a:rect b="b" l="l" r="r" t="t"/>
              <a:pathLst>
                <a:path extrusionOk="0" h="14051" w="8949">
                  <a:moveTo>
                    <a:pt x="8063" y="413"/>
                  </a:moveTo>
                  <a:cubicBezTo>
                    <a:pt x="8194" y="413"/>
                    <a:pt x="8309" y="504"/>
                    <a:pt x="8335" y="637"/>
                  </a:cubicBezTo>
                  <a:cubicBezTo>
                    <a:pt x="8363" y="786"/>
                    <a:pt x="8263" y="930"/>
                    <a:pt x="8114" y="954"/>
                  </a:cubicBezTo>
                  <a:lnTo>
                    <a:pt x="8114" y="959"/>
                  </a:lnTo>
                  <a:cubicBezTo>
                    <a:pt x="7556" y="1046"/>
                    <a:pt x="6994" y="1103"/>
                    <a:pt x="6427" y="1132"/>
                  </a:cubicBezTo>
                  <a:cubicBezTo>
                    <a:pt x="6499" y="1050"/>
                    <a:pt x="6547" y="949"/>
                    <a:pt x="6571" y="844"/>
                  </a:cubicBezTo>
                  <a:cubicBezTo>
                    <a:pt x="6576" y="815"/>
                    <a:pt x="6576" y="786"/>
                    <a:pt x="6576" y="757"/>
                  </a:cubicBezTo>
                  <a:cubicBezTo>
                    <a:pt x="6586" y="704"/>
                    <a:pt x="6586" y="652"/>
                    <a:pt x="6581" y="594"/>
                  </a:cubicBezTo>
                  <a:cubicBezTo>
                    <a:pt x="7062" y="560"/>
                    <a:pt x="7542" y="498"/>
                    <a:pt x="8018" y="416"/>
                  </a:cubicBezTo>
                  <a:cubicBezTo>
                    <a:pt x="8033" y="414"/>
                    <a:pt x="8048" y="413"/>
                    <a:pt x="8063" y="413"/>
                  </a:cubicBezTo>
                  <a:close/>
                  <a:moveTo>
                    <a:pt x="893" y="411"/>
                  </a:moveTo>
                  <a:cubicBezTo>
                    <a:pt x="1012" y="411"/>
                    <a:pt x="1952" y="633"/>
                    <a:pt x="3391" y="633"/>
                  </a:cubicBezTo>
                  <a:cubicBezTo>
                    <a:pt x="4103" y="633"/>
                    <a:pt x="4938" y="579"/>
                    <a:pt x="5856" y="416"/>
                  </a:cubicBezTo>
                  <a:cubicBezTo>
                    <a:pt x="5867" y="415"/>
                    <a:pt x="5878" y="415"/>
                    <a:pt x="5889" y="415"/>
                  </a:cubicBezTo>
                  <a:cubicBezTo>
                    <a:pt x="6202" y="415"/>
                    <a:pt x="6272" y="875"/>
                    <a:pt x="5952" y="954"/>
                  </a:cubicBezTo>
                  <a:cubicBezTo>
                    <a:pt x="5106" y="1089"/>
                    <a:pt x="4256" y="1161"/>
                    <a:pt x="3396" y="1180"/>
                  </a:cubicBezTo>
                  <a:cubicBezTo>
                    <a:pt x="2541" y="1166"/>
                    <a:pt x="1691" y="1094"/>
                    <a:pt x="845" y="954"/>
                  </a:cubicBezTo>
                  <a:cubicBezTo>
                    <a:pt x="696" y="930"/>
                    <a:pt x="595" y="791"/>
                    <a:pt x="619" y="642"/>
                  </a:cubicBezTo>
                  <a:cubicBezTo>
                    <a:pt x="643" y="508"/>
                    <a:pt x="759" y="411"/>
                    <a:pt x="893" y="411"/>
                  </a:cubicBezTo>
                  <a:close/>
                  <a:moveTo>
                    <a:pt x="1878" y="1512"/>
                  </a:moveTo>
                  <a:cubicBezTo>
                    <a:pt x="2468" y="1571"/>
                    <a:pt x="2960" y="1589"/>
                    <a:pt x="3353" y="1589"/>
                  </a:cubicBezTo>
                  <a:cubicBezTo>
                    <a:pt x="3964" y="1589"/>
                    <a:pt x="4333" y="1545"/>
                    <a:pt x="4452" y="1545"/>
                  </a:cubicBezTo>
                  <a:cubicBezTo>
                    <a:pt x="4456" y="1545"/>
                    <a:pt x="4459" y="1545"/>
                    <a:pt x="4463" y="1545"/>
                  </a:cubicBezTo>
                  <a:lnTo>
                    <a:pt x="4463" y="1550"/>
                  </a:lnTo>
                  <a:cubicBezTo>
                    <a:pt x="4616" y="1564"/>
                    <a:pt x="4765" y="1560"/>
                    <a:pt x="4919" y="1564"/>
                  </a:cubicBezTo>
                  <a:lnTo>
                    <a:pt x="4919" y="2837"/>
                  </a:lnTo>
                  <a:lnTo>
                    <a:pt x="1878" y="2837"/>
                  </a:lnTo>
                  <a:lnTo>
                    <a:pt x="1878" y="1512"/>
                  </a:lnTo>
                  <a:close/>
                  <a:moveTo>
                    <a:pt x="7081" y="1512"/>
                  </a:moveTo>
                  <a:lnTo>
                    <a:pt x="7086" y="1516"/>
                  </a:lnTo>
                  <a:lnTo>
                    <a:pt x="7086" y="2842"/>
                  </a:lnTo>
                  <a:lnTo>
                    <a:pt x="5332" y="2842"/>
                  </a:lnTo>
                  <a:lnTo>
                    <a:pt x="5332" y="1588"/>
                  </a:lnTo>
                  <a:cubicBezTo>
                    <a:pt x="5369" y="1589"/>
                    <a:pt x="5406" y="1589"/>
                    <a:pt x="5443" y="1589"/>
                  </a:cubicBezTo>
                  <a:cubicBezTo>
                    <a:pt x="5993" y="1589"/>
                    <a:pt x="6640" y="1557"/>
                    <a:pt x="7081" y="1512"/>
                  </a:cubicBezTo>
                  <a:close/>
                  <a:moveTo>
                    <a:pt x="7081" y="3246"/>
                  </a:moveTo>
                  <a:lnTo>
                    <a:pt x="7081" y="3933"/>
                  </a:lnTo>
                  <a:lnTo>
                    <a:pt x="5332" y="3933"/>
                  </a:lnTo>
                  <a:lnTo>
                    <a:pt x="5332" y="3246"/>
                  </a:lnTo>
                  <a:close/>
                  <a:moveTo>
                    <a:pt x="4919" y="3255"/>
                  </a:moveTo>
                  <a:lnTo>
                    <a:pt x="4919" y="3938"/>
                  </a:lnTo>
                  <a:lnTo>
                    <a:pt x="1878" y="3938"/>
                  </a:lnTo>
                  <a:lnTo>
                    <a:pt x="1878" y="3255"/>
                  </a:lnTo>
                  <a:close/>
                  <a:moveTo>
                    <a:pt x="7081" y="4351"/>
                  </a:moveTo>
                  <a:lnTo>
                    <a:pt x="7081" y="6666"/>
                  </a:lnTo>
                  <a:cubicBezTo>
                    <a:pt x="7081" y="7566"/>
                    <a:pt x="6341" y="8181"/>
                    <a:pt x="5554" y="8181"/>
                  </a:cubicBezTo>
                  <a:cubicBezTo>
                    <a:pt x="5303" y="8181"/>
                    <a:pt x="5049" y="8119"/>
                    <a:pt x="4811" y="7984"/>
                  </a:cubicBezTo>
                  <a:lnTo>
                    <a:pt x="4811" y="7984"/>
                  </a:lnTo>
                  <a:cubicBezTo>
                    <a:pt x="5136" y="7620"/>
                    <a:pt x="5318" y="7150"/>
                    <a:pt x="5332" y="6666"/>
                  </a:cubicBezTo>
                  <a:lnTo>
                    <a:pt x="5332" y="4351"/>
                  </a:lnTo>
                  <a:close/>
                  <a:moveTo>
                    <a:pt x="3540" y="8588"/>
                  </a:moveTo>
                  <a:lnTo>
                    <a:pt x="3540" y="12863"/>
                  </a:lnTo>
                  <a:lnTo>
                    <a:pt x="3252" y="12863"/>
                  </a:lnTo>
                  <a:lnTo>
                    <a:pt x="3252" y="8588"/>
                  </a:lnTo>
                  <a:close/>
                  <a:moveTo>
                    <a:pt x="5971" y="13272"/>
                  </a:moveTo>
                  <a:lnTo>
                    <a:pt x="6096" y="13632"/>
                  </a:lnTo>
                  <a:lnTo>
                    <a:pt x="5025" y="13632"/>
                  </a:lnTo>
                  <a:lnTo>
                    <a:pt x="5154" y="13272"/>
                  </a:lnTo>
                  <a:close/>
                  <a:moveTo>
                    <a:pt x="3809" y="13277"/>
                  </a:moveTo>
                  <a:lnTo>
                    <a:pt x="3934" y="13637"/>
                  </a:lnTo>
                  <a:lnTo>
                    <a:pt x="2858" y="13637"/>
                  </a:lnTo>
                  <a:lnTo>
                    <a:pt x="2988" y="13277"/>
                  </a:lnTo>
                  <a:close/>
                  <a:moveTo>
                    <a:pt x="8075" y="1"/>
                  </a:moveTo>
                  <a:cubicBezTo>
                    <a:pt x="8033" y="1"/>
                    <a:pt x="7990" y="5"/>
                    <a:pt x="7945" y="13"/>
                  </a:cubicBezTo>
                  <a:cubicBezTo>
                    <a:pt x="7422" y="99"/>
                    <a:pt x="6889" y="162"/>
                    <a:pt x="6355" y="190"/>
                  </a:cubicBezTo>
                  <a:cubicBezTo>
                    <a:pt x="6233" y="68"/>
                    <a:pt x="6064" y="4"/>
                    <a:pt x="5891" y="4"/>
                  </a:cubicBezTo>
                  <a:cubicBezTo>
                    <a:pt x="5854" y="4"/>
                    <a:pt x="5816" y="7"/>
                    <a:pt x="5779" y="13"/>
                  </a:cubicBezTo>
                  <a:cubicBezTo>
                    <a:pt x="4991" y="150"/>
                    <a:pt x="4193" y="218"/>
                    <a:pt x="3395" y="218"/>
                  </a:cubicBezTo>
                  <a:cubicBezTo>
                    <a:pt x="2597" y="218"/>
                    <a:pt x="1799" y="150"/>
                    <a:pt x="1008" y="13"/>
                  </a:cubicBezTo>
                  <a:cubicBezTo>
                    <a:pt x="966" y="5"/>
                    <a:pt x="924" y="2"/>
                    <a:pt x="883" y="2"/>
                  </a:cubicBezTo>
                  <a:cubicBezTo>
                    <a:pt x="350" y="2"/>
                    <a:pt x="0" y="615"/>
                    <a:pt x="326" y="1084"/>
                  </a:cubicBezTo>
                  <a:cubicBezTo>
                    <a:pt x="552" y="1401"/>
                    <a:pt x="850" y="1377"/>
                    <a:pt x="1460" y="1454"/>
                  </a:cubicBezTo>
                  <a:lnTo>
                    <a:pt x="1460" y="5134"/>
                  </a:lnTo>
                  <a:cubicBezTo>
                    <a:pt x="1460" y="5271"/>
                    <a:pt x="1562" y="5339"/>
                    <a:pt x="1664" y="5339"/>
                  </a:cubicBezTo>
                  <a:cubicBezTo>
                    <a:pt x="1766" y="5339"/>
                    <a:pt x="1868" y="5271"/>
                    <a:pt x="1868" y="5134"/>
                  </a:cubicBezTo>
                  <a:lnTo>
                    <a:pt x="1868" y="4351"/>
                  </a:lnTo>
                  <a:lnTo>
                    <a:pt x="4914" y="4351"/>
                  </a:lnTo>
                  <a:cubicBezTo>
                    <a:pt x="4900" y="6945"/>
                    <a:pt x="4957" y="6719"/>
                    <a:pt x="4837" y="7113"/>
                  </a:cubicBezTo>
                  <a:cubicBezTo>
                    <a:pt x="4607" y="7847"/>
                    <a:pt x="4014" y="8179"/>
                    <a:pt x="3419" y="8179"/>
                  </a:cubicBezTo>
                  <a:cubicBezTo>
                    <a:pt x="2646" y="8179"/>
                    <a:pt x="1868" y="7622"/>
                    <a:pt x="1868" y="6661"/>
                  </a:cubicBezTo>
                  <a:lnTo>
                    <a:pt x="1868" y="6244"/>
                  </a:lnTo>
                  <a:cubicBezTo>
                    <a:pt x="1871" y="6107"/>
                    <a:pt x="1769" y="6038"/>
                    <a:pt x="1666" y="6038"/>
                  </a:cubicBezTo>
                  <a:cubicBezTo>
                    <a:pt x="1563" y="6038"/>
                    <a:pt x="1460" y="6107"/>
                    <a:pt x="1460" y="6244"/>
                  </a:cubicBezTo>
                  <a:lnTo>
                    <a:pt x="1460" y="6661"/>
                  </a:lnTo>
                  <a:cubicBezTo>
                    <a:pt x="1465" y="7517"/>
                    <a:pt x="2022" y="8271"/>
                    <a:pt x="2844" y="8516"/>
                  </a:cubicBezTo>
                  <a:lnTo>
                    <a:pt x="2844" y="12868"/>
                  </a:lnTo>
                  <a:lnTo>
                    <a:pt x="2839" y="12868"/>
                  </a:lnTo>
                  <a:cubicBezTo>
                    <a:pt x="2747" y="12868"/>
                    <a:pt x="2671" y="12921"/>
                    <a:pt x="2642" y="13008"/>
                  </a:cubicBezTo>
                  <a:lnTo>
                    <a:pt x="2378" y="13776"/>
                  </a:lnTo>
                  <a:cubicBezTo>
                    <a:pt x="2334" y="13911"/>
                    <a:pt x="2430" y="14050"/>
                    <a:pt x="2575" y="14050"/>
                  </a:cubicBezTo>
                  <a:lnTo>
                    <a:pt x="4218" y="14050"/>
                  </a:lnTo>
                  <a:cubicBezTo>
                    <a:pt x="4357" y="14050"/>
                    <a:pt x="4458" y="13911"/>
                    <a:pt x="4414" y="13776"/>
                  </a:cubicBezTo>
                  <a:lnTo>
                    <a:pt x="4150" y="13008"/>
                  </a:lnTo>
                  <a:cubicBezTo>
                    <a:pt x="4121" y="12921"/>
                    <a:pt x="4040" y="12868"/>
                    <a:pt x="3953" y="12868"/>
                  </a:cubicBezTo>
                  <a:lnTo>
                    <a:pt x="3948" y="12868"/>
                  </a:lnTo>
                  <a:lnTo>
                    <a:pt x="3948" y="8516"/>
                  </a:lnTo>
                  <a:cubicBezTo>
                    <a:pt x="4136" y="8458"/>
                    <a:pt x="4314" y="8376"/>
                    <a:pt x="4477" y="8266"/>
                  </a:cubicBezTo>
                  <a:cubicBezTo>
                    <a:pt x="4640" y="8372"/>
                    <a:pt x="4818" y="8458"/>
                    <a:pt x="5001" y="8516"/>
                  </a:cubicBezTo>
                  <a:lnTo>
                    <a:pt x="5001" y="12868"/>
                  </a:lnTo>
                  <a:cubicBezTo>
                    <a:pt x="4909" y="12868"/>
                    <a:pt x="4832" y="12921"/>
                    <a:pt x="4804" y="13008"/>
                  </a:cubicBezTo>
                  <a:lnTo>
                    <a:pt x="4539" y="13776"/>
                  </a:lnTo>
                  <a:cubicBezTo>
                    <a:pt x="4491" y="13911"/>
                    <a:pt x="4592" y="14050"/>
                    <a:pt x="4736" y="14050"/>
                  </a:cubicBezTo>
                  <a:lnTo>
                    <a:pt x="6379" y="14050"/>
                  </a:lnTo>
                  <a:cubicBezTo>
                    <a:pt x="6523" y="14050"/>
                    <a:pt x="6620" y="13911"/>
                    <a:pt x="6576" y="13776"/>
                  </a:cubicBezTo>
                  <a:lnTo>
                    <a:pt x="6312" y="13008"/>
                  </a:lnTo>
                  <a:cubicBezTo>
                    <a:pt x="6283" y="12921"/>
                    <a:pt x="6206" y="12868"/>
                    <a:pt x="6115" y="12868"/>
                  </a:cubicBezTo>
                  <a:lnTo>
                    <a:pt x="6115" y="10740"/>
                  </a:lnTo>
                  <a:cubicBezTo>
                    <a:pt x="6115" y="10603"/>
                    <a:pt x="6013" y="10535"/>
                    <a:pt x="5911" y="10535"/>
                  </a:cubicBezTo>
                  <a:cubicBezTo>
                    <a:pt x="5809" y="10535"/>
                    <a:pt x="5707" y="10603"/>
                    <a:pt x="5707" y="10740"/>
                  </a:cubicBezTo>
                  <a:lnTo>
                    <a:pt x="5707" y="12868"/>
                  </a:lnTo>
                  <a:lnTo>
                    <a:pt x="5419" y="12868"/>
                  </a:lnTo>
                  <a:lnTo>
                    <a:pt x="5419" y="8593"/>
                  </a:lnTo>
                  <a:lnTo>
                    <a:pt x="5707" y="8593"/>
                  </a:lnTo>
                  <a:lnTo>
                    <a:pt x="5707" y="9746"/>
                  </a:lnTo>
                  <a:cubicBezTo>
                    <a:pt x="5707" y="9883"/>
                    <a:pt x="5809" y="9951"/>
                    <a:pt x="5911" y="9951"/>
                  </a:cubicBezTo>
                  <a:cubicBezTo>
                    <a:pt x="6013" y="9951"/>
                    <a:pt x="6115" y="9883"/>
                    <a:pt x="6115" y="9746"/>
                  </a:cubicBezTo>
                  <a:lnTo>
                    <a:pt x="6115" y="8516"/>
                  </a:lnTo>
                  <a:cubicBezTo>
                    <a:pt x="6937" y="8271"/>
                    <a:pt x="7499" y="7517"/>
                    <a:pt x="7499" y="6661"/>
                  </a:cubicBezTo>
                  <a:lnTo>
                    <a:pt x="7499" y="1454"/>
                  </a:lnTo>
                  <a:cubicBezTo>
                    <a:pt x="8099" y="1377"/>
                    <a:pt x="8407" y="1406"/>
                    <a:pt x="8632" y="1084"/>
                  </a:cubicBezTo>
                  <a:cubicBezTo>
                    <a:pt x="8949" y="621"/>
                    <a:pt x="8608" y="1"/>
                    <a:pt x="80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80"/>
          <p:cNvGrpSpPr/>
          <p:nvPr/>
        </p:nvGrpSpPr>
        <p:grpSpPr>
          <a:xfrm>
            <a:off x="6697352" y="4289383"/>
            <a:ext cx="269130" cy="354530"/>
            <a:chOff x="6697352" y="4289383"/>
            <a:chExt cx="269130" cy="354530"/>
          </a:xfrm>
        </p:grpSpPr>
        <p:sp>
          <p:nvSpPr>
            <p:cNvPr id="9479" name="Google Shape;9479;p80"/>
            <p:cNvSpPr/>
            <p:nvPr/>
          </p:nvSpPr>
          <p:spPr>
            <a:xfrm>
              <a:off x="6770499" y="4374363"/>
              <a:ext cx="189308" cy="186166"/>
            </a:xfrm>
            <a:custGeom>
              <a:rect b="b" l="l" r="r" t="t"/>
              <a:pathLst>
                <a:path extrusionOk="0" h="7111" w="7231">
                  <a:moveTo>
                    <a:pt x="750" y="0"/>
                  </a:moveTo>
                  <a:cubicBezTo>
                    <a:pt x="327" y="0"/>
                    <a:pt x="0" y="360"/>
                    <a:pt x="44" y="778"/>
                  </a:cubicBezTo>
                  <a:lnTo>
                    <a:pt x="577" y="6159"/>
                  </a:lnTo>
                  <a:cubicBezTo>
                    <a:pt x="649" y="6894"/>
                    <a:pt x="1269" y="7110"/>
                    <a:pt x="2004" y="7110"/>
                  </a:cubicBezTo>
                  <a:lnTo>
                    <a:pt x="5232" y="7110"/>
                  </a:lnTo>
                  <a:cubicBezTo>
                    <a:pt x="5967" y="7110"/>
                    <a:pt x="6582" y="6894"/>
                    <a:pt x="6659" y="6159"/>
                  </a:cubicBezTo>
                  <a:lnTo>
                    <a:pt x="7187" y="778"/>
                  </a:lnTo>
                  <a:cubicBezTo>
                    <a:pt x="7231" y="360"/>
                    <a:pt x="6904" y="0"/>
                    <a:pt x="648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0"/>
            <p:cNvSpPr/>
            <p:nvPr/>
          </p:nvSpPr>
          <p:spPr>
            <a:xfrm>
              <a:off x="6871868" y="4374363"/>
              <a:ext cx="87939" cy="186166"/>
            </a:xfrm>
            <a:custGeom>
              <a:rect b="b" l="l" r="r" t="t"/>
              <a:pathLst>
                <a:path extrusionOk="0" h="7111" w="3359">
                  <a:moveTo>
                    <a:pt x="1254" y="0"/>
                  </a:moveTo>
                  <a:cubicBezTo>
                    <a:pt x="1672" y="0"/>
                    <a:pt x="1999" y="360"/>
                    <a:pt x="1956" y="778"/>
                  </a:cubicBezTo>
                  <a:lnTo>
                    <a:pt x="1427" y="6159"/>
                  </a:lnTo>
                  <a:cubicBezTo>
                    <a:pt x="1355" y="6894"/>
                    <a:pt x="736" y="7110"/>
                    <a:pt x="1" y="7110"/>
                  </a:cubicBezTo>
                  <a:lnTo>
                    <a:pt x="1360" y="7110"/>
                  </a:lnTo>
                  <a:cubicBezTo>
                    <a:pt x="2095" y="7110"/>
                    <a:pt x="2715" y="6894"/>
                    <a:pt x="2787" y="6159"/>
                  </a:cubicBezTo>
                  <a:lnTo>
                    <a:pt x="3315" y="778"/>
                  </a:lnTo>
                  <a:cubicBezTo>
                    <a:pt x="3359" y="365"/>
                    <a:pt x="3032" y="0"/>
                    <a:pt x="2614"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0"/>
            <p:cNvSpPr/>
            <p:nvPr/>
          </p:nvSpPr>
          <p:spPr>
            <a:xfrm>
              <a:off x="6775656" y="4436096"/>
              <a:ext cx="178862" cy="124434"/>
            </a:xfrm>
            <a:custGeom>
              <a:rect b="b" l="l" r="r" t="t"/>
              <a:pathLst>
                <a:path extrusionOk="0" h="4753" w="6832">
                  <a:moveTo>
                    <a:pt x="0" y="1"/>
                  </a:moveTo>
                  <a:lnTo>
                    <a:pt x="380" y="3801"/>
                  </a:lnTo>
                  <a:cubicBezTo>
                    <a:pt x="452" y="4536"/>
                    <a:pt x="1067" y="4752"/>
                    <a:pt x="1802" y="4752"/>
                  </a:cubicBezTo>
                  <a:lnTo>
                    <a:pt x="5030" y="4752"/>
                  </a:lnTo>
                  <a:cubicBezTo>
                    <a:pt x="5765" y="4752"/>
                    <a:pt x="6385" y="4536"/>
                    <a:pt x="6457" y="3801"/>
                  </a:cubicBezTo>
                  <a:lnTo>
                    <a:pt x="6832" y="15"/>
                  </a:lnTo>
                  <a:lnTo>
                    <a:pt x="682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0"/>
            <p:cNvSpPr/>
            <p:nvPr/>
          </p:nvSpPr>
          <p:spPr>
            <a:xfrm>
              <a:off x="6871868" y="4436096"/>
              <a:ext cx="82781" cy="124434"/>
            </a:xfrm>
            <a:custGeom>
              <a:rect b="b" l="l" r="r" t="t"/>
              <a:pathLst>
                <a:path extrusionOk="0" h="4753" w="3162">
                  <a:moveTo>
                    <a:pt x="1802" y="1"/>
                  </a:moveTo>
                  <a:lnTo>
                    <a:pt x="1427" y="3801"/>
                  </a:lnTo>
                  <a:cubicBezTo>
                    <a:pt x="1355" y="4536"/>
                    <a:pt x="736" y="4752"/>
                    <a:pt x="1" y="4752"/>
                  </a:cubicBezTo>
                  <a:lnTo>
                    <a:pt x="1360" y="4752"/>
                  </a:lnTo>
                  <a:cubicBezTo>
                    <a:pt x="2095" y="4752"/>
                    <a:pt x="2715" y="4536"/>
                    <a:pt x="2787" y="3801"/>
                  </a:cubicBezTo>
                  <a:lnTo>
                    <a:pt x="3162" y="15"/>
                  </a:lnTo>
                  <a:lnTo>
                    <a:pt x="315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0"/>
            <p:cNvSpPr/>
            <p:nvPr/>
          </p:nvSpPr>
          <p:spPr>
            <a:xfrm>
              <a:off x="6821445" y="4560503"/>
              <a:ext cx="87546" cy="28693"/>
            </a:xfrm>
            <a:custGeom>
              <a:rect b="b" l="l" r="r" t="t"/>
              <a:pathLst>
                <a:path extrusionOk="0" h="1096" w="3344">
                  <a:moveTo>
                    <a:pt x="0" y="0"/>
                  </a:moveTo>
                  <a:lnTo>
                    <a:pt x="0" y="524"/>
                  </a:lnTo>
                  <a:cubicBezTo>
                    <a:pt x="0" y="841"/>
                    <a:pt x="255" y="1095"/>
                    <a:pt x="572" y="1095"/>
                  </a:cubicBezTo>
                  <a:lnTo>
                    <a:pt x="2772" y="1095"/>
                  </a:lnTo>
                  <a:cubicBezTo>
                    <a:pt x="3084" y="1095"/>
                    <a:pt x="3344" y="841"/>
                    <a:pt x="3339" y="524"/>
                  </a:cubicBezTo>
                  <a:lnTo>
                    <a:pt x="333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0"/>
            <p:cNvSpPr/>
            <p:nvPr/>
          </p:nvSpPr>
          <p:spPr>
            <a:xfrm>
              <a:off x="6866082" y="4560372"/>
              <a:ext cx="42909" cy="28693"/>
            </a:xfrm>
            <a:custGeom>
              <a:rect b="b" l="l" r="r" t="t"/>
              <a:pathLst>
                <a:path extrusionOk="0" h="1096" w="1639">
                  <a:moveTo>
                    <a:pt x="572" y="0"/>
                  </a:moveTo>
                  <a:lnTo>
                    <a:pt x="572" y="524"/>
                  </a:lnTo>
                  <a:cubicBezTo>
                    <a:pt x="572" y="841"/>
                    <a:pt x="318" y="1096"/>
                    <a:pt x="1" y="1096"/>
                  </a:cubicBezTo>
                  <a:lnTo>
                    <a:pt x="1067" y="1096"/>
                  </a:lnTo>
                  <a:cubicBezTo>
                    <a:pt x="1379" y="1096"/>
                    <a:pt x="1639" y="841"/>
                    <a:pt x="1639" y="524"/>
                  </a:cubicBezTo>
                  <a:lnTo>
                    <a:pt x="1639"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0"/>
            <p:cNvSpPr/>
            <p:nvPr/>
          </p:nvSpPr>
          <p:spPr>
            <a:xfrm>
              <a:off x="6703844" y="4307656"/>
              <a:ext cx="196350" cy="329214"/>
            </a:xfrm>
            <a:custGeom>
              <a:rect b="b" l="l" r="r" t="t"/>
              <a:pathLst>
                <a:path extrusionOk="0" h="12575" w="7500">
                  <a:moveTo>
                    <a:pt x="6163" y="0"/>
                  </a:moveTo>
                  <a:cubicBezTo>
                    <a:pt x="5597" y="0"/>
                    <a:pt x="5080" y="362"/>
                    <a:pt x="4900" y="915"/>
                  </a:cubicBezTo>
                  <a:lnTo>
                    <a:pt x="1821" y="915"/>
                  </a:lnTo>
                  <a:cubicBezTo>
                    <a:pt x="812" y="915"/>
                    <a:pt x="0" y="1731"/>
                    <a:pt x="0" y="2735"/>
                  </a:cubicBezTo>
                  <a:lnTo>
                    <a:pt x="0" y="12574"/>
                  </a:lnTo>
                  <a:lnTo>
                    <a:pt x="875" y="12574"/>
                  </a:lnTo>
                  <a:lnTo>
                    <a:pt x="875" y="2735"/>
                  </a:lnTo>
                  <a:cubicBezTo>
                    <a:pt x="875" y="2212"/>
                    <a:pt x="1297" y="1789"/>
                    <a:pt x="1821" y="1789"/>
                  </a:cubicBezTo>
                  <a:lnTo>
                    <a:pt x="5270" y="1789"/>
                  </a:lnTo>
                  <a:cubicBezTo>
                    <a:pt x="5511" y="1789"/>
                    <a:pt x="5708" y="1592"/>
                    <a:pt x="5708" y="1352"/>
                  </a:cubicBezTo>
                  <a:lnTo>
                    <a:pt x="5708" y="1323"/>
                  </a:lnTo>
                  <a:cubicBezTo>
                    <a:pt x="5708" y="1073"/>
                    <a:pt x="5914" y="871"/>
                    <a:pt x="6164" y="871"/>
                  </a:cubicBezTo>
                  <a:cubicBezTo>
                    <a:pt x="6419" y="876"/>
                    <a:pt x="6620" y="1078"/>
                    <a:pt x="6620" y="1333"/>
                  </a:cubicBezTo>
                  <a:cubicBezTo>
                    <a:pt x="6611" y="1582"/>
                    <a:pt x="6808" y="1784"/>
                    <a:pt x="7057" y="1784"/>
                  </a:cubicBezTo>
                  <a:cubicBezTo>
                    <a:pt x="7303" y="1784"/>
                    <a:pt x="7499" y="1578"/>
                    <a:pt x="7490" y="1333"/>
                  </a:cubicBezTo>
                  <a:lnTo>
                    <a:pt x="7490" y="1328"/>
                  </a:lnTo>
                  <a:cubicBezTo>
                    <a:pt x="7490" y="675"/>
                    <a:pt x="7014" y="117"/>
                    <a:pt x="6371" y="16"/>
                  </a:cubicBezTo>
                  <a:cubicBezTo>
                    <a:pt x="6301" y="5"/>
                    <a:pt x="6232" y="0"/>
                    <a:pt x="616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0"/>
            <p:cNvSpPr/>
            <p:nvPr/>
          </p:nvSpPr>
          <p:spPr>
            <a:xfrm>
              <a:off x="6764451" y="4351011"/>
              <a:ext cx="202031" cy="292614"/>
            </a:xfrm>
            <a:custGeom>
              <a:rect b="b" l="l" r="r" t="t"/>
              <a:pathLst>
                <a:path extrusionOk="0" h="11177" w="7717">
                  <a:moveTo>
                    <a:pt x="6760" y="1051"/>
                  </a:moveTo>
                  <a:cubicBezTo>
                    <a:pt x="7063" y="1051"/>
                    <a:pt x="7303" y="1315"/>
                    <a:pt x="7274" y="1617"/>
                  </a:cubicBezTo>
                  <a:lnTo>
                    <a:pt x="7226" y="2103"/>
                  </a:lnTo>
                  <a:lnTo>
                    <a:pt x="6458" y="2103"/>
                  </a:lnTo>
                  <a:cubicBezTo>
                    <a:pt x="6453" y="2102"/>
                    <a:pt x="6448" y="2102"/>
                    <a:pt x="6444" y="2102"/>
                  </a:cubicBezTo>
                  <a:cubicBezTo>
                    <a:pt x="6188" y="2102"/>
                    <a:pt x="6188" y="2497"/>
                    <a:pt x="6444" y="2497"/>
                  </a:cubicBezTo>
                  <a:cubicBezTo>
                    <a:pt x="6448" y="2497"/>
                    <a:pt x="6453" y="2497"/>
                    <a:pt x="6458" y="2497"/>
                  </a:cubicBezTo>
                  <a:lnTo>
                    <a:pt x="7183" y="2497"/>
                  </a:lnTo>
                  <a:lnTo>
                    <a:pt x="7135" y="3039"/>
                  </a:lnTo>
                  <a:lnTo>
                    <a:pt x="592" y="3039"/>
                  </a:lnTo>
                  <a:lnTo>
                    <a:pt x="452" y="1617"/>
                  </a:lnTo>
                  <a:cubicBezTo>
                    <a:pt x="419" y="1315"/>
                    <a:pt x="659" y="1051"/>
                    <a:pt x="967" y="1051"/>
                  </a:cubicBezTo>
                  <a:close/>
                  <a:moveTo>
                    <a:pt x="5353" y="8233"/>
                  </a:moveTo>
                  <a:lnTo>
                    <a:pt x="5353" y="8569"/>
                  </a:lnTo>
                  <a:cubicBezTo>
                    <a:pt x="5353" y="8775"/>
                    <a:pt x="5184" y="8944"/>
                    <a:pt x="4978" y="8944"/>
                  </a:cubicBezTo>
                  <a:lnTo>
                    <a:pt x="2744" y="8944"/>
                  </a:lnTo>
                  <a:cubicBezTo>
                    <a:pt x="2537" y="8944"/>
                    <a:pt x="2374" y="8775"/>
                    <a:pt x="2374" y="8569"/>
                  </a:cubicBezTo>
                  <a:lnTo>
                    <a:pt x="2374" y="8233"/>
                  </a:lnTo>
                  <a:close/>
                  <a:moveTo>
                    <a:pt x="3859" y="1"/>
                  </a:moveTo>
                  <a:cubicBezTo>
                    <a:pt x="3756" y="1"/>
                    <a:pt x="3654" y="71"/>
                    <a:pt x="3662" y="210"/>
                  </a:cubicBezTo>
                  <a:lnTo>
                    <a:pt x="3662" y="657"/>
                  </a:lnTo>
                  <a:lnTo>
                    <a:pt x="962" y="657"/>
                  </a:lnTo>
                  <a:cubicBezTo>
                    <a:pt x="424" y="657"/>
                    <a:pt x="1" y="1123"/>
                    <a:pt x="54" y="1661"/>
                  </a:cubicBezTo>
                  <a:cubicBezTo>
                    <a:pt x="73" y="1867"/>
                    <a:pt x="260" y="3774"/>
                    <a:pt x="294" y="4106"/>
                  </a:cubicBezTo>
                  <a:cubicBezTo>
                    <a:pt x="307" y="4225"/>
                    <a:pt x="397" y="4281"/>
                    <a:pt x="488" y="4281"/>
                  </a:cubicBezTo>
                  <a:cubicBezTo>
                    <a:pt x="590" y="4281"/>
                    <a:pt x="693" y="4208"/>
                    <a:pt x="683" y="4072"/>
                  </a:cubicBezTo>
                  <a:lnTo>
                    <a:pt x="625" y="3438"/>
                  </a:lnTo>
                  <a:lnTo>
                    <a:pt x="7087" y="3438"/>
                  </a:lnTo>
                  <a:lnTo>
                    <a:pt x="7039" y="3981"/>
                  </a:lnTo>
                  <a:lnTo>
                    <a:pt x="5650" y="3981"/>
                  </a:lnTo>
                  <a:cubicBezTo>
                    <a:pt x="5401" y="3995"/>
                    <a:pt x="5401" y="4361"/>
                    <a:pt x="5650" y="4375"/>
                  </a:cubicBezTo>
                  <a:lnTo>
                    <a:pt x="6996" y="4375"/>
                  </a:lnTo>
                  <a:lnTo>
                    <a:pt x="6948" y="4913"/>
                  </a:lnTo>
                  <a:lnTo>
                    <a:pt x="6458" y="4913"/>
                  </a:lnTo>
                  <a:cubicBezTo>
                    <a:pt x="6453" y="4913"/>
                    <a:pt x="6448" y="4913"/>
                    <a:pt x="6444" y="4913"/>
                  </a:cubicBezTo>
                  <a:cubicBezTo>
                    <a:pt x="6184" y="4913"/>
                    <a:pt x="6184" y="5307"/>
                    <a:pt x="6444" y="5307"/>
                  </a:cubicBezTo>
                  <a:cubicBezTo>
                    <a:pt x="6448" y="5307"/>
                    <a:pt x="6453" y="5307"/>
                    <a:pt x="6458" y="5307"/>
                  </a:cubicBezTo>
                  <a:lnTo>
                    <a:pt x="6904" y="5307"/>
                  </a:lnTo>
                  <a:lnTo>
                    <a:pt x="6856" y="5850"/>
                  </a:lnTo>
                  <a:lnTo>
                    <a:pt x="5655" y="5850"/>
                  </a:lnTo>
                  <a:cubicBezTo>
                    <a:pt x="5649" y="5849"/>
                    <a:pt x="5643" y="5849"/>
                    <a:pt x="5637" y="5849"/>
                  </a:cubicBezTo>
                  <a:cubicBezTo>
                    <a:pt x="5383" y="5849"/>
                    <a:pt x="5383" y="6240"/>
                    <a:pt x="5637" y="6240"/>
                  </a:cubicBezTo>
                  <a:cubicBezTo>
                    <a:pt x="5643" y="6240"/>
                    <a:pt x="5649" y="6239"/>
                    <a:pt x="5655" y="6239"/>
                  </a:cubicBezTo>
                  <a:lnTo>
                    <a:pt x="6813" y="6239"/>
                  </a:lnTo>
                  <a:lnTo>
                    <a:pt x="6731" y="7051"/>
                  </a:lnTo>
                  <a:cubicBezTo>
                    <a:pt x="6703" y="7387"/>
                    <a:pt x="6534" y="7834"/>
                    <a:pt x="5492" y="7834"/>
                  </a:cubicBezTo>
                  <a:lnTo>
                    <a:pt x="2230" y="7834"/>
                  </a:lnTo>
                  <a:cubicBezTo>
                    <a:pt x="1183" y="7834"/>
                    <a:pt x="1019" y="7387"/>
                    <a:pt x="986" y="7051"/>
                  </a:cubicBezTo>
                  <a:lnTo>
                    <a:pt x="765" y="4817"/>
                  </a:lnTo>
                  <a:cubicBezTo>
                    <a:pt x="749" y="4699"/>
                    <a:pt x="660" y="4644"/>
                    <a:pt x="570" y="4644"/>
                  </a:cubicBezTo>
                  <a:cubicBezTo>
                    <a:pt x="465" y="4644"/>
                    <a:pt x="360" y="4719"/>
                    <a:pt x="371" y="4855"/>
                  </a:cubicBezTo>
                  <a:lnTo>
                    <a:pt x="592" y="7089"/>
                  </a:lnTo>
                  <a:cubicBezTo>
                    <a:pt x="640" y="7570"/>
                    <a:pt x="923" y="8137"/>
                    <a:pt x="1971" y="8218"/>
                  </a:cubicBezTo>
                  <a:lnTo>
                    <a:pt x="1971" y="8559"/>
                  </a:lnTo>
                  <a:cubicBezTo>
                    <a:pt x="1971" y="8982"/>
                    <a:pt x="2316" y="9323"/>
                    <a:pt x="2739" y="9328"/>
                  </a:cubicBezTo>
                  <a:lnTo>
                    <a:pt x="3662" y="9328"/>
                  </a:lnTo>
                  <a:lnTo>
                    <a:pt x="3662" y="10971"/>
                  </a:lnTo>
                  <a:cubicBezTo>
                    <a:pt x="3654" y="11108"/>
                    <a:pt x="3756" y="11176"/>
                    <a:pt x="3859" y="11176"/>
                  </a:cubicBezTo>
                  <a:cubicBezTo>
                    <a:pt x="3961" y="11176"/>
                    <a:pt x="4063" y="11108"/>
                    <a:pt x="4056" y="10971"/>
                  </a:cubicBezTo>
                  <a:lnTo>
                    <a:pt x="4056" y="9328"/>
                  </a:lnTo>
                  <a:lnTo>
                    <a:pt x="4973" y="9328"/>
                  </a:lnTo>
                  <a:cubicBezTo>
                    <a:pt x="5396" y="9323"/>
                    <a:pt x="5742" y="8982"/>
                    <a:pt x="5742" y="8559"/>
                  </a:cubicBezTo>
                  <a:lnTo>
                    <a:pt x="5742" y="8213"/>
                  </a:lnTo>
                  <a:cubicBezTo>
                    <a:pt x="6794" y="8132"/>
                    <a:pt x="7077" y="7565"/>
                    <a:pt x="7125" y="7084"/>
                  </a:cubicBezTo>
                  <a:cubicBezTo>
                    <a:pt x="7433" y="4034"/>
                    <a:pt x="7346" y="4875"/>
                    <a:pt x="7663" y="1666"/>
                  </a:cubicBezTo>
                  <a:cubicBezTo>
                    <a:pt x="7716" y="1127"/>
                    <a:pt x="7293" y="661"/>
                    <a:pt x="6755" y="657"/>
                  </a:cubicBezTo>
                  <a:lnTo>
                    <a:pt x="4056" y="657"/>
                  </a:lnTo>
                  <a:lnTo>
                    <a:pt x="4056" y="210"/>
                  </a:lnTo>
                  <a:cubicBezTo>
                    <a:pt x="4063" y="71"/>
                    <a:pt x="3961" y="1"/>
                    <a:pt x="3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0"/>
            <p:cNvSpPr/>
            <p:nvPr/>
          </p:nvSpPr>
          <p:spPr>
            <a:xfrm>
              <a:off x="6697352" y="4289383"/>
              <a:ext cx="208628" cy="354530"/>
            </a:xfrm>
            <a:custGeom>
              <a:rect b="b" l="l" r="r" t="t"/>
              <a:pathLst>
                <a:path extrusionOk="0" h="13542" w="7969">
                  <a:moveTo>
                    <a:pt x="6431" y="1"/>
                  </a:moveTo>
                  <a:cubicBezTo>
                    <a:pt x="6329" y="1"/>
                    <a:pt x="6227" y="71"/>
                    <a:pt x="6234" y="210"/>
                  </a:cubicBezTo>
                  <a:lnTo>
                    <a:pt x="6234" y="455"/>
                  </a:lnTo>
                  <a:cubicBezTo>
                    <a:pt x="5696" y="522"/>
                    <a:pt x="5235" y="873"/>
                    <a:pt x="5019" y="1368"/>
                  </a:cubicBezTo>
                  <a:lnTo>
                    <a:pt x="2045" y="1368"/>
                  </a:lnTo>
                  <a:cubicBezTo>
                    <a:pt x="921" y="1373"/>
                    <a:pt x="13" y="2280"/>
                    <a:pt x="8" y="3405"/>
                  </a:cubicBezTo>
                  <a:lnTo>
                    <a:pt x="8" y="5970"/>
                  </a:lnTo>
                  <a:cubicBezTo>
                    <a:pt x="1" y="6109"/>
                    <a:pt x="103" y="6179"/>
                    <a:pt x="205" y="6179"/>
                  </a:cubicBezTo>
                  <a:cubicBezTo>
                    <a:pt x="307" y="6179"/>
                    <a:pt x="409" y="6109"/>
                    <a:pt x="402" y="5970"/>
                  </a:cubicBezTo>
                  <a:lnTo>
                    <a:pt x="402" y="3405"/>
                  </a:lnTo>
                  <a:cubicBezTo>
                    <a:pt x="402" y="2501"/>
                    <a:pt x="1137" y="1766"/>
                    <a:pt x="2045" y="1766"/>
                  </a:cubicBezTo>
                  <a:lnTo>
                    <a:pt x="5153" y="1766"/>
                  </a:lnTo>
                  <a:cubicBezTo>
                    <a:pt x="5235" y="1766"/>
                    <a:pt x="5312" y="1709"/>
                    <a:pt x="5341" y="1627"/>
                  </a:cubicBezTo>
                  <a:cubicBezTo>
                    <a:pt x="5495" y="1151"/>
                    <a:pt x="5941" y="835"/>
                    <a:pt x="6429" y="835"/>
                  </a:cubicBezTo>
                  <a:cubicBezTo>
                    <a:pt x="6487" y="835"/>
                    <a:pt x="6545" y="840"/>
                    <a:pt x="6604" y="849"/>
                  </a:cubicBezTo>
                  <a:cubicBezTo>
                    <a:pt x="7161" y="940"/>
                    <a:pt x="7570" y="1421"/>
                    <a:pt x="7570" y="1983"/>
                  </a:cubicBezTo>
                  <a:lnTo>
                    <a:pt x="7570" y="1987"/>
                  </a:lnTo>
                  <a:cubicBezTo>
                    <a:pt x="7570" y="2148"/>
                    <a:pt x="7450" y="2229"/>
                    <a:pt x="7330" y="2229"/>
                  </a:cubicBezTo>
                  <a:cubicBezTo>
                    <a:pt x="7209" y="2229"/>
                    <a:pt x="7089" y="2148"/>
                    <a:pt x="7089" y="1987"/>
                  </a:cubicBezTo>
                  <a:cubicBezTo>
                    <a:pt x="7089" y="1593"/>
                    <a:pt x="6768" y="1324"/>
                    <a:pt x="6426" y="1324"/>
                  </a:cubicBezTo>
                  <a:cubicBezTo>
                    <a:pt x="6285" y="1324"/>
                    <a:pt x="6140" y="1371"/>
                    <a:pt x="6013" y="1473"/>
                  </a:cubicBezTo>
                  <a:cubicBezTo>
                    <a:pt x="5855" y="1603"/>
                    <a:pt x="5768" y="1800"/>
                    <a:pt x="5773" y="2007"/>
                  </a:cubicBezTo>
                  <a:cubicBezTo>
                    <a:pt x="5773" y="2141"/>
                    <a:pt x="5667" y="2247"/>
                    <a:pt x="5533" y="2247"/>
                  </a:cubicBezTo>
                  <a:lnTo>
                    <a:pt x="2050" y="2247"/>
                  </a:lnTo>
                  <a:cubicBezTo>
                    <a:pt x="2047" y="2247"/>
                    <a:pt x="2044" y="2247"/>
                    <a:pt x="2041" y="2247"/>
                  </a:cubicBezTo>
                  <a:cubicBezTo>
                    <a:pt x="1406" y="2247"/>
                    <a:pt x="887" y="2769"/>
                    <a:pt x="887" y="3405"/>
                  </a:cubicBezTo>
                  <a:lnTo>
                    <a:pt x="887" y="13142"/>
                  </a:lnTo>
                  <a:lnTo>
                    <a:pt x="407" y="13142"/>
                  </a:lnTo>
                  <a:lnTo>
                    <a:pt x="407" y="6710"/>
                  </a:lnTo>
                  <a:cubicBezTo>
                    <a:pt x="414" y="6570"/>
                    <a:pt x="312" y="6501"/>
                    <a:pt x="210" y="6501"/>
                  </a:cubicBezTo>
                  <a:cubicBezTo>
                    <a:pt x="108" y="6501"/>
                    <a:pt x="6" y="6570"/>
                    <a:pt x="13" y="6710"/>
                  </a:cubicBezTo>
                  <a:lnTo>
                    <a:pt x="13" y="13344"/>
                  </a:lnTo>
                  <a:cubicBezTo>
                    <a:pt x="13" y="13450"/>
                    <a:pt x="99" y="13541"/>
                    <a:pt x="210" y="13541"/>
                  </a:cubicBezTo>
                  <a:lnTo>
                    <a:pt x="1089" y="13541"/>
                  </a:lnTo>
                  <a:cubicBezTo>
                    <a:pt x="1200" y="13541"/>
                    <a:pt x="1286" y="13450"/>
                    <a:pt x="1286" y="13344"/>
                  </a:cubicBezTo>
                  <a:lnTo>
                    <a:pt x="1286" y="3409"/>
                  </a:lnTo>
                  <a:cubicBezTo>
                    <a:pt x="1286" y="2991"/>
                    <a:pt x="1627" y="2650"/>
                    <a:pt x="2050" y="2650"/>
                  </a:cubicBezTo>
                  <a:lnTo>
                    <a:pt x="5533" y="2650"/>
                  </a:lnTo>
                  <a:cubicBezTo>
                    <a:pt x="5879" y="2641"/>
                    <a:pt x="6162" y="2357"/>
                    <a:pt x="6162" y="2007"/>
                  </a:cubicBezTo>
                  <a:lnTo>
                    <a:pt x="6162" y="1978"/>
                  </a:lnTo>
                  <a:cubicBezTo>
                    <a:pt x="6162" y="1830"/>
                    <a:pt x="6280" y="1716"/>
                    <a:pt x="6423" y="1716"/>
                  </a:cubicBezTo>
                  <a:cubicBezTo>
                    <a:pt x="6443" y="1716"/>
                    <a:pt x="6463" y="1718"/>
                    <a:pt x="6484" y="1723"/>
                  </a:cubicBezTo>
                  <a:cubicBezTo>
                    <a:pt x="6604" y="1752"/>
                    <a:pt x="6691" y="1863"/>
                    <a:pt x="6686" y="1987"/>
                  </a:cubicBezTo>
                  <a:cubicBezTo>
                    <a:pt x="6691" y="2338"/>
                    <a:pt x="6974" y="2626"/>
                    <a:pt x="7330" y="2626"/>
                  </a:cubicBezTo>
                  <a:cubicBezTo>
                    <a:pt x="7685" y="2626"/>
                    <a:pt x="7968" y="2338"/>
                    <a:pt x="7968" y="1983"/>
                  </a:cubicBezTo>
                  <a:cubicBezTo>
                    <a:pt x="7968" y="1209"/>
                    <a:pt x="7392" y="556"/>
                    <a:pt x="6628" y="455"/>
                  </a:cubicBezTo>
                  <a:lnTo>
                    <a:pt x="6628" y="210"/>
                  </a:lnTo>
                  <a:cubicBezTo>
                    <a:pt x="6635" y="71"/>
                    <a:pt x="6533" y="1"/>
                    <a:pt x="64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8" name="Google Shape;9488;p80"/>
          <p:cNvGrpSpPr/>
          <p:nvPr/>
        </p:nvGrpSpPr>
        <p:grpSpPr>
          <a:xfrm>
            <a:off x="5768616" y="2908885"/>
            <a:ext cx="334816" cy="368536"/>
            <a:chOff x="5768616" y="2908885"/>
            <a:chExt cx="334816" cy="368536"/>
          </a:xfrm>
        </p:grpSpPr>
        <p:sp>
          <p:nvSpPr>
            <p:cNvPr id="9489" name="Google Shape;9489;p80"/>
            <p:cNvSpPr/>
            <p:nvPr/>
          </p:nvSpPr>
          <p:spPr>
            <a:xfrm>
              <a:off x="5776025" y="2916059"/>
              <a:ext cx="196978" cy="193706"/>
            </a:xfrm>
            <a:custGeom>
              <a:rect b="b" l="l" r="r" t="t"/>
              <a:pathLst>
                <a:path extrusionOk="0" h="7399" w="7524">
                  <a:moveTo>
                    <a:pt x="779" y="0"/>
                  </a:moveTo>
                  <a:cubicBezTo>
                    <a:pt x="342" y="0"/>
                    <a:pt x="1" y="375"/>
                    <a:pt x="44" y="812"/>
                  </a:cubicBezTo>
                  <a:lnTo>
                    <a:pt x="597" y="6409"/>
                  </a:lnTo>
                  <a:cubicBezTo>
                    <a:pt x="673" y="7173"/>
                    <a:pt x="1317" y="7399"/>
                    <a:pt x="2081" y="7399"/>
                  </a:cubicBezTo>
                  <a:lnTo>
                    <a:pt x="5444" y="7399"/>
                  </a:lnTo>
                  <a:cubicBezTo>
                    <a:pt x="6203" y="7399"/>
                    <a:pt x="6851" y="7173"/>
                    <a:pt x="6923" y="6409"/>
                  </a:cubicBezTo>
                  <a:lnTo>
                    <a:pt x="7481" y="812"/>
                  </a:lnTo>
                  <a:cubicBezTo>
                    <a:pt x="7524" y="375"/>
                    <a:pt x="7183" y="0"/>
                    <a:pt x="674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0"/>
            <p:cNvSpPr/>
            <p:nvPr/>
          </p:nvSpPr>
          <p:spPr>
            <a:xfrm>
              <a:off x="5872996" y="2916059"/>
              <a:ext cx="99903" cy="193706"/>
            </a:xfrm>
            <a:custGeom>
              <a:rect b="b" l="l" r="r" t="t"/>
              <a:pathLst>
                <a:path extrusionOk="0" h="7399" w="3816">
                  <a:moveTo>
                    <a:pt x="1303" y="0"/>
                  </a:moveTo>
                  <a:cubicBezTo>
                    <a:pt x="1740" y="0"/>
                    <a:pt x="2081" y="375"/>
                    <a:pt x="2038" y="812"/>
                  </a:cubicBezTo>
                  <a:lnTo>
                    <a:pt x="1485" y="6409"/>
                  </a:lnTo>
                  <a:cubicBezTo>
                    <a:pt x="1408" y="7173"/>
                    <a:pt x="765" y="7399"/>
                    <a:pt x="1" y="7399"/>
                  </a:cubicBezTo>
                  <a:lnTo>
                    <a:pt x="1740" y="7399"/>
                  </a:lnTo>
                  <a:cubicBezTo>
                    <a:pt x="2504" y="7399"/>
                    <a:pt x="3147" y="7173"/>
                    <a:pt x="3219" y="6409"/>
                  </a:cubicBezTo>
                  <a:lnTo>
                    <a:pt x="3777" y="812"/>
                  </a:lnTo>
                  <a:cubicBezTo>
                    <a:pt x="3815" y="380"/>
                    <a:pt x="3474" y="5"/>
                    <a:pt x="304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0"/>
            <p:cNvSpPr/>
            <p:nvPr/>
          </p:nvSpPr>
          <p:spPr>
            <a:xfrm>
              <a:off x="5778931" y="2955041"/>
              <a:ext cx="191062" cy="154724"/>
            </a:xfrm>
            <a:custGeom>
              <a:rect b="b" l="l" r="r" t="t"/>
              <a:pathLst>
                <a:path extrusionOk="0" h="5910" w="7298">
                  <a:moveTo>
                    <a:pt x="15" y="1"/>
                  </a:moveTo>
                  <a:lnTo>
                    <a:pt x="0" y="25"/>
                  </a:lnTo>
                  <a:lnTo>
                    <a:pt x="481" y="4920"/>
                  </a:lnTo>
                  <a:cubicBezTo>
                    <a:pt x="558" y="5684"/>
                    <a:pt x="1201" y="5910"/>
                    <a:pt x="1965" y="5910"/>
                  </a:cubicBezTo>
                  <a:lnTo>
                    <a:pt x="5328" y="5910"/>
                  </a:lnTo>
                  <a:cubicBezTo>
                    <a:pt x="6092" y="5910"/>
                    <a:pt x="6740" y="5684"/>
                    <a:pt x="6812" y="4920"/>
                  </a:cubicBezTo>
                  <a:lnTo>
                    <a:pt x="7298"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0"/>
            <p:cNvSpPr/>
            <p:nvPr/>
          </p:nvSpPr>
          <p:spPr>
            <a:xfrm>
              <a:off x="5872996" y="2955171"/>
              <a:ext cx="96997" cy="154724"/>
            </a:xfrm>
            <a:custGeom>
              <a:rect b="b" l="l" r="r" t="t"/>
              <a:pathLst>
                <a:path extrusionOk="0" h="5910" w="3705">
                  <a:moveTo>
                    <a:pt x="1966" y="1"/>
                  </a:moveTo>
                  <a:lnTo>
                    <a:pt x="1485" y="4920"/>
                  </a:lnTo>
                  <a:cubicBezTo>
                    <a:pt x="1408" y="5679"/>
                    <a:pt x="765" y="5909"/>
                    <a:pt x="1" y="5909"/>
                  </a:cubicBezTo>
                  <a:lnTo>
                    <a:pt x="1740" y="5909"/>
                  </a:lnTo>
                  <a:cubicBezTo>
                    <a:pt x="2504" y="5909"/>
                    <a:pt x="3147" y="5684"/>
                    <a:pt x="3219" y="4920"/>
                  </a:cubicBezTo>
                  <a:lnTo>
                    <a:pt x="3705"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0"/>
            <p:cNvSpPr/>
            <p:nvPr/>
          </p:nvSpPr>
          <p:spPr>
            <a:xfrm>
              <a:off x="5828987" y="3109738"/>
              <a:ext cx="91080" cy="29845"/>
            </a:xfrm>
            <a:custGeom>
              <a:rect b="b" l="l" r="r" t="t"/>
              <a:pathLst>
                <a:path extrusionOk="0" h="1140" w="3479">
                  <a:moveTo>
                    <a:pt x="0" y="1"/>
                  </a:moveTo>
                  <a:lnTo>
                    <a:pt x="0" y="544"/>
                  </a:lnTo>
                  <a:cubicBezTo>
                    <a:pt x="0" y="875"/>
                    <a:pt x="265" y="1139"/>
                    <a:pt x="596" y="1139"/>
                  </a:cubicBezTo>
                  <a:lnTo>
                    <a:pt x="2883" y="1139"/>
                  </a:lnTo>
                  <a:cubicBezTo>
                    <a:pt x="3214" y="1139"/>
                    <a:pt x="3478" y="870"/>
                    <a:pt x="3474" y="544"/>
                  </a:cubicBezTo>
                  <a:lnTo>
                    <a:pt x="347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0"/>
            <p:cNvSpPr/>
            <p:nvPr/>
          </p:nvSpPr>
          <p:spPr>
            <a:xfrm>
              <a:off x="5872368" y="3109738"/>
              <a:ext cx="47700" cy="29845"/>
            </a:xfrm>
            <a:custGeom>
              <a:rect b="b" l="l" r="r" t="t"/>
              <a:pathLst>
                <a:path extrusionOk="0" h="1140" w="1822">
                  <a:moveTo>
                    <a:pt x="596" y="1"/>
                  </a:moveTo>
                  <a:lnTo>
                    <a:pt x="596" y="544"/>
                  </a:lnTo>
                  <a:cubicBezTo>
                    <a:pt x="596" y="870"/>
                    <a:pt x="332" y="1139"/>
                    <a:pt x="1" y="1139"/>
                  </a:cubicBezTo>
                  <a:lnTo>
                    <a:pt x="1226" y="1139"/>
                  </a:lnTo>
                  <a:cubicBezTo>
                    <a:pt x="1557" y="1139"/>
                    <a:pt x="1821" y="870"/>
                    <a:pt x="1821" y="544"/>
                  </a:cubicBezTo>
                  <a:lnTo>
                    <a:pt x="1821"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0"/>
            <p:cNvSpPr/>
            <p:nvPr/>
          </p:nvSpPr>
          <p:spPr>
            <a:xfrm>
              <a:off x="6051727" y="2995541"/>
              <a:ext cx="44794" cy="94850"/>
            </a:xfrm>
            <a:custGeom>
              <a:rect b="b" l="l" r="r" t="t"/>
              <a:pathLst>
                <a:path extrusionOk="0" h="3623" w="1711">
                  <a:moveTo>
                    <a:pt x="370" y="1"/>
                  </a:moveTo>
                  <a:cubicBezTo>
                    <a:pt x="168" y="1"/>
                    <a:pt x="5" y="164"/>
                    <a:pt x="5" y="366"/>
                  </a:cubicBezTo>
                  <a:lnTo>
                    <a:pt x="0" y="2052"/>
                  </a:lnTo>
                  <a:lnTo>
                    <a:pt x="0" y="2057"/>
                  </a:lnTo>
                  <a:lnTo>
                    <a:pt x="0" y="3258"/>
                  </a:lnTo>
                  <a:cubicBezTo>
                    <a:pt x="0" y="3460"/>
                    <a:pt x="168" y="3623"/>
                    <a:pt x="370" y="3623"/>
                  </a:cubicBezTo>
                  <a:lnTo>
                    <a:pt x="1341" y="3623"/>
                  </a:lnTo>
                  <a:cubicBezTo>
                    <a:pt x="1542" y="3623"/>
                    <a:pt x="1711" y="3460"/>
                    <a:pt x="1706" y="3258"/>
                  </a:cubicBezTo>
                  <a:lnTo>
                    <a:pt x="1706" y="366"/>
                  </a:lnTo>
                  <a:cubicBezTo>
                    <a:pt x="1711" y="164"/>
                    <a:pt x="1542" y="1"/>
                    <a:pt x="1341"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0"/>
            <p:cNvSpPr/>
            <p:nvPr/>
          </p:nvSpPr>
          <p:spPr>
            <a:xfrm>
              <a:off x="6064424" y="2995541"/>
              <a:ext cx="31966" cy="94850"/>
            </a:xfrm>
            <a:custGeom>
              <a:rect b="b" l="l" r="r" t="t"/>
              <a:pathLst>
                <a:path extrusionOk="0" h="3623" w="1221">
                  <a:moveTo>
                    <a:pt x="1" y="1"/>
                  </a:moveTo>
                  <a:cubicBezTo>
                    <a:pt x="202" y="1"/>
                    <a:pt x="366" y="164"/>
                    <a:pt x="366" y="366"/>
                  </a:cubicBezTo>
                  <a:lnTo>
                    <a:pt x="366" y="3253"/>
                  </a:lnTo>
                  <a:cubicBezTo>
                    <a:pt x="366" y="3455"/>
                    <a:pt x="202" y="3623"/>
                    <a:pt x="1" y="3623"/>
                  </a:cubicBezTo>
                  <a:lnTo>
                    <a:pt x="856" y="3623"/>
                  </a:lnTo>
                  <a:cubicBezTo>
                    <a:pt x="1057" y="3623"/>
                    <a:pt x="1221" y="3455"/>
                    <a:pt x="1221" y="3253"/>
                  </a:cubicBezTo>
                  <a:lnTo>
                    <a:pt x="1221" y="366"/>
                  </a:lnTo>
                  <a:cubicBezTo>
                    <a:pt x="1221" y="164"/>
                    <a:pt x="1057" y="1"/>
                    <a:pt x="856"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0"/>
            <p:cNvSpPr/>
            <p:nvPr/>
          </p:nvSpPr>
          <p:spPr>
            <a:xfrm>
              <a:off x="5768616" y="2908885"/>
              <a:ext cx="334816" cy="368536"/>
            </a:xfrm>
            <a:custGeom>
              <a:rect b="b" l="l" r="r" t="t"/>
              <a:pathLst>
                <a:path extrusionOk="0" h="14077" w="12789">
                  <a:moveTo>
                    <a:pt x="7038" y="409"/>
                  </a:moveTo>
                  <a:cubicBezTo>
                    <a:pt x="7355" y="409"/>
                    <a:pt x="7605" y="688"/>
                    <a:pt x="7572" y="1005"/>
                  </a:cubicBezTo>
                  <a:lnTo>
                    <a:pt x="7524" y="1509"/>
                  </a:lnTo>
                  <a:lnTo>
                    <a:pt x="3137" y="1509"/>
                  </a:lnTo>
                  <a:cubicBezTo>
                    <a:pt x="2864" y="1509"/>
                    <a:pt x="2864" y="1917"/>
                    <a:pt x="3137" y="1917"/>
                  </a:cubicBezTo>
                  <a:lnTo>
                    <a:pt x="7480" y="1917"/>
                  </a:lnTo>
                  <a:lnTo>
                    <a:pt x="7427" y="2480"/>
                  </a:lnTo>
                  <a:lnTo>
                    <a:pt x="6702" y="2480"/>
                  </a:lnTo>
                  <a:cubicBezTo>
                    <a:pt x="6428" y="2480"/>
                    <a:pt x="6428" y="2888"/>
                    <a:pt x="6702" y="2888"/>
                  </a:cubicBezTo>
                  <a:lnTo>
                    <a:pt x="7384" y="2888"/>
                  </a:lnTo>
                  <a:lnTo>
                    <a:pt x="7331" y="3445"/>
                  </a:lnTo>
                  <a:lnTo>
                    <a:pt x="5890" y="3445"/>
                  </a:lnTo>
                  <a:cubicBezTo>
                    <a:pt x="5621" y="3445"/>
                    <a:pt x="5621" y="3858"/>
                    <a:pt x="5890" y="3858"/>
                  </a:cubicBezTo>
                  <a:lnTo>
                    <a:pt x="7293" y="3858"/>
                  </a:lnTo>
                  <a:lnTo>
                    <a:pt x="7240" y="4416"/>
                  </a:lnTo>
                  <a:lnTo>
                    <a:pt x="6731" y="4416"/>
                  </a:lnTo>
                  <a:cubicBezTo>
                    <a:pt x="6462" y="4416"/>
                    <a:pt x="6462" y="4829"/>
                    <a:pt x="6731" y="4829"/>
                  </a:cubicBezTo>
                  <a:lnTo>
                    <a:pt x="7197" y="4829"/>
                  </a:lnTo>
                  <a:lnTo>
                    <a:pt x="7144" y="5386"/>
                  </a:lnTo>
                  <a:lnTo>
                    <a:pt x="5895" y="5386"/>
                  </a:lnTo>
                  <a:cubicBezTo>
                    <a:pt x="5621" y="5386"/>
                    <a:pt x="5621" y="5794"/>
                    <a:pt x="5895" y="5794"/>
                  </a:cubicBezTo>
                  <a:lnTo>
                    <a:pt x="7106" y="5794"/>
                  </a:lnTo>
                  <a:lnTo>
                    <a:pt x="7019" y="6640"/>
                  </a:lnTo>
                  <a:cubicBezTo>
                    <a:pt x="6985" y="6991"/>
                    <a:pt x="6813" y="7452"/>
                    <a:pt x="5727" y="7452"/>
                  </a:cubicBezTo>
                  <a:lnTo>
                    <a:pt x="2330" y="7452"/>
                  </a:lnTo>
                  <a:cubicBezTo>
                    <a:pt x="2303" y="7452"/>
                    <a:pt x="2276" y="7453"/>
                    <a:pt x="2250" y="7453"/>
                  </a:cubicBezTo>
                  <a:cubicBezTo>
                    <a:pt x="1227" y="7453"/>
                    <a:pt x="1066" y="7001"/>
                    <a:pt x="1028" y="6664"/>
                  </a:cubicBezTo>
                  <a:lnTo>
                    <a:pt x="562" y="1917"/>
                  </a:lnTo>
                  <a:lnTo>
                    <a:pt x="1975" y="1917"/>
                  </a:lnTo>
                  <a:cubicBezTo>
                    <a:pt x="2249" y="1917"/>
                    <a:pt x="2249" y="1509"/>
                    <a:pt x="1975" y="1509"/>
                  </a:cubicBezTo>
                  <a:lnTo>
                    <a:pt x="529" y="1509"/>
                  </a:lnTo>
                  <a:lnTo>
                    <a:pt x="476" y="1005"/>
                  </a:lnTo>
                  <a:cubicBezTo>
                    <a:pt x="462" y="851"/>
                    <a:pt x="510" y="702"/>
                    <a:pt x="611" y="587"/>
                  </a:cubicBezTo>
                  <a:cubicBezTo>
                    <a:pt x="711" y="476"/>
                    <a:pt x="860" y="409"/>
                    <a:pt x="1009" y="409"/>
                  </a:cubicBezTo>
                  <a:close/>
                  <a:moveTo>
                    <a:pt x="5568" y="7884"/>
                  </a:moveTo>
                  <a:lnTo>
                    <a:pt x="5568" y="8235"/>
                  </a:lnTo>
                  <a:cubicBezTo>
                    <a:pt x="5568" y="8451"/>
                    <a:pt x="5395" y="8624"/>
                    <a:pt x="5184" y="8624"/>
                  </a:cubicBezTo>
                  <a:lnTo>
                    <a:pt x="2854" y="8624"/>
                  </a:lnTo>
                  <a:cubicBezTo>
                    <a:pt x="2643" y="8619"/>
                    <a:pt x="2470" y="8446"/>
                    <a:pt x="2470" y="8235"/>
                  </a:cubicBezTo>
                  <a:lnTo>
                    <a:pt x="2470" y="7884"/>
                  </a:lnTo>
                  <a:close/>
                  <a:moveTo>
                    <a:pt x="1004" y="1"/>
                  </a:moveTo>
                  <a:cubicBezTo>
                    <a:pt x="442" y="1"/>
                    <a:pt x="0" y="486"/>
                    <a:pt x="58" y="1043"/>
                  </a:cubicBezTo>
                  <a:lnTo>
                    <a:pt x="615" y="6697"/>
                  </a:lnTo>
                  <a:cubicBezTo>
                    <a:pt x="663" y="7202"/>
                    <a:pt x="961" y="7793"/>
                    <a:pt x="2057" y="7874"/>
                  </a:cubicBezTo>
                  <a:lnTo>
                    <a:pt x="2057" y="8235"/>
                  </a:lnTo>
                  <a:cubicBezTo>
                    <a:pt x="2057" y="8672"/>
                    <a:pt x="2412" y="9032"/>
                    <a:pt x="2854" y="9032"/>
                  </a:cubicBezTo>
                  <a:lnTo>
                    <a:pt x="3810" y="9032"/>
                  </a:lnTo>
                  <a:lnTo>
                    <a:pt x="3810" y="11300"/>
                  </a:lnTo>
                  <a:cubicBezTo>
                    <a:pt x="3815" y="12832"/>
                    <a:pt x="5054" y="14076"/>
                    <a:pt x="6587" y="14076"/>
                  </a:cubicBezTo>
                  <a:lnTo>
                    <a:pt x="9104" y="14076"/>
                  </a:lnTo>
                  <a:cubicBezTo>
                    <a:pt x="10637" y="14076"/>
                    <a:pt x="11881" y="12832"/>
                    <a:pt x="11881" y="11300"/>
                  </a:cubicBezTo>
                  <a:lnTo>
                    <a:pt x="11881" y="7135"/>
                  </a:lnTo>
                  <a:lnTo>
                    <a:pt x="12212" y="7135"/>
                  </a:lnTo>
                  <a:cubicBezTo>
                    <a:pt x="12529" y="7135"/>
                    <a:pt x="12789" y="6875"/>
                    <a:pt x="12789" y="6558"/>
                  </a:cubicBezTo>
                  <a:lnTo>
                    <a:pt x="12789" y="3642"/>
                  </a:lnTo>
                  <a:cubicBezTo>
                    <a:pt x="12789" y="3325"/>
                    <a:pt x="12529" y="3066"/>
                    <a:pt x="12212" y="3066"/>
                  </a:cubicBezTo>
                  <a:lnTo>
                    <a:pt x="11929" y="3066"/>
                  </a:lnTo>
                  <a:lnTo>
                    <a:pt x="11929" y="2196"/>
                  </a:lnTo>
                  <a:cubicBezTo>
                    <a:pt x="11929" y="2059"/>
                    <a:pt x="11827" y="1991"/>
                    <a:pt x="11725" y="1991"/>
                  </a:cubicBezTo>
                  <a:cubicBezTo>
                    <a:pt x="11623" y="1991"/>
                    <a:pt x="11521" y="2059"/>
                    <a:pt x="11521" y="2196"/>
                  </a:cubicBezTo>
                  <a:lnTo>
                    <a:pt x="11521" y="3066"/>
                  </a:lnTo>
                  <a:lnTo>
                    <a:pt x="11237" y="3066"/>
                  </a:lnTo>
                  <a:cubicBezTo>
                    <a:pt x="10915" y="3066"/>
                    <a:pt x="10661" y="3325"/>
                    <a:pt x="10661" y="3642"/>
                  </a:cubicBezTo>
                  <a:lnTo>
                    <a:pt x="10661" y="4459"/>
                  </a:lnTo>
                  <a:cubicBezTo>
                    <a:pt x="10661" y="4596"/>
                    <a:pt x="10763" y="4664"/>
                    <a:pt x="10865" y="4664"/>
                  </a:cubicBezTo>
                  <a:cubicBezTo>
                    <a:pt x="10967" y="4664"/>
                    <a:pt x="11069" y="4596"/>
                    <a:pt x="11069" y="4459"/>
                  </a:cubicBezTo>
                  <a:lnTo>
                    <a:pt x="11069" y="3642"/>
                  </a:lnTo>
                  <a:cubicBezTo>
                    <a:pt x="11069" y="3551"/>
                    <a:pt x="11141" y="3479"/>
                    <a:pt x="11232" y="3479"/>
                  </a:cubicBezTo>
                  <a:lnTo>
                    <a:pt x="12212" y="3479"/>
                  </a:lnTo>
                  <a:cubicBezTo>
                    <a:pt x="12304" y="3479"/>
                    <a:pt x="12376" y="3551"/>
                    <a:pt x="12380" y="3642"/>
                  </a:cubicBezTo>
                  <a:lnTo>
                    <a:pt x="12380" y="6558"/>
                  </a:lnTo>
                  <a:cubicBezTo>
                    <a:pt x="12376" y="6649"/>
                    <a:pt x="12304" y="6721"/>
                    <a:pt x="12212" y="6721"/>
                  </a:cubicBezTo>
                  <a:lnTo>
                    <a:pt x="11232" y="6721"/>
                  </a:lnTo>
                  <a:cubicBezTo>
                    <a:pt x="11141" y="6721"/>
                    <a:pt x="11069" y="6649"/>
                    <a:pt x="11069" y="6558"/>
                  </a:cubicBezTo>
                  <a:lnTo>
                    <a:pt x="11069" y="5348"/>
                  </a:lnTo>
                  <a:cubicBezTo>
                    <a:pt x="11069" y="5211"/>
                    <a:pt x="10967" y="5142"/>
                    <a:pt x="10865" y="5142"/>
                  </a:cubicBezTo>
                  <a:cubicBezTo>
                    <a:pt x="10763" y="5142"/>
                    <a:pt x="10661" y="5211"/>
                    <a:pt x="10661" y="5348"/>
                  </a:cubicBezTo>
                  <a:lnTo>
                    <a:pt x="10661" y="6558"/>
                  </a:lnTo>
                  <a:cubicBezTo>
                    <a:pt x="10661" y="6875"/>
                    <a:pt x="10915" y="7135"/>
                    <a:pt x="11237" y="7135"/>
                  </a:cubicBezTo>
                  <a:lnTo>
                    <a:pt x="11477" y="7135"/>
                  </a:lnTo>
                  <a:lnTo>
                    <a:pt x="11477" y="11300"/>
                  </a:lnTo>
                  <a:cubicBezTo>
                    <a:pt x="11472" y="12606"/>
                    <a:pt x="10416" y="13663"/>
                    <a:pt x="9109" y="13663"/>
                  </a:cubicBezTo>
                  <a:lnTo>
                    <a:pt x="6592" y="13663"/>
                  </a:lnTo>
                  <a:cubicBezTo>
                    <a:pt x="5285" y="13663"/>
                    <a:pt x="4228" y="12606"/>
                    <a:pt x="4228" y="11300"/>
                  </a:cubicBezTo>
                  <a:lnTo>
                    <a:pt x="4228" y="9032"/>
                  </a:lnTo>
                  <a:lnTo>
                    <a:pt x="5184" y="9032"/>
                  </a:lnTo>
                  <a:cubicBezTo>
                    <a:pt x="5626" y="9032"/>
                    <a:pt x="5981" y="8672"/>
                    <a:pt x="5981" y="8235"/>
                  </a:cubicBezTo>
                  <a:lnTo>
                    <a:pt x="5981" y="7874"/>
                  </a:lnTo>
                  <a:cubicBezTo>
                    <a:pt x="7077" y="7793"/>
                    <a:pt x="7370" y="7197"/>
                    <a:pt x="7423" y="6697"/>
                  </a:cubicBezTo>
                  <a:lnTo>
                    <a:pt x="7533" y="5626"/>
                  </a:lnTo>
                  <a:lnTo>
                    <a:pt x="7624" y="4651"/>
                  </a:lnTo>
                  <a:lnTo>
                    <a:pt x="7721" y="3681"/>
                  </a:lnTo>
                  <a:lnTo>
                    <a:pt x="7913" y="1735"/>
                  </a:lnTo>
                  <a:lnTo>
                    <a:pt x="7980" y="1043"/>
                  </a:lnTo>
                  <a:cubicBezTo>
                    <a:pt x="8038" y="486"/>
                    <a:pt x="7596" y="1"/>
                    <a:pt x="70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80"/>
          <p:cNvGrpSpPr/>
          <p:nvPr/>
        </p:nvGrpSpPr>
        <p:grpSpPr>
          <a:xfrm>
            <a:off x="6657061" y="2908885"/>
            <a:ext cx="323114" cy="368667"/>
            <a:chOff x="6657061" y="2908885"/>
            <a:chExt cx="323114" cy="368667"/>
          </a:xfrm>
        </p:grpSpPr>
        <p:sp>
          <p:nvSpPr>
            <p:cNvPr id="9499" name="Google Shape;9499;p80"/>
            <p:cNvSpPr/>
            <p:nvPr/>
          </p:nvSpPr>
          <p:spPr>
            <a:xfrm>
              <a:off x="6662454" y="2914174"/>
              <a:ext cx="312066" cy="357828"/>
            </a:xfrm>
            <a:custGeom>
              <a:rect b="b" l="l" r="r" t="t"/>
              <a:pathLst>
                <a:path extrusionOk="0" h="13668" w="11920">
                  <a:moveTo>
                    <a:pt x="3868" y="0"/>
                  </a:moveTo>
                  <a:cubicBezTo>
                    <a:pt x="3296" y="0"/>
                    <a:pt x="2758" y="245"/>
                    <a:pt x="2384" y="678"/>
                  </a:cubicBezTo>
                  <a:lnTo>
                    <a:pt x="1994" y="1125"/>
                  </a:lnTo>
                  <a:lnTo>
                    <a:pt x="827" y="1125"/>
                  </a:lnTo>
                  <a:cubicBezTo>
                    <a:pt x="371" y="1129"/>
                    <a:pt x="1" y="1499"/>
                    <a:pt x="1" y="1960"/>
                  </a:cubicBezTo>
                  <a:lnTo>
                    <a:pt x="1" y="12837"/>
                  </a:lnTo>
                  <a:cubicBezTo>
                    <a:pt x="1" y="13298"/>
                    <a:pt x="371" y="13668"/>
                    <a:pt x="832" y="13668"/>
                  </a:cubicBezTo>
                  <a:lnTo>
                    <a:pt x="11084" y="13668"/>
                  </a:lnTo>
                  <a:cubicBezTo>
                    <a:pt x="11545" y="13668"/>
                    <a:pt x="11920" y="13298"/>
                    <a:pt x="11920" y="12837"/>
                  </a:cubicBezTo>
                  <a:lnTo>
                    <a:pt x="11920" y="1960"/>
                  </a:lnTo>
                  <a:cubicBezTo>
                    <a:pt x="11920" y="1499"/>
                    <a:pt x="11545" y="1125"/>
                    <a:pt x="11084" y="1125"/>
                  </a:cubicBezTo>
                  <a:lnTo>
                    <a:pt x="9916" y="1125"/>
                  </a:lnTo>
                  <a:lnTo>
                    <a:pt x="9527" y="678"/>
                  </a:lnTo>
                  <a:cubicBezTo>
                    <a:pt x="9153" y="250"/>
                    <a:pt x="8610" y="0"/>
                    <a:pt x="804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0"/>
            <p:cNvSpPr/>
            <p:nvPr/>
          </p:nvSpPr>
          <p:spPr>
            <a:xfrm>
              <a:off x="6662349" y="2943862"/>
              <a:ext cx="312039" cy="328271"/>
            </a:xfrm>
            <a:custGeom>
              <a:rect b="b" l="l" r="r" t="t"/>
              <a:pathLst>
                <a:path extrusionOk="0" h="12539" w="11919">
                  <a:moveTo>
                    <a:pt x="11096" y="0"/>
                  </a:moveTo>
                  <a:cubicBezTo>
                    <a:pt x="11094" y="0"/>
                    <a:pt x="11091" y="0"/>
                    <a:pt x="11088" y="0"/>
                  </a:cubicBezTo>
                  <a:lnTo>
                    <a:pt x="10891" y="0"/>
                  </a:lnTo>
                  <a:lnTo>
                    <a:pt x="10891" y="10675"/>
                  </a:lnTo>
                  <a:cubicBezTo>
                    <a:pt x="10891" y="11136"/>
                    <a:pt x="10516" y="11506"/>
                    <a:pt x="10060" y="11511"/>
                  </a:cubicBezTo>
                  <a:lnTo>
                    <a:pt x="0" y="11511"/>
                  </a:lnTo>
                  <a:lnTo>
                    <a:pt x="0" y="11703"/>
                  </a:lnTo>
                  <a:cubicBezTo>
                    <a:pt x="0" y="12164"/>
                    <a:pt x="370" y="12539"/>
                    <a:pt x="831" y="12539"/>
                  </a:cubicBezTo>
                  <a:lnTo>
                    <a:pt x="11083" y="12539"/>
                  </a:lnTo>
                  <a:cubicBezTo>
                    <a:pt x="11544" y="12539"/>
                    <a:pt x="11919" y="12164"/>
                    <a:pt x="11919" y="11703"/>
                  </a:cubicBezTo>
                  <a:lnTo>
                    <a:pt x="11919" y="831"/>
                  </a:lnTo>
                  <a:cubicBezTo>
                    <a:pt x="11919" y="373"/>
                    <a:pt x="11549" y="0"/>
                    <a:pt x="11096"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0"/>
            <p:cNvSpPr/>
            <p:nvPr/>
          </p:nvSpPr>
          <p:spPr>
            <a:xfrm>
              <a:off x="6746099" y="2951035"/>
              <a:ext cx="144671" cy="55109"/>
            </a:xfrm>
            <a:custGeom>
              <a:rect b="b" l="l" r="r" t="t"/>
              <a:pathLst>
                <a:path extrusionOk="0" h="2105" w="5526">
                  <a:moveTo>
                    <a:pt x="510" y="0"/>
                  </a:moveTo>
                  <a:cubicBezTo>
                    <a:pt x="231" y="0"/>
                    <a:pt x="1" y="226"/>
                    <a:pt x="1" y="509"/>
                  </a:cubicBezTo>
                  <a:lnTo>
                    <a:pt x="1" y="1590"/>
                  </a:lnTo>
                  <a:cubicBezTo>
                    <a:pt x="1" y="1874"/>
                    <a:pt x="231" y="2099"/>
                    <a:pt x="510" y="2104"/>
                  </a:cubicBezTo>
                  <a:lnTo>
                    <a:pt x="5016" y="2104"/>
                  </a:lnTo>
                  <a:cubicBezTo>
                    <a:pt x="5295" y="2104"/>
                    <a:pt x="5520" y="1874"/>
                    <a:pt x="5525" y="1595"/>
                  </a:cubicBezTo>
                  <a:lnTo>
                    <a:pt x="5525" y="509"/>
                  </a:lnTo>
                  <a:cubicBezTo>
                    <a:pt x="5520" y="226"/>
                    <a:pt x="5295" y="0"/>
                    <a:pt x="5016"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0"/>
            <p:cNvSpPr/>
            <p:nvPr/>
          </p:nvSpPr>
          <p:spPr>
            <a:xfrm>
              <a:off x="6838802" y="2951035"/>
              <a:ext cx="51967" cy="55109"/>
            </a:xfrm>
            <a:custGeom>
              <a:rect b="b" l="l" r="r" t="t"/>
              <a:pathLst>
                <a:path extrusionOk="0" h="2105" w="1985">
                  <a:moveTo>
                    <a:pt x="0" y="0"/>
                  </a:moveTo>
                  <a:cubicBezTo>
                    <a:pt x="279" y="0"/>
                    <a:pt x="509" y="231"/>
                    <a:pt x="509" y="509"/>
                  </a:cubicBezTo>
                  <a:lnTo>
                    <a:pt x="509" y="1595"/>
                  </a:lnTo>
                  <a:cubicBezTo>
                    <a:pt x="509" y="1878"/>
                    <a:pt x="279" y="2104"/>
                    <a:pt x="0" y="2104"/>
                  </a:cubicBezTo>
                  <a:lnTo>
                    <a:pt x="1475" y="2104"/>
                  </a:lnTo>
                  <a:cubicBezTo>
                    <a:pt x="1758" y="2104"/>
                    <a:pt x="1984" y="1878"/>
                    <a:pt x="1984" y="1595"/>
                  </a:cubicBezTo>
                  <a:lnTo>
                    <a:pt x="1984" y="509"/>
                  </a:lnTo>
                  <a:cubicBezTo>
                    <a:pt x="1984" y="226"/>
                    <a:pt x="1758" y="0"/>
                    <a:pt x="147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0"/>
            <p:cNvSpPr/>
            <p:nvPr/>
          </p:nvSpPr>
          <p:spPr>
            <a:xfrm>
              <a:off x="6813015" y="3057064"/>
              <a:ext cx="10839" cy="160745"/>
            </a:xfrm>
            <a:custGeom>
              <a:rect b="b" l="l" r="r" t="t"/>
              <a:pathLst>
                <a:path extrusionOk="0" h="6140" w="414">
                  <a:moveTo>
                    <a:pt x="207" y="1"/>
                  </a:moveTo>
                  <a:cubicBezTo>
                    <a:pt x="104" y="1"/>
                    <a:pt x="0" y="69"/>
                    <a:pt x="0" y="206"/>
                  </a:cubicBezTo>
                  <a:lnTo>
                    <a:pt x="0" y="5938"/>
                  </a:lnTo>
                  <a:cubicBezTo>
                    <a:pt x="0" y="6072"/>
                    <a:pt x="104" y="6139"/>
                    <a:pt x="207" y="6139"/>
                  </a:cubicBezTo>
                  <a:cubicBezTo>
                    <a:pt x="310" y="6139"/>
                    <a:pt x="413" y="6072"/>
                    <a:pt x="413" y="5938"/>
                  </a:cubicBezTo>
                  <a:lnTo>
                    <a:pt x="413" y="206"/>
                  </a:lnTo>
                  <a:cubicBezTo>
                    <a:pt x="413" y="69"/>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0"/>
            <p:cNvSpPr/>
            <p:nvPr/>
          </p:nvSpPr>
          <p:spPr>
            <a:xfrm>
              <a:off x="6740811" y="2945485"/>
              <a:ext cx="155352" cy="65921"/>
            </a:xfrm>
            <a:custGeom>
              <a:rect b="b" l="l" r="r" t="t"/>
              <a:pathLst>
                <a:path extrusionOk="0" h="2518" w="5934">
                  <a:moveTo>
                    <a:pt x="717" y="1"/>
                  </a:moveTo>
                  <a:cubicBezTo>
                    <a:pt x="323" y="1"/>
                    <a:pt x="1" y="323"/>
                    <a:pt x="1" y="716"/>
                  </a:cubicBezTo>
                  <a:lnTo>
                    <a:pt x="1" y="1802"/>
                  </a:lnTo>
                  <a:cubicBezTo>
                    <a:pt x="1" y="2196"/>
                    <a:pt x="323" y="2518"/>
                    <a:pt x="717" y="2518"/>
                  </a:cubicBezTo>
                  <a:lnTo>
                    <a:pt x="3378" y="2518"/>
                  </a:lnTo>
                  <a:cubicBezTo>
                    <a:pt x="3652" y="2518"/>
                    <a:pt x="3652" y="2110"/>
                    <a:pt x="3378" y="2110"/>
                  </a:cubicBezTo>
                  <a:lnTo>
                    <a:pt x="717" y="2110"/>
                  </a:lnTo>
                  <a:cubicBezTo>
                    <a:pt x="548" y="2110"/>
                    <a:pt x="414" y="1975"/>
                    <a:pt x="414" y="1807"/>
                  </a:cubicBezTo>
                  <a:lnTo>
                    <a:pt x="414" y="721"/>
                  </a:lnTo>
                  <a:cubicBezTo>
                    <a:pt x="414" y="553"/>
                    <a:pt x="548" y="419"/>
                    <a:pt x="717" y="419"/>
                  </a:cubicBezTo>
                  <a:lnTo>
                    <a:pt x="5218" y="419"/>
                  </a:lnTo>
                  <a:cubicBezTo>
                    <a:pt x="5386" y="419"/>
                    <a:pt x="5521" y="553"/>
                    <a:pt x="5521" y="721"/>
                  </a:cubicBezTo>
                  <a:lnTo>
                    <a:pt x="5521" y="1807"/>
                  </a:lnTo>
                  <a:cubicBezTo>
                    <a:pt x="5521" y="1975"/>
                    <a:pt x="5386" y="2110"/>
                    <a:pt x="5218" y="2110"/>
                  </a:cubicBezTo>
                  <a:lnTo>
                    <a:pt x="4420" y="2110"/>
                  </a:lnTo>
                  <a:cubicBezTo>
                    <a:pt x="4147" y="2110"/>
                    <a:pt x="4147" y="2518"/>
                    <a:pt x="4420" y="2518"/>
                  </a:cubicBezTo>
                  <a:lnTo>
                    <a:pt x="5218" y="2518"/>
                  </a:lnTo>
                  <a:cubicBezTo>
                    <a:pt x="5612" y="2518"/>
                    <a:pt x="5934" y="2196"/>
                    <a:pt x="5934" y="1802"/>
                  </a:cubicBezTo>
                  <a:lnTo>
                    <a:pt x="5934" y="716"/>
                  </a:lnTo>
                  <a:cubicBezTo>
                    <a:pt x="5934" y="323"/>
                    <a:pt x="5612" y="1"/>
                    <a:pt x="52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0"/>
            <p:cNvSpPr/>
            <p:nvPr/>
          </p:nvSpPr>
          <p:spPr>
            <a:xfrm>
              <a:off x="6657061" y="2908885"/>
              <a:ext cx="323114" cy="368667"/>
            </a:xfrm>
            <a:custGeom>
              <a:rect b="b" l="l" r="r" t="t"/>
              <a:pathLst>
                <a:path extrusionOk="0" h="14082" w="12342">
                  <a:moveTo>
                    <a:pt x="4074" y="1"/>
                  </a:moveTo>
                  <a:cubicBezTo>
                    <a:pt x="2811" y="1"/>
                    <a:pt x="2282" y="976"/>
                    <a:pt x="2104" y="1125"/>
                  </a:cubicBezTo>
                  <a:lnTo>
                    <a:pt x="1038" y="1125"/>
                  </a:lnTo>
                  <a:cubicBezTo>
                    <a:pt x="466" y="1125"/>
                    <a:pt x="0" y="1591"/>
                    <a:pt x="0" y="2167"/>
                  </a:cubicBezTo>
                  <a:lnTo>
                    <a:pt x="0" y="5420"/>
                  </a:lnTo>
                  <a:cubicBezTo>
                    <a:pt x="0" y="5554"/>
                    <a:pt x="102" y="5621"/>
                    <a:pt x="204" y="5621"/>
                  </a:cubicBezTo>
                  <a:cubicBezTo>
                    <a:pt x="306" y="5621"/>
                    <a:pt x="409" y="5554"/>
                    <a:pt x="409" y="5420"/>
                  </a:cubicBezTo>
                  <a:lnTo>
                    <a:pt x="409" y="2167"/>
                  </a:lnTo>
                  <a:cubicBezTo>
                    <a:pt x="409" y="1817"/>
                    <a:pt x="687" y="1538"/>
                    <a:pt x="1033" y="1538"/>
                  </a:cubicBezTo>
                  <a:lnTo>
                    <a:pt x="2200" y="1538"/>
                  </a:lnTo>
                  <a:cubicBezTo>
                    <a:pt x="2263" y="1538"/>
                    <a:pt x="2321" y="1514"/>
                    <a:pt x="2359" y="1471"/>
                  </a:cubicBezTo>
                  <a:lnTo>
                    <a:pt x="2748" y="1024"/>
                  </a:lnTo>
                  <a:cubicBezTo>
                    <a:pt x="3084" y="640"/>
                    <a:pt x="3570" y="419"/>
                    <a:pt x="4079" y="419"/>
                  </a:cubicBezTo>
                  <a:lnTo>
                    <a:pt x="8249" y="419"/>
                  </a:lnTo>
                  <a:cubicBezTo>
                    <a:pt x="8758" y="419"/>
                    <a:pt x="9243" y="640"/>
                    <a:pt x="9575" y="1024"/>
                  </a:cubicBezTo>
                  <a:lnTo>
                    <a:pt x="9969" y="1471"/>
                  </a:lnTo>
                  <a:cubicBezTo>
                    <a:pt x="10007" y="1514"/>
                    <a:pt x="10065" y="1538"/>
                    <a:pt x="10122" y="1538"/>
                  </a:cubicBezTo>
                  <a:lnTo>
                    <a:pt x="11290" y="1538"/>
                  </a:lnTo>
                  <a:cubicBezTo>
                    <a:pt x="11640" y="1538"/>
                    <a:pt x="11919" y="1817"/>
                    <a:pt x="11919" y="2167"/>
                  </a:cubicBezTo>
                  <a:lnTo>
                    <a:pt x="11919" y="13039"/>
                  </a:lnTo>
                  <a:cubicBezTo>
                    <a:pt x="11919" y="13385"/>
                    <a:pt x="11640" y="13668"/>
                    <a:pt x="11290" y="13668"/>
                  </a:cubicBezTo>
                  <a:lnTo>
                    <a:pt x="9647" y="13668"/>
                  </a:lnTo>
                  <a:lnTo>
                    <a:pt x="9647" y="12409"/>
                  </a:lnTo>
                  <a:cubicBezTo>
                    <a:pt x="9647" y="12273"/>
                    <a:pt x="9545" y="12204"/>
                    <a:pt x="9442" y="12204"/>
                  </a:cubicBezTo>
                  <a:cubicBezTo>
                    <a:pt x="9339" y="12204"/>
                    <a:pt x="9236" y="12273"/>
                    <a:pt x="9234" y="12409"/>
                  </a:cubicBezTo>
                  <a:lnTo>
                    <a:pt x="9234" y="13668"/>
                  </a:lnTo>
                  <a:lnTo>
                    <a:pt x="3104" y="13668"/>
                  </a:lnTo>
                  <a:lnTo>
                    <a:pt x="3104" y="12409"/>
                  </a:lnTo>
                  <a:cubicBezTo>
                    <a:pt x="3104" y="12273"/>
                    <a:pt x="3002" y="12204"/>
                    <a:pt x="2899" y="12204"/>
                  </a:cubicBezTo>
                  <a:cubicBezTo>
                    <a:pt x="2797" y="12204"/>
                    <a:pt x="2695" y="12273"/>
                    <a:pt x="2695" y="12409"/>
                  </a:cubicBezTo>
                  <a:lnTo>
                    <a:pt x="2695" y="13668"/>
                  </a:lnTo>
                  <a:lnTo>
                    <a:pt x="1048" y="13668"/>
                  </a:lnTo>
                  <a:cubicBezTo>
                    <a:pt x="702" y="13668"/>
                    <a:pt x="423" y="13385"/>
                    <a:pt x="423" y="13039"/>
                  </a:cubicBezTo>
                  <a:lnTo>
                    <a:pt x="423" y="6597"/>
                  </a:lnTo>
                  <a:cubicBezTo>
                    <a:pt x="423" y="6460"/>
                    <a:pt x="321" y="6391"/>
                    <a:pt x="219" y="6391"/>
                  </a:cubicBezTo>
                  <a:cubicBezTo>
                    <a:pt x="117" y="6391"/>
                    <a:pt x="15" y="6460"/>
                    <a:pt x="15" y="6597"/>
                  </a:cubicBezTo>
                  <a:lnTo>
                    <a:pt x="15" y="13044"/>
                  </a:lnTo>
                  <a:cubicBezTo>
                    <a:pt x="15" y="13615"/>
                    <a:pt x="481" y="14081"/>
                    <a:pt x="1052" y="14081"/>
                  </a:cubicBezTo>
                  <a:lnTo>
                    <a:pt x="11304" y="14081"/>
                  </a:lnTo>
                  <a:cubicBezTo>
                    <a:pt x="11876" y="14081"/>
                    <a:pt x="12342" y="13615"/>
                    <a:pt x="12342" y="13044"/>
                  </a:cubicBezTo>
                  <a:lnTo>
                    <a:pt x="12342" y="2167"/>
                  </a:lnTo>
                  <a:cubicBezTo>
                    <a:pt x="12327" y="1591"/>
                    <a:pt x="11861" y="1130"/>
                    <a:pt x="11290" y="1125"/>
                  </a:cubicBezTo>
                  <a:lnTo>
                    <a:pt x="10214" y="1125"/>
                  </a:lnTo>
                  <a:cubicBezTo>
                    <a:pt x="10041" y="981"/>
                    <a:pt x="9503" y="1"/>
                    <a:pt x="8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80"/>
          <p:cNvGrpSpPr/>
          <p:nvPr/>
        </p:nvGrpSpPr>
        <p:grpSpPr>
          <a:xfrm>
            <a:off x="6211084" y="2909173"/>
            <a:ext cx="330915" cy="368457"/>
            <a:chOff x="6211084" y="2909173"/>
            <a:chExt cx="330915" cy="368457"/>
          </a:xfrm>
        </p:grpSpPr>
        <p:sp>
          <p:nvSpPr>
            <p:cNvPr id="9507" name="Google Shape;9507;p80"/>
            <p:cNvSpPr/>
            <p:nvPr/>
          </p:nvSpPr>
          <p:spPr>
            <a:xfrm>
              <a:off x="6217603" y="2926635"/>
              <a:ext cx="314972" cy="345367"/>
            </a:xfrm>
            <a:custGeom>
              <a:rect b="b" l="l" r="r" t="t"/>
              <a:pathLst>
                <a:path extrusionOk="0" h="13192" w="12031">
                  <a:moveTo>
                    <a:pt x="6155" y="1"/>
                  </a:moveTo>
                  <a:cubicBezTo>
                    <a:pt x="4409" y="1"/>
                    <a:pt x="2697" y="862"/>
                    <a:pt x="1682" y="2450"/>
                  </a:cubicBezTo>
                  <a:lnTo>
                    <a:pt x="1380" y="2998"/>
                  </a:lnTo>
                  <a:cubicBezTo>
                    <a:pt x="1034" y="3714"/>
                    <a:pt x="851" y="4501"/>
                    <a:pt x="856" y="5299"/>
                  </a:cubicBezTo>
                  <a:cubicBezTo>
                    <a:pt x="856" y="5645"/>
                    <a:pt x="957" y="6317"/>
                    <a:pt x="957" y="6317"/>
                  </a:cubicBezTo>
                  <a:lnTo>
                    <a:pt x="174" y="7701"/>
                  </a:lnTo>
                  <a:cubicBezTo>
                    <a:pt x="1" y="8008"/>
                    <a:pt x="135" y="8402"/>
                    <a:pt x="467" y="8537"/>
                  </a:cubicBezTo>
                  <a:lnTo>
                    <a:pt x="1408" y="8926"/>
                  </a:lnTo>
                  <a:lnTo>
                    <a:pt x="1408" y="10506"/>
                  </a:lnTo>
                  <a:cubicBezTo>
                    <a:pt x="1408" y="11059"/>
                    <a:pt x="1855" y="11506"/>
                    <a:pt x="2408" y="11506"/>
                  </a:cubicBezTo>
                  <a:lnTo>
                    <a:pt x="3710" y="11506"/>
                  </a:lnTo>
                  <a:lnTo>
                    <a:pt x="3710" y="13182"/>
                  </a:lnTo>
                  <a:lnTo>
                    <a:pt x="8903" y="13192"/>
                  </a:lnTo>
                  <a:lnTo>
                    <a:pt x="8903" y="13192"/>
                  </a:lnTo>
                  <a:lnTo>
                    <a:pt x="8903" y="10694"/>
                  </a:lnTo>
                  <a:cubicBezTo>
                    <a:pt x="8903" y="10194"/>
                    <a:pt x="9124" y="9719"/>
                    <a:pt x="9508" y="9401"/>
                  </a:cubicBezTo>
                  <a:cubicBezTo>
                    <a:pt x="11502" y="7763"/>
                    <a:pt x="12030" y="4929"/>
                    <a:pt x="10757" y="2685"/>
                  </a:cubicBezTo>
                  <a:lnTo>
                    <a:pt x="10757" y="2685"/>
                  </a:lnTo>
                  <a:lnTo>
                    <a:pt x="8105" y="3569"/>
                  </a:lnTo>
                  <a:lnTo>
                    <a:pt x="8105" y="3569"/>
                  </a:lnTo>
                  <a:lnTo>
                    <a:pt x="10056" y="1864"/>
                  </a:lnTo>
                  <a:lnTo>
                    <a:pt x="8840" y="1081"/>
                  </a:lnTo>
                  <a:lnTo>
                    <a:pt x="9148" y="932"/>
                  </a:lnTo>
                  <a:cubicBezTo>
                    <a:pt x="8230" y="302"/>
                    <a:pt x="7187" y="1"/>
                    <a:pt x="6155" y="1"/>
                  </a:cubicBezTo>
                  <a:close/>
                  <a:moveTo>
                    <a:pt x="8903" y="13192"/>
                  </a:moveTo>
                  <a:lnTo>
                    <a:pt x="8903" y="13192"/>
                  </a:lnTo>
                  <a:lnTo>
                    <a:pt x="8908" y="13192"/>
                  </a:lnTo>
                  <a:lnTo>
                    <a:pt x="8903" y="13192"/>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0"/>
            <p:cNvSpPr/>
            <p:nvPr/>
          </p:nvSpPr>
          <p:spPr>
            <a:xfrm>
              <a:off x="6299102" y="2926897"/>
              <a:ext cx="181637" cy="69796"/>
            </a:xfrm>
            <a:custGeom>
              <a:rect b="b" l="l" r="r" t="t"/>
              <a:pathLst>
                <a:path extrusionOk="0" h="2666" w="6938">
                  <a:moveTo>
                    <a:pt x="3032" y="1"/>
                  </a:moveTo>
                  <a:cubicBezTo>
                    <a:pt x="1972" y="1"/>
                    <a:pt x="912" y="318"/>
                    <a:pt x="1" y="951"/>
                  </a:cubicBezTo>
                  <a:cubicBezTo>
                    <a:pt x="496" y="831"/>
                    <a:pt x="1000" y="773"/>
                    <a:pt x="1509" y="773"/>
                  </a:cubicBezTo>
                  <a:cubicBezTo>
                    <a:pt x="1515" y="773"/>
                    <a:pt x="1521" y="773"/>
                    <a:pt x="1527" y="773"/>
                  </a:cubicBezTo>
                  <a:cubicBezTo>
                    <a:pt x="3217" y="773"/>
                    <a:pt x="4833" y="1455"/>
                    <a:pt x="6016" y="2666"/>
                  </a:cubicBezTo>
                  <a:lnTo>
                    <a:pt x="6938" y="1864"/>
                  </a:lnTo>
                  <a:lnTo>
                    <a:pt x="5723" y="1081"/>
                  </a:lnTo>
                  <a:lnTo>
                    <a:pt x="6030" y="932"/>
                  </a:lnTo>
                  <a:cubicBezTo>
                    <a:pt x="5127" y="311"/>
                    <a:pt x="4080" y="1"/>
                    <a:pt x="303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0"/>
            <p:cNvSpPr/>
            <p:nvPr/>
          </p:nvSpPr>
          <p:spPr>
            <a:xfrm>
              <a:off x="6466889" y="2996929"/>
              <a:ext cx="56496" cy="129565"/>
            </a:xfrm>
            <a:custGeom>
              <a:rect b="b" l="l" r="r" t="t"/>
              <a:pathLst>
                <a:path extrusionOk="0" h="4949" w="2158">
                  <a:moveTo>
                    <a:pt x="1240" y="0"/>
                  </a:moveTo>
                  <a:lnTo>
                    <a:pt x="0" y="418"/>
                  </a:lnTo>
                  <a:cubicBezTo>
                    <a:pt x="913" y="1543"/>
                    <a:pt x="1413" y="2950"/>
                    <a:pt x="1413" y="4406"/>
                  </a:cubicBezTo>
                  <a:cubicBezTo>
                    <a:pt x="1413" y="4584"/>
                    <a:pt x="1408" y="4766"/>
                    <a:pt x="1394" y="4949"/>
                  </a:cubicBezTo>
                  <a:cubicBezTo>
                    <a:pt x="2158" y="3373"/>
                    <a:pt x="2105" y="1523"/>
                    <a:pt x="12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0"/>
            <p:cNvSpPr/>
            <p:nvPr/>
          </p:nvSpPr>
          <p:spPr>
            <a:xfrm>
              <a:off x="6429792" y="2914174"/>
              <a:ext cx="105532" cy="106055"/>
            </a:xfrm>
            <a:custGeom>
              <a:rect b="b" l="l" r="r" t="t"/>
              <a:pathLst>
                <a:path extrusionOk="0" h="4051" w="4031">
                  <a:moveTo>
                    <a:pt x="3935" y="0"/>
                  </a:moveTo>
                  <a:lnTo>
                    <a:pt x="735" y="1562"/>
                  </a:lnTo>
                  <a:lnTo>
                    <a:pt x="1951" y="2345"/>
                  </a:lnTo>
                  <a:lnTo>
                    <a:pt x="0" y="4050"/>
                  </a:lnTo>
                  <a:lnTo>
                    <a:pt x="4031" y="2705"/>
                  </a:lnTo>
                  <a:lnTo>
                    <a:pt x="3651" y="2431"/>
                  </a:lnTo>
                  <a:lnTo>
                    <a:pt x="3027" y="1975"/>
                  </a:lnTo>
                  <a:lnTo>
                    <a:pt x="2657" y="1701"/>
                  </a:lnTo>
                  <a:lnTo>
                    <a:pt x="3935"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0"/>
            <p:cNvSpPr/>
            <p:nvPr/>
          </p:nvSpPr>
          <p:spPr>
            <a:xfrm>
              <a:off x="6429792" y="2914435"/>
              <a:ext cx="105532" cy="105793"/>
            </a:xfrm>
            <a:custGeom>
              <a:rect b="b" l="l" r="r" t="t"/>
              <a:pathLst>
                <a:path extrusionOk="0" h="4041" w="4031">
                  <a:moveTo>
                    <a:pt x="3935" y="0"/>
                  </a:moveTo>
                  <a:lnTo>
                    <a:pt x="2926" y="490"/>
                  </a:lnTo>
                  <a:lnTo>
                    <a:pt x="2181" y="1480"/>
                  </a:lnTo>
                  <a:cubicBezTo>
                    <a:pt x="2032" y="1681"/>
                    <a:pt x="2076" y="1965"/>
                    <a:pt x="2277" y="2114"/>
                  </a:cubicBezTo>
                  <a:lnTo>
                    <a:pt x="2902" y="2565"/>
                  </a:lnTo>
                  <a:lnTo>
                    <a:pt x="3277" y="2839"/>
                  </a:lnTo>
                  <a:lnTo>
                    <a:pt x="188" y="3872"/>
                  </a:lnTo>
                  <a:lnTo>
                    <a:pt x="0" y="4040"/>
                  </a:lnTo>
                  <a:lnTo>
                    <a:pt x="4031" y="2695"/>
                  </a:lnTo>
                  <a:lnTo>
                    <a:pt x="3651" y="2421"/>
                  </a:lnTo>
                  <a:lnTo>
                    <a:pt x="3032" y="1970"/>
                  </a:lnTo>
                  <a:lnTo>
                    <a:pt x="2657" y="1701"/>
                  </a:lnTo>
                  <a:lnTo>
                    <a:pt x="393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0"/>
            <p:cNvSpPr/>
            <p:nvPr/>
          </p:nvSpPr>
          <p:spPr>
            <a:xfrm>
              <a:off x="6211084" y="2999547"/>
              <a:ext cx="145666" cy="277744"/>
            </a:xfrm>
            <a:custGeom>
              <a:rect b="b" l="l" r="r" t="t"/>
              <a:pathLst>
                <a:path extrusionOk="0" h="10609" w="5564">
                  <a:moveTo>
                    <a:pt x="1623" y="0"/>
                  </a:moveTo>
                  <a:cubicBezTo>
                    <a:pt x="1548" y="0"/>
                    <a:pt x="1475" y="40"/>
                    <a:pt x="1436" y="136"/>
                  </a:cubicBezTo>
                  <a:cubicBezTo>
                    <a:pt x="1076" y="880"/>
                    <a:pt x="894" y="1697"/>
                    <a:pt x="894" y="2523"/>
                  </a:cubicBezTo>
                  <a:cubicBezTo>
                    <a:pt x="908" y="2850"/>
                    <a:pt x="937" y="3182"/>
                    <a:pt x="985" y="3503"/>
                  </a:cubicBezTo>
                  <a:lnTo>
                    <a:pt x="240" y="4825"/>
                  </a:lnTo>
                  <a:cubicBezTo>
                    <a:pt x="0" y="5243"/>
                    <a:pt x="187" y="5771"/>
                    <a:pt x="629" y="5954"/>
                  </a:cubicBezTo>
                  <a:lnTo>
                    <a:pt x="1446" y="6290"/>
                  </a:lnTo>
                  <a:lnTo>
                    <a:pt x="1446" y="7731"/>
                  </a:lnTo>
                  <a:cubicBezTo>
                    <a:pt x="1451" y="8394"/>
                    <a:pt x="1984" y="8932"/>
                    <a:pt x="2647" y="8932"/>
                  </a:cubicBezTo>
                  <a:lnTo>
                    <a:pt x="3747" y="8932"/>
                  </a:lnTo>
                  <a:lnTo>
                    <a:pt x="3747" y="10407"/>
                  </a:lnTo>
                  <a:cubicBezTo>
                    <a:pt x="3747" y="10541"/>
                    <a:pt x="3849" y="10609"/>
                    <a:pt x="3951" y="10609"/>
                  </a:cubicBezTo>
                  <a:cubicBezTo>
                    <a:pt x="4053" y="10609"/>
                    <a:pt x="4156" y="10541"/>
                    <a:pt x="4156" y="10407"/>
                  </a:cubicBezTo>
                  <a:lnTo>
                    <a:pt x="4156" y="8922"/>
                  </a:lnTo>
                  <a:cubicBezTo>
                    <a:pt x="4468" y="8894"/>
                    <a:pt x="5054" y="8793"/>
                    <a:pt x="5472" y="8432"/>
                  </a:cubicBezTo>
                  <a:cubicBezTo>
                    <a:pt x="5558" y="8356"/>
                    <a:pt x="5563" y="8226"/>
                    <a:pt x="5491" y="8139"/>
                  </a:cubicBezTo>
                  <a:cubicBezTo>
                    <a:pt x="5448" y="8098"/>
                    <a:pt x="5393" y="8078"/>
                    <a:pt x="5339" y="8078"/>
                  </a:cubicBezTo>
                  <a:cubicBezTo>
                    <a:pt x="5291" y="8078"/>
                    <a:pt x="5243" y="8094"/>
                    <a:pt x="5203" y="8125"/>
                  </a:cubicBezTo>
                  <a:cubicBezTo>
                    <a:pt x="4756" y="8519"/>
                    <a:pt x="3963" y="8528"/>
                    <a:pt x="3954" y="8528"/>
                  </a:cubicBezTo>
                  <a:lnTo>
                    <a:pt x="2652" y="8528"/>
                  </a:lnTo>
                  <a:cubicBezTo>
                    <a:pt x="2215" y="8524"/>
                    <a:pt x="1864" y="8173"/>
                    <a:pt x="1864" y="7736"/>
                  </a:cubicBezTo>
                  <a:lnTo>
                    <a:pt x="1864" y="6151"/>
                  </a:lnTo>
                  <a:cubicBezTo>
                    <a:pt x="1859" y="6069"/>
                    <a:pt x="1811" y="5992"/>
                    <a:pt x="1734" y="5958"/>
                  </a:cubicBezTo>
                  <a:lnTo>
                    <a:pt x="793" y="5574"/>
                  </a:lnTo>
                  <a:cubicBezTo>
                    <a:pt x="577" y="5483"/>
                    <a:pt x="490" y="5228"/>
                    <a:pt x="601" y="5026"/>
                  </a:cubicBezTo>
                  <a:cubicBezTo>
                    <a:pt x="1403" y="3580"/>
                    <a:pt x="1422" y="3638"/>
                    <a:pt x="1403" y="3518"/>
                  </a:cubicBezTo>
                  <a:cubicBezTo>
                    <a:pt x="1403" y="3508"/>
                    <a:pt x="1307" y="2855"/>
                    <a:pt x="1307" y="2523"/>
                  </a:cubicBezTo>
                  <a:cubicBezTo>
                    <a:pt x="1307" y="1760"/>
                    <a:pt x="1475" y="1001"/>
                    <a:pt x="1811" y="314"/>
                  </a:cubicBezTo>
                  <a:cubicBezTo>
                    <a:pt x="1909" y="144"/>
                    <a:pt x="1765" y="0"/>
                    <a:pt x="16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0"/>
            <p:cNvSpPr/>
            <p:nvPr/>
          </p:nvSpPr>
          <p:spPr>
            <a:xfrm>
              <a:off x="6259805" y="2909173"/>
              <a:ext cx="282194" cy="368457"/>
            </a:xfrm>
            <a:custGeom>
              <a:rect b="b" l="l" r="r" t="t"/>
              <a:pathLst>
                <a:path extrusionOk="0" h="14074" w="10779">
                  <a:moveTo>
                    <a:pt x="10426" y="1"/>
                  </a:moveTo>
                  <a:cubicBezTo>
                    <a:pt x="10396" y="1"/>
                    <a:pt x="10364" y="8"/>
                    <a:pt x="10332" y="23"/>
                  </a:cubicBezTo>
                  <a:lnTo>
                    <a:pt x="7541" y="1383"/>
                  </a:lnTo>
                  <a:cubicBezTo>
                    <a:pt x="6614" y="773"/>
                    <a:pt x="5566" y="479"/>
                    <a:pt x="4529" y="479"/>
                  </a:cubicBezTo>
                  <a:cubicBezTo>
                    <a:pt x="2847" y="479"/>
                    <a:pt x="1191" y="1252"/>
                    <a:pt x="118" y="2699"/>
                  </a:cubicBezTo>
                  <a:cubicBezTo>
                    <a:pt x="0" y="2859"/>
                    <a:pt x="141" y="3031"/>
                    <a:pt x="289" y="3031"/>
                  </a:cubicBezTo>
                  <a:cubicBezTo>
                    <a:pt x="346" y="3031"/>
                    <a:pt x="404" y="3005"/>
                    <a:pt x="450" y="2944"/>
                  </a:cubicBezTo>
                  <a:cubicBezTo>
                    <a:pt x="1484" y="1560"/>
                    <a:pt x="3014" y="890"/>
                    <a:pt x="4531" y="890"/>
                  </a:cubicBezTo>
                  <a:cubicBezTo>
                    <a:pt x="5431" y="890"/>
                    <a:pt x="6328" y="1126"/>
                    <a:pt x="7113" y="1589"/>
                  </a:cubicBezTo>
                  <a:cubicBezTo>
                    <a:pt x="7113" y="1594"/>
                    <a:pt x="7113" y="1599"/>
                    <a:pt x="7108" y="1604"/>
                  </a:cubicBezTo>
                  <a:cubicBezTo>
                    <a:pt x="7060" y="1637"/>
                    <a:pt x="7027" y="1690"/>
                    <a:pt x="7022" y="1753"/>
                  </a:cubicBezTo>
                  <a:cubicBezTo>
                    <a:pt x="7017" y="1825"/>
                    <a:pt x="7051" y="1897"/>
                    <a:pt x="7113" y="1935"/>
                  </a:cubicBezTo>
                  <a:lnTo>
                    <a:pt x="8103" y="2569"/>
                  </a:lnTo>
                  <a:lnTo>
                    <a:pt x="6359" y="4092"/>
                  </a:lnTo>
                  <a:cubicBezTo>
                    <a:pt x="6243" y="4188"/>
                    <a:pt x="6272" y="4376"/>
                    <a:pt x="6412" y="4429"/>
                  </a:cubicBezTo>
                  <a:cubicBezTo>
                    <a:pt x="6438" y="4441"/>
                    <a:pt x="6454" y="4450"/>
                    <a:pt x="6483" y="4450"/>
                  </a:cubicBezTo>
                  <a:cubicBezTo>
                    <a:pt x="6602" y="4450"/>
                    <a:pt x="6933" y="4299"/>
                    <a:pt x="9054" y="3612"/>
                  </a:cubicBezTo>
                  <a:lnTo>
                    <a:pt x="9054" y="3612"/>
                  </a:lnTo>
                  <a:cubicBezTo>
                    <a:pt x="10178" y="5750"/>
                    <a:pt x="9645" y="8382"/>
                    <a:pt x="7776" y="9920"/>
                  </a:cubicBezTo>
                  <a:cubicBezTo>
                    <a:pt x="7344" y="10275"/>
                    <a:pt x="7089" y="10808"/>
                    <a:pt x="7094" y="11370"/>
                  </a:cubicBezTo>
                  <a:lnTo>
                    <a:pt x="7094" y="13868"/>
                  </a:lnTo>
                  <a:cubicBezTo>
                    <a:pt x="7094" y="14005"/>
                    <a:pt x="7196" y="14074"/>
                    <a:pt x="7298" y="14074"/>
                  </a:cubicBezTo>
                  <a:cubicBezTo>
                    <a:pt x="7400" y="14074"/>
                    <a:pt x="7502" y="14005"/>
                    <a:pt x="7502" y="13868"/>
                  </a:cubicBezTo>
                  <a:lnTo>
                    <a:pt x="7502" y="11370"/>
                  </a:lnTo>
                  <a:cubicBezTo>
                    <a:pt x="7497" y="10928"/>
                    <a:pt x="7694" y="10510"/>
                    <a:pt x="8035" y="10237"/>
                  </a:cubicBezTo>
                  <a:cubicBezTo>
                    <a:pt x="10039" y="8598"/>
                    <a:pt x="10625" y="5779"/>
                    <a:pt x="9433" y="3482"/>
                  </a:cubicBezTo>
                  <a:lnTo>
                    <a:pt x="10586" y="3098"/>
                  </a:lnTo>
                  <a:cubicBezTo>
                    <a:pt x="10745" y="3040"/>
                    <a:pt x="10779" y="2829"/>
                    <a:pt x="10644" y="2733"/>
                  </a:cubicBezTo>
                  <a:lnTo>
                    <a:pt x="10264" y="2459"/>
                  </a:lnTo>
                  <a:cubicBezTo>
                    <a:pt x="10221" y="2422"/>
                    <a:pt x="10175" y="2406"/>
                    <a:pt x="10132" y="2406"/>
                  </a:cubicBezTo>
                  <a:cubicBezTo>
                    <a:pt x="9959" y="2406"/>
                    <a:pt x="9828" y="2662"/>
                    <a:pt x="10024" y="2786"/>
                  </a:cubicBezTo>
                  <a:lnTo>
                    <a:pt x="10077" y="2824"/>
                  </a:lnTo>
                  <a:lnTo>
                    <a:pt x="9078" y="3160"/>
                  </a:lnTo>
                  <a:lnTo>
                    <a:pt x="7396" y="3722"/>
                  </a:lnTo>
                  <a:lnTo>
                    <a:pt x="8573" y="2690"/>
                  </a:lnTo>
                  <a:cubicBezTo>
                    <a:pt x="8679" y="2603"/>
                    <a:pt x="8665" y="2440"/>
                    <a:pt x="8554" y="2363"/>
                  </a:cubicBezTo>
                  <a:lnTo>
                    <a:pt x="7646" y="1782"/>
                  </a:lnTo>
                  <a:lnTo>
                    <a:pt x="9746" y="758"/>
                  </a:lnTo>
                  <a:lnTo>
                    <a:pt x="9746" y="758"/>
                  </a:lnTo>
                  <a:cubicBezTo>
                    <a:pt x="8991" y="1801"/>
                    <a:pt x="8919" y="1782"/>
                    <a:pt x="8943" y="1935"/>
                  </a:cubicBezTo>
                  <a:cubicBezTo>
                    <a:pt x="8963" y="2070"/>
                    <a:pt x="9078" y="2094"/>
                    <a:pt x="9270" y="2248"/>
                  </a:cubicBezTo>
                  <a:cubicBezTo>
                    <a:pt x="9308" y="2272"/>
                    <a:pt x="9347" y="2283"/>
                    <a:pt x="9383" y="2283"/>
                  </a:cubicBezTo>
                  <a:cubicBezTo>
                    <a:pt x="9553" y="2283"/>
                    <a:pt x="9676" y="2051"/>
                    <a:pt x="9510" y="1921"/>
                  </a:cubicBezTo>
                  <a:lnTo>
                    <a:pt x="9438" y="1863"/>
                  </a:lnTo>
                  <a:lnTo>
                    <a:pt x="10586" y="331"/>
                  </a:lnTo>
                  <a:cubicBezTo>
                    <a:pt x="10695" y="186"/>
                    <a:pt x="10581" y="1"/>
                    <a:pt x="104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0"/>
            <p:cNvSpPr/>
            <p:nvPr/>
          </p:nvSpPr>
          <p:spPr>
            <a:xfrm>
              <a:off x="6406518" y="3004835"/>
              <a:ext cx="34662" cy="38301"/>
            </a:xfrm>
            <a:custGeom>
              <a:rect b="b" l="l" r="r" t="t"/>
              <a:pathLst>
                <a:path extrusionOk="0" h="1463" w="1324">
                  <a:moveTo>
                    <a:pt x="234" y="0"/>
                  </a:moveTo>
                  <a:cubicBezTo>
                    <a:pt x="131" y="0"/>
                    <a:pt x="29" y="68"/>
                    <a:pt x="29" y="208"/>
                  </a:cubicBezTo>
                  <a:cubicBezTo>
                    <a:pt x="1" y="962"/>
                    <a:pt x="356" y="1409"/>
                    <a:pt x="1024" y="1462"/>
                  </a:cubicBezTo>
                  <a:cubicBezTo>
                    <a:pt x="1032" y="1462"/>
                    <a:pt x="1039" y="1463"/>
                    <a:pt x="1047" y="1463"/>
                  </a:cubicBezTo>
                  <a:cubicBezTo>
                    <a:pt x="1299" y="1463"/>
                    <a:pt x="1323" y="1077"/>
                    <a:pt x="1057" y="1053"/>
                  </a:cubicBezTo>
                  <a:cubicBezTo>
                    <a:pt x="760" y="1024"/>
                    <a:pt x="419" y="909"/>
                    <a:pt x="443" y="222"/>
                  </a:cubicBezTo>
                  <a:cubicBezTo>
                    <a:pt x="452" y="76"/>
                    <a:pt x="343" y="0"/>
                    <a:pt x="2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5" name="Google Shape;9515;p80"/>
          <p:cNvGrpSpPr/>
          <p:nvPr/>
        </p:nvGrpSpPr>
        <p:grpSpPr>
          <a:xfrm>
            <a:off x="7543097" y="2908754"/>
            <a:ext cx="314945" cy="368300"/>
            <a:chOff x="7543097" y="2908754"/>
            <a:chExt cx="314945" cy="368300"/>
          </a:xfrm>
        </p:grpSpPr>
        <p:sp>
          <p:nvSpPr>
            <p:cNvPr id="9516" name="Google Shape;9516;p80"/>
            <p:cNvSpPr/>
            <p:nvPr/>
          </p:nvSpPr>
          <p:spPr>
            <a:xfrm>
              <a:off x="7593284" y="2914409"/>
              <a:ext cx="214833" cy="204387"/>
            </a:xfrm>
            <a:custGeom>
              <a:rect b="b" l="l" r="r" t="t"/>
              <a:pathLst>
                <a:path extrusionOk="0" h="7807" w="8206">
                  <a:moveTo>
                    <a:pt x="1708" y="0"/>
                  </a:moveTo>
                  <a:cubicBezTo>
                    <a:pt x="1350" y="0"/>
                    <a:pt x="1001" y="190"/>
                    <a:pt x="813" y="529"/>
                  </a:cubicBezTo>
                  <a:lnTo>
                    <a:pt x="270" y="1519"/>
                  </a:lnTo>
                  <a:cubicBezTo>
                    <a:pt x="1" y="2014"/>
                    <a:pt x="183" y="2629"/>
                    <a:pt x="673" y="2903"/>
                  </a:cubicBezTo>
                  <a:lnTo>
                    <a:pt x="1903" y="3570"/>
                  </a:lnTo>
                  <a:cubicBezTo>
                    <a:pt x="2259" y="3767"/>
                    <a:pt x="2480" y="4142"/>
                    <a:pt x="2480" y="4550"/>
                  </a:cubicBezTo>
                  <a:lnTo>
                    <a:pt x="2480" y="6895"/>
                  </a:lnTo>
                  <a:cubicBezTo>
                    <a:pt x="3020" y="7503"/>
                    <a:pt x="3560" y="7806"/>
                    <a:pt x="4101" y="7806"/>
                  </a:cubicBezTo>
                  <a:cubicBezTo>
                    <a:pt x="4641" y="7806"/>
                    <a:pt x="5182" y="7503"/>
                    <a:pt x="5722" y="6895"/>
                  </a:cubicBezTo>
                  <a:lnTo>
                    <a:pt x="5722" y="4546"/>
                  </a:lnTo>
                  <a:cubicBezTo>
                    <a:pt x="5722" y="4137"/>
                    <a:pt x="5943" y="3763"/>
                    <a:pt x="6304" y="3566"/>
                  </a:cubicBezTo>
                  <a:lnTo>
                    <a:pt x="7529" y="2898"/>
                  </a:lnTo>
                  <a:cubicBezTo>
                    <a:pt x="8023" y="2629"/>
                    <a:pt x="8206" y="2009"/>
                    <a:pt x="7932" y="1514"/>
                  </a:cubicBezTo>
                  <a:lnTo>
                    <a:pt x="7855" y="1370"/>
                  </a:lnTo>
                  <a:lnTo>
                    <a:pt x="7461" y="674"/>
                  </a:lnTo>
                  <a:lnTo>
                    <a:pt x="7384" y="529"/>
                  </a:lnTo>
                  <a:cubicBezTo>
                    <a:pt x="7199" y="190"/>
                    <a:pt x="6851" y="0"/>
                    <a:pt x="6492" y="0"/>
                  </a:cubicBezTo>
                  <a:cubicBezTo>
                    <a:pt x="6303" y="0"/>
                    <a:pt x="6111" y="53"/>
                    <a:pt x="5938" y="164"/>
                  </a:cubicBezTo>
                  <a:lnTo>
                    <a:pt x="5698" y="318"/>
                  </a:lnTo>
                  <a:cubicBezTo>
                    <a:pt x="5213" y="633"/>
                    <a:pt x="4657" y="790"/>
                    <a:pt x="4100" y="790"/>
                  </a:cubicBezTo>
                  <a:cubicBezTo>
                    <a:pt x="3544" y="790"/>
                    <a:pt x="2986" y="633"/>
                    <a:pt x="2499" y="318"/>
                  </a:cubicBezTo>
                  <a:lnTo>
                    <a:pt x="2259" y="164"/>
                  </a:lnTo>
                  <a:cubicBezTo>
                    <a:pt x="2088" y="53"/>
                    <a:pt x="1897" y="0"/>
                    <a:pt x="170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0"/>
            <p:cNvSpPr/>
            <p:nvPr/>
          </p:nvSpPr>
          <p:spPr>
            <a:xfrm>
              <a:off x="7658315" y="3210112"/>
              <a:ext cx="84928" cy="61890"/>
            </a:xfrm>
            <a:custGeom>
              <a:rect b="b" l="l" r="r" t="t"/>
              <a:pathLst>
                <a:path extrusionOk="0" h="2364" w="3244">
                  <a:moveTo>
                    <a:pt x="1618" y="0"/>
                  </a:moveTo>
                  <a:cubicBezTo>
                    <a:pt x="1078" y="0"/>
                    <a:pt x="538" y="197"/>
                    <a:pt x="0" y="591"/>
                  </a:cubicBezTo>
                  <a:lnTo>
                    <a:pt x="0" y="1528"/>
                  </a:lnTo>
                  <a:cubicBezTo>
                    <a:pt x="0" y="1989"/>
                    <a:pt x="370" y="2364"/>
                    <a:pt x="831" y="2364"/>
                  </a:cubicBezTo>
                  <a:lnTo>
                    <a:pt x="2407" y="2364"/>
                  </a:lnTo>
                  <a:cubicBezTo>
                    <a:pt x="2868" y="2364"/>
                    <a:pt x="3243" y="1989"/>
                    <a:pt x="3243" y="1528"/>
                  </a:cubicBezTo>
                  <a:lnTo>
                    <a:pt x="3243" y="591"/>
                  </a:lnTo>
                  <a:cubicBezTo>
                    <a:pt x="2700" y="197"/>
                    <a:pt x="2159" y="0"/>
                    <a:pt x="161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0"/>
            <p:cNvSpPr/>
            <p:nvPr/>
          </p:nvSpPr>
          <p:spPr>
            <a:xfrm>
              <a:off x="7625223" y="2914252"/>
              <a:ext cx="62675" cy="20787"/>
            </a:xfrm>
            <a:custGeom>
              <a:rect b="b" l="l" r="r" t="t"/>
              <a:pathLst>
                <a:path extrusionOk="0" h="794" w="2394">
                  <a:moveTo>
                    <a:pt x="495" y="0"/>
                  </a:moveTo>
                  <a:cubicBezTo>
                    <a:pt x="325" y="0"/>
                    <a:pt x="154" y="44"/>
                    <a:pt x="1" y="132"/>
                  </a:cubicBezTo>
                  <a:cubicBezTo>
                    <a:pt x="15" y="146"/>
                    <a:pt x="34" y="156"/>
                    <a:pt x="59" y="166"/>
                  </a:cubicBezTo>
                  <a:lnTo>
                    <a:pt x="299" y="319"/>
                  </a:lnTo>
                  <a:cubicBezTo>
                    <a:pt x="778" y="631"/>
                    <a:pt x="1335" y="794"/>
                    <a:pt x="1898" y="794"/>
                  </a:cubicBezTo>
                  <a:cubicBezTo>
                    <a:pt x="2063" y="794"/>
                    <a:pt x="2229" y="780"/>
                    <a:pt x="2393" y="752"/>
                  </a:cubicBezTo>
                  <a:cubicBezTo>
                    <a:pt x="1999" y="684"/>
                    <a:pt x="1625" y="535"/>
                    <a:pt x="1288" y="319"/>
                  </a:cubicBezTo>
                  <a:lnTo>
                    <a:pt x="1048" y="166"/>
                  </a:lnTo>
                  <a:cubicBezTo>
                    <a:pt x="880" y="56"/>
                    <a:pt x="687" y="0"/>
                    <a:pt x="49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0"/>
            <p:cNvSpPr/>
            <p:nvPr/>
          </p:nvSpPr>
          <p:spPr>
            <a:xfrm>
              <a:off x="7687741" y="2914357"/>
              <a:ext cx="120271" cy="204571"/>
            </a:xfrm>
            <a:custGeom>
              <a:rect b="b" l="l" r="r" t="t"/>
              <a:pathLst>
                <a:path extrusionOk="0" h="7814" w="4594">
                  <a:moveTo>
                    <a:pt x="2887" y="1"/>
                  </a:moveTo>
                  <a:cubicBezTo>
                    <a:pt x="2721" y="1"/>
                    <a:pt x="2552" y="41"/>
                    <a:pt x="2398" y="128"/>
                  </a:cubicBezTo>
                  <a:cubicBezTo>
                    <a:pt x="2566" y="224"/>
                    <a:pt x="2700" y="363"/>
                    <a:pt x="2796" y="531"/>
                  </a:cubicBezTo>
                  <a:lnTo>
                    <a:pt x="2873" y="676"/>
                  </a:lnTo>
                  <a:lnTo>
                    <a:pt x="3258" y="1377"/>
                  </a:lnTo>
                  <a:lnTo>
                    <a:pt x="3339" y="1521"/>
                  </a:lnTo>
                  <a:cubicBezTo>
                    <a:pt x="3608" y="2016"/>
                    <a:pt x="3426" y="2636"/>
                    <a:pt x="2931" y="2905"/>
                  </a:cubicBezTo>
                  <a:lnTo>
                    <a:pt x="1706" y="3572"/>
                  </a:lnTo>
                  <a:cubicBezTo>
                    <a:pt x="1346" y="3769"/>
                    <a:pt x="1125" y="4144"/>
                    <a:pt x="1125" y="4552"/>
                  </a:cubicBezTo>
                  <a:lnTo>
                    <a:pt x="1125" y="6902"/>
                  </a:lnTo>
                  <a:cubicBezTo>
                    <a:pt x="750" y="7324"/>
                    <a:pt x="375" y="7598"/>
                    <a:pt x="0" y="7728"/>
                  </a:cubicBezTo>
                  <a:cubicBezTo>
                    <a:pt x="166" y="7785"/>
                    <a:pt x="331" y="7814"/>
                    <a:pt x="497" y="7814"/>
                  </a:cubicBezTo>
                  <a:cubicBezTo>
                    <a:pt x="1036" y="7814"/>
                    <a:pt x="1574" y="7508"/>
                    <a:pt x="2114" y="6902"/>
                  </a:cubicBezTo>
                  <a:lnTo>
                    <a:pt x="2114" y="4552"/>
                  </a:lnTo>
                  <a:cubicBezTo>
                    <a:pt x="2114" y="4144"/>
                    <a:pt x="2335" y="3769"/>
                    <a:pt x="2696" y="3572"/>
                  </a:cubicBezTo>
                  <a:lnTo>
                    <a:pt x="3921" y="2900"/>
                  </a:lnTo>
                  <a:cubicBezTo>
                    <a:pt x="4411" y="2631"/>
                    <a:pt x="4593" y="2016"/>
                    <a:pt x="4324" y="1521"/>
                  </a:cubicBezTo>
                  <a:lnTo>
                    <a:pt x="4247" y="1377"/>
                  </a:lnTo>
                  <a:lnTo>
                    <a:pt x="3863" y="676"/>
                  </a:lnTo>
                  <a:lnTo>
                    <a:pt x="3786" y="531"/>
                  </a:lnTo>
                  <a:cubicBezTo>
                    <a:pt x="3599" y="193"/>
                    <a:pt x="3247" y="1"/>
                    <a:pt x="288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0"/>
            <p:cNvSpPr/>
            <p:nvPr/>
          </p:nvSpPr>
          <p:spPr>
            <a:xfrm>
              <a:off x="7687741" y="3210165"/>
              <a:ext cx="55502" cy="61968"/>
            </a:xfrm>
            <a:custGeom>
              <a:rect b="b" l="l" r="r" t="t"/>
              <a:pathLst>
                <a:path extrusionOk="0" h="2367" w="2120">
                  <a:moveTo>
                    <a:pt x="498" y="0"/>
                  </a:moveTo>
                  <a:cubicBezTo>
                    <a:pt x="332" y="0"/>
                    <a:pt x="166" y="19"/>
                    <a:pt x="0" y="56"/>
                  </a:cubicBezTo>
                  <a:cubicBezTo>
                    <a:pt x="414" y="157"/>
                    <a:pt x="793" y="339"/>
                    <a:pt x="1129" y="599"/>
                  </a:cubicBezTo>
                  <a:lnTo>
                    <a:pt x="1129" y="1531"/>
                  </a:lnTo>
                  <a:cubicBezTo>
                    <a:pt x="1129" y="1992"/>
                    <a:pt x="755" y="2367"/>
                    <a:pt x="294" y="2367"/>
                  </a:cubicBezTo>
                  <a:lnTo>
                    <a:pt x="1283" y="2367"/>
                  </a:lnTo>
                  <a:cubicBezTo>
                    <a:pt x="1744" y="2367"/>
                    <a:pt x="2119" y="1992"/>
                    <a:pt x="2119" y="1531"/>
                  </a:cubicBezTo>
                  <a:lnTo>
                    <a:pt x="2119" y="599"/>
                  </a:lnTo>
                  <a:cubicBezTo>
                    <a:pt x="1579" y="198"/>
                    <a:pt x="1038" y="0"/>
                    <a:pt x="49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0"/>
            <p:cNvSpPr/>
            <p:nvPr/>
          </p:nvSpPr>
          <p:spPr>
            <a:xfrm>
              <a:off x="7658315" y="3210112"/>
              <a:ext cx="84928" cy="27803"/>
            </a:xfrm>
            <a:custGeom>
              <a:rect b="b" l="l" r="r" t="t"/>
              <a:pathLst>
                <a:path extrusionOk="0" h="1062" w="3244">
                  <a:moveTo>
                    <a:pt x="1618" y="0"/>
                  </a:moveTo>
                  <a:cubicBezTo>
                    <a:pt x="1078" y="0"/>
                    <a:pt x="538" y="197"/>
                    <a:pt x="0" y="591"/>
                  </a:cubicBezTo>
                  <a:lnTo>
                    <a:pt x="0" y="1062"/>
                  </a:lnTo>
                  <a:cubicBezTo>
                    <a:pt x="541" y="668"/>
                    <a:pt x="1081" y="471"/>
                    <a:pt x="1622" y="471"/>
                  </a:cubicBezTo>
                  <a:cubicBezTo>
                    <a:pt x="2162" y="471"/>
                    <a:pt x="2703" y="668"/>
                    <a:pt x="3243" y="1062"/>
                  </a:cubicBezTo>
                  <a:lnTo>
                    <a:pt x="3243" y="591"/>
                  </a:lnTo>
                  <a:cubicBezTo>
                    <a:pt x="2700" y="197"/>
                    <a:pt x="2159" y="0"/>
                    <a:pt x="161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0"/>
            <p:cNvSpPr/>
            <p:nvPr/>
          </p:nvSpPr>
          <p:spPr>
            <a:xfrm>
              <a:off x="7650749" y="3240586"/>
              <a:ext cx="99772" cy="17096"/>
            </a:xfrm>
            <a:custGeom>
              <a:rect b="b" l="l" r="r" t="t"/>
              <a:pathLst>
                <a:path extrusionOk="0" h="653" w="3811">
                  <a:moveTo>
                    <a:pt x="1908" y="0"/>
                  </a:moveTo>
                  <a:cubicBezTo>
                    <a:pt x="1341" y="0"/>
                    <a:pt x="775" y="83"/>
                    <a:pt x="227" y="249"/>
                  </a:cubicBezTo>
                  <a:cubicBezTo>
                    <a:pt x="1" y="328"/>
                    <a:pt x="77" y="650"/>
                    <a:pt x="287" y="650"/>
                  </a:cubicBezTo>
                  <a:cubicBezTo>
                    <a:pt x="304" y="650"/>
                    <a:pt x="323" y="647"/>
                    <a:pt x="342" y="643"/>
                  </a:cubicBezTo>
                  <a:cubicBezTo>
                    <a:pt x="854" y="489"/>
                    <a:pt x="1381" y="412"/>
                    <a:pt x="1908" y="412"/>
                  </a:cubicBezTo>
                  <a:cubicBezTo>
                    <a:pt x="2434" y="412"/>
                    <a:pt x="2960" y="489"/>
                    <a:pt x="3470" y="643"/>
                  </a:cubicBezTo>
                  <a:cubicBezTo>
                    <a:pt x="3489" y="647"/>
                    <a:pt x="3513" y="647"/>
                    <a:pt x="3532" y="652"/>
                  </a:cubicBezTo>
                  <a:cubicBezTo>
                    <a:pt x="3767" y="647"/>
                    <a:pt x="3811" y="316"/>
                    <a:pt x="3590" y="249"/>
                  </a:cubicBezTo>
                  <a:cubicBezTo>
                    <a:pt x="3042" y="83"/>
                    <a:pt x="2475" y="0"/>
                    <a:pt x="190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0"/>
            <p:cNvSpPr/>
            <p:nvPr/>
          </p:nvSpPr>
          <p:spPr>
            <a:xfrm>
              <a:off x="7650120" y="3034602"/>
              <a:ext cx="100400" cy="17305"/>
            </a:xfrm>
            <a:custGeom>
              <a:rect b="b" l="l" r="r" t="t"/>
              <a:pathLst>
                <a:path extrusionOk="0" h="661" w="3835">
                  <a:moveTo>
                    <a:pt x="1932" y="0"/>
                  </a:moveTo>
                  <a:cubicBezTo>
                    <a:pt x="1365" y="0"/>
                    <a:pt x="799" y="84"/>
                    <a:pt x="251" y="252"/>
                  </a:cubicBezTo>
                  <a:cubicBezTo>
                    <a:pt x="0" y="313"/>
                    <a:pt x="76" y="661"/>
                    <a:pt x="289" y="661"/>
                  </a:cubicBezTo>
                  <a:cubicBezTo>
                    <a:pt x="313" y="661"/>
                    <a:pt x="339" y="656"/>
                    <a:pt x="366" y="646"/>
                  </a:cubicBezTo>
                  <a:cubicBezTo>
                    <a:pt x="878" y="493"/>
                    <a:pt x="1405" y="416"/>
                    <a:pt x="1932" y="416"/>
                  </a:cubicBezTo>
                  <a:cubicBezTo>
                    <a:pt x="2458" y="416"/>
                    <a:pt x="2984" y="493"/>
                    <a:pt x="3494" y="646"/>
                  </a:cubicBezTo>
                  <a:cubicBezTo>
                    <a:pt x="3513" y="646"/>
                    <a:pt x="3537" y="651"/>
                    <a:pt x="3556" y="651"/>
                  </a:cubicBezTo>
                  <a:cubicBezTo>
                    <a:pt x="3791" y="651"/>
                    <a:pt x="3835" y="320"/>
                    <a:pt x="3614" y="252"/>
                  </a:cubicBezTo>
                  <a:cubicBezTo>
                    <a:pt x="3066" y="84"/>
                    <a:pt x="2499" y="0"/>
                    <a:pt x="193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0"/>
            <p:cNvSpPr/>
            <p:nvPr/>
          </p:nvSpPr>
          <p:spPr>
            <a:xfrm>
              <a:off x="7650120" y="3062379"/>
              <a:ext cx="99013" cy="17200"/>
            </a:xfrm>
            <a:custGeom>
              <a:rect b="b" l="l" r="r" t="t"/>
              <a:pathLst>
                <a:path extrusionOk="0" h="657" w="3782">
                  <a:moveTo>
                    <a:pt x="1932" y="1"/>
                  </a:moveTo>
                  <a:cubicBezTo>
                    <a:pt x="1365" y="1"/>
                    <a:pt x="799" y="85"/>
                    <a:pt x="251" y="253"/>
                  </a:cubicBezTo>
                  <a:cubicBezTo>
                    <a:pt x="1" y="314"/>
                    <a:pt x="76" y="657"/>
                    <a:pt x="288" y="657"/>
                  </a:cubicBezTo>
                  <a:cubicBezTo>
                    <a:pt x="313" y="657"/>
                    <a:pt x="339" y="652"/>
                    <a:pt x="366" y="642"/>
                  </a:cubicBezTo>
                  <a:cubicBezTo>
                    <a:pt x="878" y="489"/>
                    <a:pt x="1405" y="412"/>
                    <a:pt x="1932" y="412"/>
                  </a:cubicBezTo>
                  <a:cubicBezTo>
                    <a:pt x="2458" y="412"/>
                    <a:pt x="2984" y="489"/>
                    <a:pt x="3494" y="642"/>
                  </a:cubicBezTo>
                  <a:cubicBezTo>
                    <a:pt x="3513" y="647"/>
                    <a:pt x="3537" y="652"/>
                    <a:pt x="3556" y="652"/>
                  </a:cubicBezTo>
                  <a:cubicBezTo>
                    <a:pt x="3643" y="652"/>
                    <a:pt x="3724" y="589"/>
                    <a:pt x="3748" y="508"/>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0"/>
            <p:cNvSpPr/>
            <p:nvPr/>
          </p:nvSpPr>
          <p:spPr>
            <a:xfrm>
              <a:off x="7650120" y="3087668"/>
              <a:ext cx="99013" cy="17305"/>
            </a:xfrm>
            <a:custGeom>
              <a:rect b="b" l="l" r="r" t="t"/>
              <a:pathLst>
                <a:path extrusionOk="0" h="661" w="3782">
                  <a:moveTo>
                    <a:pt x="1932" y="1"/>
                  </a:moveTo>
                  <a:cubicBezTo>
                    <a:pt x="1365" y="1"/>
                    <a:pt x="799" y="85"/>
                    <a:pt x="251" y="253"/>
                  </a:cubicBezTo>
                  <a:cubicBezTo>
                    <a:pt x="0" y="313"/>
                    <a:pt x="76" y="661"/>
                    <a:pt x="289" y="661"/>
                  </a:cubicBezTo>
                  <a:cubicBezTo>
                    <a:pt x="313" y="661"/>
                    <a:pt x="339" y="656"/>
                    <a:pt x="366" y="647"/>
                  </a:cubicBezTo>
                  <a:cubicBezTo>
                    <a:pt x="878" y="491"/>
                    <a:pt x="1405" y="413"/>
                    <a:pt x="1932" y="413"/>
                  </a:cubicBezTo>
                  <a:cubicBezTo>
                    <a:pt x="2458" y="413"/>
                    <a:pt x="2984" y="491"/>
                    <a:pt x="3494" y="647"/>
                  </a:cubicBezTo>
                  <a:cubicBezTo>
                    <a:pt x="3513" y="647"/>
                    <a:pt x="3537" y="652"/>
                    <a:pt x="3556" y="652"/>
                  </a:cubicBezTo>
                  <a:cubicBezTo>
                    <a:pt x="3643" y="652"/>
                    <a:pt x="3724" y="594"/>
                    <a:pt x="3748" y="507"/>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0"/>
            <p:cNvSpPr/>
            <p:nvPr/>
          </p:nvSpPr>
          <p:spPr>
            <a:xfrm>
              <a:off x="7548856" y="3016511"/>
              <a:ext cx="303636" cy="223708"/>
            </a:xfrm>
            <a:custGeom>
              <a:rect b="b" l="l" r="r" t="t"/>
              <a:pathLst>
                <a:path extrusionOk="0" h="8545" w="11598">
                  <a:moveTo>
                    <a:pt x="10077" y="0"/>
                  </a:moveTo>
                  <a:cubicBezTo>
                    <a:pt x="9569" y="0"/>
                    <a:pt x="9058" y="255"/>
                    <a:pt x="8784" y="823"/>
                  </a:cubicBezTo>
                  <a:cubicBezTo>
                    <a:pt x="7789" y="2883"/>
                    <a:pt x="6794" y="3912"/>
                    <a:pt x="5799" y="3912"/>
                  </a:cubicBezTo>
                  <a:cubicBezTo>
                    <a:pt x="4804" y="3912"/>
                    <a:pt x="3809" y="2884"/>
                    <a:pt x="2812" y="828"/>
                  </a:cubicBezTo>
                  <a:cubicBezTo>
                    <a:pt x="2539" y="260"/>
                    <a:pt x="2027" y="5"/>
                    <a:pt x="1518" y="5"/>
                  </a:cubicBezTo>
                  <a:cubicBezTo>
                    <a:pt x="757" y="5"/>
                    <a:pt x="1" y="574"/>
                    <a:pt x="50" y="1515"/>
                  </a:cubicBezTo>
                  <a:cubicBezTo>
                    <a:pt x="55" y="1558"/>
                    <a:pt x="55" y="1602"/>
                    <a:pt x="64" y="1650"/>
                  </a:cubicBezTo>
                  <a:cubicBezTo>
                    <a:pt x="141" y="2337"/>
                    <a:pt x="256" y="3120"/>
                    <a:pt x="396" y="3912"/>
                  </a:cubicBezTo>
                  <a:lnTo>
                    <a:pt x="549" y="4667"/>
                  </a:lnTo>
                  <a:cubicBezTo>
                    <a:pt x="775" y="5748"/>
                    <a:pt x="1063" y="6790"/>
                    <a:pt x="1419" y="7549"/>
                  </a:cubicBezTo>
                  <a:cubicBezTo>
                    <a:pt x="1438" y="7587"/>
                    <a:pt x="1453" y="7626"/>
                    <a:pt x="1472" y="7660"/>
                  </a:cubicBezTo>
                  <a:cubicBezTo>
                    <a:pt x="1786" y="8241"/>
                    <a:pt x="2321" y="8545"/>
                    <a:pt x="2883" y="8545"/>
                  </a:cubicBezTo>
                  <a:cubicBezTo>
                    <a:pt x="3259" y="8545"/>
                    <a:pt x="3647" y="8409"/>
                    <a:pt x="3989" y="8130"/>
                  </a:cubicBezTo>
                  <a:cubicBezTo>
                    <a:pt x="4594" y="7638"/>
                    <a:pt x="5198" y="7392"/>
                    <a:pt x="5801" y="7392"/>
                  </a:cubicBezTo>
                  <a:cubicBezTo>
                    <a:pt x="6409" y="7392"/>
                    <a:pt x="7018" y="7643"/>
                    <a:pt x="7626" y="8145"/>
                  </a:cubicBezTo>
                  <a:cubicBezTo>
                    <a:pt x="7937" y="8400"/>
                    <a:pt x="8309" y="8521"/>
                    <a:pt x="8676" y="8521"/>
                  </a:cubicBezTo>
                  <a:cubicBezTo>
                    <a:pt x="9256" y="8521"/>
                    <a:pt x="9826" y="8218"/>
                    <a:pt x="10129" y="7660"/>
                  </a:cubicBezTo>
                  <a:cubicBezTo>
                    <a:pt x="10148" y="7626"/>
                    <a:pt x="10167" y="7587"/>
                    <a:pt x="10182" y="7549"/>
                  </a:cubicBezTo>
                  <a:cubicBezTo>
                    <a:pt x="10878" y="6045"/>
                    <a:pt x="11315" y="3509"/>
                    <a:pt x="11532" y="1645"/>
                  </a:cubicBezTo>
                  <a:cubicBezTo>
                    <a:pt x="11536" y="1602"/>
                    <a:pt x="11536" y="1558"/>
                    <a:pt x="11546" y="1520"/>
                  </a:cubicBezTo>
                  <a:cubicBezTo>
                    <a:pt x="11598" y="574"/>
                    <a:pt x="10840" y="0"/>
                    <a:pt x="1007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0"/>
            <p:cNvSpPr/>
            <p:nvPr/>
          </p:nvSpPr>
          <p:spPr>
            <a:xfrm>
              <a:off x="7550139" y="3041330"/>
              <a:ext cx="301384" cy="199020"/>
            </a:xfrm>
            <a:custGeom>
              <a:rect b="b" l="l" r="r" t="t"/>
              <a:pathLst>
                <a:path extrusionOk="0" h="7602" w="11512">
                  <a:moveTo>
                    <a:pt x="87" y="0"/>
                  </a:moveTo>
                  <a:cubicBezTo>
                    <a:pt x="25" y="183"/>
                    <a:pt x="1" y="380"/>
                    <a:pt x="15" y="572"/>
                  </a:cubicBezTo>
                  <a:cubicBezTo>
                    <a:pt x="15" y="615"/>
                    <a:pt x="20" y="658"/>
                    <a:pt x="25" y="702"/>
                  </a:cubicBezTo>
                  <a:cubicBezTo>
                    <a:pt x="107" y="1393"/>
                    <a:pt x="217" y="2177"/>
                    <a:pt x="361" y="2969"/>
                  </a:cubicBezTo>
                  <a:lnTo>
                    <a:pt x="505" y="3723"/>
                  </a:lnTo>
                  <a:cubicBezTo>
                    <a:pt x="731" y="4804"/>
                    <a:pt x="1019" y="5847"/>
                    <a:pt x="1375" y="6606"/>
                  </a:cubicBezTo>
                  <a:cubicBezTo>
                    <a:pt x="1394" y="6644"/>
                    <a:pt x="1413" y="6683"/>
                    <a:pt x="1428" y="6716"/>
                  </a:cubicBezTo>
                  <a:cubicBezTo>
                    <a:pt x="1742" y="7298"/>
                    <a:pt x="2278" y="7602"/>
                    <a:pt x="2841" y="7602"/>
                  </a:cubicBezTo>
                  <a:cubicBezTo>
                    <a:pt x="3217" y="7602"/>
                    <a:pt x="3604" y="7466"/>
                    <a:pt x="3945" y="7187"/>
                  </a:cubicBezTo>
                  <a:cubicBezTo>
                    <a:pt x="4550" y="6695"/>
                    <a:pt x="5155" y="6448"/>
                    <a:pt x="5759" y="6448"/>
                  </a:cubicBezTo>
                  <a:cubicBezTo>
                    <a:pt x="6369" y="6448"/>
                    <a:pt x="6978" y="6699"/>
                    <a:pt x="7586" y="7202"/>
                  </a:cubicBezTo>
                  <a:cubicBezTo>
                    <a:pt x="7897" y="7456"/>
                    <a:pt x="8267" y="7577"/>
                    <a:pt x="8633" y="7577"/>
                  </a:cubicBezTo>
                  <a:cubicBezTo>
                    <a:pt x="9213" y="7577"/>
                    <a:pt x="9783" y="7273"/>
                    <a:pt x="10089" y="6716"/>
                  </a:cubicBezTo>
                  <a:cubicBezTo>
                    <a:pt x="10109" y="6678"/>
                    <a:pt x="10128" y="6644"/>
                    <a:pt x="10142" y="6606"/>
                  </a:cubicBezTo>
                  <a:cubicBezTo>
                    <a:pt x="10839" y="5102"/>
                    <a:pt x="11271" y="2566"/>
                    <a:pt x="11487" y="702"/>
                  </a:cubicBezTo>
                  <a:cubicBezTo>
                    <a:pt x="11497" y="658"/>
                    <a:pt x="11497" y="615"/>
                    <a:pt x="11502" y="577"/>
                  </a:cubicBezTo>
                  <a:cubicBezTo>
                    <a:pt x="11511" y="380"/>
                    <a:pt x="11487" y="183"/>
                    <a:pt x="11425" y="0"/>
                  </a:cubicBezTo>
                  <a:cubicBezTo>
                    <a:pt x="11185" y="1792"/>
                    <a:pt x="10772" y="4016"/>
                    <a:pt x="10137" y="5371"/>
                  </a:cubicBezTo>
                  <a:cubicBezTo>
                    <a:pt x="10118" y="5410"/>
                    <a:pt x="10104" y="5448"/>
                    <a:pt x="10085" y="5482"/>
                  </a:cubicBezTo>
                  <a:cubicBezTo>
                    <a:pt x="9779" y="6041"/>
                    <a:pt x="9210" y="6344"/>
                    <a:pt x="8631" y="6344"/>
                  </a:cubicBezTo>
                  <a:cubicBezTo>
                    <a:pt x="8264" y="6344"/>
                    <a:pt x="7893" y="6222"/>
                    <a:pt x="7582" y="5967"/>
                  </a:cubicBezTo>
                  <a:cubicBezTo>
                    <a:pt x="6971" y="5465"/>
                    <a:pt x="6362" y="5214"/>
                    <a:pt x="5753" y="5214"/>
                  </a:cubicBezTo>
                  <a:cubicBezTo>
                    <a:pt x="5150" y="5214"/>
                    <a:pt x="4547" y="5460"/>
                    <a:pt x="3945" y="5952"/>
                  </a:cubicBezTo>
                  <a:cubicBezTo>
                    <a:pt x="3603" y="6233"/>
                    <a:pt x="3215" y="6369"/>
                    <a:pt x="2840" y="6369"/>
                  </a:cubicBezTo>
                  <a:cubicBezTo>
                    <a:pt x="2277" y="6369"/>
                    <a:pt x="1742" y="6064"/>
                    <a:pt x="1428" y="5482"/>
                  </a:cubicBezTo>
                  <a:cubicBezTo>
                    <a:pt x="1408" y="5443"/>
                    <a:pt x="1389" y="5410"/>
                    <a:pt x="1375" y="5371"/>
                  </a:cubicBezTo>
                  <a:cubicBezTo>
                    <a:pt x="1019" y="4607"/>
                    <a:pt x="731" y="3570"/>
                    <a:pt x="505" y="2489"/>
                  </a:cubicBezTo>
                  <a:lnTo>
                    <a:pt x="356" y="1735"/>
                  </a:lnTo>
                  <a:cubicBezTo>
                    <a:pt x="251" y="1139"/>
                    <a:pt x="159" y="548"/>
                    <a:pt x="8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0"/>
            <p:cNvSpPr/>
            <p:nvPr/>
          </p:nvSpPr>
          <p:spPr>
            <a:xfrm>
              <a:off x="7543097" y="2908754"/>
              <a:ext cx="314945" cy="368300"/>
            </a:xfrm>
            <a:custGeom>
              <a:rect b="b" l="l" r="r" t="t"/>
              <a:pathLst>
                <a:path extrusionOk="0" h="14068" w="12030">
                  <a:moveTo>
                    <a:pt x="6023" y="4912"/>
                  </a:moveTo>
                  <a:cubicBezTo>
                    <a:pt x="6498" y="4912"/>
                    <a:pt x="6974" y="4975"/>
                    <a:pt x="7437" y="5103"/>
                  </a:cubicBezTo>
                  <a:lnTo>
                    <a:pt x="7442" y="5103"/>
                  </a:lnTo>
                  <a:lnTo>
                    <a:pt x="7442" y="5742"/>
                  </a:lnTo>
                  <a:cubicBezTo>
                    <a:pt x="6976" y="5624"/>
                    <a:pt x="6501" y="5565"/>
                    <a:pt x="6025" y="5565"/>
                  </a:cubicBezTo>
                  <a:cubicBezTo>
                    <a:pt x="5549" y="5565"/>
                    <a:pt x="5074" y="5624"/>
                    <a:pt x="4608" y="5742"/>
                  </a:cubicBezTo>
                  <a:lnTo>
                    <a:pt x="4608" y="5103"/>
                  </a:lnTo>
                  <a:cubicBezTo>
                    <a:pt x="5071" y="4975"/>
                    <a:pt x="5547" y="4912"/>
                    <a:pt x="6023" y="4912"/>
                  </a:cubicBezTo>
                  <a:close/>
                  <a:moveTo>
                    <a:pt x="6023" y="5973"/>
                  </a:moveTo>
                  <a:cubicBezTo>
                    <a:pt x="6498" y="5973"/>
                    <a:pt x="6974" y="6037"/>
                    <a:pt x="7437" y="6164"/>
                  </a:cubicBezTo>
                  <a:lnTo>
                    <a:pt x="7437" y="6707"/>
                  </a:lnTo>
                  <a:cubicBezTo>
                    <a:pt x="6974" y="6590"/>
                    <a:pt x="6498" y="6531"/>
                    <a:pt x="6023" y="6531"/>
                  </a:cubicBezTo>
                  <a:cubicBezTo>
                    <a:pt x="5547" y="6531"/>
                    <a:pt x="5071" y="6590"/>
                    <a:pt x="4608" y="6707"/>
                  </a:cubicBezTo>
                  <a:lnTo>
                    <a:pt x="4608" y="6164"/>
                  </a:lnTo>
                  <a:cubicBezTo>
                    <a:pt x="5071" y="6037"/>
                    <a:pt x="5547" y="5973"/>
                    <a:pt x="6023" y="5973"/>
                  </a:cubicBezTo>
                  <a:close/>
                  <a:moveTo>
                    <a:pt x="6024" y="6941"/>
                  </a:moveTo>
                  <a:cubicBezTo>
                    <a:pt x="6474" y="6941"/>
                    <a:pt x="6923" y="6998"/>
                    <a:pt x="7361" y="7111"/>
                  </a:cubicBezTo>
                  <a:cubicBezTo>
                    <a:pt x="7269" y="7202"/>
                    <a:pt x="7183" y="7289"/>
                    <a:pt x="7096" y="7365"/>
                  </a:cubicBezTo>
                  <a:cubicBezTo>
                    <a:pt x="7087" y="7370"/>
                    <a:pt x="7082" y="7375"/>
                    <a:pt x="7077" y="7380"/>
                  </a:cubicBezTo>
                  <a:cubicBezTo>
                    <a:pt x="6717" y="7673"/>
                    <a:pt x="6366" y="7822"/>
                    <a:pt x="6025" y="7822"/>
                  </a:cubicBezTo>
                  <a:cubicBezTo>
                    <a:pt x="5679" y="7822"/>
                    <a:pt x="5324" y="7673"/>
                    <a:pt x="4968" y="7380"/>
                  </a:cubicBezTo>
                  <a:cubicBezTo>
                    <a:pt x="4963" y="7380"/>
                    <a:pt x="4959" y="7370"/>
                    <a:pt x="4954" y="7365"/>
                  </a:cubicBezTo>
                  <a:cubicBezTo>
                    <a:pt x="4867" y="7289"/>
                    <a:pt x="4776" y="7202"/>
                    <a:pt x="4685" y="7111"/>
                  </a:cubicBezTo>
                  <a:cubicBezTo>
                    <a:pt x="5124" y="6998"/>
                    <a:pt x="5575" y="6941"/>
                    <a:pt x="6024" y="6941"/>
                  </a:cubicBezTo>
                  <a:close/>
                  <a:moveTo>
                    <a:pt x="6028" y="11721"/>
                  </a:moveTo>
                  <a:cubicBezTo>
                    <a:pt x="6498" y="11721"/>
                    <a:pt x="6963" y="11891"/>
                    <a:pt x="7442" y="12222"/>
                  </a:cubicBezTo>
                  <a:lnTo>
                    <a:pt x="7442" y="12496"/>
                  </a:lnTo>
                  <a:cubicBezTo>
                    <a:pt x="6976" y="12376"/>
                    <a:pt x="6501" y="12316"/>
                    <a:pt x="6025" y="12316"/>
                  </a:cubicBezTo>
                  <a:cubicBezTo>
                    <a:pt x="5549" y="12316"/>
                    <a:pt x="5074" y="12376"/>
                    <a:pt x="4608" y="12496"/>
                  </a:cubicBezTo>
                  <a:lnTo>
                    <a:pt x="4608" y="12222"/>
                  </a:lnTo>
                  <a:cubicBezTo>
                    <a:pt x="5097" y="11886"/>
                    <a:pt x="5564" y="11721"/>
                    <a:pt x="6028" y="11721"/>
                  </a:cubicBezTo>
                  <a:close/>
                  <a:moveTo>
                    <a:pt x="6023" y="12727"/>
                  </a:moveTo>
                  <a:cubicBezTo>
                    <a:pt x="6498" y="12727"/>
                    <a:pt x="6974" y="12789"/>
                    <a:pt x="7437" y="12914"/>
                  </a:cubicBezTo>
                  <a:lnTo>
                    <a:pt x="7437" y="13044"/>
                  </a:lnTo>
                  <a:cubicBezTo>
                    <a:pt x="7437" y="13390"/>
                    <a:pt x="7159" y="13673"/>
                    <a:pt x="6808" y="13673"/>
                  </a:cubicBezTo>
                  <a:lnTo>
                    <a:pt x="5237" y="13673"/>
                  </a:lnTo>
                  <a:cubicBezTo>
                    <a:pt x="4887" y="13673"/>
                    <a:pt x="4608" y="13390"/>
                    <a:pt x="4608" y="13044"/>
                  </a:cubicBezTo>
                  <a:lnTo>
                    <a:pt x="4608" y="12914"/>
                  </a:lnTo>
                  <a:cubicBezTo>
                    <a:pt x="5071" y="12789"/>
                    <a:pt x="5547" y="12727"/>
                    <a:pt x="6023" y="12727"/>
                  </a:cubicBezTo>
                  <a:close/>
                  <a:moveTo>
                    <a:pt x="8399" y="0"/>
                  </a:moveTo>
                  <a:cubicBezTo>
                    <a:pt x="7914" y="0"/>
                    <a:pt x="7604" y="303"/>
                    <a:pt x="7500" y="352"/>
                  </a:cubicBezTo>
                  <a:cubicBezTo>
                    <a:pt x="7046" y="645"/>
                    <a:pt x="6528" y="791"/>
                    <a:pt x="6011" y="791"/>
                  </a:cubicBezTo>
                  <a:cubicBezTo>
                    <a:pt x="5493" y="791"/>
                    <a:pt x="4975" y="645"/>
                    <a:pt x="4521" y="352"/>
                  </a:cubicBezTo>
                  <a:lnTo>
                    <a:pt x="4281" y="198"/>
                  </a:lnTo>
                  <a:cubicBezTo>
                    <a:pt x="4076" y="65"/>
                    <a:pt x="3846" y="3"/>
                    <a:pt x="3620" y="3"/>
                  </a:cubicBezTo>
                  <a:cubicBezTo>
                    <a:pt x="3188" y="3"/>
                    <a:pt x="2766" y="230"/>
                    <a:pt x="2542" y="640"/>
                  </a:cubicBezTo>
                  <a:lnTo>
                    <a:pt x="1999" y="1629"/>
                  </a:lnTo>
                  <a:cubicBezTo>
                    <a:pt x="1673" y="2220"/>
                    <a:pt x="1889" y="2965"/>
                    <a:pt x="2480" y="3292"/>
                  </a:cubicBezTo>
                  <a:lnTo>
                    <a:pt x="3705" y="3959"/>
                  </a:lnTo>
                  <a:cubicBezTo>
                    <a:pt x="3998" y="4118"/>
                    <a:pt x="4180" y="4425"/>
                    <a:pt x="4180" y="4762"/>
                  </a:cubicBezTo>
                  <a:lnTo>
                    <a:pt x="4180" y="6515"/>
                  </a:lnTo>
                  <a:cubicBezTo>
                    <a:pt x="3810" y="5991"/>
                    <a:pt x="3484" y="5429"/>
                    <a:pt x="3210" y="4848"/>
                  </a:cubicBezTo>
                  <a:cubicBezTo>
                    <a:pt x="2897" y="4201"/>
                    <a:pt x="2316" y="3912"/>
                    <a:pt x="1736" y="3912"/>
                  </a:cubicBezTo>
                  <a:cubicBezTo>
                    <a:pt x="866" y="3912"/>
                    <a:pt x="1" y="4565"/>
                    <a:pt x="58" y="5641"/>
                  </a:cubicBezTo>
                  <a:cubicBezTo>
                    <a:pt x="58" y="5689"/>
                    <a:pt x="63" y="5737"/>
                    <a:pt x="68" y="5785"/>
                  </a:cubicBezTo>
                  <a:cubicBezTo>
                    <a:pt x="159" y="6558"/>
                    <a:pt x="279" y="7346"/>
                    <a:pt x="409" y="8062"/>
                  </a:cubicBezTo>
                  <a:cubicBezTo>
                    <a:pt x="424" y="8187"/>
                    <a:pt x="515" y="8244"/>
                    <a:pt x="607" y="8244"/>
                  </a:cubicBezTo>
                  <a:cubicBezTo>
                    <a:pt x="727" y="8244"/>
                    <a:pt x="851" y="8148"/>
                    <a:pt x="813" y="7985"/>
                  </a:cubicBezTo>
                  <a:cubicBezTo>
                    <a:pt x="688" y="7284"/>
                    <a:pt x="572" y="6505"/>
                    <a:pt x="481" y="5737"/>
                  </a:cubicBezTo>
                  <a:cubicBezTo>
                    <a:pt x="476" y="5698"/>
                    <a:pt x="472" y="5655"/>
                    <a:pt x="472" y="5617"/>
                  </a:cubicBezTo>
                  <a:cubicBezTo>
                    <a:pt x="426" y="4810"/>
                    <a:pt x="1076" y="4321"/>
                    <a:pt x="1730" y="4321"/>
                  </a:cubicBezTo>
                  <a:cubicBezTo>
                    <a:pt x="2167" y="4321"/>
                    <a:pt x="2605" y="4539"/>
                    <a:pt x="2840" y="5026"/>
                  </a:cubicBezTo>
                  <a:cubicBezTo>
                    <a:pt x="3871" y="7157"/>
                    <a:pt x="4940" y="8225"/>
                    <a:pt x="6009" y="8225"/>
                  </a:cubicBezTo>
                  <a:cubicBezTo>
                    <a:pt x="7078" y="8225"/>
                    <a:pt x="8146" y="7158"/>
                    <a:pt x="9177" y="5021"/>
                  </a:cubicBezTo>
                  <a:cubicBezTo>
                    <a:pt x="9411" y="4536"/>
                    <a:pt x="9855" y="4315"/>
                    <a:pt x="10295" y="4315"/>
                  </a:cubicBezTo>
                  <a:cubicBezTo>
                    <a:pt x="10971" y="4315"/>
                    <a:pt x="11640" y="4837"/>
                    <a:pt x="11535" y="5727"/>
                  </a:cubicBezTo>
                  <a:cubicBezTo>
                    <a:pt x="11358" y="7245"/>
                    <a:pt x="10877" y="10329"/>
                    <a:pt x="10157" y="11670"/>
                  </a:cubicBezTo>
                  <a:cubicBezTo>
                    <a:pt x="9889" y="12154"/>
                    <a:pt x="9392" y="12418"/>
                    <a:pt x="8886" y="12418"/>
                  </a:cubicBezTo>
                  <a:cubicBezTo>
                    <a:pt x="8564" y="12418"/>
                    <a:pt x="8238" y="12312"/>
                    <a:pt x="7966" y="12088"/>
                  </a:cubicBezTo>
                  <a:cubicBezTo>
                    <a:pt x="7903" y="12035"/>
                    <a:pt x="7476" y="11742"/>
                    <a:pt x="7409" y="11703"/>
                  </a:cubicBezTo>
                  <a:cubicBezTo>
                    <a:pt x="6946" y="11432"/>
                    <a:pt x="6483" y="11292"/>
                    <a:pt x="6013" y="11292"/>
                  </a:cubicBezTo>
                  <a:cubicBezTo>
                    <a:pt x="5492" y="11292"/>
                    <a:pt x="4964" y="11465"/>
                    <a:pt x="4421" y="11824"/>
                  </a:cubicBezTo>
                  <a:lnTo>
                    <a:pt x="4060" y="12078"/>
                  </a:lnTo>
                  <a:cubicBezTo>
                    <a:pt x="3762" y="12323"/>
                    <a:pt x="3424" y="12449"/>
                    <a:pt x="3085" y="12449"/>
                  </a:cubicBezTo>
                  <a:cubicBezTo>
                    <a:pt x="2999" y="12449"/>
                    <a:pt x="2912" y="12441"/>
                    <a:pt x="2826" y="12424"/>
                  </a:cubicBezTo>
                  <a:cubicBezTo>
                    <a:pt x="2417" y="12342"/>
                    <a:pt x="2076" y="12073"/>
                    <a:pt x="1860" y="11670"/>
                  </a:cubicBezTo>
                  <a:cubicBezTo>
                    <a:pt x="1841" y="11636"/>
                    <a:pt x="1822" y="11603"/>
                    <a:pt x="1807" y="11569"/>
                  </a:cubicBezTo>
                  <a:cubicBezTo>
                    <a:pt x="1519" y="10949"/>
                    <a:pt x="1255" y="10094"/>
                    <a:pt x="1019" y="9018"/>
                  </a:cubicBezTo>
                  <a:cubicBezTo>
                    <a:pt x="999" y="8897"/>
                    <a:pt x="910" y="8844"/>
                    <a:pt x="820" y="8844"/>
                  </a:cubicBezTo>
                  <a:cubicBezTo>
                    <a:pt x="695" y="8844"/>
                    <a:pt x="568" y="8945"/>
                    <a:pt x="616" y="9109"/>
                  </a:cubicBezTo>
                  <a:cubicBezTo>
                    <a:pt x="856" y="10209"/>
                    <a:pt x="1135" y="11093"/>
                    <a:pt x="1432" y="11737"/>
                  </a:cubicBezTo>
                  <a:cubicBezTo>
                    <a:pt x="1452" y="11780"/>
                    <a:pt x="1471" y="11819"/>
                    <a:pt x="1495" y="11857"/>
                  </a:cubicBezTo>
                  <a:cubicBezTo>
                    <a:pt x="1769" y="12371"/>
                    <a:pt x="2215" y="12717"/>
                    <a:pt x="2744" y="12818"/>
                  </a:cubicBezTo>
                  <a:cubicBezTo>
                    <a:pt x="2859" y="12842"/>
                    <a:pt x="2970" y="12856"/>
                    <a:pt x="3085" y="12856"/>
                  </a:cubicBezTo>
                  <a:cubicBezTo>
                    <a:pt x="3479" y="12847"/>
                    <a:pt x="3858" y="12722"/>
                    <a:pt x="4180" y="12496"/>
                  </a:cubicBezTo>
                  <a:lnTo>
                    <a:pt x="4180" y="13025"/>
                  </a:lnTo>
                  <a:cubicBezTo>
                    <a:pt x="4180" y="13601"/>
                    <a:pt x="4642" y="14067"/>
                    <a:pt x="5218" y="14067"/>
                  </a:cubicBezTo>
                  <a:lnTo>
                    <a:pt x="6794" y="14067"/>
                  </a:lnTo>
                  <a:cubicBezTo>
                    <a:pt x="7370" y="14067"/>
                    <a:pt x="7836" y="13601"/>
                    <a:pt x="7836" y="13025"/>
                  </a:cubicBezTo>
                  <a:lnTo>
                    <a:pt x="7836" y="12491"/>
                  </a:lnTo>
                  <a:cubicBezTo>
                    <a:pt x="8160" y="12720"/>
                    <a:pt x="8529" y="12828"/>
                    <a:pt x="8892" y="12828"/>
                  </a:cubicBezTo>
                  <a:cubicBezTo>
                    <a:pt x="9589" y="12828"/>
                    <a:pt x="10267" y="12432"/>
                    <a:pt x="10579" y="11737"/>
                  </a:cubicBezTo>
                  <a:cubicBezTo>
                    <a:pt x="11410" y="9960"/>
                    <a:pt x="11920" y="6357"/>
                    <a:pt x="11963" y="5626"/>
                  </a:cubicBezTo>
                  <a:cubicBezTo>
                    <a:pt x="12029" y="4565"/>
                    <a:pt x="11166" y="3915"/>
                    <a:pt x="10297" y="3915"/>
                  </a:cubicBezTo>
                  <a:cubicBezTo>
                    <a:pt x="9717" y="3915"/>
                    <a:pt x="9134" y="4204"/>
                    <a:pt x="8821" y="4853"/>
                  </a:cubicBezTo>
                  <a:cubicBezTo>
                    <a:pt x="8547" y="5439"/>
                    <a:pt x="8221" y="5996"/>
                    <a:pt x="7846" y="6520"/>
                  </a:cubicBezTo>
                  <a:lnTo>
                    <a:pt x="7846" y="4766"/>
                  </a:lnTo>
                  <a:cubicBezTo>
                    <a:pt x="7846" y="4430"/>
                    <a:pt x="8028" y="4128"/>
                    <a:pt x="8321" y="3964"/>
                  </a:cubicBezTo>
                  <a:lnTo>
                    <a:pt x="9546" y="3296"/>
                  </a:lnTo>
                  <a:cubicBezTo>
                    <a:pt x="10137" y="2970"/>
                    <a:pt x="10354" y="2225"/>
                    <a:pt x="10032" y="1634"/>
                  </a:cubicBezTo>
                  <a:lnTo>
                    <a:pt x="9950" y="1485"/>
                  </a:lnTo>
                  <a:cubicBezTo>
                    <a:pt x="9907" y="1421"/>
                    <a:pt x="9846" y="1394"/>
                    <a:pt x="9787" y="1394"/>
                  </a:cubicBezTo>
                  <a:cubicBezTo>
                    <a:pt x="9654" y="1394"/>
                    <a:pt x="9523" y="1528"/>
                    <a:pt x="9590" y="1687"/>
                  </a:cubicBezTo>
                  <a:lnTo>
                    <a:pt x="9671" y="1831"/>
                  </a:lnTo>
                  <a:cubicBezTo>
                    <a:pt x="9883" y="2225"/>
                    <a:pt x="9739" y="2715"/>
                    <a:pt x="9349" y="2931"/>
                  </a:cubicBezTo>
                  <a:lnTo>
                    <a:pt x="8124" y="3604"/>
                  </a:lnTo>
                  <a:cubicBezTo>
                    <a:pt x="7726" y="3820"/>
                    <a:pt x="7471" y="4228"/>
                    <a:pt x="7447" y="4680"/>
                  </a:cubicBezTo>
                  <a:cubicBezTo>
                    <a:pt x="6976" y="4560"/>
                    <a:pt x="6496" y="4500"/>
                    <a:pt x="6016" y="4500"/>
                  </a:cubicBezTo>
                  <a:cubicBezTo>
                    <a:pt x="5536" y="4500"/>
                    <a:pt x="5057" y="4560"/>
                    <a:pt x="4589" y="4680"/>
                  </a:cubicBezTo>
                  <a:cubicBezTo>
                    <a:pt x="4565" y="4228"/>
                    <a:pt x="4310" y="3820"/>
                    <a:pt x="3911" y="3599"/>
                  </a:cubicBezTo>
                  <a:lnTo>
                    <a:pt x="2686" y="2931"/>
                  </a:lnTo>
                  <a:cubicBezTo>
                    <a:pt x="2292" y="2715"/>
                    <a:pt x="2148" y="2220"/>
                    <a:pt x="2364" y="1826"/>
                  </a:cubicBezTo>
                  <a:lnTo>
                    <a:pt x="2912" y="837"/>
                  </a:lnTo>
                  <a:cubicBezTo>
                    <a:pt x="3060" y="566"/>
                    <a:pt x="3339" y="415"/>
                    <a:pt x="3624" y="415"/>
                  </a:cubicBezTo>
                  <a:cubicBezTo>
                    <a:pt x="3773" y="415"/>
                    <a:pt x="3925" y="456"/>
                    <a:pt x="4060" y="544"/>
                  </a:cubicBezTo>
                  <a:cubicBezTo>
                    <a:pt x="4195" y="601"/>
                    <a:pt x="4867" y="1202"/>
                    <a:pt x="6015" y="1202"/>
                  </a:cubicBezTo>
                  <a:cubicBezTo>
                    <a:pt x="7159" y="1202"/>
                    <a:pt x="7836" y="611"/>
                    <a:pt x="7966" y="544"/>
                  </a:cubicBezTo>
                  <a:cubicBezTo>
                    <a:pt x="8104" y="454"/>
                    <a:pt x="8257" y="411"/>
                    <a:pt x="8409" y="411"/>
                  </a:cubicBezTo>
                  <a:cubicBezTo>
                    <a:pt x="8694" y="411"/>
                    <a:pt x="8971" y="563"/>
                    <a:pt x="9119" y="837"/>
                  </a:cubicBezTo>
                  <a:cubicBezTo>
                    <a:pt x="9158" y="928"/>
                    <a:pt x="9229" y="965"/>
                    <a:pt x="9300" y="965"/>
                  </a:cubicBezTo>
                  <a:cubicBezTo>
                    <a:pt x="9447" y="965"/>
                    <a:pt x="9596" y="808"/>
                    <a:pt x="9479" y="640"/>
                  </a:cubicBezTo>
                  <a:cubicBezTo>
                    <a:pt x="9316" y="342"/>
                    <a:pt x="9037" y="121"/>
                    <a:pt x="8706" y="39"/>
                  </a:cubicBezTo>
                  <a:cubicBezTo>
                    <a:pt x="8597" y="12"/>
                    <a:pt x="8495" y="0"/>
                    <a:pt x="8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9" name="Google Shape;9529;p80"/>
          <p:cNvGrpSpPr/>
          <p:nvPr/>
        </p:nvGrpSpPr>
        <p:grpSpPr>
          <a:xfrm>
            <a:off x="7090471" y="2908964"/>
            <a:ext cx="331282" cy="368588"/>
            <a:chOff x="7090471" y="2908964"/>
            <a:chExt cx="331282" cy="368588"/>
          </a:xfrm>
        </p:grpSpPr>
        <p:sp>
          <p:nvSpPr>
            <p:cNvPr id="9530" name="Google Shape;9530;p80"/>
            <p:cNvSpPr/>
            <p:nvPr/>
          </p:nvSpPr>
          <p:spPr>
            <a:xfrm>
              <a:off x="7099136" y="2914357"/>
              <a:ext cx="322616" cy="357776"/>
            </a:xfrm>
            <a:custGeom>
              <a:rect b="b" l="l" r="r" t="t"/>
              <a:pathLst>
                <a:path extrusionOk="0" h="13666" w="12323">
                  <a:moveTo>
                    <a:pt x="8625" y="0"/>
                  </a:moveTo>
                  <a:cubicBezTo>
                    <a:pt x="7967" y="0"/>
                    <a:pt x="7304" y="190"/>
                    <a:pt x="6721" y="580"/>
                  </a:cubicBezTo>
                  <a:cubicBezTo>
                    <a:pt x="6546" y="697"/>
                    <a:pt x="6344" y="756"/>
                    <a:pt x="6142" y="756"/>
                  </a:cubicBezTo>
                  <a:cubicBezTo>
                    <a:pt x="5941" y="756"/>
                    <a:pt x="5739" y="697"/>
                    <a:pt x="5564" y="580"/>
                  </a:cubicBezTo>
                  <a:cubicBezTo>
                    <a:pt x="4988" y="194"/>
                    <a:pt x="4326" y="2"/>
                    <a:pt x="3663" y="2"/>
                  </a:cubicBezTo>
                  <a:cubicBezTo>
                    <a:pt x="2971" y="2"/>
                    <a:pt x="2279" y="212"/>
                    <a:pt x="1687" y="632"/>
                  </a:cubicBezTo>
                  <a:cubicBezTo>
                    <a:pt x="529" y="1449"/>
                    <a:pt x="0" y="2900"/>
                    <a:pt x="361" y="4274"/>
                  </a:cubicBezTo>
                  <a:cubicBezTo>
                    <a:pt x="423" y="4552"/>
                    <a:pt x="529" y="4821"/>
                    <a:pt x="673" y="5071"/>
                  </a:cubicBezTo>
                  <a:cubicBezTo>
                    <a:pt x="793" y="5273"/>
                    <a:pt x="928" y="5460"/>
                    <a:pt x="1072" y="5643"/>
                  </a:cubicBezTo>
                  <a:cubicBezTo>
                    <a:pt x="1860" y="6537"/>
                    <a:pt x="2297" y="7689"/>
                    <a:pt x="2302" y="8881"/>
                  </a:cubicBezTo>
                  <a:lnTo>
                    <a:pt x="2302" y="11120"/>
                  </a:lnTo>
                  <a:cubicBezTo>
                    <a:pt x="2302" y="12527"/>
                    <a:pt x="3440" y="13666"/>
                    <a:pt x="4843" y="13666"/>
                  </a:cubicBezTo>
                  <a:lnTo>
                    <a:pt x="4843" y="10620"/>
                  </a:lnTo>
                  <a:cubicBezTo>
                    <a:pt x="4843" y="9909"/>
                    <a:pt x="5424" y="9332"/>
                    <a:pt x="6135" y="9332"/>
                  </a:cubicBezTo>
                  <a:cubicBezTo>
                    <a:pt x="6851" y="9332"/>
                    <a:pt x="7428" y="9909"/>
                    <a:pt x="7428" y="10620"/>
                  </a:cubicBezTo>
                  <a:lnTo>
                    <a:pt x="7428" y="13666"/>
                  </a:lnTo>
                  <a:cubicBezTo>
                    <a:pt x="8835" y="13666"/>
                    <a:pt x="9974" y="12527"/>
                    <a:pt x="9974" y="11120"/>
                  </a:cubicBezTo>
                  <a:lnTo>
                    <a:pt x="9974" y="8881"/>
                  </a:lnTo>
                  <a:cubicBezTo>
                    <a:pt x="9979" y="7689"/>
                    <a:pt x="10416" y="6537"/>
                    <a:pt x="11204" y="5643"/>
                  </a:cubicBezTo>
                  <a:cubicBezTo>
                    <a:pt x="12323" y="4351"/>
                    <a:pt x="12313" y="2429"/>
                    <a:pt x="11180" y="1151"/>
                  </a:cubicBezTo>
                  <a:cubicBezTo>
                    <a:pt x="10510" y="394"/>
                    <a:pt x="9573" y="0"/>
                    <a:pt x="8625"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0"/>
            <p:cNvSpPr/>
            <p:nvPr/>
          </p:nvSpPr>
          <p:spPr>
            <a:xfrm>
              <a:off x="7293444" y="2914304"/>
              <a:ext cx="127052" cy="357697"/>
            </a:xfrm>
            <a:custGeom>
              <a:rect b="b" l="l" r="r" t="t"/>
              <a:pathLst>
                <a:path extrusionOk="0" h="13663" w="4853">
                  <a:moveTo>
                    <a:pt x="1255" y="0"/>
                  </a:moveTo>
                  <a:lnTo>
                    <a:pt x="1255" y="5"/>
                  </a:lnTo>
                  <a:cubicBezTo>
                    <a:pt x="1225" y="4"/>
                    <a:pt x="1195" y="4"/>
                    <a:pt x="1165" y="4"/>
                  </a:cubicBezTo>
                  <a:cubicBezTo>
                    <a:pt x="868" y="4"/>
                    <a:pt x="572" y="47"/>
                    <a:pt x="284" y="125"/>
                  </a:cubicBezTo>
                  <a:cubicBezTo>
                    <a:pt x="1764" y="533"/>
                    <a:pt x="2787" y="1879"/>
                    <a:pt x="2797" y="3411"/>
                  </a:cubicBezTo>
                  <a:cubicBezTo>
                    <a:pt x="2797" y="4228"/>
                    <a:pt x="2504" y="5025"/>
                    <a:pt x="1966" y="5640"/>
                  </a:cubicBezTo>
                  <a:cubicBezTo>
                    <a:pt x="1178" y="6539"/>
                    <a:pt x="741" y="7687"/>
                    <a:pt x="736" y="8878"/>
                  </a:cubicBezTo>
                  <a:lnTo>
                    <a:pt x="736" y="11122"/>
                  </a:lnTo>
                  <a:cubicBezTo>
                    <a:pt x="736" y="11789"/>
                    <a:pt x="472" y="12433"/>
                    <a:pt x="1" y="12909"/>
                  </a:cubicBezTo>
                  <a:lnTo>
                    <a:pt x="1" y="13663"/>
                  </a:lnTo>
                  <a:cubicBezTo>
                    <a:pt x="4" y="13663"/>
                    <a:pt x="7" y="13663"/>
                    <a:pt x="10" y="13663"/>
                  </a:cubicBezTo>
                  <a:cubicBezTo>
                    <a:pt x="1408" y="13663"/>
                    <a:pt x="2547" y="12521"/>
                    <a:pt x="2542" y="11122"/>
                  </a:cubicBezTo>
                  <a:lnTo>
                    <a:pt x="2542" y="8883"/>
                  </a:lnTo>
                  <a:cubicBezTo>
                    <a:pt x="2552" y="7691"/>
                    <a:pt x="2989" y="6539"/>
                    <a:pt x="3777" y="5645"/>
                  </a:cubicBezTo>
                  <a:cubicBezTo>
                    <a:pt x="4641" y="4646"/>
                    <a:pt x="4853" y="3229"/>
                    <a:pt x="4310" y="2023"/>
                  </a:cubicBezTo>
                  <a:cubicBezTo>
                    <a:pt x="3772" y="812"/>
                    <a:pt x="2581" y="24"/>
                    <a:pt x="12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0"/>
            <p:cNvSpPr/>
            <p:nvPr/>
          </p:nvSpPr>
          <p:spPr>
            <a:xfrm>
              <a:off x="7090471" y="2908964"/>
              <a:ext cx="328742" cy="368588"/>
            </a:xfrm>
            <a:custGeom>
              <a:rect b="b" l="l" r="r" t="t"/>
              <a:pathLst>
                <a:path extrusionOk="0" h="14079" w="12557">
                  <a:moveTo>
                    <a:pt x="8919" y="1"/>
                  </a:moveTo>
                  <a:cubicBezTo>
                    <a:pt x="8247" y="1"/>
                    <a:pt x="7558" y="193"/>
                    <a:pt x="6927" y="617"/>
                  </a:cubicBezTo>
                  <a:cubicBezTo>
                    <a:pt x="6786" y="711"/>
                    <a:pt x="6624" y="758"/>
                    <a:pt x="6461" y="758"/>
                  </a:cubicBezTo>
                  <a:cubicBezTo>
                    <a:pt x="6299" y="758"/>
                    <a:pt x="6137" y="711"/>
                    <a:pt x="5995" y="617"/>
                  </a:cubicBezTo>
                  <a:cubicBezTo>
                    <a:pt x="5400" y="217"/>
                    <a:pt x="4696" y="2"/>
                    <a:pt x="3980" y="2"/>
                  </a:cubicBezTo>
                  <a:cubicBezTo>
                    <a:pt x="3957" y="2"/>
                    <a:pt x="3934" y="2"/>
                    <a:pt x="3911" y="2"/>
                  </a:cubicBezTo>
                  <a:cubicBezTo>
                    <a:pt x="1705" y="41"/>
                    <a:pt x="0" y="2083"/>
                    <a:pt x="428" y="4307"/>
                  </a:cubicBezTo>
                  <a:cubicBezTo>
                    <a:pt x="452" y="4418"/>
                    <a:pt x="539" y="4469"/>
                    <a:pt x="626" y="4469"/>
                  </a:cubicBezTo>
                  <a:cubicBezTo>
                    <a:pt x="741" y="4469"/>
                    <a:pt x="858" y="4381"/>
                    <a:pt x="836" y="4230"/>
                  </a:cubicBezTo>
                  <a:cubicBezTo>
                    <a:pt x="456" y="2270"/>
                    <a:pt x="1960" y="454"/>
                    <a:pt x="3920" y="420"/>
                  </a:cubicBezTo>
                  <a:cubicBezTo>
                    <a:pt x="3944" y="420"/>
                    <a:pt x="3967" y="420"/>
                    <a:pt x="3991" y="420"/>
                  </a:cubicBezTo>
                  <a:cubicBezTo>
                    <a:pt x="4624" y="420"/>
                    <a:pt x="5242" y="607"/>
                    <a:pt x="5770" y="963"/>
                  </a:cubicBezTo>
                  <a:cubicBezTo>
                    <a:pt x="5979" y="1105"/>
                    <a:pt x="6220" y="1176"/>
                    <a:pt x="6462" y="1176"/>
                  </a:cubicBezTo>
                  <a:cubicBezTo>
                    <a:pt x="6704" y="1176"/>
                    <a:pt x="6947" y="1105"/>
                    <a:pt x="7158" y="963"/>
                  </a:cubicBezTo>
                  <a:cubicBezTo>
                    <a:pt x="7716" y="586"/>
                    <a:pt x="8327" y="416"/>
                    <a:pt x="8923" y="416"/>
                  </a:cubicBezTo>
                  <a:cubicBezTo>
                    <a:pt x="10591" y="416"/>
                    <a:pt x="12149" y="1748"/>
                    <a:pt x="12149" y="3620"/>
                  </a:cubicBezTo>
                  <a:cubicBezTo>
                    <a:pt x="12149" y="4389"/>
                    <a:pt x="11871" y="5133"/>
                    <a:pt x="11366" y="5719"/>
                  </a:cubicBezTo>
                  <a:cubicBezTo>
                    <a:pt x="10550" y="6651"/>
                    <a:pt x="10093" y="7847"/>
                    <a:pt x="10089" y="9087"/>
                  </a:cubicBezTo>
                  <a:lnTo>
                    <a:pt x="10089" y="11326"/>
                  </a:lnTo>
                  <a:cubicBezTo>
                    <a:pt x="10089" y="12536"/>
                    <a:pt x="9161" y="13550"/>
                    <a:pt x="7956" y="13655"/>
                  </a:cubicBezTo>
                  <a:lnTo>
                    <a:pt x="7956" y="10826"/>
                  </a:lnTo>
                  <a:cubicBezTo>
                    <a:pt x="8004" y="9966"/>
                    <a:pt x="7321" y="9241"/>
                    <a:pt x="6457" y="9241"/>
                  </a:cubicBezTo>
                  <a:cubicBezTo>
                    <a:pt x="5597" y="9241"/>
                    <a:pt x="4910" y="9966"/>
                    <a:pt x="4958" y="10826"/>
                  </a:cubicBezTo>
                  <a:lnTo>
                    <a:pt x="4958" y="13655"/>
                  </a:lnTo>
                  <a:cubicBezTo>
                    <a:pt x="3752" y="13550"/>
                    <a:pt x="2830" y="12536"/>
                    <a:pt x="2825" y="11326"/>
                  </a:cubicBezTo>
                  <a:lnTo>
                    <a:pt x="2825" y="9087"/>
                  </a:lnTo>
                  <a:cubicBezTo>
                    <a:pt x="2820" y="7847"/>
                    <a:pt x="2364" y="6651"/>
                    <a:pt x="1547" y="5719"/>
                  </a:cubicBezTo>
                  <a:cubicBezTo>
                    <a:pt x="1403" y="5551"/>
                    <a:pt x="1278" y="5369"/>
                    <a:pt x="1172" y="5176"/>
                  </a:cubicBezTo>
                  <a:cubicBezTo>
                    <a:pt x="1129" y="5100"/>
                    <a:pt x="1064" y="5068"/>
                    <a:pt x="999" y="5068"/>
                  </a:cubicBezTo>
                  <a:cubicBezTo>
                    <a:pt x="859" y="5068"/>
                    <a:pt x="720" y="5214"/>
                    <a:pt x="812" y="5378"/>
                  </a:cubicBezTo>
                  <a:cubicBezTo>
                    <a:pt x="932" y="5594"/>
                    <a:pt x="1076" y="5796"/>
                    <a:pt x="1239" y="5983"/>
                  </a:cubicBezTo>
                  <a:cubicBezTo>
                    <a:pt x="1994" y="6843"/>
                    <a:pt x="2412" y="7944"/>
                    <a:pt x="2416" y="9087"/>
                  </a:cubicBezTo>
                  <a:lnTo>
                    <a:pt x="2416" y="11326"/>
                  </a:lnTo>
                  <a:cubicBezTo>
                    <a:pt x="2416" y="12844"/>
                    <a:pt x="3646" y="14073"/>
                    <a:pt x="5164" y="14073"/>
                  </a:cubicBezTo>
                  <a:cubicBezTo>
                    <a:pt x="5280" y="14073"/>
                    <a:pt x="5371" y="13982"/>
                    <a:pt x="5371" y="13872"/>
                  </a:cubicBezTo>
                  <a:lnTo>
                    <a:pt x="5371" y="10826"/>
                  </a:lnTo>
                  <a:cubicBezTo>
                    <a:pt x="5371" y="10230"/>
                    <a:pt x="5856" y="9740"/>
                    <a:pt x="6457" y="9740"/>
                  </a:cubicBezTo>
                  <a:cubicBezTo>
                    <a:pt x="7057" y="9740"/>
                    <a:pt x="7542" y="10230"/>
                    <a:pt x="7542" y="10826"/>
                  </a:cubicBezTo>
                  <a:lnTo>
                    <a:pt x="7542" y="13872"/>
                  </a:lnTo>
                  <a:cubicBezTo>
                    <a:pt x="7542" y="13987"/>
                    <a:pt x="7634" y="14078"/>
                    <a:pt x="7749" y="14078"/>
                  </a:cubicBezTo>
                  <a:cubicBezTo>
                    <a:pt x="9262" y="14073"/>
                    <a:pt x="10492" y="12844"/>
                    <a:pt x="10497" y="11330"/>
                  </a:cubicBezTo>
                  <a:lnTo>
                    <a:pt x="10497" y="9082"/>
                  </a:lnTo>
                  <a:cubicBezTo>
                    <a:pt x="10502" y="7944"/>
                    <a:pt x="10920" y="6843"/>
                    <a:pt x="11674" y="5983"/>
                  </a:cubicBezTo>
                  <a:cubicBezTo>
                    <a:pt x="12241" y="5325"/>
                    <a:pt x="12553" y="4485"/>
                    <a:pt x="12553" y="3615"/>
                  </a:cubicBezTo>
                  <a:cubicBezTo>
                    <a:pt x="12557" y="1505"/>
                    <a:pt x="10802" y="1"/>
                    <a:pt x="89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80"/>
          <p:cNvGrpSpPr/>
          <p:nvPr/>
        </p:nvGrpSpPr>
        <p:grpSpPr>
          <a:xfrm>
            <a:off x="7159769" y="3826599"/>
            <a:ext cx="195722" cy="339816"/>
            <a:chOff x="7159769" y="3826599"/>
            <a:chExt cx="195722" cy="339816"/>
          </a:xfrm>
        </p:grpSpPr>
        <p:sp>
          <p:nvSpPr>
            <p:cNvPr id="9534" name="Google Shape;9534;p80"/>
            <p:cNvSpPr/>
            <p:nvPr/>
          </p:nvSpPr>
          <p:spPr>
            <a:xfrm>
              <a:off x="7186054" y="3862099"/>
              <a:ext cx="143152" cy="128439"/>
            </a:xfrm>
            <a:custGeom>
              <a:rect b="b" l="l" r="r" t="t"/>
              <a:pathLst>
                <a:path extrusionOk="0" h="4906" w="5468">
                  <a:moveTo>
                    <a:pt x="1158" y="0"/>
                  </a:moveTo>
                  <a:cubicBezTo>
                    <a:pt x="447" y="423"/>
                    <a:pt x="5" y="1187"/>
                    <a:pt x="0" y="2018"/>
                  </a:cubicBezTo>
                  <a:cubicBezTo>
                    <a:pt x="0" y="2460"/>
                    <a:pt x="14" y="3406"/>
                    <a:pt x="58" y="3844"/>
                  </a:cubicBezTo>
                  <a:cubicBezTo>
                    <a:pt x="120" y="4444"/>
                    <a:pt x="625" y="4905"/>
                    <a:pt x="1230" y="4905"/>
                  </a:cubicBezTo>
                  <a:lnTo>
                    <a:pt x="4228" y="4905"/>
                  </a:lnTo>
                  <a:cubicBezTo>
                    <a:pt x="4833" y="4905"/>
                    <a:pt x="5337" y="4449"/>
                    <a:pt x="5400" y="3844"/>
                  </a:cubicBezTo>
                  <a:cubicBezTo>
                    <a:pt x="5448" y="3411"/>
                    <a:pt x="5467" y="2465"/>
                    <a:pt x="5462" y="2023"/>
                  </a:cubicBezTo>
                  <a:cubicBezTo>
                    <a:pt x="5453" y="1192"/>
                    <a:pt x="5016" y="423"/>
                    <a:pt x="4295" y="0"/>
                  </a:cubicBezTo>
                  <a:lnTo>
                    <a:pt x="4016" y="726"/>
                  </a:lnTo>
                  <a:cubicBezTo>
                    <a:pt x="3584" y="560"/>
                    <a:pt x="3158" y="477"/>
                    <a:pt x="2730" y="477"/>
                  </a:cubicBezTo>
                  <a:cubicBezTo>
                    <a:pt x="2302" y="477"/>
                    <a:pt x="1874" y="560"/>
                    <a:pt x="1436" y="726"/>
                  </a:cubicBezTo>
                  <a:lnTo>
                    <a:pt x="1158"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0"/>
            <p:cNvSpPr/>
            <p:nvPr/>
          </p:nvSpPr>
          <p:spPr>
            <a:xfrm>
              <a:off x="7277736" y="3862099"/>
              <a:ext cx="51470" cy="128439"/>
            </a:xfrm>
            <a:custGeom>
              <a:rect b="b" l="l" r="r" t="t"/>
              <a:pathLst>
                <a:path extrusionOk="0" h="4906" w="1966">
                  <a:moveTo>
                    <a:pt x="798" y="0"/>
                  </a:moveTo>
                  <a:lnTo>
                    <a:pt x="625" y="457"/>
                  </a:lnTo>
                  <a:cubicBezTo>
                    <a:pt x="1014" y="884"/>
                    <a:pt x="1230" y="1442"/>
                    <a:pt x="1230" y="2023"/>
                  </a:cubicBezTo>
                  <a:cubicBezTo>
                    <a:pt x="1230" y="2465"/>
                    <a:pt x="1216" y="3406"/>
                    <a:pt x="1172" y="3844"/>
                  </a:cubicBezTo>
                  <a:cubicBezTo>
                    <a:pt x="1110" y="4449"/>
                    <a:pt x="606" y="4905"/>
                    <a:pt x="0" y="4905"/>
                  </a:cubicBezTo>
                  <a:lnTo>
                    <a:pt x="730" y="4905"/>
                  </a:lnTo>
                  <a:cubicBezTo>
                    <a:pt x="1336" y="4905"/>
                    <a:pt x="1840" y="4449"/>
                    <a:pt x="1903" y="3844"/>
                  </a:cubicBezTo>
                  <a:cubicBezTo>
                    <a:pt x="1946" y="3411"/>
                    <a:pt x="1965" y="2465"/>
                    <a:pt x="1965" y="2023"/>
                  </a:cubicBezTo>
                  <a:cubicBezTo>
                    <a:pt x="1955" y="1192"/>
                    <a:pt x="1514" y="423"/>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0"/>
            <p:cNvSpPr/>
            <p:nvPr/>
          </p:nvSpPr>
          <p:spPr>
            <a:xfrm>
              <a:off x="7208438" y="3831495"/>
              <a:ext cx="98489" cy="49742"/>
            </a:xfrm>
            <a:custGeom>
              <a:rect b="b" l="l" r="r" t="t"/>
              <a:pathLst>
                <a:path extrusionOk="0" h="1900" w="3762">
                  <a:moveTo>
                    <a:pt x="1881" y="1"/>
                  </a:moveTo>
                  <a:cubicBezTo>
                    <a:pt x="1243" y="1"/>
                    <a:pt x="606" y="120"/>
                    <a:pt x="0" y="357"/>
                  </a:cubicBezTo>
                  <a:lnTo>
                    <a:pt x="586" y="1900"/>
                  </a:lnTo>
                  <a:cubicBezTo>
                    <a:pt x="1003" y="1731"/>
                    <a:pt x="1443" y="1647"/>
                    <a:pt x="1883" y="1647"/>
                  </a:cubicBezTo>
                  <a:cubicBezTo>
                    <a:pt x="2320" y="1647"/>
                    <a:pt x="2757" y="1730"/>
                    <a:pt x="3171" y="1895"/>
                  </a:cubicBezTo>
                  <a:lnTo>
                    <a:pt x="3762" y="357"/>
                  </a:lnTo>
                  <a:cubicBezTo>
                    <a:pt x="3156" y="120"/>
                    <a:pt x="2519" y="1"/>
                    <a:pt x="1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0"/>
            <p:cNvSpPr/>
            <p:nvPr/>
          </p:nvSpPr>
          <p:spPr>
            <a:xfrm>
              <a:off x="7274333" y="3835422"/>
              <a:ext cx="32463" cy="45684"/>
            </a:xfrm>
            <a:custGeom>
              <a:rect b="b" l="l" r="r" t="t"/>
              <a:pathLst>
                <a:path extrusionOk="0" h="1745" w="1240">
                  <a:moveTo>
                    <a:pt x="572" y="1"/>
                  </a:moveTo>
                  <a:lnTo>
                    <a:pt x="1" y="1500"/>
                  </a:lnTo>
                  <a:lnTo>
                    <a:pt x="649" y="1745"/>
                  </a:lnTo>
                  <a:lnTo>
                    <a:pt x="1240" y="207"/>
                  </a:lnTo>
                  <a:cubicBezTo>
                    <a:pt x="1024" y="121"/>
                    <a:pt x="798" y="54"/>
                    <a:pt x="57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0"/>
            <p:cNvSpPr/>
            <p:nvPr/>
          </p:nvSpPr>
          <p:spPr>
            <a:xfrm>
              <a:off x="7244645" y="3840631"/>
              <a:ext cx="25944" cy="22724"/>
            </a:xfrm>
            <a:custGeom>
              <a:rect b="b" l="l" r="r" t="t"/>
              <a:pathLst>
                <a:path extrusionOk="0" h="868" w="991">
                  <a:moveTo>
                    <a:pt x="493" y="0"/>
                  </a:moveTo>
                  <a:cubicBezTo>
                    <a:pt x="398" y="0"/>
                    <a:pt x="303" y="64"/>
                    <a:pt x="303" y="191"/>
                  </a:cubicBezTo>
                  <a:lnTo>
                    <a:pt x="303" y="244"/>
                  </a:lnTo>
                  <a:lnTo>
                    <a:pt x="251" y="244"/>
                  </a:lnTo>
                  <a:cubicBezTo>
                    <a:pt x="1" y="244"/>
                    <a:pt x="1" y="623"/>
                    <a:pt x="251" y="623"/>
                  </a:cubicBezTo>
                  <a:lnTo>
                    <a:pt x="303" y="623"/>
                  </a:lnTo>
                  <a:lnTo>
                    <a:pt x="303" y="676"/>
                  </a:lnTo>
                  <a:cubicBezTo>
                    <a:pt x="303" y="804"/>
                    <a:pt x="398" y="867"/>
                    <a:pt x="493" y="867"/>
                  </a:cubicBezTo>
                  <a:cubicBezTo>
                    <a:pt x="588" y="867"/>
                    <a:pt x="683" y="804"/>
                    <a:pt x="683" y="676"/>
                  </a:cubicBezTo>
                  <a:lnTo>
                    <a:pt x="683" y="623"/>
                  </a:lnTo>
                  <a:lnTo>
                    <a:pt x="741" y="623"/>
                  </a:lnTo>
                  <a:cubicBezTo>
                    <a:pt x="990" y="623"/>
                    <a:pt x="990" y="244"/>
                    <a:pt x="741" y="244"/>
                  </a:cubicBezTo>
                  <a:lnTo>
                    <a:pt x="683" y="244"/>
                  </a:lnTo>
                  <a:lnTo>
                    <a:pt x="683" y="191"/>
                  </a:lnTo>
                  <a:cubicBezTo>
                    <a:pt x="683" y="64"/>
                    <a:pt x="588" y="0"/>
                    <a:pt x="4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0"/>
            <p:cNvSpPr/>
            <p:nvPr/>
          </p:nvSpPr>
          <p:spPr>
            <a:xfrm>
              <a:off x="7165162" y="3986611"/>
              <a:ext cx="184909" cy="174751"/>
            </a:xfrm>
            <a:custGeom>
              <a:rect b="b" l="l" r="r" t="t"/>
              <a:pathLst>
                <a:path extrusionOk="0" h="6675" w="7063">
                  <a:moveTo>
                    <a:pt x="2864" y="0"/>
                  </a:moveTo>
                  <a:lnTo>
                    <a:pt x="2864" y="956"/>
                  </a:lnTo>
                  <a:lnTo>
                    <a:pt x="2700" y="956"/>
                  </a:lnTo>
                  <a:cubicBezTo>
                    <a:pt x="1725" y="956"/>
                    <a:pt x="870" y="1624"/>
                    <a:pt x="644" y="2575"/>
                  </a:cubicBezTo>
                  <a:lnTo>
                    <a:pt x="101" y="4780"/>
                  </a:lnTo>
                  <a:cubicBezTo>
                    <a:pt x="1" y="5184"/>
                    <a:pt x="183" y="5607"/>
                    <a:pt x="543" y="5813"/>
                  </a:cubicBezTo>
                  <a:cubicBezTo>
                    <a:pt x="1540" y="6387"/>
                    <a:pt x="2537" y="6674"/>
                    <a:pt x="3534" y="6674"/>
                  </a:cubicBezTo>
                  <a:cubicBezTo>
                    <a:pt x="4531" y="6674"/>
                    <a:pt x="5528" y="6387"/>
                    <a:pt x="6525" y="5813"/>
                  </a:cubicBezTo>
                  <a:cubicBezTo>
                    <a:pt x="6885" y="5607"/>
                    <a:pt x="7063" y="5184"/>
                    <a:pt x="6966" y="4780"/>
                  </a:cubicBezTo>
                  <a:lnTo>
                    <a:pt x="6683" y="3623"/>
                  </a:lnTo>
                  <a:lnTo>
                    <a:pt x="6544" y="3032"/>
                  </a:lnTo>
                  <a:lnTo>
                    <a:pt x="6433" y="2570"/>
                  </a:lnTo>
                  <a:cubicBezTo>
                    <a:pt x="6198" y="1619"/>
                    <a:pt x="5348" y="951"/>
                    <a:pt x="4372" y="951"/>
                  </a:cubicBezTo>
                  <a:lnTo>
                    <a:pt x="4214" y="951"/>
                  </a:lnTo>
                  <a:lnTo>
                    <a:pt x="4214" y="0"/>
                  </a:lnTo>
                  <a:cubicBezTo>
                    <a:pt x="4000" y="108"/>
                    <a:pt x="3768" y="162"/>
                    <a:pt x="3537" y="162"/>
                  </a:cubicBezTo>
                  <a:cubicBezTo>
                    <a:pt x="3306" y="162"/>
                    <a:pt x="3075" y="108"/>
                    <a:pt x="28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0"/>
            <p:cNvSpPr/>
            <p:nvPr/>
          </p:nvSpPr>
          <p:spPr>
            <a:xfrm>
              <a:off x="7240011" y="3986742"/>
              <a:ext cx="5917" cy="3796"/>
            </a:xfrm>
            <a:custGeom>
              <a:rect b="b" l="l" r="r" t="t"/>
              <a:pathLst>
                <a:path extrusionOk="0" h="145" w="226">
                  <a:moveTo>
                    <a:pt x="0" y="0"/>
                  </a:moveTo>
                  <a:lnTo>
                    <a:pt x="0" y="144"/>
                  </a:lnTo>
                  <a:cubicBezTo>
                    <a:pt x="77" y="130"/>
                    <a:pt x="154" y="115"/>
                    <a:pt x="226" y="91"/>
                  </a:cubicBezTo>
                  <a:cubicBezTo>
                    <a:pt x="149" y="67"/>
                    <a:pt x="72" y="34"/>
                    <a:pt x="0"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0"/>
            <p:cNvSpPr/>
            <p:nvPr/>
          </p:nvSpPr>
          <p:spPr>
            <a:xfrm>
              <a:off x="7245901" y="3986611"/>
              <a:ext cx="104170" cy="174725"/>
            </a:xfrm>
            <a:custGeom>
              <a:rect b="b" l="l" r="r" t="t"/>
              <a:pathLst>
                <a:path extrusionOk="0" h="6674" w="3979">
                  <a:moveTo>
                    <a:pt x="1130" y="0"/>
                  </a:moveTo>
                  <a:cubicBezTo>
                    <a:pt x="918" y="111"/>
                    <a:pt x="688" y="168"/>
                    <a:pt x="452" y="168"/>
                  </a:cubicBezTo>
                  <a:cubicBezTo>
                    <a:pt x="380" y="168"/>
                    <a:pt x="303" y="164"/>
                    <a:pt x="231" y="149"/>
                  </a:cubicBezTo>
                  <a:lnTo>
                    <a:pt x="231" y="956"/>
                  </a:lnTo>
                  <a:lnTo>
                    <a:pt x="390" y="956"/>
                  </a:lnTo>
                  <a:cubicBezTo>
                    <a:pt x="1370" y="956"/>
                    <a:pt x="2220" y="1624"/>
                    <a:pt x="2451" y="2575"/>
                  </a:cubicBezTo>
                  <a:lnTo>
                    <a:pt x="2561" y="3032"/>
                  </a:lnTo>
                  <a:lnTo>
                    <a:pt x="2705" y="3623"/>
                  </a:lnTo>
                  <a:lnTo>
                    <a:pt x="2989" y="4780"/>
                  </a:lnTo>
                  <a:cubicBezTo>
                    <a:pt x="3085" y="5189"/>
                    <a:pt x="2902" y="5607"/>
                    <a:pt x="2547" y="5813"/>
                  </a:cubicBezTo>
                  <a:cubicBezTo>
                    <a:pt x="1697" y="6303"/>
                    <a:pt x="851" y="6587"/>
                    <a:pt x="1" y="6654"/>
                  </a:cubicBezTo>
                  <a:cubicBezTo>
                    <a:pt x="153" y="6667"/>
                    <a:pt x="306" y="6674"/>
                    <a:pt x="458" y="6674"/>
                  </a:cubicBezTo>
                  <a:cubicBezTo>
                    <a:pt x="1453" y="6674"/>
                    <a:pt x="2445" y="6388"/>
                    <a:pt x="3441" y="5813"/>
                  </a:cubicBezTo>
                  <a:cubicBezTo>
                    <a:pt x="3801" y="5607"/>
                    <a:pt x="3979" y="5184"/>
                    <a:pt x="3882" y="4780"/>
                  </a:cubicBezTo>
                  <a:lnTo>
                    <a:pt x="3599" y="3623"/>
                  </a:lnTo>
                  <a:lnTo>
                    <a:pt x="3460" y="3032"/>
                  </a:lnTo>
                  <a:lnTo>
                    <a:pt x="3349" y="2575"/>
                  </a:lnTo>
                  <a:cubicBezTo>
                    <a:pt x="3119" y="1624"/>
                    <a:pt x="2264" y="956"/>
                    <a:pt x="1288" y="956"/>
                  </a:cubicBezTo>
                  <a:lnTo>
                    <a:pt x="1130" y="956"/>
                  </a:lnTo>
                  <a:lnTo>
                    <a:pt x="1130"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0"/>
            <p:cNvSpPr/>
            <p:nvPr/>
          </p:nvSpPr>
          <p:spPr>
            <a:xfrm>
              <a:off x="7224277" y="3986611"/>
              <a:ext cx="65188" cy="82650"/>
            </a:xfrm>
            <a:custGeom>
              <a:rect b="b" l="l" r="r" t="t"/>
              <a:pathLst>
                <a:path extrusionOk="0" h="3157" w="2490">
                  <a:moveTo>
                    <a:pt x="606" y="0"/>
                  </a:moveTo>
                  <a:lnTo>
                    <a:pt x="606" y="956"/>
                  </a:lnTo>
                  <a:lnTo>
                    <a:pt x="442" y="956"/>
                  </a:lnTo>
                  <a:cubicBezTo>
                    <a:pt x="294" y="956"/>
                    <a:pt x="149" y="971"/>
                    <a:pt x="1" y="1004"/>
                  </a:cubicBezTo>
                  <a:lnTo>
                    <a:pt x="58" y="1052"/>
                  </a:lnTo>
                  <a:lnTo>
                    <a:pt x="1274" y="3157"/>
                  </a:lnTo>
                  <a:lnTo>
                    <a:pt x="2489" y="1052"/>
                  </a:lnTo>
                  <a:lnTo>
                    <a:pt x="2489" y="990"/>
                  </a:lnTo>
                  <a:cubicBezTo>
                    <a:pt x="2364" y="966"/>
                    <a:pt x="2239" y="956"/>
                    <a:pt x="2114" y="956"/>
                  </a:cubicBezTo>
                  <a:lnTo>
                    <a:pt x="1956" y="956"/>
                  </a:lnTo>
                  <a:lnTo>
                    <a:pt x="1956" y="0"/>
                  </a:lnTo>
                  <a:cubicBezTo>
                    <a:pt x="1742" y="108"/>
                    <a:pt x="1510" y="162"/>
                    <a:pt x="1279" y="162"/>
                  </a:cubicBezTo>
                  <a:cubicBezTo>
                    <a:pt x="1048" y="162"/>
                    <a:pt x="817" y="108"/>
                    <a:pt x="60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0"/>
            <p:cNvSpPr/>
            <p:nvPr/>
          </p:nvSpPr>
          <p:spPr>
            <a:xfrm>
              <a:off x="7239880" y="3986742"/>
              <a:ext cx="35369" cy="17253"/>
            </a:xfrm>
            <a:custGeom>
              <a:rect b="b" l="l" r="r" t="t"/>
              <a:pathLst>
                <a:path extrusionOk="0" h="659" w="1351">
                  <a:moveTo>
                    <a:pt x="0" y="0"/>
                  </a:moveTo>
                  <a:lnTo>
                    <a:pt x="0" y="514"/>
                  </a:lnTo>
                  <a:cubicBezTo>
                    <a:pt x="216" y="610"/>
                    <a:pt x="447" y="658"/>
                    <a:pt x="677" y="658"/>
                  </a:cubicBezTo>
                  <a:cubicBezTo>
                    <a:pt x="907" y="658"/>
                    <a:pt x="1136" y="610"/>
                    <a:pt x="1350" y="514"/>
                  </a:cubicBezTo>
                  <a:lnTo>
                    <a:pt x="1350" y="0"/>
                  </a:lnTo>
                  <a:cubicBezTo>
                    <a:pt x="1144" y="106"/>
                    <a:pt x="913" y="163"/>
                    <a:pt x="678" y="163"/>
                  </a:cubicBezTo>
                  <a:cubicBezTo>
                    <a:pt x="442" y="163"/>
                    <a:pt x="212" y="106"/>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0"/>
            <p:cNvSpPr/>
            <p:nvPr/>
          </p:nvSpPr>
          <p:spPr>
            <a:xfrm>
              <a:off x="7213962" y="3888515"/>
              <a:ext cx="87441" cy="99379"/>
            </a:xfrm>
            <a:custGeom>
              <a:rect b="b" l="l" r="r" t="t"/>
              <a:pathLst>
                <a:path extrusionOk="0" h="3796" w="3340">
                  <a:moveTo>
                    <a:pt x="2292" y="0"/>
                  </a:moveTo>
                  <a:cubicBezTo>
                    <a:pt x="1615" y="457"/>
                    <a:pt x="817" y="706"/>
                    <a:pt x="1" y="716"/>
                  </a:cubicBezTo>
                  <a:lnTo>
                    <a:pt x="1" y="2104"/>
                  </a:lnTo>
                  <a:lnTo>
                    <a:pt x="1" y="2157"/>
                  </a:lnTo>
                  <a:cubicBezTo>
                    <a:pt x="15" y="3065"/>
                    <a:pt x="760" y="3795"/>
                    <a:pt x="1668" y="3795"/>
                  </a:cubicBezTo>
                  <a:cubicBezTo>
                    <a:pt x="2580" y="3795"/>
                    <a:pt x="3320" y="3065"/>
                    <a:pt x="3339" y="2157"/>
                  </a:cubicBezTo>
                  <a:lnTo>
                    <a:pt x="3339" y="716"/>
                  </a:lnTo>
                  <a:cubicBezTo>
                    <a:pt x="2753" y="476"/>
                    <a:pt x="2292" y="0"/>
                    <a:pt x="2292"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0"/>
            <p:cNvSpPr/>
            <p:nvPr/>
          </p:nvSpPr>
          <p:spPr>
            <a:xfrm>
              <a:off x="7260248" y="3888619"/>
              <a:ext cx="41286" cy="99903"/>
            </a:xfrm>
            <a:custGeom>
              <a:rect b="b" l="l" r="r" t="t"/>
              <a:pathLst>
                <a:path extrusionOk="0" h="3816" w="1577">
                  <a:moveTo>
                    <a:pt x="524" y="1"/>
                  </a:moveTo>
                  <a:cubicBezTo>
                    <a:pt x="361" y="116"/>
                    <a:pt x="183" y="217"/>
                    <a:pt x="0" y="299"/>
                  </a:cubicBezTo>
                  <a:cubicBezTo>
                    <a:pt x="270" y="544"/>
                    <a:pt x="582" y="741"/>
                    <a:pt x="913" y="885"/>
                  </a:cubicBezTo>
                  <a:lnTo>
                    <a:pt x="913" y="2326"/>
                  </a:lnTo>
                  <a:cubicBezTo>
                    <a:pt x="913" y="2955"/>
                    <a:pt x="563" y="3532"/>
                    <a:pt x="0" y="3815"/>
                  </a:cubicBezTo>
                  <a:cubicBezTo>
                    <a:pt x="884" y="3767"/>
                    <a:pt x="1571" y="3037"/>
                    <a:pt x="1576" y="2153"/>
                  </a:cubicBezTo>
                  <a:lnTo>
                    <a:pt x="1576" y="712"/>
                  </a:lnTo>
                  <a:cubicBezTo>
                    <a:pt x="981" y="472"/>
                    <a:pt x="524" y="1"/>
                    <a:pt x="52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0"/>
            <p:cNvSpPr/>
            <p:nvPr/>
          </p:nvSpPr>
          <p:spPr>
            <a:xfrm>
              <a:off x="7159769" y="3826599"/>
              <a:ext cx="195722" cy="339816"/>
            </a:xfrm>
            <a:custGeom>
              <a:rect b="b" l="l" r="r" t="t"/>
              <a:pathLst>
                <a:path extrusionOk="0" h="12980" w="7476">
                  <a:moveTo>
                    <a:pt x="3732" y="378"/>
                  </a:moveTo>
                  <a:cubicBezTo>
                    <a:pt x="4286" y="378"/>
                    <a:pt x="4840" y="472"/>
                    <a:pt x="5369" y="659"/>
                  </a:cubicBezTo>
                  <a:lnTo>
                    <a:pt x="5369" y="659"/>
                  </a:lnTo>
                  <a:lnTo>
                    <a:pt x="5131" y="1289"/>
                  </a:lnTo>
                  <a:lnTo>
                    <a:pt x="4915" y="1842"/>
                  </a:lnTo>
                  <a:cubicBezTo>
                    <a:pt x="4533" y="1709"/>
                    <a:pt x="4134" y="1643"/>
                    <a:pt x="3735" y="1643"/>
                  </a:cubicBezTo>
                  <a:cubicBezTo>
                    <a:pt x="3336" y="1643"/>
                    <a:pt x="2938" y="1709"/>
                    <a:pt x="2556" y="1842"/>
                  </a:cubicBezTo>
                  <a:lnTo>
                    <a:pt x="2104" y="655"/>
                  </a:lnTo>
                  <a:cubicBezTo>
                    <a:pt x="2631" y="471"/>
                    <a:pt x="3182" y="378"/>
                    <a:pt x="3732" y="378"/>
                  </a:cubicBezTo>
                  <a:close/>
                  <a:moveTo>
                    <a:pt x="2075" y="1649"/>
                  </a:moveTo>
                  <a:cubicBezTo>
                    <a:pt x="2282" y="2144"/>
                    <a:pt x="2239" y="2211"/>
                    <a:pt x="2392" y="2259"/>
                  </a:cubicBezTo>
                  <a:cubicBezTo>
                    <a:pt x="2407" y="2269"/>
                    <a:pt x="2426" y="2274"/>
                    <a:pt x="2445" y="2279"/>
                  </a:cubicBezTo>
                  <a:cubicBezTo>
                    <a:pt x="2465" y="2279"/>
                    <a:pt x="2489" y="2274"/>
                    <a:pt x="2508" y="2264"/>
                  </a:cubicBezTo>
                  <a:cubicBezTo>
                    <a:pt x="2902" y="2108"/>
                    <a:pt x="3317" y="2030"/>
                    <a:pt x="3733" y="2030"/>
                  </a:cubicBezTo>
                  <a:cubicBezTo>
                    <a:pt x="4148" y="2030"/>
                    <a:pt x="4564" y="2108"/>
                    <a:pt x="4958" y="2264"/>
                  </a:cubicBezTo>
                  <a:cubicBezTo>
                    <a:pt x="4979" y="2274"/>
                    <a:pt x="5003" y="2279"/>
                    <a:pt x="5028" y="2279"/>
                  </a:cubicBezTo>
                  <a:cubicBezTo>
                    <a:pt x="5053" y="2279"/>
                    <a:pt x="5078" y="2274"/>
                    <a:pt x="5102" y="2264"/>
                  </a:cubicBezTo>
                  <a:cubicBezTo>
                    <a:pt x="5145" y="2245"/>
                    <a:pt x="5184" y="2207"/>
                    <a:pt x="5203" y="2159"/>
                  </a:cubicBezTo>
                  <a:lnTo>
                    <a:pt x="5395" y="1654"/>
                  </a:lnTo>
                  <a:cubicBezTo>
                    <a:pt x="5943" y="2058"/>
                    <a:pt x="6269" y="2701"/>
                    <a:pt x="6269" y="3384"/>
                  </a:cubicBezTo>
                  <a:cubicBezTo>
                    <a:pt x="6269" y="3859"/>
                    <a:pt x="6255" y="4772"/>
                    <a:pt x="6212" y="5185"/>
                  </a:cubicBezTo>
                  <a:cubicBezTo>
                    <a:pt x="6159" y="5686"/>
                    <a:pt x="5741" y="6074"/>
                    <a:pt x="5236" y="6074"/>
                  </a:cubicBezTo>
                  <a:cubicBezTo>
                    <a:pt x="5233" y="6074"/>
                    <a:pt x="5230" y="6074"/>
                    <a:pt x="5227" y="6074"/>
                  </a:cubicBezTo>
                  <a:lnTo>
                    <a:pt x="4756" y="6074"/>
                  </a:lnTo>
                  <a:cubicBezTo>
                    <a:pt x="5280" y="5733"/>
                    <a:pt x="5592" y="5151"/>
                    <a:pt x="5592" y="4527"/>
                  </a:cubicBezTo>
                  <a:lnTo>
                    <a:pt x="5592" y="3086"/>
                  </a:lnTo>
                  <a:cubicBezTo>
                    <a:pt x="5582" y="3047"/>
                    <a:pt x="5568" y="3019"/>
                    <a:pt x="5549" y="2985"/>
                  </a:cubicBezTo>
                  <a:cubicBezTo>
                    <a:pt x="5530" y="2956"/>
                    <a:pt x="5501" y="2932"/>
                    <a:pt x="5477" y="2908"/>
                  </a:cubicBezTo>
                  <a:cubicBezTo>
                    <a:pt x="4934" y="2687"/>
                    <a:pt x="4497" y="2245"/>
                    <a:pt x="4492" y="2235"/>
                  </a:cubicBezTo>
                  <a:cubicBezTo>
                    <a:pt x="4456" y="2199"/>
                    <a:pt x="4408" y="2181"/>
                    <a:pt x="4360" y="2181"/>
                  </a:cubicBezTo>
                  <a:cubicBezTo>
                    <a:pt x="4319" y="2181"/>
                    <a:pt x="4277" y="2194"/>
                    <a:pt x="4242" y="2221"/>
                  </a:cubicBezTo>
                  <a:cubicBezTo>
                    <a:pt x="3598" y="2653"/>
                    <a:pt x="2839" y="2889"/>
                    <a:pt x="2066" y="2894"/>
                  </a:cubicBezTo>
                  <a:cubicBezTo>
                    <a:pt x="2037" y="2894"/>
                    <a:pt x="2023" y="2913"/>
                    <a:pt x="1999" y="2922"/>
                  </a:cubicBezTo>
                  <a:cubicBezTo>
                    <a:pt x="1975" y="2927"/>
                    <a:pt x="1950" y="2937"/>
                    <a:pt x="1931" y="2951"/>
                  </a:cubicBezTo>
                  <a:cubicBezTo>
                    <a:pt x="1917" y="2970"/>
                    <a:pt x="1917" y="2999"/>
                    <a:pt x="1907" y="3019"/>
                  </a:cubicBezTo>
                  <a:cubicBezTo>
                    <a:pt x="1893" y="3038"/>
                    <a:pt x="1883" y="3062"/>
                    <a:pt x="1878" y="3086"/>
                  </a:cubicBezTo>
                  <a:lnTo>
                    <a:pt x="1878" y="3629"/>
                  </a:lnTo>
                  <a:cubicBezTo>
                    <a:pt x="1878" y="3754"/>
                    <a:pt x="1973" y="3816"/>
                    <a:pt x="2068" y="3816"/>
                  </a:cubicBezTo>
                  <a:cubicBezTo>
                    <a:pt x="2163" y="3816"/>
                    <a:pt x="2258" y="3754"/>
                    <a:pt x="2258" y="3629"/>
                  </a:cubicBezTo>
                  <a:lnTo>
                    <a:pt x="2258" y="3259"/>
                  </a:lnTo>
                  <a:cubicBezTo>
                    <a:pt x="2993" y="3220"/>
                    <a:pt x="3709" y="2999"/>
                    <a:pt x="4338" y="2615"/>
                  </a:cubicBezTo>
                  <a:cubicBezTo>
                    <a:pt x="4602" y="2850"/>
                    <a:pt x="4895" y="3047"/>
                    <a:pt x="5217" y="3201"/>
                  </a:cubicBezTo>
                  <a:lnTo>
                    <a:pt x="5217" y="4522"/>
                  </a:lnTo>
                  <a:cubicBezTo>
                    <a:pt x="5217" y="5339"/>
                    <a:pt x="4554" y="6002"/>
                    <a:pt x="3733" y="6002"/>
                  </a:cubicBezTo>
                  <a:cubicBezTo>
                    <a:pt x="2916" y="6002"/>
                    <a:pt x="2253" y="5339"/>
                    <a:pt x="2253" y="4522"/>
                  </a:cubicBezTo>
                  <a:cubicBezTo>
                    <a:pt x="2253" y="4397"/>
                    <a:pt x="2158" y="4335"/>
                    <a:pt x="2063" y="4335"/>
                  </a:cubicBezTo>
                  <a:cubicBezTo>
                    <a:pt x="1969" y="4335"/>
                    <a:pt x="1874" y="4397"/>
                    <a:pt x="1874" y="4522"/>
                  </a:cubicBezTo>
                  <a:cubicBezTo>
                    <a:pt x="1878" y="5147"/>
                    <a:pt x="2191" y="5728"/>
                    <a:pt x="2710" y="6074"/>
                  </a:cubicBezTo>
                  <a:lnTo>
                    <a:pt x="2239" y="6074"/>
                  </a:lnTo>
                  <a:cubicBezTo>
                    <a:pt x="1729" y="6074"/>
                    <a:pt x="1307" y="5685"/>
                    <a:pt x="1259" y="5180"/>
                  </a:cubicBezTo>
                  <a:cubicBezTo>
                    <a:pt x="1215" y="4767"/>
                    <a:pt x="1196" y="3850"/>
                    <a:pt x="1196" y="3379"/>
                  </a:cubicBezTo>
                  <a:cubicBezTo>
                    <a:pt x="1201" y="2697"/>
                    <a:pt x="1523" y="2053"/>
                    <a:pt x="2075" y="1649"/>
                  </a:cubicBezTo>
                  <a:close/>
                  <a:moveTo>
                    <a:pt x="4218" y="6401"/>
                  </a:moveTo>
                  <a:lnTo>
                    <a:pt x="4218" y="7073"/>
                  </a:lnTo>
                  <a:cubicBezTo>
                    <a:pt x="4218" y="7174"/>
                    <a:pt x="4304" y="7260"/>
                    <a:pt x="4410" y="7260"/>
                  </a:cubicBezTo>
                  <a:lnTo>
                    <a:pt x="4569" y="7260"/>
                  </a:lnTo>
                  <a:cubicBezTo>
                    <a:pt x="4602" y="7260"/>
                    <a:pt x="4636" y="7265"/>
                    <a:pt x="4670" y="7270"/>
                  </a:cubicBezTo>
                  <a:lnTo>
                    <a:pt x="3733" y="8889"/>
                  </a:lnTo>
                  <a:lnTo>
                    <a:pt x="2796" y="7270"/>
                  </a:lnTo>
                  <a:cubicBezTo>
                    <a:pt x="2834" y="7265"/>
                    <a:pt x="2868" y="7260"/>
                    <a:pt x="2902" y="7260"/>
                  </a:cubicBezTo>
                  <a:lnTo>
                    <a:pt x="3060" y="7260"/>
                  </a:lnTo>
                  <a:cubicBezTo>
                    <a:pt x="3166" y="7260"/>
                    <a:pt x="3252" y="7174"/>
                    <a:pt x="3252" y="7073"/>
                  </a:cubicBezTo>
                  <a:lnTo>
                    <a:pt x="3252" y="6401"/>
                  </a:lnTo>
                  <a:cubicBezTo>
                    <a:pt x="3409" y="6449"/>
                    <a:pt x="3572" y="6473"/>
                    <a:pt x="3735" y="6473"/>
                  </a:cubicBezTo>
                  <a:cubicBezTo>
                    <a:pt x="3899" y="6473"/>
                    <a:pt x="4062" y="6449"/>
                    <a:pt x="4218" y="6401"/>
                  </a:cubicBezTo>
                  <a:close/>
                  <a:moveTo>
                    <a:pt x="3738" y="0"/>
                  </a:moveTo>
                  <a:cubicBezTo>
                    <a:pt x="3088" y="0"/>
                    <a:pt x="2436" y="124"/>
                    <a:pt x="1787" y="371"/>
                  </a:cubicBezTo>
                  <a:cubicBezTo>
                    <a:pt x="1739" y="391"/>
                    <a:pt x="1705" y="424"/>
                    <a:pt x="1681" y="472"/>
                  </a:cubicBezTo>
                  <a:cubicBezTo>
                    <a:pt x="1662" y="516"/>
                    <a:pt x="1662" y="568"/>
                    <a:pt x="1681" y="616"/>
                  </a:cubicBezTo>
                  <a:lnTo>
                    <a:pt x="1941" y="1299"/>
                  </a:lnTo>
                  <a:cubicBezTo>
                    <a:pt x="1244" y="1765"/>
                    <a:pt x="822" y="2543"/>
                    <a:pt x="817" y="3379"/>
                  </a:cubicBezTo>
                  <a:cubicBezTo>
                    <a:pt x="817" y="3797"/>
                    <a:pt x="836" y="4767"/>
                    <a:pt x="879" y="5224"/>
                  </a:cubicBezTo>
                  <a:cubicBezTo>
                    <a:pt x="951" y="5922"/>
                    <a:pt x="1532" y="6453"/>
                    <a:pt x="2234" y="6453"/>
                  </a:cubicBezTo>
                  <a:cubicBezTo>
                    <a:pt x="2237" y="6453"/>
                    <a:pt x="2240" y="6453"/>
                    <a:pt x="2244" y="6453"/>
                  </a:cubicBezTo>
                  <a:lnTo>
                    <a:pt x="2873" y="6453"/>
                  </a:lnTo>
                  <a:lnTo>
                    <a:pt x="2873" y="6881"/>
                  </a:lnTo>
                  <a:cubicBezTo>
                    <a:pt x="1816" y="6891"/>
                    <a:pt x="903" y="7616"/>
                    <a:pt x="658" y="8644"/>
                  </a:cubicBezTo>
                  <a:lnTo>
                    <a:pt x="115" y="10849"/>
                  </a:lnTo>
                  <a:cubicBezTo>
                    <a:pt x="0" y="11334"/>
                    <a:pt x="216" y="11843"/>
                    <a:pt x="649" y="12093"/>
                  </a:cubicBezTo>
                  <a:cubicBezTo>
                    <a:pt x="1672" y="12684"/>
                    <a:pt x="2704" y="12980"/>
                    <a:pt x="3735" y="12980"/>
                  </a:cubicBezTo>
                  <a:cubicBezTo>
                    <a:pt x="4767" y="12980"/>
                    <a:pt x="5799" y="12684"/>
                    <a:pt x="6822" y="12093"/>
                  </a:cubicBezTo>
                  <a:cubicBezTo>
                    <a:pt x="7259" y="11843"/>
                    <a:pt x="7475" y="11339"/>
                    <a:pt x="7355" y="10849"/>
                  </a:cubicBezTo>
                  <a:lnTo>
                    <a:pt x="7144" y="9984"/>
                  </a:lnTo>
                  <a:cubicBezTo>
                    <a:pt x="7114" y="9892"/>
                    <a:pt x="7040" y="9851"/>
                    <a:pt x="6965" y="9851"/>
                  </a:cubicBezTo>
                  <a:cubicBezTo>
                    <a:pt x="6857" y="9851"/>
                    <a:pt x="6748" y="9936"/>
                    <a:pt x="6774" y="10076"/>
                  </a:cubicBezTo>
                  <a:lnTo>
                    <a:pt x="6985" y="10940"/>
                  </a:lnTo>
                  <a:cubicBezTo>
                    <a:pt x="7062" y="11262"/>
                    <a:pt x="6918" y="11598"/>
                    <a:pt x="6630" y="11762"/>
                  </a:cubicBezTo>
                  <a:cubicBezTo>
                    <a:pt x="5657" y="12324"/>
                    <a:pt x="4696" y="12605"/>
                    <a:pt x="3735" y="12605"/>
                  </a:cubicBezTo>
                  <a:cubicBezTo>
                    <a:pt x="2774" y="12605"/>
                    <a:pt x="1814" y="12324"/>
                    <a:pt x="841" y="11762"/>
                  </a:cubicBezTo>
                  <a:cubicBezTo>
                    <a:pt x="553" y="11598"/>
                    <a:pt x="408" y="11262"/>
                    <a:pt x="485" y="10940"/>
                  </a:cubicBezTo>
                  <a:lnTo>
                    <a:pt x="1023" y="8730"/>
                  </a:lnTo>
                  <a:cubicBezTo>
                    <a:pt x="1191" y="8048"/>
                    <a:pt x="1720" y="7510"/>
                    <a:pt x="2397" y="7333"/>
                  </a:cubicBezTo>
                  <a:lnTo>
                    <a:pt x="3574" y="9365"/>
                  </a:lnTo>
                  <a:cubicBezTo>
                    <a:pt x="3610" y="9427"/>
                    <a:pt x="3674" y="9458"/>
                    <a:pt x="3738" y="9458"/>
                  </a:cubicBezTo>
                  <a:cubicBezTo>
                    <a:pt x="3801" y="9458"/>
                    <a:pt x="3865" y="9427"/>
                    <a:pt x="3901" y="9365"/>
                  </a:cubicBezTo>
                  <a:lnTo>
                    <a:pt x="5078" y="7333"/>
                  </a:lnTo>
                  <a:cubicBezTo>
                    <a:pt x="5755" y="7510"/>
                    <a:pt x="6284" y="8048"/>
                    <a:pt x="6452" y="8730"/>
                  </a:cubicBezTo>
                  <a:lnTo>
                    <a:pt x="6562" y="9192"/>
                  </a:lnTo>
                  <a:cubicBezTo>
                    <a:pt x="6590" y="9286"/>
                    <a:pt x="6664" y="9327"/>
                    <a:pt x="6738" y="9327"/>
                  </a:cubicBezTo>
                  <a:cubicBezTo>
                    <a:pt x="6847" y="9327"/>
                    <a:pt x="6958" y="9240"/>
                    <a:pt x="6932" y="9100"/>
                  </a:cubicBezTo>
                  <a:lnTo>
                    <a:pt x="6822" y="8644"/>
                  </a:lnTo>
                  <a:cubicBezTo>
                    <a:pt x="6572" y="7616"/>
                    <a:pt x="5659" y="6891"/>
                    <a:pt x="4602" y="6881"/>
                  </a:cubicBezTo>
                  <a:lnTo>
                    <a:pt x="4602" y="6453"/>
                  </a:lnTo>
                  <a:lnTo>
                    <a:pt x="5232" y="6453"/>
                  </a:lnTo>
                  <a:cubicBezTo>
                    <a:pt x="5235" y="6453"/>
                    <a:pt x="5238" y="6453"/>
                    <a:pt x="5241" y="6453"/>
                  </a:cubicBezTo>
                  <a:cubicBezTo>
                    <a:pt x="5943" y="6453"/>
                    <a:pt x="6524" y="5922"/>
                    <a:pt x="6596" y="5224"/>
                  </a:cubicBezTo>
                  <a:cubicBezTo>
                    <a:pt x="6639" y="4767"/>
                    <a:pt x="6658" y="3792"/>
                    <a:pt x="6654" y="3379"/>
                  </a:cubicBezTo>
                  <a:cubicBezTo>
                    <a:pt x="6649" y="2543"/>
                    <a:pt x="6226" y="1765"/>
                    <a:pt x="5530" y="1299"/>
                  </a:cubicBezTo>
                  <a:lnTo>
                    <a:pt x="5789" y="616"/>
                  </a:lnTo>
                  <a:cubicBezTo>
                    <a:pt x="5827" y="520"/>
                    <a:pt x="5779" y="410"/>
                    <a:pt x="5678" y="371"/>
                  </a:cubicBezTo>
                  <a:cubicBezTo>
                    <a:pt x="5037" y="124"/>
                    <a:pt x="4389" y="0"/>
                    <a:pt x="37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80"/>
          <p:cNvGrpSpPr/>
          <p:nvPr/>
        </p:nvGrpSpPr>
        <p:grpSpPr>
          <a:xfrm>
            <a:off x="4959157" y="2908885"/>
            <a:ext cx="191454" cy="369531"/>
            <a:chOff x="4959157" y="2908885"/>
            <a:chExt cx="191454" cy="369531"/>
          </a:xfrm>
        </p:grpSpPr>
        <p:sp>
          <p:nvSpPr>
            <p:cNvPr id="9548" name="Google Shape;9548;p80"/>
            <p:cNvSpPr/>
            <p:nvPr/>
          </p:nvSpPr>
          <p:spPr>
            <a:xfrm>
              <a:off x="4989473" y="2947867"/>
              <a:ext cx="130952" cy="325287"/>
            </a:xfrm>
            <a:custGeom>
              <a:rect b="b" l="l" r="r" t="t"/>
              <a:pathLst>
                <a:path extrusionOk="0" h="12425" w="5002">
                  <a:moveTo>
                    <a:pt x="24" y="1"/>
                  </a:moveTo>
                  <a:lnTo>
                    <a:pt x="24" y="9907"/>
                  </a:lnTo>
                  <a:cubicBezTo>
                    <a:pt x="0" y="11290"/>
                    <a:pt x="1120" y="12424"/>
                    <a:pt x="2503" y="12424"/>
                  </a:cubicBezTo>
                  <a:cubicBezTo>
                    <a:pt x="3887" y="12424"/>
                    <a:pt x="5001" y="11290"/>
                    <a:pt x="4982" y="9907"/>
                  </a:cubicBezTo>
                  <a:lnTo>
                    <a:pt x="4982" y="9907"/>
                  </a:lnTo>
                  <a:lnTo>
                    <a:pt x="498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0"/>
            <p:cNvSpPr/>
            <p:nvPr/>
          </p:nvSpPr>
          <p:spPr>
            <a:xfrm>
              <a:off x="5040289" y="2947632"/>
              <a:ext cx="79509" cy="324370"/>
            </a:xfrm>
            <a:custGeom>
              <a:rect b="b" l="l" r="r" t="t"/>
              <a:pathLst>
                <a:path extrusionOk="0" h="12390" w="3037">
                  <a:moveTo>
                    <a:pt x="3036" y="0"/>
                  </a:moveTo>
                  <a:lnTo>
                    <a:pt x="1922" y="5"/>
                  </a:lnTo>
                  <a:lnTo>
                    <a:pt x="1922" y="9916"/>
                  </a:lnTo>
                  <a:cubicBezTo>
                    <a:pt x="1922" y="11069"/>
                    <a:pt x="1124" y="12068"/>
                    <a:pt x="0" y="12327"/>
                  </a:cubicBezTo>
                  <a:cubicBezTo>
                    <a:pt x="183" y="12371"/>
                    <a:pt x="370" y="12390"/>
                    <a:pt x="557" y="12390"/>
                  </a:cubicBezTo>
                  <a:cubicBezTo>
                    <a:pt x="1927" y="12390"/>
                    <a:pt x="3036" y="11280"/>
                    <a:pt x="3036" y="9911"/>
                  </a:cubicBezTo>
                  <a:lnTo>
                    <a:pt x="3036"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0"/>
            <p:cNvSpPr/>
            <p:nvPr/>
          </p:nvSpPr>
          <p:spPr>
            <a:xfrm>
              <a:off x="4989971" y="3065703"/>
              <a:ext cx="129827" cy="206298"/>
            </a:xfrm>
            <a:custGeom>
              <a:rect b="b" l="l" r="r" t="t"/>
              <a:pathLst>
                <a:path extrusionOk="0" h="7880" w="4959">
                  <a:moveTo>
                    <a:pt x="1264" y="1"/>
                  </a:moveTo>
                  <a:cubicBezTo>
                    <a:pt x="530" y="1"/>
                    <a:pt x="0" y="342"/>
                    <a:pt x="0" y="342"/>
                  </a:cubicBezTo>
                  <a:lnTo>
                    <a:pt x="0" y="5411"/>
                  </a:lnTo>
                  <a:cubicBezTo>
                    <a:pt x="5" y="6775"/>
                    <a:pt x="1110" y="7880"/>
                    <a:pt x="2479" y="7880"/>
                  </a:cubicBezTo>
                  <a:cubicBezTo>
                    <a:pt x="3849" y="7880"/>
                    <a:pt x="4958" y="6770"/>
                    <a:pt x="4958" y="5406"/>
                  </a:cubicBezTo>
                  <a:lnTo>
                    <a:pt x="4958" y="169"/>
                  </a:lnTo>
                  <a:cubicBezTo>
                    <a:pt x="4958" y="169"/>
                    <a:pt x="4357" y="644"/>
                    <a:pt x="3548" y="644"/>
                  </a:cubicBezTo>
                  <a:cubicBezTo>
                    <a:pt x="3218" y="644"/>
                    <a:pt x="2853" y="565"/>
                    <a:pt x="2479" y="342"/>
                  </a:cubicBezTo>
                  <a:cubicBezTo>
                    <a:pt x="2050" y="86"/>
                    <a:pt x="1632" y="1"/>
                    <a:pt x="12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0"/>
            <p:cNvSpPr/>
            <p:nvPr/>
          </p:nvSpPr>
          <p:spPr>
            <a:xfrm>
              <a:off x="5040289" y="3069997"/>
              <a:ext cx="79378" cy="202005"/>
            </a:xfrm>
            <a:custGeom>
              <a:rect b="b" l="l" r="r" t="t"/>
              <a:pathLst>
                <a:path extrusionOk="0" h="7716" w="3032">
                  <a:moveTo>
                    <a:pt x="3031" y="1"/>
                  </a:moveTo>
                  <a:cubicBezTo>
                    <a:pt x="2705" y="241"/>
                    <a:pt x="2320" y="395"/>
                    <a:pt x="1917" y="452"/>
                  </a:cubicBezTo>
                  <a:lnTo>
                    <a:pt x="1917" y="5242"/>
                  </a:lnTo>
                  <a:lnTo>
                    <a:pt x="1922" y="5242"/>
                  </a:lnTo>
                  <a:cubicBezTo>
                    <a:pt x="1922" y="6395"/>
                    <a:pt x="1124" y="7394"/>
                    <a:pt x="0" y="7653"/>
                  </a:cubicBezTo>
                  <a:cubicBezTo>
                    <a:pt x="19" y="7658"/>
                    <a:pt x="39" y="7663"/>
                    <a:pt x="58" y="7668"/>
                  </a:cubicBezTo>
                  <a:cubicBezTo>
                    <a:pt x="63" y="7673"/>
                    <a:pt x="72" y="7673"/>
                    <a:pt x="77" y="7673"/>
                  </a:cubicBezTo>
                  <a:lnTo>
                    <a:pt x="125" y="7682"/>
                  </a:lnTo>
                  <a:lnTo>
                    <a:pt x="149" y="7682"/>
                  </a:lnTo>
                  <a:cubicBezTo>
                    <a:pt x="159" y="7687"/>
                    <a:pt x="173" y="7687"/>
                    <a:pt x="192" y="7692"/>
                  </a:cubicBezTo>
                  <a:lnTo>
                    <a:pt x="216" y="7692"/>
                  </a:lnTo>
                  <a:cubicBezTo>
                    <a:pt x="231" y="7697"/>
                    <a:pt x="245" y="7697"/>
                    <a:pt x="255" y="7697"/>
                  </a:cubicBezTo>
                  <a:cubicBezTo>
                    <a:pt x="269" y="7701"/>
                    <a:pt x="274" y="7701"/>
                    <a:pt x="284" y="7701"/>
                  </a:cubicBezTo>
                  <a:cubicBezTo>
                    <a:pt x="298" y="7706"/>
                    <a:pt x="308" y="7706"/>
                    <a:pt x="322" y="7706"/>
                  </a:cubicBezTo>
                  <a:lnTo>
                    <a:pt x="351" y="7706"/>
                  </a:lnTo>
                  <a:cubicBezTo>
                    <a:pt x="365" y="7711"/>
                    <a:pt x="380" y="7711"/>
                    <a:pt x="394" y="7711"/>
                  </a:cubicBezTo>
                  <a:lnTo>
                    <a:pt x="418" y="7711"/>
                  </a:lnTo>
                  <a:cubicBezTo>
                    <a:pt x="437" y="7711"/>
                    <a:pt x="452" y="7716"/>
                    <a:pt x="466" y="7716"/>
                  </a:cubicBezTo>
                  <a:lnTo>
                    <a:pt x="557" y="7716"/>
                  </a:lnTo>
                  <a:cubicBezTo>
                    <a:pt x="1927" y="7716"/>
                    <a:pt x="3031" y="6606"/>
                    <a:pt x="3031" y="5237"/>
                  </a:cubicBezTo>
                  <a:lnTo>
                    <a:pt x="3031"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0"/>
            <p:cNvSpPr/>
            <p:nvPr/>
          </p:nvSpPr>
          <p:spPr>
            <a:xfrm>
              <a:off x="5012852" y="3097172"/>
              <a:ext cx="19164" cy="16389"/>
            </a:xfrm>
            <a:custGeom>
              <a:rect b="b" l="l" r="r" t="t"/>
              <a:pathLst>
                <a:path extrusionOk="0" h="626" w="732">
                  <a:moveTo>
                    <a:pt x="419" y="0"/>
                  </a:moveTo>
                  <a:cubicBezTo>
                    <a:pt x="140" y="0"/>
                    <a:pt x="1" y="337"/>
                    <a:pt x="198" y="534"/>
                  </a:cubicBezTo>
                  <a:cubicBezTo>
                    <a:pt x="262" y="597"/>
                    <a:pt x="340" y="626"/>
                    <a:pt x="417" y="626"/>
                  </a:cubicBezTo>
                  <a:cubicBezTo>
                    <a:pt x="577" y="626"/>
                    <a:pt x="731" y="501"/>
                    <a:pt x="731" y="313"/>
                  </a:cubicBezTo>
                  <a:cubicBezTo>
                    <a:pt x="731" y="140"/>
                    <a:pt x="592" y="0"/>
                    <a:pt x="419"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0"/>
            <p:cNvSpPr/>
            <p:nvPr/>
          </p:nvSpPr>
          <p:spPr>
            <a:xfrm>
              <a:off x="5078381" y="3120551"/>
              <a:ext cx="16624" cy="14163"/>
            </a:xfrm>
            <a:custGeom>
              <a:rect b="b" l="l" r="r" t="t"/>
              <a:pathLst>
                <a:path extrusionOk="0" h="541" w="635">
                  <a:moveTo>
                    <a:pt x="366" y="1"/>
                  </a:moveTo>
                  <a:cubicBezTo>
                    <a:pt x="121" y="1"/>
                    <a:pt x="1" y="289"/>
                    <a:pt x="174" y="462"/>
                  </a:cubicBezTo>
                  <a:cubicBezTo>
                    <a:pt x="228" y="516"/>
                    <a:pt x="295" y="540"/>
                    <a:pt x="361" y="540"/>
                  </a:cubicBezTo>
                  <a:cubicBezTo>
                    <a:pt x="500" y="540"/>
                    <a:pt x="635" y="433"/>
                    <a:pt x="635" y="270"/>
                  </a:cubicBezTo>
                  <a:cubicBezTo>
                    <a:pt x="635" y="121"/>
                    <a:pt x="515" y="1"/>
                    <a:pt x="366"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0"/>
            <p:cNvSpPr/>
            <p:nvPr/>
          </p:nvSpPr>
          <p:spPr>
            <a:xfrm>
              <a:off x="5029712" y="3222050"/>
              <a:ext cx="16624" cy="14242"/>
            </a:xfrm>
            <a:custGeom>
              <a:rect b="b" l="l" r="r" t="t"/>
              <a:pathLst>
                <a:path extrusionOk="0" h="544" w="635">
                  <a:moveTo>
                    <a:pt x="361" y="1"/>
                  </a:moveTo>
                  <a:cubicBezTo>
                    <a:pt x="121" y="1"/>
                    <a:pt x="1" y="294"/>
                    <a:pt x="169" y="462"/>
                  </a:cubicBezTo>
                  <a:cubicBezTo>
                    <a:pt x="225" y="518"/>
                    <a:pt x="294" y="544"/>
                    <a:pt x="362" y="544"/>
                  </a:cubicBezTo>
                  <a:cubicBezTo>
                    <a:pt x="502" y="544"/>
                    <a:pt x="635" y="436"/>
                    <a:pt x="635" y="274"/>
                  </a:cubicBezTo>
                  <a:cubicBezTo>
                    <a:pt x="635" y="121"/>
                    <a:pt x="510" y="1"/>
                    <a:pt x="361"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0"/>
            <p:cNvSpPr/>
            <p:nvPr/>
          </p:nvSpPr>
          <p:spPr>
            <a:xfrm>
              <a:off x="5078381" y="3191498"/>
              <a:ext cx="16624" cy="14242"/>
            </a:xfrm>
            <a:custGeom>
              <a:rect b="b" l="l" r="r" t="t"/>
              <a:pathLst>
                <a:path extrusionOk="0" h="544" w="635">
                  <a:moveTo>
                    <a:pt x="366" y="0"/>
                  </a:moveTo>
                  <a:cubicBezTo>
                    <a:pt x="121" y="0"/>
                    <a:pt x="1" y="293"/>
                    <a:pt x="174" y="461"/>
                  </a:cubicBezTo>
                  <a:cubicBezTo>
                    <a:pt x="228" y="518"/>
                    <a:pt x="296" y="543"/>
                    <a:pt x="363" y="543"/>
                  </a:cubicBezTo>
                  <a:cubicBezTo>
                    <a:pt x="502" y="543"/>
                    <a:pt x="635" y="435"/>
                    <a:pt x="635" y="269"/>
                  </a:cubicBezTo>
                  <a:cubicBezTo>
                    <a:pt x="635" y="120"/>
                    <a:pt x="515" y="0"/>
                    <a:pt x="36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0"/>
            <p:cNvSpPr/>
            <p:nvPr/>
          </p:nvSpPr>
          <p:spPr>
            <a:xfrm>
              <a:off x="5022931" y="3152385"/>
              <a:ext cx="20002" cy="17253"/>
            </a:xfrm>
            <a:custGeom>
              <a:rect b="b" l="l" r="r" t="t"/>
              <a:pathLst>
                <a:path extrusionOk="0" h="659" w="764">
                  <a:moveTo>
                    <a:pt x="437" y="0"/>
                  </a:moveTo>
                  <a:cubicBezTo>
                    <a:pt x="144" y="0"/>
                    <a:pt x="0" y="356"/>
                    <a:pt x="207" y="562"/>
                  </a:cubicBezTo>
                  <a:cubicBezTo>
                    <a:pt x="273" y="629"/>
                    <a:pt x="355" y="659"/>
                    <a:pt x="435" y="659"/>
                  </a:cubicBezTo>
                  <a:cubicBezTo>
                    <a:pt x="603" y="659"/>
                    <a:pt x="764" y="527"/>
                    <a:pt x="764" y="332"/>
                  </a:cubicBezTo>
                  <a:cubicBezTo>
                    <a:pt x="764" y="149"/>
                    <a:pt x="615" y="0"/>
                    <a:pt x="437"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0"/>
            <p:cNvSpPr/>
            <p:nvPr/>
          </p:nvSpPr>
          <p:spPr>
            <a:xfrm>
              <a:off x="4964576" y="2914304"/>
              <a:ext cx="180747" cy="33353"/>
            </a:xfrm>
            <a:custGeom>
              <a:rect b="b" l="l" r="r" t="t"/>
              <a:pathLst>
                <a:path extrusionOk="0" h="1274" w="6904">
                  <a:moveTo>
                    <a:pt x="432" y="0"/>
                  </a:moveTo>
                  <a:cubicBezTo>
                    <a:pt x="197" y="0"/>
                    <a:pt x="0" y="192"/>
                    <a:pt x="0" y="433"/>
                  </a:cubicBezTo>
                  <a:lnTo>
                    <a:pt x="0" y="846"/>
                  </a:lnTo>
                  <a:cubicBezTo>
                    <a:pt x="0" y="1081"/>
                    <a:pt x="197" y="1273"/>
                    <a:pt x="432" y="1273"/>
                  </a:cubicBezTo>
                  <a:lnTo>
                    <a:pt x="6471" y="1273"/>
                  </a:lnTo>
                  <a:cubicBezTo>
                    <a:pt x="6707" y="1273"/>
                    <a:pt x="6903" y="1081"/>
                    <a:pt x="6899" y="846"/>
                  </a:cubicBezTo>
                  <a:lnTo>
                    <a:pt x="6899" y="433"/>
                  </a:lnTo>
                  <a:cubicBezTo>
                    <a:pt x="6903" y="192"/>
                    <a:pt x="6707" y="0"/>
                    <a:pt x="6471"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0"/>
            <p:cNvSpPr/>
            <p:nvPr/>
          </p:nvSpPr>
          <p:spPr>
            <a:xfrm>
              <a:off x="5102649" y="2914304"/>
              <a:ext cx="42543" cy="33353"/>
            </a:xfrm>
            <a:custGeom>
              <a:rect b="b" l="l" r="r" t="t"/>
              <a:pathLst>
                <a:path extrusionOk="0" h="1274" w="1625">
                  <a:moveTo>
                    <a:pt x="1" y="0"/>
                  </a:moveTo>
                  <a:cubicBezTo>
                    <a:pt x="241" y="0"/>
                    <a:pt x="433" y="192"/>
                    <a:pt x="433" y="433"/>
                  </a:cubicBezTo>
                  <a:lnTo>
                    <a:pt x="433" y="846"/>
                  </a:lnTo>
                  <a:cubicBezTo>
                    <a:pt x="433" y="1081"/>
                    <a:pt x="241" y="1273"/>
                    <a:pt x="1" y="1273"/>
                  </a:cubicBezTo>
                  <a:lnTo>
                    <a:pt x="1192" y="1273"/>
                  </a:lnTo>
                  <a:cubicBezTo>
                    <a:pt x="1428" y="1273"/>
                    <a:pt x="1625" y="1081"/>
                    <a:pt x="1625" y="846"/>
                  </a:cubicBezTo>
                  <a:lnTo>
                    <a:pt x="1625" y="433"/>
                  </a:lnTo>
                  <a:cubicBezTo>
                    <a:pt x="1625" y="192"/>
                    <a:pt x="1433" y="0"/>
                    <a:pt x="1192"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0"/>
            <p:cNvSpPr/>
            <p:nvPr/>
          </p:nvSpPr>
          <p:spPr>
            <a:xfrm>
              <a:off x="4959157" y="2908885"/>
              <a:ext cx="191454" cy="369531"/>
            </a:xfrm>
            <a:custGeom>
              <a:rect b="b" l="l" r="r" t="t"/>
              <a:pathLst>
                <a:path extrusionOk="0" h="14115" w="7313">
                  <a:moveTo>
                    <a:pt x="2440" y="6191"/>
                  </a:moveTo>
                  <a:cubicBezTo>
                    <a:pt x="2775" y="6191"/>
                    <a:pt x="3158" y="6269"/>
                    <a:pt x="3551" y="6505"/>
                  </a:cubicBezTo>
                  <a:cubicBezTo>
                    <a:pt x="3926" y="6729"/>
                    <a:pt x="4329" y="6837"/>
                    <a:pt x="4734" y="6837"/>
                  </a:cubicBezTo>
                  <a:cubicBezTo>
                    <a:pt x="5137" y="6837"/>
                    <a:pt x="5543" y="6731"/>
                    <a:pt x="5929" y="6525"/>
                  </a:cubicBezTo>
                  <a:lnTo>
                    <a:pt x="5929" y="11391"/>
                  </a:lnTo>
                  <a:cubicBezTo>
                    <a:pt x="5953" y="12664"/>
                    <a:pt x="4929" y="13702"/>
                    <a:pt x="3656" y="13702"/>
                  </a:cubicBezTo>
                  <a:cubicBezTo>
                    <a:pt x="2388" y="13702"/>
                    <a:pt x="1365" y="12664"/>
                    <a:pt x="1384" y="11391"/>
                  </a:cubicBezTo>
                  <a:lnTo>
                    <a:pt x="1384" y="6452"/>
                  </a:lnTo>
                  <a:cubicBezTo>
                    <a:pt x="1550" y="6364"/>
                    <a:pt x="1943" y="6191"/>
                    <a:pt x="2440" y="6191"/>
                  </a:cubicBezTo>
                  <a:close/>
                  <a:moveTo>
                    <a:pt x="639" y="1"/>
                  </a:moveTo>
                  <a:cubicBezTo>
                    <a:pt x="284" y="1"/>
                    <a:pt x="0" y="289"/>
                    <a:pt x="0" y="640"/>
                  </a:cubicBezTo>
                  <a:lnTo>
                    <a:pt x="0" y="1053"/>
                  </a:lnTo>
                  <a:cubicBezTo>
                    <a:pt x="0" y="1408"/>
                    <a:pt x="284" y="1692"/>
                    <a:pt x="639" y="1692"/>
                  </a:cubicBezTo>
                  <a:lnTo>
                    <a:pt x="966" y="1692"/>
                  </a:lnTo>
                  <a:lnTo>
                    <a:pt x="966" y="11391"/>
                  </a:lnTo>
                  <a:cubicBezTo>
                    <a:pt x="947" y="12890"/>
                    <a:pt x="2153" y="14115"/>
                    <a:pt x="3652" y="14115"/>
                  </a:cubicBezTo>
                  <a:cubicBezTo>
                    <a:pt x="5155" y="14115"/>
                    <a:pt x="6361" y="12890"/>
                    <a:pt x="6342" y="11391"/>
                  </a:cubicBezTo>
                  <a:lnTo>
                    <a:pt x="6342" y="4353"/>
                  </a:lnTo>
                  <a:cubicBezTo>
                    <a:pt x="6339" y="4216"/>
                    <a:pt x="6236" y="4148"/>
                    <a:pt x="6133" y="4148"/>
                  </a:cubicBezTo>
                  <a:cubicBezTo>
                    <a:pt x="6031" y="4148"/>
                    <a:pt x="5929" y="4216"/>
                    <a:pt x="5929" y="4353"/>
                  </a:cubicBezTo>
                  <a:lnTo>
                    <a:pt x="5929" y="6044"/>
                  </a:lnTo>
                  <a:cubicBezTo>
                    <a:pt x="5758" y="6158"/>
                    <a:pt x="5303" y="6420"/>
                    <a:pt x="4731" y="6420"/>
                  </a:cubicBezTo>
                  <a:cubicBezTo>
                    <a:pt x="4432" y="6420"/>
                    <a:pt x="4101" y="6348"/>
                    <a:pt x="3762" y="6145"/>
                  </a:cubicBezTo>
                  <a:cubicBezTo>
                    <a:pt x="3353" y="5897"/>
                    <a:pt x="2890" y="5771"/>
                    <a:pt x="2424" y="5771"/>
                  </a:cubicBezTo>
                  <a:cubicBezTo>
                    <a:pt x="2069" y="5771"/>
                    <a:pt x="1714" y="5844"/>
                    <a:pt x="1379" y="5991"/>
                  </a:cubicBezTo>
                  <a:lnTo>
                    <a:pt x="1379" y="1692"/>
                  </a:lnTo>
                  <a:lnTo>
                    <a:pt x="5929" y="1692"/>
                  </a:lnTo>
                  <a:lnTo>
                    <a:pt x="5929" y="3243"/>
                  </a:lnTo>
                  <a:cubicBezTo>
                    <a:pt x="5929" y="3380"/>
                    <a:pt x="6031" y="3449"/>
                    <a:pt x="6133" y="3449"/>
                  </a:cubicBezTo>
                  <a:cubicBezTo>
                    <a:pt x="6235" y="3449"/>
                    <a:pt x="6337" y="3380"/>
                    <a:pt x="6337" y="3243"/>
                  </a:cubicBezTo>
                  <a:lnTo>
                    <a:pt x="6337" y="1692"/>
                  </a:lnTo>
                  <a:lnTo>
                    <a:pt x="6669" y="1692"/>
                  </a:lnTo>
                  <a:cubicBezTo>
                    <a:pt x="7019" y="1692"/>
                    <a:pt x="7307" y="1403"/>
                    <a:pt x="7307" y="1053"/>
                  </a:cubicBezTo>
                  <a:lnTo>
                    <a:pt x="7307" y="640"/>
                  </a:lnTo>
                  <a:cubicBezTo>
                    <a:pt x="7312" y="284"/>
                    <a:pt x="7024" y="1"/>
                    <a:pt x="6673" y="1"/>
                  </a:cubicBezTo>
                  <a:lnTo>
                    <a:pt x="2287" y="1"/>
                  </a:lnTo>
                  <a:cubicBezTo>
                    <a:pt x="2018" y="1"/>
                    <a:pt x="2018" y="414"/>
                    <a:pt x="2287" y="414"/>
                  </a:cubicBezTo>
                  <a:lnTo>
                    <a:pt x="6673" y="414"/>
                  </a:lnTo>
                  <a:cubicBezTo>
                    <a:pt x="6676" y="414"/>
                    <a:pt x="6679" y="414"/>
                    <a:pt x="6682" y="414"/>
                  </a:cubicBezTo>
                  <a:cubicBezTo>
                    <a:pt x="6803" y="414"/>
                    <a:pt x="6899" y="517"/>
                    <a:pt x="6899" y="640"/>
                  </a:cubicBezTo>
                  <a:lnTo>
                    <a:pt x="6899" y="1053"/>
                  </a:lnTo>
                  <a:cubicBezTo>
                    <a:pt x="6899" y="1178"/>
                    <a:pt x="6798" y="1279"/>
                    <a:pt x="6673" y="1279"/>
                  </a:cubicBezTo>
                  <a:lnTo>
                    <a:pt x="639" y="1279"/>
                  </a:lnTo>
                  <a:cubicBezTo>
                    <a:pt x="510" y="1279"/>
                    <a:pt x="409" y="1178"/>
                    <a:pt x="409" y="1053"/>
                  </a:cubicBezTo>
                  <a:lnTo>
                    <a:pt x="409" y="640"/>
                  </a:lnTo>
                  <a:cubicBezTo>
                    <a:pt x="409" y="517"/>
                    <a:pt x="505" y="414"/>
                    <a:pt x="631" y="414"/>
                  </a:cubicBezTo>
                  <a:cubicBezTo>
                    <a:pt x="634" y="414"/>
                    <a:pt x="637" y="414"/>
                    <a:pt x="639" y="414"/>
                  </a:cubicBezTo>
                  <a:lnTo>
                    <a:pt x="1177" y="414"/>
                  </a:lnTo>
                  <a:cubicBezTo>
                    <a:pt x="1451" y="409"/>
                    <a:pt x="1451" y="1"/>
                    <a:pt x="11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80"/>
          <p:cNvGrpSpPr/>
          <p:nvPr/>
        </p:nvGrpSpPr>
        <p:grpSpPr>
          <a:xfrm>
            <a:off x="7994230" y="2908911"/>
            <a:ext cx="295729" cy="368379"/>
            <a:chOff x="7994230" y="2908911"/>
            <a:chExt cx="295729" cy="368379"/>
          </a:xfrm>
        </p:grpSpPr>
        <p:sp>
          <p:nvSpPr>
            <p:cNvPr id="9561" name="Google Shape;9561;p80"/>
            <p:cNvSpPr/>
            <p:nvPr/>
          </p:nvSpPr>
          <p:spPr>
            <a:xfrm>
              <a:off x="8065309" y="3160684"/>
              <a:ext cx="162892" cy="81525"/>
            </a:xfrm>
            <a:custGeom>
              <a:rect b="b" l="l" r="r" t="t"/>
              <a:pathLst>
                <a:path extrusionOk="0" h="3114" w="6222">
                  <a:moveTo>
                    <a:pt x="3113" y="0"/>
                  </a:moveTo>
                  <a:cubicBezTo>
                    <a:pt x="1393" y="0"/>
                    <a:pt x="0" y="1393"/>
                    <a:pt x="0" y="3113"/>
                  </a:cubicBezTo>
                  <a:lnTo>
                    <a:pt x="6221" y="3113"/>
                  </a:lnTo>
                  <a:cubicBezTo>
                    <a:pt x="6221" y="1393"/>
                    <a:pt x="4828" y="0"/>
                    <a:pt x="3113"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0"/>
            <p:cNvSpPr/>
            <p:nvPr/>
          </p:nvSpPr>
          <p:spPr>
            <a:xfrm>
              <a:off x="8135105" y="3160684"/>
              <a:ext cx="93096" cy="81525"/>
            </a:xfrm>
            <a:custGeom>
              <a:rect b="b" l="l" r="r" t="t"/>
              <a:pathLst>
                <a:path extrusionOk="0" h="3114" w="3556">
                  <a:moveTo>
                    <a:pt x="442" y="0"/>
                  </a:moveTo>
                  <a:cubicBezTo>
                    <a:pt x="294" y="0"/>
                    <a:pt x="149" y="10"/>
                    <a:pt x="0" y="29"/>
                  </a:cubicBezTo>
                  <a:cubicBezTo>
                    <a:pt x="1538" y="250"/>
                    <a:pt x="2676" y="1562"/>
                    <a:pt x="2676" y="3113"/>
                  </a:cubicBezTo>
                  <a:lnTo>
                    <a:pt x="3555" y="3113"/>
                  </a:lnTo>
                  <a:cubicBezTo>
                    <a:pt x="3555" y="1393"/>
                    <a:pt x="2162" y="0"/>
                    <a:pt x="442"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0"/>
            <p:cNvSpPr/>
            <p:nvPr/>
          </p:nvSpPr>
          <p:spPr>
            <a:xfrm>
              <a:off x="7999283" y="3132384"/>
              <a:ext cx="102023" cy="23929"/>
            </a:xfrm>
            <a:custGeom>
              <a:rect b="b" l="l" r="r" t="t"/>
              <a:pathLst>
                <a:path extrusionOk="0" h="914" w="3897">
                  <a:moveTo>
                    <a:pt x="303" y="0"/>
                  </a:moveTo>
                  <a:cubicBezTo>
                    <a:pt x="135" y="0"/>
                    <a:pt x="0" y="135"/>
                    <a:pt x="0" y="303"/>
                  </a:cubicBezTo>
                  <a:lnTo>
                    <a:pt x="0" y="615"/>
                  </a:lnTo>
                  <a:cubicBezTo>
                    <a:pt x="0" y="779"/>
                    <a:pt x="135" y="913"/>
                    <a:pt x="303" y="913"/>
                  </a:cubicBezTo>
                  <a:lnTo>
                    <a:pt x="3598" y="913"/>
                  </a:lnTo>
                  <a:cubicBezTo>
                    <a:pt x="3762" y="913"/>
                    <a:pt x="3896" y="779"/>
                    <a:pt x="3896" y="615"/>
                  </a:cubicBezTo>
                  <a:lnTo>
                    <a:pt x="3896" y="303"/>
                  </a:lnTo>
                  <a:cubicBezTo>
                    <a:pt x="3896" y="135"/>
                    <a:pt x="3762" y="0"/>
                    <a:pt x="359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0"/>
            <p:cNvSpPr/>
            <p:nvPr/>
          </p:nvSpPr>
          <p:spPr>
            <a:xfrm>
              <a:off x="8070467" y="3132384"/>
              <a:ext cx="30840" cy="23798"/>
            </a:xfrm>
            <a:custGeom>
              <a:rect b="b" l="l" r="r" t="t"/>
              <a:pathLst>
                <a:path extrusionOk="0" h="909" w="1178">
                  <a:moveTo>
                    <a:pt x="0" y="0"/>
                  </a:moveTo>
                  <a:cubicBezTo>
                    <a:pt x="164" y="0"/>
                    <a:pt x="298" y="130"/>
                    <a:pt x="298" y="298"/>
                  </a:cubicBezTo>
                  <a:lnTo>
                    <a:pt x="298" y="611"/>
                  </a:lnTo>
                  <a:cubicBezTo>
                    <a:pt x="298" y="774"/>
                    <a:pt x="164" y="908"/>
                    <a:pt x="0" y="908"/>
                  </a:cubicBezTo>
                  <a:lnTo>
                    <a:pt x="879" y="908"/>
                  </a:lnTo>
                  <a:cubicBezTo>
                    <a:pt x="1043" y="908"/>
                    <a:pt x="1177" y="774"/>
                    <a:pt x="1177" y="611"/>
                  </a:cubicBezTo>
                  <a:lnTo>
                    <a:pt x="1177" y="298"/>
                  </a:lnTo>
                  <a:cubicBezTo>
                    <a:pt x="1177" y="130"/>
                    <a:pt x="1043" y="0"/>
                    <a:pt x="879"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0"/>
            <p:cNvSpPr/>
            <p:nvPr/>
          </p:nvSpPr>
          <p:spPr>
            <a:xfrm>
              <a:off x="8023159" y="3156286"/>
              <a:ext cx="65947" cy="52098"/>
            </a:xfrm>
            <a:custGeom>
              <a:rect b="b" l="l" r="r" t="t"/>
              <a:pathLst>
                <a:path extrusionOk="0" h="1990" w="2519">
                  <a:moveTo>
                    <a:pt x="1" y="0"/>
                  </a:moveTo>
                  <a:cubicBezTo>
                    <a:pt x="10" y="43"/>
                    <a:pt x="30" y="87"/>
                    <a:pt x="49" y="125"/>
                  </a:cubicBezTo>
                  <a:cubicBezTo>
                    <a:pt x="486" y="899"/>
                    <a:pt x="1120" y="1542"/>
                    <a:pt x="1889" y="1989"/>
                  </a:cubicBezTo>
                  <a:cubicBezTo>
                    <a:pt x="2043" y="1653"/>
                    <a:pt x="2254" y="1345"/>
                    <a:pt x="2518" y="1086"/>
                  </a:cubicBezTo>
                  <a:cubicBezTo>
                    <a:pt x="2033" y="817"/>
                    <a:pt x="1615" y="447"/>
                    <a:pt x="1284"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0"/>
            <p:cNvSpPr/>
            <p:nvPr/>
          </p:nvSpPr>
          <p:spPr>
            <a:xfrm>
              <a:off x="8126544" y="3186341"/>
              <a:ext cx="35369" cy="30264"/>
            </a:xfrm>
            <a:custGeom>
              <a:rect b="b" l="l" r="r" t="t"/>
              <a:pathLst>
                <a:path extrusionOk="0" h="1156" w="1351">
                  <a:moveTo>
                    <a:pt x="774" y="0"/>
                  </a:moveTo>
                  <a:cubicBezTo>
                    <a:pt x="260" y="0"/>
                    <a:pt x="1" y="625"/>
                    <a:pt x="366" y="985"/>
                  </a:cubicBezTo>
                  <a:cubicBezTo>
                    <a:pt x="482" y="1103"/>
                    <a:pt x="626" y="1156"/>
                    <a:pt x="768" y="1156"/>
                  </a:cubicBezTo>
                  <a:cubicBezTo>
                    <a:pt x="1065" y="1156"/>
                    <a:pt x="1351" y="925"/>
                    <a:pt x="1351" y="577"/>
                  </a:cubicBezTo>
                  <a:cubicBezTo>
                    <a:pt x="1351" y="260"/>
                    <a:pt x="1091" y="0"/>
                    <a:pt x="77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0"/>
            <p:cNvSpPr/>
            <p:nvPr/>
          </p:nvSpPr>
          <p:spPr>
            <a:xfrm>
              <a:off x="8198120" y="2986483"/>
              <a:ext cx="72597" cy="214467"/>
            </a:xfrm>
            <a:custGeom>
              <a:rect b="b" l="l" r="r" t="t"/>
              <a:pathLst>
                <a:path extrusionOk="0" h="8192" w="2773">
                  <a:moveTo>
                    <a:pt x="553" y="1"/>
                  </a:moveTo>
                  <a:lnTo>
                    <a:pt x="87" y="976"/>
                  </a:lnTo>
                  <a:cubicBezTo>
                    <a:pt x="2244" y="2571"/>
                    <a:pt x="2201" y="5818"/>
                    <a:pt x="0" y="7356"/>
                  </a:cubicBezTo>
                  <a:cubicBezTo>
                    <a:pt x="289" y="7591"/>
                    <a:pt x="534" y="7875"/>
                    <a:pt x="721" y="8192"/>
                  </a:cubicBezTo>
                  <a:cubicBezTo>
                    <a:pt x="1932" y="7303"/>
                    <a:pt x="2686" y="5919"/>
                    <a:pt x="2772" y="4416"/>
                  </a:cubicBezTo>
                  <a:lnTo>
                    <a:pt x="2763" y="3777"/>
                  </a:lnTo>
                  <a:cubicBezTo>
                    <a:pt x="2662" y="2311"/>
                    <a:pt x="1922" y="966"/>
                    <a:pt x="740" y="92"/>
                  </a:cubicBezTo>
                  <a:cubicBezTo>
                    <a:pt x="683" y="49"/>
                    <a:pt x="620" y="20"/>
                    <a:pt x="5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0"/>
            <p:cNvSpPr/>
            <p:nvPr/>
          </p:nvSpPr>
          <p:spPr>
            <a:xfrm>
              <a:off x="8208933" y="2986352"/>
              <a:ext cx="61785" cy="214467"/>
            </a:xfrm>
            <a:custGeom>
              <a:rect b="b" l="l" r="r" t="t"/>
              <a:pathLst>
                <a:path extrusionOk="0" h="8192" w="2360">
                  <a:moveTo>
                    <a:pt x="135" y="1"/>
                  </a:moveTo>
                  <a:lnTo>
                    <a:pt x="0" y="284"/>
                  </a:lnTo>
                  <a:cubicBezTo>
                    <a:pt x="515" y="717"/>
                    <a:pt x="932" y="1240"/>
                    <a:pt x="1240" y="1836"/>
                  </a:cubicBezTo>
                  <a:cubicBezTo>
                    <a:pt x="1552" y="2441"/>
                    <a:pt x="1735" y="3100"/>
                    <a:pt x="1783" y="3777"/>
                  </a:cubicBezTo>
                  <a:lnTo>
                    <a:pt x="1788" y="4416"/>
                  </a:lnTo>
                  <a:cubicBezTo>
                    <a:pt x="1716" y="5751"/>
                    <a:pt x="1110" y="7005"/>
                    <a:pt x="106" y="7894"/>
                  </a:cubicBezTo>
                  <a:cubicBezTo>
                    <a:pt x="178" y="7990"/>
                    <a:pt x="245" y="8091"/>
                    <a:pt x="308" y="8192"/>
                  </a:cubicBezTo>
                  <a:cubicBezTo>
                    <a:pt x="1523" y="7298"/>
                    <a:pt x="2273" y="5915"/>
                    <a:pt x="2359" y="4416"/>
                  </a:cubicBezTo>
                  <a:lnTo>
                    <a:pt x="2350" y="3782"/>
                  </a:lnTo>
                  <a:cubicBezTo>
                    <a:pt x="2249" y="2316"/>
                    <a:pt x="1509" y="967"/>
                    <a:pt x="327" y="92"/>
                  </a:cubicBezTo>
                  <a:cubicBezTo>
                    <a:pt x="270" y="54"/>
                    <a:pt x="202" y="20"/>
                    <a:pt x="13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0"/>
            <p:cNvSpPr/>
            <p:nvPr/>
          </p:nvSpPr>
          <p:spPr>
            <a:xfrm>
              <a:off x="8010226" y="3242183"/>
              <a:ext cx="272926" cy="29819"/>
            </a:xfrm>
            <a:custGeom>
              <a:rect b="b" l="l" r="r" t="t"/>
              <a:pathLst>
                <a:path extrusionOk="0" h="1139" w="10425">
                  <a:moveTo>
                    <a:pt x="452" y="0"/>
                  </a:moveTo>
                  <a:lnTo>
                    <a:pt x="0" y="1139"/>
                  </a:lnTo>
                  <a:lnTo>
                    <a:pt x="10425" y="1139"/>
                  </a:lnTo>
                  <a:lnTo>
                    <a:pt x="997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0"/>
            <p:cNvSpPr/>
            <p:nvPr/>
          </p:nvSpPr>
          <p:spPr>
            <a:xfrm>
              <a:off x="8250821" y="3242183"/>
              <a:ext cx="32463" cy="29950"/>
            </a:xfrm>
            <a:custGeom>
              <a:rect b="b" l="l" r="r" t="t"/>
              <a:pathLst>
                <a:path extrusionOk="0" h="1144" w="1240">
                  <a:moveTo>
                    <a:pt x="0" y="0"/>
                  </a:moveTo>
                  <a:lnTo>
                    <a:pt x="452" y="1144"/>
                  </a:lnTo>
                  <a:lnTo>
                    <a:pt x="1240" y="1144"/>
                  </a:lnTo>
                  <a:lnTo>
                    <a:pt x="7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0"/>
            <p:cNvSpPr/>
            <p:nvPr/>
          </p:nvSpPr>
          <p:spPr>
            <a:xfrm>
              <a:off x="8195738" y="2914331"/>
              <a:ext cx="56863" cy="55292"/>
            </a:xfrm>
            <a:custGeom>
              <a:rect b="b" l="l" r="r" t="t"/>
              <a:pathLst>
                <a:path extrusionOk="0" h="2112" w="2172">
                  <a:moveTo>
                    <a:pt x="517" y="0"/>
                  </a:moveTo>
                  <a:cubicBezTo>
                    <a:pt x="438" y="0"/>
                    <a:pt x="360" y="30"/>
                    <a:pt x="303" y="91"/>
                  </a:cubicBezTo>
                  <a:lnTo>
                    <a:pt x="120" y="268"/>
                  </a:lnTo>
                  <a:cubicBezTo>
                    <a:pt x="0" y="388"/>
                    <a:pt x="0" y="581"/>
                    <a:pt x="120" y="701"/>
                  </a:cubicBezTo>
                  <a:lnTo>
                    <a:pt x="1441" y="2022"/>
                  </a:lnTo>
                  <a:cubicBezTo>
                    <a:pt x="1501" y="2082"/>
                    <a:pt x="1579" y="2112"/>
                    <a:pt x="1657" y="2112"/>
                  </a:cubicBezTo>
                  <a:cubicBezTo>
                    <a:pt x="1736" y="2112"/>
                    <a:pt x="1814" y="2082"/>
                    <a:pt x="1874" y="2022"/>
                  </a:cubicBezTo>
                  <a:lnTo>
                    <a:pt x="2056" y="1839"/>
                  </a:lnTo>
                  <a:cubicBezTo>
                    <a:pt x="2171" y="1724"/>
                    <a:pt x="2171" y="1527"/>
                    <a:pt x="2056" y="1412"/>
                  </a:cubicBezTo>
                  <a:lnTo>
                    <a:pt x="735" y="91"/>
                  </a:lnTo>
                  <a:cubicBezTo>
                    <a:pt x="675" y="30"/>
                    <a:pt x="596" y="0"/>
                    <a:pt x="51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0"/>
            <p:cNvSpPr/>
            <p:nvPr/>
          </p:nvSpPr>
          <p:spPr>
            <a:xfrm>
              <a:off x="8220504" y="2938207"/>
              <a:ext cx="32228" cy="31416"/>
            </a:xfrm>
            <a:custGeom>
              <a:rect b="b" l="l" r="r" t="t"/>
              <a:pathLst>
                <a:path extrusionOk="0" h="1200" w="1231">
                  <a:moveTo>
                    <a:pt x="611" y="0"/>
                  </a:moveTo>
                  <a:cubicBezTo>
                    <a:pt x="731" y="120"/>
                    <a:pt x="731" y="312"/>
                    <a:pt x="611" y="432"/>
                  </a:cubicBezTo>
                  <a:lnTo>
                    <a:pt x="433" y="610"/>
                  </a:lnTo>
                  <a:cubicBezTo>
                    <a:pt x="373" y="670"/>
                    <a:pt x="295" y="700"/>
                    <a:pt x="217" y="700"/>
                  </a:cubicBezTo>
                  <a:cubicBezTo>
                    <a:pt x="139" y="700"/>
                    <a:pt x="61" y="670"/>
                    <a:pt x="1" y="610"/>
                  </a:cubicBezTo>
                  <a:lnTo>
                    <a:pt x="1" y="610"/>
                  </a:lnTo>
                  <a:lnTo>
                    <a:pt x="500" y="1110"/>
                  </a:lnTo>
                  <a:cubicBezTo>
                    <a:pt x="558" y="1170"/>
                    <a:pt x="636" y="1200"/>
                    <a:pt x="714" y="1200"/>
                  </a:cubicBezTo>
                  <a:cubicBezTo>
                    <a:pt x="793" y="1200"/>
                    <a:pt x="872" y="1170"/>
                    <a:pt x="932" y="1110"/>
                  </a:cubicBezTo>
                  <a:lnTo>
                    <a:pt x="1110" y="932"/>
                  </a:lnTo>
                  <a:cubicBezTo>
                    <a:pt x="1230" y="812"/>
                    <a:pt x="1230" y="615"/>
                    <a:pt x="1110" y="500"/>
                  </a:cubicBezTo>
                  <a:lnTo>
                    <a:pt x="611"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0"/>
            <p:cNvSpPr/>
            <p:nvPr/>
          </p:nvSpPr>
          <p:spPr>
            <a:xfrm>
              <a:off x="8057377" y="3030989"/>
              <a:ext cx="78383" cy="77179"/>
            </a:xfrm>
            <a:custGeom>
              <a:rect b="b" l="l" r="r" t="t"/>
              <a:pathLst>
                <a:path extrusionOk="0" h="2948" w="2994">
                  <a:moveTo>
                    <a:pt x="601" y="0"/>
                  </a:moveTo>
                  <a:cubicBezTo>
                    <a:pt x="541" y="0"/>
                    <a:pt x="481" y="23"/>
                    <a:pt x="433" y="69"/>
                  </a:cubicBezTo>
                  <a:lnTo>
                    <a:pt x="92" y="410"/>
                  </a:lnTo>
                  <a:cubicBezTo>
                    <a:pt x="1" y="506"/>
                    <a:pt x="1" y="650"/>
                    <a:pt x="92" y="746"/>
                  </a:cubicBezTo>
                  <a:lnTo>
                    <a:pt x="2225" y="2879"/>
                  </a:lnTo>
                  <a:cubicBezTo>
                    <a:pt x="2271" y="2925"/>
                    <a:pt x="2331" y="2947"/>
                    <a:pt x="2391" y="2947"/>
                  </a:cubicBezTo>
                  <a:cubicBezTo>
                    <a:pt x="2452" y="2947"/>
                    <a:pt x="2513" y="2925"/>
                    <a:pt x="2561" y="2879"/>
                  </a:cubicBezTo>
                  <a:lnTo>
                    <a:pt x="2902" y="2538"/>
                  </a:lnTo>
                  <a:cubicBezTo>
                    <a:pt x="2994" y="2442"/>
                    <a:pt x="2994" y="2293"/>
                    <a:pt x="2902" y="2202"/>
                  </a:cubicBezTo>
                  <a:lnTo>
                    <a:pt x="769" y="69"/>
                  </a:lnTo>
                  <a:cubicBezTo>
                    <a:pt x="721" y="23"/>
                    <a:pt x="661" y="0"/>
                    <a:pt x="60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0"/>
            <p:cNvSpPr/>
            <p:nvPr/>
          </p:nvSpPr>
          <p:spPr>
            <a:xfrm>
              <a:off x="8102668" y="3075652"/>
              <a:ext cx="33092" cy="32516"/>
            </a:xfrm>
            <a:custGeom>
              <a:rect b="b" l="l" r="r" t="t"/>
              <a:pathLst>
                <a:path extrusionOk="0" h="1242" w="1264">
                  <a:moveTo>
                    <a:pt x="677" y="1"/>
                  </a:moveTo>
                  <a:cubicBezTo>
                    <a:pt x="764" y="92"/>
                    <a:pt x="764" y="241"/>
                    <a:pt x="677" y="332"/>
                  </a:cubicBezTo>
                  <a:lnTo>
                    <a:pt x="332" y="678"/>
                  </a:lnTo>
                  <a:cubicBezTo>
                    <a:pt x="286" y="721"/>
                    <a:pt x="226" y="743"/>
                    <a:pt x="166" y="743"/>
                  </a:cubicBezTo>
                  <a:cubicBezTo>
                    <a:pt x="106" y="743"/>
                    <a:pt x="46" y="721"/>
                    <a:pt x="0" y="678"/>
                  </a:cubicBezTo>
                  <a:lnTo>
                    <a:pt x="0" y="678"/>
                  </a:lnTo>
                  <a:lnTo>
                    <a:pt x="495" y="1173"/>
                  </a:lnTo>
                  <a:cubicBezTo>
                    <a:pt x="541" y="1219"/>
                    <a:pt x="601" y="1241"/>
                    <a:pt x="661" y="1241"/>
                  </a:cubicBezTo>
                  <a:cubicBezTo>
                    <a:pt x="722" y="1241"/>
                    <a:pt x="783" y="1219"/>
                    <a:pt x="831" y="1173"/>
                  </a:cubicBezTo>
                  <a:lnTo>
                    <a:pt x="1172" y="832"/>
                  </a:lnTo>
                  <a:cubicBezTo>
                    <a:pt x="1264" y="736"/>
                    <a:pt x="1264" y="592"/>
                    <a:pt x="1172" y="496"/>
                  </a:cubicBezTo>
                  <a:lnTo>
                    <a:pt x="677"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0"/>
            <p:cNvSpPr/>
            <p:nvPr/>
          </p:nvSpPr>
          <p:spPr>
            <a:xfrm>
              <a:off x="8050203" y="3055546"/>
              <a:ext cx="31861" cy="31049"/>
            </a:xfrm>
            <a:custGeom>
              <a:rect b="b" l="l" r="r" t="t"/>
              <a:pathLst>
                <a:path extrusionOk="0" h="1186" w="1217">
                  <a:moveTo>
                    <a:pt x="558" y="0"/>
                  </a:moveTo>
                  <a:lnTo>
                    <a:pt x="126" y="437"/>
                  </a:lnTo>
                  <a:cubicBezTo>
                    <a:pt x="1" y="562"/>
                    <a:pt x="1" y="759"/>
                    <a:pt x="126" y="884"/>
                  </a:cubicBezTo>
                  <a:lnTo>
                    <a:pt x="332" y="1095"/>
                  </a:lnTo>
                  <a:cubicBezTo>
                    <a:pt x="395" y="1156"/>
                    <a:pt x="476" y="1186"/>
                    <a:pt x="558" y="1186"/>
                  </a:cubicBezTo>
                  <a:cubicBezTo>
                    <a:pt x="640" y="1186"/>
                    <a:pt x="721" y="1156"/>
                    <a:pt x="784" y="1095"/>
                  </a:cubicBezTo>
                  <a:lnTo>
                    <a:pt x="1216" y="658"/>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0"/>
            <p:cNvSpPr/>
            <p:nvPr/>
          </p:nvSpPr>
          <p:spPr>
            <a:xfrm>
              <a:off x="8078766" y="3084213"/>
              <a:ext cx="31835" cy="31023"/>
            </a:xfrm>
            <a:custGeom>
              <a:rect b="b" l="l" r="r" t="t"/>
              <a:pathLst>
                <a:path extrusionOk="0" h="1185" w="1216">
                  <a:moveTo>
                    <a:pt x="558" y="0"/>
                  </a:moveTo>
                  <a:lnTo>
                    <a:pt x="125" y="433"/>
                  </a:lnTo>
                  <a:cubicBezTo>
                    <a:pt x="0" y="558"/>
                    <a:pt x="0" y="755"/>
                    <a:pt x="125" y="880"/>
                  </a:cubicBezTo>
                  <a:lnTo>
                    <a:pt x="337" y="1091"/>
                  </a:lnTo>
                  <a:cubicBezTo>
                    <a:pt x="397" y="1153"/>
                    <a:pt x="477" y="1185"/>
                    <a:pt x="558" y="1185"/>
                  </a:cubicBezTo>
                  <a:cubicBezTo>
                    <a:pt x="639" y="1185"/>
                    <a:pt x="721" y="1153"/>
                    <a:pt x="783" y="1091"/>
                  </a:cubicBezTo>
                  <a:lnTo>
                    <a:pt x="1216" y="659"/>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0"/>
            <p:cNvSpPr/>
            <p:nvPr/>
          </p:nvSpPr>
          <p:spPr>
            <a:xfrm>
              <a:off x="8172333" y="2935798"/>
              <a:ext cx="60266" cy="60162"/>
            </a:xfrm>
            <a:custGeom>
              <a:rect b="b" l="l" r="r" t="t"/>
              <a:pathLst>
                <a:path extrusionOk="0" h="2298" w="2302">
                  <a:moveTo>
                    <a:pt x="1125" y="1"/>
                  </a:moveTo>
                  <a:lnTo>
                    <a:pt x="0" y="1125"/>
                  </a:lnTo>
                  <a:lnTo>
                    <a:pt x="1177" y="2297"/>
                  </a:lnTo>
                  <a:lnTo>
                    <a:pt x="2302" y="1173"/>
                  </a:lnTo>
                  <a:lnTo>
                    <a:pt x="1125"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0"/>
            <p:cNvSpPr/>
            <p:nvPr/>
          </p:nvSpPr>
          <p:spPr>
            <a:xfrm>
              <a:off x="8172333" y="2953417"/>
              <a:ext cx="60266" cy="42412"/>
            </a:xfrm>
            <a:custGeom>
              <a:rect b="b" l="l" r="r" t="t"/>
              <a:pathLst>
                <a:path extrusionOk="0" h="1620" w="2302">
                  <a:moveTo>
                    <a:pt x="0" y="447"/>
                  </a:moveTo>
                  <a:lnTo>
                    <a:pt x="678" y="1124"/>
                  </a:lnTo>
                  <a:lnTo>
                    <a:pt x="679" y="1123"/>
                  </a:lnTo>
                  <a:lnTo>
                    <a:pt x="0" y="447"/>
                  </a:lnTo>
                  <a:close/>
                  <a:moveTo>
                    <a:pt x="1802" y="0"/>
                  </a:moveTo>
                  <a:lnTo>
                    <a:pt x="679" y="1123"/>
                  </a:lnTo>
                  <a:lnTo>
                    <a:pt x="1177" y="1619"/>
                  </a:lnTo>
                  <a:lnTo>
                    <a:pt x="2302" y="495"/>
                  </a:lnTo>
                  <a:lnTo>
                    <a:pt x="18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0"/>
            <p:cNvSpPr/>
            <p:nvPr/>
          </p:nvSpPr>
          <p:spPr>
            <a:xfrm>
              <a:off x="8082536" y="2956559"/>
              <a:ext cx="127052" cy="127052"/>
            </a:xfrm>
            <a:custGeom>
              <a:rect b="b" l="l" r="r" t="t"/>
              <a:pathLst>
                <a:path extrusionOk="0" h="4853" w="4853">
                  <a:moveTo>
                    <a:pt x="3099" y="0"/>
                  </a:moveTo>
                  <a:lnTo>
                    <a:pt x="0" y="3104"/>
                  </a:lnTo>
                  <a:lnTo>
                    <a:pt x="1749" y="4852"/>
                  </a:lnTo>
                  <a:lnTo>
                    <a:pt x="4852" y="1749"/>
                  </a:lnTo>
                  <a:lnTo>
                    <a:pt x="3099"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0"/>
            <p:cNvSpPr/>
            <p:nvPr/>
          </p:nvSpPr>
          <p:spPr>
            <a:xfrm>
              <a:off x="8115365" y="2989389"/>
              <a:ext cx="94222" cy="94222"/>
            </a:xfrm>
            <a:custGeom>
              <a:rect b="b" l="l" r="r" t="t"/>
              <a:pathLst>
                <a:path extrusionOk="0" h="3599" w="3599">
                  <a:moveTo>
                    <a:pt x="3104" y="0"/>
                  </a:moveTo>
                  <a:lnTo>
                    <a:pt x="0" y="3099"/>
                  </a:lnTo>
                  <a:lnTo>
                    <a:pt x="495" y="3598"/>
                  </a:lnTo>
                  <a:lnTo>
                    <a:pt x="3598" y="495"/>
                  </a:lnTo>
                  <a:lnTo>
                    <a:pt x="31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0"/>
            <p:cNvSpPr/>
            <p:nvPr/>
          </p:nvSpPr>
          <p:spPr>
            <a:xfrm>
              <a:off x="8119266" y="3180922"/>
              <a:ext cx="47936" cy="41181"/>
            </a:xfrm>
            <a:custGeom>
              <a:rect b="b" l="l" r="r" t="t"/>
              <a:pathLst>
                <a:path extrusionOk="0" h="1573" w="1831">
                  <a:moveTo>
                    <a:pt x="1047" y="413"/>
                  </a:moveTo>
                  <a:cubicBezTo>
                    <a:pt x="1239" y="413"/>
                    <a:pt x="1422" y="560"/>
                    <a:pt x="1422" y="784"/>
                  </a:cubicBezTo>
                  <a:cubicBezTo>
                    <a:pt x="1417" y="990"/>
                    <a:pt x="1254" y="1159"/>
                    <a:pt x="1047" y="1159"/>
                  </a:cubicBezTo>
                  <a:cubicBezTo>
                    <a:pt x="716" y="1159"/>
                    <a:pt x="553" y="755"/>
                    <a:pt x="783" y="524"/>
                  </a:cubicBezTo>
                  <a:cubicBezTo>
                    <a:pt x="860" y="448"/>
                    <a:pt x="955" y="413"/>
                    <a:pt x="1047" y="413"/>
                  </a:cubicBezTo>
                  <a:close/>
                  <a:moveTo>
                    <a:pt x="1047" y="1"/>
                  </a:moveTo>
                  <a:cubicBezTo>
                    <a:pt x="351" y="1"/>
                    <a:pt x="0" y="846"/>
                    <a:pt x="495" y="1341"/>
                  </a:cubicBezTo>
                  <a:cubicBezTo>
                    <a:pt x="655" y="1501"/>
                    <a:pt x="851" y="1573"/>
                    <a:pt x="1043" y="1573"/>
                  </a:cubicBezTo>
                  <a:cubicBezTo>
                    <a:pt x="1445" y="1573"/>
                    <a:pt x="1831" y="1259"/>
                    <a:pt x="1831" y="784"/>
                  </a:cubicBezTo>
                  <a:cubicBezTo>
                    <a:pt x="1831" y="351"/>
                    <a:pt x="1480" y="1"/>
                    <a:pt x="104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0"/>
            <p:cNvSpPr/>
            <p:nvPr/>
          </p:nvSpPr>
          <p:spPr>
            <a:xfrm>
              <a:off x="7994230" y="2908911"/>
              <a:ext cx="295729" cy="368379"/>
            </a:xfrm>
            <a:custGeom>
              <a:rect b="b" l="l" r="r" t="t"/>
              <a:pathLst>
                <a:path extrusionOk="0" h="14071" w="11296">
                  <a:moveTo>
                    <a:pt x="8213" y="416"/>
                  </a:moveTo>
                  <a:cubicBezTo>
                    <a:pt x="8239" y="416"/>
                    <a:pt x="8264" y="425"/>
                    <a:pt x="8283" y="442"/>
                  </a:cubicBezTo>
                  <a:lnTo>
                    <a:pt x="9604" y="1763"/>
                  </a:lnTo>
                  <a:cubicBezTo>
                    <a:pt x="9643" y="1806"/>
                    <a:pt x="9643" y="1868"/>
                    <a:pt x="9604" y="1907"/>
                  </a:cubicBezTo>
                  <a:lnTo>
                    <a:pt x="9427" y="2085"/>
                  </a:lnTo>
                  <a:cubicBezTo>
                    <a:pt x="9405" y="2104"/>
                    <a:pt x="9380" y="2113"/>
                    <a:pt x="9354" y="2113"/>
                  </a:cubicBezTo>
                  <a:cubicBezTo>
                    <a:pt x="9329" y="2113"/>
                    <a:pt x="9304" y="2104"/>
                    <a:pt x="9282" y="2085"/>
                  </a:cubicBezTo>
                  <a:lnTo>
                    <a:pt x="7961" y="764"/>
                  </a:lnTo>
                  <a:cubicBezTo>
                    <a:pt x="7923" y="725"/>
                    <a:pt x="7923" y="663"/>
                    <a:pt x="7961" y="624"/>
                  </a:cubicBezTo>
                  <a:lnTo>
                    <a:pt x="8144" y="442"/>
                  </a:lnTo>
                  <a:cubicBezTo>
                    <a:pt x="8163" y="425"/>
                    <a:pt x="8188" y="416"/>
                    <a:pt x="8213" y="416"/>
                  </a:cubicBezTo>
                  <a:close/>
                  <a:moveTo>
                    <a:pt x="7928" y="1311"/>
                  </a:moveTo>
                  <a:lnTo>
                    <a:pt x="8812" y="2200"/>
                  </a:lnTo>
                  <a:lnTo>
                    <a:pt x="7980" y="3031"/>
                  </a:lnTo>
                  <a:lnTo>
                    <a:pt x="7092" y="2152"/>
                  </a:lnTo>
                  <a:lnTo>
                    <a:pt x="7928" y="1311"/>
                  </a:lnTo>
                  <a:close/>
                  <a:moveTo>
                    <a:pt x="2696" y="5894"/>
                  </a:moveTo>
                  <a:lnTo>
                    <a:pt x="3061" y="6259"/>
                  </a:lnTo>
                  <a:lnTo>
                    <a:pt x="2768" y="6552"/>
                  </a:lnTo>
                  <a:cubicBezTo>
                    <a:pt x="2749" y="6574"/>
                    <a:pt x="2721" y="6585"/>
                    <a:pt x="2693" y="6585"/>
                  </a:cubicBezTo>
                  <a:cubicBezTo>
                    <a:pt x="2665" y="6585"/>
                    <a:pt x="2636" y="6574"/>
                    <a:pt x="2614" y="6552"/>
                  </a:cubicBezTo>
                  <a:lnTo>
                    <a:pt x="2403" y="6341"/>
                  </a:lnTo>
                  <a:cubicBezTo>
                    <a:pt x="2360" y="6298"/>
                    <a:pt x="2360" y="6226"/>
                    <a:pt x="2403" y="6182"/>
                  </a:cubicBezTo>
                  <a:lnTo>
                    <a:pt x="2696" y="5894"/>
                  </a:lnTo>
                  <a:close/>
                  <a:moveTo>
                    <a:pt x="3022" y="4867"/>
                  </a:moveTo>
                  <a:cubicBezTo>
                    <a:pt x="3027" y="4867"/>
                    <a:pt x="3032" y="4871"/>
                    <a:pt x="3037" y="4876"/>
                  </a:cubicBezTo>
                  <a:lnTo>
                    <a:pt x="3229" y="5068"/>
                  </a:lnTo>
                  <a:cubicBezTo>
                    <a:pt x="5281" y="7119"/>
                    <a:pt x="5199" y="7018"/>
                    <a:pt x="5170" y="7052"/>
                  </a:cubicBezTo>
                  <a:lnTo>
                    <a:pt x="4824" y="7398"/>
                  </a:lnTo>
                  <a:cubicBezTo>
                    <a:pt x="4820" y="7403"/>
                    <a:pt x="4818" y="7408"/>
                    <a:pt x="4812" y="7408"/>
                  </a:cubicBezTo>
                  <a:cubicBezTo>
                    <a:pt x="4776" y="7408"/>
                    <a:pt x="4591" y="7186"/>
                    <a:pt x="2653" y="5260"/>
                  </a:cubicBezTo>
                  <a:cubicBezTo>
                    <a:pt x="2638" y="5250"/>
                    <a:pt x="2638" y="5231"/>
                    <a:pt x="2653" y="5222"/>
                  </a:cubicBezTo>
                  <a:cubicBezTo>
                    <a:pt x="2937" y="4937"/>
                    <a:pt x="2994" y="4867"/>
                    <a:pt x="3022" y="4867"/>
                  </a:cubicBezTo>
                  <a:close/>
                  <a:moveTo>
                    <a:pt x="3787" y="6985"/>
                  </a:moveTo>
                  <a:lnTo>
                    <a:pt x="4156" y="7355"/>
                  </a:lnTo>
                  <a:lnTo>
                    <a:pt x="3868" y="7643"/>
                  </a:lnTo>
                  <a:cubicBezTo>
                    <a:pt x="3844" y="7664"/>
                    <a:pt x="3815" y="7675"/>
                    <a:pt x="3787" y="7675"/>
                  </a:cubicBezTo>
                  <a:cubicBezTo>
                    <a:pt x="3759" y="7675"/>
                    <a:pt x="3731" y="7664"/>
                    <a:pt x="3710" y="7643"/>
                  </a:cubicBezTo>
                  <a:lnTo>
                    <a:pt x="3498" y="7431"/>
                  </a:lnTo>
                  <a:cubicBezTo>
                    <a:pt x="3455" y="7388"/>
                    <a:pt x="3455" y="7316"/>
                    <a:pt x="3498" y="7273"/>
                  </a:cubicBezTo>
                  <a:lnTo>
                    <a:pt x="3787" y="6985"/>
                  </a:lnTo>
                  <a:close/>
                  <a:moveTo>
                    <a:pt x="3787" y="8743"/>
                  </a:moveTo>
                  <a:cubicBezTo>
                    <a:pt x="3839" y="8743"/>
                    <a:pt x="3883" y="8781"/>
                    <a:pt x="3883" y="8834"/>
                  </a:cubicBezTo>
                  <a:lnTo>
                    <a:pt x="3883" y="9147"/>
                  </a:lnTo>
                  <a:cubicBezTo>
                    <a:pt x="3883" y="9199"/>
                    <a:pt x="3839" y="9243"/>
                    <a:pt x="3787" y="9243"/>
                  </a:cubicBezTo>
                  <a:lnTo>
                    <a:pt x="491" y="9243"/>
                  </a:lnTo>
                  <a:cubicBezTo>
                    <a:pt x="438" y="9243"/>
                    <a:pt x="395" y="9199"/>
                    <a:pt x="395" y="9147"/>
                  </a:cubicBezTo>
                  <a:lnTo>
                    <a:pt x="395" y="8834"/>
                  </a:lnTo>
                  <a:cubicBezTo>
                    <a:pt x="395" y="8781"/>
                    <a:pt x="438" y="8743"/>
                    <a:pt x="491" y="8743"/>
                  </a:cubicBezTo>
                  <a:close/>
                  <a:moveTo>
                    <a:pt x="2288" y="9656"/>
                  </a:moveTo>
                  <a:cubicBezTo>
                    <a:pt x="2571" y="10016"/>
                    <a:pt x="2917" y="10328"/>
                    <a:pt x="3301" y="10578"/>
                  </a:cubicBezTo>
                  <a:cubicBezTo>
                    <a:pt x="3263" y="10626"/>
                    <a:pt x="3234" y="10684"/>
                    <a:pt x="3196" y="10732"/>
                  </a:cubicBezTo>
                  <a:cubicBezTo>
                    <a:pt x="3128" y="10818"/>
                    <a:pt x="3061" y="10914"/>
                    <a:pt x="3003" y="11010"/>
                  </a:cubicBezTo>
                  <a:cubicBezTo>
                    <a:pt x="2970" y="11054"/>
                    <a:pt x="2941" y="11097"/>
                    <a:pt x="2912" y="11145"/>
                  </a:cubicBezTo>
                  <a:cubicBezTo>
                    <a:pt x="2321" y="10761"/>
                    <a:pt x="1822" y="10251"/>
                    <a:pt x="1447" y="9656"/>
                  </a:cubicBezTo>
                  <a:close/>
                  <a:moveTo>
                    <a:pt x="5823" y="9824"/>
                  </a:moveTo>
                  <a:cubicBezTo>
                    <a:pt x="7394" y="9824"/>
                    <a:pt x="8624" y="11087"/>
                    <a:pt x="8725" y="12524"/>
                  </a:cubicBezTo>
                  <a:lnTo>
                    <a:pt x="2927" y="12524"/>
                  </a:lnTo>
                  <a:cubicBezTo>
                    <a:pt x="3028" y="11049"/>
                    <a:pt x="4286" y="9824"/>
                    <a:pt x="5823" y="9824"/>
                  </a:cubicBezTo>
                  <a:close/>
                  <a:moveTo>
                    <a:pt x="8216" y="1"/>
                  </a:moveTo>
                  <a:cubicBezTo>
                    <a:pt x="8085" y="1"/>
                    <a:pt x="7954" y="50"/>
                    <a:pt x="7856" y="149"/>
                  </a:cubicBezTo>
                  <a:lnTo>
                    <a:pt x="7673" y="331"/>
                  </a:lnTo>
                  <a:cubicBezTo>
                    <a:pt x="7490" y="514"/>
                    <a:pt x="7476" y="812"/>
                    <a:pt x="7649" y="1013"/>
                  </a:cubicBezTo>
                  <a:lnTo>
                    <a:pt x="6808" y="1854"/>
                  </a:lnTo>
                  <a:lnTo>
                    <a:pt x="6626" y="1671"/>
                  </a:lnTo>
                  <a:cubicBezTo>
                    <a:pt x="6585" y="1633"/>
                    <a:pt x="6532" y="1614"/>
                    <a:pt x="6479" y="1614"/>
                  </a:cubicBezTo>
                  <a:cubicBezTo>
                    <a:pt x="6426" y="1614"/>
                    <a:pt x="6374" y="1633"/>
                    <a:pt x="6333" y="1671"/>
                  </a:cubicBezTo>
                  <a:lnTo>
                    <a:pt x="5021" y="2988"/>
                  </a:lnTo>
                  <a:cubicBezTo>
                    <a:pt x="4870" y="3136"/>
                    <a:pt x="5008" y="3344"/>
                    <a:pt x="5170" y="3344"/>
                  </a:cubicBezTo>
                  <a:cubicBezTo>
                    <a:pt x="5219" y="3344"/>
                    <a:pt x="5269" y="3325"/>
                    <a:pt x="5314" y="3281"/>
                  </a:cubicBezTo>
                  <a:lnTo>
                    <a:pt x="6482" y="2109"/>
                  </a:lnTo>
                  <a:lnTo>
                    <a:pt x="7942" y="3574"/>
                  </a:lnTo>
                  <a:lnTo>
                    <a:pt x="5132" y="6379"/>
                  </a:lnTo>
                  <a:lnTo>
                    <a:pt x="3671" y="4914"/>
                  </a:lnTo>
                  <a:lnTo>
                    <a:pt x="4719" y="3867"/>
                  </a:lnTo>
                  <a:cubicBezTo>
                    <a:pt x="4869" y="3716"/>
                    <a:pt x="4733" y="3509"/>
                    <a:pt x="4572" y="3509"/>
                  </a:cubicBezTo>
                  <a:cubicBezTo>
                    <a:pt x="4523" y="3509"/>
                    <a:pt x="4472" y="3528"/>
                    <a:pt x="4425" y="3574"/>
                  </a:cubicBezTo>
                  <a:lnTo>
                    <a:pt x="3378" y="4621"/>
                  </a:lnTo>
                  <a:lnTo>
                    <a:pt x="3335" y="4578"/>
                  </a:lnTo>
                  <a:cubicBezTo>
                    <a:pt x="3248" y="4491"/>
                    <a:pt x="3136" y="4448"/>
                    <a:pt x="3023" y="4448"/>
                  </a:cubicBezTo>
                  <a:cubicBezTo>
                    <a:pt x="2910" y="4448"/>
                    <a:pt x="2797" y="4491"/>
                    <a:pt x="2710" y="4578"/>
                  </a:cubicBezTo>
                  <a:lnTo>
                    <a:pt x="2369" y="4924"/>
                  </a:lnTo>
                  <a:cubicBezTo>
                    <a:pt x="2192" y="5092"/>
                    <a:pt x="2192" y="5375"/>
                    <a:pt x="2369" y="5548"/>
                  </a:cubicBezTo>
                  <a:lnTo>
                    <a:pt x="2413" y="5592"/>
                  </a:lnTo>
                  <a:cubicBezTo>
                    <a:pt x="2220" y="5808"/>
                    <a:pt x="1971" y="5928"/>
                    <a:pt x="1971" y="6250"/>
                  </a:cubicBezTo>
                  <a:cubicBezTo>
                    <a:pt x="1971" y="6389"/>
                    <a:pt x="2023" y="6519"/>
                    <a:pt x="2120" y="6620"/>
                  </a:cubicBezTo>
                  <a:cubicBezTo>
                    <a:pt x="2278" y="6745"/>
                    <a:pt x="2393" y="6985"/>
                    <a:pt x="2701" y="6985"/>
                  </a:cubicBezTo>
                  <a:cubicBezTo>
                    <a:pt x="3023" y="6985"/>
                    <a:pt x="3133" y="6730"/>
                    <a:pt x="3364" y="6543"/>
                  </a:cubicBezTo>
                  <a:lnTo>
                    <a:pt x="3503" y="6687"/>
                  </a:lnTo>
                  <a:cubicBezTo>
                    <a:pt x="3316" y="6903"/>
                    <a:pt x="3061" y="7023"/>
                    <a:pt x="3061" y="7345"/>
                  </a:cubicBezTo>
                  <a:cubicBezTo>
                    <a:pt x="3061" y="7652"/>
                    <a:pt x="3297" y="7773"/>
                    <a:pt x="3426" y="7926"/>
                  </a:cubicBezTo>
                  <a:cubicBezTo>
                    <a:pt x="3527" y="8022"/>
                    <a:pt x="3657" y="8075"/>
                    <a:pt x="3796" y="8075"/>
                  </a:cubicBezTo>
                  <a:cubicBezTo>
                    <a:pt x="4118" y="8075"/>
                    <a:pt x="4229" y="7825"/>
                    <a:pt x="4454" y="7633"/>
                  </a:cubicBezTo>
                  <a:cubicBezTo>
                    <a:pt x="4546" y="7744"/>
                    <a:pt x="4675" y="7806"/>
                    <a:pt x="4815" y="7806"/>
                  </a:cubicBezTo>
                  <a:cubicBezTo>
                    <a:pt x="4935" y="7806"/>
                    <a:pt x="5045" y="7763"/>
                    <a:pt x="5127" y="7681"/>
                  </a:cubicBezTo>
                  <a:lnTo>
                    <a:pt x="5473" y="7335"/>
                  </a:lnTo>
                  <a:cubicBezTo>
                    <a:pt x="5646" y="7162"/>
                    <a:pt x="5646" y="6884"/>
                    <a:pt x="5473" y="6711"/>
                  </a:cubicBezTo>
                  <a:lnTo>
                    <a:pt x="5430" y="6668"/>
                  </a:lnTo>
                  <a:lnTo>
                    <a:pt x="7884" y="4213"/>
                  </a:lnTo>
                  <a:lnTo>
                    <a:pt x="7884" y="4213"/>
                  </a:lnTo>
                  <a:cubicBezTo>
                    <a:pt x="9772" y="5721"/>
                    <a:pt x="9729" y="8608"/>
                    <a:pt x="7788" y="10054"/>
                  </a:cubicBezTo>
                  <a:cubicBezTo>
                    <a:pt x="7206" y="9621"/>
                    <a:pt x="6519" y="9407"/>
                    <a:pt x="5835" y="9407"/>
                  </a:cubicBezTo>
                  <a:cubicBezTo>
                    <a:pt x="5041" y="9407"/>
                    <a:pt x="4250" y="9695"/>
                    <a:pt x="3628" y="10266"/>
                  </a:cubicBezTo>
                  <a:cubicBezTo>
                    <a:pt x="3349" y="10098"/>
                    <a:pt x="3095" y="9886"/>
                    <a:pt x="2874" y="9651"/>
                  </a:cubicBezTo>
                  <a:lnTo>
                    <a:pt x="3806" y="9651"/>
                  </a:lnTo>
                  <a:cubicBezTo>
                    <a:pt x="4084" y="9651"/>
                    <a:pt x="4310" y="9420"/>
                    <a:pt x="4310" y="9142"/>
                  </a:cubicBezTo>
                  <a:lnTo>
                    <a:pt x="4310" y="8829"/>
                  </a:lnTo>
                  <a:cubicBezTo>
                    <a:pt x="4310" y="8551"/>
                    <a:pt x="4084" y="8325"/>
                    <a:pt x="3806" y="8325"/>
                  </a:cubicBezTo>
                  <a:lnTo>
                    <a:pt x="505" y="8325"/>
                  </a:lnTo>
                  <a:cubicBezTo>
                    <a:pt x="227" y="8325"/>
                    <a:pt x="1" y="8551"/>
                    <a:pt x="1" y="8829"/>
                  </a:cubicBezTo>
                  <a:lnTo>
                    <a:pt x="1" y="9142"/>
                  </a:lnTo>
                  <a:cubicBezTo>
                    <a:pt x="1" y="9420"/>
                    <a:pt x="227" y="9651"/>
                    <a:pt x="505" y="9651"/>
                  </a:cubicBezTo>
                  <a:lnTo>
                    <a:pt x="986" y="9651"/>
                  </a:lnTo>
                  <a:cubicBezTo>
                    <a:pt x="1332" y="10299"/>
                    <a:pt x="1961" y="11006"/>
                    <a:pt x="2763" y="11505"/>
                  </a:cubicBezTo>
                  <a:cubicBezTo>
                    <a:pt x="2638" y="11832"/>
                    <a:pt x="2562" y="12168"/>
                    <a:pt x="2547" y="12514"/>
                  </a:cubicBezTo>
                  <a:lnTo>
                    <a:pt x="1072" y="12514"/>
                  </a:lnTo>
                  <a:cubicBezTo>
                    <a:pt x="986" y="12514"/>
                    <a:pt x="909" y="12567"/>
                    <a:pt x="880" y="12649"/>
                  </a:cubicBezTo>
                  <a:lnTo>
                    <a:pt x="429" y="13787"/>
                  </a:lnTo>
                  <a:cubicBezTo>
                    <a:pt x="376" y="13922"/>
                    <a:pt x="477" y="14071"/>
                    <a:pt x="621" y="14071"/>
                  </a:cubicBezTo>
                  <a:lnTo>
                    <a:pt x="1759" y="14071"/>
                  </a:lnTo>
                  <a:cubicBezTo>
                    <a:pt x="2033" y="14071"/>
                    <a:pt x="2033" y="13657"/>
                    <a:pt x="1759" y="13657"/>
                  </a:cubicBezTo>
                  <a:lnTo>
                    <a:pt x="923" y="13657"/>
                  </a:lnTo>
                  <a:lnTo>
                    <a:pt x="1212" y="12932"/>
                  </a:lnTo>
                  <a:lnTo>
                    <a:pt x="10455" y="12932"/>
                  </a:lnTo>
                  <a:lnTo>
                    <a:pt x="10743" y="13657"/>
                  </a:lnTo>
                  <a:lnTo>
                    <a:pt x="2720" y="13657"/>
                  </a:lnTo>
                  <a:cubicBezTo>
                    <a:pt x="2451" y="13657"/>
                    <a:pt x="2451" y="14071"/>
                    <a:pt x="2720" y="14071"/>
                  </a:cubicBezTo>
                  <a:lnTo>
                    <a:pt x="11050" y="14071"/>
                  </a:lnTo>
                  <a:cubicBezTo>
                    <a:pt x="11194" y="14071"/>
                    <a:pt x="11295" y="13922"/>
                    <a:pt x="11242" y="13787"/>
                  </a:cubicBezTo>
                  <a:lnTo>
                    <a:pt x="10781" y="12658"/>
                  </a:lnTo>
                  <a:cubicBezTo>
                    <a:pt x="10748" y="12581"/>
                    <a:pt x="10676" y="12529"/>
                    <a:pt x="10589" y="12529"/>
                  </a:cubicBezTo>
                  <a:lnTo>
                    <a:pt x="9124" y="12529"/>
                  </a:lnTo>
                  <a:cubicBezTo>
                    <a:pt x="9095" y="12067"/>
                    <a:pt x="8975" y="11621"/>
                    <a:pt x="8764" y="11212"/>
                  </a:cubicBezTo>
                  <a:cubicBezTo>
                    <a:pt x="9878" y="10343"/>
                    <a:pt x="10589" y="9055"/>
                    <a:pt x="10748" y="7652"/>
                  </a:cubicBezTo>
                  <a:cubicBezTo>
                    <a:pt x="10766" y="7502"/>
                    <a:pt x="10653" y="7421"/>
                    <a:pt x="10540" y="7421"/>
                  </a:cubicBezTo>
                  <a:cubicBezTo>
                    <a:pt x="10444" y="7421"/>
                    <a:pt x="10348" y="7481"/>
                    <a:pt x="10334" y="7609"/>
                  </a:cubicBezTo>
                  <a:cubicBezTo>
                    <a:pt x="10200" y="8882"/>
                    <a:pt x="9561" y="10050"/>
                    <a:pt x="8562" y="10852"/>
                  </a:cubicBezTo>
                  <a:cubicBezTo>
                    <a:pt x="8519" y="10785"/>
                    <a:pt x="8456" y="10732"/>
                    <a:pt x="8403" y="10665"/>
                  </a:cubicBezTo>
                  <a:cubicBezTo>
                    <a:pt x="8322" y="10559"/>
                    <a:pt x="8240" y="10458"/>
                    <a:pt x="8149" y="10362"/>
                  </a:cubicBezTo>
                  <a:cubicBezTo>
                    <a:pt x="8134" y="10348"/>
                    <a:pt x="8129" y="10338"/>
                    <a:pt x="8120" y="10328"/>
                  </a:cubicBezTo>
                  <a:cubicBezTo>
                    <a:pt x="10171" y="8695"/>
                    <a:pt x="10200" y="5587"/>
                    <a:pt x="8177" y="3920"/>
                  </a:cubicBezTo>
                  <a:lnTo>
                    <a:pt x="8379" y="3718"/>
                  </a:lnTo>
                  <a:cubicBezTo>
                    <a:pt x="8456" y="3636"/>
                    <a:pt x="8456" y="3507"/>
                    <a:pt x="8379" y="3425"/>
                  </a:cubicBezTo>
                  <a:lnTo>
                    <a:pt x="8274" y="3319"/>
                  </a:lnTo>
                  <a:lnTo>
                    <a:pt x="8389" y="3209"/>
                  </a:lnTo>
                  <a:cubicBezTo>
                    <a:pt x="8831" y="3492"/>
                    <a:pt x="9451" y="4150"/>
                    <a:pt x="9830" y="4890"/>
                  </a:cubicBezTo>
                  <a:cubicBezTo>
                    <a:pt x="10123" y="5467"/>
                    <a:pt x="10301" y="6101"/>
                    <a:pt x="10349" y="6749"/>
                  </a:cubicBezTo>
                  <a:cubicBezTo>
                    <a:pt x="10353" y="6859"/>
                    <a:pt x="10445" y="6942"/>
                    <a:pt x="10552" y="6942"/>
                  </a:cubicBezTo>
                  <a:cubicBezTo>
                    <a:pt x="10558" y="6942"/>
                    <a:pt x="10564" y="6942"/>
                    <a:pt x="10570" y="6941"/>
                  </a:cubicBezTo>
                  <a:cubicBezTo>
                    <a:pt x="10680" y="6937"/>
                    <a:pt x="10767" y="6836"/>
                    <a:pt x="10762" y="6720"/>
                  </a:cubicBezTo>
                  <a:cubicBezTo>
                    <a:pt x="10652" y="5212"/>
                    <a:pt x="9897" y="3819"/>
                    <a:pt x="8682" y="2911"/>
                  </a:cubicBezTo>
                  <a:lnTo>
                    <a:pt x="9129" y="2464"/>
                  </a:lnTo>
                  <a:cubicBezTo>
                    <a:pt x="9203" y="2504"/>
                    <a:pt x="9284" y="2523"/>
                    <a:pt x="9364" y="2523"/>
                  </a:cubicBezTo>
                  <a:cubicBezTo>
                    <a:pt x="9495" y="2523"/>
                    <a:pt x="9624" y="2471"/>
                    <a:pt x="9720" y="2373"/>
                  </a:cubicBezTo>
                  <a:lnTo>
                    <a:pt x="9897" y="2195"/>
                  </a:lnTo>
                  <a:cubicBezTo>
                    <a:pt x="10099" y="1993"/>
                    <a:pt x="10099" y="1671"/>
                    <a:pt x="9897" y="1470"/>
                  </a:cubicBezTo>
                  <a:lnTo>
                    <a:pt x="8576" y="149"/>
                  </a:lnTo>
                  <a:cubicBezTo>
                    <a:pt x="8478" y="50"/>
                    <a:pt x="8347" y="1"/>
                    <a:pt x="8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80"/>
          <p:cNvGrpSpPr/>
          <p:nvPr/>
        </p:nvGrpSpPr>
        <p:grpSpPr>
          <a:xfrm>
            <a:off x="7552024" y="3826128"/>
            <a:ext cx="281880" cy="340733"/>
            <a:chOff x="7552024" y="3826128"/>
            <a:chExt cx="281880" cy="340733"/>
          </a:xfrm>
        </p:grpSpPr>
        <p:sp>
          <p:nvSpPr>
            <p:cNvPr id="9584" name="Google Shape;9584;p80"/>
            <p:cNvSpPr/>
            <p:nvPr/>
          </p:nvSpPr>
          <p:spPr>
            <a:xfrm>
              <a:off x="7644727" y="3831154"/>
              <a:ext cx="110584" cy="28327"/>
            </a:xfrm>
            <a:custGeom>
              <a:rect b="b" l="l" r="r" t="t"/>
              <a:pathLst>
                <a:path extrusionOk="0" h="1082" w="4224">
                  <a:moveTo>
                    <a:pt x="322" y="1"/>
                  </a:moveTo>
                  <a:cubicBezTo>
                    <a:pt x="145" y="1"/>
                    <a:pt x="0" y="140"/>
                    <a:pt x="5" y="318"/>
                  </a:cubicBezTo>
                  <a:lnTo>
                    <a:pt x="5" y="764"/>
                  </a:lnTo>
                  <a:cubicBezTo>
                    <a:pt x="0" y="942"/>
                    <a:pt x="145" y="1081"/>
                    <a:pt x="322" y="1081"/>
                  </a:cubicBezTo>
                  <a:lnTo>
                    <a:pt x="3906" y="1081"/>
                  </a:lnTo>
                  <a:cubicBezTo>
                    <a:pt x="4079" y="1081"/>
                    <a:pt x="4218" y="942"/>
                    <a:pt x="4223" y="764"/>
                  </a:cubicBezTo>
                  <a:lnTo>
                    <a:pt x="4223" y="318"/>
                  </a:lnTo>
                  <a:cubicBezTo>
                    <a:pt x="4223" y="140"/>
                    <a:pt x="4084" y="1"/>
                    <a:pt x="3906"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0"/>
            <p:cNvSpPr/>
            <p:nvPr/>
          </p:nvSpPr>
          <p:spPr>
            <a:xfrm>
              <a:off x="7724079" y="3831154"/>
              <a:ext cx="31233" cy="28327"/>
            </a:xfrm>
            <a:custGeom>
              <a:rect b="b" l="l" r="r" t="t"/>
              <a:pathLst>
                <a:path extrusionOk="0" h="1082" w="1193">
                  <a:moveTo>
                    <a:pt x="1" y="1"/>
                  </a:moveTo>
                  <a:cubicBezTo>
                    <a:pt x="179" y="1"/>
                    <a:pt x="318" y="140"/>
                    <a:pt x="318" y="318"/>
                  </a:cubicBezTo>
                  <a:lnTo>
                    <a:pt x="318" y="764"/>
                  </a:lnTo>
                  <a:cubicBezTo>
                    <a:pt x="318" y="942"/>
                    <a:pt x="179" y="1081"/>
                    <a:pt x="1" y="1081"/>
                  </a:cubicBezTo>
                  <a:lnTo>
                    <a:pt x="875" y="1081"/>
                  </a:lnTo>
                  <a:cubicBezTo>
                    <a:pt x="1048" y="1081"/>
                    <a:pt x="1192" y="942"/>
                    <a:pt x="1192" y="764"/>
                  </a:cubicBezTo>
                  <a:lnTo>
                    <a:pt x="1192" y="318"/>
                  </a:lnTo>
                  <a:cubicBezTo>
                    <a:pt x="1187" y="145"/>
                    <a:pt x="1048" y="1"/>
                    <a:pt x="87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0"/>
            <p:cNvSpPr/>
            <p:nvPr/>
          </p:nvSpPr>
          <p:spPr>
            <a:xfrm>
              <a:off x="7557705" y="3859586"/>
              <a:ext cx="260229" cy="302117"/>
            </a:xfrm>
            <a:custGeom>
              <a:rect b="b" l="l" r="r" t="t"/>
              <a:pathLst>
                <a:path extrusionOk="0" h="11540" w="9940">
                  <a:moveTo>
                    <a:pt x="4103" y="0"/>
                  </a:moveTo>
                  <a:lnTo>
                    <a:pt x="4103" y="3363"/>
                  </a:lnTo>
                  <a:cubicBezTo>
                    <a:pt x="4103" y="3565"/>
                    <a:pt x="3978" y="3747"/>
                    <a:pt x="3790" y="3824"/>
                  </a:cubicBezTo>
                  <a:cubicBezTo>
                    <a:pt x="812" y="5001"/>
                    <a:pt x="0" y="8835"/>
                    <a:pt x="2239" y="11122"/>
                  </a:cubicBezTo>
                  <a:cubicBezTo>
                    <a:pt x="2503" y="11391"/>
                    <a:pt x="2863" y="11539"/>
                    <a:pt x="3243" y="11539"/>
                  </a:cubicBezTo>
                  <a:lnTo>
                    <a:pt x="7634" y="11539"/>
                  </a:lnTo>
                  <a:cubicBezTo>
                    <a:pt x="8013" y="11539"/>
                    <a:pt x="8374" y="11386"/>
                    <a:pt x="8638" y="11117"/>
                  </a:cubicBezTo>
                  <a:cubicBezTo>
                    <a:pt x="9483" y="10252"/>
                    <a:pt x="9940" y="9089"/>
                    <a:pt x="9916" y="7884"/>
                  </a:cubicBezTo>
                  <a:cubicBezTo>
                    <a:pt x="9868" y="6087"/>
                    <a:pt x="8758" y="4487"/>
                    <a:pt x="7086" y="3824"/>
                  </a:cubicBezTo>
                  <a:cubicBezTo>
                    <a:pt x="6899" y="3747"/>
                    <a:pt x="6774" y="3565"/>
                    <a:pt x="6774" y="3363"/>
                  </a:cubicBezTo>
                  <a:lnTo>
                    <a:pt x="677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0"/>
            <p:cNvSpPr/>
            <p:nvPr/>
          </p:nvSpPr>
          <p:spPr>
            <a:xfrm>
              <a:off x="7665095" y="3859586"/>
              <a:ext cx="159646" cy="300363"/>
            </a:xfrm>
            <a:custGeom>
              <a:rect b="b" l="l" r="r" t="t"/>
              <a:pathLst>
                <a:path extrusionOk="0" h="11473" w="6098">
                  <a:moveTo>
                    <a:pt x="1" y="0"/>
                  </a:moveTo>
                  <a:lnTo>
                    <a:pt x="1" y="452"/>
                  </a:lnTo>
                  <a:lnTo>
                    <a:pt x="1380" y="452"/>
                  </a:lnTo>
                  <a:cubicBezTo>
                    <a:pt x="1725" y="452"/>
                    <a:pt x="2009" y="735"/>
                    <a:pt x="2009" y="1081"/>
                  </a:cubicBezTo>
                  <a:lnTo>
                    <a:pt x="2009" y="3815"/>
                  </a:lnTo>
                  <a:cubicBezTo>
                    <a:pt x="2009" y="4021"/>
                    <a:pt x="2134" y="4204"/>
                    <a:pt x="2321" y="4276"/>
                  </a:cubicBezTo>
                  <a:cubicBezTo>
                    <a:pt x="5247" y="5434"/>
                    <a:pt x="6097" y="9162"/>
                    <a:pt x="3969" y="11472"/>
                  </a:cubicBezTo>
                  <a:cubicBezTo>
                    <a:pt x="4180" y="11400"/>
                    <a:pt x="4377" y="11280"/>
                    <a:pt x="4536" y="11117"/>
                  </a:cubicBezTo>
                  <a:cubicBezTo>
                    <a:pt x="5381" y="10257"/>
                    <a:pt x="5842" y="9089"/>
                    <a:pt x="5814" y="7884"/>
                  </a:cubicBezTo>
                  <a:cubicBezTo>
                    <a:pt x="5766" y="6087"/>
                    <a:pt x="4656" y="4487"/>
                    <a:pt x="2984" y="3824"/>
                  </a:cubicBezTo>
                  <a:cubicBezTo>
                    <a:pt x="2797" y="3747"/>
                    <a:pt x="2672" y="3565"/>
                    <a:pt x="2672" y="3363"/>
                  </a:cubicBezTo>
                  <a:lnTo>
                    <a:pt x="267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0"/>
            <p:cNvSpPr/>
            <p:nvPr/>
          </p:nvSpPr>
          <p:spPr>
            <a:xfrm>
              <a:off x="7582733" y="4022425"/>
              <a:ext cx="235332" cy="139278"/>
            </a:xfrm>
            <a:custGeom>
              <a:rect b="b" l="l" r="r" t="t"/>
              <a:pathLst>
                <a:path extrusionOk="0" h="5320" w="8989">
                  <a:moveTo>
                    <a:pt x="2375" y="0"/>
                  </a:moveTo>
                  <a:cubicBezTo>
                    <a:pt x="1097" y="0"/>
                    <a:pt x="168" y="568"/>
                    <a:pt x="168" y="568"/>
                  </a:cubicBezTo>
                  <a:cubicBezTo>
                    <a:pt x="58" y="957"/>
                    <a:pt x="0" y="1361"/>
                    <a:pt x="5" y="1769"/>
                  </a:cubicBezTo>
                  <a:cubicBezTo>
                    <a:pt x="0" y="2937"/>
                    <a:pt x="461" y="4066"/>
                    <a:pt x="1283" y="4902"/>
                  </a:cubicBezTo>
                  <a:cubicBezTo>
                    <a:pt x="1547" y="5171"/>
                    <a:pt x="1907" y="5319"/>
                    <a:pt x="2287" y="5319"/>
                  </a:cubicBezTo>
                  <a:lnTo>
                    <a:pt x="6678" y="5319"/>
                  </a:lnTo>
                  <a:cubicBezTo>
                    <a:pt x="7057" y="5319"/>
                    <a:pt x="7418" y="5166"/>
                    <a:pt x="7682" y="4897"/>
                  </a:cubicBezTo>
                  <a:cubicBezTo>
                    <a:pt x="8527" y="4037"/>
                    <a:pt x="8988" y="2869"/>
                    <a:pt x="8960" y="1664"/>
                  </a:cubicBezTo>
                  <a:cubicBezTo>
                    <a:pt x="8945" y="1193"/>
                    <a:pt x="8864" y="727"/>
                    <a:pt x="8705" y="285"/>
                  </a:cubicBezTo>
                  <a:cubicBezTo>
                    <a:pt x="8705" y="285"/>
                    <a:pt x="7696" y="1069"/>
                    <a:pt x="6317" y="1069"/>
                  </a:cubicBezTo>
                  <a:cubicBezTo>
                    <a:pt x="5752" y="1069"/>
                    <a:pt x="5126" y="938"/>
                    <a:pt x="4482" y="568"/>
                  </a:cubicBezTo>
                  <a:cubicBezTo>
                    <a:pt x="3741" y="142"/>
                    <a:pt x="3014" y="0"/>
                    <a:pt x="2375"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0"/>
            <p:cNvSpPr/>
            <p:nvPr/>
          </p:nvSpPr>
          <p:spPr>
            <a:xfrm>
              <a:off x="7770365" y="4029756"/>
              <a:ext cx="47962" cy="129931"/>
            </a:xfrm>
            <a:custGeom>
              <a:rect b="b" l="l" r="r" t="t"/>
              <a:pathLst>
                <a:path extrusionOk="0" h="4963" w="1832">
                  <a:moveTo>
                    <a:pt x="1591" y="0"/>
                  </a:moveTo>
                  <a:cubicBezTo>
                    <a:pt x="1379" y="154"/>
                    <a:pt x="1149" y="284"/>
                    <a:pt x="909" y="389"/>
                  </a:cubicBezTo>
                  <a:cubicBezTo>
                    <a:pt x="1077" y="850"/>
                    <a:pt x="1173" y="1336"/>
                    <a:pt x="1183" y="1830"/>
                  </a:cubicBezTo>
                  <a:cubicBezTo>
                    <a:pt x="1211" y="2988"/>
                    <a:pt x="789" y="4112"/>
                    <a:pt x="1" y="4963"/>
                  </a:cubicBezTo>
                  <a:lnTo>
                    <a:pt x="78" y="4939"/>
                  </a:lnTo>
                  <a:cubicBezTo>
                    <a:pt x="154" y="4905"/>
                    <a:pt x="227" y="4871"/>
                    <a:pt x="299" y="4828"/>
                  </a:cubicBezTo>
                  <a:lnTo>
                    <a:pt x="303" y="4828"/>
                  </a:lnTo>
                  <a:cubicBezTo>
                    <a:pt x="327" y="4814"/>
                    <a:pt x="347" y="4804"/>
                    <a:pt x="366" y="4785"/>
                  </a:cubicBezTo>
                  <a:cubicBezTo>
                    <a:pt x="371" y="4785"/>
                    <a:pt x="375" y="4780"/>
                    <a:pt x="385" y="4775"/>
                  </a:cubicBezTo>
                  <a:cubicBezTo>
                    <a:pt x="399" y="4766"/>
                    <a:pt x="414" y="4751"/>
                    <a:pt x="428" y="4742"/>
                  </a:cubicBezTo>
                  <a:cubicBezTo>
                    <a:pt x="433" y="4732"/>
                    <a:pt x="443" y="4727"/>
                    <a:pt x="448" y="4722"/>
                  </a:cubicBezTo>
                  <a:cubicBezTo>
                    <a:pt x="462" y="4713"/>
                    <a:pt x="476" y="4698"/>
                    <a:pt x="496" y="4689"/>
                  </a:cubicBezTo>
                  <a:lnTo>
                    <a:pt x="510" y="4670"/>
                  </a:lnTo>
                  <a:cubicBezTo>
                    <a:pt x="529" y="4655"/>
                    <a:pt x="548" y="4636"/>
                    <a:pt x="572" y="4617"/>
                  </a:cubicBezTo>
                  <a:cubicBezTo>
                    <a:pt x="1394" y="3742"/>
                    <a:pt x="1831" y="2580"/>
                    <a:pt x="1793" y="1384"/>
                  </a:cubicBezTo>
                  <a:lnTo>
                    <a:pt x="1793" y="1297"/>
                  </a:lnTo>
                  <a:lnTo>
                    <a:pt x="1793" y="1268"/>
                  </a:lnTo>
                  <a:cubicBezTo>
                    <a:pt x="1788" y="1249"/>
                    <a:pt x="1788" y="1230"/>
                    <a:pt x="1793" y="1211"/>
                  </a:cubicBezTo>
                  <a:lnTo>
                    <a:pt x="1793" y="1177"/>
                  </a:lnTo>
                  <a:cubicBezTo>
                    <a:pt x="1788" y="1158"/>
                    <a:pt x="1788" y="1139"/>
                    <a:pt x="1793" y="1119"/>
                  </a:cubicBezTo>
                  <a:lnTo>
                    <a:pt x="1793" y="1086"/>
                  </a:lnTo>
                  <a:cubicBezTo>
                    <a:pt x="1793" y="1076"/>
                    <a:pt x="1793" y="1047"/>
                    <a:pt x="1783" y="1033"/>
                  </a:cubicBezTo>
                  <a:cubicBezTo>
                    <a:pt x="1783" y="1019"/>
                    <a:pt x="1783" y="1009"/>
                    <a:pt x="1783" y="999"/>
                  </a:cubicBezTo>
                  <a:cubicBezTo>
                    <a:pt x="1783" y="980"/>
                    <a:pt x="1783" y="961"/>
                    <a:pt x="1778" y="942"/>
                  </a:cubicBezTo>
                  <a:cubicBezTo>
                    <a:pt x="1778" y="932"/>
                    <a:pt x="1778" y="922"/>
                    <a:pt x="1778" y="913"/>
                  </a:cubicBezTo>
                  <a:cubicBezTo>
                    <a:pt x="1773" y="894"/>
                    <a:pt x="1773" y="874"/>
                    <a:pt x="1773" y="855"/>
                  </a:cubicBezTo>
                  <a:cubicBezTo>
                    <a:pt x="1769" y="846"/>
                    <a:pt x="1769" y="836"/>
                    <a:pt x="1773" y="826"/>
                  </a:cubicBezTo>
                  <a:cubicBezTo>
                    <a:pt x="1773" y="807"/>
                    <a:pt x="1764" y="783"/>
                    <a:pt x="1764" y="764"/>
                  </a:cubicBezTo>
                  <a:cubicBezTo>
                    <a:pt x="1764" y="759"/>
                    <a:pt x="1764" y="750"/>
                    <a:pt x="1764" y="740"/>
                  </a:cubicBezTo>
                  <a:cubicBezTo>
                    <a:pt x="1759" y="721"/>
                    <a:pt x="1759" y="697"/>
                    <a:pt x="1754" y="677"/>
                  </a:cubicBezTo>
                  <a:cubicBezTo>
                    <a:pt x="1749" y="673"/>
                    <a:pt x="1749" y="663"/>
                    <a:pt x="1754" y="653"/>
                  </a:cubicBezTo>
                  <a:cubicBezTo>
                    <a:pt x="1749" y="634"/>
                    <a:pt x="1745" y="610"/>
                    <a:pt x="1740" y="591"/>
                  </a:cubicBezTo>
                  <a:cubicBezTo>
                    <a:pt x="1740" y="586"/>
                    <a:pt x="1740" y="577"/>
                    <a:pt x="1735" y="572"/>
                  </a:cubicBezTo>
                  <a:cubicBezTo>
                    <a:pt x="1730" y="553"/>
                    <a:pt x="1725" y="529"/>
                    <a:pt x="1721" y="509"/>
                  </a:cubicBezTo>
                  <a:cubicBezTo>
                    <a:pt x="1721" y="500"/>
                    <a:pt x="1721" y="495"/>
                    <a:pt x="1721" y="490"/>
                  </a:cubicBezTo>
                  <a:cubicBezTo>
                    <a:pt x="1716" y="466"/>
                    <a:pt x="1711" y="442"/>
                    <a:pt x="1701" y="423"/>
                  </a:cubicBezTo>
                  <a:cubicBezTo>
                    <a:pt x="1701" y="418"/>
                    <a:pt x="1701" y="413"/>
                    <a:pt x="1701" y="408"/>
                  </a:cubicBezTo>
                  <a:lnTo>
                    <a:pt x="1687" y="336"/>
                  </a:lnTo>
                  <a:cubicBezTo>
                    <a:pt x="1682" y="332"/>
                    <a:pt x="1682" y="327"/>
                    <a:pt x="1687" y="322"/>
                  </a:cubicBezTo>
                  <a:cubicBezTo>
                    <a:pt x="1677" y="298"/>
                    <a:pt x="1673" y="274"/>
                    <a:pt x="1663" y="255"/>
                  </a:cubicBezTo>
                  <a:lnTo>
                    <a:pt x="1663" y="240"/>
                  </a:lnTo>
                  <a:cubicBezTo>
                    <a:pt x="1658" y="216"/>
                    <a:pt x="1649" y="192"/>
                    <a:pt x="1644" y="168"/>
                  </a:cubicBezTo>
                  <a:lnTo>
                    <a:pt x="1644" y="159"/>
                  </a:lnTo>
                  <a:cubicBezTo>
                    <a:pt x="1639" y="135"/>
                    <a:pt x="1629" y="111"/>
                    <a:pt x="1620" y="82"/>
                  </a:cubicBezTo>
                  <a:lnTo>
                    <a:pt x="1620" y="77"/>
                  </a:lnTo>
                  <a:cubicBezTo>
                    <a:pt x="1610" y="53"/>
                    <a:pt x="1600" y="24"/>
                    <a:pt x="15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0"/>
            <p:cNvSpPr/>
            <p:nvPr/>
          </p:nvSpPr>
          <p:spPr>
            <a:xfrm>
              <a:off x="7770627" y="4065963"/>
              <a:ext cx="17750" cy="15106"/>
            </a:xfrm>
            <a:custGeom>
              <a:rect b="b" l="l" r="r" t="t"/>
              <a:pathLst>
                <a:path extrusionOk="0" h="577" w="678">
                  <a:moveTo>
                    <a:pt x="385" y="1"/>
                  </a:moveTo>
                  <a:cubicBezTo>
                    <a:pt x="130" y="1"/>
                    <a:pt x="0" y="313"/>
                    <a:pt x="183" y="491"/>
                  </a:cubicBezTo>
                  <a:cubicBezTo>
                    <a:pt x="242" y="550"/>
                    <a:pt x="314" y="576"/>
                    <a:pt x="385" y="576"/>
                  </a:cubicBezTo>
                  <a:cubicBezTo>
                    <a:pt x="532" y="576"/>
                    <a:pt x="673" y="461"/>
                    <a:pt x="673" y="289"/>
                  </a:cubicBezTo>
                  <a:cubicBezTo>
                    <a:pt x="678" y="130"/>
                    <a:pt x="548" y="1"/>
                    <a:pt x="38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0"/>
            <p:cNvSpPr/>
            <p:nvPr/>
          </p:nvSpPr>
          <p:spPr>
            <a:xfrm>
              <a:off x="7734027" y="4121674"/>
              <a:ext cx="15368" cy="13064"/>
            </a:xfrm>
            <a:custGeom>
              <a:rect b="b" l="l" r="r" t="t"/>
              <a:pathLst>
                <a:path extrusionOk="0" h="499" w="587">
                  <a:moveTo>
                    <a:pt x="340" y="1"/>
                  </a:moveTo>
                  <a:cubicBezTo>
                    <a:pt x="337" y="1"/>
                    <a:pt x="335" y="1"/>
                    <a:pt x="332" y="1"/>
                  </a:cubicBezTo>
                  <a:cubicBezTo>
                    <a:pt x="111" y="1"/>
                    <a:pt x="0" y="270"/>
                    <a:pt x="154" y="424"/>
                  </a:cubicBezTo>
                  <a:cubicBezTo>
                    <a:pt x="206" y="475"/>
                    <a:pt x="269" y="498"/>
                    <a:pt x="331" y="498"/>
                  </a:cubicBezTo>
                  <a:cubicBezTo>
                    <a:pt x="459" y="498"/>
                    <a:pt x="582" y="400"/>
                    <a:pt x="582" y="251"/>
                  </a:cubicBezTo>
                  <a:cubicBezTo>
                    <a:pt x="586" y="114"/>
                    <a:pt x="476" y="1"/>
                    <a:pt x="340"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0"/>
            <p:cNvSpPr/>
            <p:nvPr/>
          </p:nvSpPr>
          <p:spPr>
            <a:xfrm>
              <a:off x="7633522" y="4056904"/>
              <a:ext cx="15368" cy="13142"/>
            </a:xfrm>
            <a:custGeom>
              <a:rect b="b" l="l" r="r" t="t"/>
              <a:pathLst>
                <a:path extrusionOk="0" h="502" w="587">
                  <a:moveTo>
                    <a:pt x="337" y="1"/>
                  </a:moveTo>
                  <a:cubicBezTo>
                    <a:pt x="116" y="1"/>
                    <a:pt x="1" y="270"/>
                    <a:pt x="159" y="428"/>
                  </a:cubicBezTo>
                  <a:cubicBezTo>
                    <a:pt x="210" y="479"/>
                    <a:pt x="273" y="502"/>
                    <a:pt x="334" y="502"/>
                  </a:cubicBezTo>
                  <a:cubicBezTo>
                    <a:pt x="463" y="502"/>
                    <a:pt x="587" y="401"/>
                    <a:pt x="587" y="251"/>
                  </a:cubicBezTo>
                  <a:cubicBezTo>
                    <a:pt x="587" y="111"/>
                    <a:pt x="477" y="1"/>
                    <a:pt x="33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0"/>
            <p:cNvSpPr/>
            <p:nvPr/>
          </p:nvSpPr>
          <p:spPr>
            <a:xfrm>
              <a:off x="7655304" y="4121674"/>
              <a:ext cx="15368" cy="13064"/>
            </a:xfrm>
            <a:custGeom>
              <a:rect b="b" l="l" r="r" t="t"/>
              <a:pathLst>
                <a:path extrusionOk="0" h="499" w="587">
                  <a:moveTo>
                    <a:pt x="345" y="1"/>
                  </a:moveTo>
                  <a:cubicBezTo>
                    <a:pt x="342" y="1"/>
                    <a:pt x="339" y="1"/>
                    <a:pt x="336" y="1"/>
                  </a:cubicBezTo>
                  <a:cubicBezTo>
                    <a:pt x="111" y="1"/>
                    <a:pt x="0" y="270"/>
                    <a:pt x="159" y="424"/>
                  </a:cubicBezTo>
                  <a:cubicBezTo>
                    <a:pt x="210" y="475"/>
                    <a:pt x="274" y="498"/>
                    <a:pt x="336" y="498"/>
                  </a:cubicBezTo>
                  <a:cubicBezTo>
                    <a:pt x="464" y="498"/>
                    <a:pt x="586" y="400"/>
                    <a:pt x="586" y="251"/>
                  </a:cubicBezTo>
                  <a:cubicBezTo>
                    <a:pt x="586" y="114"/>
                    <a:pt x="480" y="1"/>
                    <a:pt x="34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0"/>
            <p:cNvSpPr/>
            <p:nvPr/>
          </p:nvSpPr>
          <p:spPr>
            <a:xfrm>
              <a:off x="7693527" y="4070858"/>
              <a:ext cx="18378" cy="15734"/>
            </a:xfrm>
            <a:custGeom>
              <a:rect b="b" l="l" r="r" t="t"/>
              <a:pathLst>
                <a:path extrusionOk="0" h="601" w="702">
                  <a:moveTo>
                    <a:pt x="404" y="1"/>
                  </a:moveTo>
                  <a:cubicBezTo>
                    <a:pt x="135" y="1"/>
                    <a:pt x="0" y="323"/>
                    <a:pt x="188" y="510"/>
                  </a:cubicBezTo>
                  <a:cubicBezTo>
                    <a:pt x="250" y="573"/>
                    <a:pt x="327" y="601"/>
                    <a:pt x="401" y="601"/>
                  </a:cubicBezTo>
                  <a:cubicBezTo>
                    <a:pt x="555" y="601"/>
                    <a:pt x="702" y="480"/>
                    <a:pt x="702" y="299"/>
                  </a:cubicBezTo>
                  <a:cubicBezTo>
                    <a:pt x="702" y="131"/>
                    <a:pt x="567" y="1"/>
                    <a:pt x="404"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0"/>
            <p:cNvSpPr/>
            <p:nvPr/>
          </p:nvSpPr>
          <p:spPr>
            <a:xfrm>
              <a:off x="7552024" y="3826128"/>
              <a:ext cx="281880" cy="340733"/>
            </a:xfrm>
            <a:custGeom>
              <a:rect b="b" l="l" r="r" t="t"/>
              <a:pathLst>
                <a:path extrusionOk="0" h="13015" w="10767">
                  <a:moveTo>
                    <a:pt x="3530" y="7679"/>
                  </a:moveTo>
                  <a:cubicBezTo>
                    <a:pt x="4235" y="7679"/>
                    <a:pt x="4935" y="7865"/>
                    <a:pt x="5554" y="8225"/>
                  </a:cubicBezTo>
                  <a:cubicBezTo>
                    <a:pt x="6243" y="8618"/>
                    <a:pt x="6909" y="8749"/>
                    <a:pt x="7493" y="8749"/>
                  </a:cubicBezTo>
                  <a:cubicBezTo>
                    <a:pt x="7936" y="8749"/>
                    <a:pt x="8332" y="8674"/>
                    <a:pt x="8653" y="8580"/>
                  </a:cubicBezTo>
                  <a:cubicBezTo>
                    <a:pt x="9042" y="8465"/>
                    <a:pt x="9417" y="8297"/>
                    <a:pt x="9763" y="8081"/>
                  </a:cubicBezTo>
                  <a:lnTo>
                    <a:pt x="9763" y="8081"/>
                  </a:lnTo>
                  <a:cubicBezTo>
                    <a:pt x="10200" y="9560"/>
                    <a:pt x="9796" y="11160"/>
                    <a:pt x="8715" y="12260"/>
                  </a:cubicBezTo>
                  <a:cubicBezTo>
                    <a:pt x="8485" y="12491"/>
                    <a:pt x="8173" y="12621"/>
                    <a:pt x="7846" y="12625"/>
                  </a:cubicBezTo>
                  <a:lnTo>
                    <a:pt x="3460" y="12625"/>
                  </a:lnTo>
                  <a:cubicBezTo>
                    <a:pt x="3128" y="12625"/>
                    <a:pt x="2816" y="12491"/>
                    <a:pt x="2590" y="12260"/>
                  </a:cubicBezTo>
                  <a:cubicBezTo>
                    <a:pt x="1529" y="11189"/>
                    <a:pt x="1115" y="9637"/>
                    <a:pt x="1509" y="8182"/>
                  </a:cubicBezTo>
                  <a:cubicBezTo>
                    <a:pt x="1884" y="7989"/>
                    <a:pt x="2292" y="7850"/>
                    <a:pt x="2710" y="7764"/>
                  </a:cubicBezTo>
                  <a:cubicBezTo>
                    <a:pt x="2982" y="7707"/>
                    <a:pt x="3256" y="7679"/>
                    <a:pt x="3530" y="7679"/>
                  </a:cubicBezTo>
                  <a:close/>
                  <a:moveTo>
                    <a:pt x="3859" y="0"/>
                  </a:moveTo>
                  <a:cubicBezTo>
                    <a:pt x="3580" y="5"/>
                    <a:pt x="3354" y="231"/>
                    <a:pt x="3354" y="510"/>
                  </a:cubicBezTo>
                  <a:lnTo>
                    <a:pt x="3354" y="956"/>
                  </a:lnTo>
                  <a:cubicBezTo>
                    <a:pt x="3354" y="1235"/>
                    <a:pt x="3580" y="1461"/>
                    <a:pt x="3859" y="1466"/>
                  </a:cubicBezTo>
                  <a:lnTo>
                    <a:pt x="4128" y="1466"/>
                  </a:lnTo>
                  <a:lnTo>
                    <a:pt x="4128" y="3037"/>
                  </a:lnTo>
                  <a:cubicBezTo>
                    <a:pt x="4128" y="3161"/>
                    <a:pt x="4222" y="3224"/>
                    <a:pt x="4317" y="3224"/>
                  </a:cubicBezTo>
                  <a:cubicBezTo>
                    <a:pt x="4412" y="3224"/>
                    <a:pt x="4507" y="3161"/>
                    <a:pt x="4507" y="3037"/>
                  </a:cubicBezTo>
                  <a:lnTo>
                    <a:pt x="4507" y="1466"/>
                  </a:lnTo>
                  <a:lnTo>
                    <a:pt x="6794" y="1466"/>
                  </a:lnTo>
                  <a:lnTo>
                    <a:pt x="6794" y="4641"/>
                  </a:lnTo>
                  <a:cubicBezTo>
                    <a:pt x="6794" y="4924"/>
                    <a:pt x="6967" y="5174"/>
                    <a:pt x="7231" y="5275"/>
                  </a:cubicBezTo>
                  <a:cubicBezTo>
                    <a:pt x="8336" y="5717"/>
                    <a:pt x="9210" y="6601"/>
                    <a:pt x="9638" y="7711"/>
                  </a:cubicBezTo>
                  <a:cubicBezTo>
                    <a:pt x="9297" y="7937"/>
                    <a:pt x="8922" y="8110"/>
                    <a:pt x="8533" y="8220"/>
                  </a:cubicBezTo>
                  <a:cubicBezTo>
                    <a:pt x="8175" y="8325"/>
                    <a:pt x="7823" y="8378"/>
                    <a:pt x="7478" y="8378"/>
                  </a:cubicBezTo>
                  <a:cubicBezTo>
                    <a:pt x="6878" y="8378"/>
                    <a:pt x="6299" y="8218"/>
                    <a:pt x="5747" y="7898"/>
                  </a:cubicBezTo>
                  <a:cubicBezTo>
                    <a:pt x="5049" y="7497"/>
                    <a:pt x="4292" y="7306"/>
                    <a:pt x="3533" y="7306"/>
                  </a:cubicBezTo>
                  <a:cubicBezTo>
                    <a:pt x="2902" y="7306"/>
                    <a:pt x="2271" y="7438"/>
                    <a:pt x="1673" y="7692"/>
                  </a:cubicBezTo>
                  <a:cubicBezTo>
                    <a:pt x="2100" y="6587"/>
                    <a:pt x="2970" y="5712"/>
                    <a:pt x="4075" y="5275"/>
                  </a:cubicBezTo>
                  <a:cubicBezTo>
                    <a:pt x="4334" y="5174"/>
                    <a:pt x="4507" y="4920"/>
                    <a:pt x="4512" y="4641"/>
                  </a:cubicBezTo>
                  <a:lnTo>
                    <a:pt x="4512" y="3993"/>
                  </a:lnTo>
                  <a:cubicBezTo>
                    <a:pt x="4510" y="3868"/>
                    <a:pt x="4415" y="3805"/>
                    <a:pt x="4320" y="3805"/>
                  </a:cubicBezTo>
                  <a:cubicBezTo>
                    <a:pt x="4226" y="3805"/>
                    <a:pt x="4132" y="3868"/>
                    <a:pt x="4132" y="3993"/>
                  </a:cubicBezTo>
                  <a:lnTo>
                    <a:pt x="4132" y="4641"/>
                  </a:lnTo>
                  <a:cubicBezTo>
                    <a:pt x="4132" y="4766"/>
                    <a:pt x="4056" y="4876"/>
                    <a:pt x="3935" y="4924"/>
                  </a:cubicBezTo>
                  <a:cubicBezTo>
                    <a:pt x="827" y="6154"/>
                    <a:pt x="1" y="10166"/>
                    <a:pt x="2321" y="12534"/>
                  </a:cubicBezTo>
                  <a:cubicBezTo>
                    <a:pt x="2619" y="12837"/>
                    <a:pt x="3032" y="13010"/>
                    <a:pt x="3460" y="13014"/>
                  </a:cubicBezTo>
                  <a:lnTo>
                    <a:pt x="7846" y="13014"/>
                  </a:lnTo>
                  <a:cubicBezTo>
                    <a:pt x="8278" y="13014"/>
                    <a:pt x="8687" y="12837"/>
                    <a:pt x="8989" y="12534"/>
                  </a:cubicBezTo>
                  <a:cubicBezTo>
                    <a:pt x="10570" y="10920"/>
                    <a:pt x="10767" y="8407"/>
                    <a:pt x="9460" y="6567"/>
                  </a:cubicBezTo>
                  <a:cubicBezTo>
                    <a:pt x="8936" y="5828"/>
                    <a:pt x="8211" y="5256"/>
                    <a:pt x="7370" y="4920"/>
                  </a:cubicBezTo>
                  <a:cubicBezTo>
                    <a:pt x="7255" y="4876"/>
                    <a:pt x="7173" y="4766"/>
                    <a:pt x="7173" y="4641"/>
                  </a:cubicBezTo>
                  <a:lnTo>
                    <a:pt x="7173" y="1466"/>
                  </a:lnTo>
                  <a:lnTo>
                    <a:pt x="7447" y="1466"/>
                  </a:lnTo>
                  <a:cubicBezTo>
                    <a:pt x="7726" y="1461"/>
                    <a:pt x="7952" y="1235"/>
                    <a:pt x="7952" y="956"/>
                  </a:cubicBezTo>
                  <a:lnTo>
                    <a:pt x="7952" y="510"/>
                  </a:lnTo>
                  <a:cubicBezTo>
                    <a:pt x="7952" y="231"/>
                    <a:pt x="7726" y="5"/>
                    <a:pt x="7447" y="0"/>
                  </a:cubicBezTo>
                  <a:lnTo>
                    <a:pt x="6438" y="0"/>
                  </a:lnTo>
                  <a:cubicBezTo>
                    <a:pt x="6189" y="0"/>
                    <a:pt x="6189" y="380"/>
                    <a:pt x="6438" y="380"/>
                  </a:cubicBezTo>
                  <a:lnTo>
                    <a:pt x="7447" y="380"/>
                  </a:lnTo>
                  <a:cubicBezTo>
                    <a:pt x="7514" y="380"/>
                    <a:pt x="7572" y="438"/>
                    <a:pt x="7572" y="505"/>
                  </a:cubicBezTo>
                  <a:lnTo>
                    <a:pt x="7572" y="952"/>
                  </a:lnTo>
                  <a:cubicBezTo>
                    <a:pt x="7572" y="1021"/>
                    <a:pt x="7519" y="1077"/>
                    <a:pt x="7455" y="1077"/>
                  </a:cubicBezTo>
                  <a:cubicBezTo>
                    <a:pt x="7452" y="1077"/>
                    <a:pt x="7450" y="1077"/>
                    <a:pt x="7447" y="1076"/>
                  </a:cubicBezTo>
                  <a:lnTo>
                    <a:pt x="3859" y="1076"/>
                  </a:lnTo>
                  <a:cubicBezTo>
                    <a:pt x="3856" y="1077"/>
                    <a:pt x="3853" y="1077"/>
                    <a:pt x="3851" y="1077"/>
                  </a:cubicBezTo>
                  <a:cubicBezTo>
                    <a:pt x="3787" y="1077"/>
                    <a:pt x="3734" y="1021"/>
                    <a:pt x="3734" y="952"/>
                  </a:cubicBezTo>
                  <a:lnTo>
                    <a:pt x="3734" y="505"/>
                  </a:lnTo>
                  <a:cubicBezTo>
                    <a:pt x="3734" y="438"/>
                    <a:pt x="3791" y="380"/>
                    <a:pt x="3859" y="380"/>
                  </a:cubicBezTo>
                  <a:lnTo>
                    <a:pt x="5506" y="380"/>
                  </a:lnTo>
                  <a:cubicBezTo>
                    <a:pt x="5761" y="380"/>
                    <a:pt x="5761" y="5"/>
                    <a:pt x="55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80"/>
          <p:cNvGrpSpPr/>
          <p:nvPr/>
        </p:nvGrpSpPr>
        <p:grpSpPr>
          <a:xfrm>
            <a:off x="6264910" y="4289828"/>
            <a:ext cx="202895" cy="354268"/>
            <a:chOff x="6264910" y="4289828"/>
            <a:chExt cx="202895" cy="354268"/>
          </a:xfrm>
        </p:grpSpPr>
        <p:sp>
          <p:nvSpPr>
            <p:cNvPr id="9597" name="Google Shape;9597;p80"/>
            <p:cNvSpPr/>
            <p:nvPr/>
          </p:nvSpPr>
          <p:spPr>
            <a:xfrm>
              <a:off x="6268811" y="4364781"/>
              <a:ext cx="77493" cy="31468"/>
            </a:xfrm>
            <a:custGeom>
              <a:rect b="b" l="l" r="r" t="t"/>
              <a:pathLst>
                <a:path extrusionOk="0" h="1202" w="2960">
                  <a:moveTo>
                    <a:pt x="207" y="1"/>
                  </a:moveTo>
                  <a:cubicBezTo>
                    <a:pt x="0" y="376"/>
                    <a:pt x="0" y="827"/>
                    <a:pt x="202" y="1202"/>
                  </a:cubicBezTo>
                  <a:lnTo>
                    <a:pt x="2806" y="1202"/>
                  </a:lnTo>
                  <a:cubicBezTo>
                    <a:pt x="2907" y="1019"/>
                    <a:pt x="2959" y="818"/>
                    <a:pt x="2959" y="606"/>
                  </a:cubicBezTo>
                  <a:cubicBezTo>
                    <a:pt x="2959" y="395"/>
                    <a:pt x="2902" y="184"/>
                    <a:pt x="2796"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0"/>
            <p:cNvSpPr/>
            <p:nvPr/>
          </p:nvSpPr>
          <p:spPr>
            <a:xfrm>
              <a:off x="6324391" y="4364781"/>
              <a:ext cx="21913" cy="31468"/>
            </a:xfrm>
            <a:custGeom>
              <a:rect b="b" l="l" r="r" t="t"/>
              <a:pathLst>
                <a:path extrusionOk="0" h="1202" w="837">
                  <a:moveTo>
                    <a:pt x="1" y="1"/>
                  </a:moveTo>
                  <a:cubicBezTo>
                    <a:pt x="106" y="184"/>
                    <a:pt x="159" y="395"/>
                    <a:pt x="159" y="606"/>
                  </a:cubicBezTo>
                  <a:cubicBezTo>
                    <a:pt x="159" y="818"/>
                    <a:pt x="106" y="1019"/>
                    <a:pt x="5" y="1202"/>
                  </a:cubicBezTo>
                  <a:lnTo>
                    <a:pt x="683" y="1202"/>
                  </a:lnTo>
                  <a:cubicBezTo>
                    <a:pt x="784" y="1019"/>
                    <a:pt x="836" y="818"/>
                    <a:pt x="832" y="606"/>
                  </a:cubicBezTo>
                  <a:cubicBezTo>
                    <a:pt x="836" y="395"/>
                    <a:pt x="784" y="184"/>
                    <a:pt x="67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0"/>
            <p:cNvSpPr/>
            <p:nvPr/>
          </p:nvSpPr>
          <p:spPr>
            <a:xfrm>
              <a:off x="6270068" y="4536967"/>
              <a:ext cx="76236" cy="31599"/>
            </a:xfrm>
            <a:custGeom>
              <a:rect b="b" l="l" r="r" t="t"/>
              <a:pathLst>
                <a:path extrusionOk="0" h="1207" w="2912">
                  <a:moveTo>
                    <a:pt x="154" y="1"/>
                  </a:moveTo>
                  <a:cubicBezTo>
                    <a:pt x="58" y="183"/>
                    <a:pt x="5" y="390"/>
                    <a:pt x="5" y="596"/>
                  </a:cubicBezTo>
                  <a:cubicBezTo>
                    <a:pt x="0" y="808"/>
                    <a:pt x="58" y="1019"/>
                    <a:pt x="163" y="1206"/>
                  </a:cubicBezTo>
                  <a:lnTo>
                    <a:pt x="2753" y="1206"/>
                  </a:lnTo>
                  <a:cubicBezTo>
                    <a:pt x="2859" y="1019"/>
                    <a:pt x="2911" y="808"/>
                    <a:pt x="2911" y="596"/>
                  </a:cubicBezTo>
                  <a:cubicBezTo>
                    <a:pt x="2911" y="390"/>
                    <a:pt x="2859" y="183"/>
                    <a:pt x="2758"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0"/>
            <p:cNvSpPr/>
            <p:nvPr/>
          </p:nvSpPr>
          <p:spPr>
            <a:xfrm>
              <a:off x="6324391" y="4536967"/>
              <a:ext cx="23169" cy="31599"/>
            </a:xfrm>
            <a:custGeom>
              <a:rect b="b" l="l" r="r" t="t"/>
              <a:pathLst>
                <a:path extrusionOk="0" h="1207" w="885">
                  <a:moveTo>
                    <a:pt x="10" y="1"/>
                  </a:moveTo>
                  <a:cubicBezTo>
                    <a:pt x="212" y="375"/>
                    <a:pt x="207" y="832"/>
                    <a:pt x="1" y="1206"/>
                  </a:cubicBezTo>
                  <a:lnTo>
                    <a:pt x="678" y="1206"/>
                  </a:lnTo>
                  <a:cubicBezTo>
                    <a:pt x="884" y="832"/>
                    <a:pt x="884" y="375"/>
                    <a:pt x="68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0"/>
            <p:cNvSpPr/>
            <p:nvPr/>
          </p:nvSpPr>
          <p:spPr>
            <a:xfrm>
              <a:off x="6386150" y="4450940"/>
              <a:ext cx="76367" cy="31468"/>
            </a:xfrm>
            <a:custGeom>
              <a:rect b="b" l="l" r="r" t="t"/>
              <a:pathLst>
                <a:path extrusionOk="0" h="1202" w="2917">
                  <a:moveTo>
                    <a:pt x="159" y="1"/>
                  </a:moveTo>
                  <a:cubicBezTo>
                    <a:pt x="58" y="183"/>
                    <a:pt x="0" y="390"/>
                    <a:pt x="5" y="601"/>
                  </a:cubicBezTo>
                  <a:cubicBezTo>
                    <a:pt x="5" y="808"/>
                    <a:pt x="58" y="1014"/>
                    <a:pt x="159" y="1202"/>
                  </a:cubicBezTo>
                  <a:lnTo>
                    <a:pt x="2758" y="1202"/>
                  </a:lnTo>
                  <a:cubicBezTo>
                    <a:pt x="2864" y="1019"/>
                    <a:pt x="2916" y="808"/>
                    <a:pt x="2916" y="601"/>
                  </a:cubicBezTo>
                  <a:cubicBezTo>
                    <a:pt x="2916" y="390"/>
                    <a:pt x="2859" y="178"/>
                    <a:pt x="27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0"/>
            <p:cNvSpPr/>
            <p:nvPr/>
          </p:nvSpPr>
          <p:spPr>
            <a:xfrm>
              <a:off x="6438327" y="4450809"/>
              <a:ext cx="24190" cy="31468"/>
            </a:xfrm>
            <a:custGeom>
              <a:rect b="b" l="l" r="r" t="t"/>
              <a:pathLst>
                <a:path extrusionOk="0" h="1202" w="924">
                  <a:moveTo>
                    <a:pt x="1" y="1"/>
                  </a:moveTo>
                  <a:cubicBezTo>
                    <a:pt x="107" y="183"/>
                    <a:pt x="160" y="390"/>
                    <a:pt x="160" y="601"/>
                  </a:cubicBezTo>
                  <a:cubicBezTo>
                    <a:pt x="160" y="813"/>
                    <a:pt x="107" y="1019"/>
                    <a:pt x="1" y="1202"/>
                  </a:cubicBezTo>
                  <a:lnTo>
                    <a:pt x="765" y="1202"/>
                  </a:lnTo>
                  <a:cubicBezTo>
                    <a:pt x="871" y="1019"/>
                    <a:pt x="923" y="813"/>
                    <a:pt x="923" y="601"/>
                  </a:cubicBezTo>
                  <a:cubicBezTo>
                    <a:pt x="923" y="390"/>
                    <a:pt x="871" y="183"/>
                    <a:pt x="765"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0"/>
            <p:cNvSpPr/>
            <p:nvPr/>
          </p:nvSpPr>
          <p:spPr>
            <a:xfrm>
              <a:off x="6264910" y="4289828"/>
              <a:ext cx="86734" cy="354268"/>
            </a:xfrm>
            <a:custGeom>
              <a:rect b="b" l="l" r="r" t="t"/>
              <a:pathLst>
                <a:path extrusionOk="0" h="13532" w="3313">
                  <a:moveTo>
                    <a:pt x="1653" y="2057"/>
                  </a:moveTo>
                  <a:cubicBezTo>
                    <a:pt x="1984" y="2249"/>
                    <a:pt x="2301" y="2441"/>
                    <a:pt x="2537" y="2667"/>
                  </a:cubicBezTo>
                  <a:lnTo>
                    <a:pt x="774" y="2667"/>
                  </a:lnTo>
                  <a:cubicBezTo>
                    <a:pt x="1004" y="2441"/>
                    <a:pt x="1321" y="2249"/>
                    <a:pt x="1653" y="2057"/>
                  </a:cubicBezTo>
                  <a:close/>
                  <a:moveTo>
                    <a:pt x="2820" y="3061"/>
                  </a:moveTo>
                  <a:cubicBezTo>
                    <a:pt x="2935" y="3316"/>
                    <a:pt x="2935" y="3613"/>
                    <a:pt x="2820" y="3868"/>
                  </a:cubicBezTo>
                  <a:lnTo>
                    <a:pt x="485" y="3868"/>
                  </a:lnTo>
                  <a:cubicBezTo>
                    <a:pt x="370" y="3613"/>
                    <a:pt x="370" y="3320"/>
                    <a:pt x="490" y="3061"/>
                  </a:cubicBezTo>
                  <a:close/>
                  <a:moveTo>
                    <a:pt x="2546" y="4272"/>
                  </a:moveTo>
                  <a:cubicBezTo>
                    <a:pt x="2316" y="4497"/>
                    <a:pt x="1994" y="4694"/>
                    <a:pt x="1653" y="4891"/>
                  </a:cubicBezTo>
                  <a:cubicBezTo>
                    <a:pt x="1316" y="4694"/>
                    <a:pt x="995" y="4507"/>
                    <a:pt x="759" y="4272"/>
                  </a:cubicBezTo>
                  <a:close/>
                  <a:moveTo>
                    <a:pt x="2883" y="6952"/>
                  </a:moveTo>
                  <a:cubicBezTo>
                    <a:pt x="2782" y="7500"/>
                    <a:pt x="2244" y="7831"/>
                    <a:pt x="1653" y="8168"/>
                  </a:cubicBezTo>
                  <a:cubicBezTo>
                    <a:pt x="1062" y="7831"/>
                    <a:pt x="529" y="7500"/>
                    <a:pt x="423" y="6952"/>
                  </a:cubicBezTo>
                  <a:close/>
                  <a:moveTo>
                    <a:pt x="1653" y="8629"/>
                  </a:moveTo>
                  <a:cubicBezTo>
                    <a:pt x="1994" y="8816"/>
                    <a:pt x="2316" y="9013"/>
                    <a:pt x="2546" y="9244"/>
                  </a:cubicBezTo>
                  <a:lnTo>
                    <a:pt x="759" y="9244"/>
                  </a:lnTo>
                  <a:cubicBezTo>
                    <a:pt x="995" y="9013"/>
                    <a:pt x="1316" y="8816"/>
                    <a:pt x="1653" y="8629"/>
                  </a:cubicBezTo>
                  <a:close/>
                  <a:moveTo>
                    <a:pt x="2820" y="9642"/>
                  </a:moveTo>
                  <a:cubicBezTo>
                    <a:pt x="2935" y="9897"/>
                    <a:pt x="2935" y="10190"/>
                    <a:pt x="2820" y="10450"/>
                  </a:cubicBezTo>
                  <a:lnTo>
                    <a:pt x="490" y="10450"/>
                  </a:lnTo>
                  <a:cubicBezTo>
                    <a:pt x="370" y="10190"/>
                    <a:pt x="365" y="9897"/>
                    <a:pt x="485" y="9642"/>
                  </a:cubicBezTo>
                  <a:close/>
                  <a:moveTo>
                    <a:pt x="2537" y="10843"/>
                  </a:moveTo>
                  <a:cubicBezTo>
                    <a:pt x="2301" y="11074"/>
                    <a:pt x="1984" y="11261"/>
                    <a:pt x="1653" y="11449"/>
                  </a:cubicBezTo>
                  <a:cubicBezTo>
                    <a:pt x="1316" y="11261"/>
                    <a:pt x="1004" y="11069"/>
                    <a:pt x="769" y="10843"/>
                  </a:cubicBezTo>
                  <a:close/>
                  <a:moveTo>
                    <a:pt x="202" y="1"/>
                  </a:moveTo>
                  <a:cubicBezTo>
                    <a:pt x="107" y="1"/>
                    <a:pt x="12" y="63"/>
                    <a:pt x="5" y="188"/>
                  </a:cubicBezTo>
                  <a:cubicBezTo>
                    <a:pt x="5" y="1000"/>
                    <a:pt x="620" y="1456"/>
                    <a:pt x="1259" y="1831"/>
                  </a:cubicBezTo>
                  <a:cubicBezTo>
                    <a:pt x="596" y="2220"/>
                    <a:pt x="5" y="2710"/>
                    <a:pt x="5" y="3474"/>
                  </a:cubicBezTo>
                  <a:cubicBezTo>
                    <a:pt x="5" y="4281"/>
                    <a:pt x="620" y="4742"/>
                    <a:pt x="1259" y="5117"/>
                  </a:cubicBezTo>
                  <a:cubicBezTo>
                    <a:pt x="620" y="5492"/>
                    <a:pt x="5" y="5948"/>
                    <a:pt x="5" y="6755"/>
                  </a:cubicBezTo>
                  <a:cubicBezTo>
                    <a:pt x="5" y="7567"/>
                    <a:pt x="620" y="8023"/>
                    <a:pt x="1259" y="8398"/>
                  </a:cubicBezTo>
                  <a:cubicBezTo>
                    <a:pt x="620" y="8773"/>
                    <a:pt x="5" y="9229"/>
                    <a:pt x="5" y="10041"/>
                  </a:cubicBezTo>
                  <a:cubicBezTo>
                    <a:pt x="5" y="10301"/>
                    <a:pt x="77" y="10555"/>
                    <a:pt x="216" y="10771"/>
                  </a:cubicBezTo>
                  <a:cubicBezTo>
                    <a:pt x="279" y="10839"/>
                    <a:pt x="399" y="11175"/>
                    <a:pt x="1259" y="11679"/>
                  </a:cubicBezTo>
                  <a:cubicBezTo>
                    <a:pt x="625" y="12059"/>
                    <a:pt x="10" y="12515"/>
                    <a:pt x="10" y="13322"/>
                  </a:cubicBezTo>
                  <a:cubicBezTo>
                    <a:pt x="0" y="13462"/>
                    <a:pt x="102" y="13531"/>
                    <a:pt x="204" y="13531"/>
                  </a:cubicBezTo>
                  <a:cubicBezTo>
                    <a:pt x="306" y="13531"/>
                    <a:pt x="409" y="13462"/>
                    <a:pt x="399" y="13322"/>
                  </a:cubicBezTo>
                  <a:cubicBezTo>
                    <a:pt x="399" y="12655"/>
                    <a:pt x="999" y="12285"/>
                    <a:pt x="1658" y="11910"/>
                  </a:cubicBezTo>
                  <a:cubicBezTo>
                    <a:pt x="2311" y="12285"/>
                    <a:pt x="2911" y="12655"/>
                    <a:pt x="2911" y="13322"/>
                  </a:cubicBezTo>
                  <a:cubicBezTo>
                    <a:pt x="2904" y="13462"/>
                    <a:pt x="3006" y="13531"/>
                    <a:pt x="3108" y="13531"/>
                  </a:cubicBezTo>
                  <a:cubicBezTo>
                    <a:pt x="3210" y="13531"/>
                    <a:pt x="3313" y="13462"/>
                    <a:pt x="3305" y="13322"/>
                  </a:cubicBezTo>
                  <a:cubicBezTo>
                    <a:pt x="3305" y="12515"/>
                    <a:pt x="2690" y="12059"/>
                    <a:pt x="2052" y="11679"/>
                  </a:cubicBezTo>
                  <a:cubicBezTo>
                    <a:pt x="2714" y="11290"/>
                    <a:pt x="3305" y="10805"/>
                    <a:pt x="3305" y="10036"/>
                  </a:cubicBezTo>
                  <a:cubicBezTo>
                    <a:pt x="3305" y="9229"/>
                    <a:pt x="2690" y="8773"/>
                    <a:pt x="2052" y="8393"/>
                  </a:cubicBezTo>
                  <a:cubicBezTo>
                    <a:pt x="2690" y="8019"/>
                    <a:pt x="3305" y="7562"/>
                    <a:pt x="3305" y="6750"/>
                  </a:cubicBezTo>
                  <a:cubicBezTo>
                    <a:pt x="3305" y="6587"/>
                    <a:pt x="3277" y="6419"/>
                    <a:pt x="3219" y="6260"/>
                  </a:cubicBezTo>
                  <a:cubicBezTo>
                    <a:pt x="3185" y="6168"/>
                    <a:pt x="3113" y="6129"/>
                    <a:pt x="3040" y="6129"/>
                  </a:cubicBezTo>
                  <a:cubicBezTo>
                    <a:pt x="2917" y="6129"/>
                    <a:pt x="2792" y="6241"/>
                    <a:pt x="2849" y="6395"/>
                  </a:cubicBezTo>
                  <a:cubicBezTo>
                    <a:pt x="2863" y="6448"/>
                    <a:pt x="2873" y="6501"/>
                    <a:pt x="2878" y="6553"/>
                  </a:cubicBezTo>
                  <a:lnTo>
                    <a:pt x="423" y="6553"/>
                  </a:lnTo>
                  <a:cubicBezTo>
                    <a:pt x="529" y="6006"/>
                    <a:pt x="1067" y="5674"/>
                    <a:pt x="1658" y="5338"/>
                  </a:cubicBezTo>
                  <a:cubicBezTo>
                    <a:pt x="1883" y="5463"/>
                    <a:pt x="2104" y="5602"/>
                    <a:pt x="2316" y="5756"/>
                  </a:cubicBezTo>
                  <a:cubicBezTo>
                    <a:pt x="2356" y="5786"/>
                    <a:pt x="2397" y="5799"/>
                    <a:pt x="2437" y="5799"/>
                  </a:cubicBezTo>
                  <a:cubicBezTo>
                    <a:pt x="2602" y="5799"/>
                    <a:pt x="2727" y="5566"/>
                    <a:pt x="2556" y="5434"/>
                  </a:cubicBezTo>
                  <a:cubicBezTo>
                    <a:pt x="2393" y="5319"/>
                    <a:pt x="2229" y="5213"/>
                    <a:pt x="2056" y="5112"/>
                  </a:cubicBezTo>
                  <a:cubicBezTo>
                    <a:pt x="2690" y="4738"/>
                    <a:pt x="3310" y="4281"/>
                    <a:pt x="3310" y="3469"/>
                  </a:cubicBezTo>
                  <a:cubicBezTo>
                    <a:pt x="3310" y="3210"/>
                    <a:pt x="3238" y="2955"/>
                    <a:pt x="3099" y="2739"/>
                  </a:cubicBezTo>
                  <a:cubicBezTo>
                    <a:pt x="3036" y="2672"/>
                    <a:pt x="2916" y="2336"/>
                    <a:pt x="2056" y="1831"/>
                  </a:cubicBezTo>
                  <a:cubicBezTo>
                    <a:pt x="2690" y="1456"/>
                    <a:pt x="3301" y="1000"/>
                    <a:pt x="3301" y="188"/>
                  </a:cubicBezTo>
                  <a:cubicBezTo>
                    <a:pt x="3296" y="63"/>
                    <a:pt x="3201" y="1"/>
                    <a:pt x="3106" y="1"/>
                  </a:cubicBezTo>
                  <a:cubicBezTo>
                    <a:pt x="3011" y="1"/>
                    <a:pt x="2916" y="63"/>
                    <a:pt x="2911" y="188"/>
                  </a:cubicBezTo>
                  <a:cubicBezTo>
                    <a:pt x="2911" y="861"/>
                    <a:pt x="2311" y="1226"/>
                    <a:pt x="1653" y="1601"/>
                  </a:cubicBezTo>
                  <a:cubicBezTo>
                    <a:pt x="999" y="1226"/>
                    <a:pt x="399" y="861"/>
                    <a:pt x="399" y="188"/>
                  </a:cubicBezTo>
                  <a:cubicBezTo>
                    <a:pt x="392" y="63"/>
                    <a:pt x="297"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0"/>
            <p:cNvSpPr/>
            <p:nvPr/>
          </p:nvSpPr>
          <p:spPr>
            <a:xfrm>
              <a:off x="6380731" y="4289828"/>
              <a:ext cx="87075" cy="353823"/>
            </a:xfrm>
            <a:custGeom>
              <a:rect b="b" l="l" r="r" t="t"/>
              <a:pathLst>
                <a:path extrusionOk="0" h="13515" w="3326">
                  <a:moveTo>
                    <a:pt x="2907" y="3628"/>
                  </a:moveTo>
                  <a:cubicBezTo>
                    <a:pt x="2821" y="4199"/>
                    <a:pt x="2273" y="4541"/>
                    <a:pt x="1668" y="4891"/>
                  </a:cubicBezTo>
                  <a:cubicBezTo>
                    <a:pt x="1062" y="4545"/>
                    <a:pt x="515" y="4204"/>
                    <a:pt x="433" y="3628"/>
                  </a:cubicBezTo>
                  <a:close/>
                  <a:moveTo>
                    <a:pt x="1668" y="5338"/>
                  </a:moveTo>
                  <a:cubicBezTo>
                    <a:pt x="2002" y="5529"/>
                    <a:pt x="2317" y="5724"/>
                    <a:pt x="2551" y="5948"/>
                  </a:cubicBezTo>
                  <a:lnTo>
                    <a:pt x="779" y="5948"/>
                  </a:lnTo>
                  <a:cubicBezTo>
                    <a:pt x="1014" y="5718"/>
                    <a:pt x="1331" y="5530"/>
                    <a:pt x="1668" y="5338"/>
                  </a:cubicBezTo>
                  <a:close/>
                  <a:moveTo>
                    <a:pt x="2835" y="6352"/>
                  </a:moveTo>
                  <a:cubicBezTo>
                    <a:pt x="2950" y="6606"/>
                    <a:pt x="2950" y="6904"/>
                    <a:pt x="2835" y="7159"/>
                  </a:cubicBezTo>
                  <a:lnTo>
                    <a:pt x="500" y="7159"/>
                  </a:lnTo>
                  <a:cubicBezTo>
                    <a:pt x="380" y="6904"/>
                    <a:pt x="380" y="6606"/>
                    <a:pt x="500" y="6352"/>
                  </a:cubicBezTo>
                  <a:close/>
                  <a:moveTo>
                    <a:pt x="2552" y="7553"/>
                  </a:moveTo>
                  <a:cubicBezTo>
                    <a:pt x="2321" y="7788"/>
                    <a:pt x="2004" y="7975"/>
                    <a:pt x="1668" y="8168"/>
                  </a:cubicBezTo>
                  <a:lnTo>
                    <a:pt x="1668" y="8163"/>
                  </a:lnTo>
                  <a:cubicBezTo>
                    <a:pt x="1331" y="7975"/>
                    <a:pt x="1010" y="7778"/>
                    <a:pt x="779" y="7553"/>
                  </a:cubicBezTo>
                  <a:close/>
                  <a:moveTo>
                    <a:pt x="1668" y="8619"/>
                  </a:moveTo>
                  <a:cubicBezTo>
                    <a:pt x="2254" y="8955"/>
                    <a:pt x="2792" y="9287"/>
                    <a:pt x="2902" y="9830"/>
                  </a:cubicBezTo>
                  <a:lnTo>
                    <a:pt x="438" y="9830"/>
                  </a:lnTo>
                  <a:cubicBezTo>
                    <a:pt x="548" y="9282"/>
                    <a:pt x="1082" y="8955"/>
                    <a:pt x="1668" y="8619"/>
                  </a:cubicBezTo>
                  <a:close/>
                  <a:moveTo>
                    <a:pt x="2902" y="10229"/>
                  </a:moveTo>
                  <a:cubicBezTo>
                    <a:pt x="2797" y="10781"/>
                    <a:pt x="2259" y="11117"/>
                    <a:pt x="1668" y="11449"/>
                  </a:cubicBezTo>
                  <a:cubicBezTo>
                    <a:pt x="1077" y="11112"/>
                    <a:pt x="539" y="10781"/>
                    <a:pt x="438" y="10229"/>
                  </a:cubicBezTo>
                  <a:close/>
                  <a:moveTo>
                    <a:pt x="217" y="1"/>
                  </a:moveTo>
                  <a:cubicBezTo>
                    <a:pt x="122" y="1"/>
                    <a:pt x="27" y="63"/>
                    <a:pt x="20" y="188"/>
                  </a:cubicBezTo>
                  <a:cubicBezTo>
                    <a:pt x="20" y="1000"/>
                    <a:pt x="644" y="1456"/>
                    <a:pt x="1283" y="1836"/>
                  </a:cubicBezTo>
                  <a:cubicBezTo>
                    <a:pt x="1134" y="1922"/>
                    <a:pt x="981" y="2009"/>
                    <a:pt x="841" y="2105"/>
                  </a:cubicBezTo>
                  <a:cubicBezTo>
                    <a:pt x="688" y="2215"/>
                    <a:pt x="765" y="2460"/>
                    <a:pt x="957" y="2465"/>
                  </a:cubicBezTo>
                  <a:cubicBezTo>
                    <a:pt x="1072" y="2465"/>
                    <a:pt x="1010" y="2436"/>
                    <a:pt x="1668" y="2062"/>
                  </a:cubicBezTo>
                  <a:cubicBezTo>
                    <a:pt x="2239" y="2384"/>
                    <a:pt x="2768" y="2710"/>
                    <a:pt x="2893" y="3229"/>
                  </a:cubicBezTo>
                  <a:lnTo>
                    <a:pt x="467" y="3229"/>
                  </a:lnTo>
                  <a:cubicBezTo>
                    <a:pt x="472" y="3167"/>
                    <a:pt x="481" y="3109"/>
                    <a:pt x="500" y="3051"/>
                  </a:cubicBezTo>
                  <a:cubicBezTo>
                    <a:pt x="548" y="2955"/>
                    <a:pt x="500" y="2835"/>
                    <a:pt x="399" y="2792"/>
                  </a:cubicBezTo>
                  <a:cubicBezTo>
                    <a:pt x="374" y="2781"/>
                    <a:pt x="348" y="2775"/>
                    <a:pt x="322" y="2775"/>
                  </a:cubicBezTo>
                  <a:cubicBezTo>
                    <a:pt x="248" y="2775"/>
                    <a:pt x="176" y="2818"/>
                    <a:pt x="140" y="2893"/>
                  </a:cubicBezTo>
                  <a:cubicBezTo>
                    <a:pt x="73" y="3056"/>
                    <a:pt x="30" y="3234"/>
                    <a:pt x="25" y="3412"/>
                  </a:cubicBezTo>
                  <a:cubicBezTo>
                    <a:pt x="25" y="3421"/>
                    <a:pt x="20" y="3421"/>
                    <a:pt x="20" y="3431"/>
                  </a:cubicBezTo>
                  <a:cubicBezTo>
                    <a:pt x="20" y="3436"/>
                    <a:pt x="25" y="3436"/>
                    <a:pt x="25" y="3436"/>
                  </a:cubicBezTo>
                  <a:cubicBezTo>
                    <a:pt x="1" y="4248"/>
                    <a:pt x="572" y="4704"/>
                    <a:pt x="1274" y="5112"/>
                  </a:cubicBezTo>
                  <a:cubicBezTo>
                    <a:pt x="640" y="5492"/>
                    <a:pt x="20" y="5948"/>
                    <a:pt x="20" y="6755"/>
                  </a:cubicBezTo>
                  <a:cubicBezTo>
                    <a:pt x="20" y="7567"/>
                    <a:pt x="640" y="8023"/>
                    <a:pt x="1274" y="8398"/>
                  </a:cubicBezTo>
                  <a:cubicBezTo>
                    <a:pt x="592" y="8802"/>
                    <a:pt x="20" y="9258"/>
                    <a:pt x="20" y="10041"/>
                  </a:cubicBezTo>
                  <a:cubicBezTo>
                    <a:pt x="20" y="10853"/>
                    <a:pt x="640" y="11309"/>
                    <a:pt x="1274" y="11684"/>
                  </a:cubicBezTo>
                  <a:cubicBezTo>
                    <a:pt x="640" y="12064"/>
                    <a:pt x="20" y="12520"/>
                    <a:pt x="20" y="13327"/>
                  </a:cubicBezTo>
                  <a:cubicBezTo>
                    <a:pt x="27" y="13452"/>
                    <a:pt x="122" y="13514"/>
                    <a:pt x="217" y="13514"/>
                  </a:cubicBezTo>
                  <a:cubicBezTo>
                    <a:pt x="312" y="13514"/>
                    <a:pt x="407" y="13452"/>
                    <a:pt x="414" y="13327"/>
                  </a:cubicBezTo>
                  <a:cubicBezTo>
                    <a:pt x="414" y="12659"/>
                    <a:pt x="1010" y="12289"/>
                    <a:pt x="1668" y="11915"/>
                  </a:cubicBezTo>
                  <a:cubicBezTo>
                    <a:pt x="2326" y="12289"/>
                    <a:pt x="2926" y="12659"/>
                    <a:pt x="2926" y="13327"/>
                  </a:cubicBezTo>
                  <a:cubicBezTo>
                    <a:pt x="2934" y="13452"/>
                    <a:pt x="3028" y="13514"/>
                    <a:pt x="3123" y="13514"/>
                  </a:cubicBezTo>
                  <a:cubicBezTo>
                    <a:pt x="3218" y="13514"/>
                    <a:pt x="3313" y="13452"/>
                    <a:pt x="3320" y="13327"/>
                  </a:cubicBezTo>
                  <a:cubicBezTo>
                    <a:pt x="3320" y="12520"/>
                    <a:pt x="2701" y="12064"/>
                    <a:pt x="2066" y="11684"/>
                  </a:cubicBezTo>
                  <a:cubicBezTo>
                    <a:pt x="2739" y="11290"/>
                    <a:pt x="3325" y="10829"/>
                    <a:pt x="3320" y="10036"/>
                  </a:cubicBezTo>
                  <a:cubicBezTo>
                    <a:pt x="3311" y="9234"/>
                    <a:pt x="2701" y="8778"/>
                    <a:pt x="2066" y="8403"/>
                  </a:cubicBezTo>
                  <a:cubicBezTo>
                    <a:pt x="2701" y="8028"/>
                    <a:pt x="3320" y="7572"/>
                    <a:pt x="3320" y="6760"/>
                  </a:cubicBezTo>
                  <a:cubicBezTo>
                    <a:pt x="3320" y="5948"/>
                    <a:pt x="2701" y="5492"/>
                    <a:pt x="2066" y="5117"/>
                  </a:cubicBezTo>
                  <a:cubicBezTo>
                    <a:pt x="2787" y="4694"/>
                    <a:pt x="3320" y="4257"/>
                    <a:pt x="3320" y="3431"/>
                  </a:cubicBezTo>
                  <a:cubicBezTo>
                    <a:pt x="3320" y="3421"/>
                    <a:pt x="3316" y="3412"/>
                    <a:pt x="3316" y="3412"/>
                  </a:cubicBezTo>
                  <a:cubicBezTo>
                    <a:pt x="3282" y="2643"/>
                    <a:pt x="2686" y="2196"/>
                    <a:pt x="2066" y="1831"/>
                  </a:cubicBezTo>
                  <a:cubicBezTo>
                    <a:pt x="2701" y="1456"/>
                    <a:pt x="3320" y="1000"/>
                    <a:pt x="3320" y="188"/>
                  </a:cubicBezTo>
                  <a:cubicBezTo>
                    <a:pt x="3313" y="63"/>
                    <a:pt x="3218" y="1"/>
                    <a:pt x="3123" y="1"/>
                  </a:cubicBezTo>
                  <a:cubicBezTo>
                    <a:pt x="3028" y="1"/>
                    <a:pt x="2934" y="63"/>
                    <a:pt x="2926" y="188"/>
                  </a:cubicBezTo>
                  <a:cubicBezTo>
                    <a:pt x="2926" y="861"/>
                    <a:pt x="2331" y="1231"/>
                    <a:pt x="1673" y="1601"/>
                  </a:cubicBezTo>
                  <a:cubicBezTo>
                    <a:pt x="1014" y="1226"/>
                    <a:pt x="414" y="861"/>
                    <a:pt x="414" y="188"/>
                  </a:cubicBezTo>
                  <a:cubicBezTo>
                    <a:pt x="407" y="63"/>
                    <a:pt x="312" y="1"/>
                    <a:pt x="2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5" name="Google Shape;9605;p80"/>
          <p:cNvGrpSpPr/>
          <p:nvPr/>
        </p:nvGrpSpPr>
        <p:grpSpPr>
          <a:xfrm>
            <a:off x="7972606" y="3826547"/>
            <a:ext cx="335863" cy="339685"/>
            <a:chOff x="7972606" y="3826547"/>
            <a:chExt cx="335863" cy="339685"/>
          </a:xfrm>
        </p:grpSpPr>
        <p:sp>
          <p:nvSpPr>
            <p:cNvPr id="9606" name="Google Shape;9606;p80"/>
            <p:cNvSpPr/>
            <p:nvPr/>
          </p:nvSpPr>
          <p:spPr>
            <a:xfrm>
              <a:off x="8048318" y="3874299"/>
              <a:ext cx="198759" cy="189622"/>
            </a:xfrm>
            <a:custGeom>
              <a:rect b="b" l="l" r="r" t="t"/>
              <a:pathLst>
                <a:path extrusionOk="0" h="7243" w="7592">
                  <a:moveTo>
                    <a:pt x="1134" y="0"/>
                  </a:moveTo>
                  <a:cubicBezTo>
                    <a:pt x="510" y="0"/>
                    <a:pt x="1" y="505"/>
                    <a:pt x="1" y="1129"/>
                  </a:cubicBezTo>
                  <a:cubicBezTo>
                    <a:pt x="1" y="1754"/>
                    <a:pt x="510" y="2263"/>
                    <a:pt x="1134" y="2263"/>
                  </a:cubicBezTo>
                  <a:cubicBezTo>
                    <a:pt x="726" y="2263"/>
                    <a:pt x="351" y="2479"/>
                    <a:pt x="150" y="2830"/>
                  </a:cubicBezTo>
                  <a:cubicBezTo>
                    <a:pt x="289" y="3310"/>
                    <a:pt x="390" y="3800"/>
                    <a:pt x="447" y="4290"/>
                  </a:cubicBezTo>
                  <a:cubicBezTo>
                    <a:pt x="644" y="4444"/>
                    <a:pt x="885" y="4526"/>
                    <a:pt x="1130" y="4526"/>
                  </a:cubicBezTo>
                  <a:cubicBezTo>
                    <a:pt x="904" y="4526"/>
                    <a:pt x="678" y="4593"/>
                    <a:pt x="491" y="4723"/>
                  </a:cubicBezTo>
                  <a:cubicBezTo>
                    <a:pt x="544" y="5352"/>
                    <a:pt x="558" y="5981"/>
                    <a:pt x="539" y="6615"/>
                  </a:cubicBezTo>
                  <a:cubicBezTo>
                    <a:pt x="544" y="7047"/>
                    <a:pt x="2354" y="7243"/>
                    <a:pt x="4101" y="7243"/>
                  </a:cubicBezTo>
                  <a:cubicBezTo>
                    <a:pt x="5697" y="7243"/>
                    <a:pt x="7241" y="7079"/>
                    <a:pt x="7308" y="6784"/>
                  </a:cubicBezTo>
                  <a:cubicBezTo>
                    <a:pt x="7481" y="6591"/>
                    <a:pt x="7562" y="6308"/>
                    <a:pt x="7591" y="5967"/>
                  </a:cubicBezTo>
                  <a:lnTo>
                    <a:pt x="7341" y="5078"/>
                  </a:lnTo>
                  <a:cubicBezTo>
                    <a:pt x="7437" y="4910"/>
                    <a:pt x="7485" y="4718"/>
                    <a:pt x="7485" y="4521"/>
                  </a:cubicBezTo>
                  <a:cubicBezTo>
                    <a:pt x="7485" y="3896"/>
                    <a:pt x="6976" y="3392"/>
                    <a:pt x="6352" y="3392"/>
                  </a:cubicBezTo>
                  <a:cubicBezTo>
                    <a:pt x="6976" y="3392"/>
                    <a:pt x="7485" y="2883"/>
                    <a:pt x="7485" y="2258"/>
                  </a:cubicBezTo>
                  <a:cubicBezTo>
                    <a:pt x="7485" y="1634"/>
                    <a:pt x="6976" y="1129"/>
                    <a:pt x="6352" y="1129"/>
                  </a:cubicBezTo>
                  <a:lnTo>
                    <a:pt x="5381" y="1211"/>
                  </a:lnTo>
                  <a:lnTo>
                    <a:pt x="3392" y="1248"/>
                  </a:lnTo>
                  <a:lnTo>
                    <a:pt x="3392" y="1248"/>
                  </a:lnTo>
                  <a:cubicBezTo>
                    <a:pt x="3925" y="1228"/>
                    <a:pt x="4390" y="877"/>
                    <a:pt x="4670" y="466"/>
                  </a:cubicBezTo>
                  <a:lnTo>
                    <a:pt x="1134"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0"/>
            <p:cNvSpPr/>
            <p:nvPr/>
          </p:nvSpPr>
          <p:spPr>
            <a:xfrm>
              <a:off x="8052507" y="3989779"/>
              <a:ext cx="163965" cy="19373"/>
            </a:xfrm>
            <a:custGeom>
              <a:rect b="b" l="l" r="r" t="t"/>
              <a:pathLst>
                <a:path extrusionOk="0" h="740" w="6263">
                  <a:moveTo>
                    <a:pt x="283" y="0"/>
                  </a:moveTo>
                  <a:cubicBezTo>
                    <a:pt x="122" y="0"/>
                    <a:pt x="1" y="222"/>
                    <a:pt x="167" y="350"/>
                  </a:cubicBezTo>
                  <a:cubicBezTo>
                    <a:pt x="393" y="528"/>
                    <a:pt x="672" y="624"/>
                    <a:pt x="960" y="624"/>
                  </a:cubicBezTo>
                  <a:cubicBezTo>
                    <a:pt x="1782" y="701"/>
                    <a:pt x="2617" y="739"/>
                    <a:pt x="3458" y="739"/>
                  </a:cubicBezTo>
                  <a:cubicBezTo>
                    <a:pt x="4299" y="739"/>
                    <a:pt x="5154" y="696"/>
                    <a:pt x="6009" y="619"/>
                  </a:cubicBezTo>
                  <a:cubicBezTo>
                    <a:pt x="6263" y="605"/>
                    <a:pt x="6237" y="233"/>
                    <a:pt x="6001" y="233"/>
                  </a:cubicBezTo>
                  <a:cubicBezTo>
                    <a:pt x="5991" y="233"/>
                    <a:pt x="5981" y="233"/>
                    <a:pt x="5971" y="235"/>
                  </a:cubicBezTo>
                  <a:cubicBezTo>
                    <a:pt x="5142" y="312"/>
                    <a:pt x="4311" y="350"/>
                    <a:pt x="3480" y="350"/>
                  </a:cubicBezTo>
                  <a:cubicBezTo>
                    <a:pt x="2649" y="350"/>
                    <a:pt x="1818" y="312"/>
                    <a:pt x="989" y="235"/>
                  </a:cubicBezTo>
                  <a:lnTo>
                    <a:pt x="970" y="235"/>
                  </a:lnTo>
                  <a:cubicBezTo>
                    <a:pt x="768" y="235"/>
                    <a:pt x="566" y="168"/>
                    <a:pt x="403" y="43"/>
                  </a:cubicBezTo>
                  <a:cubicBezTo>
                    <a:pt x="363" y="13"/>
                    <a:pt x="322" y="0"/>
                    <a:pt x="2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0"/>
            <p:cNvSpPr/>
            <p:nvPr/>
          </p:nvSpPr>
          <p:spPr>
            <a:xfrm>
              <a:off x="8046302" y="3936712"/>
              <a:ext cx="168442" cy="25133"/>
            </a:xfrm>
            <a:custGeom>
              <a:rect b="b" l="l" r="r" t="t"/>
              <a:pathLst>
                <a:path extrusionOk="0" h="960" w="6434">
                  <a:moveTo>
                    <a:pt x="6216" y="0"/>
                  </a:moveTo>
                  <a:cubicBezTo>
                    <a:pt x="6203" y="0"/>
                    <a:pt x="6191" y="2"/>
                    <a:pt x="6179" y="4"/>
                  </a:cubicBezTo>
                  <a:cubicBezTo>
                    <a:pt x="5463" y="174"/>
                    <a:pt x="4700" y="260"/>
                    <a:pt x="3881" y="260"/>
                  </a:cubicBezTo>
                  <a:cubicBezTo>
                    <a:pt x="3061" y="260"/>
                    <a:pt x="2184" y="174"/>
                    <a:pt x="1240" y="4"/>
                  </a:cubicBezTo>
                  <a:lnTo>
                    <a:pt x="1207" y="4"/>
                  </a:lnTo>
                  <a:cubicBezTo>
                    <a:pt x="731" y="4"/>
                    <a:pt x="294" y="259"/>
                    <a:pt x="58" y="667"/>
                  </a:cubicBezTo>
                  <a:cubicBezTo>
                    <a:pt x="1" y="758"/>
                    <a:pt x="34" y="878"/>
                    <a:pt x="126" y="931"/>
                  </a:cubicBezTo>
                  <a:cubicBezTo>
                    <a:pt x="159" y="950"/>
                    <a:pt x="188" y="955"/>
                    <a:pt x="227" y="960"/>
                  </a:cubicBezTo>
                  <a:cubicBezTo>
                    <a:pt x="294" y="960"/>
                    <a:pt x="361" y="917"/>
                    <a:pt x="390" y="854"/>
                  </a:cubicBezTo>
                  <a:cubicBezTo>
                    <a:pt x="558" y="571"/>
                    <a:pt x="856" y="393"/>
                    <a:pt x="1187" y="383"/>
                  </a:cubicBezTo>
                  <a:cubicBezTo>
                    <a:pt x="2149" y="555"/>
                    <a:pt x="3043" y="640"/>
                    <a:pt x="3880" y="640"/>
                  </a:cubicBezTo>
                  <a:cubicBezTo>
                    <a:pt x="4729" y="640"/>
                    <a:pt x="5520" y="553"/>
                    <a:pt x="6265" y="379"/>
                  </a:cubicBezTo>
                  <a:cubicBezTo>
                    <a:pt x="6371" y="355"/>
                    <a:pt x="6433" y="249"/>
                    <a:pt x="6409" y="148"/>
                  </a:cubicBezTo>
                  <a:cubicBezTo>
                    <a:pt x="6388" y="59"/>
                    <a:pt x="6304" y="0"/>
                    <a:pt x="6216"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0"/>
            <p:cNvSpPr/>
            <p:nvPr/>
          </p:nvSpPr>
          <p:spPr>
            <a:xfrm>
              <a:off x="8076017" y="3967133"/>
              <a:ext cx="162866" cy="16467"/>
            </a:xfrm>
            <a:custGeom>
              <a:rect b="b" l="l" r="r" t="t"/>
              <a:pathLst>
                <a:path extrusionOk="0" h="629" w="6221">
                  <a:moveTo>
                    <a:pt x="268" y="0"/>
                  </a:moveTo>
                  <a:cubicBezTo>
                    <a:pt x="50" y="0"/>
                    <a:pt x="0" y="334"/>
                    <a:pt x="235" y="384"/>
                  </a:cubicBezTo>
                  <a:cubicBezTo>
                    <a:pt x="1032" y="540"/>
                    <a:pt x="1859" y="618"/>
                    <a:pt x="2707" y="618"/>
                  </a:cubicBezTo>
                  <a:cubicBezTo>
                    <a:pt x="3555" y="618"/>
                    <a:pt x="4424" y="540"/>
                    <a:pt x="5308" y="384"/>
                  </a:cubicBezTo>
                  <a:cubicBezTo>
                    <a:pt x="5515" y="384"/>
                    <a:pt x="5716" y="456"/>
                    <a:pt x="5880" y="586"/>
                  </a:cubicBezTo>
                  <a:cubicBezTo>
                    <a:pt x="5913" y="615"/>
                    <a:pt x="5957" y="629"/>
                    <a:pt x="6000" y="629"/>
                  </a:cubicBezTo>
                  <a:cubicBezTo>
                    <a:pt x="6058" y="624"/>
                    <a:pt x="6110" y="605"/>
                    <a:pt x="6154" y="562"/>
                  </a:cubicBezTo>
                  <a:cubicBezTo>
                    <a:pt x="6221" y="480"/>
                    <a:pt x="6206" y="360"/>
                    <a:pt x="6120" y="293"/>
                  </a:cubicBezTo>
                  <a:cubicBezTo>
                    <a:pt x="5885" y="105"/>
                    <a:pt x="5596" y="4"/>
                    <a:pt x="5294" y="4"/>
                  </a:cubicBezTo>
                  <a:lnTo>
                    <a:pt x="5260" y="4"/>
                  </a:lnTo>
                  <a:cubicBezTo>
                    <a:pt x="4395" y="158"/>
                    <a:pt x="3546" y="235"/>
                    <a:pt x="2719" y="235"/>
                  </a:cubicBezTo>
                  <a:cubicBezTo>
                    <a:pt x="1892" y="235"/>
                    <a:pt x="1088" y="158"/>
                    <a:pt x="312" y="4"/>
                  </a:cubicBezTo>
                  <a:cubicBezTo>
                    <a:pt x="297" y="2"/>
                    <a:pt x="282" y="0"/>
                    <a:pt x="268"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0"/>
            <p:cNvSpPr/>
            <p:nvPr/>
          </p:nvSpPr>
          <p:spPr>
            <a:xfrm>
              <a:off x="8075991" y="3902364"/>
              <a:ext cx="162892" cy="16467"/>
            </a:xfrm>
            <a:custGeom>
              <a:rect b="b" l="l" r="r" t="t"/>
              <a:pathLst>
                <a:path extrusionOk="0" h="629" w="6222">
                  <a:moveTo>
                    <a:pt x="270" y="0"/>
                  </a:moveTo>
                  <a:cubicBezTo>
                    <a:pt x="51" y="0"/>
                    <a:pt x="1" y="339"/>
                    <a:pt x="236" y="384"/>
                  </a:cubicBezTo>
                  <a:cubicBezTo>
                    <a:pt x="1033" y="540"/>
                    <a:pt x="1860" y="618"/>
                    <a:pt x="2708" y="618"/>
                  </a:cubicBezTo>
                  <a:cubicBezTo>
                    <a:pt x="3556" y="618"/>
                    <a:pt x="4425" y="540"/>
                    <a:pt x="5309" y="384"/>
                  </a:cubicBezTo>
                  <a:cubicBezTo>
                    <a:pt x="5516" y="389"/>
                    <a:pt x="5717" y="456"/>
                    <a:pt x="5881" y="586"/>
                  </a:cubicBezTo>
                  <a:cubicBezTo>
                    <a:pt x="5914" y="615"/>
                    <a:pt x="5958" y="629"/>
                    <a:pt x="6001" y="629"/>
                  </a:cubicBezTo>
                  <a:cubicBezTo>
                    <a:pt x="6059" y="629"/>
                    <a:pt x="6111" y="605"/>
                    <a:pt x="6155" y="566"/>
                  </a:cubicBezTo>
                  <a:cubicBezTo>
                    <a:pt x="6222" y="480"/>
                    <a:pt x="6207" y="360"/>
                    <a:pt x="6121" y="293"/>
                  </a:cubicBezTo>
                  <a:cubicBezTo>
                    <a:pt x="5886" y="110"/>
                    <a:pt x="5597" y="4"/>
                    <a:pt x="5295" y="4"/>
                  </a:cubicBezTo>
                  <a:lnTo>
                    <a:pt x="5261" y="4"/>
                  </a:lnTo>
                  <a:cubicBezTo>
                    <a:pt x="4396" y="161"/>
                    <a:pt x="3547" y="239"/>
                    <a:pt x="2720" y="239"/>
                  </a:cubicBezTo>
                  <a:cubicBezTo>
                    <a:pt x="1893" y="239"/>
                    <a:pt x="1089" y="161"/>
                    <a:pt x="313" y="4"/>
                  </a:cubicBezTo>
                  <a:cubicBezTo>
                    <a:pt x="298" y="2"/>
                    <a:pt x="283" y="0"/>
                    <a:pt x="27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0"/>
            <p:cNvSpPr/>
            <p:nvPr/>
          </p:nvSpPr>
          <p:spPr>
            <a:xfrm>
              <a:off x="8076095" y="4016718"/>
              <a:ext cx="167343" cy="25630"/>
            </a:xfrm>
            <a:custGeom>
              <a:rect b="b" l="l" r="r" t="t"/>
              <a:pathLst>
                <a:path extrusionOk="0" h="979" w="6392">
                  <a:moveTo>
                    <a:pt x="6116" y="1"/>
                  </a:moveTo>
                  <a:cubicBezTo>
                    <a:pt x="6069" y="1"/>
                    <a:pt x="6020" y="20"/>
                    <a:pt x="5978" y="66"/>
                  </a:cubicBezTo>
                  <a:cubicBezTo>
                    <a:pt x="5795" y="258"/>
                    <a:pt x="5545" y="368"/>
                    <a:pt x="5286" y="368"/>
                  </a:cubicBezTo>
                  <a:lnTo>
                    <a:pt x="5252" y="368"/>
                  </a:lnTo>
                  <a:cubicBezTo>
                    <a:pt x="4472" y="517"/>
                    <a:pt x="3676" y="592"/>
                    <a:pt x="2856" y="592"/>
                  </a:cubicBezTo>
                  <a:cubicBezTo>
                    <a:pt x="2035" y="592"/>
                    <a:pt x="1188" y="517"/>
                    <a:pt x="304" y="368"/>
                  </a:cubicBezTo>
                  <a:cubicBezTo>
                    <a:pt x="290" y="366"/>
                    <a:pt x="277" y="365"/>
                    <a:pt x="265" y="365"/>
                  </a:cubicBezTo>
                  <a:cubicBezTo>
                    <a:pt x="44" y="365"/>
                    <a:pt x="1" y="707"/>
                    <a:pt x="242" y="748"/>
                  </a:cubicBezTo>
                  <a:cubicBezTo>
                    <a:pt x="1102" y="897"/>
                    <a:pt x="1981" y="974"/>
                    <a:pt x="2860" y="978"/>
                  </a:cubicBezTo>
                  <a:cubicBezTo>
                    <a:pt x="3681" y="978"/>
                    <a:pt x="4503" y="906"/>
                    <a:pt x="5310" y="753"/>
                  </a:cubicBezTo>
                  <a:cubicBezTo>
                    <a:pt x="5670" y="748"/>
                    <a:pt x="6016" y="594"/>
                    <a:pt x="6261" y="330"/>
                  </a:cubicBezTo>
                  <a:cubicBezTo>
                    <a:pt x="6392" y="185"/>
                    <a:pt x="6262" y="1"/>
                    <a:pt x="611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0"/>
            <p:cNvSpPr/>
            <p:nvPr/>
          </p:nvSpPr>
          <p:spPr>
            <a:xfrm>
              <a:off x="8053868" y="3874168"/>
              <a:ext cx="116737" cy="26939"/>
            </a:xfrm>
            <a:custGeom>
              <a:rect b="b" l="l" r="r" t="t"/>
              <a:pathLst>
                <a:path extrusionOk="0" h="1029" w="4459">
                  <a:moveTo>
                    <a:pt x="918" y="1"/>
                  </a:moveTo>
                  <a:cubicBezTo>
                    <a:pt x="553" y="1"/>
                    <a:pt x="211" y="178"/>
                    <a:pt x="0" y="471"/>
                  </a:cubicBezTo>
                  <a:cubicBezTo>
                    <a:pt x="152" y="418"/>
                    <a:pt x="311" y="391"/>
                    <a:pt x="470" y="391"/>
                  </a:cubicBezTo>
                  <a:cubicBezTo>
                    <a:pt x="667" y="391"/>
                    <a:pt x="864" y="432"/>
                    <a:pt x="1047" y="515"/>
                  </a:cubicBezTo>
                  <a:cubicBezTo>
                    <a:pt x="1823" y="854"/>
                    <a:pt x="2602" y="1028"/>
                    <a:pt x="3381" y="1028"/>
                  </a:cubicBezTo>
                  <a:cubicBezTo>
                    <a:pt x="3562" y="1028"/>
                    <a:pt x="3744" y="1019"/>
                    <a:pt x="3925" y="1000"/>
                  </a:cubicBezTo>
                  <a:cubicBezTo>
                    <a:pt x="4136" y="856"/>
                    <a:pt x="4314" y="678"/>
                    <a:pt x="4458" y="466"/>
                  </a:cubicBezTo>
                  <a:lnTo>
                    <a:pt x="91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0"/>
            <p:cNvSpPr/>
            <p:nvPr/>
          </p:nvSpPr>
          <p:spPr>
            <a:xfrm>
              <a:off x="7988968" y="3831678"/>
              <a:ext cx="305887" cy="329528"/>
            </a:xfrm>
            <a:custGeom>
              <a:rect b="b" l="l" r="r" t="t"/>
              <a:pathLst>
                <a:path extrusionOk="0" h="12587" w="11684">
                  <a:moveTo>
                    <a:pt x="2944" y="1"/>
                  </a:moveTo>
                  <a:cubicBezTo>
                    <a:pt x="2576" y="1"/>
                    <a:pt x="2208" y="70"/>
                    <a:pt x="1859" y="206"/>
                  </a:cubicBezTo>
                  <a:cubicBezTo>
                    <a:pt x="1148" y="480"/>
                    <a:pt x="577" y="1037"/>
                    <a:pt x="279" y="1739"/>
                  </a:cubicBezTo>
                  <a:cubicBezTo>
                    <a:pt x="260" y="1777"/>
                    <a:pt x="245" y="1820"/>
                    <a:pt x="231" y="1859"/>
                  </a:cubicBezTo>
                  <a:cubicBezTo>
                    <a:pt x="0" y="2488"/>
                    <a:pt x="72" y="3194"/>
                    <a:pt x="437" y="3766"/>
                  </a:cubicBezTo>
                  <a:cubicBezTo>
                    <a:pt x="716" y="4222"/>
                    <a:pt x="913" y="4727"/>
                    <a:pt x="1023" y="5251"/>
                  </a:cubicBezTo>
                  <a:cubicBezTo>
                    <a:pt x="1038" y="5251"/>
                    <a:pt x="1148" y="5712"/>
                    <a:pt x="1192" y="6144"/>
                  </a:cubicBezTo>
                  <a:cubicBezTo>
                    <a:pt x="1316" y="7446"/>
                    <a:pt x="1254" y="8892"/>
                    <a:pt x="1129" y="10155"/>
                  </a:cubicBezTo>
                  <a:cubicBezTo>
                    <a:pt x="1091" y="10573"/>
                    <a:pt x="1398" y="10953"/>
                    <a:pt x="1821" y="10991"/>
                  </a:cubicBezTo>
                  <a:cubicBezTo>
                    <a:pt x="1848" y="10994"/>
                    <a:pt x="1874" y="10995"/>
                    <a:pt x="1900" y="10995"/>
                  </a:cubicBezTo>
                  <a:cubicBezTo>
                    <a:pt x="2290" y="10995"/>
                    <a:pt x="2621" y="10700"/>
                    <a:pt x="2662" y="10304"/>
                  </a:cubicBezTo>
                  <a:cubicBezTo>
                    <a:pt x="2820" y="8681"/>
                    <a:pt x="2849" y="7408"/>
                    <a:pt x="2748" y="6303"/>
                  </a:cubicBezTo>
                  <a:cubicBezTo>
                    <a:pt x="2623" y="4919"/>
                    <a:pt x="2297" y="3814"/>
                    <a:pt x="1744" y="2940"/>
                  </a:cubicBezTo>
                  <a:cubicBezTo>
                    <a:pt x="1638" y="2781"/>
                    <a:pt x="1614" y="2580"/>
                    <a:pt x="1682" y="2397"/>
                  </a:cubicBezTo>
                  <a:cubicBezTo>
                    <a:pt x="1686" y="2378"/>
                    <a:pt x="1696" y="2359"/>
                    <a:pt x="1706" y="2339"/>
                  </a:cubicBezTo>
                  <a:cubicBezTo>
                    <a:pt x="1840" y="2013"/>
                    <a:pt x="2104" y="1758"/>
                    <a:pt x="2436" y="1633"/>
                  </a:cubicBezTo>
                  <a:cubicBezTo>
                    <a:pt x="2601" y="1565"/>
                    <a:pt x="2776" y="1531"/>
                    <a:pt x="2950" y="1531"/>
                  </a:cubicBezTo>
                  <a:cubicBezTo>
                    <a:pt x="3144" y="1531"/>
                    <a:pt x="3339" y="1573"/>
                    <a:pt x="3522" y="1657"/>
                  </a:cubicBezTo>
                  <a:cubicBezTo>
                    <a:pt x="4295" y="1998"/>
                    <a:pt x="5073" y="2169"/>
                    <a:pt x="5852" y="2169"/>
                  </a:cubicBezTo>
                  <a:cubicBezTo>
                    <a:pt x="6630" y="2169"/>
                    <a:pt x="7408" y="1998"/>
                    <a:pt x="8181" y="1657"/>
                  </a:cubicBezTo>
                  <a:cubicBezTo>
                    <a:pt x="8362" y="1576"/>
                    <a:pt x="8557" y="1535"/>
                    <a:pt x="8753" y="1535"/>
                  </a:cubicBezTo>
                  <a:cubicBezTo>
                    <a:pt x="8927" y="1535"/>
                    <a:pt x="9102" y="1567"/>
                    <a:pt x="9267" y="1633"/>
                  </a:cubicBezTo>
                  <a:cubicBezTo>
                    <a:pt x="9599" y="1758"/>
                    <a:pt x="9858" y="2013"/>
                    <a:pt x="9997" y="2339"/>
                  </a:cubicBezTo>
                  <a:lnTo>
                    <a:pt x="10017" y="2383"/>
                  </a:lnTo>
                  <a:cubicBezTo>
                    <a:pt x="10103" y="2613"/>
                    <a:pt x="10118" y="2868"/>
                    <a:pt x="10060" y="3108"/>
                  </a:cubicBezTo>
                  <a:cubicBezTo>
                    <a:pt x="9791" y="4309"/>
                    <a:pt x="9700" y="5673"/>
                    <a:pt x="9776" y="7283"/>
                  </a:cubicBezTo>
                  <a:cubicBezTo>
                    <a:pt x="9829" y="8263"/>
                    <a:pt x="9282" y="9175"/>
                    <a:pt x="8393" y="9589"/>
                  </a:cubicBezTo>
                  <a:lnTo>
                    <a:pt x="8345" y="9613"/>
                  </a:lnTo>
                  <a:cubicBezTo>
                    <a:pt x="7711" y="9934"/>
                    <a:pt x="7394" y="10660"/>
                    <a:pt x="7581" y="11342"/>
                  </a:cubicBezTo>
                  <a:lnTo>
                    <a:pt x="7725" y="11885"/>
                  </a:lnTo>
                  <a:cubicBezTo>
                    <a:pt x="7773" y="12058"/>
                    <a:pt x="7836" y="12226"/>
                    <a:pt x="7922" y="12380"/>
                  </a:cubicBezTo>
                  <a:cubicBezTo>
                    <a:pt x="7994" y="12509"/>
                    <a:pt x="8052" y="12581"/>
                    <a:pt x="8210" y="12586"/>
                  </a:cubicBezTo>
                  <a:lnTo>
                    <a:pt x="8220" y="12586"/>
                  </a:lnTo>
                  <a:cubicBezTo>
                    <a:pt x="8451" y="12586"/>
                    <a:pt x="8566" y="12336"/>
                    <a:pt x="8647" y="12168"/>
                  </a:cubicBezTo>
                  <a:lnTo>
                    <a:pt x="9017" y="11015"/>
                  </a:lnTo>
                  <a:cubicBezTo>
                    <a:pt x="9017" y="11001"/>
                    <a:pt x="9022" y="10987"/>
                    <a:pt x="9037" y="10982"/>
                  </a:cubicBezTo>
                  <a:cubicBezTo>
                    <a:pt x="10492" y="10304"/>
                    <a:pt x="11391" y="8810"/>
                    <a:pt x="11304" y="7206"/>
                  </a:cubicBezTo>
                  <a:cubicBezTo>
                    <a:pt x="11232" y="5741"/>
                    <a:pt x="11314" y="4511"/>
                    <a:pt x="11559" y="3449"/>
                  </a:cubicBezTo>
                  <a:cubicBezTo>
                    <a:pt x="11684" y="2911"/>
                    <a:pt x="11640" y="2344"/>
                    <a:pt x="11439" y="1825"/>
                  </a:cubicBezTo>
                  <a:cubicBezTo>
                    <a:pt x="11429" y="1796"/>
                    <a:pt x="11415" y="1768"/>
                    <a:pt x="11405" y="1739"/>
                  </a:cubicBezTo>
                  <a:cubicBezTo>
                    <a:pt x="11107" y="1037"/>
                    <a:pt x="10535" y="480"/>
                    <a:pt x="9824" y="206"/>
                  </a:cubicBezTo>
                  <a:cubicBezTo>
                    <a:pt x="9476" y="70"/>
                    <a:pt x="9108" y="1"/>
                    <a:pt x="8740" y="1"/>
                  </a:cubicBezTo>
                  <a:cubicBezTo>
                    <a:pt x="8333" y="1"/>
                    <a:pt x="7926" y="85"/>
                    <a:pt x="7547" y="254"/>
                  </a:cubicBezTo>
                  <a:cubicBezTo>
                    <a:pt x="6973" y="509"/>
                    <a:pt x="6406" y="636"/>
                    <a:pt x="5840" y="636"/>
                  </a:cubicBezTo>
                  <a:cubicBezTo>
                    <a:pt x="5274" y="636"/>
                    <a:pt x="4708" y="509"/>
                    <a:pt x="4136" y="254"/>
                  </a:cubicBezTo>
                  <a:cubicBezTo>
                    <a:pt x="3758" y="85"/>
                    <a:pt x="3351" y="1"/>
                    <a:pt x="294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0"/>
            <p:cNvSpPr/>
            <p:nvPr/>
          </p:nvSpPr>
          <p:spPr>
            <a:xfrm>
              <a:off x="8191706" y="4076775"/>
              <a:ext cx="27306" cy="21782"/>
            </a:xfrm>
            <a:custGeom>
              <a:rect b="b" l="l" r="r" t="t"/>
              <a:pathLst>
                <a:path extrusionOk="0" h="832" w="1043">
                  <a:moveTo>
                    <a:pt x="1043" y="1"/>
                  </a:moveTo>
                  <a:lnTo>
                    <a:pt x="1043" y="1"/>
                  </a:lnTo>
                  <a:cubicBezTo>
                    <a:pt x="923" y="87"/>
                    <a:pt x="793" y="164"/>
                    <a:pt x="654" y="227"/>
                  </a:cubicBezTo>
                  <a:lnTo>
                    <a:pt x="610" y="246"/>
                  </a:lnTo>
                  <a:cubicBezTo>
                    <a:pt x="351" y="375"/>
                    <a:pt x="140" y="577"/>
                    <a:pt x="0" y="832"/>
                  </a:cubicBezTo>
                  <a:cubicBezTo>
                    <a:pt x="20" y="817"/>
                    <a:pt x="44" y="803"/>
                    <a:pt x="63" y="793"/>
                  </a:cubicBezTo>
                  <a:cubicBezTo>
                    <a:pt x="77" y="789"/>
                    <a:pt x="92" y="779"/>
                    <a:pt x="111" y="774"/>
                  </a:cubicBezTo>
                  <a:cubicBezTo>
                    <a:pt x="481" y="601"/>
                    <a:pt x="803" y="332"/>
                    <a:pt x="104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0"/>
            <p:cNvSpPr/>
            <p:nvPr/>
          </p:nvSpPr>
          <p:spPr>
            <a:xfrm>
              <a:off x="8016876" y="3890400"/>
              <a:ext cx="46810" cy="228551"/>
            </a:xfrm>
            <a:custGeom>
              <a:rect b="b" l="l" r="r" t="t"/>
              <a:pathLst>
                <a:path extrusionOk="0" h="8730" w="1788">
                  <a:moveTo>
                    <a:pt x="688" y="0"/>
                  </a:moveTo>
                  <a:cubicBezTo>
                    <a:pt x="419" y="140"/>
                    <a:pt x="207" y="365"/>
                    <a:pt x="92" y="644"/>
                  </a:cubicBezTo>
                  <a:cubicBezTo>
                    <a:pt x="82" y="663"/>
                    <a:pt x="78" y="687"/>
                    <a:pt x="68" y="706"/>
                  </a:cubicBezTo>
                  <a:cubicBezTo>
                    <a:pt x="1" y="884"/>
                    <a:pt x="25" y="1086"/>
                    <a:pt x="135" y="1249"/>
                  </a:cubicBezTo>
                  <a:cubicBezTo>
                    <a:pt x="688" y="2119"/>
                    <a:pt x="1019" y="3219"/>
                    <a:pt x="1139" y="4612"/>
                  </a:cubicBezTo>
                  <a:cubicBezTo>
                    <a:pt x="1240" y="5712"/>
                    <a:pt x="1211" y="6985"/>
                    <a:pt x="1048" y="8609"/>
                  </a:cubicBezTo>
                  <a:cubicBezTo>
                    <a:pt x="1048" y="8652"/>
                    <a:pt x="1038" y="8691"/>
                    <a:pt x="1029" y="8729"/>
                  </a:cubicBezTo>
                  <a:cubicBezTo>
                    <a:pt x="1341" y="8647"/>
                    <a:pt x="1567" y="8383"/>
                    <a:pt x="1596" y="8061"/>
                  </a:cubicBezTo>
                  <a:cubicBezTo>
                    <a:pt x="1759" y="6438"/>
                    <a:pt x="1788" y="5165"/>
                    <a:pt x="1687" y="4064"/>
                  </a:cubicBezTo>
                  <a:cubicBezTo>
                    <a:pt x="1562" y="2671"/>
                    <a:pt x="1235" y="1576"/>
                    <a:pt x="683" y="702"/>
                  </a:cubicBezTo>
                  <a:cubicBezTo>
                    <a:pt x="572" y="543"/>
                    <a:pt x="548" y="337"/>
                    <a:pt x="616" y="159"/>
                  </a:cubicBezTo>
                  <a:cubicBezTo>
                    <a:pt x="620" y="140"/>
                    <a:pt x="635" y="116"/>
                    <a:pt x="640" y="96"/>
                  </a:cubicBezTo>
                  <a:cubicBezTo>
                    <a:pt x="654" y="63"/>
                    <a:pt x="673" y="29"/>
                    <a:pt x="688"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0"/>
            <p:cNvSpPr/>
            <p:nvPr/>
          </p:nvSpPr>
          <p:spPr>
            <a:xfrm>
              <a:off x="8005697" y="3831678"/>
              <a:ext cx="289420" cy="273686"/>
            </a:xfrm>
            <a:custGeom>
              <a:rect b="b" l="l" r="r" t="t"/>
              <a:pathLst>
                <a:path extrusionOk="0" h="10454" w="11055">
                  <a:moveTo>
                    <a:pt x="8112" y="1"/>
                  </a:moveTo>
                  <a:cubicBezTo>
                    <a:pt x="7706" y="1"/>
                    <a:pt x="7299" y="85"/>
                    <a:pt x="6918" y="254"/>
                  </a:cubicBezTo>
                  <a:cubicBezTo>
                    <a:pt x="6344" y="509"/>
                    <a:pt x="5778" y="636"/>
                    <a:pt x="5213" y="636"/>
                  </a:cubicBezTo>
                  <a:cubicBezTo>
                    <a:pt x="4647" y="636"/>
                    <a:pt x="4081" y="509"/>
                    <a:pt x="3507" y="254"/>
                  </a:cubicBezTo>
                  <a:cubicBezTo>
                    <a:pt x="3127" y="87"/>
                    <a:pt x="2720" y="3"/>
                    <a:pt x="2312" y="3"/>
                  </a:cubicBezTo>
                  <a:cubicBezTo>
                    <a:pt x="1947" y="3"/>
                    <a:pt x="1582" y="70"/>
                    <a:pt x="1235" y="206"/>
                  </a:cubicBezTo>
                  <a:cubicBezTo>
                    <a:pt x="745" y="394"/>
                    <a:pt x="322" y="716"/>
                    <a:pt x="0" y="1133"/>
                  </a:cubicBezTo>
                  <a:cubicBezTo>
                    <a:pt x="211" y="975"/>
                    <a:pt x="442" y="845"/>
                    <a:pt x="687" y="749"/>
                  </a:cubicBezTo>
                  <a:cubicBezTo>
                    <a:pt x="1034" y="613"/>
                    <a:pt x="1400" y="546"/>
                    <a:pt x="1764" y="546"/>
                  </a:cubicBezTo>
                  <a:cubicBezTo>
                    <a:pt x="2172" y="546"/>
                    <a:pt x="2579" y="630"/>
                    <a:pt x="2959" y="797"/>
                  </a:cubicBezTo>
                  <a:cubicBezTo>
                    <a:pt x="3536" y="1052"/>
                    <a:pt x="4102" y="1179"/>
                    <a:pt x="4667" y="1179"/>
                  </a:cubicBezTo>
                  <a:cubicBezTo>
                    <a:pt x="5232" y="1179"/>
                    <a:pt x="5796" y="1052"/>
                    <a:pt x="6370" y="797"/>
                  </a:cubicBezTo>
                  <a:cubicBezTo>
                    <a:pt x="6753" y="630"/>
                    <a:pt x="7161" y="546"/>
                    <a:pt x="7570" y="546"/>
                  </a:cubicBezTo>
                  <a:cubicBezTo>
                    <a:pt x="7935" y="546"/>
                    <a:pt x="8300" y="613"/>
                    <a:pt x="8647" y="749"/>
                  </a:cubicBezTo>
                  <a:cubicBezTo>
                    <a:pt x="9358" y="1028"/>
                    <a:pt x="9930" y="1580"/>
                    <a:pt x="10228" y="2286"/>
                  </a:cubicBezTo>
                  <a:cubicBezTo>
                    <a:pt x="10242" y="2315"/>
                    <a:pt x="10252" y="2339"/>
                    <a:pt x="10266" y="2368"/>
                  </a:cubicBezTo>
                  <a:cubicBezTo>
                    <a:pt x="10468" y="2887"/>
                    <a:pt x="10507" y="3454"/>
                    <a:pt x="10382" y="3997"/>
                  </a:cubicBezTo>
                  <a:cubicBezTo>
                    <a:pt x="10141" y="5054"/>
                    <a:pt x="10060" y="6283"/>
                    <a:pt x="10132" y="7749"/>
                  </a:cubicBezTo>
                  <a:cubicBezTo>
                    <a:pt x="10180" y="8733"/>
                    <a:pt x="9863" y="9694"/>
                    <a:pt x="9243" y="10453"/>
                  </a:cubicBezTo>
                  <a:cubicBezTo>
                    <a:pt x="10209" y="9661"/>
                    <a:pt x="10742" y="8455"/>
                    <a:pt x="10675" y="7206"/>
                  </a:cubicBezTo>
                  <a:cubicBezTo>
                    <a:pt x="10603" y="5741"/>
                    <a:pt x="10684" y="4511"/>
                    <a:pt x="10925" y="3449"/>
                  </a:cubicBezTo>
                  <a:cubicBezTo>
                    <a:pt x="11054" y="2911"/>
                    <a:pt x="11011" y="2344"/>
                    <a:pt x="10809" y="1825"/>
                  </a:cubicBezTo>
                  <a:cubicBezTo>
                    <a:pt x="10800" y="1796"/>
                    <a:pt x="10790" y="1768"/>
                    <a:pt x="10776" y="1739"/>
                  </a:cubicBezTo>
                  <a:cubicBezTo>
                    <a:pt x="10478" y="1037"/>
                    <a:pt x="9906" y="480"/>
                    <a:pt x="9195" y="206"/>
                  </a:cubicBezTo>
                  <a:cubicBezTo>
                    <a:pt x="8846" y="70"/>
                    <a:pt x="8479" y="1"/>
                    <a:pt x="811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0"/>
            <p:cNvSpPr/>
            <p:nvPr/>
          </p:nvSpPr>
          <p:spPr>
            <a:xfrm>
              <a:off x="8202518" y="4127329"/>
              <a:ext cx="20394" cy="33877"/>
            </a:xfrm>
            <a:custGeom>
              <a:rect b="b" l="l" r="r" t="t"/>
              <a:pathLst>
                <a:path extrusionOk="0" h="1294" w="779">
                  <a:moveTo>
                    <a:pt x="779" y="1"/>
                  </a:moveTo>
                  <a:lnTo>
                    <a:pt x="779" y="1"/>
                  </a:lnTo>
                  <a:cubicBezTo>
                    <a:pt x="639" y="87"/>
                    <a:pt x="495" y="164"/>
                    <a:pt x="346" y="236"/>
                  </a:cubicBezTo>
                  <a:cubicBezTo>
                    <a:pt x="337" y="241"/>
                    <a:pt x="327" y="256"/>
                    <a:pt x="327" y="270"/>
                  </a:cubicBezTo>
                  <a:lnTo>
                    <a:pt x="0" y="1288"/>
                  </a:lnTo>
                  <a:cubicBezTo>
                    <a:pt x="20" y="1293"/>
                    <a:pt x="39" y="1293"/>
                    <a:pt x="58" y="1293"/>
                  </a:cubicBezTo>
                  <a:lnTo>
                    <a:pt x="73" y="1293"/>
                  </a:lnTo>
                  <a:cubicBezTo>
                    <a:pt x="303" y="1293"/>
                    <a:pt x="418" y="1043"/>
                    <a:pt x="500" y="880"/>
                  </a:cubicBezTo>
                  <a:lnTo>
                    <a:pt x="7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0"/>
            <p:cNvSpPr/>
            <p:nvPr/>
          </p:nvSpPr>
          <p:spPr>
            <a:xfrm>
              <a:off x="7972606" y="3826547"/>
              <a:ext cx="335863" cy="339685"/>
            </a:xfrm>
            <a:custGeom>
              <a:rect b="b" l="l" r="r" t="t"/>
              <a:pathLst>
                <a:path extrusionOk="0" h="12975" w="12829">
                  <a:moveTo>
                    <a:pt x="3070" y="2040"/>
                  </a:moveTo>
                  <a:cubicBezTo>
                    <a:pt x="2480" y="2646"/>
                    <a:pt x="2609" y="3645"/>
                    <a:pt x="3335" y="4087"/>
                  </a:cubicBezTo>
                  <a:cubicBezTo>
                    <a:pt x="3253" y="4135"/>
                    <a:pt x="3181" y="4193"/>
                    <a:pt x="3114" y="4255"/>
                  </a:cubicBezTo>
                  <a:cubicBezTo>
                    <a:pt x="2672" y="2996"/>
                    <a:pt x="2326" y="3030"/>
                    <a:pt x="2504" y="2617"/>
                  </a:cubicBezTo>
                  <a:cubicBezTo>
                    <a:pt x="2614" y="2362"/>
                    <a:pt x="2816" y="2156"/>
                    <a:pt x="3070" y="2040"/>
                  </a:cubicBezTo>
                  <a:close/>
                  <a:moveTo>
                    <a:pt x="10248" y="4942"/>
                  </a:moveTo>
                  <a:lnTo>
                    <a:pt x="10248" y="4942"/>
                  </a:lnTo>
                  <a:cubicBezTo>
                    <a:pt x="10233" y="5105"/>
                    <a:pt x="10224" y="5278"/>
                    <a:pt x="10214" y="5447"/>
                  </a:cubicBezTo>
                  <a:cubicBezTo>
                    <a:pt x="10128" y="5355"/>
                    <a:pt x="10032" y="5278"/>
                    <a:pt x="9931" y="5216"/>
                  </a:cubicBezTo>
                  <a:cubicBezTo>
                    <a:pt x="10051" y="5144"/>
                    <a:pt x="10156" y="5048"/>
                    <a:pt x="10248" y="4942"/>
                  </a:cubicBezTo>
                  <a:close/>
                  <a:moveTo>
                    <a:pt x="9389" y="1923"/>
                  </a:moveTo>
                  <a:cubicBezTo>
                    <a:pt x="10084" y="1923"/>
                    <a:pt x="10670" y="2534"/>
                    <a:pt x="10502" y="3266"/>
                  </a:cubicBezTo>
                  <a:cubicBezTo>
                    <a:pt x="10483" y="3352"/>
                    <a:pt x="10464" y="3448"/>
                    <a:pt x="10445" y="3539"/>
                  </a:cubicBezTo>
                  <a:cubicBezTo>
                    <a:pt x="10228" y="3064"/>
                    <a:pt x="9758" y="2761"/>
                    <a:pt x="9239" y="2761"/>
                  </a:cubicBezTo>
                  <a:cubicBezTo>
                    <a:pt x="8999" y="2776"/>
                    <a:pt x="8999" y="3131"/>
                    <a:pt x="9239" y="3145"/>
                  </a:cubicBezTo>
                  <a:cubicBezTo>
                    <a:pt x="9758" y="3145"/>
                    <a:pt x="10176" y="3563"/>
                    <a:pt x="10176" y="4082"/>
                  </a:cubicBezTo>
                  <a:cubicBezTo>
                    <a:pt x="10176" y="4601"/>
                    <a:pt x="9758" y="5019"/>
                    <a:pt x="9239" y="5019"/>
                  </a:cubicBezTo>
                  <a:lnTo>
                    <a:pt x="9220" y="5019"/>
                  </a:lnTo>
                  <a:cubicBezTo>
                    <a:pt x="9061" y="5032"/>
                    <a:pt x="8092" y="5247"/>
                    <a:pt x="6697" y="5247"/>
                  </a:cubicBezTo>
                  <a:cubicBezTo>
                    <a:pt x="5979" y="5247"/>
                    <a:pt x="5148" y="5190"/>
                    <a:pt x="4257" y="5019"/>
                  </a:cubicBezTo>
                  <a:cubicBezTo>
                    <a:pt x="4244" y="5016"/>
                    <a:pt x="4232" y="5015"/>
                    <a:pt x="4219" y="5015"/>
                  </a:cubicBezTo>
                  <a:cubicBezTo>
                    <a:pt x="4142" y="5015"/>
                    <a:pt x="4069" y="5065"/>
                    <a:pt x="4036" y="5139"/>
                  </a:cubicBezTo>
                  <a:cubicBezTo>
                    <a:pt x="3998" y="5250"/>
                    <a:pt x="4065" y="5370"/>
                    <a:pt x="4180" y="5394"/>
                  </a:cubicBezTo>
                  <a:cubicBezTo>
                    <a:pt x="4982" y="5552"/>
                    <a:pt x="5798" y="5629"/>
                    <a:pt x="6609" y="5629"/>
                  </a:cubicBezTo>
                  <a:cubicBezTo>
                    <a:pt x="6634" y="5629"/>
                    <a:pt x="6659" y="5629"/>
                    <a:pt x="6683" y="5629"/>
                  </a:cubicBezTo>
                  <a:lnTo>
                    <a:pt x="6707" y="5629"/>
                  </a:lnTo>
                  <a:cubicBezTo>
                    <a:pt x="7557" y="5629"/>
                    <a:pt x="8413" y="5552"/>
                    <a:pt x="9253" y="5398"/>
                  </a:cubicBezTo>
                  <a:cubicBezTo>
                    <a:pt x="9767" y="5398"/>
                    <a:pt x="10185" y="5821"/>
                    <a:pt x="10180" y="6340"/>
                  </a:cubicBezTo>
                  <a:cubicBezTo>
                    <a:pt x="10176" y="6859"/>
                    <a:pt x="9753" y="7272"/>
                    <a:pt x="9239" y="7272"/>
                  </a:cubicBezTo>
                  <a:cubicBezTo>
                    <a:pt x="9111" y="7272"/>
                    <a:pt x="8270" y="7501"/>
                    <a:pt x="6835" y="7501"/>
                  </a:cubicBezTo>
                  <a:cubicBezTo>
                    <a:pt x="6117" y="7501"/>
                    <a:pt x="5251" y="7443"/>
                    <a:pt x="4252" y="7272"/>
                  </a:cubicBezTo>
                  <a:cubicBezTo>
                    <a:pt x="4239" y="7270"/>
                    <a:pt x="4226" y="7269"/>
                    <a:pt x="4213" y="7269"/>
                  </a:cubicBezTo>
                  <a:cubicBezTo>
                    <a:pt x="3996" y="7269"/>
                    <a:pt x="3949" y="7606"/>
                    <a:pt x="4190" y="7647"/>
                  </a:cubicBezTo>
                  <a:cubicBezTo>
                    <a:pt x="5055" y="7801"/>
                    <a:pt x="5929" y="7877"/>
                    <a:pt x="6808" y="7882"/>
                  </a:cubicBezTo>
                  <a:cubicBezTo>
                    <a:pt x="7629" y="7882"/>
                    <a:pt x="8451" y="7805"/>
                    <a:pt x="9258" y="7652"/>
                  </a:cubicBezTo>
                  <a:cubicBezTo>
                    <a:pt x="9614" y="7647"/>
                    <a:pt x="9955" y="7493"/>
                    <a:pt x="10200" y="7234"/>
                  </a:cubicBezTo>
                  <a:lnTo>
                    <a:pt x="10200" y="7234"/>
                  </a:lnTo>
                  <a:cubicBezTo>
                    <a:pt x="10209" y="7575"/>
                    <a:pt x="10253" y="7988"/>
                    <a:pt x="10008" y="8521"/>
                  </a:cubicBezTo>
                  <a:cubicBezTo>
                    <a:pt x="9902" y="8632"/>
                    <a:pt x="9287" y="8790"/>
                    <a:pt x="7980" y="8848"/>
                  </a:cubicBezTo>
                  <a:cubicBezTo>
                    <a:pt x="7645" y="8863"/>
                    <a:pt x="7302" y="8871"/>
                    <a:pt x="6961" y="8871"/>
                  </a:cubicBezTo>
                  <a:cubicBezTo>
                    <a:pt x="6143" y="8871"/>
                    <a:pt x="5343" y="8827"/>
                    <a:pt x="4733" y="8742"/>
                  </a:cubicBezTo>
                  <a:cubicBezTo>
                    <a:pt x="3805" y="8617"/>
                    <a:pt x="3637" y="8449"/>
                    <a:pt x="3618" y="8420"/>
                  </a:cubicBezTo>
                  <a:cubicBezTo>
                    <a:pt x="3637" y="7829"/>
                    <a:pt x="3628" y="7234"/>
                    <a:pt x="3584" y="6643"/>
                  </a:cubicBezTo>
                  <a:cubicBezTo>
                    <a:pt x="3732" y="6564"/>
                    <a:pt x="3837" y="6538"/>
                    <a:pt x="4000" y="6538"/>
                  </a:cubicBezTo>
                  <a:cubicBezTo>
                    <a:pt x="4325" y="6538"/>
                    <a:pt x="4878" y="6643"/>
                    <a:pt x="6448" y="6643"/>
                  </a:cubicBezTo>
                  <a:cubicBezTo>
                    <a:pt x="6534" y="6644"/>
                    <a:pt x="6624" y="6644"/>
                    <a:pt x="6716" y="6644"/>
                  </a:cubicBezTo>
                  <a:cubicBezTo>
                    <a:pt x="7732" y="6644"/>
                    <a:pt x="8996" y="6575"/>
                    <a:pt x="9124" y="6513"/>
                  </a:cubicBezTo>
                  <a:cubicBezTo>
                    <a:pt x="9310" y="6420"/>
                    <a:pt x="9239" y="6147"/>
                    <a:pt x="9043" y="6147"/>
                  </a:cubicBezTo>
                  <a:cubicBezTo>
                    <a:pt x="9036" y="6147"/>
                    <a:pt x="9029" y="6147"/>
                    <a:pt x="9023" y="6148"/>
                  </a:cubicBezTo>
                  <a:cubicBezTo>
                    <a:pt x="8212" y="6225"/>
                    <a:pt x="7405" y="6259"/>
                    <a:pt x="6602" y="6259"/>
                  </a:cubicBezTo>
                  <a:cubicBezTo>
                    <a:pt x="6549" y="6259"/>
                    <a:pt x="6496" y="6259"/>
                    <a:pt x="6443" y="6258"/>
                  </a:cubicBezTo>
                  <a:cubicBezTo>
                    <a:pt x="5131" y="6244"/>
                    <a:pt x="4089" y="6148"/>
                    <a:pt x="4017" y="6148"/>
                  </a:cubicBezTo>
                  <a:cubicBezTo>
                    <a:pt x="3839" y="6148"/>
                    <a:pt x="3661" y="6095"/>
                    <a:pt x="3512" y="5999"/>
                  </a:cubicBezTo>
                  <a:cubicBezTo>
                    <a:pt x="3455" y="5552"/>
                    <a:pt x="3368" y="5110"/>
                    <a:pt x="3248" y="4678"/>
                  </a:cubicBezTo>
                  <a:cubicBezTo>
                    <a:pt x="3421" y="4428"/>
                    <a:pt x="3700" y="4279"/>
                    <a:pt x="4002" y="4274"/>
                  </a:cubicBezTo>
                  <a:cubicBezTo>
                    <a:pt x="4891" y="4442"/>
                    <a:pt x="5790" y="4529"/>
                    <a:pt x="6688" y="4529"/>
                  </a:cubicBezTo>
                  <a:cubicBezTo>
                    <a:pt x="7668" y="4529"/>
                    <a:pt x="8648" y="4390"/>
                    <a:pt x="9090" y="4265"/>
                  </a:cubicBezTo>
                  <a:cubicBezTo>
                    <a:pt x="9308" y="4202"/>
                    <a:pt x="9254" y="3889"/>
                    <a:pt x="9050" y="3889"/>
                  </a:cubicBezTo>
                  <a:cubicBezTo>
                    <a:pt x="9034" y="3889"/>
                    <a:pt x="9017" y="3891"/>
                    <a:pt x="8999" y="3895"/>
                  </a:cubicBezTo>
                  <a:cubicBezTo>
                    <a:pt x="8152" y="4083"/>
                    <a:pt x="7344" y="4146"/>
                    <a:pt x="6635" y="4146"/>
                  </a:cubicBezTo>
                  <a:cubicBezTo>
                    <a:pt x="5204" y="4146"/>
                    <a:pt x="4173" y="3890"/>
                    <a:pt x="4022" y="3890"/>
                  </a:cubicBezTo>
                  <a:cubicBezTo>
                    <a:pt x="3503" y="3890"/>
                    <a:pt x="3085" y="3467"/>
                    <a:pt x="3085" y="2953"/>
                  </a:cubicBezTo>
                  <a:cubicBezTo>
                    <a:pt x="3085" y="2434"/>
                    <a:pt x="3503" y="2012"/>
                    <a:pt x="4022" y="2012"/>
                  </a:cubicBezTo>
                  <a:lnTo>
                    <a:pt x="4031" y="2012"/>
                  </a:lnTo>
                  <a:cubicBezTo>
                    <a:pt x="4041" y="2021"/>
                    <a:pt x="4055" y="2026"/>
                    <a:pt x="4070" y="2031"/>
                  </a:cubicBezTo>
                  <a:cubicBezTo>
                    <a:pt x="4868" y="2388"/>
                    <a:pt x="5676" y="2564"/>
                    <a:pt x="6483" y="2564"/>
                  </a:cubicBezTo>
                  <a:cubicBezTo>
                    <a:pt x="6686" y="2564"/>
                    <a:pt x="6889" y="2553"/>
                    <a:pt x="7091" y="2530"/>
                  </a:cubicBezTo>
                  <a:lnTo>
                    <a:pt x="7091" y="2530"/>
                  </a:lnTo>
                  <a:cubicBezTo>
                    <a:pt x="6861" y="2727"/>
                    <a:pt x="6573" y="2876"/>
                    <a:pt x="6251" y="2881"/>
                  </a:cubicBezTo>
                  <a:cubicBezTo>
                    <a:pt x="5602" y="2862"/>
                    <a:pt x="4930" y="2824"/>
                    <a:pt x="4243" y="2761"/>
                  </a:cubicBezTo>
                  <a:cubicBezTo>
                    <a:pt x="4232" y="2760"/>
                    <a:pt x="4222" y="2759"/>
                    <a:pt x="4212" y="2759"/>
                  </a:cubicBezTo>
                  <a:cubicBezTo>
                    <a:pt x="3976" y="2759"/>
                    <a:pt x="3951" y="3132"/>
                    <a:pt x="4204" y="3145"/>
                  </a:cubicBezTo>
                  <a:cubicBezTo>
                    <a:pt x="5052" y="3230"/>
                    <a:pt x="5903" y="3270"/>
                    <a:pt x="6755" y="3270"/>
                  </a:cubicBezTo>
                  <a:cubicBezTo>
                    <a:pt x="7264" y="3270"/>
                    <a:pt x="7774" y="3256"/>
                    <a:pt x="8283" y="3227"/>
                  </a:cubicBezTo>
                  <a:cubicBezTo>
                    <a:pt x="8533" y="3213"/>
                    <a:pt x="8514" y="2842"/>
                    <a:pt x="8273" y="2842"/>
                  </a:cubicBezTo>
                  <a:cubicBezTo>
                    <a:pt x="8268" y="2842"/>
                    <a:pt x="8264" y="2842"/>
                    <a:pt x="8259" y="2843"/>
                  </a:cubicBezTo>
                  <a:cubicBezTo>
                    <a:pt x="7932" y="2867"/>
                    <a:pt x="7601" y="2881"/>
                    <a:pt x="7260" y="2886"/>
                  </a:cubicBezTo>
                  <a:cubicBezTo>
                    <a:pt x="7428" y="2751"/>
                    <a:pt x="7572" y="2598"/>
                    <a:pt x="7697" y="2425"/>
                  </a:cubicBezTo>
                  <a:cubicBezTo>
                    <a:pt x="8105" y="2334"/>
                    <a:pt x="8504" y="2204"/>
                    <a:pt x="8888" y="2031"/>
                  </a:cubicBezTo>
                  <a:cubicBezTo>
                    <a:pt x="9056" y="1957"/>
                    <a:pt x="9225" y="1923"/>
                    <a:pt x="9389" y="1923"/>
                  </a:cubicBezTo>
                  <a:close/>
                  <a:moveTo>
                    <a:pt x="9385" y="1"/>
                  </a:moveTo>
                  <a:cubicBezTo>
                    <a:pt x="8965" y="1"/>
                    <a:pt x="8532" y="88"/>
                    <a:pt x="8105" y="277"/>
                  </a:cubicBezTo>
                  <a:cubicBezTo>
                    <a:pt x="7557" y="520"/>
                    <a:pt x="7017" y="641"/>
                    <a:pt x="6477" y="641"/>
                  </a:cubicBezTo>
                  <a:cubicBezTo>
                    <a:pt x="5936" y="641"/>
                    <a:pt x="5396" y="520"/>
                    <a:pt x="4848" y="277"/>
                  </a:cubicBezTo>
                  <a:cubicBezTo>
                    <a:pt x="4442" y="97"/>
                    <a:pt x="4007" y="7"/>
                    <a:pt x="3572" y="7"/>
                  </a:cubicBezTo>
                  <a:cubicBezTo>
                    <a:pt x="3182" y="7"/>
                    <a:pt x="2792" y="79"/>
                    <a:pt x="2422" y="225"/>
                  </a:cubicBezTo>
                  <a:cubicBezTo>
                    <a:pt x="870" y="835"/>
                    <a:pt x="1" y="2641"/>
                    <a:pt x="904" y="4073"/>
                  </a:cubicBezTo>
                  <a:cubicBezTo>
                    <a:pt x="1149" y="4457"/>
                    <a:pt x="1336" y="4937"/>
                    <a:pt x="1471" y="5495"/>
                  </a:cubicBezTo>
                  <a:cubicBezTo>
                    <a:pt x="1495" y="5598"/>
                    <a:pt x="1572" y="5643"/>
                    <a:pt x="1650" y="5643"/>
                  </a:cubicBezTo>
                  <a:cubicBezTo>
                    <a:pt x="1761" y="5643"/>
                    <a:pt x="1874" y="5552"/>
                    <a:pt x="1841" y="5408"/>
                  </a:cubicBezTo>
                  <a:cubicBezTo>
                    <a:pt x="1725" y="4860"/>
                    <a:pt x="1519" y="4342"/>
                    <a:pt x="1226" y="3866"/>
                  </a:cubicBezTo>
                  <a:cubicBezTo>
                    <a:pt x="255" y="2333"/>
                    <a:pt x="1710" y="388"/>
                    <a:pt x="3560" y="388"/>
                  </a:cubicBezTo>
                  <a:cubicBezTo>
                    <a:pt x="3925" y="388"/>
                    <a:pt x="4305" y="464"/>
                    <a:pt x="4685" y="633"/>
                  </a:cubicBezTo>
                  <a:cubicBezTo>
                    <a:pt x="5285" y="897"/>
                    <a:pt x="5877" y="1029"/>
                    <a:pt x="6469" y="1029"/>
                  </a:cubicBezTo>
                  <a:cubicBezTo>
                    <a:pt x="7061" y="1029"/>
                    <a:pt x="7654" y="897"/>
                    <a:pt x="8254" y="633"/>
                  </a:cubicBezTo>
                  <a:cubicBezTo>
                    <a:pt x="8629" y="466"/>
                    <a:pt x="9009" y="389"/>
                    <a:pt x="9378" y="389"/>
                  </a:cubicBezTo>
                  <a:cubicBezTo>
                    <a:pt x="11000" y="389"/>
                    <a:pt x="12388" y="1870"/>
                    <a:pt x="11996" y="3611"/>
                  </a:cubicBezTo>
                  <a:cubicBezTo>
                    <a:pt x="11751" y="4692"/>
                    <a:pt x="11670" y="5937"/>
                    <a:pt x="11737" y="7421"/>
                  </a:cubicBezTo>
                  <a:cubicBezTo>
                    <a:pt x="11819" y="8949"/>
                    <a:pt x="10964" y="10371"/>
                    <a:pt x="9575" y="11014"/>
                  </a:cubicBezTo>
                  <a:cubicBezTo>
                    <a:pt x="9431" y="11082"/>
                    <a:pt x="9484" y="11120"/>
                    <a:pt x="9095" y="12302"/>
                  </a:cubicBezTo>
                  <a:cubicBezTo>
                    <a:pt x="9042" y="12403"/>
                    <a:pt x="8960" y="12600"/>
                    <a:pt x="8845" y="12600"/>
                  </a:cubicBezTo>
                  <a:cubicBezTo>
                    <a:pt x="8782" y="12600"/>
                    <a:pt x="8773" y="12600"/>
                    <a:pt x="8715" y="12494"/>
                  </a:cubicBezTo>
                  <a:cubicBezTo>
                    <a:pt x="8542" y="12177"/>
                    <a:pt x="8518" y="11937"/>
                    <a:pt x="8393" y="11500"/>
                  </a:cubicBezTo>
                  <a:cubicBezTo>
                    <a:pt x="8225" y="10885"/>
                    <a:pt x="8523" y="10241"/>
                    <a:pt x="9095" y="9967"/>
                  </a:cubicBezTo>
                  <a:cubicBezTo>
                    <a:pt x="10056" y="9520"/>
                    <a:pt x="10646" y="8531"/>
                    <a:pt x="10589" y="7474"/>
                  </a:cubicBezTo>
                  <a:cubicBezTo>
                    <a:pt x="10512" y="5889"/>
                    <a:pt x="10603" y="4539"/>
                    <a:pt x="10872" y="3357"/>
                  </a:cubicBezTo>
                  <a:cubicBezTo>
                    <a:pt x="11095" y="2374"/>
                    <a:pt x="10310" y="1543"/>
                    <a:pt x="9379" y="1543"/>
                  </a:cubicBezTo>
                  <a:cubicBezTo>
                    <a:pt x="9164" y="1543"/>
                    <a:pt x="8940" y="1587"/>
                    <a:pt x="8720" y="1685"/>
                  </a:cubicBezTo>
                  <a:cubicBezTo>
                    <a:pt x="7973" y="2014"/>
                    <a:pt x="7221" y="2179"/>
                    <a:pt x="6469" y="2179"/>
                  </a:cubicBezTo>
                  <a:cubicBezTo>
                    <a:pt x="5717" y="2179"/>
                    <a:pt x="4966" y="2014"/>
                    <a:pt x="4219" y="1685"/>
                  </a:cubicBezTo>
                  <a:cubicBezTo>
                    <a:pt x="3998" y="1587"/>
                    <a:pt x="3778" y="1544"/>
                    <a:pt x="3568" y="1544"/>
                  </a:cubicBezTo>
                  <a:cubicBezTo>
                    <a:pt x="2551" y="1544"/>
                    <a:pt x="1750" y="2550"/>
                    <a:pt x="2196" y="3246"/>
                  </a:cubicBezTo>
                  <a:cubicBezTo>
                    <a:pt x="2480" y="3698"/>
                    <a:pt x="2696" y="4188"/>
                    <a:pt x="2845" y="4702"/>
                  </a:cubicBezTo>
                  <a:lnTo>
                    <a:pt x="2845" y="4707"/>
                  </a:lnTo>
                  <a:cubicBezTo>
                    <a:pt x="3363" y="6470"/>
                    <a:pt x="3263" y="8660"/>
                    <a:pt x="3085" y="10486"/>
                  </a:cubicBezTo>
                  <a:cubicBezTo>
                    <a:pt x="3053" y="10785"/>
                    <a:pt x="2799" y="11007"/>
                    <a:pt x="2504" y="11007"/>
                  </a:cubicBezTo>
                  <a:cubicBezTo>
                    <a:pt x="2487" y="11007"/>
                    <a:pt x="2469" y="11006"/>
                    <a:pt x="2451" y="11005"/>
                  </a:cubicBezTo>
                  <a:cubicBezTo>
                    <a:pt x="2134" y="10971"/>
                    <a:pt x="1903" y="10688"/>
                    <a:pt x="1932" y="10371"/>
                  </a:cubicBezTo>
                  <a:cubicBezTo>
                    <a:pt x="2047" y="9213"/>
                    <a:pt x="2158" y="7700"/>
                    <a:pt x="1994" y="6321"/>
                  </a:cubicBezTo>
                  <a:cubicBezTo>
                    <a:pt x="1977" y="6208"/>
                    <a:pt x="1892" y="6156"/>
                    <a:pt x="1806" y="6156"/>
                  </a:cubicBezTo>
                  <a:cubicBezTo>
                    <a:pt x="1702" y="6156"/>
                    <a:pt x="1597" y="6232"/>
                    <a:pt x="1610" y="6369"/>
                  </a:cubicBezTo>
                  <a:cubicBezTo>
                    <a:pt x="1769" y="7714"/>
                    <a:pt x="1663" y="9194"/>
                    <a:pt x="1552" y="10337"/>
                  </a:cubicBezTo>
                  <a:cubicBezTo>
                    <a:pt x="1480" y="10870"/>
                    <a:pt x="1869" y="11360"/>
                    <a:pt x="2407" y="11413"/>
                  </a:cubicBezTo>
                  <a:cubicBezTo>
                    <a:pt x="2440" y="11416"/>
                    <a:pt x="2471" y="11418"/>
                    <a:pt x="2503" y="11418"/>
                  </a:cubicBezTo>
                  <a:cubicBezTo>
                    <a:pt x="3005" y="11418"/>
                    <a:pt x="3428" y="11031"/>
                    <a:pt x="3460" y="10524"/>
                  </a:cubicBezTo>
                  <a:cubicBezTo>
                    <a:pt x="3522" y="9929"/>
                    <a:pt x="3560" y="9376"/>
                    <a:pt x="3580" y="8867"/>
                  </a:cubicBezTo>
                  <a:cubicBezTo>
                    <a:pt x="3950" y="9040"/>
                    <a:pt x="4608" y="9126"/>
                    <a:pt x="5011" y="9165"/>
                  </a:cubicBezTo>
                  <a:cubicBezTo>
                    <a:pt x="5588" y="9227"/>
                    <a:pt x="6280" y="9256"/>
                    <a:pt x="6976" y="9256"/>
                  </a:cubicBezTo>
                  <a:cubicBezTo>
                    <a:pt x="7433" y="9256"/>
                    <a:pt x="7889" y="9247"/>
                    <a:pt x="8321" y="9213"/>
                  </a:cubicBezTo>
                  <a:cubicBezTo>
                    <a:pt x="8773" y="9189"/>
                    <a:pt x="9220" y="9136"/>
                    <a:pt x="9666" y="9054"/>
                  </a:cubicBezTo>
                  <a:lnTo>
                    <a:pt x="9666" y="9054"/>
                  </a:lnTo>
                  <a:cubicBezTo>
                    <a:pt x="9383" y="9376"/>
                    <a:pt x="9119" y="9511"/>
                    <a:pt x="8874" y="9636"/>
                  </a:cubicBezTo>
                  <a:cubicBezTo>
                    <a:pt x="8163" y="10006"/>
                    <a:pt x="7802" y="10817"/>
                    <a:pt x="8014" y="11591"/>
                  </a:cubicBezTo>
                  <a:cubicBezTo>
                    <a:pt x="8134" y="12009"/>
                    <a:pt x="8168" y="12302"/>
                    <a:pt x="8374" y="12672"/>
                  </a:cubicBezTo>
                  <a:cubicBezTo>
                    <a:pt x="8451" y="12816"/>
                    <a:pt x="8557" y="12965"/>
                    <a:pt x="8826" y="12974"/>
                  </a:cubicBezTo>
                  <a:cubicBezTo>
                    <a:pt x="8832" y="12975"/>
                    <a:pt x="8838" y="12975"/>
                    <a:pt x="8843" y="12975"/>
                  </a:cubicBezTo>
                  <a:cubicBezTo>
                    <a:pt x="9139" y="12975"/>
                    <a:pt x="9299" y="12739"/>
                    <a:pt x="9431" y="12475"/>
                  </a:cubicBezTo>
                  <a:cubicBezTo>
                    <a:pt x="9474" y="12388"/>
                    <a:pt x="9397" y="12581"/>
                    <a:pt x="9806" y="11322"/>
                  </a:cubicBezTo>
                  <a:cubicBezTo>
                    <a:pt x="11295" y="10596"/>
                    <a:pt x="12208" y="9050"/>
                    <a:pt x="12121" y="7392"/>
                  </a:cubicBezTo>
                  <a:cubicBezTo>
                    <a:pt x="12054" y="5941"/>
                    <a:pt x="12131" y="4731"/>
                    <a:pt x="12366" y="3683"/>
                  </a:cubicBezTo>
                  <a:cubicBezTo>
                    <a:pt x="12829" y="1694"/>
                    <a:pt x="11240" y="1"/>
                    <a:pt x="93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80"/>
          <p:cNvGrpSpPr/>
          <p:nvPr/>
        </p:nvGrpSpPr>
        <p:grpSpPr>
          <a:xfrm>
            <a:off x="5309550" y="2909330"/>
            <a:ext cx="371939" cy="367201"/>
            <a:chOff x="5309550" y="2909330"/>
            <a:chExt cx="371939" cy="367201"/>
          </a:xfrm>
        </p:grpSpPr>
        <p:sp>
          <p:nvSpPr>
            <p:cNvPr id="9620" name="Google Shape;9620;p80"/>
            <p:cNvSpPr/>
            <p:nvPr/>
          </p:nvSpPr>
          <p:spPr>
            <a:xfrm>
              <a:off x="5340102" y="2937683"/>
              <a:ext cx="311202" cy="310678"/>
            </a:xfrm>
            <a:custGeom>
              <a:rect b="b" l="l" r="r" t="t"/>
              <a:pathLst>
                <a:path extrusionOk="0" h="11867" w="11887">
                  <a:moveTo>
                    <a:pt x="6089" y="1"/>
                  </a:moveTo>
                  <a:cubicBezTo>
                    <a:pt x="5715" y="1"/>
                    <a:pt x="5377" y="419"/>
                    <a:pt x="5007" y="481"/>
                  </a:cubicBezTo>
                  <a:cubicBezTo>
                    <a:pt x="4969" y="488"/>
                    <a:pt x="4931" y="490"/>
                    <a:pt x="4891" y="490"/>
                  </a:cubicBezTo>
                  <a:cubicBezTo>
                    <a:pt x="4618" y="490"/>
                    <a:pt x="4307" y="358"/>
                    <a:pt x="4034" y="358"/>
                  </a:cubicBezTo>
                  <a:cubicBezTo>
                    <a:pt x="3958" y="358"/>
                    <a:pt x="3884" y="368"/>
                    <a:pt x="3815" y="395"/>
                  </a:cubicBezTo>
                  <a:cubicBezTo>
                    <a:pt x="3469" y="529"/>
                    <a:pt x="3306" y="1058"/>
                    <a:pt x="2989" y="1255"/>
                  </a:cubicBezTo>
                  <a:cubicBezTo>
                    <a:pt x="2672" y="1452"/>
                    <a:pt x="2124" y="1375"/>
                    <a:pt x="1855" y="1629"/>
                  </a:cubicBezTo>
                  <a:cubicBezTo>
                    <a:pt x="1586" y="1884"/>
                    <a:pt x="1644" y="2432"/>
                    <a:pt x="1423" y="2744"/>
                  </a:cubicBezTo>
                  <a:cubicBezTo>
                    <a:pt x="1212" y="3042"/>
                    <a:pt x="683" y="3171"/>
                    <a:pt x="525" y="3522"/>
                  </a:cubicBezTo>
                  <a:cubicBezTo>
                    <a:pt x="366" y="3873"/>
                    <a:pt x="625" y="4353"/>
                    <a:pt x="544" y="4714"/>
                  </a:cubicBezTo>
                  <a:cubicBezTo>
                    <a:pt x="462" y="5083"/>
                    <a:pt x="20" y="5400"/>
                    <a:pt x="11" y="5780"/>
                  </a:cubicBezTo>
                  <a:cubicBezTo>
                    <a:pt x="1" y="6160"/>
                    <a:pt x="429" y="6501"/>
                    <a:pt x="491" y="6871"/>
                  </a:cubicBezTo>
                  <a:cubicBezTo>
                    <a:pt x="553" y="7245"/>
                    <a:pt x="270" y="7716"/>
                    <a:pt x="405" y="8062"/>
                  </a:cubicBezTo>
                  <a:cubicBezTo>
                    <a:pt x="539" y="8408"/>
                    <a:pt x="1067" y="8576"/>
                    <a:pt x="1264" y="8888"/>
                  </a:cubicBezTo>
                  <a:cubicBezTo>
                    <a:pt x="1461" y="9205"/>
                    <a:pt x="1385" y="9758"/>
                    <a:pt x="1639" y="10022"/>
                  </a:cubicBezTo>
                  <a:cubicBezTo>
                    <a:pt x="1894" y="10291"/>
                    <a:pt x="2441" y="10233"/>
                    <a:pt x="2754" y="10454"/>
                  </a:cubicBezTo>
                  <a:cubicBezTo>
                    <a:pt x="3052" y="10666"/>
                    <a:pt x="3181" y="11199"/>
                    <a:pt x="3532" y="11357"/>
                  </a:cubicBezTo>
                  <a:cubicBezTo>
                    <a:pt x="3616" y="11395"/>
                    <a:pt x="3708" y="11409"/>
                    <a:pt x="3803" y="11409"/>
                  </a:cubicBezTo>
                  <a:cubicBezTo>
                    <a:pt x="4050" y="11409"/>
                    <a:pt x="4325" y="11317"/>
                    <a:pt x="4566" y="11317"/>
                  </a:cubicBezTo>
                  <a:cubicBezTo>
                    <a:pt x="4620" y="11317"/>
                    <a:pt x="4673" y="11322"/>
                    <a:pt x="4723" y="11333"/>
                  </a:cubicBezTo>
                  <a:cubicBezTo>
                    <a:pt x="5093" y="11420"/>
                    <a:pt x="5410" y="11862"/>
                    <a:pt x="5790" y="11867"/>
                  </a:cubicBezTo>
                  <a:cubicBezTo>
                    <a:pt x="5794" y="11867"/>
                    <a:pt x="5798" y="11867"/>
                    <a:pt x="5802" y="11867"/>
                  </a:cubicBezTo>
                  <a:cubicBezTo>
                    <a:pt x="6177" y="11867"/>
                    <a:pt x="6515" y="11448"/>
                    <a:pt x="6880" y="11386"/>
                  </a:cubicBezTo>
                  <a:cubicBezTo>
                    <a:pt x="6918" y="11380"/>
                    <a:pt x="6958" y="11377"/>
                    <a:pt x="6997" y="11377"/>
                  </a:cubicBezTo>
                  <a:cubicBezTo>
                    <a:pt x="7273" y="11377"/>
                    <a:pt x="7584" y="11509"/>
                    <a:pt x="7856" y="11509"/>
                  </a:cubicBezTo>
                  <a:cubicBezTo>
                    <a:pt x="7931" y="11509"/>
                    <a:pt x="8004" y="11499"/>
                    <a:pt x="8072" y="11473"/>
                  </a:cubicBezTo>
                  <a:cubicBezTo>
                    <a:pt x="8418" y="11338"/>
                    <a:pt x="8586" y="10815"/>
                    <a:pt x="8898" y="10613"/>
                  </a:cubicBezTo>
                  <a:cubicBezTo>
                    <a:pt x="9215" y="10416"/>
                    <a:pt x="9763" y="10498"/>
                    <a:pt x="10032" y="10238"/>
                  </a:cubicBezTo>
                  <a:cubicBezTo>
                    <a:pt x="10306" y="9984"/>
                    <a:pt x="10248" y="9441"/>
                    <a:pt x="10469" y="9128"/>
                  </a:cubicBezTo>
                  <a:cubicBezTo>
                    <a:pt x="10680" y="8831"/>
                    <a:pt x="11214" y="8696"/>
                    <a:pt x="11367" y="8350"/>
                  </a:cubicBezTo>
                  <a:cubicBezTo>
                    <a:pt x="11526" y="7999"/>
                    <a:pt x="11266" y="7519"/>
                    <a:pt x="11343" y="7159"/>
                  </a:cubicBezTo>
                  <a:cubicBezTo>
                    <a:pt x="11430" y="6789"/>
                    <a:pt x="11872" y="6472"/>
                    <a:pt x="11877" y="6092"/>
                  </a:cubicBezTo>
                  <a:cubicBezTo>
                    <a:pt x="11886" y="5718"/>
                    <a:pt x="11459" y="5372"/>
                    <a:pt x="11396" y="5002"/>
                  </a:cubicBezTo>
                  <a:cubicBezTo>
                    <a:pt x="11334" y="4632"/>
                    <a:pt x="11617" y="4161"/>
                    <a:pt x="11483" y="3810"/>
                  </a:cubicBezTo>
                  <a:cubicBezTo>
                    <a:pt x="11348" y="3464"/>
                    <a:pt x="10825" y="3296"/>
                    <a:pt x="10623" y="2984"/>
                  </a:cubicBezTo>
                  <a:cubicBezTo>
                    <a:pt x="10426" y="2667"/>
                    <a:pt x="10503" y="2119"/>
                    <a:pt x="10248" y="1850"/>
                  </a:cubicBezTo>
                  <a:cubicBezTo>
                    <a:pt x="9993" y="1577"/>
                    <a:pt x="9451" y="1634"/>
                    <a:pt x="9138" y="1413"/>
                  </a:cubicBezTo>
                  <a:cubicBezTo>
                    <a:pt x="8836" y="1202"/>
                    <a:pt x="8706" y="673"/>
                    <a:pt x="8355" y="515"/>
                  </a:cubicBezTo>
                  <a:cubicBezTo>
                    <a:pt x="8271" y="476"/>
                    <a:pt x="8179" y="462"/>
                    <a:pt x="8082" y="462"/>
                  </a:cubicBezTo>
                  <a:cubicBezTo>
                    <a:pt x="7837" y="462"/>
                    <a:pt x="7564" y="550"/>
                    <a:pt x="7324" y="550"/>
                  </a:cubicBezTo>
                  <a:cubicBezTo>
                    <a:pt x="7269" y="550"/>
                    <a:pt x="7215" y="546"/>
                    <a:pt x="7164" y="534"/>
                  </a:cubicBezTo>
                  <a:cubicBezTo>
                    <a:pt x="6794" y="452"/>
                    <a:pt x="6477" y="10"/>
                    <a:pt x="6102" y="1"/>
                  </a:cubicBezTo>
                  <a:cubicBezTo>
                    <a:pt x="6098" y="1"/>
                    <a:pt x="6094" y="1"/>
                    <a:pt x="6089"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0"/>
            <p:cNvSpPr/>
            <p:nvPr/>
          </p:nvSpPr>
          <p:spPr>
            <a:xfrm>
              <a:off x="5465138" y="2980461"/>
              <a:ext cx="186271" cy="268031"/>
            </a:xfrm>
            <a:custGeom>
              <a:rect b="b" l="l" r="r" t="t"/>
              <a:pathLst>
                <a:path extrusionOk="0" h="10238" w="7115">
                  <a:moveTo>
                    <a:pt x="5035" y="0"/>
                  </a:moveTo>
                  <a:lnTo>
                    <a:pt x="5035" y="0"/>
                  </a:lnTo>
                  <a:cubicBezTo>
                    <a:pt x="6577" y="4093"/>
                    <a:pt x="4228" y="8614"/>
                    <a:pt x="0" y="9714"/>
                  </a:cubicBezTo>
                  <a:cubicBezTo>
                    <a:pt x="351" y="9820"/>
                    <a:pt x="668" y="10228"/>
                    <a:pt x="1019" y="10238"/>
                  </a:cubicBezTo>
                  <a:cubicBezTo>
                    <a:pt x="1023" y="10238"/>
                    <a:pt x="1027" y="10238"/>
                    <a:pt x="1031" y="10238"/>
                  </a:cubicBezTo>
                  <a:cubicBezTo>
                    <a:pt x="1406" y="10238"/>
                    <a:pt x="1748" y="9819"/>
                    <a:pt x="2114" y="9757"/>
                  </a:cubicBezTo>
                  <a:cubicBezTo>
                    <a:pt x="2153" y="9750"/>
                    <a:pt x="2194" y="9747"/>
                    <a:pt x="2235" y="9747"/>
                  </a:cubicBezTo>
                  <a:cubicBezTo>
                    <a:pt x="2505" y="9747"/>
                    <a:pt x="2816" y="9880"/>
                    <a:pt x="3087" y="9880"/>
                  </a:cubicBezTo>
                  <a:cubicBezTo>
                    <a:pt x="3162" y="9880"/>
                    <a:pt x="3234" y="9870"/>
                    <a:pt x="3301" y="9844"/>
                  </a:cubicBezTo>
                  <a:cubicBezTo>
                    <a:pt x="3651" y="9704"/>
                    <a:pt x="3810" y="9181"/>
                    <a:pt x="4132" y="8984"/>
                  </a:cubicBezTo>
                  <a:cubicBezTo>
                    <a:pt x="4454" y="8782"/>
                    <a:pt x="4992" y="8864"/>
                    <a:pt x="5265" y="8609"/>
                  </a:cubicBezTo>
                  <a:cubicBezTo>
                    <a:pt x="5539" y="8350"/>
                    <a:pt x="5477" y="7807"/>
                    <a:pt x="5698" y="7494"/>
                  </a:cubicBezTo>
                  <a:cubicBezTo>
                    <a:pt x="5919" y="7187"/>
                    <a:pt x="6447" y="7067"/>
                    <a:pt x="6601" y="6716"/>
                  </a:cubicBezTo>
                  <a:cubicBezTo>
                    <a:pt x="6755" y="6365"/>
                    <a:pt x="6490" y="5885"/>
                    <a:pt x="6572" y="5525"/>
                  </a:cubicBezTo>
                  <a:cubicBezTo>
                    <a:pt x="6659" y="5150"/>
                    <a:pt x="7096" y="4833"/>
                    <a:pt x="7105" y="4458"/>
                  </a:cubicBezTo>
                  <a:cubicBezTo>
                    <a:pt x="7115" y="4088"/>
                    <a:pt x="6692" y="3738"/>
                    <a:pt x="6625" y="3368"/>
                  </a:cubicBezTo>
                  <a:cubicBezTo>
                    <a:pt x="6563" y="2998"/>
                    <a:pt x="6846" y="2527"/>
                    <a:pt x="6711" y="2176"/>
                  </a:cubicBezTo>
                  <a:cubicBezTo>
                    <a:pt x="6577" y="1826"/>
                    <a:pt x="6053" y="1672"/>
                    <a:pt x="5852" y="1350"/>
                  </a:cubicBezTo>
                  <a:cubicBezTo>
                    <a:pt x="5655" y="1028"/>
                    <a:pt x="5736" y="490"/>
                    <a:pt x="5477" y="216"/>
                  </a:cubicBezTo>
                  <a:cubicBezTo>
                    <a:pt x="5366" y="96"/>
                    <a:pt x="5208" y="43"/>
                    <a:pt x="503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0"/>
            <p:cNvSpPr/>
            <p:nvPr/>
          </p:nvSpPr>
          <p:spPr>
            <a:xfrm>
              <a:off x="5467599" y="3048451"/>
              <a:ext cx="130115" cy="140744"/>
            </a:xfrm>
            <a:custGeom>
              <a:rect b="b" l="l" r="r" t="t"/>
              <a:pathLst>
                <a:path extrusionOk="0" h="5376" w="4970">
                  <a:moveTo>
                    <a:pt x="3552" y="1"/>
                  </a:moveTo>
                  <a:cubicBezTo>
                    <a:pt x="3319" y="1"/>
                    <a:pt x="3107" y="117"/>
                    <a:pt x="3053" y="372"/>
                  </a:cubicBezTo>
                  <a:cubicBezTo>
                    <a:pt x="2721" y="1890"/>
                    <a:pt x="1948" y="2812"/>
                    <a:pt x="833" y="3975"/>
                  </a:cubicBezTo>
                  <a:cubicBezTo>
                    <a:pt x="0" y="4841"/>
                    <a:pt x="534" y="5376"/>
                    <a:pt x="1449" y="5376"/>
                  </a:cubicBezTo>
                  <a:cubicBezTo>
                    <a:pt x="2307" y="5376"/>
                    <a:pt x="3500" y="4906"/>
                    <a:pt x="4215" y="3797"/>
                  </a:cubicBezTo>
                  <a:cubicBezTo>
                    <a:pt x="4970" y="2625"/>
                    <a:pt x="4537" y="1294"/>
                    <a:pt x="4259" y="478"/>
                  </a:cubicBezTo>
                  <a:cubicBezTo>
                    <a:pt x="4156" y="174"/>
                    <a:pt x="3838" y="1"/>
                    <a:pt x="35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0"/>
            <p:cNvSpPr/>
            <p:nvPr/>
          </p:nvSpPr>
          <p:spPr>
            <a:xfrm>
              <a:off x="5478463" y="3049236"/>
              <a:ext cx="119381" cy="139958"/>
            </a:xfrm>
            <a:custGeom>
              <a:rect b="b" l="l" r="r" t="t"/>
              <a:pathLst>
                <a:path extrusionOk="0" h="5346" w="4560">
                  <a:moveTo>
                    <a:pt x="3334" y="1"/>
                  </a:moveTo>
                  <a:lnTo>
                    <a:pt x="3334" y="1"/>
                  </a:lnTo>
                  <a:cubicBezTo>
                    <a:pt x="3613" y="827"/>
                    <a:pt x="3988" y="2100"/>
                    <a:pt x="3258" y="3224"/>
                  </a:cubicBezTo>
                  <a:cubicBezTo>
                    <a:pt x="2543" y="4332"/>
                    <a:pt x="1349" y="4803"/>
                    <a:pt x="490" y="4803"/>
                  </a:cubicBezTo>
                  <a:cubicBezTo>
                    <a:pt x="310" y="4803"/>
                    <a:pt x="144" y="4783"/>
                    <a:pt x="0" y="4743"/>
                  </a:cubicBezTo>
                  <a:lnTo>
                    <a:pt x="0" y="4743"/>
                  </a:lnTo>
                  <a:cubicBezTo>
                    <a:pt x="16" y="5126"/>
                    <a:pt x="445" y="5345"/>
                    <a:pt x="1030" y="5345"/>
                  </a:cubicBezTo>
                  <a:cubicBezTo>
                    <a:pt x="1887" y="5345"/>
                    <a:pt x="3079" y="4875"/>
                    <a:pt x="3796" y="3767"/>
                  </a:cubicBezTo>
                  <a:cubicBezTo>
                    <a:pt x="4559" y="2600"/>
                    <a:pt x="4127" y="1264"/>
                    <a:pt x="3848" y="448"/>
                  </a:cubicBezTo>
                  <a:cubicBezTo>
                    <a:pt x="3767" y="222"/>
                    <a:pt x="3570" y="49"/>
                    <a:pt x="333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0"/>
            <p:cNvSpPr/>
            <p:nvPr/>
          </p:nvSpPr>
          <p:spPr>
            <a:xfrm>
              <a:off x="5420736" y="3021485"/>
              <a:ext cx="68722" cy="68827"/>
            </a:xfrm>
            <a:custGeom>
              <a:rect b="b" l="l" r="r" t="t"/>
              <a:pathLst>
                <a:path extrusionOk="0" h="2629" w="2625">
                  <a:moveTo>
                    <a:pt x="1454" y="1"/>
                  </a:moveTo>
                  <a:cubicBezTo>
                    <a:pt x="990" y="1"/>
                    <a:pt x="488" y="371"/>
                    <a:pt x="284" y="830"/>
                  </a:cubicBezTo>
                  <a:cubicBezTo>
                    <a:pt x="0" y="1469"/>
                    <a:pt x="289" y="2224"/>
                    <a:pt x="928" y="2507"/>
                  </a:cubicBezTo>
                  <a:cubicBezTo>
                    <a:pt x="1107" y="2588"/>
                    <a:pt x="1321" y="2628"/>
                    <a:pt x="1535" y="2628"/>
                  </a:cubicBezTo>
                  <a:cubicBezTo>
                    <a:pt x="2080" y="2628"/>
                    <a:pt x="2625" y="2367"/>
                    <a:pt x="2604" y="1863"/>
                  </a:cubicBezTo>
                  <a:cubicBezTo>
                    <a:pt x="2580" y="1272"/>
                    <a:pt x="2345" y="513"/>
                    <a:pt x="1960" y="187"/>
                  </a:cubicBezTo>
                  <a:cubicBezTo>
                    <a:pt x="1811" y="57"/>
                    <a:pt x="1635" y="1"/>
                    <a:pt x="145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0"/>
            <p:cNvSpPr/>
            <p:nvPr/>
          </p:nvSpPr>
          <p:spPr>
            <a:xfrm>
              <a:off x="5428276" y="3022218"/>
              <a:ext cx="61183" cy="68147"/>
            </a:xfrm>
            <a:custGeom>
              <a:rect b="b" l="l" r="r" t="t"/>
              <a:pathLst>
                <a:path extrusionOk="0" h="2603" w="2337">
                  <a:moveTo>
                    <a:pt x="1384" y="0"/>
                  </a:moveTo>
                  <a:lnTo>
                    <a:pt x="1384" y="0"/>
                  </a:lnTo>
                  <a:cubicBezTo>
                    <a:pt x="1562" y="380"/>
                    <a:pt x="1663" y="788"/>
                    <a:pt x="1682" y="1201"/>
                  </a:cubicBezTo>
                  <a:cubicBezTo>
                    <a:pt x="1703" y="1709"/>
                    <a:pt x="1157" y="1969"/>
                    <a:pt x="610" y="1969"/>
                  </a:cubicBezTo>
                  <a:cubicBezTo>
                    <a:pt x="398" y="1969"/>
                    <a:pt x="185" y="1929"/>
                    <a:pt x="5" y="1850"/>
                  </a:cubicBezTo>
                  <a:cubicBezTo>
                    <a:pt x="1" y="1845"/>
                    <a:pt x="1" y="1845"/>
                    <a:pt x="1" y="1845"/>
                  </a:cubicBezTo>
                  <a:lnTo>
                    <a:pt x="1" y="1845"/>
                  </a:lnTo>
                  <a:cubicBezTo>
                    <a:pt x="126" y="2128"/>
                    <a:pt x="356" y="2359"/>
                    <a:pt x="640" y="2484"/>
                  </a:cubicBezTo>
                  <a:cubicBezTo>
                    <a:pt x="819" y="2563"/>
                    <a:pt x="1032" y="2603"/>
                    <a:pt x="1245" y="2603"/>
                  </a:cubicBezTo>
                  <a:cubicBezTo>
                    <a:pt x="1791" y="2603"/>
                    <a:pt x="2337" y="2343"/>
                    <a:pt x="2316" y="1835"/>
                  </a:cubicBezTo>
                  <a:cubicBezTo>
                    <a:pt x="2297" y="1244"/>
                    <a:pt x="2057" y="485"/>
                    <a:pt x="1672" y="159"/>
                  </a:cubicBezTo>
                  <a:cubicBezTo>
                    <a:pt x="1591" y="82"/>
                    <a:pt x="1490" y="29"/>
                    <a:pt x="1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0"/>
            <p:cNvSpPr/>
            <p:nvPr/>
          </p:nvSpPr>
          <p:spPr>
            <a:xfrm>
              <a:off x="5546767" y="2918310"/>
              <a:ext cx="34846" cy="41286"/>
            </a:xfrm>
            <a:custGeom>
              <a:rect b="b" l="l" r="r" t="t"/>
              <a:pathLst>
                <a:path extrusionOk="0" h="1577" w="1331">
                  <a:moveTo>
                    <a:pt x="827" y="0"/>
                  </a:moveTo>
                  <a:cubicBezTo>
                    <a:pt x="657" y="0"/>
                    <a:pt x="498" y="98"/>
                    <a:pt x="428" y="260"/>
                  </a:cubicBezTo>
                  <a:lnTo>
                    <a:pt x="0" y="1221"/>
                  </a:lnTo>
                  <a:cubicBezTo>
                    <a:pt x="55" y="1209"/>
                    <a:pt x="111" y="1203"/>
                    <a:pt x="167" y="1203"/>
                  </a:cubicBezTo>
                  <a:cubicBezTo>
                    <a:pt x="268" y="1203"/>
                    <a:pt x="370" y="1223"/>
                    <a:pt x="466" y="1260"/>
                  </a:cubicBezTo>
                  <a:cubicBezTo>
                    <a:pt x="605" y="1332"/>
                    <a:pt x="721" y="1442"/>
                    <a:pt x="802" y="1577"/>
                  </a:cubicBezTo>
                  <a:lnTo>
                    <a:pt x="1230" y="616"/>
                  </a:lnTo>
                  <a:cubicBezTo>
                    <a:pt x="1331" y="395"/>
                    <a:pt x="1230" y="135"/>
                    <a:pt x="1009" y="39"/>
                  </a:cubicBezTo>
                  <a:cubicBezTo>
                    <a:pt x="949" y="13"/>
                    <a:pt x="887" y="0"/>
                    <a:pt x="8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0"/>
            <p:cNvSpPr/>
            <p:nvPr/>
          </p:nvSpPr>
          <p:spPr>
            <a:xfrm>
              <a:off x="5632663" y="3017480"/>
              <a:ext cx="43040" cy="32306"/>
            </a:xfrm>
            <a:custGeom>
              <a:rect b="b" l="l" r="r" t="t"/>
              <a:pathLst>
                <a:path extrusionOk="0" h="1234" w="1644">
                  <a:moveTo>
                    <a:pt x="1148" y="1"/>
                  </a:moveTo>
                  <a:cubicBezTo>
                    <a:pt x="1094" y="1"/>
                    <a:pt x="1039" y="11"/>
                    <a:pt x="985" y="32"/>
                  </a:cubicBezTo>
                  <a:lnTo>
                    <a:pt x="0" y="407"/>
                  </a:lnTo>
                  <a:cubicBezTo>
                    <a:pt x="140" y="513"/>
                    <a:pt x="260" y="623"/>
                    <a:pt x="312" y="767"/>
                  </a:cubicBezTo>
                  <a:cubicBezTo>
                    <a:pt x="356" y="916"/>
                    <a:pt x="361" y="1079"/>
                    <a:pt x="317" y="1233"/>
                  </a:cubicBezTo>
                  <a:lnTo>
                    <a:pt x="1307" y="854"/>
                  </a:lnTo>
                  <a:cubicBezTo>
                    <a:pt x="1533" y="767"/>
                    <a:pt x="1643" y="508"/>
                    <a:pt x="1557" y="282"/>
                  </a:cubicBezTo>
                  <a:cubicBezTo>
                    <a:pt x="1490" y="109"/>
                    <a:pt x="1325" y="1"/>
                    <a:pt x="11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0"/>
            <p:cNvSpPr/>
            <p:nvPr/>
          </p:nvSpPr>
          <p:spPr>
            <a:xfrm>
              <a:off x="5629522" y="3144086"/>
              <a:ext cx="42909" cy="33249"/>
            </a:xfrm>
            <a:custGeom>
              <a:rect b="b" l="l" r="r" t="t"/>
              <a:pathLst>
                <a:path extrusionOk="0" h="1270" w="1639">
                  <a:moveTo>
                    <a:pt x="356" y="0"/>
                  </a:moveTo>
                  <a:lnTo>
                    <a:pt x="356" y="0"/>
                  </a:lnTo>
                  <a:cubicBezTo>
                    <a:pt x="380" y="168"/>
                    <a:pt x="384" y="327"/>
                    <a:pt x="322" y="466"/>
                  </a:cubicBezTo>
                  <a:cubicBezTo>
                    <a:pt x="245" y="605"/>
                    <a:pt x="135" y="726"/>
                    <a:pt x="0" y="802"/>
                  </a:cubicBezTo>
                  <a:lnTo>
                    <a:pt x="961" y="1230"/>
                  </a:lnTo>
                  <a:cubicBezTo>
                    <a:pt x="1019" y="1257"/>
                    <a:pt x="1080" y="1269"/>
                    <a:pt x="1140" y="1269"/>
                  </a:cubicBezTo>
                  <a:cubicBezTo>
                    <a:pt x="1308" y="1269"/>
                    <a:pt x="1467" y="1172"/>
                    <a:pt x="1537" y="1009"/>
                  </a:cubicBezTo>
                  <a:cubicBezTo>
                    <a:pt x="1638" y="788"/>
                    <a:pt x="1537" y="529"/>
                    <a:pt x="1316" y="428"/>
                  </a:cubicBezTo>
                  <a:lnTo>
                    <a:pt x="35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0"/>
            <p:cNvSpPr/>
            <p:nvPr/>
          </p:nvSpPr>
          <p:spPr>
            <a:xfrm>
              <a:off x="5539463" y="3230114"/>
              <a:ext cx="33720" cy="41469"/>
            </a:xfrm>
            <a:custGeom>
              <a:rect b="b" l="l" r="r" t="t"/>
              <a:pathLst>
                <a:path extrusionOk="0" h="1584" w="1288">
                  <a:moveTo>
                    <a:pt x="817" y="0"/>
                  </a:moveTo>
                  <a:cubicBezTo>
                    <a:pt x="716" y="139"/>
                    <a:pt x="606" y="255"/>
                    <a:pt x="466" y="308"/>
                  </a:cubicBezTo>
                  <a:cubicBezTo>
                    <a:pt x="388" y="332"/>
                    <a:pt x="306" y="344"/>
                    <a:pt x="225" y="344"/>
                  </a:cubicBezTo>
                  <a:cubicBezTo>
                    <a:pt x="149" y="344"/>
                    <a:pt x="73" y="333"/>
                    <a:pt x="0" y="312"/>
                  </a:cubicBezTo>
                  <a:lnTo>
                    <a:pt x="0" y="312"/>
                  </a:lnTo>
                  <a:lnTo>
                    <a:pt x="375" y="1302"/>
                  </a:lnTo>
                  <a:cubicBezTo>
                    <a:pt x="441" y="1475"/>
                    <a:pt x="609" y="1583"/>
                    <a:pt x="786" y="1583"/>
                  </a:cubicBezTo>
                  <a:cubicBezTo>
                    <a:pt x="839" y="1583"/>
                    <a:pt x="894" y="1573"/>
                    <a:pt x="947" y="1552"/>
                  </a:cubicBezTo>
                  <a:cubicBezTo>
                    <a:pt x="1173" y="1465"/>
                    <a:pt x="1288" y="1211"/>
                    <a:pt x="1197" y="985"/>
                  </a:cubicBezTo>
                  <a:lnTo>
                    <a:pt x="817"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0"/>
            <p:cNvSpPr/>
            <p:nvPr/>
          </p:nvSpPr>
          <p:spPr>
            <a:xfrm>
              <a:off x="5410160" y="3226841"/>
              <a:ext cx="34741" cy="41233"/>
            </a:xfrm>
            <a:custGeom>
              <a:rect b="b" l="l" r="r" t="t"/>
              <a:pathLst>
                <a:path extrusionOk="0" h="1575" w="1327">
                  <a:moveTo>
                    <a:pt x="524" y="0"/>
                  </a:moveTo>
                  <a:lnTo>
                    <a:pt x="97" y="961"/>
                  </a:lnTo>
                  <a:cubicBezTo>
                    <a:pt x="1" y="1182"/>
                    <a:pt x="102" y="1441"/>
                    <a:pt x="323" y="1538"/>
                  </a:cubicBezTo>
                  <a:cubicBezTo>
                    <a:pt x="381" y="1563"/>
                    <a:pt x="441" y="1575"/>
                    <a:pt x="501" y="1575"/>
                  </a:cubicBezTo>
                  <a:cubicBezTo>
                    <a:pt x="668" y="1575"/>
                    <a:pt x="828" y="1480"/>
                    <a:pt x="899" y="1317"/>
                  </a:cubicBezTo>
                  <a:lnTo>
                    <a:pt x="1327" y="356"/>
                  </a:lnTo>
                  <a:lnTo>
                    <a:pt x="1327" y="356"/>
                  </a:lnTo>
                  <a:cubicBezTo>
                    <a:pt x="1263" y="363"/>
                    <a:pt x="1200" y="368"/>
                    <a:pt x="1137" y="368"/>
                  </a:cubicBezTo>
                  <a:cubicBezTo>
                    <a:pt x="1040" y="368"/>
                    <a:pt x="946" y="355"/>
                    <a:pt x="861" y="317"/>
                  </a:cubicBezTo>
                  <a:cubicBezTo>
                    <a:pt x="721" y="245"/>
                    <a:pt x="606" y="135"/>
                    <a:pt x="5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0"/>
            <p:cNvSpPr/>
            <p:nvPr/>
          </p:nvSpPr>
          <p:spPr>
            <a:xfrm>
              <a:off x="5315833" y="3136782"/>
              <a:ext cx="43171" cy="32228"/>
            </a:xfrm>
            <a:custGeom>
              <a:rect b="b" l="l" r="r" t="t"/>
              <a:pathLst>
                <a:path extrusionOk="0" h="1231" w="1649">
                  <a:moveTo>
                    <a:pt x="1332" y="1"/>
                  </a:moveTo>
                  <a:lnTo>
                    <a:pt x="342" y="380"/>
                  </a:lnTo>
                  <a:cubicBezTo>
                    <a:pt x="116" y="467"/>
                    <a:pt x="1" y="721"/>
                    <a:pt x="87" y="947"/>
                  </a:cubicBezTo>
                  <a:cubicBezTo>
                    <a:pt x="158" y="1122"/>
                    <a:pt x="326" y="1230"/>
                    <a:pt x="504" y="1230"/>
                  </a:cubicBezTo>
                  <a:cubicBezTo>
                    <a:pt x="555" y="1230"/>
                    <a:pt x="608" y="1221"/>
                    <a:pt x="659" y="1202"/>
                  </a:cubicBezTo>
                  <a:lnTo>
                    <a:pt x="1649" y="822"/>
                  </a:lnTo>
                  <a:cubicBezTo>
                    <a:pt x="1509" y="716"/>
                    <a:pt x="1389" y="606"/>
                    <a:pt x="1336" y="467"/>
                  </a:cubicBezTo>
                  <a:cubicBezTo>
                    <a:pt x="1288" y="313"/>
                    <a:pt x="1288" y="154"/>
                    <a:pt x="133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0"/>
            <p:cNvSpPr/>
            <p:nvPr/>
          </p:nvSpPr>
          <p:spPr>
            <a:xfrm>
              <a:off x="5319367" y="3009102"/>
              <a:ext cx="42909" cy="33249"/>
            </a:xfrm>
            <a:custGeom>
              <a:rect b="b" l="l" r="r" t="t"/>
              <a:pathLst>
                <a:path extrusionOk="0" h="1270" w="1639">
                  <a:moveTo>
                    <a:pt x="498" y="1"/>
                  </a:moveTo>
                  <a:cubicBezTo>
                    <a:pt x="331" y="1"/>
                    <a:pt x="171" y="98"/>
                    <a:pt x="96" y="261"/>
                  </a:cubicBezTo>
                  <a:cubicBezTo>
                    <a:pt x="0" y="482"/>
                    <a:pt x="101" y="741"/>
                    <a:pt x="322" y="842"/>
                  </a:cubicBezTo>
                  <a:lnTo>
                    <a:pt x="1283" y="1270"/>
                  </a:lnTo>
                  <a:cubicBezTo>
                    <a:pt x="1259" y="1102"/>
                    <a:pt x="1254" y="943"/>
                    <a:pt x="1317" y="804"/>
                  </a:cubicBezTo>
                  <a:cubicBezTo>
                    <a:pt x="1389" y="664"/>
                    <a:pt x="1504" y="544"/>
                    <a:pt x="1638" y="467"/>
                  </a:cubicBezTo>
                  <a:lnTo>
                    <a:pt x="678" y="40"/>
                  </a:lnTo>
                  <a:cubicBezTo>
                    <a:pt x="619" y="13"/>
                    <a:pt x="558" y="1"/>
                    <a:pt x="49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0"/>
            <p:cNvSpPr/>
            <p:nvPr/>
          </p:nvSpPr>
          <p:spPr>
            <a:xfrm>
              <a:off x="5418459" y="2914723"/>
              <a:ext cx="33746" cy="41600"/>
            </a:xfrm>
            <a:custGeom>
              <a:rect b="b" l="l" r="r" t="t"/>
              <a:pathLst>
                <a:path extrusionOk="0" h="1589" w="1289">
                  <a:moveTo>
                    <a:pt x="502" y="1"/>
                  </a:moveTo>
                  <a:cubicBezTo>
                    <a:pt x="449" y="1"/>
                    <a:pt x="395" y="11"/>
                    <a:pt x="342" y="32"/>
                  </a:cubicBezTo>
                  <a:cubicBezTo>
                    <a:pt x="111" y="119"/>
                    <a:pt x="1" y="373"/>
                    <a:pt x="87" y="599"/>
                  </a:cubicBezTo>
                  <a:lnTo>
                    <a:pt x="472" y="1589"/>
                  </a:lnTo>
                  <a:cubicBezTo>
                    <a:pt x="573" y="1449"/>
                    <a:pt x="683" y="1334"/>
                    <a:pt x="822" y="1281"/>
                  </a:cubicBezTo>
                  <a:cubicBezTo>
                    <a:pt x="894" y="1255"/>
                    <a:pt x="970" y="1244"/>
                    <a:pt x="1048" y="1244"/>
                  </a:cubicBezTo>
                  <a:cubicBezTo>
                    <a:pt x="1126" y="1244"/>
                    <a:pt x="1207" y="1255"/>
                    <a:pt x="1288" y="1272"/>
                  </a:cubicBezTo>
                  <a:lnTo>
                    <a:pt x="909" y="282"/>
                  </a:lnTo>
                  <a:cubicBezTo>
                    <a:pt x="843" y="109"/>
                    <a:pt x="678" y="1"/>
                    <a:pt x="5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0"/>
            <p:cNvSpPr/>
            <p:nvPr/>
          </p:nvSpPr>
          <p:spPr>
            <a:xfrm>
              <a:off x="5414453" y="3016040"/>
              <a:ext cx="80530" cy="79770"/>
            </a:xfrm>
            <a:custGeom>
              <a:rect b="b" l="l" r="r" t="t"/>
              <a:pathLst>
                <a:path extrusionOk="0" h="3047" w="3076">
                  <a:moveTo>
                    <a:pt x="1688" y="418"/>
                  </a:moveTo>
                  <a:cubicBezTo>
                    <a:pt x="1823" y="418"/>
                    <a:pt x="1952" y="459"/>
                    <a:pt x="2061" y="553"/>
                  </a:cubicBezTo>
                  <a:cubicBezTo>
                    <a:pt x="2397" y="841"/>
                    <a:pt x="2618" y="1557"/>
                    <a:pt x="2638" y="2086"/>
                  </a:cubicBezTo>
                  <a:cubicBezTo>
                    <a:pt x="2654" y="2452"/>
                    <a:pt x="2213" y="2632"/>
                    <a:pt x="1776" y="2632"/>
                  </a:cubicBezTo>
                  <a:cubicBezTo>
                    <a:pt x="1587" y="2632"/>
                    <a:pt x="1400" y="2599"/>
                    <a:pt x="1249" y="2532"/>
                  </a:cubicBezTo>
                  <a:cubicBezTo>
                    <a:pt x="711" y="2292"/>
                    <a:pt x="471" y="1663"/>
                    <a:pt x="711" y="1125"/>
                  </a:cubicBezTo>
                  <a:cubicBezTo>
                    <a:pt x="878" y="745"/>
                    <a:pt x="1307" y="418"/>
                    <a:pt x="1688" y="418"/>
                  </a:cubicBezTo>
                  <a:close/>
                  <a:moveTo>
                    <a:pt x="1695" y="1"/>
                  </a:moveTo>
                  <a:cubicBezTo>
                    <a:pt x="1151" y="1"/>
                    <a:pt x="572" y="414"/>
                    <a:pt x="332" y="957"/>
                  </a:cubicBezTo>
                  <a:cubicBezTo>
                    <a:pt x="0" y="1701"/>
                    <a:pt x="332" y="2576"/>
                    <a:pt x="1081" y="2907"/>
                  </a:cubicBezTo>
                  <a:cubicBezTo>
                    <a:pt x="1289" y="3001"/>
                    <a:pt x="1531" y="3047"/>
                    <a:pt x="1773" y="3047"/>
                  </a:cubicBezTo>
                  <a:cubicBezTo>
                    <a:pt x="2425" y="3047"/>
                    <a:pt x="3075" y="2711"/>
                    <a:pt x="3051" y="2066"/>
                  </a:cubicBezTo>
                  <a:cubicBezTo>
                    <a:pt x="3027" y="1442"/>
                    <a:pt x="2772" y="616"/>
                    <a:pt x="2330" y="236"/>
                  </a:cubicBezTo>
                  <a:cubicBezTo>
                    <a:pt x="2142" y="72"/>
                    <a:pt x="1922" y="1"/>
                    <a:pt x="16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0"/>
            <p:cNvSpPr/>
            <p:nvPr/>
          </p:nvSpPr>
          <p:spPr>
            <a:xfrm>
              <a:off x="5309550" y="2909330"/>
              <a:ext cx="371939" cy="367201"/>
            </a:xfrm>
            <a:custGeom>
              <a:rect b="b" l="l" r="r" t="t"/>
              <a:pathLst>
                <a:path extrusionOk="0" h="14026" w="14207">
                  <a:moveTo>
                    <a:pt x="4661" y="411"/>
                  </a:moveTo>
                  <a:cubicBezTo>
                    <a:pt x="4757" y="411"/>
                    <a:pt x="4843" y="469"/>
                    <a:pt x="4882" y="560"/>
                  </a:cubicBezTo>
                  <a:lnTo>
                    <a:pt x="5141" y="1238"/>
                  </a:lnTo>
                  <a:cubicBezTo>
                    <a:pt x="4982" y="1247"/>
                    <a:pt x="4829" y="1305"/>
                    <a:pt x="4704" y="1406"/>
                  </a:cubicBezTo>
                  <a:lnTo>
                    <a:pt x="4444" y="728"/>
                  </a:lnTo>
                  <a:cubicBezTo>
                    <a:pt x="4387" y="575"/>
                    <a:pt x="4497" y="411"/>
                    <a:pt x="4661" y="411"/>
                  </a:cubicBezTo>
                  <a:close/>
                  <a:moveTo>
                    <a:pt x="9876" y="563"/>
                  </a:moveTo>
                  <a:cubicBezTo>
                    <a:pt x="10020" y="563"/>
                    <a:pt x="10162" y="696"/>
                    <a:pt x="10099" y="872"/>
                  </a:cubicBezTo>
                  <a:lnTo>
                    <a:pt x="9801" y="1535"/>
                  </a:lnTo>
                  <a:cubicBezTo>
                    <a:pt x="9681" y="1430"/>
                    <a:pt x="9537" y="1367"/>
                    <a:pt x="9378" y="1348"/>
                  </a:cubicBezTo>
                  <a:lnTo>
                    <a:pt x="9676" y="685"/>
                  </a:lnTo>
                  <a:cubicBezTo>
                    <a:pt x="9724" y="599"/>
                    <a:pt x="9800" y="563"/>
                    <a:pt x="9876" y="563"/>
                  </a:cubicBezTo>
                  <a:close/>
                  <a:moveTo>
                    <a:pt x="866" y="4016"/>
                  </a:moveTo>
                  <a:cubicBezTo>
                    <a:pt x="962" y="4016"/>
                    <a:pt x="1097" y="4101"/>
                    <a:pt x="1634" y="4331"/>
                  </a:cubicBezTo>
                  <a:cubicBezTo>
                    <a:pt x="1581" y="4389"/>
                    <a:pt x="1538" y="4456"/>
                    <a:pt x="1504" y="4528"/>
                  </a:cubicBezTo>
                  <a:cubicBezTo>
                    <a:pt x="1475" y="4600"/>
                    <a:pt x="1456" y="4677"/>
                    <a:pt x="1447" y="4759"/>
                  </a:cubicBezTo>
                  <a:lnTo>
                    <a:pt x="784" y="4461"/>
                  </a:lnTo>
                  <a:cubicBezTo>
                    <a:pt x="587" y="4384"/>
                    <a:pt x="591" y="4106"/>
                    <a:pt x="788" y="4033"/>
                  </a:cubicBezTo>
                  <a:cubicBezTo>
                    <a:pt x="816" y="4022"/>
                    <a:pt x="839" y="4016"/>
                    <a:pt x="866" y="4016"/>
                  </a:cubicBezTo>
                  <a:close/>
                  <a:moveTo>
                    <a:pt x="13511" y="4328"/>
                  </a:moveTo>
                  <a:cubicBezTo>
                    <a:pt x="13743" y="4328"/>
                    <a:pt x="13847" y="4695"/>
                    <a:pt x="13577" y="4788"/>
                  </a:cubicBezTo>
                  <a:lnTo>
                    <a:pt x="12899" y="5047"/>
                  </a:lnTo>
                  <a:cubicBezTo>
                    <a:pt x="12895" y="4889"/>
                    <a:pt x="12832" y="4740"/>
                    <a:pt x="12736" y="4615"/>
                  </a:cubicBezTo>
                  <a:lnTo>
                    <a:pt x="13409" y="4351"/>
                  </a:lnTo>
                  <a:cubicBezTo>
                    <a:pt x="13445" y="4335"/>
                    <a:pt x="13479" y="4328"/>
                    <a:pt x="13511" y="4328"/>
                  </a:cubicBezTo>
                  <a:close/>
                  <a:moveTo>
                    <a:pt x="1327" y="8996"/>
                  </a:moveTo>
                  <a:cubicBezTo>
                    <a:pt x="1336" y="9155"/>
                    <a:pt x="1394" y="9308"/>
                    <a:pt x="1495" y="9433"/>
                  </a:cubicBezTo>
                  <a:lnTo>
                    <a:pt x="822" y="9693"/>
                  </a:lnTo>
                  <a:cubicBezTo>
                    <a:pt x="786" y="9708"/>
                    <a:pt x="751" y="9715"/>
                    <a:pt x="719" y="9715"/>
                  </a:cubicBezTo>
                  <a:cubicBezTo>
                    <a:pt x="487" y="9715"/>
                    <a:pt x="379" y="9349"/>
                    <a:pt x="649" y="9260"/>
                  </a:cubicBezTo>
                  <a:lnTo>
                    <a:pt x="1327" y="8996"/>
                  </a:lnTo>
                  <a:close/>
                  <a:moveTo>
                    <a:pt x="12789" y="9289"/>
                  </a:moveTo>
                  <a:lnTo>
                    <a:pt x="13452" y="9582"/>
                  </a:lnTo>
                  <a:cubicBezTo>
                    <a:pt x="13644" y="9664"/>
                    <a:pt x="13639" y="9938"/>
                    <a:pt x="13442" y="10014"/>
                  </a:cubicBezTo>
                  <a:cubicBezTo>
                    <a:pt x="13414" y="10025"/>
                    <a:pt x="13389" y="10030"/>
                    <a:pt x="13364" y="10030"/>
                  </a:cubicBezTo>
                  <a:cubicBezTo>
                    <a:pt x="13247" y="10030"/>
                    <a:pt x="13112" y="9924"/>
                    <a:pt x="12597" y="9712"/>
                  </a:cubicBezTo>
                  <a:cubicBezTo>
                    <a:pt x="12703" y="9597"/>
                    <a:pt x="12770" y="9448"/>
                    <a:pt x="12789" y="9289"/>
                  </a:cubicBezTo>
                  <a:close/>
                  <a:moveTo>
                    <a:pt x="4430" y="12508"/>
                  </a:moveTo>
                  <a:cubicBezTo>
                    <a:pt x="4550" y="12613"/>
                    <a:pt x="4699" y="12681"/>
                    <a:pt x="4857" y="12695"/>
                  </a:cubicBezTo>
                  <a:lnTo>
                    <a:pt x="4555" y="13363"/>
                  </a:lnTo>
                  <a:cubicBezTo>
                    <a:pt x="4514" y="13472"/>
                    <a:pt x="4431" y="13517"/>
                    <a:pt x="4347" y="13517"/>
                  </a:cubicBezTo>
                  <a:cubicBezTo>
                    <a:pt x="4190" y="13517"/>
                    <a:pt x="4029" y="13361"/>
                    <a:pt x="4132" y="13171"/>
                  </a:cubicBezTo>
                  <a:lnTo>
                    <a:pt x="4430" y="12508"/>
                  </a:lnTo>
                  <a:close/>
                  <a:moveTo>
                    <a:pt x="9522" y="12642"/>
                  </a:moveTo>
                  <a:cubicBezTo>
                    <a:pt x="9748" y="13276"/>
                    <a:pt x="9849" y="13344"/>
                    <a:pt x="9782" y="13497"/>
                  </a:cubicBezTo>
                  <a:lnTo>
                    <a:pt x="9777" y="13497"/>
                  </a:lnTo>
                  <a:cubicBezTo>
                    <a:pt x="9737" y="13589"/>
                    <a:pt x="9652" y="13634"/>
                    <a:pt x="9566" y="13634"/>
                  </a:cubicBezTo>
                  <a:cubicBezTo>
                    <a:pt x="9476" y="13634"/>
                    <a:pt x="9386" y="13584"/>
                    <a:pt x="9349" y="13483"/>
                  </a:cubicBezTo>
                  <a:lnTo>
                    <a:pt x="9085" y="12806"/>
                  </a:lnTo>
                  <a:cubicBezTo>
                    <a:pt x="9244" y="12796"/>
                    <a:pt x="9397" y="12738"/>
                    <a:pt x="9522" y="12642"/>
                  </a:cubicBezTo>
                  <a:close/>
                  <a:moveTo>
                    <a:pt x="4658" y="1"/>
                  </a:moveTo>
                  <a:cubicBezTo>
                    <a:pt x="4579" y="1"/>
                    <a:pt x="4499" y="15"/>
                    <a:pt x="4420" y="46"/>
                  </a:cubicBezTo>
                  <a:cubicBezTo>
                    <a:pt x="4094" y="171"/>
                    <a:pt x="3925" y="536"/>
                    <a:pt x="4046" y="868"/>
                  </a:cubicBezTo>
                  <a:lnTo>
                    <a:pt x="4387" y="1752"/>
                  </a:lnTo>
                  <a:cubicBezTo>
                    <a:pt x="4074" y="2189"/>
                    <a:pt x="4046" y="2208"/>
                    <a:pt x="3589" y="2285"/>
                  </a:cubicBezTo>
                  <a:cubicBezTo>
                    <a:pt x="3344" y="2323"/>
                    <a:pt x="3066" y="2371"/>
                    <a:pt x="2869" y="2563"/>
                  </a:cubicBezTo>
                  <a:cubicBezTo>
                    <a:pt x="2537" y="2871"/>
                    <a:pt x="2595" y="3438"/>
                    <a:pt x="2407" y="3702"/>
                  </a:cubicBezTo>
                  <a:cubicBezTo>
                    <a:pt x="2335" y="3803"/>
                    <a:pt x="2196" y="3889"/>
                    <a:pt x="2047" y="3981"/>
                  </a:cubicBezTo>
                  <a:cubicBezTo>
                    <a:pt x="2023" y="3995"/>
                    <a:pt x="2004" y="4019"/>
                    <a:pt x="1980" y="4029"/>
                  </a:cubicBezTo>
                  <a:lnTo>
                    <a:pt x="1120" y="3644"/>
                  </a:lnTo>
                  <a:cubicBezTo>
                    <a:pt x="1035" y="3607"/>
                    <a:pt x="947" y="3589"/>
                    <a:pt x="860" y="3589"/>
                  </a:cubicBezTo>
                  <a:cubicBezTo>
                    <a:pt x="610" y="3589"/>
                    <a:pt x="372" y="3734"/>
                    <a:pt x="265" y="3976"/>
                  </a:cubicBezTo>
                  <a:cubicBezTo>
                    <a:pt x="121" y="4298"/>
                    <a:pt x="265" y="4682"/>
                    <a:pt x="591" y="4826"/>
                  </a:cubicBezTo>
                  <a:lnTo>
                    <a:pt x="1451" y="5210"/>
                  </a:lnTo>
                  <a:cubicBezTo>
                    <a:pt x="1538" y="5729"/>
                    <a:pt x="1557" y="5753"/>
                    <a:pt x="1264" y="6162"/>
                  </a:cubicBezTo>
                  <a:cubicBezTo>
                    <a:pt x="1120" y="6373"/>
                    <a:pt x="966" y="6589"/>
                    <a:pt x="957" y="6853"/>
                  </a:cubicBezTo>
                  <a:cubicBezTo>
                    <a:pt x="942" y="7310"/>
                    <a:pt x="1389" y="7675"/>
                    <a:pt x="1437" y="7987"/>
                  </a:cubicBezTo>
                  <a:cubicBezTo>
                    <a:pt x="1461" y="8136"/>
                    <a:pt x="1408" y="8343"/>
                    <a:pt x="1370" y="8525"/>
                  </a:cubicBezTo>
                  <a:lnTo>
                    <a:pt x="486" y="8861"/>
                  </a:lnTo>
                  <a:cubicBezTo>
                    <a:pt x="159" y="8996"/>
                    <a:pt x="1" y="9366"/>
                    <a:pt x="130" y="9697"/>
                  </a:cubicBezTo>
                  <a:cubicBezTo>
                    <a:pt x="228" y="9952"/>
                    <a:pt x="472" y="10111"/>
                    <a:pt x="732" y="10111"/>
                  </a:cubicBezTo>
                  <a:cubicBezTo>
                    <a:pt x="805" y="10111"/>
                    <a:pt x="879" y="10098"/>
                    <a:pt x="952" y="10072"/>
                  </a:cubicBezTo>
                  <a:lnTo>
                    <a:pt x="1836" y="9731"/>
                  </a:lnTo>
                  <a:cubicBezTo>
                    <a:pt x="2273" y="10038"/>
                    <a:pt x="2292" y="10067"/>
                    <a:pt x="2369" y="10528"/>
                  </a:cubicBezTo>
                  <a:cubicBezTo>
                    <a:pt x="2489" y="11249"/>
                    <a:pt x="2672" y="11403"/>
                    <a:pt x="3339" y="11557"/>
                  </a:cubicBezTo>
                  <a:cubicBezTo>
                    <a:pt x="3810" y="11662"/>
                    <a:pt x="3829" y="11686"/>
                    <a:pt x="4118" y="12133"/>
                  </a:cubicBezTo>
                  <a:lnTo>
                    <a:pt x="3733" y="12993"/>
                  </a:lnTo>
                  <a:cubicBezTo>
                    <a:pt x="3537" y="13443"/>
                    <a:pt x="3884" y="13907"/>
                    <a:pt x="4324" y="13907"/>
                  </a:cubicBezTo>
                  <a:cubicBezTo>
                    <a:pt x="4401" y="13907"/>
                    <a:pt x="4480" y="13893"/>
                    <a:pt x="4560" y="13862"/>
                  </a:cubicBezTo>
                  <a:cubicBezTo>
                    <a:pt x="4718" y="13800"/>
                    <a:pt x="4848" y="13675"/>
                    <a:pt x="4920" y="13517"/>
                  </a:cubicBezTo>
                  <a:lnTo>
                    <a:pt x="5304" y="12657"/>
                  </a:lnTo>
                  <a:cubicBezTo>
                    <a:pt x="5499" y="12624"/>
                    <a:pt x="5623" y="12602"/>
                    <a:pt x="5724" y="12602"/>
                  </a:cubicBezTo>
                  <a:cubicBezTo>
                    <a:pt x="5892" y="12602"/>
                    <a:pt x="5995" y="12664"/>
                    <a:pt x="6251" y="12844"/>
                  </a:cubicBezTo>
                  <a:cubicBezTo>
                    <a:pt x="6542" y="13049"/>
                    <a:pt x="6747" y="13152"/>
                    <a:pt x="6960" y="13152"/>
                  </a:cubicBezTo>
                  <a:cubicBezTo>
                    <a:pt x="7161" y="13152"/>
                    <a:pt x="7369" y="13060"/>
                    <a:pt x="7663" y="12873"/>
                  </a:cubicBezTo>
                  <a:cubicBezTo>
                    <a:pt x="7902" y="12721"/>
                    <a:pt x="8011" y="12663"/>
                    <a:pt x="8162" y="12663"/>
                  </a:cubicBezTo>
                  <a:cubicBezTo>
                    <a:pt x="8269" y="12663"/>
                    <a:pt x="8398" y="12692"/>
                    <a:pt x="8609" y="12738"/>
                  </a:cubicBezTo>
                  <a:lnTo>
                    <a:pt x="8951" y="13622"/>
                  </a:lnTo>
                  <a:cubicBezTo>
                    <a:pt x="9054" y="13873"/>
                    <a:pt x="9296" y="14025"/>
                    <a:pt x="9552" y="14025"/>
                  </a:cubicBezTo>
                  <a:cubicBezTo>
                    <a:pt x="9628" y="14025"/>
                    <a:pt x="9706" y="14011"/>
                    <a:pt x="9782" y="13983"/>
                  </a:cubicBezTo>
                  <a:cubicBezTo>
                    <a:pt x="10113" y="13858"/>
                    <a:pt x="10281" y="13488"/>
                    <a:pt x="10161" y="13156"/>
                  </a:cubicBezTo>
                  <a:lnTo>
                    <a:pt x="9820" y="12272"/>
                  </a:lnTo>
                  <a:cubicBezTo>
                    <a:pt x="10128" y="11840"/>
                    <a:pt x="10156" y="11821"/>
                    <a:pt x="10618" y="11739"/>
                  </a:cubicBezTo>
                  <a:cubicBezTo>
                    <a:pt x="11338" y="11619"/>
                    <a:pt x="11492" y="11441"/>
                    <a:pt x="11641" y="10773"/>
                  </a:cubicBezTo>
                  <a:cubicBezTo>
                    <a:pt x="11751" y="10307"/>
                    <a:pt x="11771" y="10283"/>
                    <a:pt x="12217" y="9990"/>
                  </a:cubicBezTo>
                  <a:cubicBezTo>
                    <a:pt x="12860" y="10263"/>
                    <a:pt x="13116" y="10432"/>
                    <a:pt x="13364" y="10432"/>
                  </a:cubicBezTo>
                  <a:cubicBezTo>
                    <a:pt x="13434" y="10432"/>
                    <a:pt x="13504" y="10418"/>
                    <a:pt x="13582" y="10389"/>
                  </a:cubicBezTo>
                  <a:cubicBezTo>
                    <a:pt x="14125" y="10197"/>
                    <a:pt x="14144" y="9438"/>
                    <a:pt x="13620" y="9203"/>
                  </a:cubicBezTo>
                  <a:lnTo>
                    <a:pt x="12760" y="8818"/>
                  </a:lnTo>
                  <a:cubicBezTo>
                    <a:pt x="12674" y="8299"/>
                    <a:pt x="12654" y="8280"/>
                    <a:pt x="12948" y="7867"/>
                  </a:cubicBezTo>
                  <a:cubicBezTo>
                    <a:pt x="13341" y="7310"/>
                    <a:pt x="13370" y="7074"/>
                    <a:pt x="12976" y="6459"/>
                  </a:cubicBezTo>
                  <a:cubicBezTo>
                    <a:pt x="12717" y="6051"/>
                    <a:pt x="12727" y="6022"/>
                    <a:pt x="12842" y="5513"/>
                  </a:cubicBezTo>
                  <a:lnTo>
                    <a:pt x="13726" y="5172"/>
                  </a:lnTo>
                  <a:cubicBezTo>
                    <a:pt x="14048" y="5037"/>
                    <a:pt x="14206" y="4668"/>
                    <a:pt x="14081" y="4341"/>
                  </a:cubicBezTo>
                  <a:cubicBezTo>
                    <a:pt x="13983" y="4081"/>
                    <a:pt x="13735" y="3925"/>
                    <a:pt x="13475" y="3925"/>
                  </a:cubicBezTo>
                  <a:cubicBezTo>
                    <a:pt x="13403" y="3925"/>
                    <a:pt x="13330" y="3936"/>
                    <a:pt x="13260" y="3961"/>
                  </a:cubicBezTo>
                  <a:lnTo>
                    <a:pt x="12371" y="4302"/>
                  </a:lnTo>
                  <a:cubicBezTo>
                    <a:pt x="11939" y="3995"/>
                    <a:pt x="11919" y="3966"/>
                    <a:pt x="11843" y="3505"/>
                  </a:cubicBezTo>
                  <a:cubicBezTo>
                    <a:pt x="11722" y="2784"/>
                    <a:pt x="11540" y="2631"/>
                    <a:pt x="10872" y="2477"/>
                  </a:cubicBezTo>
                  <a:cubicBezTo>
                    <a:pt x="10401" y="2371"/>
                    <a:pt x="10382" y="2352"/>
                    <a:pt x="10089" y="1900"/>
                  </a:cubicBezTo>
                  <a:lnTo>
                    <a:pt x="10473" y="1041"/>
                  </a:lnTo>
                  <a:cubicBezTo>
                    <a:pt x="10618" y="714"/>
                    <a:pt x="10473" y="330"/>
                    <a:pt x="10147" y="185"/>
                  </a:cubicBezTo>
                  <a:cubicBezTo>
                    <a:pt x="10062" y="148"/>
                    <a:pt x="9973" y="130"/>
                    <a:pt x="9887" y="130"/>
                  </a:cubicBezTo>
                  <a:cubicBezTo>
                    <a:pt x="9639" y="130"/>
                    <a:pt x="9403" y="274"/>
                    <a:pt x="9296" y="512"/>
                  </a:cubicBezTo>
                  <a:lnTo>
                    <a:pt x="8907" y="1372"/>
                  </a:lnTo>
                  <a:cubicBezTo>
                    <a:pt x="8709" y="1405"/>
                    <a:pt x="8584" y="1428"/>
                    <a:pt x="8482" y="1428"/>
                  </a:cubicBezTo>
                  <a:cubicBezTo>
                    <a:pt x="8317" y="1428"/>
                    <a:pt x="8213" y="1368"/>
                    <a:pt x="7961" y="1189"/>
                  </a:cubicBezTo>
                  <a:cubicBezTo>
                    <a:pt x="7903" y="1146"/>
                    <a:pt x="7841" y="1108"/>
                    <a:pt x="7783" y="1069"/>
                  </a:cubicBezTo>
                  <a:cubicBezTo>
                    <a:pt x="7743" y="1044"/>
                    <a:pt x="7703" y="1033"/>
                    <a:pt x="7666" y="1033"/>
                  </a:cubicBezTo>
                  <a:cubicBezTo>
                    <a:pt x="7485" y="1033"/>
                    <a:pt x="7366" y="1292"/>
                    <a:pt x="7557" y="1415"/>
                  </a:cubicBezTo>
                  <a:cubicBezTo>
                    <a:pt x="7615" y="1454"/>
                    <a:pt x="7668" y="1487"/>
                    <a:pt x="7721" y="1526"/>
                  </a:cubicBezTo>
                  <a:cubicBezTo>
                    <a:pt x="8050" y="1759"/>
                    <a:pt x="8225" y="1844"/>
                    <a:pt x="8484" y="1844"/>
                  </a:cubicBezTo>
                  <a:cubicBezTo>
                    <a:pt x="8599" y="1844"/>
                    <a:pt x="8730" y="1828"/>
                    <a:pt x="8898" y="1800"/>
                  </a:cubicBezTo>
                  <a:cubicBezTo>
                    <a:pt x="9047" y="1773"/>
                    <a:pt x="9159" y="1756"/>
                    <a:pt x="9251" y="1756"/>
                  </a:cubicBezTo>
                  <a:cubicBezTo>
                    <a:pt x="9479" y="1756"/>
                    <a:pt x="9578" y="1861"/>
                    <a:pt x="9786" y="2194"/>
                  </a:cubicBezTo>
                  <a:cubicBezTo>
                    <a:pt x="10079" y="2664"/>
                    <a:pt x="10204" y="2760"/>
                    <a:pt x="10776" y="2885"/>
                  </a:cubicBezTo>
                  <a:cubicBezTo>
                    <a:pt x="11285" y="3001"/>
                    <a:pt x="11333" y="3044"/>
                    <a:pt x="11425" y="3572"/>
                  </a:cubicBezTo>
                  <a:cubicBezTo>
                    <a:pt x="11458" y="3784"/>
                    <a:pt x="11497" y="3995"/>
                    <a:pt x="11607" y="4173"/>
                  </a:cubicBezTo>
                  <a:cubicBezTo>
                    <a:pt x="11780" y="4456"/>
                    <a:pt x="12092" y="4586"/>
                    <a:pt x="12318" y="4797"/>
                  </a:cubicBezTo>
                  <a:cubicBezTo>
                    <a:pt x="12376" y="4841"/>
                    <a:pt x="12419" y="4898"/>
                    <a:pt x="12448" y="4965"/>
                  </a:cubicBezTo>
                  <a:cubicBezTo>
                    <a:pt x="12448" y="4970"/>
                    <a:pt x="12491" y="5042"/>
                    <a:pt x="12453" y="5263"/>
                  </a:cubicBezTo>
                  <a:cubicBezTo>
                    <a:pt x="12400" y="5585"/>
                    <a:pt x="12304" y="5835"/>
                    <a:pt x="12352" y="6114"/>
                  </a:cubicBezTo>
                  <a:cubicBezTo>
                    <a:pt x="12419" y="6522"/>
                    <a:pt x="12837" y="6877"/>
                    <a:pt x="12832" y="7161"/>
                  </a:cubicBezTo>
                  <a:cubicBezTo>
                    <a:pt x="12827" y="7449"/>
                    <a:pt x="12395" y="7771"/>
                    <a:pt x="12304" y="8189"/>
                  </a:cubicBezTo>
                  <a:cubicBezTo>
                    <a:pt x="12217" y="8564"/>
                    <a:pt x="12443" y="9106"/>
                    <a:pt x="12342" y="9342"/>
                  </a:cubicBezTo>
                  <a:cubicBezTo>
                    <a:pt x="12237" y="9577"/>
                    <a:pt x="11674" y="9784"/>
                    <a:pt x="11458" y="10087"/>
                  </a:cubicBezTo>
                  <a:cubicBezTo>
                    <a:pt x="11213" y="10437"/>
                    <a:pt x="11256" y="10975"/>
                    <a:pt x="11055" y="11167"/>
                  </a:cubicBezTo>
                  <a:cubicBezTo>
                    <a:pt x="10853" y="11360"/>
                    <a:pt x="10305" y="11297"/>
                    <a:pt x="9950" y="11518"/>
                  </a:cubicBezTo>
                  <a:cubicBezTo>
                    <a:pt x="9613" y="11729"/>
                    <a:pt x="9402" y="12268"/>
                    <a:pt x="9162" y="12364"/>
                  </a:cubicBezTo>
                  <a:cubicBezTo>
                    <a:pt x="9127" y="12377"/>
                    <a:pt x="9082" y="12382"/>
                    <a:pt x="9033" y="12382"/>
                  </a:cubicBezTo>
                  <a:cubicBezTo>
                    <a:pt x="8901" y="12382"/>
                    <a:pt x="8736" y="12346"/>
                    <a:pt x="8638" y="12325"/>
                  </a:cubicBezTo>
                  <a:cubicBezTo>
                    <a:pt x="8435" y="12280"/>
                    <a:pt x="8285" y="12254"/>
                    <a:pt x="8154" y="12254"/>
                  </a:cubicBezTo>
                  <a:cubicBezTo>
                    <a:pt x="7923" y="12254"/>
                    <a:pt x="7750" y="12334"/>
                    <a:pt x="7447" y="12527"/>
                  </a:cubicBezTo>
                  <a:cubicBezTo>
                    <a:pt x="7223" y="12671"/>
                    <a:pt x="7094" y="12743"/>
                    <a:pt x="6970" y="12743"/>
                  </a:cubicBezTo>
                  <a:cubicBezTo>
                    <a:pt x="6840" y="12743"/>
                    <a:pt x="6716" y="12665"/>
                    <a:pt x="6496" y="12508"/>
                  </a:cubicBezTo>
                  <a:cubicBezTo>
                    <a:pt x="6166" y="12275"/>
                    <a:pt x="5991" y="12189"/>
                    <a:pt x="5732" y="12189"/>
                  </a:cubicBezTo>
                  <a:cubicBezTo>
                    <a:pt x="5618" y="12189"/>
                    <a:pt x="5487" y="12206"/>
                    <a:pt x="5319" y="12234"/>
                  </a:cubicBezTo>
                  <a:cubicBezTo>
                    <a:pt x="5149" y="12264"/>
                    <a:pt x="5033" y="12274"/>
                    <a:pt x="4954" y="12274"/>
                  </a:cubicBezTo>
                  <a:cubicBezTo>
                    <a:pt x="4822" y="12274"/>
                    <a:pt x="4793" y="12247"/>
                    <a:pt x="4781" y="12244"/>
                  </a:cubicBezTo>
                  <a:cubicBezTo>
                    <a:pt x="4536" y="12138"/>
                    <a:pt x="4353" y="11585"/>
                    <a:pt x="4036" y="11364"/>
                  </a:cubicBezTo>
                  <a:cubicBezTo>
                    <a:pt x="3685" y="11119"/>
                    <a:pt x="3147" y="11158"/>
                    <a:pt x="2955" y="10956"/>
                  </a:cubicBezTo>
                  <a:cubicBezTo>
                    <a:pt x="2763" y="10759"/>
                    <a:pt x="2830" y="10211"/>
                    <a:pt x="2604" y="9856"/>
                  </a:cubicBezTo>
                  <a:cubicBezTo>
                    <a:pt x="2455" y="9616"/>
                    <a:pt x="2210" y="9496"/>
                    <a:pt x="1961" y="9294"/>
                  </a:cubicBezTo>
                  <a:cubicBezTo>
                    <a:pt x="1792" y="9153"/>
                    <a:pt x="1760" y="9063"/>
                    <a:pt x="1763" y="9063"/>
                  </a:cubicBezTo>
                  <a:lnTo>
                    <a:pt x="1763" y="9063"/>
                  </a:lnTo>
                  <a:cubicBezTo>
                    <a:pt x="1763" y="9063"/>
                    <a:pt x="1764" y="9063"/>
                    <a:pt x="1764" y="9063"/>
                  </a:cubicBezTo>
                  <a:cubicBezTo>
                    <a:pt x="1672" y="8823"/>
                    <a:pt x="1927" y="8304"/>
                    <a:pt x="1860" y="7915"/>
                  </a:cubicBezTo>
                  <a:cubicBezTo>
                    <a:pt x="1788" y="7502"/>
                    <a:pt x="1375" y="7146"/>
                    <a:pt x="1379" y="6863"/>
                  </a:cubicBezTo>
                  <a:cubicBezTo>
                    <a:pt x="1384" y="6575"/>
                    <a:pt x="1812" y="6253"/>
                    <a:pt x="1908" y="5835"/>
                  </a:cubicBezTo>
                  <a:cubicBezTo>
                    <a:pt x="1999" y="5441"/>
                    <a:pt x="1754" y="4937"/>
                    <a:pt x="1869" y="4682"/>
                  </a:cubicBezTo>
                  <a:cubicBezTo>
                    <a:pt x="1975" y="4447"/>
                    <a:pt x="2532" y="4250"/>
                    <a:pt x="2753" y="3937"/>
                  </a:cubicBezTo>
                  <a:cubicBezTo>
                    <a:pt x="2998" y="3587"/>
                    <a:pt x="2955" y="3049"/>
                    <a:pt x="3157" y="2856"/>
                  </a:cubicBezTo>
                  <a:cubicBezTo>
                    <a:pt x="3359" y="2664"/>
                    <a:pt x="3901" y="2732"/>
                    <a:pt x="4257" y="2506"/>
                  </a:cubicBezTo>
                  <a:cubicBezTo>
                    <a:pt x="4540" y="2328"/>
                    <a:pt x="4670" y="2021"/>
                    <a:pt x="4882" y="1790"/>
                  </a:cubicBezTo>
                  <a:cubicBezTo>
                    <a:pt x="4972" y="1694"/>
                    <a:pt x="5038" y="1641"/>
                    <a:pt x="5189" y="1641"/>
                  </a:cubicBezTo>
                  <a:cubicBezTo>
                    <a:pt x="5279" y="1641"/>
                    <a:pt x="5400" y="1659"/>
                    <a:pt x="5573" y="1699"/>
                  </a:cubicBezTo>
                  <a:cubicBezTo>
                    <a:pt x="5728" y="1736"/>
                    <a:pt x="5891" y="1772"/>
                    <a:pt x="6052" y="1772"/>
                  </a:cubicBezTo>
                  <a:cubicBezTo>
                    <a:pt x="6101" y="1772"/>
                    <a:pt x="6150" y="1769"/>
                    <a:pt x="6198" y="1761"/>
                  </a:cubicBezTo>
                  <a:cubicBezTo>
                    <a:pt x="6476" y="1708"/>
                    <a:pt x="6717" y="1516"/>
                    <a:pt x="6942" y="1386"/>
                  </a:cubicBezTo>
                  <a:cubicBezTo>
                    <a:pt x="7166" y="1279"/>
                    <a:pt x="7048" y="985"/>
                    <a:pt x="6861" y="985"/>
                  </a:cubicBezTo>
                  <a:cubicBezTo>
                    <a:pt x="6823" y="985"/>
                    <a:pt x="6782" y="998"/>
                    <a:pt x="6741" y="1026"/>
                  </a:cubicBezTo>
                  <a:cubicBezTo>
                    <a:pt x="6335" y="1255"/>
                    <a:pt x="6257" y="1358"/>
                    <a:pt x="6049" y="1358"/>
                  </a:cubicBezTo>
                  <a:cubicBezTo>
                    <a:pt x="5947" y="1358"/>
                    <a:pt x="5813" y="1333"/>
                    <a:pt x="5593" y="1286"/>
                  </a:cubicBezTo>
                  <a:lnTo>
                    <a:pt x="5251" y="402"/>
                  </a:lnTo>
                  <a:cubicBezTo>
                    <a:pt x="5149" y="152"/>
                    <a:pt x="4912" y="1"/>
                    <a:pt x="46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0"/>
            <p:cNvSpPr/>
            <p:nvPr/>
          </p:nvSpPr>
          <p:spPr>
            <a:xfrm>
              <a:off x="5471918" y="3042927"/>
              <a:ext cx="132340" cy="151635"/>
            </a:xfrm>
            <a:custGeom>
              <a:rect b="b" l="l" r="r" t="t"/>
              <a:pathLst>
                <a:path extrusionOk="0" h="5792" w="5055">
                  <a:moveTo>
                    <a:pt x="3399" y="1"/>
                  </a:moveTo>
                  <a:cubicBezTo>
                    <a:pt x="3073" y="1"/>
                    <a:pt x="2770" y="170"/>
                    <a:pt x="2691" y="535"/>
                  </a:cubicBezTo>
                  <a:cubicBezTo>
                    <a:pt x="2604" y="958"/>
                    <a:pt x="2460" y="1366"/>
                    <a:pt x="2278" y="1755"/>
                  </a:cubicBezTo>
                  <a:cubicBezTo>
                    <a:pt x="2177" y="1923"/>
                    <a:pt x="2321" y="2067"/>
                    <a:pt x="2463" y="2067"/>
                  </a:cubicBezTo>
                  <a:cubicBezTo>
                    <a:pt x="2537" y="2067"/>
                    <a:pt x="2610" y="2028"/>
                    <a:pt x="2648" y="1933"/>
                  </a:cubicBezTo>
                  <a:cubicBezTo>
                    <a:pt x="2849" y="1515"/>
                    <a:pt x="2998" y="1078"/>
                    <a:pt x="3094" y="621"/>
                  </a:cubicBezTo>
                  <a:cubicBezTo>
                    <a:pt x="3126" y="476"/>
                    <a:pt x="3250" y="413"/>
                    <a:pt x="3393" y="413"/>
                  </a:cubicBezTo>
                  <a:cubicBezTo>
                    <a:pt x="3595" y="413"/>
                    <a:pt x="3836" y="541"/>
                    <a:pt x="3906" y="746"/>
                  </a:cubicBezTo>
                  <a:cubicBezTo>
                    <a:pt x="4166" y="1510"/>
                    <a:pt x="4598" y="2788"/>
                    <a:pt x="3887" y="3888"/>
                  </a:cubicBezTo>
                  <a:cubicBezTo>
                    <a:pt x="3187" y="4969"/>
                    <a:pt x="2058" y="5371"/>
                    <a:pt x="1291" y="5371"/>
                  </a:cubicBezTo>
                  <a:cubicBezTo>
                    <a:pt x="869" y="5371"/>
                    <a:pt x="556" y="5249"/>
                    <a:pt x="486" y="5051"/>
                  </a:cubicBezTo>
                  <a:cubicBezTo>
                    <a:pt x="423" y="4878"/>
                    <a:pt x="543" y="4614"/>
                    <a:pt x="827" y="4321"/>
                  </a:cubicBezTo>
                  <a:cubicBezTo>
                    <a:pt x="1355" y="3773"/>
                    <a:pt x="1783" y="3297"/>
                    <a:pt x="2138" y="2783"/>
                  </a:cubicBezTo>
                  <a:cubicBezTo>
                    <a:pt x="2255" y="2622"/>
                    <a:pt x="2114" y="2452"/>
                    <a:pt x="1966" y="2452"/>
                  </a:cubicBezTo>
                  <a:cubicBezTo>
                    <a:pt x="1907" y="2452"/>
                    <a:pt x="1847" y="2479"/>
                    <a:pt x="1802" y="2543"/>
                  </a:cubicBezTo>
                  <a:cubicBezTo>
                    <a:pt x="1456" y="3038"/>
                    <a:pt x="1038" y="3494"/>
                    <a:pt x="519" y="4037"/>
                  </a:cubicBezTo>
                  <a:cubicBezTo>
                    <a:pt x="10" y="4570"/>
                    <a:pt x="1" y="4959"/>
                    <a:pt x="87" y="5195"/>
                  </a:cubicBezTo>
                  <a:cubicBezTo>
                    <a:pt x="226" y="5583"/>
                    <a:pt x="696" y="5791"/>
                    <a:pt x="1290" y="5791"/>
                  </a:cubicBezTo>
                  <a:cubicBezTo>
                    <a:pt x="2231" y="5791"/>
                    <a:pt x="3485" y="5269"/>
                    <a:pt x="4233" y="4114"/>
                  </a:cubicBezTo>
                  <a:cubicBezTo>
                    <a:pt x="5054" y="2846"/>
                    <a:pt x="4564" y="1395"/>
                    <a:pt x="4300" y="617"/>
                  </a:cubicBezTo>
                  <a:cubicBezTo>
                    <a:pt x="4168" y="218"/>
                    <a:pt x="3769" y="1"/>
                    <a:pt x="33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40" name="Shape 9640"/>
        <p:cNvGrpSpPr/>
        <p:nvPr/>
      </p:nvGrpSpPr>
      <p:grpSpPr>
        <a:xfrm>
          <a:off x="0" y="0"/>
          <a:ext cx="0" cy="0"/>
          <a:chOff x="0" y="0"/>
          <a:chExt cx="0" cy="0"/>
        </a:xfrm>
      </p:grpSpPr>
      <p:sp>
        <p:nvSpPr>
          <p:cNvPr id="9641" name="Google Shape;9641;p81"/>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642" name="Google Shape;9642;p81"/>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643" name="Google Shape;9643;p81"/>
          <p:cNvGrpSpPr/>
          <p:nvPr/>
        </p:nvGrpSpPr>
        <p:grpSpPr>
          <a:xfrm>
            <a:off x="910401" y="1511703"/>
            <a:ext cx="248243" cy="345731"/>
            <a:chOff x="910401" y="1511703"/>
            <a:chExt cx="248243" cy="345731"/>
          </a:xfrm>
        </p:grpSpPr>
        <p:sp>
          <p:nvSpPr>
            <p:cNvPr id="9644" name="Google Shape;9644;p81"/>
            <p:cNvSpPr/>
            <p:nvPr/>
          </p:nvSpPr>
          <p:spPr>
            <a:xfrm>
              <a:off x="915437" y="1538508"/>
              <a:ext cx="238172" cy="313891"/>
            </a:xfrm>
            <a:custGeom>
              <a:rect b="b" l="l" r="r" t="t"/>
              <a:pathLst>
                <a:path extrusionOk="0" h="11968" w="9081">
                  <a:moveTo>
                    <a:pt x="621" y="1"/>
                  </a:moveTo>
                  <a:cubicBezTo>
                    <a:pt x="275" y="1"/>
                    <a:pt x="1" y="275"/>
                    <a:pt x="1" y="616"/>
                  </a:cubicBezTo>
                  <a:lnTo>
                    <a:pt x="1" y="11347"/>
                  </a:lnTo>
                  <a:cubicBezTo>
                    <a:pt x="1" y="11688"/>
                    <a:pt x="275" y="11967"/>
                    <a:pt x="621" y="11967"/>
                  </a:cubicBezTo>
                  <a:lnTo>
                    <a:pt x="8460" y="11967"/>
                  </a:lnTo>
                  <a:cubicBezTo>
                    <a:pt x="8801" y="11967"/>
                    <a:pt x="9080" y="11688"/>
                    <a:pt x="9080" y="11347"/>
                  </a:cubicBezTo>
                  <a:lnTo>
                    <a:pt x="9080" y="616"/>
                  </a:lnTo>
                  <a:cubicBezTo>
                    <a:pt x="9080" y="275"/>
                    <a:pt x="8801" y="1"/>
                    <a:pt x="8460"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1"/>
            <p:cNvSpPr/>
            <p:nvPr/>
          </p:nvSpPr>
          <p:spPr>
            <a:xfrm>
              <a:off x="937022" y="1560093"/>
              <a:ext cx="194870" cy="259862"/>
            </a:xfrm>
            <a:custGeom>
              <a:rect b="b" l="l" r="r" t="t"/>
              <a:pathLst>
                <a:path extrusionOk="0" h="9908" w="7430">
                  <a:moveTo>
                    <a:pt x="1" y="0"/>
                  </a:moveTo>
                  <a:lnTo>
                    <a:pt x="1" y="9908"/>
                  </a:lnTo>
                  <a:lnTo>
                    <a:pt x="7430" y="9908"/>
                  </a:lnTo>
                  <a:lnTo>
                    <a:pt x="7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1"/>
            <p:cNvSpPr/>
            <p:nvPr/>
          </p:nvSpPr>
          <p:spPr>
            <a:xfrm>
              <a:off x="985726" y="1516765"/>
              <a:ext cx="97461" cy="43485"/>
            </a:xfrm>
            <a:custGeom>
              <a:rect b="b" l="l" r="r" t="t"/>
              <a:pathLst>
                <a:path extrusionOk="0" h="1658" w="3716">
                  <a:moveTo>
                    <a:pt x="1861" y="1"/>
                  </a:moveTo>
                  <a:cubicBezTo>
                    <a:pt x="1584" y="1"/>
                    <a:pt x="1307" y="139"/>
                    <a:pt x="1151" y="416"/>
                  </a:cubicBezTo>
                  <a:lnTo>
                    <a:pt x="415" y="416"/>
                  </a:lnTo>
                  <a:cubicBezTo>
                    <a:pt x="188" y="416"/>
                    <a:pt x="1" y="599"/>
                    <a:pt x="1" y="830"/>
                  </a:cubicBezTo>
                  <a:lnTo>
                    <a:pt x="1" y="1657"/>
                  </a:lnTo>
                  <a:lnTo>
                    <a:pt x="3715" y="1657"/>
                  </a:lnTo>
                  <a:lnTo>
                    <a:pt x="3715" y="830"/>
                  </a:lnTo>
                  <a:cubicBezTo>
                    <a:pt x="3715" y="599"/>
                    <a:pt x="3533" y="416"/>
                    <a:pt x="3306" y="416"/>
                  </a:cubicBezTo>
                  <a:lnTo>
                    <a:pt x="2570" y="416"/>
                  </a:lnTo>
                  <a:cubicBezTo>
                    <a:pt x="2414" y="139"/>
                    <a:pt x="2137" y="1"/>
                    <a:pt x="186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1"/>
            <p:cNvSpPr/>
            <p:nvPr/>
          </p:nvSpPr>
          <p:spPr>
            <a:xfrm>
              <a:off x="966816" y="1665580"/>
              <a:ext cx="27145" cy="27172"/>
            </a:xfrm>
            <a:custGeom>
              <a:rect b="b" l="l" r="r" t="t"/>
              <a:pathLst>
                <a:path extrusionOk="0" h="1036" w="1035">
                  <a:moveTo>
                    <a:pt x="515" y="1"/>
                  </a:moveTo>
                  <a:cubicBezTo>
                    <a:pt x="231" y="1"/>
                    <a:pt x="0" y="232"/>
                    <a:pt x="0" y="521"/>
                  </a:cubicBezTo>
                  <a:cubicBezTo>
                    <a:pt x="0" y="804"/>
                    <a:pt x="231" y="1035"/>
                    <a:pt x="515" y="1035"/>
                  </a:cubicBezTo>
                  <a:cubicBezTo>
                    <a:pt x="804" y="1035"/>
                    <a:pt x="1035" y="804"/>
                    <a:pt x="1035" y="521"/>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1"/>
            <p:cNvSpPr/>
            <p:nvPr/>
          </p:nvSpPr>
          <p:spPr>
            <a:xfrm>
              <a:off x="966816" y="1714311"/>
              <a:ext cx="27145" cy="27145"/>
            </a:xfrm>
            <a:custGeom>
              <a:rect b="b" l="l" r="r" t="t"/>
              <a:pathLst>
                <a:path extrusionOk="0" h="1035" w="1035">
                  <a:moveTo>
                    <a:pt x="515" y="0"/>
                  </a:moveTo>
                  <a:cubicBezTo>
                    <a:pt x="231" y="0"/>
                    <a:pt x="0" y="231"/>
                    <a:pt x="0" y="520"/>
                  </a:cubicBezTo>
                  <a:cubicBezTo>
                    <a:pt x="0" y="804"/>
                    <a:pt x="231" y="1035"/>
                    <a:pt x="515" y="1035"/>
                  </a:cubicBezTo>
                  <a:cubicBezTo>
                    <a:pt x="804" y="1035"/>
                    <a:pt x="1035" y="804"/>
                    <a:pt x="1035" y="520"/>
                  </a:cubicBezTo>
                  <a:cubicBezTo>
                    <a:pt x="1035" y="231"/>
                    <a:pt x="804" y="0"/>
                    <a:pt x="515"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1"/>
            <p:cNvSpPr/>
            <p:nvPr/>
          </p:nvSpPr>
          <p:spPr>
            <a:xfrm>
              <a:off x="966816" y="1763015"/>
              <a:ext cx="27145" cy="27172"/>
            </a:xfrm>
            <a:custGeom>
              <a:rect b="b" l="l" r="r" t="t"/>
              <a:pathLst>
                <a:path extrusionOk="0" h="1036" w="1035">
                  <a:moveTo>
                    <a:pt x="515" y="1"/>
                  </a:moveTo>
                  <a:cubicBezTo>
                    <a:pt x="231" y="1"/>
                    <a:pt x="0" y="232"/>
                    <a:pt x="0" y="515"/>
                  </a:cubicBezTo>
                  <a:cubicBezTo>
                    <a:pt x="0" y="804"/>
                    <a:pt x="231" y="1035"/>
                    <a:pt x="515" y="1035"/>
                  </a:cubicBezTo>
                  <a:cubicBezTo>
                    <a:pt x="804" y="1035"/>
                    <a:pt x="1035" y="804"/>
                    <a:pt x="1035" y="515"/>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1"/>
            <p:cNvSpPr/>
            <p:nvPr/>
          </p:nvSpPr>
          <p:spPr>
            <a:xfrm>
              <a:off x="964167" y="1581783"/>
              <a:ext cx="32443" cy="32470"/>
            </a:xfrm>
            <a:custGeom>
              <a:rect b="b" l="l" r="r" t="t"/>
              <a:pathLst>
                <a:path extrusionOk="0" h="1238" w="1237">
                  <a:moveTo>
                    <a:pt x="207" y="1"/>
                  </a:moveTo>
                  <a:cubicBezTo>
                    <a:pt x="91" y="1"/>
                    <a:pt x="0" y="92"/>
                    <a:pt x="0" y="208"/>
                  </a:cubicBezTo>
                  <a:lnTo>
                    <a:pt x="0" y="1031"/>
                  </a:lnTo>
                  <a:cubicBezTo>
                    <a:pt x="0" y="1146"/>
                    <a:pt x="91" y="1238"/>
                    <a:pt x="207" y="1238"/>
                  </a:cubicBezTo>
                  <a:lnTo>
                    <a:pt x="1030" y="1238"/>
                  </a:lnTo>
                  <a:cubicBezTo>
                    <a:pt x="1145" y="1238"/>
                    <a:pt x="1237" y="1146"/>
                    <a:pt x="1237" y="1031"/>
                  </a:cubicBezTo>
                  <a:lnTo>
                    <a:pt x="1237" y="208"/>
                  </a:lnTo>
                  <a:cubicBezTo>
                    <a:pt x="1237" y="92"/>
                    <a:pt x="1145" y="1"/>
                    <a:pt x="1030"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1"/>
            <p:cNvSpPr/>
            <p:nvPr/>
          </p:nvSpPr>
          <p:spPr>
            <a:xfrm>
              <a:off x="910401" y="1511703"/>
              <a:ext cx="248243" cy="345731"/>
            </a:xfrm>
            <a:custGeom>
              <a:rect b="b" l="l" r="r" t="t"/>
              <a:pathLst>
                <a:path extrusionOk="0" h="13182" w="9465">
                  <a:moveTo>
                    <a:pt x="4732" y="386"/>
                  </a:moveTo>
                  <a:cubicBezTo>
                    <a:pt x="4944" y="386"/>
                    <a:pt x="5156" y="491"/>
                    <a:pt x="5274" y="700"/>
                  </a:cubicBezTo>
                  <a:cubicBezTo>
                    <a:pt x="5312" y="763"/>
                    <a:pt x="5375" y="796"/>
                    <a:pt x="5442" y="801"/>
                  </a:cubicBezTo>
                  <a:lnTo>
                    <a:pt x="6174" y="801"/>
                  </a:lnTo>
                  <a:cubicBezTo>
                    <a:pt x="6299" y="801"/>
                    <a:pt x="6395" y="897"/>
                    <a:pt x="6395" y="1018"/>
                  </a:cubicBezTo>
                  <a:lnTo>
                    <a:pt x="6395" y="1653"/>
                  </a:lnTo>
                  <a:lnTo>
                    <a:pt x="3070" y="1653"/>
                  </a:lnTo>
                  <a:lnTo>
                    <a:pt x="3070" y="1023"/>
                  </a:lnTo>
                  <a:cubicBezTo>
                    <a:pt x="3065" y="902"/>
                    <a:pt x="3166" y="801"/>
                    <a:pt x="3287" y="801"/>
                  </a:cubicBezTo>
                  <a:lnTo>
                    <a:pt x="4023" y="801"/>
                  </a:lnTo>
                  <a:cubicBezTo>
                    <a:pt x="4090" y="796"/>
                    <a:pt x="4153" y="763"/>
                    <a:pt x="4186" y="700"/>
                  </a:cubicBezTo>
                  <a:cubicBezTo>
                    <a:pt x="4307" y="491"/>
                    <a:pt x="4520" y="386"/>
                    <a:pt x="4732" y="386"/>
                  </a:cubicBezTo>
                  <a:close/>
                  <a:moveTo>
                    <a:pt x="8652" y="1215"/>
                  </a:moveTo>
                  <a:cubicBezTo>
                    <a:pt x="8888" y="1215"/>
                    <a:pt x="9080" y="1403"/>
                    <a:pt x="9080" y="1638"/>
                  </a:cubicBezTo>
                  <a:lnTo>
                    <a:pt x="9080" y="12369"/>
                  </a:lnTo>
                  <a:cubicBezTo>
                    <a:pt x="9080" y="12604"/>
                    <a:pt x="8888" y="12792"/>
                    <a:pt x="8652" y="12792"/>
                  </a:cubicBezTo>
                  <a:lnTo>
                    <a:pt x="813" y="12792"/>
                  </a:lnTo>
                  <a:cubicBezTo>
                    <a:pt x="578" y="12792"/>
                    <a:pt x="385" y="12604"/>
                    <a:pt x="385" y="12369"/>
                  </a:cubicBezTo>
                  <a:lnTo>
                    <a:pt x="385" y="1638"/>
                  </a:lnTo>
                  <a:cubicBezTo>
                    <a:pt x="385" y="1407"/>
                    <a:pt x="578" y="1215"/>
                    <a:pt x="813" y="1215"/>
                  </a:cubicBezTo>
                  <a:lnTo>
                    <a:pt x="2680" y="1215"/>
                  </a:lnTo>
                  <a:lnTo>
                    <a:pt x="2680" y="1850"/>
                  </a:lnTo>
                  <a:cubicBezTo>
                    <a:pt x="2680" y="1956"/>
                    <a:pt x="2767" y="2043"/>
                    <a:pt x="2873" y="2043"/>
                  </a:cubicBezTo>
                  <a:lnTo>
                    <a:pt x="6587" y="2043"/>
                  </a:lnTo>
                  <a:cubicBezTo>
                    <a:pt x="6693" y="2043"/>
                    <a:pt x="6780" y="1956"/>
                    <a:pt x="6780" y="1850"/>
                  </a:cubicBezTo>
                  <a:lnTo>
                    <a:pt x="6780" y="1215"/>
                  </a:lnTo>
                  <a:close/>
                  <a:moveTo>
                    <a:pt x="4733" y="0"/>
                  </a:moveTo>
                  <a:cubicBezTo>
                    <a:pt x="4426" y="0"/>
                    <a:pt x="4119" y="137"/>
                    <a:pt x="3917" y="411"/>
                  </a:cubicBezTo>
                  <a:lnTo>
                    <a:pt x="3287" y="411"/>
                  </a:lnTo>
                  <a:cubicBezTo>
                    <a:pt x="3027" y="411"/>
                    <a:pt x="2796" y="580"/>
                    <a:pt x="2714" y="825"/>
                  </a:cubicBezTo>
                  <a:lnTo>
                    <a:pt x="813" y="825"/>
                  </a:lnTo>
                  <a:cubicBezTo>
                    <a:pt x="361" y="825"/>
                    <a:pt x="0" y="1191"/>
                    <a:pt x="0" y="1638"/>
                  </a:cubicBezTo>
                  <a:lnTo>
                    <a:pt x="0" y="12369"/>
                  </a:lnTo>
                  <a:cubicBezTo>
                    <a:pt x="0" y="12816"/>
                    <a:pt x="361" y="13177"/>
                    <a:pt x="813" y="13182"/>
                  </a:cubicBezTo>
                  <a:lnTo>
                    <a:pt x="8652" y="13182"/>
                  </a:lnTo>
                  <a:cubicBezTo>
                    <a:pt x="9099" y="13177"/>
                    <a:pt x="9465" y="12816"/>
                    <a:pt x="9465" y="12369"/>
                  </a:cubicBezTo>
                  <a:lnTo>
                    <a:pt x="9465" y="1638"/>
                  </a:lnTo>
                  <a:cubicBezTo>
                    <a:pt x="9465" y="1191"/>
                    <a:pt x="9104" y="825"/>
                    <a:pt x="8652" y="825"/>
                  </a:cubicBezTo>
                  <a:lnTo>
                    <a:pt x="6751" y="825"/>
                  </a:lnTo>
                  <a:cubicBezTo>
                    <a:pt x="6669" y="580"/>
                    <a:pt x="6438" y="411"/>
                    <a:pt x="6178" y="411"/>
                  </a:cubicBezTo>
                  <a:lnTo>
                    <a:pt x="5548" y="411"/>
                  </a:lnTo>
                  <a:cubicBezTo>
                    <a:pt x="5346" y="137"/>
                    <a:pt x="5039" y="0"/>
                    <a:pt x="47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1"/>
            <p:cNvSpPr/>
            <p:nvPr/>
          </p:nvSpPr>
          <p:spPr>
            <a:xfrm>
              <a:off x="1027769" y="1533472"/>
              <a:ext cx="13507" cy="10098"/>
            </a:xfrm>
            <a:custGeom>
              <a:rect b="b" l="l" r="r" t="t"/>
              <a:pathLst>
                <a:path extrusionOk="0" h="385" w="515">
                  <a:moveTo>
                    <a:pt x="260" y="0"/>
                  </a:moveTo>
                  <a:cubicBezTo>
                    <a:pt x="0" y="0"/>
                    <a:pt x="0" y="385"/>
                    <a:pt x="260" y="385"/>
                  </a:cubicBezTo>
                  <a:cubicBezTo>
                    <a:pt x="515" y="385"/>
                    <a:pt x="515"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1"/>
            <p:cNvSpPr/>
            <p:nvPr/>
          </p:nvSpPr>
          <p:spPr>
            <a:xfrm>
              <a:off x="931986" y="1555031"/>
              <a:ext cx="204968" cy="269986"/>
            </a:xfrm>
            <a:custGeom>
              <a:rect b="b" l="l" r="r" t="t"/>
              <a:pathLst>
                <a:path extrusionOk="0" h="10294" w="7815">
                  <a:moveTo>
                    <a:pt x="193" y="1"/>
                  </a:moveTo>
                  <a:cubicBezTo>
                    <a:pt x="87" y="1"/>
                    <a:pt x="0" y="87"/>
                    <a:pt x="0" y="198"/>
                  </a:cubicBezTo>
                  <a:lnTo>
                    <a:pt x="0" y="10101"/>
                  </a:lnTo>
                  <a:cubicBezTo>
                    <a:pt x="0" y="10207"/>
                    <a:pt x="87" y="10293"/>
                    <a:pt x="193" y="10293"/>
                  </a:cubicBezTo>
                  <a:lnTo>
                    <a:pt x="7622" y="10293"/>
                  </a:lnTo>
                  <a:cubicBezTo>
                    <a:pt x="7728" y="10293"/>
                    <a:pt x="7814" y="10207"/>
                    <a:pt x="7814" y="10101"/>
                  </a:cubicBezTo>
                  <a:lnTo>
                    <a:pt x="7814" y="198"/>
                  </a:lnTo>
                  <a:cubicBezTo>
                    <a:pt x="7814" y="87"/>
                    <a:pt x="7728" y="1"/>
                    <a:pt x="7622" y="1"/>
                  </a:cubicBezTo>
                  <a:lnTo>
                    <a:pt x="6592" y="1"/>
                  </a:lnTo>
                  <a:cubicBezTo>
                    <a:pt x="6332" y="1"/>
                    <a:pt x="6332" y="386"/>
                    <a:pt x="6592" y="386"/>
                  </a:cubicBezTo>
                  <a:lnTo>
                    <a:pt x="7429" y="386"/>
                  </a:lnTo>
                  <a:lnTo>
                    <a:pt x="7429" y="9908"/>
                  </a:lnTo>
                  <a:lnTo>
                    <a:pt x="390" y="9908"/>
                  </a:lnTo>
                  <a:lnTo>
                    <a:pt x="390" y="386"/>
                  </a:lnTo>
                  <a:lnTo>
                    <a:pt x="1227" y="386"/>
                  </a:lnTo>
                  <a:cubicBezTo>
                    <a:pt x="1482" y="386"/>
                    <a:pt x="148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1"/>
            <p:cNvSpPr/>
            <p:nvPr/>
          </p:nvSpPr>
          <p:spPr>
            <a:xfrm>
              <a:off x="959132" y="1663324"/>
              <a:ext cx="37112" cy="31788"/>
            </a:xfrm>
            <a:custGeom>
              <a:rect b="b" l="l" r="r" t="t"/>
              <a:pathLst>
                <a:path extrusionOk="0" h="1212" w="1415">
                  <a:moveTo>
                    <a:pt x="810" y="385"/>
                  </a:moveTo>
                  <a:cubicBezTo>
                    <a:pt x="923" y="385"/>
                    <a:pt x="1034" y="473"/>
                    <a:pt x="1034" y="607"/>
                  </a:cubicBezTo>
                  <a:cubicBezTo>
                    <a:pt x="1034" y="727"/>
                    <a:pt x="933" y="823"/>
                    <a:pt x="813" y="823"/>
                  </a:cubicBezTo>
                  <a:cubicBezTo>
                    <a:pt x="615" y="823"/>
                    <a:pt x="519" y="587"/>
                    <a:pt x="659" y="448"/>
                  </a:cubicBezTo>
                  <a:cubicBezTo>
                    <a:pt x="702" y="405"/>
                    <a:pt x="756" y="385"/>
                    <a:pt x="810" y="385"/>
                  </a:cubicBezTo>
                  <a:close/>
                  <a:moveTo>
                    <a:pt x="807" y="0"/>
                  </a:moveTo>
                  <a:cubicBezTo>
                    <a:pt x="272" y="0"/>
                    <a:pt x="1" y="651"/>
                    <a:pt x="380" y="1030"/>
                  </a:cubicBezTo>
                  <a:cubicBezTo>
                    <a:pt x="503" y="1155"/>
                    <a:pt x="656" y="1211"/>
                    <a:pt x="806" y="1211"/>
                  </a:cubicBezTo>
                  <a:cubicBezTo>
                    <a:pt x="1116" y="1211"/>
                    <a:pt x="1414" y="970"/>
                    <a:pt x="1414" y="607"/>
                  </a:cubicBezTo>
                  <a:cubicBezTo>
                    <a:pt x="1414" y="270"/>
                    <a:pt x="1145" y="0"/>
                    <a:pt x="813" y="0"/>
                  </a:cubicBezTo>
                  <a:cubicBezTo>
                    <a:pt x="811" y="0"/>
                    <a:pt x="809"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1"/>
            <p:cNvSpPr/>
            <p:nvPr/>
          </p:nvSpPr>
          <p:spPr>
            <a:xfrm>
              <a:off x="959132" y="1712029"/>
              <a:ext cx="37112" cy="31788"/>
            </a:xfrm>
            <a:custGeom>
              <a:rect b="b" l="l" r="r" t="t"/>
              <a:pathLst>
                <a:path extrusionOk="0" h="1212" w="1415">
                  <a:moveTo>
                    <a:pt x="812" y="387"/>
                  </a:moveTo>
                  <a:cubicBezTo>
                    <a:pt x="925" y="387"/>
                    <a:pt x="1034" y="474"/>
                    <a:pt x="1034" y="607"/>
                  </a:cubicBezTo>
                  <a:cubicBezTo>
                    <a:pt x="1034" y="727"/>
                    <a:pt x="933" y="823"/>
                    <a:pt x="813" y="828"/>
                  </a:cubicBezTo>
                  <a:cubicBezTo>
                    <a:pt x="615" y="828"/>
                    <a:pt x="519" y="588"/>
                    <a:pt x="659" y="453"/>
                  </a:cubicBezTo>
                  <a:cubicBezTo>
                    <a:pt x="703" y="407"/>
                    <a:pt x="758" y="387"/>
                    <a:pt x="812" y="387"/>
                  </a:cubicBezTo>
                  <a:close/>
                  <a:moveTo>
                    <a:pt x="807" y="1"/>
                  </a:moveTo>
                  <a:cubicBezTo>
                    <a:pt x="272" y="1"/>
                    <a:pt x="1" y="652"/>
                    <a:pt x="380" y="1030"/>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1"/>
            <p:cNvSpPr/>
            <p:nvPr/>
          </p:nvSpPr>
          <p:spPr>
            <a:xfrm>
              <a:off x="959132" y="1760733"/>
              <a:ext cx="37112" cy="31788"/>
            </a:xfrm>
            <a:custGeom>
              <a:rect b="b" l="l" r="r" t="t"/>
              <a:pathLst>
                <a:path extrusionOk="0" h="1212" w="1415">
                  <a:moveTo>
                    <a:pt x="810" y="384"/>
                  </a:moveTo>
                  <a:cubicBezTo>
                    <a:pt x="923" y="384"/>
                    <a:pt x="1034" y="473"/>
                    <a:pt x="1034" y="607"/>
                  </a:cubicBezTo>
                  <a:cubicBezTo>
                    <a:pt x="1034" y="728"/>
                    <a:pt x="933" y="824"/>
                    <a:pt x="813" y="824"/>
                  </a:cubicBezTo>
                  <a:cubicBezTo>
                    <a:pt x="615" y="824"/>
                    <a:pt x="519" y="588"/>
                    <a:pt x="659" y="448"/>
                  </a:cubicBezTo>
                  <a:cubicBezTo>
                    <a:pt x="702" y="404"/>
                    <a:pt x="756" y="384"/>
                    <a:pt x="810" y="384"/>
                  </a:cubicBezTo>
                  <a:close/>
                  <a:moveTo>
                    <a:pt x="807" y="1"/>
                  </a:moveTo>
                  <a:cubicBezTo>
                    <a:pt x="272" y="1"/>
                    <a:pt x="1" y="647"/>
                    <a:pt x="380" y="1031"/>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1"/>
            <p:cNvSpPr/>
            <p:nvPr/>
          </p:nvSpPr>
          <p:spPr>
            <a:xfrm>
              <a:off x="1006053" y="1663324"/>
              <a:ext cx="62238" cy="10124"/>
            </a:xfrm>
            <a:custGeom>
              <a:rect b="b" l="l" r="r" t="t"/>
              <a:pathLst>
                <a:path extrusionOk="0" h="386" w="2373">
                  <a:moveTo>
                    <a:pt x="260" y="0"/>
                  </a:moveTo>
                  <a:cubicBezTo>
                    <a:pt x="1" y="0"/>
                    <a:pt x="1" y="385"/>
                    <a:pt x="260" y="385"/>
                  </a:cubicBezTo>
                  <a:lnTo>
                    <a:pt x="2118" y="385"/>
                  </a:lnTo>
                  <a:cubicBezTo>
                    <a:pt x="2373" y="385"/>
                    <a:pt x="2373" y="0"/>
                    <a:pt x="2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1"/>
            <p:cNvSpPr/>
            <p:nvPr/>
          </p:nvSpPr>
          <p:spPr>
            <a:xfrm>
              <a:off x="1006053" y="1684910"/>
              <a:ext cx="100110" cy="10229"/>
            </a:xfrm>
            <a:custGeom>
              <a:rect b="b" l="l" r="r" t="t"/>
              <a:pathLst>
                <a:path extrusionOk="0" h="390" w="3817">
                  <a:moveTo>
                    <a:pt x="260" y="0"/>
                  </a:moveTo>
                  <a:cubicBezTo>
                    <a:pt x="1" y="0"/>
                    <a:pt x="1" y="390"/>
                    <a:pt x="260" y="390"/>
                  </a:cubicBezTo>
                  <a:lnTo>
                    <a:pt x="3561" y="390"/>
                  </a:lnTo>
                  <a:cubicBezTo>
                    <a:pt x="3816" y="390"/>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1"/>
            <p:cNvSpPr/>
            <p:nvPr/>
          </p:nvSpPr>
          <p:spPr>
            <a:xfrm>
              <a:off x="1006053" y="1712029"/>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1"/>
            <p:cNvSpPr/>
            <p:nvPr/>
          </p:nvSpPr>
          <p:spPr>
            <a:xfrm>
              <a:off x="1006053" y="1733745"/>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1"/>
            <p:cNvSpPr/>
            <p:nvPr/>
          </p:nvSpPr>
          <p:spPr>
            <a:xfrm>
              <a:off x="1006053" y="1760733"/>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1"/>
            <p:cNvSpPr/>
            <p:nvPr/>
          </p:nvSpPr>
          <p:spPr>
            <a:xfrm>
              <a:off x="1006053" y="1782319"/>
              <a:ext cx="100110" cy="10255"/>
            </a:xfrm>
            <a:custGeom>
              <a:rect b="b" l="l" r="r" t="t"/>
              <a:pathLst>
                <a:path extrusionOk="0" h="391" w="3817">
                  <a:moveTo>
                    <a:pt x="260" y="1"/>
                  </a:moveTo>
                  <a:cubicBezTo>
                    <a:pt x="1" y="1"/>
                    <a:pt x="1" y="386"/>
                    <a:pt x="260" y="391"/>
                  </a:cubicBezTo>
                  <a:lnTo>
                    <a:pt x="3561" y="391"/>
                  </a:lnTo>
                  <a:cubicBezTo>
                    <a:pt x="3816" y="391"/>
                    <a:pt x="3816"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1"/>
            <p:cNvSpPr/>
            <p:nvPr/>
          </p:nvSpPr>
          <p:spPr>
            <a:xfrm>
              <a:off x="1006053" y="1582176"/>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1"/>
            <p:cNvSpPr/>
            <p:nvPr/>
          </p:nvSpPr>
          <p:spPr>
            <a:xfrm>
              <a:off x="962777" y="1630881"/>
              <a:ext cx="143386" cy="10124"/>
            </a:xfrm>
            <a:custGeom>
              <a:rect b="b" l="l" r="r" t="t"/>
              <a:pathLst>
                <a:path extrusionOk="0" h="386" w="5467">
                  <a:moveTo>
                    <a:pt x="260" y="1"/>
                  </a:moveTo>
                  <a:cubicBezTo>
                    <a:pt x="0" y="1"/>
                    <a:pt x="0" y="386"/>
                    <a:pt x="260" y="386"/>
                  </a:cubicBezTo>
                  <a:lnTo>
                    <a:pt x="5211" y="386"/>
                  </a:lnTo>
                  <a:cubicBezTo>
                    <a:pt x="5466" y="386"/>
                    <a:pt x="5466" y="1"/>
                    <a:pt x="5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1"/>
            <p:cNvSpPr/>
            <p:nvPr/>
          </p:nvSpPr>
          <p:spPr>
            <a:xfrm>
              <a:off x="1006053" y="1603762"/>
              <a:ext cx="29821" cy="10124"/>
            </a:xfrm>
            <a:custGeom>
              <a:rect b="b" l="l" r="r" t="t"/>
              <a:pathLst>
                <a:path extrusionOk="0" h="386" w="1137">
                  <a:moveTo>
                    <a:pt x="260" y="0"/>
                  </a:moveTo>
                  <a:cubicBezTo>
                    <a:pt x="1" y="0"/>
                    <a:pt x="1" y="385"/>
                    <a:pt x="260" y="385"/>
                  </a:cubicBezTo>
                  <a:lnTo>
                    <a:pt x="876" y="385"/>
                  </a:lnTo>
                  <a:cubicBezTo>
                    <a:pt x="1136" y="385"/>
                    <a:pt x="1136"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1"/>
            <p:cNvSpPr/>
            <p:nvPr/>
          </p:nvSpPr>
          <p:spPr>
            <a:xfrm>
              <a:off x="1044030" y="1603762"/>
              <a:ext cx="29690" cy="10124"/>
            </a:xfrm>
            <a:custGeom>
              <a:rect b="b" l="l" r="r" t="t"/>
              <a:pathLst>
                <a:path extrusionOk="0" h="386" w="1132">
                  <a:moveTo>
                    <a:pt x="256" y="0"/>
                  </a:moveTo>
                  <a:cubicBezTo>
                    <a:pt x="1" y="0"/>
                    <a:pt x="1" y="385"/>
                    <a:pt x="256" y="385"/>
                  </a:cubicBezTo>
                  <a:lnTo>
                    <a:pt x="877" y="385"/>
                  </a:lnTo>
                  <a:cubicBezTo>
                    <a:pt x="1132" y="385"/>
                    <a:pt x="1132" y="0"/>
                    <a:pt x="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1"/>
            <p:cNvSpPr/>
            <p:nvPr/>
          </p:nvSpPr>
          <p:spPr>
            <a:xfrm>
              <a:off x="964535" y="1582176"/>
              <a:ext cx="31709" cy="31709"/>
            </a:xfrm>
            <a:custGeom>
              <a:rect b="b" l="l" r="r" t="t"/>
              <a:pathLst>
                <a:path extrusionOk="0" h="1209" w="1209">
                  <a:moveTo>
                    <a:pt x="823" y="385"/>
                  </a:moveTo>
                  <a:lnTo>
                    <a:pt x="823" y="823"/>
                  </a:lnTo>
                  <a:lnTo>
                    <a:pt x="385" y="823"/>
                  </a:lnTo>
                  <a:lnTo>
                    <a:pt x="385" y="385"/>
                  </a:lnTo>
                  <a:close/>
                  <a:moveTo>
                    <a:pt x="193" y="0"/>
                  </a:moveTo>
                  <a:cubicBezTo>
                    <a:pt x="87" y="0"/>
                    <a:pt x="0" y="82"/>
                    <a:pt x="0" y="193"/>
                  </a:cubicBezTo>
                  <a:lnTo>
                    <a:pt x="0" y="1016"/>
                  </a:lnTo>
                  <a:cubicBezTo>
                    <a:pt x="0" y="1121"/>
                    <a:pt x="87" y="1208"/>
                    <a:pt x="193" y="1208"/>
                  </a:cubicBezTo>
                  <a:lnTo>
                    <a:pt x="1016" y="1208"/>
                  </a:lnTo>
                  <a:cubicBezTo>
                    <a:pt x="1122" y="1208"/>
                    <a:pt x="1208" y="1121"/>
                    <a:pt x="1208" y="1016"/>
                  </a:cubicBezTo>
                  <a:lnTo>
                    <a:pt x="1208" y="193"/>
                  </a:lnTo>
                  <a:cubicBezTo>
                    <a:pt x="1208" y="82"/>
                    <a:pt x="1122" y="0"/>
                    <a:pt x="1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81"/>
          <p:cNvGrpSpPr/>
          <p:nvPr/>
        </p:nvGrpSpPr>
        <p:grpSpPr>
          <a:xfrm>
            <a:off x="1311970" y="1511887"/>
            <a:ext cx="345810" cy="345547"/>
            <a:chOff x="1311970" y="1511887"/>
            <a:chExt cx="345810" cy="345547"/>
          </a:xfrm>
        </p:grpSpPr>
        <p:sp>
          <p:nvSpPr>
            <p:cNvPr id="9669" name="Google Shape;9669;p81"/>
            <p:cNvSpPr/>
            <p:nvPr/>
          </p:nvSpPr>
          <p:spPr>
            <a:xfrm>
              <a:off x="1446990" y="1619656"/>
              <a:ext cx="27041" cy="59589"/>
            </a:xfrm>
            <a:custGeom>
              <a:rect b="b" l="l" r="r" t="t"/>
              <a:pathLst>
                <a:path extrusionOk="0" h="2272" w="1031">
                  <a:moveTo>
                    <a:pt x="617" y="0"/>
                  </a:moveTo>
                  <a:cubicBezTo>
                    <a:pt x="275" y="0"/>
                    <a:pt x="1" y="280"/>
                    <a:pt x="1" y="621"/>
                  </a:cubicBezTo>
                  <a:lnTo>
                    <a:pt x="1" y="766"/>
                  </a:lnTo>
                  <a:cubicBezTo>
                    <a:pt x="1" y="944"/>
                    <a:pt x="30" y="1117"/>
                    <a:pt x="83" y="1285"/>
                  </a:cubicBezTo>
                  <a:lnTo>
                    <a:pt x="410" y="2272"/>
                  </a:lnTo>
                  <a:lnTo>
                    <a:pt x="1030" y="2272"/>
                  </a:lnTo>
                  <a:lnTo>
                    <a:pt x="103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1"/>
            <p:cNvSpPr/>
            <p:nvPr/>
          </p:nvSpPr>
          <p:spPr>
            <a:xfrm>
              <a:off x="1457848" y="1614226"/>
              <a:ext cx="64887" cy="65018"/>
            </a:xfrm>
            <a:custGeom>
              <a:rect b="b" l="l" r="r" t="t"/>
              <a:pathLst>
                <a:path extrusionOk="0" h="2479" w="2474">
                  <a:moveTo>
                    <a:pt x="616" y="1"/>
                  </a:moveTo>
                  <a:cubicBezTo>
                    <a:pt x="275" y="1"/>
                    <a:pt x="1" y="280"/>
                    <a:pt x="1" y="621"/>
                  </a:cubicBezTo>
                  <a:cubicBezTo>
                    <a:pt x="1" y="847"/>
                    <a:pt x="183" y="1035"/>
                    <a:pt x="414" y="1035"/>
                  </a:cubicBezTo>
                  <a:lnTo>
                    <a:pt x="2065" y="2479"/>
                  </a:lnTo>
                  <a:lnTo>
                    <a:pt x="2430" y="1199"/>
                  </a:lnTo>
                  <a:cubicBezTo>
                    <a:pt x="2459" y="1088"/>
                    <a:pt x="2474" y="973"/>
                    <a:pt x="2474" y="857"/>
                  </a:cubicBezTo>
                  <a:lnTo>
                    <a:pt x="247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1"/>
            <p:cNvSpPr/>
            <p:nvPr/>
          </p:nvSpPr>
          <p:spPr>
            <a:xfrm>
              <a:off x="1468575" y="1695374"/>
              <a:ext cx="32575" cy="32575"/>
            </a:xfrm>
            <a:custGeom>
              <a:rect b="b" l="l" r="r" t="t"/>
              <a:pathLst>
                <a:path extrusionOk="0" h="1242" w="1242">
                  <a:moveTo>
                    <a:pt x="1" y="0"/>
                  </a:moveTo>
                  <a:lnTo>
                    <a:pt x="1" y="1242"/>
                  </a:lnTo>
                  <a:lnTo>
                    <a:pt x="1242" y="1242"/>
                  </a:lnTo>
                  <a:lnTo>
                    <a:pt x="124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1"/>
            <p:cNvSpPr/>
            <p:nvPr/>
          </p:nvSpPr>
          <p:spPr>
            <a:xfrm>
              <a:off x="1430728" y="1708488"/>
              <a:ext cx="108162" cy="84348"/>
            </a:xfrm>
            <a:custGeom>
              <a:rect b="b" l="l" r="r" t="t"/>
              <a:pathLst>
                <a:path extrusionOk="0" h="3216" w="4124">
                  <a:moveTo>
                    <a:pt x="1444" y="1"/>
                  </a:moveTo>
                  <a:lnTo>
                    <a:pt x="448" y="290"/>
                  </a:lnTo>
                  <a:cubicBezTo>
                    <a:pt x="183" y="362"/>
                    <a:pt x="0" y="607"/>
                    <a:pt x="0" y="881"/>
                  </a:cubicBezTo>
                  <a:lnTo>
                    <a:pt x="0" y="3215"/>
                  </a:lnTo>
                  <a:lnTo>
                    <a:pt x="4124" y="3215"/>
                  </a:lnTo>
                  <a:lnTo>
                    <a:pt x="4124" y="881"/>
                  </a:lnTo>
                  <a:cubicBezTo>
                    <a:pt x="4124" y="607"/>
                    <a:pt x="3941" y="362"/>
                    <a:pt x="3676" y="290"/>
                  </a:cubicBezTo>
                  <a:lnTo>
                    <a:pt x="2680" y="1"/>
                  </a:lnTo>
                  <a:lnTo>
                    <a:pt x="2440" y="294"/>
                  </a:lnTo>
                  <a:cubicBezTo>
                    <a:pt x="2341" y="410"/>
                    <a:pt x="2203" y="468"/>
                    <a:pt x="2064" y="468"/>
                  </a:cubicBezTo>
                  <a:cubicBezTo>
                    <a:pt x="1926" y="468"/>
                    <a:pt x="1788" y="410"/>
                    <a:pt x="1689" y="294"/>
                  </a:cubicBezTo>
                  <a:lnTo>
                    <a:pt x="1444"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1"/>
            <p:cNvSpPr/>
            <p:nvPr/>
          </p:nvSpPr>
          <p:spPr>
            <a:xfrm>
              <a:off x="1452287" y="1641372"/>
              <a:ext cx="65149" cy="59458"/>
            </a:xfrm>
            <a:custGeom>
              <a:rect b="b" l="l" r="r" t="t"/>
              <a:pathLst>
                <a:path extrusionOk="0" h="2267" w="2484">
                  <a:moveTo>
                    <a:pt x="800" y="0"/>
                  </a:moveTo>
                  <a:cubicBezTo>
                    <a:pt x="684" y="0"/>
                    <a:pt x="578" y="43"/>
                    <a:pt x="496" y="120"/>
                  </a:cubicBezTo>
                  <a:lnTo>
                    <a:pt x="294" y="327"/>
                  </a:lnTo>
                  <a:cubicBezTo>
                    <a:pt x="107" y="510"/>
                    <a:pt x="1" y="765"/>
                    <a:pt x="6" y="1030"/>
                  </a:cubicBezTo>
                  <a:cubicBezTo>
                    <a:pt x="6" y="1713"/>
                    <a:pt x="559" y="2266"/>
                    <a:pt x="1242" y="2266"/>
                  </a:cubicBezTo>
                  <a:cubicBezTo>
                    <a:pt x="1245" y="2266"/>
                    <a:pt x="1248" y="2266"/>
                    <a:pt x="1251" y="2266"/>
                  </a:cubicBezTo>
                  <a:cubicBezTo>
                    <a:pt x="1930" y="2266"/>
                    <a:pt x="2484" y="1710"/>
                    <a:pt x="2484" y="1030"/>
                  </a:cubicBezTo>
                  <a:lnTo>
                    <a:pt x="2484" y="770"/>
                  </a:lnTo>
                  <a:cubicBezTo>
                    <a:pt x="2484" y="659"/>
                    <a:pt x="2440" y="553"/>
                    <a:pt x="2363" y="476"/>
                  </a:cubicBezTo>
                  <a:cubicBezTo>
                    <a:pt x="2041" y="164"/>
                    <a:pt x="1459" y="24"/>
                    <a:pt x="80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1"/>
            <p:cNvSpPr/>
            <p:nvPr/>
          </p:nvSpPr>
          <p:spPr>
            <a:xfrm>
              <a:off x="1452287" y="1641346"/>
              <a:ext cx="64913" cy="58225"/>
            </a:xfrm>
            <a:custGeom>
              <a:rect b="b" l="l" r="r" t="t"/>
              <a:pathLst>
                <a:path extrusionOk="0" h="2220" w="2475">
                  <a:moveTo>
                    <a:pt x="780" y="1"/>
                  </a:moveTo>
                  <a:cubicBezTo>
                    <a:pt x="674" y="1"/>
                    <a:pt x="570" y="48"/>
                    <a:pt x="496" y="121"/>
                  </a:cubicBezTo>
                  <a:lnTo>
                    <a:pt x="294" y="328"/>
                  </a:lnTo>
                  <a:cubicBezTo>
                    <a:pt x="107" y="511"/>
                    <a:pt x="1" y="766"/>
                    <a:pt x="1" y="1031"/>
                  </a:cubicBezTo>
                  <a:cubicBezTo>
                    <a:pt x="1" y="1579"/>
                    <a:pt x="367" y="2065"/>
                    <a:pt x="896" y="2219"/>
                  </a:cubicBezTo>
                  <a:cubicBezTo>
                    <a:pt x="718" y="1998"/>
                    <a:pt x="622" y="1728"/>
                    <a:pt x="622" y="1445"/>
                  </a:cubicBezTo>
                  <a:lnTo>
                    <a:pt x="622" y="1031"/>
                  </a:lnTo>
                  <a:cubicBezTo>
                    <a:pt x="622" y="799"/>
                    <a:pt x="809" y="616"/>
                    <a:pt x="1034" y="616"/>
                  </a:cubicBezTo>
                  <a:cubicBezTo>
                    <a:pt x="1042" y="616"/>
                    <a:pt x="1051" y="616"/>
                    <a:pt x="1059" y="617"/>
                  </a:cubicBezTo>
                  <a:cubicBezTo>
                    <a:pt x="1478" y="646"/>
                    <a:pt x="2094" y="713"/>
                    <a:pt x="2474" y="896"/>
                  </a:cubicBezTo>
                  <a:cubicBezTo>
                    <a:pt x="2460" y="809"/>
                    <a:pt x="2426" y="535"/>
                    <a:pt x="2359" y="477"/>
                  </a:cubicBezTo>
                  <a:cubicBezTo>
                    <a:pt x="2041" y="165"/>
                    <a:pt x="1459" y="25"/>
                    <a:pt x="795" y="1"/>
                  </a:cubicBezTo>
                  <a:cubicBezTo>
                    <a:pt x="790" y="1"/>
                    <a:pt x="785" y="1"/>
                    <a:pt x="78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1"/>
            <p:cNvSpPr/>
            <p:nvPr/>
          </p:nvSpPr>
          <p:spPr>
            <a:xfrm>
              <a:off x="1430728" y="1722258"/>
              <a:ext cx="21716" cy="70578"/>
            </a:xfrm>
            <a:custGeom>
              <a:rect b="b" l="l" r="r" t="t"/>
              <a:pathLst>
                <a:path extrusionOk="0" h="2691" w="828">
                  <a:moveTo>
                    <a:pt x="116" y="0"/>
                  </a:moveTo>
                  <a:cubicBezTo>
                    <a:pt x="39" y="106"/>
                    <a:pt x="0" y="231"/>
                    <a:pt x="0" y="356"/>
                  </a:cubicBezTo>
                  <a:lnTo>
                    <a:pt x="0" y="2690"/>
                  </a:lnTo>
                  <a:lnTo>
                    <a:pt x="828" y="2690"/>
                  </a:lnTo>
                  <a:lnTo>
                    <a:pt x="828" y="972"/>
                  </a:lnTo>
                  <a:cubicBezTo>
                    <a:pt x="828" y="809"/>
                    <a:pt x="760" y="650"/>
                    <a:pt x="645" y="534"/>
                  </a:cubicBezTo>
                  <a:lnTo>
                    <a:pt x="116"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1"/>
            <p:cNvSpPr/>
            <p:nvPr/>
          </p:nvSpPr>
          <p:spPr>
            <a:xfrm>
              <a:off x="1517279" y="1722258"/>
              <a:ext cx="21743" cy="70578"/>
            </a:xfrm>
            <a:custGeom>
              <a:rect b="b" l="l" r="r" t="t"/>
              <a:pathLst>
                <a:path extrusionOk="0" h="2691" w="829">
                  <a:moveTo>
                    <a:pt x="713" y="0"/>
                  </a:moveTo>
                  <a:lnTo>
                    <a:pt x="184" y="534"/>
                  </a:lnTo>
                  <a:cubicBezTo>
                    <a:pt x="68" y="650"/>
                    <a:pt x="1" y="809"/>
                    <a:pt x="1" y="972"/>
                  </a:cubicBezTo>
                  <a:lnTo>
                    <a:pt x="1" y="2690"/>
                  </a:lnTo>
                  <a:lnTo>
                    <a:pt x="829" y="2690"/>
                  </a:lnTo>
                  <a:lnTo>
                    <a:pt x="829" y="356"/>
                  </a:lnTo>
                  <a:cubicBezTo>
                    <a:pt x="824" y="231"/>
                    <a:pt x="785" y="106"/>
                    <a:pt x="71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1"/>
            <p:cNvSpPr/>
            <p:nvPr/>
          </p:nvSpPr>
          <p:spPr>
            <a:xfrm>
              <a:off x="1317006" y="1516922"/>
              <a:ext cx="335607" cy="335345"/>
            </a:xfrm>
            <a:custGeom>
              <a:rect b="b" l="l" r="r" t="t"/>
              <a:pathLst>
                <a:path extrusionOk="0" h="12786" w="12796">
                  <a:moveTo>
                    <a:pt x="6403" y="2474"/>
                  </a:moveTo>
                  <a:cubicBezTo>
                    <a:pt x="6907" y="2474"/>
                    <a:pt x="7416" y="2572"/>
                    <a:pt x="7902" y="2772"/>
                  </a:cubicBezTo>
                  <a:cubicBezTo>
                    <a:pt x="9364" y="3379"/>
                    <a:pt x="10322" y="4808"/>
                    <a:pt x="10322" y="6395"/>
                  </a:cubicBezTo>
                  <a:cubicBezTo>
                    <a:pt x="10322" y="8561"/>
                    <a:pt x="8566" y="10312"/>
                    <a:pt x="6400" y="10312"/>
                  </a:cubicBezTo>
                  <a:cubicBezTo>
                    <a:pt x="4812" y="10312"/>
                    <a:pt x="3383" y="9360"/>
                    <a:pt x="2777" y="7892"/>
                  </a:cubicBezTo>
                  <a:cubicBezTo>
                    <a:pt x="2171" y="6429"/>
                    <a:pt x="2508" y="4745"/>
                    <a:pt x="3629" y="3624"/>
                  </a:cubicBezTo>
                  <a:cubicBezTo>
                    <a:pt x="4379" y="2873"/>
                    <a:pt x="5382" y="2474"/>
                    <a:pt x="6403" y="2474"/>
                  </a:cubicBezTo>
                  <a:close/>
                  <a:moveTo>
                    <a:pt x="5573" y="1"/>
                  </a:moveTo>
                  <a:cubicBezTo>
                    <a:pt x="5457" y="1"/>
                    <a:pt x="5366" y="92"/>
                    <a:pt x="5366" y="208"/>
                  </a:cubicBezTo>
                  <a:lnTo>
                    <a:pt x="5366" y="751"/>
                  </a:lnTo>
                  <a:cubicBezTo>
                    <a:pt x="5366" y="852"/>
                    <a:pt x="5298" y="934"/>
                    <a:pt x="5202" y="953"/>
                  </a:cubicBezTo>
                  <a:cubicBezTo>
                    <a:pt x="4562" y="1093"/>
                    <a:pt x="3951" y="1348"/>
                    <a:pt x="3398" y="1704"/>
                  </a:cubicBezTo>
                  <a:cubicBezTo>
                    <a:pt x="3363" y="1726"/>
                    <a:pt x="3324" y="1738"/>
                    <a:pt x="3286" y="1738"/>
                  </a:cubicBezTo>
                  <a:cubicBezTo>
                    <a:pt x="3233" y="1738"/>
                    <a:pt x="3182" y="1717"/>
                    <a:pt x="3143" y="1675"/>
                  </a:cubicBezTo>
                  <a:lnTo>
                    <a:pt x="2753" y="1290"/>
                  </a:lnTo>
                  <a:cubicBezTo>
                    <a:pt x="2712" y="1249"/>
                    <a:pt x="2659" y="1229"/>
                    <a:pt x="2606" y="1229"/>
                  </a:cubicBezTo>
                  <a:cubicBezTo>
                    <a:pt x="2553" y="1229"/>
                    <a:pt x="2500" y="1249"/>
                    <a:pt x="2459" y="1290"/>
                  </a:cubicBezTo>
                  <a:lnTo>
                    <a:pt x="1290" y="2455"/>
                  </a:lnTo>
                  <a:cubicBezTo>
                    <a:pt x="1213" y="2532"/>
                    <a:pt x="1213" y="2666"/>
                    <a:pt x="1290" y="2743"/>
                  </a:cubicBezTo>
                  <a:lnTo>
                    <a:pt x="1680" y="3133"/>
                  </a:lnTo>
                  <a:cubicBezTo>
                    <a:pt x="1747" y="3201"/>
                    <a:pt x="1762" y="3311"/>
                    <a:pt x="1704" y="3393"/>
                  </a:cubicBezTo>
                  <a:cubicBezTo>
                    <a:pt x="1353" y="3942"/>
                    <a:pt x="1098" y="4553"/>
                    <a:pt x="958" y="5197"/>
                  </a:cubicBezTo>
                  <a:cubicBezTo>
                    <a:pt x="939" y="5289"/>
                    <a:pt x="857" y="5361"/>
                    <a:pt x="756" y="5361"/>
                  </a:cubicBezTo>
                  <a:lnTo>
                    <a:pt x="208" y="5361"/>
                  </a:lnTo>
                  <a:cubicBezTo>
                    <a:pt x="97" y="5361"/>
                    <a:pt x="1" y="5452"/>
                    <a:pt x="1" y="5568"/>
                  </a:cubicBezTo>
                  <a:lnTo>
                    <a:pt x="1" y="7218"/>
                  </a:lnTo>
                  <a:cubicBezTo>
                    <a:pt x="1" y="7329"/>
                    <a:pt x="97" y="7425"/>
                    <a:pt x="208" y="7425"/>
                  </a:cubicBezTo>
                  <a:lnTo>
                    <a:pt x="756" y="7425"/>
                  </a:lnTo>
                  <a:cubicBezTo>
                    <a:pt x="857" y="7425"/>
                    <a:pt x="939" y="7493"/>
                    <a:pt x="958" y="7589"/>
                  </a:cubicBezTo>
                  <a:cubicBezTo>
                    <a:pt x="1098" y="8229"/>
                    <a:pt x="1353" y="8840"/>
                    <a:pt x="1704" y="9393"/>
                  </a:cubicBezTo>
                  <a:cubicBezTo>
                    <a:pt x="1762" y="9475"/>
                    <a:pt x="1747" y="9581"/>
                    <a:pt x="1680" y="9648"/>
                  </a:cubicBezTo>
                  <a:lnTo>
                    <a:pt x="1290" y="10038"/>
                  </a:lnTo>
                  <a:cubicBezTo>
                    <a:pt x="1213" y="10120"/>
                    <a:pt x="1213" y="10250"/>
                    <a:pt x="1290" y="10331"/>
                  </a:cubicBezTo>
                  <a:lnTo>
                    <a:pt x="2459" y="11496"/>
                  </a:lnTo>
                  <a:cubicBezTo>
                    <a:pt x="2500" y="11537"/>
                    <a:pt x="2553" y="11557"/>
                    <a:pt x="2606" y="11557"/>
                  </a:cubicBezTo>
                  <a:cubicBezTo>
                    <a:pt x="2659" y="11557"/>
                    <a:pt x="2712" y="11537"/>
                    <a:pt x="2753" y="11496"/>
                  </a:cubicBezTo>
                  <a:lnTo>
                    <a:pt x="3138" y="11111"/>
                  </a:lnTo>
                  <a:cubicBezTo>
                    <a:pt x="3180" y="11069"/>
                    <a:pt x="3232" y="11049"/>
                    <a:pt x="3285" y="11049"/>
                  </a:cubicBezTo>
                  <a:cubicBezTo>
                    <a:pt x="3324" y="11049"/>
                    <a:pt x="3363" y="11060"/>
                    <a:pt x="3398" y="11082"/>
                  </a:cubicBezTo>
                  <a:cubicBezTo>
                    <a:pt x="3951" y="11438"/>
                    <a:pt x="4562" y="11693"/>
                    <a:pt x="5202" y="11833"/>
                  </a:cubicBezTo>
                  <a:cubicBezTo>
                    <a:pt x="5298" y="11852"/>
                    <a:pt x="5366" y="11934"/>
                    <a:pt x="5366" y="12030"/>
                  </a:cubicBezTo>
                  <a:lnTo>
                    <a:pt x="5366" y="12579"/>
                  </a:lnTo>
                  <a:cubicBezTo>
                    <a:pt x="5366" y="12694"/>
                    <a:pt x="5457" y="12785"/>
                    <a:pt x="5573" y="12785"/>
                  </a:cubicBezTo>
                  <a:lnTo>
                    <a:pt x="7223" y="12785"/>
                  </a:lnTo>
                  <a:cubicBezTo>
                    <a:pt x="7339" y="12785"/>
                    <a:pt x="7430" y="12694"/>
                    <a:pt x="7430" y="12579"/>
                  </a:cubicBezTo>
                  <a:lnTo>
                    <a:pt x="7430" y="12030"/>
                  </a:lnTo>
                  <a:cubicBezTo>
                    <a:pt x="7430" y="11934"/>
                    <a:pt x="7497" y="11852"/>
                    <a:pt x="7594" y="11833"/>
                  </a:cubicBezTo>
                  <a:cubicBezTo>
                    <a:pt x="8234" y="11693"/>
                    <a:pt x="8845" y="11438"/>
                    <a:pt x="9398" y="11082"/>
                  </a:cubicBezTo>
                  <a:cubicBezTo>
                    <a:pt x="9433" y="11060"/>
                    <a:pt x="9472" y="11049"/>
                    <a:pt x="9510" y="11049"/>
                  </a:cubicBezTo>
                  <a:cubicBezTo>
                    <a:pt x="9563" y="11049"/>
                    <a:pt x="9616" y="11069"/>
                    <a:pt x="9658" y="11111"/>
                  </a:cubicBezTo>
                  <a:lnTo>
                    <a:pt x="10043" y="11496"/>
                  </a:lnTo>
                  <a:cubicBezTo>
                    <a:pt x="10084" y="11537"/>
                    <a:pt x="10137" y="11557"/>
                    <a:pt x="10190" y="11557"/>
                  </a:cubicBezTo>
                  <a:cubicBezTo>
                    <a:pt x="10242" y="11557"/>
                    <a:pt x="10295" y="11537"/>
                    <a:pt x="10336" y="11496"/>
                  </a:cubicBezTo>
                  <a:lnTo>
                    <a:pt x="11506" y="10331"/>
                  </a:lnTo>
                  <a:cubicBezTo>
                    <a:pt x="11583" y="10250"/>
                    <a:pt x="11583" y="10120"/>
                    <a:pt x="11506" y="10038"/>
                  </a:cubicBezTo>
                  <a:lnTo>
                    <a:pt x="11116" y="9648"/>
                  </a:lnTo>
                  <a:cubicBezTo>
                    <a:pt x="11048" y="9581"/>
                    <a:pt x="11039" y="9475"/>
                    <a:pt x="11092" y="9393"/>
                  </a:cubicBezTo>
                  <a:cubicBezTo>
                    <a:pt x="11443" y="8840"/>
                    <a:pt x="11698" y="8229"/>
                    <a:pt x="11838" y="7589"/>
                  </a:cubicBezTo>
                  <a:cubicBezTo>
                    <a:pt x="11857" y="7493"/>
                    <a:pt x="11943" y="7425"/>
                    <a:pt x="12040" y="7425"/>
                  </a:cubicBezTo>
                  <a:lnTo>
                    <a:pt x="12588" y="7425"/>
                  </a:lnTo>
                  <a:cubicBezTo>
                    <a:pt x="12699" y="7425"/>
                    <a:pt x="12795" y="7329"/>
                    <a:pt x="12795" y="7218"/>
                  </a:cubicBezTo>
                  <a:lnTo>
                    <a:pt x="12795" y="5568"/>
                  </a:lnTo>
                  <a:cubicBezTo>
                    <a:pt x="12795" y="5457"/>
                    <a:pt x="12704" y="5361"/>
                    <a:pt x="12588" y="5361"/>
                  </a:cubicBezTo>
                  <a:lnTo>
                    <a:pt x="12040" y="5361"/>
                  </a:lnTo>
                  <a:cubicBezTo>
                    <a:pt x="11943" y="5361"/>
                    <a:pt x="11862" y="5294"/>
                    <a:pt x="11842" y="5197"/>
                  </a:cubicBezTo>
                  <a:cubicBezTo>
                    <a:pt x="11698" y="4557"/>
                    <a:pt x="11448" y="3946"/>
                    <a:pt x="11092" y="3393"/>
                  </a:cubicBezTo>
                  <a:cubicBezTo>
                    <a:pt x="11039" y="3311"/>
                    <a:pt x="11048" y="3205"/>
                    <a:pt x="11121" y="3133"/>
                  </a:cubicBezTo>
                  <a:lnTo>
                    <a:pt x="11506" y="2748"/>
                  </a:lnTo>
                  <a:cubicBezTo>
                    <a:pt x="11587" y="2666"/>
                    <a:pt x="11587" y="2536"/>
                    <a:pt x="11506" y="2455"/>
                  </a:cubicBezTo>
                  <a:lnTo>
                    <a:pt x="10341" y="1290"/>
                  </a:lnTo>
                  <a:cubicBezTo>
                    <a:pt x="10300" y="1249"/>
                    <a:pt x="10247" y="1229"/>
                    <a:pt x="10194" y="1229"/>
                  </a:cubicBezTo>
                  <a:cubicBezTo>
                    <a:pt x="10141" y="1229"/>
                    <a:pt x="10088" y="1249"/>
                    <a:pt x="10048" y="1290"/>
                  </a:cubicBezTo>
                  <a:lnTo>
                    <a:pt x="9658" y="1675"/>
                  </a:lnTo>
                  <a:cubicBezTo>
                    <a:pt x="9618" y="1715"/>
                    <a:pt x="9565" y="1736"/>
                    <a:pt x="9511" y="1736"/>
                  </a:cubicBezTo>
                  <a:cubicBezTo>
                    <a:pt x="9474" y="1736"/>
                    <a:pt x="9436" y="1726"/>
                    <a:pt x="9403" y="1704"/>
                  </a:cubicBezTo>
                  <a:cubicBezTo>
                    <a:pt x="8849" y="1348"/>
                    <a:pt x="8238" y="1093"/>
                    <a:pt x="7598" y="953"/>
                  </a:cubicBezTo>
                  <a:cubicBezTo>
                    <a:pt x="7502" y="934"/>
                    <a:pt x="7435" y="852"/>
                    <a:pt x="7430" y="751"/>
                  </a:cubicBezTo>
                  <a:lnTo>
                    <a:pt x="7430" y="208"/>
                  </a:lnTo>
                  <a:cubicBezTo>
                    <a:pt x="7430" y="92"/>
                    <a:pt x="7339" y="1"/>
                    <a:pt x="7228"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1"/>
            <p:cNvSpPr/>
            <p:nvPr/>
          </p:nvSpPr>
          <p:spPr>
            <a:xfrm>
              <a:off x="1356374" y="1565522"/>
              <a:ext cx="247509" cy="238146"/>
            </a:xfrm>
            <a:custGeom>
              <a:rect b="b" l="l" r="r" t="t"/>
              <a:pathLst>
                <a:path extrusionOk="0" h="9080" w="9437">
                  <a:moveTo>
                    <a:pt x="4902" y="621"/>
                  </a:moveTo>
                  <a:cubicBezTo>
                    <a:pt x="5406" y="621"/>
                    <a:pt x="5915" y="719"/>
                    <a:pt x="6401" y="919"/>
                  </a:cubicBezTo>
                  <a:cubicBezTo>
                    <a:pt x="7863" y="1526"/>
                    <a:pt x="8821" y="2955"/>
                    <a:pt x="8821" y="4542"/>
                  </a:cubicBezTo>
                  <a:cubicBezTo>
                    <a:pt x="8821" y="6708"/>
                    <a:pt x="7065" y="8459"/>
                    <a:pt x="4899" y="8459"/>
                  </a:cubicBezTo>
                  <a:cubicBezTo>
                    <a:pt x="3311" y="8459"/>
                    <a:pt x="1882" y="7507"/>
                    <a:pt x="1276" y="6039"/>
                  </a:cubicBezTo>
                  <a:cubicBezTo>
                    <a:pt x="670" y="4576"/>
                    <a:pt x="1007" y="2892"/>
                    <a:pt x="2128" y="1771"/>
                  </a:cubicBezTo>
                  <a:cubicBezTo>
                    <a:pt x="2878" y="1020"/>
                    <a:pt x="3881" y="621"/>
                    <a:pt x="4902" y="621"/>
                  </a:cubicBezTo>
                  <a:close/>
                  <a:moveTo>
                    <a:pt x="4899" y="0"/>
                  </a:moveTo>
                  <a:cubicBezTo>
                    <a:pt x="3061" y="0"/>
                    <a:pt x="1406" y="1107"/>
                    <a:pt x="703" y="2805"/>
                  </a:cubicBezTo>
                  <a:cubicBezTo>
                    <a:pt x="1" y="4499"/>
                    <a:pt x="391" y="6453"/>
                    <a:pt x="1690" y="7752"/>
                  </a:cubicBezTo>
                  <a:cubicBezTo>
                    <a:pt x="2555" y="8620"/>
                    <a:pt x="3714" y="9080"/>
                    <a:pt x="4895" y="9080"/>
                  </a:cubicBezTo>
                  <a:cubicBezTo>
                    <a:pt x="5481" y="9080"/>
                    <a:pt x="6073" y="8967"/>
                    <a:pt x="6636" y="8733"/>
                  </a:cubicBezTo>
                  <a:cubicBezTo>
                    <a:pt x="8330" y="8031"/>
                    <a:pt x="9437" y="6376"/>
                    <a:pt x="9437" y="4542"/>
                  </a:cubicBezTo>
                  <a:cubicBezTo>
                    <a:pt x="9437" y="2036"/>
                    <a:pt x="7406" y="0"/>
                    <a:pt x="4899"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1"/>
            <p:cNvSpPr/>
            <p:nvPr/>
          </p:nvSpPr>
          <p:spPr>
            <a:xfrm>
              <a:off x="1311970" y="1511887"/>
              <a:ext cx="345810" cy="345547"/>
            </a:xfrm>
            <a:custGeom>
              <a:rect b="b" l="l" r="r" t="t"/>
              <a:pathLst>
                <a:path extrusionOk="0" h="13175" w="13185">
                  <a:moveTo>
                    <a:pt x="7420" y="385"/>
                  </a:moveTo>
                  <a:cubicBezTo>
                    <a:pt x="7425" y="385"/>
                    <a:pt x="7430" y="390"/>
                    <a:pt x="7430" y="400"/>
                  </a:cubicBezTo>
                  <a:lnTo>
                    <a:pt x="7430" y="943"/>
                  </a:lnTo>
                  <a:cubicBezTo>
                    <a:pt x="7430" y="1136"/>
                    <a:pt x="7564" y="1295"/>
                    <a:pt x="7747" y="1333"/>
                  </a:cubicBezTo>
                  <a:cubicBezTo>
                    <a:pt x="8368" y="1468"/>
                    <a:pt x="8960" y="1713"/>
                    <a:pt x="9494" y="2055"/>
                  </a:cubicBezTo>
                  <a:cubicBezTo>
                    <a:pt x="9559" y="2100"/>
                    <a:pt x="9635" y="2121"/>
                    <a:pt x="9710" y="2121"/>
                  </a:cubicBezTo>
                  <a:cubicBezTo>
                    <a:pt x="9813" y="2121"/>
                    <a:pt x="9915" y="2082"/>
                    <a:pt x="9989" y="2007"/>
                  </a:cubicBezTo>
                  <a:lnTo>
                    <a:pt x="10379" y="1617"/>
                  </a:lnTo>
                  <a:cubicBezTo>
                    <a:pt x="10382" y="1615"/>
                    <a:pt x="10385" y="1613"/>
                    <a:pt x="10389" y="1613"/>
                  </a:cubicBezTo>
                  <a:cubicBezTo>
                    <a:pt x="10392" y="1613"/>
                    <a:pt x="10396" y="1615"/>
                    <a:pt x="10398" y="1617"/>
                  </a:cubicBezTo>
                  <a:lnTo>
                    <a:pt x="11563" y="2786"/>
                  </a:lnTo>
                  <a:cubicBezTo>
                    <a:pt x="11568" y="2791"/>
                    <a:pt x="11568" y="2796"/>
                    <a:pt x="11563" y="2805"/>
                  </a:cubicBezTo>
                  <a:lnTo>
                    <a:pt x="11178" y="3190"/>
                  </a:lnTo>
                  <a:cubicBezTo>
                    <a:pt x="11043" y="3325"/>
                    <a:pt x="11019" y="3532"/>
                    <a:pt x="11125" y="3691"/>
                  </a:cubicBezTo>
                  <a:cubicBezTo>
                    <a:pt x="11467" y="4225"/>
                    <a:pt x="11712" y="4812"/>
                    <a:pt x="11847" y="5433"/>
                  </a:cubicBezTo>
                  <a:cubicBezTo>
                    <a:pt x="11885" y="5620"/>
                    <a:pt x="12049" y="5750"/>
                    <a:pt x="12236" y="5750"/>
                  </a:cubicBezTo>
                  <a:lnTo>
                    <a:pt x="12785" y="5750"/>
                  </a:lnTo>
                  <a:cubicBezTo>
                    <a:pt x="12790" y="5750"/>
                    <a:pt x="12799" y="5755"/>
                    <a:pt x="12799" y="5765"/>
                  </a:cubicBezTo>
                  <a:lnTo>
                    <a:pt x="12799" y="7415"/>
                  </a:lnTo>
                  <a:lnTo>
                    <a:pt x="12795" y="7410"/>
                  </a:lnTo>
                  <a:cubicBezTo>
                    <a:pt x="12795" y="7420"/>
                    <a:pt x="12790" y="7425"/>
                    <a:pt x="12780" y="7425"/>
                  </a:cubicBezTo>
                  <a:lnTo>
                    <a:pt x="12232" y="7425"/>
                  </a:lnTo>
                  <a:cubicBezTo>
                    <a:pt x="12044" y="7425"/>
                    <a:pt x="11880" y="7555"/>
                    <a:pt x="11842" y="7742"/>
                  </a:cubicBezTo>
                  <a:cubicBezTo>
                    <a:pt x="11707" y="8358"/>
                    <a:pt x="11467" y="8950"/>
                    <a:pt x="11120" y="9484"/>
                  </a:cubicBezTo>
                  <a:cubicBezTo>
                    <a:pt x="11019" y="9643"/>
                    <a:pt x="11038" y="9850"/>
                    <a:pt x="11173" y="9985"/>
                  </a:cubicBezTo>
                  <a:lnTo>
                    <a:pt x="11563" y="10370"/>
                  </a:lnTo>
                  <a:cubicBezTo>
                    <a:pt x="11568" y="10374"/>
                    <a:pt x="11568" y="10384"/>
                    <a:pt x="11563" y="10389"/>
                  </a:cubicBezTo>
                  <a:lnTo>
                    <a:pt x="10398" y="11558"/>
                  </a:lnTo>
                  <a:cubicBezTo>
                    <a:pt x="10394" y="11560"/>
                    <a:pt x="10390" y="11562"/>
                    <a:pt x="10387" y="11562"/>
                  </a:cubicBezTo>
                  <a:cubicBezTo>
                    <a:pt x="10384" y="11562"/>
                    <a:pt x="10382" y="11560"/>
                    <a:pt x="10379" y="11558"/>
                  </a:cubicBezTo>
                  <a:lnTo>
                    <a:pt x="9989" y="11168"/>
                  </a:lnTo>
                  <a:cubicBezTo>
                    <a:pt x="9912" y="11091"/>
                    <a:pt x="9810" y="11051"/>
                    <a:pt x="9707" y="11051"/>
                  </a:cubicBezTo>
                  <a:cubicBezTo>
                    <a:pt x="9632" y="11051"/>
                    <a:pt x="9556" y="11073"/>
                    <a:pt x="9489" y="11115"/>
                  </a:cubicBezTo>
                  <a:cubicBezTo>
                    <a:pt x="8955" y="11457"/>
                    <a:pt x="8368" y="11702"/>
                    <a:pt x="7747" y="11837"/>
                  </a:cubicBezTo>
                  <a:cubicBezTo>
                    <a:pt x="7564" y="11876"/>
                    <a:pt x="7430" y="12039"/>
                    <a:pt x="7430" y="12227"/>
                  </a:cubicBezTo>
                  <a:lnTo>
                    <a:pt x="7430" y="12775"/>
                  </a:lnTo>
                  <a:cubicBezTo>
                    <a:pt x="7430" y="12785"/>
                    <a:pt x="7425" y="12790"/>
                    <a:pt x="7415" y="12790"/>
                  </a:cubicBezTo>
                  <a:lnTo>
                    <a:pt x="5765" y="12790"/>
                  </a:lnTo>
                  <a:cubicBezTo>
                    <a:pt x="5755" y="12790"/>
                    <a:pt x="5750" y="12785"/>
                    <a:pt x="5750" y="12775"/>
                  </a:cubicBezTo>
                  <a:lnTo>
                    <a:pt x="5750" y="12227"/>
                  </a:lnTo>
                  <a:cubicBezTo>
                    <a:pt x="5750" y="12039"/>
                    <a:pt x="5620" y="11876"/>
                    <a:pt x="5437" y="11837"/>
                  </a:cubicBezTo>
                  <a:cubicBezTo>
                    <a:pt x="4817" y="11702"/>
                    <a:pt x="4225" y="11457"/>
                    <a:pt x="3691" y="11115"/>
                  </a:cubicBezTo>
                  <a:cubicBezTo>
                    <a:pt x="3628" y="11072"/>
                    <a:pt x="3551" y="11053"/>
                    <a:pt x="3474" y="11053"/>
                  </a:cubicBezTo>
                  <a:cubicBezTo>
                    <a:pt x="3368" y="11053"/>
                    <a:pt x="3267" y="11091"/>
                    <a:pt x="3190" y="11168"/>
                  </a:cubicBezTo>
                  <a:lnTo>
                    <a:pt x="2805" y="11558"/>
                  </a:lnTo>
                  <a:cubicBezTo>
                    <a:pt x="2803" y="11560"/>
                    <a:pt x="2799" y="11562"/>
                    <a:pt x="2796" y="11562"/>
                  </a:cubicBezTo>
                  <a:cubicBezTo>
                    <a:pt x="2792" y="11562"/>
                    <a:pt x="2789" y="11560"/>
                    <a:pt x="2786" y="11558"/>
                  </a:cubicBezTo>
                  <a:lnTo>
                    <a:pt x="1617" y="10389"/>
                  </a:lnTo>
                  <a:cubicBezTo>
                    <a:pt x="1612" y="10384"/>
                    <a:pt x="1612" y="10374"/>
                    <a:pt x="1617" y="10370"/>
                  </a:cubicBezTo>
                  <a:lnTo>
                    <a:pt x="2007" y="9985"/>
                  </a:lnTo>
                  <a:cubicBezTo>
                    <a:pt x="2141" y="9850"/>
                    <a:pt x="2161" y="9643"/>
                    <a:pt x="2060" y="9484"/>
                  </a:cubicBezTo>
                  <a:cubicBezTo>
                    <a:pt x="1718" y="8950"/>
                    <a:pt x="1473" y="8358"/>
                    <a:pt x="1338" y="7737"/>
                  </a:cubicBezTo>
                  <a:cubicBezTo>
                    <a:pt x="1299" y="7555"/>
                    <a:pt x="1136" y="7425"/>
                    <a:pt x="948" y="7425"/>
                  </a:cubicBezTo>
                  <a:lnTo>
                    <a:pt x="400" y="7425"/>
                  </a:lnTo>
                  <a:cubicBezTo>
                    <a:pt x="390" y="7425"/>
                    <a:pt x="385" y="7420"/>
                    <a:pt x="385" y="7410"/>
                  </a:cubicBezTo>
                  <a:lnTo>
                    <a:pt x="385" y="5760"/>
                  </a:lnTo>
                  <a:cubicBezTo>
                    <a:pt x="385" y="5750"/>
                    <a:pt x="390" y="5745"/>
                    <a:pt x="400" y="5745"/>
                  </a:cubicBezTo>
                  <a:lnTo>
                    <a:pt x="948" y="5745"/>
                  </a:lnTo>
                  <a:cubicBezTo>
                    <a:pt x="1136" y="5745"/>
                    <a:pt x="1299" y="5616"/>
                    <a:pt x="1338" y="5433"/>
                  </a:cubicBezTo>
                  <a:cubicBezTo>
                    <a:pt x="1473" y="4812"/>
                    <a:pt x="1718" y="4220"/>
                    <a:pt x="2060" y="3686"/>
                  </a:cubicBezTo>
                  <a:cubicBezTo>
                    <a:pt x="2161" y="3527"/>
                    <a:pt x="2141" y="3320"/>
                    <a:pt x="2007" y="3190"/>
                  </a:cubicBezTo>
                  <a:lnTo>
                    <a:pt x="1622" y="2805"/>
                  </a:lnTo>
                  <a:cubicBezTo>
                    <a:pt x="1617" y="2796"/>
                    <a:pt x="1617" y="2791"/>
                    <a:pt x="1622" y="2786"/>
                  </a:cubicBezTo>
                  <a:lnTo>
                    <a:pt x="2791" y="1617"/>
                  </a:lnTo>
                  <a:cubicBezTo>
                    <a:pt x="2793" y="1615"/>
                    <a:pt x="2796" y="1613"/>
                    <a:pt x="2798" y="1613"/>
                  </a:cubicBezTo>
                  <a:cubicBezTo>
                    <a:pt x="2801" y="1613"/>
                    <a:pt x="2803" y="1615"/>
                    <a:pt x="2805" y="1617"/>
                  </a:cubicBezTo>
                  <a:lnTo>
                    <a:pt x="3195" y="2007"/>
                  </a:lnTo>
                  <a:cubicBezTo>
                    <a:pt x="3273" y="2082"/>
                    <a:pt x="3374" y="2121"/>
                    <a:pt x="3477" y="2121"/>
                  </a:cubicBezTo>
                  <a:cubicBezTo>
                    <a:pt x="3552" y="2121"/>
                    <a:pt x="3628" y="2100"/>
                    <a:pt x="3696" y="2055"/>
                  </a:cubicBezTo>
                  <a:cubicBezTo>
                    <a:pt x="4230" y="1713"/>
                    <a:pt x="4817" y="1468"/>
                    <a:pt x="5437" y="1333"/>
                  </a:cubicBezTo>
                  <a:cubicBezTo>
                    <a:pt x="5620" y="1295"/>
                    <a:pt x="5755" y="1136"/>
                    <a:pt x="5755" y="948"/>
                  </a:cubicBezTo>
                  <a:lnTo>
                    <a:pt x="5755" y="400"/>
                  </a:lnTo>
                  <a:cubicBezTo>
                    <a:pt x="5755" y="390"/>
                    <a:pt x="5760" y="385"/>
                    <a:pt x="5769" y="385"/>
                  </a:cubicBezTo>
                  <a:close/>
                  <a:moveTo>
                    <a:pt x="5765" y="0"/>
                  </a:moveTo>
                  <a:cubicBezTo>
                    <a:pt x="5543" y="0"/>
                    <a:pt x="5365" y="178"/>
                    <a:pt x="5365" y="400"/>
                  </a:cubicBezTo>
                  <a:lnTo>
                    <a:pt x="5365" y="943"/>
                  </a:lnTo>
                  <a:cubicBezTo>
                    <a:pt x="5365" y="953"/>
                    <a:pt x="5360" y="958"/>
                    <a:pt x="5356" y="958"/>
                  </a:cubicBezTo>
                  <a:cubicBezTo>
                    <a:pt x="4692" y="1102"/>
                    <a:pt x="4056" y="1367"/>
                    <a:pt x="3484" y="1732"/>
                  </a:cubicBezTo>
                  <a:cubicBezTo>
                    <a:pt x="3481" y="1735"/>
                    <a:pt x="3479" y="1736"/>
                    <a:pt x="3477" y="1736"/>
                  </a:cubicBezTo>
                  <a:cubicBezTo>
                    <a:pt x="3474" y="1736"/>
                    <a:pt x="3472" y="1735"/>
                    <a:pt x="3469" y="1732"/>
                  </a:cubicBezTo>
                  <a:lnTo>
                    <a:pt x="3080" y="1343"/>
                  </a:lnTo>
                  <a:cubicBezTo>
                    <a:pt x="3003" y="1266"/>
                    <a:pt x="2900" y="1227"/>
                    <a:pt x="2798" y="1227"/>
                  </a:cubicBezTo>
                  <a:cubicBezTo>
                    <a:pt x="2696" y="1227"/>
                    <a:pt x="2594" y="1266"/>
                    <a:pt x="2517" y="1343"/>
                  </a:cubicBezTo>
                  <a:lnTo>
                    <a:pt x="1347" y="2512"/>
                  </a:lnTo>
                  <a:cubicBezTo>
                    <a:pt x="1193" y="2666"/>
                    <a:pt x="1193" y="2916"/>
                    <a:pt x="1347" y="3075"/>
                  </a:cubicBezTo>
                  <a:lnTo>
                    <a:pt x="1737" y="3465"/>
                  </a:lnTo>
                  <a:cubicBezTo>
                    <a:pt x="1737" y="3469"/>
                    <a:pt x="1737" y="3479"/>
                    <a:pt x="1737" y="3484"/>
                  </a:cubicBezTo>
                  <a:cubicBezTo>
                    <a:pt x="1367" y="4057"/>
                    <a:pt x="1107" y="4687"/>
                    <a:pt x="963" y="5351"/>
                  </a:cubicBezTo>
                  <a:cubicBezTo>
                    <a:pt x="963" y="5356"/>
                    <a:pt x="958" y="5365"/>
                    <a:pt x="948" y="5365"/>
                  </a:cubicBezTo>
                  <a:lnTo>
                    <a:pt x="400" y="5365"/>
                  </a:lnTo>
                  <a:cubicBezTo>
                    <a:pt x="178" y="5365"/>
                    <a:pt x="0" y="5543"/>
                    <a:pt x="0" y="5765"/>
                  </a:cubicBezTo>
                  <a:lnTo>
                    <a:pt x="0" y="7415"/>
                  </a:lnTo>
                  <a:cubicBezTo>
                    <a:pt x="0" y="7636"/>
                    <a:pt x="178" y="7814"/>
                    <a:pt x="400" y="7814"/>
                  </a:cubicBezTo>
                  <a:lnTo>
                    <a:pt x="948" y="7814"/>
                  </a:lnTo>
                  <a:cubicBezTo>
                    <a:pt x="958" y="7814"/>
                    <a:pt x="958" y="7819"/>
                    <a:pt x="963" y="7824"/>
                  </a:cubicBezTo>
                  <a:cubicBezTo>
                    <a:pt x="1107" y="8488"/>
                    <a:pt x="1367" y="9118"/>
                    <a:pt x="1737" y="9691"/>
                  </a:cubicBezTo>
                  <a:cubicBezTo>
                    <a:pt x="1737" y="9696"/>
                    <a:pt x="1737" y="9705"/>
                    <a:pt x="1737" y="9710"/>
                  </a:cubicBezTo>
                  <a:lnTo>
                    <a:pt x="1347" y="10095"/>
                  </a:lnTo>
                  <a:cubicBezTo>
                    <a:pt x="1193" y="10254"/>
                    <a:pt x="1193" y="10504"/>
                    <a:pt x="1347" y="10663"/>
                  </a:cubicBezTo>
                  <a:lnTo>
                    <a:pt x="2517" y="11827"/>
                  </a:lnTo>
                  <a:cubicBezTo>
                    <a:pt x="2594" y="11907"/>
                    <a:pt x="2696" y="11947"/>
                    <a:pt x="2798" y="11947"/>
                  </a:cubicBezTo>
                  <a:cubicBezTo>
                    <a:pt x="2900" y="11947"/>
                    <a:pt x="3003" y="11907"/>
                    <a:pt x="3080" y="11827"/>
                  </a:cubicBezTo>
                  <a:lnTo>
                    <a:pt x="3469" y="11443"/>
                  </a:lnTo>
                  <a:cubicBezTo>
                    <a:pt x="3472" y="11440"/>
                    <a:pt x="3475" y="11439"/>
                    <a:pt x="3479" y="11439"/>
                  </a:cubicBezTo>
                  <a:cubicBezTo>
                    <a:pt x="3483" y="11439"/>
                    <a:pt x="3486" y="11440"/>
                    <a:pt x="3489" y="11443"/>
                  </a:cubicBezTo>
                  <a:cubicBezTo>
                    <a:pt x="4061" y="11808"/>
                    <a:pt x="4692" y="12068"/>
                    <a:pt x="5356" y="12217"/>
                  </a:cubicBezTo>
                  <a:cubicBezTo>
                    <a:pt x="5360" y="12217"/>
                    <a:pt x="5370" y="12222"/>
                    <a:pt x="5370" y="12227"/>
                  </a:cubicBezTo>
                  <a:lnTo>
                    <a:pt x="5370" y="12775"/>
                  </a:lnTo>
                  <a:cubicBezTo>
                    <a:pt x="5370" y="12997"/>
                    <a:pt x="5548" y="13175"/>
                    <a:pt x="5769" y="13175"/>
                  </a:cubicBezTo>
                  <a:lnTo>
                    <a:pt x="7420" y="13175"/>
                  </a:lnTo>
                  <a:cubicBezTo>
                    <a:pt x="7641" y="13175"/>
                    <a:pt x="7819" y="12997"/>
                    <a:pt x="7819" y="12775"/>
                  </a:cubicBezTo>
                  <a:lnTo>
                    <a:pt x="7819" y="12227"/>
                  </a:lnTo>
                  <a:cubicBezTo>
                    <a:pt x="7819" y="12222"/>
                    <a:pt x="7824" y="12217"/>
                    <a:pt x="7829" y="12217"/>
                  </a:cubicBezTo>
                  <a:cubicBezTo>
                    <a:pt x="8493" y="12068"/>
                    <a:pt x="9128" y="11808"/>
                    <a:pt x="9701" y="11443"/>
                  </a:cubicBezTo>
                  <a:cubicBezTo>
                    <a:pt x="9703" y="11440"/>
                    <a:pt x="9705" y="11439"/>
                    <a:pt x="9708" y="11439"/>
                  </a:cubicBezTo>
                  <a:cubicBezTo>
                    <a:pt x="9710" y="11439"/>
                    <a:pt x="9713" y="11440"/>
                    <a:pt x="9715" y="11443"/>
                  </a:cubicBezTo>
                  <a:lnTo>
                    <a:pt x="10105" y="11827"/>
                  </a:lnTo>
                  <a:cubicBezTo>
                    <a:pt x="10182" y="11907"/>
                    <a:pt x="10284" y="11947"/>
                    <a:pt x="10386" y="11947"/>
                  </a:cubicBezTo>
                  <a:cubicBezTo>
                    <a:pt x="10489" y="11947"/>
                    <a:pt x="10591" y="11907"/>
                    <a:pt x="10668" y="11827"/>
                  </a:cubicBezTo>
                  <a:lnTo>
                    <a:pt x="11837" y="10663"/>
                  </a:lnTo>
                  <a:cubicBezTo>
                    <a:pt x="11991" y="10504"/>
                    <a:pt x="11991" y="10254"/>
                    <a:pt x="11837" y="10095"/>
                  </a:cubicBezTo>
                  <a:lnTo>
                    <a:pt x="11447" y="9710"/>
                  </a:lnTo>
                  <a:cubicBezTo>
                    <a:pt x="11447" y="9705"/>
                    <a:pt x="11447" y="9696"/>
                    <a:pt x="11447" y="9691"/>
                  </a:cubicBezTo>
                  <a:cubicBezTo>
                    <a:pt x="11818" y="9118"/>
                    <a:pt x="12078" y="8488"/>
                    <a:pt x="12222" y="7824"/>
                  </a:cubicBezTo>
                  <a:cubicBezTo>
                    <a:pt x="12222" y="7814"/>
                    <a:pt x="12227" y="7810"/>
                    <a:pt x="12236" y="7810"/>
                  </a:cubicBezTo>
                  <a:lnTo>
                    <a:pt x="12785" y="7810"/>
                  </a:lnTo>
                  <a:cubicBezTo>
                    <a:pt x="13006" y="7810"/>
                    <a:pt x="13184" y="7632"/>
                    <a:pt x="13184" y="7410"/>
                  </a:cubicBezTo>
                  <a:lnTo>
                    <a:pt x="13184" y="5760"/>
                  </a:lnTo>
                  <a:cubicBezTo>
                    <a:pt x="13184" y="5539"/>
                    <a:pt x="13002" y="5360"/>
                    <a:pt x="12780" y="5360"/>
                  </a:cubicBezTo>
                  <a:lnTo>
                    <a:pt x="12232" y="5360"/>
                  </a:lnTo>
                  <a:cubicBezTo>
                    <a:pt x="12227" y="5360"/>
                    <a:pt x="12222" y="5356"/>
                    <a:pt x="12222" y="5351"/>
                  </a:cubicBezTo>
                  <a:cubicBezTo>
                    <a:pt x="12078" y="4682"/>
                    <a:pt x="11813" y="4052"/>
                    <a:pt x="11447" y="3479"/>
                  </a:cubicBezTo>
                  <a:cubicBezTo>
                    <a:pt x="11443" y="3474"/>
                    <a:pt x="11443" y="3465"/>
                    <a:pt x="11447" y="3460"/>
                  </a:cubicBezTo>
                  <a:lnTo>
                    <a:pt x="11837" y="3075"/>
                  </a:lnTo>
                  <a:cubicBezTo>
                    <a:pt x="11991" y="2916"/>
                    <a:pt x="11991" y="2666"/>
                    <a:pt x="11837" y="2507"/>
                  </a:cubicBezTo>
                  <a:lnTo>
                    <a:pt x="10668" y="1343"/>
                  </a:lnTo>
                  <a:cubicBezTo>
                    <a:pt x="10588" y="1266"/>
                    <a:pt x="10486" y="1227"/>
                    <a:pt x="10385" y="1227"/>
                  </a:cubicBezTo>
                  <a:cubicBezTo>
                    <a:pt x="10283" y="1227"/>
                    <a:pt x="10182" y="1266"/>
                    <a:pt x="10105" y="1343"/>
                  </a:cubicBezTo>
                  <a:lnTo>
                    <a:pt x="9715" y="1732"/>
                  </a:lnTo>
                  <a:lnTo>
                    <a:pt x="9696" y="1732"/>
                  </a:lnTo>
                  <a:cubicBezTo>
                    <a:pt x="9123" y="1362"/>
                    <a:pt x="8493" y="1102"/>
                    <a:pt x="7829" y="958"/>
                  </a:cubicBezTo>
                  <a:cubicBezTo>
                    <a:pt x="7824" y="958"/>
                    <a:pt x="7814" y="953"/>
                    <a:pt x="7814" y="943"/>
                  </a:cubicBezTo>
                  <a:lnTo>
                    <a:pt x="7814" y="400"/>
                  </a:lnTo>
                  <a:cubicBezTo>
                    <a:pt x="7814" y="178"/>
                    <a:pt x="7636" y="0"/>
                    <a:pt x="74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1"/>
            <p:cNvSpPr/>
            <p:nvPr/>
          </p:nvSpPr>
          <p:spPr>
            <a:xfrm>
              <a:off x="1366235" y="1576721"/>
              <a:ext cx="191094" cy="178006"/>
            </a:xfrm>
            <a:custGeom>
              <a:rect b="b" l="l" r="r" t="t"/>
              <a:pathLst>
                <a:path extrusionOk="0" h="6787" w="7286">
                  <a:moveTo>
                    <a:pt x="4521" y="1"/>
                  </a:moveTo>
                  <a:cubicBezTo>
                    <a:pt x="3463" y="1"/>
                    <a:pt x="2410" y="406"/>
                    <a:pt x="1612" y="1204"/>
                  </a:cubicBezTo>
                  <a:cubicBezTo>
                    <a:pt x="125" y="2691"/>
                    <a:pt x="0" y="5063"/>
                    <a:pt x="1323" y="6699"/>
                  </a:cubicBezTo>
                  <a:cubicBezTo>
                    <a:pt x="1365" y="6761"/>
                    <a:pt x="1420" y="6786"/>
                    <a:pt x="1475" y="6786"/>
                  </a:cubicBezTo>
                  <a:cubicBezTo>
                    <a:pt x="1620" y="6786"/>
                    <a:pt x="1758" y="6606"/>
                    <a:pt x="1622" y="6459"/>
                  </a:cubicBezTo>
                  <a:cubicBezTo>
                    <a:pt x="1044" y="5747"/>
                    <a:pt x="751" y="4847"/>
                    <a:pt x="799" y="3928"/>
                  </a:cubicBezTo>
                  <a:cubicBezTo>
                    <a:pt x="871" y="2528"/>
                    <a:pt x="1718" y="1286"/>
                    <a:pt x="2998" y="714"/>
                  </a:cubicBezTo>
                  <a:cubicBezTo>
                    <a:pt x="3488" y="495"/>
                    <a:pt x="4008" y="388"/>
                    <a:pt x="4525" y="388"/>
                  </a:cubicBezTo>
                  <a:cubicBezTo>
                    <a:pt x="5363" y="388"/>
                    <a:pt x="6191" y="669"/>
                    <a:pt x="6867" y="1214"/>
                  </a:cubicBezTo>
                  <a:cubicBezTo>
                    <a:pt x="6909" y="1253"/>
                    <a:pt x="6954" y="1270"/>
                    <a:pt x="6997" y="1270"/>
                  </a:cubicBezTo>
                  <a:cubicBezTo>
                    <a:pt x="7158" y="1270"/>
                    <a:pt x="7286" y="1037"/>
                    <a:pt x="7107" y="916"/>
                  </a:cubicBezTo>
                  <a:cubicBezTo>
                    <a:pt x="6349" y="303"/>
                    <a:pt x="5434" y="1"/>
                    <a:pt x="4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1"/>
            <p:cNvSpPr/>
            <p:nvPr/>
          </p:nvSpPr>
          <p:spPr>
            <a:xfrm>
              <a:off x="1413287" y="1609191"/>
              <a:ext cx="186687" cy="183383"/>
            </a:xfrm>
            <a:custGeom>
              <a:rect b="b" l="l" r="r" t="t"/>
              <a:pathLst>
                <a:path extrusionOk="0" h="6992" w="7118">
                  <a:moveTo>
                    <a:pt x="3980" y="385"/>
                  </a:moveTo>
                  <a:lnTo>
                    <a:pt x="3980" y="1189"/>
                  </a:lnTo>
                  <a:cubicBezTo>
                    <a:pt x="3980" y="1318"/>
                    <a:pt x="3951" y="1448"/>
                    <a:pt x="3894" y="1564"/>
                  </a:cubicBezTo>
                  <a:lnTo>
                    <a:pt x="3797" y="1756"/>
                  </a:lnTo>
                  <a:cubicBezTo>
                    <a:pt x="3783" y="1785"/>
                    <a:pt x="3773" y="1814"/>
                    <a:pt x="3773" y="1843"/>
                  </a:cubicBezTo>
                  <a:lnTo>
                    <a:pt x="3773" y="2257"/>
                  </a:lnTo>
                  <a:cubicBezTo>
                    <a:pt x="3778" y="2840"/>
                    <a:pt x="3302" y="3306"/>
                    <a:pt x="2722" y="3306"/>
                  </a:cubicBezTo>
                  <a:cubicBezTo>
                    <a:pt x="2713" y="3306"/>
                    <a:pt x="2704" y="3306"/>
                    <a:pt x="2696" y="3306"/>
                  </a:cubicBezTo>
                  <a:cubicBezTo>
                    <a:pt x="2137" y="3286"/>
                    <a:pt x="1685" y="2791"/>
                    <a:pt x="1685" y="2204"/>
                  </a:cubicBezTo>
                  <a:lnTo>
                    <a:pt x="1685" y="1843"/>
                  </a:lnTo>
                  <a:cubicBezTo>
                    <a:pt x="1685" y="1814"/>
                    <a:pt x="1680" y="1785"/>
                    <a:pt x="1666" y="1756"/>
                  </a:cubicBezTo>
                  <a:lnTo>
                    <a:pt x="1546" y="1516"/>
                  </a:lnTo>
                  <a:cubicBezTo>
                    <a:pt x="1502" y="1429"/>
                    <a:pt x="1478" y="1333"/>
                    <a:pt x="1478" y="1232"/>
                  </a:cubicBezTo>
                  <a:lnTo>
                    <a:pt x="1478" y="1222"/>
                  </a:lnTo>
                  <a:cubicBezTo>
                    <a:pt x="1478" y="760"/>
                    <a:pt x="1854" y="385"/>
                    <a:pt x="2315" y="385"/>
                  </a:cubicBezTo>
                  <a:close/>
                  <a:moveTo>
                    <a:pt x="2301" y="3618"/>
                  </a:moveTo>
                  <a:cubicBezTo>
                    <a:pt x="2426" y="3657"/>
                    <a:pt x="2551" y="3681"/>
                    <a:pt x="2686" y="3686"/>
                  </a:cubicBezTo>
                  <a:lnTo>
                    <a:pt x="2729" y="3686"/>
                  </a:lnTo>
                  <a:cubicBezTo>
                    <a:pt x="2874" y="3686"/>
                    <a:pt x="3018" y="3667"/>
                    <a:pt x="3153" y="3623"/>
                  </a:cubicBezTo>
                  <a:cubicBezTo>
                    <a:pt x="3158" y="3681"/>
                    <a:pt x="3167" y="3739"/>
                    <a:pt x="3186" y="3792"/>
                  </a:cubicBezTo>
                  <a:lnTo>
                    <a:pt x="3028" y="3951"/>
                  </a:lnTo>
                  <a:cubicBezTo>
                    <a:pt x="2946" y="4032"/>
                    <a:pt x="2838" y="4073"/>
                    <a:pt x="2729" y="4073"/>
                  </a:cubicBezTo>
                  <a:cubicBezTo>
                    <a:pt x="2620" y="4073"/>
                    <a:pt x="2510" y="4032"/>
                    <a:pt x="2426" y="3951"/>
                  </a:cubicBezTo>
                  <a:lnTo>
                    <a:pt x="2267" y="3792"/>
                  </a:lnTo>
                  <a:cubicBezTo>
                    <a:pt x="2287" y="3734"/>
                    <a:pt x="2301" y="3676"/>
                    <a:pt x="2301" y="3618"/>
                  </a:cubicBezTo>
                  <a:close/>
                  <a:moveTo>
                    <a:pt x="3427" y="4100"/>
                  </a:moveTo>
                  <a:cubicBezTo>
                    <a:pt x="3475" y="4133"/>
                    <a:pt x="3533" y="4162"/>
                    <a:pt x="3591" y="4177"/>
                  </a:cubicBezTo>
                  <a:lnTo>
                    <a:pt x="4288" y="4379"/>
                  </a:lnTo>
                  <a:cubicBezTo>
                    <a:pt x="4471" y="4432"/>
                    <a:pt x="4596" y="4595"/>
                    <a:pt x="4596" y="4788"/>
                  </a:cubicBezTo>
                  <a:lnTo>
                    <a:pt x="4596" y="6101"/>
                  </a:lnTo>
                  <a:cubicBezTo>
                    <a:pt x="4457" y="6183"/>
                    <a:pt x="4312" y="6255"/>
                    <a:pt x="4158" y="6318"/>
                  </a:cubicBezTo>
                  <a:lnTo>
                    <a:pt x="4158" y="5144"/>
                  </a:lnTo>
                  <a:cubicBezTo>
                    <a:pt x="4158" y="5016"/>
                    <a:pt x="4062" y="4953"/>
                    <a:pt x="3966" y="4953"/>
                  </a:cubicBezTo>
                  <a:cubicBezTo>
                    <a:pt x="3870" y="4953"/>
                    <a:pt x="3773" y="5016"/>
                    <a:pt x="3773" y="5144"/>
                  </a:cubicBezTo>
                  <a:lnTo>
                    <a:pt x="3773" y="6453"/>
                  </a:lnTo>
                  <a:cubicBezTo>
                    <a:pt x="3494" y="6534"/>
                    <a:pt x="3206" y="6583"/>
                    <a:pt x="2912" y="6597"/>
                  </a:cubicBezTo>
                  <a:cubicBezTo>
                    <a:pt x="2850" y="6602"/>
                    <a:pt x="2787" y="6602"/>
                    <a:pt x="2729" y="6602"/>
                  </a:cubicBezTo>
                  <a:cubicBezTo>
                    <a:pt x="2373" y="6602"/>
                    <a:pt x="2022" y="6554"/>
                    <a:pt x="1685" y="6453"/>
                  </a:cubicBezTo>
                  <a:lnTo>
                    <a:pt x="1685" y="5144"/>
                  </a:lnTo>
                  <a:cubicBezTo>
                    <a:pt x="1685" y="5016"/>
                    <a:pt x="1588" y="4953"/>
                    <a:pt x="1490" y="4953"/>
                  </a:cubicBezTo>
                  <a:cubicBezTo>
                    <a:pt x="1393" y="4953"/>
                    <a:pt x="1295" y="5016"/>
                    <a:pt x="1295" y="5144"/>
                  </a:cubicBezTo>
                  <a:lnTo>
                    <a:pt x="1295" y="6318"/>
                  </a:lnTo>
                  <a:cubicBezTo>
                    <a:pt x="1146" y="6255"/>
                    <a:pt x="997" y="6183"/>
                    <a:pt x="857" y="6101"/>
                  </a:cubicBezTo>
                  <a:lnTo>
                    <a:pt x="857" y="4788"/>
                  </a:lnTo>
                  <a:cubicBezTo>
                    <a:pt x="857" y="4595"/>
                    <a:pt x="983" y="4432"/>
                    <a:pt x="1165" y="4379"/>
                  </a:cubicBezTo>
                  <a:lnTo>
                    <a:pt x="1863" y="4177"/>
                  </a:lnTo>
                  <a:cubicBezTo>
                    <a:pt x="1921" y="4162"/>
                    <a:pt x="1979" y="4133"/>
                    <a:pt x="2032" y="4100"/>
                  </a:cubicBezTo>
                  <a:lnTo>
                    <a:pt x="2152" y="4225"/>
                  </a:lnTo>
                  <a:cubicBezTo>
                    <a:pt x="2311" y="4384"/>
                    <a:pt x="2519" y="4463"/>
                    <a:pt x="2727" y="4463"/>
                  </a:cubicBezTo>
                  <a:cubicBezTo>
                    <a:pt x="2935" y="4463"/>
                    <a:pt x="3143" y="4384"/>
                    <a:pt x="3302" y="4225"/>
                  </a:cubicBezTo>
                  <a:lnTo>
                    <a:pt x="3427" y="4100"/>
                  </a:lnTo>
                  <a:close/>
                  <a:moveTo>
                    <a:pt x="2315" y="0"/>
                  </a:moveTo>
                  <a:cubicBezTo>
                    <a:pt x="1642" y="0"/>
                    <a:pt x="1093" y="549"/>
                    <a:pt x="1093" y="1222"/>
                  </a:cubicBezTo>
                  <a:lnTo>
                    <a:pt x="1093" y="1237"/>
                  </a:lnTo>
                  <a:cubicBezTo>
                    <a:pt x="1093" y="1395"/>
                    <a:pt x="1127" y="1549"/>
                    <a:pt x="1199" y="1689"/>
                  </a:cubicBezTo>
                  <a:lnTo>
                    <a:pt x="1295" y="1891"/>
                  </a:lnTo>
                  <a:lnTo>
                    <a:pt x="1295" y="2204"/>
                  </a:lnTo>
                  <a:cubicBezTo>
                    <a:pt x="1295" y="2685"/>
                    <a:pt x="1526" y="3142"/>
                    <a:pt x="1916" y="3426"/>
                  </a:cubicBezTo>
                  <a:lnTo>
                    <a:pt x="1916" y="3599"/>
                  </a:lnTo>
                  <a:cubicBezTo>
                    <a:pt x="1916" y="3695"/>
                    <a:pt x="1849" y="3782"/>
                    <a:pt x="1757" y="3806"/>
                  </a:cubicBezTo>
                  <a:lnTo>
                    <a:pt x="1060" y="4008"/>
                  </a:lnTo>
                  <a:cubicBezTo>
                    <a:pt x="713" y="4104"/>
                    <a:pt x="473" y="4427"/>
                    <a:pt x="473" y="4788"/>
                  </a:cubicBezTo>
                  <a:lnTo>
                    <a:pt x="473" y="5842"/>
                  </a:lnTo>
                  <a:cubicBezTo>
                    <a:pt x="444" y="5822"/>
                    <a:pt x="410" y="5798"/>
                    <a:pt x="386" y="5774"/>
                  </a:cubicBezTo>
                  <a:cubicBezTo>
                    <a:pt x="348" y="5749"/>
                    <a:pt x="310" y="5738"/>
                    <a:pt x="274" y="5738"/>
                  </a:cubicBezTo>
                  <a:cubicBezTo>
                    <a:pt x="117" y="5738"/>
                    <a:pt x="1" y="5944"/>
                    <a:pt x="145" y="6077"/>
                  </a:cubicBezTo>
                  <a:cubicBezTo>
                    <a:pt x="877" y="6669"/>
                    <a:pt x="1786" y="6992"/>
                    <a:pt x="2729" y="6992"/>
                  </a:cubicBezTo>
                  <a:cubicBezTo>
                    <a:pt x="2797" y="6992"/>
                    <a:pt x="2864" y="6987"/>
                    <a:pt x="2931" y="6987"/>
                  </a:cubicBezTo>
                  <a:cubicBezTo>
                    <a:pt x="4481" y="6910"/>
                    <a:pt x="5852" y="5971"/>
                    <a:pt x="6482" y="4557"/>
                  </a:cubicBezTo>
                  <a:cubicBezTo>
                    <a:pt x="7118" y="3142"/>
                    <a:pt x="6901" y="1492"/>
                    <a:pt x="5929" y="289"/>
                  </a:cubicBezTo>
                  <a:cubicBezTo>
                    <a:pt x="5891" y="242"/>
                    <a:pt x="5833" y="217"/>
                    <a:pt x="5776" y="217"/>
                  </a:cubicBezTo>
                  <a:cubicBezTo>
                    <a:pt x="5733" y="217"/>
                    <a:pt x="5690" y="231"/>
                    <a:pt x="5655" y="260"/>
                  </a:cubicBezTo>
                  <a:cubicBezTo>
                    <a:pt x="5573" y="327"/>
                    <a:pt x="5559" y="448"/>
                    <a:pt x="5626" y="529"/>
                  </a:cubicBezTo>
                  <a:cubicBezTo>
                    <a:pt x="6949" y="2165"/>
                    <a:pt x="6656" y="4566"/>
                    <a:pt x="4986" y="5842"/>
                  </a:cubicBezTo>
                  <a:lnTo>
                    <a:pt x="4986" y="4788"/>
                  </a:lnTo>
                  <a:cubicBezTo>
                    <a:pt x="4986" y="4422"/>
                    <a:pt x="4745" y="4104"/>
                    <a:pt x="4394" y="4003"/>
                  </a:cubicBezTo>
                  <a:lnTo>
                    <a:pt x="3701" y="3806"/>
                  </a:lnTo>
                  <a:cubicBezTo>
                    <a:pt x="3605" y="3777"/>
                    <a:pt x="3542" y="3691"/>
                    <a:pt x="3542" y="3594"/>
                  </a:cubicBezTo>
                  <a:lnTo>
                    <a:pt x="3542" y="3436"/>
                  </a:lnTo>
                  <a:cubicBezTo>
                    <a:pt x="3605" y="3388"/>
                    <a:pt x="3668" y="3339"/>
                    <a:pt x="3725" y="3282"/>
                  </a:cubicBezTo>
                  <a:cubicBezTo>
                    <a:pt x="4004" y="3012"/>
                    <a:pt x="4163" y="2642"/>
                    <a:pt x="4158" y="2257"/>
                  </a:cubicBezTo>
                  <a:lnTo>
                    <a:pt x="4158" y="1886"/>
                  </a:lnTo>
                  <a:lnTo>
                    <a:pt x="4235" y="1732"/>
                  </a:lnTo>
                  <a:cubicBezTo>
                    <a:pt x="4322" y="1564"/>
                    <a:pt x="4365" y="1376"/>
                    <a:pt x="4370" y="1189"/>
                  </a:cubicBezTo>
                  <a:lnTo>
                    <a:pt x="4370" y="193"/>
                  </a:lnTo>
                  <a:cubicBezTo>
                    <a:pt x="4370" y="87"/>
                    <a:pt x="4283" y="0"/>
                    <a:pt x="4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1"/>
            <p:cNvSpPr/>
            <p:nvPr/>
          </p:nvSpPr>
          <p:spPr>
            <a:xfrm>
              <a:off x="1461887" y="1636179"/>
              <a:ext cx="46449" cy="15579"/>
            </a:xfrm>
            <a:custGeom>
              <a:rect b="b" l="l" r="r" t="t"/>
              <a:pathLst>
                <a:path extrusionOk="0" h="594" w="1771">
                  <a:moveTo>
                    <a:pt x="256" y="1"/>
                  </a:moveTo>
                  <a:cubicBezTo>
                    <a:pt x="1" y="1"/>
                    <a:pt x="1" y="391"/>
                    <a:pt x="256" y="391"/>
                  </a:cubicBezTo>
                  <a:cubicBezTo>
                    <a:pt x="472" y="391"/>
                    <a:pt x="1102" y="424"/>
                    <a:pt x="1410" y="573"/>
                  </a:cubicBezTo>
                  <a:cubicBezTo>
                    <a:pt x="1441" y="588"/>
                    <a:pt x="1470" y="594"/>
                    <a:pt x="1497" y="594"/>
                  </a:cubicBezTo>
                  <a:cubicBezTo>
                    <a:pt x="1674" y="594"/>
                    <a:pt x="1770" y="332"/>
                    <a:pt x="1579" y="232"/>
                  </a:cubicBezTo>
                  <a:cubicBezTo>
                    <a:pt x="1131" y="6"/>
                    <a:pt x="294" y="1"/>
                    <a:pt x="2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3" name="Google Shape;9683;p81"/>
          <p:cNvGrpSpPr/>
          <p:nvPr/>
        </p:nvGrpSpPr>
        <p:grpSpPr>
          <a:xfrm>
            <a:off x="1754297" y="1511310"/>
            <a:ext cx="353757" cy="346413"/>
            <a:chOff x="1754297" y="1511310"/>
            <a:chExt cx="353757" cy="346413"/>
          </a:xfrm>
        </p:grpSpPr>
        <p:sp>
          <p:nvSpPr>
            <p:cNvPr id="9684" name="Google Shape;9684;p81"/>
            <p:cNvSpPr/>
            <p:nvPr/>
          </p:nvSpPr>
          <p:spPr>
            <a:xfrm>
              <a:off x="1767411" y="1516791"/>
              <a:ext cx="335607" cy="335607"/>
            </a:xfrm>
            <a:custGeom>
              <a:rect b="b" l="l" r="r" t="t"/>
              <a:pathLst>
                <a:path extrusionOk="0" h="12796" w="12796">
                  <a:moveTo>
                    <a:pt x="6396" y="1"/>
                  </a:moveTo>
                  <a:cubicBezTo>
                    <a:pt x="2864" y="1"/>
                    <a:pt x="1" y="2864"/>
                    <a:pt x="1" y="6396"/>
                  </a:cubicBezTo>
                  <a:cubicBezTo>
                    <a:pt x="1" y="9932"/>
                    <a:pt x="2864" y="12795"/>
                    <a:pt x="6396" y="12795"/>
                  </a:cubicBezTo>
                  <a:cubicBezTo>
                    <a:pt x="9927" y="12795"/>
                    <a:pt x="12795" y="9932"/>
                    <a:pt x="12795" y="6396"/>
                  </a:cubicBezTo>
                  <a:cubicBezTo>
                    <a:pt x="12795" y="2864"/>
                    <a:pt x="9927" y="1"/>
                    <a:pt x="6396" y="1"/>
                  </a:cubicBez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1"/>
            <p:cNvSpPr/>
            <p:nvPr/>
          </p:nvSpPr>
          <p:spPr>
            <a:xfrm>
              <a:off x="1792537" y="1541917"/>
              <a:ext cx="285224" cy="285224"/>
            </a:xfrm>
            <a:custGeom>
              <a:rect b="b" l="l" r="r" t="t"/>
              <a:pathLst>
                <a:path extrusionOk="0" h="10875" w="10875">
                  <a:moveTo>
                    <a:pt x="5438" y="0"/>
                  </a:moveTo>
                  <a:cubicBezTo>
                    <a:pt x="2435" y="0"/>
                    <a:pt x="0" y="2435"/>
                    <a:pt x="0" y="5438"/>
                  </a:cubicBezTo>
                  <a:cubicBezTo>
                    <a:pt x="0" y="8445"/>
                    <a:pt x="2435" y="10875"/>
                    <a:pt x="5438" y="10875"/>
                  </a:cubicBezTo>
                  <a:cubicBezTo>
                    <a:pt x="8440" y="10875"/>
                    <a:pt x="10875" y="8445"/>
                    <a:pt x="10875" y="5438"/>
                  </a:cubicBezTo>
                  <a:cubicBezTo>
                    <a:pt x="10875" y="2435"/>
                    <a:pt x="8440" y="0"/>
                    <a:pt x="543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1"/>
            <p:cNvSpPr/>
            <p:nvPr/>
          </p:nvSpPr>
          <p:spPr>
            <a:xfrm>
              <a:off x="1827734" y="1577115"/>
              <a:ext cx="266681" cy="250158"/>
            </a:xfrm>
            <a:custGeom>
              <a:rect b="b" l="l" r="r" t="t"/>
              <a:pathLst>
                <a:path extrusionOk="0" h="9538" w="10168">
                  <a:moveTo>
                    <a:pt x="7671" y="1"/>
                  </a:moveTo>
                  <a:lnTo>
                    <a:pt x="7671" y="1"/>
                  </a:lnTo>
                  <a:cubicBezTo>
                    <a:pt x="9547" y="2157"/>
                    <a:pt x="9437" y="5395"/>
                    <a:pt x="7416" y="7416"/>
                  </a:cubicBezTo>
                  <a:cubicBezTo>
                    <a:pt x="6358" y="8476"/>
                    <a:pt x="4965" y="9012"/>
                    <a:pt x="3570" y="9012"/>
                  </a:cubicBezTo>
                  <a:cubicBezTo>
                    <a:pt x="2299" y="9012"/>
                    <a:pt x="1026" y="8567"/>
                    <a:pt x="1" y="7671"/>
                  </a:cubicBezTo>
                  <a:lnTo>
                    <a:pt x="1" y="7671"/>
                  </a:lnTo>
                  <a:cubicBezTo>
                    <a:pt x="1080" y="8911"/>
                    <a:pt x="2589" y="9538"/>
                    <a:pt x="4102" y="9538"/>
                  </a:cubicBezTo>
                  <a:cubicBezTo>
                    <a:pt x="5489" y="9538"/>
                    <a:pt x="6879" y="9011"/>
                    <a:pt x="7945" y="7945"/>
                  </a:cubicBezTo>
                  <a:cubicBezTo>
                    <a:pt x="10168" y="5717"/>
                    <a:pt x="10043" y="2070"/>
                    <a:pt x="767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1"/>
            <p:cNvSpPr/>
            <p:nvPr/>
          </p:nvSpPr>
          <p:spPr>
            <a:xfrm>
              <a:off x="1754297" y="1511310"/>
              <a:ext cx="353757" cy="346413"/>
            </a:xfrm>
            <a:custGeom>
              <a:rect b="b" l="l" r="r" t="t"/>
              <a:pathLst>
                <a:path extrusionOk="0" h="13208" w="13488">
                  <a:moveTo>
                    <a:pt x="6890" y="1"/>
                  </a:moveTo>
                  <a:cubicBezTo>
                    <a:pt x="6596" y="1"/>
                    <a:pt x="6299" y="20"/>
                    <a:pt x="6001" y="61"/>
                  </a:cubicBezTo>
                  <a:cubicBezTo>
                    <a:pt x="2502" y="532"/>
                    <a:pt x="0" y="3674"/>
                    <a:pt x="313" y="7192"/>
                  </a:cubicBezTo>
                  <a:cubicBezTo>
                    <a:pt x="622" y="10611"/>
                    <a:pt x="3487" y="13208"/>
                    <a:pt x="6887" y="13208"/>
                  </a:cubicBezTo>
                  <a:cubicBezTo>
                    <a:pt x="6984" y="13208"/>
                    <a:pt x="7082" y="13206"/>
                    <a:pt x="7179" y="13202"/>
                  </a:cubicBezTo>
                  <a:cubicBezTo>
                    <a:pt x="10702" y="13043"/>
                    <a:pt x="13483" y="10136"/>
                    <a:pt x="13488" y="6609"/>
                  </a:cubicBezTo>
                  <a:cubicBezTo>
                    <a:pt x="13488" y="6489"/>
                    <a:pt x="13483" y="6374"/>
                    <a:pt x="13478" y="6253"/>
                  </a:cubicBezTo>
                  <a:cubicBezTo>
                    <a:pt x="13473" y="6128"/>
                    <a:pt x="13380" y="6068"/>
                    <a:pt x="13286" y="6068"/>
                  </a:cubicBezTo>
                  <a:cubicBezTo>
                    <a:pt x="13184" y="6068"/>
                    <a:pt x="13083" y="6138"/>
                    <a:pt x="13093" y="6273"/>
                  </a:cubicBezTo>
                  <a:cubicBezTo>
                    <a:pt x="13098" y="6383"/>
                    <a:pt x="13103" y="6494"/>
                    <a:pt x="13103" y="6605"/>
                  </a:cubicBezTo>
                  <a:cubicBezTo>
                    <a:pt x="13098" y="9915"/>
                    <a:pt x="10490" y="12634"/>
                    <a:pt x="7184" y="12778"/>
                  </a:cubicBezTo>
                  <a:cubicBezTo>
                    <a:pt x="7093" y="12782"/>
                    <a:pt x="7001" y="12784"/>
                    <a:pt x="6910" y="12784"/>
                  </a:cubicBezTo>
                  <a:cubicBezTo>
                    <a:pt x="3728" y="12784"/>
                    <a:pt x="1041" y="10353"/>
                    <a:pt x="756" y="7148"/>
                  </a:cubicBezTo>
                  <a:cubicBezTo>
                    <a:pt x="462" y="3852"/>
                    <a:pt x="2810" y="908"/>
                    <a:pt x="6087" y="465"/>
                  </a:cubicBezTo>
                  <a:cubicBezTo>
                    <a:pt x="6367" y="427"/>
                    <a:pt x="6645" y="409"/>
                    <a:pt x="6920" y="409"/>
                  </a:cubicBezTo>
                  <a:cubicBezTo>
                    <a:pt x="9866" y="409"/>
                    <a:pt x="12460" y="2518"/>
                    <a:pt x="13002" y="5493"/>
                  </a:cubicBezTo>
                  <a:cubicBezTo>
                    <a:pt x="13012" y="5617"/>
                    <a:pt x="13100" y="5672"/>
                    <a:pt x="13189" y="5672"/>
                  </a:cubicBezTo>
                  <a:cubicBezTo>
                    <a:pt x="13304" y="5672"/>
                    <a:pt x="13422" y="5580"/>
                    <a:pt x="13382" y="5426"/>
                  </a:cubicBezTo>
                  <a:cubicBezTo>
                    <a:pt x="12805" y="2248"/>
                    <a:pt x="10035" y="1"/>
                    <a:pt x="6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1"/>
            <p:cNvSpPr/>
            <p:nvPr/>
          </p:nvSpPr>
          <p:spPr>
            <a:xfrm>
              <a:off x="1768040" y="1536803"/>
              <a:ext cx="333194" cy="296528"/>
            </a:xfrm>
            <a:custGeom>
              <a:rect b="b" l="l" r="r" t="t"/>
              <a:pathLst>
                <a:path extrusionOk="0" h="11306" w="12704">
                  <a:moveTo>
                    <a:pt x="6388" y="0"/>
                  </a:moveTo>
                  <a:cubicBezTo>
                    <a:pt x="4864" y="0"/>
                    <a:pt x="3346" y="614"/>
                    <a:pt x="2233" y="1817"/>
                  </a:cubicBezTo>
                  <a:cubicBezTo>
                    <a:pt x="2103" y="1959"/>
                    <a:pt x="2232" y="2144"/>
                    <a:pt x="2380" y="2144"/>
                  </a:cubicBezTo>
                  <a:cubicBezTo>
                    <a:pt x="2428" y="2144"/>
                    <a:pt x="2478" y="2124"/>
                    <a:pt x="2522" y="2077"/>
                  </a:cubicBezTo>
                  <a:cubicBezTo>
                    <a:pt x="3551" y="965"/>
                    <a:pt x="4954" y="397"/>
                    <a:pt x="6364" y="397"/>
                  </a:cubicBezTo>
                  <a:cubicBezTo>
                    <a:pt x="7565" y="397"/>
                    <a:pt x="8771" y="810"/>
                    <a:pt x="9754" y="1649"/>
                  </a:cubicBezTo>
                  <a:cubicBezTo>
                    <a:pt x="11891" y="3467"/>
                    <a:pt x="12208" y="6648"/>
                    <a:pt x="10476" y="8857"/>
                  </a:cubicBezTo>
                  <a:cubicBezTo>
                    <a:pt x="9446" y="10170"/>
                    <a:pt x="7908" y="10863"/>
                    <a:pt x="6352" y="10863"/>
                  </a:cubicBezTo>
                  <a:cubicBezTo>
                    <a:pt x="5292" y="10863"/>
                    <a:pt x="4224" y="10541"/>
                    <a:pt x="3302" y="9877"/>
                  </a:cubicBezTo>
                  <a:cubicBezTo>
                    <a:pt x="1026" y="8236"/>
                    <a:pt x="448" y="5089"/>
                    <a:pt x="1998" y="2746"/>
                  </a:cubicBezTo>
                  <a:cubicBezTo>
                    <a:pt x="2055" y="2659"/>
                    <a:pt x="2031" y="2539"/>
                    <a:pt x="1940" y="2481"/>
                  </a:cubicBezTo>
                  <a:cubicBezTo>
                    <a:pt x="1907" y="2457"/>
                    <a:pt x="1870" y="2446"/>
                    <a:pt x="1833" y="2446"/>
                  </a:cubicBezTo>
                  <a:cubicBezTo>
                    <a:pt x="1772" y="2446"/>
                    <a:pt x="1711" y="2477"/>
                    <a:pt x="1675" y="2534"/>
                  </a:cubicBezTo>
                  <a:cubicBezTo>
                    <a:pt x="1" y="5065"/>
                    <a:pt x="622" y="8462"/>
                    <a:pt x="3080" y="10237"/>
                  </a:cubicBezTo>
                  <a:cubicBezTo>
                    <a:pt x="4078" y="10958"/>
                    <a:pt x="5234" y="11306"/>
                    <a:pt x="6380" y="11306"/>
                  </a:cubicBezTo>
                  <a:cubicBezTo>
                    <a:pt x="8060" y="11306"/>
                    <a:pt x="9720" y="10559"/>
                    <a:pt x="10832" y="9140"/>
                  </a:cubicBezTo>
                  <a:cubicBezTo>
                    <a:pt x="12704" y="6754"/>
                    <a:pt x="12362" y="3313"/>
                    <a:pt x="10053" y="1350"/>
                  </a:cubicBezTo>
                  <a:cubicBezTo>
                    <a:pt x="8990" y="445"/>
                    <a:pt x="7687" y="0"/>
                    <a:pt x="63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1"/>
            <p:cNvSpPr/>
            <p:nvPr/>
          </p:nvSpPr>
          <p:spPr>
            <a:xfrm>
              <a:off x="1812207" y="1679481"/>
              <a:ext cx="19094" cy="10229"/>
            </a:xfrm>
            <a:custGeom>
              <a:rect b="b" l="l" r="r" t="t"/>
              <a:pathLst>
                <a:path extrusionOk="0" h="390" w="728">
                  <a:moveTo>
                    <a:pt x="193" y="0"/>
                  </a:moveTo>
                  <a:cubicBezTo>
                    <a:pt x="88" y="0"/>
                    <a:pt x="1" y="87"/>
                    <a:pt x="1" y="197"/>
                  </a:cubicBezTo>
                  <a:cubicBezTo>
                    <a:pt x="1" y="303"/>
                    <a:pt x="88" y="390"/>
                    <a:pt x="193" y="390"/>
                  </a:cubicBezTo>
                  <a:lnTo>
                    <a:pt x="472" y="390"/>
                  </a:lnTo>
                  <a:cubicBezTo>
                    <a:pt x="727" y="390"/>
                    <a:pt x="727" y="0"/>
                    <a:pt x="4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1"/>
            <p:cNvSpPr/>
            <p:nvPr/>
          </p:nvSpPr>
          <p:spPr>
            <a:xfrm>
              <a:off x="1930100" y="1561667"/>
              <a:ext cx="129747" cy="128043"/>
            </a:xfrm>
            <a:custGeom>
              <a:rect b="b" l="l" r="r" t="t"/>
              <a:pathLst>
                <a:path extrusionOk="0" h="4882" w="4947">
                  <a:moveTo>
                    <a:pt x="193" y="0"/>
                  </a:moveTo>
                  <a:cubicBezTo>
                    <a:pt x="96" y="0"/>
                    <a:pt x="0" y="65"/>
                    <a:pt x="0" y="195"/>
                  </a:cubicBezTo>
                  <a:lnTo>
                    <a:pt x="0" y="4689"/>
                  </a:lnTo>
                  <a:cubicBezTo>
                    <a:pt x="0" y="4795"/>
                    <a:pt x="87" y="4882"/>
                    <a:pt x="193" y="4882"/>
                  </a:cubicBezTo>
                  <a:lnTo>
                    <a:pt x="4687" y="4882"/>
                  </a:lnTo>
                  <a:cubicBezTo>
                    <a:pt x="4947" y="4882"/>
                    <a:pt x="4947" y="4497"/>
                    <a:pt x="4687" y="4497"/>
                  </a:cubicBezTo>
                  <a:lnTo>
                    <a:pt x="385" y="4497"/>
                  </a:lnTo>
                  <a:lnTo>
                    <a:pt x="385" y="195"/>
                  </a:lnTo>
                  <a:cubicBezTo>
                    <a:pt x="385" y="65"/>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1"/>
            <p:cNvSpPr/>
            <p:nvPr/>
          </p:nvSpPr>
          <p:spPr>
            <a:xfrm>
              <a:off x="1930100" y="1790187"/>
              <a:ext cx="10124" cy="17363"/>
            </a:xfrm>
            <a:custGeom>
              <a:rect b="b" l="l" r="r" t="t"/>
              <a:pathLst>
                <a:path extrusionOk="0" h="662" w="386">
                  <a:moveTo>
                    <a:pt x="193" y="0"/>
                  </a:moveTo>
                  <a:cubicBezTo>
                    <a:pt x="96" y="0"/>
                    <a:pt x="0" y="64"/>
                    <a:pt x="0" y="192"/>
                  </a:cubicBezTo>
                  <a:lnTo>
                    <a:pt x="0" y="471"/>
                  </a:lnTo>
                  <a:cubicBezTo>
                    <a:pt x="0" y="598"/>
                    <a:pt x="96" y="662"/>
                    <a:pt x="193" y="662"/>
                  </a:cubicBezTo>
                  <a:cubicBezTo>
                    <a:pt x="289" y="662"/>
                    <a:pt x="385" y="598"/>
                    <a:pt x="385" y="471"/>
                  </a:cubicBezTo>
                  <a:lnTo>
                    <a:pt x="385" y="192"/>
                  </a:lnTo>
                  <a:cubicBezTo>
                    <a:pt x="385" y="64"/>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1"/>
            <p:cNvSpPr/>
            <p:nvPr/>
          </p:nvSpPr>
          <p:spPr>
            <a:xfrm>
              <a:off x="1844598" y="1595998"/>
              <a:ext cx="19671" cy="15553"/>
            </a:xfrm>
            <a:custGeom>
              <a:rect b="b" l="l" r="r" t="t"/>
              <a:pathLst>
                <a:path extrusionOk="0" h="593" w="750">
                  <a:moveTo>
                    <a:pt x="277" y="0"/>
                  </a:moveTo>
                  <a:cubicBezTo>
                    <a:pt x="128" y="0"/>
                    <a:pt x="1" y="194"/>
                    <a:pt x="137" y="335"/>
                  </a:cubicBezTo>
                  <a:lnTo>
                    <a:pt x="335" y="532"/>
                  </a:lnTo>
                  <a:cubicBezTo>
                    <a:pt x="377" y="574"/>
                    <a:pt x="424" y="592"/>
                    <a:pt x="470" y="592"/>
                  </a:cubicBezTo>
                  <a:cubicBezTo>
                    <a:pt x="620" y="592"/>
                    <a:pt x="749" y="398"/>
                    <a:pt x="609" y="258"/>
                  </a:cubicBezTo>
                  <a:lnTo>
                    <a:pt x="412" y="60"/>
                  </a:lnTo>
                  <a:cubicBezTo>
                    <a:pt x="369" y="18"/>
                    <a:pt x="322"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1"/>
            <p:cNvSpPr/>
            <p:nvPr/>
          </p:nvSpPr>
          <p:spPr>
            <a:xfrm>
              <a:off x="2007838" y="1757717"/>
              <a:ext cx="17966" cy="15369"/>
            </a:xfrm>
            <a:custGeom>
              <a:rect b="b" l="l" r="r" t="t"/>
              <a:pathLst>
                <a:path extrusionOk="0" h="586" w="685">
                  <a:moveTo>
                    <a:pt x="212" y="0"/>
                  </a:moveTo>
                  <a:cubicBezTo>
                    <a:pt x="163" y="0"/>
                    <a:pt x="113" y="20"/>
                    <a:pt x="77" y="58"/>
                  </a:cubicBezTo>
                  <a:cubicBezTo>
                    <a:pt x="0" y="135"/>
                    <a:pt x="0" y="255"/>
                    <a:pt x="77" y="332"/>
                  </a:cubicBezTo>
                  <a:lnTo>
                    <a:pt x="270" y="525"/>
                  </a:lnTo>
                  <a:cubicBezTo>
                    <a:pt x="312" y="568"/>
                    <a:pt x="360" y="585"/>
                    <a:pt x="405" y="585"/>
                  </a:cubicBezTo>
                  <a:cubicBezTo>
                    <a:pt x="555" y="585"/>
                    <a:pt x="684" y="392"/>
                    <a:pt x="544" y="255"/>
                  </a:cubicBezTo>
                  <a:lnTo>
                    <a:pt x="347" y="58"/>
                  </a:lnTo>
                  <a:cubicBezTo>
                    <a:pt x="310" y="20"/>
                    <a:pt x="261"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1"/>
            <p:cNvSpPr/>
            <p:nvPr/>
          </p:nvSpPr>
          <p:spPr>
            <a:xfrm>
              <a:off x="2006160" y="1596103"/>
              <a:ext cx="19644" cy="15448"/>
            </a:xfrm>
            <a:custGeom>
              <a:rect b="b" l="l" r="r" t="t"/>
              <a:pathLst>
                <a:path extrusionOk="0" h="589" w="749">
                  <a:moveTo>
                    <a:pt x="469" y="1"/>
                  </a:moveTo>
                  <a:cubicBezTo>
                    <a:pt x="424" y="1"/>
                    <a:pt x="376" y="19"/>
                    <a:pt x="334" y="61"/>
                  </a:cubicBezTo>
                  <a:lnTo>
                    <a:pt x="141" y="254"/>
                  </a:lnTo>
                  <a:cubicBezTo>
                    <a:pt x="1" y="394"/>
                    <a:pt x="130" y="588"/>
                    <a:pt x="278" y="588"/>
                  </a:cubicBezTo>
                  <a:cubicBezTo>
                    <a:pt x="323" y="588"/>
                    <a:pt x="369" y="570"/>
                    <a:pt x="411" y="528"/>
                  </a:cubicBezTo>
                  <a:lnTo>
                    <a:pt x="608" y="331"/>
                  </a:lnTo>
                  <a:cubicBezTo>
                    <a:pt x="748" y="194"/>
                    <a:pt x="619" y="1"/>
                    <a:pt x="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1"/>
            <p:cNvSpPr/>
            <p:nvPr/>
          </p:nvSpPr>
          <p:spPr>
            <a:xfrm>
              <a:off x="1846303" y="1757638"/>
              <a:ext cx="17966" cy="15396"/>
            </a:xfrm>
            <a:custGeom>
              <a:rect b="b" l="l" r="r" t="t"/>
              <a:pathLst>
                <a:path extrusionOk="0" h="587" w="685">
                  <a:moveTo>
                    <a:pt x="405" y="1"/>
                  </a:moveTo>
                  <a:cubicBezTo>
                    <a:pt x="359" y="1"/>
                    <a:pt x="312" y="19"/>
                    <a:pt x="270" y="61"/>
                  </a:cubicBezTo>
                  <a:lnTo>
                    <a:pt x="72" y="258"/>
                  </a:lnTo>
                  <a:cubicBezTo>
                    <a:pt x="0" y="331"/>
                    <a:pt x="0" y="456"/>
                    <a:pt x="72" y="533"/>
                  </a:cubicBezTo>
                  <a:cubicBezTo>
                    <a:pt x="111" y="569"/>
                    <a:pt x="160" y="587"/>
                    <a:pt x="209" y="587"/>
                  </a:cubicBezTo>
                  <a:cubicBezTo>
                    <a:pt x="259" y="587"/>
                    <a:pt x="308" y="569"/>
                    <a:pt x="347" y="533"/>
                  </a:cubicBezTo>
                  <a:lnTo>
                    <a:pt x="544" y="335"/>
                  </a:lnTo>
                  <a:cubicBezTo>
                    <a:pt x="684" y="195"/>
                    <a:pt x="555"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1"/>
            <p:cNvSpPr/>
            <p:nvPr/>
          </p:nvSpPr>
          <p:spPr>
            <a:xfrm>
              <a:off x="1819289" y="1633320"/>
              <a:ext cx="21585" cy="13192"/>
            </a:xfrm>
            <a:custGeom>
              <a:rect b="b" l="l" r="r" t="t"/>
              <a:pathLst>
                <a:path extrusionOk="0" h="503" w="823">
                  <a:moveTo>
                    <a:pt x="274" y="0"/>
                  </a:moveTo>
                  <a:cubicBezTo>
                    <a:pt x="90" y="0"/>
                    <a:pt x="0" y="286"/>
                    <a:pt x="207" y="374"/>
                  </a:cubicBezTo>
                  <a:lnTo>
                    <a:pt x="462" y="485"/>
                  </a:lnTo>
                  <a:cubicBezTo>
                    <a:pt x="491" y="497"/>
                    <a:pt x="519" y="503"/>
                    <a:pt x="544" y="503"/>
                  </a:cubicBezTo>
                  <a:cubicBezTo>
                    <a:pt x="730" y="503"/>
                    <a:pt x="823" y="218"/>
                    <a:pt x="611" y="129"/>
                  </a:cubicBezTo>
                  <a:lnTo>
                    <a:pt x="356" y="18"/>
                  </a:lnTo>
                  <a:cubicBezTo>
                    <a:pt x="328" y="6"/>
                    <a:pt x="30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1"/>
            <p:cNvSpPr/>
            <p:nvPr/>
          </p:nvSpPr>
          <p:spPr>
            <a:xfrm>
              <a:off x="2029529" y="1722782"/>
              <a:ext cx="21611" cy="13088"/>
            </a:xfrm>
            <a:custGeom>
              <a:rect b="b" l="l" r="r" t="t"/>
              <a:pathLst>
                <a:path extrusionOk="0" h="499" w="824">
                  <a:moveTo>
                    <a:pt x="277" y="1"/>
                  </a:moveTo>
                  <a:cubicBezTo>
                    <a:pt x="90" y="1"/>
                    <a:pt x="1" y="282"/>
                    <a:pt x="208" y="370"/>
                  </a:cubicBezTo>
                  <a:lnTo>
                    <a:pt x="463" y="481"/>
                  </a:lnTo>
                  <a:cubicBezTo>
                    <a:pt x="491" y="493"/>
                    <a:pt x="519" y="499"/>
                    <a:pt x="545" y="499"/>
                  </a:cubicBezTo>
                  <a:cubicBezTo>
                    <a:pt x="730" y="499"/>
                    <a:pt x="824" y="213"/>
                    <a:pt x="617" y="125"/>
                  </a:cubicBezTo>
                  <a:lnTo>
                    <a:pt x="362" y="19"/>
                  </a:lnTo>
                  <a:cubicBezTo>
                    <a:pt x="332" y="6"/>
                    <a:pt x="30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1"/>
            <p:cNvSpPr/>
            <p:nvPr/>
          </p:nvSpPr>
          <p:spPr>
            <a:xfrm>
              <a:off x="1972379" y="1570977"/>
              <a:ext cx="15343" cy="16891"/>
            </a:xfrm>
            <a:custGeom>
              <a:rect b="b" l="l" r="r" t="t"/>
              <a:pathLst>
                <a:path extrusionOk="0" h="644" w="585">
                  <a:moveTo>
                    <a:pt x="336" y="1"/>
                  </a:moveTo>
                  <a:cubicBezTo>
                    <a:pt x="268" y="1"/>
                    <a:pt x="200" y="36"/>
                    <a:pt x="164" y="119"/>
                  </a:cubicBezTo>
                  <a:lnTo>
                    <a:pt x="58" y="374"/>
                  </a:lnTo>
                  <a:cubicBezTo>
                    <a:pt x="0" y="499"/>
                    <a:pt x="95" y="642"/>
                    <a:pt x="233" y="644"/>
                  </a:cubicBezTo>
                  <a:lnTo>
                    <a:pt x="233" y="644"/>
                  </a:lnTo>
                  <a:cubicBezTo>
                    <a:pt x="309" y="643"/>
                    <a:pt x="380" y="595"/>
                    <a:pt x="414" y="524"/>
                  </a:cubicBezTo>
                  <a:lnTo>
                    <a:pt x="520" y="269"/>
                  </a:lnTo>
                  <a:cubicBezTo>
                    <a:pt x="585" y="117"/>
                    <a:pt x="460" y="1"/>
                    <a:pt x="336" y="1"/>
                  </a:cubicBezTo>
                  <a:close/>
                  <a:moveTo>
                    <a:pt x="233" y="644"/>
                  </a:moveTo>
                  <a:cubicBezTo>
                    <a:pt x="233" y="644"/>
                    <a:pt x="232" y="644"/>
                    <a:pt x="231" y="644"/>
                  </a:cubicBezTo>
                  <a:lnTo>
                    <a:pt x="236" y="644"/>
                  </a:lnTo>
                  <a:cubicBezTo>
                    <a:pt x="235" y="644"/>
                    <a:pt x="234" y="644"/>
                    <a:pt x="233" y="64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1"/>
            <p:cNvSpPr/>
            <p:nvPr/>
          </p:nvSpPr>
          <p:spPr>
            <a:xfrm>
              <a:off x="1883258" y="1781296"/>
              <a:ext cx="15002" cy="16864"/>
            </a:xfrm>
            <a:custGeom>
              <a:rect b="b" l="l" r="r" t="t"/>
              <a:pathLst>
                <a:path extrusionOk="0" h="643" w="572">
                  <a:moveTo>
                    <a:pt x="322" y="1"/>
                  </a:moveTo>
                  <a:cubicBezTo>
                    <a:pt x="254" y="1"/>
                    <a:pt x="186" y="36"/>
                    <a:pt x="150" y="122"/>
                  </a:cubicBezTo>
                  <a:lnTo>
                    <a:pt x="44" y="377"/>
                  </a:lnTo>
                  <a:cubicBezTo>
                    <a:pt x="1" y="473"/>
                    <a:pt x="49" y="588"/>
                    <a:pt x="145" y="627"/>
                  </a:cubicBezTo>
                  <a:cubicBezTo>
                    <a:pt x="171" y="638"/>
                    <a:pt x="197" y="643"/>
                    <a:pt x="222" y="643"/>
                  </a:cubicBezTo>
                  <a:cubicBezTo>
                    <a:pt x="298" y="643"/>
                    <a:pt x="368" y="598"/>
                    <a:pt x="400" y="526"/>
                  </a:cubicBezTo>
                  <a:lnTo>
                    <a:pt x="506" y="271"/>
                  </a:lnTo>
                  <a:cubicBezTo>
                    <a:pt x="571" y="119"/>
                    <a:pt x="446"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1"/>
            <p:cNvSpPr/>
            <p:nvPr/>
          </p:nvSpPr>
          <p:spPr>
            <a:xfrm>
              <a:off x="1884674" y="1570086"/>
              <a:ext cx="15291" cy="17048"/>
            </a:xfrm>
            <a:custGeom>
              <a:rect b="b" l="l" r="r" t="t"/>
              <a:pathLst>
                <a:path extrusionOk="0" h="650" w="583">
                  <a:moveTo>
                    <a:pt x="249" y="1"/>
                  </a:moveTo>
                  <a:cubicBezTo>
                    <a:pt x="126" y="1"/>
                    <a:pt x="1" y="115"/>
                    <a:pt x="62" y="269"/>
                  </a:cubicBezTo>
                  <a:lnTo>
                    <a:pt x="168" y="529"/>
                  </a:lnTo>
                  <a:cubicBezTo>
                    <a:pt x="197" y="601"/>
                    <a:pt x="269" y="649"/>
                    <a:pt x="351" y="649"/>
                  </a:cubicBezTo>
                  <a:cubicBezTo>
                    <a:pt x="486" y="649"/>
                    <a:pt x="582" y="509"/>
                    <a:pt x="529" y="384"/>
                  </a:cubicBezTo>
                  <a:lnTo>
                    <a:pt x="423" y="125"/>
                  </a:lnTo>
                  <a:cubicBezTo>
                    <a:pt x="389" y="38"/>
                    <a:pt x="319"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1"/>
            <p:cNvSpPr/>
            <p:nvPr/>
          </p:nvSpPr>
          <p:spPr>
            <a:xfrm>
              <a:off x="1970858" y="1782109"/>
              <a:ext cx="14792" cy="16995"/>
            </a:xfrm>
            <a:custGeom>
              <a:rect b="b" l="l" r="r" t="t"/>
              <a:pathLst>
                <a:path extrusionOk="0" h="648" w="564">
                  <a:moveTo>
                    <a:pt x="219" y="0"/>
                  </a:moveTo>
                  <a:cubicBezTo>
                    <a:pt x="196" y="0"/>
                    <a:pt x="172" y="5"/>
                    <a:pt x="149" y="14"/>
                  </a:cubicBezTo>
                  <a:lnTo>
                    <a:pt x="145" y="14"/>
                  </a:lnTo>
                  <a:cubicBezTo>
                    <a:pt x="48" y="52"/>
                    <a:pt x="0" y="168"/>
                    <a:pt x="39" y="264"/>
                  </a:cubicBezTo>
                  <a:lnTo>
                    <a:pt x="145" y="524"/>
                  </a:lnTo>
                  <a:cubicBezTo>
                    <a:pt x="178" y="611"/>
                    <a:pt x="246" y="647"/>
                    <a:pt x="315" y="647"/>
                  </a:cubicBezTo>
                  <a:cubicBezTo>
                    <a:pt x="438" y="647"/>
                    <a:pt x="564" y="533"/>
                    <a:pt x="506" y="379"/>
                  </a:cubicBezTo>
                  <a:lnTo>
                    <a:pt x="400" y="119"/>
                  </a:lnTo>
                  <a:cubicBezTo>
                    <a:pt x="370" y="46"/>
                    <a:pt x="296"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1"/>
            <p:cNvSpPr/>
            <p:nvPr/>
          </p:nvSpPr>
          <p:spPr>
            <a:xfrm>
              <a:off x="2030551" y="1635261"/>
              <a:ext cx="21375" cy="13061"/>
            </a:xfrm>
            <a:custGeom>
              <a:rect b="b" l="l" r="r" t="t"/>
              <a:pathLst>
                <a:path extrusionOk="0" h="498" w="815">
                  <a:moveTo>
                    <a:pt x="540" y="0"/>
                  </a:moveTo>
                  <a:cubicBezTo>
                    <a:pt x="516" y="0"/>
                    <a:pt x="489" y="5"/>
                    <a:pt x="462" y="17"/>
                  </a:cubicBezTo>
                  <a:lnTo>
                    <a:pt x="202" y="122"/>
                  </a:lnTo>
                  <a:cubicBezTo>
                    <a:pt x="0" y="204"/>
                    <a:pt x="58" y="498"/>
                    <a:pt x="275" y="498"/>
                  </a:cubicBezTo>
                  <a:cubicBezTo>
                    <a:pt x="299" y="498"/>
                    <a:pt x="323" y="493"/>
                    <a:pt x="347" y="483"/>
                  </a:cubicBezTo>
                  <a:lnTo>
                    <a:pt x="607" y="377"/>
                  </a:lnTo>
                  <a:cubicBezTo>
                    <a:pt x="815" y="292"/>
                    <a:pt x="726"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1"/>
            <p:cNvSpPr/>
            <p:nvPr/>
          </p:nvSpPr>
          <p:spPr>
            <a:xfrm>
              <a:off x="1818371" y="1720815"/>
              <a:ext cx="21690" cy="13114"/>
            </a:xfrm>
            <a:custGeom>
              <a:rect b="b" l="l" r="r" t="t"/>
              <a:pathLst>
                <a:path extrusionOk="0" h="500" w="827">
                  <a:moveTo>
                    <a:pt x="551" y="1"/>
                  </a:moveTo>
                  <a:cubicBezTo>
                    <a:pt x="527" y="1"/>
                    <a:pt x="501" y="6"/>
                    <a:pt x="473" y="17"/>
                  </a:cubicBezTo>
                  <a:lnTo>
                    <a:pt x="213" y="123"/>
                  </a:lnTo>
                  <a:cubicBezTo>
                    <a:pt x="1" y="208"/>
                    <a:pt x="89" y="500"/>
                    <a:pt x="278" y="500"/>
                  </a:cubicBezTo>
                  <a:cubicBezTo>
                    <a:pt x="303" y="500"/>
                    <a:pt x="330" y="495"/>
                    <a:pt x="358" y="484"/>
                  </a:cubicBezTo>
                  <a:lnTo>
                    <a:pt x="618" y="378"/>
                  </a:lnTo>
                  <a:cubicBezTo>
                    <a:pt x="826" y="293"/>
                    <a:pt x="737"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4" name="Google Shape;9704;p81"/>
          <p:cNvGrpSpPr/>
          <p:nvPr/>
        </p:nvGrpSpPr>
        <p:grpSpPr>
          <a:xfrm>
            <a:off x="3115872" y="1511808"/>
            <a:ext cx="316277" cy="345600"/>
            <a:chOff x="3115872" y="1511808"/>
            <a:chExt cx="316277" cy="345600"/>
          </a:xfrm>
        </p:grpSpPr>
        <p:sp>
          <p:nvSpPr>
            <p:cNvPr id="9705" name="Google Shape;9705;p81"/>
            <p:cNvSpPr/>
            <p:nvPr/>
          </p:nvSpPr>
          <p:spPr>
            <a:xfrm>
              <a:off x="3145509" y="1516791"/>
              <a:ext cx="281474" cy="281474"/>
            </a:xfrm>
            <a:custGeom>
              <a:rect b="b" l="l" r="r" t="t"/>
              <a:pathLst>
                <a:path extrusionOk="0" h="10732" w="10732">
                  <a:moveTo>
                    <a:pt x="5366" y="1"/>
                  </a:moveTo>
                  <a:cubicBezTo>
                    <a:pt x="2402" y="1"/>
                    <a:pt x="1" y="2402"/>
                    <a:pt x="1" y="5366"/>
                  </a:cubicBezTo>
                  <a:cubicBezTo>
                    <a:pt x="1" y="8330"/>
                    <a:pt x="2402" y="10731"/>
                    <a:pt x="5366" y="10731"/>
                  </a:cubicBezTo>
                  <a:cubicBezTo>
                    <a:pt x="8325" y="10731"/>
                    <a:pt x="10731" y="8330"/>
                    <a:pt x="10731" y="5366"/>
                  </a:cubicBezTo>
                  <a:cubicBezTo>
                    <a:pt x="10731" y="2402"/>
                    <a:pt x="8325" y="1"/>
                    <a:pt x="5366"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1"/>
            <p:cNvSpPr/>
            <p:nvPr/>
          </p:nvSpPr>
          <p:spPr>
            <a:xfrm>
              <a:off x="3117629" y="1519834"/>
              <a:ext cx="267573" cy="278484"/>
            </a:xfrm>
            <a:custGeom>
              <a:rect b="b" l="l" r="r" t="t"/>
              <a:pathLst>
                <a:path extrusionOk="0" h="10618" w="10202">
                  <a:moveTo>
                    <a:pt x="5332" y="0"/>
                  </a:moveTo>
                  <a:cubicBezTo>
                    <a:pt x="1819" y="727"/>
                    <a:pt x="1" y="4634"/>
                    <a:pt x="1699" y="7791"/>
                  </a:cubicBezTo>
                  <a:cubicBezTo>
                    <a:pt x="2689" y="9634"/>
                    <a:pt x="4550" y="10618"/>
                    <a:pt x="6433" y="10618"/>
                  </a:cubicBezTo>
                  <a:cubicBezTo>
                    <a:pt x="7781" y="10618"/>
                    <a:pt x="9140" y="10114"/>
                    <a:pt x="10201" y="9061"/>
                  </a:cubicBezTo>
                  <a:lnTo>
                    <a:pt x="10201" y="9061"/>
                  </a:lnTo>
                  <a:cubicBezTo>
                    <a:pt x="9845" y="9133"/>
                    <a:pt x="9475" y="9172"/>
                    <a:pt x="9109" y="9172"/>
                  </a:cubicBezTo>
                  <a:cubicBezTo>
                    <a:pt x="6934" y="9172"/>
                    <a:pt x="4976" y="7858"/>
                    <a:pt x="4148" y="5851"/>
                  </a:cubicBezTo>
                  <a:cubicBezTo>
                    <a:pt x="3321" y="3840"/>
                    <a:pt x="3787" y="1531"/>
                    <a:pt x="533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1"/>
            <p:cNvSpPr/>
            <p:nvPr/>
          </p:nvSpPr>
          <p:spPr>
            <a:xfrm>
              <a:off x="3194239" y="1787380"/>
              <a:ext cx="184012" cy="65018"/>
            </a:xfrm>
            <a:custGeom>
              <a:rect b="b" l="l" r="r" t="t"/>
              <a:pathLst>
                <a:path extrusionOk="0" h="2479" w="7016">
                  <a:moveTo>
                    <a:pt x="2267" y="0"/>
                  </a:moveTo>
                  <a:lnTo>
                    <a:pt x="544" y="631"/>
                  </a:lnTo>
                  <a:cubicBezTo>
                    <a:pt x="217" y="751"/>
                    <a:pt x="0" y="1059"/>
                    <a:pt x="0" y="1405"/>
                  </a:cubicBezTo>
                  <a:lnTo>
                    <a:pt x="0" y="2478"/>
                  </a:lnTo>
                  <a:lnTo>
                    <a:pt x="7016" y="2478"/>
                  </a:lnTo>
                  <a:lnTo>
                    <a:pt x="7016" y="1405"/>
                  </a:lnTo>
                  <a:cubicBezTo>
                    <a:pt x="7016" y="1059"/>
                    <a:pt x="6799" y="746"/>
                    <a:pt x="6472" y="631"/>
                  </a:cubicBezTo>
                  <a:lnTo>
                    <a:pt x="4745" y="0"/>
                  </a:lnTo>
                  <a:lnTo>
                    <a:pt x="3508" y="414"/>
                  </a:lnTo>
                  <a:lnTo>
                    <a:pt x="22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1"/>
            <p:cNvSpPr/>
            <p:nvPr/>
          </p:nvSpPr>
          <p:spPr>
            <a:xfrm>
              <a:off x="3345677" y="1809464"/>
              <a:ext cx="32575" cy="42934"/>
            </a:xfrm>
            <a:custGeom>
              <a:rect b="b" l="l" r="r" t="t"/>
              <a:pathLst>
                <a:path extrusionOk="0" h="1637" w="1242">
                  <a:moveTo>
                    <a:pt x="1016" y="0"/>
                  </a:moveTo>
                  <a:lnTo>
                    <a:pt x="241" y="775"/>
                  </a:lnTo>
                  <a:cubicBezTo>
                    <a:pt x="87" y="929"/>
                    <a:pt x="0" y="1141"/>
                    <a:pt x="0" y="1357"/>
                  </a:cubicBezTo>
                  <a:lnTo>
                    <a:pt x="0" y="1636"/>
                  </a:lnTo>
                  <a:lnTo>
                    <a:pt x="1242" y="1636"/>
                  </a:lnTo>
                  <a:lnTo>
                    <a:pt x="1242" y="563"/>
                  </a:lnTo>
                  <a:cubicBezTo>
                    <a:pt x="1237" y="356"/>
                    <a:pt x="1160" y="154"/>
                    <a:pt x="1016"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1"/>
            <p:cNvSpPr/>
            <p:nvPr/>
          </p:nvSpPr>
          <p:spPr>
            <a:xfrm>
              <a:off x="3226657" y="1619656"/>
              <a:ext cx="119047" cy="86603"/>
            </a:xfrm>
            <a:custGeom>
              <a:rect b="b" l="l" r="r" t="t"/>
              <a:pathLst>
                <a:path extrusionOk="0" h="3302" w="4539">
                  <a:moveTo>
                    <a:pt x="1651" y="0"/>
                  </a:moveTo>
                  <a:cubicBezTo>
                    <a:pt x="737" y="0"/>
                    <a:pt x="1" y="741"/>
                    <a:pt x="1" y="1651"/>
                  </a:cubicBezTo>
                  <a:lnTo>
                    <a:pt x="1" y="2142"/>
                  </a:lnTo>
                  <a:cubicBezTo>
                    <a:pt x="1" y="2363"/>
                    <a:pt x="35" y="2584"/>
                    <a:pt x="107" y="2796"/>
                  </a:cubicBezTo>
                  <a:lnTo>
                    <a:pt x="174" y="3003"/>
                  </a:lnTo>
                  <a:cubicBezTo>
                    <a:pt x="193" y="3066"/>
                    <a:pt x="208" y="3128"/>
                    <a:pt x="208" y="3195"/>
                  </a:cubicBezTo>
                  <a:lnTo>
                    <a:pt x="208" y="3301"/>
                  </a:lnTo>
                  <a:lnTo>
                    <a:pt x="4336" y="3301"/>
                  </a:lnTo>
                  <a:lnTo>
                    <a:pt x="4336" y="3195"/>
                  </a:lnTo>
                  <a:cubicBezTo>
                    <a:pt x="4336" y="3128"/>
                    <a:pt x="4346" y="3066"/>
                    <a:pt x="4370" y="3003"/>
                  </a:cubicBezTo>
                  <a:lnTo>
                    <a:pt x="4437" y="2796"/>
                  </a:lnTo>
                  <a:cubicBezTo>
                    <a:pt x="4505" y="2584"/>
                    <a:pt x="4538" y="2363"/>
                    <a:pt x="4538" y="2142"/>
                  </a:cubicBezTo>
                  <a:lnTo>
                    <a:pt x="4538" y="414"/>
                  </a:lnTo>
                  <a:cubicBezTo>
                    <a:pt x="4538" y="183"/>
                    <a:pt x="4356" y="0"/>
                    <a:pt x="412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1"/>
            <p:cNvSpPr/>
            <p:nvPr/>
          </p:nvSpPr>
          <p:spPr>
            <a:xfrm>
              <a:off x="3253671" y="1619656"/>
              <a:ext cx="92163" cy="86603"/>
            </a:xfrm>
            <a:custGeom>
              <a:rect b="b" l="l" r="r" t="t"/>
              <a:pathLst>
                <a:path extrusionOk="0" h="3302" w="3514">
                  <a:moveTo>
                    <a:pt x="843" y="0"/>
                  </a:moveTo>
                  <a:cubicBezTo>
                    <a:pt x="376" y="0"/>
                    <a:pt x="1" y="376"/>
                    <a:pt x="1" y="838"/>
                  </a:cubicBezTo>
                  <a:cubicBezTo>
                    <a:pt x="1" y="1300"/>
                    <a:pt x="376" y="1675"/>
                    <a:pt x="843" y="1675"/>
                  </a:cubicBezTo>
                  <a:lnTo>
                    <a:pt x="958" y="1675"/>
                  </a:lnTo>
                  <a:lnTo>
                    <a:pt x="1011" y="3301"/>
                  </a:lnTo>
                  <a:lnTo>
                    <a:pt x="3306" y="3301"/>
                  </a:lnTo>
                  <a:lnTo>
                    <a:pt x="3306" y="3195"/>
                  </a:lnTo>
                  <a:cubicBezTo>
                    <a:pt x="3306" y="3128"/>
                    <a:pt x="3316" y="3061"/>
                    <a:pt x="3340" y="2998"/>
                  </a:cubicBezTo>
                  <a:lnTo>
                    <a:pt x="3407" y="2791"/>
                  </a:lnTo>
                  <a:cubicBezTo>
                    <a:pt x="3475" y="2584"/>
                    <a:pt x="3513" y="2363"/>
                    <a:pt x="3513" y="2142"/>
                  </a:cubicBezTo>
                  <a:lnTo>
                    <a:pt x="3513" y="414"/>
                  </a:lnTo>
                  <a:cubicBezTo>
                    <a:pt x="3513" y="183"/>
                    <a:pt x="3326" y="0"/>
                    <a:pt x="3099"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1"/>
            <p:cNvSpPr/>
            <p:nvPr/>
          </p:nvSpPr>
          <p:spPr>
            <a:xfrm>
              <a:off x="3253671" y="1749508"/>
              <a:ext cx="65018" cy="48757"/>
            </a:xfrm>
            <a:custGeom>
              <a:rect b="b" l="l" r="r" t="t"/>
              <a:pathLst>
                <a:path extrusionOk="0" h="1859" w="2479">
                  <a:moveTo>
                    <a:pt x="1" y="1"/>
                  </a:moveTo>
                  <a:lnTo>
                    <a:pt x="1" y="1858"/>
                  </a:lnTo>
                  <a:lnTo>
                    <a:pt x="2479" y="1858"/>
                  </a:lnTo>
                  <a:lnTo>
                    <a:pt x="247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1"/>
            <p:cNvSpPr/>
            <p:nvPr/>
          </p:nvSpPr>
          <p:spPr>
            <a:xfrm>
              <a:off x="3253671" y="1749508"/>
              <a:ext cx="65018" cy="32548"/>
            </a:xfrm>
            <a:custGeom>
              <a:rect b="b" l="l" r="r" t="t"/>
              <a:pathLst>
                <a:path extrusionOk="0" h="1241" w="2479">
                  <a:moveTo>
                    <a:pt x="1" y="1"/>
                  </a:moveTo>
                  <a:lnTo>
                    <a:pt x="1" y="934"/>
                  </a:lnTo>
                  <a:cubicBezTo>
                    <a:pt x="388" y="1139"/>
                    <a:pt x="814" y="1241"/>
                    <a:pt x="1240" y="1241"/>
                  </a:cubicBezTo>
                  <a:cubicBezTo>
                    <a:pt x="1665" y="1241"/>
                    <a:pt x="2091" y="1139"/>
                    <a:pt x="2479" y="934"/>
                  </a:cubicBezTo>
                  <a:lnTo>
                    <a:pt x="247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1"/>
            <p:cNvSpPr/>
            <p:nvPr/>
          </p:nvSpPr>
          <p:spPr>
            <a:xfrm>
              <a:off x="3242813" y="1778384"/>
              <a:ext cx="43459" cy="38712"/>
            </a:xfrm>
            <a:custGeom>
              <a:rect b="b" l="l" r="r" t="t"/>
              <a:pathLst>
                <a:path extrusionOk="0" h="1476" w="1657">
                  <a:moveTo>
                    <a:pt x="370" y="1"/>
                  </a:moveTo>
                  <a:cubicBezTo>
                    <a:pt x="293" y="1"/>
                    <a:pt x="220" y="44"/>
                    <a:pt x="184" y="122"/>
                  </a:cubicBezTo>
                  <a:lnTo>
                    <a:pt x="1" y="497"/>
                  </a:lnTo>
                  <a:lnTo>
                    <a:pt x="684" y="1397"/>
                  </a:lnTo>
                  <a:cubicBezTo>
                    <a:pt x="726" y="1449"/>
                    <a:pt x="787" y="1476"/>
                    <a:pt x="849" y="1476"/>
                  </a:cubicBezTo>
                  <a:cubicBezTo>
                    <a:pt x="901" y="1476"/>
                    <a:pt x="955" y="1456"/>
                    <a:pt x="997" y="1416"/>
                  </a:cubicBezTo>
                  <a:lnTo>
                    <a:pt x="1656" y="757"/>
                  </a:lnTo>
                  <a:lnTo>
                    <a:pt x="477" y="30"/>
                  </a:lnTo>
                  <a:cubicBezTo>
                    <a:pt x="443" y="10"/>
                    <a:pt x="406" y="1"/>
                    <a:pt x="37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1"/>
            <p:cNvSpPr/>
            <p:nvPr/>
          </p:nvSpPr>
          <p:spPr>
            <a:xfrm>
              <a:off x="3286245" y="1778384"/>
              <a:ext cx="43302" cy="38712"/>
            </a:xfrm>
            <a:custGeom>
              <a:rect b="b" l="l" r="r" t="t"/>
              <a:pathLst>
                <a:path extrusionOk="0" h="1476" w="1651">
                  <a:moveTo>
                    <a:pt x="1282" y="1"/>
                  </a:moveTo>
                  <a:cubicBezTo>
                    <a:pt x="1245" y="1"/>
                    <a:pt x="1208" y="10"/>
                    <a:pt x="1174" y="30"/>
                  </a:cubicBezTo>
                  <a:lnTo>
                    <a:pt x="0" y="757"/>
                  </a:lnTo>
                  <a:lnTo>
                    <a:pt x="654" y="1416"/>
                  </a:lnTo>
                  <a:cubicBezTo>
                    <a:pt x="697" y="1456"/>
                    <a:pt x="750" y="1476"/>
                    <a:pt x="803" y="1476"/>
                  </a:cubicBezTo>
                  <a:cubicBezTo>
                    <a:pt x="865" y="1476"/>
                    <a:pt x="926" y="1449"/>
                    <a:pt x="967" y="1397"/>
                  </a:cubicBezTo>
                  <a:lnTo>
                    <a:pt x="1650" y="497"/>
                  </a:lnTo>
                  <a:lnTo>
                    <a:pt x="1468" y="122"/>
                  </a:lnTo>
                  <a:cubicBezTo>
                    <a:pt x="1432" y="44"/>
                    <a:pt x="1358" y="1"/>
                    <a:pt x="128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1"/>
            <p:cNvSpPr/>
            <p:nvPr/>
          </p:nvSpPr>
          <p:spPr>
            <a:xfrm>
              <a:off x="3232086" y="1663534"/>
              <a:ext cx="108188" cy="102287"/>
            </a:xfrm>
            <a:custGeom>
              <a:rect b="b" l="l" r="r" t="t"/>
              <a:pathLst>
                <a:path extrusionOk="0" h="3900" w="4125">
                  <a:moveTo>
                    <a:pt x="1757" y="0"/>
                  </a:moveTo>
                  <a:cubicBezTo>
                    <a:pt x="1109" y="0"/>
                    <a:pt x="617" y="185"/>
                    <a:pt x="617" y="185"/>
                  </a:cubicBezTo>
                  <a:lnTo>
                    <a:pt x="617" y="882"/>
                  </a:lnTo>
                  <a:cubicBezTo>
                    <a:pt x="617" y="1089"/>
                    <a:pt x="516" y="1282"/>
                    <a:pt x="342" y="1397"/>
                  </a:cubicBezTo>
                  <a:lnTo>
                    <a:pt x="1" y="1628"/>
                  </a:lnTo>
                  <a:lnTo>
                    <a:pt x="1" y="1835"/>
                  </a:lnTo>
                  <a:cubicBezTo>
                    <a:pt x="1" y="2971"/>
                    <a:pt x="925" y="3899"/>
                    <a:pt x="2065" y="3899"/>
                  </a:cubicBezTo>
                  <a:cubicBezTo>
                    <a:pt x="3201" y="3899"/>
                    <a:pt x="4124" y="2971"/>
                    <a:pt x="4124" y="1835"/>
                  </a:cubicBezTo>
                  <a:lnTo>
                    <a:pt x="4124" y="1628"/>
                  </a:lnTo>
                  <a:lnTo>
                    <a:pt x="3783" y="1402"/>
                  </a:lnTo>
                  <a:cubicBezTo>
                    <a:pt x="3610" y="1287"/>
                    <a:pt x="3504" y="1089"/>
                    <a:pt x="3504" y="882"/>
                  </a:cubicBezTo>
                  <a:lnTo>
                    <a:pt x="3504" y="599"/>
                  </a:lnTo>
                  <a:cubicBezTo>
                    <a:pt x="2944" y="128"/>
                    <a:pt x="2296" y="0"/>
                    <a:pt x="175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1"/>
            <p:cNvSpPr/>
            <p:nvPr/>
          </p:nvSpPr>
          <p:spPr>
            <a:xfrm>
              <a:off x="3194108" y="1809464"/>
              <a:ext cx="32575" cy="42934"/>
            </a:xfrm>
            <a:custGeom>
              <a:rect b="b" l="l" r="r" t="t"/>
              <a:pathLst>
                <a:path extrusionOk="0" h="1637" w="1242">
                  <a:moveTo>
                    <a:pt x="227" y="0"/>
                  </a:moveTo>
                  <a:cubicBezTo>
                    <a:pt x="82" y="154"/>
                    <a:pt x="0" y="356"/>
                    <a:pt x="0" y="563"/>
                  </a:cubicBezTo>
                  <a:lnTo>
                    <a:pt x="0" y="1636"/>
                  </a:lnTo>
                  <a:lnTo>
                    <a:pt x="1242" y="1636"/>
                  </a:lnTo>
                  <a:lnTo>
                    <a:pt x="1242" y="1357"/>
                  </a:lnTo>
                  <a:cubicBezTo>
                    <a:pt x="1242" y="1141"/>
                    <a:pt x="1155" y="929"/>
                    <a:pt x="1001" y="775"/>
                  </a:cubicBezTo>
                  <a:lnTo>
                    <a:pt x="227"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1"/>
            <p:cNvSpPr/>
            <p:nvPr/>
          </p:nvSpPr>
          <p:spPr>
            <a:xfrm>
              <a:off x="3232217" y="1663534"/>
              <a:ext cx="91901" cy="101789"/>
            </a:xfrm>
            <a:custGeom>
              <a:rect b="b" l="l" r="r" t="t"/>
              <a:pathLst>
                <a:path extrusionOk="0" h="3881" w="3504">
                  <a:moveTo>
                    <a:pt x="1755" y="0"/>
                  </a:moveTo>
                  <a:cubicBezTo>
                    <a:pt x="1108" y="0"/>
                    <a:pt x="617" y="185"/>
                    <a:pt x="617" y="185"/>
                  </a:cubicBezTo>
                  <a:lnTo>
                    <a:pt x="617" y="887"/>
                  </a:lnTo>
                  <a:cubicBezTo>
                    <a:pt x="617" y="1094"/>
                    <a:pt x="515" y="1287"/>
                    <a:pt x="342" y="1402"/>
                  </a:cubicBezTo>
                  <a:lnTo>
                    <a:pt x="1" y="1628"/>
                  </a:lnTo>
                  <a:lnTo>
                    <a:pt x="1" y="1835"/>
                  </a:lnTo>
                  <a:cubicBezTo>
                    <a:pt x="1" y="2875"/>
                    <a:pt x="780" y="3750"/>
                    <a:pt x="1815" y="3880"/>
                  </a:cubicBezTo>
                  <a:cubicBezTo>
                    <a:pt x="1444" y="3495"/>
                    <a:pt x="1237" y="2980"/>
                    <a:pt x="1237" y="2451"/>
                  </a:cubicBezTo>
                  <a:lnTo>
                    <a:pt x="1237" y="1089"/>
                  </a:lnTo>
                  <a:cubicBezTo>
                    <a:pt x="1237" y="882"/>
                    <a:pt x="1391" y="704"/>
                    <a:pt x="1598" y="680"/>
                  </a:cubicBezTo>
                  <a:cubicBezTo>
                    <a:pt x="1757" y="660"/>
                    <a:pt x="1960" y="643"/>
                    <a:pt x="2185" y="643"/>
                  </a:cubicBezTo>
                  <a:cubicBezTo>
                    <a:pt x="2592" y="643"/>
                    <a:pt x="3073" y="698"/>
                    <a:pt x="3504" y="887"/>
                  </a:cubicBezTo>
                  <a:lnTo>
                    <a:pt x="3504" y="599"/>
                  </a:lnTo>
                  <a:cubicBezTo>
                    <a:pt x="2941" y="128"/>
                    <a:pt x="2294" y="0"/>
                    <a:pt x="1755"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1"/>
            <p:cNvSpPr/>
            <p:nvPr/>
          </p:nvSpPr>
          <p:spPr>
            <a:xfrm>
              <a:off x="3243206" y="1660597"/>
              <a:ext cx="88124" cy="29060"/>
            </a:xfrm>
            <a:custGeom>
              <a:rect b="b" l="l" r="r" t="t"/>
              <a:pathLst>
                <a:path extrusionOk="0" h="1108" w="3360">
                  <a:moveTo>
                    <a:pt x="1327" y="0"/>
                  </a:moveTo>
                  <a:cubicBezTo>
                    <a:pt x="931" y="0"/>
                    <a:pt x="574" y="41"/>
                    <a:pt x="342" y="75"/>
                  </a:cubicBezTo>
                  <a:cubicBezTo>
                    <a:pt x="145" y="104"/>
                    <a:pt x="0" y="273"/>
                    <a:pt x="0" y="470"/>
                  </a:cubicBezTo>
                  <a:lnTo>
                    <a:pt x="0" y="913"/>
                  </a:lnTo>
                  <a:cubicBezTo>
                    <a:pt x="0" y="1043"/>
                    <a:pt x="96" y="1108"/>
                    <a:pt x="193" y="1108"/>
                  </a:cubicBezTo>
                  <a:cubicBezTo>
                    <a:pt x="289" y="1108"/>
                    <a:pt x="385" y="1043"/>
                    <a:pt x="385" y="913"/>
                  </a:cubicBezTo>
                  <a:lnTo>
                    <a:pt x="390" y="470"/>
                  </a:lnTo>
                  <a:cubicBezTo>
                    <a:pt x="385" y="465"/>
                    <a:pt x="390" y="460"/>
                    <a:pt x="400" y="456"/>
                  </a:cubicBezTo>
                  <a:cubicBezTo>
                    <a:pt x="698" y="410"/>
                    <a:pt x="1000" y="388"/>
                    <a:pt x="1302" y="388"/>
                  </a:cubicBezTo>
                  <a:cubicBezTo>
                    <a:pt x="1418" y="388"/>
                    <a:pt x="1534" y="391"/>
                    <a:pt x="1651" y="398"/>
                  </a:cubicBezTo>
                  <a:cubicBezTo>
                    <a:pt x="2252" y="436"/>
                    <a:pt x="2690" y="590"/>
                    <a:pt x="2945" y="845"/>
                  </a:cubicBezTo>
                  <a:cubicBezTo>
                    <a:pt x="2988" y="888"/>
                    <a:pt x="3035" y="906"/>
                    <a:pt x="3080" y="906"/>
                  </a:cubicBezTo>
                  <a:cubicBezTo>
                    <a:pt x="3231" y="906"/>
                    <a:pt x="3360" y="711"/>
                    <a:pt x="3219" y="571"/>
                  </a:cubicBezTo>
                  <a:cubicBezTo>
                    <a:pt x="2761" y="116"/>
                    <a:pt x="1991"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1"/>
            <p:cNvSpPr/>
            <p:nvPr/>
          </p:nvSpPr>
          <p:spPr>
            <a:xfrm>
              <a:off x="3189073" y="1614594"/>
              <a:ext cx="194110" cy="242814"/>
            </a:xfrm>
            <a:custGeom>
              <a:rect b="b" l="l" r="r" t="t"/>
              <a:pathLst>
                <a:path extrusionOk="0" h="9258" w="7401">
                  <a:moveTo>
                    <a:pt x="5779" y="386"/>
                  </a:moveTo>
                  <a:lnTo>
                    <a:pt x="5779" y="2258"/>
                  </a:lnTo>
                  <a:cubicBezTo>
                    <a:pt x="5779" y="2537"/>
                    <a:pt x="5716" y="2816"/>
                    <a:pt x="5591" y="3066"/>
                  </a:cubicBezTo>
                  <a:cubicBezTo>
                    <a:pt x="5577" y="3090"/>
                    <a:pt x="5572" y="3119"/>
                    <a:pt x="5572" y="3153"/>
                  </a:cubicBezTo>
                  <a:lnTo>
                    <a:pt x="5572" y="3701"/>
                  </a:lnTo>
                  <a:cubicBezTo>
                    <a:pt x="5572" y="4736"/>
                    <a:pt x="4728" y="5568"/>
                    <a:pt x="3702" y="5568"/>
                  </a:cubicBezTo>
                  <a:cubicBezTo>
                    <a:pt x="3660" y="5568"/>
                    <a:pt x="3618" y="5566"/>
                    <a:pt x="3575" y="5563"/>
                  </a:cubicBezTo>
                  <a:cubicBezTo>
                    <a:pt x="2598" y="5506"/>
                    <a:pt x="1833" y="4654"/>
                    <a:pt x="1833" y="3629"/>
                  </a:cubicBezTo>
                  <a:lnTo>
                    <a:pt x="1833" y="3148"/>
                  </a:lnTo>
                  <a:cubicBezTo>
                    <a:pt x="1833" y="3119"/>
                    <a:pt x="1824" y="3090"/>
                    <a:pt x="1814" y="3066"/>
                  </a:cubicBezTo>
                  <a:cubicBezTo>
                    <a:pt x="1689" y="2811"/>
                    <a:pt x="1626" y="2537"/>
                    <a:pt x="1626" y="2253"/>
                  </a:cubicBezTo>
                  <a:lnTo>
                    <a:pt x="1626" y="1844"/>
                  </a:lnTo>
                  <a:cubicBezTo>
                    <a:pt x="1626" y="1035"/>
                    <a:pt x="2276" y="386"/>
                    <a:pt x="3084" y="386"/>
                  </a:cubicBezTo>
                  <a:close/>
                  <a:moveTo>
                    <a:pt x="2656" y="5693"/>
                  </a:moveTo>
                  <a:cubicBezTo>
                    <a:pt x="2935" y="5842"/>
                    <a:pt x="3238" y="5929"/>
                    <a:pt x="3551" y="5953"/>
                  </a:cubicBezTo>
                  <a:cubicBezTo>
                    <a:pt x="3604" y="5958"/>
                    <a:pt x="3652" y="5958"/>
                    <a:pt x="3705" y="5958"/>
                  </a:cubicBezTo>
                  <a:cubicBezTo>
                    <a:pt x="4066" y="5958"/>
                    <a:pt x="4427" y="5871"/>
                    <a:pt x="4749" y="5703"/>
                  </a:cubicBezTo>
                  <a:lnTo>
                    <a:pt x="4749" y="6054"/>
                  </a:lnTo>
                  <a:lnTo>
                    <a:pt x="3705" y="6766"/>
                  </a:lnTo>
                  <a:lnTo>
                    <a:pt x="2656" y="6054"/>
                  </a:lnTo>
                  <a:lnTo>
                    <a:pt x="2656" y="5693"/>
                  </a:lnTo>
                  <a:close/>
                  <a:moveTo>
                    <a:pt x="2488" y="6405"/>
                  </a:moveTo>
                  <a:lnTo>
                    <a:pt x="3402" y="7031"/>
                  </a:lnTo>
                  <a:lnTo>
                    <a:pt x="2916" y="7512"/>
                  </a:lnTo>
                  <a:cubicBezTo>
                    <a:pt x="2916" y="7517"/>
                    <a:pt x="2911" y="7517"/>
                    <a:pt x="2906" y="7517"/>
                  </a:cubicBezTo>
                  <a:cubicBezTo>
                    <a:pt x="2901" y="7517"/>
                    <a:pt x="2901" y="7512"/>
                    <a:pt x="2897" y="7512"/>
                  </a:cubicBezTo>
                  <a:lnTo>
                    <a:pt x="2295" y="6607"/>
                  </a:lnTo>
                  <a:lnTo>
                    <a:pt x="2488" y="6405"/>
                  </a:lnTo>
                  <a:close/>
                  <a:moveTo>
                    <a:pt x="4913" y="6405"/>
                  </a:moveTo>
                  <a:lnTo>
                    <a:pt x="5110" y="6607"/>
                  </a:lnTo>
                  <a:lnTo>
                    <a:pt x="4509" y="7512"/>
                  </a:lnTo>
                  <a:cubicBezTo>
                    <a:pt x="4504" y="7517"/>
                    <a:pt x="4499" y="7517"/>
                    <a:pt x="4499" y="7522"/>
                  </a:cubicBezTo>
                  <a:cubicBezTo>
                    <a:pt x="4494" y="7522"/>
                    <a:pt x="4489" y="7517"/>
                    <a:pt x="4485" y="7517"/>
                  </a:cubicBezTo>
                  <a:lnTo>
                    <a:pt x="4003" y="7036"/>
                  </a:lnTo>
                  <a:lnTo>
                    <a:pt x="4913" y="6405"/>
                  </a:lnTo>
                  <a:close/>
                  <a:moveTo>
                    <a:pt x="3084" y="1"/>
                  </a:moveTo>
                  <a:cubicBezTo>
                    <a:pt x="2069" y="1"/>
                    <a:pt x="1241" y="824"/>
                    <a:pt x="1241" y="1844"/>
                  </a:cubicBezTo>
                  <a:lnTo>
                    <a:pt x="1241" y="2258"/>
                  </a:lnTo>
                  <a:cubicBezTo>
                    <a:pt x="1241" y="2580"/>
                    <a:pt x="1314" y="2898"/>
                    <a:pt x="1448" y="3196"/>
                  </a:cubicBezTo>
                  <a:lnTo>
                    <a:pt x="1448" y="3629"/>
                  </a:lnTo>
                  <a:cubicBezTo>
                    <a:pt x="1444" y="4322"/>
                    <a:pt x="1747" y="4981"/>
                    <a:pt x="2271" y="5429"/>
                  </a:cubicBezTo>
                  <a:lnTo>
                    <a:pt x="2271" y="6078"/>
                  </a:lnTo>
                  <a:lnTo>
                    <a:pt x="1910" y="6454"/>
                  </a:lnTo>
                  <a:cubicBezTo>
                    <a:pt x="1877" y="6497"/>
                    <a:pt x="1857" y="6550"/>
                    <a:pt x="1862" y="6603"/>
                  </a:cubicBezTo>
                  <a:lnTo>
                    <a:pt x="674" y="7036"/>
                  </a:lnTo>
                  <a:cubicBezTo>
                    <a:pt x="269" y="7180"/>
                    <a:pt x="5" y="7565"/>
                    <a:pt x="0" y="7993"/>
                  </a:cubicBezTo>
                  <a:lnTo>
                    <a:pt x="0" y="9066"/>
                  </a:lnTo>
                  <a:cubicBezTo>
                    <a:pt x="0" y="9194"/>
                    <a:pt x="97" y="9258"/>
                    <a:pt x="195" y="9258"/>
                  </a:cubicBezTo>
                  <a:cubicBezTo>
                    <a:pt x="292" y="9258"/>
                    <a:pt x="390" y="9194"/>
                    <a:pt x="390" y="9066"/>
                  </a:cubicBezTo>
                  <a:lnTo>
                    <a:pt x="390" y="7993"/>
                  </a:lnTo>
                  <a:cubicBezTo>
                    <a:pt x="390" y="7729"/>
                    <a:pt x="553" y="7488"/>
                    <a:pt x="804" y="7401"/>
                  </a:cubicBezTo>
                  <a:lnTo>
                    <a:pt x="2055" y="6944"/>
                  </a:lnTo>
                  <a:lnTo>
                    <a:pt x="2579" y="7724"/>
                  </a:lnTo>
                  <a:cubicBezTo>
                    <a:pt x="2642" y="7825"/>
                    <a:pt x="2752" y="7887"/>
                    <a:pt x="2868" y="7902"/>
                  </a:cubicBezTo>
                  <a:lnTo>
                    <a:pt x="2911" y="7902"/>
                  </a:lnTo>
                  <a:cubicBezTo>
                    <a:pt x="3017" y="7902"/>
                    <a:pt x="3118" y="7859"/>
                    <a:pt x="3190" y="7786"/>
                  </a:cubicBezTo>
                  <a:lnTo>
                    <a:pt x="3508" y="7469"/>
                  </a:lnTo>
                  <a:lnTo>
                    <a:pt x="3508" y="9066"/>
                  </a:lnTo>
                  <a:cubicBezTo>
                    <a:pt x="3508" y="9194"/>
                    <a:pt x="3605" y="9258"/>
                    <a:pt x="3703" y="9258"/>
                  </a:cubicBezTo>
                  <a:cubicBezTo>
                    <a:pt x="3800" y="9258"/>
                    <a:pt x="3898" y="9194"/>
                    <a:pt x="3898" y="9066"/>
                  </a:cubicBezTo>
                  <a:lnTo>
                    <a:pt x="3898" y="7469"/>
                  </a:lnTo>
                  <a:lnTo>
                    <a:pt x="4215" y="7786"/>
                  </a:lnTo>
                  <a:cubicBezTo>
                    <a:pt x="4292" y="7865"/>
                    <a:pt x="4394" y="7904"/>
                    <a:pt x="4495" y="7904"/>
                  </a:cubicBezTo>
                  <a:cubicBezTo>
                    <a:pt x="4622" y="7904"/>
                    <a:pt x="4749" y="7844"/>
                    <a:pt x="4826" y="7729"/>
                  </a:cubicBezTo>
                  <a:lnTo>
                    <a:pt x="5351" y="6944"/>
                  </a:lnTo>
                  <a:lnTo>
                    <a:pt x="6602" y="7401"/>
                  </a:lnTo>
                  <a:cubicBezTo>
                    <a:pt x="6847" y="7493"/>
                    <a:pt x="7016" y="7729"/>
                    <a:pt x="7016" y="7993"/>
                  </a:cubicBezTo>
                  <a:lnTo>
                    <a:pt x="7016" y="9066"/>
                  </a:lnTo>
                  <a:cubicBezTo>
                    <a:pt x="7016" y="9194"/>
                    <a:pt x="7112" y="9258"/>
                    <a:pt x="7208" y="9258"/>
                  </a:cubicBezTo>
                  <a:cubicBezTo>
                    <a:pt x="7304" y="9258"/>
                    <a:pt x="7400" y="9194"/>
                    <a:pt x="7400" y="9066"/>
                  </a:cubicBezTo>
                  <a:lnTo>
                    <a:pt x="7400" y="7993"/>
                  </a:lnTo>
                  <a:cubicBezTo>
                    <a:pt x="7400" y="7565"/>
                    <a:pt x="7131" y="7185"/>
                    <a:pt x="6732" y="7036"/>
                  </a:cubicBezTo>
                  <a:lnTo>
                    <a:pt x="5543" y="6603"/>
                  </a:lnTo>
                  <a:cubicBezTo>
                    <a:pt x="5548" y="6550"/>
                    <a:pt x="5529" y="6497"/>
                    <a:pt x="5490" y="6458"/>
                  </a:cubicBezTo>
                  <a:lnTo>
                    <a:pt x="5129" y="6078"/>
                  </a:lnTo>
                  <a:lnTo>
                    <a:pt x="5129" y="5443"/>
                  </a:lnTo>
                  <a:cubicBezTo>
                    <a:pt x="5168" y="5409"/>
                    <a:pt x="5206" y="5380"/>
                    <a:pt x="5245" y="5347"/>
                  </a:cubicBezTo>
                  <a:cubicBezTo>
                    <a:pt x="5697" y="4919"/>
                    <a:pt x="5957" y="4322"/>
                    <a:pt x="5962" y="3701"/>
                  </a:cubicBezTo>
                  <a:lnTo>
                    <a:pt x="5962" y="3191"/>
                  </a:lnTo>
                  <a:cubicBezTo>
                    <a:pt x="6096" y="2898"/>
                    <a:pt x="6164" y="2580"/>
                    <a:pt x="6164" y="2253"/>
                  </a:cubicBezTo>
                  <a:lnTo>
                    <a:pt x="6164" y="193"/>
                  </a:lnTo>
                  <a:cubicBezTo>
                    <a:pt x="6164" y="88"/>
                    <a:pt x="6077" y="1"/>
                    <a:pt x="5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1"/>
            <p:cNvSpPr/>
            <p:nvPr/>
          </p:nvSpPr>
          <p:spPr>
            <a:xfrm>
              <a:off x="3221621" y="1836452"/>
              <a:ext cx="10124" cy="20956"/>
            </a:xfrm>
            <a:custGeom>
              <a:rect b="b" l="l" r="r" t="t"/>
              <a:pathLst>
                <a:path extrusionOk="0" h="799" w="386">
                  <a:moveTo>
                    <a:pt x="193" y="1"/>
                  </a:moveTo>
                  <a:cubicBezTo>
                    <a:pt x="87" y="1"/>
                    <a:pt x="0" y="88"/>
                    <a:pt x="0" y="193"/>
                  </a:cubicBezTo>
                  <a:lnTo>
                    <a:pt x="0" y="607"/>
                  </a:lnTo>
                  <a:cubicBezTo>
                    <a:pt x="0" y="735"/>
                    <a:pt x="97" y="799"/>
                    <a:pt x="193" y="799"/>
                  </a:cubicBezTo>
                  <a:cubicBezTo>
                    <a:pt x="289" y="799"/>
                    <a:pt x="385" y="735"/>
                    <a:pt x="385" y="607"/>
                  </a:cubicBezTo>
                  <a:lnTo>
                    <a:pt x="385" y="193"/>
                  </a:lnTo>
                  <a:cubicBezTo>
                    <a:pt x="385"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1"/>
            <p:cNvSpPr/>
            <p:nvPr/>
          </p:nvSpPr>
          <p:spPr>
            <a:xfrm>
              <a:off x="3340615" y="1836452"/>
              <a:ext cx="10124" cy="20956"/>
            </a:xfrm>
            <a:custGeom>
              <a:rect b="b" l="l" r="r" t="t"/>
              <a:pathLst>
                <a:path extrusionOk="0" h="799" w="386">
                  <a:moveTo>
                    <a:pt x="193" y="1"/>
                  </a:moveTo>
                  <a:cubicBezTo>
                    <a:pt x="88" y="1"/>
                    <a:pt x="1" y="88"/>
                    <a:pt x="1" y="193"/>
                  </a:cubicBezTo>
                  <a:lnTo>
                    <a:pt x="1" y="607"/>
                  </a:lnTo>
                  <a:cubicBezTo>
                    <a:pt x="1" y="735"/>
                    <a:pt x="97" y="799"/>
                    <a:pt x="193" y="799"/>
                  </a:cubicBezTo>
                  <a:cubicBezTo>
                    <a:pt x="290" y="799"/>
                    <a:pt x="386" y="735"/>
                    <a:pt x="386" y="607"/>
                  </a:cubicBezTo>
                  <a:lnTo>
                    <a:pt x="386" y="193"/>
                  </a:lnTo>
                  <a:cubicBezTo>
                    <a:pt x="386"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1"/>
            <p:cNvSpPr/>
            <p:nvPr/>
          </p:nvSpPr>
          <p:spPr>
            <a:xfrm>
              <a:off x="3115872" y="1511808"/>
              <a:ext cx="316277" cy="275756"/>
            </a:xfrm>
            <a:custGeom>
              <a:rect b="b" l="l" r="r" t="t"/>
              <a:pathLst>
                <a:path extrusionOk="0" h="10514" w="12059">
                  <a:moveTo>
                    <a:pt x="4663" y="720"/>
                  </a:moveTo>
                  <a:cubicBezTo>
                    <a:pt x="4350" y="994"/>
                    <a:pt x="4076" y="1307"/>
                    <a:pt x="3854" y="1658"/>
                  </a:cubicBezTo>
                  <a:cubicBezTo>
                    <a:pt x="3681" y="1918"/>
                    <a:pt x="3537" y="2193"/>
                    <a:pt x="3412" y="2476"/>
                  </a:cubicBezTo>
                  <a:lnTo>
                    <a:pt x="2344" y="2476"/>
                  </a:lnTo>
                  <a:cubicBezTo>
                    <a:pt x="2935" y="1683"/>
                    <a:pt x="3739" y="1071"/>
                    <a:pt x="4663" y="720"/>
                  </a:cubicBezTo>
                  <a:close/>
                  <a:moveTo>
                    <a:pt x="6299" y="398"/>
                  </a:moveTo>
                  <a:lnTo>
                    <a:pt x="6299" y="2476"/>
                  </a:lnTo>
                  <a:lnTo>
                    <a:pt x="3835" y="2476"/>
                  </a:lnTo>
                  <a:cubicBezTo>
                    <a:pt x="4403" y="1283"/>
                    <a:pt x="5293" y="484"/>
                    <a:pt x="6299" y="398"/>
                  </a:cubicBezTo>
                  <a:close/>
                  <a:moveTo>
                    <a:pt x="6689" y="393"/>
                  </a:moveTo>
                  <a:cubicBezTo>
                    <a:pt x="7699" y="484"/>
                    <a:pt x="8584" y="1283"/>
                    <a:pt x="9152" y="2476"/>
                  </a:cubicBezTo>
                  <a:lnTo>
                    <a:pt x="6689" y="2476"/>
                  </a:lnTo>
                  <a:lnTo>
                    <a:pt x="6689" y="393"/>
                  </a:lnTo>
                  <a:close/>
                  <a:moveTo>
                    <a:pt x="8329" y="720"/>
                  </a:moveTo>
                  <a:lnTo>
                    <a:pt x="8329" y="720"/>
                  </a:lnTo>
                  <a:cubicBezTo>
                    <a:pt x="9253" y="1071"/>
                    <a:pt x="10057" y="1683"/>
                    <a:pt x="10644" y="2476"/>
                  </a:cubicBezTo>
                  <a:lnTo>
                    <a:pt x="9580" y="2476"/>
                  </a:lnTo>
                  <a:cubicBezTo>
                    <a:pt x="9455" y="2193"/>
                    <a:pt x="9306" y="1918"/>
                    <a:pt x="9138" y="1658"/>
                  </a:cubicBezTo>
                  <a:cubicBezTo>
                    <a:pt x="8912" y="1307"/>
                    <a:pt x="8642" y="994"/>
                    <a:pt x="8329" y="720"/>
                  </a:cubicBezTo>
                  <a:close/>
                  <a:moveTo>
                    <a:pt x="3253" y="2861"/>
                  </a:moveTo>
                  <a:cubicBezTo>
                    <a:pt x="2964" y="3665"/>
                    <a:pt x="2810" y="4512"/>
                    <a:pt x="2796" y="5363"/>
                  </a:cubicBezTo>
                  <a:lnTo>
                    <a:pt x="1328" y="5363"/>
                  </a:lnTo>
                  <a:cubicBezTo>
                    <a:pt x="1357" y="4478"/>
                    <a:pt x="1617" y="3617"/>
                    <a:pt x="2084" y="2861"/>
                  </a:cubicBezTo>
                  <a:close/>
                  <a:moveTo>
                    <a:pt x="10908" y="2861"/>
                  </a:moveTo>
                  <a:cubicBezTo>
                    <a:pt x="11370" y="3617"/>
                    <a:pt x="11630" y="4478"/>
                    <a:pt x="11664" y="5363"/>
                  </a:cubicBezTo>
                  <a:lnTo>
                    <a:pt x="10191" y="5363"/>
                  </a:lnTo>
                  <a:cubicBezTo>
                    <a:pt x="10177" y="4512"/>
                    <a:pt x="10023" y="3665"/>
                    <a:pt x="9734" y="2861"/>
                  </a:cubicBezTo>
                  <a:close/>
                  <a:moveTo>
                    <a:pt x="2796" y="5748"/>
                  </a:moveTo>
                  <a:cubicBezTo>
                    <a:pt x="2810" y="6542"/>
                    <a:pt x="2945" y="7331"/>
                    <a:pt x="3195" y="8087"/>
                  </a:cubicBezTo>
                  <a:cubicBezTo>
                    <a:pt x="3214" y="8145"/>
                    <a:pt x="3234" y="8198"/>
                    <a:pt x="3258" y="8251"/>
                  </a:cubicBezTo>
                  <a:lnTo>
                    <a:pt x="2079" y="8251"/>
                  </a:lnTo>
                  <a:cubicBezTo>
                    <a:pt x="1617" y="7495"/>
                    <a:pt x="1357" y="6634"/>
                    <a:pt x="1328" y="5748"/>
                  </a:cubicBezTo>
                  <a:close/>
                  <a:moveTo>
                    <a:pt x="11664" y="5753"/>
                  </a:moveTo>
                  <a:cubicBezTo>
                    <a:pt x="11630" y="6605"/>
                    <a:pt x="11390" y="7442"/>
                    <a:pt x="10952" y="8178"/>
                  </a:cubicBezTo>
                  <a:lnTo>
                    <a:pt x="10952" y="8183"/>
                  </a:lnTo>
                  <a:cubicBezTo>
                    <a:pt x="10937" y="8207"/>
                    <a:pt x="10923" y="8231"/>
                    <a:pt x="10908" y="8255"/>
                  </a:cubicBezTo>
                  <a:lnTo>
                    <a:pt x="9734" y="8255"/>
                  </a:lnTo>
                  <a:cubicBezTo>
                    <a:pt x="9754" y="8198"/>
                    <a:pt x="9773" y="8145"/>
                    <a:pt x="9792" y="8087"/>
                  </a:cubicBezTo>
                  <a:cubicBezTo>
                    <a:pt x="10047" y="7336"/>
                    <a:pt x="10182" y="6547"/>
                    <a:pt x="10196" y="5753"/>
                  </a:cubicBezTo>
                  <a:close/>
                  <a:moveTo>
                    <a:pt x="6504" y="0"/>
                  </a:moveTo>
                  <a:cubicBezTo>
                    <a:pt x="4804" y="0"/>
                    <a:pt x="3115" y="773"/>
                    <a:pt x="2016" y="2274"/>
                  </a:cubicBezTo>
                  <a:cubicBezTo>
                    <a:pt x="0" y="5022"/>
                    <a:pt x="910" y="8915"/>
                    <a:pt x="3931" y="10488"/>
                  </a:cubicBezTo>
                  <a:cubicBezTo>
                    <a:pt x="3964" y="10506"/>
                    <a:pt x="3996" y="10513"/>
                    <a:pt x="4026" y="10513"/>
                  </a:cubicBezTo>
                  <a:cubicBezTo>
                    <a:pt x="4201" y="10513"/>
                    <a:pt x="4303" y="10249"/>
                    <a:pt x="4109" y="10146"/>
                  </a:cubicBezTo>
                  <a:cubicBezTo>
                    <a:pt x="3412" y="9785"/>
                    <a:pt x="2805" y="9271"/>
                    <a:pt x="2339" y="8640"/>
                  </a:cubicBezTo>
                  <a:lnTo>
                    <a:pt x="3412" y="8640"/>
                  </a:lnTo>
                  <a:cubicBezTo>
                    <a:pt x="3628" y="9141"/>
                    <a:pt x="3922" y="9607"/>
                    <a:pt x="4283" y="10021"/>
                  </a:cubicBezTo>
                  <a:cubicBezTo>
                    <a:pt x="4324" y="10069"/>
                    <a:pt x="4374" y="10089"/>
                    <a:pt x="4421" y="10089"/>
                  </a:cubicBezTo>
                  <a:cubicBezTo>
                    <a:pt x="4566" y="10089"/>
                    <a:pt x="4698" y="9906"/>
                    <a:pt x="4571" y="9761"/>
                  </a:cubicBezTo>
                  <a:cubicBezTo>
                    <a:pt x="4273" y="9425"/>
                    <a:pt x="4028" y="9044"/>
                    <a:pt x="3835" y="8640"/>
                  </a:cubicBezTo>
                  <a:cubicBezTo>
                    <a:pt x="4076" y="8607"/>
                    <a:pt x="4052" y="8255"/>
                    <a:pt x="3811" y="8255"/>
                  </a:cubicBezTo>
                  <a:lnTo>
                    <a:pt x="3672" y="8255"/>
                  </a:lnTo>
                  <a:cubicBezTo>
                    <a:pt x="3364" y="7457"/>
                    <a:pt x="3200" y="6610"/>
                    <a:pt x="3181" y="5753"/>
                  </a:cubicBezTo>
                  <a:lnTo>
                    <a:pt x="3397" y="5753"/>
                  </a:lnTo>
                  <a:cubicBezTo>
                    <a:pt x="3657" y="5753"/>
                    <a:pt x="3657" y="5363"/>
                    <a:pt x="3397" y="5363"/>
                  </a:cubicBezTo>
                  <a:lnTo>
                    <a:pt x="3181" y="5363"/>
                  </a:lnTo>
                  <a:cubicBezTo>
                    <a:pt x="3195" y="4507"/>
                    <a:pt x="3359" y="3660"/>
                    <a:pt x="3667" y="2861"/>
                  </a:cubicBezTo>
                  <a:lnTo>
                    <a:pt x="6299" y="2861"/>
                  </a:lnTo>
                  <a:lnTo>
                    <a:pt x="6299" y="3290"/>
                  </a:lnTo>
                  <a:cubicBezTo>
                    <a:pt x="6299" y="3417"/>
                    <a:pt x="6396" y="3481"/>
                    <a:pt x="6494" y="3481"/>
                  </a:cubicBezTo>
                  <a:cubicBezTo>
                    <a:pt x="6591" y="3481"/>
                    <a:pt x="6689" y="3417"/>
                    <a:pt x="6689" y="3290"/>
                  </a:cubicBezTo>
                  <a:lnTo>
                    <a:pt x="6689" y="2861"/>
                  </a:lnTo>
                  <a:lnTo>
                    <a:pt x="9321" y="2861"/>
                  </a:lnTo>
                  <a:cubicBezTo>
                    <a:pt x="9628" y="3660"/>
                    <a:pt x="9792" y="4507"/>
                    <a:pt x="9807" y="5363"/>
                  </a:cubicBezTo>
                  <a:lnTo>
                    <a:pt x="9590" y="5363"/>
                  </a:lnTo>
                  <a:cubicBezTo>
                    <a:pt x="9330" y="5363"/>
                    <a:pt x="9330" y="5748"/>
                    <a:pt x="9590" y="5748"/>
                  </a:cubicBezTo>
                  <a:lnTo>
                    <a:pt x="9807" y="5748"/>
                  </a:lnTo>
                  <a:cubicBezTo>
                    <a:pt x="9792" y="6605"/>
                    <a:pt x="9624" y="7452"/>
                    <a:pt x="9321" y="8251"/>
                  </a:cubicBezTo>
                  <a:lnTo>
                    <a:pt x="9176" y="8251"/>
                  </a:lnTo>
                  <a:cubicBezTo>
                    <a:pt x="8936" y="8255"/>
                    <a:pt x="8916" y="8602"/>
                    <a:pt x="9152" y="8635"/>
                  </a:cubicBezTo>
                  <a:cubicBezTo>
                    <a:pt x="8964" y="9044"/>
                    <a:pt x="8714" y="9425"/>
                    <a:pt x="8421" y="9761"/>
                  </a:cubicBezTo>
                  <a:cubicBezTo>
                    <a:pt x="8290" y="9906"/>
                    <a:pt x="8422" y="10087"/>
                    <a:pt x="8569" y="10087"/>
                  </a:cubicBezTo>
                  <a:cubicBezTo>
                    <a:pt x="8617" y="10087"/>
                    <a:pt x="8667" y="10068"/>
                    <a:pt x="8709" y="10021"/>
                  </a:cubicBezTo>
                  <a:cubicBezTo>
                    <a:pt x="9066" y="9607"/>
                    <a:pt x="9359" y="9141"/>
                    <a:pt x="9576" y="8640"/>
                  </a:cubicBezTo>
                  <a:lnTo>
                    <a:pt x="10649" y="8640"/>
                  </a:lnTo>
                  <a:cubicBezTo>
                    <a:pt x="10225" y="9208"/>
                    <a:pt x="9691" y="9684"/>
                    <a:pt x="9080" y="10040"/>
                  </a:cubicBezTo>
                  <a:cubicBezTo>
                    <a:pt x="8893" y="10146"/>
                    <a:pt x="9001" y="10402"/>
                    <a:pt x="9172" y="10402"/>
                  </a:cubicBezTo>
                  <a:cubicBezTo>
                    <a:pt x="9204" y="10402"/>
                    <a:pt x="9238" y="10393"/>
                    <a:pt x="9272" y="10373"/>
                  </a:cubicBezTo>
                  <a:cubicBezTo>
                    <a:pt x="10990" y="9381"/>
                    <a:pt x="12054" y="7548"/>
                    <a:pt x="12054" y="5561"/>
                  </a:cubicBezTo>
                  <a:cubicBezTo>
                    <a:pt x="12058" y="4084"/>
                    <a:pt x="11471" y="2669"/>
                    <a:pt x="10427" y="1625"/>
                  </a:cubicBezTo>
                  <a:cubicBezTo>
                    <a:pt x="9334" y="533"/>
                    <a:pt x="7915" y="0"/>
                    <a:pt x="6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81"/>
          <p:cNvGrpSpPr/>
          <p:nvPr/>
        </p:nvGrpSpPr>
        <p:grpSpPr>
          <a:xfrm>
            <a:off x="3561975" y="1511782"/>
            <a:ext cx="349088" cy="345652"/>
            <a:chOff x="3561975" y="1511782"/>
            <a:chExt cx="349088" cy="345652"/>
          </a:xfrm>
        </p:grpSpPr>
        <p:sp>
          <p:nvSpPr>
            <p:cNvPr id="9724" name="Google Shape;9724;p81"/>
            <p:cNvSpPr/>
            <p:nvPr/>
          </p:nvSpPr>
          <p:spPr>
            <a:xfrm>
              <a:off x="3628488" y="1576485"/>
              <a:ext cx="216088" cy="216220"/>
            </a:xfrm>
            <a:custGeom>
              <a:rect b="b" l="l" r="r" t="t"/>
              <a:pathLst>
                <a:path extrusionOk="0" h="8244" w="8239">
                  <a:moveTo>
                    <a:pt x="4119" y="1"/>
                  </a:moveTo>
                  <a:cubicBezTo>
                    <a:pt x="1843" y="1"/>
                    <a:pt x="0" y="1849"/>
                    <a:pt x="0" y="4120"/>
                  </a:cubicBezTo>
                  <a:cubicBezTo>
                    <a:pt x="0" y="6396"/>
                    <a:pt x="1843" y="8243"/>
                    <a:pt x="4119" y="8243"/>
                  </a:cubicBezTo>
                  <a:cubicBezTo>
                    <a:pt x="6395" y="8243"/>
                    <a:pt x="8238" y="6396"/>
                    <a:pt x="8238" y="4120"/>
                  </a:cubicBezTo>
                  <a:cubicBezTo>
                    <a:pt x="8238" y="1849"/>
                    <a:pt x="6395" y="1"/>
                    <a:pt x="4119"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1"/>
            <p:cNvSpPr/>
            <p:nvPr/>
          </p:nvSpPr>
          <p:spPr>
            <a:xfrm>
              <a:off x="3671659" y="1652204"/>
              <a:ext cx="129747" cy="129643"/>
            </a:xfrm>
            <a:custGeom>
              <a:rect b="b" l="l" r="r" t="t"/>
              <a:pathLst>
                <a:path extrusionOk="0" h="4943" w="4947">
                  <a:moveTo>
                    <a:pt x="2473" y="1"/>
                  </a:moveTo>
                  <a:cubicBezTo>
                    <a:pt x="1107" y="1"/>
                    <a:pt x="0" y="1108"/>
                    <a:pt x="0" y="2469"/>
                  </a:cubicBezTo>
                  <a:cubicBezTo>
                    <a:pt x="0" y="3836"/>
                    <a:pt x="1107" y="4943"/>
                    <a:pt x="2473" y="4943"/>
                  </a:cubicBezTo>
                  <a:cubicBezTo>
                    <a:pt x="3840" y="4943"/>
                    <a:pt x="4947" y="3836"/>
                    <a:pt x="4947" y="2469"/>
                  </a:cubicBezTo>
                  <a:cubicBezTo>
                    <a:pt x="4947" y="1108"/>
                    <a:pt x="3840" y="1"/>
                    <a:pt x="2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1"/>
            <p:cNvSpPr/>
            <p:nvPr/>
          </p:nvSpPr>
          <p:spPr>
            <a:xfrm>
              <a:off x="3704076" y="1727818"/>
              <a:ext cx="64887" cy="102628"/>
            </a:xfrm>
            <a:custGeom>
              <a:rect b="b" l="l" r="r" t="t"/>
              <a:pathLst>
                <a:path extrusionOk="0" h="3913" w="2474">
                  <a:moveTo>
                    <a:pt x="824" y="0"/>
                  </a:moveTo>
                  <a:lnTo>
                    <a:pt x="824" y="395"/>
                  </a:lnTo>
                  <a:cubicBezTo>
                    <a:pt x="824" y="472"/>
                    <a:pt x="780" y="544"/>
                    <a:pt x="713" y="578"/>
                  </a:cubicBezTo>
                  <a:lnTo>
                    <a:pt x="222" y="837"/>
                  </a:lnTo>
                  <a:cubicBezTo>
                    <a:pt x="87" y="905"/>
                    <a:pt x="1" y="1049"/>
                    <a:pt x="1" y="1198"/>
                  </a:cubicBezTo>
                  <a:lnTo>
                    <a:pt x="1" y="2608"/>
                  </a:lnTo>
                  <a:cubicBezTo>
                    <a:pt x="1" y="3056"/>
                    <a:pt x="135" y="3493"/>
                    <a:pt x="381" y="3864"/>
                  </a:cubicBezTo>
                  <a:lnTo>
                    <a:pt x="415" y="3912"/>
                  </a:lnTo>
                  <a:lnTo>
                    <a:pt x="2060" y="3912"/>
                  </a:lnTo>
                  <a:lnTo>
                    <a:pt x="2094" y="3864"/>
                  </a:lnTo>
                  <a:cubicBezTo>
                    <a:pt x="2339" y="3493"/>
                    <a:pt x="2474" y="3056"/>
                    <a:pt x="2474" y="2608"/>
                  </a:cubicBezTo>
                  <a:lnTo>
                    <a:pt x="2474" y="1198"/>
                  </a:lnTo>
                  <a:cubicBezTo>
                    <a:pt x="2474" y="1049"/>
                    <a:pt x="2387" y="905"/>
                    <a:pt x="2253" y="837"/>
                  </a:cubicBezTo>
                  <a:lnTo>
                    <a:pt x="1762" y="578"/>
                  </a:lnTo>
                  <a:cubicBezTo>
                    <a:pt x="1694" y="544"/>
                    <a:pt x="1651" y="472"/>
                    <a:pt x="1651" y="395"/>
                  </a:cubicBezTo>
                  <a:lnTo>
                    <a:pt x="1651"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1"/>
            <p:cNvSpPr/>
            <p:nvPr/>
          </p:nvSpPr>
          <p:spPr>
            <a:xfrm>
              <a:off x="3704207" y="1746098"/>
              <a:ext cx="64756" cy="84348"/>
            </a:xfrm>
            <a:custGeom>
              <a:rect b="b" l="l" r="r" t="t"/>
              <a:pathLst>
                <a:path extrusionOk="0" h="3216" w="2469">
                  <a:moveTo>
                    <a:pt x="482" y="1"/>
                  </a:moveTo>
                  <a:lnTo>
                    <a:pt x="222" y="140"/>
                  </a:lnTo>
                  <a:cubicBezTo>
                    <a:pt x="82" y="208"/>
                    <a:pt x="1" y="352"/>
                    <a:pt x="1" y="501"/>
                  </a:cubicBezTo>
                  <a:lnTo>
                    <a:pt x="1" y="1911"/>
                  </a:lnTo>
                  <a:cubicBezTo>
                    <a:pt x="1" y="2359"/>
                    <a:pt x="130" y="2796"/>
                    <a:pt x="381" y="3167"/>
                  </a:cubicBezTo>
                  <a:lnTo>
                    <a:pt x="410" y="3215"/>
                  </a:lnTo>
                  <a:lnTo>
                    <a:pt x="2060" y="3215"/>
                  </a:lnTo>
                  <a:lnTo>
                    <a:pt x="2089" y="3167"/>
                  </a:lnTo>
                  <a:cubicBezTo>
                    <a:pt x="2339" y="2796"/>
                    <a:pt x="2469" y="2359"/>
                    <a:pt x="2469" y="1911"/>
                  </a:cubicBezTo>
                  <a:lnTo>
                    <a:pt x="2469" y="501"/>
                  </a:lnTo>
                  <a:cubicBezTo>
                    <a:pt x="2469" y="347"/>
                    <a:pt x="2382" y="208"/>
                    <a:pt x="2248" y="140"/>
                  </a:cubicBezTo>
                  <a:lnTo>
                    <a:pt x="1988" y="1"/>
                  </a:lnTo>
                  <a:cubicBezTo>
                    <a:pt x="1783" y="220"/>
                    <a:pt x="1508" y="329"/>
                    <a:pt x="1233" y="329"/>
                  </a:cubicBezTo>
                  <a:cubicBezTo>
                    <a:pt x="958" y="329"/>
                    <a:pt x="684" y="220"/>
                    <a:pt x="482"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1"/>
            <p:cNvSpPr/>
            <p:nvPr/>
          </p:nvSpPr>
          <p:spPr>
            <a:xfrm>
              <a:off x="3714934" y="1684647"/>
              <a:ext cx="43197" cy="48600"/>
            </a:xfrm>
            <a:custGeom>
              <a:rect b="b" l="l" r="r" t="t"/>
              <a:pathLst>
                <a:path extrusionOk="0" h="1853" w="1647">
                  <a:moveTo>
                    <a:pt x="616" y="0"/>
                  </a:moveTo>
                  <a:cubicBezTo>
                    <a:pt x="275" y="0"/>
                    <a:pt x="1" y="275"/>
                    <a:pt x="1" y="616"/>
                  </a:cubicBezTo>
                  <a:lnTo>
                    <a:pt x="1" y="1030"/>
                  </a:lnTo>
                  <a:cubicBezTo>
                    <a:pt x="1" y="1482"/>
                    <a:pt x="366" y="1853"/>
                    <a:pt x="823" y="1853"/>
                  </a:cubicBezTo>
                  <a:cubicBezTo>
                    <a:pt x="1280" y="1853"/>
                    <a:pt x="1646" y="1482"/>
                    <a:pt x="1646" y="1030"/>
                  </a:cubicBezTo>
                  <a:lnTo>
                    <a:pt x="1646" y="616"/>
                  </a:lnTo>
                  <a:cubicBezTo>
                    <a:pt x="1646" y="275"/>
                    <a:pt x="1372" y="0"/>
                    <a:pt x="103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1"/>
            <p:cNvSpPr/>
            <p:nvPr/>
          </p:nvSpPr>
          <p:spPr>
            <a:xfrm>
              <a:off x="3714934" y="1684647"/>
              <a:ext cx="29690" cy="48600"/>
            </a:xfrm>
            <a:custGeom>
              <a:rect b="b" l="l" r="r" t="t"/>
              <a:pathLst>
                <a:path extrusionOk="0" h="1853" w="1132">
                  <a:moveTo>
                    <a:pt x="616" y="0"/>
                  </a:moveTo>
                  <a:cubicBezTo>
                    <a:pt x="275" y="0"/>
                    <a:pt x="1" y="275"/>
                    <a:pt x="1" y="616"/>
                  </a:cubicBezTo>
                  <a:lnTo>
                    <a:pt x="1" y="1030"/>
                  </a:lnTo>
                  <a:cubicBezTo>
                    <a:pt x="1" y="1501"/>
                    <a:pt x="388" y="1852"/>
                    <a:pt x="821" y="1852"/>
                  </a:cubicBezTo>
                  <a:cubicBezTo>
                    <a:pt x="923" y="1852"/>
                    <a:pt x="1028" y="1833"/>
                    <a:pt x="1131" y="1790"/>
                  </a:cubicBezTo>
                  <a:cubicBezTo>
                    <a:pt x="823" y="1665"/>
                    <a:pt x="616" y="1362"/>
                    <a:pt x="616" y="1030"/>
                  </a:cubicBezTo>
                  <a:lnTo>
                    <a:pt x="616" y="616"/>
                  </a:lnTo>
                  <a:cubicBezTo>
                    <a:pt x="616" y="313"/>
                    <a:pt x="838" y="58"/>
                    <a:pt x="1131" y="10"/>
                  </a:cubicBezTo>
                  <a:cubicBezTo>
                    <a:pt x="1098" y="0"/>
                    <a:pt x="1064" y="0"/>
                    <a:pt x="103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1"/>
            <p:cNvSpPr/>
            <p:nvPr/>
          </p:nvSpPr>
          <p:spPr>
            <a:xfrm>
              <a:off x="3714934" y="1830420"/>
              <a:ext cx="43197" cy="21585"/>
            </a:xfrm>
            <a:custGeom>
              <a:rect b="b" l="l" r="r" t="t"/>
              <a:pathLst>
                <a:path extrusionOk="0" h="823" w="1647">
                  <a:moveTo>
                    <a:pt x="1" y="0"/>
                  </a:moveTo>
                  <a:lnTo>
                    <a:pt x="1" y="621"/>
                  </a:lnTo>
                  <a:cubicBezTo>
                    <a:pt x="1" y="731"/>
                    <a:pt x="92" y="823"/>
                    <a:pt x="207" y="823"/>
                  </a:cubicBezTo>
                  <a:lnTo>
                    <a:pt x="1439" y="823"/>
                  </a:lnTo>
                  <a:cubicBezTo>
                    <a:pt x="1555" y="823"/>
                    <a:pt x="1646" y="731"/>
                    <a:pt x="1646" y="621"/>
                  </a:cubicBezTo>
                  <a:lnTo>
                    <a:pt x="164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1"/>
            <p:cNvSpPr/>
            <p:nvPr/>
          </p:nvSpPr>
          <p:spPr>
            <a:xfrm>
              <a:off x="3714934" y="1684647"/>
              <a:ext cx="43197" cy="21611"/>
            </a:xfrm>
            <a:custGeom>
              <a:rect b="b" l="l" r="r" t="t"/>
              <a:pathLst>
                <a:path extrusionOk="0" h="824" w="1647">
                  <a:moveTo>
                    <a:pt x="608" y="0"/>
                  </a:moveTo>
                  <a:cubicBezTo>
                    <a:pt x="270" y="0"/>
                    <a:pt x="1" y="278"/>
                    <a:pt x="1" y="616"/>
                  </a:cubicBezTo>
                  <a:cubicBezTo>
                    <a:pt x="1" y="616"/>
                    <a:pt x="616" y="823"/>
                    <a:pt x="1646" y="823"/>
                  </a:cubicBezTo>
                  <a:lnTo>
                    <a:pt x="1646" y="616"/>
                  </a:lnTo>
                  <a:cubicBezTo>
                    <a:pt x="1646" y="275"/>
                    <a:pt x="1372" y="0"/>
                    <a:pt x="1030" y="0"/>
                  </a:cubicBezTo>
                  <a:lnTo>
                    <a:pt x="616" y="0"/>
                  </a:lnTo>
                  <a:cubicBezTo>
                    <a:pt x="614" y="0"/>
                    <a:pt x="611" y="0"/>
                    <a:pt x="60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1"/>
            <p:cNvSpPr/>
            <p:nvPr/>
          </p:nvSpPr>
          <p:spPr>
            <a:xfrm>
              <a:off x="3714934" y="1684647"/>
              <a:ext cx="29690" cy="19592"/>
            </a:xfrm>
            <a:custGeom>
              <a:rect b="b" l="l" r="r" t="t"/>
              <a:pathLst>
                <a:path extrusionOk="0" h="747" w="1132">
                  <a:moveTo>
                    <a:pt x="616" y="0"/>
                  </a:moveTo>
                  <a:cubicBezTo>
                    <a:pt x="275" y="0"/>
                    <a:pt x="1" y="275"/>
                    <a:pt x="1" y="616"/>
                  </a:cubicBezTo>
                  <a:cubicBezTo>
                    <a:pt x="203" y="674"/>
                    <a:pt x="410" y="722"/>
                    <a:pt x="616" y="746"/>
                  </a:cubicBezTo>
                  <a:lnTo>
                    <a:pt x="616" y="616"/>
                  </a:lnTo>
                  <a:cubicBezTo>
                    <a:pt x="616" y="313"/>
                    <a:pt x="838" y="58"/>
                    <a:pt x="1131" y="10"/>
                  </a:cubicBezTo>
                  <a:cubicBezTo>
                    <a:pt x="1098" y="0"/>
                    <a:pt x="1064" y="0"/>
                    <a:pt x="103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1"/>
            <p:cNvSpPr/>
            <p:nvPr/>
          </p:nvSpPr>
          <p:spPr>
            <a:xfrm>
              <a:off x="3704076" y="1753940"/>
              <a:ext cx="16314" cy="76506"/>
            </a:xfrm>
            <a:custGeom>
              <a:rect b="b" l="l" r="r" t="t"/>
              <a:pathLst>
                <a:path extrusionOk="0" h="2917" w="622">
                  <a:moveTo>
                    <a:pt x="58" y="0"/>
                  </a:moveTo>
                  <a:cubicBezTo>
                    <a:pt x="20" y="63"/>
                    <a:pt x="1" y="130"/>
                    <a:pt x="1" y="202"/>
                  </a:cubicBezTo>
                  <a:lnTo>
                    <a:pt x="1" y="1612"/>
                  </a:lnTo>
                  <a:cubicBezTo>
                    <a:pt x="1" y="2060"/>
                    <a:pt x="135" y="2497"/>
                    <a:pt x="381" y="2868"/>
                  </a:cubicBezTo>
                  <a:lnTo>
                    <a:pt x="415" y="2916"/>
                  </a:lnTo>
                  <a:lnTo>
                    <a:pt x="621" y="2916"/>
                  </a:lnTo>
                  <a:lnTo>
                    <a:pt x="621" y="645"/>
                  </a:lnTo>
                  <a:cubicBezTo>
                    <a:pt x="621" y="520"/>
                    <a:pt x="564" y="399"/>
                    <a:pt x="463" y="323"/>
                  </a:cubicBezTo>
                  <a:lnTo>
                    <a:pt x="58"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1"/>
            <p:cNvSpPr/>
            <p:nvPr/>
          </p:nvSpPr>
          <p:spPr>
            <a:xfrm>
              <a:off x="3752675" y="1753940"/>
              <a:ext cx="16287" cy="76506"/>
            </a:xfrm>
            <a:custGeom>
              <a:rect b="b" l="l" r="r" t="t"/>
              <a:pathLst>
                <a:path extrusionOk="0" h="2917" w="621">
                  <a:moveTo>
                    <a:pt x="563" y="0"/>
                  </a:moveTo>
                  <a:lnTo>
                    <a:pt x="159" y="323"/>
                  </a:lnTo>
                  <a:cubicBezTo>
                    <a:pt x="58" y="399"/>
                    <a:pt x="0" y="520"/>
                    <a:pt x="0" y="645"/>
                  </a:cubicBezTo>
                  <a:lnTo>
                    <a:pt x="0" y="2916"/>
                  </a:lnTo>
                  <a:lnTo>
                    <a:pt x="207" y="2916"/>
                  </a:lnTo>
                  <a:lnTo>
                    <a:pt x="241" y="2868"/>
                  </a:lnTo>
                  <a:cubicBezTo>
                    <a:pt x="486" y="2497"/>
                    <a:pt x="621" y="2060"/>
                    <a:pt x="621" y="1612"/>
                  </a:cubicBezTo>
                  <a:lnTo>
                    <a:pt x="621" y="202"/>
                  </a:lnTo>
                  <a:cubicBezTo>
                    <a:pt x="621" y="130"/>
                    <a:pt x="602" y="63"/>
                    <a:pt x="56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1"/>
            <p:cNvSpPr/>
            <p:nvPr/>
          </p:nvSpPr>
          <p:spPr>
            <a:xfrm>
              <a:off x="3610444" y="1571318"/>
              <a:ext cx="244729" cy="286116"/>
            </a:xfrm>
            <a:custGeom>
              <a:rect b="b" l="l" r="r" t="t"/>
              <a:pathLst>
                <a:path extrusionOk="0" h="10909" w="9331">
                  <a:moveTo>
                    <a:pt x="5014" y="4509"/>
                  </a:moveTo>
                  <a:cubicBezTo>
                    <a:pt x="5250" y="4509"/>
                    <a:pt x="5438" y="4702"/>
                    <a:pt x="5438" y="4937"/>
                  </a:cubicBezTo>
                  <a:lnTo>
                    <a:pt x="5438" y="5351"/>
                  </a:lnTo>
                  <a:cubicBezTo>
                    <a:pt x="5442" y="5698"/>
                    <a:pt x="5159" y="5982"/>
                    <a:pt x="4807" y="5982"/>
                  </a:cubicBezTo>
                  <a:cubicBezTo>
                    <a:pt x="4456" y="5982"/>
                    <a:pt x="4177" y="5698"/>
                    <a:pt x="4177" y="5351"/>
                  </a:cubicBezTo>
                  <a:lnTo>
                    <a:pt x="4177" y="4937"/>
                  </a:lnTo>
                  <a:cubicBezTo>
                    <a:pt x="4177" y="4702"/>
                    <a:pt x="4365" y="4509"/>
                    <a:pt x="4600" y="4509"/>
                  </a:cubicBezTo>
                  <a:close/>
                  <a:moveTo>
                    <a:pt x="5029" y="6366"/>
                  </a:moveTo>
                  <a:lnTo>
                    <a:pt x="5029" y="6458"/>
                  </a:lnTo>
                  <a:cubicBezTo>
                    <a:pt x="5029" y="6530"/>
                    <a:pt x="5043" y="6597"/>
                    <a:pt x="5082" y="6660"/>
                  </a:cubicBezTo>
                  <a:lnTo>
                    <a:pt x="4817" y="6925"/>
                  </a:lnTo>
                  <a:cubicBezTo>
                    <a:pt x="4815" y="6927"/>
                    <a:pt x="4811" y="6928"/>
                    <a:pt x="4807" y="6928"/>
                  </a:cubicBezTo>
                  <a:cubicBezTo>
                    <a:pt x="4804" y="6928"/>
                    <a:pt x="4800" y="6927"/>
                    <a:pt x="4798" y="6925"/>
                  </a:cubicBezTo>
                  <a:lnTo>
                    <a:pt x="4533" y="6660"/>
                  </a:lnTo>
                  <a:cubicBezTo>
                    <a:pt x="4567" y="6597"/>
                    <a:pt x="4586" y="6530"/>
                    <a:pt x="4586" y="6458"/>
                  </a:cubicBezTo>
                  <a:lnTo>
                    <a:pt x="4586" y="6371"/>
                  </a:lnTo>
                  <a:lnTo>
                    <a:pt x="5029" y="6366"/>
                  </a:lnTo>
                  <a:close/>
                  <a:moveTo>
                    <a:pt x="4803" y="380"/>
                  </a:moveTo>
                  <a:cubicBezTo>
                    <a:pt x="6260" y="380"/>
                    <a:pt x="7604" y="1186"/>
                    <a:pt x="8286" y="2474"/>
                  </a:cubicBezTo>
                  <a:cubicBezTo>
                    <a:pt x="8974" y="3773"/>
                    <a:pt x="8883" y="5351"/>
                    <a:pt x="8041" y="6559"/>
                  </a:cubicBezTo>
                  <a:lnTo>
                    <a:pt x="8036" y="6564"/>
                  </a:lnTo>
                  <a:cubicBezTo>
                    <a:pt x="7593" y="7209"/>
                    <a:pt x="6963" y="7699"/>
                    <a:pt x="6232" y="7983"/>
                  </a:cubicBezTo>
                  <a:cubicBezTo>
                    <a:pt x="6005" y="8075"/>
                    <a:pt x="5851" y="8301"/>
                    <a:pt x="5851" y="8546"/>
                  </a:cubicBezTo>
                  <a:lnTo>
                    <a:pt x="5851" y="9085"/>
                  </a:lnTo>
                  <a:cubicBezTo>
                    <a:pt x="5851" y="9167"/>
                    <a:pt x="5827" y="9249"/>
                    <a:pt x="5779" y="9321"/>
                  </a:cubicBezTo>
                  <a:lnTo>
                    <a:pt x="5577" y="9629"/>
                  </a:lnTo>
                  <a:cubicBezTo>
                    <a:pt x="5563" y="9648"/>
                    <a:pt x="5548" y="9672"/>
                    <a:pt x="5534" y="9696"/>
                  </a:cubicBezTo>
                  <a:lnTo>
                    <a:pt x="4081" y="9696"/>
                  </a:lnTo>
                  <a:cubicBezTo>
                    <a:pt x="4066" y="9672"/>
                    <a:pt x="4052" y="9648"/>
                    <a:pt x="4037" y="9629"/>
                  </a:cubicBezTo>
                  <a:lnTo>
                    <a:pt x="3831" y="9321"/>
                  </a:lnTo>
                  <a:cubicBezTo>
                    <a:pt x="3787" y="9249"/>
                    <a:pt x="3758" y="9167"/>
                    <a:pt x="3758" y="9085"/>
                  </a:cubicBezTo>
                  <a:lnTo>
                    <a:pt x="3758" y="7257"/>
                  </a:lnTo>
                  <a:cubicBezTo>
                    <a:pt x="3758" y="7175"/>
                    <a:pt x="3806" y="7098"/>
                    <a:pt x="3879" y="7059"/>
                  </a:cubicBezTo>
                  <a:lnTo>
                    <a:pt x="4215" y="6891"/>
                  </a:lnTo>
                  <a:lnTo>
                    <a:pt x="4523" y="7199"/>
                  </a:lnTo>
                  <a:cubicBezTo>
                    <a:pt x="4600" y="7276"/>
                    <a:pt x="4703" y="7314"/>
                    <a:pt x="4805" y="7314"/>
                  </a:cubicBezTo>
                  <a:cubicBezTo>
                    <a:pt x="4907" y="7314"/>
                    <a:pt x="5009" y="7276"/>
                    <a:pt x="5086" y="7199"/>
                  </a:cubicBezTo>
                  <a:lnTo>
                    <a:pt x="5394" y="6891"/>
                  </a:lnTo>
                  <a:lnTo>
                    <a:pt x="5726" y="7059"/>
                  </a:lnTo>
                  <a:cubicBezTo>
                    <a:pt x="5803" y="7098"/>
                    <a:pt x="5851" y="7175"/>
                    <a:pt x="5847" y="7257"/>
                  </a:cubicBezTo>
                  <a:lnTo>
                    <a:pt x="5847" y="7415"/>
                  </a:lnTo>
                  <a:cubicBezTo>
                    <a:pt x="5847" y="7543"/>
                    <a:pt x="5944" y="7607"/>
                    <a:pt x="6042" y="7607"/>
                  </a:cubicBezTo>
                  <a:cubicBezTo>
                    <a:pt x="6139" y="7607"/>
                    <a:pt x="6236" y="7543"/>
                    <a:pt x="6236" y="7415"/>
                  </a:cubicBezTo>
                  <a:lnTo>
                    <a:pt x="6236" y="7257"/>
                  </a:lnTo>
                  <a:cubicBezTo>
                    <a:pt x="6236" y="7026"/>
                    <a:pt x="6107" y="6819"/>
                    <a:pt x="5900" y="6718"/>
                  </a:cubicBezTo>
                  <a:lnTo>
                    <a:pt x="5418" y="6477"/>
                  </a:lnTo>
                  <a:cubicBezTo>
                    <a:pt x="5414" y="6472"/>
                    <a:pt x="5409" y="6468"/>
                    <a:pt x="5414" y="6463"/>
                  </a:cubicBezTo>
                  <a:lnTo>
                    <a:pt x="5414" y="6169"/>
                  </a:lnTo>
                  <a:cubicBezTo>
                    <a:pt x="5669" y="5977"/>
                    <a:pt x="5823" y="5674"/>
                    <a:pt x="5823" y="5351"/>
                  </a:cubicBezTo>
                  <a:lnTo>
                    <a:pt x="5823" y="4937"/>
                  </a:lnTo>
                  <a:cubicBezTo>
                    <a:pt x="5823" y="4490"/>
                    <a:pt x="5462" y="4129"/>
                    <a:pt x="5009" y="4129"/>
                  </a:cubicBezTo>
                  <a:lnTo>
                    <a:pt x="4600" y="4129"/>
                  </a:lnTo>
                  <a:cubicBezTo>
                    <a:pt x="4153" y="4129"/>
                    <a:pt x="3787" y="4490"/>
                    <a:pt x="3787" y="4937"/>
                  </a:cubicBezTo>
                  <a:lnTo>
                    <a:pt x="3787" y="5351"/>
                  </a:lnTo>
                  <a:cubicBezTo>
                    <a:pt x="3787" y="5674"/>
                    <a:pt x="3941" y="5977"/>
                    <a:pt x="4201" y="6169"/>
                  </a:cubicBezTo>
                  <a:lnTo>
                    <a:pt x="4201" y="6458"/>
                  </a:lnTo>
                  <a:cubicBezTo>
                    <a:pt x="4201" y="6463"/>
                    <a:pt x="4196" y="6468"/>
                    <a:pt x="4191" y="6472"/>
                  </a:cubicBezTo>
                  <a:lnTo>
                    <a:pt x="3710" y="6713"/>
                  </a:lnTo>
                  <a:cubicBezTo>
                    <a:pt x="3503" y="6814"/>
                    <a:pt x="3373" y="7026"/>
                    <a:pt x="3378" y="7252"/>
                  </a:cubicBezTo>
                  <a:lnTo>
                    <a:pt x="3378" y="7983"/>
                  </a:lnTo>
                  <a:cubicBezTo>
                    <a:pt x="2681" y="7704"/>
                    <a:pt x="2074" y="7237"/>
                    <a:pt x="1632" y="6636"/>
                  </a:cubicBezTo>
                  <a:cubicBezTo>
                    <a:pt x="765" y="5443"/>
                    <a:pt x="636" y="3869"/>
                    <a:pt x="1295" y="2556"/>
                  </a:cubicBezTo>
                  <a:cubicBezTo>
                    <a:pt x="1954" y="1237"/>
                    <a:pt x="3292" y="400"/>
                    <a:pt x="4764" y="381"/>
                  </a:cubicBezTo>
                  <a:cubicBezTo>
                    <a:pt x="4777" y="381"/>
                    <a:pt x="4790" y="380"/>
                    <a:pt x="4803" y="380"/>
                  </a:cubicBezTo>
                  <a:close/>
                  <a:moveTo>
                    <a:pt x="5438" y="10081"/>
                  </a:moveTo>
                  <a:lnTo>
                    <a:pt x="5438" y="10509"/>
                  </a:lnTo>
                  <a:cubicBezTo>
                    <a:pt x="5438" y="10514"/>
                    <a:pt x="5433" y="10519"/>
                    <a:pt x="5428" y="10524"/>
                  </a:cubicBezTo>
                  <a:lnTo>
                    <a:pt x="4187" y="10524"/>
                  </a:lnTo>
                  <a:cubicBezTo>
                    <a:pt x="4182" y="10524"/>
                    <a:pt x="4177" y="10514"/>
                    <a:pt x="4177" y="10509"/>
                  </a:cubicBezTo>
                  <a:lnTo>
                    <a:pt x="4177" y="10081"/>
                  </a:lnTo>
                  <a:close/>
                  <a:moveTo>
                    <a:pt x="4806" y="0"/>
                  </a:moveTo>
                  <a:cubicBezTo>
                    <a:pt x="3790" y="0"/>
                    <a:pt x="2771" y="357"/>
                    <a:pt x="1954" y="1074"/>
                  </a:cubicBezTo>
                  <a:cubicBezTo>
                    <a:pt x="275" y="2551"/>
                    <a:pt x="0" y="5062"/>
                    <a:pt x="1319" y="6867"/>
                  </a:cubicBezTo>
                  <a:cubicBezTo>
                    <a:pt x="1834" y="7569"/>
                    <a:pt x="2551" y="8104"/>
                    <a:pt x="3378" y="8397"/>
                  </a:cubicBezTo>
                  <a:lnTo>
                    <a:pt x="3378" y="9085"/>
                  </a:lnTo>
                  <a:cubicBezTo>
                    <a:pt x="3373" y="9244"/>
                    <a:pt x="3422" y="9403"/>
                    <a:pt x="3513" y="9533"/>
                  </a:cubicBezTo>
                  <a:lnTo>
                    <a:pt x="3715" y="9841"/>
                  </a:lnTo>
                  <a:cubicBezTo>
                    <a:pt x="3763" y="9913"/>
                    <a:pt x="3787" y="9995"/>
                    <a:pt x="3787" y="10076"/>
                  </a:cubicBezTo>
                  <a:lnTo>
                    <a:pt x="3787" y="10509"/>
                  </a:lnTo>
                  <a:cubicBezTo>
                    <a:pt x="3787" y="10731"/>
                    <a:pt x="3965" y="10909"/>
                    <a:pt x="4187" y="10909"/>
                  </a:cubicBezTo>
                  <a:lnTo>
                    <a:pt x="5428" y="10909"/>
                  </a:lnTo>
                  <a:cubicBezTo>
                    <a:pt x="5645" y="10909"/>
                    <a:pt x="5823" y="10731"/>
                    <a:pt x="5827" y="10509"/>
                  </a:cubicBezTo>
                  <a:lnTo>
                    <a:pt x="5827" y="10076"/>
                  </a:lnTo>
                  <a:cubicBezTo>
                    <a:pt x="5823" y="9995"/>
                    <a:pt x="5851" y="9913"/>
                    <a:pt x="5895" y="9841"/>
                  </a:cubicBezTo>
                  <a:lnTo>
                    <a:pt x="6102" y="9533"/>
                  </a:lnTo>
                  <a:cubicBezTo>
                    <a:pt x="6188" y="9403"/>
                    <a:pt x="6236" y="9244"/>
                    <a:pt x="6236" y="9085"/>
                  </a:cubicBezTo>
                  <a:lnTo>
                    <a:pt x="6236" y="8546"/>
                  </a:lnTo>
                  <a:cubicBezTo>
                    <a:pt x="6236" y="8460"/>
                    <a:pt x="6289" y="8378"/>
                    <a:pt x="6371" y="8344"/>
                  </a:cubicBezTo>
                  <a:cubicBezTo>
                    <a:pt x="7752" y="7810"/>
                    <a:pt x="8758" y="6602"/>
                    <a:pt x="9046" y="5154"/>
                  </a:cubicBezTo>
                  <a:cubicBezTo>
                    <a:pt x="9330" y="3701"/>
                    <a:pt x="8854" y="2204"/>
                    <a:pt x="7781" y="1184"/>
                  </a:cubicBezTo>
                  <a:cubicBezTo>
                    <a:pt x="6949" y="397"/>
                    <a:pt x="5878" y="0"/>
                    <a:pt x="48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1"/>
            <p:cNvSpPr/>
            <p:nvPr/>
          </p:nvSpPr>
          <p:spPr>
            <a:xfrm>
              <a:off x="3561975" y="1679481"/>
              <a:ext cx="49754" cy="10229"/>
            </a:xfrm>
            <a:custGeom>
              <a:rect b="b" l="l" r="r" t="t"/>
              <a:pathLst>
                <a:path extrusionOk="0" h="390" w="1897">
                  <a:moveTo>
                    <a:pt x="261" y="0"/>
                  </a:moveTo>
                  <a:cubicBezTo>
                    <a:pt x="1" y="0"/>
                    <a:pt x="1" y="390"/>
                    <a:pt x="261" y="390"/>
                  </a:cubicBezTo>
                  <a:lnTo>
                    <a:pt x="1704" y="390"/>
                  </a:lnTo>
                  <a:cubicBezTo>
                    <a:pt x="1810" y="390"/>
                    <a:pt x="1897" y="303"/>
                    <a:pt x="1897" y="197"/>
                  </a:cubicBezTo>
                  <a:cubicBezTo>
                    <a:pt x="1897" y="87"/>
                    <a:pt x="1810" y="0"/>
                    <a:pt x="1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1"/>
            <p:cNvSpPr/>
            <p:nvPr/>
          </p:nvSpPr>
          <p:spPr>
            <a:xfrm>
              <a:off x="3859683" y="1679481"/>
              <a:ext cx="51380" cy="10229"/>
            </a:xfrm>
            <a:custGeom>
              <a:rect b="b" l="l" r="r" t="t"/>
              <a:pathLst>
                <a:path extrusionOk="0" h="390" w="1959">
                  <a:moveTo>
                    <a:pt x="256" y="0"/>
                  </a:moveTo>
                  <a:cubicBezTo>
                    <a:pt x="1" y="0"/>
                    <a:pt x="1" y="390"/>
                    <a:pt x="256" y="390"/>
                  </a:cubicBezTo>
                  <a:lnTo>
                    <a:pt x="1699" y="390"/>
                  </a:lnTo>
                  <a:cubicBezTo>
                    <a:pt x="1959" y="390"/>
                    <a:pt x="1959"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1"/>
            <p:cNvSpPr/>
            <p:nvPr/>
          </p:nvSpPr>
          <p:spPr>
            <a:xfrm>
              <a:off x="3731457" y="1511782"/>
              <a:ext cx="10124" cy="48075"/>
            </a:xfrm>
            <a:custGeom>
              <a:rect b="b" l="l" r="r" t="t"/>
              <a:pathLst>
                <a:path extrusionOk="0" h="1833" w="386">
                  <a:moveTo>
                    <a:pt x="193" y="1"/>
                  </a:moveTo>
                  <a:cubicBezTo>
                    <a:pt x="97" y="1"/>
                    <a:pt x="1" y="64"/>
                    <a:pt x="1" y="192"/>
                  </a:cubicBezTo>
                  <a:lnTo>
                    <a:pt x="1" y="1635"/>
                  </a:lnTo>
                  <a:cubicBezTo>
                    <a:pt x="1" y="1746"/>
                    <a:pt x="87" y="1833"/>
                    <a:pt x="193" y="1833"/>
                  </a:cubicBezTo>
                  <a:cubicBezTo>
                    <a:pt x="299" y="1833"/>
                    <a:pt x="386" y="1746"/>
                    <a:pt x="386" y="1635"/>
                  </a:cubicBezTo>
                  <a:lnTo>
                    <a:pt x="386" y="192"/>
                  </a:lnTo>
                  <a:cubicBezTo>
                    <a:pt x="386" y="64"/>
                    <a:pt x="29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1"/>
            <p:cNvSpPr/>
            <p:nvPr/>
          </p:nvSpPr>
          <p:spPr>
            <a:xfrm>
              <a:off x="3654060" y="1792023"/>
              <a:ext cx="23290" cy="28955"/>
            </a:xfrm>
            <a:custGeom>
              <a:rect b="b" l="l" r="r" t="t"/>
              <a:pathLst>
                <a:path extrusionOk="0" h="1104" w="888">
                  <a:moveTo>
                    <a:pt x="671" y="0"/>
                  </a:moveTo>
                  <a:cubicBezTo>
                    <a:pt x="603" y="0"/>
                    <a:pt x="539" y="36"/>
                    <a:pt x="503" y="97"/>
                  </a:cubicBezTo>
                  <a:lnTo>
                    <a:pt x="89" y="810"/>
                  </a:lnTo>
                  <a:cubicBezTo>
                    <a:pt x="0" y="964"/>
                    <a:pt x="130" y="1103"/>
                    <a:pt x="262" y="1103"/>
                  </a:cubicBezTo>
                  <a:cubicBezTo>
                    <a:pt x="323" y="1103"/>
                    <a:pt x="385" y="1074"/>
                    <a:pt x="426" y="1002"/>
                  </a:cubicBezTo>
                  <a:lnTo>
                    <a:pt x="835" y="290"/>
                  </a:lnTo>
                  <a:cubicBezTo>
                    <a:pt x="888" y="199"/>
                    <a:pt x="859" y="78"/>
                    <a:pt x="767" y="25"/>
                  </a:cubicBezTo>
                  <a:cubicBezTo>
                    <a:pt x="736" y="8"/>
                    <a:pt x="703" y="0"/>
                    <a:pt x="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1"/>
            <p:cNvSpPr/>
            <p:nvPr/>
          </p:nvSpPr>
          <p:spPr>
            <a:xfrm>
              <a:off x="3795715" y="1548238"/>
              <a:ext cx="23290" cy="28981"/>
            </a:xfrm>
            <a:custGeom>
              <a:rect b="b" l="l" r="r" t="t"/>
              <a:pathLst>
                <a:path extrusionOk="0" h="1105" w="888">
                  <a:moveTo>
                    <a:pt x="626" y="1"/>
                  </a:moveTo>
                  <a:cubicBezTo>
                    <a:pt x="566" y="1"/>
                    <a:pt x="506" y="30"/>
                    <a:pt x="467" y="101"/>
                  </a:cubicBezTo>
                  <a:lnTo>
                    <a:pt x="53" y="818"/>
                  </a:lnTo>
                  <a:cubicBezTo>
                    <a:pt x="0" y="909"/>
                    <a:pt x="34" y="1025"/>
                    <a:pt x="125" y="1078"/>
                  </a:cubicBezTo>
                  <a:cubicBezTo>
                    <a:pt x="156" y="1095"/>
                    <a:pt x="189" y="1104"/>
                    <a:pt x="221" y="1104"/>
                  </a:cubicBezTo>
                  <a:cubicBezTo>
                    <a:pt x="287" y="1104"/>
                    <a:pt x="350" y="1070"/>
                    <a:pt x="385" y="1006"/>
                  </a:cubicBezTo>
                  <a:lnTo>
                    <a:pt x="799" y="294"/>
                  </a:lnTo>
                  <a:cubicBezTo>
                    <a:pt x="888" y="142"/>
                    <a:pt x="757" y="1"/>
                    <a:pt x="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1"/>
            <p:cNvSpPr/>
            <p:nvPr/>
          </p:nvSpPr>
          <p:spPr>
            <a:xfrm>
              <a:off x="3597828" y="1603657"/>
              <a:ext cx="33702" cy="21166"/>
            </a:xfrm>
            <a:custGeom>
              <a:rect b="b" l="l" r="r" t="t"/>
              <a:pathLst>
                <a:path extrusionOk="0" h="807" w="1285">
                  <a:moveTo>
                    <a:pt x="282" y="1"/>
                  </a:moveTo>
                  <a:cubicBezTo>
                    <a:pt x="110" y="1"/>
                    <a:pt x="1" y="255"/>
                    <a:pt x="188" y="365"/>
                  </a:cubicBezTo>
                  <a:lnTo>
                    <a:pt x="905" y="779"/>
                  </a:lnTo>
                  <a:cubicBezTo>
                    <a:pt x="939" y="798"/>
                    <a:pt x="972" y="807"/>
                    <a:pt x="1004" y="807"/>
                  </a:cubicBezTo>
                  <a:cubicBezTo>
                    <a:pt x="1176" y="807"/>
                    <a:pt x="1285" y="552"/>
                    <a:pt x="1097" y="442"/>
                  </a:cubicBezTo>
                  <a:lnTo>
                    <a:pt x="380" y="28"/>
                  </a:lnTo>
                  <a:cubicBezTo>
                    <a:pt x="346" y="9"/>
                    <a:pt x="31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1"/>
            <p:cNvSpPr/>
            <p:nvPr/>
          </p:nvSpPr>
          <p:spPr>
            <a:xfrm>
              <a:off x="3841534" y="1744367"/>
              <a:ext cx="33702" cy="21166"/>
            </a:xfrm>
            <a:custGeom>
              <a:rect b="b" l="l" r="r" t="t"/>
              <a:pathLst>
                <a:path extrusionOk="0" h="807" w="1285">
                  <a:moveTo>
                    <a:pt x="281" y="1"/>
                  </a:moveTo>
                  <a:cubicBezTo>
                    <a:pt x="109" y="1"/>
                    <a:pt x="0" y="255"/>
                    <a:pt x="187" y="365"/>
                  </a:cubicBezTo>
                  <a:lnTo>
                    <a:pt x="900" y="779"/>
                  </a:lnTo>
                  <a:cubicBezTo>
                    <a:pt x="934" y="798"/>
                    <a:pt x="968" y="807"/>
                    <a:pt x="1000" y="807"/>
                  </a:cubicBezTo>
                  <a:cubicBezTo>
                    <a:pt x="1175" y="807"/>
                    <a:pt x="1284" y="552"/>
                    <a:pt x="1097" y="442"/>
                  </a:cubicBezTo>
                  <a:lnTo>
                    <a:pt x="380" y="28"/>
                  </a:lnTo>
                  <a:cubicBezTo>
                    <a:pt x="346" y="9"/>
                    <a:pt x="312" y="1"/>
                    <a:pt x="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1"/>
            <p:cNvSpPr/>
            <p:nvPr/>
          </p:nvSpPr>
          <p:spPr>
            <a:xfrm>
              <a:off x="3794744" y="1791944"/>
              <a:ext cx="24260" cy="29034"/>
            </a:xfrm>
            <a:custGeom>
              <a:rect b="b" l="l" r="r" t="t"/>
              <a:pathLst>
                <a:path extrusionOk="0" h="1107" w="925">
                  <a:moveTo>
                    <a:pt x="263" y="0"/>
                  </a:moveTo>
                  <a:cubicBezTo>
                    <a:pt x="132" y="0"/>
                    <a:pt x="1" y="141"/>
                    <a:pt x="90" y="293"/>
                  </a:cubicBezTo>
                  <a:lnTo>
                    <a:pt x="504" y="1005"/>
                  </a:lnTo>
                  <a:cubicBezTo>
                    <a:pt x="543" y="1077"/>
                    <a:pt x="604" y="1106"/>
                    <a:pt x="664" y="1106"/>
                  </a:cubicBezTo>
                  <a:cubicBezTo>
                    <a:pt x="795" y="1106"/>
                    <a:pt x="925" y="967"/>
                    <a:pt x="836" y="813"/>
                  </a:cubicBezTo>
                  <a:lnTo>
                    <a:pt x="422" y="100"/>
                  </a:lnTo>
                  <a:cubicBezTo>
                    <a:pt x="383" y="30"/>
                    <a:pt x="323" y="0"/>
                    <a:pt x="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1"/>
            <p:cNvSpPr/>
            <p:nvPr/>
          </p:nvSpPr>
          <p:spPr>
            <a:xfrm>
              <a:off x="3654060" y="1548212"/>
              <a:ext cx="24234" cy="29034"/>
            </a:xfrm>
            <a:custGeom>
              <a:rect b="b" l="l" r="r" t="t"/>
              <a:pathLst>
                <a:path extrusionOk="0" h="1107" w="924">
                  <a:moveTo>
                    <a:pt x="260" y="1"/>
                  </a:moveTo>
                  <a:cubicBezTo>
                    <a:pt x="130" y="1"/>
                    <a:pt x="0" y="140"/>
                    <a:pt x="89" y="295"/>
                  </a:cubicBezTo>
                  <a:lnTo>
                    <a:pt x="503" y="1007"/>
                  </a:lnTo>
                  <a:cubicBezTo>
                    <a:pt x="542" y="1078"/>
                    <a:pt x="602" y="1107"/>
                    <a:pt x="662" y="1107"/>
                  </a:cubicBezTo>
                  <a:cubicBezTo>
                    <a:pt x="793" y="1107"/>
                    <a:pt x="924" y="966"/>
                    <a:pt x="835" y="814"/>
                  </a:cubicBezTo>
                  <a:lnTo>
                    <a:pt x="421" y="102"/>
                  </a:lnTo>
                  <a:cubicBezTo>
                    <a:pt x="381" y="31"/>
                    <a:pt x="321"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1"/>
            <p:cNvSpPr/>
            <p:nvPr/>
          </p:nvSpPr>
          <p:spPr>
            <a:xfrm>
              <a:off x="3841901" y="1603657"/>
              <a:ext cx="33335" cy="21061"/>
            </a:xfrm>
            <a:custGeom>
              <a:rect b="b" l="l" r="r" t="t"/>
              <a:pathLst>
                <a:path extrusionOk="0" h="803" w="1271">
                  <a:moveTo>
                    <a:pt x="989" y="1"/>
                  </a:moveTo>
                  <a:cubicBezTo>
                    <a:pt x="958" y="1"/>
                    <a:pt x="924" y="9"/>
                    <a:pt x="890" y="28"/>
                  </a:cubicBezTo>
                  <a:lnTo>
                    <a:pt x="173" y="442"/>
                  </a:lnTo>
                  <a:cubicBezTo>
                    <a:pt x="0" y="543"/>
                    <a:pt x="72" y="803"/>
                    <a:pt x="270" y="803"/>
                  </a:cubicBezTo>
                  <a:cubicBezTo>
                    <a:pt x="303" y="803"/>
                    <a:pt x="337" y="793"/>
                    <a:pt x="366" y="779"/>
                  </a:cubicBezTo>
                  <a:lnTo>
                    <a:pt x="1083" y="365"/>
                  </a:lnTo>
                  <a:cubicBezTo>
                    <a:pt x="1270" y="255"/>
                    <a:pt x="116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1"/>
            <p:cNvSpPr/>
            <p:nvPr/>
          </p:nvSpPr>
          <p:spPr>
            <a:xfrm>
              <a:off x="3597828" y="1744367"/>
              <a:ext cx="33702" cy="21166"/>
            </a:xfrm>
            <a:custGeom>
              <a:rect b="b" l="l" r="r" t="t"/>
              <a:pathLst>
                <a:path extrusionOk="0" h="807" w="1285">
                  <a:moveTo>
                    <a:pt x="1004" y="1"/>
                  </a:moveTo>
                  <a:cubicBezTo>
                    <a:pt x="972" y="1"/>
                    <a:pt x="939" y="9"/>
                    <a:pt x="905" y="28"/>
                  </a:cubicBezTo>
                  <a:lnTo>
                    <a:pt x="188" y="442"/>
                  </a:lnTo>
                  <a:cubicBezTo>
                    <a:pt x="1" y="552"/>
                    <a:pt x="110" y="807"/>
                    <a:pt x="282" y="807"/>
                  </a:cubicBezTo>
                  <a:cubicBezTo>
                    <a:pt x="313" y="807"/>
                    <a:pt x="346" y="798"/>
                    <a:pt x="380" y="779"/>
                  </a:cubicBezTo>
                  <a:lnTo>
                    <a:pt x="1097" y="365"/>
                  </a:lnTo>
                  <a:cubicBezTo>
                    <a:pt x="1285" y="255"/>
                    <a:pt x="1176"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1"/>
            <p:cNvSpPr/>
            <p:nvPr/>
          </p:nvSpPr>
          <p:spPr>
            <a:xfrm>
              <a:off x="3750892" y="1595631"/>
              <a:ext cx="72335" cy="61661"/>
            </a:xfrm>
            <a:custGeom>
              <a:rect b="b" l="l" r="r" t="t"/>
              <a:pathLst>
                <a:path extrusionOk="0" h="2351" w="2758">
                  <a:moveTo>
                    <a:pt x="273" y="0"/>
                  </a:moveTo>
                  <a:cubicBezTo>
                    <a:pt x="65" y="0"/>
                    <a:pt x="1" y="325"/>
                    <a:pt x="232" y="382"/>
                  </a:cubicBezTo>
                  <a:cubicBezTo>
                    <a:pt x="1185" y="633"/>
                    <a:pt x="1964" y="1316"/>
                    <a:pt x="2335" y="2230"/>
                  </a:cubicBezTo>
                  <a:cubicBezTo>
                    <a:pt x="2369" y="2314"/>
                    <a:pt x="2437" y="2350"/>
                    <a:pt x="2507" y="2350"/>
                  </a:cubicBezTo>
                  <a:cubicBezTo>
                    <a:pt x="2631" y="2350"/>
                    <a:pt x="2757" y="2235"/>
                    <a:pt x="2695" y="2081"/>
                  </a:cubicBezTo>
                  <a:cubicBezTo>
                    <a:pt x="2277" y="1056"/>
                    <a:pt x="1396" y="286"/>
                    <a:pt x="328" y="7"/>
                  </a:cubicBezTo>
                  <a:cubicBezTo>
                    <a:pt x="309" y="2"/>
                    <a:pt x="291"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8" name="Google Shape;9748;p81"/>
          <p:cNvGrpSpPr/>
          <p:nvPr/>
        </p:nvGrpSpPr>
        <p:grpSpPr>
          <a:xfrm>
            <a:off x="1747347" y="3362840"/>
            <a:ext cx="382161" cy="356537"/>
            <a:chOff x="1747347" y="3362840"/>
            <a:chExt cx="382161" cy="356537"/>
          </a:xfrm>
        </p:grpSpPr>
        <p:sp>
          <p:nvSpPr>
            <p:cNvPr id="9749" name="Google Shape;9749;p81"/>
            <p:cNvSpPr/>
            <p:nvPr/>
          </p:nvSpPr>
          <p:spPr>
            <a:xfrm>
              <a:off x="1985125" y="3499407"/>
              <a:ext cx="83430" cy="83299"/>
            </a:xfrm>
            <a:custGeom>
              <a:rect b="b" l="l" r="r" t="t"/>
              <a:pathLst>
                <a:path extrusionOk="0" h="3176" w="3181">
                  <a:moveTo>
                    <a:pt x="1593" y="0"/>
                  </a:moveTo>
                  <a:cubicBezTo>
                    <a:pt x="712" y="0"/>
                    <a:pt x="0" y="712"/>
                    <a:pt x="0" y="1588"/>
                  </a:cubicBezTo>
                  <a:cubicBezTo>
                    <a:pt x="0" y="2464"/>
                    <a:pt x="712" y="3176"/>
                    <a:pt x="1593" y="3176"/>
                  </a:cubicBezTo>
                  <a:cubicBezTo>
                    <a:pt x="2468" y="3176"/>
                    <a:pt x="3181" y="2464"/>
                    <a:pt x="3181" y="1588"/>
                  </a:cubicBezTo>
                  <a:cubicBezTo>
                    <a:pt x="3181" y="712"/>
                    <a:pt x="2468" y="0"/>
                    <a:pt x="1593" y="0"/>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1"/>
            <p:cNvSpPr/>
            <p:nvPr/>
          </p:nvSpPr>
          <p:spPr>
            <a:xfrm>
              <a:off x="1980431" y="3532086"/>
              <a:ext cx="92793" cy="50619"/>
            </a:xfrm>
            <a:custGeom>
              <a:rect b="b" l="l" r="r" t="t"/>
              <a:pathLst>
                <a:path extrusionOk="0" h="1930" w="3538">
                  <a:moveTo>
                    <a:pt x="217" y="0"/>
                  </a:moveTo>
                  <a:lnTo>
                    <a:pt x="217" y="0"/>
                  </a:lnTo>
                  <a:cubicBezTo>
                    <a:pt x="1" y="992"/>
                    <a:pt x="752" y="1930"/>
                    <a:pt x="1767" y="1930"/>
                  </a:cubicBezTo>
                  <a:cubicBezTo>
                    <a:pt x="2782" y="1930"/>
                    <a:pt x="3538" y="992"/>
                    <a:pt x="3321" y="0"/>
                  </a:cubicBezTo>
                  <a:lnTo>
                    <a:pt x="3321" y="0"/>
                  </a:lnTo>
                  <a:cubicBezTo>
                    <a:pt x="3162" y="732"/>
                    <a:pt x="2518" y="1251"/>
                    <a:pt x="1772" y="1251"/>
                  </a:cubicBezTo>
                  <a:cubicBezTo>
                    <a:pt x="1021" y="1251"/>
                    <a:pt x="376" y="732"/>
                    <a:pt x="217" y="0"/>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1"/>
            <p:cNvSpPr/>
            <p:nvPr/>
          </p:nvSpPr>
          <p:spPr>
            <a:xfrm>
              <a:off x="1752907" y="3493453"/>
              <a:ext cx="89383" cy="95311"/>
            </a:xfrm>
            <a:custGeom>
              <a:rect b="b" l="l" r="r" t="t"/>
              <a:pathLst>
                <a:path extrusionOk="0" h="3634" w="3408">
                  <a:moveTo>
                    <a:pt x="910" y="1"/>
                  </a:moveTo>
                  <a:cubicBezTo>
                    <a:pt x="409" y="1"/>
                    <a:pt x="0" y="405"/>
                    <a:pt x="0" y="906"/>
                  </a:cubicBezTo>
                  <a:lnTo>
                    <a:pt x="0" y="2724"/>
                  </a:lnTo>
                  <a:cubicBezTo>
                    <a:pt x="0" y="3225"/>
                    <a:pt x="409" y="3634"/>
                    <a:pt x="910" y="3634"/>
                  </a:cubicBezTo>
                  <a:lnTo>
                    <a:pt x="3407" y="3634"/>
                  </a:lnTo>
                  <a:lnTo>
                    <a:pt x="3407"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1"/>
            <p:cNvSpPr/>
            <p:nvPr/>
          </p:nvSpPr>
          <p:spPr>
            <a:xfrm>
              <a:off x="1752907" y="3493978"/>
              <a:ext cx="89383" cy="94655"/>
            </a:xfrm>
            <a:custGeom>
              <a:rect b="b" l="l" r="r" t="t"/>
              <a:pathLst>
                <a:path extrusionOk="0" h="3609" w="3408">
                  <a:moveTo>
                    <a:pt x="703" y="0"/>
                  </a:moveTo>
                  <a:cubicBezTo>
                    <a:pt x="294" y="96"/>
                    <a:pt x="0" y="462"/>
                    <a:pt x="0" y="886"/>
                  </a:cubicBezTo>
                  <a:lnTo>
                    <a:pt x="0" y="2704"/>
                  </a:lnTo>
                  <a:cubicBezTo>
                    <a:pt x="0" y="3205"/>
                    <a:pt x="409" y="3609"/>
                    <a:pt x="910" y="3609"/>
                  </a:cubicBezTo>
                  <a:lnTo>
                    <a:pt x="3407" y="3609"/>
                  </a:lnTo>
                  <a:lnTo>
                    <a:pt x="3407" y="2931"/>
                  </a:lnTo>
                  <a:lnTo>
                    <a:pt x="1136" y="2931"/>
                  </a:lnTo>
                  <a:cubicBezTo>
                    <a:pt x="886" y="2931"/>
                    <a:pt x="679" y="2724"/>
                    <a:pt x="684" y="2473"/>
                  </a:cubicBezTo>
                  <a:lnTo>
                    <a:pt x="684" y="207"/>
                  </a:lnTo>
                  <a:cubicBezTo>
                    <a:pt x="684" y="135"/>
                    <a:pt x="688" y="68"/>
                    <a:pt x="70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1"/>
            <p:cNvSpPr/>
            <p:nvPr/>
          </p:nvSpPr>
          <p:spPr>
            <a:xfrm>
              <a:off x="1842264" y="3392241"/>
              <a:ext cx="148815" cy="297735"/>
            </a:xfrm>
            <a:custGeom>
              <a:rect b="b" l="l" r="r" t="t"/>
              <a:pathLst>
                <a:path extrusionOk="0" h="11352" w="5674">
                  <a:moveTo>
                    <a:pt x="5673" y="1"/>
                  </a:moveTo>
                  <a:cubicBezTo>
                    <a:pt x="5673" y="1"/>
                    <a:pt x="3407" y="3860"/>
                    <a:pt x="0" y="3860"/>
                  </a:cubicBezTo>
                  <a:lnTo>
                    <a:pt x="0" y="7493"/>
                  </a:lnTo>
                  <a:cubicBezTo>
                    <a:pt x="3407" y="7493"/>
                    <a:pt x="5673" y="11352"/>
                    <a:pt x="5673" y="11352"/>
                  </a:cubicBezTo>
                  <a:lnTo>
                    <a:pt x="5673" y="1"/>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1"/>
            <p:cNvSpPr/>
            <p:nvPr/>
          </p:nvSpPr>
          <p:spPr>
            <a:xfrm>
              <a:off x="1842264" y="3570824"/>
              <a:ext cx="148815" cy="119020"/>
            </a:xfrm>
            <a:custGeom>
              <a:rect b="b" l="l" r="r" t="t"/>
              <a:pathLst>
                <a:path extrusionOk="0" h="4538" w="5674">
                  <a:moveTo>
                    <a:pt x="0" y="1"/>
                  </a:moveTo>
                  <a:lnTo>
                    <a:pt x="0" y="679"/>
                  </a:lnTo>
                  <a:cubicBezTo>
                    <a:pt x="3407" y="679"/>
                    <a:pt x="5673" y="4538"/>
                    <a:pt x="5673" y="4538"/>
                  </a:cubicBezTo>
                  <a:lnTo>
                    <a:pt x="5673" y="3176"/>
                  </a:lnTo>
                  <a:cubicBezTo>
                    <a:pt x="5673" y="3176"/>
                    <a:pt x="3407" y="1"/>
                    <a:pt x="0"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1"/>
            <p:cNvSpPr/>
            <p:nvPr/>
          </p:nvSpPr>
          <p:spPr>
            <a:xfrm>
              <a:off x="1991053" y="3368400"/>
              <a:ext cx="35722" cy="345311"/>
            </a:xfrm>
            <a:custGeom>
              <a:rect b="b" l="l" r="r" t="t"/>
              <a:pathLst>
                <a:path extrusionOk="0" h="13166" w="1362">
                  <a:moveTo>
                    <a:pt x="0" y="1"/>
                  </a:moveTo>
                  <a:lnTo>
                    <a:pt x="0" y="13165"/>
                  </a:lnTo>
                  <a:lnTo>
                    <a:pt x="1362" y="13165"/>
                  </a:lnTo>
                  <a:lnTo>
                    <a:pt x="1362"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1"/>
            <p:cNvSpPr/>
            <p:nvPr/>
          </p:nvSpPr>
          <p:spPr>
            <a:xfrm>
              <a:off x="1991053" y="3683891"/>
              <a:ext cx="35722" cy="29821"/>
            </a:xfrm>
            <a:custGeom>
              <a:rect b="b" l="l" r="r" t="t"/>
              <a:pathLst>
                <a:path extrusionOk="0" h="1137" w="1362">
                  <a:moveTo>
                    <a:pt x="0" y="1"/>
                  </a:moveTo>
                  <a:lnTo>
                    <a:pt x="0" y="1136"/>
                  </a:lnTo>
                  <a:lnTo>
                    <a:pt x="1362" y="1136"/>
                  </a:lnTo>
                  <a:lnTo>
                    <a:pt x="136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1"/>
            <p:cNvSpPr/>
            <p:nvPr/>
          </p:nvSpPr>
          <p:spPr>
            <a:xfrm>
              <a:off x="1794556" y="3493453"/>
              <a:ext cx="47734" cy="95311"/>
            </a:xfrm>
            <a:custGeom>
              <a:rect b="b" l="l" r="r" t="t"/>
              <a:pathLst>
                <a:path extrusionOk="0" h="3634" w="1820">
                  <a:moveTo>
                    <a:pt x="0" y="1"/>
                  </a:moveTo>
                  <a:lnTo>
                    <a:pt x="0" y="3634"/>
                  </a:lnTo>
                  <a:lnTo>
                    <a:pt x="1819" y="3634"/>
                  </a:lnTo>
                  <a:lnTo>
                    <a:pt x="1819"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1"/>
            <p:cNvSpPr/>
            <p:nvPr/>
          </p:nvSpPr>
          <p:spPr>
            <a:xfrm>
              <a:off x="1794556" y="3570824"/>
              <a:ext cx="47734" cy="17808"/>
            </a:xfrm>
            <a:custGeom>
              <a:rect b="b" l="l" r="r" t="t"/>
              <a:pathLst>
                <a:path extrusionOk="0" h="679" w="1820">
                  <a:moveTo>
                    <a:pt x="0" y="1"/>
                  </a:moveTo>
                  <a:lnTo>
                    <a:pt x="0" y="679"/>
                  </a:lnTo>
                  <a:lnTo>
                    <a:pt x="1819" y="679"/>
                  </a:lnTo>
                  <a:lnTo>
                    <a:pt x="181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1"/>
            <p:cNvSpPr/>
            <p:nvPr/>
          </p:nvSpPr>
          <p:spPr>
            <a:xfrm>
              <a:off x="1812470" y="3618401"/>
              <a:ext cx="35748" cy="35879"/>
            </a:xfrm>
            <a:custGeom>
              <a:rect b="b" l="l" r="r" t="t"/>
              <a:pathLst>
                <a:path extrusionOk="0" h="1368" w="1363">
                  <a:moveTo>
                    <a:pt x="1" y="1"/>
                  </a:moveTo>
                  <a:lnTo>
                    <a:pt x="1" y="1367"/>
                  </a:lnTo>
                  <a:lnTo>
                    <a:pt x="1362" y="1367"/>
                  </a:lnTo>
                  <a:lnTo>
                    <a:pt x="1362"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1"/>
            <p:cNvSpPr/>
            <p:nvPr/>
          </p:nvSpPr>
          <p:spPr>
            <a:xfrm>
              <a:off x="1794687" y="3588738"/>
              <a:ext cx="47603" cy="89252"/>
            </a:xfrm>
            <a:custGeom>
              <a:rect b="b" l="l" r="r" t="t"/>
              <a:pathLst>
                <a:path extrusionOk="0" h="3403" w="1815">
                  <a:moveTo>
                    <a:pt x="0" y="1"/>
                  </a:moveTo>
                  <a:lnTo>
                    <a:pt x="0" y="3403"/>
                  </a:lnTo>
                  <a:lnTo>
                    <a:pt x="905" y="3403"/>
                  </a:lnTo>
                  <a:lnTo>
                    <a:pt x="181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1"/>
            <p:cNvSpPr/>
            <p:nvPr/>
          </p:nvSpPr>
          <p:spPr>
            <a:xfrm>
              <a:off x="1747347" y="3362840"/>
              <a:ext cx="326270" cy="356537"/>
            </a:xfrm>
            <a:custGeom>
              <a:rect b="b" l="l" r="r" t="t"/>
              <a:pathLst>
                <a:path extrusionOk="0" h="13594" w="12440">
                  <a:moveTo>
                    <a:pt x="10870" y="5433"/>
                  </a:moveTo>
                  <a:cubicBezTo>
                    <a:pt x="11539" y="5539"/>
                    <a:pt x="12035" y="6117"/>
                    <a:pt x="12035" y="6795"/>
                  </a:cubicBezTo>
                  <a:cubicBezTo>
                    <a:pt x="12035" y="7473"/>
                    <a:pt x="11539" y="8051"/>
                    <a:pt x="10870" y="8157"/>
                  </a:cubicBezTo>
                  <a:lnTo>
                    <a:pt x="10870" y="5433"/>
                  </a:lnTo>
                  <a:close/>
                  <a:moveTo>
                    <a:pt x="1589" y="5193"/>
                  </a:moveTo>
                  <a:lnTo>
                    <a:pt x="1589" y="8402"/>
                  </a:lnTo>
                  <a:lnTo>
                    <a:pt x="1122" y="8402"/>
                  </a:lnTo>
                  <a:cubicBezTo>
                    <a:pt x="737" y="8397"/>
                    <a:pt x="424" y="8089"/>
                    <a:pt x="429" y="7704"/>
                  </a:cubicBezTo>
                  <a:lnTo>
                    <a:pt x="424" y="7704"/>
                  </a:lnTo>
                  <a:lnTo>
                    <a:pt x="424" y="5890"/>
                  </a:lnTo>
                  <a:cubicBezTo>
                    <a:pt x="424" y="5505"/>
                    <a:pt x="737" y="5193"/>
                    <a:pt x="1122" y="5193"/>
                  </a:cubicBezTo>
                  <a:close/>
                  <a:moveTo>
                    <a:pt x="3407" y="5193"/>
                  </a:moveTo>
                  <a:lnTo>
                    <a:pt x="3407" y="8402"/>
                  </a:lnTo>
                  <a:lnTo>
                    <a:pt x="2017" y="8402"/>
                  </a:lnTo>
                  <a:lnTo>
                    <a:pt x="2017" y="5193"/>
                  </a:lnTo>
                  <a:close/>
                  <a:moveTo>
                    <a:pt x="3634" y="9961"/>
                  </a:moveTo>
                  <a:lnTo>
                    <a:pt x="3634" y="10895"/>
                  </a:lnTo>
                  <a:lnTo>
                    <a:pt x="3229" y="10895"/>
                  </a:lnTo>
                  <a:lnTo>
                    <a:pt x="3480" y="9961"/>
                  </a:lnTo>
                  <a:close/>
                  <a:moveTo>
                    <a:pt x="3340" y="8826"/>
                  </a:moveTo>
                  <a:lnTo>
                    <a:pt x="2546" y="11804"/>
                  </a:lnTo>
                  <a:lnTo>
                    <a:pt x="2017" y="11804"/>
                  </a:lnTo>
                  <a:lnTo>
                    <a:pt x="2017" y="8826"/>
                  </a:lnTo>
                  <a:close/>
                  <a:moveTo>
                    <a:pt x="10442" y="429"/>
                  </a:moveTo>
                  <a:lnTo>
                    <a:pt x="10442" y="13166"/>
                  </a:lnTo>
                  <a:lnTo>
                    <a:pt x="9509" y="13166"/>
                  </a:lnTo>
                  <a:lnTo>
                    <a:pt x="9509" y="4197"/>
                  </a:lnTo>
                  <a:cubicBezTo>
                    <a:pt x="9509" y="4055"/>
                    <a:pt x="9402" y="3984"/>
                    <a:pt x="9295" y="3984"/>
                  </a:cubicBezTo>
                  <a:cubicBezTo>
                    <a:pt x="9188" y="3984"/>
                    <a:pt x="9080" y="4055"/>
                    <a:pt x="9080" y="4197"/>
                  </a:cubicBezTo>
                  <a:lnTo>
                    <a:pt x="9080" y="11775"/>
                  </a:lnTo>
                  <a:cubicBezTo>
                    <a:pt x="8720" y="11280"/>
                    <a:pt x="8320" y="10818"/>
                    <a:pt x="7882" y="10389"/>
                  </a:cubicBezTo>
                  <a:cubicBezTo>
                    <a:pt x="7339" y="9850"/>
                    <a:pt x="6718" y="9389"/>
                    <a:pt x="6039" y="9028"/>
                  </a:cubicBezTo>
                  <a:cubicBezTo>
                    <a:pt x="5361" y="8662"/>
                    <a:pt x="4606" y="8445"/>
                    <a:pt x="3831" y="8407"/>
                  </a:cubicBezTo>
                  <a:lnTo>
                    <a:pt x="3831" y="5188"/>
                  </a:lnTo>
                  <a:cubicBezTo>
                    <a:pt x="4606" y="5145"/>
                    <a:pt x="5361" y="4933"/>
                    <a:pt x="6039" y="4567"/>
                  </a:cubicBezTo>
                  <a:cubicBezTo>
                    <a:pt x="6718" y="4201"/>
                    <a:pt x="7339" y="3744"/>
                    <a:pt x="7882" y="3205"/>
                  </a:cubicBezTo>
                  <a:cubicBezTo>
                    <a:pt x="8320" y="2777"/>
                    <a:pt x="8720" y="2315"/>
                    <a:pt x="9080" y="1820"/>
                  </a:cubicBezTo>
                  <a:lnTo>
                    <a:pt x="9080" y="3177"/>
                  </a:lnTo>
                  <a:cubicBezTo>
                    <a:pt x="9080" y="3319"/>
                    <a:pt x="9188" y="3389"/>
                    <a:pt x="9295" y="3389"/>
                  </a:cubicBezTo>
                  <a:cubicBezTo>
                    <a:pt x="9402" y="3389"/>
                    <a:pt x="9509" y="3319"/>
                    <a:pt x="9509" y="3177"/>
                  </a:cubicBezTo>
                  <a:lnTo>
                    <a:pt x="9509" y="429"/>
                  </a:lnTo>
                  <a:close/>
                  <a:moveTo>
                    <a:pt x="9292" y="1"/>
                  </a:moveTo>
                  <a:cubicBezTo>
                    <a:pt x="9177" y="1"/>
                    <a:pt x="9080" y="97"/>
                    <a:pt x="9080" y="213"/>
                  </a:cubicBezTo>
                  <a:lnTo>
                    <a:pt x="9080" y="1059"/>
                  </a:lnTo>
                  <a:cubicBezTo>
                    <a:pt x="8652" y="1733"/>
                    <a:pt x="8147" y="2349"/>
                    <a:pt x="7579" y="2907"/>
                  </a:cubicBezTo>
                  <a:cubicBezTo>
                    <a:pt x="6703" y="3754"/>
                    <a:pt x="5303" y="4769"/>
                    <a:pt x="3619" y="4769"/>
                  </a:cubicBezTo>
                  <a:lnTo>
                    <a:pt x="1122" y="4769"/>
                  </a:lnTo>
                  <a:cubicBezTo>
                    <a:pt x="501" y="4769"/>
                    <a:pt x="1" y="5270"/>
                    <a:pt x="1" y="5890"/>
                  </a:cubicBezTo>
                  <a:lnTo>
                    <a:pt x="1" y="7709"/>
                  </a:lnTo>
                  <a:cubicBezTo>
                    <a:pt x="1" y="8325"/>
                    <a:pt x="501" y="8826"/>
                    <a:pt x="1122" y="8826"/>
                  </a:cubicBezTo>
                  <a:lnTo>
                    <a:pt x="1589" y="8826"/>
                  </a:lnTo>
                  <a:lnTo>
                    <a:pt x="1589" y="12021"/>
                  </a:lnTo>
                  <a:cubicBezTo>
                    <a:pt x="1589" y="12136"/>
                    <a:pt x="1685" y="12232"/>
                    <a:pt x="1800" y="12232"/>
                  </a:cubicBezTo>
                  <a:lnTo>
                    <a:pt x="2710" y="12232"/>
                  </a:lnTo>
                  <a:cubicBezTo>
                    <a:pt x="2806" y="12232"/>
                    <a:pt x="2893" y="12170"/>
                    <a:pt x="2917" y="12073"/>
                  </a:cubicBezTo>
                  <a:lnTo>
                    <a:pt x="3119" y="11323"/>
                  </a:lnTo>
                  <a:lnTo>
                    <a:pt x="3850" y="11323"/>
                  </a:lnTo>
                  <a:cubicBezTo>
                    <a:pt x="3966" y="11323"/>
                    <a:pt x="4062" y="11227"/>
                    <a:pt x="4062" y="11111"/>
                  </a:cubicBezTo>
                  <a:lnTo>
                    <a:pt x="4062" y="9749"/>
                  </a:lnTo>
                  <a:cubicBezTo>
                    <a:pt x="4062" y="9629"/>
                    <a:pt x="3966" y="9533"/>
                    <a:pt x="3850" y="9533"/>
                  </a:cubicBezTo>
                  <a:lnTo>
                    <a:pt x="3595" y="9533"/>
                  </a:lnTo>
                  <a:lnTo>
                    <a:pt x="3783" y="8830"/>
                  </a:lnTo>
                  <a:cubicBezTo>
                    <a:pt x="5395" y="8888"/>
                    <a:pt x="6732" y="9865"/>
                    <a:pt x="7579" y="10688"/>
                  </a:cubicBezTo>
                  <a:cubicBezTo>
                    <a:pt x="8152" y="11241"/>
                    <a:pt x="8652" y="11862"/>
                    <a:pt x="9085" y="12531"/>
                  </a:cubicBezTo>
                  <a:lnTo>
                    <a:pt x="9085" y="13377"/>
                  </a:lnTo>
                  <a:cubicBezTo>
                    <a:pt x="9085" y="13498"/>
                    <a:pt x="9177" y="13594"/>
                    <a:pt x="9297" y="13594"/>
                  </a:cubicBezTo>
                  <a:lnTo>
                    <a:pt x="10659" y="13594"/>
                  </a:lnTo>
                  <a:cubicBezTo>
                    <a:pt x="10774" y="13594"/>
                    <a:pt x="10870" y="13498"/>
                    <a:pt x="10870" y="13377"/>
                  </a:cubicBezTo>
                  <a:lnTo>
                    <a:pt x="10870" y="8585"/>
                  </a:lnTo>
                  <a:cubicBezTo>
                    <a:pt x="11770" y="8465"/>
                    <a:pt x="12439" y="7700"/>
                    <a:pt x="12439" y="6795"/>
                  </a:cubicBezTo>
                  <a:cubicBezTo>
                    <a:pt x="12439" y="5890"/>
                    <a:pt x="11770" y="5125"/>
                    <a:pt x="10870" y="5010"/>
                  </a:cubicBezTo>
                  <a:lnTo>
                    <a:pt x="10870" y="213"/>
                  </a:lnTo>
                  <a:cubicBezTo>
                    <a:pt x="10870" y="97"/>
                    <a:pt x="10774" y="1"/>
                    <a:pt x="10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1"/>
            <p:cNvSpPr/>
            <p:nvPr/>
          </p:nvSpPr>
          <p:spPr>
            <a:xfrm>
              <a:off x="2096802" y="3535496"/>
              <a:ext cx="32706" cy="11120"/>
            </a:xfrm>
            <a:custGeom>
              <a:rect b="b" l="l" r="r" t="t"/>
              <a:pathLst>
                <a:path extrusionOk="0" h="424" w="1247">
                  <a:moveTo>
                    <a:pt x="284" y="0"/>
                  </a:moveTo>
                  <a:cubicBezTo>
                    <a:pt x="0" y="0"/>
                    <a:pt x="0" y="424"/>
                    <a:pt x="284" y="424"/>
                  </a:cubicBezTo>
                  <a:lnTo>
                    <a:pt x="963" y="424"/>
                  </a:lnTo>
                  <a:cubicBezTo>
                    <a:pt x="1247" y="424"/>
                    <a:pt x="1247" y="0"/>
                    <a:pt x="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1"/>
            <p:cNvSpPr/>
            <p:nvPr/>
          </p:nvSpPr>
          <p:spPr>
            <a:xfrm>
              <a:off x="2074325" y="3468327"/>
              <a:ext cx="27460" cy="23657"/>
            </a:xfrm>
            <a:custGeom>
              <a:rect b="b" l="l" r="r" t="t"/>
              <a:pathLst>
                <a:path extrusionOk="0" h="902" w="1047">
                  <a:moveTo>
                    <a:pt x="748" y="0"/>
                  </a:moveTo>
                  <a:cubicBezTo>
                    <a:pt x="701" y="0"/>
                    <a:pt x="652" y="18"/>
                    <a:pt x="607" y="59"/>
                  </a:cubicBezTo>
                  <a:lnTo>
                    <a:pt x="126" y="540"/>
                  </a:lnTo>
                  <a:cubicBezTo>
                    <a:pt x="1" y="675"/>
                    <a:pt x="92" y="892"/>
                    <a:pt x="275" y="901"/>
                  </a:cubicBezTo>
                  <a:cubicBezTo>
                    <a:pt x="333" y="901"/>
                    <a:pt x="386" y="877"/>
                    <a:pt x="424" y="839"/>
                  </a:cubicBezTo>
                  <a:lnTo>
                    <a:pt x="906" y="357"/>
                  </a:lnTo>
                  <a:cubicBezTo>
                    <a:pt x="1047" y="205"/>
                    <a:pt x="909" y="0"/>
                    <a:pt x="7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1"/>
            <p:cNvSpPr/>
            <p:nvPr/>
          </p:nvSpPr>
          <p:spPr>
            <a:xfrm>
              <a:off x="2073905" y="3590337"/>
              <a:ext cx="27880" cy="23579"/>
            </a:xfrm>
            <a:custGeom>
              <a:rect b="b" l="l" r="r" t="t"/>
              <a:pathLst>
                <a:path extrusionOk="0" h="899" w="1063">
                  <a:moveTo>
                    <a:pt x="298" y="1"/>
                  </a:moveTo>
                  <a:cubicBezTo>
                    <a:pt x="138" y="1"/>
                    <a:pt x="1" y="202"/>
                    <a:pt x="142" y="358"/>
                  </a:cubicBezTo>
                  <a:lnTo>
                    <a:pt x="623" y="840"/>
                  </a:lnTo>
                  <a:cubicBezTo>
                    <a:pt x="668" y="881"/>
                    <a:pt x="717" y="898"/>
                    <a:pt x="764" y="898"/>
                  </a:cubicBezTo>
                  <a:cubicBezTo>
                    <a:pt x="925" y="898"/>
                    <a:pt x="1063" y="694"/>
                    <a:pt x="922" y="541"/>
                  </a:cubicBezTo>
                  <a:lnTo>
                    <a:pt x="440" y="60"/>
                  </a:lnTo>
                  <a:cubicBezTo>
                    <a:pt x="395" y="18"/>
                    <a:pt x="34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81"/>
          <p:cNvGrpSpPr/>
          <p:nvPr/>
        </p:nvGrpSpPr>
        <p:grpSpPr>
          <a:xfrm>
            <a:off x="2181989" y="3378996"/>
            <a:ext cx="404874" cy="341535"/>
            <a:chOff x="2181989" y="3378996"/>
            <a:chExt cx="404874" cy="341535"/>
          </a:xfrm>
        </p:grpSpPr>
        <p:sp>
          <p:nvSpPr>
            <p:cNvPr id="9766" name="Google Shape;9766;p81"/>
            <p:cNvSpPr/>
            <p:nvPr/>
          </p:nvSpPr>
          <p:spPr>
            <a:xfrm>
              <a:off x="2187916" y="3384924"/>
              <a:ext cx="393019" cy="329549"/>
            </a:xfrm>
            <a:custGeom>
              <a:rect b="b" l="l" r="r" t="t"/>
              <a:pathLst>
                <a:path extrusionOk="0" h="12565" w="14985">
                  <a:moveTo>
                    <a:pt x="727" y="1"/>
                  </a:moveTo>
                  <a:cubicBezTo>
                    <a:pt x="328" y="1"/>
                    <a:pt x="0" y="328"/>
                    <a:pt x="0" y="727"/>
                  </a:cubicBezTo>
                  <a:lnTo>
                    <a:pt x="0" y="11843"/>
                  </a:lnTo>
                  <a:cubicBezTo>
                    <a:pt x="0" y="12242"/>
                    <a:pt x="328" y="12564"/>
                    <a:pt x="727" y="12564"/>
                  </a:cubicBezTo>
                  <a:lnTo>
                    <a:pt x="14258" y="12564"/>
                  </a:lnTo>
                  <a:cubicBezTo>
                    <a:pt x="14657" y="12564"/>
                    <a:pt x="14984" y="12242"/>
                    <a:pt x="14984" y="11843"/>
                  </a:cubicBezTo>
                  <a:lnTo>
                    <a:pt x="14984" y="2176"/>
                  </a:lnTo>
                  <a:cubicBezTo>
                    <a:pt x="14984" y="1776"/>
                    <a:pt x="14657" y="1454"/>
                    <a:pt x="14258" y="1454"/>
                  </a:cubicBezTo>
                  <a:lnTo>
                    <a:pt x="9908" y="1454"/>
                  </a:lnTo>
                  <a:lnTo>
                    <a:pt x="8743" y="285"/>
                  </a:lnTo>
                  <a:cubicBezTo>
                    <a:pt x="8561" y="102"/>
                    <a:pt x="8315" y="1"/>
                    <a:pt x="8060"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1"/>
            <p:cNvSpPr/>
            <p:nvPr/>
          </p:nvSpPr>
          <p:spPr>
            <a:xfrm>
              <a:off x="2282939" y="3467331"/>
              <a:ext cx="202843" cy="202843"/>
            </a:xfrm>
            <a:custGeom>
              <a:rect b="b" l="l" r="r" t="t"/>
              <a:pathLst>
                <a:path extrusionOk="0" h="7734" w="7734">
                  <a:moveTo>
                    <a:pt x="3869" y="1"/>
                  </a:moveTo>
                  <a:cubicBezTo>
                    <a:pt x="1733" y="1"/>
                    <a:pt x="1" y="1733"/>
                    <a:pt x="1" y="3870"/>
                  </a:cubicBezTo>
                  <a:cubicBezTo>
                    <a:pt x="1" y="6001"/>
                    <a:pt x="1733" y="7733"/>
                    <a:pt x="3869" y="7733"/>
                  </a:cubicBezTo>
                  <a:cubicBezTo>
                    <a:pt x="6006" y="7733"/>
                    <a:pt x="7733" y="6001"/>
                    <a:pt x="7733" y="3870"/>
                  </a:cubicBezTo>
                  <a:cubicBezTo>
                    <a:pt x="7733" y="1733"/>
                    <a:pt x="6006" y="1"/>
                    <a:pt x="386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1"/>
            <p:cNvSpPr/>
            <p:nvPr/>
          </p:nvSpPr>
          <p:spPr>
            <a:xfrm>
              <a:off x="2308301" y="3492719"/>
              <a:ext cx="152119" cy="152093"/>
            </a:xfrm>
            <a:custGeom>
              <a:rect b="b" l="l" r="r" t="t"/>
              <a:pathLst>
                <a:path extrusionOk="0" h="5799" w="5800">
                  <a:moveTo>
                    <a:pt x="2902" y="0"/>
                  </a:moveTo>
                  <a:cubicBezTo>
                    <a:pt x="1300" y="0"/>
                    <a:pt x="1" y="1299"/>
                    <a:pt x="1" y="2902"/>
                  </a:cubicBezTo>
                  <a:cubicBezTo>
                    <a:pt x="1" y="4499"/>
                    <a:pt x="1300" y="5798"/>
                    <a:pt x="2902" y="5798"/>
                  </a:cubicBezTo>
                  <a:cubicBezTo>
                    <a:pt x="4505" y="5798"/>
                    <a:pt x="5799" y="4499"/>
                    <a:pt x="5799" y="2902"/>
                  </a:cubicBezTo>
                  <a:cubicBezTo>
                    <a:pt x="5799" y="1299"/>
                    <a:pt x="4505" y="0"/>
                    <a:pt x="2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1"/>
            <p:cNvSpPr/>
            <p:nvPr/>
          </p:nvSpPr>
          <p:spPr>
            <a:xfrm>
              <a:off x="2346435" y="3575126"/>
              <a:ext cx="76112" cy="69686"/>
            </a:xfrm>
            <a:custGeom>
              <a:rect b="b" l="l" r="r" t="t"/>
              <a:pathLst>
                <a:path extrusionOk="0" h="2657" w="2902">
                  <a:moveTo>
                    <a:pt x="967" y="0"/>
                  </a:moveTo>
                  <a:lnTo>
                    <a:pt x="967" y="481"/>
                  </a:lnTo>
                  <a:cubicBezTo>
                    <a:pt x="967" y="573"/>
                    <a:pt x="914" y="659"/>
                    <a:pt x="832" y="698"/>
                  </a:cubicBezTo>
                  <a:lnTo>
                    <a:pt x="269" y="982"/>
                  </a:lnTo>
                  <a:cubicBezTo>
                    <a:pt x="106" y="1064"/>
                    <a:pt x="0" y="1232"/>
                    <a:pt x="0" y="1415"/>
                  </a:cubicBezTo>
                  <a:lnTo>
                    <a:pt x="0" y="2266"/>
                  </a:lnTo>
                  <a:cubicBezTo>
                    <a:pt x="448" y="2526"/>
                    <a:pt x="948" y="2656"/>
                    <a:pt x="1449" y="2656"/>
                  </a:cubicBezTo>
                  <a:cubicBezTo>
                    <a:pt x="1950" y="2656"/>
                    <a:pt x="2452" y="2526"/>
                    <a:pt x="2901" y="2266"/>
                  </a:cubicBezTo>
                  <a:lnTo>
                    <a:pt x="2901" y="1415"/>
                  </a:lnTo>
                  <a:cubicBezTo>
                    <a:pt x="2901" y="1232"/>
                    <a:pt x="2796" y="1064"/>
                    <a:pt x="2632" y="982"/>
                  </a:cubicBezTo>
                  <a:lnTo>
                    <a:pt x="2064" y="698"/>
                  </a:lnTo>
                  <a:cubicBezTo>
                    <a:pt x="1982" y="659"/>
                    <a:pt x="1930" y="573"/>
                    <a:pt x="1930" y="481"/>
                  </a:cubicBezTo>
                  <a:lnTo>
                    <a:pt x="19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1"/>
            <p:cNvSpPr/>
            <p:nvPr/>
          </p:nvSpPr>
          <p:spPr>
            <a:xfrm>
              <a:off x="2304157" y="3384924"/>
              <a:ext cx="143622" cy="38161"/>
            </a:xfrm>
            <a:custGeom>
              <a:rect b="b" l="l" r="r" t="t"/>
              <a:pathLst>
                <a:path extrusionOk="0" h="1455" w="5476">
                  <a:moveTo>
                    <a:pt x="0" y="1"/>
                  </a:moveTo>
                  <a:cubicBezTo>
                    <a:pt x="260" y="1"/>
                    <a:pt x="505" y="102"/>
                    <a:pt x="683" y="285"/>
                  </a:cubicBezTo>
                  <a:lnTo>
                    <a:pt x="1641" y="1237"/>
                  </a:lnTo>
                  <a:cubicBezTo>
                    <a:pt x="1776" y="1377"/>
                    <a:pt x="1958" y="1454"/>
                    <a:pt x="2151" y="1454"/>
                  </a:cubicBezTo>
                  <a:lnTo>
                    <a:pt x="5476" y="1454"/>
                  </a:lnTo>
                  <a:lnTo>
                    <a:pt x="4311" y="285"/>
                  </a:lnTo>
                  <a:cubicBezTo>
                    <a:pt x="4129" y="102"/>
                    <a:pt x="3883" y="1"/>
                    <a:pt x="3628"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1"/>
            <p:cNvSpPr/>
            <p:nvPr/>
          </p:nvSpPr>
          <p:spPr>
            <a:xfrm>
              <a:off x="2352730" y="3384924"/>
              <a:ext cx="95048" cy="38161"/>
            </a:xfrm>
            <a:custGeom>
              <a:rect b="b" l="l" r="r" t="t"/>
              <a:pathLst>
                <a:path extrusionOk="0" h="1455" w="3624">
                  <a:moveTo>
                    <a:pt x="1" y="1"/>
                  </a:moveTo>
                  <a:cubicBezTo>
                    <a:pt x="256" y="1"/>
                    <a:pt x="501" y="102"/>
                    <a:pt x="684" y="285"/>
                  </a:cubicBezTo>
                  <a:lnTo>
                    <a:pt x="1637" y="1237"/>
                  </a:lnTo>
                  <a:cubicBezTo>
                    <a:pt x="1771" y="1377"/>
                    <a:pt x="1959" y="1454"/>
                    <a:pt x="2151" y="1454"/>
                  </a:cubicBezTo>
                  <a:lnTo>
                    <a:pt x="3624" y="1454"/>
                  </a:lnTo>
                  <a:lnTo>
                    <a:pt x="2459" y="285"/>
                  </a:lnTo>
                  <a:cubicBezTo>
                    <a:pt x="2277" y="102"/>
                    <a:pt x="2031" y="1"/>
                    <a:pt x="177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1"/>
            <p:cNvSpPr/>
            <p:nvPr/>
          </p:nvSpPr>
          <p:spPr>
            <a:xfrm>
              <a:off x="2187916" y="3682894"/>
              <a:ext cx="392888" cy="31709"/>
            </a:xfrm>
            <a:custGeom>
              <a:rect b="b" l="l" r="r" t="t"/>
              <a:pathLst>
                <a:path extrusionOk="0" h="1209" w="14980">
                  <a:moveTo>
                    <a:pt x="0" y="0"/>
                  </a:moveTo>
                  <a:lnTo>
                    <a:pt x="0" y="482"/>
                  </a:lnTo>
                  <a:cubicBezTo>
                    <a:pt x="0" y="881"/>
                    <a:pt x="323" y="1208"/>
                    <a:pt x="722" y="1208"/>
                  </a:cubicBezTo>
                  <a:lnTo>
                    <a:pt x="14258" y="1208"/>
                  </a:lnTo>
                  <a:cubicBezTo>
                    <a:pt x="14657" y="1203"/>
                    <a:pt x="14979" y="881"/>
                    <a:pt x="14979" y="482"/>
                  </a:cubicBezTo>
                  <a:lnTo>
                    <a:pt x="14979"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1"/>
            <p:cNvSpPr/>
            <p:nvPr/>
          </p:nvSpPr>
          <p:spPr>
            <a:xfrm>
              <a:off x="2346304" y="3595058"/>
              <a:ext cx="76112" cy="49754"/>
            </a:xfrm>
            <a:custGeom>
              <a:rect b="b" l="l" r="r" t="t"/>
              <a:pathLst>
                <a:path extrusionOk="0" h="1897" w="2902">
                  <a:moveTo>
                    <a:pt x="712" y="0"/>
                  </a:moveTo>
                  <a:lnTo>
                    <a:pt x="270" y="222"/>
                  </a:lnTo>
                  <a:cubicBezTo>
                    <a:pt x="106" y="304"/>
                    <a:pt x="0" y="472"/>
                    <a:pt x="0" y="655"/>
                  </a:cubicBezTo>
                  <a:lnTo>
                    <a:pt x="0" y="1506"/>
                  </a:lnTo>
                  <a:cubicBezTo>
                    <a:pt x="450" y="1766"/>
                    <a:pt x="952" y="1896"/>
                    <a:pt x="1453" y="1896"/>
                  </a:cubicBezTo>
                  <a:cubicBezTo>
                    <a:pt x="1954" y="1896"/>
                    <a:pt x="2454" y="1766"/>
                    <a:pt x="2902" y="1506"/>
                  </a:cubicBezTo>
                  <a:lnTo>
                    <a:pt x="2902" y="655"/>
                  </a:lnTo>
                  <a:cubicBezTo>
                    <a:pt x="2902" y="472"/>
                    <a:pt x="2801" y="304"/>
                    <a:pt x="2637" y="222"/>
                  </a:cubicBezTo>
                  <a:lnTo>
                    <a:pt x="2194" y="0"/>
                  </a:lnTo>
                  <a:cubicBezTo>
                    <a:pt x="2004" y="236"/>
                    <a:pt x="1729" y="354"/>
                    <a:pt x="1453" y="354"/>
                  </a:cubicBezTo>
                  <a:cubicBezTo>
                    <a:pt x="1178" y="354"/>
                    <a:pt x="902" y="236"/>
                    <a:pt x="712"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1"/>
            <p:cNvSpPr/>
            <p:nvPr/>
          </p:nvSpPr>
          <p:spPr>
            <a:xfrm>
              <a:off x="2359051" y="3524375"/>
              <a:ext cx="50750" cy="57071"/>
            </a:xfrm>
            <a:custGeom>
              <a:rect b="b" l="l" r="r" t="t"/>
              <a:pathLst>
                <a:path extrusionOk="0" h="2176" w="1935">
                  <a:moveTo>
                    <a:pt x="727" y="1"/>
                  </a:moveTo>
                  <a:cubicBezTo>
                    <a:pt x="327" y="1"/>
                    <a:pt x="0" y="328"/>
                    <a:pt x="0" y="727"/>
                  </a:cubicBezTo>
                  <a:lnTo>
                    <a:pt x="0" y="1209"/>
                  </a:lnTo>
                  <a:cubicBezTo>
                    <a:pt x="0" y="1743"/>
                    <a:pt x="433" y="2176"/>
                    <a:pt x="967" y="2176"/>
                  </a:cubicBezTo>
                  <a:cubicBezTo>
                    <a:pt x="1501" y="2176"/>
                    <a:pt x="1935" y="1743"/>
                    <a:pt x="1935" y="1209"/>
                  </a:cubicBezTo>
                  <a:lnTo>
                    <a:pt x="1935" y="727"/>
                  </a:lnTo>
                  <a:cubicBezTo>
                    <a:pt x="1935" y="328"/>
                    <a:pt x="1607" y="1"/>
                    <a:pt x="120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1"/>
            <p:cNvSpPr/>
            <p:nvPr/>
          </p:nvSpPr>
          <p:spPr>
            <a:xfrm>
              <a:off x="2359051" y="3524506"/>
              <a:ext cx="34987" cy="57019"/>
            </a:xfrm>
            <a:custGeom>
              <a:rect b="b" l="l" r="r" t="t"/>
              <a:pathLst>
                <a:path extrusionOk="0" h="2174" w="1334">
                  <a:moveTo>
                    <a:pt x="727" y="1"/>
                  </a:moveTo>
                  <a:cubicBezTo>
                    <a:pt x="327" y="1"/>
                    <a:pt x="0" y="323"/>
                    <a:pt x="0" y="722"/>
                  </a:cubicBezTo>
                  <a:lnTo>
                    <a:pt x="0" y="1204"/>
                  </a:lnTo>
                  <a:cubicBezTo>
                    <a:pt x="0" y="1759"/>
                    <a:pt x="455" y="2173"/>
                    <a:pt x="964" y="2173"/>
                  </a:cubicBezTo>
                  <a:cubicBezTo>
                    <a:pt x="1086" y="2173"/>
                    <a:pt x="1211" y="2150"/>
                    <a:pt x="1333" y="2099"/>
                  </a:cubicBezTo>
                  <a:cubicBezTo>
                    <a:pt x="967" y="1954"/>
                    <a:pt x="727" y="1598"/>
                    <a:pt x="727" y="1204"/>
                  </a:cubicBezTo>
                  <a:lnTo>
                    <a:pt x="727" y="722"/>
                  </a:lnTo>
                  <a:cubicBezTo>
                    <a:pt x="727" y="371"/>
                    <a:pt x="982" y="68"/>
                    <a:pt x="1328" y="10"/>
                  </a:cubicBezTo>
                  <a:cubicBezTo>
                    <a:pt x="1290" y="1"/>
                    <a:pt x="1246" y="1"/>
                    <a:pt x="120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1"/>
            <p:cNvSpPr/>
            <p:nvPr/>
          </p:nvSpPr>
          <p:spPr>
            <a:xfrm>
              <a:off x="2359051" y="3524375"/>
              <a:ext cx="50750" cy="25388"/>
            </a:xfrm>
            <a:custGeom>
              <a:rect b="b" l="l" r="r" t="t"/>
              <a:pathLst>
                <a:path extrusionOk="0" h="968" w="1935">
                  <a:moveTo>
                    <a:pt x="727" y="1"/>
                  </a:moveTo>
                  <a:cubicBezTo>
                    <a:pt x="327" y="1"/>
                    <a:pt x="0" y="328"/>
                    <a:pt x="0" y="727"/>
                  </a:cubicBezTo>
                  <a:cubicBezTo>
                    <a:pt x="0" y="727"/>
                    <a:pt x="727" y="968"/>
                    <a:pt x="1935" y="968"/>
                  </a:cubicBezTo>
                  <a:lnTo>
                    <a:pt x="1935" y="727"/>
                  </a:lnTo>
                  <a:cubicBezTo>
                    <a:pt x="1935" y="328"/>
                    <a:pt x="1607" y="1"/>
                    <a:pt x="120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1"/>
            <p:cNvSpPr/>
            <p:nvPr/>
          </p:nvSpPr>
          <p:spPr>
            <a:xfrm>
              <a:off x="2359051" y="3524375"/>
              <a:ext cx="34856" cy="23133"/>
            </a:xfrm>
            <a:custGeom>
              <a:rect b="b" l="l" r="r" t="t"/>
              <a:pathLst>
                <a:path extrusionOk="0" h="882" w="1329">
                  <a:moveTo>
                    <a:pt x="727" y="1"/>
                  </a:moveTo>
                  <a:cubicBezTo>
                    <a:pt x="327" y="1"/>
                    <a:pt x="0" y="328"/>
                    <a:pt x="0" y="727"/>
                  </a:cubicBezTo>
                  <a:cubicBezTo>
                    <a:pt x="241" y="795"/>
                    <a:pt x="481" y="848"/>
                    <a:pt x="727" y="881"/>
                  </a:cubicBezTo>
                  <a:lnTo>
                    <a:pt x="727" y="727"/>
                  </a:lnTo>
                  <a:cubicBezTo>
                    <a:pt x="727" y="371"/>
                    <a:pt x="982" y="73"/>
                    <a:pt x="1328" y="15"/>
                  </a:cubicBezTo>
                  <a:cubicBezTo>
                    <a:pt x="1290" y="6"/>
                    <a:pt x="1246" y="1"/>
                    <a:pt x="120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1"/>
            <p:cNvSpPr/>
            <p:nvPr/>
          </p:nvSpPr>
          <p:spPr>
            <a:xfrm>
              <a:off x="2346304" y="3606284"/>
              <a:ext cx="19067" cy="36115"/>
            </a:xfrm>
            <a:custGeom>
              <a:rect b="b" l="l" r="r" t="t"/>
              <a:pathLst>
                <a:path extrusionOk="0" h="1377" w="727">
                  <a:moveTo>
                    <a:pt x="63" y="1"/>
                  </a:moveTo>
                  <a:cubicBezTo>
                    <a:pt x="24" y="68"/>
                    <a:pt x="0" y="145"/>
                    <a:pt x="0" y="227"/>
                  </a:cubicBezTo>
                  <a:lnTo>
                    <a:pt x="0" y="1078"/>
                  </a:lnTo>
                  <a:cubicBezTo>
                    <a:pt x="226" y="1208"/>
                    <a:pt x="472" y="1309"/>
                    <a:pt x="727" y="1377"/>
                  </a:cubicBezTo>
                  <a:lnTo>
                    <a:pt x="727" y="746"/>
                  </a:lnTo>
                  <a:cubicBezTo>
                    <a:pt x="727" y="592"/>
                    <a:pt x="655" y="448"/>
                    <a:pt x="534" y="357"/>
                  </a:cubicBezTo>
                  <a:lnTo>
                    <a:pt x="63"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1"/>
            <p:cNvSpPr/>
            <p:nvPr/>
          </p:nvSpPr>
          <p:spPr>
            <a:xfrm>
              <a:off x="2403349" y="3606284"/>
              <a:ext cx="19067" cy="35984"/>
            </a:xfrm>
            <a:custGeom>
              <a:rect b="b" l="l" r="r" t="t"/>
              <a:pathLst>
                <a:path extrusionOk="0" h="1372" w="727">
                  <a:moveTo>
                    <a:pt x="669" y="1"/>
                  </a:moveTo>
                  <a:lnTo>
                    <a:pt x="197" y="357"/>
                  </a:lnTo>
                  <a:cubicBezTo>
                    <a:pt x="72" y="448"/>
                    <a:pt x="0" y="592"/>
                    <a:pt x="5" y="742"/>
                  </a:cubicBezTo>
                  <a:lnTo>
                    <a:pt x="5" y="1372"/>
                  </a:lnTo>
                  <a:cubicBezTo>
                    <a:pt x="255" y="1309"/>
                    <a:pt x="501" y="1208"/>
                    <a:pt x="727" y="1078"/>
                  </a:cubicBezTo>
                  <a:lnTo>
                    <a:pt x="727" y="227"/>
                  </a:lnTo>
                  <a:cubicBezTo>
                    <a:pt x="727" y="145"/>
                    <a:pt x="703" y="68"/>
                    <a:pt x="6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1"/>
            <p:cNvSpPr/>
            <p:nvPr/>
          </p:nvSpPr>
          <p:spPr>
            <a:xfrm>
              <a:off x="2181989" y="3378996"/>
              <a:ext cx="404874" cy="341535"/>
            </a:xfrm>
            <a:custGeom>
              <a:rect b="b" l="l" r="r" t="t"/>
              <a:pathLst>
                <a:path extrusionOk="0" h="13022" w="15437">
                  <a:moveTo>
                    <a:pt x="6506" y="453"/>
                  </a:moveTo>
                  <a:cubicBezTo>
                    <a:pt x="6703" y="453"/>
                    <a:pt x="6896" y="530"/>
                    <a:pt x="7035" y="670"/>
                  </a:cubicBezTo>
                  <a:lnTo>
                    <a:pt x="7815" y="1454"/>
                  </a:lnTo>
                  <a:lnTo>
                    <a:pt x="6809" y="1454"/>
                  </a:lnTo>
                  <a:cubicBezTo>
                    <a:pt x="6679" y="1454"/>
                    <a:pt x="6549" y="1401"/>
                    <a:pt x="6458" y="1305"/>
                  </a:cubicBezTo>
                  <a:lnTo>
                    <a:pt x="5606" y="453"/>
                  </a:lnTo>
                  <a:close/>
                  <a:moveTo>
                    <a:pt x="8286" y="453"/>
                  </a:moveTo>
                  <a:cubicBezTo>
                    <a:pt x="8479" y="453"/>
                    <a:pt x="8666" y="530"/>
                    <a:pt x="8806" y="670"/>
                  </a:cubicBezTo>
                  <a:lnTo>
                    <a:pt x="9590" y="1454"/>
                  </a:lnTo>
                  <a:lnTo>
                    <a:pt x="9407" y="1454"/>
                  </a:lnTo>
                  <a:cubicBezTo>
                    <a:pt x="9109" y="1454"/>
                    <a:pt x="9109" y="1906"/>
                    <a:pt x="9407" y="1906"/>
                  </a:cubicBezTo>
                  <a:lnTo>
                    <a:pt x="14484" y="1906"/>
                  </a:lnTo>
                  <a:cubicBezTo>
                    <a:pt x="14758" y="1906"/>
                    <a:pt x="14979" y="2128"/>
                    <a:pt x="14979" y="2402"/>
                  </a:cubicBezTo>
                  <a:lnTo>
                    <a:pt x="14979" y="12069"/>
                  </a:lnTo>
                  <a:lnTo>
                    <a:pt x="14984" y="12069"/>
                  </a:lnTo>
                  <a:cubicBezTo>
                    <a:pt x="14979" y="12343"/>
                    <a:pt x="14758" y="12564"/>
                    <a:pt x="14484" y="12564"/>
                  </a:cubicBezTo>
                  <a:lnTo>
                    <a:pt x="948" y="12564"/>
                  </a:lnTo>
                  <a:cubicBezTo>
                    <a:pt x="674" y="12564"/>
                    <a:pt x="453" y="12343"/>
                    <a:pt x="453" y="12069"/>
                  </a:cubicBezTo>
                  <a:lnTo>
                    <a:pt x="453" y="953"/>
                  </a:lnTo>
                  <a:cubicBezTo>
                    <a:pt x="453" y="674"/>
                    <a:pt x="674" y="453"/>
                    <a:pt x="948" y="453"/>
                  </a:cubicBezTo>
                  <a:lnTo>
                    <a:pt x="4658" y="453"/>
                  </a:lnTo>
                  <a:cubicBezTo>
                    <a:pt x="4855" y="453"/>
                    <a:pt x="5043" y="530"/>
                    <a:pt x="5183" y="670"/>
                  </a:cubicBezTo>
                  <a:lnTo>
                    <a:pt x="6135" y="1627"/>
                  </a:lnTo>
                  <a:cubicBezTo>
                    <a:pt x="6309" y="1801"/>
                    <a:pt x="6548" y="1902"/>
                    <a:pt x="6792" y="1902"/>
                  </a:cubicBezTo>
                  <a:cubicBezTo>
                    <a:pt x="6798" y="1902"/>
                    <a:pt x="6803" y="1901"/>
                    <a:pt x="6809" y="1901"/>
                  </a:cubicBezTo>
                  <a:lnTo>
                    <a:pt x="8358" y="1901"/>
                  </a:lnTo>
                  <a:cubicBezTo>
                    <a:pt x="8560" y="1901"/>
                    <a:pt x="8661" y="1661"/>
                    <a:pt x="8522" y="1516"/>
                  </a:cubicBezTo>
                  <a:lnTo>
                    <a:pt x="7454" y="453"/>
                  </a:lnTo>
                  <a:close/>
                  <a:moveTo>
                    <a:pt x="953" y="1"/>
                  </a:moveTo>
                  <a:cubicBezTo>
                    <a:pt x="429" y="1"/>
                    <a:pt x="0" y="429"/>
                    <a:pt x="0" y="953"/>
                  </a:cubicBezTo>
                  <a:lnTo>
                    <a:pt x="0" y="12069"/>
                  </a:lnTo>
                  <a:cubicBezTo>
                    <a:pt x="0" y="12593"/>
                    <a:pt x="429" y="13016"/>
                    <a:pt x="953" y="13021"/>
                  </a:cubicBezTo>
                  <a:lnTo>
                    <a:pt x="14484" y="13021"/>
                  </a:lnTo>
                  <a:cubicBezTo>
                    <a:pt x="15008" y="13016"/>
                    <a:pt x="15436" y="12593"/>
                    <a:pt x="15436" y="12069"/>
                  </a:cubicBezTo>
                  <a:lnTo>
                    <a:pt x="15436" y="2402"/>
                  </a:lnTo>
                  <a:cubicBezTo>
                    <a:pt x="15436" y="1877"/>
                    <a:pt x="15008" y="1454"/>
                    <a:pt x="14484" y="1454"/>
                  </a:cubicBezTo>
                  <a:lnTo>
                    <a:pt x="10230" y="1454"/>
                  </a:lnTo>
                  <a:lnTo>
                    <a:pt x="9128" y="352"/>
                  </a:lnTo>
                  <a:cubicBezTo>
                    <a:pt x="8902" y="126"/>
                    <a:pt x="8599" y="1"/>
                    <a:pt x="8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1"/>
            <p:cNvSpPr/>
            <p:nvPr/>
          </p:nvSpPr>
          <p:spPr>
            <a:xfrm>
              <a:off x="2295947" y="3486765"/>
              <a:ext cx="170505" cy="164105"/>
            </a:xfrm>
            <a:custGeom>
              <a:rect b="b" l="l" r="r" t="t"/>
              <a:pathLst>
                <a:path extrusionOk="0" h="6257" w="6501">
                  <a:moveTo>
                    <a:pt x="3614" y="1666"/>
                  </a:moveTo>
                  <a:cubicBezTo>
                    <a:pt x="3888" y="1666"/>
                    <a:pt x="4110" y="1887"/>
                    <a:pt x="4110" y="2161"/>
                  </a:cubicBezTo>
                  <a:lnTo>
                    <a:pt x="4110" y="2643"/>
                  </a:lnTo>
                  <a:cubicBezTo>
                    <a:pt x="4110" y="3052"/>
                    <a:pt x="3782" y="3384"/>
                    <a:pt x="3373" y="3384"/>
                  </a:cubicBezTo>
                  <a:cubicBezTo>
                    <a:pt x="2964" y="3384"/>
                    <a:pt x="2632" y="3052"/>
                    <a:pt x="2632" y="2643"/>
                  </a:cubicBezTo>
                  <a:lnTo>
                    <a:pt x="2632" y="2161"/>
                  </a:lnTo>
                  <a:cubicBezTo>
                    <a:pt x="2632" y="1887"/>
                    <a:pt x="2858" y="1666"/>
                    <a:pt x="3133" y="1666"/>
                  </a:cubicBezTo>
                  <a:close/>
                  <a:moveTo>
                    <a:pt x="3633" y="3807"/>
                  </a:moveTo>
                  <a:lnTo>
                    <a:pt x="3633" y="3942"/>
                  </a:lnTo>
                  <a:cubicBezTo>
                    <a:pt x="3628" y="4024"/>
                    <a:pt x="3652" y="4105"/>
                    <a:pt x="3691" y="4178"/>
                  </a:cubicBezTo>
                  <a:lnTo>
                    <a:pt x="3383" y="4485"/>
                  </a:lnTo>
                  <a:cubicBezTo>
                    <a:pt x="3378" y="4490"/>
                    <a:pt x="3375" y="4493"/>
                    <a:pt x="3371" y="4493"/>
                  </a:cubicBezTo>
                  <a:cubicBezTo>
                    <a:pt x="3367" y="4493"/>
                    <a:pt x="3364" y="4490"/>
                    <a:pt x="3359" y="4485"/>
                  </a:cubicBezTo>
                  <a:lnTo>
                    <a:pt x="3051" y="4178"/>
                  </a:lnTo>
                  <a:cubicBezTo>
                    <a:pt x="3089" y="4105"/>
                    <a:pt x="3114" y="4024"/>
                    <a:pt x="3114" y="3942"/>
                  </a:cubicBezTo>
                  <a:lnTo>
                    <a:pt x="3114" y="3807"/>
                  </a:lnTo>
                  <a:cubicBezTo>
                    <a:pt x="3195" y="3826"/>
                    <a:pt x="3287" y="3836"/>
                    <a:pt x="3373" y="3836"/>
                  </a:cubicBezTo>
                  <a:cubicBezTo>
                    <a:pt x="3460" y="3836"/>
                    <a:pt x="3547" y="3826"/>
                    <a:pt x="3633" y="3807"/>
                  </a:cubicBezTo>
                  <a:close/>
                  <a:moveTo>
                    <a:pt x="3373" y="448"/>
                  </a:moveTo>
                  <a:cubicBezTo>
                    <a:pt x="4504" y="448"/>
                    <a:pt x="5519" y="1165"/>
                    <a:pt x="5895" y="2234"/>
                  </a:cubicBezTo>
                  <a:cubicBezTo>
                    <a:pt x="6270" y="3302"/>
                    <a:pt x="5933" y="4495"/>
                    <a:pt x="5048" y="5207"/>
                  </a:cubicBezTo>
                  <a:lnTo>
                    <a:pt x="5048" y="4875"/>
                  </a:lnTo>
                  <a:cubicBezTo>
                    <a:pt x="5048" y="4606"/>
                    <a:pt x="4899" y="4360"/>
                    <a:pt x="4658" y="4240"/>
                  </a:cubicBezTo>
                  <a:lnTo>
                    <a:pt x="4090" y="3956"/>
                  </a:lnTo>
                  <a:cubicBezTo>
                    <a:pt x="4085" y="3956"/>
                    <a:pt x="4081" y="3951"/>
                    <a:pt x="4081" y="3942"/>
                  </a:cubicBezTo>
                  <a:lnTo>
                    <a:pt x="4081" y="3600"/>
                  </a:lnTo>
                  <a:cubicBezTo>
                    <a:pt x="4384" y="3374"/>
                    <a:pt x="4562" y="3023"/>
                    <a:pt x="4562" y="2643"/>
                  </a:cubicBezTo>
                  <a:lnTo>
                    <a:pt x="4562" y="2161"/>
                  </a:lnTo>
                  <a:cubicBezTo>
                    <a:pt x="4562" y="1637"/>
                    <a:pt x="4138" y="1209"/>
                    <a:pt x="3614" y="1209"/>
                  </a:cubicBezTo>
                  <a:lnTo>
                    <a:pt x="3133" y="1209"/>
                  </a:lnTo>
                  <a:cubicBezTo>
                    <a:pt x="2608" y="1209"/>
                    <a:pt x="2185" y="1637"/>
                    <a:pt x="2180" y="2161"/>
                  </a:cubicBezTo>
                  <a:lnTo>
                    <a:pt x="2180" y="2643"/>
                  </a:lnTo>
                  <a:cubicBezTo>
                    <a:pt x="2180" y="3018"/>
                    <a:pt x="2358" y="3374"/>
                    <a:pt x="2661" y="3600"/>
                  </a:cubicBezTo>
                  <a:lnTo>
                    <a:pt x="2661" y="3942"/>
                  </a:lnTo>
                  <a:cubicBezTo>
                    <a:pt x="2661" y="3947"/>
                    <a:pt x="2661" y="3951"/>
                    <a:pt x="2656" y="3956"/>
                  </a:cubicBezTo>
                  <a:lnTo>
                    <a:pt x="2089" y="4240"/>
                  </a:lnTo>
                  <a:cubicBezTo>
                    <a:pt x="1848" y="4356"/>
                    <a:pt x="1694" y="4606"/>
                    <a:pt x="1699" y="4875"/>
                  </a:cubicBezTo>
                  <a:lnTo>
                    <a:pt x="1699" y="5207"/>
                  </a:lnTo>
                  <a:cubicBezTo>
                    <a:pt x="814" y="4495"/>
                    <a:pt x="472" y="3302"/>
                    <a:pt x="852" y="2234"/>
                  </a:cubicBezTo>
                  <a:cubicBezTo>
                    <a:pt x="1227" y="1165"/>
                    <a:pt x="2238" y="448"/>
                    <a:pt x="3373" y="448"/>
                  </a:cubicBezTo>
                  <a:close/>
                  <a:moveTo>
                    <a:pt x="4066" y="4452"/>
                  </a:moveTo>
                  <a:lnTo>
                    <a:pt x="4461" y="4644"/>
                  </a:lnTo>
                  <a:cubicBezTo>
                    <a:pt x="4547" y="4688"/>
                    <a:pt x="4600" y="4779"/>
                    <a:pt x="4600" y="4875"/>
                  </a:cubicBezTo>
                  <a:lnTo>
                    <a:pt x="4600" y="5506"/>
                  </a:lnTo>
                  <a:cubicBezTo>
                    <a:pt x="4218" y="5703"/>
                    <a:pt x="3798" y="5801"/>
                    <a:pt x="3378" y="5801"/>
                  </a:cubicBezTo>
                  <a:cubicBezTo>
                    <a:pt x="2958" y="5801"/>
                    <a:pt x="2539" y="5703"/>
                    <a:pt x="2156" y="5506"/>
                  </a:cubicBezTo>
                  <a:lnTo>
                    <a:pt x="2151" y="5506"/>
                  </a:lnTo>
                  <a:lnTo>
                    <a:pt x="2151" y="4875"/>
                  </a:lnTo>
                  <a:cubicBezTo>
                    <a:pt x="2151" y="4779"/>
                    <a:pt x="2204" y="4688"/>
                    <a:pt x="2291" y="4644"/>
                  </a:cubicBezTo>
                  <a:lnTo>
                    <a:pt x="2685" y="4452"/>
                  </a:lnTo>
                  <a:lnTo>
                    <a:pt x="3046" y="4813"/>
                  </a:lnTo>
                  <a:cubicBezTo>
                    <a:pt x="3138" y="4902"/>
                    <a:pt x="3257" y="4946"/>
                    <a:pt x="3376" y="4946"/>
                  </a:cubicBezTo>
                  <a:cubicBezTo>
                    <a:pt x="3495" y="4946"/>
                    <a:pt x="3614" y="4902"/>
                    <a:pt x="3705" y="4813"/>
                  </a:cubicBezTo>
                  <a:lnTo>
                    <a:pt x="4066" y="4452"/>
                  </a:lnTo>
                  <a:close/>
                  <a:moveTo>
                    <a:pt x="3373" y="1"/>
                  </a:moveTo>
                  <a:cubicBezTo>
                    <a:pt x="2108" y="1"/>
                    <a:pt x="967" y="761"/>
                    <a:pt x="481" y="1930"/>
                  </a:cubicBezTo>
                  <a:cubicBezTo>
                    <a:pt x="0" y="3100"/>
                    <a:pt x="270" y="4447"/>
                    <a:pt x="1160" y="5342"/>
                  </a:cubicBezTo>
                  <a:cubicBezTo>
                    <a:pt x="1760" y="5938"/>
                    <a:pt x="2562" y="6256"/>
                    <a:pt x="3379" y="6256"/>
                  </a:cubicBezTo>
                  <a:cubicBezTo>
                    <a:pt x="3781" y="6256"/>
                    <a:pt x="4186" y="6179"/>
                    <a:pt x="4571" y="6020"/>
                  </a:cubicBezTo>
                  <a:cubicBezTo>
                    <a:pt x="5741" y="5534"/>
                    <a:pt x="6501" y="4394"/>
                    <a:pt x="6501" y="3129"/>
                  </a:cubicBezTo>
                  <a:cubicBezTo>
                    <a:pt x="6501" y="1401"/>
                    <a:pt x="5101" y="1"/>
                    <a:pt x="3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1"/>
            <p:cNvSpPr/>
            <p:nvPr/>
          </p:nvSpPr>
          <p:spPr>
            <a:xfrm>
              <a:off x="2266153" y="3461220"/>
              <a:ext cx="188812" cy="175593"/>
            </a:xfrm>
            <a:custGeom>
              <a:rect b="b" l="l" r="r" t="t"/>
              <a:pathLst>
                <a:path extrusionOk="0" h="6695" w="7199">
                  <a:moveTo>
                    <a:pt x="4499" y="0"/>
                  </a:moveTo>
                  <a:cubicBezTo>
                    <a:pt x="3447" y="0"/>
                    <a:pt x="2400" y="405"/>
                    <a:pt x="1608" y="1196"/>
                  </a:cubicBezTo>
                  <a:cubicBezTo>
                    <a:pt x="145" y="2659"/>
                    <a:pt x="1" y="4983"/>
                    <a:pt x="1276" y="6609"/>
                  </a:cubicBezTo>
                  <a:cubicBezTo>
                    <a:pt x="1326" y="6670"/>
                    <a:pt x="1387" y="6695"/>
                    <a:pt x="1446" y="6695"/>
                  </a:cubicBezTo>
                  <a:cubicBezTo>
                    <a:pt x="1609" y="6695"/>
                    <a:pt x="1759" y="6503"/>
                    <a:pt x="1632" y="6330"/>
                  </a:cubicBezTo>
                  <a:cubicBezTo>
                    <a:pt x="511" y="4882"/>
                    <a:pt x="641" y="2823"/>
                    <a:pt x="1935" y="1528"/>
                  </a:cubicBezTo>
                  <a:cubicBezTo>
                    <a:pt x="2642" y="821"/>
                    <a:pt x="3573" y="462"/>
                    <a:pt x="4508" y="462"/>
                  </a:cubicBezTo>
                  <a:cubicBezTo>
                    <a:pt x="5292" y="462"/>
                    <a:pt x="6080" y="714"/>
                    <a:pt x="6742" y="1225"/>
                  </a:cubicBezTo>
                  <a:cubicBezTo>
                    <a:pt x="6787" y="1258"/>
                    <a:pt x="6834" y="1273"/>
                    <a:pt x="6877" y="1273"/>
                  </a:cubicBezTo>
                  <a:cubicBezTo>
                    <a:pt x="7061" y="1273"/>
                    <a:pt x="7199" y="1021"/>
                    <a:pt x="7016" y="869"/>
                  </a:cubicBezTo>
                  <a:cubicBezTo>
                    <a:pt x="6273" y="286"/>
                    <a:pt x="5384" y="0"/>
                    <a:pt x="44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1"/>
            <p:cNvSpPr/>
            <p:nvPr/>
          </p:nvSpPr>
          <p:spPr>
            <a:xfrm>
              <a:off x="2313284" y="3500639"/>
              <a:ext cx="189389" cy="175750"/>
            </a:xfrm>
            <a:custGeom>
              <a:rect b="b" l="l" r="r" t="t"/>
              <a:pathLst>
                <a:path extrusionOk="0" h="6701" w="7221">
                  <a:moveTo>
                    <a:pt x="5768" y="0"/>
                  </a:moveTo>
                  <a:cubicBezTo>
                    <a:pt x="5719" y="0"/>
                    <a:pt x="5669" y="17"/>
                    <a:pt x="5628" y="49"/>
                  </a:cubicBezTo>
                  <a:cubicBezTo>
                    <a:pt x="5527" y="126"/>
                    <a:pt x="5513" y="266"/>
                    <a:pt x="5590" y="367"/>
                  </a:cubicBezTo>
                  <a:cubicBezTo>
                    <a:pt x="6711" y="1815"/>
                    <a:pt x="6581" y="3875"/>
                    <a:pt x="5282" y="5169"/>
                  </a:cubicBezTo>
                  <a:cubicBezTo>
                    <a:pt x="4577" y="5874"/>
                    <a:pt x="3645" y="6234"/>
                    <a:pt x="2708" y="6234"/>
                  </a:cubicBezTo>
                  <a:cubicBezTo>
                    <a:pt x="1925" y="6234"/>
                    <a:pt x="1139" y="5983"/>
                    <a:pt x="480" y="5472"/>
                  </a:cubicBezTo>
                  <a:cubicBezTo>
                    <a:pt x="431" y="5433"/>
                    <a:pt x="381" y="5416"/>
                    <a:pt x="334" y="5416"/>
                  </a:cubicBezTo>
                  <a:cubicBezTo>
                    <a:pt x="145" y="5416"/>
                    <a:pt x="1" y="5682"/>
                    <a:pt x="201" y="5828"/>
                  </a:cubicBezTo>
                  <a:cubicBezTo>
                    <a:pt x="946" y="6413"/>
                    <a:pt x="1837" y="6701"/>
                    <a:pt x="2723" y="6701"/>
                  </a:cubicBezTo>
                  <a:cubicBezTo>
                    <a:pt x="3776" y="6701"/>
                    <a:pt x="4824" y="6295"/>
                    <a:pt x="5619" y="5501"/>
                  </a:cubicBezTo>
                  <a:cubicBezTo>
                    <a:pt x="7081" y="4038"/>
                    <a:pt x="7221" y="1714"/>
                    <a:pt x="5946" y="88"/>
                  </a:cubicBezTo>
                  <a:cubicBezTo>
                    <a:pt x="5902" y="30"/>
                    <a:pt x="5835" y="0"/>
                    <a:pt x="57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81"/>
          <p:cNvGrpSpPr/>
          <p:nvPr/>
        </p:nvGrpSpPr>
        <p:grpSpPr>
          <a:xfrm>
            <a:off x="3097565" y="3381908"/>
            <a:ext cx="361336" cy="338623"/>
            <a:chOff x="3097565" y="3381908"/>
            <a:chExt cx="361336" cy="338623"/>
          </a:xfrm>
        </p:grpSpPr>
        <p:sp>
          <p:nvSpPr>
            <p:cNvPr id="9785" name="Google Shape;9785;p81"/>
            <p:cNvSpPr/>
            <p:nvPr/>
          </p:nvSpPr>
          <p:spPr>
            <a:xfrm>
              <a:off x="3102732" y="3455607"/>
              <a:ext cx="350871" cy="259495"/>
            </a:xfrm>
            <a:custGeom>
              <a:rect b="b" l="l" r="r" t="t"/>
              <a:pathLst>
                <a:path extrusionOk="0" h="9894" w="13378">
                  <a:moveTo>
                    <a:pt x="1011" y="0"/>
                  </a:moveTo>
                  <a:cubicBezTo>
                    <a:pt x="453" y="5"/>
                    <a:pt x="6" y="453"/>
                    <a:pt x="1" y="1011"/>
                  </a:cubicBezTo>
                  <a:lnTo>
                    <a:pt x="1" y="8888"/>
                  </a:lnTo>
                  <a:cubicBezTo>
                    <a:pt x="6" y="9441"/>
                    <a:pt x="453" y="9893"/>
                    <a:pt x="1011" y="9893"/>
                  </a:cubicBezTo>
                  <a:lnTo>
                    <a:pt x="12372" y="9893"/>
                  </a:lnTo>
                  <a:cubicBezTo>
                    <a:pt x="12925" y="9893"/>
                    <a:pt x="13377" y="9441"/>
                    <a:pt x="13377" y="8888"/>
                  </a:cubicBezTo>
                  <a:lnTo>
                    <a:pt x="13377" y="1011"/>
                  </a:lnTo>
                  <a:cubicBezTo>
                    <a:pt x="13377" y="453"/>
                    <a:pt x="12925" y="5"/>
                    <a:pt x="12372"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1"/>
            <p:cNvSpPr/>
            <p:nvPr/>
          </p:nvSpPr>
          <p:spPr>
            <a:xfrm>
              <a:off x="3102600" y="3455607"/>
              <a:ext cx="175593" cy="259495"/>
            </a:xfrm>
            <a:custGeom>
              <a:rect b="b" l="l" r="r" t="t"/>
              <a:pathLst>
                <a:path extrusionOk="0" h="9894" w="6695">
                  <a:moveTo>
                    <a:pt x="997" y="0"/>
                  </a:moveTo>
                  <a:cubicBezTo>
                    <a:pt x="444" y="10"/>
                    <a:pt x="1" y="462"/>
                    <a:pt x="6" y="1011"/>
                  </a:cubicBezTo>
                  <a:lnTo>
                    <a:pt x="6" y="8888"/>
                  </a:lnTo>
                  <a:cubicBezTo>
                    <a:pt x="1" y="9436"/>
                    <a:pt x="444" y="9889"/>
                    <a:pt x="997" y="9893"/>
                  </a:cubicBezTo>
                  <a:lnTo>
                    <a:pt x="6694" y="9893"/>
                  </a:lnTo>
                  <a:lnTo>
                    <a:pt x="669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1"/>
            <p:cNvSpPr/>
            <p:nvPr/>
          </p:nvSpPr>
          <p:spPr>
            <a:xfrm>
              <a:off x="3133156" y="3486031"/>
              <a:ext cx="290024" cy="198647"/>
            </a:xfrm>
            <a:custGeom>
              <a:rect b="b" l="l" r="r" t="t"/>
              <a:pathLst>
                <a:path extrusionOk="0" h="7574" w="11058">
                  <a:moveTo>
                    <a:pt x="270" y="0"/>
                  </a:moveTo>
                  <a:cubicBezTo>
                    <a:pt x="121" y="0"/>
                    <a:pt x="0" y="120"/>
                    <a:pt x="5" y="270"/>
                  </a:cubicBezTo>
                  <a:lnTo>
                    <a:pt x="5" y="7309"/>
                  </a:lnTo>
                  <a:cubicBezTo>
                    <a:pt x="5" y="7453"/>
                    <a:pt x="121" y="7574"/>
                    <a:pt x="270" y="7574"/>
                  </a:cubicBezTo>
                  <a:lnTo>
                    <a:pt x="10788" y="7574"/>
                  </a:lnTo>
                  <a:cubicBezTo>
                    <a:pt x="10937" y="7574"/>
                    <a:pt x="11058" y="7453"/>
                    <a:pt x="11058" y="7309"/>
                  </a:cubicBezTo>
                  <a:lnTo>
                    <a:pt x="11058" y="270"/>
                  </a:lnTo>
                  <a:cubicBezTo>
                    <a:pt x="11058" y="120"/>
                    <a:pt x="10937" y="0"/>
                    <a:pt x="107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1"/>
            <p:cNvSpPr/>
            <p:nvPr/>
          </p:nvSpPr>
          <p:spPr>
            <a:xfrm>
              <a:off x="3133156" y="3486136"/>
              <a:ext cx="145038" cy="198542"/>
            </a:xfrm>
            <a:custGeom>
              <a:rect b="b" l="l" r="r" t="t"/>
              <a:pathLst>
                <a:path extrusionOk="0" h="7570" w="5530">
                  <a:moveTo>
                    <a:pt x="265" y="1"/>
                  </a:moveTo>
                  <a:cubicBezTo>
                    <a:pt x="116" y="1"/>
                    <a:pt x="0" y="121"/>
                    <a:pt x="0" y="266"/>
                  </a:cubicBezTo>
                  <a:lnTo>
                    <a:pt x="0" y="7305"/>
                  </a:lnTo>
                  <a:cubicBezTo>
                    <a:pt x="0" y="7449"/>
                    <a:pt x="116" y="7570"/>
                    <a:pt x="265" y="7570"/>
                  </a:cubicBezTo>
                  <a:lnTo>
                    <a:pt x="5529" y="7570"/>
                  </a:lnTo>
                  <a:lnTo>
                    <a:pt x="5529"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1"/>
            <p:cNvSpPr/>
            <p:nvPr/>
          </p:nvSpPr>
          <p:spPr>
            <a:xfrm>
              <a:off x="3209241" y="3387205"/>
              <a:ext cx="137721" cy="114876"/>
            </a:xfrm>
            <a:custGeom>
              <a:rect b="b" l="l" r="r" t="t"/>
              <a:pathLst>
                <a:path extrusionOk="0" h="4380" w="5251">
                  <a:moveTo>
                    <a:pt x="2229" y="0"/>
                  </a:moveTo>
                  <a:cubicBezTo>
                    <a:pt x="1642" y="0"/>
                    <a:pt x="1165" y="477"/>
                    <a:pt x="1165" y="1069"/>
                  </a:cubicBezTo>
                  <a:lnTo>
                    <a:pt x="1165" y="1569"/>
                  </a:lnTo>
                  <a:cubicBezTo>
                    <a:pt x="1161" y="1824"/>
                    <a:pt x="954" y="2031"/>
                    <a:pt x="699" y="2031"/>
                  </a:cubicBezTo>
                  <a:lnTo>
                    <a:pt x="496" y="2031"/>
                  </a:lnTo>
                  <a:cubicBezTo>
                    <a:pt x="222" y="2031"/>
                    <a:pt x="1" y="2252"/>
                    <a:pt x="1" y="2522"/>
                  </a:cubicBezTo>
                  <a:lnTo>
                    <a:pt x="1" y="3888"/>
                  </a:lnTo>
                  <a:cubicBezTo>
                    <a:pt x="1" y="4158"/>
                    <a:pt x="222" y="4379"/>
                    <a:pt x="496" y="4379"/>
                  </a:cubicBezTo>
                  <a:lnTo>
                    <a:pt x="4760" y="4379"/>
                  </a:lnTo>
                  <a:cubicBezTo>
                    <a:pt x="5029" y="4379"/>
                    <a:pt x="5250" y="4158"/>
                    <a:pt x="5250" y="3888"/>
                  </a:cubicBezTo>
                  <a:lnTo>
                    <a:pt x="5250" y="2522"/>
                  </a:lnTo>
                  <a:cubicBezTo>
                    <a:pt x="5250" y="2252"/>
                    <a:pt x="5029" y="2031"/>
                    <a:pt x="4760" y="2031"/>
                  </a:cubicBezTo>
                  <a:lnTo>
                    <a:pt x="4558" y="2031"/>
                  </a:lnTo>
                  <a:cubicBezTo>
                    <a:pt x="4298" y="2031"/>
                    <a:pt x="4091" y="1824"/>
                    <a:pt x="4091" y="1569"/>
                  </a:cubicBezTo>
                  <a:lnTo>
                    <a:pt x="4091" y="1069"/>
                  </a:lnTo>
                  <a:cubicBezTo>
                    <a:pt x="4091" y="477"/>
                    <a:pt x="3615" y="0"/>
                    <a:pt x="302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1"/>
            <p:cNvSpPr/>
            <p:nvPr/>
          </p:nvSpPr>
          <p:spPr>
            <a:xfrm>
              <a:off x="3200167" y="3606284"/>
              <a:ext cx="40023" cy="34332"/>
            </a:xfrm>
            <a:custGeom>
              <a:rect b="b" l="l" r="r" t="t"/>
              <a:pathLst>
                <a:path extrusionOk="0" h="1309" w="1526">
                  <a:moveTo>
                    <a:pt x="655" y="1"/>
                  </a:moveTo>
                  <a:cubicBezTo>
                    <a:pt x="294" y="1"/>
                    <a:pt x="0" y="294"/>
                    <a:pt x="0" y="655"/>
                  </a:cubicBezTo>
                  <a:cubicBezTo>
                    <a:pt x="0" y="1049"/>
                    <a:pt x="322" y="1309"/>
                    <a:pt x="658" y="1309"/>
                  </a:cubicBezTo>
                  <a:cubicBezTo>
                    <a:pt x="819" y="1309"/>
                    <a:pt x="983" y="1249"/>
                    <a:pt x="1117" y="1117"/>
                  </a:cubicBezTo>
                  <a:cubicBezTo>
                    <a:pt x="1526" y="703"/>
                    <a:pt x="1237" y="1"/>
                    <a:pt x="65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1"/>
            <p:cNvSpPr/>
            <p:nvPr/>
          </p:nvSpPr>
          <p:spPr>
            <a:xfrm>
              <a:off x="3262378" y="3541528"/>
              <a:ext cx="39184" cy="34542"/>
            </a:xfrm>
            <a:custGeom>
              <a:rect b="b" l="l" r="r" t="t"/>
              <a:pathLst>
                <a:path extrusionOk="0" h="1317" w="1494">
                  <a:moveTo>
                    <a:pt x="314" y="0"/>
                  </a:moveTo>
                  <a:cubicBezTo>
                    <a:pt x="145" y="0"/>
                    <a:pt x="1" y="218"/>
                    <a:pt x="159" y="377"/>
                  </a:cubicBezTo>
                  <a:lnTo>
                    <a:pt x="438" y="656"/>
                  </a:lnTo>
                  <a:lnTo>
                    <a:pt x="159" y="940"/>
                  </a:lnTo>
                  <a:cubicBezTo>
                    <a:pt x="73" y="1026"/>
                    <a:pt x="73" y="1161"/>
                    <a:pt x="159" y="1247"/>
                  </a:cubicBezTo>
                  <a:cubicBezTo>
                    <a:pt x="200" y="1291"/>
                    <a:pt x="256" y="1312"/>
                    <a:pt x="312" y="1312"/>
                  </a:cubicBezTo>
                  <a:cubicBezTo>
                    <a:pt x="368" y="1312"/>
                    <a:pt x="424" y="1291"/>
                    <a:pt x="467" y="1247"/>
                  </a:cubicBezTo>
                  <a:lnTo>
                    <a:pt x="746" y="964"/>
                  </a:lnTo>
                  <a:lnTo>
                    <a:pt x="1030" y="1247"/>
                  </a:lnTo>
                  <a:cubicBezTo>
                    <a:pt x="1078" y="1296"/>
                    <a:pt x="1131" y="1316"/>
                    <a:pt x="1181" y="1316"/>
                  </a:cubicBezTo>
                  <a:cubicBezTo>
                    <a:pt x="1348" y="1316"/>
                    <a:pt x="1493" y="1098"/>
                    <a:pt x="1338" y="940"/>
                  </a:cubicBezTo>
                  <a:lnTo>
                    <a:pt x="1054" y="656"/>
                  </a:lnTo>
                  <a:lnTo>
                    <a:pt x="1338" y="377"/>
                  </a:lnTo>
                  <a:cubicBezTo>
                    <a:pt x="1493" y="218"/>
                    <a:pt x="1348" y="0"/>
                    <a:pt x="1181" y="0"/>
                  </a:cubicBezTo>
                  <a:cubicBezTo>
                    <a:pt x="1131" y="0"/>
                    <a:pt x="1078" y="20"/>
                    <a:pt x="1030" y="69"/>
                  </a:cubicBezTo>
                  <a:lnTo>
                    <a:pt x="746" y="348"/>
                  </a:lnTo>
                  <a:lnTo>
                    <a:pt x="467" y="69"/>
                  </a:lnTo>
                  <a:cubicBezTo>
                    <a:pt x="419" y="20"/>
                    <a:pt x="365" y="0"/>
                    <a:pt x="31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1"/>
            <p:cNvSpPr/>
            <p:nvPr/>
          </p:nvSpPr>
          <p:spPr>
            <a:xfrm>
              <a:off x="3209241" y="3387205"/>
              <a:ext cx="68952" cy="114876"/>
            </a:xfrm>
            <a:custGeom>
              <a:rect b="b" l="l" r="r" t="t"/>
              <a:pathLst>
                <a:path extrusionOk="0" h="4380" w="2629">
                  <a:moveTo>
                    <a:pt x="2229" y="0"/>
                  </a:moveTo>
                  <a:cubicBezTo>
                    <a:pt x="1642" y="0"/>
                    <a:pt x="1165" y="477"/>
                    <a:pt x="1161" y="1069"/>
                  </a:cubicBezTo>
                  <a:lnTo>
                    <a:pt x="1161" y="1569"/>
                  </a:lnTo>
                  <a:cubicBezTo>
                    <a:pt x="1161" y="1824"/>
                    <a:pt x="954" y="2031"/>
                    <a:pt x="699" y="2031"/>
                  </a:cubicBezTo>
                  <a:lnTo>
                    <a:pt x="492" y="2031"/>
                  </a:lnTo>
                  <a:cubicBezTo>
                    <a:pt x="222" y="2031"/>
                    <a:pt x="1" y="2252"/>
                    <a:pt x="1" y="2522"/>
                  </a:cubicBezTo>
                  <a:lnTo>
                    <a:pt x="1" y="3888"/>
                  </a:lnTo>
                  <a:cubicBezTo>
                    <a:pt x="1" y="4158"/>
                    <a:pt x="222" y="4379"/>
                    <a:pt x="492" y="4379"/>
                  </a:cubicBezTo>
                  <a:lnTo>
                    <a:pt x="2628" y="4379"/>
                  </a:lnTo>
                  <a:lnTo>
                    <a:pt x="2628"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1"/>
            <p:cNvSpPr/>
            <p:nvPr/>
          </p:nvSpPr>
          <p:spPr>
            <a:xfrm>
              <a:off x="3257343" y="3448001"/>
              <a:ext cx="36482" cy="31237"/>
            </a:xfrm>
            <a:custGeom>
              <a:rect b="b" l="l" r="r" t="t"/>
              <a:pathLst>
                <a:path extrusionOk="0" h="1191" w="1391">
                  <a:moveTo>
                    <a:pt x="785" y="0"/>
                  </a:moveTo>
                  <a:cubicBezTo>
                    <a:pt x="640" y="0"/>
                    <a:pt x="492" y="54"/>
                    <a:pt x="371" y="175"/>
                  </a:cubicBezTo>
                  <a:cubicBezTo>
                    <a:pt x="0" y="550"/>
                    <a:pt x="265" y="1190"/>
                    <a:pt x="794" y="1190"/>
                  </a:cubicBezTo>
                  <a:cubicBezTo>
                    <a:pt x="1121" y="1190"/>
                    <a:pt x="1386" y="926"/>
                    <a:pt x="1391" y="598"/>
                  </a:cubicBezTo>
                  <a:cubicBezTo>
                    <a:pt x="1387" y="240"/>
                    <a:pt x="1092" y="0"/>
                    <a:pt x="78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1"/>
            <p:cNvSpPr/>
            <p:nvPr/>
          </p:nvSpPr>
          <p:spPr>
            <a:xfrm>
              <a:off x="3188679" y="3534342"/>
              <a:ext cx="187894" cy="117709"/>
            </a:xfrm>
            <a:custGeom>
              <a:rect b="b" l="l" r="r" t="t"/>
              <a:pathLst>
                <a:path extrusionOk="0" h="4488" w="7164">
                  <a:moveTo>
                    <a:pt x="1093" y="2744"/>
                  </a:moveTo>
                  <a:cubicBezTo>
                    <a:pt x="1675" y="2744"/>
                    <a:pt x="1964" y="3446"/>
                    <a:pt x="1555" y="3860"/>
                  </a:cubicBezTo>
                  <a:cubicBezTo>
                    <a:pt x="1421" y="3992"/>
                    <a:pt x="1257" y="4052"/>
                    <a:pt x="1096" y="4052"/>
                  </a:cubicBezTo>
                  <a:cubicBezTo>
                    <a:pt x="760" y="4052"/>
                    <a:pt x="438" y="3792"/>
                    <a:pt x="438" y="3398"/>
                  </a:cubicBezTo>
                  <a:cubicBezTo>
                    <a:pt x="438" y="3037"/>
                    <a:pt x="732" y="2744"/>
                    <a:pt x="1093" y="2744"/>
                  </a:cubicBezTo>
                  <a:close/>
                  <a:moveTo>
                    <a:pt x="6564" y="1"/>
                  </a:moveTo>
                  <a:lnTo>
                    <a:pt x="6540" y="6"/>
                  </a:lnTo>
                  <a:lnTo>
                    <a:pt x="6535" y="6"/>
                  </a:lnTo>
                  <a:cubicBezTo>
                    <a:pt x="6525" y="11"/>
                    <a:pt x="6516" y="11"/>
                    <a:pt x="6511" y="15"/>
                  </a:cubicBezTo>
                  <a:lnTo>
                    <a:pt x="5929" y="304"/>
                  </a:lnTo>
                  <a:cubicBezTo>
                    <a:pt x="5716" y="421"/>
                    <a:pt x="5825" y="717"/>
                    <a:pt x="6023" y="717"/>
                  </a:cubicBezTo>
                  <a:cubicBezTo>
                    <a:pt x="6054" y="717"/>
                    <a:pt x="6087" y="710"/>
                    <a:pt x="6121" y="694"/>
                  </a:cubicBezTo>
                  <a:lnTo>
                    <a:pt x="6280" y="617"/>
                  </a:lnTo>
                  <a:lnTo>
                    <a:pt x="6280" y="617"/>
                  </a:lnTo>
                  <a:cubicBezTo>
                    <a:pt x="5991" y="1574"/>
                    <a:pt x="5496" y="2277"/>
                    <a:pt x="4803" y="2724"/>
                  </a:cubicBezTo>
                  <a:cubicBezTo>
                    <a:pt x="4119" y="3161"/>
                    <a:pt x="3361" y="3261"/>
                    <a:pt x="2808" y="3261"/>
                  </a:cubicBezTo>
                  <a:cubicBezTo>
                    <a:pt x="2531" y="3261"/>
                    <a:pt x="2305" y="3236"/>
                    <a:pt x="2166" y="3215"/>
                  </a:cubicBezTo>
                  <a:cubicBezTo>
                    <a:pt x="2075" y="2688"/>
                    <a:pt x="1620" y="2311"/>
                    <a:pt x="1095" y="2311"/>
                  </a:cubicBezTo>
                  <a:cubicBezTo>
                    <a:pt x="1064" y="2311"/>
                    <a:pt x="1033" y="2313"/>
                    <a:pt x="1001" y="2315"/>
                  </a:cubicBezTo>
                  <a:cubicBezTo>
                    <a:pt x="438" y="2364"/>
                    <a:pt x="5" y="2835"/>
                    <a:pt x="5" y="3403"/>
                  </a:cubicBezTo>
                  <a:lnTo>
                    <a:pt x="5" y="3398"/>
                  </a:lnTo>
                  <a:lnTo>
                    <a:pt x="5" y="3398"/>
                  </a:lnTo>
                  <a:cubicBezTo>
                    <a:pt x="1" y="3951"/>
                    <a:pt x="414" y="4413"/>
                    <a:pt x="963" y="4481"/>
                  </a:cubicBezTo>
                  <a:cubicBezTo>
                    <a:pt x="1005" y="4485"/>
                    <a:pt x="1047" y="4488"/>
                    <a:pt x="1088" y="4488"/>
                  </a:cubicBezTo>
                  <a:cubicBezTo>
                    <a:pt x="1587" y="4488"/>
                    <a:pt x="2031" y="4146"/>
                    <a:pt x="2147" y="3653"/>
                  </a:cubicBezTo>
                  <a:cubicBezTo>
                    <a:pt x="2363" y="3682"/>
                    <a:pt x="2584" y="3696"/>
                    <a:pt x="2801" y="3696"/>
                  </a:cubicBezTo>
                  <a:cubicBezTo>
                    <a:pt x="3417" y="3696"/>
                    <a:pt x="4254" y="3581"/>
                    <a:pt x="5029" y="3085"/>
                  </a:cubicBezTo>
                  <a:cubicBezTo>
                    <a:pt x="5799" y="2594"/>
                    <a:pt x="6342" y="1839"/>
                    <a:pt x="6665" y="819"/>
                  </a:cubicBezTo>
                  <a:lnTo>
                    <a:pt x="6694" y="882"/>
                  </a:lnTo>
                  <a:cubicBezTo>
                    <a:pt x="6738" y="965"/>
                    <a:pt x="6810" y="999"/>
                    <a:pt x="6881" y="999"/>
                  </a:cubicBezTo>
                  <a:cubicBezTo>
                    <a:pt x="7023" y="999"/>
                    <a:pt x="7164" y="859"/>
                    <a:pt x="7083" y="689"/>
                  </a:cubicBezTo>
                  <a:lnTo>
                    <a:pt x="6795" y="107"/>
                  </a:lnTo>
                  <a:lnTo>
                    <a:pt x="6790" y="102"/>
                  </a:lnTo>
                  <a:cubicBezTo>
                    <a:pt x="6790" y="97"/>
                    <a:pt x="6785" y="88"/>
                    <a:pt x="6780" y="83"/>
                  </a:cubicBezTo>
                  <a:lnTo>
                    <a:pt x="6776" y="78"/>
                  </a:lnTo>
                  <a:cubicBezTo>
                    <a:pt x="6766" y="64"/>
                    <a:pt x="6751" y="49"/>
                    <a:pt x="6737" y="39"/>
                  </a:cubicBezTo>
                  <a:cubicBezTo>
                    <a:pt x="6727" y="30"/>
                    <a:pt x="6723" y="25"/>
                    <a:pt x="6713" y="20"/>
                  </a:cubicBezTo>
                  <a:cubicBezTo>
                    <a:pt x="6703" y="15"/>
                    <a:pt x="6699" y="15"/>
                    <a:pt x="6689" y="11"/>
                  </a:cubicBezTo>
                  <a:lnTo>
                    <a:pt x="6684" y="11"/>
                  </a:lnTo>
                  <a:lnTo>
                    <a:pt x="6660" y="6"/>
                  </a:lnTo>
                  <a:lnTo>
                    <a:pt x="6655" y="6"/>
                  </a:lnTo>
                  <a:lnTo>
                    <a:pt x="66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1"/>
            <p:cNvSpPr/>
            <p:nvPr/>
          </p:nvSpPr>
          <p:spPr>
            <a:xfrm>
              <a:off x="3163422" y="3526316"/>
              <a:ext cx="39315" cy="34463"/>
            </a:xfrm>
            <a:custGeom>
              <a:rect b="b" l="l" r="r" t="t"/>
              <a:pathLst>
                <a:path extrusionOk="0" h="1314" w="1499">
                  <a:moveTo>
                    <a:pt x="317" y="0"/>
                  </a:moveTo>
                  <a:cubicBezTo>
                    <a:pt x="147" y="0"/>
                    <a:pt x="1" y="219"/>
                    <a:pt x="160" y="374"/>
                  </a:cubicBezTo>
                  <a:lnTo>
                    <a:pt x="439" y="658"/>
                  </a:lnTo>
                  <a:lnTo>
                    <a:pt x="160" y="937"/>
                  </a:lnTo>
                  <a:cubicBezTo>
                    <a:pt x="73" y="1024"/>
                    <a:pt x="73" y="1163"/>
                    <a:pt x="160" y="1245"/>
                  </a:cubicBezTo>
                  <a:cubicBezTo>
                    <a:pt x="203" y="1289"/>
                    <a:pt x="259" y="1310"/>
                    <a:pt x="314" y="1310"/>
                  </a:cubicBezTo>
                  <a:cubicBezTo>
                    <a:pt x="369" y="1310"/>
                    <a:pt x="425" y="1289"/>
                    <a:pt x="468" y="1245"/>
                  </a:cubicBezTo>
                  <a:lnTo>
                    <a:pt x="747" y="966"/>
                  </a:lnTo>
                  <a:lnTo>
                    <a:pt x="1031" y="1245"/>
                  </a:lnTo>
                  <a:cubicBezTo>
                    <a:pt x="1079" y="1294"/>
                    <a:pt x="1133" y="1314"/>
                    <a:pt x="1185" y="1314"/>
                  </a:cubicBezTo>
                  <a:cubicBezTo>
                    <a:pt x="1354" y="1314"/>
                    <a:pt x="1497" y="1096"/>
                    <a:pt x="1339" y="937"/>
                  </a:cubicBezTo>
                  <a:lnTo>
                    <a:pt x="1055" y="658"/>
                  </a:lnTo>
                  <a:lnTo>
                    <a:pt x="1339" y="374"/>
                  </a:lnTo>
                  <a:cubicBezTo>
                    <a:pt x="1498" y="219"/>
                    <a:pt x="1352" y="0"/>
                    <a:pt x="1182" y="0"/>
                  </a:cubicBezTo>
                  <a:cubicBezTo>
                    <a:pt x="1131" y="0"/>
                    <a:pt x="1079" y="20"/>
                    <a:pt x="1031" y="66"/>
                  </a:cubicBezTo>
                  <a:lnTo>
                    <a:pt x="747" y="350"/>
                  </a:lnTo>
                  <a:lnTo>
                    <a:pt x="468" y="66"/>
                  </a:lnTo>
                  <a:cubicBezTo>
                    <a:pt x="420" y="20"/>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1"/>
            <p:cNvSpPr/>
            <p:nvPr/>
          </p:nvSpPr>
          <p:spPr>
            <a:xfrm>
              <a:off x="3361309" y="3617614"/>
              <a:ext cx="39184" cy="34542"/>
            </a:xfrm>
            <a:custGeom>
              <a:rect b="b" l="l" r="r" t="t"/>
              <a:pathLst>
                <a:path extrusionOk="0" h="1317" w="1494">
                  <a:moveTo>
                    <a:pt x="1182" y="1"/>
                  </a:moveTo>
                  <a:cubicBezTo>
                    <a:pt x="1131" y="1"/>
                    <a:pt x="1078" y="21"/>
                    <a:pt x="1031" y="69"/>
                  </a:cubicBezTo>
                  <a:lnTo>
                    <a:pt x="747" y="353"/>
                  </a:lnTo>
                  <a:lnTo>
                    <a:pt x="468" y="69"/>
                  </a:lnTo>
                  <a:cubicBezTo>
                    <a:pt x="424" y="26"/>
                    <a:pt x="368" y="4"/>
                    <a:pt x="311" y="4"/>
                  </a:cubicBezTo>
                  <a:cubicBezTo>
                    <a:pt x="255" y="4"/>
                    <a:pt x="198" y="26"/>
                    <a:pt x="155" y="69"/>
                  </a:cubicBezTo>
                  <a:cubicBezTo>
                    <a:pt x="73" y="156"/>
                    <a:pt x="73" y="290"/>
                    <a:pt x="155" y="377"/>
                  </a:cubicBezTo>
                  <a:lnTo>
                    <a:pt x="439" y="656"/>
                  </a:lnTo>
                  <a:lnTo>
                    <a:pt x="155" y="940"/>
                  </a:lnTo>
                  <a:cubicBezTo>
                    <a:pt x="0" y="1099"/>
                    <a:pt x="145" y="1317"/>
                    <a:pt x="314" y="1317"/>
                  </a:cubicBezTo>
                  <a:cubicBezTo>
                    <a:pt x="366" y="1317"/>
                    <a:pt x="419" y="1296"/>
                    <a:pt x="468" y="1248"/>
                  </a:cubicBezTo>
                  <a:lnTo>
                    <a:pt x="747" y="969"/>
                  </a:lnTo>
                  <a:lnTo>
                    <a:pt x="1031" y="1248"/>
                  </a:lnTo>
                  <a:cubicBezTo>
                    <a:pt x="1078" y="1296"/>
                    <a:pt x="1131" y="1317"/>
                    <a:pt x="1182" y="1317"/>
                  </a:cubicBezTo>
                  <a:cubicBezTo>
                    <a:pt x="1349" y="1317"/>
                    <a:pt x="1494" y="1099"/>
                    <a:pt x="1339" y="940"/>
                  </a:cubicBezTo>
                  <a:lnTo>
                    <a:pt x="1055" y="661"/>
                  </a:lnTo>
                  <a:lnTo>
                    <a:pt x="1339" y="377"/>
                  </a:lnTo>
                  <a:cubicBezTo>
                    <a:pt x="1494" y="218"/>
                    <a:pt x="1349" y="1"/>
                    <a:pt x="1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1"/>
            <p:cNvSpPr/>
            <p:nvPr/>
          </p:nvSpPr>
          <p:spPr>
            <a:xfrm>
              <a:off x="3097565" y="3381908"/>
              <a:ext cx="361336" cy="338623"/>
            </a:xfrm>
            <a:custGeom>
              <a:rect b="b" l="l" r="r" t="t"/>
              <a:pathLst>
                <a:path extrusionOk="0" h="12911" w="13777">
                  <a:moveTo>
                    <a:pt x="7285" y="433"/>
                  </a:moveTo>
                  <a:cubicBezTo>
                    <a:pt x="7747" y="433"/>
                    <a:pt x="8118" y="809"/>
                    <a:pt x="8123" y="1271"/>
                  </a:cubicBezTo>
                  <a:lnTo>
                    <a:pt x="8123" y="1771"/>
                  </a:lnTo>
                  <a:cubicBezTo>
                    <a:pt x="8123" y="2156"/>
                    <a:pt x="8431" y="2464"/>
                    <a:pt x="8816" y="2464"/>
                  </a:cubicBezTo>
                  <a:lnTo>
                    <a:pt x="9018" y="2464"/>
                  </a:lnTo>
                  <a:cubicBezTo>
                    <a:pt x="9162" y="2464"/>
                    <a:pt x="9278" y="2579"/>
                    <a:pt x="9278" y="2724"/>
                  </a:cubicBezTo>
                  <a:lnTo>
                    <a:pt x="9278" y="4090"/>
                  </a:lnTo>
                  <a:cubicBezTo>
                    <a:pt x="9278" y="4235"/>
                    <a:pt x="9162" y="4350"/>
                    <a:pt x="9018" y="4350"/>
                  </a:cubicBezTo>
                  <a:lnTo>
                    <a:pt x="4750" y="4350"/>
                  </a:lnTo>
                  <a:cubicBezTo>
                    <a:pt x="4605" y="4350"/>
                    <a:pt x="4490" y="4235"/>
                    <a:pt x="4490" y="4090"/>
                  </a:cubicBezTo>
                  <a:lnTo>
                    <a:pt x="4490" y="2724"/>
                  </a:lnTo>
                  <a:lnTo>
                    <a:pt x="4495" y="2724"/>
                  </a:lnTo>
                  <a:cubicBezTo>
                    <a:pt x="4495" y="2579"/>
                    <a:pt x="4610" y="2464"/>
                    <a:pt x="4754" y="2464"/>
                  </a:cubicBezTo>
                  <a:lnTo>
                    <a:pt x="4961" y="2464"/>
                  </a:lnTo>
                  <a:cubicBezTo>
                    <a:pt x="5346" y="2464"/>
                    <a:pt x="5654" y="2156"/>
                    <a:pt x="5654" y="1771"/>
                  </a:cubicBezTo>
                  <a:lnTo>
                    <a:pt x="5654" y="1271"/>
                  </a:lnTo>
                  <a:cubicBezTo>
                    <a:pt x="5654" y="809"/>
                    <a:pt x="6030" y="433"/>
                    <a:pt x="6492" y="433"/>
                  </a:cubicBezTo>
                  <a:close/>
                  <a:moveTo>
                    <a:pt x="12569" y="3046"/>
                  </a:moveTo>
                  <a:cubicBezTo>
                    <a:pt x="12997" y="3046"/>
                    <a:pt x="13343" y="3393"/>
                    <a:pt x="13343" y="3821"/>
                  </a:cubicBezTo>
                  <a:lnTo>
                    <a:pt x="13343" y="11698"/>
                  </a:lnTo>
                  <a:cubicBezTo>
                    <a:pt x="13343" y="12126"/>
                    <a:pt x="12997" y="12472"/>
                    <a:pt x="12564" y="12472"/>
                  </a:cubicBezTo>
                  <a:lnTo>
                    <a:pt x="1208" y="12472"/>
                  </a:lnTo>
                  <a:cubicBezTo>
                    <a:pt x="780" y="12472"/>
                    <a:pt x="434" y="12126"/>
                    <a:pt x="434" y="11698"/>
                  </a:cubicBezTo>
                  <a:lnTo>
                    <a:pt x="434" y="3821"/>
                  </a:lnTo>
                  <a:cubicBezTo>
                    <a:pt x="434" y="3393"/>
                    <a:pt x="780" y="3046"/>
                    <a:pt x="1208" y="3046"/>
                  </a:cubicBezTo>
                  <a:lnTo>
                    <a:pt x="4057" y="3046"/>
                  </a:lnTo>
                  <a:lnTo>
                    <a:pt x="4057" y="3773"/>
                  </a:lnTo>
                  <a:lnTo>
                    <a:pt x="1377" y="3773"/>
                  </a:lnTo>
                  <a:cubicBezTo>
                    <a:pt x="1256" y="3773"/>
                    <a:pt x="1155" y="3869"/>
                    <a:pt x="1155" y="3989"/>
                  </a:cubicBezTo>
                  <a:lnTo>
                    <a:pt x="1155" y="11529"/>
                  </a:lnTo>
                  <a:cubicBezTo>
                    <a:pt x="1155" y="11650"/>
                    <a:pt x="1256" y="11751"/>
                    <a:pt x="1377" y="11751"/>
                  </a:cubicBezTo>
                  <a:lnTo>
                    <a:pt x="8719" y="11751"/>
                  </a:lnTo>
                  <a:cubicBezTo>
                    <a:pt x="8835" y="11751"/>
                    <a:pt x="8936" y="11650"/>
                    <a:pt x="8936" y="11529"/>
                  </a:cubicBezTo>
                  <a:cubicBezTo>
                    <a:pt x="8936" y="11409"/>
                    <a:pt x="8835" y="11313"/>
                    <a:pt x="8719" y="11313"/>
                  </a:cubicBezTo>
                  <a:lnTo>
                    <a:pt x="1588" y="11313"/>
                  </a:lnTo>
                  <a:lnTo>
                    <a:pt x="1588" y="4206"/>
                  </a:lnTo>
                  <a:lnTo>
                    <a:pt x="4066" y="4206"/>
                  </a:lnTo>
                  <a:cubicBezTo>
                    <a:pt x="4119" y="4538"/>
                    <a:pt x="4413" y="4783"/>
                    <a:pt x="4750" y="4788"/>
                  </a:cubicBezTo>
                  <a:lnTo>
                    <a:pt x="9023" y="4788"/>
                  </a:lnTo>
                  <a:cubicBezTo>
                    <a:pt x="9359" y="4783"/>
                    <a:pt x="9648" y="4538"/>
                    <a:pt x="9706" y="4206"/>
                  </a:cubicBezTo>
                  <a:lnTo>
                    <a:pt x="12184" y="4206"/>
                  </a:lnTo>
                  <a:lnTo>
                    <a:pt x="12184" y="11313"/>
                  </a:lnTo>
                  <a:lnTo>
                    <a:pt x="9783" y="11313"/>
                  </a:lnTo>
                  <a:cubicBezTo>
                    <a:pt x="9662" y="11313"/>
                    <a:pt x="9561" y="11409"/>
                    <a:pt x="9561" y="11529"/>
                  </a:cubicBezTo>
                  <a:cubicBezTo>
                    <a:pt x="9561" y="11650"/>
                    <a:pt x="9662" y="11746"/>
                    <a:pt x="9783" y="11746"/>
                  </a:cubicBezTo>
                  <a:lnTo>
                    <a:pt x="12400" y="11746"/>
                  </a:lnTo>
                  <a:cubicBezTo>
                    <a:pt x="12521" y="11746"/>
                    <a:pt x="12617" y="11650"/>
                    <a:pt x="12617" y="11529"/>
                  </a:cubicBezTo>
                  <a:lnTo>
                    <a:pt x="12617" y="3989"/>
                  </a:lnTo>
                  <a:cubicBezTo>
                    <a:pt x="12617" y="3869"/>
                    <a:pt x="12521" y="3768"/>
                    <a:pt x="12400" y="3768"/>
                  </a:cubicBezTo>
                  <a:lnTo>
                    <a:pt x="9715" y="3768"/>
                  </a:lnTo>
                  <a:lnTo>
                    <a:pt x="9715" y="3046"/>
                  </a:lnTo>
                  <a:close/>
                  <a:moveTo>
                    <a:pt x="6492" y="0"/>
                  </a:moveTo>
                  <a:cubicBezTo>
                    <a:pt x="5789" y="0"/>
                    <a:pt x="5221" y="568"/>
                    <a:pt x="5221" y="1271"/>
                  </a:cubicBezTo>
                  <a:lnTo>
                    <a:pt x="5221" y="1771"/>
                  </a:lnTo>
                  <a:cubicBezTo>
                    <a:pt x="5221" y="1915"/>
                    <a:pt x="5106" y="2031"/>
                    <a:pt x="4961" y="2031"/>
                  </a:cubicBezTo>
                  <a:lnTo>
                    <a:pt x="4754" y="2031"/>
                  </a:lnTo>
                  <a:cubicBezTo>
                    <a:pt x="4418" y="2031"/>
                    <a:pt x="4124" y="2276"/>
                    <a:pt x="4071" y="2608"/>
                  </a:cubicBezTo>
                  <a:lnTo>
                    <a:pt x="1213" y="2608"/>
                  </a:lnTo>
                  <a:cubicBezTo>
                    <a:pt x="544" y="2613"/>
                    <a:pt x="0" y="3152"/>
                    <a:pt x="0" y="3821"/>
                  </a:cubicBezTo>
                  <a:lnTo>
                    <a:pt x="0" y="11698"/>
                  </a:lnTo>
                  <a:cubicBezTo>
                    <a:pt x="0" y="12367"/>
                    <a:pt x="544" y="12905"/>
                    <a:pt x="1213" y="12910"/>
                  </a:cubicBezTo>
                  <a:lnTo>
                    <a:pt x="12569" y="12910"/>
                  </a:lnTo>
                  <a:cubicBezTo>
                    <a:pt x="13238" y="12905"/>
                    <a:pt x="13777" y="12367"/>
                    <a:pt x="13777" y="11698"/>
                  </a:cubicBezTo>
                  <a:lnTo>
                    <a:pt x="13777" y="3821"/>
                  </a:lnTo>
                  <a:cubicBezTo>
                    <a:pt x="13777" y="3152"/>
                    <a:pt x="13238" y="2613"/>
                    <a:pt x="12569" y="2608"/>
                  </a:cubicBezTo>
                  <a:lnTo>
                    <a:pt x="9706" y="2608"/>
                  </a:lnTo>
                  <a:cubicBezTo>
                    <a:pt x="9653" y="2276"/>
                    <a:pt x="9364" y="2031"/>
                    <a:pt x="9023" y="2031"/>
                  </a:cubicBezTo>
                  <a:lnTo>
                    <a:pt x="8816" y="2031"/>
                  </a:lnTo>
                  <a:cubicBezTo>
                    <a:pt x="8671" y="2031"/>
                    <a:pt x="8556" y="1915"/>
                    <a:pt x="8556" y="1771"/>
                  </a:cubicBezTo>
                  <a:lnTo>
                    <a:pt x="8556" y="1271"/>
                  </a:lnTo>
                  <a:cubicBezTo>
                    <a:pt x="8556" y="568"/>
                    <a:pt x="7988" y="0"/>
                    <a:pt x="7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1"/>
            <p:cNvSpPr/>
            <p:nvPr/>
          </p:nvSpPr>
          <p:spPr>
            <a:xfrm>
              <a:off x="3257212" y="3442703"/>
              <a:ext cx="48862" cy="41964"/>
            </a:xfrm>
            <a:custGeom>
              <a:rect b="b" l="l" r="r" t="t"/>
              <a:pathLst>
                <a:path extrusionOk="0" h="1600" w="1863">
                  <a:moveTo>
                    <a:pt x="799" y="440"/>
                  </a:moveTo>
                  <a:cubicBezTo>
                    <a:pt x="1121" y="440"/>
                    <a:pt x="1280" y="824"/>
                    <a:pt x="1054" y="1055"/>
                  </a:cubicBezTo>
                  <a:cubicBezTo>
                    <a:pt x="981" y="1128"/>
                    <a:pt x="892" y="1161"/>
                    <a:pt x="804" y="1161"/>
                  </a:cubicBezTo>
                  <a:cubicBezTo>
                    <a:pt x="618" y="1161"/>
                    <a:pt x="438" y="1016"/>
                    <a:pt x="438" y="800"/>
                  </a:cubicBezTo>
                  <a:cubicBezTo>
                    <a:pt x="438" y="598"/>
                    <a:pt x="597" y="440"/>
                    <a:pt x="799" y="440"/>
                  </a:cubicBezTo>
                  <a:close/>
                  <a:moveTo>
                    <a:pt x="803" y="0"/>
                  </a:moveTo>
                  <a:cubicBezTo>
                    <a:pt x="394" y="0"/>
                    <a:pt x="0" y="319"/>
                    <a:pt x="0" y="800"/>
                  </a:cubicBezTo>
                  <a:cubicBezTo>
                    <a:pt x="0" y="1238"/>
                    <a:pt x="356" y="1594"/>
                    <a:pt x="799" y="1599"/>
                  </a:cubicBezTo>
                  <a:cubicBezTo>
                    <a:pt x="1511" y="1599"/>
                    <a:pt x="1862" y="738"/>
                    <a:pt x="1362" y="237"/>
                  </a:cubicBezTo>
                  <a:cubicBezTo>
                    <a:pt x="1200" y="74"/>
                    <a:pt x="1000" y="0"/>
                    <a:pt x="8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81"/>
          <p:cNvGrpSpPr/>
          <p:nvPr/>
        </p:nvGrpSpPr>
        <p:grpSpPr>
          <a:xfrm>
            <a:off x="871401" y="1998381"/>
            <a:ext cx="324224" cy="338466"/>
            <a:chOff x="871401" y="1998381"/>
            <a:chExt cx="324224" cy="338466"/>
          </a:xfrm>
        </p:grpSpPr>
        <p:sp>
          <p:nvSpPr>
            <p:cNvPr id="9800" name="Google Shape;9800;p81"/>
            <p:cNvSpPr/>
            <p:nvPr/>
          </p:nvSpPr>
          <p:spPr>
            <a:xfrm>
              <a:off x="987379" y="2003180"/>
              <a:ext cx="203840" cy="156499"/>
            </a:xfrm>
            <a:custGeom>
              <a:rect b="b" l="l" r="r" t="t"/>
              <a:pathLst>
                <a:path extrusionOk="0" h="5967" w="7772">
                  <a:moveTo>
                    <a:pt x="4336" y="0"/>
                  </a:moveTo>
                  <a:cubicBezTo>
                    <a:pt x="4292" y="0"/>
                    <a:pt x="4254" y="24"/>
                    <a:pt x="4230" y="58"/>
                  </a:cubicBezTo>
                  <a:lnTo>
                    <a:pt x="0" y="5967"/>
                  </a:lnTo>
                  <a:lnTo>
                    <a:pt x="3590" y="5967"/>
                  </a:lnTo>
                  <a:lnTo>
                    <a:pt x="7709" y="212"/>
                  </a:lnTo>
                  <a:cubicBezTo>
                    <a:pt x="7771" y="121"/>
                    <a:pt x="7709" y="0"/>
                    <a:pt x="76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1"/>
            <p:cNvSpPr/>
            <p:nvPr/>
          </p:nvSpPr>
          <p:spPr>
            <a:xfrm>
              <a:off x="1019927" y="2003311"/>
              <a:ext cx="144277" cy="156368"/>
            </a:xfrm>
            <a:custGeom>
              <a:rect b="b" l="l" r="r" t="t"/>
              <a:pathLst>
                <a:path extrusionOk="0" h="5962" w="5501">
                  <a:moveTo>
                    <a:pt x="4264" y="0"/>
                  </a:moveTo>
                  <a:lnTo>
                    <a:pt x="1" y="5962"/>
                  </a:lnTo>
                  <a:lnTo>
                    <a:pt x="1233" y="5962"/>
                  </a:lnTo>
                  <a:lnTo>
                    <a:pt x="550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1"/>
            <p:cNvSpPr/>
            <p:nvPr/>
          </p:nvSpPr>
          <p:spPr>
            <a:xfrm>
              <a:off x="1052239" y="2003311"/>
              <a:ext cx="138848" cy="156368"/>
            </a:xfrm>
            <a:custGeom>
              <a:rect b="b" l="l" r="r" t="t"/>
              <a:pathLst>
                <a:path extrusionOk="0" h="5962" w="5294">
                  <a:moveTo>
                    <a:pt x="4269" y="0"/>
                  </a:moveTo>
                  <a:lnTo>
                    <a:pt x="1" y="5962"/>
                  </a:lnTo>
                  <a:lnTo>
                    <a:pt x="1117" y="5962"/>
                  </a:lnTo>
                  <a:lnTo>
                    <a:pt x="5236" y="207"/>
                  </a:lnTo>
                  <a:cubicBezTo>
                    <a:pt x="5294" y="116"/>
                    <a:pt x="5236" y="0"/>
                    <a:pt x="513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1"/>
            <p:cNvSpPr/>
            <p:nvPr/>
          </p:nvSpPr>
          <p:spPr>
            <a:xfrm>
              <a:off x="877827" y="2003311"/>
              <a:ext cx="203840" cy="156368"/>
            </a:xfrm>
            <a:custGeom>
              <a:rect b="b" l="l" r="r" t="t"/>
              <a:pathLst>
                <a:path extrusionOk="0" h="5962" w="7772">
                  <a:moveTo>
                    <a:pt x="169" y="0"/>
                  </a:moveTo>
                  <a:cubicBezTo>
                    <a:pt x="63" y="0"/>
                    <a:pt x="1" y="120"/>
                    <a:pt x="63" y="207"/>
                  </a:cubicBezTo>
                  <a:lnTo>
                    <a:pt x="4182" y="5962"/>
                  </a:lnTo>
                  <a:lnTo>
                    <a:pt x="7772" y="5962"/>
                  </a:lnTo>
                  <a:lnTo>
                    <a:pt x="3542" y="53"/>
                  </a:lnTo>
                  <a:cubicBezTo>
                    <a:pt x="3518" y="19"/>
                    <a:pt x="3480" y="0"/>
                    <a:pt x="3436"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1"/>
            <p:cNvSpPr/>
            <p:nvPr/>
          </p:nvSpPr>
          <p:spPr>
            <a:xfrm>
              <a:off x="906598" y="2003311"/>
              <a:ext cx="144277" cy="156368"/>
            </a:xfrm>
            <a:custGeom>
              <a:rect b="b" l="l" r="r" t="t"/>
              <a:pathLst>
                <a:path extrusionOk="0" h="5962" w="5501">
                  <a:moveTo>
                    <a:pt x="1" y="0"/>
                  </a:moveTo>
                  <a:lnTo>
                    <a:pt x="4269" y="5962"/>
                  </a:lnTo>
                  <a:lnTo>
                    <a:pt x="5501" y="5962"/>
                  </a:lnTo>
                  <a:lnTo>
                    <a:pt x="123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1"/>
            <p:cNvSpPr/>
            <p:nvPr/>
          </p:nvSpPr>
          <p:spPr>
            <a:xfrm>
              <a:off x="877827" y="2003311"/>
              <a:ext cx="140737" cy="156368"/>
            </a:xfrm>
            <a:custGeom>
              <a:rect b="b" l="l" r="r" t="t"/>
              <a:pathLst>
                <a:path extrusionOk="0" h="5962" w="5366">
                  <a:moveTo>
                    <a:pt x="169" y="0"/>
                  </a:moveTo>
                  <a:cubicBezTo>
                    <a:pt x="63" y="0"/>
                    <a:pt x="1" y="120"/>
                    <a:pt x="63" y="207"/>
                  </a:cubicBezTo>
                  <a:lnTo>
                    <a:pt x="4182" y="5962"/>
                  </a:lnTo>
                  <a:lnTo>
                    <a:pt x="5366" y="5962"/>
                  </a:lnTo>
                  <a:lnTo>
                    <a:pt x="109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1"/>
            <p:cNvSpPr/>
            <p:nvPr/>
          </p:nvSpPr>
          <p:spPr>
            <a:xfrm>
              <a:off x="1066874" y="2114621"/>
              <a:ext cx="32339" cy="45059"/>
            </a:xfrm>
            <a:custGeom>
              <a:rect b="b" l="l" r="r" t="t"/>
              <a:pathLst>
                <a:path extrusionOk="0" h="1718" w="1233">
                  <a:moveTo>
                    <a:pt x="674" y="0"/>
                  </a:moveTo>
                  <a:lnTo>
                    <a:pt x="1" y="938"/>
                  </a:lnTo>
                  <a:lnTo>
                    <a:pt x="559" y="1718"/>
                  </a:lnTo>
                  <a:lnTo>
                    <a:pt x="1021" y="1073"/>
                  </a:lnTo>
                  <a:lnTo>
                    <a:pt x="1233" y="780"/>
                  </a:lnTo>
                  <a:lnTo>
                    <a:pt x="674"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1"/>
            <p:cNvSpPr/>
            <p:nvPr/>
          </p:nvSpPr>
          <p:spPr>
            <a:xfrm>
              <a:off x="1050718" y="2092013"/>
              <a:ext cx="33860" cy="47236"/>
            </a:xfrm>
            <a:custGeom>
              <a:rect b="b" l="l" r="r" t="t"/>
              <a:pathLst>
                <a:path extrusionOk="0" h="1801" w="1291">
                  <a:moveTo>
                    <a:pt x="670" y="1"/>
                  </a:moveTo>
                  <a:lnTo>
                    <a:pt x="1" y="934"/>
                  </a:lnTo>
                  <a:lnTo>
                    <a:pt x="617" y="1800"/>
                  </a:lnTo>
                  <a:lnTo>
                    <a:pt x="1290" y="862"/>
                  </a:lnTo>
                  <a:lnTo>
                    <a:pt x="670"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1"/>
            <p:cNvSpPr/>
            <p:nvPr/>
          </p:nvSpPr>
          <p:spPr>
            <a:xfrm>
              <a:off x="1034457" y="2069300"/>
              <a:ext cx="33833" cy="47236"/>
            </a:xfrm>
            <a:custGeom>
              <a:rect b="b" l="l" r="r" t="t"/>
              <a:pathLst>
                <a:path extrusionOk="0" h="1801" w="1290">
                  <a:moveTo>
                    <a:pt x="674" y="1"/>
                  </a:moveTo>
                  <a:lnTo>
                    <a:pt x="0" y="934"/>
                  </a:lnTo>
                  <a:lnTo>
                    <a:pt x="621" y="1800"/>
                  </a:lnTo>
                  <a:lnTo>
                    <a:pt x="1290" y="867"/>
                  </a:lnTo>
                  <a:lnTo>
                    <a:pt x="674" y="1"/>
                  </a:lnTo>
                  <a:close/>
                </a:path>
              </a:pathLst>
            </a:custGeom>
            <a:solidFill>
              <a:srgbClr val="BE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1"/>
            <p:cNvSpPr/>
            <p:nvPr/>
          </p:nvSpPr>
          <p:spPr>
            <a:xfrm>
              <a:off x="932721" y="2133452"/>
              <a:ext cx="203473" cy="198437"/>
            </a:xfrm>
            <a:custGeom>
              <a:rect b="b" l="l" r="r" t="t"/>
              <a:pathLst>
                <a:path extrusionOk="0" h="7566" w="7758">
                  <a:moveTo>
                    <a:pt x="3883" y="0"/>
                  </a:moveTo>
                  <a:cubicBezTo>
                    <a:pt x="3728" y="0"/>
                    <a:pt x="3571" y="59"/>
                    <a:pt x="3451" y="177"/>
                  </a:cubicBezTo>
                  <a:cubicBezTo>
                    <a:pt x="3333" y="292"/>
                    <a:pt x="3177" y="353"/>
                    <a:pt x="3018" y="353"/>
                  </a:cubicBezTo>
                  <a:cubicBezTo>
                    <a:pt x="2944" y="353"/>
                    <a:pt x="2869" y="339"/>
                    <a:pt x="2797" y="312"/>
                  </a:cubicBezTo>
                  <a:cubicBezTo>
                    <a:pt x="2726" y="284"/>
                    <a:pt x="2653" y="272"/>
                    <a:pt x="2581" y="272"/>
                  </a:cubicBezTo>
                  <a:cubicBezTo>
                    <a:pt x="2335" y="272"/>
                    <a:pt x="2100" y="422"/>
                    <a:pt x="2007" y="668"/>
                  </a:cubicBezTo>
                  <a:cubicBezTo>
                    <a:pt x="1921" y="894"/>
                    <a:pt x="1704" y="1043"/>
                    <a:pt x="1464" y="1058"/>
                  </a:cubicBezTo>
                  <a:cubicBezTo>
                    <a:pt x="1127" y="1077"/>
                    <a:pt x="867" y="1366"/>
                    <a:pt x="886" y="1702"/>
                  </a:cubicBezTo>
                  <a:cubicBezTo>
                    <a:pt x="896" y="1943"/>
                    <a:pt x="766" y="2169"/>
                    <a:pt x="554" y="2280"/>
                  </a:cubicBezTo>
                  <a:cubicBezTo>
                    <a:pt x="251" y="2434"/>
                    <a:pt x="131" y="2799"/>
                    <a:pt x="285" y="3103"/>
                  </a:cubicBezTo>
                  <a:cubicBezTo>
                    <a:pt x="391" y="3319"/>
                    <a:pt x="367" y="3574"/>
                    <a:pt x="213" y="3767"/>
                  </a:cubicBezTo>
                  <a:cubicBezTo>
                    <a:pt x="1" y="4026"/>
                    <a:pt x="39" y="4416"/>
                    <a:pt x="304" y="4628"/>
                  </a:cubicBezTo>
                  <a:cubicBezTo>
                    <a:pt x="492" y="4782"/>
                    <a:pt x="569" y="5027"/>
                    <a:pt x="511" y="5263"/>
                  </a:cubicBezTo>
                  <a:cubicBezTo>
                    <a:pt x="424" y="5590"/>
                    <a:pt x="617" y="5922"/>
                    <a:pt x="944" y="6014"/>
                  </a:cubicBezTo>
                  <a:cubicBezTo>
                    <a:pt x="1175" y="6076"/>
                    <a:pt x="1348" y="6269"/>
                    <a:pt x="1387" y="6509"/>
                  </a:cubicBezTo>
                  <a:cubicBezTo>
                    <a:pt x="1439" y="6811"/>
                    <a:pt x="1703" y="7026"/>
                    <a:pt x="2000" y="7026"/>
                  </a:cubicBezTo>
                  <a:cubicBezTo>
                    <a:pt x="2029" y="7026"/>
                    <a:pt x="2059" y="7024"/>
                    <a:pt x="2089" y="7019"/>
                  </a:cubicBezTo>
                  <a:cubicBezTo>
                    <a:pt x="2122" y="7014"/>
                    <a:pt x="2155" y="7011"/>
                    <a:pt x="2187" y="7011"/>
                  </a:cubicBezTo>
                  <a:cubicBezTo>
                    <a:pt x="2392" y="7011"/>
                    <a:pt x="2584" y="7114"/>
                    <a:pt x="2700" y="7289"/>
                  </a:cubicBezTo>
                  <a:cubicBezTo>
                    <a:pt x="2816" y="7469"/>
                    <a:pt x="3012" y="7566"/>
                    <a:pt x="3212" y="7566"/>
                  </a:cubicBezTo>
                  <a:cubicBezTo>
                    <a:pt x="3327" y="7566"/>
                    <a:pt x="3443" y="7534"/>
                    <a:pt x="3547" y="7467"/>
                  </a:cubicBezTo>
                  <a:cubicBezTo>
                    <a:pt x="3648" y="7402"/>
                    <a:pt x="3764" y="7369"/>
                    <a:pt x="3879" y="7369"/>
                  </a:cubicBezTo>
                  <a:cubicBezTo>
                    <a:pt x="3995" y="7369"/>
                    <a:pt x="4110" y="7402"/>
                    <a:pt x="4211" y="7467"/>
                  </a:cubicBezTo>
                  <a:cubicBezTo>
                    <a:pt x="4315" y="7534"/>
                    <a:pt x="4432" y="7566"/>
                    <a:pt x="4547" y="7566"/>
                  </a:cubicBezTo>
                  <a:cubicBezTo>
                    <a:pt x="4747" y="7566"/>
                    <a:pt x="4944" y="7469"/>
                    <a:pt x="5063" y="7289"/>
                  </a:cubicBezTo>
                  <a:cubicBezTo>
                    <a:pt x="5175" y="7114"/>
                    <a:pt x="5366" y="7011"/>
                    <a:pt x="5571" y="7011"/>
                  </a:cubicBezTo>
                  <a:cubicBezTo>
                    <a:pt x="5604" y="7011"/>
                    <a:pt x="5636" y="7014"/>
                    <a:pt x="5669" y="7019"/>
                  </a:cubicBezTo>
                  <a:cubicBezTo>
                    <a:pt x="5699" y="7024"/>
                    <a:pt x="5730" y="7026"/>
                    <a:pt x="5759" y="7026"/>
                  </a:cubicBezTo>
                  <a:cubicBezTo>
                    <a:pt x="6060" y="7026"/>
                    <a:pt x="6323" y="6811"/>
                    <a:pt x="6372" y="6504"/>
                  </a:cubicBezTo>
                  <a:cubicBezTo>
                    <a:pt x="6410" y="6269"/>
                    <a:pt x="6583" y="6071"/>
                    <a:pt x="6819" y="6009"/>
                  </a:cubicBezTo>
                  <a:cubicBezTo>
                    <a:pt x="7142" y="5922"/>
                    <a:pt x="7339" y="5585"/>
                    <a:pt x="7252" y="5258"/>
                  </a:cubicBezTo>
                  <a:cubicBezTo>
                    <a:pt x="7190" y="5027"/>
                    <a:pt x="7271" y="4777"/>
                    <a:pt x="7459" y="4628"/>
                  </a:cubicBezTo>
                  <a:cubicBezTo>
                    <a:pt x="7719" y="4411"/>
                    <a:pt x="7757" y="4026"/>
                    <a:pt x="7546" y="3767"/>
                  </a:cubicBezTo>
                  <a:cubicBezTo>
                    <a:pt x="7397" y="3574"/>
                    <a:pt x="7368" y="3319"/>
                    <a:pt x="7478" y="3103"/>
                  </a:cubicBezTo>
                  <a:cubicBezTo>
                    <a:pt x="7628" y="2799"/>
                    <a:pt x="7512" y="2434"/>
                    <a:pt x="7214" y="2280"/>
                  </a:cubicBezTo>
                  <a:cubicBezTo>
                    <a:pt x="6997" y="2169"/>
                    <a:pt x="6867" y="1943"/>
                    <a:pt x="6877" y="1702"/>
                  </a:cubicBezTo>
                  <a:cubicBezTo>
                    <a:pt x="6896" y="1366"/>
                    <a:pt x="6636" y="1077"/>
                    <a:pt x="6299" y="1058"/>
                  </a:cubicBezTo>
                  <a:cubicBezTo>
                    <a:pt x="6059" y="1043"/>
                    <a:pt x="5847" y="894"/>
                    <a:pt x="5756" y="668"/>
                  </a:cubicBezTo>
                  <a:cubicBezTo>
                    <a:pt x="5663" y="423"/>
                    <a:pt x="5431" y="276"/>
                    <a:pt x="5186" y="276"/>
                  </a:cubicBezTo>
                  <a:cubicBezTo>
                    <a:pt x="5113" y="276"/>
                    <a:pt x="5039" y="289"/>
                    <a:pt x="4967" y="317"/>
                  </a:cubicBezTo>
                  <a:cubicBezTo>
                    <a:pt x="4896" y="342"/>
                    <a:pt x="4823" y="354"/>
                    <a:pt x="4751" y="354"/>
                  </a:cubicBezTo>
                  <a:cubicBezTo>
                    <a:pt x="4590" y="354"/>
                    <a:pt x="4432" y="293"/>
                    <a:pt x="4312" y="177"/>
                  </a:cubicBezTo>
                  <a:cubicBezTo>
                    <a:pt x="4194" y="59"/>
                    <a:pt x="4039" y="0"/>
                    <a:pt x="388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1"/>
            <p:cNvSpPr/>
            <p:nvPr/>
          </p:nvSpPr>
          <p:spPr>
            <a:xfrm>
              <a:off x="1019560" y="2133347"/>
              <a:ext cx="116765" cy="198542"/>
            </a:xfrm>
            <a:custGeom>
              <a:rect b="b" l="l" r="r" t="t"/>
              <a:pathLst>
                <a:path extrusionOk="0" h="7570" w="4452">
                  <a:moveTo>
                    <a:pt x="568" y="1"/>
                  </a:moveTo>
                  <a:cubicBezTo>
                    <a:pt x="412" y="1"/>
                    <a:pt x="255" y="61"/>
                    <a:pt x="135" y="181"/>
                  </a:cubicBezTo>
                  <a:cubicBezTo>
                    <a:pt x="92" y="220"/>
                    <a:pt x="48" y="253"/>
                    <a:pt x="0" y="282"/>
                  </a:cubicBezTo>
                  <a:cubicBezTo>
                    <a:pt x="92" y="332"/>
                    <a:pt x="193" y="358"/>
                    <a:pt x="296" y="358"/>
                  </a:cubicBezTo>
                  <a:cubicBezTo>
                    <a:pt x="371" y="358"/>
                    <a:pt x="447" y="344"/>
                    <a:pt x="520" y="316"/>
                  </a:cubicBezTo>
                  <a:cubicBezTo>
                    <a:pt x="591" y="288"/>
                    <a:pt x="664" y="276"/>
                    <a:pt x="736" y="276"/>
                  </a:cubicBezTo>
                  <a:cubicBezTo>
                    <a:pt x="982" y="276"/>
                    <a:pt x="1216" y="426"/>
                    <a:pt x="1309" y="672"/>
                  </a:cubicBezTo>
                  <a:cubicBezTo>
                    <a:pt x="1396" y="898"/>
                    <a:pt x="1608" y="1047"/>
                    <a:pt x="1853" y="1062"/>
                  </a:cubicBezTo>
                  <a:cubicBezTo>
                    <a:pt x="2190" y="1081"/>
                    <a:pt x="2450" y="1370"/>
                    <a:pt x="2430" y="1706"/>
                  </a:cubicBezTo>
                  <a:cubicBezTo>
                    <a:pt x="2421" y="1947"/>
                    <a:pt x="2551" y="2173"/>
                    <a:pt x="2762" y="2284"/>
                  </a:cubicBezTo>
                  <a:cubicBezTo>
                    <a:pt x="3065" y="2438"/>
                    <a:pt x="3186" y="2803"/>
                    <a:pt x="3032" y="3107"/>
                  </a:cubicBezTo>
                  <a:cubicBezTo>
                    <a:pt x="2926" y="3323"/>
                    <a:pt x="2950" y="3578"/>
                    <a:pt x="3099" y="3771"/>
                  </a:cubicBezTo>
                  <a:cubicBezTo>
                    <a:pt x="3311" y="4030"/>
                    <a:pt x="3272" y="4415"/>
                    <a:pt x="3013" y="4632"/>
                  </a:cubicBezTo>
                  <a:cubicBezTo>
                    <a:pt x="2825" y="4781"/>
                    <a:pt x="2743" y="5031"/>
                    <a:pt x="2806" y="5262"/>
                  </a:cubicBezTo>
                  <a:cubicBezTo>
                    <a:pt x="2892" y="5589"/>
                    <a:pt x="2700" y="5926"/>
                    <a:pt x="2373" y="6013"/>
                  </a:cubicBezTo>
                  <a:cubicBezTo>
                    <a:pt x="2137" y="6075"/>
                    <a:pt x="1964" y="6273"/>
                    <a:pt x="1925" y="6508"/>
                  </a:cubicBezTo>
                  <a:cubicBezTo>
                    <a:pt x="1877" y="6809"/>
                    <a:pt x="1617" y="7026"/>
                    <a:pt x="1319" y="7026"/>
                  </a:cubicBezTo>
                  <a:cubicBezTo>
                    <a:pt x="1287" y="7026"/>
                    <a:pt x="1255" y="7024"/>
                    <a:pt x="1223" y="7018"/>
                  </a:cubicBezTo>
                  <a:cubicBezTo>
                    <a:pt x="1191" y="7013"/>
                    <a:pt x="1160" y="7011"/>
                    <a:pt x="1129" y="7011"/>
                  </a:cubicBezTo>
                  <a:cubicBezTo>
                    <a:pt x="925" y="7011"/>
                    <a:pt x="729" y="7117"/>
                    <a:pt x="616" y="7293"/>
                  </a:cubicBezTo>
                  <a:cubicBezTo>
                    <a:pt x="597" y="7322"/>
                    <a:pt x="573" y="7350"/>
                    <a:pt x="549" y="7375"/>
                  </a:cubicBezTo>
                  <a:cubicBezTo>
                    <a:pt x="557" y="7374"/>
                    <a:pt x="565" y="7374"/>
                    <a:pt x="572" y="7374"/>
                  </a:cubicBezTo>
                  <a:cubicBezTo>
                    <a:pt x="689" y="7374"/>
                    <a:pt x="801" y="7408"/>
                    <a:pt x="900" y="7471"/>
                  </a:cubicBezTo>
                  <a:cubicBezTo>
                    <a:pt x="1004" y="7538"/>
                    <a:pt x="1121" y="7570"/>
                    <a:pt x="1236" y="7570"/>
                  </a:cubicBezTo>
                  <a:cubicBezTo>
                    <a:pt x="1436" y="7570"/>
                    <a:pt x="1633" y="7473"/>
                    <a:pt x="1752" y="7293"/>
                  </a:cubicBezTo>
                  <a:cubicBezTo>
                    <a:pt x="1864" y="7118"/>
                    <a:pt x="2055" y="7015"/>
                    <a:pt x="2260" y="7015"/>
                  </a:cubicBezTo>
                  <a:cubicBezTo>
                    <a:pt x="2293" y="7015"/>
                    <a:pt x="2325" y="7018"/>
                    <a:pt x="2358" y="7023"/>
                  </a:cubicBezTo>
                  <a:cubicBezTo>
                    <a:pt x="2388" y="7028"/>
                    <a:pt x="2418" y="7030"/>
                    <a:pt x="2447" y="7030"/>
                  </a:cubicBezTo>
                  <a:cubicBezTo>
                    <a:pt x="2745" y="7030"/>
                    <a:pt x="3008" y="6815"/>
                    <a:pt x="3061" y="6513"/>
                  </a:cubicBezTo>
                  <a:cubicBezTo>
                    <a:pt x="3099" y="6273"/>
                    <a:pt x="3272" y="6080"/>
                    <a:pt x="3503" y="6018"/>
                  </a:cubicBezTo>
                  <a:cubicBezTo>
                    <a:pt x="3831" y="5926"/>
                    <a:pt x="4023" y="5594"/>
                    <a:pt x="3941" y="5267"/>
                  </a:cubicBezTo>
                  <a:cubicBezTo>
                    <a:pt x="3879" y="5031"/>
                    <a:pt x="3956" y="4786"/>
                    <a:pt x="4143" y="4632"/>
                  </a:cubicBezTo>
                  <a:cubicBezTo>
                    <a:pt x="4408" y="4420"/>
                    <a:pt x="4451" y="4030"/>
                    <a:pt x="4235" y="3771"/>
                  </a:cubicBezTo>
                  <a:cubicBezTo>
                    <a:pt x="4086" y="3578"/>
                    <a:pt x="4057" y="3323"/>
                    <a:pt x="4167" y="3107"/>
                  </a:cubicBezTo>
                  <a:cubicBezTo>
                    <a:pt x="4321" y="2803"/>
                    <a:pt x="4201" y="2438"/>
                    <a:pt x="3898" y="2284"/>
                  </a:cubicBezTo>
                  <a:cubicBezTo>
                    <a:pt x="3686" y="2173"/>
                    <a:pt x="3556" y="1947"/>
                    <a:pt x="3566" y="1706"/>
                  </a:cubicBezTo>
                  <a:cubicBezTo>
                    <a:pt x="3580" y="1370"/>
                    <a:pt x="3320" y="1081"/>
                    <a:pt x="2984" y="1062"/>
                  </a:cubicBezTo>
                  <a:cubicBezTo>
                    <a:pt x="2743" y="1047"/>
                    <a:pt x="2531" y="898"/>
                    <a:pt x="2445" y="672"/>
                  </a:cubicBezTo>
                  <a:cubicBezTo>
                    <a:pt x="2348" y="426"/>
                    <a:pt x="2116" y="276"/>
                    <a:pt x="1869" y="276"/>
                  </a:cubicBezTo>
                  <a:cubicBezTo>
                    <a:pt x="1796" y="276"/>
                    <a:pt x="1723" y="288"/>
                    <a:pt x="1651" y="316"/>
                  </a:cubicBezTo>
                  <a:cubicBezTo>
                    <a:pt x="1579" y="343"/>
                    <a:pt x="1504" y="357"/>
                    <a:pt x="1429" y="357"/>
                  </a:cubicBezTo>
                  <a:cubicBezTo>
                    <a:pt x="1271" y="357"/>
                    <a:pt x="1116" y="296"/>
                    <a:pt x="1001" y="181"/>
                  </a:cubicBezTo>
                  <a:cubicBezTo>
                    <a:pt x="881" y="61"/>
                    <a:pt x="725" y="1"/>
                    <a:pt x="56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1"/>
            <p:cNvSpPr/>
            <p:nvPr/>
          </p:nvSpPr>
          <p:spPr>
            <a:xfrm>
              <a:off x="959473" y="2157529"/>
              <a:ext cx="150100" cy="150074"/>
            </a:xfrm>
            <a:custGeom>
              <a:rect b="b" l="l" r="r" t="t"/>
              <a:pathLst>
                <a:path extrusionOk="0" h="5722" w="5723">
                  <a:moveTo>
                    <a:pt x="2859" y="0"/>
                  </a:moveTo>
                  <a:cubicBezTo>
                    <a:pt x="1281" y="0"/>
                    <a:pt x="1" y="1280"/>
                    <a:pt x="1" y="2858"/>
                  </a:cubicBezTo>
                  <a:cubicBezTo>
                    <a:pt x="1" y="4441"/>
                    <a:pt x="1281" y="5721"/>
                    <a:pt x="2859" y="5721"/>
                  </a:cubicBezTo>
                  <a:cubicBezTo>
                    <a:pt x="4442" y="5721"/>
                    <a:pt x="5722" y="4441"/>
                    <a:pt x="5722" y="2858"/>
                  </a:cubicBezTo>
                  <a:cubicBezTo>
                    <a:pt x="5722" y="1280"/>
                    <a:pt x="4442" y="0"/>
                    <a:pt x="28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1"/>
            <p:cNvSpPr/>
            <p:nvPr/>
          </p:nvSpPr>
          <p:spPr>
            <a:xfrm>
              <a:off x="1019691" y="2157529"/>
              <a:ext cx="93921" cy="150074"/>
            </a:xfrm>
            <a:custGeom>
              <a:rect b="b" l="l" r="r" t="t"/>
              <a:pathLst>
                <a:path extrusionOk="0" h="5722" w="3581">
                  <a:moveTo>
                    <a:pt x="563" y="0"/>
                  </a:moveTo>
                  <a:cubicBezTo>
                    <a:pt x="376" y="0"/>
                    <a:pt x="183" y="19"/>
                    <a:pt x="0" y="58"/>
                  </a:cubicBezTo>
                  <a:cubicBezTo>
                    <a:pt x="1333" y="327"/>
                    <a:pt x="2291" y="1496"/>
                    <a:pt x="2291" y="2858"/>
                  </a:cubicBezTo>
                  <a:cubicBezTo>
                    <a:pt x="2291" y="4220"/>
                    <a:pt x="1333" y="5394"/>
                    <a:pt x="0" y="5663"/>
                  </a:cubicBezTo>
                  <a:cubicBezTo>
                    <a:pt x="193" y="5703"/>
                    <a:pt x="384" y="5721"/>
                    <a:pt x="573" y="5721"/>
                  </a:cubicBezTo>
                  <a:cubicBezTo>
                    <a:pt x="2005" y="5721"/>
                    <a:pt x="3263" y="4635"/>
                    <a:pt x="3412" y="3147"/>
                  </a:cubicBezTo>
                  <a:cubicBezTo>
                    <a:pt x="3580" y="1463"/>
                    <a:pt x="2257" y="0"/>
                    <a:pt x="56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1"/>
            <p:cNvSpPr/>
            <p:nvPr/>
          </p:nvSpPr>
          <p:spPr>
            <a:xfrm>
              <a:off x="871401" y="1998381"/>
              <a:ext cx="324224" cy="338466"/>
            </a:xfrm>
            <a:custGeom>
              <a:rect b="b" l="l" r="r" t="t"/>
              <a:pathLst>
                <a:path extrusionOk="0" h="12905" w="12362">
                  <a:moveTo>
                    <a:pt x="9566" y="376"/>
                  </a:moveTo>
                  <a:lnTo>
                    <a:pt x="6843" y="4177"/>
                  </a:lnTo>
                  <a:lnTo>
                    <a:pt x="6453" y="3638"/>
                  </a:lnTo>
                  <a:lnTo>
                    <a:pt x="8791" y="376"/>
                  </a:lnTo>
                  <a:close/>
                  <a:moveTo>
                    <a:pt x="10793" y="376"/>
                  </a:moveTo>
                  <a:lnTo>
                    <a:pt x="7454" y="5038"/>
                  </a:lnTo>
                  <a:lnTo>
                    <a:pt x="7074" y="4504"/>
                  </a:lnTo>
                  <a:lnTo>
                    <a:pt x="10028" y="376"/>
                  </a:lnTo>
                  <a:close/>
                  <a:moveTo>
                    <a:pt x="2478" y="376"/>
                  </a:moveTo>
                  <a:lnTo>
                    <a:pt x="5832" y="5058"/>
                  </a:lnTo>
                  <a:cubicBezTo>
                    <a:pt x="5765" y="5091"/>
                    <a:pt x="5707" y="5135"/>
                    <a:pt x="5654" y="5187"/>
                  </a:cubicBezTo>
                  <a:cubicBezTo>
                    <a:pt x="5573" y="5268"/>
                    <a:pt x="5464" y="5311"/>
                    <a:pt x="5355" y="5311"/>
                  </a:cubicBezTo>
                  <a:cubicBezTo>
                    <a:pt x="5315" y="5311"/>
                    <a:pt x="5274" y="5305"/>
                    <a:pt x="5236" y="5293"/>
                  </a:cubicBezTo>
                  <a:lnTo>
                    <a:pt x="1709" y="376"/>
                  </a:lnTo>
                  <a:close/>
                  <a:moveTo>
                    <a:pt x="3653" y="376"/>
                  </a:moveTo>
                  <a:lnTo>
                    <a:pt x="7180" y="5308"/>
                  </a:lnTo>
                  <a:cubicBezTo>
                    <a:pt x="7150" y="5314"/>
                    <a:pt x="7121" y="5317"/>
                    <a:pt x="7091" y="5317"/>
                  </a:cubicBezTo>
                  <a:cubicBezTo>
                    <a:pt x="6978" y="5317"/>
                    <a:pt x="6869" y="5273"/>
                    <a:pt x="6785" y="5192"/>
                  </a:cubicBezTo>
                  <a:cubicBezTo>
                    <a:pt x="6636" y="5043"/>
                    <a:pt x="6434" y="4961"/>
                    <a:pt x="6222" y="4961"/>
                  </a:cubicBezTo>
                  <a:lnTo>
                    <a:pt x="2940" y="376"/>
                  </a:lnTo>
                  <a:close/>
                  <a:moveTo>
                    <a:pt x="1247" y="376"/>
                  </a:moveTo>
                  <a:lnTo>
                    <a:pt x="4735" y="5255"/>
                  </a:lnTo>
                  <a:cubicBezTo>
                    <a:pt x="4538" y="5298"/>
                    <a:pt x="4369" y="5414"/>
                    <a:pt x="4254" y="5582"/>
                  </a:cubicBezTo>
                  <a:lnTo>
                    <a:pt x="530" y="376"/>
                  </a:lnTo>
                  <a:close/>
                  <a:moveTo>
                    <a:pt x="11909" y="376"/>
                  </a:moveTo>
                  <a:lnTo>
                    <a:pt x="8190" y="5582"/>
                  </a:lnTo>
                  <a:cubicBezTo>
                    <a:pt x="8084" y="5433"/>
                    <a:pt x="7935" y="5322"/>
                    <a:pt x="7762" y="5269"/>
                  </a:cubicBezTo>
                  <a:lnTo>
                    <a:pt x="11260" y="376"/>
                  </a:lnTo>
                  <a:close/>
                  <a:moveTo>
                    <a:pt x="6223" y="5339"/>
                  </a:moveTo>
                  <a:cubicBezTo>
                    <a:pt x="6331" y="5339"/>
                    <a:pt x="6441" y="5380"/>
                    <a:pt x="6525" y="5462"/>
                  </a:cubicBezTo>
                  <a:cubicBezTo>
                    <a:pt x="6676" y="5613"/>
                    <a:pt x="6881" y="5694"/>
                    <a:pt x="7089" y="5694"/>
                  </a:cubicBezTo>
                  <a:cubicBezTo>
                    <a:pt x="7186" y="5694"/>
                    <a:pt x="7283" y="5677"/>
                    <a:pt x="7377" y="5640"/>
                  </a:cubicBezTo>
                  <a:cubicBezTo>
                    <a:pt x="7425" y="5621"/>
                    <a:pt x="7475" y="5613"/>
                    <a:pt x="7524" y="5613"/>
                  </a:cubicBezTo>
                  <a:cubicBezTo>
                    <a:pt x="7695" y="5613"/>
                    <a:pt x="7858" y="5717"/>
                    <a:pt x="7925" y="5885"/>
                  </a:cubicBezTo>
                  <a:cubicBezTo>
                    <a:pt x="7930" y="5900"/>
                    <a:pt x="7940" y="5914"/>
                    <a:pt x="7945" y="5928"/>
                  </a:cubicBezTo>
                  <a:cubicBezTo>
                    <a:pt x="7993" y="6054"/>
                    <a:pt x="8079" y="6159"/>
                    <a:pt x="8190" y="6236"/>
                  </a:cubicBezTo>
                  <a:cubicBezTo>
                    <a:pt x="8315" y="6333"/>
                    <a:pt x="8464" y="6386"/>
                    <a:pt x="8623" y="6395"/>
                  </a:cubicBezTo>
                  <a:cubicBezTo>
                    <a:pt x="8859" y="6410"/>
                    <a:pt x="9037" y="6612"/>
                    <a:pt x="9027" y="6843"/>
                  </a:cubicBezTo>
                  <a:cubicBezTo>
                    <a:pt x="9013" y="7160"/>
                    <a:pt x="9181" y="7454"/>
                    <a:pt x="9460" y="7598"/>
                  </a:cubicBezTo>
                  <a:cubicBezTo>
                    <a:pt x="9667" y="7704"/>
                    <a:pt x="9754" y="7959"/>
                    <a:pt x="9648" y="8171"/>
                  </a:cubicBezTo>
                  <a:cubicBezTo>
                    <a:pt x="9504" y="8450"/>
                    <a:pt x="9542" y="8787"/>
                    <a:pt x="9739" y="9037"/>
                  </a:cubicBezTo>
                  <a:cubicBezTo>
                    <a:pt x="9884" y="9215"/>
                    <a:pt x="9860" y="9484"/>
                    <a:pt x="9677" y="9634"/>
                  </a:cubicBezTo>
                  <a:cubicBezTo>
                    <a:pt x="9431" y="9831"/>
                    <a:pt x="9330" y="10153"/>
                    <a:pt x="9407" y="10461"/>
                  </a:cubicBezTo>
                  <a:cubicBezTo>
                    <a:pt x="9465" y="10687"/>
                    <a:pt x="9335" y="10918"/>
                    <a:pt x="9109" y="10981"/>
                  </a:cubicBezTo>
                  <a:cubicBezTo>
                    <a:pt x="8801" y="11063"/>
                    <a:pt x="8575" y="11318"/>
                    <a:pt x="8527" y="11626"/>
                  </a:cubicBezTo>
                  <a:cubicBezTo>
                    <a:pt x="8492" y="11836"/>
                    <a:pt x="8309" y="11986"/>
                    <a:pt x="8099" y="11986"/>
                  </a:cubicBezTo>
                  <a:cubicBezTo>
                    <a:pt x="8078" y="11986"/>
                    <a:pt x="8057" y="11985"/>
                    <a:pt x="8036" y="11982"/>
                  </a:cubicBezTo>
                  <a:cubicBezTo>
                    <a:pt x="7995" y="11975"/>
                    <a:pt x="7954" y="11972"/>
                    <a:pt x="7914" y="11972"/>
                  </a:cubicBezTo>
                  <a:cubicBezTo>
                    <a:pt x="7645" y="11972"/>
                    <a:pt x="7393" y="12108"/>
                    <a:pt x="7242" y="12338"/>
                  </a:cubicBezTo>
                  <a:cubicBezTo>
                    <a:pt x="7159" y="12461"/>
                    <a:pt x="7022" y="12529"/>
                    <a:pt x="6883" y="12529"/>
                  </a:cubicBezTo>
                  <a:cubicBezTo>
                    <a:pt x="6805" y="12529"/>
                    <a:pt x="6726" y="12508"/>
                    <a:pt x="6655" y="12463"/>
                  </a:cubicBezTo>
                  <a:cubicBezTo>
                    <a:pt x="6523" y="12376"/>
                    <a:pt x="6371" y="12333"/>
                    <a:pt x="6220" y="12333"/>
                  </a:cubicBezTo>
                  <a:cubicBezTo>
                    <a:pt x="6068" y="12333"/>
                    <a:pt x="5916" y="12376"/>
                    <a:pt x="5784" y="12463"/>
                  </a:cubicBezTo>
                  <a:cubicBezTo>
                    <a:pt x="5713" y="12508"/>
                    <a:pt x="5634" y="12529"/>
                    <a:pt x="5556" y="12529"/>
                  </a:cubicBezTo>
                  <a:cubicBezTo>
                    <a:pt x="5417" y="12529"/>
                    <a:pt x="5280" y="12461"/>
                    <a:pt x="5197" y="12338"/>
                  </a:cubicBezTo>
                  <a:cubicBezTo>
                    <a:pt x="5047" y="12108"/>
                    <a:pt x="4791" y="11972"/>
                    <a:pt x="4521" y="11972"/>
                  </a:cubicBezTo>
                  <a:cubicBezTo>
                    <a:pt x="4480" y="11972"/>
                    <a:pt x="4439" y="11975"/>
                    <a:pt x="4398" y="11982"/>
                  </a:cubicBezTo>
                  <a:cubicBezTo>
                    <a:pt x="4378" y="11985"/>
                    <a:pt x="4357" y="11986"/>
                    <a:pt x="4337" y="11986"/>
                  </a:cubicBezTo>
                  <a:cubicBezTo>
                    <a:pt x="4131" y="11986"/>
                    <a:pt x="3952" y="11836"/>
                    <a:pt x="3917" y="11626"/>
                  </a:cubicBezTo>
                  <a:cubicBezTo>
                    <a:pt x="3864" y="11318"/>
                    <a:pt x="3638" y="11063"/>
                    <a:pt x="3335" y="10981"/>
                  </a:cubicBezTo>
                  <a:cubicBezTo>
                    <a:pt x="3109" y="10918"/>
                    <a:pt x="2974" y="10687"/>
                    <a:pt x="3032" y="10461"/>
                  </a:cubicBezTo>
                  <a:cubicBezTo>
                    <a:pt x="3114" y="10153"/>
                    <a:pt x="3008" y="9831"/>
                    <a:pt x="2762" y="9634"/>
                  </a:cubicBezTo>
                  <a:cubicBezTo>
                    <a:pt x="2584" y="9484"/>
                    <a:pt x="2555" y="9215"/>
                    <a:pt x="2705" y="9037"/>
                  </a:cubicBezTo>
                  <a:cubicBezTo>
                    <a:pt x="2902" y="8787"/>
                    <a:pt x="2936" y="8450"/>
                    <a:pt x="2796" y="8171"/>
                  </a:cubicBezTo>
                  <a:cubicBezTo>
                    <a:pt x="2690" y="7959"/>
                    <a:pt x="2772" y="7704"/>
                    <a:pt x="2979" y="7598"/>
                  </a:cubicBezTo>
                  <a:cubicBezTo>
                    <a:pt x="3258" y="7454"/>
                    <a:pt x="3431" y="7160"/>
                    <a:pt x="3417" y="6843"/>
                  </a:cubicBezTo>
                  <a:cubicBezTo>
                    <a:pt x="3402" y="6612"/>
                    <a:pt x="3585" y="6410"/>
                    <a:pt x="3816" y="6400"/>
                  </a:cubicBezTo>
                  <a:cubicBezTo>
                    <a:pt x="4062" y="6386"/>
                    <a:pt x="4288" y="6260"/>
                    <a:pt x="4427" y="6058"/>
                  </a:cubicBezTo>
                  <a:lnTo>
                    <a:pt x="4437" y="6049"/>
                  </a:lnTo>
                  <a:cubicBezTo>
                    <a:pt x="4471" y="5996"/>
                    <a:pt x="4499" y="5943"/>
                    <a:pt x="4523" y="5885"/>
                  </a:cubicBezTo>
                  <a:cubicBezTo>
                    <a:pt x="4587" y="5717"/>
                    <a:pt x="4749" y="5613"/>
                    <a:pt x="4922" y="5613"/>
                  </a:cubicBezTo>
                  <a:cubicBezTo>
                    <a:pt x="4972" y="5613"/>
                    <a:pt x="5022" y="5621"/>
                    <a:pt x="5072" y="5640"/>
                  </a:cubicBezTo>
                  <a:cubicBezTo>
                    <a:pt x="5165" y="5677"/>
                    <a:pt x="5263" y="5694"/>
                    <a:pt x="5359" y="5694"/>
                  </a:cubicBezTo>
                  <a:cubicBezTo>
                    <a:pt x="5566" y="5694"/>
                    <a:pt x="5769" y="5613"/>
                    <a:pt x="5924" y="5462"/>
                  </a:cubicBezTo>
                  <a:cubicBezTo>
                    <a:pt x="6005" y="5380"/>
                    <a:pt x="6114" y="5339"/>
                    <a:pt x="6223" y="5339"/>
                  </a:cubicBezTo>
                  <a:close/>
                  <a:moveTo>
                    <a:pt x="12037" y="0"/>
                  </a:moveTo>
                  <a:cubicBezTo>
                    <a:pt x="12033" y="0"/>
                    <a:pt x="12029" y="0"/>
                    <a:pt x="12025" y="0"/>
                  </a:cubicBezTo>
                  <a:lnTo>
                    <a:pt x="8758" y="0"/>
                  </a:lnTo>
                  <a:cubicBezTo>
                    <a:pt x="8652" y="0"/>
                    <a:pt x="8556" y="49"/>
                    <a:pt x="8498" y="130"/>
                  </a:cubicBezTo>
                  <a:lnTo>
                    <a:pt x="6217" y="3316"/>
                  </a:lnTo>
                  <a:lnTo>
                    <a:pt x="3941" y="135"/>
                  </a:lnTo>
                  <a:cubicBezTo>
                    <a:pt x="3883" y="49"/>
                    <a:pt x="3782" y="0"/>
                    <a:pt x="3681" y="0"/>
                  </a:cubicBezTo>
                  <a:lnTo>
                    <a:pt x="414" y="0"/>
                  </a:lnTo>
                  <a:cubicBezTo>
                    <a:pt x="154" y="0"/>
                    <a:pt x="0" y="294"/>
                    <a:pt x="154" y="506"/>
                  </a:cubicBezTo>
                  <a:lnTo>
                    <a:pt x="4033" y="5928"/>
                  </a:lnTo>
                  <a:cubicBezTo>
                    <a:pt x="3965" y="5981"/>
                    <a:pt x="3879" y="6015"/>
                    <a:pt x="3792" y="6020"/>
                  </a:cubicBezTo>
                  <a:cubicBezTo>
                    <a:pt x="3354" y="6044"/>
                    <a:pt x="3013" y="6419"/>
                    <a:pt x="3037" y="6862"/>
                  </a:cubicBezTo>
                  <a:cubicBezTo>
                    <a:pt x="3041" y="7030"/>
                    <a:pt x="2950" y="7184"/>
                    <a:pt x="2806" y="7261"/>
                  </a:cubicBezTo>
                  <a:cubicBezTo>
                    <a:pt x="2411" y="7463"/>
                    <a:pt x="2257" y="7945"/>
                    <a:pt x="2454" y="8339"/>
                  </a:cubicBezTo>
                  <a:cubicBezTo>
                    <a:pt x="2527" y="8488"/>
                    <a:pt x="2507" y="8666"/>
                    <a:pt x="2406" y="8796"/>
                  </a:cubicBezTo>
                  <a:cubicBezTo>
                    <a:pt x="2132" y="9143"/>
                    <a:pt x="2185" y="9648"/>
                    <a:pt x="2527" y="9927"/>
                  </a:cubicBezTo>
                  <a:cubicBezTo>
                    <a:pt x="2656" y="10033"/>
                    <a:pt x="2709" y="10201"/>
                    <a:pt x="2666" y="10365"/>
                  </a:cubicBezTo>
                  <a:cubicBezTo>
                    <a:pt x="2555" y="10793"/>
                    <a:pt x="2810" y="11231"/>
                    <a:pt x="3234" y="11346"/>
                  </a:cubicBezTo>
                  <a:cubicBezTo>
                    <a:pt x="3397" y="11390"/>
                    <a:pt x="3518" y="11525"/>
                    <a:pt x="3542" y="11688"/>
                  </a:cubicBezTo>
                  <a:cubicBezTo>
                    <a:pt x="3607" y="12080"/>
                    <a:pt x="3948" y="12362"/>
                    <a:pt x="4337" y="12362"/>
                  </a:cubicBezTo>
                  <a:cubicBezTo>
                    <a:pt x="4378" y="12362"/>
                    <a:pt x="4419" y="12359"/>
                    <a:pt x="4461" y="12352"/>
                  </a:cubicBezTo>
                  <a:cubicBezTo>
                    <a:pt x="4482" y="12349"/>
                    <a:pt x="4503" y="12348"/>
                    <a:pt x="4523" y="12348"/>
                  </a:cubicBezTo>
                  <a:cubicBezTo>
                    <a:pt x="4665" y="12348"/>
                    <a:pt x="4800" y="12418"/>
                    <a:pt x="4880" y="12540"/>
                  </a:cubicBezTo>
                  <a:cubicBezTo>
                    <a:pt x="5033" y="12776"/>
                    <a:pt x="5290" y="12905"/>
                    <a:pt x="5552" y="12905"/>
                  </a:cubicBezTo>
                  <a:cubicBezTo>
                    <a:pt x="5701" y="12905"/>
                    <a:pt x="5852" y="12863"/>
                    <a:pt x="5986" y="12776"/>
                  </a:cubicBezTo>
                  <a:cubicBezTo>
                    <a:pt x="6058" y="12732"/>
                    <a:pt x="6139" y="12711"/>
                    <a:pt x="6219" y="12711"/>
                  </a:cubicBezTo>
                  <a:cubicBezTo>
                    <a:pt x="6299" y="12711"/>
                    <a:pt x="6378" y="12732"/>
                    <a:pt x="6448" y="12776"/>
                  </a:cubicBezTo>
                  <a:cubicBezTo>
                    <a:pt x="6583" y="12863"/>
                    <a:pt x="6733" y="12905"/>
                    <a:pt x="6883" y="12905"/>
                  </a:cubicBezTo>
                  <a:cubicBezTo>
                    <a:pt x="7145" y="12905"/>
                    <a:pt x="7403" y="12776"/>
                    <a:pt x="7560" y="12540"/>
                  </a:cubicBezTo>
                  <a:cubicBezTo>
                    <a:pt x="7639" y="12418"/>
                    <a:pt x="7774" y="12348"/>
                    <a:pt x="7916" y="12348"/>
                  </a:cubicBezTo>
                  <a:cubicBezTo>
                    <a:pt x="7937" y="12348"/>
                    <a:pt x="7957" y="12349"/>
                    <a:pt x="7978" y="12352"/>
                  </a:cubicBezTo>
                  <a:cubicBezTo>
                    <a:pt x="8020" y="12359"/>
                    <a:pt x="8061" y="12362"/>
                    <a:pt x="8102" y="12362"/>
                  </a:cubicBezTo>
                  <a:cubicBezTo>
                    <a:pt x="8491" y="12362"/>
                    <a:pt x="8832" y="12080"/>
                    <a:pt x="8897" y="11688"/>
                  </a:cubicBezTo>
                  <a:cubicBezTo>
                    <a:pt x="8921" y="11525"/>
                    <a:pt x="9042" y="11390"/>
                    <a:pt x="9205" y="11346"/>
                  </a:cubicBezTo>
                  <a:cubicBezTo>
                    <a:pt x="9629" y="11226"/>
                    <a:pt x="9884" y="10793"/>
                    <a:pt x="9773" y="10365"/>
                  </a:cubicBezTo>
                  <a:cubicBezTo>
                    <a:pt x="9730" y="10201"/>
                    <a:pt x="9783" y="10028"/>
                    <a:pt x="9913" y="9927"/>
                  </a:cubicBezTo>
                  <a:cubicBezTo>
                    <a:pt x="10254" y="9643"/>
                    <a:pt x="10307" y="9143"/>
                    <a:pt x="10033" y="8796"/>
                  </a:cubicBezTo>
                  <a:cubicBezTo>
                    <a:pt x="9927" y="8666"/>
                    <a:pt x="9913" y="8488"/>
                    <a:pt x="9985" y="8339"/>
                  </a:cubicBezTo>
                  <a:cubicBezTo>
                    <a:pt x="10182" y="7945"/>
                    <a:pt x="10028" y="7463"/>
                    <a:pt x="9634" y="7261"/>
                  </a:cubicBezTo>
                  <a:cubicBezTo>
                    <a:pt x="9489" y="7184"/>
                    <a:pt x="9398" y="7030"/>
                    <a:pt x="9403" y="6862"/>
                  </a:cubicBezTo>
                  <a:cubicBezTo>
                    <a:pt x="9427" y="6419"/>
                    <a:pt x="9085" y="6044"/>
                    <a:pt x="8647" y="6020"/>
                  </a:cubicBezTo>
                  <a:cubicBezTo>
                    <a:pt x="8560" y="6015"/>
                    <a:pt x="8474" y="5981"/>
                    <a:pt x="8407" y="5928"/>
                  </a:cubicBezTo>
                  <a:lnTo>
                    <a:pt x="12285" y="506"/>
                  </a:lnTo>
                  <a:cubicBezTo>
                    <a:pt x="12357" y="409"/>
                    <a:pt x="12362" y="280"/>
                    <a:pt x="12309" y="174"/>
                  </a:cubicBezTo>
                  <a:cubicBezTo>
                    <a:pt x="12253" y="67"/>
                    <a:pt x="12152" y="0"/>
                    <a:pt x="1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1"/>
            <p:cNvSpPr/>
            <p:nvPr/>
          </p:nvSpPr>
          <p:spPr>
            <a:xfrm>
              <a:off x="954883" y="2152441"/>
              <a:ext cx="159280" cy="73699"/>
            </a:xfrm>
            <a:custGeom>
              <a:rect b="b" l="l" r="r" t="t"/>
              <a:pathLst>
                <a:path extrusionOk="0" h="2810" w="6073">
                  <a:moveTo>
                    <a:pt x="3023" y="0"/>
                  </a:moveTo>
                  <a:cubicBezTo>
                    <a:pt x="2335" y="0"/>
                    <a:pt x="1634" y="234"/>
                    <a:pt x="1042" y="747"/>
                  </a:cubicBezTo>
                  <a:cubicBezTo>
                    <a:pt x="494" y="1224"/>
                    <a:pt x="133" y="1873"/>
                    <a:pt x="22" y="2590"/>
                  </a:cubicBezTo>
                  <a:cubicBezTo>
                    <a:pt x="1" y="2730"/>
                    <a:pt x="107" y="2809"/>
                    <a:pt x="213" y="2809"/>
                  </a:cubicBezTo>
                  <a:cubicBezTo>
                    <a:pt x="297" y="2809"/>
                    <a:pt x="380" y="2759"/>
                    <a:pt x="397" y="2648"/>
                  </a:cubicBezTo>
                  <a:cubicBezTo>
                    <a:pt x="599" y="1344"/>
                    <a:pt x="1721" y="386"/>
                    <a:pt x="3034" y="386"/>
                  </a:cubicBezTo>
                  <a:cubicBezTo>
                    <a:pt x="4353" y="386"/>
                    <a:pt x="5474" y="1344"/>
                    <a:pt x="5676" y="2648"/>
                  </a:cubicBezTo>
                  <a:cubicBezTo>
                    <a:pt x="5693" y="2758"/>
                    <a:pt x="5774" y="2807"/>
                    <a:pt x="5857" y="2807"/>
                  </a:cubicBezTo>
                  <a:cubicBezTo>
                    <a:pt x="5964" y="2807"/>
                    <a:pt x="6073" y="2726"/>
                    <a:pt x="6051" y="2585"/>
                  </a:cubicBezTo>
                  <a:cubicBezTo>
                    <a:pt x="5805" y="992"/>
                    <a:pt x="4441" y="0"/>
                    <a:pt x="3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1"/>
            <p:cNvSpPr/>
            <p:nvPr/>
          </p:nvSpPr>
          <p:spPr>
            <a:xfrm>
              <a:off x="954883" y="2238992"/>
              <a:ext cx="159096" cy="73516"/>
            </a:xfrm>
            <a:custGeom>
              <a:rect b="b" l="l" r="r" t="t"/>
              <a:pathLst>
                <a:path extrusionOk="0" h="2803" w="6066">
                  <a:moveTo>
                    <a:pt x="5864" y="0"/>
                  </a:moveTo>
                  <a:cubicBezTo>
                    <a:pt x="5770" y="0"/>
                    <a:pt x="5689" y="65"/>
                    <a:pt x="5676" y="161"/>
                  </a:cubicBezTo>
                  <a:cubicBezTo>
                    <a:pt x="5474" y="1460"/>
                    <a:pt x="4357" y="2423"/>
                    <a:pt x="3039" y="2423"/>
                  </a:cubicBezTo>
                  <a:cubicBezTo>
                    <a:pt x="3036" y="2423"/>
                    <a:pt x="3032" y="2423"/>
                    <a:pt x="3029" y="2423"/>
                  </a:cubicBezTo>
                  <a:cubicBezTo>
                    <a:pt x="1720" y="2423"/>
                    <a:pt x="604" y="1467"/>
                    <a:pt x="397" y="171"/>
                  </a:cubicBezTo>
                  <a:cubicBezTo>
                    <a:pt x="380" y="60"/>
                    <a:pt x="297" y="10"/>
                    <a:pt x="213" y="10"/>
                  </a:cubicBezTo>
                  <a:cubicBezTo>
                    <a:pt x="107" y="10"/>
                    <a:pt x="1" y="89"/>
                    <a:pt x="22" y="229"/>
                  </a:cubicBezTo>
                  <a:cubicBezTo>
                    <a:pt x="257" y="1712"/>
                    <a:pt x="1532" y="2803"/>
                    <a:pt x="3029" y="2803"/>
                  </a:cubicBezTo>
                  <a:cubicBezTo>
                    <a:pt x="3032" y="2803"/>
                    <a:pt x="3036" y="2803"/>
                    <a:pt x="3039" y="2803"/>
                  </a:cubicBezTo>
                  <a:cubicBezTo>
                    <a:pt x="4545" y="2803"/>
                    <a:pt x="5820" y="1706"/>
                    <a:pt x="6051" y="219"/>
                  </a:cubicBezTo>
                  <a:cubicBezTo>
                    <a:pt x="6066" y="118"/>
                    <a:pt x="5993" y="17"/>
                    <a:pt x="5892" y="2"/>
                  </a:cubicBezTo>
                  <a:cubicBezTo>
                    <a:pt x="5883" y="1"/>
                    <a:pt x="5873"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1"/>
            <p:cNvSpPr/>
            <p:nvPr/>
          </p:nvSpPr>
          <p:spPr>
            <a:xfrm>
              <a:off x="1019560" y="2198785"/>
              <a:ext cx="18438" cy="67405"/>
            </a:xfrm>
            <a:custGeom>
              <a:rect b="b" l="l" r="r" t="t"/>
              <a:pathLst>
                <a:path extrusionOk="0" h="2570" w="703">
                  <a:moveTo>
                    <a:pt x="539" y="0"/>
                  </a:moveTo>
                  <a:cubicBezTo>
                    <a:pt x="506" y="0"/>
                    <a:pt x="467" y="15"/>
                    <a:pt x="443" y="39"/>
                  </a:cubicBezTo>
                  <a:lnTo>
                    <a:pt x="77" y="390"/>
                  </a:lnTo>
                  <a:cubicBezTo>
                    <a:pt x="34" y="424"/>
                    <a:pt x="5" y="477"/>
                    <a:pt x="5" y="535"/>
                  </a:cubicBezTo>
                  <a:cubicBezTo>
                    <a:pt x="0" y="612"/>
                    <a:pt x="58" y="679"/>
                    <a:pt x="130" y="684"/>
                  </a:cubicBezTo>
                  <a:cubicBezTo>
                    <a:pt x="159" y="684"/>
                    <a:pt x="188" y="674"/>
                    <a:pt x="207" y="650"/>
                  </a:cubicBezTo>
                  <a:lnTo>
                    <a:pt x="328" y="496"/>
                  </a:lnTo>
                  <a:lnTo>
                    <a:pt x="332" y="2450"/>
                  </a:lnTo>
                  <a:cubicBezTo>
                    <a:pt x="332" y="2527"/>
                    <a:pt x="429" y="2570"/>
                    <a:pt x="520" y="2570"/>
                  </a:cubicBezTo>
                  <a:cubicBezTo>
                    <a:pt x="611" y="2570"/>
                    <a:pt x="703" y="2527"/>
                    <a:pt x="703" y="2450"/>
                  </a:cubicBezTo>
                  <a:lnTo>
                    <a:pt x="703" y="121"/>
                  </a:lnTo>
                  <a:cubicBezTo>
                    <a:pt x="703" y="49"/>
                    <a:pt x="616" y="0"/>
                    <a:pt x="5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81"/>
          <p:cNvGrpSpPr/>
          <p:nvPr/>
        </p:nvGrpSpPr>
        <p:grpSpPr>
          <a:xfrm>
            <a:off x="1751884" y="1989280"/>
            <a:ext cx="360602" cy="360471"/>
            <a:chOff x="1751884" y="1989280"/>
            <a:chExt cx="360602" cy="360471"/>
          </a:xfrm>
        </p:grpSpPr>
        <p:sp>
          <p:nvSpPr>
            <p:cNvPr id="9818" name="Google Shape;9818;p81"/>
            <p:cNvSpPr/>
            <p:nvPr/>
          </p:nvSpPr>
          <p:spPr>
            <a:xfrm>
              <a:off x="1757208" y="1994604"/>
              <a:ext cx="265449" cy="174937"/>
            </a:xfrm>
            <a:custGeom>
              <a:rect b="b" l="l" r="r" t="t"/>
              <a:pathLst>
                <a:path extrusionOk="0" h="6670" w="10121">
                  <a:moveTo>
                    <a:pt x="861" y="0"/>
                  </a:moveTo>
                  <a:cubicBezTo>
                    <a:pt x="385" y="0"/>
                    <a:pt x="0" y="385"/>
                    <a:pt x="0" y="861"/>
                  </a:cubicBezTo>
                  <a:lnTo>
                    <a:pt x="0" y="6457"/>
                  </a:lnTo>
                  <a:cubicBezTo>
                    <a:pt x="0" y="6573"/>
                    <a:pt x="96" y="6669"/>
                    <a:pt x="217" y="6669"/>
                  </a:cubicBezTo>
                  <a:lnTo>
                    <a:pt x="2367" y="6669"/>
                  </a:lnTo>
                  <a:cubicBezTo>
                    <a:pt x="2603" y="6669"/>
                    <a:pt x="2796" y="6477"/>
                    <a:pt x="2800" y="6241"/>
                  </a:cubicBezTo>
                  <a:lnTo>
                    <a:pt x="2800" y="5813"/>
                  </a:lnTo>
                  <a:cubicBezTo>
                    <a:pt x="2800" y="5625"/>
                    <a:pt x="2723" y="5447"/>
                    <a:pt x="2584" y="5327"/>
                  </a:cubicBezTo>
                  <a:cubicBezTo>
                    <a:pt x="1727" y="4619"/>
                    <a:pt x="2223" y="3234"/>
                    <a:pt x="3330" y="3229"/>
                  </a:cubicBezTo>
                  <a:cubicBezTo>
                    <a:pt x="3334" y="3229"/>
                    <a:pt x="3337" y="3229"/>
                    <a:pt x="3341" y="3229"/>
                  </a:cubicBezTo>
                  <a:cubicBezTo>
                    <a:pt x="4440" y="3229"/>
                    <a:pt x="4944" y="4607"/>
                    <a:pt x="4100" y="5317"/>
                  </a:cubicBezTo>
                  <a:cubicBezTo>
                    <a:pt x="3955" y="5437"/>
                    <a:pt x="3873" y="5615"/>
                    <a:pt x="3873" y="5803"/>
                  </a:cubicBezTo>
                  <a:lnTo>
                    <a:pt x="3873" y="6241"/>
                  </a:lnTo>
                  <a:cubicBezTo>
                    <a:pt x="3873" y="6474"/>
                    <a:pt x="4061" y="6669"/>
                    <a:pt x="4293" y="6669"/>
                  </a:cubicBezTo>
                  <a:cubicBezTo>
                    <a:pt x="4296" y="6669"/>
                    <a:pt x="4299" y="6669"/>
                    <a:pt x="4302" y="6669"/>
                  </a:cubicBezTo>
                  <a:lnTo>
                    <a:pt x="6669" y="6669"/>
                  </a:lnTo>
                  <a:lnTo>
                    <a:pt x="6669" y="4302"/>
                  </a:lnTo>
                  <a:cubicBezTo>
                    <a:pt x="6669" y="4066"/>
                    <a:pt x="6862" y="3874"/>
                    <a:pt x="7102" y="3874"/>
                  </a:cubicBezTo>
                  <a:lnTo>
                    <a:pt x="7540" y="3874"/>
                  </a:lnTo>
                  <a:cubicBezTo>
                    <a:pt x="7728" y="3874"/>
                    <a:pt x="7906" y="3955"/>
                    <a:pt x="8026" y="4100"/>
                  </a:cubicBezTo>
                  <a:cubicBezTo>
                    <a:pt x="8272" y="4392"/>
                    <a:pt x="8598" y="4523"/>
                    <a:pt x="8920" y="4523"/>
                  </a:cubicBezTo>
                  <a:cubicBezTo>
                    <a:pt x="9529" y="4523"/>
                    <a:pt x="10121" y="4054"/>
                    <a:pt x="10114" y="3330"/>
                  </a:cubicBezTo>
                  <a:cubicBezTo>
                    <a:pt x="10111" y="2611"/>
                    <a:pt x="9523" y="2150"/>
                    <a:pt x="8919" y="2150"/>
                  </a:cubicBezTo>
                  <a:cubicBezTo>
                    <a:pt x="8593" y="2150"/>
                    <a:pt x="8262" y="2284"/>
                    <a:pt x="8016" y="2584"/>
                  </a:cubicBezTo>
                  <a:cubicBezTo>
                    <a:pt x="7899" y="2720"/>
                    <a:pt x="7728" y="2801"/>
                    <a:pt x="7546" y="2801"/>
                  </a:cubicBezTo>
                  <a:cubicBezTo>
                    <a:pt x="7541" y="2801"/>
                    <a:pt x="7536" y="2801"/>
                    <a:pt x="7530" y="2801"/>
                  </a:cubicBezTo>
                  <a:lnTo>
                    <a:pt x="7102" y="2801"/>
                  </a:lnTo>
                  <a:cubicBezTo>
                    <a:pt x="6862" y="2801"/>
                    <a:pt x="6669" y="2608"/>
                    <a:pt x="6669" y="2367"/>
                  </a:cubicBezTo>
                  <a:lnTo>
                    <a:pt x="6669" y="217"/>
                  </a:lnTo>
                  <a:cubicBezTo>
                    <a:pt x="6669" y="96"/>
                    <a:pt x="6573" y="0"/>
                    <a:pt x="6457"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1"/>
            <p:cNvSpPr/>
            <p:nvPr/>
          </p:nvSpPr>
          <p:spPr>
            <a:xfrm>
              <a:off x="1932120" y="1994604"/>
              <a:ext cx="175042" cy="265291"/>
            </a:xfrm>
            <a:custGeom>
              <a:rect b="b" l="l" r="r" t="t"/>
              <a:pathLst>
                <a:path extrusionOk="0" h="10115" w="6674">
                  <a:moveTo>
                    <a:pt x="217" y="0"/>
                  </a:moveTo>
                  <a:cubicBezTo>
                    <a:pt x="96" y="0"/>
                    <a:pt x="0" y="96"/>
                    <a:pt x="0" y="217"/>
                  </a:cubicBezTo>
                  <a:lnTo>
                    <a:pt x="0" y="2367"/>
                  </a:lnTo>
                  <a:cubicBezTo>
                    <a:pt x="0" y="2603"/>
                    <a:pt x="193" y="2796"/>
                    <a:pt x="433" y="2796"/>
                  </a:cubicBezTo>
                  <a:lnTo>
                    <a:pt x="861" y="2796"/>
                  </a:lnTo>
                  <a:cubicBezTo>
                    <a:pt x="867" y="2796"/>
                    <a:pt x="872" y="2796"/>
                    <a:pt x="878" y="2796"/>
                  </a:cubicBezTo>
                  <a:cubicBezTo>
                    <a:pt x="1059" y="2796"/>
                    <a:pt x="1231" y="2719"/>
                    <a:pt x="1347" y="2584"/>
                  </a:cubicBezTo>
                  <a:cubicBezTo>
                    <a:pt x="1593" y="2284"/>
                    <a:pt x="1924" y="2150"/>
                    <a:pt x="2250" y="2150"/>
                  </a:cubicBezTo>
                  <a:cubicBezTo>
                    <a:pt x="2854" y="2150"/>
                    <a:pt x="3442" y="2611"/>
                    <a:pt x="3445" y="3330"/>
                  </a:cubicBezTo>
                  <a:cubicBezTo>
                    <a:pt x="3452" y="4054"/>
                    <a:pt x="2860" y="4523"/>
                    <a:pt x="2251" y="4523"/>
                  </a:cubicBezTo>
                  <a:cubicBezTo>
                    <a:pt x="1929" y="4523"/>
                    <a:pt x="1603" y="4392"/>
                    <a:pt x="1357" y="4100"/>
                  </a:cubicBezTo>
                  <a:cubicBezTo>
                    <a:pt x="1237" y="3955"/>
                    <a:pt x="1059" y="3874"/>
                    <a:pt x="871" y="3874"/>
                  </a:cubicBezTo>
                  <a:lnTo>
                    <a:pt x="433" y="3874"/>
                  </a:lnTo>
                  <a:cubicBezTo>
                    <a:pt x="193" y="3874"/>
                    <a:pt x="0" y="4066"/>
                    <a:pt x="0" y="4302"/>
                  </a:cubicBezTo>
                  <a:lnTo>
                    <a:pt x="0" y="6669"/>
                  </a:lnTo>
                  <a:lnTo>
                    <a:pt x="2372" y="6669"/>
                  </a:lnTo>
                  <a:cubicBezTo>
                    <a:pt x="2608" y="6669"/>
                    <a:pt x="2801" y="6862"/>
                    <a:pt x="2801" y="7102"/>
                  </a:cubicBezTo>
                  <a:lnTo>
                    <a:pt x="2801" y="7540"/>
                  </a:lnTo>
                  <a:cubicBezTo>
                    <a:pt x="2801" y="7723"/>
                    <a:pt x="2719" y="7906"/>
                    <a:pt x="2574" y="8026"/>
                  </a:cubicBezTo>
                  <a:cubicBezTo>
                    <a:pt x="1729" y="8737"/>
                    <a:pt x="2236" y="10114"/>
                    <a:pt x="3338" y="10114"/>
                  </a:cubicBezTo>
                  <a:cubicBezTo>
                    <a:pt x="3340" y="10114"/>
                    <a:pt x="3342" y="10114"/>
                    <a:pt x="3344" y="10114"/>
                  </a:cubicBezTo>
                  <a:cubicBezTo>
                    <a:pt x="4451" y="10110"/>
                    <a:pt x="4947" y="8719"/>
                    <a:pt x="4090" y="8016"/>
                  </a:cubicBezTo>
                  <a:cubicBezTo>
                    <a:pt x="3951" y="7896"/>
                    <a:pt x="3869" y="7713"/>
                    <a:pt x="3874" y="7530"/>
                  </a:cubicBezTo>
                  <a:lnTo>
                    <a:pt x="3874" y="7102"/>
                  </a:lnTo>
                  <a:cubicBezTo>
                    <a:pt x="3874" y="6862"/>
                    <a:pt x="4066" y="6669"/>
                    <a:pt x="4307" y="6669"/>
                  </a:cubicBezTo>
                  <a:lnTo>
                    <a:pt x="6457" y="6669"/>
                  </a:lnTo>
                  <a:cubicBezTo>
                    <a:pt x="6573" y="6669"/>
                    <a:pt x="6669" y="6573"/>
                    <a:pt x="6674" y="6457"/>
                  </a:cubicBezTo>
                  <a:lnTo>
                    <a:pt x="6674" y="861"/>
                  </a:lnTo>
                  <a:cubicBezTo>
                    <a:pt x="6674" y="385"/>
                    <a:pt x="6284" y="0"/>
                    <a:pt x="581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1"/>
            <p:cNvSpPr/>
            <p:nvPr/>
          </p:nvSpPr>
          <p:spPr>
            <a:xfrm>
              <a:off x="1841661" y="2169515"/>
              <a:ext cx="265396" cy="175042"/>
            </a:xfrm>
            <a:custGeom>
              <a:rect b="b" l="l" r="r" t="t"/>
              <a:pathLst>
                <a:path extrusionOk="0" h="6674" w="10119">
                  <a:moveTo>
                    <a:pt x="3449" y="0"/>
                  </a:moveTo>
                  <a:lnTo>
                    <a:pt x="3449" y="2368"/>
                  </a:lnTo>
                  <a:cubicBezTo>
                    <a:pt x="3449" y="2608"/>
                    <a:pt x="3257" y="2801"/>
                    <a:pt x="3021" y="2801"/>
                  </a:cubicBezTo>
                  <a:lnTo>
                    <a:pt x="2583" y="2801"/>
                  </a:lnTo>
                  <a:cubicBezTo>
                    <a:pt x="2395" y="2801"/>
                    <a:pt x="2217" y="2719"/>
                    <a:pt x="2097" y="2574"/>
                  </a:cubicBezTo>
                  <a:cubicBezTo>
                    <a:pt x="1849" y="2282"/>
                    <a:pt x="1522" y="2151"/>
                    <a:pt x="1201" y="2151"/>
                  </a:cubicBezTo>
                  <a:cubicBezTo>
                    <a:pt x="591" y="2151"/>
                    <a:pt x="1" y="2620"/>
                    <a:pt x="4" y="3344"/>
                  </a:cubicBezTo>
                  <a:cubicBezTo>
                    <a:pt x="10" y="4063"/>
                    <a:pt x="597" y="4522"/>
                    <a:pt x="1200" y="4522"/>
                  </a:cubicBezTo>
                  <a:cubicBezTo>
                    <a:pt x="1526" y="4522"/>
                    <a:pt x="1856" y="4389"/>
                    <a:pt x="2102" y="4090"/>
                  </a:cubicBezTo>
                  <a:cubicBezTo>
                    <a:pt x="2223" y="3954"/>
                    <a:pt x="2395" y="3873"/>
                    <a:pt x="2577" y="3873"/>
                  </a:cubicBezTo>
                  <a:cubicBezTo>
                    <a:pt x="2582" y="3873"/>
                    <a:pt x="2587" y="3873"/>
                    <a:pt x="2593" y="3874"/>
                  </a:cubicBezTo>
                  <a:lnTo>
                    <a:pt x="3021" y="3874"/>
                  </a:lnTo>
                  <a:cubicBezTo>
                    <a:pt x="3257" y="3874"/>
                    <a:pt x="3449" y="4066"/>
                    <a:pt x="3449" y="4307"/>
                  </a:cubicBezTo>
                  <a:lnTo>
                    <a:pt x="3449" y="6457"/>
                  </a:lnTo>
                  <a:cubicBezTo>
                    <a:pt x="3449" y="6578"/>
                    <a:pt x="3545" y="6674"/>
                    <a:pt x="3666" y="6674"/>
                  </a:cubicBezTo>
                  <a:lnTo>
                    <a:pt x="9262" y="6674"/>
                  </a:lnTo>
                  <a:cubicBezTo>
                    <a:pt x="9733" y="6669"/>
                    <a:pt x="10118" y="6284"/>
                    <a:pt x="10118" y="5808"/>
                  </a:cubicBezTo>
                  <a:lnTo>
                    <a:pt x="10118" y="217"/>
                  </a:lnTo>
                  <a:cubicBezTo>
                    <a:pt x="10118" y="96"/>
                    <a:pt x="10022" y="0"/>
                    <a:pt x="9902" y="0"/>
                  </a:cubicBezTo>
                  <a:lnTo>
                    <a:pt x="7751" y="0"/>
                  </a:lnTo>
                  <a:cubicBezTo>
                    <a:pt x="7515" y="0"/>
                    <a:pt x="7323" y="193"/>
                    <a:pt x="7323" y="433"/>
                  </a:cubicBezTo>
                  <a:lnTo>
                    <a:pt x="7323" y="861"/>
                  </a:lnTo>
                  <a:cubicBezTo>
                    <a:pt x="7318" y="1044"/>
                    <a:pt x="7395" y="1227"/>
                    <a:pt x="7534" y="1347"/>
                  </a:cubicBezTo>
                  <a:cubicBezTo>
                    <a:pt x="8391" y="2050"/>
                    <a:pt x="7900" y="3441"/>
                    <a:pt x="6793" y="3445"/>
                  </a:cubicBezTo>
                  <a:cubicBezTo>
                    <a:pt x="6791" y="3445"/>
                    <a:pt x="6789" y="3445"/>
                    <a:pt x="6787" y="3445"/>
                  </a:cubicBezTo>
                  <a:cubicBezTo>
                    <a:pt x="5680" y="3445"/>
                    <a:pt x="5178" y="2068"/>
                    <a:pt x="6023" y="1357"/>
                  </a:cubicBezTo>
                  <a:cubicBezTo>
                    <a:pt x="6168" y="1237"/>
                    <a:pt x="6250" y="1054"/>
                    <a:pt x="6250" y="871"/>
                  </a:cubicBezTo>
                  <a:lnTo>
                    <a:pt x="6250" y="433"/>
                  </a:lnTo>
                  <a:cubicBezTo>
                    <a:pt x="6250" y="193"/>
                    <a:pt x="6052" y="0"/>
                    <a:pt x="5816"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1"/>
            <p:cNvSpPr/>
            <p:nvPr/>
          </p:nvSpPr>
          <p:spPr>
            <a:xfrm>
              <a:off x="1757208" y="2079135"/>
              <a:ext cx="175042" cy="265317"/>
            </a:xfrm>
            <a:custGeom>
              <a:rect b="b" l="l" r="r" t="t"/>
              <a:pathLst>
                <a:path extrusionOk="0" h="10116" w="6674">
                  <a:moveTo>
                    <a:pt x="3335" y="1"/>
                  </a:moveTo>
                  <a:cubicBezTo>
                    <a:pt x="3334" y="1"/>
                    <a:pt x="3332" y="1"/>
                    <a:pt x="3330" y="1"/>
                  </a:cubicBezTo>
                  <a:cubicBezTo>
                    <a:pt x="2223" y="11"/>
                    <a:pt x="1727" y="1396"/>
                    <a:pt x="2584" y="2099"/>
                  </a:cubicBezTo>
                  <a:cubicBezTo>
                    <a:pt x="2723" y="2224"/>
                    <a:pt x="2805" y="2402"/>
                    <a:pt x="2800" y="2590"/>
                  </a:cubicBezTo>
                  <a:lnTo>
                    <a:pt x="2800" y="3018"/>
                  </a:lnTo>
                  <a:cubicBezTo>
                    <a:pt x="2800" y="3254"/>
                    <a:pt x="2608" y="3446"/>
                    <a:pt x="2367" y="3446"/>
                  </a:cubicBezTo>
                  <a:lnTo>
                    <a:pt x="217" y="3446"/>
                  </a:lnTo>
                  <a:cubicBezTo>
                    <a:pt x="96" y="3446"/>
                    <a:pt x="0" y="3542"/>
                    <a:pt x="0" y="3663"/>
                  </a:cubicBezTo>
                  <a:lnTo>
                    <a:pt x="0" y="9254"/>
                  </a:lnTo>
                  <a:cubicBezTo>
                    <a:pt x="0" y="9730"/>
                    <a:pt x="385" y="10115"/>
                    <a:pt x="861" y="10115"/>
                  </a:cubicBezTo>
                  <a:lnTo>
                    <a:pt x="6457" y="10115"/>
                  </a:lnTo>
                  <a:cubicBezTo>
                    <a:pt x="6573" y="10115"/>
                    <a:pt x="6669" y="10019"/>
                    <a:pt x="6674" y="9899"/>
                  </a:cubicBezTo>
                  <a:lnTo>
                    <a:pt x="6674" y="7748"/>
                  </a:lnTo>
                  <a:cubicBezTo>
                    <a:pt x="6669" y="7512"/>
                    <a:pt x="6477" y="7320"/>
                    <a:pt x="6241" y="7320"/>
                  </a:cubicBezTo>
                  <a:lnTo>
                    <a:pt x="5813" y="7320"/>
                  </a:lnTo>
                  <a:cubicBezTo>
                    <a:pt x="5807" y="7319"/>
                    <a:pt x="5802" y="7319"/>
                    <a:pt x="5796" y="7319"/>
                  </a:cubicBezTo>
                  <a:cubicBezTo>
                    <a:pt x="5614" y="7319"/>
                    <a:pt x="5443" y="7396"/>
                    <a:pt x="5327" y="7531"/>
                  </a:cubicBezTo>
                  <a:cubicBezTo>
                    <a:pt x="5078" y="7832"/>
                    <a:pt x="4746" y="7967"/>
                    <a:pt x="4419" y="7967"/>
                  </a:cubicBezTo>
                  <a:cubicBezTo>
                    <a:pt x="3816" y="7967"/>
                    <a:pt x="3232" y="7508"/>
                    <a:pt x="3229" y="6790"/>
                  </a:cubicBezTo>
                  <a:cubicBezTo>
                    <a:pt x="3222" y="6064"/>
                    <a:pt x="3813" y="5596"/>
                    <a:pt x="4421" y="5596"/>
                  </a:cubicBezTo>
                  <a:cubicBezTo>
                    <a:pt x="4743" y="5596"/>
                    <a:pt x="5070" y="5727"/>
                    <a:pt x="5317" y="6020"/>
                  </a:cubicBezTo>
                  <a:cubicBezTo>
                    <a:pt x="5434" y="6161"/>
                    <a:pt x="5605" y="6242"/>
                    <a:pt x="5787" y="6242"/>
                  </a:cubicBezTo>
                  <a:cubicBezTo>
                    <a:pt x="5793" y="6242"/>
                    <a:pt x="5798" y="6242"/>
                    <a:pt x="5803" y="6242"/>
                  </a:cubicBezTo>
                  <a:lnTo>
                    <a:pt x="6241" y="6242"/>
                  </a:lnTo>
                  <a:cubicBezTo>
                    <a:pt x="6477" y="6242"/>
                    <a:pt x="6674" y="6049"/>
                    <a:pt x="6674" y="5814"/>
                  </a:cubicBezTo>
                  <a:lnTo>
                    <a:pt x="6674" y="3446"/>
                  </a:lnTo>
                  <a:lnTo>
                    <a:pt x="4302" y="3446"/>
                  </a:lnTo>
                  <a:cubicBezTo>
                    <a:pt x="4066" y="3446"/>
                    <a:pt x="3873" y="3254"/>
                    <a:pt x="3873" y="3018"/>
                  </a:cubicBezTo>
                  <a:lnTo>
                    <a:pt x="3873" y="2580"/>
                  </a:lnTo>
                  <a:cubicBezTo>
                    <a:pt x="3873" y="2392"/>
                    <a:pt x="3955" y="2214"/>
                    <a:pt x="4100" y="2094"/>
                  </a:cubicBezTo>
                  <a:cubicBezTo>
                    <a:pt x="4945" y="1378"/>
                    <a:pt x="4438" y="1"/>
                    <a:pt x="3335"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1"/>
            <p:cNvSpPr/>
            <p:nvPr/>
          </p:nvSpPr>
          <p:spPr>
            <a:xfrm>
              <a:off x="1757208" y="2169515"/>
              <a:ext cx="39525" cy="174937"/>
            </a:xfrm>
            <a:custGeom>
              <a:rect b="b" l="l" r="r" t="t"/>
              <a:pathLst>
                <a:path extrusionOk="0" h="6670" w="1507">
                  <a:moveTo>
                    <a:pt x="217" y="0"/>
                  </a:moveTo>
                  <a:cubicBezTo>
                    <a:pt x="96" y="0"/>
                    <a:pt x="0" y="96"/>
                    <a:pt x="0" y="217"/>
                  </a:cubicBezTo>
                  <a:lnTo>
                    <a:pt x="0" y="5813"/>
                  </a:lnTo>
                  <a:cubicBezTo>
                    <a:pt x="0" y="6284"/>
                    <a:pt x="385" y="6669"/>
                    <a:pt x="861" y="6669"/>
                  </a:cubicBezTo>
                  <a:lnTo>
                    <a:pt x="1489" y="6669"/>
                  </a:lnTo>
                  <a:cubicBezTo>
                    <a:pt x="1020" y="6664"/>
                    <a:pt x="645" y="6278"/>
                    <a:pt x="645" y="5813"/>
                  </a:cubicBezTo>
                  <a:lnTo>
                    <a:pt x="645" y="217"/>
                  </a:lnTo>
                  <a:cubicBezTo>
                    <a:pt x="645" y="96"/>
                    <a:pt x="741" y="0"/>
                    <a:pt x="861" y="0"/>
                  </a:cubicBezTo>
                  <a:close/>
                  <a:moveTo>
                    <a:pt x="1489" y="6669"/>
                  </a:moveTo>
                  <a:cubicBezTo>
                    <a:pt x="1492" y="6669"/>
                    <a:pt x="1494" y="6669"/>
                    <a:pt x="1497" y="6669"/>
                  </a:cubicBezTo>
                  <a:cubicBezTo>
                    <a:pt x="1500" y="6669"/>
                    <a:pt x="1503" y="6669"/>
                    <a:pt x="1506" y="6669"/>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1"/>
            <p:cNvSpPr/>
            <p:nvPr/>
          </p:nvSpPr>
          <p:spPr>
            <a:xfrm>
              <a:off x="1810581" y="2079240"/>
              <a:ext cx="39892" cy="90301"/>
            </a:xfrm>
            <a:custGeom>
              <a:rect b="b" l="l" r="r" t="t"/>
              <a:pathLst>
                <a:path extrusionOk="0" h="3443" w="1521">
                  <a:moveTo>
                    <a:pt x="1301" y="0"/>
                  </a:moveTo>
                  <a:cubicBezTo>
                    <a:pt x="849" y="0"/>
                    <a:pt x="426" y="262"/>
                    <a:pt x="231" y="685"/>
                  </a:cubicBezTo>
                  <a:cubicBezTo>
                    <a:pt x="0" y="1171"/>
                    <a:pt x="135" y="1753"/>
                    <a:pt x="549" y="2095"/>
                  </a:cubicBezTo>
                  <a:cubicBezTo>
                    <a:pt x="688" y="2220"/>
                    <a:pt x="765" y="2398"/>
                    <a:pt x="761" y="2586"/>
                  </a:cubicBezTo>
                  <a:lnTo>
                    <a:pt x="761" y="3014"/>
                  </a:lnTo>
                  <a:cubicBezTo>
                    <a:pt x="761" y="3250"/>
                    <a:pt x="568" y="3442"/>
                    <a:pt x="332" y="3442"/>
                  </a:cubicBezTo>
                  <a:lnTo>
                    <a:pt x="761" y="3442"/>
                  </a:lnTo>
                  <a:cubicBezTo>
                    <a:pt x="1001" y="3442"/>
                    <a:pt x="1194" y="3250"/>
                    <a:pt x="1194" y="3014"/>
                  </a:cubicBezTo>
                  <a:lnTo>
                    <a:pt x="1194" y="2586"/>
                  </a:lnTo>
                  <a:cubicBezTo>
                    <a:pt x="1198" y="2398"/>
                    <a:pt x="1117" y="2220"/>
                    <a:pt x="977" y="2095"/>
                  </a:cubicBezTo>
                  <a:cubicBezTo>
                    <a:pt x="202" y="1455"/>
                    <a:pt x="530" y="199"/>
                    <a:pt x="1521" y="21"/>
                  </a:cubicBezTo>
                  <a:cubicBezTo>
                    <a:pt x="1447" y="7"/>
                    <a:pt x="1374" y="0"/>
                    <a:pt x="130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1"/>
            <p:cNvSpPr/>
            <p:nvPr/>
          </p:nvSpPr>
          <p:spPr>
            <a:xfrm>
              <a:off x="1757208" y="1994604"/>
              <a:ext cx="39525" cy="174937"/>
            </a:xfrm>
            <a:custGeom>
              <a:rect b="b" l="l" r="r" t="t"/>
              <a:pathLst>
                <a:path extrusionOk="0" h="6670" w="1507">
                  <a:moveTo>
                    <a:pt x="861" y="0"/>
                  </a:moveTo>
                  <a:cubicBezTo>
                    <a:pt x="385" y="0"/>
                    <a:pt x="0" y="385"/>
                    <a:pt x="0" y="861"/>
                  </a:cubicBezTo>
                  <a:lnTo>
                    <a:pt x="0" y="6453"/>
                  </a:lnTo>
                  <a:cubicBezTo>
                    <a:pt x="0" y="6573"/>
                    <a:pt x="96" y="6669"/>
                    <a:pt x="217" y="6669"/>
                  </a:cubicBezTo>
                  <a:lnTo>
                    <a:pt x="861" y="6669"/>
                  </a:lnTo>
                  <a:cubicBezTo>
                    <a:pt x="741" y="6669"/>
                    <a:pt x="645" y="6573"/>
                    <a:pt x="645" y="6457"/>
                  </a:cubicBezTo>
                  <a:lnTo>
                    <a:pt x="645" y="861"/>
                  </a:lnTo>
                  <a:cubicBezTo>
                    <a:pt x="645" y="385"/>
                    <a:pt x="1030" y="0"/>
                    <a:pt x="150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1"/>
            <p:cNvSpPr/>
            <p:nvPr/>
          </p:nvSpPr>
          <p:spPr>
            <a:xfrm>
              <a:off x="1997111" y="2050941"/>
              <a:ext cx="40023" cy="62159"/>
            </a:xfrm>
            <a:custGeom>
              <a:rect b="b" l="l" r="r" t="t"/>
              <a:pathLst>
                <a:path extrusionOk="0" h="2370" w="1526">
                  <a:moveTo>
                    <a:pt x="248" y="0"/>
                  </a:moveTo>
                  <a:cubicBezTo>
                    <a:pt x="166" y="0"/>
                    <a:pt x="83" y="9"/>
                    <a:pt x="0" y="27"/>
                  </a:cubicBezTo>
                  <a:cubicBezTo>
                    <a:pt x="558" y="128"/>
                    <a:pt x="967" y="614"/>
                    <a:pt x="967" y="1182"/>
                  </a:cubicBezTo>
                  <a:cubicBezTo>
                    <a:pt x="972" y="1750"/>
                    <a:pt x="568" y="2240"/>
                    <a:pt x="10" y="2351"/>
                  </a:cubicBezTo>
                  <a:lnTo>
                    <a:pt x="5" y="2351"/>
                  </a:lnTo>
                  <a:cubicBezTo>
                    <a:pt x="77" y="2363"/>
                    <a:pt x="150" y="2369"/>
                    <a:pt x="224" y="2369"/>
                  </a:cubicBezTo>
                  <a:cubicBezTo>
                    <a:pt x="297" y="2369"/>
                    <a:pt x="371" y="2363"/>
                    <a:pt x="443" y="2351"/>
                  </a:cubicBezTo>
                  <a:cubicBezTo>
                    <a:pt x="1092" y="2236"/>
                    <a:pt x="1525" y="1615"/>
                    <a:pt x="1405" y="960"/>
                  </a:cubicBezTo>
                  <a:cubicBezTo>
                    <a:pt x="1296" y="395"/>
                    <a:pt x="800" y="0"/>
                    <a:pt x="24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1"/>
            <p:cNvSpPr/>
            <p:nvPr/>
          </p:nvSpPr>
          <p:spPr>
            <a:xfrm>
              <a:off x="1932120" y="1994604"/>
              <a:ext cx="22608" cy="73332"/>
            </a:xfrm>
            <a:custGeom>
              <a:rect b="b" l="l" r="r" t="t"/>
              <a:pathLst>
                <a:path extrusionOk="0" h="2796" w="862">
                  <a:moveTo>
                    <a:pt x="217" y="0"/>
                  </a:moveTo>
                  <a:cubicBezTo>
                    <a:pt x="96" y="0"/>
                    <a:pt x="0" y="96"/>
                    <a:pt x="0" y="217"/>
                  </a:cubicBezTo>
                  <a:lnTo>
                    <a:pt x="0" y="2367"/>
                  </a:lnTo>
                  <a:cubicBezTo>
                    <a:pt x="5" y="2603"/>
                    <a:pt x="197" y="2796"/>
                    <a:pt x="433" y="2796"/>
                  </a:cubicBezTo>
                  <a:lnTo>
                    <a:pt x="861" y="2796"/>
                  </a:lnTo>
                  <a:cubicBezTo>
                    <a:pt x="626" y="2796"/>
                    <a:pt x="433" y="2603"/>
                    <a:pt x="433" y="2367"/>
                  </a:cubicBezTo>
                  <a:lnTo>
                    <a:pt x="433" y="217"/>
                  </a:lnTo>
                  <a:cubicBezTo>
                    <a:pt x="433" y="96"/>
                    <a:pt x="529" y="0"/>
                    <a:pt x="650"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1"/>
            <p:cNvSpPr/>
            <p:nvPr/>
          </p:nvSpPr>
          <p:spPr>
            <a:xfrm>
              <a:off x="1932120" y="2096183"/>
              <a:ext cx="22608" cy="73358"/>
            </a:xfrm>
            <a:custGeom>
              <a:rect b="b" l="l" r="r" t="t"/>
              <a:pathLst>
                <a:path extrusionOk="0" h="2797" w="862">
                  <a:moveTo>
                    <a:pt x="433" y="1"/>
                  </a:moveTo>
                  <a:cubicBezTo>
                    <a:pt x="193" y="1"/>
                    <a:pt x="0" y="193"/>
                    <a:pt x="0" y="429"/>
                  </a:cubicBezTo>
                  <a:lnTo>
                    <a:pt x="0" y="2796"/>
                  </a:lnTo>
                  <a:lnTo>
                    <a:pt x="433" y="2796"/>
                  </a:lnTo>
                  <a:lnTo>
                    <a:pt x="433" y="429"/>
                  </a:lnTo>
                  <a:cubicBezTo>
                    <a:pt x="433" y="193"/>
                    <a:pt x="626" y="1"/>
                    <a:pt x="861"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1"/>
            <p:cNvSpPr/>
            <p:nvPr/>
          </p:nvSpPr>
          <p:spPr>
            <a:xfrm>
              <a:off x="1979932" y="2169515"/>
              <a:ext cx="45347" cy="90301"/>
            </a:xfrm>
            <a:custGeom>
              <a:rect b="b" l="l" r="r" t="t"/>
              <a:pathLst>
                <a:path extrusionOk="0" h="3443" w="1729">
                  <a:moveTo>
                    <a:pt x="544" y="0"/>
                  </a:moveTo>
                  <a:cubicBezTo>
                    <a:pt x="785" y="0"/>
                    <a:pt x="978" y="193"/>
                    <a:pt x="978" y="433"/>
                  </a:cubicBezTo>
                  <a:lnTo>
                    <a:pt x="978" y="871"/>
                  </a:lnTo>
                  <a:cubicBezTo>
                    <a:pt x="978" y="1054"/>
                    <a:pt x="896" y="1237"/>
                    <a:pt x="751" y="1357"/>
                  </a:cubicBezTo>
                  <a:cubicBezTo>
                    <a:pt x="1" y="1987"/>
                    <a:pt x="299" y="3205"/>
                    <a:pt x="1261" y="3416"/>
                  </a:cubicBezTo>
                  <a:cubicBezTo>
                    <a:pt x="1341" y="3434"/>
                    <a:pt x="1423" y="3442"/>
                    <a:pt x="1504" y="3442"/>
                  </a:cubicBezTo>
                  <a:cubicBezTo>
                    <a:pt x="1579" y="3442"/>
                    <a:pt x="1654" y="3435"/>
                    <a:pt x="1728" y="3421"/>
                  </a:cubicBezTo>
                  <a:cubicBezTo>
                    <a:pt x="1714" y="3421"/>
                    <a:pt x="1704" y="3421"/>
                    <a:pt x="1690" y="3416"/>
                  </a:cubicBezTo>
                  <a:cubicBezTo>
                    <a:pt x="732" y="3205"/>
                    <a:pt x="429" y="1987"/>
                    <a:pt x="1184" y="1357"/>
                  </a:cubicBezTo>
                  <a:cubicBezTo>
                    <a:pt x="1324" y="1237"/>
                    <a:pt x="1406" y="1054"/>
                    <a:pt x="1406" y="871"/>
                  </a:cubicBezTo>
                  <a:lnTo>
                    <a:pt x="1406" y="433"/>
                  </a:lnTo>
                  <a:cubicBezTo>
                    <a:pt x="1406" y="193"/>
                    <a:pt x="1213" y="0"/>
                    <a:pt x="97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1"/>
            <p:cNvSpPr/>
            <p:nvPr/>
          </p:nvSpPr>
          <p:spPr>
            <a:xfrm>
              <a:off x="1920868" y="2169515"/>
              <a:ext cx="22634" cy="73463"/>
            </a:xfrm>
            <a:custGeom>
              <a:rect b="b" l="l" r="r" t="t"/>
              <a:pathLst>
                <a:path extrusionOk="0" h="2801" w="863">
                  <a:moveTo>
                    <a:pt x="429" y="0"/>
                  </a:moveTo>
                  <a:lnTo>
                    <a:pt x="429" y="2368"/>
                  </a:lnTo>
                  <a:cubicBezTo>
                    <a:pt x="429" y="2603"/>
                    <a:pt x="237" y="2801"/>
                    <a:pt x="1" y="2801"/>
                  </a:cubicBezTo>
                  <a:lnTo>
                    <a:pt x="429" y="2801"/>
                  </a:lnTo>
                  <a:cubicBezTo>
                    <a:pt x="670" y="2796"/>
                    <a:pt x="862" y="2603"/>
                    <a:pt x="862" y="2368"/>
                  </a:cubicBezTo>
                  <a:lnTo>
                    <a:pt x="86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1"/>
            <p:cNvSpPr/>
            <p:nvPr/>
          </p:nvSpPr>
          <p:spPr>
            <a:xfrm>
              <a:off x="1838461" y="2225983"/>
              <a:ext cx="40154" cy="62212"/>
            </a:xfrm>
            <a:custGeom>
              <a:rect b="b" l="l" r="r" t="t"/>
              <a:pathLst>
                <a:path extrusionOk="0" h="2372" w="1531">
                  <a:moveTo>
                    <a:pt x="1305" y="0"/>
                  </a:moveTo>
                  <a:cubicBezTo>
                    <a:pt x="1233" y="0"/>
                    <a:pt x="1160" y="8"/>
                    <a:pt x="1088" y="22"/>
                  </a:cubicBezTo>
                  <a:cubicBezTo>
                    <a:pt x="434" y="133"/>
                    <a:pt x="1" y="758"/>
                    <a:pt x="121" y="1408"/>
                  </a:cubicBezTo>
                  <a:cubicBezTo>
                    <a:pt x="230" y="1976"/>
                    <a:pt x="730" y="2371"/>
                    <a:pt x="1288" y="2371"/>
                  </a:cubicBezTo>
                  <a:cubicBezTo>
                    <a:pt x="1368" y="2371"/>
                    <a:pt x="1449" y="2363"/>
                    <a:pt x="1531" y="2346"/>
                  </a:cubicBezTo>
                  <a:cubicBezTo>
                    <a:pt x="872" y="2221"/>
                    <a:pt x="443" y="1581"/>
                    <a:pt x="588" y="927"/>
                  </a:cubicBezTo>
                  <a:cubicBezTo>
                    <a:pt x="689" y="465"/>
                    <a:pt x="1055" y="109"/>
                    <a:pt x="1516" y="22"/>
                  </a:cubicBezTo>
                  <a:lnTo>
                    <a:pt x="1521" y="22"/>
                  </a:lnTo>
                  <a:cubicBezTo>
                    <a:pt x="1449" y="8"/>
                    <a:pt x="1377" y="0"/>
                    <a:pt x="130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1"/>
            <p:cNvSpPr/>
            <p:nvPr/>
          </p:nvSpPr>
          <p:spPr>
            <a:xfrm>
              <a:off x="1920868" y="2271094"/>
              <a:ext cx="28168" cy="73463"/>
            </a:xfrm>
            <a:custGeom>
              <a:rect b="b" l="l" r="r" t="t"/>
              <a:pathLst>
                <a:path extrusionOk="0" h="2801" w="1074">
                  <a:moveTo>
                    <a:pt x="1" y="1"/>
                  </a:moveTo>
                  <a:cubicBezTo>
                    <a:pt x="237" y="1"/>
                    <a:pt x="429" y="193"/>
                    <a:pt x="429" y="434"/>
                  </a:cubicBezTo>
                  <a:lnTo>
                    <a:pt x="429" y="2584"/>
                  </a:lnTo>
                  <a:cubicBezTo>
                    <a:pt x="429" y="2700"/>
                    <a:pt x="525" y="2801"/>
                    <a:pt x="646" y="2801"/>
                  </a:cubicBezTo>
                  <a:lnTo>
                    <a:pt x="1074" y="2801"/>
                  </a:lnTo>
                  <a:cubicBezTo>
                    <a:pt x="954" y="2796"/>
                    <a:pt x="862" y="2700"/>
                    <a:pt x="862" y="2584"/>
                  </a:cubicBezTo>
                  <a:lnTo>
                    <a:pt x="862" y="434"/>
                  </a:lnTo>
                  <a:cubicBezTo>
                    <a:pt x="862" y="193"/>
                    <a:pt x="670" y="1"/>
                    <a:pt x="42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1"/>
            <p:cNvSpPr/>
            <p:nvPr/>
          </p:nvSpPr>
          <p:spPr>
            <a:xfrm>
              <a:off x="1751884" y="1989280"/>
              <a:ext cx="360602" cy="360471"/>
            </a:xfrm>
            <a:custGeom>
              <a:rect b="b" l="l" r="r" t="t"/>
              <a:pathLst>
                <a:path extrusionOk="0" h="13744" w="13749">
                  <a:moveTo>
                    <a:pt x="3545" y="3631"/>
                  </a:moveTo>
                  <a:cubicBezTo>
                    <a:pt x="3615" y="3631"/>
                    <a:pt x="3685" y="3638"/>
                    <a:pt x="3754" y="3653"/>
                  </a:cubicBezTo>
                  <a:cubicBezTo>
                    <a:pt x="4548" y="3831"/>
                    <a:pt x="4798" y="4842"/>
                    <a:pt x="4173" y="5366"/>
                  </a:cubicBezTo>
                  <a:cubicBezTo>
                    <a:pt x="3985" y="5525"/>
                    <a:pt x="3874" y="5761"/>
                    <a:pt x="3879" y="6006"/>
                  </a:cubicBezTo>
                  <a:lnTo>
                    <a:pt x="3879" y="6444"/>
                  </a:lnTo>
                  <a:cubicBezTo>
                    <a:pt x="3879" y="6790"/>
                    <a:pt x="4158" y="7074"/>
                    <a:pt x="4510" y="7074"/>
                  </a:cubicBezTo>
                  <a:lnTo>
                    <a:pt x="6675" y="7074"/>
                  </a:lnTo>
                  <a:lnTo>
                    <a:pt x="6675" y="9240"/>
                  </a:lnTo>
                  <a:cubicBezTo>
                    <a:pt x="6675" y="9369"/>
                    <a:pt x="6574" y="9470"/>
                    <a:pt x="6444" y="9470"/>
                  </a:cubicBezTo>
                  <a:lnTo>
                    <a:pt x="6006" y="9470"/>
                  </a:lnTo>
                  <a:cubicBezTo>
                    <a:pt x="5876" y="9470"/>
                    <a:pt x="5756" y="9413"/>
                    <a:pt x="5674" y="9316"/>
                  </a:cubicBezTo>
                  <a:cubicBezTo>
                    <a:pt x="5389" y="8978"/>
                    <a:pt x="5002" y="8821"/>
                    <a:pt x="4619" y="8821"/>
                  </a:cubicBezTo>
                  <a:cubicBezTo>
                    <a:pt x="4009" y="8821"/>
                    <a:pt x="3411" y="9221"/>
                    <a:pt x="3263" y="9913"/>
                  </a:cubicBezTo>
                  <a:cubicBezTo>
                    <a:pt x="3124" y="10539"/>
                    <a:pt x="3432" y="11179"/>
                    <a:pt x="4009" y="11458"/>
                  </a:cubicBezTo>
                  <a:cubicBezTo>
                    <a:pt x="4203" y="11553"/>
                    <a:pt x="4411" y="11599"/>
                    <a:pt x="4616" y="11599"/>
                  </a:cubicBezTo>
                  <a:cubicBezTo>
                    <a:pt x="5020" y="11599"/>
                    <a:pt x="5415" y="11421"/>
                    <a:pt x="5684" y="11092"/>
                  </a:cubicBezTo>
                  <a:cubicBezTo>
                    <a:pt x="5762" y="11000"/>
                    <a:pt x="5876" y="10947"/>
                    <a:pt x="5999" y="10947"/>
                  </a:cubicBezTo>
                  <a:cubicBezTo>
                    <a:pt x="6005" y="10947"/>
                    <a:pt x="6010" y="10947"/>
                    <a:pt x="6016" y="10948"/>
                  </a:cubicBezTo>
                  <a:lnTo>
                    <a:pt x="6444" y="10948"/>
                  </a:lnTo>
                  <a:cubicBezTo>
                    <a:pt x="6569" y="10948"/>
                    <a:pt x="6675" y="11049"/>
                    <a:pt x="6675" y="11174"/>
                  </a:cubicBezTo>
                  <a:lnTo>
                    <a:pt x="6675" y="13339"/>
                  </a:lnTo>
                  <a:lnTo>
                    <a:pt x="1064" y="13339"/>
                  </a:lnTo>
                  <a:cubicBezTo>
                    <a:pt x="703" y="13339"/>
                    <a:pt x="405" y="13046"/>
                    <a:pt x="405" y="12685"/>
                  </a:cubicBezTo>
                  <a:lnTo>
                    <a:pt x="405" y="7074"/>
                  </a:lnTo>
                  <a:lnTo>
                    <a:pt x="2570" y="7074"/>
                  </a:lnTo>
                  <a:cubicBezTo>
                    <a:pt x="2917" y="7074"/>
                    <a:pt x="3201" y="6790"/>
                    <a:pt x="3201" y="6444"/>
                  </a:cubicBezTo>
                  <a:lnTo>
                    <a:pt x="3201" y="6016"/>
                  </a:lnTo>
                  <a:cubicBezTo>
                    <a:pt x="3206" y="5765"/>
                    <a:pt x="3100" y="5530"/>
                    <a:pt x="2912" y="5371"/>
                  </a:cubicBezTo>
                  <a:cubicBezTo>
                    <a:pt x="2436" y="4976"/>
                    <a:pt x="2436" y="4245"/>
                    <a:pt x="2922" y="3850"/>
                  </a:cubicBezTo>
                  <a:cubicBezTo>
                    <a:pt x="3098" y="3707"/>
                    <a:pt x="3319" y="3631"/>
                    <a:pt x="3545" y="3631"/>
                  </a:cubicBezTo>
                  <a:close/>
                  <a:moveTo>
                    <a:pt x="12685" y="400"/>
                  </a:moveTo>
                  <a:cubicBezTo>
                    <a:pt x="13050" y="400"/>
                    <a:pt x="13344" y="699"/>
                    <a:pt x="13344" y="1064"/>
                  </a:cubicBezTo>
                  <a:lnTo>
                    <a:pt x="13344" y="6670"/>
                  </a:lnTo>
                  <a:lnTo>
                    <a:pt x="13118" y="6670"/>
                  </a:lnTo>
                  <a:cubicBezTo>
                    <a:pt x="12863" y="6684"/>
                    <a:pt x="12863" y="7060"/>
                    <a:pt x="13118" y="7074"/>
                  </a:cubicBezTo>
                  <a:lnTo>
                    <a:pt x="13344" y="7074"/>
                  </a:lnTo>
                  <a:lnTo>
                    <a:pt x="13344" y="12685"/>
                  </a:lnTo>
                  <a:cubicBezTo>
                    <a:pt x="13344" y="13046"/>
                    <a:pt x="13046" y="13344"/>
                    <a:pt x="12685" y="13344"/>
                  </a:cubicBezTo>
                  <a:lnTo>
                    <a:pt x="7074" y="13344"/>
                  </a:lnTo>
                  <a:lnTo>
                    <a:pt x="7074" y="11179"/>
                  </a:lnTo>
                  <a:cubicBezTo>
                    <a:pt x="7074" y="10832"/>
                    <a:pt x="6790" y="10548"/>
                    <a:pt x="6444" y="10548"/>
                  </a:cubicBezTo>
                  <a:lnTo>
                    <a:pt x="6016" y="10548"/>
                  </a:lnTo>
                  <a:cubicBezTo>
                    <a:pt x="6010" y="10548"/>
                    <a:pt x="6005" y="10548"/>
                    <a:pt x="5999" y="10548"/>
                  </a:cubicBezTo>
                  <a:cubicBezTo>
                    <a:pt x="5755" y="10548"/>
                    <a:pt x="5526" y="10653"/>
                    <a:pt x="5371" y="10837"/>
                  </a:cubicBezTo>
                  <a:cubicBezTo>
                    <a:pt x="5174" y="11075"/>
                    <a:pt x="4893" y="11194"/>
                    <a:pt x="4613" y="11194"/>
                  </a:cubicBezTo>
                  <a:cubicBezTo>
                    <a:pt x="4330" y="11194"/>
                    <a:pt x="4048" y="11073"/>
                    <a:pt x="3850" y="10832"/>
                  </a:cubicBezTo>
                  <a:cubicBezTo>
                    <a:pt x="3663" y="10596"/>
                    <a:pt x="3590" y="10288"/>
                    <a:pt x="3653" y="9995"/>
                  </a:cubicBezTo>
                  <a:cubicBezTo>
                    <a:pt x="3762" y="9507"/>
                    <a:pt x="4186" y="9224"/>
                    <a:pt x="4619" y="9224"/>
                  </a:cubicBezTo>
                  <a:cubicBezTo>
                    <a:pt x="4890" y="9224"/>
                    <a:pt x="5164" y="9335"/>
                    <a:pt x="5366" y="9576"/>
                  </a:cubicBezTo>
                  <a:cubicBezTo>
                    <a:pt x="5521" y="9760"/>
                    <a:pt x="5751" y="9870"/>
                    <a:pt x="5991" y="9870"/>
                  </a:cubicBezTo>
                  <a:cubicBezTo>
                    <a:pt x="5996" y="9870"/>
                    <a:pt x="6001" y="9870"/>
                    <a:pt x="6006" y="9870"/>
                  </a:cubicBezTo>
                  <a:lnTo>
                    <a:pt x="6444" y="9870"/>
                  </a:lnTo>
                  <a:cubicBezTo>
                    <a:pt x="6795" y="9870"/>
                    <a:pt x="7074" y="9591"/>
                    <a:pt x="7074" y="9240"/>
                  </a:cubicBezTo>
                  <a:lnTo>
                    <a:pt x="7074" y="7074"/>
                  </a:lnTo>
                  <a:lnTo>
                    <a:pt x="9239" y="7074"/>
                  </a:lnTo>
                  <a:cubicBezTo>
                    <a:pt x="9369" y="7074"/>
                    <a:pt x="9470" y="7175"/>
                    <a:pt x="9470" y="7305"/>
                  </a:cubicBezTo>
                  <a:lnTo>
                    <a:pt x="9470" y="7743"/>
                  </a:lnTo>
                  <a:cubicBezTo>
                    <a:pt x="9470" y="7868"/>
                    <a:pt x="9413" y="7993"/>
                    <a:pt x="9316" y="8075"/>
                  </a:cubicBezTo>
                  <a:cubicBezTo>
                    <a:pt x="8436" y="8811"/>
                    <a:pt x="8787" y="10240"/>
                    <a:pt x="9913" y="10486"/>
                  </a:cubicBezTo>
                  <a:cubicBezTo>
                    <a:pt x="10009" y="10505"/>
                    <a:pt x="10106" y="10515"/>
                    <a:pt x="10207" y="10519"/>
                  </a:cubicBezTo>
                  <a:cubicBezTo>
                    <a:pt x="10794" y="10519"/>
                    <a:pt x="11313" y="10154"/>
                    <a:pt x="11511" y="9600"/>
                  </a:cubicBezTo>
                  <a:cubicBezTo>
                    <a:pt x="11713" y="9052"/>
                    <a:pt x="11539" y="8436"/>
                    <a:pt x="11087" y="8065"/>
                  </a:cubicBezTo>
                  <a:cubicBezTo>
                    <a:pt x="10996" y="7979"/>
                    <a:pt x="10943" y="7859"/>
                    <a:pt x="10948" y="7733"/>
                  </a:cubicBezTo>
                  <a:lnTo>
                    <a:pt x="10948" y="7305"/>
                  </a:lnTo>
                  <a:cubicBezTo>
                    <a:pt x="10948" y="7175"/>
                    <a:pt x="11049" y="7074"/>
                    <a:pt x="11179" y="7074"/>
                  </a:cubicBezTo>
                  <a:lnTo>
                    <a:pt x="12252" y="7074"/>
                  </a:lnTo>
                  <a:cubicBezTo>
                    <a:pt x="12507" y="7060"/>
                    <a:pt x="12507" y="6684"/>
                    <a:pt x="12252" y="6670"/>
                  </a:cubicBezTo>
                  <a:lnTo>
                    <a:pt x="11179" y="6670"/>
                  </a:lnTo>
                  <a:cubicBezTo>
                    <a:pt x="10827" y="6670"/>
                    <a:pt x="10548" y="6954"/>
                    <a:pt x="10548" y="7305"/>
                  </a:cubicBezTo>
                  <a:lnTo>
                    <a:pt x="10548" y="7733"/>
                  </a:lnTo>
                  <a:cubicBezTo>
                    <a:pt x="10539" y="7979"/>
                    <a:pt x="10644" y="8215"/>
                    <a:pt x="10832" y="8373"/>
                  </a:cubicBezTo>
                  <a:cubicBezTo>
                    <a:pt x="11313" y="8768"/>
                    <a:pt x="11308" y="9504"/>
                    <a:pt x="10827" y="9894"/>
                  </a:cubicBezTo>
                  <a:cubicBezTo>
                    <a:pt x="10651" y="10037"/>
                    <a:pt x="10430" y="10113"/>
                    <a:pt x="10204" y="10113"/>
                  </a:cubicBezTo>
                  <a:cubicBezTo>
                    <a:pt x="10134" y="10113"/>
                    <a:pt x="10064" y="10106"/>
                    <a:pt x="9995" y="10091"/>
                  </a:cubicBezTo>
                  <a:cubicBezTo>
                    <a:pt x="9201" y="9918"/>
                    <a:pt x="8951" y="8908"/>
                    <a:pt x="9576" y="8383"/>
                  </a:cubicBezTo>
                  <a:cubicBezTo>
                    <a:pt x="9764" y="8224"/>
                    <a:pt x="9870" y="7988"/>
                    <a:pt x="9870" y="7743"/>
                  </a:cubicBezTo>
                  <a:lnTo>
                    <a:pt x="9870" y="7305"/>
                  </a:lnTo>
                  <a:cubicBezTo>
                    <a:pt x="9870" y="6954"/>
                    <a:pt x="9586" y="6675"/>
                    <a:pt x="9239" y="6675"/>
                  </a:cubicBezTo>
                  <a:lnTo>
                    <a:pt x="7074" y="6675"/>
                  </a:lnTo>
                  <a:lnTo>
                    <a:pt x="7074" y="4510"/>
                  </a:lnTo>
                  <a:cubicBezTo>
                    <a:pt x="7074" y="4380"/>
                    <a:pt x="7175" y="4279"/>
                    <a:pt x="7300" y="4279"/>
                  </a:cubicBezTo>
                  <a:lnTo>
                    <a:pt x="7738" y="4279"/>
                  </a:lnTo>
                  <a:cubicBezTo>
                    <a:pt x="7868" y="4279"/>
                    <a:pt x="7988" y="4332"/>
                    <a:pt x="8070" y="4433"/>
                  </a:cubicBezTo>
                  <a:cubicBezTo>
                    <a:pt x="8355" y="4771"/>
                    <a:pt x="8741" y="4927"/>
                    <a:pt x="9123" y="4927"/>
                  </a:cubicBezTo>
                  <a:cubicBezTo>
                    <a:pt x="9735" y="4927"/>
                    <a:pt x="10335" y="4526"/>
                    <a:pt x="10486" y="3836"/>
                  </a:cubicBezTo>
                  <a:cubicBezTo>
                    <a:pt x="10625" y="3210"/>
                    <a:pt x="10317" y="2570"/>
                    <a:pt x="9740" y="2287"/>
                  </a:cubicBezTo>
                  <a:cubicBezTo>
                    <a:pt x="9547" y="2193"/>
                    <a:pt x="9341" y="2148"/>
                    <a:pt x="9138" y="2148"/>
                  </a:cubicBezTo>
                  <a:cubicBezTo>
                    <a:pt x="8731" y="2148"/>
                    <a:pt x="8333" y="2327"/>
                    <a:pt x="8061" y="2657"/>
                  </a:cubicBezTo>
                  <a:cubicBezTo>
                    <a:pt x="7982" y="2749"/>
                    <a:pt x="7868" y="2802"/>
                    <a:pt x="7749" y="2802"/>
                  </a:cubicBezTo>
                  <a:cubicBezTo>
                    <a:pt x="7744" y="2802"/>
                    <a:pt x="7739" y="2802"/>
                    <a:pt x="7733" y="2801"/>
                  </a:cubicBezTo>
                  <a:lnTo>
                    <a:pt x="7300" y="2801"/>
                  </a:lnTo>
                  <a:cubicBezTo>
                    <a:pt x="7175" y="2801"/>
                    <a:pt x="7069" y="2696"/>
                    <a:pt x="7069" y="2570"/>
                  </a:cubicBezTo>
                  <a:lnTo>
                    <a:pt x="7069" y="1493"/>
                  </a:lnTo>
                  <a:cubicBezTo>
                    <a:pt x="7065" y="1365"/>
                    <a:pt x="6968" y="1301"/>
                    <a:pt x="6871" y="1301"/>
                  </a:cubicBezTo>
                  <a:cubicBezTo>
                    <a:pt x="6775" y="1301"/>
                    <a:pt x="6677" y="1365"/>
                    <a:pt x="6670" y="1493"/>
                  </a:cubicBezTo>
                  <a:lnTo>
                    <a:pt x="6670" y="2570"/>
                  </a:lnTo>
                  <a:cubicBezTo>
                    <a:pt x="6670" y="2917"/>
                    <a:pt x="6954" y="3201"/>
                    <a:pt x="7300" y="3201"/>
                  </a:cubicBezTo>
                  <a:lnTo>
                    <a:pt x="7733" y="3201"/>
                  </a:lnTo>
                  <a:cubicBezTo>
                    <a:pt x="7739" y="3201"/>
                    <a:pt x="7744" y="3201"/>
                    <a:pt x="7749" y="3201"/>
                  </a:cubicBezTo>
                  <a:cubicBezTo>
                    <a:pt x="7989" y="3201"/>
                    <a:pt x="8218" y="3096"/>
                    <a:pt x="8373" y="2912"/>
                  </a:cubicBezTo>
                  <a:cubicBezTo>
                    <a:pt x="8570" y="2675"/>
                    <a:pt x="8850" y="2556"/>
                    <a:pt x="9131" y="2556"/>
                  </a:cubicBezTo>
                  <a:cubicBezTo>
                    <a:pt x="9415" y="2556"/>
                    <a:pt x="9698" y="2678"/>
                    <a:pt x="9894" y="2922"/>
                  </a:cubicBezTo>
                  <a:cubicBezTo>
                    <a:pt x="10082" y="3153"/>
                    <a:pt x="10154" y="3461"/>
                    <a:pt x="10091" y="3754"/>
                  </a:cubicBezTo>
                  <a:cubicBezTo>
                    <a:pt x="9982" y="4242"/>
                    <a:pt x="9558" y="4525"/>
                    <a:pt x="9125" y="4525"/>
                  </a:cubicBezTo>
                  <a:cubicBezTo>
                    <a:pt x="8854" y="4525"/>
                    <a:pt x="8580" y="4414"/>
                    <a:pt x="8378" y="4173"/>
                  </a:cubicBezTo>
                  <a:cubicBezTo>
                    <a:pt x="8223" y="3989"/>
                    <a:pt x="7993" y="3879"/>
                    <a:pt x="7754" y="3879"/>
                  </a:cubicBezTo>
                  <a:cubicBezTo>
                    <a:pt x="7748" y="3879"/>
                    <a:pt x="7743" y="3879"/>
                    <a:pt x="7738" y="3879"/>
                  </a:cubicBezTo>
                  <a:lnTo>
                    <a:pt x="7300" y="3879"/>
                  </a:lnTo>
                  <a:cubicBezTo>
                    <a:pt x="6954" y="3879"/>
                    <a:pt x="6670" y="4158"/>
                    <a:pt x="6670" y="4510"/>
                  </a:cubicBezTo>
                  <a:lnTo>
                    <a:pt x="6670" y="6675"/>
                  </a:lnTo>
                  <a:lnTo>
                    <a:pt x="4510" y="6675"/>
                  </a:lnTo>
                  <a:cubicBezTo>
                    <a:pt x="4384" y="6675"/>
                    <a:pt x="4283" y="6574"/>
                    <a:pt x="4283" y="6444"/>
                  </a:cubicBezTo>
                  <a:lnTo>
                    <a:pt x="4283" y="6006"/>
                  </a:lnTo>
                  <a:cubicBezTo>
                    <a:pt x="4279" y="5881"/>
                    <a:pt x="4336" y="5756"/>
                    <a:pt x="4433" y="5674"/>
                  </a:cubicBezTo>
                  <a:cubicBezTo>
                    <a:pt x="5313" y="4938"/>
                    <a:pt x="4962" y="3509"/>
                    <a:pt x="3836" y="3263"/>
                  </a:cubicBezTo>
                  <a:cubicBezTo>
                    <a:pt x="3734" y="3241"/>
                    <a:pt x="3632" y="3230"/>
                    <a:pt x="3532" y="3230"/>
                  </a:cubicBezTo>
                  <a:cubicBezTo>
                    <a:pt x="2788" y="3230"/>
                    <a:pt x="2152" y="3835"/>
                    <a:pt x="2152" y="4615"/>
                  </a:cubicBezTo>
                  <a:cubicBezTo>
                    <a:pt x="2152" y="5029"/>
                    <a:pt x="2339" y="5424"/>
                    <a:pt x="2657" y="5684"/>
                  </a:cubicBezTo>
                  <a:cubicBezTo>
                    <a:pt x="2753" y="5770"/>
                    <a:pt x="2806" y="5891"/>
                    <a:pt x="2801" y="6016"/>
                  </a:cubicBezTo>
                  <a:lnTo>
                    <a:pt x="2801" y="6449"/>
                  </a:lnTo>
                  <a:cubicBezTo>
                    <a:pt x="2797" y="6574"/>
                    <a:pt x="2695" y="6675"/>
                    <a:pt x="2570" y="6675"/>
                  </a:cubicBezTo>
                  <a:lnTo>
                    <a:pt x="405" y="6675"/>
                  </a:lnTo>
                  <a:lnTo>
                    <a:pt x="405" y="1064"/>
                  </a:lnTo>
                  <a:cubicBezTo>
                    <a:pt x="405" y="699"/>
                    <a:pt x="699" y="400"/>
                    <a:pt x="1064" y="400"/>
                  </a:cubicBezTo>
                  <a:lnTo>
                    <a:pt x="6675" y="400"/>
                  </a:lnTo>
                  <a:lnTo>
                    <a:pt x="6675" y="631"/>
                  </a:lnTo>
                  <a:cubicBezTo>
                    <a:pt x="6668" y="773"/>
                    <a:pt x="6772" y="844"/>
                    <a:pt x="6877" y="844"/>
                  </a:cubicBezTo>
                  <a:cubicBezTo>
                    <a:pt x="6982" y="844"/>
                    <a:pt x="7086" y="773"/>
                    <a:pt x="7079" y="631"/>
                  </a:cubicBezTo>
                  <a:lnTo>
                    <a:pt x="7079" y="400"/>
                  </a:lnTo>
                  <a:close/>
                  <a:moveTo>
                    <a:pt x="1064" y="1"/>
                  </a:moveTo>
                  <a:cubicBezTo>
                    <a:pt x="477" y="1"/>
                    <a:pt x="1" y="473"/>
                    <a:pt x="1" y="1060"/>
                  </a:cubicBezTo>
                  <a:lnTo>
                    <a:pt x="1" y="12685"/>
                  </a:lnTo>
                  <a:cubicBezTo>
                    <a:pt x="1" y="13267"/>
                    <a:pt x="477" y="13743"/>
                    <a:pt x="1064" y="13743"/>
                  </a:cubicBezTo>
                  <a:lnTo>
                    <a:pt x="12685" y="13743"/>
                  </a:lnTo>
                  <a:cubicBezTo>
                    <a:pt x="13272" y="13743"/>
                    <a:pt x="13743" y="13267"/>
                    <a:pt x="13748" y="12685"/>
                  </a:cubicBezTo>
                  <a:lnTo>
                    <a:pt x="13748" y="1064"/>
                  </a:lnTo>
                  <a:cubicBezTo>
                    <a:pt x="13748" y="477"/>
                    <a:pt x="13272" y="1"/>
                    <a:pt x="12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81"/>
          <p:cNvGrpSpPr/>
          <p:nvPr/>
        </p:nvGrpSpPr>
        <p:grpSpPr>
          <a:xfrm>
            <a:off x="2188048" y="1983562"/>
            <a:ext cx="389347" cy="353284"/>
            <a:chOff x="2188048" y="1983562"/>
            <a:chExt cx="389347" cy="353284"/>
          </a:xfrm>
        </p:grpSpPr>
        <p:sp>
          <p:nvSpPr>
            <p:cNvPr id="9834" name="Google Shape;9834;p81"/>
            <p:cNvSpPr/>
            <p:nvPr/>
          </p:nvSpPr>
          <p:spPr>
            <a:xfrm>
              <a:off x="2258468" y="2033211"/>
              <a:ext cx="253935" cy="253935"/>
            </a:xfrm>
            <a:custGeom>
              <a:rect b="b" l="l" r="r" t="t"/>
              <a:pathLst>
                <a:path extrusionOk="0" h="9682" w="9682">
                  <a:moveTo>
                    <a:pt x="4841" y="0"/>
                  </a:moveTo>
                  <a:cubicBezTo>
                    <a:pt x="2170" y="0"/>
                    <a:pt x="0" y="2171"/>
                    <a:pt x="0" y="4841"/>
                  </a:cubicBezTo>
                  <a:cubicBezTo>
                    <a:pt x="0" y="7516"/>
                    <a:pt x="2170" y="9682"/>
                    <a:pt x="4841" y="9682"/>
                  </a:cubicBezTo>
                  <a:cubicBezTo>
                    <a:pt x="7516" y="9682"/>
                    <a:pt x="9681" y="7516"/>
                    <a:pt x="9681" y="4841"/>
                  </a:cubicBezTo>
                  <a:cubicBezTo>
                    <a:pt x="9681" y="2171"/>
                    <a:pt x="7516" y="0"/>
                    <a:pt x="4841" y="0"/>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1"/>
            <p:cNvSpPr/>
            <p:nvPr/>
          </p:nvSpPr>
          <p:spPr>
            <a:xfrm>
              <a:off x="2311081" y="2034601"/>
              <a:ext cx="200824" cy="250525"/>
            </a:xfrm>
            <a:custGeom>
              <a:rect b="b" l="l" r="r" t="t"/>
              <a:pathLst>
                <a:path extrusionOk="0" h="9552" w="7657">
                  <a:moveTo>
                    <a:pt x="3533" y="0"/>
                  </a:moveTo>
                  <a:lnTo>
                    <a:pt x="3542" y="5"/>
                  </a:lnTo>
                  <a:lnTo>
                    <a:pt x="3865" y="405"/>
                  </a:lnTo>
                  <a:cubicBezTo>
                    <a:pt x="3903" y="448"/>
                    <a:pt x="3913" y="515"/>
                    <a:pt x="3889" y="573"/>
                  </a:cubicBezTo>
                  <a:lnTo>
                    <a:pt x="3614" y="1218"/>
                  </a:lnTo>
                  <a:lnTo>
                    <a:pt x="3258" y="578"/>
                  </a:lnTo>
                  <a:lnTo>
                    <a:pt x="2623" y="578"/>
                  </a:lnTo>
                  <a:lnTo>
                    <a:pt x="2180" y="1425"/>
                  </a:lnTo>
                  <a:cubicBezTo>
                    <a:pt x="2118" y="1545"/>
                    <a:pt x="2200" y="1689"/>
                    <a:pt x="2334" y="1699"/>
                  </a:cubicBezTo>
                  <a:lnTo>
                    <a:pt x="2686" y="1728"/>
                  </a:lnTo>
                  <a:lnTo>
                    <a:pt x="2974" y="1324"/>
                  </a:lnTo>
                  <a:lnTo>
                    <a:pt x="3263" y="1689"/>
                  </a:lnTo>
                  <a:lnTo>
                    <a:pt x="3181" y="2252"/>
                  </a:lnTo>
                  <a:lnTo>
                    <a:pt x="2431" y="2368"/>
                  </a:lnTo>
                  <a:lnTo>
                    <a:pt x="1656" y="2936"/>
                  </a:lnTo>
                  <a:lnTo>
                    <a:pt x="1560" y="3325"/>
                  </a:lnTo>
                  <a:cubicBezTo>
                    <a:pt x="1542" y="3397"/>
                    <a:pt x="1474" y="3451"/>
                    <a:pt x="1400" y="3451"/>
                  </a:cubicBezTo>
                  <a:cubicBezTo>
                    <a:pt x="1394" y="3451"/>
                    <a:pt x="1388" y="3451"/>
                    <a:pt x="1382" y="3450"/>
                  </a:cubicBezTo>
                  <a:lnTo>
                    <a:pt x="1088" y="3417"/>
                  </a:lnTo>
                  <a:cubicBezTo>
                    <a:pt x="1081" y="3416"/>
                    <a:pt x="1074" y="3415"/>
                    <a:pt x="1067" y="3415"/>
                  </a:cubicBezTo>
                  <a:cubicBezTo>
                    <a:pt x="998" y="3415"/>
                    <a:pt x="937" y="3457"/>
                    <a:pt x="915" y="3523"/>
                  </a:cubicBezTo>
                  <a:lnTo>
                    <a:pt x="751" y="3960"/>
                  </a:lnTo>
                  <a:cubicBezTo>
                    <a:pt x="718" y="4052"/>
                    <a:pt x="766" y="4153"/>
                    <a:pt x="862" y="4177"/>
                  </a:cubicBezTo>
                  <a:lnTo>
                    <a:pt x="1391" y="4331"/>
                  </a:lnTo>
                  <a:lnTo>
                    <a:pt x="1694" y="3653"/>
                  </a:lnTo>
                  <a:cubicBezTo>
                    <a:pt x="1738" y="3566"/>
                    <a:pt x="1810" y="3499"/>
                    <a:pt x="1901" y="3470"/>
                  </a:cubicBezTo>
                  <a:lnTo>
                    <a:pt x="2758" y="3195"/>
                  </a:lnTo>
                  <a:lnTo>
                    <a:pt x="3470" y="3739"/>
                  </a:lnTo>
                  <a:lnTo>
                    <a:pt x="3845" y="3580"/>
                  </a:lnTo>
                  <a:lnTo>
                    <a:pt x="4096" y="3855"/>
                  </a:lnTo>
                  <a:lnTo>
                    <a:pt x="4606" y="3811"/>
                  </a:lnTo>
                  <a:cubicBezTo>
                    <a:pt x="4609" y="3811"/>
                    <a:pt x="4612" y="3811"/>
                    <a:pt x="4616" y="3811"/>
                  </a:cubicBezTo>
                  <a:cubicBezTo>
                    <a:pt x="4698" y="3811"/>
                    <a:pt x="4770" y="3867"/>
                    <a:pt x="4788" y="3946"/>
                  </a:cubicBezTo>
                  <a:lnTo>
                    <a:pt x="4808" y="4057"/>
                  </a:lnTo>
                  <a:cubicBezTo>
                    <a:pt x="4846" y="4254"/>
                    <a:pt x="4707" y="4442"/>
                    <a:pt x="4509" y="4456"/>
                  </a:cubicBezTo>
                  <a:lnTo>
                    <a:pt x="3667" y="4523"/>
                  </a:lnTo>
                  <a:cubicBezTo>
                    <a:pt x="3571" y="4528"/>
                    <a:pt x="3504" y="4624"/>
                    <a:pt x="3533" y="4716"/>
                  </a:cubicBezTo>
                  <a:cubicBezTo>
                    <a:pt x="3566" y="4819"/>
                    <a:pt x="3485" y="4912"/>
                    <a:pt x="3389" y="4912"/>
                  </a:cubicBezTo>
                  <a:cubicBezTo>
                    <a:pt x="3373" y="4912"/>
                    <a:pt x="3357" y="4909"/>
                    <a:pt x="3340" y="4904"/>
                  </a:cubicBezTo>
                  <a:lnTo>
                    <a:pt x="2710" y="4697"/>
                  </a:lnTo>
                  <a:cubicBezTo>
                    <a:pt x="2628" y="4668"/>
                    <a:pt x="2565" y="4596"/>
                    <a:pt x="2551" y="4509"/>
                  </a:cubicBezTo>
                  <a:cubicBezTo>
                    <a:pt x="2532" y="4392"/>
                    <a:pt x="2436" y="4307"/>
                    <a:pt x="2320" y="4307"/>
                  </a:cubicBezTo>
                  <a:cubicBezTo>
                    <a:pt x="2317" y="4307"/>
                    <a:pt x="2314" y="4307"/>
                    <a:pt x="2310" y="4307"/>
                  </a:cubicBezTo>
                  <a:lnTo>
                    <a:pt x="1391" y="4331"/>
                  </a:lnTo>
                  <a:lnTo>
                    <a:pt x="891" y="4552"/>
                  </a:lnTo>
                  <a:cubicBezTo>
                    <a:pt x="771" y="4605"/>
                    <a:pt x="694" y="4716"/>
                    <a:pt x="689" y="4846"/>
                  </a:cubicBezTo>
                  <a:lnTo>
                    <a:pt x="684" y="5009"/>
                  </a:lnTo>
                  <a:lnTo>
                    <a:pt x="83" y="5697"/>
                  </a:lnTo>
                  <a:cubicBezTo>
                    <a:pt x="30" y="5755"/>
                    <a:pt x="1" y="5832"/>
                    <a:pt x="1" y="5914"/>
                  </a:cubicBezTo>
                  <a:lnTo>
                    <a:pt x="1" y="6650"/>
                  </a:lnTo>
                  <a:cubicBezTo>
                    <a:pt x="1" y="6785"/>
                    <a:pt x="54" y="6915"/>
                    <a:pt x="155" y="7011"/>
                  </a:cubicBezTo>
                  <a:lnTo>
                    <a:pt x="679" y="7516"/>
                  </a:lnTo>
                  <a:cubicBezTo>
                    <a:pt x="761" y="7598"/>
                    <a:pt x="867" y="7646"/>
                    <a:pt x="982" y="7656"/>
                  </a:cubicBezTo>
                  <a:lnTo>
                    <a:pt x="2739" y="7805"/>
                  </a:lnTo>
                  <a:lnTo>
                    <a:pt x="2705" y="8055"/>
                  </a:lnTo>
                  <a:cubicBezTo>
                    <a:pt x="2690" y="8176"/>
                    <a:pt x="2739" y="8296"/>
                    <a:pt x="2835" y="8368"/>
                  </a:cubicBezTo>
                  <a:lnTo>
                    <a:pt x="3225" y="8652"/>
                  </a:lnTo>
                  <a:lnTo>
                    <a:pt x="3162" y="8844"/>
                  </a:lnTo>
                  <a:cubicBezTo>
                    <a:pt x="3124" y="8974"/>
                    <a:pt x="3162" y="9114"/>
                    <a:pt x="3268" y="9200"/>
                  </a:cubicBezTo>
                  <a:lnTo>
                    <a:pt x="3677" y="9552"/>
                  </a:lnTo>
                  <a:lnTo>
                    <a:pt x="4841" y="9181"/>
                  </a:lnTo>
                  <a:lnTo>
                    <a:pt x="5472" y="8431"/>
                  </a:lnTo>
                  <a:cubicBezTo>
                    <a:pt x="5573" y="8305"/>
                    <a:pt x="5659" y="8166"/>
                    <a:pt x="5722" y="8022"/>
                  </a:cubicBezTo>
                  <a:lnTo>
                    <a:pt x="6626" y="5928"/>
                  </a:lnTo>
                  <a:lnTo>
                    <a:pt x="6626" y="5928"/>
                  </a:lnTo>
                  <a:lnTo>
                    <a:pt x="6049" y="5972"/>
                  </a:lnTo>
                  <a:cubicBezTo>
                    <a:pt x="6049" y="5972"/>
                    <a:pt x="6049" y="5972"/>
                    <a:pt x="6048" y="5972"/>
                  </a:cubicBezTo>
                  <a:cubicBezTo>
                    <a:pt x="5942" y="5972"/>
                    <a:pt x="6901" y="4663"/>
                    <a:pt x="6829" y="4576"/>
                  </a:cubicBezTo>
                  <a:lnTo>
                    <a:pt x="6617" y="4158"/>
                  </a:lnTo>
                  <a:lnTo>
                    <a:pt x="7040" y="3946"/>
                  </a:lnTo>
                  <a:lnTo>
                    <a:pt x="7656" y="4384"/>
                  </a:lnTo>
                  <a:cubicBezTo>
                    <a:pt x="7469" y="2142"/>
                    <a:pt x="5760" y="323"/>
                    <a:pt x="353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1"/>
            <p:cNvSpPr/>
            <p:nvPr/>
          </p:nvSpPr>
          <p:spPr>
            <a:xfrm>
              <a:off x="2233342" y="2035860"/>
              <a:ext cx="241582" cy="251338"/>
            </a:xfrm>
            <a:custGeom>
              <a:rect b="b" l="l" r="r" t="t"/>
              <a:pathLst>
                <a:path extrusionOk="0" h="9583" w="9211">
                  <a:moveTo>
                    <a:pt x="4812" y="1"/>
                  </a:moveTo>
                  <a:cubicBezTo>
                    <a:pt x="1642" y="660"/>
                    <a:pt x="1" y="4187"/>
                    <a:pt x="1536" y="7035"/>
                  </a:cubicBezTo>
                  <a:cubicBezTo>
                    <a:pt x="2427" y="8695"/>
                    <a:pt x="4105" y="9582"/>
                    <a:pt x="5805" y="9582"/>
                  </a:cubicBezTo>
                  <a:cubicBezTo>
                    <a:pt x="7022" y="9582"/>
                    <a:pt x="8251" y="9127"/>
                    <a:pt x="9210" y="8176"/>
                  </a:cubicBezTo>
                  <a:lnTo>
                    <a:pt x="9210" y="8176"/>
                  </a:lnTo>
                  <a:cubicBezTo>
                    <a:pt x="8883" y="8243"/>
                    <a:pt x="8551" y="8277"/>
                    <a:pt x="8219" y="8277"/>
                  </a:cubicBezTo>
                  <a:cubicBezTo>
                    <a:pt x="6261" y="8277"/>
                    <a:pt x="4490" y="7093"/>
                    <a:pt x="3744" y="5284"/>
                  </a:cubicBezTo>
                  <a:cubicBezTo>
                    <a:pt x="2998" y="3470"/>
                    <a:pt x="3417" y="1381"/>
                    <a:pt x="4812"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1"/>
            <p:cNvSpPr/>
            <p:nvPr/>
          </p:nvSpPr>
          <p:spPr>
            <a:xfrm>
              <a:off x="2310950" y="2166342"/>
              <a:ext cx="146061" cy="118915"/>
            </a:xfrm>
            <a:custGeom>
              <a:rect b="b" l="l" r="r" t="t"/>
              <a:pathLst>
                <a:path extrusionOk="0" h="4534" w="5569">
                  <a:moveTo>
                    <a:pt x="670" y="1"/>
                  </a:moveTo>
                  <a:lnTo>
                    <a:pt x="88" y="670"/>
                  </a:lnTo>
                  <a:cubicBezTo>
                    <a:pt x="35" y="732"/>
                    <a:pt x="1" y="809"/>
                    <a:pt x="1" y="891"/>
                  </a:cubicBezTo>
                  <a:lnTo>
                    <a:pt x="1" y="1622"/>
                  </a:lnTo>
                  <a:cubicBezTo>
                    <a:pt x="1" y="1762"/>
                    <a:pt x="59" y="1892"/>
                    <a:pt x="155" y="1983"/>
                  </a:cubicBezTo>
                  <a:lnTo>
                    <a:pt x="684" y="2493"/>
                  </a:lnTo>
                  <a:cubicBezTo>
                    <a:pt x="766" y="2570"/>
                    <a:pt x="872" y="2623"/>
                    <a:pt x="987" y="2633"/>
                  </a:cubicBezTo>
                  <a:lnTo>
                    <a:pt x="2566" y="2768"/>
                  </a:lnTo>
                  <a:cubicBezTo>
                    <a:pt x="2662" y="2777"/>
                    <a:pt x="2734" y="2864"/>
                    <a:pt x="2724" y="2960"/>
                  </a:cubicBezTo>
                  <a:lnTo>
                    <a:pt x="2715" y="3037"/>
                  </a:lnTo>
                  <a:cubicBezTo>
                    <a:pt x="2700" y="3153"/>
                    <a:pt x="2748" y="3273"/>
                    <a:pt x="2845" y="3345"/>
                  </a:cubicBezTo>
                  <a:lnTo>
                    <a:pt x="3234" y="3634"/>
                  </a:lnTo>
                  <a:lnTo>
                    <a:pt x="3172" y="3826"/>
                  </a:lnTo>
                  <a:cubicBezTo>
                    <a:pt x="3133" y="3951"/>
                    <a:pt x="3172" y="4091"/>
                    <a:pt x="3278" y="4177"/>
                  </a:cubicBezTo>
                  <a:lnTo>
                    <a:pt x="3687" y="4533"/>
                  </a:lnTo>
                  <a:lnTo>
                    <a:pt x="3696" y="4533"/>
                  </a:lnTo>
                  <a:cubicBezTo>
                    <a:pt x="3985" y="4481"/>
                    <a:pt x="4269" y="4399"/>
                    <a:pt x="4548" y="4298"/>
                  </a:cubicBezTo>
                  <a:lnTo>
                    <a:pt x="4611" y="4269"/>
                  </a:lnTo>
                  <a:cubicBezTo>
                    <a:pt x="4673" y="4250"/>
                    <a:pt x="4731" y="4221"/>
                    <a:pt x="4789" y="4197"/>
                  </a:cubicBezTo>
                  <a:lnTo>
                    <a:pt x="4846" y="4173"/>
                  </a:lnTo>
                  <a:lnTo>
                    <a:pt x="5486" y="3408"/>
                  </a:lnTo>
                  <a:cubicBezTo>
                    <a:pt x="5515" y="3369"/>
                    <a:pt x="5539" y="3331"/>
                    <a:pt x="5568" y="3292"/>
                  </a:cubicBezTo>
                  <a:lnTo>
                    <a:pt x="5568" y="3292"/>
                  </a:lnTo>
                  <a:cubicBezTo>
                    <a:pt x="5462" y="3302"/>
                    <a:pt x="5361" y="3302"/>
                    <a:pt x="5260" y="3302"/>
                  </a:cubicBezTo>
                  <a:cubicBezTo>
                    <a:pt x="3181" y="3302"/>
                    <a:pt x="1334" y="1974"/>
                    <a:pt x="670"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1"/>
            <p:cNvSpPr/>
            <p:nvPr/>
          </p:nvSpPr>
          <p:spPr>
            <a:xfrm>
              <a:off x="2238981" y="2081469"/>
              <a:ext cx="338413" cy="255377"/>
            </a:xfrm>
            <a:custGeom>
              <a:rect b="b" l="l" r="r" t="t"/>
              <a:pathLst>
                <a:path extrusionOk="0" h="9737" w="12903">
                  <a:moveTo>
                    <a:pt x="11501" y="1"/>
                  </a:moveTo>
                  <a:cubicBezTo>
                    <a:pt x="11372" y="1"/>
                    <a:pt x="11241" y="128"/>
                    <a:pt x="11315" y="287"/>
                  </a:cubicBezTo>
                  <a:cubicBezTo>
                    <a:pt x="12474" y="2732"/>
                    <a:pt x="11950" y="5648"/>
                    <a:pt x="10011" y="7539"/>
                  </a:cubicBezTo>
                  <a:cubicBezTo>
                    <a:pt x="8797" y="8722"/>
                    <a:pt x="7198" y="9342"/>
                    <a:pt x="5578" y="9342"/>
                  </a:cubicBezTo>
                  <a:cubicBezTo>
                    <a:pt x="4610" y="9342"/>
                    <a:pt x="3634" y="9120"/>
                    <a:pt x="2730" y="8664"/>
                  </a:cubicBezTo>
                  <a:cubicBezTo>
                    <a:pt x="1985" y="8284"/>
                    <a:pt x="1321" y="7765"/>
                    <a:pt x="772" y="7130"/>
                  </a:cubicBezTo>
                  <a:lnTo>
                    <a:pt x="772" y="7130"/>
                  </a:lnTo>
                  <a:lnTo>
                    <a:pt x="1552" y="7389"/>
                  </a:lnTo>
                  <a:cubicBezTo>
                    <a:pt x="1579" y="7400"/>
                    <a:pt x="1605" y="7404"/>
                    <a:pt x="1629" y="7404"/>
                  </a:cubicBezTo>
                  <a:cubicBezTo>
                    <a:pt x="1830" y="7404"/>
                    <a:pt x="1909" y="7083"/>
                    <a:pt x="1677" y="7014"/>
                  </a:cubicBezTo>
                  <a:lnTo>
                    <a:pt x="276" y="6547"/>
                  </a:lnTo>
                  <a:cubicBezTo>
                    <a:pt x="256" y="6541"/>
                    <a:pt x="236" y="6538"/>
                    <a:pt x="216" y="6538"/>
                  </a:cubicBezTo>
                  <a:cubicBezTo>
                    <a:pt x="100" y="6538"/>
                    <a:pt x="0" y="6640"/>
                    <a:pt x="17" y="6764"/>
                  </a:cubicBezTo>
                  <a:lnTo>
                    <a:pt x="252" y="8400"/>
                  </a:lnTo>
                  <a:cubicBezTo>
                    <a:pt x="267" y="8496"/>
                    <a:pt x="349" y="8568"/>
                    <a:pt x="450" y="8568"/>
                  </a:cubicBezTo>
                  <a:lnTo>
                    <a:pt x="474" y="8568"/>
                  </a:lnTo>
                  <a:cubicBezTo>
                    <a:pt x="584" y="8554"/>
                    <a:pt x="657" y="8453"/>
                    <a:pt x="642" y="8347"/>
                  </a:cubicBezTo>
                  <a:lnTo>
                    <a:pt x="512" y="7433"/>
                  </a:lnTo>
                  <a:lnTo>
                    <a:pt x="512" y="7433"/>
                  </a:lnTo>
                  <a:cubicBezTo>
                    <a:pt x="1085" y="8082"/>
                    <a:pt x="1778" y="8621"/>
                    <a:pt x="2552" y="9016"/>
                  </a:cubicBezTo>
                  <a:cubicBezTo>
                    <a:pt x="3514" y="9500"/>
                    <a:pt x="4552" y="9736"/>
                    <a:pt x="5582" y="9736"/>
                  </a:cubicBezTo>
                  <a:cubicBezTo>
                    <a:pt x="7302" y="9736"/>
                    <a:pt x="9001" y="9078"/>
                    <a:pt x="10290" y="7822"/>
                  </a:cubicBezTo>
                  <a:cubicBezTo>
                    <a:pt x="12349" y="5811"/>
                    <a:pt x="12903" y="2712"/>
                    <a:pt x="11671" y="114"/>
                  </a:cubicBezTo>
                  <a:cubicBezTo>
                    <a:pt x="11633" y="34"/>
                    <a:pt x="11568" y="1"/>
                    <a:pt x="1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1"/>
            <p:cNvSpPr/>
            <p:nvPr/>
          </p:nvSpPr>
          <p:spPr>
            <a:xfrm>
              <a:off x="2188048" y="1983562"/>
              <a:ext cx="343843" cy="255325"/>
            </a:xfrm>
            <a:custGeom>
              <a:rect b="b" l="l" r="r" t="t"/>
              <a:pathLst>
                <a:path extrusionOk="0" h="9735" w="13110">
                  <a:moveTo>
                    <a:pt x="7525" y="1"/>
                  </a:moveTo>
                  <a:cubicBezTo>
                    <a:pt x="6251" y="1"/>
                    <a:pt x="4968" y="362"/>
                    <a:pt x="3835" y="1104"/>
                  </a:cubicBezTo>
                  <a:cubicBezTo>
                    <a:pt x="1025" y="2947"/>
                    <a:pt x="0" y="6585"/>
                    <a:pt x="1439" y="9621"/>
                  </a:cubicBezTo>
                  <a:cubicBezTo>
                    <a:pt x="1478" y="9701"/>
                    <a:pt x="1545" y="9735"/>
                    <a:pt x="1612" y="9735"/>
                  </a:cubicBezTo>
                  <a:cubicBezTo>
                    <a:pt x="1742" y="9735"/>
                    <a:pt x="1871" y="9608"/>
                    <a:pt x="1795" y="9453"/>
                  </a:cubicBezTo>
                  <a:cubicBezTo>
                    <a:pt x="1391" y="8601"/>
                    <a:pt x="1184" y="7672"/>
                    <a:pt x="1184" y="6734"/>
                  </a:cubicBezTo>
                  <a:cubicBezTo>
                    <a:pt x="1184" y="4083"/>
                    <a:pt x="2834" y="1711"/>
                    <a:pt x="5322" y="787"/>
                  </a:cubicBezTo>
                  <a:cubicBezTo>
                    <a:pt x="6041" y="521"/>
                    <a:pt x="6785" y="393"/>
                    <a:pt x="7523" y="393"/>
                  </a:cubicBezTo>
                  <a:cubicBezTo>
                    <a:pt x="9338" y="393"/>
                    <a:pt x="11109" y="1172"/>
                    <a:pt x="12338" y="2606"/>
                  </a:cubicBezTo>
                  <a:lnTo>
                    <a:pt x="11558" y="2346"/>
                  </a:lnTo>
                  <a:cubicBezTo>
                    <a:pt x="11536" y="2339"/>
                    <a:pt x="11515" y="2336"/>
                    <a:pt x="11495" y="2336"/>
                  </a:cubicBezTo>
                  <a:cubicBezTo>
                    <a:pt x="11295" y="2336"/>
                    <a:pt x="11219" y="2638"/>
                    <a:pt x="11433" y="2721"/>
                  </a:cubicBezTo>
                  <a:lnTo>
                    <a:pt x="12833" y="3188"/>
                  </a:lnTo>
                  <a:cubicBezTo>
                    <a:pt x="12853" y="3194"/>
                    <a:pt x="12874" y="3197"/>
                    <a:pt x="12893" y="3197"/>
                  </a:cubicBezTo>
                  <a:cubicBezTo>
                    <a:pt x="13010" y="3197"/>
                    <a:pt x="13109" y="3095"/>
                    <a:pt x="13093" y="2971"/>
                  </a:cubicBezTo>
                  <a:lnTo>
                    <a:pt x="12857" y="1335"/>
                  </a:lnTo>
                  <a:cubicBezTo>
                    <a:pt x="12842" y="1220"/>
                    <a:pt x="12756" y="1167"/>
                    <a:pt x="12668" y="1167"/>
                  </a:cubicBezTo>
                  <a:cubicBezTo>
                    <a:pt x="12558" y="1167"/>
                    <a:pt x="12446" y="1249"/>
                    <a:pt x="12468" y="1393"/>
                  </a:cubicBezTo>
                  <a:lnTo>
                    <a:pt x="12597" y="2302"/>
                  </a:lnTo>
                  <a:cubicBezTo>
                    <a:pt x="11276" y="792"/>
                    <a:pt x="9411" y="1"/>
                    <a:pt x="7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1"/>
            <p:cNvSpPr/>
            <p:nvPr/>
          </p:nvSpPr>
          <p:spPr>
            <a:xfrm>
              <a:off x="2341006" y="2077116"/>
              <a:ext cx="16418" cy="27434"/>
            </a:xfrm>
            <a:custGeom>
              <a:rect b="b" l="l" r="r" t="t"/>
              <a:pathLst>
                <a:path extrusionOk="0" h="1046" w="626">
                  <a:moveTo>
                    <a:pt x="419" y="1"/>
                  </a:moveTo>
                  <a:cubicBezTo>
                    <a:pt x="308" y="6"/>
                    <a:pt x="221" y="92"/>
                    <a:pt x="221" y="203"/>
                  </a:cubicBezTo>
                  <a:lnTo>
                    <a:pt x="226" y="564"/>
                  </a:lnTo>
                  <a:lnTo>
                    <a:pt x="82" y="703"/>
                  </a:lnTo>
                  <a:cubicBezTo>
                    <a:pt x="0" y="780"/>
                    <a:pt x="0" y="906"/>
                    <a:pt x="77" y="983"/>
                  </a:cubicBezTo>
                  <a:cubicBezTo>
                    <a:pt x="114" y="1025"/>
                    <a:pt x="166" y="1045"/>
                    <a:pt x="218" y="1045"/>
                  </a:cubicBezTo>
                  <a:cubicBezTo>
                    <a:pt x="267" y="1045"/>
                    <a:pt x="317" y="1027"/>
                    <a:pt x="356" y="992"/>
                  </a:cubicBezTo>
                  <a:lnTo>
                    <a:pt x="563" y="795"/>
                  </a:lnTo>
                  <a:cubicBezTo>
                    <a:pt x="602" y="756"/>
                    <a:pt x="626" y="703"/>
                    <a:pt x="626" y="646"/>
                  </a:cubicBezTo>
                  <a:lnTo>
                    <a:pt x="616" y="198"/>
                  </a:lnTo>
                  <a:cubicBezTo>
                    <a:pt x="616" y="88"/>
                    <a:pt x="529" y="1"/>
                    <a:pt x="4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1"/>
            <p:cNvSpPr/>
            <p:nvPr/>
          </p:nvSpPr>
          <p:spPr>
            <a:xfrm>
              <a:off x="2240030" y="2027913"/>
              <a:ext cx="286876" cy="264662"/>
            </a:xfrm>
            <a:custGeom>
              <a:rect b="b" l="l" r="r" t="t"/>
              <a:pathLst>
                <a:path extrusionOk="0" h="10091" w="10938">
                  <a:moveTo>
                    <a:pt x="3792" y="3864"/>
                  </a:moveTo>
                  <a:lnTo>
                    <a:pt x="4062" y="3898"/>
                  </a:lnTo>
                  <a:cubicBezTo>
                    <a:pt x="4073" y="3899"/>
                    <a:pt x="4085" y="3900"/>
                    <a:pt x="4097" y="3900"/>
                  </a:cubicBezTo>
                  <a:cubicBezTo>
                    <a:pt x="4128" y="3900"/>
                    <a:pt x="4160" y="3895"/>
                    <a:pt x="4192" y="3888"/>
                  </a:cubicBezTo>
                  <a:lnTo>
                    <a:pt x="4192" y="3888"/>
                  </a:lnTo>
                  <a:lnTo>
                    <a:pt x="3985" y="4345"/>
                  </a:lnTo>
                  <a:lnTo>
                    <a:pt x="3648" y="4249"/>
                  </a:lnTo>
                  <a:lnTo>
                    <a:pt x="3792" y="3864"/>
                  </a:lnTo>
                  <a:close/>
                  <a:moveTo>
                    <a:pt x="5111" y="3768"/>
                  </a:moveTo>
                  <a:lnTo>
                    <a:pt x="5501" y="4249"/>
                  </a:lnTo>
                  <a:lnTo>
                    <a:pt x="5452" y="4384"/>
                  </a:lnTo>
                  <a:cubicBezTo>
                    <a:pt x="5402" y="4539"/>
                    <a:pt x="5524" y="4645"/>
                    <a:pt x="5645" y="4645"/>
                  </a:cubicBezTo>
                  <a:cubicBezTo>
                    <a:pt x="5720" y="4645"/>
                    <a:pt x="5795" y="4605"/>
                    <a:pt x="5828" y="4509"/>
                  </a:cubicBezTo>
                  <a:lnTo>
                    <a:pt x="5876" y="4360"/>
                  </a:lnTo>
                  <a:cubicBezTo>
                    <a:pt x="5919" y="4240"/>
                    <a:pt x="5895" y="4110"/>
                    <a:pt x="5818" y="4013"/>
                  </a:cubicBezTo>
                  <a:lnTo>
                    <a:pt x="5712" y="3879"/>
                  </a:lnTo>
                  <a:lnTo>
                    <a:pt x="6059" y="4143"/>
                  </a:lnTo>
                  <a:cubicBezTo>
                    <a:pt x="6091" y="4170"/>
                    <a:pt x="6133" y="4184"/>
                    <a:pt x="6176" y="4184"/>
                  </a:cubicBezTo>
                  <a:cubicBezTo>
                    <a:pt x="6203" y="4184"/>
                    <a:pt x="6230" y="4178"/>
                    <a:pt x="6256" y="4167"/>
                  </a:cubicBezTo>
                  <a:lnTo>
                    <a:pt x="6501" y="4066"/>
                  </a:lnTo>
                  <a:lnTo>
                    <a:pt x="6655" y="4240"/>
                  </a:lnTo>
                  <a:cubicBezTo>
                    <a:pt x="6695" y="4279"/>
                    <a:pt x="6747" y="4303"/>
                    <a:pt x="6803" y="4303"/>
                  </a:cubicBezTo>
                  <a:cubicBezTo>
                    <a:pt x="6808" y="4303"/>
                    <a:pt x="6814" y="4302"/>
                    <a:pt x="6819" y="4302"/>
                  </a:cubicBezTo>
                  <a:lnTo>
                    <a:pt x="7305" y="4264"/>
                  </a:lnTo>
                  <a:lnTo>
                    <a:pt x="7324" y="4345"/>
                  </a:lnTo>
                  <a:cubicBezTo>
                    <a:pt x="7339" y="4427"/>
                    <a:pt x="7281" y="4504"/>
                    <a:pt x="7199" y="4509"/>
                  </a:cubicBezTo>
                  <a:lnTo>
                    <a:pt x="6357" y="4576"/>
                  </a:lnTo>
                  <a:cubicBezTo>
                    <a:pt x="6169" y="4591"/>
                    <a:pt x="6025" y="4754"/>
                    <a:pt x="6039" y="4947"/>
                  </a:cubicBezTo>
                  <a:lnTo>
                    <a:pt x="5481" y="4759"/>
                  </a:lnTo>
                  <a:cubicBezTo>
                    <a:pt x="5467" y="4754"/>
                    <a:pt x="5457" y="4740"/>
                    <a:pt x="5452" y="4725"/>
                  </a:cubicBezTo>
                  <a:cubicBezTo>
                    <a:pt x="5419" y="4514"/>
                    <a:pt x="5236" y="4360"/>
                    <a:pt x="5024" y="4360"/>
                  </a:cubicBezTo>
                  <a:lnTo>
                    <a:pt x="5015" y="4360"/>
                  </a:lnTo>
                  <a:lnTo>
                    <a:pt x="4403" y="4374"/>
                  </a:lnTo>
                  <a:lnTo>
                    <a:pt x="4581" y="3984"/>
                  </a:lnTo>
                  <a:cubicBezTo>
                    <a:pt x="4596" y="3951"/>
                    <a:pt x="4625" y="3922"/>
                    <a:pt x="4663" y="3912"/>
                  </a:cubicBezTo>
                  <a:lnTo>
                    <a:pt x="5111" y="3768"/>
                  </a:lnTo>
                  <a:close/>
                  <a:moveTo>
                    <a:pt x="9698" y="4445"/>
                  </a:moveTo>
                  <a:cubicBezTo>
                    <a:pt x="9732" y="4445"/>
                    <a:pt x="9766" y="4458"/>
                    <a:pt x="9793" y="4485"/>
                  </a:cubicBezTo>
                  <a:lnTo>
                    <a:pt x="10192" y="4875"/>
                  </a:lnTo>
                  <a:cubicBezTo>
                    <a:pt x="10197" y="4995"/>
                    <a:pt x="10197" y="5115"/>
                    <a:pt x="10192" y="5236"/>
                  </a:cubicBezTo>
                  <a:cubicBezTo>
                    <a:pt x="10144" y="6405"/>
                    <a:pt x="9663" y="7511"/>
                    <a:pt x="8835" y="8339"/>
                  </a:cubicBezTo>
                  <a:cubicBezTo>
                    <a:pt x="8705" y="8464"/>
                    <a:pt x="8575" y="8580"/>
                    <a:pt x="8436" y="8695"/>
                  </a:cubicBezTo>
                  <a:cubicBezTo>
                    <a:pt x="8508" y="8589"/>
                    <a:pt x="8570" y="8479"/>
                    <a:pt x="8619" y="8358"/>
                  </a:cubicBezTo>
                  <a:lnTo>
                    <a:pt x="9528" y="6265"/>
                  </a:lnTo>
                  <a:cubicBezTo>
                    <a:pt x="9584" y="6130"/>
                    <a:pt x="9486" y="5986"/>
                    <a:pt x="9344" y="5986"/>
                  </a:cubicBezTo>
                  <a:cubicBezTo>
                    <a:pt x="9340" y="5986"/>
                    <a:pt x="9335" y="5986"/>
                    <a:pt x="9331" y="5986"/>
                  </a:cubicBezTo>
                  <a:lnTo>
                    <a:pt x="9244" y="5996"/>
                  </a:lnTo>
                  <a:lnTo>
                    <a:pt x="9735" y="5019"/>
                  </a:lnTo>
                  <a:cubicBezTo>
                    <a:pt x="9817" y="4855"/>
                    <a:pt x="9764" y="4658"/>
                    <a:pt x="9615" y="4552"/>
                  </a:cubicBezTo>
                  <a:lnTo>
                    <a:pt x="9571" y="4523"/>
                  </a:lnTo>
                  <a:lnTo>
                    <a:pt x="9581" y="4509"/>
                  </a:lnTo>
                  <a:cubicBezTo>
                    <a:pt x="9608" y="4468"/>
                    <a:pt x="9653" y="4445"/>
                    <a:pt x="9698" y="4445"/>
                  </a:cubicBezTo>
                  <a:close/>
                  <a:moveTo>
                    <a:pt x="5550" y="1"/>
                  </a:moveTo>
                  <a:cubicBezTo>
                    <a:pt x="4253" y="1"/>
                    <a:pt x="2961" y="498"/>
                    <a:pt x="1978" y="1478"/>
                  </a:cubicBezTo>
                  <a:cubicBezTo>
                    <a:pt x="131" y="3330"/>
                    <a:pt x="1" y="6284"/>
                    <a:pt x="1680" y="8291"/>
                  </a:cubicBezTo>
                  <a:cubicBezTo>
                    <a:pt x="1722" y="8334"/>
                    <a:pt x="1770" y="8352"/>
                    <a:pt x="1817" y="8352"/>
                  </a:cubicBezTo>
                  <a:cubicBezTo>
                    <a:pt x="1959" y="8352"/>
                    <a:pt x="2087" y="8184"/>
                    <a:pt x="1978" y="8036"/>
                  </a:cubicBezTo>
                  <a:cubicBezTo>
                    <a:pt x="838" y="6679"/>
                    <a:pt x="573" y="4788"/>
                    <a:pt x="1290" y="3166"/>
                  </a:cubicBezTo>
                  <a:cubicBezTo>
                    <a:pt x="2007" y="1545"/>
                    <a:pt x="3581" y="472"/>
                    <a:pt x="5356" y="395"/>
                  </a:cubicBezTo>
                  <a:cubicBezTo>
                    <a:pt x="5409" y="393"/>
                    <a:pt x="5462" y="392"/>
                    <a:pt x="5516" y="392"/>
                  </a:cubicBezTo>
                  <a:cubicBezTo>
                    <a:pt x="5724" y="392"/>
                    <a:pt x="5935" y="407"/>
                    <a:pt x="6145" y="433"/>
                  </a:cubicBezTo>
                  <a:lnTo>
                    <a:pt x="6410" y="761"/>
                  </a:lnTo>
                  <a:lnTo>
                    <a:pt x="6299" y="1025"/>
                  </a:lnTo>
                  <a:lnTo>
                    <a:pt x="6136" y="732"/>
                  </a:lnTo>
                  <a:cubicBezTo>
                    <a:pt x="6102" y="669"/>
                    <a:pt x="6035" y="631"/>
                    <a:pt x="5967" y="631"/>
                  </a:cubicBezTo>
                  <a:lnTo>
                    <a:pt x="5332" y="631"/>
                  </a:lnTo>
                  <a:cubicBezTo>
                    <a:pt x="5260" y="631"/>
                    <a:pt x="5193" y="674"/>
                    <a:pt x="5159" y="737"/>
                  </a:cubicBezTo>
                  <a:lnTo>
                    <a:pt x="4716" y="1583"/>
                  </a:lnTo>
                  <a:cubicBezTo>
                    <a:pt x="4586" y="1829"/>
                    <a:pt x="4750" y="2127"/>
                    <a:pt x="5024" y="2151"/>
                  </a:cubicBezTo>
                  <a:lnTo>
                    <a:pt x="5380" y="2180"/>
                  </a:lnTo>
                  <a:cubicBezTo>
                    <a:pt x="5385" y="2180"/>
                    <a:pt x="5391" y="2181"/>
                    <a:pt x="5396" y="2181"/>
                  </a:cubicBezTo>
                  <a:cubicBezTo>
                    <a:pt x="5462" y="2181"/>
                    <a:pt x="5523" y="2152"/>
                    <a:pt x="5558" y="2098"/>
                  </a:cubicBezTo>
                  <a:lnTo>
                    <a:pt x="5693" y="1906"/>
                  </a:lnTo>
                  <a:lnTo>
                    <a:pt x="5765" y="1997"/>
                  </a:lnTo>
                  <a:lnTo>
                    <a:pt x="5717" y="2334"/>
                  </a:lnTo>
                  <a:lnTo>
                    <a:pt x="5111" y="2425"/>
                  </a:lnTo>
                  <a:cubicBezTo>
                    <a:pt x="5082" y="2430"/>
                    <a:pt x="5048" y="2440"/>
                    <a:pt x="5024" y="2459"/>
                  </a:cubicBezTo>
                  <a:lnTo>
                    <a:pt x="4245" y="3032"/>
                  </a:lnTo>
                  <a:cubicBezTo>
                    <a:pt x="4206" y="3061"/>
                    <a:pt x="4177" y="3099"/>
                    <a:pt x="4168" y="3147"/>
                  </a:cubicBezTo>
                  <a:lnTo>
                    <a:pt x="4081" y="3503"/>
                  </a:lnTo>
                  <a:lnTo>
                    <a:pt x="3816" y="3470"/>
                  </a:lnTo>
                  <a:cubicBezTo>
                    <a:pt x="3802" y="3468"/>
                    <a:pt x="3788" y="3467"/>
                    <a:pt x="3774" y="3467"/>
                  </a:cubicBezTo>
                  <a:cubicBezTo>
                    <a:pt x="3622" y="3467"/>
                    <a:pt x="3484" y="3560"/>
                    <a:pt x="3431" y="3705"/>
                  </a:cubicBezTo>
                  <a:lnTo>
                    <a:pt x="3268" y="4143"/>
                  </a:lnTo>
                  <a:cubicBezTo>
                    <a:pt x="3196" y="4345"/>
                    <a:pt x="3306" y="4562"/>
                    <a:pt x="3508" y="4624"/>
                  </a:cubicBezTo>
                  <a:cubicBezTo>
                    <a:pt x="3326" y="4706"/>
                    <a:pt x="3201" y="4884"/>
                    <a:pt x="3191" y="5091"/>
                  </a:cubicBezTo>
                  <a:lnTo>
                    <a:pt x="3191" y="5187"/>
                  </a:lnTo>
                  <a:lnTo>
                    <a:pt x="2633" y="5818"/>
                  </a:lnTo>
                  <a:cubicBezTo>
                    <a:pt x="2551" y="5919"/>
                    <a:pt x="2503" y="6039"/>
                    <a:pt x="2503" y="6169"/>
                  </a:cubicBezTo>
                  <a:lnTo>
                    <a:pt x="2503" y="6905"/>
                  </a:lnTo>
                  <a:cubicBezTo>
                    <a:pt x="2503" y="7093"/>
                    <a:pt x="2580" y="7276"/>
                    <a:pt x="2715" y="7406"/>
                  </a:cubicBezTo>
                  <a:lnTo>
                    <a:pt x="3244" y="7916"/>
                  </a:lnTo>
                  <a:cubicBezTo>
                    <a:pt x="3359" y="8026"/>
                    <a:pt x="3508" y="8094"/>
                    <a:pt x="3667" y="8108"/>
                  </a:cubicBezTo>
                  <a:lnTo>
                    <a:pt x="5226" y="8243"/>
                  </a:lnTo>
                  <a:lnTo>
                    <a:pt x="5217" y="8291"/>
                  </a:lnTo>
                  <a:cubicBezTo>
                    <a:pt x="5193" y="8483"/>
                    <a:pt x="5274" y="8671"/>
                    <a:pt x="5428" y="8787"/>
                  </a:cubicBezTo>
                  <a:lnTo>
                    <a:pt x="5703" y="8989"/>
                  </a:lnTo>
                  <a:lnTo>
                    <a:pt x="5683" y="9051"/>
                  </a:lnTo>
                  <a:cubicBezTo>
                    <a:pt x="5621" y="9253"/>
                    <a:pt x="5683" y="9475"/>
                    <a:pt x="5847" y="9609"/>
                  </a:cubicBezTo>
                  <a:lnTo>
                    <a:pt x="5929" y="9682"/>
                  </a:lnTo>
                  <a:cubicBezTo>
                    <a:pt x="5861" y="9686"/>
                    <a:pt x="5799" y="9691"/>
                    <a:pt x="5736" y="9691"/>
                  </a:cubicBezTo>
                  <a:cubicBezTo>
                    <a:pt x="5667" y="9694"/>
                    <a:pt x="5597" y="9696"/>
                    <a:pt x="5527" y="9696"/>
                  </a:cubicBezTo>
                  <a:cubicBezTo>
                    <a:pt x="4441" y="9696"/>
                    <a:pt x="3388" y="9310"/>
                    <a:pt x="2551" y="8609"/>
                  </a:cubicBezTo>
                  <a:cubicBezTo>
                    <a:pt x="2507" y="8566"/>
                    <a:pt x="2459" y="8548"/>
                    <a:pt x="2414" y="8548"/>
                  </a:cubicBezTo>
                  <a:cubicBezTo>
                    <a:pt x="2252" y="8548"/>
                    <a:pt x="2120" y="8779"/>
                    <a:pt x="2301" y="8907"/>
                  </a:cubicBezTo>
                  <a:cubicBezTo>
                    <a:pt x="3205" y="9672"/>
                    <a:pt x="4355" y="10091"/>
                    <a:pt x="5544" y="10091"/>
                  </a:cubicBezTo>
                  <a:cubicBezTo>
                    <a:pt x="5611" y="10091"/>
                    <a:pt x="5679" y="10091"/>
                    <a:pt x="5751" y="10086"/>
                  </a:cubicBezTo>
                  <a:cubicBezTo>
                    <a:pt x="7671" y="10009"/>
                    <a:pt x="9384" y="8844"/>
                    <a:pt x="10163" y="7083"/>
                  </a:cubicBezTo>
                  <a:cubicBezTo>
                    <a:pt x="10938" y="5322"/>
                    <a:pt x="10649" y="3272"/>
                    <a:pt x="9408" y="1795"/>
                  </a:cubicBezTo>
                  <a:cubicBezTo>
                    <a:pt x="9364" y="1735"/>
                    <a:pt x="9310" y="1711"/>
                    <a:pt x="9256" y="1711"/>
                  </a:cubicBezTo>
                  <a:cubicBezTo>
                    <a:pt x="9106" y="1711"/>
                    <a:pt x="8964" y="1901"/>
                    <a:pt x="9109" y="2050"/>
                  </a:cubicBezTo>
                  <a:cubicBezTo>
                    <a:pt x="9639" y="2681"/>
                    <a:pt x="9995" y="3446"/>
                    <a:pt x="10129" y="4259"/>
                  </a:cubicBezTo>
                  <a:lnTo>
                    <a:pt x="10072" y="4196"/>
                  </a:lnTo>
                  <a:cubicBezTo>
                    <a:pt x="9968" y="4095"/>
                    <a:pt x="9835" y="4046"/>
                    <a:pt x="9702" y="4046"/>
                  </a:cubicBezTo>
                  <a:cubicBezTo>
                    <a:pt x="9527" y="4046"/>
                    <a:pt x="9353" y="4131"/>
                    <a:pt x="9249" y="4292"/>
                  </a:cubicBezTo>
                  <a:lnTo>
                    <a:pt x="9215" y="4345"/>
                  </a:lnTo>
                  <a:cubicBezTo>
                    <a:pt x="9124" y="4345"/>
                    <a:pt x="9032" y="4379"/>
                    <a:pt x="8960" y="4446"/>
                  </a:cubicBezTo>
                  <a:lnTo>
                    <a:pt x="8700" y="4138"/>
                  </a:lnTo>
                  <a:cubicBezTo>
                    <a:pt x="8657" y="4079"/>
                    <a:pt x="8603" y="4054"/>
                    <a:pt x="8549" y="4054"/>
                  </a:cubicBezTo>
                  <a:cubicBezTo>
                    <a:pt x="8400" y="4054"/>
                    <a:pt x="8260" y="4245"/>
                    <a:pt x="8402" y="4393"/>
                  </a:cubicBezTo>
                  <a:lnTo>
                    <a:pt x="8797" y="4860"/>
                  </a:lnTo>
                  <a:cubicBezTo>
                    <a:pt x="8837" y="4908"/>
                    <a:pt x="8893" y="4933"/>
                    <a:pt x="8948" y="4933"/>
                  </a:cubicBezTo>
                  <a:cubicBezTo>
                    <a:pt x="8997" y="4933"/>
                    <a:pt x="9047" y="4913"/>
                    <a:pt x="9085" y="4875"/>
                  </a:cubicBezTo>
                  <a:lnTo>
                    <a:pt x="9215" y="4750"/>
                  </a:lnTo>
                  <a:lnTo>
                    <a:pt x="9369" y="4860"/>
                  </a:lnTo>
                  <a:lnTo>
                    <a:pt x="8782" y="6025"/>
                  </a:lnTo>
                  <a:lnTo>
                    <a:pt x="8753" y="6025"/>
                  </a:lnTo>
                  <a:cubicBezTo>
                    <a:pt x="8749" y="6025"/>
                    <a:pt x="8744" y="6025"/>
                    <a:pt x="8740" y="6025"/>
                  </a:cubicBezTo>
                  <a:cubicBezTo>
                    <a:pt x="8701" y="6025"/>
                    <a:pt x="8664" y="6007"/>
                    <a:pt x="8638" y="5977"/>
                  </a:cubicBezTo>
                  <a:lnTo>
                    <a:pt x="7853" y="5024"/>
                  </a:lnTo>
                  <a:cubicBezTo>
                    <a:pt x="7810" y="4966"/>
                    <a:pt x="7755" y="4942"/>
                    <a:pt x="7702" y="4942"/>
                  </a:cubicBezTo>
                  <a:cubicBezTo>
                    <a:pt x="7556" y="4942"/>
                    <a:pt x="7420" y="5122"/>
                    <a:pt x="7550" y="5274"/>
                  </a:cubicBezTo>
                  <a:lnTo>
                    <a:pt x="8330" y="6227"/>
                  </a:lnTo>
                  <a:cubicBezTo>
                    <a:pt x="8434" y="6349"/>
                    <a:pt x="8589" y="6420"/>
                    <a:pt x="8751" y="6420"/>
                  </a:cubicBezTo>
                  <a:cubicBezTo>
                    <a:pt x="8762" y="6420"/>
                    <a:pt x="8772" y="6420"/>
                    <a:pt x="8782" y="6419"/>
                  </a:cubicBezTo>
                  <a:lnTo>
                    <a:pt x="9037" y="6400"/>
                  </a:lnTo>
                  <a:lnTo>
                    <a:pt x="8258" y="8195"/>
                  </a:lnTo>
                  <a:cubicBezTo>
                    <a:pt x="8205" y="8325"/>
                    <a:pt x="8128" y="8450"/>
                    <a:pt x="8036" y="8556"/>
                  </a:cubicBezTo>
                  <a:lnTo>
                    <a:pt x="7416" y="9301"/>
                  </a:lnTo>
                  <a:cubicBezTo>
                    <a:pt x="7103" y="9436"/>
                    <a:pt x="6780" y="9537"/>
                    <a:pt x="6448" y="9600"/>
                  </a:cubicBezTo>
                  <a:lnTo>
                    <a:pt x="6107" y="9301"/>
                  </a:lnTo>
                  <a:cubicBezTo>
                    <a:pt x="6064" y="9268"/>
                    <a:pt x="6044" y="9210"/>
                    <a:pt x="6064" y="9157"/>
                  </a:cubicBezTo>
                  <a:lnTo>
                    <a:pt x="6121" y="8965"/>
                  </a:lnTo>
                  <a:cubicBezTo>
                    <a:pt x="6150" y="8883"/>
                    <a:pt x="6121" y="8796"/>
                    <a:pt x="6054" y="8748"/>
                  </a:cubicBezTo>
                  <a:lnTo>
                    <a:pt x="5664" y="8459"/>
                  </a:lnTo>
                  <a:cubicBezTo>
                    <a:pt x="5626" y="8431"/>
                    <a:pt x="5606" y="8382"/>
                    <a:pt x="5611" y="8334"/>
                  </a:cubicBezTo>
                  <a:lnTo>
                    <a:pt x="5640" y="8079"/>
                  </a:lnTo>
                  <a:cubicBezTo>
                    <a:pt x="5655" y="7969"/>
                    <a:pt x="5573" y="7868"/>
                    <a:pt x="5462" y="7858"/>
                  </a:cubicBezTo>
                  <a:lnTo>
                    <a:pt x="3701" y="7718"/>
                  </a:lnTo>
                  <a:cubicBezTo>
                    <a:pt x="3634" y="7709"/>
                    <a:pt x="3566" y="7680"/>
                    <a:pt x="3518" y="7632"/>
                  </a:cubicBezTo>
                  <a:lnTo>
                    <a:pt x="2989" y="7127"/>
                  </a:lnTo>
                  <a:cubicBezTo>
                    <a:pt x="2931" y="7069"/>
                    <a:pt x="2897" y="6992"/>
                    <a:pt x="2897" y="6910"/>
                  </a:cubicBezTo>
                  <a:lnTo>
                    <a:pt x="2897" y="6169"/>
                  </a:lnTo>
                  <a:cubicBezTo>
                    <a:pt x="2897" y="6135"/>
                    <a:pt x="2907" y="6106"/>
                    <a:pt x="2931" y="6082"/>
                  </a:cubicBezTo>
                  <a:lnTo>
                    <a:pt x="3533" y="5394"/>
                  </a:lnTo>
                  <a:cubicBezTo>
                    <a:pt x="3561" y="5361"/>
                    <a:pt x="3581" y="5317"/>
                    <a:pt x="3581" y="5274"/>
                  </a:cubicBezTo>
                  <a:lnTo>
                    <a:pt x="3585" y="5110"/>
                  </a:lnTo>
                  <a:cubicBezTo>
                    <a:pt x="3590" y="5058"/>
                    <a:pt x="3619" y="5009"/>
                    <a:pt x="3667" y="4990"/>
                  </a:cubicBezTo>
                  <a:lnTo>
                    <a:pt x="4139" y="4783"/>
                  </a:lnTo>
                  <a:lnTo>
                    <a:pt x="5019" y="4759"/>
                  </a:lnTo>
                  <a:cubicBezTo>
                    <a:pt x="5039" y="4759"/>
                    <a:pt x="5058" y="4774"/>
                    <a:pt x="5063" y="4793"/>
                  </a:cubicBezTo>
                  <a:cubicBezTo>
                    <a:pt x="5087" y="4956"/>
                    <a:pt x="5197" y="5086"/>
                    <a:pt x="5351" y="5139"/>
                  </a:cubicBezTo>
                  <a:lnTo>
                    <a:pt x="5982" y="5351"/>
                  </a:lnTo>
                  <a:cubicBezTo>
                    <a:pt x="6018" y="5362"/>
                    <a:pt x="6054" y="5368"/>
                    <a:pt x="6089" y="5368"/>
                  </a:cubicBezTo>
                  <a:cubicBezTo>
                    <a:pt x="6293" y="5368"/>
                    <a:pt x="6468" y="5189"/>
                    <a:pt x="6439" y="4971"/>
                  </a:cubicBezTo>
                  <a:lnTo>
                    <a:pt x="7233" y="4913"/>
                  </a:lnTo>
                  <a:cubicBezTo>
                    <a:pt x="7550" y="4889"/>
                    <a:pt x="7776" y="4591"/>
                    <a:pt x="7714" y="4278"/>
                  </a:cubicBezTo>
                  <a:lnTo>
                    <a:pt x="7690" y="4167"/>
                  </a:lnTo>
                  <a:cubicBezTo>
                    <a:pt x="7658" y="3994"/>
                    <a:pt x="7505" y="3873"/>
                    <a:pt x="7334" y="3873"/>
                  </a:cubicBezTo>
                  <a:cubicBezTo>
                    <a:pt x="7324" y="3873"/>
                    <a:pt x="7315" y="3873"/>
                    <a:pt x="7305" y="3874"/>
                  </a:cubicBezTo>
                  <a:lnTo>
                    <a:pt x="6886" y="3908"/>
                  </a:lnTo>
                  <a:lnTo>
                    <a:pt x="6829" y="3840"/>
                  </a:lnTo>
                  <a:lnTo>
                    <a:pt x="7377" y="3292"/>
                  </a:lnTo>
                  <a:cubicBezTo>
                    <a:pt x="7521" y="3148"/>
                    <a:pt x="7391" y="2950"/>
                    <a:pt x="7237" y="2950"/>
                  </a:cubicBezTo>
                  <a:cubicBezTo>
                    <a:pt x="7191" y="2950"/>
                    <a:pt x="7142" y="2969"/>
                    <a:pt x="7098" y="3013"/>
                  </a:cubicBezTo>
                  <a:lnTo>
                    <a:pt x="6434" y="3672"/>
                  </a:lnTo>
                  <a:lnTo>
                    <a:pt x="6213" y="3768"/>
                  </a:lnTo>
                  <a:lnTo>
                    <a:pt x="5592" y="3292"/>
                  </a:lnTo>
                  <a:cubicBezTo>
                    <a:pt x="5557" y="3266"/>
                    <a:pt x="5515" y="3253"/>
                    <a:pt x="5474" y="3253"/>
                  </a:cubicBezTo>
                  <a:cubicBezTo>
                    <a:pt x="5453" y="3253"/>
                    <a:pt x="5433" y="3256"/>
                    <a:pt x="5414" y="3263"/>
                  </a:cubicBezTo>
                  <a:lnTo>
                    <a:pt x="4543" y="3532"/>
                  </a:lnTo>
                  <a:cubicBezTo>
                    <a:pt x="4519" y="3542"/>
                    <a:pt x="4495" y="3551"/>
                    <a:pt x="4471" y="3561"/>
                  </a:cubicBezTo>
                  <a:lnTo>
                    <a:pt x="4533" y="3306"/>
                  </a:lnTo>
                  <a:lnTo>
                    <a:pt x="5212" y="2806"/>
                  </a:lnTo>
                  <a:lnTo>
                    <a:pt x="5919" y="2705"/>
                  </a:lnTo>
                  <a:cubicBezTo>
                    <a:pt x="6006" y="2690"/>
                    <a:pt x="6073" y="2623"/>
                    <a:pt x="6083" y="2536"/>
                  </a:cubicBezTo>
                  <a:lnTo>
                    <a:pt x="6169" y="1968"/>
                  </a:lnTo>
                  <a:cubicBezTo>
                    <a:pt x="6174" y="1911"/>
                    <a:pt x="6160" y="1858"/>
                    <a:pt x="6126" y="1814"/>
                  </a:cubicBezTo>
                  <a:lnTo>
                    <a:pt x="5837" y="1449"/>
                  </a:lnTo>
                  <a:cubicBezTo>
                    <a:pt x="5798" y="1400"/>
                    <a:pt x="5740" y="1376"/>
                    <a:pt x="5683" y="1376"/>
                  </a:cubicBezTo>
                  <a:cubicBezTo>
                    <a:pt x="5621" y="1376"/>
                    <a:pt x="5560" y="1404"/>
                    <a:pt x="5520" y="1458"/>
                  </a:cubicBezTo>
                  <a:lnTo>
                    <a:pt x="5298" y="1776"/>
                  </a:lnTo>
                  <a:lnTo>
                    <a:pt x="5067" y="1757"/>
                  </a:lnTo>
                  <a:lnTo>
                    <a:pt x="5452" y="1025"/>
                  </a:lnTo>
                  <a:lnTo>
                    <a:pt x="5852" y="1025"/>
                  </a:lnTo>
                  <a:lnTo>
                    <a:pt x="6150" y="1564"/>
                  </a:lnTo>
                  <a:cubicBezTo>
                    <a:pt x="6189" y="1633"/>
                    <a:pt x="6256" y="1667"/>
                    <a:pt x="6323" y="1667"/>
                  </a:cubicBezTo>
                  <a:cubicBezTo>
                    <a:pt x="6397" y="1667"/>
                    <a:pt x="6471" y="1626"/>
                    <a:pt x="6506" y="1545"/>
                  </a:cubicBezTo>
                  <a:lnTo>
                    <a:pt x="6780" y="895"/>
                  </a:lnTo>
                  <a:cubicBezTo>
                    <a:pt x="6833" y="785"/>
                    <a:pt x="6819" y="650"/>
                    <a:pt x="6747" y="549"/>
                  </a:cubicBezTo>
                  <a:lnTo>
                    <a:pt x="6747" y="549"/>
                  </a:lnTo>
                  <a:cubicBezTo>
                    <a:pt x="7406" y="722"/>
                    <a:pt x="8017" y="1040"/>
                    <a:pt x="8537" y="1478"/>
                  </a:cubicBezTo>
                  <a:cubicBezTo>
                    <a:pt x="8581" y="1522"/>
                    <a:pt x="8630" y="1541"/>
                    <a:pt x="8676" y="1541"/>
                  </a:cubicBezTo>
                  <a:cubicBezTo>
                    <a:pt x="8838" y="1541"/>
                    <a:pt x="8968" y="1310"/>
                    <a:pt x="8792" y="1179"/>
                  </a:cubicBezTo>
                  <a:cubicBezTo>
                    <a:pt x="7849" y="391"/>
                    <a:pt x="6698" y="1"/>
                    <a:pt x="5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2" name="Google Shape;9842;p81"/>
          <p:cNvGrpSpPr/>
          <p:nvPr/>
        </p:nvGrpSpPr>
        <p:grpSpPr>
          <a:xfrm>
            <a:off x="2654399" y="2023716"/>
            <a:ext cx="342977" cy="287663"/>
            <a:chOff x="2654399" y="2023716"/>
            <a:chExt cx="342977" cy="287663"/>
          </a:xfrm>
        </p:grpSpPr>
        <p:sp>
          <p:nvSpPr>
            <p:cNvPr id="9843" name="Google Shape;9843;p81"/>
            <p:cNvSpPr/>
            <p:nvPr/>
          </p:nvSpPr>
          <p:spPr>
            <a:xfrm>
              <a:off x="2814623" y="2091777"/>
              <a:ext cx="174570" cy="158912"/>
            </a:xfrm>
            <a:custGeom>
              <a:rect b="b" l="l" r="r" t="t"/>
              <a:pathLst>
                <a:path extrusionOk="0" h="6059" w="6656">
                  <a:moveTo>
                    <a:pt x="4192" y="0"/>
                  </a:moveTo>
                  <a:lnTo>
                    <a:pt x="2912" y="977"/>
                  </a:lnTo>
                  <a:lnTo>
                    <a:pt x="1843" y="626"/>
                  </a:lnTo>
                  <a:lnTo>
                    <a:pt x="1" y="2127"/>
                  </a:lnTo>
                  <a:lnTo>
                    <a:pt x="2844" y="6058"/>
                  </a:lnTo>
                  <a:lnTo>
                    <a:pt x="6655" y="3349"/>
                  </a:lnTo>
                  <a:lnTo>
                    <a:pt x="419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1"/>
            <p:cNvSpPr/>
            <p:nvPr/>
          </p:nvSpPr>
          <p:spPr>
            <a:xfrm>
              <a:off x="2891364" y="2028673"/>
              <a:ext cx="98825" cy="175173"/>
            </a:xfrm>
            <a:custGeom>
              <a:rect b="b" l="l" r="r" t="t"/>
              <a:pathLst>
                <a:path extrusionOk="0" h="6679" w="3768">
                  <a:moveTo>
                    <a:pt x="3768" y="0"/>
                  </a:moveTo>
                  <a:lnTo>
                    <a:pt x="0" y="2421"/>
                  </a:lnTo>
                  <a:lnTo>
                    <a:pt x="3248" y="6679"/>
                  </a:lnTo>
                  <a:lnTo>
                    <a:pt x="3768" y="6265"/>
                  </a:lnTo>
                  <a:lnTo>
                    <a:pt x="3768" y="0"/>
                  </a:lnTo>
                  <a:close/>
                </a:path>
              </a:pathLst>
            </a:custGeom>
            <a:solidFill>
              <a:srgbClr val="D7E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1"/>
            <p:cNvSpPr/>
            <p:nvPr/>
          </p:nvSpPr>
          <p:spPr>
            <a:xfrm>
              <a:off x="2957851" y="2158159"/>
              <a:ext cx="32339" cy="45688"/>
            </a:xfrm>
            <a:custGeom>
              <a:rect b="b" l="l" r="r" t="t"/>
              <a:pathLst>
                <a:path extrusionOk="0" h="1742" w="1233">
                  <a:moveTo>
                    <a:pt x="1233" y="0"/>
                  </a:moveTo>
                  <a:lnTo>
                    <a:pt x="1" y="813"/>
                  </a:lnTo>
                  <a:lnTo>
                    <a:pt x="713" y="1742"/>
                  </a:lnTo>
                  <a:lnTo>
                    <a:pt x="1233" y="1328"/>
                  </a:lnTo>
                  <a:lnTo>
                    <a:pt x="1233" y="0"/>
                  </a:lnTo>
                  <a:close/>
                </a:path>
              </a:pathLst>
            </a:custGeom>
            <a:solidFill>
              <a:srgbClr val="CE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1"/>
            <p:cNvSpPr/>
            <p:nvPr/>
          </p:nvSpPr>
          <p:spPr>
            <a:xfrm>
              <a:off x="2825979" y="2144258"/>
              <a:ext cx="132790" cy="88282"/>
            </a:xfrm>
            <a:custGeom>
              <a:rect b="b" l="l" r="r" t="t"/>
              <a:pathLst>
                <a:path extrusionOk="0" h="3366" w="5063">
                  <a:moveTo>
                    <a:pt x="583" y="1"/>
                  </a:moveTo>
                  <a:lnTo>
                    <a:pt x="1" y="1069"/>
                  </a:lnTo>
                  <a:lnTo>
                    <a:pt x="4081" y="3292"/>
                  </a:lnTo>
                  <a:cubicBezTo>
                    <a:pt x="4173" y="3342"/>
                    <a:pt x="4273" y="3366"/>
                    <a:pt x="4372" y="3366"/>
                  </a:cubicBezTo>
                  <a:cubicBezTo>
                    <a:pt x="4587" y="3366"/>
                    <a:pt x="4795" y="3253"/>
                    <a:pt x="4904" y="3051"/>
                  </a:cubicBezTo>
                  <a:cubicBezTo>
                    <a:pt x="5063" y="2758"/>
                    <a:pt x="4957" y="2387"/>
                    <a:pt x="4663" y="2229"/>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1"/>
            <p:cNvSpPr/>
            <p:nvPr/>
          </p:nvSpPr>
          <p:spPr>
            <a:xfrm>
              <a:off x="2877857" y="2188687"/>
              <a:ext cx="77896" cy="43774"/>
            </a:xfrm>
            <a:custGeom>
              <a:rect b="b" l="l" r="r" t="t"/>
              <a:pathLst>
                <a:path extrusionOk="0" h="1669" w="2970">
                  <a:moveTo>
                    <a:pt x="265" y="1"/>
                  </a:moveTo>
                  <a:lnTo>
                    <a:pt x="0" y="453"/>
                  </a:lnTo>
                  <a:lnTo>
                    <a:pt x="2103" y="1593"/>
                  </a:lnTo>
                  <a:cubicBezTo>
                    <a:pt x="2196" y="1645"/>
                    <a:pt x="2296" y="1669"/>
                    <a:pt x="2394" y="1669"/>
                  </a:cubicBezTo>
                  <a:cubicBezTo>
                    <a:pt x="2644" y="1669"/>
                    <a:pt x="2883" y="1511"/>
                    <a:pt x="2969" y="1252"/>
                  </a:cubicBezTo>
                  <a:lnTo>
                    <a:pt x="2969" y="1252"/>
                  </a:lnTo>
                  <a:cubicBezTo>
                    <a:pt x="2906" y="1273"/>
                    <a:pt x="2840" y="1283"/>
                    <a:pt x="2775" y="1283"/>
                  </a:cubicBezTo>
                  <a:cubicBezTo>
                    <a:pt x="2676" y="1283"/>
                    <a:pt x="2578" y="1259"/>
                    <a:pt x="2488" y="1213"/>
                  </a:cubicBezTo>
                  <a:lnTo>
                    <a:pt x="265"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1"/>
            <p:cNvSpPr/>
            <p:nvPr/>
          </p:nvSpPr>
          <p:spPr>
            <a:xfrm>
              <a:off x="2801509" y="2167102"/>
              <a:ext cx="132790" cy="88256"/>
            </a:xfrm>
            <a:custGeom>
              <a:rect b="b" l="l" r="r" t="t"/>
              <a:pathLst>
                <a:path extrusionOk="0" h="3365" w="5063">
                  <a:moveTo>
                    <a:pt x="582" y="1"/>
                  </a:moveTo>
                  <a:lnTo>
                    <a:pt x="0" y="1064"/>
                  </a:lnTo>
                  <a:lnTo>
                    <a:pt x="4081" y="3292"/>
                  </a:lnTo>
                  <a:cubicBezTo>
                    <a:pt x="4172" y="3341"/>
                    <a:pt x="4269" y="3365"/>
                    <a:pt x="4366" y="3365"/>
                  </a:cubicBezTo>
                  <a:cubicBezTo>
                    <a:pt x="4581" y="3365"/>
                    <a:pt x="4790" y="3249"/>
                    <a:pt x="4903" y="3047"/>
                  </a:cubicBezTo>
                  <a:cubicBezTo>
                    <a:pt x="5062" y="2753"/>
                    <a:pt x="4956" y="2387"/>
                    <a:pt x="4663" y="2229"/>
                  </a:cubicBezTo>
                  <a:lnTo>
                    <a:pt x="58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1"/>
            <p:cNvSpPr/>
            <p:nvPr/>
          </p:nvSpPr>
          <p:spPr>
            <a:xfrm>
              <a:off x="2861937" y="2217328"/>
              <a:ext cx="69319" cy="38056"/>
            </a:xfrm>
            <a:custGeom>
              <a:rect b="b" l="l" r="r" t="t"/>
              <a:pathLst>
                <a:path extrusionOk="0" h="1451" w="2643">
                  <a:moveTo>
                    <a:pt x="237" y="1"/>
                  </a:moveTo>
                  <a:lnTo>
                    <a:pt x="1" y="410"/>
                  </a:lnTo>
                  <a:lnTo>
                    <a:pt x="1777" y="1377"/>
                  </a:lnTo>
                  <a:cubicBezTo>
                    <a:pt x="1870" y="1427"/>
                    <a:pt x="1969" y="1450"/>
                    <a:pt x="2066" y="1450"/>
                  </a:cubicBezTo>
                  <a:cubicBezTo>
                    <a:pt x="2316" y="1450"/>
                    <a:pt x="2553" y="1296"/>
                    <a:pt x="2643" y="1040"/>
                  </a:cubicBezTo>
                  <a:lnTo>
                    <a:pt x="2643" y="1040"/>
                  </a:lnTo>
                  <a:cubicBezTo>
                    <a:pt x="2562" y="1076"/>
                    <a:pt x="2476" y="1094"/>
                    <a:pt x="2389" y="1094"/>
                  </a:cubicBezTo>
                  <a:cubicBezTo>
                    <a:pt x="2289" y="1094"/>
                    <a:pt x="2189" y="1070"/>
                    <a:pt x="2099" y="1021"/>
                  </a:cubicBezTo>
                  <a:lnTo>
                    <a:pt x="23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1"/>
            <p:cNvSpPr/>
            <p:nvPr/>
          </p:nvSpPr>
          <p:spPr>
            <a:xfrm>
              <a:off x="2777012" y="2189946"/>
              <a:ext cx="132790" cy="88256"/>
            </a:xfrm>
            <a:custGeom>
              <a:rect b="b" l="l" r="r" t="t"/>
              <a:pathLst>
                <a:path extrusionOk="0" h="3365" w="5063">
                  <a:moveTo>
                    <a:pt x="578" y="1"/>
                  </a:moveTo>
                  <a:lnTo>
                    <a:pt x="1" y="1064"/>
                  </a:lnTo>
                  <a:lnTo>
                    <a:pt x="4081" y="3292"/>
                  </a:lnTo>
                  <a:cubicBezTo>
                    <a:pt x="4172" y="3341"/>
                    <a:pt x="4270" y="3364"/>
                    <a:pt x="4367" y="3364"/>
                  </a:cubicBezTo>
                  <a:cubicBezTo>
                    <a:pt x="4581" y="3364"/>
                    <a:pt x="4789" y="3249"/>
                    <a:pt x="4899" y="3046"/>
                  </a:cubicBezTo>
                  <a:cubicBezTo>
                    <a:pt x="5063" y="2753"/>
                    <a:pt x="4952" y="2387"/>
                    <a:pt x="4658" y="2228"/>
                  </a:cubicBezTo>
                  <a:lnTo>
                    <a:pt x="57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1"/>
            <p:cNvSpPr/>
            <p:nvPr/>
          </p:nvSpPr>
          <p:spPr>
            <a:xfrm>
              <a:off x="2845912" y="2245234"/>
              <a:ext cx="60481" cy="32994"/>
            </a:xfrm>
            <a:custGeom>
              <a:rect b="b" l="l" r="r" t="t"/>
              <a:pathLst>
                <a:path extrusionOk="0" h="1258" w="2306">
                  <a:moveTo>
                    <a:pt x="232" y="0"/>
                  </a:moveTo>
                  <a:lnTo>
                    <a:pt x="1" y="390"/>
                  </a:lnTo>
                  <a:lnTo>
                    <a:pt x="1454" y="1184"/>
                  </a:lnTo>
                  <a:cubicBezTo>
                    <a:pt x="1546" y="1234"/>
                    <a:pt x="1645" y="1257"/>
                    <a:pt x="1742" y="1257"/>
                  </a:cubicBezTo>
                  <a:cubicBezTo>
                    <a:pt x="1980" y="1257"/>
                    <a:pt x="2210" y="1115"/>
                    <a:pt x="2306" y="876"/>
                  </a:cubicBezTo>
                  <a:lnTo>
                    <a:pt x="2306" y="876"/>
                  </a:lnTo>
                  <a:cubicBezTo>
                    <a:pt x="2232" y="905"/>
                    <a:pt x="2154" y="920"/>
                    <a:pt x="2076" y="920"/>
                  </a:cubicBezTo>
                  <a:cubicBezTo>
                    <a:pt x="1975" y="920"/>
                    <a:pt x="1875" y="896"/>
                    <a:pt x="1786" y="847"/>
                  </a:cubicBezTo>
                  <a:lnTo>
                    <a:pt x="23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1"/>
            <p:cNvSpPr/>
            <p:nvPr/>
          </p:nvSpPr>
          <p:spPr>
            <a:xfrm>
              <a:off x="2752411" y="2212791"/>
              <a:ext cx="132790" cy="88256"/>
            </a:xfrm>
            <a:custGeom>
              <a:rect b="b" l="l" r="r" t="t"/>
              <a:pathLst>
                <a:path extrusionOk="0" h="3365" w="5063">
                  <a:moveTo>
                    <a:pt x="583" y="1"/>
                  </a:moveTo>
                  <a:lnTo>
                    <a:pt x="0" y="1064"/>
                  </a:lnTo>
                  <a:lnTo>
                    <a:pt x="4081" y="3292"/>
                  </a:lnTo>
                  <a:cubicBezTo>
                    <a:pt x="4172" y="3341"/>
                    <a:pt x="4271" y="3364"/>
                    <a:pt x="4368" y="3364"/>
                  </a:cubicBezTo>
                  <a:cubicBezTo>
                    <a:pt x="4584" y="3364"/>
                    <a:pt x="4794" y="3250"/>
                    <a:pt x="4904" y="3051"/>
                  </a:cubicBezTo>
                  <a:cubicBezTo>
                    <a:pt x="5062" y="2758"/>
                    <a:pt x="4956" y="2387"/>
                    <a:pt x="4663" y="2228"/>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1"/>
            <p:cNvSpPr/>
            <p:nvPr/>
          </p:nvSpPr>
          <p:spPr>
            <a:xfrm>
              <a:off x="2830018" y="2271724"/>
              <a:ext cx="52035" cy="29349"/>
            </a:xfrm>
            <a:custGeom>
              <a:rect b="b" l="l" r="r" t="t"/>
              <a:pathLst>
                <a:path extrusionOk="0" h="1119" w="1984">
                  <a:moveTo>
                    <a:pt x="246" y="1"/>
                  </a:moveTo>
                  <a:lnTo>
                    <a:pt x="1" y="434"/>
                  </a:lnTo>
                  <a:lnTo>
                    <a:pt x="1122" y="1045"/>
                  </a:lnTo>
                  <a:cubicBezTo>
                    <a:pt x="1214" y="1095"/>
                    <a:pt x="1314" y="1118"/>
                    <a:pt x="1412" y="1118"/>
                  </a:cubicBezTo>
                  <a:cubicBezTo>
                    <a:pt x="1627" y="1118"/>
                    <a:pt x="1836" y="1005"/>
                    <a:pt x="1945" y="804"/>
                  </a:cubicBezTo>
                  <a:cubicBezTo>
                    <a:pt x="1959" y="775"/>
                    <a:pt x="1973" y="746"/>
                    <a:pt x="1983" y="718"/>
                  </a:cubicBezTo>
                  <a:lnTo>
                    <a:pt x="1983" y="718"/>
                  </a:lnTo>
                  <a:cubicBezTo>
                    <a:pt x="1917" y="741"/>
                    <a:pt x="1848" y="753"/>
                    <a:pt x="1779" y="753"/>
                  </a:cubicBezTo>
                  <a:cubicBezTo>
                    <a:pt x="1679" y="753"/>
                    <a:pt x="1579" y="728"/>
                    <a:pt x="1487" y="679"/>
                  </a:cubicBezTo>
                  <a:lnTo>
                    <a:pt x="2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1"/>
            <p:cNvSpPr/>
            <p:nvPr/>
          </p:nvSpPr>
          <p:spPr>
            <a:xfrm>
              <a:off x="2672260" y="2102871"/>
              <a:ext cx="169010" cy="153116"/>
            </a:xfrm>
            <a:custGeom>
              <a:rect b="b" l="l" r="r" t="t"/>
              <a:pathLst>
                <a:path extrusionOk="0" h="5838" w="6444">
                  <a:moveTo>
                    <a:pt x="2017" y="1"/>
                  </a:moveTo>
                  <a:lnTo>
                    <a:pt x="1" y="3638"/>
                  </a:lnTo>
                  <a:lnTo>
                    <a:pt x="4125" y="5837"/>
                  </a:lnTo>
                  <a:lnTo>
                    <a:pt x="6444" y="1579"/>
                  </a:lnTo>
                  <a:lnTo>
                    <a:pt x="4351" y="698"/>
                  </a:lnTo>
                  <a:lnTo>
                    <a:pt x="3412" y="809"/>
                  </a:lnTo>
                  <a:lnTo>
                    <a:pt x="2017"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1"/>
            <p:cNvSpPr/>
            <p:nvPr/>
          </p:nvSpPr>
          <p:spPr>
            <a:xfrm>
              <a:off x="2664942" y="2085718"/>
              <a:ext cx="93160" cy="134914"/>
            </a:xfrm>
            <a:custGeom>
              <a:rect b="b" l="l" r="r" t="t"/>
              <a:pathLst>
                <a:path extrusionOk="0" h="5144" w="3552">
                  <a:moveTo>
                    <a:pt x="2676" y="0"/>
                  </a:moveTo>
                  <a:lnTo>
                    <a:pt x="1" y="4639"/>
                  </a:lnTo>
                  <a:lnTo>
                    <a:pt x="872" y="5144"/>
                  </a:lnTo>
                  <a:lnTo>
                    <a:pt x="3552" y="505"/>
                  </a:lnTo>
                  <a:lnTo>
                    <a:pt x="2676"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1"/>
            <p:cNvSpPr/>
            <p:nvPr/>
          </p:nvSpPr>
          <p:spPr>
            <a:xfrm>
              <a:off x="2661664" y="2043308"/>
              <a:ext cx="79915" cy="167882"/>
            </a:xfrm>
            <a:custGeom>
              <a:rect b="b" l="l" r="r" t="t"/>
              <a:pathLst>
                <a:path extrusionOk="0" h="6401" w="3047">
                  <a:moveTo>
                    <a:pt x="1" y="0"/>
                  </a:moveTo>
                  <a:lnTo>
                    <a:pt x="1" y="6183"/>
                  </a:lnTo>
                  <a:lnTo>
                    <a:pt x="366" y="6400"/>
                  </a:lnTo>
                  <a:lnTo>
                    <a:pt x="3047" y="1762"/>
                  </a:lnTo>
                  <a:lnTo>
                    <a:pt x="1"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1"/>
            <p:cNvSpPr/>
            <p:nvPr/>
          </p:nvSpPr>
          <p:spPr>
            <a:xfrm>
              <a:off x="2664942" y="2178092"/>
              <a:ext cx="40049" cy="42672"/>
            </a:xfrm>
            <a:custGeom>
              <a:rect b="b" l="l" r="r" t="t"/>
              <a:pathLst>
                <a:path extrusionOk="0" h="1627" w="1527">
                  <a:moveTo>
                    <a:pt x="646" y="0"/>
                  </a:moveTo>
                  <a:lnTo>
                    <a:pt x="1" y="1121"/>
                  </a:lnTo>
                  <a:lnTo>
                    <a:pt x="872" y="1627"/>
                  </a:lnTo>
                  <a:lnTo>
                    <a:pt x="1526" y="496"/>
                  </a:lnTo>
                  <a:lnTo>
                    <a:pt x="646" y="0"/>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1"/>
            <p:cNvSpPr/>
            <p:nvPr/>
          </p:nvSpPr>
          <p:spPr>
            <a:xfrm>
              <a:off x="2661664" y="2166604"/>
              <a:ext cx="26673" cy="44587"/>
            </a:xfrm>
            <a:custGeom>
              <a:rect b="b" l="l" r="r" t="t"/>
              <a:pathLst>
                <a:path extrusionOk="0" h="1700" w="1017">
                  <a:moveTo>
                    <a:pt x="1" y="0"/>
                  </a:moveTo>
                  <a:lnTo>
                    <a:pt x="1" y="1482"/>
                  </a:lnTo>
                  <a:lnTo>
                    <a:pt x="366" y="1699"/>
                  </a:lnTo>
                  <a:lnTo>
                    <a:pt x="1016" y="578"/>
                  </a:ln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1"/>
            <p:cNvSpPr/>
            <p:nvPr/>
          </p:nvSpPr>
          <p:spPr>
            <a:xfrm>
              <a:off x="2707221" y="2190576"/>
              <a:ext cx="71208" cy="57281"/>
            </a:xfrm>
            <a:custGeom>
              <a:rect b="b" l="l" r="r" t="t"/>
              <a:pathLst>
                <a:path extrusionOk="0" h="2184" w="2715">
                  <a:moveTo>
                    <a:pt x="2026" y="1"/>
                  </a:moveTo>
                  <a:cubicBezTo>
                    <a:pt x="1902" y="1"/>
                    <a:pt x="1778" y="38"/>
                    <a:pt x="1670" y="116"/>
                  </a:cubicBezTo>
                  <a:lnTo>
                    <a:pt x="333" y="1088"/>
                  </a:lnTo>
                  <a:cubicBezTo>
                    <a:pt x="59" y="1281"/>
                    <a:pt x="1" y="1661"/>
                    <a:pt x="193" y="1935"/>
                  </a:cubicBezTo>
                  <a:cubicBezTo>
                    <a:pt x="312" y="2098"/>
                    <a:pt x="498" y="2183"/>
                    <a:pt x="685" y="2183"/>
                  </a:cubicBezTo>
                  <a:cubicBezTo>
                    <a:pt x="809" y="2183"/>
                    <a:pt x="933" y="2146"/>
                    <a:pt x="1040" y="2070"/>
                  </a:cubicBezTo>
                  <a:lnTo>
                    <a:pt x="2383" y="1098"/>
                  </a:lnTo>
                  <a:cubicBezTo>
                    <a:pt x="2657" y="900"/>
                    <a:pt x="2715" y="511"/>
                    <a:pt x="2508" y="241"/>
                  </a:cubicBezTo>
                  <a:lnTo>
                    <a:pt x="2508" y="236"/>
                  </a:lnTo>
                  <a:cubicBezTo>
                    <a:pt x="2387" y="82"/>
                    <a:pt x="2208" y="1"/>
                    <a:pt x="20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1"/>
            <p:cNvSpPr/>
            <p:nvPr/>
          </p:nvSpPr>
          <p:spPr>
            <a:xfrm>
              <a:off x="2710394" y="2191730"/>
              <a:ext cx="68034" cy="56048"/>
            </a:xfrm>
            <a:custGeom>
              <a:rect b="b" l="l" r="r" t="t"/>
              <a:pathLst>
                <a:path extrusionOk="0" h="2137" w="2594">
                  <a:moveTo>
                    <a:pt x="2132" y="0"/>
                  </a:moveTo>
                  <a:cubicBezTo>
                    <a:pt x="2233" y="260"/>
                    <a:pt x="2146" y="553"/>
                    <a:pt x="1925" y="717"/>
                  </a:cubicBezTo>
                  <a:lnTo>
                    <a:pt x="582" y="1684"/>
                  </a:lnTo>
                  <a:cubicBezTo>
                    <a:pt x="478" y="1762"/>
                    <a:pt x="355" y="1800"/>
                    <a:pt x="230" y="1800"/>
                  </a:cubicBezTo>
                  <a:cubicBezTo>
                    <a:pt x="153" y="1800"/>
                    <a:pt x="75" y="1786"/>
                    <a:pt x="0" y="1756"/>
                  </a:cubicBezTo>
                  <a:lnTo>
                    <a:pt x="0" y="1756"/>
                  </a:lnTo>
                  <a:cubicBezTo>
                    <a:pt x="99" y="1998"/>
                    <a:pt x="329" y="2136"/>
                    <a:pt x="566" y="2136"/>
                  </a:cubicBezTo>
                  <a:cubicBezTo>
                    <a:pt x="688" y="2136"/>
                    <a:pt x="811" y="2099"/>
                    <a:pt x="919" y="2021"/>
                  </a:cubicBezTo>
                  <a:lnTo>
                    <a:pt x="2262" y="1054"/>
                  </a:lnTo>
                  <a:cubicBezTo>
                    <a:pt x="2536" y="852"/>
                    <a:pt x="2594" y="462"/>
                    <a:pt x="2387" y="192"/>
                  </a:cubicBezTo>
                  <a:cubicBezTo>
                    <a:pt x="2319" y="106"/>
                    <a:pt x="2233" y="38"/>
                    <a:pt x="213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1"/>
            <p:cNvSpPr/>
            <p:nvPr/>
          </p:nvSpPr>
          <p:spPr>
            <a:xfrm>
              <a:off x="2734498" y="2215754"/>
              <a:ext cx="63366" cy="51642"/>
            </a:xfrm>
            <a:custGeom>
              <a:rect b="b" l="l" r="r" t="t"/>
              <a:pathLst>
                <a:path extrusionOk="0" h="1969" w="2416">
                  <a:moveTo>
                    <a:pt x="1726" y="1"/>
                  </a:moveTo>
                  <a:cubicBezTo>
                    <a:pt x="1602" y="1"/>
                    <a:pt x="1478" y="39"/>
                    <a:pt x="1371" y="119"/>
                  </a:cubicBezTo>
                  <a:lnTo>
                    <a:pt x="342" y="864"/>
                  </a:lnTo>
                  <a:cubicBezTo>
                    <a:pt x="63" y="1062"/>
                    <a:pt x="0" y="1451"/>
                    <a:pt x="202" y="1726"/>
                  </a:cubicBezTo>
                  <a:cubicBezTo>
                    <a:pt x="320" y="1884"/>
                    <a:pt x="502" y="1968"/>
                    <a:pt x="686" y="1968"/>
                  </a:cubicBezTo>
                  <a:cubicBezTo>
                    <a:pt x="810" y="1968"/>
                    <a:pt x="936" y="1930"/>
                    <a:pt x="1044" y="1851"/>
                  </a:cubicBezTo>
                  <a:lnTo>
                    <a:pt x="2084" y="1100"/>
                  </a:lnTo>
                  <a:cubicBezTo>
                    <a:pt x="2358" y="898"/>
                    <a:pt x="2416" y="508"/>
                    <a:pt x="2209" y="239"/>
                  </a:cubicBezTo>
                  <a:cubicBezTo>
                    <a:pt x="2088" y="84"/>
                    <a:pt x="1908" y="1"/>
                    <a:pt x="17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1"/>
            <p:cNvSpPr/>
            <p:nvPr/>
          </p:nvSpPr>
          <p:spPr>
            <a:xfrm>
              <a:off x="2737776" y="2216961"/>
              <a:ext cx="60087" cy="50435"/>
            </a:xfrm>
            <a:custGeom>
              <a:rect b="b" l="l" r="r" t="t"/>
              <a:pathLst>
                <a:path extrusionOk="0" h="1923" w="2291">
                  <a:moveTo>
                    <a:pt x="1829" y="0"/>
                  </a:moveTo>
                  <a:cubicBezTo>
                    <a:pt x="1930" y="260"/>
                    <a:pt x="1848" y="554"/>
                    <a:pt x="1622" y="717"/>
                  </a:cubicBezTo>
                  <a:lnTo>
                    <a:pt x="578" y="1473"/>
                  </a:lnTo>
                  <a:cubicBezTo>
                    <a:pt x="472" y="1548"/>
                    <a:pt x="348" y="1586"/>
                    <a:pt x="223" y="1586"/>
                  </a:cubicBezTo>
                  <a:cubicBezTo>
                    <a:pt x="148" y="1586"/>
                    <a:pt x="72" y="1572"/>
                    <a:pt x="0" y="1545"/>
                  </a:cubicBezTo>
                  <a:lnTo>
                    <a:pt x="0" y="1545"/>
                  </a:lnTo>
                  <a:cubicBezTo>
                    <a:pt x="19" y="1593"/>
                    <a:pt x="44" y="1636"/>
                    <a:pt x="77" y="1680"/>
                  </a:cubicBezTo>
                  <a:cubicBezTo>
                    <a:pt x="195" y="1838"/>
                    <a:pt x="377" y="1922"/>
                    <a:pt x="561" y="1922"/>
                  </a:cubicBezTo>
                  <a:cubicBezTo>
                    <a:pt x="685" y="1922"/>
                    <a:pt x="811" y="1884"/>
                    <a:pt x="919" y="1805"/>
                  </a:cubicBezTo>
                  <a:lnTo>
                    <a:pt x="1959" y="1054"/>
                  </a:lnTo>
                  <a:cubicBezTo>
                    <a:pt x="2233" y="852"/>
                    <a:pt x="2291" y="462"/>
                    <a:pt x="2079" y="193"/>
                  </a:cubicBezTo>
                  <a:cubicBezTo>
                    <a:pt x="2016" y="106"/>
                    <a:pt x="1925" y="39"/>
                    <a:pt x="182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1"/>
            <p:cNvSpPr/>
            <p:nvPr/>
          </p:nvSpPr>
          <p:spPr>
            <a:xfrm>
              <a:off x="2761617" y="2241064"/>
              <a:ext cx="55550" cy="45819"/>
            </a:xfrm>
            <a:custGeom>
              <a:rect b="b" l="l" r="r" t="t"/>
              <a:pathLst>
                <a:path extrusionOk="0" h="1747" w="2118">
                  <a:moveTo>
                    <a:pt x="1429" y="0"/>
                  </a:moveTo>
                  <a:cubicBezTo>
                    <a:pt x="1305" y="0"/>
                    <a:pt x="1181" y="38"/>
                    <a:pt x="1074" y="116"/>
                  </a:cubicBezTo>
                  <a:lnTo>
                    <a:pt x="333" y="650"/>
                  </a:lnTo>
                  <a:cubicBezTo>
                    <a:pt x="63" y="847"/>
                    <a:pt x="1" y="1227"/>
                    <a:pt x="198" y="1497"/>
                  </a:cubicBezTo>
                  <a:cubicBezTo>
                    <a:pt x="317" y="1660"/>
                    <a:pt x="501" y="1747"/>
                    <a:pt x="689" y="1747"/>
                  </a:cubicBezTo>
                  <a:cubicBezTo>
                    <a:pt x="812" y="1747"/>
                    <a:pt x="936" y="1710"/>
                    <a:pt x="1045" y="1632"/>
                  </a:cubicBezTo>
                  <a:lnTo>
                    <a:pt x="1786" y="1097"/>
                  </a:lnTo>
                  <a:cubicBezTo>
                    <a:pt x="2060" y="895"/>
                    <a:pt x="2118" y="506"/>
                    <a:pt x="1911" y="236"/>
                  </a:cubicBezTo>
                  <a:cubicBezTo>
                    <a:pt x="1791" y="82"/>
                    <a:pt x="1611" y="0"/>
                    <a:pt x="142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1"/>
            <p:cNvSpPr/>
            <p:nvPr/>
          </p:nvSpPr>
          <p:spPr>
            <a:xfrm>
              <a:off x="2764659" y="2241955"/>
              <a:ext cx="52507" cy="45006"/>
            </a:xfrm>
            <a:custGeom>
              <a:rect b="b" l="l" r="r" t="t"/>
              <a:pathLst>
                <a:path extrusionOk="0" h="1716" w="2002">
                  <a:moveTo>
                    <a:pt x="1516" y="0"/>
                  </a:moveTo>
                  <a:cubicBezTo>
                    <a:pt x="1602" y="255"/>
                    <a:pt x="1516" y="534"/>
                    <a:pt x="1299" y="693"/>
                  </a:cubicBezTo>
                  <a:lnTo>
                    <a:pt x="558" y="1227"/>
                  </a:lnTo>
                  <a:cubicBezTo>
                    <a:pt x="451" y="1306"/>
                    <a:pt x="324" y="1346"/>
                    <a:pt x="197" y="1346"/>
                  </a:cubicBezTo>
                  <a:cubicBezTo>
                    <a:pt x="131" y="1346"/>
                    <a:pt x="64" y="1335"/>
                    <a:pt x="0" y="1314"/>
                  </a:cubicBezTo>
                  <a:lnTo>
                    <a:pt x="0" y="1314"/>
                  </a:lnTo>
                  <a:cubicBezTo>
                    <a:pt x="19" y="1367"/>
                    <a:pt x="43" y="1420"/>
                    <a:pt x="77" y="1468"/>
                  </a:cubicBezTo>
                  <a:cubicBezTo>
                    <a:pt x="196" y="1630"/>
                    <a:pt x="382" y="1716"/>
                    <a:pt x="569" y="1716"/>
                  </a:cubicBezTo>
                  <a:cubicBezTo>
                    <a:pt x="693" y="1716"/>
                    <a:pt x="817" y="1679"/>
                    <a:pt x="924" y="1602"/>
                  </a:cubicBezTo>
                  <a:lnTo>
                    <a:pt x="1665" y="1063"/>
                  </a:lnTo>
                  <a:cubicBezTo>
                    <a:pt x="1944" y="866"/>
                    <a:pt x="2002" y="476"/>
                    <a:pt x="1795" y="202"/>
                  </a:cubicBezTo>
                  <a:cubicBezTo>
                    <a:pt x="1723" y="111"/>
                    <a:pt x="1626" y="39"/>
                    <a:pt x="15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1"/>
            <p:cNvSpPr/>
            <p:nvPr/>
          </p:nvSpPr>
          <p:spPr>
            <a:xfrm>
              <a:off x="2788867" y="2266295"/>
              <a:ext cx="47734" cy="40154"/>
            </a:xfrm>
            <a:custGeom>
              <a:rect b="b" l="l" r="r" t="t"/>
              <a:pathLst>
                <a:path extrusionOk="0" h="1531" w="1820">
                  <a:moveTo>
                    <a:pt x="1131" y="1"/>
                  </a:moveTo>
                  <a:cubicBezTo>
                    <a:pt x="1007" y="1"/>
                    <a:pt x="883" y="38"/>
                    <a:pt x="776" y="116"/>
                  </a:cubicBezTo>
                  <a:lnTo>
                    <a:pt x="333" y="434"/>
                  </a:lnTo>
                  <a:cubicBezTo>
                    <a:pt x="64" y="631"/>
                    <a:pt x="1" y="1011"/>
                    <a:pt x="198" y="1281"/>
                  </a:cubicBezTo>
                  <a:cubicBezTo>
                    <a:pt x="315" y="1444"/>
                    <a:pt x="499" y="1531"/>
                    <a:pt x="688" y="1531"/>
                  </a:cubicBezTo>
                  <a:cubicBezTo>
                    <a:pt x="812" y="1531"/>
                    <a:pt x="937" y="1493"/>
                    <a:pt x="1045" y="1415"/>
                  </a:cubicBezTo>
                  <a:lnTo>
                    <a:pt x="1483" y="1098"/>
                  </a:lnTo>
                  <a:cubicBezTo>
                    <a:pt x="1762" y="896"/>
                    <a:pt x="1820" y="506"/>
                    <a:pt x="1608" y="237"/>
                  </a:cubicBezTo>
                  <a:cubicBezTo>
                    <a:pt x="1491" y="82"/>
                    <a:pt x="1312" y="1"/>
                    <a:pt x="113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1"/>
            <p:cNvSpPr/>
            <p:nvPr/>
          </p:nvSpPr>
          <p:spPr>
            <a:xfrm>
              <a:off x="2792041" y="2267317"/>
              <a:ext cx="44561" cy="39184"/>
            </a:xfrm>
            <a:custGeom>
              <a:rect b="b" l="l" r="r" t="t"/>
              <a:pathLst>
                <a:path extrusionOk="0" h="1494" w="1699">
                  <a:moveTo>
                    <a:pt x="1227" y="0"/>
                  </a:moveTo>
                  <a:lnTo>
                    <a:pt x="1227" y="0"/>
                  </a:lnTo>
                  <a:cubicBezTo>
                    <a:pt x="1328" y="260"/>
                    <a:pt x="1242" y="549"/>
                    <a:pt x="1020" y="712"/>
                  </a:cubicBezTo>
                  <a:lnTo>
                    <a:pt x="578" y="1030"/>
                  </a:lnTo>
                  <a:cubicBezTo>
                    <a:pt x="470" y="1107"/>
                    <a:pt x="344" y="1146"/>
                    <a:pt x="216" y="1146"/>
                  </a:cubicBezTo>
                  <a:cubicBezTo>
                    <a:pt x="143" y="1146"/>
                    <a:pt x="70" y="1133"/>
                    <a:pt x="0" y="1107"/>
                  </a:cubicBezTo>
                  <a:lnTo>
                    <a:pt x="0" y="1107"/>
                  </a:lnTo>
                  <a:cubicBezTo>
                    <a:pt x="96" y="1352"/>
                    <a:pt x="328" y="1494"/>
                    <a:pt x="567" y="1494"/>
                  </a:cubicBezTo>
                  <a:cubicBezTo>
                    <a:pt x="690" y="1494"/>
                    <a:pt x="815" y="1456"/>
                    <a:pt x="924" y="1376"/>
                  </a:cubicBezTo>
                  <a:lnTo>
                    <a:pt x="1367" y="1059"/>
                  </a:lnTo>
                  <a:cubicBezTo>
                    <a:pt x="1641" y="857"/>
                    <a:pt x="1699" y="467"/>
                    <a:pt x="1492" y="198"/>
                  </a:cubicBezTo>
                  <a:cubicBezTo>
                    <a:pt x="1420" y="111"/>
                    <a:pt x="1333" y="39"/>
                    <a:pt x="1227"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1"/>
            <p:cNvSpPr/>
            <p:nvPr/>
          </p:nvSpPr>
          <p:spPr>
            <a:xfrm>
              <a:off x="2794060" y="2108169"/>
              <a:ext cx="68926" cy="106038"/>
            </a:xfrm>
            <a:custGeom>
              <a:rect b="b" l="l" r="r" t="t"/>
              <a:pathLst>
                <a:path extrusionOk="0" h="4043" w="2628">
                  <a:moveTo>
                    <a:pt x="404" y="1"/>
                  </a:moveTo>
                  <a:lnTo>
                    <a:pt x="0" y="1617"/>
                  </a:lnTo>
                  <a:lnTo>
                    <a:pt x="0" y="3234"/>
                  </a:lnTo>
                  <a:cubicBezTo>
                    <a:pt x="0" y="3682"/>
                    <a:pt x="361" y="4042"/>
                    <a:pt x="809" y="4042"/>
                  </a:cubicBezTo>
                  <a:cubicBezTo>
                    <a:pt x="1256" y="4042"/>
                    <a:pt x="1617" y="3682"/>
                    <a:pt x="1617" y="3234"/>
                  </a:cubicBezTo>
                  <a:lnTo>
                    <a:pt x="1617" y="1617"/>
                  </a:lnTo>
                  <a:lnTo>
                    <a:pt x="262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1"/>
            <p:cNvSpPr/>
            <p:nvPr/>
          </p:nvSpPr>
          <p:spPr>
            <a:xfrm>
              <a:off x="2794060" y="2108169"/>
              <a:ext cx="29165" cy="106038"/>
            </a:xfrm>
            <a:custGeom>
              <a:rect b="b" l="l" r="r" t="t"/>
              <a:pathLst>
                <a:path extrusionOk="0" h="4043" w="1112">
                  <a:moveTo>
                    <a:pt x="404" y="1"/>
                  </a:moveTo>
                  <a:lnTo>
                    <a:pt x="0" y="1617"/>
                  </a:lnTo>
                  <a:lnTo>
                    <a:pt x="0" y="3234"/>
                  </a:lnTo>
                  <a:cubicBezTo>
                    <a:pt x="0" y="3682"/>
                    <a:pt x="366" y="4042"/>
                    <a:pt x="809" y="4042"/>
                  </a:cubicBezTo>
                  <a:cubicBezTo>
                    <a:pt x="914" y="4042"/>
                    <a:pt x="1016" y="4023"/>
                    <a:pt x="1112" y="3985"/>
                  </a:cubicBezTo>
                  <a:cubicBezTo>
                    <a:pt x="809" y="3860"/>
                    <a:pt x="607" y="3561"/>
                    <a:pt x="607" y="3234"/>
                  </a:cubicBezTo>
                  <a:lnTo>
                    <a:pt x="607" y="1617"/>
                  </a:lnTo>
                  <a:lnTo>
                    <a:pt x="1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1"/>
            <p:cNvSpPr/>
            <p:nvPr/>
          </p:nvSpPr>
          <p:spPr>
            <a:xfrm>
              <a:off x="2654399" y="2038404"/>
              <a:ext cx="342977" cy="272976"/>
            </a:xfrm>
            <a:custGeom>
              <a:rect b="b" l="l" r="r" t="t"/>
              <a:pathLst>
                <a:path extrusionOk="0" h="10408" w="13077">
                  <a:moveTo>
                    <a:pt x="7924" y="2853"/>
                  </a:moveTo>
                  <a:lnTo>
                    <a:pt x="8958" y="3195"/>
                  </a:lnTo>
                  <a:cubicBezTo>
                    <a:pt x="8976" y="3201"/>
                    <a:pt x="8994" y="3203"/>
                    <a:pt x="9013" y="3203"/>
                  </a:cubicBezTo>
                  <a:cubicBezTo>
                    <a:pt x="9055" y="3203"/>
                    <a:pt x="9098" y="3189"/>
                    <a:pt x="9131" y="3166"/>
                  </a:cubicBezTo>
                  <a:lnTo>
                    <a:pt x="9459" y="2916"/>
                  </a:lnTo>
                  <a:lnTo>
                    <a:pt x="11725" y="5894"/>
                  </a:lnTo>
                  <a:lnTo>
                    <a:pt x="11374" y="6140"/>
                  </a:lnTo>
                  <a:cubicBezTo>
                    <a:pt x="11345" y="6125"/>
                    <a:pt x="11321" y="6111"/>
                    <a:pt x="11297" y="6096"/>
                  </a:cubicBezTo>
                  <a:lnTo>
                    <a:pt x="7370" y="3955"/>
                  </a:lnTo>
                  <a:lnTo>
                    <a:pt x="7515" y="3719"/>
                  </a:lnTo>
                  <a:cubicBezTo>
                    <a:pt x="7602" y="3572"/>
                    <a:pt x="7476" y="3433"/>
                    <a:pt x="7346" y="3433"/>
                  </a:cubicBezTo>
                  <a:cubicBezTo>
                    <a:pt x="7290" y="3433"/>
                    <a:pt x="7233" y="3459"/>
                    <a:pt x="7192" y="3522"/>
                  </a:cubicBezTo>
                  <a:lnTo>
                    <a:pt x="6783" y="4176"/>
                  </a:lnTo>
                  <a:cubicBezTo>
                    <a:pt x="6764" y="4205"/>
                    <a:pt x="6754" y="4239"/>
                    <a:pt x="6754" y="4277"/>
                  </a:cubicBezTo>
                  <a:lnTo>
                    <a:pt x="6754" y="5894"/>
                  </a:lnTo>
                  <a:cubicBezTo>
                    <a:pt x="6754" y="6236"/>
                    <a:pt x="6475" y="6510"/>
                    <a:pt x="6134" y="6510"/>
                  </a:cubicBezTo>
                  <a:cubicBezTo>
                    <a:pt x="5792" y="6510"/>
                    <a:pt x="5518" y="6236"/>
                    <a:pt x="5518" y="5894"/>
                  </a:cubicBezTo>
                  <a:lnTo>
                    <a:pt x="5518" y="4301"/>
                  </a:lnTo>
                  <a:lnTo>
                    <a:pt x="5879" y="2853"/>
                  </a:lnTo>
                  <a:close/>
                  <a:moveTo>
                    <a:pt x="3396" y="2208"/>
                  </a:moveTo>
                  <a:lnTo>
                    <a:pt x="3694" y="2382"/>
                  </a:lnTo>
                  <a:lnTo>
                    <a:pt x="1206" y="6693"/>
                  </a:lnTo>
                  <a:lnTo>
                    <a:pt x="908" y="6515"/>
                  </a:lnTo>
                  <a:lnTo>
                    <a:pt x="3396" y="2208"/>
                  </a:lnTo>
                  <a:close/>
                  <a:moveTo>
                    <a:pt x="4041" y="5990"/>
                  </a:moveTo>
                  <a:cubicBezTo>
                    <a:pt x="4170" y="5990"/>
                    <a:pt x="4296" y="6051"/>
                    <a:pt x="4377" y="6164"/>
                  </a:cubicBezTo>
                  <a:cubicBezTo>
                    <a:pt x="4512" y="6351"/>
                    <a:pt x="4474" y="6611"/>
                    <a:pt x="4286" y="6746"/>
                  </a:cubicBezTo>
                  <a:lnTo>
                    <a:pt x="2943" y="7713"/>
                  </a:lnTo>
                  <a:cubicBezTo>
                    <a:pt x="2870" y="7767"/>
                    <a:pt x="2784" y="7793"/>
                    <a:pt x="2698" y="7793"/>
                  </a:cubicBezTo>
                  <a:cubicBezTo>
                    <a:pt x="2570" y="7793"/>
                    <a:pt x="2442" y="7734"/>
                    <a:pt x="2361" y="7622"/>
                  </a:cubicBezTo>
                  <a:cubicBezTo>
                    <a:pt x="2227" y="7434"/>
                    <a:pt x="2270" y="7174"/>
                    <a:pt x="2457" y="7039"/>
                  </a:cubicBezTo>
                  <a:lnTo>
                    <a:pt x="3795" y="6072"/>
                  </a:lnTo>
                  <a:cubicBezTo>
                    <a:pt x="3870" y="6017"/>
                    <a:pt x="3956" y="5990"/>
                    <a:pt x="4041" y="5990"/>
                  </a:cubicBezTo>
                  <a:close/>
                  <a:moveTo>
                    <a:pt x="4778" y="6954"/>
                  </a:moveTo>
                  <a:cubicBezTo>
                    <a:pt x="4904" y="6954"/>
                    <a:pt x="5028" y="7012"/>
                    <a:pt x="5109" y="7116"/>
                  </a:cubicBezTo>
                  <a:cubicBezTo>
                    <a:pt x="5248" y="7304"/>
                    <a:pt x="5210" y="7569"/>
                    <a:pt x="5022" y="7708"/>
                  </a:cubicBezTo>
                  <a:lnTo>
                    <a:pt x="3983" y="8464"/>
                  </a:lnTo>
                  <a:cubicBezTo>
                    <a:pt x="3910" y="8515"/>
                    <a:pt x="3826" y="8540"/>
                    <a:pt x="3743" y="8540"/>
                  </a:cubicBezTo>
                  <a:cubicBezTo>
                    <a:pt x="3616" y="8540"/>
                    <a:pt x="3490" y="8482"/>
                    <a:pt x="3405" y="8372"/>
                  </a:cubicBezTo>
                  <a:cubicBezTo>
                    <a:pt x="3271" y="8180"/>
                    <a:pt x="3314" y="7915"/>
                    <a:pt x="3506" y="7776"/>
                  </a:cubicBezTo>
                  <a:lnTo>
                    <a:pt x="4507" y="7054"/>
                  </a:lnTo>
                  <a:cubicBezTo>
                    <a:pt x="4541" y="7030"/>
                    <a:pt x="4579" y="7006"/>
                    <a:pt x="4618" y="6986"/>
                  </a:cubicBezTo>
                  <a:cubicBezTo>
                    <a:pt x="4670" y="6965"/>
                    <a:pt x="4724" y="6954"/>
                    <a:pt x="4778" y="6954"/>
                  </a:cubicBezTo>
                  <a:close/>
                  <a:moveTo>
                    <a:pt x="5517" y="7914"/>
                  </a:moveTo>
                  <a:cubicBezTo>
                    <a:pt x="5642" y="7914"/>
                    <a:pt x="5765" y="7970"/>
                    <a:pt x="5845" y="8079"/>
                  </a:cubicBezTo>
                  <a:cubicBezTo>
                    <a:pt x="5989" y="8266"/>
                    <a:pt x="5951" y="8531"/>
                    <a:pt x="5758" y="8670"/>
                  </a:cubicBezTo>
                  <a:lnTo>
                    <a:pt x="5017" y="9205"/>
                  </a:lnTo>
                  <a:cubicBezTo>
                    <a:pt x="4947" y="9259"/>
                    <a:pt x="4860" y="9286"/>
                    <a:pt x="4771" y="9286"/>
                  </a:cubicBezTo>
                  <a:cubicBezTo>
                    <a:pt x="4750" y="9286"/>
                    <a:pt x="4730" y="9284"/>
                    <a:pt x="4709" y="9282"/>
                  </a:cubicBezTo>
                  <a:cubicBezTo>
                    <a:pt x="4344" y="9224"/>
                    <a:pt x="4228" y="8747"/>
                    <a:pt x="4531" y="8531"/>
                  </a:cubicBezTo>
                  <a:lnTo>
                    <a:pt x="5243" y="8016"/>
                  </a:lnTo>
                  <a:lnTo>
                    <a:pt x="5272" y="7992"/>
                  </a:lnTo>
                  <a:cubicBezTo>
                    <a:pt x="5346" y="7940"/>
                    <a:pt x="5432" y="7914"/>
                    <a:pt x="5517" y="7914"/>
                  </a:cubicBezTo>
                  <a:close/>
                  <a:moveTo>
                    <a:pt x="3646" y="3224"/>
                  </a:moveTo>
                  <a:lnTo>
                    <a:pt x="3997" y="3426"/>
                  </a:lnTo>
                  <a:cubicBezTo>
                    <a:pt x="4022" y="3444"/>
                    <a:pt x="4052" y="3453"/>
                    <a:pt x="4082" y="3453"/>
                  </a:cubicBezTo>
                  <a:cubicBezTo>
                    <a:pt x="4092" y="3453"/>
                    <a:pt x="4103" y="3452"/>
                    <a:pt x="4113" y="3450"/>
                  </a:cubicBezTo>
                  <a:lnTo>
                    <a:pt x="5008" y="3349"/>
                  </a:lnTo>
                  <a:lnTo>
                    <a:pt x="5330" y="3483"/>
                  </a:lnTo>
                  <a:lnTo>
                    <a:pt x="5142" y="4229"/>
                  </a:lnTo>
                  <a:cubicBezTo>
                    <a:pt x="5138" y="4244"/>
                    <a:pt x="5138" y="4258"/>
                    <a:pt x="5138" y="4273"/>
                  </a:cubicBezTo>
                  <a:lnTo>
                    <a:pt x="5138" y="5889"/>
                  </a:lnTo>
                  <a:cubicBezTo>
                    <a:pt x="5138" y="6443"/>
                    <a:pt x="5585" y="6890"/>
                    <a:pt x="6138" y="6890"/>
                  </a:cubicBezTo>
                  <a:cubicBezTo>
                    <a:pt x="6687" y="6890"/>
                    <a:pt x="7134" y="6443"/>
                    <a:pt x="7134" y="5889"/>
                  </a:cubicBezTo>
                  <a:lnTo>
                    <a:pt x="7134" y="4325"/>
                  </a:lnTo>
                  <a:lnTo>
                    <a:pt x="7168" y="4273"/>
                  </a:lnTo>
                  <a:lnTo>
                    <a:pt x="11114" y="6428"/>
                  </a:lnTo>
                  <a:cubicBezTo>
                    <a:pt x="11316" y="6539"/>
                    <a:pt x="11388" y="6789"/>
                    <a:pt x="11282" y="6996"/>
                  </a:cubicBezTo>
                  <a:lnTo>
                    <a:pt x="11282" y="6991"/>
                  </a:lnTo>
                  <a:cubicBezTo>
                    <a:pt x="11206" y="7131"/>
                    <a:pt x="11061" y="7208"/>
                    <a:pt x="10912" y="7208"/>
                  </a:cubicBezTo>
                  <a:cubicBezTo>
                    <a:pt x="10845" y="7208"/>
                    <a:pt x="10777" y="7192"/>
                    <a:pt x="10714" y="7160"/>
                  </a:cubicBezTo>
                  <a:lnTo>
                    <a:pt x="8525" y="5966"/>
                  </a:lnTo>
                  <a:cubicBezTo>
                    <a:pt x="8495" y="5951"/>
                    <a:pt x="8465" y="5945"/>
                    <a:pt x="8437" y="5945"/>
                  </a:cubicBezTo>
                  <a:cubicBezTo>
                    <a:pt x="8269" y="5945"/>
                    <a:pt x="8169" y="6191"/>
                    <a:pt x="8347" y="6298"/>
                  </a:cubicBezTo>
                  <a:lnTo>
                    <a:pt x="10180" y="7299"/>
                  </a:lnTo>
                  <a:cubicBezTo>
                    <a:pt x="10387" y="7405"/>
                    <a:pt x="10464" y="7660"/>
                    <a:pt x="10354" y="7867"/>
                  </a:cubicBezTo>
                  <a:cubicBezTo>
                    <a:pt x="10278" y="8005"/>
                    <a:pt x="10133" y="8084"/>
                    <a:pt x="9984" y="8084"/>
                  </a:cubicBezTo>
                  <a:cubicBezTo>
                    <a:pt x="9915" y="8084"/>
                    <a:pt x="9845" y="8067"/>
                    <a:pt x="9781" y="8031"/>
                  </a:cubicBezTo>
                  <a:lnTo>
                    <a:pt x="7919" y="7015"/>
                  </a:lnTo>
                  <a:cubicBezTo>
                    <a:pt x="7888" y="7000"/>
                    <a:pt x="7859" y="6994"/>
                    <a:pt x="7831" y="6994"/>
                  </a:cubicBezTo>
                  <a:cubicBezTo>
                    <a:pt x="7662" y="6994"/>
                    <a:pt x="7562" y="7240"/>
                    <a:pt x="7736" y="7347"/>
                  </a:cubicBezTo>
                  <a:lnTo>
                    <a:pt x="9242" y="8170"/>
                  </a:lnTo>
                  <a:cubicBezTo>
                    <a:pt x="9449" y="8281"/>
                    <a:pt x="9521" y="8536"/>
                    <a:pt x="9410" y="8738"/>
                  </a:cubicBezTo>
                  <a:cubicBezTo>
                    <a:pt x="9335" y="8876"/>
                    <a:pt x="9194" y="8953"/>
                    <a:pt x="9047" y="8953"/>
                  </a:cubicBezTo>
                  <a:cubicBezTo>
                    <a:pt x="8978" y="8953"/>
                    <a:pt x="8908" y="8937"/>
                    <a:pt x="8843" y="8901"/>
                  </a:cubicBezTo>
                  <a:lnTo>
                    <a:pt x="7269" y="8040"/>
                  </a:lnTo>
                  <a:cubicBezTo>
                    <a:pt x="7240" y="8026"/>
                    <a:pt x="7211" y="8020"/>
                    <a:pt x="7184" y="8020"/>
                  </a:cubicBezTo>
                  <a:cubicBezTo>
                    <a:pt x="7014" y="8020"/>
                    <a:pt x="6913" y="8265"/>
                    <a:pt x="7091" y="8377"/>
                  </a:cubicBezTo>
                  <a:lnTo>
                    <a:pt x="8313" y="9041"/>
                  </a:lnTo>
                  <a:cubicBezTo>
                    <a:pt x="8515" y="9152"/>
                    <a:pt x="8592" y="9407"/>
                    <a:pt x="8482" y="9609"/>
                  </a:cubicBezTo>
                  <a:cubicBezTo>
                    <a:pt x="8407" y="9749"/>
                    <a:pt x="8265" y="9827"/>
                    <a:pt x="8119" y="9827"/>
                  </a:cubicBezTo>
                  <a:cubicBezTo>
                    <a:pt x="8050" y="9827"/>
                    <a:pt x="7979" y="9810"/>
                    <a:pt x="7914" y="9772"/>
                  </a:cubicBezTo>
                  <a:lnTo>
                    <a:pt x="7053" y="9306"/>
                  </a:lnTo>
                  <a:cubicBezTo>
                    <a:pt x="7062" y="8877"/>
                    <a:pt x="6725" y="8521"/>
                    <a:pt x="6297" y="8497"/>
                  </a:cubicBezTo>
                  <a:cubicBezTo>
                    <a:pt x="6302" y="8483"/>
                    <a:pt x="6307" y="8464"/>
                    <a:pt x="6307" y="8449"/>
                  </a:cubicBezTo>
                  <a:cubicBezTo>
                    <a:pt x="6374" y="7982"/>
                    <a:pt x="6028" y="7559"/>
                    <a:pt x="5561" y="7535"/>
                  </a:cubicBezTo>
                  <a:cubicBezTo>
                    <a:pt x="5561" y="7520"/>
                    <a:pt x="5566" y="7501"/>
                    <a:pt x="5571" y="7487"/>
                  </a:cubicBezTo>
                  <a:cubicBezTo>
                    <a:pt x="5638" y="7020"/>
                    <a:pt x="5292" y="6597"/>
                    <a:pt x="4820" y="6573"/>
                  </a:cubicBezTo>
                  <a:cubicBezTo>
                    <a:pt x="4825" y="6558"/>
                    <a:pt x="4825" y="6539"/>
                    <a:pt x="4830" y="6524"/>
                  </a:cubicBezTo>
                  <a:cubicBezTo>
                    <a:pt x="4863" y="6308"/>
                    <a:pt x="4806" y="6091"/>
                    <a:pt x="4676" y="5923"/>
                  </a:cubicBezTo>
                  <a:cubicBezTo>
                    <a:pt x="4518" y="5716"/>
                    <a:pt x="4281" y="5607"/>
                    <a:pt x="4041" y="5607"/>
                  </a:cubicBezTo>
                  <a:cubicBezTo>
                    <a:pt x="3879" y="5607"/>
                    <a:pt x="3715" y="5657"/>
                    <a:pt x="3574" y="5759"/>
                  </a:cubicBezTo>
                  <a:lnTo>
                    <a:pt x="2251" y="6717"/>
                  </a:lnTo>
                  <a:lnTo>
                    <a:pt x="1774" y="6462"/>
                  </a:lnTo>
                  <a:lnTo>
                    <a:pt x="3646" y="3224"/>
                  </a:lnTo>
                  <a:close/>
                  <a:moveTo>
                    <a:pt x="6259" y="8876"/>
                  </a:moveTo>
                  <a:cubicBezTo>
                    <a:pt x="6384" y="8876"/>
                    <a:pt x="6506" y="8931"/>
                    <a:pt x="6586" y="9036"/>
                  </a:cubicBezTo>
                  <a:cubicBezTo>
                    <a:pt x="6658" y="9128"/>
                    <a:pt x="6687" y="9243"/>
                    <a:pt x="6668" y="9354"/>
                  </a:cubicBezTo>
                  <a:cubicBezTo>
                    <a:pt x="6653" y="9464"/>
                    <a:pt x="6591" y="9565"/>
                    <a:pt x="6499" y="9633"/>
                  </a:cubicBezTo>
                  <a:lnTo>
                    <a:pt x="6061" y="9950"/>
                  </a:lnTo>
                  <a:cubicBezTo>
                    <a:pt x="5986" y="10007"/>
                    <a:pt x="5898" y="10034"/>
                    <a:pt x="5810" y="10034"/>
                  </a:cubicBezTo>
                  <a:cubicBezTo>
                    <a:pt x="5681" y="10034"/>
                    <a:pt x="5553" y="9974"/>
                    <a:pt x="5470" y="9859"/>
                  </a:cubicBezTo>
                  <a:cubicBezTo>
                    <a:pt x="5335" y="9671"/>
                    <a:pt x="5378" y="9407"/>
                    <a:pt x="5571" y="9277"/>
                  </a:cubicBezTo>
                  <a:lnTo>
                    <a:pt x="5984" y="8974"/>
                  </a:lnTo>
                  <a:lnTo>
                    <a:pt x="6013" y="8954"/>
                  </a:lnTo>
                  <a:cubicBezTo>
                    <a:pt x="6088" y="8902"/>
                    <a:pt x="6174" y="8876"/>
                    <a:pt x="6259" y="8876"/>
                  </a:cubicBezTo>
                  <a:close/>
                  <a:moveTo>
                    <a:pt x="272" y="0"/>
                  </a:moveTo>
                  <a:cubicBezTo>
                    <a:pt x="104" y="0"/>
                    <a:pt x="0" y="240"/>
                    <a:pt x="177" y="351"/>
                  </a:cubicBezTo>
                  <a:lnTo>
                    <a:pt x="3059" y="2016"/>
                  </a:lnTo>
                  <a:lnTo>
                    <a:pt x="571" y="6327"/>
                  </a:lnTo>
                  <a:lnTo>
                    <a:pt x="364" y="6207"/>
                  </a:lnTo>
                  <a:cubicBezTo>
                    <a:pt x="332" y="6189"/>
                    <a:pt x="300" y="6182"/>
                    <a:pt x="270" y="6182"/>
                  </a:cubicBezTo>
                  <a:cubicBezTo>
                    <a:pt x="103" y="6182"/>
                    <a:pt x="1" y="6424"/>
                    <a:pt x="177" y="6534"/>
                  </a:cubicBezTo>
                  <a:lnTo>
                    <a:pt x="1178" y="7111"/>
                  </a:lnTo>
                  <a:cubicBezTo>
                    <a:pt x="1206" y="7129"/>
                    <a:pt x="1237" y="7137"/>
                    <a:pt x="1268" y="7137"/>
                  </a:cubicBezTo>
                  <a:cubicBezTo>
                    <a:pt x="1333" y="7137"/>
                    <a:pt x="1397" y="7102"/>
                    <a:pt x="1433" y="7044"/>
                  </a:cubicBezTo>
                  <a:lnTo>
                    <a:pt x="1582" y="6794"/>
                  </a:lnTo>
                  <a:lnTo>
                    <a:pt x="1986" y="7010"/>
                  </a:lnTo>
                  <a:cubicBezTo>
                    <a:pt x="1705" y="7560"/>
                    <a:pt x="2127" y="8173"/>
                    <a:pt x="2686" y="8173"/>
                  </a:cubicBezTo>
                  <a:cubicBezTo>
                    <a:pt x="2768" y="8173"/>
                    <a:pt x="2853" y="8160"/>
                    <a:pt x="2939" y="8132"/>
                  </a:cubicBezTo>
                  <a:cubicBezTo>
                    <a:pt x="2939" y="8300"/>
                    <a:pt x="2996" y="8464"/>
                    <a:pt x="3097" y="8598"/>
                  </a:cubicBezTo>
                  <a:cubicBezTo>
                    <a:pt x="3250" y="8801"/>
                    <a:pt x="3487" y="8914"/>
                    <a:pt x="3732" y="8914"/>
                  </a:cubicBezTo>
                  <a:cubicBezTo>
                    <a:pt x="3813" y="8914"/>
                    <a:pt x="3894" y="8902"/>
                    <a:pt x="3973" y="8877"/>
                  </a:cubicBezTo>
                  <a:cubicBezTo>
                    <a:pt x="3978" y="9262"/>
                    <a:pt x="4262" y="9590"/>
                    <a:pt x="4642" y="9652"/>
                  </a:cubicBezTo>
                  <a:cubicBezTo>
                    <a:pt x="4685" y="9657"/>
                    <a:pt x="4729" y="9662"/>
                    <a:pt x="4772" y="9662"/>
                  </a:cubicBezTo>
                  <a:cubicBezTo>
                    <a:pt x="4854" y="9662"/>
                    <a:pt x="4936" y="9647"/>
                    <a:pt x="5012" y="9623"/>
                  </a:cubicBezTo>
                  <a:cubicBezTo>
                    <a:pt x="5017" y="10008"/>
                    <a:pt x="5301" y="10335"/>
                    <a:pt x="5681" y="10398"/>
                  </a:cubicBezTo>
                  <a:cubicBezTo>
                    <a:pt x="5725" y="10403"/>
                    <a:pt x="5768" y="10408"/>
                    <a:pt x="5806" y="10408"/>
                  </a:cubicBezTo>
                  <a:cubicBezTo>
                    <a:pt x="5975" y="10408"/>
                    <a:pt x="6138" y="10355"/>
                    <a:pt x="6273" y="10258"/>
                  </a:cubicBezTo>
                  <a:lnTo>
                    <a:pt x="6716" y="9936"/>
                  </a:lnTo>
                  <a:cubicBezTo>
                    <a:pt x="6812" y="9869"/>
                    <a:pt x="6889" y="9782"/>
                    <a:pt x="6942" y="9681"/>
                  </a:cubicBezTo>
                  <a:lnTo>
                    <a:pt x="7722" y="10100"/>
                  </a:lnTo>
                  <a:cubicBezTo>
                    <a:pt x="7847" y="10168"/>
                    <a:pt x="7978" y="10199"/>
                    <a:pt x="8105" y="10199"/>
                  </a:cubicBezTo>
                  <a:cubicBezTo>
                    <a:pt x="8552" y="10199"/>
                    <a:pt x="8952" y="9814"/>
                    <a:pt x="8896" y="9315"/>
                  </a:cubicBezTo>
                  <a:lnTo>
                    <a:pt x="8896" y="9315"/>
                  </a:lnTo>
                  <a:cubicBezTo>
                    <a:pt x="8945" y="9324"/>
                    <a:pt x="8993" y="9329"/>
                    <a:pt x="9041" y="9329"/>
                  </a:cubicBezTo>
                  <a:cubicBezTo>
                    <a:pt x="9503" y="9329"/>
                    <a:pt x="9881" y="8924"/>
                    <a:pt x="9829" y="8444"/>
                  </a:cubicBezTo>
                  <a:lnTo>
                    <a:pt x="9829" y="8444"/>
                  </a:lnTo>
                  <a:cubicBezTo>
                    <a:pt x="9878" y="8453"/>
                    <a:pt x="9927" y="8458"/>
                    <a:pt x="9975" y="8458"/>
                  </a:cubicBezTo>
                  <a:cubicBezTo>
                    <a:pt x="10437" y="8458"/>
                    <a:pt x="10819" y="8053"/>
                    <a:pt x="10763" y="7573"/>
                  </a:cubicBezTo>
                  <a:lnTo>
                    <a:pt x="10763" y="7573"/>
                  </a:lnTo>
                  <a:cubicBezTo>
                    <a:pt x="10811" y="7583"/>
                    <a:pt x="10859" y="7583"/>
                    <a:pt x="10907" y="7588"/>
                  </a:cubicBezTo>
                  <a:cubicBezTo>
                    <a:pt x="10984" y="7588"/>
                    <a:pt x="11061" y="7573"/>
                    <a:pt x="11133" y="7554"/>
                  </a:cubicBezTo>
                  <a:cubicBezTo>
                    <a:pt x="11556" y="7429"/>
                    <a:pt x="11797" y="6986"/>
                    <a:pt x="11672" y="6563"/>
                  </a:cubicBezTo>
                  <a:cubicBezTo>
                    <a:pt x="11662" y="6515"/>
                    <a:pt x="11643" y="6472"/>
                    <a:pt x="11619" y="6423"/>
                  </a:cubicBezTo>
                  <a:lnTo>
                    <a:pt x="11951" y="6188"/>
                  </a:lnTo>
                  <a:lnTo>
                    <a:pt x="12124" y="6419"/>
                  </a:lnTo>
                  <a:cubicBezTo>
                    <a:pt x="12164" y="6467"/>
                    <a:pt x="12222" y="6493"/>
                    <a:pt x="12279" y="6493"/>
                  </a:cubicBezTo>
                  <a:cubicBezTo>
                    <a:pt x="12320" y="6493"/>
                    <a:pt x="12360" y="6480"/>
                    <a:pt x="12394" y="6452"/>
                  </a:cubicBezTo>
                  <a:lnTo>
                    <a:pt x="12918" y="6038"/>
                  </a:lnTo>
                  <a:cubicBezTo>
                    <a:pt x="13076" y="5911"/>
                    <a:pt x="12957" y="5695"/>
                    <a:pt x="12801" y="5695"/>
                  </a:cubicBezTo>
                  <a:cubicBezTo>
                    <a:pt x="12763" y="5695"/>
                    <a:pt x="12722" y="5708"/>
                    <a:pt x="12682" y="5740"/>
                  </a:cubicBezTo>
                  <a:lnTo>
                    <a:pt x="12687" y="5745"/>
                  </a:lnTo>
                  <a:lnTo>
                    <a:pt x="12312" y="6038"/>
                  </a:lnTo>
                  <a:lnTo>
                    <a:pt x="9309" y="2098"/>
                  </a:lnTo>
                  <a:lnTo>
                    <a:pt x="11027" y="996"/>
                  </a:lnTo>
                  <a:cubicBezTo>
                    <a:pt x="11196" y="879"/>
                    <a:pt x="11086" y="644"/>
                    <a:pt x="10924" y="644"/>
                  </a:cubicBezTo>
                  <a:cubicBezTo>
                    <a:pt x="10892" y="644"/>
                    <a:pt x="10859" y="653"/>
                    <a:pt x="10825" y="673"/>
                  </a:cubicBezTo>
                  <a:lnTo>
                    <a:pt x="8934" y="1886"/>
                  </a:lnTo>
                  <a:cubicBezTo>
                    <a:pt x="8843" y="1949"/>
                    <a:pt x="8819" y="2074"/>
                    <a:pt x="8886" y="2160"/>
                  </a:cubicBezTo>
                  <a:lnTo>
                    <a:pt x="9228" y="2613"/>
                  </a:lnTo>
                  <a:lnTo>
                    <a:pt x="8987" y="2800"/>
                  </a:lnTo>
                  <a:lnTo>
                    <a:pt x="8015" y="2483"/>
                  </a:lnTo>
                  <a:cubicBezTo>
                    <a:pt x="7996" y="2473"/>
                    <a:pt x="7972" y="2473"/>
                    <a:pt x="7952" y="2473"/>
                  </a:cubicBezTo>
                  <a:lnTo>
                    <a:pt x="5729" y="2473"/>
                  </a:lnTo>
                  <a:cubicBezTo>
                    <a:pt x="5726" y="2473"/>
                    <a:pt x="5723" y="2473"/>
                    <a:pt x="5720" y="2473"/>
                  </a:cubicBezTo>
                  <a:cubicBezTo>
                    <a:pt x="5637" y="2473"/>
                    <a:pt x="5565" y="2534"/>
                    <a:pt x="5547" y="2613"/>
                  </a:cubicBezTo>
                  <a:lnTo>
                    <a:pt x="5421" y="3113"/>
                  </a:lnTo>
                  <a:lnTo>
                    <a:pt x="5104" y="2983"/>
                  </a:lnTo>
                  <a:cubicBezTo>
                    <a:pt x="5082" y="2972"/>
                    <a:pt x="5058" y="2967"/>
                    <a:pt x="5033" y="2967"/>
                  </a:cubicBezTo>
                  <a:cubicBezTo>
                    <a:pt x="5025" y="2967"/>
                    <a:pt x="5016" y="2967"/>
                    <a:pt x="5008" y="2969"/>
                  </a:cubicBezTo>
                  <a:lnTo>
                    <a:pt x="4132" y="3070"/>
                  </a:lnTo>
                  <a:lnTo>
                    <a:pt x="3829" y="2896"/>
                  </a:lnTo>
                  <a:lnTo>
                    <a:pt x="4113" y="2406"/>
                  </a:lnTo>
                  <a:cubicBezTo>
                    <a:pt x="4166" y="2314"/>
                    <a:pt x="4132" y="2199"/>
                    <a:pt x="4045" y="2146"/>
                  </a:cubicBezTo>
                  <a:lnTo>
                    <a:pt x="364" y="24"/>
                  </a:lnTo>
                  <a:cubicBezTo>
                    <a:pt x="332" y="7"/>
                    <a:pt x="301" y="0"/>
                    <a:pt x="2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1"/>
            <p:cNvSpPr/>
            <p:nvPr/>
          </p:nvSpPr>
          <p:spPr>
            <a:xfrm>
              <a:off x="2955464" y="2023716"/>
              <a:ext cx="41833" cy="27827"/>
            </a:xfrm>
            <a:custGeom>
              <a:rect b="b" l="l" r="r" t="t"/>
              <a:pathLst>
                <a:path extrusionOk="0" h="1061" w="1595">
                  <a:moveTo>
                    <a:pt x="1324" y="1"/>
                  </a:moveTo>
                  <a:cubicBezTo>
                    <a:pt x="1292" y="1"/>
                    <a:pt x="1258" y="10"/>
                    <a:pt x="1223" y="30"/>
                  </a:cubicBezTo>
                  <a:lnTo>
                    <a:pt x="159" y="714"/>
                  </a:lnTo>
                  <a:cubicBezTo>
                    <a:pt x="0" y="815"/>
                    <a:pt x="73" y="1060"/>
                    <a:pt x="265" y="1060"/>
                  </a:cubicBezTo>
                  <a:cubicBezTo>
                    <a:pt x="299" y="1060"/>
                    <a:pt x="337" y="1051"/>
                    <a:pt x="366" y="1031"/>
                  </a:cubicBezTo>
                  <a:lnTo>
                    <a:pt x="1430" y="348"/>
                  </a:lnTo>
                  <a:cubicBezTo>
                    <a:pt x="1594" y="232"/>
                    <a:pt x="1487" y="1"/>
                    <a:pt x="1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81"/>
          <p:cNvGrpSpPr/>
          <p:nvPr/>
        </p:nvGrpSpPr>
        <p:grpSpPr>
          <a:xfrm>
            <a:off x="3104515" y="1998381"/>
            <a:ext cx="338492" cy="338597"/>
            <a:chOff x="3104515" y="1998381"/>
            <a:chExt cx="338492" cy="338597"/>
          </a:xfrm>
        </p:grpSpPr>
        <p:sp>
          <p:nvSpPr>
            <p:cNvPr id="9872" name="Google Shape;9872;p81"/>
            <p:cNvSpPr/>
            <p:nvPr/>
          </p:nvSpPr>
          <p:spPr>
            <a:xfrm>
              <a:off x="3204835" y="2024503"/>
              <a:ext cx="158912" cy="145458"/>
            </a:xfrm>
            <a:custGeom>
              <a:rect b="b" l="l" r="r" t="t"/>
              <a:pathLst>
                <a:path extrusionOk="0" h="5546" w="6059">
                  <a:moveTo>
                    <a:pt x="607" y="0"/>
                  </a:moveTo>
                  <a:cubicBezTo>
                    <a:pt x="275" y="0"/>
                    <a:pt x="0" y="270"/>
                    <a:pt x="0" y="607"/>
                  </a:cubicBezTo>
                  <a:lnTo>
                    <a:pt x="0" y="3840"/>
                  </a:lnTo>
                  <a:cubicBezTo>
                    <a:pt x="0" y="4172"/>
                    <a:pt x="275" y="4447"/>
                    <a:pt x="607" y="4447"/>
                  </a:cubicBezTo>
                  <a:lnTo>
                    <a:pt x="2223" y="4447"/>
                  </a:lnTo>
                  <a:lnTo>
                    <a:pt x="3845" y="5529"/>
                  </a:lnTo>
                  <a:cubicBezTo>
                    <a:pt x="3862" y="5541"/>
                    <a:pt x="3881" y="5546"/>
                    <a:pt x="3899" y="5546"/>
                  </a:cubicBezTo>
                  <a:cubicBezTo>
                    <a:pt x="3957" y="5546"/>
                    <a:pt x="4010" y="5494"/>
                    <a:pt x="3999" y="5428"/>
                  </a:cubicBezTo>
                  <a:lnTo>
                    <a:pt x="3835" y="4447"/>
                  </a:lnTo>
                  <a:lnTo>
                    <a:pt x="5452" y="4447"/>
                  </a:lnTo>
                  <a:cubicBezTo>
                    <a:pt x="5789" y="4447"/>
                    <a:pt x="6058" y="4172"/>
                    <a:pt x="6058" y="3840"/>
                  </a:cubicBezTo>
                  <a:lnTo>
                    <a:pt x="6058" y="607"/>
                  </a:lnTo>
                  <a:cubicBezTo>
                    <a:pt x="6058" y="270"/>
                    <a:pt x="5789" y="0"/>
                    <a:pt x="545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1"/>
            <p:cNvSpPr/>
            <p:nvPr/>
          </p:nvSpPr>
          <p:spPr>
            <a:xfrm>
              <a:off x="3110180" y="2151707"/>
              <a:ext cx="116503" cy="116634"/>
            </a:xfrm>
            <a:custGeom>
              <a:rect b="b" l="l" r="r" t="t"/>
              <a:pathLst>
                <a:path extrusionOk="0" h="4447" w="4442">
                  <a:moveTo>
                    <a:pt x="2224" y="1"/>
                  </a:moveTo>
                  <a:cubicBezTo>
                    <a:pt x="1252" y="1"/>
                    <a:pt x="535" y="775"/>
                    <a:pt x="463" y="1728"/>
                  </a:cubicBezTo>
                  <a:cubicBezTo>
                    <a:pt x="429" y="2229"/>
                    <a:pt x="261" y="3191"/>
                    <a:pt x="49" y="3749"/>
                  </a:cubicBezTo>
                  <a:cubicBezTo>
                    <a:pt x="1" y="3874"/>
                    <a:pt x="58" y="4009"/>
                    <a:pt x="179" y="4067"/>
                  </a:cubicBezTo>
                  <a:cubicBezTo>
                    <a:pt x="588" y="4254"/>
                    <a:pt x="1021" y="4379"/>
                    <a:pt x="1468" y="4447"/>
                  </a:cubicBezTo>
                  <a:lnTo>
                    <a:pt x="2974" y="4447"/>
                  </a:lnTo>
                  <a:cubicBezTo>
                    <a:pt x="3417" y="4379"/>
                    <a:pt x="3855" y="4249"/>
                    <a:pt x="4264" y="4067"/>
                  </a:cubicBezTo>
                  <a:cubicBezTo>
                    <a:pt x="4384" y="4014"/>
                    <a:pt x="4442" y="3874"/>
                    <a:pt x="4394" y="3749"/>
                  </a:cubicBezTo>
                  <a:cubicBezTo>
                    <a:pt x="4182" y="3191"/>
                    <a:pt x="4014" y="2229"/>
                    <a:pt x="3980" y="1728"/>
                  </a:cubicBezTo>
                  <a:cubicBezTo>
                    <a:pt x="3913" y="775"/>
                    <a:pt x="3191" y="1"/>
                    <a:pt x="2224"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1"/>
            <p:cNvSpPr/>
            <p:nvPr/>
          </p:nvSpPr>
          <p:spPr>
            <a:xfrm>
              <a:off x="3141863" y="2151707"/>
              <a:ext cx="84820" cy="116634"/>
            </a:xfrm>
            <a:custGeom>
              <a:rect b="b" l="l" r="r" t="t"/>
              <a:pathLst>
                <a:path extrusionOk="0" h="4447" w="3234">
                  <a:moveTo>
                    <a:pt x="1006" y="1"/>
                  </a:moveTo>
                  <a:cubicBezTo>
                    <a:pt x="260" y="5"/>
                    <a:pt x="0" y="1021"/>
                    <a:pt x="640" y="1396"/>
                  </a:cubicBezTo>
                  <a:cubicBezTo>
                    <a:pt x="660" y="1411"/>
                    <a:pt x="679" y="1420"/>
                    <a:pt x="698" y="1430"/>
                  </a:cubicBezTo>
                  <a:lnTo>
                    <a:pt x="1261" y="4447"/>
                  </a:lnTo>
                  <a:lnTo>
                    <a:pt x="1762" y="4447"/>
                  </a:lnTo>
                  <a:cubicBezTo>
                    <a:pt x="2209" y="4379"/>
                    <a:pt x="2647" y="4249"/>
                    <a:pt x="3061" y="4062"/>
                  </a:cubicBezTo>
                  <a:cubicBezTo>
                    <a:pt x="3176" y="4009"/>
                    <a:pt x="3234" y="3869"/>
                    <a:pt x="3186" y="3749"/>
                  </a:cubicBezTo>
                  <a:cubicBezTo>
                    <a:pt x="2974" y="3191"/>
                    <a:pt x="2810" y="2229"/>
                    <a:pt x="2772" y="1728"/>
                  </a:cubicBezTo>
                  <a:cubicBezTo>
                    <a:pt x="2705" y="775"/>
                    <a:pt x="1983" y="1"/>
                    <a:pt x="101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1"/>
            <p:cNvSpPr/>
            <p:nvPr/>
          </p:nvSpPr>
          <p:spPr>
            <a:xfrm>
              <a:off x="3109420" y="2239805"/>
              <a:ext cx="116634" cy="92032"/>
            </a:xfrm>
            <a:custGeom>
              <a:rect b="b" l="l" r="r" t="t"/>
              <a:pathLst>
                <a:path extrusionOk="0" h="3509" w="4447">
                  <a:moveTo>
                    <a:pt x="1483" y="0"/>
                  </a:moveTo>
                  <a:lnTo>
                    <a:pt x="1483" y="741"/>
                  </a:lnTo>
                  <a:cubicBezTo>
                    <a:pt x="1483" y="929"/>
                    <a:pt x="1377" y="1097"/>
                    <a:pt x="1209" y="1184"/>
                  </a:cubicBezTo>
                  <a:lnTo>
                    <a:pt x="410" y="1583"/>
                  </a:lnTo>
                  <a:cubicBezTo>
                    <a:pt x="160" y="1708"/>
                    <a:pt x="1" y="1963"/>
                    <a:pt x="1" y="2243"/>
                  </a:cubicBezTo>
                  <a:lnTo>
                    <a:pt x="1" y="3508"/>
                  </a:lnTo>
                  <a:lnTo>
                    <a:pt x="4447" y="3508"/>
                  </a:lnTo>
                  <a:lnTo>
                    <a:pt x="4447" y="2243"/>
                  </a:lnTo>
                  <a:cubicBezTo>
                    <a:pt x="4447" y="1963"/>
                    <a:pt x="4288" y="1708"/>
                    <a:pt x="4038" y="1583"/>
                  </a:cubicBezTo>
                  <a:lnTo>
                    <a:pt x="3239" y="1184"/>
                  </a:lnTo>
                  <a:cubicBezTo>
                    <a:pt x="3071" y="1097"/>
                    <a:pt x="2965" y="929"/>
                    <a:pt x="2965" y="741"/>
                  </a:cubicBezTo>
                  <a:lnTo>
                    <a:pt x="296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1"/>
            <p:cNvSpPr/>
            <p:nvPr/>
          </p:nvSpPr>
          <p:spPr>
            <a:xfrm>
              <a:off x="3147922" y="2239805"/>
              <a:ext cx="39656" cy="25887"/>
            </a:xfrm>
            <a:custGeom>
              <a:rect b="b" l="l" r="r" t="t"/>
              <a:pathLst>
                <a:path extrusionOk="0" h="987" w="1512">
                  <a:moveTo>
                    <a:pt x="15" y="0"/>
                  </a:moveTo>
                  <a:lnTo>
                    <a:pt x="15" y="741"/>
                  </a:lnTo>
                  <a:cubicBezTo>
                    <a:pt x="15" y="770"/>
                    <a:pt x="10" y="804"/>
                    <a:pt x="0" y="838"/>
                  </a:cubicBezTo>
                  <a:cubicBezTo>
                    <a:pt x="241" y="934"/>
                    <a:pt x="496" y="987"/>
                    <a:pt x="756" y="987"/>
                  </a:cubicBezTo>
                  <a:cubicBezTo>
                    <a:pt x="1016" y="987"/>
                    <a:pt x="1271" y="934"/>
                    <a:pt x="1511" y="838"/>
                  </a:cubicBezTo>
                  <a:cubicBezTo>
                    <a:pt x="1502" y="804"/>
                    <a:pt x="1497" y="770"/>
                    <a:pt x="1497" y="741"/>
                  </a:cubicBezTo>
                  <a:lnTo>
                    <a:pt x="1497"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1"/>
            <p:cNvSpPr/>
            <p:nvPr/>
          </p:nvSpPr>
          <p:spPr>
            <a:xfrm>
              <a:off x="3109420" y="2273874"/>
              <a:ext cx="116634" cy="57963"/>
            </a:xfrm>
            <a:custGeom>
              <a:rect b="b" l="l" r="r" t="t"/>
              <a:pathLst>
                <a:path extrusionOk="0" h="2210" w="4447">
                  <a:moveTo>
                    <a:pt x="982" y="0"/>
                  </a:moveTo>
                  <a:lnTo>
                    <a:pt x="410" y="284"/>
                  </a:lnTo>
                  <a:cubicBezTo>
                    <a:pt x="160" y="409"/>
                    <a:pt x="1" y="664"/>
                    <a:pt x="1" y="944"/>
                  </a:cubicBezTo>
                  <a:lnTo>
                    <a:pt x="1" y="2209"/>
                  </a:lnTo>
                  <a:lnTo>
                    <a:pt x="4447" y="2209"/>
                  </a:lnTo>
                  <a:lnTo>
                    <a:pt x="4447" y="944"/>
                  </a:lnTo>
                  <a:cubicBezTo>
                    <a:pt x="4447" y="664"/>
                    <a:pt x="4288" y="409"/>
                    <a:pt x="4038" y="284"/>
                  </a:cubicBezTo>
                  <a:lnTo>
                    <a:pt x="3470" y="0"/>
                  </a:lnTo>
                  <a:cubicBezTo>
                    <a:pt x="3179" y="450"/>
                    <a:pt x="2703" y="675"/>
                    <a:pt x="2226" y="675"/>
                  </a:cubicBezTo>
                  <a:cubicBezTo>
                    <a:pt x="1750" y="675"/>
                    <a:pt x="1274" y="450"/>
                    <a:pt x="98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1"/>
            <p:cNvSpPr/>
            <p:nvPr/>
          </p:nvSpPr>
          <p:spPr>
            <a:xfrm>
              <a:off x="3128854" y="2189002"/>
              <a:ext cx="77765" cy="63707"/>
            </a:xfrm>
            <a:custGeom>
              <a:rect b="b" l="l" r="r" t="t"/>
              <a:pathLst>
                <a:path extrusionOk="0" h="2429" w="2965">
                  <a:moveTo>
                    <a:pt x="1141" y="0"/>
                  </a:moveTo>
                  <a:cubicBezTo>
                    <a:pt x="1049" y="0"/>
                    <a:pt x="960" y="55"/>
                    <a:pt x="920" y="142"/>
                  </a:cubicBezTo>
                  <a:cubicBezTo>
                    <a:pt x="838" y="311"/>
                    <a:pt x="723" y="460"/>
                    <a:pt x="583" y="585"/>
                  </a:cubicBezTo>
                  <a:cubicBezTo>
                    <a:pt x="448" y="701"/>
                    <a:pt x="304" y="802"/>
                    <a:pt x="145" y="884"/>
                  </a:cubicBezTo>
                  <a:cubicBezTo>
                    <a:pt x="54" y="932"/>
                    <a:pt x="1" y="1033"/>
                    <a:pt x="15" y="1139"/>
                  </a:cubicBezTo>
                  <a:cubicBezTo>
                    <a:pt x="111" y="1875"/>
                    <a:pt x="737" y="2428"/>
                    <a:pt x="1483" y="2428"/>
                  </a:cubicBezTo>
                  <a:cubicBezTo>
                    <a:pt x="2258" y="2428"/>
                    <a:pt x="2897" y="1831"/>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1"/>
            <p:cNvSpPr/>
            <p:nvPr/>
          </p:nvSpPr>
          <p:spPr>
            <a:xfrm>
              <a:off x="3128854" y="2189002"/>
              <a:ext cx="77765" cy="63077"/>
            </a:xfrm>
            <a:custGeom>
              <a:rect b="b" l="l" r="r" t="t"/>
              <a:pathLst>
                <a:path extrusionOk="0" h="2405" w="2965">
                  <a:moveTo>
                    <a:pt x="1141" y="0"/>
                  </a:moveTo>
                  <a:cubicBezTo>
                    <a:pt x="1049" y="0"/>
                    <a:pt x="960" y="55"/>
                    <a:pt x="920" y="142"/>
                  </a:cubicBezTo>
                  <a:cubicBezTo>
                    <a:pt x="862" y="263"/>
                    <a:pt x="785" y="373"/>
                    <a:pt x="694" y="470"/>
                  </a:cubicBezTo>
                  <a:cubicBezTo>
                    <a:pt x="660" y="513"/>
                    <a:pt x="622" y="547"/>
                    <a:pt x="583" y="585"/>
                  </a:cubicBezTo>
                  <a:cubicBezTo>
                    <a:pt x="453" y="701"/>
                    <a:pt x="304" y="802"/>
                    <a:pt x="145" y="879"/>
                  </a:cubicBezTo>
                  <a:cubicBezTo>
                    <a:pt x="54" y="927"/>
                    <a:pt x="1" y="1033"/>
                    <a:pt x="15" y="1139"/>
                  </a:cubicBezTo>
                  <a:cubicBezTo>
                    <a:pt x="102" y="1788"/>
                    <a:pt x="607" y="2308"/>
                    <a:pt x="1261" y="2404"/>
                  </a:cubicBezTo>
                  <a:cubicBezTo>
                    <a:pt x="963" y="2207"/>
                    <a:pt x="742" y="1932"/>
                    <a:pt x="742" y="1437"/>
                  </a:cubicBezTo>
                  <a:lnTo>
                    <a:pt x="742" y="1086"/>
                  </a:lnTo>
                  <a:cubicBezTo>
                    <a:pt x="800" y="1047"/>
                    <a:pt x="857" y="1004"/>
                    <a:pt x="915" y="951"/>
                  </a:cubicBezTo>
                  <a:cubicBezTo>
                    <a:pt x="1050" y="831"/>
                    <a:pt x="1170" y="691"/>
                    <a:pt x="1266" y="537"/>
                  </a:cubicBezTo>
                  <a:cubicBezTo>
                    <a:pt x="2493" y="797"/>
                    <a:pt x="2893" y="1394"/>
                    <a:pt x="2893" y="1394"/>
                  </a:cubicBezTo>
                  <a:cubicBezTo>
                    <a:pt x="2926" y="1288"/>
                    <a:pt x="2950" y="1177"/>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1"/>
            <p:cNvSpPr/>
            <p:nvPr/>
          </p:nvSpPr>
          <p:spPr>
            <a:xfrm>
              <a:off x="3204835" y="2286988"/>
              <a:ext cx="21218" cy="44849"/>
            </a:xfrm>
            <a:custGeom>
              <a:rect b="b" l="l" r="r" t="t"/>
              <a:pathLst>
                <a:path extrusionOk="0" h="1710" w="809">
                  <a:moveTo>
                    <a:pt x="660" y="1"/>
                  </a:moveTo>
                  <a:lnTo>
                    <a:pt x="116" y="554"/>
                  </a:lnTo>
                  <a:cubicBezTo>
                    <a:pt x="39" y="626"/>
                    <a:pt x="0" y="727"/>
                    <a:pt x="0" y="833"/>
                  </a:cubicBezTo>
                  <a:lnTo>
                    <a:pt x="0" y="1709"/>
                  </a:lnTo>
                  <a:lnTo>
                    <a:pt x="809" y="1709"/>
                  </a:lnTo>
                  <a:lnTo>
                    <a:pt x="809" y="444"/>
                  </a:lnTo>
                  <a:cubicBezTo>
                    <a:pt x="809" y="285"/>
                    <a:pt x="756" y="126"/>
                    <a:pt x="66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1"/>
            <p:cNvSpPr/>
            <p:nvPr/>
          </p:nvSpPr>
          <p:spPr>
            <a:xfrm>
              <a:off x="3109420" y="2286988"/>
              <a:ext cx="21244" cy="44849"/>
            </a:xfrm>
            <a:custGeom>
              <a:rect b="b" l="l" r="r" t="t"/>
              <a:pathLst>
                <a:path extrusionOk="0" h="1710" w="810">
                  <a:moveTo>
                    <a:pt x="155" y="1"/>
                  </a:moveTo>
                  <a:cubicBezTo>
                    <a:pt x="54" y="126"/>
                    <a:pt x="1" y="285"/>
                    <a:pt x="1" y="444"/>
                  </a:cubicBezTo>
                  <a:lnTo>
                    <a:pt x="1" y="1709"/>
                  </a:lnTo>
                  <a:lnTo>
                    <a:pt x="809" y="1709"/>
                  </a:lnTo>
                  <a:lnTo>
                    <a:pt x="809" y="833"/>
                  </a:lnTo>
                  <a:cubicBezTo>
                    <a:pt x="809" y="727"/>
                    <a:pt x="771" y="626"/>
                    <a:pt x="694" y="554"/>
                  </a:cubicBezTo>
                  <a:lnTo>
                    <a:pt x="15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1"/>
            <p:cNvSpPr/>
            <p:nvPr/>
          </p:nvSpPr>
          <p:spPr>
            <a:xfrm>
              <a:off x="3332668" y="2162932"/>
              <a:ext cx="29821" cy="65543"/>
            </a:xfrm>
            <a:custGeom>
              <a:rect b="b" l="l" r="r" t="t"/>
              <a:pathLst>
                <a:path extrusionOk="0" h="2499" w="1137">
                  <a:moveTo>
                    <a:pt x="684" y="1"/>
                  </a:moveTo>
                  <a:cubicBezTo>
                    <a:pt x="304" y="1"/>
                    <a:pt x="1" y="309"/>
                    <a:pt x="1" y="684"/>
                  </a:cubicBezTo>
                  <a:lnTo>
                    <a:pt x="1" y="843"/>
                  </a:lnTo>
                  <a:cubicBezTo>
                    <a:pt x="1" y="1035"/>
                    <a:pt x="34" y="1233"/>
                    <a:pt x="97" y="1416"/>
                  </a:cubicBezTo>
                  <a:lnTo>
                    <a:pt x="458" y="2498"/>
                  </a:lnTo>
                  <a:lnTo>
                    <a:pt x="1136" y="2498"/>
                  </a:lnTo>
                  <a:lnTo>
                    <a:pt x="1136"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1"/>
            <p:cNvSpPr/>
            <p:nvPr/>
          </p:nvSpPr>
          <p:spPr>
            <a:xfrm>
              <a:off x="3344654" y="2157005"/>
              <a:ext cx="71470" cy="71601"/>
            </a:xfrm>
            <a:custGeom>
              <a:rect b="b" l="l" r="r" t="t"/>
              <a:pathLst>
                <a:path extrusionOk="0" h="2730" w="2725">
                  <a:moveTo>
                    <a:pt x="679" y="1"/>
                  </a:moveTo>
                  <a:cubicBezTo>
                    <a:pt x="304" y="1"/>
                    <a:pt x="1" y="304"/>
                    <a:pt x="1" y="679"/>
                  </a:cubicBezTo>
                  <a:cubicBezTo>
                    <a:pt x="1" y="934"/>
                    <a:pt x="203" y="1136"/>
                    <a:pt x="453" y="1136"/>
                  </a:cubicBezTo>
                  <a:lnTo>
                    <a:pt x="2272" y="2729"/>
                  </a:lnTo>
                  <a:lnTo>
                    <a:pt x="2657" y="1382"/>
                  </a:lnTo>
                  <a:cubicBezTo>
                    <a:pt x="2705" y="1218"/>
                    <a:pt x="2724" y="1050"/>
                    <a:pt x="2724" y="881"/>
                  </a:cubicBezTo>
                  <a:lnTo>
                    <a:pt x="272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1"/>
            <p:cNvSpPr/>
            <p:nvPr/>
          </p:nvSpPr>
          <p:spPr>
            <a:xfrm>
              <a:off x="3355381" y="2247122"/>
              <a:ext cx="38161" cy="33466"/>
            </a:xfrm>
            <a:custGeom>
              <a:rect b="b" l="l" r="r" t="t"/>
              <a:pathLst>
                <a:path extrusionOk="0" h="1276" w="1455">
                  <a:moveTo>
                    <a:pt x="1" y="0"/>
                  </a:moveTo>
                  <a:lnTo>
                    <a:pt x="1" y="1275"/>
                  </a:lnTo>
                  <a:lnTo>
                    <a:pt x="1454" y="1275"/>
                  </a:lnTo>
                  <a:lnTo>
                    <a:pt x="1454"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1"/>
            <p:cNvSpPr/>
            <p:nvPr/>
          </p:nvSpPr>
          <p:spPr>
            <a:xfrm>
              <a:off x="3355381" y="2247122"/>
              <a:ext cx="38161" cy="20720"/>
            </a:xfrm>
            <a:custGeom>
              <a:rect b="b" l="l" r="r" t="t"/>
              <a:pathLst>
                <a:path extrusionOk="0" h="790" w="1455">
                  <a:moveTo>
                    <a:pt x="1" y="0"/>
                  </a:moveTo>
                  <a:lnTo>
                    <a:pt x="1" y="645"/>
                  </a:lnTo>
                  <a:cubicBezTo>
                    <a:pt x="234" y="741"/>
                    <a:pt x="481" y="789"/>
                    <a:pt x="727" y="789"/>
                  </a:cubicBezTo>
                  <a:cubicBezTo>
                    <a:pt x="974" y="789"/>
                    <a:pt x="1221" y="741"/>
                    <a:pt x="1454" y="645"/>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1"/>
            <p:cNvSpPr/>
            <p:nvPr/>
          </p:nvSpPr>
          <p:spPr>
            <a:xfrm>
              <a:off x="3310847" y="2267816"/>
              <a:ext cx="127230" cy="64126"/>
            </a:xfrm>
            <a:custGeom>
              <a:rect b="b" l="l" r="r" t="t"/>
              <a:pathLst>
                <a:path extrusionOk="0" h="2445" w="4851">
                  <a:moveTo>
                    <a:pt x="1699" y="0"/>
                  </a:moveTo>
                  <a:lnTo>
                    <a:pt x="530" y="332"/>
                  </a:lnTo>
                  <a:cubicBezTo>
                    <a:pt x="217" y="424"/>
                    <a:pt x="0" y="708"/>
                    <a:pt x="0" y="1035"/>
                  </a:cubicBezTo>
                  <a:lnTo>
                    <a:pt x="0" y="2445"/>
                  </a:lnTo>
                  <a:lnTo>
                    <a:pt x="4851" y="2445"/>
                  </a:lnTo>
                  <a:lnTo>
                    <a:pt x="4851" y="1035"/>
                  </a:lnTo>
                  <a:cubicBezTo>
                    <a:pt x="4851" y="708"/>
                    <a:pt x="4634" y="424"/>
                    <a:pt x="4321" y="332"/>
                  </a:cubicBezTo>
                  <a:lnTo>
                    <a:pt x="3152" y="0"/>
                  </a:lnTo>
                  <a:lnTo>
                    <a:pt x="2425" y="482"/>
                  </a:lnTo>
                  <a:lnTo>
                    <a:pt x="169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1"/>
            <p:cNvSpPr/>
            <p:nvPr/>
          </p:nvSpPr>
          <p:spPr>
            <a:xfrm>
              <a:off x="3338596" y="2186799"/>
              <a:ext cx="71706" cy="65647"/>
            </a:xfrm>
            <a:custGeom>
              <a:rect b="b" l="l" r="r" t="t"/>
              <a:pathLst>
                <a:path extrusionOk="0" h="2503" w="2734">
                  <a:moveTo>
                    <a:pt x="877" y="0"/>
                  </a:moveTo>
                  <a:cubicBezTo>
                    <a:pt x="756" y="0"/>
                    <a:pt x="636" y="48"/>
                    <a:pt x="549" y="135"/>
                  </a:cubicBezTo>
                  <a:lnTo>
                    <a:pt x="136" y="549"/>
                  </a:lnTo>
                  <a:cubicBezTo>
                    <a:pt x="49" y="635"/>
                    <a:pt x="1" y="751"/>
                    <a:pt x="1" y="871"/>
                  </a:cubicBezTo>
                  <a:lnTo>
                    <a:pt x="1" y="1136"/>
                  </a:lnTo>
                  <a:cubicBezTo>
                    <a:pt x="1" y="1891"/>
                    <a:pt x="612" y="2502"/>
                    <a:pt x="1367" y="2502"/>
                  </a:cubicBezTo>
                  <a:cubicBezTo>
                    <a:pt x="2123" y="2502"/>
                    <a:pt x="2729" y="1891"/>
                    <a:pt x="2729" y="1136"/>
                  </a:cubicBezTo>
                  <a:lnTo>
                    <a:pt x="2729" y="847"/>
                  </a:lnTo>
                  <a:cubicBezTo>
                    <a:pt x="2734" y="727"/>
                    <a:pt x="2686" y="611"/>
                    <a:pt x="2599" y="525"/>
                  </a:cubicBezTo>
                  <a:cubicBezTo>
                    <a:pt x="2248" y="183"/>
                    <a:pt x="1603" y="24"/>
                    <a:pt x="87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1"/>
            <p:cNvSpPr/>
            <p:nvPr/>
          </p:nvSpPr>
          <p:spPr>
            <a:xfrm>
              <a:off x="3338596" y="2186904"/>
              <a:ext cx="71470" cy="64021"/>
            </a:xfrm>
            <a:custGeom>
              <a:rect b="b" l="l" r="r" t="t"/>
              <a:pathLst>
                <a:path extrusionOk="0" h="2441" w="2725">
                  <a:moveTo>
                    <a:pt x="860" y="1"/>
                  </a:moveTo>
                  <a:cubicBezTo>
                    <a:pt x="745" y="1"/>
                    <a:pt x="632" y="48"/>
                    <a:pt x="549" y="131"/>
                  </a:cubicBezTo>
                  <a:lnTo>
                    <a:pt x="1" y="680"/>
                  </a:lnTo>
                  <a:lnTo>
                    <a:pt x="1" y="1132"/>
                  </a:lnTo>
                  <a:cubicBezTo>
                    <a:pt x="1" y="1738"/>
                    <a:pt x="405" y="2272"/>
                    <a:pt x="987" y="2441"/>
                  </a:cubicBezTo>
                  <a:cubicBezTo>
                    <a:pt x="790" y="2200"/>
                    <a:pt x="684" y="1897"/>
                    <a:pt x="684" y="1589"/>
                  </a:cubicBezTo>
                  <a:lnTo>
                    <a:pt x="684" y="1084"/>
                  </a:lnTo>
                  <a:cubicBezTo>
                    <a:pt x="689" y="830"/>
                    <a:pt x="896" y="626"/>
                    <a:pt x="1148" y="626"/>
                  </a:cubicBezTo>
                  <a:cubicBezTo>
                    <a:pt x="1154" y="626"/>
                    <a:pt x="1160" y="626"/>
                    <a:pt x="1165" y="627"/>
                  </a:cubicBezTo>
                  <a:cubicBezTo>
                    <a:pt x="1570" y="627"/>
                    <a:pt x="2378" y="680"/>
                    <a:pt x="2724" y="935"/>
                  </a:cubicBezTo>
                  <a:cubicBezTo>
                    <a:pt x="2710" y="838"/>
                    <a:pt x="2671" y="588"/>
                    <a:pt x="2599" y="521"/>
                  </a:cubicBezTo>
                  <a:cubicBezTo>
                    <a:pt x="2248" y="179"/>
                    <a:pt x="1603" y="20"/>
                    <a:pt x="877" y="1"/>
                  </a:cubicBezTo>
                  <a:cubicBezTo>
                    <a:pt x="871" y="1"/>
                    <a:pt x="866" y="1"/>
                    <a:pt x="86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1"/>
            <p:cNvSpPr/>
            <p:nvPr/>
          </p:nvSpPr>
          <p:spPr>
            <a:xfrm>
              <a:off x="3310847" y="2283972"/>
              <a:ext cx="25519" cy="47970"/>
            </a:xfrm>
            <a:custGeom>
              <a:rect b="b" l="l" r="r" t="t"/>
              <a:pathLst>
                <a:path extrusionOk="0" h="1829" w="973">
                  <a:moveTo>
                    <a:pt x="135" y="0"/>
                  </a:moveTo>
                  <a:cubicBezTo>
                    <a:pt x="48" y="125"/>
                    <a:pt x="0" y="270"/>
                    <a:pt x="0" y="419"/>
                  </a:cubicBezTo>
                  <a:lnTo>
                    <a:pt x="0" y="1829"/>
                  </a:lnTo>
                  <a:lnTo>
                    <a:pt x="972" y="1829"/>
                  </a:lnTo>
                  <a:lnTo>
                    <a:pt x="972" y="1141"/>
                  </a:lnTo>
                  <a:cubicBezTo>
                    <a:pt x="972" y="948"/>
                    <a:pt x="895" y="761"/>
                    <a:pt x="756" y="626"/>
                  </a:cubicBezTo>
                  <a:lnTo>
                    <a:pt x="135"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1"/>
            <p:cNvSpPr/>
            <p:nvPr/>
          </p:nvSpPr>
          <p:spPr>
            <a:xfrm>
              <a:off x="3412557" y="2283972"/>
              <a:ext cx="25519" cy="47970"/>
            </a:xfrm>
            <a:custGeom>
              <a:rect b="b" l="l" r="r" t="t"/>
              <a:pathLst>
                <a:path extrusionOk="0" h="1829" w="973">
                  <a:moveTo>
                    <a:pt x="838" y="0"/>
                  </a:moveTo>
                  <a:lnTo>
                    <a:pt x="217" y="626"/>
                  </a:lnTo>
                  <a:cubicBezTo>
                    <a:pt x="78" y="761"/>
                    <a:pt x="1" y="948"/>
                    <a:pt x="1" y="1141"/>
                  </a:cubicBezTo>
                  <a:lnTo>
                    <a:pt x="1" y="1829"/>
                  </a:lnTo>
                  <a:lnTo>
                    <a:pt x="973" y="1829"/>
                  </a:lnTo>
                  <a:lnTo>
                    <a:pt x="973" y="419"/>
                  </a:lnTo>
                  <a:cubicBezTo>
                    <a:pt x="973" y="270"/>
                    <a:pt x="924" y="125"/>
                    <a:pt x="838"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1"/>
            <p:cNvSpPr/>
            <p:nvPr/>
          </p:nvSpPr>
          <p:spPr>
            <a:xfrm>
              <a:off x="3162425" y="2003311"/>
              <a:ext cx="180367" cy="155267"/>
            </a:xfrm>
            <a:custGeom>
              <a:rect b="b" l="l" r="r" t="t"/>
              <a:pathLst>
                <a:path extrusionOk="0" h="5920" w="6877">
                  <a:moveTo>
                    <a:pt x="6274" y="0"/>
                  </a:moveTo>
                  <a:cubicBezTo>
                    <a:pt x="6271" y="0"/>
                    <a:pt x="6269" y="0"/>
                    <a:pt x="6266" y="0"/>
                  </a:cubicBezTo>
                  <a:lnTo>
                    <a:pt x="607" y="0"/>
                  </a:lnTo>
                  <a:cubicBezTo>
                    <a:pt x="270" y="0"/>
                    <a:pt x="1" y="270"/>
                    <a:pt x="1" y="606"/>
                  </a:cubicBezTo>
                  <a:lnTo>
                    <a:pt x="1" y="3840"/>
                  </a:lnTo>
                  <a:cubicBezTo>
                    <a:pt x="1" y="4177"/>
                    <a:pt x="275" y="4446"/>
                    <a:pt x="607" y="4446"/>
                  </a:cubicBezTo>
                  <a:lnTo>
                    <a:pt x="2835" y="4446"/>
                  </a:lnTo>
                  <a:lnTo>
                    <a:pt x="2498" y="5793"/>
                  </a:lnTo>
                  <a:cubicBezTo>
                    <a:pt x="2480" y="5862"/>
                    <a:pt x="2533" y="5920"/>
                    <a:pt x="2592" y="5920"/>
                  </a:cubicBezTo>
                  <a:cubicBezTo>
                    <a:pt x="2612" y="5920"/>
                    <a:pt x="2633" y="5914"/>
                    <a:pt x="2652" y="5899"/>
                  </a:cubicBezTo>
                  <a:lnTo>
                    <a:pt x="4654" y="4446"/>
                  </a:lnTo>
                  <a:lnTo>
                    <a:pt x="6270" y="4446"/>
                  </a:lnTo>
                  <a:cubicBezTo>
                    <a:pt x="6602" y="4446"/>
                    <a:pt x="6877" y="4177"/>
                    <a:pt x="6877" y="3840"/>
                  </a:cubicBezTo>
                  <a:lnTo>
                    <a:pt x="6877" y="606"/>
                  </a:lnTo>
                  <a:cubicBezTo>
                    <a:pt x="6877" y="272"/>
                    <a:pt x="6607" y="0"/>
                    <a:pt x="627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1"/>
            <p:cNvSpPr/>
            <p:nvPr/>
          </p:nvSpPr>
          <p:spPr>
            <a:xfrm>
              <a:off x="3104515" y="2146723"/>
              <a:ext cx="126600" cy="190149"/>
            </a:xfrm>
            <a:custGeom>
              <a:rect b="b" l="l" r="r" t="t"/>
              <a:pathLst>
                <a:path extrusionOk="0" h="7250" w="4827">
                  <a:moveTo>
                    <a:pt x="2411" y="376"/>
                  </a:moveTo>
                  <a:cubicBezTo>
                    <a:pt x="2463" y="376"/>
                    <a:pt x="2514" y="378"/>
                    <a:pt x="2565" y="383"/>
                  </a:cubicBezTo>
                  <a:cubicBezTo>
                    <a:pt x="3388" y="460"/>
                    <a:pt x="4037" y="1182"/>
                    <a:pt x="4042" y="2029"/>
                  </a:cubicBezTo>
                  <a:cubicBezTo>
                    <a:pt x="4042" y="2828"/>
                    <a:pt x="4234" y="3573"/>
                    <a:pt x="4398" y="3963"/>
                  </a:cubicBezTo>
                  <a:cubicBezTo>
                    <a:pt x="4398" y="3968"/>
                    <a:pt x="4398" y="3978"/>
                    <a:pt x="4393" y="3978"/>
                  </a:cubicBezTo>
                  <a:cubicBezTo>
                    <a:pt x="4225" y="4093"/>
                    <a:pt x="3850" y="4310"/>
                    <a:pt x="3214" y="4439"/>
                  </a:cubicBezTo>
                  <a:cubicBezTo>
                    <a:pt x="3210" y="4420"/>
                    <a:pt x="3205" y="4401"/>
                    <a:pt x="3205" y="4382"/>
                  </a:cubicBezTo>
                  <a:lnTo>
                    <a:pt x="3205" y="4002"/>
                  </a:lnTo>
                  <a:cubicBezTo>
                    <a:pt x="3455" y="3857"/>
                    <a:pt x="3667" y="3650"/>
                    <a:pt x="3806" y="3400"/>
                  </a:cubicBezTo>
                  <a:cubicBezTo>
                    <a:pt x="4071" y="2929"/>
                    <a:pt x="3979" y="2337"/>
                    <a:pt x="3580" y="1966"/>
                  </a:cubicBezTo>
                  <a:cubicBezTo>
                    <a:pt x="3301" y="1711"/>
                    <a:pt x="2801" y="1408"/>
                    <a:pt x="2007" y="1408"/>
                  </a:cubicBezTo>
                  <a:cubicBezTo>
                    <a:pt x="1959" y="1408"/>
                    <a:pt x="1910" y="1427"/>
                    <a:pt x="1877" y="1466"/>
                  </a:cubicBezTo>
                  <a:lnTo>
                    <a:pt x="1473" y="1870"/>
                  </a:lnTo>
                  <a:cubicBezTo>
                    <a:pt x="1332" y="2006"/>
                    <a:pt x="1458" y="2194"/>
                    <a:pt x="1604" y="2194"/>
                  </a:cubicBezTo>
                  <a:cubicBezTo>
                    <a:pt x="1649" y="2194"/>
                    <a:pt x="1696" y="2176"/>
                    <a:pt x="1737" y="2135"/>
                  </a:cubicBezTo>
                  <a:lnTo>
                    <a:pt x="2084" y="1788"/>
                  </a:lnTo>
                  <a:cubicBezTo>
                    <a:pt x="2589" y="1803"/>
                    <a:pt x="3007" y="1957"/>
                    <a:pt x="3325" y="2245"/>
                  </a:cubicBezTo>
                  <a:cubicBezTo>
                    <a:pt x="3595" y="2496"/>
                    <a:pt x="3657" y="2895"/>
                    <a:pt x="3479" y="3212"/>
                  </a:cubicBezTo>
                  <a:cubicBezTo>
                    <a:pt x="3257" y="3605"/>
                    <a:pt x="2847" y="3834"/>
                    <a:pt x="2414" y="3834"/>
                  </a:cubicBezTo>
                  <a:cubicBezTo>
                    <a:pt x="2311" y="3834"/>
                    <a:pt x="2206" y="3821"/>
                    <a:pt x="2103" y="3795"/>
                  </a:cubicBezTo>
                  <a:cubicBezTo>
                    <a:pt x="1564" y="3655"/>
                    <a:pt x="1189" y="3169"/>
                    <a:pt x="1189" y="2611"/>
                  </a:cubicBezTo>
                  <a:cubicBezTo>
                    <a:pt x="1189" y="2486"/>
                    <a:pt x="1094" y="2423"/>
                    <a:pt x="999" y="2423"/>
                  </a:cubicBezTo>
                  <a:cubicBezTo>
                    <a:pt x="904" y="2423"/>
                    <a:pt x="809" y="2486"/>
                    <a:pt x="809" y="2611"/>
                  </a:cubicBezTo>
                  <a:cubicBezTo>
                    <a:pt x="809" y="3188"/>
                    <a:pt x="1116" y="3718"/>
                    <a:pt x="1617" y="4006"/>
                  </a:cubicBezTo>
                  <a:lnTo>
                    <a:pt x="1617" y="4382"/>
                  </a:lnTo>
                  <a:cubicBezTo>
                    <a:pt x="1617" y="4406"/>
                    <a:pt x="1617" y="4425"/>
                    <a:pt x="1612" y="4444"/>
                  </a:cubicBezTo>
                  <a:cubicBezTo>
                    <a:pt x="972" y="4310"/>
                    <a:pt x="602" y="4098"/>
                    <a:pt x="433" y="3982"/>
                  </a:cubicBezTo>
                  <a:cubicBezTo>
                    <a:pt x="424" y="3978"/>
                    <a:pt x="424" y="3973"/>
                    <a:pt x="424" y="3968"/>
                  </a:cubicBezTo>
                  <a:lnTo>
                    <a:pt x="424" y="3963"/>
                  </a:lnTo>
                  <a:cubicBezTo>
                    <a:pt x="587" y="3573"/>
                    <a:pt x="780" y="2828"/>
                    <a:pt x="780" y="2029"/>
                  </a:cubicBezTo>
                  <a:cubicBezTo>
                    <a:pt x="784" y="1182"/>
                    <a:pt x="1434" y="460"/>
                    <a:pt x="2257" y="383"/>
                  </a:cubicBezTo>
                  <a:cubicBezTo>
                    <a:pt x="2307" y="378"/>
                    <a:pt x="2359" y="376"/>
                    <a:pt x="2411" y="376"/>
                  </a:cubicBezTo>
                  <a:close/>
                  <a:moveTo>
                    <a:pt x="2825" y="4160"/>
                  </a:moveTo>
                  <a:lnTo>
                    <a:pt x="2825" y="4382"/>
                  </a:lnTo>
                  <a:cubicBezTo>
                    <a:pt x="2825" y="4608"/>
                    <a:pt x="2950" y="4815"/>
                    <a:pt x="3152" y="4916"/>
                  </a:cubicBezTo>
                  <a:lnTo>
                    <a:pt x="3272" y="4974"/>
                  </a:lnTo>
                  <a:cubicBezTo>
                    <a:pt x="3089" y="5272"/>
                    <a:pt x="2762" y="5455"/>
                    <a:pt x="2411" y="5455"/>
                  </a:cubicBezTo>
                  <a:cubicBezTo>
                    <a:pt x="2055" y="5455"/>
                    <a:pt x="1728" y="5272"/>
                    <a:pt x="1545" y="4974"/>
                  </a:cubicBezTo>
                  <a:lnTo>
                    <a:pt x="1665" y="4911"/>
                  </a:lnTo>
                  <a:cubicBezTo>
                    <a:pt x="1862" y="4815"/>
                    <a:pt x="1992" y="4608"/>
                    <a:pt x="1992" y="4382"/>
                  </a:cubicBezTo>
                  <a:lnTo>
                    <a:pt x="1992" y="4160"/>
                  </a:lnTo>
                  <a:cubicBezTo>
                    <a:pt x="2127" y="4196"/>
                    <a:pt x="2266" y="4214"/>
                    <a:pt x="2407" y="4214"/>
                  </a:cubicBezTo>
                  <a:cubicBezTo>
                    <a:pt x="2547" y="4214"/>
                    <a:pt x="2687" y="4196"/>
                    <a:pt x="2825" y="4160"/>
                  </a:cubicBezTo>
                  <a:close/>
                  <a:moveTo>
                    <a:pt x="2411" y="1"/>
                  </a:moveTo>
                  <a:cubicBezTo>
                    <a:pt x="2348" y="1"/>
                    <a:pt x="2286" y="3"/>
                    <a:pt x="2223" y="8"/>
                  </a:cubicBezTo>
                  <a:cubicBezTo>
                    <a:pt x="1208" y="104"/>
                    <a:pt x="409" y="989"/>
                    <a:pt x="404" y="2029"/>
                  </a:cubicBezTo>
                  <a:cubicBezTo>
                    <a:pt x="400" y="2775"/>
                    <a:pt x="221" y="3463"/>
                    <a:pt x="72" y="3824"/>
                  </a:cubicBezTo>
                  <a:cubicBezTo>
                    <a:pt x="5" y="3992"/>
                    <a:pt x="63" y="4184"/>
                    <a:pt x="212" y="4290"/>
                  </a:cubicBezTo>
                  <a:cubicBezTo>
                    <a:pt x="515" y="4488"/>
                    <a:pt x="842" y="4637"/>
                    <a:pt x="1193" y="4728"/>
                  </a:cubicBezTo>
                  <a:lnTo>
                    <a:pt x="438" y="5108"/>
                  </a:lnTo>
                  <a:cubicBezTo>
                    <a:pt x="169" y="5238"/>
                    <a:pt x="0" y="5517"/>
                    <a:pt x="0" y="5820"/>
                  </a:cubicBezTo>
                  <a:lnTo>
                    <a:pt x="0" y="7062"/>
                  </a:lnTo>
                  <a:cubicBezTo>
                    <a:pt x="0" y="7187"/>
                    <a:pt x="94" y="7249"/>
                    <a:pt x="188" y="7249"/>
                  </a:cubicBezTo>
                  <a:cubicBezTo>
                    <a:pt x="282" y="7249"/>
                    <a:pt x="375" y="7187"/>
                    <a:pt x="375" y="7062"/>
                  </a:cubicBezTo>
                  <a:lnTo>
                    <a:pt x="375" y="5820"/>
                  </a:lnTo>
                  <a:cubicBezTo>
                    <a:pt x="375" y="5662"/>
                    <a:pt x="467" y="5517"/>
                    <a:pt x="606" y="5445"/>
                  </a:cubicBezTo>
                  <a:lnTo>
                    <a:pt x="1203" y="5147"/>
                  </a:lnTo>
                  <a:cubicBezTo>
                    <a:pt x="1475" y="5604"/>
                    <a:pt x="1943" y="5832"/>
                    <a:pt x="2411" y="5832"/>
                  </a:cubicBezTo>
                  <a:cubicBezTo>
                    <a:pt x="2879" y="5832"/>
                    <a:pt x="3347" y="5604"/>
                    <a:pt x="3619" y="5147"/>
                  </a:cubicBezTo>
                  <a:lnTo>
                    <a:pt x="4215" y="5445"/>
                  </a:lnTo>
                  <a:cubicBezTo>
                    <a:pt x="4355" y="5517"/>
                    <a:pt x="4446" y="5662"/>
                    <a:pt x="4446" y="5820"/>
                  </a:cubicBezTo>
                  <a:lnTo>
                    <a:pt x="4446" y="7062"/>
                  </a:lnTo>
                  <a:cubicBezTo>
                    <a:pt x="4446" y="7187"/>
                    <a:pt x="4540" y="7249"/>
                    <a:pt x="4634" y="7249"/>
                  </a:cubicBezTo>
                  <a:cubicBezTo>
                    <a:pt x="4728" y="7249"/>
                    <a:pt x="4822" y="7187"/>
                    <a:pt x="4822" y="7062"/>
                  </a:cubicBezTo>
                  <a:lnTo>
                    <a:pt x="4822" y="5820"/>
                  </a:lnTo>
                  <a:cubicBezTo>
                    <a:pt x="4826" y="5517"/>
                    <a:pt x="4653" y="5238"/>
                    <a:pt x="4384" y="5108"/>
                  </a:cubicBezTo>
                  <a:lnTo>
                    <a:pt x="3633" y="4728"/>
                  </a:lnTo>
                  <a:cubicBezTo>
                    <a:pt x="3979" y="4637"/>
                    <a:pt x="4311" y="4488"/>
                    <a:pt x="4610" y="4290"/>
                  </a:cubicBezTo>
                  <a:cubicBezTo>
                    <a:pt x="4759" y="4184"/>
                    <a:pt x="4817" y="3992"/>
                    <a:pt x="4749" y="3824"/>
                  </a:cubicBezTo>
                  <a:cubicBezTo>
                    <a:pt x="4595" y="3463"/>
                    <a:pt x="4422" y="2775"/>
                    <a:pt x="4417" y="2029"/>
                  </a:cubicBezTo>
                  <a:cubicBezTo>
                    <a:pt x="4417" y="989"/>
                    <a:pt x="3619" y="104"/>
                    <a:pt x="2598" y="8"/>
                  </a:cubicBezTo>
                  <a:cubicBezTo>
                    <a:pt x="2536" y="3"/>
                    <a:pt x="2473" y="1"/>
                    <a:pt x="24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1"/>
            <p:cNvSpPr/>
            <p:nvPr/>
          </p:nvSpPr>
          <p:spPr>
            <a:xfrm>
              <a:off x="3125707" y="2305662"/>
              <a:ext cx="9993" cy="31211"/>
            </a:xfrm>
            <a:custGeom>
              <a:rect b="b" l="l" r="r" t="t"/>
              <a:pathLst>
                <a:path extrusionOk="0" h="1190" w="381">
                  <a:moveTo>
                    <a:pt x="188" y="1"/>
                  </a:moveTo>
                  <a:cubicBezTo>
                    <a:pt x="82" y="1"/>
                    <a:pt x="1" y="88"/>
                    <a:pt x="1" y="193"/>
                  </a:cubicBezTo>
                  <a:lnTo>
                    <a:pt x="1" y="1002"/>
                  </a:lnTo>
                  <a:cubicBezTo>
                    <a:pt x="1" y="1127"/>
                    <a:pt x="94"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1"/>
            <p:cNvSpPr/>
            <p:nvPr/>
          </p:nvSpPr>
          <p:spPr>
            <a:xfrm>
              <a:off x="3199904" y="2305662"/>
              <a:ext cx="9993" cy="31211"/>
            </a:xfrm>
            <a:custGeom>
              <a:rect b="b" l="l" r="r" t="t"/>
              <a:pathLst>
                <a:path extrusionOk="0" h="1190" w="381">
                  <a:moveTo>
                    <a:pt x="188" y="1"/>
                  </a:moveTo>
                  <a:cubicBezTo>
                    <a:pt x="83" y="1"/>
                    <a:pt x="1" y="88"/>
                    <a:pt x="1" y="193"/>
                  </a:cubicBezTo>
                  <a:lnTo>
                    <a:pt x="1" y="1002"/>
                  </a:lnTo>
                  <a:cubicBezTo>
                    <a:pt x="1" y="1127"/>
                    <a:pt x="95"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1"/>
            <p:cNvSpPr/>
            <p:nvPr/>
          </p:nvSpPr>
          <p:spPr>
            <a:xfrm>
              <a:off x="3348326" y="2182340"/>
              <a:ext cx="54632" cy="16838"/>
            </a:xfrm>
            <a:custGeom>
              <a:rect b="b" l="l" r="r" t="t"/>
              <a:pathLst>
                <a:path extrusionOk="0" h="642" w="2083">
                  <a:moveTo>
                    <a:pt x="741" y="1"/>
                  </a:moveTo>
                  <a:cubicBezTo>
                    <a:pt x="562" y="1"/>
                    <a:pt x="364" y="18"/>
                    <a:pt x="150" y="60"/>
                  </a:cubicBezTo>
                  <a:cubicBezTo>
                    <a:pt x="63" y="79"/>
                    <a:pt x="0" y="156"/>
                    <a:pt x="0" y="247"/>
                  </a:cubicBezTo>
                  <a:lnTo>
                    <a:pt x="0" y="449"/>
                  </a:lnTo>
                  <a:cubicBezTo>
                    <a:pt x="0" y="575"/>
                    <a:pt x="94" y="637"/>
                    <a:pt x="188" y="637"/>
                  </a:cubicBezTo>
                  <a:cubicBezTo>
                    <a:pt x="282" y="637"/>
                    <a:pt x="376" y="575"/>
                    <a:pt x="376" y="449"/>
                  </a:cubicBezTo>
                  <a:lnTo>
                    <a:pt x="376" y="406"/>
                  </a:lnTo>
                  <a:cubicBezTo>
                    <a:pt x="496" y="388"/>
                    <a:pt x="617" y="378"/>
                    <a:pt x="738" y="378"/>
                  </a:cubicBezTo>
                  <a:cubicBezTo>
                    <a:pt x="931" y="378"/>
                    <a:pt x="1123" y="402"/>
                    <a:pt x="1309" y="449"/>
                  </a:cubicBezTo>
                  <a:cubicBezTo>
                    <a:pt x="1444" y="483"/>
                    <a:pt x="1579" y="536"/>
                    <a:pt x="1699" y="608"/>
                  </a:cubicBezTo>
                  <a:cubicBezTo>
                    <a:pt x="1735" y="631"/>
                    <a:pt x="1771" y="641"/>
                    <a:pt x="1805" y="641"/>
                  </a:cubicBezTo>
                  <a:cubicBezTo>
                    <a:pt x="1969" y="641"/>
                    <a:pt x="2082" y="406"/>
                    <a:pt x="1911" y="291"/>
                  </a:cubicBezTo>
                  <a:cubicBezTo>
                    <a:pt x="1888" y="275"/>
                    <a:pt x="1463"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1"/>
            <p:cNvSpPr/>
            <p:nvPr/>
          </p:nvSpPr>
          <p:spPr>
            <a:xfrm>
              <a:off x="3305785" y="2151969"/>
              <a:ext cx="137222" cy="185009"/>
            </a:xfrm>
            <a:custGeom>
              <a:rect b="b" l="l" r="r" t="t"/>
              <a:pathLst>
                <a:path extrusionOk="0" h="7054" w="5232">
                  <a:moveTo>
                    <a:pt x="4048" y="380"/>
                  </a:moveTo>
                  <a:lnTo>
                    <a:pt x="4048" y="1319"/>
                  </a:lnTo>
                  <a:cubicBezTo>
                    <a:pt x="4048" y="1478"/>
                    <a:pt x="4009" y="1636"/>
                    <a:pt x="3937" y="1776"/>
                  </a:cubicBezTo>
                  <a:lnTo>
                    <a:pt x="3865" y="1925"/>
                  </a:lnTo>
                  <a:cubicBezTo>
                    <a:pt x="3850" y="1954"/>
                    <a:pt x="3845" y="1983"/>
                    <a:pt x="3845" y="2012"/>
                  </a:cubicBezTo>
                  <a:lnTo>
                    <a:pt x="3845" y="2416"/>
                  </a:lnTo>
                  <a:cubicBezTo>
                    <a:pt x="3845" y="3090"/>
                    <a:pt x="3296" y="3639"/>
                    <a:pt x="2623" y="3639"/>
                  </a:cubicBezTo>
                  <a:cubicBezTo>
                    <a:pt x="2609" y="3639"/>
                    <a:pt x="2594" y="3638"/>
                    <a:pt x="2580" y="3638"/>
                  </a:cubicBezTo>
                  <a:cubicBezTo>
                    <a:pt x="1926" y="3619"/>
                    <a:pt x="1391" y="3041"/>
                    <a:pt x="1391" y="2353"/>
                  </a:cubicBezTo>
                  <a:lnTo>
                    <a:pt x="1391" y="2012"/>
                  </a:lnTo>
                  <a:cubicBezTo>
                    <a:pt x="1391" y="1983"/>
                    <a:pt x="1387" y="1949"/>
                    <a:pt x="1372" y="1925"/>
                  </a:cubicBezTo>
                  <a:lnTo>
                    <a:pt x="1300" y="1776"/>
                  </a:lnTo>
                  <a:cubicBezTo>
                    <a:pt x="1228" y="1636"/>
                    <a:pt x="1189" y="1478"/>
                    <a:pt x="1189" y="1319"/>
                  </a:cubicBezTo>
                  <a:cubicBezTo>
                    <a:pt x="1189" y="799"/>
                    <a:pt x="1613" y="380"/>
                    <a:pt x="2128" y="380"/>
                  </a:cubicBezTo>
                  <a:close/>
                  <a:moveTo>
                    <a:pt x="1998" y="3888"/>
                  </a:moveTo>
                  <a:cubicBezTo>
                    <a:pt x="2181" y="3965"/>
                    <a:pt x="2373" y="4008"/>
                    <a:pt x="2570" y="4018"/>
                  </a:cubicBezTo>
                  <a:lnTo>
                    <a:pt x="2618" y="4018"/>
                  </a:lnTo>
                  <a:cubicBezTo>
                    <a:pt x="2830" y="4018"/>
                    <a:pt x="3042" y="3975"/>
                    <a:pt x="3239" y="3893"/>
                  </a:cubicBezTo>
                  <a:lnTo>
                    <a:pt x="3239" y="4153"/>
                  </a:lnTo>
                  <a:cubicBezTo>
                    <a:pt x="3239" y="4211"/>
                    <a:pt x="3244" y="4268"/>
                    <a:pt x="3263" y="4321"/>
                  </a:cubicBezTo>
                  <a:lnTo>
                    <a:pt x="2618" y="4802"/>
                  </a:lnTo>
                  <a:lnTo>
                    <a:pt x="1974" y="4321"/>
                  </a:lnTo>
                  <a:cubicBezTo>
                    <a:pt x="1993" y="4268"/>
                    <a:pt x="1998" y="4211"/>
                    <a:pt x="1998" y="4153"/>
                  </a:cubicBezTo>
                  <a:lnTo>
                    <a:pt x="1998" y="3888"/>
                  </a:lnTo>
                  <a:close/>
                  <a:moveTo>
                    <a:pt x="2132" y="0"/>
                  </a:moveTo>
                  <a:cubicBezTo>
                    <a:pt x="1401" y="5"/>
                    <a:pt x="814" y="592"/>
                    <a:pt x="814" y="1319"/>
                  </a:cubicBezTo>
                  <a:cubicBezTo>
                    <a:pt x="814" y="1535"/>
                    <a:pt x="862" y="1752"/>
                    <a:pt x="963" y="1944"/>
                  </a:cubicBezTo>
                  <a:lnTo>
                    <a:pt x="1016" y="2055"/>
                  </a:lnTo>
                  <a:lnTo>
                    <a:pt x="1016" y="2353"/>
                  </a:lnTo>
                  <a:cubicBezTo>
                    <a:pt x="1016" y="2854"/>
                    <a:pt x="1237" y="3330"/>
                    <a:pt x="1622" y="3652"/>
                  </a:cubicBezTo>
                  <a:lnTo>
                    <a:pt x="1622" y="4153"/>
                  </a:lnTo>
                  <a:cubicBezTo>
                    <a:pt x="1618" y="4244"/>
                    <a:pt x="1565" y="4326"/>
                    <a:pt x="1483" y="4355"/>
                  </a:cubicBezTo>
                  <a:lnTo>
                    <a:pt x="521" y="4716"/>
                  </a:lnTo>
                  <a:cubicBezTo>
                    <a:pt x="208" y="4836"/>
                    <a:pt x="1" y="5130"/>
                    <a:pt x="1" y="5462"/>
                  </a:cubicBezTo>
                  <a:lnTo>
                    <a:pt x="1" y="6862"/>
                  </a:lnTo>
                  <a:cubicBezTo>
                    <a:pt x="1" y="6987"/>
                    <a:pt x="96" y="7049"/>
                    <a:pt x="191" y="7049"/>
                  </a:cubicBezTo>
                  <a:cubicBezTo>
                    <a:pt x="286" y="7049"/>
                    <a:pt x="381" y="6987"/>
                    <a:pt x="381" y="6862"/>
                  </a:cubicBezTo>
                  <a:lnTo>
                    <a:pt x="381" y="5466"/>
                  </a:lnTo>
                  <a:cubicBezTo>
                    <a:pt x="381" y="5288"/>
                    <a:pt x="487" y="5134"/>
                    <a:pt x="650" y="5072"/>
                  </a:cubicBezTo>
                  <a:lnTo>
                    <a:pt x="1613" y="4711"/>
                  </a:lnTo>
                  <a:cubicBezTo>
                    <a:pt x="1666" y="4692"/>
                    <a:pt x="1714" y="4668"/>
                    <a:pt x="1757" y="4634"/>
                  </a:cubicBezTo>
                  <a:lnTo>
                    <a:pt x="2431" y="5139"/>
                  </a:lnTo>
                  <a:lnTo>
                    <a:pt x="2431" y="6862"/>
                  </a:lnTo>
                  <a:cubicBezTo>
                    <a:pt x="2431" y="6989"/>
                    <a:pt x="2525" y="7053"/>
                    <a:pt x="2618" y="7053"/>
                  </a:cubicBezTo>
                  <a:cubicBezTo>
                    <a:pt x="2712" y="7053"/>
                    <a:pt x="2806" y="6989"/>
                    <a:pt x="2806" y="6862"/>
                  </a:cubicBezTo>
                  <a:lnTo>
                    <a:pt x="2806" y="5134"/>
                  </a:lnTo>
                  <a:lnTo>
                    <a:pt x="3480" y="4634"/>
                  </a:lnTo>
                  <a:cubicBezTo>
                    <a:pt x="3523" y="4663"/>
                    <a:pt x="3571" y="4692"/>
                    <a:pt x="3624" y="4711"/>
                  </a:cubicBezTo>
                  <a:lnTo>
                    <a:pt x="4586" y="5072"/>
                  </a:lnTo>
                  <a:cubicBezTo>
                    <a:pt x="4745" y="5134"/>
                    <a:pt x="4856" y="5288"/>
                    <a:pt x="4856" y="5462"/>
                  </a:cubicBezTo>
                  <a:lnTo>
                    <a:pt x="4856" y="6862"/>
                  </a:lnTo>
                  <a:cubicBezTo>
                    <a:pt x="4856" y="6987"/>
                    <a:pt x="4950" y="7049"/>
                    <a:pt x="5044" y="7049"/>
                  </a:cubicBezTo>
                  <a:cubicBezTo>
                    <a:pt x="5137" y="7049"/>
                    <a:pt x="5231" y="6987"/>
                    <a:pt x="5231" y="6862"/>
                  </a:cubicBezTo>
                  <a:lnTo>
                    <a:pt x="5231" y="5466"/>
                  </a:lnTo>
                  <a:cubicBezTo>
                    <a:pt x="5231" y="5130"/>
                    <a:pt x="5029" y="4836"/>
                    <a:pt x="4716" y="4716"/>
                  </a:cubicBezTo>
                  <a:lnTo>
                    <a:pt x="3754" y="4355"/>
                  </a:lnTo>
                  <a:cubicBezTo>
                    <a:pt x="3672" y="4326"/>
                    <a:pt x="3614" y="4244"/>
                    <a:pt x="3614" y="4153"/>
                  </a:cubicBezTo>
                  <a:lnTo>
                    <a:pt x="3614" y="3672"/>
                  </a:lnTo>
                  <a:cubicBezTo>
                    <a:pt x="3653" y="3638"/>
                    <a:pt x="3696" y="3599"/>
                    <a:pt x="3735" y="3566"/>
                  </a:cubicBezTo>
                  <a:cubicBezTo>
                    <a:pt x="4048" y="3263"/>
                    <a:pt x="4226" y="2849"/>
                    <a:pt x="4221" y="2411"/>
                  </a:cubicBezTo>
                  <a:lnTo>
                    <a:pt x="4221" y="2050"/>
                  </a:lnTo>
                  <a:lnTo>
                    <a:pt x="4279" y="1944"/>
                  </a:lnTo>
                  <a:cubicBezTo>
                    <a:pt x="4375" y="1747"/>
                    <a:pt x="4423" y="1535"/>
                    <a:pt x="4423" y="1319"/>
                  </a:cubicBezTo>
                  <a:lnTo>
                    <a:pt x="4423" y="193"/>
                  </a:lnTo>
                  <a:cubicBezTo>
                    <a:pt x="4423" y="87"/>
                    <a:pt x="4341" y="0"/>
                    <a:pt x="4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1"/>
            <p:cNvSpPr/>
            <p:nvPr/>
          </p:nvSpPr>
          <p:spPr>
            <a:xfrm>
              <a:off x="3332432"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5" y="1327"/>
                    <a:pt x="375" y="1199"/>
                  </a:cubicBezTo>
                  <a:lnTo>
                    <a:pt x="375" y="189"/>
                  </a:lnTo>
                  <a:cubicBezTo>
                    <a:pt x="375"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1"/>
            <p:cNvSpPr/>
            <p:nvPr/>
          </p:nvSpPr>
          <p:spPr>
            <a:xfrm>
              <a:off x="3406630"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6" y="1327"/>
                    <a:pt x="376" y="1199"/>
                  </a:cubicBezTo>
                  <a:lnTo>
                    <a:pt x="376" y="189"/>
                  </a:lnTo>
                  <a:cubicBezTo>
                    <a:pt x="376"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1"/>
            <p:cNvSpPr/>
            <p:nvPr/>
          </p:nvSpPr>
          <p:spPr>
            <a:xfrm>
              <a:off x="3157521" y="1998381"/>
              <a:ext cx="211263" cy="176537"/>
            </a:xfrm>
            <a:custGeom>
              <a:rect b="b" l="l" r="r" t="t"/>
              <a:pathLst>
                <a:path extrusionOk="0" h="6731" w="8055">
                  <a:moveTo>
                    <a:pt x="2776" y="4827"/>
                  </a:moveTo>
                  <a:lnTo>
                    <a:pt x="2666" y="5255"/>
                  </a:lnTo>
                  <a:lnTo>
                    <a:pt x="2411" y="5250"/>
                  </a:lnTo>
                  <a:cubicBezTo>
                    <a:pt x="2180" y="5250"/>
                    <a:pt x="1992" y="5067"/>
                    <a:pt x="1992" y="4836"/>
                  </a:cubicBezTo>
                  <a:lnTo>
                    <a:pt x="1992" y="4827"/>
                  </a:lnTo>
                  <a:close/>
                  <a:moveTo>
                    <a:pt x="6453" y="376"/>
                  </a:moveTo>
                  <a:cubicBezTo>
                    <a:pt x="6684" y="376"/>
                    <a:pt x="6871" y="563"/>
                    <a:pt x="6871" y="794"/>
                  </a:cubicBezTo>
                  <a:lnTo>
                    <a:pt x="6871" y="4028"/>
                  </a:lnTo>
                  <a:cubicBezTo>
                    <a:pt x="6871" y="4259"/>
                    <a:pt x="6684" y="4446"/>
                    <a:pt x="6453" y="4446"/>
                  </a:cubicBezTo>
                  <a:lnTo>
                    <a:pt x="4836" y="4446"/>
                  </a:lnTo>
                  <a:cubicBezTo>
                    <a:pt x="4797" y="4446"/>
                    <a:pt x="4759" y="4456"/>
                    <a:pt x="4725" y="4480"/>
                  </a:cubicBezTo>
                  <a:lnTo>
                    <a:pt x="2921" y="5794"/>
                  </a:lnTo>
                  <a:lnTo>
                    <a:pt x="3200" y="4682"/>
                  </a:lnTo>
                  <a:cubicBezTo>
                    <a:pt x="3229" y="4562"/>
                    <a:pt x="3142" y="4446"/>
                    <a:pt x="3022" y="4446"/>
                  </a:cubicBezTo>
                  <a:lnTo>
                    <a:pt x="794" y="4446"/>
                  </a:lnTo>
                  <a:cubicBezTo>
                    <a:pt x="563" y="4446"/>
                    <a:pt x="375" y="4259"/>
                    <a:pt x="375" y="4028"/>
                  </a:cubicBezTo>
                  <a:lnTo>
                    <a:pt x="375" y="794"/>
                  </a:lnTo>
                  <a:cubicBezTo>
                    <a:pt x="375" y="563"/>
                    <a:pt x="563" y="376"/>
                    <a:pt x="794" y="376"/>
                  </a:cubicBezTo>
                  <a:close/>
                  <a:moveTo>
                    <a:pt x="7261" y="1184"/>
                  </a:moveTo>
                  <a:cubicBezTo>
                    <a:pt x="7492" y="1184"/>
                    <a:pt x="7680" y="1372"/>
                    <a:pt x="7680" y="1603"/>
                  </a:cubicBezTo>
                  <a:lnTo>
                    <a:pt x="7680" y="4836"/>
                  </a:lnTo>
                  <a:cubicBezTo>
                    <a:pt x="7680" y="5067"/>
                    <a:pt x="7492" y="5255"/>
                    <a:pt x="7261" y="5255"/>
                  </a:cubicBezTo>
                  <a:lnTo>
                    <a:pt x="5644" y="5255"/>
                  </a:lnTo>
                  <a:cubicBezTo>
                    <a:pt x="5642" y="5255"/>
                    <a:pt x="5639" y="5255"/>
                    <a:pt x="5637" y="5255"/>
                  </a:cubicBezTo>
                  <a:cubicBezTo>
                    <a:pt x="5525" y="5255"/>
                    <a:pt x="5438" y="5358"/>
                    <a:pt x="5457" y="5471"/>
                  </a:cubicBezTo>
                  <a:lnTo>
                    <a:pt x="5457" y="5476"/>
                  </a:lnTo>
                  <a:lnTo>
                    <a:pt x="5591" y="6256"/>
                  </a:lnTo>
                  <a:lnTo>
                    <a:pt x="4201" y="5332"/>
                  </a:lnTo>
                  <a:lnTo>
                    <a:pt x="4898" y="4827"/>
                  </a:lnTo>
                  <a:lnTo>
                    <a:pt x="6453" y="4827"/>
                  </a:lnTo>
                  <a:cubicBezTo>
                    <a:pt x="6890" y="4822"/>
                    <a:pt x="7247" y="4471"/>
                    <a:pt x="7247" y="4028"/>
                  </a:cubicBezTo>
                  <a:lnTo>
                    <a:pt x="7247" y="1184"/>
                  </a:lnTo>
                  <a:close/>
                  <a:moveTo>
                    <a:pt x="794" y="0"/>
                  </a:moveTo>
                  <a:cubicBezTo>
                    <a:pt x="356" y="0"/>
                    <a:pt x="0" y="357"/>
                    <a:pt x="0" y="794"/>
                  </a:cubicBezTo>
                  <a:lnTo>
                    <a:pt x="0" y="4028"/>
                  </a:lnTo>
                  <a:cubicBezTo>
                    <a:pt x="0" y="4466"/>
                    <a:pt x="356" y="4822"/>
                    <a:pt x="794" y="4827"/>
                  </a:cubicBezTo>
                  <a:lnTo>
                    <a:pt x="1617" y="4827"/>
                  </a:lnTo>
                  <a:lnTo>
                    <a:pt x="1617" y="4836"/>
                  </a:lnTo>
                  <a:cubicBezTo>
                    <a:pt x="1617" y="5274"/>
                    <a:pt x="1973" y="5630"/>
                    <a:pt x="2411" y="5635"/>
                  </a:cubicBezTo>
                  <a:lnTo>
                    <a:pt x="2574" y="5635"/>
                  </a:lnTo>
                  <a:lnTo>
                    <a:pt x="2497" y="5933"/>
                  </a:lnTo>
                  <a:cubicBezTo>
                    <a:pt x="2447" y="6132"/>
                    <a:pt x="2602" y="6295"/>
                    <a:pt x="2777" y="6295"/>
                  </a:cubicBezTo>
                  <a:cubicBezTo>
                    <a:pt x="2834" y="6295"/>
                    <a:pt x="2894" y="6277"/>
                    <a:pt x="2950" y="6236"/>
                  </a:cubicBezTo>
                  <a:lnTo>
                    <a:pt x="3787" y="5630"/>
                  </a:lnTo>
                  <a:lnTo>
                    <a:pt x="3970" y="5630"/>
                  </a:lnTo>
                  <a:lnTo>
                    <a:pt x="5548" y="6684"/>
                  </a:lnTo>
                  <a:cubicBezTo>
                    <a:pt x="5596" y="6715"/>
                    <a:pt x="5651" y="6731"/>
                    <a:pt x="5707" y="6731"/>
                  </a:cubicBezTo>
                  <a:cubicBezTo>
                    <a:pt x="5762" y="6731"/>
                    <a:pt x="5817" y="6715"/>
                    <a:pt x="5866" y="6684"/>
                  </a:cubicBezTo>
                  <a:cubicBezTo>
                    <a:pt x="5962" y="6621"/>
                    <a:pt x="6015" y="6506"/>
                    <a:pt x="5996" y="6390"/>
                  </a:cubicBezTo>
                  <a:lnTo>
                    <a:pt x="5870" y="5630"/>
                  </a:lnTo>
                  <a:lnTo>
                    <a:pt x="7261" y="5630"/>
                  </a:lnTo>
                  <a:cubicBezTo>
                    <a:pt x="7699" y="5630"/>
                    <a:pt x="8055" y="5274"/>
                    <a:pt x="8055" y="4836"/>
                  </a:cubicBezTo>
                  <a:lnTo>
                    <a:pt x="8055" y="1603"/>
                  </a:lnTo>
                  <a:cubicBezTo>
                    <a:pt x="8055" y="1165"/>
                    <a:pt x="7699" y="809"/>
                    <a:pt x="7261" y="809"/>
                  </a:cubicBezTo>
                  <a:lnTo>
                    <a:pt x="7247" y="809"/>
                  </a:lnTo>
                  <a:lnTo>
                    <a:pt x="7247" y="794"/>
                  </a:lnTo>
                  <a:cubicBezTo>
                    <a:pt x="7247" y="357"/>
                    <a:pt x="6890" y="0"/>
                    <a:pt x="6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1"/>
            <p:cNvSpPr/>
            <p:nvPr/>
          </p:nvSpPr>
          <p:spPr>
            <a:xfrm>
              <a:off x="3192980" y="2030064"/>
              <a:ext cx="29165" cy="9993"/>
            </a:xfrm>
            <a:custGeom>
              <a:rect b="b" l="l" r="r" t="t"/>
              <a:pathLst>
                <a:path extrusionOk="0" h="381" w="1112">
                  <a:moveTo>
                    <a:pt x="250" y="0"/>
                  </a:moveTo>
                  <a:cubicBezTo>
                    <a:pt x="0" y="0"/>
                    <a:pt x="0" y="380"/>
                    <a:pt x="250" y="380"/>
                  </a:cubicBezTo>
                  <a:lnTo>
                    <a:pt x="857" y="380"/>
                  </a:lnTo>
                  <a:cubicBezTo>
                    <a:pt x="1112" y="380"/>
                    <a:pt x="1112"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1"/>
            <p:cNvSpPr/>
            <p:nvPr/>
          </p:nvSpPr>
          <p:spPr>
            <a:xfrm>
              <a:off x="3230066" y="2030064"/>
              <a:ext cx="82197" cy="9993"/>
            </a:xfrm>
            <a:custGeom>
              <a:rect b="b" l="l" r="r" t="t"/>
              <a:pathLst>
                <a:path extrusionOk="0" h="381" w="3134">
                  <a:moveTo>
                    <a:pt x="251" y="0"/>
                  </a:moveTo>
                  <a:cubicBezTo>
                    <a:pt x="1" y="0"/>
                    <a:pt x="1" y="380"/>
                    <a:pt x="251" y="380"/>
                  </a:cubicBezTo>
                  <a:lnTo>
                    <a:pt x="2878" y="380"/>
                  </a:lnTo>
                  <a:cubicBezTo>
                    <a:pt x="3133" y="380"/>
                    <a:pt x="3133"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1"/>
            <p:cNvSpPr/>
            <p:nvPr/>
          </p:nvSpPr>
          <p:spPr>
            <a:xfrm>
              <a:off x="3192980" y="2056553"/>
              <a:ext cx="119283" cy="9993"/>
            </a:xfrm>
            <a:custGeom>
              <a:rect b="b" l="l" r="r" t="t"/>
              <a:pathLst>
                <a:path extrusionOk="0" h="381" w="4548">
                  <a:moveTo>
                    <a:pt x="250" y="1"/>
                  </a:moveTo>
                  <a:cubicBezTo>
                    <a:pt x="0" y="1"/>
                    <a:pt x="0" y="381"/>
                    <a:pt x="250" y="381"/>
                  </a:cubicBezTo>
                  <a:lnTo>
                    <a:pt x="4292" y="381"/>
                  </a:lnTo>
                  <a:cubicBezTo>
                    <a:pt x="4547" y="381"/>
                    <a:pt x="4547" y="1"/>
                    <a:pt x="4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1"/>
            <p:cNvSpPr/>
            <p:nvPr/>
          </p:nvSpPr>
          <p:spPr>
            <a:xfrm>
              <a:off x="3192980" y="2083069"/>
              <a:ext cx="82040" cy="9993"/>
            </a:xfrm>
            <a:custGeom>
              <a:rect b="b" l="l" r="r" t="t"/>
              <a:pathLst>
                <a:path extrusionOk="0" h="381" w="3128">
                  <a:moveTo>
                    <a:pt x="250" y="0"/>
                  </a:moveTo>
                  <a:cubicBezTo>
                    <a:pt x="0" y="0"/>
                    <a:pt x="0" y="380"/>
                    <a:pt x="250" y="380"/>
                  </a:cubicBezTo>
                  <a:lnTo>
                    <a:pt x="2878" y="380"/>
                  </a:lnTo>
                  <a:cubicBezTo>
                    <a:pt x="3128" y="380"/>
                    <a:pt x="3128"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1"/>
            <p:cNvSpPr/>
            <p:nvPr/>
          </p:nvSpPr>
          <p:spPr>
            <a:xfrm>
              <a:off x="3283072" y="2083069"/>
              <a:ext cx="29060" cy="9993"/>
            </a:xfrm>
            <a:custGeom>
              <a:rect b="b" l="l" r="r" t="t"/>
              <a:pathLst>
                <a:path extrusionOk="0" h="381" w="1108">
                  <a:moveTo>
                    <a:pt x="251" y="0"/>
                  </a:moveTo>
                  <a:cubicBezTo>
                    <a:pt x="1" y="0"/>
                    <a:pt x="1" y="380"/>
                    <a:pt x="251" y="380"/>
                  </a:cubicBezTo>
                  <a:lnTo>
                    <a:pt x="857" y="380"/>
                  </a:lnTo>
                  <a:cubicBezTo>
                    <a:pt x="1107" y="380"/>
                    <a:pt x="1107"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5" name="Google Shape;9905;p81"/>
          <p:cNvGrpSpPr/>
          <p:nvPr/>
        </p:nvGrpSpPr>
        <p:grpSpPr>
          <a:xfrm>
            <a:off x="4006321" y="1975405"/>
            <a:ext cx="320605" cy="384469"/>
            <a:chOff x="4006321" y="1975405"/>
            <a:chExt cx="320605" cy="384469"/>
          </a:xfrm>
        </p:grpSpPr>
        <p:sp>
          <p:nvSpPr>
            <p:cNvPr id="9906" name="Google Shape;9906;p81"/>
            <p:cNvSpPr/>
            <p:nvPr/>
          </p:nvSpPr>
          <p:spPr>
            <a:xfrm>
              <a:off x="4058960" y="2050888"/>
              <a:ext cx="32706" cy="35984"/>
            </a:xfrm>
            <a:custGeom>
              <a:rect b="b" l="l" r="r" t="t"/>
              <a:pathLst>
                <a:path extrusionOk="0" h="1372" w="1247">
                  <a:moveTo>
                    <a:pt x="597" y="0"/>
                  </a:moveTo>
                  <a:lnTo>
                    <a:pt x="0" y="443"/>
                  </a:lnTo>
                  <a:lnTo>
                    <a:pt x="645" y="1371"/>
                  </a:lnTo>
                  <a:cubicBezTo>
                    <a:pt x="838" y="1213"/>
                    <a:pt x="1035" y="1068"/>
                    <a:pt x="1247" y="934"/>
                  </a:cubicBezTo>
                  <a:lnTo>
                    <a:pt x="597"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1"/>
            <p:cNvSpPr/>
            <p:nvPr/>
          </p:nvSpPr>
          <p:spPr>
            <a:xfrm>
              <a:off x="4248008" y="2050888"/>
              <a:ext cx="32837" cy="35984"/>
            </a:xfrm>
            <a:custGeom>
              <a:rect b="b" l="l" r="r" t="t"/>
              <a:pathLst>
                <a:path extrusionOk="0" h="1372" w="1252">
                  <a:moveTo>
                    <a:pt x="650" y="0"/>
                  </a:moveTo>
                  <a:lnTo>
                    <a:pt x="0" y="934"/>
                  </a:lnTo>
                  <a:cubicBezTo>
                    <a:pt x="207" y="1068"/>
                    <a:pt x="409" y="1213"/>
                    <a:pt x="602" y="1371"/>
                  </a:cubicBezTo>
                  <a:lnTo>
                    <a:pt x="1251" y="443"/>
                  </a:lnTo>
                  <a:lnTo>
                    <a:pt x="65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1"/>
            <p:cNvSpPr/>
            <p:nvPr/>
          </p:nvSpPr>
          <p:spPr>
            <a:xfrm>
              <a:off x="4153222" y="2022353"/>
              <a:ext cx="33335" cy="34096"/>
            </a:xfrm>
            <a:custGeom>
              <a:rect b="b" l="l" r="r" t="t"/>
              <a:pathLst>
                <a:path extrusionOk="0" h="1300" w="1271">
                  <a:moveTo>
                    <a:pt x="1" y="1"/>
                  </a:moveTo>
                  <a:lnTo>
                    <a:pt x="1" y="1300"/>
                  </a:lnTo>
                  <a:cubicBezTo>
                    <a:pt x="210" y="1269"/>
                    <a:pt x="422" y="1253"/>
                    <a:pt x="634" y="1253"/>
                  </a:cubicBezTo>
                  <a:cubicBezTo>
                    <a:pt x="846" y="1253"/>
                    <a:pt x="1059" y="1269"/>
                    <a:pt x="1271" y="1300"/>
                  </a:cubicBezTo>
                  <a:lnTo>
                    <a:pt x="1271"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1"/>
            <p:cNvSpPr/>
            <p:nvPr/>
          </p:nvSpPr>
          <p:spPr>
            <a:xfrm>
              <a:off x="4153222" y="2022353"/>
              <a:ext cx="22503" cy="34096"/>
            </a:xfrm>
            <a:custGeom>
              <a:rect b="b" l="l" r="r" t="t"/>
              <a:pathLst>
                <a:path extrusionOk="0" h="1300" w="858">
                  <a:moveTo>
                    <a:pt x="1" y="1"/>
                  </a:moveTo>
                  <a:lnTo>
                    <a:pt x="1" y="1300"/>
                  </a:lnTo>
                  <a:cubicBezTo>
                    <a:pt x="212" y="1266"/>
                    <a:pt x="424" y="1252"/>
                    <a:pt x="636" y="1252"/>
                  </a:cubicBezTo>
                  <a:cubicBezTo>
                    <a:pt x="708" y="1252"/>
                    <a:pt x="785" y="1252"/>
                    <a:pt x="857" y="1261"/>
                  </a:cubicBezTo>
                  <a:lnTo>
                    <a:pt x="857"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1"/>
            <p:cNvSpPr/>
            <p:nvPr/>
          </p:nvSpPr>
          <p:spPr>
            <a:xfrm>
              <a:off x="4006321" y="2050888"/>
              <a:ext cx="315150" cy="303242"/>
            </a:xfrm>
            <a:custGeom>
              <a:rect b="b" l="l" r="r" t="t"/>
              <a:pathLst>
                <a:path extrusionOk="0" h="11562" w="12016">
                  <a:moveTo>
                    <a:pt x="6237" y="0"/>
                  </a:moveTo>
                  <a:cubicBezTo>
                    <a:pt x="3898" y="0"/>
                    <a:pt x="1791" y="1410"/>
                    <a:pt x="896" y="3570"/>
                  </a:cubicBezTo>
                  <a:cubicBezTo>
                    <a:pt x="1" y="5731"/>
                    <a:pt x="496" y="8214"/>
                    <a:pt x="2152" y="9869"/>
                  </a:cubicBezTo>
                  <a:cubicBezTo>
                    <a:pt x="3255" y="10975"/>
                    <a:pt x="4732" y="11561"/>
                    <a:pt x="6235" y="11561"/>
                  </a:cubicBezTo>
                  <a:cubicBezTo>
                    <a:pt x="6981" y="11561"/>
                    <a:pt x="7734" y="11417"/>
                    <a:pt x="8450" y="11120"/>
                  </a:cubicBezTo>
                  <a:cubicBezTo>
                    <a:pt x="10606" y="10230"/>
                    <a:pt x="12016" y="8117"/>
                    <a:pt x="12016" y="5784"/>
                  </a:cubicBezTo>
                  <a:cubicBezTo>
                    <a:pt x="12016" y="2589"/>
                    <a:pt x="9427" y="0"/>
                    <a:pt x="6237" y="0"/>
                  </a:cubicBezTo>
                  <a:close/>
                </a:path>
              </a:pathLst>
            </a:custGeom>
            <a:solidFill>
              <a:srgbClr val="D2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1"/>
            <p:cNvSpPr/>
            <p:nvPr/>
          </p:nvSpPr>
          <p:spPr>
            <a:xfrm>
              <a:off x="4018307" y="2050888"/>
              <a:ext cx="165102" cy="303269"/>
            </a:xfrm>
            <a:custGeom>
              <a:rect b="b" l="l" r="r" t="t"/>
              <a:pathLst>
                <a:path extrusionOk="0" h="11563" w="6295">
                  <a:moveTo>
                    <a:pt x="5780" y="0"/>
                  </a:moveTo>
                  <a:cubicBezTo>
                    <a:pt x="2585" y="0"/>
                    <a:pt x="1" y="2589"/>
                    <a:pt x="1" y="5779"/>
                  </a:cubicBezTo>
                  <a:cubicBezTo>
                    <a:pt x="1" y="8974"/>
                    <a:pt x="2585" y="11563"/>
                    <a:pt x="5780" y="11563"/>
                  </a:cubicBezTo>
                  <a:cubicBezTo>
                    <a:pt x="5886" y="11558"/>
                    <a:pt x="5992" y="11558"/>
                    <a:pt x="6093" y="11553"/>
                  </a:cubicBezTo>
                  <a:cubicBezTo>
                    <a:pt x="3114" y="11284"/>
                    <a:pt x="829" y="8791"/>
                    <a:pt x="829" y="5798"/>
                  </a:cubicBezTo>
                  <a:cubicBezTo>
                    <a:pt x="824" y="2724"/>
                    <a:pt x="3225" y="188"/>
                    <a:pt x="6295" y="24"/>
                  </a:cubicBezTo>
                  <a:cubicBezTo>
                    <a:pt x="6121" y="10"/>
                    <a:pt x="5953" y="0"/>
                    <a:pt x="5780"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1"/>
            <p:cNvSpPr/>
            <p:nvPr/>
          </p:nvSpPr>
          <p:spPr>
            <a:xfrm>
              <a:off x="4032837" y="2075516"/>
              <a:ext cx="264163" cy="254040"/>
            </a:xfrm>
            <a:custGeom>
              <a:rect b="b" l="l" r="r" t="t"/>
              <a:pathLst>
                <a:path extrusionOk="0" h="9686" w="10072">
                  <a:moveTo>
                    <a:pt x="5225" y="0"/>
                  </a:moveTo>
                  <a:cubicBezTo>
                    <a:pt x="3965" y="0"/>
                    <a:pt x="2726" y="492"/>
                    <a:pt x="1800" y="1419"/>
                  </a:cubicBezTo>
                  <a:cubicBezTo>
                    <a:pt x="414" y="2805"/>
                    <a:pt x="0" y="4888"/>
                    <a:pt x="751" y="6697"/>
                  </a:cubicBezTo>
                  <a:cubicBezTo>
                    <a:pt x="1502" y="8507"/>
                    <a:pt x="3267" y="9685"/>
                    <a:pt x="5226" y="9685"/>
                  </a:cubicBezTo>
                  <a:cubicBezTo>
                    <a:pt x="7901" y="9685"/>
                    <a:pt x="10066" y="7515"/>
                    <a:pt x="10071" y="4845"/>
                  </a:cubicBezTo>
                  <a:cubicBezTo>
                    <a:pt x="10071" y="2882"/>
                    <a:pt x="8888" y="1116"/>
                    <a:pt x="7078" y="370"/>
                  </a:cubicBezTo>
                  <a:cubicBezTo>
                    <a:pt x="6479" y="121"/>
                    <a:pt x="5849" y="0"/>
                    <a:pt x="5225"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1"/>
            <p:cNvSpPr/>
            <p:nvPr/>
          </p:nvSpPr>
          <p:spPr>
            <a:xfrm>
              <a:off x="4042804" y="2075490"/>
              <a:ext cx="134678" cy="254066"/>
            </a:xfrm>
            <a:custGeom>
              <a:rect b="b" l="l" r="r" t="t"/>
              <a:pathLst>
                <a:path extrusionOk="0" h="9687" w="5135">
                  <a:moveTo>
                    <a:pt x="4846" y="0"/>
                  </a:moveTo>
                  <a:cubicBezTo>
                    <a:pt x="2171" y="0"/>
                    <a:pt x="0" y="2170"/>
                    <a:pt x="0" y="4846"/>
                  </a:cubicBezTo>
                  <a:cubicBezTo>
                    <a:pt x="0" y="7521"/>
                    <a:pt x="2171" y="9686"/>
                    <a:pt x="4846" y="9686"/>
                  </a:cubicBezTo>
                  <a:cubicBezTo>
                    <a:pt x="4942" y="9686"/>
                    <a:pt x="5038" y="9686"/>
                    <a:pt x="5135" y="9682"/>
                  </a:cubicBezTo>
                  <a:cubicBezTo>
                    <a:pt x="2575" y="9523"/>
                    <a:pt x="578" y="7406"/>
                    <a:pt x="578" y="4846"/>
                  </a:cubicBezTo>
                  <a:cubicBezTo>
                    <a:pt x="578" y="2281"/>
                    <a:pt x="2575" y="164"/>
                    <a:pt x="5135" y="10"/>
                  </a:cubicBezTo>
                  <a:cubicBezTo>
                    <a:pt x="5038" y="5"/>
                    <a:pt x="4942" y="0"/>
                    <a:pt x="484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1"/>
            <p:cNvSpPr/>
            <p:nvPr/>
          </p:nvSpPr>
          <p:spPr>
            <a:xfrm>
              <a:off x="4050252" y="2092485"/>
              <a:ext cx="228809" cy="220154"/>
            </a:xfrm>
            <a:custGeom>
              <a:rect b="b" l="l" r="r" t="t"/>
              <a:pathLst>
                <a:path extrusionOk="0" h="8394" w="8724">
                  <a:moveTo>
                    <a:pt x="4531" y="0"/>
                  </a:moveTo>
                  <a:cubicBezTo>
                    <a:pt x="3439" y="0"/>
                    <a:pt x="2364" y="427"/>
                    <a:pt x="1559" y="1229"/>
                  </a:cubicBezTo>
                  <a:cubicBezTo>
                    <a:pt x="361" y="2427"/>
                    <a:pt x="0" y="4236"/>
                    <a:pt x="650" y="5805"/>
                  </a:cubicBezTo>
                  <a:cubicBezTo>
                    <a:pt x="1299" y="7369"/>
                    <a:pt x="2830" y="8394"/>
                    <a:pt x="4528" y="8394"/>
                  </a:cubicBezTo>
                  <a:cubicBezTo>
                    <a:pt x="6847" y="8389"/>
                    <a:pt x="8724" y="6512"/>
                    <a:pt x="8724" y="4198"/>
                  </a:cubicBezTo>
                  <a:cubicBezTo>
                    <a:pt x="8724" y="2499"/>
                    <a:pt x="7704" y="969"/>
                    <a:pt x="6135" y="320"/>
                  </a:cubicBezTo>
                  <a:cubicBezTo>
                    <a:pt x="5616" y="105"/>
                    <a:pt x="5072" y="0"/>
                    <a:pt x="453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1"/>
            <p:cNvSpPr/>
            <p:nvPr/>
          </p:nvSpPr>
          <p:spPr>
            <a:xfrm>
              <a:off x="4058960" y="2092380"/>
              <a:ext cx="124082" cy="220259"/>
            </a:xfrm>
            <a:custGeom>
              <a:rect b="b" l="l" r="r" t="t"/>
              <a:pathLst>
                <a:path extrusionOk="0" h="8398" w="4731">
                  <a:moveTo>
                    <a:pt x="4194" y="1"/>
                  </a:moveTo>
                  <a:cubicBezTo>
                    <a:pt x="1911" y="1"/>
                    <a:pt x="0" y="1853"/>
                    <a:pt x="0" y="4202"/>
                  </a:cubicBezTo>
                  <a:cubicBezTo>
                    <a:pt x="0" y="6546"/>
                    <a:pt x="1911" y="8398"/>
                    <a:pt x="4194" y="8398"/>
                  </a:cubicBezTo>
                  <a:cubicBezTo>
                    <a:pt x="4371" y="8398"/>
                    <a:pt x="4550" y="8387"/>
                    <a:pt x="4730" y="8364"/>
                  </a:cubicBezTo>
                  <a:cubicBezTo>
                    <a:pt x="2632" y="8094"/>
                    <a:pt x="1064" y="6314"/>
                    <a:pt x="1059" y="4202"/>
                  </a:cubicBezTo>
                  <a:cubicBezTo>
                    <a:pt x="1064" y="2089"/>
                    <a:pt x="2632" y="304"/>
                    <a:pt x="4730" y="35"/>
                  </a:cubicBezTo>
                  <a:cubicBezTo>
                    <a:pt x="4550" y="12"/>
                    <a:pt x="4371" y="1"/>
                    <a:pt x="419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1"/>
            <p:cNvSpPr/>
            <p:nvPr/>
          </p:nvSpPr>
          <p:spPr>
            <a:xfrm>
              <a:off x="4251549" y="2022326"/>
              <a:ext cx="58566" cy="49570"/>
            </a:xfrm>
            <a:custGeom>
              <a:rect b="b" l="l" r="r" t="t"/>
              <a:pathLst>
                <a:path extrusionOk="0" h="1890" w="2233">
                  <a:moveTo>
                    <a:pt x="607" y="1"/>
                  </a:moveTo>
                  <a:cubicBezTo>
                    <a:pt x="513" y="1"/>
                    <a:pt x="419" y="45"/>
                    <a:pt x="361" y="127"/>
                  </a:cubicBezTo>
                  <a:lnTo>
                    <a:pt x="96" y="488"/>
                  </a:lnTo>
                  <a:cubicBezTo>
                    <a:pt x="0" y="622"/>
                    <a:pt x="34" y="815"/>
                    <a:pt x="168" y="911"/>
                  </a:cubicBezTo>
                  <a:lnTo>
                    <a:pt x="1448" y="1835"/>
                  </a:lnTo>
                  <a:cubicBezTo>
                    <a:pt x="1501" y="1872"/>
                    <a:pt x="1561" y="1890"/>
                    <a:pt x="1622" y="1890"/>
                  </a:cubicBezTo>
                  <a:cubicBezTo>
                    <a:pt x="1718" y="1890"/>
                    <a:pt x="1813" y="1845"/>
                    <a:pt x="1872" y="1763"/>
                  </a:cubicBezTo>
                  <a:lnTo>
                    <a:pt x="2136" y="1402"/>
                  </a:lnTo>
                  <a:cubicBezTo>
                    <a:pt x="2233" y="1267"/>
                    <a:pt x="2199" y="1075"/>
                    <a:pt x="2064" y="978"/>
                  </a:cubicBezTo>
                  <a:lnTo>
                    <a:pt x="784" y="59"/>
                  </a:lnTo>
                  <a:cubicBezTo>
                    <a:pt x="731" y="20"/>
                    <a:pt x="669" y="1"/>
                    <a:pt x="607"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1"/>
            <p:cNvSpPr/>
            <p:nvPr/>
          </p:nvSpPr>
          <p:spPr>
            <a:xfrm>
              <a:off x="4029690" y="2022274"/>
              <a:ext cx="58566" cy="49675"/>
            </a:xfrm>
            <a:custGeom>
              <a:rect b="b" l="l" r="r" t="t"/>
              <a:pathLst>
                <a:path extrusionOk="0" h="1894" w="2233">
                  <a:moveTo>
                    <a:pt x="1624" y="0"/>
                  </a:moveTo>
                  <a:cubicBezTo>
                    <a:pt x="1563" y="0"/>
                    <a:pt x="1501" y="19"/>
                    <a:pt x="1448" y="57"/>
                  </a:cubicBezTo>
                  <a:lnTo>
                    <a:pt x="168" y="985"/>
                  </a:lnTo>
                  <a:cubicBezTo>
                    <a:pt x="29" y="1081"/>
                    <a:pt x="0" y="1269"/>
                    <a:pt x="96" y="1409"/>
                  </a:cubicBezTo>
                  <a:lnTo>
                    <a:pt x="361" y="1770"/>
                  </a:lnTo>
                  <a:cubicBezTo>
                    <a:pt x="419" y="1851"/>
                    <a:pt x="512" y="1894"/>
                    <a:pt x="606" y="1894"/>
                  </a:cubicBezTo>
                  <a:cubicBezTo>
                    <a:pt x="668" y="1894"/>
                    <a:pt x="731" y="1875"/>
                    <a:pt x="784" y="1837"/>
                  </a:cubicBezTo>
                  <a:lnTo>
                    <a:pt x="2064" y="913"/>
                  </a:lnTo>
                  <a:cubicBezTo>
                    <a:pt x="2199" y="817"/>
                    <a:pt x="2233" y="624"/>
                    <a:pt x="2132" y="490"/>
                  </a:cubicBezTo>
                  <a:lnTo>
                    <a:pt x="1872" y="129"/>
                  </a:lnTo>
                  <a:cubicBezTo>
                    <a:pt x="1811" y="44"/>
                    <a:pt x="1717" y="0"/>
                    <a:pt x="1624"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1"/>
            <p:cNvSpPr/>
            <p:nvPr/>
          </p:nvSpPr>
          <p:spPr>
            <a:xfrm>
              <a:off x="4133420" y="1981097"/>
              <a:ext cx="72965" cy="44062"/>
            </a:xfrm>
            <a:custGeom>
              <a:rect b="b" l="l" r="r" t="t"/>
              <a:pathLst>
                <a:path extrusionOk="0" h="1680" w="2782">
                  <a:moveTo>
                    <a:pt x="352" y="0"/>
                  </a:moveTo>
                  <a:cubicBezTo>
                    <a:pt x="159" y="0"/>
                    <a:pt x="0" y="159"/>
                    <a:pt x="0" y="356"/>
                  </a:cubicBezTo>
                  <a:lnTo>
                    <a:pt x="0" y="1328"/>
                  </a:lnTo>
                  <a:cubicBezTo>
                    <a:pt x="0" y="1521"/>
                    <a:pt x="159" y="1680"/>
                    <a:pt x="352" y="1680"/>
                  </a:cubicBezTo>
                  <a:lnTo>
                    <a:pt x="2430" y="1680"/>
                  </a:lnTo>
                  <a:cubicBezTo>
                    <a:pt x="2623" y="1680"/>
                    <a:pt x="2781" y="1521"/>
                    <a:pt x="2781" y="1328"/>
                  </a:cubicBezTo>
                  <a:lnTo>
                    <a:pt x="2781" y="356"/>
                  </a:lnTo>
                  <a:cubicBezTo>
                    <a:pt x="2781" y="159"/>
                    <a:pt x="2623" y="0"/>
                    <a:pt x="2430"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1"/>
            <p:cNvSpPr/>
            <p:nvPr/>
          </p:nvSpPr>
          <p:spPr>
            <a:xfrm>
              <a:off x="4251549" y="2022300"/>
              <a:ext cx="52140" cy="49596"/>
            </a:xfrm>
            <a:custGeom>
              <a:rect b="b" l="l" r="r" t="t"/>
              <a:pathLst>
                <a:path extrusionOk="0" h="1891" w="1988">
                  <a:moveTo>
                    <a:pt x="611" y="1"/>
                  </a:moveTo>
                  <a:cubicBezTo>
                    <a:pt x="515" y="1"/>
                    <a:pt x="420" y="45"/>
                    <a:pt x="361" y="128"/>
                  </a:cubicBezTo>
                  <a:lnTo>
                    <a:pt x="96" y="489"/>
                  </a:lnTo>
                  <a:cubicBezTo>
                    <a:pt x="0" y="623"/>
                    <a:pt x="34" y="816"/>
                    <a:pt x="168" y="912"/>
                  </a:cubicBezTo>
                  <a:lnTo>
                    <a:pt x="1448" y="1836"/>
                  </a:lnTo>
                  <a:cubicBezTo>
                    <a:pt x="1501" y="1873"/>
                    <a:pt x="1561" y="1891"/>
                    <a:pt x="1621" y="1891"/>
                  </a:cubicBezTo>
                  <a:cubicBezTo>
                    <a:pt x="1715" y="1891"/>
                    <a:pt x="1810" y="1846"/>
                    <a:pt x="1872" y="1764"/>
                  </a:cubicBezTo>
                  <a:lnTo>
                    <a:pt x="1987" y="1605"/>
                  </a:lnTo>
                  <a:lnTo>
                    <a:pt x="1025" y="917"/>
                  </a:lnTo>
                  <a:cubicBezTo>
                    <a:pt x="890" y="816"/>
                    <a:pt x="861" y="628"/>
                    <a:pt x="958" y="489"/>
                  </a:cubicBezTo>
                  <a:lnTo>
                    <a:pt x="1102" y="287"/>
                  </a:lnTo>
                  <a:lnTo>
                    <a:pt x="784" y="56"/>
                  </a:lnTo>
                  <a:cubicBezTo>
                    <a:pt x="732" y="18"/>
                    <a:pt x="671" y="1"/>
                    <a:pt x="611"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1"/>
            <p:cNvSpPr/>
            <p:nvPr/>
          </p:nvSpPr>
          <p:spPr>
            <a:xfrm>
              <a:off x="4029795" y="2022300"/>
              <a:ext cx="52035" cy="49570"/>
            </a:xfrm>
            <a:custGeom>
              <a:rect b="b" l="l" r="r" t="t"/>
              <a:pathLst>
                <a:path extrusionOk="0" h="1890" w="1984">
                  <a:moveTo>
                    <a:pt x="1618" y="1"/>
                  </a:moveTo>
                  <a:cubicBezTo>
                    <a:pt x="1557" y="1"/>
                    <a:pt x="1496" y="18"/>
                    <a:pt x="1444" y="56"/>
                  </a:cubicBezTo>
                  <a:lnTo>
                    <a:pt x="164" y="979"/>
                  </a:lnTo>
                  <a:cubicBezTo>
                    <a:pt x="30" y="1076"/>
                    <a:pt x="1" y="1268"/>
                    <a:pt x="97" y="1403"/>
                  </a:cubicBezTo>
                  <a:lnTo>
                    <a:pt x="357" y="1764"/>
                  </a:lnTo>
                  <a:cubicBezTo>
                    <a:pt x="418" y="1845"/>
                    <a:pt x="511" y="1890"/>
                    <a:pt x="605" y="1890"/>
                  </a:cubicBezTo>
                  <a:cubicBezTo>
                    <a:pt x="666" y="1890"/>
                    <a:pt x="727" y="1871"/>
                    <a:pt x="780" y="1831"/>
                  </a:cubicBezTo>
                  <a:lnTo>
                    <a:pt x="1103" y="1605"/>
                  </a:lnTo>
                  <a:lnTo>
                    <a:pt x="954" y="1403"/>
                  </a:lnTo>
                  <a:cubicBezTo>
                    <a:pt x="857" y="1268"/>
                    <a:pt x="886" y="1076"/>
                    <a:pt x="1021" y="979"/>
                  </a:cubicBezTo>
                  <a:lnTo>
                    <a:pt x="1983" y="287"/>
                  </a:lnTo>
                  <a:lnTo>
                    <a:pt x="1868" y="128"/>
                  </a:lnTo>
                  <a:cubicBezTo>
                    <a:pt x="1809" y="45"/>
                    <a:pt x="1714" y="1"/>
                    <a:pt x="161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1"/>
            <p:cNvSpPr/>
            <p:nvPr/>
          </p:nvSpPr>
          <p:spPr>
            <a:xfrm>
              <a:off x="4133420" y="1981097"/>
              <a:ext cx="31814" cy="44062"/>
            </a:xfrm>
            <a:custGeom>
              <a:rect b="b" l="l" r="r" t="t"/>
              <a:pathLst>
                <a:path extrusionOk="0" h="1680" w="1213">
                  <a:moveTo>
                    <a:pt x="356" y="0"/>
                  </a:moveTo>
                  <a:cubicBezTo>
                    <a:pt x="159" y="0"/>
                    <a:pt x="0" y="159"/>
                    <a:pt x="0" y="356"/>
                  </a:cubicBezTo>
                  <a:lnTo>
                    <a:pt x="0" y="1328"/>
                  </a:lnTo>
                  <a:cubicBezTo>
                    <a:pt x="0" y="1521"/>
                    <a:pt x="159" y="1680"/>
                    <a:pt x="356" y="1680"/>
                  </a:cubicBezTo>
                  <a:lnTo>
                    <a:pt x="1213" y="1680"/>
                  </a:lnTo>
                  <a:cubicBezTo>
                    <a:pt x="1016" y="1680"/>
                    <a:pt x="862" y="1521"/>
                    <a:pt x="862" y="1328"/>
                  </a:cubicBezTo>
                  <a:lnTo>
                    <a:pt x="862" y="356"/>
                  </a:lnTo>
                  <a:cubicBezTo>
                    <a:pt x="862" y="159"/>
                    <a:pt x="1016" y="0"/>
                    <a:pt x="121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1"/>
            <p:cNvSpPr/>
            <p:nvPr/>
          </p:nvSpPr>
          <p:spPr>
            <a:xfrm>
              <a:off x="4149681" y="2187429"/>
              <a:ext cx="35250" cy="30214"/>
            </a:xfrm>
            <a:custGeom>
              <a:rect b="b" l="l" r="r" t="t"/>
              <a:pathLst>
                <a:path extrusionOk="0" h="1152" w="1344">
                  <a:moveTo>
                    <a:pt x="771" y="0"/>
                  </a:moveTo>
                  <a:cubicBezTo>
                    <a:pt x="256" y="0"/>
                    <a:pt x="1" y="621"/>
                    <a:pt x="362" y="982"/>
                  </a:cubicBezTo>
                  <a:cubicBezTo>
                    <a:pt x="480" y="1099"/>
                    <a:pt x="625" y="1151"/>
                    <a:pt x="766" y="1151"/>
                  </a:cubicBezTo>
                  <a:cubicBezTo>
                    <a:pt x="1062" y="1151"/>
                    <a:pt x="1343" y="923"/>
                    <a:pt x="1343" y="578"/>
                  </a:cubicBezTo>
                  <a:cubicBezTo>
                    <a:pt x="1343" y="260"/>
                    <a:pt x="1088" y="0"/>
                    <a:pt x="771"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1"/>
            <p:cNvSpPr/>
            <p:nvPr/>
          </p:nvSpPr>
          <p:spPr>
            <a:xfrm>
              <a:off x="4154743" y="2187455"/>
              <a:ext cx="24890" cy="30240"/>
            </a:xfrm>
            <a:custGeom>
              <a:rect b="b" l="l" r="r" t="t"/>
              <a:pathLst>
                <a:path extrusionOk="0" h="1153" w="949">
                  <a:moveTo>
                    <a:pt x="580" y="1"/>
                  </a:moveTo>
                  <a:cubicBezTo>
                    <a:pt x="283" y="1"/>
                    <a:pt x="0" y="233"/>
                    <a:pt x="0" y="577"/>
                  </a:cubicBezTo>
                  <a:cubicBezTo>
                    <a:pt x="0" y="920"/>
                    <a:pt x="283" y="1153"/>
                    <a:pt x="580" y="1153"/>
                  </a:cubicBezTo>
                  <a:cubicBezTo>
                    <a:pt x="707" y="1153"/>
                    <a:pt x="837" y="1110"/>
                    <a:pt x="948" y="1015"/>
                  </a:cubicBezTo>
                  <a:cubicBezTo>
                    <a:pt x="818" y="904"/>
                    <a:pt x="746" y="745"/>
                    <a:pt x="746" y="577"/>
                  </a:cubicBezTo>
                  <a:cubicBezTo>
                    <a:pt x="746" y="408"/>
                    <a:pt x="818" y="245"/>
                    <a:pt x="948" y="139"/>
                  </a:cubicBezTo>
                  <a:cubicBezTo>
                    <a:pt x="837" y="44"/>
                    <a:pt x="707" y="1"/>
                    <a:pt x="58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1"/>
            <p:cNvSpPr/>
            <p:nvPr/>
          </p:nvSpPr>
          <p:spPr>
            <a:xfrm>
              <a:off x="4026648" y="2069798"/>
              <a:ext cx="275782" cy="265344"/>
            </a:xfrm>
            <a:custGeom>
              <a:rect b="b" l="l" r="r" t="t"/>
              <a:pathLst>
                <a:path extrusionOk="0" h="10117" w="10515">
                  <a:moveTo>
                    <a:pt x="5453" y="427"/>
                  </a:moveTo>
                  <a:cubicBezTo>
                    <a:pt x="6051" y="427"/>
                    <a:pt x="6653" y="543"/>
                    <a:pt x="7228" y="780"/>
                  </a:cubicBezTo>
                  <a:cubicBezTo>
                    <a:pt x="8960" y="1493"/>
                    <a:pt x="10086" y="3181"/>
                    <a:pt x="10086" y="5058"/>
                  </a:cubicBezTo>
                  <a:cubicBezTo>
                    <a:pt x="10086" y="7613"/>
                    <a:pt x="8012" y="9687"/>
                    <a:pt x="5457" y="9687"/>
                  </a:cubicBezTo>
                  <a:cubicBezTo>
                    <a:pt x="3580" y="9687"/>
                    <a:pt x="1892" y="8561"/>
                    <a:pt x="1175" y="6829"/>
                  </a:cubicBezTo>
                  <a:cubicBezTo>
                    <a:pt x="458" y="5096"/>
                    <a:pt x="857" y="3104"/>
                    <a:pt x="2180" y="1781"/>
                  </a:cubicBezTo>
                  <a:cubicBezTo>
                    <a:pt x="3065" y="897"/>
                    <a:pt x="4248" y="427"/>
                    <a:pt x="5453" y="427"/>
                  </a:cubicBezTo>
                  <a:close/>
                  <a:moveTo>
                    <a:pt x="5457" y="1"/>
                  </a:moveTo>
                  <a:cubicBezTo>
                    <a:pt x="3407" y="1"/>
                    <a:pt x="1564" y="1233"/>
                    <a:pt x="780" y="3124"/>
                  </a:cubicBezTo>
                  <a:cubicBezTo>
                    <a:pt x="1" y="5015"/>
                    <a:pt x="434" y="7190"/>
                    <a:pt x="1877" y="8633"/>
                  </a:cubicBezTo>
                  <a:cubicBezTo>
                    <a:pt x="2846" y="9602"/>
                    <a:pt x="4139" y="10116"/>
                    <a:pt x="5455" y="10116"/>
                  </a:cubicBezTo>
                  <a:cubicBezTo>
                    <a:pt x="6107" y="10116"/>
                    <a:pt x="6765" y="9990"/>
                    <a:pt x="7391" y="9730"/>
                  </a:cubicBezTo>
                  <a:cubicBezTo>
                    <a:pt x="9282" y="8951"/>
                    <a:pt x="10514" y="7103"/>
                    <a:pt x="10514" y="5058"/>
                  </a:cubicBezTo>
                  <a:cubicBezTo>
                    <a:pt x="10509" y="2267"/>
                    <a:pt x="8248" y="6"/>
                    <a:pt x="5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1"/>
            <p:cNvSpPr/>
            <p:nvPr/>
          </p:nvSpPr>
          <p:spPr>
            <a:xfrm>
              <a:off x="4044955" y="2086715"/>
              <a:ext cx="240559" cy="231484"/>
            </a:xfrm>
            <a:custGeom>
              <a:rect b="b" l="l" r="r" t="t"/>
              <a:pathLst>
                <a:path extrusionOk="0" h="8826" w="9172">
                  <a:moveTo>
                    <a:pt x="4971" y="434"/>
                  </a:moveTo>
                  <a:cubicBezTo>
                    <a:pt x="5524" y="463"/>
                    <a:pt x="6068" y="607"/>
                    <a:pt x="6559" y="862"/>
                  </a:cubicBezTo>
                  <a:lnTo>
                    <a:pt x="6390" y="1155"/>
                  </a:lnTo>
                  <a:cubicBezTo>
                    <a:pt x="6285" y="1326"/>
                    <a:pt x="6431" y="1484"/>
                    <a:pt x="6579" y="1484"/>
                  </a:cubicBezTo>
                  <a:cubicBezTo>
                    <a:pt x="6647" y="1484"/>
                    <a:pt x="6716" y="1450"/>
                    <a:pt x="6761" y="1367"/>
                  </a:cubicBezTo>
                  <a:lnTo>
                    <a:pt x="6934" y="1074"/>
                  </a:lnTo>
                  <a:cubicBezTo>
                    <a:pt x="7396" y="1377"/>
                    <a:pt x="7790" y="1776"/>
                    <a:pt x="8094" y="2238"/>
                  </a:cubicBezTo>
                  <a:lnTo>
                    <a:pt x="7800" y="2407"/>
                  </a:lnTo>
                  <a:cubicBezTo>
                    <a:pt x="7600" y="2529"/>
                    <a:pt x="7718" y="2807"/>
                    <a:pt x="7908" y="2807"/>
                  </a:cubicBezTo>
                  <a:cubicBezTo>
                    <a:pt x="7943" y="2807"/>
                    <a:pt x="7979" y="2798"/>
                    <a:pt x="8017" y="2777"/>
                  </a:cubicBezTo>
                  <a:lnTo>
                    <a:pt x="8310" y="2609"/>
                  </a:lnTo>
                  <a:cubicBezTo>
                    <a:pt x="8560" y="3104"/>
                    <a:pt x="8705" y="3643"/>
                    <a:pt x="8734" y="4196"/>
                  </a:cubicBezTo>
                  <a:lnTo>
                    <a:pt x="8397" y="4196"/>
                  </a:lnTo>
                  <a:cubicBezTo>
                    <a:pt x="8108" y="4196"/>
                    <a:pt x="8108" y="4625"/>
                    <a:pt x="8397" y="4625"/>
                  </a:cubicBezTo>
                  <a:lnTo>
                    <a:pt x="8734" y="4625"/>
                  </a:lnTo>
                  <a:cubicBezTo>
                    <a:pt x="8705" y="5178"/>
                    <a:pt x="8560" y="5722"/>
                    <a:pt x="8310" y="6213"/>
                  </a:cubicBezTo>
                  <a:lnTo>
                    <a:pt x="8017" y="6044"/>
                  </a:lnTo>
                  <a:cubicBezTo>
                    <a:pt x="7980" y="6025"/>
                    <a:pt x="7944" y="6016"/>
                    <a:pt x="7910" y="6016"/>
                  </a:cubicBezTo>
                  <a:cubicBezTo>
                    <a:pt x="7719" y="6016"/>
                    <a:pt x="7600" y="6292"/>
                    <a:pt x="7800" y="6415"/>
                  </a:cubicBezTo>
                  <a:lnTo>
                    <a:pt x="8094" y="6588"/>
                  </a:lnTo>
                  <a:cubicBezTo>
                    <a:pt x="7791" y="7049"/>
                    <a:pt x="7398" y="7442"/>
                    <a:pt x="6933" y="7750"/>
                  </a:cubicBezTo>
                  <a:lnTo>
                    <a:pt x="6933" y="7750"/>
                  </a:lnTo>
                  <a:lnTo>
                    <a:pt x="6761" y="7459"/>
                  </a:lnTo>
                  <a:cubicBezTo>
                    <a:pt x="6716" y="7376"/>
                    <a:pt x="6647" y="7342"/>
                    <a:pt x="6579" y="7342"/>
                  </a:cubicBezTo>
                  <a:cubicBezTo>
                    <a:pt x="6431" y="7342"/>
                    <a:pt x="6285" y="7500"/>
                    <a:pt x="6390" y="7671"/>
                  </a:cubicBezTo>
                  <a:lnTo>
                    <a:pt x="6559" y="7964"/>
                  </a:lnTo>
                  <a:cubicBezTo>
                    <a:pt x="6068" y="8219"/>
                    <a:pt x="5524" y="8363"/>
                    <a:pt x="4971" y="8392"/>
                  </a:cubicBezTo>
                  <a:lnTo>
                    <a:pt x="4971" y="8051"/>
                  </a:lnTo>
                  <a:cubicBezTo>
                    <a:pt x="4971" y="7909"/>
                    <a:pt x="4864" y="7838"/>
                    <a:pt x="4757" y="7838"/>
                  </a:cubicBezTo>
                  <a:cubicBezTo>
                    <a:pt x="4650" y="7838"/>
                    <a:pt x="4543" y="7909"/>
                    <a:pt x="4543" y="8051"/>
                  </a:cubicBezTo>
                  <a:lnTo>
                    <a:pt x="4543" y="8392"/>
                  </a:lnTo>
                  <a:cubicBezTo>
                    <a:pt x="3989" y="8363"/>
                    <a:pt x="3450" y="8219"/>
                    <a:pt x="2955" y="7964"/>
                  </a:cubicBezTo>
                  <a:lnTo>
                    <a:pt x="3123" y="7671"/>
                  </a:lnTo>
                  <a:cubicBezTo>
                    <a:pt x="3231" y="7500"/>
                    <a:pt x="3084" y="7342"/>
                    <a:pt x="2935" y="7342"/>
                  </a:cubicBezTo>
                  <a:cubicBezTo>
                    <a:pt x="2866" y="7342"/>
                    <a:pt x="2797" y="7376"/>
                    <a:pt x="2753" y="7459"/>
                  </a:cubicBezTo>
                  <a:lnTo>
                    <a:pt x="2584" y="7752"/>
                  </a:lnTo>
                  <a:cubicBezTo>
                    <a:pt x="2122" y="7449"/>
                    <a:pt x="1723" y="7050"/>
                    <a:pt x="1425" y="6588"/>
                  </a:cubicBezTo>
                  <a:lnTo>
                    <a:pt x="1713" y="6419"/>
                  </a:lnTo>
                  <a:cubicBezTo>
                    <a:pt x="1930" y="6303"/>
                    <a:pt x="1811" y="6012"/>
                    <a:pt x="1621" y="6012"/>
                  </a:cubicBezTo>
                  <a:cubicBezTo>
                    <a:pt x="1583" y="6012"/>
                    <a:pt x="1543" y="6023"/>
                    <a:pt x="1501" y="6049"/>
                  </a:cubicBezTo>
                  <a:lnTo>
                    <a:pt x="1208" y="6217"/>
                  </a:lnTo>
                  <a:cubicBezTo>
                    <a:pt x="953" y="5722"/>
                    <a:pt x="809" y="5183"/>
                    <a:pt x="780" y="4630"/>
                  </a:cubicBezTo>
                  <a:lnTo>
                    <a:pt x="1121" y="4630"/>
                  </a:lnTo>
                  <a:cubicBezTo>
                    <a:pt x="1405" y="4630"/>
                    <a:pt x="1405" y="4201"/>
                    <a:pt x="1121" y="4201"/>
                  </a:cubicBezTo>
                  <a:lnTo>
                    <a:pt x="780" y="4201"/>
                  </a:lnTo>
                  <a:cubicBezTo>
                    <a:pt x="809" y="3648"/>
                    <a:pt x="953" y="3104"/>
                    <a:pt x="1208" y="2613"/>
                  </a:cubicBezTo>
                  <a:cubicBezTo>
                    <a:pt x="1526" y="2791"/>
                    <a:pt x="1535" y="2811"/>
                    <a:pt x="1607" y="2811"/>
                  </a:cubicBezTo>
                  <a:cubicBezTo>
                    <a:pt x="1829" y="2811"/>
                    <a:pt x="1906" y="2517"/>
                    <a:pt x="1713" y="2411"/>
                  </a:cubicBezTo>
                  <a:lnTo>
                    <a:pt x="1425" y="2243"/>
                  </a:lnTo>
                  <a:cubicBezTo>
                    <a:pt x="1723" y="1776"/>
                    <a:pt x="2122" y="1382"/>
                    <a:pt x="2584" y="1078"/>
                  </a:cubicBezTo>
                  <a:lnTo>
                    <a:pt x="2753" y="1372"/>
                  </a:lnTo>
                  <a:cubicBezTo>
                    <a:pt x="2796" y="1454"/>
                    <a:pt x="2865" y="1487"/>
                    <a:pt x="2933" y="1487"/>
                  </a:cubicBezTo>
                  <a:cubicBezTo>
                    <a:pt x="3083" y="1487"/>
                    <a:pt x="3232" y="1327"/>
                    <a:pt x="3123" y="1155"/>
                  </a:cubicBezTo>
                  <a:lnTo>
                    <a:pt x="2955" y="862"/>
                  </a:lnTo>
                  <a:cubicBezTo>
                    <a:pt x="3450" y="612"/>
                    <a:pt x="3989" y="467"/>
                    <a:pt x="4543" y="439"/>
                  </a:cubicBezTo>
                  <a:lnTo>
                    <a:pt x="4543" y="775"/>
                  </a:lnTo>
                  <a:cubicBezTo>
                    <a:pt x="4543" y="920"/>
                    <a:pt x="4650" y="992"/>
                    <a:pt x="4757" y="992"/>
                  </a:cubicBezTo>
                  <a:cubicBezTo>
                    <a:pt x="4864" y="992"/>
                    <a:pt x="4971" y="920"/>
                    <a:pt x="4971" y="775"/>
                  </a:cubicBezTo>
                  <a:lnTo>
                    <a:pt x="4971" y="434"/>
                  </a:lnTo>
                  <a:close/>
                  <a:moveTo>
                    <a:pt x="4759" y="1"/>
                  </a:moveTo>
                  <a:cubicBezTo>
                    <a:pt x="2974" y="1"/>
                    <a:pt x="1362" y="1078"/>
                    <a:pt x="679" y="2724"/>
                  </a:cubicBezTo>
                  <a:cubicBezTo>
                    <a:pt x="0" y="4375"/>
                    <a:pt x="376" y="6270"/>
                    <a:pt x="1636" y="7536"/>
                  </a:cubicBezTo>
                  <a:cubicBezTo>
                    <a:pt x="2479" y="8378"/>
                    <a:pt x="3607" y="8825"/>
                    <a:pt x="4755" y="8825"/>
                  </a:cubicBezTo>
                  <a:cubicBezTo>
                    <a:pt x="5325" y="8825"/>
                    <a:pt x="5900" y="8715"/>
                    <a:pt x="6448" y="8489"/>
                  </a:cubicBezTo>
                  <a:cubicBezTo>
                    <a:pt x="8094" y="7805"/>
                    <a:pt x="9171" y="6198"/>
                    <a:pt x="9171" y="4413"/>
                  </a:cubicBezTo>
                  <a:cubicBezTo>
                    <a:pt x="9167" y="1978"/>
                    <a:pt x="7194" y="5"/>
                    <a:pt x="4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1"/>
            <p:cNvSpPr/>
            <p:nvPr/>
          </p:nvSpPr>
          <p:spPr>
            <a:xfrm>
              <a:off x="4147793" y="2128102"/>
              <a:ext cx="43826" cy="95075"/>
            </a:xfrm>
            <a:custGeom>
              <a:rect b="b" l="l" r="r" t="t"/>
              <a:pathLst>
                <a:path extrusionOk="0" h="3625" w="1671">
                  <a:moveTo>
                    <a:pt x="835" y="2474"/>
                  </a:moveTo>
                  <a:cubicBezTo>
                    <a:pt x="1021" y="2474"/>
                    <a:pt x="1199" y="2617"/>
                    <a:pt x="1199" y="2835"/>
                  </a:cubicBezTo>
                  <a:cubicBezTo>
                    <a:pt x="1199" y="3037"/>
                    <a:pt x="1035" y="3196"/>
                    <a:pt x="838" y="3196"/>
                  </a:cubicBezTo>
                  <a:cubicBezTo>
                    <a:pt x="516" y="3196"/>
                    <a:pt x="352" y="2806"/>
                    <a:pt x="583" y="2580"/>
                  </a:cubicBezTo>
                  <a:cubicBezTo>
                    <a:pt x="656" y="2507"/>
                    <a:pt x="747" y="2474"/>
                    <a:pt x="835" y="2474"/>
                  </a:cubicBezTo>
                  <a:close/>
                  <a:moveTo>
                    <a:pt x="836" y="1"/>
                  </a:moveTo>
                  <a:cubicBezTo>
                    <a:pt x="729" y="1"/>
                    <a:pt x="622" y="73"/>
                    <a:pt x="622" y="217"/>
                  </a:cubicBezTo>
                  <a:lnTo>
                    <a:pt x="622" y="2075"/>
                  </a:lnTo>
                  <a:cubicBezTo>
                    <a:pt x="241" y="2185"/>
                    <a:pt x="1" y="2556"/>
                    <a:pt x="54" y="2946"/>
                  </a:cubicBezTo>
                  <a:cubicBezTo>
                    <a:pt x="107" y="3335"/>
                    <a:pt x="443" y="3624"/>
                    <a:pt x="838" y="3624"/>
                  </a:cubicBezTo>
                  <a:cubicBezTo>
                    <a:pt x="1233" y="3624"/>
                    <a:pt x="1565" y="3335"/>
                    <a:pt x="1618" y="2946"/>
                  </a:cubicBezTo>
                  <a:cubicBezTo>
                    <a:pt x="1670" y="2556"/>
                    <a:pt x="1430" y="2185"/>
                    <a:pt x="1050" y="2075"/>
                  </a:cubicBezTo>
                  <a:lnTo>
                    <a:pt x="1050" y="217"/>
                  </a:lnTo>
                  <a:cubicBezTo>
                    <a:pt x="1050" y="73"/>
                    <a:pt x="943" y="1"/>
                    <a:pt x="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1"/>
            <p:cNvSpPr/>
            <p:nvPr/>
          </p:nvSpPr>
          <p:spPr>
            <a:xfrm>
              <a:off x="4012380" y="1975405"/>
              <a:ext cx="314546" cy="384469"/>
            </a:xfrm>
            <a:custGeom>
              <a:rect b="b" l="l" r="r" t="t"/>
              <a:pathLst>
                <a:path extrusionOk="0" h="14659" w="11993">
                  <a:moveTo>
                    <a:pt x="6415" y="2113"/>
                  </a:moveTo>
                  <a:lnTo>
                    <a:pt x="6415" y="2681"/>
                  </a:lnTo>
                  <a:cubicBezTo>
                    <a:pt x="6313" y="2673"/>
                    <a:pt x="6185" y="2665"/>
                    <a:pt x="6065" y="2665"/>
                  </a:cubicBezTo>
                  <a:cubicBezTo>
                    <a:pt x="6039" y="2665"/>
                    <a:pt x="6012" y="2666"/>
                    <a:pt x="5987" y="2666"/>
                  </a:cubicBezTo>
                  <a:cubicBezTo>
                    <a:pt x="5847" y="2666"/>
                    <a:pt x="5698" y="2671"/>
                    <a:pt x="5578" y="2676"/>
                  </a:cubicBezTo>
                  <a:lnTo>
                    <a:pt x="5573" y="2681"/>
                  </a:lnTo>
                  <a:lnTo>
                    <a:pt x="5573" y="2113"/>
                  </a:lnTo>
                  <a:close/>
                  <a:moveTo>
                    <a:pt x="9719" y="2005"/>
                  </a:moveTo>
                  <a:cubicBezTo>
                    <a:pt x="9736" y="2005"/>
                    <a:pt x="9753" y="2010"/>
                    <a:pt x="9769" y="2022"/>
                  </a:cubicBezTo>
                  <a:lnTo>
                    <a:pt x="11049" y="2941"/>
                  </a:lnTo>
                  <a:cubicBezTo>
                    <a:pt x="11087" y="2970"/>
                    <a:pt x="11097" y="3027"/>
                    <a:pt x="11073" y="3066"/>
                  </a:cubicBezTo>
                  <a:lnTo>
                    <a:pt x="10808" y="3427"/>
                  </a:lnTo>
                  <a:cubicBezTo>
                    <a:pt x="10790" y="3450"/>
                    <a:pt x="10762" y="3463"/>
                    <a:pt x="10734" y="3463"/>
                  </a:cubicBezTo>
                  <a:cubicBezTo>
                    <a:pt x="10716" y="3463"/>
                    <a:pt x="10698" y="3457"/>
                    <a:pt x="10683" y="3446"/>
                  </a:cubicBezTo>
                  <a:lnTo>
                    <a:pt x="9403" y="2527"/>
                  </a:lnTo>
                  <a:cubicBezTo>
                    <a:pt x="9364" y="2498"/>
                    <a:pt x="9355" y="2440"/>
                    <a:pt x="9384" y="2402"/>
                  </a:cubicBezTo>
                  <a:lnTo>
                    <a:pt x="9648" y="2041"/>
                  </a:lnTo>
                  <a:cubicBezTo>
                    <a:pt x="9666" y="2018"/>
                    <a:pt x="9692" y="2005"/>
                    <a:pt x="9719" y="2005"/>
                  </a:cubicBezTo>
                  <a:close/>
                  <a:moveTo>
                    <a:pt x="2279" y="2000"/>
                  </a:moveTo>
                  <a:cubicBezTo>
                    <a:pt x="2305" y="2000"/>
                    <a:pt x="2331" y="2013"/>
                    <a:pt x="2349" y="2036"/>
                  </a:cubicBezTo>
                  <a:lnTo>
                    <a:pt x="2614" y="2397"/>
                  </a:lnTo>
                  <a:cubicBezTo>
                    <a:pt x="2642" y="2440"/>
                    <a:pt x="2633" y="2493"/>
                    <a:pt x="2594" y="2522"/>
                  </a:cubicBezTo>
                  <a:lnTo>
                    <a:pt x="1314" y="3451"/>
                  </a:lnTo>
                  <a:cubicBezTo>
                    <a:pt x="1299" y="3460"/>
                    <a:pt x="1281" y="3464"/>
                    <a:pt x="1265" y="3464"/>
                  </a:cubicBezTo>
                  <a:cubicBezTo>
                    <a:pt x="1236" y="3464"/>
                    <a:pt x="1208" y="3451"/>
                    <a:pt x="1189" y="3427"/>
                  </a:cubicBezTo>
                  <a:lnTo>
                    <a:pt x="925" y="3066"/>
                  </a:lnTo>
                  <a:cubicBezTo>
                    <a:pt x="896" y="3027"/>
                    <a:pt x="905" y="2970"/>
                    <a:pt x="949" y="2941"/>
                  </a:cubicBezTo>
                  <a:lnTo>
                    <a:pt x="2229" y="2017"/>
                  </a:lnTo>
                  <a:cubicBezTo>
                    <a:pt x="2244" y="2005"/>
                    <a:pt x="2261" y="2000"/>
                    <a:pt x="2279" y="2000"/>
                  </a:cubicBezTo>
                  <a:close/>
                  <a:moveTo>
                    <a:pt x="2310" y="3258"/>
                  </a:moveTo>
                  <a:lnTo>
                    <a:pt x="2623" y="3706"/>
                  </a:lnTo>
                  <a:cubicBezTo>
                    <a:pt x="2565" y="3744"/>
                    <a:pt x="2503" y="3788"/>
                    <a:pt x="2445" y="3831"/>
                  </a:cubicBezTo>
                  <a:lnTo>
                    <a:pt x="2132" y="3388"/>
                  </a:lnTo>
                  <a:lnTo>
                    <a:pt x="2310" y="3258"/>
                  </a:lnTo>
                  <a:close/>
                  <a:moveTo>
                    <a:pt x="9687" y="3258"/>
                  </a:moveTo>
                  <a:lnTo>
                    <a:pt x="9860" y="3388"/>
                  </a:lnTo>
                  <a:lnTo>
                    <a:pt x="9547" y="3831"/>
                  </a:lnTo>
                  <a:cubicBezTo>
                    <a:pt x="9490" y="3788"/>
                    <a:pt x="9432" y="3744"/>
                    <a:pt x="9369" y="3706"/>
                  </a:cubicBezTo>
                  <a:lnTo>
                    <a:pt x="9687" y="3258"/>
                  </a:lnTo>
                  <a:close/>
                  <a:moveTo>
                    <a:pt x="4962" y="1"/>
                  </a:moveTo>
                  <a:cubicBezTo>
                    <a:pt x="4649" y="1"/>
                    <a:pt x="4394" y="256"/>
                    <a:pt x="4394" y="568"/>
                  </a:cubicBezTo>
                  <a:lnTo>
                    <a:pt x="4394" y="1540"/>
                  </a:lnTo>
                  <a:cubicBezTo>
                    <a:pt x="4394" y="1853"/>
                    <a:pt x="4649" y="2108"/>
                    <a:pt x="4962" y="2108"/>
                  </a:cubicBezTo>
                  <a:lnTo>
                    <a:pt x="5149" y="2108"/>
                  </a:lnTo>
                  <a:lnTo>
                    <a:pt x="5149" y="2724"/>
                  </a:lnTo>
                  <a:cubicBezTo>
                    <a:pt x="4389" y="2830"/>
                    <a:pt x="3653" y="3090"/>
                    <a:pt x="2989" y="3475"/>
                  </a:cubicBezTo>
                  <a:lnTo>
                    <a:pt x="2657" y="3008"/>
                  </a:lnTo>
                  <a:lnTo>
                    <a:pt x="2845" y="2873"/>
                  </a:lnTo>
                  <a:cubicBezTo>
                    <a:pt x="3076" y="2710"/>
                    <a:pt x="3128" y="2387"/>
                    <a:pt x="2965" y="2152"/>
                  </a:cubicBezTo>
                  <a:lnTo>
                    <a:pt x="2700" y="1791"/>
                  </a:lnTo>
                  <a:cubicBezTo>
                    <a:pt x="2601" y="1650"/>
                    <a:pt x="2442" y="1575"/>
                    <a:pt x="2280" y="1575"/>
                  </a:cubicBezTo>
                  <a:cubicBezTo>
                    <a:pt x="2176" y="1575"/>
                    <a:pt x="2071" y="1606"/>
                    <a:pt x="1978" y="1670"/>
                  </a:cubicBezTo>
                  <a:lnTo>
                    <a:pt x="699" y="2594"/>
                  </a:lnTo>
                  <a:cubicBezTo>
                    <a:pt x="468" y="2758"/>
                    <a:pt x="415" y="3080"/>
                    <a:pt x="578" y="3316"/>
                  </a:cubicBezTo>
                  <a:lnTo>
                    <a:pt x="843" y="3677"/>
                  </a:lnTo>
                  <a:cubicBezTo>
                    <a:pt x="942" y="3817"/>
                    <a:pt x="1101" y="3892"/>
                    <a:pt x="1263" y="3892"/>
                  </a:cubicBezTo>
                  <a:cubicBezTo>
                    <a:pt x="1367" y="3892"/>
                    <a:pt x="1472" y="3861"/>
                    <a:pt x="1565" y="3797"/>
                  </a:cubicBezTo>
                  <a:lnTo>
                    <a:pt x="1786" y="3638"/>
                  </a:lnTo>
                  <a:lnTo>
                    <a:pt x="2113" y="4100"/>
                  </a:lnTo>
                  <a:cubicBezTo>
                    <a:pt x="775" y="5236"/>
                    <a:pt x="6" y="6901"/>
                    <a:pt x="6" y="8657"/>
                  </a:cubicBezTo>
                  <a:cubicBezTo>
                    <a:pt x="1" y="11866"/>
                    <a:pt x="2522" y="14508"/>
                    <a:pt x="5727" y="14652"/>
                  </a:cubicBezTo>
                  <a:cubicBezTo>
                    <a:pt x="5819" y="14657"/>
                    <a:pt x="5910" y="14659"/>
                    <a:pt x="6001" y="14659"/>
                  </a:cubicBezTo>
                  <a:cubicBezTo>
                    <a:pt x="9087" y="14659"/>
                    <a:pt x="11692" y="12304"/>
                    <a:pt x="11972" y="9201"/>
                  </a:cubicBezTo>
                  <a:cubicBezTo>
                    <a:pt x="11988" y="9044"/>
                    <a:pt x="11871" y="8960"/>
                    <a:pt x="11755" y="8960"/>
                  </a:cubicBezTo>
                  <a:cubicBezTo>
                    <a:pt x="11654" y="8960"/>
                    <a:pt x="11553" y="9025"/>
                    <a:pt x="11544" y="9162"/>
                  </a:cubicBezTo>
                  <a:cubicBezTo>
                    <a:pt x="11342" y="11356"/>
                    <a:pt x="9865" y="13228"/>
                    <a:pt x="7777" y="13935"/>
                  </a:cubicBezTo>
                  <a:cubicBezTo>
                    <a:pt x="7195" y="14131"/>
                    <a:pt x="6597" y="14226"/>
                    <a:pt x="6003" y="14226"/>
                  </a:cubicBezTo>
                  <a:cubicBezTo>
                    <a:pt x="4466" y="14226"/>
                    <a:pt x="2965" y="13589"/>
                    <a:pt x="1892" y="12415"/>
                  </a:cubicBezTo>
                  <a:cubicBezTo>
                    <a:pt x="405" y="10784"/>
                    <a:pt x="15" y="8431"/>
                    <a:pt x="905" y="6415"/>
                  </a:cubicBezTo>
                  <a:cubicBezTo>
                    <a:pt x="1796" y="4399"/>
                    <a:pt x="3792" y="3095"/>
                    <a:pt x="6001" y="3095"/>
                  </a:cubicBezTo>
                  <a:cubicBezTo>
                    <a:pt x="8874" y="3095"/>
                    <a:pt x="11308" y="5332"/>
                    <a:pt x="11544" y="8195"/>
                  </a:cubicBezTo>
                  <a:cubicBezTo>
                    <a:pt x="11551" y="8335"/>
                    <a:pt x="11654" y="8401"/>
                    <a:pt x="11758" y="8401"/>
                  </a:cubicBezTo>
                  <a:cubicBezTo>
                    <a:pt x="11875" y="8401"/>
                    <a:pt x="11993" y="8317"/>
                    <a:pt x="11972" y="8161"/>
                  </a:cubicBezTo>
                  <a:cubicBezTo>
                    <a:pt x="11842" y="6583"/>
                    <a:pt x="11092" y="5120"/>
                    <a:pt x="9889" y="4100"/>
                  </a:cubicBezTo>
                  <a:lnTo>
                    <a:pt x="10211" y="3638"/>
                  </a:lnTo>
                  <a:lnTo>
                    <a:pt x="10437" y="3797"/>
                  </a:lnTo>
                  <a:cubicBezTo>
                    <a:pt x="10528" y="3863"/>
                    <a:pt x="10632" y="3894"/>
                    <a:pt x="10735" y="3894"/>
                  </a:cubicBezTo>
                  <a:cubicBezTo>
                    <a:pt x="10897" y="3894"/>
                    <a:pt x="11057" y="3818"/>
                    <a:pt x="11159" y="3677"/>
                  </a:cubicBezTo>
                  <a:lnTo>
                    <a:pt x="11419" y="3316"/>
                  </a:lnTo>
                  <a:cubicBezTo>
                    <a:pt x="11583" y="3085"/>
                    <a:pt x="11530" y="2763"/>
                    <a:pt x="11299" y="2594"/>
                  </a:cubicBezTo>
                  <a:lnTo>
                    <a:pt x="10024" y="1670"/>
                  </a:lnTo>
                  <a:cubicBezTo>
                    <a:pt x="9933" y="1606"/>
                    <a:pt x="9829" y="1575"/>
                    <a:pt x="9725" y="1575"/>
                  </a:cubicBezTo>
                  <a:cubicBezTo>
                    <a:pt x="9564" y="1575"/>
                    <a:pt x="9404" y="1650"/>
                    <a:pt x="9302" y="1791"/>
                  </a:cubicBezTo>
                  <a:lnTo>
                    <a:pt x="9042" y="2152"/>
                  </a:lnTo>
                  <a:cubicBezTo>
                    <a:pt x="8874" y="2383"/>
                    <a:pt x="8931" y="2705"/>
                    <a:pt x="9162" y="2873"/>
                  </a:cubicBezTo>
                  <a:lnTo>
                    <a:pt x="9345" y="3008"/>
                  </a:lnTo>
                  <a:lnTo>
                    <a:pt x="9018" y="3475"/>
                  </a:lnTo>
                  <a:cubicBezTo>
                    <a:pt x="8349" y="3085"/>
                    <a:pt x="7618" y="2830"/>
                    <a:pt x="6858" y="2724"/>
                  </a:cubicBezTo>
                  <a:lnTo>
                    <a:pt x="6858" y="2108"/>
                  </a:lnTo>
                  <a:lnTo>
                    <a:pt x="7040" y="2108"/>
                  </a:lnTo>
                  <a:cubicBezTo>
                    <a:pt x="7353" y="2108"/>
                    <a:pt x="7603" y="1853"/>
                    <a:pt x="7608" y="1540"/>
                  </a:cubicBezTo>
                  <a:lnTo>
                    <a:pt x="7608" y="568"/>
                  </a:lnTo>
                  <a:cubicBezTo>
                    <a:pt x="7608" y="256"/>
                    <a:pt x="7353" y="1"/>
                    <a:pt x="7040" y="1"/>
                  </a:cubicBezTo>
                  <a:lnTo>
                    <a:pt x="6501" y="1"/>
                  </a:lnTo>
                  <a:cubicBezTo>
                    <a:pt x="6213" y="1"/>
                    <a:pt x="6213" y="429"/>
                    <a:pt x="6501" y="429"/>
                  </a:cubicBezTo>
                  <a:lnTo>
                    <a:pt x="7040" y="429"/>
                  </a:lnTo>
                  <a:cubicBezTo>
                    <a:pt x="7113" y="434"/>
                    <a:pt x="7175" y="492"/>
                    <a:pt x="7175" y="568"/>
                  </a:cubicBezTo>
                  <a:lnTo>
                    <a:pt x="7175" y="1540"/>
                  </a:lnTo>
                  <a:cubicBezTo>
                    <a:pt x="7175" y="1617"/>
                    <a:pt x="7113" y="1680"/>
                    <a:pt x="7040" y="1680"/>
                  </a:cubicBezTo>
                  <a:lnTo>
                    <a:pt x="4962" y="1680"/>
                  </a:lnTo>
                  <a:cubicBezTo>
                    <a:pt x="4885" y="1680"/>
                    <a:pt x="4822" y="1617"/>
                    <a:pt x="4822" y="1540"/>
                  </a:cubicBezTo>
                  <a:lnTo>
                    <a:pt x="4822" y="568"/>
                  </a:lnTo>
                  <a:cubicBezTo>
                    <a:pt x="4822" y="492"/>
                    <a:pt x="4885" y="434"/>
                    <a:pt x="4962" y="429"/>
                  </a:cubicBezTo>
                  <a:lnTo>
                    <a:pt x="5501" y="429"/>
                  </a:lnTo>
                  <a:cubicBezTo>
                    <a:pt x="5785" y="429"/>
                    <a:pt x="57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81"/>
          <p:cNvGrpSpPr/>
          <p:nvPr/>
        </p:nvGrpSpPr>
        <p:grpSpPr>
          <a:xfrm>
            <a:off x="3554290" y="3380517"/>
            <a:ext cx="340092" cy="338623"/>
            <a:chOff x="3554290" y="3380517"/>
            <a:chExt cx="340092" cy="338623"/>
          </a:xfrm>
        </p:grpSpPr>
        <p:sp>
          <p:nvSpPr>
            <p:cNvPr id="9929" name="Google Shape;9929;p81"/>
            <p:cNvSpPr/>
            <p:nvPr/>
          </p:nvSpPr>
          <p:spPr>
            <a:xfrm>
              <a:off x="3654742" y="3568175"/>
              <a:ext cx="52534" cy="52534"/>
            </a:xfrm>
            <a:custGeom>
              <a:rect b="b" l="l" r="r" t="t"/>
              <a:pathLst>
                <a:path extrusionOk="0" h="2003" w="2003">
                  <a:moveTo>
                    <a:pt x="1237" y="1"/>
                  </a:moveTo>
                  <a:lnTo>
                    <a:pt x="0" y="1242"/>
                  </a:lnTo>
                  <a:cubicBezTo>
                    <a:pt x="92" y="1252"/>
                    <a:pt x="178" y="1295"/>
                    <a:pt x="246" y="1362"/>
                  </a:cubicBezTo>
                  <a:lnTo>
                    <a:pt x="640" y="1757"/>
                  </a:lnTo>
                  <a:cubicBezTo>
                    <a:pt x="708" y="1824"/>
                    <a:pt x="751" y="1911"/>
                    <a:pt x="761" y="2002"/>
                  </a:cubicBezTo>
                  <a:lnTo>
                    <a:pt x="2002" y="766"/>
                  </a:lnTo>
                  <a:cubicBezTo>
                    <a:pt x="1708" y="549"/>
                    <a:pt x="1453" y="294"/>
                    <a:pt x="123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1"/>
            <p:cNvSpPr/>
            <p:nvPr/>
          </p:nvSpPr>
          <p:spPr>
            <a:xfrm>
              <a:off x="3654611" y="3568175"/>
              <a:ext cx="42436" cy="52534"/>
            </a:xfrm>
            <a:custGeom>
              <a:rect b="b" l="l" r="r" t="t"/>
              <a:pathLst>
                <a:path extrusionOk="0" h="2003" w="1618">
                  <a:moveTo>
                    <a:pt x="1242" y="1"/>
                  </a:moveTo>
                  <a:lnTo>
                    <a:pt x="1" y="1237"/>
                  </a:lnTo>
                  <a:cubicBezTo>
                    <a:pt x="92" y="1252"/>
                    <a:pt x="179" y="1295"/>
                    <a:pt x="246" y="1357"/>
                  </a:cubicBezTo>
                  <a:lnTo>
                    <a:pt x="645" y="1757"/>
                  </a:lnTo>
                  <a:cubicBezTo>
                    <a:pt x="708" y="1824"/>
                    <a:pt x="751" y="1911"/>
                    <a:pt x="766" y="2002"/>
                  </a:cubicBezTo>
                  <a:lnTo>
                    <a:pt x="1232" y="1535"/>
                  </a:lnTo>
                  <a:lnTo>
                    <a:pt x="1059" y="1357"/>
                  </a:lnTo>
                  <a:cubicBezTo>
                    <a:pt x="953" y="1261"/>
                    <a:pt x="953" y="1102"/>
                    <a:pt x="1049" y="1001"/>
                  </a:cubicBezTo>
                  <a:lnTo>
                    <a:pt x="1617" y="434"/>
                  </a:lnTo>
                  <a:cubicBezTo>
                    <a:pt x="1483" y="299"/>
                    <a:pt x="1353" y="154"/>
                    <a:pt x="1242" y="1"/>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1"/>
            <p:cNvSpPr/>
            <p:nvPr/>
          </p:nvSpPr>
          <p:spPr>
            <a:xfrm>
              <a:off x="3650204" y="3385579"/>
              <a:ext cx="239667" cy="228520"/>
            </a:xfrm>
            <a:custGeom>
              <a:rect b="b" l="l" r="r" t="t"/>
              <a:pathLst>
                <a:path extrusionOk="0" h="8713" w="9138">
                  <a:moveTo>
                    <a:pt x="4780" y="0"/>
                  </a:moveTo>
                  <a:cubicBezTo>
                    <a:pt x="3647" y="0"/>
                    <a:pt x="2532" y="442"/>
                    <a:pt x="1699" y="1275"/>
                  </a:cubicBezTo>
                  <a:cubicBezTo>
                    <a:pt x="0" y="2978"/>
                    <a:pt x="0" y="5736"/>
                    <a:pt x="1699" y="7434"/>
                  </a:cubicBezTo>
                  <a:cubicBezTo>
                    <a:pt x="2533" y="8269"/>
                    <a:pt x="3650" y="8713"/>
                    <a:pt x="4786" y="8713"/>
                  </a:cubicBezTo>
                  <a:cubicBezTo>
                    <a:pt x="5346" y="8713"/>
                    <a:pt x="5911" y="8605"/>
                    <a:pt x="6448" y="8382"/>
                  </a:cubicBezTo>
                  <a:cubicBezTo>
                    <a:pt x="8074" y="7708"/>
                    <a:pt x="9138" y="6116"/>
                    <a:pt x="9138" y="4355"/>
                  </a:cubicBezTo>
                  <a:cubicBezTo>
                    <a:pt x="9138" y="2593"/>
                    <a:pt x="8074" y="1006"/>
                    <a:pt x="6448" y="332"/>
                  </a:cubicBezTo>
                  <a:cubicBezTo>
                    <a:pt x="5909" y="109"/>
                    <a:pt x="5342" y="0"/>
                    <a:pt x="478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1"/>
            <p:cNvSpPr/>
            <p:nvPr/>
          </p:nvSpPr>
          <p:spPr>
            <a:xfrm>
              <a:off x="3661299" y="3385632"/>
              <a:ext cx="124082" cy="228442"/>
            </a:xfrm>
            <a:custGeom>
              <a:rect b="b" l="l" r="r" t="t"/>
              <a:pathLst>
                <a:path extrusionOk="0" h="8710" w="4731">
                  <a:moveTo>
                    <a:pt x="4347" y="0"/>
                  </a:moveTo>
                  <a:cubicBezTo>
                    <a:pt x="1969" y="0"/>
                    <a:pt x="1" y="1931"/>
                    <a:pt x="1" y="4353"/>
                  </a:cubicBezTo>
                  <a:cubicBezTo>
                    <a:pt x="1" y="6778"/>
                    <a:pt x="1969" y="8709"/>
                    <a:pt x="4347" y="8709"/>
                  </a:cubicBezTo>
                  <a:cubicBezTo>
                    <a:pt x="4474" y="8709"/>
                    <a:pt x="4602" y="8704"/>
                    <a:pt x="4730" y="8693"/>
                  </a:cubicBezTo>
                  <a:cubicBezTo>
                    <a:pt x="3706" y="8606"/>
                    <a:pt x="2748" y="8159"/>
                    <a:pt x="2021" y="7437"/>
                  </a:cubicBezTo>
                  <a:cubicBezTo>
                    <a:pt x="823" y="6239"/>
                    <a:pt x="429" y="4454"/>
                    <a:pt x="1011" y="2861"/>
                  </a:cubicBezTo>
                  <a:cubicBezTo>
                    <a:pt x="1588" y="1268"/>
                    <a:pt x="3042" y="162"/>
                    <a:pt x="4730" y="17"/>
                  </a:cubicBezTo>
                  <a:cubicBezTo>
                    <a:pt x="4602" y="6"/>
                    <a:pt x="4474" y="0"/>
                    <a:pt x="434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1"/>
            <p:cNvSpPr/>
            <p:nvPr/>
          </p:nvSpPr>
          <p:spPr>
            <a:xfrm>
              <a:off x="3683120" y="3407348"/>
              <a:ext cx="193874" cy="184983"/>
            </a:xfrm>
            <a:custGeom>
              <a:rect b="b" l="l" r="r" t="t"/>
              <a:pathLst>
                <a:path extrusionOk="0" h="7053" w="7392">
                  <a:moveTo>
                    <a:pt x="3522" y="0"/>
                  </a:moveTo>
                  <a:cubicBezTo>
                    <a:pt x="3068" y="0"/>
                    <a:pt x="2611" y="87"/>
                    <a:pt x="2176" y="267"/>
                  </a:cubicBezTo>
                  <a:cubicBezTo>
                    <a:pt x="857" y="816"/>
                    <a:pt x="1" y="2100"/>
                    <a:pt x="1" y="3525"/>
                  </a:cubicBezTo>
                  <a:cubicBezTo>
                    <a:pt x="1" y="4954"/>
                    <a:pt x="857" y="6238"/>
                    <a:pt x="2176" y="6782"/>
                  </a:cubicBezTo>
                  <a:cubicBezTo>
                    <a:pt x="2613" y="6964"/>
                    <a:pt x="3071" y="7052"/>
                    <a:pt x="3526" y="7052"/>
                  </a:cubicBezTo>
                  <a:cubicBezTo>
                    <a:pt x="4443" y="7052"/>
                    <a:pt x="5345" y="6693"/>
                    <a:pt x="6020" y="6017"/>
                  </a:cubicBezTo>
                  <a:cubicBezTo>
                    <a:pt x="7392" y="4641"/>
                    <a:pt x="7392" y="2408"/>
                    <a:pt x="6020" y="1032"/>
                  </a:cubicBezTo>
                  <a:cubicBezTo>
                    <a:pt x="5344" y="359"/>
                    <a:pt x="4441" y="0"/>
                    <a:pt x="3522"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1"/>
            <p:cNvSpPr/>
            <p:nvPr/>
          </p:nvSpPr>
          <p:spPr>
            <a:xfrm>
              <a:off x="3683120" y="3407348"/>
              <a:ext cx="102392" cy="184878"/>
            </a:xfrm>
            <a:custGeom>
              <a:rect b="b" l="l" r="r" t="t"/>
              <a:pathLst>
                <a:path extrusionOk="0" h="7049" w="3904">
                  <a:moveTo>
                    <a:pt x="3517" y="1"/>
                  </a:moveTo>
                  <a:cubicBezTo>
                    <a:pt x="1600" y="1"/>
                    <a:pt x="1" y="1557"/>
                    <a:pt x="1" y="3525"/>
                  </a:cubicBezTo>
                  <a:cubicBezTo>
                    <a:pt x="1" y="5492"/>
                    <a:pt x="1600" y="7048"/>
                    <a:pt x="3517" y="7048"/>
                  </a:cubicBezTo>
                  <a:cubicBezTo>
                    <a:pt x="3645" y="7048"/>
                    <a:pt x="3773" y="7042"/>
                    <a:pt x="3903" y="7027"/>
                  </a:cubicBezTo>
                  <a:cubicBezTo>
                    <a:pt x="3105" y="6941"/>
                    <a:pt x="2359" y="6585"/>
                    <a:pt x="1791" y="6017"/>
                  </a:cubicBezTo>
                  <a:cubicBezTo>
                    <a:pt x="829" y="5059"/>
                    <a:pt x="506" y="3630"/>
                    <a:pt x="954" y="2350"/>
                  </a:cubicBezTo>
                  <a:cubicBezTo>
                    <a:pt x="1406" y="1071"/>
                    <a:pt x="2551" y="166"/>
                    <a:pt x="3903" y="22"/>
                  </a:cubicBezTo>
                  <a:cubicBezTo>
                    <a:pt x="3773" y="8"/>
                    <a:pt x="3645" y="1"/>
                    <a:pt x="351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1"/>
            <p:cNvSpPr/>
            <p:nvPr/>
          </p:nvSpPr>
          <p:spPr>
            <a:xfrm>
              <a:off x="3741817" y="3443857"/>
              <a:ext cx="59091" cy="50619"/>
            </a:xfrm>
            <a:custGeom>
              <a:rect b="b" l="l" r="r" t="t"/>
              <a:pathLst>
                <a:path extrusionOk="0" h="1930" w="2253">
                  <a:moveTo>
                    <a:pt x="1290" y="1"/>
                  </a:moveTo>
                  <a:cubicBezTo>
                    <a:pt x="429" y="1"/>
                    <a:pt x="0" y="1040"/>
                    <a:pt x="607" y="1647"/>
                  </a:cubicBezTo>
                  <a:cubicBezTo>
                    <a:pt x="802" y="1842"/>
                    <a:pt x="1043" y="1930"/>
                    <a:pt x="1279" y="1930"/>
                  </a:cubicBezTo>
                  <a:cubicBezTo>
                    <a:pt x="1775" y="1930"/>
                    <a:pt x="2252" y="1544"/>
                    <a:pt x="2252" y="963"/>
                  </a:cubicBezTo>
                  <a:cubicBezTo>
                    <a:pt x="2252" y="434"/>
                    <a:pt x="1819" y="1"/>
                    <a:pt x="1290"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1"/>
            <p:cNvSpPr/>
            <p:nvPr/>
          </p:nvSpPr>
          <p:spPr>
            <a:xfrm>
              <a:off x="3750393" y="3443857"/>
              <a:ext cx="35119" cy="50619"/>
            </a:xfrm>
            <a:custGeom>
              <a:rect b="b" l="l" r="r" t="t"/>
              <a:pathLst>
                <a:path extrusionOk="0" h="1930" w="1339">
                  <a:moveTo>
                    <a:pt x="962" y="0"/>
                  </a:moveTo>
                  <a:cubicBezTo>
                    <a:pt x="454" y="0"/>
                    <a:pt x="1" y="410"/>
                    <a:pt x="1" y="963"/>
                  </a:cubicBezTo>
                  <a:cubicBezTo>
                    <a:pt x="1" y="1521"/>
                    <a:pt x="456" y="1929"/>
                    <a:pt x="965" y="1929"/>
                  </a:cubicBezTo>
                  <a:cubicBezTo>
                    <a:pt x="1088" y="1929"/>
                    <a:pt x="1214" y="1905"/>
                    <a:pt x="1338" y="1853"/>
                  </a:cubicBezTo>
                  <a:cubicBezTo>
                    <a:pt x="982" y="1699"/>
                    <a:pt x="751" y="1353"/>
                    <a:pt x="751" y="963"/>
                  </a:cubicBezTo>
                  <a:cubicBezTo>
                    <a:pt x="751" y="578"/>
                    <a:pt x="982" y="232"/>
                    <a:pt x="1338" y="78"/>
                  </a:cubicBezTo>
                  <a:cubicBezTo>
                    <a:pt x="1213" y="25"/>
                    <a:pt x="1086" y="0"/>
                    <a:pt x="96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1"/>
            <p:cNvSpPr/>
            <p:nvPr/>
          </p:nvSpPr>
          <p:spPr>
            <a:xfrm>
              <a:off x="3734237" y="3494476"/>
              <a:ext cx="82695" cy="52770"/>
            </a:xfrm>
            <a:custGeom>
              <a:rect b="b" l="l" r="r" t="t"/>
              <a:pathLst>
                <a:path extrusionOk="0" h="2012" w="3153">
                  <a:moveTo>
                    <a:pt x="1030" y="0"/>
                  </a:moveTo>
                  <a:cubicBezTo>
                    <a:pt x="463" y="0"/>
                    <a:pt x="1" y="462"/>
                    <a:pt x="1" y="1030"/>
                  </a:cubicBezTo>
                  <a:lnTo>
                    <a:pt x="1" y="1839"/>
                  </a:lnTo>
                  <a:cubicBezTo>
                    <a:pt x="1" y="1935"/>
                    <a:pt x="78" y="2012"/>
                    <a:pt x="174" y="2012"/>
                  </a:cubicBezTo>
                  <a:lnTo>
                    <a:pt x="2979" y="2012"/>
                  </a:lnTo>
                  <a:cubicBezTo>
                    <a:pt x="3075" y="2012"/>
                    <a:pt x="3152" y="1935"/>
                    <a:pt x="3152" y="1839"/>
                  </a:cubicBezTo>
                  <a:lnTo>
                    <a:pt x="3152" y="1030"/>
                  </a:lnTo>
                  <a:cubicBezTo>
                    <a:pt x="3152" y="462"/>
                    <a:pt x="2690" y="0"/>
                    <a:pt x="2123"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1"/>
            <p:cNvSpPr/>
            <p:nvPr/>
          </p:nvSpPr>
          <p:spPr>
            <a:xfrm>
              <a:off x="3734237" y="3494345"/>
              <a:ext cx="46842" cy="52901"/>
            </a:xfrm>
            <a:custGeom>
              <a:rect b="b" l="l" r="r" t="t"/>
              <a:pathLst>
                <a:path extrusionOk="0" h="2017" w="1786">
                  <a:moveTo>
                    <a:pt x="1030" y="1"/>
                  </a:moveTo>
                  <a:cubicBezTo>
                    <a:pt x="463" y="5"/>
                    <a:pt x="1" y="467"/>
                    <a:pt x="1" y="1035"/>
                  </a:cubicBezTo>
                  <a:lnTo>
                    <a:pt x="1" y="1844"/>
                  </a:lnTo>
                  <a:cubicBezTo>
                    <a:pt x="1" y="1940"/>
                    <a:pt x="78" y="2017"/>
                    <a:pt x="174" y="2017"/>
                  </a:cubicBezTo>
                  <a:lnTo>
                    <a:pt x="929" y="2017"/>
                  </a:lnTo>
                  <a:cubicBezTo>
                    <a:pt x="833" y="2017"/>
                    <a:pt x="756" y="1940"/>
                    <a:pt x="756" y="1844"/>
                  </a:cubicBezTo>
                  <a:lnTo>
                    <a:pt x="756" y="1035"/>
                  </a:lnTo>
                  <a:cubicBezTo>
                    <a:pt x="756" y="467"/>
                    <a:pt x="1218" y="5"/>
                    <a:pt x="17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1"/>
            <p:cNvSpPr/>
            <p:nvPr/>
          </p:nvSpPr>
          <p:spPr>
            <a:xfrm>
              <a:off x="3559824" y="3596842"/>
              <a:ext cx="119938" cy="117368"/>
            </a:xfrm>
            <a:custGeom>
              <a:rect b="b" l="l" r="r" t="t"/>
              <a:pathLst>
                <a:path extrusionOk="0" h="4475" w="4573">
                  <a:moveTo>
                    <a:pt x="3627" y="1"/>
                  </a:moveTo>
                  <a:cubicBezTo>
                    <a:pt x="3499" y="1"/>
                    <a:pt x="3372" y="50"/>
                    <a:pt x="3273" y="149"/>
                  </a:cubicBezTo>
                  <a:lnTo>
                    <a:pt x="198" y="3224"/>
                  </a:lnTo>
                  <a:cubicBezTo>
                    <a:pt x="1" y="3421"/>
                    <a:pt x="1" y="3734"/>
                    <a:pt x="198" y="3931"/>
                  </a:cubicBezTo>
                  <a:lnTo>
                    <a:pt x="598" y="4330"/>
                  </a:lnTo>
                  <a:cubicBezTo>
                    <a:pt x="694" y="4427"/>
                    <a:pt x="821" y="4475"/>
                    <a:pt x="949" y="4475"/>
                  </a:cubicBezTo>
                  <a:cubicBezTo>
                    <a:pt x="1076" y="4475"/>
                    <a:pt x="1204" y="4427"/>
                    <a:pt x="1300" y="4330"/>
                  </a:cubicBezTo>
                  <a:lnTo>
                    <a:pt x="4380" y="1256"/>
                  </a:lnTo>
                  <a:cubicBezTo>
                    <a:pt x="4572" y="1058"/>
                    <a:pt x="4572" y="741"/>
                    <a:pt x="4380" y="548"/>
                  </a:cubicBezTo>
                  <a:lnTo>
                    <a:pt x="3980" y="149"/>
                  </a:lnTo>
                  <a:cubicBezTo>
                    <a:pt x="3882" y="50"/>
                    <a:pt x="3754" y="1"/>
                    <a:pt x="362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1"/>
            <p:cNvSpPr/>
            <p:nvPr/>
          </p:nvSpPr>
          <p:spPr>
            <a:xfrm>
              <a:off x="3559956" y="3596842"/>
              <a:ext cx="105041" cy="117368"/>
            </a:xfrm>
            <a:custGeom>
              <a:rect b="b" l="l" r="r" t="t"/>
              <a:pathLst>
                <a:path extrusionOk="0" h="4475" w="4005">
                  <a:moveTo>
                    <a:pt x="3624" y="1"/>
                  </a:moveTo>
                  <a:cubicBezTo>
                    <a:pt x="3496" y="1"/>
                    <a:pt x="3369" y="50"/>
                    <a:pt x="3273" y="149"/>
                  </a:cubicBezTo>
                  <a:lnTo>
                    <a:pt x="193" y="3224"/>
                  </a:lnTo>
                  <a:cubicBezTo>
                    <a:pt x="1" y="3421"/>
                    <a:pt x="1" y="3734"/>
                    <a:pt x="193" y="3931"/>
                  </a:cubicBezTo>
                  <a:lnTo>
                    <a:pt x="593" y="4330"/>
                  </a:lnTo>
                  <a:cubicBezTo>
                    <a:pt x="691" y="4427"/>
                    <a:pt x="819" y="4475"/>
                    <a:pt x="946" y="4475"/>
                  </a:cubicBezTo>
                  <a:cubicBezTo>
                    <a:pt x="1074" y="4475"/>
                    <a:pt x="1201" y="4427"/>
                    <a:pt x="1300" y="4330"/>
                  </a:cubicBezTo>
                  <a:lnTo>
                    <a:pt x="1324" y="4306"/>
                  </a:lnTo>
                  <a:lnTo>
                    <a:pt x="953" y="3931"/>
                  </a:lnTo>
                  <a:cubicBezTo>
                    <a:pt x="756" y="3734"/>
                    <a:pt x="756" y="3421"/>
                    <a:pt x="953" y="3224"/>
                  </a:cubicBezTo>
                  <a:lnTo>
                    <a:pt x="4004" y="173"/>
                  </a:lnTo>
                  <a:lnTo>
                    <a:pt x="3975" y="149"/>
                  </a:lnTo>
                  <a:cubicBezTo>
                    <a:pt x="3879" y="50"/>
                    <a:pt x="3751" y="1"/>
                    <a:pt x="362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1"/>
            <p:cNvSpPr/>
            <p:nvPr/>
          </p:nvSpPr>
          <p:spPr>
            <a:xfrm>
              <a:off x="3636068" y="3596842"/>
              <a:ext cx="43695" cy="42541"/>
            </a:xfrm>
            <a:custGeom>
              <a:rect b="b" l="l" r="r" t="t"/>
              <a:pathLst>
                <a:path extrusionOk="0" h="1622" w="1666">
                  <a:moveTo>
                    <a:pt x="720" y="1"/>
                  </a:moveTo>
                  <a:cubicBezTo>
                    <a:pt x="592" y="1"/>
                    <a:pt x="465" y="50"/>
                    <a:pt x="366" y="149"/>
                  </a:cubicBezTo>
                  <a:lnTo>
                    <a:pt x="0" y="515"/>
                  </a:lnTo>
                  <a:lnTo>
                    <a:pt x="1107" y="1621"/>
                  </a:lnTo>
                  <a:lnTo>
                    <a:pt x="1473" y="1251"/>
                  </a:lnTo>
                  <a:cubicBezTo>
                    <a:pt x="1665" y="1058"/>
                    <a:pt x="1665" y="741"/>
                    <a:pt x="1473" y="548"/>
                  </a:cubicBezTo>
                  <a:lnTo>
                    <a:pt x="1073" y="149"/>
                  </a:lnTo>
                  <a:cubicBezTo>
                    <a:pt x="975" y="50"/>
                    <a:pt x="847" y="1"/>
                    <a:pt x="72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1"/>
            <p:cNvSpPr/>
            <p:nvPr/>
          </p:nvSpPr>
          <p:spPr>
            <a:xfrm>
              <a:off x="3636199" y="3596816"/>
              <a:ext cx="28798" cy="23500"/>
            </a:xfrm>
            <a:custGeom>
              <a:rect b="b" l="l" r="r" t="t"/>
              <a:pathLst>
                <a:path extrusionOk="0" h="896" w="1098">
                  <a:moveTo>
                    <a:pt x="674" y="1"/>
                  </a:moveTo>
                  <a:cubicBezTo>
                    <a:pt x="654" y="1"/>
                    <a:pt x="640" y="6"/>
                    <a:pt x="626" y="10"/>
                  </a:cubicBezTo>
                  <a:cubicBezTo>
                    <a:pt x="524" y="30"/>
                    <a:pt x="438" y="73"/>
                    <a:pt x="366" y="145"/>
                  </a:cubicBezTo>
                  <a:lnTo>
                    <a:pt x="91" y="424"/>
                  </a:lnTo>
                  <a:lnTo>
                    <a:pt x="0" y="516"/>
                  </a:lnTo>
                  <a:lnTo>
                    <a:pt x="375" y="896"/>
                  </a:lnTo>
                  <a:lnTo>
                    <a:pt x="1097" y="174"/>
                  </a:lnTo>
                  <a:lnTo>
                    <a:pt x="1073" y="150"/>
                  </a:lnTo>
                  <a:cubicBezTo>
                    <a:pt x="1063" y="135"/>
                    <a:pt x="1049" y="126"/>
                    <a:pt x="1039" y="116"/>
                  </a:cubicBezTo>
                  <a:lnTo>
                    <a:pt x="1025" y="107"/>
                  </a:lnTo>
                  <a:cubicBezTo>
                    <a:pt x="1010" y="97"/>
                    <a:pt x="996" y="83"/>
                    <a:pt x="977" y="73"/>
                  </a:cubicBezTo>
                  <a:cubicBezTo>
                    <a:pt x="900" y="25"/>
                    <a:pt x="813" y="1"/>
                    <a:pt x="722"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1"/>
            <p:cNvSpPr/>
            <p:nvPr/>
          </p:nvSpPr>
          <p:spPr>
            <a:xfrm>
              <a:off x="3554290" y="3380517"/>
              <a:ext cx="340040" cy="338623"/>
            </a:xfrm>
            <a:custGeom>
              <a:rect b="b" l="l" r="r" t="t"/>
              <a:pathLst>
                <a:path extrusionOk="0" h="12911" w="12965">
                  <a:moveTo>
                    <a:pt x="4980" y="7502"/>
                  </a:moveTo>
                  <a:cubicBezTo>
                    <a:pt x="5129" y="7680"/>
                    <a:pt x="5298" y="7844"/>
                    <a:pt x="5476" y="7998"/>
                  </a:cubicBezTo>
                  <a:lnTo>
                    <a:pt x="4764" y="8710"/>
                  </a:lnTo>
                  <a:cubicBezTo>
                    <a:pt x="4749" y="8690"/>
                    <a:pt x="4735" y="8676"/>
                    <a:pt x="4716" y="8657"/>
                  </a:cubicBezTo>
                  <a:lnTo>
                    <a:pt x="4321" y="8262"/>
                  </a:lnTo>
                  <a:cubicBezTo>
                    <a:pt x="4302" y="8243"/>
                    <a:pt x="4287" y="8229"/>
                    <a:pt x="4268" y="8214"/>
                  </a:cubicBezTo>
                  <a:lnTo>
                    <a:pt x="4980" y="7502"/>
                  </a:lnTo>
                  <a:close/>
                  <a:moveTo>
                    <a:pt x="3833" y="8437"/>
                  </a:moveTo>
                  <a:cubicBezTo>
                    <a:pt x="3912" y="8437"/>
                    <a:pt x="3992" y="8467"/>
                    <a:pt x="4052" y="8527"/>
                  </a:cubicBezTo>
                  <a:lnTo>
                    <a:pt x="4451" y="8926"/>
                  </a:lnTo>
                  <a:cubicBezTo>
                    <a:pt x="4571" y="9047"/>
                    <a:pt x="4571" y="9244"/>
                    <a:pt x="4451" y="9369"/>
                  </a:cubicBezTo>
                  <a:lnTo>
                    <a:pt x="4451" y="9364"/>
                  </a:lnTo>
                  <a:lnTo>
                    <a:pt x="4215" y="9600"/>
                  </a:lnTo>
                  <a:lnTo>
                    <a:pt x="3378" y="8763"/>
                  </a:lnTo>
                  <a:lnTo>
                    <a:pt x="3614" y="8527"/>
                  </a:lnTo>
                  <a:cubicBezTo>
                    <a:pt x="3674" y="8467"/>
                    <a:pt x="3753" y="8437"/>
                    <a:pt x="3833" y="8437"/>
                  </a:cubicBezTo>
                  <a:close/>
                  <a:moveTo>
                    <a:pt x="3113" y="9027"/>
                  </a:moveTo>
                  <a:lnTo>
                    <a:pt x="3951" y="9865"/>
                  </a:lnTo>
                  <a:lnTo>
                    <a:pt x="1376" y="12439"/>
                  </a:lnTo>
                  <a:cubicBezTo>
                    <a:pt x="1314" y="12499"/>
                    <a:pt x="1234" y="12529"/>
                    <a:pt x="1155" y="12529"/>
                  </a:cubicBezTo>
                  <a:cubicBezTo>
                    <a:pt x="1076" y="12529"/>
                    <a:pt x="996" y="12499"/>
                    <a:pt x="934" y="12439"/>
                  </a:cubicBezTo>
                  <a:lnTo>
                    <a:pt x="539" y="12044"/>
                  </a:lnTo>
                  <a:cubicBezTo>
                    <a:pt x="419" y="11919"/>
                    <a:pt x="419" y="11727"/>
                    <a:pt x="539" y="11606"/>
                  </a:cubicBezTo>
                  <a:lnTo>
                    <a:pt x="539" y="11602"/>
                  </a:lnTo>
                  <a:lnTo>
                    <a:pt x="3113" y="9027"/>
                  </a:lnTo>
                  <a:close/>
                  <a:moveTo>
                    <a:pt x="8430" y="0"/>
                  </a:moveTo>
                  <a:cubicBezTo>
                    <a:pt x="4725" y="0"/>
                    <a:pt x="2584" y="4211"/>
                    <a:pt x="4740" y="7204"/>
                  </a:cubicBezTo>
                  <a:lnTo>
                    <a:pt x="3883" y="8065"/>
                  </a:lnTo>
                  <a:cubicBezTo>
                    <a:pt x="3862" y="8063"/>
                    <a:pt x="3840" y="8062"/>
                    <a:pt x="3819" y="8062"/>
                  </a:cubicBezTo>
                  <a:cubicBezTo>
                    <a:pt x="3640" y="8062"/>
                    <a:pt x="3469" y="8133"/>
                    <a:pt x="3344" y="8262"/>
                  </a:cubicBezTo>
                  <a:lnTo>
                    <a:pt x="270" y="11337"/>
                  </a:lnTo>
                  <a:cubicBezTo>
                    <a:pt x="0" y="11606"/>
                    <a:pt x="0" y="12044"/>
                    <a:pt x="270" y="12314"/>
                  </a:cubicBezTo>
                  <a:lnTo>
                    <a:pt x="669" y="12708"/>
                  </a:lnTo>
                  <a:cubicBezTo>
                    <a:pt x="804" y="12843"/>
                    <a:pt x="979" y="12910"/>
                    <a:pt x="1155" y="12910"/>
                  </a:cubicBezTo>
                  <a:cubicBezTo>
                    <a:pt x="1331" y="12910"/>
                    <a:pt x="1506" y="12843"/>
                    <a:pt x="1641" y="12708"/>
                  </a:cubicBezTo>
                  <a:lnTo>
                    <a:pt x="4350" y="10004"/>
                  </a:lnTo>
                  <a:lnTo>
                    <a:pt x="4716" y="9638"/>
                  </a:lnTo>
                  <a:cubicBezTo>
                    <a:pt x="4860" y="9494"/>
                    <a:pt x="4932" y="9297"/>
                    <a:pt x="4913" y="9095"/>
                  </a:cubicBezTo>
                  <a:lnTo>
                    <a:pt x="5774" y="8233"/>
                  </a:lnTo>
                  <a:cubicBezTo>
                    <a:pt x="6419" y="8700"/>
                    <a:pt x="7179" y="8989"/>
                    <a:pt x="7968" y="9066"/>
                  </a:cubicBezTo>
                  <a:lnTo>
                    <a:pt x="7988" y="9066"/>
                  </a:lnTo>
                  <a:cubicBezTo>
                    <a:pt x="7989" y="9066"/>
                    <a:pt x="7991" y="9066"/>
                    <a:pt x="7993" y="9066"/>
                  </a:cubicBezTo>
                  <a:cubicBezTo>
                    <a:pt x="8233" y="9066"/>
                    <a:pt x="8251" y="8710"/>
                    <a:pt x="8007" y="8690"/>
                  </a:cubicBezTo>
                  <a:cubicBezTo>
                    <a:pt x="7203" y="8609"/>
                    <a:pt x="6438" y="8291"/>
                    <a:pt x="5808" y="7786"/>
                  </a:cubicBezTo>
                  <a:cubicBezTo>
                    <a:pt x="2738" y="5303"/>
                    <a:pt x="4542" y="381"/>
                    <a:pt x="8430" y="381"/>
                  </a:cubicBezTo>
                  <a:cubicBezTo>
                    <a:pt x="8434" y="381"/>
                    <a:pt x="8437" y="381"/>
                    <a:pt x="8440" y="381"/>
                  </a:cubicBezTo>
                  <a:cubicBezTo>
                    <a:pt x="10572" y="381"/>
                    <a:pt x="12362" y="2000"/>
                    <a:pt x="12573" y="4124"/>
                  </a:cubicBezTo>
                  <a:cubicBezTo>
                    <a:pt x="12584" y="4240"/>
                    <a:pt x="12671" y="4294"/>
                    <a:pt x="12759" y="4294"/>
                  </a:cubicBezTo>
                  <a:cubicBezTo>
                    <a:pt x="12861" y="4294"/>
                    <a:pt x="12964" y="4220"/>
                    <a:pt x="12949" y="4086"/>
                  </a:cubicBezTo>
                  <a:cubicBezTo>
                    <a:pt x="12718" y="1766"/>
                    <a:pt x="10764" y="0"/>
                    <a:pt x="8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1"/>
            <p:cNvSpPr/>
            <p:nvPr/>
          </p:nvSpPr>
          <p:spPr>
            <a:xfrm>
              <a:off x="3670268" y="3402286"/>
              <a:ext cx="202948" cy="194949"/>
            </a:xfrm>
            <a:custGeom>
              <a:rect b="b" l="l" r="r" t="t"/>
              <a:pathLst>
                <a:path extrusionOk="0" h="7433" w="7738">
                  <a:moveTo>
                    <a:pt x="4011" y="382"/>
                  </a:moveTo>
                  <a:cubicBezTo>
                    <a:pt x="4442" y="382"/>
                    <a:pt x="4875" y="466"/>
                    <a:pt x="5288" y="638"/>
                  </a:cubicBezTo>
                  <a:cubicBezTo>
                    <a:pt x="6530" y="1153"/>
                    <a:pt x="7343" y="2370"/>
                    <a:pt x="7343" y="3718"/>
                  </a:cubicBezTo>
                  <a:cubicBezTo>
                    <a:pt x="7348" y="5557"/>
                    <a:pt x="5856" y="7052"/>
                    <a:pt x="4017" y="7052"/>
                  </a:cubicBezTo>
                  <a:cubicBezTo>
                    <a:pt x="4014" y="7052"/>
                    <a:pt x="4011" y="7052"/>
                    <a:pt x="4008" y="7052"/>
                  </a:cubicBezTo>
                  <a:cubicBezTo>
                    <a:pt x="2661" y="7052"/>
                    <a:pt x="1444" y="6239"/>
                    <a:pt x="929" y="4993"/>
                  </a:cubicBezTo>
                  <a:cubicBezTo>
                    <a:pt x="414" y="3746"/>
                    <a:pt x="698" y="2313"/>
                    <a:pt x="1651" y="1360"/>
                  </a:cubicBezTo>
                  <a:cubicBezTo>
                    <a:pt x="2288" y="723"/>
                    <a:pt x="3142" y="382"/>
                    <a:pt x="4011" y="382"/>
                  </a:cubicBezTo>
                  <a:close/>
                  <a:moveTo>
                    <a:pt x="4013" y="1"/>
                  </a:moveTo>
                  <a:cubicBezTo>
                    <a:pt x="3044" y="1"/>
                    <a:pt x="2093" y="378"/>
                    <a:pt x="1381" y="1090"/>
                  </a:cubicBezTo>
                  <a:cubicBezTo>
                    <a:pt x="318" y="2149"/>
                    <a:pt x="0" y="3751"/>
                    <a:pt x="578" y="5137"/>
                  </a:cubicBezTo>
                  <a:cubicBezTo>
                    <a:pt x="1150" y="6528"/>
                    <a:pt x="2507" y="7432"/>
                    <a:pt x="4008" y="7432"/>
                  </a:cubicBezTo>
                  <a:cubicBezTo>
                    <a:pt x="4014" y="7432"/>
                    <a:pt x="4020" y="7432"/>
                    <a:pt x="4026" y="7432"/>
                  </a:cubicBezTo>
                  <a:cubicBezTo>
                    <a:pt x="6077" y="7432"/>
                    <a:pt x="7737" y="5766"/>
                    <a:pt x="7723" y="3718"/>
                  </a:cubicBezTo>
                  <a:cubicBezTo>
                    <a:pt x="7723" y="2216"/>
                    <a:pt x="6818" y="859"/>
                    <a:pt x="5433" y="282"/>
                  </a:cubicBezTo>
                  <a:cubicBezTo>
                    <a:pt x="4973" y="93"/>
                    <a:pt x="44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1"/>
            <p:cNvSpPr/>
            <p:nvPr/>
          </p:nvSpPr>
          <p:spPr>
            <a:xfrm>
              <a:off x="3729071" y="3438821"/>
              <a:ext cx="92793" cy="113355"/>
            </a:xfrm>
            <a:custGeom>
              <a:rect b="b" l="l" r="r" t="t"/>
              <a:pathLst>
                <a:path extrusionOk="0" h="4322" w="3538">
                  <a:moveTo>
                    <a:pt x="1766" y="381"/>
                  </a:moveTo>
                  <a:cubicBezTo>
                    <a:pt x="2459" y="381"/>
                    <a:pt x="2801" y="1213"/>
                    <a:pt x="2315" y="1704"/>
                  </a:cubicBezTo>
                  <a:cubicBezTo>
                    <a:pt x="2158" y="1861"/>
                    <a:pt x="1965" y="1931"/>
                    <a:pt x="1776" y="1931"/>
                  </a:cubicBezTo>
                  <a:cubicBezTo>
                    <a:pt x="1378" y="1931"/>
                    <a:pt x="996" y="1621"/>
                    <a:pt x="996" y="1155"/>
                  </a:cubicBezTo>
                  <a:cubicBezTo>
                    <a:pt x="996" y="727"/>
                    <a:pt x="1343" y="381"/>
                    <a:pt x="1766" y="381"/>
                  </a:cubicBezTo>
                  <a:close/>
                  <a:moveTo>
                    <a:pt x="2310" y="2310"/>
                  </a:moveTo>
                  <a:cubicBezTo>
                    <a:pt x="2777" y="2310"/>
                    <a:pt x="3152" y="2685"/>
                    <a:pt x="3152" y="3152"/>
                  </a:cubicBezTo>
                  <a:lnTo>
                    <a:pt x="3157" y="3946"/>
                  </a:lnTo>
                  <a:lnTo>
                    <a:pt x="2743" y="3946"/>
                  </a:lnTo>
                  <a:lnTo>
                    <a:pt x="2743" y="3114"/>
                  </a:lnTo>
                  <a:cubicBezTo>
                    <a:pt x="2743" y="2989"/>
                    <a:pt x="2648" y="2926"/>
                    <a:pt x="2553" y="2926"/>
                  </a:cubicBezTo>
                  <a:cubicBezTo>
                    <a:pt x="2458" y="2926"/>
                    <a:pt x="2363" y="2989"/>
                    <a:pt x="2363" y="3114"/>
                  </a:cubicBezTo>
                  <a:lnTo>
                    <a:pt x="2363" y="3946"/>
                  </a:lnTo>
                  <a:lnTo>
                    <a:pt x="1175" y="3946"/>
                  </a:lnTo>
                  <a:lnTo>
                    <a:pt x="1175" y="3114"/>
                  </a:lnTo>
                  <a:cubicBezTo>
                    <a:pt x="1175" y="2989"/>
                    <a:pt x="1079" y="2926"/>
                    <a:pt x="984" y="2926"/>
                  </a:cubicBezTo>
                  <a:cubicBezTo>
                    <a:pt x="889" y="2926"/>
                    <a:pt x="794" y="2989"/>
                    <a:pt x="794" y="3114"/>
                  </a:cubicBezTo>
                  <a:lnTo>
                    <a:pt x="794" y="3946"/>
                  </a:lnTo>
                  <a:lnTo>
                    <a:pt x="381" y="3946"/>
                  </a:lnTo>
                  <a:lnTo>
                    <a:pt x="381" y="3152"/>
                  </a:lnTo>
                  <a:cubicBezTo>
                    <a:pt x="381" y="2685"/>
                    <a:pt x="756" y="2310"/>
                    <a:pt x="1223" y="2310"/>
                  </a:cubicBezTo>
                  <a:close/>
                  <a:moveTo>
                    <a:pt x="1766" y="0"/>
                  </a:moveTo>
                  <a:cubicBezTo>
                    <a:pt x="746" y="0"/>
                    <a:pt x="231" y="1232"/>
                    <a:pt x="948" y="1964"/>
                  </a:cubicBezTo>
                  <a:cubicBezTo>
                    <a:pt x="395" y="2089"/>
                    <a:pt x="0" y="2584"/>
                    <a:pt x="0" y="3152"/>
                  </a:cubicBezTo>
                  <a:lnTo>
                    <a:pt x="0" y="3961"/>
                  </a:lnTo>
                  <a:cubicBezTo>
                    <a:pt x="0" y="4158"/>
                    <a:pt x="164" y="4321"/>
                    <a:pt x="366" y="4321"/>
                  </a:cubicBezTo>
                  <a:lnTo>
                    <a:pt x="3171" y="4321"/>
                  </a:lnTo>
                  <a:cubicBezTo>
                    <a:pt x="3373" y="4321"/>
                    <a:pt x="3537" y="4158"/>
                    <a:pt x="3537" y="3961"/>
                  </a:cubicBezTo>
                  <a:lnTo>
                    <a:pt x="3537" y="3152"/>
                  </a:lnTo>
                  <a:cubicBezTo>
                    <a:pt x="3532" y="2584"/>
                    <a:pt x="3143" y="2089"/>
                    <a:pt x="2589" y="1964"/>
                  </a:cubicBezTo>
                  <a:cubicBezTo>
                    <a:pt x="3306" y="1232"/>
                    <a:pt x="2791" y="0"/>
                    <a:pt x="17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1"/>
            <p:cNvSpPr/>
            <p:nvPr/>
          </p:nvSpPr>
          <p:spPr>
            <a:xfrm>
              <a:off x="3780083" y="3506331"/>
              <a:ext cx="114299" cy="112096"/>
            </a:xfrm>
            <a:custGeom>
              <a:rect b="b" l="l" r="r" t="t"/>
              <a:pathLst>
                <a:path extrusionOk="0" h="4274" w="4358">
                  <a:moveTo>
                    <a:pt x="4154" y="1"/>
                  </a:moveTo>
                  <a:cubicBezTo>
                    <a:pt x="4066" y="1"/>
                    <a:pt x="3980" y="56"/>
                    <a:pt x="3969" y="174"/>
                  </a:cubicBezTo>
                  <a:cubicBezTo>
                    <a:pt x="3767" y="2137"/>
                    <a:pt x="2213" y="3696"/>
                    <a:pt x="245" y="3893"/>
                  </a:cubicBezTo>
                  <a:cubicBezTo>
                    <a:pt x="1" y="3913"/>
                    <a:pt x="18" y="4274"/>
                    <a:pt x="259" y="4274"/>
                  </a:cubicBezTo>
                  <a:cubicBezTo>
                    <a:pt x="261" y="4274"/>
                    <a:pt x="262" y="4274"/>
                    <a:pt x="264" y="4274"/>
                  </a:cubicBezTo>
                  <a:lnTo>
                    <a:pt x="283" y="4274"/>
                  </a:lnTo>
                  <a:cubicBezTo>
                    <a:pt x="2429" y="4052"/>
                    <a:pt x="4128" y="2359"/>
                    <a:pt x="4344" y="212"/>
                  </a:cubicBezTo>
                  <a:cubicBezTo>
                    <a:pt x="4357" y="75"/>
                    <a:pt x="4255" y="1"/>
                    <a:pt x="4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81"/>
          <p:cNvGrpSpPr/>
          <p:nvPr/>
        </p:nvGrpSpPr>
        <p:grpSpPr>
          <a:xfrm>
            <a:off x="4001155" y="3392031"/>
            <a:ext cx="345810" cy="311058"/>
            <a:chOff x="4001155" y="3392031"/>
            <a:chExt cx="345810" cy="311058"/>
          </a:xfrm>
        </p:grpSpPr>
        <p:sp>
          <p:nvSpPr>
            <p:cNvPr id="9948" name="Google Shape;9948;p81"/>
            <p:cNvSpPr/>
            <p:nvPr/>
          </p:nvSpPr>
          <p:spPr>
            <a:xfrm>
              <a:off x="4144016" y="3454977"/>
              <a:ext cx="27408" cy="47970"/>
            </a:xfrm>
            <a:custGeom>
              <a:rect b="b" l="l" r="r" t="t"/>
              <a:pathLst>
                <a:path extrusionOk="0" h="1829" w="1045">
                  <a:moveTo>
                    <a:pt x="491" y="366"/>
                  </a:moveTo>
                  <a:lnTo>
                    <a:pt x="491" y="703"/>
                  </a:lnTo>
                  <a:cubicBezTo>
                    <a:pt x="390" y="664"/>
                    <a:pt x="313" y="621"/>
                    <a:pt x="308" y="520"/>
                  </a:cubicBezTo>
                  <a:cubicBezTo>
                    <a:pt x="308" y="438"/>
                    <a:pt x="381" y="385"/>
                    <a:pt x="491" y="366"/>
                  </a:cubicBezTo>
                  <a:close/>
                  <a:moveTo>
                    <a:pt x="607" y="1049"/>
                  </a:moveTo>
                  <a:cubicBezTo>
                    <a:pt x="703" y="1093"/>
                    <a:pt x="775" y="1155"/>
                    <a:pt x="775" y="1256"/>
                  </a:cubicBezTo>
                  <a:cubicBezTo>
                    <a:pt x="775" y="1362"/>
                    <a:pt x="703" y="1420"/>
                    <a:pt x="607" y="1439"/>
                  </a:cubicBezTo>
                  <a:lnTo>
                    <a:pt x="607" y="1049"/>
                  </a:lnTo>
                  <a:close/>
                  <a:moveTo>
                    <a:pt x="549" y="0"/>
                  </a:moveTo>
                  <a:cubicBezTo>
                    <a:pt x="506" y="0"/>
                    <a:pt x="472" y="29"/>
                    <a:pt x="472" y="58"/>
                  </a:cubicBezTo>
                  <a:lnTo>
                    <a:pt x="472" y="116"/>
                  </a:lnTo>
                  <a:cubicBezTo>
                    <a:pt x="251" y="145"/>
                    <a:pt x="44" y="265"/>
                    <a:pt x="44" y="549"/>
                  </a:cubicBezTo>
                  <a:cubicBezTo>
                    <a:pt x="44" y="838"/>
                    <a:pt x="270" y="924"/>
                    <a:pt x="472" y="996"/>
                  </a:cubicBezTo>
                  <a:lnTo>
                    <a:pt x="472" y="1439"/>
                  </a:lnTo>
                  <a:cubicBezTo>
                    <a:pt x="275" y="1420"/>
                    <a:pt x="212" y="1275"/>
                    <a:pt x="126" y="1275"/>
                  </a:cubicBezTo>
                  <a:cubicBezTo>
                    <a:pt x="58" y="1275"/>
                    <a:pt x="0" y="1372"/>
                    <a:pt x="0" y="1429"/>
                  </a:cubicBezTo>
                  <a:cubicBezTo>
                    <a:pt x="0" y="1555"/>
                    <a:pt x="203" y="1699"/>
                    <a:pt x="472" y="1704"/>
                  </a:cubicBezTo>
                  <a:lnTo>
                    <a:pt x="472" y="1713"/>
                  </a:lnTo>
                  <a:lnTo>
                    <a:pt x="472" y="1771"/>
                  </a:lnTo>
                  <a:cubicBezTo>
                    <a:pt x="472" y="1800"/>
                    <a:pt x="510" y="1829"/>
                    <a:pt x="544" y="1829"/>
                  </a:cubicBezTo>
                  <a:cubicBezTo>
                    <a:pt x="583" y="1829"/>
                    <a:pt x="621" y="1800"/>
                    <a:pt x="621" y="1771"/>
                  </a:cubicBezTo>
                  <a:lnTo>
                    <a:pt x="621" y="1704"/>
                  </a:lnTo>
                  <a:cubicBezTo>
                    <a:pt x="871" y="1660"/>
                    <a:pt x="1045" y="1506"/>
                    <a:pt x="1045" y="1232"/>
                  </a:cubicBezTo>
                  <a:cubicBezTo>
                    <a:pt x="1045" y="929"/>
                    <a:pt x="818" y="828"/>
                    <a:pt x="621" y="756"/>
                  </a:cubicBezTo>
                  <a:lnTo>
                    <a:pt x="621" y="366"/>
                  </a:lnTo>
                  <a:cubicBezTo>
                    <a:pt x="770" y="376"/>
                    <a:pt x="823" y="448"/>
                    <a:pt x="886" y="448"/>
                  </a:cubicBezTo>
                  <a:cubicBezTo>
                    <a:pt x="968" y="448"/>
                    <a:pt x="1006" y="342"/>
                    <a:pt x="1006" y="294"/>
                  </a:cubicBezTo>
                  <a:cubicBezTo>
                    <a:pt x="1006" y="164"/>
                    <a:pt x="770" y="121"/>
                    <a:pt x="626" y="116"/>
                  </a:cubicBezTo>
                  <a:lnTo>
                    <a:pt x="626" y="58"/>
                  </a:lnTo>
                  <a:cubicBezTo>
                    <a:pt x="626" y="29"/>
                    <a:pt x="59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1"/>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1"/>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1"/>
            <p:cNvSpPr/>
            <p:nvPr/>
          </p:nvSpPr>
          <p:spPr>
            <a:xfrm>
              <a:off x="4106537" y="3427202"/>
              <a:ext cx="102628" cy="102497"/>
            </a:xfrm>
            <a:custGeom>
              <a:rect b="b" l="l" r="r" t="t"/>
              <a:pathLst>
                <a:path extrusionOk="0" h="3908" w="3913">
                  <a:moveTo>
                    <a:pt x="1954" y="1"/>
                  </a:moveTo>
                  <a:cubicBezTo>
                    <a:pt x="876" y="1"/>
                    <a:pt x="0" y="877"/>
                    <a:pt x="0" y="1954"/>
                  </a:cubicBezTo>
                  <a:cubicBezTo>
                    <a:pt x="0" y="3032"/>
                    <a:pt x="876" y="3908"/>
                    <a:pt x="1954" y="3908"/>
                  </a:cubicBezTo>
                  <a:cubicBezTo>
                    <a:pt x="3037" y="3908"/>
                    <a:pt x="3912" y="3032"/>
                    <a:pt x="3912" y="1954"/>
                  </a:cubicBezTo>
                  <a:cubicBezTo>
                    <a:pt x="3912" y="877"/>
                    <a:pt x="3037" y="1"/>
                    <a:pt x="195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1"/>
            <p:cNvSpPr/>
            <p:nvPr/>
          </p:nvSpPr>
          <p:spPr>
            <a:xfrm>
              <a:off x="4106406" y="3427150"/>
              <a:ext cx="58068" cy="102497"/>
            </a:xfrm>
            <a:custGeom>
              <a:rect b="b" l="l" r="r" t="t"/>
              <a:pathLst>
                <a:path extrusionOk="0" h="3908" w="2214">
                  <a:moveTo>
                    <a:pt x="1954" y="0"/>
                  </a:moveTo>
                  <a:cubicBezTo>
                    <a:pt x="891" y="0"/>
                    <a:pt x="1" y="861"/>
                    <a:pt x="1" y="1956"/>
                  </a:cubicBezTo>
                  <a:cubicBezTo>
                    <a:pt x="1" y="3047"/>
                    <a:pt x="891" y="3908"/>
                    <a:pt x="1954" y="3908"/>
                  </a:cubicBezTo>
                  <a:cubicBezTo>
                    <a:pt x="2040" y="3908"/>
                    <a:pt x="2127" y="3902"/>
                    <a:pt x="2214" y="3891"/>
                  </a:cubicBezTo>
                  <a:cubicBezTo>
                    <a:pt x="1237" y="3766"/>
                    <a:pt x="511" y="2933"/>
                    <a:pt x="511" y="1956"/>
                  </a:cubicBezTo>
                  <a:cubicBezTo>
                    <a:pt x="511" y="975"/>
                    <a:pt x="1237" y="142"/>
                    <a:pt x="2214" y="17"/>
                  </a:cubicBezTo>
                  <a:cubicBezTo>
                    <a:pt x="2127" y="6"/>
                    <a:pt x="2040" y="0"/>
                    <a:pt x="1954" y="0"/>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1"/>
            <p:cNvSpPr/>
            <p:nvPr/>
          </p:nvSpPr>
          <p:spPr>
            <a:xfrm>
              <a:off x="4122929" y="3443621"/>
              <a:ext cx="69818" cy="69686"/>
            </a:xfrm>
            <a:custGeom>
              <a:rect b="b" l="l" r="r" t="t"/>
              <a:pathLst>
                <a:path extrusionOk="0" h="2657" w="2662">
                  <a:moveTo>
                    <a:pt x="1329" y="0"/>
                  </a:moveTo>
                  <a:cubicBezTo>
                    <a:pt x="598" y="0"/>
                    <a:pt x="1" y="592"/>
                    <a:pt x="1" y="1328"/>
                  </a:cubicBezTo>
                  <a:cubicBezTo>
                    <a:pt x="1" y="2065"/>
                    <a:pt x="598" y="2656"/>
                    <a:pt x="1329" y="2656"/>
                  </a:cubicBezTo>
                  <a:cubicBezTo>
                    <a:pt x="2065" y="2656"/>
                    <a:pt x="2662" y="2065"/>
                    <a:pt x="2662" y="1328"/>
                  </a:cubicBezTo>
                  <a:cubicBezTo>
                    <a:pt x="2662" y="592"/>
                    <a:pt x="2065" y="0"/>
                    <a:pt x="1329"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1"/>
            <p:cNvSpPr/>
            <p:nvPr/>
          </p:nvSpPr>
          <p:spPr>
            <a:xfrm>
              <a:off x="4122929" y="3443463"/>
              <a:ext cx="41675" cy="69870"/>
            </a:xfrm>
            <a:custGeom>
              <a:rect b="b" l="l" r="r" t="t"/>
              <a:pathLst>
                <a:path extrusionOk="0" h="2664" w="1589">
                  <a:moveTo>
                    <a:pt x="1332" y="1"/>
                  </a:moveTo>
                  <a:cubicBezTo>
                    <a:pt x="613" y="1"/>
                    <a:pt x="1" y="581"/>
                    <a:pt x="1" y="1334"/>
                  </a:cubicBezTo>
                  <a:cubicBezTo>
                    <a:pt x="1" y="2083"/>
                    <a:pt x="613" y="2663"/>
                    <a:pt x="1332" y="2663"/>
                  </a:cubicBezTo>
                  <a:cubicBezTo>
                    <a:pt x="1416" y="2663"/>
                    <a:pt x="1502" y="2655"/>
                    <a:pt x="1589" y="2638"/>
                  </a:cubicBezTo>
                  <a:cubicBezTo>
                    <a:pt x="968" y="2513"/>
                    <a:pt x="516" y="1965"/>
                    <a:pt x="516" y="1334"/>
                  </a:cubicBezTo>
                  <a:cubicBezTo>
                    <a:pt x="516" y="699"/>
                    <a:pt x="968" y="151"/>
                    <a:pt x="1589" y="26"/>
                  </a:cubicBezTo>
                  <a:cubicBezTo>
                    <a:pt x="1502" y="9"/>
                    <a:pt x="1416" y="1"/>
                    <a:pt x="1332"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1"/>
            <p:cNvSpPr/>
            <p:nvPr/>
          </p:nvSpPr>
          <p:spPr>
            <a:xfrm>
              <a:off x="4186032" y="3397303"/>
              <a:ext cx="102497" cy="102497"/>
            </a:xfrm>
            <a:custGeom>
              <a:rect b="b" l="l" r="r" t="t"/>
              <a:pathLst>
                <a:path extrusionOk="0" h="3908" w="3908">
                  <a:moveTo>
                    <a:pt x="1954" y="0"/>
                  </a:moveTo>
                  <a:cubicBezTo>
                    <a:pt x="876" y="0"/>
                    <a:pt x="1" y="871"/>
                    <a:pt x="1" y="1954"/>
                  </a:cubicBezTo>
                  <a:cubicBezTo>
                    <a:pt x="1" y="3032"/>
                    <a:pt x="876" y="3908"/>
                    <a:pt x="1954" y="3908"/>
                  </a:cubicBezTo>
                  <a:cubicBezTo>
                    <a:pt x="3032" y="3908"/>
                    <a:pt x="3908" y="3032"/>
                    <a:pt x="3908" y="1954"/>
                  </a:cubicBezTo>
                  <a:cubicBezTo>
                    <a:pt x="3908" y="871"/>
                    <a:pt x="3032" y="0"/>
                    <a:pt x="1954"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1"/>
            <p:cNvSpPr/>
            <p:nvPr/>
          </p:nvSpPr>
          <p:spPr>
            <a:xfrm>
              <a:off x="4185901" y="3397224"/>
              <a:ext cx="57963" cy="102550"/>
            </a:xfrm>
            <a:custGeom>
              <a:rect b="b" l="l" r="r" t="t"/>
              <a:pathLst>
                <a:path extrusionOk="0" h="3910" w="2210">
                  <a:moveTo>
                    <a:pt x="1951" y="1"/>
                  </a:moveTo>
                  <a:cubicBezTo>
                    <a:pt x="891" y="1"/>
                    <a:pt x="1" y="861"/>
                    <a:pt x="1" y="1957"/>
                  </a:cubicBezTo>
                  <a:cubicBezTo>
                    <a:pt x="1" y="3046"/>
                    <a:pt x="888" y="3909"/>
                    <a:pt x="1945" y="3909"/>
                  </a:cubicBezTo>
                  <a:cubicBezTo>
                    <a:pt x="2032" y="3909"/>
                    <a:pt x="2120" y="3903"/>
                    <a:pt x="2210" y="3891"/>
                  </a:cubicBezTo>
                  <a:cubicBezTo>
                    <a:pt x="1238" y="3766"/>
                    <a:pt x="511" y="2939"/>
                    <a:pt x="511" y="1957"/>
                  </a:cubicBezTo>
                  <a:cubicBezTo>
                    <a:pt x="511" y="975"/>
                    <a:pt x="1238" y="143"/>
                    <a:pt x="2210" y="18"/>
                  </a:cubicBezTo>
                  <a:cubicBezTo>
                    <a:pt x="2122" y="6"/>
                    <a:pt x="2036" y="1"/>
                    <a:pt x="195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1"/>
            <p:cNvSpPr/>
            <p:nvPr/>
          </p:nvSpPr>
          <p:spPr>
            <a:xfrm>
              <a:off x="4202451" y="3413590"/>
              <a:ext cx="69818" cy="69818"/>
            </a:xfrm>
            <a:custGeom>
              <a:rect b="b" l="l" r="r" t="t"/>
              <a:pathLst>
                <a:path extrusionOk="0" h="2662" w="2662">
                  <a:moveTo>
                    <a:pt x="1328" y="0"/>
                  </a:moveTo>
                  <a:cubicBezTo>
                    <a:pt x="592" y="0"/>
                    <a:pt x="0" y="597"/>
                    <a:pt x="0" y="1333"/>
                  </a:cubicBezTo>
                  <a:cubicBezTo>
                    <a:pt x="0" y="2064"/>
                    <a:pt x="592" y="2661"/>
                    <a:pt x="1328" y="2661"/>
                  </a:cubicBezTo>
                  <a:cubicBezTo>
                    <a:pt x="2065" y="2661"/>
                    <a:pt x="2661" y="2064"/>
                    <a:pt x="2661" y="1333"/>
                  </a:cubicBezTo>
                  <a:cubicBezTo>
                    <a:pt x="2661" y="597"/>
                    <a:pt x="2065" y="0"/>
                    <a:pt x="1328"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1"/>
            <p:cNvSpPr/>
            <p:nvPr/>
          </p:nvSpPr>
          <p:spPr>
            <a:xfrm>
              <a:off x="4202451" y="3413669"/>
              <a:ext cx="41675" cy="69765"/>
            </a:xfrm>
            <a:custGeom>
              <a:rect b="b" l="l" r="r" t="t"/>
              <a:pathLst>
                <a:path extrusionOk="0" h="2660" w="1589">
                  <a:moveTo>
                    <a:pt x="1326" y="0"/>
                  </a:moveTo>
                  <a:cubicBezTo>
                    <a:pt x="610" y="0"/>
                    <a:pt x="0" y="583"/>
                    <a:pt x="0" y="1330"/>
                  </a:cubicBezTo>
                  <a:cubicBezTo>
                    <a:pt x="0" y="2077"/>
                    <a:pt x="610" y="2660"/>
                    <a:pt x="1326" y="2660"/>
                  </a:cubicBezTo>
                  <a:cubicBezTo>
                    <a:pt x="1412" y="2660"/>
                    <a:pt x="1500" y="2652"/>
                    <a:pt x="1588" y="2634"/>
                  </a:cubicBezTo>
                  <a:cubicBezTo>
                    <a:pt x="963" y="2509"/>
                    <a:pt x="515" y="1965"/>
                    <a:pt x="515" y="1330"/>
                  </a:cubicBezTo>
                  <a:cubicBezTo>
                    <a:pt x="515" y="695"/>
                    <a:pt x="963" y="146"/>
                    <a:pt x="1588" y="26"/>
                  </a:cubicBezTo>
                  <a:cubicBezTo>
                    <a:pt x="1500" y="8"/>
                    <a:pt x="1412" y="0"/>
                    <a:pt x="1326"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1"/>
            <p:cNvSpPr/>
            <p:nvPr/>
          </p:nvSpPr>
          <p:spPr>
            <a:xfrm>
              <a:off x="4006584" y="3568438"/>
              <a:ext cx="115375" cy="129905"/>
            </a:xfrm>
            <a:custGeom>
              <a:rect b="b" l="l" r="r" t="t"/>
              <a:pathLst>
                <a:path extrusionOk="0" h="4953" w="4399">
                  <a:moveTo>
                    <a:pt x="2926" y="0"/>
                  </a:moveTo>
                  <a:lnTo>
                    <a:pt x="207" y="1025"/>
                  </a:lnTo>
                  <a:cubicBezTo>
                    <a:pt x="68" y="1073"/>
                    <a:pt x="0" y="1227"/>
                    <a:pt x="49" y="1367"/>
                  </a:cubicBezTo>
                  <a:lnTo>
                    <a:pt x="1338" y="4778"/>
                  </a:lnTo>
                  <a:cubicBezTo>
                    <a:pt x="1376" y="4887"/>
                    <a:pt x="1481" y="4952"/>
                    <a:pt x="1590" y="4952"/>
                  </a:cubicBezTo>
                  <a:cubicBezTo>
                    <a:pt x="1620" y="4952"/>
                    <a:pt x="1651" y="4947"/>
                    <a:pt x="1680" y="4937"/>
                  </a:cubicBezTo>
                  <a:lnTo>
                    <a:pt x="4398" y="3912"/>
                  </a:lnTo>
                  <a:lnTo>
                    <a:pt x="2926"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1"/>
            <p:cNvSpPr/>
            <p:nvPr/>
          </p:nvSpPr>
          <p:spPr>
            <a:xfrm>
              <a:off x="4038398" y="3656142"/>
              <a:ext cx="83561" cy="42253"/>
            </a:xfrm>
            <a:custGeom>
              <a:rect b="b" l="l" r="r" t="t"/>
              <a:pathLst>
                <a:path extrusionOk="0" h="1611" w="3186">
                  <a:moveTo>
                    <a:pt x="2969" y="0"/>
                  </a:moveTo>
                  <a:lnTo>
                    <a:pt x="2921" y="20"/>
                  </a:lnTo>
                  <a:lnTo>
                    <a:pt x="0" y="1121"/>
                  </a:lnTo>
                  <a:lnTo>
                    <a:pt x="120" y="1439"/>
                  </a:lnTo>
                  <a:cubicBezTo>
                    <a:pt x="161" y="1544"/>
                    <a:pt x="263" y="1610"/>
                    <a:pt x="372" y="1610"/>
                  </a:cubicBezTo>
                  <a:cubicBezTo>
                    <a:pt x="403" y="1610"/>
                    <a:pt x="435" y="1605"/>
                    <a:pt x="467" y="1593"/>
                  </a:cubicBezTo>
                  <a:lnTo>
                    <a:pt x="3185" y="573"/>
                  </a:lnTo>
                  <a:lnTo>
                    <a:pt x="296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1"/>
            <p:cNvSpPr/>
            <p:nvPr/>
          </p:nvSpPr>
          <p:spPr>
            <a:xfrm>
              <a:off x="4118260" y="3509268"/>
              <a:ext cx="224534" cy="138953"/>
            </a:xfrm>
            <a:custGeom>
              <a:rect b="b" l="l" r="r" t="t"/>
              <a:pathLst>
                <a:path extrusionOk="0" h="5298" w="8561">
                  <a:moveTo>
                    <a:pt x="7618" y="1"/>
                  </a:moveTo>
                  <a:cubicBezTo>
                    <a:pt x="7277" y="1"/>
                    <a:pt x="7002" y="274"/>
                    <a:pt x="6968" y="307"/>
                  </a:cubicBezTo>
                  <a:lnTo>
                    <a:pt x="4721" y="2170"/>
                  </a:lnTo>
                  <a:lnTo>
                    <a:pt x="4716" y="2170"/>
                  </a:lnTo>
                  <a:cubicBezTo>
                    <a:pt x="4716" y="2170"/>
                    <a:pt x="4683" y="1530"/>
                    <a:pt x="4004" y="1530"/>
                  </a:cubicBezTo>
                  <a:cubicBezTo>
                    <a:pt x="3450" y="1530"/>
                    <a:pt x="3039" y="1527"/>
                    <a:pt x="2725" y="1527"/>
                  </a:cubicBezTo>
                  <a:cubicBezTo>
                    <a:pt x="1984" y="1527"/>
                    <a:pt x="1780" y="1543"/>
                    <a:pt x="1492" y="1655"/>
                  </a:cubicBezTo>
                  <a:lnTo>
                    <a:pt x="1" y="2271"/>
                  </a:lnTo>
                  <a:lnTo>
                    <a:pt x="1141" y="5297"/>
                  </a:lnTo>
                  <a:cubicBezTo>
                    <a:pt x="2050" y="4922"/>
                    <a:pt x="1984" y="4880"/>
                    <a:pt x="2898" y="4880"/>
                  </a:cubicBezTo>
                  <a:cubicBezTo>
                    <a:pt x="3170" y="4880"/>
                    <a:pt x="3528" y="4883"/>
                    <a:pt x="4023" y="4883"/>
                  </a:cubicBezTo>
                  <a:cubicBezTo>
                    <a:pt x="4509" y="4864"/>
                    <a:pt x="4967" y="4648"/>
                    <a:pt x="5289" y="4287"/>
                  </a:cubicBezTo>
                  <a:lnTo>
                    <a:pt x="8056" y="1318"/>
                  </a:lnTo>
                  <a:cubicBezTo>
                    <a:pt x="8142" y="1217"/>
                    <a:pt x="8561" y="663"/>
                    <a:pt x="8089" y="202"/>
                  </a:cubicBezTo>
                  <a:cubicBezTo>
                    <a:pt x="7930" y="53"/>
                    <a:pt x="7767" y="1"/>
                    <a:pt x="7618" y="1"/>
                  </a:cubicBezTo>
                  <a:close/>
                </a:path>
              </a:pathLst>
            </a:custGeom>
            <a:solidFill>
              <a:srgbClr val="DA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1"/>
            <p:cNvSpPr/>
            <p:nvPr/>
          </p:nvSpPr>
          <p:spPr>
            <a:xfrm>
              <a:off x="4118260" y="3562379"/>
              <a:ext cx="45583" cy="85843"/>
            </a:xfrm>
            <a:custGeom>
              <a:rect b="b" l="l" r="r" t="t"/>
              <a:pathLst>
                <a:path extrusionOk="0" h="3273" w="1738">
                  <a:moveTo>
                    <a:pt x="598" y="0"/>
                  </a:moveTo>
                  <a:lnTo>
                    <a:pt x="1" y="246"/>
                  </a:lnTo>
                  <a:lnTo>
                    <a:pt x="1141" y="3272"/>
                  </a:lnTo>
                  <a:lnTo>
                    <a:pt x="1738" y="3022"/>
                  </a:lnTo>
                  <a:lnTo>
                    <a:pt x="598" y="0"/>
                  </a:ln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1"/>
            <p:cNvSpPr/>
            <p:nvPr/>
          </p:nvSpPr>
          <p:spPr>
            <a:xfrm>
              <a:off x="4082040" y="3558419"/>
              <a:ext cx="70211" cy="113014"/>
            </a:xfrm>
            <a:custGeom>
              <a:rect b="b" l="l" r="r" t="t"/>
              <a:pathLst>
                <a:path extrusionOk="0" h="4309" w="2677">
                  <a:moveTo>
                    <a:pt x="1105" y="0"/>
                  </a:moveTo>
                  <a:cubicBezTo>
                    <a:pt x="1077" y="0"/>
                    <a:pt x="1049" y="5"/>
                    <a:pt x="1021" y="16"/>
                  </a:cubicBezTo>
                  <a:lnTo>
                    <a:pt x="1" y="401"/>
                  </a:lnTo>
                  <a:lnTo>
                    <a:pt x="1473" y="4308"/>
                  </a:lnTo>
                  <a:lnTo>
                    <a:pt x="2493" y="3928"/>
                  </a:lnTo>
                  <a:cubicBezTo>
                    <a:pt x="2618" y="3880"/>
                    <a:pt x="2676" y="3746"/>
                    <a:pt x="2633" y="3620"/>
                  </a:cubicBezTo>
                  <a:lnTo>
                    <a:pt x="1324" y="151"/>
                  </a:lnTo>
                  <a:cubicBezTo>
                    <a:pt x="1287" y="59"/>
                    <a:pt x="1199" y="0"/>
                    <a:pt x="110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1"/>
            <p:cNvSpPr/>
            <p:nvPr/>
          </p:nvSpPr>
          <p:spPr>
            <a:xfrm>
              <a:off x="4115113" y="3643527"/>
              <a:ext cx="37138" cy="28037"/>
            </a:xfrm>
            <a:custGeom>
              <a:rect b="b" l="l" r="r" t="t"/>
              <a:pathLst>
                <a:path extrusionOk="0" h="1069" w="1416">
                  <a:moveTo>
                    <a:pt x="1228" y="0"/>
                  </a:moveTo>
                  <a:cubicBezTo>
                    <a:pt x="1199" y="34"/>
                    <a:pt x="1160" y="63"/>
                    <a:pt x="1117" y="77"/>
                  </a:cubicBezTo>
                  <a:lnTo>
                    <a:pt x="1" y="501"/>
                  </a:lnTo>
                  <a:lnTo>
                    <a:pt x="212" y="1068"/>
                  </a:lnTo>
                  <a:lnTo>
                    <a:pt x="1232" y="683"/>
                  </a:lnTo>
                  <a:cubicBezTo>
                    <a:pt x="1353" y="640"/>
                    <a:pt x="1415" y="501"/>
                    <a:pt x="1372" y="380"/>
                  </a:cubicBezTo>
                  <a:lnTo>
                    <a:pt x="12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1"/>
            <p:cNvSpPr/>
            <p:nvPr/>
          </p:nvSpPr>
          <p:spPr>
            <a:xfrm>
              <a:off x="4143885" y="3454479"/>
              <a:ext cx="27801" cy="47839"/>
            </a:xfrm>
            <a:custGeom>
              <a:rect b="b" l="l" r="r" t="t"/>
              <a:pathLst>
                <a:path extrusionOk="0" h="1824" w="1060">
                  <a:moveTo>
                    <a:pt x="501" y="375"/>
                  </a:moveTo>
                  <a:lnTo>
                    <a:pt x="501" y="707"/>
                  </a:lnTo>
                  <a:cubicBezTo>
                    <a:pt x="366" y="655"/>
                    <a:pt x="323" y="611"/>
                    <a:pt x="323" y="529"/>
                  </a:cubicBezTo>
                  <a:cubicBezTo>
                    <a:pt x="323" y="433"/>
                    <a:pt x="405" y="390"/>
                    <a:pt x="501" y="375"/>
                  </a:cubicBezTo>
                  <a:close/>
                  <a:moveTo>
                    <a:pt x="617" y="1059"/>
                  </a:moveTo>
                  <a:cubicBezTo>
                    <a:pt x="756" y="1121"/>
                    <a:pt x="785" y="1184"/>
                    <a:pt x="785" y="1266"/>
                  </a:cubicBezTo>
                  <a:cubicBezTo>
                    <a:pt x="785" y="1367"/>
                    <a:pt x="718" y="1424"/>
                    <a:pt x="617" y="1444"/>
                  </a:cubicBezTo>
                  <a:lnTo>
                    <a:pt x="617" y="1059"/>
                  </a:lnTo>
                  <a:close/>
                  <a:moveTo>
                    <a:pt x="559" y="0"/>
                  </a:moveTo>
                  <a:cubicBezTo>
                    <a:pt x="525" y="0"/>
                    <a:pt x="482" y="24"/>
                    <a:pt x="482" y="58"/>
                  </a:cubicBezTo>
                  <a:lnTo>
                    <a:pt x="482" y="116"/>
                  </a:lnTo>
                  <a:cubicBezTo>
                    <a:pt x="222" y="154"/>
                    <a:pt x="54" y="294"/>
                    <a:pt x="54" y="553"/>
                  </a:cubicBezTo>
                  <a:cubicBezTo>
                    <a:pt x="54" y="823"/>
                    <a:pt x="251" y="914"/>
                    <a:pt x="482" y="996"/>
                  </a:cubicBezTo>
                  <a:lnTo>
                    <a:pt x="482" y="1439"/>
                  </a:lnTo>
                  <a:cubicBezTo>
                    <a:pt x="366" y="1429"/>
                    <a:pt x="309" y="1381"/>
                    <a:pt x="198" y="1299"/>
                  </a:cubicBezTo>
                  <a:cubicBezTo>
                    <a:pt x="179" y="1282"/>
                    <a:pt x="156" y="1274"/>
                    <a:pt x="134" y="1274"/>
                  </a:cubicBezTo>
                  <a:cubicBezTo>
                    <a:pt x="100" y="1274"/>
                    <a:pt x="66" y="1293"/>
                    <a:pt x="49" y="1328"/>
                  </a:cubicBezTo>
                  <a:cubicBezTo>
                    <a:pt x="1" y="1386"/>
                    <a:pt x="1" y="1468"/>
                    <a:pt x="49" y="1525"/>
                  </a:cubicBezTo>
                  <a:cubicBezTo>
                    <a:pt x="135" y="1641"/>
                    <a:pt x="318" y="1703"/>
                    <a:pt x="487" y="1703"/>
                  </a:cubicBezTo>
                  <a:lnTo>
                    <a:pt x="487" y="1766"/>
                  </a:lnTo>
                  <a:cubicBezTo>
                    <a:pt x="487" y="1800"/>
                    <a:pt x="520" y="1824"/>
                    <a:pt x="559" y="1824"/>
                  </a:cubicBezTo>
                  <a:cubicBezTo>
                    <a:pt x="597" y="1824"/>
                    <a:pt x="636" y="1800"/>
                    <a:pt x="636" y="1766"/>
                  </a:cubicBezTo>
                  <a:lnTo>
                    <a:pt x="636" y="1699"/>
                  </a:lnTo>
                  <a:cubicBezTo>
                    <a:pt x="872" y="1660"/>
                    <a:pt x="1059" y="1511"/>
                    <a:pt x="1059" y="1227"/>
                  </a:cubicBezTo>
                  <a:cubicBezTo>
                    <a:pt x="1054" y="962"/>
                    <a:pt x="886" y="847"/>
                    <a:pt x="636" y="760"/>
                  </a:cubicBezTo>
                  <a:lnTo>
                    <a:pt x="636" y="366"/>
                  </a:lnTo>
                  <a:cubicBezTo>
                    <a:pt x="694" y="371"/>
                    <a:pt x="746" y="385"/>
                    <a:pt x="799" y="414"/>
                  </a:cubicBezTo>
                  <a:cubicBezTo>
                    <a:pt x="824" y="425"/>
                    <a:pt x="862" y="448"/>
                    <a:pt x="901" y="448"/>
                  </a:cubicBezTo>
                  <a:cubicBezTo>
                    <a:pt x="931" y="448"/>
                    <a:pt x="962" y="434"/>
                    <a:pt x="987" y="390"/>
                  </a:cubicBezTo>
                  <a:cubicBezTo>
                    <a:pt x="1030" y="337"/>
                    <a:pt x="1026" y="260"/>
                    <a:pt x="977" y="212"/>
                  </a:cubicBezTo>
                  <a:cubicBezTo>
                    <a:pt x="891" y="140"/>
                    <a:pt x="742" y="120"/>
                    <a:pt x="636" y="120"/>
                  </a:cubicBezTo>
                  <a:lnTo>
                    <a:pt x="636" y="58"/>
                  </a:lnTo>
                  <a:cubicBezTo>
                    <a:pt x="636" y="24"/>
                    <a:pt x="592"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1"/>
            <p:cNvSpPr/>
            <p:nvPr/>
          </p:nvSpPr>
          <p:spPr>
            <a:xfrm>
              <a:off x="4184144" y="3408292"/>
              <a:ext cx="93160" cy="79784"/>
            </a:xfrm>
            <a:custGeom>
              <a:rect b="b" l="l" r="r" t="t"/>
              <a:pathLst>
                <a:path extrusionOk="0" h="3042" w="3552">
                  <a:moveTo>
                    <a:pt x="2025" y="374"/>
                  </a:moveTo>
                  <a:cubicBezTo>
                    <a:pt x="2613" y="374"/>
                    <a:pt x="3176" y="831"/>
                    <a:pt x="3176" y="1521"/>
                  </a:cubicBezTo>
                  <a:cubicBezTo>
                    <a:pt x="3176" y="2151"/>
                    <a:pt x="2666" y="2661"/>
                    <a:pt x="2031" y="2661"/>
                  </a:cubicBezTo>
                  <a:cubicBezTo>
                    <a:pt x="1016" y="2661"/>
                    <a:pt x="506" y="1429"/>
                    <a:pt x="1223" y="712"/>
                  </a:cubicBezTo>
                  <a:cubicBezTo>
                    <a:pt x="1456" y="479"/>
                    <a:pt x="1743" y="374"/>
                    <a:pt x="2025" y="374"/>
                  </a:cubicBezTo>
                  <a:close/>
                  <a:moveTo>
                    <a:pt x="2031" y="0"/>
                  </a:moveTo>
                  <a:cubicBezTo>
                    <a:pt x="679" y="0"/>
                    <a:pt x="1" y="1636"/>
                    <a:pt x="958" y="2594"/>
                  </a:cubicBezTo>
                  <a:cubicBezTo>
                    <a:pt x="1268" y="2903"/>
                    <a:pt x="1648" y="3042"/>
                    <a:pt x="2022" y="3042"/>
                  </a:cubicBezTo>
                  <a:cubicBezTo>
                    <a:pt x="2803" y="3042"/>
                    <a:pt x="3552" y="2435"/>
                    <a:pt x="3552" y="1521"/>
                  </a:cubicBezTo>
                  <a:cubicBezTo>
                    <a:pt x="3552" y="683"/>
                    <a:pt x="2873" y="5"/>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1"/>
            <p:cNvSpPr/>
            <p:nvPr/>
          </p:nvSpPr>
          <p:spPr>
            <a:xfrm>
              <a:off x="4094682" y="3392031"/>
              <a:ext cx="198411" cy="142337"/>
            </a:xfrm>
            <a:custGeom>
              <a:rect b="b" l="l" r="r" t="t"/>
              <a:pathLst>
                <a:path extrusionOk="0" h="5427" w="7565">
                  <a:moveTo>
                    <a:pt x="2414" y="2142"/>
                  </a:moveTo>
                  <a:cubicBezTo>
                    <a:pt x="2786" y="2142"/>
                    <a:pt x="3146" y="2323"/>
                    <a:pt x="3363" y="2651"/>
                  </a:cubicBezTo>
                  <a:cubicBezTo>
                    <a:pt x="3407" y="2814"/>
                    <a:pt x="3465" y="2978"/>
                    <a:pt x="3546" y="3132"/>
                  </a:cubicBezTo>
                  <a:cubicBezTo>
                    <a:pt x="3551" y="3180"/>
                    <a:pt x="3556" y="3233"/>
                    <a:pt x="3556" y="3281"/>
                  </a:cubicBezTo>
                  <a:cubicBezTo>
                    <a:pt x="3556" y="3849"/>
                    <a:pt x="3142" y="4330"/>
                    <a:pt x="2584" y="4416"/>
                  </a:cubicBezTo>
                  <a:cubicBezTo>
                    <a:pt x="2528" y="4425"/>
                    <a:pt x="2473" y="4429"/>
                    <a:pt x="2418" y="4429"/>
                  </a:cubicBezTo>
                  <a:cubicBezTo>
                    <a:pt x="1919" y="4429"/>
                    <a:pt x="1471" y="4103"/>
                    <a:pt x="1323" y="3618"/>
                  </a:cubicBezTo>
                  <a:cubicBezTo>
                    <a:pt x="1155" y="3074"/>
                    <a:pt x="1415" y="2492"/>
                    <a:pt x="1925" y="2251"/>
                  </a:cubicBezTo>
                  <a:cubicBezTo>
                    <a:pt x="2082" y="2178"/>
                    <a:pt x="2249" y="2142"/>
                    <a:pt x="2414" y="2142"/>
                  </a:cubicBezTo>
                  <a:close/>
                  <a:moveTo>
                    <a:pt x="2440" y="1520"/>
                  </a:moveTo>
                  <a:cubicBezTo>
                    <a:pt x="2754" y="1520"/>
                    <a:pt x="3063" y="1611"/>
                    <a:pt x="3335" y="1775"/>
                  </a:cubicBezTo>
                  <a:cubicBezTo>
                    <a:pt x="3315" y="1866"/>
                    <a:pt x="3306" y="1958"/>
                    <a:pt x="3306" y="2054"/>
                  </a:cubicBezTo>
                  <a:cubicBezTo>
                    <a:pt x="3040" y="1861"/>
                    <a:pt x="2727" y="1765"/>
                    <a:pt x="2415" y="1765"/>
                  </a:cubicBezTo>
                  <a:cubicBezTo>
                    <a:pt x="2090" y="1765"/>
                    <a:pt x="1764" y="1869"/>
                    <a:pt x="1492" y="2078"/>
                  </a:cubicBezTo>
                  <a:cubicBezTo>
                    <a:pt x="962" y="2487"/>
                    <a:pt x="760" y="3194"/>
                    <a:pt x="996" y="3820"/>
                  </a:cubicBezTo>
                  <a:cubicBezTo>
                    <a:pt x="1219" y="4411"/>
                    <a:pt x="1786" y="4801"/>
                    <a:pt x="2408" y="4801"/>
                  </a:cubicBezTo>
                  <a:cubicBezTo>
                    <a:pt x="2444" y="4801"/>
                    <a:pt x="2480" y="4799"/>
                    <a:pt x="2517" y="4797"/>
                  </a:cubicBezTo>
                  <a:cubicBezTo>
                    <a:pt x="3185" y="4753"/>
                    <a:pt x="3748" y="4272"/>
                    <a:pt x="3898" y="3618"/>
                  </a:cubicBezTo>
                  <a:cubicBezTo>
                    <a:pt x="3960" y="3685"/>
                    <a:pt x="4027" y="3752"/>
                    <a:pt x="4100" y="3810"/>
                  </a:cubicBezTo>
                  <a:cubicBezTo>
                    <a:pt x="3849" y="4610"/>
                    <a:pt x="3133" y="5048"/>
                    <a:pt x="2409" y="5048"/>
                  </a:cubicBezTo>
                  <a:cubicBezTo>
                    <a:pt x="1882" y="5048"/>
                    <a:pt x="1352" y="4817"/>
                    <a:pt x="991" y="4325"/>
                  </a:cubicBezTo>
                  <a:cubicBezTo>
                    <a:pt x="136" y="3162"/>
                    <a:pt x="965" y="1520"/>
                    <a:pt x="2409" y="1520"/>
                  </a:cubicBezTo>
                  <a:cubicBezTo>
                    <a:pt x="2411" y="1520"/>
                    <a:pt x="2413" y="1520"/>
                    <a:pt x="2416" y="1520"/>
                  </a:cubicBezTo>
                  <a:cubicBezTo>
                    <a:pt x="2424" y="1520"/>
                    <a:pt x="2432" y="1520"/>
                    <a:pt x="2440" y="1520"/>
                  </a:cubicBezTo>
                  <a:close/>
                  <a:moveTo>
                    <a:pt x="5448" y="0"/>
                  </a:moveTo>
                  <a:cubicBezTo>
                    <a:pt x="4553" y="0"/>
                    <a:pt x="3747" y="551"/>
                    <a:pt x="3436" y="1400"/>
                  </a:cubicBezTo>
                  <a:cubicBezTo>
                    <a:pt x="3110" y="1223"/>
                    <a:pt x="2762" y="1141"/>
                    <a:pt x="2422" y="1141"/>
                  </a:cubicBezTo>
                  <a:cubicBezTo>
                    <a:pt x="1482" y="1141"/>
                    <a:pt x="593" y="1767"/>
                    <a:pt x="342" y="2756"/>
                  </a:cubicBezTo>
                  <a:cubicBezTo>
                    <a:pt x="0" y="4109"/>
                    <a:pt x="1015" y="5427"/>
                    <a:pt x="2411" y="5427"/>
                  </a:cubicBezTo>
                  <a:lnTo>
                    <a:pt x="2416" y="5427"/>
                  </a:lnTo>
                  <a:cubicBezTo>
                    <a:pt x="3311" y="5427"/>
                    <a:pt x="4114" y="4869"/>
                    <a:pt x="4427" y="4027"/>
                  </a:cubicBezTo>
                  <a:cubicBezTo>
                    <a:pt x="4746" y="4199"/>
                    <a:pt x="5096" y="4284"/>
                    <a:pt x="5445" y="4284"/>
                  </a:cubicBezTo>
                  <a:cubicBezTo>
                    <a:pt x="5924" y="4284"/>
                    <a:pt x="6400" y="4125"/>
                    <a:pt x="6789" y="3810"/>
                  </a:cubicBezTo>
                  <a:cubicBezTo>
                    <a:pt x="7160" y="3512"/>
                    <a:pt x="7425" y="3093"/>
                    <a:pt x="7530" y="2627"/>
                  </a:cubicBezTo>
                  <a:cubicBezTo>
                    <a:pt x="7564" y="2483"/>
                    <a:pt x="7451" y="2394"/>
                    <a:pt x="7341" y="2394"/>
                  </a:cubicBezTo>
                  <a:cubicBezTo>
                    <a:pt x="7263" y="2394"/>
                    <a:pt x="7187" y="2438"/>
                    <a:pt x="7165" y="2540"/>
                  </a:cubicBezTo>
                  <a:cubicBezTo>
                    <a:pt x="7001" y="3247"/>
                    <a:pt x="6414" y="3786"/>
                    <a:pt x="5697" y="3887"/>
                  </a:cubicBezTo>
                  <a:cubicBezTo>
                    <a:pt x="5612" y="3900"/>
                    <a:pt x="5526" y="3906"/>
                    <a:pt x="5442" y="3906"/>
                  </a:cubicBezTo>
                  <a:cubicBezTo>
                    <a:pt x="4812" y="3906"/>
                    <a:pt x="4221" y="3567"/>
                    <a:pt x="3907" y="3007"/>
                  </a:cubicBezTo>
                  <a:cubicBezTo>
                    <a:pt x="3874" y="2829"/>
                    <a:pt x="3811" y="2660"/>
                    <a:pt x="3715" y="2501"/>
                  </a:cubicBezTo>
                  <a:cubicBezTo>
                    <a:pt x="3517" y="1554"/>
                    <a:pt x="4119" y="625"/>
                    <a:pt x="5062" y="413"/>
                  </a:cubicBezTo>
                  <a:cubicBezTo>
                    <a:pt x="5190" y="385"/>
                    <a:pt x="5317" y="372"/>
                    <a:pt x="5442" y="372"/>
                  </a:cubicBezTo>
                  <a:cubicBezTo>
                    <a:pt x="6248" y="372"/>
                    <a:pt x="6973" y="925"/>
                    <a:pt x="7165" y="1741"/>
                  </a:cubicBezTo>
                  <a:cubicBezTo>
                    <a:pt x="7187" y="1844"/>
                    <a:pt x="7265" y="1889"/>
                    <a:pt x="7344" y="1889"/>
                  </a:cubicBezTo>
                  <a:cubicBezTo>
                    <a:pt x="7453" y="1889"/>
                    <a:pt x="7564" y="1802"/>
                    <a:pt x="7530" y="1659"/>
                  </a:cubicBezTo>
                  <a:cubicBezTo>
                    <a:pt x="7319" y="736"/>
                    <a:pt x="6525" y="62"/>
                    <a:pt x="5582" y="4"/>
                  </a:cubicBezTo>
                  <a:cubicBezTo>
                    <a:pt x="5537" y="1"/>
                    <a:pt x="5493" y="0"/>
                    <a:pt x="54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1"/>
            <p:cNvSpPr/>
            <p:nvPr/>
          </p:nvSpPr>
          <p:spPr>
            <a:xfrm>
              <a:off x="4223643" y="3424685"/>
              <a:ext cx="27408" cy="47734"/>
            </a:xfrm>
            <a:custGeom>
              <a:rect b="b" l="l" r="r" t="t"/>
              <a:pathLst>
                <a:path extrusionOk="0" h="1820" w="1045">
                  <a:moveTo>
                    <a:pt x="491" y="366"/>
                  </a:moveTo>
                  <a:lnTo>
                    <a:pt x="491" y="703"/>
                  </a:lnTo>
                  <a:cubicBezTo>
                    <a:pt x="357" y="650"/>
                    <a:pt x="309" y="607"/>
                    <a:pt x="309" y="525"/>
                  </a:cubicBezTo>
                  <a:cubicBezTo>
                    <a:pt x="309" y="429"/>
                    <a:pt x="390" y="381"/>
                    <a:pt x="491" y="366"/>
                  </a:cubicBezTo>
                  <a:close/>
                  <a:moveTo>
                    <a:pt x="607" y="1054"/>
                  </a:moveTo>
                  <a:cubicBezTo>
                    <a:pt x="746" y="1112"/>
                    <a:pt x="771" y="1179"/>
                    <a:pt x="771" y="1256"/>
                  </a:cubicBezTo>
                  <a:cubicBezTo>
                    <a:pt x="775" y="1362"/>
                    <a:pt x="708" y="1420"/>
                    <a:pt x="607" y="1439"/>
                  </a:cubicBezTo>
                  <a:lnTo>
                    <a:pt x="607" y="1054"/>
                  </a:lnTo>
                  <a:close/>
                  <a:moveTo>
                    <a:pt x="549" y="1"/>
                  </a:moveTo>
                  <a:cubicBezTo>
                    <a:pt x="516" y="1"/>
                    <a:pt x="472" y="20"/>
                    <a:pt x="472" y="53"/>
                  </a:cubicBezTo>
                  <a:lnTo>
                    <a:pt x="472" y="116"/>
                  </a:lnTo>
                  <a:cubicBezTo>
                    <a:pt x="212" y="150"/>
                    <a:pt x="39" y="289"/>
                    <a:pt x="39" y="549"/>
                  </a:cubicBezTo>
                  <a:cubicBezTo>
                    <a:pt x="39" y="828"/>
                    <a:pt x="256" y="915"/>
                    <a:pt x="472" y="997"/>
                  </a:cubicBezTo>
                  <a:lnTo>
                    <a:pt x="472" y="1439"/>
                  </a:lnTo>
                  <a:cubicBezTo>
                    <a:pt x="352" y="1425"/>
                    <a:pt x="294" y="1372"/>
                    <a:pt x="188" y="1295"/>
                  </a:cubicBezTo>
                  <a:cubicBezTo>
                    <a:pt x="166" y="1279"/>
                    <a:pt x="145" y="1272"/>
                    <a:pt x="125" y="1272"/>
                  </a:cubicBezTo>
                  <a:cubicBezTo>
                    <a:pt x="52" y="1272"/>
                    <a:pt x="1" y="1369"/>
                    <a:pt x="1" y="1430"/>
                  </a:cubicBezTo>
                  <a:cubicBezTo>
                    <a:pt x="1" y="1463"/>
                    <a:pt x="15" y="1497"/>
                    <a:pt x="34" y="1521"/>
                  </a:cubicBezTo>
                  <a:cubicBezTo>
                    <a:pt x="121" y="1641"/>
                    <a:pt x="313" y="1704"/>
                    <a:pt x="472" y="1704"/>
                  </a:cubicBezTo>
                  <a:lnTo>
                    <a:pt x="472" y="1762"/>
                  </a:lnTo>
                  <a:cubicBezTo>
                    <a:pt x="472" y="1795"/>
                    <a:pt x="511" y="1819"/>
                    <a:pt x="549" y="1819"/>
                  </a:cubicBezTo>
                  <a:cubicBezTo>
                    <a:pt x="588" y="1819"/>
                    <a:pt x="626" y="1795"/>
                    <a:pt x="626" y="1762"/>
                  </a:cubicBezTo>
                  <a:lnTo>
                    <a:pt x="626" y="1694"/>
                  </a:lnTo>
                  <a:cubicBezTo>
                    <a:pt x="857" y="1661"/>
                    <a:pt x="1045" y="1511"/>
                    <a:pt x="1045" y="1223"/>
                  </a:cubicBezTo>
                  <a:cubicBezTo>
                    <a:pt x="1045" y="953"/>
                    <a:pt x="867" y="838"/>
                    <a:pt x="626" y="751"/>
                  </a:cubicBezTo>
                  <a:lnTo>
                    <a:pt x="626" y="366"/>
                  </a:lnTo>
                  <a:cubicBezTo>
                    <a:pt x="698" y="371"/>
                    <a:pt x="775" y="395"/>
                    <a:pt x="838" y="434"/>
                  </a:cubicBezTo>
                  <a:cubicBezTo>
                    <a:pt x="854" y="442"/>
                    <a:pt x="870" y="446"/>
                    <a:pt x="886" y="446"/>
                  </a:cubicBezTo>
                  <a:cubicBezTo>
                    <a:pt x="925" y="446"/>
                    <a:pt x="961" y="424"/>
                    <a:pt x="977" y="390"/>
                  </a:cubicBezTo>
                  <a:cubicBezTo>
                    <a:pt x="1021" y="333"/>
                    <a:pt x="1016" y="256"/>
                    <a:pt x="968" y="207"/>
                  </a:cubicBezTo>
                  <a:cubicBezTo>
                    <a:pt x="881" y="135"/>
                    <a:pt x="732" y="116"/>
                    <a:pt x="626" y="116"/>
                  </a:cubicBezTo>
                  <a:lnTo>
                    <a:pt x="626" y="53"/>
                  </a:lnTo>
                  <a:cubicBezTo>
                    <a:pt x="626" y="20"/>
                    <a:pt x="583"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1"/>
            <p:cNvSpPr/>
            <p:nvPr/>
          </p:nvSpPr>
          <p:spPr>
            <a:xfrm>
              <a:off x="4001155" y="3504023"/>
              <a:ext cx="345810" cy="199067"/>
            </a:xfrm>
            <a:custGeom>
              <a:rect b="b" l="l" r="r" t="t"/>
              <a:pathLst>
                <a:path extrusionOk="0" h="7590" w="13185">
                  <a:moveTo>
                    <a:pt x="4193" y="2251"/>
                  </a:moveTo>
                  <a:cubicBezTo>
                    <a:pt x="4213" y="2251"/>
                    <a:pt x="4232" y="2264"/>
                    <a:pt x="4240" y="2283"/>
                  </a:cubicBezTo>
                  <a:lnTo>
                    <a:pt x="5544" y="5752"/>
                  </a:lnTo>
                  <a:cubicBezTo>
                    <a:pt x="5553" y="5776"/>
                    <a:pt x="5544" y="5805"/>
                    <a:pt x="5520" y="5815"/>
                  </a:cubicBezTo>
                  <a:lnTo>
                    <a:pt x="4678" y="6127"/>
                  </a:lnTo>
                  <a:lnTo>
                    <a:pt x="3335" y="2572"/>
                  </a:lnTo>
                  <a:lnTo>
                    <a:pt x="4177" y="2254"/>
                  </a:lnTo>
                  <a:cubicBezTo>
                    <a:pt x="4182" y="2252"/>
                    <a:pt x="4188" y="2251"/>
                    <a:pt x="4193" y="2251"/>
                  </a:cubicBezTo>
                  <a:close/>
                  <a:moveTo>
                    <a:pt x="2979" y="2706"/>
                  </a:moveTo>
                  <a:lnTo>
                    <a:pt x="4322" y="6262"/>
                  </a:lnTo>
                  <a:lnTo>
                    <a:pt x="1829" y="7205"/>
                  </a:lnTo>
                  <a:cubicBezTo>
                    <a:pt x="1820" y="7208"/>
                    <a:pt x="1812" y="7210"/>
                    <a:pt x="1803" y="7210"/>
                  </a:cubicBezTo>
                  <a:cubicBezTo>
                    <a:pt x="1770" y="7210"/>
                    <a:pt x="1740" y="7188"/>
                    <a:pt x="1728" y="7157"/>
                  </a:cubicBezTo>
                  <a:lnTo>
                    <a:pt x="438" y="3746"/>
                  </a:lnTo>
                  <a:cubicBezTo>
                    <a:pt x="424" y="3707"/>
                    <a:pt x="443" y="3659"/>
                    <a:pt x="487" y="3645"/>
                  </a:cubicBezTo>
                  <a:lnTo>
                    <a:pt x="2979" y="2706"/>
                  </a:lnTo>
                  <a:close/>
                  <a:moveTo>
                    <a:pt x="12089" y="0"/>
                  </a:moveTo>
                  <a:cubicBezTo>
                    <a:pt x="11799" y="0"/>
                    <a:pt x="11521" y="152"/>
                    <a:pt x="11313" y="349"/>
                  </a:cubicBezTo>
                  <a:lnTo>
                    <a:pt x="9292" y="2023"/>
                  </a:lnTo>
                  <a:cubicBezTo>
                    <a:pt x="9181" y="1778"/>
                    <a:pt x="8936" y="1527"/>
                    <a:pt x="8479" y="1527"/>
                  </a:cubicBezTo>
                  <a:cubicBezTo>
                    <a:pt x="7952" y="1527"/>
                    <a:pt x="7553" y="1525"/>
                    <a:pt x="7241" y="1525"/>
                  </a:cubicBezTo>
                  <a:cubicBezTo>
                    <a:pt x="6440" y="1525"/>
                    <a:pt x="6217" y="1542"/>
                    <a:pt x="5895" y="1667"/>
                  </a:cubicBezTo>
                  <a:lnTo>
                    <a:pt x="5890" y="1667"/>
                  </a:lnTo>
                  <a:lnTo>
                    <a:pt x="4610" y="2196"/>
                  </a:lnTo>
                  <a:lnTo>
                    <a:pt x="4591" y="2148"/>
                  </a:lnTo>
                  <a:cubicBezTo>
                    <a:pt x="4527" y="1976"/>
                    <a:pt x="4365" y="1871"/>
                    <a:pt x="4192" y="1871"/>
                  </a:cubicBezTo>
                  <a:cubicBezTo>
                    <a:pt x="4142" y="1871"/>
                    <a:pt x="4092" y="1880"/>
                    <a:pt x="4042" y="1898"/>
                  </a:cubicBezTo>
                  <a:lnTo>
                    <a:pt x="352" y="3293"/>
                  </a:lnTo>
                  <a:cubicBezTo>
                    <a:pt x="116" y="3385"/>
                    <a:pt x="1" y="3645"/>
                    <a:pt x="87" y="3880"/>
                  </a:cubicBezTo>
                  <a:lnTo>
                    <a:pt x="1372" y="7292"/>
                  </a:lnTo>
                  <a:cubicBezTo>
                    <a:pt x="1443" y="7476"/>
                    <a:pt x="1620" y="7589"/>
                    <a:pt x="1806" y="7589"/>
                  </a:cubicBezTo>
                  <a:cubicBezTo>
                    <a:pt x="1859" y="7589"/>
                    <a:pt x="1912" y="7580"/>
                    <a:pt x="1964" y="7561"/>
                  </a:cubicBezTo>
                  <a:lnTo>
                    <a:pt x="5650" y="6171"/>
                  </a:lnTo>
                  <a:cubicBezTo>
                    <a:pt x="5871" y="6084"/>
                    <a:pt x="5982" y="5839"/>
                    <a:pt x="5900" y="5622"/>
                  </a:cubicBezTo>
                  <a:lnTo>
                    <a:pt x="5881" y="5574"/>
                  </a:lnTo>
                  <a:cubicBezTo>
                    <a:pt x="6549" y="5290"/>
                    <a:pt x="6569" y="5257"/>
                    <a:pt x="7261" y="5257"/>
                  </a:cubicBezTo>
                  <a:cubicBezTo>
                    <a:pt x="7512" y="5257"/>
                    <a:pt x="7512" y="4876"/>
                    <a:pt x="7261" y="4876"/>
                  </a:cubicBezTo>
                  <a:cubicBezTo>
                    <a:pt x="6506" y="4881"/>
                    <a:pt x="6439" y="4929"/>
                    <a:pt x="5751" y="5223"/>
                  </a:cubicBezTo>
                  <a:lnTo>
                    <a:pt x="4745" y="2552"/>
                  </a:lnTo>
                  <a:lnTo>
                    <a:pt x="6034" y="2018"/>
                  </a:lnTo>
                  <a:cubicBezTo>
                    <a:pt x="6297" y="1920"/>
                    <a:pt x="6484" y="1905"/>
                    <a:pt x="7227" y="1905"/>
                  </a:cubicBezTo>
                  <a:cubicBezTo>
                    <a:pt x="7534" y="1905"/>
                    <a:pt x="7937" y="1908"/>
                    <a:pt x="8479" y="1908"/>
                  </a:cubicBezTo>
                  <a:cubicBezTo>
                    <a:pt x="8686" y="1908"/>
                    <a:pt x="8825" y="1980"/>
                    <a:pt x="8917" y="2124"/>
                  </a:cubicBezTo>
                  <a:cubicBezTo>
                    <a:pt x="8960" y="2196"/>
                    <a:pt x="8989" y="2278"/>
                    <a:pt x="8999" y="2365"/>
                  </a:cubicBezTo>
                  <a:cubicBezTo>
                    <a:pt x="8994" y="2437"/>
                    <a:pt x="8946" y="2783"/>
                    <a:pt x="8609" y="2841"/>
                  </a:cubicBezTo>
                  <a:cubicBezTo>
                    <a:pt x="8089" y="2928"/>
                    <a:pt x="6973" y="3086"/>
                    <a:pt x="6963" y="3091"/>
                  </a:cubicBezTo>
                  <a:cubicBezTo>
                    <a:pt x="6726" y="3115"/>
                    <a:pt x="6746" y="3467"/>
                    <a:pt x="6978" y="3467"/>
                  </a:cubicBezTo>
                  <a:cubicBezTo>
                    <a:pt x="6981" y="3467"/>
                    <a:pt x="6984" y="3467"/>
                    <a:pt x="6987" y="3467"/>
                  </a:cubicBezTo>
                  <a:lnTo>
                    <a:pt x="7016" y="3467"/>
                  </a:lnTo>
                  <a:cubicBezTo>
                    <a:pt x="7026" y="3467"/>
                    <a:pt x="8147" y="3303"/>
                    <a:pt x="8671" y="3216"/>
                  </a:cubicBezTo>
                  <a:cubicBezTo>
                    <a:pt x="9152" y="3135"/>
                    <a:pt x="9331" y="2726"/>
                    <a:pt x="9369" y="2461"/>
                  </a:cubicBezTo>
                  <a:lnTo>
                    <a:pt x="11558" y="647"/>
                  </a:lnTo>
                  <a:lnTo>
                    <a:pt x="11563" y="642"/>
                  </a:lnTo>
                  <a:lnTo>
                    <a:pt x="11573" y="632"/>
                  </a:lnTo>
                  <a:cubicBezTo>
                    <a:pt x="11709" y="505"/>
                    <a:pt x="11888" y="385"/>
                    <a:pt x="12080" y="385"/>
                  </a:cubicBezTo>
                  <a:cubicBezTo>
                    <a:pt x="12192" y="385"/>
                    <a:pt x="12309" y="427"/>
                    <a:pt x="12424" y="531"/>
                  </a:cubicBezTo>
                  <a:cubicBezTo>
                    <a:pt x="12781" y="883"/>
                    <a:pt x="12453" y="1301"/>
                    <a:pt x="12381" y="1388"/>
                  </a:cubicBezTo>
                  <a:lnTo>
                    <a:pt x="9619" y="4352"/>
                  </a:lnTo>
                  <a:lnTo>
                    <a:pt x="9614" y="4357"/>
                  </a:lnTo>
                  <a:cubicBezTo>
                    <a:pt x="9225" y="4804"/>
                    <a:pt x="8705" y="4876"/>
                    <a:pt x="8488" y="4886"/>
                  </a:cubicBezTo>
                  <a:lnTo>
                    <a:pt x="8142" y="4886"/>
                  </a:lnTo>
                  <a:cubicBezTo>
                    <a:pt x="7892" y="4886"/>
                    <a:pt x="7892" y="5266"/>
                    <a:pt x="8142" y="5266"/>
                  </a:cubicBezTo>
                  <a:lnTo>
                    <a:pt x="8503" y="5266"/>
                  </a:lnTo>
                  <a:cubicBezTo>
                    <a:pt x="8763" y="5252"/>
                    <a:pt x="9412" y="5165"/>
                    <a:pt x="9898" y="4612"/>
                  </a:cubicBezTo>
                  <a:lnTo>
                    <a:pt x="12665" y="1638"/>
                  </a:lnTo>
                  <a:cubicBezTo>
                    <a:pt x="12906" y="1349"/>
                    <a:pt x="13185" y="743"/>
                    <a:pt x="12689" y="252"/>
                  </a:cubicBezTo>
                  <a:lnTo>
                    <a:pt x="12684" y="248"/>
                  </a:lnTo>
                  <a:cubicBezTo>
                    <a:pt x="12493" y="71"/>
                    <a:pt x="12288" y="0"/>
                    <a:pt x="120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0" name="Google Shape;9970;p81"/>
          <p:cNvGrpSpPr/>
          <p:nvPr/>
        </p:nvGrpSpPr>
        <p:grpSpPr>
          <a:xfrm>
            <a:off x="912027" y="3826385"/>
            <a:ext cx="253699" cy="338571"/>
            <a:chOff x="912027" y="3826385"/>
            <a:chExt cx="253699" cy="338571"/>
          </a:xfrm>
        </p:grpSpPr>
        <p:sp>
          <p:nvSpPr>
            <p:cNvPr id="9971" name="Google Shape;9971;p81"/>
            <p:cNvSpPr/>
            <p:nvPr/>
          </p:nvSpPr>
          <p:spPr>
            <a:xfrm>
              <a:off x="997083" y="3900976"/>
              <a:ext cx="29952" cy="65516"/>
            </a:xfrm>
            <a:custGeom>
              <a:rect b="b" l="l" r="r" t="t"/>
              <a:pathLst>
                <a:path extrusionOk="0" h="2498" w="1142">
                  <a:moveTo>
                    <a:pt x="684" y="0"/>
                  </a:moveTo>
                  <a:cubicBezTo>
                    <a:pt x="309" y="0"/>
                    <a:pt x="1" y="303"/>
                    <a:pt x="1" y="683"/>
                  </a:cubicBezTo>
                  <a:lnTo>
                    <a:pt x="1" y="842"/>
                  </a:lnTo>
                  <a:cubicBezTo>
                    <a:pt x="1" y="1035"/>
                    <a:pt x="35" y="1232"/>
                    <a:pt x="97" y="1415"/>
                  </a:cubicBezTo>
                  <a:lnTo>
                    <a:pt x="458" y="2497"/>
                  </a:lnTo>
                  <a:lnTo>
                    <a:pt x="1141" y="2497"/>
                  </a:lnTo>
                  <a:lnTo>
                    <a:pt x="1141"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1"/>
            <p:cNvSpPr/>
            <p:nvPr/>
          </p:nvSpPr>
          <p:spPr>
            <a:xfrm>
              <a:off x="1009095" y="3895022"/>
              <a:ext cx="71575" cy="71601"/>
            </a:xfrm>
            <a:custGeom>
              <a:rect b="b" l="l" r="r" t="t"/>
              <a:pathLst>
                <a:path extrusionOk="0" h="2730" w="2729">
                  <a:moveTo>
                    <a:pt x="683" y="1"/>
                  </a:moveTo>
                  <a:cubicBezTo>
                    <a:pt x="303" y="1"/>
                    <a:pt x="0" y="304"/>
                    <a:pt x="0" y="684"/>
                  </a:cubicBezTo>
                  <a:cubicBezTo>
                    <a:pt x="0" y="934"/>
                    <a:pt x="202" y="1136"/>
                    <a:pt x="452" y="1136"/>
                  </a:cubicBezTo>
                  <a:lnTo>
                    <a:pt x="2271" y="2729"/>
                  </a:lnTo>
                  <a:lnTo>
                    <a:pt x="2656" y="1382"/>
                  </a:lnTo>
                  <a:cubicBezTo>
                    <a:pt x="2704" y="1218"/>
                    <a:pt x="2728" y="1050"/>
                    <a:pt x="2728" y="881"/>
                  </a:cubicBezTo>
                  <a:lnTo>
                    <a:pt x="2728"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1"/>
            <p:cNvSpPr/>
            <p:nvPr/>
          </p:nvSpPr>
          <p:spPr>
            <a:xfrm>
              <a:off x="1019822" y="3985009"/>
              <a:ext cx="38135" cy="33466"/>
            </a:xfrm>
            <a:custGeom>
              <a:rect b="b" l="l" r="r" t="t"/>
              <a:pathLst>
                <a:path extrusionOk="0" h="1276" w="1454">
                  <a:moveTo>
                    <a:pt x="0" y="1"/>
                  </a:moveTo>
                  <a:lnTo>
                    <a:pt x="0" y="1276"/>
                  </a:lnTo>
                  <a:lnTo>
                    <a:pt x="1453" y="1276"/>
                  </a:lnTo>
                  <a:lnTo>
                    <a:pt x="1453"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1"/>
            <p:cNvSpPr/>
            <p:nvPr/>
          </p:nvSpPr>
          <p:spPr>
            <a:xfrm>
              <a:off x="1019927" y="3985140"/>
              <a:ext cx="38135" cy="20746"/>
            </a:xfrm>
            <a:custGeom>
              <a:rect b="b" l="l" r="r" t="t"/>
              <a:pathLst>
                <a:path extrusionOk="0" h="791" w="1454">
                  <a:moveTo>
                    <a:pt x="1" y="0"/>
                  </a:moveTo>
                  <a:lnTo>
                    <a:pt x="1" y="650"/>
                  </a:lnTo>
                  <a:cubicBezTo>
                    <a:pt x="232" y="744"/>
                    <a:pt x="478" y="791"/>
                    <a:pt x="726" y="791"/>
                  </a:cubicBezTo>
                  <a:cubicBezTo>
                    <a:pt x="973" y="791"/>
                    <a:pt x="1221" y="744"/>
                    <a:pt x="1454" y="650"/>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1"/>
            <p:cNvSpPr/>
            <p:nvPr/>
          </p:nvSpPr>
          <p:spPr>
            <a:xfrm>
              <a:off x="975262" y="4005834"/>
              <a:ext cx="127230" cy="64126"/>
            </a:xfrm>
            <a:custGeom>
              <a:rect b="b" l="l" r="r" t="t"/>
              <a:pathLst>
                <a:path extrusionOk="0" h="2445" w="4851">
                  <a:moveTo>
                    <a:pt x="1699" y="1"/>
                  </a:moveTo>
                  <a:lnTo>
                    <a:pt x="530" y="333"/>
                  </a:lnTo>
                  <a:cubicBezTo>
                    <a:pt x="217" y="424"/>
                    <a:pt x="0" y="708"/>
                    <a:pt x="0" y="1035"/>
                  </a:cubicBezTo>
                  <a:lnTo>
                    <a:pt x="0" y="2445"/>
                  </a:lnTo>
                  <a:lnTo>
                    <a:pt x="4851" y="2445"/>
                  </a:lnTo>
                  <a:lnTo>
                    <a:pt x="4851" y="1035"/>
                  </a:lnTo>
                  <a:cubicBezTo>
                    <a:pt x="4851" y="708"/>
                    <a:pt x="4634" y="424"/>
                    <a:pt x="4321" y="333"/>
                  </a:cubicBezTo>
                  <a:lnTo>
                    <a:pt x="3152" y="1"/>
                  </a:lnTo>
                  <a:lnTo>
                    <a:pt x="2426" y="482"/>
                  </a:lnTo>
                  <a:lnTo>
                    <a:pt x="169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1"/>
            <p:cNvSpPr/>
            <p:nvPr/>
          </p:nvSpPr>
          <p:spPr>
            <a:xfrm>
              <a:off x="1003037" y="3924817"/>
              <a:ext cx="71575" cy="65647"/>
            </a:xfrm>
            <a:custGeom>
              <a:rect b="b" l="l" r="r" t="t"/>
              <a:pathLst>
                <a:path extrusionOk="0" h="2503" w="2729">
                  <a:moveTo>
                    <a:pt x="876" y="0"/>
                  </a:moveTo>
                  <a:cubicBezTo>
                    <a:pt x="751" y="0"/>
                    <a:pt x="630" y="49"/>
                    <a:pt x="544" y="135"/>
                  </a:cubicBezTo>
                  <a:lnTo>
                    <a:pt x="135" y="549"/>
                  </a:lnTo>
                  <a:cubicBezTo>
                    <a:pt x="48" y="631"/>
                    <a:pt x="0" y="751"/>
                    <a:pt x="0" y="871"/>
                  </a:cubicBezTo>
                  <a:lnTo>
                    <a:pt x="0" y="1136"/>
                  </a:lnTo>
                  <a:cubicBezTo>
                    <a:pt x="0" y="1891"/>
                    <a:pt x="611" y="2503"/>
                    <a:pt x="1367" y="2503"/>
                  </a:cubicBezTo>
                  <a:cubicBezTo>
                    <a:pt x="2117" y="2498"/>
                    <a:pt x="2728" y="1891"/>
                    <a:pt x="2728" y="1136"/>
                  </a:cubicBezTo>
                  <a:lnTo>
                    <a:pt x="2728" y="847"/>
                  </a:lnTo>
                  <a:cubicBezTo>
                    <a:pt x="2728" y="727"/>
                    <a:pt x="2680" y="612"/>
                    <a:pt x="2598" y="525"/>
                  </a:cubicBezTo>
                  <a:cubicBezTo>
                    <a:pt x="2247" y="183"/>
                    <a:pt x="1602" y="25"/>
                    <a:pt x="876"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1"/>
            <p:cNvSpPr/>
            <p:nvPr/>
          </p:nvSpPr>
          <p:spPr>
            <a:xfrm>
              <a:off x="1003037" y="3924817"/>
              <a:ext cx="71444" cy="64126"/>
            </a:xfrm>
            <a:custGeom>
              <a:rect b="b" l="l" r="r" t="t"/>
              <a:pathLst>
                <a:path extrusionOk="0" h="2445" w="2724">
                  <a:moveTo>
                    <a:pt x="859" y="0"/>
                  </a:moveTo>
                  <a:cubicBezTo>
                    <a:pt x="745" y="0"/>
                    <a:pt x="631" y="48"/>
                    <a:pt x="549" y="135"/>
                  </a:cubicBezTo>
                  <a:lnTo>
                    <a:pt x="0" y="679"/>
                  </a:lnTo>
                  <a:lnTo>
                    <a:pt x="0" y="1131"/>
                  </a:lnTo>
                  <a:cubicBezTo>
                    <a:pt x="5" y="1742"/>
                    <a:pt x="404" y="2276"/>
                    <a:pt x="986" y="2445"/>
                  </a:cubicBezTo>
                  <a:cubicBezTo>
                    <a:pt x="789" y="2204"/>
                    <a:pt x="683" y="1901"/>
                    <a:pt x="683" y="1588"/>
                  </a:cubicBezTo>
                  <a:lnTo>
                    <a:pt x="683" y="1083"/>
                  </a:lnTo>
                  <a:cubicBezTo>
                    <a:pt x="688" y="829"/>
                    <a:pt x="899" y="630"/>
                    <a:pt x="1147" y="630"/>
                  </a:cubicBezTo>
                  <a:cubicBezTo>
                    <a:pt x="1153" y="630"/>
                    <a:pt x="1159" y="631"/>
                    <a:pt x="1164" y="631"/>
                  </a:cubicBezTo>
                  <a:cubicBezTo>
                    <a:pt x="1569" y="631"/>
                    <a:pt x="2377" y="679"/>
                    <a:pt x="2723" y="934"/>
                  </a:cubicBezTo>
                  <a:cubicBezTo>
                    <a:pt x="2709" y="842"/>
                    <a:pt x="2671" y="592"/>
                    <a:pt x="2598" y="520"/>
                  </a:cubicBezTo>
                  <a:cubicBezTo>
                    <a:pt x="2247" y="178"/>
                    <a:pt x="1607" y="25"/>
                    <a:pt x="876" y="0"/>
                  </a:cubicBezTo>
                  <a:cubicBezTo>
                    <a:pt x="870" y="0"/>
                    <a:pt x="865" y="0"/>
                    <a:pt x="859"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1"/>
            <p:cNvSpPr/>
            <p:nvPr/>
          </p:nvSpPr>
          <p:spPr>
            <a:xfrm>
              <a:off x="916958" y="3831421"/>
              <a:ext cx="243837" cy="328526"/>
            </a:xfrm>
            <a:custGeom>
              <a:rect b="b" l="l" r="r" t="t"/>
              <a:pathLst>
                <a:path extrusionOk="0" h="12526" w="9297">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57" y="1"/>
                  </a:moveTo>
                  <a:cubicBezTo>
                    <a:pt x="4655" y="1"/>
                    <a:pt x="4652" y="1"/>
                    <a:pt x="4649" y="1"/>
                  </a:cubicBezTo>
                  <a:cubicBezTo>
                    <a:pt x="2079" y="1"/>
                    <a:pt x="0" y="2079"/>
                    <a:pt x="0" y="4644"/>
                  </a:cubicBezTo>
                  <a:cubicBezTo>
                    <a:pt x="0" y="9494"/>
                    <a:pt x="4649" y="12526"/>
                    <a:pt x="4649" y="12526"/>
                  </a:cubicBezTo>
                  <a:cubicBezTo>
                    <a:pt x="4649" y="12526"/>
                    <a:pt x="9297" y="9494"/>
                    <a:pt x="9297" y="4644"/>
                  </a:cubicBezTo>
                  <a:cubicBezTo>
                    <a:pt x="9297" y="2078"/>
                    <a:pt x="7218" y="1"/>
                    <a:pt x="4657"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1"/>
            <p:cNvSpPr/>
            <p:nvPr/>
          </p:nvSpPr>
          <p:spPr>
            <a:xfrm>
              <a:off x="916958" y="3831421"/>
              <a:ext cx="231091" cy="328526"/>
            </a:xfrm>
            <a:custGeom>
              <a:rect b="b" l="l" r="r" t="t"/>
              <a:pathLst>
                <a:path extrusionOk="0" h="12526" w="8811">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49" y="1"/>
                  </a:moveTo>
                  <a:cubicBezTo>
                    <a:pt x="2084" y="1"/>
                    <a:pt x="5" y="2079"/>
                    <a:pt x="0" y="4644"/>
                  </a:cubicBezTo>
                  <a:cubicBezTo>
                    <a:pt x="0" y="9494"/>
                    <a:pt x="4649" y="12526"/>
                    <a:pt x="4649" y="12526"/>
                  </a:cubicBezTo>
                  <a:cubicBezTo>
                    <a:pt x="4649" y="12526"/>
                    <a:pt x="3566" y="11044"/>
                    <a:pt x="2916" y="8508"/>
                  </a:cubicBezTo>
                  <a:cubicBezTo>
                    <a:pt x="2892" y="8424"/>
                    <a:pt x="2954" y="8354"/>
                    <a:pt x="3031" y="8354"/>
                  </a:cubicBezTo>
                  <a:cubicBezTo>
                    <a:pt x="3047" y="8354"/>
                    <a:pt x="3063" y="8357"/>
                    <a:pt x="3080" y="8364"/>
                  </a:cubicBezTo>
                  <a:cubicBezTo>
                    <a:pt x="3586" y="8578"/>
                    <a:pt x="4122" y="8683"/>
                    <a:pt x="4655" y="8683"/>
                  </a:cubicBezTo>
                  <a:cubicBezTo>
                    <a:pt x="5500" y="8683"/>
                    <a:pt x="6338" y="8418"/>
                    <a:pt x="7040" y="7902"/>
                  </a:cubicBezTo>
                  <a:cubicBezTo>
                    <a:pt x="8190" y="7060"/>
                    <a:pt x="8811" y="5674"/>
                    <a:pt x="8671" y="4259"/>
                  </a:cubicBezTo>
                  <a:cubicBezTo>
                    <a:pt x="8484" y="2407"/>
                    <a:pt x="7064" y="920"/>
                    <a:pt x="5226" y="646"/>
                  </a:cubicBezTo>
                  <a:cubicBezTo>
                    <a:pt x="5037" y="620"/>
                    <a:pt x="4848" y="607"/>
                    <a:pt x="4658" y="607"/>
                  </a:cubicBezTo>
                  <a:cubicBezTo>
                    <a:pt x="4356" y="607"/>
                    <a:pt x="4054" y="640"/>
                    <a:pt x="3758" y="708"/>
                  </a:cubicBezTo>
                  <a:cubicBezTo>
                    <a:pt x="3748" y="711"/>
                    <a:pt x="3739" y="712"/>
                    <a:pt x="3729" y="712"/>
                  </a:cubicBezTo>
                  <a:cubicBezTo>
                    <a:pt x="3629" y="712"/>
                    <a:pt x="3564" y="581"/>
                    <a:pt x="3648" y="506"/>
                  </a:cubicBezTo>
                  <a:cubicBezTo>
                    <a:pt x="3946" y="184"/>
                    <a:pt x="4288" y="1"/>
                    <a:pt x="464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1"/>
            <p:cNvSpPr/>
            <p:nvPr/>
          </p:nvSpPr>
          <p:spPr>
            <a:xfrm>
              <a:off x="934504" y="3858278"/>
              <a:ext cx="167358" cy="155844"/>
            </a:xfrm>
            <a:custGeom>
              <a:rect b="b" l="l" r="r" t="t"/>
              <a:pathLst>
                <a:path extrusionOk="0" h="5942" w="6381">
                  <a:moveTo>
                    <a:pt x="3983" y="1"/>
                  </a:moveTo>
                  <a:cubicBezTo>
                    <a:pt x="3051" y="1"/>
                    <a:pt x="2124" y="359"/>
                    <a:pt x="1420" y="1060"/>
                  </a:cubicBezTo>
                  <a:cubicBezTo>
                    <a:pt x="121" y="2359"/>
                    <a:pt x="0" y="4424"/>
                    <a:pt x="1136" y="5867"/>
                  </a:cubicBezTo>
                  <a:cubicBezTo>
                    <a:pt x="1177" y="5920"/>
                    <a:pt x="1228" y="5942"/>
                    <a:pt x="1278" y="5942"/>
                  </a:cubicBezTo>
                  <a:cubicBezTo>
                    <a:pt x="1416" y="5942"/>
                    <a:pt x="1546" y="5776"/>
                    <a:pt x="1429" y="5631"/>
                  </a:cubicBezTo>
                  <a:cubicBezTo>
                    <a:pt x="409" y="4342"/>
                    <a:pt x="520" y="2489"/>
                    <a:pt x="1684" y="1330"/>
                  </a:cubicBezTo>
                  <a:cubicBezTo>
                    <a:pt x="2315" y="699"/>
                    <a:pt x="3147" y="377"/>
                    <a:pt x="3982" y="377"/>
                  </a:cubicBezTo>
                  <a:cubicBezTo>
                    <a:pt x="4689" y="377"/>
                    <a:pt x="5398" y="607"/>
                    <a:pt x="5991" y="1075"/>
                  </a:cubicBezTo>
                  <a:cubicBezTo>
                    <a:pt x="6029" y="1105"/>
                    <a:pt x="6069" y="1118"/>
                    <a:pt x="6107" y="1118"/>
                  </a:cubicBezTo>
                  <a:cubicBezTo>
                    <a:pt x="6262" y="1118"/>
                    <a:pt x="6381" y="900"/>
                    <a:pt x="6222" y="776"/>
                  </a:cubicBezTo>
                  <a:cubicBezTo>
                    <a:pt x="5561" y="256"/>
                    <a:pt x="4770" y="1"/>
                    <a:pt x="3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1"/>
            <p:cNvSpPr/>
            <p:nvPr/>
          </p:nvSpPr>
          <p:spPr>
            <a:xfrm>
              <a:off x="912027" y="3826385"/>
              <a:ext cx="253699" cy="338571"/>
            </a:xfrm>
            <a:custGeom>
              <a:rect b="b" l="l" r="r" t="t"/>
              <a:pathLst>
                <a:path extrusionOk="0" h="12909" w="9673">
                  <a:moveTo>
                    <a:pt x="4837" y="380"/>
                  </a:moveTo>
                  <a:cubicBezTo>
                    <a:pt x="7295" y="380"/>
                    <a:pt x="9292" y="2377"/>
                    <a:pt x="9292" y="4841"/>
                  </a:cubicBezTo>
                  <a:cubicBezTo>
                    <a:pt x="9287" y="5943"/>
                    <a:pt x="9047" y="7030"/>
                    <a:pt x="8590" y="8031"/>
                  </a:cubicBezTo>
                  <a:lnTo>
                    <a:pt x="8585" y="8031"/>
                  </a:lnTo>
                  <a:cubicBezTo>
                    <a:pt x="8181" y="8912"/>
                    <a:pt x="7656" y="9734"/>
                    <a:pt x="7021" y="10466"/>
                  </a:cubicBezTo>
                  <a:cubicBezTo>
                    <a:pt x="6376" y="11226"/>
                    <a:pt x="5640" y="11905"/>
                    <a:pt x="4837" y="12492"/>
                  </a:cubicBezTo>
                  <a:cubicBezTo>
                    <a:pt x="4028" y="11909"/>
                    <a:pt x="3297" y="11231"/>
                    <a:pt x="2652" y="10475"/>
                  </a:cubicBezTo>
                  <a:cubicBezTo>
                    <a:pt x="2022" y="9739"/>
                    <a:pt x="1492" y="8921"/>
                    <a:pt x="1083" y="8041"/>
                  </a:cubicBezTo>
                  <a:cubicBezTo>
                    <a:pt x="621" y="7035"/>
                    <a:pt x="381" y="5943"/>
                    <a:pt x="376" y="4841"/>
                  </a:cubicBezTo>
                  <a:cubicBezTo>
                    <a:pt x="376" y="2377"/>
                    <a:pt x="2373" y="380"/>
                    <a:pt x="4837" y="380"/>
                  </a:cubicBezTo>
                  <a:close/>
                  <a:moveTo>
                    <a:pt x="4837" y="0"/>
                  </a:moveTo>
                  <a:cubicBezTo>
                    <a:pt x="2166" y="5"/>
                    <a:pt x="6" y="2170"/>
                    <a:pt x="1" y="4836"/>
                  </a:cubicBezTo>
                  <a:cubicBezTo>
                    <a:pt x="6" y="5996"/>
                    <a:pt x="261" y="7141"/>
                    <a:pt x="747" y="8195"/>
                  </a:cubicBezTo>
                  <a:cubicBezTo>
                    <a:pt x="1165" y="9109"/>
                    <a:pt x="1709" y="9961"/>
                    <a:pt x="2368" y="10721"/>
                  </a:cubicBezTo>
                  <a:cubicBezTo>
                    <a:pt x="3533" y="12087"/>
                    <a:pt x="4683" y="12848"/>
                    <a:pt x="4731" y="12876"/>
                  </a:cubicBezTo>
                  <a:cubicBezTo>
                    <a:pt x="4762" y="12898"/>
                    <a:pt x="4798" y="12909"/>
                    <a:pt x="4834" y="12909"/>
                  </a:cubicBezTo>
                  <a:cubicBezTo>
                    <a:pt x="4870" y="12909"/>
                    <a:pt x="4906" y="12898"/>
                    <a:pt x="4938" y="12876"/>
                  </a:cubicBezTo>
                  <a:cubicBezTo>
                    <a:pt x="4986" y="12848"/>
                    <a:pt x="6136" y="12087"/>
                    <a:pt x="7305" y="10721"/>
                  </a:cubicBezTo>
                  <a:cubicBezTo>
                    <a:pt x="7959" y="9961"/>
                    <a:pt x="8508" y="9109"/>
                    <a:pt x="8927" y="8195"/>
                  </a:cubicBezTo>
                  <a:cubicBezTo>
                    <a:pt x="9413" y="7141"/>
                    <a:pt x="9668" y="5996"/>
                    <a:pt x="9672" y="4836"/>
                  </a:cubicBezTo>
                  <a:cubicBezTo>
                    <a:pt x="9668" y="2166"/>
                    <a:pt x="7502" y="5"/>
                    <a:pt x="48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1"/>
            <p:cNvSpPr/>
            <p:nvPr/>
          </p:nvSpPr>
          <p:spPr>
            <a:xfrm>
              <a:off x="1012741" y="3920306"/>
              <a:ext cx="54606" cy="16812"/>
            </a:xfrm>
            <a:custGeom>
              <a:rect b="b" l="l" r="r" t="t"/>
              <a:pathLst>
                <a:path extrusionOk="0" h="641" w="2082">
                  <a:moveTo>
                    <a:pt x="746" y="1"/>
                  </a:moveTo>
                  <a:cubicBezTo>
                    <a:pt x="566" y="1"/>
                    <a:pt x="366" y="18"/>
                    <a:pt x="150" y="62"/>
                  </a:cubicBezTo>
                  <a:cubicBezTo>
                    <a:pt x="63" y="81"/>
                    <a:pt x="1" y="158"/>
                    <a:pt x="1" y="249"/>
                  </a:cubicBezTo>
                  <a:lnTo>
                    <a:pt x="1" y="452"/>
                  </a:lnTo>
                  <a:cubicBezTo>
                    <a:pt x="1" y="577"/>
                    <a:pt x="94" y="639"/>
                    <a:pt x="188" y="639"/>
                  </a:cubicBezTo>
                  <a:cubicBezTo>
                    <a:pt x="282" y="639"/>
                    <a:pt x="376" y="577"/>
                    <a:pt x="376" y="452"/>
                  </a:cubicBezTo>
                  <a:lnTo>
                    <a:pt x="376" y="408"/>
                  </a:lnTo>
                  <a:cubicBezTo>
                    <a:pt x="496" y="390"/>
                    <a:pt x="617" y="380"/>
                    <a:pt x="738" y="380"/>
                  </a:cubicBezTo>
                  <a:cubicBezTo>
                    <a:pt x="931" y="380"/>
                    <a:pt x="1123" y="404"/>
                    <a:pt x="1309" y="452"/>
                  </a:cubicBezTo>
                  <a:cubicBezTo>
                    <a:pt x="1444" y="485"/>
                    <a:pt x="1579" y="538"/>
                    <a:pt x="1699" y="605"/>
                  </a:cubicBezTo>
                  <a:cubicBezTo>
                    <a:pt x="1736" y="630"/>
                    <a:pt x="1773" y="641"/>
                    <a:pt x="1808" y="641"/>
                  </a:cubicBezTo>
                  <a:cubicBezTo>
                    <a:pt x="1971" y="641"/>
                    <a:pt x="2081" y="408"/>
                    <a:pt x="1911" y="293"/>
                  </a:cubicBezTo>
                  <a:cubicBezTo>
                    <a:pt x="1888" y="277"/>
                    <a:pt x="1465"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1"/>
            <p:cNvSpPr/>
            <p:nvPr/>
          </p:nvSpPr>
          <p:spPr>
            <a:xfrm>
              <a:off x="977648" y="3889987"/>
              <a:ext cx="165600" cy="158335"/>
            </a:xfrm>
            <a:custGeom>
              <a:rect b="b" l="l" r="r" t="t"/>
              <a:pathLst>
                <a:path extrusionOk="0" h="6037" w="6314">
                  <a:moveTo>
                    <a:pt x="3764" y="381"/>
                  </a:moveTo>
                  <a:lnTo>
                    <a:pt x="3764" y="1319"/>
                  </a:lnTo>
                  <a:cubicBezTo>
                    <a:pt x="3764" y="1478"/>
                    <a:pt x="3725" y="1636"/>
                    <a:pt x="3658" y="1776"/>
                  </a:cubicBezTo>
                  <a:lnTo>
                    <a:pt x="3581" y="1925"/>
                  </a:lnTo>
                  <a:cubicBezTo>
                    <a:pt x="3571" y="1954"/>
                    <a:pt x="3562" y="1983"/>
                    <a:pt x="3562" y="2012"/>
                  </a:cubicBezTo>
                  <a:lnTo>
                    <a:pt x="3562" y="2411"/>
                  </a:lnTo>
                  <a:cubicBezTo>
                    <a:pt x="3562" y="3092"/>
                    <a:pt x="3008" y="3639"/>
                    <a:pt x="2336" y="3639"/>
                  </a:cubicBezTo>
                  <a:cubicBezTo>
                    <a:pt x="2324" y="3639"/>
                    <a:pt x="2313" y="3638"/>
                    <a:pt x="2301" y="3638"/>
                  </a:cubicBezTo>
                  <a:cubicBezTo>
                    <a:pt x="1642" y="3619"/>
                    <a:pt x="1108" y="3041"/>
                    <a:pt x="1108" y="2353"/>
                  </a:cubicBezTo>
                  <a:lnTo>
                    <a:pt x="1112" y="2353"/>
                  </a:lnTo>
                  <a:lnTo>
                    <a:pt x="1112" y="2012"/>
                  </a:lnTo>
                  <a:cubicBezTo>
                    <a:pt x="1112" y="1983"/>
                    <a:pt x="1103" y="1949"/>
                    <a:pt x="1093" y="1925"/>
                  </a:cubicBezTo>
                  <a:lnTo>
                    <a:pt x="1016" y="1776"/>
                  </a:lnTo>
                  <a:cubicBezTo>
                    <a:pt x="949" y="1636"/>
                    <a:pt x="910" y="1478"/>
                    <a:pt x="910" y="1319"/>
                  </a:cubicBezTo>
                  <a:cubicBezTo>
                    <a:pt x="910" y="799"/>
                    <a:pt x="1329" y="381"/>
                    <a:pt x="1849" y="381"/>
                  </a:cubicBezTo>
                  <a:close/>
                  <a:moveTo>
                    <a:pt x="1719" y="3888"/>
                  </a:moveTo>
                  <a:cubicBezTo>
                    <a:pt x="1897" y="3965"/>
                    <a:pt x="2089" y="4009"/>
                    <a:pt x="2286" y="4018"/>
                  </a:cubicBezTo>
                  <a:lnTo>
                    <a:pt x="2339" y="4018"/>
                  </a:lnTo>
                  <a:cubicBezTo>
                    <a:pt x="2551" y="4018"/>
                    <a:pt x="2763" y="3975"/>
                    <a:pt x="2955" y="3893"/>
                  </a:cubicBezTo>
                  <a:lnTo>
                    <a:pt x="2955" y="4158"/>
                  </a:lnTo>
                  <a:cubicBezTo>
                    <a:pt x="2955" y="4211"/>
                    <a:pt x="2965" y="4268"/>
                    <a:pt x="2984" y="4321"/>
                  </a:cubicBezTo>
                  <a:lnTo>
                    <a:pt x="2339" y="4803"/>
                  </a:lnTo>
                  <a:lnTo>
                    <a:pt x="1695" y="4321"/>
                  </a:lnTo>
                  <a:cubicBezTo>
                    <a:pt x="1709" y="4268"/>
                    <a:pt x="1719" y="4211"/>
                    <a:pt x="1719" y="4158"/>
                  </a:cubicBezTo>
                  <a:lnTo>
                    <a:pt x="1719" y="3888"/>
                  </a:lnTo>
                  <a:close/>
                  <a:moveTo>
                    <a:pt x="3201" y="4629"/>
                  </a:moveTo>
                  <a:cubicBezTo>
                    <a:pt x="3239" y="4663"/>
                    <a:pt x="3287" y="4692"/>
                    <a:pt x="3340" y="4711"/>
                  </a:cubicBezTo>
                  <a:lnTo>
                    <a:pt x="4240" y="5048"/>
                  </a:lnTo>
                  <a:cubicBezTo>
                    <a:pt x="3735" y="5409"/>
                    <a:pt x="3143" y="5621"/>
                    <a:pt x="2527" y="5654"/>
                  </a:cubicBezTo>
                  <a:lnTo>
                    <a:pt x="2527" y="5135"/>
                  </a:lnTo>
                  <a:lnTo>
                    <a:pt x="3201" y="4629"/>
                  </a:lnTo>
                  <a:close/>
                  <a:moveTo>
                    <a:pt x="1478" y="4634"/>
                  </a:moveTo>
                  <a:lnTo>
                    <a:pt x="2147" y="5135"/>
                  </a:lnTo>
                  <a:lnTo>
                    <a:pt x="2147" y="5659"/>
                  </a:lnTo>
                  <a:cubicBezTo>
                    <a:pt x="1541" y="5621"/>
                    <a:pt x="958" y="5418"/>
                    <a:pt x="463" y="5067"/>
                  </a:cubicBezTo>
                  <a:cubicBezTo>
                    <a:pt x="501" y="5033"/>
                    <a:pt x="545" y="5005"/>
                    <a:pt x="593" y="4985"/>
                  </a:cubicBezTo>
                  <a:lnTo>
                    <a:pt x="598" y="4985"/>
                  </a:lnTo>
                  <a:lnTo>
                    <a:pt x="1334" y="4711"/>
                  </a:lnTo>
                  <a:cubicBezTo>
                    <a:pt x="1387" y="4692"/>
                    <a:pt x="1435" y="4663"/>
                    <a:pt x="1478" y="4634"/>
                  </a:cubicBezTo>
                  <a:close/>
                  <a:moveTo>
                    <a:pt x="1849" y="0"/>
                  </a:moveTo>
                  <a:cubicBezTo>
                    <a:pt x="1122" y="0"/>
                    <a:pt x="525" y="592"/>
                    <a:pt x="530" y="1319"/>
                  </a:cubicBezTo>
                  <a:cubicBezTo>
                    <a:pt x="530" y="1535"/>
                    <a:pt x="578" y="1752"/>
                    <a:pt x="675" y="1944"/>
                  </a:cubicBezTo>
                  <a:lnTo>
                    <a:pt x="732" y="2055"/>
                  </a:lnTo>
                  <a:lnTo>
                    <a:pt x="732" y="2353"/>
                  </a:lnTo>
                  <a:cubicBezTo>
                    <a:pt x="732" y="2854"/>
                    <a:pt x="954" y="3330"/>
                    <a:pt x="1339" y="3653"/>
                  </a:cubicBezTo>
                  <a:lnTo>
                    <a:pt x="1339" y="4158"/>
                  </a:lnTo>
                  <a:cubicBezTo>
                    <a:pt x="1334" y="4244"/>
                    <a:pt x="1281" y="4326"/>
                    <a:pt x="1199" y="4355"/>
                  </a:cubicBezTo>
                  <a:lnTo>
                    <a:pt x="458" y="4634"/>
                  </a:lnTo>
                  <a:cubicBezTo>
                    <a:pt x="270" y="4706"/>
                    <a:pt x="116" y="4851"/>
                    <a:pt x="35" y="5038"/>
                  </a:cubicBezTo>
                  <a:cubicBezTo>
                    <a:pt x="1" y="5115"/>
                    <a:pt x="20" y="5207"/>
                    <a:pt x="87" y="5260"/>
                  </a:cubicBezTo>
                  <a:cubicBezTo>
                    <a:pt x="749" y="5780"/>
                    <a:pt x="1542" y="6037"/>
                    <a:pt x="2331" y="6037"/>
                  </a:cubicBezTo>
                  <a:cubicBezTo>
                    <a:pt x="3263" y="6037"/>
                    <a:pt x="4191" y="5679"/>
                    <a:pt x="4894" y="4976"/>
                  </a:cubicBezTo>
                  <a:cubicBezTo>
                    <a:pt x="6194" y="3677"/>
                    <a:pt x="6314" y="1612"/>
                    <a:pt x="5178" y="169"/>
                  </a:cubicBezTo>
                  <a:cubicBezTo>
                    <a:pt x="5142" y="124"/>
                    <a:pt x="5089" y="101"/>
                    <a:pt x="5034" y="101"/>
                  </a:cubicBezTo>
                  <a:cubicBezTo>
                    <a:pt x="4994" y="101"/>
                    <a:pt x="4953" y="113"/>
                    <a:pt x="4918" y="140"/>
                  </a:cubicBezTo>
                  <a:cubicBezTo>
                    <a:pt x="4837" y="202"/>
                    <a:pt x="4822" y="323"/>
                    <a:pt x="4885" y="405"/>
                  </a:cubicBezTo>
                  <a:cubicBezTo>
                    <a:pt x="5905" y="1694"/>
                    <a:pt x="5799" y="3547"/>
                    <a:pt x="4635" y="4711"/>
                  </a:cubicBezTo>
                  <a:cubicBezTo>
                    <a:pt x="4611" y="4735"/>
                    <a:pt x="4586" y="4754"/>
                    <a:pt x="4562" y="4778"/>
                  </a:cubicBezTo>
                  <a:cubicBezTo>
                    <a:pt x="4524" y="4754"/>
                    <a:pt x="4481" y="4735"/>
                    <a:pt x="4437" y="4716"/>
                  </a:cubicBezTo>
                  <a:lnTo>
                    <a:pt x="3475" y="4355"/>
                  </a:lnTo>
                  <a:cubicBezTo>
                    <a:pt x="3388" y="4326"/>
                    <a:pt x="3335" y="4244"/>
                    <a:pt x="3335" y="4153"/>
                  </a:cubicBezTo>
                  <a:lnTo>
                    <a:pt x="3335" y="3672"/>
                  </a:lnTo>
                  <a:cubicBezTo>
                    <a:pt x="3374" y="3638"/>
                    <a:pt x="3412" y="3604"/>
                    <a:pt x="3456" y="3566"/>
                  </a:cubicBezTo>
                  <a:cubicBezTo>
                    <a:pt x="3768" y="3263"/>
                    <a:pt x="3942" y="2849"/>
                    <a:pt x="3942" y="2416"/>
                  </a:cubicBezTo>
                  <a:lnTo>
                    <a:pt x="3942" y="2055"/>
                  </a:lnTo>
                  <a:lnTo>
                    <a:pt x="3995" y="1944"/>
                  </a:lnTo>
                  <a:cubicBezTo>
                    <a:pt x="4091" y="1752"/>
                    <a:pt x="4144" y="1535"/>
                    <a:pt x="4144" y="1319"/>
                  </a:cubicBezTo>
                  <a:lnTo>
                    <a:pt x="4144" y="188"/>
                  </a:lnTo>
                  <a:cubicBezTo>
                    <a:pt x="4144" y="87"/>
                    <a:pt x="4057" y="0"/>
                    <a:pt x="3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81"/>
          <p:cNvGrpSpPr/>
          <p:nvPr/>
        </p:nvGrpSpPr>
        <p:grpSpPr>
          <a:xfrm>
            <a:off x="1311446" y="3826464"/>
            <a:ext cx="353652" cy="338440"/>
            <a:chOff x="1311446" y="3826464"/>
            <a:chExt cx="353652" cy="338440"/>
          </a:xfrm>
        </p:grpSpPr>
        <p:sp>
          <p:nvSpPr>
            <p:cNvPr id="9985" name="Google Shape;9985;p81"/>
            <p:cNvSpPr/>
            <p:nvPr/>
          </p:nvSpPr>
          <p:spPr>
            <a:xfrm>
              <a:off x="1427424" y="4028415"/>
              <a:ext cx="9127" cy="18962"/>
            </a:xfrm>
            <a:custGeom>
              <a:rect b="b" l="l" r="r" t="t"/>
              <a:pathLst>
                <a:path extrusionOk="0" h="723" w="348">
                  <a:moveTo>
                    <a:pt x="304" y="1"/>
                  </a:moveTo>
                  <a:lnTo>
                    <a:pt x="1" y="304"/>
                  </a:lnTo>
                  <a:cubicBezTo>
                    <a:pt x="102" y="453"/>
                    <a:pt x="217" y="598"/>
                    <a:pt x="347" y="723"/>
                  </a:cubicBezTo>
                  <a:cubicBezTo>
                    <a:pt x="314" y="487"/>
                    <a:pt x="299" y="246"/>
                    <a:pt x="304"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1"/>
            <p:cNvSpPr/>
            <p:nvPr/>
          </p:nvSpPr>
          <p:spPr>
            <a:xfrm>
              <a:off x="1436525" y="3853268"/>
              <a:ext cx="222776" cy="234238"/>
            </a:xfrm>
            <a:custGeom>
              <a:rect b="b" l="l" r="r" t="t"/>
              <a:pathLst>
                <a:path extrusionOk="0" h="8931" w="8494">
                  <a:moveTo>
                    <a:pt x="7401" y="0"/>
                  </a:moveTo>
                  <a:lnTo>
                    <a:pt x="7401" y="0"/>
                  </a:lnTo>
                  <a:cubicBezTo>
                    <a:pt x="7401" y="0"/>
                    <a:pt x="7714" y="2079"/>
                    <a:pt x="6626" y="3171"/>
                  </a:cubicBezTo>
                  <a:lnTo>
                    <a:pt x="3171" y="6626"/>
                  </a:lnTo>
                  <a:cubicBezTo>
                    <a:pt x="2481" y="7317"/>
                    <a:pt x="1396" y="7444"/>
                    <a:pt x="691" y="7444"/>
                  </a:cubicBezTo>
                  <a:cubicBezTo>
                    <a:pt x="281" y="7444"/>
                    <a:pt x="0" y="7401"/>
                    <a:pt x="0" y="7401"/>
                  </a:cubicBezTo>
                  <a:lnTo>
                    <a:pt x="0" y="7401"/>
                  </a:lnTo>
                  <a:cubicBezTo>
                    <a:pt x="342" y="7742"/>
                    <a:pt x="765" y="7992"/>
                    <a:pt x="1232" y="8122"/>
                  </a:cubicBezTo>
                  <a:lnTo>
                    <a:pt x="2041" y="8931"/>
                  </a:lnTo>
                  <a:cubicBezTo>
                    <a:pt x="2729" y="8493"/>
                    <a:pt x="3369" y="7978"/>
                    <a:pt x="3946" y="7401"/>
                  </a:cubicBezTo>
                  <a:lnTo>
                    <a:pt x="7401" y="3946"/>
                  </a:lnTo>
                  <a:cubicBezTo>
                    <a:pt x="8493" y="2858"/>
                    <a:pt x="8493" y="1088"/>
                    <a:pt x="74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1"/>
            <p:cNvSpPr/>
            <p:nvPr/>
          </p:nvSpPr>
          <p:spPr>
            <a:xfrm>
              <a:off x="1415962" y="3831762"/>
              <a:ext cx="234998" cy="227288"/>
            </a:xfrm>
            <a:custGeom>
              <a:rect b="b" l="l" r="r" t="t"/>
              <a:pathLst>
                <a:path extrusionOk="0" h="8666" w="8960">
                  <a:moveTo>
                    <a:pt x="6210" y="1422"/>
                  </a:moveTo>
                  <a:cubicBezTo>
                    <a:pt x="6561" y="1422"/>
                    <a:pt x="6912" y="1556"/>
                    <a:pt x="7179" y="1826"/>
                  </a:cubicBezTo>
                  <a:cubicBezTo>
                    <a:pt x="7713" y="2360"/>
                    <a:pt x="7713" y="3226"/>
                    <a:pt x="7179" y="3765"/>
                  </a:cubicBezTo>
                  <a:lnTo>
                    <a:pt x="7184" y="3765"/>
                  </a:lnTo>
                  <a:lnTo>
                    <a:pt x="5452" y="5497"/>
                  </a:lnTo>
                  <a:lnTo>
                    <a:pt x="5091" y="5589"/>
                  </a:lnTo>
                  <a:lnTo>
                    <a:pt x="3825" y="7124"/>
                  </a:lnTo>
                  <a:lnTo>
                    <a:pt x="3724" y="7220"/>
                  </a:lnTo>
                  <a:cubicBezTo>
                    <a:pt x="3458" y="7486"/>
                    <a:pt x="3108" y="7620"/>
                    <a:pt x="2757" y="7620"/>
                  </a:cubicBezTo>
                  <a:cubicBezTo>
                    <a:pt x="2405" y="7620"/>
                    <a:pt x="2053" y="7485"/>
                    <a:pt x="1785" y="7215"/>
                  </a:cubicBezTo>
                  <a:cubicBezTo>
                    <a:pt x="1251" y="6681"/>
                    <a:pt x="1251" y="5815"/>
                    <a:pt x="1785" y="5281"/>
                  </a:cubicBezTo>
                  <a:lnTo>
                    <a:pt x="5240" y="1826"/>
                  </a:lnTo>
                  <a:cubicBezTo>
                    <a:pt x="5507" y="1556"/>
                    <a:pt x="5858" y="1422"/>
                    <a:pt x="6210" y="1422"/>
                  </a:cubicBezTo>
                  <a:close/>
                  <a:moveTo>
                    <a:pt x="6212" y="1"/>
                  </a:moveTo>
                  <a:cubicBezTo>
                    <a:pt x="5497" y="1"/>
                    <a:pt x="4783" y="274"/>
                    <a:pt x="4239" y="820"/>
                  </a:cubicBezTo>
                  <a:lnTo>
                    <a:pt x="784" y="4275"/>
                  </a:lnTo>
                  <a:lnTo>
                    <a:pt x="0" y="6681"/>
                  </a:lnTo>
                  <a:cubicBezTo>
                    <a:pt x="63" y="7080"/>
                    <a:pt x="217" y="7465"/>
                    <a:pt x="443" y="7802"/>
                  </a:cubicBezTo>
                  <a:lnTo>
                    <a:pt x="481" y="7764"/>
                  </a:lnTo>
                  <a:cubicBezTo>
                    <a:pt x="553" y="7937"/>
                    <a:pt x="654" y="8091"/>
                    <a:pt x="789" y="8221"/>
                  </a:cubicBezTo>
                  <a:cubicBezTo>
                    <a:pt x="1085" y="8520"/>
                    <a:pt x="1497" y="8665"/>
                    <a:pt x="1953" y="8665"/>
                  </a:cubicBezTo>
                  <a:cubicBezTo>
                    <a:pt x="2083" y="8665"/>
                    <a:pt x="2217" y="8653"/>
                    <a:pt x="2353" y="8630"/>
                  </a:cubicBezTo>
                  <a:cubicBezTo>
                    <a:pt x="2959" y="8524"/>
                    <a:pt x="3609" y="8187"/>
                    <a:pt x="4157" y="7638"/>
                  </a:cubicBezTo>
                  <a:lnTo>
                    <a:pt x="7612" y="4184"/>
                  </a:lnTo>
                  <a:cubicBezTo>
                    <a:pt x="8695" y="3096"/>
                    <a:pt x="8960" y="1590"/>
                    <a:pt x="8185" y="820"/>
                  </a:cubicBezTo>
                  <a:cubicBezTo>
                    <a:pt x="7641" y="274"/>
                    <a:pt x="6927" y="1"/>
                    <a:pt x="6212"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1"/>
            <p:cNvSpPr/>
            <p:nvPr/>
          </p:nvSpPr>
          <p:spPr>
            <a:xfrm>
              <a:off x="1536215" y="3943989"/>
              <a:ext cx="22739" cy="54553"/>
            </a:xfrm>
            <a:custGeom>
              <a:rect b="b" l="l" r="r" t="t"/>
              <a:pathLst>
                <a:path extrusionOk="0" h="2080" w="867">
                  <a:moveTo>
                    <a:pt x="150" y="1"/>
                  </a:moveTo>
                  <a:cubicBezTo>
                    <a:pt x="150" y="1"/>
                    <a:pt x="313" y="1074"/>
                    <a:pt x="1" y="2079"/>
                  </a:cubicBezTo>
                  <a:lnTo>
                    <a:pt x="867" y="1218"/>
                  </a:lnTo>
                  <a:cubicBezTo>
                    <a:pt x="737" y="756"/>
                    <a:pt x="491" y="338"/>
                    <a:pt x="1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1"/>
            <p:cNvSpPr/>
            <p:nvPr/>
          </p:nvSpPr>
          <p:spPr>
            <a:xfrm>
              <a:off x="1346040" y="4086352"/>
              <a:ext cx="151726" cy="73253"/>
            </a:xfrm>
            <a:custGeom>
              <a:rect b="b" l="l" r="r" t="t"/>
              <a:pathLst>
                <a:path extrusionOk="0" h="2793" w="5785">
                  <a:moveTo>
                    <a:pt x="4369" y="0"/>
                  </a:moveTo>
                  <a:lnTo>
                    <a:pt x="3171" y="1199"/>
                  </a:lnTo>
                  <a:cubicBezTo>
                    <a:pt x="2478" y="1889"/>
                    <a:pt x="1387" y="2015"/>
                    <a:pt x="683" y="2015"/>
                  </a:cubicBezTo>
                  <a:cubicBezTo>
                    <a:pt x="278" y="2015"/>
                    <a:pt x="0" y="1973"/>
                    <a:pt x="0" y="1973"/>
                  </a:cubicBezTo>
                  <a:lnTo>
                    <a:pt x="0" y="1973"/>
                  </a:lnTo>
                  <a:cubicBezTo>
                    <a:pt x="544" y="2519"/>
                    <a:pt x="1259" y="2792"/>
                    <a:pt x="1973" y="2792"/>
                  </a:cubicBezTo>
                  <a:cubicBezTo>
                    <a:pt x="2688" y="2792"/>
                    <a:pt x="3402" y="2519"/>
                    <a:pt x="3946" y="1973"/>
                  </a:cubicBezTo>
                  <a:lnTo>
                    <a:pt x="5784" y="135"/>
                  </a:lnTo>
                  <a:lnTo>
                    <a:pt x="4369" y="0"/>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1"/>
            <p:cNvSpPr/>
            <p:nvPr/>
          </p:nvSpPr>
          <p:spPr>
            <a:xfrm>
              <a:off x="1460628" y="4043811"/>
              <a:ext cx="82931" cy="46606"/>
            </a:xfrm>
            <a:custGeom>
              <a:rect b="b" l="l" r="r" t="t"/>
              <a:pathLst>
                <a:path extrusionOk="0" h="1777" w="3162">
                  <a:moveTo>
                    <a:pt x="3162" y="1"/>
                  </a:moveTo>
                  <a:lnTo>
                    <a:pt x="3032" y="136"/>
                  </a:lnTo>
                  <a:cubicBezTo>
                    <a:pt x="2504" y="663"/>
                    <a:pt x="1793" y="954"/>
                    <a:pt x="1061" y="954"/>
                  </a:cubicBezTo>
                  <a:cubicBezTo>
                    <a:pt x="939" y="954"/>
                    <a:pt x="816" y="946"/>
                    <a:pt x="693" y="930"/>
                  </a:cubicBezTo>
                  <a:lnTo>
                    <a:pt x="0" y="1622"/>
                  </a:lnTo>
                  <a:cubicBezTo>
                    <a:pt x="338" y="1726"/>
                    <a:pt x="689" y="1776"/>
                    <a:pt x="1041" y="1776"/>
                  </a:cubicBezTo>
                  <a:cubicBezTo>
                    <a:pt x="1166" y="1776"/>
                    <a:pt x="1291" y="1770"/>
                    <a:pt x="1415" y="1757"/>
                  </a:cubicBezTo>
                  <a:lnTo>
                    <a:pt x="3032" y="140"/>
                  </a:lnTo>
                  <a:cubicBezTo>
                    <a:pt x="3080" y="97"/>
                    <a:pt x="3123" y="49"/>
                    <a:pt x="3162" y="1"/>
                  </a:cubicBezTo>
                  <a:close/>
                </a:path>
              </a:pathLst>
            </a:custGeom>
            <a:solidFill>
              <a:srgbClr val="C9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1"/>
            <p:cNvSpPr/>
            <p:nvPr/>
          </p:nvSpPr>
          <p:spPr>
            <a:xfrm>
              <a:off x="1317399" y="3922509"/>
              <a:ext cx="236021" cy="227261"/>
            </a:xfrm>
            <a:custGeom>
              <a:rect b="b" l="l" r="r" t="t"/>
              <a:pathLst>
                <a:path extrusionOk="0" h="8665" w="8999">
                  <a:moveTo>
                    <a:pt x="6520" y="1"/>
                  </a:moveTo>
                  <a:cubicBezTo>
                    <a:pt x="5805" y="1"/>
                    <a:pt x="5091" y="274"/>
                    <a:pt x="4547" y="820"/>
                  </a:cubicBezTo>
                  <a:lnTo>
                    <a:pt x="1092" y="4275"/>
                  </a:lnTo>
                  <a:cubicBezTo>
                    <a:pt x="0" y="5362"/>
                    <a:pt x="0" y="7133"/>
                    <a:pt x="1092" y="8220"/>
                  </a:cubicBezTo>
                  <a:cubicBezTo>
                    <a:pt x="1392" y="8520"/>
                    <a:pt x="1801" y="8665"/>
                    <a:pt x="2256" y="8665"/>
                  </a:cubicBezTo>
                  <a:cubicBezTo>
                    <a:pt x="2386" y="8665"/>
                    <a:pt x="2520" y="8653"/>
                    <a:pt x="2656" y="8629"/>
                  </a:cubicBezTo>
                  <a:cubicBezTo>
                    <a:pt x="3267" y="8523"/>
                    <a:pt x="3912" y="8187"/>
                    <a:pt x="4461" y="7638"/>
                  </a:cubicBezTo>
                  <a:lnTo>
                    <a:pt x="5774" y="6324"/>
                  </a:lnTo>
                  <a:cubicBezTo>
                    <a:pt x="5774" y="6324"/>
                    <a:pt x="5627" y="6121"/>
                    <a:pt x="5248" y="6121"/>
                  </a:cubicBezTo>
                  <a:cubicBezTo>
                    <a:pt x="5210" y="6121"/>
                    <a:pt x="5171" y="6123"/>
                    <a:pt x="5129" y="6127"/>
                  </a:cubicBezTo>
                  <a:lnTo>
                    <a:pt x="4037" y="7219"/>
                  </a:lnTo>
                  <a:cubicBezTo>
                    <a:pt x="3771" y="7486"/>
                    <a:pt x="3422" y="7619"/>
                    <a:pt x="3072" y="7619"/>
                  </a:cubicBezTo>
                  <a:cubicBezTo>
                    <a:pt x="2720" y="7619"/>
                    <a:pt x="2368" y="7485"/>
                    <a:pt x="2098" y="7215"/>
                  </a:cubicBezTo>
                  <a:cubicBezTo>
                    <a:pt x="1564" y="6681"/>
                    <a:pt x="1564" y="5814"/>
                    <a:pt x="2098" y="5280"/>
                  </a:cubicBezTo>
                  <a:lnTo>
                    <a:pt x="5553" y="1825"/>
                  </a:lnTo>
                  <a:cubicBezTo>
                    <a:pt x="5821" y="1557"/>
                    <a:pt x="6172" y="1422"/>
                    <a:pt x="6523" y="1422"/>
                  </a:cubicBezTo>
                  <a:cubicBezTo>
                    <a:pt x="6852" y="1422"/>
                    <a:pt x="7181" y="1540"/>
                    <a:pt x="7444" y="1777"/>
                  </a:cubicBezTo>
                  <a:cubicBezTo>
                    <a:pt x="7983" y="2268"/>
                    <a:pt x="8045" y="3096"/>
                    <a:pt x="7583" y="3664"/>
                  </a:cubicBezTo>
                  <a:lnTo>
                    <a:pt x="8911" y="2336"/>
                  </a:lnTo>
                  <a:cubicBezTo>
                    <a:pt x="8998" y="1744"/>
                    <a:pt x="8868" y="1195"/>
                    <a:pt x="8493" y="820"/>
                  </a:cubicBezTo>
                  <a:cubicBezTo>
                    <a:pt x="7949" y="274"/>
                    <a:pt x="7235" y="1"/>
                    <a:pt x="6520" y="1"/>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1"/>
            <p:cNvSpPr/>
            <p:nvPr/>
          </p:nvSpPr>
          <p:spPr>
            <a:xfrm>
              <a:off x="1451789" y="4066157"/>
              <a:ext cx="36509" cy="22241"/>
            </a:xfrm>
            <a:custGeom>
              <a:rect b="b" l="l" r="r" t="t"/>
              <a:pathLst>
                <a:path extrusionOk="0" h="848" w="1392">
                  <a:moveTo>
                    <a:pt x="650" y="1"/>
                  </a:moveTo>
                  <a:lnTo>
                    <a:pt x="1" y="650"/>
                  </a:lnTo>
                  <a:cubicBezTo>
                    <a:pt x="212" y="737"/>
                    <a:pt x="429" y="804"/>
                    <a:pt x="645" y="847"/>
                  </a:cubicBezTo>
                  <a:lnTo>
                    <a:pt x="1391" y="102"/>
                  </a:lnTo>
                  <a:cubicBezTo>
                    <a:pt x="1141" y="102"/>
                    <a:pt x="891" y="68"/>
                    <a:pt x="6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1"/>
            <p:cNvSpPr/>
            <p:nvPr/>
          </p:nvSpPr>
          <p:spPr>
            <a:xfrm>
              <a:off x="1311446" y="3864389"/>
              <a:ext cx="312265" cy="300515"/>
            </a:xfrm>
            <a:custGeom>
              <a:rect b="b" l="l" r="r" t="t"/>
              <a:pathLst>
                <a:path extrusionOk="0" h="11458" w="11906">
                  <a:moveTo>
                    <a:pt x="10174" y="0"/>
                  </a:moveTo>
                  <a:cubicBezTo>
                    <a:pt x="9782" y="0"/>
                    <a:pt x="9389" y="146"/>
                    <a:pt x="9086" y="437"/>
                  </a:cubicBezTo>
                  <a:lnTo>
                    <a:pt x="7993" y="1525"/>
                  </a:lnTo>
                  <a:cubicBezTo>
                    <a:pt x="7842" y="1673"/>
                    <a:pt x="7980" y="1877"/>
                    <a:pt x="8139" y="1877"/>
                  </a:cubicBezTo>
                  <a:cubicBezTo>
                    <a:pt x="8187" y="1877"/>
                    <a:pt x="8237" y="1858"/>
                    <a:pt x="8282" y="1814"/>
                  </a:cubicBezTo>
                  <a:lnTo>
                    <a:pt x="9374" y="721"/>
                  </a:lnTo>
                  <a:cubicBezTo>
                    <a:pt x="9600" y="502"/>
                    <a:pt x="9892" y="393"/>
                    <a:pt x="10184" y="393"/>
                  </a:cubicBezTo>
                  <a:cubicBezTo>
                    <a:pt x="10483" y="393"/>
                    <a:pt x="10782" y="507"/>
                    <a:pt x="11010" y="736"/>
                  </a:cubicBezTo>
                  <a:cubicBezTo>
                    <a:pt x="11458" y="1183"/>
                    <a:pt x="11463" y="1915"/>
                    <a:pt x="11020" y="2372"/>
                  </a:cubicBezTo>
                  <a:lnTo>
                    <a:pt x="9523" y="3868"/>
                  </a:lnTo>
                  <a:cubicBezTo>
                    <a:pt x="9031" y="2669"/>
                    <a:pt x="7896" y="2006"/>
                    <a:pt x="6741" y="2006"/>
                  </a:cubicBezTo>
                  <a:cubicBezTo>
                    <a:pt x="5988" y="2006"/>
                    <a:pt x="5226" y="2288"/>
                    <a:pt x="4630" y="2887"/>
                  </a:cubicBezTo>
                  <a:lnTo>
                    <a:pt x="1175" y="6341"/>
                  </a:lnTo>
                  <a:cubicBezTo>
                    <a:pt x="1" y="7511"/>
                    <a:pt x="1" y="9411"/>
                    <a:pt x="1175" y="10581"/>
                  </a:cubicBezTo>
                  <a:cubicBezTo>
                    <a:pt x="1760" y="11165"/>
                    <a:pt x="2526" y="11458"/>
                    <a:pt x="3293" y="11458"/>
                  </a:cubicBezTo>
                  <a:cubicBezTo>
                    <a:pt x="4060" y="11458"/>
                    <a:pt x="4827" y="11165"/>
                    <a:pt x="5414" y="10581"/>
                  </a:cubicBezTo>
                  <a:lnTo>
                    <a:pt x="7247" y="8747"/>
                  </a:lnTo>
                  <a:cubicBezTo>
                    <a:pt x="7378" y="8594"/>
                    <a:pt x="7248" y="8400"/>
                    <a:pt x="7093" y="8400"/>
                  </a:cubicBezTo>
                  <a:cubicBezTo>
                    <a:pt x="7048" y="8400"/>
                    <a:pt x="7002" y="8416"/>
                    <a:pt x="6959" y="8454"/>
                  </a:cubicBezTo>
                  <a:lnTo>
                    <a:pt x="6959" y="8459"/>
                  </a:lnTo>
                  <a:lnTo>
                    <a:pt x="5125" y="10292"/>
                  </a:lnTo>
                  <a:cubicBezTo>
                    <a:pt x="4624" y="10774"/>
                    <a:pt x="3977" y="11015"/>
                    <a:pt x="3331" y="11015"/>
                  </a:cubicBezTo>
                  <a:cubicBezTo>
                    <a:pt x="2668" y="11015"/>
                    <a:pt x="2006" y="10762"/>
                    <a:pt x="1502" y="10258"/>
                  </a:cubicBezTo>
                  <a:cubicBezTo>
                    <a:pt x="506" y="9262"/>
                    <a:pt x="487" y="7650"/>
                    <a:pt x="1469" y="6635"/>
                  </a:cubicBezTo>
                  <a:lnTo>
                    <a:pt x="4923" y="3180"/>
                  </a:lnTo>
                  <a:cubicBezTo>
                    <a:pt x="5440" y="2662"/>
                    <a:pt x="6095" y="2420"/>
                    <a:pt x="6742" y="2420"/>
                  </a:cubicBezTo>
                  <a:cubicBezTo>
                    <a:pt x="7795" y="2420"/>
                    <a:pt x="8827" y="3061"/>
                    <a:pt x="9206" y="4191"/>
                  </a:cubicBezTo>
                  <a:lnTo>
                    <a:pt x="7570" y="5827"/>
                  </a:lnTo>
                  <a:cubicBezTo>
                    <a:pt x="7336" y="6060"/>
                    <a:pt x="7040" y="6170"/>
                    <a:pt x="6747" y="6170"/>
                  </a:cubicBezTo>
                  <a:cubicBezTo>
                    <a:pt x="6298" y="6170"/>
                    <a:pt x="5857" y="5911"/>
                    <a:pt x="5664" y="5442"/>
                  </a:cubicBezTo>
                  <a:cubicBezTo>
                    <a:pt x="5625" y="5358"/>
                    <a:pt x="5554" y="5322"/>
                    <a:pt x="5483" y="5322"/>
                  </a:cubicBezTo>
                  <a:cubicBezTo>
                    <a:pt x="5356" y="5322"/>
                    <a:pt x="5229" y="5438"/>
                    <a:pt x="5284" y="5596"/>
                  </a:cubicBezTo>
                  <a:cubicBezTo>
                    <a:pt x="5541" y="6231"/>
                    <a:pt x="6140" y="6581"/>
                    <a:pt x="6749" y="6581"/>
                  </a:cubicBezTo>
                  <a:cubicBezTo>
                    <a:pt x="7145" y="6581"/>
                    <a:pt x="7546" y="6433"/>
                    <a:pt x="7859" y="6120"/>
                  </a:cubicBezTo>
                  <a:lnTo>
                    <a:pt x="9581" y="4398"/>
                  </a:lnTo>
                  <a:lnTo>
                    <a:pt x="11313" y="2665"/>
                  </a:lnTo>
                  <a:cubicBezTo>
                    <a:pt x="11905" y="2045"/>
                    <a:pt x="11891" y="1068"/>
                    <a:pt x="11284" y="462"/>
                  </a:cubicBezTo>
                  <a:cubicBezTo>
                    <a:pt x="10980" y="154"/>
                    <a:pt x="10577" y="0"/>
                    <a:pt x="10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1"/>
            <p:cNvSpPr/>
            <p:nvPr/>
          </p:nvSpPr>
          <p:spPr>
            <a:xfrm>
              <a:off x="1351338" y="3826464"/>
              <a:ext cx="313760" cy="301957"/>
            </a:xfrm>
            <a:custGeom>
              <a:rect b="b" l="l" r="r" t="t"/>
              <a:pathLst>
                <a:path extrusionOk="0" h="11513" w="11963">
                  <a:moveTo>
                    <a:pt x="8677" y="1"/>
                  </a:moveTo>
                  <a:cubicBezTo>
                    <a:pt x="7910" y="1"/>
                    <a:pt x="7143" y="293"/>
                    <a:pt x="6559" y="878"/>
                  </a:cubicBezTo>
                  <a:lnTo>
                    <a:pt x="4721" y="2711"/>
                  </a:lnTo>
                  <a:cubicBezTo>
                    <a:pt x="4569" y="2863"/>
                    <a:pt x="4707" y="3068"/>
                    <a:pt x="4867" y="3068"/>
                  </a:cubicBezTo>
                  <a:cubicBezTo>
                    <a:pt x="4915" y="3068"/>
                    <a:pt x="4965" y="3049"/>
                    <a:pt x="5009" y="3005"/>
                  </a:cubicBezTo>
                  <a:lnTo>
                    <a:pt x="6852" y="1167"/>
                  </a:lnTo>
                  <a:cubicBezTo>
                    <a:pt x="7351" y="682"/>
                    <a:pt x="7996" y="442"/>
                    <a:pt x="8641" y="442"/>
                  </a:cubicBezTo>
                  <a:cubicBezTo>
                    <a:pt x="9303" y="442"/>
                    <a:pt x="9966" y="696"/>
                    <a:pt x="10471" y="1200"/>
                  </a:cubicBezTo>
                  <a:cubicBezTo>
                    <a:pt x="11467" y="2196"/>
                    <a:pt x="11486" y="3808"/>
                    <a:pt x="10509" y="4823"/>
                  </a:cubicBezTo>
                  <a:lnTo>
                    <a:pt x="7054" y="8278"/>
                  </a:lnTo>
                  <a:cubicBezTo>
                    <a:pt x="6537" y="8794"/>
                    <a:pt x="5882" y="9034"/>
                    <a:pt x="5236" y="9034"/>
                  </a:cubicBezTo>
                  <a:cubicBezTo>
                    <a:pt x="4181" y="9034"/>
                    <a:pt x="3148" y="8394"/>
                    <a:pt x="2772" y="7263"/>
                  </a:cubicBezTo>
                  <a:lnTo>
                    <a:pt x="4403" y="5627"/>
                  </a:lnTo>
                  <a:cubicBezTo>
                    <a:pt x="4636" y="5396"/>
                    <a:pt x="4932" y="5287"/>
                    <a:pt x="5224" y="5287"/>
                  </a:cubicBezTo>
                  <a:cubicBezTo>
                    <a:pt x="5674" y="5287"/>
                    <a:pt x="6116" y="5545"/>
                    <a:pt x="6309" y="6012"/>
                  </a:cubicBezTo>
                  <a:cubicBezTo>
                    <a:pt x="6342" y="6112"/>
                    <a:pt x="6418" y="6154"/>
                    <a:pt x="6495" y="6154"/>
                  </a:cubicBezTo>
                  <a:cubicBezTo>
                    <a:pt x="6630" y="6154"/>
                    <a:pt x="6768" y="6026"/>
                    <a:pt x="6689" y="5858"/>
                  </a:cubicBezTo>
                  <a:cubicBezTo>
                    <a:pt x="6432" y="5225"/>
                    <a:pt x="5833" y="4875"/>
                    <a:pt x="5224" y="4875"/>
                  </a:cubicBezTo>
                  <a:cubicBezTo>
                    <a:pt x="4828" y="4875"/>
                    <a:pt x="4427" y="5023"/>
                    <a:pt x="4114" y="5338"/>
                  </a:cubicBezTo>
                  <a:lnTo>
                    <a:pt x="655" y="8793"/>
                  </a:lnTo>
                  <a:cubicBezTo>
                    <a:pt x="15" y="9404"/>
                    <a:pt x="0" y="10424"/>
                    <a:pt x="626" y="11050"/>
                  </a:cubicBezTo>
                  <a:cubicBezTo>
                    <a:pt x="937" y="11358"/>
                    <a:pt x="1342" y="11512"/>
                    <a:pt x="1745" y="11512"/>
                  </a:cubicBezTo>
                  <a:cubicBezTo>
                    <a:pt x="2160" y="11512"/>
                    <a:pt x="2573" y="11350"/>
                    <a:pt x="2883" y="11026"/>
                  </a:cubicBezTo>
                  <a:lnTo>
                    <a:pt x="3975" y="9934"/>
                  </a:lnTo>
                  <a:cubicBezTo>
                    <a:pt x="4122" y="9786"/>
                    <a:pt x="3987" y="9579"/>
                    <a:pt x="3828" y="9579"/>
                  </a:cubicBezTo>
                  <a:cubicBezTo>
                    <a:pt x="3779" y="9579"/>
                    <a:pt x="3728" y="9599"/>
                    <a:pt x="3681" y="9645"/>
                  </a:cubicBezTo>
                  <a:lnTo>
                    <a:pt x="2594" y="10732"/>
                  </a:lnTo>
                  <a:cubicBezTo>
                    <a:pt x="2365" y="10968"/>
                    <a:pt x="2061" y="11086"/>
                    <a:pt x="1756" y="11086"/>
                  </a:cubicBezTo>
                  <a:cubicBezTo>
                    <a:pt x="1458" y="11086"/>
                    <a:pt x="1160" y="10973"/>
                    <a:pt x="934" y="10747"/>
                  </a:cubicBezTo>
                  <a:cubicBezTo>
                    <a:pt x="472" y="10285"/>
                    <a:pt x="477" y="9539"/>
                    <a:pt x="948" y="9087"/>
                  </a:cubicBezTo>
                  <a:lnTo>
                    <a:pt x="2445" y="7585"/>
                  </a:lnTo>
                  <a:cubicBezTo>
                    <a:pt x="2937" y="8785"/>
                    <a:pt x="4072" y="9447"/>
                    <a:pt x="5227" y="9447"/>
                  </a:cubicBezTo>
                  <a:cubicBezTo>
                    <a:pt x="5980" y="9447"/>
                    <a:pt x="6742" y="9165"/>
                    <a:pt x="7338" y="8567"/>
                  </a:cubicBezTo>
                  <a:lnTo>
                    <a:pt x="10793" y="5112"/>
                  </a:lnTo>
                  <a:cubicBezTo>
                    <a:pt x="11962" y="3943"/>
                    <a:pt x="11962" y="2047"/>
                    <a:pt x="10798" y="878"/>
                  </a:cubicBezTo>
                  <a:cubicBezTo>
                    <a:pt x="10211" y="293"/>
                    <a:pt x="9443" y="1"/>
                    <a:pt x="86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81"/>
          <p:cNvGrpSpPr/>
          <p:nvPr/>
        </p:nvGrpSpPr>
        <p:grpSpPr>
          <a:xfrm>
            <a:off x="1768434" y="3826385"/>
            <a:ext cx="345154" cy="338728"/>
            <a:chOff x="1768434" y="3826385"/>
            <a:chExt cx="345154" cy="338728"/>
          </a:xfrm>
        </p:grpSpPr>
        <p:sp>
          <p:nvSpPr>
            <p:cNvPr id="9996" name="Google Shape;9996;p81"/>
            <p:cNvSpPr/>
            <p:nvPr/>
          </p:nvSpPr>
          <p:spPr>
            <a:xfrm>
              <a:off x="1886667" y="3999644"/>
              <a:ext cx="156132" cy="156027"/>
            </a:xfrm>
            <a:custGeom>
              <a:rect b="b" l="l" r="r" t="t"/>
              <a:pathLst>
                <a:path extrusionOk="0" h="5949" w="5953">
                  <a:moveTo>
                    <a:pt x="2099" y="1"/>
                  </a:moveTo>
                  <a:lnTo>
                    <a:pt x="2099" y="1478"/>
                  </a:lnTo>
                  <a:cubicBezTo>
                    <a:pt x="2099" y="1560"/>
                    <a:pt x="2031" y="1627"/>
                    <a:pt x="1950" y="1627"/>
                  </a:cubicBezTo>
                  <a:lnTo>
                    <a:pt x="1483" y="1627"/>
                  </a:lnTo>
                  <a:cubicBezTo>
                    <a:pt x="1430" y="1627"/>
                    <a:pt x="1382" y="1598"/>
                    <a:pt x="1353" y="1555"/>
                  </a:cubicBezTo>
                  <a:cubicBezTo>
                    <a:pt x="1207" y="1308"/>
                    <a:pt x="971" y="1197"/>
                    <a:pt x="736" y="1197"/>
                  </a:cubicBezTo>
                  <a:cubicBezTo>
                    <a:pt x="366" y="1197"/>
                    <a:pt x="1" y="1472"/>
                    <a:pt x="1" y="1925"/>
                  </a:cubicBezTo>
                  <a:cubicBezTo>
                    <a:pt x="1" y="2376"/>
                    <a:pt x="367" y="2652"/>
                    <a:pt x="738" y="2652"/>
                  </a:cubicBezTo>
                  <a:cubicBezTo>
                    <a:pt x="972" y="2652"/>
                    <a:pt x="1208" y="2542"/>
                    <a:pt x="1353" y="2296"/>
                  </a:cubicBezTo>
                  <a:cubicBezTo>
                    <a:pt x="1382" y="2248"/>
                    <a:pt x="1430" y="2224"/>
                    <a:pt x="1483" y="2224"/>
                  </a:cubicBezTo>
                  <a:lnTo>
                    <a:pt x="1950" y="2224"/>
                  </a:lnTo>
                  <a:cubicBezTo>
                    <a:pt x="2031" y="2224"/>
                    <a:pt x="2099" y="2286"/>
                    <a:pt x="2099" y="2373"/>
                  </a:cubicBezTo>
                  <a:lnTo>
                    <a:pt x="2099" y="3850"/>
                  </a:lnTo>
                  <a:lnTo>
                    <a:pt x="3581" y="3850"/>
                  </a:lnTo>
                  <a:cubicBezTo>
                    <a:pt x="3663" y="3850"/>
                    <a:pt x="3730" y="3918"/>
                    <a:pt x="3730" y="3999"/>
                  </a:cubicBezTo>
                  <a:lnTo>
                    <a:pt x="3730" y="4466"/>
                  </a:lnTo>
                  <a:cubicBezTo>
                    <a:pt x="3730" y="4519"/>
                    <a:pt x="3701" y="4572"/>
                    <a:pt x="3658" y="4596"/>
                  </a:cubicBezTo>
                  <a:cubicBezTo>
                    <a:pt x="3023" y="4971"/>
                    <a:pt x="3287" y="5948"/>
                    <a:pt x="4028" y="5948"/>
                  </a:cubicBezTo>
                  <a:cubicBezTo>
                    <a:pt x="4764" y="5948"/>
                    <a:pt x="5034" y="4971"/>
                    <a:pt x="4399" y="4596"/>
                  </a:cubicBezTo>
                  <a:cubicBezTo>
                    <a:pt x="4351" y="4572"/>
                    <a:pt x="4327" y="4519"/>
                    <a:pt x="4322" y="4466"/>
                  </a:cubicBezTo>
                  <a:lnTo>
                    <a:pt x="4322" y="3999"/>
                  </a:lnTo>
                  <a:cubicBezTo>
                    <a:pt x="4327" y="3918"/>
                    <a:pt x="4389" y="3850"/>
                    <a:pt x="4471" y="3850"/>
                  </a:cubicBezTo>
                  <a:lnTo>
                    <a:pt x="5953" y="3850"/>
                  </a:lnTo>
                  <a:lnTo>
                    <a:pt x="5953" y="1"/>
                  </a:lnTo>
                  <a:lnTo>
                    <a:pt x="4620" y="1"/>
                  </a:lnTo>
                  <a:lnTo>
                    <a:pt x="4620" y="237"/>
                  </a:lnTo>
                  <a:lnTo>
                    <a:pt x="4644" y="256"/>
                  </a:lnTo>
                  <a:cubicBezTo>
                    <a:pt x="5428" y="848"/>
                    <a:pt x="5010" y="2099"/>
                    <a:pt x="4023" y="2099"/>
                  </a:cubicBezTo>
                  <a:cubicBezTo>
                    <a:pt x="3042" y="2099"/>
                    <a:pt x="2623" y="848"/>
                    <a:pt x="3408" y="256"/>
                  </a:cubicBezTo>
                  <a:lnTo>
                    <a:pt x="3427" y="237"/>
                  </a:lnTo>
                  <a:lnTo>
                    <a:pt x="3427"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1"/>
            <p:cNvSpPr/>
            <p:nvPr/>
          </p:nvSpPr>
          <p:spPr>
            <a:xfrm>
              <a:off x="1996587" y="3999644"/>
              <a:ext cx="33860" cy="55025"/>
            </a:xfrm>
            <a:custGeom>
              <a:rect b="b" l="l" r="r" t="t"/>
              <a:pathLst>
                <a:path extrusionOk="0" h="2098" w="1291">
                  <a:moveTo>
                    <a:pt x="434" y="1"/>
                  </a:moveTo>
                  <a:lnTo>
                    <a:pt x="434" y="237"/>
                  </a:lnTo>
                  <a:lnTo>
                    <a:pt x="453" y="251"/>
                  </a:lnTo>
                  <a:cubicBezTo>
                    <a:pt x="708" y="448"/>
                    <a:pt x="862" y="751"/>
                    <a:pt x="862" y="1074"/>
                  </a:cubicBezTo>
                  <a:cubicBezTo>
                    <a:pt x="862" y="1574"/>
                    <a:pt x="496" y="2002"/>
                    <a:pt x="1" y="2084"/>
                  </a:cubicBezTo>
                  <a:cubicBezTo>
                    <a:pt x="56" y="2093"/>
                    <a:pt x="111" y="2098"/>
                    <a:pt x="165" y="2098"/>
                  </a:cubicBezTo>
                  <a:cubicBezTo>
                    <a:pt x="568" y="2098"/>
                    <a:pt x="942" y="1855"/>
                    <a:pt x="1108" y="1473"/>
                  </a:cubicBezTo>
                  <a:cubicBezTo>
                    <a:pt x="1290" y="1040"/>
                    <a:pt x="1156" y="535"/>
                    <a:pt x="780" y="251"/>
                  </a:cubicBezTo>
                  <a:lnTo>
                    <a:pt x="761" y="237"/>
                  </a:lnTo>
                  <a:lnTo>
                    <a:pt x="76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1"/>
            <p:cNvSpPr/>
            <p:nvPr/>
          </p:nvSpPr>
          <p:spPr>
            <a:xfrm>
              <a:off x="1937785" y="3999644"/>
              <a:ext cx="12511" cy="42698"/>
            </a:xfrm>
            <a:custGeom>
              <a:rect b="b" l="l" r="r" t="t"/>
              <a:pathLst>
                <a:path extrusionOk="0" h="1628" w="477">
                  <a:moveTo>
                    <a:pt x="150" y="1"/>
                  </a:moveTo>
                  <a:lnTo>
                    <a:pt x="150" y="1478"/>
                  </a:lnTo>
                  <a:cubicBezTo>
                    <a:pt x="150" y="1560"/>
                    <a:pt x="82" y="1627"/>
                    <a:pt x="1" y="1627"/>
                  </a:cubicBezTo>
                  <a:lnTo>
                    <a:pt x="328" y="1627"/>
                  </a:lnTo>
                  <a:cubicBezTo>
                    <a:pt x="410" y="1627"/>
                    <a:pt x="477" y="1560"/>
                    <a:pt x="477" y="1478"/>
                  </a:cubicBezTo>
                  <a:lnTo>
                    <a:pt x="477"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1"/>
            <p:cNvSpPr/>
            <p:nvPr/>
          </p:nvSpPr>
          <p:spPr>
            <a:xfrm>
              <a:off x="1886667" y="4031064"/>
              <a:ext cx="23395" cy="38161"/>
            </a:xfrm>
            <a:custGeom>
              <a:rect b="b" l="l" r="r" t="t"/>
              <a:pathLst>
                <a:path extrusionOk="0" h="1455" w="892">
                  <a:moveTo>
                    <a:pt x="727" y="1"/>
                  </a:moveTo>
                  <a:cubicBezTo>
                    <a:pt x="328" y="1"/>
                    <a:pt x="1" y="323"/>
                    <a:pt x="1" y="727"/>
                  </a:cubicBezTo>
                  <a:cubicBezTo>
                    <a:pt x="1" y="1127"/>
                    <a:pt x="328" y="1454"/>
                    <a:pt x="727" y="1454"/>
                  </a:cubicBezTo>
                  <a:cubicBezTo>
                    <a:pt x="780" y="1454"/>
                    <a:pt x="838" y="1444"/>
                    <a:pt x="891" y="1435"/>
                  </a:cubicBezTo>
                  <a:cubicBezTo>
                    <a:pt x="564" y="1358"/>
                    <a:pt x="328" y="1064"/>
                    <a:pt x="328" y="727"/>
                  </a:cubicBezTo>
                  <a:cubicBezTo>
                    <a:pt x="328" y="391"/>
                    <a:pt x="564" y="97"/>
                    <a:pt x="891" y="20"/>
                  </a:cubicBezTo>
                  <a:cubicBezTo>
                    <a:pt x="838" y="6"/>
                    <a:pt x="780" y="1"/>
                    <a:pt x="727"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1"/>
            <p:cNvSpPr/>
            <p:nvPr/>
          </p:nvSpPr>
          <p:spPr>
            <a:xfrm>
              <a:off x="1970989" y="4100620"/>
              <a:ext cx="25624" cy="55052"/>
            </a:xfrm>
            <a:custGeom>
              <a:rect b="b" l="l" r="r" t="t"/>
              <a:pathLst>
                <a:path extrusionOk="0" h="2099" w="977">
                  <a:moveTo>
                    <a:pt x="366" y="0"/>
                  </a:moveTo>
                  <a:cubicBezTo>
                    <a:pt x="448" y="0"/>
                    <a:pt x="515" y="68"/>
                    <a:pt x="515" y="149"/>
                  </a:cubicBezTo>
                  <a:lnTo>
                    <a:pt x="515" y="616"/>
                  </a:lnTo>
                  <a:cubicBezTo>
                    <a:pt x="515" y="669"/>
                    <a:pt x="486" y="722"/>
                    <a:pt x="443" y="746"/>
                  </a:cubicBezTo>
                  <a:cubicBezTo>
                    <a:pt x="135" y="929"/>
                    <a:pt x="0" y="1309"/>
                    <a:pt x="135" y="1641"/>
                  </a:cubicBezTo>
                  <a:cubicBezTo>
                    <a:pt x="248" y="1924"/>
                    <a:pt x="517" y="2098"/>
                    <a:pt x="809" y="2098"/>
                  </a:cubicBezTo>
                  <a:cubicBezTo>
                    <a:pt x="864" y="2098"/>
                    <a:pt x="921" y="2092"/>
                    <a:pt x="977" y="2079"/>
                  </a:cubicBezTo>
                  <a:cubicBezTo>
                    <a:pt x="645" y="2002"/>
                    <a:pt x="414" y="1708"/>
                    <a:pt x="414" y="1372"/>
                  </a:cubicBezTo>
                  <a:cubicBezTo>
                    <a:pt x="414" y="1116"/>
                    <a:pt x="549" y="881"/>
                    <a:pt x="770" y="746"/>
                  </a:cubicBezTo>
                  <a:cubicBezTo>
                    <a:pt x="813" y="722"/>
                    <a:pt x="842" y="669"/>
                    <a:pt x="842" y="616"/>
                  </a:cubicBezTo>
                  <a:lnTo>
                    <a:pt x="842" y="149"/>
                  </a:lnTo>
                  <a:cubicBezTo>
                    <a:pt x="842" y="68"/>
                    <a:pt x="775" y="0"/>
                    <a:pt x="6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1"/>
            <p:cNvSpPr/>
            <p:nvPr/>
          </p:nvSpPr>
          <p:spPr>
            <a:xfrm>
              <a:off x="1937785" y="4057843"/>
              <a:ext cx="12511" cy="42803"/>
            </a:xfrm>
            <a:custGeom>
              <a:rect b="b" l="l" r="r" t="t"/>
              <a:pathLst>
                <a:path extrusionOk="0" h="1632" w="477">
                  <a:moveTo>
                    <a:pt x="1" y="0"/>
                  </a:moveTo>
                  <a:cubicBezTo>
                    <a:pt x="82" y="0"/>
                    <a:pt x="150" y="67"/>
                    <a:pt x="150" y="154"/>
                  </a:cubicBezTo>
                  <a:lnTo>
                    <a:pt x="150" y="1631"/>
                  </a:lnTo>
                  <a:lnTo>
                    <a:pt x="477" y="1631"/>
                  </a:lnTo>
                  <a:lnTo>
                    <a:pt x="477" y="154"/>
                  </a:lnTo>
                  <a:cubicBezTo>
                    <a:pt x="477" y="67"/>
                    <a:pt x="410" y="0"/>
                    <a:pt x="32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1"/>
            <p:cNvSpPr/>
            <p:nvPr/>
          </p:nvSpPr>
          <p:spPr>
            <a:xfrm>
              <a:off x="1776118" y="3942730"/>
              <a:ext cx="159542" cy="162584"/>
            </a:xfrm>
            <a:custGeom>
              <a:rect b="b" l="l" r="r" t="t"/>
              <a:pathLst>
                <a:path extrusionOk="0" h="6199" w="6083">
                  <a:moveTo>
                    <a:pt x="4091" y="1"/>
                  </a:moveTo>
                  <a:cubicBezTo>
                    <a:pt x="3282" y="1"/>
                    <a:pt x="2989" y="1069"/>
                    <a:pt x="3687" y="1483"/>
                  </a:cubicBezTo>
                  <a:cubicBezTo>
                    <a:pt x="3711" y="1497"/>
                    <a:pt x="3725" y="1521"/>
                    <a:pt x="3725" y="1550"/>
                  </a:cubicBezTo>
                  <a:lnTo>
                    <a:pt x="3725" y="2022"/>
                  </a:lnTo>
                  <a:cubicBezTo>
                    <a:pt x="3725" y="2065"/>
                    <a:pt x="3691" y="2103"/>
                    <a:pt x="3643" y="2103"/>
                  </a:cubicBezTo>
                  <a:lnTo>
                    <a:pt x="2099" y="2103"/>
                  </a:lnTo>
                  <a:lnTo>
                    <a:pt x="2099" y="3648"/>
                  </a:lnTo>
                  <a:cubicBezTo>
                    <a:pt x="2099" y="3691"/>
                    <a:pt x="2060" y="3730"/>
                    <a:pt x="2017" y="3730"/>
                  </a:cubicBezTo>
                  <a:lnTo>
                    <a:pt x="1545" y="3730"/>
                  </a:lnTo>
                  <a:cubicBezTo>
                    <a:pt x="1516" y="3730"/>
                    <a:pt x="1492" y="3715"/>
                    <a:pt x="1478" y="3691"/>
                  </a:cubicBezTo>
                  <a:cubicBezTo>
                    <a:pt x="1317" y="3420"/>
                    <a:pt x="1059" y="3299"/>
                    <a:pt x="803" y="3299"/>
                  </a:cubicBezTo>
                  <a:cubicBezTo>
                    <a:pt x="399" y="3299"/>
                    <a:pt x="1" y="3601"/>
                    <a:pt x="1" y="4095"/>
                  </a:cubicBezTo>
                  <a:cubicBezTo>
                    <a:pt x="1" y="4590"/>
                    <a:pt x="398" y="4890"/>
                    <a:pt x="802" y="4890"/>
                  </a:cubicBezTo>
                  <a:cubicBezTo>
                    <a:pt x="1058" y="4890"/>
                    <a:pt x="1317" y="4769"/>
                    <a:pt x="1478" y="4500"/>
                  </a:cubicBezTo>
                  <a:cubicBezTo>
                    <a:pt x="1492" y="4476"/>
                    <a:pt x="1516" y="4461"/>
                    <a:pt x="1545" y="4461"/>
                  </a:cubicBezTo>
                  <a:lnTo>
                    <a:pt x="2017" y="4461"/>
                  </a:lnTo>
                  <a:cubicBezTo>
                    <a:pt x="2060" y="4461"/>
                    <a:pt x="2099" y="4495"/>
                    <a:pt x="2099" y="4543"/>
                  </a:cubicBezTo>
                  <a:lnTo>
                    <a:pt x="2099" y="6198"/>
                  </a:lnTo>
                  <a:lnTo>
                    <a:pt x="6083" y="6198"/>
                  </a:lnTo>
                  <a:lnTo>
                    <a:pt x="6083" y="4625"/>
                  </a:lnTo>
                  <a:lnTo>
                    <a:pt x="5746" y="4625"/>
                  </a:lnTo>
                  <a:lnTo>
                    <a:pt x="5707" y="4673"/>
                  </a:lnTo>
                  <a:cubicBezTo>
                    <a:pt x="5514" y="4929"/>
                    <a:pt x="5230" y="5053"/>
                    <a:pt x="4947" y="5053"/>
                  </a:cubicBezTo>
                  <a:cubicBezTo>
                    <a:pt x="4602" y="5053"/>
                    <a:pt x="4260" y="4870"/>
                    <a:pt x="4086" y="4519"/>
                  </a:cubicBezTo>
                  <a:cubicBezTo>
                    <a:pt x="3768" y="3884"/>
                    <a:pt x="4230" y="3138"/>
                    <a:pt x="4942" y="3138"/>
                  </a:cubicBezTo>
                  <a:cubicBezTo>
                    <a:pt x="5246" y="3138"/>
                    <a:pt x="5525" y="3277"/>
                    <a:pt x="5707" y="3518"/>
                  </a:cubicBezTo>
                  <a:lnTo>
                    <a:pt x="5746" y="3566"/>
                  </a:lnTo>
                  <a:lnTo>
                    <a:pt x="6083" y="3566"/>
                  </a:lnTo>
                  <a:lnTo>
                    <a:pt x="6083" y="2103"/>
                  </a:lnTo>
                  <a:lnTo>
                    <a:pt x="4538" y="2103"/>
                  </a:lnTo>
                  <a:cubicBezTo>
                    <a:pt x="4490" y="2103"/>
                    <a:pt x="4456" y="2065"/>
                    <a:pt x="4456" y="2022"/>
                  </a:cubicBezTo>
                  <a:lnTo>
                    <a:pt x="4456" y="1550"/>
                  </a:lnTo>
                  <a:cubicBezTo>
                    <a:pt x="4456" y="1521"/>
                    <a:pt x="4471" y="1497"/>
                    <a:pt x="4495" y="1483"/>
                  </a:cubicBezTo>
                  <a:cubicBezTo>
                    <a:pt x="5193" y="1069"/>
                    <a:pt x="4899" y="1"/>
                    <a:pt x="4091"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1"/>
            <p:cNvSpPr/>
            <p:nvPr/>
          </p:nvSpPr>
          <p:spPr>
            <a:xfrm>
              <a:off x="1910666" y="4064006"/>
              <a:ext cx="24995" cy="11252"/>
            </a:xfrm>
            <a:custGeom>
              <a:rect b="b" l="l" r="r" t="t"/>
              <a:pathLst>
                <a:path extrusionOk="0" h="429" w="953">
                  <a:moveTo>
                    <a:pt x="616" y="1"/>
                  </a:moveTo>
                  <a:lnTo>
                    <a:pt x="577" y="49"/>
                  </a:lnTo>
                  <a:cubicBezTo>
                    <a:pt x="438" y="232"/>
                    <a:pt x="231" y="362"/>
                    <a:pt x="0" y="410"/>
                  </a:cubicBezTo>
                  <a:cubicBezTo>
                    <a:pt x="63" y="422"/>
                    <a:pt x="127" y="429"/>
                    <a:pt x="190" y="429"/>
                  </a:cubicBezTo>
                  <a:cubicBezTo>
                    <a:pt x="486" y="429"/>
                    <a:pt x="770" y="292"/>
                    <a:pt x="953" y="54"/>
                  </a:cubicBezTo>
                  <a:lnTo>
                    <a:pt x="953"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1"/>
            <p:cNvSpPr/>
            <p:nvPr/>
          </p:nvSpPr>
          <p:spPr>
            <a:xfrm>
              <a:off x="1860178" y="3942861"/>
              <a:ext cx="28299" cy="55052"/>
            </a:xfrm>
            <a:custGeom>
              <a:rect b="b" l="l" r="r" t="t"/>
              <a:pathLst>
                <a:path extrusionOk="0" h="2099" w="1079">
                  <a:moveTo>
                    <a:pt x="885" y="1"/>
                  </a:moveTo>
                  <a:cubicBezTo>
                    <a:pt x="568" y="1"/>
                    <a:pt x="274" y="191"/>
                    <a:pt x="150" y="491"/>
                  </a:cubicBezTo>
                  <a:cubicBezTo>
                    <a:pt x="0" y="857"/>
                    <a:pt x="140" y="1276"/>
                    <a:pt x="482" y="1478"/>
                  </a:cubicBezTo>
                  <a:cubicBezTo>
                    <a:pt x="506" y="1492"/>
                    <a:pt x="520" y="1521"/>
                    <a:pt x="520" y="1550"/>
                  </a:cubicBezTo>
                  <a:lnTo>
                    <a:pt x="520" y="2017"/>
                  </a:lnTo>
                  <a:cubicBezTo>
                    <a:pt x="520" y="2060"/>
                    <a:pt x="486" y="2098"/>
                    <a:pt x="438" y="2098"/>
                  </a:cubicBezTo>
                  <a:lnTo>
                    <a:pt x="818" y="2098"/>
                  </a:lnTo>
                  <a:cubicBezTo>
                    <a:pt x="866" y="2098"/>
                    <a:pt x="900" y="2060"/>
                    <a:pt x="900" y="2017"/>
                  </a:cubicBezTo>
                  <a:lnTo>
                    <a:pt x="900" y="1550"/>
                  </a:lnTo>
                  <a:cubicBezTo>
                    <a:pt x="900" y="1521"/>
                    <a:pt x="886" y="1492"/>
                    <a:pt x="862" y="1478"/>
                  </a:cubicBezTo>
                  <a:cubicBezTo>
                    <a:pt x="251" y="1117"/>
                    <a:pt x="385" y="193"/>
                    <a:pt x="1078" y="25"/>
                  </a:cubicBezTo>
                  <a:cubicBezTo>
                    <a:pt x="1014" y="8"/>
                    <a:pt x="949" y="1"/>
                    <a:pt x="885"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1"/>
            <p:cNvSpPr/>
            <p:nvPr/>
          </p:nvSpPr>
          <p:spPr>
            <a:xfrm>
              <a:off x="1910666" y="4024980"/>
              <a:ext cx="24995" cy="11304"/>
            </a:xfrm>
            <a:custGeom>
              <a:rect b="b" l="l" r="r" t="t"/>
              <a:pathLst>
                <a:path extrusionOk="0" h="431" w="953">
                  <a:moveTo>
                    <a:pt x="198" y="0"/>
                  </a:moveTo>
                  <a:cubicBezTo>
                    <a:pt x="132" y="0"/>
                    <a:pt x="66" y="7"/>
                    <a:pt x="0" y="21"/>
                  </a:cubicBezTo>
                  <a:cubicBezTo>
                    <a:pt x="231" y="65"/>
                    <a:pt x="433" y="194"/>
                    <a:pt x="577" y="382"/>
                  </a:cubicBezTo>
                  <a:lnTo>
                    <a:pt x="616" y="430"/>
                  </a:lnTo>
                  <a:lnTo>
                    <a:pt x="953" y="430"/>
                  </a:lnTo>
                  <a:lnTo>
                    <a:pt x="953" y="372"/>
                  </a:lnTo>
                  <a:cubicBezTo>
                    <a:pt x="772" y="137"/>
                    <a:pt x="492" y="0"/>
                    <a:pt x="19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1"/>
            <p:cNvSpPr/>
            <p:nvPr/>
          </p:nvSpPr>
          <p:spPr>
            <a:xfrm>
              <a:off x="1828993" y="4059731"/>
              <a:ext cx="12143" cy="42672"/>
            </a:xfrm>
            <a:custGeom>
              <a:rect b="b" l="l" r="r" t="t"/>
              <a:pathLst>
                <a:path extrusionOk="0" h="1627" w="463">
                  <a:moveTo>
                    <a:pt x="1" y="0"/>
                  </a:moveTo>
                  <a:cubicBezTo>
                    <a:pt x="44" y="0"/>
                    <a:pt x="83" y="34"/>
                    <a:pt x="83" y="82"/>
                  </a:cubicBezTo>
                  <a:lnTo>
                    <a:pt x="83" y="1627"/>
                  </a:lnTo>
                  <a:lnTo>
                    <a:pt x="463" y="1627"/>
                  </a:lnTo>
                  <a:lnTo>
                    <a:pt x="463" y="82"/>
                  </a:lnTo>
                  <a:cubicBezTo>
                    <a:pt x="463" y="34"/>
                    <a:pt x="429" y="0"/>
                    <a:pt x="38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1"/>
            <p:cNvSpPr/>
            <p:nvPr/>
          </p:nvSpPr>
          <p:spPr>
            <a:xfrm>
              <a:off x="1775987" y="4029307"/>
              <a:ext cx="25913" cy="41675"/>
            </a:xfrm>
            <a:custGeom>
              <a:rect b="b" l="l" r="r" t="t"/>
              <a:pathLst>
                <a:path extrusionOk="0" h="1589" w="988">
                  <a:moveTo>
                    <a:pt x="800" y="1"/>
                  </a:moveTo>
                  <a:cubicBezTo>
                    <a:pt x="357" y="1"/>
                    <a:pt x="1" y="357"/>
                    <a:pt x="1" y="794"/>
                  </a:cubicBezTo>
                  <a:cubicBezTo>
                    <a:pt x="1" y="1232"/>
                    <a:pt x="357" y="1588"/>
                    <a:pt x="800" y="1588"/>
                  </a:cubicBezTo>
                  <a:cubicBezTo>
                    <a:pt x="862" y="1588"/>
                    <a:pt x="925" y="1579"/>
                    <a:pt x="987" y="1564"/>
                  </a:cubicBezTo>
                  <a:cubicBezTo>
                    <a:pt x="631" y="1478"/>
                    <a:pt x="386" y="1155"/>
                    <a:pt x="386" y="794"/>
                  </a:cubicBezTo>
                  <a:cubicBezTo>
                    <a:pt x="386" y="429"/>
                    <a:pt x="631" y="111"/>
                    <a:pt x="987" y="25"/>
                  </a:cubicBezTo>
                  <a:cubicBezTo>
                    <a:pt x="925" y="5"/>
                    <a:pt x="862" y="1"/>
                    <a:pt x="800"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1"/>
            <p:cNvSpPr/>
            <p:nvPr/>
          </p:nvSpPr>
          <p:spPr>
            <a:xfrm>
              <a:off x="1828993" y="3997887"/>
              <a:ext cx="12143" cy="42672"/>
            </a:xfrm>
            <a:custGeom>
              <a:rect b="b" l="l" r="r" t="t"/>
              <a:pathLst>
                <a:path extrusionOk="0" h="1627" w="463">
                  <a:moveTo>
                    <a:pt x="83" y="0"/>
                  </a:moveTo>
                  <a:lnTo>
                    <a:pt x="83" y="1545"/>
                  </a:lnTo>
                  <a:cubicBezTo>
                    <a:pt x="83" y="1588"/>
                    <a:pt x="44" y="1627"/>
                    <a:pt x="1" y="1627"/>
                  </a:cubicBezTo>
                  <a:lnTo>
                    <a:pt x="381" y="1627"/>
                  </a:lnTo>
                  <a:cubicBezTo>
                    <a:pt x="429" y="1627"/>
                    <a:pt x="463" y="1588"/>
                    <a:pt x="463" y="1545"/>
                  </a:cubicBezTo>
                  <a:lnTo>
                    <a:pt x="4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1"/>
            <p:cNvSpPr/>
            <p:nvPr/>
          </p:nvSpPr>
          <p:spPr>
            <a:xfrm>
              <a:off x="1832927" y="3835722"/>
              <a:ext cx="160801" cy="156001"/>
            </a:xfrm>
            <a:custGeom>
              <a:rect b="b" l="l" r="r" t="t"/>
              <a:pathLst>
                <a:path extrusionOk="0" h="5948" w="6131">
                  <a:moveTo>
                    <a:pt x="1925" y="0"/>
                  </a:moveTo>
                  <a:cubicBezTo>
                    <a:pt x="1184" y="0"/>
                    <a:pt x="919" y="977"/>
                    <a:pt x="1554" y="1352"/>
                  </a:cubicBezTo>
                  <a:cubicBezTo>
                    <a:pt x="1598" y="1381"/>
                    <a:pt x="1626" y="1429"/>
                    <a:pt x="1626" y="1482"/>
                  </a:cubicBezTo>
                  <a:lnTo>
                    <a:pt x="1626" y="1949"/>
                  </a:lnTo>
                  <a:cubicBezTo>
                    <a:pt x="1626" y="2031"/>
                    <a:pt x="1559" y="2098"/>
                    <a:pt x="1477" y="2098"/>
                  </a:cubicBezTo>
                  <a:lnTo>
                    <a:pt x="0" y="2098"/>
                  </a:lnTo>
                  <a:lnTo>
                    <a:pt x="0" y="5948"/>
                  </a:lnTo>
                  <a:lnTo>
                    <a:pt x="1328" y="5948"/>
                  </a:lnTo>
                  <a:lnTo>
                    <a:pt x="1328" y="5712"/>
                  </a:lnTo>
                  <a:lnTo>
                    <a:pt x="1309" y="5697"/>
                  </a:lnTo>
                  <a:cubicBezTo>
                    <a:pt x="520" y="5101"/>
                    <a:pt x="938" y="3850"/>
                    <a:pt x="1925" y="3850"/>
                  </a:cubicBezTo>
                  <a:cubicBezTo>
                    <a:pt x="2911" y="3850"/>
                    <a:pt x="3330" y="5101"/>
                    <a:pt x="2545" y="5697"/>
                  </a:cubicBezTo>
                  <a:lnTo>
                    <a:pt x="2521" y="5712"/>
                  </a:lnTo>
                  <a:lnTo>
                    <a:pt x="2521" y="5948"/>
                  </a:lnTo>
                  <a:lnTo>
                    <a:pt x="3849" y="5948"/>
                  </a:lnTo>
                  <a:lnTo>
                    <a:pt x="3849" y="4470"/>
                  </a:lnTo>
                  <a:cubicBezTo>
                    <a:pt x="3849" y="4389"/>
                    <a:pt x="3917" y="4321"/>
                    <a:pt x="3999" y="4321"/>
                  </a:cubicBezTo>
                  <a:lnTo>
                    <a:pt x="4470" y="4321"/>
                  </a:lnTo>
                  <a:cubicBezTo>
                    <a:pt x="4518" y="4321"/>
                    <a:pt x="4571" y="4350"/>
                    <a:pt x="4595" y="4393"/>
                  </a:cubicBezTo>
                  <a:cubicBezTo>
                    <a:pt x="4736" y="4632"/>
                    <a:pt x="4979" y="4751"/>
                    <a:pt x="5221" y="4751"/>
                  </a:cubicBezTo>
                  <a:cubicBezTo>
                    <a:pt x="5467" y="4751"/>
                    <a:pt x="5713" y="4629"/>
                    <a:pt x="5851" y="4384"/>
                  </a:cubicBezTo>
                  <a:cubicBezTo>
                    <a:pt x="6130" y="3898"/>
                    <a:pt x="5779" y="3296"/>
                    <a:pt x="5221" y="3296"/>
                  </a:cubicBezTo>
                  <a:cubicBezTo>
                    <a:pt x="4966" y="3301"/>
                    <a:pt x="4730" y="3436"/>
                    <a:pt x="4595" y="3657"/>
                  </a:cubicBezTo>
                  <a:cubicBezTo>
                    <a:pt x="4571" y="3701"/>
                    <a:pt x="4523" y="3729"/>
                    <a:pt x="4470" y="3729"/>
                  </a:cubicBezTo>
                  <a:lnTo>
                    <a:pt x="3999" y="3729"/>
                  </a:lnTo>
                  <a:cubicBezTo>
                    <a:pt x="3917" y="3729"/>
                    <a:pt x="3849" y="3662"/>
                    <a:pt x="3849" y="3580"/>
                  </a:cubicBezTo>
                  <a:lnTo>
                    <a:pt x="3849" y="2098"/>
                  </a:lnTo>
                  <a:lnTo>
                    <a:pt x="2372" y="2098"/>
                  </a:lnTo>
                  <a:cubicBezTo>
                    <a:pt x="2290" y="2098"/>
                    <a:pt x="2223" y="2031"/>
                    <a:pt x="2223" y="1949"/>
                  </a:cubicBezTo>
                  <a:lnTo>
                    <a:pt x="2223" y="1482"/>
                  </a:lnTo>
                  <a:cubicBezTo>
                    <a:pt x="2223" y="1429"/>
                    <a:pt x="2247" y="1381"/>
                    <a:pt x="2295" y="1352"/>
                  </a:cubicBezTo>
                  <a:cubicBezTo>
                    <a:pt x="2930"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1"/>
            <p:cNvSpPr/>
            <p:nvPr/>
          </p:nvSpPr>
          <p:spPr>
            <a:xfrm>
              <a:off x="1840743" y="3835722"/>
              <a:ext cx="160801" cy="156001"/>
            </a:xfrm>
            <a:custGeom>
              <a:rect b="b" l="l" r="r" t="t"/>
              <a:pathLst>
                <a:path extrusionOk="0" h="5948" w="6131">
                  <a:moveTo>
                    <a:pt x="1925" y="0"/>
                  </a:moveTo>
                  <a:cubicBezTo>
                    <a:pt x="1189" y="0"/>
                    <a:pt x="919" y="977"/>
                    <a:pt x="1555" y="1352"/>
                  </a:cubicBezTo>
                  <a:cubicBezTo>
                    <a:pt x="1603" y="1381"/>
                    <a:pt x="1632" y="1429"/>
                    <a:pt x="1632" y="1482"/>
                  </a:cubicBezTo>
                  <a:lnTo>
                    <a:pt x="1632" y="1949"/>
                  </a:lnTo>
                  <a:cubicBezTo>
                    <a:pt x="1632" y="2031"/>
                    <a:pt x="1564" y="2098"/>
                    <a:pt x="1482" y="2098"/>
                  </a:cubicBezTo>
                  <a:lnTo>
                    <a:pt x="0" y="2098"/>
                  </a:lnTo>
                  <a:lnTo>
                    <a:pt x="0" y="5948"/>
                  </a:lnTo>
                  <a:lnTo>
                    <a:pt x="1328" y="5948"/>
                  </a:lnTo>
                  <a:lnTo>
                    <a:pt x="1328" y="5712"/>
                  </a:lnTo>
                  <a:lnTo>
                    <a:pt x="1309" y="5697"/>
                  </a:lnTo>
                  <a:cubicBezTo>
                    <a:pt x="525" y="5101"/>
                    <a:pt x="943" y="3850"/>
                    <a:pt x="1925" y="3850"/>
                  </a:cubicBezTo>
                  <a:cubicBezTo>
                    <a:pt x="2911" y="3850"/>
                    <a:pt x="3330" y="5101"/>
                    <a:pt x="2546" y="5697"/>
                  </a:cubicBezTo>
                  <a:lnTo>
                    <a:pt x="2522" y="5712"/>
                  </a:lnTo>
                  <a:lnTo>
                    <a:pt x="2522" y="5948"/>
                  </a:lnTo>
                  <a:lnTo>
                    <a:pt x="3855" y="5948"/>
                  </a:lnTo>
                  <a:lnTo>
                    <a:pt x="3855" y="4470"/>
                  </a:lnTo>
                  <a:cubicBezTo>
                    <a:pt x="3855" y="4389"/>
                    <a:pt x="3917" y="4321"/>
                    <a:pt x="4004" y="4321"/>
                  </a:cubicBezTo>
                  <a:lnTo>
                    <a:pt x="4470" y="4321"/>
                  </a:lnTo>
                  <a:cubicBezTo>
                    <a:pt x="4523" y="4321"/>
                    <a:pt x="4572" y="4350"/>
                    <a:pt x="4600" y="4393"/>
                  </a:cubicBezTo>
                  <a:cubicBezTo>
                    <a:pt x="4741" y="4632"/>
                    <a:pt x="4984" y="4751"/>
                    <a:pt x="5226" y="4751"/>
                  </a:cubicBezTo>
                  <a:cubicBezTo>
                    <a:pt x="5473" y="4751"/>
                    <a:pt x="5718" y="4629"/>
                    <a:pt x="5856" y="4384"/>
                  </a:cubicBezTo>
                  <a:cubicBezTo>
                    <a:pt x="6131" y="3898"/>
                    <a:pt x="5784" y="3296"/>
                    <a:pt x="5226" y="3296"/>
                  </a:cubicBezTo>
                  <a:cubicBezTo>
                    <a:pt x="4966" y="3301"/>
                    <a:pt x="4730" y="3436"/>
                    <a:pt x="4600" y="3657"/>
                  </a:cubicBezTo>
                  <a:cubicBezTo>
                    <a:pt x="4572" y="3701"/>
                    <a:pt x="4523" y="3729"/>
                    <a:pt x="4470" y="3729"/>
                  </a:cubicBezTo>
                  <a:lnTo>
                    <a:pt x="4004" y="3729"/>
                  </a:lnTo>
                  <a:cubicBezTo>
                    <a:pt x="3917" y="3729"/>
                    <a:pt x="3855" y="3662"/>
                    <a:pt x="3855" y="3580"/>
                  </a:cubicBezTo>
                  <a:lnTo>
                    <a:pt x="3855" y="2098"/>
                  </a:lnTo>
                  <a:lnTo>
                    <a:pt x="2373" y="2098"/>
                  </a:lnTo>
                  <a:cubicBezTo>
                    <a:pt x="2291" y="2098"/>
                    <a:pt x="2223" y="2031"/>
                    <a:pt x="2223" y="1949"/>
                  </a:cubicBezTo>
                  <a:lnTo>
                    <a:pt x="2223" y="1482"/>
                  </a:lnTo>
                  <a:cubicBezTo>
                    <a:pt x="2223" y="1429"/>
                    <a:pt x="2252" y="1381"/>
                    <a:pt x="2296" y="1352"/>
                  </a:cubicBezTo>
                  <a:cubicBezTo>
                    <a:pt x="2931"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1"/>
            <p:cNvSpPr/>
            <p:nvPr/>
          </p:nvSpPr>
          <p:spPr>
            <a:xfrm>
              <a:off x="1950164" y="3922220"/>
              <a:ext cx="23736" cy="11330"/>
            </a:xfrm>
            <a:custGeom>
              <a:rect b="b" l="l" r="r" t="t"/>
              <a:pathLst>
                <a:path extrusionOk="0" h="432" w="905">
                  <a:moveTo>
                    <a:pt x="750" y="1"/>
                  </a:moveTo>
                  <a:cubicBezTo>
                    <a:pt x="496" y="1"/>
                    <a:pt x="258" y="134"/>
                    <a:pt x="130" y="354"/>
                  </a:cubicBezTo>
                  <a:cubicBezTo>
                    <a:pt x="101" y="403"/>
                    <a:pt x="53" y="431"/>
                    <a:pt x="0" y="431"/>
                  </a:cubicBezTo>
                  <a:lnTo>
                    <a:pt x="298" y="431"/>
                  </a:lnTo>
                  <a:cubicBezTo>
                    <a:pt x="351" y="431"/>
                    <a:pt x="400" y="403"/>
                    <a:pt x="428" y="354"/>
                  </a:cubicBezTo>
                  <a:cubicBezTo>
                    <a:pt x="529" y="181"/>
                    <a:pt x="703" y="56"/>
                    <a:pt x="905" y="18"/>
                  </a:cubicBezTo>
                  <a:cubicBezTo>
                    <a:pt x="853" y="6"/>
                    <a:pt x="801" y="1"/>
                    <a:pt x="7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1"/>
            <p:cNvSpPr/>
            <p:nvPr/>
          </p:nvSpPr>
          <p:spPr>
            <a:xfrm>
              <a:off x="1862328" y="3835696"/>
              <a:ext cx="24995" cy="55078"/>
            </a:xfrm>
            <a:custGeom>
              <a:rect b="b" l="l" r="r" t="t"/>
              <a:pathLst>
                <a:path extrusionOk="0" h="2100" w="953">
                  <a:moveTo>
                    <a:pt x="806" y="1"/>
                  </a:moveTo>
                  <a:cubicBezTo>
                    <a:pt x="512" y="1"/>
                    <a:pt x="237" y="182"/>
                    <a:pt x="125" y="463"/>
                  </a:cubicBezTo>
                  <a:cubicBezTo>
                    <a:pt x="0" y="795"/>
                    <a:pt x="130" y="1171"/>
                    <a:pt x="433" y="1353"/>
                  </a:cubicBezTo>
                  <a:cubicBezTo>
                    <a:pt x="477" y="1382"/>
                    <a:pt x="505" y="1430"/>
                    <a:pt x="505" y="1483"/>
                  </a:cubicBezTo>
                  <a:lnTo>
                    <a:pt x="505" y="1950"/>
                  </a:lnTo>
                  <a:cubicBezTo>
                    <a:pt x="505" y="2032"/>
                    <a:pt x="438" y="2099"/>
                    <a:pt x="356" y="2099"/>
                  </a:cubicBezTo>
                  <a:lnTo>
                    <a:pt x="659" y="2099"/>
                  </a:lnTo>
                  <a:cubicBezTo>
                    <a:pt x="741" y="2099"/>
                    <a:pt x="809" y="2032"/>
                    <a:pt x="809" y="1950"/>
                  </a:cubicBezTo>
                  <a:lnTo>
                    <a:pt x="809" y="1483"/>
                  </a:lnTo>
                  <a:cubicBezTo>
                    <a:pt x="809" y="1430"/>
                    <a:pt x="780" y="1382"/>
                    <a:pt x="736" y="1353"/>
                  </a:cubicBezTo>
                  <a:cubicBezTo>
                    <a:pt x="164" y="1017"/>
                    <a:pt x="308" y="155"/>
                    <a:pt x="953" y="16"/>
                  </a:cubicBezTo>
                  <a:cubicBezTo>
                    <a:pt x="904" y="6"/>
                    <a:pt x="855" y="1"/>
                    <a:pt x="806"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1"/>
            <p:cNvSpPr/>
            <p:nvPr/>
          </p:nvSpPr>
          <p:spPr>
            <a:xfrm>
              <a:off x="1950164" y="3949051"/>
              <a:ext cx="23736" cy="11278"/>
            </a:xfrm>
            <a:custGeom>
              <a:rect b="b" l="l" r="r" t="t"/>
              <a:pathLst>
                <a:path extrusionOk="0" h="430" w="905">
                  <a:moveTo>
                    <a:pt x="0" y="0"/>
                  </a:moveTo>
                  <a:cubicBezTo>
                    <a:pt x="48" y="0"/>
                    <a:pt x="101" y="29"/>
                    <a:pt x="125" y="72"/>
                  </a:cubicBezTo>
                  <a:cubicBezTo>
                    <a:pt x="258" y="298"/>
                    <a:pt x="499" y="429"/>
                    <a:pt x="755" y="429"/>
                  </a:cubicBezTo>
                  <a:cubicBezTo>
                    <a:pt x="804" y="429"/>
                    <a:pt x="855" y="424"/>
                    <a:pt x="905" y="414"/>
                  </a:cubicBezTo>
                  <a:cubicBezTo>
                    <a:pt x="703" y="371"/>
                    <a:pt x="529" y="251"/>
                    <a:pt x="428" y="72"/>
                  </a:cubicBezTo>
                  <a:cubicBezTo>
                    <a:pt x="400" y="29"/>
                    <a:pt x="351" y="0"/>
                    <a:pt x="29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1"/>
            <p:cNvSpPr/>
            <p:nvPr/>
          </p:nvSpPr>
          <p:spPr>
            <a:xfrm>
              <a:off x="1832927" y="3890747"/>
              <a:ext cx="7842" cy="100976"/>
            </a:xfrm>
            <a:custGeom>
              <a:rect b="b" l="l" r="r" t="t"/>
              <a:pathLst>
                <a:path extrusionOk="0" h="3850" w="299">
                  <a:moveTo>
                    <a:pt x="0" y="0"/>
                  </a:moveTo>
                  <a:lnTo>
                    <a:pt x="0" y="3850"/>
                  </a:lnTo>
                  <a:lnTo>
                    <a:pt x="298" y="3850"/>
                  </a:lnTo>
                  <a:lnTo>
                    <a:pt x="298"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1"/>
            <p:cNvSpPr/>
            <p:nvPr/>
          </p:nvSpPr>
          <p:spPr>
            <a:xfrm>
              <a:off x="1887297" y="3936645"/>
              <a:ext cx="33597" cy="55078"/>
            </a:xfrm>
            <a:custGeom>
              <a:rect b="b" l="l" r="r" t="t"/>
              <a:pathLst>
                <a:path extrusionOk="0" h="2100" w="1281">
                  <a:moveTo>
                    <a:pt x="150" y="1"/>
                  </a:moveTo>
                  <a:cubicBezTo>
                    <a:pt x="101" y="1"/>
                    <a:pt x="51" y="4"/>
                    <a:pt x="1" y="11"/>
                  </a:cubicBezTo>
                  <a:cubicBezTo>
                    <a:pt x="901" y="146"/>
                    <a:pt x="1199" y="1301"/>
                    <a:pt x="468" y="1849"/>
                  </a:cubicBezTo>
                  <a:lnTo>
                    <a:pt x="448" y="1864"/>
                  </a:lnTo>
                  <a:lnTo>
                    <a:pt x="448" y="2100"/>
                  </a:lnTo>
                  <a:lnTo>
                    <a:pt x="747" y="2100"/>
                  </a:lnTo>
                  <a:lnTo>
                    <a:pt x="747" y="1864"/>
                  </a:lnTo>
                  <a:lnTo>
                    <a:pt x="771" y="1849"/>
                  </a:lnTo>
                  <a:cubicBezTo>
                    <a:pt x="1146" y="1566"/>
                    <a:pt x="1281" y="1065"/>
                    <a:pt x="1098" y="632"/>
                  </a:cubicBezTo>
                  <a:cubicBezTo>
                    <a:pt x="935" y="245"/>
                    <a:pt x="560" y="1"/>
                    <a:pt x="1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1"/>
            <p:cNvSpPr/>
            <p:nvPr/>
          </p:nvSpPr>
          <p:spPr>
            <a:xfrm>
              <a:off x="1941824" y="3887207"/>
              <a:ext cx="160643" cy="159673"/>
            </a:xfrm>
            <a:custGeom>
              <a:rect b="b" l="l" r="r" t="t"/>
              <a:pathLst>
                <a:path extrusionOk="0" h="6088" w="6125">
                  <a:moveTo>
                    <a:pt x="1" y="1"/>
                  </a:moveTo>
                  <a:lnTo>
                    <a:pt x="1" y="1463"/>
                  </a:lnTo>
                  <a:lnTo>
                    <a:pt x="236" y="1463"/>
                  </a:lnTo>
                  <a:lnTo>
                    <a:pt x="251" y="1444"/>
                  </a:lnTo>
                  <a:cubicBezTo>
                    <a:pt x="466" y="1161"/>
                    <a:pt x="766" y="1035"/>
                    <a:pt x="1062" y="1035"/>
                  </a:cubicBezTo>
                  <a:cubicBezTo>
                    <a:pt x="1587" y="1035"/>
                    <a:pt x="2098" y="1432"/>
                    <a:pt x="2098" y="2060"/>
                  </a:cubicBezTo>
                  <a:cubicBezTo>
                    <a:pt x="2098" y="2691"/>
                    <a:pt x="1586" y="3090"/>
                    <a:pt x="1061" y="3090"/>
                  </a:cubicBezTo>
                  <a:cubicBezTo>
                    <a:pt x="766" y="3090"/>
                    <a:pt x="466" y="2963"/>
                    <a:pt x="251" y="2681"/>
                  </a:cubicBezTo>
                  <a:lnTo>
                    <a:pt x="236" y="2657"/>
                  </a:lnTo>
                  <a:lnTo>
                    <a:pt x="1" y="2657"/>
                  </a:lnTo>
                  <a:lnTo>
                    <a:pt x="1" y="3989"/>
                  </a:lnTo>
                  <a:lnTo>
                    <a:pt x="1478" y="3989"/>
                  </a:lnTo>
                  <a:cubicBezTo>
                    <a:pt x="1560" y="3989"/>
                    <a:pt x="1627" y="4052"/>
                    <a:pt x="1627" y="4139"/>
                  </a:cubicBezTo>
                  <a:lnTo>
                    <a:pt x="1627" y="4605"/>
                  </a:lnTo>
                  <a:cubicBezTo>
                    <a:pt x="1627" y="4658"/>
                    <a:pt x="1598" y="4706"/>
                    <a:pt x="1555" y="4735"/>
                  </a:cubicBezTo>
                  <a:cubicBezTo>
                    <a:pt x="920" y="5111"/>
                    <a:pt x="1184" y="6087"/>
                    <a:pt x="1925" y="6087"/>
                  </a:cubicBezTo>
                  <a:cubicBezTo>
                    <a:pt x="2661" y="6087"/>
                    <a:pt x="2931" y="5111"/>
                    <a:pt x="2296" y="4735"/>
                  </a:cubicBezTo>
                  <a:cubicBezTo>
                    <a:pt x="2248" y="4706"/>
                    <a:pt x="2224" y="4658"/>
                    <a:pt x="2219" y="4605"/>
                  </a:cubicBezTo>
                  <a:lnTo>
                    <a:pt x="2219" y="4139"/>
                  </a:lnTo>
                  <a:cubicBezTo>
                    <a:pt x="2224" y="4052"/>
                    <a:pt x="2286" y="3989"/>
                    <a:pt x="2373" y="3989"/>
                  </a:cubicBezTo>
                  <a:lnTo>
                    <a:pt x="3850" y="3989"/>
                  </a:lnTo>
                  <a:lnTo>
                    <a:pt x="3850" y="2507"/>
                  </a:lnTo>
                  <a:cubicBezTo>
                    <a:pt x="3850" y="2426"/>
                    <a:pt x="3913" y="2358"/>
                    <a:pt x="3999" y="2358"/>
                  </a:cubicBezTo>
                  <a:lnTo>
                    <a:pt x="4466" y="2358"/>
                  </a:lnTo>
                  <a:cubicBezTo>
                    <a:pt x="4519" y="2358"/>
                    <a:pt x="4567" y="2387"/>
                    <a:pt x="4596" y="2430"/>
                  </a:cubicBezTo>
                  <a:cubicBezTo>
                    <a:pt x="4737" y="2669"/>
                    <a:pt x="4979" y="2788"/>
                    <a:pt x="5222" y="2788"/>
                  </a:cubicBezTo>
                  <a:cubicBezTo>
                    <a:pt x="5468" y="2788"/>
                    <a:pt x="5713" y="2666"/>
                    <a:pt x="5852" y="2421"/>
                  </a:cubicBezTo>
                  <a:cubicBezTo>
                    <a:pt x="6125" y="1942"/>
                    <a:pt x="5782" y="1338"/>
                    <a:pt x="5228" y="1338"/>
                  </a:cubicBezTo>
                  <a:cubicBezTo>
                    <a:pt x="5226" y="1338"/>
                    <a:pt x="5224" y="1338"/>
                    <a:pt x="5221" y="1338"/>
                  </a:cubicBezTo>
                  <a:lnTo>
                    <a:pt x="5221" y="1333"/>
                  </a:lnTo>
                  <a:cubicBezTo>
                    <a:pt x="4961" y="1338"/>
                    <a:pt x="4726" y="1473"/>
                    <a:pt x="4596" y="1694"/>
                  </a:cubicBezTo>
                  <a:cubicBezTo>
                    <a:pt x="4567" y="1738"/>
                    <a:pt x="4519" y="1766"/>
                    <a:pt x="4466" y="1766"/>
                  </a:cubicBezTo>
                  <a:lnTo>
                    <a:pt x="3999" y="1766"/>
                  </a:lnTo>
                  <a:cubicBezTo>
                    <a:pt x="3917" y="1766"/>
                    <a:pt x="3850" y="1699"/>
                    <a:pt x="3850" y="1617"/>
                  </a:cubicBezTo>
                  <a:lnTo>
                    <a:pt x="385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1"/>
            <p:cNvSpPr/>
            <p:nvPr/>
          </p:nvSpPr>
          <p:spPr>
            <a:xfrm>
              <a:off x="1974267" y="3914352"/>
              <a:ext cx="31184" cy="53898"/>
            </a:xfrm>
            <a:custGeom>
              <a:rect b="b" l="l" r="r" t="t"/>
              <a:pathLst>
                <a:path extrusionOk="0" h="2055" w="1189">
                  <a:moveTo>
                    <a:pt x="159" y="0"/>
                  </a:moveTo>
                  <a:cubicBezTo>
                    <a:pt x="106" y="0"/>
                    <a:pt x="53" y="5"/>
                    <a:pt x="0" y="15"/>
                  </a:cubicBezTo>
                  <a:cubicBezTo>
                    <a:pt x="496" y="91"/>
                    <a:pt x="861" y="525"/>
                    <a:pt x="861" y="1025"/>
                  </a:cubicBezTo>
                  <a:cubicBezTo>
                    <a:pt x="861" y="1530"/>
                    <a:pt x="496" y="1958"/>
                    <a:pt x="0" y="2040"/>
                  </a:cubicBezTo>
                  <a:cubicBezTo>
                    <a:pt x="53" y="2050"/>
                    <a:pt x="106" y="2050"/>
                    <a:pt x="159" y="2055"/>
                  </a:cubicBezTo>
                  <a:cubicBezTo>
                    <a:pt x="727" y="2050"/>
                    <a:pt x="1184" y="1593"/>
                    <a:pt x="1189" y="1025"/>
                  </a:cubicBezTo>
                  <a:cubicBezTo>
                    <a:pt x="1184" y="462"/>
                    <a:pt x="727" y="0"/>
                    <a:pt x="159"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1"/>
            <p:cNvSpPr/>
            <p:nvPr/>
          </p:nvSpPr>
          <p:spPr>
            <a:xfrm>
              <a:off x="2058930" y="3922168"/>
              <a:ext cx="24129" cy="11383"/>
            </a:xfrm>
            <a:custGeom>
              <a:rect b="b" l="l" r="r" t="t"/>
              <a:pathLst>
                <a:path extrusionOk="0" h="434" w="920">
                  <a:moveTo>
                    <a:pt x="757" y="1"/>
                  </a:moveTo>
                  <a:cubicBezTo>
                    <a:pt x="503" y="1"/>
                    <a:pt x="262" y="135"/>
                    <a:pt x="131" y="356"/>
                  </a:cubicBezTo>
                  <a:cubicBezTo>
                    <a:pt x="102" y="405"/>
                    <a:pt x="54" y="433"/>
                    <a:pt x="1" y="433"/>
                  </a:cubicBezTo>
                  <a:lnTo>
                    <a:pt x="328" y="433"/>
                  </a:lnTo>
                  <a:cubicBezTo>
                    <a:pt x="381" y="433"/>
                    <a:pt x="429" y="405"/>
                    <a:pt x="458" y="356"/>
                  </a:cubicBezTo>
                  <a:cubicBezTo>
                    <a:pt x="559" y="188"/>
                    <a:pt x="727" y="68"/>
                    <a:pt x="920" y="20"/>
                  </a:cubicBezTo>
                  <a:cubicBezTo>
                    <a:pt x="866" y="7"/>
                    <a:pt x="811" y="1"/>
                    <a:pt x="75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1"/>
            <p:cNvSpPr/>
            <p:nvPr/>
          </p:nvSpPr>
          <p:spPr>
            <a:xfrm>
              <a:off x="1941693" y="3890747"/>
              <a:ext cx="8603" cy="34856"/>
            </a:xfrm>
            <a:custGeom>
              <a:rect b="b" l="l" r="r" t="t"/>
              <a:pathLst>
                <a:path extrusionOk="0" h="1329" w="328">
                  <a:moveTo>
                    <a:pt x="1" y="0"/>
                  </a:moveTo>
                  <a:lnTo>
                    <a:pt x="1" y="1328"/>
                  </a:lnTo>
                  <a:lnTo>
                    <a:pt x="241" y="1328"/>
                  </a:lnTo>
                  <a:lnTo>
                    <a:pt x="256" y="1309"/>
                  </a:lnTo>
                  <a:cubicBezTo>
                    <a:pt x="280" y="1280"/>
                    <a:pt x="304" y="1251"/>
                    <a:pt x="328" y="1222"/>
                  </a:cubicBezTo>
                  <a:lnTo>
                    <a:pt x="32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1"/>
            <p:cNvSpPr/>
            <p:nvPr/>
          </p:nvSpPr>
          <p:spPr>
            <a:xfrm>
              <a:off x="1941693" y="3956867"/>
              <a:ext cx="8603" cy="34856"/>
            </a:xfrm>
            <a:custGeom>
              <a:rect b="b" l="l" r="r" t="t"/>
              <a:pathLst>
                <a:path extrusionOk="0" h="1329" w="328">
                  <a:moveTo>
                    <a:pt x="1" y="1"/>
                  </a:moveTo>
                  <a:lnTo>
                    <a:pt x="1" y="1329"/>
                  </a:lnTo>
                  <a:lnTo>
                    <a:pt x="328" y="1329"/>
                  </a:lnTo>
                  <a:lnTo>
                    <a:pt x="328" y="111"/>
                  </a:lnTo>
                  <a:cubicBezTo>
                    <a:pt x="304" y="82"/>
                    <a:pt x="280" y="54"/>
                    <a:pt x="256" y="25"/>
                  </a:cubicBezTo>
                  <a:lnTo>
                    <a:pt x="241"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1"/>
            <p:cNvSpPr/>
            <p:nvPr/>
          </p:nvSpPr>
          <p:spPr>
            <a:xfrm>
              <a:off x="2058930" y="3949051"/>
              <a:ext cx="24129" cy="11252"/>
            </a:xfrm>
            <a:custGeom>
              <a:rect b="b" l="l" r="r" t="t"/>
              <a:pathLst>
                <a:path extrusionOk="0" h="429" w="920">
                  <a:moveTo>
                    <a:pt x="1" y="0"/>
                  </a:moveTo>
                  <a:cubicBezTo>
                    <a:pt x="54" y="0"/>
                    <a:pt x="102" y="29"/>
                    <a:pt x="131" y="72"/>
                  </a:cubicBezTo>
                  <a:cubicBezTo>
                    <a:pt x="261" y="297"/>
                    <a:pt x="501" y="429"/>
                    <a:pt x="754" y="429"/>
                  </a:cubicBezTo>
                  <a:cubicBezTo>
                    <a:pt x="809" y="429"/>
                    <a:pt x="865" y="422"/>
                    <a:pt x="920" y="409"/>
                  </a:cubicBezTo>
                  <a:cubicBezTo>
                    <a:pt x="727" y="366"/>
                    <a:pt x="559" y="246"/>
                    <a:pt x="458" y="72"/>
                  </a:cubicBezTo>
                  <a:cubicBezTo>
                    <a:pt x="429" y="29"/>
                    <a:pt x="381" y="0"/>
                    <a:pt x="32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1"/>
            <p:cNvSpPr/>
            <p:nvPr/>
          </p:nvSpPr>
          <p:spPr>
            <a:xfrm>
              <a:off x="1970989" y="3991697"/>
              <a:ext cx="25624" cy="55183"/>
            </a:xfrm>
            <a:custGeom>
              <a:rect b="b" l="l" r="r" t="t"/>
              <a:pathLst>
                <a:path extrusionOk="0" h="2104" w="977">
                  <a:moveTo>
                    <a:pt x="366" y="1"/>
                  </a:moveTo>
                  <a:cubicBezTo>
                    <a:pt x="448" y="5"/>
                    <a:pt x="515" y="68"/>
                    <a:pt x="515" y="155"/>
                  </a:cubicBezTo>
                  <a:lnTo>
                    <a:pt x="515" y="621"/>
                  </a:lnTo>
                  <a:cubicBezTo>
                    <a:pt x="515" y="674"/>
                    <a:pt x="486" y="722"/>
                    <a:pt x="443" y="751"/>
                  </a:cubicBezTo>
                  <a:cubicBezTo>
                    <a:pt x="135" y="934"/>
                    <a:pt x="0" y="1314"/>
                    <a:pt x="135" y="1646"/>
                  </a:cubicBezTo>
                  <a:cubicBezTo>
                    <a:pt x="248" y="1926"/>
                    <a:pt x="519" y="2103"/>
                    <a:pt x="811" y="2103"/>
                  </a:cubicBezTo>
                  <a:cubicBezTo>
                    <a:pt x="866" y="2103"/>
                    <a:pt x="922" y="2097"/>
                    <a:pt x="977" y="2084"/>
                  </a:cubicBezTo>
                  <a:cubicBezTo>
                    <a:pt x="645" y="2007"/>
                    <a:pt x="414" y="1714"/>
                    <a:pt x="414" y="1377"/>
                  </a:cubicBezTo>
                  <a:cubicBezTo>
                    <a:pt x="414" y="1117"/>
                    <a:pt x="549" y="881"/>
                    <a:pt x="770" y="751"/>
                  </a:cubicBezTo>
                  <a:cubicBezTo>
                    <a:pt x="813" y="722"/>
                    <a:pt x="842" y="674"/>
                    <a:pt x="842" y="621"/>
                  </a:cubicBezTo>
                  <a:lnTo>
                    <a:pt x="842" y="155"/>
                  </a:lnTo>
                  <a:cubicBezTo>
                    <a:pt x="842" y="68"/>
                    <a:pt x="775" y="5"/>
                    <a:pt x="693"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1"/>
            <p:cNvSpPr/>
            <p:nvPr/>
          </p:nvSpPr>
          <p:spPr>
            <a:xfrm>
              <a:off x="1768434" y="3826385"/>
              <a:ext cx="345154" cy="338728"/>
            </a:xfrm>
            <a:custGeom>
              <a:rect b="b" l="l" r="r" t="t"/>
              <a:pathLst>
                <a:path extrusionOk="0" h="12915" w="13160">
                  <a:moveTo>
                    <a:pt x="4384" y="409"/>
                  </a:moveTo>
                  <a:cubicBezTo>
                    <a:pt x="5067" y="409"/>
                    <a:pt x="5317" y="1314"/>
                    <a:pt x="4730" y="1660"/>
                  </a:cubicBezTo>
                  <a:cubicBezTo>
                    <a:pt x="4668" y="1699"/>
                    <a:pt x="4629" y="1766"/>
                    <a:pt x="4629" y="1838"/>
                  </a:cubicBezTo>
                  <a:lnTo>
                    <a:pt x="4629" y="2305"/>
                  </a:lnTo>
                  <a:cubicBezTo>
                    <a:pt x="4629" y="2416"/>
                    <a:pt x="4721" y="2512"/>
                    <a:pt x="4831" y="2512"/>
                  </a:cubicBezTo>
                  <a:lnTo>
                    <a:pt x="6256" y="2512"/>
                  </a:lnTo>
                  <a:lnTo>
                    <a:pt x="6256" y="3936"/>
                  </a:lnTo>
                  <a:cubicBezTo>
                    <a:pt x="6256" y="4047"/>
                    <a:pt x="6347" y="4138"/>
                    <a:pt x="6462" y="4138"/>
                  </a:cubicBezTo>
                  <a:lnTo>
                    <a:pt x="6929" y="4138"/>
                  </a:lnTo>
                  <a:cubicBezTo>
                    <a:pt x="7001" y="4138"/>
                    <a:pt x="7069" y="4100"/>
                    <a:pt x="7102" y="4037"/>
                  </a:cubicBezTo>
                  <a:cubicBezTo>
                    <a:pt x="7239" y="3809"/>
                    <a:pt x="7458" y="3707"/>
                    <a:pt x="7675" y="3707"/>
                  </a:cubicBezTo>
                  <a:cubicBezTo>
                    <a:pt x="8017" y="3707"/>
                    <a:pt x="8353" y="3961"/>
                    <a:pt x="8353" y="4379"/>
                  </a:cubicBezTo>
                  <a:cubicBezTo>
                    <a:pt x="8353" y="4798"/>
                    <a:pt x="8015" y="5054"/>
                    <a:pt x="7672" y="5054"/>
                  </a:cubicBezTo>
                  <a:cubicBezTo>
                    <a:pt x="7456" y="5054"/>
                    <a:pt x="7238" y="4952"/>
                    <a:pt x="7102" y="4725"/>
                  </a:cubicBezTo>
                  <a:cubicBezTo>
                    <a:pt x="7069" y="4663"/>
                    <a:pt x="7001" y="4624"/>
                    <a:pt x="6929" y="4624"/>
                  </a:cubicBezTo>
                  <a:lnTo>
                    <a:pt x="6458" y="4624"/>
                  </a:lnTo>
                  <a:cubicBezTo>
                    <a:pt x="6347" y="4624"/>
                    <a:pt x="6256" y="4716"/>
                    <a:pt x="6256" y="4826"/>
                  </a:cubicBezTo>
                  <a:lnTo>
                    <a:pt x="6256" y="6251"/>
                  </a:lnTo>
                  <a:lnTo>
                    <a:pt x="5033" y="6251"/>
                  </a:lnTo>
                  <a:lnTo>
                    <a:pt x="5033" y="6097"/>
                  </a:lnTo>
                  <a:cubicBezTo>
                    <a:pt x="5866" y="5471"/>
                    <a:pt x="5423" y="4148"/>
                    <a:pt x="4384" y="4148"/>
                  </a:cubicBezTo>
                  <a:cubicBezTo>
                    <a:pt x="3344" y="4148"/>
                    <a:pt x="2902" y="5471"/>
                    <a:pt x="3734" y="6097"/>
                  </a:cubicBezTo>
                  <a:lnTo>
                    <a:pt x="3734" y="6251"/>
                  </a:lnTo>
                  <a:lnTo>
                    <a:pt x="2512" y="6251"/>
                  </a:lnTo>
                  <a:lnTo>
                    <a:pt x="2512" y="2512"/>
                  </a:lnTo>
                  <a:lnTo>
                    <a:pt x="3941" y="2512"/>
                  </a:lnTo>
                  <a:cubicBezTo>
                    <a:pt x="4052" y="2512"/>
                    <a:pt x="4143" y="2416"/>
                    <a:pt x="4143" y="2305"/>
                  </a:cubicBezTo>
                  <a:lnTo>
                    <a:pt x="4143" y="1838"/>
                  </a:lnTo>
                  <a:cubicBezTo>
                    <a:pt x="4143" y="1766"/>
                    <a:pt x="4105" y="1699"/>
                    <a:pt x="4042" y="1660"/>
                  </a:cubicBezTo>
                  <a:cubicBezTo>
                    <a:pt x="3455" y="1314"/>
                    <a:pt x="3700" y="409"/>
                    <a:pt x="4384" y="409"/>
                  </a:cubicBezTo>
                  <a:close/>
                  <a:moveTo>
                    <a:pt x="10403" y="6660"/>
                  </a:moveTo>
                  <a:lnTo>
                    <a:pt x="10403" y="10398"/>
                  </a:lnTo>
                  <a:lnTo>
                    <a:pt x="8979" y="10403"/>
                  </a:lnTo>
                  <a:cubicBezTo>
                    <a:pt x="8868" y="10403"/>
                    <a:pt x="8777" y="10495"/>
                    <a:pt x="8777" y="10605"/>
                  </a:cubicBezTo>
                  <a:lnTo>
                    <a:pt x="8777" y="11072"/>
                  </a:lnTo>
                  <a:cubicBezTo>
                    <a:pt x="8777" y="11144"/>
                    <a:pt x="8815" y="11212"/>
                    <a:pt x="8878" y="11250"/>
                  </a:cubicBezTo>
                  <a:cubicBezTo>
                    <a:pt x="9465" y="11597"/>
                    <a:pt x="9215" y="12501"/>
                    <a:pt x="8531" y="12501"/>
                  </a:cubicBezTo>
                  <a:cubicBezTo>
                    <a:pt x="7848" y="12501"/>
                    <a:pt x="7603" y="11597"/>
                    <a:pt x="8190" y="11250"/>
                  </a:cubicBezTo>
                  <a:cubicBezTo>
                    <a:pt x="8252" y="11212"/>
                    <a:pt x="8291" y="11144"/>
                    <a:pt x="8291" y="11072"/>
                  </a:cubicBezTo>
                  <a:lnTo>
                    <a:pt x="8291" y="10605"/>
                  </a:lnTo>
                  <a:cubicBezTo>
                    <a:pt x="8291" y="10495"/>
                    <a:pt x="8199" y="10403"/>
                    <a:pt x="8089" y="10403"/>
                  </a:cubicBezTo>
                  <a:lnTo>
                    <a:pt x="6665" y="10403"/>
                  </a:lnTo>
                  <a:lnTo>
                    <a:pt x="6665" y="8979"/>
                  </a:lnTo>
                  <a:cubicBezTo>
                    <a:pt x="6665" y="8863"/>
                    <a:pt x="6573" y="8772"/>
                    <a:pt x="6458" y="8772"/>
                  </a:cubicBezTo>
                  <a:lnTo>
                    <a:pt x="5991" y="8772"/>
                  </a:lnTo>
                  <a:cubicBezTo>
                    <a:pt x="5919" y="8772"/>
                    <a:pt x="5851" y="8811"/>
                    <a:pt x="5813" y="8873"/>
                  </a:cubicBezTo>
                  <a:cubicBezTo>
                    <a:pt x="5678" y="9101"/>
                    <a:pt x="5460" y="9204"/>
                    <a:pt x="5242" y="9204"/>
                  </a:cubicBezTo>
                  <a:cubicBezTo>
                    <a:pt x="4900" y="9204"/>
                    <a:pt x="4562" y="8949"/>
                    <a:pt x="4562" y="8531"/>
                  </a:cubicBezTo>
                  <a:cubicBezTo>
                    <a:pt x="4562" y="8113"/>
                    <a:pt x="4901" y="7857"/>
                    <a:pt x="5243" y="7857"/>
                  </a:cubicBezTo>
                  <a:cubicBezTo>
                    <a:pt x="5460" y="7857"/>
                    <a:pt x="5678" y="7960"/>
                    <a:pt x="5813" y="8190"/>
                  </a:cubicBezTo>
                  <a:cubicBezTo>
                    <a:pt x="5851" y="8248"/>
                    <a:pt x="5919" y="8286"/>
                    <a:pt x="5991" y="8286"/>
                  </a:cubicBezTo>
                  <a:lnTo>
                    <a:pt x="6458" y="8286"/>
                  </a:lnTo>
                  <a:cubicBezTo>
                    <a:pt x="6573" y="8286"/>
                    <a:pt x="6665" y="8195"/>
                    <a:pt x="6665" y="8084"/>
                  </a:cubicBezTo>
                  <a:lnTo>
                    <a:pt x="6665" y="6660"/>
                  </a:lnTo>
                  <a:lnTo>
                    <a:pt x="7882" y="6660"/>
                  </a:lnTo>
                  <a:lnTo>
                    <a:pt x="7882" y="6814"/>
                  </a:lnTo>
                  <a:cubicBezTo>
                    <a:pt x="7049" y="7439"/>
                    <a:pt x="7492" y="8762"/>
                    <a:pt x="8531" y="8762"/>
                  </a:cubicBezTo>
                  <a:cubicBezTo>
                    <a:pt x="9571" y="8762"/>
                    <a:pt x="10013" y="7439"/>
                    <a:pt x="9186" y="6814"/>
                  </a:cubicBezTo>
                  <a:lnTo>
                    <a:pt x="9186" y="6660"/>
                  </a:lnTo>
                  <a:close/>
                  <a:moveTo>
                    <a:pt x="4379" y="0"/>
                  </a:moveTo>
                  <a:cubicBezTo>
                    <a:pt x="3340" y="0"/>
                    <a:pt x="2902" y="1319"/>
                    <a:pt x="3729" y="1944"/>
                  </a:cubicBezTo>
                  <a:lnTo>
                    <a:pt x="3729" y="2103"/>
                  </a:lnTo>
                  <a:lnTo>
                    <a:pt x="2310" y="2103"/>
                  </a:lnTo>
                  <a:cubicBezTo>
                    <a:pt x="2194" y="2103"/>
                    <a:pt x="2103" y="2194"/>
                    <a:pt x="2103" y="2305"/>
                  </a:cubicBezTo>
                  <a:lnTo>
                    <a:pt x="2103" y="7882"/>
                  </a:lnTo>
                  <a:lnTo>
                    <a:pt x="1949" y="7882"/>
                  </a:lnTo>
                  <a:cubicBezTo>
                    <a:pt x="1723" y="7581"/>
                    <a:pt x="1406" y="7447"/>
                    <a:pt x="1094" y="7447"/>
                  </a:cubicBezTo>
                  <a:cubicBezTo>
                    <a:pt x="540" y="7447"/>
                    <a:pt x="0" y="7867"/>
                    <a:pt x="0" y="8531"/>
                  </a:cubicBezTo>
                  <a:cubicBezTo>
                    <a:pt x="0" y="9196"/>
                    <a:pt x="540" y="9616"/>
                    <a:pt x="1094" y="9616"/>
                  </a:cubicBezTo>
                  <a:cubicBezTo>
                    <a:pt x="1406" y="9616"/>
                    <a:pt x="1723" y="9482"/>
                    <a:pt x="1949" y="9181"/>
                  </a:cubicBezTo>
                  <a:lnTo>
                    <a:pt x="2103" y="9181"/>
                  </a:lnTo>
                  <a:lnTo>
                    <a:pt x="2103" y="10605"/>
                  </a:lnTo>
                  <a:cubicBezTo>
                    <a:pt x="2103" y="10721"/>
                    <a:pt x="2194" y="10812"/>
                    <a:pt x="2310" y="10812"/>
                  </a:cubicBezTo>
                  <a:lnTo>
                    <a:pt x="3036" y="10812"/>
                  </a:lnTo>
                  <a:cubicBezTo>
                    <a:pt x="3311" y="10812"/>
                    <a:pt x="3311" y="10403"/>
                    <a:pt x="3036" y="10403"/>
                  </a:cubicBezTo>
                  <a:lnTo>
                    <a:pt x="2512" y="10403"/>
                  </a:lnTo>
                  <a:lnTo>
                    <a:pt x="2512" y="8979"/>
                  </a:lnTo>
                  <a:cubicBezTo>
                    <a:pt x="2512" y="8863"/>
                    <a:pt x="2421" y="8772"/>
                    <a:pt x="2310" y="8772"/>
                  </a:cubicBezTo>
                  <a:lnTo>
                    <a:pt x="1838" y="8772"/>
                  </a:lnTo>
                  <a:cubicBezTo>
                    <a:pt x="1766" y="8772"/>
                    <a:pt x="1704" y="8811"/>
                    <a:pt x="1665" y="8873"/>
                  </a:cubicBezTo>
                  <a:cubicBezTo>
                    <a:pt x="1529" y="9101"/>
                    <a:pt x="1310" y="9204"/>
                    <a:pt x="1093" y="9204"/>
                  </a:cubicBezTo>
                  <a:cubicBezTo>
                    <a:pt x="751" y="9204"/>
                    <a:pt x="414" y="8949"/>
                    <a:pt x="414" y="8531"/>
                  </a:cubicBezTo>
                  <a:cubicBezTo>
                    <a:pt x="414" y="8113"/>
                    <a:pt x="751" y="7857"/>
                    <a:pt x="1093" y="7857"/>
                  </a:cubicBezTo>
                  <a:cubicBezTo>
                    <a:pt x="1310" y="7857"/>
                    <a:pt x="1529" y="7960"/>
                    <a:pt x="1665" y="8190"/>
                  </a:cubicBezTo>
                  <a:cubicBezTo>
                    <a:pt x="1704" y="8252"/>
                    <a:pt x="1766" y="8286"/>
                    <a:pt x="1838" y="8291"/>
                  </a:cubicBezTo>
                  <a:lnTo>
                    <a:pt x="2310" y="8291"/>
                  </a:lnTo>
                  <a:cubicBezTo>
                    <a:pt x="2421" y="8291"/>
                    <a:pt x="2512" y="8195"/>
                    <a:pt x="2512" y="8084"/>
                  </a:cubicBezTo>
                  <a:lnTo>
                    <a:pt x="2512" y="6660"/>
                  </a:lnTo>
                  <a:lnTo>
                    <a:pt x="3941" y="6660"/>
                  </a:lnTo>
                  <a:cubicBezTo>
                    <a:pt x="4052" y="6660"/>
                    <a:pt x="4143" y="6568"/>
                    <a:pt x="4143" y="6458"/>
                  </a:cubicBezTo>
                  <a:lnTo>
                    <a:pt x="4143" y="5986"/>
                  </a:lnTo>
                  <a:cubicBezTo>
                    <a:pt x="4143" y="5914"/>
                    <a:pt x="4105" y="5847"/>
                    <a:pt x="4042" y="5813"/>
                  </a:cubicBezTo>
                  <a:cubicBezTo>
                    <a:pt x="3455" y="5462"/>
                    <a:pt x="3700" y="4562"/>
                    <a:pt x="4384" y="4562"/>
                  </a:cubicBezTo>
                  <a:cubicBezTo>
                    <a:pt x="5067" y="4562"/>
                    <a:pt x="5317" y="5462"/>
                    <a:pt x="4730" y="5813"/>
                  </a:cubicBezTo>
                  <a:cubicBezTo>
                    <a:pt x="4668" y="5847"/>
                    <a:pt x="4629" y="5914"/>
                    <a:pt x="4629" y="5986"/>
                  </a:cubicBezTo>
                  <a:lnTo>
                    <a:pt x="4629" y="6458"/>
                  </a:lnTo>
                  <a:cubicBezTo>
                    <a:pt x="4629" y="6568"/>
                    <a:pt x="4721" y="6660"/>
                    <a:pt x="4831" y="6660"/>
                  </a:cubicBezTo>
                  <a:lnTo>
                    <a:pt x="6256" y="6660"/>
                  </a:lnTo>
                  <a:lnTo>
                    <a:pt x="6256" y="7882"/>
                  </a:lnTo>
                  <a:lnTo>
                    <a:pt x="6102" y="7882"/>
                  </a:lnTo>
                  <a:cubicBezTo>
                    <a:pt x="5876" y="7581"/>
                    <a:pt x="5559" y="7447"/>
                    <a:pt x="5246" y="7447"/>
                  </a:cubicBezTo>
                  <a:cubicBezTo>
                    <a:pt x="4693" y="7447"/>
                    <a:pt x="4153" y="7867"/>
                    <a:pt x="4153" y="8531"/>
                  </a:cubicBezTo>
                  <a:cubicBezTo>
                    <a:pt x="4153" y="9196"/>
                    <a:pt x="4693" y="9616"/>
                    <a:pt x="5246" y="9616"/>
                  </a:cubicBezTo>
                  <a:cubicBezTo>
                    <a:pt x="5559" y="9616"/>
                    <a:pt x="5876" y="9482"/>
                    <a:pt x="6102" y="9181"/>
                  </a:cubicBezTo>
                  <a:lnTo>
                    <a:pt x="6256" y="9181"/>
                  </a:lnTo>
                  <a:lnTo>
                    <a:pt x="6256" y="10403"/>
                  </a:lnTo>
                  <a:lnTo>
                    <a:pt x="3672" y="10403"/>
                  </a:lnTo>
                  <a:cubicBezTo>
                    <a:pt x="3670" y="10403"/>
                    <a:pt x="3668" y="10403"/>
                    <a:pt x="3667" y="10403"/>
                  </a:cubicBezTo>
                  <a:cubicBezTo>
                    <a:pt x="3397" y="10403"/>
                    <a:pt x="3399" y="10807"/>
                    <a:pt x="3672" y="10812"/>
                  </a:cubicBezTo>
                  <a:lnTo>
                    <a:pt x="7882" y="10812"/>
                  </a:lnTo>
                  <a:lnTo>
                    <a:pt x="7882" y="10966"/>
                  </a:lnTo>
                  <a:cubicBezTo>
                    <a:pt x="7049" y="11592"/>
                    <a:pt x="7492" y="12915"/>
                    <a:pt x="8531" y="12915"/>
                  </a:cubicBezTo>
                  <a:cubicBezTo>
                    <a:pt x="9571" y="12915"/>
                    <a:pt x="10013" y="11592"/>
                    <a:pt x="9181" y="10966"/>
                  </a:cubicBezTo>
                  <a:lnTo>
                    <a:pt x="9181" y="10812"/>
                  </a:lnTo>
                  <a:lnTo>
                    <a:pt x="10605" y="10812"/>
                  </a:lnTo>
                  <a:cubicBezTo>
                    <a:pt x="10721" y="10812"/>
                    <a:pt x="10812" y="10716"/>
                    <a:pt x="10812" y="10605"/>
                  </a:cubicBezTo>
                  <a:lnTo>
                    <a:pt x="10812" y="5033"/>
                  </a:lnTo>
                  <a:lnTo>
                    <a:pt x="10966" y="5033"/>
                  </a:lnTo>
                  <a:cubicBezTo>
                    <a:pt x="11184" y="5325"/>
                    <a:pt x="11507" y="5466"/>
                    <a:pt x="11829" y="5466"/>
                  </a:cubicBezTo>
                  <a:cubicBezTo>
                    <a:pt x="12218" y="5466"/>
                    <a:pt x="12605" y="5260"/>
                    <a:pt x="12799" y="4865"/>
                  </a:cubicBezTo>
                  <a:cubicBezTo>
                    <a:pt x="13159" y="4145"/>
                    <a:pt x="12639" y="3301"/>
                    <a:pt x="11834" y="3301"/>
                  </a:cubicBezTo>
                  <a:cubicBezTo>
                    <a:pt x="11832" y="3301"/>
                    <a:pt x="11830" y="3301"/>
                    <a:pt x="11828" y="3301"/>
                  </a:cubicBezTo>
                  <a:lnTo>
                    <a:pt x="11832" y="3301"/>
                  </a:lnTo>
                  <a:cubicBezTo>
                    <a:pt x="11491" y="3301"/>
                    <a:pt x="11173" y="3460"/>
                    <a:pt x="10971" y="3729"/>
                  </a:cubicBezTo>
                  <a:lnTo>
                    <a:pt x="10812" y="3729"/>
                  </a:lnTo>
                  <a:lnTo>
                    <a:pt x="10812" y="2305"/>
                  </a:lnTo>
                  <a:cubicBezTo>
                    <a:pt x="10812" y="2194"/>
                    <a:pt x="10721" y="2103"/>
                    <a:pt x="10610" y="2103"/>
                  </a:cubicBezTo>
                  <a:lnTo>
                    <a:pt x="9922" y="2103"/>
                  </a:lnTo>
                  <a:cubicBezTo>
                    <a:pt x="9653" y="2103"/>
                    <a:pt x="9653" y="2512"/>
                    <a:pt x="9922" y="2512"/>
                  </a:cubicBezTo>
                  <a:lnTo>
                    <a:pt x="10403" y="2512"/>
                  </a:lnTo>
                  <a:lnTo>
                    <a:pt x="10403" y="3936"/>
                  </a:lnTo>
                  <a:cubicBezTo>
                    <a:pt x="10403" y="4047"/>
                    <a:pt x="10495" y="4138"/>
                    <a:pt x="10610" y="4138"/>
                  </a:cubicBezTo>
                  <a:lnTo>
                    <a:pt x="11077" y="4138"/>
                  </a:lnTo>
                  <a:cubicBezTo>
                    <a:pt x="11149" y="4138"/>
                    <a:pt x="11216" y="4100"/>
                    <a:pt x="11255" y="4037"/>
                  </a:cubicBezTo>
                  <a:cubicBezTo>
                    <a:pt x="11389" y="3809"/>
                    <a:pt x="11608" y="3707"/>
                    <a:pt x="11825" y="3707"/>
                  </a:cubicBezTo>
                  <a:cubicBezTo>
                    <a:pt x="12168" y="3707"/>
                    <a:pt x="12506" y="3961"/>
                    <a:pt x="12506" y="4379"/>
                  </a:cubicBezTo>
                  <a:cubicBezTo>
                    <a:pt x="12506" y="4798"/>
                    <a:pt x="12166" y="5054"/>
                    <a:pt x="11823" y="5054"/>
                  </a:cubicBezTo>
                  <a:cubicBezTo>
                    <a:pt x="11606" y="5054"/>
                    <a:pt x="11389" y="4952"/>
                    <a:pt x="11255" y="4725"/>
                  </a:cubicBezTo>
                  <a:cubicBezTo>
                    <a:pt x="11216" y="4663"/>
                    <a:pt x="11149" y="4624"/>
                    <a:pt x="11077" y="4624"/>
                  </a:cubicBezTo>
                  <a:lnTo>
                    <a:pt x="10610" y="4624"/>
                  </a:lnTo>
                  <a:cubicBezTo>
                    <a:pt x="10495" y="4624"/>
                    <a:pt x="10403" y="4716"/>
                    <a:pt x="10403" y="4826"/>
                  </a:cubicBezTo>
                  <a:lnTo>
                    <a:pt x="10403" y="6251"/>
                  </a:lnTo>
                  <a:lnTo>
                    <a:pt x="8979" y="6251"/>
                  </a:lnTo>
                  <a:cubicBezTo>
                    <a:pt x="8868" y="6251"/>
                    <a:pt x="8777" y="6342"/>
                    <a:pt x="8777" y="6458"/>
                  </a:cubicBezTo>
                  <a:lnTo>
                    <a:pt x="8777" y="6924"/>
                  </a:lnTo>
                  <a:cubicBezTo>
                    <a:pt x="8777" y="6997"/>
                    <a:pt x="8815" y="7064"/>
                    <a:pt x="8878" y="7102"/>
                  </a:cubicBezTo>
                  <a:cubicBezTo>
                    <a:pt x="9465" y="7449"/>
                    <a:pt x="9215" y="8349"/>
                    <a:pt x="8531" y="8349"/>
                  </a:cubicBezTo>
                  <a:cubicBezTo>
                    <a:pt x="7848" y="8349"/>
                    <a:pt x="7603" y="7449"/>
                    <a:pt x="8190" y="7102"/>
                  </a:cubicBezTo>
                  <a:cubicBezTo>
                    <a:pt x="8252" y="7064"/>
                    <a:pt x="8291" y="6997"/>
                    <a:pt x="8291" y="6924"/>
                  </a:cubicBezTo>
                  <a:lnTo>
                    <a:pt x="8291" y="6458"/>
                  </a:lnTo>
                  <a:cubicBezTo>
                    <a:pt x="8291" y="6342"/>
                    <a:pt x="8199" y="6251"/>
                    <a:pt x="8089" y="6251"/>
                  </a:cubicBezTo>
                  <a:lnTo>
                    <a:pt x="6665" y="6251"/>
                  </a:lnTo>
                  <a:lnTo>
                    <a:pt x="6665" y="5033"/>
                  </a:lnTo>
                  <a:lnTo>
                    <a:pt x="6818" y="5033"/>
                  </a:lnTo>
                  <a:cubicBezTo>
                    <a:pt x="7044" y="5331"/>
                    <a:pt x="7360" y="5465"/>
                    <a:pt x="7671" y="5465"/>
                  </a:cubicBezTo>
                  <a:cubicBezTo>
                    <a:pt x="8225" y="5465"/>
                    <a:pt x="8767" y="5044"/>
                    <a:pt x="8767" y="4379"/>
                  </a:cubicBezTo>
                  <a:cubicBezTo>
                    <a:pt x="8767" y="3715"/>
                    <a:pt x="8227" y="3297"/>
                    <a:pt x="7674" y="3297"/>
                  </a:cubicBezTo>
                  <a:cubicBezTo>
                    <a:pt x="7361" y="3297"/>
                    <a:pt x="7044" y="3430"/>
                    <a:pt x="6818" y="3729"/>
                  </a:cubicBezTo>
                  <a:lnTo>
                    <a:pt x="6665" y="3729"/>
                  </a:lnTo>
                  <a:lnTo>
                    <a:pt x="6665" y="2512"/>
                  </a:lnTo>
                  <a:lnTo>
                    <a:pt x="9244" y="2512"/>
                  </a:lnTo>
                  <a:cubicBezTo>
                    <a:pt x="9513" y="2512"/>
                    <a:pt x="9513" y="2103"/>
                    <a:pt x="9244" y="2103"/>
                  </a:cubicBezTo>
                  <a:lnTo>
                    <a:pt x="5033" y="2103"/>
                  </a:lnTo>
                  <a:lnTo>
                    <a:pt x="5033" y="1944"/>
                  </a:lnTo>
                  <a:cubicBezTo>
                    <a:pt x="5861" y="1319"/>
                    <a:pt x="5418" y="0"/>
                    <a:pt x="4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81"/>
          <p:cNvGrpSpPr/>
          <p:nvPr/>
        </p:nvGrpSpPr>
        <p:grpSpPr>
          <a:xfrm>
            <a:off x="2175039" y="3816786"/>
            <a:ext cx="424571" cy="344813"/>
            <a:chOff x="2175039" y="3816786"/>
            <a:chExt cx="424571" cy="344813"/>
          </a:xfrm>
        </p:grpSpPr>
        <p:sp>
          <p:nvSpPr>
            <p:cNvPr id="10025" name="Google Shape;10025;p81"/>
            <p:cNvSpPr/>
            <p:nvPr/>
          </p:nvSpPr>
          <p:spPr>
            <a:xfrm>
              <a:off x="2181228" y="3849727"/>
              <a:ext cx="412060" cy="305550"/>
            </a:xfrm>
            <a:custGeom>
              <a:rect b="b" l="l" r="r" t="t"/>
              <a:pathLst>
                <a:path extrusionOk="0" h="11650" w="15711">
                  <a:moveTo>
                    <a:pt x="761" y="0"/>
                  </a:moveTo>
                  <a:cubicBezTo>
                    <a:pt x="342" y="0"/>
                    <a:pt x="0" y="337"/>
                    <a:pt x="0" y="761"/>
                  </a:cubicBezTo>
                  <a:lnTo>
                    <a:pt x="0" y="10889"/>
                  </a:lnTo>
                  <a:cubicBezTo>
                    <a:pt x="0" y="11313"/>
                    <a:pt x="342" y="11650"/>
                    <a:pt x="761" y="11650"/>
                  </a:cubicBezTo>
                  <a:lnTo>
                    <a:pt x="14951" y="11650"/>
                  </a:lnTo>
                  <a:cubicBezTo>
                    <a:pt x="15369" y="11650"/>
                    <a:pt x="15711" y="11313"/>
                    <a:pt x="15711" y="10894"/>
                  </a:cubicBezTo>
                  <a:lnTo>
                    <a:pt x="15711" y="761"/>
                  </a:lnTo>
                  <a:cubicBezTo>
                    <a:pt x="15711" y="337"/>
                    <a:pt x="15374" y="0"/>
                    <a:pt x="1495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1"/>
            <p:cNvSpPr/>
            <p:nvPr/>
          </p:nvSpPr>
          <p:spPr>
            <a:xfrm>
              <a:off x="2181228" y="3849596"/>
              <a:ext cx="412191" cy="40023"/>
            </a:xfrm>
            <a:custGeom>
              <a:rect b="b" l="l" r="r" t="t"/>
              <a:pathLst>
                <a:path extrusionOk="0" h="1526" w="15716">
                  <a:moveTo>
                    <a:pt x="761" y="1"/>
                  </a:moveTo>
                  <a:cubicBezTo>
                    <a:pt x="342" y="1"/>
                    <a:pt x="0" y="342"/>
                    <a:pt x="0" y="766"/>
                  </a:cubicBezTo>
                  <a:lnTo>
                    <a:pt x="0" y="1526"/>
                  </a:lnTo>
                  <a:lnTo>
                    <a:pt x="15711" y="1526"/>
                  </a:lnTo>
                  <a:lnTo>
                    <a:pt x="15711" y="766"/>
                  </a:lnTo>
                  <a:cubicBezTo>
                    <a:pt x="15716" y="342"/>
                    <a:pt x="15374" y="1"/>
                    <a:pt x="14951"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1"/>
            <p:cNvSpPr/>
            <p:nvPr/>
          </p:nvSpPr>
          <p:spPr>
            <a:xfrm>
              <a:off x="2201161" y="3849596"/>
              <a:ext cx="66539" cy="33230"/>
            </a:xfrm>
            <a:custGeom>
              <a:rect b="b" l="l" r="r" t="t"/>
              <a:pathLst>
                <a:path extrusionOk="0" h="1267" w="2537">
                  <a:moveTo>
                    <a:pt x="1" y="1"/>
                  </a:moveTo>
                  <a:lnTo>
                    <a:pt x="1" y="256"/>
                  </a:lnTo>
                  <a:cubicBezTo>
                    <a:pt x="1" y="814"/>
                    <a:pt x="458" y="1266"/>
                    <a:pt x="1016" y="1266"/>
                  </a:cubicBezTo>
                  <a:lnTo>
                    <a:pt x="1521" y="1266"/>
                  </a:lnTo>
                  <a:cubicBezTo>
                    <a:pt x="2084" y="1266"/>
                    <a:pt x="2536" y="814"/>
                    <a:pt x="2536" y="256"/>
                  </a:cubicBezTo>
                  <a:lnTo>
                    <a:pt x="2536"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1"/>
            <p:cNvSpPr/>
            <p:nvPr/>
          </p:nvSpPr>
          <p:spPr>
            <a:xfrm>
              <a:off x="2506948" y="3849596"/>
              <a:ext cx="66408" cy="33230"/>
            </a:xfrm>
            <a:custGeom>
              <a:rect b="b" l="l" r="r" t="t"/>
              <a:pathLst>
                <a:path extrusionOk="0" h="1267" w="2532">
                  <a:moveTo>
                    <a:pt x="1" y="1"/>
                  </a:moveTo>
                  <a:lnTo>
                    <a:pt x="1" y="256"/>
                  </a:lnTo>
                  <a:cubicBezTo>
                    <a:pt x="1" y="814"/>
                    <a:pt x="453" y="1266"/>
                    <a:pt x="1011" y="1266"/>
                  </a:cubicBezTo>
                  <a:lnTo>
                    <a:pt x="1521" y="1266"/>
                  </a:lnTo>
                  <a:cubicBezTo>
                    <a:pt x="2079" y="1266"/>
                    <a:pt x="2532" y="814"/>
                    <a:pt x="2532" y="256"/>
                  </a:cubicBezTo>
                  <a:lnTo>
                    <a:pt x="2532"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1"/>
            <p:cNvSpPr/>
            <p:nvPr/>
          </p:nvSpPr>
          <p:spPr>
            <a:xfrm>
              <a:off x="2221094" y="3823107"/>
              <a:ext cx="26673" cy="39761"/>
            </a:xfrm>
            <a:custGeom>
              <a:rect b="b" l="l" r="r" t="t"/>
              <a:pathLst>
                <a:path extrusionOk="0" h="1516" w="1017">
                  <a:moveTo>
                    <a:pt x="256" y="0"/>
                  </a:moveTo>
                  <a:cubicBezTo>
                    <a:pt x="116" y="0"/>
                    <a:pt x="1" y="111"/>
                    <a:pt x="1" y="250"/>
                  </a:cubicBezTo>
                  <a:lnTo>
                    <a:pt x="1" y="1266"/>
                  </a:lnTo>
                  <a:cubicBezTo>
                    <a:pt x="1" y="1405"/>
                    <a:pt x="116" y="1516"/>
                    <a:pt x="256" y="1516"/>
                  </a:cubicBezTo>
                  <a:lnTo>
                    <a:pt x="761" y="1516"/>
                  </a:lnTo>
                  <a:cubicBezTo>
                    <a:pt x="901" y="1516"/>
                    <a:pt x="1016" y="1405"/>
                    <a:pt x="1016" y="1266"/>
                  </a:cubicBezTo>
                  <a:lnTo>
                    <a:pt x="1016" y="250"/>
                  </a:lnTo>
                  <a:cubicBezTo>
                    <a:pt x="1016"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1"/>
            <p:cNvSpPr/>
            <p:nvPr/>
          </p:nvSpPr>
          <p:spPr>
            <a:xfrm>
              <a:off x="2221094" y="3822975"/>
              <a:ext cx="26673" cy="19959"/>
            </a:xfrm>
            <a:custGeom>
              <a:rect b="b" l="l" r="r" t="t"/>
              <a:pathLst>
                <a:path extrusionOk="0" h="761" w="1017">
                  <a:moveTo>
                    <a:pt x="256" y="0"/>
                  </a:moveTo>
                  <a:cubicBezTo>
                    <a:pt x="116" y="0"/>
                    <a:pt x="1" y="116"/>
                    <a:pt x="1" y="255"/>
                  </a:cubicBezTo>
                  <a:lnTo>
                    <a:pt x="1" y="761"/>
                  </a:lnTo>
                  <a:lnTo>
                    <a:pt x="1016" y="761"/>
                  </a:lnTo>
                  <a:lnTo>
                    <a:pt x="1016" y="255"/>
                  </a:lnTo>
                  <a:cubicBezTo>
                    <a:pt x="1016"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1"/>
            <p:cNvSpPr/>
            <p:nvPr/>
          </p:nvSpPr>
          <p:spPr>
            <a:xfrm>
              <a:off x="2526881" y="3823107"/>
              <a:ext cx="26542" cy="39761"/>
            </a:xfrm>
            <a:custGeom>
              <a:rect b="b" l="l" r="r" t="t"/>
              <a:pathLst>
                <a:path extrusionOk="0" h="1516" w="1012">
                  <a:moveTo>
                    <a:pt x="251" y="0"/>
                  </a:moveTo>
                  <a:cubicBezTo>
                    <a:pt x="111" y="0"/>
                    <a:pt x="1" y="111"/>
                    <a:pt x="1" y="250"/>
                  </a:cubicBezTo>
                  <a:lnTo>
                    <a:pt x="1" y="1266"/>
                  </a:lnTo>
                  <a:cubicBezTo>
                    <a:pt x="1" y="1405"/>
                    <a:pt x="111" y="1516"/>
                    <a:pt x="251" y="1516"/>
                  </a:cubicBezTo>
                  <a:lnTo>
                    <a:pt x="761" y="1516"/>
                  </a:lnTo>
                  <a:cubicBezTo>
                    <a:pt x="901" y="1516"/>
                    <a:pt x="1011" y="1405"/>
                    <a:pt x="1011" y="1266"/>
                  </a:cubicBezTo>
                  <a:lnTo>
                    <a:pt x="1011" y="250"/>
                  </a:lnTo>
                  <a:cubicBezTo>
                    <a:pt x="1011"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1"/>
            <p:cNvSpPr/>
            <p:nvPr/>
          </p:nvSpPr>
          <p:spPr>
            <a:xfrm>
              <a:off x="2526881" y="3822975"/>
              <a:ext cx="26542" cy="19959"/>
            </a:xfrm>
            <a:custGeom>
              <a:rect b="b" l="l" r="r" t="t"/>
              <a:pathLst>
                <a:path extrusionOk="0" h="761" w="1012">
                  <a:moveTo>
                    <a:pt x="251" y="0"/>
                  </a:moveTo>
                  <a:cubicBezTo>
                    <a:pt x="111" y="0"/>
                    <a:pt x="1" y="116"/>
                    <a:pt x="1" y="255"/>
                  </a:cubicBezTo>
                  <a:lnTo>
                    <a:pt x="1" y="761"/>
                  </a:lnTo>
                  <a:lnTo>
                    <a:pt x="1011" y="761"/>
                  </a:lnTo>
                  <a:lnTo>
                    <a:pt x="1011" y="255"/>
                  </a:lnTo>
                  <a:cubicBezTo>
                    <a:pt x="1011"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1"/>
            <p:cNvSpPr/>
            <p:nvPr/>
          </p:nvSpPr>
          <p:spPr>
            <a:xfrm>
              <a:off x="2181228" y="3889488"/>
              <a:ext cx="412060" cy="19959"/>
            </a:xfrm>
            <a:custGeom>
              <a:rect b="b" l="l" r="r" t="t"/>
              <a:pathLst>
                <a:path extrusionOk="0" h="761" w="15711">
                  <a:moveTo>
                    <a:pt x="0" y="0"/>
                  </a:moveTo>
                  <a:lnTo>
                    <a:pt x="0" y="760"/>
                  </a:lnTo>
                  <a:lnTo>
                    <a:pt x="15711" y="760"/>
                  </a:lnTo>
                  <a:lnTo>
                    <a:pt x="157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1"/>
            <p:cNvSpPr/>
            <p:nvPr/>
          </p:nvSpPr>
          <p:spPr>
            <a:xfrm>
              <a:off x="2175039" y="3816786"/>
              <a:ext cx="424571" cy="344813"/>
            </a:xfrm>
            <a:custGeom>
              <a:rect b="b" l="l" r="r" t="t"/>
              <a:pathLst>
                <a:path extrusionOk="0" h="13147" w="16188">
                  <a:moveTo>
                    <a:pt x="2517" y="472"/>
                  </a:moveTo>
                  <a:cubicBezTo>
                    <a:pt x="2527" y="472"/>
                    <a:pt x="2536" y="482"/>
                    <a:pt x="2536" y="491"/>
                  </a:cubicBezTo>
                  <a:lnTo>
                    <a:pt x="2536" y="1502"/>
                  </a:lnTo>
                  <a:cubicBezTo>
                    <a:pt x="2536" y="1511"/>
                    <a:pt x="2527" y="1521"/>
                    <a:pt x="2517" y="1521"/>
                  </a:cubicBezTo>
                  <a:lnTo>
                    <a:pt x="2012" y="1521"/>
                  </a:lnTo>
                  <a:cubicBezTo>
                    <a:pt x="2002" y="1521"/>
                    <a:pt x="1998" y="1511"/>
                    <a:pt x="1998" y="1502"/>
                  </a:cubicBezTo>
                  <a:lnTo>
                    <a:pt x="1998" y="491"/>
                  </a:lnTo>
                  <a:cubicBezTo>
                    <a:pt x="1998" y="482"/>
                    <a:pt x="2002" y="477"/>
                    <a:pt x="2012" y="477"/>
                  </a:cubicBezTo>
                  <a:lnTo>
                    <a:pt x="2012" y="472"/>
                  </a:lnTo>
                  <a:close/>
                  <a:moveTo>
                    <a:pt x="14176" y="472"/>
                  </a:moveTo>
                  <a:cubicBezTo>
                    <a:pt x="14181" y="472"/>
                    <a:pt x="14190" y="482"/>
                    <a:pt x="14190" y="491"/>
                  </a:cubicBezTo>
                  <a:lnTo>
                    <a:pt x="14190" y="1502"/>
                  </a:lnTo>
                  <a:cubicBezTo>
                    <a:pt x="14190" y="1511"/>
                    <a:pt x="14181" y="1521"/>
                    <a:pt x="14176" y="1521"/>
                  </a:cubicBezTo>
                  <a:lnTo>
                    <a:pt x="13666" y="1521"/>
                  </a:lnTo>
                  <a:cubicBezTo>
                    <a:pt x="13656" y="1521"/>
                    <a:pt x="13652" y="1511"/>
                    <a:pt x="13652" y="1502"/>
                  </a:cubicBezTo>
                  <a:lnTo>
                    <a:pt x="13652" y="491"/>
                  </a:lnTo>
                  <a:cubicBezTo>
                    <a:pt x="13652" y="482"/>
                    <a:pt x="13661" y="477"/>
                    <a:pt x="13666" y="477"/>
                  </a:cubicBezTo>
                  <a:lnTo>
                    <a:pt x="13666" y="472"/>
                  </a:lnTo>
                  <a:close/>
                  <a:moveTo>
                    <a:pt x="15187" y="1492"/>
                  </a:moveTo>
                  <a:cubicBezTo>
                    <a:pt x="15475" y="1492"/>
                    <a:pt x="15711" y="1723"/>
                    <a:pt x="15711" y="2017"/>
                  </a:cubicBezTo>
                  <a:lnTo>
                    <a:pt x="15711" y="12145"/>
                  </a:lnTo>
                  <a:cubicBezTo>
                    <a:pt x="15711" y="12434"/>
                    <a:pt x="15475" y="12670"/>
                    <a:pt x="15187" y="12670"/>
                  </a:cubicBezTo>
                  <a:lnTo>
                    <a:pt x="997" y="12670"/>
                  </a:lnTo>
                  <a:cubicBezTo>
                    <a:pt x="708" y="12670"/>
                    <a:pt x="477" y="12434"/>
                    <a:pt x="477" y="12145"/>
                  </a:cubicBezTo>
                  <a:lnTo>
                    <a:pt x="477" y="2017"/>
                  </a:lnTo>
                  <a:cubicBezTo>
                    <a:pt x="477" y="1723"/>
                    <a:pt x="708" y="1492"/>
                    <a:pt x="997" y="1492"/>
                  </a:cubicBezTo>
                  <a:lnTo>
                    <a:pt x="1521" y="1492"/>
                  </a:lnTo>
                  <a:lnTo>
                    <a:pt x="1521" y="1507"/>
                  </a:lnTo>
                  <a:cubicBezTo>
                    <a:pt x="1521" y="1776"/>
                    <a:pt x="1743" y="1997"/>
                    <a:pt x="2012" y="1997"/>
                  </a:cubicBezTo>
                  <a:lnTo>
                    <a:pt x="2517" y="1997"/>
                  </a:lnTo>
                  <a:cubicBezTo>
                    <a:pt x="2787" y="1997"/>
                    <a:pt x="3008" y="1776"/>
                    <a:pt x="3008" y="1507"/>
                  </a:cubicBezTo>
                  <a:lnTo>
                    <a:pt x="3008" y="1492"/>
                  </a:lnTo>
                  <a:lnTo>
                    <a:pt x="13175" y="1492"/>
                  </a:lnTo>
                  <a:lnTo>
                    <a:pt x="13175" y="1507"/>
                  </a:lnTo>
                  <a:cubicBezTo>
                    <a:pt x="13175" y="1776"/>
                    <a:pt x="13397" y="1997"/>
                    <a:pt x="13666" y="1997"/>
                  </a:cubicBezTo>
                  <a:lnTo>
                    <a:pt x="14176" y="1997"/>
                  </a:lnTo>
                  <a:cubicBezTo>
                    <a:pt x="14446" y="1997"/>
                    <a:pt x="14662" y="1776"/>
                    <a:pt x="14667" y="1507"/>
                  </a:cubicBezTo>
                  <a:lnTo>
                    <a:pt x="14667" y="1492"/>
                  </a:lnTo>
                  <a:close/>
                  <a:moveTo>
                    <a:pt x="2012" y="1"/>
                  </a:moveTo>
                  <a:cubicBezTo>
                    <a:pt x="1743" y="1"/>
                    <a:pt x="1521" y="222"/>
                    <a:pt x="1521" y="491"/>
                  </a:cubicBezTo>
                  <a:lnTo>
                    <a:pt x="1521" y="1016"/>
                  </a:lnTo>
                  <a:lnTo>
                    <a:pt x="997" y="1016"/>
                  </a:lnTo>
                  <a:cubicBezTo>
                    <a:pt x="448" y="1016"/>
                    <a:pt x="1" y="1463"/>
                    <a:pt x="1" y="2017"/>
                  </a:cubicBezTo>
                  <a:lnTo>
                    <a:pt x="1" y="12150"/>
                  </a:lnTo>
                  <a:cubicBezTo>
                    <a:pt x="1" y="12699"/>
                    <a:pt x="448" y="13146"/>
                    <a:pt x="997" y="13146"/>
                  </a:cubicBezTo>
                  <a:lnTo>
                    <a:pt x="15187" y="13146"/>
                  </a:lnTo>
                  <a:cubicBezTo>
                    <a:pt x="15740" y="13146"/>
                    <a:pt x="16183" y="12699"/>
                    <a:pt x="16183" y="12150"/>
                  </a:cubicBezTo>
                  <a:lnTo>
                    <a:pt x="16183" y="2017"/>
                  </a:lnTo>
                  <a:cubicBezTo>
                    <a:pt x="16187" y="1463"/>
                    <a:pt x="15740" y="1016"/>
                    <a:pt x="15187" y="1016"/>
                  </a:cubicBezTo>
                  <a:lnTo>
                    <a:pt x="14667" y="1016"/>
                  </a:lnTo>
                  <a:lnTo>
                    <a:pt x="14667" y="491"/>
                  </a:lnTo>
                  <a:cubicBezTo>
                    <a:pt x="14662" y="222"/>
                    <a:pt x="14446" y="1"/>
                    <a:pt x="14176" y="1"/>
                  </a:cubicBezTo>
                  <a:lnTo>
                    <a:pt x="13666" y="1"/>
                  </a:lnTo>
                  <a:cubicBezTo>
                    <a:pt x="13397" y="1"/>
                    <a:pt x="13175" y="222"/>
                    <a:pt x="13175" y="491"/>
                  </a:cubicBezTo>
                  <a:lnTo>
                    <a:pt x="13175" y="1016"/>
                  </a:lnTo>
                  <a:lnTo>
                    <a:pt x="3008" y="1016"/>
                  </a:lnTo>
                  <a:lnTo>
                    <a:pt x="3008" y="491"/>
                  </a:lnTo>
                  <a:cubicBezTo>
                    <a:pt x="3008" y="222"/>
                    <a:pt x="2787" y="1"/>
                    <a:pt x="2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1"/>
            <p:cNvSpPr/>
            <p:nvPr/>
          </p:nvSpPr>
          <p:spPr>
            <a:xfrm>
              <a:off x="2199535" y="3883299"/>
              <a:ext cx="375473" cy="12379"/>
            </a:xfrm>
            <a:custGeom>
              <a:rect b="b" l="l" r="r" t="t"/>
              <a:pathLst>
                <a:path extrusionOk="0" h="472" w="14316">
                  <a:moveTo>
                    <a:pt x="318" y="0"/>
                  </a:moveTo>
                  <a:cubicBezTo>
                    <a:pt x="0" y="0"/>
                    <a:pt x="0" y="472"/>
                    <a:pt x="318" y="472"/>
                  </a:cubicBezTo>
                  <a:lnTo>
                    <a:pt x="14002" y="472"/>
                  </a:lnTo>
                  <a:cubicBezTo>
                    <a:pt x="14315" y="472"/>
                    <a:pt x="14315" y="0"/>
                    <a:pt x="1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1"/>
            <p:cNvSpPr/>
            <p:nvPr/>
          </p:nvSpPr>
          <p:spPr>
            <a:xfrm>
              <a:off x="2219468" y="3936436"/>
              <a:ext cx="56573" cy="12511"/>
            </a:xfrm>
            <a:custGeom>
              <a:rect b="b" l="l" r="r" t="t"/>
              <a:pathLst>
                <a:path extrusionOk="0" h="477" w="2157">
                  <a:moveTo>
                    <a:pt x="318" y="0"/>
                  </a:moveTo>
                  <a:cubicBezTo>
                    <a:pt x="0" y="0"/>
                    <a:pt x="0" y="476"/>
                    <a:pt x="318" y="476"/>
                  </a:cubicBezTo>
                  <a:lnTo>
                    <a:pt x="1838" y="476"/>
                  </a:lnTo>
                  <a:cubicBezTo>
                    <a:pt x="2156" y="476"/>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1"/>
            <p:cNvSpPr/>
            <p:nvPr/>
          </p:nvSpPr>
          <p:spPr>
            <a:xfrm>
              <a:off x="2312471" y="3936436"/>
              <a:ext cx="56573" cy="12511"/>
            </a:xfrm>
            <a:custGeom>
              <a:rect b="b" l="l" r="r" t="t"/>
              <a:pathLst>
                <a:path extrusionOk="0" h="477" w="2157">
                  <a:moveTo>
                    <a:pt x="318" y="0"/>
                  </a:moveTo>
                  <a:cubicBezTo>
                    <a:pt x="1" y="0"/>
                    <a:pt x="1" y="476"/>
                    <a:pt x="318" y="476"/>
                  </a:cubicBezTo>
                  <a:lnTo>
                    <a:pt x="1844" y="476"/>
                  </a:lnTo>
                  <a:cubicBezTo>
                    <a:pt x="2156" y="476"/>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1"/>
            <p:cNvSpPr/>
            <p:nvPr/>
          </p:nvSpPr>
          <p:spPr>
            <a:xfrm>
              <a:off x="2498607" y="3936436"/>
              <a:ext cx="56442" cy="12511"/>
            </a:xfrm>
            <a:custGeom>
              <a:rect b="b" l="l" r="r" t="t"/>
              <a:pathLst>
                <a:path extrusionOk="0" h="477" w="2152">
                  <a:moveTo>
                    <a:pt x="319" y="0"/>
                  </a:moveTo>
                  <a:cubicBezTo>
                    <a:pt x="1" y="0"/>
                    <a:pt x="1" y="476"/>
                    <a:pt x="319" y="476"/>
                  </a:cubicBezTo>
                  <a:lnTo>
                    <a:pt x="1839" y="476"/>
                  </a:lnTo>
                  <a:cubicBezTo>
                    <a:pt x="2152" y="476"/>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1"/>
            <p:cNvSpPr/>
            <p:nvPr/>
          </p:nvSpPr>
          <p:spPr>
            <a:xfrm>
              <a:off x="2219468" y="3989546"/>
              <a:ext cx="56573" cy="12537"/>
            </a:xfrm>
            <a:custGeom>
              <a:rect b="b" l="l" r="r" t="t"/>
              <a:pathLst>
                <a:path extrusionOk="0" h="478" w="2157">
                  <a:moveTo>
                    <a:pt x="318" y="1"/>
                  </a:moveTo>
                  <a:cubicBezTo>
                    <a:pt x="0" y="1"/>
                    <a:pt x="0" y="477"/>
                    <a:pt x="318" y="477"/>
                  </a:cubicBezTo>
                  <a:lnTo>
                    <a:pt x="1838" y="477"/>
                  </a:lnTo>
                  <a:cubicBezTo>
                    <a:pt x="2156" y="477"/>
                    <a:pt x="2156" y="1"/>
                    <a:pt x="18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1"/>
            <p:cNvSpPr/>
            <p:nvPr/>
          </p:nvSpPr>
          <p:spPr>
            <a:xfrm>
              <a:off x="2405605" y="3989546"/>
              <a:ext cx="56442" cy="12537"/>
            </a:xfrm>
            <a:custGeom>
              <a:rect b="b" l="l" r="r" t="t"/>
              <a:pathLst>
                <a:path extrusionOk="0" h="478" w="2152">
                  <a:moveTo>
                    <a:pt x="313" y="1"/>
                  </a:moveTo>
                  <a:cubicBezTo>
                    <a:pt x="1" y="1"/>
                    <a:pt x="1" y="477"/>
                    <a:pt x="313" y="477"/>
                  </a:cubicBezTo>
                  <a:lnTo>
                    <a:pt x="1834" y="477"/>
                  </a:lnTo>
                  <a:cubicBezTo>
                    <a:pt x="2152" y="477"/>
                    <a:pt x="2152"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1"/>
            <p:cNvSpPr/>
            <p:nvPr/>
          </p:nvSpPr>
          <p:spPr>
            <a:xfrm>
              <a:off x="2219468" y="4042814"/>
              <a:ext cx="56573" cy="12379"/>
            </a:xfrm>
            <a:custGeom>
              <a:rect b="b" l="l" r="r" t="t"/>
              <a:pathLst>
                <a:path extrusionOk="0" h="472" w="2157">
                  <a:moveTo>
                    <a:pt x="318" y="0"/>
                  </a:moveTo>
                  <a:cubicBezTo>
                    <a:pt x="0" y="0"/>
                    <a:pt x="0" y="472"/>
                    <a:pt x="318" y="472"/>
                  </a:cubicBezTo>
                  <a:lnTo>
                    <a:pt x="1838" y="472"/>
                  </a:lnTo>
                  <a:cubicBezTo>
                    <a:pt x="2156" y="472"/>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1"/>
            <p:cNvSpPr/>
            <p:nvPr/>
          </p:nvSpPr>
          <p:spPr>
            <a:xfrm>
              <a:off x="2312471" y="4042814"/>
              <a:ext cx="56573" cy="12379"/>
            </a:xfrm>
            <a:custGeom>
              <a:rect b="b" l="l" r="r" t="t"/>
              <a:pathLst>
                <a:path extrusionOk="0" h="472" w="2157">
                  <a:moveTo>
                    <a:pt x="1848" y="0"/>
                  </a:moveTo>
                  <a:cubicBezTo>
                    <a:pt x="1847" y="0"/>
                    <a:pt x="1845" y="0"/>
                    <a:pt x="1844" y="0"/>
                  </a:cubicBezTo>
                  <a:lnTo>
                    <a:pt x="318" y="0"/>
                  </a:lnTo>
                  <a:cubicBezTo>
                    <a:pt x="1" y="0"/>
                    <a:pt x="1" y="472"/>
                    <a:pt x="318" y="472"/>
                  </a:cubicBezTo>
                  <a:lnTo>
                    <a:pt x="1844" y="472"/>
                  </a:lnTo>
                  <a:cubicBezTo>
                    <a:pt x="2155" y="472"/>
                    <a:pt x="2156" y="0"/>
                    <a:pt x="18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1"/>
            <p:cNvSpPr/>
            <p:nvPr/>
          </p:nvSpPr>
          <p:spPr>
            <a:xfrm>
              <a:off x="2498607" y="4042814"/>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1"/>
            <p:cNvSpPr/>
            <p:nvPr/>
          </p:nvSpPr>
          <p:spPr>
            <a:xfrm>
              <a:off x="2312471" y="4095951"/>
              <a:ext cx="56573" cy="12379"/>
            </a:xfrm>
            <a:custGeom>
              <a:rect b="b" l="l" r="r" t="t"/>
              <a:pathLst>
                <a:path extrusionOk="0" h="472" w="2157">
                  <a:moveTo>
                    <a:pt x="318" y="0"/>
                  </a:moveTo>
                  <a:cubicBezTo>
                    <a:pt x="1" y="0"/>
                    <a:pt x="1" y="472"/>
                    <a:pt x="318" y="472"/>
                  </a:cubicBezTo>
                  <a:lnTo>
                    <a:pt x="1844" y="472"/>
                  </a:lnTo>
                  <a:cubicBezTo>
                    <a:pt x="2156" y="472"/>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1"/>
            <p:cNvSpPr/>
            <p:nvPr/>
          </p:nvSpPr>
          <p:spPr>
            <a:xfrm>
              <a:off x="2405605" y="4095951"/>
              <a:ext cx="56442" cy="12379"/>
            </a:xfrm>
            <a:custGeom>
              <a:rect b="b" l="l" r="r" t="t"/>
              <a:pathLst>
                <a:path extrusionOk="0" h="472" w="2152">
                  <a:moveTo>
                    <a:pt x="313" y="0"/>
                  </a:moveTo>
                  <a:cubicBezTo>
                    <a:pt x="1" y="0"/>
                    <a:pt x="1" y="472"/>
                    <a:pt x="313" y="472"/>
                  </a:cubicBezTo>
                  <a:lnTo>
                    <a:pt x="1834" y="472"/>
                  </a:lnTo>
                  <a:cubicBezTo>
                    <a:pt x="2152" y="472"/>
                    <a:pt x="215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1"/>
            <p:cNvSpPr/>
            <p:nvPr/>
          </p:nvSpPr>
          <p:spPr>
            <a:xfrm>
              <a:off x="2498607" y="4095951"/>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1"/>
            <p:cNvSpPr/>
            <p:nvPr/>
          </p:nvSpPr>
          <p:spPr>
            <a:xfrm>
              <a:off x="2312104" y="3976170"/>
              <a:ext cx="57491" cy="39184"/>
            </a:xfrm>
            <a:custGeom>
              <a:rect b="b" l="l" r="r" t="t"/>
              <a:pathLst>
                <a:path extrusionOk="0" h="1494" w="2192">
                  <a:moveTo>
                    <a:pt x="1849" y="1"/>
                  </a:moveTo>
                  <a:cubicBezTo>
                    <a:pt x="1794" y="1"/>
                    <a:pt x="1736" y="22"/>
                    <a:pt x="1684" y="73"/>
                  </a:cubicBezTo>
                  <a:lnTo>
                    <a:pt x="842" y="920"/>
                  </a:lnTo>
                  <a:lnTo>
                    <a:pt x="501" y="583"/>
                  </a:lnTo>
                  <a:cubicBezTo>
                    <a:pt x="450" y="534"/>
                    <a:pt x="393" y="514"/>
                    <a:pt x="339" y="514"/>
                  </a:cubicBezTo>
                  <a:cubicBezTo>
                    <a:pt x="157" y="514"/>
                    <a:pt x="1" y="745"/>
                    <a:pt x="164" y="915"/>
                  </a:cubicBezTo>
                  <a:lnTo>
                    <a:pt x="674" y="1425"/>
                  </a:lnTo>
                  <a:cubicBezTo>
                    <a:pt x="720" y="1471"/>
                    <a:pt x="780" y="1494"/>
                    <a:pt x="840" y="1494"/>
                  </a:cubicBezTo>
                  <a:cubicBezTo>
                    <a:pt x="900" y="1494"/>
                    <a:pt x="960" y="1471"/>
                    <a:pt x="1006" y="1425"/>
                  </a:cubicBezTo>
                  <a:lnTo>
                    <a:pt x="2021" y="410"/>
                  </a:lnTo>
                  <a:cubicBezTo>
                    <a:pt x="2192" y="239"/>
                    <a:pt x="2034" y="1"/>
                    <a:pt x="1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1"/>
            <p:cNvSpPr/>
            <p:nvPr/>
          </p:nvSpPr>
          <p:spPr>
            <a:xfrm>
              <a:off x="2497821" y="3976170"/>
              <a:ext cx="57910" cy="39184"/>
            </a:xfrm>
            <a:custGeom>
              <a:rect b="b" l="l" r="r" t="t"/>
              <a:pathLst>
                <a:path extrusionOk="0" h="1494" w="2208">
                  <a:moveTo>
                    <a:pt x="1864" y="1"/>
                  </a:moveTo>
                  <a:cubicBezTo>
                    <a:pt x="1809" y="1"/>
                    <a:pt x="1752" y="22"/>
                    <a:pt x="1701" y="73"/>
                  </a:cubicBezTo>
                  <a:lnTo>
                    <a:pt x="854" y="920"/>
                  </a:lnTo>
                  <a:lnTo>
                    <a:pt x="517" y="583"/>
                  </a:lnTo>
                  <a:cubicBezTo>
                    <a:pt x="463" y="527"/>
                    <a:pt x="403" y="504"/>
                    <a:pt x="346" y="504"/>
                  </a:cubicBezTo>
                  <a:cubicBezTo>
                    <a:pt x="160" y="504"/>
                    <a:pt x="0" y="746"/>
                    <a:pt x="180" y="915"/>
                  </a:cubicBezTo>
                  <a:lnTo>
                    <a:pt x="685" y="1425"/>
                  </a:lnTo>
                  <a:cubicBezTo>
                    <a:pt x="731" y="1471"/>
                    <a:pt x="792" y="1494"/>
                    <a:pt x="854" y="1494"/>
                  </a:cubicBezTo>
                  <a:cubicBezTo>
                    <a:pt x="915" y="1494"/>
                    <a:pt x="976" y="1471"/>
                    <a:pt x="1022" y="1425"/>
                  </a:cubicBezTo>
                  <a:lnTo>
                    <a:pt x="2037" y="410"/>
                  </a:lnTo>
                  <a:cubicBezTo>
                    <a:pt x="2208" y="239"/>
                    <a:pt x="2048"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1"/>
            <p:cNvSpPr/>
            <p:nvPr/>
          </p:nvSpPr>
          <p:spPr>
            <a:xfrm>
              <a:off x="2405237" y="4029360"/>
              <a:ext cx="57438" cy="39131"/>
            </a:xfrm>
            <a:custGeom>
              <a:rect b="b" l="l" r="r" t="t"/>
              <a:pathLst>
                <a:path extrusionOk="0" h="1492" w="2190">
                  <a:moveTo>
                    <a:pt x="1850" y="1"/>
                  </a:moveTo>
                  <a:cubicBezTo>
                    <a:pt x="1794" y="1"/>
                    <a:pt x="1736" y="23"/>
                    <a:pt x="1684" y="76"/>
                  </a:cubicBezTo>
                  <a:lnTo>
                    <a:pt x="838" y="918"/>
                  </a:lnTo>
                  <a:lnTo>
                    <a:pt x="496" y="581"/>
                  </a:lnTo>
                  <a:cubicBezTo>
                    <a:pt x="445" y="532"/>
                    <a:pt x="389" y="512"/>
                    <a:pt x="335" y="512"/>
                  </a:cubicBezTo>
                  <a:cubicBezTo>
                    <a:pt x="155" y="512"/>
                    <a:pt x="1" y="742"/>
                    <a:pt x="164" y="913"/>
                  </a:cubicBezTo>
                  <a:lnTo>
                    <a:pt x="669" y="1423"/>
                  </a:lnTo>
                  <a:cubicBezTo>
                    <a:pt x="715" y="1469"/>
                    <a:pt x="775" y="1491"/>
                    <a:pt x="836" y="1491"/>
                  </a:cubicBezTo>
                  <a:cubicBezTo>
                    <a:pt x="896" y="1491"/>
                    <a:pt x="958" y="1469"/>
                    <a:pt x="1006" y="1423"/>
                  </a:cubicBezTo>
                  <a:lnTo>
                    <a:pt x="2016" y="408"/>
                  </a:lnTo>
                  <a:cubicBezTo>
                    <a:pt x="2190" y="238"/>
                    <a:pt x="2032" y="1"/>
                    <a:pt x="18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1"/>
            <p:cNvSpPr/>
            <p:nvPr/>
          </p:nvSpPr>
          <p:spPr>
            <a:xfrm>
              <a:off x="2219101" y="4082497"/>
              <a:ext cx="57464" cy="39131"/>
            </a:xfrm>
            <a:custGeom>
              <a:rect b="b" l="l" r="r" t="t"/>
              <a:pathLst>
                <a:path extrusionOk="0" h="1492" w="2191">
                  <a:moveTo>
                    <a:pt x="1851" y="0"/>
                  </a:moveTo>
                  <a:cubicBezTo>
                    <a:pt x="1795" y="0"/>
                    <a:pt x="1737" y="22"/>
                    <a:pt x="1684" y="75"/>
                  </a:cubicBezTo>
                  <a:lnTo>
                    <a:pt x="837" y="922"/>
                  </a:lnTo>
                  <a:lnTo>
                    <a:pt x="500" y="581"/>
                  </a:lnTo>
                  <a:cubicBezTo>
                    <a:pt x="449" y="532"/>
                    <a:pt x="392" y="512"/>
                    <a:pt x="337" y="512"/>
                  </a:cubicBezTo>
                  <a:cubicBezTo>
                    <a:pt x="155" y="512"/>
                    <a:pt x="0" y="743"/>
                    <a:pt x="164" y="917"/>
                  </a:cubicBezTo>
                  <a:lnTo>
                    <a:pt x="674" y="1423"/>
                  </a:lnTo>
                  <a:cubicBezTo>
                    <a:pt x="719" y="1468"/>
                    <a:pt x="779" y="1491"/>
                    <a:pt x="840" y="1491"/>
                  </a:cubicBezTo>
                  <a:cubicBezTo>
                    <a:pt x="900" y="1491"/>
                    <a:pt x="960" y="1468"/>
                    <a:pt x="1006" y="1423"/>
                  </a:cubicBezTo>
                  <a:lnTo>
                    <a:pt x="2021" y="412"/>
                  </a:lnTo>
                  <a:cubicBezTo>
                    <a:pt x="2191" y="239"/>
                    <a:pt x="2035"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1"/>
            <p:cNvSpPr/>
            <p:nvPr/>
          </p:nvSpPr>
          <p:spPr>
            <a:xfrm>
              <a:off x="2404792" y="3923033"/>
              <a:ext cx="57910" cy="39158"/>
            </a:xfrm>
            <a:custGeom>
              <a:rect b="b" l="l" r="r" t="t"/>
              <a:pathLst>
                <a:path extrusionOk="0" h="1493" w="2208">
                  <a:moveTo>
                    <a:pt x="1866" y="0"/>
                  </a:moveTo>
                  <a:cubicBezTo>
                    <a:pt x="1810" y="0"/>
                    <a:pt x="1753" y="22"/>
                    <a:pt x="1701" y="73"/>
                  </a:cubicBezTo>
                  <a:lnTo>
                    <a:pt x="855" y="920"/>
                  </a:lnTo>
                  <a:lnTo>
                    <a:pt x="513" y="578"/>
                  </a:lnTo>
                  <a:cubicBezTo>
                    <a:pt x="461" y="523"/>
                    <a:pt x="402" y="500"/>
                    <a:pt x="346" y="500"/>
                  </a:cubicBezTo>
                  <a:cubicBezTo>
                    <a:pt x="161" y="500"/>
                    <a:pt x="0" y="746"/>
                    <a:pt x="181" y="915"/>
                  </a:cubicBezTo>
                  <a:lnTo>
                    <a:pt x="686" y="1421"/>
                  </a:lnTo>
                  <a:cubicBezTo>
                    <a:pt x="732" y="1469"/>
                    <a:pt x="792" y="1493"/>
                    <a:pt x="853" y="1493"/>
                  </a:cubicBezTo>
                  <a:cubicBezTo>
                    <a:pt x="913" y="1493"/>
                    <a:pt x="975" y="1469"/>
                    <a:pt x="1023" y="1421"/>
                  </a:cubicBezTo>
                  <a:lnTo>
                    <a:pt x="2033" y="410"/>
                  </a:lnTo>
                  <a:cubicBezTo>
                    <a:pt x="2207" y="236"/>
                    <a:pt x="2049" y="0"/>
                    <a:pt x="1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2" name="Google Shape;10052;p81"/>
          <p:cNvGrpSpPr/>
          <p:nvPr/>
        </p:nvGrpSpPr>
        <p:grpSpPr>
          <a:xfrm>
            <a:off x="1277770" y="1980572"/>
            <a:ext cx="409149" cy="373978"/>
            <a:chOff x="1277770" y="1980572"/>
            <a:chExt cx="409149" cy="373978"/>
          </a:xfrm>
        </p:grpSpPr>
        <p:sp>
          <p:nvSpPr>
            <p:cNvPr id="10053" name="Google Shape;10053;p81"/>
            <p:cNvSpPr/>
            <p:nvPr/>
          </p:nvSpPr>
          <p:spPr>
            <a:xfrm>
              <a:off x="1298962" y="2200044"/>
              <a:ext cx="102890" cy="44954"/>
            </a:xfrm>
            <a:custGeom>
              <a:rect b="b" l="l" r="r" t="t"/>
              <a:pathLst>
                <a:path extrusionOk="0" h="1714" w="3923">
                  <a:moveTo>
                    <a:pt x="1" y="1"/>
                  </a:moveTo>
                  <a:cubicBezTo>
                    <a:pt x="135" y="982"/>
                    <a:pt x="973"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1"/>
            <p:cNvSpPr/>
            <p:nvPr/>
          </p:nvSpPr>
          <p:spPr>
            <a:xfrm>
              <a:off x="1470332" y="2057576"/>
              <a:ext cx="23631" cy="245227"/>
            </a:xfrm>
            <a:custGeom>
              <a:rect b="b" l="l" r="r" t="t"/>
              <a:pathLst>
                <a:path extrusionOk="0" h="9350" w="901">
                  <a:moveTo>
                    <a:pt x="1" y="0"/>
                  </a:moveTo>
                  <a:lnTo>
                    <a:pt x="1" y="9349"/>
                  </a:lnTo>
                  <a:lnTo>
                    <a:pt x="901" y="9349"/>
                  </a:lnTo>
                  <a:lnTo>
                    <a:pt x="901" y="0"/>
                  </a:lnTo>
                  <a:cubicBezTo>
                    <a:pt x="761" y="80"/>
                    <a:pt x="606" y="119"/>
                    <a:pt x="451" y="119"/>
                  </a:cubicBezTo>
                  <a:cubicBezTo>
                    <a:pt x="296" y="119"/>
                    <a:pt x="140" y="80"/>
                    <a:pt x="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1"/>
            <p:cNvSpPr/>
            <p:nvPr/>
          </p:nvSpPr>
          <p:spPr>
            <a:xfrm>
              <a:off x="1470332" y="2057576"/>
              <a:ext cx="15815" cy="245227"/>
            </a:xfrm>
            <a:custGeom>
              <a:rect b="b" l="l" r="r" t="t"/>
              <a:pathLst>
                <a:path extrusionOk="0" h="9350" w="603">
                  <a:moveTo>
                    <a:pt x="1" y="0"/>
                  </a:moveTo>
                  <a:lnTo>
                    <a:pt x="1" y="9349"/>
                  </a:lnTo>
                  <a:lnTo>
                    <a:pt x="602" y="9349"/>
                  </a:lnTo>
                  <a:lnTo>
                    <a:pt x="602" y="106"/>
                  </a:lnTo>
                  <a:cubicBezTo>
                    <a:pt x="549" y="116"/>
                    <a:pt x="501" y="120"/>
                    <a:pt x="448" y="120"/>
                  </a:cubicBezTo>
                  <a:cubicBezTo>
                    <a:pt x="290" y="120"/>
                    <a:pt x="136" y="77"/>
                    <a:pt x="1"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1"/>
            <p:cNvSpPr/>
            <p:nvPr/>
          </p:nvSpPr>
          <p:spPr>
            <a:xfrm>
              <a:off x="1543297" y="2175941"/>
              <a:ext cx="137826" cy="24129"/>
            </a:xfrm>
            <a:custGeom>
              <a:rect b="b" l="l" r="r" t="t"/>
              <a:pathLst>
                <a:path extrusionOk="0" h="920" w="5255">
                  <a:moveTo>
                    <a:pt x="385" y="1"/>
                  </a:moveTo>
                  <a:cubicBezTo>
                    <a:pt x="173" y="5"/>
                    <a:pt x="0" y="174"/>
                    <a:pt x="0" y="385"/>
                  </a:cubicBezTo>
                  <a:lnTo>
                    <a:pt x="0" y="535"/>
                  </a:lnTo>
                  <a:cubicBezTo>
                    <a:pt x="0" y="746"/>
                    <a:pt x="173" y="920"/>
                    <a:pt x="385" y="920"/>
                  </a:cubicBezTo>
                  <a:lnTo>
                    <a:pt x="4870" y="920"/>
                  </a:lnTo>
                  <a:cubicBezTo>
                    <a:pt x="5081" y="920"/>
                    <a:pt x="5255" y="746"/>
                    <a:pt x="5255" y="535"/>
                  </a:cubicBezTo>
                  <a:lnTo>
                    <a:pt x="5255" y="385"/>
                  </a:lnTo>
                  <a:cubicBezTo>
                    <a:pt x="5255" y="174"/>
                    <a:pt x="5081"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1"/>
            <p:cNvSpPr/>
            <p:nvPr/>
          </p:nvSpPr>
          <p:spPr>
            <a:xfrm>
              <a:off x="1543297" y="2179980"/>
              <a:ext cx="137826" cy="20090"/>
            </a:xfrm>
            <a:custGeom>
              <a:rect b="b" l="l" r="r" t="t"/>
              <a:pathLst>
                <a:path extrusionOk="0" h="766" w="5255">
                  <a:moveTo>
                    <a:pt x="77" y="1"/>
                  </a:moveTo>
                  <a:cubicBezTo>
                    <a:pt x="29" y="68"/>
                    <a:pt x="0" y="150"/>
                    <a:pt x="0" y="231"/>
                  </a:cubicBezTo>
                  <a:lnTo>
                    <a:pt x="0" y="381"/>
                  </a:lnTo>
                  <a:cubicBezTo>
                    <a:pt x="0" y="592"/>
                    <a:pt x="173" y="766"/>
                    <a:pt x="385" y="766"/>
                  </a:cubicBezTo>
                  <a:lnTo>
                    <a:pt x="4870" y="766"/>
                  </a:lnTo>
                  <a:cubicBezTo>
                    <a:pt x="5081" y="766"/>
                    <a:pt x="5255" y="592"/>
                    <a:pt x="5255" y="381"/>
                  </a:cubicBezTo>
                  <a:lnTo>
                    <a:pt x="5255" y="231"/>
                  </a:lnTo>
                  <a:cubicBezTo>
                    <a:pt x="5255" y="150"/>
                    <a:pt x="5226" y="68"/>
                    <a:pt x="5178" y="1"/>
                  </a:cubicBezTo>
                  <a:cubicBezTo>
                    <a:pt x="5105" y="102"/>
                    <a:pt x="4990" y="154"/>
                    <a:pt x="4870" y="159"/>
                  </a:cubicBezTo>
                  <a:lnTo>
                    <a:pt x="385" y="159"/>
                  </a:lnTo>
                  <a:cubicBezTo>
                    <a:pt x="265" y="154"/>
                    <a:pt x="149" y="102"/>
                    <a:pt x="7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1"/>
            <p:cNvSpPr/>
            <p:nvPr/>
          </p:nvSpPr>
          <p:spPr>
            <a:xfrm>
              <a:off x="1563230" y="2200044"/>
              <a:ext cx="102864" cy="44954"/>
            </a:xfrm>
            <a:custGeom>
              <a:rect b="b" l="l" r="r" t="t"/>
              <a:pathLst>
                <a:path extrusionOk="0" h="1714" w="3922">
                  <a:moveTo>
                    <a:pt x="0" y="1"/>
                  </a:moveTo>
                  <a:cubicBezTo>
                    <a:pt x="130" y="982"/>
                    <a:pt x="968"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1"/>
            <p:cNvSpPr/>
            <p:nvPr/>
          </p:nvSpPr>
          <p:spPr>
            <a:xfrm>
              <a:off x="1298962" y="2200044"/>
              <a:ext cx="63497" cy="44980"/>
            </a:xfrm>
            <a:custGeom>
              <a:rect b="b" l="l" r="r" t="t"/>
              <a:pathLst>
                <a:path extrusionOk="0" h="1715" w="2421">
                  <a:moveTo>
                    <a:pt x="1" y="1"/>
                  </a:moveTo>
                  <a:cubicBezTo>
                    <a:pt x="138" y="1003"/>
                    <a:pt x="995" y="1715"/>
                    <a:pt x="1961" y="1715"/>
                  </a:cubicBezTo>
                  <a:cubicBezTo>
                    <a:pt x="2113" y="1715"/>
                    <a:pt x="2267" y="1697"/>
                    <a:pt x="2421"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1"/>
            <p:cNvSpPr/>
            <p:nvPr/>
          </p:nvSpPr>
          <p:spPr>
            <a:xfrm>
              <a:off x="1563230" y="2200044"/>
              <a:ext cx="63366" cy="44980"/>
            </a:xfrm>
            <a:custGeom>
              <a:rect b="b" l="l" r="r" t="t"/>
              <a:pathLst>
                <a:path extrusionOk="0" h="1715" w="2416">
                  <a:moveTo>
                    <a:pt x="0" y="1"/>
                  </a:moveTo>
                  <a:cubicBezTo>
                    <a:pt x="138" y="1003"/>
                    <a:pt x="994" y="1715"/>
                    <a:pt x="1958" y="1715"/>
                  </a:cubicBezTo>
                  <a:cubicBezTo>
                    <a:pt x="2109" y="1715"/>
                    <a:pt x="2262" y="1697"/>
                    <a:pt x="2416"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1"/>
            <p:cNvSpPr/>
            <p:nvPr/>
          </p:nvSpPr>
          <p:spPr>
            <a:xfrm>
              <a:off x="1331274" y="2050888"/>
              <a:ext cx="37636" cy="32234"/>
            </a:xfrm>
            <a:custGeom>
              <a:rect b="b" l="l" r="r" t="t"/>
              <a:pathLst>
                <a:path extrusionOk="0" h="1229" w="1435">
                  <a:moveTo>
                    <a:pt x="818" y="0"/>
                  </a:moveTo>
                  <a:cubicBezTo>
                    <a:pt x="275" y="5"/>
                    <a:pt x="0" y="664"/>
                    <a:pt x="390" y="1049"/>
                  </a:cubicBezTo>
                  <a:cubicBezTo>
                    <a:pt x="514" y="1173"/>
                    <a:pt x="667" y="1229"/>
                    <a:pt x="817" y="1229"/>
                  </a:cubicBezTo>
                  <a:cubicBezTo>
                    <a:pt x="1132" y="1229"/>
                    <a:pt x="1434"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1"/>
            <p:cNvSpPr/>
            <p:nvPr/>
          </p:nvSpPr>
          <p:spPr>
            <a:xfrm>
              <a:off x="1590742" y="2050888"/>
              <a:ext cx="37636" cy="32234"/>
            </a:xfrm>
            <a:custGeom>
              <a:rect b="b" l="l" r="r" t="t"/>
              <a:pathLst>
                <a:path extrusionOk="0" h="1229" w="1435">
                  <a:moveTo>
                    <a:pt x="818" y="0"/>
                  </a:moveTo>
                  <a:cubicBezTo>
                    <a:pt x="275" y="0"/>
                    <a:pt x="0" y="659"/>
                    <a:pt x="385" y="1049"/>
                  </a:cubicBezTo>
                  <a:cubicBezTo>
                    <a:pt x="510" y="1173"/>
                    <a:pt x="662" y="1229"/>
                    <a:pt x="812" y="1229"/>
                  </a:cubicBezTo>
                  <a:cubicBezTo>
                    <a:pt x="1128" y="1229"/>
                    <a:pt x="1431"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1"/>
            <p:cNvSpPr/>
            <p:nvPr/>
          </p:nvSpPr>
          <p:spPr>
            <a:xfrm>
              <a:off x="1426689" y="2300364"/>
              <a:ext cx="110942" cy="26542"/>
            </a:xfrm>
            <a:custGeom>
              <a:rect b="b" l="l" r="r" t="t"/>
              <a:pathLst>
                <a:path extrusionOk="0" h="1012" w="4230">
                  <a:moveTo>
                    <a:pt x="385" y="1"/>
                  </a:moveTo>
                  <a:cubicBezTo>
                    <a:pt x="173" y="1"/>
                    <a:pt x="0" y="174"/>
                    <a:pt x="0" y="386"/>
                  </a:cubicBezTo>
                  <a:lnTo>
                    <a:pt x="0" y="1011"/>
                  </a:lnTo>
                  <a:lnTo>
                    <a:pt x="4230" y="1011"/>
                  </a:lnTo>
                  <a:lnTo>
                    <a:pt x="4230" y="386"/>
                  </a:lnTo>
                  <a:cubicBezTo>
                    <a:pt x="4225" y="174"/>
                    <a:pt x="4056" y="1"/>
                    <a:pt x="3845"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1"/>
            <p:cNvSpPr/>
            <p:nvPr/>
          </p:nvSpPr>
          <p:spPr>
            <a:xfrm>
              <a:off x="1426689" y="2308442"/>
              <a:ext cx="110942" cy="18464"/>
            </a:xfrm>
            <a:custGeom>
              <a:rect b="b" l="l" r="r" t="t"/>
              <a:pathLst>
                <a:path extrusionOk="0" h="704" w="4230">
                  <a:moveTo>
                    <a:pt x="10" y="1"/>
                  </a:moveTo>
                  <a:cubicBezTo>
                    <a:pt x="0" y="30"/>
                    <a:pt x="0" y="54"/>
                    <a:pt x="0" y="78"/>
                  </a:cubicBezTo>
                  <a:lnTo>
                    <a:pt x="0" y="703"/>
                  </a:lnTo>
                  <a:lnTo>
                    <a:pt x="4230" y="703"/>
                  </a:lnTo>
                  <a:lnTo>
                    <a:pt x="4230" y="78"/>
                  </a:lnTo>
                  <a:cubicBezTo>
                    <a:pt x="4230" y="49"/>
                    <a:pt x="4225" y="25"/>
                    <a:pt x="422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1"/>
            <p:cNvSpPr/>
            <p:nvPr/>
          </p:nvSpPr>
          <p:spPr>
            <a:xfrm>
              <a:off x="1413418" y="2324467"/>
              <a:ext cx="137852" cy="24129"/>
            </a:xfrm>
            <a:custGeom>
              <a:rect b="b" l="l" r="r" t="t"/>
              <a:pathLst>
                <a:path extrusionOk="0" h="920" w="5256">
                  <a:moveTo>
                    <a:pt x="386" y="1"/>
                  </a:moveTo>
                  <a:cubicBezTo>
                    <a:pt x="174" y="1"/>
                    <a:pt x="1" y="174"/>
                    <a:pt x="1" y="386"/>
                  </a:cubicBezTo>
                  <a:lnTo>
                    <a:pt x="1" y="535"/>
                  </a:lnTo>
                  <a:cubicBezTo>
                    <a:pt x="1" y="747"/>
                    <a:pt x="174" y="920"/>
                    <a:pt x="386" y="920"/>
                  </a:cubicBezTo>
                  <a:lnTo>
                    <a:pt x="4870" y="920"/>
                  </a:lnTo>
                  <a:cubicBezTo>
                    <a:pt x="5082" y="920"/>
                    <a:pt x="5255" y="747"/>
                    <a:pt x="5255" y="535"/>
                  </a:cubicBezTo>
                  <a:lnTo>
                    <a:pt x="5255" y="386"/>
                  </a:lnTo>
                  <a:cubicBezTo>
                    <a:pt x="5255" y="174"/>
                    <a:pt x="5082" y="1"/>
                    <a:pt x="4870"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1"/>
            <p:cNvSpPr/>
            <p:nvPr/>
          </p:nvSpPr>
          <p:spPr>
            <a:xfrm>
              <a:off x="1413418" y="2328506"/>
              <a:ext cx="137852" cy="20090"/>
            </a:xfrm>
            <a:custGeom>
              <a:rect b="b" l="l" r="r" t="t"/>
              <a:pathLst>
                <a:path extrusionOk="0" h="766" w="5256">
                  <a:moveTo>
                    <a:pt x="78" y="1"/>
                  </a:moveTo>
                  <a:cubicBezTo>
                    <a:pt x="30" y="68"/>
                    <a:pt x="1" y="150"/>
                    <a:pt x="1" y="232"/>
                  </a:cubicBezTo>
                  <a:lnTo>
                    <a:pt x="1" y="381"/>
                  </a:lnTo>
                  <a:cubicBezTo>
                    <a:pt x="1" y="593"/>
                    <a:pt x="174" y="766"/>
                    <a:pt x="386" y="766"/>
                  </a:cubicBezTo>
                  <a:lnTo>
                    <a:pt x="4870" y="766"/>
                  </a:lnTo>
                  <a:cubicBezTo>
                    <a:pt x="5082" y="766"/>
                    <a:pt x="5255" y="593"/>
                    <a:pt x="5255" y="381"/>
                  </a:cubicBezTo>
                  <a:lnTo>
                    <a:pt x="5255" y="232"/>
                  </a:lnTo>
                  <a:cubicBezTo>
                    <a:pt x="5255" y="150"/>
                    <a:pt x="5226" y="68"/>
                    <a:pt x="5178" y="1"/>
                  </a:cubicBezTo>
                  <a:cubicBezTo>
                    <a:pt x="5106" y="97"/>
                    <a:pt x="4991" y="155"/>
                    <a:pt x="4870" y="155"/>
                  </a:cubicBezTo>
                  <a:lnTo>
                    <a:pt x="386" y="155"/>
                  </a:lnTo>
                  <a:cubicBezTo>
                    <a:pt x="265" y="155"/>
                    <a:pt x="150" y="97"/>
                    <a:pt x="78"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1"/>
            <p:cNvSpPr/>
            <p:nvPr/>
          </p:nvSpPr>
          <p:spPr>
            <a:xfrm>
              <a:off x="1450793" y="2013907"/>
              <a:ext cx="54789" cy="46869"/>
            </a:xfrm>
            <a:custGeom>
              <a:rect b="b" l="l" r="r" t="t"/>
              <a:pathLst>
                <a:path extrusionOk="0" h="1787" w="2089">
                  <a:moveTo>
                    <a:pt x="1193" y="0"/>
                  </a:moveTo>
                  <a:cubicBezTo>
                    <a:pt x="399" y="0"/>
                    <a:pt x="0" y="963"/>
                    <a:pt x="563" y="1526"/>
                  </a:cubicBezTo>
                  <a:cubicBezTo>
                    <a:pt x="745" y="1706"/>
                    <a:pt x="968" y="1787"/>
                    <a:pt x="1188" y="1787"/>
                  </a:cubicBezTo>
                  <a:cubicBezTo>
                    <a:pt x="1647" y="1787"/>
                    <a:pt x="2088" y="1431"/>
                    <a:pt x="2088" y="890"/>
                  </a:cubicBezTo>
                  <a:cubicBezTo>
                    <a:pt x="2088" y="400"/>
                    <a:pt x="1689" y="0"/>
                    <a:pt x="1193"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1"/>
            <p:cNvSpPr/>
            <p:nvPr/>
          </p:nvSpPr>
          <p:spPr>
            <a:xfrm>
              <a:off x="1336703" y="2050836"/>
              <a:ext cx="28168" cy="32286"/>
            </a:xfrm>
            <a:custGeom>
              <a:rect b="b" l="l" r="r" t="t"/>
              <a:pathLst>
                <a:path extrusionOk="0" h="1231" w="1074">
                  <a:moveTo>
                    <a:pt x="619" y="1"/>
                  </a:moveTo>
                  <a:cubicBezTo>
                    <a:pt x="304" y="1"/>
                    <a:pt x="0" y="243"/>
                    <a:pt x="0" y="618"/>
                  </a:cubicBezTo>
                  <a:cubicBezTo>
                    <a:pt x="0" y="989"/>
                    <a:pt x="304" y="1231"/>
                    <a:pt x="618" y="1231"/>
                  </a:cubicBezTo>
                  <a:cubicBezTo>
                    <a:pt x="780" y="1231"/>
                    <a:pt x="945" y="1166"/>
                    <a:pt x="1073" y="1022"/>
                  </a:cubicBezTo>
                  <a:cubicBezTo>
                    <a:pt x="972" y="912"/>
                    <a:pt x="915" y="767"/>
                    <a:pt x="915" y="618"/>
                  </a:cubicBezTo>
                  <a:cubicBezTo>
                    <a:pt x="915" y="464"/>
                    <a:pt x="972" y="320"/>
                    <a:pt x="1073" y="209"/>
                  </a:cubicBezTo>
                  <a:cubicBezTo>
                    <a:pt x="946" y="65"/>
                    <a:pt x="781" y="1"/>
                    <a:pt x="6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1"/>
            <p:cNvSpPr/>
            <p:nvPr/>
          </p:nvSpPr>
          <p:spPr>
            <a:xfrm>
              <a:off x="1596172" y="2050836"/>
              <a:ext cx="28037" cy="32286"/>
            </a:xfrm>
            <a:custGeom>
              <a:rect b="b" l="l" r="r" t="t"/>
              <a:pathLst>
                <a:path extrusionOk="0" h="1231" w="1069">
                  <a:moveTo>
                    <a:pt x="615" y="1"/>
                  </a:moveTo>
                  <a:cubicBezTo>
                    <a:pt x="302" y="1"/>
                    <a:pt x="0" y="243"/>
                    <a:pt x="0" y="618"/>
                  </a:cubicBezTo>
                  <a:cubicBezTo>
                    <a:pt x="0" y="989"/>
                    <a:pt x="302" y="1231"/>
                    <a:pt x="614" y="1231"/>
                  </a:cubicBezTo>
                  <a:cubicBezTo>
                    <a:pt x="776" y="1231"/>
                    <a:pt x="941" y="1166"/>
                    <a:pt x="1068" y="1022"/>
                  </a:cubicBezTo>
                  <a:cubicBezTo>
                    <a:pt x="967" y="912"/>
                    <a:pt x="914" y="767"/>
                    <a:pt x="914" y="618"/>
                  </a:cubicBezTo>
                  <a:cubicBezTo>
                    <a:pt x="914" y="464"/>
                    <a:pt x="967" y="320"/>
                    <a:pt x="1068" y="209"/>
                  </a:cubicBezTo>
                  <a:cubicBezTo>
                    <a:pt x="941" y="65"/>
                    <a:pt x="776" y="1"/>
                    <a:pt x="6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1"/>
            <p:cNvSpPr/>
            <p:nvPr/>
          </p:nvSpPr>
          <p:spPr>
            <a:xfrm>
              <a:off x="1458739" y="2013829"/>
              <a:ext cx="35355" cy="46973"/>
            </a:xfrm>
            <a:custGeom>
              <a:rect b="b" l="l" r="r" t="t"/>
              <a:pathLst>
                <a:path extrusionOk="0" h="1791" w="1348">
                  <a:moveTo>
                    <a:pt x="892" y="0"/>
                  </a:moveTo>
                  <a:cubicBezTo>
                    <a:pt x="428" y="0"/>
                    <a:pt x="0" y="372"/>
                    <a:pt x="0" y="893"/>
                  </a:cubicBezTo>
                  <a:cubicBezTo>
                    <a:pt x="0" y="1416"/>
                    <a:pt x="430" y="1791"/>
                    <a:pt x="895" y="1791"/>
                  </a:cubicBezTo>
                  <a:cubicBezTo>
                    <a:pt x="1047" y="1791"/>
                    <a:pt x="1202" y="1751"/>
                    <a:pt x="1348" y="1663"/>
                  </a:cubicBezTo>
                  <a:cubicBezTo>
                    <a:pt x="1078" y="1500"/>
                    <a:pt x="914" y="1211"/>
                    <a:pt x="914" y="893"/>
                  </a:cubicBezTo>
                  <a:cubicBezTo>
                    <a:pt x="914" y="581"/>
                    <a:pt x="1078" y="292"/>
                    <a:pt x="1348" y="128"/>
                  </a:cubicBezTo>
                  <a:cubicBezTo>
                    <a:pt x="1201" y="40"/>
                    <a:pt x="1045" y="0"/>
                    <a:pt x="89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1"/>
            <p:cNvSpPr/>
            <p:nvPr/>
          </p:nvSpPr>
          <p:spPr>
            <a:xfrm>
              <a:off x="1283933" y="2175941"/>
              <a:ext cx="137852" cy="24129"/>
            </a:xfrm>
            <a:custGeom>
              <a:rect b="b" l="l" r="r" t="t"/>
              <a:pathLst>
                <a:path extrusionOk="0" h="920" w="5256">
                  <a:moveTo>
                    <a:pt x="386" y="1"/>
                  </a:moveTo>
                  <a:cubicBezTo>
                    <a:pt x="169" y="5"/>
                    <a:pt x="1" y="174"/>
                    <a:pt x="1" y="385"/>
                  </a:cubicBezTo>
                  <a:lnTo>
                    <a:pt x="1" y="535"/>
                  </a:lnTo>
                  <a:cubicBezTo>
                    <a:pt x="1" y="746"/>
                    <a:pt x="169" y="920"/>
                    <a:pt x="386" y="920"/>
                  </a:cubicBezTo>
                  <a:lnTo>
                    <a:pt x="4870" y="920"/>
                  </a:lnTo>
                  <a:cubicBezTo>
                    <a:pt x="5082" y="920"/>
                    <a:pt x="5251" y="746"/>
                    <a:pt x="5255" y="535"/>
                  </a:cubicBezTo>
                  <a:lnTo>
                    <a:pt x="5255" y="385"/>
                  </a:lnTo>
                  <a:cubicBezTo>
                    <a:pt x="5251" y="174"/>
                    <a:pt x="5082"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1"/>
            <p:cNvSpPr/>
            <p:nvPr/>
          </p:nvSpPr>
          <p:spPr>
            <a:xfrm>
              <a:off x="1283828" y="2179980"/>
              <a:ext cx="137826" cy="20090"/>
            </a:xfrm>
            <a:custGeom>
              <a:rect b="b" l="l" r="r" t="t"/>
              <a:pathLst>
                <a:path extrusionOk="0" h="766" w="5255">
                  <a:moveTo>
                    <a:pt x="82" y="1"/>
                  </a:moveTo>
                  <a:cubicBezTo>
                    <a:pt x="29" y="68"/>
                    <a:pt x="5" y="150"/>
                    <a:pt x="0" y="231"/>
                  </a:cubicBezTo>
                  <a:lnTo>
                    <a:pt x="0" y="381"/>
                  </a:lnTo>
                  <a:cubicBezTo>
                    <a:pt x="5" y="592"/>
                    <a:pt x="173" y="766"/>
                    <a:pt x="385" y="766"/>
                  </a:cubicBezTo>
                  <a:lnTo>
                    <a:pt x="4870" y="766"/>
                  </a:lnTo>
                  <a:cubicBezTo>
                    <a:pt x="5086" y="766"/>
                    <a:pt x="5255" y="592"/>
                    <a:pt x="5255" y="381"/>
                  </a:cubicBezTo>
                  <a:lnTo>
                    <a:pt x="5255" y="231"/>
                  </a:lnTo>
                  <a:cubicBezTo>
                    <a:pt x="5255" y="150"/>
                    <a:pt x="5231" y="68"/>
                    <a:pt x="5178" y="1"/>
                  </a:cubicBezTo>
                  <a:cubicBezTo>
                    <a:pt x="5105" y="97"/>
                    <a:pt x="4995" y="154"/>
                    <a:pt x="4874" y="159"/>
                  </a:cubicBezTo>
                  <a:lnTo>
                    <a:pt x="390" y="159"/>
                  </a:lnTo>
                  <a:cubicBezTo>
                    <a:pt x="265" y="154"/>
                    <a:pt x="154" y="102"/>
                    <a:pt x="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1"/>
            <p:cNvSpPr/>
            <p:nvPr/>
          </p:nvSpPr>
          <p:spPr>
            <a:xfrm>
              <a:off x="1277770" y="1980572"/>
              <a:ext cx="409149" cy="373978"/>
            </a:xfrm>
            <a:custGeom>
              <a:rect b="b" l="l" r="r" t="t"/>
              <a:pathLst>
                <a:path extrusionOk="0" h="14259" w="15600">
                  <a:moveTo>
                    <a:pt x="7925" y="458"/>
                  </a:moveTo>
                  <a:cubicBezTo>
                    <a:pt x="7968" y="458"/>
                    <a:pt x="8007" y="497"/>
                    <a:pt x="8007" y="540"/>
                  </a:cubicBezTo>
                  <a:lnTo>
                    <a:pt x="8007" y="1060"/>
                  </a:lnTo>
                  <a:cubicBezTo>
                    <a:pt x="7932" y="1045"/>
                    <a:pt x="7858" y="1038"/>
                    <a:pt x="7784" y="1038"/>
                  </a:cubicBezTo>
                  <a:cubicBezTo>
                    <a:pt x="7710" y="1038"/>
                    <a:pt x="7636" y="1045"/>
                    <a:pt x="7564" y="1060"/>
                  </a:cubicBezTo>
                  <a:lnTo>
                    <a:pt x="7564" y="540"/>
                  </a:lnTo>
                  <a:cubicBezTo>
                    <a:pt x="7564" y="497"/>
                    <a:pt x="7603" y="458"/>
                    <a:pt x="7646" y="458"/>
                  </a:cubicBezTo>
                  <a:close/>
                  <a:moveTo>
                    <a:pt x="7786" y="1497"/>
                  </a:moveTo>
                  <a:cubicBezTo>
                    <a:pt x="8464" y="1497"/>
                    <a:pt x="8705" y="2402"/>
                    <a:pt x="8113" y="2739"/>
                  </a:cubicBezTo>
                  <a:cubicBezTo>
                    <a:pt x="8012" y="2797"/>
                    <a:pt x="7901" y="2825"/>
                    <a:pt x="7786" y="2825"/>
                  </a:cubicBezTo>
                  <a:cubicBezTo>
                    <a:pt x="7420" y="2825"/>
                    <a:pt x="7122" y="2527"/>
                    <a:pt x="7122" y="2161"/>
                  </a:cubicBezTo>
                  <a:cubicBezTo>
                    <a:pt x="7122" y="1796"/>
                    <a:pt x="7420" y="1497"/>
                    <a:pt x="7786" y="1497"/>
                  </a:cubicBezTo>
                  <a:close/>
                  <a:moveTo>
                    <a:pt x="12747" y="2907"/>
                  </a:moveTo>
                  <a:cubicBezTo>
                    <a:pt x="13088" y="2907"/>
                    <a:pt x="13261" y="3321"/>
                    <a:pt x="13016" y="3562"/>
                  </a:cubicBezTo>
                  <a:cubicBezTo>
                    <a:pt x="12938" y="3641"/>
                    <a:pt x="12842" y="3677"/>
                    <a:pt x="12747" y="3677"/>
                  </a:cubicBezTo>
                  <a:cubicBezTo>
                    <a:pt x="12550" y="3677"/>
                    <a:pt x="12362" y="3523"/>
                    <a:pt x="12362" y="3292"/>
                  </a:cubicBezTo>
                  <a:cubicBezTo>
                    <a:pt x="12362" y="3080"/>
                    <a:pt x="12535" y="2907"/>
                    <a:pt x="12747" y="2907"/>
                  </a:cubicBezTo>
                  <a:close/>
                  <a:moveTo>
                    <a:pt x="2854" y="2907"/>
                  </a:moveTo>
                  <a:cubicBezTo>
                    <a:pt x="3195" y="2907"/>
                    <a:pt x="3368" y="3321"/>
                    <a:pt x="3128" y="3566"/>
                  </a:cubicBezTo>
                  <a:cubicBezTo>
                    <a:pt x="3049" y="3644"/>
                    <a:pt x="2953" y="3678"/>
                    <a:pt x="2858" y="3678"/>
                  </a:cubicBezTo>
                  <a:cubicBezTo>
                    <a:pt x="2659" y="3678"/>
                    <a:pt x="2469" y="3524"/>
                    <a:pt x="2469" y="3292"/>
                  </a:cubicBezTo>
                  <a:cubicBezTo>
                    <a:pt x="2469" y="3080"/>
                    <a:pt x="2642" y="2907"/>
                    <a:pt x="2854" y="2907"/>
                  </a:cubicBezTo>
                  <a:close/>
                  <a:moveTo>
                    <a:pt x="2993" y="4120"/>
                  </a:moveTo>
                  <a:lnTo>
                    <a:pt x="4461" y="7219"/>
                  </a:lnTo>
                  <a:lnTo>
                    <a:pt x="1246" y="7219"/>
                  </a:lnTo>
                  <a:lnTo>
                    <a:pt x="2714" y="4120"/>
                  </a:lnTo>
                  <a:cubicBezTo>
                    <a:pt x="2760" y="4127"/>
                    <a:pt x="2807" y="4131"/>
                    <a:pt x="2854" y="4131"/>
                  </a:cubicBezTo>
                  <a:cubicBezTo>
                    <a:pt x="2900" y="4131"/>
                    <a:pt x="2947" y="4127"/>
                    <a:pt x="2993" y="4120"/>
                  </a:cubicBezTo>
                  <a:close/>
                  <a:moveTo>
                    <a:pt x="12886" y="4120"/>
                  </a:moveTo>
                  <a:lnTo>
                    <a:pt x="14354" y="7219"/>
                  </a:lnTo>
                  <a:lnTo>
                    <a:pt x="11139" y="7219"/>
                  </a:lnTo>
                  <a:lnTo>
                    <a:pt x="12607" y="4120"/>
                  </a:lnTo>
                  <a:cubicBezTo>
                    <a:pt x="12653" y="4127"/>
                    <a:pt x="12700" y="4131"/>
                    <a:pt x="12747" y="4131"/>
                  </a:cubicBezTo>
                  <a:cubicBezTo>
                    <a:pt x="12793" y="4131"/>
                    <a:pt x="12840" y="4127"/>
                    <a:pt x="12886" y="4120"/>
                  </a:cubicBezTo>
                  <a:close/>
                  <a:moveTo>
                    <a:pt x="5096" y="7676"/>
                  </a:moveTo>
                  <a:cubicBezTo>
                    <a:pt x="5182" y="7681"/>
                    <a:pt x="5250" y="7748"/>
                    <a:pt x="5255" y="7834"/>
                  </a:cubicBezTo>
                  <a:lnTo>
                    <a:pt x="5255" y="7984"/>
                  </a:lnTo>
                  <a:cubicBezTo>
                    <a:pt x="5250" y="8070"/>
                    <a:pt x="5182" y="8138"/>
                    <a:pt x="5096" y="8138"/>
                  </a:cubicBezTo>
                  <a:lnTo>
                    <a:pt x="611" y="8138"/>
                  </a:lnTo>
                  <a:cubicBezTo>
                    <a:pt x="525" y="8138"/>
                    <a:pt x="457" y="8070"/>
                    <a:pt x="457" y="7984"/>
                  </a:cubicBezTo>
                  <a:lnTo>
                    <a:pt x="457" y="7834"/>
                  </a:lnTo>
                  <a:cubicBezTo>
                    <a:pt x="457" y="7748"/>
                    <a:pt x="525" y="7681"/>
                    <a:pt x="611" y="7676"/>
                  </a:cubicBezTo>
                  <a:close/>
                  <a:moveTo>
                    <a:pt x="14989" y="7676"/>
                  </a:moveTo>
                  <a:cubicBezTo>
                    <a:pt x="15075" y="7676"/>
                    <a:pt x="15143" y="7743"/>
                    <a:pt x="15143" y="7830"/>
                  </a:cubicBezTo>
                  <a:lnTo>
                    <a:pt x="15143" y="7979"/>
                  </a:lnTo>
                  <a:cubicBezTo>
                    <a:pt x="15143" y="8065"/>
                    <a:pt x="15075" y="8133"/>
                    <a:pt x="14989" y="8138"/>
                  </a:cubicBezTo>
                  <a:lnTo>
                    <a:pt x="10504" y="8138"/>
                  </a:lnTo>
                  <a:cubicBezTo>
                    <a:pt x="10418" y="8133"/>
                    <a:pt x="10350" y="8065"/>
                    <a:pt x="10345" y="7979"/>
                  </a:cubicBezTo>
                  <a:lnTo>
                    <a:pt x="10345" y="7830"/>
                  </a:lnTo>
                  <a:cubicBezTo>
                    <a:pt x="10350" y="7743"/>
                    <a:pt x="10418" y="7676"/>
                    <a:pt x="10504" y="7676"/>
                  </a:cubicBezTo>
                  <a:close/>
                  <a:moveTo>
                    <a:pt x="4441" y="8595"/>
                  </a:moveTo>
                  <a:cubicBezTo>
                    <a:pt x="4220" y="9341"/>
                    <a:pt x="3537" y="9851"/>
                    <a:pt x="2762" y="9851"/>
                  </a:cubicBezTo>
                  <a:cubicBezTo>
                    <a:pt x="1987" y="9851"/>
                    <a:pt x="1304" y="9341"/>
                    <a:pt x="1083" y="8595"/>
                  </a:cubicBezTo>
                  <a:close/>
                  <a:moveTo>
                    <a:pt x="14517" y="8595"/>
                  </a:moveTo>
                  <a:cubicBezTo>
                    <a:pt x="14296" y="9341"/>
                    <a:pt x="13613" y="9851"/>
                    <a:pt x="12838" y="9851"/>
                  </a:cubicBezTo>
                  <a:cubicBezTo>
                    <a:pt x="12063" y="9851"/>
                    <a:pt x="11380" y="9341"/>
                    <a:pt x="11159" y="8595"/>
                  </a:cubicBezTo>
                  <a:close/>
                  <a:moveTo>
                    <a:pt x="9513" y="12420"/>
                  </a:moveTo>
                  <a:cubicBezTo>
                    <a:pt x="9600" y="12420"/>
                    <a:pt x="9667" y="12492"/>
                    <a:pt x="9672" y="12579"/>
                  </a:cubicBezTo>
                  <a:lnTo>
                    <a:pt x="9672" y="12882"/>
                  </a:lnTo>
                  <a:lnTo>
                    <a:pt x="5899" y="12882"/>
                  </a:lnTo>
                  <a:lnTo>
                    <a:pt x="5899" y="12579"/>
                  </a:lnTo>
                  <a:cubicBezTo>
                    <a:pt x="5899" y="12492"/>
                    <a:pt x="5972" y="12420"/>
                    <a:pt x="6053" y="12420"/>
                  </a:cubicBezTo>
                  <a:close/>
                  <a:moveTo>
                    <a:pt x="7646" y="1"/>
                  </a:moveTo>
                  <a:cubicBezTo>
                    <a:pt x="7348" y="6"/>
                    <a:pt x="7107" y="246"/>
                    <a:pt x="7107" y="540"/>
                  </a:cubicBezTo>
                  <a:lnTo>
                    <a:pt x="7107" y="1266"/>
                  </a:lnTo>
                  <a:cubicBezTo>
                    <a:pt x="6809" y="1493"/>
                    <a:pt x="6645" y="1854"/>
                    <a:pt x="6664" y="2224"/>
                  </a:cubicBezTo>
                  <a:lnTo>
                    <a:pt x="4437" y="2835"/>
                  </a:lnTo>
                  <a:cubicBezTo>
                    <a:pt x="4177" y="2907"/>
                    <a:pt x="3907" y="2960"/>
                    <a:pt x="3643" y="2994"/>
                  </a:cubicBezTo>
                  <a:cubicBezTo>
                    <a:pt x="3514" y="2649"/>
                    <a:pt x="3187" y="2446"/>
                    <a:pt x="2852" y="2446"/>
                  </a:cubicBezTo>
                  <a:cubicBezTo>
                    <a:pt x="2687" y="2446"/>
                    <a:pt x="2520" y="2495"/>
                    <a:pt x="2372" y="2599"/>
                  </a:cubicBezTo>
                  <a:cubicBezTo>
                    <a:pt x="1920" y="2912"/>
                    <a:pt x="1886" y="3566"/>
                    <a:pt x="2300" y="3927"/>
                  </a:cubicBezTo>
                  <a:lnTo>
                    <a:pt x="741" y="7219"/>
                  </a:lnTo>
                  <a:lnTo>
                    <a:pt x="611" y="7219"/>
                  </a:lnTo>
                  <a:cubicBezTo>
                    <a:pt x="274" y="7219"/>
                    <a:pt x="0" y="7493"/>
                    <a:pt x="0" y="7834"/>
                  </a:cubicBezTo>
                  <a:lnTo>
                    <a:pt x="0" y="7984"/>
                  </a:lnTo>
                  <a:cubicBezTo>
                    <a:pt x="0" y="8320"/>
                    <a:pt x="274" y="8595"/>
                    <a:pt x="611" y="8595"/>
                  </a:cubicBezTo>
                  <a:cubicBezTo>
                    <a:pt x="842" y="9600"/>
                    <a:pt x="1732" y="10313"/>
                    <a:pt x="2762" y="10313"/>
                  </a:cubicBezTo>
                  <a:cubicBezTo>
                    <a:pt x="3792" y="10313"/>
                    <a:pt x="4687" y="9600"/>
                    <a:pt x="4913" y="8595"/>
                  </a:cubicBezTo>
                  <a:lnTo>
                    <a:pt x="5096" y="8595"/>
                  </a:lnTo>
                  <a:cubicBezTo>
                    <a:pt x="5437" y="8595"/>
                    <a:pt x="5712" y="8320"/>
                    <a:pt x="5712" y="7984"/>
                  </a:cubicBezTo>
                  <a:lnTo>
                    <a:pt x="5712" y="7834"/>
                  </a:lnTo>
                  <a:cubicBezTo>
                    <a:pt x="5712" y="7493"/>
                    <a:pt x="5437" y="7219"/>
                    <a:pt x="5096" y="7219"/>
                  </a:cubicBezTo>
                  <a:lnTo>
                    <a:pt x="4971" y="7219"/>
                  </a:lnTo>
                  <a:lnTo>
                    <a:pt x="3407" y="3927"/>
                  </a:lnTo>
                  <a:cubicBezTo>
                    <a:pt x="3551" y="3802"/>
                    <a:pt x="3643" y="3634"/>
                    <a:pt x="3681" y="3451"/>
                  </a:cubicBezTo>
                  <a:cubicBezTo>
                    <a:pt x="3975" y="3413"/>
                    <a:pt x="4268" y="3355"/>
                    <a:pt x="4557" y="3278"/>
                  </a:cubicBezTo>
                  <a:lnTo>
                    <a:pt x="6785" y="2667"/>
                  </a:lnTo>
                  <a:cubicBezTo>
                    <a:pt x="6862" y="2821"/>
                    <a:pt x="6968" y="2951"/>
                    <a:pt x="7107" y="3056"/>
                  </a:cubicBezTo>
                  <a:lnTo>
                    <a:pt x="7107" y="11963"/>
                  </a:lnTo>
                  <a:lnTo>
                    <a:pt x="6053" y="11963"/>
                  </a:lnTo>
                  <a:cubicBezTo>
                    <a:pt x="5717" y="11963"/>
                    <a:pt x="5447" y="12237"/>
                    <a:pt x="5447" y="12579"/>
                  </a:cubicBezTo>
                  <a:lnTo>
                    <a:pt x="5447" y="12892"/>
                  </a:lnTo>
                  <a:cubicBezTo>
                    <a:pt x="5154" y="12945"/>
                    <a:pt x="4942" y="13200"/>
                    <a:pt x="4942" y="13493"/>
                  </a:cubicBezTo>
                  <a:lnTo>
                    <a:pt x="4942" y="13642"/>
                  </a:lnTo>
                  <a:cubicBezTo>
                    <a:pt x="4942" y="13984"/>
                    <a:pt x="5216" y="14258"/>
                    <a:pt x="5553" y="14258"/>
                  </a:cubicBezTo>
                  <a:lnTo>
                    <a:pt x="7251" y="14258"/>
                  </a:lnTo>
                  <a:cubicBezTo>
                    <a:pt x="7555" y="14258"/>
                    <a:pt x="7555" y="13801"/>
                    <a:pt x="7251" y="13801"/>
                  </a:cubicBezTo>
                  <a:lnTo>
                    <a:pt x="5553" y="13801"/>
                  </a:lnTo>
                  <a:cubicBezTo>
                    <a:pt x="5466" y="13796"/>
                    <a:pt x="5394" y="13729"/>
                    <a:pt x="5394" y="13642"/>
                  </a:cubicBezTo>
                  <a:lnTo>
                    <a:pt x="5394" y="13493"/>
                  </a:lnTo>
                  <a:cubicBezTo>
                    <a:pt x="5394" y="13406"/>
                    <a:pt x="5466" y="13339"/>
                    <a:pt x="5553" y="13339"/>
                  </a:cubicBezTo>
                  <a:lnTo>
                    <a:pt x="10037" y="13339"/>
                  </a:lnTo>
                  <a:cubicBezTo>
                    <a:pt x="10119" y="13339"/>
                    <a:pt x="10191" y="13406"/>
                    <a:pt x="10191" y="13493"/>
                  </a:cubicBezTo>
                  <a:lnTo>
                    <a:pt x="10191" y="13642"/>
                  </a:lnTo>
                  <a:cubicBezTo>
                    <a:pt x="10191" y="13729"/>
                    <a:pt x="10119" y="13796"/>
                    <a:pt x="10037" y="13801"/>
                  </a:cubicBezTo>
                  <a:lnTo>
                    <a:pt x="8320" y="13801"/>
                  </a:lnTo>
                  <a:cubicBezTo>
                    <a:pt x="8012" y="13801"/>
                    <a:pt x="8012" y="14258"/>
                    <a:pt x="8320" y="14258"/>
                  </a:cubicBezTo>
                  <a:lnTo>
                    <a:pt x="10037" y="14258"/>
                  </a:lnTo>
                  <a:cubicBezTo>
                    <a:pt x="10374" y="14258"/>
                    <a:pt x="10649" y="13984"/>
                    <a:pt x="10649" y="13642"/>
                  </a:cubicBezTo>
                  <a:lnTo>
                    <a:pt x="10649" y="13493"/>
                  </a:lnTo>
                  <a:cubicBezTo>
                    <a:pt x="10649" y="13190"/>
                    <a:pt x="10427" y="12935"/>
                    <a:pt x="10129" y="12887"/>
                  </a:cubicBezTo>
                  <a:lnTo>
                    <a:pt x="10129" y="12574"/>
                  </a:lnTo>
                  <a:cubicBezTo>
                    <a:pt x="10129" y="12237"/>
                    <a:pt x="9855" y="11963"/>
                    <a:pt x="9513" y="11963"/>
                  </a:cubicBezTo>
                  <a:lnTo>
                    <a:pt x="8464" y="11963"/>
                  </a:lnTo>
                  <a:lnTo>
                    <a:pt x="8464" y="8441"/>
                  </a:lnTo>
                  <a:cubicBezTo>
                    <a:pt x="8464" y="8289"/>
                    <a:pt x="8350" y="8213"/>
                    <a:pt x="8235" y="8213"/>
                  </a:cubicBezTo>
                  <a:cubicBezTo>
                    <a:pt x="8121" y="8213"/>
                    <a:pt x="8007" y="8289"/>
                    <a:pt x="8007" y="8441"/>
                  </a:cubicBezTo>
                  <a:lnTo>
                    <a:pt x="8007" y="11963"/>
                  </a:lnTo>
                  <a:lnTo>
                    <a:pt x="7564" y="11963"/>
                  </a:lnTo>
                  <a:lnTo>
                    <a:pt x="7564" y="3259"/>
                  </a:lnTo>
                  <a:cubicBezTo>
                    <a:pt x="7636" y="3273"/>
                    <a:pt x="7710" y="3280"/>
                    <a:pt x="7784" y="3280"/>
                  </a:cubicBezTo>
                  <a:cubicBezTo>
                    <a:pt x="7858" y="3280"/>
                    <a:pt x="7932" y="3273"/>
                    <a:pt x="8007" y="3259"/>
                  </a:cubicBezTo>
                  <a:lnTo>
                    <a:pt x="8007" y="7377"/>
                  </a:lnTo>
                  <a:cubicBezTo>
                    <a:pt x="8007" y="7529"/>
                    <a:pt x="8121" y="7605"/>
                    <a:pt x="8235" y="7605"/>
                  </a:cubicBezTo>
                  <a:cubicBezTo>
                    <a:pt x="8350" y="7605"/>
                    <a:pt x="8464" y="7529"/>
                    <a:pt x="8464" y="7377"/>
                  </a:cubicBezTo>
                  <a:lnTo>
                    <a:pt x="8464" y="3052"/>
                  </a:lnTo>
                  <a:cubicBezTo>
                    <a:pt x="8599" y="2951"/>
                    <a:pt x="8709" y="2816"/>
                    <a:pt x="8791" y="2657"/>
                  </a:cubicBezTo>
                  <a:lnTo>
                    <a:pt x="11043" y="3278"/>
                  </a:lnTo>
                  <a:cubicBezTo>
                    <a:pt x="11332" y="3355"/>
                    <a:pt x="11625" y="3413"/>
                    <a:pt x="11919" y="3451"/>
                  </a:cubicBezTo>
                  <a:cubicBezTo>
                    <a:pt x="11957" y="3634"/>
                    <a:pt x="12049" y="3802"/>
                    <a:pt x="12193" y="3927"/>
                  </a:cubicBezTo>
                  <a:lnTo>
                    <a:pt x="10634" y="7219"/>
                  </a:lnTo>
                  <a:lnTo>
                    <a:pt x="10504" y="7219"/>
                  </a:lnTo>
                  <a:cubicBezTo>
                    <a:pt x="10163" y="7223"/>
                    <a:pt x="9888" y="7498"/>
                    <a:pt x="9888" y="7834"/>
                  </a:cubicBezTo>
                  <a:lnTo>
                    <a:pt x="9888" y="7984"/>
                  </a:lnTo>
                  <a:cubicBezTo>
                    <a:pt x="9888" y="8320"/>
                    <a:pt x="10163" y="8595"/>
                    <a:pt x="10504" y="8595"/>
                  </a:cubicBezTo>
                  <a:lnTo>
                    <a:pt x="10687" y="8595"/>
                  </a:lnTo>
                  <a:cubicBezTo>
                    <a:pt x="10918" y="9600"/>
                    <a:pt x="11808" y="10313"/>
                    <a:pt x="12838" y="10313"/>
                  </a:cubicBezTo>
                  <a:cubicBezTo>
                    <a:pt x="13868" y="10313"/>
                    <a:pt x="14758" y="9600"/>
                    <a:pt x="14989" y="8595"/>
                  </a:cubicBezTo>
                  <a:cubicBezTo>
                    <a:pt x="15326" y="8595"/>
                    <a:pt x="15600" y="8320"/>
                    <a:pt x="15600" y="7984"/>
                  </a:cubicBezTo>
                  <a:lnTo>
                    <a:pt x="15600" y="7834"/>
                  </a:lnTo>
                  <a:cubicBezTo>
                    <a:pt x="15600" y="7498"/>
                    <a:pt x="15326" y="7223"/>
                    <a:pt x="14989" y="7219"/>
                  </a:cubicBezTo>
                  <a:lnTo>
                    <a:pt x="14859" y="7219"/>
                  </a:lnTo>
                  <a:lnTo>
                    <a:pt x="13300" y="3927"/>
                  </a:lnTo>
                  <a:cubicBezTo>
                    <a:pt x="13714" y="3566"/>
                    <a:pt x="13680" y="2912"/>
                    <a:pt x="13228" y="2599"/>
                  </a:cubicBezTo>
                  <a:cubicBezTo>
                    <a:pt x="13079" y="2495"/>
                    <a:pt x="12911" y="2446"/>
                    <a:pt x="12746" y="2446"/>
                  </a:cubicBezTo>
                  <a:cubicBezTo>
                    <a:pt x="12410" y="2446"/>
                    <a:pt x="12086" y="2649"/>
                    <a:pt x="11957" y="2994"/>
                  </a:cubicBezTo>
                  <a:cubicBezTo>
                    <a:pt x="11693" y="2960"/>
                    <a:pt x="11423" y="2907"/>
                    <a:pt x="11163" y="2835"/>
                  </a:cubicBezTo>
                  <a:lnTo>
                    <a:pt x="8907" y="2219"/>
                  </a:lnTo>
                  <a:cubicBezTo>
                    <a:pt x="8921" y="1849"/>
                    <a:pt x="8758" y="1493"/>
                    <a:pt x="8464" y="1266"/>
                  </a:cubicBezTo>
                  <a:lnTo>
                    <a:pt x="8464" y="540"/>
                  </a:lnTo>
                  <a:cubicBezTo>
                    <a:pt x="8459" y="246"/>
                    <a:pt x="8219" y="6"/>
                    <a:pt x="79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4" name="Google Shape;10074;p81"/>
          <p:cNvGrpSpPr/>
          <p:nvPr/>
        </p:nvGrpSpPr>
        <p:grpSpPr>
          <a:xfrm>
            <a:off x="870273" y="4293811"/>
            <a:ext cx="411300" cy="353258"/>
            <a:chOff x="870273" y="4293811"/>
            <a:chExt cx="411300" cy="353258"/>
          </a:xfrm>
        </p:grpSpPr>
        <p:sp>
          <p:nvSpPr>
            <p:cNvPr id="10075" name="Google Shape;10075;p81"/>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1"/>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4909"/>
                  </a:lnTo>
                  <a:lnTo>
                    <a:pt x="1969" y="4909"/>
                  </a:lnTo>
                  <a:cubicBezTo>
                    <a:pt x="1425" y="4909"/>
                    <a:pt x="987" y="4471"/>
                    <a:pt x="987" y="3927"/>
                  </a:cubicBezTo>
                  <a:lnTo>
                    <a:pt x="987" y="2445"/>
                  </a:lnTo>
                  <a:cubicBezTo>
                    <a:pt x="987" y="2309"/>
                    <a:pt x="1098" y="2203"/>
                    <a:pt x="1231" y="2203"/>
                  </a:cubicBezTo>
                  <a:cubicBezTo>
                    <a:pt x="1240" y="2203"/>
                    <a:pt x="1248" y="2204"/>
                    <a:pt x="1257" y="2204"/>
                  </a:cubicBezTo>
                  <a:cubicBezTo>
                    <a:pt x="1329" y="2214"/>
                    <a:pt x="1401" y="2214"/>
                    <a:pt x="1478" y="2214"/>
                  </a:cubicBezTo>
                  <a:lnTo>
                    <a:pt x="12766" y="2214"/>
                  </a:lnTo>
                  <a:cubicBezTo>
                    <a:pt x="13296" y="2214"/>
                    <a:pt x="13815" y="2041"/>
                    <a:pt x="14239" y="1718"/>
                  </a:cubicBezTo>
                  <a:lnTo>
                    <a:pt x="1423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1"/>
            <p:cNvSpPr/>
            <p:nvPr/>
          </p:nvSpPr>
          <p:spPr>
            <a:xfrm>
              <a:off x="876332" y="4357675"/>
              <a:ext cx="399183" cy="167358"/>
            </a:xfrm>
            <a:custGeom>
              <a:rect b="b" l="l" r="r" t="t"/>
              <a:pathLst>
                <a:path extrusionOk="0" h="6381" w="15220">
                  <a:moveTo>
                    <a:pt x="982" y="1"/>
                  </a:moveTo>
                  <a:cubicBezTo>
                    <a:pt x="443" y="1"/>
                    <a:pt x="0" y="439"/>
                    <a:pt x="0" y="982"/>
                  </a:cubicBezTo>
                  <a:lnTo>
                    <a:pt x="0" y="4418"/>
                  </a:lnTo>
                  <a:cubicBezTo>
                    <a:pt x="0" y="5505"/>
                    <a:pt x="881" y="6381"/>
                    <a:pt x="1963" y="6381"/>
                  </a:cubicBezTo>
                  <a:lnTo>
                    <a:pt x="13256" y="6381"/>
                  </a:lnTo>
                  <a:cubicBezTo>
                    <a:pt x="14339" y="6381"/>
                    <a:pt x="15220" y="5500"/>
                    <a:pt x="15220" y="4418"/>
                  </a:cubicBezTo>
                  <a:lnTo>
                    <a:pt x="15220" y="982"/>
                  </a:lnTo>
                  <a:cubicBezTo>
                    <a:pt x="15220" y="439"/>
                    <a:pt x="14777" y="1"/>
                    <a:pt x="1423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1"/>
            <p:cNvSpPr/>
            <p:nvPr/>
          </p:nvSpPr>
          <p:spPr>
            <a:xfrm>
              <a:off x="908513" y="4357675"/>
              <a:ext cx="334820" cy="19330"/>
            </a:xfrm>
            <a:custGeom>
              <a:rect b="b" l="l" r="r" t="t"/>
              <a:pathLst>
                <a:path extrusionOk="0" h="737" w="12766">
                  <a:moveTo>
                    <a:pt x="366" y="1"/>
                  </a:moveTo>
                  <a:cubicBezTo>
                    <a:pt x="164" y="1"/>
                    <a:pt x="0" y="164"/>
                    <a:pt x="0" y="371"/>
                  </a:cubicBezTo>
                  <a:cubicBezTo>
                    <a:pt x="0" y="573"/>
                    <a:pt x="164" y="737"/>
                    <a:pt x="366" y="737"/>
                  </a:cubicBezTo>
                  <a:lnTo>
                    <a:pt x="12395" y="737"/>
                  </a:lnTo>
                  <a:cubicBezTo>
                    <a:pt x="12602" y="737"/>
                    <a:pt x="12766" y="573"/>
                    <a:pt x="12766" y="371"/>
                  </a:cubicBezTo>
                  <a:cubicBezTo>
                    <a:pt x="12766" y="164"/>
                    <a:pt x="12602" y="1"/>
                    <a:pt x="12395"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1"/>
            <p:cNvSpPr/>
            <p:nvPr/>
          </p:nvSpPr>
          <p:spPr>
            <a:xfrm>
              <a:off x="947120" y="4357675"/>
              <a:ext cx="25782" cy="283231"/>
            </a:xfrm>
            <a:custGeom>
              <a:rect b="b" l="l" r="r" t="t"/>
              <a:pathLst>
                <a:path extrusionOk="0" h="10799" w="983">
                  <a:moveTo>
                    <a:pt x="0" y="1"/>
                  </a:moveTo>
                  <a:lnTo>
                    <a:pt x="0"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1"/>
            <p:cNvSpPr/>
            <p:nvPr/>
          </p:nvSpPr>
          <p:spPr>
            <a:xfrm>
              <a:off x="947120" y="4357675"/>
              <a:ext cx="25782" cy="19330"/>
            </a:xfrm>
            <a:custGeom>
              <a:rect b="b" l="l" r="r" t="t"/>
              <a:pathLst>
                <a:path extrusionOk="0" h="737" w="983">
                  <a:moveTo>
                    <a:pt x="0" y="1"/>
                  </a:moveTo>
                  <a:lnTo>
                    <a:pt x="0"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1"/>
            <p:cNvSpPr/>
            <p:nvPr/>
          </p:nvSpPr>
          <p:spPr>
            <a:xfrm>
              <a:off x="947120" y="4544337"/>
              <a:ext cx="25782" cy="19330"/>
            </a:xfrm>
            <a:custGeom>
              <a:rect b="b" l="l" r="r" t="t"/>
              <a:pathLst>
                <a:path extrusionOk="0" h="737" w="983">
                  <a:moveTo>
                    <a:pt x="0" y="0"/>
                  </a:moveTo>
                  <a:lnTo>
                    <a:pt x="0"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1"/>
            <p:cNvSpPr/>
            <p:nvPr/>
          </p:nvSpPr>
          <p:spPr>
            <a:xfrm>
              <a:off x="947120" y="4615125"/>
              <a:ext cx="25782" cy="25782"/>
            </a:xfrm>
            <a:custGeom>
              <a:rect b="b" l="l" r="r" t="t"/>
              <a:pathLst>
                <a:path extrusionOk="0" h="983" w="983">
                  <a:moveTo>
                    <a:pt x="0" y="1"/>
                  </a:moveTo>
                  <a:lnTo>
                    <a:pt x="0"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1"/>
            <p:cNvSpPr/>
            <p:nvPr/>
          </p:nvSpPr>
          <p:spPr>
            <a:xfrm>
              <a:off x="1178944" y="4357675"/>
              <a:ext cx="25782" cy="283231"/>
            </a:xfrm>
            <a:custGeom>
              <a:rect b="b" l="l" r="r" t="t"/>
              <a:pathLst>
                <a:path extrusionOk="0" h="10799" w="983">
                  <a:moveTo>
                    <a:pt x="1" y="1"/>
                  </a:moveTo>
                  <a:lnTo>
                    <a:pt x="1"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1"/>
            <p:cNvSpPr/>
            <p:nvPr/>
          </p:nvSpPr>
          <p:spPr>
            <a:xfrm>
              <a:off x="1178944" y="4357675"/>
              <a:ext cx="25782" cy="19330"/>
            </a:xfrm>
            <a:custGeom>
              <a:rect b="b" l="l" r="r" t="t"/>
              <a:pathLst>
                <a:path extrusionOk="0" h="737" w="983">
                  <a:moveTo>
                    <a:pt x="1" y="1"/>
                  </a:moveTo>
                  <a:lnTo>
                    <a:pt x="1"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1"/>
            <p:cNvSpPr/>
            <p:nvPr/>
          </p:nvSpPr>
          <p:spPr>
            <a:xfrm>
              <a:off x="1178944" y="4544337"/>
              <a:ext cx="25782" cy="19330"/>
            </a:xfrm>
            <a:custGeom>
              <a:rect b="b" l="l" r="r" t="t"/>
              <a:pathLst>
                <a:path extrusionOk="0" h="737" w="983">
                  <a:moveTo>
                    <a:pt x="1" y="0"/>
                  </a:moveTo>
                  <a:lnTo>
                    <a:pt x="1"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1"/>
            <p:cNvSpPr/>
            <p:nvPr/>
          </p:nvSpPr>
          <p:spPr>
            <a:xfrm>
              <a:off x="1178944" y="4615125"/>
              <a:ext cx="25782" cy="25782"/>
            </a:xfrm>
            <a:custGeom>
              <a:rect b="b" l="l" r="r" t="t"/>
              <a:pathLst>
                <a:path extrusionOk="0" h="983" w="983">
                  <a:moveTo>
                    <a:pt x="1" y="1"/>
                  </a:moveTo>
                  <a:lnTo>
                    <a:pt x="1"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1"/>
            <p:cNvSpPr/>
            <p:nvPr/>
          </p:nvSpPr>
          <p:spPr>
            <a:xfrm>
              <a:off x="1043794" y="4473522"/>
              <a:ext cx="64389" cy="25782"/>
            </a:xfrm>
            <a:custGeom>
              <a:rect b="b" l="l" r="r" t="t"/>
              <a:pathLst>
                <a:path extrusionOk="0" h="983" w="2455">
                  <a:moveTo>
                    <a:pt x="246" y="1"/>
                  </a:moveTo>
                  <a:cubicBezTo>
                    <a:pt x="106" y="1"/>
                    <a:pt x="0" y="111"/>
                    <a:pt x="0" y="246"/>
                  </a:cubicBezTo>
                  <a:lnTo>
                    <a:pt x="0" y="737"/>
                  </a:lnTo>
                  <a:cubicBezTo>
                    <a:pt x="0" y="872"/>
                    <a:pt x="106" y="982"/>
                    <a:pt x="246" y="982"/>
                  </a:cubicBezTo>
                  <a:lnTo>
                    <a:pt x="2209" y="982"/>
                  </a:lnTo>
                  <a:cubicBezTo>
                    <a:pt x="2344" y="982"/>
                    <a:pt x="2454" y="872"/>
                    <a:pt x="2454" y="737"/>
                  </a:cubicBezTo>
                  <a:lnTo>
                    <a:pt x="2454" y="246"/>
                  </a:lnTo>
                  <a:cubicBezTo>
                    <a:pt x="2454" y="111"/>
                    <a:pt x="2344" y="1"/>
                    <a:pt x="220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1"/>
            <p:cNvSpPr/>
            <p:nvPr/>
          </p:nvSpPr>
          <p:spPr>
            <a:xfrm>
              <a:off x="934373" y="4499278"/>
              <a:ext cx="51511" cy="45085"/>
            </a:xfrm>
            <a:custGeom>
              <a:rect b="b" l="l" r="r" t="t"/>
              <a:pathLst>
                <a:path extrusionOk="0" h="1719" w="1964">
                  <a:moveTo>
                    <a:pt x="246" y="0"/>
                  </a:moveTo>
                  <a:cubicBezTo>
                    <a:pt x="106" y="0"/>
                    <a:pt x="0" y="111"/>
                    <a:pt x="0" y="246"/>
                  </a:cubicBezTo>
                  <a:lnTo>
                    <a:pt x="0" y="1473"/>
                  </a:lnTo>
                  <a:cubicBezTo>
                    <a:pt x="0" y="1608"/>
                    <a:pt x="106" y="1718"/>
                    <a:pt x="246" y="1718"/>
                  </a:cubicBezTo>
                  <a:lnTo>
                    <a:pt x="1713" y="1718"/>
                  </a:lnTo>
                  <a:cubicBezTo>
                    <a:pt x="1853" y="1718"/>
                    <a:pt x="1964" y="1608"/>
                    <a:pt x="1964" y="1473"/>
                  </a:cubicBezTo>
                  <a:lnTo>
                    <a:pt x="1964" y="246"/>
                  </a:lnTo>
                  <a:cubicBezTo>
                    <a:pt x="1964" y="111"/>
                    <a:pt x="1853" y="0"/>
                    <a:pt x="1713"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1"/>
            <p:cNvSpPr/>
            <p:nvPr/>
          </p:nvSpPr>
          <p:spPr>
            <a:xfrm>
              <a:off x="934373" y="4499278"/>
              <a:ext cx="51511" cy="19330"/>
            </a:xfrm>
            <a:custGeom>
              <a:rect b="b" l="l" r="r" t="t"/>
              <a:pathLst>
                <a:path extrusionOk="0" h="737" w="1964">
                  <a:moveTo>
                    <a:pt x="246" y="0"/>
                  </a:moveTo>
                  <a:cubicBezTo>
                    <a:pt x="106" y="0"/>
                    <a:pt x="0" y="111"/>
                    <a:pt x="0" y="246"/>
                  </a:cubicBezTo>
                  <a:lnTo>
                    <a:pt x="0" y="737"/>
                  </a:lnTo>
                  <a:lnTo>
                    <a:pt x="1964" y="737"/>
                  </a:lnTo>
                  <a:lnTo>
                    <a:pt x="1964" y="246"/>
                  </a:lnTo>
                  <a:cubicBezTo>
                    <a:pt x="1964" y="111"/>
                    <a:pt x="1853" y="0"/>
                    <a:pt x="1713"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1"/>
            <p:cNvSpPr/>
            <p:nvPr/>
          </p:nvSpPr>
          <p:spPr>
            <a:xfrm>
              <a:off x="1166067" y="4499278"/>
              <a:ext cx="51511" cy="45085"/>
            </a:xfrm>
            <a:custGeom>
              <a:rect b="b" l="l" r="r" t="t"/>
              <a:pathLst>
                <a:path extrusionOk="0" h="1719" w="1964">
                  <a:moveTo>
                    <a:pt x="246" y="0"/>
                  </a:moveTo>
                  <a:cubicBezTo>
                    <a:pt x="111" y="0"/>
                    <a:pt x="1" y="111"/>
                    <a:pt x="1" y="246"/>
                  </a:cubicBezTo>
                  <a:lnTo>
                    <a:pt x="1" y="1473"/>
                  </a:lnTo>
                  <a:cubicBezTo>
                    <a:pt x="1" y="1608"/>
                    <a:pt x="111" y="1718"/>
                    <a:pt x="246" y="1718"/>
                  </a:cubicBezTo>
                  <a:lnTo>
                    <a:pt x="1719" y="1718"/>
                  </a:lnTo>
                  <a:cubicBezTo>
                    <a:pt x="1853" y="1718"/>
                    <a:pt x="1964" y="1608"/>
                    <a:pt x="1964" y="1473"/>
                  </a:cubicBezTo>
                  <a:lnTo>
                    <a:pt x="1964" y="246"/>
                  </a:lnTo>
                  <a:cubicBezTo>
                    <a:pt x="1964" y="111"/>
                    <a:pt x="1853" y="0"/>
                    <a:pt x="1719"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1"/>
            <p:cNvSpPr/>
            <p:nvPr/>
          </p:nvSpPr>
          <p:spPr>
            <a:xfrm>
              <a:off x="1166067" y="4499278"/>
              <a:ext cx="51511" cy="19330"/>
            </a:xfrm>
            <a:custGeom>
              <a:rect b="b" l="l" r="r" t="t"/>
              <a:pathLst>
                <a:path extrusionOk="0" h="737" w="1964">
                  <a:moveTo>
                    <a:pt x="246" y="0"/>
                  </a:moveTo>
                  <a:cubicBezTo>
                    <a:pt x="111" y="0"/>
                    <a:pt x="1" y="111"/>
                    <a:pt x="1" y="246"/>
                  </a:cubicBezTo>
                  <a:lnTo>
                    <a:pt x="1" y="737"/>
                  </a:lnTo>
                  <a:lnTo>
                    <a:pt x="1964" y="737"/>
                  </a:lnTo>
                  <a:lnTo>
                    <a:pt x="1964" y="246"/>
                  </a:lnTo>
                  <a:cubicBezTo>
                    <a:pt x="1964" y="111"/>
                    <a:pt x="1853" y="0"/>
                    <a:pt x="171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1"/>
            <p:cNvSpPr/>
            <p:nvPr/>
          </p:nvSpPr>
          <p:spPr>
            <a:xfrm>
              <a:off x="870273" y="4293811"/>
              <a:ext cx="411300" cy="353258"/>
            </a:xfrm>
            <a:custGeom>
              <a:rect b="b" l="l" r="r" t="t"/>
              <a:pathLst>
                <a:path extrusionOk="0" h="13469" w="15682">
                  <a:moveTo>
                    <a:pt x="8969" y="458"/>
                  </a:moveTo>
                  <a:cubicBezTo>
                    <a:pt x="9205" y="458"/>
                    <a:pt x="9412" y="622"/>
                    <a:pt x="9465" y="857"/>
                  </a:cubicBezTo>
                  <a:lnTo>
                    <a:pt x="9763" y="2210"/>
                  </a:lnTo>
                  <a:lnTo>
                    <a:pt x="5919" y="2210"/>
                  </a:lnTo>
                  <a:lnTo>
                    <a:pt x="6217" y="857"/>
                  </a:lnTo>
                  <a:cubicBezTo>
                    <a:pt x="6270" y="622"/>
                    <a:pt x="6477" y="458"/>
                    <a:pt x="6712" y="458"/>
                  </a:cubicBezTo>
                  <a:close/>
                  <a:moveTo>
                    <a:pt x="3686" y="2667"/>
                  </a:moveTo>
                  <a:lnTo>
                    <a:pt x="3686" y="7608"/>
                  </a:lnTo>
                  <a:lnTo>
                    <a:pt x="3161" y="7608"/>
                  </a:lnTo>
                  <a:lnTo>
                    <a:pt x="3161" y="2667"/>
                  </a:lnTo>
                  <a:close/>
                  <a:moveTo>
                    <a:pt x="12520" y="2667"/>
                  </a:moveTo>
                  <a:lnTo>
                    <a:pt x="12520" y="7608"/>
                  </a:lnTo>
                  <a:lnTo>
                    <a:pt x="12001" y="7608"/>
                  </a:lnTo>
                  <a:lnTo>
                    <a:pt x="12001" y="2667"/>
                  </a:lnTo>
                  <a:close/>
                  <a:moveTo>
                    <a:pt x="2704" y="2667"/>
                  </a:moveTo>
                  <a:lnTo>
                    <a:pt x="2704" y="7608"/>
                  </a:lnTo>
                  <a:lnTo>
                    <a:pt x="2690" y="7608"/>
                  </a:lnTo>
                  <a:cubicBezTo>
                    <a:pt x="2425" y="7608"/>
                    <a:pt x="2213" y="7820"/>
                    <a:pt x="2213" y="8085"/>
                  </a:cubicBezTo>
                  <a:lnTo>
                    <a:pt x="2213" y="8590"/>
                  </a:lnTo>
                  <a:lnTo>
                    <a:pt x="2199" y="8590"/>
                  </a:lnTo>
                  <a:cubicBezTo>
                    <a:pt x="1242" y="8590"/>
                    <a:pt x="462" y="7810"/>
                    <a:pt x="462" y="6858"/>
                  </a:cubicBezTo>
                  <a:lnTo>
                    <a:pt x="462" y="3417"/>
                  </a:lnTo>
                  <a:cubicBezTo>
                    <a:pt x="462" y="3003"/>
                    <a:pt x="799" y="2667"/>
                    <a:pt x="1213" y="2667"/>
                  </a:cubicBezTo>
                  <a:close/>
                  <a:moveTo>
                    <a:pt x="11539" y="2671"/>
                  </a:moveTo>
                  <a:lnTo>
                    <a:pt x="11539" y="7608"/>
                  </a:lnTo>
                  <a:lnTo>
                    <a:pt x="11524" y="7608"/>
                  </a:lnTo>
                  <a:cubicBezTo>
                    <a:pt x="11260" y="7608"/>
                    <a:pt x="11048" y="7825"/>
                    <a:pt x="11048" y="8085"/>
                  </a:cubicBezTo>
                  <a:lnTo>
                    <a:pt x="11048" y="8590"/>
                  </a:lnTo>
                  <a:lnTo>
                    <a:pt x="4634" y="8590"/>
                  </a:lnTo>
                  <a:lnTo>
                    <a:pt x="4634" y="8085"/>
                  </a:lnTo>
                  <a:cubicBezTo>
                    <a:pt x="4634" y="7825"/>
                    <a:pt x="4422" y="7608"/>
                    <a:pt x="4157" y="7608"/>
                  </a:cubicBezTo>
                  <a:lnTo>
                    <a:pt x="4143" y="7608"/>
                  </a:lnTo>
                  <a:lnTo>
                    <a:pt x="4143" y="2671"/>
                  </a:lnTo>
                  <a:close/>
                  <a:moveTo>
                    <a:pt x="14469" y="2667"/>
                  </a:moveTo>
                  <a:cubicBezTo>
                    <a:pt x="14888" y="2667"/>
                    <a:pt x="15220" y="3003"/>
                    <a:pt x="15224" y="3422"/>
                  </a:cubicBezTo>
                  <a:lnTo>
                    <a:pt x="15224" y="6858"/>
                  </a:lnTo>
                  <a:lnTo>
                    <a:pt x="15220" y="6858"/>
                  </a:lnTo>
                  <a:cubicBezTo>
                    <a:pt x="15220" y="7815"/>
                    <a:pt x="14445" y="8590"/>
                    <a:pt x="13487" y="8590"/>
                  </a:cubicBezTo>
                  <a:lnTo>
                    <a:pt x="13473" y="8590"/>
                  </a:lnTo>
                  <a:lnTo>
                    <a:pt x="13473" y="8085"/>
                  </a:lnTo>
                  <a:cubicBezTo>
                    <a:pt x="13473" y="7820"/>
                    <a:pt x="13256" y="7608"/>
                    <a:pt x="12997" y="7608"/>
                  </a:cubicBezTo>
                  <a:lnTo>
                    <a:pt x="12982" y="7608"/>
                  </a:lnTo>
                  <a:lnTo>
                    <a:pt x="12982" y="2667"/>
                  </a:lnTo>
                  <a:close/>
                  <a:moveTo>
                    <a:pt x="4157" y="8065"/>
                  </a:moveTo>
                  <a:cubicBezTo>
                    <a:pt x="4167" y="8065"/>
                    <a:pt x="4177" y="8070"/>
                    <a:pt x="4177" y="8080"/>
                  </a:cubicBezTo>
                  <a:lnTo>
                    <a:pt x="4177" y="9307"/>
                  </a:lnTo>
                  <a:cubicBezTo>
                    <a:pt x="4177" y="9316"/>
                    <a:pt x="4167" y="9326"/>
                    <a:pt x="4157" y="9326"/>
                  </a:cubicBezTo>
                  <a:lnTo>
                    <a:pt x="2690" y="9326"/>
                  </a:lnTo>
                  <a:cubicBezTo>
                    <a:pt x="2680" y="9326"/>
                    <a:pt x="2671" y="9316"/>
                    <a:pt x="2671" y="9307"/>
                  </a:cubicBezTo>
                  <a:lnTo>
                    <a:pt x="2671" y="8085"/>
                  </a:lnTo>
                  <a:cubicBezTo>
                    <a:pt x="2671" y="8075"/>
                    <a:pt x="2680" y="8065"/>
                    <a:pt x="2685" y="8065"/>
                  </a:cubicBezTo>
                  <a:lnTo>
                    <a:pt x="3195" y="8065"/>
                  </a:lnTo>
                  <a:lnTo>
                    <a:pt x="3195" y="8575"/>
                  </a:lnTo>
                  <a:cubicBezTo>
                    <a:pt x="3195" y="8727"/>
                    <a:pt x="3309" y="8803"/>
                    <a:pt x="3424" y="8803"/>
                  </a:cubicBezTo>
                  <a:cubicBezTo>
                    <a:pt x="3538" y="8803"/>
                    <a:pt x="3652" y="8727"/>
                    <a:pt x="3652" y="8575"/>
                  </a:cubicBezTo>
                  <a:lnTo>
                    <a:pt x="3652" y="8065"/>
                  </a:lnTo>
                  <a:close/>
                  <a:moveTo>
                    <a:pt x="12997" y="8065"/>
                  </a:moveTo>
                  <a:cubicBezTo>
                    <a:pt x="13006" y="8065"/>
                    <a:pt x="13011" y="8070"/>
                    <a:pt x="13011" y="8080"/>
                  </a:cubicBezTo>
                  <a:lnTo>
                    <a:pt x="13011" y="9307"/>
                  </a:lnTo>
                  <a:lnTo>
                    <a:pt x="13011" y="9312"/>
                  </a:lnTo>
                  <a:cubicBezTo>
                    <a:pt x="13011" y="9321"/>
                    <a:pt x="13006" y="9326"/>
                    <a:pt x="12997" y="9326"/>
                  </a:cubicBezTo>
                  <a:lnTo>
                    <a:pt x="11524" y="9326"/>
                  </a:lnTo>
                  <a:cubicBezTo>
                    <a:pt x="11515" y="9326"/>
                    <a:pt x="11510" y="9321"/>
                    <a:pt x="11510" y="9312"/>
                  </a:cubicBezTo>
                  <a:lnTo>
                    <a:pt x="11510" y="8085"/>
                  </a:lnTo>
                  <a:cubicBezTo>
                    <a:pt x="11510" y="8075"/>
                    <a:pt x="11515" y="8070"/>
                    <a:pt x="11524" y="8070"/>
                  </a:cubicBezTo>
                  <a:lnTo>
                    <a:pt x="12029" y="8070"/>
                  </a:lnTo>
                  <a:lnTo>
                    <a:pt x="12029" y="8575"/>
                  </a:lnTo>
                  <a:cubicBezTo>
                    <a:pt x="12029" y="8727"/>
                    <a:pt x="12144" y="8803"/>
                    <a:pt x="12259" y="8803"/>
                  </a:cubicBezTo>
                  <a:cubicBezTo>
                    <a:pt x="12373" y="8803"/>
                    <a:pt x="12489" y="8727"/>
                    <a:pt x="12491" y="8575"/>
                  </a:cubicBezTo>
                  <a:lnTo>
                    <a:pt x="12491" y="8065"/>
                  </a:lnTo>
                  <a:close/>
                  <a:moveTo>
                    <a:pt x="953" y="8662"/>
                  </a:moveTo>
                  <a:cubicBezTo>
                    <a:pt x="1319" y="8912"/>
                    <a:pt x="1752" y="9047"/>
                    <a:pt x="2194" y="9047"/>
                  </a:cubicBezTo>
                  <a:lnTo>
                    <a:pt x="2213" y="9047"/>
                  </a:lnTo>
                  <a:lnTo>
                    <a:pt x="2213" y="9312"/>
                  </a:lnTo>
                  <a:cubicBezTo>
                    <a:pt x="2213" y="9571"/>
                    <a:pt x="2425" y="9783"/>
                    <a:pt x="2685" y="9783"/>
                  </a:cubicBezTo>
                  <a:lnTo>
                    <a:pt x="3686" y="9783"/>
                  </a:lnTo>
                  <a:lnTo>
                    <a:pt x="3686" y="13007"/>
                  </a:lnTo>
                  <a:lnTo>
                    <a:pt x="3161" y="13007"/>
                  </a:lnTo>
                  <a:lnTo>
                    <a:pt x="3161" y="10539"/>
                  </a:lnTo>
                  <a:cubicBezTo>
                    <a:pt x="3161" y="10385"/>
                    <a:pt x="3047" y="10308"/>
                    <a:pt x="2933" y="10308"/>
                  </a:cubicBezTo>
                  <a:cubicBezTo>
                    <a:pt x="2819" y="10308"/>
                    <a:pt x="2704" y="10385"/>
                    <a:pt x="2704" y="10539"/>
                  </a:cubicBezTo>
                  <a:lnTo>
                    <a:pt x="2704" y="13007"/>
                  </a:lnTo>
                  <a:lnTo>
                    <a:pt x="1458" y="13007"/>
                  </a:lnTo>
                  <a:cubicBezTo>
                    <a:pt x="1179" y="13007"/>
                    <a:pt x="953" y="12781"/>
                    <a:pt x="953" y="12502"/>
                  </a:cubicBezTo>
                  <a:lnTo>
                    <a:pt x="953" y="8662"/>
                  </a:lnTo>
                  <a:close/>
                  <a:moveTo>
                    <a:pt x="11048" y="9052"/>
                  </a:moveTo>
                  <a:lnTo>
                    <a:pt x="11048" y="9312"/>
                  </a:lnTo>
                  <a:cubicBezTo>
                    <a:pt x="11048" y="9571"/>
                    <a:pt x="11260" y="9788"/>
                    <a:pt x="11524" y="9788"/>
                  </a:cubicBezTo>
                  <a:lnTo>
                    <a:pt x="12520" y="9788"/>
                  </a:lnTo>
                  <a:lnTo>
                    <a:pt x="12520" y="13007"/>
                  </a:lnTo>
                  <a:lnTo>
                    <a:pt x="12001" y="13007"/>
                  </a:lnTo>
                  <a:lnTo>
                    <a:pt x="12001" y="10539"/>
                  </a:lnTo>
                  <a:cubicBezTo>
                    <a:pt x="11996" y="10409"/>
                    <a:pt x="11895" y="10308"/>
                    <a:pt x="11770" y="10308"/>
                  </a:cubicBezTo>
                  <a:cubicBezTo>
                    <a:pt x="11640" y="10308"/>
                    <a:pt x="11539" y="10414"/>
                    <a:pt x="11539" y="10539"/>
                  </a:cubicBezTo>
                  <a:lnTo>
                    <a:pt x="11539" y="13007"/>
                  </a:lnTo>
                  <a:lnTo>
                    <a:pt x="4143" y="13007"/>
                  </a:lnTo>
                  <a:lnTo>
                    <a:pt x="4143" y="9788"/>
                  </a:lnTo>
                  <a:lnTo>
                    <a:pt x="4162" y="9788"/>
                  </a:lnTo>
                  <a:cubicBezTo>
                    <a:pt x="4422" y="9788"/>
                    <a:pt x="4634" y="9571"/>
                    <a:pt x="4634" y="9312"/>
                  </a:cubicBezTo>
                  <a:lnTo>
                    <a:pt x="4634" y="9052"/>
                  </a:lnTo>
                  <a:close/>
                  <a:moveTo>
                    <a:pt x="14734" y="8662"/>
                  </a:moveTo>
                  <a:lnTo>
                    <a:pt x="14734" y="12502"/>
                  </a:lnTo>
                  <a:cubicBezTo>
                    <a:pt x="14729" y="12781"/>
                    <a:pt x="14503" y="13007"/>
                    <a:pt x="14224" y="13007"/>
                  </a:cubicBezTo>
                  <a:lnTo>
                    <a:pt x="12982" y="13007"/>
                  </a:lnTo>
                  <a:lnTo>
                    <a:pt x="12982" y="9788"/>
                  </a:lnTo>
                  <a:lnTo>
                    <a:pt x="12997" y="9788"/>
                  </a:lnTo>
                  <a:cubicBezTo>
                    <a:pt x="13261" y="9783"/>
                    <a:pt x="13473" y="9571"/>
                    <a:pt x="13473" y="9312"/>
                  </a:cubicBezTo>
                  <a:lnTo>
                    <a:pt x="13473" y="9052"/>
                  </a:lnTo>
                  <a:lnTo>
                    <a:pt x="13487" y="9052"/>
                  </a:lnTo>
                  <a:cubicBezTo>
                    <a:pt x="13935" y="9052"/>
                    <a:pt x="14368" y="8917"/>
                    <a:pt x="14734" y="8662"/>
                  </a:cubicBezTo>
                  <a:close/>
                  <a:moveTo>
                    <a:pt x="6702" y="1"/>
                  </a:moveTo>
                  <a:cubicBezTo>
                    <a:pt x="6254" y="1"/>
                    <a:pt x="5870" y="317"/>
                    <a:pt x="5769" y="756"/>
                  </a:cubicBezTo>
                  <a:lnTo>
                    <a:pt x="5447" y="2210"/>
                  </a:lnTo>
                  <a:lnTo>
                    <a:pt x="1213" y="2210"/>
                  </a:lnTo>
                  <a:cubicBezTo>
                    <a:pt x="544" y="2210"/>
                    <a:pt x="5" y="2753"/>
                    <a:pt x="5" y="3422"/>
                  </a:cubicBezTo>
                  <a:lnTo>
                    <a:pt x="5" y="6858"/>
                  </a:lnTo>
                  <a:cubicBezTo>
                    <a:pt x="0" y="7358"/>
                    <a:pt x="173" y="7849"/>
                    <a:pt x="496" y="8239"/>
                  </a:cubicBezTo>
                  <a:lnTo>
                    <a:pt x="496" y="12502"/>
                  </a:lnTo>
                  <a:cubicBezTo>
                    <a:pt x="496" y="13036"/>
                    <a:pt x="929" y="13469"/>
                    <a:pt x="1458" y="13469"/>
                  </a:cubicBezTo>
                  <a:lnTo>
                    <a:pt x="14224" y="13469"/>
                  </a:lnTo>
                  <a:cubicBezTo>
                    <a:pt x="14758" y="13469"/>
                    <a:pt x="15186" y="13036"/>
                    <a:pt x="15191" y="12502"/>
                  </a:cubicBezTo>
                  <a:lnTo>
                    <a:pt x="15191" y="8239"/>
                  </a:lnTo>
                  <a:cubicBezTo>
                    <a:pt x="15508" y="7849"/>
                    <a:pt x="15682" y="7358"/>
                    <a:pt x="15682" y="6858"/>
                  </a:cubicBezTo>
                  <a:lnTo>
                    <a:pt x="15682" y="3422"/>
                  </a:lnTo>
                  <a:cubicBezTo>
                    <a:pt x="15677" y="2753"/>
                    <a:pt x="15138" y="2210"/>
                    <a:pt x="14469" y="2210"/>
                  </a:cubicBezTo>
                  <a:lnTo>
                    <a:pt x="10235" y="2210"/>
                  </a:lnTo>
                  <a:lnTo>
                    <a:pt x="9917" y="756"/>
                  </a:lnTo>
                  <a:cubicBezTo>
                    <a:pt x="9817" y="317"/>
                    <a:pt x="9432" y="1"/>
                    <a:pt x="8984" y="1"/>
                  </a:cubicBezTo>
                  <a:cubicBezTo>
                    <a:pt x="8981" y="1"/>
                    <a:pt x="8977" y="1"/>
                    <a:pt x="8974" y="1"/>
                  </a:cubicBezTo>
                  <a:lnTo>
                    <a:pt x="6712" y="1"/>
                  </a:lnTo>
                  <a:cubicBezTo>
                    <a:pt x="6709" y="1"/>
                    <a:pt x="6706" y="1"/>
                    <a:pt x="67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1"/>
            <p:cNvSpPr/>
            <p:nvPr/>
          </p:nvSpPr>
          <p:spPr>
            <a:xfrm>
              <a:off x="1037736" y="4467595"/>
              <a:ext cx="76506" cy="37768"/>
            </a:xfrm>
            <a:custGeom>
              <a:rect b="b" l="l" r="r" t="t"/>
              <a:pathLst>
                <a:path extrusionOk="0" h="1440" w="2917">
                  <a:moveTo>
                    <a:pt x="477" y="1"/>
                  </a:moveTo>
                  <a:cubicBezTo>
                    <a:pt x="212" y="1"/>
                    <a:pt x="0" y="212"/>
                    <a:pt x="0" y="477"/>
                  </a:cubicBezTo>
                  <a:lnTo>
                    <a:pt x="0" y="968"/>
                  </a:lnTo>
                  <a:cubicBezTo>
                    <a:pt x="0" y="1228"/>
                    <a:pt x="212" y="1439"/>
                    <a:pt x="477" y="1439"/>
                  </a:cubicBezTo>
                  <a:lnTo>
                    <a:pt x="2440" y="1439"/>
                  </a:lnTo>
                  <a:cubicBezTo>
                    <a:pt x="2700" y="1439"/>
                    <a:pt x="2911" y="1228"/>
                    <a:pt x="2916" y="963"/>
                  </a:cubicBezTo>
                  <a:lnTo>
                    <a:pt x="2916" y="477"/>
                  </a:lnTo>
                  <a:cubicBezTo>
                    <a:pt x="2911" y="212"/>
                    <a:pt x="2700" y="1"/>
                    <a:pt x="2440" y="1"/>
                  </a:cubicBezTo>
                  <a:lnTo>
                    <a:pt x="2194" y="1"/>
                  </a:lnTo>
                  <a:cubicBezTo>
                    <a:pt x="1886" y="1"/>
                    <a:pt x="1886" y="463"/>
                    <a:pt x="2194" y="463"/>
                  </a:cubicBezTo>
                  <a:lnTo>
                    <a:pt x="2440" y="463"/>
                  </a:lnTo>
                  <a:cubicBezTo>
                    <a:pt x="2449" y="463"/>
                    <a:pt x="2454" y="467"/>
                    <a:pt x="2454" y="477"/>
                  </a:cubicBezTo>
                  <a:lnTo>
                    <a:pt x="2454" y="968"/>
                  </a:lnTo>
                  <a:cubicBezTo>
                    <a:pt x="2454" y="977"/>
                    <a:pt x="2449" y="982"/>
                    <a:pt x="2440" y="982"/>
                  </a:cubicBezTo>
                  <a:lnTo>
                    <a:pt x="477" y="982"/>
                  </a:lnTo>
                  <a:cubicBezTo>
                    <a:pt x="467" y="982"/>
                    <a:pt x="457" y="977"/>
                    <a:pt x="457" y="968"/>
                  </a:cubicBezTo>
                  <a:lnTo>
                    <a:pt x="457" y="477"/>
                  </a:lnTo>
                  <a:cubicBezTo>
                    <a:pt x="457" y="467"/>
                    <a:pt x="467" y="463"/>
                    <a:pt x="477" y="463"/>
                  </a:cubicBezTo>
                  <a:lnTo>
                    <a:pt x="1213" y="463"/>
                  </a:lnTo>
                  <a:cubicBezTo>
                    <a:pt x="1516" y="463"/>
                    <a:pt x="1516" y="1"/>
                    <a:pt x="1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4" name="Google Shape;10094;p81"/>
          <p:cNvSpPr/>
          <p:nvPr/>
        </p:nvSpPr>
        <p:spPr>
          <a:xfrm>
            <a:off x="2217055" y="2678591"/>
            <a:ext cx="3829" cy="12642"/>
          </a:xfrm>
          <a:custGeom>
            <a:rect b="b" l="l" r="r" t="t"/>
            <a:pathLst>
              <a:path extrusionOk="0" h="482" w="146">
                <a:moveTo>
                  <a:pt x="145" y="1"/>
                </a:moveTo>
                <a:lnTo>
                  <a:pt x="68" y="78"/>
                </a:lnTo>
                <a:cubicBezTo>
                  <a:pt x="25" y="121"/>
                  <a:pt x="1" y="179"/>
                  <a:pt x="1" y="241"/>
                </a:cubicBezTo>
                <a:cubicBezTo>
                  <a:pt x="1" y="304"/>
                  <a:pt x="25" y="362"/>
                  <a:pt x="68" y="405"/>
                </a:cubicBezTo>
                <a:lnTo>
                  <a:pt x="145" y="482"/>
                </a:lnTo>
                <a:lnTo>
                  <a:pt x="145"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1"/>
          <p:cNvSpPr/>
          <p:nvPr/>
        </p:nvSpPr>
        <p:spPr>
          <a:xfrm>
            <a:off x="2201161" y="2733878"/>
            <a:ext cx="37505" cy="45452"/>
          </a:xfrm>
          <a:custGeom>
            <a:rect b="b" l="l" r="r" t="t"/>
            <a:pathLst>
              <a:path extrusionOk="0" h="1733" w="1430">
                <a:moveTo>
                  <a:pt x="1372" y="0"/>
                </a:moveTo>
                <a:lnTo>
                  <a:pt x="520" y="332"/>
                </a:lnTo>
                <a:lnTo>
                  <a:pt x="511" y="332"/>
                </a:lnTo>
                <a:cubicBezTo>
                  <a:pt x="492" y="342"/>
                  <a:pt x="1" y="525"/>
                  <a:pt x="1" y="1150"/>
                </a:cubicBezTo>
                <a:lnTo>
                  <a:pt x="1" y="1732"/>
                </a:lnTo>
                <a:lnTo>
                  <a:pt x="212" y="1732"/>
                </a:lnTo>
                <a:lnTo>
                  <a:pt x="212" y="1150"/>
                </a:lnTo>
                <a:cubicBezTo>
                  <a:pt x="212" y="525"/>
                  <a:pt x="703" y="342"/>
                  <a:pt x="722" y="332"/>
                </a:cubicBezTo>
                <a:lnTo>
                  <a:pt x="732" y="332"/>
                </a:lnTo>
                <a:lnTo>
                  <a:pt x="1430" y="58"/>
                </a:lnTo>
                <a:lnTo>
                  <a:pt x="1372"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6" name="Google Shape;10096;p81"/>
          <p:cNvGrpSpPr/>
          <p:nvPr/>
        </p:nvGrpSpPr>
        <p:grpSpPr>
          <a:xfrm>
            <a:off x="2189674" y="2439816"/>
            <a:ext cx="376627" cy="351501"/>
            <a:chOff x="2189674" y="2439816"/>
            <a:chExt cx="376627" cy="351501"/>
          </a:xfrm>
        </p:grpSpPr>
        <p:sp>
          <p:nvSpPr>
            <p:cNvPr id="10097" name="Google Shape;10097;p81"/>
            <p:cNvSpPr/>
            <p:nvPr/>
          </p:nvSpPr>
          <p:spPr>
            <a:xfrm>
              <a:off x="2370538" y="2539638"/>
              <a:ext cx="15028" cy="13035"/>
            </a:xfrm>
            <a:custGeom>
              <a:rect b="b" l="l" r="r" t="t"/>
              <a:pathLst>
                <a:path extrusionOk="0" h="497" w="573">
                  <a:moveTo>
                    <a:pt x="0" y="1"/>
                  </a:moveTo>
                  <a:lnTo>
                    <a:pt x="0" y="222"/>
                  </a:lnTo>
                  <a:lnTo>
                    <a:pt x="279" y="497"/>
                  </a:lnTo>
                  <a:lnTo>
                    <a:pt x="573" y="193"/>
                  </a:lnTo>
                  <a:lnTo>
                    <a:pt x="573" y="1"/>
                  </a:lnTo>
                  <a:lnTo>
                    <a:pt x="525" y="6"/>
                  </a:lnTo>
                  <a:cubicBezTo>
                    <a:pt x="476" y="11"/>
                    <a:pt x="433" y="15"/>
                    <a:pt x="390" y="15"/>
                  </a:cubicBezTo>
                  <a:lnTo>
                    <a:pt x="183" y="15"/>
                  </a:lnTo>
                  <a:cubicBezTo>
                    <a:pt x="140" y="15"/>
                    <a:pt x="91" y="11"/>
                    <a:pt x="48" y="6"/>
                  </a:cubicBez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1"/>
            <p:cNvSpPr/>
            <p:nvPr/>
          </p:nvSpPr>
          <p:spPr>
            <a:xfrm>
              <a:off x="2341374" y="2496992"/>
              <a:ext cx="4328" cy="12642"/>
            </a:xfrm>
            <a:custGeom>
              <a:rect b="b" l="l" r="r" t="t"/>
              <a:pathLst>
                <a:path extrusionOk="0" h="482" w="165">
                  <a:moveTo>
                    <a:pt x="164" y="1"/>
                  </a:moveTo>
                  <a:lnTo>
                    <a:pt x="87" y="78"/>
                  </a:lnTo>
                  <a:cubicBezTo>
                    <a:pt x="1" y="169"/>
                    <a:pt x="1" y="313"/>
                    <a:pt x="87" y="400"/>
                  </a:cubicBezTo>
                  <a:lnTo>
                    <a:pt x="164" y="482"/>
                  </a:lnTo>
                  <a:lnTo>
                    <a:pt x="164"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1"/>
            <p:cNvSpPr/>
            <p:nvPr/>
          </p:nvSpPr>
          <p:spPr>
            <a:xfrm>
              <a:off x="2230326" y="2662304"/>
              <a:ext cx="45715" cy="49754"/>
            </a:xfrm>
            <a:custGeom>
              <a:rect b="b" l="l" r="r" t="t"/>
              <a:pathLst>
                <a:path extrusionOk="0" h="1897" w="1743">
                  <a:moveTo>
                    <a:pt x="1271" y="1"/>
                  </a:moveTo>
                  <a:lnTo>
                    <a:pt x="1232" y="35"/>
                  </a:lnTo>
                  <a:cubicBezTo>
                    <a:pt x="837" y="362"/>
                    <a:pt x="318" y="463"/>
                    <a:pt x="44" y="492"/>
                  </a:cubicBezTo>
                  <a:lnTo>
                    <a:pt x="0" y="497"/>
                  </a:lnTo>
                  <a:lnTo>
                    <a:pt x="0" y="1132"/>
                  </a:lnTo>
                  <a:cubicBezTo>
                    <a:pt x="0" y="1555"/>
                    <a:pt x="347" y="1897"/>
                    <a:pt x="770" y="1897"/>
                  </a:cubicBezTo>
                  <a:lnTo>
                    <a:pt x="972" y="1897"/>
                  </a:lnTo>
                  <a:cubicBezTo>
                    <a:pt x="1396" y="1897"/>
                    <a:pt x="1742" y="1555"/>
                    <a:pt x="1742" y="1132"/>
                  </a:cubicBezTo>
                  <a:lnTo>
                    <a:pt x="1742" y="458"/>
                  </a:lnTo>
                  <a:lnTo>
                    <a:pt x="1713" y="444"/>
                  </a:lnTo>
                  <a:cubicBezTo>
                    <a:pt x="1540" y="357"/>
                    <a:pt x="1396" y="217"/>
                    <a:pt x="1299"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1"/>
            <p:cNvSpPr/>
            <p:nvPr/>
          </p:nvSpPr>
          <p:spPr>
            <a:xfrm>
              <a:off x="2285588" y="2679850"/>
              <a:ext cx="4328" cy="11383"/>
            </a:xfrm>
            <a:custGeom>
              <a:rect b="b" l="l" r="r" t="t"/>
              <a:pathLst>
                <a:path extrusionOk="0" h="434" w="165">
                  <a:moveTo>
                    <a:pt x="1" y="1"/>
                  </a:moveTo>
                  <a:lnTo>
                    <a:pt x="1" y="434"/>
                  </a:lnTo>
                  <a:lnTo>
                    <a:pt x="73" y="381"/>
                  </a:lnTo>
                  <a:cubicBezTo>
                    <a:pt x="131" y="338"/>
                    <a:pt x="164" y="265"/>
                    <a:pt x="164" y="193"/>
                  </a:cubicBezTo>
                  <a:cubicBezTo>
                    <a:pt x="164" y="135"/>
                    <a:pt x="140" y="78"/>
                    <a:pt x="102" y="34"/>
                  </a:cubicBezTo>
                  <a:lnTo>
                    <a:pt x="92" y="25"/>
                  </a:lnTo>
                  <a:lnTo>
                    <a:pt x="78" y="25"/>
                  </a:lnTo>
                  <a:lnTo>
                    <a:pt x="58"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1"/>
            <p:cNvSpPr/>
            <p:nvPr/>
          </p:nvSpPr>
          <p:spPr>
            <a:xfrm>
              <a:off x="2245591" y="2721263"/>
              <a:ext cx="15159" cy="13009"/>
            </a:xfrm>
            <a:custGeom>
              <a:rect b="b" l="l" r="r" t="t"/>
              <a:pathLst>
                <a:path extrusionOk="0" h="496" w="578">
                  <a:moveTo>
                    <a:pt x="0" y="0"/>
                  </a:moveTo>
                  <a:lnTo>
                    <a:pt x="0" y="221"/>
                  </a:lnTo>
                  <a:lnTo>
                    <a:pt x="284" y="496"/>
                  </a:lnTo>
                  <a:lnTo>
                    <a:pt x="578" y="188"/>
                  </a:lnTo>
                  <a:lnTo>
                    <a:pt x="578" y="0"/>
                  </a:lnTo>
                  <a:lnTo>
                    <a:pt x="525" y="5"/>
                  </a:lnTo>
                  <a:cubicBezTo>
                    <a:pt x="482" y="10"/>
                    <a:pt x="438" y="10"/>
                    <a:pt x="390" y="14"/>
                  </a:cubicBezTo>
                  <a:lnTo>
                    <a:pt x="188" y="14"/>
                  </a:lnTo>
                  <a:cubicBezTo>
                    <a:pt x="140" y="14"/>
                    <a:pt x="97" y="10"/>
                    <a:pt x="53" y="5"/>
                  </a:cubicBezTo>
                  <a:lnTo>
                    <a:pt x="0"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1"/>
            <p:cNvSpPr/>
            <p:nvPr/>
          </p:nvSpPr>
          <p:spPr>
            <a:xfrm>
              <a:off x="2355248" y="2480704"/>
              <a:ext cx="45583" cy="49885"/>
            </a:xfrm>
            <a:custGeom>
              <a:rect b="b" l="l" r="r" t="t"/>
              <a:pathLst>
                <a:path extrusionOk="0" h="1902" w="1738">
                  <a:moveTo>
                    <a:pt x="1271" y="1"/>
                  </a:moveTo>
                  <a:lnTo>
                    <a:pt x="1228" y="35"/>
                  </a:lnTo>
                  <a:cubicBezTo>
                    <a:pt x="833" y="362"/>
                    <a:pt x="314" y="463"/>
                    <a:pt x="39" y="492"/>
                  </a:cubicBezTo>
                  <a:lnTo>
                    <a:pt x="1" y="496"/>
                  </a:lnTo>
                  <a:lnTo>
                    <a:pt x="1" y="1132"/>
                  </a:lnTo>
                  <a:cubicBezTo>
                    <a:pt x="1" y="1555"/>
                    <a:pt x="342" y="1901"/>
                    <a:pt x="766" y="1901"/>
                  </a:cubicBezTo>
                  <a:lnTo>
                    <a:pt x="973" y="1901"/>
                  </a:lnTo>
                  <a:cubicBezTo>
                    <a:pt x="1396" y="1901"/>
                    <a:pt x="1738" y="1555"/>
                    <a:pt x="1738" y="1132"/>
                  </a:cubicBezTo>
                  <a:lnTo>
                    <a:pt x="1738" y="458"/>
                  </a:lnTo>
                  <a:lnTo>
                    <a:pt x="1714" y="444"/>
                  </a:lnTo>
                  <a:cubicBezTo>
                    <a:pt x="1536" y="357"/>
                    <a:pt x="1391"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1"/>
            <p:cNvSpPr/>
            <p:nvPr/>
          </p:nvSpPr>
          <p:spPr>
            <a:xfrm>
              <a:off x="2410273" y="2498119"/>
              <a:ext cx="4459" cy="11383"/>
            </a:xfrm>
            <a:custGeom>
              <a:rect b="b" l="l" r="r" t="t"/>
              <a:pathLst>
                <a:path extrusionOk="0" h="434" w="170">
                  <a:moveTo>
                    <a:pt x="1" y="1"/>
                  </a:moveTo>
                  <a:lnTo>
                    <a:pt x="1" y="434"/>
                  </a:lnTo>
                  <a:lnTo>
                    <a:pt x="73" y="381"/>
                  </a:lnTo>
                  <a:cubicBezTo>
                    <a:pt x="135" y="338"/>
                    <a:pt x="169" y="270"/>
                    <a:pt x="169" y="198"/>
                  </a:cubicBezTo>
                  <a:cubicBezTo>
                    <a:pt x="169" y="136"/>
                    <a:pt x="150" y="83"/>
                    <a:pt x="111" y="39"/>
                  </a:cubicBezTo>
                  <a:lnTo>
                    <a:pt x="97" y="25"/>
                  </a:lnTo>
                  <a:lnTo>
                    <a:pt x="83" y="25"/>
                  </a:lnTo>
                  <a:lnTo>
                    <a:pt x="63"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1"/>
            <p:cNvSpPr/>
            <p:nvPr/>
          </p:nvSpPr>
          <p:spPr>
            <a:xfrm>
              <a:off x="2480065" y="2662304"/>
              <a:ext cx="45715" cy="49754"/>
            </a:xfrm>
            <a:custGeom>
              <a:rect b="b" l="l" r="r" t="t"/>
              <a:pathLst>
                <a:path extrusionOk="0" h="1897" w="1743">
                  <a:moveTo>
                    <a:pt x="1271" y="1"/>
                  </a:moveTo>
                  <a:lnTo>
                    <a:pt x="1232" y="35"/>
                  </a:lnTo>
                  <a:cubicBezTo>
                    <a:pt x="838" y="362"/>
                    <a:pt x="318" y="463"/>
                    <a:pt x="44" y="492"/>
                  </a:cubicBezTo>
                  <a:lnTo>
                    <a:pt x="1" y="497"/>
                  </a:lnTo>
                  <a:lnTo>
                    <a:pt x="1" y="1132"/>
                  </a:lnTo>
                  <a:cubicBezTo>
                    <a:pt x="1" y="1555"/>
                    <a:pt x="347" y="1897"/>
                    <a:pt x="771" y="1897"/>
                  </a:cubicBezTo>
                  <a:lnTo>
                    <a:pt x="973" y="1897"/>
                  </a:lnTo>
                  <a:cubicBezTo>
                    <a:pt x="1396" y="1897"/>
                    <a:pt x="1743" y="1555"/>
                    <a:pt x="1743" y="1132"/>
                  </a:cubicBezTo>
                  <a:lnTo>
                    <a:pt x="1743" y="458"/>
                  </a:lnTo>
                  <a:lnTo>
                    <a:pt x="1714" y="444"/>
                  </a:lnTo>
                  <a:cubicBezTo>
                    <a:pt x="1540" y="357"/>
                    <a:pt x="1396"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1"/>
            <p:cNvSpPr/>
            <p:nvPr/>
          </p:nvSpPr>
          <p:spPr>
            <a:xfrm>
              <a:off x="2466190" y="2678591"/>
              <a:ext cx="4432" cy="12642"/>
            </a:xfrm>
            <a:custGeom>
              <a:rect b="b" l="l" r="r" t="t"/>
              <a:pathLst>
                <a:path extrusionOk="0" h="482" w="169">
                  <a:moveTo>
                    <a:pt x="169" y="1"/>
                  </a:moveTo>
                  <a:lnTo>
                    <a:pt x="92" y="82"/>
                  </a:lnTo>
                  <a:cubicBezTo>
                    <a:pt x="0" y="169"/>
                    <a:pt x="0" y="313"/>
                    <a:pt x="92" y="405"/>
                  </a:cubicBezTo>
                  <a:lnTo>
                    <a:pt x="169" y="482"/>
                  </a:lnTo>
                  <a:lnTo>
                    <a:pt x="169"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1"/>
            <p:cNvSpPr/>
            <p:nvPr/>
          </p:nvSpPr>
          <p:spPr>
            <a:xfrm>
              <a:off x="2535221" y="2679719"/>
              <a:ext cx="4432" cy="11514"/>
            </a:xfrm>
            <a:custGeom>
              <a:rect b="b" l="l" r="r" t="t"/>
              <a:pathLst>
                <a:path extrusionOk="0" h="439" w="169">
                  <a:moveTo>
                    <a:pt x="0" y="1"/>
                  </a:moveTo>
                  <a:lnTo>
                    <a:pt x="0" y="439"/>
                  </a:lnTo>
                  <a:lnTo>
                    <a:pt x="73" y="386"/>
                  </a:lnTo>
                  <a:cubicBezTo>
                    <a:pt x="130" y="343"/>
                    <a:pt x="169" y="270"/>
                    <a:pt x="169" y="198"/>
                  </a:cubicBezTo>
                  <a:cubicBezTo>
                    <a:pt x="169" y="140"/>
                    <a:pt x="145" y="83"/>
                    <a:pt x="106" y="39"/>
                  </a:cubicBezTo>
                  <a:lnTo>
                    <a:pt x="97" y="25"/>
                  </a:lnTo>
                  <a:lnTo>
                    <a:pt x="82" y="25"/>
                  </a:lnTo>
                  <a:lnTo>
                    <a:pt x="63" y="20"/>
                  </a:ln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1"/>
            <p:cNvSpPr/>
            <p:nvPr/>
          </p:nvSpPr>
          <p:spPr>
            <a:xfrm>
              <a:off x="2495329" y="2721263"/>
              <a:ext cx="15186" cy="13009"/>
            </a:xfrm>
            <a:custGeom>
              <a:rect b="b" l="l" r="r" t="t"/>
              <a:pathLst>
                <a:path extrusionOk="0" h="496" w="579">
                  <a:moveTo>
                    <a:pt x="1" y="0"/>
                  </a:moveTo>
                  <a:lnTo>
                    <a:pt x="1" y="221"/>
                  </a:lnTo>
                  <a:lnTo>
                    <a:pt x="285" y="496"/>
                  </a:lnTo>
                  <a:lnTo>
                    <a:pt x="578" y="188"/>
                  </a:lnTo>
                  <a:lnTo>
                    <a:pt x="578" y="0"/>
                  </a:lnTo>
                  <a:lnTo>
                    <a:pt x="525" y="5"/>
                  </a:lnTo>
                  <a:cubicBezTo>
                    <a:pt x="482" y="10"/>
                    <a:pt x="439" y="10"/>
                    <a:pt x="391" y="14"/>
                  </a:cubicBezTo>
                  <a:lnTo>
                    <a:pt x="189" y="14"/>
                  </a:lnTo>
                  <a:cubicBezTo>
                    <a:pt x="140" y="10"/>
                    <a:pt x="97" y="10"/>
                    <a:pt x="54" y="5"/>
                  </a:cubicBezTo>
                  <a:lnTo>
                    <a:pt x="1"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1"/>
            <p:cNvSpPr/>
            <p:nvPr/>
          </p:nvSpPr>
          <p:spPr>
            <a:xfrm>
              <a:off x="2201555" y="2733616"/>
              <a:ext cx="103363" cy="52009"/>
            </a:xfrm>
            <a:custGeom>
              <a:rect b="b" l="l" r="r" t="t"/>
              <a:pathLst>
                <a:path extrusionOk="0" h="1983" w="3941">
                  <a:moveTo>
                    <a:pt x="2570" y="1"/>
                  </a:moveTo>
                  <a:lnTo>
                    <a:pt x="2141" y="443"/>
                  </a:lnTo>
                  <a:cubicBezTo>
                    <a:pt x="2103" y="487"/>
                    <a:pt x="2045" y="511"/>
                    <a:pt x="1983" y="511"/>
                  </a:cubicBezTo>
                  <a:cubicBezTo>
                    <a:pt x="1920" y="511"/>
                    <a:pt x="1862" y="487"/>
                    <a:pt x="1824" y="448"/>
                  </a:cubicBezTo>
                  <a:lnTo>
                    <a:pt x="1371" y="10"/>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1"/>
            <p:cNvSpPr/>
            <p:nvPr/>
          </p:nvSpPr>
          <p:spPr>
            <a:xfrm>
              <a:off x="2326345" y="2551886"/>
              <a:ext cx="103258" cy="52035"/>
            </a:xfrm>
            <a:custGeom>
              <a:rect b="b" l="l" r="r" t="t"/>
              <a:pathLst>
                <a:path extrusionOk="0" h="1984" w="3937">
                  <a:moveTo>
                    <a:pt x="2570" y="1"/>
                  </a:moveTo>
                  <a:lnTo>
                    <a:pt x="2142" y="443"/>
                  </a:lnTo>
                  <a:cubicBezTo>
                    <a:pt x="2099" y="487"/>
                    <a:pt x="2041" y="511"/>
                    <a:pt x="1983" y="511"/>
                  </a:cubicBezTo>
                  <a:lnTo>
                    <a:pt x="1979" y="511"/>
                  </a:lnTo>
                  <a:cubicBezTo>
                    <a:pt x="1921" y="511"/>
                    <a:pt x="1863" y="487"/>
                    <a:pt x="1820" y="448"/>
                  </a:cubicBezTo>
                  <a:lnTo>
                    <a:pt x="1367" y="5"/>
                  </a:lnTo>
                  <a:lnTo>
                    <a:pt x="521" y="337"/>
                  </a:lnTo>
                  <a:lnTo>
                    <a:pt x="511" y="342"/>
                  </a:lnTo>
                  <a:cubicBezTo>
                    <a:pt x="492" y="347"/>
                    <a:pt x="1" y="530"/>
                    <a:pt x="1" y="1160"/>
                  </a:cubicBezTo>
                  <a:lnTo>
                    <a:pt x="1" y="1983"/>
                  </a:lnTo>
                  <a:lnTo>
                    <a:pt x="3937" y="1983"/>
                  </a:lnTo>
                  <a:lnTo>
                    <a:pt x="3937" y="1165"/>
                  </a:lnTo>
                  <a:cubicBezTo>
                    <a:pt x="3937" y="535"/>
                    <a:pt x="3446" y="352"/>
                    <a:pt x="3427" y="347"/>
                  </a:cubicBezTo>
                  <a:lnTo>
                    <a:pt x="3417" y="342"/>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1"/>
            <p:cNvSpPr/>
            <p:nvPr/>
          </p:nvSpPr>
          <p:spPr>
            <a:xfrm>
              <a:off x="2450926" y="2733616"/>
              <a:ext cx="103363" cy="52009"/>
            </a:xfrm>
            <a:custGeom>
              <a:rect b="b" l="l" r="r" t="t"/>
              <a:pathLst>
                <a:path extrusionOk="0" h="1983" w="3941">
                  <a:moveTo>
                    <a:pt x="2570" y="1"/>
                  </a:moveTo>
                  <a:lnTo>
                    <a:pt x="2141" y="443"/>
                  </a:lnTo>
                  <a:cubicBezTo>
                    <a:pt x="2103" y="487"/>
                    <a:pt x="2045" y="511"/>
                    <a:pt x="1983" y="511"/>
                  </a:cubicBezTo>
                  <a:lnTo>
                    <a:pt x="1978" y="511"/>
                  </a:lnTo>
                  <a:cubicBezTo>
                    <a:pt x="1920" y="511"/>
                    <a:pt x="1862" y="487"/>
                    <a:pt x="1824" y="448"/>
                  </a:cubicBezTo>
                  <a:lnTo>
                    <a:pt x="1371" y="5"/>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1"/>
            <p:cNvSpPr/>
            <p:nvPr/>
          </p:nvSpPr>
          <p:spPr>
            <a:xfrm>
              <a:off x="2347301" y="2450543"/>
              <a:ext cx="61372" cy="34751"/>
            </a:xfrm>
            <a:custGeom>
              <a:rect b="b" l="l" r="r" t="t"/>
              <a:pathLst>
                <a:path extrusionOk="0" h="1325" w="2340">
                  <a:moveTo>
                    <a:pt x="1117" y="1"/>
                  </a:moveTo>
                  <a:cubicBezTo>
                    <a:pt x="501" y="6"/>
                    <a:pt x="1" y="501"/>
                    <a:pt x="1" y="1117"/>
                  </a:cubicBezTo>
                  <a:lnTo>
                    <a:pt x="1" y="1324"/>
                  </a:lnTo>
                  <a:lnTo>
                    <a:pt x="63" y="1305"/>
                  </a:lnTo>
                  <a:lnTo>
                    <a:pt x="73" y="1305"/>
                  </a:lnTo>
                  <a:lnTo>
                    <a:pt x="83" y="1300"/>
                  </a:lnTo>
                  <a:lnTo>
                    <a:pt x="121" y="1300"/>
                  </a:lnTo>
                  <a:cubicBezTo>
                    <a:pt x="131" y="1300"/>
                    <a:pt x="1069" y="1295"/>
                    <a:pt x="1488" y="713"/>
                  </a:cubicBezTo>
                  <a:cubicBezTo>
                    <a:pt x="1525" y="660"/>
                    <a:pt x="1580" y="636"/>
                    <a:pt x="1634" y="636"/>
                  </a:cubicBezTo>
                  <a:cubicBezTo>
                    <a:pt x="1715" y="636"/>
                    <a:pt x="1795" y="689"/>
                    <a:pt x="1815" y="780"/>
                  </a:cubicBezTo>
                  <a:cubicBezTo>
                    <a:pt x="1820" y="800"/>
                    <a:pt x="1925" y="1228"/>
                    <a:pt x="2262" y="1305"/>
                  </a:cubicBezTo>
                  <a:lnTo>
                    <a:pt x="2277" y="1305"/>
                  </a:lnTo>
                  <a:lnTo>
                    <a:pt x="2339" y="1324"/>
                  </a:lnTo>
                  <a:lnTo>
                    <a:pt x="2339" y="1117"/>
                  </a:lnTo>
                  <a:cubicBezTo>
                    <a:pt x="2339" y="501"/>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1"/>
            <p:cNvSpPr/>
            <p:nvPr/>
          </p:nvSpPr>
          <p:spPr>
            <a:xfrm>
              <a:off x="2222484" y="2632142"/>
              <a:ext cx="61372" cy="34751"/>
            </a:xfrm>
            <a:custGeom>
              <a:rect b="b" l="l" r="r" t="t"/>
              <a:pathLst>
                <a:path extrusionOk="0" h="1325" w="2340">
                  <a:moveTo>
                    <a:pt x="1112" y="1"/>
                  </a:moveTo>
                  <a:cubicBezTo>
                    <a:pt x="501" y="1"/>
                    <a:pt x="1" y="501"/>
                    <a:pt x="1" y="1117"/>
                  </a:cubicBezTo>
                  <a:lnTo>
                    <a:pt x="1" y="1324"/>
                  </a:lnTo>
                  <a:lnTo>
                    <a:pt x="63" y="1305"/>
                  </a:lnTo>
                  <a:lnTo>
                    <a:pt x="121" y="1305"/>
                  </a:lnTo>
                  <a:cubicBezTo>
                    <a:pt x="131" y="1305"/>
                    <a:pt x="1064" y="1295"/>
                    <a:pt x="1488" y="713"/>
                  </a:cubicBezTo>
                  <a:cubicBezTo>
                    <a:pt x="1523" y="661"/>
                    <a:pt x="1577" y="636"/>
                    <a:pt x="1631" y="636"/>
                  </a:cubicBezTo>
                  <a:cubicBezTo>
                    <a:pt x="1710" y="636"/>
                    <a:pt x="1790" y="689"/>
                    <a:pt x="1810" y="780"/>
                  </a:cubicBezTo>
                  <a:cubicBezTo>
                    <a:pt x="1815" y="800"/>
                    <a:pt x="1921" y="1233"/>
                    <a:pt x="2262" y="1310"/>
                  </a:cubicBezTo>
                  <a:lnTo>
                    <a:pt x="2277" y="1310"/>
                  </a:lnTo>
                  <a:lnTo>
                    <a:pt x="2335" y="1324"/>
                  </a:lnTo>
                  <a:lnTo>
                    <a:pt x="2335" y="1122"/>
                  </a:lnTo>
                  <a:cubicBezTo>
                    <a:pt x="2339" y="506"/>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1"/>
            <p:cNvSpPr/>
            <p:nvPr/>
          </p:nvSpPr>
          <p:spPr>
            <a:xfrm>
              <a:off x="2472249" y="2632142"/>
              <a:ext cx="61346" cy="34751"/>
            </a:xfrm>
            <a:custGeom>
              <a:rect b="b" l="l" r="r" t="t"/>
              <a:pathLst>
                <a:path extrusionOk="0" h="1325" w="2339">
                  <a:moveTo>
                    <a:pt x="1117" y="1"/>
                  </a:moveTo>
                  <a:cubicBezTo>
                    <a:pt x="501" y="1"/>
                    <a:pt x="5" y="501"/>
                    <a:pt x="0" y="1117"/>
                  </a:cubicBezTo>
                  <a:lnTo>
                    <a:pt x="0" y="1324"/>
                  </a:lnTo>
                  <a:lnTo>
                    <a:pt x="63" y="1305"/>
                  </a:lnTo>
                  <a:lnTo>
                    <a:pt x="121" y="1305"/>
                  </a:lnTo>
                  <a:cubicBezTo>
                    <a:pt x="130" y="1305"/>
                    <a:pt x="1069" y="1295"/>
                    <a:pt x="1487" y="713"/>
                  </a:cubicBezTo>
                  <a:cubicBezTo>
                    <a:pt x="1524" y="661"/>
                    <a:pt x="1579" y="636"/>
                    <a:pt x="1634" y="636"/>
                  </a:cubicBezTo>
                  <a:cubicBezTo>
                    <a:pt x="1715" y="636"/>
                    <a:pt x="1794" y="689"/>
                    <a:pt x="1814" y="780"/>
                  </a:cubicBezTo>
                  <a:cubicBezTo>
                    <a:pt x="1819" y="800"/>
                    <a:pt x="1925" y="1233"/>
                    <a:pt x="2267" y="1310"/>
                  </a:cubicBezTo>
                  <a:lnTo>
                    <a:pt x="2276" y="1310"/>
                  </a:lnTo>
                  <a:lnTo>
                    <a:pt x="2339" y="1324"/>
                  </a:lnTo>
                  <a:lnTo>
                    <a:pt x="2339" y="1122"/>
                  </a:lnTo>
                  <a:cubicBezTo>
                    <a:pt x="2339" y="501"/>
                    <a:pt x="1838"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1"/>
            <p:cNvSpPr/>
            <p:nvPr/>
          </p:nvSpPr>
          <p:spPr>
            <a:xfrm>
              <a:off x="2326109" y="2552148"/>
              <a:ext cx="37505" cy="45583"/>
            </a:xfrm>
            <a:custGeom>
              <a:rect b="b" l="l" r="r" t="t"/>
              <a:pathLst>
                <a:path extrusionOk="0" h="1738" w="1430">
                  <a:moveTo>
                    <a:pt x="1367" y="0"/>
                  </a:moveTo>
                  <a:lnTo>
                    <a:pt x="520" y="337"/>
                  </a:lnTo>
                  <a:lnTo>
                    <a:pt x="510" y="337"/>
                  </a:lnTo>
                  <a:cubicBezTo>
                    <a:pt x="491" y="347"/>
                    <a:pt x="0" y="530"/>
                    <a:pt x="0" y="1155"/>
                  </a:cubicBezTo>
                  <a:lnTo>
                    <a:pt x="0" y="1737"/>
                  </a:lnTo>
                  <a:lnTo>
                    <a:pt x="212" y="1737"/>
                  </a:lnTo>
                  <a:lnTo>
                    <a:pt x="212" y="1155"/>
                  </a:lnTo>
                  <a:cubicBezTo>
                    <a:pt x="207" y="530"/>
                    <a:pt x="698" y="347"/>
                    <a:pt x="722" y="342"/>
                  </a:cubicBezTo>
                  <a:lnTo>
                    <a:pt x="732" y="337"/>
                  </a:lnTo>
                  <a:lnTo>
                    <a:pt x="1429" y="63"/>
                  </a:lnTo>
                  <a:lnTo>
                    <a:pt x="1367"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1"/>
            <p:cNvSpPr/>
            <p:nvPr/>
          </p:nvSpPr>
          <p:spPr>
            <a:xfrm>
              <a:off x="2450926" y="2733747"/>
              <a:ext cx="37505" cy="45583"/>
            </a:xfrm>
            <a:custGeom>
              <a:rect b="b" l="l" r="r" t="t"/>
              <a:pathLst>
                <a:path extrusionOk="0" h="1738" w="1430">
                  <a:moveTo>
                    <a:pt x="1371" y="0"/>
                  </a:moveTo>
                  <a:lnTo>
                    <a:pt x="520" y="332"/>
                  </a:lnTo>
                  <a:lnTo>
                    <a:pt x="510" y="337"/>
                  </a:lnTo>
                  <a:cubicBezTo>
                    <a:pt x="491" y="342"/>
                    <a:pt x="0" y="525"/>
                    <a:pt x="0" y="1155"/>
                  </a:cubicBezTo>
                  <a:lnTo>
                    <a:pt x="0" y="1737"/>
                  </a:lnTo>
                  <a:lnTo>
                    <a:pt x="212" y="1737"/>
                  </a:lnTo>
                  <a:lnTo>
                    <a:pt x="212" y="1155"/>
                  </a:lnTo>
                  <a:cubicBezTo>
                    <a:pt x="212" y="530"/>
                    <a:pt x="703" y="347"/>
                    <a:pt x="722" y="337"/>
                  </a:cubicBezTo>
                  <a:lnTo>
                    <a:pt x="732" y="337"/>
                  </a:lnTo>
                  <a:lnTo>
                    <a:pt x="1429" y="63"/>
                  </a:lnTo>
                  <a:lnTo>
                    <a:pt x="137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1"/>
            <p:cNvSpPr/>
            <p:nvPr/>
          </p:nvSpPr>
          <p:spPr>
            <a:xfrm>
              <a:off x="2355248" y="2480704"/>
              <a:ext cx="35879" cy="49885"/>
            </a:xfrm>
            <a:custGeom>
              <a:rect b="b" l="l" r="r" t="t"/>
              <a:pathLst>
                <a:path extrusionOk="0" h="1902" w="1368">
                  <a:moveTo>
                    <a:pt x="1271" y="1"/>
                  </a:moveTo>
                  <a:lnTo>
                    <a:pt x="1228" y="35"/>
                  </a:lnTo>
                  <a:cubicBezTo>
                    <a:pt x="833" y="367"/>
                    <a:pt x="314" y="463"/>
                    <a:pt x="39" y="492"/>
                  </a:cubicBezTo>
                  <a:lnTo>
                    <a:pt x="1" y="496"/>
                  </a:lnTo>
                  <a:lnTo>
                    <a:pt x="1" y="1132"/>
                  </a:lnTo>
                  <a:cubicBezTo>
                    <a:pt x="1" y="1555"/>
                    <a:pt x="342" y="1901"/>
                    <a:pt x="766" y="1901"/>
                  </a:cubicBezTo>
                  <a:lnTo>
                    <a:pt x="1021" y="1901"/>
                  </a:lnTo>
                  <a:cubicBezTo>
                    <a:pt x="617" y="1873"/>
                    <a:pt x="299" y="1536"/>
                    <a:pt x="304" y="1132"/>
                  </a:cubicBezTo>
                  <a:lnTo>
                    <a:pt x="304" y="496"/>
                  </a:lnTo>
                  <a:lnTo>
                    <a:pt x="342" y="492"/>
                  </a:lnTo>
                  <a:cubicBezTo>
                    <a:pt x="583" y="468"/>
                    <a:pt x="1002" y="391"/>
                    <a:pt x="1367" y="155"/>
                  </a:cubicBezTo>
                  <a:cubicBezTo>
                    <a:pt x="1343" y="121"/>
                    <a:pt x="1319" y="83"/>
                    <a:pt x="1295" y="49"/>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1"/>
            <p:cNvSpPr/>
            <p:nvPr/>
          </p:nvSpPr>
          <p:spPr>
            <a:xfrm>
              <a:off x="2347301" y="2450674"/>
              <a:ext cx="33466" cy="34620"/>
            </a:xfrm>
            <a:custGeom>
              <a:rect b="b" l="l" r="r" t="t"/>
              <a:pathLst>
                <a:path extrusionOk="0" h="1320" w="1276">
                  <a:moveTo>
                    <a:pt x="1117" y="1"/>
                  </a:moveTo>
                  <a:cubicBezTo>
                    <a:pt x="501" y="1"/>
                    <a:pt x="6" y="501"/>
                    <a:pt x="1" y="1112"/>
                  </a:cubicBezTo>
                  <a:lnTo>
                    <a:pt x="1" y="1319"/>
                  </a:lnTo>
                  <a:lnTo>
                    <a:pt x="63" y="1300"/>
                  </a:lnTo>
                  <a:lnTo>
                    <a:pt x="121" y="1300"/>
                  </a:lnTo>
                  <a:cubicBezTo>
                    <a:pt x="121" y="1300"/>
                    <a:pt x="159" y="1300"/>
                    <a:pt x="217" y="1295"/>
                  </a:cubicBezTo>
                  <a:lnTo>
                    <a:pt x="217" y="1112"/>
                  </a:lnTo>
                  <a:lnTo>
                    <a:pt x="212" y="1112"/>
                  </a:lnTo>
                  <a:cubicBezTo>
                    <a:pt x="212" y="520"/>
                    <a:pt x="679" y="30"/>
                    <a:pt x="1276"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1"/>
            <p:cNvSpPr/>
            <p:nvPr/>
          </p:nvSpPr>
          <p:spPr>
            <a:xfrm>
              <a:off x="2230326" y="2662304"/>
              <a:ext cx="35984" cy="49885"/>
            </a:xfrm>
            <a:custGeom>
              <a:rect b="b" l="l" r="r" t="t"/>
              <a:pathLst>
                <a:path extrusionOk="0" h="1902" w="1372">
                  <a:moveTo>
                    <a:pt x="1271" y="1"/>
                  </a:moveTo>
                  <a:lnTo>
                    <a:pt x="1232" y="35"/>
                  </a:lnTo>
                  <a:cubicBezTo>
                    <a:pt x="837" y="362"/>
                    <a:pt x="318" y="463"/>
                    <a:pt x="44" y="492"/>
                  </a:cubicBezTo>
                  <a:lnTo>
                    <a:pt x="0" y="497"/>
                  </a:lnTo>
                  <a:lnTo>
                    <a:pt x="0" y="1132"/>
                  </a:lnTo>
                  <a:cubicBezTo>
                    <a:pt x="0" y="1555"/>
                    <a:pt x="347" y="1897"/>
                    <a:pt x="770" y="1902"/>
                  </a:cubicBezTo>
                  <a:lnTo>
                    <a:pt x="1020" y="1902"/>
                  </a:lnTo>
                  <a:cubicBezTo>
                    <a:pt x="616" y="1873"/>
                    <a:pt x="303" y="1536"/>
                    <a:pt x="303" y="1132"/>
                  </a:cubicBezTo>
                  <a:lnTo>
                    <a:pt x="303" y="497"/>
                  </a:lnTo>
                  <a:lnTo>
                    <a:pt x="342" y="492"/>
                  </a:lnTo>
                  <a:cubicBezTo>
                    <a:pt x="582" y="468"/>
                    <a:pt x="1006" y="386"/>
                    <a:pt x="1372" y="155"/>
                  </a:cubicBezTo>
                  <a:cubicBezTo>
                    <a:pt x="1343" y="116"/>
                    <a:pt x="1319" y="83"/>
                    <a:pt x="1299"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1"/>
            <p:cNvSpPr/>
            <p:nvPr/>
          </p:nvSpPr>
          <p:spPr>
            <a:xfrm>
              <a:off x="2222484" y="2632142"/>
              <a:ext cx="33361" cy="34751"/>
            </a:xfrm>
            <a:custGeom>
              <a:rect b="b" l="l" r="r" t="t"/>
              <a:pathLst>
                <a:path extrusionOk="0" h="1325" w="1272">
                  <a:moveTo>
                    <a:pt x="1112" y="1"/>
                  </a:moveTo>
                  <a:cubicBezTo>
                    <a:pt x="501" y="6"/>
                    <a:pt x="1" y="501"/>
                    <a:pt x="1" y="1117"/>
                  </a:cubicBezTo>
                  <a:lnTo>
                    <a:pt x="1" y="1324"/>
                  </a:lnTo>
                  <a:lnTo>
                    <a:pt x="63" y="1305"/>
                  </a:lnTo>
                  <a:lnTo>
                    <a:pt x="121" y="1305"/>
                  </a:lnTo>
                  <a:cubicBezTo>
                    <a:pt x="121" y="1305"/>
                    <a:pt x="155" y="1305"/>
                    <a:pt x="213" y="1300"/>
                  </a:cubicBezTo>
                  <a:lnTo>
                    <a:pt x="213" y="1127"/>
                  </a:lnTo>
                  <a:lnTo>
                    <a:pt x="213" y="1112"/>
                  </a:lnTo>
                  <a:cubicBezTo>
                    <a:pt x="213"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1"/>
            <p:cNvSpPr/>
            <p:nvPr/>
          </p:nvSpPr>
          <p:spPr>
            <a:xfrm>
              <a:off x="2480065" y="2662304"/>
              <a:ext cx="35984" cy="49885"/>
            </a:xfrm>
            <a:custGeom>
              <a:rect b="b" l="l" r="r" t="t"/>
              <a:pathLst>
                <a:path extrusionOk="0" h="1902" w="1372">
                  <a:moveTo>
                    <a:pt x="1271" y="1"/>
                  </a:moveTo>
                  <a:lnTo>
                    <a:pt x="1232" y="35"/>
                  </a:lnTo>
                  <a:cubicBezTo>
                    <a:pt x="838" y="362"/>
                    <a:pt x="318" y="463"/>
                    <a:pt x="44" y="492"/>
                  </a:cubicBezTo>
                  <a:lnTo>
                    <a:pt x="1" y="497"/>
                  </a:lnTo>
                  <a:lnTo>
                    <a:pt x="1" y="1132"/>
                  </a:lnTo>
                  <a:cubicBezTo>
                    <a:pt x="1" y="1555"/>
                    <a:pt x="347" y="1897"/>
                    <a:pt x="771" y="1902"/>
                  </a:cubicBezTo>
                  <a:lnTo>
                    <a:pt x="1021" y="1902"/>
                  </a:lnTo>
                  <a:cubicBezTo>
                    <a:pt x="617" y="1873"/>
                    <a:pt x="304" y="1536"/>
                    <a:pt x="304" y="1132"/>
                  </a:cubicBezTo>
                  <a:lnTo>
                    <a:pt x="304" y="497"/>
                  </a:lnTo>
                  <a:lnTo>
                    <a:pt x="347" y="492"/>
                  </a:lnTo>
                  <a:cubicBezTo>
                    <a:pt x="588" y="468"/>
                    <a:pt x="1006" y="386"/>
                    <a:pt x="1372" y="155"/>
                  </a:cubicBezTo>
                  <a:cubicBezTo>
                    <a:pt x="1343" y="116"/>
                    <a:pt x="1324" y="83"/>
                    <a:pt x="1300"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1"/>
            <p:cNvSpPr/>
            <p:nvPr/>
          </p:nvSpPr>
          <p:spPr>
            <a:xfrm>
              <a:off x="2472249" y="2632142"/>
              <a:ext cx="33335" cy="34751"/>
            </a:xfrm>
            <a:custGeom>
              <a:rect b="b" l="l" r="r" t="t"/>
              <a:pathLst>
                <a:path extrusionOk="0" h="1325" w="1271">
                  <a:moveTo>
                    <a:pt x="1112" y="1"/>
                  </a:moveTo>
                  <a:cubicBezTo>
                    <a:pt x="501" y="6"/>
                    <a:pt x="0" y="501"/>
                    <a:pt x="0" y="1117"/>
                  </a:cubicBezTo>
                  <a:lnTo>
                    <a:pt x="0" y="1324"/>
                  </a:lnTo>
                  <a:lnTo>
                    <a:pt x="63" y="1305"/>
                  </a:lnTo>
                  <a:lnTo>
                    <a:pt x="121" y="1305"/>
                  </a:lnTo>
                  <a:cubicBezTo>
                    <a:pt x="121" y="1305"/>
                    <a:pt x="159" y="1305"/>
                    <a:pt x="212" y="1300"/>
                  </a:cubicBezTo>
                  <a:lnTo>
                    <a:pt x="212" y="1127"/>
                  </a:lnTo>
                  <a:lnTo>
                    <a:pt x="212" y="1112"/>
                  </a:lnTo>
                  <a:cubicBezTo>
                    <a:pt x="212"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1"/>
            <p:cNvSpPr/>
            <p:nvPr/>
          </p:nvSpPr>
          <p:spPr>
            <a:xfrm>
              <a:off x="2313835" y="2622648"/>
              <a:ext cx="121774" cy="102313"/>
            </a:xfrm>
            <a:custGeom>
              <a:rect b="b" l="l" r="r" t="t"/>
              <a:pathLst>
                <a:path extrusionOk="0" h="3901" w="4643">
                  <a:moveTo>
                    <a:pt x="2321" y="1"/>
                  </a:moveTo>
                  <a:cubicBezTo>
                    <a:pt x="2208" y="1"/>
                    <a:pt x="2095" y="77"/>
                    <a:pt x="2095" y="228"/>
                  </a:cubicBezTo>
                  <a:lnTo>
                    <a:pt x="2095" y="2393"/>
                  </a:lnTo>
                  <a:lnTo>
                    <a:pt x="223" y="3476"/>
                  </a:lnTo>
                  <a:cubicBezTo>
                    <a:pt x="0" y="3602"/>
                    <a:pt x="125" y="3901"/>
                    <a:pt x="328" y="3901"/>
                  </a:cubicBezTo>
                  <a:cubicBezTo>
                    <a:pt x="366" y="3901"/>
                    <a:pt x="407" y="3890"/>
                    <a:pt x="449" y="3866"/>
                  </a:cubicBezTo>
                  <a:lnTo>
                    <a:pt x="2321" y="2783"/>
                  </a:lnTo>
                  <a:lnTo>
                    <a:pt x="4197" y="3866"/>
                  </a:lnTo>
                  <a:cubicBezTo>
                    <a:pt x="4239" y="3890"/>
                    <a:pt x="4279" y="3901"/>
                    <a:pt x="4317" y="3901"/>
                  </a:cubicBezTo>
                  <a:cubicBezTo>
                    <a:pt x="4517" y="3901"/>
                    <a:pt x="4642" y="3602"/>
                    <a:pt x="4424" y="3476"/>
                  </a:cubicBezTo>
                  <a:lnTo>
                    <a:pt x="2547" y="2393"/>
                  </a:lnTo>
                  <a:lnTo>
                    <a:pt x="2547" y="228"/>
                  </a:lnTo>
                  <a:cubicBezTo>
                    <a:pt x="2547" y="77"/>
                    <a:pt x="2434" y="1"/>
                    <a:pt x="23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1"/>
            <p:cNvSpPr/>
            <p:nvPr/>
          </p:nvSpPr>
          <p:spPr>
            <a:xfrm>
              <a:off x="2314490" y="2439816"/>
              <a:ext cx="127125" cy="169771"/>
            </a:xfrm>
            <a:custGeom>
              <a:rect b="b" l="l" r="r" t="t"/>
              <a:pathLst>
                <a:path extrusionOk="0" h="6473" w="4847">
                  <a:moveTo>
                    <a:pt x="2378" y="453"/>
                  </a:moveTo>
                  <a:lnTo>
                    <a:pt x="2378" y="458"/>
                  </a:lnTo>
                  <a:lnTo>
                    <a:pt x="2488" y="458"/>
                  </a:lnTo>
                  <a:cubicBezTo>
                    <a:pt x="3075" y="458"/>
                    <a:pt x="3552" y="934"/>
                    <a:pt x="3552" y="1526"/>
                  </a:cubicBezTo>
                  <a:lnTo>
                    <a:pt x="3552" y="1666"/>
                  </a:lnTo>
                  <a:lnTo>
                    <a:pt x="3537" y="1666"/>
                  </a:lnTo>
                  <a:cubicBezTo>
                    <a:pt x="3220" y="1594"/>
                    <a:pt x="3119" y="1175"/>
                    <a:pt x="3119" y="1170"/>
                  </a:cubicBezTo>
                  <a:cubicBezTo>
                    <a:pt x="3093" y="1058"/>
                    <a:pt x="2996" y="994"/>
                    <a:pt x="2897" y="994"/>
                  </a:cubicBezTo>
                  <a:cubicBezTo>
                    <a:pt x="2829" y="994"/>
                    <a:pt x="2761" y="1024"/>
                    <a:pt x="2714" y="1088"/>
                  </a:cubicBezTo>
                  <a:cubicBezTo>
                    <a:pt x="2305" y="1651"/>
                    <a:pt x="1396" y="1661"/>
                    <a:pt x="1382" y="1661"/>
                  </a:cubicBezTo>
                  <a:lnTo>
                    <a:pt x="1309" y="1661"/>
                  </a:lnTo>
                  <a:lnTo>
                    <a:pt x="1309" y="1517"/>
                  </a:lnTo>
                  <a:cubicBezTo>
                    <a:pt x="1314" y="930"/>
                    <a:pt x="1791" y="458"/>
                    <a:pt x="2378" y="453"/>
                  </a:cubicBezTo>
                  <a:close/>
                  <a:moveTo>
                    <a:pt x="3711" y="2286"/>
                  </a:moveTo>
                  <a:lnTo>
                    <a:pt x="3739" y="2291"/>
                  </a:lnTo>
                  <a:cubicBezTo>
                    <a:pt x="3812" y="2373"/>
                    <a:pt x="3802" y="2503"/>
                    <a:pt x="3711" y="2570"/>
                  </a:cubicBezTo>
                  <a:lnTo>
                    <a:pt x="3711" y="2286"/>
                  </a:lnTo>
                  <a:close/>
                  <a:moveTo>
                    <a:pt x="1155" y="2291"/>
                  </a:moveTo>
                  <a:lnTo>
                    <a:pt x="1155" y="2575"/>
                  </a:lnTo>
                  <a:cubicBezTo>
                    <a:pt x="1103" y="2541"/>
                    <a:pt x="1069" y="2479"/>
                    <a:pt x="1074" y="2416"/>
                  </a:cubicBezTo>
                  <a:lnTo>
                    <a:pt x="1074" y="2416"/>
                  </a:lnTo>
                  <a:lnTo>
                    <a:pt x="1074" y="2421"/>
                  </a:lnTo>
                  <a:cubicBezTo>
                    <a:pt x="1074" y="2373"/>
                    <a:pt x="1088" y="2335"/>
                    <a:pt x="1117" y="2301"/>
                  </a:cubicBezTo>
                  <a:cubicBezTo>
                    <a:pt x="1131" y="2296"/>
                    <a:pt x="1141" y="2296"/>
                    <a:pt x="1155" y="2291"/>
                  </a:cubicBezTo>
                  <a:close/>
                  <a:moveTo>
                    <a:pt x="2820" y="1627"/>
                  </a:moveTo>
                  <a:cubicBezTo>
                    <a:pt x="2921" y="1805"/>
                    <a:pt x="3075" y="1954"/>
                    <a:pt x="3258" y="2046"/>
                  </a:cubicBezTo>
                  <a:lnTo>
                    <a:pt x="3258" y="2691"/>
                  </a:lnTo>
                  <a:cubicBezTo>
                    <a:pt x="3258" y="3090"/>
                    <a:pt x="2936" y="3412"/>
                    <a:pt x="2536" y="3412"/>
                  </a:cubicBezTo>
                  <a:lnTo>
                    <a:pt x="2330" y="3412"/>
                  </a:lnTo>
                  <a:cubicBezTo>
                    <a:pt x="1930" y="3412"/>
                    <a:pt x="1608" y="3090"/>
                    <a:pt x="1608" y="2691"/>
                  </a:cubicBezTo>
                  <a:lnTo>
                    <a:pt x="1608" y="2099"/>
                  </a:lnTo>
                  <a:cubicBezTo>
                    <a:pt x="1901" y="2065"/>
                    <a:pt x="2421" y="1964"/>
                    <a:pt x="2820" y="1627"/>
                  </a:cubicBezTo>
                  <a:close/>
                  <a:moveTo>
                    <a:pt x="2676" y="3855"/>
                  </a:moveTo>
                  <a:lnTo>
                    <a:pt x="2676" y="3975"/>
                  </a:lnTo>
                  <a:lnTo>
                    <a:pt x="2426" y="4240"/>
                  </a:lnTo>
                  <a:lnTo>
                    <a:pt x="2190" y="4009"/>
                  </a:lnTo>
                  <a:lnTo>
                    <a:pt x="2190" y="3855"/>
                  </a:lnTo>
                  <a:cubicBezTo>
                    <a:pt x="2238" y="3865"/>
                    <a:pt x="2286" y="3865"/>
                    <a:pt x="2330" y="3865"/>
                  </a:cubicBezTo>
                  <a:lnTo>
                    <a:pt x="2536" y="3865"/>
                  </a:lnTo>
                  <a:cubicBezTo>
                    <a:pt x="2585" y="3865"/>
                    <a:pt x="2628" y="3865"/>
                    <a:pt x="2676" y="3855"/>
                  </a:cubicBezTo>
                  <a:close/>
                  <a:moveTo>
                    <a:pt x="2378" y="1"/>
                  </a:moveTo>
                  <a:cubicBezTo>
                    <a:pt x="1540" y="1"/>
                    <a:pt x="857" y="684"/>
                    <a:pt x="857" y="1521"/>
                  </a:cubicBezTo>
                  <a:lnTo>
                    <a:pt x="857" y="1921"/>
                  </a:lnTo>
                  <a:cubicBezTo>
                    <a:pt x="405" y="2286"/>
                    <a:pt x="636" y="3018"/>
                    <a:pt x="1213" y="3056"/>
                  </a:cubicBezTo>
                  <a:cubicBezTo>
                    <a:pt x="1305" y="3326"/>
                    <a:pt x="1492" y="3557"/>
                    <a:pt x="1738" y="3706"/>
                  </a:cubicBezTo>
                  <a:lnTo>
                    <a:pt x="1738" y="3831"/>
                  </a:lnTo>
                  <a:lnTo>
                    <a:pt x="809" y="4192"/>
                  </a:lnTo>
                  <a:cubicBezTo>
                    <a:pt x="727" y="4221"/>
                    <a:pt x="1" y="4509"/>
                    <a:pt x="1" y="5433"/>
                  </a:cubicBezTo>
                  <a:lnTo>
                    <a:pt x="1" y="6242"/>
                  </a:lnTo>
                  <a:cubicBezTo>
                    <a:pt x="1" y="6367"/>
                    <a:pt x="102" y="6468"/>
                    <a:pt x="227" y="6473"/>
                  </a:cubicBezTo>
                  <a:lnTo>
                    <a:pt x="804" y="6473"/>
                  </a:lnTo>
                  <a:cubicBezTo>
                    <a:pt x="1103" y="6473"/>
                    <a:pt x="1103" y="6016"/>
                    <a:pt x="804" y="6016"/>
                  </a:cubicBezTo>
                  <a:lnTo>
                    <a:pt x="453" y="6016"/>
                  </a:lnTo>
                  <a:lnTo>
                    <a:pt x="453" y="5438"/>
                  </a:lnTo>
                  <a:cubicBezTo>
                    <a:pt x="453" y="4808"/>
                    <a:pt x="944" y="4625"/>
                    <a:pt x="963" y="4620"/>
                  </a:cubicBezTo>
                  <a:lnTo>
                    <a:pt x="973" y="4615"/>
                  </a:lnTo>
                  <a:lnTo>
                    <a:pt x="1824" y="4283"/>
                  </a:lnTo>
                  <a:lnTo>
                    <a:pt x="2277" y="4721"/>
                  </a:lnTo>
                  <a:cubicBezTo>
                    <a:pt x="2315" y="4764"/>
                    <a:pt x="2373" y="4789"/>
                    <a:pt x="2431" y="4789"/>
                  </a:cubicBezTo>
                  <a:lnTo>
                    <a:pt x="2435" y="4789"/>
                  </a:lnTo>
                  <a:cubicBezTo>
                    <a:pt x="2498" y="4784"/>
                    <a:pt x="2556" y="4760"/>
                    <a:pt x="2594" y="4716"/>
                  </a:cubicBezTo>
                  <a:lnTo>
                    <a:pt x="3022" y="4274"/>
                  </a:lnTo>
                  <a:lnTo>
                    <a:pt x="3869" y="4615"/>
                  </a:lnTo>
                  <a:lnTo>
                    <a:pt x="3879" y="4620"/>
                  </a:lnTo>
                  <a:cubicBezTo>
                    <a:pt x="3903" y="4625"/>
                    <a:pt x="4394" y="4808"/>
                    <a:pt x="4394" y="5438"/>
                  </a:cubicBezTo>
                  <a:lnTo>
                    <a:pt x="4394" y="6016"/>
                  </a:lnTo>
                  <a:lnTo>
                    <a:pt x="1526" y="6016"/>
                  </a:lnTo>
                  <a:cubicBezTo>
                    <a:pt x="1223" y="6016"/>
                    <a:pt x="1223" y="6473"/>
                    <a:pt x="1526" y="6473"/>
                  </a:cubicBezTo>
                  <a:lnTo>
                    <a:pt x="4620" y="6473"/>
                  </a:lnTo>
                  <a:cubicBezTo>
                    <a:pt x="4745" y="6468"/>
                    <a:pt x="4846" y="6367"/>
                    <a:pt x="4846" y="6242"/>
                  </a:cubicBezTo>
                  <a:lnTo>
                    <a:pt x="4846" y="5438"/>
                  </a:lnTo>
                  <a:cubicBezTo>
                    <a:pt x="4846" y="4519"/>
                    <a:pt x="4124" y="4226"/>
                    <a:pt x="4033" y="4192"/>
                  </a:cubicBezTo>
                  <a:lnTo>
                    <a:pt x="3133" y="3831"/>
                  </a:lnTo>
                  <a:lnTo>
                    <a:pt x="3133" y="3706"/>
                  </a:lnTo>
                  <a:cubicBezTo>
                    <a:pt x="3378" y="3562"/>
                    <a:pt x="3566" y="3331"/>
                    <a:pt x="3658" y="3056"/>
                  </a:cubicBezTo>
                  <a:cubicBezTo>
                    <a:pt x="4230" y="3008"/>
                    <a:pt x="4452" y="2286"/>
                    <a:pt x="4009" y="1926"/>
                  </a:cubicBezTo>
                  <a:lnTo>
                    <a:pt x="4009" y="1526"/>
                  </a:lnTo>
                  <a:cubicBezTo>
                    <a:pt x="4009" y="684"/>
                    <a:pt x="3326" y="1"/>
                    <a:pt x="2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1"/>
            <p:cNvSpPr/>
            <p:nvPr/>
          </p:nvSpPr>
          <p:spPr>
            <a:xfrm>
              <a:off x="2439045" y="2621546"/>
              <a:ext cx="127256" cy="169639"/>
            </a:xfrm>
            <a:custGeom>
              <a:rect b="b" l="l" r="r" t="t"/>
              <a:pathLst>
                <a:path extrusionOk="0" h="6468" w="4852">
                  <a:moveTo>
                    <a:pt x="2378" y="453"/>
                  </a:moveTo>
                  <a:lnTo>
                    <a:pt x="2378" y="458"/>
                  </a:lnTo>
                  <a:lnTo>
                    <a:pt x="2489" y="458"/>
                  </a:lnTo>
                  <a:cubicBezTo>
                    <a:pt x="3076" y="458"/>
                    <a:pt x="3557" y="934"/>
                    <a:pt x="3557" y="1521"/>
                  </a:cubicBezTo>
                  <a:lnTo>
                    <a:pt x="3557" y="1666"/>
                  </a:lnTo>
                  <a:lnTo>
                    <a:pt x="3537" y="1666"/>
                  </a:lnTo>
                  <a:cubicBezTo>
                    <a:pt x="3225" y="1593"/>
                    <a:pt x="3124" y="1175"/>
                    <a:pt x="3124" y="1175"/>
                  </a:cubicBezTo>
                  <a:cubicBezTo>
                    <a:pt x="3098" y="1060"/>
                    <a:pt x="2998" y="995"/>
                    <a:pt x="2897" y="995"/>
                  </a:cubicBezTo>
                  <a:cubicBezTo>
                    <a:pt x="2829" y="995"/>
                    <a:pt x="2761" y="1024"/>
                    <a:pt x="2715" y="1088"/>
                  </a:cubicBezTo>
                  <a:cubicBezTo>
                    <a:pt x="2310" y="1656"/>
                    <a:pt x="1396" y="1661"/>
                    <a:pt x="1387" y="1661"/>
                  </a:cubicBezTo>
                  <a:lnTo>
                    <a:pt x="1334" y="1661"/>
                  </a:lnTo>
                  <a:lnTo>
                    <a:pt x="1319" y="1666"/>
                  </a:lnTo>
                  <a:lnTo>
                    <a:pt x="1314" y="1666"/>
                  </a:lnTo>
                  <a:lnTo>
                    <a:pt x="1314" y="1521"/>
                  </a:lnTo>
                  <a:cubicBezTo>
                    <a:pt x="1314" y="929"/>
                    <a:pt x="1791" y="453"/>
                    <a:pt x="2378" y="453"/>
                  </a:cubicBezTo>
                  <a:close/>
                  <a:moveTo>
                    <a:pt x="3715" y="2286"/>
                  </a:moveTo>
                  <a:lnTo>
                    <a:pt x="3740" y="2291"/>
                  </a:lnTo>
                  <a:cubicBezTo>
                    <a:pt x="3817" y="2373"/>
                    <a:pt x="3802" y="2503"/>
                    <a:pt x="3715" y="2565"/>
                  </a:cubicBezTo>
                  <a:lnTo>
                    <a:pt x="3715" y="2286"/>
                  </a:lnTo>
                  <a:close/>
                  <a:moveTo>
                    <a:pt x="1156" y="2286"/>
                  </a:moveTo>
                  <a:lnTo>
                    <a:pt x="1156" y="2575"/>
                  </a:lnTo>
                  <a:cubicBezTo>
                    <a:pt x="1103" y="2537"/>
                    <a:pt x="1074" y="2479"/>
                    <a:pt x="1074" y="2416"/>
                  </a:cubicBezTo>
                  <a:cubicBezTo>
                    <a:pt x="1074" y="2373"/>
                    <a:pt x="1088" y="2330"/>
                    <a:pt x="1122" y="2296"/>
                  </a:cubicBezTo>
                  <a:cubicBezTo>
                    <a:pt x="1132" y="2296"/>
                    <a:pt x="1146" y="2291"/>
                    <a:pt x="1156" y="2286"/>
                  </a:cubicBezTo>
                  <a:close/>
                  <a:moveTo>
                    <a:pt x="2825" y="1627"/>
                  </a:moveTo>
                  <a:cubicBezTo>
                    <a:pt x="2926" y="1805"/>
                    <a:pt x="3076" y="1949"/>
                    <a:pt x="3258" y="2041"/>
                  </a:cubicBezTo>
                  <a:lnTo>
                    <a:pt x="3258" y="2690"/>
                  </a:lnTo>
                  <a:cubicBezTo>
                    <a:pt x="3258" y="3085"/>
                    <a:pt x="2936" y="3412"/>
                    <a:pt x="2537" y="3412"/>
                  </a:cubicBezTo>
                  <a:lnTo>
                    <a:pt x="2335" y="3412"/>
                  </a:lnTo>
                  <a:cubicBezTo>
                    <a:pt x="1935" y="3412"/>
                    <a:pt x="1613" y="3085"/>
                    <a:pt x="1613" y="2690"/>
                  </a:cubicBezTo>
                  <a:lnTo>
                    <a:pt x="1613" y="2094"/>
                  </a:lnTo>
                  <a:cubicBezTo>
                    <a:pt x="1906" y="2060"/>
                    <a:pt x="2426" y="1959"/>
                    <a:pt x="2825" y="1627"/>
                  </a:cubicBezTo>
                  <a:close/>
                  <a:moveTo>
                    <a:pt x="2676" y="3855"/>
                  </a:moveTo>
                  <a:lnTo>
                    <a:pt x="2676" y="3975"/>
                  </a:lnTo>
                  <a:lnTo>
                    <a:pt x="2431" y="4240"/>
                  </a:lnTo>
                  <a:lnTo>
                    <a:pt x="2195" y="4009"/>
                  </a:lnTo>
                  <a:lnTo>
                    <a:pt x="2195" y="3855"/>
                  </a:lnTo>
                  <a:cubicBezTo>
                    <a:pt x="2238" y="3860"/>
                    <a:pt x="2286" y="3865"/>
                    <a:pt x="2335" y="3865"/>
                  </a:cubicBezTo>
                  <a:lnTo>
                    <a:pt x="2537" y="3865"/>
                  </a:lnTo>
                  <a:cubicBezTo>
                    <a:pt x="2585" y="3865"/>
                    <a:pt x="2633" y="3860"/>
                    <a:pt x="2676" y="3855"/>
                  </a:cubicBezTo>
                  <a:close/>
                  <a:moveTo>
                    <a:pt x="2383" y="1"/>
                  </a:moveTo>
                  <a:cubicBezTo>
                    <a:pt x="1541" y="1"/>
                    <a:pt x="862" y="679"/>
                    <a:pt x="862" y="1521"/>
                  </a:cubicBezTo>
                  <a:lnTo>
                    <a:pt x="862" y="1921"/>
                  </a:lnTo>
                  <a:cubicBezTo>
                    <a:pt x="405" y="2286"/>
                    <a:pt x="636" y="3013"/>
                    <a:pt x="1218" y="3051"/>
                  </a:cubicBezTo>
                  <a:cubicBezTo>
                    <a:pt x="1310" y="3326"/>
                    <a:pt x="1492" y="3557"/>
                    <a:pt x="1743" y="3701"/>
                  </a:cubicBezTo>
                  <a:lnTo>
                    <a:pt x="1743" y="3826"/>
                  </a:lnTo>
                  <a:lnTo>
                    <a:pt x="814" y="4187"/>
                  </a:lnTo>
                  <a:cubicBezTo>
                    <a:pt x="727" y="4221"/>
                    <a:pt x="1" y="4509"/>
                    <a:pt x="1" y="5433"/>
                  </a:cubicBezTo>
                  <a:lnTo>
                    <a:pt x="1" y="6242"/>
                  </a:lnTo>
                  <a:cubicBezTo>
                    <a:pt x="1" y="6367"/>
                    <a:pt x="102" y="6468"/>
                    <a:pt x="227" y="6468"/>
                  </a:cubicBezTo>
                  <a:lnTo>
                    <a:pt x="804" y="6468"/>
                  </a:lnTo>
                  <a:cubicBezTo>
                    <a:pt x="1108" y="6468"/>
                    <a:pt x="1108" y="6015"/>
                    <a:pt x="804" y="6015"/>
                  </a:cubicBezTo>
                  <a:lnTo>
                    <a:pt x="453" y="6015"/>
                  </a:lnTo>
                  <a:lnTo>
                    <a:pt x="453" y="5433"/>
                  </a:lnTo>
                  <a:cubicBezTo>
                    <a:pt x="453" y="4808"/>
                    <a:pt x="944" y="4625"/>
                    <a:pt x="963" y="4615"/>
                  </a:cubicBezTo>
                  <a:lnTo>
                    <a:pt x="978" y="4615"/>
                  </a:lnTo>
                  <a:lnTo>
                    <a:pt x="1824" y="4283"/>
                  </a:lnTo>
                  <a:lnTo>
                    <a:pt x="2277" y="4721"/>
                  </a:lnTo>
                  <a:cubicBezTo>
                    <a:pt x="2320" y="4760"/>
                    <a:pt x="2378" y="4784"/>
                    <a:pt x="2436" y="4784"/>
                  </a:cubicBezTo>
                  <a:lnTo>
                    <a:pt x="2440" y="4784"/>
                  </a:lnTo>
                  <a:cubicBezTo>
                    <a:pt x="2498" y="4784"/>
                    <a:pt x="2556" y="4760"/>
                    <a:pt x="2599" y="4716"/>
                  </a:cubicBezTo>
                  <a:lnTo>
                    <a:pt x="3027" y="4274"/>
                  </a:lnTo>
                  <a:lnTo>
                    <a:pt x="3874" y="4615"/>
                  </a:lnTo>
                  <a:lnTo>
                    <a:pt x="3884" y="4615"/>
                  </a:lnTo>
                  <a:cubicBezTo>
                    <a:pt x="3903" y="4625"/>
                    <a:pt x="4394" y="4808"/>
                    <a:pt x="4394" y="5433"/>
                  </a:cubicBezTo>
                  <a:lnTo>
                    <a:pt x="4394" y="6015"/>
                  </a:lnTo>
                  <a:lnTo>
                    <a:pt x="1526" y="6015"/>
                  </a:lnTo>
                  <a:cubicBezTo>
                    <a:pt x="1223" y="6015"/>
                    <a:pt x="1223" y="6468"/>
                    <a:pt x="1526" y="6468"/>
                  </a:cubicBezTo>
                  <a:lnTo>
                    <a:pt x="4625" y="6468"/>
                  </a:lnTo>
                  <a:cubicBezTo>
                    <a:pt x="4750" y="6468"/>
                    <a:pt x="4851" y="6367"/>
                    <a:pt x="4851" y="6242"/>
                  </a:cubicBezTo>
                  <a:lnTo>
                    <a:pt x="4851" y="5433"/>
                  </a:lnTo>
                  <a:cubicBezTo>
                    <a:pt x="4846" y="4514"/>
                    <a:pt x="4124" y="4225"/>
                    <a:pt x="4038" y="4192"/>
                  </a:cubicBezTo>
                  <a:lnTo>
                    <a:pt x="3133" y="3831"/>
                  </a:lnTo>
                  <a:lnTo>
                    <a:pt x="3133" y="3706"/>
                  </a:lnTo>
                  <a:cubicBezTo>
                    <a:pt x="3383" y="3557"/>
                    <a:pt x="3566" y="3326"/>
                    <a:pt x="3658" y="3056"/>
                  </a:cubicBezTo>
                  <a:cubicBezTo>
                    <a:pt x="4230" y="3008"/>
                    <a:pt x="4457" y="2286"/>
                    <a:pt x="4009" y="1925"/>
                  </a:cubicBezTo>
                  <a:lnTo>
                    <a:pt x="4009" y="1521"/>
                  </a:lnTo>
                  <a:cubicBezTo>
                    <a:pt x="4009" y="684"/>
                    <a:pt x="3331"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1"/>
            <p:cNvSpPr/>
            <p:nvPr/>
          </p:nvSpPr>
          <p:spPr>
            <a:xfrm>
              <a:off x="2189674" y="2621546"/>
              <a:ext cx="127125" cy="169771"/>
            </a:xfrm>
            <a:custGeom>
              <a:rect b="b" l="l" r="r" t="t"/>
              <a:pathLst>
                <a:path extrusionOk="0" h="6473" w="4847">
                  <a:moveTo>
                    <a:pt x="2378" y="453"/>
                  </a:moveTo>
                  <a:lnTo>
                    <a:pt x="2378" y="458"/>
                  </a:lnTo>
                  <a:lnTo>
                    <a:pt x="2484" y="458"/>
                  </a:lnTo>
                  <a:cubicBezTo>
                    <a:pt x="3076" y="458"/>
                    <a:pt x="3552" y="934"/>
                    <a:pt x="3552" y="1521"/>
                  </a:cubicBezTo>
                  <a:lnTo>
                    <a:pt x="3552" y="1666"/>
                  </a:lnTo>
                  <a:lnTo>
                    <a:pt x="3533" y="1666"/>
                  </a:lnTo>
                  <a:cubicBezTo>
                    <a:pt x="3220" y="1593"/>
                    <a:pt x="3119" y="1175"/>
                    <a:pt x="3119" y="1175"/>
                  </a:cubicBezTo>
                  <a:cubicBezTo>
                    <a:pt x="3093" y="1060"/>
                    <a:pt x="2993" y="995"/>
                    <a:pt x="2894" y="995"/>
                  </a:cubicBezTo>
                  <a:cubicBezTo>
                    <a:pt x="2826" y="995"/>
                    <a:pt x="2759" y="1024"/>
                    <a:pt x="2715" y="1088"/>
                  </a:cubicBezTo>
                  <a:cubicBezTo>
                    <a:pt x="2306" y="1656"/>
                    <a:pt x="1396" y="1661"/>
                    <a:pt x="1382" y="1661"/>
                  </a:cubicBezTo>
                  <a:lnTo>
                    <a:pt x="1329" y="1661"/>
                  </a:lnTo>
                  <a:lnTo>
                    <a:pt x="1314" y="1666"/>
                  </a:lnTo>
                  <a:lnTo>
                    <a:pt x="1310" y="1666"/>
                  </a:lnTo>
                  <a:lnTo>
                    <a:pt x="1310" y="1521"/>
                  </a:lnTo>
                  <a:cubicBezTo>
                    <a:pt x="1314" y="929"/>
                    <a:pt x="1791" y="453"/>
                    <a:pt x="2378" y="453"/>
                  </a:cubicBezTo>
                  <a:close/>
                  <a:moveTo>
                    <a:pt x="3711" y="2286"/>
                  </a:moveTo>
                  <a:lnTo>
                    <a:pt x="3740" y="2291"/>
                  </a:lnTo>
                  <a:cubicBezTo>
                    <a:pt x="3812" y="2373"/>
                    <a:pt x="3802" y="2503"/>
                    <a:pt x="3711" y="2565"/>
                  </a:cubicBezTo>
                  <a:lnTo>
                    <a:pt x="3711" y="2286"/>
                  </a:lnTo>
                  <a:close/>
                  <a:moveTo>
                    <a:pt x="1156" y="2286"/>
                  </a:moveTo>
                  <a:lnTo>
                    <a:pt x="1156" y="2575"/>
                  </a:lnTo>
                  <a:cubicBezTo>
                    <a:pt x="1103" y="2537"/>
                    <a:pt x="1069" y="2479"/>
                    <a:pt x="1074" y="2416"/>
                  </a:cubicBezTo>
                  <a:cubicBezTo>
                    <a:pt x="1074" y="2373"/>
                    <a:pt x="1088" y="2330"/>
                    <a:pt x="1117" y="2296"/>
                  </a:cubicBezTo>
                  <a:cubicBezTo>
                    <a:pt x="1132" y="2296"/>
                    <a:pt x="1141" y="2291"/>
                    <a:pt x="1156" y="2286"/>
                  </a:cubicBezTo>
                  <a:close/>
                  <a:moveTo>
                    <a:pt x="2821" y="1627"/>
                  </a:moveTo>
                  <a:cubicBezTo>
                    <a:pt x="2922" y="1805"/>
                    <a:pt x="3076" y="1949"/>
                    <a:pt x="3258" y="2041"/>
                  </a:cubicBezTo>
                  <a:lnTo>
                    <a:pt x="3258" y="2690"/>
                  </a:lnTo>
                  <a:cubicBezTo>
                    <a:pt x="3258" y="3085"/>
                    <a:pt x="2936" y="3412"/>
                    <a:pt x="2537" y="3412"/>
                  </a:cubicBezTo>
                  <a:lnTo>
                    <a:pt x="2330" y="3412"/>
                  </a:lnTo>
                  <a:cubicBezTo>
                    <a:pt x="1930" y="3412"/>
                    <a:pt x="1608" y="3085"/>
                    <a:pt x="1608" y="2690"/>
                  </a:cubicBezTo>
                  <a:lnTo>
                    <a:pt x="1608" y="2094"/>
                  </a:lnTo>
                  <a:cubicBezTo>
                    <a:pt x="1901" y="2060"/>
                    <a:pt x="2421" y="1959"/>
                    <a:pt x="2821" y="1627"/>
                  </a:cubicBezTo>
                  <a:close/>
                  <a:moveTo>
                    <a:pt x="2676" y="3855"/>
                  </a:moveTo>
                  <a:lnTo>
                    <a:pt x="2676" y="3975"/>
                  </a:lnTo>
                  <a:lnTo>
                    <a:pt x="2426" y="4240"/>
                  </a:lnTo>
                  <a:lnTo>
                    <a:pt x="2190" y="4009"/>
                  </a:lnTo>
                  <a:lnTo>
                    <a:pt x="2190" y="3855"/>
                  </a:lnTo>
                  <a:cubicBezTo>
                    <a:pt x="2238" y="3860"/>
                    <a:pt x="2286" y="3865"/>
                    <a:pt x="2330" y="3865"/>
                  </a:cubicBezTo>
                  <a:lnTo>
                    <a:pt x="2537" y="3865"/>
                  </a:lnTo>
                  <a:cubicBezTo>
                    <a:pt x="2585" y="3865"/>
                    <a:pt x="2628" y="3860"/>
                    <a:pt x="2676" y="3855"/>
                  </a:cubicBezTo>
                  <a:close/>
                  <a:moveTo>
                    <a:pt x="2378" y="1"/>
                  </a:moveTo>
                  <a:cubicBezTo>
                    <a:pt x="1541" y="1"/>
                    <a:pt x="857" y="684"/>
                    <a:pt x="857" y="1521"/>
                  </a:cubicBezTo>
                  <a:lnTo>
                    <a:pt x="857" y="1921"/>
                  </a:lnTo>
                  <a:cubicBezTo>
                    <a:pt x="405" y="2286"/>
                    <a:pt x="636" y="3018"/>
                    <a:pt x="1218" y="3056"/>
                  </a:cubicBezTo>
                  <a:cubicBezTo>
                    <a:pt x="1305" y="3330"/>
                    <a:pt x="1492" y="3561"/>
                    <a:pt x="1743" y="3706"/>
                  </a:cubicBezTo>
                  <a:lnTo>
                    <a:pt x="1743" y="3831"/>
                  </a:lnTo>
                  <a:lnTo>
                    <a:pt x="814" y="4192"/>
                  </a:lnTo>
                  <a:cubicBezTo>
                    <a:pt x="727" y="4221"/>
                    <a:pt x="1" y="4514"/>
                    <a:pt x="1" y="5433"/>
                  </a:cubicBezTo>
                  <a:lnTo>
                    <a:pt x="1" y="6242"/>
                  </a:lnTo>
                  <a:cubicBezTo>
                    <a:pt x="1" y="6367"/>
                    <a:pt x="102" y="6473"/>
                    <a:pt x="227" y="6473"/>
                  </a:cubicBezTo>
                  <a:lnTo>
                    <a:pt x="804" y="6473"/>
                  </a:lnTo>
                  <a:cubicBezTo>
                    <a:pt x="1108" y="6473"/>
                    <a:pt x="1108" y="6015"/>
                    <a:pt x="804" y="6015"/>
                  </a:cubicBezTo>
                  <a:lnTo>
                    <a:pt x="448" y="6015"/>
                  </a:lnTo>
                  <a:lnTo>
                    <a:pt x="448" y="5438"/>
                  </a:lnTo>
                  <a:cubicBezTo>
                    <a:pt x="448" y="4808"/>
                    <a:pt x="939" y="4625"/>
                    <a:pt x="958" y="4620"/>
                  </a:cubicBezTo>
                  <a:lnTo>
                    <a:pt x="968" y="4615"/>
                  </a:lnTo>
                  <a:lnTo>
                    <a:pt x="1820" y="4283"/>
                  </a:lnTo>
                  <a:lnTo>
                    <a:pt x="2272" y="4721"/>
                  </a:lnTo>
                  <a:cubicBezTo>
                    <a:pt x="2315" y="4764"/>
                    <a:pt x="2373" y="4788"/>
                    <a:pt x="2436" y="4788"/>
                  </a:cubicBezTo>
                  <a:cubicBezTo>
                    <a:pt x="2493" y="4784"/>
                    <a:pt x="2551" y="4760"/>
                    <a:pt x="2594" y="4716"/>
                  </a:cubicBezTo>
                  <a:lnTo>
                    <a:pt x="3018" y="4274"/>
                  </a:lnTo>
                  <a:lnTo>
                    <a:pt x="3869" y="4615"/>
                  </a:lnTo>
                  <a:lnTo>
                    <a:pt x="3879" y="4615"/>
                  </a:lnTo>
                  <a:cubicBezTo>
                    <a:pt x="3898" y="4625"/>
                    <a:pt x="4389" y="4808"/>
                    <a:pt x="4389" y="5433"/>
                  </a:cubicBezTo>
                  <a:lnTo>
                    <a:pt x="4389" y="6015"/>
                  </a:lnTo>
                  <a:lnTo>
                    <a:pt x="1521" y="6015"/>
                  </a:lnTo>
                  <a:cubicBezTo>
                    <a:pt x="1220" y="6015"/>
                    <a:pt x="1218" y="6468"/>
                    <a:pt x="1517" y="6468"/>
                  </a:cubicBezTo>
                  <a:cubicBezTo>
                    <a:pt x="1518" y="6468"/>
                    <a:pt x="1520" y="6468"/>
                    <a:pt x="1521" y="6468"/>
                  </a:cubicBezTo>
                  <a:lnTo>
                    <a:pt x="4615" y="6468"/>
                  </a:lnTo>
                  <a:cubicBezTo>
                    <a:pt x="4740" y="6468"/>
                    <a:pt x="4846" y="6367"/>
                    <a:pt x="4846" y="6242"/>
                  </a:cubicBezTo>
                  <a:lnTo>
                    <a:pt x="4846" y="5433"/>
                  </a:lnTo>
                  <a:cubicBezTo>
                    <a:pt x="4846" y="4514"/>
                    <a:pt x="4124" y="4225"/>
                    <a:pt x="4033" y="4192"/>
                  </a:cubicBezTo>
                  <a:lnTo>
                    <a:pt x="3133" y="3831"/>
                  </a:lnTo>
                  <a:lnTo>
                    <a:pt x="3133" y="3706"/>
                  </a:lnTo>
                  <a:cubicBezTo>
                    <a:pt x="3379" y="3557"/>
                    <a:pt x="3566" y="3326"/>
                    <a:pt x="3658" y="3056"/>
                  </a:cubicBezTo>
                  <a:cubicBezTo>
                    <a:pt x="4230" y="3008"/>
                    <a:pt x="4452" y="2286"/>
                    <a:pt x="4009" y="1925"/>
                  </a:cubicBezTo>
                  <a:lnTo>
                    <a:pt x="4009" y="1521"/>
                  </a:lnTo>
                  <a:cubicBezTo>
                    <a:pt x="4009" y="684"/>
                    <a:pt x="3326"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81"/>
          <p:cNvGrpSpPr/>
          <p:nvPr/>
        </p:nvGrpSpPr>
        <p:grpSpPr>
          <a:xfrm>
            <a:off x="2660798" y="2452326"/>
            <a:ext cx="329653" cy="326926"/>
            <a:chOff x="2660798" y="2452326"/>
            <a:chExt cx="329653" cy="326926"/>
          </a:xfrm>
        </p:grpSpPr>
        <p:sp>
          <p:nvSpPr>
            <p:cNvPr id="10127" name="Google Shape;10127;p81"/>
            <p:cNvSpPr/>
            <p:nvPr/>
          </p:nvSpPr>
          <p:spPr>
            <a:xfrm>
              <a:off x="2896400" y="2626739"/>
              <a:ext cx="38266" cy="37873"/>
            </a:xfrm>
            <a:custGeom>
              <a:rect b="b" l="l" r="r" t="t"/>
              <a:pathLst>
                <a:path extrusionOk="0" h="1444" w="1459">
                  <a:moveTo>
                    <a:pt x="1" y="0"/>
                  </a:moveTo>
                  <a:lnTo>
                    <a:pt x="929" y="1444"/>
                  </a:lnTo>
                  <a:lnTo>
                    <a:pt x="1459" y="1444"/>
                  </a:lnTo>
                  <a:cubicBezTo>
                    <a:pt x="1449" y="645"/>
                    <a:pt x="799"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1"/>
            <p:cNvSpPr/>
            <p:nvPr/>
          </p:nvSpPr>
          <p:spPr>
            <a:xfrm>
              <a:off x="2858029" y="2626739"/>
              <a:ext cx="62762" cy="37873"/>
            </a:xfrm>
            <a:custGeom>
              <a:rect b="b" l="l" r="r" t="t"/>
              <a:pathLst>
                <a:path extrusionOk="0" h="1444" w="2393">
                  <a:moveTo>
                    <a:pt x="1459" y="0"/>
                  </a:moveTo>
                  <a:cubicBezTo>
                    <a:pt x="660" y="0"/>
                    <a:pt x="6"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1"/>
            <p:cNvSpPr/>
            <p:nvPr/>
          </p:nvSpPr>
          <p:spPr>
            <a:xfrm>
              <a:off x="2895770" y="2564108"/>
              <a:ext cx="21480" cy="41833"/>
            </a:xfrm>
            <a:custGeom>
              <a:rect b="b" l="l" r="r" t="t"/>
              <a:pathLst>
                <a:path extrusionOk="0" h="1595" w="819">
                  <a:moveTo>
                    <a:pt x="27" y="1"/>
                  </a:moveTo>
                  <a:cubicBezTo>
                    <a:pt x="18" y="1"/>
                    <a:pt x="9" y="1"/>
                    <a:pt x="1" y="1"/>
                  </a:cubicBezTo>
                  <a:lnTo>
                    <a:pt x="1" y="1594"/>
                  </a:lnTo>
                  <a:cubicBezTo>
                    <a:pt x="6" y="1594"/>
                    <a:pt x="12" y="1594"/>
                    <a:pt x="18" y="1594"/>
                  </a:cubicBezTo>
                  <a:cubicBezTo>
                    <a:pt x="462" y="1594"/>
                    <a:pt x="819" y="1237"/>
                    <a:pt x="819" y="795"/>
                  </a:cubicBezTo>
                  <a:cubicBezTo>
                    <a:pt x="819" y="357"/>
                    <a:pt x="467" y="1"/>
                    <a:pt x="27"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1"/>
            <p:cNvSpPr/>
            <p:nvPr/>
          </p:nvSpPr>
          <p:spPr>
            <a:xfrm>
              <a:off x="2754929" y="2626739"/>
              <a:ext cx="38397" cy="37873"/>
            </a:xfrm>
            <a:custGeom>
              <a:rect b="b" l="l" r="r" t="t"/>
              <a:pathLst>
                <a:path extrusionOk="0" h="1444" w="1464">
                  <a:moveTo>
                    <a:pt x="1" y="0"/>
                  </a:moveTo>
                  <a:lnTo>
                    <a:pt x="934" y="1444"/>
                  </a:lnTo>
                  <a:lnTo>
                    <a:pt x="1463" y="1444"/>
                  </a:lnTo>
                  <a:cubicBezTo>
                    <a:pt x="1454" y="645"/>
                    <a:pt x="804"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1"/>
            <p:cNvSpPr/>
            <p:nvPr/>
          </p:nvSpPr>
          <p:spPr>
            <a:xfrm>
              <a:off x="2716689" y="2626739"/>
              <a:ext cx="62762" cy="37873"/>
            </a:xfrm>
            <a:custGeom>
              <a:rect b="b" l="l" r="r" t="t"/>
              <a:pathLst>
                <a:path extrusionOk="0" h="1444" w="2393">
                  <a:moveTo>
                    <a:pt x="1459" y="0"/>
                  </a:moveTo>
                  <a:cubicBezTo>
                    <a:pt x="660" y="0"/>
                    <a:pt x="5"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1"/>
            <p:cNvSpPr/>
            <p:nvPr/>
          </p:nvSpPr>
          <p:spPr>
            <a:xfrm>
              <a:off x="2754562" y="2564108"/>
              <a:ext cx="21480" cy="41833"/>
            </a:xfrm>
            <a:custGeom>
              <a:rect b="b" l="l" r="r" t="t"/>
              <a:pathLst>
                <a:path extrusionOk="0" h="1595" w="819">
                  <a:moveTo>
                    <a:pt x="26" y="1"/>
                  </a:moveTo>
                  <a:cubicBezTo>
                    <a:pt x="17" y="1"/>
                    <a:pt x="9" y="1"/>
                    <a:pt x="0" y="1"/>
                  </a:cubicBezTo>
                  <a:lnTo>
                    <a:pt x="0" y="1594"/>
                  </a:lnTo>
                  <a:cubicBezTo>
                    <a:pt x="6" y="1594"/>
                    <a:pt x="12" y="1594"/>
                    <a:pt x="18" y="1594"/>
                  </a:cubicBezTo>
                  <a:cubicBezTo>
                    <a:pt x="457" y="1594"/>
                    <a:pt x="818" y="1237"/>
                    <a:pt x="818" y="795"/>
                  </a:cubicBezTo>
                  <a:cubicBezTo>
                    <a:pt x="818" y="357"/>
                    <a:pt x="462" y="1"/>
                    <a:pt x="26"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1"/>
            <p:cNvSpPr/>
            <p:nvPr/>
          </p:nvSpPr>
          <p:spPr>
            <a:xfrm>
              <a:off x="2825612" y="2628628"/>
              <a:ext cx="51511" cy="51511"/>
            </a:xfrm>
            <a:custGeom>
              <a:rect b="b" l="l" r="r" t="t"/>
              <a:pathLst>
                <a:path extrusionOk="0" h="1964" w="1964">
                  <a:moveTo>
                    <a:pt x="0" y="0"/>
                  </a:moveTo>
                  <a:lnTo>
                    <a:pt x="1169" y="1963"/>
                  </a:lnTo>
                  <a:lnTo>
                    <a:pt x="1963" y="1963"/>
                  </a:lnTo>
                  <a:cubicBezTo>
                    <a:pt x="1963" y="881"/>
                    <a:pt x="1083" y="0"/>
                    <a:pt x="0"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1"/>
            <p:cNvSpPr/>
            <p:nvPr/>
          </p:nvSpPr>
          <p:spPr>
            <a:xfrm>
              <a:off x="2774232" y="2628628"/>
              <a:ext cx="82066" cy="51511"/>
            </a:xfrm>
            <a:custGeom>
              <a:rect b="b" l="l" r="r" t="t"/>
              <a:pathLst>
                <a:path extrusionOk="0" h="1964" w="3129">
                  <a:moveTo>
                    <a:pt x="1959" y="0"/>
                  </a:moveTo>
                  <a:cubicBezTo>
                    <a:pt x="877" y="0"/>
                    <a:pt x="1" y="881"/>
                    <a:pt x="1" y="1963"/>
                  </a:cubicBezTo>
                  <a:lnTo>
                    <a:pt x="3128" y="1963"/>
                  </a:lnTo>
                  <a:cubicBezTo>
                    <a:pt x="3128" y="881"/>
                    <a:pt x="2604" y="0"/>
                    <a:pt x="195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1"/>
            <p:cNvSpPr/>
            <p:nvPr/>
          </p:nvSpPr>
          <p:spPr>
            <a:xfrm>
              <a:off x="2825979" y="2550994"/>
              <a:ext cx="28431" cy="56835"/>
            </a:xfrm>
            <a:custGeom>
              <a:rect b="b" l="l" r="r" t="t"/>
              <a:pathLst>
                <a:path extrusionOk="0" h="2167" w="1084">
                  <a:moveTo>
                    <a:pt x="1" y="1"/>
                  </a:moveTo>
                  <a:lnTo>
                    <a:pt x="1" y="2166"/>
                  </a:lnTo>
                  <a:cubicBezTo>
                    <a:pt x="602" y="2166"/>
                    <a:pt x="1083" y="1680"/>
                    <a:pt x="1083" y="1084"/>
                  </a:cubicBezTo>
                  <a:cubicBezTo>
                    <a:pt x="1083" y="482"/>
                    <a:pt x="602" y="1"/>
                    <a:pt x="1" y="1"/>
                  </a:cubicBezTo>
                  <a:close/>
                </a:path>
              </a:pathLst>
            </a:custGeom>
            <a:solidFill>
              <a:srgbClr val="BEC9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1"/>
            <p:cNvSpPr/>
            <p:nvPr/>
          </p:nvSpPr>
          <p:spPr>
            <a:xfrm>
              <a:off x="2796840" y="2550994"/>
              <a:ext cx="43302" cy="56835"/>
            </a:xfrm>
            <a:custGeom>
              <a:rect b="b" l="l" r="r" t="t"/>
              <a:pathLst>
                <a:path extrusionOk="0" h="2167" w="1651">
                  <a:moveTo>
                    <a:pt x="1083" y="1"/>
                  </a:moveTo>
                  <a:cubicBezTo>
                    <a:pt x="486" y="1"/>
                    <a:pt x="0" y="482"/>
                    <a:pt x="0" y="1084"/>
                  </a:cubicBezTo>
                  <a:cubicBezTo>
                    <a:pt x="0" y="1680"/>
                    <a:pt x="486" y="2166"/>
                    <a:pt x="1083" y="2166"/>
                  </a:cubicBezTo>
                  <a:lnTo>
                    <a:pt x="1112" y="2166"/>
                  </a:lnTo>
                  <a:cubicBezTo>
                    <a:pt x="1415" y="2152"/>
                    <a:pt x="1651" y="1671"/>
                    <a:pt x="1651" y="1084"/>
                  </a:cubicBezTo>
                  <a:cubicBezTo>
                    <a:pt x="1651" y="492"/>
                    <a:pt x="1410" y="15"/>
                    <a:pt x="1112"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1"/>
            <p:cNvSpPr/>
            <p:nvPr/>
          </p:nvSpPr>
          <p:spPr>
            <a:xfrm>
              <a:off x="2733107" y="2564108"/>
              <a:ext cx="28404" cy="41833"/>
            </a:xfrm>
            <a:custGeom>
              <a:rect b="b" l="l" r="r" t="t"/>
              <a:pathLst>
                <a:path extrusionOk="0" h="1595" w="1083">
                  <a:moveTo>
                    <a:pt x="792" y="1"/>
                  </a:moveTo>
                  <a:cubicBezTo>
                    <a:pt x="356" y="1"/>
                    <a:pt x="0" y="357"/>
                    <a:pt x="0" y="795"/>
                  </a:cubicBezTo>
                  <a:cubicBezTo>
                    <a:pt x="0" y="1237"/>
                    <a:pt x="361" y="1594"/>
                    <a:pt x="801" y="1594"/>
                  </a:cubicBezTo>
                  <a:cubicBezTo>
                    <a:pt x="807" y="1594"/>
                    <a:pt x="812" y="1594"/>
                    <a:pt x="818" y="1594"/>
                  </a:cubicBezTo>
                  <a:cubicBezTo>
                    <a:pt x="963" y="1594"/>
                    <a:pt x="1083" y="1238"/>
                    <a:pt x="1083" y="795"/>
                  </a:cubicBezTo>
                  <a:cubicBezTo>
                    <a:pt x="1083" y="357"/>
                    <a:pt x="963" y="1"/>
                    <a:pt x="818" y="1"/>
                  </a:cubicBezTo>
                  <a:cubicBezTo>
                    <a:pt x="810" y="1"/>
                    <a:pt x="801" y="1"/>
                    <a:pt x="792"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1"/>
            <p:cNvSpPr/>
            <p:nvPr/>
          </p:nvSpPr>
          <p:spPr>
            <a:xfrm>
              <a:off x="2874316" y="2564108"/>
              <a:ext cx="28536" cy="41833"/>
            </a:xfrm>
            <a:custGeom>
              <a:rect b="b" l="l" r="r" t="t"/>
              <a:pathLst>
                <a:path extrusionOk="0" h="1595" w="1088">
                  <a:moveTo>
                    <a:pt x="793" y="1"/>
                  </a:moveTo>
                  <a:cubicBezTo>
                    <a:pt x="357" y="1"/>
                    <a:pt x="1" y="357"/>
                    <a:pt x="1" y="795"/>
                  </a:cubicBezTo>
                  <a:cubicBezTo>
                    <a:pt x="1" y="1237"/>
                    <a:pt x="361" y="1594"/>
                    <a:pt x="801" y="1594"/>
                  </a:cubicBezTo>
                  <a:cubicBezTo>
                    <a:pt x="807" y="1594"/>
                    <a:pt x="813" y="1594"/>
                    <a:pt x="819" y="1594"/>
                  </a:cubicBezTo>
                  <a:cubicBezTo>
                    <a:pt x="968" y="1594"/>
                    <a:pt x="1088" y="1238"/>
                    <a:pt x="1088" y="795"/>
                  </a:cubicBezTo>
                  <a:cubicBezTo>
                    <a:pt x="1088" y="357"/>
                    <a:pt x="968" y="1"/>
                    <a:pt x="819" y="1"/>
                  </a:cubicBezTo>
                  <a:cubicBezTo>
                    <a:pt x="810" y="1"/>
                    <a:pt x="801" y="1"/>
                    <a:pt x="793"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1"/>
            <p:cNvSpPr/>
            <p:nvPr/>
          </p:nvSpPr>
          <p:spPr>
            <a:xfrm>
              <a:off x="2870644" y="2558836"/>
              <a:ext cx="61005" cy="52271"/>
            </a:xfrm>
            <a:custGeom>
              <a:rect b="b" l="l" r="r" t="t"/>
              <a:pathLst>
                <a:path extrusionOk="0" h="1993" w="2326">
                  <a:moveTo>
                    <a:pt x="997" y="400"/>
                  </a:moveTo>
                  <a:cubicBezTo>
                    <a:pt x="1526" y="400"/>
                    <a:pt x="1796" y="1044"/>
                    <a:pt x="1420" y="1420"/>
                  </a:cubicBezTo>
                  <a:cubicBezTo>
                    <a:pt x="1297" y="1541"/>
                    <a:pt x="1147" y="1596"/>
                    <a:pt x="1000" y="1596"/>
                  </a:cubicBezTo>
                  <a:cubicBezTo>
                    <a:pt x="693" y="1596"/>
                    <a:pt x="400" y="1358"/>
                    <a:pt x="400" y="996"/>
                  </a:cubicBezTo>
                  <a:cubicBezTo>
                    <a:pt x="400" y="669"/>
                    <a:pt x="665" y="400"/>
                    <a:pt x="997" y="400"/>
                  </a:cubicBezTo>
                  <a:close/>
                  <a:moveTo>
                    <a:pt x="1004" y="1"/>
                  </a:moveTo>
                  <a:cubicBezTo>
                    <a:pt x="492" y="1"/>
                    <a:pt x="1" y="397"/>
                    <a:pt x="1" y="996"/>
                  </a:cubicBezTo>
                  <a:cubicBezTo>
                    <a:pt x="1" y="1545"/>
                    <a:pt x="448" y="1992"/>
                    <a:pt x="997" y="1992"/>
                  </a:cubicBezTo>
                  <a:cubicBezTo>
                    <a:pt x="1882" y="1992"/>
                    <a:pt x="2325" y="919"/>
                    <a:pt x="1700" y="294"/>
                  </a:cubicBezTo>
                  <a:cubicBezTo>
                    <a:pt x="1497" y="92"/>
                    <a:pt x="1248"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1"/>
            <p:cNvSpPr/>
            <p:nvPr/>
          </p:nvSpPr>
          <p:spPr>
            <a:xfrm>
              <a:off x="2871379" y="2621546"/>
              <a:ext cx="68454" cy="48232"/>
            </a:xfrm>
            <a:custGeom>
              <a:rect b="b" l="l" r="r" t="t"/>
              <a:pathLst>
                <a:path extrusionOk="0" h="1839" w="2610">
                  <a:moveTo>
                    <a:pt x="969" y="1"/>
                  </a:moveTo>
                  <a:cubicBezTo>
                    <a:pt x="700" y="1"/>
                    <a:pt x="430" y="63"/>
                    <a:pt x="194" y="193"/>
                  </a:cubicBezTo>
                  <a:cubicBezTo>
                    <a:pt x="0" y="300"/>
                    <a:pt x="107" y="563"/>
                    <a:pt x="287" y="563"/>
                  </a:cubicBezTo>
                  <a:cubicBezTo>
                    <a:pt x="317" y="563"/>
                    <a:pt x="349" y="556"/>
                    <a:pt x="382" y="540"/>
                  </a:cubicBezTo>
                  <a:cubicBezTo>
                    <a:pt x="570" y="440"/>
                    <a:pt x="769" y="393"/>
                    <a:pt x="964" y="393"/>
                  </a:cubicBezTo>
                  <a:cubicBezTo>
                    <a:pt x="1548" y="393"/>
                    <a:pt x="2095" y="808"/>
                    <a:pt x="2196" y="1439"/>
                  </a:cubicBezTo>
                  <a:lnTo>
                    <a:pt x="969" y="1439"/>
                  </a:lnTo>
                  <a:cubicBezTo>
                    <a:pt x="719" y="1454"/>
                    <a:pt x="719" y="1824"/>
                    <a:pt x="969" y="1839"/>
                  </a:cubicBezTo>
                  <a:lnTo>
                    <a:pt x="2413" y="1839"/>
                  </a:lnTo>
                  <a:cubicBezTo>
                    <a:pt x="2523" y="1839"/>
                    <a:pt x="2610" y="1747"/>
                    <a:pt x="2610" y="1637"/>
                  </a:cubicBezTo>
                  <a:cubicBezTo>
                    <a:pt x="2610" y="732"/>
                    <a:pt x="1874" y="1"/>
                    <a:pt x="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1"/>
            <p:cNvSpPr/>
            <p:nvPr/>
          </p:nvSpPr>
          <p:spPr>
            <a:xfrm>
              <a:off x="2711522" y="2621467"/>
              <a:ext cx="68349" cy="48442"/>
            </a:xfrm>
            <a:custGeom>
              <a:rect b="b" l="l" r="r" t="t"/>
              <a:pathLst>
                <a:path extrusionOk="0" h="1847" w="2606">
                  <a:moveTo>
                    <a:pt x="1642" y="1"/>
                  </a:moveTo>
                  <a:cubicBezTo>
                    <a:pt x="782" y="1"/>
                    <a:pt x="0" y="689"/>
                    <a:pt x="0" y="1645"/>
                  </a:cubicBezTo>
                  <a:cubicBezTo>
                    <a:pt x="0" y="1755"/>
                    <a:pt x="87" y="1847"/>
                    <a:pt x="198" y="1847"/>
                  </a:cubicBezTo>
                  <a:lnTo>
                    <a:pt x="1660" y="1847"/>
                  </a:lnTo>
                  <a:cubicBezTo>
                    <a:pt x="1665" y="1847"/>
                    <a:pt x="1670" y="1847"/>
                    <a:pt x="1674" y="1847"/>
                  </a:cubicBezTo>
                  <a:cubicBezTo>
                    <a:pt x="1935" y="1847"/>
                    <a:pt x="1935" y="1447"/>
                    <a:pt x="1674" y="1447"/>
                  </a:cubicBezTo>
                  <a:cubicBezTo>
                    <a:pt x="1670" y="1447"/>
                    <a:pt x="1665" y="1447"/>
                    <a:pt x="1660" y="1447"/>
                  </a:cubicBezTo>
                  <a:lnTo>
                    <a:pt x="414" y="1447"/>
                  </a:lnTo>
                  <a:cubicBezTo>
                    <a:pt x="515" y="817"/>
                    <a:pt x="1059" y="399"/>
                    <a:pt x="1643" y="399"/>
                  </a:cubicBezTo>
                  <a:cubicBezTo>
                    <a:pt x="1838" y="399"/>
                    <a:pt x="2039" y="446"/>
                    <a:pt x="2228" y="547"/>
                  </a:cubicBezTo>
                  <a:cubicBezTo>
                    <a:pt x="2261" y="564"/>
                    <a:pt x="2293" y="571"/>
                    <a:pt x="2323" y="571"/>
                  </a:cubicBezTo>
                  <a:cubicBezTo>
                    <a:pt x="2502" y="571"/>
                    <a:pt x="2606" y="308"/>
                    <a:pt x="2416" y="196"/>
                  </a:cubicBezTo>
                  <a:cubicBezTo>
                    <a:pt x="2164" y="62"/>
                    <a:pt x="1899" y="1"/>
                    <a:pt x="1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1"/>
            <p:cNvSpPr/>
            <p:nvPr/>
          </p:nvSpPr>
          <p:spPr>
            <a:xfrm>
              <a:off x="2728439" y="2558836"/>
              <a:ext cx="60979" cy="52271"/>
            </a:xfrm>
            <a:custGeom>
              <a:rect b="b" l="l" r="r" t="t"/>
              <a:pathLst>
                <a:path extrusionOk="0" h="1993" w="2325">
                  <a:moveTo>
                    <a:pt x="996" y="400"/>
                  </a:moveTo>
                  <a:cubicBezTo>
                    <a:pt x="1525" y="400"/>
                    <a:pt x="1795" y="1044"/>
                    <a:pt x="1420" y="1420"/>
                  </a:cubicBezTo>
                  <a:cubicBezTo>
                    <a:pt x="1297" y="1541"/>
                    <a:pt x="1146" y="1596"/>
                    <a:pt x="1000" y="1596"/>
                  </a:cubicBezTo>
                  <a:cubicBezTo>
                    <a:pt x="692" y="1596"/>
                    <a:pt x="400" y="1358"/>
                    <a:pt x="400" y="996"/>
                  </a:cubicBezTo>
                  <a:cubicBezTo>
                    <a:pt x="400" y="669"/>
                    <a:pt x="664" y="400"/>
                    <a:pt x="996" y="400"/>
                  </a:cubicBezTo>
                  <a:close/>
                  <a:moveTo>
                    <a:pt x="1003" y="1"/>
                  </a:moveTo>
                  <a:cubicBezTo>
                    <a:pt x="491" y="1"/>
                    <a:pt x="0" y="397"/>
                    <a:pt x="0" y="996"/>
                  </a:cubicBezTo>
                  <a:cubicBezTo>
                    <a:pt x="0" y="1545"/>
                    <a:pt x="448" y="1992"/>
                    <a:pt x="996" y="1992"/>
                  </a:cubicBezTo>
                  <a:cubicBezTo>
                    <a:pt x="1882" y="1992"/>
                    <a:pt x="2324" y="919"/>
                    <a:pt x="1699" y="294"/>
                  </a:cubicBezTo>
                  <a:cubicBezTo>
                    <a:pt x="1496" y="92"/>
                    <a:pt x="1247"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1"/>
            <p:cNvSpPr/>
            <p:nvPr/>
          </p:nvSpPr>
          <p:spPr>
            <a:xfrm>
              <a:off x="2792041" y="2545722"/>
              <a:ext cx="78525" cy="67274"/>
            </a:xfrm>
            <a:custGeom>
              <a:rect b="b" l="l" r="r" t="t"/>
              <a:pathLst>
                <a:path extrusionOk="0" h="2565" w="2994">
                  <a:moveTo>
                    <a:pt x="1280" y="399"/>
                  </a:moveTo>
                  <a:cubicBezTo>
                    <a:pt x="2069" y="399"/>
                    <a:pt x="2464" y="1352"/>
                    <a:pt x="1906" y="1905"/>
                  </a:cubicBezTo>
                  <a:cubicBezTo>
                    <a:pt x="1725" y="2086"/>
                    <a:pt x="1503" y="2167"/>
                    <a:pt x="1286" y="2167"/>
                  </a:cubicBezTo>
                  <a:cubicBezTo>
                    <a:pt x="833" y="2167"/>
                    <a:pt x="400" y="1815"/>
                    <a:pt x="400" y="1285"/>
                  </a:cubicBezTo>
                  <a:cubicBezTo>
                    <a:pt x="400" y="794"/>
                    <a:pt x="794" y="399"/>
                    <a:pt x="1280" y="399"/>
                  </a:cubicBezTo>
                  <a:close/>
                  <a:moveTo>
                    <a:pt x="1294" y="0"/>
                  </a:moveTo>
                  <a:cubicBezTo>
                    <a:pt x="634" y="0"/>
                    <a:pt x="0" y="512"/>
                    <a:pt x="0" y="1285"/>
                  </a:cubicBezTo>
                  <a:cubicBezTo>
                    <a:pt x="0" y="1992"/>
                    <a:pt x="573" y="2565"/>
                    <a:pt x="1280" y="2565"/>
                  </a:cubicBezTo>
                  <a:cubicBezTo>
                    <a:pt x="2421" y="2565"/>
                    <a:pt x="2993" y="1184"/>
                    <a:pt x="2190" y="375"/>
                  </a:cubicBezTo>
                  <a:cubicBezTo>
                    <a:pt x="1929" y="116"/>
                    <a:pt x="1609" y="0"/>
                    <a:pt x="1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1"/>
            <p:cNvSpPr/>
            <p:nvPr/>
          </p:nvSpPr>
          <p:spPr>
            <a:xfrm>
              <a:off x="2768934" y="2623434"/>
              <a:ext cx="113355" cy="61871"/>
            </a:xfrm>
            <a:custGeom>
              <a:rect b="b" l="l" r="r" t="t"/>
              <a:pathLst>
                <a:path extrusionOk="0" h="2359" w="4322">
                  <a:moveTo>
                    <a:pt x="2161" y="395"/>
                  </a:moveTo>
                  <a:cubicBezTo>
                    <a:pt x="3061" y="395"/>
                    <a:pt x="3812" y="1069"/>
                    <a:pt x="3913" y="1959"/>
                  </a:cubicBezTo>
                  <a:lnTo>
                    <a:pt x="410" y="1959"/>
                  </a:lnTo>
                  <a:cubicBezTo>
                    <a:pt x="511" y="1069"/>
                    <a:pt x="1266" y="395"/>
                    <a:pt x="2161" y="395"/>
                  </a:cubicBezTo>
                  <a:close/>
                  <a:moveTo>
                    <a:pt x="2161" y="1"/>
                  </a:moveTo>
                  <a:cubicBezTo>
                    <a:pt x="973" y="1"/>
                    <a:pt x="6" y="968"/>
                    <a:pt x="1" y="2161"/>
                  </a:cubicBezTo>
                  <a:cubicBezTo>
                    <a:pt x="1" y="2267"/>
                    <a:pt x="92" y="2359"/>
                    <a:pt x="203" y="2359"/>
                  </a:cubicBezTo>
                  <a:lnTo>
                    <a:pt x="4124" y="2359"/>
                  </a:lnTo>
                  <a:cubicBezTo>
                    <a:pt x="4235" y="2359"/>
                    <a:pt x="4322" y="2267"/>
                    <a:pt x="4322" y="2161"/>
                  </a:cubicBezTo>
                  <a:cubicBezTo>
                    <a:pt x="4322" y="968"/>
                    <a:pt x="3355" y="1"/>
                    <a:pt x="2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1"/>
            <p:cNvSpPr/>
            <p:nvPr/>
          </p:nvSpPr>
          <p:spPr>
            <a:xfrm>
              <a:off x="2660798" y="2452326"/>
              <a:ext cx="329653" cy="326926"/>
            </a:xfrm>
            <a:custGeom>
              <a:rect b="b" l="l" r="r" t="t"/>
              <a:pathLst>
                <a:path extrusionOk="0" h="12465" w="12569">
                  <a:moveTo>
                    <a:pt x="6481" y="1068"/>
                  </a:moveTo>
                  <a:cubicBezTo>
                    <a:pt x="9171" y="1179"/>
                    <a:pt x="11332" y="3335"/>
                    <a:pt x="11438" y="6024"/>
                  </a:cubicBezTo>
                  <a:lnTo>
                    <a:pt x="10961" y="6024"/>
                  </a:lnTo>
                  <a:cubicBezTo>
                    <a:pt x="10957" y="6024"/>
                    <a:pt x="10952" y="6024"/>
                    <a:pt x="10948" y="6024"/>
                  </a:cubicBezTo>
                  <a:cubicBezTo>
                    <a:pt x="10687" y="6024"/>
                    <a:pt x="10687" y="6424"/>
                    <a:pt x="10948" y="6424"/>
                  </a:cubicBezTo>
                  <a:cubicBezTo>
                    <a:pt x="10952" y="6424"/>
                    <a:pt x="10957" y="6424"/>
                    <a:pt x="10961" y="6424"/>
                  </a:cubicBezTo>
                  <a:lnTo>
                    <a:pt x="11438" y="6424"/>
                  </a:lnTo>
                  <a:cubicBezTo>
                    <a:pt x="11332" y="9114"/>
                    <a:pt x="9176" y="11269"/>
                    <a:pt x="6486" y="11375"/>
                  </a:cubicBezTo>
                  <a:lnTo>
                    <a:pt x="6486" y="10904"/>
                  </a:lnTo>
                  <a:cubicBezTo>
                    <a:pt x="6494" y="10762"/>
                    <a:pt x="6390" y="10691"/>
                    <a:pt x="6287" y="10691"/>
                  </a:cubicBezTo>
                  <a:cubicBezTo>
                    <a:pt x="6183" y="10691"/>
                    <a:pt x="6080" y="10762"/>
                    <a:pt x="6087" y="10904"/>
                  </a:cubicBezTo>
                  <a:lnTo>
                    <a:pt x="6087" y="11375"/>
                  </a:lnTo>
                  <a:cubicBezTo>
                    <a:pt x="3397" y="11269"/>
                    <a:pt x="1237" y="9114"/>
                    <a:pt x="1131" y="6424"/>
                  </a:cubicBezTo>
                  <a:lnTo>
                    <a:pt x="1607" y="6424"/>
                  </a:lnTo>
                  <a:cubicBezTo>
                    <a:pt x="1857" y="6409"/>
                    <a:pt x="1857" y="6039"/>
                    <a:pt x="1607" y="6024"/>
                  </a:cubicBezTo>
                  <a:lnTo>
                    <a:pt x="1131" y="6024"/>
                  </a:lnTo>
                  <a:cubicBezTo>
                    <a:pt x="1237" y="3335"/>
                    <a:pt x="3392" y="1179"/>
                    <a:pt x="6087" y="1068"/>
                  </a:cubicBezTo>
                  <a:lnTo>
                    <a:pt x="6087" y="1545"/>
                  </a:lnTo>
                  <a:cubicBezTo>
                    <a:pt x="6092" y="1670"/>
                    <a:pt x="6187" y="1732"/>
                    <a:pt x="6282" y="1732"/>
                  </a:cubicBezTo>
                  <a:cubicBezTo>
                    <a:pt x="6378" y="1732"/>
                    <a:pt x="6474" y="1670"/>
                    <a:pt x="6481" y="1545"/>
                  </a:cubicBezTo>
                  <a:lnTo>
                    <a:pt x="6481" y="1068"/>
                  </a:lnTo>
                  <a:close/>
                  <a:moveTo>
                    <a:pt x="6287" y="0"/>
                  </a:moveTo>
                  <a:cubicBezTo>
                    <a:pt x="6190" y="0"/>
                    <a:pt x="6094" y="63"/>
                    <a:pt x="6087" y="188"/>
                  </a:cubicBezTo>
                  <a:lnTo>
                    <a:pt x="6087" y="669"/>
                  </a:lnTo>
                  <a:cubicBezTo>
                    <a:pt x="3176" y="780"/>
                    <a:pt x="842" y="3113"/>
                    <a:pt x="731" y="6024"/>
                  </a:cubicBezTo>
                  <a:lnTo>
                    <a:pt x="250" y="6024"/>
                  </a:lnTo>
                  <a:cubicBezTo>
                    <a:pt x="0" y="6039"/>
                    <a:pt x="0" y="6409"/>
                    <a:pt x="250" y="6424"/>
                  </a:cubicBezTo>
                  <a:lnTo>
                    <a:pt x="731" y="6424"/>
                  </a:lnTo>
                  <a:cubicBezTo>
                    <a:pt x="842" y="9330"/>
                    <a:pt x="3176" y="11669"/>
                    <a:pt x="6087" y="11775"/>
                  </a:cubicBezTo>
                  <a:lnTo>
                    <a:pt x="6087" y="12256"/>
                  </a:lnTo>
                  <a:cubicBezTo>
                    <a:pt x="6080" y="12395"/>
                    <a:pt x="6183" y="12465"/>
                    <a:pt x="6287" y="12465"/>
                  </a:cubicBezTo>
                  <a:cubicBezTo>
                    <a:pt x="6390" y="12465"/>
                    <a:pt x="6494" y="12395"/>
                    <a:pt x="6486" y="12256"/>
                  </a:cubicBezTo>
                  <a:lnTo>
                    <a:pt x="6486" y="11775"/>
                  </a:lnTo>
                  <a:cubicBezTo>
                    <a:pt x="9393" y="11669"/>
                    <a:pt x="11731" y="9330"/>
                    <a:pt x="11837" y="6424"/>
                  </a:cubicBezTo>
                  <a:lnTo>
                    <a:pt x="12318" y="6424"/>
                  </a:lnTo>
                  <a:cubicBezTo>
                    <a:pt x="12568" y="6409"/>
                    <a:pt x="12568" y="6039"/>
                    <a:pt x="12318" y="6024"/>
                  </a:cubicBezTo>
                  <a:lnTo>
                    <a:pt x="11837" y="6024"/>
                  </a:lnTo>
                  <a:cubicBezTo>
                    <a:pt x="11731" y="3113"/>
                    <a:pt x="9393" y="780"/>
                    <a:pt x="6486" y="669"/>
                  </a:cubicBezTo>
                  <a:lnTo>
                    <a:pt x="6486" y="188"/>
                  </a:lnTo>
                  <a:cubicBezTo>
                    <a:pt x="6479" y="63"/>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81"/>
          <p:cNvGrpSpPr/>
          <p:nvPr/>
        </p:nvGrpSpPr>
        <p:grpSpPr>
          <a:xfrm>
            <a:off x="4059458" y="2439894"/>
            <a:ext cx="218973" cy="351265"/>
            <a:chOff x="4059458" y="2439894"/>
            <a:chExt cx="218973" cy="351265"/>
          </a:xfrm>
        </p:grpSpPr>
        <p:sp>
          <p:nvSpPr>
            <p:cNvPr id="10147" name="Google Shape;10147;p81"/>
            <p:cNvSpPr/>
            <p:nvPr/>
          </p:nvSpPr>
          <p:spPr>
            <a:xfrm>
              <a:off x="4075746" y="2478580"/>
              <a:ext cx="186294" cy="197257"/>
            </a:xfrm>
            <a:custGeom>
              <a:rect b="b" l="l" r="r" t="t"/>
              <a:pathLst>
                <a:path extrusionOk="0" h="7521" w="7103">
                  <a:moveTo>
                    <a:pt x="0" y="0"/>
                  </a:moveTo>
                  <a:lnTo>
                    <a:pt x="0" y="7309"/>
                  </a:lnTo>
                  <a:cubicBezTo>
                    <a:pt x="0" y="7425"/>
                    <a:pt x="97" y="7521"/>
                    <a:pt x="212" y="7521"/>
                  </a:cubicBezTo>
                  <a:lnTo>
                    <a:pt x="6896" y="7521"/>
                  </a:lnTo>
                  <a:cubicBezTo>
                    <a:pt x="7011" y="7521"/>
                    <a:pt x="7102" y="7425"/>
                    <a:pt x="7102" y="7309"/>
                  </a:cubicBezTo>
                  <a:lnTo>
                    <a:pt x="71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1"/>
            <p:cNvSpPr/>
            <p:nvPr/>
          </p:nvSpPr>
          <p:spPr>
            <a:xfrm>
              <a:off x="4075746" y="2478580"/>
              <a:ext cx="186294" cy="21979"/>
            </a:xfrm>
            <a:custGeom>
              <a:rect b="b" l="l" r="r" t="t"/>
              <a:pathLst>
                <a:path extrusionOk="0" h="838" w="7103">
                  <a:moveTo>
                    <a:pt x="0" y="0"/>
                  </a:moveTo>
                  <a:lnTo>
                    <a:pt x="0" y="837"/>
                  </a:lnTo>
                  <a:lnTo>
                    <a:pt x="7102" y="837"/>
                  </a:lnTo>
                  <a:lnTo>
                    <a:pt x="710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1"/>
            <p:cNvSpPr/>
            <p:nvPr/>
          </p:nvSpPr>
          <p:spPr>
            <a:xfrm>
              <a:off x="4064887" y="2462162"/>
              <a:ext cx="208141" cy="21848"/>
            </a:xfrm>
            <a:custGeom>
              <a:rect b="b" l="l" r="r" t="t"/>
              <a:pathLst>
                <a:path extrusionOk="0" h="833" w="7936">
                  <a:moveTo>
                    <a:pt x="212" y="1"/>
                  </a:moveTo>
                  <a:cubicBezTo>
                    <a:pt x="97" y="1"/>
                    <a:pt x="0" y="92"/>
                    <a:pt x="0" y="207"/>
                  </a:cubicBezTo>
                  <a:lnTo>
                    <a:pt x="0" y="626"/>
                  </a:lnTo>
                  <a:cubicBezTo>
                    <a:pt x="0" y="742"/>
                    <a:pt x="97" y="833"/>
                    <a:pt x="212" y="833"/>
                  </a:cubicBezTo>
                  <a:lnTo>
                    <a:pt x="7728" y="833"/>
                  </a:lnTo>
                  <a:cubicBezTo>
                    <a:pt x="7844" y="833"/>
                    <a:pt x="7935" y="742"/>
                    <a:pt x="7935" y="626"/>
                  </a:cubicBezTo>
                  <a:lnTo>
                    <a:pt x="7935" y="207"/>
                  </a:lnTo>
                  <a:cubicBezTo>
                    <a:pt x="7935" y="92"/>
                    <a:pt x="7844" y="1"/>
                    <a:pt x="772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1"/>
            <p:cNvSpPr/>
            <p:nvPr/>
          </p:nvSpPr>
          <p:spPr>
            <a:xfrm>
              <a:off x="4059458" y="2439894"/>
              <a:ext cx="218973" cy="351265"/>
            </a:xfrm>
            <a:custGeom>
              <a:rect b="b" l="l" r="r" t="t"/>
              <a:pathLst>
                <a:path extrusionOk="0" h="13393" w="8349">
                  <a:moveTo>
                    <a:pt x="7945" y="1028"/>
                  </a:moveTo>
                  <a:cubicBezTo>
                    <a:pt x="7950" y="1032"/>
                    <a:pt x="7954" y="1037"/>
                    <a:pt x="7954" y="1042"/>
                  </a:cubicBezTo>
                  <a:lnTo>
                    <a:pt x="7954" y="1465"/>
                  </a:lnTo>
                  <a:cubicBezTo>
                    <a:pt x="7954" y="1470"/>
                    <a:pt x="7950" y="1475"/>
                    <a:pt x="7945" y="1475"/>
                  </a:cubicBezTo>
                  <a:lnTo>
                    <a:pt x="7314" y="1475"/>
                  </a:lnTo>
                  <a:cubicBezTo>
                    <a:pt x="7069" y="1489"/>
                    <a:pt x="7069" y="1855"/>
                    <a:pt x="7314" y="1870"/>
                  </a:cubicBezTo>
                  <a:lnTo>
                    <a:pt x="7536" y="1870"/>
                  </a:lnTo>
                  <a:lnTo>
                    <a:pt x="7536" y="8789"/>
                  </a:lnTo>
                  <a:cubicBezTo>
                    <a:pt x="7536" y="8799"/>
                    <a:pt x="7531" y="8803"/>
                    <a:pt x="7526" y="8803"/>
                  </a:cubicBezTo>
                  <a:lnTo>
                    <a:pt x="823" y="8803"/>
                  </a:lnTo>
                  <a:cubicBezTo>
                    <a:pt x="819" y="8803"/>
                    <a:pt x="814" y="8799"/>
                    <a:pt x="814" y="8789"/>
                  </a:cubicBezTo>
                  <a:lnTo>
                    <a:pt x="814" y="1870"/>
                  </a:lnTo>
                  <a:lnTo>
                    <a:pt x="6477" y="1870"/>
                  </a:lnTo>
                  <a:cubicBezTo>
                    <a:pt x="6723" y="1855"/>
                    <a:pt x="6723" y="1489"/>
                    <a:pt x="6477" y="1480"/>
                  </a:cubicBezTo>
                  <a:lnTo>
                    <a:pt x="405" y="1480"/>
                  </a:lnTo>
                  <a:cubicBezTo>
                    <a:pt x="400" y="1475"/>
                    <a:pt x="395" y="1470"/>
                    <a:pt x="395" y="1465"/>
                  </a:cubicBezTo>
                  <a:lnTo>
                    <a:pt x="395" y="1042"/>
                  </a:lnTo>
                  <a:cubicBezTo>
                    <a:pt x="395" y="1037"/>
                    <a:pt x="400" y="1028"/>
                    <a:pt x="405" y="1028"/>
                  </a:cubicBezTo>
                  <a:close/>
                  <a:moveTo>
                    <a:pt x="6318" y="9198"/>
                  </a:moveTo>
                  <a:lnTo>
                    <a:pt x="6910" y="12152"/>
                  </a:lnTo>
                  <a:lnTo>
                    <a:pt x="4370" y="12152"/>
                  </a:lnTo>
                  <a:lnTo>
                    <a:pt x="4370" y="9838"/>
                  </a:lnTo>
                  <a:cubicBezTo>
                    <a:pt x="4377" y="9701"/>
                    <a:pt x="4276" y="9632"/>
                    <a:pt x="4175" y="9632"/>
                  </a:cubicBezTo>
                  <a:cubicBezTo>
                    <a:pt x="4074" y="9632"/>
                    <a:pt x="3973" y="9701"/>
                    <a:pt x="3980" y="9838"/>
                  </a:cubicBezTo>
                  <a:lnTo>
                    <a:pt x="3980" y="12152"/>
                  </a:lnTo>
                  <a:lnTo>
                    <a:pt x="1439" y="12152"/>
                  </a:lnTo>
                  <a:lnTo>
                    <a:pt x="2031" y="9198"/>
                  </a:lnTo>
                  <a:close/>
                  <a:moveTo>
                    <a:pt x="4175" y="0"/>
                  </a:moveTo>
                  <a:cubicBezTo>
                    <a:pt x="4074" y="0"/>
                    <a:pt x="3973" y="70"/>
                    <a:pt x="3980" y="210"/>
                  </a:cubicBezTo>
                  <a:lnTo>
                    <a:pt x="3980" y="643"/>
                  </a:lnTo>
                  <a:lnTo>
                    <a:pt x="405" y="643"/>
                  </a:lnTo>
                  <a:cubicBezTo>
                    <a:pt x="183" y="643"/>
                    <a:pt x="1" y="821"/>
                    <a:pt x="1" y="1047"/>
                  </a:cubicBezTo>
                  <a:lnTo>
                    <a:pt x="1" y="1465"/>
                  </a:lnTo>
                  <a:cubicBezTo>
                    <a:pt x="1" y="1692"/>
                    <a:pt x="183" y="1874"/>
                    <a:pt x="405" y="1874"/>
                  </a:cubicBezTo>
                  <a:lnTo>
                    <a:pt x="419" y="1874"/>
                  </a:lnTo>
                  <a:lnTo>
                    <a:pt x="419" y="8789"/>
                  </a:lnTo>
                  <a:cubicBezTo>
                    <a:pt x="419" y="9015"/>
                    <a:pt x="602" y="9198"/>
                    <a:pt x="823" y="9198"/>
                  </a:cubicBezTo>
                  <a:lnTo>
                    <a:pt x="1637" y="9198"/>
                  </a:lnTo>
                  <a:lnTo>
                    <a:pt x="843" y="13148"/>
                  </a:lnTo>
                  <a:cubicBezTo>
                    <a:pt x="809" y="13297"/>
                    <a:pt x="927" y="13388"/>
                    <a:pt x="1041" y="13388"/>
                  </a:cubicBezTo>
                  <a:cubicBezTo>
                    <a:pt x="1126" y="13388"/>
                    <a:pt x="1209" y="13338"/>
                    <a:pt x="1228" y="13225"/>
                  </a:cubicBezTo>
                  <a:lnTo>
                    <a:pt x="1362" y="12547"/>
                  </a:lnTo>
                  <a:lnTo>
                    <a:pt x="3980" y="12547"/>
                  </a:lnTo>
                  <a:lnTo>
                    <a:pt x="3980" y="13187"/>
                  </a:lnTo>
                  <a:cubicBezTo>
                    <a:pt x="3973" y="13324"/>
                    <a:pt x="4075" y="13393"/>
                    <a:pt x="4177" y="13393"/>
                  </a:cubicBezTo>
                  <a:cubicBezTo>
                    <a:pt x="4278" y="13393"/>
                    <a:pt x="4379" y="13324"/>
                    <a:pt x="4370" y="13187"/>
                  </a:cubicBezTo>
                  <a:lnTo>
                    <a:pt x="4370" y="12547"/>
                  </a:lnTo>
                  <a:lnTo>
                    <a:pt x="6987" y="12547"/>
                  </a:lnTo>
                  <a:lnTo>
                    <a:pt x="7122" y="13225"/>
                  </a:lnTo>
                  <a:cubicBezTo>
                    <a:pt x="7147" y="13330"/>
                    <a:pt x="7228" y="13377"/>
                    <a:pt x="7310" y="13377"/>
                  </a:cubicBezTo>
                  <a:cubicBezTo>
                    <a:pt x="7420" y="13377"/>
                    <a:pt x="7532" y="13292"/>
                    <a:pt x="7507" y="13148"/>
                  </a:cubicBezTo>
                  <a:lnTo>
                    <a:pt x="6718" y="9198"/>
                  </a:lnTo>
                  <a:lnTo>
                    <a:pt x="7526" y="9198"/>
                  </a:lnTo>
                  <a:cubicBezTo>
                    <a:pt x="7747" y="9198"/>
                    <a:pt x="7930" y="9015"/>
                    <a:pt x="7930" y="8789"/>
                  </a:cubicBezTo>
                  <a:lnTo>
                    <a:pt x="7930" y="1870"/>
                  </a:lnTo>
                  <a:lnTo>
                    <a:pt x="7945" y="1870"/>
                  </a:lnTo>
                  <a:cubicBezTo>
                    <a:pt x="8166" y="1870"/>
                    <a:pt x="8349" y="1687"/>
                    <a:pt x="8349" y="1465"/>
                  </a:cubicBezTo>
                  <a:lnTo>
                    <a:pt x="8349" y="1042"/>
                  </a:lnTo>
                  <a:cubicBezTo>
                    <a:pt x="8349" y="824"/>
                    <a:pt x="8171" y="643"/>
                    <a:pt x="7953" y="643"/>
                  </a:cubicBezTo>
                  <a:cubicBezTo>
                    <a:pt x="7950" y="643"/>
                    <a:pt x="7948" y="643"/>
                    <a:pt x="7945" y="643"/>
                  </a:cubicBezTo>
                  <a:lnTo>
                    <a:pt x="4370" y="643"/>
                  </a:lnTo>
                  <a:lnTo>
                    <a:pt x="4370" y="210"/>
                  </a:lnTo>
                  <a:cubicBezTo>
                    <a:pt x="4377" y="70"/>
                    <a:pt x="4276" y="0"/>
                    <a:pt x="4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1"/>
            <p:cNvSpPr/>
            <p:nvPr/>
          </p:nvSpPr>
          <p:spPr>
            <a:xfrm>
              <a:off x="4095259" y="2528019"/>
              <a:ext cx="144881" cy="104044"/>
            </a:xfrm>
            <a:custGeom>
              <a:rect b="b" l="l" r="r" t="t"/>
              <a:pathLst>
                <a:path extrusionOk="0" h="3967" w="5524">
                  <a:moveTo>
                    <a:pt x="4261" y="1"/>
                  </a:moveTo>
                  <a:cubicBezTo>
                    <a:pt x="4007" y="1"/>
                    <a:pt x="4005" y="392"/>
                    <a:pt x="4257" y="392"/>
                  </a:cubicBezTo>
                  <a:cubicBezTo>
                    <a:pt x="4263" y="392"/>
                    <a:pt x="4269" y="391"/>
                    <a:pt x="4275" y="391"/>
                  </a:cubicBezTo>
                  <a:lnTo>
                    <a:pt x="4848" y="391"/>
                  </a:lnTo>
                  <a:lnTo>
                    <a:pt x="2923" y="2316"/>
                  </a:lnTo>
                  <a:cubicBezTo>
                    <a:pt x="2920" y="2321"/>
                    <a:pt x="2917" y="2323"/>
                    <a:pt x="2913" y="2323"/>
                  </a:cubicBezTo>
                  <a:cubicBezTo>
                    <a:pt x="2910" y="2323"/>
                    <a:pt x="2906" y="2321"/>
                    <a:pt x="2904" y="2316"/>
                  </a:cubicBezTo>
                  <a:lnTo>
                    <a:pt x="2466" y="1883"/>
                  </a:lnTo>
                  <a:cubicBezTo>
                    <a:pt x="2389" y="1803"/>
                    <a:pt x="2285" y="1764"/>
                    <a:pt x="2181" y="1764"/>
                  </a:cubicBezTo>
                  <a:cubicBezTo>
                    <a:pt x="2077" y="1764"/>
                    <a:pt x="1973" y="1803"/>
                    <a:pt x="1893" y="1883"/>
                  </a:cubicBezTo>
                  <a:lnTo>
                    <a:pt x="161" y="3615"/>
                  </a:lnTo>
                  <a:cubicBezTo>
                    <a:pt x="0" y="3757"/>
                    <a:pt x="136" y="3966"/>
                    <a:pt x="291" y="3966"/>
                  </a:cubicBezTo>
                  <a:cubicBezTo>
                    <a:pt x="340" y="3966"/>
                    <a:pt x="391" y="3945"/>
                    <a:pt x="435" y="3894"/>
                  </a:cubicBezTo>
                  <a:lnTo>
                    <a:pt x="2172" y="2157"/>
                  </a:lnTo>
                  <a:cubicBezTo>
                    <a:pt x="2175" y="2155"/>
                    <a:pt x="2178" y="2153"/>
                    <a:pt x="2182" y="2153"/>
                  </a:cubicBezTo>
                  <a:cubicBezTo>
                    <a:pt x="2185" y="2153"/>
                    <a:pt x="2189" y="2155"/>
                    <a:pt x="2191" y="2157"/>
                  </a:cubicBezTo>
                  <a:lnTo>
                    <a:pt x="2629" y="2595"/>
                  </a:lnTo>
                  <a:cubicBezTo>
                    <a:pt x="2709" y="2674"/>
                    <a:pt x="2812" y="2714"/>
                    <a:pt x="2916" y="2714"/>
                  </a:cubicBezTo>
                  <a:cubicBezTo>
                    <a:pt x="3019" y="2714"/>
                    <a:pt x="3123" y="2674"/>
                    <a:pt x="3202" y="2595"/>
                  </a:cubicBezTo>
                  <a:lnTo>
                    <a:pt x="5127" y="670"/>
                  </a:lnTo>
                  <a:lnTo>
                    <a:pt x="5127" y="1243"/>
                  </a:lnTo>
                  <a:cubicBezTo>
                    <a:pt x="5119" y="1380"/>
                    <a:pt x="5220" y="1448"/>
                    <a:pt x="5321" y="1448"/>
                  </a:cubicBezTo>
                  <a:cubicBezTo>
                    <a:pt x="5423" y="1448"/>
                    <a:pt x="5524" y="1380"/>
                    <a:pt x="5516" y="1243"/>
                  </a:cubicBezTo>
                  <a:lnTo>
                    <a:pt x="5516" y="199"/>
                  </a:lnTo>
                  <a:cubicBezTo>
                    <a:pt x="5516" y="88"/>
                    <a:pt x="5430" y="1"/>
                    <a:pt x="5324" y="1"/>
                  </a:cubicBezTo>
                  <a:lnTo>
                    <a:pt x="4275" y="1"/>
                  </a:lnTo>
                  <a:cubicBezTo>
                    <a:pt x="4270" y="1"/>
                    <a:pt x="4266" y="1"/>
                    <a:pt x="4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2" name="Google Shape;10152;p81"/>
          <p:cNvSpPr/>
          <p:nvPr/>
        </p:nvSpPr>
        <p:spPr>
          <a:xfrm>
            <a:off x="2689176" y="3839000"/>
            <a:ext cx="11383" cy="14294"/>
          </a:xfrm>
          <a:custGeom>
            <a:rect b="b" l="l" r="r" t="t"/>
            <a:pathLst>
              <a:path extrusionOk="0" h="545" w="434">
                <a:moveTo>
                  <a:pt x="1" y="0"/>
                </a:moveTo>
                <a:lnTo>
                  <a:pt x="1" y="544"/>
                </a:lnTo>
                <a:lnTo>
                  <a:pt x="434" y="544"/>
                </a:lnTo>
                <a:lnTo>
                  <a:pt x="434"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1"/>
          <p:cNvSpPr/>
          <p:nvPr/>
        </p:nvSpPr>
        <p:spPr>
          <a:xfrm>
            <a:off x="2650570" y="4040664"/>
            <a:ext cx="48731" cy="88256"/>
          </a:xfrm>
          <a:custGeom>
            <a:rect b="b" l="l" r="r" t="t"/>
            <a:pathLst>
              <a:path extrusionOk="0" h="3365" w="1858">
                <a:moveTo>
                  <a:pt x="1814" y="3359"/>
                </a:moveTo>
                <a:cubicBezTo>
                  <a:pt x="1813" y="3360"/>
                  <a:pt x="1812" y="3360"/>
                  <a:pt x="1811" y="3361"/>
                </a:cubicBezTo>
                <a:lnTo>
                  <a:pt x="1811" y="3361"/>
                </a:lnTo>
                <a:lnTo>
                  <a:pt x="1834" y="3359"/>
                </a:lnTo>
                <a:close/>
                <a:moveTo>
                  <a:pt x="1694" y="1"/>
                </a:moveTo>
                <a:cubicBezTo>
                  <a:pt x="756" y="1"/>
                  <a:pt x="0" y="756"/>
                  <a:pt x="0" y="1694"/>
                </a:cubicBezTo>
                <a:lnTo>
                  <a:pt x="0" y="1699"/>
                </a:lnTo>
                <a:lnTo>
                  <a:pt x="0" y="1791"/>
                </a:lnTo>
                <a:lnTo>
                  <a:pt x="0" y="1815"/>
                </a:lnTo>
                <a:cubicBezTo>
                  <a:pt x="0" y="1839"/>
                  <a:pt x="5" y="1868"/>
                  <a:pt x="5" y="1892"/>
                </a:cubicBezTo>
                <a:cubicBezTo>
                  <a:pt x="5" y="1896"/>
                  <a:pt x="5" y="1906"/>
                  <a:pt x="10" y="1916"/>
                </a:cubicBezTo>
                <a:cubicBezTo>
                  <a:pt x="15" y="1940"/>
                  <a:pt x="15" y="1969"/>
                  <a:pt x="20" y="1993"/>
                </a:cubicBezTo>
                <a:lnTo>
                  <a:pt x="20" y="2012"/>
                </a:lnTo>
                <a:cubicBezTo>
                  <a:pt x="34" y="2074"/>
                  <a:pt x="48" y="2142"/>
                  <a:pt x="68" y="2204"/>
                </a:cubicBezTo>
                <a:lnTo>
                  <a:pt x="68" y="2209"/>
                </a:lnTo>
                <a:cubicBezTo>
                  <a:pt x="77" y="2238"/>
                  <a:pt x="87" y="2267"/>
                  <a:pt x="97" y="2291"/>
                </a:cubicBezTo>
                <a:lnTo>
                  <a:pt x="111" y="2315"/>
                </a:lnTo>
                <a:cubicBezTo>
                  <a:pt x="111" y="2329"/>
                  <a:pt x="116" y="2339"/>
                  <a:pt x="121" y="2354"/>
                </a:cubicBezTo>
                <a:cubicBezTo>
                  <a:pt x="125" y="2363"/>
                  <a:pt x="125" y="2363"/>
                  <a:pt x="130" y="2368"/>
                </a:cubicBezTo>
                <a:cubicBezTo>
                  <a:pt x="255" y="2661"/>
                  <a:pt x="467" y="2912"/>
                  <a:pt x="732" y="3095"/>
                </a:cubicBezTo>
                <a:lnTo>
                  <a:pt x="737" y="3095"/>
                </a:lnTo>
                <a:cubicBezTo>
                  <a:pt x="756" y="3109"/>
                  <a:pt x="775" y="3123"/>
                  <a:pt x="794" y="3138"/>
                </a:cubicBezTo>
                <a:lnTo>
                  <a:pt x="818" y="3147"/>
                </a:lnTo>
                <a:lnTo>
                  <a:pt x="862" y="3172"/>
                </a:lnTo>
                <a:lnTo>
                  <a:pt x="881" y="3181"/>
                </a:lnTo>
                <a:lnTo>
                  <a:pt x="886" y="3181"/>
                </a:lnTo>
                <a:lnTo>
                  <a:pt x="910" y="3196"/>
                </a:lnTo>
                <a:lnTo>
                  <a:pt x="943" y="3210"/>
                </a:lnTo>
                <a:lnTo>
                  <a:pt x="948" y="3210"/>
                </a:lnTo>
                <a:cubicBezTo>
                  <a:pt x="996" y="3234"/>
                  <a:pt x="1049" y="3258"/>
                  <a:pt x="1097" y="3277"/>
                </a:cubicBezTo>
                <a:lnTo>
                  <a:pt x="1107" y="3277"/>
                </a:lnTo>
                <a:lnTo>
                  <a:pt x="1170" y="3301"/>
                </a:lnTo>
                <a:lnTo>
                  <a:pt x="1179" y="3301"/>
                </a:lnTo>
                <a:cubicBezTo>
                  <a:pt x="1227" y="3316"/>
                  <a:pt x="1280" y="3330"/>
                  <a:pt x="1333" y="3340"/>
                </a:cubicBezTo>
                <a:lnTo>
                  <a:pt x="1348" y="3340"/>
                </a:lnTo>
                <a:lnTo>
                  <a:pt x="1376" y="3345"/>
                </a:lnTo>
                <a:lnTo>
                  <a:pt x="1415" y="3350"/>
                </a:lnTo>
                <a:lnTo>
                  <a:pt x="1420" y="3350"/>
                </a:lnTo>
                <a:lnTo>
                  <a:pt x="1497" y="3359"/>
                </a:lnTo>
                <a:lnTo>
                  <a:pt x="1516" y="3359"/>
                </a:lnTo>
                <a:lnTo>
                  <a:pt x="1569" y="3364"/>
                </a:lnTo>
                <a:lnTo>
                  <a:pt x="1771" y="3364"/>
                </a:lnTo>
                <a:lnTo>
                  <a:pt x="1776" y="3364"/>
                </a:lnTo>
                <a:lnTo>
                  <a:pt x="1776" y="3364"/>
                </a:lnTo>
                <a:cubicBezTo>
                  <a:pt x="1782" y="3364"/>
                  <a:pt x="1787" y="3365"/>
                  <a:pt x="1792" y="3365"/>
                </a:cubicBezTo>
                <a:cubicBezTo>
                  <a:pt x="1799" y="3365"/>
                  <a:pt x="1806" y="3364"/>
                  <a:pt x="1811" y="3361"/>
                </a:cubicBezTo>
                <a:lnTo>
                  <a:pt x="1811" y="3361"/>
                </a:lnTo>
                <a:lnTo>
                  <a:pt x="1776" y="3364"/>
                </a:lnTo>
                <a:lnTo>
                  <a:pt x="1776" y="3364"/>
                </a:lnTo>
                <a:cubicBezTo>
                  <a:pt x="1768" y="3363"/>
                  <a:pt x="1760" y="3361"/>
                  <a:pt x="1752" y="3359"/>
                </a:cubicBezTo>
                <a:lnTo>
                  <a:pt x="1747" y="3359"/>
                </a:lnTo>
                <a:lnTo>
                  <a:pt x="1704" y="3354"/>
                </a:lnTo>
                <a:lnTo>
                  <a:pt x="1675" y="3350"/>
                </a:lnTo>
                <a:lnTo>
                  <a:pt x="1660" y="3350"/>
                </a:lnTo>
                <a:cubicBezTo>
                  <a:pt x="1612" y="3335"/>
                  <a:pt x="1559" y="3326"/>
                  <a:pt x="1506" y="3306"/>
                </a:cubicBezTo>
                <a:lnTo>
                  <a:pt x="1790" y="3095"/>
                </a:lnTo>
                <a:cubicBezTo>
                  <a:pt x="1049" y="2994"/>
                  <a:pt x="684" y="2209"/>
                  <a:pt x="684" y="2209"/>
                </a:cubicBezTo>
                <a:cubicBezTo>
                  <a:pt x="684" y="2209"/>
                  <a:pt x="582" y="2168"/>
                  <a:pt x="487" y="2168"/>
                </a:cubicBezTo>
                <a:cubicBezTo>
                  <a:pt x="452" y="2168"/>
                  <a:pt x="418" y="2174"/>
                  <a:pt x="390" y="2190"/>
                </a:cubicBezTo>
                <a:cubicBezTo>
                  <a:pt x="371" y="2132"/>
                  <a:pt x="356" y="2070"/>
                  <a:pt x="347" y="2007"/>
                </a:cubicBezTo>
                <a:lnTo>
                  <a:pt x="347" y="1993"/>
                </a:lnTo>
                <a:cubicBezTo>
                  <a:pt x="342" y="1964"/>
                  <a:pt x="337" y="1940"/>
                  <a:pt x="332" y="1911"/>
                </a:cubicBezTo>
                <a:cubicBezTo>
                  <a:pt x="332" y="1906"/>
                  <a:pt x="332" y="1896"/>
                  <a:pt x="332" y="1887"/>
                </a:cubicBezTo>
                <a:cubicBezTo>
                  <a:pt x="328" y="1863"/>
                  <a:pt x="328" y="1839"/>
                  <a:pt x="323" y="1815"/>
                </a:cubicBezTo>
                <a:lnTo>
                  <a:pt x="323" y="1786"/>
                </a:lnTo>
                <a:lnTo>
                  <a:pt x="323" y="1694"/>
                </a:lnTo>
                <a:lnTo>
                  <a:pt x="323" y="1690"/>
                </a:lnTo>
                <a:cubicBezTo>
                  <a:pt x="328" y="819"/>
                  <a:pt x="987" y="92"/>
                  <a:pt x="1858" y="5"/>
                </a:cubicBezTo>
                <a:cubicBezTo>
                  <a:pt x="1800" y="1"/>
                  <a:pt x="1747" y="1"/>
                  <a:pt x="1694" y="1"/>
                </a:cubicBezTo>
                <a:close/>
              </a:path>
            </a:pathLst>
          </a:custGeom>
          <a:solidFill>
            <a:srgbClr val="C4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4" name="Google Shape;10154;p81"/>
          <p:cNvGrpSpPr/>
          <p:nvPr/>
        </p:nvGrpSpPr>
        <p:grpSpPr>
          <a:xfrm>
            <a:off x="2612199" y="3824733"/>
            <a:ext cx="449041" cy="351108"/>
            <a:chOff x="2612199" y="3824733"/>
            <a:chExt cx="449041" cy="351108"/>
          </a:xfrm>
        </p:grpSpPr>
        <p:sp>
          <p:nvSpPr>
            <p:cNvPr id="10155" name="Google Shape;10155;p81"/>
            <p:cNvSpPr/>
            <p:nvPr/>
          </p:nvSpPr>
          <p:spPr>
            <a:xfrm>
              <a:off x="2689176" y="3839000"/>
              <a:ext cx="357927" cy="21848"/>
            </a:xfrm>
            <a:custGeom>
              <a:rect b="b" l="l" r="r" t="t"/>
              <a:pathLst>
                <a:path extrusionOk="0" h="833" w="13647">
                  <a:moveTo>
                    <a:pt x="1" y="0"/>
                  </a:moveTo>
                  <a:lnTo>
                    <a:pt x="1" y="833"/>
                  </a:lnTo>
                  <a:lnTo>
                    <a:pt x="13647" y="833"/>
                  </a:lnTo>
                  <a:lnTo>
                    <a:pt x="13647"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1"/>
            <p:cNvSpPr/>
            <p:nvPr/>
          </p:nvSpPr>
          <p:spPr>
            <a:xfrm>
              <a:off x="2792172" y="4086352"/>
              <a:ext cx="254800" cy="21480"/>
            </a:xfrm>
            <a:custGeom>
              <a:rect b="b" l="l" r="r" t="t"/>
              <a:pathLst>
                <a:path extrusionOk="0" h="819" w="9715">
                  <a:moveTo>
                    <a:pt x="9696" y="0"/>
                  </a:moveTo>
                  <a:cubicBezTo>
                    <a:pt x="9657" y="44"/>
                    <a:pt x="9604" y="73"/>
                    <a:pt x="9542" y="77"/>
                  </a:cubicBezTo>
                  <a:lnTo>
                    <a:pt x="72" y="77"/>
                  </a:lnTo>
                  <a:lnTo>
                    <a:pt x="72" y="539"/>
                  </a:lnTo>
                  <a:cubicBezTo>
                    <a:pt x="72" y="640"/>
                    <a:pt x="48" y="732"/>
                    <a:pt x="0" y="818"/>
                  </a:cubicBezTo>
                  <a:lnTo>
                    <a:pt x="9715" y="818"/>
                  </a:lnTo>
                  <a:lnTo>
                    <a:pt x="9715"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1"/>
            <p:cNvSpPr/>
            <p:nvPr/>
          </p:nvSpPr>
          <p:spPr>
            <a:xfrm>
              <a:off x="2821311" y="3978583"/>
              <a:ext cx="28431" cy="66644"/>
            </a:xfrm>
            <a:custGeom>
              <a:rect b="b" l="l" r="r" t="t"/>
              <a:pathLst>
                <a:path extrusionOk="0" h="2541" w="1084">
                  <a:moveTo>
                    <a:pt x="1" y="0"/>
                  </a:moveTo>
                  <a:lnTo>
                    <a:pt x="1" y="2541"/>
                  </a:lnTo>
                  <a:lnTo>
                    <a:pt x="1083" y="2541"/>
                  </a:lnTo>
                  <a:lnTo>
                    <a:pt x="1083"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1"/>
            <p:cNvSpPr/>
            <p:nvPr/>
          </p:nvSpPr>
          <p:spPr>
            <a:xfrm>
              <a:off x="2872166" y="3946402"/>
              <a:ext cx="28562" cy="96439"/>
            </a:xfrm>
            <a:custGeom>
              <a:rect b="b" l="l" r="r" t="t"/>
              <a:pathLst>
                <a:path extrusionOk="0" h="3677" w="1089">
                  <a:moveTo>
                    <a:pt x="1" y="0"/>
                  </a:moveTo>
                  <a:lnTo>
                    <a:pt x="1" y="3676"/>
                  </a:lnTo>
                  <a:lnTo>
                    <a:pt x="1088" y="3676"/>
                  </a:lnTo>
                  <a:lnTo>
                    <a:pt x="108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1"/>
            <p:cNvSpPr/>
            <p:nvPr/>
          </p:nvSpPr>
          <p:spPr>
            <a:xfrm>
              <a:off x="2923152" y="3964315"/>
              <a:ext cx="27041" cy="78525"/>
            </a:xfrm>
            <a:custGeom>
              <a:rect b="b" l="l" r="r" t="t"/>
              <a:pathLst>
                <a:path extrusionOk="0" h="2994" w="1031">
                  <a:moveTo>
                    <a:pt x="1" y="1"/>
                  </a:moveTo>
                  <a:lnTo>
                    <a:pt x="1" y="2993"/>
                  </a:lnTo>
                  <a:lnTo>
                    <a:pt x="1030" y="2993"/>
                  </a:lnTo>
                  <a:lnTo>
                    <a:pt x="103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1"/>
            <p:cNvSpPr/>
            <p:nvPr/>
          </p:nvSpPr>
          <p:spPr>
            <a:xfrm>
              <a:off x="2974138" y="3905749"/>
              <a:ext cx="28431" cy="137091"/>
            </a:xfrm>
            <a:custGeom>
              <a:rect b="b" l="l" r="r" t="t"/>
              <a:pathLst>
                <a:path extrusionOk="0" h="5227" w="1084">
                  <a:moveTo>
                    <a:pt x="1" y="1"/>
                  </a:moveTo>
                  <a:lnTo>
                    <a:pt x="1" y="5226"/>
                  </a:lnTo>
                  <a:lnTo>
                    <a:pt x="1083" y="5226"/>
                  </a:lnTo>
                  <a:lnTo>
                    <a:pt x="1083"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1"/>
            <p:cNvSpPr/>
            <p:nvPr/>
          </p:nvSpPr>
          <p:spPr>
            <a:xfrm>
              <a:off x="2700926" y="3867510"/>
              <a:ext cx="334453" cy="208902"/>
            </a:xfrm>
            <a:custGeom>
              <a:rect b="b" l="l" r="r" t="t"/>
              <a:pathLst>
                <a:path extrusionOk="0" h="7965" w="12752">
                  <a:moveTo>
                    <a:pt x="2565" y="1598"/>
                  </a:moveTo>
                  <a:cubicBezTo>
                    <a:pt x="2926" y="1598"/>
                    <a:pt x="2926" y="2137"/>
                    <a:pt x="2565" y="2137"/>
                  </a:cubicBezTo>
                  <a:lnTo>
                    <a:pt x="1126" y="2137"/>
                  </a:lnTo>
                  <a:cubicBezTo>
                    <a:pt x="765" y="2137"/>
                    <a:pt x="765" y="1598"/>
                    <a:pt x="1126" y="1598"/>
                  </a:cubicBezTo>
                  <a:close/>
                  <a:moveTo>
                    <a:pt x="3349" y="2450"/>
                  </a:moveTo>
                  <a:cubicBezTo>
                    <a:pt x="3710" y="2450"/>
                    <a:pt x="3710" y="2994"/>
                    <a:pt x="3349" y="2994"/>
                  </a:cubicBezTo>
                  <a:lnTo>
                    <a:pt x="1126" y="2994"/>
                  </a:lnTo>
                  <a:cubicBezTo>
                    <a:pt x="765" y="2994"/>
                    <a:pt x="765" y="2450"/>
                    <a:pt x="1126" y="2450"/>
                  </a:cubicBezTo>
                  <a:close/>
                  <a:moveTo>
                    <a:pt x="3349" y="3302"/>
                  </a:moveTo>
                  <a:cubicBezTo>
                    <a:pt x="3710" y="3302"/>
                    <a:pt x="3710" y="3845"/>
                    <a:pt x="3349" y="3845"/>
                  </a:cubicBezTo>
                  <a:lnTo>
                    <a:pt x="1126" y="3845"/>
                  </a:lnTo>
                  <a:cubicBezTo>
                    <a:pt x="765" y="3845"/>
                    <a:pt x="765" y="3302"/>
                    <a:pt x="1126" y="3302"/>
                  </a:cubicBezTo>
                  <a:close/>
                  <a:moveTo>
                    <a:pt x="3349" y="4158"/>
                  </a:moveTo>
                  <a:cubicBezTo>
                    <a:pt x="3710" y="4158"/>
                    <a:pt x="3710" y="4697"/>
                    <a:pt x="3349" y="4697"/>
                  </a:cubicBezTo>
                  <a:lnTo>
                    <a:pt x="1126" y="4697"/>
                  </a:lnTo>
                  <a:cubicBezTo>
                    <a:pt x="765" y="4697"/>
                    <a:pt x="765" y="4158"/>
                    <a:pt x="1126" y="4158"/>
                  </a:cubicBezTo>
                  <a:close/>
                  <a:moveTo>
                    <a:pt x="7617" y="2469"/>
                  </a:moveTo>
                  <a:cubicBezTo>
                    <a:pt x="7766" y="2469"/>
                    <a:pt x="7887" y="2590"/>
                    <a:pt x="7887" y="2739"/>
                  </a:cubicBezTo>
                  <a:lnTo>
                    <a:pt x="7887" y="6954"/>
                  </a:lnTo>
                  <a:cubicBezTo>
                    <a:pt x="7887" y="7100"/>
                    <a:pt x="7771" y="7223"/>
                    <a:pt x="7626" y="7223"/>
                  </a:cubicBezTo>
                  <a:cubicBezTo>
                    <a:pt x="7623" y="7223"/>
                    <a:pt x="7620" y="7223"/>
                    <a:pt x="7617" y="7223"/>
                  </a:cubicBezTo>
                  <a:lnTo>
                    <a:pt x="6530" y="7223"/>
                  </a:lnTo>
                  <a:cubicBezTo>
                    <a:pt x="6527" y="7223"/>
                    <a:pt x="6524" y="7223"/>
                    <a:pt x="6521" y="7223"/>
                  </a:cubicBezTo>
                  <a:cubicBezTo>
                    <a:pt x="6376" y="7223"/>
                    <a:pt x="6260" y="7100"/>
                    <a:pt x="6260" y="6954"/>
                  </a:cubicBezTo>
                  <a:lnTo>
                    <a:pt x="6260" y="2739"/>
                  </a:lnTo>
                  <a:cubicBezTo>
                    <a:pt x="6260" y="2590"/>
                    <a:pt x="6381" y="2469"/>
                    <a:pt x="6530" y="2469"/>
                  </a:cubicBezTo>
                  <a:close/>
                  <a:moveTo>
                    <a:pt x="5678" y="3783"/>
                  </a:moveTo>
                  <a:cubicBezTo>
                    <a:pt x="5827" y="3783"/>
                    <a:pt x="5948" y="3903"/>
                    <a:pt x="5948" y="4057"/>
                  </a:cubicBezTo>
                  <a:lnTo>
                    <a:pt x="5948" y="6954"/>
                  </a:lnTo>
                  <a:cubicBezTo>
                    <a:pt x="5948" y="7103"/>
                    <a:pt x="5827" y="7228"/>
                    <a:pt x="5678" y="7228"/>
                  </a:cubicBezTo>
                  <a:lnTo>
                    <a:pt x="4591" y="7228"/>
                  </a:lnTo>
                  <a:cubicBezTo>
                    <a:pt x="4441" y="7228"/>
                    <a:pt x="4321" y="7103"/>
                    <a:pt x="4321" y="6954"/>
                  </a:cubicBezTo>
                  <a:lnTo>
                    <a:pt x="4321" y="4057"/>
                  </a:lnTo>
                  <a:lnTo>
                    <a:pt x="4316" y="4057"/>
                  </a:lnTo>
                  <a:cubicBezTo>
                    <a:pt x="4316" y="3903"/>
                    <a:pt x="4437" y="3783"/>
                    <a:pt x="4586" y="3783"/>
                  </a:cubicBezTo>
                  <a:close/>
                  <a:moveTo>
                    <a:pt x="9556" y="3153"/>
                  </a:moveTo>
                  <a:cubicBezTo>
                    <a:pt x="9705" y="3153"/>
                    <a:pt x="9831" y="3273"/>
                    <a:pt x="9831" y="3422"/>
                  </a:cubicBezTo>
                  <a:lnTo>
                    <a:pt x="9831" y="6954"/>
                  </a:lnTo>
                  <a:cubicBezTo>
                    <a:pt x="9831" y="7103"/>
                    <a:pt x="9705" y="7228"/>
                    <a:pt x="9556" y="7228"/>
                  </a:cubicBezTo>
                  <a:lnTo>
                    <a:pt x="8474" y="7228"/>
                  </a:lnTo>
                  <a:cubicBezTo>
                    <a:pt x="8325" y="7228"/>
                    <a:pt x="8199" y="7103"/>
                    <a:pt x="8204" y="6954"/>
                  </a:cubicBezTo>
                  <a:lnTo>
                    <a:pt x="8204" y="3422"/>
                  </a:lnTo>
                  <a:cubicBezTo>
                    <a:pt x="8199" y="3273"/>
                    <a:pt x="8325" y="3153"/>
                    <a:pt x="8474" y="3153"/>
                  </a:cubicBezTo>
                  <a:close/>
                  <a:moveTo>
                    <a:pt x="11500" y="915"/>
                  </a:moveTo>
                  <a:cubicBezTo>
                    <a:pt x="11649" y="915"/>
                    <a:pt x="11770" y="1035"/>
                    <a:pt x="11770" y="1189"/>
                  </a:cubicBezTo>
                  <a:lnTo>
                    <a:pt x="11770" y="6954"/>
                  </a:lnTo>
                  <a:cubicBezTo>
                    <a:pt x="11770" y="7103"/>
                    <a:pt x="11649" y="7228"/>
                    <a:pt x="11500" y="7228"/>
                  </a:cubicBezTo>
                  <a:lnTo>
                    <a:pt x="10418" y="7228"/>
                  </a:lnTo>
                  <a:cubicBezTo>
                    <a:pt x="10264" y="7228"/>
                    <a:pt x="10143" y="7103"/>
                    <a:pt x="10143" y="6954"/>
                  </a:cubicBezTo>
                  <a:lnTo>
                    <a:pt x="10143" y="1189"/>
                  </a:lnTo>
                  <a:cubicBezTo>
                    <a:pt x="10143" y="1035"/>
                    <a:pt x="10264" y="915"/>
                    <a:pt x="10413" y="915"/>
                  </a:cubicBezTo>
                  <a:close/>
                  <a:moveTo>
                    <a:pt x="0" y="1"/>
                  </a:moveTo>
                  <a:lnTo>
                    <a:pt x="0" y="4822"/>
                  </a:lnTo>
                  <a:lnTo>
                    <a:pt x="664" y="4822"/>
                  </a:lnTo>
                  <a:cubicBezTo>
                    <a:pt x="667" y="4822"/>
                    <a:pt x="670" y="4822"/>
                    <a:pt x="673" y="4822"/>
                  </a:cubicBezTo>
                  <a:cubicBezTo>
                    <a:pt x="823" y="4822"/>
                    <a:pt x="938" y="4945"/>
                    <a:pt x="938" y="5092"/>
                  </a:cubicBezTo>
                  <a:lnTo>
                    <a:pt x="938" y="5534"/>
                  </a:lnTo>
                  <a:cubicBezTo>
                    <a:pt x="1107" y="5587"/>
                    <a:pt x="1270" y="5655"/>
                    <a:pt x="1429" y="5736"/>
                  </a:cubicBezTo>
                  <a:lnTo>
                    <a:pt x="1742" y="5424"/>
                  </a:lnTo>
                  <a:cubicBezTo>
                    <a:pt x="1795" y="5371"/>
                    <a:pt x="1864" y="5344"/>
                    <a:pt x="1932" y="5344"/>
                  </a:cubicBezTo>
                  <a:cubicBezTo>
                    <a:pt x="2001" y="5344"/>
                    <a:pt x="2069" y="5371"/>
                    <a:pt x="2122" y="5424"/>
                  </a:cubicBezTo>
                  <a:lnTo>
                    <a:pt x="2945" y="6247"/>
                  </a:lnTo>
                  <a:cubicBezTo>
                    <a:pt x="3051" y="6352"/>
                    <a:pt x="3051" y="6526"/>
                    <a:pt x="2945" y="6631"/>
                  </a:cubicBezTo>
                  <a:lnTo>
                    <a:pt x="2632" y="6944"/>
                  </a:lnTo>
                  <a:cubicBezTo>
                    <a:pt x="2714" y="7098"/>
                    <a:pt x="2786" y="7267"/>
                    <a:pt x="2839" y="7435"/>
                  </a:cubicBezTo>
                  <a:lnTo>
                    <a:pt x="3282" y="7435"/>
                  </a:lnTo>
                  <a:cubicBezTo>
                    <a:pt x="3431" y="7435"/>
                    <a:pt x="3551" y="7555"/>
                    <a:pt x="3551" y="7704"/>
                  </a:cubicBezTo>
                  <a:lnTo>
                    <a:pt x="3551" y="7964"/>
                  </a:lnTo>
                  <a:lnTo>
                    <a:pt x="12751" y="7964"/>
                  </a:lnTo>
                  <a:lnTo>
                    <a:pt x="12751"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1"/>
            <p:cNvSpPr/>
            <p:nvPr/>
          </p:nvSpPr>
          <p:spPr>
            <a:xfrm>
              <a:off x="2700926" y="3860822"/>
              <a:ext cx="334453" cy="133183"/>
            </a:xfrm>
            <a:custGeom>
              <a:rect b="b" l="l" r="r" t="t"/>
              <a:pathLst>
                <a:path extrusionOk="0" h="5078" w="12752">
                  <a:moveTo>
                    <a:pt x="0" y="1"/>
                  </a:moveTo>
                  <a:lnTo>
                    <a:pt x="0" y="5077"/>
                  </a:lnTo>
                  <a:lnTo>
                    <a:pt x="395" y="5077"/>
                  </a:lnTo>
                  <a:lnTo>
                    <a:pt x="395" y="617"/>
                  </a:lnTo>
                  <a:lnTo>
                    <a:pt x="12751" y="617"/>
                  </a:lnTo>
                  <a:lnTo>
                    <a:pt x="12751"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1"/>
            <p:cNvSpPr/>
            <p:nvPr/>
          </p:nvSpPr>
          <p:spPr>
            <a:xfrm>
              <a:off x="2792172" y="4091912"/>
              <a:ext cx="13271" cy="13009"/>
            </a:xfrm>
            <a:custGeom>
              <a:rect b="b" l="l" r="r" t="t"/>
              <a:pathLst>
                <a:path extrusionOk="0" h="496" w="506">
                  <a:moveTo>
                    <a:pt x="72" y="0"/>
                  </a:moveTo>
                  <a:lnTo>
                    <a:pt x="72" y="313"/>
                  </a:lnTo>
                  <a:cubicBezTo>
                    <a:pt x="72" y="380"/>
                    <a:pt x="43" y="448"/>
                    <a:pt x="0" y="496"/>
                  </a:cubicBezTo>
                  <a:lnTo>
                    <a:pt x="428" y="496"/>
                  </a:lnTo>
                  <a:cubicBezTo>
                    <a:pt x="476" y="448"/>
                    <a:pt x="505" y="380"/>
                    <a:pt x="505" y="313"/>
                  </a:cubicBezTo>
                  <a:lnTo>
                    <a:pt x="505"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1"/>
            <p:cNvSpPr/>
            <p:nvPr/>
          </p:nvSpPr>
          <p:spPr>
            <a:xfrm>
              <a:off x="2626466" y="4008115"/>
              <a:ext cx="153352" cy="153483"/>
            </a:xfrm>
            <a:custGeom>
              <a:rect b="b" l="l" r="r" t="t"/>
              <a:pathLst>
                <a:path extrusionOk="0" h="5852" w="5847">
                  <a:moveTo>
                    <a:pt x="2955" y="1232"/>
                  </a:moveTo>
                  <a:cubicBezTo>
                    <a:pt x="3888" y="1232"/>
                    <a:pt x="4648" y="1992"/>
                    <a:pt x="4644" y="2926"/>
                  </a:cubicBezTo>
                  <a:cubicBezTo>
                    <a:pt x="4644" y="2959"/>
                    <a:pt x="4644" y="2993"/>
                    <a:pt x="4644" y="3022"/>
                  </a:cubicBezTo>
                  <a:lnTo>
                    <a:pt x="4644" y="3051"/>
                  </a:lnTo>
                  <a:cubicBezTo>
                    <a:pt x="4644" y="3075"/>
                    <a:pt x="4639" y="3099"/>
                    <a:pt x="4634" y="3118"/>
                  </a:cubicBezTo>
                  <a:cubicBezTo>
                    <a:pt x="4634" y="3133"/>
                    <a:pt x="4634" y="3142"/>
                    <a:pt x="4634" y="3152"/>
                  </a:cubicBezTo>
                  <a:cubicBezTo>
                    <a:pt x="4629" y="3176"/>
                    <a:pt x="4624" y="3195"/>
                    <a:pt x="4620" y="3219"/>
                  </a:cubicBezTo>
                  <a:cubicBezTo>
                    <a:pt x="4620" y="3229"/>
                    <a:pt x="4620" y="3238"/>
                    <a:pt x="4615" y="3248"/>
                  </a:cubicBezTo>
                  <a:cubicBezTo>
                    <a:pt x="4610" y="3272"/>
                    <a:pt x="4605" y="3296"/>
                    <a:pt x="4600" y="3325"/>
                  </a:cubicBezTo>
                  <a:lnTo>
                    <a:pt x="4595" y="3340"/>
                  </a:lnTo>
                  <a:cubicBezTo>
                    <a:pt x="4586" y="3373"/>
                    <a:pt x="4581" y="3402"/>
                    <a:pt x="4571" y="3431"/>
                  </a:cubicBezTo>
                  <a:cubicBezTo>
                    <a:pt x="4571" y="3441"/>
                    <a:pt x="4562" y="3450"/>
                    <a:pt x="4562" y="3460"/>
                  </a:cubicBezTo>
                  <a:cubicBezTo>
                    <a:pt x="4552" y="3479"/>
                    <a:pt x="4547" y="3498"/>
                    <a:pt x="4538" y="3522"/>
                  </a:cubicBezTo>
                  <a:cubicBezTo>
                    <a:pt x="4533" y="3542"/>
                    <a:pt x="4499" y="3546"/>
                    <a:pt x="4494" y="3561"/>
                  </a:cubicBezTo>
                  <a:cubicBezTo>
                    <a:pt x="4490" y="3575"/>
                    <a:pt x="4480" y="3590"/>
                    <a:pt x="4475" y="3604"/>
                  </a:cubicBezTo>
                  <a:cubicBezTo>
                    <a:pt x="4470" y="3619"/>
                    <a:pt x="4461" y="3633"/>
                    <a:pt x="4456" y="3652"/>
                  </a:cubicBezTo>
                  <a:lnTo>
                    <a:pt x="4442" y="3681"/>
                  </a:lnTo>
                  <a:cubicBezTo>
                    <a:pt x="4336" y="3893"/>
                    <a:pt x="4186" y="4081"/>
                    <a:pt x="4004" y="4230"/>
                  </a:cubicBezTo>
                  <a:cubicBezTo>
                    <a:pt x="3960" y="4263"/>
                    <a:pt x="3917" y="4297"/>
                    <a:pt x="3874" y="4331"/>
                  </a:cubicBezTo>
                  <a:cubicBezTo>
                    <a:pt x="3854" y="4340"/>
                    <a:pt x="3835" y="4355"/>
                    <a:pt x="3811" y="4369"/>
                  </a:cubicBezTo>
                  <a:lnTo>
                    <a:pt x="3792" y="4379"/>
                  </a:lnTo>
                  <a:lnTo>
                    <a:pt x="3744" y="4403"/>
                  </a:lnTo>
                  <a:lnTo>
                    <a:pt x="3725" y="4417"/>
                  </a:lnTo>
                  <a:lnTo>
                    <a:pt x="3662" y="4446"/>
                  </a:lnTo>
                  <a:lnTo>
                    <a:pt x="3657" y="4446"/>
                  </a:lnTo>
                  <a:cubicBezTo>
                    <a:pt x="3638" y="4461"/>
                    <a:pt x="3614" y="4470"/>
                    <a:pt x="3595" y="4480"/>
                  </a:cubicBezTo>
                  <a:lnTo>
                    <a:pt x="3575" y="4485"/>
                  </a:lnTo>
                  <a:lnTo>
                    <a:pt x="3522" y="4509"/>
                  </a:lnTo>
                  <a:lnTo>
                    <a:pt x="3498" y="4514"/>
                  </a:lnTo>
                  <a:lnTo>
                    <a:pt x="3431" y="4538"/>
                  </a:lnTo>
                  <a:lnTo>
                    <a:pt x="3426" y="4538"/>
                  </a:lnTo>
                  <a:cubicBezTo>
                    <a:pt x="3407" y="4547"/>
                    <a:pt x="3383" y="4552"/>
                    <a:pt x="3359" y="4557"/>
                  </a:cubicBezTo>
                  <a:lnTo>
                    <a:pt x="3335" y="4557"/>
                  </a:lnTo>
                  <a:lnTo>
                    <a:pt x="3282" y="4571"/>
                  </a:lnTo>
                  <a:lnTo>
                    <a:pt x="3258" y="4571"/>
                  </a:lnTo>
                  <a:cubicBezTo>
                    <a:pt x="3234" y="4576"/>
                    <a:pt x="3210" y="4581"/>
                    <a:pt x="3186" y="4586"/>
                  </a:cubicBezTo>
                  <a:cubicBezTo>
                    <a:pt x="3162" y="4591"/>
                    <a:pt x="3133" y="4591"/>
                    <a:pt x="3109" y="4595"/>
                  </a:cubicBezTo>
                  <a:lnTo>
                    <a:pt x="3094" y="4595"/>
                  </a:lnTo>
                  <a:lnTo>
                    <a:pt x="3032" y="4600"/>
                  </a:lnTo>
                  <a:lnTo>
                    <a:pt x="2834" y="4600"/>
                  </a:lnTo>
                  <a:lnTo>
                    <a:pt x="2777" y="4595"/>
                  </a:lnTo>
                  <a:lnTo>
                    <a:pt x="2757" y="4595"/>
                  </a:lnTo>
                  <a:cubicBezTo>
                    <a:pt x="2733" y="4591"/>
                    <a:pt x="2709" y="4591"/>
                    <a:pt x="2680" y="4586"/>
                  </a:cubicBezTo>
                  <a:lnTo>
                    <a:pt x="2676" y="4586"/>
                  </a:lnTo>
                  <a:lnTo>
                    <a:pt x="2637" y="4576"/>
                  </a:lnTo>
                  <a:lnTo>
                    <a:pt x="2608" y="4571"/>
                  </a:lnTo>
                  <a:lnTo>
                    <a:pt x="2594" y="4571"/>
                  </a:lnTo>
                  <a:cubicBezTo>
                    <a:pt x="2541" y="4562"/>
                    <a:pt x="2488" y="4547"/>
                    <a:pt x="2440" y="4533"/>
                  </a:cubicBezTo>
                  <a:lnTo>
                    <a:pt x="2430" y="4533"/>
                  </a:lnTo>
                  <a:lnTo>
                    <a:pt x="2368" y="4514"/>
                  </a:lnTo>
                  <a:lnTo>
                    <a:pt x="2358" y="4509"/>
                  </a:lnTo>
                  <a:cubicBezTo>
                    <a:pt x="2310" y="4490"/>
                    <a:pt x="2257" y="4470"/>
                    <a:pt x="2209" y="4446"/>
                  </a:cubicBezTo>
                  <a:lnTo>
                    <a:pt x="2204" y="4446"/>
                  </a:lnTo>
                  <a:lnTo>
                    <a:pt x="2170" y="4427"/>
                  </a:lnTo>
                  <a:lnTo>
                    <a:pt x="2146" y="4417"/>
                  </a:lnTo>
                  <a:lnTo>
                    <a:pt x="2122" y="4408"/>
                  </a:lnTo>
                  <a:lnTo>
                    <a:pt x="2084" y="4379"/>
                  </a:lnTo>
                  <a:lnTo>
                    <a:pt x="2079" y="4379"/>
                  </a:lnTo>
                  <a:lnTo>
                    <a:pt x="2060" y="4369"/>
                  </a:lnTo>
                  <a:cubicBezTo>
                    <a:pt x="2036" y="4355"/>
                    <a:pt x="2016" y="4345"/>
                    <a:pt x="1997" y="4331"/>
                  </a:cubicBezTo>
                  <a:lnTo>
                    <a:pt x="1992" y="4326"/>
                  </a:lnTo>
                  <a:cubicBezTo>
                    <a:pt x="1728" y="4143"/>
                    <a:pt x="1516" y="3893"/>
                    <a:pt x="1391" y="3599"/>
                  </a:cubicBezTo>
                  <a:cubicBezTo>
                    <a:pt x="1391" y="3595"/>
                    <a:pt x="1386" y="3590"/>
                    <a:pt x="1381" y="3585"/>
                  </a:cubicBezTo>
                  <a:cubicBezTo>
                    <a:pt x="1381" y="3580"/>
                    <a:pt x="1376" y="3561"/>
                    <a:pt x="1372" y="3551"/>
                  </a:cubicBezTo>
                  <a:lnTo>
                    <a:pt x="1362" y="3527"/>
                  </a:lnTo>
                  <a:cubicBezTo>
                    <a:pt x="1348" y="3498"/>
                    <a:pt x="1338" y="3469"/>
                    <a:pt x="1333" y="3445"/>
                  </a:cubicBezTo>
                  <a:lnTo>
                    <a:pt x="1333" y="3436"/>
                  </a:lnTo>
                  <a:cubicBezTo>
                    <a:pt x="1309" y="3373"/>
                    <a:pt x="1295" y="3306"/>
                    <a:pt x="1280" y="3243"/>
                  </a:cubicBezTo>
                  <a:lnTo>
                    <a:pt x="1280" y="3229"/>
                  </a:lnTo>
                  <a:cubicBezTo>
                    <a:pt x="1275" y="3200"/>
                    <a:pt x="1275" y="3176"/>
                    <a:pt x="1271" y="3147"/>
                  </a:cubicBezTo>
                  <a:cubicBezTo>
                    <a:pt x="1271" y="3137"/>
                    <a:pt x="1271" y="3133"/>
                    <a:pt x="1266" y="3123"/>
                  </a:cubicBezTo>
                  <a:cubicBezTo>
                    <a:pt x="1266" y="3099"/>
                    <a:pt x="1261" y="3075"/>
                    <a:pt x="1261" y="3051"/>
                  </a:cubicBezTo>
                  <a:lnTo>
                    <a:pt x="1261" y="3022"/>
                  </a:lnTo>
                  <a:lnTo>
                    <a:pt x="1261" y="2931"/>
                  </a:lnTo>
                  <a:lnTo>
                    <a:pt x="1261" y="2926"/>
                  </a:lnTo>
                  <a:cubicBezTo>
                    <a:pt x="1261" y="1992"/>
                    <a:pt x="2016" y="1232"/>
                    <a:pt x="2955" y="1232"/>
                  </a:cubicBezTo>
                  <a:close/>
                  <a:moveTo>
                    <a:pt x="2613" y="0"/>
                  </a:moveTo>
                  <a:lnTo>
                    <a:pt x="2613" y="380"/>
                  </a:lnTo>
                  <a:cubicBezTo>
                    <a:pt x="2613" y="505"/>
                    <a:pt x="2526" y="616"/>
                    <a:pt x="2401" y="645"/>
                  </a:cubicBezTo>
                  <a:cubicBezTo>
                    <a:pt x="2146" y="703"/>
                    <a:pt x="1901" y="804"/>
                    <a:pt x="1680" y="943"/>
                  </a:cubicBezTo>
                  <a:cubicBezTo>
                    <a:pt x="1635" y="971"/>
                    <a:pt x="1585" y="985"/>
                    <a:pt x="1536" y="985"/>
                  </a:cubicBezTo>
                  <a:cubicBezTo>
                    <a:pt x="1467" y="985"/>
                    <a:pt x="1398" y="958"/>
                    <a:pt x="1348" y="905"/>
                  </a:cubicBezTo>
                  <a:lnTo>
                    <a:pt x="1078" y="640"/>
                  </a:lnTo>
                  <a:lnTo>
                    <a:pt x="635" y="1078"/>
                  </a:lnTo>
                  <a:lnTo>
                    <a:pt x="905" y="1347"/>
                  </a:lnTo>
                  <a:cubicBezTo>
                    <a:pt x="996" y="1434"/>
                    <a:pt x="1011" y="1574"/>
                    <a:pt x="943" y="1684"/>
                  </a:cubicBezTo>
                  <a:cubicBezTo>
                    <a:pt x="804" y="1906"/>
                    <a:pt x="703" y="2146"/>
                    <a:pt x="645" y="2406"/>
                  </a:cubicBezTo>
                  <a:cubicBezTo>
                    <a:pt x="616" y="2526"/>
                    <a:pt x="506" y="2613"/>
                    <a:pt x="380" y="2613"/>
                  </a:cubicBezTo>
                  <a:lnTo>
                    <a:pt x="0" y="2613"/>
                  </a:lnTo>
                  <a:lnTo>
                    <a:pt x="0" y="3238"/>
                  </a:lnTo>
                  <a:lnTo>
                    <a:pt x="380" y="3238"/>
                  </a:lnTo>
                  <a:cubicBezTo>
                    <a:pt x="506" y="3238"/>
                    <a:pt x="616" y="3325"/>
                    <a:pt x="645" y="3445"/>
                  </a:cubicBezTo>
                  <a:cubicBezTo>
                    <a:pt x="703" y="3705"/>
                    <a:pt x="804" y="3946"/>
                    <a:pt x="943" y="4167"/>
                  </a:cubicBezTo>
                  <a:cubicBezTo>
                    <a:pt x="1011" y="4278"/>
                    <a:pt x="996" y="4413"/>
                    <a:pt x="905" y="4504"/>
                  </a:cubicBezTo>
                  <a:lnTo>
                    <a:pt x="635" y="4773"/>
                  </a:lnTo>
                  <a:lnTo>
                    <a:pt x="1078" y="5211"/>
                  </a:lnTo>
                  <a:lnTo>
                    <a:pt x="1348" y="4942"/>
                  </a:lnTo>
                  <a:cubicBezTo>
                    <a:pt x="1398" y="4892"/>
                    <a:pt x="1465" y="4866"/>
                    <a:pt x="1534" y="4866"/>
                  </a:cubicBezTo>
                  <a:cubicBezTo>
                    <a:pt x="1584" y="4866"/>
                    <a:pt x="1635" y="4880"/>
                    <a:pt x="1680" y="4908"/>
                  </a:cubicBezTo>
                  <a:cubicBezTo>
                    <a:pt x="1901" y="5048"/>
                    <a:pt x="2146" y="5149"/>
                    <a:pt x="2401" y="5206"/>
                  </a:cubicBezTo>
                  <a:cubicBezTo>
                    <a:pt x="2526" y="5235"/>
                    <a:pt x="2613" y="5346"/>
                    <a:pt x="2613" y="5471"/>
                  </a:cubicBezTo>
                  <a:lnTo>
                    <a:pt x="2613" y="5851"/>
                  </a:lnTo>
                  <a:lnTo>
                    <a:pt x="3234" y="5851"/>
                  </a:lnTo>
                  <a:lnTo>
                    <a:pt x="3234" y="5471"/>
                  </a:lnTo>
                  <a:cubicBezTo>
                    <a:pt x="3234" y="5346"/>
                    <a:pt x="3325" y="5235"/>
                    <a:pt x="3445" y="5206"/>
                  </a:cubicBezTo>
                  <a:cubicBezTo>
                    <a:pt x="3700" y="5149"/>
                    <a:pt x="3946" y="5048"/>
                    <a:pt x="4167" y="4908"/>
                  </a:cubicBezTo>
                  <a:cubicBezTo>
                    <a:pt x="4212" y="4880"/>
                    <a:pt x="4263" y="4866"/>
                    <a:pt x="4313" y="4866"/>
                  </a:cubicBezTo>
                  <a:cubicBezTo>
                    <a:pt x="4382" y="4866"/>
                    <a:pt x="4451" y="4892"/>
                    <a:pt x="4504" y="4942"/>
                  </a:cubicBezTo>
                  <a:lnTo>
                    <a:pt x="4774" y="5211"/>
                  </a:lnTo>
                  <a:lnTo>
                    <a:pt x="5211" y="4773"/>
                  </a:lnTo>
                  <a:lnTo>
                    <a:pt x="4942" y="4504"/>
                  </a:lnTo>
                  <a:cubicBezTo>
                    <a:pt x="4855" y="4413"/>
                    <a:pt x="4836" y="4278"/>
                    <a:pt x="4903" y="4167"/>
                  </a:cubicBezTo>
                  <a:cubicBezTo>
                    <a:pt x="5043" y="3946"/>
                    <a:pt x="5149" y="3705"/>
                    <a:pt x="5207" y="3445"/>
                  </a:cubicBezTo>
                  <a:cubicBezTo>
                    <a:pt x="5235" y="3325"/>
                    <a:pt x="5341" y="3238"/>
                    <a:pt x="5466" y="3238"/>
                  </a:cubicBezTo>
                  <a:lnTo>
                    <a:pt x="5847" y="3238"/>
                  </a:lnTo>
                  <a:lnTo>
                    <a:pt x="5847" y="2613"/>
                  </a:lnTo>
                  <a:lnTo>
                    <a:pt x="5466" y="2613"/>
                  </a:lnTo>
                  <a:cubicBezTo>
                    <a:pt x="5341" y="2613"/>
                    <a:pt x="5235" y="2526"/>
                    <a:pt x="5207" y="2406"/>
                  </a:cubicBezTo>
                  <a:cubicBezTo>
                    <a:pt x="5149" y="2146"/>
                    <a:pt x="5043" y="1906"/>
                    <a:pt x="4903" y="1684"/>
                  </a:cubicBezTo>
                  <a:cubicBezTo>
                    <a:pt x="4836" y="1574"/>
                    <a:pt x="4855" y="1434"/>
                    <a:pt x="4942" y="1347"/>
                  </a:cubicBezTo>
                  <a:lnTo>
                    <a:pt x="5211" y="1078"/>
                  </a:lnTo>
                  <a:lnTo>
                    <a:pt x="4774" y="640"/>
                  </a:lnTo>
                  <a:lnTo>
                    <a:pt x="4504" y="905"/>
                  </a:lnTo>
                  <a:cubicBezTo>
                    <a:pt x="4451" y="958"/>
                    <a:pt x="4381" y="985"/>
                    <a:pt x="4311" y="985"/>
                  </a:cubicBezTo>
                  <a:cubicBezTo>
                    <a:pt x="4261" y="985"/>
                    <a:pt x="4211" y="971"/>
                    <a:pt x="4167" y="943"/>
                  </a:cubicBezTo>
                  <a:cubicBezTo>
                    <a:pt x="3946" y="804"/>
                    <a:pt x="3700" y="703"/>
                    <a:pt x="3445" y="645"/>
                  </a:cubicBezTo>
                  <a:cubicBezTo>
                    <a:pt x="3325" y="616"/>
                    <a:pt x="3234" y="505"/>
                    <a:pt x="3234" y="380"/>
                  </a:cubicBezTo>
                  <a:lnTo>
                    <a:pt x="3234"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1"/>
            <p:cNvSpPr/>
            <p:nvPr/>
          </p:nvSpPr>
          <p:spPr>
            <a:xfrm>
              <a:off x="2612199" y="3824733"/>
              <a:ext cx="449041" cy="351108"/>
            </a:xfrm>
            <a:custGeom>
              <a:rect b="b" l="l" r="r" t="t"/>
              <a:pathLst>
                <a:path extrusionOk="0" h="13387" w="17121">
                  <a:moveTo>
                    <a:pt x="16577" y="544"/>
                  </a:moveTo>
                  <a:lnTo>
                    <a:pt x="16577" y="1088"/>
                  </a:lnTo>
                  <a:lnTo>
                    <a:pt x="14595" y="1088"/>
                  </a:lnTo>
                  <a:cubicBezTo>
                    <a:pt x="14234" y="1088"/>
                    <a:pt x="14234" y="1632"/>
                    <a:pt x="14595" y="1632"/>
                  </a:cubicBezTo>
                  <a:lnTo>
                    <a:pt x="16129" y="1632"/>
                  </a:lnTo>
                  <a:lnTo>
                    <a:pt x="16129" y="9595"/>
                  </a:lnTo>
                  <a:lnTo>
                    <a:pt x="6929" y="9595"/>
                  </a:lnTo>
                  <a:lnTo>
                    <a:pt x="6929" y="9335"/>
                  </a:lnTo>
                  <a:cubicBezTo>
                    <a:pt x="6929" y="9186"/>
                    <a:pt x="6809" y="9066"/>
                    <a:pt x="6660" y="9066"/>
                  </a:cubicBezTo>
                  <a:lnTo>
                    <a:pt x="6217" y="9066"/>
                  </a:lnTo>
                  <a:cubicBezTo>
                    <a:pt x="6164" y="8898"/>
                    <a:pt x="6097" y="8729"/>
                    <a:pt x="6010" y="8575"/>
                  </a:cubicBezTo>
                  <a:lnTo>
                    <a:pt x="6328" y="8262"/>
                  </a:lnTo>
                  <a:cubicBezTo>
                    <a:pt x="6429" y="8157"/>
                    <a:pt x="6429" y="7983"/>
                    <a:pt x="6328" y="7878"/>
                  </a:cubicBezTo>
                  <a:lnTo>
                    <a:pt x="5510" y="7055"/>
                  </a:lnTo>
                  <a:cubicBezTo>
                    <a:pt x="5457" y="7002"/>
                    <a:pt x="5387" y="6975"/>
                    <a:pt x="5318" y="6975"/>
                  </a:cubicBezTo>
                  <a:cubicBezTo>
                    <a:pt x="5249" y="6975"/>
                    <a:pt x="5180" y="7002"/>
                    <a:pt x="5130" y="7055"/>
                  </a:cubicBezTo>
                  <a:lnTo>
                    <a:pt x="4812" y="7367"/>
                  </a:lnTo>
                  <a:cubicBezTo>
                    <a:pt x="4658" y="7286"/>
                    <a:pt x="4495" y="7218"/>
                    <a:pt x="4321" y="7165"/>
                  </a:cubicBezTo>
                  <a:lnTo>
                    <a:pt x="4321" y="6723"/>
                  </a:lnTo>
                  <a:cubicBezTo>
                    <a:pt x="4321" y="6574"/>
                    <a:pt x="4201" y="6453"/>
                    <a:pt x="4052" y="6453"/>
                  </a:cubicBezTo>
                  <a:lnTo>
                    <a:pt x="3383" y="6453"/>
                  </a:lnTo>
                  <a:lnTo>
                    <a:pt x="3383" y="1632"/>
                  </a:lnTo>
                  <a:lnTo>
                    <a:pt x="13661" y="1632"/>
                  </a:lnTo>
                  <a:cubicBezTo>
                    <a:pt x="14022" y="1632"/>
                    <a:pt x="14022" y="1088"/>
                    <a:pt x="13661" y="1088"/>
                  </a:cubicBezTo>
                  <a:lnTo>
                    <a:pt x="2936" y="1088"/>
                  </a:lnTo>
                  <a:lnTo>
                    <a:pt x="2936" y="544"/>
                  </a:lnTo>
                  <a:close/>
                  <a:moveTo>
                    <a:pt x="16582" y="10139"/>
                  </a:moveTo>
                  <a:lnTo>
                    <a:pt x="16582" y="10683"/>
                  </a:lnTo>
                  <a:lnTo>
                    <a:pt x="6862" y="10683"/>
                  </a:lnTo>
                  <a:cubicBezTo>
                    <a:pt x="6905" y="10635"/>
                    <a:pt x="6934" y="10567"/>
                    <a:pt x="6934" y="10500"/>
                  </a:cubicBezTo>
                  <a:lnTo>
                    <a:pt x="6934" y="10187"/>
                  </a:lnTo>
                  <a:lnTo>
                    <a:pt x="16404" y="10187"/>
                  </a:lnTo>
                  <a:cubicBezTo>
                    <a:pt x="16462" y="10187"/>
                    <a:pt x="16514" y="10173"/>
                    <a:pt x="16563" y="10139"/>
                  </a:cubicBezTo>
                  <a:close/>
                  <a:moveTo>
                    <a:pt x="3783" y="6992"/>
                  </a:moveTo>
                  <a:lnTo>
                    <a:pt x="3783" y="7372"/>
                  </a:lnTo>
                  <a:cubicBezTo>
                    <a:pt x="3783" y="7497"/>
                    <a:pt x="3869" y="7608"/>
                    <a:pt x="3989" y="7637"/>
                  </a:cubicBezTo>
                  <a:cubicBezTo>
                    <a:pt x="4244" y="7695"/>
                    <a:pt x="4490" y="7796"/>
                    <a:pt x="4711" y="7940"/>
                  </a:cubicBezTo>
                  <a:cubicBezTo>
                    <a:pt x="4755" y="7966"/>
                    <a:pt x="4804" y="7979"/>
                    <a:pt x="4853" y="7979"/>
                  </a:cubicBezTo>
                  <a:cubicBezTo>
                    <a:pt x="4924" y="7979"/>
                    <a:pt x="4994" y="7953"/>
                    <a:pt x="5048" y="7902"/>
                  </a:cubicBezTo>
                  <a:lnTo>
                    <a:pt x="5318" y="7632"/>
                  </a:lnTo>
                  <a:lnTo>
                    <a:pt x="5755" y="8070"/>
                  </a:lnTo>
                  <a:lnTo>
                    <a:pt x="5486" y="8339"/>
                  </a:lnTo>
                  <a:cubicBezTo>
                    <a:pt x="5399" y="8431"/>
                    <a:pt x="5380" y="8570"/>
                    <a:pt x="5447" y="8676"/>
                  </a:cubicBezTo>
                  <a:cubicBezTo>
                    <a:pt x="5592" y="8898"/>
                    <a:pt x="5693" y="9143"/>
                    <a:pt x="5751" y="9398"/>
                  </a:cubicBezTo>
                  <a:cubicBezTo>
                    <a:pt x="5779" y="9518"/>
                    <a:pt x="5885" y="9610"/>
                    <a:pt x="6015" y="9610"/>
                  </a:cubicBezTo>
                  <a:lnTo>
                    <a:pt x="6395" y="9610"/>
                  </a:lnTo>
                  <a:lnTo>
                    <a:pt x="6395" y="10230"/>
                  </a:lnTo>
                  <a:lnTo>
                    <a:pt x="6015" y="10230"/>
                  </a:lnTo>
                  <a:cubicBezTo>
                    <a:pt x="5885" y="10230"/>
                    <a:pt x="5779" y="10317"/>
                    <a:pt x="5751" y="10442"/>
                  </a:cubicBezTo>
                  <a:cubicBezTo>
                    <a:pt x="5693" y="10697"/>
                    <a:pt x="5592" y="10943"/>
                    <a:pt x="5447" y="11164"/>
                  </a:cubicBezTo>
                  <a:cubicBezTo>
                    <a:pt x="5380" y="11270"/>
                    <a:pt x="5399" y="11409"/>
                    <a:pt x="5486" y="11496"/>
                  </a:cubicBezTo>
                  <a:lnTo>
                    <a:pt x="5755" y="11765"/>
                  </a:lnTo>
                  <a:lnTo>
                    <a:pt x="5318" y="12208"/>
                  </a:lnTo>
                  <a:lnTo>
                    <a:pt x="5048" y="11939"/>
                  </a:lnTo>
                  <a:cubicBezTo>
                    <a:pt x="4995" y="11885"/>
                    <a:pt x="4925" y="11858"/>
                    <a:pt x="4855" y="11858"/>
                  </a:cubicBezTo>
                  <a:cubicBezTo>
                    <a:pt x="4805" y="11858"/>
                    <a:pt x="4755" y="11872"/>
                    <a:pt x="4711" y="11900"/>
                  </a:cubicBezTo>
                  <a:cubicBezTo>
                    <a:pt x="4490" y="12040"/>
                    <a:pt x="4244" y="12141"/>
                    <a:pt x="3989" y="12198"/>
                  </a:cubicBezTo>
                  <a:cubicBezTo>
                    <a:pt x="3869" y="12227"/>
                    <a:pt x="3778" y="12338"/>
                    <a:pt x="3783" y="12463"/>
                  </a:cubicBezTo>
                  <a:lnTo>
                    <a:pt x="3783" y="12843"/>
                  </a:lnTo>
                  <a:lnTo>
                    <a:pt x="3157" y="12843"/>
                  </a:lnTo>
                  <a:lnTo>
                    <a:pt x="3157" y="12463"/>
                  </a:lnTo>
                  <a:cubicBezTo>
                    <a:pt x="3157" y="12338"/>
                    <a:pt x="3070" y="12227"/>
                    <a:pt x="2945" y="12198"/>
                  </a:cubicBezTo>
                  <a:cubicBezTo>
                    <a:pt x="2690" y="12141"/>
                    <a:pt x="2445" y="12040"/>
                    <a:pt x="2224" y="11900"/>
                  </a:cubicBezTo>
                  <a:cubicBezTo>
                    <a:pt x="2179" y="11872"/>
                    <a:pt x="2129" y="11858"/>
                    <a:pt x="2080" y="11858"/>
                  </a:cubicBezTo>
                  <a:cubicBezTo>
                    <a:pt x="2011" y="11858"/>
                    <a:pt x="1942" y="11885"/>
                    <a:pt x="1892" y="11939"/>
                  </a:cubicBezTo>
                  <a:lnTo>
                    <a:pt x="1622" y="12208"/>
                  </a:lnTo>
                  <a:lnTo>
                    <a:pt x="1179" y="11765"/>
                  </a:lnTo>
                  <a:lnTo>
                    <a:pt x="1449" y="11496"/>
                  </a:lnTo>
                  <a:cubicBezTo>
                    <a:pt x="1540" y="11409"/>
                    <a:pt x="1555" y="11270"/>
                    <a:pt x="1487" y="11164"/>
                  </a:cubicBezTo>
                  <a:cubicBezTo>
                    <a:pt x="1348" y="10943"/>
                    <a:pt x="1247" y="10697"/>
                    <a:pt x="1189" y="10442"/>
                  </a:cubicBezTo>
                  <a:cubicBezTo>
                    <a:pt x="1160" y="10317"/>
                    <a:pt x="1050" y="10230"/>
                    <a:pt x="924" y="10230"/>
                  </a:cubicBezTo>
                  <a:lnTo>
                    <a:pt x="544" y="10230"/>
                  </a:lnTo>
                  <a:lnTo>
                    <a:pt x="544" y="9610"/>
                  </a:lnTo>
                  <a:lnTo>
                    <a:pt x="924" y="9610"/>
                  </a:lnTo>
                  <a:cubicBezTo>
                    <a:pt x="1050" y="9610"/>
                    <a:pt x="1160" y="9518"/>
                    <a:pt x="1189" y="9398"/>
                  </a:cubicBezTo>
                  <a:cubicBezTo>
                    <a:pt x="1247" y="9143"/>
                    <a:pt x="1348" y="8898"/>
                    <a:pt x="1487" y="8676"/>
                  </a:cubicBezTo>
                  <a:cubicBezTo>
                    <a:pt x="1555" y="8570"/>
                    <a:pt x="1540" y="8431"/>
                    <a:pt x="1449" y="8339"/>
                  </a:cubicBezTo>
                  <a:lnTo>
                    <a:pt x="1179" y="8070"/>
                  </a:lnTo>
                  <a:lnTo>
                    <a:pt x="1622" y="7632"/>
                  </a:lnTo>
                  <a:lnTo>
                    <a:pt x="1892" y="7902"/>
                  </a:lnTo>
                  <a:cubicBezTo>
                    <a:pt x="1943" y="7953"/>
                    <a:pt x="2012" y="7979"/>
                    <a:pt x="2082" y="7979"/>
                  </a:cubicBezTo>
                  <a:cubicBezTo>
                    <a:pt x="2131" y="7979"/>
                    <a:pt x="2180" y="7966"/>
                    <a:pt x="2224" y="7940"/>
                  </a:cubicBezTo>
                  <a:cubicBezTo>
                    <a:pt x="2445" y="7796"/>
                    <a:pt x="2690" y="7695"/>
                    <a:pt x="2945" y="7637"/>
                  </a:cubicBezTo>
                  <a:cubicBezTo>
                    <a:pt x="3070" y="7608"/>
                    <a:pt x="3157" y="7497"/>
                    <a:pt x="3157" y="7372"/>
                  </a:cubicBezTo>
                  <a:lnTo>
                    <a:pt x="3157" y="6992"/>
                  </a:lnTo>
                  <a:close/>
                  <a:moveTo>
                    <a:pt x="2666" y="1"/>
                  </a:moveTo>
                  <a:cubicBezTo>
                    <a:pt x="2517" y="1"/>
                    <a:pt x="2397" y="121"/>
                    <a:pt x="2397" y="275"/>
                  </a:cubicBezTo>
                  <a:lnTo>
                    <a:pt x="2397" y="1358"/>
                  </a:lnTo>
                  <a:cubicBezTo>
                    <a:pt x="2397" y="1507"/>
                    <a:pt x="2517" y="1632"/>
                    <a:pt x="2666" y="1632"/>
                  </a:cubicBezTo>
                  <a:lnTo>
                    <a:pt x="2839" y="1632"/>
                  </a:lnTo>
                  <a:lnTo>
                    <a:pt x="2839" y="6453"/>
                  </a:lnTo>
                  <a:cubicBezTo>
                    <a:pt x="2710" y="6477"/>
                    <a:pt x="2618" y="6588"/>
                    <a:pt x="2618" y="6723"/>
                  </a:cubicBezTo>
                  <a:lnTo>
                    <a:pt x="2618" y="7165"/>
                  </a:lnTo>
                  <a:cubicBezTo>
                    <a:pt x="2445" y="7218"/>
                    <a:pt x="2281" y="7286"/>
                    <a:pt x="2127" y="7367"/>
                  </a:cubicBezTo>
                  <a:lnTo>
                    <a:pt x="1810" y="7055"/>
                  </a:lnTo>
                  <a:cubicBezTo>
                    <a:pt x="1757" y="7002"/>
                    <a:pt x="1688" y="6975"/>
                    <a:pt x="1620" y="6975"/>
                  </a:cubicBezTo>
                  <a:cubicBezTo>
                    <a:pt x="1551" y="6975"/>
                    <a:pt x="1483" y="7002"/>
                    <a:pt x="1430" y="7055"/>
                  </a:cubicBezTo>
                  <a:lnTo>
                    <a:pt x="607" y="7878"/>
                  </a:lnTo>
                  <a:cubicBezTo>
                    <a:pt x="501" y="7983"/>
                    <a:pt x="501" y="8157"/>
                    <a:pt x="607" y="8262"/>
                  </a:cubicBezTo>
                  <a:lnTo>
                    <a:pt x="920" y="8575"/>
                  </a:lnTo>
                  <a:cubicBezTo>
                    <a:pt x="838" y="8729"/>
                    <a:pt x="770" y="8898"/>
                    <a:pt x="717" y="9066"/>
                  </a:cubicBezTo>
                  <a:lnTo>
                    <a:pt x="275" y="9066"/>
                  </a:lnTo>
                  <a:cubicBezTo>
                    <a:pt x="126" y="9066"/>
                    <a:pt x="1" y="9186"/>
                    <a:pt x="5" y="9335"/>
                  </a:cubicBezTo>
                  <a:lnTo>
                    <a:pt x="5" y="10500"/>
                  </a:lnTo>
                  <a:cubicBezTo>
                    <a:pt x="1" y="10649"/>
                    <a:pt x="126" y="10769"/>
                    <a:pt x="275" y="10769"/>
                  </a:cubicBezTo>
                  <a:lnTo>
                    <a:pt x="717" y="10769"/>
                  </a:lnTo>
                  <a:cubicBezTo>
                    <a:pt x="770" y="10938"/>
                    <a:pt x="838" y="11106"/>
                    <a:pt x="920" y="11260"/>
                  </a:cubicBezTo>
                  <a:lnTo>
                    <a:pt x="607" y="11578"/>
                  </a:lnTo>
                  <a:cubicBezTo>
                    <a:pt x="501" y="11679"/>
                    <a:pt x="501" y="11852"/>
                    <a:pt x="607" y="11958"/>
                  </a:cubicBezTo>
                  <a:lnTo>
                    <a:pt x="1430" y="12781"/>
                  </a:lnTo>
                  <a:cubicBezTo>
                    <a:pt x="1483" y="12834"/>
                    <a:pt x="1551" y="12860"/>
                    <a:pt x="1620" y="12860"/>
                  </a:cubicBezTo>
                  <a:cubicBezTo>
                    <a:pt x="1688" y="12860"/>
                    <a:pt x="1757" y="12834"/>
                    <a:pt x="1810" y="12781"/>
                  </a:cubicBezTo>
                  <a:lnTo>
                    <a:pt x="2123" y="12468"/>
                  </a:lnTo>
                  <a:cubicBezTo>
                    <a:pt x="2281" y="12550"/>
                    <a:pt x="2445" y="12617"/>
                    <a:pt x="2618" y="12670"/>
                  </a:cubicBezTo>
                  <a:lnTo>
                    <a:pt x="2618" y="13113"/>
                  </a:lnTo>
                  <a:cubicBezTo>
                    <a:pt x="2613" y="13262"/>
                    <a:pt x="2738" y="13387"/>
                    <a:pt x="2888" y="13387"/>
                  </a:cubicBezTo>
                  <a:lnTo>
                    <a:pt x="4047" y="13387"/>
                  </a:lnTo>
                  <a:cubicBezTo>
                    <a:pt x="4196" y="13387"/>
                    <a:pt x="4317" y="13262"/>
                    <a:pt x="4317" y="13113"/>
                  </a:cubicBezTo>
                  <a:lnTo>
                    <a:pt x="4317" y="12670"/>
                  </a:lnTo>
                  <a:cubicBezTo>
                    <a:pt x="4490" y="12617"/>
                    <a:pt x="4653" y="12550"/>
                    <a:pt x="4812" y="12468"/>
                  </a:cubicBezTo>
                  <a:lnTo>
                    <a:pt x="5125" y="12781"/>
                  </a:lnTo>
                  <a:cubicBezTo>
                    <a:pt x="5178" y="12834"/>
                    <a:pt x="5247" y="12860"/>
                    <a:pt x="5315" y="12860"/>
                  </a:cubicBezTo>
                  <a:cubicBezTo>
                    <a:pt x="5384" y="12860"/>
                    <a:pt x="5452" y="12834"/>
                    <a:pt x="5505" y="12781"/>
                  </a:cubicBezTo>
                  <a:lnTo>
                    <a:pt x="6328" y="11958"/>
                  </a:lnTo>
                  <a:cubicBezTo>
                    <a:pt x="6434" y="11852"/>
                    <a:pt x="6434" y="11679"/>
                    <a:pt x="6328" y="11573"/>
                  </a:cubicBezTo>
                  <a:lnTo>
                    <a:pt x="6015" y="11260"/>
                  </a:lnTo>
                  <a:cubicBezTo>
                    <a:pt x="6020" y="11251"/>
                    <a:pt x="6025" y="11236"/>
                    <a:pt x="6034" y="11227"/>
                  </a:cubicBezTo>
                  <a:lnTo>
                    <a:pt x="16846" y="11227"/>
                  </a:lnTo>
                  <a:cubicBezTo>
                    <a:pt x="16996" y="11227"/>
                    <a:pt x="17116" y="11101"/>
                    <a:pt x="17116" y="10952"/>
                  </a:cubicBezTo>
                  <a:lnTo>
                    <a:pt x="17116" y="9865"/>
                  </a:lnTo>
                  <a:cubicBezTo>
                    <a:pt x="17116" y="9716"/>
                    <a:pt x="16996" y="9595"/>
                    <a:pt x="16846" y="9595"/>
                  </a:cubicBezTo>
                  <a:lnTo>
                    <a:pt x="16673" y="9595"/>
                  </a:lnTo>
                  <a:lnTo>
                    <a:pt x="16673" y="1632"/>
                  </a:lnTo>
                  <a:lnTo>
                    <a:pt x="16851" y="1632"/>
                  </a:lnTo>
                  <a:cubicBezTo>
                    <a:pt x="17000" y="1632"/>
                    <a:pt x="17121" y="1507"/>
                    <a:pt x="17121" y="1358"/>
                  </a:cubicBezTo>
                  <a:lnTo>
                    <a:pt x="17121" y="275"/>
                  </a:lnTo>
                  <a:cubicBezTo>
                    <a:pt x="17121" y="121"/>
                    <a:pt x="17000" y="1"/>
                    <a:pt x="16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1"/>
            <p:cNvSpPr/>
            <p:nvPr/>
          </p:nvSpPr>
          <p:spPr>
            <a:xfrm>
              <a:off x="2814255" y="3966702"/>
              <a:ext cx="42672" cy="90406"/>
            </a:xfrm>
            <a:custGeom>
              <a:rect b="b" l="l" r="r" t="t"/>
              <a:pathLst>
                <a:path extrusionOk="0" h="3447" w="1627">
                  <a:moveTo>
                    <a:pt x="1083" y="545"/>
                  </a:moveTo>
                  <a:lnTo>
                    <a:pt x="1083" y="2902"/>
                  </a:lnTo>
                  <a:lnTo>
                    <a:pt x="539" y="2902"/>
                  </a:lnTo>
                  <a:lnTo>
                    <a:pt x="539" y="545"/>
                  </a:lnTo>
                  <a:close/>
                  <a:moveTo>
                    <a:pt x="270" y="1"/>
                  </a:moveTo>
                  <a:cubicBezTo>
                    <a:pt x="120" y="1"/>
                    <a:pt x="0" y="121"/>
                    <a:pt x="0" y="275"/>
                  </a:cubicBezTo>
                  <a:lnTo>
                    <a:pt x="0" y="3172"/>
                  </a:lnTo>
                  <a:cubicBezTo>
                    <a:pt x="0" y="3321"/>
                    <a:pt x="120" y="3446"/>
                    <a:pt x="270" y="3446"/>
                  </a:cubicBezTo>
                  <a:lnTo>
                    <a:pt x="1357" y="3446"/>
                  </a:lnTo>
                  <a:cubicBezTo>
                    <a:pt x="1506" y="3446"/>
                    <a:pt x="1627" y="3321"/>
                    <a:pt x="1627" y="3172"/>
                  </a:cubicBezTo>
                  <a:lnTo>
                    <a:pt x="1627" y="275"/>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1"/>
            <p:cNvSpPr/>
            <p:nvPr/>
          </p:nvSpPr>
          <p:spPr>
            <a:xfrm>
              <a:off x="2865110" y="3932265"/>
              <a:ext cx="42672" cy="124843"/>
            </a:xfrm>
            <a:custGeom>
              <a:rect b="b" l="l" r="r" t="t"/>
              <a:pathLst>
                <a:path extrusionOk="0" h="4760" w="1627">
                  <a:moveTo>
                    <a:pt x="1088" y="539"/>
                  </a:moveTo>
                  <a:lnTo>
                    <a:pt x="1088" y="4215"/>
                  </a:lnTo>
                  <a:lnTo>
                    <a:pt x="539" y="4215"/>
                  </a:lnTo>
                  <a:lnTo>
                    <a:pt x="539" y="539"/>
                  </a:lnTo>
                  <a:close/>
                  <a:moveTo>
                    <a:pt x="270" y="0"/>
                  </a:moveTo>
                  <a:cubicBezTo>
                    <a:pt x="121" y="0"/>
                    <a:pt x="0" y="121"/>
                    <a:pt x="0" y="270"/>
                  </a:cubicBezTo>
                  <a:lnTo>
                    <a:pt x="0" y="4485"/>
                  </a:lnTo>
                  <a:cubicBezTo>
                    <a:pt x="0" y="4634"/>
                    <a:pt x="121" y="4759"/>
                    <a:pt x="270" y="4759"/>
                  </a:cubicBezTo>
                  <a:lnTo>
                    <a:pt x="1357" y="4759"/>
                  </a:lnTo>
                  <a:cubicBezTo>
                    <a:pt x="1506" y="4759"/>
                    <a:pt x="1627" y="4634"/>
                    <a:pt x="1627" y="4485"/>
                  </a:cubicBezTo>
                  <a:lnTo>
                    <a:pt x="1627" y="270"/>
                  </a:lnTo>
                  <a:cubicBezTo>
                    <a:pt x="1627" y="121"/>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1"/>
            <p:cNvSpPr/>
            <p:nvPr/>
          </p:nvSpPr>
          <p:spPr>
            <a:xfrm>
              <a:off x="2916097" y="3950179"/>
              <a:ext cx="42672" cy="106930"/>
            </a:xfrm>
            <a:custGeom>
              <a:rect b="b" l="l" r="r" t="t"/>
              <a:pathLst>
                <a:path extrusionOk="0" h="4077" w="1627">
                  <a:moveTo>
                    <a:pt x="1088" y="544"/>
                  </a:moveTo>
                  <a:lnTo>
                    <a:pt x="1088" y="3532"/>
                  </a:lnTo>
                  <a:lnTo>
                    <a:pt x="539" y="3532"/>
                  </a:lnTo>
                  <a:lnTo>
                    <a:pt x="539" y="544"/>
                  </a:lnTo>
                  <a:close/>
                  <a:moveTo>
                    <a:pt x="270" y="1"/>
                  </a:moveTo>
                  <a:cubicBezTo>
                    <a:pt x="121" y="1"/>
                    <a:pt x="0" y="121"/>
                    <a:pt x="0" y="270"/>
                  </a:cubicBezTo>
                  <a:lnTo>
                    <a:pt x="0" y="3802"/>
                  </a:lnTo>
                  <a:cubicBezTo>
                    <a:pt x="0" y="3951"/>
                    <a:pt x="121" y="4076"/>
                    <a:pt x="270" y="4076"/>
                  </a:cubicBezTo>
                  <a:lnTo>
                    <a:pt x="1357" y="4076"/>
                  </a:lnTo>
                  <a:cubicBezTo>
                    <a:pt x="1506" y="4076"/>
                    <a:pt x="1627" y="3951"/>
                    <a:pt x="1627" y="3802"/>
                  </a:cubicBezTo>
                  <a:lnTo>
                    <a:pt x="1627" y="270"/>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1"/>
            <p:cNvSpPr/>
            <p:nvPr/>
          </p:nvSpPr>
          <p:spPr>
            <a:xfrm>
              <a:off x="2966952" y="3891508"/>
              <a:ext cx="42672" cy="165600"/>
            </a:xfrm>
            <a:custGeom>
              <a:rect b="b" l="l" r="r" t="t"/>
              <a:pathLst>
                <a:path extrusionOk="0" h="6314" w="1627">
                  <a:moveTo>
                    <a:pt x="1088" y="544"/>
                  </a:moveTo>
                  <a:lnTo>
                    <a:pt x="1088" y="5769"/>
                  </a:lnTo>
                  <a:lnTo>
                    <a:pt x="544" y="5769"/>
                  </a:lnTo>
                  <a:lnTo>
                    <a:pt x="544" y="544"/>
                  </a:lnTo>
                  <a:close/>
                  <a:moveTo>
                    <a:pt x="275" y="0"/>
                  </a:moveTo>
                  <a:cubicBezTo>
                    <a:pt x="121" y="0"/>
                    <a:pt x="0" y="120"/>
                    <a:pt x="0" y="274"/>
                  </a:cubicBezTo>
                  <a:lnTo>
                    <a:pt x="0" y="6039"/>
                  </a:lnTo>
                  <a:cubicBezTo>
                    <a:pt x="0" y="6188"/>
                    <a:pt x="121" y="6313"/>
                    <a:pt x="275" y="6313"/>
                  </a:cubicBezTo>
                  <a:lnTo>
                    <a:pt x="1357" y="6313"/>
                  </a:lnTo>
                  <a:cubicBezTo>
                    <a:pt x="1506" y="6313"/>
                    <a:pt x="1627" y="6188"/>
                    <a:pt x="1627" y="6039"/>
                  </a:cubicBezTo>
                  <a:lnTo>
                    <a:pt x="1627" y="274"/>
                  </a:lnTo>
                  <a:cubicBezTo>
                    <a:pt x="1627" y="120"/>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1"/>
            <p:cNvSpPr/>
            <p:nvPr/>
          </p:nvSpPr>
          <p:spPr>
            <a:xfrm>
              <a:off x="2720990" y="3909421"/>
              <a:ext cx="56678" cy="14163"/>
            </a:xfrm>
            <a:custGeom>
              <a:rect b="b" l="l" r="r" t="t"/>
              <a:pathLst>
                <a:path extrusionOk="0" h="540" w="2161">
                  <a:moveTo>
                    <a:pt x="361" y="0"/>
                  </a:moveTo>
                  <a:cubicBezTo>
                    <a:pt x="0" y="0"/>
                    <a:pt x="0" y="539"/>
                    <a:pt x="361" y="539"/>
                  </a:cubicBezTo>
                  <a:lnTo>
                    <a:pt x="1800" y="539"/>
                  </a:lnTo>
                  <a:cubicBezTo>
                    <a:pt x="2161" y="539"/>
                    <a:pt x="2161" y="0"/>
                    <a:pt x="1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1"/>
            <p:cNvSpPr/>
            <p:nvPr/>
          </p:nvSpPr>
          <p:spPr>
            <a:xfrm>
              <a:off x="2720990" y="3931767"/>
              <a:ext cx="77371" cy="14268"/>
            </a:xfrm>
            <a:custGeom>
              <a:rect b="b" l="l" r="r" t="t"/>
              <a:pathLst>
                <a:path extrusionOk="0" h="544" w="2950">
                  <a:moveTo>
                    <a:pt x="361" y="0"/>
                  </a:moveTo>
                  <a:cubicBezTo>
                    <a:pt x="0" y="0"/>
                    <a:pt x="0" y="544"/>
                    <a:pt x="361" y="544"/>
                  </a:cubicBezTo>
                  <a:lnTo>
                    <a:pt x="2589" y="544"/>
                  </a:lnTo>
                  <a:cubicBezTo>
                    <a:pt x="2950" y="544"/>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1"/>
            <p:cNvSpPr/>
            <p:nvPr/>
          </p:nvSpPr>
          <p:spPr>
            <a:xfrm>
              <a:off x="2720990" y="3954087"/>
              <a:ext cx="77371" cy="14294"/>
            </a:xfrm>
            <a:custGeom>
              <a:rect b="b" l="l" r="r" t="t"/>
              <a:pathLst>
                <a:path extrusionOk="0" h="545" w="2950">
                  <a:moveTo>
                    <a:pt x="361" y="1"/>
                  </a:moveTo>
                  <a:cubicBezTo>
                    <a:pt x="0" y="1"/>
                    <a:pt x="0" y="544"/>
                    <a:pt x="361" y="544"/>
                  </a:cubicBezTo>
                  <a:lnTo>
                    <a:pt x="2589" y="544"/>
                  </a:lnTo>
                  <a:cubicBezTo>
                    <a:pt x="2950" y="544"/>
                    <a:pt x="2950" y="1"/>
                    <a:pt x="2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1"/>
            <p:cNvSpPr/>
            <p:nvPr/>
          </p:nvSpPr>
          <p:spPr>
            <a:xfrm>
              <a:off x="2720990" y="3976564"/>
              <a:ext cx="77371" cy="14163"/>
            </a:xfrm>
            <a:custGeom>
              <a:rect b="b" l="l" r="r" t="t"/>
              <a:pathLst>
                <a:path extrusionOk="0" h="540" w="2950">
                  <a:moveTo>
                    <a:pt x="361" y="0"/>
                  </a:moveTo>
                  <a:cubicBezTo>
                    <a:pt x="0" y="0"/>
                    <a:pt x="0" y="539"/>
                    <a:pt x="361" y="539"/>
                  </a:cubicBezTo>
                  <a:lnTo>
                    <a:pt x="2589" y="539"/>
                  </a:lnTo>
                  <a:cubicBezTo>
                    <a:pt x="2950" y="539"/>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1"/>
            <p:cNvSpPr/>
            <p:nvPr/>
          </p:nvSpPr>
          <p:spPr>
            <a:xfrm>
              <a:off x="2644957" y="4040533"/>
              <a:ext cx="105199" cy="88754"/>
            </a:xfrm>
            <a:custGeom>
              <a:rect b="b" l="l" r="r" t="t"/>
              <a:pathLst>
                <a:path extrusionOk="0" h="3384" w="4011">
                  <a:moveTo>
                    <a:pt x="2197" y="0"/>
                  </a:moveTo>
                  <a:cubicBezTo>
                    <a:pt x="850" y="0"/>
                    <a:pt x="1" y="1578"/>
                    <a:pt x="859" y="2719"/>
                  </a:cubicBezTo>
                  <a:cubicBezTo>
                    <a:pt x="919" y="2797"/>
                    <a:pt x="995" y="2829"/>
                    <a:pt x="1068" y="2829"/>
                  </a:cubicBezTo>
                  <a:cubicBezTo>
                    <a:pt x="1266" y="2829"/>
                    <a:pt x="1450" y="2599"/>
                    <a:pt x="1292" y="2392"/>
                  </a:cubicBezTo>
                  <a:cubicBezTo>
                    <a:pt x="709" y="1616"/>
                    <a:pt x="1289" y="542"/>
                    <a:pt x="2202" y="542"/>
                  </a:cubicBezTo>
                  <a:cubicBezTo>
                    <a:pt x="2268" y="542"/>
                    <a:pt x="2335" y="547"/>
                    <a:pt x="2404" y="559"/>
                  </a:cubicBezTo>
                  <a:cubicBezTo>
                    <a:pt x="3429" y="732"/>
                    <a:pt x="3722" y="2070"/>
                    <a:pt x="2856" y="2652"/>
                  </a:cubicBezTo>
                  <a:lnTo>
                    <a:pt x="2817" y="2681"/>
                  </a:lnTo>
                  <a:lnTo>
                    <a:pt x="2803" y="2686"/>
                  </a:lnTo>
                  <a:lnTo>
                    <a:pt x="2769" y="2705"/>
                  </a:lnTo>
                  <a:lnTo>
                    <a:pt x="2760" y="2715"/>
                  </a:lnTo>
                  <a:lnTo>
                    <a:pt x="2712" y="2734"/>
                  </a:lnTo>
                  <a:lnTo>
                    <a:pt x="2668" y="2753"/>
                  </a:lnTo>
                  <a:lnTo>
                    <a:pt x="2654" y="2763"/>
                  </a:lnTo>
                  <a:lnTo>
                    <a:pt x="2620" y="2777"/>
                  </a:lnTo>
                  <a:lnTo>
                    <a:pt x="2606" y="2782"/>
                  </a:lnTo>
                  <a:lnTo>
                    <a:pt x="2558" y="2796"/>
                  </a:lnTo>
                  <a:lnTo>
                    <a:pt x="2510" y="2811"/>
                  </a:lnTo>
                  <a:lnTo>
                    <a:pt x="2495" y="2816"/>
                  </a:lnTo>
                  <a:lnTo>
                    <a:pt x="2461" y="2820"/>
                  </a:lnTo>
                  <a:lnTo>
                    <a:pt x="2442" y="2825"/>
                  </a:lnTo>
                  <a:lnTo>
                    <a:pt x="2399" y="2835"/>
                  </a:lnTo>
                  <a:lnTo>
                    <a:pt x="2394" y="2835"/>
                  </a:lnTo>
                  <a:lnTo>
                    <a:pt x="2341" y="2840"/>
                  </a:lnTo>
                  <a:lnTo>
                    <a:pt x="2091" y="2840"/>
                  </a:lnTo>
                  <a:lnTo>
                    <a:pt x="2043" y="2835"/>
                  </a:lnTo>
                  <a:lnTo>
                    <a:pt x="2038" y="2835"/>
                  </a:lnTo>
                  <a:lnTo>
                    <a:pt x="1990" y="2825"/>
                  </a:lnTo>
                  <a:lnTo>
                    <a:pt x="1975" y="2825"/>
                  </a:lnTo>
                  <a:lnTo>
                    <a:pt x="1937" y="2816"/>
                  </a:lnTo>
                  <a:lnTo>
                    <a:pt x="1922" y="2811"/>
                  </a:lnTo>
                  <a:lnTo>
                    <a:pt x="1874" y="2796"/>
                  </a:lnTo>
                  <a:lnTo>
                    <a:pt x="1831" y="2782"/>
                  </a:lnTo>
                  <a:lnTo>
                    <a:pt x="1817" y="2777"/>
                  </a:lnTo>
                  <a:cubicBezTo>
                    <a:pt x="1786" y="2765"/>
                    <a:pt x="1753" y="2760"/>
                    <a:pt x="1722" y="2760"/>
                  </a:cubicBezTo>
                  <a:cubicBezTo>
                    <a:pt x="1612" y="2760"/>
                    <a:pt x="1508" y="2828"/>
                    <a:pt x="1470" y="2936"/>
                  </a:cubicBezTo>
                  <a:cubicBezTo>
                    <a:pt x="1417" y="3075"/>
                    <a:pt x="1489" y="3229"/>
                    <a:pt x="1629" y="3282"/>
                  </a:cubicBezTo>
                  <a:lnTo>
                    <a:pt x="1643" y="3292"/>
                  </a:lnTo>
                  <a:cubicBezTo>
                    <a:pt x="1667" y="3297"/>
                    <a:pt x="1692" y="3306"/>
                    <a:pt x="1716" y="3316"/>
                  </a:cubicBezTo>
                  <a:lnTo>
                    <a:pt x="1788" y="3335"/>
                  </a:lnTo>
                  <a:lnTo>
                    <a:pt x="1812" y="3340"/>
                  </a:lnTo>
                  <a:lnTo>
                    <a:pt x="1865" y="3355"/>
                  </a:lnTo>
                  <a:lnTo>
                    <a:pt x="1889" y="3359"/>
                  </a:lnTo>
                  <a:cubicBezTo>
                    <a:pt x="1908" y="3359"/>
                    <a:pt x="1932" y="3364"/>
                    <a:pt x="1956" y="3369"/>
                  </a:cubicBezTo>
                  <a:lnTo>
                    <a:pt x="1966" y="3369"/>
                  </a:lnTo>
                  <a:cubicBezTo>
                    <a:pt x="1990" y="3374"/>
                    <a:pt x="2014" y="3379"/>
                    <a:pt x="2038" y="3379"/>
                  </a:cubicBezTo>
                  <a:lnTo>
                    <a:pt x="2062" y="3379"/>
                  </a:lnTo>
                  <a:lnTo>
                    <a:pt x="2120" y="3383"/>
                  </a:lnTo>
                  <a:lnTo>
                    <a:pt x="2312" y="3383"/>
                  </a:lnTo>
                  <a:lnTo>
                    <a:pt x="2370" y="3379"/>
                  </a:lnTo>
                  <a:lnTo>
                    <a:pt x="2394" y="3379"/>
                  </a:lnTo>
                  <a:cubicBezTo>
                    <a:pt x="2418" y="3374"/>
                    <a:pt x="2442" y="3369"/>
                    <a:pt x="2471" y="3369"/>
                  </a:cubicBezTo>
                  <a:cubicBezTo>
                    <a:pt x="2495" y="3364"/>
                    <a:pt x="2519" y="3359"/>
                    <a:pt x="2543" y="3355"/>
                  </a:cubicBezTo>
                  <a:lnTo>
                    <a:pt x="2567" y="3350"/>
                  </a:lnTo>
                  <a:lnTo>
                    <a:pt x="2620" y="3335"/>
                  </a:lnTo>
                  <a:lnTo>
                    <a:pt x="2639" y="3331"/>
                  </a:lnTo>
                  <a:lnTo>
                    <a:pt x="2712" y="3311"/>
                  </a:lnTo>
                  <a:lnTo>
                    <a:pt x="2716" y="3311"/>
                  </a:lnTo>
                  <a:lnTo>
                    <a:pt x="2784" y="3287"/>
                  </a:lnTo>
                  <a:lnTo>
                    <a:pt x="2808" y="3278"/>
                  </a:lnTo>
                  <a:lnTo>
                    <a:pt x="2856" y="3258"/>
                  </a:lnTo>
                  <a:lnTo>
                    <a:pt x="2875" y="3249"/>
                  </a:lnTo>
                  <a:lnTo>
                    <a:pt x="2943" y="3220"/>
                  </a:lnTo>
                  <a:lnTo>
                    <a:pt x="2947" y="3220"/>
                  </a:lnTo>
                  <a:lnTo>
                    <a:pt x="3010" y="3186"/>
                  </a:lnTo>
                  <a:lnTo>
                    <a:pt x="3029" y="3177"/>
                  </a:lnTo>
                  <a:lnTo>
                    <a:pt x="3077" y="3152"/>
                  </a:lnTo>
                  <a:lnTo>
                    <a:pt x="3097" y="3138"/>
                  </a:lnTo>
                  <a:cubicBezTo>
                    <a:pt x="3116" y="3128"/>
                    <a:pt x="3135" y="3114"/>
                    <a:pt x="3154" y="3100"/>
                  </a:cubicBezTo>
                  <a:cubicBezTo>
                    <a:pt x="3732" y="2715"/>
                    <a:pt x="4011" y="2017"/>
                    <a:pt x="3866" y="1338"/>
                  </a:cubicBezTo>
                  <a:cubicBezTo>
                    <a:pt x="3717" y="660"/>
                    <a:pt x="3174" y="140"/>
                    <a:pt x="2490" y="25"/>
                  </a:cubicBezTo>
                  <a:cubicBezTo>
                    <a:pt x="2390" y="8"/>
                    <a:pt x="2292" y="0"/>
                    <a:pt x="2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81"/>
          <p:cNvGrpSpPr/>
          <p:nvPr/>
        </p:nvGrpSpPr>
        <p:grpSpPr>
          <a:xfrm>
            <a:off x="3547471" y="2442334"/>
            <a:ext cx="347567" cy="346334"/>
            <a:chOff x="3547471" y="2442334"/>
            <a:chExt cx="347567" cy="346334"/>
          </a:xfrm>
        </p:grpSpPr>
        <p:sp>
          <p:nvSpPr>
            <p:cNvPr id="10176" name="Google Shape;10176;p81"/>
            <p:cNvSpPr/>
            <p:nvPr/>
          </p:nvSpPr>
          <p:spPr>
            <a:xfrm>
              <a:off x="3552507" y="2645518"/>
              <a:ext cx="60979" cy="138088"/>
            </a:xfrm>
            <a:custGeom>
              <a:rect b="b" l="l" r="r" t="t"/>
              <a:pathLst>
                <a:path extrusionOk="0" h="5265" w="2325">
                  <a:moveTo>
                    <a:pt x="2001" y="1"/>
                  </a:moveTo>
                  <a:cubicBezTo>
                    <a:pt x="1999" y="1"/>
                    <a:pt x="1996" y="1"/>
                    <a:pt x="1993" y="1"/>
                  </a:cubicBezTo>
                  <a:lnTo>
                    <a:pt x="333" y="1"/>
                  </a:lnTo>
                  <a:cubicBezTo>
                    <a:pt x="150" y="1"/>
                    <a:pt x="1" y="145"/>
                    <a:pt x="1" y="333"/>
                  </a:cubicBezTo>
                  <a:lnTo>
                    <a:pt x="1" y="5265"/>
                  </a:lnTo>
                  <a:lnTo>
                    <a:pt x="2325" y="5265"/>
                  </a:lnTo>
                  <a:lnTo>
                    <a:pt x="2325" y="333"/>
                  </a:lnTo>
                  <a:cubicBezTo>
                    <a:pt x="2325" y="148"/>
                    <a:pt x="2180" y="1"/>
                    <a:pt x="2001"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1"/>
            <p:cNvSpPr/>
            <p:nvPr/>
          </p:nvSpPr>
          <p:spPr>
            <a:xfrm>
              <a:off x="3552507" y="2645518"/>
              <a:ext cx="29060" cy="138088"/>
            </a:xfrm>
            <a:custGeom>
              <a:rect b="b" l="l" r="r" t="t"/>
              <a:pathLst>
                <a:path extrusionOk="0" h="5265" w="1108">
                  <a:moveTo>
                    <a:pt x="333" y="1"/>
                  </a:moveTo>
                  <a:cubicBezTo>
                    <a:pt x="150" y="1"/>
                    <a:pt x="1" y="145"/>
                    <a:pt x="1" y="333"/>
                  </a:cubicBezTo>
                  <a:lnTo>
                    <a:pt x="1" y="5265"/>
                  </a:lnTo>
                  <a:lnTo>
                    <a:pt x="776" y="5265"/>
                  </a:lnTo>
                  <a:lnTo>
                    <a:pt x="776" y="333"/>
                  </a:lnTo>
                  <a:cubicBezTo>
                    <a:pt x="776" y="150"/>
                    <a:pt x="925" y="1"/>
                    <a:pt x="1108"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1"/>
            <p:cNvSpPr/>
            <p:nvPr/>
          </p:nvSpPr>
          <p:spPr>
            <a:xfrm>
              <a:off x="3644644" y="2611212"/>
              <a:ext cx="60979" cy="172393"/>
            </a:xfrm>
            <a:custGeom>
              <a:rect b="b" l="l" r="r" t="t"/>
              <a:pathLst>
                <a:path extrusionOk="0" h="6573" w="2325">
                  <a:moveTo>
                    <a:pt x="332" y="0"/>
                  </a:moveTo>
                  <a:cubicBezTo>
                    <a:pt x="150" y="0"/>
                    <a:pt x="0" y="149"/>
                    <a:pt x="0" y="332"/>
                  </a:cubicBezTo>
                  <a:lnTo>
                    <a:pt x="0" y="6573"/>
                  </a:lnTo>
                  <a:lnTo>
                    <a:pt x="2324" y="6573"/>
                  </a:lnTo>
                  <a:lnTo>
                    <a:pt x="2324" y="337"/>
                  </a:lnTo>
                  <a:cubicBezTo>
                    <a:pt x="2324" y="149"/>
                    <a:pt x="2175" y="0"/>
                    <a:pt x="1992"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1"/>
            <p:cNvSpPr/>
            <p:nvPr/>
          </p:nvSpPr>
          <p:spPr>
            <a:xfrm>
              <a:off x="3644644" y="2611212"/>
              <a:ext cx="29060" cy="172393"/>
            </a:xfrm>
            <a:custGeom>
              <a:rect b="b" l="l" r="r" t="t"/>
              <a:pathLst>
                <a:path extrusionOk="0" h="6573" w="1108">
                  <a:moveTo>
                    <a:pt x="332" y="0"/>
                  </a:moveTo>
                  <a:cubicBezTo>
                    <a:pt x="150" y="0"/>
                    <a:pt x="0" y="149"/>
                    <a:pt x="0" y="332"/>
                  </a:cubicBezTo>
                  <a:lnTo>
                    <a:pt x="0" y="6573"/>
                  </a:lnTo>
                  <a:lnTo>
                    <a:pt x="775" y="6573"/>
                  </a:lnTo>
                  <a:lnTo>
                    <a:pt x="775" y="337"/>
                  </a:lnTo>
                  <a:cubicBezTo>
                    <a:pt x="775" y="149"/>
                    <a:pt x="924" y="0"/>
                    <a:pt x="1107"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1"/>
            <p:cNvSpPr/>
            <p:nvPr/>
          </p:nvSpPr>
          <p:spPr>
            <a:xfrm>
              <a:off x="3736755" y="2577143"/>
              <a:ext cx="61005" cy="206463"/>
            </a:xfrm>
            <a:custGeom>
              <a:rect b="b" l="l" r="r" t="t"/>
              <a:pathLst>
                <a:path extrusionOk="0" h="7872" w="2326">
                  <a:moveTo>
                    <a:pt x="333" y="0"/>
                  </a:moveTo>
                  <a:cubicBezTo>
                    <a:pt x="150" y="0"/>
                    <a:pt x="1" y="149"/>
                    <a:pt x="1" y="332"/>
                  </a:cubicBezTo>
                  <a:lnTo>
                    <a:pt x="1" y="7872"/>
                  </a:lnTo>
                  <a:lnTo>
                    <a:pt x="2325" y="7872"/>
                  </a:lnTo>
                  <a:lnTo>
                    <a:pt x="2325" y="332"/>
                  </a:lnTo>
                  <a:cubicBezTo>
                    <a:pt x="2325" y="149"/>
                    <a:pt x="2176" y="0"/>
                    <a:pt x="1993"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1"/>
            <p:cNvSpPr/>
            <p:nvPr/>
          </p:nvSpPr>
          <p:spPr>
            <a:xfrm>
              <a:off x="3736755" y="2577143"/>
              <a:ext cx="29060" cy="206463"/>
            </a:xfrm>
            <a:custGeom>
              <a:rect b="b" l="l" r="r" t="t"/>
              <a:pathLst>
                <a:path extrusionOk="0" h="7872" w="1108">
                  <a:moveTo>
                    <a:pt x="333" y="0"/>
                  </a:moveTo>
                  <a:cubicBezTo>
                    <a:pt x="150" y="0"/>
                    <a:pt x="1" y="149"/>
                    <a:pt x="1" y="332"/>
                  </a:cubicBezTo>
                  <a:lnTo>
                    <a:pt x="1" y="7872"/>
                  </a:lnTo>
                  <a:lnTo>
                    <a:pt x="776" y="7872"/>
                  </a:lnTo>
                  <a:lnTo>
                    <a:pt x="776" y="332"/>
                  </a:lnTo>
                  <a:cubicBezTo>
                    <a:pt x="776" y="149"/>
                    <a:pt x="925" y="0"/>
                    <a:pt x="1108"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1"/>
            <p:cNvSpPr/>
            <p:nvPr/>
          </p:nvSpPr>
          <p:spPr>
            <a:xfrm>
              <a:off x="3828892" y="2542942"/>
              <a:ext cx="60979" cy="240664"/>
            </a:xfrm>
            <a:custGeom>
              <a:rect b="b" l="l" r="r" t="t"/>
              <a:pathLst>
                <a:path extrusionOk="0" h="9176" w="2325">
                  <a:moveTo>
                    <a:pt x="333" y="0"/>
                  </a:moveTo>
                  <a:cubicBezTo>
                    <a:pt x="150" y="0"/>
                    <a:pt x="1" y="149"/>
                    <a:pt x="1" y="332"/>
                  </a:cubicBezTo>
                  <a:lnTo>
                    <a:pt x="1" y="9176"/>
                  </a:lnTo>
                  <a:lnTo>
                    <a:pt x="2325" y="9176"/>
                  </a:lnTo>
                  <a:lnTo>
                    <a:pt x="2325" y="332"/>
                  </a:lnTo>
                  <a:cubicBezTo>
                    <a:pt x="2325" y="149"/>
                    <a:pt x="2175" y="0"/>
                    <a:pt x="1993"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1"/>
            <p:cNvSpPr/>
            <p:nvPr/>
          </p:nvSpPr>
          <p:spPr>
            <a:xfrm>
              <a:off x="3828892" y="2542942"/>
              <a:ext cx="29191" cy="240664"/>
            </a:xfrm>
            <a:custGeom>
              <a:rect b="b" l="l" r="r" t="t"/>
              <a:pathLst>
                <a:path extrusionOk="0" h="9176" w="1113">
                  <a:moveTo>
                    <a:pt x="333" y="0"/>
                  </a:moveTo>
                  <a:cubicBezTo>
                    <a:pt x="150" y="0"/>
                    <a:pt x="1" y="149"/>
                    <a:pt x="1" y="332"/>
                  </a:cubicBezTo>
                  <a:lnTo>
                    <a:pt x="1" y="9176"/>
                  </a:lnTo>
                  <a:lnTo>
                    <a:pt x="775" y="9176"/>
                  </a:lnTo>
                  <a:lnTo>
                    <a:pt x="775" y="332"/>
                  </a:lnTo>
                  <a:cubicBezTo>
                    <a:pt x="775" y="149"/>
                    <a:pt x="924" y="0"/>
                    <a:pt x="111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1"/>
            <p:cNvSpPr/>
            <p:nvPr/>
          </p:nvSpPr>
          <p:spPr>
            <a:xfrm>
              <a:off x="3567142" y="2447527"/>
              <a:ext cx="313130" cy="126338"/>
            </a:xfrm>
            <a:custGeom>
              <a:rect b="b" l="l" r="r" t="t"/>
              <a:pathLst>
                <a:path extrusionOk="0" h="4817" w="11939">
                  <a:moveTo>
                    <a:pt x="9603" y="0"/>
                  </a:moveTo>
                  <a:cubicBezTo>
                    <a:pt x="9429" y="0"/>
                    <a:pt x="9327" y="190"/>
                    <a:pt x="9427" y="332"/>
                  </a:cubicBezTo>
                  <a:lnTo>
                    <a:pt x="9764" y="818"/>
                  </a:lnTo>
                  <a:cubicBezTo>
                    <a:pt x="8624" y="1502"/>
                    <a:pt x="4976" y="3426"/>
                    <a:pt x="1" y="3426"/>
                  </a:cubicBezTo>
                  <a:lnTo>
                    <a:pt x="1" y="4817"/>
                  </a:lnTo>
                  <a:cubicBezTo>
                    <a:pt x="2705" y="4812"/>
                    <a:pt x="5385" y="4288"/>
                    <a:pt x="7897" y="3282"/>
                  </a:cubicBezTo>
                  <a:cubicBezTo>
                    <a:pt x="8816" y="2916"/>
                    <a:pt x="9711" y="2478"/>
                    <a:pt x="10563" y="1968"/>
                  </a:cubicBezTo>
                  <a:lnTo>
                    <a:pt x="10861" y="2401"/>
                  </a:lnTo>
                  <a:cubicBezTo>
                    <a:pt x="10905" y="2462"/>
                    <a:pt x="10970" y="2491"/>
                    <a:pt x="11035" y="2491"/>
                  </a:cubicBezTo>
                  <a:cubicBezTo>
                    <a:pt x="11120" y="2491"/>
                    <a:pt x="11204" y="2441"/>
                    <a:pt x="11236" y="2348"/>
                  </a:cubicBezTo>
                  <a:lnTo>
                    <a:pt x="11896" y="352"/>
                  </a:lnTo>
                  <a:cubicBezTo>
                    <a:pt x="11939" y="222"/>
                    <a:pt x="11847" y="82"/>
                    <a:pt x="11708" y="73"/>
                  </a:cubicBezTo>
                  <a:lnTo>
                    <a:pt x="9610" y="0"/>
                  </a:lnTo>
                  <a:cubicBezTo>
                    <a:pt x="9608" y="0"/>
                    <a:pt x="9606" y="0"/>
                    <a:pt x="9603" y="0"/>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1"/>
            <p:cNvSpPr/>
            <p:nvPr/>
          </p:nvSpPr>
          <p:spPr>
            <a:xfrm>
              <a:off x="3547471" y="2640351"/>
              <a:ext cx="71077" cy="148317"/>
            </a:xfrm>
            <a:custGeom>
              <a:rect b="b" l="l" r="r" t="t"/>
              <a:pathLst>
                <a:path extrusionOk="0" h="5655" w="2710">
                  <a:moveTo>
                    <a:pt x="2185" y="386"/>
                  </a:moveTo>
                  <a:cubicBezTo>
                    <a:pt x="2262" y="386"/>
                    <a:pt x="2320" y="448"/>
                    <a:pt x="2320" y="525"/>
                  </a:cubicBezTo>
                  <a:lnTo>
                    <a:pt x="2320" y="5265"/>
                  </a:lnTo>
                  <a:lnTo>
                    <a:pt x="385" y="5265"/>
                  </a:lnTo>
                  <a:lnTo>
                    <a:pt x="385" y="525"/>
                  </a:lnTo>
                  <a:cubicBezTo>
                    <a:pt x="385" y="448"/>
                    <a:pt x="448" y="386"/>
                    <a:pt x="525" y="386"/>
                  </a:cubicBezTo>
                  <a:close/>
                  <a:moveTo>
                    <a:pt x="525" y="1"/>
                  </a:moveTo>
                  <a:cubicBezTo>
                    <a:pt x="236" y="1"/>
                    <a:pt x="0" y="236"/>
                    <a:pt x="0" y="530"/>
                  </a:cubicBezTo>
                  <a:lnTo>
                    <a:pt x="0" y="5462"/>
                  </a:lnTo>
                  <a:cubicBezTo>
                    <a:pt x="0" y="5568"/>
                    <a:pt x="87" y="5654"/>
                    <a:pt x="193" y="5654"/>
                  </a:cubicBezTo>
                  <a:lnTo>
                    <a:pt x="2517" y="5654"/>
                  </a:lnTo>
                  <a:cubicBezTo>
                    <a:pt x="2623" y="5654"/>
                    <a:pt x="2709" y="5568"/>
                    <a:pt x="2709" y="5462"/>
                  </a:cubicBezTo>
                  <a:lnTo>
                    <a:pt x="2709" y="530"/>
                  </a:lnTo>
                  <a:cubicBezTo>
                    <a:pt x="2709" y="236"/>
                    <a:pt x="2474"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1"/>
            <p:cNvSpPr/>
            <p:nvPr/>
          </p:nvSpPr>
          <p:spPr>
            <a:xfrm>
              <a:off x="3639477" y="2606151"/>
              <a:ext cx="71181" cy="182517"/>
            </a:xfrm>
            <a:custGeom>
              <a:rect b="b" l="l" r="r" t="t"/>
              <a:pathLst>
                <a:path extrusionOk="0" h="6959" w="2714">
                  <a:moveTo>
                    <a:pt x="2189" y="390"/>
                  </a:moveTo>
                  <a:cubicBezTo>
                    <a:pt x="2266" y="390"/>
                    <a:pt x="2329" y="453"/>
                    <a:pt x="2329" y="530"/>
                  </a:cubicBezTo>
                  <a:lnTo>
                    <a:pt x="2329" y="6569"/>
                  </a:lnTo>
                  <a:lnTo>
                    <a:pt x="390" y="6569"/>
                  </a:lnTo>
                  <a:lnTo>
                    <a:pt x="390" y="530"/>
                  </a:lnTo>
                  <a:cubicBezTo>
                    <a:pt x="390" y="453"/>
                    <a:pt x="452" y="390"/>
                    <a:pt x="529" y="390"/>
                  </a:cubicBezTo>
                  <a:close/>
                  <a:moveTo>
                    <a:pt x="529" y="1"/>
                  </a:moveTo>
                  <a:cubicBezTo>
                    <a:pt x="236" y="1"/>
                    <a:pt x="0" y="236"/>
                    <a:pt x="0" y="530"/>
                  </a:cubicBezTo>
                  <a:lnTo>
                    <a:pt x="0" y="6766"/>
                  </a:lnTo>
                  <a:cubicBezTo>
                    <a:pt x="0" y="6872"/>
                    <a:pt x="87" y="6958"/>
                    <a:pt x="197" y="6958"/>
                  </a:cubicBezTo>
                  <a:lnTo>
                    <a:pt x="2521" y="6958"/>
                  </a:lnTo>
                  <a:cubicBezTo>
                    <a:pt x="2627" y="6958"/>
                    <a:pt x="2714" y="6872"/>
                    <a:pt x="2714" y="6766"/>
                  </a:cubicBezTo>
                  <a:lnTo>
                    <a:pt x="2714" y="530"/>
                  </a:lnTo>
                  <a:cubicBezTo>
                    <a:pt x="2714" y="236"/>
                    <a:pt x="2478"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1"/>
            <p:cNvSpPr/>
            <p:nvPr/>
          </p:nvSpPr>
          <p:spPr>
            <a:xfrm>
              <a:off x="3731588" y="2572081"/>
              <a:ext cx="71208" cy="216587"/>
            </a:xfrm>
            <a:custGeom>
              <a:rect b="b" l="l" r="r" t="t"/>
              <a:pathLst>
                <a:path extrusionOk="0" h="8258" w="2715">
                  <a:moveTo>
                    <a:pt x="2190" y="385"/>
                  </a:moveTo>
                  <a:cubicBezTo>
                    <a:pt x="2267" y="385"/>
                    <a:pt x="2330" y="448"/>
                    <a:pt x="2330" y="525"/>
                  </a:cubicBezTo>
                  <a:lnTo>
                    <a:pt x="2330" y="7868"/>
                  </a:lnTo>
                  <a:lnTo>
                    <a:pt x="390" y="7868"/>
                  </a:lnTo>
                  <a:lnTo>
                    <a:pt x="390" y="525"/>
                  </a:lnTo>
                  <a:cubicBezTo>
                    <a:pt x="390" y="448"/>
                    <a:pt x="453" y="385"/>
                    <a:pt x="530" y="385"/>
                  </a:cubicBezTo>
                  <a:close/>
                  <a:moveTo>
                    <a:pt x="530" y="1"/>
                  </a:moveTo>
                  <a:cubicBezTo>
                    <a:pt x="236" y="1"/>
                    <a:pt x="1" y="236"/>
                    <a:pt x="1" y="525"/>
                  </a:cubicBezTo>
                  <a:lnTo>
                    <a:pt x="1" y="8065"/>
                  </a:lnTo>
                  <a:cubicBezTo>
                    <a:pt x="1" y="8171"/>
                    <a:pt x="87" y="8257"/>
                    <a:pt x="198" y="8257"/>
                  </a:cubicBezTo>
                  <a:lnTo>
                    <a:pt x="2522" y="8257"/>
                  </a:lnTo>
                  <a:cubicBezTo>
                    <a:pt x="2628" y="8257"/>
                    <a:pt x="2715" y="8171"/>
                    <a:pt x="2715" y="8065"/>
                  </a:cubicBezTo>
                  <a:lnTo>
                    <a:pt x="2715" y="525"/>
                  </a:lnTo>
                  <a:cubicBezTo>
                    <a:pt x="2715" y="236"/>
                    <a:pt x="2479" y="1"/>
                    <a:pt x="2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1"/>
            <p:cNvSpPr/>
            <p:nvPr/>
          </p:nvSpPr>
          <p:spPr>
            <a:xfrm>
              <a:off x="3823857" y="2537880"/>
              <a:ext cx="71181" cy="250787"/>
            </a:xfrm>
            <a:custGeom>
              <a:rect b="b" l="l" r="r" t="t"/>
              <a:pathLst>
                <a:path extrusionOk="0" h="9562" w="2714">
                  <a:moveTo>
                    <a:pt x="2185" y="390"/>
                  </a:moveTo>
                  <a:cubicBezTo>
                    <a:pt x="2262" y="390"/>
                    <a:pt x="2324" y="448"/>
                    <a:pt x="2324" y="525"/>
                  </a:cubicBezTo>
                  <a:lnTo>
                    <a:pt x="2324" y="9172"/>
                  </a:lnTo>
                  <a:lnTo>
                    <a:pt x="385" y="9172"/>
                  </a:lnTo>
                  <a:lnTo>
                    <a:pt x="390" y="525"/>
                  </a:lnTo>
                  <a:cubicBezTo>
                    <a:pt x="390" y="448"/>
                    <a:pt x="448" y="390"/>
                    <a:pt x="525" y="390"/>
                  </a:cubicBezTo>
                  <a:close/>
                  <a:moveTo>
                    <a:pt x="525" y="1"/>
                  </a:moveTo>
                  <a:cubicBezTo>
                    <a:pt x="236" y="1"/>
                    <a:pt x="0" y="236"/>
                    <a:pt x="0" y="525"/>
                  </a:cubicBezTo>
                  <a:lnTo>
                    <a:pt x="0" y="9369"/>
                  </a:lnTo>
                  <a:cubicBezTo>
                    <a:pt x="0" y="9475"/>
                    <a:pt x="87" y="9561"/>
                    <a:pt x="193" y="9561"/>
                  </a:cubicBezTo>
                  <a:lnTo>
                    <a:pt x="2517" y="9561"/>
                  </a:lnTo>
                  <a:cubicBezTo>
                    <a:pt x="2627" y="9561"/>
                    <a:pt x="2714" y="9475"/>
                    <a:pt x="2714" y="9369"/>
                  </a:cubicBezTo>
                  <a:lnTo>
                    <a:pt x="2714" y="525"/>
                  </a:lnTo>
                  <a:cubicBezTo>
                    <a:pt x="2714" y="236"/>
                    <a:pt x="2478"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1"/>
            <p:cNvSpPr/>
            <p:nvPr/>
          </p:nvSpPr>
          <p:spPr>
            <a:xfrm>
              <a:off x="3613984" y="2442334"/>
              <a:ext cx="272346" cy="97225"/>
            </a:xfrm>
            <a:custGeom>
              <a:rect b="b" l="l" r="r" t="t"/>
              <a:pathLst>
                <a:path extrusionOk="0" h="3707" w="10384">
                  <a:moveTo>
                    <a:pt x="7816" y="1"/>
                  </a:moveTo>
                  <a:cubicBezTo>
                    <a:pt x="7487" y="1"/>
                    <a:pt x="7292" y="370"/>
                    <a:pt x="7478" y="641"/>
                  </a:cubicBezTo>
                  <a:lnTo>
                    <a:pt x="7699" y="954"/>
                  </a:lnTo>
                  <a:cubicBezTo>
                    <a:pt x="6563" y="1608"/>
                    <a:pt x="3888" y="2931"/>
                    <a:pt x="246" y="3316"/>
                  </a:cubicBezTo>
                  <a:cubicBezTo>
                    <a:pt x="0" y="3345"/>
                    <a:pt x="19" y="3706"/>
                    <a:pt x="265" y="3706"/>
                  </a:cubicBezTo>
                  <a:lnTo>
                    <a:pt x="284" y="3706"/>
                  </a:lnTo>
                  <a:cubicBezTo>
                    <a:pt x="4215" y="3288"/>
                    <a:pt x="7045" y="1801"/>
                    <a:pt x="8079" y="1185"/>
                  </a:cubicBezTo>
                  <a:cubicBezTo>
                    <a:pt x="8170" y="1127"/>
                    <a:pt x="8199" y="997"/>
                    <a:pt x="8137" y="906"/>
                  </a:cubicBezTo>
                  <a:lnTo>
                    <a:pt x="7800" y="420"/>
                  </a:lnTo>
                  <a:cubicBezTo>
                    <a:pt x="7790" y="405"/>
                    <a:pt x="7800" y="391"/>
                    <a:pt x="7814" y="391"/>
                  </a:cubicBezTo>
                  <a:lnTo>
                    <a:pt x="9912" y="468"/>
                  </a:lnTo>
                  <a:cubicBezTo>
                    <a:pt x="9927" y="468"/>
                    <a:pt x="9932" y="477"/>
                    <a:pt x="9927" y="487"/>
                  </a:cubicBezTo>
                  <a:lnTo>
                    <a:pt x="9268" y="2484"/>
                  </a:lnTo>
                  <a:cubicBezTo>
                    <a:pt x="9265" y="2490"/>
                    <a:pt x="9256" y="2494"/>
                    <a:pt x="9249" y="2494"/>
                  </a:cubicBezTo>
                  <a:cubicBezTo>
                    <a:pt x="9244" y="2494"/>
                    <a:pt x="9241" y="2492"/>
                    <a:pt x="9239" y="2489"/>
                  </a:cubicBezTo>
                  <a:lnTo>
                    <a:pt x="8936" y="2056"/>
                  </a:lnTo>
                  <a:cubicBezTo>
                    <a:pt x="8898" y="2000"/>
                    <a:pt x="8837" y="1970"/>
                    <a:pt x="8775" y="1970"/>
                  </a:cubicBezTo>
                  <a:cubicBezTo>
                    <a:pt x="8741" y="1970"/>
                    <a:pt x="8707" y="1979"/>
                    <a:pt x="8676" y="1998"/>
                  </a:cubicBezTo>
                  <a:cubicBezTo>
                    <a:pt x="7954" y="2436"/>
                    <a:pt x="7203" y="2816"/>
                    <a:pt x="6429" y="3143"/>
                  </a:cubicBezTo>
                  <a:cubicBezTo>
                    <a:pt x="6229" y="3237"/>
                    <a:pt x="6318" y="3515"/>
                    <a:pt x="6505" y="3515"/>
                  </a:cubicBezTo>
                  <a:cubicBezTo>
                    <a:pt x="6529" y="3515"/>
                    <a:pt x="6555" y="3510"/>
                    <a:pt x="6583" y="3499"/>
                  </a:cubicBezTo>
                  <a:cubicBezTo>
                    <a:pt x="7319" y="3186"/>
                    <a:pt x="8031" y="2830"/>
                    <a:pt x="8719" y="2426"/>
                  </a:cubicBezTo>
                  <a:lnTo>
                    <a:pt x="8916" y="2710"/>
                  </a:lnTo>
                  <a:cubicBezTo>
                    <a:pt x="8999" y="2826"/>
                    <a:pt x="9124" y="2882"/>
                    <a:pt x="9248" y="2882"/>
                  </a:cubicBezTo>
                  <a:cubicBezTo>
                    <a:pt x="9411" y="2882"/>
                    <a:pt x="9573" y="2785"/>
                    <a:pt x="9633" y="2604"/>
                  </a:cubicBezTo>
                  <a:lnTo>
                    <a:pt x="10297" y="612"/>
                  </a:lnTo>
                  <a:cubicBezTo>
                    <a:pt x="10384" y="352"/>
                    <a:pt x="10196" y="88"/>
                    <a:pt x="9927" y="78"/>
                  </a:cubicBezTo>
                  <a:lnTo>
                    <a:pt x="7829" y="1"/>
                  </a:lnTo>
                  <a:cubicBezTo>
                    <a:pt x="7825" y="1"/>
                    <a:pt x="7820" y="1"/>
                    <a:pt x="78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1"/>
            <p:cNvSpPr/>
            <p:nvPr/>
          </p:nvSpPr>
          <p:spPr>
            <a:xfrm>
              <a:off x="3561975" y="2531166"/>
              <a:ext cx="210292" cy="47891"/>
            </a:xfrm>
            <a:custGeom>
              <a:rect b="b" l="l" r="r" t="t"/>
              <a:pathLst>
                <a:path extrusionOk="0" h="1826" w="8018">
                  <a:moveTo>
                    <a:pt x="1485" y="0"/>
                  </a:moveTo>
                  <a:cubicBezTo>
                    <a:pt x="1477" y="0"/>
                    <a:pt x="1468" y="1"/>
                    <a:pt x="1459" y="2"/>
                  </a:cubicBezTo>
                  <a:cubicBezTo>
                    <a:pt x="1040" y="30"/>
                    <a:pt x="612" y="45"/>
                    <a:pt x="198" y="45"/>
                  </a:cubicBezTo>
                  <a:cubicBezTo>
                    <a:pt x="87" y="45"/>
                    <a:pt x="1" y="131"/>
                    <a:pt x="1" y="237"/>
                  </a:cubicBezTo>
                  <a:lnTo>
                    <a:pt x="1" y="1633"/>
                  </a:lnTo>
                  <a:cubicBezTo>
                    <a:pt x="1" y="1739"/>
                    <a:pt x="87" y="1825"/>
                    <a:pt x="198" y="1825"/>
                  </a:cubicBezTo>
                  <a:cubicBezTo>
                    <a:pt x="2787" y="1816"/>
                    <a:pt x="5351" y="1344"/>
                    <a:pt x="7776" y="430"/>
                  </a:cubicBezTo>
                  <a:cubicBezTo>
                    <a:pt x="8018" y="367"/>
                    <a:pt x="7932" y="43"/>
                    <a:pt x="7736" y="43"/>
                  </a:cubicBezTo>
                  <a:cubicBezTo>
                    <a:pt x="7706" y="43"/>
                    <a:pt x="7672" y="51"/>
                    <a:pt x="7637" y="69"/>
                  </a:cubicBezTo>
                  <a:cubicBezTo>
                    <a:pt x="5322" y="940"/>
                    <a:pt x="2868" y="1402"/>
                    <a:pt x="395" y="1435"/>
                  </a:cubicBezTo>
                  <a:lnTo>
                    <a:pt x="395" y="430"/>
                  </a:lnTo>
                  <a:cubicBezTo>
                    <a:pt x="756" y="425"/>
                    <a:pt x="1122" y="411"/>
                    <a:pt x="1488" y="391"/>
                  </a:cubicBezTo>
                  <a:cubicBezTo>
                    <a:pt x="1748" y="382"/>
                    <a:pt x="1730"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81"/>
          <p:cNvGrpSpPr/>
          <p:nvPr/>
        </p:nvGrpSpPr>
        <p:grpSpPr>
          <a:xfrm>
            <a:off x="3527093" y="3810570"/>
            <a:ext cx="403300" cy="357927"/>
            <a:chOff x="3527093" y="3810570"/>
            <a:chExt cx="403300" cy="357927"/>
          </a:xfrm>
        </p:grpSpPr>
        <p:sp>
          <p:nvSpPr>
            <p:cNvPr id="10192" name="Google Shape;10192;p81"/>
            <p:cNvSpPr/>
            <p:nvPr/>
          </p:nvSpPr>
          <p:spPr>
            <a:xfrm>
              <a:off x="3565647" y="3848469"/>
              <a:ext cx="314625" cy="314756"/>
            </a:xfrm>
            <a:custGeom>
              <a:rect b="b" l="l" r="r" t="t"/>
              <a:pathLst>
                <a:path extrusionOk="0" h="12001" w="11996">
                  <a:moveTo>
                    <a:pt x="6000" y="0"/>
                  </a:moveTo>
                  <a:cubicBezTo>
                    <a:pt x="2685" y="0"/>
                    <a:pt x="0" y="2690"/>
                    <a:pt x="0" y="6001"/>
                  </a:cubicBezTo>
                  <a:cubicBezTo>
                    <a:pt x="0" y="9316"/>
                    <a:pt x="2685" y="12001"/>
                    <a:pt x="6000" y="12001"/>
                  </a:cubicBezTo>
                  <a:cubicBezTo>
                    <a:pt x="9311" y="12001"/>
                    <a:pt x="11996" y="9316"/>
                    <a:pt x="11996" y="6001"/>
                  </a:cubicBezTo>
                  <a:cubicBezTo>
                    <a:pt x="11996" y="2690"/>
                    <a:pt x="9311" y="0"/>
                    <a:pt x="600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1"/>
            <p:cNvSpPr/>
            <p:nvPr/>
          </p:nvSpPr>
          <p:spPr>
            <a:xfrm>
              <a:off x="3722251" y="3939189"/>
              <a:ext cx="83823" cy="109946"/>
            </a:xfrm>
            <a:custGeom>
              <a:rect b="b" l="l" r="r" t="t"/>
              <a:pathLst>
                <a:path extrusionOk="0" h="4192" w="3196">
                  <a:moveTo>
                    <a:pt x="1" y="1"/>
                  </a:moveTo>
                  <a:lnTo>
                    <a:pt x="39" y="2575"/>
                  </a:lnTo>
                  <a:lnTo>
                    <a:pt x="1959" y="4192"/>
                  </a:lnTo>
                  <a:lnTo>
                    <a:pt x="2118" y="3961"/>
                  </a:lnTo>
                  <a:cubicBezTo>
                    <a:pt x="3196" y="2373"/>
                    <a:pt x="2185" y="213"/>
                    <a:pt x="275" y="25"/>
                  </a:cubicBezTo>
                  <a:lnTo>
                    <a:pt x="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1"/>
            <p:cNvSpPr/>
            <p:nvPr/>
          </p:nvSpPr>
          <p:spPr>
            <a:xfrm>
              <a:off x="3721884" y="3873463"/>
              <a:ext cx="140973" cy="217951"/>
            </a:xfrm>
            <a:custGeom>
              <a:rect b="b" l="l" r="r" t="t"/>
              <a:pathLst>
                <a:path extrusionOk="0" h="8310" w="5375">
                  <a:moveTo>
                    <a:pt x="0" y="0"/>
                  </a:moveTo>
                  <a:lnTo>
                    <a:pt x="15" y="2541"/>
                  </a:lnTo>
                  <a:lnTo>
                    <a:pt x="246" y="2560"/>
                  </a:lnTo>
                  <a:cubicBezTo>
                    <a:pt x="1535" y="2671"/>
                    <a:pt x="2531" y="3748"/>
                    <a:pt x="2536" y="5048"/>
                  </a:cubicBezTo>
                  <a:cubicBezTo>
                    <a:pt x="2536" y="5562"/>
                    <a:pt x="2377" y="6068"/>
                    <a:pt x="2079" y="6486"/>
                  </a:cubicBezTo>
                  <a:lnTo>
                    <a:pt x="1949" y="6674"/>
                  </a:lnTo>
                  <a:lnTo>
                    <a:pt x="3893" y="8310"/>
                  </a:lnTo>
                  <a:lnTo>
                    <a:pt x="4052" y="8098"/>
                  </a:lnTo>
                  <a:lnTo>
                    <a:pt x="4066" y="8079"/>
                  </a:lnTo>
                  <a:lnTo>
                    <a:pt x="4129" y="7997"/>
                  </a:lnTo>
                  <a:cubicBezTo>
                    <a:pt x="5178" y="6539"/>
                    <a:pt x="5375" y="4629"/>
                    <a:pt x="4639" y="2988"/>
                  </a:cubicBezTo>
                  <a:cubicBezTo>
                    <a:pt x="3907" y="1347"/>
                    <a:pt x="2353" y="221"/>
                    <a:pt x="568" y="34"/>
                  </a:cubicBezTo>
                  <a:cubicBezTo>
                    <a:pt x="520" y="29"/>
                    <a:pt x="472" y="24"/>
                    <a:pt x="424" y="19"/>
                  </a:cubicBezTo>
                  <a:lnTo>
                    <a:pt x="395" y="19"/>
                  </a:lnTo>
                  <a:lnTo>
                    <a:pt x="284" y="15"/>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1"/>
            <p:cNvSpPr/>
            <p:nvPr/>
          </p:nvSpPr>
          <p:spPr>
            <a:xfrm>
              <a:off x="3721622" y="3816287"/>
              <a:ext cx="202712" cy="307072"/>
            </a:xfrm>
            <a:custGeom>
              <a:rect b="b" l="l" r="r" t="t"/>
              <a:pathLst>
                <a:path extrusionOk="0" h="11708" w="7729">
                  <a:moveTo>
                    <a:pt x="448" y="0"/>
                  </a:moveTo>
                  <a:cubicBezTo>
                    <a:pt x="203" y="0"/>
                    <a:pt x="1" y="202"/>
                    <a:pt x="1" y="453"/>
                  </a:cubicBezTo>
                  <a:lnTo>
                    <a:pt x="10" y="2214"/>
                  </a:lnTo>
                  <a:lnTo>
                    <a:pt x="251" y="2223"/>
                  </a:lnTo>
                  <a:cubicBezTo>
                    <a:pt x="2123" y="2300"/>
                    <a:pt x="3792" y="3407"/>
                    <a:pt x="4586" y="5106"/>
                  </a:cubicBezTo>
                  <a:cubicBezTo>
                    <a:pt x="5380" y="6799"/>
                    <a:pt x="5164" y="8796"/>
                    <a:pt x="4023" y="10278"/>
                  </a:cubicBezTo>
                  <a:lnTo>
                    <a:pt x="3874" y="10471"/>
                  </a:lnTo>
                  <a:lnTo>
                    <a:pt x="5221" y="11601"/>
                  </a:lnTo>
                  <a:cubicBezTo>
                    <a:pt x="5303" y="11674"/>
                    <a:pt x="5404" y="11707"/>
                    <a:pt x="5510" y="11707"/>
                  </a:cubicBezTo>
                  <a:lnTo>
                    <a:pt x="5563" y="11707"/>
                  </a:lnTo>
                  <a:cubicBezTo>
                    <a:pt x="5688" y="11693"/>
                    <a:pt x="5799" y="11625"/>
                    <a:pt x="5871" y="11524"/>
                  </a:cubicBezTo>
                  <a:cubicBezTo>
                    <a:pt x="7449" y="9393"/>
                    <a:pt x="7728" y="6564"/>
                    <a:pt x="6602" y="4158"/>
                  </a:cubicBezTo>
                  <a:cubicBezTo>
                    <a:pt x="5476" y="1752"/>
                    <a:pt x="3128" y="159"/>
                    <a:pt x="47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1"/>
            <p:cNvSpPr/>
            <p:nvPr/>
          </p:nvSpPr>
          <p:spPr>
            <a:xfrm>
              <a:off x="3569161" y="3848469"/>
              <a:ext cx="154139" cy="158152"/>
            </a:xfrm>
            <a:custGeom>
              <a:rect b="b" l="l" r="r" t="t"/>
              <a:pathLst>
                <a:path extrusionOk="0" h="6030" w="5877">
                  <a:moveTo>
                    <a:pt x="5852" y="0"/>
                  </a:moveTo>
                  <a:cubicBezTo>
                    <a:pt x="3037" y="5"/>
                    <a:pt x="607" y="1968"/>
                    <a:pt x="1" y="4716"/>
                  </a:cubicBezTo>
                  <a:lnTo>
                    <a:pt x="5876" y="6029"/>
                  </a:lnTo>
                  <a:lnTo>
                    <a:pt x="5876" y="6029"/>
                  </a:lnTo>
                  <a:lnTo>
                    <a:pt x="5852" y="0"/>
                  </a:ln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1"/>
            <p:cNvSpPr/>
            <p:nvPr/>
          </p:nvSpPr>
          <p:spPr>
            <a:xfrm>
              <a:off x="3565647" y="3971764"/>
              <a:ext cx="157654" cy="185796"/>
            </a:xfrm>
            <a:custGeom>
              <a:rect b="b" l="l" r="r" t="t"/>
              <a:pathLst>
                <a:path extrusionOk="0" h="7084" w="6011">
                  <a:moveTo>
                    <a:pt x="140" y="0"/>
                  </a:moveTo>
                  <a:cubicBezTo>
                    <a:pt x="44" y="429"/>
                    <a:pt x="0" y="862"/>
                    <a:pt x="0" y="1300"/>
                  </a:cubicBezTo>
                  <a:cubicBezTo>
                    <a:pt x="0" y="3999"/>
                    <a:pt x="1800" y="6366"/>
                    <a:pt x="4398" y="7083"/>
                  </a:cubicBezTo>
                  <a:lnTo>
                    <a:pt x="6010" y="1333"/>
                  </a:lnTo>
                  <a:lnTo>
                    <a:pt x="14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1"/>
            <p:cNvSpPr/>
            <p:nvPr/>
          </p:nvSpPr>
          <p:spPr>
            <a:xfrm>
              <a:off x="3663056" y="4134558"/>
              <a:ext cx="83587" cy="28667"/>
            </a:xfrm>
            <a:custGeom>
              <a:rect b="b" l="l" r="r" t="t"/>
              <a:pathLst>
                <a:path extrusionOk="0" h="1093" w="3187">
                  <a:moveTo>
                    <a:pt x="646" y="1"/>
                  </a:moveTo>
                  <a:lnTo>
                    <a:pt x="1" y="640"/>
                  </a:lnTo>
                  <a:cubicBezTo>
                    <a:pt x="727" y="939"/>
                    <a:pt x="1502" y="1093"/>
                    <a:pt x="2282" y="1093"/>
                  </a:cubicBezTo>
                  <a:cubicBezTo>
                    <a:pt x="2585" y="1093"/>
                    <a:pt x="2888" y="1069"/>
                    <a:pt x="3186" y="1025"/>
                  </a:cubicBezTo>
                  <a:cubicBezTo>
                    <a:pt x="2272" y="886"/>
                    <a:pt x="1401" y="535"/>
                    <a:pt x="646"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1"/>
            <p:cNvSpPr/>
            <p:nvPr/>
          </p:nvSpPr>
          <p:spPr>
            <a:xfrm>
              <a:off x="3569293" y="3848469"/>
              <a:ext cx="153378" cy="133918"/>
            </a:xfrm>
            <a:custGeom>
              <a:rect b="b" l="l" r="r" t="t"/>
              <a:pathLst>
                <a:path extrusionOk="0" h="5106" w="5848">
                  <a:moveTo>
                    <a:pt x="5847" y="0"/>
                  </a:moveTo>
                  <a:cubicBezTo>
                    <a:pt x="3032" y="10"/>
                    <a:pt x="602" y="1968"/>
                    <a:pt x="1" y="4716"/>
                  </a:cubicBezTo>
                  <a:lnTo>
                    <a:pt x="1733" y="5106"/>
                  </a:lnTo>
                  <a:cubicBezTo>
                    <a:pt x="2075" y="2844"/>
                    <a:pt x="3667" y="977"/>
                    <a:pt x="5847" y="284"/>
                  </a:cubicBezTo>
                  <a:lnTo>
                    <a:pt x="5847"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1"/>
            <p:cNvSpPr/>
            <p:nvPr/>
          </p:nvSpPr>
          <p:spPr>
            <a:xfrm>
              <a:off x="3650939" y="3931269"/>
              <a:ext cx="39551" cy="33833"/>
            </a:xfrm>
            <a:custGeom>
              <a:rect b="b" l="l" r="r" t="t"/>
              <a:pathLst>
                <a:path extrusionOk="0" h="1290" w="1508">
                  <a:moveTo>
                    <a:pt x="859" y="0"/>
                  </a:moveTo>
                  <a:cubicBezTo>
                    <a:pt x="700" y="0"/>
                    <a:pt x="538" y="60"/>
                    <a:pt x="405" y="192"/>
                  </a:cubicBezTo>
                  <a:cubicBezTo>
                    <a:pt x="1" y="596"/>
                    <a:pt x="290" y="1289"/>
                    <a:pt x="862" y="1289"/>
                  </a:cubicBezTo>
                  <a:cubicBezTo>
                    <a:pt x="1218" y="1289"/>
                    <a:pt x="1507" y="1001"/>
                    <a:pt x="1507" y="645"/>
                  </a:cubicBezTo>
                  <a:cubicBezTo>
                    <a:pt x="1507" y="258"/>
                    <a:pt x="1191" y="0"/>
                    <a:pt x="85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1"/>
            <p:cNvSpPr/>
            <p:nvPr/>
          </p:nvSpPr>
          <p:spPr>
            <a:xfrm>
              <a:off x="3551248" y="3971764"/>
              <a:ext cx="135072" cy="185796"/>
            </a:xfrm>
            <a:custGeom>
              <a:rect b="b" l="l" r="r" t="t"/>
              <a:pathLst>
                <a:path extrusionOk="0" h="7084" w="5150">
                  <a:moveTo>
                    <a:pt x="689" y="0"/>
                  </a:moveTo>
                  <a:cubicBezTo>
                    <a:pt x="1" y="3118"/>
                    <a:pt x="1872" y="6232"/>
                    <a:pt x="4947" y="7083"/>
                  </a:cubicBezTo>
                  <a:lnTo>
                    <a:pt x="5149" y="6371"/>
                  </a:lnTo>
                  <a:cubicBezTo>
                    <a:pt x="3407" y="5274"/>
                    <a:pt x="2354" y="3359"/>
                    <a:pt x="2354" y="1300"/>
                  </a:cubicBezTo>
                  <a:cubicBezTo>
                    <a:pt x="2354" y="996"/>
                    <a:pt x="2373" y="693"/>
                    <a:pt x="2421" y="395"/>
                  </a:cubicBezTo>
                  <a:lnTo>
                    <a:pt x="68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1"/>
            <p:cNvSpPr/>
            <p:nvPr/>
          </p:nvSpPr>
          <p:spPr>
            <a:xfrm>
              <a:off x="3527093" y="3810570"/>
              <a:ext cx="403300" cy="357927"/>
            </a:xfrm>
            <a:custGeom>
              <a:rect b="b" l="l" r="r" t="t"/>
              <a:pathLst>
                <a:path extrusionOk="0" h="13647" w="15377">
                  <a:moveTo>
                    <a:pt x="5576" y="4857"/>
                  </a:moveTo>
                  <a:cubicBezTo>
                    <a:pt x="5579" y="4857"/>
                    <a:pt x="5581" y="4857"/>
                    <a:pt x="5584" y="4857"/>
                  </a:cubicBezTo>
                  <a:cubicBezTo>
                    <a:pt x="5936" y="4857"/>
                    <a:pt x="6109" y="5280"/>
                    <a:pt x="5859" y="5526"/>
                  </a:cubicBezTo>
                  <a:cubicBezTo>
                    <a:pt x="5779" y="5605"/>
                    <a:pt x="5681" y="5641"/>
                    <a:pt x="5585" y="5641"/>
                  </a:cubicBezTo>
                  <a:cubicBezTo>
                    <a:pt x="5384" y="5641"/>
                    <a:pt x="5190" y="5484"/>
                    <a:pt x="5190" y="5247"/>
                  </a:cubicBezTo>
                  <a:cubicBezTo>
                    <a:pt x="5190" y="5033"/>
                    <a:pt x="5363" y="4857"/>
                    <a:pt x="5576" y="4857"/>
                  </a:cubicBezTo>
                  <a:close/>
                  <a:moveTo>
                    <a:pt x="7206" y="1720"/>
                  </a:moveTo>
                  <a:lnTo>
                    <a:pt x="7211" y="2422"/>
                  </a:lnTo>
                  <a:lnTo>
                    <a:pt x="7220" y="4934"/>
                  </a:lnTo>
                  <a:lnTo>
                    <a:pt x="7230" y="7152"/>
                  </a:lnTo>
                  <a:lnTo>
                    <a:pt x="1932" y="5973"/>
                  </a:lnTo>
                  <a:cubicBezTo>
                    <a:pt x="2293" y="4636"/>
                    <a:pt x="3121" y="3476"/>
                    <a:pt x="4271" y="2701"/>
                  </a:cubicBezTo>
                  <a:lnTo>
                    <a:pt x="5233" y="4462"/>
                  </a:lnTo>
                  <a:cubicBezTo>
                    <a:pt x="4843" y="4636"/>
                    <a:pt x="4636" y="5073"/>
                    <a:pt x="4757" y="5482"/>
                  </a:cubicBezTo>
                  <a:cubicBezTo>
                    <a:pt x="4862" y="5856"/>
                    <a:pt x="5205" y="6110"/>
                    <a:pt x="5587" y="6110"/>
                  </a:cubicBezTo>
                  <a:cubicBezTo>
                    <a:pt x="5623" y="6110"/>
                    <a:pt x="5659" y="6108"/>
                    <a:pt x="5695" y="6103"/>
                  </a:cubicBezTo>
                  <a:cubicBezTo>
                    <a:pt x="6118" y="6050"/>
                    <a:pt x="6441" y="5694"/>
                    <a:pt x="6450" y="5266"/>
                  </a:cubicBezTo>
                  <a:cubicBezTo>
                    <a:pt x="6460" y="4838"/>
                    <a:pt x="6152" y="4472"/>
                    <a:pt x="5733" y="4395"/>
                  </a:cubicBezTo>
                  <a:lnTo>
                    <a:pt x="4670" y="2451"/>
                  </a:lnTo>
                  <a:cubicBezTo>
                    <a:pt x="5445" y="2013"/>
                    <a:pt x="6316" y="1763"/>
                    <a:pt x="7206" y="1720"/>
                  </a:cubicBezTo>
                  <a:close/>
                  <a:moveTo>
                    <a:pt x="7692" y="5179"/>
                  </a:moveTo>
                  <a:cubicBezTo>
                    <a:pt x="9410" y="5352"/>
                    <a:pt x="10319" y="7296"/>
                    <a:pt x="9352" y="8725"/>
                  </a:cubicBezTo>
                  <a:lnTo>
                    <a:pt x="7701" y="7335"/>
                  </a:lnTo>
                  <a:lnTo>
                    <a:pt x="7692" y="5179"/>
                  </a:lnTo>
                  <a:close/>
                  <a:moveTo>
                    <a:pt x="7864" y="473"/>
                  </a:moveTo>
                  <a:cubicBezTo>
                    <a:pt x="7869" y="473"/>
                    <a:pt x="7874" y="473"/>
                    <a:pt x="7879" y="473"/>
                  </a:cubicBezTo>
                  <a:cubicBezTo>
                    <a:pt x="10439" y="623"/>
                    <a:pt x="12710" y="2162"/>
                    <a:pt x="13798" y="4486"/>
                  </a:cubicBezTo>
                  <a:cubicBezTo>
                    <a:pt x="14885" y="6806"/>
                    <a:pt x="14611" y="9539"/>
                    <a:pt x="13086" y="11598"/>
                  </a:cubicBezTo>
                  <a:cubicBezTo>
                    <a:pt x="13052" y="11646"/>
                    <a:pt x="12994" y="11675"/>
                    <a:pt x="12937" y="11675"/>
                  </a:cubicBezTo>
                  <a:cubicBezTo>
                    <a:pt x="12884" y="11675"/>
                    <a:pt x="12836" y="11661"/>
                    <a:pt x="12797" y="11627"/>
                  </a:cubicBezTo>
                  <a:lnTo>
                    <a:pt x="11637" y="10650"/>
                  </a:lnTo>
                  <a:cubicBezTo>
                    <a:pt x="12215" y="9904"/>
                    <a:pt x="12576" y="9014"/>
                    <a:pt x="12691" y="8081"/>
                  </a:cubicBezTo>
                  <a:cubicBezTo>
                    <a:pt x="12706" y="7936"/>
                    <a:pt x="12595" y="7816"/>
                    <a:pt x="12455" y="7816"/>
                  </a:cubicBezTo>
                  <a:cubicBezTo>
                    <a:pt x="12335" y="7816"/>
                    <a:pt x="12234" y="7903"/>
                    <a:pt x="12220" y="8018"/>
                  </a:cubicBezTo>
                  <a:cubicBezTo>
                    <a:pt x="12123" y="8827"/>
                    <a:pt x="11825" y="9592"/>
                    <a:pt x="11349" y="10251"/>
                  </a:cubicBezTo>
                  <a:cubicBezTo>
                    <a:pt x="11329" y="10275"/>
                    <a:pt x="11310" y="10304"/>
                    <a:pt x="11291" y="10328"/>
                  </a:cubicBezTo>
                  <a:lnTo>
                    <a:pt x="11277" y="10347"/>
                  </a:lnTo>
                  <a:lnTo>
                    <a:pt x="9713" y="9029"/>
                  </a:lnTo>
                  <a:cubicBezTo>
                    <a:pt x="10940" y="7292"/>
                    <a:pt x="9809" y="4881"/>
                    <a:pt x="7687" y="4708"/>
                  </a:cubicBezTo>
                  <a:lnTo>
                    <a:pt x="7677" y="2663"/>
                  </a:lnTo>
                  <a:cubicBezTo>
                    <a:pt x="7721" y="2663"/>
                    <a:pt x="7764" y="2668"/>
                    <a:pt x="7802" y="2672"/>
                  </a:cubicBezTo>
                  <a:lnTo>
                    <a:pt x="7831" y="2672"/>
                  </a:lnTo>
                  <a:cubicBezTo>
                    <a:pt x="7875" y="2672"/>
                    <a:pt x="7923" y="2677"/>
                    <a:pt x="7966" y="2682"/>
                  </a:cubicBezTo>
                  <a:cubicBezTo>
                    <a:pt x="10208" y="2923"/>
                    <a:pt x="11979" y="4688"/>
                    <a:pt x="12229" y="6926"/>
                  </a:cubicBezTo>
                  <a:cubicBezTo>
                    <a:pt x="12239" y="7046"/>
                    <a:pt x="12340" y="7138"/>
                    <a:pt x="12460" y="7138"/>
                  </a:cubicBezTo>
                  <a:cubicBezTo>
                    <a:pt x="12600" y="7138"/>
                    <a:pt x="12710" y="7013"/>
                    <a:pt x="12696" y="6873"/>
                  </a:cubicBezTo>
                  <a:cubicBezTo>
                    <a:pt x="12407" y="4289"/>
                    <a:pt x="10276" y="2297"/>
                    <a:pt x="7677" y="2191"/>
                  </a:cubicBezTo>
                  <a:lnTo>
                    <a:pt x="7673" y="680"/>
                  </a:lnTo>
                  <a:cubicBezTo>
                    <a:pt x="7668" y="627"/>
                    <a:pt x="7687" y="574"/>
                    <a:pt x="7721" y="536"/>
                  </a:cubicBezTo>
                  <a:cubicBezTo>
                    <a:pt x="7756" y="496"/>
                    <a:pt x="7807" y="473"/>
                    <a:pt x="7864" y="473"/>
                  </a:cubicBezTo>
                  <a:close/>
                  <a:moveTo>
                    <a:pt x="1826" y="6435"/>
                  </a:moveTo>
                  <a:lnTo>
                    <a:pt x="7177" y="7624"/>
                  </a:lnTo>
                  <a:lnTo>
                    <a:pt x="5709" y="12897"/>
                  </a:lnTo>
                  <a:cubicBezTo>
                    <a:pt x="3342" y="12132"/>
                    <a:pt x="1740" y="9928"/>
                    <a:pt x="1740" y="7446"/>
                  </a:cubicBezTo>
                  <a:lnTo>
                    <a:pt x="1735" y="7446"/>
                  </a:lnTo>
                  <a:cubicBezTo>
                    <a:pt x="1735" y="7109"/>
                    <a:pt x="1769" y="6767"/>
                    <a:pt x="1826" y="6435"/>
                  </a:cubicBezTo>
                  <a:close/>
                  <a:moveTo>
                    <a:pt x="7596" y="7864"/>
                  </a:moveTo>
                  <a:lnTo>
                    <a:pt x="9236" y="9245"/>
                  </a:lnTo>
                  <a:lnTo>
                    <a:pt x="11161" y="10862"/>
                  </a:lnTo>
                  <a:lnTo>
                    <a:pt x="11695" y="11314"/>
                  </a:lnTo>
                  <a:cubicBezTo>
                    <a:pt x="10613" y="12503"/>
                    <a:pt x="9078" y="13176"/>
                    <a:pt x="7470" y="13176"/>
                  </a:cubicBezTo>
                  <a:lnTo>
                    <a:pt x="7466" y="13176"/>
                  </a:lnTo>
                  <a:cubicBezTo>
                    <a:pt x="7028" y="13176"/>
                    <a:pt x="6590" y="13128"/>
                    <a:pt x="6162" y="13027"/>
                  </a:cubicBezTo>
                  <a:lnTo>
                    <a:pt x="7596" y="7864"/>
                  </a:lnTo>
                  <a:close/>
                  <a:moveTo>
                    <a:pt x="7866" y="1"/>
                  </a:moveTo>
                  <a:cubicBezTo>
                    <a:pt x="7495" y="1"/>
                    <a:pt x="7196" y="300"/>
                    <a:pt x="7201" y="675"/>
                  </a:cubicBezTo>
                  <a:lnTo>
                    <a:pt x="7201" y="1253"/>
                  </a:lnTo>
                  <a:cubicBezTo>
                    <a:pt x="6229" y="1291"/>
                    <a:pt x="5281" y="1556"/>
                    <a:pt x="4439" y="2032"/>
                  </a:cubicBezTo>
                  <a:lnTo>
                    <a:pt x="3905" y="1056"/>
                  </a:lnTo>
                  <a:cubicBezTo>
                    <a:pt x="3862" y="979"/>
                    <a:pt x="3785" y="935"/>
                    <a:pt x="3698" y="935"/>
                  </a:cubicBezTo>
                  <a:lnTo>
                    <a:pt x="479" y="935"/>
                  </a:lnTo>
                  <a:lnTo>
                    <a:pt x="479" y="541"/>
                  </a:lnTo>
                  <a:cubicBezTo>
                    <a:pt x="486" y="375"/>
                    <a:pt x="365" y="292"/>
                    <a:pt x="243" y="292"/>
                  </a:cubicBezTo>
                  <a:cubicBezTo>
                    <a:pt x="122" y="292"/>
                    <a:pt x="0" y="375"/>
                    <a:pt x="7" y="541"/>
                  </a:cubicBezTo>
                  <a:lnTo>
                    <a:pt x="7" y="1797"/>
                  </a:lnTo>
                  <a:cubicBezTo>
                    <a:pt x="15" y="1946"/>
                    <a:pt x="129" y="2020"/>
                    <a:pt x="243" y="2020"/>
                  </a:cubicBezTo>
                  <a:cubicBezTo>
                    <a:pt x="358" y="2020"/>
                    <a:pt x="472" y="1946"/>
                    <a:pt x="479" y="1797"/>
                  </a:cubicBezTo>
                  <a:lnTo>
                    <a:pt x="479" y="1407"/>
                  </a:lnTo>
                  <a:lnTo>
                    <a:pt x="3559" y="1407"/>
                  </a:lnTo>
                  <a:lnTo>
                    <a:pt x="4035" y="2283"/>
                  </a:lnTo>
                  <a:cubicBezTo>
                    <a:pt x="3684" y="2514"/>
                    <a:pt x="3356" y="2788"/>
                    <a:pt x="3058" y="3086"/>
                  </a:cubicBezTo>
                  <a:cubicBezTo>
                    <a:pt x="614" y="5559"/>
                    <a:pt x="681" y="9553"/>
                    <a:pt x="3202" y="11945"/>
                  </a:cubicBezTo>
                  <a:cubicBezTo>
                    <a:pt x="4403" y="13083"/>
                    <a:pt x="5937" y="13646"/>
                    <a:pt x="7466" y="13646"/>
                  </a:cubicBezTo>
                  <a:cubicBezTo>
                    <a:pt x="9149" y="13646"/>
                    <a:pt x="10826" y="12965"/>
                    <a:pt x="12051" y="11622"/>
                  </a:cubicBezTo>
                  <a:lnTo>
                    <a:pt x="12494" y="11993"/>
                  </a:lnTo>
                  <a:cubicBezTo>
                    <a:pt x="12619" y="12100"/>
                    <a:pt x="12773" y="12151"/>
                    <a:pt x="12925" y="12151"/>
                  </a:cubicBezTo>
                  <a:cubicBezTo>
                    <a:pt x="13129" y="12151"/>
                    <a:pt x="13332" y="12058"/>
                    <a:pt x="13461" y="11882"/>
                  </a:cubicBezTo>
                  <a:cubicBezTo>
                    <a:pt x="15087" y="9678"/>
                    <a:pt x="15376" y="6762"/>
                    <a:pt x="14217" y="4284"/>
                  </a:cubicBezTo>
                  <a:cubicBezTo>
                    <a:pt x="13057" y="1811"/>
                    <a:pt x="10637" y="165"/>
                    <a:pt x="7904" y="2"/>
                  </a:cubicBezTo>
                  <a:lnTo>
                    <a:pt x="7908" y="2"/>
                  </a:lnTo>
                  <a:cubicBezTo>
                    <a:pt x="7894" y="1"/>
                    <a:pt x="7880" y="1"/>
                    <a:pt x="7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81"/>
          <p:cNvGrpSpPr/>
          <p:nvPr/>
        </p:nvGrpSpPr>
        <p:grpSpPr>
          <a:xfrm>
            <a:off x="4038634" y="3823107"/>
            <a:ext cx="292935" cy="352734"/>
            <a:chOff x="4038634" y="3823107"/>
            <a:chExt cx="292935" cy="352734"/>
          </a:xfrm>
        </p:grpSpPr>
        <p:sp>
          <p:nvSpPr>
            <p:cNvPr id="10204" name="Google Shape;10204;p81"/>
            <p:cNvSpPr/>
            <p:nvPr/>
          </p:nvSpPr>
          <p:spPr>
            <a:xfrm>
              <a:off x="4173915" y="4023117"/>
              <a:ext cx="22503" cy="101868"/>
            </a:xfrm>
            <a:custGeom>
              <a:rect b="b" l="l" r="r" t="t"/>
              <a:pathLst>
                <a:path extrusionOk="0" h="3884" w="858">
                  <a:moveTo>
                    <a:pt x="1" y="1"/>
                  </a:moveTo>
                  <a:lnTo>
                    <a:pt x="1" y="3884"/>
                  </a:lnTo>
                  <a:lnTo>
                    <a:pt x="857" y="3884"/>
                  </a:lnTo>
                  <a:lnTo>
                    <a:pt x="857"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1"/>
            <p:cNvSpPr/>
            <p:nvPr/>
          </p:nvSpPr>
          <p:spPr>
            <a:xfrm>
              <a:off x="4102629" y="3839630"/>
              <a:ext cx="164971" cy="201558"/>
            </a:xfrm>
            <a:custGeom>
              <a:rect b="b" l="l" r="r" t="t"/>
              <a:pathLst>
                <a:path extrusionOk="0" h="7685" w="6290">
                  <a:moveTo>
                    <a:pt x="0" y="1"/>
                  </a:moveTo>
                  <a:lnTo>
                    <a:pt x="0" y="2522"/>
                  </a:lnTo>
                  <a:cubicBezTo>
                    <a:pt x="0" y="4312"/>
                    <a:pt x="852" y="5996"/>
                    <a:pt x="2291" y="7055"/>
                  </a:cubicBezTo>
                  <a:lnTo>
                    <a:pt x="3147" y="7685"/>
                  </a:lnTo>
                  <a:lnTo>
                    <a:pt x="3999" y="7055"/>
                  </a:lnTo>
                  <a:cubicBezTo>
                    <a:pt x="5442" y="5996"/>
                    <a:pt x="6289" y="4312"/>
                    <a:pt x="6289" y="2522"/>
                  </a:cubicBezTo>
                  <a:lnTo>
                    <a:pt x="6289"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1"/>
            <p:cNvSpPr/>
            <p:nvPr/>
          </p:nvSpPr>
          <p:spPr>
            <a:xfrm>
              <a:off x="4169509" y="3839630"/>
              <a:ext cx="98091" cy="201558"/>
            </a:xfrm>
            <a:custGeom>
              <a:rect b="b" l="l" r="r" t="t"/>
              <a:pathLst>
                <a:path extrusionOk="0" h="7685" w="3740">
                  <a:moveTo>
                    <a:pt x="2551" y="1"/>
                  </a:moveTo>
                  <a:lnTo>
                    <a:pt x="2551" y="2522"/>
                  </a:lnTo>
                  <a:cubicBezTo>
                    <a:pt x="2551" y="4312"/>
                    <a:pt x="1699" y="5996"/>
                    <a:pt x="260" y="7055"/>
                  </a:cubicBezTo>
                  <a:lnTo>
                    <a:pt x="0" y="7247"/>
                  </a:lnTo>
                  <a:lnTo>
                    <a:pt x="597" y="7685"/>
                  </a:lnTo>
                  <a:lnTo>
                    <a:pt x="1449" y="7055"/>
                  </a:lnTo>
                  <a:cubicBezTo>
                    <a:pt x="2887" y="5996"/>
                    <a:pt x="3739" y="4312"/>
                    <a:pt x="3739" y="2522"/>
                  </a:cubicBezTo>
                  <a:lnTo>
                    <a:pt x="373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1"/>
            <p:cNvSpPr/>
            <p:nvPr/>
          </p:nvSpPr>
          <p:spPr>
            <a:xfrm>
              <a:off x="4091902" y="3828142"/>
              <a:ext cx="186530" cy="22870"/>
            </a:xfrm>
            <a:custGeom>
              <a:rect b="b" l="l" r="r" t="t"/>
              <a:pathLst>
                <a:path extrusionOk="0" h="872" w="7112">
                  <a:moveTo>
                    <a:pt x="178" y="1"/>
                  </a:moveTo>
                  <a:cubicBezTo>
                    <a:pt x="82" y="1"/>
                    <a:pt x="0" y="82"/>
                    <a:pt x="0" y="184"/>
                  </a:cubicBezTo>
                  <a:lnTo>
                    <a:pt x="0" y="689"/>
                  </a:lnTo>
                  <a:cubicBezTo>
                    <a:pt x="0" y="790"/>
                    <a:pt x="82" y="872"/>
                    <a:pt x="178" y="872"/>
                  </a:cubicBezTo>
                  <a:lnTo>
                    <a:pt x="6934" y="872"/>
                  </a:lnTo>
                  <a:cubicBezTo>
                    <a:pt x="7030" y="872"/>
                    <a:pt x="7112" y="790"/>
                    <a:pt x="7112" y="689"/>
                  </a:cubicBezTo>
                  <a:lnTo>
                    <a:pt x="7112" y="184"/>
                  </a:lnTo>
                  <a:cubicBezTo>
                    <a:pt x="7112" y="82"/>
                    <a:pt x="7030" y="1"/>
                    <a:pt x="693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1"/>
            <p:cNvSpPr/>
            <p:nvPr/>
          </p:nvSpPr>
          <p:spPr>
            <a:xfrm>
              <a:off x="4247378" y="3828273"/>
              <a:ext cx="31053" cy="22739"/>
            </a:xfrm>
            <a:custGeom>
              <a:rect b="b" l="l" r="r" t="t"/>
              <a:pathLst>
                <a:path extrusionOk="0" h="867" w="1184">
                  <a:moveTo>
                    <a:pt x="0" y="0"/>
                  </a:moveTo>
                  <a:lnTo>
                    <a:pt x="0" y="867"/>
                  </a:lnTo>
                  <a:lnTo>
                    <a:pt x="1006" y="867"/>
                  </a:lnTo>
                  <a:cubicBezTo>
                    <a:pt x="1102" y="867"/>
                    <a:pt x="1184" y="785"/>
                    <a:pt x="1184" y="684"/>
                  </a:cubicBezTo>
                  <a:lnTo>
                    <a:pt x="1184" y="179"/>
                  </a:lnTo>
                  <a:cubicBezTo>
                    <a:pt x="1179" y="77"/>
                    <a:pt x="1102" y="0"/>
                    <a:pt x="100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1"/>
            <p:cNvSpPr/>
            <p:nvPr/>
          </p:nvSpPr>
          <p:spPr>
            <a:xfrm>
              <a:off x="4144383" y="3889279"/>
              <a:ext cx="81568" cy="77188"/>
            </a:xfrm>
            <a:custGeom>
              <a:rect b="b" l="l" r="r" t="t"/>
              <a:pathLst>
                <a:path extrusionOk="0" h="2943" w="3110">
                  <a:moveTo>
                    <a:pt x="1555" y="1"/>
                  </a:moveTo>
                  <a:cubicBezTo>
                    <a:pt x="1542" y="1"/>
                    <a:pt x="1529" y="8"/>
                    <a:pt x="1521" y="23"/>
                  </a:cubicBezTo>
                  <a:lnTo>
                    <a:pt x="1074" y="927"/>
                  </a:lnTo>
                  <a:cubicBezTo>
                    <a:pt x="1069" y="942"/>
                    <a:pt x="1059" y="946"/>
                    <a:pt x="1045" y="951"/>
                  </a:cubicBezTo>
                  <a:lnTo>
                    <a:pt x="44" y="1096"/>
                  </a:lnTo>
                  <a:cubicBezTo>
                    <a:pt x="11" y="1100"/>
                    <a:pt x="1" y="1139"/>
                    <a:pt x="25" y="1163"/>
                  </a:cubicBezTo>
                  <a:lnTo>
                    <a:pt x="747" y="1865"/>
                  </a:lnTo>
                  <a:cubicBezTo>
                    <a:pt x="756" y="1875"/>
                    <a:pt x="761" y="1890"/>
                    <a:pt x="756" y="1899"/>
                  </a:cubicBezTo>
                  <a:lnTo>
                    <a:pt x="588" y="2895"/>
                  </a:lnTo>
                  <a:cubicBezTo>
                    <a:pt x="580" y="2922"/>
                    <a:pt x="600" y="2943"/>
                    <a:pt x="623" y="2943"/>
                  </a:cubicBezTo>
                  <a:cubicBezTo>
                    <a:pt x="629" y="2943"/>
                    <a:pt x="635" y="2941"/>
                    <a:pt x="641" y="2939"/>
                  </a:cubicBezTo>
                  <a:lnTo>
                    <a:pt x="1536" y="2467"/>
                  </a:lnTo>
                  <a:cubicBezTo>
                    <a:pt x="1543" y="2465"/>
                    <a:pt x="1549" y="2463"/>
                    <a:pt x="1555" y="2463"/>
                  </a:cubicBezTo>
                  <a:cubicBezTo>
                    <a:pt x="1561" y="2463"/>
                    <a:pt x="1567" y="2465"/>
                    <a:pt x="1574" y="2467"/>
                  </a:cubicBezTo>
                  <a:lnTo>
                    <a:pt x="2469" y="2939"/>
                  </a:lnTo>
                  <a:cubicBezTo>
                    <a:pt x="2475" y="2941"/>
                    <a:pt x="2481" y="2943"/>
                    <a:pt x="2487" y="2943"/>
                  </a:cubicBezTo>
                  <a:cubicBezTo>
                    <a:pt x="2510" y="2943"/>
                    <a:pt x="2531" y="2922"/>
                    <a:pt x="2527" y="2895"/>
                  </a:cubicBezTo>
                  <a:lnTo>
                    <a:pt x="2354" y="1899"/>
                  </a:lnTo>
                  <a:cubicBezTo>
                    <a:pt x="2354" y="1890"/>
                    <a:pt x="2354" y="1875"/>
                    <a:pt x="2363" y="1865"/>
                  </a:cubicBezTo>
                  <a:lnTo>
                    <a:pt x="3085" y="1163"/>
                  </a:lnTo>
                  <a:cubicBezTo>
                    <a:pt x="3109" y="1139"/>
                    <a:pt x="3100" y="1100"/>
                    <a:pt x="3066" y="1096"/>
                  </a:cubicBezTo>
                  <a:lnTo>
                    <a:pt x="2065" y="951"/>
                  </a:lnTo>
                  <a:cubicBezTo>
                    <a:pt x="2055" y="946"/>
                    <a:pt x="2041" y="942"/>
                    <a:pt x="2036" y="927"/>
                  </a:cubicBezTo>
                  <a:lnTo>
                    <a:pt x="1589" y="23"/>
                  </a:lnTo>
                  <a:cubicBezTo>
                    <a:pt x="1582" y="8"/>
                    <a:pt x="1568" y="1"/>
                    <a:pt x="1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1"/>
            <p:cNvSpPr/>
            <p:nvPr/>
          </p:nvSpPr>
          <p:spPr>
            <a:xfrm>
              <a:off x="4163818" y="4028048"/>
              <a:ext cx="42698" cy="21087"/>
            </a:xfrm>
            <a:custGeom>
              <a:rect b="b" l="l" r="r" t="t"/>
              <a:pathLst>
                <a:path extrusionOk="0" h="804" w="1628">
                  <a:moveTo>
                    <a:pt x="328" y="0"/>
                  </a:moveTo>
                  <a:cubicBezTo>
                    <a:pt x="145" y="0"/>
                    <a:pt x="1" y="150"/>
                    <a:pt x="1" y="332"/>
                  </a:cubicBezTo>
                  <a:lnTo>
                    <a:pt x="1" y="472"/>
                  </a:lnTo>
                  <a:cubicBezTo>
                    <a:pt x="1" y="655"/>
                    <a:pt x="145" y="804"/>
                    <a:pt x="328" y="804"/>
                  </a:cubicBezTo>
                  <a:lnTo>
                    <a:pt x="1300" y="804"/>
                  </a:lnTo>
                  <a:cubicBezTo>
                    <a:pt x="1483" y="804"/>
                    <a:pt x="1627" y="655"/>
                    <a:pt x="1627" y="472"/>
                  </a:cubicBezTo>
                  <a:lnTo>
                    <a:pt x="1627" y="332"/>
                  </a:lnTo>
                  <a:cubicBezTo>
                    <a:pt x="1627" y="150"/>
                    <a:pt x="1483" y="0"/>
                    <a:pt x="1300"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1"/>
            <p:cNvSpPr/>
            <p:nvPr/>
          </p:nvSpPr>
          <p:spPr>
            <a:xfrm>
              <a:off x="4141367" y="4109826"/>
              <a:ext cx="87600" cy="30319"/>
            </a:xfrm>
            <a:custGeom>
              <a:rect b="b" l="l" r="r" t="t"/>
              <a:pathLst>
                <a:path extrusionOk="0" h="1156" w="3340">
                  <a:moveTo>
                    <a:pt x="443" y="0"/>
                  </a:moveTo>
                  <a:cubicBezTo>
                    <a:pt x="198" y="0"/>
                    <a:pt x="0" y="198"/>
                    <a:pt x="0" y="443"/>
                  </a:cubicBezTo>
                  <a:lnTo>
                    <a:pt x="0" y="1155"/>
                  </a:lnTo>
                  <a:lnTo>
                    <a:pt x="3340" y="1155"/>
                  </a:lnTo>
                  <a:lnTo>
                    <a:pt x="3340" y="443"/>
                  </a:lnTo>
                  <a:cubicBezTo>
                    <a:pt x="3340" y="198"/>
                    <a:pt x="3142" y="0"/>
                    <a:pt x="289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1"/>
            <p:cNvSpPr/>
            <p:nvPr/>
          </p:nvSpPr>
          <p:spPr>
            <a:xfrm>
              <a:off x="4198018" y="4109826"/>
              <a:ext cx="30948" cy="30319"/>
            </a:xfrm>
            <a:custGeom>
              <a:rect b="b" l="l" r="r" t="t"/>
              <a:pathLst>
                <a:path extrusionOk="0" h="1156" w="1180">
                  <a:moveTo>
                    <a:pt x="1" y="0"/>
                  </a:moveTo>
                  <a:lnTo>
                    <a:pt x="1" y="1155"/>
                  </a:lnTo>
                  <a:lnTo>
                    <a:pt x="1180" y="1155"/>
                  </a:lnTo>
                  <a:lnTo>
                    <a:pt x="1180" y="443"/>
                  </a:lnTo>
                  <a:cubicBezTo>
                    <a:pt x="1180" y="203"/>
                    <a:pt x="978" y="0"/>
                    <a:pt x="73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1"/>
            <p:cNvSpPr/>
            <p:nvPr/>
          </p:nvSpPr>
          <p:spPr>
            <a:xfrm>
              <a:off x="4109815" y="4132670"/>
              <a:ext cx="150703" cy="38004"/>
            </a:xfrm>
            <a:custGeom>
              <a:rect b="b" l="l" r="r" t="t"/>
              <a:pathLst>
                <a:path extrusionOk="0" h="1449" w="5746">
                  <a:moveTo>
                    <a:pt x="458" y="0"/>
                  </a:moveTo>
                  <a:cubicBezTo>
                    <a:pt x="342" y="0"/>
                    <a:pt x="241" y="82"/>
                    <a:pt x="217" y="198"/>
                  </a:cubicBezTo>
                  <a:lnTo>
                    <a:pt x="34" y="1150"/>
                  </a:lnTo>
                  <a:cubicBezTo>
                    <a:pt x="0" y="1304"/>
                    <a:pt x="116" y="1444"/>
                    <a:pt x="275" y="1449"/>
                  </a:cubicBezTo>
                  <a:lnTo>
                    <a:pt x="5471" y="1449"/>
                  </a:lnTo>
                  <a:cubicBezTo>
                    <a:pt x="5625" y="1444"/>
                    <a:pt x="5746" y="1304"/>
                    <a:pt x="5712" y="1150"/>
                  </a:cubicBezTo>
                  <a:lnTo>
                    <a:pt x="5529" y="198"/>
                  </a:lnTo>
                  <a:cubicBezTo>
                    <a:pt x="5505" y="82"/>
                    <a:pt x="5404" y="0"/>
                    <a:pt x="52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1"/>
            <p:cNvSpPr/>
            <p:nvPr/>
          </p:nvSpPr>
          <p:spPr>
            <a:xfrm>
              <a:off x="4222515" y="4132670"/>
              <a:ext cx="38004" cy="37873"/>
            </a:xfrm>
            <a:custGeom>
              <a:rect b="b" l="l" r="r" t="t"/>
              <a:pathLst>
                <a:path extrusionOk="0" h="1444" w="1449">
                  <a:moveTo>
                    <a:pt x="0" y="0"/>
                  </a:moveTo>
                  <a:lnTo>
                    <a:pt x="279" y="1444"/>
                  </a:lnTo>
                  <a:lnTo>
                    <a:pt x="1174" y="1444"/>
                  </a:lnTo>
                  <a:cubicBezTo>
                    <a:pt x="1333" y="1444"/>
                    <a:pt x="1449" y="1304"/>
                    <a:pt x="1420" y="1150"/>
                  </a:cubicBezTo>
                  <a:lnTo>
                    <a:pt x="1232" y="198"/>
                  </a:lnTo>
                  <a:cubicBezTo>
                    <a:pt x="1208" y="82"/>
                    <a:pt x="1107" y="0"/>
                    <a:pt x="99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1"/>
            <p:cNvSpPr/>
            <p:nvPr/>
          </p:nvSpPr>
          <p:spPr>
            <a:xfrm>
              <a:off x="4038634" y="3823107"/>
              <a:ext cx="292935" cy="352734"/>
            </a:xfrm>
            <a:custGeom>
              <a:rect b="b" l="l" r="r" t="t"/>
              <a:pathLst>
                <a:path extrusionOk="0" h="13449" w="11169">
                  <a:moveTo>
                    <a:pt x="592" y="1299"/>
                  </a:moveTo>
                  <a:cubicBezTo>
                    <a:pt x="905" y="1299"/>
                    <a:pt x="1199" y="1453"/>
                    <a:pt x="1377" y="1713"/>
                  </a:cubicBezTo>
                  <a:lnTo>
                    <a:pt x="1531" y="1935"/>
                  </a:lnTo>
                  <a:cubicBezTo>
                    <a:pt x="1690" y="2165"/>
                    <a:pt x="1954" y="2305"/>
                    <a:pt x="2233" y="2305"/>
                  </a:cubicBezTo>
                  <a:lnTo>
                    <a:pt x="2243" y="2305"/>
                  </a:lnTo>
                  <a:lnTo>
                    <a:pt x="2243" y="3152"/>
                  </a:lnTo>
                  <a:cubicBezTo>
                    <a:pt x="2243" y="3749"/>
                    <a:pt x="2339" y="4345"/>
                    <a:pt x="2522" y="4913"/>
                  </a:cubicBezTo>
                  <a:cubicBezTo>
                    <a:pt x="2344" y="4826"/>
                    <a:pt x="2161" y="4745"/>
                    <a:pt x="1978" y="4672"/>
                  </a:cubicBezTo>
                  <a:lnTo>
                    <a:pt x="1973" y="4672"/>
                  </a:lnTo>
                  <a:cubicBezTo>
                    <a:pt x="1589" y="4514"/>
                    <a:pt x="1184" y="4350"/>
                    <a:pt x="891" y="4023"/>
                  </a:cubicBezTo>
                  <a:cubicBezTo>
                    <a:pt x="559" y="3652"/>
                    <a:pt x="395" y="3094"/>
                    <a:pt x="395" y="2324"/>
                  </a:cubicBezTo>
                  <a:lnTo>
                    <a:pt x="395" y="1501"/>
                  </a:lnTo>
                  <a:cubicBezTo>
                    <a:pt x="395" y="1391"/>
                    <a:pt x="482" y="1299"/>
                    <a:pt x="592" y="1299"/>
                  </a:cubicBezTo>
                  <a:close/>
                  <a:moveTo>
                    <a:pt x="10577" y="1299"/>
                  </a:moveTo>
                  <a:cubicBezTo>
                    <a:pt x="10688" y="1299"/>
                    <a:pt x="10779" y="1391"/>
                    <a:pt x="10779" y="1501"/>
                  </a:cubicBezTo>
                  <a:lnTo>
                    <a:pt x="10779" y="2324"/>
                  </a:lnTo>
                  <a:lnTo>
                    <a:pt x="10774" y="2324"/>
                  </a:lnTo>
                  <a:cubicBezTo>
                    <a:pt x="10774" y="3094"/>
                    <a:pt x="10611" y="3652"/>
                    <a:pt x="10279" y="4023"/>
                  </a:cubicBezTo>
                  <a:cubicBezTo>
                    <a:pt x="9985" y="4350"/>
                    <a:pt x="9581" y="4514"/>
                    <a:pt x="9196" y="4672"/>
                  </a:cubicBezTo>
                  <a:cubicBezTo>
                    <a:pt x="9008" y="4745"/>
                    <a:pt x="8830" y="4826"/>
                    <a:pt x="8652" y="4918"/>
                  </a:cubicBezTo>
                  <a:cubicBezTo>
                    <a:pt x="8835" y="4345"/>
                    <a:pt x="8931" y="3749"/>
                    <a:pt x="8931" y="3152"/>
                  </a:cubicBezTo>
                  <a:lnTo>
                    <a:pt x="8931" y="2305"/>
                  </a:lnTo>
                  <a:lnTo>
                    <a:pt x="8936" y="2305"/>
                  </a:lnTo>
                  <a:cubicBezTo>
                    <a:pt x="9220" y="2305"/>
                    <a:pt x="9485" y="2165"/>
                    <a:pt x="9643" y="1935"/>
                  </a:cubicBezTo>
                  <a:lnTo>
                    <a:pt x="9797" y="1713"/>
                  </a:lnTo>
                  <a:cubicBezTo>
                    <a:pt x="9975" y="1453"/>
                    <a:pt x="10264" y="1299"/>
                    <a:pt x="10577" y="1299"/>
                  </a:cubicBezTo>
                  <a:close/>
                  <a:moveTo>
                    <a:pt x="8941" y="395"/>
                  </a:moveTo>
                  <a:lnTo>
                    <a:pt x="8941" y="866"/>
                  </a:lnTo>
                  <a:lnTo>
                    <a:pt x="7252" y="866"/>
                  </a:lnTo>
                  <a:cubicBezTo>
                    <a:pt x="7247" y="866"/>
                    <a:pt x="7243" y="866"/>
                    <a:pt x="7238" y="866"/>
                  </a:cubicBezTo>
                  <a:cubicBezTo>
                    <a:pt x="6977" y="866"/>
                    <a:pt x="6977" y="1261"/>
                    <a:pt x="7238" y="1261"/>
                  </a:cubicBezTo>
                  <a:cubicBezTo>
                    <a:pt x="7243" y="1261"/>
                    <a:pt x="7247" y="1261"/>
                    <a:pt x="7252" y="1261"/>
                  </a:cubicBezTo>
                  <a:lnTo>
                    <a:pt x="8532" y="1261"/>
                  </a:lnTo>
                  <a:lnTo>
                    <a:pt x="8532" y="3152"/>
                  </a:lnTo>
                  <a:cubicBezTo>
                    <a:pt x="8527" y="4879"/>
                    <a:pt x="7709" y="6501"/>
                    <a:pt x="6323" y="7526"/>
                  </a:cubicBezTo>
                  <a:lnTo>
                    <a:pt x="6184" y="7632"/>
                  </a:lnTo>
                  <a:cubicBezTo>
                    <a:pt x="6145" y="7622"/>
                    <a:pt x="6107" y="7617"/>
                    <a:pt x="6068" y="7617"/>
                  </a:cubicBezTo>
                  <a:lnTo>
                    <a:pt x="5101" y="7617"/>
                  </a:lnTo>
                  <a:cubicBezTo>
                    <a:pt x="5063" y="7617"/>
                    <a:pt x="5024" y="7622"/>
                    <a:pt x="4990" y="7632"/>
                  </a:cubicBezTo>
                  <a:lnTo>
                    <a:pt x="4846" y="7526"/>
                  </a:lnTo>
                  <a:cubicBezTo>
                    <a:pt x="3460" y="6501"/>
                    <a:pt x="2642" y="4879"/>
                    <a:pt x="2637" y="3152"/>
                  </a:cubicBezTo>
                  <a:lnTo>
                    <a:pt x="2637" y="1261"/>
                  </a:lnTo>
                  <a:lnTo>
                    <a:pt x="6338" y="1261"/>
                  </a:lnTo>
                  <a:cubicBezTo>
                    <a:pt x="6342" y="1261"/>
                    <a:pt x="6347" y="1261"/>
                    <a:pt x="6352" y="1261"/>
                  </a:cubicBezTo>
                  <a:cubicBezTo>
                    <a:pt x="6612" y="1261"/>
                    <a:pt x="6612" y="866"/>
                    <a:pt x="6352" y="866"/>
                  </a:cubicBezTo>
                  <a:cubicBezTo>
                    <a:pt x="6347" y="866"/>
                    <a:pt x="6342" y="866"/>
                    <a:pt x="6338" y="866"/>
                  </a:cubicBezTo>
                  <a:lnTo>
                    <a:pt x="2228" y="866"/>
                  </a:lnTo>
                  <a:lnTo>
                    <a:pt x="2228" y="395"/>
                  </a:lnTo>
                  <a:close/>
                  <a:moveTo>
                    <a:pt x="6068" y="8012"/>
                  </a:moveTo>
                  <a:cubicBezTo>
                    <a:pt x="6145" y="8012"/>
                    <a:pt x="6203" y="8069"/>
                    <a:pt x="6203" y="8146"/>
                  </a:cubicBezTo>
                  <a:lnTo>
                    <a:pt x="6203" y="8286"/>
                  </a:lnTo>
                  <a:cubicBezTo>
                    <a:pt x="6203" y="8358"/>
                    <a:pt x="6145" y="8421"/>
                    <a:pt x="6068" y="8421"/>
                  </a:cubicBezTo>
                  <a:lnTo>
                    <a:pt x="5101" y="8421"/>
                  </a:lnTo>
                  <a:cubicBezTo>
                    <a:pt x="5029" y="8421"/>
                    <a:pt x="4966" y="8358"/>
                    <a:pt x="4966" y="8286"/>
                  </a:cubicBezTo>
                  <a:lnTo>
                    <a:pt x="4966" y="8146"/>
                  </a:lnTo>
                  <a:cubicBezTo>
                    <a:pt x="4966" y="8069"/>
                    <a:pt x="5029" y="8012"/>
                    <a:pt x="5101" y="8012"/>
                  </a:cubicBezTo>
                  <a:close/>
                  <a:moveTo>
                    <a:pt x="5818" y="8815"/>
                  </a:moveTo>
                  <a:lnTo>
                    <a:pt x="5818" y="10740"/>
                  </a:lnTo>
                  <a:lnTo>
                    <a:pt x="5356" y="10740"/>
                  </a:lnTo>
                  <a:lnTo>
                    <a:pt x="5356" y="8815"/>
                  </a:lnTo>
                  <a:close/>
                  <a:moveTo>
                    <a:pt x="6809" y="11130"/>
                  </a:moveTo>
                  <a:cubicBezTo>
                    <a:pt x="6944" y="11130"/>
                    <a:pt x="7055" y="11240"/>
                    <a:pt x="7055" y="11375"/>
                  </a:cubicBezTo>
                  <a:lnTo>
                    <a:pt x="7055" y="11606"/>
                  </a:lnTo>
                  <a:lnTo>
                    <a:pt x="5303" y="11606"/>
                  </a:lnTo>
                  <a:cubicBezTo>
                    <a:pt x="5299" y="11606"/>
                    <a:pt x="5294" y="11606"/>
                    <a:pt x="5290" y="11606"/>
                  </a:cubicBezTo>
                  <a:cubicBezTo>
                    <a:pt x="5033" y="11606"/>
                    <a:pt x="5033" y="12001"/>
                    <a:pt x="5290" y="12001"/>
                  </a:cubicBezTo>
                  <a:cubicBezTo>
                    <a:pt x="5294" y="12001"/>
                    <a:pt x="5299" y="12001"/>
                    <a:pt x="5303" y="12001"/>
                  </a:cubicBezTo>
                  <a:lnTo>
                    <a:pt x="7998" y="12001"/>
                  </a:lnTo>
                  <a:cubicBezTo>
                    <a:pt x="8022" y="12001"/>
                    <a:pt x="8041" y="12015"/>
                    <a:pt x="8046" y="12039"/>
                  </a:cubicBezTo>
                  <a:lnTo>
                    <a:pt x="8234" y="12992"/>
                  </a:lnTo>
                  <a:cubicBezTo>
                    <a:pt x="8238" y="13026"/>
                    <a:pt x="8214" y="13054"/>
                    <a:pt x="8185" y="13054"/>
                  </a:cubicBezTo>
                  <a:lnTo>
                    <a:pt x="2984" y="13054"/>
                  </a:lnTo>
                  <a:cubicBezTo>
                    <a:pt x="2955" y="13054"/>
                    <a:pt x="2931" y="13026"/>
                    <a:pt x="2936" y="12992"/>
                  </a:cubicBezTo>
                  <a:lnTo>
                    <a:pt x="3123" y="12039"/>
                  </a:lnTo>
                  <a:cubicBezTo>
                    <a:pt x="3128" y="12015"/>
                    <a:pt x="3148" y="12001"/>
                    <a:pt x="3172" y="12001"/>
                  </a:cubicBezTo>
                  <a:lnTo>
                    <a:pt x="4389" y="12001"/>
                  </a:lnTo>
                  <a:cubicBezTo>
                    <a:pt x="4634" y="11986"/>
                    <a:pt x="4634" y="11621"/>
                    <a:pt x="4389" y="11606"/>
                  </a:cubicBezTo>
                  <a:lnTo>
                    <a:pt x="4115" y="11606"/>
                  </a:lnTo>
                  <a:lnTo>
                    <a:pt x="4115" y="11375"/>
                  </a:lnTo>
                  <a:cubicBezTo>
                    <a:pt x="4115" y="11240"/>
                    <a:pt x="4221" y="11130"/>
                    <a:pt x="4360" y="11130"/>
                  </a:cubicBezTo>
                  <a:close/>
                  <a:moveTo>
                    <a:pt x="2209" y="0"/>
                  </a:moveTo>
                  <a:cubicBezTo>
                    <a:pt x="2002" y="0"/>
                    <a:pt x="1834" y="169"/>
                    <a:pt x="1834" y="376"/>
                  </a:cubicBezTo>
                  <a:lnTo>
                    <a:pt x="1834" y="886"/>
                  </a:lnTo>
                  <a:cubicBezTo>
                    <a:pt x="1834" y="1092"/>
                    <a:pt x="2002" y="1261"/>
                    <a:pt x="2209" y="1261"/>
                  </a:cubicBezTo>
                  <a:lnTo>
                    <a:pt x="2248" y="1261"/>
                  </a:lnTo>
                  <a:lnTo>
                    <a:pt x="2248" y="1910"/>
                  </a:lnTo>
                  <a:lnTo>
                    <a:pt x="2238" y="1910"/>
                  </a:lnTo>
                  <a:cubicBezTo>
                    <a:pt x="2084" y="1910"/>
                    <a:pt x="1945" y="1838"/>
                    <a:pt x="1858" y="1713"/>
                  </a:cubicBezTo>
                  <a:lnTo>
                    <a:pt x="1704" y="1487"/>
                  </a:lnTo>
                  <a:cubicBezTo>
                    <a:pt x="1454" y="1126"/>
                    <a:pt x="1040" y="910"/>
                    <a:pt x="597" y="905"/>
                  </a:cubicBezTo>
                  <a:cubicBezTo>
                    <a:pt x="270" y="905"/>
                    <a:pt x="1" y="1169"/>
                    <a:pt x="1" y="1501"/>
                  </a:cubicBezTo>
                  <a:lnTo>
                    <a:pt x="1" y="2324"/>
                  </a:lnTo>
                  <a:cubicBezTo>
                    <a:pt x="1" y="4297"/>
                    <a:pt x="1016" y="4706"/>
                    <a:pt x="1829" y="5038"/>
                  </a:cubicBezTo>
                  <a:cubicBezTo>
                    <a:pt x="2286" y="5221"/>
                    <a:pt x="2681" y="5385"/>
                    <a:pt x="2868" y="5774"/>
                  </a:cubicBezTo>
                  <a:cubicBezTo>
                    <a:pt x="2926" y="5866"/>
                    <a:pt x="2912" y="5986"/>
                    <a:pt x="2835" y="6063"/>
                  </a:cubicBezTo>
                  <a:cubicBezTo>
                    <a:pt x="2759" y="6138"/>
                    <a:pt x="2659" y="6180"/>
                    <a:pt x="2559" y="6180"/>
                  </a:cubicBezTo>
                  <a:cubicBezTo>
                    <a:pt x="2519" y="6180"/>
                    <a:pt x="2479" y="6173"/>
                    <a:pt x="2440" y="6159"/>
                  </a:cubicBezTo>
                  <a:cubicBezTo>
                    <a:pt x="2296" y="6101"/>
                    <a:pt x="2277" y="5923"/>
                    <a:pt x="2281" y="5789"/>
                  </a:cubicBezTo>
                  <a:cubicBezTo>
                    <a:pt x="2284" y="5656"/>
                    <a:pt x="2183" y="5588"/>
                    <a:pt x="2082" y="5588"/>
                  </a:cubicBezTo>
                  <a:cubicBezTo>
                    <a:pt x="1989" y="5588"/>
                    <a:pt x="1896" y="5647"/>
                    <a:pt x="1887" y="5769"/>
                  </a:cubicBezTo>
                  <a:cubicBezTo>
                    <a:pt x="1877" y="5943"/>
                    <a:pt x="1901" y="6361"/>
                    <a:pt x="2281" y="6525"/>
                  </a:cubicBezTo>
                  <a:cubicBezTo>
                    <a:pt x="2368" y="6559"/>
                    <a:pt x="2459" y="6578"/>
                    <a:pt x="2551" y="6578"/>
                  </a:cubicBezTo>
                  <a:cubicBezTo>
                    <a:pt x="2767" y="6578"/>
                    <a:pt x="2969" y="6491"/>
                    <a:pt x="3119" y="6337"/>
                  </a:cubicBezTo>
                  <a:cubicBezTo>
                    <a:pt x="3133" y="6318"/>
                    <a:pt x="3148" y="6304"/>
                    <a:pt x="3162" y="6284"/>
                  </a:cubicBezTo>
                  <a:cubicBezTo>
                    <a:pt x="3547" y="6891"/>
                    <a:pt x="4038" y="7420"/>
                    <a:pt x="4615" y="7843"/>
                  </a:cubicBezTo>
                  <a:lnTo>
                    <a:pt x="4654" y="7872"/>
                  </a:lnTo>
                  <a:cubicBezTo>
                    <a:pt x="4601" y="7954"/>
                    <a:pt x="4577" y="8045"/>
                    <a:pt x="4577" y="8142"/>
                  </a:cubicBezTo>
                  <a:lnTo>
                    <a:pt x="4577" y="8286"/>
                  </a:lnTo>
                  <a:cubicBezTo>
                    <a:pt x="4577" y="8522"/>
                    <a:pt x="4735" y="8729"/>
                    <a:pt x="4962" y="8791"/>
                  </a:cubicBezTo>
                  <a:lnTo>
                    <a:pt x="4962" y="10735"/>
                  </a:lnTo>
                  <a:lnTo>
                    <a:pt x="4360" y="10735"/>
                  </a:lnTo>
                  <a:cubicBezTo>
                    <a:pt x="4009" y="10735"/>
                    <a:pt x="3720" y="11024"/>
                    <a:pt x="3720" y="11375"/>
                  </a:cubicBezTo>
                  <a:lnTo>
                    <a:pt x="3720" y="11601"/>
                  </a:lnTo>
                  <a:lnTo>
                    <a:pt x="3172" y="11601"/>
                  </a:lnTo>
                  <a:cubicBezTo>
                    <a:pt x="2960" y="11601"/>
                    <a:pt x="2777" y="11755"/>
                    <a:pt x="2739" y="11962"/>
                  </a:cubicBezTo>
                  <a:lnTo>
                    <a:pt x="2551" y="12920"/>
                  </a:lnTo>
                  <a:cubicBezTo>
                    <a:pt x="2498" y="13194"/>
                    <a:pt x="2705" y="13444"/>
                    <a:pt x="2984" y="13449"/>
                  </a:cubicBezTo>
                  <a:lnTo>
                    <a:pt x="8185" y="13449"/>
                  </a:lnTo>
                  <a:cubicBezTo>
                    <a:pt x="8464" y="13449"/>
                    <a:pt x="8676" y="13194"/>
                    <a:pt x="8623" y="12920"/>
                  </a:cubicBezTo>
                  <a:lnTo>
                    <a:pt x="8436" y="11962"/>
                  </a:lnTo>
                  <a:cubicBezTo>
                    <a:pt x="8397" y="11755"/>
                    <a:pt x="8214" y="11601"/>
                    <a:pt x="7998" y="11601"/>
                  </a:cubicBezTo>
                  <a:lnTo>
                    <a:pt x="7449" y="11601"/>
                  </a:lnTo>
                  <a:lnTo>
                    <a:pt x="7449" y="11375"/>
                  </a:lnTo>
                  <a:cubicBezTo>
                    <a:pt x="7449" y="11024"/>
                    <a:pt x="7165" y="10735"/>
                    <a:pt x="6809" y="10735"/>
                  </a:cubicBezTo>
                  <a:lnTo>
                    <a:pt x="6208" y="10735"/>
                  </a:lnTo>
                  <a:lnTo>
                    <a:pt x="6208" y="8791"/>
                  </a:lnTo>
                  <a:cubicBezTo>
                    <a:pt x="6439" y="8729"/>
                    <a:pt x="6598" y="8522"/>
                    <a:pt x="6598" y="8286"/>
                  </a:cubicBezTo>
                  <a:lnTo>
                    <a:pt x="6598" y="8142"/>
                  </a:lnTo>
                  <a:cubicBezTo>
                    <a:pt x="6598" y="8045"/>
                    <a:pt x="6569" y="7949"/>
                    <a:pt x="6521" y="7867"/>
                  </a:cubicBezTo>
                  <a:lnTo>
                    <a:pt x="6554" y="7843"/>
                  </a:lnTo>
                  <a:cubicBezTo>
                    <a:pt x="7132" y="7415"/>
                    <a:pt x="7627" y="6886"/>
                    <a:pt x="8007" y="6284"/>
                  </a:cubicBezTo>
                  <a:cubicBezTo>
                    <a:pt x="8022" y="6299"/>
                    <a:pt x="8036" y="6318"/>
                    <a:pt x="8055" y="6332"/>
                  </a:cubicBezTo>
                  <a:cubicBezTo>
                    <a:pt x="8205" y="6486"/>
                    <a:pt x="8407" y="6573"/>
                    <a:pt x="8618" y="6573"/>
                  </a:cubicBezTo>
                  <a:cubicBezTo>
                    <a:pt x="8628" y="6573"/>
                    <a:pt x="8638" y="6574"/>
                    <a:pt x="8647" y="6574"/>
                  </a:cubicBezTo>
                  <a:cubicBezTo>
                    <a:pt x="8733" y="6574"/>
                    <a:pt x="8814" y="6555"/>
                    <a:pt x="8888" y="6520"/>
                  </a:cubicBezTo>
                  <a:cubicBezTo>
                    <a:pt x="9268" y="6356"/>
                    <a:pt x="9292" y="5938"/>
                    <a:pt x="9287" y="5769"/>
                  </a:cubicBezTo>
                  <a:cubicBezTo>
                    <a:pt x="9285" y="5637"/>
                    <a:pt x="9187" y="5573"/>
                    <a:pt x="9089" y="5573"/>
                  </a:cubicBezTo>
                  <a:cubicBezTo>
                    <a:pt x="8984" y="5573"/>
                    <a:pt x="8880" y="5645"/>
                    <a:pt x="8893" y="5784"/>
                  </a:cubicBezTo>
                  <a:cubicBezTo>
                    <a:pt x="8898" y="5923"/>
                    <a:pt x="8873" y="6097"/>
                    <a:pt x="8734" y="6159"/>
                  </a:cubicBezTo>
                  <a:cubicBezTo>
                    <a:pt x="8694" y="6173"/>
                    <a:pt x="8653" y="6180"/>
                    <a:pt x="8612" y="6180"/>
                  </a:cubicBezTo>
                  <a:cubicBezTo>
                    <a:pt x="8510" y="6180"/>
                    <a:pt x="8411" y="6138"/>
                    <a:pt x="8339" y="6063"/>
                  </a:cubicBezTo>
                  <a:cubicBezTo>
                    <a:pt x="8262" y="5986"/>
                    <a:pt x="8248" y="5866"/>
                    <a:pt x="8306" y="5769"/>
                  </a:cubicBezTo>
                  <a:cubicBezTo>
                    <a:pt x="8493" y="5380"/>
                    <a:pt x="8888" y="5221"/>
                    <a:pt x="9345" y="5033"/>
                  </a:cubicBezTo>
                  <a:cubicBezTo>
                    <a:pt x="10158" y="4706"/>
                    <a:pt x="11169" y="4292"/>
                    <a:pt x="11169" y="2319"/>
                  </a:cubicBezTo>
                  <a:lnTo>
                    <a:pt x="11169" y="1497"/>
                  </a:lnTo>
                  <a:cubicBezTo>
                    <a:pt x="11169" y="1343"/>
                    <a:pt x="11106" y="1189"/>
                    <a:pt x="10995" y="1078"/>
                  </a:cubicBezTo>
                  <a:cubicBezTo>
                    <a:pt x="10885" y="967"/>
                    <a:pt x="10736" y="905"/>
                    <a:pt x="10577" y="905"/>
                  </a:cubicBezTo>
                  <a:cubicBezTo>
                    <a:pt x="10134" y="910"/>
                    <a:pt x="9720" y="1126"/>
                    <a:pt x="9470" y="1487"/>
                  </a:cubicBezTo>
                  <a:lnTo>
                    <a:pt x="9316" y="1713"/>
                  </a:lnTo>
                  <a:cubicBezTo>
                    <a:pt x="9230" y="1838"/>
                    <a:pt x="9090" y="1910"/>
                    <a:pt x="8936" y="1910"/>
                  </a:cubicBezTo>
                  <a:lnTo>
                    <a:pt x="8926" y="1910"/>
                  </a:lnTo>
                  <a:lnTo>
                    <a:pt x="8926" y="1261"/>
                  </a:lnTo>
                  <a:lnTo>
                    <a:pt x="8965" y="1261"/>
                  </a:lnTo>
                  <a:cubicBezTo>
                    <a:pt x="9172" y="1261"/>
                    <a:pt x="9335" y="1092"/>
                    <a:pt x="9335" y="886"/>
                  </a:cubicBezTo>
                  <a:lnTo>
                    <a:pt x="9335" y="376"/>
                  </a:lnTo>
                  <a:cubicBezTo>
                    <a:pt x="9335" y="169"/>
                    <a:pt x="9172" y="0"/>
                    <a:pt x="8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1"/>
            <p:cNvSpPr/>
            <p:nvPr/>
          </p:nvSpPr>
          <p:spPr>
            <a:xfrm>
              <a:off x="4137695" y="3884190"/>
              <a:ext cx="94944" cy="87442"/>
            </a:xfrm>
            <a:custGeom>
              <a:rect b="b" l="l" r="r" t="t"/>
              <a:pathLst>
                <a:path extrusionOk="0" h="3334" w="3620">
                  <a:moveTo>
                    <a:pt x="1815" y="592"/>
                  </a:moveTo>
                  <a:lnTo>
                    <a:pt x="2118" y="1208"/>
                  </a:lnTo>
                  <a:cubicBezTo>
                    <a:pt x="2152" y="1280"/>
                    <a:pt x="2219" y="1328"/>
                    <a:pt x="2301" y="1338"/>
                  </a:cubicBezTo>
                  <a:lnTo>
                    <a:pt x="2979" y="1439"/>
                  </a:lnTo>
                  <a:lnTo>
                    <a:pt x="2484" y="1920"/>
                  </a:lnTo>
                  <a:cubicBezTo>
                    <a:pt x="2426" y="1973"/>
                    <a:pt x="2402" y="2050"/>
                    <a:pt x="2416" y="2127"/>
                  </a:cubicBezTo>
                  <a:lnTo>
                    <a:pt x="2532" y="2810"/>
                  </a:lnTo>
                  <a:lnTo>
                    <a:pt x="1921" y="2488"/>
                  </a:lnTo>
                  <a:cubicBezTo>
                    <a:pt x="1887" y="2468"/>
                    <a:pt x="1849" y="2459"/>
                    <a:pt x="1810" y="2459"/>
                  </a:cubicBezTo>
                  <a:cubicBezTo>
                    <a:pt x="1772" y="2459"/>
                    <a:pt x="1733" y="2468"/>
                    <a:pt x="1699" y="2488"/>
                  </a:cubicBezTo>
                  <a:lnTo>
                    <a:pt x="1088" y="2810"/>
                  </a:lnTo>
                  <a:lnTo>
                    <a:pt x="1209" y="2127"/>
                  </a:lnTo>
                  <a:cubicBezTo>
                    <a:pt x="1218" y="2050"/>
                    <a:pt x="1194" y="1973"/>
                    <a:pt x="1136" y="1920"/>
                  </a:cubicBezTo>
                  <a:lnTo>
                    <a:pt x="646" y="1439"/>
                  </a:lnTo>
                  <a:lnTo>
                    <a:pt x="1329" y="1338"/>
                  </a:lnTo>
                  <a:cubicBezTo>
                    <a:pt x="1406" y="1328"/>
                    <a:pt x="1473" y="1280"/>
                    <a:pt x="1507" y="1208"/>
                  </a:cubicBezTo>
                  <a:lnTo>
                    <a:pt x="1815" y="592"/>
                  </a:lnTo>
                  <a:close/>
                  <a:moveTo>
                    <a:pt x="1812" y="0"/>
                  </a:moveTo>
                  <a:cubicBezTo>
                    <a:pt x="1729" y="0"/>
                    <a:pt x="1646" y="43"/>
                    <a:pt x="1603" y="130"/>
                  </a:cubicBezTo>
                  <a:lnTo>
                    <a:pt x="1189" y="962"/>
                  </a:lnTo>
                  <a:lnTo>
                    <a:pt x="275" y="1092"/>
                  </a:lnTo>
                  <a:cubicBezTo>
                    <a:pt x="78" y="1121"/>
                    <a:pt x="1" y="1362"/>
                    <a:pt x="140" y="1497"/>
                  </a:cubicBezTo>
                  <a:lnTo>
                    <a:pt x="804" y="2141"/>
                  </a:lnTo>
                  <a:lnTo>
                    <a:pt x="646" y="3056"/>
                  </a:lnTo>
                  <a:cubicBezTo>
                    <a:pt x="623" y="3208"/>
                    <a:pt x="745" y="3333"/>
                    <a:pt x="883" y="3333"/>
                  </a:cubicBezTo>
                  <a:cubicBezTo>
                    <a:pt x="919" y="3333"/>
                    <a:pt x="956" y="3325"/>
                    <a:pt x="992" y="3306"/>
                  </a:cubicBezTo>
                  <a:lnTo>
                    <a:pt x="1810" y="2873"/>
                  </a:lnTo>
                  <a:lnTo>
                    <a:pt x="2633" y="3306"/>
                  </a:lnTo>
                  <a:cubicBezTo>
                    <a:pt x="2669" y="3325"/>
                    <a:pt x="2706" y="3333"/>
                    <a:pt x="2742" y="3333"/>
                  </a:cubicBezTo>
                  <a:cubicBezTo>
                    <a:pt x="2880" y="3333"/>
                    <a:pt x="3001" y="3208"/>
                    <a:pt x="2975" y="3056"/>
                  </a:cubicBezTo>
                  <a:lnTo>
                    <a:pt x="2816" y="2141"/>
                  </a:lnTo>
                  <a:lnTo>
                    <a:pt x="3480" y="1497"/>
                  </a:lnTo>
                  <a:cubicBezTo>
                    <a:pt x="3619" y="1362"/>
                    <a:pt x="3542" y="1121"/>
                    <a:pt x="3350" y="1092"/>
                  </a:cubicBezTo>
                  <a:lnTo>
                    <a:pt x="2431" y="962"/>
                  </a:lnTo>
                  <a:lnTo>
                    <a:pt x="2022" y="130"/>
                  </a:lnTo>
                  <a:cubicBezTo>
                    <a:pt x="1978" y="43"/>
                    <a:pt x="1895" y="0"/>
                    <a:pt x="18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81"/>
          <p:cNvGrpSpPr/>
          <p:nvPr/>
        </p:nvGrpSpPr>
        <p:grpSpPr>
          <a:xfrm>
            <a:off x="854248" y="2920644"/>
            <a:ext cx="360445" cy="321077"/>
            <a:chOff x="854248" y="2920644"/>
            <a:chExt cx="360445" cy="321077"/>
          </a:xfrm>
        </p:grpSpPr>
        <p:sp>
          <p:nvSpPr>
            <p:cNvPr id="10218" name="Google Shape;10218;p81"/>
            <p:cNvSpPr/>
            <p:nvPr/>
          </p:nvSpPr>
          <p:spPr>
            <a:xfrm>
              <a:off x="859546" y="3067046"/>
              <a:ext cx="197021" cy="169377"/>
            </a:xfrm>
            <a:custGeom>
              <a:rect b="b" l="l" r="r" t="t"/>
              <a:pathLst>
                <a:path extrusionOk="0" h="6458" w="7512">
                  <a:moveTo>
                    <a:pt x="7319" y="0"/>
                  </a:moveTo>
                  <a:lnTo>
                    <a:pt x="3566" y="3542"/>
                  </a:lnTo>
                  <a:cubicBezTo>
                    <a:pt x="3489" y="3619"/>
                    <a:pt x="3383" y="3662"/>
                    <a:pt x="3272" y="3662"/>
                  </a:cubicBezTo>
                  <a:lnTo>
                    <a:pt x="3229" y="3662"/>
                  </a:lnTo>
                  <a:cubicBezTo>
                    <a:pt x="2988" y="3662"/>
                    <a:pt x="2796" y="3469"/>
                    <a:pt x="2796" y="3229"/>
                  </a:cubicBezTo>
                  <a:lnTo>
                    <a:pt x="2796" y="3012"/>
                  </a:lnTo>
                  <a:lnTo>
                    <a:pt x="1506" y="3012"/>
                  </a:lnTo>
                  <a:lnTo>
                    <a:pt x="1506" y="3335"/>
                  </a:lnTo>
                  <a:cubicBezTo>
                    <a:pt x="1506" y="3527"/>
                    <a:pt x="1376" y="3696"/>
                    <a:pt x="1193" y="3748"/>
                  </a:cubicBezTo>
                  <a:lnTo>
                    <a:pt x="467" y="3955"/>
                  </a:lnTo>
                  <a:cubicBezTo>
                    <a:pt x="193" y="4032"/>
                    <a:pt x="0" y="4287"/>
                    <a:pt x="0" y="4576"/>
                  </a:cubicBezTo>
                  <a:lnTo>
                    <a:pt x="0" y="6457"/>
                  </a:lnTo>
                  <a:lnTo>
                    <a:pt x="3445" y="6457"/>
                  </a:lnTo>
                  <a:lnTo>
                    <a:pt x="3445" y="5307"/>
                  </a:lnTo>
                  <a:cubicBezTo>
                    <a:pt x="3440" y="5077"/>
                    <a:pt x="3532" y="4860"/>
                    <a:pt x="3696" y="4696"/>
                  </a:cubicBezTo>
                  <a:lnTo>
                    <a:pt x="7357" y="1035"/>
                  </a:lnTo>
                  <a:cubicBezTo>
                    <a:pt x="7468" y="924"/>
                    <a:pt x="7511" y="770"/>
                    <a:pt x="7473" y="626"/>
                  </a:cubicBezTo>
                  <a:lnTo>
                    <a:pt x="7319" y="0"/>
                  </a:ln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1"/>
            <p:cNvSpPr/>
            <p:nvPr/>
          </p:nvSpPr>
          <p:spPr>
            <a:xfrm>
              <a:off x="1006315" y="2925942"/>
              <a:ext cx="203211" cy="169377"/>
            </a:xfrm>
            <a:custGeom>
              <a:rect b="b" l="l" r="r" t="t"/>
              <a:pathLst>
                <a:path extrusionOk="0" h="6458" w="7748">
                  <a:moveTo>
                    <a:pt x="428" y="1"/>
                  </a:moveTo>
                  <a:cubicBezTo>
                    <a:pt x="193" y="1"/>
                    <a:pt x="0" y="193"/>
                    <a:pt x="0" y="434"/>
                  </a:cubicBezTo>
                  <a:lnTo>
                    <a:pt x="0" y="6025"/>
                  </a:lnTo>
                  <a:cubicBezTo>
                    <a:pt x="0" y="6265"/>
                    <a:pt x="193" y="6458"/>
                    <a:pt x="428" y="6458"/>
                  </a:cubicBezTo>
                  <a:lnTo>
                    <a:pt x="7314" y="6458"/>
                  </a:lnTo>
                  <a:cubicBezTo>
                    <a:pt x="7550" y="6458"/>
                    <a:pt x="7747" y="6265"/>
                    <a:pt x="7747" y="6025"/>
                  </a:cubicBezTo>
                  <a:lnTo>
                    <a:pt x="7747" y="434"/>
                  </a:lnTo>
                  <a:cubicBezTo>
                    <a:pt x="7747" y="193"/>
                    <a:pt x="7550" y="1"/>
                    <a:pt x="7314"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1"/>
            <p:cNvSpPr/>
            <p:nvPr/>
          </p:nvSpPr>
          <p:spPr>
            <a:xfrm>
              <a:off x="876436" y="3067046"/>
              <a:ext cx="28299" cy="62107"/>
            </a:xfrm>
            <a:custGeom>
              <a:rect b="b" l="l" r="r" t="t"/>
              <a:pathLst>
                <a:path extrusionOk="0" h="2368" w="1079">
                  <a:moveTo>
                    <a:pt x="646" y="0"/>
                  </a:moveTo>
                  <a:cubicBezTo>
                    <a:pt x="290" y="0"/>
                    <a:pt x="1" y="289"/>
                    <a:pt x="1" y="650"/>
                  </a:cubicBezTo>
                  <a:lnTo>
                    <a:pt x="1" y="799"/>
                  </a:lnTo>
                  <a:cubicBezTo>
                    <a:pt x="1" y="982"/>
                    <a:pt x="30" y="1169"/>
                    <a:pt x="87" y="1343"/>
                  </a:cubicBezTo>
                  <a:lnTo>
                    <a:pt x="434" y="2368"/>
                  </a:lnTo>
                  <a:lnTo>
                    <a:pt x="1079" y="2368"/>
                  </a:lnTo>
                  <a:lnTo>
                    <a:pt x="1079"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1"/>
            <p:cNvSpPr/>
            <p:nvPr/>
          </p:nvSpPr>
          <p:spPr>
            <a:xfrm>
              <a:off x="887688" y="3061355"/>
              <a:ext cx="67903" cy="67798"/>
            </a:xfrm>
            <a:custGeom>
              <a:rect b="b" l="l" r="r" t="t"/>
              <a:pathLst>
                <a:path extrusionOk="0" h="2585" w="2589">
                  <a:moveTo>
                    <a:pt x="650" y="1"/>
                  </a:moveTo>
                  <a:cubicBezTo>
                    <a:pt x="289" y="1"/>
                    <a:pt x="0" y="289"/>
                    <a:pt x="0" y="650"/>
                  </a:cubicBezTo>
                  <a:cubicBezTo>
                    <a:pt x="0" y="886"/>
                    <a:pt x="193" y="1078"/>
                    <a:pt x="433" y="1078"/>
                  </a:cubicBezTo>
                  <a:lnTo>
                    <a:pt x="2156" y="2585"/>
                  </a:lnTo>
                  <a:lnTo>
                    <a:pt x="2536" y="1252"/>
                  </a:lnTo>
                  <a:cubicBezTo>
                    <a:pt x="2570" y="1136"/>
                    <a:pt x="2584" y="1016"/>
                    <a:pt x="2589" y="896"/>
                  </a:cubicBezTo>
                  <a:lnTo>
                    <a:pt x="258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1"/>
            <p:cNvSpPr/>
            <p:nvPr/>
          </p:nvSpPr>
          <p:spPr>
            <a:xfrm>
              <a:off x="899045" y="3146044"/>
              <a:ext cx="33833" cy="28299"/>
            </a:xfrm>
            <a:custGeom>
              <a:rect b="b" l="l" r="r" t="t"/>
              <a:pathLst>
                <a:path extrusionOk="0" h="1079" w="1290">
                  <a:moveTo>
                    <a:pt x="0" y="0"/>
                  </a:moveTo>
                  <a:lnTo>
                    <a:pt x="0" y="433"/>
                  </a:lnTo>
                  <a:cubicBezTo>
                    <a:pt x="0" y="789"/>
                    <a:pt x="289" y="1078"/>
                    <a:pt x="645" y="1078"/>
                  </a:cubicBezTo>
                  <a:cubicBezTo>
                    <a:pt x="1001" y="1078"/>
                    <a:pt x="1290" y="789"/>
                    <a:pt x="1290" y="433"/>
                  </a:cubicBezTo>
                  <a:lnTo>
                    <a:pt x="129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1"/>
            <p:cNvSpPr/>
            <p:nvPr/>
          </p:nvSpPr>
          <p:spPr>
            <a:xfrm>
              <a:off x="882128" y="3089733"/>
              <a:ext cx="67798" cy="62002"/>
            </a:xfrm>
            <a:custGeom>
              <a:rect b="b" l="l" r="r" t="t"/>
              <a:pathLst>
                <a:path extrusionOk="0" h="2364" w="2585">
                  <a:moveTo>
                    <a:pt x="811" y="1"/>
                  </a:moveTo>
                  <a:cubicBezTo>
                    <a:pt x="701" y="1"/>
                    <a:pt x="593" y="44"/>
                    <a:pt x="515" y="126"/>
                  </a:cubicBezTo>
                  <a:lnTo>
                    <a:pt x="304" y="338"/>
                  </a:lnTo>
                  <a:cubicBezTo>
                    <a:pt x="106" y="531"/>
                    <a:pt x="0" y="795"/>
                    <a:pt x="0" y="1074"/>
                  </a:cubicBezTo>
                  <a:cubicBezTo>
                    <a:pt x="0" y="1786"/>
                    <a:pt x="578" y="2364"/>
                    <a:pt x="1290" y="2364"/>
                  </a:cubicBezTo>
                  <a:cubicBezTo>
                    <a:pt x="2002" y="2364"/>
                    <a:pt x="2579" y="1786"/>
                    <a:pt x="2579" y="1074"/>
                  </a:cubicBezTo>
                  <a:lnTo>
                    <a:pt x="2579" y="800"/>
                  </a:lnTo>
                  <a:cubicBezTo>
                    <a:pt x="2584" y="685"/>
                    <a:pt x="2536" y="574"/>
                    <a:pt x="2459" y="492"/>
                  </a:cubicBezTo>
                  <a:cubicBezTo>
                    <a:pt x="2122" y="170"/>
                    <a:pt x="1516" y="20"/>
                    <a:pt x="828" y="1"/>
                  </a:cubicBezTo>
                  <a:cubicBezTo>
                    <a:pt x="822" y="1"/>
                    <a:pt x="816" y="1"/>
                    <a:pt x="811"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1"/>
            <p:cNvSpPr/>
            <p:nvPr/>
          </p:nvSpPr>
          <p:spPr>
            <a:xfrm>
              <a:off x="882128" y="3089628"/>
              <a:ext cx="67667" cy="60717"/>
            </a:xfrm>
            <a:custGeom>
              <a:rect b="b" l="l" r="r" t="t"/>
              <a:pathLst>
                <a:path extrusionOk="0" h="2315" w="2580">
                  <a:moveTo>
                    <a:pt x="828" y="0"/>
                  </a:moveTo>
                  <a:cubicBezTo>
                    <a:pt x="708" y="0"/>
                    <a:pt x="597" y="44"/>
                    <a:pt x="515" y="130"/>
                  </a:cubicBezTo>
                  <a:lnTo>
                    <a:pt x="304" y="342"/>
                  </a:lnTo>
                  <a:cubicBezTo>
                    <a:pt x="106" y="535"/>
                    <a:pt x="0" y="799"/>
                    <a:pt x="0" y="1073"/>
                  </a:cubicBezTo>
                  <a:cubicBezTo>
                    <a:pt x="0" y="1651"/>
                    <a:pt x="381" y="2156"/>
                    <a:pt x="934" y="2315"/>
                  </a:cubicBezTo>
                  <a:cubicBezTo>
                    <a:pt x="746" y="2089"/>
                    <a:pt x="645" y="1800"/>
                    <a:pt x="645" y="1507"/>
                  </a:cubicBezTo>
                  <a:lnTo>
                    <a:pt x="645" y="1078"/>
                  </a:lnTo>
                  <a:cubicBezTo>
                    <a:pt x="645" y="837"/>
                    <a:pt x="838" y="644"/>
                    <a:pt x="1077" y="644"/>
                  </a:cubicBezTo>
                  <a:cubicBezTo>
                    <a:pt x="1085" y="644"/>
                    <a:pt x="1094" y="645"/>
                    <a:pt x="1102" y="645"/>
                  </a:cubicBezTo>
                  <a:cubicBezTo>
                    <a:pt x="1535" y="674"/>
                    <a:pt x="2180" y="746"/>
                    <a:pt x="2579" y="939"/>
                  </a:cubicBezTo>
                  <a:cubicBezTo>
                    <a:pt x="2565" y="847"/>
                    <a:pt x="2527" y="563"/>
                    <a:pt x="2459" y="496"/>
                  </a:cubicBezTo>
                  <a:cubicBezTo>
                    <a:pt x="2122" y="174"/>
                    <a:pt x="1516" y="24"/>
                    <a:pt x="82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1"/>
            <p:cNvSpPr/>
            <p:nvPr/>
          </p:nvSpPr>
          <p:spPr>
            <a:xfrm>
              <a:off x="859546" y="3175576"/>
              <a:ext cx="22608" cy="60717"/>
            </a:xfrm>
            <a:custGeom>
              <a:rect b="b" l="l" r="r" t="t"/>
              <a:pathLst>
                <a:path extrusionOk="0" h="2315" w="862">
                  <a:moveTo>
                    <a:pt x="173" y="0"/>
                  </a:moveTo>
                  <a:cubicBezTo>
                    <a:pt x="63" y="116"/>
                    <a:pt x="0" y="274"/>
                    <a:pt x="0" y="433"/>
                  </a:cubicBezTo>
                  <a:lnTo>
                    <a:pt x="0" y="2315"/>
                  </a:lnTo>
                  <a:lnTo>
                    <a:pt x="861" y="2315"/>
                  </a:lnTo>
                  <a:lnTo>
                    <a:pt x="861" y="953"/>
                  </a:lnTo>
                  <a:cubicBezTo>
                    <a:pt x="861" y="785"/>
                    <a:pt x="789" y="621"/>
                    <a:pt x="674" y="501"/>
                  </a:cubicBezTo>
                  <a:lnTo>
                    <a:pt x="17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1"/>
            <p:cNvSpPr/>
            <p:nvPr/>
          </p:nvSpPr>
          <p:spPr>
            <a:xfrm>
              <a:off x="949900" y="3067046"/>
              <a:ext cx="106667" cy="139216"/>
            </a:xfrm>
            <a:custGeom>
              <a:rect b="b" l="l" r="r" t="t"/>
              <a:pathLst>
                <a:path extrusionOk="0" h="5308" w="4067">
                  <a:moveTo>
                    <a:pt x="3874" y="0"/>
                  </a:moveTo>
                  <a:lnTo>
                    <a:pt x="279" y="3392"/>
                  </a:lnTo>
                  <a:cubicBezTo>
                    <a:pt x="174" y="3493"/>
                    <a:pt x="106" y="3623"/>
                    <a:pt x="82" y="3763"/>
                  </a:cubicBezTo>
                  <a:cubicBezTo>
                    <a:pt x="10" y="4290"/>
                    <a:pt x="2" y="5079"/>
                    <a:pt x="0" y="5266"/>
                  </a:cubicBezTo>
                  <a:lnTo>
                    <a:pt x="0" y="5266"/>
                  </a:lnTo>
                  <a:cubicBezTo>
                    <a:pt x="7" y="5051"/>
                    <a:pt x="97" y="4850"/>
                    <a:pt x="251" y="4696"/>
                  </a:cubicBezTo>
                  <a:lnTo>
                    <a:pt x="3912" y="1035"/>
                  </a:lnTo>
                  <a:cubicBezTo>
                    <a:pt x="4023" y="929"/>
                    <a:pt x="4066" y="770"/>
                    <a:pt x="4028" y="626"/>
                  </a:cubicBezTo>
                  <a:lnTo>
                    <a:pt x="3874" y="0"/>
                  </a:lnTo>
                  <a:close/>
                  <a:moveTo>
                    <a:pt x="0" y="5266"/>
                  </a:moveTo>
                  <a:cubicBezTo>
                    <a:pt x="0" y="5280"/>
                    <a:pt x="0" y="5294"/>
                    <a:pt x="0" y="5307"/>
                  </a:cubicBezTo>
                  <a:cubicBezTo>
                    <a:pt x="0" y="5307"/>
                    <a:pt x="0" y="5293"/>
                    <a:pt x="0" y="5266"/>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1"/>
            <p:cNvSpPr/>
            <p:nvPr/>
          </p:nvSpPr>
          <p:spPr>
            <a:xfrm>
              <a:off x="1031179" y="3067046"/>
              <a:ext cx="25388" cy="33833"/>
            </a:xfrm>
            <a:custGeom>
              <a:rect b="b" l="l" r="r" t="t"/>
              <a:pathLst>
                <a:path extrusionOk="0" h="1290" w="968">
                  <a:moveTo>
                    <a:pt x="775" y="0"/>
                  </a:moveTo>
                  <a:lnTo>
                    <a:pt x="0" y="732"/>
                  </a:lnTo>
                  <a:lnTo>
                    <a:pt x="558" y="1290"/>
                  </a:lnTo>
                  <a:lnTo>
                    <a:pt x="813" y="1035"/>
                  </a:lnTo>
                  <a:cubicBezTo>
                    <a:pt x="924" y="924"/>
                    <a:pt x="967" y="770"/>
                    <a:pt x="929" y="626"/>
                  </a:cubicBezTo>
                  <a:lnTo>
                    <a:pt x="77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1"/>
            <p:cNvSpPr/>
            <p:nvPr/>
          </p:nvSpPr>
          <p:spPr>
            <a:xfrm>
              <a:off x="891963" y="3084330"/>
              <a:ext cx="48757" cy="16314"/>
            </a:xfrm>
            <a:custGeom>
              <a:rect b="b" l="l" r="r" t="t"/>
              <a:pathLst>
                <a:path extrusionOk="0" h="622" w="1859">
                  <a:moveTo>
                    <a:pt x="270" y="0"/>
                  </a:moveTo>
                  <a:cubicBezTo>
                    <a:pt x="1" y="0"/>
                    <a:pt x="1" y="405"/>
                    <a:pt x="270" y="405"/>
                  </a:cubicBezTo>
                  <a:cubicBezTo>
                    <a:pt x="496" y="405"/>
                    <a:pt x="1156" y="438"/>
                    <a:pt x="1473" y="597"/>
                  </a:cubicBezTo>
                  <a:cubicBezTo>
                    <a:pt x="1506" y="614"/>
                    <a:pt x="1538" y="621"/>
                    <a:pt x="1568" y="621"/>
                  </a:cubicBezTo>
                  <a:cubicBezTo>
                    <a:pt x="1752" y="621"/>
                    <a:pt x="1858" y="340"/>
                    <a:pt x="1651" y="236"/>
                  </a:cubicBezTo>
                  <a:cubicBezTo>
                    <a:pt x="1184" y="0"/>
                    <a:pt x="309"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1"/>
            <p:cNvSpPr/>
            <p:nvPr/>
          </p:nvSpPr>
          <p:spPr>
            <a:xfrm>
              <a:off x="876830" y="3191601"/>
              <a:ext cx="10622" cy="49990"/>
            </a:xfrm>
            <a:custGeom>
              <a:rect b="b" l="l" r="r" t="t"/>
              <a:pathLst>
                <a:path extrusionOk="0" h="1906" w="405">
                  <a:moveTo>
                    <a:pt x="202" y="0"/>
                  </a:moveTo>
                  <a:cubicBezTo>
                    <a:pt x="92" y="0"/>
                    <a:pt x="0" y="92"/>
                    <a:pt x="0" y="202"/>
                  </a:cubicBezTo>
                  <a:lnTo>
                    <a:pt x="0" y="1704"/>
                  </a:lnTo>
                  <a:cubicBezTo>
                    <a:pt x="0" y="1838"/>
                    <a:pt x="101" y="1906"/>
                    <a:pt x="202" y="1906"/>
                  </a:cubicBezTo>
                  <a:cubicBezTo>
                    <a:pt x="303" y="1906"/>
                    <a:pt x="404" y="1838"/>
                    <a:pt x="404" y="1704"/>
                  </a:cubicBezTo>
                  <a:lnTo>
                    <a:pt x="404" y="202"/>
                  </a:lnTo>
                  <a:cubicBezTo>
                    <a:pt x="404" y="92"/>
                    <a:pt x="313"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1"/>
            <p:cNvSpPr/>
            <p:nvPr/>
          </p:nvSpPr>
          <p:spPr>
            <a:xfrm>
              <a:off x="854248" y="3056057"/>
              <a:ext cx="208614" cy="185664"/>
            </a:xfrm>
            <a:custGeom>
              <a:rect b="b" l="l" r="r" t="t"/>
              <a:pathLst>
                <a:path extrusionOk="0" h="7079" w="7954">
                  <a:moveTo>
                    <a:pt x="7405" y="794"/>
                  </a:moveTo>
                  <a:lnTo>
                    <a:pt x="7477" y="1093"/>
                  </a:lnTo>
                  <a:cubicBezTo>
                    <a:pt x="7497" y="1170"/>
                    <a:pt x="7477" y="1252"/>
                    <a:pt x="7420" y="1309"/>
                  </a:cubicBezTo>
                  <a:lnTo>
                    <a:pt x="7304" y="1425"/>
                  </a:lnTo>
                  <a:lnTo>
                    <a:pt x="7030" y="1151"/>
                  </a:lnTo>
                  <a:lnTo>
                    <a:pt x="7405" y="794"/>
                  </a:lnTo>
                  <a:close/>
                  <a:moveTo>
                    <a:pt x="3657" y="405"/>
                  </a:moveTo>
                  <a:lnTo>
                    <a:pt x="3657" y="1242"/>
                  </a:lnTo>
                  <a:cubicBezTo>
                    <a:pt x="3657" y="1377"/>
                    <a:pt x="3628" y="1511"/>
                    <a:pt x="3565" y="1632"/>
                  </a:cubicBezTo>
                  <a:lnTo>
                    <a:pt x="3464" y="1834"/>
                  </a:lnTo>
                  <a:cubicBezTo>
                    <a:pt x="3450" y="1863"/>
                    <a:pt x="3445" y="1892"/>
                    <a:pt x="3445" y="1925"/>
                  </a:cubicBezTo>
                  <a:lnTo>
                    <a:pt x="3445" y="2358"/>
                  </a:lnTo>
                  <a:cubicBezTo>
                    <a:pt x="3445" y="2958"/>
                    <a:pt x="2954" y="3446"/>
                    <a:pt x="2354" y="3446"/>
                  </a:cubicBezTo>
                  <a:cubicBezTo>
                    <a:pt x="2342" y="3446"/>
                    <a:pt x="2331" y="3446"/>
                    <a:pt x="2319" y="3446"/>
                  </a:cubicBezTo>
                  <a:cubicBezTo>
                    <a:pt x="1737" y="3426"/>
                    <a:pt x="1265" y="2916"/>
                    <a:pt x="1265" y="2301"/>
                  </a:cubicBezTo>
                  <a:lnTo>
                    <a:pt x="1265" y="1925"/>
                  </a:lnTo>
                  <a:cubicBezTo>
                    <a:pt x="1265" y="1892"/>
                    <a:pt x="1256" y="1863"/>
                    <a:pt x="1241" y="1834"/>
                  </a:cubicBezTo>
                  <a:lnTo>
                    <a:pt x="1116" y="1588"/>
                  </a:lnTo>
                  <a:cubicBezTo>
                    <a:pt x="1073" y="1497"/>
                    <a:pt x="1049" y="1396"/>
                    <a:pt x="1049" y="1290"/>
                  </a:cubicBezTo>
                  <a:lnTo>
                    <a:pt x="1049" y="1280"/>
                  </a:lnTo>
                  <a:cubicBezTo>
                    <a:pt x="1049" y="794"/>
                    <a:pt x="1439" y="405"/>
                    <a:pt x="1925" y="405"/>
                  </a:cubicBezTo>
                  <a:close/>
                  <a:moveTo>
                    <a:pt x="2810" y="3778"/>
                  </a:moveTo>
                  <a:cubicBezTo>
                    <a:pt x="2820" y="3831"/>
                    <a:pt x="2839" y="3884"/>
                    <a:pt x="2863" y="3927"/>
                  </a:cubicBezTo>
                  <a:lnTo>
                    <a:pt x="2858" y="3937"/>
                  </a:lnTo>
                  <a:lnTo>
                    <a:pt x="2666" y="4124"/>
                  </a:lnTo>
                  <a:cubicBezTo>
                    <a:pt x="2579" y="4211"/>
                    <a:pt x="2466" y="4254"/>
                    <a:pt x="2353" y="4254"/>
                  </a:cubicBezTo>
                  <a:cubicBezTo>
                    <a:pt x="2240" y="4254"/>
                    <a:pt x="2127" y="4211"/>
                    <a:pt x="2040" y="4124"/>
                  </a:cubicBezTo>
                  <a:lnTo>
                    <a:pt x="1872" y="3961"/>
                  </a:lnTo>
                  <a:cubicBezTo>
                    <a:pt x="1891" y="3903"/>
                    <a:pt x="1905" y="3840"/>
                    <a:pt x="1905" y="3778"/>
                  </a:cubicBezTo>
                  <a:cubicBezTo>
                    <a:pt x="2035" y="3821"/>
                    <a:pt x="2170" y="3845"/>
                    <a:pt x="2305" y="3850"/>
                  </a:cubicBezTo>
                  <a:lnTo>
                    <a:pt x="2353" y="3850"/>
                  </a:lnTo>
                  <a:cubicBezTo>
                    <a:pt x="2507" y="3850"/>
                    <a:pt x="2661" y="3826"/>
                    <a:pt x="2810" y="3778"/>
                  </a:cubicBezTo>
                  <a:close/>
                  <a:moveTo>
                    <a:pt x="1925" y="1"/>
                  </a:moveTo>
                  <a:cubicBezTo>
                    <a:pt x="1217" y="5"/>
                    <a:pt x="650" y="573"/>
                    <a:pt x="650" y="1280"/>
                  </a:cubicBezTo>
                  <a:lnTo>
                    <a:pt x="650" y="1290"/>
                  </a:lnTo>
                  <a:cubicBezTo>
                    <a:pt x="650" y="1458"/>
                    <a:pt x="683" y="1617"/>
                    <a:pt x="760" y="1766"/>
                  </a:cubicBezTo>
                  <a:lnTo>
                    <a:pt x="861" y="1973"/>
                  </a:lnTo>
                  <a:lnTo>
                    <a:pt x="861" y="2301"/>
                  </a:lnTo>
                  <a:cubicBezTo>
                    <a:pt x="861" y="2806"/>
                    <a:pt x="1102" y="3277"/>
                    <a:pt x="1506" y="3571"/>
                  </a:cubicBezTo>
                  <a:lnTo>
                    <a:pt x="1506" y="3754"/>
                  </a:lnTo>
                  <a:cubicBezTo>
                    <a:pt x="1501" y="3855"/>
                    <a:pt x="1434" y="3941"/>
                    <a:pt x="1338" y="3970"/>
                  </a:cubicBezTo>
                  <a:lnTo>
                    <a:pt x="611" y="4182"/>
                  </a:lnTo>
                  <a:cubicBezTo>
                    <a:pt x="250" y="4288"/>
                    <a:pt x="0" y="4620"/>
                    <a:pt x="0" y="4995"/>
                  </a:cubicBezTo>
                  <a:lnTo>
                    <a:pt x="0" y="6876"/>
                  </a:lnTo>
                  <a:cubicBezTo>
                    <a:pt x="0" y="7011"/>
                    <a:pt x="101" y="7079"/>
                    <a:pt x="202" y="7079"/>
                  </a:cubicBezTo>
                  <a:cubicBezTo>
                    <a:pt x="303" y="7079"/>
                    <a:pt x="404" y="7011"/>
                    <a:pt x="404" y="6876"/>
                  </a:cubicBezTo>
                  <a:lnTo>
                    <a:pt x="404" y="4995"/>
                  </a:lnTo>
                  <a:cubicBezTo>
                    <a:pt x="404" y="4798"/>
                    <a:pt x="534" y="4625"/>
                    <a:pt x="727" y="4567"/>
                  </a:cubicBezTo>
                  <a:lnTo>
                    <a:pt x="1453" y="4360"/>
                  </a:lnTo>
                  <a:cubicBezTo>
                    <a:pt x="1511" y="4341"/>
                    <a:pt x="1573" y="4317"/>
                    <a:pt x="1626" y="4278"/>
                  </a:cubicBezTo>
                  <a:lnTo>
                    <a:pt x="1756" y="4408"/>
                  </a:lnTo>
                  <a:cubicBezTo>
                    <a:pt x="1920" y="4574"/>
                    <a:pt x="2136" y="4657"/>
                    <a:pt x="2354" y="4657"/>
                  </a:cubicBezTo>
                  <a:cubicBezTo>
                    <a:pt x="2571" y="4657"/>
                    <a:pt x="2788" y="4574"/>
                    <a:pt x="2954" y="4408"/>
                  </a:cubicBezTo>
                  <a:lnTo>
                    <a:pt x="3142" y="4220"/>
                  </a:lnTo>
                  <a:lnTo>
                    <a:pt x="3147" y="4216"/>
                  </a:lnTo>
                  <a:cubicBezTo>
                    <a:pt x="3233" y="4259"/>
                    <a:pt x="3330" y="4278"/>
                    <a:pt x="3431" y="4278"/>
                  </a:cubicBezTo>
                  <a:lnTo>
                    <a:pt x="3474" y="4278"/>
                  </a:lnTo>
                  <a:cubicBezTo>
                    <a:pt x="3633" y="4278"/>
                    <a:pt x="3792" y="4216"/>
                    <a:pt x="3907" y="4105"/>
                  </a:cubicBezTo>
                  <a:lnTo>
                    <a:pt x="6736" y="1430"/>
                  </a:lnTo>
                  <a:lnTo>
                    <a:pt x="7020" y="1709"/>
                  </a:lnTo>
                  <a:lnTo>
                    <a:pt x="3753" y="4976"/>
                  </a:lnTo>
                  <a:cubicBezTo>
                    <a:pt x="3556" y="5173"/>
                    <a:pt x="3440" y="5447"/>
                    <a:pt x="3445" y="5726"/>
                  </a:cubicBezTo>
                  <a:lnTo>
                    <a:pt x="3445" y="6876"/>
                  </a:lnTo>
                  <a:cubicBezTo>
                    <a:pt x="3445" y="7011"/>
                    <a:pt x="3545" y="7079"/>
                    <a:pt x="3645" y="7079"/>
                  </a:cubicBezTo>
                  <a:cubicBezTo>
                    <a:pt x="3745" y="7079"/>
                    <a:pt x="3845" y="7011"/>
                    <a:pt x="3845" y="6876"/>
                  </a:cubicBezTo>
                  <a:lnTo>
                    <a:pt x="3845" y="5726"/>
                  </a:lnTo>
                  <a:cubicBezTo>
                    <a:pt x="3845" y="5553"/>
                    <a:pt x="3917" y="5385"/>
                    <a:pt x="4042" y="5260"/>
                  </a:cubicBezTo>
                  <a:lnTo>
                    <a:pt x="7704" y="1598"/>
                  </a:lnTo>
                  <a:cubicBezTo>
                    <a:pt x="7862" y="1439"/>
                    <a:pt x="7925" y="1208"/>
                    <a:pt x="7867" y="997"/>
                  </a:cubicBezTo>
                  <a:lnTo>
                    <a:pt x="7737" y="477"/>
                  </a:lnTo>
                  <a:lnTo>
                    <a:pt x="7872" y="352"/>
                  </a:lnTo>
                  <a:cubicBezTo>
                    <a:pt x="7954" y="275"/>
                    <a:pt x="7954" y="145"/>
                    <a:pt x="7882" y="68"/>
                  </a:cubicBezTo>
                  <a:cubicBezTo>
                    <a:pt x="7841" y="25"/>
                    <a:pt x="7787" y="3"/>
                    <a:pt x="7732" y="3"/>
                  </a:cubicBezTo>
                  <a:cubicBezTo>
                    <a:pt x="7682" y="3"/>
                    <a:pt x="7632" y="22"/>
                    <a:pt x="7593" y="58"/>
                  </a:cubicBezTo>
                  <a:lnTo>
                    <a:pt x="3633" y="3811"/>
                  </a:lnTo>
                  <a:cubicBezTo>
                    <a:pt x="3590" y="3855"/>
                    <a:pt x="3532" y="3874"/>
                    <a:pt x="3474" y="3874"/>
                  </a:cubicBezTo>
                  <a:lnTo>
                    <a:pt x="3431" y="3874"/>
                  </a:lnTo>
                  <a:cubicBezTo>
                    <a:pt x="3301" y="3874"/>
                    <a:pt x="3200" y="3773"/>
                    <a:pt x="3200" y="3643"/>
                  </a:cubicBezTo>
                  <a:lnTo>
                    <a:pt x="3200" y="3585"/>
                  </a:lnTo>
                  <a:cubicBezTo>
                    <a:pt x="3267" y="3537"/>
                    <a:pt x="3330" y="3484"/>
                    <a:pt x="3392" y="3426"/>
                  </a:cubicBezTo>
                  <a:cubicBezTo>
                    <a:pt x="3681" y="3147"/>
                    <a:pt x="3845" y="2758"/>
                    <a:pt x="3845" y="2353"/>
                  </a:cubicBezTo>
                  <a:lnTo>
                    <a:pt x="3845" y="1973"/>
                  </a:lnTo>
                  <a:lnTo>
                    <a:pt x="3926" y="1810"/>
                  </a:lnTo>
                  <a:cubicBezTo>
                    <a:pt x="4013" y="1632"/>
                    <a:pt x="4061" y="1439"/>
                    <a:pt x="4061" y="1242"/>
                  </a:cubicBezTo>
                  <a:lnTo>
                    <a:pt x="4061" y="203"/>
                  </a:lnTo>
                  <a:cubicBezTo>
                    <a:pt x="4061" y="92"/>
                    <a:pt x="3970" y="1"/>
                    <a:pt x="3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1"/>
            <p:cNvSpPr/>
            <p:nvPr/>
          </p:nvSpPr>
          <p:spPr>
            <a:xfrm>
              <a:off x="1000938" y="2920644"/>
              <a:ext cx="213754" cy="179868"/>
            </a:xfrm>
            <a:custGeom>
              <a:rect b="b" l="l" r="r" t="t"/>
              <a:pathLst>
                <a:path extrusionOk="0" h="6858" w="8150">
                  <a:moveTo>
                    <a:pt x="633" y="1"/>
                  </a:moveTo>
                  <a:cubicBezTo>
                    <a:pt x="282" y="1"/>
                    <a:pt x="3" y="284"/>
                    <a:pt x="3" y="631"/>
                  </a:cubicBezTo>
                  <a:lnTo>
                    <a:pt x="3" y="6092"/>
                  </a:lnTo>
                  <a:cubicBezTo>
                    <a:pt x="1" y="6227"/>
                    <a:pt x="100" y="6294"/>
                    <a:pt x="201" y="6294"/>
                  </a:cubicBezTo>
                  <a:cubicBezTo>
                    <a:pt x="301" y="6294"/>
                    <a:pt x="402" y="6227"/>
                    <a:pt x="402" y="6092"/>
                  </a:cubicBezTo>
                  <a:lnTo>
                    <a:pt x="402" y="631"/>
                  </a:lnTo>
                  <a:cubicBezTo>
                    <a:pt x="402" y="506"/>
                    <a:pt x="508" y="405"/>
                    <a:pt x="633" y="405"/>
                  </a:cubicBezTo>
                  <a:lnTo>
                    <a:pt x="7519" y="405"/>
                  </a:lnTo>
                  <a:cubicBezTo>
                    <a:pt x="7644" y="405"/>
                    <a:pt x="7750" y="506"/>
                    <a:pt x="7750" y="631"/>
                  </a:cubicBezTo>
                  <a:lnTo>
                    <a:pt x="7750" y="6227"/>
                  </a:lnTo>
                  <a:cubicBezTo>
                    <a:pt x="7750" y="6352"/>
                    <a:pt x="7644" y="6458"/>
                    <a:pt x="7519" y="6458"/>
                  </a:cubicBezTo>
                  <a:lnTo>
                    <a:pt x="2919" y="6458"/>
                  </a:lnTo>
                  <a:cubicBezTo>
                    <a:pt x="2650" y="6458"/>
                    <a:pt x="2650" y="6857"/>
                    <a:pt x="2919" y="6857"/>
                  </a:cubicBezTo>
                  <a:lnTo>
                    <a:pt x="7519" y="6857"/>
                  </a:lnTo>
                  <a:cubicBezTo>
                    <a:pt x="7865" y="6857"/>
                    <a:pt x="8149" y="6573"/>
                    <a:pt x="8149" y="6227"/>
                  </a:cubicBezTo>
                  <a:lnTo>
                    <a:pt x="8149" y="636"/>
                  </a:lnTo>
                  <a:cubicBezTo>
                    <a:pt x="8149" y="284"/>
                    <a:pt x="7870" y="1"/>
                    <a:pt x="75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1"/>
            <p:cNvSpPr/>
            <p:nvPr/>
          </p:nvSpPr>
          <p:spPr>
            <a:xfrm>
              <a:off x="1027376" y="2954478"/>
              <a:ext cx="159044" cy="100819"/>
            </a:xfrm>
            <a:custGeom>
              <a:rect b="b" l="l" r="r" t="t"/>
              <a:pathLst>
                <a:path extrusionOk="0" h="3844" w="6064">
                  <a:moveTo>
                    <a:pt x="4793" y="0"/>
                  </a:moveTo>
                  <a:cubicBezTo>
                    <a:pt x="4524" y="0"/>
                    <a:pt x="4524" y="404"/>
                    <a:pt x="4793" y="404"/>
                  </a:cubicBezTo>
                  <a:lnTo>
                    <a:pt x="5380" y="404"/>
                  </a:lnTo>
                  <a:lnTo>
                    <a:pt x="3176" y="2608"/>
                  </a:lnTo>
                  <a:lnTo>
                    <a:pt x="2243" y="1675"/>
                  </a:lnTo>
                  <a:cubicBezTo>
                    <a:pt x="2202" y="1636"/>
                    <a:pt x="2150" y="1617"/>
                    <a:pt x="2099" y="1617"/>
                  </a:cubicBezTo>
                  <a:cubicBezTo>
                    <a:pt x="2047" y="1617"/>
                    <a:pt x="1995" y="1636"/>
                    <a:pt x="1954" y="1675"/>
                  </a:cubicBezTo>
                  <a:lnTo>
                    <a:pt x="131" y="3503"/>
                  </a:lnTo>
                  <a:cubicBezTo>
                    <a:pt x="1" y="3652"/>
                    <a:pt x="129" y="3843"/>
                    <a:pt x="280" y="3843"/>
                  </a:cubicBezTo>
                  <a:cubicBezTo>
                    <a:pt x="325" y="3843"/>
                    <a:pt x="372" y="3826"/>
                    <a:pt x="415" y="3787"/>
                  </a:cubicBezTo>
                  <a:lnTo>
                    <a:pt x="2099" y="2103"/>
                  </a:lnTo>
                  <a:lnTo>
                    <a:pt x="3032" y="3036"/>
                  </a:lnTo>
                  <a:cubicBezTo>
                    <a:pt x="3071" y="3077"/>
                    <a:pt x="3122" y="3098"/>
                    <a:pt x="3174" y="3098"/>
                  </a:cubicBezTo>
                  <a:cubicBezTo>
                    <a:pt x="3226" y="3098"/>
                    <a:pt x="3278" y="3077"/>
                    <a:pt x="3316" y="3036"/>
                  </a:cubicBezTo>
                  <a:lnTo>
                    <a:pt x="5664" y="693"/>
                  </a:lnTo>
                  <a:lnTo>
                    <a:pt x="5664" y="1285"/>
                  </a:lnTo>
                  <a:cubicBezTo>
                    <a:pt x="5664" y="1417"/>
                    <a:pt x="5764" y="1483"/>
                    <a:pt x="5864" y="1483"/>
                  </a:cubicBezTo>
                  <a:cubicBezTo>
                    <a:pt x="5964" y="1483"/>
                    <a:pt x="6064" y="1417"/>
                    <a:pt x="6064" y="1285"/>
                  </a:cubicBezTo>
                  <a:lnTo>
                    <a:pt x="6064" y="202"/>
                  </a:lnTo>
                  <a:cubicBezTo>
                    <a:pt x="6064" y="91"/>
                    <a:pt x="5977" y="0"/>
                    <a:pt x="5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3" name="Google Shape;10233;p81"/>
          <p:cNvGrpSpPr/>
          <p:nvPr/>
        </p:nvGrpSpPr>
        <p:grpSpPr>
          <a:xfrm>
            <a:off x="1274858" y="2929850"/>
            <a:ext cx="412191" cy="302665"/>
            <a:chOff x="1274858" y="2929850"/>
            <a:chExt cx="412191" cy="302665"/>
          </a:xfrm>
        </p:grpSpPr>
        <p:sp>
          <p:nvSpPr>
            <p:cNvPr id="10234" name="Google Shape;10234;p81"/>
            <p:cNvSpPr/>
            <p:nvPr/>
          </p:nvSpPr>
          <p:spPr>
            <a:xfrm>
              <a:off x="1300220" y="2935909"/>
              <a:ext cx="361467" cy="264662"/>
            </a:xfrm>
            <a:custGeom>
              <a:rect b="b" l="l" r="r" t="t"/>
              <a:pathLst>
                <a:path extrusionOk="0" h="10091" w="13782">
                  <a:moveTo>
                    <a:pt x="491" y="1"/>
                  </a:moveTo>
                  <a:cubicBezTo>
                    <a:pt x="222" y="1"/>
                    <a:pt x="1" y="222"/>
                    <a:pt x="1" y="492"/>
                  </a:cubicBezTo>
                  <a:lnTo>
                    <a:pt x="1" y="10091"/>
                  </a:lnTo>
                  <a:lnTo>
                    <a:pt x="13782" y="10091"/>
                  </a:lnTo>
                  <a:lnTo>
                    <a:pt x="13782" y="492"/>
                  </a:lnTo>
                  <a:cubicBezTo>
                    <a:pt x="13782" y="222"/>
                    <a:pt x="13560" y="1"/>
                    <a:pt x="13291"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1"/>
            <p:cNvSpPr/>
            <p:nvPr/>
          </p:nvSpPr>
          <p:spPr>
            <a:xfrm>
              <a:off x="1325976" y="2961795"/>
              <a:ext cx="309852" cy="206489"/>
            </a:xfrm>
            <a:custGeom>
              <a:rect b="b" l="l" r="r" t="t"/>
              <a:pathLst>
                <a:path extrusionOk="0" h="7873" w="11814">
                  <a:moveTo>
                    <a:pt x="0" y="0"/>
                  </a:moveTo>
                  <a:lnTo>
                    <a:pt x="0" y="7872"/>
                  </a:lnTo>
                  <a:lnTo>
                    <a:pt x="11813" y="7872"/>
                  </a:lnTo>
                  <a:lnTo>
                    <a:pt x="11813"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1"/>
            <p:cNvSpPr/>
            <p:nvPr/>
          </p:nvSpPr>
          <p:spPr>
            <a:xfrm>
              <a:off x="1325976" y="3129494"/>
              <a:ext cx="180865" cy="38790"/>
            </a:xfrm>
            <a:custGeom>
              <a:rect b="b" l="l" r="r" t="t"/>
              <a:pathLst>
                <a:path extrusionOk="0" h="1479" w="6896">
                  <a:moveTo>
                    <a:pt x="0" y="1"/>
                  </a:moveTo>
                  <a:lnTo>
                    <a:pt x="0" y="1478"/>
                  </a:lnTo>
                  <a:lnTo>
                    <a:pt x="6896" y="1478"/>
                  </a:lnTo>
                  <a:lnTo>
                    <a:pt x="6896" y="1"/>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1"/>
            <p:cNvSpPr/>
            <p:nvPr/>
          </p:nvSpPr>
          <p:spPr>
            <a:xfrm>
              <a:off x="1371140" y="3052149"/>
              <a:ext cx="90511" cy="90380"/>
            </a:xfrm>
            <a:custGeom>
              <a:rect b="b" l="l" r="r" t="t"/>
              <a:pathLst>
                <a:path extrusionOk="0" h="3446" w="3451">
                  <a:moveTo>
                    <a:pt x="1233" y="0"/>
                  </a:moveTo>
                  <a:lnTo>
                    <a:pt x="1233" y="337"/>
                  </a:lnTo>
                  <a:cubicBezTo>
                    <a:pt x="1233" y="433"/>
                    <a:pt x="1180" y="515"/>
                    <a:pt x="1098" y="559"/>
                  </a:cubicBezTo>
                  <a:lnTo>
                    <a:pt x="477" y="799"/>
                  </a:lnTo>
                  <a:cubicBezTo>
                    <a:pt x="189" y="910"/>
                    <a:pt x="1" y="1184"/>
                    <a:pt x="6" y="1487"/>
                  </a:cubicBezTo>
                  <a:lnTo>
                    <a:pt x="6" y="2950"/>
                  </a:lnTo>
                  <a:cubicBezTo>
                    <a:pt x="1" y="3224"/>
                    <a:pt x="222" y="3446"/>
                    <a:pt x="496" y="3446"/>
                  </a:cubicBezTo>
                  <a:lnTo>
                    <a:pt x="2955" y="3446"/>
                  </a:lnTo>
                  <a:cubicBezTo>
                    <a:pt x="3230" y="3446"/>
                    <a:pt x="3451" y="3224"/>
                    <a:pt x="3451" y="2950"/>
                  </a:cubicBezTo>
                  <a:lnTo>
                    <a:pt x="3451" y="1487"/>
                  </a:lnTo>
                  <a:cubicBezTo>
                    <a:pt x="3451" y="1184"/>
                    <a:pt x="3263" y="910"/>
                    <a:pt x="2979" y="799"/>
                  </a:cubicBezTo>
                  <a:lnTo>
                    <a:pt x="2354" y="559"/>
                  </a:lnTo>
                  <a:cubicBezTo>
                    <a:pt x="2272" y="515"/>
                    <a:pt x="2219" y="433"/>
                    <a:pt x="2219" y="337"/>
                  </a:cubicBezTo>
                  <a:lnTo>
                    <a:pt x="221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1"/>
            <p:cNvSpPr/>
            <p:nvPr/>
          </p:nvSpPr>
          <p:spPr>
            <a:xfrm>
              <a:off x="1506814" y="2961795"/>
              <a:ext cx="129013" cy="103258"/>
            </a:xfrm>
            <a:custGeom>
              <a:rect b="b" l="l" r="r" t="t"/>
              <a:pathLst>
                <a:path extrusionOk="0" h="3937" w="4919">
                  <a:moveTo>
                    <a:pt x="1" y="0"/>
                  </a:moveTo>
                  <a:lnTo>
                    <a:pt x="1" y="3936"/>
                  </a:lnTo>
                  <a:lnTo>
                    <a:pt x="4918" y="3936"/>
                  </a:lnTo>
                  <a:lnTo>
                    <a:pt x="4918"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1"/>
            <p:cNvSpPr/>
            <p:nvPr/>
          </p:nvSpPr>
          <p:spPr>
            <a:xfrm>
              <a:off x="1506814" y="3065027"/>
              <a:ext cx="129013" cy="103258"/>
            </a:xfrm>
            <a:custGeom>
              <a:rect b="b" l="l" r="r" t="t"/>
              <a:pathLst>
                <a:path extrusionOk="0" h="3937" w="4919">
                  <a:moveTo>
                    <a:pt x="1" y="0"/>
                  </a:moveTo>
                  <a:lnTo>
                    <a:pt x="1" y="3936"/>
                  </a:lnTo>
                  <a:lnTo>
                    <a:pt x="4918" y="3936"/>
                  </a:lnTo>
                  <a:lnTo>
                    <a:pt x="4918"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1"/>
            <p:cNvSpPr/>
            <p:nvPr/>
          </p:nvSpPr>
          <p:spPr>
            <a:xfrm>
              <a:off x="1280786" y="3194119"/>
              <a:ext cx="400337" cy="32339"/>
            </a:xfrm>
            <a:custGeom>
              <a:rect b="b" l="l" r="r" t="t"/>
              <a:pathLst>
                <a:path extrusionOk="0" h="1233" w="15264">
                  <a:moveTo>
                    <a:pt x="251" y="1"/>
                  </a:moveTo>
                  <a:cubicBezTo>
                    <a:pt x="111" y="1"/>
                    <a:pt x="5" y="111"/>
                    <a:pt x="5" y="246"/>
                  </a:cubicBezTo>
                  <a:lnTo>
                    <a:pt x="5" y="737"/>
                  </a:lnTo>
                  <a:cubicBezTo>
                    <a:pt x="1" y="1011"/>
                    <a:pt x="222" y="1232"/>
                    <a:pt x="496" y="1232"/>
                  </a:cubicBezTo>
                  <a:lnTo>
                    <a:pt x="14768" y="1232"/>
                  </a:lnTo>
                  <a:cubicBezTo>
                    <a:pt x="15042" y="1232"/>
                    <a:pt x="15264" y="1011"/>
                    <a:pt x="15264" y="737"/>
                  </a:cubicBezTo>
                  <a:lnTo>
                    <a:pt x="15264" y="246"/>
                  </a:lnTo>
                  <a:cubicBezTo>
                    <a:pt x="15264" y="111"/>
                    <a:pt x="15148" y="1"/>
                    <a:pt x="150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1"/>
            <p:cNvSpPr/>
            <p:nvPr/>
          </p:nvSpPr>
          <p:spPr>
            <a:xfrm>
              <a:off x="1442190" y="3194119"/>
              <a:ext cx="77528" cy="19330"/>
            </a:xfrm>
            <a:custGeom>
              <a:rect b="b" l="l" r="r" t="t"/>
              <a:pathLst>
                <a:path extrusionOk="0" h="737" w="2956">
                  <a:moveTo>
                    <a:pt x="1" y="1"/>
                  </a:moveTo>
                  <a:lnTo>
                    <a:pt x="347" y="520"/>
                  </a:lnTo>
                  <a:cubicBezTo>
                    <a:pt x="439" y="655"/>
                    <a:pt x="593" y="737"/>
                    <a:pt x="756" y="737"/>
                  </a:cubicBezTo>
                  <a:lnTo>
                    <a:pt x="2200" y="737"/>
                  </a:lnTo>
                  <a:cubicBezTo>
                    <a:pt x="2363" y="737"/>
                    <a:pt x="2517" y="655"/>
                    <a:pt x="2609" y="520"/>
                  </a:cubicBezTo>
                  <a:lnTo>
                    <a:pt x="2955"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1"/>
            <p:cNvSpPr/>
            <p:nvPr/>
          </p:nvSpPr>
          <p:spPr>
            <a:xfrm>
              <a:off x="1532570" y="3039140"/>
              <a:ext cx="77502" cy="26018"/>
            </a:xfrm>
            <a:custGeom>
              <a:rect b="b" l="l" r="r" t="t"/>
              <a:pathLst>
                <a:path extrusionOk="0" h="992" w="2955">
                  <a:moveTo>
                    <a:pt x="885" y="1"/>
                  </a:moveTo>
                  <a:lnTo>
                    <a:pt x="404" y="135"/>
                  </a:lnTo>
                  <a:cubicBezTo>
                    <a:pt x="164" y="203"/>
                    <a:pt x="0" y="390"/>
                    <a:pt x="0" y="602"/>
                  </a:cubicBezTo>
                  <a:lnTo>
                    <a:pt x="0" y="992"/>
                  </a:lnTo>
                  <a:lnTo>
                    <a:pt x="2955" y="992"/>
                  </a:lnTo>
                  <a:lnTo>
                    <a:pt x="2955" y="607"/>
                  </a:lnTo>
                  <a:cubicBezTo>
                    <a:pt x="2955" y="395"/>
                    <a:pt x="2791" y="208"/>
                    <a:pt x="2550" y="140"/>
                  </a:cubicBezTo>
                  <a:lnTo>
                    <a:pt x="2069" y="6"/>
                  </a:lnTo>
                  <a:lnTo>
                    <a:pt x="885" y="1"/>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1"/>
            <p:cNvSpPr/>
            <p:nvPr/>
          </p:nvSpPr>
          <p:spPr>
            <a:xfrm>
              <a:off x="1558430" y="3019837"/>
              <a:ext cx="25782" cy="32339"/>
            </a:xfrm>
            <a:custGeom>
              <a:rect b="b" l="l" r="r" t="t"/>
              <a:pathLst>
                <a:path extrusionOk="0" h="1233" w="983">
                  <a:moveTo>
                    <a:pt x="1" y="1"/>
                  </a:moveTo>
                  <a:lnTo>
                    <a:pt x="1" y="737"/>
                  </a:lnTo>
                  <a:cubicBezTo>
                    <a:pt x="1" y="1011"/>
                    <a:pt x="222" y="1232"/>
                    <a:pt x="491" y="1232"/>
                  </a:cubicBezTo>
                  <a:cubicBezTo>
                    <a:pt x="766" y="1232"/>
                    <a:pt x="982" y="1011"/>
                    <a:pt x="982" y="737"/>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1"/>
            <p:cNvSpPr/>
            <p:nvPr/>
          </p:nvSpPr>
          <p:spPr>
            <a:xfrm>
              <a:off x="1552004" y="2987525"/>
              <a:ext cx="38764" cy="45216"/>
            </a:xfrm>
            <a:custGeom>
              <a:rect b="b" l="l" r="r" t="t"/>
              <a:pathLst>
                <a:path extrusionOk="0" h="1724" w="1478">
                  <a:moveTo>
                    <a:pt x="491" y="1"/>
                  </a:moveTo>
                  <a:cubicBezTo>
                    <a:pt x="217" y="1"/>
                    <a:pt x="0" y="222"/>
                    <a:pt x="0" y="492"/>
                  </a:cubicBezTo>
                  <a:lnTo>
                    <a:pt x="0" y="987"/>
                  </a:lnTo>
                  <a:cubicBezTo>
                    <a:pt x="0" y="1396"/>
                    <a:pt x="327" y="1723"/>
                    <a:pt x="736" y="1723"/>
                  </a:cubicBezTo>
                  <a:cubicBezTo>
                    <a:pt x="1145" y="1723"/>
                    <a:pt x="1477" y="1391"/>
                    <a:pt x="1473" y="982"/>
                  </a:cubicBezTo>
                  <a:lnTo>
                    <a:pt x="1473" y="492"/>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1"/>
            <p:cNvSpPr/>
            <p:nvPr/>
          </p:nvSpPr>
          <p:spPr>
            <a:xfrm>
              <a:off x="1551900" y="2987525"/>
              <a:ext cx="25860" cy="45164"/>
            </a:xfrm>
            <a:custGeom>
              <a:rect b="b" l="l" r="r" t="t"/>
              <a:pathLst>
                <a:path extrusionOk="0" h="1722" w="986">
                  <a:moveTo>
                    <a:pt x="495" y="1"/>
                  </a:moveTo>
                  <a:cubicBezTo>
                    <a:pt x="221" y="1"/>
                    <a:pt x="4" y="222"/>
                    <a:pt x="4" y="492"/>
                  </a:cubicBezTo>
                  <a:lnTo>
                    <a:pt x="4" y="982"/>
                  </a:lnTo>
                  <a:cubicBezTo>
                    <a:pt x="0" y="1406"/>
                    <a:pt x="341" y="1722"/>
                    <a:pt x="730" y="1722"/>
                  </a:cubicBezTo>
                  <a:cubicBezTo>
                    <a:pt x="814" y="1722"/>
                    <a:pt x="900" y="1707"/>
                    <a:pt x="986" y="1675"/>
                  </a:cubicBezTo>
                  <a:cubicBezTo>
                    <a:pt x="692" y="1574"/>
                    <a:pt x="495" y="1295"/>
                    <a:pt x="495" y="987"/>
                  </a:cubicBezTo>
                  <a:lnTo>
                    <a:pt x="495" y="492"/>
                  </a:lnTo>
                  <a:cubicBezTo>
                    <a:pt x="495" y="222"/>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1"/>
            <p:cNvSpPr/>
            <p:nvPr/>
          </p:nvSpPr>
          <p:spPr>
            <a:xfrm>
              <a:off x="1552004" y="2987525"/>
              <a:ext cx="38764" cy="19225"/>
            </a:xfrm>
            <a:custGeom>
              <a:rect b="b" l="l" r="r" t="t"/>
              <a:pathLst>
                <a:path extrusionOk="0" h="733" w="1478">
                  <a:moveTo>
                    <a:pt x="491" y="1"/>
                  </a:moveTo>
                  <a:cubicBezTo>
                    <a:pt x="221" y="1"/>
                    <a:pt x="0" y="222"/>
                    <a:pt x="0" y="492"/>
                  </a:cubicBezTo>
                  <a:cubicBezTo>
                    <a:pt x="481" y="636"/>
                    <a:pt x="977" y="718"/>
                    <a:pt x="1477" y="732"/>
                  </a:cubicBezTo>
                  <a:lnTo>
                    <a:pt x="1477" y="492"/>
                  </a:lnTo>
                  <a:cubicBezTo>
                    <a:pt x="1477" y="222"/>
                    <a:pt x="1256" y="1"/>
                    <a:pt x="98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1"/>
            <p:cNvSpPr/>
            <p:nvPr/>
          </p:nvSpPr>
          <p:spPr>
            <a:xfrm>
              <a:off x="1552004" y="2987525"/>
              <a:ext cx="25755" cy="16051"/>
            </a:xfrm>
            <a:custGeom>
              <a:rect b="b" l="l" r="r" t="t"/>
              <a:pathLst>
                <a:path extrusionOk="0" h="612" w="982">
                  <a:moveTo>
                    <a:pt x="491" y="1"/>
                  </a:moveTo>
                  <a:cubicBezTo>
                    <a:pt x="217" y="1"/>
                    <a:pt x="0" y="222"/>
                    <a:pt x="0" y="492"/>
                  </a:cubicBezTo>
                  <a:cubicBezTo>
                    <a:pt x="159" y="540"/>
                    <a:pt x="322" y="583"/>
                    <a:pt x="491" y="612"/>
                  </a:cubicBezTo>
                  <a:lnTo>
                    <a:pt x="491" y="492"/>
                  </a:lnTo>
                  <a:cubicBezTo>
                    <a:pt x="491" y="222"/>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1"/>
            <p:cNvSpPr/>
            <p:nvPr/>
          </p:nvSpPr>
          <p:spPr>
            <a:xfrm>
              <a:off x="1532570" y="3142372"/>
              <a:ext cx="77502" cy="25913"/>
            </a:xfrm>
            <a:custGeom>
              <a:rect b="b" l="l" r="r" t="t"/>
              <a:pathLst>
                <a:path extrusionOk="0" h="988" w="2955">
                  <a:moveTo>
                    <a:pt x="2069" y="1"/>
                  </a:moveTo>
                  <a:lnTo>
                    <a:pt x="885" y="6"/>
                  </a:lnTo>
                  <a:lnTo>
                    <a:pt x="404" y="140"/>
                  </a:lnTo>
                  <a:cubicBezTo>
                    <a:pt x="164" y="203"/>
                    <a:pt x="0" y="395"/>
                    <a:pt x="0" y="607"/>
                  </a:cubicBezTo>
                  <a:lnTo>
                    <a:pt x="0" y="987"/>
                  </a:lnTo>
                  <a:lnTo>
                    <a:pt x="2955" y="987"/>
                  </a:lnTo>
                  <a:lnTo>
                    <a:pt x="2955" y="602"/>
                  </a:lnTo>
                  <a:cubicBezTo>
                    <a:pt x="2955" y="390"/>
                    <a:pt x="2791" y="203"/>
                    <a:pt x="2550" y="135"/>
                  </a:cubicBezTo>
                  <a:lnTo>
                    <a:pt x="2069" y="1"/>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1"/>
            <p:cNvSpPr/>
            <p:nvPr/>
          </p:nvSpPr>
          <p:spPr>
            <a:xfrm>
              <a:off x="1558430" y="3123068"/>
              <a:ext cx="25782" cy="32339"/>
            </a:xfrm>
            <a:custGeom>
              <a:rect b="b" l="l" r="r" t="t"/>
              <a:pathLst>
                <a:path extrusionOk="0" h="1233" w="983">
                  <a:moveTo>
                    <a:pt x="1" y="1"/>
                  </a:moveTo>
                  <a:lnTo>
                    <a:pt x="1" y="742"/>
                  </a:lnTo>
                  <a:cubicBezTo>
                    <a:pt x="1" y="1011"/>
                    <a:pt x="222" y="1232"/>
                    <a:pt x="491" y="1232"/>
                  </a:cubicBezTo>
                  <a:cubicBezTo>
                    <a:pt x="766" y="1232"/>
                    <a:pt x="982" y="1011"/>
                    <a:pt x="982" y="742"/>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1"/>
            <p:cNvSpPr/>
            <p:nvPr/>
          </p:nvSpPr>
          <p:spPr>
            <a:xfrm>
              <a:off x="1552004" y="3090887"/>
              <a:ext cx="38633" cy="45216"/>
            </a:xfrm>
            <a:custGeom>
              <a:rect b="b" l="l" r="r" t="t"/>
              <a:pathLst>
                <a:path extrusionOk="0" h="1724" w="1473">
                  <a:moveTo>
                    <a:pt x="491" y="1"/>
                  </a:moveTo>
                  <a:cubicBezTo>
                    <a:pt x="217" y="1"/>
                    <a:pt x="0" y="222"/>
                    <a:pt x="0" y="491"/>
                  </a:cubicBezTo>
                  <a:lnTo>
                    <a:pt x="0" y="987"/>
                  </a:lnTo>
                  <a:cubicBezTo>
                    <a:pt x="0" y="1391"/>
                    <a:pt x="327" y="1723"/>
                    <a:pt x="736" y="1723"/>
                  </a:cubicBezTo>
                  <a:cubicBezTo>
                    <a:pt x="1145" y="1723"/>
                    <a:pt x="1473" y="1391"/>
                    <a:pt x="1473" y="987"/>
                  </a:cubicBezTo>
                  <a:lnTo>
                    <a:pt x="1473" y="491"/>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1"/>
            <p:cNvSpPr/>
            <p:nvPr/>
          </p:nvSpPr>
          <p:spPr>
            <a:xfrm>
              <a:off x="1551900" y="3090887"/>
              <a:ext cx="25860" cy="45164"/>
            </a:xfrm>
            <a:custGeom>
              <a:rect b="b" l="l" r="r" t="t"/>
              <a:pathLst>
                <a:path extrusionOk="0" h="1722" w="986">
                  <a:moveTo>
                    <a:pt x="495" y="1"/>
                  </a:moveTo>
                  <a:cubicBezTo>
                    <a:pt x="221" y="1"/>
                    <a:pt x="4" y="217"/>
                    <a:pt x="4" y="491"/>
                  </a:cubicBezTo>
                  <a:lnTo>
                    <a:pt x="4" y="982"/>
                  </a:lnTo>
                  <a:cubicBezTo>
                    <a:pt x="0" y="1405"/>
                    <a:pt x="341" y="1721"/>
                    <a:pt x="730" y="1721"/>
                  </a:cubicBezTo>
                  <a:cubicBezTo>
                    <a:pt x="814" y="1721"/>
                    <a:pt x="900" y="1707"/>
                    <a:pt x="986" y="1675"/>
                  </a:cubicBezTo>
                  <a:cubicBezTo>
                    <a:pt x="692" y="1574"/>
                    <a:pt x="495" y="1295"/>
                    <a:pt x="495" y="982"/>
                  </a:cubicBezTo>
                  <a:lnTo>
                    <a:pt x="495" y="491"/>
                  </a:lnTo>
                  <a:cubicBezTo>
                    <a:pt x="495" y="217"/>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1"/>
            <p:cNvSpPr/>
            <p:nvPr/>
          </p:nvSpPr>
          <p:spPr>
            <a:xfrm>
              <a:off x="1552004" y="3090887"/>
              <a:ext cx="38764" cy="19199"/>
            </a:xfrm>
            <a:custGeom>
              <a:rect b="b" l="l" r="r" t="t"/>
              <a:pathLst>
                <a:path extrusionOk="0" h="732" w="1478">
                  <a:moveTo>
                    <a:pt x="990" y="0"/>
                  </a:moveTo>
                  <a:cubicBezTo>
                    <a:pt x="988" y="0"/>
                    <a:pt x="985" y="1"/>
                    <a:pt x="982" y="1"/>
                  </a:cubicBezTo>
                  <a:lnTo>
                    <a:pt x="491" y="1"/>
                  </a:lnTo>
                  <a:cubicBezTo>
                    <a:pt x="221" y="1"/>
                    <a:pt x="0" y="217"/>
                    <a:pt x="0" y="491"/>
                  </a:cubicBezTo>
                  <a:cubicBezTo>
                    <a:pt x="481" y="631"/>
                    <a:pt x="977" y="713"/>
                    <a:pt x="1477" y="732"/>
                  </a:cubicBezTo>
                  <a:lnTo>
                    <a:pt x="1477" y="491"/>
                  </a:lnTo>
                  <a:cubicBezTo>
                    <a:pt x="1477" y="220"/>
                    <a:pt x="1261" y="0"/>
                    <a:pt x="990"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1"/>
            <p:cNvSpPr/>
            <p:nvPr/>
          </p:nvSpPr>
          <p:spPr>
            <a:xfrm>
              <a:off x="1552004" y="3090887"/>
              <a:ext cx="25755" cy="16051"/>
            </a:xfrm>
            <a:custGeom>
              <a:rect b="b" l="l" r="r" t="t"/>
              <a:pathLst>
                <a:path extrusionOk="0" h="612" w="982">
                  <a:moveTo>
                    <a:pt x="491" y="1"/>
                  </a:moveTo>
                  <a:cubicBezTo>
                    <a:pt x="217" y="1"/>
                    <a:pt x="0" y="217"/>
                    <a:pt x="0" y="491"/>
                  </a:cubicBezTo>
                  <a:cubicBezTo>
                    <a:pt x="159" y="539"/>
                    <a:pt x="322" y="578"/>
                    <a:pt x="491" y="612"/>
                  </a:cubicBezTo>
                  <a:lnTo>
                    <a:pt x="491" y="491"/>
                  </a:lnTo>
                  <a:cubicBezTo>
                    <a:pt x="491" y="217"/>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1"/>
            <p:cNvSpPr/>
            <p:nvPr/>
          </p:nvSpPr>
          <p:spPr>
            <a:xfrm>
              <a:off x="1403452" y="3045697"/>
              <a:ext cx="25913" cy="38659"/>
            </a:xfrm>
            <a:custGeom>
              <a:rect b="b" l="l" r="r" t="t"/>
              <a:pathLst>
                <a:path extrusionOk="0" h="1474" w="988">
                  <a:moveTo>
                    <a:pt x="1" y="1"/>
                  </a:moveTo>
                  <a:lnTo>
                    <a:pt x="1" y="983"/>
                  </a:lnTo>
                  <a:cubicBezTo>
                    <a:pt x="1" y="1257"/>
                    <a:pt x="222" y="1473"/>
                    <a:pt x="496" y="1473"/>
                  </a:cubicBezTo>
                  <a:cubicBezTo>
                    <a:pt x="766" y="1473"/>
                    <a:pt x="987" y="1252"/>
                    <a:pt x="987" y="983"/>
                  </a:cubicBezTo>
                  <a:lnTo>
                    <a:pt x="987"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1"/>
            <p:cNvSpPr/>
            <p:nvPr/>
          </p:nvSpPr>
          <p:spPr>
            <a:xfrm>
              <a:off x="1390574" y="2993977"/>
              <a:ext cx="51642" cy="58199"/>
            </a:xfrm>
            <a:custGeom>
              <a:rect b="b" l="l" r="r" t="t"/>
              <a:pathLst>
                <a:path extrusionOk="0" h="2219" w="1969">
                  <a:moveTo>
                    <a:pt x="742" y="0"/>
                  </a:moveTo>
                  <a:cubicBezTo>
                    <a:pt x="333" y="0"/>
                    <a:pt x="1" y="332"/>
                    <a:pt x="1" y="741"/>
                  </a:cubicBezTo>
                  <a:lnTo>
                    <a:pt x="1" y="1232"/>
                  </a:lnTo>
                  <a:cubicBezTo>
                    <a:pt x="1" y="1776"/>
                    <a:pt x="444" y="2218"/>
                    <a:pt x="987" y="2218"/>
                  </a:cubicBezTo>
                  <a:cubicBezTo>
                    <a:pt x="1531" y="2218"/>
                    <a:pt x="1969" y="1776"/>
                    <a:pt x="1969" y="1232"/>
                  </a:cubicBezTo>
                  <a:lnTo>
                    <a:pt x="1969" y="741"/>
                  </a:lnTo>
                  <a:cubicBezTo>
                    <a:pt x="1969" y="332"/>
                    <a:pt x="1642" y="0"/>
                    <a:pt x="1233"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1"/>
            <p:cNvSpPr/>
            <p:nvPr/>
          </p:nvSpPr>
          <p:spPr>
            <a:xfrm>
              <a:off x="1390574" y="2993977"/>
              <a:ext cx="35486" cy="58120"/>
            </a:xfrm>
            <a:custGeom>
              <a:rect b="b" l="l" r="r" t="t"/>
              <a:pathLst>
                <a:path extrusionOk="0" h="2216" w="1353">
                  <a:moveTo>
                    <a:pt x="742" y="0"/>
                  </a:moveTo>
                  <a:cubicBezTo>
                    <a:pt x="333" y="0"/>
                    <a:pt x="1" y="332"/>
                    <a:pt x="1" y="741"/>
                  </a:cubicBezTo>
                  <a:lnTo>
                    <a:pt x="1" y="1232"/>
                  </a:lnTo>
                  <a:cubicBezTo>
                    <a:pt x="1" y="1796"/>
                    <a:pt x="463" y="2216"/>
                    <a:pt x="981" y="2216"/>
                  </a:cubicBezTo>
                  <a:cubicBezTo>
                    <a:pt x="1104" y="2216"/>
                    <a:pt x="1230" y="2192"/>
                    <a:pt x="1353" y="2141"/>
                  </a:cubicBezTo>
                  <a:cubicBezTo>
                    <a:pt x="982" y="1992"/>
                    <a:pt x="737" y="1631"/>
                    <a:pt x="737" y="1232"/>
                  </a:cubicBezTo>
                  <a:lnTo>
                    <a:pt x="737" y="741"/>
                  </a:lnTo>
                  <a:cubicBezTo>
                    <a:pt x="737" y="380"/>
                    <a:pt x="1002" y="72"/>
                    <a:pt x="1353" y="15"/>
                  </a:cubicBezTo>
                  <a:cubicBezTo>
                    <a:pt x="1315" y="5"/>
                    <a:pt x="1276" y="5"/>
                    <a:pt x="123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1"/>
            <p:cNvSpPr/>
            <p:nvPr/>
          </p:nvSpPr>
          <p:spPr>
            <a:xfrm>
              <a:off x="1390574" y="2993977"/>
              <a:ext cx="51642" cy="25887"/>
            </a:xfrm>
            <a:custGeom>
              <a:rect b="b" l="l" r="r" t="t"/>
              <a:pathLst>
                <a:path extrusionOk="0" h="987" w="1969">
                  <a:moveTo>
                    <a:pt x="737" y="0"/>
                  </a:moveTo>
                  <a:cubicBezTo>
                    <a:pt x="333" y="0"/>
                    <a:pt x="1" y="332"/>
                    <a:pt x="1" y="741"/>
                  </a:cubicBezTo>
                  <a:cubicBezTo>
                    <a:pt x="1" y="741"/>
                    <a:pt x="742" y="987"/>
                    <a:pt x="1969" y="987"/>
                  </a:cubicBezTo>
                  <a:lnTo>
                    <a:pt x="1969" y="741"/>
                  </a:lnTo>
                  <a:cubicBezTo>
                    <a:pt x="1969" y="332"/>
                    <a:pt x="1637" y="0"/>
                    <a:pt x="123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1"/>
            <p:cNvSpPr/>
            <p:nvPr/>
          </p:nvSpPr>
          <p:spPr>
            <a:xfrm>
              <a:off x="1390574" y="2993977"/>
              <a:ext cx="35486" cy="23605"/>
            </a:xfrm>
            <a:custGeom>
              <a:rect b="b" l="l" r="r" t="t"/>
              <a:pathLst>
                <a:path extrusionOk="0" h="900" w="1353">
                  <a:moveTo>
                    <a:pt x="742" y="0"/>
                  </a:moveTo>
                  <a:cubicBezTo>
                    <a:pt x="333" y="0"/>
                    <a:pt x="1" y="332"/>
                    <a:pt x="1" y="741"/>
                  </a:cubicBezTo>
                  <a:cubicBezTo>
                    <a:pt x="241" y="813"/>
                    <a:pt x="492" y="866"/>
                    <a:pt x="742" y="900"/>
                  </a:cubicBezTo>
                  <a:lnTo>
                    <a:pt x="742" y="741"/>
                  </a:lnTo>
                  <a:lnTo>
                    <a:pt x="737" y="741"/>
                  </a:lnTo>
                  <a:cubicBezTo>
                    <a:pt x="737" y="380"/>
                    <a:pt x="1002" y="72"/>
                    <a:pt x="1353" y="15"/>
                  </a:cubicBezTo>
                  <a:cubicBezTo>
                    <a:pt x="1315" y="5"/>
                    <a:pt x="1276" y="0"/>
                    <a:pt x="123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1"/>
            <p:cNvSpPr/>
            <p:nvPr/>
          </p:nvSpPr>
          <p:spPr>
            <a:xfrm>
              <a:off x="1371140" y="3079662"/>
              <a:ext cx="90511" cy="62867"/>
            </a:xfrm>
            <a:custGeom>
              <a:rect b="b" l="l" r="r" t="t"/>
              <a:pathLst>
                <a:path extrusionOk="0" h="2397" w="3451">
                  <a:moveTo>
                    <a:pt x="150" y="0"/>
                  </a:moveTo>
                  <a:cubicBezTo>
                    <a:pt x="54" y="130"/>
                    <a:pt x="6" y="279"/>
                    <a:pt x="6" y="438"/>
                  </a:cubicBezTo>
                  <a:lnTo>
                    <a:pt x="6" y="1901"/>
                  </a:lnTo>
                  <a:cubicBezTo>
                    <a:pt x="1" y="2175"/>
                    <a:pt x="222" y="2397"/>
                    <a:pt x="496" y="2397"/>
                  </a:cubicBezTo>
                  <a:lnTo>
                    <a:pt x="2955" y="2397"/>
                  </a:lnTo>
                  <a:cubicBezTo>
                    <a:pt x="3230" y="2397"/>
                    <a:pt x="3451" y="2175"/>
                    <a:pt x="3451" y="1901"/>
                  </a:cubicBezTo>
                  <a:lnTo>
                    <a:pt x="3451" y="438"/>
                  </a:lnTo>
                  <a:cubicBezTo>
                    <a:pt x="3446" y="279"/>
                    <a:pt x="3398" y="130"/>
                    <a:pt x="3302" y="0"/>
                  </a:cubicBezTo>
                  <a:lnTo>
                    <a:pt x="2464" y="674"/>
                  </a:lnTo>
                  <a:lnTo>
                    <a:pt x="2464" y="1656"/>
                  </a:lnTo>
                  <a:lnTo>
                    <a:pt x="987" y="1656"/>
                  </a:lnTo>
                  <a:lnTo>
                    <a:pt x="987" y="674"/>
                  </a:lnTo>
                  <a:lnTo>
                    <a:pt x="1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1"/>
            <p:cNvSpPr/>
            <p:nvPr/>
          </p:nvSpPr>
          <p:spPr>
            <a:xfrm>
              <a:off x="1320048" y="2955737"/>
              <a:ext cx="321838" cy="218606"/>
            </a:xfrm>
            <a:custGeom>
              <a:rect b="b" l="l" r="r" t="t"/>
              <a:pathLst>
                <a:path extrusionOk="0" h="8335" w="12271">
                  <a:moveTo>
                    <a:pt x="3922" y="1689"/>
                  </a:moveTo>
                  <a:cubicBezTo>
                    <a:pt x="4201" y="1689"/>
                    <a:pt x="4427" y="1915"/>
                    <a:pt x="4427" y="2199"/>
                  </a:cubicBezTo>
                  <a:lnTo>
                    <a:pt x="4427" y="2690"/>
                  </a:lnTo>
                  <a:cubicBezTo>
                    <a:pt x="4427" y="3109"/>
                    <a:pt x="4090" y="3445"/>
                    <a:pt x="3671" y="3445"/>
                  </a:cubicBezTo>
                  <a:cubicBezTo>
                    <a:pt x="3258" y="3445"/>
                    <a:pt x="2921" y="3109"/>
                    <a:pt x="2921" y="2690"/>
                  </a:cubicBezTo>
                  <a:lnTo>
                    <a:pt x="2921" y="2199"/>
                  </a:lnTo>
                  <a:cubicBezTo>
                    <a:pt x="2921" y="1915"/>
                    <a:pt x="3147" y="1689"/>
                    <a:pt x="3426" y="1689"/>
                  </a:cubicBezTo>
                  <a:close/>
                  <a:moveTo>
                    <a:pt x="9826" y="1444"/>
                  </a:moveTo>
                  <a:cubicBezTo>
                    <a:pt x="9970" y="1444"/>
                    <a:pt x="10090" y="1559"/>
                    <a:pt x="10090" y="1704"/>
                  </a:cubicBezTo>
                  <a:lnTo>
                    <a:pt x="10090" y="2445"/>
                  </a:lnTo>
                  <a:cubicBezTo>
                    <a:pt x="10086" y="2536"/>
                    <a:pt x="10037" y="2623"/>
                    <a:pt x="9956" y="2666"/>
                  </a:cubicBezTo>
                  <a:cubicBezTo>
                    <a:pt x="9883" y="2709"/>
                    <a:pt x="9840" y="2786"/>
                    <a:pt x="9840" y="2868"/>
                  </a:cubicBezTo>
                  <a:lnTo>
                    <a:pt x="9840" y="3234"/>
                  </a:lnTo>
                  <a:cubicBezTo>
                    <a:pt x="9840" y="3340"/>
                    <a:pt x="9912" y="3431"/>
                    <a:pt x="10018" y="3460"/>
                  </a:cubicBezTo>
                  <a:lnTo>
                    <a:pt x="10629" y="3614"/>
                  </a:lnTo>
                  <a:cubicBezTo>
                    <a:pt x="10745" y="3643"/>
                    <a:pt x="10827" y="3749"/>
                    <a:pt x="10827" y="3869"/>
                  </a:cubicBezTo>
                  <a:lnTo>
                    <a:pt x="10827" y="3936"/>
                  </a:lnTo>
                  <a:lnTo>
                    <a:pt x="8334" y="3936"/>
                  </a:lnTo>
                  <a:lnTo>
                    <a:pt x="8334" y="3869"/>
                  </a:lnTo>
                  <a:cubicBezTo>
                    <a:pt x="8334" y="3749"/>
                    <a:pt x="8416" y="3643"/>
                    <a:pt x="8531" y="3614"/>
                  </a:cubicBezTo>
                  <a:lnTo>
                    <a:pt x="9142" y="3465"/>
                  </a:lnTo>
                  <a:cubicBezTo>
                    <a:pt x="9248" y="3436"/>
                    <a:pt x="9320" y="3344"/>
                    <a:pt x="9320" y="3238"/>
                  </a:cubicBezTo>
                  <a:lnTo>
                    <a:pt x="9320" y="2873"/>
                  </a:lnTo>
                  <a:cubicBezTo>
                    <a:pt x="9320" y="2786"/>
                    <a:pt x="9277" y="2709"/>
                    <a:pt x="9205" y="2671"/>
                  </a:cubicBezTo>
                  <a:cubicBezTo>
                    <a:pt x="9123" y="2623"/>
                    <a:pt x="9070" y="2536"/>
                    <a:pt x="9070" y="2445"/>
                  </a:cubicBezTo>
                  <a:lnTo>
                    <a:pt x="9070" y="1704"/>
                  </a:lnTo>
                  <a:cubicBezTo>
                    <a:pt x="9070" y="1559"/>
                    <a:pt x="9191" y="1444"/>
                    <a:pt x="9335" y="1444"/>
                  </a:cubicBezTo>
                  <a:close/>
                  <a:moveTo>
                    <a:pt x="11813" y="457"/>
                  </a:moveTo>
                  <a:lnTo>
                    <a:pt x="11813" y="3936"/>
                  </a:lnTo>
                  <a:lnTo>
                    <a:pt x="11288" y="3936"/>
                  </a:lnTo>
                  <a:lnTo>
                    <a:pt x="11288" y="3869"/>
                  </a:lnTo>
                  <a:cubicBezTo>
                    <a:pt x="11288" y="3537"/>
                    <a:pt x="11062" y="3248"/>
                    <a:pt x="10740" y="3166"/>
                  </a:cubicBezTo>
                  <a:lnTo>
                    <a:pt x="10302" y="3060"/>
                  </a:lnTo>
                  <a:lnTo>
                    <a:pt x="10302" y="2988"/>
                  </a:lnTo>
                  <a:cubicBezTo>
                    <a:pt x="10461" y="2849"/>
                    <a:pt x="10547" y="2651"/>
                    <a:pt x="10547" y="2445"/>
                  </a:cubicBezTo>
                  <a:lnTo>
                    <a:pt x="10547" y="1704"/>
                  </a:lnTo>
                  <a:cubicBezTo>
                    <a:pt x="10547" y="1304"/>
                    <a:pt x="10225" y="982"/>
                    <a:pt x="9826" y="982"/>
                  </a:cubicBezTo>
                  <a:lnTo>
                    <a:pt x="9335" y="982"/>
                  </a:lnTo>
                  <a:cubicBezTo>
                    <a:pt x="8936" y="982"/>
                    <a:pt x="8613" y="1304"/>
                    <a:pt x="8613" y="1704"/>
                  </a:cubicBezTo>
                  <a:lnTo>
                    <a:pt x="8613" y="2445"/>
                  </a:lnTo>
                  <a:cubicBezTo>
                    <a:pt x="8613" y="2651"/>
                    <a:pt x="8705" y="2849"/>
                    <a:pt x="8859" y="2983"/>
                  </a:cubicBezTo>
                  <a:lnTo>
                    <a:pt x="8859" y="3056"/>
                  </a:lnTo>
                  <a:lnTo>
                    <a:pt x="8421" y="3166"/>
                  </a:lnTo>
                  <a:cubicBezTo>
                    <a:pt x="8098" y="3243"/>
                    <a:pt x="7872" y="3532"/>
                    <a:pt x="7872" y="3864"/>
                  </a:cubicBezTo>
                  <a:lnTo>
                    <a:pt x="7872" y="3936"/>
                  </a:lnTo>
                  <a:lnTo>
                    <a:pt x="7352" y="3936"/>
                  </a:lnTo>
                  <a:lnTo>
                    <a:pt x="7352" y="462"/>
                  </a:lnTo>
                  <a:lnTo>
                    <a:pt x="11813" y="457"/>
                  </a:lnTo>
                  <a:close/>
                  <a:moveTo>
                    <a:pt x="3936" y="3907"/>
                  </a:moveTo>
                  <a:lnTo>
                    <a:pt x="3936" y="4013"/>
                  </a:lnTo>
                  <a:cubicBezTo>
                    <a:pt x="3936" y="4100"/>
                    <a:pt x="3955" y="4182"/>
                    <a:pt x="3999" y="4254"/>
                  </a:cubicBezTo>
                  <a:lnTo>
                    <a:pt x="3686" y="4571"/>
                  </a:lnTo>
                  <a:cubicBezTo>
                    <a:pt x="3681" y="4574"/>
                    <a:pt x="3676" y="4575"/>
                    <a:pt x="3672" y="4575"/>
                  </a:cubicBezTo>
                  <a:cubicBezTo>
                    <a:pt x="3668" y="4575"/>
                    <a:pt x="3664" y="4574"/>
                    <a:pt x="3662" y="4571"/>
                  </a:cubicBezTo>
                  <a:lnTo>
                    <a:pt x="3349" y="4254"/>
                  </a:lnTo>
                  <a:cubicBezTo>
                    <a:pt x="3392" y="4182"/>
                    <a:pt x="3412" y="4100"/>
                    <a:pt x="3412" y="4013"/>
                  </a:cubicBezTo>
                  <a:lnTo>
                    <a:pt x="3412" y="3907"/>
                  </a:lnTo>
                  <a:close/>
                  <a:moveTo>
                    <a:pt x="4388" y="4514"/>
                  </a:moveTo>
                  <a:lnTo>
                    <a:pt x="4841" y="4692"/>
                  </a:lnTo>
                  <a:cubicBezTo>
                    <a:pt x="5038" y="4769"/>
                    <a:pt x="5163" y="4956"/>
                    <a:pt x="5163" y="5163"/>
                  </a:cubicBezTo>
                  <a:lnTo>
                    <a:pt x="5163" y="6631"/>
                  </a:lnTo>
                  <a:cubicBezTo>
                    <a:pt x="5163" y="6775"/>
                    <a:pt x="5048" y="6891"/>
                    <a:pt x="4903" y="6891"/>
                  </a:cubicBezTo>
                  <a:lnTo>
                    <a:pt x="3902" y="6891"/>
                  </a:lnTo>
                  <a:lnTo>
                    <a:pt x="3902" y="6612"/>
                  </a:lnTo>
                  <a:lnTo>
                    <a:pt x="4412" y="6612"/>
                  </a:lnTo>
                  <a:cubicBezTo>
                    <a:pt x="4538" y="6612"/>
                    <a:pt x="4643" y="6510"/>
                    <a:pt x="4643" y="6381"/>
                  </a:cubicBezTo>
                  <a:lnTo>
                    <a:pt x="4643" y="5644"/>
                  </a:lnTo>
                  <a:cubicBezTo>
                    <a:pt x="4643" y="5490"/>
                    <a:pt x="4528" y="5413"/>
                    <a:pt x="4412" y="5413"/>
                  </a:cubicBezTo>
                  <a:cubicBezTo>
                    <a:pt x="4297" y="5413"/>
                    <a:pt x="4182" y="5490"/>
                    <a:pt x="4182" y="5644"/>
                  </a:cubicBezTo>
                  <a:lnTo>
                    <a:pt x="4182" y="6154"/>
                  </a:lnTo>
                  <a:lnTo>
                    <a:pt x="3166" y="6154"/>
                  </a:lnTo>
                  <a:lnTo>
                    <a:pt x="3166" y="5644"/>
                  </a:lnTo>
                  <a:cubicBezTo>
                    <a:pt x="3166" y="5493"/>
                    <a:pt x="3051" y="5417"/>
                    <a:pt x="2935" y="5417"/>
                  </a:cubicBezTo>
                  <a:cubicBezTo>
                    <a:pt x="2820" y="5417"/>
                    <a:pt x="2704" y="5493"/>
                    <a:pt x="2704" y="5644"/>
                  </a:cubicBezTo>
                  <a:lnTo>
                    <a:pt x="2704" y="6385"/>
                  </a:lnTo>
                  <a:cubicBezTo>
                    <a:pt x="2704" y="6510"/>
                    <a:pt x="2810" y="6616"/>
                    <a:pt x="2935" y="6616"/>
                  </a:cubicBezTo>
                  <a:lnTo>
                    <a:pt x="3445" y="6616"/>
                  </a:lnTo>
                  <a:lnTo>
                    <a:pt x="3445" y="6891"/>
                  </a:lnTo>
                  <a:lnTo>
                    <a:pt x="2444" y="6891"/>
                  </a:lnTo>
                  <a:cubicBezTo>
                    <a:pt x="2300" y="6891"/>
                    <a:pt x="2180" y="6775"/>
                    <a:pt x="2180" y="6631"/>
                  </a:cubicBezTo>
                  <a:lnTo>
                    <a:pt x="2180" y="5168"/>
                  </a:lnTo>
                  <a:lnTo>
                    <a:pt x="2180" y="5163"/>
                  </a:lnTo>
                  <a:cubicBezTo>
                    <a:pt x="2180" y="4956"/>
                    <a:pt x="2310" y="4769"/>
                    <a:pt x="2507" y="4692"/>
                  </a:cubicBezTo>
                  <a:lnTo>
                    <a:pt x="2959" y="4514"/>
                  </a:lnTo>
                  <a:lnTo>
                    <a:pt x="3335" y="4894"/>
                  </a:lnTo>
                  <a:cubicBezTo>
                    <a:pt x="3428" y="4988"/>
                    <a:pt x="3551" y="5034"/>
                    <a:pt x="3673" y="5034"/>
                  </a:cubicBezTo>
                  <a:cubicBezTo>
                    <a:pt x="3795" y="5034"/>
                    <a:pt x="3917" y="4988"/>
                    <a:pt x="4008" y="4894"/>
                  </a:cubicBezTo>
                  <a:lnTo>
                    <a:pt x="4388" y="4514"/>
                  </a:lnTo>
                  <a:close/>
                  <a:moveTo>
                    <a:pt x="6886" y="6857"/>
                  </a:moveTo>
                  <a:lnTo>
                    <a:pt x="6886" y="7872"/>
                  </a:lnTo>
                  <a:lnTo>
                    <a:pt x="457" y="7872"/>
                  </a:lnTo>
                  <a:lnTo>
                    <a:pt x="457" y="6857"/>
                  </a:lnTo>
                  <a:lnTo>
                    <a:pt x="1756" y="6857"/>
                  </a:lnTo>
                  <a:cubicBezTo>
                    <a:pt x="1857" y="7150"/>
                    <a:pt x="2132" y="7353"/>
                    <a:pt x="2444" y="7353"/>
                  </a:cubicBezTo>
                  <a:lnTo>
                    <a:pt x="4903" y="7353"/>
                  </a:lnTo>
                  <a:cubicBezTo>
                    <a:pt x="5216" y="7353"/>
                    <a:pt x="5490" y="7150"/>
                    <a:pt x="5587" y="6857"/>
                  </a:cubicBezTo>
                  <a:close/>
                  <a:moveTo>
                    <a:pt x="11813" y="4398"/>
                  </a:moveTo>
                  <a:lnTo>
                    <a:pt x="11813" y="7872"/>
                  </a:lnTo>
                  <a:lnTo>
                    <a:pt x="11288" y="7872"/>
                  </a:lnTo>
                  <a:lnTo>
                    <a:pt x="11288" y="7805"/>
                  </a:lnTo>
                  <a:cubicBezTo>
                    <a:pt x="11288" y="7473"/>
                    <a:pt x="11062" y="7184"/>
                    <a:pt x="10740" y="7102"/>
                  </a:cubicBezTo>
                  <a:lnTo>
                    <a:pt x="10302" y="6996"/>
                  </a:lnTo>
                  <a:lnTo>
                    <a:pt x="10302" y="6924"/>
                  </a:lnTo>
                  <a:cubicBezTo>
                    <a:pt x="10461" y="6785"/>
                    <a:pt x="10547" y="6587"/>
                    <a:pt x="10547" y="6381"/>
                  </a:cubicBezTo>
                  <a:lnTo>
                    <a:pt x="10547" y="5644"/>
                  </a:lnTo>
                  <a:cubicBezTo>
                    <a:pt x="10547" y="5245"/>
                    <a:pt x="10225" y="4923"/>
                    <a:pt x="9826" y="4923"/>
                  </a:cubicBezTo>
                  <a:lnTo>
                    <a:pt x="9335" y="4923"/>
                  </a:lnTo>
                  <a:cubicBezTo>
                    <a:pt x="8936" y="4923"/>
                    <a:pt x="8613" y="5245"/>
                    <a:pt x="8613" y="5644"/>
                  </a:cubicBezTo>
                  <a:lnTo>
                    <a:pt x="8613" y="6381"/>
                  </a:lnTo>
                  <a:cubicBezTo>
                    <a:pt x="8613" y="6587"/>
                    <a:pt x="8705" y="6785"/>
                    <a:pt x="8859" y="6924"/>
                  </a:cubicBezTo>
                  <a:lnTo>
                    <a:pt x="8859" y="6996"/>
                  </a:lnTo>
                  <a:lnTo>
                    <a:pt x="8421" y="7102"/>
                  </a:lnTo>
                  <a:cubicBezTo>
                    <a:pt x="8098" y="7184"/>
                    <a:pt x="7872" y="7473"/>
                    <a:pt x="7872" y="7805"/>
                  </a:cubicBezTo>
                  <a:lnTo>
                    <a:pt x="7872" y="7872"/>
                  </a:lnTo>
                  <a:lnTo>
                    <a:pt x="7352" y="7872"/>
                  </a:lnTo>
                  <a:lnTo>
                    <a:pt x="7352" y="4398"/>
                  </a:lnTo>
                  <a:close/>
                  <a:moveTo>
                    <a:pt x="9826" y="5380"/>
                  </a:moveTo>
                  <a:cubicBezTo>
                    <a:pt x="9970" y="5380"/>
                    <a:pt x="10090" y="5500"/>
                    <a:pt x="10090" y="5644"/>
                  </a:cubicBezTo>
                  <a:lnTo>
                    <a:pt x="10090" y="6381"/>
                  </a:lnTo>
                  <a:cubicBezTo>
                    <a:pt x="10090" y="6477"/>
                    <a:pt x="10037" y="6559"/>
                    <a:pt x="9956" y="6607"/>
                  </a:cubicBezTo>
                  <a:cubicBezTo>
                    <a:pt x="9888" y="6650"/>
                    <a:pt x="9845" y="6722"/>
                    <a:pt x="9845" y="6804"/>
                  </a:cubicBezTo>
                  <a:lnTo>
                    <a:pt x="9845" y="7179"/>
                  </a:lnTo>
                  <a:cubicBezTo>
                    <a:pt x="9845" y="7280"/>
                    <a:pt x="9917" y="7377"/>
                    <a:pt x="10018" y="7401"/>
                  </a:cubicBezTo>
                  <a:lnTo>
                    <a:pt x="10629" y="7555"/>
                  </a:lnTo>
                  <a:cubicBezTo>
                    <a:pt x="10745" y="7583"/>
                    <a:pt x="10827" y="7685"/>
                    <a:pt x="10827" y="7810"/>
                  </a:cubicBezTo>
                  <a:lnTo>
                    <a:pt x="10827" y="7877"/>
                  </a:lnTo>
                  <a:lnTo>
                    <a:pt x="8334" y="7877"/>
                  </a:lnTo>
                  <a:lnTo>
                    <a:pt x="8334" y="7872"/>
                  </a:lnTo>
                  <a:lnTo>
                    <a:pt x="8334" y="7805"/>
                  </a:lnTo>
                  <a:cubicBezTo>
                    <a:pt x="8334" y="7685"/>
                    <a:pt x="8416" y="7579"/>
                    <a:pt x="8531" y="7550"/>
                  </a:cubicBezTo>
                  <a:lnTo>
                    <a:pt x="9142" y="7396"/>
                  </a:lnTo>
                  <a:cubicBezTo>
                    <a:pt x="9248" y="7372"/>
                    <a:pt x="9320" y="7280"/>
                    <a:pt x="9320" y="7174"/>
                  </a:cubicBezTo>
                  <a:lnTo>
                    <a:pt x="9320" y="6804"/>
                  </a:lnTo>
                  <a:cubicBezTo>
                    <a:pt x="9320" y="6722"/>
                    <a:pt x="9277" y="6650"/>
                    <a:pt x="9205" y="6607"/>
                  </a:cubicBezTo>
                  <a:cubicBezTo>
                    <a:pt x="9123" y="6559"/>
                    <a:pt x="9075" y="6477"/>
                    <a:pt x="9070" y="6381"/>
                  </a:cubicBezTo>
                  <a:lnTo>
                    <a:pt x="9070" y="5644"/>
                  </a:lnTo>
                  <a:cubicBezTo>
                    <a:pt x="9070" y="5500"/>
                    <a:pt x="9191" y="5380"/>
                    <a:pt x="9335" y="5380"/>
                  </a:cubicBezTo>
                  <a:close/>
                  <a:moveTo>
                    <a:pt x="231" y="0"/>
                  </a:moveTo>
                  <a:cubicBezTo>
                    <a:pt x="101" y="0"/>
                    <a:pt x="0" y="101"/>
                    <a:pt x="0" y="231"/>
                  </a:cubicBezTo>
                  <a:lnTo>
                    <a:pt x="0" y="8103"/>
                  </a:lnTo>
                  <a:cubicBezTo>
                    <a:pt x="0" y="8233"/>
                    <a:pt x="101" y="8334"/>
                    <a:pt x="231" y="8334"/>
                  </a:cubicBezTo>
                  <a:lnTo>
                    <a:pt x="12044" y="8334"/>
                  </a:lnTo>
                  <a:cubicBezTo>
                    <a:pt x="12169" y="8334"/>
                    <a:pt x="12270" y="8233"/>
                    <a:pt x="12270" y="8103"/>
                  </a:cubicBezTo>
                  <a:lnTo>
                    <a:pt x="12270" y="231"/>
                  </a:lnTo>
                  <a:cubicBezTo>
                    <a:pt x="12270" y="101"/>
                    <a:pt x="12169" y="0"/>
                    <a:pt x="12044" y="0"/>
                  </a:cubicBezTo>
                  <a:lnTo>
                    <a:pt x="1954" y="0"/>
                  </a:lnTo>
                  <a:cubicBezTo>
                    <a:pt x="1646" y="0"/>
                    <a:pt x="1646" y="462"/>
                    <a:pt x="1954" y="462"/>
                  </a:cubicBezTo>
                  <a:lnTo>
                    <a:pt x="6891" y="462"/>
                  </a:lnTo>
                  <a:lnTo>
                    <a:pt x="6891" y="6395"/>
                  </a:lnTo>
                  <a:lnTo>
                    <a:pt x="5625" y="6395"/>
                  </a:lnTo>
                  <a:lnTo>
                    <a:pt x="5625" y="5163"/>
                  </a:lnTo>
                  <a:cubicBezTo>
                    <a:pt x="5625" y="4764"/>
                    <a:pt x="5380" y="4408"/>
                    <a:pt x="5009" y="4259"/>
                  </a:cubicBezTo>
                  <a:lnTo>
                    <a:pt x="4403" y="4023"/>
                  </a:lnTo>
                  <a:cubicBezTo>
                    <a:pt x="4398" y="4023"/>
                    <a:pt x="4398" y="4018"/>
                    <a:pt x="4398" y="4013"/>
                  </a:cubicBezTo>
                  <a:lnTo>
                    <a:pt x="4398" y="3672"/>
                  </a:lnTo>
                  <a:lnTo>
                    <a:pt x="4398" y="3667"/>
                  </a:lnTo>
                  <a:cubicBezTo>
                    <a:pt x="4706" y="3436"/>
                    <a:pt x="4889" y="3075"/>
                    <a:pt x="4889" y="2690"/>
                  </a:cubicBezTo>
                  <a:lnTo>
                    <a:pt x="4889" y="2199"/>
                  </a:lnTo>
                  <a:cubicBezTo>
                    <a:pt x="4889" y="1660"/>
                    <a:pt x="4456" y="1227"/>
                    <a:pt x="3922" y="1227"/>
                  </a:cubicBezTo>
                  <a:lnTo>
                    <a:pt x="3426" y="1227"/>
                  </a:lnTo>
                  <a:cubicBezTo>
                    <a:pt x="2892" y="1227"/>
                    <a:pt x="2459" y="1660"/>
                    <a:pt x="2459" y="2199"/>
                  </a:cubicBezTo>
                  <a:lnTo>
                    <a:pt x="2459" y="2690"/>
                  </a:lnTo>
                  <a:cubicBezTo>
                    <a:pt x="2459" y="3075"/>
                    <a:pt x="2642" y="3436"/>
                    <a:pt x="2955" y="3667"/>
                  </a:cubicBezTo>
                  <a:lnTo>
                    <a:pt x="2955" y="3672"/>
                  </a:lnTo>
                  <a:lnTo>
                    <a:pt x="2955" y="4013"/>
                  </a:lnTo>
                  <a:cubicBezTo>
                    <a:pt x="2950" y="4018"/>
                    <a:pt x="2950" y="4023"/>
                    <a:pt x="2945" y="4023"/>
                  </a:cubicBezTo>
                  <a:lnTo>
                    <a:pt x="2339" y="4259"/>
                  </a:lnTo>
                  <a:cubicBezTo>
                    <a:pt x="1968" y="4408"/>
                    <a:pt x="1723" y="4764"/>
                    <a:pt x="1723" y="5163"/>
                  </a:cubicBezTo>
                  <a:lnTo>
                    <a:pt x="1723" y="6395"/>
                  </a:lnTo>
                  <a:lnTo>
                    <a:pt x="457" y="6395"/>
                  </a:lnTo>
                  <a:lnTo>
                    <a:pt x="457" y="462"/>
                  </a:lnTo>
                  <a:lnTo>
                    <a:pt x="967" y="462"/>
                  </a:lnTo>
                  <a:cubicBezTo>
                    <a:pt x="1275" y="462"/>
                    <a:pt x="1275"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1"/>
            <p:cNvSpPr/>
            <p:nvPr/>
          </p:nvSpPr>
          <p:spPr>
            <a:xfrm>
              <a:off x="1274858" y="2929850"/>
              <a:ext cx="412191" cy="302665"/>
            </a:xfrm>
            <a:custGeom>
              <a:rect b="b" l="l" r="r" t="t"/>
              <a:pathLst>
                <a:path extrusionOk="0" h="11540" w="15716">
                  <a:moveTo>
                    <a:pt x="14258" y="463"/>
                  </a:moveTo>
                  <a:cubicBezTo>
                    <a:pt x="14402" y="463"/>
                    <a:pt x="14518" y="578"/>
                    <a:pt x="14518" y="723"/>
                  </a:cubicBezTo>
                  <a:lnTo>
                    <a:pt x="14518" y="9850"/>
                  </a:lnTo>
                  <a:lnTo>
                    <a:pt x="14012" y="9850"/>
                  </a:lnTo>
                  <a:cubicBezTo>
                    <a:pt x="13704" y="9850"/>
                    <a:pt x="13704" y="10308"/>
                    <a:pt x="14012" y="10308"/>
                  </a:cubicBezTo>
                  <a:lnTo>
                    <a:pt x="15239" y="10308"/>
                  </a:lnTo>
                  <a:cubicBezTo>
                    <a:pt x="15249" y="10308"/>
                    <a:pt x="15254" y="10317"/>
                    <a:pt x="15254" y="10327"/>
                  </a:cubicBezTo>
                  <a:lnTo>
                    <a:pt x="15254" y="10818"/>
                  </a:lnTo>
                  <a:cubicBezTo>
                    <a:pt x="15254" y="10962"/>
                    <a:pt x="15138" y="11077"/>
                    <a:pt x="14994" y="11077"/>
                  </a:cubicBezTo>
                  <a:lnTo>
                    <a:pt x="722" y="11077"/>
                  </a:lnTo>
                  <a:cubicBezTo>
                    <a:pt x="578" y="11077"/>
                    <a:pt x="458" y="10962"/>
                    <a:pt x="458" y="10818"/>
                  </a:cubicBezTo>
                  <a:lnTo>
                    <a:pt x="458" y="10322"/>
                  </a:lnTo>
                  <a:cubicBezTo>
                    <a:pt x="458" y="10317"/>
                    <a:pt x="467" y="10308"/>
                    <a:pt x="477" y="10308"/>
                  </a:cubicBezTo>
                  <a:lnTo>
                    <a:pt x="13026" y="10308"/>
                  </a:lnTo>
                  <a:cubicBezTo>
                    <a:pt x="13334" y="10308"/>
                    <a:pt x="13334" y="9850"/>
                    <a:pt x="13026" y="9846"/>
                  </a:cubicBezTo>
                  <a:lnTo>
                    <a:pt x="1199" y="9846"/>
                  </a:lnTo>
                  <a:lnTo>
                    <a:pt x="1199" y="723"/>
                  </a:lnTo>
                  <a:cubicBezTo>
                    <a:pt x="1199" y="578"/>
                    <a:pt x="1314" y="463"/>
                    <a:pt x="1458" y="463"/>
                  </a:cubicBezTo>
                  <a:close/>
                  <a:moveTo>
                    <a:pt x="1458" y="1"/>
                  </a:moveTo>
                  <a:cubicBezTo>
                    <a:pt x="1059" y="1"/>
                    <a:pt x="737" y="323"/>
                    <a:pt x="737" y="723"/>
                  </a:cubicBezTo>
                  <a:lnTo>
                    <a:pt x="737" y="9850"/>
                  </a:lnTo>
                  <a:lnTo>
                    <a:pt x="477" y="9850"/>
                  </a:lnTo>
                  <a:cubicBezTo>
                    <a:pt x="212" y="9850"/>
                    <a:pt x="1" y="10062"/>
                    <a:pt x="1" y="10327"/>
                  </a:cubicBezTo>
                  <a:lnTo>
                    <a:pt x="1" y="10818"/>
                  </a:lnTo>
                  <a:cubicBezTo>
                    <a:pt x="1" y="11217"/>
                    <a:pt x="323" y="11539"/>
                    <a:pt x="722" y="11539"/>
                  </a:cubicBezTo>
                  <a:lnTo>
                    <a:pt x="14994" y="11539"/>
                  </a:lnTo>
                  <a:cubicBezTo>
                    <a:pt x="15393" y="11539"/>
                    <a:pt x="15716" y="11217"/>
                    <a:pt x="15716" y="10818"/>
                  </a:cubicBezTo>
                  <a:lnTo>
                    <a:pt x="15716" y="10327"/>
                  </a:lnTo>
                  <a:cubicBezTo>
                    <a:pt x="15716" y="10065"/>
                    <a:pt x="15509" y="9850"/>
                    <a:pt x="15248" y="9850"/>
                  </a:cubicBezTo>
                  <a:cubicBezTo>
                    <a:pt x="15245" y="9850"/>
                    <a:pt x="15242" y="9850"/>
                    <a:pt x="15239" y="9850"/>
                  </a:cubicBezTo>
                  <a:lnTo>
                    <a:pt x="14979" y="9850"/>
                  </a:lnTo>
                  <a:lnTo>
                    <a:pt x="14979" y="723"/>
                  </a:lnTo>
                  <a:cubicBezTo>
                    <a:pt x="14979" y="323"/>
                    <a:pt x="14652" y="1"/>
                    <a:pt x="14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2" name="Google Shape;10262;p81"/>
          <p:cNvGrpSpPr/>
          <p:nvPr/>
        </p:nvGrpSpPr>
        <p:grpSpPr>
          <a:xfrm>
            <a:off x="1728542" y="2894653"/>
            <a:ext cx="397819" cy="373034"/>
            <a:chOff x="1728542" y="2894653"/>
            <a:chExt cx="397819" cy="373034"/>
          </a:xfrm>
        </p:grpSpPr>
        <p:sp>
          <p:nvSpPr>
            <p:cNvPr id="10263" name="Google Shape;10263;p81"/>
            <p:cNvSpPr/>
            <p:nvPr/>
          </p:nvSpPr>
          <p:spPr>
            <a:xfrm>
              <a:off x="1946125" y="2937928"/>
              <a:ext cx="174308" cy="182334"/>
            </a:xfrm>
            <a:custGeom>
              <a:rect b="b" l="l" r="r" t="t"/>
              <a:pathLst>
                <a:path extrusionOk="0" h="6952" w="6646">
                  <a:moveTo>
                    <a:pt x="712" y="1"/>
                  </a:moveTo>
                  <a:cubicBezTo>
                    <a:pt x="318" y="1"/>
                    <a:pt x="0" y="318"/>
                    <a:pt x="0" y="713"/>
                  </a:cubicBezTo>
                  <a:lnTo>
                    <a:pt x="0" y="4514"/>
                  </a:lnTo>
                  <a:cubicBezTo>
                    <a:pt x="0" y="4904"/>
                    <a:pt x="318" y="5226"/>
                    <a:pt x="712" y="5226"/>
                  </a:cubicBezTo>
                  <a:lnTo>
                    <a:pt x="1424" y="5226"/>
                  </a:lnTo>
                  <a:lnTo>
                    <a:pt x="1030" y="6805"/>
                  </a:lnTo>
                  <a:cubicBezTo>
                    <a:pt x="1012" y="6885"/>
                    <a:pt x="1077" y="6951"/>
                    <a:pt x="1147" y="6951"/>
                  </a:cubicBezTo>
                  <a:cubicBezTo>
                    <a:pt x="1169" y="6951"/>
                    <a:pt x="1192" y="6945"/>
                    <a:pt x="1213" y="6930"/>
                  </a:cubicBezTo>
                  <a:lnTo>
                    <a:pt x="3561" y="5226"/>
                  </a:lnTo>
                  <a:lnTo>
                    <a:pt x="5933" y="5226"/>
                  </a:lnTo>
                  <a:cubicBezTo>
                    <a:pt x="6328" y="5226"/>
                    <a:pt x="6645" y="4904"/>
                    <a:pt x="6645" y="4514"/>
                  </a:cubicBezTo>
                  <a:lnTo>
                    <a:pt x="6645" y="713"/>
                  </a:lnTo>
                  <a:cubicBezTo>
                    <a:pt x="6645" y="318"/>
                    <a:pt x="6328" y="1"/>
                    <a:pt x="593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1"/>
            <p:cNvSpPr/>
            <p:nvPr/>
          </p:nvSpPr>
          <p:spPr>
            <a:xfrm>
              <a:off x="2002147" y="2937928"/>
              <a:ext cx="62238" cy="124581"/>
            </a:xfrm>
            <a:custGeom>
              <a:rect b="b" l="l" r="r" t="t"/>
              <a:pathLst>
                <a:path extrusionOk="0" h="4750" w="2373">
                  <a:moveTo>
                    <a:pt x="1" y="1"/>
                  </a:moveTo>
                  <a:lnTo>
                    <a:pt x="1" y="3797"/>
                  </a:lnTo>
                  <a:cubicBezTo>
                    <a:pt x="1" y="4322"/>
                    <a:pt x="424" y="4750"/>
                    <a:pt x="949" y="4750"/>
                  </a:cubicBezTo>
                  <a:lnTo>
                    <a:pt x="1425" y="4750"/>
                  </a:lnTo>
                  <a:cubicBezTo>
                    <a:pt x="1949" y="4750"/>
                    <a:pt x="2373" y="4322"/>
                    <a:pt x="2373" y="3802"/>
                  </a:cubicBezTo>
                  <a:lnTo>
                    <a:pt x="237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1"/>
            <p:cNvSpPr/>
            <p:nvPr/>
          </p:nvSpPr>
          <p:spPr>
            <a:xfrm>
              <a:off x="2020821" y="2900580"/>
              <a:ext cx="24890" cy="99586"/>
            </a:xfrm>
            <a:custGeom>
              <a:rect b="b" l="l" r="r" t="t"/>
              <a:pathLst>
                <a:path extrusionOk="0" h="3797" w="949">
                  <a:moveTo>
                    <a:pt x="1" y="0"/>
                  </a:moveTo>
                  <a:lnTo>
                    <a:pt x="237" y="3797"/>
                  </a:lnTo>
                  <a:lnTo>
                    <a:pt x="713" y="3797"/>
                  </a:lnTo>
                  <a:lnTo>
                    <a:pt x="94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1"/>
            <p:cNvSpPr/>
            <p:nvPr/>
          </p:nvSpPr>
          <p:spPr>
            <a:xfrm>
              <a:off x="2020821" y="3018840"/>
              <a:ext cx="24890" cy="24995"/>
            </a:xfrm>
            <a:custGeom>
              <a:rect b="b" l="l" r="r" t="t"/>
              <a:pathLst>
                <a:path extrusionOk="0" h="953" w="949">
                  <a:moveTo>
                    <a:pt x="472" y="0"/>
                  </a:moveTo>
                  <a:cubicBezTo>
                    <a:pt x="212" y="0"/>
                    <a:pt x="1" y="217"/>
                    <a:pt x="1" y="476"/>
                  </a:cubicBezTo>
                  <a:cubicBezTo>
                    <a:pt x="1" y="741"/>
                    <a:pt x="212" y="953"/>
                    <a:pt x="472" y="953"/>
                  </a:cubicBezTo>
                  <a:cubicBezTo>
                    <a:pt x="737" y="953"/>
                    <a:pt x="949" y="741"/>
                    <a:pt x="949" y="476"/>
                  </a:cubicBezTo>
                  <a:cubicBezTo>
                    <a:pt x="949" y="217"/>
                    <a:pt x="737" y="0"/>
                    <a:pt x="47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1"/>
            <p:cNvSpPr/>
            <p:nvPr/>
          </p:nvSpPr>
          <p:spPr>
            <a:xfrm>
              <a:off x="1734364" y="3174553"/>
              <a:ext cx="211787" cy="87233"/>
            </a:xfrm>
            <a:custGeom>
              <a:rect b="b" l="l" r="r" t="t"/>
              <a:pathLst>
                <a:path extrusionOk="0" h="3326" w="8075">
                  <a:moveTo>
                    <a:pt x="2613" y="1"/>
                  </a:moveTo>
                  <a:lnTo>
                    <a:pt x="626" y="722"/>
                  </a:lnTo>
                  <a:cubicBezTo>
                    <a:pt x="250" y="857"/>
                    <a:pt x="0" y="1218"/>
                    <a:pt x="0" y="1613"/>
                  </a:cubicBezTo>
                  <a:lnTo>
                    <a:pt x="0" y="3326"/>
                  </a:lnTo>
                  <a:lnTo>
                    <a:pt x="8074" y="3326"/>
                  </a:lnTo>
                  <a:lnTo>
                    <a:pt x="8074" y="1613"/>
                  </a:lnTo>
                  <a:cubicBezTo>
                    <a:pt x="8074" y="1218"/>
                    <a:pt x="7824" y="857"/>
                    <a:pt x="7449" y="722"/>
                  </a:cubicBezTo>
                  <a:lnTo>
                    <a:pt x="5461" y="1"/>
                  </a:lnTo>
                  <a:lnTo>
                    <a:pt x="4037" y="477"/>
                  </a:lnTo>
                  <a:lnTo>
                    <a:pt x="2613"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1"/>
            <p:cNvSpPr/>
            <p:nvPr/>
          </p:nvSpPr>
          <p:spPr>
            <a:xfrm>
              <a:off x="1908751" y="3199915"/>
              <a:ext cx="37400" cy="61871"/>
            </a:xfrm>
            <a:custGeom>
              <a:rect b="b" l="l" r="r" t="t"/>
              <a:pathLst>
                <a:path extrusionOk="0" h="2359" w="1426">
                  <a:moveTo>
                    <a:pt x="1170" y="1"/>
                  </a:moveTo>
                  <a:lnTo>
                    <a:pt x="275" y="891"/>
                  </a:lnTo>
                  <a:cubicBezTo>
                    <a:pt x="97" y="1069"/>
                    <a:pt x="1" y="1310"/>
                    <a:pt x="1" y="1565"/>
                  </a:cubicBezTo>
                  <a:lnTo>
                    <a:pt x="1" y="2359"/>
                  </a:lnTo>
                  <a:lnTo>
                    <a:pt x="1425" y="2359"/>
                  </a:lnTo>
                  <a:lnTo>
                    <a:pt x="1425" y="650"/>
                  </a:lnTo>
                  <a:cubicBezTo>
                    <a:pt x="1425" y="410"/>
                    <a:pt x="1334" y="174"/>
                    <a:pt x="117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1"/>
            <p:cNvSpPr/>
            <p:nvPr/>
          </p:nvSpPr>
          <p:spPr>
            <a:xfrm>
              <a:off x="1771712" y="2981466"/>
              <a:ext cx="137065" cy="99743"/>
            </a:xfrm>
            <a:custGeom>
              <a:rect b="b" l="l" r="r" t="t"/>
              <a:pathLst>
                <a:path extrusionOk="0" h="3803" w="5226">
                  <a:moveTo>
                    <a:pt x="1901" y="1"/>
                  </a:moveTo>
                  <a:cubicBezTo>
                    <a:pt x="852" y="1"/>
                    <a:pt x="0" y="852"/>
                    <a:pt x="0" y="1901"/>
                  </a:cubicBezTo>
                  <a:lnTo>
                    <a:pt x="0" y="2469"/>
                  </a:lnTo>
                  <a:cubicBezTo>
                    <a:pt x="0" y="2724"/>
                    <a:pt x="39" y="2974"/>
                    <a:pt x="121" y="3220"/>
                  </a:cubicBezTo>
                  <a:lnTo>
                    <a:pt x="198" y="3456"/>
                  </a:lnTo>
                  <a:cubicBezTo>
                    <a:pt x="227" y="3528"/>
                    <a:pt x="236" y="3605"/>
                    <a:pt x="236" y="3682"/>
                  </a:cubicBezTo>
                  <a:lnTo>
                    <a:pt x="236" y="3802"/>
                  </a:lnTo>
                  <a:lnTo>
                    <a:pt x="4985" y="3802"/>
                  </a:lnTo>
                  <a:lnTo>
                    <a:pt x="4985" y="3682"/>
                  </a:lnTo>
                  <a:cubicBezTo>
                    <a:pt x="4985" y="3605"/>
                    <a:pt x="5000" y="3528"/>
                    <a:pt x="5024" y="3456"/>
                  </a:cubicBezTo>
                  <a:lnTo>
                    <a:pt x="5101" y="3220"/>
                  </a:lnTo>
                  <a:cubicBezTo>
                    <a:pt x="5183" y="2974"/>
                    <a:pt x="5226" y="2724"/>
                    <a:pt x="5226" y="2469"/>
                  </a:cubicBezTo>
                  <a:lnTo>
                    <a:pt x="5226" y="477"/>
                  </a:lnTo>
                  <a:cubicBezTo>
                    <a:pt x="5226" y="217"/>
                    <a:pt x="5009" y="1"/>
                    <a:pt x="475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1"/>
            <p:cNvSpPr/>
            <p:nvPr/>
          </p:nvSpPr>
          <p:spPr>
            <a:xfrm>
              <a:off x="1802870" y="2981466"/>
              <a:ext cx="105802" cy="99612"/>
            </a:xfrm>
            <a:custGeom>
              <a:rect b="b" l="l" r="r" t="t"/>
              <a:pathLst>
                <a:path extrusionOk="0" h="3798" w="4034">
                  <a:moveTo>
                    <a:pt x="963" y="1"/>
                  </a:moveTo>
                  <a:cubicBezTo>
                    <a:pt x="429" y="1"/>
                    <a:pt x="1" y="434"/>
                    <a:pt x="1" y="968"/>
                  </a:cubicBezTo>
                  <a:cubicBezTo>
                    <a:pt x="1" y="1497"/>
                    <a:pt x="429" y="1930"/>
                    <a:pt x="963" y="1930"/>
                  </a:cubicBezTo>
                  <a:lnTo>
                    <a:pt x="1098" y="1930"/>
                  </a:lnTo>
                  <a:lnTo>
                    <a:pt x="1160" y="3797"/>
                  </a:lnTo>
                  <a:lnTo>
                    <a:pt x="3797" y="3797"/>
                  </a:lnTo>
                  <a:lnTo>
                    <a:pt x="3797" y="3677"/>
                  </a:lnTo>
                  <a:cubicBezTo>
                    <a:pt x="3797" y="3600"/>
                    <a:pt x="3812" y="3528"/>
                    <a:pt x="3836" y="3456"/>
                  </a:cubicBezTo>
                  <a:lnTo>
                    <a:pt x="3913" y="3215"/>
                  </a:lnTo>
                  <a:cubicBezTo>
                    <a:pt x="3995" y="2974"/>
                    <a:pt x="4033" y="2719"/>
                    <a:pt x="4033" y="2464"/>
                  </a:cubicBezTo>
                  <a:lnTo>
                    <a:pt x="4033" y="477"/>
                  </a:lnTo>
                  <a:cubicBezTo>
                    <a:pt x="4033" y="217"/>
                    <a:pt x="3821" y="1"/>
                    <a:pt x="356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1"/>
            <p:cNvSpPr/>
            <p:nvPr/>
          </p:nvSpPr>
          <p:spPr>
            <a:xfrm>
              <a:off x="1802870" y="3131015"/>
              <a:ext cx="74748" cy="56074"/>
            </a:xfrm>
            <a:custGeom>
              <a:rect b="b" l="l" r="r" t="t"/>
              <a:pathLst>
                <a:path extrusionOk="0" h="2138" w="2850">
                  <a:moveTo>
                    <a:pt x="1" y="1"/>
                  </a:moveTo>
                  <a:lnTo>
                    <a:pt x="1" y="2137"/>
                  </a:lnTo>
                  <a:lnTo>
                    <a:pt x="2849" y="2137"/>
                  </a:lnTo>
                  <a:lnTo>
                    <a:pt x="284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1"/>
            <p:cNvSpPr/>
            <p:nvPr/>
          </p:nvSpPr>
          <p:spPr>
            <a:xfrm>
              <a:off x="1802870" y="3131015"/>
              <a:ext cx="74748" cy="37348"/>
            </a:xfrm>
            <a:custGeom>
              <a:rect b="b" l="l" r="r" t="t"/>
              <a:pathLst>
                <a:path extrusionOk="0" h="1424" w="2850">
                  <a:moveTo>
                    <a:pt x="1" y="1"/>
                  </a:moveTo>
                  <a:lnTo>
                    <a:pt x="1" y="1074"/>
                  </a:lnTo>
                  <a:cubicBezTo>
                    <a:pt x="446" y="1307"/>
                    <a:pt x="936" y="1424"/>
                    <a:pt x="1425" y="1424"/>
                  </a:cubicBezTo>
                  <a:cubicBezTo>
                    <a:pt x="1915" y="1424"/>
                    <a:pt x="2404" y="1307"/>
                    <a:pt x="2849" y="1074"/>
                  </a:cubicBezTo>
                  <a:lnTo>
                    <a:pt x="284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1"/>
            <p:cNvSpPr/>
            <p:nvPr/>
          </p:nvSpPr>
          <p:spPr>
            <a:xfrm>
              <a:off x="1790386" y="3164219"/>
              <a:ext cx="49885" cy="44456"/>
            </a:xfrm>
            <a:custGeom>
              <a:rect b="b" l="l" r="r" t="t"/>
              <a:pathLst>
                <a:path extrusionOk="0" h="1695" w="1902">
                  <a:moveTo>
                    <a:pt x="422" y="0"/>
                  </a:moveTo>
                  <a:cubicBezTo>
                    <a:pt x="333" y="0"/>
                    <a:pt x="245" y="50"/>
                    <a:pt x="203" y="135"/>
                  </a:cubicBezTo>
                  <a:lnTo>
                    <a:pt x="0" y="568"/>
                  </a:lnTo>
                  <a:lnTo>
                    <a:pt x="785" y="1602"/>
                  </a:lnTo>
                  <a:cubicBezTo>
                    <a:pt x="832" y="1663"/>
                    <a:pt x="904" y="1695"/>
                    <a:pt x="975" y="1695"/>
                  </a:cubicBezTo>
                  <a:cubicBezTo>
                    <a:pt x="1035" y="1695"/>
                    <a:pt x="1095" y="1672"/>
                    <a:pt x="1141" y="1627"/>
                  </a:cubicBezTo>
                  <a:lnTo>
                    <a:pt x="1901" y="871"/>
                  </a:lnTo>
                  <a:lnTo>
                    <a:pt x="544" y="34"/>
                  </a:lnTo>
                  <a:cubicBezTo>
                    <a:pt x="506" y="11"/>
                    <a:pt x="464" y="0"/>
                    <a:pt x="42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1"/>
            <p:cNvSpPr/>
            <p:nvPr/>
          </p:nvSpPr>
          <p:spPr>
            <a:xfrm>
              <a:off x="1840245" y="3164219"/>
              <a:ext cx="49727" cy="44456"/>
            </a:xfrm>
            <a:custGeom>
              <a:rect b="b" l="l" r="r" t="t"/>
              <a:pathLst>
                <a:path extrusionOk="0" h="1695" w="1896">
                  <a:moveTo>
                    <a:pt x="1474" y="0"/>
                  </a:moveTo>
                  <a:cubicBezTo>
                    <a:pt x="1433" y="0"/>
                    <a:pt x="1391" y="11"/>
                    <a:pt x="1352" y="34"/>
                  </a:cubicBezTo>
                  <a:lnTo>
                    <a:pt x="0" y="871"/>
                  </a:lnTo>
                  <a:lnTo>
                    <a:pt x="756" y="1627"/>
                  </a:lnTo>
                  <a:cubicBezTo>
                    <a:pt x="802" y="1672"/>
                    <a:pt x="861" y="1695"/>
                    <a:pt x="921" y="1695"/>
                  </a:cubicBezTo>
                  <a:cubicBezTo>
                    <a:pt x="993" y="1695"/>
                    <a:pt x="1064" y="1663"/>
                    <a:pt x="1112" y="1602"/>
                  </a:cubicBezTo>
                  <a:lnTo>
                    <a:pt x="1896" y="568"/>
                  </a:lnTo>
                  <a:lnTo>
                    <a:pt x="1694" y="135"/>
                  </a:lnTo>
                  <a:cubicBezTo>
                    <a:pt x="1651" y="50"/>
                    <a:pt x="1564" y="0"/>
                    <a:pt x="1474"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1"/>
            <p:cNvSpPr/>
            <p:nvPr/>
          </p:nvSpPr>
          <p:spPr>
            <a:xfrm>
              <a:off x="1777902" y="3032085"/>
              <a:ext cx="124581" cy="117525"/>
            </a:xfrm>
            <a:custGeom>
              <a:rect b="b" l="l" r="r" t="t"/>
              <a:pathLst>
                <a:path extrusionOk="0" h="4481" w="4750">
                  <a:moveTo>
                    <a:pt x="2024" y="0"/>
                  </a:moveTo>
                  <a:cubicBezTo>
                    <a:pt x="1280" y="0"/>
                    <a:pt x="717" y="212"/>
                    <a:pt x="717" y="212"/>
                  </a:cubicBezTo>
                  <a:lnTo>
                    <a:pt x="717" y="1020"/>
                  </a:lnTo>
                  <a:cubicBezTo>
                    <a:pt x="712" y="1256"/>
                    <a:pt x="592" y="1477"/>
                    <a:pt x="395" y="1607"/>
                  </a:cubicBezTo>
                  <a:lnTo>
                    <a:pt x="0" y="1872"/>
                  </a:lnTo>
                  <a:lnTo>
                    <a:pt x="0" y="2108"/>
                  </a:lnTo>
                  <a:cubicBezTo>
                    <a:pt x="0" y="3421"/>
                    <a:pt x="1064" y="4480"/>
                    <a:pt x="2377" y="4480"/>
                  </a:cubicBezTo>
                  <a:cubicBezTo>
                    <a:pt x="2380" y="4480"/>
                    <a:pt x="2383" y="4480"/>
                    <a:pt x="2386" y="4480"/>
                  </a:cubicBezTo>
                  <a:cubicBezTo>
                    <a:pt x="3691" y="4480"/>
                    <a:pt x="4749" y="3418"/>
                    <a:pt x="4749" y="2113"/>
                  </a:cubicBezTo>
                  <a:lnTo>
                    <a:pt x="4749" y="1877"/>
                  </a:lnTo>
                  <a:lnTo>
                    <a:pt x="4355" y="1612"/>
                  </a:lnTo>
                  <a:cubicBezTo>
                    <a:pt x="4157" y="1477"/>
                    <a:pt x="4037" y="1256"/>
                    <a:pt x="4037" y="1020"/>
                  </a:cubicBezTo>
                  <a:lnTo>
                    <a:pt x="4037" y="688"/>
                  </a:lnTo>
                  <a:cubicBezTo>
                    <a:pt x="3389" y="148"/>
                    <a:pt x="2644" y="0"/>
                    <a:pt x="2024"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1"/>
            <p:cNvSpPr/>
            <p:nvPr/>
          </p:nvSpPr>
          <p:spPr>
            <a:xfrm>
              <a:off x="1734364" y="3199915"/>
              <a:ext cx="37374" cy="61871"/>
            </a:xfrm>
            <a:custGeom>
              <a:rect b="b" l="l" r="r" t="t"/>
              <a:pathLst>
                <a:path extrusionOk="0" h="2359" w="1425">
                  <a:moveTo>
                    <a:pt x="255" y="1"/>
                  </a:moveTo>
                  <a:cubicBezTo>
                    <a:pt x="92" y="174"/>
                    <a:pt x="0" y="410"/>
                    <a:pt x="0" y="650"/>
                  </a:cubicBezTo>
                  <a:lnTo>
                    <a:pt x="0" y="2359"/>
                  </a:lnTo>
                  <a:lnTo>
                    <a:pt x="1424" y="2359"/>
                  </a:lnTo>
                  <a:lnTo>
                    <a:pt x="1424" y="1565"/>
                  </a:lnTo>
                  <a:cubicBezTo>
                    <a:pt x="1424" y="1310"/>
                    <a:pt x="1323" y="1069"/>
                    <a:pt x="1150" y="891"/>
                  </a:cubicBezTo>
                  <a:lnTo>
                    <a:pt x="25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1"/>
            <p:cNvSpPr/>
            <p:nvPr/>
          </p:nvSpPr>
          <p:spPr>
            <a:xfrm>
              <a:off x="1778007" y="3031954"/>
              <a:ext cx="105802" cy="117263"/>
            </a:xfrm>
            <a:custGeom>
              <a:rect b="b" l="l" r="r" t="t"/>
              <a:pathLst>
                <a:path extrusionOk="0" h="4471" w="4034">
                  <a:moveTo>
                    <a:pt x="2020" y="1"/>
                  </a:moveTo>
                  <a:cubicBezTo>
                    <a:pt x="1276" y="1"/>
                    <a:pt x="713" y="212"/>
                    <a:pt x="713" y="212"/>
                  </a:cubicBezTo>
                  <a:lnTo>
                    <a:pt x="713" y="1025"/>
                  </a:lnTo>
                  <a:cubicBezTo>
                    <a:pt x="713" y="1261"/>
                    <a:pt x="593" y="1482"/>
                    <a:pt x="396" y="1617"/>
                  </a:cubicBezTo>
                  <a:lnTo>
                    <a:pt x="1" y="1877"/>
                  </a:lnTo>
                  <a:lnTo>
                    <a:pt x="1" y="2118"/>
                  </a:lnTo>
                  <a:cubicBezTo>
                    <a:pt x="1" y="3316"/>
                    <a:pt x="896" y="4326"/>
                    <a:pt x="2084" y="4471"/>
                  </a:cubicBezTo>
                  <a:cubicBezTo>
                    <a:pt x="1661" y="4033"/>
                    <a:pt x="1425" y="3441"/>
                    <a:pt x="1425" y="2830"/>
                  </a:cubicBezTo>
                  <a:lnTo>
                    <a:pt x="1425" y="1256"/>
                  </a:lnTo>
                  <a:cubicBezTo>
                    <a:pt x="1425" y="1016"/>
                    <a:pt x="1603" y="814"/>
                    <a:pt x="1839" y="785"/>
                  </a:cubicBezTo>
                  <a:cubicBezTo>
                    <a:pt x="2029" y="760"/>
                    <a:pt x="2270" y="739"/>
                    <a:pt x="2538" y="739"/>
                  </a:cubicBezTo>
                  <a:cubicBezTo>
                    <a:pt x="3002" y="739"/>
                    <a:pt x="3545" y="802"/>
                    <a:pt x="4033" y="1016"/>
                  </a:cubicBezTo>
                  <a:lnTo>
                    <a:pt x="4033" y="689"/>
                  </a:lnTo>
                  <a:cubicBezTo>
                    <a:pt x="3385" y="148"/>
                    <a:pt x="2640" y="1"/>
                    <a:pt x="202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1"/>
            <p:cNvSpPr/>
            <p:nvPr/>
          </p:nvSpPr>
          <p:spPr>
            <a:xfrm>
              <a:off x="1790753" y="3028544"/>
              <a:ext cx="101474" cy="33545"/>
            </a:xfrm>
            <a:custGeom>
              <a:rect b="b" l="l" r="r" t="t"/>
              <a:pathLst>
                <a:path extrusionOk="0" h="1279" w="3869">
                  <a:moveTo>
                    <a:pt x="1544" y="1"/>
                  </a:moveTo>
                  <a:cubicBezTo>
                    <a:pt x="1083" y="1"/>
                    <a:pt x="666" y="50"/>
                    <a:pt x="395" y="92"/>
                  </a:cubicBezTo>
                  <a:cubicBezTo>
                    <a:pt x="169" y="121"/>
                    <a:pt x="1" y="318"/>
                    <a:pt x="6" y="544"/>
                  </a:cubicBezTo>
                  <a:lnTo>
                    <a:pt x="6" y="1054"/>
                  </a:lnTo>
                  <a:cubicBezTo>
                    <a:pt x="6" y="1203"/>
                    <a:pt x="116" y="1278"/>
                    <a:pt x="227" y="1278"/>
                  </a:cubicBezTo>
                  <a:cubicBezTo>
                    <a:pt x="338" y="1278"/>
                    <a:pt x="448" y="1203"/>
                    <a:pt x="448" y="1054"/>
                  </a:cubicBezTo>
                  <a:lnTo>
                    <a:pt x="448" y="544"/>
                  </a:lnTo>
                  <a:cubicBezTo>
                    <a:pt x="448" y="539"/>
                    <a:pt x="453" y="530"/>
                    <a:pt x="458" y="530"/>
                  </a:cubicBezTo>
                  <a:cubicBezTo>
                    <a:pt x="815" y="476"/>
                    <a:pt x="1178" y="449"/>
                    <a:pt x="1540" y="449"/>
                  </a:cubicBezTo>
                  <a:cubicBezTo>
                    <a:pt x="1661" y="449"/>
                    <a:pt x="1781" y="452"/>
                    <a:pt x="1902" y="458"/>
                  </a:cubicBezTo>
                  <a:cubicBezTo>
                    <a:pt x="2594" y="506"/>
                    <a:pt x="3100" y="679"/>
                    <a:pt x="3393" y="977"/>
                  </a:cubicBezTo>
                  <a:cubicBezTo>
                    <a:pt x="3442" y="1025"/>
                    <a:pt x="3496" y="1045"/>
                    <a:pt x="3548" y="1045"/>
                  </a:cubicBezTo>
                  <a:cubicBezTo>
                    <a:pt x="3721" y="1045"/>
                    <a:pt x="3869" y="823"/>
                    <a:pt x="3706" y="660"/>
                  </a:cubicBezTo>
                  <a:cubicBezTo>
                    <a:pt x="3182" y="135"/>
                    <a:pt x="2304" y="1"/>
                    <a:pt x="1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1"/>
            <p:cNvSpPr/>
            <p:nvPr/>
          </p:nvSpPr>
          <p:spPr>
            <a:xfrm>
              <a:off x="1728542" y="2975670"/>
              <a:ext cx="223773" cy="292017"/>
            </a:xfrm>
            <a:custGeom>
              <a:rect b="b" l="l" r="r" t="t"/>
              <a:pathLst>
                <a:path extrusionOk="0" h="11134" w="8532">
                  <a:moveTo>
                    <a:pt x="6651" y="448"/>
                  </a:moveTo>
                  <a:lnTo>
                    <a:pt x="6651" y="2599"/>
                  </a:lnTo>
                  <a:cubicBezTo>
                    <a:pt x="6651" y="2921"/>
                    <a:pt x="6578" y="3239"/>
                    <a:pt x="6434" y="3532"/>
                  </a:cubicBezTo>
                  <a:cubicBezTo>
                    <a:pt x="6420" y="3561"/>
                    <a:pt x="6415" y="3595"/>
                    <a:pt x="6415" y="3628"/>
                  </a:cubicBezTo>
                  <a:lnTo>
                    <a:pt x="6415" y="4259"/>
                  </a:lnTo>
                  <a:cubicBezTo>
                    <a:pt x="6415" y="5457"/>
                    <a:pt x="5441" y="6414"/>
                    <a:pt x="4259" y="6414"/>
                  </a:cubicBezTo>
                  <a:cubicBezTo>
                    <a:pt x="4211" y="6414"/>
                    <a:pt x="4163" y="6413"/>
                    <a:pt x="4115" y="6410"/>
                  </a:cubicBezTo>
                  <a:cubicBezTo>
                    <a:pt x="2989" y="6337"/>
                    <a:pt x="2108" y="5356"/>
                    <a:pt x="2108" y="4177"/>
                  </a:cubicBezTo>
                  <a:lnTo>
                    <a:pt x="2108" y="3628"/>
                  </a:lnTo>
                  <a:cubicBezTo>
                    <a:pt x="2108" y="3595"/>
                    <a:pt x="2099" y="3561"/>
                    <a:pt x="2084" y="3532"/>
                  </a:cubicBezTo>
                  <a:cubicBezTo>
                    <a:pt x="1945" y="3244"/>
                    <a:pt x="1868" y="2921"/>
                    <a:pt x="1868" y="2599"/>
                  </a:cubicBezTo>
                  <a:lnTo>
                    <a:pt x="1868" y="2122"/>
                  </a:lnTo>
                  <a:cubicBezTo>
                    <a:pt x="1873" y="1199"/>
                    <a:pt x="2623" y="448"/>
                    <a:pt x="3547" y="448"/>
                  </a:cubicBezTo>
                  <a:close/>
                  <a:moveTo>
                    <a:pt x="3061" y="6554"/>
                  </a:moveTo>
                  <a:cubicBezTo>
                    <a:pt x="3379" y="6727"/>
                    <a:pt x="3730" y="6828"/>
                    <a:pt x="4086" y="6852"/>
                  </a:cubicBezTo>
                  <a:cubicBezTo>
                    <a:pt x="4148" y="6857"/>
                    <a:pt x="4206" y="6857"/>
                    <a:pt x="4264" y="6857"/>
                  </a:cubicBezTo>
                  <a:cubicBezTo>
                    <a:pt x="4273" y="6857"/>
                    <a:pt x="4283" y="6857"/>
                    <a:pt x="4293" y="6857"/>
                  </a:cubicBezTo>
                  <a:cubicBezTo>
                    <a:pt x="4701" y="6857"/>
                    <a:pt x="5105" y="6756"/>
                    <a:pt x="5467" y="6564"/>
                  </a:cubicBezTo>
                  <a:lnTo>
                    <a:pt x="5467" y="6973"/>
                  </a:lnTo>
                  <a:lnTo>
                    <a:pt x="4264" y="7791"/>
                  </a:lnTo>
                  <a:lnTo>
                    <a:pt x="3061" y="6973"/>
                  </a:lnTo>
                  <a:lnTo>
                    <a:pt x="3061" y="6554"/>
                  </a:lnTo>
                  <a:close/>
                  <a:moveTo>
                    <a:pt x="2864" y="7377"/>
                  </a:moveTo>
                  <a:lnTo>
                    <a:pt x="3913" y="8094"/>
                  </a:lnTo>
                  <a:lnTo>
                    <a:pt x="3359" y="8652"/>
                  </a:lnTo>
                  <a:cubicBezTo>
                    <a:pt x="3356" y="8652"/>
                    <a:pt x="3353" y="8654"/>
                    <a:pt x="3350" y="8654"/>
                  </a:cubicBezTo>
                  <a:cubicBezTo>
                    <a:pt x="3348" y="8654"/>
                    <a:pt x="3347" y="8654"/>
                    <a:pt x="3345" y="8652"/>
                  </a:cubicBezTo>
                  <a:cubicBezTo>
                    <a:pt x="3340" y="8652"/>
                    <a:pt x="3335" y="8652"/>
                    <a:pt x="3335" y="8647"/>
                  </a:cubicBezTo>
                  <a:lnTo>
                    <a:pt x="2642" y="7613"/>
                  </a:lnTo>
                  <a:lnTo>
                    <a:pt x="2864" y="7377"/>
                  </a:lnTo>
                  <a:close/>
                  <a:moveTo>
                    <a:pt x="5655" y="7382"/>
                  </a:moveTo>
                  <a:lnTo>
                    <a:pt x="5876" y="7613"/>
                  </a:lnTo>
                  <a:lnTo>
                    <a:pt x="5188" y="8652"/>
                  </a:lnTo>
                  <a:cubicBezTo>
                    <a:pt x="5183" y="8652"/>
                    <a:pt x="5178" y="8657"/>
                    <a:pt x="5173" y="8657"/>
                  </a:cubicBezTo>
                  <a:cubicBezTo>
                    <a:pt x="5169" y="8657"/>
                    <a:pt x="5164" y="8657"/>
                    <a:pt x="5164" y="8652"/>
                  </a:cubicBezTo>
                  <a:lnTo>
                    <a:pt x="4606" y="8099"/>
                  </a:lnTo>
                  <a:lnTo>
                    <a:pt x="5655" y="7382"/>
                  </a:lnTo>
                  <a:close/>
                  <a:moveTo>
                    <a:pt x="3547" y="0"/>
                  </a:moveTo>
                  <a:cubicBezTo>
                    <a:pt x="2378" y="0"/>
                    <a:pt x="1425" y="948"/>
                    <a:pt x="1425" y="2122"/>
                  </a:cubicBezTo>
                  <a:lnTo>
                    <a:pt x="1425" y="2599"/>
                  </a:lnTo>
                  <a:cubicBezTo>
                    <a:pt x="1425" y="2969"/>
                    <a:pt x="1507" y="3340"/>
                    <a:pt x="1666" y="3681"/>
                  </a:cubicBezTo>
                  <a:lnTo>
                    <a:pt x="1666" y="4182"/>
                  </a:lnTo>
                  <a:cubicBezTo>
                    <a:pt x="1661" y="4976"/>
                    <a:pt x="2007" y="5736"/>
                    <a:pt x="2614" y="6251"/>
                  </a:cubicBezTo>
                  <a:lnTo>
                    <a:pt x="2614" y="7002"/>
                  </a:lnTo>
                  <a:lnTo>
                    <a:pt x="2200" y="7435"/>
                  </a:lnTo>
                  <a:cubicBezTo>
                    <a:pt x="2156" y="7478"/>
                    <a:pt x="2132" y="7540"/>
                    <a:pt x="2142" y="7603"/>
                  </a:cubicBezTo>
                  <a:lnTo>
                    <a:pt x="771" y="8103"/>
                  </a:lnTo>
                  <a:cubicBezTo>
                    <a:pt x="309" y="8272"/>
                    <a:pt x="1" y="8710"/>
                    <a:pt x="1" y="9200"/>
                  </a:cubicBezTo>
                  <a:lnTo>
                    <a:pt x="1" y="10913"/>
                  </a:lnTo>
                  <a:cubicBezTo>
                    <a:pt x="1" y="11060"/>
                    <a:pt x="111" y="11134"/>
                    <a:pt x="222" y="11134"/>
                  </a:cubicBezTo>
                  <a:cubicBezTo>
                    <a:pt x="333" y="11134"/>
                    <a:pt x="443" y="11060"/>
                    <a:pt x="443" y="10913"/>
                  </a:cubicBezTo>
                  <a:lnTo>
                    <a:pt x="443" y="9200"/>
                  </a:lnTo>
                  <a:cubicBezTo>
                    <a:pt x="443" y="8897"/>
                    <a:pt x="636" y="8623"/>
                    <a:pt x="925" y="8517"/>
                  </a:cubicBezTo>
                  <a:lnTo>
                    <a:pt x="2368" y="7993"/>
                  </a:lnTo>
                  <a:lnTo>
                    <a:pt x="2970" y="8897"/>
                  </a:lnTo>
                  <a:cubicBezTo>
                    <a:pt x="3047" y="9013"/>
                    <a:pt x="3172" y="9085"/>
                    <a:pt x="3306" y="9099"/>
                  </a:cubicBezTo>
                  <a:lnTo>
                    <a:pt x="3355" y="9099"/>
                  </a:lnTo>
                  <a:cubicBezTo>
                    <a:pt x="3475" y="9099"/>
                    <a:pt x="3595" y="9051"/>
                    <a:pt x="3677" y="8965"/>
                  </a:cubicBezTo>
                  <a:lnTo>
                    <a:pt x="4043" y="8599"/>
                  </a:lnTo>
                  <a:lnTo>
                    <a:pt x="4043" y="10913"/>
                  </a:lnTo>
                  <a:cubicBezTo>
                    <a:pt x="4043" y="11060"/>
                    <a:pt x="4154" y="11134"/>
                    <a:pt x="4266" y="11134"/>
                  </a:cubicBezTo>
                  <a:cubicBezTo>
                    <a:pt x="4378" y="11134"/>
                    <a:pt x="4490" y="11060"/>
                    <a:pt x="4490" y="10913"/>
                  </a:cubicBezTo>
                  <a:lnTo>
                    <a:pt x="4490" y="8599"/>
                  </a:lnTo>
                  <a:lnTo>
                    <a:pt x="4856" y="8965"/>
                  </a:lnTo>
                  <a:cubicBezTo>
                    <a:pt x="4945" y="9056"/>
                    <a:pt x="5062" y="9101"/>
                    <a:pt x="5178" y="9101"/>
                  </a:cubicBezTo>
                  <a:cubicBezTo>
                    <a:pt x="5325" y="9101"/>
                    <a:pt x="5472" y="9030"/>
                    <a:pt x="5563" y="8893"/>
                  </a:cubicBezTo>
                  <a:lnTo>
                    <a:pt x="6165" y="7993"/>
                  </a:lnTo>
                  <a:lnTo>
                    <a:pt x="7608" y="8517"/>
                  </a:lnTo>
                  <a:cubicBezTo>
                    <a:pt x="7897" y="8618"/>
                    <a:pt x="8089" y="8893"/>
                    <a:pt x="8089" y="9200"/>
                  </a:cubicBezTo>
                  <a:lnTo>
                    <a:pt x="8089" y="10909"/>
                  </a:lnTo>
                  <a:cubicBezTo>
                    <a:pt x="8089" y="11058"/>
                    <a:pt x="8200" y="11132"/>
                    <a:pt x="8311" y="11132"/>
                  </a:cubicBezTo>
                  <a:cubicBezTo>
                    <a:pt x="8421" y="11132"/>
                    <a:pt x="8532" y="11058"/>
                    <a:pt x="8532" y="10909"/>
                  </a:cubicBezTo>
                  <a:lnTo>
                    <a:pt x="8532" y="9200"/>
                  </a:lnTo>
                  <a:cubicBezTo>
                    <a:pt x="8527" y="8705"/>
                    <a:pt x="8214" y="8267"/>
                    <a:pt x="7748" y="8103"/>
                  </a:cubicBezTo>
                  <a:lnTo>
                    <a:pt x="6381" y="7603"/>
                  </a:lnTo>
                  <a:cubicBezTo>
                    <a:pt x="6386" y="7540"/>
                    <a:pt x="6367" y="7478"/>
                    <a:pt x="6323" y="7435"/>
                  </a:cubicBezTo>
                  <a:lnTo>
                    <a:pt x="5910" y="7002"/>
                  </a:lnTo>
                  <a:lnTo>
                    <a:pt x="5910" y="6270"/>
                  </a:lnTo>
                  <a:cubicBezTo>
                    <a:pt x="5953" y="6232"/>
                    <a:pt x="5996" y="6198"/>
                    <a:pt x="6035" y="6159"/>
                  </a:cubicBezTo>
                  <a:cubicBezTo>
                    <a:pt x="6559" y="5664"/>
                    <a:pt x="6857" y="4981"/>
                    <a:pt x="6857" y="4264"/>
                  </a:cubicBezTo>
                  <a:lnTo>
                    <a:pt x="6857" y="3681"/>
                  </a:lnTo>
                  <a:cubicBezTo>
                    <a:pt x="7016" y="3340"/>
                    <a:pt x="7098" y="2969"/>
                    <a:pt x="7098" y="2599"/>
                  </a:cubicBezTo>
                  <a:lnTo>
                    <a:pt x="7098" y="222"/>
                  </a:lnTo>
                  <a:cubicBezTo>
                    <a:pt x="7098" y="101"/>
                    <a:pt x="6997" y="0"/>
                    <a:pt x="6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1"/>
            <p:cNvSpPr/>
            <p:nvPr/>
          </p:nvSpPr>
          <p:spPr>
            <a:xfrm>
              <a:off x="1765916" y="3231099"/>
              <a:ext cx="11750" cy="36561"/>
            </a:xfrm>
            <a:custGeom>
              <a:rect b="b" l="l" r="r" t="t"/>
              <a:pathLst>
                <a:path extrusionOk="0" h="1394" w="448">
                  <a:moveTo>
                    <a:pt x="221" y="0"/>
                  </a:moveTo>
                  <a:cubicBezTo>
                    <a:pt x="101" y="0"/>
                    <a:pt x="0" y="97"/>
                    <a:pt x="0" y="222"/>
                  </a:cubicBezTo>
                  <a:lnTo>
                    <a:pt x="0" y="1170"/>
                  </a:lnTo>
                  <a:cubicBezTo>
                    <a:pt x="0" y="1319"/>
                    <a:pt x="111" y="1393"/>
                    <a:pt x="221" y="1393"/>
                  </a:cubicBezTo>
                  <a:cubicBezTo>
                    <a:pt x="332" y="1393"/>
                    <a:pt x="443" y="1319"/>
                    <a:pt x="443" y="1170"/>
                  </a:cubicBezTo>
                  <a:lnTo>
                    <a:pt x="443" y="222"/>
                  </a:lnTo>
                  <a:cubicBezTo>
                    <a:pt x="448" y="97"/>
                    <a:pt x="34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1"/>
            <p:cNvSpPr/>
            <p:nvPr/>
          </p:nvSpPr>
          <p:spPr>
            <a:xfrm>
              <a:off x="1902955" y="3231099"/>
              <a:ext cx="11645" cy="36561"/>
            </a:xfrm>
            <a:custGeom>
              <a:rect b="b" l="l" r="r" t="t"/>
              <a:pathLst>
                <a:path extrusionOk="0" h="1394" w="444">
                  <a:moveTo>
                    <a:pt x="222" y="0"/>
                  </a:moveTo>
                  <a:cubicBezTo>
                    <a:pt x="102" y="0"/>
                    <a:pt x="1" y="97"/>
                    <a:pt x="1" y="222"/>
                  </a:cubicBezTo>
                  <a:lnTo>
                    <a:pt x="1" y="1170"/>
                  </a:lnTo>
                  <a:cubicBezTo>
                    <a:pt x="1" y="1319"/>
                    <a:pt x="111" y="1393"/>
                    <a:pt x="222" y="1393"/>
                  </a:cubicBezTo>
                  <a:cubicBezTo>
                    <a:pt x="333" y="1393"/>
                    <a:pt x="443" y="1319"/>
                    <a:pt x="443" y="1170"/>
                  </a:cubicBezTo>
                  <a:lnTo>
                    <a:pt x="443" y="222"/>
                  </a:lnTo>
                  <a:cubicBezTo>
                    <a:pt x="443" y="97"/>
                    <a:pt x="347"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1"/>
            <p:cNvSpPr/>
            <p:nvPr/>
          </p:nvSpPr>
          <p:spPr>
            <a:xfrm>
              <a:off x="1940198" y="2932001"/>
              <a:ext cx="186163" cy="194293"/>
            </a:xfrm>
            <a:custGeom>
              <a:rect b="b" l="l" r="r" t="t"/>
              <a:pathLst>
                <a:path extrusionOk="0" h="7408" w="7098">
                  <a:moveTo>
                    <a:pt x="934" y="1"/>
                  </a:moveTo>
                  <a:cubicBezTo>
                    <a:pt x="419" y="5"/>
                    <a:pt x="0" y="419"/>
                    <a:pt x="0" y="939"/>
                  </a:cubicBezTo>
                  <a:lnTo>
                    <a:pt x="0" y="4735"/>
                  </a:lnTo>
                  <a:cubicBezTo>
                    <a:pt x="0" y="5255"/>
                    <a:pt x="419" y="5669"/>
                    <a:pt x="934" y="5674"/>
                  </a:cubicBezTo>
                  <a:lnTo>
                    <a:pt x="1362" y="5674"/>
                  </a:lnTo>
                  <a:lnTo>
                    <a:pt x="1035" y="6978"/>
                  </a:lnTo>
                  <a:cubicBezTo>
                    <a:pt x="973" y="7213"/>
                    <a:pt x="1159" y="7407"/>
                    <a:pt x="1366" y="7407"/>
                  </a:cubicBezTo>
                  <a:cubicBezTo>
                    <a:pt x="1434" y="7407"/>
                    <a:pt x="1504" y="7386"/>
                    <a:pt x="1569" y="7338"/>
                  </a:cubicBezTo>
                  <a:lnTo>
                    <a:pt x="3859" y="5674"/>
                  </a:lnTo>
                  <a:lnTo>
                    <a:pt x="6159" y="5674"/>
                  </a:lnTo>
                  <a:cubicBezTo>
                    <a:pt x="6674" y="5674"/>
                    <a:pt x="7093" y="5255"/>
                    <a:pt x="7097" y="4740"/>
                  </a:cubicBezTo>
                  <a:lnTo>
                    <a:pt x="7097" y="939"/>
                  </a:lnTo>
                  <a:cubicBezTo>
                    <a:pt x="7093" y="419"/>
                    <a:pt x="6674" y="1"/>
                    <a:pt x="6159" y="1"/>
                  </a:cubicBezTo>
                  <a:lnTo>
                    <a:pt x="4971" y="1"/>
                  </a:lnTo>
                  <a:cubicBezTo>
                    <a:pt x="4677" y="1"/>
                    <a:pt x="4677" y="448"/>
                    <a:pt x="4971" y="448"/>
                  </a:cubicBezTo>
                  <a:lnTo>
                    <a:pt x="6159" y="448"/>
                  </a:lnTo>
                  <a:cubicBezTo>
                    <a:pt x="6429" y="448"/>
                    <a:pt x="6650" y="665"/>
                    <a:pt x="6650" y="939"/>
                  </a:cubicBezTo>
                  <a:lnTo>
                    <a:pt x="6650" y="4735"/>
                  </a:lnTo>
                  <a:cubicBezTo>
                    <a:pt x="6650" y="5010"/>
                    <a:pt x="6429" y="5226"/>
                    <a:pt x="6159" y="5226"/>
                  </a:cubicBezTo>
                  <a:lnTo>
                    <a:pt x="3787" y="5226"/>
                  </a:lnTo>
                  <a:cubicBezTo>
                    <a:pt x="3739" y="5226"/>
                    <a:pt x="3691" y="5241"/>
                    <a:pt x="3652" y="5269"/>
                  </a:cubicBezTo>
                  <a:lnTo>
                    <a:pt x="1535" y="6809"/>
                  </a:lnTo>
                  <a:lnTo>
                    <a:pt x="1862" y="5505"/>
                  </a:lnTo>
                  <a:cubicBezTo>
                    <a:pt x="1896" y="5361"/>
                    <a:pt x="1790" y="5226"/>
                    <a:pt x="1646" y="5226"/>
                  </a:cubicBezTo>
                  <a:lnTo>
                    <a:pt x="934" y="5226"/>
                  </a:lnTo>
                  <a:cubicBezTo>
                    <a:pt x="664" y="5226"/>
                    <a:pt x="443" y="5010"/>
                    <a:pt x="443" y="4735"/>
                  </a:cubicBezTo>
                  <a:lnTo>
                    <a:pt x="443" y="939"/>
                  </a:lnTo>
                  <a:cubicBezTo>
                    <a:pt x="443" y="665"/>
                    <a:pt x="664" y="448"/>
                    <a:pt x="934" y="448"/>
                  </a:cubicBezTo>
                  <a:lnTo>
                    <a:pt x="2122" y="448"/>
                  </a:lnTo>
                  <a:cubicBezTo>
                    <a:pt x="2420" y="448"/>
                    <a:pt x="2420" y="1"/>
                    <a:pt x="2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1"/>
            <p:cNvSpPr/>
            <p:nvPr/>
          </p:nvSpPr>
          <p:spPr>
            <a:xfrm>
              <a:off x="2014762" y="2894653"/>
              <a:ext cx="37007" cy="111336"/>
            </a:xfrm>
            <a:custGeom>
              <a:rect b="b" l="l" r="r" t="t"/>
              <a:pathLst>
                <a:path extrusionOk="0" h="4245" w="1411">
                  <a:moveTo>
                    <a:pt x="944" y="448"/>
                  </a:moveTo>
                  <a:lnTo>
                    <a:pt x="732" y="3802"/>
                  </a:lnTo>
                  <a:lnTo>
                    <a:pt x="674" y="3802"/>
                  </a:lnTo>
                  <a:lnTo>
                    <a:pt x="463" y="448"/>
                  </a:lnTo>
                  <a:close/>
                  <a:moveTo>
                    <a:pt x="232" y="0"/>
                  </a:moveTo>
                  <a:cubicBezTo>
                    <a:pt x="102" y="0"/>
                    <a:pt x="1" y="111"/>
                    <a:pt x="10" y="236"/>
                  </a:cubicBezTo>
                  <a:lnTo>
                    <a:pt x="246" y="4037"/>
                  </a:lnTo>
                  <a:cubicBezTo>
                    <a:pt x="251" y="4153"/>
                    <a:pt x="347" y="4244"/>
                    <a:pt x="468" y="4244"/>
                  </a:cubicBezTo>
                  <a:lnTo>
                    <a:pt x="944" y="4244"/>
                  </a:lnTo>
                  <a:cubicBezTo>
                    <a:pt x="1059" y="4244"/>
                    <a:pt x="1156" y="4153"/>
                    <a:pt x="1165" y="4037"/>
                  </a:cubicBezTo>
                  <a:lnTo>
                    <a:pt x="1406" y="236"/>
                  </a:lnTo>
                  <a:cubicBezTo>
                    <a:pt x="1411" y="111"/>
                    <a:pt x="1310"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1"/>
            <p:cNvSpPr/>
            <p:nvPr/>
          </p:nvSpPr>
          <p:spPr>
            <a:xfrm>
              <a:off x="2014894" y="3013018"/>
              <a:ext cx="42803" cy="36640"/>
            </a:xfrm>
            <a:custGeom>
              <a:rect b="b" l="l" r="r" t="t"/>
              <a:pathLst>
                <a:path extrusionOk="0" h="1397" w="1632">
                  <a:moveTo>
                    <a:pt x="698" y="443"/>
                  </a:moveTo>
                  <a:cubicBezTo>
                    <a:pt x="924" y="443"/>
                    <a:pt x="1035" y="718"/>
                    <a:pt x="876" y="876"/>
                  </a:cubicBezTo>
                  <a:cubicBezTo>
                    <a:pt x="825" y="928"/>
                    <a:pt x="761" y="951"/>
                    <a:pt x="700" y="951"/>
                  </a:cubicBezTo>
                  <a:cubicBezTo>
                    <a:pt x="571" y="951"/>
                    <a:pt x="448" y="851"/>
                    <a:pt x="448" y="698"/>
                  </a:cubicBezTo>
                  <a:cubicBezTo>
                    <a:pt x="448" y="559"/>
                    <a:pt x="559" y="443"/>
                    <a:pt x="698" y="443"/>
                  </a:cubicBezTo>
                  <a:close/>
                  <a:moveTo>
                    <a:pt x="702" y="0"/>
                  </a:moveTo>
                  <a:cubicBezTo>
                    <a:pt x="343" y="0"/>
                    <a:pt x="1" y="279"/>
                    <a:pt x="1" y="698"/>
                  </a:cubicBezTo>
                  <a:cubicBezTo>
                    <a:pt x="1" y="1083"/>
                    <a:pt x="313" y="1396"/>
                    <a:pt x="698" y="1396"/>
                  </a:cubicBezTo>
                  <a:cubicBezTo>
                    <a:pt x="1319" y="1396"/>
                    <a:pt x="1632" y="645"/>
                    <a:pt x="1194" y="208"/>
                  </a:cubicBezTo>
                  <a:cubicBezTo>
                    <a:pt x="1050" y="64"/>
                    <a:pt x="875" y="0"/>
                    <a:pt x="7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81"/>
          <p:cNvGrpSpPr/>
          <p:nvPr/>
        </p:nvGrpSpPr>
        <p:grpSpPr>
          <a:xfrm>
            <a:off x="2178842" y="2900869"/>
            <a:ext cx="375709" cy="360890"/>
            <a:chOff x="2178842" y="2900869"/>
            <a:chExt cx="375709" cy="360890"/>
          </a:xfrm>
        </p:grpSpPr>
        <p:sp>
          <p:nvSpPr>
            <p:cNvPr id="10286" name="Google Shape;10286;p81"/>
            <p:cNvSpPr/>
            <p:nvPr/>
          </p:nvSpPr>
          <p:spPr>
            <a:xfrm>
              <a:off x="2198906" y="2973913"/>
              <a:ext cx="282208" cy="282208"/>
            </a:xfrm>
            <a:custGeom>
              <a:rect b="b" l="l" r="r" t="t"/>
              <a:pathLst>
                <a:path extrusionOk="0" h="10760" w="10760">
                  <a:moveTo>
                    <a:pt x="5380" y="0"/>
                  </a:moveTo>
                  <a:cubicBezTo>
                    <a:pt x="2406" y="0"/>
                    <a:pt x="0" y="2411"/>
                    <a:pt x="0" y="5380"/>
                  </a:cubicBezTo>
                  <a:cubicBezTo>
                    <a:pt x="0" y="8353"/>
                    <a:pt x="2406" y="10759"/>
                    <a:pt x="5380" y="10759"/>
                  </a:cubicBezTo>
                  <a:cubicBezTo>
                    <a:pt x="8353" y="10759"/>
                    <a:pt x="10759" y="8353"/>
                    <a:pt x="10759" y="5380"/>
                  </a:cubicBezTo>
                  <a:cubicBezTo>
                    <a:pt x="10759" y="2411"/>
                    <a:pt x="8353" y="0"/>
                    <a:pt x="538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1"/>
            <p:cNvSpPr/>
            <p:nvPr/>
          </p:nvSpPr>
          <p:spPr>
            <a:xfrm>
              <a:off x="2339983" y="3109325"/>
              <a:ext cx="141130" cy="11383"/>
            </a:xfrm>
            <a:custGeom>
              <a:rect b="b" l="l" r="r" t="t"/>
              <a:pathLst>
                <a:path extrusionOk="0" h="434" w="5381">
                  <a:moveTo>
                    <a:pt x="1" y="0"/>
                  </a:moveTo>
                  <a:lnTo>
                    <a:pt x="1" y="433"/>
                  </a:lnTo>
                  <a:lnTo>
                    <a:pt x="5375" y="433"/>
                  </a:lnTo>
                  <a:cubicBezTo>
                    <a:pt x="5375" y="361"/>
                    <a:pt x="5380" y="289"/>
                    <a:pt x="5380" y="217"/>
                  </a:cubicBezTo>
                  <a:cubicBezTo>
                    <a:pt x="5380" y="144"/>
                    <a:pt x="5380" y="72"/>
                    <a:pt x="537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1"/>
            <p:cNvSpPr/>
            <p:nvPr/>
          </p:nvSpPr>
          <p:spPr>
            <a:xfrm>
              <a:off x="2458479" y="2906141"/>
              <a:ext cx="90406" cy="90380"/>
            </a:xfrm>
            <a:custGeom>
              <a:rect b="b" l="l" r="r" t="t"/>
              <a:pathLst>
                <a:path extrusionOk="0" h="3446" w="3447">
                  <a:moveTo>
                    <a:pt x="2157" y="0"/>
                  </a:moveTo>
                  <a:lnTo>
                    <a:pt x="1" y="2156"/>
                  </a:lnTo>
                  <a:lnTo>
                    <a:pt x="1" y="3445"/>
                  </a:lnTo>
                  <a:lnTo>
                    <a:pt x="1295" y="3445"/>
                  </a:lnTo>
                  <a:lnTo>
                    <a:pt x="3446" y="1295"/>
                  </a:lnTo>
                  <a:lnTo>
                    <a:pt x="2157" y="1295"/>
                  </a:lnTo>
                  <a:lnTo>
                    <a:pt x="215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1"/>
            <p:cNvSpPr/>
            <p:nvPr/>
          </p:nvSpPr>
          <p:spPr>
            <a:xfrm>
              <a:off x="2458479" y="2906141"/>
              <a:ext cx="56573" cy="90380"/>
            </a:xfrm>
            <a:custGeom>
              <a:rect b="b" l="l" r="r" t="t"/>
              <a:pathLst>
                <a:path extrusionOk="0" h="3446" w="2157">
                  <a:moveTo>
                    <a:pt x="2157" y="0"/>
                  </a:moveTo>
                  <a:lnTo>
                    <a:pt x="1" y="2156"/>
                  </a:lnTo>
                  <a:lnTo>
                    <a:pt x="1" y="3445"/>
                  </a:lnTo>
                  <a:lnTo>
                    <a:pt x="2157" y="1295"/>
                  </a:lnTo>
                  <a:lnTo>
                    <a:pt x="2157"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1"/>
            <p:cNvSpPr/>
            <p:nvPr/>
          </p:nvSpPr>
          <p:spPr>
            <a:xfrm>
              <a:off x="2232713" y="3007720"/>
              <a:ext cx="214567" cy="214567"/>
            </a:xfrm>
            <a:custGeom>
              <a:rect b="b" l="l" r="r" t="t"/>
              <a:pathLst>
                <a:path extrusionOk="0" h="8181" w="8181">
                  <a:moveTo>
                    <a:pt x="4091" y="1"/>
                  </a:moveTo>
                  <a:cubicBezTo>
                    <a:pt x="1834" y="1"/>
                    <a:pt x="1" y="1834"/>
                    <a:pt x="1" y="4091"/>
                  </a:cubicBezTo>
                  <a:cubicBezTo>
                    <a:pt x="1" y="6347"/>
                    <a:pt x="1834" y="8181"/>
                    <a:pt x="4091" y="8181"/>
                  </a:cubicBezTo>
                  <a:cubicBezTo>
                    <a:pt x="6347" y="8181"/>
                    <a:pt x="8181" y="6347"/>
                    <a:pt x="8181" y="4091"/>
                  </a:cubicBezTo>
                  <a:cubicBezTo>
                    <a:pt x="8181" y="1834"/>
                    <a:pt x="6347" y="1"/>
                    <a:pt x="40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1"/>
            <p:cNvSpPr/>
            <p:nvPr/>
          </p:nvSpPr>
          <p:spPr>
            <a:xfrm>
              <a:off x="2339983" y="3109325"/>
              <a:ext cx="107297" cy="11383"/>
            </a:xfrm>
            <a:custGeom>
              <a:rect b="b" l="l" r="r" t="t"/>
              <a:pathLst>
                <a:path extrusionOk="0" h="434" w="4091">
                  <a:moveTo>
                    <a:pt x="1" y="0"/>
                  </a:moveTo>
                  <a:lnTo>
                    <a:pt x="1" y="433"/>
                  </a:lnTo>
                  <a:lnTo>
                    <a:pt x="4081" y="433"/>
                  </a:lnTo>
                  <a:cubicBezTo>
                    <a:pt x="4081" y="361"/>
                    <a:pt x="4091" y="289"/>
                    <a:pt x="4091" y="217"/>
                  </a:cubicBezTo>
                  <a:cubicBezTo>
                    <a:pt x="4091" y="144"/>
                    <a:pt x="4081" y="72"/>
                    <a:pt x="408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1"/>
            <p:cNvSpPr/>
            <p:nvPr/>
          </p:nvSpPr>
          <p:spPr>
            <a:xfrm>
              <a:off x="2266782" y="3041789"/>
              <a:ext cx="146428" cy="146428"/>
            </a:xfrm>
            <a:custGeom>
              <a:rect b="b" l="l" r="r" t="t"/>
              <a:pathLst>
                <a:path extrusionOk="0" h="5583" w="5583">
                  <a:moveTo>
                    <a:pt x="2792" y="1"/>
                  </a:moveTo>
                  <a:cubicBezTo>
                    <a:pt x="1252" y="1"/>
                    <a:pt x="1" y="1252"/>
                    <a:pt x="1" y="2792"/>
                  </a:cubicBezTo>
                  <a:cubicBezTo>
                    <a:pt x="1" y="4336"/>
                    <a:pt x="1252" y="5582"/>
                    <a:pt x="2792" y="5582"/>
                  </a:cubicBezTo>
                  <a:cubicBezTo>
                    <a:pt x="4331" y="5582"/>
                    <a:pt x="5582" y="4336"/>
                    <a:pt x="5582" y="2792"/>
                  </a:cubicBezTo>
                  <a:cubicBezTo>
                    <a:pt x="5582" y="1252"/>
                    <a:pt x="4331" y="1"/>
                    <a:pt x="2792"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1"/>
            <p:cNvSpPr/>
            <p:nvPr/>
          </p:nvSpPr>
          <p:spPr>
            <a:xfrm>
              <a:off x="2339983" y="3109325"/>
              <a:ext cx="73227" cy="11383"/>
            </a:xfrm>
            <a:custGeom>
              <a:rect b="b" l="l" r="r" t="t"/>
              <a:pathLst>
                <a:path extrusionOk="0" h="434" w="2792">
                  <a:moveTo>
                    <a:pt x="1" y="0"/>
                  </a:moveTo>
                  <a:lnTo>
                    <a:pt x="1" y="433"/>
                  </a:lnTo>
                  <a:lnTo>
                    <a:pt x="2787" y="433"/>
                  </a:lnTo>
                  <a:cubicBezTo>
                    <a:pt x="2791" y="361"/>
                    <a:pt x="2791" y="289"/>
                    <a:pt x="2791" y="217"/>
                  </a:cubicBezTo>
                  <a:cubicBezTo>
                    <a:pt x="2791" y="144"/>
                    <a:pt x="2791" y="72"/>
                    <a:pt x="278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1"/>
            <p:cNvSpPr/>
            <p:nvPr/>
          </p:nvSpPr>
          <p:spPr>
            <a:xfrm>
              <a:off x="2300118" y="3075124"/>
              <a:ext cx="79784" cy="79784"/>
            </a:xfrm>
            <a:custGeom>
              <a:rect b="b" l="l" r="r" t="t"/>
              <a:pathLst>
                <a:path extrusionOk="0" h="3042" w="3042">
                  <a:moveTo>
                    <a:pt x="1521" y="0"/>
                  </a:moveTo>
                  <a:cubicBezTo>
                    <a:pt x="683" y="0"/>
                    <a:pt x="0" y="683"/>
                    <a:pt x="0" y="1521"/>
                  </a:cubicBezTo>
                  <a:cubicBezTo>
                    <a:pt x="0" y="2363"/>
                    <a:pt x="683" y="3041"/>
                    <a:pt x="1521" y="3041"/>
                  </a:cubicBezTo>
                  <a:cubicBezTo>
                    <a:pt x="2358" y="3041"/>
                    <a:pt x="3041" y="2363"/>
                    <a:pt x="3041" y="1521"/>
                  </a:cubicBezTo>
                  <a:cubicBezTo>
                    <a:pt x="3041" y="683"/>
                    <a:pt x="2358" y="0"/>
                    <a:pt x="15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1"/>
            <p:cNvSpPr/>
            <p:nvPr/>
          </p:nvSpPr>
          <p:spPr>
            <a:xfrm>
              <a:off x="2339983" y="3109325"/>
              <a:ext cx="40023" cy="11383"/>
            </a:xfrm>
            <a:custGeom>
              <a:rect b="b" l="l" r="r" t="t"/>
              <a:pathLst>
                <a:path extrusionOk="0" h="434" w="1526">
                  <a:moveTo>
                    <a:pt x="1" y="0"/>
                  </a:moveTo>
                  <a:lnTo>
                    <a:pt x="1" y="433"/>
                  </a:lnTo>
                  <a:lnTo>
                    <a:pt x="1507" y="433"/>
                  </a:lnTo>
                  <a:cubicBezTo>
                    <a:pt x="1526" y="289"/>
                    <a:pt x="1526" y="144"/>
                    <a:pt x="150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1"/>
            <p:cNvSpPr/>
            <p:nvPr/>
          </p:nvSpPr>
          <p:spPr>
            <a:xfrm>
              <a:off x="2323067" y="3098074"/>
              <a:ext cx="33860" cy="33860"/>
            </a:xfrm>
            <a:custGeom>
              <a:rect b="b" l="l" r="r" t="t"/>
              <a:pathLst>
                <a:path extrusionOk="0" h="1291" w="1291">
                  <a:moveTo>
                    <a:pt x="646" y="1"/>
                  </a:moveTo>
                  <a:cubicBezTo>
                    <a:pt x="290" y="1"/>
                    <a:pt x="1" y="290"/>
                    <a:pt x="1" y="646"/>
                  </a:cubicBezTo>
                  <a:cubicBezTo>
                    <a:pt x="1" y="1002"/>
                    <a:pt x="290" y="1290"/>
                    <a:pt x="646" y="1290"/>
                  </a:cubicBezTo>
                  <a:cubicBezTo>
                    <a:pt x="1002" y="1290"/>
                    <a:pt x="1290" y="1002"/>
                    <a:pt x="1290" y="646"/>
                  </a:cubicBezTo>
                  <a:cubicBezTo>
                    <a:pt x="1290" y="290"/>
                    <a:pt x="1002" y="1"/>
                    <a:pt x="646"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1"/>
            <p:cNvSpPr/>
            <p:nvPr/>
          </p:nvSpPr>
          <p:spPr>
            <a:xfrm>
              <a:off x="2339983" y="3109325"/>
              <a:ext cx="17310" cy="11383"/>
            </a:xfrm>
            <a:custGeom>
              <a:rect b="b" l="l" r="r" t="t"/>
              <a:pathLst>
                <a:path extrusionOk="0" h="434" w="660">
                  <a:moveTo>
                    <a:pt x="1" y="0"/>
                  </a:moveTo>
                  <a:lnTo>
                    <a:pt x="1" y="433"/>
                  </a:lnTo>
                  <a:lnTo>
                    <a:pt x="607" y="433"/>
                  </a:lnTo>
                  <a:cubicBezTo>
                    <a:pt x="660" y="294"/>
                    <a:pt x="660" y="140"/>
                    <a:pt x="60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1"/>
            <p:cNvSpPr/>
            <p:nvPr/>
          </p:nvSpPr>
          <p:spPr>
            <a:xfrm>
              <a:off x="2178842" y="2900869"/>
              <a:ext cx="375709" cy="360890"/>
            </a:xfrm>
            <a:custGeom>
              <a:rect b="b" l="l" r="r" t="t"/>
              <a:pathLst>
                <a:path extrusionOk="0" h="13760" w="14325">
                  <a:moveTo>
                    <a:pt x="12616" y="687"/>
                  </a:moveTo>
                  <a:lnTo>
                    <a:pt x="12616" y="1496"/>
                  </a:lnTo>
                  <a:cubicBezTo>
                    <a:pt x="12616" y="1606"/>
                    <a:pt x="12703" y="1698"/>
                    <a:pt x="12814" y="1698"/>
                  </a:cubicBezTo>
                  <a:lnTo>
                    <a:pt x="13622" y="1698"/>
                  </a:lnTo>
                  <a:lnTo>
                    <a:pt x="11871" y="3444"/>
                  </a:lnTo>
                  <a:lnTo>
                    <a:pt x="11149" y="3444"/>
                  </a:lnTo>
                  <a:lnTo>
                    <a:pt x="12313" y="2280"/>
                  </a:lnTo>
                  <a:cubicBezTo>
                    <a:pt x="12474" y="2137"/>
                    <a:pt x="12334" y="1924"/>
                    <a:pt x="12176" y="1924"/>
                  </a:cubicBezTo>
                  <a:cubicBezTo>
                    <a:pt x="12126" y="1924"/>
                    <a:pt x="12074" y="1945"/>
                    <a:pt x="12029" y="1996"/>
                  </a:cubicBezTo>
                  <a:lnTo>
                    <a:pt x="10865" y="3160"/>
                  </a:lnTo>
                  <a:lnTo>
                    <a:pt x="10865" y="2439"/>
                  </a:lnTo>
                  <a:lnTo>
                    <a:pt x="12616" y="687"/>
                  </a:lnTo>
                  <a:close/>
                  <a:moveTo>
                    <a:pt x="6136" y="2987"/>
                  </a:moveTo>
                  <a:cubicBezTo>
                    <a:pt x="7406" y="2987"/>
                    <a:pt x="8671" y="3453"/>
                    <a:pt x="9657" y="4368"/>
                  </a:cubicBezTo>
                  <a:lnTo>
                    <a:pt x="6000" y="8025"/>
                  </a:lnTo>
                  <a:cubicBezTo>
                    <a:pt x="5870" y="8171"/>
                    <a:pt x="6000" y="8363"/>
                    <a:pt x="6152" y="8363"/>
                  </a:cubicBezTo>
                  <a:cubicBezTo>
                    <a:pt x="6196" y="8363"/>
                    <a:pt x="6242" y="8347"/>
                    <a:pt x="6284" y="8309"/>
                  </a:cubicBezTo>
                  <a:lnTo>
                    <a:pt x="7198" y="7395"/>
                  </a:lnTo>
                  <a:lnTo>
                    <a:pt x="7198" y="7395"/>
                  </a:lnTo>
                  <a:cubicBezTo>
                    <a:pt x="7554" y="7886"/>
                    <a:pt x="7530" y="8550"/>
                    <a:pt x="7141" y="9011"/>
                  </a:cubicBezTo>
                  <a:cubicBezTo>
                    <a:pt x="6884" y="9312"/>
                    <a:pt x="6518" y="9472"/>
                    <a:pt x="6145" y="9472"/>
                  </a:cubicBezTo>
                  <a:cubicBezTo>
                    <a:pt x="5944" y="9472"/>
                    <a:pt x="5742" y="9425"/>
                    <a:pt x="5553" y="9329"/>
                  </a:cubicBezTo>
                  <a:cubicBezTo>
                    <a:pt x="5014" y="9055"/>
                    <a:pt x="4735" y="8448"/>
                    <a:pt x="4874" y="7861"/>
                  </a:cubicBezTo>
                  <a:cubicBezTo>
                    <a:pt x="5014" y="7274"/>
                    <a:pt x="5538" y="6861"/>
                    <a:pt x="6145" y="6861"/>
                  </a:cubicBezTo>
                  <a:cubicBezTo>
                    <a:pt x="6226" y="6861"/>
                    <a:pt x="6303" y="6870"/>
                    <a:pt x="6385" y="6885"/>
                  </a:cubicBezTo>
                  <a:cubicBezTo>
                    <a:pt x="6403" y="6888"/>
                    <a:pt x="6419" y="6890"/>
                    <a:pt x="6435" y="6890"/>
                  </a:cubicBezTo>
                  <a:cubicBezTo>
                    <a:pt x="6664" y="6890"/>
                    <a:pt x="6718" y="6526"/>
                    <a:pt x="6457" y="6485"/>
                  </a:cubicBezTo>
                  <a:cubicBezTo>
                    <a:pt x="6353" y="6466"/>
                    <a:pt x="6249" y="6457"/>
                    <a:pt x="6146" y="6457"/>
                  </a:cubicBezTo>
                  <a:cubicBezTo>
                    <a:pt x="5548" y="6457"/>
                    <a:pt x="4984" y="6769"/>
                    <a:pt x="4672" y="7298"/>
                  </a:cubicBezTo>
                  <a:cubicBezTo>
                    <a:pt x="4307" y="7919"/>
                    <a:pt x="4369" y="8699"/>
                    <a:pt x="4826" y="9257"/>
                  </a:cubicBezTo>
                  <a:cubicBezTo>
                    <a:pt x="5159" y="9655"/>
                    <a:pt x="5643" y="9874"/>
                    <a:pt x="6141" y="9874"/>
                  </a:cubicBezTo>
                  <a:cubicBezTo>
                    <a:pt x="6335" y="9874"/>
                    <a:pt x="6532" y="9841"/>
                    <a:pt x="6722" y="9772"/>
                  </a:cubicBezTo>
                  <a:cubicBezTo>
                    <a:pt x="7400" y="9526"/>
                    <a:pt x="7848" y="8886"/>
                    <a:pt x="7848" y="8165"/>
                  </a:cubicBezTo>
                  <a:cubicBezTo>
                    <a:pt x="7853" y="7780"/>
                    <a:pt x="7723" y="7409"/>
                    <a:pt x="7482" y="7111"/>
                  </a:cubicBezTo>
                  <a:lnTo>
                    <a:pt x="8113" y="6476"/>
                  </a:lnTo>
                  <a:lnTo>
                    <a:pt x="8113" y="6476"/>
                  </a:lnTo>
                  <a:cubicBezTo>
                    <a:pt x="8984" y="7496"/>
                    <a:pt x="8931" y="9007"/>
                    <a:pt x="8002" y="9964"/>
                  </a:cubicBezTo>
                  <a:cubicBezTo>
                    <a:pt x="7497" y="10483"/>
                    <a:pt x="6822" y="10747"/>
                    <a:pt x="6145" y="10747"/>
                  </a:cubicBezTo>
                  <a:cubicBezTo>
                    <a:pt x="5571" y="10747"/>
                    <a:pt x="4995" y="10557"/>
                    <a:pt x="4518" y="10171"/>
                  </a:cubicBezTo>
                  <a:cubicBezTo>
                    <a:pt x="3479" y="9329"/>
                    <a:pt x="3248" y="7837"/>
                    <a:pt x="3989" y="6721"/>
                  </a:cubicBezTo>
                  <a:cubicBezTo>
                    <a:pt x="4484" y="5978"/>
                    <a:pt x="5305" y="5568"/>
                    <a:pt x="6147" y="5568"/>
                  </a:cubicBezTo>
                  <a:cubicBezTo>
                    <a:pt x="6564" y="5568"/>
                    <a:pt x="6986" y="5669"/>
                    <a:pt x="7376" y="5879"/>
                  </a:cubicBezTo>
                  <a:cubicBezTo>
                    <a:pt x="7410" y="5897"/>
                    <a:pt x="7443" y="5904"/>
                    <a:pt x="7473" y="5904"/>
                  </a:cubicBezTo>
                  <a:cubicBezTo>
                    <a:pt x="7653" y="5904"/>
                    <a:pt x="7762" y="5639"/>
                    <a:pt x="7569" y="5528"/>
                  </a:cubicBezTo>
                  <a:cubicBezTo>
                    <a:pt x="7115" y="5282"/>
                    <a:pt x="6624" y="5164"/>
                    <a:pt x="6139" y="5164"/>
                  </a:cubicBezTo>
                  <a:cubicBezTo>
                    <a:pt x="5162" y="5164"/>
                    <a:pt x="4210" y="5641"/>
                    <a:pt x="3638" y="6509"/>
                  </a:cubicBezTo>
                  <a:cubicBezTo>
                    <a:pt x="2776" y="7804"/>
                    <a:pt x="3051" y="9541"/>
                    <a:pt x="4263" y="10508"/>
                  </a:cubicBezTo>
                  <a:cubicBezTo>
                    <a:pt x="4815" y="10950"/>
                    <a:pt x="5478" y="11167"/>
                    <a:pt x="6139" y="11167"/>
                  </a:cubicBezTo>
                  <a:cubicBezTo>
                    <a:pt x="6932" y="11167"/>
                    <a:pt x="7720" y="10855"/>
                    <a:pt x="8305" y="10243"/>
                  </a:cubicBezTo>
                  <a:cubicBezTo>
                    <a:pt x="9383" y="9122"/>
                    <a:pt x="9421" y="7361"/>
                    <a:pt x="8401" y="6192"/>
                  </a:cubicBezTo>
                  <a:lnTo>
                    <a:pt x="9032" y="5561"/>
                  </a:lnTo>
                  <a:lnTo>
                    <a:pt x="9032" y="5561"/>
                  </a:lnTo>
                  <a:cubicBezTo>
                    <a:pt x="10393" y="7082"/>
                    <a:pt x="10350" y="9401"/>
                    <a:pt x="8926" y="10864"/>
                  </a:cubicBezTo>
                  <a:cubicBezTo>
                    <a:pt x="8170" y="11643"/>
                    <a:pt x="7161" y="12038"/>
                    <a:pt x="6147" y="12038"/>
                  </a:cubicBezTo>
                  <a:cubicBezTo>
                    <a:pt x="5256" y="12038"/>
                    <a:pt x="4362" y="11733"/>
                    <a:pt x="3633" y="11114"/>
                  </a:cubicBezTo>
                  <a:cubicBezTo>
                    <a:pt x="2079" y="9791"/>
                    <a:pt x="1809" y="7491"/>
                    <a:pt x="3027" y="5850"/>
                  </a:cubicBezTo>
                  <a:cubicBezTo>
                    <a:pt x="3783" y="4827"/>
                    <a:pt x="4955" y="4279"/>
                    <a:pt x="6147" y="4279"/>
                  </a:cubicBezTo>
                  <a:cubicBezTo>
                    <a:pt x="6865" y="4279"/>
                    <a:pt x="7591" y="4478"/>
                    <a:pt x="8238" y="4893"/>
                  </a:cubicBezTo>
                  <a:cubicBezTo>
                    <a:pt x="8278" y="4921"/>
                    <a:pt x="8319" y="4933"/>
                    <a:pt x="8357" y="4933"/>
                  </a:cubicBezTo>
                  <a:cubicBezTo>
                    <a:pt x="8535" y="4933"/>
                    <a:pt x="8657" y="4670"/>
                    <a:pt x="8459" y="4551"/>
                  </a:cubicBezTo>
                  <a:cubicBezTo>
                    <a:pt x="7743" y="4092"/>
                    <a:pt x="6939" y="3871"/>
                    <a:pt x="6143" y="3871"/>
                  </a:cubicBezTo>
                  <a:cubicBezTo>
                    <a:pt x="4821" y="3871"/>
                    <a:pt x="3521" y="4479"/>
                    <a:pt x="2680" y="5614"/>
                  </a:cubicBezTo>
                  <a:cubicBezTo>
                    <a:pt x="1338" y="7433"/>
                    <a:pt x="1636" y="9983"/>
                    <a:pt x="3363" y="11446"/>
                  </a:cubicBezTo>
                  <a:cubicBezTo>
                    <a:pt x="4168" y="12127"/>
                    <a:pt x="5154" y="12463"/>
                    <a:pt x="6137" y="12463"/>
                  </a:cubicBezTo>
                  <a:cubicBezTo>
                    <a:pt x="7265" y="12463"/>
                    <a:pt x="8388" y="12022"/>
                    <a:pt x="9229" y="11153"/>
                  </a:cubicBezTo>
                  <a:cubicBezTo>
                    <a:pt x="10798" y="9521"/>
                    <a:pt x="10836" y="6952"/>
                    <a:pt x="9316" y="5278"/>
                  </a:cubicBezTo>
                  <a:lnTo>
                    <a:pt x="9946" y="4652"/>
                  </a:lnTo>
                  <a:cubicBezTo>
                    <a:pt x="10831" y="5605"/>
                    <a:pt x="11322" y="6861"/>
                    <a:pt x="11322" y="8165"/>
                  </a:cubicBezTo>
                  <a:cubicBezTo>
                    <a:pt x="11327" y="10619"/>
                    <a:pt x="9604" y="12741"/>
                    <a:pt x="7203" y="13246"/>
                  </a:cubicBezTo>
                  <a:cubicBezTo>
                    <a:pt x="6846" y="13321"/>
                    <a:pt x="6489" y="13357"/>
                    <a:pt x="6136" y="13357"/>
                  </a:cubicBezTo>
                  <a:cubicBezTo>
                    <a:pt x="4112" y="13357"/>
                    <a:pt x="2226" y="12166"/>
                    <a:pt x="1391" y="10253"/>
                  </a:cubicBezTo>
                  <a:cubicBezTo>
                    <a:pt x="404" y="8001"/>
                    <a:pt x="1131" y="5369"/>
                    <a:pt x="3132" y="3945"/>
                  </a:cubicBezTo>
                  <a:cubicBezTo>
                    <a:pt x="4037" y="3303"/>
                    <a:pt x="5088" y="2987"/>
                    <a:pt x="6136" y="2987"/>
                  </a:cubicBezTo>
                  <a:close/>
                  <a:moveTo>
                    <a:pt x="12815" y="0"/>
                  </a:moveTo>
                  <a:cubicBezTo>
                    <a:pt x="12765" y="0"/>
                    <a:pt x="12715" y="19"/>
                    <a:pt x="12674" y="62"/>
                  </a:cubicBezTo>
                  <a:lnTo>
                    <a:pt x="10518" y="2212"/>
                  </a:lnTo>
                  <a:cubicBezTo>
                    <a:pt x="10485" y="2251"/>
                    <a:pt x="10461" y="2299"/>
                    <a:pt x="10461" y="2357"/>
                  </a:cubicBezTo>
                  <a:lnTo>
                    <a:pt x="10461" y="3565"/>
                  </a:lnTo>
                  <a:lnTo>
                    <a:pt x="9941" y="4079"/>
                  </a:lnTo>
                  <a:cubicBezTo>
                    <a:pt x="8867" y="3079"/>
                    <a:pt x="7500" y="2583"/>
                    <a:pt x="6136" y="2583"/>
                  </a:cubicBezTo>
                  <a:cubicBezTo>
                    <a:pt x="4671" y="2583"/>
                    <a:pt x="3209" y="3155"/>
                    <a:pt x="2112" y="4291"/>
                  </a:cubicBezTo>
                  <a:cubicBezTo>
                    <a:pt x="0" y="6485"/>
                    <a:pt x="34" y="9964"/>
                    <a:pt x="2189" y="12120"/>
                  </a:cubicBezTo>
                  <a:cubicBezTo>
                    <a:pt x="3279" y="13212"/>
                    <a:pt x="4710" y="13759"/>
                    <a:pt x="6142" y="13759"/>
                  </a:cubicBezTo>
                  <a:cubicBezTo>
                    <a:pt x="7538" y="13759"/>
                    <a:pt x="8935" y="13239"/>
                    <a:pt x="10018" y="12197"/>
                  </a:cubicBezTo>
                  <a:cubicBezTo>
                    <a:pt x="12207" y="10080"/>
                    <a:pt x="12304" y="6596"/>
                    <a:pt x="10225" y="4368"/>
                  </a:cubicBezTo>
                  <a:lnTo>
                    <a:pt x="10745" y="3848"/>
                  </a:lnTo>
                  <a:lnTo>
                    <a:pt x="11952" y="3848"/>
                  </a:lnTo>
                  <a:cubicBezTo>
                    <a:pt x="12005" y="3848"/>
                    <a:pt x="12058" y="3824"/>
                    <a:pt x="12097" y="3786"/>
                  </a:cubicBezTo>
                  <a:lnTo>
                    <a:pt x="14248" y="1635"/>
                  </a:lnTo>
                  <a:cubicBezTo>
                    <a:pt x="14305" y="1577"/>
                    <a:pt x="14325" y="1491"/>
                    <a:pt x="14296" y="1419"/>
                  </a:cubicBezTo>
                  <a:cubicBezTo>
                    <a:pt x="14262" y="1342"/>
                    <a:pt x="14190" y="1293"/>
                    <a:pt x="14108" y="1293"/>
                  </a:cubicBezTo>
                  <a:lnTo>
                    <a:pt x="13016" y="1293"/>
                  </a:lnTo>
                  <a:lnTo>
                    <a:pt x="13016" y="201"/>
                  </a:lnTo>
                  <a:cubicBezTo>
                    <a:pt x="13016" y="81"/>
                    <a:pt x="12917" y="0"/>
                    <a:pt x="12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9" name="Google Shape;10299;p81"/>
          <p:cNvGrpSpPr/>
          <p:nvPr/>
        </p:nvGrpSpPr>
        <p:grpSpPr>
          <a:xfrm>
            <a:off x="2704703" y="2900921"/>
            <a:ext cx="230986" cy="360497"/>
            <a:chOff x="2704703" y="2900921"/>
            <a:chExt cx="230986" cy="360497"/>
          </a:xfrm>
        </p:grpSpPr>
        <p:sp>
          <p:nvSpPr>
            <p:cNvPr id="10300" name="Google Shape;10300;p81"/>
            <p:cNvSpPr/>
            <p:nvPr/>
          </p:nvSpPr>
          <p:spPr>
            <a:xfrm>
              <a:off x="2817534" y="2906193"/>
              <a:ext cx="28299" cy="33545"/>
            </a:xfrm>
            <a:custGeom>
              <a:rect b="b" l="l" r="r" t="t"/>
              <a:pathLst>
                <a:path extrusionOk="0" h="1279" w="1079">
                  <a:moveTo>
                    <a:pt x="127" y="1"/>
                  </a:moveTo>
                  <a:cubicBezTo>
                    <a:pt x="59" y="1"/>
                    <a:pt x="0" y="59"/>
                    <a:pt x="0" y="128"/>
                  </a:cubicBezTo>
                  <a:lnTo>
                    <a:pt x="0" y="1062"/>
                  </a:lnTo>
                  <a:lnTo>
                    <a:pt x="1078" y="1278"/>
                  </a:lnTo>
                  <a:cubicBezTo>
                    <a:pt x="1078" y="292"/>
                    <a:pt x="448" y="56"/>
                    <a:pt x="149" y="3"/>
                  </a:cubicBezTo>
                  <a:cubicBezTo>
                    <a:pt x="142" y="2"/>
                    <a:pt x="134" y="1"/>
                    <a:pt x="127"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1"/>
            <p:cNvSpPr/>
            <p:nvPr/>
          </p:nvSpPr>
          <p:spPr>
            <a:xfrm>
              <a:off x="2794926" y="2928460"/>
              <a:ext cx="129905" cy="248637"/>
            </a:xfrm>
            <a:custGeom>
              <a:rect b="b" l="l" r="r" t="t"/>
              <a:pathLst>
                <a:path extrusionOk="0" h="9480" w="4953">
                  <a:moveTo>
                    <a:pt x="382" y="1"/>
                  </a:moveTo>
                  <a:cubicBezTo>
                    <a:pt x="284" y="1"/>
                    <a:pt x="198" y="76"/>
                    <a:pt x="179" y="174"/>
                  </a:cubicBezTo>
                  <a:lnTo>
                    <a:pt x="1" y="1079"/>
                  </a:lnTo>
                  <a:lnTo>
                    <a:pt x="2585" y="5385"/>
                  </a:lnTo>
                  <a:lnTo>
                    <a:pt x="2801" y="9480"/>
                  </a:lnTo>
                  <a:lnTo>
                    <a:pt x="3879" y="9480"/>
                  </a:lnTo>
                  <a:cubicBezTo>
                    <a:pt x="3879" y="6896"/>
                    <a:pt x="4952" y="6256"/>
                    <a:pt x="4952" y="3879"/>
                  </a:cubicBezTo>
                  <a:cubicBezTo>
                    <a:pt x="4952" y="261"/>
                    <a:pt x="1257" y="10"/>
                    <a:pt x="391" y="1"/>
                  </a:cubicBezTo>
                  <a:cubicBezTo>
                    <a:pt x="388" y="1"/>
                    <a:pt x="385" y="1"/>
                    <a:pt x="38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1"/>
            <p:cNvSpPr/>
            <p:nvPr/>
          </p:nvSpPr>
          <p:spPr>
            <a:xfrm>
              <a:off x="2710499" y="2949075"/>
              <a:ext cx="209033" cy="239405"/>
            </a:xfrm>
            <a:custGeom>
              <a:rect b="b" l="l" r="r" t="t"/>
              <a:pathLst>
                <a:path extrusionOk="0" h="9128" w="7970">
                  <a:moveTo>
                    <a:pt x="3174" y="1"/>
                  </a:moveTo>
                  <a:cubicBezTo>
                    <a:pt x="2898" y="1"/>
                    <a:pt x="2673" y="15"/>
                    <a:pt x="2532" y="28"/>
                  </a:cubicBezTo>
                  <a:cubicBezTo>
                    <a:pt x="2311" y="47"/>
                    <a:pt x="2142" y="235"/>
                    <a:pt x="2142" y="456"/>
                  </a:cubicBezTo>
                  <a:lnTo>
                    <a:pt x="2142" y="721"/>
                  </a:lnTo>
                  <a:lnTo>
                    <a:pt x="150" y="2713"/>
                  </a:lnTo>
                  <a:cubicBezTo>
                    <a:pt x="49" y="2814"/>
                    <a:pt x="1" y="2963"/>
                    <a:pt x="30" y="3103"/>
                  </a:cubicBezTo>
                  <a:lnTo>
                    <a:pt x="174" y="3815"/>
                  </a:lnTo>
                  <a:cubicBezTo>
                    <a:pt x="189" y="3901"/>
                    <a:pt x="256" y="3969"/>
                    <a:pt x="338" y="3988"/>
                  </a:cubicBezTo>
                  <a:cubicBezTo>
                    <a:pt x="571" y="4037"/>
                    <a:pt x="787" y="4057"/>
                    <a:pt x="987" y="4057"/>
                  </a:cubicBezTo>
                  <a:cubicBezTo>
                    <a:pt x="1755" y="4057"/>
                    <a:pt x="2276" y="3749"/>
                    <a:pt x="2551" y="3531"/>
                  </a:cubicBezTo>
                  <a:cubicBezTo>
                    <a:pt x="2633" y="3460"/>
                    <a:pt x="2733" y="3425"/>
                    <a:pt x="2834" y="3425"/>
                  </a:cubicBezTo>
                  <a:cubicBezTo>
                    <a:pt x="2905" y="3425"/>
                    <a:pt x="2976" y="3442"/>
                    <a:pt x="3042" y="3478"/>
                  </a:cubicBezTo>
                  <a:cubicBezTo>
                    <a:pt x="3470" y="3719"/>
                    <a:pt x="3875" y="3772"/>
                    <a:pt x="4151" y="3772"/>
                  </a:cubicBezTo>
                  <a:cubicBezTo>
                    <a:pt x="4372" y="3772"/>
                    <a:pt x="4509" y="3738"/>
                    <a:pt x="4509" y="3738"/>
                  </a:cubicBezTo>
                  <a:lnTo>
                    <a:pt x="4509" y="3738"/>
                  </a:lnTo>
                  <a:cubicBezTo>
                    <a:pt x="2537" y="5711"/>
                    <a:pt x="1921" y="7048"/>
                    <a:pt x="1921" y="7833"/>
                  </a:cubicBezTo>
                  <a:cubicBezTo>
                    <a:pt x="1921" y="8343"/>
                    <a:pt x="2161" y="8819"/>
                    <a:pt x="2570" y="9127"/>
                  </a:cubicBezTo>
                  <a:lnTo>
                    <a:pt x="7310" y="9127"/>
                  </a:lnTo>
                  <a:cubicBezTo>
                    <a:pt x="7310" y="9127"/>
                    <a:pt x="6607" y="8059"/>
                    <a:pt x="7377" y="4493"/>
                  </a:cubicBezTo>
                  <a:cubicBezTo>
                    <a:pt x="7969" y="1736"/>
                    <a:pt x="6627" y="755"/>
                    <a:pt x="5121" y="273"/>
                  </a:cubicBezTo>
                  <a:cubicBezTo>
                    <a:pt x="4441" y="54"/>
                    <a:pt x="3711" y="1"/>
                    <a:pt x="3174"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1"/>
            <p:cNvSpPr/>
            <p:nvPr/>
          </p:nvSpPr>
          <p:spPr>
            <a:xfrm>
              <a:off x="2712152" y="3008375"/>
              <a:ext cx="145536" cy="174282"/>
            </a:xfrm>
            <a:custGeom>
              <a:rect b="b" l="l" r="r" t="t"/>
              <a:pathLst>
                <a:path extrusionOk="0" h="6645" w="5549">
                  <a:moveTo>
                    <a:pt x="2940" y="1"/>
                  </a:moveTo>
                  <a:cubicBezTo>
                    <a:pt x="2785" y="1"/>
                    <a:pt x="2642" y="52"/>
                    <a:pt x="2507" y="187"/>
                  </a:cubicBezTo>
                  <a:cubicBezTo>
                    <a:pt x="2097" y="598"/>
                    <a:pt x="1289" y="1013"/>
                    <a:pt x="151" y="1013"/>
                  </a:cubicBezTo>
                  <a:cubicBezTo>
                    <a:pt x="101" y="1013"/>
                    <a:pt x="51" y="1012"/>
                    <a:pt x="0" y="1010"/>
                  </a:cubicBezTo>
                  <a:lnTo>
                    <a:pt x="0" y="1010"/>
                  </a:lnTo>
                  <a:lnTo>
                    <a:pt x="111" y="1554"/>
                  </a:lnTo>
                  <a:cubicBezTo>
                    <a:pt x="126" y="1636"/>
                    <a:pt x="193" y="1703"/>
                    <a:pt x="275" y="1722"/>
                  </a:cubicBezTo>
                  <a:cubicBezTo>
                    <a:pt x="509" y="1771"/>
                    <a:pt x="727" y="1792"/>
                    <a:pt x="928" y="1792"/>
                  </a:cubicBezTo>
                  <a:cubicBezTo>
                    <a:pt x="1694" y="1792"/>
                    <a:pt x="2215" y="1486"/>
                    <a:pt x="2493" y="1265"/>
                  </a:cubicBezTo>
                  <a:cubicBezTo>
                    <a:pt x="2573" y="1197"/>
                    <a:pt x="2674" y="1162"/>
                    <a:pt x="2777" y="1162"/>
                  </a:cubicBezTo>
                  <a:cubicBezTo>
                    <a:pt x="2847" y="1162"/>
                    <a:pt x="2919" y="1179"/>
                    <a:pt x="2984" y="1212"/>
                  </a:cubicBezTo>
                  <a:cubicBezTo>
                    <a:pt x="3411" y="1457"/>
                    <a:pt x="3817" y="1511"/>
                    <a:pt x="4092" y="1511"/>
                  </a:cubicBezTo>
                  <a:cubicBezTo>
                    <a:pt x="4310" y="1511"/>
                    <a:pt x="4446" y="1477"/>
                    <a:pt x="4446" y="1477"/>
                  </a:cubicBezTo>
                  <a:lnTo>
                    <a:pt x="4446" y="1477"/>
                  </a:lnTo>
                  <a:cubicBezTo>
                    <a:pt x="2474" y="3450"/>
                    <a:pt x="1863" y="4783"/>
                    <a:pt x="1863" y="5567"/>
                  </a:cubicBezTo>
                  <a:cubicBezTo>
                    <a:pt x="1858" y="5966"/>
                    <a:pt x="2007" y="6351"/>
                    <a:pt x="2272" y="6645"/>
                  </a:cubicBezTo>
                  <a:lnTo>
                    <a:pt x="3585" y="6645"/>
                  </a:lnTo>
                  <a:lnTo>
                    <a:pt x="3585" y="6433"/>
                  </a:lnTo>
                  <a:cubicBezTo>
                    <a:pt x="3585" y="6433"/>
                    <a:pt x="2724" y="4927"/>
                    <a:pt x="4230" y="3199"/>
                  </a:cubicBezTo>
                  <a:cubicBezTo>
                    <a:pt x="5548" y="1698"/>
                    <a:pt x="5524" y="904"/>
                    <a:pt x="5409" y="577"/>
                  </a:cubicBezTo>
                  <a:cubicBezTo>
                    <a:pt x="5380" y="491"/>
                    <a:pt x="5300" y="437"/>
                    <a:pt x="5212" y="437"/>
                  </a:cubicBezTo>
                  <a:cubicBezTo>
                    <a:pt x="5196" y="437"/>
                    <a:pt x="5180" y="439"/>
                    <a:pt x="5163" y="442"/>
                  </a:cubicBezTo>
                  <a:cubicBezTo>
                    <a:pt x="5024" y="476"/>
                    <a:pt x="4891" y="490"/>
                    <a:pt x="4762" y="490"/>
                  </a:cubicBezTo>
                  <a:cubicBezTo>
                    <a:pt x="4008" y="490"/>
                    <a:pt x="3420" y="1"/>
                    <a:pt x="2940"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1"/>
            <p:cNvSpPr/>
            <p:nvPr/>
          </p:nvSpPr>
          <p:spPr>
            <a:xfrm>
              <a:off x="2749631" y="3176966"/>
              <a:ext cx="169508" cy="28273"/>
            </a:xfrm>
            <a:custGeom>
              <a:rect b="b" l="l" r="r" t="t"/>
              <a:pathLst>
                <a:path extrusionOk="0" h="1078" w="6463">
                  <a:moveTo>
                    <a:pt x="434" y="0"/>
                  </a:moveTo>
                  <a:cubicBezTo>
                    <a:pt x="193" y="0"/>
                    <a:pt x="1" y="197"/>
                    <a:pt x="1" y="433"/>
                  </a:cubicBezTo>
                  <a:lnTo>
                    <a:pt x="1" y="1078"/>
                  </a:lnTo>
                  <a:lnTo>
                    <a:pt x="6463" y="1078"/>
                  </a:lnTo>
                  <a:lnTo>
                    <a:pt x="6463" y="433"/>
                  </a:lnTo>
                  <a:cubicBezTo>
                    <a:pt x="6463" y="197"/>
                    <a:pt x="6270" y="5"/>
                    <a:pt x="6034"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1"/>
            <p:cNvSpPr/>
            <p:nvPr/>
          </p:nvSpPr>
          <p:spPr>
            <a:xfrm>
              <a:off x="2749631" y="3176966"/>
              <a:ext cx="56573" cy="28273"/>
            </a:xfrm>
            <a:custGeom>
              <a:rect b="b" l="l" r="r" t="t"/>
              <a:pathLst>
                <a:path extrusionOk="0" h="1078" w="2157">
                  <a:moveTo>
                    <a:pt x="434" y="0"/>
                  </a:moveTo>
                  <a:cubicBezTo>
                    <a:pt x="193" y="0"/>
                    <a:pt x="1" y="197"/>
                    <a:pt x="1" y="433"/>
                  </a:cubicBezTo>
                  <a:lnTo>
                    <a:pt x="1" y="1078"/>
                  </a:lnTo>
                  <a:lnTo>
                    <a:pt x="1728" y="1078"/>
                  </a:lnTo>
                  <a:lnTo>
                    <a:pt x="1728" y="433"/>
                  </a:lnTo>
                  <a:cubicBezTo>
                    <a:pt x="1728" y="197"/>
                    <a:pt x="1920" y="0"/>
                    <a:pt x="2156"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1"/>
            <p:cNvSpPr/>
            <p:nvPr/>
          </p:nvSpPr>
          <p:spPr>
            <a:xfrm>
              <a:off x="2738405" y="3199679"/>
              <a:ext cx="192090" cy="56442"/>
            </a:xfrm>
            <a:custGeom>
              <a:rect b="b" l="l" r="r" t="t"/>
              <a:pathLst>
                <a:path extrusionOk="0" h="2152" w="7324">
                  <a:moveTo>
                    <a:pt x="429" y="0"/>
                  </a:moveTo>
                  <a:cubicBezTo>
                    <a:pt x="193" y="0"/>
                    <a:pt x="0" y="193"/>
                    <a:pt x="0" y="429"/>
                  </a:cubicBezTo>
                  <a:lnTo>
                    <a:pt x="0" y="1723"/>
                  </a:lnTo>
                  <a:cubicBezTo>
                    <a:pt x="0" y="1959"/>
                    <a:pt x="193" y="2151"/>
                    <a:pt x="429" y="2151"/>
                  </a:cubicBezTo>
                  <a:lnTo>
                    <a:pt x="6896" y="2151"/>
                  </a:lnTo>
                  <a:cubicBezTo>
                    <a:pt x="7131" y="2151"/>
                    <a:pt x="7324" y="1959"/>
                    <a:pt x="7324" y="1723"/>
                  </a:cubicBezTo>
                  <a:lnTo>
                    <a:pt x="7324" y="429"/>
                  </a:lnTo>
                  <a:cubicBezTo>
                    <a:pt x="7324" y="193"/>
                    <a:pt x="7131" y="0"/>
                    <a:pt x="689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1"/>
            <p:cNvSpPr/>
            <p:nvPr/>
          </p:nvSpPr>
          <p:spPr>
            <a:xfrm>
              <a:off x="2738405" y="3199679"/>
              <a:ext cx="73463" cy="56442"/>
            </a:xfrm>
            <a:custGeom>
              <a:rect b="b" l="l" r="r" t="t"/>
              <a:pathLst>
                <a:path extrusionOk="0" h="2152" w="2801">
                  <a:moveTo>
                    <a:pt x="429" y="0"/>
                  </a:moveTo>
                  <a:cubicBezTo>
                    <a:pt x="193" y="0"/>
                    <a:pt x="0" y="193"/>
                    <a:pt x="0" y="429"/>
                  </a:cubicBezTo>
                  <a:lnTo>
                    <a:pt x="0" y="1723"/>
                  </a:lnTo>
                  <a:cubicBezTo>
                    <a:pt x="0" y="1959"/>
                    <a:pt x="193" y="2151"/>
                    <a:pt x="429" y="2151"/>
                  </a:cubicBezTo>
                  <a:lnTo>
                    <a:pt x="2801" y="2151"/>
                  </a:lnTo>
                  <a:cubicBezTo>
                    <a:pt x="2560" y="2151"/>
                    <a:pt x="2368" y="1959"/>
                    <a:pt x="2368" y="1723"/>
                  </a:cubicBezTo>
                  <a:lnTo>
                    <a:pt x="2368" y="429"/>
                  </a:lnTo>
                  <a:cubicBezTo>
                    <a:pt x="2368" y="193"/>
                    <a:pt x="2560" y="0"/>
                    <a:pt x="2801"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1"/>
            <p:cNvSpPr/>
            <p:nvPr/>
          </p:nvSpPr>
          <p:spPr>
            <a:xfrm>
              <a:off x="2704703" y="2900921"/>
              <a:ext cx="230986" cy="360497"/>
            </a:xfrm>
            <a:custGeom>
              <a:rect b="b" l="l" r="r" t="t"/>
              <a:pathLst>
                <a:path extrusionOk="0" h="13745" w="8807">
                  <a:moveTo>
                    <a:pt x="4504" y="425"/>
                  </a:moveTo>
                  <a:cubicBezTo>
                    <a:pt x="4557" y="440"/>
                    <a:pt x="4615" y="459"/>
                    <a:pt x="4668" y="488"/>
                  </a:cubicBezTo>
                  <a:cubicBezTo>
                    <a:pt x="4860" y="579"/>
                    <a:pt x="5005" y="753"/>
                    <a:pt x="5101" y="993"/>
                  </a:cubicBezTo>
                  <a:cubicBezTo>
                    <a:pt x="4884" y="955"/>
                    <a:pt x="4682" y="926"/>
                    <a:pt x="4504" y="902"/>
                  </a:cubicBezTo>
                  <a:lnTo>
                    <a:pt x="4504" y="425"/>
                  </a:lnTo>
                  <a:close/>
                  <a:moveTo>
                    <a:pt x="7743" y="10737"/>
                  </a:moveTo>
                  <a:cubicBezTo>
                    <a:pt x="7868" y="10737"/>
                    <a:pt x="7974" y="10838"/>
                    <a:pt x="7974" y="10963"/>
                  </a:cubicBezTo>
                  <a:lnTo>
                    <a:pt x="7974" y="11194"/>
                  </a:lnTo>
                  <a:lnTo>
                    <a:pt x="7743" y="11194"/>
                  </a:lnTo>
                  <a:cubicBezTo>
                    <a:pt x="7741" y="11194"/>
                    <a:pt x="7739" y="11194"/>
                    <a:pt x="7738" y="11194"/>
                  </a:cubicBezTo>
                  <a:cubicBezTo>
                    <a:pt x="7473" y="11194"/>
                    <a:pt x="7475" y="11593"/>
                    <a:pt x="7743" y="11593"/>
                  </a:cubicBezTo>
                  <a:lnTo>
                    <a:pt x="8171" y="11593"/>
                  </a:lnTo>
                  <a:cubicBezTo>
                    <a:pt x="8301" y="11593"/>
                    <a:pt x="8402" y="11699"/>
                    <a:pt x="8402" y="11824"/>
                  </a:cubicBezTo>
                  <a:lnTo>
                    <a:pt x="8402" y="13114"/>
                  </a:lnTo>
                  <a:lnTo>
                    <a:pt x="8402" y="13119"/>
                  </a:lnTo>
                  <a:cubicBezTo>
                    <a:pt x="8402" y="13244"/>
                    <a:pt x="8301" y="13345"/>
                    <a:pt x="8176" y="13345"/>
                  </a:cubicBezTo>
                  <a:lnTo>
                    <a:pt x="1718" y="13345"/>
                  </a:lnTo>
                  <a:cubicBezTo>
                    <a:pt x="1593" y="13345"/>
                    <a:pt x="1487" y="13244"/>
                    <a:pt x="1487" y="13119"/>
                  </a:cubicBezTo>
                  <a:lnTo>
                    <a:pt x="1487" y="11824"/>
                  </a:lnTo>
                  <a:cubicBezTo>
                    <a:pt x="1487" y="11699"/>
                    <a:pt x="1593" y="11598"/>
                    <a:pt x="1718" y="11598"/>
                  </a:cubicBezTo>
                  <a:lnTo>
                    <a:pt x="6881" y="11598"/>
                  </a:lnTo>
                  <a:cubicBezTo>
                    <a:pt x="7151" y="11598"/>
                    <a:pt x="7151" y="11194"/>
                    <a:pt x="6881" y="11194"/>
                  </a:cubicBezTo>
                  <a:lnTo>
                    <a:pt x="1920" y="11194"/>
                  </a:lnTo>
                  <a:lnTo>
                    <a:pt x="1920" y="10963"/>
                  </a:lnTo>
                  <a:cubicBezTo>
                    <a:pt x="1920" y="10838"/>
                    <a:pt x="2021" y="10737"/>
                    <a:pt x="2147" y="10737"/>
                  </a:cubicBezTo>
                  <a:close/>
                  <a:moveTo>
                    <a:pt x="4336" y="1"/>
                  </a:moveTo>
                  <a:cubicBezTo>
                    <a:pt x="4318" y="1"/>
                    <a:pt x="4301" y="1"/>
                    <a:pt x="4283" y="2"/>
                  </a:cubicBezTo>
                  <a:cubicBezTo>
                    <a:pt x="4177" y="7"/>
                    <a:pt x="4100" y="93"/>
                    <a:pt x="4100" y="199"/>
                  </a:cubicBezTo>
                  <a:lnTo>
                    <a:pt x="4100" y="868"/>
                  </a:lnTo>
                  <a:cubicBezTo>
                    <a:pt x="3944" y="859"/>
                    <a:pt x="3821" y="858"/>
                    <a:pt x="3742" y="858"/>
                  </a:cubicBezTo>
                  <a:cubicBezTo>
                    <a:pt x="3688" y="858"/>
                    <a:pt x="3655" y="858"/>
                    <a:pt x="3643" y="858"/>
                  </a:cubicBezTo>
                  <a:cubicBezTo>
                    <a:pt x="3390" y="878"/>
                    <a:pt x="3402" y="1263"/>
                    <a:pt x="3658" y="1263"/>
                  </a:cubicBezTo>
                  <a:cubicBezTo>
                    <a:pt x="3659" y="1263"/>
                    <a:pt x="3661" y="1263"/>
                    <a:pt x="3662" y="1263"/>
                  </a:cubicBezTo>
                  <a:cubicBezTo>
                    <a:pt x="3665" y="1263"/>
                    <a:pt x="3700" y="1261"/>
                    <a:pt x="3762" y="1261"/>
                  </a:cubicBezTo>
                  <a:cubicBezTo>
                    <a:pt x="4211" y="1261"/>
                    <a:pt x="6064" y="1328"/>
                    <a:pt x="7218" y="2432"/>
                  </a:cubicBezTo>
                  <a:cubicBezTo>
                    <a:pt x="7863" y="3048"/>
                    <a:pt x="8185" y="3890"/>
                    <a:pt x="8185" y="4934"/>
                  </a:cubicBezTo>
                  <a:cubicBezTo>
                    <a:pt x="8185" y="6065"/>
                    <a:pt x="7940" y="6782"/>
                    <a:pt x="7675" y="7542"/>
                  </a:cubicBezTo>
                  <a:cubicBezTo>
                    <a:pt x="7415" y="8302"/>
                    <a:pt x="7141" y="9096"/>
                    <a:pt x="7112" y="10328"/>
                  </a:cubicBezTo>
                  <a:lnTo>
                    <a:pt x="2479" y="10328"/>
                  </a:lnTo>
                  <a:cubicBezTo>
                    <a:pt x="2387" y="10121"/>
                    <a:pt x="2344" y="9895"/>
                    <a:pt x="2349" y="9669"/>
                  </a:cubicBezTo>
                  <a:cubicBezTo>
                    <a:pt x="2349" y="9135"/>
                    <a:pt x="2676" y="7917"/>
                    <a:pt x="4875" y="5723"/>
                  </a:cubicBezTo>
                  <a:cubicBezTo>
                    <a:pt x="5006" y="5587"/>
                    <a:pt x="4906" y="5375"/>
                    <a:pt x="4734" y="5375"/>
                  </a:cubicBezTo>
                  <a:cubicBezTo>
                    <a:pt x="4718" y="5375"/>
                    <a:pt x="4700" y="5377"/>
                    <a:pt x="4682" y="5381"/>
                  </a:cubicBezTo>
                  <a:cubicBezTo>
                    <a:pt x="4680" y="5381"/>
                    <a:pt x="4560" y="5411"/>
                    <a:pt x="4367" y="5411"/>
                  </a:cubicBezTo>
                  <a:cubicBezTo>
                    <a:pt x="4120" y="5411"/>
                    <a:pt x="3755" y="5362"/>
                    <a:pt x="3369" y="5141"/>
                  </a:cubicBezTo>
                  <a:cubicBezTo>
                    <a:pt x="3273" y="5089"/>
                    <a:pt x="3168" y="5064"/>
                    <a:pt x="3064" y="5064"/>
                  </a:cubicBezTo>
                  <a:cubicBezTo>
                    <a:pt x="2917" y="5064"/>
                    <a:pt x="2770" y="5114"/>
                    <a:pt x="2652" y="5213"/>
                  </a:cubicBezTo>
                  <a:cubicBezTo>
                    <a:pt x="2401" y="5414"/>
                    <a:pt x="1923" y="5693"/>
                    <a:pt x="1217" y="5693"/>
                  </a:cubicBezTo>
                  <a:cubicBezTo>
                    <a:pt x="1028" y="5693"/>
                    <a:pt x="823" y="5673"/>
                    <a:pt x="602" y="5627"/>
                  </a:cubicBezTo>
                  <a:lnTo>
                    <a:pt x="434" y="4785"/>
                  </a:lnTo>
                  <a:lnTo>
                    <a:pt x="2507" y="2711"/>
                  </a:lnTo>
                  <a:cubicBezTo>
                    <a:pt x="2546" y="2672"/>
                    <a:pt x="2565" y="2624"/>
                    <a:pt x="2565" y="2567"/>
                  </a:cubicBezTo>
                  <a:lnTo>
                    <a:pt x="2565" y="2302"/>
                  </a:lnTo>
                  <a:cubicBezTo>
                    <a:pt x="2565" y="2182"/>
                    <a:pt x="2657" y="2085"/>
                    <a:pt x="2772" y="2076"/>
                  </a:cubicBezTo>
                  <a:cubicBezTo>
                    <a:pt x="2915" y="2062"/>
                    <a:pt x="3136" y="2047"/>
                    <a:pt x="3407" y="2047"/>
                  </a:cubicBezTo>
                  <a:cubicBezTo>
                    <a:pt x="3915" y="2047"/>
                    <a:pt x="4599" y="2100"/>
                    <a:pt x="5279" y="2316"/>
                  </a:cubicBezTo>
                  <a:cubicBezTo>
                    <a:pt x="5306" y="2326"/>
                    <a:pt x="5331" y="2330"/>
                    <a:pt x="5354" y="2330"/>
                  </a:cubicBezTo>
                  <a:cubicBezTo>
                    <a:pt x="5565" y="2330"/>
                    <a:pt x="5642" y="1996"/>
                    <a:pt x="5399" y="1931"/>
                  </a:cubicBezTo>
                  <a:cubicBezTo>
                    <a:pt x="4672" y="1702"/>
                    <a:pt x="3944" y="1647"/>
                    <a:pt x="3405" y="1647"/>
                  </a:cubicBezTo>
                  <a:cubicBezTo>
                    <a:pt x="3118" y="1647"/>
                    <a:pt x="2884" y="1663"/>
                    <a:pt x="2734" y="1676"/>
                  </a:cubicBezTo>
                  <a:cubicBezTo>
                    <a:pt x="2411" y="1705"/>
                    <a:pt x="2161" y="1980"/>
                    <a:pt x="2161" y="2307"/>
                  </a:cubicBezTo>
                  <a:lnTo>
                    <a:pt x="2161" y="2485"/>
                  </a:lnTo>
                  <a:lnTo>
                    <a:pt x="68" y="4578"/>
                  </a:lnTo>
                  <a:cubicBezTo>
                    <a:pt x="25" y="4626"/>
                    <a:pt x="1" y="4693"/>
                    <a:pt x="15" y="4761"/>
                  </a:cubicBezTo>
                  <a:lnTo>
                    <a:pt x="232" y="5834"/>
                  </a:lnTo>
                  <a:cubicBezTo>
                    <a:pt x="246" y="5911"/>
                    <a:pt x="304" y="5973"/>
                    <a:pt x="381" y="5993"/>
                  </a:cubicBezTo>
                  <a:cubicBezTo>
                    <a:pt x="684" y="6068"/>
                    <a:pt x="962" y="6100"/>
                    <a:pt x="1216" y="6100"/>
                  </a:cubicBezTo>
                  <a:cubicBezTo>
                    <a:pt x="2041" y="6100"/>
                    <a:pt x="2605" y="5765"/>
                    <a:pt x="2907" y="5526"/>
                  </a:cubicBezTo>
                  <a:cubicBezTo>
                    <a:pt x="2951" y="5487"/>
                    <a:pt x="3006" y="5467"/>
                    <a:pt x="3063" y="5467"/>
                  </a:cubicBezTo>
                  <a:cubicBezTo>
                    <a:pt x="3099" y="5467"/>
                    <a:pt x="3136" y="5475"/>
                    <a:pt x="3171" y="5492"/>
                  </a:cubicBezTo>
                  <a:cubicBezTo>
                    <a:pt x="3494" y="5680"/>
                    <a:pt x="3855" y="5786"/>
                    <a:pt x="4225" y="5810"/>
                  </a:cubicBezTo>
                  <a:cubicBezTo>
                    <a:pt x="2353" y="7773"/>
                    <a:pt x="1949" y="8985"/>
                    <a:pt x="1949" y="9669"/>
                  </a:cubicBezTo>
                  <a:cubicBezTo>
                    <a:pt x="1944" y="9895"/>
                    <a:pt x="1978" y="10121"/>
                    <a:pt x="2050" y="10337"/>
                  </a:cubicBezTo>
                  <a:cubicBezTo>
                    <a:pt x="1742" y="10386"/>
                    <a:pt x="1521" y="10650"/>
                    <a:pt x="1521" y="10958"/>
                  </a:cubicBezTo>
                  <a:lnTo>
                    <a:pt x="1521" y="11223"/>
                  </a:lnTo>
                  <a:cubicBezTo>
                    <a:pt x="1261" y="11309"/>
                    <a:pt x="1088" y="11550"/>
                    <a:pt x="1088" y="11824"/>
                  </a:cubicBezTo>
                  <a:lnTo>
                    <a:pt x="1088" y="13114"/>
                  </a:lnTo>
                  <a:cubicBezTo>
                    <a:pt x="1088" y="13465"/>
                    <a:pt x="1372" y="13744"/>
                    <a:pt x="1718" y="13744"/>
                  </a:cubicBezTo>
                  <a:lnTo>
                    <a:pt x="8176" y="13744"/>
                  </a:lnTo>
                  <a:cubicBezTo>
                    <a:pt x="8522" y="13744"/>
                    <a:pt x="8806" y="13465"/>
                    <a:pt x="8806" y="13114"/>
                  </a:cubicBezTo>
                  <a:lnTo>
                    <a:pt x="8806" y="11824"/>
                  </a:lnTo>
                  <a:cubicBezTo>
                    <a:pt x="8806" y="11550"/>
                    <a:pt x="8633" y="11309"/>
                    <a:pt x="8378" y="11223"/>
                  </a:cubicBezTo>
                  <a:lnTo>
                    <a:pt x="8378" y="10963"/>
                  </a:lnTo>
                  <a:cubicBezTo>
                    <a:pt x="8373" y="10612"/>
                    <a:pt x="8094" y="10328"/>
                    <a:pt x="7743" y="10328"/>
                  </a:cubicBezTo>
                  <a:lnTo>
                    <a:pt x="7516" y="10328"/>
                  </a:lnTo>
                  <a:cubicBezTo>
                    <a:pt x="7545" y="9163"/>
                    <a:pt x="7805" y="8403"/>
                    <a:pt x="8060" y="7677"/>
                  </a:cubicBezTo>
                  <a:cubicBezTo>
                    <a:pt x="8320" y="6916"/>
                    <a:pt x="8590" y="6132"/>
                    <a:pt x="8590" y="4939"/>
                  </a:cubicBezTo>
                  <a:cubicBezTo>
                    <a:pt x="8590" y="3774"/>
                    <a:pt x="8224" y="2836"/>
                    <a:pt x="7497" y="2143"/>
                  </a:cubicBezTo>
                  <a:cubicBezTo>
                    <a:pt x="6920" y="1595"/>
                    <a:pt x="6208" y="1277"/>
                    <a:pt x="5548" y="1099"/>
                  </a:cubicBezTo>
                  <a:cubicBezTo>
                    <a:pt x="5414" y="512"/>
                    <a:pt x="5091" y="242"/>
                    <a:pt x="4841" y="122"/>
                  </a:cubicBezTo>
                  <a:cubicBezTo>
                    <a:pt x="4684" y="44"/>
                    <a:pt x="4511" y="1"/>
                    <a:pt x="4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1"/>
            <p:cNvSpPr/>
            <p:nvPr/>
          </p:nvSpPr>
          <p:spPr>
            <a:xfrm>
              <a:off x="2857400" y="2959723"/>
              <a:ext cx="24995" cy="16261"/>
            </a:xfrm>
            <a:custGeom>
              <a:rect b="b" l="l" r="r" t="t"/>
              <a:pathLst>
                <a:path extrusionOk="0" h="620" w="953">
                  <a:moveTo>
                    <a:pt x="293" y="0"/>
                  </a:moveTo>
                  <a:cubicBezTo>
                    <a:pt x="109" y="0"/>
                    <a:pt x="1" y="281"/>
                    <a:pt x="212" y="382"/>
                  </a:cubicBezTo>
                  <a:cubicBezTo>
                    <a:pt x="323" y="445"/>
                    <a:pt x="434" y="507"/>
                    <a:pt x="530" y="575"/>
                  </a:cubicBezTo>
                  <a:cubicBezTo>
                    <a:pt x="573" y="606"/>
                    <a:pt x="615" y="619"/>
                    <a:pt x="655" y="619"/>
                  </a:cubicBezTo>
                  <a:cubicBezTo>
                    <a:pt x="832" y="619"/>
                    <a:pt x="952" y="360"/>
                    <a:pt x="756" y="243"/>
                  </a:cubicBezTo>
                  <a:cubicBezTo>
                    <a:pt x="641" y="166"/>
                    <a:pt x="525" y="94"/>
                    <a:pt x="400" y="31"/>
                  </a:cubicBezTo>
                  <a:cubicBezTo>
                    <a:pt x="363" y="9"/>
                    <a:pt x="327"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1"/>
            <p:cNvSpPr/>
            <p:nvPr/>
          </p:nvSpPr>
          <p:spPr>
            <a:xfrm>
              <a:off x="2783963" y="2968588"/>
              <a:ext cx="10622" cy="16314"/>
            </a:xfrm>
            <a:custGeom>
              <a:rect b="b" l="l" r="r" t="t"/>
              <a:pathLst>
                <a:path extrusionOk="0" h="622" w="405">
                  <a:moveTo>
                    <a:pt x="202" y="1"/>
                  </a:moveTo>
                  <a:cubicBezTo>
                    <a:pt x="92" y="1"/>
                    <a:pt x="0" y="92"/>
                    <a:pt x="0" y="203"/>
                  </a:cubicBezTo>
                  <a:lnTo>
                    <a:pt x="0" y="420"/>
                  </a:lnTo>
                  <a:cubicBezTo>
                    <a:pt x="0" y="554"/>
                    <a:pt x="101" y="622"/>
                    <a:pt x="202" y="622"/>
                  </a:cubicBezTo>
                  <a:cubicBezTo>
                    <a:pt x="303" y="622"/>
                    <a:pt x="405" y="554"/>
                    <a:pt x="405" y="420"/>
                  </a:cubicBezTo>
                  <a:lnTo>
                    <a:pt x="405" y="203"/>
                  </a:lnTo>
                  <a:cubicBezTo>
                    <a:pt x="405" y="92"/>
                    <a:pt x="31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81"/>
          <p:cNvGrpSpPr/>
          <p:nvPr/>
        </p:nvGrpSpPr>
        <p:grpSpPr>
          <a:xfrm>
            <a:off x="3072963" y="2903675"/>
            <a:ext cx="387197" cy="355094"/>
            <a:chOff x="3072963" y="2903675"/>
            <a:chExt cx="387197" cy="355094"/>
          </a:xfrm>
        </p:grpSpPr>
        <p:sp>
          <p:nvSpPr>
            <p:cNvPr id="10312" name="Google Shape;10312;p81"/>
            <p:cNvSpPr/>
            <p:nvPr/>
          </p:nvSpPr>
          <p:spPr>
            <a:xfrm>
              <a:off x="3120540" y="3017949"/>
              <a:ext cx="79260" cy="87469"/>
            </a:xfrm>
            <a:custGeom>
              <a:rect b="b" l="l" r="r" t="t"/>
              <a:pathLst>
                <a:path extrusionOk="0" h="3335" w="3022">
                  <a:moveTo>
                    <a:pt x="530" y="0"/>
                  </a:moveTo>
                  <a:lnTo>
                    <a:pt x="539" y="169"/>
                  </a:lnTo>
                  <a:cubicBezTo>
                    <a:pt x="578" y="640"/>
                    <a:pt x="568" y="1656"/>
                    <a:pt x="68" y="3128"/>
                  </a:cubicBezTo>
                  <a:lnTo>
                    <a:pt x="0" y="3335"/>
                  </a:lnTo>
                  <a:lnTo>
                    <a:pt x="3022" y="3335"/>
                  </a:lnTo>
                  <a:lnTo>
                    <a:pt x="2950" y="3128"/>
                  </a:lnTo>
                  <a:cubicBezTo>
                    <a:pt x="2454" y="1656"/>
                    <a:pt x="2440" y="645"/>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1"/>
            <p:cNvSpPr/>
            <p:nvPr/>
          </p:nvSpPr>
          <p:spPr>
            <a:xfrm>
              <a:off x="3114482" y="3109430"/>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1"/>
            <p:cNvSpPr/>
            <p:nvPr/>
          </p:nvSpPr>
          <p:spPr>
            <a:xfrm>
              <a:off x="3081409" y="3178985"/>
              <a:ext cx="125971" cy="19330"/>
            </a:xfrm>
            <a:custGeom>
              <a:rect b="b" l="l" r="r" t="t"/>
              <a:pathLst>
                <a:path extrusionOk="0" h="737" w="4803">
                  <a:moveTo>
                    <a:pt x="1" y="0"/>
                  </a:moveTo>
                  <a:lnTo>
                    <a:pt x="1" y="736"/>
                  </a:lnTo>
                  <a:lnTo>
                    <a:pt x="4605"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1"/>
            <p:cNvSpPr/>
            <p:nvPr/>
          </p:nvSpPr>
          <p:spPr>
            <a:xfrm>
              <a:off x="3091873" y="3132799"/>
              <a:ext cx="131531" cy="42043"/>
            </a:xfrm>
            <a:custGeom>
              <a:rect b="b" l="l" r="r" t="t"/>
              <a:pathLst>
                <a:path extrusionOk="0" h="1603" w="5015">
                  <a:moveTo>
                    <a:pt x="439" y="0"/>
                  </a:moveTo>
                  <a:lnTo>
                    <a:pt x="1" y="1602"/>
                  </a:lnTo>
                  <a:lnTo>
                    <a:pt x="4813" y="1602"/>
                  </a:lnTo>
                  <a:lnTo>
                    <a:pt x="4919" y="1011"/>
                  </a:lnTo>
                  <a:cubicBezTo>
                    <a:pt x="4919" y="996"/>
                    <a:pt x="4928" y="977"/>
                    <a:pt x="4943" y="967"/>
                  </a:cubicBezTo>
                  <a:lnTo>
                    <a:pt x="5015" y="900"/>
                  </a:lnTo>
                  <a:lnTo>
                    <a:pt x="4986" y="808"/>
                  </a:lnTo>
                  <a:lnTo>
                    <a:pt x="4769"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1"/>
            <p:cNvSpPr/>
            <p:nvPr/>
          </p:nvSpPr>
          <p:spPr>
            <a:xfrm>
              <a:off x="3326111" y="3178985"/>
              <a:ext cx="125971" cy="19330"/>
            </a:xfrm>
            <a:custGeom>
              <a:rect b="b" l="l" r="r" t="t"/>
              <a:pathLst>
                <a:path extrusionOk="0" h="737" w="4803">
                  <a:moveTo>
                    <a:pt x="1" y="0"/>
                  </a:moveTo>
                  <a:lnTo>
                    <a:pt x="203" y="736"/>
                  </a:lnTo>
                  <a:lnTo>
                    <a:pt x="4803"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1"/>
            <p:cNvSpPr/>
            <p:nvPr/>
          </p:nvSpPr>
          <p:spPr>
            <a:xfrm>
              <a:off x="3188050" y="3231231"/>
              <a:ext cx="157522" cy="19199"/>
            </a:xfrm>
            <a:custGeom>
              <a:rect b="b" l="l" r="r" t="t"/>
              <a:pathLst>
                <a:path extrusionOk="0" h="732" w="6006">
                  <a:moveTo>
                    <a:pt x="1" y="0"/>
                  </a:moveTo>
                  <a:lnTo>
                    <a:pt x="1" y="732"/>
                  </a:lnTo>
                  <a:lnTo>
                    <a:pt x="6006" y="732"/>
                  </a:lnTo>
                  <a:lnTo>
                    <a:pt x="6006"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1"/>
            <p:cNvSpPr/>
            <p:nvPr/>
          </p:nvSpPr>
          <p:spPr>
            <a:xfrm>
              <a:off x="3325744" y="2930322"/>
              <a:ext cx="95547" cy="83482"/>
            </a:xfrm>
            <a:custGeom>
              <a:rect b="b" l="l" r="r" t="t"/>
              <a:pathLst>
                <a:path extrusionOk="0" h="3183" w="3643">
                  <a:moveTo>
                    <a:pt x="1814" y="1"/>
                  </a:moveTo>
                  <a:cubicBezTo>
                    <a:pt x="692" y="1"/>
                    <a:pt x="12" y="1266"/>
                    <a:pt x="659" y="2206"/>
                  </a:cubicBezTo>
                  <a:lnTo>
                    <a:pt x="707"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6"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1"/>
            <p:cNvSpPr/>
            <p:nvPr/>
          </p:nvSpPr>
          <p:spPr>
            <a:xfrm>
              <a:off x="3227181" y="3070194"/>
              <a:ext cx="79260" cy="87469"/>
            </a:xfrm>
            <a:custGeom>
              <a:rect b="b" l="l" r="r" t="t"/>
              <a:pathLst>
                <a:path extrusionOk="0" h="3335" w="3022">
                  <a:moveTo>
                    <a:pt x="529" y="0"/>
                  </a:moveTo>
                  <a:lnTo>
                    <a:pt x="539" y="169"/>
                  </a:lnTo>
                  <a:cubicBezTo>
                    <a:pt x="578" y="640"/>
                    <a:pt x="568" y="1656"/>
                    <a:pt x="68" y="3128"/>
                  </a:cubicBezTo>
                  <a:lnTo>
                    <a:pt x="0" y="3335"/>
                  </a:lnTo>
                  <a:lnTo>
                    <a:pt x="3022" y="3335"/>
                  </a:lnTo>
                  <a:lnTo>
                    <a:pt x="2950" y="3128"/>
                  </a:lnTo>
                  <a:cubicBezTo>
                    <a:pt x="2454" y="1656"/>
                    <a:pt x="2440" y="640"/>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1"/>
            <p:cNvSpPr/>
            <p:nvPr/>
          </p:nvSpPr>
          <p:spPr>
            <a:xfrm>
              <a:off x="3112462" y="2930322"/>
              <a:ext cx="95547" cy="83482"/>
            </a:xfrm>
            <a:custGeom>
              <a:rect b="b" l="l" r="r" t="t"/>
              <a:pathLst>
                <a:path extrusionOk="0" h="3183" w="3643">
                  <a:moveTo>
                    <a:pt x="1814" y="1"/>
                  </a:moveTo>
                  <a:cubicBezTo>
                    <a:pt x="692" y="1"/>
                    <a:pt x="12" y="1266"/>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7"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1"/>
            <p:cNvSpPr/>
            <p:nvPr/>
          </p:nvSpPr>
          <p:spPr>
            <a:xfrm>
              <a:off x="3310086" y="3132799"/>
              <a:ext cx="131400" cy="42043"/>
            </a:xfrm>
            <a:custGeom>
              <a:rect b="b" l="l" r="r" t="t"/>
              <a:pathLst>
                <a:path extrusionOk="0" h="1603" w="5010">
                  <a:moveTo>
                    <a:pt x="246" y="0"/>
                  </a:moveTo>
                  <a:lnTo>
                    <a:pt x="29" y="794"/>
                  </a:lnTo>
                  <a:lnTo>
                    <a:pt x="0" y="900"/>
                  </a:lnTo>
                  <a:lnTo>
                    <a:pt x="73" y="967"/>
                  </a:lnTo>
                  <a:cubicBezTo>
                    <a:pt x="87" y="977"/>
                    <a:pt x="97" y="996"/>
                    <a:pt x="97" y="1011"/>
                  </a:cubicBezTo>
                  <a:lnTo>
                    <a:pt x="203" y="1602"/>
                  </a:lnTo>
                  <a:lnTo>
                    <a:pt x="5009" y="1602"/>
                  </a:lnTo>
                  <a:lnTo>
                    <a:pt x="4576"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1"/>
            <p:cNvSpPr/>
            <p:nvPr/>
          </p:nvSpPr>
          <p:spPr>
            <a:xfrm>
              <a:off x="3327764" y="3109430"/>
              <a:ext cx="91245" cy="19356"/>
            </a:xfrm>
            <a:custGeom>
              <a:rect b="b" l="l" r="r" t="t"/>
              <a:pathLst>
                <a:path extrusionOk="0" h="738" w="3479">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1"/>
            <p:cNvSpPr/>
            <p:nvPr/>
          </p:nvSpPr>
          <p:spPr>
            <a:xfrm>
              <a:off x="3221123" y="3161675"/>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1"/>
            <p:cNvSpPr/>
            <p:nvPr/>
          </p:nvSpPr>
          <p:spPr>
            <a:xfrm>
              <a:off x="3219103" y="2982568"/>
              <a:ext cx="95547" cy="83482"/>
            </a:xfrm>
            <a:custGeom>
              <a:rect b="b" l="l" r="r" t="t"/>
              <a:pathLst>
                <a:path extrusionOk="0" h="3183" w="3643">
                  <a:moveTo>
                    <a:pt x="1808" y="1"/>
                  </a:moveTo>
                  <a:cubicBezTo>
                    <a:pt x="689" y="1"/>
                    <a:pt x="13" y="1267"/>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27"/>
                    <a:pt x="2863" y="2350"/>
                    <a:pt x="2906" y="2302"/>
                  </a:cubicBezTo>
                  <a:cubicBezTo>
                    <a:pt x="3643" y="1407"/>
                    <a:pt x="3036" y="50"/>
                    <a:pt x="1877" y="2"/>
                  </a:cubicBezTo>
                  <a:cubicBezTo>
                    <a:pt x="1854" y="1"/>
                    <a:pt x="1831" y="1"/>
                    <a:pt x="1808"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1"/>
            <p:cNvSpPr/>
            <p:nvPr/>
          </p:nvSpPr>
          <p:spPr>
            <a:xfrm>
              <a:off x="3333822" y="3017949"/>
              <a:ext cx="79155" cy="87469"/>
            </a:xfrm>
            <a:custGeom>
              <a:rect b="b" l="l" r="r" t="t"/>
              <a:pathLst>
                <a:path extrusionOk="0" h="3335" w="3018">
                  <a:moveTo>
                    <a:pt x="525" y="0"/>
                  </a:moveTo>
                  <a:lnTo>
                    <a:pt x="539" y="169"/>
                  </a:lnTo>
                  <a:cubicBezTo>
                    <a:pt x="573" y="640"/>
                    <a:pt x="563" y="1656"/>
                    <a:pt x="67" y="3128"/>
                  </a:cubicBezTo>
                  <a:lnTo>
                    <a:pt x="0" y="3335"/>
                  </a:lnTo>
                  <a:lnTo>
                    <a:pt x="3017" y="3335"/>
                  </a:lnTo>
                  <a:lnTo>
                    <a:pt x="2945" y="3128"/>
                  </a:lnTo>
                  <a:cubicBezTo>
                    <a:pt x="2449" y="1656"/>
                    <a:pt x="2440" y="645"/>
                    <a:pt x="2473" y="169"/>
                  </a:cubicBezTo>
                  <a:lnTo>
                    <a:pt x="2488"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1"/>
            <p:cNvSpPr/>
            <p:nvPr/>
          </p:nvSpPr>
          <p:spPr>
            <a:xfrm>
              <a:off x="3201295" y="3187168"/>
              <a:ext cx="131033" cy="37899"/>
            </a:xfrm>
            <a:custGeom>
              <a:rect b="b" l="l" r="r" t="t"/>
              <a:pathLst>
                <a:path extrusionOk="0" h="1445" w="4996">
                  <a:moveTo>
                    <a:pt x="390" y="1"/>
                  </a:moveTo>
                  <a:lnTo>
                    <a:pt x="1" y="1444"/>
                  </a:lnTo>
                  <a:lnTo>
                    <a:pt x="4995" y="1444"/>
                  </a:lnTo>
                  <a:lnTo>
                    <a:pt x="4601"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1"/>
            <p:cNvSpPr/>
            <p:nvPr/>
          </p:nvSpPr>
          <p:spPr>
            <a:xfrm>
              <a:off x="3326111" y="3178985"/>
              <a:ext cx="17572" cy="19330"/>
            </a:xfrm>
            <a:custGeom>
              <a:rect b="b" l="l" r="r" t="t"/>
              <a:pathLst>
                <a:path extrusionOk="0" h="737" w="670">
                  <a:moveTo>
                    <a:pt x="1" y="0"/>
                  </a:moveTo>
                  <a:lnTo>
                    <a:pt x="203" y="736"/>
                  </a:lnTo>
                  <a:lnTo>
                    <a:pt x="669" y="736"/>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1"/>
            <p:cNvSpPr/>
            <p:nvPr/>
          </p:nvSpPr>
          <p:spPr>
            <a:xfrm>
              <a:off x="3188050" y="3231231"/>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1"/>
            <p:cNvSpPr/>
            <p:nvPr/>
          </p:nvSpPr>
          <p:spPr>
            <a:xfrm>
              <a:off x="3325744" y="2930322"/>
              <a:ext cx="53766" cy="59641"/>
            </a:xfrm>
            <a:custGeom>
              <a:rect b="b" l="l" r="r" t="t"/>
              <a:pathLst>
                <a:path extrusionOk="0" h="2274" w="2050">
                  <a:moveTo>
                    <a:pt x="1803" y="0"/>
                  </a:moveTo>
                  <a:cubicBezTo>
                    <a:pt x="711" y="0"/>
                    <a:pt x="1" y="1251"/>
                    <a:pt x="659" y="2206"/>
                  </a:cubicBezTo>
                  <a:lnTo>
                    <a:pt x="703" y="2273"/>
                  </a:lnTo>
                  <a:lnTo>
                    <a:pt x="1174" y="2273"/>
                  </a:lnTo>
                  <a:lnTo>
                    <a:pt x="1126" y="2206"/>
                  </a:lnTo>
                  <a:cubicBezTo>
                    <a:pt x="544" y="1359"/>
                    <a:pt x="1039" y="195"/>
                    <a:pt x="2050" y="21"/>
                  </a:cubicBezTo>
                  <a:cubicBezTo>
                    <a:pt x="1966" y="7"/>
                    <a:pt x="1883" y="0"/>
                    <a:pt x="18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1"/>
            <p:cNvSpPr/>
            <p:nvPr/>
          </p:nvSpPr>
          <p:spPr>
            <a:xfrm>
              <a:off x="3325744"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1"/>
            <p:cNvSpPr/>
            <p:nvPr/>
          </p:nvSpPr>
          <p:spPr>
            <a:xfrm>
              <a:off x="3227181" y="3070063"/>
              <a:ext cx="27539" cy="87495"/>
            </a:xfrm>
            <a:custGeom>
              <a:rect b="b" l="l" r="r" t="t"/>
              <a:pathLst>
                <a:path extrusionOk="0" h="3336" w="1050">
                  <a:moveTo>
                    <a:pt x="529" y="1"/>
                  </a:moveTo>
                  <a:lnTo>
                    <a:pt x="539" y="174"/>
                  </a:lnTo>
                  <a:cubicBezTo>
                    <a:pt x="578" y="645"/>
                    <a:pt x="568" y="1661"/>
                    <a:pt x="68" y="3128"/>
                  </a:cubicBezTo>
                  <a:lnTo>
                    <a:pt x="0" y="3335"/>
                  </a:lnTo>
                  <a:lnTo>
                    <a:pt x="467" y="3335"/>
                  </a:lnTo>
                  <a:lnTo>
                    <a:pt x="539" y="3128"/>
                  </a:lnTo>
                  <a:cubicBezTo>
                    <a:pt x="1039" y="1661"/>
                    <a:pt x="1049" y="645"/>
                    <a:pt x="1011" y="174"/>
                  </a:cubicBezTo>
                  <a:lnTo>
                    <a:pt x="996"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1"/>
            <p:cNvSpPr/>
            <p:nvPr/>
          </p:nvSpPr>
          <p:spPr>
            <a:xfrm>
              <a:off x="3120540" y="3017949"/>
              <a:ext cx="27539" cy="87469"/>
            </a:xfrm>
            <a:custGeom>
              <a:rect b="b" l="l" r="r" t="t"/>
              <a:pathLst>
                <a:path extrusionOk="0" h="3335" w="1050">
                  <a:moveTo>
                    <a:pt x="530" y="0"/>
                  </a:moveTo>
                  <a:lnTo>
                    <a:pt x="539" y="169"/>
                  </a:lnTo>
                  <a:cubicBezTo>
                    <a:pt x="578" y="645"/>
                    <a:pt x="568" y="1656"/>
                    <a:pt x="68" y="3128"/>
                  </a:cubicBezTo>
                  <a:lnTo>
                    <a:pt x="0" y="3335"/>
                  </a:lnTo>
                  <a:lnTo>
                    <a:pt x="467" y="3335"/>
                  </a:lnTo>
                  <a:lnTo>
                    <a:pt x="539" y="3128"/>
                  </a:lnTo>
                  <a:cubicBezTo>
                    <a:pt x="1040"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1"/>
            <p:cNvSpPr/>
            <p:nvPr/>
          </p:nvSpPr>
          <p:spPr>
            <a:xfrm>
              <a:off x="3114482"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1"/>
            <p:cNvSpPr/>
            <p:nvPr/>
          </p:nvSpPr>
          <p:spPr>
            <a:xfrm>
              <a:off x="3081409" y="3178985"/>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1"/>
            <p:cNvSpPr/>
            <p:nvPr/>
          </p:nvSpPr>
          <p:spPr>
            <a:xfrm>
              <a:off x="3091873" y="3132799"/>
              <a:ext cx="23762" cy="42043"/>
            </a:xfrm>
            <a:custGeom>
              <a:rect b="b" l="l" r="r" t="t"/>
              <a:pathLst>
                <a:path extrusionOk="0" h="1603" w="906">
                  <a:moveTo>
                    <a:pt x="439" y="0"/>
                  </a:moveTo>
                  <a:lnTo>
                    <a:pt x="1" y="1602"/>
                  </a:lnTo>
                  <a:lnTo>
                    <a:pt x="473" y="1602"/>
                  </a:lnTo>
                  <a:lnTo>
                    <a:pt x="90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1"/>
            <p:cNvSpPr/>
            <p:nvPr/>
          </p:nvSpPr>
          <p:spPr>
            <a:xfrm>
              <a:off x="3112462"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1"/>
            <p:cNvSpPr/>
            <p:nvPr/>
          </p:nvSpPr>
          <p:spPr>
            <a:xfrm>
              <a:off x="3112462" y="2930322"/>
              <a:ext cx="53898" cy="59641"/>
            </a:xfrm>
            <a:custGeom>
              <a:rect b="b" l="l" r="r" t="t"/>
              <a:pathLst>
                <a:path extrusionOk="0" h="2274" w="2055">
                  <a:moveTo>
                    <a:pt x="1808" y="0"/>
                  </a:moveTo>
                  <a:cubicBezTo>
                    <a:pt x="715" y="0"/>
                    <a:pt x="1" y="1251"/>
                    <a:pt x="659" y="2206"/>
                  </a:cubicBezTo>
                  <a:lnTo>
                    <a:pt x="708" y="2273"/>
                  </a:lnTo>
                  <a:lnTo>
                    <a:pt x="1174" y="2273"/>
                  </a:lnTo>
                  <a:lnTo>
                    <a:pt x="1131" y="2206"/>
                  </a:lnTo>
                  <a:cubicBezTo>
                    <a:pt x="544" y="1359"/>
                    <a:pt x="1040" y="195"/>
                    <a:pt x="2055" y="21"/>
                  </a:cubicBezTo>
                  <a:cubicBezTo>
                    <a:pt x="1971" y="7"/>
                    <a:pt x="1888" y="0"/>
                    <a:pt x="180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1"/>
            <p:cNvSpPr/>
            <p:nvPr/>
          </p:nvSpPr>
          <p:spPr>
            <a:xfrm>
              <a:off x="3310086" y="3132799"/>
              <a:ext cx="18831" cy="42043"/>
            </a:xfrm>
            <a:custGeom>
              <a:rect b="b" l="l" r="r" t="t"/>
              <a:pathLst>
                <a:path extrusionOk="0" h="1603" w="718">
                  <a:moveTo>
                    <a:pt x="246" y="0"/>
                  </a:moveTo>
                  <a:lnTo>
                    <a:pt x="34" y="794"/>
                  </a:lnTo>
                  <a:lnTo>
                    <a:pt x="0" y="900"/>
                  </a:lnTo>
                  <a:lnTo>
                    <a:pt x="73" y="967"/>
                  </a:lnTo>
                  <a:cubicBezTo>
                    <a:pt x="87" y="977"/>
                    <a:pt x="97" y="996"/>
                    <a:pt x="97" y="1011"/>
                  </a:cubicBezTo>
                  <a:lnTo>
                    <a:pt x="203" y="1602"/>
                  </a:lnTo>
                  <a:lnTo>
                    <a:pt x="674" y="1602"/>
                  </a:lnTo>
                  <a:lnTo>
                    <a:pt x="568" y="1011"/>
                  </a:lnTo>
                  <a:cubicBezTo>
                    <a:pt x="568" y="996"/>
                    <a:pt x="559" y="977"/>
                    <a:pt x="544" y="967"/>
                  </a:cubicBezTo>
                  <a:lnTo>
                    <a:pt x="467" y="900"/>
                  </a:lnTo>
                  <a:lnTo>
                    <a:pt x="506" y="794"/>
                  </a:lnTo>
                  <a:lnTo>
                    <a:pt x="717"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1"/>
            <p:cNvSpPr/>
            <p:nvPr/>
          </p:nvSpPr>
          <p:spPr>
            <a:xfrm>
              <a:off x="3327764"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1"/>
            <p:cNvSpPr/>
            <p:nvPr/>
          </p:nvSpPr>
          <p:spPr>
            <a:xfrm>
              <a:off x="3221123" y="3161675"/>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1"/>
            <p:cNvSpPr/>
            <p:nvPr/>
          </p:nvSpPr>
          <p:spPr>
            <a:xfrm>
              <a:off x="3219103" y="3046353"/>
              <a:ext cx="18307" cy="19697"/>
            </a:xfrm>
            <a:custGeom>
              <a:rect b="b" l="l" r="r" t="t"/>
              <a:pathLst>
                <a:path extrusionOk="0" h="751" w="698">
                  <a:moveTo>
                    <a:pt x="231" y="0"/>
                  </a:moveTo>
                  <a:cubicBezTo>
                    <a:pt x="101" y="0"/>
                    <a:pt x="0" y="101"/>
                    <a:pt x="0" y="226"/>
                  </a:cubicBezTo>
                  <a:lnTo>
                    <a:pt x="0" y="524"/>
                  </a:lnTo>
                  <a:cubicBezTo>
                    <a:pt x="0" y="650"/>
                    <a:pt x="101" y="751"/>
                    <a:pt x="231" y="751"/>
                  </a:cubicBezTo>
                  <a:lnTo>
                    <a:pt x="698" y="751"/>
                  </a:lnTo>
                  <a:cubicBezTo>
                    <a:pt x="573" y="751"/>
                    <a:pt x="472" y="650"/>
                    <a:pt x="472" y="524"/>
                  </a:cubicBezTo>
                  <a:lnTo>
                    <a:pt x="472" y="226"/>
                  </a:lnTo>
                  <a:cubicBezTo>
                    <a:pt x="472" y="101"/>
                    <a:pt x="573" y="0"/>
                    <a:pt x="69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1"/>
            <p:cNvSpPr/>
            <p:nvPr/>
          </p:nvSpPr>
          <p:spPr>
            <a:xfrm>
              <a:off x="3219129" y="2982541"/>
              <a:ext cx="53871" cy="59668"/>
            </a:xfrm>
            <a:custGeom>
              <a:rect b="b" l="l" r="r" t="t"/>
              <a:pathLst>
                <a:path extrusionOk="0" h="2275" w="2054">
                  <a:moveTo>
                    <a:pt x="1802" y="0"/>
                  </a:moveTo>
                  <a:cubicBezTo>
                    <a:pt x="712" y="0"/>
                    <a:pt x="0" y="1254"/>
                    <a:pt x="658" y="2207"/>
                  </a:cubicBezTo>
                  <a:lnTo>
                    <a:pt x="707" y="2274"/>
                  </a:lnTo>
                  <a:lnTo>
                    <a:pt x="1173" y="2274"/>
                  </a:lnTo>
                  <a:lnTo>
                    <a:pt x="1130" y="2207"/>
                  </a:lnTo>
                  <a:cubicBezTo>
                    <a:pt x="543" y="1360"/>
                    <a:pt x="1039" y="191"/>
                    <a:pt x="2054" y="22"/>
                  </a:cubicBezTo>
                  <a:cubicBezTo>
                    <a:pt x="1968" y="8"/>
                    <a:pt x="1884" y="0"/>
                    <a:pt x="180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1"/>
            <p:cNvSpPr/>
            <p:nvPr/>
          </p:nvSpPr>
          <p:spPr>
            <a:xfrm>
              <a:off x="3333822" y="3017949"/>
              <a:ext cx="27539" cy="87469"/>
            </a:xfrm>
            <a:custGeom>
              <a:rect b="b" l="l" r="r" t="t"/>
              <a:pathLst>
                <a:path extrusionOk="0" h="3335" w="1050">
                  <a:moveTo>
                    <a:pt x="529" y="0"/>
                  </a:moveTo>
                  <a:lnTo>
                    <a:pt x="539" y="169"/>
                  </a:lnTo>
                  <a:cubicBezTo>
                    <a:pt x="577" y="640"/>
                    <a:pt x="568" y="1656"/>
                    <a:pt x="67" y="3128"/>
                  </a:cubicBezTo>
                  <a:lnTo>
                    <a:pt x="0" y="3335"/>
                  </a:lnTo>
                  <a:lnTo>
                    <a:pt x="467" y="3335"/>
                  </a:lnTo>
                  <a:lnTo>
                    <a:pt x="539" y="3128"/>
                  </a:lnTo>
                  <a:cubicBezTo>
                    <a:pt x="1039"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1"/>
            <p:cNvSpPr/>
            <p:nvPr/>
          </p:nvSpPr>
          <p:spPr>
            <a:xfrm>
              <a:off x="3201295" y="3187168"/>
              <a:ext cx="22634" cy="37899"/>
            </a:xfrm>
            <a:custGeom>
              <a:rect b="b" l="l" r="r" t="t"/>
              <a:pathLst>
                <a:path extrusionOk="0" h="1445" w="863">
                  <a:moveTo>
                    <a:pt x="390" y="1"/>
                  </a:moveTo>
                  <a:lnTo>
                    <a:pt x="1" y="1444"/>
                  </a:lnTo>
                  <a:lnTo>
                    <a:pt x="467" y="1444"/>
                  </a:lnTo>
                  <a:lnTo>
                    <a:pt x="86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1"/>
            <p:cNvSpPr/>
            <p:nvPr/>
          </p:nvSpPr>
          <p:spPr>
            <a:xfrm>
              <a:off x="3072963" y="2903675"/>
              <a:ext cx="387197" cy="355094"/>
            </a:xfrm>
            <a:custGeom>
              <a:rect b="b" l="l" r="r" t="t"/>
              <a:pathLst>
                <a:path extrusionOk="0" h="13539" w="14763">
                  <a:moveTo>
                    <a:pt x="3322" y="1171"/>
                  </a:moveTo>
                  <a:cubicBezTo>
                    <a:pt x="3340" y="1171"/>
                    <a:pt x="3359" y="1171"/>
                    <a:pt x="3378" y="1172"/>
                  </a:cubicBezTo>
                  <a:cubicBezTo>
                    <a:pt x="4413" y="1215"/>
                    <a:pt x="4947" y="2418"/>
                    <a:pt x="4292" y="3217"/>
                  </a:cubicBezTo>
                  <a:cubicBezTo>
                    <a:pt x="4167" y="3371"/>
                    <a:pt x="4273" y="3602"/>
                    <a:pt x="4470" y="3602"/>
                  </a:cubicBezTo>
                  <a:lnTo>
                    <a:pt x="4913" y="3602"/>
                  </a:lnTo>
                  <a:cubicBezTo>
                    <a:pt x="4951" y="3602"/>
                    <a:pt x="4985" y="3631"/>
                    <a:pt x="4985" y="3674"/>
                  </a:cubicBezTo>
                  <a:lnTo>
                    <a:pt x="4985" y="3968"/>
                  </a:lnTo>
                  <a:cubicBezTo>
                    <a:pt x="4985" y="4006"/>
                    <a:pt x="4951" y="4040"/>
                    <a:pt x="4913" y="4040"/>
                  </a:cubicBezTo>
                  <a:lnTo>
                    <a:pt x="1737" y="4040"/>
                  </a:lnTo>
                  <a:cubicBezTo>
                    <a:pt x="1699" y="4040"/>
                    <a:pt x="1665" y="4011"/>
                    <a:pt x="1665" y="3972"/>
                  </a:cubicBezTo>
                  <a:lnTo>
                    <a:pt x="1665" y="3968"/>
                  </a:lnTo>
                  <a:lnTo>
                    <a:pt x="1665" y="3674"/>
                  </a:lnTo>
                  <a:cubicBezTo>
                    <a:pt x="1665" y="3636"/>
                    <a:pt x="1699" y="3602"/>
                    <a:pt x="1737" y="3602"/>
                  </a:cubicBezTo>
                  <a:lnTo>
                    <a:pt x="3744" y="3602"/>
                  </a:lnTo>
                  <a:cubicBezTo>
                    <a:pt x="4057" y="3602"/>
                    <a:pt x="4057" y="3130"/>
                    <a:pt x="3744" y="3130"/>
                  </a:cubicBezTo>
                  <a:lnTo>
                    <a:pt x="2295" y="3130"/>
                  </a:lnTo>
                  <a:cubicBezTo>
                    <a:pt x="1719" y="2294"/>
                    <a:pt x="2325" y="1171"/>
                    <a:pt x="3322" y="1171"/>
                  </a:cubicBezTo>
                  <a:close/>
                  <a:moveTo>
                    <a:pt x="11454" y="1171"/>
                  </a:moveTo>
                  <a:cubicBezTo>
                    <a:pt x="11472" y="1171"/>
                    <a:pt x="11491" y="1171"/>
                    <a:pt x="11510" y="1172"/>
                  </a:cubicBezTo>
                  <a:cubicBezTo>
                    <a:pt x="12540" y="1215"/>
                    <a:pt x="13079" y="2423"/>
                    <a:pt x="12419" y="3217"/>
                  </a:cubicBezTo>
                  <a:cubicBezTo>
                    <a:pt x="12294" y="3371"/>
                    <a:pt x="12405" y="3602"/>
                    <a:pt x="12602" y="3602"/>
                  </a:cubicBezTo>
                  <a:lnTo>
                    <a:pt x="13045" y="3602"/>
                  </a:lnTo>
                  <a:cubicBezTo>
                    <a:pt x="13083" y="3602"/>
                    <a:pt x="13117" y="3636"/>
                    <a:pt x="13117" y="3674"/>
                  </a:cubicBezTo>
                  <a:lnTo>
                    <a:pt x="13117" y="3972"/>
                  </a:lnTo>
                  <a:cubicBezTo>
                    <a:pt x="13117" y="4011"/>
                    <a:pt x="13083" y="4045"/>
                    <a:pt x="13045" y="4045"/>
                  </a:cubicBezTo>
                  <a:lnTo>
                    <a:pt x="9864" y="4045"/>
                  </a:lnTo>
                  <a:cubicBezTo>
                    <a:pt x="9826" y="4045"/>
                    <a:pt x="9792" y="4011"/>
                    <a:pt x="9797" y="3972"/>
                  </a:cubicBezTo>
                  <a:lnTo>
                    <a:pt x="9797" y="3674"/>
                  </a:lnTo>
                  <a:cubicBezTo>
                    <a:pt x="9797" y="3636"/>
                    <a:pt x="9826" y="3602"/>
                    <a:pt x="9869" y="3602"/>
                  </a:cubicBezTo>
                  <a:lnTo>
                    <a:pt x="11876" y="3602"/>
                  </a:lnTo>
                  <a:cubicBezTo>
                    <a:pt x="12188" y="3602"/>
                    <a:pt x="12188" y="3135"/>
                    <a:pt x="11876" y="3135"/>
                  </a:cubicBezTo>
                  <a:lnTo>
                    <a:pt x="10427" y="3135"/>
                  </a:lnTo>
                  <a:cubicBezTo>
                    <a:pt x="9851" y="2299"/>
                    <a:pt x="10453" y="1171"/>
                    <a:pt x="11454" y="1171"/>
                  </a:cubicBezTo>
                  <a:close/>
                  <a:moveTo>
                    <a:pt x="7388" y="3163"/>
                  </a:moveTo>
                  <a:cubicBezTo>
                    <a:pt x="7406" y="3163"/>
                    <a:pt x="7425" y="3163"/>
                    <a:pt x="7444" y="3164"/>
                  </a:cubicBezTo>
                  <a:cubicBezTo>
                    <a:pt x="8478" y="3207"/>
                    <a:pt x="9013" y="4410"/>
                    <a:pt x="8358" y="5209"/>
                  </a:cubicBezTo>
                  <a:cubicBezTo>
                    <a:pt x="8233" y="5363"/>
                    <a:pt x="8339" y="5594"/>
                    <a:pt x="8541" y="5594"/>
                  </a:cubicBezTo>
                  <a:lnTo>
                    <a:pt x="8979" y="5594"/>
                  </a:lnTo>
                  <a:cubicBezTo>
                    <a:pt x="9022" y="5594"/>
                    <a:pt x="9051" y="5628"/>
                    <a:pt x="9051" y="5666"/>
                  </a:cubicBezTo>
                  <a:lnTo>
                    <a:pt x="9051" y="5960"/>
                  </a:lnTo>
                  <a:cubicBezTo>
                    <a:pt x="9051" y="6003"/>
                    <a:pt x="9022" y="6032"/>
                    <a:pt x="8979" y="6032"/>
                  </a:cubicBezTo>
                  <a:lnTo>
                    <a:pt x="5803" y="6032"/>
                  </a:lnTo>
                  <a:cubicBezTo>
                    <a:pt x="5801" y="6032"/>
                    <a:pt x="5798" y="6032"/>
                    <a:pt x="5796" y="6032"/>
                  </a:cubicBezTo>
                  <a:cubicBezTo>
                    <a:pt x="5760" y="6032"/>
                    <a:pt x="5731" y="6001"/>
                    <a:pt x="5731" y="5964"/>
                  </a:cubicBezTo>
                  <a:lnTo>
                    <a:pt x="5731" y="5960"/>
                  </a:lnTo>
                  <a:lnTo>
                    <a:pt x="5731" y="5666"/>
                  </a:lnTo>
                  <a:cubicBezTo>
                    <a:pt x="5731" y="5628"/>
                    <a:pt x="5765" y="5594"/>
                    <a:pt x="5803" y="5594"/>
                  </a:cubicBezTo>
                  <a:lnTo>
                    <a:pt x="7810" y="5594"/>
                  </a:lnTo>
                  <a:cubicBezTo>
                    <a:pt x="8122" y="5594"/>
                    <a:pt x="8122" y="5122"/>
                    <a:pt x="7810" y="5122"/>
                  </a:cubicBezTo>
                  <a:lnTo>
                    <a:pt x="6361" y="5122"/>
                  </a:lnTo>
                  <a:cubicBezTo>
                    <a:pt x="5785" y="4291"/>
                    <a:pt x="6391" y="3163"/>
                    <a:pt x="7388" y="3163"/>
                  </a:cubicBezTo>
                  <a:close/>
                  <a:moveTo>
                    <a:pt x="4138" y="4511"/>
                  </a:moveTo>
                  <a:cubicBezTo>
                    <a:pt x="4100" y="4983"/>
                    <a:pt x="4109" y="6027"/>
                    <a:pt x="4619" y="7533"/>
                  </a:cubicBezTo>
                  <a:lnTo>
                    <a:pt x="2031" y="7533"/>
                  </a:lnTo>
                  <a:cubicBezTo>
                    <a:pt x="2541" y="6027"/>
                    <a:pt x="2550" y="4988"/>
                    <a:pt x="2512" y="4511"/>
                  </a:cubicBezTo>
                  <a:close/>
                  <a:moveTo>
                    <a:pt x="12265" y="4511"/>
                  </a:moveTo>
                  <a:cubicBezTo>
                    <a:pt x="12232" y="4988"/>
                    <a:pt x="12236" y="6027"/>
                    <a:pt x="12747" y="7533"/>
                  </a:cubicBezTo>
                  <a:lnTo>
                    <a:pt x="10163" y="7533"/>
                  </a:lnTo>
                  <a:cubicBezTo>
                    <a:pt x="10673" y="6027"/>
                    <a:pt x="10677" y="4988"/>
                    <a:pt x="10644" y="4511"/>
                  </a:cubicBezTo>
                  <a:close/>
                  <a:moveTo>
                    <a:pt x="4802" y="8000"/>
                  </a:moveTo>
                  <a:lnTo>
                    <a:pt x="4879" y="8423"/>
                  </a:lnTo>
                  <a:lnTo>
                    <a:pt x="1771" y="8423"/>
                  </a:lnTo>
                  <a:lnTo>
                    <a:pt x="1848" y="8000"/>
                  </a:lnTo>
                  <a:close/>
                  <a:moveTo>
                    <a:pt x="12934" y="8005"/>
                  </a:moveTo>
                  <a:lnTo>
                    <a:pt x="13006" y="8423"/>
                  </a:lnTo>
                  <a:lnTo>
                    <a:pt x="9903" y="8423"/>
                  </a:lnTo>
                  <a:lnTo>
                    <a:pt x="9980" y="8005"/>
                  </a:lnTo>
                  <a:close/>
                  <a:moveTo>
                    <a:pt x="8204" y="6503"/>
                  </a:moveTo>
                  <a:cubicBezTo>
                    <a:pt x="8166" y="6975"/>
                    <a:pt x="8175" y="8019"/>
                    <a:pt x="8685" y="9525"/>
                  </a:cubicBezTo>
                  <a:lnTo>
                    <a:pt x="6101" y="9525"/>
                  </a:lnTo>
                  <a:cubicBezTo>
                    <a:pt x="6607" y="8019"/>
                    <a:pt x="6616" y="6980"/>
                    <a:pt x="6578" y="6503"/>
                  </a:cubicBezTo>
                  <a:close/>
                  <a:moveTo>
                    <a:pt x="5370" y="8890"/>
                  </a:moveTo>
                  <a:lnTo>
                    <a:pt x="5553" y="9573"/>
                  </a:lnTo>
                  <a:cubicBezTo>
                    <a:pt x="5553" y="9578"/>
                    <a:pt x="5553" y="9578"/>
                    <a:pt x="5558" y="9583"/>
                  </a:cubicBezTo>
                  <a:cubicBezTo>
                    <a:pt x="5519" y="9621"/>
                    <a:pt x="5495" y="9665"/>
                    <a:pt x="5486" y="9718"/>
                  </a:cubicBezTo>
                  <a:lnTo>
                    <a:pt x="5404" y="10180"/>
                  </a:lnTo>
                  <a:lnTo>
                    <a:pt x="929" y="10180"/>
                  </a:lnTo>
                  <a:lnTo>
                    <a:pt x="1280" y="8890"/>
                  </a:lnTo>
                  <a:close/>
                  <a:moveTo>
                    <a:pt x="13502" y="8895"/>
                  </a:moveTo>
                  <a:lnTo>
                    <a:pt x="13848" y="10184"/>
                  </a:lnTo>
                  <a:lnTo>
                    <a:pt x="9378" y="10184"/>
                  </a:lnTo>
                  <a:lnTo>
                    <a:pt x="9296" y="9718"/>
                  </a:lnTo>
                  <a:cubicBezTo>
                    <a:pt x="9287" y="9670"/>
                    <a:pt x="9258" y="9621"/>
                    <a:pt x="9220" y="9588"/>
                  </a:cubicBezTo>
                  <a:cubicBezTo>
                    <a:pt x="9220" y="9583"/>
                    <a:pt x="9224" y="9578"/>
                    <a:pt x="9224" y="9573"/>
                  </a:cubicBezTo>
                  <a:lnTo>
                    <a:pt x="9412" y="8895"/>
                  </a:lnTo>
                  <a:close/>
                  <a:moveTo>
                    <a:pt x="8868" y="9997"/>
                  </a:moveTo>
                  <a:lnTo>
                    <a:pt x="8940" y="10415"/>
                  </a:lnTo>
                  <a:lnTo>
                    <a:pt x="5837" y="10415"/>
                  </a:lnTo>
                  <a:lnTo>
                    <a:pt x="5914" y="9997"/>
                  </a:lnTo>
                  <a:close/>
                  <a:moveTo>
                    <a:pt x="4923" y="10651"/>
                  </a:moveTo>
                  <a:lnTo>
                    <a:pt x="4807" y="11070"/>
                  </a:lnTo>
                  <a:lnTo>
                    <a:pt x="481" y="11070"/>
                  </a:lnTo>
                  <a:lnTo>
                    <a:pt x="481" y="10651"/>
                  </a:lnTo>
                  <a:close/>
                  <a:moveTo>
                    <a:pt x="14301" y="10651"/>
                  </a:moveTo>
                  <a:lnTo>
                    <a:pt x="14301" y="11070"/>
                  </a:lnTo>
                  <a:lnTo>
                    <a:pt x="9975" y="11070"/>
                  </a:lnTo>
                  <a:lnTo>
                    <a:pt x="9859" y="10651"/>
                  </a:lnTo>
                  <a:close/>
                  <a:moveTo>
                    <a:pt x="9436" y="10882"/>
                  </a:moveTo>
                  <a:lnTo>
                    <a:pt x="9787" y="12172"/>
                  </a:lnTo>
                  <a:lnTo>
                    <a:pt x="4995" y="12172"/>
                  </a:lnTo>
                  <a:lnTo>
                    <a:pt x="5346" y="10882"/>
                  </a:lnTo>
                  <a:close/>
                  <a:moveTo>
                    <a:pt x="10235" y="12643"/>
                  </a:moveTo>
                  <a:lnTo>
                    <a:pt x="10235" y="13062"/>
                  </a:lnTo>
                  <a:lnTo>
                    <a:pt x="4542" y="13062"/>
                  </a:lnTo>
                  <a:lnTo>
                    <a:pt x="4542" y="12643"/>
                  </a:lnTo>
                  <a:close/>
                  <a:moveTo>
                    <a:pt x="11457" y="0"/>
                  </a:moveTo>
                  <a:cubicBezTo>
                    <a:pt x="11339" y="0"/>
                    <a:pt x="11221" y="80"/>
                    <a:pt x="11221" y="239"/>
                  </a:cubicBezTo>
                  <a:lnTo>
                    <a:pt x="11221" y="725"/>
                  </a:lnTo>
                  <a:cubicBezTo>
                    <a:pt x="10081" y="878"/>
                    <a:pt x="9412" y="2086"/>
                    <a:pt x="9888" y="3135"/>
                  </a:cubicBezTo>
                  <a:lnTo>
                    <a:pt x="9869" y="3135"/>
                  </a:lnTo>
                  <a:cubicBezTo>
                    <a:pt x="9566" y="3135"/>
                    <a:pt x="9325" y="3381"/>
                    <a:pt x="9325" y="3679"/>
                  </a:cubicBezTo>
                  <a:lnTo>
                    <a:pt x="9325" y="3972"/>
                  </a:lnTo>
                  <a:cubicBezTo>
                    <a:pt x="9325" y="4271"/>
                    <a:pt x="9566" y="4516"/>
                    <a:pt x="9869" y="4516"/>
                  </a:cubicBezTo>
                  <a:lnTo>
                    <a:pt x="10172" y="4516"/>
                  </a:lnTo>
                  <a:cubicBezTo>
                    <a:pt x="10206" y="4920"/>
                    <a:pt x="10220" y="5989"/>
                    <a:pt x="9653" y="7576"/>
                  </a:cubicBezTo>
                  <a:cubicBezTo>
                    <a:pt x="9600" y="7610"/>
                    <a:pt x="9561" y="7668"/>
                    <a:pt x="9547" y="7730"/>
                  </a:cubicBezTo>
                  <a:lnTo>
                    <a:pt x="9426" y="8428"/>
                  </a:lnTo>
                  <a:lnTo>
                    <a:pt x="9229" y="8428"/>
                  </a:lnTo>
                  <a:cubicBezTo>
                    <a:pt x="9123" y="8428"/>
                    <a:pt x="9032" y="8495"/>
                    <a:pt x="9003" y="8601"/>
                  </a:cubicBezTo>
                  <a:lnTo>
                    <a:pt x="8950" y="8799"/>
                  </a:lnTo>
                  <a:cubicBezTo>
                    <a:pt x="8632" y="7639"/>
                    <a:pt x="8647" y="6845"/>
                    <a:pt x="8676" y="6508"/>
                  </a:cubicBezTo>
                  <a:lnTo>
                    <a:pt x="8974" y="6508"/>
                  </a:lnTo>
                  <a:cubicBezTo>
                    <a:pt x="9272" y="6508"/>
                    <a:pt x="9518" y="6263"/>
                    <a:pt x="9518" y="5964"/>
                  </a:cubicBezTo>
                  <a:lnTo>
                    <a:pt x="9518" y="5671"/>
                  </a:lnTo>
                  <a:cubicBezTo>
                    <a:pt x="9518" y="5373"/>
                    <a:pt x="9272" y="5127"/>
                    <a:pt x="8974" y="5127"/>
                  </a:cubicBezTo>
                  <a:lnTo>
                    <a:pt x="8955" y="5127"/>
                  </a:lnTo>
                  <a:cubicBezTo>
                    <a:pt x="9431" y="4078"/>
                    <a:pt x="8762" y="2871"/>
                    <a:pt x="7622" y="2717"/>
                  </a:cubicBezTo>
                  <a:lnTo>
                    <a:pt x="7622" y="2231"/>
                  </a:lnTo>
                  <a:cubicBezTo>
                    <a:pt x="7622" y="2072"/>
                    <a:pt x="7504" y="1992"/>
                    <a:pt x="7386" y="1992"/>
                  </a:cubicBezTo>
                  <a:cubicBezTo>
                    <a:pt x="7268" y="1992"/>
                    <a:pt x="7150" y="2072"/>
                    <a:pt x="7150" y="2231"/>
                  </a:cubicBezTo>
                  <a:lnTo>
                    <a:pt x="7150" y="2717"/>
                  </a:lnTo>
                  <a:cubicBezTo>
                    <a:pt x="6010" y="2871"/>
                    <a:pt x="5346" y="4078"/>
                    <a:pt x="5818" y="5127"/>
                  </a:cubicBezTo>
                  <a:lnTo>
                    <a:pt x="5798" y="5127"/>
                  </a:lnTo>
                  <a:cubicBezTo>
                    <a:pt x="5500" y="5127"/>
                    <a:pt x="5259" y="5373"/>
                    <a:pt x="5259" y="5671"/>
                  </a:cubicBezTo>
                  <a:lnTo>
                    <a:pt x="5259" y="5964"/>
                  </a:lnTo>
                  <a:cubicBezTo>
                    <a:pt x="5259" y="6263"/>
                    <a:pt x="5500" y="6508"/>
                    <a:pt x="5798" y="6508"/>
                  </a:cubicBezTo>
                  <a:lnTo>
                    <a:pt x="6101" y="6508"/>
                  </a:lnTo>
                  <a:cubicBezTo>
                    <a:pt x="6130" y="6845"/>
                    <a:pt x="6140" y="7639"/>
                    <a:pt x="5822" y="8799"/>
                  </a:cubicBezTo>
                  <a:lnTo>
                    <a:pt x="5769" y="8601"/>
                  </a:lnTo>
                  <a:cubicBezTo>
                    <a:pt x="5741" y="8495"/>
                    <a:pt x="5649" y="8428"/>
                    <a:pt x="5543" y="8428"/>
                  </a:cubicBezTo>
                  <a:lnTo>
                    <a:pt x="5351" y="8428"/>
                  </a:lnTo>
                  <a:lnTo>
                    <a:pt x="5226" y="7730"/>
                  </a:lnTo>
                  <a:cubicBezTo>
                    <a:pt x="5211" y="7668"/>
                    <a:pt x="5178" y="7610"/>
                    <a:pt x="5120" y="7576"/>
                  </a:cubicBezTo>
                  <a:cubicBezTo>
                    <a:pt x="4557" y="5998"/>
                    <a:pt x="4567" y="4925"/>
                    <a:pt x="4605" y="4516"/>
                  </a:cubicBezTo>
                  <a:lnTo>
                    <a:pt x="4903" y="4516"/>
                  </a:lnTo>
                  <a:cubicBezTo>
                    <a:pt x="5202" y="4516"/>
                    <a:pt x="5447" y="4271"/>
                    <a:pt x="5447" y="3972"/>
                  </a:cubicBezTo>
                  <a:lnTo>
                    <a:pt x="5447" y="3679"/>
                  </a:lnTo>
                  <a:cubicBezTo>
                    <a:pt x="5447" y="3381"/>
                    <a:pt x="5202" y="3135"/>
                    <a:pt x="4903" y="3135"/>
                  </a:cubicBezTo>
                  <a:lnTo>
                    <a:pt x="4884" y="3135"/>
                  </a:lnTo>
                  <a:cubicBezTo>
                    <a:pt x="5360" y="2091"/>
                    <a:pt x="4692" y="878"/>
                    <a:pt x="3551" y="725"/>
                  </a:cubicBezTo>
                  <a:lnTo>
                    <a:pt x="3551" y="239"/>
                  </a:lnTo>
                  <a:cubicBezTo>
                    <a:pt x="3551" y="82"/>
                    <a:pt x="3433" y="4"/>
                    <a:pt x="3315" y="4"/>
                  </a:cubicBezTo>
                  <a:cubicBezTo>
                    <a:pt x="3198" y="4"/>
                    <a:pt x="3080" y="82"/>
                    <a:pt x="3080" y="239"/>
                  </a:cubicBezTo>
                  <a:lnTo>
                    <a:pt x="3080" y="725"/>
                  </a:lnTo>
                  <a:cubicBezTo>
                    <a:pt x="1939" y="878"/>
                    <a:pt x="1271" y="2091"/>
                    <a:pt x="1747" y="3135"/>
                  </a:cubicBezTo>
                  <a:lnTo>
                    <a:pt x="1728" y="3135"/>
                  </a:lnTo>
                  <a:cubicBezTo>
                    <a:pt x="1429" y="3135"/>
                    <a:pt x="1184" y="3381"/>
                    <a:pt x="1184" y="3679"/>
                  </a:cubicBezTo>
                  <a:lnTo>
                    <a:pt x="1184" y="3972"/>
                  </a:lnTo>
                  <a:cubicBezTo>
                    <a:pt x="1184" y="4271"/>
                    <a:pt x="1429" y="4516"/>
                    <a:pt x="1728" y="4516"/>
                  </a:cubicBezTo>
                  <a:lnTo>
                    <a:pt x="2031" y="4516"/>
                  </a:lnTo>
                  <a:cubicBezTo>
                    <a:pt x="2069" y="4920"/>
                    <a:pt x="2084" y="5989"/>
                    <a:pt x="1511" y="7576"/>
                  </a:cubicBezTo>
                  <a:cubicBezTo>
                    <a:pt x="1458" y="7610"/>
                    <a:pt x="1420" y="7668"/>
                    <a:pt x="1410" y="7730"/>
                  </a:cubicBezTo>
                  <a:lnTo>
                    <a:pt x="1285" y="8428"/>
                  </a:lnTo>
                  <a:lnTo>
                    <a:pt x="1092" y="8428"/>
                  </a:lnTo>
                  <a:cubicBezTo>
                    <a:pt x="982" y="8428"/>
                    <a:pt x="890" y="8500"/>
                    <a:pt x="862" y="8601"/>
                  </a:cubicBezTo>
                  <a:lnTo>
                    <a:pt x="433" y="10184"/>
                  </a:lnTo>
                  <a:lnTo>
                    <a:pt x="236" y="10184"/>
                  </a:lnTo>
                  <a:cubicBezTo>
                    <a:pt x="106" y="10184"/>
                    <a:pt x="0" y="10290"/>
                    <a:pt x="0" y="10420"/>
                  </a:cubicBezTo>
                  <a:lnTo>
                    <a:pt x="0" y="11310"/>
                  </a:lnTo>
                  <a:cubicBezTo>
                    <a:pt x="0" y="11440"/>
                    <a:pt x="106" y="11546"/>
                    <a:pt x="236" y="11546"/>
                  </a:cubicBezTo>
                  <a:lnTo>
                    <a:pt x="4672" y="11546"/>
                  </a:lnTo>
                  <a:lnTo>
                    <a:pt x="4499" y="12176"/>
                  </a:lnTo>
                  <a:lnTo>
                    <a:pt x="4302" y="12176"/>
                  </a:lnTo>
                  <a:cubicBezTo>
                    <a:pt x="4172" y="12176"/>
                    <a:pt x="4066" y="12282"/>
                    <a:pt x="4066" y="12412"/>
                  </a:cubicBezTo>
                  <a:lnTo>
                    <a:pt x="4066" y="13302"/>
                  </a:lnTo>
                  <a:cubicBezTo>
                    <a:pt x="4066" y="13432"/>
                    <a:pt x="4172" y="13538"/>
                    <a:pt x="4302" y="13538"/>
                  </a:cubicBezTo>
                  <a:lnTo>
                    <a:pt x="10461" y="13538"/>
                  </a:lnTo>
                  <a:cubicBezTo>
                    <a:pt x="10591" y="13538"/>
                    <a:pt x="10697" y="13432"/>
                    <a:pt x="10697" y="13302"/>
                  </a:cubicBezTo>
                  <a:lnTo>
                    <a:pt x="10697" y="12412"/>
                  </a:lnTo>
                  <a:cubicBezTo>
                    <a:pt x="10697" y="12282"/>
                    <a:pt x="10591" y="12176"/>
                    <a:pt x="10461" y="12176"/>
                  </a:cubicBezTo>
                  <a:lnTo>
                    <a:pt x="10264" y="12176"/>
                  </a:lnTo>
                  <a:lnTo>
                    <a:pt x="10090" y="11541"/>
                  </a:lnTo>
                  <a:lnTo>
                    <a:pt x="14527" y="11541"/>
                  </a:lnTo>
                  <a:cubicBezTo>
                    <a:pt x="14657" y="11541"/>
                    <a:pt x="14763" y="11435"/>
                    <a:pt x="14763" y="11306"/>
                  </a:cubicBezTo>
                  <a:lnTo>
                    <a:pt x="14763" y="10415"/>
                  </a:lnTo>
                  <a:cubicBezTo>
                    <a:pt x="14763" y="10290"/>
                    <a:pt x="14662" y="10189"/>
                    <a:pt x="14536" y="10184"/>
                  </a:cubicBezTo>
                  <a:lnTo>
                    <a:pt x="14339" y="10184"/>
                  </a:lnTo>
                  <a:lnTo>
                    <a:pt x="13906" y="8601"/>
                  </a:lnTo>
                  <a:cubicBezTo>
                    <a:pt x="13877" y="8495"/>
                    <a:pt x="13786" y="8423"/>
                    <a:pt x="13680" y="8423"/>
                  </a:cubicBezTo>
                  <a:lnTo>
                    <a:pt x="13488" y="8423"/>
                  </a:lnTo>
                  <a:lnTo>
                    <a:pt x="13362" y="7730"/>
                  </a:lnTo>
                  <a:cubicBezTo>
                    <a:pt x="13348" y="7663"/>
                    <a:pt x="13314" y="7610"/>
                    <a:pt x="13257" y="7572"/>
                  </a:cubicBezTo>
                  <a:cubicBezTo>
                    <a:pt x="12694" y="5993"/>
                    <a:pt x="12703" y="4925"/>
                    <a:pt x="12742" y="4511"/>
                  </a:cubicBezTo>
                  <a:lnTo>
                    <a:pt x="13040" y="4511"/>
                  </a:lnTo>
                  <a:cubicBezTo>
                    <a:pt x="13338" y="4511"/>
                    <a:pt x="13584" y="4271"/>
                    <a:pt x="13584" y="3972"/>
                  </a:cubicBezTo>
                  <a:lnTo>
                    <a:pt x="13584" y="3679"/>
                  </a:lnTo>
                  <a:cubicBezTo>
                    <a:pt x="13584" y="3376"/>
                    <a:pt x="13338" y="3135"/>
                    <a:pt x="13040" y="3135"/>
                  </a:cubicBezTo>
                  <a:lnTo>
                    <a:pt x="13026" y="3135"/>
                  </a:lnTo>
                  <a:cubicBezTo>
                    <a:pt x="13497" y="2086"/>
                    <a:pt x="12828" y="878"/>
                    <a:pt x="11693" y="720"/>
                  </a:cubicBezTo>
                  <a:lnTo>
                    <a:pt x="11693" y="239"/>
                  </a:lnTo>
                  <a:cubicBezTo>
                    <a:pt x="11693" y="80"/>
                    <a:pt x="11575" y="0"/>
                    <a:pt x="11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6" name="Google Shape;10346;p81"/>
          <p:cNvGrpSpPr/>
          <p:nvPr/>
        </p:nvGrpSpPr>
        <p:grpSpPr>
          <a:xfrm>
            <a:off x="3977314" y="2954347"/>
            <a:ext cx="364851" cy="253567"/>
            <a:chOff x="3977314" y="2954347"/>
            <a:chExt cx="364851" cy="253567"/>
          </a:xfrm>
        </p:grpSpPr>
        <p:sp>
          <p:nvSpPr>
            <p:cNvPr id="10347" name="Google Shape;10347;p81"/>
            <p:cNvSpPr/>
            <p:nvPr/>
          </p:nvSpPr>
          <p:spPr>
            <a:xfrm>
              <a:off x="3983110" y="2989938"/>
              <a:ext cx="353127" cy="212653"/>
            </a:xfrm>
            <a:custGeom>
              <a:rect b="b" l="l" r="r" t="t"/>
              <a:pathLst>
                <a:path extrusionOk="0" h="8108" w="13464">
                  <a:moveTo>
                    <a:pt x="6732" y="0"/>
                  </a:moveTo>
                  <a:cubicBezTo>
                    <a:pt x="5929" y="0"/>
                    <a:pt x="4730" y="515"/>
                    <a:pt x="3162" y="1530"/>
                  </a:cubicBezTo>
                  <a:cubicBezTo>
                    <a:pt x="2151" y="2194"/>
                    <a:pt x="1179" y="2911"/>
                    <a:pt x="241" y="3676"/>
                  </a:cubicBezTo>
                  <a:cubicBezTo>
                    <a:pt x="0" y="3869"/>
                    <a:pt x="0" y="4239"/>
                    <a:pt x="241" y="4437"/>
                  </a:cubicBezTo>
                  <a:cubicBezTo>
                    <a:pt x="1179" y="5202"/>
                    <a:pt x="2151" y="5919"/>
                    <a:pt x="3162" y="6583"/>
                  </a:cubicBezTo>
                  <a:cubicBezTo>
                    <a:pt x="4730" y="7593"/>
                    <a:pt x="5929" y="8108"/>
                    <a:pt x="6732" y="8108"/>
                  </a:cubicBezTo>
                  <a:cubicBezTo>
                    <a:pt x="7536" y="8108"/>
                    <a:pt x="8734" y="7593"/>
                    <a:pt x="10302" y="6583"/>
                  </a:cubicBezTo>
                  <a:cubicBezTo>
                    <a:pt x="11313" y="5919"/>
                    <a:pt x="12285" y="5202"/>
                    <a:pt x="13223" y="4437"/>
                  </a:cubicBezTo>
                  <a:cubicBezTo>
                    <a:pt x="13464" y="4239"/>
                    <a:pt x="13464" y="3874"/>
                    <a:pt x="13223" y="3676"/>
                  </a:cubicBezTo>
                  <a:cubicBezTo>
                    <a:pt x="12285" y="2911"/>
                    <a:pt x="11313" y="2194"/>
                    <a:pt x="10302" y="1530"/>
                  </a:cubicBezTo>
                  <a:cubicBezTo>
                    <a:pt x="8734" y="515"/>
                    <a:pt x="7536" y="0"/>
                    <a:pt x="6732"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1"/>
            <p:cNvSpPr/>
            <p:nvPr/>
          </p:nvSpPr>
          <p:spPr>
            <a:xfrm>
              <a:off x="3983110" y="2989938"/>
              <a:ext cx="194110" cy="212653"/>
            </a:xfrm>
            <a:custGeom>
              <a:rect b="b" l="l" r="r" t="t"/>
              <a:pathLst>
                <a:path extrusionOk="0" h="8108" w="7401">
                  <a:moveTo>
                    <a:pt x="6732" y="0"/>
                  </a:moveTo>
                  <a:cubicBezTo>
                    <a:pt x="5929" y="0"/>
                    <a:pt x="4730" y="515"/>
                    <a:pt x="3162" y="1530"/>
                  </a:cubicBezTo>
                  <a:cubicBezTo>
                    <a:pt x="2151" y="2194"/>
                    <a:pt x="1179" y="2906"/>
                    <a:pt x="241" y="3676"/>
                  </a:cubicBezTo>
                  <a:cubicBezTo>
                    <a:pt x="0" y="3869"/>
                    <a:pt x="0" y="4239"/>
                    <a:pt x="241" y="4437"/>
                  </a:cubicBezTo>
                  <a:cubicBezTo>
                    <a:pt x="1179" y="5202"/>
                    <a:pt x="2151" y="5919"/>
                    <a:pt x="3162" y="6583"/>
                  </a:cubicBezTo>
                  <a:cubicBezTo>
                    <a:pt x="4730" y="7593"/>
                    <a:pt x="5929" y="8108"/>
                    <a:pt x="6732" y="8108"/>
                  </a:cubicBezTo>
                  <a:cubicBezTo>
                    <a:pt x="6958" y="8103"/>
                    <a:pt x="7184" y="8074"/>
                    <a:pt x="7401" y="8017"/>
                  </a:cubicBezTo>
                  <a:cubicBezTo>
                    <a:pt x="6650" y="7824"/>
                    <a:pt x="5683" y="7343"/>
                    <a:pt x="4504" y="6583"/>
                  </a:cubicBezTo>
                  <a:cubicBezTo>
                    <a:pt x="3494" y="5919"/>
                    <a:pt x="2517" y="5202"/>
                    <a:pt x="1584" y="4437"/>
                  </a:cubicBezTo>
                  <a:cubicBezTo>
                    <a:pt x="1343" y="4239"/>
                    <a:pt x="1343" y="3869"/>
                    <a:pt x="1584" y="3676"/>
                  </a:cubicBezTo>
                  <a:cubicBezTo>
                    <a:pt x="2517" y="2906"/>
                    <a:pt x="3494" y="2194"/>
                    <a:pt x="4504" y="1530"/>
                  </a:cubicBezTo>
                  <a:cubicBezTo>
                    <a:pt x="5683" y="765"/>
                    <a:pt x="6655" y="289"/>
                    <a:pt x="7401" y="96"/>
                  </a:cubicBezTo>
                  <a:cubicBezTo>
                    <a:pt x="7184" y="39"/>
                    <a:pt x="6958" y="5"/>
                    <a:pt x="6732"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1"/>
            <p:cNvSpPr/>
            <p:nvPr/>
          </p:nvSpPr>
          <p:spPr>
            <a:xfrm>
              <a:off x="4077634" y="3020230"/>
              <a:ext cx="158152" cy="152198"/>
            </a:xfrm>
            <a:custGeom>
              <a:rect b="b" l="l" r="r" t="t"/>
              <a:pathLst>
                <a:path extrusionOk="0" h="5803" w="6030">
                  <a:moveTo>
                    <a:pt x="3128" y="1"/>
                  </a:moveTo>
                  <a:cubicBezTo>
                    <a:pt x="2372" y="1"/>
                    <a:pt x="1632" y="295"/>
                    <a:pt x="1078" y="852"/>
                  </a:cubicBezTo>
                  <a:cubicBezTo>
                    <a:pt x="251" y="1679"/>
                    <a:pt x="0" y="2926"/>
                    <a:pt x="448" y="4008"/>
                  </a:cubicBezTo>
                  <a:cubicBezTo>
                    <a:pt x="900" y="5096"/>
                    <a:pt x="1954" y="5803"/>
                    <a:pt x="3128" y="5803"/>
                  </a:cubicBezTo>
                  <a:cubicBezTo>
                    <a:pt x="4730" y="5798"/>
                    <a:pt x="6025" y="4504"/>
                    <a:pt x="6030" y="2901"/>
                  </a:cubicBezTo>
                  <a:cubicBezTo>
                    <a:pt x="6030" y="1727"/>
                    <a:pt x="5322" y="669"/>
                    <a:pt x="4240" y="221"/>
                  </a:cubicBezTo>
                  <a:cubicBezTo>
                    <a:pt x="3879" y="73"/>
                    <a:pt x="3502" y="1"/>
                    <a:pt x="312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1"/>
            <p:cNvSpPr/>
            <p:nvPr/>
          </p:nvSpPr>
          <p:spPr>
            <a:xfrm>
              <a:off x="4083561" y="3020204"/>
              <a:ext cx="90511" cy="152119"/>
            </a:xfrm>
            <a:custGeom>
              <a:rect b="b" l="l" r="r" t="t"/>
              <a:pathLst>
                <a:path extrusionOk="0" h="5800" w="3451">
                  <a:moveTo>
                    <a:pt x="2893" y="0"/>
                  </a:moveTo>
                  <a:cubicBezTo>
                    <a:pt x="1331" y="0"/>
                    <a:pt x="1" y="1270"/>
                    <a:pt x="1" y="2902"/>
                  </a:cubicBezTo>
                  <a:cubicBezTo>
                    <a:pt x="1" y="4530"/>
                    <a:pt x="1331" y="5800"/>
                    <a:pt x="2893" y="5800"/>
                  </a:cubicBezTo>
                  <a:cubicBezTo>
                    <a:pt x="3077" y="5800"/>
                    <a:pt x="3263" y="5783"/>
                    <a:pt x="3451" y="5746"/>
                  </a:cubicBezTo>
                  <a:cubicBezTo>
                    <a:pt x="2089" y="5482"/>
                    <a:pt x="1107" y="4288"/>
                    <a:pt x="1107" y="2902"/>
                  </a:cubicBezTo>
                  <a:cubicBezTo>
                    <a:pt x="1107" y="1512"/>
                    <a:pt x="2089" y="319"/>
                    <a:pt x="3451" y="54"/>
                  </a:cubicBezTo>
                  <a:cubicBezTo>
                    <a:pt x="3263" y="18"/>
                    <a:pt x="3077" y="0"/>
                    <a:pt x="289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1"/>
            <p:cNvSpPr/>
            <p:nvPr/>
          </p:nvSpPr>
          <p:spPr>
            <a:xfrm>
              <a:off x="4108425" y="3057841"/>
              <a:ext cx="89619" cy="76873"/>
            </a:xfrm>
            <a:custGeom>
              <a:rect b="b" l="l" r="r" t="t"/>
              <a:pathLst>
                <a:path extrusionOk="0" h="2931" w="3417">
                  <a:moveTo>
                    <a:pt x="1945" y="0"/>
                  </a:moveTo>
                  <a:cubicBezTo>
                    <a:pt x="1585" y="0"/>
                    <a:pt x="1218" y="134"/>
                    <a:pt x="920" y="433"/>
                  </a:cubicBezTo>
                  <a:cubicBezTo>
                    <a:pt x="1" y="1352"/>
                    <a:pt x="650" y="2930"/>
                    <a:pt x="1954" y="2930"/>
                  </a:cubicBezTo>
                  <a:cubicBezTo>
                    <a:pt x="2762" y="2930"/>
                    <a:pt x="3417" y="2276"/>
                    <a:pt x="3417" y="1467"/>
                  </a:cubicBezTo>
                  <a:cubicBezTo>
                    <a:pt x="3417" y="585"/>
                    <a:pt x="2697" y="0"/>
                    <a:pt x="1945"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1"/>
            <p:cNvSpPr/>
            <p:nvPr/>
          </p:nvSpPr>
          <p:spPr>
            <a:xfrm>
              <a:off x="4121303" y="3057893"/>
              <a:ext cx="53268" cy="76847"/>
            </a:xfrm>
            <a:custGeom>
              <a:rect b="b" l="l" r="r" t="t"/>
              <a:pathLst>
                <a:path extrusionOk="0" h="2930" w="2031">
                  <a:moveTo>
                    <a:pt x="1460" y="1"/>
                  </a:moveTo>
                  <a:cubicBezTo>
                    <a:pt x="690" y="1"/>
                    <a:pt x="0" y="623"/>
                    <a:pt x="0" y="1465"/>
                  </a:cubicBezTo>
                  <a:cubicBezTo>
                    <a:pt x="0" y="2305"/>
                    <a:pt x="691" y="2930"/>
                    <a:pt x="1462" y="2930"/>
                  </a:cubicBezTo>
                  <a:cubicBezTo>
                    <a:pt x="1650" y="2930"/>
                    <a:pt x="1842" y="2893"/>
                    <a:pt x="2031" y="2813"/>
                  </a:cubicBezTo>
                  <a:cubicBezTo>
                    <a:pt x="1492" y="2582"/>
                    <a:pt x="1141" y="2052"/>
                    <a:pt x="1141" y="1465"/>
                  </a:cubicBezTo>
                  <a:cubicBezTo>
                    <a:pt x="1141" y="878"/>
                    <a:pt x="1492" y="349"/>
                    <a:pt x="2031" y="118"/>
                  </a:cubicBezTo>
                  <a:cubicBezTo>
                    <a:pt x="1842" y="38"/>
                    <a:pt x="1648" y="1"/>
                    <a:pt x="146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1"/>
            <p:cNvSpPr/>
            <p:nvPr/>
          </p:nvSpPr>
          <p:spPr>
            <a:xfrm>
              <a:off x="4169116" y="3060280"/>
              <a:ext cx="30948" cy="26595"/>
            </a:xfrm>
            <a:custGeom>
              <a:rect b="b" l="l" r="r" t="t"/>
              <a:pathLst>
                <a:path extrusionOk="0" h="1014" w="1180">
                  <a:moveTo>
                    <a:pt x="508" y="1"/>
                  </a:moveTo>
                  <a:cubicBezTo>
                    <a:pt x="249" y="1"/>
                    <a:pt x="1" y="203"/>
                    <a:pt x="1" y="508"/>
                  </a:cubicBezTo>
                  <a:cubicBezTo>
                    <a:pt x="1" y="787"/>
                    <a:pt x="227" y="1014"/>
                    <a:pt x="506" y="1014"/>
                  </a:cubicBezTo>
                  <a:cubicBezTo>
                    <a:pt x="954" y="1014"/>
                    <a:pt x="1180" y="470"/>
                    <a:pt x="862" y="152"/>
                  </a:cubicBezTo>
                  <a:cubicBezTo>
                    <a:pt x="759" y="48"/>
                    <a:pt x="632" y="1"/>
                    <a:pt x="50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1"/>
            <p:cNvSpPr/>
            <p:nvPr/>
          </p:nvSpPr>
          <p:spPr>
            <a:xfrm>
              <a:off x="4268675" y="3004100"/>
              <a:ext cx="35250" cy="24444"/>
            </a:xfrm>
            <a:custGeom>
              <a:rect b="b" l="l" r="r" t="t"/>
              <a:pathLst>
                <a:path extrusionOk="0" h="932" w="1344">
                  <a:moveTo>
                    <a:pt x="314" y="1"/>
                  </a:moveTo>
                  <a:cubicBezTo>
                    <a:pt x="128" y="1"/>
                    <a:pt x="1" y="269"/>
                    <a:pt x="199" y="403"/>
                  </a:cubicBezTo>
                  <a:cubicBezTo>
                    <a:pt x="430" y="557"/>
                    <a:pt x="670" y="721"/>
                    <a:pt x="911" y="894"/>
                  </a:cubicBezTo>
                  <a:cubicBezTo>
                    <a:pt x="952" y="920"/>
                    <a:pt x="993" y="931"/>
                    <a:pt x="1031" y="931"/>
                  </a:cubicBezTo>
                  <a:cubicBezTo>
                    <a:pt x="1215" y="931"/>
                    <a:pt x="1344" y="677"/>
                    <a:pt x="1161" y="538"/>
                  </a:cubicBezTo>
                  <a:cubicBezTo>
                    <a:pt x="916" y="365"/>
                    <a:pt x="675" y="196"/>
                    <a:pt x="439" y="42"/>
                  </a:cubicBezTo>
                  <a:cubicBezTo>
                    <a:pt x="397" y="13"/>
                    <a:pt x="354" y="1"/>
                    <a:pt x="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1"/>
            <p:cNvSpPr/>
            <p:nvPr/>
          </p:nvSpPr>
          <p:spPr>
            <a:xfrm>
              <a:off x="4044850" y="2954347"/>
              <a:ext cx="214488" cy="54527"/>
            </a:xfrm>
            <a:custGeom>
              <a:rect b="b" l="l" r="r" t="t"/>
              <a:pathLst>
                <a:path extrusionOk="0" h="2079" w="8178">
                  <a:moveTo>
                    <a:pt x="4378" y="0"/>
                  </a:moveTo>
                  <a:cubicBezTo>
                    <a:pt x="3320" y="0"/>
                    <a:pt x="1943" y="549"/>
                    <a:pt x="177" y="1680"/>
                  </a:cubicBezTo>
                  <a:cubicBezTo>
                    <a:pt x="0" y="1795"/>
                    <a:pt x="81" y="2077"/>
                    <a:pt x="295" y="2079"/>
                  </a:cubicBezTo>
                  <a:lnTo>
                    <a:pt x="295" y="2079"/>
                  </a:lnTo>
                  <a:cubicBezTo>
                    <a:pt x="338" y="2078"/>
                    <a:pt x="375" y="2064"/>
                    <a:pt x="413" y="2045"/>
                  </a:cubicBezTo>
                  <a:cubicBezTo>
                    <a:pt x="2107" y="963"/>
                    <a:pt x="3401" y="433"/>
                    <a:pt x="4383" y="433"/>
                  </a:cubicBezTo>
                  <a:cubicBezTo>
                    <a:pt x="5235" y="433"/>
                    <a:pt x="6332" y="838"/>
                    <a:pt x="7732" y="1665"/>
                  </a:cubicBezTo>
                  <a:cubicBezTo>
                    <a:pt x="7775" y="1694"/>
                    <a:pt x="7818" y="1706"/>
                    <a:pt x="7857" y="1706"/>
                  </a:cubicBezTo>
                  <a:cubicBezTo>
                    <a:pt x="8052" y="1706"/>
                    <a:pt x="8177" y="1410"/>
                    <a:pt x="7953" y="1290"/>
                  </a:cubicBezTo>
                  <a:cubicBezTo>
                    <a:pt x="6486" y="424"/>
                    <a:pt x="5316" y="0"/>
                    <a:pt x="4378" y="0"/>
                  </a:cubicBezTo>
                  <a:close/>
                  <a:moveTo>
                    <a:pt x="295" y="2079"/>
                  </a:moveTo>
                  <a:cubicBezTo>
                    <a:pt x="294" y="2079"/>
                    <a:pt x="294" y="2079"/>
                    <a:pt x="293" y="2079"/>
                  </a:cubicBezTo>
                  <a:lnTo>
                    <a:pt x="298" y="2079"/>
                  </a:lnTo>
                  <a:cubicBezTo>
                    <a:pt x="297" y="2079"/>
                    <a:pt x="296" y="2079"/>
                    <a:pt x="295" y="2079"/>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1"/>
            <p:cNvSpPr/>
            <p:nvPr/>
          </p:nvSpPr>
          <p:spPr>
            <a:xfrm>
              <a:off x="3977314" y="2984640"/>
              <a:ext cx="364851" cy="223275"/>
            </a:xfrm>
            <a:custGeom>
              <a:rect b="b" l="l" r="r" t="t"/>
              <a:pathLst>
                <a:path extrusionOk="0" h="8513" w="13911">
                  <a:moveTo>
                    <a:pt x="6953" y="433"/>
                  </a:moveTo>
                  <a:cubicBezTo>
                    <a:pt x="8724" y="433"/>
                    <a:pt x="12256" y="3205"/>
                    <a:pt x="13295" y="4056"/>
                  </a:cubicBezTo>
                  <a:cubicBezTo>
                    <a:pt x="13425" y="4157"/>
                    <a:pt x="13425" y="4355"/>
                    <a:pt x="13295" y="4461"/>
                  </a:cubicBezTo>
                  <a:cubicBezTo>
                    <a:pt x="12256" y="5307"/>
                    <a:pt x="8724" y="8079"/>
                    <a:pt x="6953" y="8079"/>
                  </a:cubicBezTo>
                  <a:cubicBezTo>
                    <a:pt x="5182" y="8079"/>
                    <a:pt x="1651" y="5307"/>
                    <a:pt x="611" y="4461"/>
                  </a:cubicBezTo>
                  <a:cubicBezTo>
                    <a:pt x="481" y="4355"/>
                    <a:pt x="481" y="4157"/>
                    <a:pt x="611" y="4056"/>
                  </a:cubicBezTo>
                  <a:cubicBezTo>
                    <a:pt x="1651" y="3205"/>
                    <a:pt x="5182" y="433"/>
                    <a:pt x="6953" y="433"/>
                  </a:cubicBezTo>
                  <a:close/>
                  <a:moveTo>
                    <a:pt x="6953" y="0"/>
                  </a:moveTo>
                  <a:cubicBezTo>
                    <a:pt x="5096" y="0"/>
                    <a:pt x="1708" y="2603"/>
                    <a:pt x="337" y="3720"/>
                  </a:cubicBezTo>
                  <a:cubicBezTo>
                    <a:pt x="0" y="3999"/>
                    <a:pt x="0" y="4518"/>
                    <a:pt x="337" y="4793"/>
                  </a:cubicBezTo>
                  <a:cubicBezTo>
                    <a:pt x="1708" y="5914"/>
                    <a:pt x="5096" y="8512"/>
                    <a:pt x="6953" y="8512"/>
                  </a:cubicBezTo>
                  <a:cubicBezTo>
                    <a:pt x="8815" y="8512"/>
                    <a:pt x="12203" y="5914"/>
                    <a:pt x="13569" y="4793"/>
                  </a:cubicBezTo>
                  <a:cubicBezTo>
                    <a:pt x="13911" y="4518"/>
                    <a:pt x="13911" y="3999"/>
                    <a:pt x="13569" y="3720"/>
                  </a:cubicBezTo>
                  <a:cubicBezTo>
                    <a:pt x="12203" y="2603"/>
                    <a:pt x="8815" y="0"/>
                    <a:pt x="6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1"/>
            <p:cNvSpPr/>
            <p:nvPr/>
          </p:nvSpPr>
          <p:spPr>
            <a:xfrm>
              <a:off x="4072598" y="3014985"/>
              <a:ext cx="178347" cy="162742"/>
            </a:xfrm>
            <a:custGeom>
              <a:rect b="b" l="l" r="r" t="t"/>
              <a:pathLst>
                <a:path extrusionOk="0" h="6205" w="6800">
                  <a:moveTo>
                    <a:pt x="3332" y="1"/>
                  </a:moveTo>
                  <a:cubicBezTo>
                    <a:pt x="3295" y="1"/>
                    <a:pt x="3257" y="1"/>
                    <a:pt x="3219" y="3"/>
                  </a:cubicBezTo>
                  <a:cubicBezTo>
                    <a:pt x="2026" y="41"/>
                    <a:pt x="958" y="758"/>
                    <a:pt x="481" y="1850"/>
                  </a:cubicBezTo>
                  <a:cubicBezTo>
                    <a:pt x="0" y="2947"/>
                    <a:pt x="188" y="4218"/>
                    <a:pt x="967" y="5122"/>
                  </a:cubicBezTo>
                  <a:cubicBezTo>
                    <a:pt x="1010" y="5170"/>
                    <a:pt x="1069" y="5194"/>
                    <a:pt x="1129" y="5194"/>
                  </a:cubicBezTo>
                  <a:cubicBezTo>
                    <a:pt x="1184" y="5194"/>
                    <a:pt x="1238" y="5174"/>
                    <a:pt x="1280" y="5132"/>
                  </a:cubicBezTo>
                  <a:lnTo>
                    <a:pt x="1285" y="5127"/>
                  </a:lnTo>
                  <a:cubicBezTo>
                    <a:pt x="1362" y="5045"/>
                    <a:pt x="1367" y="4920"/>
                    <a:pt x="1294" y="4834"/>
                  </a:cubicBezTo>
                  <a:cubicBezTo>
                    <a:pt x="399" y="3790"/>
                    <a:pt x="447" y="2231"/>
                    <a:pt x="1405" y="1244"/>
                  </a:cubicBezTo>
                  <a:cubicBezTo>
                    <a:pt x="1927" y="709"/>
                    <a:pt x="2622" y="436"/>
                    <a:pt x="3321" y="436"/>
                  </a:cubicBezTo>
                  <a:cubicBezTo>
                    <a:pt x="3911" y="436"/>
                    <a:pt x="4503" y="631"/>
                    <a:pt x="4995" y="1028"/>
                  </a:cubicBezTo>
                  <a:cubicBezTo>
                    <a:pt x="6068" y="1894"/>
                    <a:pt x="6303" y="3433"/>
                    <a:pt x="5543" y="4579"/>
                  </a:cubicBezTo>
                  <a:cubicBezTo>
                    <a:pt x="5031" y="5345"/>
                    <a:pt x="4184" y="5769"/>
                    <a:pt x="3317" y="5769"/>
                  </a:cubicBezTo>
                  <a:cubicBezTo>
                    <a:pt x="2889" y="5769"/>
                    <a:pt x="2455" y="5666"/>
                    <a:pt x="2055" y="5450"/>
                  </a:cubicBezTo>
                  <a:cubicBezTo>
                    <a:pt x="2023" y="5433"/>
                    <a:pt x="1989" y="5425"/>
                    <a:pt x="1954" y="5425"/>
                  </a:cubicBezTo>
                  <a:cubicBezTo>
                    <a:pt x="1898" y="5425"/>
                    <a:pt x="1843" y="5446"/>
                    <a:pt x="1804" y="5488"/>
                  </a:cubicBezTo>
                  <a:lnTo>
                    <a:pt x="1800" y="5493"/>
                  </a:lnTo>
                  <a:cubicBezTo>
                    <a:pt x="1699" y="5594"/>
                    <a:pt x="1723" y="5762"/>
                    <a:pt x="1848" y="5830"/>
                  </a:cubicBezTo>
                  <a:cubicBezTo>
                    <a:pt x="2321" y="6086"/>
                    <a:pt x="2825" y="6204"/>
                    <a:pt x="3318" y="6204"/>
                  </a:cubicBezTo>
                  <a:cubicBezTo>
                    <a:pt x="4698" y="6204"/>
                    <a:pt x="5998" y="5273"/>
                    <a:pt x="6342" y="3809"/>
                  </a:cubicBezTo>
                  <a:cubicBezTo>
                    <a:pt x="6800" y="1858"/>
                    <a:pt x="5316" y="1"/>
                    <a:pt x="3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1"/>
            <p:cNvSpPr/>
            <p:nvPr/>
          </p:nvSpPr>
          <p:spPr>
            <a:xfrm>
              <a:off x="4101475" y="3052779"/>
              <a:ext cx="101763" cy="87049"/>
            </a:xfrm>
            <a:custGeom>
              <a:rect b="b" l="l" r="r" t="t"/>
              <a:pathLst>
                <a:path extrusionOk="0" h="3319" w="3880">
                  <a:moveTo>
                    <a:pt x="2219" y="0"/>
                  </a:moveTo>
                  <a:cubicBezTo>
                    <a:pt x="742" y="0"/>
                    <a:pt x="1" y="1786"/>
                    <a:pt x="1045" y="2835"/>
                  </a:cubicBezTo>
                  <a:cubicBezTo>
                    <a:pt x="1363" y="3150"/>
                    <a:pt x="1787" y="3319"/>
                    <a:pt x="2218" y="3319"/>
                  </a:cubicBezTo>
                  <a:cubicBezTo>
                    <a:pt x="2432" y="3319"/>
                    <a:pt x="2648" y="3277"/>
                    <a:pt x="2854" y="3191"/>
                  </a:cubicBezTo>
                  <a:cubicBezTo>
                    <a:pt x="3475" y="2936"/>
                    <a:pt x="3879" y="2329"/>
                    <a:pt x="3879" y="1660"/>
                  </a:cubicBezTo>
                  <a:cubicBezTo>
                    <a:pt x="3879" y="1540"/>
                    <a:pt x="3783" y="1444"/>
                    <a:pt x="3663" y="1444"/>
                  </a:cubicBezTo>
                  <a:cubicBezTo>
                    <a:pt x="3542" y="1444"/>
                    <a:pt x="3446" y="1540"/>
                    <a:pt x="3446" y="1660"/>
                  </a:cubicBezTo>
                  <a:cubicBezTo>
                    <a:pt x="3446" y="2399"/>
                    <a:pt x="2841" y="2889"/>
                    <a:pt x="2211" y="2889"/>
                  </a:cubicBezTo>
                  <a:cubicBezTo>
                    <a:pt x="1909" y="2889"/>
                    <a:pt x="1602" y="2777"/>
                    <a:pt x="1353" y="2527"/>
                  </a:cubicBezTo>
                  <a:cubicBezTo>
                    <a:pt x="578" y="1752"/>
                    <a:pt x="1127" y="433"/>
                    <a:pt x="2219" y="433"/>
                  </a:cubicBezTo>
                  <a:cubicBezTo>
                    <a:pt x="2508" y="433"/>
                    <a:pt x="2508" y="0"/>
                    <a:pt x="2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81"/>
          <p:cNvGrpSpPr/>
          <p:nvPr/>
        </p:nvGrpSpPr>
        <p:grpSpPr>
          <a:xfrm>
            <a:off x="3107400" y="3810491"/>
            <a:ext cx="365139" cy="365244"/>
            <a:chOff x="3107400" y="3810491"/>
            <a:chExt cx="365139" cy="365244"/>
          </a:xfrm>
        </p:grpSpPr>
        <p:sp>
          <p:nvSpPr>
            <p:cNvPr id="10360" name="Google Shape;10360;p81"/>
            <p:cNvSpPr/>
            <p:nvPr/>
          </p:nvSpPr>
          <p:spPr>
            <a:xfrm>
              <a:off x="3113091" y="3816287"/>
              <a:ext cx="269199" cy="269199"/>
            </a:xfrm>
            <a:custGeom>
              <a:rect b="b" l="l" r="r" t="t"/>
              <a:pathLst>
                <a:path extrusionOk="0" h="10264" w="10264">
                  <a:moveTo>
                    <a:pt x="4817" y="0"/>
                  </a:moveTo>
                  <a:cubicBezTo>
                    <a:pt x="4596" y="0"/>
                    <a:pt x="4403" y="159"/>
                    <a:pt x="4360" y="376"/>
                  </a:cubicBezTo>
                  <a:lnTo>
                    <a:pt x="4129" y="1540"/>
                  </a:lnTo>
                  <a:cubicBezTo>
                    <a:pt x="3840" y="1617"/>
                    <a:pt x="3566" y="1733"/>
                    <a:pt x="3306" y="1877"/>
                  </a:cubicBezTo>
                  <a:lnTo>
                    <a:pt x="2320" y="1218"/>
                  </a:lnTo>
                  <a:cubicBezTo>
                    <a:pt x="2240" y="1167"/>
                    <a:pt x="2151" y="1142"/>
                    <a:pt x="2062" y="1142"/>
                  </a:cubicBezTo>
                  <a:cubicBezTo>
                    <a:pt x="1941" y="1142"/>
                    <a:pt x="1821" y="1189"/>
                    <a:pt x="1733" y="1280"/>
                  </a:cubicBezTo>
                  <a:lnTo>
                    <a:pt x="1280" y="1728"/>
                  </a:lnTo>
                  <a:cubicBezTo>
                    <a:pt x="1126" y="1887"/>
                    <a:pt x="1097" y="2132"/>
                    <a:pt x="1223" y="2315"/>
                  </a:cubicBezTo>
                  <a:lnTo>
                    <a:pt x="1882" y="3306"/>
                  </a:lnTo>
                  <a:cubicBezTo>
                    <a:pt x="1733" y="3561"/>
                    <a:pt x="1622" y="3840"/>
                    <a:pt x="1540" y="4124"/>
                  </a:cubicBezTo>
                  <a:lnTo>
                    <a:pt x="376" y="4360"/>
                  </a:lnTo>
                  <a:cubicBezTo>
                    <a:pt x="159" y="4403"/>
                    <a:pt x="0" y="4591"/>
                    <a:pt x="5" y="4817"/>
                  </a:cubicBezTo>
                  <a:lnTo>
                    <a:pt x="5" y="5447"/>
                  </a:lnTo>
                  <a:cubicBezTo>
                    <a:pt x="0" y="5673"/>
                    <a:pt x="159" y="5861"/>
                    <a:pt x="376" y="5904"/>
                  </a:cubicBezTo>
                  <a:lnTo>
                    <a:pt x="1540" y="6140"/>
                  </a:lnTo>
                  <a:cubicBezTo>
                    <a:pt x="1622" y="6424"/>
                    <a:pt x="1733" y="6703"/>
                    <a:pt x="1882" y="6958"/>
                  </a:cubicBezTo>
                  <a:lnTo>
                    <a:pt x="1223" y="7949"/>
                  </a:lnTo>
                  <a:cubicBezTo>
                    <a:pt x="1097" y="8132"/>
                    <a:pt x="1126" y="8378"/>
                    <a:pt x="1280" y="8536"/>
                  </a:cubicBezTo>
                  <a:lnTo>
                    <a:pt x="1733" y="8984"/>
                  </a:lnTo>
                  <a:cubicBezTo>
                    <a:pt x="1821" y="9076"/>
                    <a:pt x="1941" y="9122"/>
                    <a:pt x="2062" y="9122"/>
                  </a:cubicBezTo>
                  <a:cubicBezTo>
                    <a:pt x="2151" y="9122"/>
                    <a:pt x="2240" y="9097"/>
                    <a:pt x="2320" y="9046"/>
                  </a:cubicBezTo>
                  <a:lnTo>
                    <a:pt x="3306" y="8387"/>
                  </a:lnTo>
                  <a:cubicBezTo>
                    <a:pt x="3566" y="8532"/>
                    <a:pt x="3840" y="8647"/>
                    <a:pt x="4129" y="8724"/>
                  </a:cubicBezTo>
                  <a:lnTo>
                    <a:pt x="4360" y="9888"/>
                  </a:lnTo>
                  <a:cubicBezTo>
                    <a:pt x="4403" y="10105"/>
                    <a:pt x="4596" y="10264"/>
                    <a:pt x="4817" y="10264"/>
                  </a:cubicBezTo>
                  <a:lnTo>
                    <a:pt x="5447" y="10264"/>
                  </a:lnTo>
                  <a:cubicBezTo>
                    <a:pt x="5673" y="10264"/>
                    <a:pt x="5861" y="10105"/>
                    <a:pt x="5904" y="9888"/>
                  </a:cubicBezTo>
                  <a:lnTo>
                    <a:pt x="6140" y="8724"/>
                  </a:lnTo>
                  <a:cubicBezTo>
                    <a:pt x="6424" y="8647"/>
                    <a:pt x="6703" y="8532"/>
                    <a:pt x="6958" y="8387"/>
                  </a:cubicBezTo>
                  <a:lnTo>
                    <a:pt x="7949" y="9046"/>
                  </a:lnTo>
                  <a:cubicBezTo>
                    <a:pt x="8027" y="9097"/>
                    <a:pt x="8115" y="9122"/>
                    <a:pt x="8203" y="9122"/>
                  </a:cubicBezTo>
                  <a:cubicBezTo>
                    <a:pt x="8324" y="9122"/>
                    <a:pt x="8445" y="9076"/>
                    <a:pt x="8536" y="8984"/>
                  </a:cubicBezTo>
                  <a:lnTo>
                    <a:pt x="8984" y="8536"/>
                  </a:lnTo>
                  <a:cubicBezTo>
                    <a:pt x="9143" y="8378"/>
                    <a:pt x="9167" y="8132"/>
                    <a:pt x="9046" y="7949"/>
                  </a:cubicBezTo>
                  <a:lnTo>
                    <a:pt x="8387" y="6958"/>
                  </a:lnTo>
                  <a:cubicBezTo>
                    <a:pt x="8532" y="6703"/>
                    <a:pt x="8647" y="6424"/>
                    <a:pt x="8724" y="6140"/>
                  </a:cubicBezTo>
                  <a:lnTo>
                    <a:pt x="9888" y="5904"/>
                  </a:lnTo>
                  <a:cubicBezTo>
                    <a:pt x="10105" y="5861"/>
                    <a:pt x="10264" y="5673"/>
                    <a:pt x="10264" y="5447"/>
                  </a:cubicBezTo>
                  <a:lnTo>
                    <a:pt x="10264" y="4817"/>
                  </a:lnTo>
                  <a:cubicBezTo>
                    <a:pt x="10264" y="4591"/>
                    <a:pt x="10110" y="4403"/>
                    <a:pt x="9893" y="4360"/>
                  </a:cubicBezTo>
                  <a:lnTo>
                    <a:pt x="8729" y="4124"/>
                  </a:lnTo>
                  <a:cubicBezTo>
                    <a:pt x="8647" y="3840"/>
                    <a:pt x="8536" y="3561"/>
                    <a:pt x="8387" y="3306"/>
                  </a:cubicBezTo>
                  <a:lnTo>
                    <a:pt x="9046" y="2315"/>
                  </a:lnTo>
                  <a:cubicBezTo>
                    <a:pt x="9172" y="2132"/>
                    <a:pt x="9143" y="1887"/>
                    <a:pt x="8989" y="1728"/>
                  </a:cubicBezTo>
                  <a:lnTo>
                    <a:pt x="8536" y="1280"/>
                  </a:lnTo>
                  <a:cubicBezTo>
                    <a:pt x="8447" y="1189"/>
                    <a:pt x="8328" y="1142"/>
                    <a:pt x="8207" y="1142"/>
                  </a:cubicBezTo>
                  <a:cubicBezTo>
                    <a:pt x="8118" y="1142"/>
                    <a:pt x="8029" y="1167"/>
                    <a:pt x="7949" y="1218"/>
                  </a:cubicBezTo>
                  <a:lnTo>
                    <a:pt x="6963" y="1877"/>
                  </a:lnTo>
                  <a:cubicBezTo>
                    <a:pt x="6703" y="1733"/>
                    <a:pt x="6429" y="1617"/>
                    <a:pt x="6140" y="1540"/>
                  </a:cubicBezTo>
                  <a:lnTo>
                    <a:pt x="5909" y="376"/>
                  </a:lnTo>
                  <a:cubicBezTo>
                    <a:pt x="5866" y="159"/>
                    <a:pt x="5673" y="0"/>
                    <a:pt x="5452"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1"/>
            <p:cNvSpPr/>
            <p:nvPr/>
          </p:nvSpPr>
          <p:spPr>
            <a:xfrm>
              <a:off x="3184011" y="3891875"/>
              <a:ext cx="122823" cy="118076"/>
            </a:xfrm>
            <a:custGeom>
              <a:rect b="b" l="l" r="r" t="t"/>
              <a:pathLst>
                <a:path extrusionOk="0" h="4502" w="4683">
                  <a:moveTo>
                    <a:pt x="2439" y="1"/>
                  </a:moveTo>
                  <a:cubicBezTo>
                    <a:pt x="2436" y="1"/>
                    <a:pt x="2433" y="1"/>
                    <a:pt x="2430" y="1"/>
                  </a:cubicBezTo>
                  <a:cubicBezTo>
                    <a:pt x="1521" y="1"/>
                    <a:pt x="698" y="544"/>
                    <a:pt x="352" y="1386"/>
                  </a:cubicBezTo>
                  <a:cubicBezTo>
                    <a:pt x="1" y="2228"/>
                    <a:pt x="193" y="3196"/>
                    <a:pt x="838" y="3840"/>
                  </a:cubicBezTo>
                  <a:cubicBezTo>
                    <a:pt x="1270" y="4272"/>
                    <a:pt x="1846" y="4501"/>
                    <a:pt x="2433" y="4501"/>
                  </a:cubicBezTo>
                  <a:cubicBezTo>
                    <a:pt x="2722" y="4501"/>
                    <a:pt x="3014" y="4446"/>
                    <a:pt x="3292" y="4331"/>
                  </a:cubicBezTo>
                  <a:cubicBezTo>
                    <a:pt x="4134" y="3980"/>
                    <a:pt x="4682" y="3162"/>
                    <a:pt x="4682" y="2248"/>
                  </a:cubicBezTo>
                  <a:cubicBezTo>
                    <a:pt x="4682" y="1009"/>
                    <a:pt x="3677" y="1"/>
                    <a:pt x="243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1"/>
            <p:cNvSpPr/>
            <p:nvPr/>
          </p:nvSpPr>
          <p:spPr>
            <a:xfrm>
              <a:off x="3208507" y="3921538"/>
              <a:ext cx="68664" cy="58750"/>
            </a:xfrm>
            <a:custGeom>
              <a:rect b="b" l="l" r="r" t="t"/>
              <a:pathLst>
                <a:path extrusionOk="0" h="2240" w="2618">
                  <a:moveTo>
                    <a:pt x="1496" y="0"/>
                  </a:moveTo>
                  <a:cubicBezTo>
                    <a:pt x="500" y="0"/>
                    <a:pt x="0" y="1203"/>
                    <a:pt x="703" y="1911"/>
                  </a:cubicBezTo>
                  <a:cubicBezTo>
                    <a:pt x="931" y="2138"/>
                    <a:pt x="1212" y="2240"/>
                    <a:pt x="1488" y="2240"/>
                  </a:cubicBezTo>
                  <a:cubicBezTo>
                    <a:pt x="2065" y="2240"/>
                    <a:pt x="2618" y="1794"/>
                    <a:pt x="2618" y="1117"/>
                  </a:cubicBezTo>
                  <a:cubicBezTo>
                    <a:pt x="2618" y="501"/>
                    <a:pt x="2112" y="0"/>
                    <a:pt x="1496" y="0"/>
                  </a:cubicBez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1"/>
            <p:cNvSpPr/>
            <p:nvPr/>
          </p:nvSpPr>
          <p:spPr>
            <a:xfrm>
              <a:off x="3211156" y="3922928"/>
              <a:ext cx="48101" cy="42934"/>
            </a:xfrm>
            <a:custGeom>
              <a:rect b="b" l="l" r="r" t="t"/>
              <a:pathLst>
                <a:path extrusionOk="0" h="1637" w="1834">
                  <a:moveTo>
                    <a:pt x="1054" y="0"/>
                  </a:moveTo>
                  <a:cubicBezTo>
                    <a:pt x="380" y="0"/>
                    <a:pt x="0" y="761"/>
                    <a:pt x="395" y="1299"/>
                  </a:cubicBezTo>
                  <a:cubicBezTo>
                    <a:pt x="561" y="1529"/>
                    <a:pt x="807" y="1636"/>
                    <a:pt x="1051" y="1636"/>
                  </a:cubicBezTo>
                  <a:cubicBezTo>
                    <a:pt x="1386" y="1636"/>
                    <a:pt x="1716" y="1434"/>
                    <a:pt x="1833" y="1064"/>
                  </a:cubicBezTo>
                  <a:cubicBezTo>
                    <a:pt x="1833" y="578"/>
                    <a:pt x="1516" y="145"/>
                    <a:pt x="1054"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1"/>
            <p:cNvSpPr/>
            <p:nvPr/>
          </p:nvSpPr>
          <p:spPr>
            <a:xfrm>
              <a:off x="3289891" y="3993087"/>
              <a:ext cx="176957" cy="176957"/>
            </a:xfrm>
            <a:custGeom>
              <a:rect b="b" l="l" r="r" t="t"/>
              <a:pathLst>
                <a:path extrusionOk="0" h="6747" w="6747">
                  <a:moveTo>
                    <a:pt x="3167" y="1"/>
                  </a:moveTo>
                  <a:cubicBezTo>
                    <a:pt x="3018" y="1"/>
                    <a:pt x="2892" y="102"/>
                    <a:pt x="2864" y="246"/>
                  </a:cubicBezTo>
                  <a:lnTo>
                    <a:pt x="2710" y="1011"/>
                  </a:lnTo>
                  <a:cubicBezTo>
                    <a:pt x="2522" y="1064"/>
                    <a:pt x="2339" y="1141"/>
                    <a:pt x="2171" y="1237"/>
                  </a:cubicBezTo>
                  <a:lnTo>
                    <a:pt x="1521" y="804"/>
                  </a:lnTo>
                  <a:cubicBezTo>
                    <a:pt x="1469" y="769"/>
                    <a:pt x="1410" y="752"/>
                    <a:pt x="1350" y="752"/>
                  </a:cubicBezTo>
                  <a:cubicBezTo>
                    <a:pt x="1272" y="752"/>
                    <a:pt x="1194" y="782"/>
                    <a:pt x="1136" y="843"/>
                  </a:cubicBezTo>
                  <a:lnTo>
                    <a:pt x="838" y="1136"/>
                  </a:lnTo>
                  <a:cubicBezTo>
                    <a:pt x="737" y="1237"/>
                    <a:pt x="722" y="1401"/>
                    <a:pt x="799" y="1521"/>
                  </a:cubicBezTo>
                  <a:lnTo>
                    <a:pt x="1232" y="2171"/>
                  </a:lnTo>
                  <a:cubicBezTo>
                    <a:pt x="1136" y="2339"/>
                    <a:pt x="1064" y="2522"/>
                    <a:pt x="1011" y="2714"/>
                  </a:cubicBezTo>
                  <a:lnTo>
                    <a:pt x="246" y="2864"/>
                  </a:lnTo>
                  <a:cubicBezTo>
                    <a:pt x="102" y="2892"/>
                    <a:pt x="1" y="3018"/>
                    <a:pt x="1" y="3167"/>
                  </a:cubicBezTo>
                  <a:lnTo>
                    <a:pt x="1" y="3581"/>
                  </a:lnTo>
                  <a:cubicBezTo>
                    <a:pt x="1" y="3730"/>
                    <a:pt x="102" y="3855"/>
                    <a:pt x="246" y="3884"/>
                  </a:cubicBezTo>
                  <a:lnTo>
                    <a:pt x="1011" y="4038"/>
                  </a:lnTo>
                  <a:cubicBezTo>
                    <a:pt x="1064" y="4225"/>
                    <a:pt x="1136" y="4408"/>
                    <a:pt x="1232" y="4577"/>
                  </a:cubicBezTo>
                  <a:lnTo>
                    <a:pt x="799" y="5226"/>
                  </a:lnTo>
                  <a:cubicBezTo>
                    <a:pt x="722" y="5346"/>
                    <a:pt x="737" y="5510"/>
                    <a:pt x="838" y="5611"/>
                  </a:cubicBezTo>
                  <a:lnTo>
                    <a:pt x="1136" y="5909"/>
                  </a:lnTo>
                  <a:cubicBezTo>
                    <a:pt x="1194" y="5967"/>
                    <a:pt x="1273" y="5997"/>
                    <a:pt x="1352" y="5997"/>
                  </a:cubicBezTo>
                  <a:cubicBezTo>
                    <a:pt x="1411" y="5997"/>
                    <a:pt x="1470" y="5981"/>
                    <a:pt x="1521" y="5948"/>
                  </a:cubicBezTo>
                  <a:lnTo>
                    <a:pt x="2171" y="5515"/>
                  </a:lnTo>
                  <a:cubicBezTo>
                    <a:pt x="2339" y="5611"/>
                    <a:pt x="2522" y="5683"/>
                    <a:pt x="2710" y="5736"/>
                  </a:cubicBezTo>
                  <a:lnTo>
                    <a:pt x="2864" y="6501"/>
                  </a:lnTo>
                  <a:cubicBezTo>
                    <a:pt x="2892" y="6646"/>
                    <a:pt x="3018" y="6747"/>
                    <a:pt x="3167" y="6747"/>
                  </a:cubicBezTo>
                  <a:lnTo>
                    <a:pt x="3581" y="6747"/>
                  </a:lnTo>
                  <a:cubicBezTo>
                    <a:pt x="3730" y="6747"/>
                    <a:pt x="3855" y="6646"/>
                    <a:pt x="3884" y="6501"/>
                  </a:cubicBezTo>
                  <a:lnTo>
                    <a:pt x="4038" y="5736"/>
                  </a:lnTo>
                  <a:cubicBezTo>
                    <a:pt x="4225" y="5683"/>
                    <a:pt x="4408" y="5611"/>
                    <a:pt x="4577" y="5515"/>
                  </a:cubicBezTo>
                  <a:lnTo>
                    <a:pt x="5226" y="5948"/>
                  </a:lnTo>
                  <a:cubicBezTo>
                    <a:pt x="5277" y="5981"/>
                    <a:pt x="5336" y="5997"/>
                    <a:pt x="5395" y="5997"/>
                  </a:cubicBezTo>
                  <a:cubicBezTo>
                    <a:pt x="5474" y="5997"/>
                    <a:pt x="5553" y="5967"/>
                    <a:pt x="5611" y="5909"/>
                  </a:cubicBezTo>
                  <a:lnTo>
                    <a:pt x="5905" y="5611"/>
                  </a:lnTo>
                  <a:cubicBezTo>
                    <a:pt x="6010" y="5510"/>
                    <a:pt x="6025" y="5346"/>
                    <a:pt x="5943" y="5226"/>
                  </a:cubicBezTo>
                  <a:lnTo>
                    <a:pt x="5515" y="4577"/>
                  </a:lnTo>
                  <a:cubicBezTo>
                    <a:pt x="5606" y="4408"/>
                    <a:pt x="5683" y="4225"/>
                    <a:pt x="5736" y="4038"/>
                  </a:cubicBezTo>
                  <a:lnTo>
                    <a:pt x="6501" y="3884"/>
                  </a:lnTo>
                  <a:cubicBezTo>
                    <a:pt x="6646" y="3855"/>
                    <a:pt x="6747" y="3730"/>
                    <a:pt x="6747" y="3581"/>
                  </a:cubicBezTo>
                  <a:lnTo>
                    <a:pt x="6747" y="3167"/>
                  </a:lnTo>
                  <a:cubicBezTo>
                    <a:pt x="6747" y="3018"/>
                    <a:pt x="6646" y="2892"/>
                    <a:pt x="6501" y="2864"/>
                  </a:cubicBezTo>
                  <a:lnTo>
                    <a:pt x="5736" y="2714"/>
                  </a:lnTo>
                  <a:cubicBezTo>
                    <a:pt x="5683" y="2522"/>
                    <a:pt x="5606" y="2339"/>
                    <a:pt x="5515" y="2171"/>
                  </a:cubicBezTo>
                  <a:lnTo>
                    <a:pt x="5943" y="1521"/>
                  </a:lnTo>
                  <a:cubicBezTo>
                    <a:pt x="6025" y="1401"/>
                    <a:pt x="6010" y="1237"/>
                    <a:pt x="5905" y="1136"/>
                  </a:cubicBezTo>
                  <a:lnTo>
                    <a:pt x="5611" y="843"/>
                  </a:lnTo>
                  <a:cubicBezTo>
                    <a:pt x="5553" y="782"/>
                    <a:pt x="5475" y="752"/>
                    <a:pt x="5397" y="752"/>
                  </a:cubicBezTo>
                  <a:cubicBezTo>
                    <a:pt x="5337" y="752"/>
                    <a:pt x="5278" y="769"/>
                    <a:pt x="5226" y="804"/>
                  </a:cubicBezTo>
                  <a:lnTo>
                    <a:pt x="4577" y="1237"/>
                  </a:lnTo>
                  <a:cubicBezTo>
                    <a:pt x="4408" y="1141"/>
                    <a:pt x="4225" y="1064"/>
                    <a:pt x="4038" y="1011"/>
                  </a:cubicBezTo>
                  <a:lnTo>
                    <a:pt x="3884" y="246"/>
                  </a:lnTo>
                  <a:cubicBezTo>
                    <a:pt x="3855" y="102"/>
                    <a:pt x="3730" y="1"/>
                    <a:pt x="3581"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1"/>
            <p:cNvSpPr/>
            <p:nvPr/>
          </p:nvSpPr>
          <p:spPr>
            <a:xfrm>
              <a:off x="3319423" y="4037385"/>
              <a:ext cx="103258" cy="88387"/>
            </a:xfrm>
            <a:custGeom>
              <a:rect b="b" l="l" r="r" t="t"/>
              <a:pathLst>
                <a:path extrusionOk="0" h="3370" w="3937">
                  <a:moveTo>
                    <a:pt x="2252" y="1"/>
                  </a:moveTo>
                  <a:cubicBezTo>
                    <a:pt x="751" y="1"/>
                    <a:pt x="1" y="1815"/>
                    <a:pt x="1059" y="2878"/>
                  </a:cubicBezTo>
                  <a:cubicBezTo>
                    <a:pt x="1380" y="3199"/>
                    <a:pt x="1810" y="3370"/>
                    <a:pt x="2247" y="3370"/>
                  </a:cubicBezTo>
                  <a:cubicBezTo>
                    <a:pt x="2466" y="3370"/>
                    <a:pt x="2687" y="3327"/>
                    <a:pt x="2897" y="3239"/>
                  </a:cubicBezTo>
                  <a:cubicBezTo>
                    <a:pt x="3523" y="2979"/>
                    <a:pt x="3937" y="2368"/>
                    <a:pt x="3937" y="1685"/>
                  </a:cubicBezTo>
                  <a:cubicBezTo>
                    <a:pt x="3937" y="756"/>
                    <a:pt x="3181" y="1"/>
                    <a:pt x="2252"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1"/>
            <p:cNvSpPr/>
            <p:nvPr/>
          </p:nvSpPr>
          <p:spPr>
            <a:xfrm>
              <a:off x="3343028" y="4055063"/>
              <a:ext cx="61976" cy="53111"/>
            </a:xfrm>
            <a:custGeom>
              <a:rect b="b" l="l" r="r" t="t"/>
              <a:pathLst>
                <a:path extrusionOk="0" h="2025" w="2363">
                  <a:moveTo>
                    <a:pt x="1352" y="0"/>
                  </a:moveTo>
                  <a:cubicBezTo>
                    <a:pt x="448" y="0"/>
                    <a:pt x="0" y="1088"/>
                    <a:pt x="635" y="1728"/>
                  </a:cubicBezTo>
                  <a:cubicBezTo>
                    <a:pt x="840" y="1932"/>
                    <a:pt x="1093" y="2024"/>
                    <a:pt x="1341" y="2024"/>
                  </a:cubicBezTo>
                  <a:cubicBezTo>
                    <a:pt x="1862" y="2024"/>
                    <a:pt x="2363" y="1620"/>
                    <a:pt x="2363" y="1011"/>
                  </a:cubicBezTo>
                  <a:cubicBezTo>
                    <a:pt x="2363" y="452"/>
                    <a:pt x="1911" y="0"/>
                    <a:pt x="1352"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1"/>
            <p:cNvSpPr/>
            <p:nvPr/>
          </p:nvSpPr>
          <p:spPr>
            <a:xfrm>
              <a:off x="3345415" y="4056558"/>
              <a:ext cx="41938" cy="37558"/>
            </a:xfrm>
            <a:custGeom>
              <a:rect b="b" l="l" r="r" t="t"/>
              <a:pathLst>
                <a:path extrusionOk="0" h="1432" w="1599">
                  <a:moveTo>
                    <a:pt x="920" y="1"/>
                  </a:moveTo>
                  <a:cubicBezTo>
                    <a:pt x="342" y="1"/>
                    <a:pt x="1" y="655"/>
                    <a:pt x="338" y="1127"/>
                  </a:cubicBezTo>
                  <a:cubicBezTo>
                    <a:pt x="484" y="1333"/>
                    <a:pt x="703" y="1431"/>
                    <a:pt x="921" y="1431"/>
                  </a:cubicBezTo>
                  <a:cubicBezTo>
                    <a:pt x="1205" y="1431"/>
                    <a:pt x="1487" y="1264"/>
                    <a:pt x="1598" y="954"/>
                  </a:cubicBezTo>
                  <a:cubicBezTo>
                    <a:pt x="1593" y="525"/>
                    <a:pt x="1324" y="145"/>
                    <a:pt x="920"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1"/>
            <p:cNvSpPr/>
            <p:nvPr/>
          </p:nvSpPr>
          <p:spPr>
            <a:xfrm>
              <a:off x="3107400" y="3810491"/>
              <a:ext cx="365139" cy="365244"/>
            </a:xfrm>
            <a:custGeom>
              <a:rect b="b" l="l" r="r" t="t"/>
              <a:pathLst>
                <a:path extrusionOk="0" h="13926" w="13922">
                  <a:moveTo>
                    <a:pt x="5359" y="4445"/>
                  </a:moveTo>
                  <a:cubicBezTo>
                    <a:pt x="5581" y="4445"/>
                    <a:pt x="5807" y="4527"/>
                    <a:pt x="5991" y="4711"/>
                  </a:cubicBezTo>
                  <a:cubicBezTo>
                    <a:pt x="6559" y="5278"/>
                    <a:pt x="6155" y="6250"/>
                    <a:pt x="5351" y="6250"/>
                  </a:cubicBezTo>
                  <a:cubicBezTo>
                    <a:pt x="4851" y="6250"/>
                    <a:pt x="4447" y="5846"/>
                    <a:pt x="4452" y="5351"/>
                  </a:cubicBezTo>
                  <a:cubicBezTo>
                    <a:pt x="4452" y="4806"/>
                    <a:pt x="4895" y="4445"/>
                    <a:pt x="5359" y="4445"/>
                  </a:cubicBezTo>
                  <a:close/>
                  <a:moveTo>
                    <a:pt x="5351" y="2882"/>
                  </a:moveTo>
                  <a:cubicBezTo>
                    <a:pt x="4724" y="2882"/>
                    <a:pt x="4100" y="3119"/>
                    <a:pt x="3624" y="3585"/>
                  </a:cubicBezTo>
                  <a:cubicBezTo>
                    <a:pt x="3481" y="3743"/>
                    <a:pt x="3623" y="3953"/>
                    <a:pt x="3791" y="3953"/>
                  </a:cubicBezTo>
                  <a:cubicBezTo>
                    <a:pt x="3838" y="3953"/>
                    <a:pt x="3887" y="3937"/>
                    <a:pt x="3932" y="3898"/>
                  </a:cubicBezTo>
                  <a:cubicBezTo>
                    <a:pt x="4323" y="3517"/>
                    <a:pt x="4835" y="3322"/>
                    <a:pt x="5350" y="3322"/>
                  </a:cubicBezTo>
                  <a:cubicBezTo>
                    <a:pt x="5771" y="3322"/>
                    <a:pt x="6195" y="3453"/>
                    <a:pt x="6554" y="3719"/>
                  </a:cubicBezTo>
                  <a:cubicBezTo>
                    <a:pt x="7358" y="4307"/>
                    <a:pt x="7613" y="5394"/>
                    <a:pt x="7161" y="6279"/>
                  </a:cubicBezTo>
                  <a:cubicBezTo>
                    <a:pt x="7103" y="6385"/>
                    <a:pt x="7146" y="6520"/>
                    <a:pt x="7252" y="6573"/>
                  </a:cubicBezTo>
                  <a:cubicBezTo>
                    <a:pt x="7286" y="6590"/>
                    <a:pt x="7321" y="6599"/>
                    <a:pt x="7356" y="6599"/>
                  </a:cubicBezTo>
                  <a:cubicBezTo>
                    <a:pt x="7435" y="6599"/>
                    <a:pt x="7510" y="6555"/>
                    <a:pt x="7550" y="6481"/>
                  </a:cubicBezTo>
                  <a:cubicBezTo>
                    <a:pt x="8104" y="5404"/>
                    <a:pt x="7791" y="4085"/>
                    <a:pt x="6819" y="3363"/>
                  </a:cubicBezTo>
                  <a:cubicBezTo>
                    <a:pt x="6379" y="3041"/>
                    <a:pt x="5864" y="2882"/>
                    <a:pt x="5351" y="2882"/>
                  </a:cubicBezTo>
                  <a:close/>
                  <a:moveTo>
                    <a:pt x="5345" y="4010"/>
                  </a:moveTo>
                  <a:cubicBezTo>
                    <a:pt x="5015" y="4010"/>
                    <a:pt x="4678" y="4133"/>
                    <a:pt x="4404" y="4408"/>
                  </a:cubicBezTo>
                  <a:cubicBezTo>
                    <a:pt x="3562" y="5250"/>
                    <a:pt x="4158" y="6693"/>
                    <a:pt x="5351" y="6693"/>
                  </a:cubicBezTo>
                  <a:cubicBezTo>
                    <a:pt x="6092" y="6693"/>
                    <a:pt x="6689" y="6092"/>
                    <a:pt x="6689" y="5351"/>
                  </a:cubicBezTo>
                  <a:cubicBezTo>
                    <a:pt x="6689" y="4544"/>
                    <a:pt x="6032" y="4010"/>
                    <a:pt x="5345" y="4010"/>
                  </a:cubicBezTo>
                  <a:close/>
                  <a:moveTo>
                    <a:pt x="3214" y="4399"/>
                  </a:moveTo>
                  <a:cubicBezTo>
                    <a:pt x="3132" y="4399"/>
                    <a:pt x="3049" y="4443"/>
                    <a:pt x="3013" y="4547"/>
                  </a:cubicBezTo>
                  <a:cubicBezTo>
                    <a:pt x="2662" y="5567"/>
                    <a:pt x="3013" y="6693"/>
                    <a:pt x="3879" y="7338"/>
                  </a:cubicBezTo>
                  <a:cubicBezTo>
                    <a:pt x="4317" y="7662"/>
                    <a:pt x="4835" y="7824"/>
                    <a:pt x="5353" y="7824"/>
                  </a:cubicBezTo>
                  <a:cubicBezTo>
                    <a:pt x="5860" y="7824"/>
                    <a:pt x="6367" y="7669"/>
                    <a:pt x="6800" y="7357"/>
                  </a:cubicBezTo>
                  <a:cubicBezTo>
                    <a:pt x="6977" y="7211"/>
                    <a:pt x="6847" y="6961"/>
                    <a:pt x="6665" y="6961"/>
                  </a:cubicBezTo>
                  <a:cubicBezTo>
                    <a:pt x="6625" y="6961"/>
                    <a:pt x="6582" y="6973"/>
                    <a:pt x="6540" y="7001"/>
                  </a:cubicBezTo>
                  <a:cubicBezTo>
                    <a:pt x="6186" y="7256"/>
                    <a:pt x="5769" y="7383"/>
                    <a:pt x="5352" y="7383"/>
                  </a:cubicBezTo>
                  <a:cubicBezTo>
                    <a:pt x="4926" y="7383"/>
                    <a:pt x="4499" y="7250"/>
                    <a:pt x="4139" y="6982"/>
                  </a:cubicBezTo>
                  <a:cubicBezTo>
                    <a:pt x="3427" y="6457"/>
                    <a:pt x="3143" y="5529"/>
                    <a:pt x="3427" y="4691"/>
                  </a:cubicBezTo>
                  <a:cubicBezTo>
                    <a:pt x="3487" y="4518"/>
                    <a:pt x="3350" y="4399"/>
                    <a:pt x="3214" y="4399"/>
                  </a:cubicBezTo>
                  <a:close/>
                  <a:moveTo>
                    <a:pt x="5034" y="0"/>
                  </a:moveTo>
                  <a:cubicBezTo>
                    <a:pt x="4707" y="5"/>
                    <a:pt x="4428" y="236"/>
                    <a:pt x="4360" y="553"/>
                  </a:cubicBezTo>
                  <a:lnTo>
                    <a:pt x="4153" y="1588"/>
                  </a:lnTo>
                  <a:cubicBezTo>
                    <a:pt x="3942" y="1655"/>
                    <a:pt x="3735" y="1742"/>
                    <a:pt x="3533" y="1843"/>
                  </a:cubicBezTo>
                  <a:lnTo>
                    <a:pt x="2657" y="1261"/>
                  </a:lnTo>
                  <a:cubicBezTo>
                    <a:pt x="2540" y="1183"/>
                    <a:pt x="2408" y="1145"/>
                    <a:pt x="2277" y="1145"/>
                  </a:cubicBezTo>
                  <a:cubicBezTo>
                    <a:pt x="2099" y="1145"/>
                    <a:pt x="1924" y="1214"/>
                    <a:pt x="1791" y="1347"/>
                  </a:cubicBezTo>
                  <a:lnTo>
                    <a:pt x="1343" y="1795"/>
                  </a:lnTo>
                  <a:cubicBezTo>
                    <a:pt x="1112" y="2026"/>
                    <a:pt x="1074" y="2387"/>
                    <a:pt x="1257" y="2661"/>
                  </a:cubicBezTo>
                  <a:lnTo>
                    <a:pt x="1839" y="3537"/>
                  </a:lnTo>
                  <a:cubicBezTo>
                    <a:pt x="1738" y="3734"/>
                    <a:pt x="1651" y="3946"/>
                    <a:pt x="1584" y="4157"/>
                  </a:cubicBezTo>
                  <a:lnTo>
                    <a:pt x="549" y="4364"/>
                  </a:lnTo>
                  <a:cubicBezTo>
                    <a:pt x="232" y="4427"/>
                    <a:pt x="1" y="4711"/>
                    <a:pt x="1" y="5038"/>
                  </a:cubicBezTo>
                  <a:lnTo>
                    <a:pt x="1" y="5673"/>
                  </a:lnTo>
                  <a:cubicBezTo>
                    <a:pt x="1" y="6000"/>
                    <a:pt x="232" y="6279"/>
                    <a:pt x="549" y="6347"/>
                  </a:cubicBezTo>
                  <a:lnTo>
                    <a:pt x="1584" y="6554"/>
                  </a:lnTo>
                  <a:cubicBezTo>
                    <a:pt x="1651" y="6765"/>
                    <a:pt x="1738" y="6972"/>
                    <a:pt x="1839" y="7169"/>
                  </a:cubicBezTo>
                  <a:lnTo>
                    <a:pt x="1257" y="8050"/>
                  </a:lnTo>
                  <a:cubicBezTo>
                    <a:pt x="1074" y="8319"/>
                    <a:pt x="1112" y="8680"/>
                    <a:pt x="1343" y="8916"/>
                  </a:cubicBezTo>
                  <a:lnTo>
                    <a:pt x="1791" y="9364"/>
                  </a:lnTo>
                  <a:cubicBezTo>
                    <a:pt x="1923" y="9496"/>
                    <a:pt x="2098" y="9564"/>
                    <a:pt x="2275" y="9564"/>
                  </a:cubicBezTo>
                  <a:cubicBezTo>
                    <a:pt x="2407" y="9564"/>
                    <a:pt x="2540" y="9526"/>
                    <a:pt x="2657" y="9450"/>
                  </a:cubicBezTo>
                  <a:lnTo>
                    <a:pt x="3533" y="8863"/>
                  </a:lnTo>
                  <a:cubicBezTo>
                    <a:pt x="3735" y="8969"/>
                    <a:pt x="3942" y="9051"/>
                    <a:pt x="4153" y="9123"/>
                  </a:cubicBezTo>
                  <a:lnTo>
                    <a:pt x="4360" y="10153"/>
                  </a:lnTo>
                  <a:cubicBezTo>
                    <a:pt x="4428" y="10475"/>
                    <a:pt x="4707" y="10706"/>
                    <a:pt x="5034" y="10706"/>
                  </a:cubicBezTo>
                  <a:lnTo>
                    <a:pt x="5669" y="10706"/>
                  </a:lnTo>
                  <a:cubicBezTo>
                    <a:pt x="5996" y="10706"/>
                    <a:pt x="6275" y="10475"/>
                    <a:pt x="6343" y="10153"/>
                  </a:cubicBezTo>
                  <a:lnTo>
                    <a:pt x="6550" y="9123"/>
                  </a:lnTo>
                  <a:cubicBezTo>
                    <a:pt x="6718" y="9065"/>
                    <a:pt x="6882" y="9003"/>
                    <a:pt x="7045" y="8926"/>
                  </a:cubicBezTo>
                  <a:cubicBezTo>
                    <a:pt x="7156" y="8873"/>
                    <a:pt x="7199" y="8738"/>
                    <a:pt x="7146" y="8632"/>
                  </a:cubicBezTo>
                  <a:cubicBezTo>
                    <a:pt x="7108" y="8552"/>
                    <a:pt x="7029" y="8505"/>
                    <a:pt x="6947" y="8505"/>
                  </a:cubicBezTo>
                  <a:cubicBezTo>
                    <a:pt x="6915" y="8505"/>
                    <a:pt x="6883" y="8512"/>
                    <a:pt x="6853" y="8526"/>
                  </a:cubicBezTo>
                  <a:cubicBezTo>
                    <a:pt x="6675" y="8613"/>
                    <a:pt x="6487" y="8680"/>
                    <a:pt x="6299" y="8733"/>
                  </a:cubicBezTo>
                  <a:cubicBezTo>
                    <a:pt x="6218" y="8757"/>
                    <a:pt x="6155" y="8820"/>
                    <a:pt x="6141" y="8902"/>
                  </a:cubicBezTo>
                  <a:lnTo>
                    <a:pt x="5910" y="10066"/>
                  </a:lnTo>
                  <a:cubicBezTo>
                    <a:pt x="5886" y="10182"/>
                    <a:pt x="5785" y="10263"/>
                    <a:pt x="5669" y="10263"/>
                  </a:cubicBezTo>
                  <a:lnTo>
                    <a:pt x="5034" y="10263"/>
                  </a:lnTo>
                  <a:cubicBezTo>
                    <a:pt x="4918" y="10263"/>
                    <a:pt x="4817" y="10182"/>
                    <a:pt x="4793" y="10066"/>
                  </a:cubicBezTo>
                  <a:lnTo>
                    <a:pt x="4562" y="8902"/>
                  </a:lnTo>
                  <a:cubicBezTo>
                    <a:pt x="4543" y="8820"/>
                    <a:pt x="4485" y="8757"/>
                    <a:pt x="4404" y="8733"/>
                  </a:cubicBezTo>
                  <a:cubicBezTo>
                    <a:pt x="4134" y="8656"/>
                    <a:pt x="3874" y="8550"/>
                    <a:pt x="3634" y="8416"/>
                  </a:cubicBezTo>
                  <a:cubicBezTo>
                    <a:pt x="3600" y="8395"/>
                    <a:pt x="3561" y="8386"/>
                    <a:pt x="3523" y="8386"/>
                  </a:cubicBezTo>
                  <a:cubicBezTo>
                    <a:pt x="3481" y="8386"/>
                    <a:pt x="3438" y="8398"/>
                    <a:pt x="3403" y="8421"/>
                  </a:cubicBezTo>
                  <a:lnTo>
                    <a:pt x="2416" y="9080"/>
                  </a:lnTo>
                  <a:cubicBezTo>
                    <a:pt x="2373" y="9109"/>
                    <a:pt x="2325" y="9122"/>
                    <a:pt x="2277" y="9122"/>
                  </a:cubicBezTo>
                  <a:cubicBezTo>
                    <a:pt x="2213" y="9122"/>
                    <a:pt x="2150" y="9098"/>
                    <a:pt x="2104" y="9051"/>
                  </a:cubicBezTo>
                  <a:lnTo>
                    <a:pt x="1656" y="8603"/>
                  </a:lnTo>
                  <a:cubicBezTo>
                    <a:pt x="1574" y="8517"/>
                    <a:pt x="1560" y="8387"/>
                    <a:pt x="1627" y="8291"/>
                  </a:cubicBezTo>
                  <a:lnTo>
                    <a:pt x="2282" y="7304"/>
                  </a:lnTo>
                  <a:cubicBezTo>
                    <a:pt x="2330" y="7232"/>
                    <a:pt x="2330" y="7145"/>
                    <a:pt x="2291" y="7073"/>
                  </a:cubicBezTo>
                  <a:cubicBezTo>
                    <a:pt x="2152" y="6828"/>
                    <a:pt x="2046" y="6568"/>
                    <a:pt x="1974" y="6303"/>
                  </a:cubicBezTo>
                  <a:cubicBezTo>
                    <a:pt x="1950" y="6222"/>
                    <a:pt x="1882" y="6159"/>
                    <a:pt x="1805" y="6145"/>
                  </a:cubicBezTo>
                  <a:lnTo>
                    <a:pt x="641" y="5914"/>
                  </a:lnTo>
                  <a:cubicBezTo>
                    <a:pt x="525" y="5890"/>
                    <a:pt x="443" y="5789"/>
                    <a:pt x="443" y="5673"/>
                  </a:cubicBezTo>
                  <a:lnTo>
                    <a:pt x="443" y="5038"/>
                  </a:lnTo>
                  <a:cubicBezTo>
                    <a:pt x="443" y="4918"/>
                    <a:pt x="525" y="4821"/>
                    <a:pt x="641" y="4797"/>
                  </a:cubicBezTo>
                  <a:lnTo>
                    <a:pt x="1805" y="4562"/>
                  </a:lnTo>
                  <a:cubicBezTo>
                    <a:pt x="1882" y="4547"/>
                    <a:pt x="1950" y="4485"/>
                    <a:pt x="1974" y="4408"/>
                  </a:cubicBezTo>
                  <a:cubicBezTo>
                    <a:pt x="2046" y="4138"/>
                    <a:pt x="2152" y="3878"/>
                    <a:pt x="2291" y="3633"/>
                  </a:cubicBezTo>
                  <a:cubicBezTo>
                    <a:pt x="2330" y="3561"/>
                    <a:pt x="2330" y="3474"/>
                    <a:pt x="2282" y="3407"/>
                  </a:cubicBezTo>
                  <a:lnTo>
                    <a:pt x="1627" y="2420"/>
                  </a:lnTo>
                  <a:cubicBezTo>
                    <a:pt x="1560" y="2319"/>
                    <a:pt x="1574" y="2189"/>
                    <a:pt x="1656" y="2108"/>
                  </a:cubicBezTo>
                  <a:lnTo>
                    <a:pt x="2104" y="1660"/>
                  </a:lnTo>
                  <a:cubicBezTo>
                    <a:pt x="2150" y="1610"/>
                    <a:pt x="2213" y="1586"/>
                    <a:pt x="2277" y="1586"/>
                  </a:cubicBezTo>
                  <a:cubicBezTo>
                    <a:pt x="2325" y="1586"/>
                    <a:pt x="2373" y="1600"/>
                    <a:pt x="2416" y="1626"/>
                  </a:cubicBezTo>
                  <a:lnTo>
                    <a:pt x="3403" y="2286"/>
                  </a:lnTo>
                  <a:cubicBezTo>
                    <a:pt x="3438" y="2311"/>
                    <a:pt x="3481" y="2323"/>
                    <a:pt x="3523" y="2323"/>
                  </a:cubicBezTo>
                  <a:cubicBezTo>
                    <a:pt x="3561" y="2323"/>
                    <a:pt x="3600" y="2313"/>
                    <a:pt x="3634" y="2295"/>
                  </a:cubicBezTo>
                  <a:cubicBezTo>
                    <a:pt x="3874" y="2156"/>
                    <a:pt x="4134" y="2050"/>
                    <a:pt x="4404" y="1973"/>
                  </a:cubicBezTo>
                  <a:cubicBezTo>
                    <a:pt x="4485" y="1954"/>
                    <a:pt x="4543" y="1886"/>
                    <a:pt x="4562" y="1804"/>
                  </a:cubicBezTo>
                  <a:lnTo>
                    <a:pt x="4793" y="645"/>
                  </a:lnTo>
                  <a:cubicBezTo>
                    <a:pt x="4817" y="529"/>
                    <a:pt x="4918" y="448"/>
                    <a:pt x="5034" y="448"/>
                  </a:cubicBezTo>
                  <a:lnTo>
                    <a:pt x="5669" y="448"/>
                  </a:lnTo>
                  <a:cubicBezTo>
                    <a:pt x="5785" y="448"/>
                    <a:pt x="5886" y="529"/>
                    <a:pt x="5910" y="645"/>
                  </a:cubicBezTo>
                  <a:lnTo>
                    <a:pt x="6141" y="1804"/>
                  </a:lnTo>
                  <a:cubicBezTo>
                    <a:pt x="6160" y="1886"/>
                    <a:pt x="6218" y="1954"/>
                    <a:pt x="6299" y="1973"/>
                  </a:cubicBezTo>
                  <a:cubicBezTo>
                    <a:pt x="6569" y="2050"/>
                    <a:pt x="6829" y="2156"/>
                    <a:pt x="7069" y="2295"/>
                  </a:cubicBezTo>
                  <a:cubicBezTo>
                    <a:pt x="7103" y="2313"/>
                    <a:pt x="7142" y="2323"/>
                    <a:pt x="7180" y="2323"/>
                  </a:cubicBezTo>
                  <a:cubicBezTo>
                    <a:pt x="7222" y="2323"/>
                    <a:pt x="7265" y="2311"/>
                    <a:pt x="7300" y="2286"/>
                  </a:cubicBezTo>
                  <a:lnTo>
                    <a:pt x="8287" y="1626"/>
                  </a:lnTo>
                  <a:cubicBezTo>
                    <a:pt x="8328" y="1600"/>
                    <a:pt x="8375" y="1586"/>
                    <a:pt x="8422" y="1586"/>
                  </a:cubicBezTo>
                  <a:cubicBezTo>
                    <a:pt x="8486" y="1586"/>
                    <a:pt x="8550" y="1610"/>
                    <a:pt x="8599" y="1660"/>
                  </a:cubicBezTo>
                  <a:lnTo>
                    <a:pt x="9047" y="2108"/>
                  </a:lnTo>
                  <a:cubicBezTo>
                    <a:pt x="9129" y="2189"/>
                    <a:pt x="9143" y="2319"/>
                    <a:pt x="9076" y="2420"/>
                  </a:cubicBezTo>
                  <a:lnTo>
                    <a:pt x="8421" y="3407"/>
                  </a:lnTo>
                  <a:cubicBezTo>
                    <a:pt x="8373" y="3474"/>
                    <a:pt x="8368" y="3561"/>
                    <a:pt x="8412" y="3633"/>
                  </a:cubicBezTo>
                  <a:cubicBezTo>
                    <a:pt x="8546" y="3878"/>
                    <a:pt x="8657" y="4138"/>
                    <a:pt x="8729" y="4408"/>
                  </a:cubicBezTo>
                  <a:cubicBezTo>
                    <a:pt x="8753" y="4485"/>
                    <a:pt x="8821" y="4547"/>
                    <a:pt x="8898" y="4562"/>
                  </a:cubicBezTo>
                  <a:lnTo>
                    <a:pt x="10062" y="4797"/>
                  </a:lnTo>
                  <a:cubicBezTo>
                    <a:pt x="10178" y="4821"/>
                    <a:pt x="10259" y="4918"/>
                    <a:pt x="10259" y="5038"/>
                  </a:cubicBezTo>
                  <a:lnTo>
                    <a:pt x="10259" y="5673"/>
                  </a:lnTo>
                  <a:cubicBezTo>
                    <a:pt x="10259" y="5789"/>
                    <a:pt x="10178" y="5890"/>
                    <a:pt x="10062" y="5914"/>
                  </a:cubicBezTo>
                  <a:lnTo>
                    <a:pt x="8898" y="6145"/>
                  </a:lnTo>
                  <a:cubicBezTo>
                    <a:pt x="8821" y="6159"/>
                    <a:pt x="8753" y="6222"/>
                    <a:pt x="8729" y="6303"/>
                  </a:cubicBezTo>
                  <a:cubicBezTo>
                    <a:pt x="8676" y="6496"/>
                    <a:pt x="8604" y="6688"/>
                    <a:pt x="8518" y="6871"/>
                  </a:cubicBezTo>
                  <a:cubicBezTo>
                    <a:pt x="8420" y="7048"/>
                    <a:pt x="8571" y="7198"/>
                    <a:pt x="8719" y="7198"/>
                  </a:cubicBezTo>
                  <a:cubicBezTo>
                    <a:pt x="8796" y="7198"/>
                    <a:pt x="8873" y="7158"/>
                    <a:pt x="8912" y="7059"/>
                  </a:cubicBezTo>
                  <a:cubicBezTo>
                    <a:pt x="8994" y="6895"/>
                    <a:pt x="9061" y="6727"/>
                    <a:pt x="9114" y="6549"/>
                  </a:cubicBezTo>
                  <a:lnTo>
                    <a:pt x="10149" y="6347"/>
                  </a:lnTo>
                  <a:cubicBezTo>
                    <a:pt x="10466" y="6279"/>
                    <a:pt x="10697" y="6000"/>
                    <a:pt x="10697" y="5673"/>
                  </a:cubicBezTo>
                  <a:lnTo>
                    <a:pt x="10697" y="5038"/>
                  </a:lnTo>
                  <a:cubicBezTo>
                    <a:pt x="10697" y="4711"/>
                    <a:pt x="10466" y="4427"/>
                    <a:pt x="10149" y="4364"/>
                  </a:cubicBezTo>
                  <a:lnTo>
                    <a:pt x="9114" y="4157"/>
                  </a:lnTo>
                  <a:cubicBezTo>
                    <a:pt x="9047" y="3946"/>
                    <a:pt x="8960" y="3734"/>
                    <a:pt x="8854" y="3537"/>
                  </a:cubicBezTo>
                  <a:lnTo>
                    <a:pt x="9441" y="2661"/>
                  </a:lnTo>
                  <a:cubicBezTo>
                    <a:pt x="9619" y="2387"/>
                    <a:pt x="9586" y="2026"/>
                    <a:pt x="9355" y="1795"/>
                  </a:cubicBezTo>
                  <a:lnTo>
                    <a:pt x="8907" y="1347"/>
                  </a:lnTo>
                  <a:cubicBezTo>
                    <a:pt x="8774" y="1214"/>
                    <a:pt x="8597" y="1145"/>
                    <a:pt x="8419" y="1145"/>
                  </a:cubicBezTo>
                  <a:cubicBezTo>
                    <a:pt x="8288" y="1145"/>
                    <a:pt x="8156" y="1183"/>
                    <a:pt x="8041" y="1261"/>
                  </a:cubicBezTo>
                  <a:lnTo>
                    <a:pt x="7165" y="1843"/>
                  </a:lnTo>
                  <a:cubicBezTo>
                    <a:pt x="6963" y="1742"/>
                    <a:pt x="6756" y="1655"/>
                    <a:pt x="6545" y="1588"/>
                  </a:cubicBezTo>
                  <a:lnTo>
                    <a:pt x="6338" y="553"/>
                  </a:lnTo>
                  <a:cubicBezTo>
                    <a:pt x="6271" y="236"/>
                    <a:pt x="5991" y="5"/>
                    <a:pt x="5664" y="0"/>
                  </a:cubicBezTo>
                  <a:close/>
                  <a:moveTo>
                    <a:pt x="10327" y="9102"/>
                  </a:moveTo>
                  <a:cubicBezTo>
                    <a:pt x="10024" y="9102"/>
                    <a:pt x="9716" y="9214"/>
                    <a:pt x="9466" y="9465"/>
                  </a:cubicBezTo>
                  <a:cubicBezTo>
                    <a:pt x="8691" y="10239"/>
                    <a:pt x="9239" y="11567"/>
                    <a:pt x="10336" y="11567"/>
                  </a:cubicBezTo>
                  <a:cubicBezTo>
                    <a:pt x="10606" y="11567"/>
                    <a:pt x="10871" y="11476"/>
                    <a:pt x="11087" y="11312"/>
                  </a:cubicBezTo>
                  <a:cubicBezTo>
                    <a:pt x="11263" y="11164"/>
                    <a:pt x="11128" y="10917"/>
                    <a:pt x="10947" y="10917"/>
                  </a:cubicBezTo>
                  <a:cubicBezTo>
                    <a:pt x="10905" y="10917"/>
                    <a:pt x="10861" y="10930"/>
                    <a:pt x="10818" y="10961"/>
                  </a:cubicBezTo>
                  <a:cubicBezTo>
                    <a:pt x="10683" y="11072"/>
                    <a:pt x="10510" y="11130"/>
                    <a:pt x="10336" y="11130"/>
                  </a:cubicBezTo>
                  <a:cubicBezTo>
                    <a:pt x="9899" y="11130"/>
                    <a:pt x="9547" y="10773"/>
                    <a:pt x="9547" y="10336"/>
                  </a:cubicBezTo>
                  <a:cubicBezTo>
                    <a:pt x="9547" y="9898"/>
                    <a:pt x="9899" y="9546"/>
                    <a:pt x="10336" y="9546"/>
                  </a:cubicBezTo>
                  <a:cubicBezTo>
                    <a:pt x="10769" y="9546"/>
                    <a:pt x="11126" y="9898"/>
                    <a:pt x="11126" y="10336"/>
                  </a:cubicBezTo>
                  <a:cubicBezTo>
                    <a:pt x="11133" y="10475"/>
                    <a:pt x="11239" y="10545"/>
                    <a:pt x="11345" y="10545"/>
                  </a:cubicBezTo>
                  <a:cubicBezTo>
                    <a:pt x="11452" y="10545"/>
                    <a:pt x="11559" y="10475"/>
                    <a:pt x="11568" y="10336"/>
                  </a:cubicBezTo>
                  <a:cubicBezTo>
                    <a:pt x="11568" y="9593"/>
                    <a:pt x="10960" y="9102"/>
                    <a:pt x="10327" y="9102"/>
                  </a:cubicBezTo>
                  <a:close/>
                  <a:moveTo>
                    <a:pt x="10130" y="6751"/>
                  </a:moveTo>
                  <a:cubicBezTo>
                    <a:pt x="9879" y="6751"/>
                    <a:pt x="9663" y="6924"/>
                    <a:pt x="9615" y="7169"/>
                  </a:cubicBezTo>
                  <a:lnTo>
                    <a:pt x="9485" y="7805"/>
                  </a:lnTo>
                  <a:cubicBezTo>
                    <a:pt x="9369" y="7843"/>
                    <a:pt x="9259" y="7891"/>
                    <a:pt x="9148" y="7944"/>
                  </a:cubicBezTo>
                  <a:lnTo>
                    <a:pt x="8609" y="7583"/>
                  </a:lnTo>
                  <a:cubicBezTo>
                    <a:pt x="8522" y="7526"/>
                    <a:pt x="8421" y="7499"/>
                    <a:pt x="8321" y="7499"/>
                  </a:cubicBezTo>
                  <a:cubicBezTo>
                    <a:pt x="8184" y="7499"/>
                    <a:pt x="8048" y="7551"/>
                    <a:pt x="7945" y="7651"/>
                  </a:cubicBezTo>
                  <a:lnTo>
                    <a:pt x="7651" y="7944"/>
                  </a:lnTo>
                  <a:cubicBezTo>
                    <a:pt x="7478" y="8122"/>
                    <a:pt x="7449" y="8396"/>
                    <a:pt x="7589" y="8608"/>
                  </a:cubicBezTo>
                  <a:lnTo>
                    <a:pt x="7950" y="9147"/>
                  </a:lnTo>
                  <a:cubicBezTo>
                    <a:pt x="7873" y="9296"/>
                    <a:pt x="7810" y="9455"/>
                    <a:pt x="7767" y="9614"/>
                  </a:cubicBezTo>
                  <a:cubicBezTo>
                    <a:pt x="7719" y="9739"/>
                    <a:pt x="7786" y="9874"/>
                    <a:pt x="7911" y="9907"/>
                  </a:cubicBezTo>
                  <a:cubicBezTo>
                    <a:pt x="7932" y="9914"/>
                    <a:pt x="7954" y="9917"/>
                    <a:pt x="7974" y="9917"/>
                  </a:cubicBezTo>
                  <a:cubicBezTo>
                    <a:pt x="8077" y="9917"/>
                    <a:pt x="8170" y="9842"/>
                    <a:pt x="8190" y="9734"/>
                  </a:cubicBezTo>
                  <a:cubicBezTo>
                    <a:pt x="8234" y="9566"/>
                    <a:pt x="8306" y="9402"/>
                    <a:pt x="8392" y="9243"/>
                  </a:cubicBezTo>
                  <a:cubicBezTo>
                    <a:pt x="8431" y="9171"/>
                    <a:pt x="8431" y="9085"/>
                    <a:pt x="8383" y="9017"/>
                  </a:cubicBezTo>
                  <a:lnTo>
                    <a:pt x="7950" y="8368"/>
                  </a:lnTo>
                  <a:cubicBezTo>
                    <a:pt x="7926" y="8334"/>
                    <a:pt x="7931" y="8286"/>
                    <a:pt x="7959" y="8257"/>
                  </a:cubicBezTo>
                  <a:lnTo>
                    <a:pt x="8258" y="7963"/>
                  </a:lnTo>
                  <a:cubicBezTo>
                    <a:pt x="8274" y="7947"/>
                    <a:pt x="8295" y="7938"/>
                    <a:pt x="8316" y="7938"/>
                  </a:cubicBezTo>
                  <a:cubicBezTo>
                    <a:pt x="8333" y="7938"/>
                    <a:pt x="8349" y="7943"/>
                    <a:pt x="8364" y="7954"/>
                  </a:cubicBezTo>
                  <a:lnTo>
                    <a:pt x="9013" y="8387"/>
                  </a:lnTo>
                  <a:cubicBezTo>
                    <a:pt x="9049" y="8410"/>
                    <a:pt x="9091" y="8422"/>
                    <a:pt x="9134" y="8422"/>
                  </a:cubicBezTo>
                  <a:cubicBezTo>
                    <a:pt x="9172" y="8422"/>
                    <a:pt x="9210" y="8412"/>
                    <a:pt x="9244" y="8392"/>
                  </a:cubicBezTo>
                  <a:cubicBezTo>
                    <a:pt x="9398" y="8305"/>
                    <a:pt x="9562" y="8238"/>
                    <a:pt x="9735" y="8190"/>
                  </a:cubicBezTo>
                  <a:cubicBezTo>
                    <a:pt x="9812" y="8166"/>
                    <a:pt x="9875" y="8103"/>
                    <a:pt x="9889" y="8021"/>
                  </a:cubicBezTo>
                  <a:lnTo>
                    <a:pt x="10043" y="7256"/>
                  </a:lnTo>
                  <a:cubicBezTo>
                    <a:pt x="10053" y="7218"/>
                    <a:pt x="10086" y="7189"/>
                    <a:pt x="10130" y="7189"/>
                  </a:cubicBezTo>
                  <a:lnTo>
                    <a:pt x="10543" y="7189"/>
                  </a:lnTo>
                  <a:cubicBezTo>
                    <a:pt x="10587" y="7189"/>
                    <a:pt x="10620" y="7218"/>
                    <a:pt x="10630" y="7256"/>
                  </a:cubicBezTo>
                  <a:lnTo>
                    <a:pt x="10784" y="8021"/>
                  </a:lnTo>
                  <a:cubicBezTo>
                    <a:pt x="10798" y="8103"/>
                    <a:pt x="10861" y="8166"/>
                    <a:pt x="10938" y="8190"/>
                  </a:cubicBezTo>
                  <a:cubicBezTo>
                    <a:pt x="11111" y="8238"/>
                    <a:pt x="11275" y="8305"/>
                    <a:pt x="11429" y="8392"/>
                  </a:cubicBezTo>
                  <a:cubicBezTo>
                    <a:pt x="11463" y="8412"/>
                    <a:pt x="11501" y="8422"/>
                    <a:pt x="11539" y="8422"/>
                  </a:cubicBezTo>
                  <a:cubicBezTo>
                    <a:pt x="11582" y="8422"/>
                    <a:pt x="11624" y="8410"/>
                    <a:pt x="11660" y="8387"/>
                  </a:cubicBezTo>
                  <a:lnTo>
                    <a:pt x="12309" y="7954"/>
                  </a:lnTo>
                  <a:cubicBezTo>
                    <a:pt x="12324" y="7943"/>
                    <a:pt x="12340" y="7938"/>
                    <a:pt x="12357" y="7938"/>
                  </a:cubicBezTo>
                  <a:cubicBezTo>
                    <a:pt x="12379" y="7938"/>
                    <a:pt x="12401" y="7947"/>
                    <a:pt x="12420" y="7963"/>
                  </a:cubicBezTo>
                  <a:lnTo>
                    <a:pt x="12713" y="8257"/>
                  </a:lnTo>
                  <a:cubicBezTo>
                    <a:pt x="12742" y="8286"/>
                    <a:pt x="12747" y="8334"/>
                    <a:pt x="12723" y="8368"/>
                  </a:cubicBezTo>
                  <a:lnTo>
                    <a:pt x="12290" y="9017"/>
                  </a:lnTo>
                  <a:cubicBezTo>
                    <a:pt x="12247" y="9085"/>
                    <a:pt x="12242" y="9176"/>
                    <a:pt x="12280" y="9248"/>
                  </a:cubicBezTo>
                  <a:cubicBezTo>
                    <a:pt x="12367" y="9402"/>
                    <a:pt x="12439" y="9566"/>
                    <a:pt x="12487" y="9739"/>
                  </a:cubicBezTo>
                  <a:cubicBezTo>
                    <a:pt x="12507" y="9816"/>
                    <a:pt x="12574" y="9878"/>
                    <a:pt x="12656" y="9893"/>
                  </a:cubicBezTo>
                  <a:lnTo>
                    <a:pt x="13416" y="10047"/>
                  </a:lnTo>
                  <a:cubicBezTo>
                    <a:pt x="13459" y="10052"/>
                    <a:pt x="13488" y="10090"/>
                    <a:pt x="13488" y="10129"/>
                  </a:cubicBezTo>
                  <a:lnTo>
                    <a:pt x="13488" y="10547"/>
                  </a:lnTo>
                  <a:cubicBezTo>
                    <a:pt x="13488" y="10591"/>
                    <a:pt x="13459" y="10624"/>
                    <a:pt x="13416" y="10634"/>
                  </a:cubicBezTo>
                  <a:lnTo>
                    <a:pt x="12656" y="10783"/>
                  </a:lnTo>
                  <a:cubicBezTo>
                    <a:pt x="12574" y="10802"/>
                    <a:pt x="12507" y="10860"/>
                    <a:pt x="12487" y="10942"/>
                  </a:cubicBezTo>
                  <a:cubicBezTo>
                    <a:pt x="12439" y="11110"/>
                    <a:pt x="12367" y="11279"/>
                    <a:pt x="12280" y="11433"/>
                  </a:cubicBezTo>
                  <a:cubicBezTo>
                    <a:pt x="12242" y="11505"/>
                    <a:pt x="12242" y="11591"/>
                    <a:pt x="12290" y="11664"/>
                  </a:cubicBezTo>
                  <a:lnTo>
                    <a:pt x="12723" y="12308"/>
                  </a:lnTo>
                  <a:cubicBezTo>
                    <a:pt x="12747" y="12347"/>
                    <a:pt x="12742" y="12390"/>
                    <a:pt x="12713" y="12419"/>
                  </a:cubicBezTo>
                  <a:lnTo>
                    <a:pt x="12415" y="12713"/>
                  </a:lnTo>
                  <a:cubicBezTo>
                    <a:pt x="12398" y="12730"/>
                    <a:pt x="12375" y="12739"/>
                    <a:pt x="12353" y="12739"/>
                  </a:cubicBezTo>
                  <a:cubicBezTo>
                    <a:pt x="12338" y="12739"/>
                    <a:pt x="12323" y="12735"/>
                    <a:pt x="12309" y="12727"/>
                  </a:cubicBezTo>
                  <a:lnTo>
                    <a:pt x="11660" y="12294"/>
                  </a:lnTo>
                  <a:cubicBezTo>
                    <a:pt x="11624" y="12269"/>
                    <a:pt x="11582" y="12257"/>
                    <a:pt x="11539" y="12257"/>
                  </a:cubicBezTo>
                  <a:cubicBezTo>
                    <a:pt x="11501" y="12257"/>
                    <a:pt x="11463" y="12266"/>
                    <a:pt x="11429" y="12284"/>
                  </a:cubicBezTo>
                  <a:cubicBezTo>
                    <a:pt x="11275" y="12371"/>
                    <a:pt x="11111" y="12438"/>
                    <a:pt x="10938" y="12486"/>
                  </a:cubicBezTo>
                  <a:cubicBezTo>
                    <a:pt x="10861" y="12511"/>
                    <a:pt x="10798" y="12573"/>
                    <a:pt x="10784" y="12655"/>
                  </a:cubicBezTo>
                  <a:lnTo>
                    <a:pt x="10630" y="13420"/>
                  </a:lnTo>
                  <a:cubicBezTo>
                    <a:pt x="10620" y="13458"/>
                    <a:pt x="10587" y="13487"/>
                    <a:pt x="10543" y="13492"/>
                  </a:cubicBezTo>
                  <a:lnTo>
                    <a:pt x="10130" y="13492"/>
                  </a:lnTo>
                  <a:cubicBezTo>
                    <a:pt x="10086" y="13487"/>
                    <a:pt x="10053" y="13458"/>
                    <a:pt x="10043" y="13420"/>
                  </a:cubicBezTo>
                  <a:lnTo>
                    <a:pt x="9889" y="12655"/>
                  </a:lnTo>
                  <a:cubicBezTo>
                    <a:pt x="9875" y="12573"/>
                    <a:pt x="9812" y="12511"/>
                    <a:pt x="9735" y="12486"/>
                  </a:cubicBezTo>
                  <a:cubicBezTo>
                    <a:pt x="9562" y="12438"/>
                    <a:pt x="9398" y="12371"/>
                    <a:pt x="9244" y="12284"/>
                  </a:cubicBezTo>
                  <a:cubicBezTo>
                    <a:pt x="9211" y="12264"/>
                    <a:pt x="9174" y="12255"/>
                    <a:pt x="9136" y="12255"/>
                  </a:cubicBezTo>
                  <a:cubicBezTo>
                    <a:pt x="9093" y="12255"/>
                    <a:pt x="9050" y="12268"/>
                    <a:pt x="9013" y="12294"/>
                  </a:cubicBezTo>
                  <a:lnTo>
                    <a:pt x="8364" y="12727"/>
                  </a:lnTo>
                  <a:cubicBezTo>
                    <a:pt x="8350" y="12735"/>
                    <a:pt x="8335" y="12739"/>
                    <a:pt x="8320" y="12739"/>
                  </a:cubicBezTo>
                  <a:cubicBezTo>
                    <a:pt x="8298" y="12739"/>
                    <a:pt x="8275" y="12730"/>
                    <a:pt x="8258" y="12713"/>
                  </a:cubicBezTo>
                  <a:lnTo>
                    <a:pt x="7959" y="12419"/>
                  </a:lnTo>
                  <a:cubicBezTo>
                    <a:pt x="7931" y="12390"/>
                    <a:pt x="7926" y="12342"/>
                    <a:pt x="7950" y="12308"/>
                  </a:cubicBezTo>
                  <a:lnTo>
                    <a:pt x="8383" y="11664"/>
                  </a:lnTo>
                  <a:cubicBezTo>
                    <a:pt x="8426" y="11591"/>
                    <a:pt x="8431" y="11505"/>
                    <a:pt x="8392" y="11433"/>
                  </a:cubicBezTo>
                  <a:cubicBezTo>
                    <a:pt x="8306" y="11279"/>
                    <a:pt x="8234" y="11110"/>
                    <a:pt x="8186" y="10942"/>
                  </a:cubicBezTo>
                  <a:cubicBezTo>
                    <a:pt x="8166" y="10860"/>
                    <a:pt x="8099" y="10802"/>
                    <a:pt x="8017" y="10783"/>
                  </a:cubicBezTo>
                  <a:lnTo>
                    <a:pt x="7257" y="10634"/>
                  </a:lnTo>
                  <a:cubicBezTo>
                    <a:pt x="7214" y="10624"/>
                    <a:pt x="7185" y="10586"/>
                    <a:pt x="7185" y="10547"/>
                  </a:cubicBezTo>
                  <a:lnTo>
                    <a:pt x="7185" y="10129"/>
                  </a:lnTo>
                  <a:cubicBezTo>
                    <a:pt x="7185" y="10090"/>
                    <a:pt x="7214" y="10052"/>
                    <a:pt x="7257" y="10047"/>
                  </a:cubicBezTo>
                  <a:lnTo>
                    <a:pt x="7300" y="10037"/>
                  </a:lnTo>
                  <a:cubicBezTo>
                    <a:pt x="7585" y="9993"/>
                    <a:pt x="7528" y="9596"/>
                    <a:pt x="7283" y="9596"/>
                  </a:cubicBezTo>
                  <a:cubicBezTo>
                    <a:pt x="7263" y="9596"/>
                    <a:pt x="7241" y="9598"/>
                    <a:pt x="7218" y="9604"/>
                  </a:cubicBezTo>
                  <a:lnTo>
                    <a:pt x="7170" y="9614"/>
                  </a:lnTo>
                  <a:cubicBezTo>
                    <a:pt x="6925" y="9667"/>
                    <a:pt x="6747" y="9878"/>
                    <a:pt x="6747" y="10129"/>
                  </a:cubicBezTo>
                  <a:lnTo>
                    <a:pt x="6747" y="10547"/>
                  </a:lnTo>
                  <a:cubicBezTo>
                    <a:pt x="6747" y="10798"/>
                    <a:pt x="6925" y="11014"/>
                    <a:pt x="7170" y="11062"/>
                  </a:cubicBezTo>
                  <a:lnTo>
                    <a:pt x="7805" y="11187"/>
                  </a:lnTo>
                  <a:cubicBezTo>
                    <a:pt x="7844" y="11303"/>
                    <a:pt x="7892" y="11418"/>
                    <a:pt x="7945" y="11524"/>
                  </a:cubicBezTo>
                  <a:lnTo>
                    <a:pt x="7584" y="12068"/>
                  </a:lnTo>
                  <a:cubicBezTo>
                    <a:pt x="7445" y="12275"/>
                    <a:pt x="7473" y="12554"/>
                    <a:pt x="7651" y="12727"/>
                  </a:cubicBezTo>
                  <a:lnTo>
                    <a:pt x="7945" y="13025"/>
                  </a:lnTo>
                  <a:cubicBezTo>
                    <a:pt x="8047" y="13125"/>
                    <a:pt x="8180" y="13176"/>
                    <a:pt x="8315" y="13176"/>
                  </a:cubicBezTo>
                  <a:cubicBezTo>
                    <a:pt x="8415" y="13176"/>
                    <a:pt x="8516" y="13148"/>
                    <a:pt x="8604" y="13088"/>
                  </a:cubicBezTo>
                  <a:lnTo>
                    <a:pt x="9148" y="12727"/>
                  </a:lnTo>
                  <a:cubicBezTo>
                    <a:pt x="9254" y="12785"/>
                    <a:pt x="9369" y="12828"/>
                    <a:pt x="9485" y="12867"/>
                  </a:cubicBezTo>
                  <a:lnTo>
                    <a:pt x="9610" y="13502"/>
                  </a:lnTo>
                  <a:cubicBezTo>
                    <a:pt x="9663" y="13747"/>
                    <a:pt x="9875" y="13925"/>
                    <a:pt x="10125" y="13925"/>
                  </a:cubicBezTo>
                  <a:lnTo>
                    <a:pt x="10543" y="13925"/>
                  </a:lnTo>
                  <a:cubicBezTo>
                    <a:pt x="10794" y="13925"/>
                    <a:pt x="11010" y="13747"/>
                    <a:pt x="11058" y="13502"/>
                  </a:cubicBezTo>
                  <a:lnTo>
                    <a:pt x="11188" y="12867"/>
                  </a:lnTo>
                  <a:cubicBezTo>
                    <a:pt x="11299" y="12828"/>
                    <a:pt x="11414" y="12780"/>
                    <a:pt x="11520" y="12727"/>
                  </a:cubicBezTo>
                  <a:lnTo>
                    <a:pt x="12064" y="13088"/>
                  </a:lnTo>
                  <a:cubicBezTo>
                    <a:pt x="12152" y="13148"/>
                    <a:pt x="12254" y="13176"/>
                    <a:pt x="12355" y="13176"/>
                  </a:cubicBezTo>
                  <a:cubicBezTo>
                    <a:pt x="12490" y="13176"/>
                    <a:pt x="12624" y="13125"/>
                    <a:pt x="12723" y="13025"/>
                  </a:cubicBezTo>
                  <a:lnTo>
                    <a:pt x="13021" y="12727"/>
                  </a:lnTo>
                  <a:cubicBezTo>
                    <a:pt x="13195" y="12554"/>
                    <a:pt x="13223" y="12275"/>
                    <a:pt x="13084" y="12068"/>
                  </a:cubicBezTo>
                  <a:lnTo>
                    <a:pt x="12723" y="11524"/>
                  </a:lnTo>
                  <a:cubicBezTo>
                    <a:pt x="12781" y="11418"/>
                    <a:pt x="12824" y="11303"/>
                    <a:pt x="12863" y="11187"/>
                  </a:cubicBezTo>
                  <a:lnTo>
                    <a:pt x="13498" y="11062"/>
                  </a:lnTo>
                  <a:cubicBezTo>
                    <a:pt x="13743" y="11014"/>
                    <a:pt x="13921" y="10798"/>
                    <a:pt x="13921" y="10547"/>
                  </a:cubicBezTo>
                  <a:lnTo>
                    <a:pt x="13921" y="10129"/>
                  </a:lnTo>
                  <a:cubicBezTo>
                    <a:pt x="13921" y="9878"/>
                    <a:pt x="13748" y="9662"/>
                    <a:pt x="13503" y="9614"/>
                  </a:cubicBezTo>
                  <a:lnTo>
                    <a:pt x="12867" y="9484"/>
                  </a:lnTo>
                  <a:cubicBezTo>
                    <a:pt x="12829" y="9368"/>
                    <a:pt x="12781" y="9258"/>
                    <a:pt x="12728" y="9147"/>
                  </a:cubicBezTo>
                  <a:lnTo>
                    <a:pt x="13089" y="8608"/>
                  </a:lnTo>
                  <a:cubicBezTo>
                    <a:pt x="13223" y="8396"/>
                    <a:pt x="13199" y="8122"/>
                    <a:pt x="13021" y="7944"/>
                  </a:cubicBezTo>
                  <a:lnTo>
                    <a:pt x="12728" y="7651"/>
                  </a:lnTo>
                  <a:cubicBezTo>
                    <a:pt x="12625" y="7551"/>
                    <a:pt x="12490" y="7499"/>
                    <a:pt x="12354" y="7499"/>
                  </a:cubicBezTo>
                  <a:cubicBezTo>
                    <a:pt x="12255" y="7499"/>
                    <a:pt x="12156" y="7526"/>
                    <a:pt x="12069" y="7583"/>
                  </a:cubicBezTo>
                  <a:lnTo>
                    <a:pt x="11525" y="7944"/>
                  </a:lnTo>
                  <a:cubicBezTo>
                    <a:pt x="11414" y="7891"/>
                    <a:pt x="11304" y="7843"/>
                    <a:pt x="11188" y="7805"/>
                  </a:cubicBezTo>
                  <a:lnTo>
                    <a:pt x="11063" y="7169"/>
                  </a:lnTo>
                  <a:cubicBezTo>
                    <a:pt x="11010" y="6924"/>
                    <a:pt x="10794" y="6751"/>
                    <a:pt x="10548" y="675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81"/>
          <p:cNvGrpSpPr/>
          <p:nvPr/>
        </p:nvGrpSpPr>
        <p:grpSpPr>
          <a:xfrm>
            <a:off x="3982979" y="4297378"/>
            <a:ext cx="355540" cy="338230"/>
            <a:chOff x="3982979" y="4297378"/>
            <a:chExt cx="355540" cy="338230"/>
          </a:xfrm>
        </p:grpSpPr>
        <p:sp>
          <p:nvSpPr>
            <p:cNvPr id="10370" name="Google Shape;10370;p81"/>
            <p:cNvSpPr/>
            <p:nvPr/>
          </p:nvSpPr>
          <p:spPr>
            <a:xfrm>
              <a:off x="4004197" y="4302414"/>
              <a:ext cx="276018" cy="276018"/>
            </a:xfrm>
            <a:custGeom>
              <a:rect b="b" l="l" r="r" t="t"/>
              <a:pathLst>
                <a:path extrusionOk="0" h="10524" w="10524">
                  <a:moveTo>
                    <a:pt x="5259" y="0"/>
                  </a:moveTo>
                  <a:cubicBezTo>
                    <a:pt x="2353" y="0"/>
                    <a:pt x="0" y="2358"/>
                    <a:pt x="0" y="5264"/>
                  </a:cubicBezTo>
                  <a:cubicBezTo>
                    <a:pt x="0" y="8170"/>
                    <a:pt x="2353" y="10523"/>
                    <a:pt x="5259" y="10523"/>
                  </a:cubicBezTo>
                  <a:cubicBezTo>
                    <a:pt x="8166" y="10523"/>
                    <a:pt x="10523" y="8170"/>
                    <a:pt x="10523" y="5264"/>
                  </a:cubicBezTo>
                  <a:cubicBezTo>
                    <a:pt x="10523" y="2358"/>
                    <a:pt x="8166" y="0"/>
                    <a:pt x="525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1"/>
            <p:cNvSpPr/>
            <p:nvPr/>
          </p:nvSpPr>
          <p:spPr>
            <a:xfrm>
              <a:off x="4030687" y="4328904"/>
              <a:ext cx="223012" cy="223012"/>
            </a:xfrm>
            <a:custGeom>
              <a:rect b="b" l="l" r="r" t="t"/>
              <a:pathLst>
                <a:path extrusionOk="0" h="8503" w="8503">
                  <a:moveTo>
                    <a:pt x="4249" y="1"/>
                  </a:moveTo>
                  <a:cubicBezTo>
                    <a:pt x="1906" y="1"/>
                    <a:pt x="1" y="1906"/>
                    <a:pt x="1" y="4254"/>
                  </a:cubicBezTo>
                  <a:cubicBezTo>
                    <a:pt x="1" y="6597"/>
                    <a:pt x="1906" y="8503"/>
                    <a:pt x="4249" y="8503"/>
                  </a:cubicBezTo>
                  <a:cubicBezTo>
                    <a:pt x="6597" y="8503"/>
                    <a:pt x="8503" y="6597"/>
                    <a:pt x="8503" y="4254"/>
                  </a:cubicBezTo>
                  <a:cubicBezTo>
                    <a:pt x="8503" y="1906"/>
                    <a:pt x="6597" y="1"/>
                    <a:pt x="4249"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1"/>
            <p:cNvSpPr/>
            <p:nvPr/>
          </p:nvSpPr>
          <p:spPr>
            <a:xfrm>
              <a:off x="4089882" y="4334333"/>
              <a:ext cx="104648" cy="212285"/>
            </a:xfrm>
            <a:custGeom>
              <a:rect b="b" l="l" r="r" t="t"/>
              <a:pathLst>
                <a:path extrusionOk="0" h="8094" w="3990">
                  <a:moveTo>
                    <a:pt x="1992" y="0"/>
                  </a:moveTo>
                  <a:cubicBezTo>
                    <a:pt x="1771" y="0"/>
                    <a:pt x="1588" y="179"/>
                    <a:pt x="1588" y="405"/>
                  </a:cubicBezTo>
                  <a:lnTo>
                    <a:pt x="1588" y="963"/>
                  </a:lnTo>
                  <a:cubicBezTo>
                    <a:pt x="669" y="1078"/>
                    <a:pt x="0" y="1882"/>
                    <a:pt x="58" y="2806"/>
                  </a:cubicBezTo>
                  <a:cubicBezTo>
                    <a:pt x="111" y="3730"/>
                    <a:pt x="876" y="4451"/>
                    <a:pt x="1800" y="4451"/>
                  </a:cubicBezTo>
                  <a:lnTo>
                    <a:pt x="2185" y="4451"/>
                  </a:lnTo>
                  <a:cubicBezTo>
                    <a:pt x="2704" y="4451"/>
                    <a:pt x="3128" y="4875"/>
                    <a:pt x="3128" y="5394"/>
                  </a:cubicBezTo>
                  <a:cubicBezTo>
                    <a:pt x="3128" y="5914"/>
                    <a:pt x="2704" y="6333"/>
                    <a:pt x="2185" y="6333"/>
                  </a:cubicBezTo>
                  <a:lnTo>
                    <a:pt x="1607" y="6333"/>
                  </a:lnTo>
                  <a:cubicBezTo>
                    <a:pt x="1194" y="6333"/>
                    <a:pt x="862" y="6001"/>
                    <a:pt x="862" y="5587"/>
                  </a:cubicBezTo>
                  <a:cubicBezTo>
                    <a:pt x="862" y="5361"/>
                    <a:pt x="679" y="5183"/>
                    <a:pt x="457" y="5183"/>
                  </a:cubicBezTo>
                  <a:cubicBezTo>
                    <a:pt x="231" y="5183"/>
                    <a:pt x="48" y="5361"/>
                    <a:pt x="48" y="5587"/>
                  </a:cubicBezTo>
                  <a:cubicBezTo>
                    <a:pt x="53" y="6439"/>
                    <a:pt x="736" y="7131"/>
                    <a:pt x="1588" y="7141"/>
                  </a:cubicBezTo>
                  <a:lnTo>
                    <a:pt x="1588" y="7690"/>
                  </a:lnTo>
                  <a:cubicBezTo>
                    <a:pt x="1588" y="7911"/>
                    <a:pt x="1771" y="8094"/>
                    <a:pt x="1992" y="8094"/>
                  </a:cubicBezTo>
                  <a:cubicBezTo>
                    <a:pt x="2218" y="8094"/>
                    <a:pt x="2396" y="7911"/>
                    <a:pt x="2396" y="7690"/>
                  </a:cubicBezTo>
                  <a:lnTo>
                    <a:pt x="2396" y="7131"/>
                  </a:lnTo>
                  <a:cubicBezTo>
                    <a:pt x="3316" y="7016"/>
                    <a:pt x="3989" y="6208"/>
                    <a:pt x="3931" y="5284"/>
                  </a:cubicBezTo>
                  <a:cubicBezTo>
                    <a:pt x="3874" y="4365"/>
                    <a:pt x="3109" y="3643"/>
                    <a:pt x="2185" y="3643"/>
                  </a:cubicBezTo>
                  <a:lnTo>
                    <a:pt x="1800" y="3643"/>
                  </a:lnTo>
                  <a:cubicBezTo>
                    <a:pt x="1280" y="3643"/>
                    <a:pt x="862" y="3220"/>
                    <a:pt x="862" y="2700"/>
                  </a:cubicBezTo>
                  <a:cubicBezTo>
                    <a:pt x="862" y="2180"/>
                    <a:pt x="1280" y="1757"/>
                    <a:pt x="1800" y="1757"/>
                  </a:cubicBezTo>
                  <a:lnTo>
                    <a:pt x="2377" y="1757"/>
                  </a:lnTo>
                  <a:cubicBezTo>
                    <a:pt x="2791" y="1762"/>
                    <a:pt x="3128" y="2094"/>
                    <a:pt x="3128" y="2507"/>
                  </a:cubicBezTo>
                  <a:lnTo>
                    <a:pt x="3128" y="2892"/>
                  </a:lnTo>
                  <a:cubicBezTo>
                    <a:pt x="3128" y="3114"/>
                    <a:pt x="3311" y="3297"/>
                    <a:pt x="3532" y="3297"/>
                  </a:cubicBezTo>
                  <a:cubicBezTo>
                    <a:pt x="3753" y="3297"/>
                    <a:pt x="3936" y="3114"/>
                    <a:pt x="3936" y="2892"/>
                  </a:cubicBezTo>
                  <a:lnTo>
                    <a:pt x="3936" y="2507"/>
                  </a:lnTo>
                  <a:cubicBezTo>
                    <a:pt x="3936" y="1656"/>
                    <a:pt x="3248" y="963"/>
                    <a:pt x="2396" y="948"/>
                  </a:cubicBezTo>
                  <a:lnTo>
                    <a:pt x="2396" y="405"/>
                  </a:lnTo>
                  <a:cubicBezTo>
                    <a:pt x="2396" y="179"/>
                    <a:pt x="2218" y="0"/>
                    <a:pt x="19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1"/>
            <p:cNvSpPr/>
            <p:nvPr/>
          </p:nvSpPr>
          <p:spPr>
            <a:xfrm>
              <a:off x="4183147" y="4482859"/>
              <a:ext cx="150205" cy="147818"/>
            </a:xfrm>
            <a:custGeom>
              <a:rect b="b" l="l" r="r" t="t"/>
              <a:pathLst>
                <a:path extrusionOk="0" h="5636" w="5727">
                  <a:moveTo>
                    <a:pt x="2857" y="2024"/>
                  </a:moveTo>
                  <a:cubicBezTo>
                    <a:pt x="3273" y="2024"/>
                    <a:pt x="3671" y="2347"/>
                    <a:pt x="3671" y="2835"/>
                  </a:cubicBezTo>
                  <a:cubicBezTo>
                    <a:pt x="3671" y="3282"/>
                    <a:pt x="3311" y="3643"/>
                    <a:pt x="2863" y="3643"/>
                  </a:cubicBezTo>
                  <a:cubicBezTo>
                    <a:pt x="2141" y="3643"/>
                    <a:pt x="1780" y="2772"/>
                    <a:pt x="2290" y="2262"/>
                  </a:cubicBezTo>
                  <a:cubicBezTo>
                    <a:pt x="2455" y="2097"/>
                    <a:pt x="2658" y="2024"/>
                    <a:pt x="2857" y="2024"/>
                  </a:cubicBezTo>
                  <a:close/>
                  <a:moveTo>
                    <a:pt x="2459" y="1"/>
                  </a:moveTo>
                  <a:lnTo>
                    <a:pt x="2276" y="896"/>
                  </a:lnTo>
                  <a:cubicBezTo>
                    <a:pt x="2204" y="920"/>
                    <a:pt x="2132" y="944"/>
                    <a:pt x="2060" y="973"/>
                  </a:cubicBezTo>
                  <a:lnTo>
                    <a:pt x="1347" y="405"/>
                  </a:lnTo>
                  <a:lnTo>
                    <a:pt x="727" y="925"/>
                  </a:lnTo>
                  <a:lnTo>
                    <a:pt x="1169" y="1728"/>
                  </a:lnTo>
                  <a:cubicBezTo>
                    <a:pt x="1126" y="1791"/>
                    <a:pt x="1088" y="1853"/>
                    <a:pt x="1054" y="1926"/>
                  </a:cubicBezTo>
                  <a:lnTo>
                    <a:pt x="140" y="1945"/>
                  </a:lnTo>
                  <a:lnTo>
                    <a:pt x="0" y="2744"/>
                  </a:lnTo>
                  <a:lnTo>
                    <a:pt x="847" y="3076"/>
                  </a:lnTo>
                  <a:cubicBezTo>
                    <a:pt x="857" y="3148"/>
                    <a:pt x="871" y="3225"/>
                    <a:pt x="890" y="3297"/>
                  </a:cubicBezTo>
                  <a:lnTo>
                    <a:pt x="202" y="3898"/>
                  </a:lnTo>
                  <a:lnTo>
                    <a:pt x="606" y="4601"/>
                  </a:lnTo>
                  <a:lnTo>
                    <a:pt x="1472" y="4307"/>
                  </a:lnTo>
                  <a:cubicBezTo>
                    <a:pt x="1530" y="4360"/>
                    <a:pt x="1588" y="4408"/>
                    <a:pt x="1646" y="4457"/>
                  </a:cubicBezTo>
                  <a:lnTo>
                    <a:pt x="1511" y="5356"/>
                  </a:lnTo>
                  <a:lnTo>
                    <a:pt x="2271" y="5635"/>
                  </a:lnTo>
                  <a:lnTo>
                    <a:pt x="2748" y="4851"/>
                  </a:lnTo>
                  <a:cubicBezTo>
                    <a:pt x="2781" y="4851"/>
                    <a:pt x="2820" y="4856"/>
                    <a:pt x="2858" y="4856"/>
                  </a:cubicBezTo>
                  <a:cubicBezTo>
                    <a:pt x="2897" y="4856"/>
                    <a:pt x="2935" y="4856"/>
                    <a:pt x="2974" y="4851"/>
                  </a:cubicBezTo>
                  <a:lnTo>
                    <a:pt x="3450" y="5635"/>
                  </a:lnTo>
                  <a:lnTo>
                    <a:pt x="4210" y="5356"/>
                  </a:lnTo>
                  <a:lnTo>
                    <a:pt x="4071" y="4457"/>
                  </a:lnTo>
                  <a:cubicBezTo>
                    <a:pt x="4133" y="4408"/>
                    <a:pt x="4191" y="4360"/>
                    <a:pt x="4244" y="4307"/>
                  </a:cubicBezTo>
                  <a:lnTo>
                    <a:pt x="5110" y="4601"/>
                  </a:lnTo>
                  <a:lnTo>
                    <a:pt x="5519" y="3898"/>
                  </a:lnTo>
                  <a:lnTo>
                    <a:pt x="4831" y="3297"/>
                  </a:lnTo>
                  <a:cubicBezTo>
                    <a:pt x="4850" y="3225"/>
                    <a:pt x="4865" y="3148"/>
                    <a:pt x="4874" y="3076"/>
                  </a:cubicBezTo>
                  <a:lnTo>
                    <a:pt x="5726" y="2744"/>
                  </a:lnTo>
                  <a:lnTo>
                    <a:pt x="5582" y="1945"/>
                  </a:lnTo>
                  <a:lnTo>
                    <a:pt x="4672" y="1926"/>
                  </a:lnTo>
                  <a:cubicBezTo>
                    <a:pt x="4634" y="1853"/>
                    <a:pt x="4595" y="1791"/>
                    <a:pt x="4557" y="1728"/>
                  </a:cubicBezTo>
                  <a:lnTo>
                    <a:pt x="4995" y="925"/>
                  </a:lnTo>
                  <a:lnTo>
                    <a:pt x="4374" y="405"/>
                  </a:lnTo>
                  <a:lnTo>
                    <a:pt x="3662" y="973"/>
                  </a:lnTo>
                  <a:cubicBezTo>
                    <a:pt x="3590" y="944"/>
                    <a:pt x="3517" y="920"/>
                    <a:pt x="3445" y="896"/>
                  </a:cubicBezTo>
                  <a:lnTo>
                    <a:pt x="3267"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1"/>
            <p:cNvSpPr/>
            <p:nvPr/>
          </p:nvSpPr>
          <p:spPr>
            <a:xfrm>
              <a:off x="4183252" y="4493481"/>
              <a:ext cx="46606" cy="110051"/>
            </a:xfrm>
            <a:custGeom>
              <a:rect b="b" l="l" r="r" t="t"/>
              <a:pathLst>
                <a:path extrusionOk="0" h="4196" w="1777">
                  <a:moveTo>
                    <a:pt x="1348" y="0"/>
                  </a:moveTo>
                  <a:lnTo>
                    <a:pt x="727" y="520"/>
                  </a:lnTo>
                  <a:lnTo>
                    <a:pt x="1170" y="1323"/>
                  </a:lnTo>
                  <a:cubicBezTo>
                    <a:pt x="1127" y="1386"/>
                    <a:pt x="1088" y="1453"/>
                    <a:pt x="1055" y="1521"/>
                  </a:cubicBezTo>
                  <a:lnTo>
                    <a:pt x="140" y="1540"/>
                  </a:lnTo>
                  <a:lnTo>
                    <a:pt x="1" y="2339"/>
                  </a:lnTo>
                  <a:lnTo>
                    <a:pt x="853" y="2671"/>
                  </a:lnTo>
                  <a:cubicBezTo>
                    <a:pt x="857" y="2748"/>
                    <a:pt x="872" y="2820"/>
                    <a:pt x="891" y="2897"/>
                  </a:cubicBezTo>
                  <a:lnTo>
                    <a:pt x="203" y="3498"/>
                  </a:lnTo>
                  <a:lnTo>
                    <a:pt x="607" y="4196"/>
                  </a:lnTo>
                  <a:lnTo>
                    <a:pt x="1117" y="4027"/>
                  </a:lnTo>
                  <a:lnTo>
                    <a:pt x="809" y="3498"/>
                  </a:lnTo>
                  <a:lnTo>
                    <a:pt x="1497" y="2897"/>
                  </a:lnTo>
                  <a:cubicBezTo>
                    <a:pt x="1478" y="2820"/>
                    <a:pt x="1468" y="2748"/>
                    <a:pt x="1459" y="2671"/>
                  </a:cubicBezTo>
                  <a:lnTo>
                    <a:pt x="607" y="2339"/>
                  </a:lnTo>
                  <a:lnTo>
                    <a:pt x="747" y="1540"/>
                  </a:lnTo>
                  <a:lnTo>
                    <a:pt x="1661" y="1521"/>
                  </a:lnTo>
                  <a:cubicBezTo>
                    <a:pt x="1695" y="1453"/>
                    <a:pt x="1733" y="1386"/>
                    <a:pt x="1776" y="1323"/>
                  </a:cubicBezTo>
                  <a:lnTo>
                    <a:pt x="1339" y="520"/>
                  </a:lnTo>
                  <a:lnTo>
                    <a:pt x="1661" y="250"/>
                  </a:lnTo>
                  <a:lnTo>
                    <a:pt x="1348"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1"/>
            <p:cNvSpPr/>
            <p:nvPr/>
          </p:nvSpPr>
          <p:spPr>
            <a:xfrm>
              <a:off x="4243969" y="4482990"/>
              <a:ext cx="19592" cy="25519"/>
            </a:xfrm>
            <a:custGeom>
              <a:rect b="b" l="l" r="r" t="t"/>
              <a:pathLst>
                <a:path extrusionOk="0" h="973" w="747">
                  <a:moveTo>
                    <a:pt x="140" y="1"/>
                  </a:moveTo>
                  <a:lnTo>
                    <a:pt x="0" y="689"/>
                  </a:lnTo>
                  <a:lnTo>
                    <a:pt x="352" y="973"/>
                  </a:lnTo>
                  <a:cubicBezTo>
                    <a:pt x="424" y="944"/>
                    <a:pt x="496" y="915"/>
                    <a:pt x="568" y="896"/>
                  </a:cubicBezTo>
                  <a:lnTo>
                    <a:pt x="74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1"/>
            <p:cNvSpPr/>
            <p:nvPr/>
          </p:nvSpPr>
          <p:spPr>
            <a:xfrm>
              <a:off x="4222751" y="4595952"/>
              <a:ext cx="22870" cy="34725"/>
            </a:xfrm>
            <a:custGeom>
              <a:rect b="b" l="l" r="r" t="t"/>
              <a:pathLst>
                <a:path extrusionOk="0" h="1324" w="872">
                  <a:moveTo>
                    <a:pt x="574" y="0"/>
                  </a:moveTo>
                  <a:lnTo>
                    <a:pt x="141" y="145"/>
                  </a:lnTo>
                  <a:lnTo>
                    <a:pt x="1" y="1049"/>
                  </a:lnTo>
                  <a:lnTo>
                    <a:pt x="766" y="1323"/>
                  </a:lnTo>
                  <a:lnTo>
                    <a:pt x="872" y="1145"/>
                  </a:lnTo>
                  <a:lnTo>
                    <a:pt x="612" y="1049"/>
                  </a:lnTo>
                  <a:lnTo>
                    <a:pt x="747" y="145"/>
                  </a:lnTo>
                  <a:cubicBezTo>
                    <a:pt x="689" y="101"/>
                    <a:pt x="631" y="48"/>
                    <a:pt x="574"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1"/>
            <p:cNvSpPr/>
            <p:nvPr/>
          </p:nvSpPr>
          <p:spPr>
            <a:xfrm>
              <a:off x="4209296" y="4520102"/>
              <a:ext cx="86813" cy="74355"/>
            </a:xfrm>
            <a:custGeom>
              <a:rect b="b" l="l" r="r" t="t"/>
              <a:pathLst>
                <a:path extrusionOk="0" h="2835" w="3310">
                  <a:moveTo>
                    <a:pt x="1889" y="604"/>
                  </a:moveTo>
                  <a:cubicBezTo>
                    <a:pt x="2305" y="604"/>
                    <a:pt x="2703" y="927"/>
                    <a:pt x="2703" y="1415"/>
                  </a:cubicBezTo>
                  <a:cubicBezTo>
                    <a:pt x="2703" y="1862"/>
                    <a:pt x="2342" y="2223"/>
                    <a:pt x="1895" y="2223"/>
                  </a:cubicBezTo>
                  <a:cubicBezTo>
                    <a:pt x="1173" y="2223"/>
                    <a:pt x="812" y="1352"/>
                    <a:pt x="1322" y="842"/>
                  </a:cubicBezTo>
                  <a:cubicBezTo>
                    <a:pt x="1487" y="677"/>
                    <a:pt x="1690" y="604"/>
                    <a:pt x="1889" y="604"/>
                  </a:cubicBezTo>
                  <a:close/>
                  <a:moveTo>
                    <a:pt x="1889" y="0"/>
                  </a:moveTo>
                  <a:cubicBezTo>
                    <a:pt x="627" y="0"/>
                    <a:pt x="1" y="1527"/>
                    <a:pt x="894" y="2416"/>
                  </a:cubicBezTo>
                  <a:cubicBezTo>
                    <a:pt x="1182" y="2705"/>
                    <a:pt x="1536" y="2835"/>
                    <a:pt x="1884" y="2835"/>
                  </a:cubicBezTo>
                  <a:cubicBezTo>
                    <a:pt x="2611" y="2835"/>
                    <a:pt x="3310" y="2268"/>
                    <a:pt x="3310" y="1415"/>
                  </a:cubicBezTo>
                  <a:cubicBezTo>
                    <a:pt x="3310" y="631"/>
                    <a:pt x="2674" y="0"/>
                    <a:pt x="1895" y="0"/>
                  </a:cubicBezTo>
                  <a:cubicBezTo>
                    <a:pt x="1893" y="0"/>
                    <a:pt x="1891" y="0"/>
                    <a:pt x="1889"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1"/>
            <p:cNvSpPr/>
            <p:nvPr/>
          </p:nvSpPr>
          <p:spPr>
            <a:xfrm>
              <a:off x="4083824" y="4329796"/>
              <a:ext cx="116765" cy="221255"/>
            </a:xfrm>
            <a:custGeom>
              <a:rect b="b" l="l" r="r" t="t"/>
              <a:pathLst>
                <a:path extrusionOk="0" h="8436" w="4452">
                  <a:moveTo>
                    <a:pt x="2226" y="371"/>
                  </a:moveTo>
                  <a:cubicBezTo>
                    <a:pt x="2329" y="371"/>
                    <a:pt x="2433" y="438"/>
                    <a:pt x="2440" y="573"/>
                  </a:cubicBezTo>
                  <a:lnTo>
                    <a:pt x="2440" y="1121"/>
                  </a:lnTo>
                  <a:cubicBezTo>
                    <a:pt x="2440" y="1227"/>
                    <a:pt x="2522" y="1309"/>
                    <a:pt x="2627" y="1309"/>
                  </a:cubicBezTo>
                  <a:cubicBezTo>
                    <a:pt x="3373" y="1323"/>
                    <a:pt x="3975" y="1930"/>
                    <a:pt x="3980" y="2680"/>
                  </a:cubicBezTo>
                  <a:lnTo>
                    <a:pt x="3980" y="3065"/>
                  </a:lnTo>
                  <a:cubicBezTo>
                    <a:pt x="3972" y="3200"/>
                    <a:pt x="3868" y="3267"/>
                    <a:pt x="3763" y="3267"/>
                  </a:cubicBezTo>
                  <a:cubicBezTo>
                    <a:pt x="3658" y="3267"/>
                    <a:pt x="3554" y="3200"/>
                    <a:pt x="3547" y="3065"/>
                  </a:cubicBezTo>
                  <a:lnTo>
                    <a:pt x="3547" y="2680"/>
                  </a:lnTo>
                  <a:cubicBezTo>
                    <a:pt x="3547" y="2161"/>
                    <a:pt x="3128" y="1742"/>
                    <a:pt x="2608" y="1742"/>
                  </a:cubicBezTo>
                  <a:lnTo>
                    <a:pt x="2031" y="1742"/>
                  </a:lnTo>
                  <a:cubicBezTo>
                    <a:pt x="1405" y="1742"/>
                    <a:pt x="900" y="2247"/>
                    <a:pt x="900" y="2873"/>
                  </a:cubicBezTo>
                  <a:cubicBezTo>
                    <a:pt x="900" y="3498"/>
                    <a:pt x="1405" y="4004"/>
                    <a:pt x="2031" y="4004"/>
                  </a:cubicBezTo>
                  <a:lnTo>
                    <a:pt x="2416" y="4004"/>
                  </a:lnTo>
                  <a:cubicBezTo>
                    <a:pt x="3229" y="4023"/>
                    <a:pt x="3888" y="4663"/>
                    <a:pt x="3936" y="5471"/>
                  </a:cubicBezTo>
                  <a:cubicBezTo>
                    <a:pt x="3984" y="6280"/>
                    <a:pt x="3407" y="6992"/>
                    <a:pt x="2608" y="7112"/>
                  </a:cubicBezTo>
                  <a:cubicBezTo>
                    <a:pt x="2512" y="7126"/>
                    <a:pt x="2440" y="7203"/>
                    <a:pt x="2440" y="7300"/>
                  </a:cubicBezTo>
                  <a:lnTo>
                    <a:pt x="2440" y="7863"/>
                  </a:lnTo>
                  <a:cubicBezTo>
                    <a:pt x="2447" y="8012"/>
                    <a:pt x="2335" y="8086"/>
                    <a:pt x="2223" y="8086"/>
                  </a:cubicBezTo>
                  <a:cubicBezTo>
                    <a:pt x="2111" y="8086"/>
                    <a:pt x="2000" y="8012"/>
                    <a:pt x="2007" y="7863"/>
                  </a:cubicBezTo>
                  <a:lnTo>
                    <a:pt x="2007" y="7314"/>
                  </a:lnTo>
                  <a:cubicBezTo>
                    <a:pt x="2012" y="7208"/>
                    <a:pt x="1925" y="7126"/>
                    <a:pt x="1824" y="7126"/>
                  </a:cubicBezTo>
                  <a:cubicBezTo>
                    <a:pt x="1073" y="7112"/>
                    <a:pt x="472" y="6506"/>
                    <a:pt x="472" y="5755"/>
                  </a:cubicBezTo>
                  <a:cubicBezTo>
                    <a:pt x="479" y="5620"/>
                    <a:pt x="582" y="5553"/>
                    <a:pt x="686" y="5553"/>
                  </a:cubicBezTo>
                  <a:cubicBezTo>
                    <a:pt x="789" y="5553"/>
                    <a:pt x="893" y="5620"/>
                    <a:pt x="900" y="5755"/>
                  </a:cubicBezTo>
                  <a:cubicBezTo>
                    <a:pt x="900" y="6275"/>
                    <a:pt x="1323" y="6693"/>
                    <a:pt x="1838" y="6693"/>
                  </a:cubicBezTo>
                  <a:lnTo>
                    <a:pt x="2416" y="6693"/>
                  </a:lnTo>
                  <a:cubicBezTo>
                    <a:pt x="3041" y="6693"/>
                    <a:pt x="3547" y="6188"/>
                    <a:pt x="3547" y="5563"/>
                  </a:cubicBezTo>
                  <a:cubicBezTo>
                    <a:pt x="3547" y="4937"/>
                    <a:pt x="3041" y="4432"/>
                    <a:pt x="2416" y="4432"/>
                  </a:cubicBezTo>
                  <a:lnTo>
                    <a:pt x="2031" y="4432"/>
                  </a:lnTo>
                  <a:cubicBezTo>
                    <a:pt x="1222" y="4413"/>
                    <a:pt x="563" y="3773"/>
                    <a:pt x="510" y="2964"/>
                  </a:cubicBezTo>
                  <a:cubicBezTo>
                    <a:pt x="462" y="2156"/>
                    <a:pt x="1040" y="1444"/>
                    <a:pt x="1843" y="1323"/>
                  </a:cubicBezTo>
                  <a:cubicBezTo>
                    <a:pt x="1939" y="1309"/>
                    <a:pt x="2012" y="1232"/>
                    <a:pt x="2012" y="1136"/>
                  </a:cubicBezTo>
                  <a:lnTo>
                    <a:pt x="2012" y="573"/>
                  </a:lnTo>
                  <a:cubicBezTo>
                    <a:pt x="2019" y="438"/>
                    <a:pt x="2122" y="371"/>
                    <a:pt x="2226" y="371"/>
                  </a:cubicBezTo>
                  <a:close/>
                  <a:moveTo>
                    <a:pt x="2223" y="0"/>
                  </a:moveTo>
                  <a:cubicBezTo>
                    <a:pt x="1906" y="0"/>
                    <a:pt x="1641" y="255"/>
                    <a:pt x="1631" y="573"/>
                  </a:cubicBezTo>
                  <a:lnTo>
                    <a:pt x="1631" y="972"/>
                  </a:lnTo>
                  <a:cubicBezTo>
                    <a:pt x="659" y="1179"/>
                    <a:pt x="0" y="2084"/>
                    <a:pt x="101" y="3075"/>
                  </a:cubicBezTo>
                  <a:cubicBezTo>
                    <a:pt x="207" y="4061"/>
                    <a:pt x="1040" y="4812"/>
                    <a:pt x="2031" y="4812"/>
                  </a:cubicBezTo>
                  <a:lnTo>
                    <a:pt x="2416" y="4812"/>
                  </a:lnTo>
                  <a:cubicBezTo>
                    <a:pt x="2834" y="4812"/>
                    <a:pt x="3166" y="5149"/>
                    <a:pt x="3166" y="5563"/>
                  </a:cubicBezTo>
                  <a:cubicBezTo>
                    <a:pt x="3166" y="5981"/>
                    <a:pt x="2834" y="6318"/>
                    <a:pt x="2416" y="6318"/>
                  </a:cubicBezTo>
                  <a:lnTo>
                    <a:pt x="1838" y="6318"/>
                  </a:lnTo>
                  <a:cubicBezTo>
                    <a:pt x="1530" y="6313"/>
                    <a:pt x="1280" y="6063"/>
                    <a:pt x="1280" y="5755"/>
                  </a:cubicBezTo>
                  <a:cubicBezTo>
                    <a:pt x="1290" y="5418"/>
                    <a:pt x="1020" y="5144"/>
                    <a:pt x="688" y="5144"/>
                  </a:cubicBezTo>
                  <a:cubicBezTo>
                    <a:pt x="352" y="5144"/>
                    <a:pt x="82" y="5418"/>
                    <a:pt x="92" y="5755"/>
                  </a:cubicBezTo>
                  <a:cubicBezTo>
                    <a:pt x="96" y="6640"/>
                    <a:pt x="756" y="7381"/>
                    <a:pt x="1631" y="7492"/>
                  </a:cubicBezTo>
                  <a:lnTo>
                    <a:pt x="1631" y="7863"/>
                  </a:lnTo>
                  <a:cubicBezTo>
                    <a:pt x="1641" y="8180"/>
                    <a:pt x="1906" y="8435"/>
                    <a:pt x="2223" y="8435"/>
                  </a:cubicBezTo>
                  <a:cubicBezTo>
                    <a:pt x="2546" y="8435"/>
                    <a:pt x="2810" y="8180"/>
                    <a:pt x="2820" y="7863"/>
                  </a:cubicBezTo>
                  <a:lnTo>
                    <a:pt x="2820" y="7463"/>
                  </a:lnTo>
                  <a:cubicBezTo>
                    <a:pt x="3792" y="7256"/>
                    <a:pt x="4451" y="6352"/>
                    <a:pt x="4345" y="5361"/>
                  </a:cubicBezTo>
                  <a:cubicBezTo>
                    <a:pt x="4244" y="4374"/>
                    <a:pt x="3412" y="3624"/>
                    <a:pt x="2416" y="3624"/>
                  </a:cubicBezTo>
                  <a:lnTo>
                    <a:pt x="2031" y="3624"/>
                  </a:lnTo>
                  <a:cubicBezTo>
                    <a:pt x="1617" y="3624"/>
                    <a:pt x="1280" y="3287"/>
                    <a:pt x="1280" y="2873"/>
                  </a:cubicBezTo>
                  <a:cubicBezTo>
                    <a:pt x="1280" y="2454"/>
                    <a:pt x="1617" y="2122"/>
                    <a:pt x="2031" y="2122"/>
                  </a:cubicBezTo>
                  <a:lnTo>
                    <a:pt x="2608" y="2122"/>
                  </a:lnTo>
                  <a:cubicBezTo>
                    <a:pt x="2916" y="2122"/>
                    <a:pt x="3166" y="2372"/>
                    <a:pt x="3171" y="2680"/>
                  </a:cubicBezTo>
                  <a:lnTo>
                    <a:pt x="3171" y="3065"/>
                  </a:lnTo>
                  <a:cubicBezTo>
                    <a:pt x="3157" y="3397"/>
                    <a:pt x="3426" y="3676"/>
                    <a:pt x="3763" y="3676"/>
                  </a:cubicBezTo>
                  <a:cubicBezTo>
                    <a:pt x="4100" y="3676"/>
                    <a:pt x="4369" y="3397"/>
                    <a:pt x="4360" y="3065"/>
                  </a:cubicBezTo>
                  <a:lnTo>
                    <a:pt x="4360" y="2680"/>
                  </a:lnTo>
                  <a:cubicBezTo>
                    <a:pt x="4355" y="1795"/>
                    <a:pt x="3696" y="1054"/>
                    <a:pt x="2820" y="943"/>
                  </a:cubicBezTo>
                  <a:lnTo>
                    <a:pt x="2820" y="573"/>
                  </a:lnTo>
                  <a:cubicBezTo>
                    <a:pt x="2810" y="255"/>
                    <a:pt x="2546" y="0"/>
                    <a:pt x="22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1"/>
            <p:cNvSpPr/>
            <p:nvPr/>
          </p:nvSpPr>
          <p:spPr>
            <a:xfrm>
              <a:off x="4223144" y="4530961"/>
              <a:ext cx="61346" cy="52560"/>
            </a:xfrm>
            <a:custGeom>
              <a:rect b="b" l="l" r="r" t="t"/>
              <a:pathLst>
                <a:path extrusionOk="0" h="2004" w="2339">
                  <a:moveTo>
                    <a:pt x="1335" y="380"/>
                  </a:moveTo>
                  <a:cubicBezTo>
                    <a:pt x="1653" y="380"/>
                    <a:pt x="1959" y="627"/>
                    <a:pt x="1959" y="1001"/>
                  </a:cubicBezTo>
                  <a:cubicBezTo>
                    <a:pt x="1959" y="1343"/>
                    <a:pt x="1680" y="1622"/>
                    <a:pt x="1338" y="1622"/>
                  </a:cubicBezTo>
                  <a:cubicBezTo>
                    <a:pt x="785" y="1622"/>
                    <a:pt x="510" y="953"/>
                    <a:pt x="900" y="563"/>
                  </a:cubicBezTo>
                  <a:cubicBezTo>
                    <a:pt x="1026" y="437"/>
                    <a:pt x="1182" y="380"/>
                    <a:pt x="1335" y="380"/>
                  </a:cubicBezTo>
                  <a:close/>
                  <a:moveTo>
                    <a:pt x="1338" y="0"/>
                  </a:moveTo>
                  <a:cubicBezTo>
                    <a:pt x="448" y="0"/>
                    <a:pt x="0" y="1078"/>
                    <a:pt x="631" y="1708"/>
                  </a:cubicBezTo>
                  <a:cubicBezTo>
                    <a:pt x="834" y="1912"/>
                    <a:pt x="1085" y="2003"/>
                    <a:pt x="1331" y="2003"/>
                  </a:cubicBezTo>
                  <a:cubicBezTo>
                    <a:pt x="1845" y="2003"/>
                    <a:pt x="2339" y="1603"/>
                    <a:pt x="2339" y="1001"/>
                  </a:cubicBezTo>
                  <a:cubicBezTo>
                    <a:pt x="2339" y="448"/>
                    <a:pt x="1891" y="0"/>
                    <a:pt x="1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1"/>
            <p:cNvSpPr/>
            <p:nvPr/>
          </p:nvSpPr>
          <p:spPr>
            <a:xfrm>
              <a:off x="3982979" y="4297378"/>
              <a:ext cx="355540" cy="338230"/>
            </a:xfrm>
            <a:custGeom>
              <a:rect b="b" l="l" r="r" t="t"/>
              <a:pathLst>
                <a:path extrusionOk="0" h="12896" w="13556">
                  <a:moveTo>
                    <a:pt x="10745" y="7261"/>
                  </a:moveTo>
                  <a:lnTo>
                    <a:pt x="10894" y="8006"/>
                  </a:lnTo>
                  <a:cubicBezTo>
                    <a:pt x="10909" y="8074"/>
                    <a:pt x="10957" y="8127"/>
                    <a:pt x="11024" y="8151"/>
                  </a:cubicBezTo>
                  <a:cubicBezTo>
                    <a:pt x="11092" y="8170"/>
                    <a:pt x="11154" y="8189"/>
                    <a:pt x="11217" y="8218"/>
                  </a:cubicBezTo>
                  <a:cubicBezTo>
                    <a:pt x="11243" y="8229"/>
                    <a:pt x="11269" y="8235"/>
                    <a:pt x="11296" y="8235"/>
                  </a:cubicBezTo>
                  <a:cubicBezTo>
                    <a:pt x="11338" y="8235"/>
                    <a:pt x="11379" y="8221"/>
                    <a:pt x="11414" y="8194"/>
                  </a:cubicBezTo>
                  <a:lnTo>
                    <a:pt x="12006" y="7718"/>
                  </a:lnTo>
                  <a:lnTo>
                    <a:pt x="12386" y="8040"/>
                  </a:lnTo>
                  <a:lnTo>
                    <a:pt x="12020" y="8704"/>
                  </a:lnTo>
                  <a:cubicBezTo>
                    <a:pt x="11987" y="8767"/>
                    <a:pt x="11992" y="8844"/>
                    <a:pt x="12030" y="8901"/>
                  </a:cubicBezTo>
                  <a:cubicBezTo>
                    <a:pt x="12069" y="8959"/>
                    <a:pt x="12102" y="9017"/>
                    <a:pt x="12131" y="9079"/>
                  </a:cubicBezTo>
                  <a:cubicBezTo>
                    <a:pt x="12165" y="9142"/>
                    <a:pt x="12227" y="9185"/>
                    <a:pt x="12299" y="9185"/>
                  </a:cubicBezTo>
                  <a:lnTo>
                    <a:pt x="13055" y="9204"/>
                  </a:lnTo>
                  <a:lnTo>
                    <a:pt x="13142" y="9695"/>
                  </a:lnTo>
                  <a:lnTo>
                    <a:pt x="12434" y="9970"/>
                  </a:lnTo>
                  <a:cubicBezTo>
                    <a:pt x="12372" y="9994"/>
                    <a:pt x="12324" y="10051"/>
                    <a:pt x="12314" y="10124"/>
                  </a:cubicBezTo>
                  <a:cubicBezTo>
                    <a:pt x="12309" y="10191"/>
                    <a:pt x="12295" y="10258"/>
                    <a:pt x="12280" y="10326"/>
                  </a:cubicBezTo>
                  <a:cubicBezTo>
                    <a:pt x="12266" y="10393"/>
                    <a:pt x="12290" y="10465"/>
                    <a:pt x="12343" y="10513"/>
                  </a:cubicBezTo>
                  <a:lnTo>
                    <a:pt x="12911" y="11014"/>
                  </a:lnTo>
                  <a:lnTo>
                    <a:pt x="12660" y="11447"/>
                  </a:lnTo>
                  <a:lnTo>
                    <a:pt x="11943" y="11206"/>
                  </a:lnTo>
                  <a:cubicBezTo>
                    <a:pt x="11922" y="11198"/>
                    <a:pt x="11900" y="11195"/>
                    <a:pt x="11878" y="11195"/>
                  </a:cubicBezTo>
                  <a:cubicBezTo>
                    <a:pt x="11832" y="11195"/>
                    <a:pt x="11787" y="11212"/>
                    <a:pt x="11751" y="11245"/>
                  </a:cubicBezTo>
                  <a:cubicBezTo>
                    <a:pt x="11703" y="11293"/>
                    <a:pt x="11650" y="11336"/>
                    <a:pt x="11592" y="11379"/>
                  </a:cubicBezTo>
                  <a:cubicBezTo>
                    <a:pt x="11539" y="11423"/>
                    <a:pt x="11510" y="11490"/>
                    <a:pt x="11520" y="11562"/>
                  </a:cubicBezTo>
                  <a:lnTo>
                    <a:pt x="11635" y="12308"/>
                  </a:lnTo>
                  <a:lnTo>
                    <a:pt x="11164" y="12481"/>
                  </a:lnTo>
                  <a:lnTo>
                    <a:pt x="10769" y="11832"/>
                  </a:lnTo>
                  <a:cubicBezTo>
                    <a:pt x="10736" y="11774"/>
                    <a:pt x="10678" y="11740"/>
                    <a:pt x="10611" y="11740"/>
                  </a:cubicBezTo>
                  <a:lnTo>
                    <a:pt x="10601" y="11740"/>
                  </a:lnTo>
                  <a:cubicBezTo>
                    <a:pt x="10565" y="11743"/>
                    <a:pt x="10530" y="11744"/>
                    <a:pt x="10496" y="11744"/>
                  </a:cubicBezTo>
                  <a:cubicBezTo>
                    <a:pt x="10461" y="11744"/>
                    <a:pt x="10428" y="11743"/>
                    <a:pt x="10394" y="11740"/>
                  </a:cubicBezTo>
                  <a:cubicBezTo>
                    <a:pt x="10389" y="11740"/>
                    <a:pt x="10385" y="11740"/>
                    <a:pt x="10380" y="11740"/>
                  </a:cubicBezTo>
                  <a:cubicBezTo>
                    <a:pt x="10313" y="11740"/>
                    <a:pt x="10252" y="11773"/>
                    <a:pt x="10221" y="11832"/>
                  </a:cubicBezTo>
                  <a:lnTo>
                    <a:pt x="9826" y="12476"/>
                  </a:lnTo>
                  <a:lnTo>
                    <a:pt x="9355" y="12308"/>
                  </a:lnTo>
                  <a:lnTo>
                    <a:pt x="9470" y="11557"/>
                  </a:lnTo>
                  <a:cubicBezTo>
                    <a:pt x="9480" y="11490"/>
                    <a:pt x="9451" y="11423"/>
                    <a:pt x="9398" y="11379"/>
                  </a:cubicBezTo>
                  <a:cubicBezTo>
                    <a:pt x="9340" y="11336"/>
                    <a:pt x="9287" y="11293"/>
                    <a:pt x="9239" y="11245"/>
                  </a:cubicBezTo>
                  <a:cubicBezTo>
                    <a:pt x="9203" y="11212"/>
                    <a:pt x="9158" y="11195"/>
                    <a:pt x="9112" y="11195"/>
                  </a:cubicBezTo>
                  <a:cubicBezTo>
                    <a:pt x="9090" y="11195"/>
                    <a:pt x="9068" y="11198"/>
                    <a:pt x="9047" y="11206"/>
                  </a:cubicBezTo>
                  <a:lnTo>
                    <a:pt x="8330" y="11447"/>
                  </a:lnTo>
                  <a:lnTo>
                    <a:pt x="8080" y="11014"/>
                  </a:lnTo>
                  <a:lnTo>
                    <a:pt x="8652" y="10513"/>
                  </a:lnTo>
                  <a:cubicBezTo>
                    <a:pt x="8700" y="10465"/>
                    <a:pt x="8724" y="10393"/>
                    <a:pt x="8710" y="10326"/>
                  </a:cubicBezTo>
                  <a:cubicBezTo>
                    <a:pt x="8695" y="10258"/>
                    <a:pt x="8681" y="10191"/>
                    <a:pt x="8676" y="10124"/>
                  </a:cubicBezTo>
                  <a:cubicBezTo>
                    <a:pt x="8667" y="10051"/>
                    <a:pt x="8618" y="9994"/>
                    <a:pt x="8556" y="9970"/>
                  </a:cubicBezTo>
                  <a:lnTo>
                    <a:pt x="7849" y="9695"/>
                  </a:lnTo>
                  <a:lnTo>
                    <a:pt x="7935" y="9204"/>
                  </a:lnTo>
                  <a:lnTo>
                    <a:pt x="8691" y="9185"/>
                  </a:lnTo>
                  <a:cubicBezTo>
                    <a:pt x="8763" y="9185"/>
                    <a:pt x="8825" y="9142"/>
                    <a:pt x="8854" y="9079"/>
                  </a:cubicBezTo>
                  <a:cubicBezTo>
                    <a:pt x="8888" y="9017"/>
                    <a:pt x="8922" y="8959"/>
                    <a:pt x="8960" y="8901"/>
                  </a:cubicBezTo>
                  <a:cubicBezTo>
                    <a:pt x="8999" y="8844"/>
                    <a:pt x="9003" y="8767"/>
                    <a:pt x="8970" y="8704"/>
                  </a:cubicBezTo>
                  <a:lnTo>
                    <a:pt x="8604" y="8040"/>
                  </a:lnTo>
                  <a:lnTo>
                    <a:pt x="8984" y="7718"/>
                  </a:lnTo>
                  <a:lnTo>
                    <a:pt x="9576" y="8194"/>
                  </a:lnTo>
                  <a:cubicBezTo>
                    <a:pt x="9612" y="8221"/>
                    <a:pt x="9653" y="8235"/>
                    <a:pt x="9694" y="8235"/>
                  </a:cubicBezTo>
                  <a:cubicBezTo>
                    <a:pt x="9719" y="8235"/>
                    <a:pt x="9744" y="8229"/>
                    <a:pt x="9769" y="8218"/>
                  </a:cubicBezTo>
                  <a:cubicBezTo>
                    <a:pt x="9836" y="8189"/>
                    <a:pt x="9898" y="8170"/>
                    <a:pt x="9966" y="8151"/>
                  </a:cubicBezTo>
                  <a:cubicBezTo>
                    <a:pt x="10033" y="8127"/>
                    <a:pt x="10081" y="8074"/>
                    <a:pt x="10096" y="8006"/>
                  </a:cubicBezTo>
                  <a:lnTo>
                    <a:pt x="10245" y="7261"/>
                  </a:lnTo>
                  <a:close/>
                  <a:moveTo>
                    <a:pt x="6067" y="0"/>
                  </a:moveTo>
                  <a:cubicBezTo>
                    <a:pt x="5204" y="0"/>
                    <a:pt x="4336" y="206"/>
                    <a:pt x="3537" y="625"/>
                  </a:cubicBezTo>
                  <a:cubicBezTo>
                    <a:pt x="3343" y="724"/>
                    <a:pt x="3447" y="986"/>
                    <a:pt x="3622" y="986"/>
                  </a:cubicBezTo>
                  <a:cubicBezTo>
                    <a:pt x="3652" y="986"/>
                    <a:pt x="3683" y="979"/>
                    <a:pt x="3715" y="962"/>
                  </a:cubicBezTo>
                  <a:cubicBezTo>
                    <a:pt x="4458" y="572"/>
                    <a:pt x="5265" y="381"/>
                    <a:pt x="6068" y="381"/>
                  </a:cubicBezTo>
                  <a:cubicBezTo>
                    <a:pt x="7217" y="381"/>
                    <a:pt x="8358" y="773"/>
                    <a:pt x="9287" y="1535"/>
                  </a:cubicBezTo>
                  <a:cubicBezTo>
                    <a:pt x="10861" y="2824"/>
                    <a:pt x="11510" y="4932"/>
                    <a:pt x="10938" y="6885"/>
                  </a:cubicBezTo>
                  <a:lnTo>
                    <a:pt x="10091" y="6885"/>
                  </a:lnTo>
                  <a:cubicBezTo>
                    <a:pt x="9999" y="6885"/>
                    <a:pt x="9922" y="6948"/>
                    <a:pt x="9903" y="7034"/>
                  </a:cubicBezTo>
                  <a:lnTo>
                    <a:pt x="9744" y="7824"/>
                  </a:lnTo>
                  <a:lnTo>
                    <a:pt x="9730" y="7828"/>
                  </a:lnTo>
                  <a:lnTo>
                    <a:pt x="9100" y="7328"/>
                  </a:lnTo>
                  <a:cubicBezTo>
                    <a:pt x="9066" y="7299"/>
                    <a:pt x="9024" y="7285"/>
                    <a:pt x="8981" y="7285"/>
                  </a:cubicBezTo>
                  <a:cubicBezTo>
                    <a:pt x="8938" y="7285"/>
                    <a:pt x="8895" y="7299"/>
                    <a:pt x="8859" y="7328"/>
                  </a:cubicBezTo>
                  <a:lnTo>
                    <a:pt x="8243" y="7848"/>
                  </a:lnTo>
                  <a:cubicBezTo>
                    <a:pt x="8171" y="7905"/>
                    <a:pt x="8152" y="8006"/>
                    <a:pt x="8195" y="8083"/>
                  </a:cubicBezTo>
                  <a:lnTo>
                    <a:pt x="8580" y="8791"/>
                  </a:lnTo>
                  <a:lnTo>
                    <a:pt x="8575" y="8805"/>
                  </a:lnTo>
                  <a:lnTo>
                    <a:pt x="7772" y="8824"/>
                  </a:lnTo>
                  <a:cubicBezTo>
                    <a:pt x="7680" y="8829"/>
                    <a:pt x="7603" y="8892"/>
                    <a:pt x="7589" y="8983"/>
                  </a:cubicBezTo>
                  <a:lnTo>
                    <a:pt x="7449" y="9777"/>
                  </a:lnTo>
                  <a:cubicBezTo>
                    <a:pt x="7435" y="9869"/>
                    <a:pt x="7483" y="9955"/>
                    <a:pt x="7570" y="9989"/>
                  </a:cubicBezTo>
                  <a:lnTo>
                    <a:pt x="7988" y="10152"/>
                  </a:lnTo>
                  <a:cubicBezTo>
                    <a:pt x="7382" y="10403"/>
                    <a:pt x="6732" y="10528"/>
                    <a:pt x="6073" y="10528"/>
                  </a:cubicBezTo>
                  <a:cubicBezTo>
                    <a:pt x="3913" y="10528"/>
                    <a:pt x="1988" y="9156"/>
                    <a:pt x="1281" y="7116"/>
                  </a:cubicBezTo>
                  <a:cubicBezTo>
                    <a:pt x="573" y="5071"/>
                    <a:pt x="1237" y="2805"/>
                    <a:pt x="2936" y="1467"/>
                  </a:cubicBezTo>
                  <a:cubicBezTo>
                    <a:pt x="3094" y="1344"/>
                    <a:pt x="2977" y="1124"/>
                    <a:pt x="2820" y="1124"/>
                  </a:cubicBezTo>
                  <a:cubicBezTo>
                    <a:pt x="2781" y="1124"/>
                    <a:pt x="2740" y="1138"/>
                    <a:pt x="2700" y="1169"/>
                  </a:cubicBezTo>
                  <a:cubicBezTo>
                    <a:pt x="578" y="2839"/>
                    <a:pt x="1" y="5812"/>
                    <a:pt x="1343" y="8156"/>
                  </a:cubicBezTo>
                  <a:cubicBezTo>
                    <a:pt x="2338" y="9898"/>
                    <a:pt x="4170" y="10903"/>
                    <a:pt x="6078" y="10903"/>
                  </a:cubicBezTo>
                  <a:cubicBezTo>
                    <a:pt x="6737" y="10903"/>
                    <a:pt x="7405" y="10783"/>
                    <a:pt x="8051" y="10533"/>
                  </a:cubicBezTo>
                  <a:lnTo>
                    <a:pt x="8051" y="10533"/>
                  </a:lnTo>
                  <a:lnTo>
                    <a:pt x="7719" y="10826"/>
                  </a:lnTo>
                  <a:cubicBezTo>
                    <a:pt x="7647" y="10889"/>
                    <a:pt x="7632" y="10985"/>
                    <a:pt x="7675" y="11067"/>
                  </a:cubicBezTo>
                  <a:lnTo>
                    <a:pt x="8084" y="11764"/>
                  </a:lnTo>
                  <a:cubicBezTo>
                    <a:pt x="8117" y="11827"/>
                    <a:pt x="8181" y="11861"/>
                    <a:pt x="8246" y="11861"/>
                  </a:cubicBezTo>
                  <a:cubicBezTo>
                    <a:pt x="8266" y="11861"/>
                    <a:pt x="8286" y="11858"/>
                    <a:pt x="8306" y="11851"/>
                  </a:cubicBezTo>
                  <a:lnTo>
                    <a:pt x="9066" y="11596"/>
                  </a:lnTo>
                  <a:lnTo>
                    <a:pt x="9080" y="11606"/>
                  </a:lnTo>
                  <a:lnTo>
                    <a:pt x="8960" y="12399"/>
                  </a:lnTo>
                  <a:cubicBezTo>
                    <a:pt x="8946" y="12486"/>
                    <a:pt x="8999" y="12573"/>
                    <a:pt x="9080" y="12606"/>
                  </a:cubicBezTo>
                  <a:lnTo>
                    <a:pt x="9841" y="12885"/>
                  </a:lnTo>
                  <a:cubicBezTo>
                    <a:pt x="9861" y="12892"/>
                    <a:pt x="9883" y="12896"/>
                    <a:pt x="9904" y="12896"/>
                  </a:cubicBezTo>
                  <a:cubicBezTo>
                    <a:pt x="9971" y="12896"/>
                    <a:pt x="10035" y="12862"/>
                    <a:pt x="10072" y="12804"/>
                  </a:cubicBezTo>
                  <a:lnTo>
                    <a:pt x="10485" y="12116"/>
                  </a:lnTo>
                  <a:lnTo>
                    <a:pt x="10505" y="12116"/>
                  </a:lnTo>
                  <a:lnTo>
                    <a:pt x="10923" y="12804"/>
                  </a:lnTo>
                  <a:cubicBezTo>
                    <a:pt x="10959" y="12860"/>
                    <a:pt x="11021" y="12894"/>
                    <a:pt x="11083" y="12894"/>
                  </a:cubicBezTo>
                  <a:cubicBezTo>
                    <a:pt x="11106" y="12894"/>
                    <a:pt x="11128" y="12889"/>
                    <a:pt x="11149" y="12881"/>
                  </a:cubicBezTo>
                  <a:lnTo>
                    <a:pt x="11910" y="12606"/>
                  </a:lnTo>
                  <a:cubicBezTo>
                    <a:pt x="11996" y="12573"/>
                    <a:pt x="12044" y="12486"/>
                    <a:pt x="12030" y="12399"/>
                  </a:cubicBezTo>
                  <a:lnTo>
                    <a:pt x="11910" y="11606"/>
                  </a:lnTo>
                  <a:lnTo>
                    <a:pt x="11924" y="11591"/>
                  </a:lnTo>
                  <a:lnTo>
                    <a:pt x="12684" y="11851"/>
                  </a:lnTo>
                  <a:cubicBezTo>
                    <a:pt x="12705" y="11858"/>
                    <a:pt x="12726" y="11861"/>
                    <a:pt x="12747" y="11861"/>
                  </a:cubicBezTo>
                  <a:cubicBezTo>
                    <a:pt x="12814" y="11861"/>
                    <a:pt x="12878" y="11827"/>
                    <a:pt x="12911" y="11764"/>
                  </a:cubicBezTo>
                  <a:lnTo>
                    <a:pt x="13315" y="11067"/>
                  </a:lnTo>
                  <a:cubicBezTo>
                    <a:pt x="13363" y="10985"/>
                    <a:pt x="13344" y="10889"/>
                    <a:pt x="13276" y="10826"/>
                  </a:cubicBezTo>
                  <a:lnTo>
                    <a:pt x="12675" y="10297"/>
                  </a:lnTo>
                  <a:lnTo>
                    <a:pt x="12680" y="10278"/>
                  </a:lnTo>
                  <a:lnTo>
                    <a:pt x="13425" y="9989"/>
                  </a:lnTo>
                  <a:cubicBezTo>
                    <a:pt x="13507" y="9955"/>
                    <a:pt x="13555" y="9869"/>
                    <a:pt x="13546" y="9782"/>
                  </a:cubicBezTo>
                  <a:lnTo>
                    <a:pt x="13401" y="8983"/>
                  </a:lnTo>
                  <a:cubicBezTo>
                    <a:pt x="13387" y="8897"/>
                    <a:pt x="13310" y="8829"/>
                    <a:pt x="13223" y="8824"/>
                  </a:cubicBezTo>
                  <a:lnTo>
                    <a:pt x="12420" y="8810"/>
                  </a:lnTo>
                  <a:lnTo>
                    <a:pt x="12410" y="8791"/>
                  </a:lnTo>
                  <a:lnTo>
                    <a:pt x="12795" y="8088"/>
                  </a:lnTo>
                  <a:cubicBezTo>
                    <a:pt x="12838" y="8006"/>
                    <a:pt x="12819" y="7910"/>
                    <a:pt x="12752" y="7852"/>
                  </a:cubicBezTo>
                  <a:lnTo>
                    <a:pt x="12131" y="7328"/>
                  </a:lnTo>
                  <a:cubicBezTo>
                    <a:pt x="12095" y="7299"/>
                    <a:pt x="12052" y="7285"/>
                    <a:pt x="12009" y="7285"/>
                  </a:cubicBezTo>
                  <a:cubicBezTo>
                    <a:pt x="11966" y="7285"/>
                    <a:pt x="11924" y="7299"/>
                    <a:pt x="11890" y="7328"/>
                  </a:cubicBezTo>
                  <a:lnTo>
                    <a:pt x="11260" y="7828"/>
                  </a:lnTo>
                  <a:lnTo>
                    <a:pt x="11241" y="7824"/>
                  </a:lnTo>
                  <a:lnTo>
                    <a:pt x="11159" y="7405"/>
                  </a:lnTo>
                  <a:cubicBezTo>
                    <a:pt x="11164" y="7400"/>
                    <a:pt x="11164" y="7395"/>
                    <a:pt x="11169" y="7386"/>
                  </a:cubicBezTo>
                  <a:cubicBezTo>
                    <a:pt x="11972" y="5268"/>
                    <a:pt x="11380" y="2877"/>
                    <a:pt x="9682" y="1376"/>
                  </a:cubicBezTo>
                  <a:cubicBezTo>
                    <a:pt x="8663" y="469"/>
                    <a:pt x="7371" y="0"/>
                    <a:pt x="60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1" name="Google Shape;10381;p81"/>
          <p:cNvSpPr/>
          <p:nvPr/>
        </p:nvSpPr>
        <p:spPr>
          <a:xfrm>
            <a:off x="3597435" y="2224016"/>
            <a:ext cx="25388" cy="49885"/>
          </a:xfrm>
          <a:custGeom>
            <a:rect b="b" l="l" r="r" t="t"/>
            <a:pathLst>
              <a:path extrusionOk="0" h="1902" w="968">
                <a:moveTo>
                  <a:pt x="646" y="1"/>
                </a:moveTo>
                <a:cubicBezTo>
                  <a:pt x="290" y="1"/>
                  <a:pt x="1" y="290"/>
                  <a:pt x="6" y="646"/>
                </a:cubicBezTo>
                <a:lnTo>
                  <a:pt x="6" y="1079"/>
                </a:lnTo>
                <a:cubicBezTo>
                  <a:pt x="6" y="1468"/>
                  <a:pt x="270" y="1805"/>
                  <a:pt x="650" y="1901"/>
                </a:cubicBezTo>
                <a:lnTo>
                  <a:pt x="650"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1"/>
          <p:cNvSpPr/>
          <p:nvPr/>
        </p:nvSpPr>
        <p:spPr>
          <a:xfrm>
            <a:off x="3580544" y="2298869"/>
            <a:ext cx="17048" cy="43800"/>
          </a:xfrm>
          <a:custGeom>
            <a:rect b="b" l="l" r="r" t="t"/>
            <a:pathLst>
              <a:path extrusionOk="0" h="1670" w="650">
                <a:moveTo>
                  <a:pt x="130" y="0"/>
                </a:moveTo>
                <a:cubicBezTo>
                  <a:pt x="48" y="111"/>
                  <a:pt x="0" y="246"/>
                  <a:pt x="0" y="380"/>
                </a:cubicBezTo>
                <a:lnTo>
                  <a:pt x="0" y="1670"/>
                </a:lnTo>
                <a:lnTo>
                  <a:pt x="650" y="1670"/>
                </a:lnTo>
                <a:lnTo>
                  <a:pt x="650" y="606"/>
                </a:lnTo>
                <a:cubicBezTo>
                  <a:pt x="645" y="467"/>
                  <a:pt x="582" y="342"/>
                  <a:pt x="476" y="260"/>
                </a:cubicBezTo>
                <a:lnTo>
                  <a:pt x="13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3" name="Google Shape;10383;p81"/>
          <p:cNvGrpSpPr/>
          <p:nvPr/>
        </p:nvGrpSpPr>
        <p:grpSpPr>
          <a:xfrm>
            <a:off x="3575220" y="1987286"/>
            <a:ext cx="292830" cy="360602"/>
            <a:chOff x="3575220" y="1987286"/>
            <a:chExt cx="292830" cy="360602"/>
          </a:xfrm>
        </p:grpSpPr>
        <p:sp>
          <p:nvSpPr>
            <p:cNvPr id="10384" name="Google Shape;10384;p81"/>
            <p:cNvSpPr/>
            <p:nvPr/>
          </p:nvSpPr>
          <p:spPr>
            <a:xfrm>
              <a:off x="3687552" y="2037748"/>
              <a:ext cx="67798" cy="50881"/>
            </a:xfrm>
            <a:custGeom>
              <a:rect b="b" l="l" r="r" t="t"/>
              <a:pathLst>
                <a:path extrusionOk="0" h="1940" w="2585">
                  <a:moveTo>
                    <a:pt x="866" y="1"/>
                  </a:moveTo>
                  <a:lnTo>
                    <a:pt x="866" y="429"/>
                  </a:lnTo>
                  <a:cubicBezTo>
                    <a:pt x="866" y="511"/>
                    <a:pt x="818" y="588"/>
                    <a:pt x="746" y="621"/>
                  </a:cubicBezTo>
                  <a:lnTo>
                    <a:pt x="241" y="876"/>
                  </a:lnTo>
                  <a:cubicBezTo>
                    <a:pt x="97" y="949"/>
                    <a:pt x="0" y="1098"/>
                    <a:pt x="0" y="1261"/>
                  </a:cubicBezTo>
                  <a:lnTo>
                    <a:pt x="0" y="1940"/>
                  </a:lnTo>
                  <a:lnTo>
                    <a:pt x="2584" y="1940"/>
                  </a:lnTo>
                  <a:lnTo>
                    <a:pt x="2584" y="1261"/>
                  </a:lnTo>
                  <a:cubicBezTo>
                    <a:pt x="2584" y="1098"/>
                    <a:pt x="2498" y="949"/>
                    <a:pt x="2353" y="876"/>
                  </a:cubicBezTo>
                  <a:lnTo>
                    <a:pt x="1848" y="621"/>
                  </a:lnTo>
                  <a:cubicBezTo>
                    <a:pt x="1776" y="588"/>
                    <a:pt x="1728" y="511"/>
                    <a:pt x="1728" y="429"/>
                  </a:cubicBezTo>
                  <a:lnTo>
                    <a:pt x="1728"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1"/>
            <p:cNvSpPr/>
            <p:nvPr/>
          </p:nvSpPr>
          <p:spPr>
            <a:xfrm>
              <a:off x="3687684" y="2055557"/>
              <a:ext cx="67667" cy="33073"/>
            </a:xfrm>
            <a:custGeom>
              <a:rect b="b" l="l" r="r" t="t"/>
              <a:pathLst>
                <a:path extrusionOk="0" h="1261" w="2580">
                  <a:moveTo>
                    <a:pt x="631" y="0"/>
                  </a:moveTo>
                  <a:lnTo>
                    <a:pt x="241" y="197"/>
                  </a:lnTo>
                  <a:cubicBezTo>
                    <a:pt x="92" y="270"/>
                    <a:pt x="0" y="419"/>
                    <a:pt x="0" y="582"/>
                  </a:cubicBezTo>
                  <a:lnTo>
                    <a:pt x="0" y="1261"/>
                  </a:lnTo>
                  <a:lnTo>
                    <a:pt x="2579" y="1261"/>
                  </a:lnTo>
                  <a:lnTo>
                    <a:pt x="2579" y="582"/>
                  </a:lnTo>
                  <a:cubicBezTo>
                    <a:pt x="2579" y="419"/>
                    <a:pt x="2493" y="270"/>
                    <a:pt x="2348" y="197"/>
                  </a:cubicBezTo>
                  <a:lnTo>
                    <a:pt x="1954" y="0"/>
                  </a:lnTo>
                  <a:cubicBezTo>
                    <a:pt x="1795" y="193"/>
                    <a:pt x="1559" y="525"/>
                    <a:pt x="1295" y="525"/>
                  </a:cubicBezTo>
                  <a:cubicBezTo>
                    <a:pt x="1025" y="525"/>
                    <a:pt x="789" y="193"/>
                    <a:pt x="6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1"/>
            <p:cNvSpPr/>
            <p:nvPr/>
          </p:nvSpPr>
          <p:spPr>
            <a:xfrm>
              <a:off x="3687815" y="2065654"/>
              <a:ext cx="16917" cy="22975"/>
            </a:xfrm>
            <a:custGeom>
              <a:rect b="b" l="l" r="r" t="t"/>
              <a:pathLst>
                <a:path extrusionOk="0" h="876" w="645">
                  <a:moveTo>
                    <a:pt x="48" y="0"/>
                  </a:moveTo>
                  <a:cubicBezTo>
                    <a:pt x="14" y="58"/>
                    <a:pt x="0" y="125"/>
                    <a:pt x="0" y="197"/>
                  </a:cubicBezTo>
                  <a:lnTo>
                    <a:pt x="0" y="876"/>
                  </a:lnTo>
                  <a:lnTo>
                    <a:pt x="645" y="876"/>
                  </a:lnTo>
                  <a:lnTo>
                    <a:pt x="645" y="659"/>
                  </a:lnTo>
                  <a:cubicBezTo>
                    <a:pt x="645" y="525"/>
                    <a:pt x="577" y="395"/>
                    <a:pt x="472" y="313"/>
                  </a:cubicBezTo>
                  <a:lnTo>
                    <a:pt x="4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1"/>
            <p:cNvSpPr/>
            <p:nvPr/>
          </p:nvSpPr>
          <p:spPr>
            <a:xfrm>
              <a:off x="3738539" y="2065654"/>
              <a:ext cx="16943" cy="22975"/>
            </a:xfrm>
            <a:custGeom>
              <a:rect b="b" l="l" r="r" t="t"/>
              <a:pathLst>
                <a:path extrusionOk="0" h="876" w="646">
                  <a:moveTo>
                    <a:pt x="592" y="0"/>
                  </a:moveTo>
                  <a:lnTo>
                    <a:pt x="174" y="313"/>
                  </a:lnTo>
                  <a:cubicBezTo>
                    <a:pt x="63" y="395"/>
                    <a:pt x="0" y="525"/>
                    <a:pt x="0" y="659"/>
                  </a:cubicBezTo>
                  <a:lnTo>
                    <a:pt x="0" y="876"/>
                  </a:lnTo>
                  <a:lnTo>
                    <a:pt x="645" y="876"/>
                  </a:lnTo>
                  <a:lnTo>
                    <a:pt x="645" y="197"/>
                  </a:lnTo>
                  <a:cubicBezTo>
                    <a:pt x="645" y="125"/>
                    <a:pt x="626" y="58"/>
                    <a:pt x="59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1"/>
            <p:cNvSpPr/>
            <p:nvPr/>
          </p:nvSpPr>
          <p:spPr>
            <a:xfrm>
              <a:off x="3699040" y="1992584"/>
              <a:ext cx="45190" cy="50881"/>
            </a:xfrm>
            <a:custGeom>
              <a:rect b="b" l="l" r="r" t="t"/>
              <a:pathLst>
                <a:path extrusionOk="0" h="1940" w="1723">
                  <a:moveTo>
                    <a:pt x="645" y="0"/>
                  </a:moveTo>
                  <a:cubicBezTo>
                    <a:pt x="289" y="0"/>
                    <a:pt x="0" y="289"/>
                    <a:pt x="0" y="645"/>
                  </a:cubicBezTo>
                  <a:lnTo>
                    <a:pt x="0" y="1078"/>
                  </a:lnTo>
                  <a:cubicBezTo>
                    <a:pt x="0" y="1549"/>
                    <a:pt x="385" y="1939"/>
                    <a:pt x="862" y="1939"/>
                  </a:cubicBezTo>
                  <a:cubicBezTo>
                    <a:pt x="1338" y="1939"/>
                    <a:pt x="1723" y="1554"/>
                    <a:pt x="1723" y="1078"/>
                  </a:cubicBezTo>
                  <a:lnTo>
                    <a:pt x="1723" y="645"/>
                  </a:lnTo>
                  <a:cubicBezTo>
                    <a:pt x="1723" y="289"/>
                    <a:pt x="1434" y="0"/>
                    <a:pt x="1078"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1"/>
            <p:cNvSpPr/>
            <p:nvPr/>
          </p:nvSpPr>
          <p:spPr>
            <a:xfrm>
              <a:off x="3699040" y="1992584"/>
              <a:ext cx="31053" cy="50803"/>
            </a:xfrm>
            <a:custGeom>
              <a:rect b="b" l="l" r="r" t="t"/>
              <a:pathLst>
                <a:path extrusionOk="0" h="1937" w="1184">
                  <a:moveTo>
                    <a:pt x="645" y="0"/>
                  </a:moveTo>
                  <a:cubicBezTo>
                    <a:pt x="289" y="0"/>
                    <a:pt x="0" y="289"/>
                    <a:pt x="0" y="645"/>
                  </a:cubicBezTo>
                  <a:lnTo>
                    <a:pt x="0" y="1078"/>
                  </a:lnTo>
                  <a:cubicBezTo>
                    <a:pt x="0" y="1569"/>
                    <a:pt x="404" y="1936"/>
                    <a:pt x="858" y="1936"/>
                  </a:cubicBezTo>
                  <a:cubicBezTo>
                    <a:pt x="966" y="1936"/>
                    <a:pt x="1076" y="1916"/>
                    <a:pt x="1184" y="1872"/>
                  </a:cubicBezTo>
                  <a:cubicBezTo>
                    <a:pt x="857" y="1742"/>
                    <a:pt x="645" y="1424"/>
                    <a:pt x="645" y="1078"/>
                  </a:cubicBezTo>
                  <a:lnTo>
                    <a:pt x="645" y="645"/>
                  </a:lnTo>
                  <a:cubicBezTo>
                    <a:pt x="645" y="332"/>
                    <a:pt x="871" y="63"/>
                    <a:pt x="1184" y="10"/>
                  </a:cubicBezTo>
                  <a:cubicBezTo>
                    <a:pt x="1145" y="5"/>
                    <a:pt x="1112" y="0"/>
                    <a:pt x="107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1"/>
            <p:cNvSpPr/>
            <p:nvPr/>
          </p:nvSpPr>
          <p:spPr>
            <a:xfrm>
              <a:off x="3699040" y="1992584"/>
              <a:ext cx="45190" cy="22608"/>
            </a:xfrm>
            <a:custGeom>
              <a:rect b="b" l="l" r="r" t="t"/>
              <a:pathLst>
                <a:path extrusionOk="0" h="862" w="1723">
                  <a:moveTo>
                    <a:pt x="645" y="0"/>
                  </a:moveTo>
                  <a:cubicBezTo>
                    <a:pt x="289" y="0"/>
                    <a:pt x="0" y="289"/>
                    <a:pt x="0" y="645"/>
                  </a:cubicBezTo>
                  <a:cubicBezTo>
                    <a:pt x="0" y="645"/>
                    <a:pt x="645" y="861"/>
                    <a:pt x="1723" y="861"/>
                  </a:cubicBezTo>
                  <a:lnTo>
                    <a:pt x="1723" y="645"/>
                  </a:lnTo>
                  <a:cubicBezTo>
                    <a:pt x="1723" y="289"/>
                    <a:pt x="1434" y="0"/>
                    <a:pt x="107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1"/>
            <p:cNvSpPr/>
            <p:nvPr/>
          </p:nvSpPr>
          <p:spPr>
            <a:xfrm>
              <a:off x="3699040" y="1992584"/>
              <a:ext cx="31053" cy="20589"/>
            </a:xfrm>
            <a:custGeom>
              <a:rect b="b" l="l" r="r" t="t"/>
              <a:pathLst>
                <a:path extrusionOk="0" h="785" w="1184">
                  <a:moveTo>
                    <a:pt x="645" y="0"/>
                  </a:moveTo>
                  <a:cubicBezTo>
                    <a:pt x="289" y="0"/>
                    <a:pt x="0" y="289"/>
                    <a:pt x="0" y="645"/>
                  </a:cubicBezTo>
                  <a:cubicBezTo>
                    <a:pt x="212" y="707"/>
                    <a:pt x="428" y="756"/>
                    <a:pt x="645" y="784"/>
                  </a:cubicBezTo>
                  <a:lnTo>
                    <a:pt x="645" y="645"/>
                  </a:lnTo>
                  <a:cubicBezTo>
                    <a:pt x="645" y="332"/>
                    <a:pt x="871" y="63"/>
                    <a:pt x="1184" y="15"/>
                  </a:cubicBezTo>
                  <a:cubicBezTo>
                    <a:pt x="1145" y="5"/>
                    <a:pt x="1112" y="0"/>
                    <a:pt x="107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1"/>
            <p:cNvSpPr/>
            <p:nvPr/>
          </p:nvSpPr>
          <p:spPr>
            <a:xfrm>
              <a:off x="3687684" y="2105520"/>
              <a:ext cx="67798" cy="135439"/>
            </a:xfrm>
            <a:custGeom>
              <a:rect b="b" l="l" r="r" t="t"/>
              <a:pathLst>
                <a:path extrusionOk="0" h="5164" w="2585">
                  <a:moveTo>
                    <a:pt x="0" y="1"/>
                  </a:moveTo>
                  <a:lnTo>
                    <a:pt x="0" y="5164"/>
                  </a:lnTo>
                  <a:lnTo>
                    <a:pt x="2584" y="5164"/>
                  </a:lnTo>
                  <a:lnTo>
                    <a:pt x="258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1"/>
            <p:cNvSpPr/>
            <p:nvPr/>
          </p:nvSpPr>
          <p:spPr>
            <a:xfrm>
              <a:off x="3687684" y="2184517"/>
              <a:ext cx="67798" cy="56442"/>
            </a:xfrm>
            <a:custGeom>
              <a:rect b="b" l="l" r="r" t="t"/>
              <a:pathLst>
                <a:path extrusionOk="0" h="2152" w="2585">
                  <a:moveTo>
                    <a:pt x="0" y="1"/>
                  </a:moveTo>
                  <a:lnTo>
                    <a:pt x="0" y="2152"/>
                  </a:lnTo>
                  <a:lnTo>
                    <a:pt x="2584" y="2152"/>
                  </a:lnTo>
                  <a:lnTo>
                    <a:pt x="2584"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1"/>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1"/>
            <p:cNvSpPr/>
            <p:nvPr/>
          </p:nvSpPr>
          <p:spPr>
            <a:xfrm>
              <a:off x="3648290" y="2167601"/>
              <a:ext cx="25414" cy="67798"/>
            </a:xfrm>
            <a:custGeom>
              <a:rect b="b" l="l" r="r" t="t"/>
              <a:pathLst>
                <a:path extrusionOk="0" h="2585" w="969">
                  <a:moveTo>
                    <a:pt x="646" y="1"/>
                  </a:moveTo>
                  <a:cubicBezTo>
                    <a:pt x="290" y="1"/>
                    <a:pt x="1" y="290"/>
                    <a:pt x="1" y="646"/>
                  </a:cubicBezTo>
                  <a:lnTo>
                    <a:pt x="1" y="1353"/>
                  </a:lnTo>
                  <a:cubicBezTo>
                    <a:pt x="11" y="1565"/>
                    <a:pt x="83" y="1767"/>
                    <a:pt x="213" y="1935"/>
                  </a:cubicBezTo>
                  <a:cubicBezTo>
                    <a:pt x="352" y="2099"/>
                    <a:pt x="429" y="2306"/>
                    <a:pt x="429" y="2517"/>
                  </a:cubicBezTo>
                  <a:lnTo>
                    <a:pt x="429" y="2585"/>
                  </a:lnTo>
                  <a:lnTo>
                    <a:pt x="862" y="2585"/>
                  </a:lnTo>
                  <a:lnTo>
                    <a:pt x="862" y="2517"/>
                  </a:lnTo>
                  <a:cubicBezTo>
                    <a:pt x="862" y="2320"/>
                    <a:pt x="824" y="2123"/>
                    <a:pt x="752" y="1935"/>
                  </a:cubicBezTo>
                  <a:cubicBezTo>
                    <a:pt x="684" y="1748"/>
                    <a:pt x="646" y="1555"/>
                    <a:pt x="646" y="1353"/>
                  </a:cubicBezTo>
                  <a:lnTo>
                    <a:pt x="646" y="646"/>
                  </a:lnTo>
                  <a:cubicBezTo>
                    <a:pt x="646" y="290"/>
                    <a:pt x="790" y="1"/>
                    <a:pt x="96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1"/>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1"/>
            <p:cNvSpPr/>
            <p:nvPr/>
          </p:nvSpPr>
          <p:spPr>
            <a:xfrm>
              <a:off x="3648290" y="2167601"/>
              <a:ext cx="25414" cy="50514"/>
            </a:xfrm>
            <a:custGeom>
              <a:rect b="b" l="l" r="r" t="t"/>
              <a:pathLst>
                <a:path extrusionOk="0" h="1926" w="969">
                  <a:moveTo>
                    <a:pt x="646" y="1"/>
                  </a:moveTo>
                  <a:cubicBezTo>
                    <a:pt x="290" y="1"/>
                    <a:pt x="1" y="290"/>
                    <a:pt x="1" y="646"/>
                  </a:cubicBezTo>
                  <a:lnTo>
                    <a:pt x="1" y="1074"/>
                  </a:lnTo>
                  <a:cubicBezTo>
                    <a:pt x="1" y="1507"/>
                    <a:pt x="319" y="1868"/>
                    <a:pt x="747" y="1926"/>
                  </a:cubicBezTo>
                  <a:cubicBezTo>
                    <a:pt x="684" y="1743"/>
                    <a:pt x="646" y="1550"/>
                    <a:pt x="646" y="1353"/>
                  </a:cubicBezTo>
                  <a:lnTo>
                    <a:pt x="646"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1"/>
            <p:cNvSpPr/>
            <p:nvPr/>
          </p:nvSpPr>
          <p:spPr>
            <a:xfrm>
              <a:off x="3631268" y="2229707"/>
              <a:ext cx="79155" cy="90380"/>
            </a:xfrm>
            <a:custGeom>
              <a:rect b="b" l="l" r="r" t="t"/>
              <a:pathLst>
                <a:path extrusionOk="0" h="3446" w="3018">
                  <a:moveTo>
                    <a:pt x="1285" y="0"/>
                  </a:moveTo>
                  <a:cubicBezTo>
                    <a:pt x="1150" y="0"/>
                    <a:pt x="1011" y="24"/>
                    <a:pt x="886" y="77"/>
                  </a:cubicBezTo>
                  <a:lnTo>
                    <a:pt x="409" y="265"/>
                  </a:lnTo>
                  <a:cubicBezTo>
                    <a:pt x="164" y="366"/>
                    <a:pt x="0" y="602"/>
                    <a:pt x="0" y="866"/>
                  </a:cubicBezTo>
                  <a:lnTo>
                    <a:pt x="0" y="3229"/>
                  </a:lnTo>
                  <a:cubicBezTo>
                    <a:pt x="0" y="3349"/>
                    <a:pt x="97" y="3446"/>
                    <a:pt x="217" y="3446"/>
                  </a:cubicBezTo>
                  <a:lnTo>
                    <a:pt x="2801" y="3446"/>
                  </a:lnTo>
                  <a:cubicBezTo>
                    <a:pt x="2921" y="3446"/>
                    <a:pt x="3017" y="3349"/>
                    <a:pt x="3017" y="3229"/>
                  </a:cubicBezTo>
                  <a:lnTo>
                    <a:pt x="3017" y="866"/>
                  </a:lnTo>
                  <a:cubicBezTo>
                    <a:pt x="3017"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1"/>
            <p:cNvSpPr/>
            <p:nvPr/>
          </p:nvSpPr>
          <p:spPr>
            <a:xfrm>
              <a:off x="3631268" y="2242454"/>
              <a:ext cx="16943" cy="77502"/>
            </a:xfrm>
            <a:custGeom>
              <a:rect b="b" l="l" r="r" t="t"/>
              <a:pathLst>
                <a:path extrusionOk="0" h="2955" w="646">
                  <a:moveTo>
                    <a:pt x="130" y="0"/>
                  </a:moveTo>
                  <a:cubicBezTo>
                    <a:pt x="48" y="111"/>
                    <a:pt x="0" y="241"/>
                    <a:pt x="0" y="380"/>
                  </a:cubicBezTo>
                  <a:lnTo>
                    <a:pt x="0" y="2743"/>
                  </a:lnTo>
                  <a:cubicBezTo>
                    <a:pt x="0" y="2858"/>
                    <a:pt x="97" y="2955"/>
                    <a:pt x="217" y="2955"/>
                  </a:cubicBez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1"/>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434" y="2955"/>
                  </a:lnTo>
                  <a:cubicBezTo>
                    <a:pt x="549" y="2955"/>
                    <a:pt x="645" y="2858"/>
                    <a:pt x="645" y="2743"/>
                  </a:cubicBez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1"/>
            <p:cNvSpPr/>
            <p:nvPr/>
          </p:nvSpPr>
          <p:spPr>
            <a:xfrm>
              <a:off x="3665075" y="2088498"/>
              <a:ext cx="112988" cy="22608"/>
            </a:xfrm>
            <a:custGeom>
              <a:rect b="b" l="l" r="r" t="t"/>
              <a:pathLst>
                <a:path extrusionOk="0" h="862" w="4308">
                  <a:moveTo>
                    <a:pt x="1" y="0"/>
                  </a:moveTo>
                  <a:lnTo>
                    <a:pt x="424" y="837"/>
                  </a:lnTo>
                  <a:cubicBezTo>
                    <a:pt x="429" y="852"/>
                    <a:pt x="444" y="861"/>
                    <a:pt x="463" y="861"/>
                  </a:cubicBezTo>
                  <a:lnTo>
                    <a:pt x="3850" y="861"/>
                  </a:lnTo>
                  <a:cubicBezTo>
                    <a:pt x="3865" y="861"/>
                    <a:pt x="3879" y="852"/>
                    <a:pt x="3884" y="837"/>
                  </a:cubicBezTo>
                  <a:lnTo>
                    <a:pt x="4307" y="0"/>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1"/>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1"/>
            <p:cNvSpPr/>
            <p:nvPr/>
          </p:nvSpPr>
          <p:spPr>
            <a:xfrm>
              <a:off x="3631268" y="2229707"/>
              <a:ext cx="79023" cy="90380"/>
            </a:xfrm>
            <a:custGeom>
              <a:rect b="b" l="l" r="r" t="t"/>
              <a:pathLst>
                <a:path extrusionOk="0" h="3446" w="3013">
                  <a:moveTo>
                    <a:pt x="1285" y="0"/>
                  </a:moveTo>
                  <a:cubicBezTo>
                    <a:pt x="1150" y="0"/>
                    <a:pt x="1011" y="24"/>
                    <a:pt x="886" y="77"/>
                  </a:cubicBezTo>
                  <a:lnTo>
                    <a:pt x="409" y="265"/>
                  </a:lnTo>
                  <a:cubicBezTo>
                    <a:pt x="164" y="366"/>
                    <a:pt x="0" y="602"/>
                    <a:pt x="0" y="866"/>
                  </a:cubicBezTo>
                  <a:lnTo>
                    <a:pt x="0" y="3446"/>
                  </a:lnTo>
                  <a:lnTo>
                    <a:pt x="3012" y="3446"/>
                  </a:lnTo>
                  <a:lnTo>
                    <a:pt x="3012" y="866"/>
                  </a:lnTo>
                  <a:cubicBezTo>
                    <a:pt x="3012"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1"/>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1"/>
            <p:cNvSpPr/>
            <p:nvPr/>
          </p:nvSpPr>
          <p:spPr>
            <a:xfrm>
              <a:off x="3648185" y="2167601"/>
              <a:ext cx="25519" cy="49885"/>
            </a:xfrm>
            <a:custGeom>
              <a:rect b="b" l="l" r="r" t="t"/>
              <a:pathLst>
                <a:path extrusionOk="0" h="1902" w="973">
                  <a:moveTo>
                    <a:pt x="650" y="1"/>
                  </a:moveTo>
                  <a:cubicBezTo>
                    <a:pt x="289" y="1"/>
                    <a:pt x="0" y="290"/>
                    <a:pt x="0" y="646"/>
                  </a:cubicBezTo>
                  <a:lnTo>
                    <a:pt x="0" y="1074"/>
                  </a:lnTo>
                  <a:cubicBezTo>
                    <a:pt x="5" y="1464"/>
                    <a:pt x="270" y="1805"/>
                    <a:pt x="650" y="1902"/>
                  </a:cubicBezTo>
                  <a:lnTo>
                    <a:pt x="650" y="646"/>
                  </a:lnTo>
                  <a:cubicBezTo>
                    <a:pt x="650" y="290"/>
                    <a:pt x="794" y="1"/>
                    <a:pt x="97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1"/>
            <p:cNvSpPr/>
            <p:nvPr/>
          </p:nvSpPr>
          <p:spPr>
            <a:xfrm>
              <a:off x="3631268" y="2242454"/>
              <a:ext cx="16943" cy="77502"/>
            </a:xfrm>
            <a:custGeom>
              <a:rect b="b" l="l" r="r" t="t"/>
              <a:pathLst>
                <a:path extrusionOk="0" h="2955" w="646">
                  <a:moveTo>
                    <a:pt x="130" y="0"/>
                  </a:moveTo>
                  <a:cubicBezTo>
                    <a:pt x="48" y="111"/>
                    <a:pt x="0" y="241"/>
                    <a:pt x="0" y="380"/>
                  </a:cubicBezTo>
                  <a:lnTo>
                    <a:pt x="0" y="2955"/>
                  </a:ln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1"/>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1"/>
            <p:cNvSpPr/>
            <p:nvPr/>
          </p:nvSpPr>
          <p:spPr>
            <a:xfrm>
              <a:off x="3749764" y="2167601"/>
              <a:ext cx="45216" cy="67798"/>
            </a:xfrm>
            <a:custGeom>
              <a:rect b="b" l="l" r="r" t="t"/>
              <a:pathLst>
                <a:path extrusionOk="0" h="2585" w="1724">
                  <a:moveTo>
                    <a:pt x="645" y="1"/>
                  </a:moveTo>
                  <a:cubicBezTo>
                    <a:pt x="289" y="1"/>
                    <a:pt x="1" y="290"/>
                    <a:pt x="5" y="646"/>
                  </a:cubicBezTo>
                  <a:lnTo>
                    <a:pt x="5" y="1353"/>
                  </a:lnTo>
                  <a:cubicBezTo>
                    <a:pt x="15" y="1565"/>
                    <a:pt x="87" y="1767"/>
                    <a:pt x="217" y="1935"/>
                  </a:cubicBezTo>
                  <a:cubicBezTo>
                    <a:pt x="357" y="2099"/>
                    <a:pt x="434" y="2306"/>
                    <a:pt x="434" y="2517"/>
                  </a:cubicBezTo>
                  <a:lnTo>
                    <a:pt x="434" y="2585"/>
                  </a:lnTo>
                  <a:lnTo>
                    <a:pt x="1295" y="2585"/>
                  </a:lnTo>
                  <a:lnTo>
                    <a:pt x="1295" y="2460"/>
                  </a:lnTo>
                  <a:cubicBezTo>
                    <a:pt x="1290" y="2282"/>
                    <a:pt x="1353" y="2118"/>
                    <a:pt x="1468" y="1983"/>
                  </a:cubicBezTo>
                  <a:lnTo>
                    <a:pt x="1550" y="1892"/>
                  </a:lnTo>
                  <a:cubicBezTo>
                    <a:pt x="1651" y="1752"/>
                    <a:pt x="1714" y="1589"/>
                    <a:pt x="1723" y="1416"/>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1"/>
            <p:cNvSpPr/>
            <p:nvPr/>
          </p:nvSpPr>
          <p:spPr>
            <a:xfrm>
              <a:off x="3732847" y="2229707"/>
              <a:ext cx="79155" cy="90380"/>
            </a:xfrm>
            <a:custGeom>
              <a:rect b="b" l="l" r="r" t="t"/>
              <a:pathLst>
                <a:path extrusionOk="0" h="3446" w="3018">
                  <a:moveTo>
                    <a:pt x="1286" y="0"/>
                  </a:moveTo>
                  <a:cubicBezTo>
                    <a:pt x="1151" y="0"/>
                    <a:pt x="1016" y="24"/>
                    <a:pt x="886" y="77"/>
                  </a:cubicBezTo>
                  <a:lnTo>
                    <a:pt x="410" y="265"/>
                  </a:lnTo>
                  <a:cubicBezTo>
                    <a:pt x="164" y="366"/>
                    <a:pt x="1" y="602"/>
                    <a:pt x="1" y="866"/>
                  </a:cubicBezTo>
                  <a:lnTo>
                    <a:pt x="1" y="3446"/>
                  </a:lnTo>
                  <a:lnTo>
                    <a:pt x="3018" y="3446"/>
                  </a:lnTo>
                  <a:lnTo>
                    <a:pt x="3018" y="866"/>
                  </a:lnTo>
                  <a:cubicBezTo>
                    <a:pt x="3018" y="602"/>
                    <a:pt x="2854" y="366"/>
                    <a:pt x="2609" y="265"/>
                  </a:cubicBezTo>
                  <a:lnTo>
                    <a:pt x="2132" y="77"/>
                  </a:lnTo>
                  <a:cubicBezTo>
                    <a:pt x="2002" y="24"/>
                    <a:pt x="1868"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1"/>
            <p:cNvSpPr/>
            <p:nvPr/>
          </p:nvSpPr>
          <p:spPr>
            <a:xfrm>
              <a:off x="3749895" y="2167601"/>
              <a:ext cx="45085" cy="50776"/>
            </a:xfrm>
            <a:custGeom>
              <a:rect b="b" l="l" r="r" t="t"/>
              <a:pathLst>
                <a:path extrusionOk="0" h="1936" w="1719">
                  <a:moveTo>
                    <a:pt x="645" y="1"/>
                  </a:moveTo>
                  <a:cubicBezTo>
                    <a:pt x="289" y="1"/>
                    <a:pt x="0" y="290"/>
                    <a:pt x="0" y="646"/>
                  </a:cubicBezTo>
                  <a:lnTo>
                    <a:pt x="0" y="1074"/>
                  </a:lnTo>
                  <a:cubicBezTo>
                    <a:pt x="0" y="1550"/>
                    <a:pt x="385" y="1935"/>
                    <a:pt x="857" y="1935"/>
                  </a:cubicBezTo>
                  <a:cubicBezTo>
                    <a:pt x="1333" y="1935"/>
                    <a:pt x="1718" y="1550"/>
                    <a:pt x="1718" y="1074"/>
                  </a:cubicBezTo>
                  <a:lnTo>
                    <a:pt x="1718" y="646"/>
                  </a:lnTo>
                  <a:cubicBezTo>
                    <a:pt x="1718" y="290"/>
                    <a:pt x="1429" y="1"/>
                    <a:pt x="10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1"/>
            <p:cNvSpPr/>
            <p:nvPr/>
          </p:nvSpPr>
          <p:spPr>
            <a:xfrm>
              <a:off x="3749895" y="2167601"/>
              <a:ext cx="25388" cy="49885"/>
            </a:xfrm>
            <a:custGeom>
              <a:rect b="b" l="l" r="r" t="t"/>
              <a:pathLst>
                <a:path extrusionOk="0" h="1902" w="968">
                  <a:moveTo>
                    <a:pt x="645" y="1"/>
                  </a:moveTo>
                  <a:cubicBezTo>
                    <a:pt x="289" y="1"/>
                    <a:pt x="0" y="290"/>
                    <a:pt x="0" y="646"/>
                  </a:cubicBezTo>
                  <a:lnTo>
                    <a:pt x="0" y="1074"/>
                  </a:lnTo>
                  <a:cubicBezTo>
                    <a:pt x="0" y="1464"/>
                    <a:pt x="265" y="1805"/>
                    <a:pt x="645" y="1902"/>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1"/>
            <p:cNvSpPr/>
            <p:nvPr/>
          </p:nvSpPr>
          <p:spPr>
            <a:xfrm>
              <a:off x="3732847" y="2242454"/>
              <a:ext cx="17074" cy="77502"/>
            </a:xfrm>
            <a:custGeom>
              <a:rect b="b" l="l" r="r" t="t"/>
              <a:pathLst>
                <a:path extrusionOk="0" h="2955" w="651">
                  <a:moveTo>
                    <a:pt x="131" y="0"/>
                  </a:moveTo>
                  <a:cubicBezTo>
                    <a:pt x="49" y="111"/>
                    <a:pt x="1" y="241"/>
                    <a:pt x="1" y="380"/>
                  </a:cubicBezTo>
                  <a:lnTo>
                    <a:pt x="1" y="2955"/>
                  </a:lnTo>
                  <a:lnTo>
                    <a:pt x="650" y="2955"/>
                  </a:lnTo>
                  <a:lnTo>
                    <a:pt x="650" y="602"/>
                  </a:lnTo>
                  <a:cubicBezTo>
                    <a:pt x="646" y="467"/>
                    <a:pt x="583" y="342"/>
                    <a:pt x="477" y="260"/>
                  </a:cubicBezTo>
                  <a:lnTo>
                    <a:pt x="131"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1"/>
            <p:cNvSpPr/>
            <p:nvPr/>
          </p:nvSpPr>
          <p:spPr>
            <a:xfrm>
              <a:off x="3794954" y="2242454"/>
              <a:ext cx="16917" cy="77502"/>
            </a:xfrm>
            <a:custGeom>
              <a:rect b="b" l="l" r="r" t="t"/>
              <a:pathLst>
                <a:path extrusionOk="0" h="2955" w="645">
                  <a:moveTo>
                    <a:pt x="520" y="0"/>
                  </a:moveTo>
                  <a:lnTo>
                    <a:pt x="173" y="260"/>
                  </a:lnTo>
                  <a:cubicBezTo>
                    <a:pt x="68" y="342"/>
                    <a:pt x="0" y="467"/>
                    <a:pt x="0" y="602"/>
                  </a:cubicBezTo>
                  <a:lnTo>
                    <a:pt x="0"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1"/>
            <p:cNvSpPr/>
            <p:nvPr/>
          </p:nvSpPr>
          <p:spPr>
            <a:xfrm>
              <a:off x="3597435" y="2224016"/>
              <a:ext cx="45216" cy="67798"/>
            </a:xfrm>
            <a:custGeom>
              <a:rect b="b" l="l" r="r" t="t"/>
              <a:pathLst>
                <a:path extrusionOk="0" h="2585" w="1724">
                  <a:moveTo>
                    <a:pt x="650" y="1"/>
                  </a:moveTo>
                  <a:cubicBezTo>
                    <a:pt x="294" y="1"/>
                    <a:pt x="1" y="290"/>
                    <a:pt x="6" y="646"/>
                  </a:cubicBezTo>
                  <a:lnTo>
                    <a:pt x="6" y="1358"/>
                  </a:lnTo>
                  <a:cubicBezTo>
                    <a:pt x="15" y="1569"/>
                    <a:pt x="87" y="1772"/>
                    <a:pt x="217" y="1940"/>
                  </a:cubicBezTo>
                  <a:cubicBezTo>
                    <a:pt x="357" y="2099"/>
                    <a:pt x="434" y="2306"/>
                    <a:pt x="434" y="2517"/>
                  </a:cubicBezTo>
                  <a:lnTo>
                    <a:pt x="434" y="2585"/>
                  </a:lnTo>
                  <a:lnTo>
                    <a:pt x="1295" y="2585"/>
                  </a:lnTo>
                  <a:lnTo>
                    <a:pt x="1295" y="2460"/>
                  </a:lnTo>
                  <a:cubicBezTo>
                    <a:pt x="1295" y="2286"/>
                    <a:pt x="1358" y="2118"/>
                    <a:pt x="1468" y="1983"/>
                  </a:cubicBezTo>
                  <a:lnTo>
                    <a:pt x="1550" y="1892"/>
                  </a:lnTo>
                  <a:cubicBezTo>
                    <a:pt x="1656" y="1752"/>
                    <a:pt x="1719"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1"/>
            <p:cNvSpPr/>
            <p:nvPr/>
          </p:nvSpPr>
          <p:spPr>
            <a:xfrm>
              <a:off x="3580544" y="2286123"/>
              <a:ext cx="79023" cy="56546"/>
            </a:xfrm>
            <a:custGeom>
              <a:rect b="b" l="l" r="r" t="t"/>
              <a:pathLst>
                <a:path extrusionOk="0" h="2156" w="3013">
                  <a:moveTo>
                    <a:pt x="1280" y="0"/>
                  </a:moveTo>
                  <a:cubicBezTo>
                    <a:pt x="1145" y="0"/>
                    <a:pt x="1010" y="24"/>
                    <a:pt x="881" y="77"/>
                  </a:cubicBezTo>
                  <a:lnTo>
                    <a:pt x="404" y="270"/>
                  </a:lnTo>
                  <a:cubicBezTo>
                    <a:pt x="159" y="366"/>
                    <a:pt x="0" y="606"/>
                    <a:pt x="0" y="871"/>
                  </a:cubicBezTo>
                  <a:lnTo>
                    <a:pt x="0" y="2156"/>
                  </a:lnTo>
                  <a:lnTo>
                    <a:pt x="3012" y="2156"/>
                  </a:lnTo>
                  <a:lnTo>
                    <a:pt x="3012" y="866"/>
                  </a:lnTo>
                  <a:cubicBezTo>
                    <a:pt x="3012" y="602"/>
                    <a:pt x="2849" y="366"/>
                    <a:pt x="2608" y="270"/>
                  </a:cubicBezTo>
                  <a:lnTo>
                    <a:pt x="2127" y="77"/>
                  </a:lnTo>
                  <a:cubicBezTo>
                    <a:pt x="2002" y="24"/>
                    <a:pt x="1867" y="0"/>
                    <a:pt x="1727"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1"/>
            <p:cNvSpPr/>
            <p:nvPr/>
          </p:nvSpPr>
          <p:spPr>
            <a:xfrm>
              <a:off x="3597566" y="2224016"/>
              <a:ext cx="45085" cy="50776"/>
            </a:xfrm>
            <a:custGeom>
              <a:rect b="b" l="l" r="r" t="t"/>
              <a:pathLst>
                <a:path extrusionOk="0" h="1936" w="1719">
                  <a:moveTo>
                    <a:pt x="645" y="1"/>
                  </a:moveTo>
                  <a:cubicBezTo>
                    <a:pt x="289" y="1"/>
                    <a:pt x="1" y="290"/>
                    <a:pt x="1" y="646"/>
                  </a:cubicBezTo>
                  <a:lnTo>
                    <a:pt x="1" y="1079"/>
                  </a:lnTo>
                  <a:cubicBezTo>
                    <a:pt x="1" y="1550"/>
                    <a:pt x="381" y="1935"/>
                    <a:pt x="857" y="1935"/>
                  </a:cubicBezTo>
                  <a:cubicBezTo>
                    <a:pt x="1333" y="1935"/>
                    <a:pt x="1718" y="1550"/>
                    <a:pt x="1718" y="1079"/>
                  </a:cubicBezTo>
                  <a:lnTo>
                    <a:pt x="1718" y="646"/>
                  </a:lnTo>
                  <a:cubicBezTo>
                    <a:pt x="1718" y="290"/>
                    <a:pt x="1430" y="1"/>
                    <a:pt x="107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1"/>
            <p:cNvSpPr/>
            <p:nvPr/>
          </p:nvSpPr>
          <p:spPr>
            <a:xfrm>
              <a:off x="3642625" y="2298869"/>
              <a:ext cx="16943" cy="43800"/>
            </a:xfrm>
            <a:custGeom>
              <a:rect b="b" l="l" r="r" t="t"/>
              <a:pathLst>
                <a:path extrusionOk="0" h="1670" w="646">
                  <a:moveTo>
                    <a:pt x="515" y="0"/>
                  </a:moveTo>
                  <a:lnTo>
                    <a:pt x="169" y="260"/>
                  </a:lnTo>
                  <a:cubicBezTo>
                    <a:pt x="63" y="342"/>
                    <a:pt x="0" y="467"/>
                    <a:pt x="0" y="606"/>
                  </a:cubicBezTo>
                  <a:lnTo>
                    <a:pt x="0" y="1670"/>
                  </a:lnTo>
                  <a:lnTo>
                    <a:pt x="645" y="1670"/>
                  </a:lnTo>
                  <a:lnTo>
                    <a:pt x="645" y="380"/>
                  </a:lnTo>
                  <a:cubicBezTo>
                    <a:pt x="645" y="246"/>
                    <a:pt x="597" y="111"/>
                    <a:pt x="51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1"/>
            <p:cNvSpPr/>
            <p:nvPr/>
          </p:nvSpPr>
          <p:spPr>
            <a:xfrm>
              <a:off x="3699040" y="2224016"/>
              <a:ext cx="45190" cy="67798"/>
            </a:xfrm>
            <a:custGeom>
              <a:rect b="b" l="l" r="r" t="t"/>
              <a:pathLst>
                <a:path extrusionOk="0" h="2585" w="1723">
                  <a:moveTo>
                    <a:pt x="645" y="1"/>
                  </a:moveTo>
                  <a:cubicBezTo>
                    <a:pt x="289" y="1"/>
                    <a:pt x="0" y="290"/>
                    <a:pt x="0" y="646"/>
                  </a:cubicBezTo>
                  <a:lnTo>
                    <a:pt x="0" y="1358"/>
                  </a:lnTo>
                  <a:cubicBezTo>
                    <a:pt x="10" y="1569"/>
                    <a:pt x="87" y="1772"/>
                    <a:pt x="217" y="1940"/>
                  </a:cubicBezTo>
                  <a:cubicBezTo>
                    <a:pt x="352" y="2099"/>
                    <a:pt x="428" y="2306"/>
                    <a:pt x="428" y="2517"/>
                  </a:cubicBezTo>
                  <a:lnTo>
                    <a:pt x="428" y="2585"/>
                  </a:lnTo>
                  <a:lnTo>
                    <a:pt x="1290" y="2585"/>
                  </a:lnTo>
                  <a:lnTo>
                    <a:pt x="1290" y="2460"/>
                  </a:lnTo>
                  <a:cubicBezTo>
                    <a:pt x="1290" y="2286"/>
                    <a:pt x="1352" y="2118"/>
                    <a:pt x="1468" y="1983"/>
                  </a:cubicBezTo>
                  <a:lnTo>
                    <a:pt x="1545" y="1892"/>
                  </a:lnTo>
                  <a:cubicBezTo>
                    <a:pt x="1651" y="1752"/>
                    <a:pt x="1713" y="1589"/>
                    <a:pt x="1723" y="1415"/>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1"/>
            <p:cNvSpPr/>
            <p:nvPr/>
          </p:nvSpPr>
          <p:spPr>
            <a:xfrm>
              <a:off x="3682123" y="2286123"/>
              <a:ext cx="79023" cy="56546"/>
            </a:xfrm>
            <a:custGeom>
              <a:rect b="b" l="l" r="r" t="t"/>
              <a:pathLst>
                <a:path extrusionOk="0" h="2156" w="3013">
                  <a:moveTo>
                    <a:pt x="1285" y="0"/>
                  </a:moveTo>
                  <a:cubicBezTo>
                    <a:pt x="1150" y="0"/>
                    <a:pt x="1011" y="24"/>
                    <a:pt x="886" y="77"/>
                  </a:cubicBezTo>
                  <a:lnTo>
                    <a:pt x="409" y="270"/>
                  </a:lnTo>
                  <a:cubicBezTo>
                    <a:pt x="164" y="366"/>
                    <a:pt x="0" y="606"/>
                    <a:pt x="0" y="871"/>
                  </a:cubicBezTo>
                  <a:lnTo>
                    <a:pt x="0" y="2156"/>
                  </a:lnTo>
                  <a:lnTo>
                    <a:pt x="3013" y="2156"/>
                  </a:lnTo>
                  <a:lnTo>
                    <a:pt x="3013" y="866"/>
                  </a:lnTo>
                  <a:cubicBezTo>
                    <a:pt x="3013" y="602"/>
                    <a:pt x="2854" y="366"/>
                    <a:pt x="2608" y="270"/>
                  </a:cubicBezTo>
                  <a:lnTo>
                    <a:pt x="2132" y="77"/>
                  </a:lnTo>
                  <a:cubicBezTo>
                    <a:pt x="2002" y="24"/>
                    <a:pt x="1867" y="0"/>
                    <a:pt x="173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1"/>
            <p:cNvSpPr/>
            <p:nvPr/>
          </p:nvSpPr>
          <p:spPr>
            <a:xfrm>
              <a:off x="3699040" y="2223885"/>
              <a:ext cx="45190" cy="50908"/>
            </a:xfrm>
            <a:custGeom>
              <a:rect b="b" l="l" r="r" t="t"/>
              <a:pathLst>
                <a:path extrusionOk="0" h="1941" w="1723">
                  <a:moveTo>
                    <a:pt x="645" y="1"/>
                  </a:moveTo>
                  <a:cubicBezTo>
                    <a:pt x="289" y="1"/>
                    <a:pt x="0" y="295"/>
                    <a:pt x="0" y="651"/>
                  </a:cubicBezTo>
                  <a:lnTo>
                    <a:pt x="0" y="1079"/>
                  </a:lnTo>
                  <a:cubicBezTo>
                    <a:pt x="0" y="1555"/>
                    <a:pt x="385" y="1940"/>
                    <a:pt x="862" y="1940"/>
                  </a:cubicBezTo>
                  <a:cubicBezTo>
                    <a:pt x="1338" y="1940"/>
                    <a:pt x="1723" y="1555"/>
                    <a:pt x="1723" y="1084"/>
                  </a:cubicBezTo>
                  <a:lnTo>
                    <a:pt x="1723" y="651"/>
                  </a:lnTo>
                  <a:cubicBezTo>
                    <a:pt x="1723" y="295"/>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1"/>
            <p:cNvSpPr/>
            <p:nvPr/>
          </p:nvSpPr>
          <p:spPr>
            <a:xfrm>
              <a:off x="3699040" y="2224016"/>
              <a:ext cx="25388" cy="49885"/>
            </a:xfrm>
            <a:custGeom>
              <a:rect b="b" l="l" r="r" t="t"/>
              <a:pathLst>
                <a:path extrusionOk="0" h="1902" w="968">
                  <a:moveTo>
                    <a:pt x="645" y="1"/>
                  </a:moveTo>
                  <a:cubicBezTo>
                    <a:pt x="289" y="1"/>
                    <a:pt x="0" y="290"/>
                    <a:pt x="0" y="646"/>
                  </a:cubicBezTo>
                  <a:lnTo>
                    <a:pt x="0" y="1079"/>
                  </a:lnTo>
                  <a:cubicBezTo>
                    <a:pt x="0" y="1468"/>
                    <a:pt x="265" y="1805"/>
                    <a:pt x="645" y="1901"/>
                  </a:cubicBezTo>
                  <a:lnTo>
                    <a:pt x="645" y="646"/>
                  </a:lnTo>
                  <a:cubicBezTo>
                    <a:pt x="645" y="290"/>
                    <a:pt x="789" y="1"/>
                    <a:pt x="967"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1"/>
            <p:cNvSpPr/>
            <p:nvPr/>
          </p:nvSpPr>
          <p:spPr>
            <a:xfrm>
              <a:off x="3682123" y="2298869"/>
              <a:ext cx="16943" cy="43800"/>
            </a:xfrm>
            <a:custGeom>
              <a:rect b="b" l="l" r="r" t="t"/>
              <a:pathLst>
                <a:path extrusionOk="0" h="1670" w="646">
                  <a:moveTo>
                    <a:pt x="126" y="0"/>
                  </a:moveTo>
                  <a:cubicBezTo>
                    <a:pt x="44" y="111"/>
                    <a:pt x="0" y="246"/>
                    <a:pt x="0" y="380"/>
                  </a:cubicBezTo>
                  <a:lnTo>
                    <a:pt x="0" y="1670"/>
                  </a:lnTo>
                  <a:lnTo>
                    <a:pt x="645" y="1670"/>
                  </a:lnTo>
                  <a:lnTo>
                    <a:pt x="645" y="606"/>
                  </a:lnTo>
                  <a:cubicBezTo>
                    <a:pt x="645"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1"/>
            <p:cNvSpPr/>
            <p:nvPr/>
          </p:nvSpPr>
          <p:spPr>
            <a:xfrm>
              <a:off x="3744204" y="2298869"/>
              <a:ext cx="16943" cy="43800"/>
            </a:xfrm>
            <a:custGeom>
              <a:rect b="b" l="l" r="r" t="t"/>
              <a:pathLst>
                <a:path extrusionOk="0" h="1670" w="646">
                  <a:moveTo>
                    <a:pt x="521" y="0"/>
                  </a:moveTo>
                  <a:lnTo>
                    <a:pt x="174" y="260"/>
                  </a:lnTo>
                  <a:cubicBezTo>
                    <a:pt x="63" y="342"/>
                    <a:pt x="1" y="467"/>
                    <a:pt x="1" y="606"/>
                  </a:cubicBezTo>
                  <a:lnTo>
                    <a:pt x="1" y="1670"/>
                  </a:lnTo>
                  <a:lnTo>
                    <a:pt x="646" y="1670"/>
                  </a:lnTo>
                  <a:lnTo>
                    <a:pt x="646" y="380"/>
                  </a:lnTo>
                  <a:cubicBezTo>
                    <a:pt x="646" y="246"/>
                    <a:pt x="602" y="111"/>
                    <a:pt x="52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1"/>
            <p:cNvSpPr/>
            <p:nvPr/>
          </p:nvSpPr>
          <p:spPr>
            <a:xfrm>
              <a:off x="3800619" y="2224016"/>
              <a:ext cx="45216" cy="67798"/>
            </a:xfrm>
            <a:custGeom>
              <a:rect b="b" l="l" r="r" t="t"/>
              <a:pathLst>
                <a:path extrusionOk="0" h="2585" w="1724">
                  <a:moveTo>
                    <a:pt x="645" y="1"/>
                  </a:moveTo>
                  <a:cubicBezTo>
                    <a:pt x="289" y="1"/>
                    <a:pt x="1" y="290"/>
                    <a:pt x="1" y="646"/>
                  </a:cubicBezTo>
                  <a:lnTo>
                    <a:pt x="1" y="1358"/>
                  </a:lnTo>
                  <a:cubicBezTo>
                    <a:pt x="10" y="1569"/>
                    <a:pt x="87" y="1772"/>
                    <a:pt x="217" y="1940"/>
                  </a:cubicBezTo>
                  <a:cubicBezTo>
                    <a:pt x="357" y="2099"/>
                    <a:pt x="429" y="2306"/>
                    <a:pt x="429" y="2517"/>
                  </a:cubicBezTo>
                  <a:lnTo>
                    <a:pt x="429" y="2585"/>
                  </a:lnTo>
                  <a:lnTo>
                    <a:pt x="1290" y="2585"/>
                  </a:lnTo>
                  <a:lnTo>
                    <a:pt x="1290" y="2460"/>
                  </a:lnTo>
                  <a:cubicBezTo>
                    <a:pt x="1290" y="2286"/>
                    <a:pt x="1353" y="2118"/>
                    <a:pt x="1468" y="1983"/>
                  </a:cubicBezTo>
                  <a:lnTo>
                    <a:pt x="1545" y="1892"/>
                  </a:lnTo>
                  <a:cubicBezTo>
                    <a:pt x="1651" y="1752"/>
                    <a:pt x="1714"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1"/>
            <p:cNvSpPr/>
            <p:nvPr/>
          </p:nvSpPr>
          <p:spPr>
            <a:xfrm>
              <a:off x="3783702" y="2286123"/>
              <a:ext cx="79050" cy="56546"/>
            </a:xfrm>
            <a:custGeom>
              <a:rect b="b" l="l" r="r" t="t"/>
              <a:pathLst>
                <a:path extrusionOk="0" h="2156" w="3014">
                  <a:moveTo>
                    <a:pt x="1286" y="0"/>
                  </a:moveTo>
                  <a:cubicBezTo>
                    <a:pt x="1146" y="0"/>
                    <a:pt x="1011" y="24"/>
                    <a:pt x="886" y="77"/>
                  </a:cubicBezTo>
                  <a:lnTo>
                    <a:pt x="405" y="270"/>
                  </a:lnTo>
                  <a:cubicBezTo>
                    <a:pt x="160" y="366"/>
                    <a:pt x="1" y="606"/>
                    <a:pt x="1" y="871"/>
                  </a:cubicBezTo>
                  <a:lnTo>
                    <a:pt x="1" y="2156"/>
                  </a:lnTo>
                  <a:lnTo>
                    <a:pt x="3013" y="2156"/>
                  </a:lnTo>
                  <a:lnTo>
                    <a:pt x="3013" y="866"/>
                  </a:lnTo>
                  <a:cubicBezTo>
                    <a:pt x="3013" y="602"/>
                    <a:pt x="2854" y="366"/>
                    <a:pt x="2609" y="270"/>
                  </a:cubicBezTo>
                  <a:lnTo>
                    <a:pt x="2128" y="77"/>
                  </a:lnTo>
                  <a:cubicBezTo>
                    <a:pt x="2003" y="24"/>
                    <a:pt x="1868" y="0"/>
                    <a:pt x="1728"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1"/>
            <p:cNvSpPr/>
            <p:nvPr/>
          </p:nvSpPr>
          <p:spPr>
            <a:xfrm>
              <a:off x="3800619" y="2223885"/>
              <a:ext cx="45216" cy="50908"/>
            </a:xfrm>
            <a:custGeom>
              <a:rect b="b" l="l" r="r" t="t"/>
              <a:pathLst>
                <a:path extrusionOk="0" h="1941" w="1724">
                  <a:moveTo>
                    <a:pt x="645" y="1"/>
                  </a:moveTo>
                  <a:cubicBezTo>
                    <a:pt x="289" y="1"/>
                    <a:pt x="1" y="295"/>
                    <a:pt x="1" y="651"/>
                  </a:cubicBezTo>
                  <a:lnTo>
                    <a:pt x="1" y="1079"/>
                  </a:lnTo>
                  <a:cubicBezTo>
                    <a:pt x="1" y="1555"/>
                    <a:pt x="386" y="1940"/>
                    <a:pt x="862" y="1940"/>
                  </a:cubicBezTo>
                  <a:cubicBezTo>
                    <a:pt x="1338" y="1940"/>
                    <a:pt x="1723" y="1555"/>
                    <a:pt x="1723" y="1079"/>
                  </a:cubicBezTo>
                  <a:lnTo>
                    <a:pt x="1723" y="651"/>
                  </a:lnTo>
                  <a:cubicBezTo>
                    <a:pt x="1723" y="295"/>
                    <a:pt x="1435" y="1"/>
                    <a:pt x="1079"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1"/>
            <p:cNvSpPr/>
            <p:nvPr/>
          </p:nvSpPr>
          <p:spPr>
            <a:xfrm>
              <a:off x="3800619" y="2224016"/>
              <a:ext cx="25388" cy="49885"/>
            </a:xfrm>
            <a:custGeom>
              <a:rect b="b" l="l" r="r" t="t"/>
              <a:pathLst>
                <a:path extrusionOk="0" h="1902" w="968">
                  <a:moveTo>
                    <a:pt x="645" y="1"/>
                  </a:moveTo>
                  <a:cubicBezTo>
                    <a:pt x="289" y="1"/>
                    <a:pt x="1" y="290"/>
                    <a:pt x="1" y="646"/>
                  </a:cubicBezTo>
                  <a:lnTo>
                    <a:pt x="1" y="1079"/>
                  </a:lnTo>
                  <a:cubicBezTo>
                    <a:pt x="1" y="1468"/>
                    <a:pt x="265" y="1805"/>
                    <a:pt x="645" y="1901"/>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1"/>
            <p:cNvSpPr/>
            <p:nvPr/>
          </p:nvSpPr>
          <p:spPr>
            <a:xfrm>
              <a:off x="3783702" y="2298869"/>
              <a:ext cx="16943" cy="43800"/>
            </a:xfrm>
            <a:custGeom>
              <a:rect b="b" l="l" r="r" t="t"/>
              <a:pathLst>
                <a:path extrusionOk="0" h="1670" w="646">
                  <a:moveTo>
                    <a:pt x="126" y="0"/>
                  </a:moveTo>
                  <a:cubicBezTo>
                    <a:pt x="44" y="111"/>
                    <a:pt x="1" y="246"/>
                    <a:pt x="1" y="380"/>
                  </a:cubicBezTo>
                  <a:lnTo>
                    <a:pt x="1" y="1670"/>
                  </a:lnTo>
                  <a:lnTo>
                    <a:pt x="646" y="1670"/>
                  </a:lnTo>
                  <a:lnTo>
                    <a:pt x="646" y="606"/>
                  </a:lnTo>
                  <a:cubicBezTo>
                    <a:pt x="646"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1"/>
            <p:cNvSpPr/>
            <p:nvPr/>
          </p:nvSpPr>
          <p:spPr>
            <a:xfrm>
              <a:off x="3845809" y="2298869"/>
              <a:ext cx="16943" cy="43800"/>
            </a:xfrm>
            <a:custGeom>
              <a:rect b="b" l="l" r="r" t="t"/>
              <a:pathLst>
                <a:path extrusionOk="0" h="1670" w="646">
                  <a:moveTo>
                    <a:pt x="520" y="0"/>
                  </a:moveTo>
                  <a:lnTo>
                    <a:pt x="174" y="260"/>
                  </a:lnTo>
                  <a:cubicBezTo>
                    <a:pt x="63" y="342"/>
                    <a:pt x="0" y="467"/>
                    <a:pt x="0" y="606"/>
                  </a:cubicBezTo>
                  <a:lnTo>
                    <a:pt x="0" y="1670"/>
                  </a:lnTo>
                  <a:lnTo>
                    <a:pt x="645" y="1670"/>
                  </a:lnTo>
                  <a:lnTo>
                    <a:pt x="645" y="380"/>
                  </a:lnTo>
                  <a:cubicBezTo>
                    <a:pt x="645" y="246"/>
                    <a:pt x="602" y="111"/>
                    <a:pt x="52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1"/>
            <p:cNvSpPr/>
            <p:nvPr/>
          </p:nvSpPr>
          <p:spPr>
            <a:xfrm>
              <a:off x="3575220" y="2162303"/>
              <a:ext cx="292830" cy="185586"/>
            </a:xfrm>
            <a:custGeom>
              <a:rect b="b" l="l" r="r" t="t"/>
              <a:pathLst>
                <a:path extrusionOk="0" h="7076" w="11165">
                  <a:moveTo>
                    <a:pt x="3860" y="405"/>
                  </a:moveTo>
                  <a:cubicBezTo>
                    <a:pt x="4105" y="405"/>
                    <a:pt x="4303" y="602"/>
                    <a:pt x="4303" y="848"/>
                  </a:cubicBezTo>
                  <a:lnTo>
                    <a:pt x="4303" y="1396"/>
                  </a:lnTo>
                  <a:cubicBezTo>
                    <a:pt x="4303" y="1632"/>
                    <a:pt x="4178" y="1849"/>
                    <a:pt x="3971" y="1964"/>
                  </a:cubicBezTo>
                  <a:cubicBezTo>
                    <a:pt x="3913" y="1998"/>
                    <a:pt x="3874" y="2065"/>
                    <a:pt x="3874" y="2137"/>
                  </a:cubicBezTo>
                  <a:lnTo>
                    <a:pt x="3874" y="2363"/>
                  </a:lnTo>
                  <a:lnTo>
                    <a:pt x="3412" y="2363"/>
                  </a:lnTo>
                  <a:lnTo>
                    <a:pt x="3412" y="2132"/>
                  </a:lnTo>
                  <a:cubicBezTo>
                    <a:pt x="3412" y="2065"/>
                    <a:pt x="3374" y="1998"/>
                    <a:pt x="3316" y="1959"/>
                  </a:cubicBezTo>
                  <a:cubicBezTo>
                    <a:pt x="3109" y="1844"/>
                    <a:pt x="2984" y="1627"/>
                    <a:pt x="2984" y="1396"/>
                  </a:cubicBezTo>
                  <a:lnTo>
                    <a:pt x="2984" y="848"/>
                  </a:lnTo>
                  <a:cubicBezTo>
                    <a:pt x="2984" y="602"/>
                    <a:pt x="3181" y="405"/>
                    <a:pt x="3427" y="405"/>
                  </a:cubicBezTo>
                  <a:close/>
                  <a:moveTo>
                    <a:pt x="7733" y="405"/>
                  </a:moveTo>
                  <a:cubicBezTo>
                    <a:pt x="7979" y="405"/>
                    <a:pt x="8176" y="602"/>
                    <a:pt x="8176" y="848"/>
                  </a:cubicBezTo>
                  <a:lnTo>
                    <a:pt x="8176" y="1396"/>
                  </a:lnTo>
                  <a:cubicBezTo>
                    <a:pt x="8176" y="1632"/>
                    <a:pt x="8051" y="1849"/>
                    <a:pt x="7844" y="1964"/>
                  </a:cubicBezTo>
                  <a:cubicBezTo>
                    <a:pt x="7786" y="1998"/>
                    <a:pt x="7748" y="2065"/>
                    <a:pt x="7748" y="2137"/>
                  </a:cubicBezTo>
                  <a:lnTo>
                    <a:pt x="7748" y="2363"/>
                  </a:lnTo>
                  <a:lnTo>
                    <a:pt x="7286" y="2363"/>
                  </a:lnTo>
                  <a:lnTo>
                    <a:pt x="7286" y="2132"/>
                  </a:lnTo>
                  <a:cubicBezTo>
                    <a:pt x="7286" y="2065"/>
                    <a:pt x="7247" y="1998"/>
                    <a:pt x="7190" y="1959"/>
                  </a:cubicBezTo>
                  <a:cubicBezTo>
                    <a:pt x="6983" y="1844"/>
                    <a:pt x="6858" y="1627"/>
                    <a:pt x="6858" y="1396"/>
                  </a:cubicBezTo>
                  <a:lnTo>
                    <a:pt x="6858" y="848"/>
                  </a:lnTo>
                  <a:cubicBezTo>
                    <a:pt x="6858" y="602"/>
                    <a:pt x="7055" y="405"/>
                    <a:pt x="7300" y="405"/>
                  </a:cubicBezTo>
                  <a:close/>
                  <a:moveTo>
                    <a:pt x="1921" y="2556"/>
                  </a:moveTo>
                  <a:cubicBezTo>
                    <a:pt x="2166" y="2556"/>
                    <a:pt x="2368" y="2753"/>
                    <a:pt x="2368" y="3003"/>
                  </a:cubicBezTo>
                  <a:lnTo>
                    <a:pt x="2368" y="3547"/>
                  </a:lnTo>
                  <a:cubicBezTo>
                    <a:pt x="2368" y="3783"/>
                    <a:pt x="2243" y="3999"/>
                    <a:pt x="2036" y="4115"/>
                  </a:cubicBezTo>
                  <a:cubicBezTo>
                    <a:pt x="1974" y="4153"/>
                    <a:pt x="1935" y="4221"/>
                    <a:pt x="1935" y="4288"/>
                  </a:cubicBezTo>
                  <a:lnTo>
                    <a:pt x="1935" y="4519"/>
                  </a:lnTo>
                  <a:lnTo>
                    <a:pt x="1478" y="4519"/>
                  </a:lnTo>
                  <a:lnTo>
                    <a:pt x="1478" y="4288"/>
                  </a:lnTo>
                  <a:cubicBezTo>
                    <a:pt x="1478" y="4216"/>
                    <a:pt x="1440" y="4149"/>
                    <a:pt x="1377" y="4115"/>
                  </a:cubicBezTo>
                  <a:cubicBezTo>
                    <a:pt x="1175" y="3999"/>
                    <a:pt x="1050" y="3783"/>
                    <a:pt x="1050" y="3547"/>
                  </a:cubicBezTo>
                  <a:lnTo>
                    <a:pt x="1050" y="3003"/>
                  </a:lnTo>
                  <a:cubicBezTo>
                    <a:pt x="1050" y="2758"/>
                    <a:pt x="1247" y="2556"/>
                    <a:pt x="1493" y="2556"/>
                  </a:cubicBezTo>
                  <a:close/>
                  <a:moveTo>
                    <a:pt x="5794" y="2556"/>
                  </a:moveTo>
                  <a:cubicBezTo>
                    <a:pt x="6040" y="2556"/>
                    <a:pt x="6242" y="2753"/>
                    <a:pt x="6242" y="3003"/>
                  </a:cubicBezTo>
                  <a:lnTo>
                    <a:pt x="6242" y="3547"/>
                  </a:lnTo>
                  <a:cubicBezTo>
                    <a:pt x="6242" y="3783"/>
                    <a:pt x="6117" y="3999"/>
                    <a:pt x="5910" y="4115"/>
                  </a:cubicBezTo>
                  <a:cubicBezTo>
                    <a:pt x="5847" y="4153"/>
                    <a:pt x="5809" y="4221"/>
                    <a:pt x="5809" y="4288"/>
                  </a:cubicBezTo>
                  <a:lnTo>
                    <a:pt x="5809" y="4519"/>
                  </a:lnTo>
                  <a:lnTo>
                    <a:pt x="5352" y="4519"/>
                  </a:lnTo>
                  <a:lnTo>
                    <a:pt x="5352" y="4288"/>
                  </a:lnTo>
                  <a:cubicBezTo>
                    <a:pt x="5352" y="4216"/>
                    <a:pt x="5313" y="4149"/>
                    <a:pt x="5251" y="4115"/>
                  </a:cubicBezTo>
                  <a:cubicBezTo>
                    <a:pt x="5048" y="3999"/>
                    <a:pt x="4923" y="3783"/>
                    <a:pt x="4923" y="3547"/>
                  </a:cubicBezTo>
                  <a:lnTo>
                    <a:pt x="4923" y="3003"/>
                  </a:lnTo>
                  <a:cubicBezTo>
                    <a:pt x="4923" y="2758"/>
                    <a:pt x="5121" y="2556"/>
                    <a:pt x="5366" y="2556"/>
                  </a:cubicBezTo>
                  <a:close/>
                  <a:moveTo>
                    <a:pt x="9676" y="2561"/>
                  </a:moveTo>
                  <a:cubicBezTo>
                    <a:pt x="9918" y="2561"/>
                    <a:pt x="10115" y="2761"/>
                    <a:pt x="10115" y="3003"/>
                  </a:cubicBezTo>
                  <a:lnTo>
                    <a:pt x="10115" y="3552"/>
                  </a:lnTo>
                  <a:cubicBezTo>
                    <a:pt x="10115" y="3783"/>
                    <a:pt x="9990" y="3999"/>
                    <a:pt x="9783" y="4120"/>
                  </a:cubicBezTo>
                  <a:cubicBezTo>
                    <a:pt x="9721" y="4153"/>
                    <a:pt x="9682" y="4221"/>
                    <a:pt x="9682" y="4293"/>
                  </a:cubicBezTo>
                  <a:lnTo>
                    <a:pt x="9682" y="4519"/>
                  </a:lnTo>
                  <a:lnTo>
                    <a:pt x="9225" y="4519"/>
                  </a:lnTo>
                  <a:lnTo>
                    <a:pt x="9225" y="4288"/>
                  </a:lnTo>
                  <a:cubicBezTo>
                    <a:pt x="9225" y="4216"/>
                    <a:pt x="9187" y="4149"/>
                    <a:pt x="9124" y="4115"/>
                  </a:cubicBezTo>
                  <a:cubicBezTo>
                    <a:pt x="8922" y="3999"/>
                    <a:pt x="8797" y="3783"/>
                    <a:pt x="8797" y="3547"/>
                  </a:cubicBezTo>
                  <a:lnTo>
                    <a:pt x="8797" y="3003"/>
                  </a:lnTo>
                  <a:cubicBezTo>
                    <a:pt x="8797" y="2758"/>
                    <a:pt x="8994" y="2561"/>
                    <a:pt x="9239" y="2561"/>
                  </a:cubicBezTo>
                  <a:lnTo>
                    <a:pt x="9668" y="2561"/>
                  </a:lnTo>
                  <a:cubicBezTo>
                    <a:pt x="9671" y="2561"/>
                    <a:pt x="9673" y="2561"/>
                    <a:pt x="9676" y="2561"/>
                  </a:cubicBezTo>
                  <a:close/>
                  <a:moveTo>
                    <a:pt x="3869" y="1"/>
                  </a:moveTo>
                  <a:cubicBezTo>
                    <a:pt x="3866" y="1"/>
                    <a:pt x="3863" y="1"/>
                    <a:pt x="3860" y="1"/>
                  </a:cubicBezTo>
                  <a:lnTo>
                    <a:pt x="3427" y="1"/>
                  </a:lnTo>
                  <a:cubicBezTo>
                    <a:pt x="2960" y="6"/>
                    <a:pt x="2585" y="381"/>
                    <a:pt x="2585" y="848"/>
                  </a:cubicBezTo>
                  <a:lnTo>
                    <a:pt x="2585" y="1391"/>
                  </a:lnTo>
                  <a:cubicBezTo>
                    <a:pt x="2585" y="1728"/>
                    <a:pt x="2744" y="2046"/>
                    <a:pt x="3018" y="2243"/>
                  </a:cubicBezTo>
                  <a:lnTo>
                    <a:pt x="3018" y="2431"/>
                  </a:lnTo>
                  <a:lnTo>
                    <a:pt x="2657" y="2570"/>
                  </a:lnTo>
                  <a:cubicBezTo>
                    <a:pt x="2619" y="2508"/>
                    <a:pt x="2570" y="2450"/>
                    <a:pt x="2522" y="2402"/>
                  </a:cubicBezTo>
                  <a:cubicBezTo>
                    <a:pt x="2363" y="2243"/>
                    <a:pt x="2147" y="2152"/>
                    <a:pt x="1926" y="2152"/>
                  </a:cubicBezTo>
                  <a:lnTo>
                    <a:pt x="1488" y="2152"/>
                  </a:lnTo>
                  <a:cubicBezTo>
                    <a:pt x="1026" y="2157"/>
                    <a:pt x="651" y="2537"/>
                    <a:pt x="646" y="2999"/>
                  </a:cubicBezTo>
                  <a:lnTo>
                    <a:pt x="646" y="3547"/>
                  </a:lnTo>
                  <a:cubicBezTo>
                    <a:pt x="651" y="3884"/>
                    <a:pt x="809" y="4197"/>
                    <a:pt x="1079" y="4394"/>
                  </a:cubicBezTo>
                  <a:lnTo>
                    <a:pt x="1079" y="4582"/>
                  </a:lnTo>
                  <a:lnTo>
                    <a:pt x="535" y="4798"/>
                  </a:lnTo>
                  <a:cubicBezTo>
                    <a:pt x="213" y="4928"/>
                    <a:pt x="1" y="5241"/>
                    <a:pt x="6" y="5587"/>
                  </a:cubicBezTo>
                  <a:lnTo>
                    <a:pt x="6" y="6877"/>
                  </a:lnTo>
                  <a:cubicBezTo>
                    <a:pt x="6" y="7009"/>
                    <a:pt x="106" y="7075"/>
                    <a:pt x="206" y="7075"/>
                  </a:cubicBezTo>
                  <a:cubicBezTo>
                    <a:pt x="306" y="7075"/>
                    <a:pt x="408" y="7009"/>
                    <a:pt x="410" y="6877"/>
                  </a:cubicBezTo>
                  <a:lnTo>
                    <a:pt x="410" y="5587"/>
                  </a:lnTo>
                  <a:cubicBezTo>
                    <a:pt x="405" y="5404"/>
                    <a:pt x="516" y="5241"/>
                    <a:pt x="689" y="5173"/>
                  </a:cubicBezTo>
                  <a:lnTo>
                    <a:pt x="1319" y="4923"/>
                  </a:lnTo>
                  <a:lnTo>
                    <a:pt x="2104" y="4923"/>
                  </a:lnTo>
                  <a:lnTo>
                    <a:pt x="2739" y="5173"/>
                  </a:lnTo>
                  <a:cubicBezTo>
                    <a:pt x="2907" y="5241"/>
                    <a:pt x="3018" y="5404"/>
                    <a:pt x="3018" y="5587"/>
                  </a:cubicBezTo>
                  <a:lnTo>
                    <a:pt x="3018" y="6877"/>
                  </a:lnTo>
                  <a:cubicBezTo>
                    <a:pt x="3018" y="7009"/>
                    <a:pt x="3118" y="7075"/>
                    <a:pt x="3218" y="7075"/>
                  </a:cubicBezTo>
                  <a:cubicBezTo>
                    <a:pt x="3317" y="7075"/>
                    <a:pt x="3417" y="7009"/>
                    <a:pt x="3417" y="6877"/>
                  </a:cubicBezTo>
                  <a:lnTo>
                    <a:pt x="3417" y="5587"/>
                  </a:lnTo>
                  <a:cubicBezTo>
                    <a:pt x="3422" y="5241"/>
                    <a:pt x="3210" y="4928"/>
                    <a:pt x="2888" y="4803"/>
                  </a:cubicBezTo>
                  <a:lnTo>
                    <a:pt x="2344" y="4586"/>
                  </a:lnTo>
                  <a:lnTo>
                    <a:pt x="2344" y="4399"/>
                  </a:lnTo>
                  <a:cubicBezTo>
                    <a:pt x="2614" y="4197"/>
                    <a:pt x="2772" y="3884"/>
                    <a:pt x="2777" y="3547"/>
                  </a:cubicBezTo>
                  <a:lnTo>
                    <a:pt x="2777" y="3003"/>
                  </a:lnTo>
                  <a:lnTo>
                    <a:pt x="2777" y="2960"/>
                  </a:lnTo>
                  <a:lnTo>
                    <a:pt x="3258" y="2768"/>
                  </a:lnTo>
                  <a:lnTo>
                    <a:pt x="4038" y="2768"/>
                  </a:lnTo>
                  <a:lnTo>
                    <a:pt x="4519" y="2960"/>
                  </a:lnTo>
                  <a:lnTo>
                    <a:pt x="4519" y="3003"/>
                  </a:lnTo>
                  <a:lnTo>
                    <a:pt x="4519" y="3547"/>
                  </a:lnTo>
                  <a:cubicBezTo>
                    <a:pt x="4519" y="3884"/>
                    <a:pt x="4683" y="4197"/>
                    <a:pt x="4952" y="4399"/>
                  </a:cubicBezTo>
                  <a:lnTo>
                    <a:pt x="4952" y="4582"/>
                  </a:lnTo>
                  <a:lnTo>
                    <a:pt x="4408" y="4803"/>
                  </a:lnTo>
                  <a:cubicBezTo>
                    <a:pt x="4086" y="4928"/>
                    <a:pt x="3874" y="5241"/>
                    <a:pt x="3879" y="5587"/>
                  </a:cubicBezTo>
                  <a:lnTo>
                    <a:pt x="3879" y="6877"/>
                  </a:lnTo>
                  <a:cubicBezTo>
                    <a:pt x="3879" y="7009"/>
                    <a:pt x="3979" y="7075"/>
                    <a:pt x="4079" y="7075"/>
                  </a:cubicBezTo>
                  <a:cubicBezTo>
                    <a:pt x="4179" y="7075"/>
                    <a:pt x="4279" y="7009"/>
                    <a:pt x="4279" y="6877"/>
                  </a:cubicBezTo>
                  <a:lnTo>
                    <a:pt x="4279" y="5587"/>
                  </a:lnTo>
                  <a:cubicBezTo>
                    <a:pt x="4279" y="5404"/>
                    <a:pt x="4389" y="5241"/>
                    <a:pt x="4558" y="5173"/>
                  </a:cubicBezTo>
                  <a:lnTo>
                    <a:pt x="5193" y="4923"/>
                  </a:lnTo>
                  <a:lnTo>
                    <a:pt x="5977" y="4923"/>
                  </a:lnTo>
                  <a:lnTo>
                    <a:pt x="6607" y="5173"/>
                  </a:lnTo>
                  <a:cubicBezTo>
                    <a:pt x="6776" y="5241"/>
                    <a:pt x="6887" y="5404"/>
                    <a:pt x="6887" y="5587"/>
                  </a:cubicBezTo>
                  <a:lnTo>
                    <a:pt x="6887" y="6877"/>
                  </a:lnTo>
                  <a:cubicBezTo>
                    <a:pt x="6887" y="7009"/>
                    <a:pt x="6988" y="7075"/>
                    <a:pt x="7089" y="7075"/>
                  </a:cubicBezTo>
                  <a:cubicBezTo>
                    <a:pt x="7190" y="7075"/>
                    <a:pt x="7291" y="7009"/>
                    <a:pt x="7291" y="6877"/>
                  </a:cubicBezTo>
                  <a:lnTo>
                    <a:pt x="7291" y="5587"/>
                  </a:lnTo>
                  <a:cubicBezTo>
                    <a:pt x="7291" y="5241"/>
                    <a:pt x="7079" y="4928"/>
                    <a:pt x="6757" y="4803"/>
                  </a:cubicBezTo>
                  <a:lnTo>
                    <a:pt x="6218" y="4586"/>
                  </a:lnTo>
                  <a:lnTo>
                    <a:pt x="6218" y="4399"/>
                  </a:lnTo>
                  <a:cubicBezTo>
                    <a:pt x="6487" y="4197"/>
                    <a:pt x="6646" y="3884"/>
                    <a:pt x="6646" y="3547"/>
                  </a:cubicBezTo>
                  <a:lnTo>
                    <a:pt x="6646" y="3003"/>
                  </a:lnTo>
                  <a:lnTo>
                    <a:pt x="6646" y="2960"/>
                  </a:lnTo>
                  <a:lnTo>
                    <a:pt x="7127" y="2768"/>
                  </a:lnTo>
                  <a:lnTo>
                    <a:pt x="7911" y="2768"/>
                  </a:lnTo>
                  <a:lnTo>
                    <a:pt x="8393" y="2960"/>
                  </a:lnTo>
                  <a:lnTo>
                    <a:pt x="8393" y="3003"/>
                  </a:lnTo>
                  <a:lnTo>
                    <a:pt x="8393" y="3547"/>
                  </a:lnTo>
                  <a:cubicBezTo>
                    <a:pt x="8393" y="3884"/>
                    <a:pt x="8551" y="4197"/>
                    <a:pt x="8821" y="4399"/>
                  </a:cubicBezTo>
                  <a:lnTo>
                    <a:pt x="8821" y="4582"/>
                  </a:lnTo>
                  <a:lnTo>
                    <a:pt x="8282" y="4803"/>
                  </a:lnTo>
                  <a:cubicBezTo>
                    <a:pt x="7960" y="4928"/>
                    <a:pt x="7748" y="5241"/>
                    <a:pt x="7748" y="5587"/>
                  </a:cubicBezTo>
                  <a:lnTo>
                    <a:pt x="7748" y="6877"/>
                  </a:lnTo>
                  <a:cubicBezTo>
                    <a:pt x="7748" y="7009"/>
                    <a:pt x="7849" y="7075"/>
                    <a:pt x="7950" y="7075"/>
                  </a:cubicBezTo>
                  <a:cubicBezTo>
                    <a:pt x="8051" y="7075"/>
                    <a:pt x="8152" y="7009"/>
                    <a:pt x="8152" y="6877"/>
                  </a:cubicBezTo>
                  <a:lnTo>
                    <a:pt x="8152" y="5587"/>
                  </a:lnTo>
                  <a:cubicBezTo>
                    <a:pt x="8152" y="5404"/>
                    <a:pt x="8263" y="5241"/>
                    <a:pt x="8431" y="5173"/>
                  </a:cubicBezTo>
                  <a:lnTo>
                    <a:pt x="9066" y="4923"/>
                  </a:lnTo>
                  <a:lnTo>
                    <a:pt x="9846" y="4923"/>
                  </a:lnTo>
                  <a:lnTo>
                    <a:pt x="10481" y="5173"/>
                  </a:lnTo>
                  <a:cubicBezTo>
                    <a:pt x="10649" y="5241"/>
                    <a:pt x="10760" y="5404"/>
                    <a:pt x="10760" y="5587"/>
                  </a:cubicBezTo>
                  <a:lnTo>
                    <a:pt x="10760" y="6877"/>
                  </a:lnTo>
                  <a:cubicBezTo>
                    <a:pt x="10760" y="7009"/>
                    <a:pt x="10861" y="7075"/>
                    <a:pt x="10962" y="7075"/>
                  </a:cubicBezTo>
                  <a:cubicBezTo>
                    <a:pt x="11063" y="7075"/>
                    <a:pt x="11164" y="7009"/>
                    <a:pt x="11164" y="6877"/>
                  </a:cubicBezTo>
                  <a:lnTo>
                    <a:pt x="11164" y="5587"/>
                  </a:lnTo>
                  <a:cubicBezTo>
                    <a:pt x="11164" y="5241"/>
                    <a:pt x="10952" y="4928"/>
                    <a:pt x="10630" y="4803"/>
                  </a:cubicBezTo>
                  <a:lnTo>
                    <a:pt x="10091" y="4586"/>
                  </a:lnTo>
                  <a:lnTo>
                    <a:pt x="10091" y="4399"/>
                  </a:lnTo>
                  <a:cubicBezTo>
                    <a:pt x="10361" y="4197"/>
                    <a:pt x="10519" y="3884"/>
                    <a:pt x="10519" y="3547"/>
                  </a:cubicBezTo>
                  <a:lnTo>
                    <a:pt x="10519" y="3003"/>
                  </a:lnTo>
                  <a:cubicBezTo>
                    <a:pt x="10519" y="2532"/>
                    <a:pt x="10139" y="2157"/>
                    <a:pt x="9673" y="2157"/>
                  </a:cubicBezTo>
                  <a:lnTo>
                    <a:pt x="9239" y="2157"/>
                  </a:lnTo>
                  <a:cubicBezTo>
                    <a:pt x="8941" y="2157"/>
                    <a:pt x="8662" y="2315"/>
                    <a:pt x="8513" y="2575"/>
                  </a:cubicBezTo>
                  <a:lnTo>
                    <a:pt x="8152" y="2431"/>
                  </a:lnTo>
                  <a:lnTo>
                    <a:pt x="8152" y="2243"/>
                  </a:lnTo>
                  <a:cubicBezTo>
                    <a:pt x="8421" y="2046"/>
                    <a:pt x="8580" y="1728"/>
                    <a:pt x="8585" y="1396"/>
                  </a:cubicBezTo>
                  <a:lnTo>
                    <a:pt x="8585" y="848"/>
                  </a:lnTo>
                  <a:cubicBezTo>
                    <a:pt x="8585" y="381"/>
                    <a:pt x="8205" y="1"/>
                    <a:pt x="7738" y="1"/>
                  </a:cubicBezTo>
                  <a:lnTo>
                    <a:pt x="7300" y="1"/>
                  </a:lnTo>
                  <a:cubicBezTo>
                    <a:pt x="6838" y="6"/>
                    <a:pt x="6463" y="381"/>
                    <a:pt x="6458" y="848"/>
                  </a:cubicBezTo>
                  <a:lnTo>
                    <a:pt x="6458" y="1391"/>
                  </a:lnTo>
                  <a:cubicBezTo>
                    <a:pt x="6463" y="1728"/>
                    <a:pt x="6622" y="2041"/>
                    <a:pt x="6891" y="2243"/>
                  </a:cubicBezTo>
                  <a:lnTo>
                    <a:pt x="6891" y="2426"/>
                  </a:lnTo>
                  <a:lnTo>
                    <a:pt x="6530" y="2570"/>
                  </a:lnTo>
                  <a:cubicBezTo>
                    <a:pt x="6492" y="2508"/>
                    <a:pt x="6449" y="2450"/>
                    <a:pt x="6396" y="2397"/>
                  </a:cubicBezTo>
                  <a:cubicBezTo>
                    <a:pt x="6237" y="2243"/>
                    <a:pt x="6020" y="2152"/>
                    <a:pt x="5799" y="2152"/>
                  </a:cubicBezTo>
                  <a:lnTo>
                    <a:pt x="5366" y="2152"/>
                  </a:lnTo>
                  <a:cubicBezTo>
                    <a:pt x="5063" y="2157"/>
                    <a:pt x="4789" y="2315"/>
                    <a:pt x="4639" y="2575"/>
                  </a:cubicBezTo>
                  <a:lnTo>
                    <a:pt x="4279" y="2431"/>
                  </a:lnTo>
                  <a:lnTo>
                    <a:pt x="4279" y="2243"/>
                  </a:lnTo>
                  <a:cubicBezTo>
                    <a:pt x="4548" y="2046"/>
                    <a:pt x="4707" y="1728"/>
                    <a:pt x="4707" y="1396"/>
                  </a:cubicBezTo>
                  <a:lnTo>
                    <a:pt x="4707" y="848"/>
                  </a:lnTo>
                  <a:cubicBezTo>
                    <a:pt x="4707" y="379"/>
                    <a:pt x="4331" y="1"/>
                    <a:pt x="3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1"/>
            <p:cNvSpPr/>
            <p:nvPr/>
          </p:nvSpPr>
          <p:spPr>
            <a:xfrm>
              <a:off x="3658650" y="1987286"/>
              <a:ext cx="125840" cy="168643"/>
            </a:xfrm>
            <a:custGeom>
              <a:rect b="b" l="l" r="r" t="t"/>
              <a:pathLst>
                <a:path extrusionOk="0" h="6430" w="4798">
                  <a:moveTo>
                    <a:pt x="2613" y="404"/>
                  </a:moveTo>
                  <a:cubicBezTo>
                    <a:pt x="2859" y="404"/>
                    <a:pt x="3056" y="601"/>
                    <a:pt x="3056" y="847"/>
                  </a:cubicBezTo>
                  <a:lnTo>
                    <a:pt x="3056" y="1280"/>
                  </a:lnTo>
                  <a:cubicBezTo>
                    <a:pt x="3090" y="1665"/>
                    <a:pt x="2786" y="1992"/>
                    <a:pt x="2397" y="1992"/>
                  </a:cubicBezTo>
                  <a:cubicBezTo>
                    <a:pt x="2012" y="1992"/>
                    <a:pt x="1709" y="1665"/>
                    <a:pt x="1738" y="1280"/>
                  </a:cubicBezTo>
                  <a:lnTo>
                    <a:pt x="1738" y="847"/>
                  </a:lnTo>
                  <a:cubicBezTo>
                    <a:pt x="1738" y="601"/>
                    <a:pt x="1935" y="404"/>
                    <a:pt x="2185" y="404"/>
                  </a:cubicBezTo>
                  <a:close/>
                  <a:moveTo>
                    <a:pt x="2628" y="2314"/>
                  </a:moveTo>
                  <a:lnTo>
                    <a:pt x="2628" y="2435"/>
                  </a:lnTo>
                  <a:cubicBezTo>
                    <a:pt x="2628" y="2512"/>
                    <a:pt x="2647" y="2584"/>
                    <a:pt x="2685" y="2646"/>
                  </a:cubicBezTo>
                  <a:lnTo>
                    <a:pt x="2411" y="2921"/>
                  </a:lnTo>
                  <a:cubicBezTo>
                    <a:pt x="2406" y="2923"/>
                    <a:pt x="2403" y="2924"/>
                    <a:pt x="2400" y="2924"/>
                  </a:cubicBezTo>
                  <a:cubicBezTo>
                    <a:pt x="2397" y="2924"/>
                    <a:pt x="2394" y="2923"/>
                    <a:pt x="2392" y="2921"/>
                  </a:cubicBezTo>
                  <a:lnTo>
                    <a:pt x="2113" y="2646"/>
                  </a:lnTo>
                  <a:cubicBezTo>
                    <a:pt x="2151" y="2584"/>
                    <a:pt x="2171" y="2512"/>
                    <a:pt x="2171" y="2435"/>
                  </a:cubicBezTo>
                  <a:lnTo>
                    <a:pt x="2171" y="2314"/>
                  </a:lnTo>
                  <a:cubicBezTo>
                    <a:pt x="2248" y="2334"/>
                    <a:pt x="2325" y="2343"/>
                    <a:pt x="2402" y="2343"/>
                  </a:cubicBezTo>
                  <a:cubicBezTo>
                    <a:pt x="2479" y="2343"/>
                    <a:pt x="2556" y="2334"/>
                    <a:pt x="2628" y="2314"/>
                  </a:cubicBezTo>
                  <a:close/>
                  <a:moveTo>
                    <a:pt x="3013" y="2887"/>
                  </a:moveTo>
                  <a:lnTo>
                    <a:pt x="3364" y="3060"/>
                  </a:lnTo>
                  <a:cubicBezTo>
                    <a:pt x="3441" y="3099"/>
                    <a:pt x="3489" y="3181"/>
                    <a:pt x="3489" y="3267"/>
                  </a:cubicBezTo>
                  <a:lnTo>
                    <a:pt x="3489" y="3662"/>
                  </a:lnTo>
                  <a:lnTo>
                    <a:pt x="1309" y="3662"/>
                  </a:lnTo>
                  <a:lnTo>
                    <a:pt x="1309" y="3267"/>
                  </a:lnTo>
                  <a:cubicBezTo>
                    <a:pt x="1309" y="3181"/>
                    <a:pt x="1357" y="3099"/>
                    <a:pt x="1434" y="3060"/>
                  </a:cubicBezTo>
                  <a:lnTo>
                    <a:pt x="1786" y="2887"/>
                  </a:lnTo>
                  <a:lnTo>
                    <a:pt x="2103" y="3205"/>
                  </a:lnTo>
                  <a:cubicBezTo>
                    <a:pt x="2185" y="3286"/>
                    <a:pt x="2292" y="3327"/>
                    <a:pt x="2399" y="3327"/>
                  </a:cubicBezTo>
                  <a:cubicBezTo>
                    <a:pt x="2506" y="3327"/>
                    <a:pt x="2613" y="3286"/>
                    <a:pt x="2695" y="3205"/>
                  </a:cubicBezTo>
                  <a:lnTo>
                    <a:pt x="3013" y="2887"/>
                  </a:lnTo>
                  <a:close/>
                  <a:moveTo>
                    <a:pt x="4225" y="4061"/>
                  </a:moveTo>
                  <a:lnTo>
                    <a:pt x="3994" y="4523"/>
                  </a:lnTo>
                  <a:lnTo>
                    <a:pt x="804" y="4523"/>
                  </a:lnTo>
                  <a:lnTo>
                    <a:pt x="573" y="4061"/>
                  </a:lnTo>
                  <a:close/>
                  <a:moveTo>
                    <a:pt x="2180" y="0"/>
                  </a:moveTo>
                  <a:cubicBezTo>
                    <a:pt x="1713" y="5"/>
                    <a:pt x="1338" y="385"/>
                    <a:pt x="1338" y="847"/>
                  </a:cubicBezTo>
                  <a:lnTo>
                    <a:pt x="1338" y="1280"/>
                  </a:lnTo>
                  <a:cubicBezTo>
                    <a:pt x="1338" y="1612"/>
                    <a:pt x="1497" y="1930"/>
                    <a:pt x="1771" y="2132"/>
                  </a:cubicBezTo>
                  <a:lnTo>
                    <a:pt x="1771" y="2136"/>
                  </a:lnTo>
                  <a:lnTo>
                    <a:pt x="1771" y="2435"/>
                  </a:lnTo>
                  <a:cubicBezTo>
                    <a:pt x="1771" y="2440"/>
                    <a:pt x="1766" y="2444"/>
                    <a:pt x="1762" y="2449"/>
                  </a:cubicBezTo>
                  <a:lnTo>
                    <a:pt x="1256" y="2699"/>
                  </a:lnTo>
                  <a:cubicBezTo>
                    <a:pt x="1045" y="2805"/>
                    <a:pt x="905" y="3027"/>
                    <a:pt x="910" y="3267"/>
                  </a:cubicBezTo>
                  <a:lnTo>
                    <a:pt x="910" y="3657"/>
                  </a:lnTo>
                  <a:lnTo>
                    <a:pt x="246" y="3657"/>
                  </a:lnTo>
                  <a:cubicBezTo>
                    <a:pt x="97" y="3657"/>
                    <a:pt x="0" y="3816"/>
                    <a:pt x="68" y="3950"/>
                  </a:cubicBezTo>
                  <a:lnTo>
                    <a:pt x="496" y="4812"/>
                  </a:lnTo>
                  <a:cubicBezTo>
                    <a:pt x="530" y="4879"/>
                    <a:pt x="602" y="4922"/>
                    <a:pt x="679" y="4922"/>
                  </a:cubicBezTo>
                  <a:lnTo>
                    <a:pt x="905" y="4922"/>
                  </a:lnTo>
                  <a:lnTo>
                    <a:pt x="905" y="6231"/>
                  </a:lnTo>
                  <a:cubicBezTo>
                    <a:pt x="905" y="6364"/>
                    <a:pt x="1006" y="6430"/>
                    <a:pt x="1107" y="6430"/>
                  </a:cubicBezTo>
                  <a:cubicBezTo>
                    <a:pt x="1208" y="6430"/>
                    <a:pt x="1309" y="6364"/>
                    <a:pt x="1309" y="6231"/>
                  </a:cubicBezTo>
                  <a:lnTo>
                    <a:pt x="1309" y="4922"/>
                  </a:lnTo>
                  <a:lnTo>
                    <a:pt x="3489" y="4922"/>
                  </a:lnTo>
                  <a:lnTo>
                    <a:pt x="3489" y="6231"/>
                  </a:lnTo>
                  <a:cubicBezTo>
                    <a:pt x="3489" y="6364"/>
                    <a:pt x="3590" y="6430"/>
                    <a:pt x="3691" y="6430"/>
                  </a:cubicBezTo>
                  <a:cubicBezTo>
                    <a:pt x="3792" y="6430"/>
                    <a:pt x="3893" y="6364"/>
                    <a:pt x="3893" y="6231"/>
                  </a:cubicBezTo>
                  <a:lnTo>
                    <a:pt x="3893" y="4922"/>
                  </a:lnTo>
                  <a:lnTo>
                    <a:pt x="4119" y="4922"/>
                  </a:lnTo>
                  <a:cubicBezTo>
                    <a:pt x="4196" y="4922"/>
                    <a:pt x="4269" y="4879"/>
                    <a:pt x="4302" y="4812"/>
                  </a:cubicBezTo>
                  <a:lnTo>
                    <a:pt x="4730" y="3950"/>
                  </a:lnTo>
                  <a:cubicBezTo>
                    <a:pt x="4798" y="3816"/>
                    <a:pt x="4702" y="3662"/>
                    <a:pt x="4552" y="3662"/>
                  </a:cubicBezTo>
                  <a:lnTo>
                    <a:pt x="3888" y="3662"/>
                  </a:lnTo>
                  <a:lnTo>
                    <a:pt x="3888" y="3267"/>
                  </a:lnTo>
                  <a:cubicBezTo>
                    <a:pt x="3888" y="3027"/>
                    <a:pt x="3754" y="2810"/>
                    <a:pt x="3542" y="2704"/>
                  </a:cubicBezTo>
                  <a:lnTo>
                    <a:pt x="3037" y="2449"/>
                  </a:lnTo>
                  <a:cubicBezTo>
                    <a:pt x="3032" y="2449"/>
                    <a:pt x="3027" y="2444"/>
                    <a:pt x="3027" y="2440"/>
                  </a:cubicBezTo>
                  <a:lnTo>
                    <a:pt x="3027" y="2141"/>
                  </a:lnTo>
                  <a:lnTo>
                    <a:pt x="3027" y="2132"/>
                  </a:lnTo>
                  <a:cubicBezTo>
                    <a:pt x="3301" y="1934"/>
                    <a:pt x="3460" y="1617"/>
                    <a:pt x="3460" y="1280"/>
                  </a:cubicBezTo>
                  <a:lnTo>
                    <a:pt x="3460" y="847"/>
                  </a:lnTo>
                  <a:cubicBezTo>
                    <a:pt x="3460" y="380"/>
                    <a:pt x="3080" y="5"/>
                    <a:pt x="2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1"/>
            <p:cNvSpPr/>
            <p:nvPr/>
          </p:nvSpPr>
          <p:spPr>
            <a:xfrm>
              <a:off x="3703315" y="2128495"/>
              <a:ext cx="36640" cy="10491"/>
            </a:xfrm>
            <a:custGeom>
              <a:rect b="b" l="l" r="r" t="t"/>
              <a:pathLst>
                <a:path extrusionOk="0" h="400" w="1397">
                  <a:moveTo>
                    <a:pt x="265" y="0"/>
                  </a:moveTo>
                  <a:cubicBezTo>
                    <a:pt x="1" y="0"/>
                    <a:pt x="1" y="400"/>
                    <a:pt x="265" y="400"/>
                  </a:cubicBezTo>
                  <a:lnTo>
                    <a:pt x="1127" y="400"/>
                  </a:lnTo>
                  <a:cubicBezTo>
                    <a:pt x="1396" y="400"/>
                    <a:pt x="1396" y="0"/>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3" name="Google Shape;10433;p81"/>
          <p:cNvGrpSpPr/>
          <p:nvPr/>
        </p:nvGrpSpPr>
        <p:grpSpPr>
          <a:xfrm>
            <a:off x="2224399" y="1510182"/>
            <a:ext cx="328237" cy="348904"/>
            <a:chOff x="2224399" y="1510182"/>
            <a:chExt cx="328237" cy="348904"/>
          </a:xfrm>
        </p:grpSpPr>
        <p:sp>
          <p:nvSpPr>
            <p:cNvPr id="10434" name="Google Shape;10434;p81"/>
            <p:cNvSpPr/>
            <p:nvPr/>
          </p:nvSpPr>
          <p:spPr>
            <a:xfrm>
              <a:off x="2386800" y="1515218"/>
              <a:ext cx="165836" cy="142835"/>
            </a:xfrm>
            <a:custGeom>
              <a:rect b="b" l="l" r="r" t="t"/>
              <a:pathLst>
                <a:path extrusionOk="0" h="5446" w="6323">
                  <a:moveTo>
                    <a:pt x="3187" y="1"/>
                  </a:moveTo>
                  <a:cubicBezTo>
                    <a:pt x="3152" y="1"/>
                    <a:pt x="3116" y="2"/>
                    <a:pt x="3080" y="3"/>
                  </a:cubicBezTo>
                  <a:cubicBezTo>
                    <a:pt x="1069" y="85"/>
                    <a:pt x="1" y="2414"/>
                    <a:pt x="1252" y="3992"/>
                  </a:cubicBezTo>
                  <a:lnTo>
                    <a:pt x="1184" y="5445"/>
                  </a:lnTo>
                  <a:lnTo>
                    <a:pt x="2503" y="4829"/>
                  </a:lnTo>
                  <a:cubicBezTo>
                    <a:pt x="2727" y="4893"/>
                    <a:pt x="2954" y="4924"/>
                    <a:pt x="3179" y="4924"/>
                  </a:cubicBezTo>
                  <a:cubicBezTo>
                    <a:pt x="3986" y="4924"/>
                    <a:pt x="4759" y="4525"/>
                    <a:pt x="5226" y="3828"/>
                  </a:cubicBezTo>
                  <a:cubicBezTo>
                    <a:pt x="6323" y="2189"/>
                    <a:pt x="5135" y="1"/>
                    <a:pt x="318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1"/>
            <p:cNvSpPr/>
            <p:nvPr/>
          </p:nvSpPr>
          <p:spPr>
            <a:xfrm>
              <a:off x="2426692" y="1546323"/>
              <a:ext cx="79286" cy="67798"/>
            </a:xfrm>
            <a:custGeom>
              <a:rect b="b" l="l" r="r" t="t"/>
              <a:pathLst>
                <a:path extrusionOk="0" h="2585" w="3023">
                  <a:moveTo>
                    <a:pt x="1728" y="1"/>
                  </a:moveTo>
                  <a:cubicBezTo>
                    <a:pt x="578" y="1"/>
                    <a:pt x="0" y="1391"/>
                    <a:pt x="813" y="2205"/>
                  </a:cubicBezTo>
                  <a:cubicBezTo>
                    <a:pt x="1076" y="2467"/>
                    <a:pt x="1400" y="2585"/>
                    <a:pt x="1717" y="2585"/>
                  </a:cubicBezTo>
                  <a:cubicBezTo>
                    <a:pt x="2383" y="2585"/>
                    <a:pt x="3022" y="2069"/>
                    <a:pt x="3022" y="1290"/>
                  </a:cubicBezTo>
                  <a:lnTo>
                    <a:pt x="1733" y="1290"/>
                  </a:lnTo>
                  <a:lnTo>
                    <a:pt x="1728" y="1"/>
                  </a:lnTo>
                  <a:close/>
                </a:path>
              </a:pathLst>
            </a:custGeom>
            <a:solidFill>
              <a:srgbClr val="D4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1"/>
            <p:cNvSpPr/>
            <p:nvPr/>
          </p:nvSpPr>
          <p:spPr>
            <a:xfrm>
              <a:off x="2248502" y="1561483"/>
              <a:ext cx="273999" cy="273999"/>
            </a:xfrm>
            <a:custGeom>
              <a:rect b="b" l="l" r="r" t="t"/>
              <a:pathLst>
                <a:path extrusionOk="0" h="10447" w="10447">
                  <a:moveTo>
                    <a:pt x="3383" y="0"/>
                  </a:moveTo>
                  <a:lnTo>
                    <a:pt x="0" y="3383"/>
                  </a:lnTo>
                  <a:lnTo>
                    <a:pt x="1694" y="5077"/>
                  </a:lnTo>
                  <a:cubicBezTo>
                    <a:pt x="2156" y="5536"/>
                    <a:pt x="2770" y="5776"/>
                    <a:pt x="3388" y="5776"/>
                  </a:cubicBezTo>
                  <a:cubicBezTo>
                    <a:pt x="3812" y="5776"/>
                    <a:pt x="4238" y="5663"/>
                    <a:pt x="4619" y="5433"/>
                  </a:cubicBezTo>
                  <a:lnTo>
                    <a:pt x="5014" y="5827"/>
                  </a:lnTo>
                  <a:cubicBezTo>
                    <a:pt x="4446" y="6770"/>
                    <a:pt x="4595" y="7978"/>
                    <a:pt x="5370" y="8758"/>
                  </a:cubicBezTo>
                  <a:lnTo>
                    <a:pt x="7064" y="10447"/>
                  </a:lnTo>
                  <a:lnTo>
                    <a:pt x="10446" y="7064"/>
                  </a:lnTo>
                  <a:lnTo>
                    <a:pt x="8757" y="5375"/>
                  </a:lnTo>
                  <a:cubicBezTo>
                    <a:pt x="8296" y="4913"/>
                    <a:pt x="7684" y="4674"/>
                    <a:pt x="7065" y="4674"/>
                  </a:cubicBezTo>
                  <a:cubicBezTo>
                    <a:pt x="6640" y="4674"/>
                    <a:pt x="6212" y="4787"/>
                    <a:pt x="5827" y="5019"/>
                  </a:cubicBezTo>
                  <a:lnTo>
                    <a:pt x="5433" y="4624"/>
                  </a:lnTo>
                  <a:cubicBezTo>
                    <a:pt x="6000" y="3681"/>
                    <a:pt x="5856" y="2473"/>
                    <a:pt x="5076" y="1694"/>
                  </a:cubicBezTo>
                  <a:lnTo>
                    <a:pt x="338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1"/>
            <p:cNvSpPr/>
            <p:nvPr/>
          </p:nvSpPr>
          <p:spPr>
            <a:xfrm>
              <a:off x="2323958" y="1561483"/>
              <a:ext cx="198673" cy="198647"/>
            </a:xfrm>
            <a:custGeom>
              <a:rect b="b" l="l" r="r" t="t"/>
              <a:pathLst>
                <a:path extrusionOk="0" h="7574" w="7575">
                  <a:moveTo>
                    <a:pt x="506" y="0"/>
                  </a:moveTo>
                  <a:lnTo>
                    <a:pt x="1" y="510"/>
                  </a:lnTo>
                  <a:lnTo>
                    <a:pt x="1689" y="2199"/>
                  </a:lnTo>
                  <a:cubicBezTo>
                    <a:pt x="2402" y="2911"/>
                    <a:pt x="2594" y="3989"/>
                    <a:pt x="2171" y="4899"/>
                  </a:cubicBezTo>
                  <a:cubicBezTo>
                    <a:pt x="2103" y="5043"/>
                    <a:pt x="2137" y="5216"/>
                    <a:pt x="2248" y="5327"/>
                  </a:cubicBezTo>
                  <a:cubicBezTo>
                    <a:pt x="2320" y="5399"/>
                    <a:pt x="2418" y="5436"/>
                    <a:pt x="2518" y="5436"/>
                  </a:cubicBezTo>
                  <a:cubicBezTo>
                    <a:pt x="2572" y="5436"/>
                    <a:pt x="2626" y="5426"/>
                    <a:pt x="2676" y="5404"/>
                  </a:cubicBezTo>
                  <a:cubicBezTo>
                    <a:pt x="2997" y="5254"/>
                    <a:pt x="3340" y="5181"/>
                    <a:pt x="3680" y="5181"/>
                  </a:cubicBezTo>
                  <a:cubicBezTo>
                    <a:pt x="4302" y="5181"/>
                    <a:pt x="4915" y="5425"/>
                    <a:pt x="5375" y="5885"/>
                  </a:cubicBezTo>
                  <a:lnTo>
                    <a:pt x="7064" y="7574"/>
                  </a:lnTo>
                  <a:lnTo>
                    <a:pt x="7574" y="7069"/>
                  </a:lnTo>
                  <a:lnTo>
                    <a:pt x="5880" y="5375"/>
                  </a:lnTo>
                  <a:cubicBezTo>
                    <a:pt x="5419" y="4913"/>
                    <a:pt x="4807" y="4674"/>
                    <a:pt x="4189" y="4674"/>
                  </a:cubicBezTo>
                  <a:cubicBezTo>
                    <a:pt x="3765" y="4674"/>
                    <a:pt x="3337" y="4787"/>
                    <a:pt x="2955" y="5019"/>
                  </a:cubicBezTo>
                  <a:lnTo>
                    <a:pt x="2560" y="4624"/>
                  </a:lnTo>
                  <a:cubicBezTo>
                    <a:pt x="3128" y="3681"/>
                    <a:pt x="2979" y="2473"/>
                    <a:pt x="2199" y="1694"/>
                  </a:cubicBezTo>
                  <a:lnTo>
                    <a:pt x="506" y="0"/>
                  </a:lnTo>
                  <a:close/>
                </a:path>
              </a:pathLst>
            </a:custGeom>
            <a:solidFill>
              <a:srgbClr val="E1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1"/>
            <p:cNvSpPr/>
            <p:nvPr/>
          </p:nvSpPr>
          <p:spPr>
            <a:xfrm>
              <a:off x="2230064" y="1543045"/>
              <a:ext cx="125603" cy="125603"/>
            </a:xfrm>
            <a:custGeom>
              <a:rect b="b" l="l" r="r" t="t"/>
              <a:pathLst>
                <a:path extrusionOk="0" h="4789" w="4789">
                  <a:moveTo>
                    <a:pt x="4095" y="1"/>
                  </a:moveTo>
                  <a:lnTo>
                    <a:pt x="1" y="4096"/>
                  </a:lnTo>
                  <a:lnTo>
                    <a:pt x="693" y="4788"/>
                  </a:lnTo>
                  <a:lnTo>
                    <a:pt x="4788" y="694"/>
                  </a:lnTo>
                  <a:lnTo>
                    <a:pt x="4095"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1"/>
            <p:cNvSpPr/>
            <p:nvPr/>
          </p:nvSpPr>
          <p:spPr>
            <a:xfrm>
              <a:off x="2239270" y="1552251"/>
              <a:ext cx="116398" cy="116398"/>
            </a:xfrm>
            <a:custGeom>
              <a:rect b="b" l="l" r="r" t="t"/>
              <a:pathLst>
                <a:path extrusionOk="0" h="4438" w="4438">
                  <a:moveTo>
                    <a:pt x="4096" y="1"/>
                  </a:moveTo>
                  <a:lnTo>
                    <a:pt x="1" y="4096"/>
                  </a:lnTo>
                  <a:lnTo>
                    <a:pt x="342" y="4437"/>
                  </a:lnTo>
                  <a:lnTo>
                    <a:pt x="4437" y="343"/>
                  </a:lnTo>
                  <a:lnTo>
                    <a:pt x="4096"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1"/>
            <p:cNvSpPr/>
            <p:nvPr/>
          </p:nvSpPr>
          <p:spPr>
            <a:xfrm>
              <a:off x="2415335" y="1728316"/>
              <a:ext cx="125577" cy="125603"/>
            </a:xfrm>
            <a:custGeom>
              <a:rect b="b" l="l" r="r" t="t"/>
              <a:pathLst>
                <a:path extrusionOk="0" h="4789" w="4788">
                  <a:moveTo>
                    <a:pt x="4095" y="0"/>
                  </a:moveTo>
                  <a:lnTo>
                    <a:pt x="0" y="4095"/>
                  </a:lnTo>
                  <a:lnTo>
                    <a:pt x="698" y="4788"/>
                  </a:lnTo>
                  <a:lnTo>
                    <a:pt x="4788" y="698"/>
                  </a:lnTo>
                  <a:lnTo>
                    <a:pt x="4095"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1"/>
            <p:cNvSpPr/>
            <p:nvPr/>
          </p:nvSpPr>
          <p:spPr>
            <a:xfrm>
              <a:off x="2424541" y="1737522"/>
              <a:ext cx="116503" cy="116398"/>
            </a:xfrm>
            <a:custGeom>
              <a:rect b="b" l="l" r="r" t="t"/>
              <a:pathLst>
                <a:path extrusionOk="0" h="4438" w="4442">
                  <a:moveTo>
                    <a:pt x="4095" y="1"/>
                  </a:moveTo>
                  <a:lnTo>
                    <a:pt x="0" y="4091"/>
                  </a:lnTo>
                  <a:lnTo>
                    <a:pt x="347" y="4437"/>
                  </a:lnTo>
                  <a:lnTo>
                    <a:pt x="4442" y="347"/>
                  </a:lnTo>
                  <a:lnTo>
                    <a:pt x="4095"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1"/>
            <p:cNvSpPr/>
            <p:nvPr/>
          </p:nvSpPr>
          <p:spPr>
            <a:xfrm>
              <a:off x="2289128" y="1668622"/>
              <a:ext cx="89751" cy="30057"/>
            </a:xfrm>
            <a:custGeom>
              <a:rect b="b" l="l" r="r" t="t"/>
              <a:pathLst>
                <a:path extrusionOk="0" h="1146" w="3422">
                  <a:moveTo>
                    <a:pt x="0" y="0"/>
                  </a:moveTo>
                  <a:cubicBezTo>
                    <a:pt x="0" y="0"/>
                    <a:pt x="409" y="501"/>
                    <a:pt x="424" y="515"/>
                  </a:cubicBezTo>
                  <a:cubicBezTo>
                    <a:pt x="784" y="938"/>
                    <a:pt x="1245" y="1145"/>
                    <a:pt x="1708" y="1145"/>
                  </a:cubicBezTo>
                  <a:cubicBezTo>
                    <a:pt x="2204" y="1145"/>
                    <a:pt x="2702" y="906"/>
                    <a:pt x="3075" y="438"/>
                  </a:cubicBezTo>
                  <a:lnTo>
                    <a:pt x="3422"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1"/>
            <p:cNvSpPr/>
            <p:nvPr/>
          </p:nvSpPr>
          <p:spPr>
            <a:xfrm>
              <a:off x="2386039" y="1752419"/>
              <a:ext cx="90905" cy="50750"/>
            </a:xfrm>
            <a:custGeom>
              <a:rect b="b" l="l" r="r" t="t"/>
              <a:pathLst>
                <a:path extrusionOk="0" h="1935" w="3466">
                  <a:moveTo>
                    <a:pt x="1" y="0"/>
                  </a:moveTo>
                  <a:cubicBezTo>
                    <a:pt x="1" y="371"/>
                    <a:pt x="246" y="640"/>
                    <a:pt x="290" y="684"/>
                  </a:cubicBezTo>
                  <a:lnTo>
                    <a:pt x="1536" y="1935"/>
                  </a:lnTo>
                  <a:lnTo>
                    <a:pt x="3465" y="5"/>
                  </a:lnTo>
                  <a:lnTo>
                    <a:pt x="1"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1"/>
            <p:cNvSpPr/>
            <p:nvPr/>
          </p:nvSpPr>
          <p:spPr>
            <a:xfrm>
              <a:off x="2387560" y="1510182"/>
              <a:ext cx="152198" cy="152906"/>
            </a:xfrm>
            <a:custGeom>
              <a:rect b="b" l="l" r="r" t="t"/>
              <a:pathLst>
                <a:path extrusionOk="0" h="5830" w="5803">
                  <a:moveTo>
                    <a:pt x="3149" y="0"/>
                  </a:moveTo>
                  <a:cubicBezTo>
                    <a:pt x="2796" y="0"/>
                    <a:pt x="2434" y="72"/>
                    <a:pt x="2084" y="224"/>
                  </a:cubicBezTo>
                  <a:cubicBezTo>
                    <a:pt x="520" y="912"/>
                    <a:pt x="1" y="2875"/>
                    <a:pt x="1026" y="4247"/>
                  </a:cubicBezTo>
                  <a:lnTo>
                    <a:pt x="963" y="5628"/>
                  </a:lnTo>
                  <a:cubicBezTo>
                    <a:pt x="959" y="5742"/>
                    <a:pt x="1052" y="5829"/>
                    <a:pt x="1158" y="5829"/>
                  </a:cubicBezTo>
                  <a:cubicBezTo>
                    <a:pt x="1186" y="5829"/>
                    <a:pt x="1214" y="5823"/>
                    <a:pt x="1242" y="5810"/>
                  </a:cubicBezTo>
                  <a:lnTo>
                    <a:pt x="2493" y="5228"/>
                  </a:lnTo>
                  <a:cubicBezTo>
                    <a:pt x="2715" y="5285"/>
                    <a:pt x="2937" y="5312"/>
                    <a:pt x="3154" y="5312"/>
                  </a:cubicBezTo>
                  <a:cubicBezTo>
                    <a:pt x="4452" y="5312"/>
                    <a:pt x="5607" y="4351"/>
                    <a:pt x="5784" y="2996"/>
                  </a:cubicBezTo>
                  <a:cubicBezTo>
                    <a:pt x="5803" y="2856"/>
                    <a:pt x="5695" y="2777"/>
                    <a:pt x="5589" y="2777"/>
                  </a:cubicBezTo>
                  <a:cubicBezTo>
                    <a:pt x="5501" y="2777"/>
                    <a:pt x="5415" y="2830"/>
                    <a:pt x="5399" y="2947"/>
                  </a:cubicBezTo>
                  <a:cubicBezTo>
                    <a:pt x="5245" y="4107"/>
                    <a:pt x="4257" y="4922"/>
                    <a:pt x="3153" y="4922"/>
                  </a:cubicBezTo>
                  <a:cubicBezTo>
                    <a:pt x="2947" y="4922"/>
                    <a:pt x="2736" y="4893"/>
                    <a:pt x="2527" y="4834"/>
                  </a:cubicBezTo>
                  <a:cubicBezTo>
                    <a:pt x="2510" y="4828"/>
                    <a:pt x="2492" y="4825"/>
                    <a:pt x="2474" y="4825"/>
                  </a:cubicBezTo>
                  <a:cubicBezTo>
                    <a:pt x="2446" y="4825"/>
                    <a:pt x="2418" y="4832"/>
                    <a:pt x="2392" y="4843"/>
                  </a:cubicBezTo>
                  <a:lnTo>
                    <a:pt x="1367" y="5324"/>
                  </a:lnTo>
                  <a:lnTo>
                    <a:pt x="1415" y="4194"/>
                  </a:lnTo>
                  <a:cubicBezTo>
                    <a:pt x="1420" y="4146"/>
                    <a:pt x="1406" y="4097"/>
                    <a:pt x="1377" y="4064"/>
                  </a:cubicBezTo>
                  <a:cubicBezTo>
                    <a:pt x="458" y="2909"/>
                    <a:pt x="872" y="1201"/>
                    <a:pt x="2214" y="590"/>
                  </a:cubicBezTo>
                  <a:cubicBezTo>
                    <a:pt x="2520" y="450"/>
                    <a:pt x="2838" y="384"/>
                    <a:pt x="3150" y="384"/>
                  </a:cubicBezTo>
                  <a:cubicBezTo>
                    <a:pt x="4198" y="384"/>
                    <a:pt x="5171" y="1124"/>
                    <a:pt x="5375" y="2240"/>
                  </a:cubicBezTo>
                  <a:cubicBezTo>
                    <a:pt x="5394" y="2354"/>
                    <a:pt x="5478" y="2405"/>
                    <a:pt x="5563" y="2405"/>
                  </a:cubicBezTo>
                  <a:cubicBezTo>
                    <a:pt x="5675" y="2405"/>
                    <a:pt x="5790" y="2316"/>
                    <a:pt x="5760" y="2168"/>
                  </a:cubicBezTo>
                  <a:cubicBezTo>
                    <a:pt x="5517" y="863"/>
                    <a:pt x="4380"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1"/>
            <p:cNvSpPr/>
            <p:nvPr/>
          </p:nvSpPr>
          <p:spPr>
            <a:xfrm>
              <a:off x="2419899" y="1541288"/>
              <a:ext cx="91245" cy="78053"/>
            </a:xfrm>
            <a:custGeom>
              <a:rect b="b" l="l" r="r" t="t"/>
              <a:pathLst>
                <a:path extrusionOk="0" h="2976" w="3479">
                  <a:moveTo>
                    <a:pt x="1799" y="409"/>
                  </a:moveTo>
                  <a:lnTo>
                    <a:pt x="1799" y="1492"/>
                  </a:lnTo>
                  <a:cubicBezTo>
                    <a:pt x="1799" y="1598"/>
                    <a:pt x="1886" y="1684"/>
                    <a:pt x="1992" y="1684"/>
                  </a:cubicBezTo>
                  <a:lnTo>
                    <a:pt x="3074" y="1684"/>
                  </a:lnTo>
                  <a:cubicBezTo>
                    <a:pt x="2972" y="2247"/>
                    <a:pt x="2488" y="2585"/>
                    <a:pt x="1989" y="2585"/>
                  </a:cubicBezTo>
                  <a:cubicBezTo>
                    <a:pt x="1716" y="2585"/>
                    <a:pt x="1438" y="2483"/>
                    <a:pt x="1217" y="2262"/>
                  </a:cubicBezTo>
                  <a:cubicBezTo>
                    <a:pt x="591" y="1636"/>
                    <a:pt x="928" y="563"/>
                    <a:pt x="1799" y="409"/>
                  </a:cubicBezTo>
                  <a:close/>
                  <a:moveTo>
                    <a:pt x="2000" y="0"/>
                  </a:moveTo>
                  <a:cubicBezTo>
                    <a:pt x="1997" y="0"/>
                    <a:pt x="1994" y="0"/>
                    <a:pt x="1992" y="0"/>
                  </a:cubicBezTo>
                  <a:cubicBezTo>
                    <a:pt x="1990" y="0"/>
                    <a:pt x="1988" y="0"/>
                    <a:pt x="1986" y="0"/>
                  </a:cubicBezTo>
                  <a:cubicBezTo>
                    <a:pt x="661" y="0"/>
                    <a:pt x="1" y="1599"/>
                    <a:pt x="938" y="2536"/>
                  </a:cubicBezTo>
                  <a:cubicBezTo>
                    <a:pt x="1241" y="2840"/>
                    <a:pt x="1615" y="2976"/>
                    <a:pt x="1980" y="2976"/>
                  </a:cubicBezTo>
                  <a:cubicBezTo>
                    <a:pt x="2745" y="2976"/>
                    <a:pt x="3478" y="2382"/>
                    <a:pt x="3478" y="1487"/>
                  </a:cubicBezTo>
                  <a:cubicBezTo>
                    <a:pt x="3478" y="1377"/>
                    <a:pt x="3387" y="1290"/>
                    <a:pt x="3281" y="1290"/>
                  </a:cubicBezTo>
                  <a:lnTo>
                    <a:pt x="2184" y="1290"/>
                  </a:lnTo>
                  <a:lnTo>
                    <a:pt x="2184" y="193"/>
                  </a:lnTo>
                  <a:cubicBezTo>
                    <a:pt x="2184" y="85"/>
                    <a:pt x="2102"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1"/>
            <p:cNvSpPr/>
            <p:nvPr/>
          </p:nvSpPr>
          <p:spPr>
            <a:xfrm>
              <a:off x="2224399" y="1537878"/>
              <a:ext cx="322205" cy="321208"/>
            </a:xfrm>
            <a:custGeom>
              <a:rect b="b" l="l" r="r" t="t"/>
              <a:pathLst>
                <a:path extrusionOk="0" h="12247" w="12285">
                  <a:moveTo>
                    <a:pt x="4648" y="1521"/>
                  </a:moveTo>
                  <a:lnTo>
                    <a:pt x="5856" y="2729"/>
                  </a:lnTo>
                  <a:cubicBezTo>
                    <a:pt x="6573" y="3446"/>
                    <a:pt x="6708" y="4557"/>
                    <a:pt x="6183" y="5423"/>
                  </a:cubicBezTo>
                  <a:cubicBezTo>
                    <a:pt x="6140" y="5500"/>
                    <a:pt x="6149" y="5596"/>
                    <a:pt x="6212" y="5664"/>
                  </a:cubicBezTo>
                  <a:lnTo>
                    <a:pt x="6607" y="6058"/>
                  </a:lnTo>
                  <a:cubicBezTo>
                    <a:pt x="6646" y="6095"/>
                    <a:pt x="6696" y="6114"/>
                    <a:pt x="6746" y="6114"/>
                  </a:cubicBezTo>
                  <a:cubicBezTo>
                    <a:pt x="6781" y="6114"/>
                    <a:pt x="6816" y="6105"/>
                    <a:pt x="6847" y="6087"/>
                  </a:cubicBezTo>
                  <a:cubicBezTo>
                    <a:pt x="7200" y="5874"/>
                    <a:pt x="7594" y="5769"/>
                    <a:pt x="7985" y="5769"/>
                  </a:cubicBezTo>
                  <a:cubicBezTo>
                    <a:pt x="8553" y="5769"/>
                    <a:pt x="9115" y="5990"/>
                    <a:pt x="9537" y="6414"/>
                  </a:cubicBezTo>
                  <a:lnTo>
                    <a:pt x="10745" y="7622"/>
                  </a:lnTo>
                  <a:lnTo>
                    <a:pt x="7641" y="10731"/>
                  </a:lnTo>
                  <a:lnTo>
                    <a:pt x="6429" y="9518"/>
                  </a:lnTo>
                  <a:cubicBezTo>
                    <a:pt x="5716" y="8806"/>
                    <a:pt x="5577" y="7694"/>
                    <a:pt x="6101" y="6828"/>
                  </a:cubicBezTo>
                  <a:cubicBezTo>
                    <a:pt x="6149" y="6751"/>
                    <a:pt x="6135" y="6650"/>
                    <a:pt x="6072" y="6588"/>
                  </a:cubicBezTo>
                  <a:lnTo>
                    <a:pt x="5683" y="6193"/>
                  </a:lnTo>
                  <a:cubicBezTo>
                    <a:pt x="5643" y="6156"/>
                    <a:pt x="5593" y="6138"/>
                    <a:pt x="5543" y="6138"/>
                  </a:cubicBezTo>
                  <a:cubicBezTo>
                    <a:pt x="5508" y="6138"/>
                    <a:pt x="5474" y="6147"/>
                    <a:pt x="5442" y="6164"/>
                  </a:cubicBezTo>
                  <a:cubicBezTo>
                    <a:pt x="5089" y="6378"/>
                    <a:pt x="4695" y="6482"/>
                    <a:pt x="4305" y="6482"/>
                  </a:cubicBezTo>
                  <a:cubicBezTo>
                    <a:pt x="3736" y="6482"/>
                    <a:pt x="3174" y="6262"/>
                    <a:pt x="2752" y="5837"/>
                  </a:cubicBezTo>
                  <a:lnTo>
                    <a:pt x="1540" y="4629"/>
                  </a:lnTo>
                  <a:lnTo>
                    <a:pt x="4648" y="1521"/>
                  </a:lnTo>
                  <a:close/>
                  <a:moveTo>
                    <a:pt x="11370" y="7536"/>
                  </a:moveTo>
                  <a:lnTo>
                    <a:pt x="11794" y="7959"/>
                  </a:lnTo>
                  <a:lnTo>
                    <a:pt x="7978" y="11775"/>
                  </a:lnTo>
                  <a:lnTo>
                    <a:pt x="7554" y="11356"/>
                  </a:lnTo>
                  <a:lnTo>
                    <a:pt x="11154" y="7757"/>
                  </a:lnTo>
                  <a:lnTo>
                    <a:pt x="11370" y="7536"/>
                  </a:lnTo>
                  <a:close/>
                  <a:moveTo>
                    <a:pt x="4311" y="0"/>
                  </a:moveTo>
                  <a:cubicBezTo>
                    <a:pt x="4261" y="0"/>
                    <a:pt x="4210" y="20"/>
                    <a:pt x="4172" y="58"/>
                  </a:cubicBezTo>
                  <a:lnTo>
                    <a:pt x="2651" y="1579"/>
                  </a:lnTo>
                  <a:cubicBezTo>
                    <a:pt x="2518" y="1720"/>
                    <a:pt x="2645" y="1909"/>
                    <a:pt x="2796" y="1909"/>
                  </a:cubicBezTo>
                  <a:cubicBezTo>
                    <a:pt x="2840" y="1909"/>
                    <a:pt x="2887" y="1893"/>
                    <a:pt x="2930" y="1853"/>
                  </a:cubicBezTo>
                  <a:lnTo>
                    <a:pt x="4311" y="472"/>
                  </a:lnTo>
                  <a:lnTo>
                    <a:pt x="4735" y="891"/>
                  </a:lnTo>
                  <a:lnTo>
                    <a:pt x="4518" y="1107"/>
                  </a:lnTo>
                  <a:lnTo>
                    <a:pt x="1126" y="4490"/>
                  </a:lnTo>
                  <a:lnTo>
                    <a:pt x="909" y="4706"/>
                  </a:lnTo>
                  <a:lnTo>
                    <a:pt x="491" y="4288"/>
                  </a:lnTo>
                  <a:lnTo>
                    <a:pt x="2382" y="2392"/>
                  </a:lnTo>
                  <a:cubicBezTo>
                    <a:pt x="2532" y="2252"/>
                    <a:pt x="2400" y="2051"/>
                    <a:pt x="2248" y="2051"/>
                  </a:cubicBezTo>
                  <a:cubicBezTo>
                    <a:pt x="2200" y="2051"/>
                    <a:pt x="2151" y="2071"/>
                    <a:pt x="2108" y="2118"/>
                  </a:cubicBezTo>
                  <a:lnTo>
                    <a:pt x="77" y="4153"/>
                  </a:lnTo>
                  <a:cubicBezTo>
                    <a:pt x="0" y="4230"/>
                    <a:pt x="0" y="4355"/>
                    <a:pt x="77" y="4427"/>
                  </a:cubicBezTo>
                  <a:lnTo>
                    <a:pt x="770" y="5120"/>
                  </a:lnTo>
                  <a:cubicBezTo>
                    <a:pt x="808" y="5159"/>
                    <a:pt x="859" y="5178"/>
                    <a:pt x="909" y="5178"/>
                  </a:cubicBezTo>
                  <a:cubicBezTo>
                    <a:pt x="960" y="5178"/>
                    <a:pt x="1011" y="5159"/>
                    <a:pt x="1049" y="5120"/>
                  </a:cubicBezTo>
                  <a:lnTo>
                    <a:pt x="1266" y="4904"/>
                  </a:lnTo>
                  <a:lnTo>
                    <a:pt x="2473" y="6111"/>
                  </a:lnTo>
                  <a:cubicBezTo>
                    <a:pt x="2969" y="6610"/>
                    <a:pt x="3632" y="6872"/>
                    <a:pt x="4303" y="6872"/>
                  </a:cubicBezTo>
                  <a:cubicBezTo>
                    <a:pt x="4712" y="6872"/>
                    <a:pt x="5125" y="6774"/>
                    <a:pt x="5505" y="6573"/>
                  </a:cubicBezTo>
                  <a:lnTo>
                    <a:pt x="5692" y="6756"/>
                  </a:lnTo>
                  <a:cubicBezTo>
                    <a:pt x="5163" y="7762"/>
                    <a:pt x="5351" y="8989"/>
                    <a:pt x="6154" y="9792"/>
                  </a:cubicBezTo>
                  <a:lnTo>
                    <a:pt x="7367" y="11005"/>
                  </a:lnTo>
                  <a:lnTo>
                    <a:pt x="7146" y="11221"/>
                  </a:lnTo>
                  <a:cubicBezTo>
                    <a:pt x="7073" y="11294"/>
                    <a:pt x="7073" y="11419"/>
                    <a:pt x="7146" y="11496"/>
                  </a:cubicBezTo>
                  <a:lnTo>
                    <a:pt x="7843" y="12189"/>
                  </a:lnTo>
                  <a:cubicBezTo>
                    <a:pt x="7879" y="12227"/>
                    <a:pt x="7929" y="12246"/>
                    <a:pt x="7979" y="12246"/>
                  </a:cubicBezTo>
                  <a:cubicBezTo>
                    <a:pt x="8028" y="12246"/>
                    <a:pt x="8079" y="12227"/>
                    <a:pt x="8117" y="12189"/>
                  </a:cubicBezTo>
                  <a:lnTo>
                    <a:pt x="12212" y="8094"/>
                  </a:lnTo>
                  <a:cubicBezTo>
                    <a:pt x="12284" y="8017"/>
                    <a:pt x="12284" y="7896"/>
                    <a:pt x="12207" y="7820"/>
                  </a:cubicBezTo>
                  <a:lnTo>
                    <a:pt x="11515" y="7127"/>
                  </a:lnTo>
                  <a:cubicBezTo>
                    <a:pt x="11476" y="7088"/>
                    <a:pt x="11427" y="7069"/>
                    <a:pt x="11377" y="7069"/>
                  </a:cubicBezTo>
                  <a:cubicBezTo>
                    <a:pt x="11328" y="7069"/>
                    <a:pt x="11279" y="7088"/>
                    <a:pt x="11240" y="7127"/>
                  </a:cubicBezTo>
                  <a:lnTo>
                    <a:pt x="11024" y="7348"/>
                  </a:lnTo>
                  <a:lnTo>
                    <a:pt x="9811" y="6135"/>
                  </a:lnTo>
                  <a:cubicBezTo>
                    <a:pt x="9316" y="5637"/>
                    <a:pt x="8653" y="5377"/>
                    <a:pt x="7983" y="5377"/>
                  </a:cubicBezTo>
                  <a:cubicBezTo>
                    <a:pt x="7573" y="5377"/>
                    <a:pt x="7160" y="5474"/>
                    <a:pt x="6780" y="5673"/>
                  </a:cubicBezTo>
                  <a:lnTo>
                    <a:pt x="6597" y="5491"/>
                  </a:lnTo>
                  <a:cubicBezTo>
                    <a:pt x="7121" y="4485"/>
                    <a:pt x="6934" y="3258"/>
                    <a:pt x="6135" y="2459"/>
                  </a:cubicBezTo>
                  <a:lnTo>
                    <a:pt x="4922" y="1247"/>
                  </a:lnTo>
                  <a:lnTo>
                    <a:pt x="5139" y="1030"/>
                  </a:lnTo>
                  <a:cubicBezTo>
                    <a:pt x="5216" y="953"/>
                    <a:pt x="5216" y="833"/>
                    <a:pt x="5139" y="756"/>
                  </a:cubicBezTo>
                  <a:lnTo>
                    <a:pt x="4446" y="58"/>
                  </a:lnTo>
                  <a:cubicBezTo>
                    <a:pt x="4410" y="20"/>
                    <a:pt x="4361"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1"/>
            <p:cNvSpPr/>
            <p:nvPr/>
          </p:nvSpPr>
          <p:spPr>
            <a:xfrm>
              <a:off x="2282571" y="1663456"/>
              <a:ext cx="102995" cy="40285"/>
            </a:xfrm>
            <a:custGeom>
              <a:rect b="b" l="l" r="r" t="t"/>
              <a:pathLst>
                <a:path extrusionOk="0" h="1536" w="3927">
                  <a:moveTo>
                    <a:pt x="3267" y="395"/>
                  </a:moveTo>
                  <a:lnTo>
                    <a:pt x="3171" y="515"/>
                  </a:lnTo>
                  <a:cubicBezTo>
                    <a:pt x="2854" y="914"/>
                    <a:pt x="2430" y="1140"/>
                    <a:pt x="1983" y="1150"/>
                  </a:cubicBezTo>
                  <a:cubicBezTo>
                    <a:pt x="1978" y="1150"/>
                    <a:pt x="1972" y="1150"/>
                    <a:pt x="1967" y="1150"/>
                  </a:cubicBezTo>
                  <a:cubicBezTo>
                    <a:pt x="1540" y="1150"/>
                    <a:pt x="1132" y="953"/>
                    <a:pt x="823" y="587"/>
                  </a:cubicBezTo>
                  <a:lnTo>
                    <a:pt x="664" y="395"/>
                  </a:lnTo>
                  <a:close/>
                  <a:moveTo>
                    <a:pt x="255" y="0"/>
                  </a:moveTo>
                  <a:cubicBezTo>
                    <a:pt x="87" y="0"/>
                    <a:pt x="0" y="193"/>
                    <a:pt x="101" y="318"/>
                  </a:cubicBezTo>
                  <a:cubicBezTo>
                    <a:pt x="222" y="472"/>
                    <a:pt x="510" y="823"/>
                    <a:pt x="525" y="837"/>
                  </a:cubicBezTo>
                  <a:cubicBezTo>
                    <a:pt x="910" y="1290"/>
                    <a:pt x="1420" y="1535"/>
                    <a:pt x="1959" y="1535"/>
                  </a:cubicBezTo>
                  <a:lnTo>
                    <a:pt x="1988" y="1535"/>
                  </a:lnTo>
                  <a:cubicBezTo>
                    <a:pt x="2555" y="1525"/>
                    <a:pt x="3085" y="1246"/>
                    <a:pt x="3479" y="756"/>
                  </a:cubicBezTo>
                  <a:lnTo>
                    <a:pt x="3826" y="318"/>
                  </a:lnTo>
                  <a:cubicBezTo>
                    <a:pt x="3927" y="188"/>
                    <a:pt x="3835"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1"/>
            <p:cNvSpPr/>
            <p:nvPr/>
          </p:nvSpPr>
          <p:spPr>
            <a:xfrm>
              <a:off x="2380872" y="1747357"/>
              <a:ext cx="101500" cy="60769"/>
            </a:xfrm>
            <a:custGeom>
              <a:rect b="b" l="l" r="r" t="t"/>
              <a:pathLst>
                <a:path extrusionOk="0" h="2317" w="3870">
                  <a:moveTo>
                    <a:pt x="198" y="1"/>
                  </a:moveTo>
                  <a:cubicBezTo>
                    <a:pt x="87" y="1"/>
                    <a:pt x="1" y="88"/>
                    <a:pt x="1" y="193"/>
                  </a:cubicBezTo>
                  <a:cubicBezTo>
                    <a:pt x="1" y="636"/>
                    <a:pt x="289" y="954"/>
                    <a:pt x="347" y="1011"/>
                  </a:cubicBezTo>
                  <a:lnTo>
                    <a:pt x="1593" y="2262"/>
                  </a:lnTo>
                  <a:cubicBezTo>
                    <a:pt x="1632" y="2299"/>
                    <a:pt x="1682" y="2317"/>
                    <a:pt x="1733" y="2317"/>
                  </a:cubicBezTo>
                  <a:cubicBezTo>
                    <a:pt x="1783" y="2317"/>
                    <a:pt x="1834" y="2299"/>
                    <a:pt x="1872" y="2262"/>
                  </a:cubicBezTo>
                  <a:lnTo>
                    <a:pt x="3797" y="333"/>
                  </a:lnTo>
                  <a:cubicBezTo>
                    <a:pt x="3855" y="275"/>
                    <a:pt x="3869" y="193"/>
                    <a:pt x="3840" y="121"/>
                  </a:cubicBezTo>
                  <a:cubicBezTo>
                    <a:pt x="3812" y="49"/>
                    <a:pt x="3739" y="1"/>
                    <a:pt x="3658" y="1"/>
                  </a:cubicBezTo>
                  <a:lnTo>
                    <a:pt x="1940" y="1"/>
                  </a:lnTo>
                  <a:cubicBezTo>
                    <a:pt x="1680" y="1"/>
                    <a:pt x="1680" y="391"/>
                    <a:pt x="1940" y="391"/>
                  </a:cubicBezTo>
                  <a:lnTo>
                    <a:pt x="3191" y="391"/>
                  </a:lnTo>
                  <a:lnTo>
                    <a:pt x="1733" y="1849"/>
                  </a:lnTo>
                  <a:lnTo>
                    <a:pt x="626" y="737"/>
                  </a:lnTo>
                  <a:cubicBezTo>
                    <a:pt x="530" y="641"/>
                    <a:pt x="463" y="521"/>
                    <a:pt x="419" y="391"/>
                  </a:cubicBezTo>
                  <a:lnTo>
                    <a:pt x="1175" y="391"/>
                  </a:lnTo>
                  <a:cubicBezTo>
                    <a:pt x="1430" y="391"/>
                    <a:pt x="1430" y="1"/>
                    <a:pt x="1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81"/>
          <p:cNvGrpSpPr/>
          <p:nvPr/>
        </p:nvGrpSpPr>
        <p:grpSpPr>
          <a:xfrm>
            <a:off x="1331903" y="4303830"/>
            <a:ext cx="343292" cy="340354"/>
            <a:chOff x="1331903" y="4303830"/>
            <a:chExt cx="343292" cy="340354"/>
          </a:xfrm>
        </p:grpSpPr>
        <p:sp>
          <p:nvSpPr>
            <p:cNvPr id="10450" name="Google Shape;10450;p81"/>
            <p:cNvSpPr/>
            <p:nvPr/>
          </p:nvSpPr>
          <p:spPr>
            <a:xfrm>
              <a:off x="1364714" y="4308787"/>
              <a:ext cx="277671" cy="91062"/>
            </a:xfrm>
            <a:custGeom>
              <a:rect b="b" l="l" r="r" t="t"/>
              <a:pathLst>
                <a:path extrusionOk="0" h="3472" w="10587">
                  <a:moveTo>
                    <a:pt x="5304" y="0"/>
                  </a:moveTo>
                  <a:cubicBezTo>
                    <a:pt x="5278" y="0"/>
                    <a:pt x="5253" y="7"/>
                    <a:pt x="5231" y="22"/>
                  </a:cubicBezTo>
                  <a:lnTo>
                    <a:pt x="0" y="3063"/>
                  </a:lnTo>
                  <a:lnTo>
                    <a:pt x="385" y="3472"/>
                  </a:lnTo>
                  <a:lnTo>
                    <a:pt x="10221" y="3472"/>
                  </a:lnTo>
                  <a:lnTo>
                    <a:pt x="10586" y="3068"/>
                  </a:lnTo>
                  <a:lnTo>
                    <a:pt x="5380" y="22"/>
                  </a:lnTo>
                  <a:cubicBezTo>
                    <a:pt x="5356" y="7"/>
                    <a:pt x="5329" y="0"/>
                    <a:pt x="53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1"/>
            <p:cNvSpPr/>
            <p:nvPr/>
          </p:nvSpPr>
          <p:spPr>
            <a:xfrm>
              <a:off x="1398652" y="4332104"/>
              <a:ext cx="209663" cy="68769"/>
            </a:xfrm>
            <a:custGeom>
              <a:rect b="b" l="l" r="r" t="t"/>
              <a:pathLst>
                <a:path extrusionOk="0" h="2622" w="7994">
                  <a:moveTo>
                    <a:pt x="4004" y="0"/>
                  </a:moveTo>
                  <a:cubicBezTo>
                    <a:pt x="3985" y="0"/>
                    <a:pt x="3966" y="6"/>
                    <a:pt x="3946" y="18"/>
                  </a:cubicBezTo>
                  <a:lnTo>
                    <a:pt x="1" y="2313"/>
                  </a:lnTo>
                  <a:lnTo>
                    <a:pt x="290" y="2621"/>
                  </a:lnTo>
                  <a:lnTo>
                    <a:pt x="7719" y="2621"/>
                  </a:lnTo>
                  <a:lnTo>
                    <a:pt x="7993" y="2318"/>
                  </a:lnTo>
                  <a:lnTo>
                    <a:pt x="4062" y="18"/>
                  </a:lnTo>
                  <a:cubicBezTo>
                    <a:pt x="4043" y="6"/>
                    <a:pt x="4023" y="0"/>
                    <a:pt x="4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1"/>
            <p:cNvSpPr/>
            <p:nvPr/>
          </p:nvSpPr>
          <p:spPr>
            <a:xfrm>
              <a:off x="1363822" y="4598732"/>
              <a:ext cx="279559" cy="20195"/>
            </a:xfrm>
            <a:custGeom>
              <a:rect b="b" l="l" r="r" t="t"/>
              <a:pathLst>
                <a:path extrusionOk="0" h="770" w="10659">
                  <a:moveTo>
                    <a:pt x="362" y="0"/>
                  </a:moveTo>
                  <a:cubicBezTo>
                    <a:pt x="160" y="0"/>
                    <a:pt x="1" y="164"/>
                    <a:pt x="1" y="361"/>
                  </a:cubicBezTo>
                  <a:lnTo>
                    <a:pt x="1" y="770"/>
                  </a:lnTo>
                  <a:lnTo>
                    <a:pt x="10654" y="770"/>
                  </a:lnTo>
                  <a:lnTo>
                    <a:pt x="10659" y="361"/>
                  </a:lnTo>
                  <a:cubicBezTo>
                    <a:pt x="10659" y="164"/>
                    <a:pt x="10495" y="0"/>
                    <a:pt x="1029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1"/>
            <p:cNvSpPr/>
            <p:nvPr/>
          </p:nvSpPr>
          <p:spPr>
            <a:xfrm>
              <a:off x="1353357" y="4619032"/>
              <a:ext cx="300252" cy="20090"/>
            </a:xfrm>
            <a:custGeom>
              <a:rect b="b" l="l" r="r" t="t"/>
              <a:pathLst>
                <a:path extrusionOk="0" h="766" w="11448">
                  <a:moveTo>
                    <a:pt x="371" y="1"/>
                  </a:moveTo>
                  <a:cubicBezTo>
                    <a:pt x="169" y="1"/>
                    <a:pt x="0" y="164"/>
                    <a:pt x="0" y="371"/>
                  </a:cubicBezTo>
                  <a:lnTo>
                    <a:pt x="0" y="766"/>
                  </a:lnTo>
                  <a:lnTo>
                    <a:pt x="11448" y="766"/>
                  </a:lnTo>
                  <a:lnTo>
                    <a:pt x="11448" y="371"/>
                  </a:lnTo>
                  <a:cubicBezTo>
                    <a:pt x="11448" y="164"/>
                    <a:pt x="11284" y="1"/>
                    <a:pt x="11077"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1"/>
            <p:cNvSpPr/>
            <p:nvPr/>
          </p:nvSpPr>
          <p:spPr>
            <a:xfrm>
              <a:off x="1362327" y="4388598"/>
              <a:ext cx="282313" cy="33965"/>
            </a:xfrm>
            <a:custGeom>
              <a:rect b="b" l="l" r="r" t="t"/>
              <a:pathLst>
                <a:path extrusionOk="0" h="1295" w="10764">
                  <a:moveTo>
                    <a:pt x="178" y="1"/>
                  </a:moveTo>
                  <a:cubicBezTo>
                    <a:pt x="82" y="1"/>
                    <a:pt x="0" y="82"/>
                    <a:pt x="0" y="183"/>
                  </a:cubicBezTo>
                  <a:lnTo>
                    <a:pt x="0" y="1117"/>
                  </a:lnTo>
                  <a:cubicBezTo>
                    <a:pt x="0" y="1213"/>
                    <a:pt x="82" y="1295"/>
                    <a:pt x="178" y="1295"/>
                  </a:cubicBezTo>
                  <a:lnTo>
                    <a:pt x="10586" y="1295"/>
                  </a:lnTo>
                  <a:cubicBezTo>
                    <a:pt x="10682" y="1295"/>
                    <a:pt x="10764" y="1218"/>
                    <a:pt x="10764" y="1122"/>
                  </a:cubicBezTo>
                  <a:lnTo>
                    <a:pt x="10764" y="183"/>
                  </a:lnTo>
                  <a:cubicBezTo>
                    <a:pt x="10764" y="82"/>
                    <a:pt x="10682" y="1"/>
                    <a:pt x="1058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1"/>
            <p:cNvSpPr/>
            <p:nvPr/>
          </p:nvSpPr>
          <p:spPr>
            <a:xfrm>
              <a:off x="1405471" y="4422536"/>
              <a:ext cx="200824" cy="176327"/>
            </a:xfrm>
            <a:custGeom>
              <a:rect b="b" l="l" r="r" t="t"/>
              <a:pathLst>
                <a:path extrusionOk="0" h="6723" w="7657">
                  <a:moveTo>
                    <a:pt x="1" y="1"/>
                  </a:moveTo>
                  <a:lnTo>
                    <a:pt x="1" y="6723"/>
                  </a:lnTo>
                  <a:lnTo>
                    <a:pt x="7656" y="6723"/>
                  </a:lnTo>
                  <a:lnTo>
                    <a:pt x="7656" y="1"/>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1"/>
            <p:cNvSpPr/>
            <p:nvPr/>
          </p:nvSpPr>
          <p:spPr>
            <a:xfrm>
              <a:off x="1405471" y="4422536"/>
              <a:ext cx="200824" cy="176327"/>
            </a:xfrm>
            <a:custGeom>
              <a:rect b="b" l="l" r="r" t="t"/>
              <a:pathLst>
                <a:path extrusionOk="0" h="6723" w="7657">
                  <a:moveTo>
                    <a:pt x="1" y="1"/>
                  </a:moveTo>
                  <a:lnTo>
                    <a:pt x="1" y="1127"/>
                  </a:lnTo>
                  <a:lnTo>
                    <a:pt x="4432" y="1127"/>
                  </a:lnTo>
                  <a:cubicBezTo>
                    <a:pt x="6068" y="1127"/>
                    <a:pt x="7396" y="2455"/>
                    <a:pt x="7396" y="4091"/>
                  </a:cubicBezTo>
                  <a:lnTo>
                    <a:pt x="7396" y="6723"/>
                  </a:lnTo>
                  <a:lnTo>
                    <a:pt x="7656" y="6723"/>
                  </a:lnTo>
                  <a:lnTo>
                    <a:pt x="7656"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1"/>
            <p:cNvSpPr/>
            <p:nvPr/>
          </p:nvSpPr>
          <p:spPr>
            <a:xfrm>
              <a:off x="1368674" y="4422536"/>
              <a:ext cx="69136" cy="160696"/>
            </a:xfrm>
            <a:custGeom>
              <a:rect b="b" l="l" r="r" t="t"/>
              <a:pathLst>
                <a:path extrusionOk="0" h="6127" w="2636">
                  <a:moveTo>
                    <a:pt x="398" y="1"/>
                  </a:moveTo>
                  <a:cubicBezTo>
                    <a:pt x="196" y="1"/>
                    <a:pt x="28" y="155"/>
                    <a:pt x="13" y="357"/>
                  </a:cubicBezTo>
                  <a:cubicBezTo>
                    <a:pt x="0" y="594"/>
                    <a:pt x="190" y="752"/>
                    <a:pt x="389" y="752"/>
                  </a:cubicBezTo>
                  <a:cubicBezTo>
                    <a:pt x="486" y="752"/>
                    <a:pt x="584" y="714"/>
                    <a:pt x="663" y="631"/>
                  </a:cubicBezTo>
                  <a:cubicBezTo>
                    <a:pt x="674" y="618"/>
                    <a:pt x="689" y="612"/>
                    <a:pt x="703" y="612"/>
                  </a:cubicBezTo>
                  <a:cubicBezTo>
                    <a:pt x="732" y="612"/>
                    <a:pt x="759" y="635"/>
                    <a:pt x="759" y="670"/>
                  </a:cubicBezTo>
                  <a:lnTo>
                    <a:pt x="759" y="6126"/>
                  </a:lnTo>
                  <a:lnTo>
                    <a:pt x="1885" y="6126"/>
                  </a:lnTo>
                  <a:lnTo>
                    <a:pt x="1885" y="670"/>
                  </a:lnTo>
                  <a:cubicBezTo>
                    <a:pt x="1885" y="635"/>
                    <a:pt x="1912" y="612"/>
                    <a:pt x="1942" y="612"/>
                  </a:cubicBezTo>
                  <a:cubicBezTo>
                    <a:pt x="1957" y="612"/>
                    <a:pt x="1973" y="618"/>
                    <a:pt x="1986" y="631"/>
                  </a:cubicBezTo>
                  <a:cubicBezTo>
                    <a:pt x="2053" y="708"/>
                    <a:pt x="2159" y="752"/>
                    <a:pt x="2265" y="752"/>
                  </a:cubicBezTo>
                  <a:cubicBezTo>
                    <a:pt x="2472" y="752"/>
                    <a:pt x="2635" y="583"/>
                    <a:pt x="2635" y="376"/>
                  </a:cubicBezTo>
                  <a:cubicBezTo>
                    <a:pt x="2635" y="169"/>
                    <a:pt x="2467" y="1"/>
                    <a:pt x="226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1"/>
            <p:cNvSpPr/>
            <p:nvPr/>
          </p:nvSpPr>
          <p:spPr>
            <a:xfrm>
              <a:off x="1384148" y="4583337"/>
              <a:ext cx="38397" cy="15527"/>
            </a:xfrm>
            <a:custGeom>
              <a:rect b="b" l="l" r="r" t="t"/>
              <a:pathLst>
                <a:path extrusionOk="0" h="592" w="1464">
                  <a:moveTo>
                    <a:pt x="145" y="0"/>
                  </a:moveTo>
                  <a:cubicBezTo>
                    <a:pt x="68" y="0"/>
                    <a:pt x="0" y="63"/>
                    <a:pt x="0" y="140"/>
                  </a:cubicBezTo>
                  <a:lnTo>
                    <a:pt x="0" y="592"/>
                  </a:lnTo>
                  <a:lnTo>
                    <a:pt x="1463" y="592"/>
                  </a:lnTo>
                  <a:lnTo>
                    <a:pt x="1463" y="140"/>
                  </a:lnTo>
                  <a:cubicBezTo>
                    <a:pt x="1463" y="63"/>
                    <a:pt x="1401"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1"/>
            <p:cNvSpPr/>
            <p:nvPr/>
          </p:nvSpPr>
          <p:spPr>
            <a:xfrm>
              <a:off x="1470725" y="4422536"/>
              <a:ext cx="69188" cy="160827"/>
            </a:xfrm>
            <a:custGeom>
              <a:rect b="b" l="l" r="r" t="t"/>
              <a:pathLst>
                <a:path extrusionOk="0" h="6132" w="2638">
                  <a:moveTo>
                    <a:pt x="395" y="1"/>
                  </a:moveTo>
                  <a:cubicBezTo>
                    <a:pt x="193" y="1"/>
                    <a:pt x="24" y="155"/>
                    <a:pt x="10" y="357"/>
                  </a:cubicBezTo>
                  <a:cubicBezTo>
                    <a:pt x="0" y="594"/>
                    <a:pt x="191" y="754"/>
                    <a:pt x="389" y="754"/>
                  </a:cubicBezTo>
                  <a:cubicBezTo>
                    <a:pt x="485" y="754"/>
                    <a:pt x="583" y="716"/>
                    <a:pt x="660" y="631"/>
                  </a:cubicBezTo>
                  <a:cubicBezTo>
                    <a:pt x="672" y="619"/>
                    <a:pt x="687" y="613"/>
                    <a:pt x="701" y="613"/>
                  </a:cubicBezTo>
                  <a:cubicBezTo>
                    <a:pt x="732" y="613"/>
                    <a:pt x="761" y="637"/>
                    <a:pt x="761" y="670"/>
                  </a:cubicBezTo>
                  <a:lnTo>
                    <a:pt x="761" y="6131"/>
                  </a:lnTo>
                  <a:lnTo>
                    <a:pt x="1887" y="6131"/>
                  </a:lnTo>
                  <a:lnTo>
                    <a:pt x="1887" y="670"/>
                  </a:lnTo>
                  <a:cubicBezTo>
                    <a:pt x="1887" y="637"/>
                    <a:pt x="1915" y="616"/>
                    <a:pt x="1944" y="616"/>
                  </a:cubicBezTo>
                  <a:cubicBezTo>
                    <a:pt x="1958" y="616"/>
                    <a:pt x="1972" y="620"/>
                    <a:pt x="1983" y="631"/>
                  </a:cubicBezTo>
                  <a:cubicBezTo>
                    <a:pt x="2051" y="709"/>
                    <a:pt x="2146" y="752"/>
                    <a:pt x="2246" y="752"/>
                  </a:cubicBezTo>
                  <a:cubicBezTo>
                    <a:pt x="2251" y="752"/>
                    <a:pt x="2257" y="752"/>
                    <a:pt x="2262" y="752"/>
                  </a:cubicBezTo>
                  <a:cubicBezTo>
                    <a:pt x="2469" y="752"/>
                    <a:pt x="2637" y="583"/>
                    <a:pt x="2637" y="376"/>
                  </a:cubicBezTo>
                  <a:cubicBezTo>
                    <a:pt x="2632" y="172"/>
                    <a:pt x="2469" y="6"/>
                    <a:pt x="2266" y="6"/>
                  </a:cubicBezTo>
                  <a:cubicBezTo>
                    <a:pt x="2263" y="6"/>
                    <a:pt x="2260" y="6"/>
                    <a:pt x="2257" y="6"/>
                  </a:cubicBezTo>
                  <a:lnTo>
                    <a:pt x="225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1"/>
            <p:cNvSpPr/>
            <p:nvPr/>
          </p:nvSpPr>
          <p:spPr>
            <a:xfrm>
              <a:off x="1486252" y="4583337"/>
              <a:ext cx="38371" cy="15527"/>
            </a:xfrm>
            <a:custGeom>
              <a:rect b="b" l="l" r="r" t="t"/>
              <a:pathLst>
                <a:path extrusionOk="0" h="592" w="1463">
                  <a:moveTo>
                    <a:pt x="145" y="0"/>
                  </a:moveTo>
                  <a:cubicBezTo>
                    <a:pt x="63" y="0"/>
                    <a:pt x="0" y="63"/>
                    <a:pt x="0" y="140"/>
                  </a:cubicBezTo>
                  <a:lnTo>
                    <a:pt x="0" y="592"/>
                  </a:lnTo>
                  <a:lnTo>
                    <a:pt x="1458" y="592"/>
                  </a:lnTo>
                  <a:lnTo>
                    <a:pt x="1463" y="140"/>
                  </a:lnTo>
                  <a:cubicBezTo>
                    <a:pt x="1463" y="63"/>
                    <a:pt x="1396"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1"/>
            <p:cNvSpPr/>
            <p:nvPr/>
          </p:nvSpPr>
          <p:spPr>
            <a:xfrm>
              <a:off x="1572724" y="4422536"/>
              <a:ext cx="69162" cy="160827"/>
            </a:xfrm>
            <a:custGeom>
              <a:rect b="b" l="l" r="r" t="t"/>
              <a:pathLst>
                <a:path extrusionOk="0" h="6132" w="2637">
                  <a:moveTo>
                    <a:pt x="399" y="1"/>
                  </a:moveTo>
                  <a:cubicBezTo>
                    <a:pt x="197" y="1"/>
                    <a:pt x="28" y="155"/>
                    <a:pt x="14" y="357"/>
                  </a:cubicBezTo>
                  <a:cubicBezTo>
                    <a:pt x="1" y="594"/>
                    <a:pt x="191" y="754"/>
                    <a:pt x="390" y="754"/>
                  </a:cubicBezTo>
                  <a:cubicBezTo>
                    <a:pt x="486" y="754"/>
                    <a:pt x="585" y="716"/>
                    <a:pt x="663" y="631"/>
                  </a:cubicBezTo>
                  <a:cubicBezTo>
                    <a:pt x="674" y="619"/>
                    <a:pt x="688" y="613"/>
                    <a:pt x="702" y="613"/>
                  </a:cubicBezTo>
                  <a:cubicBezTo>
                    <a:pt x="731" y="613"/>
                    <a:pt x="759" y="637"/>
                    <a:pt x="759" y="670"/>
                  </a:cubicBezTo>
                  <a:lnTo>
                    <a:pt x="759" y="6131"/>
                  </a:lnTo>
                  <a:lnTo>
                    <a:pt x="1885" y="6131"/>
                  </a:lnTo>
                  <a:lnTo>
                    <a:pt x="1885" y="670"/>
                  </a:lnTo>
                  <a:cubicBezTo>
                    <a:pt x="1885" y="637"/>
                    <a:pt x="1914" y="616"/>
                    <a:pt x="1945" y="616"/>
                  </a:cubicBezTo>
                  <a:cubicBezTo>
                    <a:pt x="1959" y="616"/>
                    <a:pt x="1974" y="620"/>
                    <a:pt x="1986" y="631"/>
                  </a:cubicBezTo>
                  <a:cubicBezTo>
                    <a:pt x="2050" y="709"/>
                    <a:pt x="2149" y="752"/>
                    <a:pt x="2250" y="752"/>
                  </a:cubicBezTo>
                  <a:cubicBezTo>
                    <a:pt x="2255" y="752"/>
                    <a:pt x="2260" y="752"/>
                    <a:pt x="2266" y="752"/>
                  </a:cubicBezTo>
                  <a:cubicBezTo>
                    <a:pt x="2472" y="752"/>
                    <a:pt x="2636" y="583"/>
                    <a:pt x="2636" y="376"/>
                  </a:cubicBezTo>
                  <a:cubicBezTo>
                    <a:pt x="2636" y="172"/>
                    <a:pt x="2472" y="6"/>
                    <a:pt x="2269" y="6"/>
                  </a:cubicBezTo>
                  <a:cubicBezTo>
                    <a:pt x="2267" y="6"/>
                    <a:pt x="2264" y="6"/>
                    <a:pt x="2261" y="6"/>
                  </a:cubicBezTo>
                  <a:lnTo>
                    <a:pt x="226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1"/>
            <p:cNvSpPr/>
            <p:nvPr/>
          </p:nvSpPr>
          <p:spPr>
            <a:xfrm>
              <a:off x="1588225" y="4583337"/>
              <a:ext cx="38371" cy="15527"/>
            </a:xfrm>
            <a:custGeom>
              <a:rect b="b" l="l" r="r" t="t"/>
              <a:pathLst>
                <a:path extrusionOk="0" h="592" w="1463">
                  <a:moveTo>
                    <a:pt x="144" y="0"/>
                  </a:moveTo>
                  <a:cubicBezTo>
                    <a:pt x="67" y="0"/>
                    <a:pt x="0" y="63"/>
                    <a:pt x="0" y="140"/>
                  </a:cubicBezTo>
                  <a:lnTo>
                    <a:pt x="0" y="592"/>
                  </a:lnTo>
                  <a:lnTo>
                    <a:pt x="1463" y="592"/>
                  </a:lnTo>
                  <a:lnTo>
                    <a:pt x="1463" y="140"/>
                  </a:lnTo>
                  <a:cubicBezTo>
                    <a:pt x="1463" y="63"/>
                    <a:pt x="1400" y="0"/>
                    <a:pt x="131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1"/>
            <p:cNvSpPr/>
            <p:nvPr/>
          </p:nvSpPr>
          <p:spPr>
            <a:xfrm>
              <a:off x="1331903" y="4303830"/>
              <a:ext cx="343292" cy="340354"/>
            </a:xfrm>
            <a:custGeom>
              <a:rect b="b" l="l" r="r" t="t"/>
              <a:pathLst>
                <a:path extrusionOk="0" h="12977" w="13089">
                  <a:moveTo>
                    <a:pt x="6554" y="389"/>
                  </a:moveTo>
                  <a:lnTo>
                    <a:pt x="11091" y="3040"/>
                  </a:lnTo>
                  <a:lnTo>
                    <a:pt x="10312" y="3040"/>
                  </a:lnTo>
                  <a:lnTo>
                    <a:pt x="6703" y="933"/>
                  </a:lnTo>
                  <a:cubicBezTo>
                    <a:pt x="6655" y="904"/>
                    <a:pt x="6603" y="889"/>
                    <a:pt x="6552" y="889"/>
                  </a:cubicBezTo>
                  <a:cubicBezTo>
                    <a:pt x="6500" y="889"/>
                    <a:pt x="6448" y="904"/>
                    <a:pt x="6400" y="933"/>
                  </a:cubicBezTo>
                  <a:lnTo>
                    <a:pt x="5443" y="1491"/>
                  </a:lnTo>
                  <a:cubicBezTo>
                    <a:pt x="5246" y="1591"/>
                    <a:pt x="5354" y="1852"/>
                    <a:pt x="5524" y="1852"/>
                  </a:cubicBezTo>
                  <a:cubicBezTo>
                    <a:pt x="5557" y="1852"/>
                    <a:pt x="5593" y="1842"/>
                    <a:pt x="5630" y="1818"/>
                  </a:cubicBezTo>
                  <a:lnTo>
                    <a:pt x="6549" y="1284"/>
                  </a:lnTo>
                  <a:lnTo>
                    <a:pt x="9557" y="3040"/>
                  </a:lnTo>
                  <a:lnTo>
                    <a:pt x="3527" y="3040"/>
                  </a:lnTo>
                  <a:lnTo>
                    <a:pt x="4860" y="2265"/>
                  </a:lnTo>
                  <a:cubicBezTo>
                    <a:pt x="5036" y="2155"/>
                    <a:pt x="4931" y="1913"/>
                    <a:pt x="4765" y="1913"/>
                  </a:cubicBezTo>
                  <a:cubicBezTo>
                    <a:pt x="4736" y="1913"/>
                    <a:pt x="4705" y="1921"/>
                    <a:pt x="4673" y="1938"/>
                  </a:cubicBezTo>
                  <a:lnTo>
                    <a:pt x="2772" y="3040"/>
                  </a:lnTo>
                  <a:lnTo>
                    <a:pt x="1988" y="3040"/>
                  </a:lnTo>
                  <a:lnTo>
                    <a:pt x="6554" y="389"/>
                  </a:lnTo>
                  <a:close/>
                  <a:moveTo>
                    <a:pt x="11736" y="3420"/>
                  </a:moveTo>
                  <a:lnTo>
                    <a:pt x="11736" y="4339"/>
                  </a:lnTo>
                  <a:lnTo>
                    <a:pt x="1353" y="4339"/>
                  </a:lnTo>
                  <a:lnTo>
                    <a:pt x="1353" y="3420"/>
                  </a:lnTo>
                  <a:close/>
                  <a:moveTo>
                    <a:pt x="1791" y="4719"/>
                  </a:moveTo>
                  <a:cubicBezTo>
                    <a:pt x="1794" y="4719"/>
                    <a:pt x="1797" y="4719"/>
                    <a:pt x="1800" y="4719"/>
                  </a:cubicBezTo>
                  <a:lnTo>
                    <a:pt x="3657" y="4719"/>
                  </a:lnTo>
                  <a:cubicBezTo>
                    <a:pt x="3763" y="4719"/>
                    <a:pt x="3850" y="4806"/>
                    <a:pt x="3845" y="4912"/>
                  </a:cubicBezTo>
                  <a:cubicBezTo>
                    <a:pt x="3835" y="5008"/>
                    <a:pt x="3758" y="5085"/>
                    <a:pt x="3662" y="5090"/>
                  </a:cubicBezTo>
                  <a:cubicBezTo>
                    <a:pt x="3609" y="5090"/>
                    <a:pt x="3561" y="5066"/>
                    <a:pt x="3523" y="5027"/>
                  </a:cubicBezTo>
                  <a:cubicBezTo>
                    <a:pt x="3473" y="4973"/>
                    <a:pt x="3409" y="4948"/>
                    <a:pt x="3346" y="4948"/>
                  </a:cubicBezTo>
                  <a:cubicBezTo>
                    <a:pt x="3221" y="4948"/>
                    <a:pt x="3099" y="5045"/>
                    <a:pt x="3099" y="5196"/>
                  </a:cubicBezTo>
                  <a:lnTo>
                    <a:pt x="3099" y="10465"/>
                  </a:lnTo>
                  <a:lnTo>
                    <a:pt x="2353" y="10465"/>
                  </a:lnTo>
                  <a:lnTo>
                    <a:pt x="2353" y="5196"/>
                  </a:lnTo>
                  <a:cubicBezTo>
                    <a:pt x="2350" y="5045"/>
                    <a:pt x="2228" y="4948"/>
                    <a:pt x="2102" y="4948"/>
                  </a:cubicBezTo>
                  <a:cubicBezTo>
                    <a:pt x="2039" y="4948"/>
                    <a:pt x="1975" y="4973"/>
                    <a:pt x="1925" y="5027"/>
                  </a:cubicBezTo>
                  <a:cubicBezTo>
                    <a:pt x="1886" y="5070"/>
                    <a:pt x="1837" y="5089"/>
                    <a:pt x="1789" y="5089"/>
                  </a:cubicBezTo>
                  <a:cubicBezTo>
                    <a:pt x="1690" y="5089"/>
                    <a:pt x="1596" y="5009"/>
                    <a:pt x="1603" y="4893"/>
                  </a:cubicBezTo>
                  <a:cubicBezTo>
                    <a:pt x="1612" y="4795"/>
                    <a:pt x="1694" y="4719"/>
                    <a:pt x="1791" y="4719"/>
                  </a:cubicBezTo>
                  <a:close/>
                  <a:moveTo>
                    <a:pt x="7563" y="4719"/>
                  </a:moveTo>
                  <a:cubicBezTo>
                    <a:pt x="7611" y="4719"/>
                    <a:pt x="7654" y="4742"/>
                    <a:pt x="7685" y="4777"/>
                  </a:cubicBezTo>
                  <a:cubicBezTo>
                    <a:pt x="7718" y="4811"/>
                    <a:pt x="7738" y="4864"/>
                    <a:pt x="7738" y="4912"/>
                  </a:cubicBezTo>
                  <a:cubicBezTo>
                    <a:pt x="7728" y="5008"/>
                    <a:pt x="7651" y="5085"/>
                    <a:pt x="7555" y="5090"/>
                  </a:cubicBezTo>
                  <a:cubicBezTo>
                    <a:pt x="7502" y="5090"/>
                    <a:pt x="7454" y="5066"/>
                    <a:pt x="7415" y="5027"/>
                  </a:cubicBezTo>
                  <a:cubicBezTo>
                    <a:pt x="7365" y="4973"/>
                    <a:pt x="7302" y="4948"/>
                    <a:pt x="7239" y="4948"/>
                  </a:cubicBezTo>
                  <a:cubicBezTo>
                    <a:pt x="7113" y="4948"/>
                    <a:pt x="6992" y="5045"/>
                    <a:pt x="6992" y="5196"/>
                  </a:cubicBezTo>
                  <a:lnTo>
                    <a:pt x="6992" y="10465"/>
                  </a:lnTo>
                  <a:lnTo>
                    <a:pt x="6241" y="10465"/>
                  </a:lnTo>
                  <a:lnTo>
                    <a:pt x="6241" y="5196"/>
                  </a:lnTo>
                  <a:cubicBezTo>
                    <a:pt x="6241" y="5045"/>
                    <a:pt x="6120" y="4948"/>
                    <a:pt x="5993" y="4948"/>
                  </a:cubicBezTo>
                  <a:cubicBezTo>
                    <a:pt x="5930" y="4948"/>
                    <a:pt x="5865" y="4973"/>
                    <a:pt x="5813" y="5027"/>
                  </a:cubicBezTo>
                  <a:cubicBezTo>
                    <a:pt x="5775" y="5070"/>
                    <a:pt x="5727" y="5089"/>
                    <a:pt x="5680" y="5089"/>
                  </a:cubicBezTo>
                  <a:cubicBezTo>
                    <a:pt x="5583" y="5089"/>
                    <a:pt x="5489" y="5009"/>
                    <a:pt x="5495" y="4893"/>
                  </a:cubicBezTo>
                  <a:cubicBezTo>
                    <a:pt x="5505" y="4795"/>
                    <a:pt x="5582" y="4719"/>
                    <a:pt x="5679" y="4719"/>
                  </a:cubicBezTo>
                  <a:cubicBezTo>
                    <a:pt x="5682" y="4719"/>
                    <a:pt x="5685" y="4719"/>
                    <a:pt x="5688" y="4719"/>
                  </a:cubicBezTo>
                  <a:lnTo>
                    <a:pt x="7550" y="4719"/>
                  </a:lnTo>
                  <a:cubicBezTo>
                    <a:pt x="7555" y="4719"/>
                    <a:pt x="7559" y="4719"/>
                    <a:pt x="7563" y="4719"/>
                  </a:cubicBezTo>
                  <a:close/>
                  <a:moveTo>
                    <a:pt x="3268" y="10845"/>
                  </a:moveTo>
                  <a:lnTo>
                    <a:pt x="3268" y="11056"/>
                  </a:lnTo>
                  <a:lnTo>
                    <a:pt x="2185" y="11056"/>
                  </a:lnTo>
                  <a:lnTo>
                    <a:pt x="2185" y="10845"/>
                  </a:lnTo>
                  <a:close/>
                  <a:moveTo>
                    <a:pt x="5144" y="4719"/>
                  </a:moveTo>
                  <a:cubicBezTo>
                    <a:pt x="5077" y="4917"/>
                    <a:pt x="5125" y="5143"/>
                    <a:pt x="5269" y="5292"/>
                  </a:cubicBezTo>
                  <a:cubicBezTo>
                    <a:pt x="5378" y="5408"/>
                    <a:pt x="5525" y="5468"/>
                    <a:pt x="5675" y="5468"/>
                  </a:cubicBezTo>
                  <a:cubicBezTo>
                    <a:pt x="5738" y="5468"/>
                    <a:pt x="5800" y="5457"/>
                    <a:pt x="5861" y="5436"/>
                  </a:cubicBezTo>
                  <a:lnTo>
                    <a:pt x="5861" y="10513"/>
                  </a:lnTo>
                  <a:cubicBezTo>
                    <a:pt x="5760" y="10570"/>
                    <a:pt x="5693" y="10681"/>
                    <a:pt x="5693" y="10801"/>
                  </a:cubicBezTo>
                  <a:lnTo>
                    <a:pt x="5693" y="11056"/>
                  </a:lnTo>
                  <a:lnTo>
                    <a:pt x="3643" y="11056"/>
                  </a:lnTo>
                  <a:lnTo>
                    <a:pt x="3643" y="10801"/>
                  </a:lnTo>
                  <a:cubicBezTo>
                    <a:pt x="3643" y="10681"/>
                    <a:pt x="3580" y="10570"/>
                    <a:pt x="3479" y="10513"/>
                  </a:cubicBezTo>
                  <a:lnTo>
                    <a:pt x="3479" y="5436"/>
                  </a:lnTo>
                  <a:cubicBezTo>
                    <a:pt x="3542" y="5458"/>
                    <a:pt x="3604" y="5468"/>
                    <a:pt x="3666" y="5468"/>
                  </a:cubicBezTo>
                  <a:cubicBezTo>
                    <a:pt x="3954" y="5468"/>
                    <a:pt x="4209" y="5241"/>
                    <a:pt x="4225" y="4931"/>
                  </a:cubicBezTo>
                  <a:cubicBezTo>
                    <a:pt x="4225" y="4859"/>
                    <a:pt x="4216" y="4787"/>
                    <a:pt x="4196" y="4719"/>
                  </a:cubicBezTo>
                  <a:close/>
                  <a:moveTo>
                    <a:pt x="7155" y="10845"/>
                  </a:moveTo>
                  <a:lnTo>
                    <a:pt x="7155" y="11056"/>
                  </a:lnTo>
                  <a:lnTo>
                    <a:pt x="6073" y="11056"/>
                  </a:lnTo>
                  <a:lnTo>
                    <a:pt x="6073" y="10845"/>
                  </a:lnTo>
                  <a:close/>
                  <a:moveTo>
                    <a:pt x="11443" y="4715"/>
                  </a:moveTo>
                  <a:cubicBezTo>
                    <a:pt x="11544" y="4715"/>
                    <a:pt x="11630" y="4806"/>
                    <a:pt x="11626" y="4912"/>
                  </a:cubicBezTo>
                  <a:cubicBezTo>
                    <a:pt x="11621" y="5008"/>
                    <a:pt x="11539" y="5085"/>
                    <a:pt x="11444" y="5090"/>
                  </a:cubicBezTo>
                  <a:lnTo>
                    <a:pt x="11444" y="5090"/>
                  </a:lnTo>
                  <a:cubicBezTo>
                    <a:pt x="11392" y="5089"/>
                    <a:pt x="11341" y="5065"/>
                    <a:pt x="11308" y="5027"/>
                  </a:cubicBezTo>
                  <a:cubicBezTo>
                    <a:pt x="11257" y="4973"/>
                    <a:pt x="11192" y="4948"/>
                    <a:pt x="11128" y="4948"/>
                  </a:cubicBezTo>
                  <a:cubicBezTo>
                    <a:pt x="11001" y="4948"/>
                    <a:pt x="10880" y="5045"/>
                    <a:pt x="10880" y="5196"/>
                  </a:cubicBezTo>
                  <a:lnTo>
                    <a:pt x="10880" y="10465"/>
                  </a:lnTo>
                  <a:lnTo>
                    <a:pt x="10134" y="10465"/>
                  </a:lnTo>
                  <a:lnTo>
                    <a:pt x="10134" y="8564"/>
                  </a:lnTo>
                  <a:cubicBezTo>
                    <a:pt x="10134" y="8436"/>
                    <a:pt x="10039" y="8373"/>
                    <a:pt x="9944" y="8373"/>
                  </a:cubicBezTo>
                  <a:cubicBezTo>
                    <a:pt x="9849" y="8373"/>
                    <a:pt x="9754" y="8436"/>
                    <a:pt x="9754" y="8564"/>
                  </a:cubicBezTo>
                  <a:lnTo>
                    <a:pt x="9754" y="10513"/>
                  </a:lnTo>
                  <a:cubicBezTo>
                    <a:pt x="9648" y="10570"/>
                    <a:pt x="9585" y="10681"/>
                    <a:pt x="9585" y="10801"/>
                  </a:cubicBezTo>
                  <a:lnTo>
                    <a:pt x="9585" y="11056"/>
                  </a:lnTo>
                  <a:lnTo>
                    <a:pt x="7536" y="11056"/>
                  </a:lnTo>
                  <a:lnTo>
                    <a:pt x="7536" y="10801"/>
                  </a:lnTo>
                  <a:cubicBezTo>
                    <a:pt x="7536" y="10681"/>
                    <a:pt x="7473" y="10570"/>
                    <a:pt x="7367" y="10513"/>
                  </a:cubicBezTo>
                  <a:lnTo>
                    <a:pt x="7367" y="5436"/>
                  </a:lnTo>
                  <a:cubicBezTo>
                    <a:pt x="7431" y="5458"/>
                    <a:pt x="7494" y="5468"/>
                    <a:pt x="7555" y="5468"/>
                  </a:cubicBezTo>
                  <a:cubicBezTo>
                    <a:pt x="7923" y="5468"/>
                    <a:pt x="8216" y="5099"/>
                    <a:pt x="8084" y="4715"/>
                  </a:cubicBezTo>
                  <a:lnTo>
                    <a:pt x="9037" y="4715"/>
                  </a:lnTo>
                  <a:cubicBezTo>
                    <a:pt x="8965" y="4917"/>
                    <a:pt x="9013" y="5138"/>
                    <a:pt x="9157" y="5292"/>
                  </a:cubicBezTo>
                  <a:cubicBezTo>
                    <a:pt x="9267" y="5405"/>
                    <a:pt x="9416" y="5467"/>
                    <a:pt x="9567" y="5467"/>
                  </a:cubicBezTo>
                  <a:cubicBezTo>
                    <a:pt x="9628" y="5467"/>
                    <a:pt x="9690" y="5457"/>
                    <a:pt x="9749" y="5436"/>
                  </a:cubicBezTo>
                  <a:lnTo>
                    <a:pt x="9749" y="7630"/>
                  </a:lnTo>
                  <a:cubicBezTo>
                    <a:pt x="9749" y="7758"/>
                    <a:pt x="9844" y="7822"/>
                    <a:pt x="9939" y="7822"/>
                  </a:cubicBezTo>
                  <a:cubicBezTo>
                    <a:pt x="10034" y="7822"/>
                    <a:pt x="10129" y="7758"/>
                    <a:pt x="10129" y="7630"/>
                  </a:cubicBezTo>
                  <a:lnTo>
                    <a:pt x="10129" y="5196"/>
                  </a:lnTo>
                  <a:cubicBezTo>
                    <a:pt x="10129" y="5045"/>
                    <a:pt x="10008" y="4948"/>
                    <a:pt x="9881" y="4948"/>
                  </a:cubicBezTo>
                  <a:cubicBezTo>
                    <a:pt x="9817" y="4948"/>
                    <a:pt x="9752" y="4973"/>
                    <a:pt x="9701" y="5027"/>
                  </a:cubicBezTo>
                  <a:cubicBezTo>
                    <a:pt x="9663" y="5068"/>
                    <a:pt x="9615" y="5086"/>
                    <a:pt x="9568" y="5086"/>
                  </a:cubicBezTo>
                  <a:cubicBezTo>
                    <a:pt x="9471" y="5086"/>
                    <a:pt x="9377" y="5009"/>
                    <a:pt x="9383" y="4893"/>
                  </a:cubicBezTo>
                  <a:cubicBezTo>
                    <a:pt x="9393" y="4792"/>
                    <a:pt x="9480" y="4715"/>
                    <a:pt x="9581" y="4715"/>
                  </a:cubicBezTo>
                  <a:close/>
                  <a:moveTo>
                    <a:pt x="11048" y="10845"/>
                  </a:moveTo>
                  <a:lnTo>
                    <a:pt x="11048" y="11056"/>
                  </a:lnTo>
                  <a:lnTo>
                    <a:pt x="9966" y="11056"/>
                  </a:lnTo>
                  <a:lnTo>
                    <a:pt x="9966" y="10845"/>
                  </a:lnTo>
                  <a:close/>
                  <a:moveTo>
                    <a:pt x="11515" y="11441"/>
                  </a:moveTo>
                  <a:cubicBezTo>
                    <a:pt x="11606" y="11441"/>
                    <a:pt x="11683" y="11518"/>
                    <a:pt x="11683" y="11610"/>
                  </a:cubicBezTo>
                  <a:lnTo>
                    <a:pt x="11683" y="11826"/>
                  </a:lnTo>
                  <a:lnTo>
                    <a:pt x="5486" y="11826"/>
                  </a:lnTo>
                  <a:cubicBezTo>
                    <a:pt x="5231" y="11826"/>
                    <a:pt x="5231" y="12206"/>
                    <a:pt x="5486" y="12206"/>
                  </a:cubicBezTo>
                  <a:lnTo>
                    <a:pt x="11895" y="12206"/>
                  </a:lnTo>
                  <a:cubicBezTo>
                    <a:pt x="11996" y="12206"/>
                    <a:pt x="12073" y="12288"/>
                    <a:pt x="12073" y="12389"/>
                  </a:cubicBezTo>
                  <a:lnTo>
                    <a:pt x="12073" y="12596"/>
                  </a:lnTo>
                  <a:lnTo>
                    <a:pt x="1006" y="12596"/>
                  </a:lnTo>
                  <a:lnTo>
                    <a:pt x="1006" y="12389"/>
                  </a:lnTo>
                  <a:cubicBezTo>
                    <a:pt x="1006" y="12288"/>
                    <a:pt x="1088" y="12206"/>
                    <a:pt x="1189" y="12206"/>
                  </a:cubicBezTo>
                  <a:lnTo>
                    <a:pt x="4538" y="12206"/>
                  </a:lnTo>
                  <a:cubicBezTo>
                    <a:pt x="4793" y="12206"/>
                    <a:pt x="4793" y="11826"/>
                    <a:pt x="4538" y="11826"/>
                  </a:cubicBezTo>
                  <a:lnTo>
                    <a:pt x="1405" y="11826"/>
                  </a:lnTo>
                  <a:lnTo>
                    <a:pt x="1405" y="11610"/>
                  </a:lnTo>
                  <a:cubicBezTo>
                    <a:pt x="1405" y="11518"/>
                    <a:pt x="1478" y="11441"/>
                    <a:pt x="1574" y="11441"/>
                  </a:cubicBezTo>
                  <a:close/>
                  <a:moveTo>
                    <a:pt x="6552" y="0"/>
                  </a:moveTo>
                  <a:cubicBezTo>
                    <a:pt x="6494" y="0"/>
                    <a:pt x="6436" y="16"/>
                    <a:pt x="6386" y="47"/>
                  </a:cubicBezTo>
                  <a:lnTo>
                    <a:pt x="1155" y="3088"/>
                  </a:lnTo>
                  <a:cubicBezTo>
                    <a:pt x="1141" y="3098"/>
                    <a:pt x="1126" y="3107"/>
                    <a:pt x="1112" y="3122"/>
                  </a:cubicBezTo>
                  <a:cubicBezTo>
                    <a:pt x="1025" y="3194"/>
                    <a:pt x="972" y="3300"/>
                    <a:pt x="972" y="3411"/>
                  </a:cubicBezTo>
                  <a:lnTo>
                    <a:pt x="972" y="4349"/>
                  </a:lnTo>
                  <a:cubicBezTo>
                    <a:pt x="972" y="4522"/>
                    <a:pt x="1093" y="4671"/>
                    <a:pt x="1261" y="4710"/>
                  </a:cubicBezTo>
                  <a:cubicBezTo>
                    <a:pt x="1184" y="4912"/>
                    <a:pt x="1232" y="5138"/>
                    <a:pt x="1381" y="5292"/>
                  </a:cubicBezTo>
                  <a:cubicBezTo>
                    <a:pt x="1487" y="5408"/>
                    <a:pt x="1633" y="5468"/>
                    <a:pt x="1783" y="5468"/>
                  </a:cubicBezTo>
                  <a:cubicBezTo>
                    <a:pt x="1845" y="5468"/>
                    <a:pt x="1908" y="5457"/>
                    <a:pt x="1968" y="5436"/>
                  </a:cubicBezTo>
                  <a:lnTo>
                    <a:pt x="1968" y="10513"/>
                  </a:lnTo>
                  <a:cubicBezTo>
                    <a:pt x="1867" y="10570"/>
                    <a:pt x="1805" y="10681"/>
                    <a:pt x="1805" y="10801"/>
                  </a:cubicBezTo>
                  <a:lnTo>
                    <a:pt x="1805" y="11056"/>
                  </a:lnTo>
                  <a:lnTo>
                    <a:pt x="1574" y="11056"/>
                  </a:lnTo>
                  <a:cubicBezTo>
                    <a:pt x="1271" y="11056"/>
                    <a:pt x="1025" y="11307"/>
                    <a:pt x="1025" y="11610"/>
                  </a:cubicBezTo>
                  <a:lnTo>
                    <a:pt x="1025" y="11855"/>
                  </a:lnTo>
                  <a:cubicBezTo>
                    <a:pt x="790" y="11927"/>
                    <a:pt x="631" y="12144"/>
                    <a:pt x="631" y="12389"/>
                  </a:cubicBezTo>
                  <a:lnTo>
                    <a:pt x="631" y="12596"/>
                  </a:lnTo>
                  <a:lnTo>
                    <a:pt x="255" y="12596"/>
                  </a:lnTo>
                  <a:cubicBezTo>
                    <a:pt x="0" y="12596"/>
                    <a:pt x="0" y="12976"/>
                    <a:pt x="255" y="12976"/>
                  </a:cubicBezTo>
                  <a:lnTo>
                    <a:pt x="12838" y="12976"/>
                  </a:lnTo>
                  <a:cubicBezTo>
                    <a:pt x="13088" y="12976"/>
                    <a:pt x="13088" y="12596"/>
                    <a:pt x="12838" y="12596"/>
                  </a:cubicBezTo>
                  <a:lnTo>
                    <a:pt x="12458" y="12596"/>
                  </a:lnTo>
                  <a:lnTo>
                    <a:pt x="12458" y="12389"/>
                  </a:lnTo>
                  <a:cubicBezTo>
                    <a:pt x="12458" y="12144"/>
                    <a:pt x="12299" y="11927"/>
                    <a:pt x="12063" y="11850"/>
                  </a:cubicBezTo>
                  <a:lnTo>
                    <a:pt x="12063" y="11610"/>
                  </a:lnTo>
                  <a:cubicBezTo>
                    <a:pt x="12063" y="11302"/>
                    <a:pt x="11818" y="11056"/>
                    <a:pt x="11515" y="11056"/>
                  </a:cubicBezTo>
                  <a:lnTo>
                    <a:pt x="11424" y="11056"/>
                  </a:lnTo>
                  <a:lnTo>
                    <a:pt x="11424" y="10797"/>
                  </a:lnTo>
                  <a:cubicBezTo>
                    <a:pt x="11424" y="10681"/>
                    <a:pt x="11361" y="10570"/>
                    <a:pt x="11260" y="10513"/>
                  </a:cubicBezTo>
                  <a:lnTo>
                    <a:pt x="11260" y="5436"/>
                  </a:lnTo>
                  <a:cubicBezTo>
                    <a:pt x="11324" y="5458"/>
                    <a:pt x="11387" y="5468"/>
                    <a:pt x="11448" y="5468"/>
                  </a:cubicBezTo>
                  <a:cubicBezTo>
                    <a:pt x="11841" y="5468"/>
                    <a:pt x="12140" y="5048"/>
                    <a:pt x="11953" y="4657"/>
                  </a:cubicBezTo>
                  <a:cubicBezTo>
                    <a:pt x="12054" y="4589"/>
                    <a:pt x="12116" y="4474"/>
                    <a:pt x="12116" y="4349"/>
                  </a:cubicBezTo>
                  <a:lnTo>
                    <a:pt x="12116" y="3415"/>
                  </a:lnTo>
                  <a:cubicBezTo>
                    <a:pt x="12116" y="3276"/>
                    <a:pt x="12039" y="3151"/>
                    <a:pt x="11919" y="3088"/>
                  </a:cubicBezTo>
                  <a:lnTo>
                    <a:pt x="6722" y="47"/>
                  </a:lnTo>
                  <a:cubicBezTo>
                    <a:pt x="6670" y="16"/>
                    <a:pt x="6611" y="0"/>
                    <a:pt x="6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81"/>
          <p:cNvGrpSpPr/>
          <p:nvPr/>
        </p:nvGrpSpPr>
        <p:grpSpPr>
          <a:xfrm>
            <a:off x="3527014" y="2909524"/>
            <a:ext cx="362228" cy="343187"/>
            <a:chOff x="3527014" y="2909524"/>
            <a:chExt cx="362228" cy="343187"/>
          </a:xfrm>
        </p:grpSpPr>
        <p:sp>
          <p:nvSpPr>
            <p:cNvPr id="10465" name="Google Shape;10465;p81"/>
            <p:cNvSpPr/>
            <p:nvPr/>
          </p:nvSpPr>
          <p:spPr>
            <a:xfrm>
              <a:off x="3591009" y="2923162"/>
              <a:ext cx="183514" cy="324487"/>
            </a:xfrm>
            <a:custGeom>
              <a:rect b="b" l="l" r="r" t="t"/>
              <a:pathLst>
                <a:path extrusionOk="0" h="12372" w="6997">
                  <a:moveTo>
                    <a:pt x="684" y="1"/>
                  </a:moveTo>
                  <a:cubicBezTo>
                    <a:pt x="308" y="1"/>
                    <a:pt x="0" y="309"/>
                    <a:pt x="0" y="684"/>
                  </a:cubicBezTo>
                  <a:lnTo>
                    <a:pt x="0" y="11688"/>
                  </a:lnTo>
                  <a:cubicBezTo>
                    <a:pt x="0" y="12064"/>
                    <a:pt x="308" y="12372"/>
                    <a:pt x="684" y="12372"/>
                  </a:cubicBezTo>
                  <a:lnTo>
                    <a:pt x="6313" y="12372"/>
                  </a:lnTo>
                  <a:cubicBezTo>
                    <a:pt x="6689" y="12372"/>
                    <a:pt x="6997" y="12064"/>
                    <a:pt x="6997" y="11688"/>
                  </a:cubicBezTo>
                  <a:lnTo>
                    <a:pt x="6997" y="684"/>
                  </a:lnTo>
                  <a:cubicBezTo>
                    <a:pt x="6997" y="309"/>
                    <a:pt x="6689" y="1"/>
                    <a:pt x="6313"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1"/>
            <p:cNvSpPr/>
            <p:nvPr/>
          </p:nvSpPr>
          <p:spPr>
            <a:xfrm>
              <a:off x="3739430" y="2923293"/>
              <a:ext cx="35092" cy="324355"/>
            </a:xfrm>
            <a:custGeom>
              <a:rect b="b" l="l" r="r" t="t"/>
              <a:pathLst>
                <a:path extrusionOk="0" h="12367" w="1338">
                  <a:moveTo>
                    <a:pt x="0" y="1"/>
                  </a:moveTo>
                  <a:cubicBezTo>
                    <a:pt x="375" y="1"/>
                    <a:pt x="678" y="304"/>
                    <a:pt x="678" y="679"/>
                  </a:cubicBezTo>
                  <a:lnTo>
                    <a:pt x="678" y="11688"/>
                  </a:lnTo>
                  <a:cubicBezTo>
                    <a:pt x="678" y="12064"/>
                    <a:pt x="375" y="12367"/>
                    <a:pt x="0" y="12367"/>
                  </a:cubicBezTo>
                  <a:lnTo>
                    <a:pt x="654" y="12367"/>
                  </a:lnTo>
                  <a:cubicBezTo>
                    <a:pt x="1030" y="12367"/>
                    <a:pt x="1338" y="12064"/>
                    <a:pt x="1338" y="11688"/>
                  </a:cubicBezTo>
                  <a:lnTo>
                    <a:pt x="1338" y="679"/>
                  </a:lnTo>
                  <a:cubicBezTo>
                    <a:pt x="1338" y="304"/>
                    <a:pt x="1030" y="1"/>
                    <a:pt x="65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1"/>
            <p:cNvSpPr/>
            <p:nvPr/>
          </p:nvSpPr>
          <p:spPr>
            <a:xfrm>
              <a:off x="3591009" y="3202197"/>
              <a:ext cx="183514" cy="45452"/>
            </a:xfrm>
            <a:custGeom>
              <a:rect b="b" l="l" r="r" t="t"/>
              <a:pathLst>
                <a:path extrusionOk="0" h="1733" w="6997">
                  <a:moveTo>
                    <a:pt x="0" y="0"/>
                  </a:moveTo>
                  <a:lnTo>
                    <a:pt x="0" y="1049"/>
                  </a:lnTo>
                  <a:cubicBezTo>
                    <a:pt x="0" y="1425"/>
                    <a:pt x="308" y="1733"/>
                    <a:pt x="684" y="1733"/>
                  </a:cubicBezTo>
                  <a:lnTo>
                    <a:pt x="6313" y="1733"/>
                  </a:lnTo>
                  <a:cubicBezTo>
                    <a:pt x="6689" y="1733"/>
                    <a:pt x="6997" y="1425"/>
                    <a:pt x="6997" y="1049"/>
                  </a:cubicBezTo>
                  <a:lnTo>
                    <a:pt x="6997" y="0"/>
                  </a:ln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1"/>
            <p:cNvSpPr/>
            <p:nvPr/>
          </p:nvSpPr>
          <p:spPr>
            <a:xfrm>
              <a:off x="3739430" y="3202197"/>
              <a:ext cx="35092" cy="45452"/>
            </a:xfrm>
            <a:custGeom>
              <a:rect b="b" l="l" r="r" t="t"/>
              <a:pathLst>
                <a:path extrusionOk="0" h="1733" w="1338">
                  <a:moveTo>
                    <a:pt x="678" y="0"/>
                  </a:moveTo>
                  <a:lnTo>
                    <a:pt x="678" y="1049"/>
                  </a:lnTo>
                  <a:cubicBezTo>
                    <a:pt x="678" y="1425"/>
                    <a:pt x="375" y="1733"/>
                    <a:pt x="0" y="1733"/>
                  </a:cubicBezTo>
                  <a:lnTo>
                    <a:pt x="654" y="1733"/>
                  </a:lnTo>
                  <a:cubicBezTo>
                    <a:pt x="1030" y="1733"/>
                    <a:pt x="1338" y="1425"/>
                    <a:pt x="1338" y="1049"/>
                  </a:cubicBezTo>
                  <a:lnTo>
                    <a:pt x="1338" y="0"/>
                  </a:ln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1"/>
            <p:cNvSpPr/>
            <p:nvPr/>
          </p:nvSpPr>
          <p:spPr>
            <a:xfrm>
              <a:off x="3591009" y="2923293"/>
              <a:ext cx="183514" cy="45452"/>
            </a:xfrm>
            <a:custGeom>
              <a:rect b="b" l="l" r="r" t="t"/>
              <a:pathLst>
                <a:path extrusionOk="0" h="1733" w="6997">
                  <a:moveTo>
                    <a:pt x="684" y="1"/>
                  </a:moveTo>
                  <a:cubicBezTo>
                    <a:pt x="304" y="1"/>
                    <a:pt x="0" y="304"/>
                    <a:pt x="0" y="679"/>
                  </a:cubicBezTo>
                  <a:lnTo>
                    <a:pt x="0" y="1733"/>
                  </a:lnTo>
                  <a:lnTo>
                    <a:pt x="6997" y="1733"/>
                  </a:lnTo>
                  <a:lnTo>
                    <a:pt x="6997" y="679"/>
                  </a:lnTo>
                  <a:cubicBezTo>
                    <a:pt x="6997" y="304"/>
                    <a:pt x="6689" y="1"/>
                    <a:pt x="6313" y="1"/>
                  </a:cubicBez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1"/>
            <p:cNvSpPr/>
            <p:nvPr/>
          </p:nvSpPr>
          <p:spPr>
            <a:xfrm>
              <a:off x="3739430" y="2923293"/>
              <a:ext cx="35092" cy="45452"/>
            </a:xfrm>
            <a:custGeom>
              <a:rect b="b" l="l" r="r" t="t"/>
              <a:pathLst>
                <a:path extrusionOk="0" h="1733" w="1338">
                  <a:moveTo>
                    <a:pt x="0" y="1"/>
                  </a:moveTo>
                  <a:cubicBezTo>
                    <a:pt x="375" y="1"/>
                    <a:pt x="678" y="304"/>
                    <a:pt x="678" y="679"/>
                  </a:cubicBezTo>
                  <a:lnTo>
                    <a:pt x="678" y="1733"/>
                  </a:lnTo>
                  <a:lnTo>
                    <a:pt x="1338" y="1733"/>
                  </a:lnTo>
                  <a:lnTo>
                    <a:pt x="1338" y="679"/>
                  </a:lnTo>
                  <a:cubicBezTo>
                    <a:pt x="1338" y="304"/>
                    <a:pt x="1030" y="1"/>
                    <a:pt x="654" y="1"/>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1"/>
            <p:cNvSpPr/>
            <p:nvPr/>
          </p:nvSpPr>
          <p:spPr>
            <a:xfrm>
              <a:off x="3681861" y="3020598"/>
              <a:ext cx="202214" cy="129118"/>
            </a:xfrm>
            <a:custGeom>
              <a:rect b="b" l="l" r="r" t="t"/>
              <a:pathLst>
                <a:path extrusionOk="0" h="4923" w="7710">
                  <a:moveTo>
                    <a:pt x="241" y="0"/>
                  </a:moveTo>
                  <a:cubicBezTo>
                    <a:pt x="112" y="5"/>
                    <a:pt x="6" y="111"/>
                    <a:pt x="1" y="241"/>
                  </a:cubicBezTo>
                  <a:lnTo>
                    <a:pt x="1" y="4687"/>
                  </a:lnTo>
                  <a:cubicBezTo>
                    <a:pt x="6" y="4817"/>
                    <a:pt x="112" y="4918"/>
                    <a:pt x="241" y="4923"/>
                  </a:cubicBezTo>
                  <a:lnTo>
                    <a:pt x="7473" y="4923"/>
                  </a:lnTo>
                  <a:cubicBezTo>
                    <a:pt x="7603" y="4918"/>
                    <a:pt x="7709" y="4817"/>
                    <a:pt x="7709" y="4687"/>
                  </a:cubicBezTo>
                  <a:lnTo>
                    <a:pt x="7709" y="241"/>
                  </a:lnTo>
                  <a:cubicBezTo>
                    <a:pt x="7709" y="111"/>
                    <a:pt x="7603" y="5"/>
                    <a:pt x="747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1"/>
            <p:cNvSpPr/>
            <p:nvPr/>
          </p:nvSpPr>
          <p:spPr>
            <a:xfrm>
              <a:off x="3861336" y="3020729"/>
              <a:ext cx="22739" cy="128987"/>
            </a:xfrm>
            <a:custGeom>
              <a:rect b="b" l="l" r="r" t="t"/>
              <a:pathLst>
                <a:path extrusionOk="0" h="4918" w="867">
                  <a:moveTo>
                    <a:pt x="0" y="0"/>
                  </a:moveTo>
                  <a:cubicBezTo>
                    <a:pt x="130" y="0"/>
                    <a:pt x="231" y="106"/>
                    <a:pt x="236" y="236"/>
                  </a:cubicBezTo>
                  <a:lnTo>
                    <a:pt x="236" y="4682"/>
                  </a:lnTo>
                  <a:cubicBezTo>
                    <a:pt x="231" y="4812"/>
                    <a:pt x="130" y="4913"/>
                    <a:pt x="0" y="4918"/>
                  </a:cubicBezTo>
                  <a:lnTo>
                    <a:pt x="630" y="4918"/>
                  </a:lnTo>
                  <a:cubicBezTo>
                    <a:pt x="760" y="4913"/>
                    <a:pt x="866" y="4812"/>
                    <a:pt x="866" y="4682"/>
                  </a:cubicBezTo>
                  <a:lnTo>
                    <a:pt x="866" y="236"/>
                  </a:lnTo>
                  <a:cubicBezTo>
                    <a:pt x="866" y="106"/>
                    <a:pt x="760" y="0"/>
                    <a:pt x="630" y="0"/>
                  </a:cubicBezTo>
                  <a:close/>
                </a:path>
              </a:pathLst>
            </a:custGeom>
            <a:solidFill>
              <a:srgbClr val="6A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1"/>
            <p:cNvSpPr/>
            <p:nvPr/>
          </p:nvSpPr>
          <p:spPr>
            <a:xfrm>
              <a:off x="3791780" y="3043940"/>
              <a:ext cx="45216" cy="38633"/>
            </a:xfrm>
            <a:custGeom>
              <a:rect b="b" l="l" r="r" t="t"/>
              <a:pathLst>
                <a:path extrusionOk="0" h="1473" w="1724">
                  <a:moveTo>
                    <a:pt x="987" y="1"/>
                  </a:moveTo>
                  <a:cubicBezTo>
                    <a:pt x="328" y="1"/>
                    <a:pt x="1" y="795"/>
                    <a:pt x="468" y="1256"/>
                  </a:cubicBezTo>
                  <a:cubicBezTo>
                    <a:pt x="617" y="1406"/>
                    <a:pt x="801" y="1473"/>
                    <a:pt x="982" y="1473"/>
                  </a:cubicBezTo>
                  <a:cubicBezTo>
                    <a:pt x="1360" y="1473"/>
                    <a:pt x="1723" y="1180"/>
                    <a:pt x="1723" y="737"/>
                  </a:cubicBezTo>
                  <a:cubicBezTo>
                    <a:pt x="1723" y="328"/>
                    <a:pt x="1391" y="1"/>
                    <a:pt x="98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1"/>
            <p:cNvSpPr/>
            <p:nvPr/>
          </p:nvSpPr>
          <p:spPr>
            <a:xfrm>
              <a:off x="3817274" y="3043940"/>
              <a:ext cx="45216" cy="38633"/>
            </a:xfrm>
            <a:custGeom>
              <a:rect b="b" l="l" r="r" t="t"/>
              <a:pathLst>
                <a:path extrusionOk="0" h="1473" w="1724">
                  <a:moveTo>
                    <a:pt x="987" y="1"/>
                  </a:moveTo>
                  <a:cubicBezTo>
                    <a:pt x="328" y="1"/>
                    <a:pt x="1" y="795"/>
                    <a:pt x="463" y="1256"/>
                  </a:cubicBezTo>
                  <a:cubicBezTo>
                    <a:pt x="614" y="1406"/>
                    <a:pt x="799" y="1473"/>
                    <a:pt x="980" y="1473"/>
                  </a:cubicBezTo>
                  <a:cubicBezTo>
                    <a:pt x="1360" y="1473"/>
                    <a:pt x="1723" y="1180"/>
                    <a:pt x="1723" y="737"/>
                  </a:cubicBezTo>
                  <a:cubicBezTo>
                    <a:pt x="1723" y="328"/>
                    <a:pt x="1391" y="1"/>
                    <a:pt x="987" y="1"/>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1"/>
            <p:cNvSpPr/>
            <p:nvPr/>
          </p:nvSpPr>
          <p:spPr>
            <a:xfrm>
              <a:off x="3706095" y="3045330"/>
              <a:ext cx="57700" cy="35879"/>
            </a:xfrm>
            <a:custGeom>
              <a:rect b="b" l="l" r="r" t="t"/>
              <a:pathLst>
                <a:path extrusionOk="0" h="1368" w="2200">
                  <a:moveTo>
                    <a:pt x="236" y="1"/>
                  </a:moveTo>
                  <a:cubicBezTo>
                    <a:pt x="107" y="1"/>
                    <a:pt x="1" y="106"/>
                    <a:pt x="1" y="236"/>
                  </a:cubicBezTo>
                  <a:lnTo>
                    <a:pt x="1" y="1126"/>
                  </a:lnTo>
                  <a:cubicBezTo>
                    <a:pt x="1" y="1256"/>
                    <a:pt x="107" y="1362"/>
                    <a:pt x="236" y="1367"/>
                  </a:cubicBezTo>
                  <a:lnTo>
                    <a:pt x="1964" y="1367"/>
                  </a:lnTo>
                  <a:cubicBezTo>
                    <a:pt x="2094" y="1362"/>
                    <a:pt x="2195" y="1256"/>
                    <a:pt x="2200" y="1131"/>
                  </a:cubicBezTo>
                  <a:lnTo>
                    <a:pt x="2200" y="236"/>
                  </a:lnTo>
                  <a:cubicBezTo>
                    <a:pt x="2195" y="106"/>
                    <a:pt x="2094" y="1"/>
                    <a:pt x="19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1"/>
            <p:cNvSpPr/>
            <p:nvPr/>
          </p:nvSpPr>
          <p:spPr>
            <a:xfrm>
              <a:off x="3702686" y="3101877"/>
              <a:ext cx="162584" cy="20221"/>
            </a:xfrm>
            <a:custGeom>
              <a:rect b="b" l="l" r="r" t="t"/>
              <a:pathLst>
                <a:path extrusionOk="0" h="771" w="6199">
                  <a:moveTo>
                    <a:pt x="237" y="0"/>
                  </a:moveTo>
                  <a:cubicBezTo>
                    <a:pt x="107" y="0"/>
                    <a:pt x="1" y="106"/>
                    <a:pt x="1" y="236"/>
                  </a:cubicBezTo>
                  <a:lnTo>
                    <a:pt x="1" y="529"/>
                  </a:lnTo>
                  <a:cubicBezTo>
                    <a:pt x="1" y="659"/>
                    <a:pt x="107" y="765"/>
                    <a:pt x="237" y="770"/>
                  </a:cubicBezTo>
                  <a:lnTo>
                    <a:pt x="5963" y="770"/>
                  </a:lnTo>
                  <a:cubicBezTo>
                    <a:pt x="6092" y="765"/>
                    <a:pt x="6194" y="659"/>
                    <a:pt x="6198" y="529"/>
                  </a:cubicBezTo>
                  <a:lnTo>
                    <a:pt x="6198" y="236"/>
                  </a:lnTo>
                  <a:cubicBezTo>
                    <a:pt x="6194" y="106"/>
                    <a:pt x="6092" y="0"/>
                    <a:pt x="5963"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1"/>
            <p:cNvSpPr/>
            <p:nvPr/>
          </p:nvSpPr>
          <p:spPr>
            <a:xfrm>
              <a:off x="3527014" y="2914717"/>
              <a:ext cx="106300" cy="90905"/>
            </a:xfrm>
            <a:custGeom>
              <a:rect b="b" l="l" r="r" t="t"/>
              <a:pathLst>
                <a:path extrusionOk="0" h="3466" w="4053">
                  <a:moveTo>
                    <a:pt x="2320" y="0"/>
                  </a:moveTo>
                  <a:cubicBezTo>
                    <a:pt x="776" y="0"/>
                    <a:pt x="1" y="1867"/>
                    <a:pt x="1093" y="2960"/>
                  </a:cubicBezTo>
                  <a:cubicBezTo>
                    <a:pt x="1425" y="3291"/>
                    <a:pt x="1868" y="3465"/>
                    <a:pt x="2319" y="3465"/>
                  </a:cubicBezTo>
                  <a:cubicBezTo>
                    <a:pt x="2543" y="3465"/>
                    <a:pt x="2769" y="3423"/>
                    <a:pt x="2984" y="3335"/>
                  </a:cubicBezTo>
                  <a:cubicBezTo>
                    <a:pt x="3629" y="3065"/>
                    <a:pt x="4052" y="2435"/>
                    <a:pt x="4052" y="1733"/>
                  </a:cubicBezTo>
                  <a:cubicBezTo>
                    <a:pt x="4052" y="775"/>
                    <a:pt x="3278" y="0"/>
                    <a:pt x="2320"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1"/>
            <p:cNvSpPr/>
            <p:nvPr/>
          </p:nvSpPr>
          <p:spPr>
            <a:xfrm>
              <a:off x="3579259" y="2914717"/>
              <a:ext cx="56310" cy="90957"/>
            </a:xfrm>
            <a:custGeom>
              <a:rect b="b" l="l" r="r" t="t"/>
              <a:pathLst>
                <a:path extrusionOk="0" h="3468" w="2147">
                  <a:moveTo>
                    <a:pt x="328" y="0"/>
                  </a:moveTo>
                  <a:cubicBezTo>
                    <a:pt x="217" y="0"/>
                    <a:pt x="107" y="10"/>
                    <a:pt x="1" y="29"/>
                  </a:cubicBezTo>
                  <a:cubicBezTo>
                    <a:pt x="814" y="188"/>
                    <a:pt x="1406" y="900"/>
                    <a:pt x="1406" y="1733"/>
                  </a:cubicBezTo>
                  <a:cubicBezTo>
                    <a:pt x="1406" y="2565"/>
                    <a:pt x="814" y="3277"/>
                    <a:pt x="1" y="3436"/>
                  </a:cubicBezTo>
                  <a:cubicBezTo>
                    <a:pt x="111" y="3457"/>
                    <a:pt x="221" y="3467"/>
                    <a:pt x="330" y="3467"/>
                  </a:cubicBezTo>
                  <a:cubicBezTo>
                    <a:pt x="1202" y="3467"/>
                    <a:pt x="1965" y="2804"/>
                    <a:pt x="2051" y="1896"/>
                  </a:cubicBezTo>
                  <a:cubicBezTo>
                    <a:pt x="2147" y="881"/>
                    <a:pt x="1348" y="0"/>
                    <a:pt x="328" y="0"/>
                  </a:cubicBezTo>
                  <a:close/>
                </a:path>
              </a:pathLst>
            </a:custGeom>
            <a:solidFill>
              <a:srgbClr val="75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1"/>
            <p:cNvSpPr/>
            <p:nvPr/>
          </p:nvSpPr>
          <p:spPr>
            <a:xfrm>
              <a:off x="3529296" y="2909524"/>
              <a:ext cx="359946" cy="343187"/>
            </a:xfrm>
            <a:custGeom>
              <a:rect b="b" l="l" r="r" t="t"/>
              <a:pathLst>
                <a:path extrusionOk="0" h="13085" w="13724">
                  <a:moveTo>
                    <a:pt x="8666" y="723"/>
                  </a:moveTo>
                  <a:cubicBezTo>
                    <a:pt x="8931" y="723"/>
                    <a:pt x="9148" y="935"/>
                    <a:pt x="9148" y="1204"/>
                  </a:cubicBezTo>
                  <a:lnTo>
                    <a:pt x="9148" y="2056"/>
                  </a:lnTo>
                  <a:lnTo>
                    <a:pt x="4158" y="2061"/>
                  </a:lnTo>
                  <a:cubicBezTo>
                    <a:pt x="4158" y="2017"/>
                    <a:pt x="4163" y="1974"/>
                    <a:pt x="4163" y="1931"/>
                  </a:cubicBezTo>
                  <a:cubicBezTo>
                    <a:pt x="4163" y="1488"/>
                    <a:pt x="4013" y="1064"/>
                    <a:pt x="3734" y="723"/>
                  </a:cubicBezTo>
                  <a:close/>
                  <a:moveTo>
                    <a:pt x="2219" y="391"/>
                  </a:moveTo>
                  <a:cubicBezTo>
                    <a:pt x="3009" y="391"/>
                    <a:pt x="3768" y="1005"/>
                    <a:pt x="3768" y="1931"/>
                  </a:cubicBezTo>
                  <a:cubicBezTo>
                    <a:pt x="3768" y="2777"/>
                    <a:pt x="3080" y="3466"/>
                    <a:pt x="2233" y="3466"/>
                  </a:cubicBezTo>
                  <a:cubicBezTo>
                    <a:pt x="867" y="3466"/>
                    <a:pt x="178" y="1810"/>
                    <a:pt x="1146" y="843"/>
                  </a:cubicBezTo>
                  <a:cubicBezTo>
                    <a:pt x="1458" y="531"/>
                    <a:pt x="1842" y="391"/>
                    <a:pt x="2219" y="391"/>
                  </a:cubicBezTo>
                  <a:close/>
                  <a:moveTo>
                    <a:pt x="9152" y="11357"/>
                  </a:moveTo>
                  <a:lnTo>
                    <a:pt x="9152" y="12213"/>
                  </a:lnTo>
                  <a:cubicBezTo>
                    <a:pt x="9152" y="12478"/>
                    <a:pt x="8936" y="12694"/>
                    <a:pt x="8671" y="12694"/>
                  </a:cubicBezTo>
                  <a:lnTo>
                    <a:pt x="3032" y="12694"/>
                  </a:lnTo>
                  <a:cubicBezTo>
                    <a:pt x="2767" y="12694"/>
                    <a:pt x="2551" y="12478"/>
                    <a:pt x="2551" y="12213"/>
                  </a:cubicBezTo>
                  <a:lnTo>
                    <a:pt x="2551" y="11357"/>
                  </a:lnTo>
                  <a:close/>
                  <a:moveTo>
                    <a:pt x="2236" y="1"/>
                  </a:moveTo>
                  <a:cubicBezTo>
                    <a:pt x="1438" y="1"/>
                    <a:pt x="671" y="499"/>
                    <a:pt x="400" y="1334"/>
                  </a:cubicBezTo>
                  <a:cubicBezTo>
                    <a:pt x="0" y="2551"/>
                    <a:pt x="876" y="3807"/>
                    <a:pt x="2156" y="3860"/>
                  </a:cubicBezTo>
                  <a:lnTo>
                    <a:pt x="2156" y="5698"/>
                  </a:lnTo>
                  <a:cubicBezTo>
                    <a:pt x="2156" y="5831"/>
                    <a:pt x="2255" y="5897"/>
                    <a:pt x="2353" y="5897"/>
                  </a:cubicBezTo>
                  <a:cubicBezTo>
                    <a:pt x="2452" y="5897"/>
                    <a:pt x="2551" y="5831"/>
                    <a:pt x="2551" y="5698"/>
                  </a:cubicBezTo>
                  <a:lnTo>
                    <a:pt x="2551" y="3836"/>
                  </a:lnTo>
                  <a:cubicBezTo>
                    <a:pt x="3287" y="3711"/>
                    <a:pt x="3884" y="3172"/>
                    <a:pt x="4090" y="2455"/>
                  </a:cubicBezTo>
                  <a:lnTo>
                    <a:pt x="9152" y="2455"/>
                  </a:lnTo>
                  <a:lnTo>
                    <a:pt x="9152" y="4043"/>
                  </a:lnTo>
                  <a:lnTo>
                    <a:pt x="6015" y="4043"/>
                  </a:lnTo>
                  <a:lnTo>
                    <a:pt x="6015" y="3360"/>
                  </a:lnTo>
                  <a:lnTo>
                    <a:pt x="5621" y="3360"/>
                  </a:lnTo>
                  <a:lnTo>
                    <a:pt x="5621" y="10048"/>
                  </a:lnTo>
                  <a:lnTo>
                    <a:pt x="6015" y="10048"/>
                  </a:lnTo>
                  <a:lnTo>
                    <a:pt x="6015" y="9350"/>
                  </a:lnTo>
                  <a:lnTo>
                    <a:pt x="9152" y="9350"/>
                  </a:lnTo>
                  <a:lnTo>
                    <a:pt x="9152" y="10957"/>
                  </a:lnTo>
                  <a:lnTo>
                    <a:pt x="2551" y="10957"/>
                  </a:lnTo>
                  <a:lnTo>
                    <a:pt x="2551" y="6540"/>
                  </a:lnTo>
                  <a:cubicBezTo>
                    <a:pt x="2551" y="6408"/>
                    <a:pt x="2452" y="6342"/>
                    <a:pt x="2353" y="6342"/>
                  </a:cubicBezTo>
                  <a:cubicBezTo>
                    <a:pt x="2255" y="6342"/>
                    <a:pt x="2156" y="6408"/>
                    <a:pt x="2156" y="6540"/>
                  </a:cubicBezTo>
                  <a:lnTo>
                    <a:pt x="2156" y="12208"/>
                  </a:lnTo>
                  <a:cubicBezTo>
                    <a:pt x="2156" y="12690"/>
                    <a:pt x="2551" y="13084"/>
                    <a:pt x="3037" y="13084"/>
                  </a:cubicBezTo>
                  <a:lnTo>
                    <a:pt x="8666" y="13084"/>
                  </a:lnTo>
                  <a:cubicBezTo>
                    <a:pt x="9119" y="13084"/>
                    <a:pt x="9494" y="12743"/>
                    <a:pt x="9542" y="12295"/>
                  </a:cubicBezTo>
                  <a:cubicBezTo>
                    <a:pt x="9547" y="12266"/>
                    <a:pt x="9547" y="12237"/>
                    <a:pt x="9547" y="12208"/>
                  </a:cubicBezTo>
                  <a:lnTo>
                    <a:pt x="9547" y="9350"/>
                  </a:lnTo>
                  <a:lnTo>
                    <a:pt x="10740" y="9350"/>
                  </a:lnTo>
                  <a:cubicBezTo>
                    <a:pt x="11000" y="9350"/>
                    <a:pt x="11000" y="8956"/>
                    <a:pt x="10740" y="8956"/>
                  </a:cubicBezTo>
                  <a:lnTo>
                    <a:pt x="6058" y="8956"/>
                  </a:lnTo>
                  <a:cubicBezTo>
                    <a:pt x="6034" y="8956"/>
                    <a:pt x="6020" y="8936"/>
                    <a:pt x="6020" y="8917"/>
                  </a:cubicBezTo>
                  <a:lnTo>
                    <a:pt x="6020" y="4476"/>
                  </a:lnTo>
                  <a:cubicBezTo>
                    <a:pt x="6020" y="4452"/>
                    <a:pt x="6034" y="4438"/>
                    <a:pt x="6058" y="4438"/>
                  </a:cubicBezTo>
                  <a:lnTo>
                    <a:pt x="13290" y="4438"/>
                  </a:lnTo>
                  <a:cubicBezTo>
                    <a:pt x="13292" y="4437"/>
                    <a:pt x="13295" y="4437"/>
                    <a:pt x="13296" y="4437"/>
                  </a:cubicBezTo>
                  <a:cubicBezTo>
                    <a:pt x="13314" y="4437"/>
                    <a:pt x="13329" y="4454"/>
                    <a:pt x="13329" y="4476"/>
                  </a:cubicBezTo>
                  <a:lnTo>
                    <a:pt x="13329" y="8922"/>
                  </a:lnTo>
                  <a:cubicBezTo>
                    <a:pt x="13329" y="8941"/>
                    <a:pt x="13310" y="8961"/>
                    <a:pt x="13290" y="8961"/>
                  </a:cubicBezTo>
                  <a:lnTo>
                    <a:pt x="11602" y="8961"/>
                  </a:lnTo>
                  <a:cubicBezTo>
                    <a:pt x="11337" y="8961"/>
                    <a:pt x="11337" y="9355"/>
                    <a:pt x="11602" y="9355"/>
                  </a:cubicBezTo>
                  <a:lnTo>
                    <a:pt x="13290" y="9355"/>
                  </a:lnTo>
                  <a:cubicBezTo>
                    <a:pt x="13531" y="9355"/>
                    <a:pt x="13724" y="9163"/>
                    <a:pt x="13724" y="8922"/>
                  </a:cubicBezTo>
                  <a:lnTo>
                    <a:pt x="13724" y="4476"/>
                  </a:lnTo>
                  <a:cubicBezTo>
                    <a:pt x="13724" y="4235"/>
                    <a:pt x="13531" y="4043"/>
                    <a:pt x="13290" y="4043"/>
                  </a:cubicBezTo>
                  <a:lnTo>
                    <a:pt x="9547" y="4043"/>
                  </a:lnTo>
                  <a:lnTo>
                    <a:pt x="9547" y="1204"/>
                  </a:lnTo>
                  <a:cubicBezTo>
                    <a:pt x="9547" y="1175"/>
                    <a:pt x="9542" y="1146"/>
                    <a:pt x="9542" y="1117"/>
                  </a:cubicBezTo>
                  <a:cubicBezTo>
                    <a:pt x="9494" y="670"/>
                    <a:pt x="9119" y="328"/>
                    <a:pt x="8666" y="328"/>
                  </a:cubicBezTo>
                  <a:lnTo>
                    <a:pt x="3306" y="328"/>
                  </a:lnTo>
                  <a:cubicBezTo>
                    <a:pt x="2972" y="105"/>
                    <a:pt x="2601" y="1"/>
                    <a:pt x="2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1"/>
            <p:cNvSpPr/>
            <p:nvPr/>
          </p:nvSpPr>
          <p:spPr>
            <a:xfrm>
              <a:off x="3791676" y="3038747"/>
              <a:ext cx="65647" cy="49019"/>
            </a:xfrm>
            <a:custGeom>
              <a:rect b="b" l="l" r="r" t="t"/>
              <a:pathLst>
                <a:path extrusionOk="0" h="1869" w="2503">
                  <a:moveTo>
                    <a:pt x="991" y="391"/>
                  </a:moveTo>
                  <a:cubicBezTo>
                    <a:pt x="1054" y="391"/>
                    <a:pt x="1116" y="401"/>
                    <a:pt x="1179" y="425"/>
                  </a:cubicBezTo>
                  <a:cubicBezTo>
                    <a:pt x="977" y="733"/>
                    <a:pt x="977" y="1127"/>
                    <a:pt x="1179" y="1435"/>
                  </a:cubicBezTo>
                  <a:cubicBezTo>
                    <a:pt x="1116" y="1458"/>
                    <a:pt x="1053" y="1469"/>
                    <a:pt x="992" y="1469"/>
                  </a:cubicBezTo>
                  <a:cubicBezTo>
                    <a:pt x="708" y="1469"/>
                    <a:pt x="456" y="1239"/>
                    <a:pt x="452" y="930"/>
                  </a:cubicBezTo>
                  <a:lnTo>
                    <a:pt x="448" y="935"/>
                  </a:lnTo>
                  <a:cubicBezTo>
                    <a:pt x="448" y="632"/>
                    <a:pt x="693" y="391"/>
                    <a:pt x="991" y="391"/>
                  </a:cubicBezTo>
                  <a:close/>
                  <a:moveTo>
                    <a:pt x="986" y="1"/>
                  </a:moveTo>
                  <a:cubicBezTo>
                    <a:pt x="903" y="1"/>
                    <a:pt x="819" y="12"/>
                    <a:pt x="736" y="35"/>
                  </a:cubicBezTo>
                  <a:cubicBezTo>
                    <a:pt x="289" y="160"/>
                    <a:pt x="0" y="598"/>
                    <a:pt x="67" y="1060"/>
                  </a:cubicBezTo>
                  <a:cubicBezTo>
                    <a:pt x="130" y="1522"/>
                    <a:pt x="525" y="1868"/>
                    <a:pt x="991" y="1868"/>
                  </a:cubicBezTo>
                  <a:cubicBezTo>
                    <a:pt x="1160" y="1868"/>
                    <a:pt x="1328" y="1820"/>
                    <a:pt x="1477" y="1729"/>
                  </a:cubicBezTo>
                  <a:cubicBezTo>
                    <a:pt x="1599" y="1655"/>
                    <a:pt x="1698" y="1556"/>
                    <a:pt x="1771" y="1443"/>
                  </a:cubicBezTo>
                  <a:lnTo>
                    <a:pt x="1771" y="1443"/>
                  </a:lnTo>
                  <a:cubicBezTo>
                    <a:pt x="1831" y="1465"/>
                    <a:pt x="1892" y="1475"/>
                    <a:pt x="1954" y="1475"/>
                  </a:cubicBezTo>
                  <a:cubicBezTo>
                    <a:pt x="2231" y="1475"/>
                    <a:pt x="2497" y="1260"/>
                    <a:pt x="2497" y="935"/>
                  </a:cubicBezTo>
                  <a:lnTo>
                    <a:pt x="2502" y="935"/>
                  </a:lnTo>
                  <a:cubicBezTo>
                    <a:pt x="2502" y="632"/>
                    <a:pt x="2257" y="391"/>
                    <a:pt x="1958" y="391"/>
                  </a:cubicBezTo>
                  <a:cubicBezTo>
                    <a:pt x="1890" y="391"/>
                    <a:pt x="1827" y="402"/>
                    <a:pt x="1770" y="423"/>
                  </a:cubicBezTo>
                  <a:lnTo>
                    <a:pt x="1770" y="423"/>
                  </a:lnTo>
                  <a:cubicBezTo>
                    <a:pt x="1798" y="466"/>
                    <a:pt x="1822" y="511"/>
                    <a:pt x="1843" y="559"/>
                  </a:cubicBezTo>
                  <a:cubicBezTo>
                    <a:pt x="1973" y="856"/>
                    <a:pt x="1937" y="1187"/>
                    <a:pt x="1771" y="1443"/>
                  </a:cubicBezTo>
                  <a:lnTo>
                    <a:pt x="1771" y="1443"/>
                  </a:lnTo>
                  <a:cubicBezTo>
                    <a:pt x="1701" y="1417"/>
                    <a:pt x="1633" y="1375"/>
                    <a:pt x="1574" y="1315"/>
                  </a:cubicBezTo>
                  <a:cubicBezTo>
                    <a:pt x="1280" y="1021"/>
                    <a:pt x="1417" y="549"/>
                    <a:pt x="1770" y="423"/>
                  </a:cubicBezTo>
                  <a:lnTo>
                    <a:pt x="1770" y="423"/>
                  </a:lnTo>
                  <a:cubicBezTo>
                    <a:pt x="1598" y="159"/>
                    <a:pt x="1300" y="1"/>
                    <a:pt x="9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1"/>
            <p:cNvSpPr/>
            <p:nvPr/>
          </p:nvSpPr>
          <p:spPr>
            <a:xfrm>
              <a:off x="3700928" y="3040163"/>
              <a:ext cx="68034" cy="46213"/>
            </a:xfrm>
            <a:custGeom>
              <a:rect b="b" l="l" r="r" t="t"/>
              <a:pathLst>
                <a:path extrusionOk="0" h="1762" w="2594">
                  <a:moveTo>
                    <a:pt x="2161" y="395"/>
                  </a:moveTo>
                  <a:cubicBezTo>
                    <a:pt x="2180" y="395"/>
                    <a:pt x="2199" y="409"/>
                    <a:pt x="2199" y="433"/>
                  </a:cubicBezTo>
                  <a:lnTo>
                    <a:pt x="2199" y="1328"/>
                  </a:lnTo>
                  <a:cubicBezTo>
                    <a:pt x="2199" y="1348"/>
                    <a:pt x="2180" y="1367"/>
                    <a:pt x="2161" y="1367"/>
                  </a:cubicBezTo>
                  <a:lnTo>
                    <a:pt x="433" y="1367"/>
                  </a:lnTo>
                  <a:cubicBezTo>
                    <a:pt x="414" y="1367"/>
                    <a:pt x="395" y="1348"/>
                    <a:pt x="395" y="1328"/>
                  </a:cubicBezTo>
                  <a:lnTo>
                    <a:pt x="395" y="1323"/>
                  </a:lnTo>
                  <a:lnTo>
                    <a:pt x="395" y="433"/>
                  </a:lnTo>
                  <a:cubicBezTo>
                    <a:pt x="395" y="409"/>
                    <a:pt x="414" y="395"/>
                    <a:pt x="433" y="395"/>
                  </a:cubicBezTo>
                  <a:close/>
                  <a:moveTo>
                    <a:pt x="433" y="0"/>
                  </a:moveTo>
                  <a:cubicBezTo>
                    <a:pt x="193" y="0"/>
                    <a:pt x="0" y="193"/>
                    <a:pt x="0" y="433"/>
                  </a:cubicBezTo>
                  <a:lnTo>
                    <a:pt x="0" y="1328"/>
                  </a:lnTo>
                  <a:cubicBezTo>
                    <a:pt x="0" y="1564"/>
                    <a:pt x="193" y="1761"/>
                    <a:pt x="433" y="1761"/>
                  </a:cubicBezTo>
                  <a:lnTo>
                    <a:pt x="2161" y="1761"/>
                  </a:lnTo>
                  <a:cubicBezTo>
                    <a:pt x="2397" y="1761"/>
                    <a:pt x="2594" y="1564"/>
                    <a:pt x="2594" y="1323"/>
                  </a:cubicBezTo>
                  <a:lnTo>
                    <a:pt x="2594" y="433"/>
                  </a:lnTo>
                  <a:cubicBezTo>
                    <a:pt x="2594" y="193"/>
                    <a:pt x="2397" y="0"/>
                    <a:pt x="2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1"/>
            <p:cNvSpPr/>
            <p:nvPr/>
          </p:nvSpPr>
          <p:spPr>
            <a:xfrm>
              <a:off x="3697519" y="3096683"/>
              <a:ext cx="172918" cy="30581"/>
            </a:xfrm>
            <a:custGeom>
              <a:rect b="b" l="l" r="r" t="t"/>
              <a:pathLst>
                <a:path extrusionOk="0" h="1166" w="6593">
                  <a:moveTo>
                    <a:pt x="6160" y="395"/>
                  </a:moveTo>
                  <a:cubicBezTo>
                    <a:pt x="6179" y="395"/>
                    <a:pt x="6198" y="415"/>
                    <a:pt x="6198" y="434"/>
                  </a:cubicBezTo>
                  <a:lnTo>
                    <a:pt x="6198" y="727"/>
                  </a:lnTo>
                  <a:cubicBezTo>
                    <a:pt x="6198" y="752"/>
                    <a:pt x="6179" y="771"/>
                    <a:pt x="6160" y="771"/>
                  </a:cubicBezTo>
                  <a:lnTo>
                    <a:pt x="434" y="771"/>
                  </a:lnTo>
                  <a:cubicBezTo>
                    <a:pt x="410" y="771"/>
                    <a:pt x="395" y="752"/>
                    <a:pt x="395" y="727"/>
                  </a:cubicBezTo>
                  <a:lnTo>
                    <a:pt x="395" y="434"/>
                  </a:lnTo>
                  <a:cubicBezTo>
                    <a:pt x="395" y="415"/>
                    <a:pt x="410" y="395"/>
                    <a:pt x="434" y="395"/>
                  </a:cubicBezTo>
                  <a:close/>
                  <a:moveTo>
                    <a:pt x="434" y="1"/>
                  </a:moveTo>
                  <a:cubicBezTo>
                    <a:pt x="193" y="1"/>
                    <a:pt x="1" y="193"/>
                    <a:pt x="1" y="434"/>
                  </a:cubicBezTo>
                  <a:lnTo>
                    <a:pt x="1" y="727"/>
                  </a:lnTo>
                  <a:cubicBezTo>
                    <a:pt x="1" y="968"/>
                    <a:pt x="193" y="1165"/>
                    <a:pt x="434" y="1165"/>
                  </a:cubicBezTo>
                  <a:lnTo>
                    <a:pt x="6160" y="1165"/>
                  </a:lnTo>
                  <a:cubicBezTo>
                    <a:pt x="6400" y="1165"/>
                    <a:pt x="6593" y="968"/>
                    <a:pt x="6593" y="727"/>
                  </a:cubicBezTo>
                  <a:lnTo>
                    <a:pt x="6593" y="434"/>
                  </a:lnTo>
                  <a:cubicBezTo>
                    <a:pt x="6593" y="193"/>
                    <a:pt x="6400" y="1"/>
                    <a:pt x="61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1"/>
            <p:cNvSpPr/>
            <p:nvPr/>
          </p:nvSpPr>
          <p:spPr>
            <a:xfrm>
              <a:off x="3565647" y="2944380"/>
              <a:ext cx="44561" cy="31447"/>
            </a:xfrm>
            <a:custGeom>
              <a:rect b="b" l="l" r="r" t="t"/>
              <a:pathLst>
                <a:path extrusionOk="0" h="1199" w="1699">
                  <a:moveTo>
                    <a:pt x="1418" y="1"/>
                  </a:moveTo>
                  <a:cubicBezTo>
                    <a:pt x="1369" y="1"/>
                    <a:pt x="1319" y="20"/>
                    <a:pt x="1275" y="68"/>
                  </a:cubicBezTo>
                  <a:lnTo>
                    <a:pt x="693" y="698"/>
                  </a:lnTo>
                  <a:lnTo>
                    <a:pt x="428" y="375"/>
                  </a:lnTo>
                  <a:cubicBezTo>
                    <a:pt x="385" y="320"/>
                    <a:pt x="331" y="297"/>
                    <a:pt x="278" y="297"/>
                  </a:cubicBezTo>
                  <a:cubicBezTo>
                    <a:pt x="134" y="297"/>
                    <a:pt x="1" y="469"/>
                    <a:pt x="121" y="621"/>
                  </a:cubicBezTo>
                  <a:lnTo>
                    <a:pt x="530" y="1126"/>
                  </a:lnTo>
                  <a:cubicBezTo>
                    <a:pt x="563" y="1169"/>
                    <a:pt x="616" y="1198"/>
                    <a:pt x="674" y="1198"/>
                  </a:cubicBezTo>
                  <a:lnTo>
                    <a:pt x="679" y="1198"/>
                  </a:lnTo>
                  <a:cubicBezTo>
                    <a:pt x="736" y="1198"/>
                    <a:pt x="789" y="1174"/>
                    <a:pt x="828" y="1136"/>
                  </a:cubicBezTo>
                  <a:lnTo>
                    <a:pt x="1564" y="337"/>
                  </a:lnTo>
                  <a:cubicBezTo>
                    <a:pt x="1698" y="188"/>
                    <a:pt x="1567" y="1"/>
                    <a:pt x="1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81"/>
          <p:cNvGrpSpPr/>
          <p:nvPr/>
        </p:nvGrpSpPr>
        <p:grpSpPr>
          <a:xfrm>
            <a:off x="2257297" y="4289484"/>
            <a:ext cx="408546" cy="353494"/>
            <a:chOff x="2181097" y="4289484"/>
            <a:chExt cx="408546" cy="353494"/>
          </a:xfrm>
        </p:grpSpPr>
        <p:sp>
          <p:nvSpPr>
            <p:cNvPr id="10485" name="Google Shape;10485;p81"/>
            <p:cNvSpPr/>
            <p:nvPr/>
          </p:nvSpPr>
          <p:spPr>
            <a:xfrm>
              <a:off x="2433117" y="4295438"/>
              <a:ext cx="56704" cy="68454"/>
            </a:xfrm>
            <a:custGeom>
              <a:rect b="b" l="l" r="r" t="t"/>
              <a:pathLst>
                <a:path extrusionOk="0" h="2610" w="2162">
                  <a:moveTo>
                    <a:pt x="1404" y="0"/>
                  </a:moveTo>
                  <a:cubicBezTo>
                    <a:pt x="1156" y="0"/>
                    <a:pt x="919" y="139"/>
                    <a:pt x="809" y="382"/>
                  </a:cubicBezTo>
                  <a:lnTo>
                    <a:pt x="1" y="2128"/>
                  </a:lnTo>
                  <a:lnTo>
                    <a:pt x="828" y="2609"/>
                  </a:lnTo>
                  <a:lnTo>
                    <a:pt x="1940" y="1036"/>
                  </a:lnTo>
                  <a:cubicBezTo>
                    <a:pt x="2161" y="718"/>
                    <a:pt x="2065" y="281"/>
                    <a:pt x="1733" y="88"/>
                  </a:cubicBezTo>
                  <a:cubicBezTo>
                    <a:pt x="1628" y="28"/>
                    <a:pt x="1515" y="0"/>
                    <a:pt x="1404"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1"/>
            <p:cNvSpPr/>
            <p:nvPr/>
          </p:nvSpPr>
          <p:spPr>
            <a:xfrm>
              <a:off x="2444474" y="4313351"/>
              <a:ext cx="41938" cy="50409"/>
            </a:xfrm>
            <a:custGeom>
              <a:rect b="b" l="l" r="r" t="t"/>
              <a:pathLst>
                <a:path extrusionOk="0" h="1922" w="1599">
                  <a:moveTo>
                    <a:pt x="1200" y="0"/>
                  </a:moveTo>
                  <a:cubicBezTo>
                    <a:pt x="954" y="0"/>
                    <a:pt x="717" y="140"/>
                    <a:pt x="607" y="382"/>
                  </a:cubicBezTo>
                  <a:lnTo>
                    <a:pt x="1" y="1695"/>
                  </a:lnTo>
                  <a:lnTo>
                    <a:pt x="395" y="1922"/>
                  </a:lnTo>
                  <a:lnTo>
                    <a:pt x="1507" y="348"/>
                  </a:lnTo>
                  <a:cubicBezTo>
                    <a:pt x="1550" y="286"/>
                    <a:pt x="1579" y="218"/>
                    <a:pt x="1598" y="141"/>
                  </a:cubicBezTo>
                  <a:cubicBezTo>
                    <a:pt x="1579" y="122"/>
                    <a:pt x="1555" y="108"/>
                    <a:pt x="1526" y="88"/>
                  </a:cubicBezTo>
                  <a:cubicBezTo>
                    <a:pt x="1423" y="29"/>
                    <a:pt x="1311" y="0"/>
                    <a:pt x="120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1"/>
            <p:cNvSpPr/>
            <p:nvPr/>
          </p:nvSpPr>
          <p:spPr>
            <a:xfrm>
              <a:off x="2272710" y="4568676"/>
              <a:ext cx="56704" cy="68349"/>
            </a:xfrm>
            <a:custGeom>
              <a:rect b="b" l="l" r="r" t="t"/>
              <a:pathLst>
                <a:path extrusionOk="0" h="2606" w="2162">
                  <a:moveTo>
                    <a:pt x="1329" y="1"/>
                  </a:moveTo>
                  <a:lnTo>
                    <a:pt x="222" y="1574"/>
                  </a:lnTo>
                  <a:cubicBezTo>
                    <a:pt x="1" y="1887"/>
                    <a:pt x="97" y="2325"/>
                    <a:pt x="429" y="2517"/>
                  </a:cubicBezTo>
                  <a:cubicBezTo>
                    <a:pt x="533" y="2577"/>
                    <a:pt x="645" y="2606"/>
                    <a:pt x="756" y="2606"/>
                  </a:cubicBezTo>
                  <a:cubicBezTo>
                    <a:pt x="1002" y="2606"/>
                    <a:pt x="1240" y="2467"/>
                    <a:pt x="1353" y="2229"/>
                  </a:cubicBezTo>
                  <a:lnTo>
                    <a:pt x="2161" y="482"/>
                  </a:lnTo>
                  <a:lnTo>
                    <a:pt x="132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1"/>
            <p:cNvSpPr/>
            <p:nvPr/>
          </p:nvSpPr>
          <p:spPr>
            <a:xfrm>
              <a:off x="2291279" y="4575259"/>
              <a:ext cx="38135" cy="56678"/>
            </a:xfrm>
            <a:custGeom>
              <a:rect b="b" l="l" r="r" t="t"/>
              <a:pathLst>
                <a:path extrusionOk="0" h="2161" w="1454">
                  <a:moveTo>
                    <a:pt x="1054" y="0"/>
                  </a:moveTo>
                  <a:lnTo>
                    <a:pt x="222" y="1179"/>
                  </a:lnTo>
                  <a:cubicBezTo>
                    <a:pt x="0" y="1492"/>
                    <a:pt x="97" y="1930"/>
                    <a:pt x="429" y="2122"/>
                  </a:cubicBezTo>
                  <a:cubicBezTo>
                    <a:pt x="457" y="2136"/>
                    <a:pt x="481" y="2151"/>
                    <a:pt x="510" y="2161"/>
                  </a:cubicBezTo>
                  <a:cubicBezTo>
                    <a:pt x="563" y="2108"/>
                    <a:pt x="611" y="2045"/>
                    <a:pt x="645" y="1978"/>
                  </a:cubicBezTo>
                  <a:lnTo>
                    <a:pt x="1453" y="226"/>
                  </a:lnTo>
                  <a:lnTo>
                    <a:pt x="105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1"/>
            <p:cNvSpPr/>
            <p:nvPr/>
          </p:nvSpPr>
          <p:spPr>
            <a:xfrm>
              <a:off x="2272605" y="4295438"/>
              <a:ext cx="56809" cy="68454"/>
            </a:xfrm>
            <a:custGeom>
              <a:rect b="b" l="l" r="r" t="t"/>
              <a:pathLst>
                <a:path extrusionOk="0" h="2610" w="2166">
                  <a:moveTo>
                    <a:pt x="759" y="0"/>
                  </a:moveTo>
                  <a:cubicBezTo>
                    <a:pt x="649" y="0"/>
                    <a:pt x="536" y="28"/>
                    <a:pt x="433" y="88"/>
                  </a:cubicBezTo>
                  <a:cubicBezTo>
                    <a:pt x="96" y="281"/>
                    <a:pt x="0" y="718"/>
                    <a:pt x="226" y="1036"/>
                  </a:cubicBezTo>
                  <a:lnTo>
                    <a:pt x="1333" y="2609"/>
                  </a:lnTo>
                  <a:lnTo>
                    <a:pt x="2165" y="2128"/>
                  </a:lnTo>
                  <a:lnTo>
                    <a:pt x="1357" y="382"/>
                  </a:lnTo>
                  <a:cubicBezTo>
                    <a:pt x="1244" y="139"/>
                    <a:pt x="1006" y="0"/>
                    <a:pt x="75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1"/>
            <p:cNvSpPr/>
            <p:nvPr/>
          </p:nvSpPr>
          <p:spPr>
            <a:xfrm>
              <a:off x="2291279" y="4300500"/>
              <a:ext cx="38135" cy="56835"/>
            </a:xfrm>
            <a:custGeom>
              <a:rect b="b" l="l" r="r" t="t"/>
              <a:pathLst>
                <a:path extrusionOk="0" h="2167" w="1454">
                  <a:moveTo>
                    <a:pt x="510" y="1"/>
                  </a:moveTo>
                  <a:cubicBezTo>
                    <a:pt x="481" y="11"/>
                    <a:pt x="457" y="25"/>
                    <a:pt x="429" y="39"/>
                  </a:cubicBezTo>
                  <a:cubicBezTo>
                    <a:pt x="97" y="232"/>
                    <a:pt x="0" y="670"/>
                    <a:pt x="222" y="983"/>
                  </a:cubicBezTo>
                  <a:lnTo>
                    <a:pt x="1054" y="2166"/>
                  </a:lnTo>
                  <a:lnTo>
                    <a:pt x="1453" y="1935"/>
                  </a:lnTo>
                  <a:lnTo>
                    <a:pt x="645" y="189"/>
                  </a:lnTo>
                  <a:cubicBezTo>
                    <a:pt x="611" y="116"/>
                    <a:pt x="563" y="54"/>
                    <a:pt x="51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1"/>
            <p:cNvSpPr/>
            <p:nvPr/>
          </p:nvSpPr>
          <p:spPr>
            <a:xfrm>
              <a:off x="2433117" y="4568571"/>
              <a:ext cx="56704" cy="68559"/>
            </a:xfrm>
            <a:custGeom>
              <a:rect b="b" l="l" r="r" t="t"/>
              <a:pathLst>
                <a:path extrusionOk="0" h="2614" w="2162">
                  <a:moveTo>
                    <a:pt x="828" y="0"/>
                  </a:moveTo>
                  <a:lnTo>
                    <a:pt x="1" y="481"/>
                  </a:lnTo>
                  <a:lnTo>
                    <a:pt x="809" y="2228"/>
                  </a:lnTo>
                  <a:cubicBezTo>
                    <a:pt x="919" y="2471"/>
                    <a:pt x="1159" y="2613"/>
                    <a:pt x="1407" y="2613"/>
                  </a:cubicBezTo>
                  <a:cubicBezTo>
                    <a:pt x="1518" y="2613"/>
                    <a:pt x="1630" y="2585"/>
                    <a:pt x="1733" y="2526"/>
                  </a:cubicBezTo>
                  <a:cubicBezTo>
                    <a:pt x="2065" y="2329"/>
                    <a:pt x="2161" y="1891"/>
                    <a:pt x="1940" y="1578"/>
                  </a:cubicBezTo>
                  <a:lnTo>
                    <a:pt x="828"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1"/>
            <p:cNvSpPr/>
            <p:nvPr/>
          </p:nvSpPr>
          <p:spPr>
            <a:xfrm>
              <a:off x="2444343" y="4568676"/>
              <a:ext cx="42069" cy="50435"/>
            </a:xfrm>
            <a:custGeom>
              <a:rect b="b" l="l" r="r" t="t"/>
              <a:pathLst>
                <a:path extrusionOk="0" h="1923" w="1604">
                  <a:moveTo>
                    <a:pt x="400" y="1"/>
                  </a:moveTo>
                  <a:lnTo>
                    <a:pt x="1" y="232"/>
                  </a:lnTo>
                  <a:lnTo>
                    <a:pt x="612" y="1541"/>
                  </a:lnTo>
                  <a:cubicBezTo>
                    <a:pt x="722" y="1783"/>
                    <a:pt x="959" y="1922"/>
                    <a:pt x="1205" y="1922"/>
                  </a:cubicBezTo>
                  <a:cubicBezTo>
                    <a:pt x="1316" y="1922"/>
                    <a:pt x="1428" y="1894"/>
                    <a:pt x="1531" y="1834"/>
                  </a:cubicBezTo>
                  <a:cubicBezTo>
                    <a:pt x="1560" y="1820"/>
                    <a:pt x="1584" y="1800"/>
                    <a:pt x="1603" y="1781"/>
                  </a:cubicBezTo>
                  <a:cubicBezTo>
                    <a:pt x="1584" y="1709"/>
                    <a:pt x="1550" y="1637"/>
                    <a:pt x="1507" y="1574"/>
                  </a:cubicBezTo>
                  <a:lnTo>
                    <a:pt x="40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1"/>
            <p:cNvSpPr/>
            <p:nvPr/>
          </p:nvSpPr>
          <p:spPr>
            <a:xfrm>
              <a:off x="2186657" y="4448973"/>
              <a:ext cx="69057" cy="34489"/>
            </a:xfrm>
            <a:custGeom>
              <a:rect b="b" l="l" r="r" t="t"/>
              <a:pathLst>
                <a:path extrusionOk="0" h="1315" w="2633">
                  <a:moveTo>
                    <a:pt x="659" y="1"/>
                  </a:moveTo>
                  <a:cubicBezTo>
                    <a:pt x="299" y="1"/>
                    <a:pt x="0" y="292"/>
                    <a:pt x="0" y="658"/>
                  </a:cubicBezTo>
                  <a:cubicBezTo>
                    <a:pt x="0" y="1023"/>
                    <a:pt x="299" y="1315"/>
                    <a:pt x="659" y="1315"/>
                  </a:cubicBezTo>
                  <a:cubicBezTo>
                    <a:pt x="678" y="1315"/>
                    <a:pt x="698" y="1314"/>
                    <a:pt x="717" y="1312"/>
                  </a:cubicBezTo>
                  <a:lnTo>
                    <a:pt x="2632" y="1139"/>
                  </a:lnTo>
                  <a:lnTo>
                    <a:pt x="2632" y="181"/>
                  </a:lnTo>
                  <a:lnTo>
                    <a:pt x="717" y="3"/>
                  </a:lnTo>
                  <a:cubicBezTo>
                    <a:pt x="698" y="2"/>
                    <a:pt x="678" y="1"/>
                    <a:pt x="65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1"/>
            <p:cNvSpPr/>
            <p:nvPr/>
          </p:nvSpPr>
          <p:spPr>
            <a:xfrm>
              <a:off x="2197647" y="4449026"/>
              <a:ext cx="58068" cy="20274"/>
            </a:xfrm>
            <a:custGeom>
              <a:rect b="b" l="l" r="r" t="t"/>
              <a:pathLst>
                <a:path extrusionOk="0" h="773" w="2214">
                  <a:moveTo>
                    <a:pt x="259" y="0"/>
                  </a:moveTo>
                  <a:cubicBezTo>
                    <a:pt x="195" y="0"/>
                    <a:pt x="132" y="9"/>
                    <a:pt x="72" y="25"/>
                  </a:cubicBezTo>
                  <a:cubicBezTo>
                    <a:pt x="0" y="420"/>
                    <a:pt x="304" y="772"/>
                    <a:pt x="688" y="772"/>
                  </a:cubicBezTo>
                  <a:cubicBezTo>
                    <a:pt x="717" y="772"/>
                    <a:pt x="746" y="770"/>
                    <a:pt x="775" y="766"/>
                  </a:cubicBezTo>
                  <a:lnTo>
                    <a:pt x="2213" y="637"/>
                  </a:lnTo>
                  <a:lnTo>
                    <a:pt x="2213" y="179"/>
                  </a:lnTo>
                  <a:lnTo>
                    <a:pt x="298" y="1"/>
                  </a:lnTo>
                  <a:cubicBezTo>
                    <a:pt x="285" y="1"/>
                    <a:pt x="272" y="0"/>
                    <a:pt x="25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1"/>
            <p:cNvSpPr/>
            <p:nvPr/>
          </p:nvSpPr>
          <p:spPr>
            <a:xfrm>
              <a:off x="2506685" y="4448973"/>
              <a:ext cx="69057" cy="34489"/>
            </a:xfrm>
            <a:custGeom>
              <a:rect b="b" l="l" r="r" t="t"/>
              <a:pathLst>
                <a:path extrusionOk="0" h="1315" w="2633">
                  <a:moveTo>
                    <a:pt x="1979" y="1"/>
                  </a:moveTo>
                  <a:cubicBezTo>
                    <a:pt x="1960" y="1"/>
                    <a:pt x="1940" y="2"/>
                    <a:pt x="1921" y="3"/>
                  </a:cubicBezTo>
                  <a:lnTo>
                    <a:pt x="1" y="181"/>
                  </a:lnTo>
                  <a:lnTo>
                    <a:pt x="1" y="1139"/>
                  </a:lnTo>
                  <a:lnTo>
                    <a:pt x="1921" y="1312"/>
                  </a:lnTo>
                  <a:cubicBezTo>
                    <a:pt x="1940" y="1314"/>
                    <a:pt x="1960" y="1315"/>
                    <a:pt x="1979" y="1315"/>
                  </a:cubicBezTo>
                  <a:cubicBezTo>
                    <a:pt x="2338" y="1315"/>
                    <a:pt x="2633" y="1023"/>
                    <a:pt x="2633" y="658"/>
                  </a:cubicBezTo>
                  <a:cubicBezTo>
                    <a:pt x="2633" y="292"/>
                    <a:pt x="2338" y="1"/>
                    <a:pt x="197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1"/>
            <p:cNvSpPr/>
            <p:nvPr/>
          </p:nvSpPr>
          <p:spPr>
            <a:xfrm>
              <a:off x="2506685" y="4449026"/>
              <a:ext cx="58199" cy="20274"/>
            </a:xfrm>
            <a:custGeom>
              <a:rect b="b" l="l" r="r" t="t"/>
              <a:pathLst>
                <a:path extrusionOk="0" h="773" w="2219">
                  <a:moveTo>
                    <a:pt x="1960" y="0"/>
                  </a:moveTo>
                  <a:cubicBezTo>
                    <a:pt x="1947" y="0"/>
                    <a:pt x="1934" y="1"/>
                    <a:pt x="1921" y="1"/>
                  </a:cubicBezTo>
                  <a:lnTo>
                    <a:pt x="1" y="179"/>
                  </a:lnTo>
                  <a:lnTo>
                    <a:pt x="1" y="637"/>
                  </a:lnTo>
                  <a:lnTo>
                    <a:pt x="1440" y="766"/>
                  </a:lnTo>
                  <a:cubicBezTo>
                    <a:pt x="1469" y="770"/>
                    <a:pt x="1498" y="772"/>
                    <a:pt x="1527" y="772"/>
                  </a:cubicBezTo>
                  <a:cubicBezTo>
                    <a:pt x="1915" y="772"/>
                    <a:pt x="2219" y="420"/>
                    <a:pt x="2147" y="25"/>
                  </a:cubicBezTo>
                  <a:cubicBezTo>
                    <a:pt x="2087" y="9"/>
                    <a:pt x="2024" y="0"/>
                    <a:pt x="196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1"/>
            <p:cNvSpPr/>
            <p:nvPr/>
          </p:nvSpPr>
          <p:spPr>
            <a:xfrm>
              <a:off x="2239034" y="4334464"/>
              <a:ext cx="273999" cy="263613"/>
            </a:xfrm>
            <a:custGeom>
              <a:rect b="b" l="l" r="r" t="t"/>
              <a:pathLst>
                <a:path extrusionOk="0" h="10051" w="10447">
                  <a:moveTo>
                    <a:pt x="5424" y="1196"/>
                  </a:moveTo>
                  <a:cubicBezTo>
                    <a:pt x="5918" y="1196"/>
                    <a:pt x="6416" y="1291"/>
                    <a:pt x="6891" y="1487"/>
                  </a:cubicBezTo>
                  <a:cubicBezTo>
                    <a:pt x="8320" y="2079"/>
                    <a:pt x="9253" y="3474"/>
                    <a:pt x="9253" y="5024"/>
                  </a:cubicBezTo>
                  <a:cubicBezTo>
                    <a:pt x="9253" y="7141"/>
                    <a:pt x="7535" y="8854"/>
                    <a:pt x="5423" y="8854"/>
                  </a:cubicBezTo>
                  <a:cubicBezTo>
                    <a:pt x="3874" y="8854"/>
                    <a:pt x="2478" y="7920"/>
                    <a:pt x="1886" y="6491"/>
                  </a:cubicBezTo>
                  <a:cubicBezTo>
                    <a:pt x="1295" y="5057"/>
                    <a:pt x="1622" y="3412"/>
                    <a:pt x="2714" y="2315"/>
                  </a:cubicBezTo>
                  <a:cubicBezTo>
                    <a:pt x="3448" y="1584"/>
                    <a:pt x="4427" y="1196"/>
                    <a:pt x="5424" y="1196"/>
                  </a:cubicBezTo>
                  <a:close/>
                  <a:moveTo>
                    <a:pt x="5423" y="0"/>
                  </a:moveTo>
                  <a:cubicBezTo>
                    <a:pt x="3393" y="0"/>
                    <a:pt x="1559" y="1222"/>
                    <a:pt x="780" y="3099"/>
                  </a:cubicBezTo>
                  <a:cubicBezTo>
                    <a:pt x="0" y="4980"/>
                    <a:pt x="433" y="7141"/>
                    <a:pt x="1872" y="8580"/>
                  </a:cubicBezTo>
                  <a:cubicBezTo>
                    <a:pt x="2831" y="9539"/>
                    <a:pt x="4116" y="10050"/>
                    <a:pt x="5424" y="10050"/>
                  </a:cubicBezTo>
                  <a:cubicBezTo>
                    <a:pt x="6072" y="10050"/>
                    <a:pt x="6725" y="9925"/>
                    <a:pt x="7348" y="9667"/>
                  </a:cubicBezTo>
                  <a:cubicBezTo>
                    <a:pt x="9224" y="8888"/>
                    <a:pt x="10447" y="7059"/>
                    <a:pt x="10447" y="5024"/>
                  </a:cubicBezTo>
                  <a:cubicBezTo>
                    <a:pt x="10447" y="2247"/>
                    <a:pt x="8199" y="0"/>
                    <a:pt x="542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1"/>
            <p:cNvSpPr/>
            <p:nvPr/>
          </p:nvSpPr>
          <p:spPr>
            <a:xfrm>
              <a:off x="2330909" y="4428595"/>
              <a:ext cx="87967" cy="75378"/>
            </a:xfrm>
            <a:custGeom>
              <a:rect b="b" l="l" r="r" t="t"/>
              <a:pathLst>
                <a:path extrusionOk="0" h="2874" w="3354">
                  <a:moveTo>
                    <a:pt x="1920" y="1"/>
                  </a:moveTo>
                  <a:cubicBezTo>
                    <a:pt x="640" y="1"/>
                    <a:pt x="0" y="1545"/>
                    <a:pt x="905" y="2450"/>
                  </a:cubicBezTo>
                  <a:cubicBezTo>
                    <a:pt x="1197" y="2743"/>
                    <a:pt x="1557" y="2874"/>
                    <a:pt x="1910" y="2874"/>
                  </a:cubicBezTo>
                  <a:cubicBezTo>
                    <a:pt x="2647" y="2874"/>
                    <a:pt x="3354" y="2301"/>
                    <a:pt x="3354" y="1435"/>
                  </a:cubicBezTo>
                  <a:cubicBezTo>
                    <a:pt x="3354" y="641"/>
                    <a:pt x="2714" y="1"/>
                    <a:pt x="1920"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1"/>
            <p:cNvSpPr/>
            <p:nvPr/>
          </p:nvSpPr>
          <p:spPr>
            <a:xfrm>
              <a:off x="2256816" y="4350856"/>
              <a:ext cx="239798" cy="230723"/>
            </a:xfrm>
            <a:custGeom>
              <a:rect b="b" l="l" r="r" t="t"/>
              <a:pathLst>
                <a:path extrusionOk="0" h="8797" w="9143">
                  <a:moveTo>
                    <a:pt x="4746" y="571"/>
                  </a:moveTo>
                  <a:cubicBezTo>
                    <a:pt x="5240" y="571"/>
                    <a:pt x="5738" y="666"/>
                    <a:pt x="6213" y="862"/>
                  </a:cubicBezTo>
                  <a:cubicBezTo>
                    <a:pt x="7642" y="1454"/>
                    <a:pt x="8575" y="2849"/>
                    <a:pt x="8575" y="4399"/>
                  </a:cubicBezTo>
                  <a:cubicBezTo>
                    <a:pt x="8575" y="6516"/>
                    <a:pt x="6862" y="8229"/>
                    <a:pt x="4745" y="8229"/>
                  </a:cubicBezTo>
                  <a:cubicBezTo>
                    <a:pt x="3196" y="8229"/>
                    <a:pt x="1800" y="7295"/>
                    <a:pt x="1208" y="5866"/>
                  </a:cubicBezTo>
                  <a:cubicBezTo>
                    <a:pt x="617" y="4432"/>
                    <a:pt x="944" y="2787"/>
                    <a:pt x="2036" y="1690"/>
                  </a:cubicBezTo>
                  <a:cubicBezTo>
                    <a:pt x="2770" y="959"/>
                    <a:pt x="3749" y="571"/>
                    <a:pt x="4746" y="571"/>
                  </a:cubicBezTo>
                  <a:close/>
                  <a:moveTo>
                    <a:pt x="4745" y="1"/>
                  </a:moveTo>
                  <a:cubicBezTo>
                    <a:pt x="2965" y="1"/>
                    <a:pt x="1362" y="1074"/>
                    <a:pt x="684" y="2715"/>
                  </a:cubicBezTo>
                  <a:cubicBezTo>
                    <a:pt x="1" y="4360"/>
                    <a:pt x="376" y="6251"/>
                    <a:pt x="1637" y="7507"/>
                  </a:cubicBezTo>
                  <a:cubicBezTo>
                    <a:pt x="2476" y="8350"/>
                    <a:pt x="3599" y="8797"/>
                    <a:pt x="4743" y="8797"/>
                  </a:cubicBezTo>
                  <a:cubicBezTo>
                    <a:pt x="5310" y="8797"/>
                    <a:pt x="5883" y="8687"/>
                    <a:pt x="6429" y="8460"/>
                  </a:cubicBezTo>
                  <a:cubicBezTo>
                    <a:pt x="8070" y="7781"/>
                    <a:pt x="9143" y="6179"/>
                    <a:pt x="9143" y="4399"/>
                  </a:cubicBezTo>
                  <a:cubicBezTo>
                    <a:pt x="9143" y="1969"/>
                    <a:pt x="7175" y="1"/>
                    <a:pt x="47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1"/>
            <p:cNvSpPr/>
            <p:nvPr/>
          </p:nvSpPr>
          <p:spPr>
            <a:xfrm>
              <a:off x="2356008" y="4447400"/>
              <a:ext cx="44088" cy="37741"/>
            </a:xfrm>
            <a:custGeom>
              <a:rect b="b" l="l" r="r" t="t"/>
              <a:pathLst>
                <a:path extrusionOk="0" h="1439" w="1681">
                  <a:moveTo>
                    <a:pt x="963" y="1"/>
                  </a:moveTo>
                  <a:cubicBezTo>
                    <a:pt x="323" y="1"/>
                    <a:pt x="1" y="775"/>
                    <a:pt x="453" y="1228"/>
                  </a:cubicBezTo>
                  <a:cubicBezTo>
                    <a:pt x="599" y="1374"/>
                    <a:pt x="778" y="1439"/>
                    <a:pt x="955" y="1439"/>
                  </a:cubicBezTo>
                  <a:cubicBezTo>
                    <a:pt x="1325" y="1439"/>
                    <a:pt x="1680" y="1151"/>
                    <a:pt x="1680" y="718"/>
                  </a:cubicBezTo>
                  <a:cubicBezTo>
                    <a:pt x="1680" y="323"/>
                    <a:pt x="1358" y="1"/>
                    <a:pt x="963"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1"/>
            <p:cNvSpPr/>
            <p:nvPr/>
          </p:nvSpPr>
          <p:spPr>
            <a:xfrm>
              <a:off x="2264396" y="4359879"/>
              <a:ext cx="233608" cy="212574"/>
            </a:xfrm>
            <a:custGeom>
              <a:rect b="b" l="l" r="r" t="t"/>
              <a:pathLst>
                <a:path extrusionOk="0" h="8105" w="8907">
                  <a:moveTo>
                    <a:pt x="4454" y="451"/>
                  </a:moveTo>
                  <a:cubicBezTo>
                    <a:pt x="5003" y="451"/>
                    <a:pt x="5553" y="576"/>
                    <a:pt x="6058" y="826"/>
                  </a:cubicBezTo>
                  <a:lnTo>
                    <a:pt x="6063" y="826"/>
                  </a:lnTo>
                  <a:lnTo>
                    <a:pt x="5082" y="2520"/>
                  </a:lnTo>
                  <a:cubicBezTo>
                    <a:pt x="4882" y="2438"/>
                    <a:pt x="4669" y="2397"/>
                    <a:pt x="4455" y="2397"/>
                  </a:cubicBezTo>
                  <a:cubicBezTo>
                    <a:pt x="4242" y="2397"/>
                    <a:pt x="4028" y="2438"/>
                    <a:pt x="3826" y="2520"/>
                  </a:cubicBezTo>
                  <a:lnTo>
                    <a:pt x="2849" y="826"/>
                  </a:lnTo>
                  <a:cubicBezTo>
                    <a:pt x="3354" y="576"/>
                    <a:pt x="3904" y="451"/>
                    <a:pt x="4454" y="451"/>
                  </a:cubicBezTo>
                  <a:close/>
                  <a:moveTo>
                    <a:pt x="2464" y="1052"/>
                  </a:moveTo>
                  <a:lnTo>
                    <a:pt x="3441" y="2746"/>
                  </a:lnTo>
                  <a:cubicBezTo>
                    <a:pt x="3094" y="3011"/>
                    <a:pt x="2868" y="3400"/>
                    <a:pt x="2810" y="3833"/>
                  </a:cubicBezTo>
                  <a:lnTo>
                    <a:pt x="857" y="3833"/>
                  </a:lnTo>
                  <a:cubicBezTo>
                    <a:pt x="910" y="2953"/>
                    <a:pt x="1285" y="2125"/>
                    <a:pt x="1906" y="1505"/>
                  </a:cubicBezTo>
                  <a:cubicBezTo>
                    <a:pt x="2074" y="1336"/>
                    <a:pt x="2262" y="1182"/>
                    <a:pt x="2464" y="1052"/>
                  </a:cubicBezTo>
                  <a:close/>
                  <a:moveTo>
                    <a:pt x="4464" y="2840"/>
                  </a:moveTo>
                  <a:cubicBezTo>
                    <a:pt x="4762" y="2840"/>
                    <a:pt x="5065" y="2951"/>
                    <a:pt x="5313" y="3198"/>
                  </a:cubicBezTo>
                  <a:cubicBezTo>
                    <a:pt x="6078" y="3963"/>
                    <a:pt x="5534" y="5267"/>
                    <a:pt x="4456" y="5267"/>
                  </a:cubicBezTo>
                  <a:cubicBezTo>
                    <a:pt x="3787" y="5267"/>
                    <a:pt x="3244" y="4724"/>
                    <a:pt x="3244" y="4055"/>
                  </a:cubicBezTo>
                  <a:cubicBezTo>
                    <a:pt x="3244" y="3325"/>
                    <a:pt x="3841" y="2840"/>
                    <a:pt x="4464" y="2840"/>
                  </a:cubicBezTo>
                  <a:close/>
                  <a:moveTo>
                    <a:pt x="8050" y="4281"/>
                  </a:moveTo>
                  <a:cubicBezTo>
                    <a:pt x="7998" y="5157"/>
                    <a:pt x="7627" y="5984"/>
                    <a:pt x="7006" y="6605"/>
                  </a:cubicBezTo>
                  <a:cubicBezTo>
                    <a:pt x="6833" y="6773"/>
                    <a:pt x="6650" y="6927"/>
                    <a:pt x="6448" y="7057"/>
                  </a:cubicBezTo>
                  <a:lnTo>
                    <a:pt x="5471" y="5368"/>
                  </a:lnTo>
                  <a:cubicBezTo>
                    <a:pt x="5813" y="5099"/>
                    <a:pt x="6039" y="4709"/>
                    <a:pt x="6102" y="4281"/>
                  </a:cubicBezTo>
                  <a:close/>
                  <a:moveTo>
                    <a:pt x="5086" y="5590"/>
                  </a:moveTo>
                  <a:lnTo>
                    <a:pt x="6063" y="7283"/>
                  </a:lnTo>
                  <a:cubicBezTo>
                    <a:pt x="5556" y="7534"/>
                    <a:pt x="5005" y="7659"/>
                    <a:pt x="4454" y="7659"/>
                  </a:cubicBezTo>
                  <a:cubicBezTo>
                    <a:pt x="3904" y="7659"/>
                    <a:pt x="3354" y="7534"/>
                    <a:pt x="2849" y="7283"/>
                  </a:cubicBezTo>
                  <a:lnTo>
                    <a:pt x="3826" y="5590"/>
                  </a:lnTo>
                  <a:cubicBezTo>
                    <a:pt x="4028" y="5674"/>
                    <a:pt x="4242" y="5716"/>
                    <a:pt x="4456" y="5716"/>
                  </a:cubicBezTo>
                  <a:cubicBezTo>
                    <a:pt x="4670" y="5716"/>
                    <a:pt x="4884" y="5674"/>
                    <a:pt x="5086" y="5590"/>
                  </a:cubicBezTo>
                  <a:close/>
                  <a:moveTo>
                    <a:pt x="4456" y="0"/>
                  </a:moveTo>
                  <a:cubicBezTo>
                    <a:pt x="3413" y="0"/>
                    <a:pt x="2374" y="401"/>
                    <a:pt x="1588" y="1187"/>
                  </a:cubicBezTo>
                  <a:cubicBezTo>
                    <a:pt x="145" y="2630"/>
                    <a:pt x="0" y="4926"/>
                    <a:pt x="1251" y="6538"/>
                  </a:cubicBezTo>
                  <a:cubicBezTo>
                    <a:pt x="1301" y="6601"/>
                    <a:pt x="1363" y="6628"/>
                    <a:pt x="1424" y="6628"/>
                  </a:cubicBezTo>
                  <a:cubicBezTo>
                    <a:pt x="1587" y="6628"/>
                    <a:pt x="1741" y="6435"/>
                    <a:pt x="1608" y="6263"/>
                  </a:cubicBezTo>
                  <a:cubicBezTo>
                    <a:pt x="1160" y="5696"/>
                    <a:pt x="900" y="5003"/>
                    <a:pt x="857" y="4281"/>
                  </a:cubicBezTo>
                  <a:lnTo>
                    <a:pt x="2810" y="4281"/>
                  </a:lnTo>
                  <a:cubicBezTo>
                    <a:pt x="2868" y="4709"/>
                    <a:pt x="3094" y="5099"/>
                    <a:pt x="3441" y="5368"/>
                  </a:cubicBezTo>
                  <a:lnTo>
                    <a:pt x="2464" y="7057"/>
                  </a:lnTo>
                  <a:cubicBezTo>
                    <a:pt x="2387" y="7009"/>
                    <a:pt x="2315" y="6956"/>
                    <a:pt x="2243" y="6903"/>
                  </a:cubicBezTo>
                  <a:cubicBezTo>
                    <a:pt x="2196" y="6867"/>
                    <a:pt x="2148" y="6852"/>
                    <a:pt x="2103" y="6852"/>
                  </a:cubicBezTo>
                  <a:cubicBezTo>
                    <a:pt x="1919" y="6852"/>
                    <a:pt x="1779" y="7108"/>
                    <a:pt x="1968" y="7255"/>
                  </a:cubicBezTo>
                  <a:cubicBezTo>
                    <a:pt x="2705" y="7824"/>
                    <a:pt x="3581" y="8105"/>
                    <a:pt x="4453" y="8105"/>
                  </a:cubicBezTo>
                  <a:cubicBezTo>
                    <a:pt x="5496" y="8105"/>
                    <a:pt x="6533" y="7704"/>
                    <a:pt x="7319" y="6918"/>
                  </a:cubicBezTo>
                  <a:cubicBezTo>
                    <a:pt x="8763" y="5474"/>
                    <a:pt x="8907" y="3184"/>
                    <a:pt x="7656" y="1572"/>
                  </a:cubicBezTo>
                  <a:cubicBezTo>
                    <a:pt x="7606" y="1508"/>
                    <a:pt x="7545" y="1482"/>
                    <a:pt x="7484" y="1482"/>
                  </a:cubicBezTo>
                  <a:cubicBezTo>
                    <a:pt x="7322" y="1482"/>
                    <a:pt x="7171" y="1674"/>
                    <a:pt x="7305" y="1846"/>
                  </a:cubicBezTo>
                  <a:cubicBezTo>
                    <a:pt x="7747" y="2414"/>
                    <a:pt x="8007" y="3107"/>
                    <a:pt x="8050" y="3829"/>
                  </a:cubicBezTo>
                  <a:lnTo>
                    <a:pt x="6102" y="3829"/>
                  </a:lnTo>
                  <a:cubicBezTo>
                    <a:pt x="6039" y="3400"/>
                    <a:pt x="5813" y="3011"/>
                    <a:pt x="5471" y="2741"/>
                  </a:cubicBezTo>
                  <a:lnTo>
                    <a:pt x="6448" y="1047"/>
                  </a:lnTo>
                  <a:cubicBezTo>
                    <a:pt x="6520" y="1100"/>
                    <a:pt x="6592" y="1148"/>
                    <a:pt x="6665" y="1206"/>
                  </a:cubicBezTo>
                  <a:cubicBezTo>
                    <a:pt x="6711" y="1242"/>
                    <a:pt x="6758" y="1257"/>
                    <a:pt x="6803" y="1257"/>
                  </a:cubicBezTo>
                  <a:cubicBezTo>
                    <a:pt x="6988" y="1257"/>
                    <a:pt x="7129" y="997"/>
                    <a:pt x="6939" y="850"/>
                  </a:cubicBezTo>
                  <a:cubicBezTo>
                    <a:pt x="6205" y="280"/>
                    <a:pt x="5329" y="0"/>
                    <a:pt x="44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1"/>
            <p:cNvSpPr/>
            <p:nvPr/>
          </p:nvSpPr>
          <p:spPr>
            <a:xfrm>
              <a:off x="2181097" y="4289484"/>
              <a:ext cx="408546" cy="353494"/>
            </a:xfrm>
            <a:custGeom>
              <a:rect b="b" l="l" r="r" t="t"/>
              <a:pathLst>
                <a:path extrusionOk="0" h="13478" w="15577">
                  <a:moveTo>
                    <a:pt x="11018" y="445"/>
                  </a:moveTo>
                  <a:cubicBezTo>
                    <a:pt x="11090" y="445"/>
                    <a:pt x="11164" y="463"/>
                    <a:pt x="11231" y="503"/>
                  </a:cubicBezTo>
                  <a:cubicBezTo>
                    <a:pt x="11453" y="628"/>
                    <a:pt x="11510" y="917"/>
                    <a:pt x="11361" y="1123"/>
                  </a:cubicBezTo>
                  <a:lnTo>
                    <a:pt x="10490" y="2336"/>
                  </a:lnTo>
                  <a:cubicBezTo>
                    <a:pt x="10336" y="2235"/>
                    <a:pt x="10177" y="2144"/>
                    <a:pt x="10014" y="2062"/>
                  </a:cubicBezTo>
                  <a:lnTo>
                    <a:pt x="10625" y="705"/>
                  </a:lnTo>
                  <a:cubicBezTo>
                    <a:pt x="10695" y="541"/>
                    <a:pt x="10854" y="445"/>
                    <a:pt x="11018" y="445"/>
                  </a:cubicBezTo>
                  <a:close/>
                  <a:moveTo>
                    <a:pt x="4245" y="445"/>
                  </a:moveTo>
                  <a:cubicBezTo>
                    <a:pt x="4408" y="445"/>
                    <a:pt x="4564" y="541"/>
                    <a:pt x="4634" y="705"/>
                  </a:cubicBezTo>
                  <a:lnTo>
                    <a:pt x="5250" y="2062"/>
                  </a:lnTo>
                  <a:cubicBezTo>
                    <a:pt x="5087" y="2148"/>
                    <a:pt x="4928" y="2240"/>
                    <a:pt x="4774" y="2341"/>
                  </a:cubicBezTo>
                  <a:lnTo>
                    <a:pt x="3898" y="1123"/>
                  </a:lnTo>
                  <a:cubicBezTo>
                    <a:pt x="3749" y="917"/>
                    <a:pt x="3812" y="628"/>
                    <a:pt x="4033" y="503"/>
                  </a:cubicBezTo>
                  <a:cubicBezTo>
                    <a:pt x="4100" y="463"/>
                    <a:pt x="4173" y="445"/>
                    <a:pt x="4245" y="445"/>
                  </a:cubicBezTo>
                  <a:close/>
                  <a:moveTo>
                    <a:pt x="14408" y="6313"/>
                  </a:moveTo>
                  <a:cubicBezTo>
                    <a:pt x="14785" y="6313"/>
                    <a:pt x="14977" y="6788"/>
                    <a:pt x="14686" y="7052"/>
                  </a:cubicBezTo>
                  <a:cubicBezTo>
                    <a:pt x="14608" y="7125"/>
                    <a:pt x="14503" y="7164"/>
                    <a:pt x="14395" y="7164"/>
                  </a:cubicBezTo>
                  <a:cubicBezTo>
                    <a:pt x="14383" y="7164"/>
                    <a:pt x="14371" y="7163"/>
                    <a:pt x="14359" y="7162"/>
                  </a:cubicBezTo>
                  <a:lnTo>
                    <a:pt x="12872" y="7013"/>
                  </a:lnTo>
                  <a:cubicBezTo>
                    <a:pt x="12877" y="6922"/>
                    <a:pt x="12882" y="6830"/>
                    <a:pt x="12882" y="6739"/>
                  </a:cubicBezTo>
                  <a:cubicBezTo>
                    <a:pt x="12882" y="6643"/>
                    <a:pt x="12877" y="6551"/>
                    <a:pt x="12872" y="6460"/>
                  </a:cubicBezTo>
                  <a:lnTo>
                    <a:pt x="14359" y="6315"/>
                  </a:lnTo>
                  <a:cubicBezTo>
                    <a:pt x="14375" y="6314"/>
                    <a:pt x="14392" y="6313"/>
                    <a:pt x="14408" y="6313"/>
                  </a:cubicBezTo>
                  <a:close/>
                  <a:moveTo>
                    <a:pt x="857" y="6313"/>
                  </a:moveTo>
                  <a:cubicBezTo>
                    <a:pt x="873" y="6313"/>
                    <a:pt x="889" y="6313"/>
                    <a:pt x="905" y="6315"/>
                  </a:cubicBezTo>
                  <a:lnTo>
                    <a:pt x="2387" y="6460"/>
                  </a:lnTo>
                  <a:cubicBezTo>
                    <a:pt x="2382" y="6551"/>
                    <a:pt x="2382" y="6643"/>
                    <a:pt x="2382" y="6739"/>
                  </a:cubicBezTo>
                  <a:cubicBezTo>
                    <a:pt x="2382" y="6830"/>
                    <a:pt x="2382" y="6922"/>
                    <a:pt x="2387" y="7013"/>
                  </a:cubicBezTo>
                  <a:lnTo>
                    <a:pt x="905" y="7162"/>
                  </a:lnTo>
                  <a:cubicBezTo>
                    <a:pt x="891" y="7164"/>
                    <a:pt x="878" y="7164"/>
                    <a:pt x="864" y="7164"/>
                  </a:cubicBezTo>
                  <a:cubicBezTo>
                    <a:pt x="632" y="7164"/>
                    <a:pt x="439" y="6975"/>
                    <a:pt x="439" y="6739"/>
                  </a:cubicBezTo>
                  <a:cubicBezTo>
                    <a:pt x="439" y="6500"/>
                    <a:pt x="628" y="6313"/>
                    <a:pt x="857" y="6313"/>
                  </a:cubicBezTo>
                  <a:close/>
                  <a:moveTo>
                    <a:pt x="7633" y="1936"/>
                  </a:moveTo>
                  <a:cubicBezTo>
                    <a:pt x="8252" y="1936"/>
                    <a:pt x="8876" y="2055"/>
                    <a:pt x="9470" y="2302"/>
                  </a:cubicBezTo>
                  <a:cubicBezTo>
                    <a:pt x="11265" y="3043"/>
                    <a:pt x="12434" y="4795"/>
                    <a:pt x="12434" y="6739"/>
                  </a:cubicBezTo>
                  <a:cubicBezTo>
                    <a:pt x="12429" y="9385"/>
                    <a:pt x="10283" y="11536"/>
                    <a:pt x="7632" y="11541"/>
                  </a:cubicBezTo>
                  <a:cubicBezTo>
                    <a:pt x="5688" y="11541"/>
                    <a:pt x="3941" y="10367"/>
                    <a:pt x="3196" y="8577"/>
                  </a:cubicBezTo>
                  <a:cubicBezTo>
                    <a:pt x="2455" y="6782"/>
                    <a:pt x="2864" y="4713"/>
                    <a:pt x="4235" y="3342"/>
                  </a:cubicBezTo>
                  <a:cubicBezTo>
                    <a:pt x="5155" y="2424"/>
                    <a:pt x="6384" y="1936"/>
                    <a:pt x="7633" y="1936"/>
                  </a:cubicBezTo>
                  <a:close/>
                  <a:moveTo>
                    <a:pt x="4769" y="11141"/>
                  </a:moveTo>
                  <a:cubicBezTo>
                    <a:pt x="4923" y="11238"/>
                    <a:pt x="5082" y="11334"/>
                    <a:pt x="5245" y="11416"/>
                  </a:cubicBezTo>
                  <a:lnTo>
                    <a:pt x="4634" y="12773"/>
                  </a:lnTo>
                  <a:cubicBezTo>
                    <a:pt x="4564" y="12937"/>
                    <a:pt x="4405" y="13031"/>
                    <a:pt x="4242" y="13031"/>
                  </a:cubicBezTo>
                  <a:cubicBezTo>
                    <a:pt x="4171" y="13031"/>
                    <a:pt x="4099" y="13013"/>
                    <a:pt x="4033" y="12975"/>
                  </a:cubicBezTo>
                  <a:cubicBezTo>
                    <a:pt x="3812" y="12850"/>
                    <a:pt x="3749" y="12556"/>
                    <a:pt x="3898" y="12354"/>
                  </a:cubicBezTo>
                  <a:lnTo>
                    <a:pt x="4769" y="11141"/>
                  </a:lnTo>
                  <a:close/>
                  <a:moveTo>
                    <a:pt x="10490" y="11141"/>
                  </a:moveTo>
                  <a:lnTo>
                    <a:pt x="11361" y="12354"/>
                  </a:lnTo>
                  <a:cubicBezTo>
                    <a:pt x="11510" y="12556"/>
                    <a:pt x="11453" y="12850"/>
                    <a:pt x="11231" y="12975"/>
                  </a:cubicBezTo>
                  <a:cubicBezTo>
                    <a:pt x="11164" y="13013"/>
                    <a:pt x="11091" y="13031"/>
                    <a:pt x="11019" y="13031"/>
                  </a:cubicBezTo>
                  <a:cubicBezTo>
                    <a:pt x="10854" y="13031"/>
                    <a:pt x="10695" y="12937"/>
                    <a:pt x="10625" y="12773"/>
                  </a:cubicBezTo>
                  <a:lnTo>
                    <a:pt x="10014" y="11421"/>
                  </a:lnTo>
                  <a:cubicBezTo>
                    <a:pt x="10177" y="11334"/>
                    <a:pt x="10336" y="11243"/>
                    <a:pt x="10490" y="11141"/>
                  </a:cubicBezTo>
                  <a:close/>
                  <a:moveTo>
                    <a:pt x="4247" y="0"/>
                  </a:moveTo>
                  <a:cubicBezTo>
                    <a:pt x="4099" y="0"/>
                    <a:pt x="3949" y="38"/>
                    <a:pt x="3812" y="118"/>
                  </a:cubicBezTo>
                  <a:cubicBezTo>
                    <a:pt x="3359" y="378"/>
                    <a:pt x="3234" y="969"/>
                    <a:pt x="3542" y="1388"/>
                  </a:cubicBezTo>
                  <a:lnTo>
                    <a:pt x="4413" y="2601"/>
                  </a:lnTo>
                  <a:cubicBezTo>
                    <a:pt x="3335" y="3438"/>
                    <a:pt x="2623" y="4665"/>
                    <a:pt x="2435" y="6017"/>
                  </a:cubicBezTo>
                  <a:lnTo>
                    <a:pt x="953" y="5873"/>
                  </a:lnTo>
                  <a:cubicBezTo>
                    <a:pt x="933" y="5871"/>
                    <a:pt x="912" y="5871"/>
                    <a:pt x="892" y="5871"/>
                  </a:cubicBezTo>
                  <a:cubicBezTo>
                    <a:pt x="433" y="5871"/>
                    <a:pt x="48" y="6230"/>
                    <a:pt x="25" y="6700"/>
                  </a:cubicBezTo>
                  <a:cubicBezTo>
                    <a:pt x="1" y="7186"/>
                    <a:pt x="381" y="7600"/>
                    <a:pt x="867" y="7614"/>
                  </a:cubicBezTo>
                  <a:cubicBezTo>
                    <a:pt x="896" y="7614"/>
                    <a:pt x="924" y="7614"/>
                    <a:pt x="953" y="7610"/>
                  </a:cubicBezTo>
                  <a:lnTo>
                    <a:pt x="2435" y="7461"/>
                  </a:lnTo>
                  <a:cubicBezTo>
                    <a:pt x="2623" y="8813"/>
                    <a:pt x="3330" y="10040"/>
                    <a:pt x="4408" y="10877"/>
                  </a:cubicBezTo>
                  <a:lnTo>
                    <a:pt x="3537" y="12089"/>
                  </a:lnTo>
                  <a:cubicBezTo>
                    <a:pt x="3229" y="12508"/>
                    <a:pt x="3354" y="13100"/>
                    <a:pt x="3807" y="13360"/>
                  </a:cubicBezTo>
                  <a:cubicBezTo>
                    <a:pt x="3944" y="13439"/>
                    <a:pt x="4094" y="13477"/>
                    <a:pt x="4241" y="13477"/>
                  </a:cubicBezTo>
                  <a:cubicBezTo>
                    <a:pt x="4574" y="13477"/>
                    <a:pt x="4897" y="13286"/>
                    <a:pt x="5043" y="12955"/>
                  </a:cubicBezTo>
                  <a:lnTo>
                    <a:pt x="5654" y="11599"/>
                  </a:lnTo>
                  <a:cubicBezTo>
                    <a:pt x="6287" y="11856"/>
                    <a:pt x="6958" y="11985"/>
                    <a:pt x="7630" y="11985"/>
                  </a:cubicBezTo>
                  <a:cubicBezTo>
                    <a:pt x="8301" y="11985"/>
                    <a:pt x="8972" y="11856"/>
                    <a:pt x="9605" y="11599"/>
                  </a:cubicBezTo>
                  <a:lnTo>
                    <a:pt x="10216" y="12955"/>
                  </a:lnTo>
                  <a:cubicBezTo>
                    <a:pt x="10363" y="13286"/>
                    <a:pt x="10685" y="13477"/>
                    <a:pt x="11018" y="13477"/>
                  </a:cubicBezTo>
                  <a:cubicBezTo>
                    <a:pt x="11166" y="13477"/>
                    <a:pt x="11315" y="13439"/>
                    <a:pt x="11453" y="13360"/>
                  </a:cubicBezTo>
                  <a:cubicBezTo>
                    <a:pt x="11900" y="13100"/>
                    <a:pt x="12025" y="12508"/>
                    <a:pt x="11722" y="12089"/>
                  </a:cubicBezTo>
                  <a:lnTo>
                    <a:pt x="10856" y="10877"/>
                  </a:lnTo>
                  <a:cubicBezTo>
                    <a:pt x="11934" y="10040"/>
                    <a:pt x="12641" y="8813"/>
                    <a:pt x="12829" y="7456"/>
                  </a:cubicBezTo>
                  <a:lnTo>
                    <a:pt x="14311" y="7605"/>
                  </a:lnTo>
                  <a:cubicBezTo>
                    <a:pt x="14340" y="7610"/>
                    <a:pt x="14368" y="7610"/>
                    <a:pt x="14397" y="7610"/>
                  </a:cubicBezTo>
                  <a:cubicBezTo>
                    <a:pt x="15196" y="7610"/>
                    <a:pt x="15576" y="6623"/>
                    <a:pt x="14984" y="6089"/>
                  </a:cubicBezTo>
                  <a:lnTo>
                    <a:pt x="14984" y="6089"/>
                  </a:lnTo>
                  <a:lnTo>
                    <a:pt x="14984" y="6094"/>
                  </a:lnTo>
                  <a:cubicBezTo>
                    <a:pt x="14826" y="5948"/>
                    <a:pt x="14620" y="5867"/>
                    <a:pt x="14408" y="5867"/>
                  </a:cubicBezTo>
                  <a:cubicBezTo>
                    <a:pt x="14376" y="5867"/>
                    <a:pt x="14343" y="5869"/>
                    <a:pt x="14311" y="5873"/>
                  </a:cubicBezTo>
                  <a:lnTo>
                    <a:pt x="12829" y="6017"/>
                  </a:lnTo>
                  <a:cubicBezTo>
                    <a:pt x="12641" y="4665"/>
                    <a:pt x="11934" y="3438"/>
                    <a:pt x="10856" y="2601"/>
                  </a:cubicBezTo>
                  <a:lnTo>
                    <a:pt x="11727" y="1388"/>
                  </a:lnTo>
                  <a:cubicBezTo>
                    <a:pt x="12030" y="969"/>
                    <a:pt x="11905" y="378"/>
                    <a:pt x="11457" y="118"/>
                  </a:cubicBezTo>
                  <a:cubicBezTo>
                    <a:pt x="11318" y="38"/>
                    <a:pt x="11168" y="0"/>
                    <a:pt x="11020" y="0"/>
                  </a:cubicBezTo>
                  <a:cubicBezTo>
                    <a:pt x="10687" y="0"/>
                    <a:pt x="10367" y="191"/>
                    <a:pt x="10221" y="517"/>
                  </a:cubicBezTo>
                  <a:lnTo>
                    <a:pt x="9610" y="1879"/>
                  </a:lnTo>
                  <a:cubicBezTo>
                    <a:pt x="8977" y="1621"/>
                    <a:pt x="8306" y="1493"/>
                    <a:pt x="7634" y="1493"/>
                  </a:cubicBezTo>
                  <a:cubicBezTo>
                    <a:pt x="6963" y="1493"/>
                    <a:pt x="6292" y="1621"/>
                    <a:pt x="5659" y="1879"/>
                  </a:cubicBezTo>
                  <a:lnTo>
                    <a:pt x="5048" y="517"/>
                  </a:lnTo>
                  <a:cubicBezTo>
                    <a:pt x="4902" y="191"/>
                    <a:pt x="4580" y="0"/>
                    <a:pt x="4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81"/>
          <p:cNvGrpSpPr/>
          <p:nvPr/>
        </p:nvGrpSpPr>
        <p:grpSpPr>
          <a:xfrm>
            <a:off x="1735230" y="2435410"/>
            <a:ext cx="393281" cy="360313"/>
            <a:chOff x="1735230" y="2435410"/>
            <a:chExt cx="393281" cy="360313"/>
          </a:xfrm>
        </p:grpSpPr>
        <p:sp>
          <p:nvSpPr>
            <p:cNvPr id="10504" name="Google Shape;10504;p81"/>
            <p:cNvSpPr/>
            <p:nvPr/>
          </p:nvSpPr>
          <p:spPr>
            <a:xfrm>
              <a:off x="1841241"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1"/>
            <p:cNvSpPr/>
            <p:nvPr/>
          </p:nvSpPr>
          <p:spPr>
            <a:xfrm>
              <a:off x="1866734" y="2739176"/>
              <a:ext cx="37138" cy="31814"/>
            </a:xfrm>
            <a:custGeom>
              <a:rect b="b" l="l" r="r" t="t"/>
              <a:pathLst>
                <a:path extrusionOk="0" h="1213" w="1416">
                  <a:moveTo>
                    <a:pt x="809" y="0"/>
                  </a:moveTo>
                  <a:cubicBezTo>
                    <a:pt x="270" y="0"/>
                    <a:pt x="1" y="650"/>
                    <a:pt x="381" y="1035"/>
                  </a:cubicBezTo>
                  <a:cubicBezTo>
                    <a:pt x="505" y="1158"/>
                    <a:pt x="657" y="1213"/>
                    <a:pt x="806" y="1213"/>
                  </a:cubicBezTo>
                  <a:cubicBezTo>
                    <a:pt x="1118" y="1213"/>
                    <a:pt x="1415" y="971"/>
                    <a:pt x="1415" y="607"/>
                  </a:cubicBezTo>
                  <a:cubicBezTo>
                    <a:pt x="1415" y="270"/>
                    <a:pt x="1146"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1"/>
            <p:cNvSpPr/>
            <p:nvPr/>
          </p:nvSpPr>
          <p:spPr>
            <a:xfrm>
              <a:off x="1980063"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1"/>
            <p:cNvSpPr/>
            <p:nvPr/>
          </p:nvSpPr>
          <p:spPr>
            <a:xfrm>
              <a:off x="2005557" y="2739176"/>
              <a:ext cx="37138" cy="31814"/>
            </a:xfrm>
            <a:custGeom>
              <a:rect b="b" l="l" r="r" t="t"/>
              <a:pathLst>
                <a:path extrusionOk="0" h="1213" w="1416">
                  <a:moveTo>
                    <a:pt x="809" y="0"/>
                  </a:moveTo>
                  <a:cubicBezTo>
                    <a:pt x="270" y="0"/>
                    <a:pt x="1" y="650"/>
                    <a:pt x="381" y="1035"/>
                  </a:cubicBezTo>
                  <a:cubicBezTo>
                    <a:pt x="503" y="1158"/>
                    <a:pt x="655" y="1213"/>
                    <a:pt x="804" y="1213"/>
                  </a:cubicBezTo>
                  <a:cubicBezTo>
                    <a:pt x="1115" y="1213"/>
                    <a:pt x="1415" y="971"/>
                    <a:pt x="1415" y="607"/>
                  </a:cubicBezTo>
                  <a:cubicBezTo>
                    <a:pt x="1415" y="270"/>
                    <a:pt x="1141"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1"/>
            <p:cNvSpPr/>
            <p:nvPr/>
          </p:nvSpPr>
          <p:spPr>
            <a:xfrm>
              <a:off x="1816771" y="2466463"/>
              <a:ext cx="303137" cy="159542"/>
            </a:xfrm>
            <a:custGeom>
              <a:rect b="b" l="l" r="r" t="t"/>
              <a:pathLst>
                <a:path extrusionOk="0" h="6083" w="11558">
                  <a:moveTo>
                    <a:pt x="0" y="0"/>
                  </a:moveTo>
                  <a:lnTo>
                    <a:pt x="404" y="1155"/>
                  </a:lnTo>
                  <a:lnTo>
                    <a:pt x="10345" y="1155"/>
                  </a:lnTo>
                  <a:lnTo>
                    <a:pt x="9215" y="6082"/>
                  </a:lnTo>
                  <a:lnTo>
                    <a:pt x="10398" y="6082"/>
                  </a:lnTo>
                  <a:lnTo>
                    <a:pt x="11481" y="1371"/>
                  </a:lnTo>
                  <a:cubicBezTo>
                    <a:pt x="11558" y="1039"/>
                    <a:pt x="11481" y="688"/>
                    <a:pt x="11269" y="424"/>
                  </a:cubicBezTo>
                  <a:cubicBezTo>
                    <a:pt x="11058" y="154"/>
                    <a:pt x="10735" y="0"/>
                    <a:pt x="10394"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1"/>
            <p:cNvSpPr/>
            <p:nvPr/>
          </p:nvSpPr>
          <p:spPr>
            <a:xfrm>
              <a:off x="2072437" y="2466463"/>
              <a:ext cx="47603" cy="159542"/>
            </a:xfrm>
            <a:custGeom>
              <a:rect b="b" l="l" r="r" t="t"/>
              <a:pathLst>
                <a:path extrusionOk="0" h="6083" w="1815">
                  <a:moveTo>
                    <a:pt x="1" y="0"/>
                  </a:moveTo>
                  <a:cubicBezTo>
                    <a:pt x="718" y="0"/>
                    <a:pt x="1252" y="669"/>
                    <a:pt x="1093" y="1371"/>
                  </a:cubicBezTo>
                  <a:lnTo>
                    <a:pt x="10" y="6082"/>
                  </a:lnTo>
                  <a:lnTo>
                    <a:pt x="655" y="6082"/>
                  </a:lnTo>
                  <a:lnTo>
                    <a:pt x="1738" y="1371"/>
                  </a:lnTo>
                  <a:cubicBezTo>
                    <a:pt x="1815" y="1039"/>
                    <a:pt x="1733" y="688"/>
                    <a:pt x="1521" y="424"/>
                  </a:cubicBezTo>
                  <a:cubicBezTo>
                    <a:pt x="1310" y="154"/>
                    <a:pt x="987" y="0"/>
                    <a:pt x="64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1"/>
            <p:cNvSpPr/>
            <p:nvPr/>
          </p:nvSpPr>
          <p:spPr>
            <a:xfrm>
              <a:off x="1741551" y="2441075"/>
              <a:ext cx="376470" cy="215197"/>
            </a:xfrm>
            <a:custGeom>
              <a:rect b="b" l="l" r="r" t="t"/>
              <a:pathLst>
                <a:path extrusionOk="0" h="8205" w="14354">
                  <a:moveTo>
                    <a:pt x="1634" y="1"/>
                  </a:moveTo>
                  <a:cubicBezTo>
                    <a:pt x="1630" y="1"/>
                    <a:pt x="1626" y="1"/>
                    <a:pt x="1622" y="1"/>
                  </a:cubicBezTo>
                  <a:lnTo>
                    <a:pt x="578" y="1"/>
                  </a:lnTo>
                  <a:cubicBezTo>
                    <a:pt x="255" y="1"/>
                    <a:pt x="0" y="256"/>
                    <a:pt x="0" y="578"/>
                  </a:cubicBezTo>
                  <a:cubicBezTo>
                    <a:pt x="0" y="896"/>
                    <a:pt x="255" y="1156"/>
                    <a:pt x="578" y="1156"/>
                  </a:cubicBezTo>
                  <a:lnTo>
                    <a:pt x="1622" y="1156"/>
                  </a:lnTo>
                  <a:cubicBezTo>
                    <a:pt x="1670" y="1156"/>
                    <a:pt x="1718" y="1185"/>
                    <a:pt x="1737" y="1233"/>
                  </a:cubicBezTo>
                  <a:lnTo>
                    <a:pt x="2984" y="4755"/>
                  </a:lnTo>
                  <a:lnTo>
                    <a:pt x="3253" y="5515"/>
                  </a:lnTo>
                  <a:lnTo>
                    <a:pt x="3696" y="6761"/>
                  </a:lnTo>
                  <a:cubicBezTo>
                    <a:pt x="4061" y="7637"/>
                    <a:pt x="4918" y="8205"/>
                    <a:pt x="5866" y="8205"/>
                  </a:cubicBezTo>
                  <a:lnTo>
                    <a:pt x="13776" y="8205"/>
                  </a:lnTo>
                  <a:cubicBezTo>
                    <a:pt x="14094" y="8205"/>
                    <a:pt x="14354" y="7945"/>
                    <a:pt x="14354" y="7623"/>
                  </a:cubicBezTo>
                  <a:cubicBezTo>
                    <a:pt x="14354" y="7305"/>
                    <a:pt x="14094" y="7045"/>
                    <a:pt x="13776" y="7045"/>
                  </a:cubicBezTo>
                  <a:lnTo>
                    <a:pt x="5866" y="7045"/>
                  </a:lnTo>
                  <a:cubicBezTo>
                    <a:pt x="5385" y="7045"/>
                    <a:pt x="4947" y="6757"/>
                    <a:pt x="4759" y="6314"/>
                  </a:cubicBezTo>
                  <a:lnTo>
                    <a:pt x="2801" y="780"/>
                  </a:lnTo>
                  <a:cubicBezTo>
                    <a:pt x="2605" y="308"/>
                    <a:pt x="2144" y="1"/>
                    <a:pt x="1634"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1"/>
            <p:cNvSpPr/>
            <p:nvPr/>
          </p:nvSpPr>
          <p:spPr>
            <a:xfrm>
              <a:off x="1846172" y="2626215"/>
              <a:ext cx="272477" cy="30057"/>
            </a:xfrm>
            <a:custGeom>
              <a:rect b="b" l="l" r="r" t="t"/>
              <a:pathLst>
                <a:path extrusionOk="0" h="1146" w="10389">
                  <a:moveTo>
                    <a:pt x="9903" y="1"/>
                  </a:moveTo>
                  <a:lnTo>
                    <a:pt x="9903" y="1"/>
                  </a:lnTo>
                  <a:cubicBezTo>
                    <a:pt x="9975" y="357"/>
                    <a:pt x="9701" y="689"/>
                    <a:pt x="9335" y="694"/>
                  </a:cubicBezTo>
                  <a:lnTo>
                    <a:pt x="1425" y="694"/>
                  </a:lnTo>
                  <a:cubicBezTo>
                    <a:pt x="910" y="694"/>
                    <a:pt x="409" y="525"/>
                    <a:pt x="0" y="212"/>
                  </a:cubicBezTo>
                  <a:lnTo>
                    <a:pt x="0" y="212"/>
                  </a:lnTo>
                  <a:cubicBezTo>
                    <a:pt x="443" y="800"/>
                    <a:pt x="1141" y="1146"/>
                    <a:pt x="1877" y="1146"/>
                  </a:cubicBezTo>
                  <a:lnTo>
                    <a:pt x="9787" y="1146"/>
                  </a:lnTo>
                  <a:cubicBezTo>
                    <a:pt x="10081" y="1141"/>
                    <a:pt x="10331" y="915"/>
                    <a:pt x="10360" y="621"/>
                  </a:cubicBezTo>
                  <a:cubicBezTo>
                    <a:pt x="10389" y="328"/>
                    <a:pt x="10192" y="59"/>
                    <a:pt x="9903"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1"/>
            <p:cNvSpPr/>
            <p:nvPr/>
          </p:nvSpPr>
          <p:spPr>
            <a:xfrm>
              <a:off x="1815748" y="2635814"/>
              <a:ext cx="261908" cy="84321"/>
            </a:xfrm>
            <a:custGeom>
              <a:rect b="b" l="l" r="r" t="t"/>
              <a:pathLst>
                <a:path extrusionOk="0" h="3215" w="9986">
                  <a:moveTo>
                    <a:pt x="1281" y="0"/>
                  </a:moveTo>
                  <a:lnTo>
                    <a:pt x="698" y="843"/>
                  </a:lnTo>
                  <a:cubicBezTo>
                    <a:pt x="1" y="1843"/>
                    <a:pt x="722" y="3215"/>
                    <a:pt x="1940" y="3215"/>
                  </a:cubicBezTo>
                  <a:lnTo>
                    <a:pt x="9408" y="3215"/>
                  </a:lnTo>
                  <a:cubicBezTo>
                    <a:pt x="9725" y="3215"/>
                    <a:pt x="9985" y="2955"/>
                    <a:pt x="9985" y="2637"/>
                  </a:cubicBezTo>
                  <a:cubicBezTo>
                    <a:pt x="9985" y="2315"/>
                    <a:pt x="9725" y="2060"/>
                    <a:pt x="9408" y="2060"/>
                  </a:cubicBezTo>
                  <a:lnTo>
                    <a:pt x="1940" y="2060"/>
                  </a:lnTo>
                  <a:cubicBezTo>
                    <a:pt x="1656" y="2060"/>
                    <a:pt x="1487" y="1738"/>
                    <a:pt x="1651" y="1502"/>
                  </a:cubicBezTo>
                  <a:lnTo>
                    <a:pt x="2243" y="640"/>
                  </a:lnTo>
                  <a:cubicBezTo>
                    <a:pt x="1877" y="511"/>
                    <a:pt x="1545" y="289"/>
                    <a:pt x="1281"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1"/>
            <p:cNvSpPr/>
            <p:nvPr/>
          </p:nvSpPr>
          <p:spPr>
            <a:xfrm>
              <a:off x="1825479" y="2677594"/>
              <a:ext cx="252177" cy="42541"/>
            </a:xfrm>
            <a:custGeom>
              <a:rect b="b" l="l" r="r" t="t"/>
              <a:pathLst>
                <a:path extrusionOk="0" h="1622" w="9615">
                  <a:moveTo>
                    <a:pt x="63" y="0"/>
                  </a:moveTo>
                  <a:lnTo>
                    <a:pt x="63" y="0"/>
                  </a:lnTo>
                  <a:cubicBezTo>
                    <a:pt x="0" y="876"/>
                    <a:pt x="693" y="1622"/>
                    <a:pt x="1569" y="1622"/>
                  </a:cubicBezTo>
                  <a:lnTo>
                    <a:pt x="9037" y="1622"/>
                  </a:lnTo>
                  <a:cubicBezTo>
                    <a:pt x="9354" y="1622"/>
                    <a:pt x="9614" y="1362"/>
                    <a:pt x="9614" y="1044"/>
                  </a:cubicBezTo>
                  <a:cubicBezTo>
                    <a:pt x="9614" y="1025"/>
                    <a:pt x="9614" y="1011"/>
                    <a:pt x="9609" y="996"/>
                  </a:cubicBezTo>
                  <a:lnTo>
                    <a:pt x="9609" y="972"/>
                  </a:lnTo>
                  <a:lnTo>
                    <a:pt x="9609" y="953"/>
                  </a:lnTo>
                  <a:cubicBezTo>
                    <a:pt x="9609" y="934"/>
                    <a:pt x="9604" y="914"/>
                    <a:pt x="9600" y="895"/>
                  </a:cubicBezTo>
                  <a:cubicBezTo>
                    <a:pt x="9441" y="1025"/>
                    <a:pt x="9244" y="1102"/>
                    <a:pt x="9041" y="1116"/>
                  </a:cubicBezTo>
                  <a:lnTo>
                    <a:pt x="1569" y="1116"/>
                  </a:lnTo>
                  <a:cubicBezTo>
                    <a:pt x="1011" y="1116"/>
                    <a:pt x="491" y="804"/>
                    <a:pt x="231" y="303"/>
                  </a:cubicBezTo>
                  <a:cubicBezTo>
                    <a:pt x="178" y="207"/>
                    <a:pt x="106" y="106"/>
                    <a:pt x="6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1"/>
            <p:cNvSpPr/>
            <p:nvPr/>
          </p:nvSpPr>
          <p:spPr>
            <a:xfrm>
              <a:off x="1839484" y="2635814"/>
              <a:ext cx="35092" cy="29926"/>
            </a:xfrm>
            <a:custGeom>
              <a:rect b="b" l="l" r="r" t="t"/>
              <a:pathLst>
                <a:path extrusionOk="0" h="1141" w="1338">
                  <a:moveTo>
                    <a:pt x="376" y="0"/>
                  </a:moveTo>
                  <a:lnTo>
                    <a:pt x="0" y="549"/>
                  </a:lnTo>
                  <a:cubicBezTo>
                    <a:pt x="275" y="828"/>
                    <a:pt x="616" y="1030"/>
                    <a:pt x="991" y="1141"/>
                  </a:cubicBezTo>
                  <a:lnTo>
                    <a:pt x="1338" y="640"/>
                  </a:lnTo>
                  <a:cubicBezTo>
                    <a:pt x="972" y="511"/>
                    <a:pt x="640" y="289"/>
                    <a:pt x="37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1"/>
            <p:cNvSpPr/>
            <p:nvPr/>
          </p:nvSpPr>
          <p:spPr>
            <a:xfrm>
              <a:off x="1866472" y="2733433"/>
              <a:ext cx="50383" cy="43249"/>
            </a:xfrm>
            <a:custGeom>
              <a:rect b="b" l="l" r="r" t="t"/>
              <a:pathLst>
                <a:path extrusionOk="0" h="1649" w="1921">
                  <a:moveTo>
                    <a:pt x="819" y="436"/>
                  </a:moveTo>
                  <a:cubicBezTo>
                    <a:pt x="1165" y="436"/>
                    <a:pt x="1339" y="854"/>
                    <a:pt x="1093" y="1100"/>
                  </a:cubicBezTo>
                  <a:cubicBezTo>
                    <a:pt x="1014" y="1179"/>
                    <a:pt x="916" y="1215"/>
                    <a:pt x="820" y="1215"/>
                  </a:cubicBezTo>
                  <a:cubicBezTo>
                    <a:pt x="621" y="1215"/>
                    <a:pt x="429" y="1060"/>
                    <a:pt x="429" y="826"/>
                  </a:cubicBezTo>
                  <a:cubicBezTo>
                    <a:pt x="429" y="609"/>
                    <a:pt x="607" y="436"/>
                    <a:pt x="819" y="436"/>
                  </a:cubicBezTo>
                  <a:close/>
                  <a:moveTo>
                    <a:pt x="827" y="1"/>
                  </a:moveTo>
                  <a:cubicBezTo>
                    <a:pt x="405" y="1"/>
                    <a:pt x="1" y="330"/>
                    <a:pt x="1" y="826"/>
                  </a:cubicBezTo>
                  <a:cubicBezTo>
                    <a:pt x="1" y="1278"/>
                    <a:pt x="367" y="1644"/>
                    <a:pt x="819" y="1648"/>
                  </a:cubicBezTo>
                  <a:cubicBezTo>
                    <a:pt x="1550" y="1648"/>
                    <a:pt x="1921" y="763"/>
                    <a:pt x="1401" y="243"/>
                  </a:cubicBezTo>
                  <a:cubicBezTo>
                    <a:pt x="1233" y="76"/>
                    <a:pt x="1028"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1"/>
            <p:cNvSpPr/>
            <p:nvPr/>
          </p:nvSpPr>
          <p:spPr>
            <a:xfrm>
              <a:off x="2005189" y="2733433"/>
              <a:ext cx="50357" cy="43249"/>
            </a:xfrm>
            <a:custGeom>
              <a:rect b="b" l="l" r="r" t="t"/>
              <a:pathLst>
                <a:path extrusionOk="0" h="1649" w="1920">
                  <a:moveTo>
                    <a:pt x="823" y="436"/>
                  </a:moveTo>
                  <a:cubicBezTo>
                    <a:pt x="1169" y="436"/>
                    <a:pt x="1343" y="854"/>
                    <a:pt x="1097" y="1100"/>
                  </a:cubicBezTo>
                  <a:cubicBezTo>
                    <a:pt x="1018" y="1179"/>
                    <a:pt x="920" y="1215"/>
                    <a:pt x="824" y="1215"/>
                  </a:cubicBezTo>
                  <a:cubicBezTo>
                    <a:pt x="625" y="1215"/>
                    <a:pt x="433" y="1060"/>
                    <a:pt x="433" y="826"/>
                  </a:cubicBezTo>
                  <a:cubicBezTo>
                    <a:pt x="433" y="609"/>
                    <a:pt x="606" y="436"/>
                    <a:pt x="823" y="436"/>
                  </a:cubicBezTo>
                  <a:close/>
                  <a:moveTo>
                    <a:pt x="829" y="1"/>
                  </a:moveTo>
                  <a:cubicBezTo>
                    <a:pt x="406" y="1"/>
                    <a:pt x="0" y="330"/>
                    <a:pt x="0" y="826"/>
                  </a:cubicBezTo>
                  <a:cubicBezTo>
                    <a:pt x="0" y="1278"/>
                    <a:pt x="371" y="1644"/>
                    <a:pt x="823" y="1648"/>
                  </a:cubicBezTo>
                  <a:cubicBezTo>
                    <a:pt x="1554" y="1648"/>
                    <a:pt x="1920" y="763"/>
                    <a:pt x="1405" y="243"/>
                  </a:cubicBezTo>
                  <a:cubicBezTo>
                    <a:pt x="1237" y="76"/>
                    <a:pt x="1031"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1"/>
            <p:cNvSpPr/>
            <p:nvPr/>
          </p:nvSpPr>
          <p:spPr>
            <a:xfrm>
              <a:off x="1735230" y="2435410"/>
              <a:ext cx="393281" cy="360313"/>
            </a:xfrm>
            <a:custGeom>
              <a:rect b="b" l="l" r="r" t="t"/>
              <a:pathLst>
                <a:path extrusionOk="0" h="13738" w="14995">
                  <a:moveTo>
                    <a:pt x="5145" y="2555"/>
                  </a:moveTo>
                  <a:lnTo>
                    <a:pt x="5145" y="3835"/>
                  </a:lnTo>
                  <a:lnTo>
                    <a:pt x="4274" y="3835"/>
                  </a:lnTo>
                  <a:lnTo>
                    <a:pt x="3821" y="2555"/>
                  </a:lnTo>
                  <a:close/>
                  <a:moveTo>
                    <a:pt x="6896" y="2555"/>
                  </a:moveTo>
                  <a:lnTo>
                    <a:pt x="6896" y="3835"/>
                  </a:lnTo>
                  <a:lnTo>
                    <a:pt x="5582" y="3835"/>
                  </a:lnTo>
                  <a:lnTo>
                    <a:pt x="5582" y="2555"/>
                  </a:lnTo>
                  <a:close/>
                  <a:moveTo>
                    <a:pt x="8647" y="2555"/>
                  </a:moveTo>
                  <a:lnTo>
                    <a:pt x="8647" y="3835"/>
                  </a:lnTo>
                  <a:lnTo>
                    <a:pt x="7329" y="3835"/>
                  </a:lnTo>
                  <a:lnTo>
                    <a:pt x="7329" y="2555"/>
                  </a:lnTo>
                  <a:close/>
                  <a:moveTo>
                    <a:pt x="10399" y="2555"/>
                  </a:moveTo>
                  <a:lnTo>
                    <a:pt x="10399" y="3835"/>
                  </a:lnTo>
                  <a:lnTo>
                    <a:pt x="9081" y="3835"/>
                  </a:lnTo>
                  <a:lnTo>
                    <a:pt x="9081" y="2555"/>
                  </a:lnTo>
                  <a:close/>
                  <a:moveTo>
                    <a:pt x="12146" y="2555"/>
                  </a:moveTo>
                  <a:lnTo>
                    <a:pt x="12146" y="3835"/>
                  </a:lnTo>
                  <a:lnTo>
                    <a:pt x="10832" y="3835"/>
                  </a:lnTo>
                  <a:lnTo>
                    <a:pt x="10832" y="2555"/>
                  </a:lnTo>
                  <a:close/>
                  <a:moveTo>
                    <a:pt x="13180" y="2555"/>
                  </a:moveTo>
                  <a:lnTo>
                    <a:pt x="12891" y="3835"/>
                  </a:lnTo>
                  <a:lnTo>
                    <a:pt x="12579" y="3835"/>
                  </a:lnTo>
                  <a:lnTo>
                    <a:pt x="12579" y="2555"/>
                  </a:lnTo>
                  <a:close/>
                  <a:moveTo>
                    <a:pt x="12790" y="4268"/>
                  </a:moveTo>
                  <a:lnTo>
                    <a:pt x="12579" y="5178"/>
                  </a:lnTo>
                  <a:lnTo>
                    <a:pt x="12579" y="4268"/>
                  </a:lnTo>
                  <a:close/>
                  <a:moveTo>
                    <a:pt x="5149" y="4268"/>
                  </a:moveTo>
                  <a:lnTo>
                    <a:pt x="5149" y="5587"/>
                  </a:lnTo>
                  <a:lnTo>
                    <a:pt x="4899" y="5587"/>
                  </a:lnTo>
                  <a:lnTo>
                    <a:pt x="4428" y="4268"/>
                  </a:lnTo>
                  <a:close/>
                  <a:moveTo>
                    <a:pt x="6896" y="4268"/>
                  </a:moveTo>
                  <a:lnTo>
                    <a:pt x="6896" y="5587"/>
                  </a:lnTo>
                  <a:lnTo>
                    <a:pt x="5582" y="5587"/>
                  </a:lnTo>
                  <a:lnTo>
                    <a:pt x="5582" y="4268"/>
                  </a:lnTo>
                  <a:close/>
                  <a:moveTo>
                    <a:pt x="8647" y="4268"/>
                  </a:moveTo>
                  <a:lnTo>
                    <a:pt x="8647" y="5587"/>
                  </a:lnTo>
                  <a:lnTo>
                    <a:pt x="7329" y="5587"/>
                  </a:lnTo>
                  <a:lnTo>
                    <a:pt x="7329" y="4268"/>
                  </a:lnTo>
                  <a:close/>
                  <a:moveTo>
                    <a:pt x="10399" y="4268"/>
                  </a:moveTo>
                  <a:lnTo>
                    <a:pt x="10399" y="5587"/>
                  </a:lnTo>
                  <a:lnTo>
                    <a:pt x="9081" y="5587"/>
                  </a:lnTo>
                  <a:lnTo>
                    <a:pt x="9081" y="4268"/>
                  </a:lnTo>
                  <a:close/>
                  <a:moveTo>
                    <a:pt x="12146" y="4268"/>
                  </a:moveTo>
                  <a:lnTo>
                    <a:pt x="12146" y="5587"/>
                  </a:lnTo>
                  <a:lnTo>
                    <a:pt x="10832" y="5587"/>
                  </a:lnTo>
                  <a:lnTo>
                    <a:pt x="10832" y="4268"/>
                  </a:lnTo>
                  <a:close/>
                  <a:moveTo>
                    <a:pt x="5145" y="6020"/>
                  </a:moveTo>
                  <a:lnTo>
                    <a:pt x="5145" y="6299"/>
                  </a:lnTo>
                  <a:lnTo>
                    <a:pt x="5043" y="6020"/>
                  </a:lnTo>
                  <a:close/>
                  <a:moveTo>
                    <a:pt x="6896" y="6020"/>
                  </a:moveTo>
                  <a:lnTo>
                    <a:pt x="6896" y="7050"/>
                  </a:lnTo>
                  <a:cubicBezTo>
                    <a:pt x="6801" y="7045"/>
                    <a:pt x="6713" y="7043"/>
                    <a:pt x="6630" y="7043"/>
                  </a:cubicBezTo>
                  <a:cubicBezTo>
                    <a:pt x="6471" y="7043"/>
                    <a:pt x="6334" y="7049"/>
                    <a:pt x="6210" y="7049"/>
                  </a:cubicBezTo>
                  <a:cubicBezTo>
                    <a:pt x="5976" y="7049"/>
                    <a:pt x="5788" y="7027"/>
                    <a:pt x="5582" y="6896"/>
                  </a:cubicBezTo>
                  <a:lnTo>
                    <a:pt x="5578" y="6896"/>
                  </a:lnTo>
                  <a:lnTo>
                    <a:pt x="5578" y="6020"/>
                  </a:lnTo>
                  <a:close/>
                  <a:moveTo>
                    <a:pt x="8647" y="6020"/>
                  </a:moveTo>
                  <a:lnTo>
                    <a:pt x="8647" y="7050"/>
                  </a:lnTo>
                  <a:lnTo>
                    <a:pt x="7329" y="7050"/>
                  </a:lnTo>
                  <a:lnTo>
                    <a:pt x="7329" y="6020"/>
                  </a:lnTo>
                  <a:close/>
                  <a:moveTo>
                    <a:pt x="10399" y="6020"/>
                  </a:moveTo>
                  <a:lnTo>
                    <a:pt x="10399" y="7050"/>
                  </a:lnTo>
                  <a:lnTo>
                    <a:pt x="9081" y="7050"/>
                  </a:lnTo>
                  <a:lnTo>
                    <a:pt x="9081" y="6020"/>
                  </a:lnTo>
                  <a:close/>
                  <a:moveTo>
                    <a:pt x="12146" y="6020"/>
                  </a:moveTo>
                  <a:lnTo>
                    <a:pt x="12146" y="7050"/>
                  </a:lnTo>
                  <a:lnTo>
                    <a:pt x="10832" y="7050"/>
                  </a:lnTo>
                  <a:lnTo>
                    <a:pt x="10832" y="6020"/>
                  </a:lnTo>
                  <a:close/>
                  <a:moveTo>
                    <a:pt x="5817" y="11072"/>
                  </a:moveTo>
                  <a:cubicBezTo>
                    <a:pt x="5819" y="11072"/>
                    <a:pt x="5821" y="11072"/>
                    <a:pt x="5823" y="11072"/>
                  </a:cubicBezTo>
                  <a:cubicBezTo>
                    <a:pt x="6439" y="11072"/>
                    <a:pt x="6939" y="11573"/>
                    <a:pt x="6939" y="12189"/>
                  </a:cubicBezTo>
                  <a:cubicBezTo>
                    <a:pt x="6936" y="12861"/>
                    <a:pt x="6387" y="13305"/>
                    <a:pt x="5814" y="13305"/>
                  </a:cubicBezTo>
                  <a:cubicBezTo>
                    <a:pt x="5538" y="13305"/>
                    <a:pt x="5257" y="13203"/>
                    <a:pt x="5029" y="12973"/>
                  </a:cubicBezTo>
                  <a:cubicBezTo>
                    <a:pt x="4328" y="12272"/>
                    <a:pt x="4825" y="11072"/>
                    <a:pt x="5817" y="11072"/>
                  </a:cubicBezTo>
                  <a:close/>
                  <a:moveTo>
                    <a:pt x="11116" y="11072"/>
                  </a:moveTo>
                  <a:cubicBezTo>
                    <a:pt x="11732" y="11072"/>
                    <a:pt x="12232" y="11573"/>
                    <a:pt x="12232" y="12189"/>
                  </a:cubicBezTo>
                  <a:cubicBezTo>
                    <a:pt x="12232" y="12862"/>
                    <a:pt x="11682" y="13307"/>
                    <a:pt x="11107" y="13307"/>
                  </a:cubicBezTo>
                  <a:cubicBezTo>
                    <a:pt x="10832" y="13307"/>
                    <a:pt x="10551" y="13205"/>
                    <a:pt x="10322" y="12978"/>
                  </a:cubicBezTo>
                  <a:cubicBezTo>
                    <a:pt x="9619" y="12275"/>
                    <a:pt x="10120" y="11072"/>
                    <a:pt x="11116" y="11072"/>
                  </a:cubicBezTo>
                  <a:close/>
                  <a:moveTo>
                    <a:pt x="793" y="0"/>
                  </a:moveTo>
                  <a:cubicBezTo>
                    <a:pt x="357" y="0"/>
                    <a:pt x="1" y="356"/>
                    <a:pt x="1" y="794"/>
                  </a:cubicBezTo>
                  <a:cubicBezTo>
                    <a:pt x="1" y="1233"/>
                    <a:pt x="357" y="1589"/>
                    <a:pt x="793" y="1589"/>
                  </a:cubicBezTo>
                  <a:cubicBezTo>
                    <a:pt x="801" y="1589"/>
                    <a:pt x="810" y="1589"/>
                    <a:pt x="819" y="1588"/>
                  </a:cubicBezTo>
                  <a:lnTo>
                    <a:pt x="1796" y="1588"/>
                  </a:lnTo>
                  <a:lnTo>
                    <a:pt x="3018" y="5043"/>
                  </a:lnTo>
                  <a:cubicBezTo>
                    <a:pt x="3054" y="5144"/>
                    <a:pt x="3134" y="5187"/>
                    <a:pt x="3214" y="5187"/>
                  </a:cubicBezTo>
                  <a:cubicBezTo>
                    <a:pt x="3349" y="5187"/>
                    <a:pt x="3487" y="5067"/>
                    <a:pt x="3427" y="4899"/>
                  </a:cubicBezTo>
                  <a:cubicBezTo>
                    <a:pt x="2233" y="1521"/>
                    <a:pt x="2180" y="1377"/>
                    <a:pt x="2176" y="1362"/>
                  </a:cubicBezTo>
                  <a:cubicBezTo>
                    <a:pt x="2123" y="1237"/>
                    <a:pt x="1998" y="1155"/>
                    <a:pt x="1863" y="1155"/>
                  </a:cubicBezTo>
                  <a:lnTo>
                    <a:pt x="819" y="1155"/>
                  </a:lnTo>
                  <a:cubicBezTo>
                    <a:pt x="617" y="1155"/>
                    <a:pt x="458" y="992"/>
                    <a:pt x="458" y="794"/>
                  </a:cubicBezTo>
                  <a:cubicBezTo>
                    <a:pt x="458" y="592"/>
                    <a:pt x="617" y="434"/>
                    <a:pt x="819" y="434"/>
                  </a:cubicBezTo>
                  <a:lnTo>
                    <a:pt x="1863" y="434"/>
                  </a:lnTo>
                  <a:cubicBezTo>
                    <a:pt x="1867" y="433"/>
                    <a:pt x="1871" y="433"/>
                    <a:pt x="1875" y="433"/>
                  </a:cubicBezTo>
                  <a:cubicBezTo>
                    <a:pt x="2293" y="433"/>
                    <a:pt x="2673" y="687"/>
                    <a:pt x="2840" y="1073"/>
                  </a:cubicBezTo>
                  <a:lnTo>
                    <a:pt x="4793" y="6602"/>
                  </a:lnTo>
                  <a:cubicBezTo>
                    <a:pt x="4952" y="7054"/>
                    <a:pt x="5477" y="7478"/>
                    <a:pt x="6107" y="7478"/>
                  </a:cubicBezTo>
                  <a:lnTo>
                    <a:pt x="14017" y="7478"/>
                  </a:lnTo>
                  <a:cubicBezTo>
                    <a:pt x="14215" y="7478"/>
                    <a:pt x="14378" y="7641"/>
                    <a:pt x="14378" y="7839"/>
                  </a:cubicBezTo>
                  <a:cubicBezTo>
                    <a:pt x="14378" y="8041"/>
                    <a:pt x="14215" y="8200"/>
                    <a:pt x="14017" y="8200"/>
                  </a:cubicBezTo>
                  <a:lnTo>
                    <a:pt x="6107" y="8200"/>
                  </a:lnTo>
                  <a:cubicBezTo>
                    <a:pt x="5250" y="8200"/>
                    <a:pt x="4476" y="7690"/>
                    <a:pt x="4139" y="6900"/>
                  </a:cubicBezTo>
                  <a:lnTo>
                    <a:pt x="3701" y="5659"/>
                  </a:lnTo>
                  <a:cubicBezTo>
                    <a:pt x="3665" y="5558"/>
                    <a:pt x="3585" y="5515"/>
                    <a:pt x="3504" y="5515"/>
                  </a:cubicBezTo>
                  <a:cubicBezTo>
                    <a:pt x="3369" y="5515"/>
                    <a:pt x="3232" y="5635"/>
                    <a:pt x="3292" y="5803"/>
                  </a:cubicBezTo>
                  <a:cubicBezTo>
                    <a:pt x="3643" y="6703"/>
                    <a:pt x="3658" y="7107"/>
                    <a:pt x="4086" y="7651"/>
                  </a:cubicBezTo>
                  <a:lnTo>
                    <a:pt x="3595" y="8358"/>
                  </a:lnTo>
                  <a:cubicBezTo>
                    <a:pt x="2864" y="9412"/>
                    <a:pt x="3499" y="10870"/>
                    <a:pt x="4769" y="11053"/>
                  </a:cubicBezTo>
                  <a:cubicBezTo>
                    <a:pt x="3749" y="12006"/>
                    <a:pt x="4418" y="13738"/>
                    <a:pt x="5828" y="13738"/>
                  </a:cubicBezTo>
                  <a:cubicBezTo>
                    <a:pt x="7223" y="13738"/>
                    <a:pt x="7897" y="12030"/>
                    <a:pt x="6901" y="11067"/>
                  </a:cubicBezTo>
                  <a:lnTo>
                    <a:pt x="10043" y="11067"/>
                  </a:lnTo>
                  <a:cubicBezTo>
                    <a:pt x="9047" y="12030"/>
                    <a:pt x="9720" y="13738"/>
                    <a:pt x="11116" y="13738"/>
                  </a:cubicBezTo>
                  <a:cubicBezTo>
                    <a:pt x="12516" y="13738"/>
                    <a:pt x="13190" y="12030"/>
                    <a:pt x="12189" y="11067"/>
                  </a:cubicBezTo>
                  <a:lnTo>
                    <a:pt x="12478" y="11067"/>
                  </a:lnTo>
                  <a:cubicBezTo>
                    <a:pt x="12486" y="11068"/>
                    <a:pt x="12495" y="11068"/>
                    <a:pt x="12504" y="11068"/>
                  </a:cubicBezTo>
                  <a:cubicBezTo>
                    <a:pt x="12939" y="11068"/>
                    <a:pt x="13296" y="10712"/>
                    <a:pt x="13296" y="10273"/>
                  </a:cubicBezTo>
                  <a:cubicBezTo>
                    <a:pt x="13296" y="9832"/>
                    <a:pt x="12935" y="9479"/>
                    <a:pt x="12495" y="9479"/>
                  </a:cubicBezTo>
                  <a:cubicBezTo>
                    <a:pt x="12489" y="9479"/>
                    <a:pt x="12484" y="9479"/>
                    <a:pt x="12478" y="9480"/>
                  </a:cubicBezTo>
                  <a:lnTo>
                    <a:pt x="10495" y="9480"/>
                  </a:lnTo>
                  <a:cubicBezTo>
                    <a:pt x="10206" y="9480"/>
                    <a:pt x="10206" y="9913"/>
                    <a:pt x="10495" y="9913"/>
                  </a:cubicBezTo>
                  <a:lnTo>
                    <a:pt x="12478" y="9913"/>
                  </a:lnTo>
                  <a:cubicBezTo>
                    <a:pt x="12675" y="9913"/>
                    <a:pt x="12838" y="10076"/>
                    <a:pt x="12838" y="10273"/>
                  </a:cubicBezTo>
                  <a:cubicBezTo>
                    <a:pt x="12838" y="10476"/>
                    <a:pt x="12675" y="10634"/>
                    <a:pt x="12478" y="10634"/>
                  </a:cubicBezTo>
                  <a:lnTo>
                    <a:pt x="5010" y="10634"/>
                  </a:lnTo>
                  <a:cubicBezTo>
                    <a:pt x="3966" y="10634"/>
                    <a:pt x="3355" y="9460"/>
                    <a:pt x="3946" y="8604"/>
                  </a:cubicBezTo>
                  <a:lnTo>
                    <a:pt x="4384" y="7973"/>
                  </a:lnTo>
                  <a:cubicBezTo>
                    <a:pt x="4567" y="8137"/>
                    <a:pt x="4769" y="8272"/>
                    <a:pt x="4986" y="8378"/>
                  </a:cubicBezTo>
                  <a:lnTo>
                    <a:pt x="4543" y="9018"/>
                  </a:lnTo>
                  <a:cubicBezTo>
                    <a:pt x="4278" y="9398"/>
                    <a:pt x="4553" y="9917"/>
                    <a:pt x="5015" y="9917"/>
                  </a:cubicBezTo>
                  <a:lnTo>
                    <a:pt x="9687" y="9917"/>
                  </a:lnTo>
                  <a:cubicBezTo>
                    <a:pt x="9971" y="9917"/>
                    <a:pt x="9971" y="9484"/>
                    <a:pt x="9687" y="9484"/>
                  </a:cubicBezTo>
                  <a:lnTo>
                    <a:pt x="5010" y="9484"/>
                  </a:lnTo>
                  <a:cubicBezTo>
                    <a:pt x="4899" y="9484"/>
                    <a:pt x="4832" y="9354"/>
                    <a:pt x="4899" y="9263"/>
                  </a:cubicBezTo>
                  <a:lnTo>
                    <a:pt x="5400" y="8536"/>
                  </a:lnTo>
                  <a:cubicBezTo>
                    <a:pt x="5700" y="8622"/>
                    <a:pt x="5777" y="8639"/>
                    <a:pt x="6766" y="8639"/>
                  </a:cubicBezTo>
                  <a:cubicBezTo>
                    <a:pt x="7471" y="8639"/>
                    <a:pt x="8638" y="8630"/>
                    <a:pt x="10678" y="8630"/>
                  </a:cubicBezTo>
                  <a:cubicBezTo>
                    <a:pt x="11600" y="8630"/>
                    <a:pt x="12701" y="8632"/>
                    <a:pt x="14017" y="8637"/>
                  </a:cubicBezTo>
                  <a:cubicBezTo>
                    <a:pt x="14023" y="8638"/>
                    <a:pt x="14029" y="8638"/>
                    <a:pt x="14035" y="8638"/>
                  </a:cubicBezTo>
                  <a:cubicBezTo>
                    <a:pt x="14475" y="8638"/>
                    <a:pt x="14835" y="8285"/>
                    <a:pt x="14835" y="7844"/>
                  </a:cubicBezTo>
                  <a:cubicBezTo>
                    <a:pt x="14835" y="7405"/>
                    <a:pt x="14479" y="7049"/>
                    <a:pt x="14043" y="7049"/>
                  </a:cubicBezTo>
                  <a:cubicBezTo>
                    <a:pt x="14035" y="7049"/>
                    <a:pt x="14026" y="7049"/>
                    <a:pt x="14017" y="7050"/>
                  </a:cubicBezTo>
                  <a:lnTo>
                    <a:pt x="13782" y="7050"/>
                  </a:lnTo>
                  <a:lnTo>
                    <a:pt x="14802" y="2604"/>
                  </a:lnTo>
                  <a:cubicBezTo>
                    <a:pt x="14994" y="1766"/>
                    <a:pt x="14359" y="968"/>
                    <a:pt x="13503" y="968"/>
                  </a:cubicBezTo>
                  <a:lnTo>
                    <a:pt x="9268" y="968"/>
                  </a:lnTo>
                  <a:cubicBezTo>
                    <a:pt x="8979" y="968"/>
                    <a:pt x="8979" y="1401"/>
                    <a:pt x="9268" y="1401"/>
                  </a:cubicBezTo>
                  <a:lnTo>
                    <a:pt x="13503" y="1401"/>
                  </a:lnTo>
                  <a:cubicBezTo>
                    <a:pt x="14080" y="1401"/>
                    <a:pt x="14513" y="1940"/>
                    <a:pt x="14383" y="2507"/>
                  </a:cubicBezTo>
                  <a:lnTo>
                    <a:pt x="13334" y="7050"/>
                  </a:lnTo>
                  <a:lnTo>
                    <a:pt x="12593" y="7050"/>
                  </a:lnTo>
                  <a:lnTo>
                    <a:pt x="13666" y="2387"/>
                  </a:lnTo>
                  <a:cubicBezTo>
                    <a:pt x="13700" y="2252"/>
                    <a:pt x="13594" y="2122"/>
                    <a:pt x="13454" y="2122"/>
                  </a:cubicBezTo>
                  <a:lnTo>
                    <a:pt x="3667" y="2122"/>
                  </a:lnTo>
                  <a:lnTo>
                    <a:pt x="3412" y="1401"/>
                  </a:lnTo>
                  <a:lnTo>
                    <a:pt x="8460" y="1401"/>
                  </a:lnTo>
                  <a:cubicBezTo>
                    <a:pt x="8749" y="1401"/>
                    <a:pt x="8749" y="968"/>
                    <a:pt x="8460" y="968"/>
                  </a:cubicBezTo>
                  <a:lnTo>
                    <a:pt x="3258" y="968"/>
                  </a:lnTo>
                  <a:cubicBezTo>
                    <a:pt x="3042" y="385"/>
                    <a:pt x="2484" y="0"/>
                    <a:pt x="1863" y="0"/>
                  </a:cubicBezTo>
                  <a:lnTo>
                    <a:pt x="819" y="0"/>
                  </a:lnTo>
                  <a:cubicBezTo>
                    <a:pt x="810" y="0"/>
                    <a:pt x="801"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81"/>
          <p:cNvGrpSpPr/>
          <p:nvPr/>
        </p:nvGrpSpPr>
        <p:grpSpPr>
          <a:xfrm>
            <a:off x="3603362" y="4331972"/>
            <a:ext cx="247011" cy="304029"/>
            <a:chOff x="3603362" y="4331973"/>
            <a:chExt cx="247011" cy="304029"/>
          </a:xfrm>
        </p:grpSpPr>
        <p:sp>
          <p:nvSpPr>
            <p:cNvPr id="10519" name="Google Shape;10519;p81"/>
            <p:cNvSpPr/>
            <p:nvPr/>
          </p:nvSpPr>
          <p:spPr>
            <a:xfrm>
              <a:off x="3607926" y="4336484"/>
              <a:ext cx="238041" cy="295086"/>
            </a:xfrm>
            <a:custGeom>
              <a:rect b="b" l="l" r="r" t="t"/>
              <a:pathLst>
                <a:path extrusionOk="0" h="11251" w="9076">
                  <a:moveTo>
                    <a:pt x="4538" y="0"/>
                  </a:moveTo>
                  <a:lnTo>
                    <a:pt x="0" y="905"/>
                  </a:lnTo>
                  <a:lnTo>
                    <a:pt x="0" y="7439"/>
                  </a:lnTo>
                  <a:lnTo>
                    <a:pt x="4538" y="11250"/>
                  </a:lnTo>
                  <a:lnTo>
                    <a:pt x="9075" y="7439"/>
                  </a:lnTo>
                  <a:lnTo>
                    <a:pt x="9075" y="905"/>
                  </a:lnTo>
                  <a:lnTo>
                    <a:pt x="453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1"/>
            <p:cNvSpPr/>
            <p:nvPr/>
          </p:nvSpPr>
          <p:spPr>
            <a:xfrm>
              <a:off x="3626967" y="4355918"/>
              <a:ext cx="199932" cy="250787"/>
            </a:xfrm>
            <a:custGeom>
              <a:rect b="b" l="l" r="r" t="t"/>
              <a:pathLst>
                <a:path extrusionOk="0" h="9562" w="7623">
                  <a:moveTo>
                    <a:pt x="3812" y="0"/>
                  </a:moveTo>
                  <a:lnTo>
                    <a:pt x="1" y="761"/>
                  </a:lnTo>
                  <a:lnTo>
                    <a:pt x="1" y="6361"/>
                  </a:lnTo>
                  <a:lnTo>
                    <a:pt x="3812" y="9561"/>
                  </a:lnTo>
                  <a:lnTo>
                    <a:pt x="7623" y="6361"/>
                  </a:lnTo>
                  <a:lnTo>
                    <a:pt x="7623" y="761"/>
                  </a:lnTo>
                  <a:lnTo>
                    <a:pt x="381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1"/>
            <p:cNvSpPr/>
            <p:nvPr/>
          </p:nvSpPr>
          <p:spPr>
            <a:xfrm>
              <a:off x="3626967" y="4372074"/>
              <a:ext cx="112464" cy="234631"/>
            </a:xfrm>
            <a:custGeom>
              <a:rect b="b" l="l" r="r" t="t"/>
              <a:pathLst>
                <a:path extrusionOk="0" h="8946" w="4288">
                  <a:moveTo>
                    <a:pt x="723" y="0"/>
                  </a:moveTo>
                  <a:lnTo>
                    <a:pt x="1" y="145"/>
                  </a:lnTo>
                  <a:lnTo>
                    <a:pt x="1" y="5745"/>
                  </a:lnTo>
                  <a:lnTo>
                    <a:pt x="3812" y="8945"/>
                  </a:lnTo>
                  <a:lnTo>
                    <a:pt x="4288" y="8546"/>
                  </a:lnTo>
                  <a:lnTo>
                    <a:pt x="723" y="5548"/>
                  </a:lnTo>
                  <a:lnTo>
                    <a:pt x="72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1"/>
            <p:cNvSpPr/>
            <p:nvPr/>
          </p:nvSpPr>
          <p:spPr>
            <a:xfrm>
              <a:off x="3664971" y="4398328"/>
              <a:ext cx="123820" cy="123820"/>
            </a:xfrm>
            <a:custGeom>
              <a:rect b="b" l="l" r="r" t="t"/>
              <a:pathLst>
                <a:path extrusionOk="0" h="4721" w="4721">
                  <a:moveTo>
                    <a:pt x="2363" y="0"/>
                  </a:moveTo>
                  <a:cubicBezTo>
                    <a:pt x="1059" y="0"/>
                    <a:pt x="0" y="1059"/>
                    <a:pt x="0" y="2363"/>
                  </a:cubicBezTo>
                  <a:cubicBezTo>
                    <a:pt x="0" y="3662"/>
                    <a:pt x="1059" y="4720"/>
                    <a:pt x="2363" y="4720"/>
                  </a:cubicBezTo>
                  <a:cubicBezTo>
                    <a:pt x="3662" y="4720"/>
                    <a:pt x="4720" y="3662"/>
                    <a:pt x="4720" y="2363"/>
                  </a:cubicBezTo>
                  <a:cubicBezTo>
                    <a:pt x="4720" y="1059"/>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1"/>
            <p:cNvSpPr/>
            <p:nvPr/>
          </p:nvSpPr>
          <p:spPr>
            <a:xfrm>
              <a:off x="3679212" y="4412570"/>
              <a:ext cx="95311" cy="95311"/>
            </a:xfrm>
            <a:custGeom>
              <a:rect b="b" l="l" r="r" t="t"/>
              <a:pathLst>
                <a:path extrusionOk="0" h="3634" w="3634">
                  <a:moveTo>
                    <a:pt x="1820" y="1"/>
                  </a:moveTo>
                  <a:cubicBezTo>
                    <a:pt x="814" y="1"/>
                    <a:pt x="1" y="814"/>
                    <a:pt x="1" y="1820"/>
                  </a:cubicBezTo>
                  <a:cubicBezTo>
                    <a:pt x="1" y="2820"/>
                    <a:pt x="814" y="3634"/>
                    <a:pt x="1820" y="3634"/>
                  </a:cubicBezTo>
                  <a:cubicBezTo>
                    <a:pt x="2820" y="3634"/>
                    <a:pt x="3634" y="2820"/>
                    <a:pt x="3634" y="1820"/>
                  </a:cubicBezTo>
                  <a:cubicBezTo>
                    <a:pt x="3634" y="814"/>
                    <a:pt x="2820" y="1"/>
                    <a:pt x="182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1"/>
            <p:cNvSpPr/>
            <p:nvPr/>
          </p:nvSpPr>
          <p:spPr>
            <a:xfrm>
              <a:off x="3603362" y="4331973"/>
              <a:ext cx="247011" cy="304029"/>
            </a:xfrm>
            <a:custGeom>
              <a:rect b="b" l="l" r="r" t="t"/>
              <a:pathLst>
                <a:path extrusionOk="0" h="11592" w="9418">
                  <a:moveTo>
                    <a:pt x="4712" y="346"/>
                  </a:moveTo>
                  <a:lnTo>
                    <a:pt x="9076" y="1216"/>
                  </a:lnTo>
                  <a:lnTo>
                    <a:pt x="9076" y="7534"/>
                  </a:lnTo>
                  <a:lnTo>
                    <a:pt x="4712" y="11201"/>
                  </a:lnTo>
                  <a:lnTo>
                    <a:pt x="343" y="7534"/>
                  </a:lnTo>
                  <a:lnTo>
                    <a:pt x="343" y="1216"/>
                  </a:lnTo>
                  <a:lnTo>
                    <a:pt x="4712" y="346"/>
                  </a:lnTo>
                  <a:close/>
                  <a:moveTo>
                    <a:pt x="4710" y="0"/>
                  </a:moveTo>
                  <a:cubicBezTo>
                    <a:pt x="4698" y="0"/>
                    <a:pt x="4688" y="1"/>
                    <a:pt x="4678" y="4"/>
                  </a:cubicBezTo>
                  <a:lnTo>
                    <a:pt x="140" y="913"/>
                  </a:lnTo>
                  <a:cubicBezTo>
                    <a:pt x="59" y="928"/>
                    <a:pt x="1" y="1000"/>
                    <a:pt x="1" y="1077"/>
                  </a:cubicBezTo>
                  <a:lnTo>
                    <a:pt x="1" y="7611"/>
                  </a:lnTo>
                  <a:cubicBezTo>
                    <a:pt x="1" y="7664"/>
                    <a:pt x="25" y="7712"/>
                    <a:pt x="64" y="7741"/>
                  </a:cubicBezTo>
                  <a:lnTo>
                    <a:pt x="4601" y="11552"/>
                  </a:lnTo>
                  <a:cubicBezTo>
                    <a:pt x="4632" y="11578"/>
                    <a:pt x="4671" y="11592"/>
                    <a:pt x="4709" y="11592"/>
                  </a:cubicBezTo>
                  <a:cubicBezTo>
                    <a:pt x="4748" y="11592"/>
                    <a:pt x="4786" y="11578"/>
                    <a:pt x="4818" y="11552"/>
                  </a:cubicBezTo>
                  <a:lnTo>
                    <a:pt x="9355" y="7741"/>
                  </a:lnTo>
                  <a:cubicBezTo>
                    <a:pt x="9393" y="7712"/>
                    <a:pt x="9418" y="7664"/>
                    <a:pt x="9418" y="7611"/>
                  </a:cubicBezTo>
                  <a:lnTo>
                    <a:pt x="9418" y="1077"/>
                  </a:lnTo>
                  <a:cubicBezTo>
                    <a:pt x="9413" y="995"/>
                    <a:pt x="9360" y="928"/>
                    <a:pt x="9283" y="913"/>
                  </a:cubicBezTo>
                  <a:lnTo>
                    <a:pt x="4745" y="4"/>
                  </a:lnTo>
                  <a:cubicBezTo>
                    <a:pt x="4733" y="1"/>
                    <a:pt x="4721" y="0"/>
                    <a:pt x="47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1"/>
            <p:cNvSpPr/>
            <p:nvPr/>
          </p:nvSpPr>
          <p:spPr>
            <a:xfrm>
              <a:off x="3622430" y="4351407"/>
              <a:ext cx="208876" cy="259731"/>
            </a:xfrm>
            <a:custGeom>
              <a:rect b="b" l="l" r="r" t="t"/>
              <a:pathLst>
                <a:path extrusionOk="0" h="9903" w="7964">
                  <a:moveTo>
                    <a:pt x="3983" y="0"/>
                  </a:moveTo>
                  <a:cubicBezTo>
                    <a:pt x="3971" y="0"/>
                    <a:pt x="3961" y="1"/>
                    <a:pt x="3951" y="4"/>
                  </a:cubicBezTo>
                  <a:lnTo>
                    <a:pt x="140" y="764"/>
                  </a:lnTo>
                  <a:cubicBezTo>
                    <a:pt x="58" y="783"/>
                    <a:pt x="1" y="851"/>
                    <a:pt x="1" y="933"/>
                  </a:cubicBezTo>
                  <a:lnTo>
                    <a:pt x="1" y="6533"/>
                  </a:lnTo>
                  <a:cubicBezTo>
                    <a:pt x="1" y="6582"/>
                    <a:pt x="25" y="6630"/>
                    <a:pt x="63" y="6663"/>
                  </a:cubicBezTo>
                  <a:lnTo>
                    <a:pt x="3874" y="9863"/>
                  </a:lnTo>
                  <a:cubicBezTo>
                    <a:pt x="3905" y="9890"/>
                    <a:pt x="3944" y="9903"/>
                    <a:pt x="3982" y="9903"/>
                  </a:cubicBezTo>
                  <a:cubicBezTo>
                    <a:pt x="4021" y="9903"/>
                    <a:pt x="4059" y="9890"/>
                    <a:pt x="4091" y="9863"/>
                  </a:cubicBezTo>
                  <a:lnTo>
                    <a:pt x="7906" y="6663"/>
                  </a:lnTo>
                  <a:cubicBezTo>
                    <a:pt x="7940" y="6630"/>
                    <a:pt x="7964" y="6582"/>
                    <a:pt x="7964" y="6533"/>
                  </a:cubicBezTo>
                  <a:lnTo>
                    <a:pt x="7964" y="5152"/>
                  </a:lnTo>
                  <a:cubicBezTo>
                    <a:pt x="7964" y="5039"/>
                    <a:pt x="7879" y="4983"/>
                    <a:pt x="7793" y="4983"/>
                  </a:cubicBezTo>
                  <a:cubicBezTo>
                    <a:pt x="7708" y="4983"/>
                    <a:pt x="7622" y="5039"/>
                    <a:pt x="7622" y="5152"/>
                  </a:cubicBezTo>
                  <a:lnTo>
                    <a:pt x="7622" y="6452"/>
                  </a:lnTo>
                  <a:lnTo>
                    <a:pt x="3985" y="9512"/>
                  </a:lnTo>
                  <a:lnTo>
                    <a:pt x="342" y="6456"/>
                  </a:lnTo>
                  <a:lnTo>
                    <a:pt x="342" y="1072"/>
                  </a:lnTo>
                  <a:lnTo>
                    <a:pt x="3985" y="346"/>
                  </a:lnTo>
                  <a:lnTo>
                    <a:pt x="7622" y="1072"/>
                  </a:lnTo>
                  <a:lnTo>
                    <a:pt x="7622" y="4306"/>
                  </a:lnTo>
                  <a:cubicBezTo>
                    <a:pt x="7622" y="4419"/>
                    <a:pt x="7708" y="4475"/>
                    <a:pt x="7793" y="4475"/>
                  </a:cubicBezTo>
                  <a:cubicBezTo>
                    <a:pt x="7879" y="4475"/>
                    <a:pt x="7964" y="4419"/>
                    <a:pt x="7964" y="4306"/>
                  </a:cubicBezTo>
                  <a:lnTo>
                    <a:pt x="7964" y="933"/>
                  </a:lnTo>
                  <a:cubicBezTo>
                    <a:pt x="7964" y="851"/>
                    <a:pt x="7906" y="779"/>
                    <a:pt x="7829" y="764"/>
                  </a:cubicBezTo>
                  <a:lnTo>
                    <a:pt x="4018" y="4"/>
                  </a:lnTo>
                  <a:cubicBezTo>
                    <a:pt x="4006" y="1"/>
                    <a:pt x="3994"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1"/>
            <p:cNvSpPr/>
            <p:nvPr/>
          </p:nvSpPr>
          <p:spPr>
            <a:xfrm>
              <a:off x="3660669" y="4393896"/>
              <a:ext cx="137826" cy="132711"/>
            </a:xfrm>
            <a:custGeom>
              <a:rect b="b" l="l" r="r" t="t"/>
              <a:pathLst>
                <a:path extrusionOk="0" h="5060" w="5255">
                  <a:moveTo>
                    <a:pt x="2527" y="342"/>
                  </a:moveTo>
                  <a:cubicBezTo>
                    <a:pt x="3734" y="342"/>
                    <a:pt x="4711" y="1319"/>
                    <a:pt x="4716" y="2532"/>
                  </a:cubicBezTo>
                  <a:cubicBezTo>
                    <a:pt x="4716" y="3412"/>
                    <a:pt x="4182" y="4211"/>
                    <a:pt x="3369" y="4553"/>
                  </a:cubicBezTo>
                  <a:cubicBezTo>
                    <a:pt x="3099" y="4664"/>
                    <a:pt x="2815" y="4718"/>
                    <a:pt x="2534" y="4718"/>
                  </a:cubicBezTo>
                  <a:cubicBezTo>
                    <a:pt x="1963" y="4718"/>
                    <a:pt x="1401" y="4495"/>
                    <a:pt x="982" y="4076"/>
                  </a:cubicBezTo>
                  <a:cubicBezTo>
                    <a:pt x="357" y="3455"/>
                    <a:pt x="164" y="2512"/>
                    <a:pt x="506" y="1694"/>
                  </a:cubicBezTo>
                  <a:cubicBezTo>
                    <a:pt x="843" y="876"/>
                    <a:pt x="1641" y="342"/>
                    <a:pt x="2527" y="342"/>
                  </a:cubicBezTo>
                  <a:close/>
                  <a:moveTo>
                    <a:pt x="2527" y="1"/>
                  </a:moveTo>
                  <a:cubicBezTo>
                    <a:pt x="1131" y="1"/>
                    <a:pt x="0" y="1131"/>
                    <a:pt x="0" y="2532"/>
                  </a:cubicBezTo>
                  <a:cubicBezTo>
                    <a:pt x="0" y="3552"/>
                    <a:pt x="616" y="4476"/>
                    <a:pt x="1559" y="4865"/>
                  </a:cubicBezTo>
                  <a:cubicBezTo>
                    <a:pt x="1874" y="4996"/>
                    <a:pt x="2204" y="5060"/>
                    <a:pt x="2531" y="5060"/>
                  </a:cubicBezTo>
                  <a:cubicBezTo>
                    <a:pt x="3189" y="5060"/>
                    <a:pt x="3834" y="4802"/>
                    <a:pt x="4317" y="4317"/>
                  </a:cubicBezTo>
                  <a:cubicBezTo>
                    <a:pt x="5038" y="3595"/>
                    <a:pt x="5255" y="2508"/>
                    <a:pt x="4865" y="1560"/>
                  </a:cubicBezTo>
                  <a:cubicBezTo>
                    <a:pt x="4475" y="617"/>
                    <a:pt x="3552" y="1"/>
                    <a:pt x="2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1"/>
            <p:cNvSpPr/>
            <p:nvPr/>
          </p:nvSpPr>
          <p:spPr>
            <a:xfrm>
              <a:off x="3703709" y="4408137"/>
              <a:ext cx="47970" cy="104202"/>
            </a:xfrm>
            <a:custGeom>
              <a:rect b="b" l="l" r="r" t="t"/>
              <a:pathLst>
                <a:path extrusionOk="0" h="3973" w="1829">
                  <a:moveTo>
                    <a:pt x="917" y="0"/>
                  </a:moveTo>
                  <a:cubicBezTo>
                    <a:pt x="832" y="0"/>
                    <a:pt x="746" y="57"/>
                    <a:pt x="746" y="170"/>
                  </a:cubicBezTo>
                  <a:lnTo>
                    <a:pt x="746" y="550"/>
                  </a:lnTo>
                  <a:cubicBezTo>
                    <a:pt x="318" y="593"/>
                    <a:pt x="0" y="964"/>
                    <a:pt x="24" y="1392"/>
                  </a:cubicBezTo>
                  <a:cubicBezTo>
                    <a:pt x="44" y="1820"/>
                    <a:pt x="395" y="2152"/>
                    <a:pt x="823" y="2157"/>
                  </a:cubicBezTo>
                  <a:lnTo>
                    <a:pt x="1006" y="2157"/>
                  </a:lnTo>
                  <a:cubicBezTo>
                    <a:pt x="1261" y="2157"/>
                    <a:pt x="1468" y="2364"/>
                    <a:pt x="1468" y="2619"/>
                  </a:cubicBezTo>
                  <a:cubicBezTo>
                    <a:pt x="1468" y="2879"/>
                    <a:pt x="1261" y="3086"/>
                    <a:pt x="1006" y="3086"/>
                  </a:cubicBezTo>
                  <a:lnTo>
                    <a:pt x="732" y="3086"/>
                  </a:lnTo>
                  <a:cubicBezTo>
                    <a:pt x="525" y="3086"/>
                    <a:pt x="361" y="2917"/>
                    <a:pt x="361" y="2710"/>
                  </a:cubicBezTo>
                  <a:cubicBezTo>
                    <a:pt x="361" y="2597"/>
                    <a:pt x="276" y="2541"/>
                    <a:pt x="190" y="2541"/>
                  </a:cubicBezTo>
                  <a:cubicBezTo>
                    <a:pt x="105" y="2541"/>
                    <a:pt x="20" y="2597"/>
                    <a:pt x="20" y="2710"/>
                  </a:cubicBezTo>
                  <a:cubicBezTo>
                    <a:pt x="20" y="3105"/>
                    <a:pt x="337" y="3427"/>
                    <a:pt x="732" y="3427"/>
                  </a:cubicBezTo>
                  <a:lnTo>
                    <a:pt x="746" y="3427"/>
                  </a:lnTo>
                  <a:lnTo>
                    <a:pt x="746" y="3803"/>
                  </a:lnTo>
                  <a:cubicBezTo>
                    <a:pt x="746" y="3916"/>
                    <a:pt x="830" y="3972"/>
                    <a:pt x="915" y="3972"/>
                  </a:cubicBezTo>
                  <a:cubicBezTo>
                    <a:pt x="999" y="3972"/>
                    <a:pt x="1083" y="3916"/>
                    <a:pt x="1083" y="3803"/>
                  </a:cubicBezTo>
                  <a:lnTo>
                    <a:pt x="1083" y="3422"/>
                  </a:lnTo>
                  <a:cubicBezTo>
                    <a:pt x="1511" y="3379"/>
                    <a:pt x="1829" y="3009"/>
                    <a:pt x="1805" y="2580"/>
                  </a:cubicBezTo>
                  <a:cubicBezTo>
                    <a:pt x="1785" y="2152"/>
                    <a:pt x="1434" y="1815"/>
                    <a:pt x="1006" y="1815"/>
                  </a:cubicBezTo>
                  <a:lnTo>
                    <a:pt x="823" y="1815"/>
                  </a:lnTo>
                  <a:cubicBezTo>
                    <a:pt x="568" y="1815"/>
                    <a:pt x="361" y="1608"/>
                    <a:pt x="361" y="1349"/>
                  </a:cubicBezTo>
                  <a:cubicBezTo>
                    <a:pt x="361" y="1094"/>
                    <a:pt x="568" y="887"/>
                    <a:pt x="823" y="887"/>
                  </a:cubicBezTo>
                  <a:lnTo>
                    <a:pt x="1097" y="887"/>
                  </a:lnTo>
                  <a:cubicBezTo>
                    <a:pt x="1304" y="887"/>
                    <a:pt x="1473" y="1055"/>
                    <a:pt x="1473" y="1262"/>
                  </a:cubicBezTo>
                  <a:lnTo>
                    <a:pt x="1473" y="1440"/>
                  </a:lnTo>
                  <a:cubicBezTo>
                    <a:pt x="1473" y="1553"/>
                    <a:pt x="1558" y="1610"/>
                    <a:pt x="1643" y="1610"/>
                  </a:cubicBezTo>
                  <a:cubicBezTo>
                    <a:pt x="1729" y="1610"/>
                    <a:pt x="1814" y="1553"/>
                    <a:pt x="1814" y="1440"/>
                  </a:cubicBezTo>
                  <a:lnTo>
                    <a:pt x="1814" y="1262"/>
                  </a:lnTo>
                  <a:cubicBezTo>
                    <a:pt x="1809" y="867"/>
                    <a:pt x="1492" y="545"/>
                    <a:pt x="1097" y="545"/>
                  </a:cubicBezTo>
                  <a:lnTo>
                    <a:pt x="1088" y="545"/>
                  </a:lnTo>
                  <a:lnTo>
                    <a:pt x="1088" y="170"/>
                  </a:lnTo>
                  <a:cubicBezTo>
                    <a:pt x="1088" y="57"/>
                    <a:pt x="1002" y="0"/>
                    <a:pt x="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81"/>
          <p:cNvGrpSpPr/>
          <p:nvPr/>
        </p:nvGrpSpPr>
        <p:grpSpPr>
          <a:xfrm>
            <a:off x="1752015" y="4289484"/>
            <a:ext cx="365611" cy="360628"/>
            <a:chOff x="1752015" y="4289484"/>
            <a:chExt cx="365611" cy="360628"/>
          </a:xfrm>
        </p:grpSpPr>
        <p:sp>
          <p:nvSpPr>
            <p:cNvPr id="10529" name="Google Shape;10529;p81"/>
            <p:cNvSpPr/>
            <p:nvPr/>
          </p:nvSpPr>
          <p:spPr>
            <a:xfrm>
              <a:off x="1778977" y="4547353"/>
              <a:ext cx="31762" cy="28903"/>
            </a:xfrm>
            <a:custGeom>
              <a:rect b="b" l="l" r="r" t="t"/>
              <a:pathLst>
                <a:path extrusionOk="0" h="1102" w="1211">
                  <a:moveTo>
                    <a:pt x="989" y="1"/>
                  </a:moveTo>
                  <a:cubicBezTo>
                    <a:pt x="937" y="1"/>
                    <a:pt x="885" y="20"/>
                    <a:pt x="844" y="58"/>
                  </a:cubicBezTo>
                  <a:lnTo>
                    <a:pt x="161" y="747"/>
                  </a:lnTo>
                  <a:cubicBezTo>
                    <a:pt x="0" y="889"/>
                    <a:pt x="140" y="1102"/>
                    <a:pt x="299" y="1102"/>
                  </a:cubicBezTo>
                  <a:cubicBezTo>
                    <a:pt x="349" y="1102"/>
                    <a:pt x="400" y="1081"/>
                    <a:pt x="445" y="1030"/>
                  </a:cubicBezTo>
                  <a:lnTo>
                    <a:pt x="1133" y="342"/>
                  </a:lnTo>
                  <a:cubicBezTo>
                    <a:pt x="1210" y="265"/>
                    <a:pt x="1210" y="135"/>
                    <a:pt x="1133" y="58"/>
                  </a:cubicBezTo>
                  <a:cubicBezTo>
                    <a:pt x="1092" y="20"/>
                    <a:pt x="104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1"/>
            <p:cNvSpPr/>
            <p:nvPr/>
          </p:nvSpPr>
          <p:spPr>
            <a:xfrm>
              <a:off x="1797179" y="4564768"/>
              <a:ext cx="30975" cy="28457"/>
            </a:xfrm>
            <a:custGeom>
              <a:rect b="b" l="l" r="r" t="t"/>
              <a:pathLst>
                <a:path extrusionOk="0" h="1085" w="1181">
                  <a:moveTo>
                    <a:pt x="959" y="1"/>
                  </a:moveTo>
                  <a:cubicBezTo>
                    <a:pt x="908" y="1"/>
                    <a:pt x="858" y="20"/>
                    <a:pt x="819" y="58"/>
                  </a:cubicBezTo>
                  <a:lnTo>
                    <a:pt x="131" y="747"/>
                  </a:lnTo>
                  <a:cubicBezTo>
                    <a:pt x="1" y="892"/>
                    <a:pt x="131" y="1084"/>
                    <a:pt x="283" y="1084"/>
                  </a:cubicBezTo>
                  <a:cubicBezTo>
                    <a:pt x="327" y="1084"/>
                    <a:pt x="373" y="1068"/>
                    <a:pt x="415" y="1030"/>
                  </a:cubicBezTo>
                  <a:lnTo>
                    <a:pt x="1103" y="347"/>
                  </a:lnTo>
                  <a:cubicBezTo>
                    <a:pt x="1180" y="265"/>
                    <a:pt x="1180" y="140"/>
                    <a:pt x="1103" y="58"/>
                  </a:cubicBezTo>
                  <a:cubicBezTo>
                    <a:pt x="1062" y="20"/>
                    <a:pt x="1011" y="1"/>
                    <a:pt x="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1" name="Google Shape;10531;p81"/>
            <p:cNvGrpSpPr/>
            <p:nvPr/>
          </p:nvGrpSpPr>
          <p:grpSpPr>
            <a:xfrm>
              <a:off x="1752015" y="4289484"/>
              <a:ext cx="365611" cy="360628"/>
              <a:chOff x="1752015" y="4289484"/>
              <a:chExt cx="365611" cy="360628"/>
            </a:xfrm>
          </p:grpSpPr>
          <p:sp>
            <p:nvSpPr>
              <p:cNvPr id="10532" name="Google Shape;10532;p81"/>
              <p:cNvSpPr/>
              <p:nvPr/>
            </p:nvSpPr>
            <p:spPr>
              <a:xfrm>
                <a:off x="1758572" y="4402997"/>
                <a:ext cx="160066" cy="76611"/>
              </a:xfrm>
              <a:custGeom>
                <a:rect b="b" l="l" r="r" t="t"/>
                <a:pathLst>
                  <a:path extrusionOk="0" h="2921" w="6103">
                    <a:moveTo>
                      <a:pt x="6102" y="0"/>
                    </a:moveTo>
                    <a:lnTo>
                      <a:pt x="4769" y="116"/>
                    </a:lnTo>
                    <a:cubicBezTo>
                      <a:pt x="3028" y="260"/>
                      <a:pt x="1392" y="1015"/>
                      <a:pt x="155" y="2252"/>
                    </a:cubicBezTo>
                    <a:cubicBezTo>
                      <a:pt x="1" y="2396"/>
                      <a:pt x="97" y="2651"/>
                      <a:pt x="304" y="2666"/>
                    </a:cubicBezTo>
                    <a:lnTo>
                      <a:pt x="3181" y="2921"/>
                    </a:lnTo>
                    <a:lnTo>
                      <a:pt x="6102"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1"/>
              <p:cNvSpPr/>
              <p:nvPr/>
            </p:nvSpPr>
            <p:spPr>
              <a:xfrm>
                <a:off x="1926297" y="4487161"/>
                <a:ext cx="76506" cy="157994"/>
              </a:xfrm>
              <a:custGeom>
                <a:rect b="b" l="l" r="r" t="t"/>
                <a:pathLst>
                  <a:path extrusionOk="0" h="6024" w="2917">
                    <a:moveTo>
                      <a:pt x="2917" y="0"/>
                    </a:moveTo>
                    <a:lnTo>
                      <a:pt x="1" y="2921"/>
                    </a:lnTo>
                    <a:lnTo>
                      <a:pt x="256" y="5799"/>
                    </a:lnTo>
                    <a:cubicBezTo>
                      <a:pt x="262" y="5935"/>
                      <a:pt x="377" y="6024"/>
                      <a:pt x="497" y="6024"/>
                    </a:cubicBezTo>
                    <a:cubicBezTo>
                      <a:pt x="558" y="6024"/>
                      <a:pt x="620" y="6000"/>
                      <a:pt x="670" y="5948"/>
                    </a:cubicBezTo>
                    <a:cubicBezTo>
                      <a:pt x="1906" y="4711"/>
                      <a:pt x="2662" y="3075"/>
                      <a:pt x="2806" y="1333"/>
                    </a:cubicBezTo>
                    <a:lnTo>
                      <a:pt x="2917"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1"/>
              <p:cNvSpPr/>
              <p:nvPr/>
            </p:nvSpPr>
            <p:spPr>
              <a:xfrm>
                <a:off x="1758572" y="4406904"/>
                <a:ext cx="115375" cy="66906"/>
              </a:xfrm>
              <a:custGeom>
                <a:rect b="b" l="l" r="r" t="t"/>
                <a:pathLst>
                  <a:path extrusionOk="0" h="2551" w="4399">
                    <a:moveTo>
                      <a:pt x="4399" y="0"/>
                    </a:moveTo>
                    <a:lnTo>
                      <a:pt x="4399" y="0"/>
                    </a:lnTo>
                    <a:cubicBezTo>
                      <a:pt x="2792" y="217"/>
                      <a:pt x="1300" y="953"/>
                      <a:pt x="155" y="2098"/>
                    </a:cubicBezTo>
                    <a:cubicBezTo>
                      <a:pt x="1" y="2243"/>
                      <a:pt x="97" y="2502"/>
                      <a:pt x="304" y="2517"/>
                    </a:cubicBezTo>
                    <a:lnTo>
                      <a:pt x="732" y="2550"/>
                    </a:lnTo>
                    <a:cubicBezTo>
                      <a:pt x="593" y="2449"/>
                      <a:pt x="578" y="2252"/>
                      <a:pt x="699" y="2132"/>
                    </a:cubicBezTo>
                    <a:cubicBezTo>
                      <a:pt x="1724" y="1107"/>
                      <a:pt x="2999" y="371"/>
                      <a:pt x="439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1"/>
              <p:cNvSpPr/>
              <p:nvPr/>
            </p:nvSpPr>
            <p:spPr>
              <a:xfrm>
                <a:off x="1926166" y="4549635"/>
                <a:ext cx="22372" cy="95652"/>
              </a:xfrm>
              <a:custGeom>
                <a:rect b="b" l="l" r="r" t="t"/>
                <a:pathLst>
                  <a:path extrusionOk="0" h="3647" w="853">
                    <a:moveTo>
                      <a:pt x="545" y="0"/>
                    </a:moveTo>
                    <a:lnTo>
                      <a:pt x="1" y="544"/>
                    </a:lnTo>
                    <a:lnTo>
                      <a:pt x="256" y="3421"/>
                    </a:lnTo>
                    <a:cubicBezTo>
                      <a:pt x="262" y="3558"/>
                      <a:pt x="378" y="3646"/>
                      <a:pt x="497" y="3646"/>
                    </a:cubicBezTo>
                    <a:cubicBezTo>
                      <a:pt x="558" y="3646"/>
                      <a:pt x="621" y="3623"/>
                      <a:pt x="670" y="3571"/>
                    </a:cubicBezTo>
                    <a:cubicBezTo>
                      <a:pt x="732" y="3513"/>
                      <a:pt x="795" y="3445"/>
                      <a:pt x="853" y="3383"/>
                    </a:cubicBezTo>
                    <a:cubicBezTo>
                      <a:pt x="843" y="3349"/>
                      <a:pt x="833" y="3316"/>
                      <a:pt x="833" y="3282"/>
                    </a:cubicBezTo>
                    <a:lnTo>
                      <a:pt x="545" y="0"/>
                    </a:ln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1"/>
              <p:cNvSpPr/>
              <p:nvPr/>
            </p:nvSpPr>
            <p:spPr>
              <a:xfrm>
                <a:off x="1825216" y="4295123"/>
                <a:ext cx="286221" cy="284752"/>
              </a:xfrm>
              <a:custGeom>
                <a:rect b="b" l="l" r="r" t="t"/>
                <a:pathLst>
                  <a:path extrusionOk="0" h="10857" w="10913">
                    <a:moveTo>
                      <a:pt x="10695" y="0"/>
                    </a:moveTo>
                    <a:cubicBezTo>
                      <a:pt x="10677" y="0"/>
                      <a:pt x="10658" y="3"/>
                      <a:pt x="10639" y="9"/>
                    </a:cubicBezTo>
                    <a:lnTo>
                      <a:pt x="8339" y="682"/>
                    </a:lnTo>
                    <a:lnTo>
                      <a:pt x="6641" y="1178"/>
                    </a:lnTo>
                    <a:cubicBezTo>
                      <a:pt x="6501" y="1221"/>
                      <a:pt x="6371" y="1293"/>
                      <a:pt x="6270" y="1399"/>
                    </a:cubicBezTo>
                    <a:lnTo>
                      <a:pt x="82" y="7587"/>
                    </a:lnTo>
                    <a:cubicBezTo>
                      <a:pt x="1" y="7664"/>
                      <a:pt x="1" y="7794"/>
                      <a:pt x="82" y="7871"/>
                    </a:cubicBezTo>
                    <a:lnTo>
                      <a:pt x="1319" y="9112"/>
                    </a:lnTo>
                    <a:lnTo>
                      <a:pt x="1776" y="9565"/>
                    </a:lnTo>
                    <a:lnTo>
                      <a:pt x="3003" y="10792"/>
                    </a:lnTo>
                    <a:cubicBezTo>
                      <a:pt x="3044" y="10835"/>
                      <a:pt x="3099" y="10857"/>
                      <a:pt x="3155" y="10857"/>
                    </a:cubicBezTo>
                    <a:cubicBezTo>
                      <a:pt x="3211" y="10857"/>
                      <a:pt x="3268" y="10835"/>
                      <a:pt x="3311" y="10792"/>
                    </a:cubicBezTo>
                    <a:lnTo>
                      <a:pt x="6771" y="7322"/>
                    </a:lnTo>
                    <a:lnTo>
                      <a:pt x="9470" y="4633"/>
                    </a:lnTo>
                    <a:cubicBezTo>
                      <a:pt x="9586" y="4522"/>
                      <a:pt x="9667" y="4378"/>
                      <a:pt x="9715" y="4224"/>
                    </a:cubicBezTo>
                    <a:lnTo>
                      <a:pt x="10875" y="244"/>
                    </a:lnTo>
                    <a:cubicBezTo>
                      <a:pt x="10913" y="119"/>
                      <a:pt x="10816" y="0"/>
                      <a:pt x="1069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1"/>
              <p:cNvSpPr/>
              <p:nvPr/>
            </p:nvSpPr>
            <p:spPr>
              <a:xfrm>
                <a:off x="1825216" y="4295123"/>
                <a:ext cx="286116" cy="212889"/>
              </a:xfrm>
              <a:custGeom>
                <a:rect b="b" l="l" r="r" t="t"/>
                <a:pathLst>
                  <a:path extrusionOk="0" h="8117" w="10909">
                    <a:moveTo>
                      <a:pt x="10696" y="0"/>
                    </a:moveTo>
                    <a:cubicBezTo>
                      <a:pt x="10677" y="0"/>
                      <a:pt x="10659" y="3"/>
                      <a:pt x="10639" y="9"/>
                    </a:cubicBezTo>
                    <a:lnTo>
                      <a:pt x="6621" y="1183"/>
                    </a:lnTo>
                    <a:cubicBezTo>
                      <a:pt x="6492" y="1221"/>
                      <a:pt x="6376" y="1289"/>
                      <a:pt x="6285" y="1385"/>
                    </a:cubicBezTo>
                    <a:lnTo>
                      <a:pt x="82" y="7587"/>
                    </a:lnTo>
                    <a:cubicBezTo>
                      <a:pt x="1" y="7664"/>
                      <a:pt x="1" y="7794"/>
                      <a:pt x="82" y="7871"/>
                    </a:cubicBezTo>
                    <a:lnTo>
                      <a:pt x="328" y="8116"/>
                    </a:lnTo>
                    <a:lnTo>
                      <a:pt x="1025" y="7414"/>
                    </a:lnTo>
                    <a:lnTo>
                      <a:pt x="6593" y="1847"/>
                    </a:lnTo>
                    <a:cubicBezTo>
                      <a:pt x="6679" y="1760"/>
                      <a:pt x="6785" y="1698"/>
                      <a:pt x="6901" y="1669"/>
                    </a:cubicBezTo>
                    <a:lnTo>
                      <a:pt x="10793" y="528"/>
                    </a:lnTo>
                    <a:lnTo>
                      <a:pt x="10875" y="244"/>
                    </a:lnTo>
                    <a:lnTo>
                      <a:pt x="10875" y="240"/>
                    </a:lnTo>
                    <a:cubicBezTo>
                      <a:pt x="10908" y="114"/>
                      <a:pt x="10815" y="0"/>
                      <a:pt x="106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1"/>
              <p:cNvSpPr/>
              <p:nvPr/>
            </p:nvSpPr>
            <p:spPr>
              <a:xfrm>
                <a:off x="1969468" y="4376481"/>
                <a:ext cx="59956" cy="59851"/>
              </a:xfrm>
              <a:custGeom>
                <a:rect b="b" l="l" r="r" t="t"/>
                <a:pathLst>
                  <a:path extrusionOk="0" h="2282" w="2286">
                    <a:moveTo>
                      <a:pt x="1146" y="1"/>
                    </a:moveTo>
                    <a:cubicBezTo>
                      <a:pt x="515" y="1"/>
                      <a:pt x="0" y="511"/>
                      <a:pt x="0" y="1141"/>
                    </a:cubicBezTo>
                    <a:cubicBezTo>
                      <a:pt x="0" y="1771"/>
                      <a:pt x="515" y="2281"/>
                      <a:pt x="1146" y="2281"/>
                    </a:cubicBezTo>
                    <a:cubicBezTo>
                      <a:pt x="1776" y="2281"/>
                      <a:pt x="2286" y="1771"/>
                      <a:pt x="2286" y="1141"/>
                    </a:cubicBezTo>
                    <a:cubicBezTo>
                      <a:pt x="2286" y="511"/>
                      <a:pt x="1776" y="1"/>
                      <a:pt x="114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1"/>
              <p:cNvSpPr/>
              <p:nvPr/>
            </p:nvSpPr>
            <p:spPr>
              <a:xfrm>
                <a:off x="1969336" y="4376428"/>
                <a:ext cx="37243" cy="60035"/>
              </a:xfrm>
              <a:custGeom>
                <a:rect b="b" l="l" r="r" t="t"/>
                <a:pathLst>
                  <a:path extrusionOk="0" h="2289" w="1420">
                    <a:moveTo>
                      <a:pt x="1138" y="1"/>
                    </a:moveTo>
                    <a:cubicBezTo>
                      <a:pt x="527" y="1"/>
                      <a:pt x="1" y="499"/>
                      <a:pt x="1" y="1143"/>
                    </a:cubicBezTo>
                    <a:cubicBezTo>
                      <a:pt x="1" y="1792"/>
                      <a:pt x="529" y="2288"/>
                      <a:pt x="1143" y="2288"/>
                    </a:cubicBezTo>
                    <a:cubicBezTo>
                      <a:pt x="1234" y="2288"/>
                      <a:pt x="1327" y="2278"/>
                      <a:pt x="1420" y="2254"/>
                    </a:cubicBezTo>
                    <a:cubicBezTo>
                      <a:pt x="554" y="2043"/>
                      <a:pt x="251" y="965"/>
                      <a:pt x="881" y="335"/>
                    </a:cubicBezTo>
                    <a:cubicBezTo>
                      <a:pt x="1025" y="185"/>
                      <a:pt x="1213" y="84"/>
                      <a:pt x="1420" y="36"/>
                    </a:cubicBezTo>
                    <a:cubicBezTo>
                      <a:pt x="1325" y="12"/>
                      <a:pt x="1231" y="1"/>
                      <a:pt x="113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1"/>
              <p:cNvSpPr/>
              <p:nvPr/>
            </p:nvSpPr>
            <p:spPr>
              <a:xfrm>
                <a:off x="1817637" y="4510765"/>
                <a:ext cx="77528" cy="76611"/>
              </a:xfrm>
              <a:custGeom>
                <a:rect b="b" l="l" r="r" t="t"/>
                <a:pathLst>
                  <a:path extrusionOk="0" h="2921" w="2956">
                    <a:moveTo>
                      <a:pt x="766" y="0"/>
                    </a:moveTo>
                    <a:lnTo>
                      <a:pt x="121" y="645"/>
                    </a:lnTo>
                    <a:cubicBezTo>
                      <a:pt x="1" y="765"/>
                      <a:pt x="1" y="953"/>
                      <a:pt x="121" y="1073"/>
                    </a:cubicBezTo>
                    <a:lnTo>
                      <a:pt x="1002" y="1954"/>
                    </a:lnTo>
                    <a:lnTo>
                      <a:pt x="1882" y="2834"/>
                    </a:lnTo>
                    <a:cubicBezTo>
                      <a:pt x="1940" y="2892"/>
                      <a:pt x="2017" y="2921"/>
                      <a:pt x="2094" y="2921"/>
                    </a:cubicBezTo>
                    <a:cubicBezTo>
                      <a:pt x="2171" y="2921"/>
                      <a:pt x="2248" y="2892"/>
                      <a:pt x="2306" y="2834"/>
                    </a:cubicBezTo>
                    <a:lnTo>
                      <a:pt x="2955" y="2190"/>
                    </a:lnTo>
                    <a:lnTo>
                      <a:pt x="2089" y="1324"/>
                    </a:lnTo>
                    <a:lnTo>
                      <a:pt x="1627" y="862"/>
                    </a:lnTo>
                    <a:lnTo>
                      <a:pt x="766"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1"/>
              <p:cNvSpPr/>
              <p:nvPr/>
            </p:nvSpPr>
            <p:spPr>
              <a:xfrm>
                <a:off x="1817637" y="4510765"/>
                <a:ext cx="30083" cy="33466"/>
              </a:xfrm>
              <a:custGeom>
                <a:rect b="b" l="l" r="r" t="t"/>
                <a:pathLst>
                  <a:path extrusionOk="0" h="1276" w="1147">
                    <a:moveTo>
                      <a:pt x="766" y="0"/>
                    </a:moveTo>
                    <a:lnTo>
                      <a:pt x="121" y="650"/>
                    </a:lnTo>
                    <a:cubicBezTo>
                      <a:pt x="1" y="765"/>
                      <a:pt x="1" y="953"/>
                      <a:pt x="121" y="1073"/>
                    </a:cubicBezTo>
                    <a:lnTo>
                      <a:pt x="323" y="1275"/>
                    </a:lnTo>
                    <a:cubicBezTo>
                      <a:pt x="338" y="1218"/>
                      <a:pt x="371" y="1160"/>
                      <a:pt x="415" y="1117"/>
                    </a:cubicBezTo>
                    <a:lnTo>
                      <a:pt x="1146" y="380"/>
                    </a:lnTo>
                    <a:lnTo>
                      <a:pt x="76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1"/>
              <p:cNvSpPr/>
              <p:nvPr/>
            </p:nvSpPr>
            <p:spPr>
              <a:xfrm>
                <a:off x="1825216" y="4479450"/>
                <a:ext cx="101107" cy="100425"/>
              </a:xfrm>
              <a:custGeom>
                <a:rect b="b" l="l" r="r" t="t"/>
                <a:pathLst>
                  <a:path extrusionOk="0" h="3829" w="3855">
                    <a:moveTo>
                      <a:pt x="636" y="1"/>
                    </a:moveTo>
                    <a:lnTo>
                      <a:pt x="78" y="559"/>
                    </a:lnTo>
                    <a:cubicBezTo>
                      <a:pt x="1" y="636"/>
                      <a:pt x="1" y="761"/>
                      <a:pt x="78" y="843"/>
                    </a:cubicBezTo>
                    <a:lnTo>
                      <a:pt x="1319" y="2080"/>
                    </a:lnTo>
                    <a:lnTo>
                      <a:pt x="1771" y="2537"/>
                    </a:lnTo>
                    <a:lnTo>
                      <a:pt x="2998" y="3764"/>
                    </a:lnTo>
                    <a:cubicBezTo>
                      <a:pt x="3042" y="3807"/>
                      <a:pt x="3098" y="3829"/>
                      <a:pt x="3155" y="3829"/>
                    </a:cubicBezTo>
                    <a:cubicBezTo>
                      <a:pt x="3211" y="3829"/>
                      <a:pt x="3268" y="3807"/>
                      <a:pt x="3311" y="3764"/>
                    </a:cubicBezTo>
                    <a:lnTo>
                      <a:pt x="3855" y="3215"/>
                    </a:lnTo>
                    <a:lnTo>
                      <a:pt x="2474" y="1839"/>
                    </a:lnTo>
                    <a:lnTo>
                      <a:pt x="2021" y="1382"/>
                    </a:lnTo>
                    <a:lnTo>
                      <a:pt x="636" y="1"/>
                    </a:ln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1"/>
              <p:cNvSpPr/>
              <p:nvPr/>
            </p:nvSpPr>
            <p:spPr>
              <a:xfrm>
                <a:off x="1825216" y="4479345"/>
                <a:ext cx="26909" cy="28667"/>
              </a:xfrm>
              <a:custGeom>
                <a:rect b="b" l="l" r="r" t="t"/>
                <a:pathLst>
                  <a:path extrusionOk="0" h="1093" w="1026">
                    <a:moveTo>
                      <a:pt x="640" y="0"/>
                    </a:moveTo>
                    <a:lnTo>
                      <a:pt x="82" y="563"/>
                    </a:lnTo>
                    <a:cubicBezTo>
                      <a:pt x="1" y="640"/>
                      <a:pt x="1" y="770"/>
                      <a:pt x="82" y="847"/>
                    </a:cubicBezTo>
                    <a:lnTo>
                      <a:pt x="328" y="1092"/>
                    </a:lnTo>
                    <a:lnTo>
                      <a:pt x="1025" y="390"/>
                    </a:lnTo>
                    <a:lnTo>
                      <a:pt x="64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1"/>
              <p:cNvSpPr/>
              <p:nvPr/>
            </p:nvSpPr>
            <p:spPr>
              <a:xfrm>
                <a:off x="2043927" y="4295123"/>
                <a:ext cx="67510" cy="66880"/>
              </a:xfrm>
              <a:custGeom>
                <a:rect b="b" l="l" r="r" t="t"/>
                <a:pathLst>
                  <a:path extrusionOk="0" h="2550" w="2574">
                    <a:moveTo>
                      <a:pt x="2356" y="0"/>
                    </a:moveTo>
                    <a:cubicBezTo>
                      <a:pt x="2338" y="0"/>
                      <a:pt x="2319" y="3"/>
                      <a:pt x="2300" y="9"/>
                    </a:cubicBezTo>
                    <a:lnTo>
                      <a:pt x="0" y="682"/>
                    </a:lnTo>
                    <a:lnTo>
                      <a:pt x="1867" y="2549"/>
                    </a:lnTo>
                    <a:lnTo>
                      <a:pt x="2536" y="244"/>
                    </a:lnTo>
                    <a:cubicBezTo>
                      <a:pt x="2574" y="119"/>
                      <a:pt x="2477" y="0"/>
                      <a:pt x="2356"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1"/>
              <p:cNvSpPr/>
              <p:nvPr/>
            </p:nvSpPr>
            <p:spPr>
              <a:xfrm>
                <a:off x="2043927" y="4295123"/>
                <a:ext cx="67510" cy="29401"/>
              </a:xfrm>
              <a:custGeom>
                <a:rect b="b" l="l" r="r" t="t"/>
                <a:pathLst>
                  <a:path extrusionOk="0" h="1121" w="2574">
                    <a:moveTo>
                      <a:pt x="2356" y="0"/>
                    </a:moveTo>
                    <a:cubicBezTo>
                      <a:pt x="2338" y="0"/>
                      <a:pt x="2319" y="3"/>
                      <a:pt x="2300" y="9"/>
                    </a:cubicBezTo>
                    <a:lnTo>
                      <a:pt x="1545" y="230"/>
                    </a:lnTo>
                    <a:lnTo>
                      <a:pt x="0" y="682"/>
                    </a:lnTo>
                    <a:lnTo>
                      <a:pt x="438" y="1120"/>
                    </a:lnTo>
                    <a:lnTo>
                      <a:pt x="2454" y="528"/>
                    </a:lnTo>
                    <a:lnTo>
                      <a:pt x="2536" y="244"/>
                    </a:lnTo>
                    <a:cubicBezTo>
                      <a:pt x="2574" y="119"/>
                      <a:pt x="2477" y="0"/>
                      <a:pt x="235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1"/>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1"/>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1"/>
              <p:cNvSpPr/>
              <p:nvPr/>
            </p:nvSpPr>
            <p:spPr>
              <a:xfrm>
                <a:off x="1840245" y="4442521"/>
                <a:ext cx="121932" cy="122404"/>
              </a:xfrm>
              <a:custGeom>
                <a:rect b="b" l="l" r="r" t="t"/>
                <a:pathLst>
                  <a:path extrusionOk="0" h="4667" w="4649">
                    <a:moveTo>
                      <a:pt x="4367" y="0"/>
                    </a:moveTo>
                    <a:cubicBezTo>
                      <a:pt x="4287" y="0"/>
                      <a:pt x="4208" y="30"/>
                      <a:pt x="4148" y="91"/>
                    </a:cubicBezTo>
                    <a:lnTo>
                      <a:pt x="120" y="4123"/>
                    </a:lnTo>
                    <a:cubicBezTo>
                      <a:pt x="0" y="4243"/>
                      <a:pt x="0" y="4436"/>
                      <a:pt x="120" y="4556"/>
                    </a:cubicBezTo>
                    <a:lnTo>
                      <a:pt x="140" y="4575"/>
                    </a:lnTo>
                    <a:cubicBezTo>
                      <a:pt x="193" y="4633"/>
                      <a:pt x="270" y="4667"/>
                      <a:pt x="351" y="4667"/>
                    </a:cubicBezTo>
                    <a:cubicBezTo>
                      <a:pt x="274" y="4546"/>
                      <a:pt x="289" y="4387"/>
                      <a:pt x="390" y="4286"/>
                    </a:cubicBezTo>
                    <a:lnTo>
                      <a:pt x="4422" y="254"/>
                    </a:lnTo>
                    <a:cubicBezTo>
                      <a:pt x="4485" y="196"/>
                      <a:pt x="4566" y="163"/>
                      <a:pt x="4648" y="163"/>
                    </a:cubicBezTo>
                    <a:cubicBezTo>
                      <a:pt x="4634" y="143"/>
                      <a:pt x="4619" y="124"/>
                      <a:pt x="4605" y="110"/>
                    </a:cubicBezTo>
                    <a:lnTo>
                      <a:pt x="4586" y="91"/>
                    </a:lnTo>
                    <a:cubicBezTo>
                      <a:pt x="4526" y="30"/>
                      <a:pt x="4446" y="0"/>
                      <a:pt x="436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1"/>
              <p:cNvSpPr/>
              <p:nvPr/>
            </p:nvSpPr>
            <p:spPr>
              <a:xfrm>
                <a:off x="1832140" y="4599362"/>
                <a:ext cx="33178" cy="28798"/>
              </a:xfrm>
              <a:custGeom>
                <a:rect b="b" l="l" r="r" t="t"/>
                <a:pathLst>
                  <a:path extrusionOk="0" h="1098" w="1265">
                    <a:moveTo>
                      <a:pt x="965" y="1"/>
                    </a:moveTo>
                    <a:cubicBezTo>
                      <a:pt x="916" y="1"/>
                      <a:pt x="864" y="22"/>
                      <a:pt x="819" y="72"/>
                    </a:cubicBezTo>
                    <a:lnTo>
                      <a:pt x="131" y="760"/>
                    </a:lnTo>
                    <a:cubicBezTo>
                      <a:pt x="0" y="906"/>
                      <a:pt x="130" y="1098"/>
                      <a:pt x="283" y="1098"/>
                    </a:cubicBezTo>
                    <a:cubicBezTo>
                      <a:pt x="327" y="1098"/>
                      <a:pt x="373" y="1082"/>
                      <a:pt x="415" y="1044"/>
                    </a:cubicBezTo>
                    <a:lnTo>
                      <a:pt x="1103" y="356"/>
                    </a:lnTo>
                    <a:cubicBezTo>
                      <a:pt x="1264" y="213"/>
                      <a:pt x="1124"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1"/>
              <p:cNvSpPr/>
              <p:nvPr/>
            </p:nvSpPr>
            <p:spPr>
              <a:xfrm>
                <a:off x="1814620" y="4582314"/>
                <a:ext cx="30948" cy="28326"/>
              </a:xfrm>
              <a:custGeom>
                <a:rect b="b" l="l" r="r" t="t"/>
                <a:pathLst>
                  <a:path extrusionOk="0" h="1080" w="1180">
                    <a:moveTo>
                      <a:pt x="960" y="1"/>
                    </a:moveTo>
                    <a:cubicBezTo>
                      <a:pt x="909" y="1"/>
                      <a:pt x="857" y="20"/>
                      <a:pt x="818" y="58"/>
                    </a:cubicBezTo>
                    <a:lnTo>
                      <a:pt x="135" y="742"/>
                    </a:lnTo>
                    <a:cubicBezTo>
                      <a:pt x="1" y="887"/>
                      <a:pt x="130" y="1079"/>
                      <a:pt x="285" y="1079"/>
                    </a:cubicBezTo>
                    <a:cubicBezTo>
                      <a:pt x="329" y="1079"/>
                      <a:pt x="376" y="1063"/>
                      <a:pt x="419" y="1025"/>
                    </a:cubicBezTo>
                    <a:lnTo>
                      <a:pt x="1102" y="342"/>
                    </a:lnTo>
                    <a:cubicBezTo>
                      <a:pt x="1179" y="265"/>
                      <a:pt x="1179" y="135"/>
                      <a:pt x="1102" y="58"/>
                    </a:cubicBezTo>
                    <a:cubicBezTo>
                      <a:pt x="1064" y="20"/>
                      <a:pt x="1012"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1"/>
              <p:cNvSpPr/>
              <p:nvPr/>
            </p:nvSpPr>
            <p:spPr>
              <a:xfrm>
                <a:off x="1752015" y="4289484"/>
                <a:ext cx="365611" cy="360628"/>
              </a:xfrm>
              <a:custGeom>
                <a:rect b="b" l="l" r="r" t="t"/>
                <a:pathLst>
                  <a:path extrusionOk="0" h="13750" w="13940">
                    <a:moveTo>
                      <a:pt x="13474" y="411"/>
                    </a:moveTo>
                    <a:lnTo>
                      <a:pt x="12901" y="2365"/>
                    </a:lnTo>
                    <a:lnTo>
                      <a:pt x="11515" y="979"/>
                    </a:lnTo>
                    <a:lnTo>
                      <a:pt x="13474" y="411"/>
                    </a:lnTo>
                    <a:close/>
                    <a:moveTo>
                      <a:pt x="5823" y="4554"/>
                    </a:moveTo>
                    <a:lnTo>
                      <a:pt x="3355" y="7023"/>
                    </a:lnTo>
                    <a:lnTo>
                      <a:pt x="573" y="6782"/>
                    </a:lnTo>
                    <a:cubicBezTo>
                      <a:pt x="540" y="6777"/>
                      <a:pt x="525" y="6734"/>
                      <a:pt x="554" y="6710"/>
                    </a:cubicBezTo>
                    <a:lnTo>
                      <a:pt x="549" y="6705"/>
                    </a:lnTo>
                    <a:cubicBezTo>
                      <a:pt x="1752" y="5502"/>
                      <a:pt x="3345" y="4766"/>
                      <a:pt x="5039" y="4622"/>
                    </a:cubicBezTo>
                    <a:lnTo>
                      <a:pt x="5823" y="4554"/>
                    </a:lnTo>
                    <a:close/>
                    <a:moveTo>
                      <a:pt x="3436" y="7513"/>
                    </a:moveTo>
                    <a:lnTo>
                      <a:pt x="4533" y="8611"/>
                    </a:lnTo>
                    <a:lnTo>
                      <a:pt x="4115" y="9029"/>
                    </a:lnTo>
                    <a:lnTo>
                      <a:pt x="3022" y="7932"/>
                    </a:lnTo>
                    <a:lnTo>
                      <a:pt x="3436" y="7513"/>
                    </a:lnTo>
                    <a:close/>
                    <a:moveTo>
                      <a:pt x="3263" y="8745"/>
                    </a:moveTo>
                    <a:lnTo>
                      <a:pt x="3831" y="9313"/>
                    </a:lnTo>
                    <a:lnTo>
                      <a:pt x="3340" y="9799"/>
                    </a:lnTo>
                    <a:cubicBezTo>
                      <a:pt x="3316" y="9823"/>
                      <a:pt x="3292" y="9852"/>
                      <a:pt x="3273" y="9886"/>
                    </a:cubicBezTo>
                    <a:lnTo>
                      <a:pt x="2767" y="9376"/>
                    </a:lnTo>
                    <a:cubicBezTo>
                      <a:pt x="2729" y="9337"/>
                      <a:pt x="2734" y="9279"/>
                      <a:pt x="2767" y="9241"/>
                    </a:cubicBezTo>
                    <a:lnTo>
                      <a:pt x="3263" y="8745"/>
                    </a:lnTo>
                    <a:close/>
                    <a:moveTo>
                      <a:pt x="11082" y="1109"/>
                    </a:moveTo>
                    <a:lnTo>
                      <a:pt x="12776" y="2808"/>
                    </a:lnTo>
                    <a:lnTo>
                      <a:pt x="12266" y="4554"/>
                    </a:lnTo>
                    <a:lnTo>
                      <a:pt x="6655" y="10165"/>
                    </a:lnTo>
                    <a:lnTo>
                      <a:pt x="5558" y="9068"/>
                    </a:lnTo>
                    <a:lnTo>
                      <a:pt x="8118" y="6508"/>
                    </a:lnTo>
                    <a:cubicBezTo>
                      <a:pt x="8301" y="6325"/>
                      <a:pt x="8335" y="6007"/>
                      <a:pt x="8099" y="5767"/>
                    </a:cubicBezTo>
                    <a:cubicBezTo>
                      <a:pt x="7998" y="5668"/>
                      <a:pt x="7867" y="5619"/>
                      <a:pt x="7736" y="5619"/>
                    </a:cubicBezTo>
                    <a:cubicBezTo>
                      <a:pt x="7606" y="5619"/>
                      <a:pt x="7476" y="5668"/>
                      <a:pt x="7377" y="5767"/>
                    </a:cubicBezTo>
                    <a:lnTo>
                      <a:pt x="4817" y="8327"/>
                    </a:lnTo>
                    <a:lnTo>
                      <a:pt x="3725" y="7230"/>
                    </a:lnTo>
                    <a:lnTo>
                      <a:pt x="9331" y="1624"/>
                    </a:lnTo>
                    <a:lnTo>
                      <a:pt x="11082" y="1109"/>
                    </a:lnTo>
                    <a:close/>
                    <a:moveTo>
                      <a:pt x="7740" y="6023"/>
                    </a:moveTo>
                    <a:cubicBezTo>
                      <a:pt x="7835" y="6023"/>
                      <a:pt x="7916" y="6149"/>
                      <a:pt x="7825" y="6234"/>
                    </a:cubicBezTo>
                    <a:lnTo>
                      <a:pt x="7820" y="6234"/>
                    </a:lnTo>
                    <a:lnTo>
                      <a:pt x="5130" y="8923"/>
                    </a:lnTo>
                    <a:lnTo>
                      <a:pt x="3807" y="10246"/>
                    </a:lnTo>
                    <a:cubicBezTo>
                      <a:pt x="3780" y="10273"/>
                      <a:pt x="3750" y="10285"/>
                      <a:pt x="3722" y="10285"/>
                    </a:cubicBezTo>
                    <a:cubicBezTo>
                      <a:pt x="3628" y="10285"/>
                      <a:pt x="3549" y="10163"/>
                      <a:pt x="3634" y="10078"/>
                    </a:cubicBezTo>
                    <a:lnTo>
                      <a:pt x="7651" y="6065"/>
                    </a:lnTo>
                    <a:cubicBezTo>
                      <a:pt x="7679" y="6035"/>
                      <a:pt x="7710" y="6023"/>
                      <a:pt x="7740" y="6023"/>
                    </a:cubicBezTo>
                    <a:close/>
                    <a:moveTo>
                      <a:pt x="5274" y="9352"/>
                    </a:moveTo>
                    <a:lnTo>
                      <a:pt x="6371" y="10449"/>
                    </a:lnTo>
                    <a:lnTo>
                      <a:pt x="5967" y="10853"/>
                    </a:lnTo>
                    <a:cubicBezTo>
                      <a:pt x="5962" y="10855"/>
                      <a:pt x="5958" y="10856"/>
                      <a:pt x="5953" y="10856"/>
                    </a:cubicBezTo>
                    <a:cubicBezTo>
                      <a:pt x="5949" y="10856"/>
                      <a:pt x="5946" y="10855"/>
                      <a:pt x="5943" y="10853"/>
                    </a:cubicBezTo>
                    <a:lnTo>
                      <a:pt x="4856" y="9770"/>
                    </a:lnTo>
                    <a:lnTo>
                      <a:pt x="5274" y="9352"/>
                    </a:lnTo>
                    <a:close/>
                    <a:moveTo>
                      <a:pt x="4572" y="10054"/>
                    </a:moveTo>
                    <a:lnTo>
                      <a:pt x="5140" y="10622"/>
                    </a:lnTo>
                    <a:lnTo>
                      <a:pt x="4644" y="11117"/>
                    </a:lnTo>
                    <a:cubicBezTo>
                      <a:pt x="4625" y="11137"/>
                      <a:pt x="4601" y="11146"/>
                      <a:pt x="4577" y="11146"/>
                    </a:cubicBezTo>
                    <a:cubicBezTo>
                      <a:pt x="4553" y="11146"/>
                      <a:pt x="4529" y="11137"/>
                      <a:pt x="4509" y="11117"/>
                    </a:cubicBezTo>
                    <a:lnTo>
                      <a:pt x="3999" y="10607"/>
                    </a:lnTo>
                    <a:cubicBezTo>
                      <a:pt x="4033" y="10588"/>
                      <a:pt x="4057" y="10569"/>
                      <a:pt x="4086" y="10540"/>
                    </a:cubicBezTo>
                    <a:lnTo>
                      <a:pt x="4572" y="10054"/>
                    </a:lnTo>
                    <a:close/>
                    <a:moveTo>
                      <a:pt x="13493" y="1"/>
                    </a:moveTo>
                    <a:cubicBezTo>
                      <a:pt x="13457" y="1"/>
                      <a:pt x="13420" y="6"/>
                      <a:pt x="13382" y="17"/>
                    </a:cubicBezTo>
                    <a:lnTo>
                      <a:pt x="9167" y="1249"/>
                    </a:lnTo>
                    <a:cubicBezTo>
                      <a:pt x="9133" y="1258"/>
                      <a:pt x="9105" y="1277"/>
                      <a:pt x="9080" y="1301"/>
                    </a:cubicBezTo>
                    <a:lnTo>
                      <a:pt x="6266" y="4116"/>
                    </a:lnTo>
                    <a:lnTo>
                      <a:pt x="5005" y="4222"/>
                    </a:lnTo>
                    <a:cubicBezTo>
                      <a:pt x="3215" y="4376"/>
                      <a:pt x="1540" y="5156"/>
                      <a:pt x="270" y="6426"/>
                    </a:cubicBezTo>
                    <a:cubicBezTo>
                      <a:pt x="1" y="6691"/>
                      <a:pt x="169" y="7148"/>
                      <a:pt x="544" y="7181"/>
                    </a:cubicBezTo>
                    <a:lnTo>
                      <a:pt x="2989" y="7398"/>
                    </a:lnTo>
                    <a:lnTo>
                      <a:pt x="2734" y="7648"/>
                    </a:lnTo>
                    <a:cubicBezTo>
                      <a:pt x="2580" y="7807"/>
                      <a:pt x="2580" y="8062"/>
                      <a:pt x="2734" y="8221"/>
                    </a:cubicBezTo>
                    <a:lnTo>
                      <a:pt x="2979" y="8461"/>
                    </a:lnTo>
                    <a:lnTo>
                      <a:pt x="2484" y="8962"/>
                    </a:lnTo>
                    <a:cubicBezTo>
                      <a:pt x="2291" y="9154"/>
                      <a:pt x="2291" y="9467"/>
                      <a:pt x="2484" y="9664"/>
                    </a:cubicBezTo>
                    <a:lnTo>
                      <a:pt x="4225" y="11406"/>
                    </a:lnTo>
                    <a:cubicBezTo>
                      <a:pt x="4322" y="11502"/>
                      <a:pt x="4449" y="11550"/>
                      <a:pt x="4577" y="11550"/>
                    </a:cubicBezTo>
                    <a:cubicBezTo>
                      <a:pt x="4704" y="11550"/>
                      <a:pt x="4832" y="11502"/>
                      <a:pt x="4928" y="11406"/>
                    </a:cubicBezTo>
                    <a:lnTo>
                      <a:pt x="5424" y="10906"/>
                    </a:lnTo>
                    <a:lnTo>
                      <a:pt x="5655" y="11141"/>
                    </a:lnTo>
                    <a:cubicBezTo>
                      <a:pt x="5739" y="11223"/>
                      <a:pt x="5847" y="11264"/>
                      <a:pt x="5955" y="11264"/>
                    </a:cubicBezTo>
                    <a:cubicBezTo>
                      <a:pt x="6062" y="11264"/>
                      <a:pt x="6169" y="11223"/>
                      <a:pt x="6251" y="11141"/>
                    </a:cubicBezTo>
                    <a:lnTo>
                      <a:pt x="6492" y="10901"/>
                    </a:lnTo>
                    <a:lnTo>
                      <a:pt x="6708" y="13345"/>
                    </a:lnTo>
                    <a:cubicBezTo>
                      <a:pt x="6727" y="13594"/>
                      <a:pt x="6934" y="13749"/>
                      <a:pt x="7150" y="13749"/>
                    </a:cubicBezTo>
                    <a:cubicBezTo>
                      <a:pt x="7260" y="13749"/>
                      <a:pt x="7373" y="13709"/>
                      <a:pt x="7464" y="13620"/>
                    </a:cubicBezTo>
                    <a:cubicBezTo>
                      <a:pt x="8238" y="12845"/>
                      <a:pt x="8840" y="11907"/>
                      <a:pt x="9215" y="10877"/>
                    </a:cubicBezTo>
                    <a:cubicBezTo>
                      <a:pt x="9282" y="10714"/>
                      <a:pt x="9151" y="10597"/>
                      <a:pt x="9024" y="10597"/>
                    </a:cubicBezTo>
                    <a:cubicBezTo>
                      <a:pt x="8948" y="10597"/>
                      <a:pt x="8872" y="10638"/>
                      <a:pt x="8840" y="10737"/>
                    </a:cubicBezTo>
                    <a:cubicBezTo>
                      <a:pt x="8479" y="11714"/>
                      <a:pt x="7911" y="12599"/>
                      <a:pt x="7175" y="13331"/>
                    </a:cubicBezTo>
                    <a:cubicBezTo>
                      <a:pt x="7167" y="13339"/>
                      <a:pt x="7156" y="13343"/>
                      <a:pt x="7146" y="13343"/>
                    </a:cubicBezTo>
                    <a:cubicBezTo>
                      <a:pt x="7126" y="13343"/>
                      <a:pt x="7108" y="13329"/>
                      <a:pt x="7108" y="13307"/>
                    </a:cubicBezTo>
                    <a:lnTo>
                      <a:pt x="6867" y="10526"/>
                    </a:lnTo>
                    <a:lnTo>
                      <a:pt x="9331" y="8057"/>
                    </a:lnTo>
                    <a:lnTo>
                      <a:pt x="9331" y="8057"/>
                    </a:lnTo>
                    <a:cubicBezTo>
                      <a:pt x="9249" y="9053"/>
                      <a:pt x="9230" y="9318"/>
                      <a:pt x="9114" y="9823"/>
                    </a:cubicBezTo>
                    <a:cubicBezTo>
                      <a:pt x="9069" y="9980"/>
                      <a:pt x="9192" y="10078"/>
                      <a:pt x="9312" y="10078"/>
                    </a:cubicBezTo>
                    <a:cubicBezTo>
                      <a:pt x="9399" y="10078"/>
                      <a:pt x="9484" y="10027"/>
                      <a:pt x="9504" y="9910"/>
                    </a:cubicBezTo>
                    <a:cubicBezTo>
                      <a:pt x="9643" y="9294"/>
                      <a:pt x="9658" y="9000"/>
                      <a:pt x="9773" y="7614"/>
                    </a:cubicBezTo>
                    <a:lnTo>
                      <a:pt x="12583" y="4804"/>
                    </a:lnTo>
                    <a:cubicBezTo>
                      <a:pt x="12607" y="4780"/>
                      <a:pt x="12627" y="4747"/>
                      <a:pt x="12636" y="4718"/>
                    </a:cubicBezTo>
                    <a:lnTo>
                      <a:pt x="13195" y="2803"/>
                    </a:lnTo>
                    <a:lnTo>
                      <a:pt x="13868" y="503"/>
                    </a:lnTo>
                    <a:cubicBezTo>
                      <a:pt x="13940" y="242"/>
                      <a:pt x="13740" y="1"/>
                      <a:pt x="134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1"/>
              <p:cNvSpPr/>
              <p:nvPr/>
            </p:nvSpPr>
            <p:spPr>
              <a:xfrm>
                <a:off x="1961757" y="4373517"/>
                <a:ext cx="84846" cy="67746"/>
              </a:xfrm>
              <a:custGeom>
                <a:rect b="b" l="l" r="r" t="t"/>
                <a:pathLst>
                  <a:path extrusionOk="0" h="2583" w="3235">
                    <a:moveTo>
                      <a:pt x="973" y="1"/>
                    </a:moveTo>
                    <a:cubicBezTo>
                      <a:pt x="947" y="1"/>
                      <a:pt x="920" y="6"/>
                      <a:pt x="891" y="17"/>
                    </a:cubicBezTo>
                    <a:cubicBezTo>
                      <a:pt x="314" y="277"/>
                      <a:pt x="1" y="903"/>
                      <a:pt x="131" y="1523"/>
                    </a:cubicBezTo>
                    <a:cubicBezTo>
                      <a:pt x="265" y="2139"/>
                      <a:pt x="809" y="2582"/>
                      <a:pt x="1444" y="2582"/>
                    </a:cubicBezTo>
                    <a:cubicBezTo>
                      <a:pt x="2638" y="2582"/>
                      <a:pt x="3234" y="1134"/>
                      <a:pt x="2392" y="292"/>
                    </a:cubicBezTo>
                    <a:cubicBezTo>
                      <a:pt x="2277" y="176"/>
                      <a:pt x="2147" y="85"/>
                      <a:pt x="1998" y="17"/>
                    </a:cubicBezTo>
                    <a:cubicBezTo>
                      <a:pt x="1969" y="6"/>
                      <a:pt x="1941" y="1"/>
                      <a:pt x="1915" y="1"/>
                    </a:cubicBezTo>
                    <a:cubicBezTo>
                      <a:pt x="1725" y="1"/>
                      <a:pt x="1626" y="281"/>
                      <a:pt x="1829" y="383"/>
                    </a:cubicBezTo>
                    <a:cubicBezTo>
                      <a:pt x="2233" y="566"/>
                      <a:pt x="2455" y="1004"/>
                      <a:pt x="2363" y="1437"/>
                    </a:cubicBezTo>
                    <a:cubicBezTo>
                      <a:pt x="2267" y="1870"/>
                      <a:pt x="1887" y="2178"/>
                      <a:pt x="1444" y="2178"/>
                    </a:cubicBezTo>
                    <a:cubicBezTo>
                      <a:pt x="1002" y="2178"/>
                      <a:pt x="617" y="1870"/>
                      <a:pt x="525" y="1437"/>
                    </a:cubicBezTo>
                    <a:cubicBezTo>
                      <a:pt x="434" y="1004"/>
                      <a:pt x="655" y="566"/>
                      <a:pt x="1059" y="383"/>
                    </a:cubicBezTo>
                    <a:cubicBezTo>
                      <a:pt x="1263" y="281"/>
                      <a:pt x="116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53" name="Google Shape;10553;p81"/>
          <p:cNvGrpSpPr/>
          <p:nvPr/>
        </p:nvGrpSpPr>
        <p:grpSpPr>
          <a:xfrm>
            <a:off x="2775417" y="4231037"/>
            <a:ext cx="181002" cy="405184"/>
            <a:chOff x="2775386" y="4332051"/>
            <a:chExt cx="135806" cy="304055"/>
          </a:xfrm>
        </p:grpSpPr>
        <p:sp>
          <p:nvSpPr>
            <p:cNvPr id="10554" name="Google Shape;10554;p81"/>
            <p:cNvSpPr/>
            <p:nvPr/>
          </p:nvSpPr>
          <p:spPr>
            <a:xfrm>
              <a:off x="2781314" y="4336484"/>
              <a:ext cx="123820" cy="123820"/>
            </a:xfrm>
            <a:custGeom>
              <a:rect b="b" l="l" r="r" t="t"/>
              <a:pathLst>
                <a:path extrusionOk="0" h="4721" w="4721">
                  <a:moveTo>
                    <a:pt x="2363" y="0"/>
                  </a:moveTo>
                  <a:cubicBezTo>
                    <a:pt x="1059" y="0"/>
                    <a:pt x="0" y="1054"/>
                    <a:pt x="0" y="2358"/>
                  </a:cubicBezTo>
                  <a:cubicBezTo>
                    <a:pt x="0" y="3662"/>
                    <a:pt x="1059" y="4721"/>
                    <a:pt x="2363" y="4721"/>
                  </a:cubicBezTo>
                  <a:cubicBezTo>
                    <a:pt x="3662" y="4721"/>
                    <a:pt x="4721" y="3662"/>
                    <a:pt x="4721" y="2358"/>
                  </a:cubicBezTo>
                  <a:cubicBezTo>
                    <a:pt x="4721" y="1054"/>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1"/>
            <p:cNvSpPr/>
            <p:nvPr/>
          </p:nvSpPr>
          <p:spPr>
            <a:xfrm>
              <a:off x="2795581" y="4350751"/>
              <a:ext cx="95285" cy="95180"/>
            </a:xfrm>
            <a:custGeom>
              <a:rect b="b" l="l" r="r" t="t"/>
              <a:pathLst>
                <a:path extrusionOk="0" h="3629" w="3633">
                  <a:moveTo>
                    <a:pt x="1819" y="0"/>
                  </a:moveTo>
                  <a:cubicBezTo>
                    <a:pt x="813" y="0"/>
                    <a:pt x="0" y="813"/>
                    <a:pt x="0" y="1814"/>
                  </a:cubicBezTo>
                  <a:cubicBezTo>
                    <a:pt x="0" y="2815"/>
                    <a:pt x="813" y="3628"/>
                    <a:pt x="1819" y="3628"/>
                  </a:cubicBezTo>
                  <a:cubicBezTo>
                    <a:pt x="2820" y="3628"/>
                    <a:pt x="3633" y="2815"/>
                    <a:pt x="3633" y="1814"/>
                  </a:cubicBezTo>
                  <a:cubicBezTo>
                    <a:pt x="3633" y="813"/>
                    <a:pt x="2820" y="0"/>
                    <a:pt x="1819"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1"/>
            <p:cNvSpPr/>
            <p:nvPr/>
          </p:nvSpPr>
          <p:spPr>
            <a:xfrm>
              <a:off x="2795686" y="4555431"/>
              <a:ext cx="95180" cy="76138"/>
            </a:xfrm>
            <a:custGeom>
              <a:rect b="b" l="l" r="r" t="t"/>
              <a:pathLst>
                <a:path extrusionOk="0" h="2903" w="3629">
                  <a:moveTo>
                    <a:pt x="1" y="1"/>
                  </a:moveTo>
                  <a:lnTo>
                    <a:pt x="362" y="2902"/>
                  </a:lnTo>
                  <a:lnTo>
                    <a:pt x="3263" y="2902"/>
                  </a:lnTo>
                  <a:lnTo>
                    <a:pt x="3629" y="1"/>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1"/>
            <p:cNvSpPr/>
            <p:nvPr/>
          </p:nvSpPr>
          <p:spPr>
            <a:xfrm>
              <a:off x="2781314" y="4536390"/>
              <a:ext cx="123820" cy="19067"/>
            </a:xfrm>
            <a:custGeom>
              <a:rect b="b" l="l" r="r" t="t"/>
              <a:pathLst>
                <a:path extrusionOk="0" h="727" w="4721">
                  <a:moveTo>
                    <a:pt x="0" y="0"/>
                  </a:moveTo>
                  <a:lnTo>
                    <a:pt x="0" y="727"/>
                  </a:lnTo>
                  <a:lnTo>
                    <a:pt x="4721" y="727"/>
                  </a:lnTo>
                  <a:lnTo>
                    <a:pt x="4721" y="0"/>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1"/>
            <p:cNvSpPr/>
            <p:nvPr/>
          </p:nvSpPr>
          <p:spPr>
            <a:xfrm>
              <a:off x="2798598" y="4579167"/>
              <a:ext cx="89252" cy="28667"/>
            </a:xfrm>
            <a:custGeom>
              <a:rect b="b" l="l" r="r" t="t"/>
              <a:pathLst>
                <a:path extrusionOk="0" h="1093" w="3403">
                  <a:moveTo>
                    <a:pt x="0" y="0"/>
                  </a:moveTo>
                  <a:lnTo>
                    <a:pt x="135" y="1093"/>
                  </a:lnTo>
                  <a:lnTo>
                    <a:pt x="3268" y="1093"/>
                  </a:lnTo>
                  <a:lnTo>
                    <a:pt x="3402"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1"/>
            <p:cNvSpPr/>
            <p:nvPr/>
          </p:nvSpPr>
          <p:spPr>
            <a:xfrm>
              <a:off x="2795581" y="4555431"/>
              <a:ext cx="95285" cy="76138"/>
            </a:xfrm>
            <a:custGeom>
              <a:rect b="b" l="l" r="r" t="t"/>
              <a:pathLst>
                <a:path extrusionOk="0" h="2903" w="3633">
                  <a:moveTo>
                    <a:pt x="0" y="1"/>
                  </a:moveTo>
                  <a:lnTo>
                    <a:pt x="361" y="2902"/>
                  </a:lnTo>
                  <a:lnTo>
                    <a:pt x="909" y="2902"/>
                  </a:lnTo>
                  <a:lnTo>
                    <a:pt x="640" y="751"/>
                  </a:lnTo>
                  <a:cubicBezTo>
                    <a:pt x="626" y="641"/>
                    <a:pt x="707" y="544"/>
                    <a:pt x="818" y="544"/>
                  </a:cubicBezTo>
                  <a:lnTo>
                    <a:pt x="3566" y="544"/>
                  </a:lnTo>
                  <a:lnTo>
                    <a:pt x="3633" y="1"/>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1"/>
            <p:cNvSpPr/>
            <p:nvPr/>
          </p:nvSpPr>
          <p:spPr>
            <a:xfrm>
              <a:off x="2798598" y="4579167"/>
              <a:ext cx="17940" cy="28667"/>
            </a:xfrm>
            <a:custGeom>
              <a:rect b="b" l="l" r="r" t="t"/>
              <a:pathLst>
                <a:path extrusionOk="0" h="1093" w="684">
                  <a:moveTo>
                    <a:pt x="0" y="0"/>
                  </a:moveTo>
                  <a:lnTo>
                    <a:pt x="135" y="1093"/>
                  </a:lnTo>
                  <a:lnTo>
                    <a:pt x="684" y="1093"/>
                  </a:lnTo>
                  <a:lnTo>
                    <a:pt x="544" y="0"/>
                  </a:ln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1"/>
            <p:cNvSpPr/>
            <p:nvPr/>
          </p:nvSpPr>
          <p:spPr>
            <a:xfrm>
              <a:off x="2788500"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1"/>
            <p:cNvSpPr/>
            <p:nvPr/>
          </p:nvSpPr>
          <p:spPr>
            <a:xfrm>
              <a:off x="2779792" y="4493586"/>
              <a:ext cx="53924" cy="18962"/>
            </a:xfrm>
            <a:custGeom>
              <a:rect b="b" l="l" r="r" t="t"/>
              <a:pathLst>
                <a:path extrusionOk="0" h="723" w="2056">
                  <a:moveTo>
                    <a:pt x="1" y="1"/>
                  </a:moveTo>
                  <a:cubicBezTo>
                    <a:pt x="155" y="434"/>
                    <a:pt x="568" y="723"/>
                    <a:pt x="1030" y="723"/>
                  </a:cubicBezTo>
                  <a:cubicBezTo>
                    <a:pt x="1492" y="723"/>
                    <a:pt x="1901" y="434"/>
                    <a:pt x="205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1"/>
            <p:cNvSpPr/>
            <p:nvPr/>
          </p:nvSpPr>
          <p:spPr>
            <a:xfrm>
              <a:off x="2861439"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1"/>
            <p:cNvSpPr/>
            <p:nvPr/>
          </p:nvSpPr>
          <p:spPr>
            <a:xfrm>
              <a:off x="2852862" y="4493586"/>
              <a:ext cx="53793" cy="18962"/>
            </a:xfrm>
            <a:custGeom>
              <a:rect b="b" l="l" r="r" t="t"/>
              <a:pathLst>
                <a:path extrusionOk="0" h="723" w="2051">
                  <a:moveTo>
                    <a:pt x="1" y="1"/>
                  </a:moveTo>
                  <a:cubicBezTo>
                    <a:pt x="155" y="434"/>
                    <a:pt x="564" y="723"/>
                    <a:pt x="1025" y="723"/>
                  </a:cubicBezTo>
                  <a:cubicBezTo>
                    <a:pt x="1487" y="723"/>
                    <a:pt x="1896" y="434"/>
                    <a:pt x="20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1"/>
            <p:cNvSpPr/>
            <p:nvPr/>
          </p:nvSpPr>
          <p:spPr>
            <a:xfrm>
              <a:off x="2820183" y="4346293"/>
              <a:ext cx="47839" cy="104071"/>
            </a:xfrm>
            <a:custGeom>
              <a:rect b="b" l="l" r="r" t="t"/>
              <a:pathLst>
                <a:path extrusionOk="0" h="3968" w="1824">
                  <a:moveTo>
                    <a:pt x="912" y="0"/>
                  </a:moveTo>
                  <a:cubicBezTo>
                    <a:pt x="827" y="0"/>
                    <a:pt x="741" y="57"/>
                    <a:pt x="741" y="170"/>
                  </a:cubicBezTo>
                  <a:lnTo>
                    <a:pt x="741" y="550"/>
                  </a:lnTo>
                  <a:cubicBezTo>
                    <a:pt x="318" y="593"/>
                    <a:pt x="0" y="959"/>
                    <a:pt x="20" y="1387"/>
                  </a:cubicBezTo>
                  <a:cubicBezTo>
                    <a:pt x="39" y="1816"/>
                    <a:pt x="395" y="2152"/>
                    <a:pt x="823" y="2157"/>
                  </a:cubicBezTo>
                  <a:lnTo>
                    <a:pt x="1001" y="2157"/>
                  </a:lnTo>
                  <a:cubicBezTo>
                    <a:pt x="1256" y="2157"/>
                    <a:pt x="1468" y="2364"/>
                    <a:pt x="1468" y="2619"/>
                  </a:cubicBezTo>
                  <a:cubicBezTo>
                    <a:pt x="1468" y="2874"/>
                    <a:pt x="1256" y="3086"/>
                    <a:pt x="1001" y="3086"/>
                  </a:cubicBezTo>
                  <a:lnTo>
                    <a:pt x="727" y="3086"/>
                  </a:lnTo>
                  <a:cubicBezTo>
                    <a:pt x="525" y="3086"/>
                    <a:pt x="356" y="2918"/>
                    <a:pt x="356" y="2711"/>
                  </a:cubicBezTo>
                  <a:cubicBezTo>
                    <a:pt x="356" y="2598"/>
                    <a:pt x="271" y="2541"/>
                    <a:pt x="186" y="2541"/>
                  </a:cubicBezTo>
                  <a:cubicBezTo>
                    <a:pt x="100" y="2541"/>
                    <a:pt x="15" y="2598"/>
                    <a:pt x="15" y="2711"/>
                  </a:cubicBezTo>
                  <a:cubicBezTo>
                    <a:pt x="15" y="3105"/>
                    <a:pt x="337" y="3423"/>
                    <a:pt x="727" y="3428"/>
                  </a:cubicBezTo>
                  <a:lnTo>
                    <a:pt x="741" y="3428"/>
                  </a:lnTo>
                  <a:lnTo>
                    <a:pt x="741" y="3798"/>
                  </a:lnTo>
                  <a:cubicBezTo>
                    <a:pt x="741" y="3911"/>
                    <a:pt x="827" y="3968"/>
                    <a:pt x="912" y="3968"/>
                  </a:cubicBezTo>
                  <a:cubicBezTo>
                    <a:pt x="998" y="3968"/>
                    <a:pt x="1083" y="3911"/>
                    <a:pt x="1083" y="3798"/>
                  </a:cubicBezTo>
                  <a:lnTo>
                    <a:pt x="1083" y="3423"/>
                  </a:lnTo>
                  <a:cubicBezTo>
                    <a:pt x="1506" y="3379"/>
                    <a:pt x="1824" y="3009"/>
                    <a:pt x="1805" y="2581"/>
                  </a:cubicBezTo>
                  <a:cubicBezTo>
                    <a:pt x="1781" y="2152"/>
                    <a:pt x="1429" y="1816"/>
                    <a:pt x="1001" y="1816"/>
                  </a:cubicBezTo>
                  <a:lnTo>
                    <a:pt x="823" y="1816"/>
                  </a:lnTo>
                  <a:cubicBezTo>
                    <a:pt x="563" y="1816"/>
                    <a:pt x="356" y="1604"/>
                    <a:pt x="356" y="1349"/>
                  </a:cubicBezTo>
                  <a:cubicBezTo>
                    <a:pt x="356" y="1094"/>
                    <a:pt x="563" y="887"/>
                    <a:pt x="823" y="887"/>
                  </a:cubicBezTo>
                  <a:lnTo>
                    <a:pt x="1093" y="887"/>
                  </a:lnTo>
                  <a:cubicBezTo>
                    <a:pt x="1299" y="887"/>
                    <a:pt x="1468" y="1051"/>
                    <a:pt x="1468" y="1257"/>
                  </a:cubicBezTo>
                  <a:lnTo>
                    <a:pt x="1468" y="1440"/>
                  </a:lnTo>
                  <a:cubicBezTo>
                    <a:pt x="1468" y="1553"/>
                    <a:pt x="1553" y="1610"/>
                    <a:pt x="1639" y="1610"/>
                  </a:cubicBezTo>
                  <a:cubicBezTo>
                    <a:pt x="1724" y="1610"/>
                    <a:pt x="1810" y="1553"/>
                    <a:pt x="1810" y="1440"/>
                  </a:cubicBezTo>
                  <a:lnTo>
                    <a:pt x="1810" y="1257"/>
                  </a:lnTo>
                  <a:cubicBezTo>
                    <a:pt x="1810" y="863"/>
                    <a:pt x="1487" y="545"/>
                    <a:pt x="1093" y="545"/>
                  </a:cubicBezTo>
                  <a:lnTo>
                    <a:pt x="1083" y="545"/>
                  </a:lnTo>
                  <a:lnTo>
                    <a:pt x="1083" y="170"/>
                  </a:lnTo>
                  <a:cubicBezTo>
                    <a:pt x="1083" y="57"/>
                    <a:pt x="998" y="0"/>
                    <a:pt x="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1"/>
            <p:cNvSpPr/>
            <p:nvPr/>
          </p:nvSpPr>
          <p:spPr>
            <a:xfrm>
              <a:off x="2775753" y="4332051"/>
              <a:ext cx="134940" cy="304055"/>
            </a:xfrm>
            <a:custGeom>
              <a:rect b="b" l="l" r="r" t="t"/>
              <a:pathLst>
                <a:path extrusionOk="0" h="11593" w="5145">
                  <a:moveTo>
                    <a:pt x="2577" y="338"/>
                  </a:moveTo>
                  <a:cubicBezTo>
                    <a:pt x="3145" y="338"/>
                    <a:pt x="3702" y="560"/>
                    <a:pt x="4119" y="978"/>
                  </a:cubicBezTo>
                  <a:cubicBezTo>
                    <a:pt x="4750" y="1608"/>
                    <a:pt x="4937" y="2546"/>
                    <a:pt x="4596" y="3364"/>
                  </a:cubicBezTo>
                  <a:cubicBezTo>
                    <a:pt x="4259" y="4182"/>
                    <a:pt x="3460" y="4716"/>
                    <a:pt x="2575" y="4716"/>
                  </a:cubicBezTo>
                  <a:cubicBezTo>
                    <a:pt x="1367" y="4716"/>
                    <a:pt x="385" y="3735"/>
                    <a:pt x="385" y="2527"/>
                  </a:cubicBezTo>
                  <a:cubicBezTo>
                    <a:pt x="385" y="1642"/>
                    <a:pt x="920" y="843"/>
                    <a:pt x="1738" y="506"/>
                  </a:cubicBezTo>
                  <a:cubicBezTo>
                    <a:pt x="2009" y="393"/>
                    <a:pt x="2294" y="338"/>
                    <a:pt x="2577" y="338"/>
                  </a:cubicBezTo>
                  <a:close/>
                  <a:moveTo>
                    <a:pt x="4764" y="7959"/>
                  </a:moveTo>
                  <a:lnTo>
                    <a:pt x="4764" y="8344"/>
                  </a:lnTo>
                  <a:lnTo>
                    <a:pt x="4014" y="8344"/>
                  </a:lnTo>
                  <a:cubicBezTo>
                    <a:pt x="3787" y="8344"/>
                    <a:pt x="3787" y="8686"/>
                    <a:pt x="4014" y="8686"/>
                  </a:cubicBezTo>
                  <a:lnTo>
                    <a:pt x="4196" y="8686"/>
                  </a:lnTo>
                  <a:lnTo>
                    <a:pt x="4124" y="9254"/>
                  </a:lnTo>
                  <a:lnTo>
                    <a:pt x="1021" y="9254"/>
                  </a:lnTo>
                  <a:lnTo>
                    <a:pt x="953" y="8686"/>
                  </a:lnTo>
                  <a:lnTo>
                    <a:pt x="3215" y="8686"/>
                  </a:lnTo>
                  <a:cubicBezTo>
                    <a:pt x="3446" y="8686"/>
                    <a:pt x="3446" y="8344"/>
                    <a:pt x="3215" y="8344"/>
                  </a:cubicBezTo>
                  <a:lnTo>
                    <a:pt x="385" y="8344"/>
                  </a:lnTo>
                  <a:lnTo>
                    <a:pt x="385" y="7959"/>
                  </a:lnTo>
                  <a:close/>
                  <a:moveTo>
                    <a:pt x="4081" y="9595"/>
                  </a:moveTo>
                  <a:lnTo>
                    <a:pt x="3989" y="10341"/>
                  </a:lnTo>
                  <a:lnTo>
                    <a:pt x="1160" y="10341"/>
                  </a:lnTo>
                  <a:lnTo>
                    <a:pt x="1064" y="9595"/>
                  </a:lnTo>
                  <a:close/>
                  <a:moveTo>
                    <a:pt x="3946" y="10683"/>
                  </a:moveTo>
                  <a:lnTo>
                    <a:pt x="3874" y="11251"/>
                  </a:lnTo>
                  <a:lnTo>
                    <a:pt x="1271" y="11251"/>
                  </a:lnTo>
                  <a:lnTo>
                    <a:pt x="1199" y="10683"/>
                  </a:lnTo>
                  <a:close/>
                  <a:moveTo>
                    <a:pt x="2575" y="1"/>
                  </a:moveTo>
                  <a:cubicBezTo>
                    <a:pt x="1208" y="1"/>
                    <a:pt x="92" y="1079"/>
                    <a:pt x="44" y="2445"/>
                  </a:cubicBezTo>
                  <a:cubicBezTo>
                    <a:pt x="1" y="3807"/>
                    <a:pt x="1040" y="4962"/>
                    <a:pt x="2402" y="5053"/>
                  </a:cubicBezTo>
                  <a:lnTo>
                    <a:pt x="2402" y="7623"/>
                  </a:lnTo>
                  <a:lnTo>
                    <a:pt x="212" y="7623"/>
                  </a:lnTo>
                  <a:cubicBezTo>
                    <a:pt x="121" y="7623"/>
                    <a:pt x="44" y="7695"/>
                    <a:pt x="44" y="7791"/>
                  </a:cubicBezTo>
                  <a:lnTo>
                    <a:pt x="44" y="8518"/>
                  </a:lnTo>
                  <a:cubicBezTo>
                    <a:pt x="44" y="8609"/>
                    <a:pt x="121" y="8686"/>
                    <a:pt x="212" y="8686"/>
                  </a:cubicBezTo>
                  <a:lnTo>
                    <a:pt x="607" y="8686"/>
                  </a:lnTo>
                  <a:lnTo>
                    <a:pt x="953" y="11443"/>
                  </a:lnTo>
                  <a:cubicBezTo>
                    <a:pt x="963" y="11525"/>
                    <a:pt x="1035" y="11592"/>
                    <a:pt x="1122" y="11592"/>
                  </a:cubicBezTo>
                  <a:lnTo>
                    <a:pt x="4028" y="11592"/>
                  </a:lnTo>
                  <a:cubicBezTo>
                    <a:pt x="4110" y="11592"/>
                    <a:pt x="4182" y="11525"/>
                    <a:pt x="4196" y="11443"/>
                  </a:cubicBezTo>
                  <a:lnTo>
                    <a:pt x="4538" y="8686"/>
                  </a:lnTo>
                  <a:lnTo>
                    <a:pt x="4933" y="8686"/>
                  </a:lnTo>
                  <a:cubicBezTo>
                    <a:pt x="5029" y="8686"/>
                    <a:pt x="5101" y="8609"/>
                    <a:pt x="5101" y="8518"/>
                  </a:cubicBezTo>
                  <a:lnTo>
                    <a:pt x="5101" y="7791"/>
                  </a:lnTo>
                  <a:cubicBezTo>
                    <a:pt x="5101" y="7695"/>
                    <a:pt x="5029" y="7623"/>
                    <a:pt x="4933" y="7623"/>
                  </a:cubicBezTo>
                  <a:lnTo>
                    <a:pt x="2743" y="7623"/>
                  </a:lnTo>
                  <a:lnTo>
                    <a:pt x="2743" y="5053"/>
                  </a:lnTo>
                  <a:cubicBezTo>
                    <a:pt x="4105" y="4962"/>
                    <a:pt x="5144" y="3807"/>
                    <a:pt x="5101" y="2445"/>
                  </a:cubicBezTo>
                  <a:cubicBezTo>
                    <a:pt x="5053" y="1079"/>
                    <a:pt x="393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1"/>
            <p:cNvSpPr/>
            <p:nvPr/>
          </p:nvSpPr>
          <p:spPr>
            <a:xfrm>
              <a:off x="2775386" y="4470034"/>
              <a:ext cx="62736" cy="47052"/>
            </a:xfrm>
            <a:custGeom>
              <a:rect b="b" l="l" r="r" t="t"/>
              <a:pathLst>
                <a:path extrusionOk="0" h="1794" w="2392">
                  <a:moveTo>
                    <a:pt x="1198" y="341"/>
                  </a:moveTo>
                  <a:cubicBezTo>
                    <a:pt x="1497" y="341"/>
                    <a:pt x="1771" y="485"/>
                    <a:pt x="1944" y="726"/>
                  </a:cubicBezTo>
                  <a:lnTo>
                    <a:pt x="448" y="726"/>
                  </a:lnTo>
                  <a:cubicBezTo>
                    <a:pt x="621" y="485"/>
                    <a:pt x="900" y="341"/>
                    <a:pt x="1198" y="341"/>
                  </a:cubicBezTo>
                  <a:close/>
                  <a:moveTo>
                    <a:pt x="1944" y="1067"/>
                  </a:moveTo>
                  <a:cubicBezTo>
                    <a:pt x="1771" y="1308"/>
                    <a:pt x="1497" y="1452"/>
                    <a:pt x="1198" y="1452"/>
                  </a:cubicBezTo>
                  <a:cubicBezTo>
                    <a:pt x="900" y="1452"/>
                    <a:pt x="621" y="1308"/>
                    <a:pt x="448" y="1067"/>
                  </a:cubicBezTo>
                  <a:close/>
                  <a:moveTo>
                    <a:pt x="1196" y="0"/>
                  </a:moveTo>
                  <a:cubicBezTo>
                    <a:pt x="701" y="0"/>
                    <a:pt x="207" y="281"/>
                    <a:pt x="10" y="841"/>
                  </a:cubicBezTo>
                  <a:cubicBezTo>
                    <a:pt x="0" y="875"/>
                    <a:pt x="0" y="918"/>
                    <a:pt x="10" y="952"/>
                  </a:cubicBezTo>
                  <a:cubicBezTo>
                    <a:pt x="188" y="1457"/>
                    <a:pt x="664" y="1789"/>
                    <a:pt x="1198" y="1794"/>
                  </a:cubicBezTo>
                  <a:cubicBezTo>
                    <a:pt x="1732" y="1789"/>
                    <a:pt x="2209" y="1452"/>
                    <a:pt x="2387" y="952"/>
                  </a:cubicBezTo>
                  <a:cubicBezTo>
                    <a:pt x="2387" y="942"/>
                    <a:pt x="2392" y="933"/>
                    <a:pt x="2392" y="928"/>
                  </a:cubicBezTo>
                  <a:cubicBezTo>
                    <a:pt x="2392" y="918"/>
                    <a:pt x="2392" y="909"/>
                    <a:pt x="2392" y="899"/>
                  </a:cubicBezTo>
                  <a:cubicBezTo>
                    <a:pt x="2392" y="889"/>
                    <a:pt x="2392" y="880"/>
                    <a:pt x="2392" y="875"/>
                  </a:cubicBezTo>
                  <a:lnTo>
                    <a:pt x="2392" y="865"/>
                  </a:lnTo>
                  <a:cubicBezTo>
                    <a:pt x="2392" y="856"/>
                    <a:pt x="2387" y="846"/>
                    <a:pt x="2387" y="841"/>
                  </a:cubicBezTo>
                  <a:cubicBezTo>
                    <a:pt x="2187" y="281"/>
                    <a:pt x="1691"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1"/>
            <p:cNvSpPr/>
            <p:nvPr/>
          </p:nvSpPr>
          <p:spPr>
            <a:xfrm>
              <a:off x="2848194" y="4470034"/>
              <a:ext cx="62998" cy="47052"/>
            </a:xfrm>
            <a:custGeom>
              <a:rect b="b" l="l" r="r" t="t"/>
              <a:pathLst>
                <a:path extrusionOk="0" h="1794" w="2402">
                  <a:moveTo>
                    <a:pt x="1201" y="341"/>
                  </a:moveTo>
                  <a:cubicBezTo>
                    <a:pt x="1498" y="342"/>
                    <a:pt x="1776" y="486"/>
                    <a:pt x="1949" y="726"/>
                  </a:cubicBezTo>
                  <a:lnTo>
                    <a:pt x="453" y="726"/>
                  </a:lnTo>
                  <a:cubicBezTo>
                    <a:pt x="626" y="486"/>
                    <a:pt x="904" y="342"/>
                    <a:pt x="1201" y="341"/>
                  </a:cubicBezTo>
                  <a:close/>
                  <a:moveTo>
                    <a:pt x="1949" y="1067"/>
                  </a:moveTo>
                  <a:cubicBezTo>
                    <a:pt x="1776" y="1308"/>
                    <a:pt x="1502" y="1452"/>
                    <a:pt x="1203" y="1452"/>
                  </a:cubicBezTo>
                  <a:lnTo>
                    <a:pt x="1199" y="1452"/>
                  </a:lnTo>
                  <a:cubicBezTo>
                    <a:pt x="905" y="1452"/>
                    <a:pt x="626" y="1308"/>
                    <a:pt x="453" y="1067"/>
                  </a:cubicBezTo>
                  <a:close/>
                  <a:moveTo>
                    <a:pt x="1201" y="0"/>
                  </a:moveTo>
                  <a:cubicBezTo>
                    <a:pt x="707" y="0"/>
                    <a:pt x="212" y="281"/>
                    <a:pt x="15" y="841"/>
                  </a:cubicBezTo>
                  <a:cubicBezTo>
                    <a:pt x="0" y="875"/>
                    <a:pt x="0" y="918"/>
                    <a:pt x="15" y="952"/>
                  </a:cubicBezTo>
                  <a:cubicBezTo>
                    <a:pt x="193" y="1457"/>
                    <a:pt x="669" y="1794"/>
                    <a:pt x="1199" y="1794"/>
                  </a:cubicBezTo>
                  <a:cubicBezTo>
                    <a:pt x="1733" y="1794"/>
                    <a:pt x="2209" y="1457"/>
                    <a:pt x="2387" y="952"/>
                  </a:cubicBezTo>
                  <a:cubicBezTo>
                    <a:pt x="2402" y="918"/>
                    <a:pt x="2402" y="875"/>
                    <a:pt x="2387" y="841"/>
                  </a:cubicBezTo>
                  <a:cubicBezTo>
                    <a:pt x="2190" y="281"/>
                    <a:pt x="1695" y="0"/>
                    <a:pt x="1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81"/>
          <p:cNvGrpSpPr/>
          <p:nvPr/>
        </p:nvGrpSpPr>
        <p:grpSpPr>
          <a:xfrm>
            <a:off x="3097827" y="2440209"/>
            <a:ext cx="351239" cy="350609"/>
            <a:chOff x="3097827" y="2440209"/>
            <a:chExt cx="351239" cy="350609"/>
          </a:xfrm>
        </p:grpSpPr>
        <p:sp>
          <p:nvSpPr>
            <p:cNvPr id="10570" name="Google Shape;10570;p81"/>
            <p:cNvSpPr/>
            <p:nvPr/>
          </p:nvSpPr>
          <p:spPr>
            <a:xfrm>
              <a:off x="3158150" y="2478318"/>
              <a:ext cx="230592" cy="307308"/>
            </a:xfrm>
            <a:custGeom>
              <a:rect b="b" l="l" r="r" t="t"/>
              <a:pathLst>
                <a:path extrusionOk="0" h="11717" w="8792">
                  <a:moveTo>
                    <a:pt x="4393" y="0"/>
                  </a:moveTo>
                  <a:cubicBezTo>
                    <a:pt x="1968" y="0"/>
                    <a:pt x="0" y="1968"/>
                    <a:pt x="0" y="4394"/>
                  </a:cubicBezTo>
                  <a:cubicBezTo>
                    <a:pt x="0" y="8161"/>
                    <a:pt x="4393" y="11717"/>
                    <a:pt x="4393" y="11717"/>
                  </a:cubicBezTo>
                  <a:cubicBezTo>
                    <a:pt x="4393" y="11717"/>
                    <a:pt x="8791" y="8161"/>
                    <a:pt x="8791" y="4394"/>
                  </a:cubicBezTo>
                  <a:cubicBezTo>
                    <a:pt x="8791" y="1968"/>
                    <a:pt x="6823" y="0"/>
                    <a:pt x="439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1"/>
            <p:cNvSpPr/>
            <p:nvPr/>
          </p:nvSpPr>
          <p:spPr>
            <a:xfrm>
              <a:off x="3158150" y="2485504"/>
              <a:ext cx="132265" cy="300121"/>
            </a:xfrm>
            <a:custGeom>
              <a:rect b="b" l="l" r="r" t="t"/>
              <a:pathLst>
                <a:path extrusionOk="0" h="11443" w="5043">
                  <a:moveTo>
                    <a:pt x="2858" y="1"/>
                  </a:moveTo>
                  <a:lnTo>
                    <a:pt x="2858" y="1"/>
                  </a:lnTo>
                  <a:cubicBezTo>
                    <a:pt x="1141" y="645"/>
                    <a:pt x="0" y="2286"/>
                    <a:pt x="0" y="4120"/>
                  </a:cubicBezTo>
                  <a:cubicBezTo>
                    <a:pt x="0" y="7887"/>
                    <a:pt x="4393" y="11443"/>
                    <a:pt x="4393" y="11443"/>
                  </a:cubicBezTo>
                  <a:cubicBezTo>
                    <a:pt x="4393" y="11443"/>
                    <a:pt x="4648" y="11236"/>
                    <a:pt x="5043" y="10866"/>
                  </a:cubicBezTo>
                  <a:cubicBezTo>
                    <a:pt x="4201" y="10134"/>
                    <a:pt x="837" y="7002"/>
                    <a:pt x="837" y="3701"/>
                  </a:cubicBezTo>
                  <a:cubicBezTo>
                    <a:pt x="837" y="2204"/>
                    <a:pt x="1598" y="809"/>
                    <a:pt x="2858"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1"/>
            <p:cNvSpPr/>
            <p:nvPr/>
          </p:nvSpPr>
          <p:spPr>
            <a:xfrm>
              <a:off x="3185663" y="2505830"/>
              <a:ext cx="175567" cy="175567"/>
            </a:xfrm>
            <a:custGeom>
              <a:rect b="b" l="l" r="r" t="t"/>
              <a:pathLst>
                <a:path extrusionOk="0" h="6694" w="6694">
                  <a:moveTo>
                    <a:pt x="3344" y="0"/>
                  </a:moveTo>
                  <a:cubicBezTo>
                    <a:pt x="1497" y="0"/>
                    <a:pt x="0" y="1497"/>
                    <a:pt x="0" y="3345"/>
                  </a:cubicBezTo>
                  <a:cubicBezTo>
                    <a:pt x="0" y="5197"/>
                    <a:pt x="1497" y="6694"/>
                    <a:pt x="3344" y="6694"/>
                  </a:cubicBezTo>
                  <a:cubicBezTo>
                    <a:pt x="5197" y="6694"/>
                    <a:pt x="6693" y="5197"/>
                    <a:pt x="6693" y="3345"/>
                  </a:cubicBezTo>
                  <a:cubicBezTo>
                    <a:pt x="6693" y="1497"/>
                    <a:pt x="5197" y="0"/>
                    <a:pt x="334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1"/>
            <p:cNvSpPr/>
            <p:nvPr/>
          </p:nvSpPr>
          <p:spPr>
            <a:xfrm>
              <a:off x="3171395" y="2515430"/>
              <a:ext cx="158650" cy="165968"/>
            </a:xfrm>
            <a:custGeom>
              <a:rect b="b" l="l" r="r" t="t"/>
              <a:pathLst>
                <a:path extrusionOk="0" h="6328" w="6049">
                  <a:moveTo>
                    <a:pt x="2363" y="0"/>
                  </a:moveTo>
                  <a:cubicBezTo>
                    <a:pt x="587" y="914"/>
                    <a:pt x="0" y="3171"/>
                    <a:pt x="1107" y="4831"/>
                  </a:cubicBezTo>
                  <a:cubicBezTo>
                    <a:pt x="1755" y="5810"/>
                    <a:pt x="2820" y="6328"/>
                    <a:pt x="3898" y="6328"/>
                  </a:cubicBezTo>
                  <a:cubicBezTo>
                    <a:pt x="4655" y="6328"/>
                    <a:pt x="5418" y="6073"/>
                    <a:pt x="6049" y="5543"/>
                  </a:cubicBezTo>
                  <a:lnTo>
                    <a:pt x="6049" y="5543"/>
                  </a:lnTo>
                  <a:cubicBezTo>
                    <a:pt x="5572" y="5784"/>
                    <a:pt x="5048" y="5909"/>
                    <a:pt x="4519" y="5909"/>
                  </a:cubicBezTo>
                  <a:cubicBezTo>
                    <a:pt x="3114" y="5909"/>
                    <a:pt x="1858" y="5028"/>
                    <a:pt x="1372" y="3710"/>
                  </a:cubicBezTo>
                  <a:cubicBezTo>
                    <a:pt x="891" y="2387"/>
                    <a:pt x="1285" y="905"/>
                    <a:pt x="236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1"/>
            <p:cNvSpPr/>
            <p:nvPr/>
          </p:nvSpPr>
          <p:spPr>
            <a:xfrm>
              <a:off x="3152957" y="2473151"/>
              <a:ext cx="240821" cy="317667"/>
            </a:xfrm>
            <a:custGeom>
              <a:rect b="b" l="l" r="r" t="t"/>
              <a:pathLst>
                <a:path extrusionOk="0" h="12112" w="9182">
                  <a:moveTo>
                    <a:pt x="4591" y="395"/>
                  </a:moveTo>
                  <a:cubicBezTo>
                    <a:pt x="6911" y="395"/>
                    <a:pt x="8792" y="2276"/>
                    <a:pt x="8792" y="4591"/>
                  </a:cubicBezTo>
                  <a:cubicBezTo>
                    <a:pt x="8792" y="6477"/>
                    <a:pt x="7623" y="8324"/>
                    <a:pt x="6641" y="9537"/>
                  </a:cubicBezTo>
                  <a:cubicBezTo>
                    <a:pt x="6020" y="10302"/>
                    <a:pt x="5337" y="11014"/>
                    <a:pt x="4591" y="11659"/>
                  </a:cubicBezTo>
                  <a:cubicBezTo>
                    <a:pt x="3850" y="11014"/>
                    <a:pt x="3162" y="10302"/>
                    <a:pt x="2541" y="9537"/>
                  </a:cubicBezTo>
                  <a:cubicBezTo>
                    <a:pt x="1565" y="8320"/>
                    <a:pt x="395" y="6477"/>
                    <a:pt x="395" y="4591"/>
                  </a:cubicBezTo>
                  <a:cubicBezTo>
                    <a:pt x="395" y="2276"/>
                    <a:pt x="2272" y="395"/>
                    <a:pt x="4591" y="395"/>
                  </a:cubicBezTo>
                  <a:close/>
                  <a:moveTo>
                    <a:pt x="4591" y="0"/>
                  </a:moveTo>
                  <a:cubicBezTo>
                    <a:pt x="2060" y="5"/>
                    <a:pt x="6" y="2060"/>
                    <a:pt x="1" y="4591"/>
                  </a:cubicBezTo>
                  <a:cubicBezTo>
                    <a:pt x="1" y="5481"/>
                    <a:pt x="241" y="6429"/>
                    <a:pt x="708" y="7410"/>
                  </a:cubicBezTo>
                  <a:cubicBezTo>
                    <a:pt x="1127" y="8262"/>
                    <a:pt x="1642" y="9061"/>
                    <a:pt x="2243" y="9792"/>
                  </a:cubicBezTo>
                  <a:cubicBezTo>
                    <a:pt x="2912" y="10620"/>
                    <a:pt x="3653" y="11380"/>
                    <a:pt x="4466" y="12068"/>
                  </a:cubicBezTo>
                  <a:cubicBezTo>
                    <a:pt x="4502" y="12097"/>
                    <a:pt x="4547" y="12111"/>
                    <a:pt x="4591" y="12111"/>
                  </a:cubicBezTo>
                  <a:cubicBezTo>
                    <a:pt x="4636" y="12111"/>
                    <a:pt x="4680" y="12097"/>
                    <a:pt x="4716" y="12068"/>
                  </a:cubicBezTo>
                  <a:cubicBezTo>
                    <a:pt x="5530" y="11380"/>
                    <a:pt x="6271" y="10620"/>
                    <a:pt x="6939" y="9792"/>
                  </a:cubicBezTo>
                  <a:cubicBezTo>
                    <a:pt x="7541" y="9061"/>
                    <a:pt x="8061" y="8262"/>
                    <a:pt x="8479" y="7415"/>
                  </a:cubicBezTo>
                  <a:cubicBezTo>
                    <a:pt x="8946" y="6433"/>
                    <a:pt x="9182" y="5486"/>
                    <a:pt x="9182" y="4595"/>
                  </a:cubicBezTo>
                  <a:cubicBezTo>
                    <a:pt x="9182" y="2060"/>
                    <a:pt x="7127" y="5"/>
                    <a:pt x="4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1"/>
            <p:cNvSpPr/>
            <p:nvPr/>
          </p:nvSpPr>
          <p:spPr>
            <a:xfrm>
              <a:off x="3168877" y="2500532"/>
              <a:ext cx="205965" cy="186189"/>
            </a:xfrm>
            <a:custGeom>
              <a:rect b="b" l="l" r="r" t="t"/>
              <a:pathLst>
                <a:path extrusionOk="0" h="7099" w="7853">
                  <a:moveTo>
                    <a:pt x="3984" y="1"/>
                  </a:moveTo>
                  <a:cubicBezTo>
                    <a:pt x="2844" y="1"/>
                    <a:pt x="1730" y="548"/>
                    <a:pt x="1044" y="1554"/>
                  </a:cubicBezTo>
                  <a:cubicBezTo>
                    <a:pt x="0" y="3094"/>
                    <a:pt x="323" y="5178"/>
                    <a:pt x="1780" y="6333"/>
                  </a:cubicBezTo>
                  <a:cubicBezTo>
                    <a:pt x="2432" y="6847"/>
                    <a:pt x="3209" y="7099"/>
                    <a:pt x="3982" y="7099"/>
                  </a:cubicBezTo>
                  <a:cubicBezTo>
                    <a:pt x="4945" y="7099"/>
                    <a:pt x="5900" y="6708"/>
                    <a:pt x="6597" y="5948"/>
                  </a:cubicBezTo>
                  <a:cubicBezTo>
                    <a:pt x="7853" y="4571"/>
                    <a:pt x="7838" y="2464"/>
                    <a:pt x="6559" y="1112"/>
                  </a:cubicBezTo>
                  <a:cubicBezTo>
                    <a:pt x="6521" y="1072"/>
                    <a:pt x="6470" y="1052"/>
                    <a:pt x="6419" y="1052"/>
                  </a:cubicBezTo>
                  <a:cubicBezTo>
                    <a:pt x="6370" y="1052"/>
                    <a:pt x="6322" y="1070"/>
                    <a:pt x="6284" y="1107"/>
                  </a:cubicBezTo>
                  <a:cubicBezTo>
                    <a:pt x="6202" y="1179"/>
                    <a:pt x="6198" y="1304"/>
                    <a:pt x="6275" y="1381"/>
                  </a:cubicBezTo>
                  <a:cubicBezTo>
                    <a:pt x="7405" y="2579"/>
                    <a:pt x="7420" y="4451"/>
                    <a:pt x="6308" y="5664"/>
                  </a:cubicBezTo>
                  <a:cubicBezTo>
                    <a:pt x="5690" y="6338"/>
                    <a:pt x="4842" y="6683"/>
                    <a:pt x="3990" y="6683"/>
                  </a:cubicBezTo>
                  <a:cubicBezTo>
                    <a:pt x="3304" y="6683"/>
                    <a:pt x="2615" y="6460"/>
                    <a:pt x="2040" y="6005"/>
                  </a:cubicBezTo>
                  <a:cubicBezTo>
                    <a:pt x="746" y="4985"/>
                    <a:pt x="462" y="3138"/>
                    <a:pt x="1386" y="1776"/>
                  </a:cubicBezTo>
                  <a:cubicBezTo>
                    <a:pt x="1993" y="883"/>
                    <a:pt x="2980" y="397"/>
                    <a:pt x="3990" y="397"/>
                  </a:cubicBezTo>
                  <a:cubicBezTo>
                    <a:pt x="4525" y="397"/>
                    <a:pt x="5067" y="533"/>
                    <a:pt x="5563" y="818"/>
                  </a:cubicBezTo>
                  <a:cubicBezTo>
                    <a:pt x="5598" y="839"/>
                    <a:pt x="5633" y="848"/>
                    <a:pt x="5665" y="848"/>
                  </a:cubicBezTo>
                  <a:cubicBezTo>
                    <a:pt x="5840" y="848"/>
                    <a:pt x="5950" y="590"/>
                    <a:pt x="5760" y="477"/>
                  </a:cubicBezTo>
                  <a:cubicBezTo>
                    <a:pt x="5201" y="155"/>
                    <a:pt x="4589" y="1"/>
                    <a:pt x="3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1"/>
            <p:cNvSpPr/>
            <p:nvPr/>
          </p:nvSpPr>
          <p:spPr>
            <a:xfrm>
              <a:off x="3245724" y="2533553"/>
              <a:ext cx="55314" cy="120122"/>
            </a:xfrm>
            <a:custGeom>
              <a:rect b="b" l="l" r="r" t="t"/>
              <a:pathLst>
                <a:path extrusionOk="0" h="4580" w="2109">
                  <a:moveTo>
                    <a:pt x="1055" y="1"/>
                  </a:moveTo>
                  <a:cubicBezTo>
                    <a:pt x="957" y="1"/>
                    <a:pt x="859" y="67"/>
                    <a:pt x="862" y="199"/>
                  </a:cubicBezTo>
                  <a:lnTo>
                    <a:pt x="862" y="632"/>
                  </a:lnTo>
                  <a:cubicBezTo>
                    <a:pt x="366" y="685"/>
                    <a:pt x="0" y="1109"/>
                    <a:pt x="25" y="1604"/>
                  </a:cubicBezTo>
                  <a:cubicBezTo>
                    <a:pt x="49" y="2095"/>
                    <a:pt x="458" y="2485"/>
                    <a:pt x="953" y="2485"/>
                  </a:cubicBezTo>
                  <a:lnTo>
                    <a:pt x="1160" y="2485"/>
                  </a:lnTo>
                  <a:cubicBezTo>
                    <a:pt x="1458" y="2485"/>
                    <a:pt x="1694" y="2725"/>
                    <a:pt x="1694" y="3024"/>
                  </a:cubicBezTo>
                  <a:cubicBezTo>
                    <a:pt x="1694" y="3317"/>
                    <a:pt x="1458" y="3558"/>
                    <a:pt x="1160" y="3558"/>
                  </a:cubicBezTo>
                  <a:lnTo>
                    <a:pt x="847" y="3558"/>
                  </a:lnTo>
                  <a:cubicBezTo>
                    <a:pt x="607" y="3558"/>
                    <a:pt x="414" y="3365"/>
                    <a:pt x="414" y="3125"/>
                  </a:cubicBezTo>
                  <a:cubicBezTo>
                    <a:pt x="414" y="2995"/>
                    <a:pt x="316" y="2930"/>
                    <a:pt x="218" y="2930"/>
                  </a:cubicBezTo>
                  <a:cubicBezTo>
                    <a:pt x="120" y="2930"/>
                    <a:pt x="22" y="2995"/>
                    <a:pt x="25" y="3125"/>
                  </a:cubicBezTo>
                  <a:cubicBezTo>
                    <a:pt x="25" y="3582"/>
                    <a:pt x="390" y="3948"/>
                    <a:pt x="847" y="3952"/>
                  </a:cubicBezTo>
                  <a:lnTo>
                    <a:pt x="862" y="3952"/>
                  </a:lnTo>
                  <a:lnTo>
                    <a:pt x="862" y="4381"/>
                  </a:lnTo>
                  <a:cubicBezTo>
                    <a:pt x="859" y="4513"/>
                    <a:pt x="957" y="4579"/>
                    <a:pt x="1055" y="4579"/>
                  </a:cubicBezTo>
                  <a:cubicBezTo>
                    <a:pt x="1153" y="4579"/>
                    <a:pt x="1252" y="4513"/>
                    <a:pt x="1252" y="4381"/>
                  </a:cubicBezTo>
                  <a:lnTo>
                    <a:pt x="1252" y="3948"/>
                  </a:lnTo>
                  <a:cubicBezTo>
                    <a:pt x="1742" y="3895"/>
                    <a:pt x="2108" y="3471"/>
                    <a:pt x="2084" y="2976"/>
                  </a:cubicBezTo>
                  <a:cubicBezTo>
                    <a:pt x="2060" y="2485"/>
                    <a:pt x="1656" y="2095"/>
                    <a:pt x="1160" y="2095"/>
                  </a:cubicBezTo>
                  <a:lnTo>
                    <a:pt x="953" y="2095"/>
                  </a:lnTo>
                  <a:cubicBezTo>
                    <a:pt x="655" y="2095"/>
                    <a:pt x="414" y="1854"/>
                    <a:pt x="414" y="1556"/>
                  </a:cubicBezTo>
                  <a:cubicBezTo>
                    <a:pt x="414" y="1263"/>
                    <a:pt x="655" y="1022"/>
                    <a:pt x="953" y="1022"/>
                  </a:cubicBezTo>
                  <a:lnTo>
                    <a:pt x="1266" y="1022"/>
                  </a:lnTo>
                  <a:cubicBezTo>
                    <a:pt x="1502" y="1022"/>
                    <a:pt x="1694" y="1215"/>
                    <a:pt x="1694" y="1455"/>
                  </a:cubicBezTo>
                  <a:lnTo>
                    <a:pt x="1694" y="1662"/>
                  </a:lnTo>
                  <a:cubicBezTo>
                    <a:pt x="1694" y="1773"/>
                    <a:pt x="1786" y="1859"/>
                    <a:pt x="1891" y="1859"/>
                  </a:cubicBezTo>
                  <a:cubicBezTo>
                    <a:pt x="2002" y="1859"/>
                    <a:pt x="2089" y="1773"/>
                    <a:pt x="2089" y="1662"/>
                  </a:cubicBezTo>
                  <a:lnTo>
                    <a:pt x="2089" y="1455"/>
                  </a:lnTo>
                  <a:cubicBezTo>
                    <a:pt x="2089" y="998"/>
                    <a:pt x="1718" y="627"/>
                    <a:pt x="1266" y="627"/>
                  </a:cubicBezTo>
                  <a:lnTo>
                    <a:pt x="1252" y="627"/>
                  </a:lnTo>
                  <a:lnTo>
                    <a:pt x="1252" y="199"/>
                  </a:lnTo>
                  <a:cubicBezTo>
                    <a:pt x="1252" y="67"/>
                    <a:pt x="1153" y="1"/>
                    <a:pt x="1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1"/>
            <p:cNvSpPr/>
            <p:nvPr/>
          </p:nvSpPr>
          <p:spPr>
            <a:xfrm>
              <a:off x="3395535" y="2440209"/>
              <a:ext cx="53530" cy="87416"/>
            </a:xfrm>
            <a:custGeom>
              <a:rect b="b" l="l" r="r" t="t"/>
              <a:pathLst>
                <a:path extrusionOk="0" h="3333" w="2041">
                  <a:moveTo>
                    <a:pt x="284" y="0"/>
                  </a:moveTo>
                  <a:cubicBezTo>
                    <a:pt x="117" y="0"/>
                    <a:pt x="1" y="239"/>
                    <a:pt x="178" y="361"/>
                  </a:cubicBezTo>
                  <a:cubicBezTo>
                    <a:pt x="1097" y="987"/>
                    <a:pt x="1646" y="2026"/>
                    <a:pt x="1646" y="3138"/>
                  </a:cubicBezTo>
                  <a:cubicBezTo>
                    <a:pt x="1646" y="3267"/>
                    <a:pt x="1744" y="3332"/>
                    <a:pt x="1843" y="3332"/>
                  </a:cubicBezTo>
                  <a:cubicBezTo>
                    <a:pt x="1942" y="3332"/>
                    <a:pt x="2040" y="3267"/>
                    <a:pt x="2040" y="3138"/>
                  </a:cubicBezTo>
                  <a:cubicBezTo>
                    <a:pt x="2040" y="1896"/>
                    <a:pt x="1424" y="736"/>
                    <a:pt x="399" y="39"/>
                  </a:cubicBezTo>
                  <a:cubicBezTo>
                    <a:pt x="360" y="12"/>
                    <a:pt x="321"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1"/>
            <p:cNvSpPr/>
            <p:nvPr/>
          </p:nvSpPr>
          <p:spPr>
            <a:xfrm>
              <a:off x="3364613" y="2485530"/>
              <a:ext cx="29558" cy="42200"/>
            </a:xfrm>
            <a:custGeom>
              <a:rect b="b" l="l" r="r" t="t"/>
              <a:pathLst>
                <a:path extrusionOk="0" h="1609" w="1127">
                  <a:moveTo>
                    <a:pt x="286" y="0"/>
                  </a:moveTo>
                  <a:cubicBezTo>
                    <a:pt x="118" y="0"/>
                    <a:pt x="0" y="242"/>
                    <a:pt x="178" y="361"/>
                  </a:cubicBezTo>
                  <a:cubicBezTo>
                    <a:pt x="525" y="601"/>
                    <a:pt x="732" y="991"/>
                    <a:pt x="732" y="1410"/>
                  </a:cubicBezTo>
                  <a:cubicBezTo>
                    <a:pt x="732" y="1542"/>
                    <a:pt x="830" y="1608"/>
                    <a:pt x="929" y="1608"/>
                  </a:cubicBezTo>
                  <a:cubicBezTo>
                    <a:pt x="1027" y="1608"/>
                    <a:pt x="1126" y="1542"/>
                    <a:pt x="1126" y="1410"/>
                  </a:cubicBezTo>
                  <a:cubicBezTo>
                    <a:pt x="1126" y="861"/>
                    <a:pt x="852" y="346"/>
                    <a:pt x="400" y="38"/>
                  </a:cubicBezTo>
                  <a:cubicBezTo>
                    <a:pt x="361" y="12"/>
                    <a:pt x="32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1"/>
            <p:cNvSpPr/>
            <p:nvPr/>
          </p:nvSpPr>
          <p:spPr>
            <a:xfrm>
              <a:off x="3380114" y="2462843"/>
              <a:ext cx="41439" cy="64782"/>
            </a:xfrm>
            <a:custGeom>
              <a:rect b="b" l="l" r="r" t="t"/>
              <a:pathLst>
                <a:path extrusionOk="0" h="2470" w="1580">
                  <a:moveTo>
                    <a:pt x="288" y="1"/>
                  </a:moveTo>
                  <a:cubicBezTo>
                    <a:pt x="120" y="1"/>
                    <a:pt x="1" y="241"/>
                    <a:pt x="179" y="364"/>
                  </a:cubicBezTo>
                  <a:cubicBezTo>
                    <a:pt x="809" y="793"/>
                    <a:pt x="1189" y="1509"/>
                    <a:pt x="1189" y="2275"/>
                  </a:cubicBezTo>
                  <a:cubicBezTo>
                    <a:pt x="1189" y="2404"/>
                    <a:pt x="1287" y="2469"/>
                    <a:pt x="1384" y="2469"/>
                  </a:cubicBezTo>
                  <a:cubicBezTo>
                    <a:pt x="1482" y="2469"/>
                    <a:pt x="1579" y="2404"/>
                    <a:pt x="1579" y="2275"/>
                  </a:cubicBezTo>
                  <a:cubicBezTo>
                    <a:pt x="1579" y="1380"/>
                    <a:pt x="1137" y="542"/>
                    <a:pt x="400" y="37"/>
                  </a:cubicBezTo>
                  <a:cubicBezTo>
                    <a:pt x="362" y="12"/>
                    <a:pt x="324"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1"/>
            <p:cNvSpPr/>
            <p:nvPr/>
          </p:nvSpPr>
          <p:spPr>
            <a:xfrm>
              <a:off x="3097827" y="2440209"/>
              <a:ext cx="53504" cy="87416"/>
            </a:xfrm>
            <a:custGeom>
              <a:rect b="b" l="l" r="r" t="t"/>
              <a:pathLst>
                <a:path extrusionOk="0" h="3333" w="2040">
                  <a:moveTo>
                    <a:pt x="1756" y="0"/>
                  </a:moveTo>
                  <a:cubicBezTo>
                    <a:pt x="1719" y="0"/>
                    <a:pt x="1680" y="12"/>
                    <a:pt x="1641" y="39"/>
                  </a:cubicBezTo>
                  <a:cubicBezTo>
                    <a:pt x="616" y="736"/>
                    <a:pt x="0" y="1896"/>
                    <a:pt x="0" y="3138"/>
                  </a:cubicBezTo>
                  <a:cubicBezTo>
                    <a:pt x="0" y="3267"/>
                    <a:pt x="99" y="3332"/>
                    <a:pt x="197" y="3332"/>
                  </a:cubicBezTo>
                  <a:cubicBezTo>
                    <a:pt x="296" y="3332"/>
                    <a:pt x="395" y="3267"/>
                    <a:pt x="395" y="3138"/>
                  </a:cubicBezTo>
                  <a:cubicBezTo>
                    <a:pt x="395" y="2026"/>
                    <a:pt x="943" y="987"/>
                    <a:pt x="1862" y="361"/>
                  </a:cubicBezTo>
                  <a:cubicBezTo>
                    <a:pt x="2040" y="239"/>
                    <a:pt x="1923" y="0"/>
                    <a:pt x="1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1"/>
            <p:cNvSpPr/>
            <p:nvPr/>
          </p:nvSpPr>
          <p:spPr>
            <a:xfrm>
              <a:off x="3152590" y="2485530"/>
              <a:ext cx="29585" cy="42148"/>
            </a:xfrm>
            <a:custGeom>
              <a:rect b="b" l="l" r="r" t="t"/>
              <a:pathLst>
                <a:path extrusionOk="0" h="1607" w="1128">
                  <a:moveTo>
                    <a:pt x="844" y="0"/>
                  </a:moveTo>
                  <a:cubicBezTo>
                    <a:pt x="808" y="0"/>
                    <a:pt x="770" y="12"/>
                    <a:pt x="732" y="38"/>
                  </a:cubicBezTo>
                  <a:cubicBezTo>
                    <a:pt x="275" y="346"/>
                    <a:pt x="5" y="861"/>
                    <a:pt x="5" y="1410"/>
                  </a:cubicBezTo>
                  <a:cubicBezTo>
                    <a:pt x="0" y="1515"/>
                    <a:pt x="92" y="1607"/>
                    <a:pt x="203" y="1607"/>
                  </a:cubicBezTo>
                  <a:cubicBezTo>
                    <a:pt x="308" y="1607"/>
                    <a:pt x="395" y="1520"/>
                    <a:pt x="395" y="1410"/>
                  </a:cubicBezTo>
                  <a:cubicBezTo>
                    <a:pt x="395" y="991"/>
                    <a:pt x="602" y="596"/>
                    <a:pt x="953" y="361"/>
                  </a:cubicBezTo>
                  <a:cubicBezTo>
                    <a:pt x="1127" y="242"/>
                    <a:pt x="1009" y="0"/>
                    <a:pt x="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1"/>
            <p:cNvSpPr/>
            <p:nvPr/>
          </p:nvSpPr>
          <p:spPr>
            <a:xfrm>
              <a:off x="3125261" y="2462843"/>
              <a:ext cx="41518" cy="64782"/>
            </a:xfrm>
            <a:custGeom>
              <a:rect b="b" l="l" r="r" t="t"/>
              <a:pathLst>
                <a:path extrusionOk="0" h="2470" w="1583">
                  <a:moveTo>
                    <a:pt x="1297" y="1"/>
                  </a:moveTo>
                  <a:cubicBezTo>
                    <a:pt x="1262" y="1"/>
                    <a:pt x="1224" y="12"/>
                    <a:pt x="1187" y="37"/>
                  </a:cubicBezTo>
                  <a:cubicBezTo>
                    <a:pt x="446" y="542"/>
                    <a:pt x="3" y="1380"/>
                    <a:pt x="3" y="2275"/>
                  </a:cubicBezTo>
                  <a:cubicBezTo>
                    <a:pt x="1" y="2404"/>
                    <a:pt x="98" y="2469"/>
                    <a:pt x="196" y="2469"/>
                  </a:cubicBezTo>
                  <a:cubicBezTo>
                    <a:pt x="294" y="2469"/>
                    <a:pt x="393" y="2404"/>
                    <a:pt x="393" y="2275"/>
                  </a:cubicBezTo>
                  <a:cubicBezTo>
                    <a:pt x="393" y="1509"/>
                    <a:pt x="773" y="793"/>
                    <a:pt x="1408" y="364"/>
                  </a:cubicBezTo>
                  <a:cubicBezTo>
                    <a:pt x="1583" y="241"/>
                    <a:pt x="1463" y="1"/>
                    <a:pt x="1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3" name="Google Shape;10583;p81"/>
          <p:cNvGrpSpPr/>
          <p:nvPr/>
        </p:nvGrpSpPr>
        <p:grpSpPr>
          <a:xfrm>
            <a:off x="3975965" y="1584913"/>
            <a:ext cx="362711" cy="237959"/>
            <a:chOff x="4034726" y="1584852"/>
            <a:chExt cx="304160" cy="199513"/>
          </a:xfrm>
        </p:grpSpPr>
        <p:sp>
          <p:nvSpPr>
            <p:cNvPr id="10584" name="Google Shape;10584;p81"/>
            <p:cNvSpPr/>
            <p:nvPr/>
          </p:nvSpPr>
          <p:spPr>
            <a:xfrm>
              <a:off x="4112962" y="1591120"/>
              <a:ext cx="109447" cy="80676"/>
            </a:xfrm>
            <a:custGeom>
              <a:rect b="b" l="l" r="r" t="t"/>
              <a:pathLst>
                <a:path extrusionOk="0" h="3076" w="4173">
                  <a:moveTo>
                    <a:pt x="413" y="1"/>
                  </a:moveTo>
                  <a:cubicBezTo>
                    <a:pt x="407" y="1"/>
                    <a:pt x="401" y="1"/>
                    <a:pt x="395" y="1"/>
                  </a:cubicBezTo>
                  <a:lnTo>
                    <a:pt x="145" y="1"/>
                  </a:lnTo>
                  <a:cubicBezTo>
                    <a:pt x="49" y="1"/>
                    <a:pt x="1" y="107"/>
                    <a:pt x="54" y="179"/>
                  </a:cubicBezTo>
                  <a:lnTo>
                    <a:pt x="2315" y="3076"/>
                  </a:lnTo>
                  <a:lnTo>
                    <a:pt x="4173" y="3076"/>
                  </a:lnTo>
                  <a:lnTo>
                    <a:pt x="1329" y="372"/>
                  </a:lnTo>
                  <a:cubicBezTo>
                    <a:pt x="1083" y="135"/>
                    <a:pt x="753" y="1"/>
                    <a:pt x="413" y="1"/>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1"/>
            <p:cNvSpPr/>
            <p:nvPr/>
          </p:nvSpPr>
          <p:spPr>
            <a:xfrm>
              <a:off x="4114353" y="1591120"/>
              <a:ext cx="108057" cy="80676"/>
            </a:xfrm>
            <a:custGeom>
              <a:rect b="b" l="l" r="r" t="t"/>
              <a:pathLst>
                <a:path extrusionOk="0" h="3076" w="4120">
                  <a:moveTo>
                    <a:pt x="92" y="1"/>
                  </a:moveTo>
                  <a:cubicBezTo>
                    <a:pt x="58" y="1"/>
                    <a:pt x="25" y="15"/>
                    <a:pt x="1" y="44"/>
                  </a:cubicBezTo>
                  <a:cubicBezTo>
                    <a:pt x="227" y="97"/>
                    <a:pt x="429" y="213"/>
                    <a:pt x="597" y="372"/>
                  </a:cubicBezTo>
                  <a:lnTo>
                    <a:pt x="3441" y="3076"/>
                  </a:lnTo>
                  <a:lnTo>
                    <a:pt x="4120" y="3076"/>
                  </a:lnTo>
                  <a:lnTo>
                    <a:pt x="1281" y="372"/>
                  </a:lnTo>
                  <a:cubicBezTo>
                    <a:pt x="1026" y="131"/>
                    <a:pt x="694" y="1"/>
                    <a:pt x="34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1"/>
            <p:cNvSpPr/>
            <p:nvPr/>
          </p:nvSpPr>
          <p:spPr>
            <a:xfrm>
              <a:off x="4039263" y="1619892"/>
              <a:ext cx="295217" cy="84977"/>
            </a:xfrm>
            <a:custGeom>
              <a:rect b="b" l="l" r="r" t="t"/>
              <a:pathLst>
                <a:path extrusionOk="0" h="3240" w="11256">
                  <a:moveTo>
                    <a:pt x="624" y="1"/>
                  </a:moveTo>
                  <a:cubicBezTo>
                    <a:pt x="620" y="1"/>
                    <a:pt x="616" y="1"/>
                    <a:pt x="612" y="1"/>
                  </a:cubicBezTo>
                  <a:lnTo>
                    <a:pt x="116" y="1"/>
                  </a:lnTo>
                  <a:cubicBezTo>
                    <a:pt x="54" y="1"/>
                    <a:pt x="1" y="49"/>
                    <a:pt x="1" y="112"/>
                  </a:cubicBezTo>
                  <a:lnTo>
                    <a:pt x="1" y="2773"/>
                  </a:lnTo>
                  <a:cubicBezTo>
                    <a:pt x="1" y="3028"/>
                    <a:pt x="208" y="3235"/>
                    <a:pt x="467" y="3239"/>
                  </a:cubicBezTo>
                  <a:lnTo>
                    <a:pt x="11164" y="3239"/>
                  </a:lnTo>
                  <a:cubicBezTo>
                    <a:pt x="11212" y="3239"/>
                    <a:pt x="11255" y="3196"/>
                    <a:pt x="11255" y="3148"/>
                  </a:cubicBezTo>
                  <a:lnTo>
                    <a:pt x="11255" y="3143"/>
                  </a:lnTo>
                  <a:cubicBezTo>
                    <a:pt x="11255" y="3023"/>
                    <a:pt x="11212" y="2907"/>
                    <a:pt x="11125" y="2821"/>
                  </a:cubicBezTo>
                  <a:lnTo>
                    <a:pt x="10866" y="2556"/>
                  </a:lnTo>
                  <a:lnTo>
                    <a:pt x="10471" y="2162"/>
                  </a:lnTo>
                  <a:cubicBezTo>
                    <a:pt x="10216" y="1907"/>
                    <a:pt x="9874" y="1767"/>
                    <a:pt x="9514" y="1767"/>
                  </a:cubicBezTo>
                  <a:lnTo>
                    <a:pt x="2156" y="1767"/>
                  </a:lnTo>
                  <a:cubicBezTo>
                    <a:pt x="1993" y="1767"/>
                    <a:pt x="1844" y="1680"/>
                    <a:pt x="1762" y="1536"/>
                  </a:cubicBezTo>
                  <a:lnTo>
                    <a:pt x="1002" y="222"/>
                  </a:lnTo>
                  <a:cubicBezTo>
                    <a:pt x="922" y="87"/>
                    <a:pt x="778" y="1"/>
                    <a:pt x="62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1"/>
            <p:cNvSpPr/>
            <p:nvPr/>
          </p:nvSpPr>
          <p:spPr>
            <a:xfrm>
              <a:off x="4112962" y="1685539"/>
              <a:ext cx="122325" cy="94419"/>
            </a:xfrm>
            <a:custGeom>
              <a:rect b="b" l="l" r="r" t="t"/>
              <a:pathLst>
                <a:path extrusionOk="0" h="3600" w="4664">
                  <a:moveTo>
                    <a:pt x="2772" y="0"/>
                  </a:moveTo>
                  <a:cubicBezTo>
                    <a:pt x="2739" y="0"/>
                    <a:pt x="2705" y="15"/>
                    <a:pt x="2686" y="43"/>
                  </a:cubicBezTo>
                  <a:lnTo>
                    <a:pt x="54" y="3416"/>
                  </a:lnTo>
                  <a:cubicBezTo>
                    <a:pt x="1" y="3493"/>
                    <a:pt x="49" y="3595"/>
                    <a:pt x="145" y="3599"/>
                  </a:cubicBezTo>
                  <a:lnTo>
                    <a:pt x="395" y="3599"/>
                  </a:lnTo>
                  <a:cubicBezTo>
                    <a:pt x="742" y="3599"/>
                    <a:pt x="1079" y="3465"/>
                    <a:pt x="1329" y="3229"/>
                  </a:cubicBezTo>
                  <a:lnTo>
                    <a:pt x="4615" y="120"/>
                  </a:lnTo>
                  <a:cubicBezTo>
                    <a:pt x="4663" y="77"/>
                    <a:pt x="4630" y="0"/>
                    <a:pt x="4572" y="0"/>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1"/>
            <p:cNvSpPr/>
            <p:nvPr/>
          </p:nvSpPr>
          <p:spPr>
            <a:xfrm>
              <a:off x="4286877" y="1666209"/>
              <a:ext cx="37374" cy="20746"/>
            </a:xfrm>
            <a:custGeom>
              <a:rect b="b" l="l" r="r" t="t"/>
              <a:pathLst>
                <a:path extrusionOk="0" h="791" w="1425">
                  <a:moveTo>
                    <a:pt x="0" y="1"/>
                  </a:moveTo>
                  <a:lnTo>
                    <a:pt x="0" y="453"/>
                  </a:lnTo>
                  <a:cubicBezTo>
                    <a:pt x="0" y="641"/>
                    <a:pt x="154" y="790"/>
                    <a:pt x="342" y="790"/>
                  </a:cubicBezTo>
                  <a:lnTo>
                    <a:pt x="1425" y="790"/>
                  </a:lnTo>
                  <a:lnTo>
                    <a:pt x="1030" y="396"/>
                  </a:lnTo>
                  <a:cubicBezTo>
                    <a:pt x="775" y="141"/>
                    <a:pt x="433" y="1"/>
                    <a:pt x="73"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1"/>
            <p:cNvSpPr/>
            <p:nvPr/>
          </p:nvSpPr>
          <p:spPr>
            <a:xfrm>
              <a:off x="4213807" y="1589310"/>
              <a:ext cx="118889" cy="44744"/>
            </a:xfrm>
            <a:custGeom>
              <a:rect b="b" l="l" r="r" t="t"/>
              <a:pathLst>
                <a:path extrusionOk="0" h="1706" w="4533">
                  <a:moveTo>
                    <a:pt x="2232" y="0"/>
                  </a:moveTo>
                  <a:cubicBezTo>
                    <a:pt x="2208" y="0"/>
                    <a:pt x="2185" y="1"/>
                    <a:pt x="2161" y="3"/>
                  </a:cubicBezTo>
                  <a:cubicBezTo>
                    <a:pt x="1622" y="36"/>
                    <a:pt x="1184" y="450"/>
                    <a:pt x="1117" y="984"/>
                  </a:cubicBezTo>
                  <a:cubicBezTo>
                    <a:pt x="1008" y="934"/>
                    <a:pt x="896" y="911"/>
                    <a:pt x="788" y="911"/>
                  </a:cubicBezTo>
                  <a:cubicBezTo>
                    <a:pt x="372" y="911"/>
                    <a:pt x="0" y="1248"/>
                    <a:pt x="0" y="1706"/>
                  </a:cubicBezTo>
                  <a:lnTo>
                    <a:pt x="4533" y="1706"/>
                  </a:lnTo>
                  <a:cubicBezTo>
                    <a:pt x="4533" y="1181"/>
                    <a:pt x="4106" y="790"/>
                    <a:pt x="3619" y="790"/>
                  </a:cubicBezTo>
                  <a:cubicBezTo>
                    <a:pt x="3521" y="790"/>
                    <a:pt x="3421" y="806"/>
                    <a:pt x="3320" y="840"/>
                  </a:cubicBezTo>
                  <a:cubicBezTo>
                    <a:pt x="3192" y="343"/>
                    <a:pt x="2742" y="0"/>
                    <a:pt x="2232"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1"/>
            <p:cNvSpPr/>
            <p:nvPr/>
          </p:nvSpPr>
          <p:spPr>
            <a:xfrm>
              <a:off x="4263403" y="1589258"/>
              <a:ext cx="69424" cy="44797"/>
            </a:xfrm>
            <a:custGeom>
              <a:rect b="b" l="l" r="r" t="t"/>
              <a:pathLst>
                <a:path extrusionOk="0" h="1708" w="2647">
                  <a:moveTo>
                    <a:pt x="339" y="1"/>
                  </a:moveTo>
                  <a:cubicBezTo>
                    <a:pt x="227" y="1"/>
                    <a:pt x="113" y="18"/>
                    <a:pt x="0" y="53"/>
                  </a:cubicBezTo>
                  <a:cubicBezTo>
                    <a:pt x="371" y="173"/>
                    <a:pt x="655" y="471"/>
                    <a:pt x="751" y="842"/>
                  </a:cubicBezTo>
                  <a:cubicBezTo>
                    <a:pt x="850" y="808"/>
                    <a:pt x="950" y="792"/>
                    <a:pt x="1048" y="792"/>
                  </a:cubicBezTo>
                  <a:cubicBezTo>
                    <a:pt x="1534" y="792"/>
                    <a:pt x="1964" y="1183"/>
                    <a:pt x="1964" y="1708"/>
                  </a:cubicBezTo>
                  <a:lnTo>
                    <a:pt x="2647" y="1708"/>
                  </a:lnTo>
                  <a:cubicBezTo>
                    <a:pt x="2643" y="1183"/>
                    <a:pt x="2216" y="792"/>
                    <a:pt x="1728" y="792"/>
                  </a:cubicBezTo>
                  <a:cubicBezTo>
                    <a:pt x="1630" y="792"/>
                    <a:pt x="1530" y="808"/>
                    <a:pt x="1429" y="842"/>
                  </a:cubicBezTo>
                  <a:cubicBezTo>
                    <a:pt x="1300" y="335"/>
                    <a:pt x="839" y="1"/>
                    <a:pt x="339"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1"/>
            <p:cNvSpPr/>
            <p:nvPr/>
          </p:nvSpPr>
          <p:spPr>
            <a:xfrm>
              <a:off x="4114353" y="1685513"/>
              <a:ext cx="120909" cy="94445"/>
            </a:xfrm>
            <a:custGeom>
              <a:rect b="b" l="l" r="r" t="t"/>
              <a:pathLst>
                <a:path extrusionOk="0" h="3601" w="4610">
                  <a:moveTo>
                    <a:pt x="4520" y="1"/>
                  </a:moveTo>
                  <a:cubicBezTo>
                    <a:pt x="4518" y="1"/>
                    <a:pt x="4516" y="1"/>
                    <a:pt x="4514" y="1"/>
                  </a:cubicBezTo>
                  <a:lnTo>
                    <a:pt x="3836" y="1"/>
                  </a:lnTo>
                  <a:cubicBezTo>
                    <a:pt x="3898" y="1"/>
                    <a:pt x="3927" y="73"/>
                    <a:pt x="3884" y="117"/>
                  </a:cubicBezTo>
                  <a:lnTo>
                    <a:pt x="597" y="3230"/>
                  </a:lnTo>
                  <a:cubicBezTo>
                    <a:pt x="429" y="3384"/>
                    <a:pt x="222" y="3499"/>
                    <a:pt x="1" y="3557"/>
                  </a:cubicBezTo>
                  <a:cubicBezTo>
                    <a:pt x="20" y="3586"/>
                    <a:pt x="54" y="3600"/>
                    <a:pt x="92" y="3600"/>
                  </a:cubicBezTo>
                  <a:lnTo>
                    <a:pt x="342" y="3600"/>
                  </a:lnTo>
                  <a:cubicBezTo>
                    <a:pt x="689" y="3600"/>
                    <a:pt x="1026" y="3466"/>
                    <a:pt x="1276" y="3230"/>
                  </a:cubicBezTo>
                  <a:lnTo>
                    <a:pt x="4567" y="117"/>
                  </a:lnTo>
                  <a:cubicBezTo>
                    <a:pt x="4609" y="75"/>
                    <a:pt x="4579" y="1"/>
                    <a:pt x="45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1"/>
            <p:cNvSpPr/>
            <p:nvPr/>
          </p:nvSpPr>
          <p:spPr>
            <a:xfrm>
              <a:off x="4270983" y="1666209"/>
              <a:ext cx="15920" cy="3829"/>
            </a:xfrm>
            <a:custGeom>
              <a:rect b="b" l="l" r="r" t="t"/>
              <a:pathLst>
                <a:path extrusionOk="0" h="146" w="607">
                  <a:moveTo>
                    <a:pt x="0" y="1"/>
                  </a:moveTo>
                  <a:cubicBezTo>
                    <a:pt x="212" y="1"/>
                    <a:pt x="419" y="49"/>
                    <a:pt x="606" y="145"/>
                  </a:cubicBezTo>
                  <a:lnTo>
                    <a:pt x="606"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1"/>
            <p:cNvSpPr/>
            <p:nvPr/>
          </p:nvSpPr>
          <p:spPr>
            <a:xfrm>
              <a:off x="4306443" y="1686929"/>
              <a:ext cx="28037" cy="17940"/>
            </a:xfrm>
            <a:custGeom>
              <a:rect b="b" l="l" r="r" t="t"/>
              <a:pathLst>
                <a:path extrusionOk="0" h="684" w="1069">
                  <a:moveTo>
                    <a:pt x="0" y="0"/>
                  </a:moveTo>
                  <a:lnTo>
                    <a:pt x="260" y="265"/>
                  </a:lnTo>
                  <a:cubicBezTo>
                    <a:pt x="347" y="351"/>
                    <a:pt x="390" y="467"/>
                    <a:pt x="390" y="587"/>
                  </a:cubicBezTo>
                  <a:lnTo>
                    <a:pt x="390" y="592"/>
                  </a:lnTo>
                  <a:cubicBezTo>
                    <a:pt x="390" y="640"/>
                    <a:pt x="347" y="683"/>
                    <a:pt x="298" y="683"/>
                  </a:cubicBezTo>
                  <a:lnTo>
                    <a:pt x="977" y="683"/>
                  </a:lnTo>
                  <a:cubicBezTo>
                    <a:pt x="1025" y="683"/>
                    <a:pt x="1068" y="640"/>
                    <a:pt x="1068" y="592"/>
                  </a:cubicBezTo>
                  <a:lnTo>
                    <a:pt x="1068" y="587"/>
                  </a:lnTo>
                  <a:cubicBezTo>
                    <a:pt x="1068" y="467"/>
                    <a:pt x="1025" y="351"/>
                    <a:pt x="938" y="265"/>
                  </a:cubicBezTo>
                  <a:lnTo>
                    <a:pt x="679"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1"/>
            <p:cNvSpPr/>
            <p:nvPr/>
          </p:nvSpPr>
          <p:spPr>
            <a:xfrm>
              <a:off x="4286877" y="1666209"/>
              <a:ext cx="37374" cy="20746"/>
            </a:xfrm>
            <a:custGeom>
              <a:rect b="b" l="l" r="r" t="t"/>
              <a:pathLst>
                <a:path extrusionOk="0" h="791" w="1425">
                  <a:moveTo>
                    <a:pt x="0" y="1"/>
                  </a:moveTo>
                  <a:lnTo>
                    <a:pt x="0" y="145"/>
                  </a:lnTo>
                  <a:cubicBezTo>
                    <a:pt x="130" y="208"/>
                    <a:pt x="251" y="294"/>
                    <a:pt x="352" y="396"/>
                  </a:cubicBezTo>
                  <a:lnTo>
                    <a:pt x="746" y="790"/>
                  </a:lnTo>
                  <a:lnTo>
                    <a:pt x="1425" y="790"/>
                  </a:lnTo>
                  <a:lnTo>
                    <a:pt x="1030" y="396"/>
                  </a:lnTo>
                  <a:cubicBezTo>
                    <a:pt x="780" y="141"/>
                    <a:pt x="433" y="1"/>
                    <a:pt x="73"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1"/>
            <p:cNvSpPr/>
            <p:nvPr/>
          </p:nvSpPr>
          <p:spPr>
            <a:xfrm>
              <a:off x="4034726" y="1586583"/>
              <a:ext cx="304160" cy="197782"/>
            </a:xfrm>
            <a:custGeom>
              <a:rect b="b" l="l" r="r" t="t"/>
              <a:pathLst>
                <a:path extrusionOk="0" h="7541" w="11597">
                  <a:moveTo>
                    <a:pt x="3378" y="342"/>
                  </a:moveTo>
                  <a:cubicBezTo>
                    <a:pt x="3681" y="342"/>
                    <a:pt x="3975" y="458"/>
                    <a:pt x="4196" y="665"/>
                  </a:cubicBezTo>
                  <a:lnTo>
                    <a:pt x="6516" y="2864"/>
                  </a:lnTo>
                  <a:lnTo>
                    <a:pt x="5207" y="2864"/>
                  </a:lnTo>
                  <a:lnTo>
                    <a:pt x="3239" y="342"/>
                  </a:lnTo>
                  <a:close/>
                  <a:moveTo>
                    <a:pt x="9783" y="3210"/>
                  </a:moveTo>
                  <a:cubicBezTo>
                    <a:pt x="10062" y="3234"/>
                    <a:pt x="10322" y="3355"/>
                    <a:pt x="10524" y="3552"/>
                  </a:cubicBezTo>
                  <a:lnTo>
                    <a:pt x="10625" y="3658"/>
                  </a:lnTo>
                  <a:lnTo>
                    <a:pt x="9951" y="3658"/>
                  </a:lnTo>
                  <a:cubicBezTo>
                    <a:pt x="9860" y="3658"/>
                    <a:pt x="9783" y="3581"/>
                    <a:pt x="9783" y="3489"/>
                  </a:cubicBezTo>
                  <a:lnTo>
                    <a:pt x="9783" y="3210"/>
                  </a:lnTo>
                  <a:close/>
                  <a:moveTo>
                    <a:pt x="7295" y="3942"/>
                  </a:moveTo>
                  <a:lnTo>
                    <a:pt x="4196" y="6877"/>
                  </a:lnTo>
                  <a:cubicBezTo>
                    <a:pt x="3975" y="7084"/>
                    <a:pt x="3681" y="7204"/>
                    <a:pt x="3378" y="7204"/>
                  </a:cubicBezTo>
                  <a:lnTo>
                    <a:pt x="3239" y="7204"/>
                  </a:lnTo>
                  <a:lnTo>
                    <a:pt x="5779" y="3942"/>
                  </a:lnTo>
                  <a:close/>
                  <a:moveTo>
                    <a:pt x="3123" y="1"/>
                  </a:moveTo>
                  <a:cubicBezTo>
                    <a:pt x="2888" y="1"/>
                    <a:pt x="2753" y="270"/>
                    <a:pt x="2897" y="458"/>
                  </a:cubicBezTo>
                  <a:lnTo>
                    <a:pt x="4774" y="2864"/>
                  </a:lnTo>
                  <a:lnTo>
                    <a:pt x="2325" y="2864"/>
                  </a:lnTo>
                  <a:cubicBezTo>
                    <a:pt x="2224" y="2859"/>
                    <a:pt x="2127" y="2806"/>
                    <a:pt x="2079" y="2719"/>
                  </a:cubicBezTo>
                  <a:lnTo>
                    <a:pt x="1319" y="1401"/>
                  </a:lnTo>
                  <a:cubicBezTo>
                    <a:pt x="1208" y="1209"/>
                    <a:pt x="1001" y="1093"/>
                    <a:pt x="780" y="1093"/>
                  </a:cubicBezTo>
                  <a:lnTo>
                    <a:pt x="284" y="1093"/>
                  </a:lnTo>
                  <a:cubicBezTo>
                    <a:pt x="126" y="1093"/>
                    <a:pt x="0" y="1223"/>
                    <a:pt x="0" y="1377"/>
                  </a:cubicBezTo>
                  <a:lnTo>
                    <a:pt x="0" y="4047"/>
                  </a:lnTo>
                  <a:cubicBezTo>
                    <a:pt x="0" y="4394"/>
                    <a:pt x="284" y="4678"/>
                    <a:pt x="631" y="4678"/>
                  </a:cubicBezTo>
                  <a:lnTo>
                    <a:pt x="2098" y="4678"/>
                  </a:lnTo>
                  <a:cubicBezTo>
                    <a:pt x="2325" y="4678"/>
                    <a:pt x="2325" y="4341"/>
                    <a:pt x="2098" y="4341"/>
                  </a:cubicBezTo>
                  <a:lnTo>
                    <a:pt x="636" y="4341"/>
                  </a:lnTo>
                  <a:cubicBezTo>
                    <a:pt x="472" y="4341"/>
                    <a:pt x="342" y="4206"/>
                    <a:pt x="342" y="4043"/>
                  </a:cubicBezTo>
                  <a:lnTo>
                    <a:pt x="342" y="1439"/>
                  </a:lnTo>
                  <a:lnTo>
                    <a:pt x="780" y="1439"/>
                  </a:lnTo>
                  <a:cubicBezTo>
                    <a:pt x="784" y="1439"/>
                    <a:pt x="788" y="1439"/>
                    <a:pt x="793" y="1439"/>
                  </a:cubicBezTo>
                  <a:cubicBezTo>
                    <a:pt x="889" y="1439"/>
                    <a:pt x="979" y="1491"/>
                    <a:pt x="1025" y="1574"/>
                  </a:cubicBezTo>
                  <a:lnTo>
                    <a:pt x="1786" y="2893"/>
                  </a:lnTo>
                  <a:cubicBezTo>
                    <a:pt x="1896" y="3085"/>
                    <a:pt x="2103" y="3205"/>
                    <a:pt x="2325" y="3205"/>
                  </a:cubicBezTo>
                  <a:lnTo>
                    <a:pt x="9446" y="3205"/>
                  </a:lnTo>
                  <a:lnTo>
                    <a:pt x="9446" y="3489"/>
                  </a:lnTo>
                  <a:cubicBezTo>
                    <a:pt x="9446" y="3768"/>
                    <a:pt x="9672" y="3999"/>
                    <a:pt x="9956" y="3999"/>
                  </a:cubicBezTo>
                  <a:lnTo>
                    <a:pt x="10966" y="3999"/>
                  </a:lnTo>
                  <a:lnTo>
                    <a:pt x="11178" y="4211"/>
                  </a:lnTo>
                  <a:cubicBezTo>
                    <a:pt x="11212" y="4245"/>
                    <a:pt x="11236" y="4288"/>
                    <a:pt x="11250" y="4336"/>
                  </a:cubicBezTo>
                  <a:lnTo>
                    <a:pt x="7372" y="4336"/>
                  </a:lnTo>
                  <a:lnTo>
                    <a:pt x="7844" y="3893"/>
                  </a:lnTo>
                  <a:cubicBezTo>
                    <a:pt x="7954" y="3788"/>
                    <a:pt x="7877" y="3600"/>
                    <a:pt x="7723" y="3600"/>
                  </a:cubicBezTo>
                  <a:lnTo>
                    <a:pt x="5755" y="3600"/>
                  </a:lnTo>
                  <a:cubicBezTo>
                    <a:pt x="5669" y="3600"/>
                    <a:pt x="5587" y="3643"/>
                    <a:pt x="5534" y="3711"/>
                  </a:cubicBezTo>
                  <a:lnTo>
                    <a:pt x="5043" y="4336"/>
                  </a:lnTo>
                  <a:lnTo>
                    <a:pt x="2888" y="4336"/>
                  </a:lnTo>
                  <a:cubicBezTo>
                    <a:pt x="2661" y="4336"/>
                    <a:pt x="2661" y="4678"/>
                    <a:pt x="2888" y="4678"/>
                  </a:cubicBezTo>
                  <a:lnTo>
                    <a:pt x="4779" y="4678"/>
                  </a:lnTo>
                  <a:lnTo>
                    <a:pt x="2902" y="7084"/>
                  </a:lnTo>
                  <a:cubicBezTo>
                    <a:pt x="2753" y="7266"/>
                    <a:pt x="2888" y="7541"/>
                    <a:pt x="3123" y="7541"/>
                  </a:cubicBezTo>
                  <a:lnTo>
                    <a:pt x="3378" y="7541"/>
                  </a:lnTo>
                  <a:cubicBezTo>
                    <a:pt x="3768" y="7541"/>
                    <a:pt x="4143" y="7392"/>
                    <a:pt x="4427" y="7117"/>
                  </a:cubicBezTo>
                  <a:lnTo>
                    <a:pt x="7016" y="4673"/>
                  </a:lnTo>
                  <a:lnTo>
                    <a:pt x="11337" y="4673"/>
                  </a:lnTo>
                  <a:cubicBezTo>
                    <a:pt x="11481" y="4673"/>
                    <a:pt x="11597" y="4557"/>
                    <a:pt x="11597" y="4413"/>
                  </a:cubicBezTo>
                  <a:lnTo>
                    <a:pt x="11597" y="4408"/>
                  </a:lnTo>
                  <a:cubicBezTo>
                    <a:pt x="11597" y="4245"/>
                    <a:pt x="11534" y="4086"/>
                    <a:pt x="11419" y="3970"/>
                  </a:cubicBezTo>
                  <a:lnTo>
                    <a:pt x="10764" y="3311"/>
                  </a:lnTo>
                  <a:cubicBezTo>
                    <a:pt x="10476" y="3027"/>
                    <a:pt x="10091" y="2864"/>
                    <a:pt x="9687" y="2864"/>
                  </a:cubicBezTo>
                  <a:lnTo>
                    <a:pt x="7011" y="2864"/>
                  </a:lnTo>
                  <a:lnTo>
                    <a:pt x="4427" y="419"/>
                  </a:lnTo>
                  <a:cubicBezTo>
                    <a:pt x="4143" y="150"/>
                    <a:pt x="3768" y="1"/>
                    <a:pt x="3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1"/>
            <p:cNvSpPr/>
            <p:nvPr/>
          </p:nvSpPr>
          <p:spPr>
            <a:xfrm>
              <a:off x="4209270" y="1584852"/>
              <a:ext cx="127990" cy="53635"/>
            </a:xfrm>
            <a:custGeom>
              <a:rect b="b" l="l" r="r" t="t"/>
              <a:pathLst>
                <a:path extrusionOk="0" h="2045" w="4880">
                  <a:moveTo>
                    <a:pt x="2408" y="1"/>
                  </a:moveTo>
                  <a:cubicBezTo>
                    <a:pt x="1875" y="1"/>
                    <a:pt x="1343" y="317"/>
                    <a:pt x="1165" y="933"/>
                  </a:cubicBezTo>
                  <a:cubicBezTo>
                    <a:pt x="1097" y="919"/>
                    <a:pt x="1030" y="912"/>
                    <a:pt x="965" y="912"/>
                  </a:cubicBezTo>
                  <a:cubicBezTo>
                    <a:pt x="444" y="912"/>
                    <a:pt x="0" y="1333"/>
                    <a:pt x="0" y="1876"/>
                  </a:cubicBezTo>
                  <a:cubicBezTo>
                    <a:pt x="0" y="1967"/>
                    <a:pt x="77" y="2044"/>
                    <a:pt x="173" y="2044"/>
                  </a:cubicBezTo>
                  <a:lnTo>
                    <a:pt x="3094" y="2044"/>
                  </a:lnTo>
                  <a:cubicBezTo>
                    <a:pt x="3325" y="2044"/>
                    <a:pt x="3325" y="1708"/>
                    <a:pt x="3094" y="1708"/>
                  </a:cubicBezTo>
                  <a:lnTo>
                    <a:pt x="366" y="1708"/>
                  </a:lnTo>
                  <a:cubicBezTo>
                    <a:pt x="443" y="1438"/>
                    <a:pt x="688" y="1250"/>
                    <a:pt x="967" y="1250"/>
                  </a:cubicBezTo>
                  <a:cubicBezTo>
                    <a:pt x="1054" y="1250"/>
                    <a:pt x="1141" y="1270"/>
                    <a:pt x="1222" y="1308"/>
                  </a:cubicBezTo>
                  <a:cubicBezTo>
                    <a:pt x="1246" y="1319"/>
                    <a:pt x="1270" y="1324"/>
                    <a:pt x="1294" y="1324"/>
                  </a:cubicBezTo>
                  <a:cubicBezTo>
                    <a:pt x="1377" y="1324"/>
                    <a:pt x="1452" y="1263"/>
                    <a:pt x="1463" y="1173"/>
                  </a:cubicBezTo>
                  <a:cubicBezTo>
                    <a:pt x="1521" y="721"/>
                    <a:pt x="1891" y="370"/>
                    <a:pt x="2348" y="341"/>
                  </a:cubicBezTo>
                  <a:cubicBezTo>
                    <a:pt x="2369" y="340"/>
                    <a:pt x="2389" y="339"/>
                    <a:pt x="2409" y="339"/>
                  </a:cubicBezTo>
                  <a:cubicBezTo>
                    <a:pt x="2842" y="339"/>
                    <a:pt x="3224" y="630"/>
                    <a:pt x="3335" y="1053"/>
                  </a:cubicBezTo>
                  <a:cubicBezTo>
                    <a:pt x="3354" y="1131"/>
                    <a:pt x="3423" y="1183"/>
                    <a:pt x="3500" y="1183"/>
                  </a:cubicBezTo>
                  <a:cubicBezTo>
                    <a:pt x="3518" y="1183"/>
                    <a:pt x="3537" y="1180"/>
                    <a:pt x="3556" y="1173"/>
                  </a:cubicBezTo>
                  <a:cubicBezTo>
                    <a:pt x="3635" y="1147"/>
                    <a:pt x="3715" y="1134"/>
                    <a:pt x="3794" y="1134"/>
                  </a:cubicBezTo>
                  <a:cubicBezTo>
                    <a:pt x="4128" y="1134"/>
                    <a:pt x="4437" y="1361"/>
                    <a:pt x="4518" y="1708"/>
                  </a:cubicBezTo>
                  <a:lnTo>
                    <a:pt x="3888" y="1708"/>
                  </a:lnTo>
                  <a:cubicBezTo>
                    <a:pt x="3662" y="1708"/>
                    <a:pt x="3662" y="2044"/>
                    <a:pt x="3888" y="2044"/>
                  </a:cubicBezTo>
                  <a:lnTo>
                    <a:pt x="4706" y="2044"/>
                  </a:lnTo>
                  <a:cubicBezTo>
                    <a:pt x="4802" y="2044"/>
                    <a:pt x="4879" y="1967"/>
                    <a:pt x="4879" y="1876"/>
                  </a:cubicBezTo>
                  <a:cubicBezTo>
                    <a:pt x="4879" y="1267"/>
                    <a:pt x="4379" y="791"/>
                    <a:pt x="3793" y="791"/>
                  </a:cubicBezTo>
                  <a:cubicBezTo>
                    <a:pt x="3731" y="791"/>
                    <a:pt x="3668" y="797"/>
                    <a:pt x="3604" y="808"/>
                  </a:cubicBezTo>
                  <a:cubicBezTo>
                    <a:pt x="3383" y="265"/>
                    <a:pt x="2895" y="1"/>
                    <a:pt x="2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1"/>
            <p:cNvSpPr/>
            <p:nvPr/>
          </p:nvSpPr>
          <p:spPr>
            <a:xfrm>
              <a:off x="4150442" y="1679533"/>
              <a:ext cx="13927" cy="11960"/>
            </a:xfrm>
            <a:custGeom>
              <a:rect b="b" l="l" r="r" t="t"/>
              <a:pathLst>
                <a:path extrusionOk="0" h="456" w="531">
                  <a:moveTo>
                    <a:pt x="298" y="1"/>
                  </a:moveTo>
                  <a:cubicBezTo>
                    <a:pt x="243" y="1"/>
                    <a:pt x="187" y="21"/>
                    <a:pt x="140" y="66"/>
                  </a:cubicBezTo>
                  <a:cubicBezTo>
                    <a:pt x="1" y="210"/>
                    <a:pt x="102" y="455"/>
                    <a:pt x="304" y="455"/>
                  </a:cubicBezTo>
                  <a:cubicBezTo>
                    <a:pt x="429" y="455"/>
                    <a:pt x="530" y="354"/>
                    <a:pt x="530" y="229"/>
                  </a:cubicBezTo>
                  <a:cubicBezTo>
                    <a:pt x="530" y="92"/>
                    <a:pt x="41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1"/>
            <p:cNvSpPr/>
            <p:nvPr/>
          </p:nvSpPr>
          <p:spPr>
            <a:xfrm>
              <a:off x="4126732" y="1679533"/>
              <a:ext cx="13769" cy="11960"/>
            </a:xfrm>
            <a:custGeom>
              <a:rect b="b" l="l" r="r" t="t"/>
              <a:pathLst>
                <a:path extrusionOk="0" h="456" w="525">
                  <a:moveTo>
                    <a:pt x="297" y="1"/>
                  </a:moveTo>
                  <a:cubicBezTo>
                    <a:pt x="242" y="1"/>
                    <a:pt x="186" y="21"/>
                    <a:pt x="140" y="66"/>
                  </a:cubicBezTo>
                  <a:cubicBezTo>
                    <a:pt x="0" y="210"/>
                    <a:pt x="96" y="455"/>
                    <a:pt x="299" y="455"/>
                  </a:cubicBezTo>
                  <a:cubicBezTo>
                    <a:pt x="424" y="455"/>
                    <a:pt x="525" y="354"/>
                    <a:pt x="525" y="229"/>
                  </a:cubicBezTo>
                  <a:cubicBezTo>
                    <a:pt x="525" y="92"/>
                    <a:pt x="413" y="1"/>
                    <a:pt x="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1"/>
            <p:cNvSpPr/>
            <p:nvPr/>
          </p:nvSpPr>
          <p:spPr>
            <a:xfrm>
              <a:off x="4104884" y="1679533"/>
              <a:ext cx="13927" cy="11960"/>
            </a:xfrm>
            <a:custGeom>
              <a:rect b="b" l="l" r="r" t="t"/>
              <a:pathLst>
                <a:path extrusionOk="0" h="456" w="531">
                  <a:moveTo>
                    <a:pt x="231" y="1"/>
                  </a:moveTo>
                  <a:cubicBezTo>
                    <a:pt x="114" y="1"/>
                    <a:pt x="1" y="92"/>
                    <a:pt x="1" y="229"/>
                  </a:cubicBezTo>
                  <a:cubicBezTo>
                    <a:pt x="1" y="354"/>
                    <a:pt x="102" y="455"/>
                    <a:pt x="227" y="455"/>
                  </a:cubicBezTo>
                  <a:cubicBezTo>
                    <a:pt x="429" y="455"/>
                    <a:pt x="530" y="210"/>
                    <a:pt x="386" y="66"/>
                  </a:cubicBezTo>
                  <a:cubicBezTo>
                    <a:pt x="341" y="21"/>
                    <a:pt x="28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1"/>
            <p:cNvSpPr/>
            <p:nvPr/>
          </p:nvSpPr>
          <p:spPr>
            <a:xfrm>
              <a:off x="4081175" y="1679612"/>
              <a:ext cx="13901" cy="11829"/>
            </a:xfrm>
            <a:custGeom>
              <a:rect b="b" l="l" r="r" t="t"/>
              <a:pathLst>
                <a:path extrusionOk="0" h="451" w="530">
                  <a:moveTo>
                    <a:pt x="226" y="0"/>
                  </a:moveTo>
                  <a:cubicBezTo>
                    <a:pt x="101" y="0"/>
                    <a:pt x="0" y="101"/>
                    <a:pt x="0" y="226"/>
                  </a:cubicBezTo>
                  <a:cubicBezTo>
                    <a:pt x="0" y="363"/>
                    <a:pt x="112" y="451"/>
                    <a:pt x="228" y="451"/>
                  </a:cubicBezTo>
                  <a:cubicBezTo>
                    <a:pt x="283" y="451"/>
                    <a:pt x="340" y="430"/>
                    <a:pt x="385" y="385"/>
                  </a:cubicBezTo>
                  <a:cubicBezTo>
                    <a:pt x="529" y="241"/>
                    <a:pt x="428"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1"/>
            <p:cNvSpPr/>
            <p:nvPr/>
          </p:nvSpPr>
          <p:spPr>
            <a:xfrm>
              <a:off x="4251417" y="1679533"/>
              <a:ext cx="13901" cy="11960"/>
            </a:xfrm>
            <a:custGeom>
              <a:rect b="b" l="l" r="r" t="t"/>
              <a:pathLst>
                <a:path extrusionOk="0" h="456" w="530">
                  <a:moveTo>
                    <a:pt x="298" y="1"/>
                  </a:moveTo>
                  <a:cubicBezTo>
                    <a:pt x="242" y="1"/>
                    <a:pt x="186" y="21"/>
                    <a:pt x="140" y="66"/>
                  </a:cubicBezTo>
                  <a:cubicBezTo>
                    <a:pt x="0" y="210"/>
                    <a:pt x="101" y="455"/>
                    <a:pt x="303" y="455"/>
                  </a:cubicBezTo>
                  <a:cubicBezTo>
                    <a:pt x="428" y="455"/>
                    <a:pt x="530" y="354"/>
                    <a:pt x="530" y="229"/>
                  </a:cubicBezTo>
                  <a:cubicBezTo>
                    <a:pt x="530" y="92"/>
                    <a:pt x="41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81"/>
          <p:cNvGrpSpPr/>
          <p:nvPr/>
        </p:nvGrpSpPr>
        <p:grpSpPr>
          <a:xfrm>
            <a:off x="2666332" y="1538324"/>
            <a:ext cx="322861" cy="292227"/>
            <a:chOff x="2666332" y="1538324"/>
            <a:chExt cx="322861" cy="292227"/>
          </a:xfrm>
        </p:grpSpPr>
        <p:sp>
          <p:nvSpPr>
            <p:cNvPr id="10603" name="Google Shape;10603;p81"/>
            <p:cNvSpPr/>
            <p:nvPr/>
          </p:nvSpPr>
          <p:spPr>
            <a:xfrm>
              <a:off x="2711260" y="1803537"/>
              <a:ext cx="265317" cy="22608"/>
            </a:xfrm>
            <a:custGeom>
              <a:rect b="b" l="l" r="r" t="t"/>
              <a:pathLst>
                <a:path extrusionOk="0" h="862" w="10116">
                  <a:moveTo>
                    <a:pt x="1" y="0"/>
                  </a:moveTo>
                  <a:lnTo>
                    <a:pt x="150" y="505"/>
                  </a:lnTo>
                  <a:cubicBezTo>
                    <a:pt x="217" y="712"/>
                    <a:pt x="405" y="852"/>
                    <a:pt x="621" y="861"/>
                  </a:cubicBezTo>
                  <a:lnTo>
                    <a:pt x="9499" y="861"/>
                  </a:lnTo>
                  <a:cubicBezTo>
                    <a:pt x="9716" y="852"/>
                    <a:pt x="9903" y="712"/>
                    <a:pt x="9971" y="505"/>
                  </a:cubicBezTo>
                  <a:lnTo>
                    <a:pt x="10115" y="0"/>
                  </a:ln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1"/>
            <p:cNvSpPr/>
            <p:nvPr/>
          </p:nvSpPr>
          <p:spPr>
            <a:xfrm>
              <a:off x="2672653" y="1637700"/>
              <a:ext cx="266812" cy="146323"/>
            </a:xfrm>
            <a:custGeom>
              <a:rect b="b" l="l" r="r" t="t"/>
              <a:pathLst>
                <a:path extrusionOk="0" h="5579" w="10173">
                  <a:moveTo>
                    <a:pt x="2892" y="742"/>
                  </a:moveTo>
                  <a:lnTo>
                    <a:pt x="2892" y="1944"/>
                  </a:lnTo>
                  <a:cubicBezTo>
                    <a:pt x="2892" y="2166"/>
                    <a:pt x="2911" y="2392"/>
                    <a:pt x="2955" y="2613"/>
                  </a:cubicBezTo>
                  <a:lnTo>
                    <a:pt x="2724" y="2613"/>
                  </a:lnTo>
                  <a:cubicBezTo>
                    <a:pt x="1757" y="2613"/>
                    <a:pt x="1093" y="1641"/>
                    <a:pt x="1449" y="742"/>
                  </a:cubicBezTo>
                  <a:close/>
                  <a:moveTo>
                    <a:pt x="1016" y="1"/>
                  </a:moveTo>
                  <a:cubicBezTo>
                    <a:pt x="0" y="1396"/>
                    <a:pt x="996" y="3354"/>
                    <a:pt x="2724" y="3354"/>
                  </a:cubicBezTo>
                  <a:lnTo>
                    <a:pt x="3176" y="3354"/>
                  </a:lnTo>
                  <a:cubicBezTo>
                    <a:pt x="3753" y="4719"/>
                    <a:pt x="5087" y="5579"/>
                    <a:pt x="6525" y="5579"/>
                  </a:cubicBezTo>
                  <a:cubicBezTo>
                    <a:pt x="6766" y="5579"/>
                    <a:pt x="7009" y="5555"/>
                    <a:pt x="7252" y="5505"/>
                  </a:cubicBezTo>
                  <a:cubicBezTo>
                    <a:pt x="8945" y="5164"/>
                    <a:pt x="10168" y="3672"/>
                    <a:pt x="10172" y="1944"/>
                  </a:cubicBezTo>
                  <a:lnTo>
                    <a:pt x="10172"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1"/>
            <p:cNvSpPr/>
            <p:nvPr/>
          </p:nvSpPr>
          <p:spPr>
            <a:xfrm>
              <a:off x="2837204" y="1671927"/>
              <a:ext cx="81174" cy="84689"/>
            </a:xfrm>
            <a:custGeom>
              <a:rect b="b" l="l" r="r" t="t"/>
              <a:pathLst>
                <a:path extrusionOk="0" h="3229" w="3095">
                  <a:moveTo>
                    <a:pt x="2910" y="1"/>
                  </a:moveTo>
                  <a:cubicBezTo>
                    <a:pt x="2821" y="1"/>
                    <a:pt x="2732" y="60"/>
                    <a:pt x="2724" y="178"/>
                  </a:cubicBezTo>
                  <a:lnTo>
                    <a:pt x="2724" y="389"/>
                  </a:lnTo>
                  <a:cubicBezTo>
                    <a:pt x="2720" y="1751"/>
                    <a:pt x="1618" y="2858"/>
                    <a:pt x="256" y="2858"/>
                  </a:cubicBezTo>
                  <a:cubicBezTo>
                    <a:pt x="251" y="2857"/>
                    <a:pt x="247" y="2857"/>
                    <a:pt x="242" y="2857"/>
                  </a:cubicBezTo>
                  <a:cubicBezTo>
                    <a:pt x="1" y="2857"/>
                    <a:pt x="1" y="3229"/>
                    <a:pt x="242" y="3229"/>
                  </a:cubicBezTo>
                  <a:cubicBezTo>
                    <a:pt x="247" y="3229"/>
                    <a:pt x="251" y="3228"/>
                    <a:pt x="256" y="3228"/>
                  </a:cubicBezTo>
                  <a:cubicBezTo>
                    <a:pt x="1825" y="3223"/>
                    <a:pt x="3090" y="1958"/>
                    <a:pt x="3095" y="389"/>
                  </a:cubicBezTo>
                  <a:lnTo>
                    <a:pt x="3095" y="178"/>
                  </a:lnTo>
                  <a:cubicBezTo>
                    <a:pt x="3088" y="60"/>
                    <a:pt x="2999" y="1"/>
                    <a:pt x="2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1"/>
            <p:cNvSpPr/>
            <p:nvPr/>
          </p:nvSpPr>
          <p:spPr>
            <a:xfrm>
              <a:off x="2908648" y="1626632"/>
              <a:ext cx="9730" cy="35328"/>
            </a:xfrm>
            <a:custGeom>
              <a:rect b="b" l="l" r="r" t="t"/>
              <a:pathLst>
                <a:path extrusionOk="0" h="1347" w="371">
                  <a:moveTo>
                    <a:pt x="186" y="0"/>
                  </a:moveTo>
                  <a:cubicBezTo>
                    <a:pt x="97" y="0"/>
                    <a:pt x="8" y="59"/>
                    <a:pt x="0" y="177"/>
                  </a:cubicBezTo>
                  <a:lnTo>
                    <a:pt x="0" y="1164"/>
                  </a:lnTo>
                  <a:cubicBezTo>
                    <a:pt x="0" y="1265"/>
                    <a:pt x="82" y="1346"/>
                    <a:pt x="183" y="1346"/>
                  </a:cubicBezTo>
                  <a:cubicBezTo>
                    <a:pt x="284" y="1346"/>
                    <a:pt x="371" y="1265"/>
                    <a:pt x="371" y="1164"/>
                  </a:cubicBezTo>
                  <a:lnTo>
                    <a:pt x="371" y="177"/>
                  </a:lnTo>
                  <a:cubicBezTo>
                    <a:pt x="364" y="59"/>
                    <a:pt x="275" y="0"/>
                    <a:pt x="1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1"/>
            <p:cNvSpPr/>
            <p:nvPr/>
          </p:nvSpPr>
          <p:spPr>
            <a:xfrm>
              <a:off x="2698776" y="1798239"/>
              <a:ext cx="290417" cy="32312"/>
            </a:xfrm>
            <a:custGeom>
              <a:rect b="b" l="l" r="r" t="t"/>
              <a:pathLst>
                <a:path extrusionOk="0" h="1232" w="11073">
                  <a:moveTo>
                    <a:pt x="10346" y="371"/>
                  </a:moveTo>
                  <a:lnTo>
                    <a:pt x="10269" y="640"/>
                  </a:lnTo>
                  <a:cubicBezTo>
                    <a:pt x="10225" y="765"/>
                    <a:pt x="10110" y="852"/>
                    <a:pt x="9975" y="861"/>
                  </a:cubicBezTo>
                  <a:lnTo>
                    <a:pt x="1097" y="861"/>
                  </a:lnTo>
                  <a:cubicBezTo>
                    <a:pt x="963" y="852"/>
                    <a:pt x="847" y="765"/>
                    <a:pt x="799" y="640"/>
                  </a:cubicBezTo>
                  <a:lnTo>
                    <a:pt x="722" y="371"/>
                  </a:lnTo>
                  <a:close/>
                  <a:moveTo>
                    <a:pt x="231" y="0"/>
                  </a:moveTo>
                  <a:cubicBezTo>
                    <a:pt x="0" y="14"/>
                    <a:pt x="0" y="356"/>
                    <a:pt x="231" y="371"/>
                  </a:cubicBezTo>
                  <a:lnTo>
                    <a:pt x="337" y="371"/>
                  </a:lnTo>
                  <a:lnTo>
                    <a:pt x="448" y="741"/>
                  </a:lnTo>
                  <a:cubicBezTo>
                    <a:pt x="535" y="1025"/>
                    <a:pt x="794" y="1222"/>
                    <a:pt x="1097" y="1232"/>
                  </a:cubicBezTo>
                  <a:lnTo>
                    <a:pt x="9975" y="1232"/>
                  </a:lnTo>
                  <a:cubicBezTo>
                    <a:pt x="10273" y="1222"/>
                    <a:pt x="10533" y="1025"/>
                    <a:pt x="10625" y="741"/>
                  </a:cubicBezTo>
                  <a:lnTo>
                    <a:pt x="10731" y="371"/>
                  </a:lnTo>
                  <a:lnTo>
                    <a:pt x="10836" y="371"/>
                  </a:lnTo>
                  <a:cubicBezTo>
                    <a:pt x="11072" y="356"/>
                    <a:pt x="11072" y="14"/>
                    <a:pt x="1083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1"/>
            <p:cNvSpPr/>
            <p:nvPr/>
          </p:nvSpPr>
          <p:spPr>
            <a:xfrm>
              <a:off x="2695497" y="1651837"/>
              <a:ext cx="59956" cy="58828"/>
            </a:xfrm>
            <a:custGeom>
              <a:rect b="b" l="l" r="r" t="t"/>
              <a:pathLst>
                <a:path extrusionOk="0" h="2243" w="2286">
                  <a:moveTo>
                    <a:pt x="712" y="366"/>
                  </a:moveTo>
                  <a:lnTo>
                    <a:pt x="712" y="371"/>
                  </a:lnTo>
                  <a:lnTo>
                    <a:pt x="1838" y="371"/>
                  </a:lnTo>
                  <a:lnTo>
                    <a:pt x="1838" y="1386"/>
                  </a:lnTo>
                  <a:cubicBezTo>
                    <a:pt x="1838" y="1550"/>
                    <a:pt x="1848" y="1713"/>
                    <a:pt x="1872" y="1872"/>
                  </a:cubicBezTo>
                  <a:lnTo>
                    <a:pt x="1853" y="1872"/>
                  </a:lnTo>
                  <a:cubicBezTo>
                    <a:pt x="1068" y="1872"/>
                    <a:pt x="501" y="1126"/>
                    <a:pt x="712" y="366"/>
                  </a:cubicBezTo>
                  <a:close/>
                  <a:moveTo>
                    <a:pt x="573" y="0"/>
                  </a:moveTo>
                  <a:cubicBezTo>
                    <a:pt x="496" y="0"/>
                    <a:pt x="429" y="44"/>
                    <a:pt x="400" y="116"/>
                  </a:cubicBezTo>
                  <a:cubicBezTo>
                    <a:pt x="0" y="1141"/>
                    <a:pt x="756" y="2243"/>
                    <a:pt x="1853" y="2243"/>
                  </a:cubicBezTo>
                  <a:lnTo>
                    <a:pt x="2084" y="2243"/>
                  </a:lnTo>
                  <a:cubicBezTo>
                    <a:pt x="2199" y="2243"/>
                    <a:pt x="2286" y="2137"/>
                    <a:pt x="2267" y="2021"/>
                  </a:cubicBezTo>
                  <a:cubicBezTo>
                    <a:pt x="2228" y="1814"/>
                    <a:pt x="2204" y="1603"/>
                    <a:pt x="2204" y="1386"/>
                  </a:cubicBezTo>
                  <a:lnTo>
                    <a:pt x="2204" y="183"/>
                  </a:lnTo>
                  <a:cubicBezTo>
                    <a:pt x="2204" y="82"/>
                    <a:pt x="2122" y="0"/>
                    <a:pt x="20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1"/>
            <p:cNvSpPr/>
            <p:nvPr/>
          </p:nvSpPr>
          <p:spPr>
            <a:xfrm>
              <a:off x="2666332" y="1632402"/>
              <a:ext cx="277933" cy="156159"/>
            </a:xfrm>
            <a:custGeom>
              <a:rect b="b" l="l" r="r" t="t"/>
              <a:pathLst>
                <a:path extrusionOk="0" h="5954" w="10597">
                  <a:moveTo>
                    <a:pt x="10226" y="376"/>
                  </a:moveTo>
                  <a:lnTo>
                    <a:pt x="10226" y="2132"/>
                  </a:lnTo>
                  <a:cubicBezTo>
                    <a:pt x="10226" y="3773"/>
                    <a:pt x="9066" y="5192"/>
                    <a:pt x="7454" y="5515"/>
                  </a:cubicBezTo>
                  <a:cubicBezTo>
                    <a:pt x="7224" y="5561"/>
                    <a:pt x="6994" y="5584"/>
                    <a:pt x="6767" y="5584"/>
                  </a:cubicBezTo>
                  <a:cubicBezTo>
                    <a:pt x="5401" y="5584"/>
                    <a:pt x="4134" y="4769"/>
                    <a:pt x="3586" y="3470"/>
                  </a:cubicBezTo>
                  <a:cubicBezTo>
                    <a:pt x="3557" y="3398"/>
                    <a:pt x="3489" y="3354"/>
                    <a:pt x="3417" y="3354"/>
                  </a:cubicBezTo>
                  <a:lnTo>
                    <a:pt x="2965" y="3354"/>
                  </a:lnTo>
                  <a:cubicBezTo>
                    <a:pt x="1901" y="3354"/>
                    <a:pt x="1040" y="2493"/>
                    <a:pt x="1040" y="1430"/>
                  </a:cubicBezTo>
                  <a:cubicBezTo>
                    <a:pt x="1040" y="1054"/>
                    <a:pt x="1146" y="689"/>
                    <a:pt x="1353" y="376"/>
                  </a:cubicBezTo>
                  <a:close/>
                  <a:moveTo>
                    <a:pt x="1257" y="0"/>
                  </a:moveTo>
                  <a:cubicBezTo>
                    <a:pt x="1199" y="0"/>
                    <a:pt x="1141" y="29"/>
                    <a:pt x="1107" y="77"/>
                  </a:cubicBezTo>
                  <a:cubicBezTo>
                    <a:pt x="1" y="1593"/>
                    <a:pt x="1088" y="3725"/>
                    <a:pt x="2965" y="3725"/>
                  </a:cubicBezTo>
                  <a:lnTo>
                    <a:pt x="3297" y="3725"/>
                  </a:lnTo>
                  <a:cubicBezTo>
                    <a:pt x="3931" y="5104"/>
                    <a:pt x="5305" y="5953"/>
                    <a:pt x="6776" y="5953"/>
                  </a:cubicBezTo>
                  <a:cubicBezTo>
                    <a:pt x="7045" y="5953"/>
                    <a:pt x="7317" y="5925"/>
                    <a:pt x="7589" y="5866"/>
                  </a:cubicBezTo>
                  <a:cubicBezTo>
                    <a:pt x="9345" y="5481"/>
                    <a:pt x="10596" y="3927"/>
                    <a:pt x="10596" y="2127"/>
                  </a:cubicBezTo>
                  <a:lnTo>
                    <a:pt x="10596" y="188"/>
                  </a:lnTo>
                  <a:cubicBezTo>
                    <a:pt x="10596" y="82"/>
                    <a:pt x="10514" y="0"/>
                    <a:pt x="104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1"/>
            <p:cNvSpPr/>
            <p:nvPr/>
          </p:nvSpPr>
          <p:spPr>
            <a:xfrm>
              <a:off x="2816275" y="1538324"/>
              <a:ext cx="16497" cy="84374"/>
            </a:xfrm>
            <a:custGeom>
              <a:rect b="b" l="l" r="r" t="t"/>
              <a:pathLst>
                <a:path extrusionOk="0" h="3217" w="629">
                  <a:moveTo>
                    <a:pt x="436" y="0"/>
                  </a:moveTo>
                  <a:cubicBezTo>
                    <a:pt x="341" y="0"/>
                    <a:pt x="246" y="65"/>
                    <a:pt x="255" y="195"/>
                  </a:cubicBezTo>
                  <a:cubicBezTo>
                    <a:pt x="255" y="335"/>
                    <a:pt x="221" y="469"/>
                    <a:pt x="149" y="585"/>
                  </a:cubicBezTo>
                  <a:cubicBezTo>
                    <a:pt x="53" y="753"/>
                    <a:pt x="0" y="946"/>
                    <a:pt x="5" y="1143"/>
                  </a:cubicBezTo>
                  <a:cubicBezTo>
                    <a:pt x="0" y="1340"/>
                    <a:pt x="53" y="1533"/>
                    <a:pt x="149" y="1701"/>
                  </a:cubicBezTo>
                  <a:cubicBezTo>
                    <a:pt x="221" y="1817"/>
                    <a:pt x="255" y="1951"/>
                    <a:pt x="255" y="2086"/>
                  </a:cubicBezTo>
                  <a:cubicBezTo>
                    <a:pt x="255" y="2226"/>
                    <a:pt x="221" y="2360"/>
                    <a:pt x="149" y="2476"/>
                  </a:cubicBezTo>
                  <a:cubicBezTo>
                    <a:pt x="53" y="2644"/>
                    <a:pt x="0" y="2837"/>
                    <a:pt x="5" y="3034"/>
                  </a:cubicBezTo>
                  <a:cubicBezTo>
                    <a:pt x="5" y="3135"/>
                    <a:pt x="87" y="3217"/>
                    <a:pt x="193" y="3217"/>
                  </a:cubicBezTo>
                  <a:cubicBezTo>
                    <a:pt x="294" y="3217"/>
                    <a:pt x="375" y="3135"/>
                    <a:pt x="375" y="3034"/>
                  </a:cubicBezTo>
                  <a:cubicBezTo>
                    <a:pt x="371" y="2899"/>
                    <a:pt x="409" y="2765"/>
                    <a:pt x="476" y="2644"/>
                  </a:cubicBezTo>
                  <a:cubicBezTo>
                    <a:pt x="578" y="2476"/>
                    <a:pt x="626" y="2283"/>
                    <a:pt x="621" y="2086"/>
                  </a:cubicBezTo>
                  <a:cubicBezTo>
                    <a:pt x="626" y="1894"/>
                    <a:pt x="578" y="1701"/>
                    <a:pt x="476" y="1528"/>
                  </a:cubicBezTo>
                  <a:cubicBezTo>
                    <a:pt x="409" y="1413"/>
                    <a:pt x="371" y="1278"/>
                    <a:pt x="375" y="1143"/>
                  </a:cubicBezTo>
                  <a:cubicBezTo>
                    <a:pt x="371" y="1008"/>
                    <a:pt x="409" y="874"/>
                    <a:pt x="476" y="753"/>
                  </a:cubicBezTo>
                  <a:cubicBezTo>
                    <a:pt x="578" y="585"/>
                    <a:pt x="626" y="392"/>
                    <a:pt x="621" y="195"/>
                  </a:cubicBezTo>
                  <a:cubicBezTo>
                    <a:pt x="628" y="65"/>
                    <a:pt x="532" y="0"/>
                    <a:pt x="43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1"/>
            <p:cNvSpPr/>
            <p:nvPr/>
          </p:nvSpPr>
          <p:spPr>
            <a:xfrm>
              <a:off x="2855144" y="1538875"/>
              <a:ext cx="16418" cy="83823"/>
            </a:xfrm>
            <a:custGeom>
              <a:rect b="b" l="l" r="r" t="t"/>
              <a:pathLst>
                <a:path extrusionOk="0" h="3196" w="626">
                  <a:moveTo>
                    <a:pt x="436" y="1"/>
                  </a:moveTo>
                  <a:cubicBezTo>
                    <a:pt x="347" y="1"/>
                    <a:pt x="258" y="59"/>
                    <a:pt x="250" y="174"/>
                  </a:cubicBezTo>
                  <a:cubicBezTo>
                    <a:pt x="255" y="314"/>
                    <a:pt x="221" y="448"/>
                    <a:pt x="149" y="564"/>
                  </a:cubicBezTo>
                  <a:cubicBezTo>
                    <a:pt x="48" y="732"/>
                    <a:pt x="0" y="925"/>
                    <a:pt x="5" y="1122"/>
                  </a:cubicBezTo>
                  <a:cubicBezTo>
                    <a:pt x="0" y="1319"/>
                    <a:pt x="48" y="1512"/>
                    <a:pt x="149" y="1680"/>
                  </a:cubicBezTo>
                  <a:cubicBezTo>
                    <a:pt x="221" y="1796"/>
                    <a:pt x="255" y="1930"/>
                    <a:pt x="250" y="2065"/>
                  </a:cubicBezTo>
                  <a:cubicBezTo>
                    <a:pt x="255" y="2205"/>
                    <a:pt x="221" y="2339"/>
                    <a:pt x="149" y="2455"/>
                  </a:cubicBezTo>
                  <a:cubicBezTo>
                    <a:pt x="48" y="2623"/>
                    <a:pt x="0" y="2816"/>
                    <a:pt x="5" y="3013"/>
                  </a:cubicBezTo>
                  <a:cubicBezTo>
                    <a:pt x="5" y="3114"/>
                    <a:pt x="87" y="3196"/>
                    <a:pt x="188" y="3196"/>
                  </a:cubicBezTo>
                  <a:cubicBezTo>
                    <a:pt x="294" y="3196"/>
                    <a:pt x="375" y="3114"/>
                    <a:pt x="375" y="3013"/>
                  </a:cubicBezTo>
                  <a:cubicBezTo>
                    <a:pt x="371" y="2878"/>
                    <a:pt x="404" y="2744"/>
                    <a:pt x="477" y="2623"/>
                  </a:cubicBezTo>
                  <a:cubicBezTo>
                    <a:pt x="578" y="2455"/>
                    <a:pt x="626" y="2262"/>
                    <a:pt x="621" y="2065"/>
                  </a:cubicBezTo>
                  <a:cubicBezTo>
                    <a:pt x="626" y="1873"/>
                    <a:pt x="578" y="1680"/>
                    <a:pt x="477" y="1507"/>
                  </a:cubicBezTo>
                  <a:cubicBezTo>
                    <a:pt x="404" y="1392"/>
                    <a:pt x="371" y="1257"/>
                    <a:pt x="375" y="1122"/>
                  </a:cubicBezTo>
                  <a:cubicBezTo>
                    <a:pt x="371" y="987"/>
                    <a:pt x="404" y="853"/>
                    <a:pt x="477" y="732"/>
                  </a:cubicBezTo>
                  <a:cubicBezTo>
                    <a:pt x="578" y="564"/>
                    <a:pt x="626" y="371"/>
                    <a:pt x="621" y="174"/>
                  </a:cubicBezTo>
                  <a:cubicBezTo>
                    <a:pt x="614" y="59"/>
                    <a:pt x="525" y="1"/>
                    <a:pt x="43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2" name="Google Shape;10612;p81"/>
          <p:cNvGrpSpPr/>
          <p:nvPr/>
        </p:nvGrpSpPr>
        <p:grpSpPr>
          <a:xfrm>
            <a:off x="865841" y="3373121"/>
            <a:ext cx="355776" cy="361599"/>
            <a:chOff x="865841" y="3373121"/>
            <a:chExt cx="355776" cy="361599"/>
          </a:xfrm>
        </p:grpSpPr>
        <p:sp>
          <p:nvSpPr>
            <p:cNvPr id="10613" name="Google Shape;10613;p81"/>
            <p:cNvSpPr/>
            <p:nvPr/>
          </p:nvSpPr>
          <p:spPr>
            <a:xfrm>
              <a:off x="872397" y="3378446"/>
              <a:ext cx="342531" cy="350950"/>
            </a:xfrm>
            <a:custGeom>
              <a:rect b="b" l="l" r="r" t="t"/>
              <a:pathLst>
                <a:path extrusionOk="0" h="13381" w="13060">
                  <a:moveTo>
                    <a:pt x="6535" y="0"/>
                  </a:moveTo>
                  <a:cubicBezTo>
                    <a:pt x="6351" y="0"/>
                    <a:pt x="6167" y="89"/>
                    <a:pt x="6059" y="267"/>
                  </a:cubicBezTo>
                  <a:lnTo>
                    <a:pt x="5265" y="1605"/>
                  </a:lnTo>
                  <a:cubicBezTo>
                    <a:pt x="5160" y="1776"/>
                    <a:pt x="4976" y="1874"/>
                    <a:pt x="4786" y="1874"/>
                  </a:cubicBezTo>
                  <a:cubicBezTo>
                    <a:pt x="4714" y="1874"/>
                    <a:pt x="4642" y="1860"/>
                    <a:pt x="4572" y="1831"/>
                  </a:cubicBezTo>
                  <a:lnTo>
                    <a:pt x="3143" y="1215"/>
                  </a:lnTo>
                  <a:cubicBezTo>
                    <a:pt x="3070" y="1184"/>
                    <a:pt x="2996" y="1170"/>
                    <a:pt x="2924" y="1170"/>
                  </a:cubicBezTo>
                  <a:cubicBezTo>
                    <a:pt x="2615" y="1170"/>
                    <a:pt x="2343" y="1434"/>
                    <a:pt x="2378" y="1773"/>
                  </a:cubicBezTo>
                  <a:lnTo>
                    <a:pt x="2517" y="3323"/>
                  </a:lnTo>
                  <a:cubicBezTo>
                    <a:pt x="2541" y="3597"/>
                    <a:pt x="2359" y="3852"/>
                    <a:pt x="2089" y="3910"/>
                  </a:cubicBezTo>
                  <a:lnTo>
                    <a:pt x="573" y="4256"/>
                  </a:lnTo>
                  <a:cubicBezTo>
                    <a:pt x="164" y="4347"/>
                    <a:pt x="1" y="4843"/>
                    <a:pt x="280" y="5156"/>
                  </a:cubicBezTo>
                  <a:lnTo>
                    <a:pt x="1300" y="6330"/>
                  </a:lnTo>
                  <a:cubicBezTo>
                    <a:pt x="1483" y="6537"/>
                    <a:pt x="1483" y="6845"/>
                    <a:pt x="1300" y="7056"/>
                  </a:cubicBezTo>
                  <a:lnTo>
                    <a:pt x="280" y="8226"/>
                  </a:lnTo>
                  <a:cubicBezTo>
                    <a:pt x="1" y="8538"/>
                    <a:pt x="164" y="9034"/>
                    <a:pt x="573" y="9126"/>
                  </a:cubicBezTo>
                  <a:lnTo>
                    <a:pt x="987" y="9222"/>
                  </a:lnTo>
                  <a:lnTo>
                    <a:pt x="1728" y="9390"/>
                  </a:lnTo>
                  <a:lnTo>
                    <a:pt x="2089" y="9472"/>
                  </a:lnTo>
                  <a:cubicBezTo>
                    <a:pt x="2359" y="9535"/>
                    <a:pt x="2537" y="9785"/>
                    <a:pt x="2513" y="10059"/>
                  </a:cubicBezTo>
                  <a:lnTo>
                    <a:pt x="2378" y="11608"/>
                  </a:lnTo>
                  <a:cubicBezTo>
                    <a:pt x="2347" y="11944"/>
                    <a:pt x="2616" y="12207"/>
                    <a:pt x="2925" y="12207"/>
                  </a:cubicBezTo>
                  <a:cubicBezTo>
                    <a:pt x="2996" y="12207"/>
                    <a:pt x="3070" y="12193"/>
                    <a:pt x="3143" y="12162"/>
                  </a:cubicBezTo>
                  <a:lnTo>
                    <a:pt x="4572" y="11551"/>
                  </a:lnTo>
                  <a:cubicBezTo>
                    <a:pt x="4644" y="11520"/>
                    <a:pt x="4718" y="11505"/>
                    <a:pt x="4791" y="11505"/>
                  </a:cubicBezTo>
                  <a:cubicBezTo>
                    <a:pt x="4980" y="11505"/>
                    <a:pt x="5161" y="11602"/>
                    <a:pt x="5265" y="11772"/>
                  </a:cubicBezTo>
                  <a:lnTo>
                    <a:pt x="6059" y="13110"/>
                  </a:lnTo>
                  <a:cubicBezTo>
                    <a:pt x="6165" y="13290"/>
                    <a:pt x="6348" y="13380"/>
                    <a:pt x="6531" y="13380"/>
                  </a:cubicBezTo>
                  <a:cubicBezTo>
                    <a:pt x="6714" y="13380"/>
                    <a:pt x="6899" y="13290"/>
                    <a:pt x="7007" y="13110"/>
                  </a:cubicBezTo>
                  <a:lnTo>
                    <a:pt x="7801" y="11772"/>
                  </a:lnTo>
                  <a:cubicBezTo>
                    <a:pt x="7905" y="11602"/>
                    <a:pt x="8086" y="11505"/>
                    <a:pt x="8274" y="11505"/>
                  </a:cubicBezTo>
                  <a:cubicBezTo>
                    <a:pt x="8348" y="11505"/>
                    <a:pt x="8422" y="11520"/>
                    <a:pt x="8494" y="11551"/>
                  </a:cubicBezTo>
                  <a:lnTo>
                    <a:pt x="9923" y="12162"/>
                  </a:lnTo>
                  <a:cubicBezTo>
                    <a:pt x="9995" y="12193"/>
                    <a:pt x="10069" y="12207"/>
                    <a:pt x="10141" y="12207"/>
                  </a:cubicBezTo>
                  <a:cubicBezTo>
                    <a:pt x="10449" y="12207"/>
                    <a:pt x="10719" y="11944"/>
                    <a:pt x="10688" y="11608"/>
                  </a:cubicBezTo>
                  <a:lnTo>
                    <a:pt x="10548" y="10054"/>
                  </a:lnTo>
                  <a:cubicBezTo>
                    <a:pt x="10524" y="9780"/>
                    <a:pt x="10707" y="9530"/>
                    <a:pt x="10976" y="9467"/>
                  </a:cubicBezTo>
                  <a:lnTo>
                    <a:pt x="12492" y="9126"/>
                  </a:lnTo>
                  <a:cubicBezTo>
                    <a:pt x="12901" y="9034"/>
                    <a:pt x="13060" y="8534"/>
                    <a:pt x="12786" y="8221"/>
                  </a:cubicBezTo>
                  <a:lnTo>
                    <a:pt x="11761" y="7052"/>
                  </a:lnTo>
                  <a:cubicBezTo>
                    <a:pt x="11578" y="6845"/>
                    <a:pt x="11578" y="6532"/>
                    <a:pt x="11761" y="6325"/>
                  </a:cubicBezTo>
                  <a:lnTo>
                    <a:pt x="12781" y="5156"/>
                  </a:lnTo>
                  <a:cubicBezTo>
                    <a:pt x="13060" y="4843"/>
                    <a:pt x="12896" y="4343"/>
                    <a:pt x="12487" y="4251"/>
                  </a:cubicBezTo>
                  <a:lnTo>
                    <a:pt x="10976" y="3910"/>
                  </a:lnTo>
                  <a:cubicBezTo>
                    <a:pt x="10707" y="3847"/>
                    <a:pt x="10524" y="3597"/>
                    <a:pt x="10548" y="3323"/>
                  </a:cubicBezTo>
                  <a:lnTo>
                    <a:pt x="10693" y="1773"/>
                  </a:lnTo>
                  <a:cubicBezTo>
                    <a:pt x="10724" y="1434"/>
                    <a:pt x="10451" y="1170"/>
                    <a:pt x="10141" y="1170"/>
                  </a:cubicBezTo>
                  <a:cubicBezTo>
                    <a:pt x="10069" y="1170"/>
                    <a:pt x="9995" y="1184"/>
                    <a:pt x="9923" y="1215"/>
                  </a:cubicBezTo>
                  <a:lnTo>
                    <a:pt x="8494" y="1831"/>
                  </a:lnTo>
                  <a:cubicBezTo>
                    <a:pt x="8424" y="1860"/>
                    <a:pt x="8351" y="1874"/>
                    <a:pt x="8280" y="1874"/>
                  </a:cubicBezTo>
                  <a:cubicBezTo>
                    <a:pt x="8090" y="1874"/>
                    <a:pt x="7907" y="1776"/>
                    <a:pt x="7806" y="1605"/>
                  </a:cubicBezTo>
                  <a:lnTo>
                    <a:pt x="7007" y="267"/>
                  </a:lnTo>
                  <a:cubicBezTo>
                    <a:pt x="6901" y="89"/>
                    <a:pt x="6718" y="0"/>
                    <a:pt x="6535"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1"/>
            <p:cNvSpPr/>
            <p:nvPr/>
          </p:nvSpPr>
          <p:spPr>
            <a:xfrm>
              <a:off x="1026615" y="3378446"/>
              <a:ext cx="50016" cy="49150"/>
            </a:xfrm>
            <a:custGeom>
              <a:rect b="b" l="l" r="r" t="t"/>
              <a:pathLst>
                <a:path extrusionOk="0" h="1874" w="1907">
                  <a:moveTo>
                    <a:pt x="655" y="0"/>
                  </a:moveTo>
                  <a:cubicBezTo>
                    <a:pt x="471" y="0"/>
                    <a:pt x="287" y="89"/>
                    <a:pt x="179" y="267"/>
                  </a:cubicBezTo>
                  <a:lnTo>
                    <a:pt x="1" y="570"/>
                  </a:lnTo>
                  <a:lnTo>
                    <a:pt x="617" y="1605"/>
                  </a:lnTo>
                  <a:cubicBezTo>
                    <a:pt x="722" y="1776"/>
                    <a:pt x="905" y="1874"/>
                    <a:pt x="1096" y="1874"/>
                  </a:cubicBezTo>
                  <a:cubicBezTo>
                    <a:pt x="1167" y="1874"/>
                    <a:pt x="1240" y="1860"/>
                    <a:pt x="1310" y="1831"/>
                  </a:cubicBezTo>
                  <a:lnTo>
                    <a:pt x="1906" y="1576"/>
                  </a:lnTo>
                  <a:lnTo>
                    <a:pt x="1127" y="267"/>
                  </a:lnTo>
                  <a:cubicBezTo>
                    <a:pt x="1021" y="89"/>
                    <a:pt x="838" y="0"/>
                    <a:pt x="65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1"/>
            <p:cNvSpPr/>
            <p:nvPr/>
          </p:nvSpPr>
          <p:spPr>
            <a:xfrm>
              <a:off x="1114215" y="3409105"/>
              <a:ext cx="100845" cy="289630"/>
            </a:xfrm>
            <a:custGeom>
              <a:rect b="b" l="l" r="r" t="t"/>
              <a:pathLst>
                <a:path extrusionOk="0" h="11043" w="3845">
                  <a:moveTo>
                    <a:pt x="921" y="1"/>
                  </a:moveTo>
                  <a:cubicBezTo>
                    <a:pt x="849" y="1"/>
                    <a:pt x="775" y="15"/>
                    <a:pt x="703" y="46"/>
                  </a:cubicBezTo>
                  <a:lnTo>
                    <a:pt x="106" y="306"/>
                  </a:lnTo>
                  <a:cubicBezTo>
                    <a:pt x="154" y="397"/>
                    <a:pt x="178" y="498"/>
                    <a:pt x="169" y="604"/>
                  </a:cubicBezTo>
                  <a:lnTo>
                    <a:pt x="24" y="2154"/>
                  </a:lnTo>
                  <a:cubicBezTo>
                    <a:pt x="0" y="2428"/>
                    <a:pt x="183" y="2683"/>
                    <a:pt x="452" y="2741"/>
                  </a:cubicBezTo>
                  <a:lnTo>
                    <a:pt x="1968" y="3087"/>
                  </a:lnTo>
                  <a:cubicBezTo>
                    <a:pt x="2377" y="3178"/>
                    <a:pt x="2541" y="3674"/>
                    <a:pt x="2262" y="3987"/>
                  </a:cubicBezTo>
                  <a:lnTo>
                    <a:pt x="1242" y="5161"/>
                  </a:lnTo>
                  <a:cubicBezTo>
                    <a:pt x="1059" y="5368"/>
                    <a:pt x="1059" y="5676"/>
                    <a:pt x="1242" y="5887"/>
                  </a:cubicBezTo>
                  <a:lnTo>
                    <a:pt x="2262" y="7057"/>
                  </a:lnTo>
                  <a:cubicBezTo>
                    <a:pt x="2541" y="7369"/>
                    <a:pt x="2377" y="7865"/>
                    <a:pt x="1968" y="7961"/>
                  </a:cubicBezTo>
                  <a:lnTo>
                    <a:pt x="452" y="8303"/>
                  </a:lnTo>
                  <a:cubicBezTo>
                    <a:pt x="183" y="8366"/>
                    <a:pt x="0" y="8616"/>
                    <a:pt x="24" y="8890"/>
                  </a:cubicBezTo>
                  <a:lnTo>
                    <a:pt x="169" y="10439"/>
                  </a:lnTo>
                  <a:cubicBezTo>
                    <a:pt x="178" y="10545"/>
                    <a:pt x="154" y="10651"/>
                    <a:pt x="106" y="10743"/>
                  </a:cubicBezTo>
                  <a:lnTo>
                    <a:pt x="703" y="10998"/>
                  </a:lnTo>
                  <a:cubicBezTo>
                    <a:pt x="775" y="11028"/>
                    <a:pt x="849" y="11043"/>
                    <a:pt x="922" y="11043"/>
                  </a:cubicBezTo>
                  <a:cubicBezTo>
                    <a:pt x="1231" y="11043"/>
                    <a:pt x="1504" y="10780"/>
                    <a:pt x="1473" y="10444"/>
                  </a:cubicBezTo>
                  <a:lnTo>
                    <a:pt x="1328" y="8890"/>
                  </a:lnTo>
                  <a:cubicBezTo>
                    <a:pt x="1304" y="8616"/>
                    <a:pt x="1487" y="8366"/>
                    <a:pt x="1756" y="8303"/>
                  </a:cubicBezTo>
                  <a:lnTo>
                    <a:pt x="3272" y="7961"/>
                  </a:lnTo>
                  <a:cubicBezTo>
                    <a:pt x="3681" y="7870"/>
                    <a:pt x="3845" y="7369"/>
                    <a:pt x="3566" y="7057"/>
                  </a:cubicBezTo>
                  <a:lnTo>
                    <a:pt x="2541" y="5883"/>
                  </a:lnTo>
                  <a:cubicBezTo>
                    <a:pt x="2358" y="5676"/>
                    <a:pt x="2358" y="5363"/>
                    <a:pt x="2541" y="5156"/>
                  </a:cubicBezTo>
                  <a:lnTo>
                    <a:pt x="3561" y="3987"/>
                  </a:lnTo>
                  <a:cubicBezTo>
                    <a:pt x="3840" y="3674"/>
                    <a:pt x="3676" y="3174"/>
                    <a:pt x="3267" y="3082"/>
                  </a:cubicBezTo>
                  <a:lnTo>
                    <a:pt x="1756" y="2741"/>
                  </a:lnTo>
                  <a:cubicBezTo>
                    <a:pt x="1487" y="2678"/>
                    <a:pt x="1304" y="2428"/>
                    <a:pt x="1328" y="2154"/>
                  </a:cubicBezTo>
                  <a:lnTo>
                    <a:pt x="1473" y="604"/>
                  </a:lnTo>
                  <a:cubicBezTo>
                    <a:pt x="1504" y="265"/>
                    <a:pt x="1231" y="1"/>
                    <a:pt x="92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1"/>
            <p:cNvSpPr/>
            <p:nvPr/>
          </p:nvSpPr>
          <p:spPr>
            <a:xfrm>
              <a:off x="1026615" y="3680167"/>
              <a:ext cx="50016" cy="49229"/>
            </a:xfrm>
            <a:custGeom>
              <a:rect b="b" l="l" r="r" t="t"/>
              <a:pathLst>
                <a:path extrusionOk="0" h="1877" w="1907">
                  <a:moveTo>
                    <a:pt x="1089" y="1"/>
                  </a:moveTo>
                  <a:cubicBezTo>
                    <a:pt x="900" y="1"/>
                    <a:pt x="717" y="98"/>
                    <a:pt x="617" y="268"/>
                  </a:cubicBezTo>
                  <a:lnTo>
                    <a:pt x="1" y="1307"/>
                  </a:lnTo>
                  <a:lnTo>
                    <a:pt x="179" y="1606"/>
                  </a:lnTo>
                  <a:cubicBezTo>
                    <a:pt x="287" y="1786"/>
                    <a:pt x="471" y="1876"/>
                    <a:pt x="655" y="1876"/>
                  </a:cubicBezTo>
                  <a:cubicBezTo>
                    <a:pt x="838" y="1876"/>
                    <a:pt x="1021" y="1786"/>
                    <a:pt x="1127" y="1606"/>
                  </a:cubicBezTo>
                  <a:lnTo>
                    <a:pt x="1906" y="302"/>
                  </a:lnTo>
                  <a:lnTo>
                    <a:pt x="1310" y="47"/>
                  </a:lnTo>
                  <a:cubicBezTo>
                    <a:pt x="1238" y="16"/>
                    <a:pt x="1163" y="1"/>
                    <a:pt x="1089"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1"/>
            <p:cNvSpPr/>
            <p:nvPr/>
          </p:nvSpPr>
          <p:spPr>
            <a:xfrm>
              <a:off x="938910" y="3451306"/>
              <a:ext cx="214200" cy="204837"/>
            </a:xfrm>
            <a:custGeom>
              <a:rect b="b" l="l" r="r" t="t"/>
              <a:pathLst>
                <a:path extrusionOk="0" h="7810" w="8167">
                  <a:moveTo>
                    <a:pt x="3999" y="1"/>
                  </a:moveTo>
                  <a:cubicBezTo>
                    <a:pt x="1916" y="6"/>
                    <a:pt x="198" y="1642"/>
                    <a:pt x="102" y="3720"/>
                  </a:cubicBezTo>
                  <a:cubicBezTo>
                    <a:pt x="1" y="5804"/>
                    <a:pt x="1550" y="7594"/>
                    <a:pt x="3624" y="7791"/>
                  </a:cubicBezTo>
                  <a:cubicBezTo>
                    <a:pt x="3753" y="7804"/>
                    <a:pt x="3881" y="7810"/>
                    <a:pt x="4008" y="7810"/>
                  </a:cubicBezTo>
                  <a:cubicBezTo>
                    <a:pt x="5924" y="7810"/>
                    <a:pt x="7584" y="6407"/>
                    <a:pt x="7868" y="4476"/>
                  </a:cubicBezTo>
                  <a:cubicBezTo>
                    <a:pt x="8166" y="2416"/>
                    <a:pt x="6800" y="477"/>
                    <a:pt x="4755" y="78"/>
                  </a:cubicBezTo>
                  <a:cubicBezTo>
                    <a:pt x="4504" y="35"/>
                    <a:pt x="4254" y="10"/>
                    <a:pt x="399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1"/>
            <p:cNvSpPr/>
            <p:nvPr/>
          </p:nvSpPr>
          <p:spPr>
            <a:xfrm>
              <a:off x="972350" y="3491093"/>
              <a:ext cx="60218" cy="51485"/>
            </a:xfrm>
            <a:custGeom>
              <a:rect b="b" l="l" r="r" t="t"/>
              <a:pathLst>
                <a:path extrusionOk="0" h="1963" w="2296">
                  <a:moveTo>
                    <a:pt x="1316" y="406"/>
                  </a:moveTo>
                  <a:cubicBezTo>
                    <a:pt x="1458" y="406"/>
                    <a:pt x="1602" y="459"/>
                    <a:pt x="1719" y="577"/>
                  </a:cubicBezTo>
                  <a:cubicBezTo>
                    <a:pt x="2084" y="938"/>
                    <a:pt x="1824" y="1559"/>
                    <a:pt x="1314" y="1559"/>
                  </a:cubicBezTo>
                  <a:cubicBezTo>
                    <a:pt x="997" y="1559"/>
                    <a:pt x="737" y="1299"/>
                    <a:pt x="737" y="981"/>
                  </a:cubicBezTo>
                  <a:cubicBezTo>
                    <a:pt x="737" y="636"/>
                    <a:pt x="1021" y="406"/>
                    <a:pt x="1316" y="406"/>
                  </a:cubicBezTo>
                  <a:close/>
                  <a:moveTo>
                    <a:pt x="1305" y="0"/>
                  </a:moveTo>
                  <a:cubicBezTo>
                    <a:pt x="1065" y="0"/>
                    <a:pt x="820" y="89"/>
                    <a:pt x="622" y="288"/>
                  </a:cubicBezTo>
                  <a:cubicBezTo>
                    <a:pt x="1" y="909"/>
                    <a:pt x="439" y="1963"/>
                    <a:pt x="1314" y="1963"/>
                  </a:cubicBezTo>
                  <a:cubicBezTo>
                    <a:pt x="1853" y="1963"/>
                    <a:pt x="2291" y="1525"/>
                    <a:pt x="2296" y="981"/>
                  </a:cubicBezTo>
                  <a:cubicBezTo>
                    <a:pt x="2293" y="391"/>
                    <a:pt x="1809" y="0"/>
                    <a:pt x="1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1"/>
            <p:cNvSpPr/>
            <p:nvPr/>
          </p:nvSpPr>
          <p:spPr>
            <a:xfrm>
              <a:off x="1055020" y="3565264"/>
              <a:ext cx="60218" cy="51458"/>
            </a:xfrm>
            <a:custGeom>
              <a:rect b="b" l="l" r="r" t="t"/>
              <a:pathLst>
                <a:path extrusionOk="0" h="1962" w="2296">
                  <a:moveTo>
                    <a:pt x="982" y="405"/>
                  </a:moveTo>
                  <a:cubicBezTo>
                    <a:pt x="1300" y="405"/>
                    <a:pt x="1559" y="660"/>
                    <a:pt x="1559" y="978"/>
                  </a:cubicBezTo>
                  <a:cubicBezTo>
                    <a:pt x="1559" y="1326"/>
                    <a:pt x="1275" y="1556"/>
                    <a:pt x="979" y="1556"/>
                  </a:cubicBezTo>
                  <a:cubicBezTo>
                    <a:pt x="838" y="1556"/>
                    <a:pt x="695" y="1503"/>
                    <a:pt x="578" y="1387"/>
                  </a:cubicBezTo>
                  <a:cubicBezTo>
                    <a:pt x="212" y="1021"/>
                    <a:pt x="472" y="405"/>
                    <a:pt x="982" y="405"/>
                  </a:cubicBezTo>
                  <a:close/>
                  <a:moveTo>
                    <a:pt x="982" y="1"/>
                  </a:moveTo>
                  <a:cubicBezTo>
                    <a:pt x="443" y="1"/>
                    <a:pt x="5" y="439"/>
                    <a:pt x="0" y="978"/>
                  </a:cubicBezTo>
                  <a:cubicBezTo>
                    <a:pt x="0" y="1570"/>
                    <a:pt x="484" y="1962"/>
                    <a:pt x="988" y="1962"/>
                  </a:cubicBezTo>
                  <a:cubicBezTo>
                    <a:pt x="1229" y="1962"/>
                    <a:pt x="1475" y="1872"/>
                    <a:pt x="1675" y="1671"/>
                  </a:cubicBezTo>
                  <a:cubicBezTo>
                    <a:pt x="2296" y="1055"/>
                    <a:pt x="1858"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1"/>
            <p:cNvSpPr/>
            <p:nvPr/>
          </p:nvSpPr>
          <p:spPr>
            <a:xfrm>
              <a:off x="993595" y="3500246"/>
              <a:ext cx="106090" cy="101684"/>
            </a:xfrm>
            <a:custGeom>
              <a:rect b="b" l="l" r="r" t="t"/>
              <a:pathLst>
                <a:path extrusionOk="0" h="3877" w="4045">
                  <a:moveTo>
                    <a:pt x="3751" y="1"/>
                  </a:moveTo>
                  <a:cubicBezTo>
                    <a:pt x="3703" y="1"/>
                    <a:pt x="3653" y="20"/>
                    <a:pt x="3608" y="64"/>
                  </a:cubicBezTo>
                  <a:lnTo>
                    <a:pt x="148" y="3524"/>
                  </a:lnTo>
                  <a:cubicBezTo>
                    <a:pt x="1" y="3672"/>
                    <a:pt x="136" y="3876"/>
                    <a:pt x="292" y="3876"/>
                  </a:cubicBezTo>
                  <a:cubicBezTo>
                    <a:pt x="340" y="3876"/>
                    <a:pt x="389" y="3857"/>
                    <a:pt x="432" y="3813"/>
                  </a:cubicBezTo>
                  <a:lnTo>
                    <a:pt x="3897" y="353"/>
                  </a:lnTo>
                  <a:cubicBezTo>
                    <a:pt x="4044" y="205"/>
                    <a:pt x="3909" y="1"/>
                    <a:pt x="3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1"/>
            <p:cNvSpPr/>
            <p:nvPr/>
          </p:nvSpPr>
          <p:spPr>
            <a:xfrm>
              <a:off x="933350" y="3446008"/>
              <a:ext cx="225425" cy="215459"/>
            </a:xfrm>
            <a:custGeom>
              <a:rect b="b" l="l" r="r" t="t"/>
              <a:pathLst>
                <a:path extrusionOk="0" h="8215" w="8595">
                  <a:moveTo>
                    <a:pt x="4211" y="1"/>
                  </a:moveTo>
                  <a:cubicBezTo>
                    <a:pt x="2017" y="6"/>
                    <a:pt x="213" y="1723"/>
                    <a:pt x="107" y="3913"/>
                  </a:cubicBezTo>
                  <a:cubicBezTo>
                    <a:pt x="1" y="6102"/>
                    <a:pt x="1632" y="7983"/>
                    <a:pt x="3812" y="8195"/>
                  </a:cubicBezTo>
                  <a:cubicBezTo>
                    <a:pt x="3947" y="8208"/>
                    <a:pt x="4082" y="8215"/>
                    <a:pt x="4215" y="8215"/>
                  </a:cubicBezTo>
                  <a:cubicBezTo>
                    <a:pt x="6233" y="8215"/>
                    <a:pt x="7979" y="6742"/>
                    <a:pt x="8277" y="4707"/>
                  </a:cubicBezTo>
                  <a:cubicBezTo>
                    <a:pt x="8595" y="2541"/>
                    <a:pt x="7156" y="506"/>
                    <a:pt x="5005" y="83"/>
                  </a:cubicBezTo>
                  <a:cubicBezTo>
                    <a:pt x="4989" y="79"/>
                    <a:pt x="4973" y="78"/>
                    <a:pt x="4958" y="78"/>
                  </a:cubicBezTo>
                  <a:cubicBezTo>
                    <a:pt x="4732" y="78"/>
                    <a:pt x="4680" y="427"/>
                    <a:pt x="4928" y="477"/>
                  </a:cubicBezTo>
                  <a:cubicBezTo>
                    <a:pt x="6867" y="862"/>
                    <a:pt x="8166" y="2695"/>
                    <a:pt x="7883" y="4654"/>
                  </a:cubicBezTo>
                  <a:cubicBezTo>
                    <a:pt x="7612" y="6486"/>
                    <a:pt x="6038" y="7818"/>
                    <a:pt x="4220" y="7818"/>
                  </a:cubicBezTo>
                  <a:cubicBezTo>
                    <a:pt x="4099" y="7818"/>
                    <a:pt x="3978" y="7813"/>
                    <a:pt x="3855" y="7801"/>
                  </a:cubicBezTo>
                  <a:cubicBezTo>
                    <a:pt x="1887" y="7613"/>
                    <a:pt x="415" y="5910"/>
                    <a:pt x="511" y="3937"/>
                  </a:cubicBezTo>
                  <a:cubicBezTo>
                    <a:pt x="602" y="1964"/>
                    <a:pt x="2234" y="410"/>
                    <a:pt x="4211" y="410"/>
                  </a:cubicBezTo>
                  <a:cubicBezTo>
                    <a:pt x="4481" y="410"/>
                    <a:pt x="4481" y="1"/>
                    <a:pt x="4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1"/>
            <p:cNvSpPr/>
            <p:nvPr/>
          </p:nvSpPr>
          <p:spPr>
            <a:xfrm>
              <a:off x="865841" y="3373121"/>
              <a:ext cx="355776" cy="361599"/>
            </a:xfrm>
            <a:custGeom>
              <a:rect b="b" l="l" r="r" t="t"/>
              <a:pathLst>
                <a:path extrusionOk="0" h="13787" w="13565">
                  <a:moveTo>
                    <a:pt x="6783" y="1"/>
                  </a:moveTo>
                  <a:cubicBezTo>
                    <a:pt x="6533" y="1"/>
                    <a:pt x="6282" y="124"/>
                    <a:pt x="6136" y="369"/>
                  </a:cubicBezTo>
                  <a:lnTo>
                    <a:pt x="5342" y="1707"/>
                  </a:lnTo>
                  <a:cubicBezTo>
                    <a:pt x="5275" y="1815"/>
                    <a:pt x="5157" y="1878"/>
                    <a:pt x="5037" y="1878"/>
                  </a:cubicBezTo>
                  <a:cubicBezTo>
                    <a:pt x="4992" y="1878"/>
                    <a:pt x="4947" y="1869"/>
                    <a:pt x="4904" y="1851"/>
                  </a:cubicBezTo>
                  <a:lnTo>
                    <a:pt x="3475" y="1235"/>
                  </a:lnTo>
                  <a:cubicBezTo>
                    <a:pt x="3375" y="1192"/>
                    <a:pt x="3273" y="1173"/>
                    <a:pt x="3174" y="1173"/>
                  </a:cubicBezTo>
                  <a:cubicBezTo>
                    <a:pt x="2751" y="1173"/>
                    <a:pt x="2383" y="1535"/>
                    <a:pt x="2426" y="1995"/>
                  </a:cubicBezTo>
                  <a:lnTo>
                    <a:pt x="2565" y="3545"/>
                  </a:lnTo>
                  <a:cubicBezTo>
                    <a:pt x="2580" y="3718"/>
                    <a:pt x="2464" y="3877"/>
                    <a:pt x="2296" y="3915"/>
                  </a:cubicBezTo>
                  <a:lnTo>
                    <a:pt x="775" y="4262"/>
                  </a:lnTo>
                  <a:cubicBezTo>
                    <a:pt x="222" y="4387"/>
                    <a:pt x="1" y="5061"/>
                    <a:pt x="376" y="5494"/>
                  </a:cubicBezTo>
                  <a:lnTo>
                    <a:pt x="1401" y="6663"/>
                  </a:lnTo>
                  <a:cubicBezTo>
                    <a:pt x="1516" y="6793"/>
                    <a:pt x="1516" y="6990"/>
                    <a:pt x="1401" y="7125"/>
                  </a:cubicBezTo>
                  <a:lnTo>
                    <a:pt x="376" y="8294"/>
                  </a:lnTo>
                  <a:cubicBezTo>
                    <a:pt x="1" y="8722"/>
                    <a:pt x="222" y="9401"/>
                    <a:pt x="775" y="9526"/>
                  </a:cubicBezTo>
                  <a:lnTo>
                    <a:pt x="1194" y="9622"/>
                  </a:lnTo>
                  <a:cubicBezTo>
                    <a:pt x="1212" y="9626"/>
                    <a:pt x="1229" y="9628"/>
                    <a:pt x="1245" y="9628"/>
                  </a:cubicBezTo>
                  <a:cubicBezTo>
                    <a:pt x="1469" y="9628"/>
                    <a:pt x="1527" y="9281"/>
                    <a:pt x="1281" y="9223"/>
                  </a:cubicBezTo>
                  <a:lnTo>
                    <a:pt x="867" y="9126"/>
                  </a:lnTo>
                  <a:cubicBezTo>
                    <a:pt x="612" y="9069"/>
                    <a:pt x="511" y="8756"/>
                    <a:pt x="684" y="8559"/>
                  </a:cubicBezTo>
                  <a:lnTo>
                    <a:pt x="1704" y="7385"/>
                  </a:lnTo>
                  <a:cubicBezTo>
                    <a:pt x="1954" y="7101"/>
                    <a:pt x="1954" y="6677"/>
                    <a:pt x="1704" y="6393"/>
                  </a:cubicBezTo>
                  <a:lnTo>
                    <a:pt x="684" y="5224"/>
                  </a:lnTo>
                  <a:cubicBezTo>
                    <a:pt x="511" y="5022"/>
                    <a:pt x="612" y="4709"/>
                    <a:pt x="867" y="4652"/>
                  </a:cubicBezTo>
                  <a:lnTo>
                    <a:pt x="2387" y="4310"/>
                  </a:lnTo>
                  <a:cubicBezTo>
                    <a:pt x="2753" y="4228"/>
                    <a:pt x="3003" y="3886"/>
                    <a:pt x="2970" y="3506"/>
                  </a:cubicBezTo>
                  <a:lnTo>
                    <a:pt x="2830" y="1957"/>
                  </a:lnTo>
                  <a:cubicBezTo>
                    <a:pt x="2810" y="1745"/>
                    <a:pt x="2979" y="1578"/>
                    <a:pt x="3175" y="1578"/>
                  </a:cubicBezTo>
                  <a:cubicBezTo>
                    <a:pt x="3220" y="1578"/>
                    <a:pt x="3266" y="1587"/>
                    <a:pt x="3311" y="1606"/>
                  </a:cubicBezTo>
                  <a:lnTo>
                    <a:pt x="4740" y="2222"/>
                  </a:lnTo>
                  <a:cubicBezTo>
                    <a:pt x="4835" y="2261"/>
                    <a:pt x="4935" y="2280"/>
                    <a:pt x="5033" y="2280"/>
                  </a:cubicBezTo>
                  <a:cubicBezTo>
                    <a:pt x="5293" y="2280"/>
                    <a:pt x="5544" y="2148"/>
                    <a:pt x="5683" y="1914"/>
                  </a:cubicBezTo>
                  <a:lnTo>
                    <a:pt x="6482" y="576"/>
                  </a:lnTo>
                  <a:cubicBezTo>
                    <a:pt x="6549" y="463"/>
                    <a:pt x="6665" y="406"/>
                    <a:pt x="6780" y="406"/>
                  </a:cubicBezTo>
                  <a:cubicBezTo>
                    <a:pt x="6896" y="406"/>
                    <a:pt x="7011" y="463"/>
                    <a:pt x="7079" y="576"/>
                  </a:cubicBezTo>
                  <a:lnTo>
                    <a:pt x="7877" y="1914"/>
                  </a:lnTo>
                  <a:cubicBezTo>
                    <a:pt x="8017" y="2148"/>
                    <a:pt x="8268" y="2280"/>
                    <a:pt x="8528" y="2280"/>
                  </a:cubicBezTo>
                  <a:cubicBezTo>
                    <a:pt x="8626" y="2280"/>
                    <a:pt x="8726" y="2261"/>
                    <a:pt x="8821" y="2222"/>
                  </a:cubicBezTo>
                  <a:lnTo>
                    <a:pt x="10250" y="1606"/>
                  </a:lnTo>
                  <a:cubicBezTo>
                    <a:pt x="10294" y="1587"/>
                    <a:pt x="10340" y="1578"/>
                    <a:pt x="10384" y="1578"/>
                  </a:cubicBezTo>
                  <a:cubicBezTo>
                    <a:pt x="10578" y="1578"/>
                    <a:pt x="10750" y="1745"/>
                    <a:pt x="10731" y="1957"/>
                  </a:cubicBezTo>
                  <a:lnTo>
                    <a:pt x="10591" y="3506"/>
                  </a:lnTo>
                  <a:cubicBezTo>
                    <a:pt x="10558" y="3886"/>
                    <a:pt x="10808" y="4228"/>
                    <a:pt x="11174" y="4310"/>
                  </a:cubicBezTo>
                  <a:lnTo>
                    <a:pt x="12694" y="4656"/>
                  </a:lnTo>
                  <a:cubicBezTo>
                    <a:pt x="12949" y="4714"/>
                    <a:pt x="13050" y="5027"/>
                    <a:pt x="12877" y="5224"/>
                  </a:cubicBezTo>
                  <a:lnTo>
                    <a:pt x="11852" y="6398"/>
                  </a:lnTo>
                  <a:cubicBezTo>
                    <a:pt x="11607" y="6682"/>
                    <a:pt x="11607" y="7105"/>
                    <a:pt x="11852" y="7389"/>
                  </a:cubicBezTo>
                  <a:lnTo>
                    <a:pt x="12877" y="8563"/>
                  </a:lnTo>
                  <a:cubicBezTo>
                    <a:pt x="13050" y="8761"/>
                    <a:pt x="12949" y="9073"/>
                    <a:pt x="12694" y="9131"/>
                  </a:cubicBezTo>
                  <a:lnTo>
                    <a:pt x="11174" y="9473"/>
                  </a:lnTo>
                  <a:cubicBezTo>
                    <a:pt x="10808" y="9559"/>
                    <a:pt x="10558" y="9901"/>
                    <a:pt x="10591" y="10281"/>
                  </a:cubicBezTo>
                  <a:lnTo>
                    <a:pt x="10731" y="11831"/>
                  </a:lnTo>
                  <a:cubicBezTo>
                    <a:pt x="10750" y="12042"/>
                    <a:pt x="10578" y="12209"/>
                    <a:pt x="10384" y="12209"/>
                  </a:cubicBezTo>
                  <a:cubicBezTo>
                    <a:pt x="10340" y="12209"/>
                    <a:pt x="10294" y="12201"/>
                    <a:pt x="10250" y="12182"/>
                  </a:cubicBezTo>
                  <a:lnTo>
                    <a:pt x="8821" y="11566"/>
                  </a:lnTo>
                  <a:cubicBezTo>
                    <a:pt x="8725" y="11525"/>
                    <a:pt x="8625" y="11505"/>
                    <a:pt x="8527" y="11505"/>
                  </a:cubicBezTo>
                  <a:cubicBezTo>
                    <a:pt x="8267" y="11505"/>
                    <a:pt x="8017" y="11640"/>
                    <a:pt x="7877" y="11874"/>
                  </a:cubicBezTo>
                  <a:lnTo>
                    <a:pt x="7079" y="13212"/>
                  </a:lnTo>
                  <a:cubicBezTo>
                    <a:pt x="7011" y="13325"/>
                    <a:pt x="6896" y="13381"/>
                    <a:pt x="6780" y="13381"/>
                  </a:cubicBezTo>
                  <a:cubicBezTo>
                    <a:pt x="6665" y="13381"/>
                    <a:pt x="6549" y="13325"/>
                    <a:pt x="6482" y="13212"/>
                  </a:cubicBezTo>
                  <a:lnTo>
                    <a:pt x="5683" y="11874"/>
                  </a:lnTo>
                  <a:cubicBezTo>
                    <a:pt x="5544" y="11640"/>
                    <a:pt x="5293" y="11505"/>
                    <a:pt x="5034" y="11505"/>
                  </a:cubicBezTo>
                  <a:cubicBezTo>
                    <a:pt x="4936" y="11505"/>
                    <a:pt x="4836" y="11525"/>
                    <a:pt x="4740" y="11566"/>
                  </a:cubicBezTo>
                  <a:lnTo>
                    <a:pt x="3311" y="12182"/>
                  </a:lnTo>
                  <a:cubicBezTo>
                    <a:pt x="3266" y="12201"/>
                    <a:pt x="3220" y="12209"/>
                    <a:pt x="3175" y="12209"/>
                  </a:cubicBezTo>
                  <a:cubicBezTo>
                    <a:pt x="2979" y="12209"/>
                    <a:pt x="2810" y="12042"/>
                    <a:pt x="2830" y="11831"/>
                  </a:cubicBezTo>
                  <a:lnTo>
                    <a:pt x="2970" y="10281"/>
                  </a:lnTo>
                  <a:cubicBezTo>
                    <a:pt x="3003" y="9901"/>
                    <a:pt x="2753" y="9559"/>
                    <a:pt x="2387" y="9473"/>
                  </a:cubicBezTo>
                  <a:lnTo>
                    <a:pt x="2026" y="9391"/>
                  </a:lnTo>
                  <a:cubicBezTo>
                    <a:pt x="2008" y="9387"/>
                    <a:pt x="1991" y="9385"/>
                    <a:pt x="1975" y="9385"/>
                  </a:cubicBezTo>
                  <a:cubicBezTo>
                    <a:pt x="1751" y="9385"/>
                    <a:pt x="1688" y="9732"/>
                    <a:pt x="1935" y="9786"/>
                  </a:cubicBezTo>
                  <a:lnTo>
                    <a:pt x="2296" y="9872"/>
                  </a:lnTo>
                  <a:cubicBezTo>
                    <a:pt x="2464" y="9911"/>
                    <a:pt x="2580" y="10070"/>
                    <a:pt x="2565" y="10243"/>
                  </a:cubicBezTo>
                  <a:lnTo>
                    <a:pt x="2426" y="11792"/>
                  </a:lnTo>
                  <a:cubicBezTo>
                    <a:pt x="2379" y="12253"/>
                    <a:pt x="2751" y="12619"/>
                    <a:pt x="3176" y="12619"/>
                  </a:cubicBezTo>
                  <a:cubicBezTo>
                    <a:pt x="3274" y="12619"/>
                    <a:pt x="3375" y="12600"/>
                    <a:pt x="3475" y="12557"/>
                  </a:cubicBezTo>
                  <a:lnTo>
                    <a:pt x="4904" y="11941"/>
                  </a:lnTo>
                  <a:cubicBezTo>
                    <a:pt x="4948" y="11923"/>
                    <a:pt x="4994" y="11913"/>
                    <a:pt x="5040" y="11913"/>
                  </a:cubicBezTo>
                  <a:cubicBezTo>
                    <a:pt x="5160" y="11913"/>
                    <a:pt x="5276" y="11974"/>
                    <a:pt x="5342" y="12086"/>
                  </a:cubicBezTo>
                  <a:lnTo>
                    <a:pt x="6136" y="13418"/>
                  </a:lnTo>
                  <a:cubicBezTo>
                    <a:pt x="6282" y="13664"/>
                    <a:pt x="6534" y="13787"/>
                    <a:pt x="6785" y="13787"/>
                  </a:cubicBezTo>
                  <a:cubicBezTo>
                    <a:pt x="7035" y="13787"/>
                    <a:pt x="7286" y="13664"/>
                    <a:pt x="7430" y="13418"/>
                  </a:cubicBezTo>
                  <a:lnTo>
                    <a:pt x="8229" y="12086"/>
                  </a:lnTo>
                  <a:cubicBezTo>
                    <a:pt x="8291" y="11974"/>
                    <a:pt x="8406" y="11913"/>
                    <a:pt x="8527" y="11913"/>
                  </a:cubicBezTo>
                  <a:cubicBezTo>
                    <a:pt x="8574" y="11913"/>
                    <a:pt x="8621" y="11923"/>
                    <a:pt x="8667" y="11941"/>
                  </a:cubicBezTo>
                  <a:lnTo>
                    <a:pt x="10096" y="12557"/>
                  </a:lnTo>
                  <a:cubicBezTo>
                    <a:pt x="10193" y="12598"/>
                    <a:pt x="10293" y="12617"/>
                    <a:pt x="10389" y="12617"/>
                  </a:cubicBezTo>
                  <a:cubicBezTo>
                    <a:pt x="10812" y="12617"/>
                    <a:pt x="11184" y="12254"/>
                    <a:pt x="11145" y="11792"/>
                  </a:cubicBezTo>
                  <a:lnTo>
                    <a:pt x="11000" y="10243"/>
                  </a:lnTo>
                  <a:cubicBezTo>
                    <a:pt x="10986" y="10070"/>
                    <a:pt x="11101" y="9911"/>
                    <a:pt x="11270" y="9872"/>
                  </a:cubicBezTo>
                  <a:lnTo>
                    <a:pt x="12790" y="9526"/>
                  </a:lnTo>
                  <a:cubicBezTo>
                    <a:pt x="13344" y="9401"/>
                    <a:pt x="13565" y="8727"/>
                    <a:pt x="13190" y="8294"/>
                  </a:cubicBezTo>
                  <a:lnTo>
                    <a:pt x="12165" y="7125"/>
                  </a:lnTo>
                  <a:cubicBezTo>
                    <a:pt x="12049" y="6990"/>
                    <a:pt x="12049" y="6793"/>
                    <a:pt x="12165" y="6663"/>
                  </a:cubicBezTo>
                  <a:lnTo>
                    <a:pt x="13185" y="5494"/>
                  </a:lnTo>
                  <a:cubicBezTo>
                    <a:pt x="13560" y="5065"/>
                    <a:pt x="13344" y="4392"/>
                    <a:pt x="12790" y="4262"/>
                  </a:cubicBezTo>
                  <a:lnTo>
                    <a:pt x="11275" y="3915"/>
                  </a:lnTo>
                  <a:cubicBezTo>
                    <a:pt x="11101" y="3877"/>
                    <a:pt x="10986" y="3718"/>
                    <a:pt x="11005" y="3545"/>
                  </a:cubicBezTo>
                  <a:lnTo>
                    <a:pt x="11145" y="1995"/>
                  </a:lnTo>
                  <a:cubicBezTo>
                    <a:pt x="11188" y="1535"/>
                    <a:pt x="10816" y="1173"/>
                    <a:pt x="10394" y="1173"/>
                  </a:cubicBezTo>
                  <a:cubicBezTo>
                    <a:pt x="10296" y="1173"/>
                    <a:pt x="10195" y="1192"/>
                    <a:pt x="10096" y="1235"/>
                  </a:cubicBezTo>
                  <a:lnTo>
                    <a:pt x="8667" y="1851"/>
                  </a:lnTo>
                  <a:cubicBezTo>
                    <a:pt x="8622" y="1869"/>
                    <a:pt x="8576" y="1878"/>
                    <a:pt x="8531" y="1878"/>
                  </a:cubicBezTo>
                  <a:cubicBezTo>
                    <a:pt x="8409" y="1878"/>
                    <a:pt x="8292" y="1815"/>
                    <a:pt x="8229" y="1707"/>
                  </a:cubicBezTo>
                  <a:lnTo>
                    <a:pt x="7430" y="369"/>
                  </a:lnTo>
                  <a:cubicBezTo>
                    <a:pt x="7283" y="124"/>
                    <a:pt x="7033" y="1"/>
                    <a:pt x="67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81"/>
          <p:cNvGrpSpPr/>
          <p:nvPr/>
        </p:nvGrpSpPr>
        <p:grpSpPr>
          <a:xfrm>
            <a:off x="1319524" y="3355155"/>
            <a:ext cx="342793" cy="375709"/>
            <a:chOff x="1319524" y="3355155"/>
            <a:chExt cx="342793" cy="375709"/>
          </a:xfrm>
        </p:grpSpPr>
        <p:sp>
          <p:nvSpPr>
            <p:cNvPr id="10624" name="Google Shape;10624;p81"/>
            <p:cNvSpPr/>
            <p:nvPr/>
          </p:nvSpPr>
          <p:spPr>
            <a:xfrm>
              <a:off x="1400042" y="3360716"/>
              <a:ext cx="256715" cy="364615"/>
            </a:xfrm>
            <a:custGeom>
              <a:rect b="b" l="l" r="r" t="t"/>
              <a:pathLst>
                <a:path extrusionOk="0" h="13902" w="9788">
                  <a:moveTo>
                    <a:pt x="280" y="0"/>
                  </a:moveTo>
                  <a:cubicBezTo>
                    <a:pt x="126" y="0"/>
                    <a:pt x="1" y="125"/>
                    <a:pt x="1" y="279"/>
                  </a:cubicBezTo>
                  <a:lnTo>
                    <a:pt x="1" y="13622"/>
                  </a:lnTo>
                  <a:cubicBezTo>
                    <a:pt x="1" y="13776"/>
                    <a:pt x="126" y="13901"/>
                    <a:pt x="280" y="13901"/>
                  </a:cubicBezTo>
                  <a:lnTo>
                    <a:pt x="9119" y="13901"/>
                  </a:lnTo>
                  <a:cubicBezTo>
                    <a:pt x="9490" y="13901"/>
                    <a:pt x="9788" y="13598"/>
                    <a:pt x="9788" y="13227"/>
                  </a:cubicBezTo>
                  <a:lnTo>
                    <a:pt x="9788" y="674"/>
                  </a:lnTo>
                  <a:cubicBezTo>
                    <a:pt x="9788" y="303"/>
                    <a:pt x="9490" y="0"/>
                    <a:pt x="911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1"/>
            <p:cNvSpPr/>
            <p:nvPr/>
          </p:nvSpPr>
          <p:spPr>
            <a:xfrm>
              <a:off x="1376202" y="3383035"/>
              <a:ext cx="256715" cy="319949"/>
            </a:xfrm>
            <a:custGeom>
              <a:rect b="b" l="l" r="r" t="t"/>
              <a:pathLst>
                <a:path extrusionOk="0" h="12199" w="9788">
                  <a:moveTo>
                    <a:pt x="0" y="1"/>
                  </a:moveTo>
                  <a:lnTo>
                    <a:pt x="0" y="12198"/>
                  </a:lnTo>
                  <a:lnTo>
                    <a:pt x="9787" y="12198"/>
                  </a:lnTo>
                  <a:lnTo>
                    <a:pt x="978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1"/>
            <p:cNvSpPr/>
            <p:nvPr/>
          </p:nvSpPr>
          <p:spPr>
            <a:xfrm>
              <a:off x="1354616" y="3360716"/>
              <a:ext cx="256715" cy="364615"/>
            </a:xfrm>
            <a:custGeom>
              <a:rect b="b" l="l" r="r" t="t"/>
              <a:pathLst>
                <a:path extrusionOk="0" h="13902" w="9788">
                  <a:moveTo>
                    <a:pt x="669" y="0"/>
                  </a:moveTo>
                  <a:cubicBezTo>
                    <a:pt x="299" y="0"/>
                    <a:pt x="1" y="303"/>
                    <a:pt x="1" y="674"/>
                  </a:cubicBezTo>
                  <a:lnTo>
                    <a:pt x="1" y="13227"/>
                  </a:lnTo>
                  <a:cubicBezTo>
                    <a:pt x="1" y="13598"/>
                    <a:pt x="299" y="13901"/>
                    <a:pt x="669" y="13901"/>
                  </a:cubicBezTo>
                  <a:lnTo>
                    <a:pt x="9114" y="13901"/>
                  </a:lnTo>
                  <a:cubicBezTo>
                    <a:pt x="9484" y="13901"/>
                    <a:pt x="9788" y="13598"/>
                    <a:pt x="9788" y="13227"/>
                  </a:cubicBezTo>
                  <a:lnTo>
                    <a:pt x="9788" y="674"/>
                  </a:lnTo>
                  <a:cubicBezTo>
                    <a:pt x="9788" y="303"/>
                    <a:pt x="9484" y="0"/>
                    <a:pt x="911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1"/>
            <p:cNvSpPr/>
            <p:nvPr/>
          </p:nvSpPr>
          <p:spPr>
            <a:xfrm>
              <a:off x="1571675" y="3360716"/>
              <a:ext cx="39656" cy="364615"/>
            </a:xfrm>
            <a:custGeom>
              <a:rect b="b" l="l" r="r" t="t"/>
              <a:pathLst>
                <a:path extrusionOk="0" h="13902" w="1512">
                  <a:moveTo>
                    <a:pt x="1" y="0"/>
                  </a:moveTo>
                  <a:cubicBezTo>
                    <a:pt x="371" y="0"/>
                    <a:pt x="674" y="303"/>
                    <a:pt x="674" y="674"/>
                  </a:cubicBezTo>
                  <a:lnTo>
                    <a:pt x="674" y="13227"/>
                  </a:lnTo>
                  <a:cubicBezTo>
                    <a:pt x="674" y="13598"/>
                    <a:pt x="376" y="13901"/>
                    <a:pt x="6" y="13901"/>
                  </a:cubicBezTo>
                  <a:lnTo>
                    <a:pt x="843" y="13901"/>
                  </a:lnTo>
                  <a:cubicBezTo>
                    <a:pt x="1213" y="13901"/>
                    <a:pt x="1512" y="13598"/>
                    <a:pt x="1512" y="13227"/>
                  </a:cubicBezTo>
                  <a:lnTo>
                    <a:pt x="1512" y="674"/>
                  </a:lnTo>
                  <a:cubicBezTo>
                    <a:pt x="1512" y="298"/>
                    <a:pt x="1213" y="0"/>
                    <a:pt x="83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1"/>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1"/>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1"/>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1"/>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1"/>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1"/>
            <p:cNvSpPr/>
            <p:nvPr/>
          </p:nvSpPr>
          <p:spPr>
            <a:xfrm>
              <a:off x="1347299" y="3401473"/>
              <a:ext cx="36614" cy="29296"/>
            </a:xfrm>
            <a:custGeom>
              <a:rect b="b" l="l" r="r" t="t"/>
              <a:pathLst>
                <a:path extrusionOk="0" h="1117" w="1396">
                  <a:moveTo>
                    <a:pt x="0" y="0"/>
                  </a:moveTo>
                  <a:cubicBezTo>
                    <a:pt x="308" y="0"/>
                    <a:pt x="559" y="250"/>
                    <a:pt x="559" y="558"/>
                  </a:cubicBezTo>
                  <a:cubicBezTo>
                    <a:pt x="559" y="866"/>
                    <a:pt x="308" y="1117"/>
                    <a:pt x="0" y="1117"/>
                  </a:cubicBezTo>
                  <a:lnTo>
                    <a:pt x="838" y="1117"/>
                  </a:lnTo>
                  <a:cubicBezTo>
                    <a:pt x="1146" y="1117"/>
                    <a:pt x="1396" y="866"/>
                    <a:pt x="1396" y="558"/>
                  </a:cubicBezTo>
                  <a:cubicBezTo>
                    <a:pt x="1396" y="250"/>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1"/>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1"/>
            <p:cNvSpPr/>
            <p:nvPr/>
          </p:nvSpPr>
          <p:spPr>
            <a:xfrm>
              <a:off x="1347561" y="3485768"/>
              <a:ext cx="36745" cy="29427"/>
            </a:xfrm>
            <a:custGeom>
              <a:rect b="b" l="l" r="r" t="t"/>
              <a:pathLst>
                <a:path extrusionOk="0" h="1122" w="1401">
                  <a:moveTo>
                    <a:pt x="0" y="0"/>
                  </a:moveTo>
                  <a:cubicBezTo>
                    <a:pt x="313" y="0"/>
                    <a:pt x="563" y="251"/>
                    <a:pt x="563" y="563"/>
                  </a:cubicBezTo>
                  <a:cubicBezTo>
                    <a:pt x="563" y="871"/>
                    <a:pt x="313" y="1122"/>
                    <a:pt x="0" y="1122"/>
                  </a:cubicBezTo>
                  <a:lnTo>
                    <a:pt x="842" y="1122"/>
                  </a:lnTo>
                  <a:cubicBezTo>
                    <a:pt x="1150" y="1122"/>
                    <a:pt x="1400" y="871"/>
                    <a:pt x="1400" y="563"/>
                  </a:cubicBezTo>
                  <a:cubicBezTo>
                    <a:pt x="1400" y="251"/>
                    <a:pt x="1150" y="0"/>
                    <a:pt x="842"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1"/>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1"/>
            <p:cNvSpPr/>
            <p:nvPr/>
          </p:nvSpPr>
          <p:spPr>
            <a:xfrm>
              <a:off x="1348059" y="3570195"/>
              <a:ext cx="36614" cy="29296"/>
            </a:xfrm>
            <a:custGeom>
              <a:rect b="b" l="l" r="r" t="t"/>
              <a:pathLst>
                <a:path extrusionOk="0" h="1117" w="1396">
                  <a:moveTo>
                    <a:pt x="0" y="0"/>
                  </a:moveTo>
                  <a:cubicBezTo>
                    <a:pt x="308" y="0"/>
                    <a:pt x="559" y="251"/>
                    <a:pt x="559" y="559"/>
                  </a:cubicBezTo>
                  <a:cubicBezTo>
                    <a:pt x="559" y="867"/>
                    <a:pt x="308" y="1117"/>
                    <a:pt x="0" y="1117"/>
                  </a:cubicBezTo>
                  <a:lnTo>
                    <a:pt x="838" y="1117"/>
                  </a:lnTo>
                  <a:cubicBezTo>
                    <a:pt x="1146" y="1117"/>
                    <a:pt x="1396" y="867"/>
                    <a:pt x="1396" y="559"/>
                  </a:cubicBezTo>
                  <a:cubicBezTo>
                    <a:pt x="1396" y="251"/>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1"/>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1"/>
            <p:cNvSpPr/>
            <p:nvPr/>
          </p:nvSpPr>
          <p:spPr>
            <a:xfrm>
              <a:off x="1348295" y="3654490"/>
              <a:ext cx="36771" cy="29427"/>
            </a:xfrm>
            <a:custGeom>
              <a:rect b="b" l="l" r="r" t="t"/>
              <a:pathLst>
                <a:path extrusionOk="0" h="1122" w="1402">
                  <a:moveTo>
                    <a:pt x="1" y="1"/>
                  </a:moveTo>
                  <a:cubicBezTo>
                    <a:pt x="309" y="1"/>
                    <a:pt x="559" y="251"/>
                    <a:pt x="559" y="559"/>
                  </a:cubicBezTo>
                  <a:cubicBezTo>
                    <a:pt x="559" y="867"/>
                    <a:pt x="309" y="1117"/>
                    <a:pt x="1" y="1122"/>
                  </a:cubicBezTo>
                  <a:lnTo>
                    <a:pt x="843" y="1122"/>
                  </a:lnTo>
                  <a:cubicBezTo>
                    <a:pt x="1151" y="1117"/>
                    <a:pt x="1401" y="867"/>
                    <a:pt x="1401" y="559"/>
                  </a:cubicBezTo>
                  <a:cubicBezTo>
                    <a:pt x="1401" y="251"/>
                    <a:pt x="1151" y="1"/>
                    <a:pt x="84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1"/>
            <p:cNvSpPr/>
            <p:nvPr/>
          </p:nvSpPr>
          <p:spPr>
            <a:xfrm>
              <a:off x="1445101" y="3422403"/>
              <a:ext cx="74748" cy="185796"/>
            </a:xfrm>
            <a:custGeom>
              <a:rect b="b" l="l" r="r" t="t"/>
              <a:pathLst>
                <a:path extrusionOk="0" h="7084" w="2850">
                  <a:moveTo>
                    <a:pt x="2002" y="1"/>
                  </a:moveTo>
                  <a:cubicBezTo>
                    <a:pt x="1536" y="1"/>
                    <a:pt x="1" y="511"/>
                    <a:pt x="1" y="3100"/>
                  </a:cubicBezTo>
                  <a:lnTo>
                    <a:pt x="1" y="3990"/>
                  </a:lnTo>
                  <a:cubicBezTo>
                    <a:pt x="1" y="6579"/>
                    <a:pt x="1536" y="7084"/>
                    <a:pt x="2002" y="7084"/>
                  </a:cubicBezTo>
                  <a:cubicBezTo>
                    <a:pt x="2224" y="7084"/>
                    <a:pt x="2512" y="6983"/>
                    <a:pt x="2695" y="6911"/>
                  </a:cubicBezTo>
                  <a:cubicBezTo>
                    <a:pt x="2791" y="6867"/>
                    <a:pt x="2849" y="6766"/>
                    <a:pt x="2830" y="6660"/>
                  </a:cubicBezTo>
                  <a:lnTo>
                    <a:pt x="2628" y="5433"/>
                  </a:lnTo>
                  <a:cubicBezTo>
                    <a:pt x="2610" y="5322"/>
                    <a:pt x="2510" y="5244"/>
                    <a:pt x="2400" y="5244"/>
                  </a:cubicBezTo>
                  <a:cubicBezTo>
                    <a:pt x="2391" y="5244"/>
                    <a:pt x="2382" y="5245"/>
                    <a:pt x="2373" y="5246"/>
                  </a:cubicBezTo>
                  <a:lnTo>
                    <a:pt x="1752" y="5328"/>
                  </a:lnTo>
                  <a:cubicBezTo>
                    <a:pt x="1102" y="5294"/>
                    <a:pt x="939" y="4471"/>
                    <a:pt x="939" y="3971"/>
                  </a:cubicBezTo>
                  <a:lnTo>
                    <a:pt x="939" y="3114"/>
                  </a:lnTo>
                  <a:cubicBezTo>
                    <a:pt x="939" y="2619"/>
                    <a:pt x="1102" y="1791"/>
                    <a:pt x="1752" y="1757"/>
                  </a:cubicBezTo>
                  <a:lnTo>
                    <a:pt x="2373" y="1839"/>
                  </a:lnTo>
                  <a:cubicBezTo>
                    <a:pt x="2382" y="1840"/>
                    <a:pt x="2391" y="1841"/>
                    <a:pt x="2400" y="1841"/>
                  </a:cubicBezTo>
                  <a:cubicBezTo>
                    <a:pt x="2510" y="1841"/>
                    <a:pt x="2610" y="1762"/>
                    <a:pt x="2628" y="1651"/>
                  </a:cubicBezTo>
                  <a:lnTo>
                    <a:pt x="2830" y="424"/>
                  </a:lnTo>
                  <a:cubicBezTo>
                    <a:pt x="2849" y="319"/>
                    <a:pt x="2791" y="217"/>
                    <a:pt x="2695" y="174"/>
                  </a:cubicBezTo>
                  <a:cubicBezTo>
                    <a:pt x="2512" y="102"/>
                    <a:pt x="2224" y="1"/>
                    <a:pt x="200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1"/>
            <p:cNvSpPr/>
            <p:nvPr/>
          </p:nvSpPr>
          <p:spPr>
            <a:xfrm>
              <a:off x="1320678" y="3355287"/>
              <a:ext cx="341639" cy="375578"/>
            </a:xfrm>
            <a:custGeom>
              <a:rect b="b" l="l" r="r" t="t"/>
              <a:pathLst>
                <a:path extrusionOk="0" h="14320" w="13026">
                  <a:moveTo>
                    <a:pt x="1896" y="11620"/>
                  </a:moveTo>
                  <a:cubicBezTo>
                    <a:pt x="2088" y="11620"/>
                    <a:pt x="2242" y="11774"/>
                    <a:pt x="2242" y="11967"/>
                  </a:cubicBezTo>
                  <a:cubicBezTo>
                    <a:pt x="2242" y="12159"/>
                    <a:pt x="2088" y="12318"/>
                    <a:pt x="1896" y="12318"/>
                  </a:cubicBezTo>
                  <a:lnTo>
                    <a:pt x="746" y="12318"/>
                  </a:lnTo>
                  <a:cubicBezTo>
                    <a:pt x="554" y="12318"/>
                    <a:pt x="400" y="12159"/>
                    <a:pt x="400" y="11967"/>
                  </a:cubicBezTo>
                  <a:cubicBezTo>
                    <a:pt x="400" y="11774"/>
                    <a:pt x="554" y="11620"/>
                    <a:pt x="746" y="11620"/>
                  </a:cubicBezTo>
                  <a:close/>
                  <a:moveTo>
                    <a:pt x="11698" y="1270"/>
                  </a:moveTo>
                  <a:lnTo>
                    <a:pt x="11698" y="13045"/>
                  </a:lnTo>
                  <a:lnTo>
                    <a:pt x="11289" y="13045"/>
                  </a:lnTo>
                  <a:lnTo>
                    <a:pt x="11289" y="1270"/>
                  </a:lnTo>
                  <a:close/>
                  <a:moveTo>
                    <a:pt x="3801" y="0"/>
                  </a:moveTo>
                  <a:cubicBezTo>
                    <a:pt x="3522" y="0"/>
                    <a:pt x="3522" y="419"/>
                    <a:pt x="3801" y="419"/>
                  </a:cubicBezTo>
                  <a:lnTo>
                    <a:pt x="10408" y="419"/>
                  </a:lnTo>
                  <a:cubicBezTo>
                    <a:pt x="10663" y="419"/>
                    <a:pt x="10870" y="626"/>
                    <a:pt x="10870" y="881"/>
                  </a:cubicBezTo>
                  <a:lnTo>
                    <a:pt x="10870" y="13439"/>
                  </a:lnTo>
                  <a:cubicBezTo>
                    <a:pt x="10870" y="13689"/>
                    <a:pt x="10663" y="13896"/>
                    <a:pt x="10408" y="13896"/>
                  </a:cubicBezTo>
                  <a:lnTo>
                    <a:pt x="1963" y="13896"/>
                  </a:lnTo>
                  <a:cubicBezTo>
                    <a:pt x="1708" y="13896"/>
                    <a:pt x="1501" y="13689"/>
                    <a:pt x="1501" y="13439"/>
                  </a:cubicBezTo>
                  <a:lnTo>
                    <a:pt x="1501" y="12737"/>
                  </a:lnTo>
                  <a:lnTo>
                    <a:pt x="1896" y="12737"/>
                  </a:lnTo>
                  <a:cubicBezTo>
                    <a:pt x="2310" y="12727"/>
                    <a:pt x="2642" y="12386"/>
                    <a:pt x="2642" y="11967"/>
                  </a:cubicBezTo>
                  <a:cubicBezTo>
                    <a:pt x="2642" y="11553"/>
                    <a:pt x="2310" y="11211"/>
                    <a:pt x="1896" y="11202"/>
                  </a:cubicBezTo>
                  <a:lnTo>
                    <a:pt x="1501" y="11202"/>
                  </a:lnTo>
                  <a:lnTo>
                    <a:pt x="1501" y="10745"/>
                  </a:lnTo>
                  <a:cubicBezTo>
                    <a:pt x="1501" y="10605"/>
                    <a:pt x="1397" y="10535"/>
                    <a:pt x="1292" y="10535"/>
                  </a:cubicBezTo>
                  <a:cubicBezTo>
                    <a:pt x="1187" y="10535"/>
                    <a:pt x="1083" y="10605"/>
                    <a:pt x="1083" y="10745"/>
                  </a:cubicBezTo>
                  <a:lnTo>
                    <a:pt x="1083" y="11202"/>
                  </a:lnTo>
                  <a:lnTo>
                    <a:pt x="746" y="11202"/>
                  </a:lnTo>
                  <a:cubicBezTo>
                    <a:pt x="332" y="11211"/>
                    <a:pt x="0" y="11553"/>
                    <a:pt x="0" y="11967"/>
                  </a:cubicBezTo>
                  <a:cubicBezTo>
                    <a:pt x="0" y="12386"/>
                    <a:pt x="332" y="12727"/>
                    <a:pt x="746" y="12737"/>
                  </a:cubicBezTo>
                  <a:lnTo>
                    <a:pt x="1083" y="12737"/>
                  </a:lnTo>
                  <a:lnTo>
                    <a:pt x="1083" y="13439"/>
                  </a:lnTo>
                  <a:cubicBezTo>
                    <a:pt x="1083" y="13925"/>
                    <a:pt x="1477" y="14315"/>
                    <a:pt x="1963" y="14320"/>
                  </a:cubicBezTo>
                  <a:lnTo>
                    <a:pt x="12145" y="14320"/>
                  </a:lnTo>
                  <a:cubicBezTo>
                    <a:pt x="12631" y="14315"/>
                    <a:pt x="13026" y="13920"/>
                    <a:pt x="13026" y="13434"/>
                  </a:cubicBezTo>
                  <a:lnTo>
                    <a:pt x="13026" y="2685"/>
                  </a:lnTo>
                  <a:cubicBezTo>
                    <a:pt x="13026" y="2546"/>
                    <a:pt x="12920" y="2476"/>
                    <a:pt x="12814" y="2476"/>
                  </a:cubicBezTo>
                  <a:cubicBezTo>
                    <a:pt x="12708" y="2476"/>
                    <a:pt x="12602" y="2546"/>
                    <a:pt x="12602" y="2685"/>
                  </a:cubicBezTo>
                  <a:lnTo>
                    <a:pt x="12602" y="13434"/>
                  </a:lnTo>
                  <a:cubicBezTo>
                    <a:pt x="12602" y="13689"/>
                    <a:pt x="12395" y="13896"/>
                    <a:pt x="12140" y="13896"/>
                  </a:cubicBezTo>
                  <a:lnTo>
                    <a:pt x="11159" y="13896"/>
                  </a:lnTo>
                  <a:cubicBezTo>
                    <a:pt x="11240" y="13766"/>
                    <a:pt x="11284" y="13617"/>
                    <a:pt x="11289" y="13463"/>
                  </a:cubicBezTo>
                  <a:lnTo>
                    <a:pt x="11909" y="13463"/>
                  </a:lnTo>
                  <a:cubicBezTo>
                    <a:pt x="12025" y="13463"/>
                    <a:pt x="12116" y="13372"/>
                    <a:pt x="12116" y="13256"/>
                  </a:cubicBezTo>
                  <a:lnTo>
                    <a:pt x="12116" y="1059"/>
                  </a:lnTo>
                  <a:cubicBezTo>
                    <a:pt x="12116" y="943"/>
                    <a:pt x="12025" y="852"/>
                    <a:pt x="11909" y="852"/>
                  </a:cubicBezTo>
                  <a:lnTo>
                    <a:pt x="11289" y="852"/>
                  </a:lnTo>
                  <a:cubicBezTo>
                    <a:pt x="11284" y="698"/>
                    <a:pt x="11240" y="549"/>
                    <a:pt x="11159" y="419"/>
                  </a:cubicBezTo>
                  <a:lnTo>
                    <a:pt x="12145" y="419"/>
                  </a:lnTo>
                  <a:cubicBezTo>
                    <a:pt x="12400" y="419"/>
                    <a:pt x="12602" y="626"/>
                    <a:pt x="12607" y="881"/>
                  </a:cubicBezTo>
                  <a:lnTo>
                    <a:pt x="12607" y="1761"/>
                  </a:lnTo>
                  <a:cubicBezTo>
                    <a:pt x="12602" y="1877"/>
                    <a:pt x="12698" y="1973"/>
                    <a:pt x="12814" y="1973"/>
                  </a:cubicBezTo>
                  <a:cubicBezTo>
                    <a:pt x="12929" y="1973"/>
                    <a:pt x="13026" y="1877"/>
                    <a:pt x="13026" y="1761"/>
                  </a:cubicBezTo>
                  <a:lnTo>
                    <a:pt x="13026" y="881"/>
                  </a:lnTo>
                  <a:cubicBezTo>
                    <a:pt x="13026" y="395"/>
                    <a:pt x="12631" y="0"/>
                    <a:pt x="12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1"/>
            <p:cNvSpPr/>
            <p:nvPr/>
          </p:nvSpPr>
          <p:spPr>
            <a:xfrm>
              <a:off x="1319524" y="3355155"/>
              <a:ext cx="84085" cy="263586"/>
            </a:xfrm>
            <a:custGeom>
              <a:rect b="b" l="l" r="r" t="t"/>
              <a:pathLst>
                <a:path extrusionOk="0" h="10050" w="3206">
                  <a:moveTo>
                    <a:pt x="1897" y="1978"/>
                  </a:moveTo>
                  <a:cubicBezTo>
                    <a:pt x="2089" y="1978"/>
                    <a:pt x="2243" y="2132"/>
                    <a:pt x="2243" y="2324"/>
                  </a:cubicBezTo>
                  <a:cubicBezTo>
                    <a:pt x="2243" y="2517"/>
                    <a:pt x="2089" y="2676"/>
                    <a:pt x="1897" y="2676"/>
                  </a:cubicBezTo>
                  <a:lnTo>
                    <a:pt x="752" y="2676"/>
                  </a:lnTo>
                  <a:cubicBezTo>
                    <a:pt x="554" y="2676"/>
                    <a:pt x="400" y="2517"/>
                    <a:pt x="400" y="2324"/>
                  </a:cubicBezTo>
                  <a:cubicBezTo>
                    <a:pt x="400" y="2132"/>
                    <a:pt x="554" y="1978"/>
                    <a:pt x="752" y="1978"/>
                  </a:cubicBezTo>
                  <a:close/>
                  <a:moveTo>
                    <a:pt x="1911" y="5192"/>
                  </a:moveTo>
                  <a:cubicBezTo>
                    <a:pt x="2104" y="5192"/>
                    <a:pt x="2258" y="5346"/>
                    <a:pt x="2258" y="5543"/>
                  </a:cubicBezTo>
                  <a:cubicBezTo>
                    <a:pt x="2258" y="5736"/>
                    <a:pt x="2104" y="5890"/>
                    <a:pt x="1911" y="5890"/>
                  </a:cubicBezTo>
                  <a:lnTo>
                    <a:pt x="766" y="5890"/>
                  </a:lnTo>
                  <a:cubicBezTo>
                    <a:pt x="569" y="5890"/>
                    <a:pt x="415" y="5736"/>
                    <a:pt x="415" y="5543"/>
                  </a:cubicBezTo>
                  <a:cubicBezTo>
                    <a:pt x="415" y="5346"/>
                    <a:pt x="569" y="5192"/>
                    <a:pt x="761" y="5192"/>
                  </a:cubicBezTo>
                  <a:close/>
                  <a:moveTo>
                    <a:pt x="1926" y="8406"/>
                  </a:moveTo>
                  <a:cubicBezTo>
                    <a:pt x="2118" y="8406"/>
                    <a:pt x="2272" y="8565"/>
                    <a:pt x="2272" y="8758"/>
                  </a:cubicBezTo>
                  <a:cubicBezTo>
                    <a:pt x="2272" y="8950"/>
                    <a:pt x="2118" y="9104"/>
                    <a:pt x="1926" y="9109"/>
                  </a:cubicBezTo>
                  <a:lnTo>
                    <a:pt x="776" y="9109"/>
                  </a:lnTo>
                  <a:cubicBezTo>
                    <a:pt x="583" y="9104"/>
                    <a:pt x="429" y="8950"/>
                    <a:pt x="429" y="8758"/>
                  </a:cubicBezTo>
                  <a:cubicBezTo>
                    <a:pt x="429" y="8565"/>
                    <a:pt x="583" y="8406"/>
                    <a:pt x="776" y="8406"/>
                  </a:cubicBezTo>
                  <a:close/>
                  <a:moveTo>
                    <a:pt x="2007" y="0"/>
                  </a:moveTo>
                  <a:cubicBezTo>
                    <a:pt x="1521" y="0"/>
                    <a:pt x="1127" y="395"/>
                    <a:pt x="1127" y="886"/>
                  </a:cubicBezTo>
                  <a:lnTo>
                    <a:pt x="1127" y="1554"/>
                  </a:lnTo>
                  <a:lnTo>
                    <a:pt x="752" y="1554"/>
                  </a:lnTo>
                  <a:cubicBezTo>
                    <a:pt x="333" y="1564"/>
                    <a:pt x="1" y="1906"/>
                    <a:pt x="1" y="2324"/>
                  </a:cubicBezTo>
                  <a:cubicBezTo>
                    <a:pt x="1" y="2738"/>
                    <a:pt x="333" y="3080"/>
                    <a:pt x="752" y="3094"/>
                  </a:cubicBezTo>
                  <a:lnTo>
                    <a:pt x="1127" y="3094"/>
                  </a:lnTo>
                  <a:lnTo>
                    <a:pt x="1127" y="4769"/>
                  </a:lnTo>
                  <a:lnTo>
                    <a:pt x="766" y="4769"/>
                  </a:lnTo>
                  <a:cubicBezTo>
                    <a:pt x="347" y="4783"/>
                    <a:pt x="20" y="5125"/>
                    <a:pt x="20" y="5539"/>
                  </a:cubicBezTo>
                  <a:cubicBezTo>
                    <a:pt x="20" y="5957"/>
                    <a:pt x="347" y="6299"/>
                    <a:pt x="766" y="6308"/>
                  </a:cubicBezTo>
                  <a:lnTo>
                    <a:pt x="1127" y="6308"/>
                  </a:lnTo>
                  <a:lnTo>
                    <a:pt x="1127" y="7988"/>
                  </a:lnTo>
                  <a:lnTo>
                    <a:pt x="776" y="7988"/>
                  </a:lnTo>
                  <a:cubicBezTo>
                    <a:pt x="362" y="7997"/>
                    <a:pt x="30" y="8339"/>
                    <a:pt x="30" y="8758"/>
                  </a:cubicBezTo>
                  <a:cubicBezTo>
                    <a:pt x="30" y="9171"/>
                    <a:pt x="362" y="9513"/>
                    <a:pt x="776" y="9528"/>
                  </a:cubicBezTo>
                  <a:lnTo>
                    <a:pt x="1127" y="9528"/>
                  </a:lnTo>
                  <a:lnTo>
                    <a:pt x="1127" y="9840"/>
                  </a:lnTo>
                  <a:cubicBezTo>
                    <a:pt x="1127" y="9980"/>
                    <a:pt x="1233" y="10050"/>
                    <a:pt x="1339" y="10050"/>
                  </a:cubicBezTo>
                  <a:cubicBezTo>
                    <a:pt x="1444" y="10050"/>
                    <a:pt x="1550" y="9980"/>
                    <a:pt x="1550" y="9840"/>
                  </a:cubicBezTo>
                  <a:lnTo>
                    <a:pt x="1550" y="9528"/>
                  </a:lnTo>
                  <a:lnTo>
                    <a:pt x="1926" y="9528"/>
                  </a:lnTo>
                  <a:cubicBezTo>
                    <a:pt x="1931" y="9528"/>
                    <a:pt x="1937" y="9528"/>
                    <a:pt x="1943" y="9528"/>
                  </a:cubicBezTo>
                  <a:cubicBezTo>
                    <a:pt x="2368" y="9528"/>
                    <a:pt x="2715" y="9185"/>
                    <a:pt x="2715" y="8758"/>
                  </a:cubicBezTo>
                  <a:cubicBezTo>
                    <a:pt x="2715" y="8333"/>
                    <a:pt x="2373" y="7987"/>
                    <a:pt x="1951" y="7987"/>
                  </a:cubicBezTo>
                  <a:cubicBezTo>
                    <a:pt x="1943" y="7987"/>
                    <a:pt x="1934" y="7987"/>
                    <a:pt x="1926" y="7988"/>
                  </a:cubicBezTo>
                  <a:lnTo>
                    <a:pt x="1550" y="7988"/>
                  </a:lnTo>
                  <a:lnTo>
                    <a:pt x="1550" y="6308"/>
                  </a:lnTo>
                  <a:lnTo>
                    <a:pt x="1911" y="6308"/>
                  </a:lnTo>
                  <a:cubicBezTo>
                    <a:pt x="1920" y="6309"/>
                    <a:pt x="1928" y="6309"/>
                    <a:pt x="1937" y="6309"/>
                  </a:cubicBezTo>
                  <a:cubicBezTo>
                    <a:pt x="2358" y="6309"/>
                    <a:pt x="2700" y="5963"/>
                    <a:pt x="2700" y="5539"/>
                  </a:cubicBezTo>
                  <a:cubicBezTo>
                    <a:pt x="2700" y="5114"/>
                    <a:pt x="2358" y="4773"/>
                    <a:pt x="1937" y="4773"/>
                  </a:cubicBezTo>
                  <a:cubicBezTo>
                    <a:pt x="1929" y="4773"/>
                    <a:pt x="1920" y="4773"/>
                    <a:pt x="1911" y="4774"/>
                  </a:cubicBezTo>
                  <a:lnTo>
                    <a:pt x="1550" y="4774"/>
                  </a:lnTo>
                  <a:lnTo>
                    <a:pt x="1550" y="3094"/>
                  </a:lnTo>
                  <a:lnTo>
                    <a:pt x="1897" y="3094"/>
                  </a:lnTo>
                  <a:cubicBezTo>
                    <a:pt x="1903" y="3094"/>
                    <a:pt x="1908" y="3094"/>
                    <a:pt x="1914" y="3094"/>
                  </a:cubicBezTo>
                  <a:cubicBezTo>
                    <a:pt x="2339" y="3094"/>
                    <a:pt x="2686" y="2752"/>
                    <a:pt x="2686" y="2324"/>
                  </a:cubicBezTo>
                  <a:cubicBezTo>
                    <a:pt x="2686" y="1897"/>
                    <a:pt x="2339" y="1554"/>
                    <a:pt x="1914" y="1554"/>
                  </a:cubicBezTo>
                  <a:cubicBezTo>
                    <a:pt x="1908" y="1554"/>
                    <a:pt x="1903" y="1554"/>
                    <a:pt x="1897" y="1554"/>
                  </a:cubicBezTo>
                  <a:lnTo>
                    <a:pt x="1550" y="1554"/>
                  </a:lnTo>
                  <a:lnTo>
                    <a:pt x="1550" y="886"/>
                  </a:lnTo>
                  <a:cubicBezTo>
                    <a:pt x="1550" y="631"/>
                    <a:pt x="1752" y="424"/>
                    <a:pt x="2007" y="424"/>
                  </a:cubicBezTo>
                  <a:lnTo>
                    <a:pt x="2926" y="424"/>
                  </a:lnTo>
                  <a:cubicBezTo>
                    <a:pt x="3206" y="424"/>
                    <a:pt x="3206" y="0"/>
                    <a:pt x="2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1"/>
            <p:cNvSpPr/>
            <p:nvPr/>
          </p:nvSpPr>
          <p:spPr>
            <a:xfrm>
              <a:off x="1419110" y="3634295"/>
              <a:ext cx="144907" cy="11016"/>
            </a:xfrm>
            <a:custGeom>
              <a:rect b="b" l="l" r="r" t="t"/>
              <a:pathLst>
                <a:path extrusionOk="0" h="420" w="5525">
                  <a:moveTo>
                    <a:pt x="212" y="1"/>
                  </a:moveTo>
                  <a:cubicBezTo>
                    <a:pt x="92" y="1"/>
                    <a:pt x="0" y="97"/>
                    <a:pt x="0" y="213"/>
                  </a:cubicBezTo>
                  <a:cubicBezTo>
                    <a:pt x="0" y="328"/>
                    <a:pt x="97" y="419"/>
                    <a:pt x="212" y="419"/>
                  </a:cubicBezTo>
                  <a:lnTo>
                    <a:pt x="5245" y="419"/>
                  </a:lnTo>
                  <a:cubicBezTo>
                    <a:pt x="5524" y="419"/>
                    <a:pt x="5524" y="1"/>
                    <a:pt x="5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1"/>
            <p:cNvSpPr/>
            <p:nvPr/>
          </p:nvSpPr>
          <p:spPr>
            <a:xfrm>
              <a:off x="1417221" y="3657768"/>
              <a:ext cx="146795" cy="11016"/>
            </a:xfrm>
            <a:custGeom>
              <a:rect b="b" l="l" r="r" t="t"/>
              <a:pathLst>
                <a:path extrusionOk="0" h="420" w="5597">
                  <a:moveTo>
                    <a:pt x="284" y="1"/>
                  </a:moveTo>
                  <a:cubicBezTo>
                    <a:pt x="0" y="1"/>
                    <a:pt x="0" y="419"/>
                    <a:pt x="284" y="419"/>
                  </a:cubicBezTo>
                  <a:lnTo>
                    <a:pt x="5317" y="419"/>
                  </a:lnTo>
                  <a:cubicBezTo>
                    <a:pt x="5596" y="419"/>
                    <a:pt x="5596" y="1"/>
                    <a:pt x="5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1"/>
            <p:cNvSpPr/>
            <p:nvPr/>
          </p:nvSpPr>
          <p:spPr>
            <a:xfrm>
              <a:off x="1439672" y="3417000"/>
              <a:ext cx="86105" cy="196759"/>
            </a:xfrm>
            <a:custGeom>
              <a:rect b="b" l="l" r="r" t="t"/>
              <a:pathLst>
                <a:path extrusionOk="0" h="7502" w="3283">
                  <a:moveTo>
                    <a:pt x="2209" y="419"/>
                  </a:moveTo>
                  <a:cubicBezTo>
                    <a:pt x="2354" y="419"/>
                    <a:pt x="2570" y="476"/>
                    <a:pt x="2820" y="577"/>
                  </a:cubicBezTo>
                  <a:cubicBezTo>
                    <a:pt x="2830" y="582"/>
                    <a:pt x="2835" y="587"/>
                    <a:pt x="2830" y="597"/>
                  </a:cubicBezTo>
                  <a:lnTo>
                    <a:pt x="2628" y="1824"/>
                  </a:lnTo>
                  <a:cubicBezTo>
                    <a:pt x="2628" y="1833"/>
                    <a:pt x="2618" y="1838"/>
                    <a:pt x="2609" y="1838"/>
                  </a:cubicBezTo>
                  <a:lnTo>
                    <a:pt x="1988" y="1756"/>
                  </a:lnTo>
                  <a:lnTo>
                    <a:pt x="1949" y="1756"/>
                  </a:lnTo>
                  <a:cubicBezTo>
                    <a:pt x="1204" y="1795"/>
                    <a:pt x="934" y="2627"/>
                    <a:pt x="934" y="3325"/>
                  </a:cubicBezTo>
                  <a:lnTo>
                    <a:pt x="934" y="4177"/>
                  </a:lnTo>
                  <a:cubicBezTo>
                    <a:pt x="934" y="4499"/>
                    <a:pt x="997" y="4821"/>
                    <a:pt x="1117" y="5120"/>
                  </a:cubicBezTo>
                  <a:lnTo>
                    <a:pt x="1117" y="5115"/>
                  </a:lnTo>
                  <a:cubicBezTo>
                    <a:pt x="1295" y="5509"/>
                    <a:pt x="1584" y="5726"/>
                    <a:pt x="1949" y="5745"/>
                  </a:cubicBezTo>
                  <a:lnTo>
                    <a:pt x="1988" y="5745"/>
                  </a:lnTo>
                  <a:lnTo>
                    <a:pt x="2609" y="5663"/>
                  </a:lnTo>
                  <a:cubicBezTo>
                    <a:pt x="2610" y="5663"/>
                    <a:pt x="2612" y="5662"/>
                    <a:pt x="2614" y="5662"/>
                  </a:cubicBezTo>
                  <a:cubicBezTo>
                    <a:pt x="2621" y="5662"/>
                    <a:pt x="2628" y="5670"/>
                    <a:pt x="2628" y="5678"/>
                  </a:cubicBezTo>
                  <a:lnTo>
                    <a:pt x="2830" y="6905"/>
                  </a:lnTo>
                  <a:cubicBezTo>
                    <a:pt x="2835" y="6910"/>
                    <a:pt x="2830" y="6919"/>
                    <a:pt x="2820" y="6924"/>
                  </a:cubicBezTo>
                  <a:cubicBezTo>
                    <a:pt x="2570" y="7025"/>
                    <a:pt x="2354" y="7083"/>
                    <a:pt x="2209" y="7083"/>
                  </a:cubicBezTo>
                  <a:cubicBezTo>
                    <a:pt x="2031" y="7083"/>
                    <a:pt x="1584" y="6977"/>
                    <a:pt x="1184" y="6568"/>
                  </a:cubicBezTo>
                  <a:cubicBezTo>
                    <a:pt x="684" y="6058"/>
                    <a:pt x="419" y="5240"/>
                    <a:pt x="419" y="4196"/>
                  </a:cubicBezTo>
                  <a:lnTo>
                    <a:pt x="419" y="3306"/>
                  </a:lnTo>
                  <a:cubicBezTo>
                    <a:pt x="419" y="2262"/>
                    <a:pt x="684" y="1439"/>
                    <a:pt x="1184" y="934"/>
                  </a:cubicBezTo>
                  <a:cubicBezTo>
                    <a:pt x="1584" y="525"/>
                    <a:pt x="2031" y="419"/>
                    <a:pt x="2209" y="419"/>
                  </a:cubicBezTo>
                  <a:close/>
                  <a:moveTo>
                    <a:pt x="2214" y="0"/>
                  </a:moveTo>
                  <a:cubicBezTo>
                    <a:pt x="1892" y="0"/>
                    <a:pt x="1348" y="164"/>
                    <a:pt x="886" y="640"/>
                  </a:cubicBezTo>
                  <a:cubicBezTo>
                    <a:pt x="299" y="1241"/>
                    <a:pt x="1" y="2132"/>
                    <a:pt x="1" y="3306"/>
                  </a:cubicBezTo>
                  <a:lnTo>
                    <a:pt x="1" y="4196"/>
                  </a:lnTo>
                  <a:cubicBezTo>
                    <a:pt x="1" y="5365"/>
                    <a:pt x="299" y="6265"/>
                    <a:pt x="886" y="6862"/>
                  </a:cubicBezTo>
                  <a:cubicBezTo>
                    <a:pt x="1348" y="7333"/>
                    <a:pt x="1892" y="7502"/>
                    <a:pt x="2214" y="7502"/>
                  </a:cubicBezTo>
                  <a:cubicBezTo>
                    <a:pt x="2464" y="7502"/>
                    <a:pt x="2767" y="7396"/>
                    <a:pt x="2984" y="7309"/>
                  </a:cubicBezTo>
                  <a:cubicBezTo>
                    <a:pt x="3172" y="7232"/>
                    <a:pt x="3282" y="7035"/>
                    <a:pt x="3249" y="6833"/>
                  </a:cubicBezTo>
                  <a:lnTo>
                    <a:pt x="3042" y="5611"/>
                  </a:lnTo>
                  <a:cubicBezTo>
                    <a:pt x="3007" y="5396"/>
                    <a:pt x="2824" y="5245"/>
                    <a:pt x="2618" y="5245"/>
                  </a:cubicBezTo>
                  <a:cubicBezTo>
                    <a:pt x="2597" y="5245"/>
                    <a:pt x="2576" y="5247"/>
                    <a:pt x="2556" y="5250"/>
                  </a:cubicBezTo>
                  <a:lnTo>
                    <a:pt x="1954" y="5327"/>
                  </a:lnTo>
                  <a:cubicBezTo>
                    <a:pt x="1362" y="5274"/>
                    <a:pt x="1358" y="4225"/>
                    <a:pt x="1358" y="4177"/>
                  </a:cubicBezTo>
                  <a:lnTo>
                    <a:pt x="1358" y="3325"/>
                  </a:lnTo>
                  <a:cubicBezTo>
                    <a:pt x="1358" y="3282"/>
                    <a:pt x="1362" y="2228"/>
                    <a:pt x="1954" y="2180"/>
                  </a:cubicBezTo>
                  <a:lnTo>
                    <a:pt x="1954" y="2175"/>
                  </a:lnTo>
                  <a:lnTo>
                    <a:pt x="2556" y="2252"/>
                  </a:lnTo>
                  <a:cubicBezTo>
                    <a:pt x="2576" y="2255"/>
                    <a:pt x="2597" y="2256"/>
                    <a:pt x="2618" y="2256"/>
                  </a:cubicBezTo>
                  <a:cubicBezTo>
                    <a:pt x="2824" y="2256"/>
                    <a:pt x="3007" y="2106"/>
                    <a:pt x="3042" y="1891"/>
                  </a:cubicBezTo>
                  <a:lnTo>
                    <a:pt x="3249" y="664"/>
                  </a:lnTo>
                  <a:cubicBezTo>
                    <a:pt x="3282" y="467"/>
                    <a:pt x="3172" y="265"/>
                    <a:pt x="2984" y="188"/>
                  </a:cubicBezTo>
                  <a:cubicBezTo>
                    <a:pt x="2767" y="101"/>
                    <a:pt x="2464" y="0"/>
                    <a:pt x="2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81"/>
          <p:cNvGrpSpPr/>
          <p:nvPr/>
        </p:nvGrpSpPr>
        <p:grpSpPr>
          <a:xfrm>
            <a:off x="2645009" y="3360008"/>
            <a:ext cx="382161" cy="369991"/>
            <a:chOff x="2645009" y="3360008"/>
            <a:chExt cx="382161" cy="369991"/>
          </a:xfrm>
        </p:grpSpPr>
        <p:sp>
          <p:nvSpPr>
            <p:cNvPr id="10647" name="Google Shape;10647;p81"/>
            <p:cNvSpPr/>
            <p:nvPr/>
          </p:nvSpPr>
          <p:spPr>
            <a:xfrm>
              <a:off x="2669112" y="3666607"/>
              <a:ext cx="57963" cy="57963"/>
            </a:xfrm>
            <a:custGeom>
              <a:rect b="b" l="l" r="r" t="t"/>
              <a:pathLst>
                <a:path extrusionOk="0" h="2210" w="2210">
                  <a:moveTo>
                    <a:pt x="1" y="1"/>
                  </a:moveTo>
                  <a:lnTo>
                    <a:pt x="1" y="2209"/>
                  </a:lnTo>
                  <a:lnTo>
                    <a:pt x="2209" y="2209"/>
                  </a:lnTo>
                  <a:lnTo>
                    <a:pt x="2209"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1"/>
            <p:cNvSpPr/>
            <p:nvPr/>
          </p:nvSpPr>
          <p:spPr>
            <a:xfrm>
              <a:off x="2669112" y="3666607"/>
              <a:ext cx="57963" cy="17441"/>
            </a:xfrm>
            <a:custGeom>
              <a:rect b="b" l="l" r="r" t="t"/>
              <a:pathLst>
                <a:path extrusionOk="0" h="665" w="2210">
                  <a:moveTo>
                    <a:pt x="1" y="1"/>
                  </a:moveTo>
                  <a:lnTo>
                    <a:pt x="1" y="665"/>
                  </a:lnTo>
                  <a:lnTo>
                    <a:pt x="2209" y="665"/>
                  </a:lnTo>
                  <a:lnTo>
                    <a:pt x="220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1"/>
            <p:cNvSpPr/>
            <p:nvPr/>
          </p:nvSpPr>
          <p:spPr>
            <a:xfrm>
              <a:off x="2663316" y="3643396"/>
              <a:ext cx="63628" cy="23238"/>
            </a:xfrm>
            <a:custGeom>
              <a:rect b="b" l="l" r="r" t="t"/>
              <a:pathLst>
                <a:path extrusionOk="0" h="886" w="2426">
                  <a:moveTo>
                    <a:pt x="443" y="0"/>
                  </a:moveTo>
                  <a:cubicBezTo>
                    <a:pt x="198" y="0"/>
                    <a:pt x="0" y="198"/>
                    <a:pt x="0" y="443"/>
                  </a:cubicBezTo>
                  <a:cubicBezTo>
                    <a:pt x="0" y="688"/>
                    <a:pt x="198" y="886"/>
                    <a:pt x="443" y="886"/>
                  </a:cubicBezTo>
                  <a:lnTo>
                    <a:pt x="2425" y="886"/>
                  </a:lnTo>
                  <a:lnTo>
                    <a:pt x="2425"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1"/>
            <p:cNvSpPr/>
            <p:nvPr/>
          </p:nvSpPr>
          <p:spPr>
            <a:xfrm>
              <a:off x="2721226" y="3463947"/>
              <a:ext cx="46344" cy="260623"/>
            </a:xfrm>
            <a:custGeom>
              <a:rect b="b" l="l" r="r" t="t"/>
              <a:pathLst>
                <a:path extrusionOk="0" h="9937" w="1767">
                  <a:moveTo>
                    <a:pt x="222" y="0"/>
                  </a:moveTo>
                  <a:lnTo>
                    <a:pt x="1" y="9936"/>
                  </a:lnTo>
                  <a:lnTo>
                    <a:pt x="1767" y="9936"/>
                  </a:lnTo>
                  <a:lnTo>
                    <a:pt x="154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1"/>
            <p:cNvSpPr/>
            <p:nvPr/>
          </p:nvSpPr>
          <p:spPr>
            <a:xfrm>
              <a:off x="2790782" y="3527549"/>
              <a:ext cx="34725" cy="92767"/>
            </a:xfrm>
            <a:custGeom>
              <a:rect b="b" l="l" r="r" t="t"/>
              <a:pathLst>
                <a:path extrusionOk="0" h="3537" w="1324">
                  <a:moveTo>
                    <a:pt x="221" y="0"/>
                  </a:moveTo>
                  <a:lnTo>
                    <a:pt x="0" y="3537"/>
                  </a:lnTo>
                  <a:lnTo>
                    <a:pt x="1323"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1"/>
            <p:cNvSpPr/>
            <p:nvPr/>
          </p:nvSpPr>
          <p:spPr>
            <a:xfrm>
              <a:off x="2726655" y="3463947"/>
              <a:ext cx="35486" cy="17310"/>
            </a:xfrm>
            <a:custGeom>
              <a:rect b="b" l="l" r="r" t="t"/>
              <a:pathLst>
                <a:path extrusionOk="0" h="660" w="1353">
                  <a:moveTo>
                    <a:pt x="15" y="0"/>
                  </a:moveTo>
                  <a:lnTo>
                    <a:pt x="1" y="659"/>
                  </a:lnTo>
                  <a:lnTo>
                    <a:pt x="1353" y="659"/>
                  </a:lnTo>
                  <a:lnTo>
                    <a:pt x="1338"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1"/>
            <p:cNvSpPr/>
            <p:nvPr/>
          </p:nvSpPr>
          <p:spPr>
            <a:xfrm>
              <a:off x="2795450" y="3527549"/>
              <a:ext cx="25388" cy="17441"/>
            </a:xfrm>
            <a:custGeom>
              <a:rect b="b" l="l" r="r" t="t"/>
              <a:pathLst>
                <a:path extrusionOk="0" h="665" w="968">
                  <a:moveTo>
                    <a:pt x="43" y="0"/>
                  </a:moveTo>
                  <a:lnTo>
                    <a:pt x="0" y="664"/>
                  </a:lnTo>
                  <a:lnTo>
                    <a:pt x="967"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1"/>
            <p:cNvSpPr/>
            <p:nvPr/>
          </p:nvSpPr>
          <p:spPr>
            <a:xfrm>
              <a:off x="2848692" y="3527549"/>
              <a:ext cx="34725" cy="92767"/>
            </a:xfrm>
            <a:custGeom>
              <a:rect b="b" l="l" r="r" t="t"/>
              <a:pathLst>
                <a:path extrusionOk="0" h="3537" w="1324">
                  <a:moveTo>
                    <a:pt x="222" y="0"/>
                  </a:moveTo>
                  <a:lnTo>
                    <a:pt x="1" y="3537"/>
                  </a:lnTo>
                  <a:lnTo>
                    <a:pt x="1324" y="3537"/>
                  </a:lnTo>
                  <a:lnTo>
                    <a:pt x="1103"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1"/>
            <p:cNvSpPr/>
            <p:nvPr/>
          </p:nvSpPr>
          <p:spPr>
            <a:xfrm>
              <a:off x="2853361" y="3527549"/>
              <a:ext cx="25388" cy="17441"/>
            </a:xfrm>
            <a:custGeom>
              <a:rect b="b" l="l" r="r" t="t"/>
              <a:pathLst>
                <a:path extrusionOk="0" h="665" w="968">
                  <a:moveTo>
                    <a:pt x="44" y="0"/>
                  </a:moveTo>
                  <a:lnTo>
                    <a:pt x="1" y="664"/>
                  </a:lnTo>
                  <a:lnTo>
                    <a:pt x="968" y="664"/>
                  </a:lnTo>
                  <a:lnTo>
                    <a:pt x="92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1"/>
            <p:cNvSpPr/>
            <p:nvPr/>
          </p:nvSpPr>
          <p:spPr>
            <a:xfrm>
              <a:off x="2906629" y="3527549"/>
              <a:ext cx="34725" cy="92767"/>
            </a:xfrm>
            <a:custGeom>
              <a:rect b="b" l="l" r="r" t="t"/>
              <a:pathLst>
                <a:path extrusionOk="0" h="3537" w="1324">
                  <a:moveTo>
                    <a:pt x="217" y="0"/>
                  </a:moveTo>
                  <a:lnTo>
                    <a:pt x="0" y="3537"/>
                  </a:lnTo>
                  <a:lnTo>
                    <a:pt x="1324"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1"/>
            <p:cNvSpPr/>
            <p:nvPr/>
          </p:nvSpPr>
          <p:spPr>
            <a:xfrm>
              <a:off x="2911297" y="3527549"/>
              <a:ext cx="25388" cy="17441"/>
            </a:xfrm>
            <a:custGeom>
              <a:rect b="b" l="l" r="r" t="t"/>
              <a:pathLst>
                <a:path extrusionOk="0" h="665" w="968">
                  <a:moveTo>
                    <a:pt x="39" y="0"/>
                  </a:moveTo>
                  <a:lnTo>
                    <a:pt x="0" y="664"/>
                  </a:lnTo>
                  <a:lnTo>
                    <a:pt x="968"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1"/>
            <p:cNvSpPr/>
            <p:nvPr/>
          </p:nvSpPr>
          <p:spPr>
            <a:xfrm>
              <a:off x="2744333" y="3643396"/>
              <a:ext cx="243339" cy="81174"/>
            </a:xfrm>
            <a:custGeom>
              <a:rect b="b" l="l" r="r" t="t"/>
              <a:pathLst>
                <a:path extrusionOk="0" h="3095" w="9278">
                  <a:moveTo>
                    <a:pt x="0" y="0"/>
                  </a:moveTo>
                  <a:lnTo>
                    <a:pt x="0" y="3094"/>
                  </a:lnTo>
                  <a:lnTo>
                    <a:pt x="9277" y="3094"/>
                  </a:lnTo>
                  <a:lnTo>
                    <a:pt x="9277"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1"/>
            <p:cNvSpPr/>
            <p:nvPr/>
          </p:nvSpPr>
          <p:spPr>
            <a:xfrm>
              <a:off x="2744333" y="3643396"/>
              <a:ext cx="243339" cy="17441"/>
            </a:xfrm>
            <a:custGeom>
              <a:rect b="b" l="l" r="r" t="t"/>
              <a:pathLst>
                <a:path extrusionOk="0" h="665" w="9278">
                  <a:moveTo>
                    <a:pt x="0" y="0"/>
                  </a:moveTo>
                  <a:lnTo>
                    <a:pt x="0" y="664"/>
                  </a:lnTo>
                  <a:lnTo>
                    <a:pt x="9277" y="664"/>
                  </a:lnTo>
                  <a:lnTo>
                    <a:pt x="9277"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1"/>
            <p:cNvSpPr/>
            <p:nvPr/>
          </p:nvSpPr>
          <p:spPr>
            <a:xfrm>
              <a:off x="2738641" y="3620289"/>
              <a:ext cx="254826" cy="23133"/>
            </a:xfrm>
            <a:custGeom>
              <a:rect b="b" l="l" r="r" t="t"/>
              <a:pathLst>
                <a:path extrusionOk="0" h="882" w="9716">
                  <a:moveTo>
                    <a:pt x="439" y="1"/>
                  </a:moveTo>
                  <a:cubicBezTo>
                    <a:pt x="198" y="1"/>
                    <a:pt x="1" y="198"/>
                    <a:pt x="1" y="443"/>
                  </a:cubicBezTo>
                  <a:cubicBezTo>
                    <a:pt x="1" y="684"/>
                    <a:pt x="198" y="881"/>
                    <a:pt x="439" y="881"/>
                  </a:cubicBezTo>
                  <a:lnTo>
                    <a:pt x="9273" y="881"/>
                  </a:lnTo>
                  <a:cubicBezTo>
                    <a:pt x="9519" y="881"/>
                    <a:pt x="9716" y="684"/>
                    <a:pt x="9716" y="443"/>
                  </a:cubicBezTo>
                  <a:cubicBezTo>
                    <a:pt x="9716" y="198"/>
                    <a:pt x="9519" y="1"/>
                    <a:pt x="9273"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1"/>
            <p:cNvSpPr/>
            <p:nvPr/>
          </p:nvSpPr>
          <p:spPr>
            <a:xfrm>
              <a:off x="2736569" y="3365384"/>
              <a:ext cx="290601" cy="127492"/>
            </a:xfrm>
            <a:custGeom>
              <a:rect b="b" l="l" r="r" t="t"/>
              <a:pathLst>
                <a:path extrusionOk="0" h="4861" w="11080">
                  <a:moveTo>
                    <a:pt x="8029" y="0"/>
                  </a:moveTo>
                  <a:cubicBezTo>
                    <a:pt x="7399" y="0"/>
                    <a:pt x="6797" y="245"/>
                    <a:pt x="6345" y="683"/>
                  </a:cubicBezTo>
                  <a:cubicBezTo>
                    <a:pt x="6005" y="375"/>
                    <a:pt x="5580" y="223"/>
                    <a:pt x="5156" y="223"/>
                  </a:cubicBezTo>
                  <a:cubicBezTo>
                    <a:pt x="4661" y="223"/>
                    <a:pt x="4169" y="430"/>
                    <a:pt x="3819" y="837"/>
                  </a:cubicBezTo>
                  <a:cubicBezTo>
                    <a:pt x="3612" y="719"/>
                    <a:pt x="3389" y="665"/>
                    <a:pt x="3171" y="665"/>
                  </a:cubicBezTo>
                  <a:cubicBezTo>
                    <a:pt x="2596" y="665"/>
                    <a:pt x="2050" y="1044"/>
                    <a:pt x="1889" y="1650"/>
                  </a:cubicBezTo>
                  <a:cubicBezTo>
                    <a:pt x="1766" y="1580"/>
                    <a:pt x="1636" y="1548"/>
                    <a:pt x="1509" y="1548"/>
                  </a:cubicBezTo>
                  <a:cubicBezTo>
                    <a:pt x="1124" y="1548"/>
                    <a:pt x="770" y="1845"/>
                    <a:pt x="749" y="2276"/>
                  </a:cubicBezTo>
                  <a:cubicBezTo>
                    <a:pt x="674" y="2231"/>
                    <a:pt x="595" y="2211"/>
                    <a:pt x="520" y="2211"/>
                  </a:cubicBezTo>
                  <a:cubicBezTo>
                    <a:pt x="242" y="2211"/>
                    <a:pt x="1" y="2484"/>
                    <a:pt x="99" y="2791"/>
                  </a:cubicBezTo>
                  <a:cubicBezTo>
                    <a:pt x="166" y="2990"/>
                    <a:pt x="344" y="3093"/>
                    <a:pt x="522" y="3093"/>
                  </a:cubicBezTo>
                  <a:cubicBezTo>
                    <a:pt x="687" y="3093"/>
                    <a:pt x="852" y="3003"/>
                    <a:pt x="927" y="2820"/>
                  </a:cubicBezTo>
                  <a:cubicBezTo>
                    <a:pt x="1079" y="3003"/>
                    <a:pt x="1296" y="3093"/>
                    <a:pt x="1512" y="3093"/>
                  </a:cubicBezTo>
                  <a:cubicBezTo>
                    <a:pt x="1740" y="3093"/>
                    <a:pt x="1967" y="2993"/>
                    <a:pt x="2120" y="2796"/>
                  </a:cubicBezTo>
                  <a:cubicBezTo>
                    <a:pt x="2377" y="3133"/>
                    <a:pt x="2769" y="3313"/>
                    <a:pt x="3168" y="3313"/>
                  </a:cubicBezTo>
                  <a:cubicBezTo>
                    <a:pt x="3390" y="3313"/>
                    <a:pt x="3614" y="3257"/>
                    <a:pt x="3819" y="3142"/>
                  </a:cubicBezTo>
                  <a:cubicBezTo>
                    <a:pt x="4163" y="3541"/>
                    <a:pt x="4656" y="3755"/>
                    <a:pt x="5158" y="3755"/>
                  </a:cubicBezTo>
                  <a:cubicBezTo>
                    <a:pt x="5406" y="3755"/>
                    <a:pt x="5657" y="3703"/>
                    <a:pt x="5892" y="3594"/>
                  </a:cubicBezTo>
                  <a:cubicBezTo>
                    <a:pt x="6353" y="4435"/>
                    <a:pt x="7192" y="4860"/>
                    <a:pt x="8030" y="4860"/>
                  </a:cubicBezTo>
                  <a:cubicBezTo>
                    <a:pt x="8838" y="4860"/>
                    <a:pt x="9645" y="4467"/>
                    <a:pt x="10117" y="3671"/>
                  </a:cubicBezTo>
                  <a:cubicBezTo>
                    <a:pt x="11080" y="2050"/>
                    <a:pt x="9910" y="0"/>
                    <a:pt x="8029"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1"/>
            <p:cNvSpPr/>
            <p:nvPr/>
          </p:nvSpPr>
          <p:spPr>
            <a:xfrm>
              <a:off x="2735494" y="3383298"/>
              <a:ext cx="270983" cy="109683"/>
            </a:xfrm>
            <a:custGeom>
              <a:rect b="b" l="l" r="r" t="t"/>
              <a:pathLst>
                <a:path extrusionOk="0" h="4182" w="10332">
                  <a:moveTo>
                    <a:pt x="2994" y="0"/>
                  </a:moveTo>
                  <a:cubicBezTo>
                    <a:pt x="2479" y="87"/>
                    <a:pt x="2065" y="462"/>
                    <a:pt x="1930" y="967"/>
                  </a:cubicBezTo>
                  <a:cubicBezTo>
                    <a:pt x="1807" y="897"/>
                    <a:pt x="1677" y="865"/>
                    <a:pt x="1550" y="865"/>
                  </a:cubicBezTo>
                  <a:cubicBezTo>
                    <a:pt x="1165" y="865"/>
                    <a:pt x="811" y="1162"/>
                    <a:pt x="790" y="1593"/>
                  </a:cubicBezTo>
                  <a:cubicBezTo>
                    <a:pt x="722" y="1550"/>
                    <a:pt x="641" y="1526"/>
                    <a:pt x="564" y="1526"/>
                  </a:cubicBezTo>
                  <a:cubicBezTo>
                    <a:pt x="208" y="1526"/>
                    <a:pt x="1" y="1920"/>
                    <a:pt x="193" y="2214"/>
                  </a:cubicBezTo>
                  <a:cubicBezTo>
                    <a:pt x="282" y="2346"/>
                    <a:pt x="422" y="2410"/>
                    <a:pt x="562" y="2410"/>
                  </a:cubicBezTo>
                  <a:cubicBezTo>
                    <a:pt x="731" y="2410"/>
                    <a:pt x="899" y="2316"/>
                    <a:pt x="973" y="2137"/>
                  </a:cubicBezTo>
                  <a:cubicBezTo>
                    <a:pt x="1126" y="2320"/>
                    <a:pt x="1342" y="2412"/>
                    <a:pt x="1558" y="2412"/>
                  </a:cubicBezTo>
                  <a:cubicBezTo>
                    <a:pt x="1783" y="2412"/>
                    <a:pt x="2009" y="2312"/>
                    <a:pt x="2161" y="2113"/>
                  </a:cubicBezTo>
                  <a:cubicBezTo>
                    <a:pt x="2421" y="2450"/>
                    <a:pt x="2814" y="2632"/>
                    <a:pt x="3214" y="2632"/>
                  </a:cubicBezTo>
                  <a:cubicBezTo>
                    <a:pt x="3436" y="2632"/>
                    <a:pt x="3660" y="2576"/>
                    <a:pt x="3864" y="2459"/>
                  </a:cubicBezTo>
                  <a:cubicBezTo>
                    <a:pt x="4209" y="2858"/>
                    <a:pt x="4702" y="3074"/>
                    <a:pt x="5204" y="3074"/>
                  </a:cubicBezTo>
                  <a:cubicBezTo>
                    <a:pt x="5452" y="3074"/>
                    <a:pt x="5702" y="3021"/>
                    <a:pt x="5938" y="2911"/>
                  </a:cubicBezTo>
                  <a:cubicBezTo>
                    <a:pt x="6362" y="3695"/>
                    <a:pt x="7183" y="4181"/>
                    <a:pt x="8070" y="4181"/>
                  </a:cubicBezTo>
                  <a:cubicBezTo>
                    <a:pt x="8120" y="4181"/>
                    <a:pt x="8169" y="4180"/>
                    <a:pt x="8219" y="4177"/>
                  </a:cubicBezTo>
                  <a:cubicBezTo>
                    <a:pt x="9157" y="4119"/>
                    <a:pt x="9980" y="3523"/>
                    <a:pt x="10331" y="2647"/>
                  </a:cubicBezTo>
                  <a:lnTo>
                    <a:pt x="10331" y="2647"/>
                  </a:lnTo>
                  <a:cubicBezTo>
                    <a:pt x="9922" y="2926"/>
                    <a:pt x="9441" y="3075"/>
                    <a:pt x="8950" y="3075"/>
                  </a:cubicBezTo>
                  <a:cubicBezTo>
                    <a:pt x="8089" y="3070"/>
                    <a:pt x="7290" y="2613"/>
                    <a:pt x="6857" y="1872"/>
                  </a:cubicBezTo>
                  <a:cubicBezTo>
                    <a:pt x="6840" y="1844"/>
                    <a:pt x="6812" y="1826"/>
                    <a:pt x="6783" y="1826"/>
                  </a:cubicBezTo>
                  <a:cubicBezTo>
                    <a:pt x="6772" y="1826"/>
                    <a:pt x="6762" y="1828"/>
                    <a:pt x="6751" y="1834"/>
                  </a:cubicBezTo>
                  <a:cubicBezTo>
                    <a:pt x="6532" y="1923"/>
                    <a:pt x="6305" y="1966"/>
                    <a:pt x="6081" y="1966"/>
                  </a:cubicBezTo>
                  <a:cubicBezTo>
                    <a:pt x="5459" y="1966"/>
                    <a:pt x="4865" y="1638"/>
                    <a:pt x="4543" y="1069"/>
                  </a:cubicBezTo>
                  <a:cubicBezTo>
                    <a:pt x="4528" y="1039"/>
                    <a:pt x="4499" y="1020"/>
                    <a:pt x="4468" y="1020"/>
                  </a:cubicBezTo>
                  <a:cubicBezTo>
                    <a:pt x="4459" y="1020"/>
                    <a:pt x="4451" y="1022"/>
                    <a:pt x="4442" y="1025"/>
                  </a:cubicBezTo>
                  <a:cubicBezTo>
                    <a:pt x="4326" y="1064"/>
                    <a:pt x="4211" y="1083"/>
                    <a:pt x="4095" y="1083"/>
                  </a:cubicBezTo>
                  <a:cubicBezTo>
                    <a:pt x="3494" y="1083"/>
                    <a:pt x="3003" y="602"/>
                    <a:pt x="299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1"/>
            <p:cNvSpPr/>
            <p:nvPr/>
          </p:nvSpPr>
          <p:spPr>
            <a:xfrm>
              <a:off x="2645009" y="3458492"/>
              <a:ext cx="373453" cy="271507"/>
            </a:xfrm>
            <a:custGeom>
              <a:rect b="b" l="l" r="r" t="t"/>
              <a:pathLst>
                <a:path extrusionOk="0" h="10352" w="14239">
                  <a:moveTo>
                    <a:pt x="6468" y="2840"/>
                  </a:moveTo>
                  <a:lnTo>
                    <a:pt x="6660" y="5963"/>
                  </a:lnTo>
                  <a:lnTo>
                    <a:pt x="5775" y="5963"/>
                  </a:lnTo>
                  <a:lnTo>
                    <a:pt x="5972" y="2840"/>
                  </a:lnTo>
                  <a:close/>
                  <a:moveTo>
                    <a:pt x="8676" y="2840"/>
                  </a:moveTo>
                  <a:lnTo>
                    <a:pt x="8869" y="5963"/>
                  </a:lnTo>
                  <a:lnTo>
                    <a:pt x="7983" y="5963"/>
                  </a:lnTo>
                  <a:lnTo>
                    <a:pt x="8181" y="2840"/>
                  </a:lnTo>
                  <a:close/>
                  <a:moveTo>
                    <a:pt x="10885" y="2840"/>
                  </a:moveTo>
                  <a:lnTo>
                    <a:pt x="11077" y="5963"/>
                  </a:lnTo>
                  <a:lnTo>
                    <a:pt x="10192" y="5963"/>
                  </a:lnTo>
                  <a:lnTo>
                    <a:pt x="10389" y="2840"/>
                  </a:lnTo>
                  <a:close/>
                  <a:moveTo>
                    <a:pt x="2763" y="7257"/>
                  </a:moveTo>
                  <a:lnTo>
                    <a:pt x="2753" y="7729"/>
                  </a:lnTo>
                  <a:lnTo>
                    <a:pt x="2022" y="7729"/>
                  </a:lnTo>
                  <a:cubicBezTo>
                    <a:pt x="1762" y="7743"/>
                    <a:pt x="1762" y="8128"/>
                    <a:pt x="2022" y="8143"/>
                  </a:cubicBezTo>
                  <a:lnTo>
                    <a:pt x="2743" y="8143"/>
                  </a:lnTo>
                  <a:lnTo>
                    <a:pt x="2705" y="9937"/>
                  </a:lnTo>
                  <a:lnTo>
                    <a:pt x="1127" y="9937"/>
                  </a:lnTo>
                  <a:lnTo>
                    <a:pt x="1127" y="8143"/>
                  </a:lnTo>
                  <a:lnTo>
                    <a:pt x="1141" y="8143"/>
                  </a:lnTo>
                  <a:cubicBezTo>
                    <a:pt x="1146" y="8143"/>
                    <a:pt x="1150" y="8143"/>
                    <a:pt x="1155" y="8143"/>
                  </a:cubicBezTo>
                  <a:cubicBezTo>
                    <a:pt x="1425" y="8143"/>
                    <a:pt x="1425" y="7728"/>
                    <a:pt x="1155" y="7728"/>
                  </a:cubicBezTo>
                  <a:cubicBezTo>
                    <a:pt x="1150" y="7728"/>
                    <a:pt x="1146" y="7729"/>
                    <a:pt x="1141" y="7729"/>
                  </a:cubicBezTo>
                  <a:cubicBezTo>
                    <a:pt x="823" y="7729"/>
                    <a:pt x="823" y="7257"/>
                    <a:pt x="1141" y="7257"/>
                  </a:cubicBezTo>
                  <a:close/>
                  <a:moveTo>
                    <a:pt x="4249" y="410"/>
                  </a:moveTo>
                  <a:lnTo>
                    <a:pt x="4374" y="5963"/>
                  </a:lnTo>
                  <a:lnTo>
                    <a:pt x="4014" y="5963"/>
                  </a:lnTo>
                  <a:cubicBezTo>
                    <a:pt x="3412" y="5963"/>
                    <a:pt x="3133" y="6704"/>
                    <a:pt x="3585" y="7098"/>
                  </a:cubicBezTo>
                  <a:lnTo>
                    <a:pt x="3585" y="9937"/>
                  </a:lnTo>
                  <a:lnTo>
                    <a:pt x="3119" y="9937"/>
                  </a:lnTo>
                  <a:lnTo>
                    <a:pt x="3330" y="410"/>
                  </a:lnTo>
                  <a:close/>
                  <a:moveTo>
                    <a:pt x="12843" y="6372"/>
                  </a:moveTo>
                  <a:cubicBezTo>
                    <a:pt x="12973" y="6372"/>
                    <a:pt x="13079" y="6478"/>
                    <a:pt x="13079" y="6608"/>
                  </a:cubicBezTo>
                  <a:lnTo>
                    <a:pt x="13079" y="6612"/>
                  </a:lnTo>
                  <a:cubicBezTo>
                    <a:pt x="13079" y="6738"/>
                    <a:pt x="12973" y="6843"/>
                    <a:pt x="12843" y="6843"/>
                  </a:cubicBezTo>
                  <a:lnTo>
                    <a:pt x="12400" y="6843"/>
                  </a:lnTo>
                  <a:cubicBezTo>
                    <a:pt x="12141" y="6858"/>
                    <a:pt x="12141" y="7243"/>
                    <a:pt x="12400" y="7257"/>
                  </a:cubicBezTo>
                  <a:lnTo>
                    <a:pt x="12862" y="7257"/>
                  </a:lnTo>
                  <a:lnTo>
                    <a:pt x="12862" y="9937"/>
                  </a:lnTo>
                  <a:lnTo>
                    <a:pt x="3994" y="9937"/>
                  </a:lnTo>
                  <a:lnTo>
                    <a:pt x="3994" y="7257"/>
                  </a:lnTo>
                  <a:lnTo>
                    <a:pt x="11520" y="7257"/>
                  </a:lnTo>
                  <a:cubicBezTo>
                    <a:pt x="11524" y="7257"/>
                    <a:pt x="11529" y="7258"/>
                    <a:pt x="11533" y="7258"/>
                  </a:cubicBezTo>
                  <a:cubicBezTo>
                    <a:pt x="11803" y="7258"/>
                    <a:pt x="11804" y="6843"/>
                    <a:pt x="11538" y="6843"/>
                  </a:cubicBezTo>
                  <a:cubicBezTo>
                    <a:pt x="11532" y="6843"/>
                    <a:pt x="11526" y="6843"/>
                    <a:pt x="11520" y="6843"/>
                  </a:cubicBezTo>
                  <a:lnTo>
                    <a:pt x="4009" y="6843"/>
                  </a:lnTo>
                  <a:cubicBezTo>
                    <a:pt x="3696" y="6843"/>
                    <a:pt x="3696" y="6372"/>
                    <a:pt x="4009" y="6372"/>
                  </a:cubicBezTo>
                  <a:close/>
                  <a:moveTo>
                    <a:pt x="3124" y="1"/>
                  </a:moveTo>
                  <a:cubicBezTo>
                    <a:pt x="3013" y="1"/>
                    <a:pt x="2926" y="91"/>
                    <a:pt x="2926" y="203"/>
                  </a:cubicBezTo>
                  <a:lnTo>
                    <a:pt x="2777" y="6843"/>
                  </a:lnTo>
                  <a:lnTo>
                    <a:pt x="1146" y="6843"/>
                  </a:lnTo>
                  <a:cubicBezTo>
                    <a:pt x="544" y="6843"/>
                    <a:pt x="265" y="7584"/>
                    <a:pt x="718" y="7979"/>
                  </a:cubicBezTo>
                  <a:lnTo>
                    <a:pt x="718" y="9937"/>
                  </a:lnTo>
                  <a:lnTo>
                    <a:pt x="260" y="9937"/>
                  </a:lnTo>
                  <a:cubicBezTo>
                    <a:pt x="1" y="9952"/>
                    <a:pt x="1" y="10337"/>
                    <a:pt x="260" y="10351"/>
                  </a:cubicBezTo>
                  <a:lnTo>
                    <a:pt x="13950" y="10351"/>
                  </a:lnTo>
                  <a:cubicBezTo>
                    <a:pt x="13954" y="10351"/>
                    <a:pt x="13959" y="10351"/>
                    <a:pt x="13964" y="10351"/>
                  </a:cubicBezTo>
                  <a:cubicBezTo>
                    <a:pt x="14237" y="10351"/>
                    <a:pt x="14239" y="9937"/>
                    <a:pt x="13968" y="9937"/>
                  </a:cubicBezTo>
                  <a:cubicBezTo>
                    <a:pt x="13962" y="9937"/>
                    <a:pt x="13956" y="9937"/>
                    <a:pt x="13950" y="9937"/>
                  </a:cubicBezTo>
                  <a:lnTo>
                    <a:pt x="13271" y="9937"/>
                  </a:lnTo>
                  <a:lnTo>
                    <a:pt x="13271" y="7098"/>
                  </a:lnTo>
                  <a:cubicBezTo>
                    <a:pt x="13724" y="6704"/>
                    <a:pt x="13440" y="5963"/>
                    <a:pt x="12843" y="5963"/>
                  </a:cubicBezTo>
                  <a:lnTo>
                    <a:pt x="11491" y="5963"/>
                  </a:lnTo>
                  <a:lnTo>
                    <a:pt x="11284" y="2624"/>
                  </a:lnTo>
                  <a:cubicBezTo>
                    <a:pt x="11275" y="2513"/>
                    <a:pt x="11188" y="2426"/>
                    <a:pt x="11077" y="2426"/>
                  </a:cubicBezTo>
                  <a:lnTo>
                    <a:pt x="10192" y="2426"/>
                  </a:lnTo>
                  <a:cubicBezTo>
                    <a:pt x="10086" y="2426"/>
                    <a:pt x="9995" y="2513"/>
                    <a:pt x="9985" y="2624"/>
                  </a:cubicBezTo>
                  <a:lnTo>
                    <a:pt x="9778" y="5963"/>
                  </a:lnTo>
                  <a:lnTo>
                    <a:pt x="9282" y="5963"/>
                  </a:lnTo>
                  <a:lnTo>
                    <a:pt x="9076" y="2624"/>
                  </a:lnTo>
                  <a:cubicBezTo>
                    <a:pt x="9066" y="2513"/>
                    <a:pt x="8979" y="2426"/>
                    <a:pt x="8869" y="2426"/>
                  </a:cubicBezTo>
                  <a:lnTo>
                    <a:pt x="7988" y="2426"/>
                  </a:lnTo>
                  <a:cubicBezTo>
                    <a:pt x="7877" y="2426"/>
                    <a:pt x="7791" y="2513"/>
                    <a:pt x="7781" y="2624"/>
                  </a:cubicBezTo>
                  <a:lnTo>
                    <a:pt x="7574" y="5963"/>
                  </a:lnTo>
                  <a:lnTo>
                    <a:pt x="7079" y="5963"/>
                  </a:lnTo>
                  <a:lnTo>
                    <a:pt x="6867" y="2624"/>
                  </a:lnTo>
                  <a:cubicBezTo>
                    <a:pt x="6862" y="2513"/>
                    <a:pt x="6771" y="2426"/>
                    <a:pt x="6665" y="2426"/>
                  </a:cubicBezTo>
                  <a:lnTo>
                    <a:pt x="5779" y="2426"/>
                  </a:lnTo>
                  <a:cubicBezTo>
                    <a:pt x="5669" y="2426"/>
                    <a:pt x="5582" y="2513"/>
                    <a:pt x="5573" y="2624"/>
                  </a:cubicBezTo>
                  <a:lnTo>
                    <a:pt x="5366" y="5963"/>
                  </a:lnTo>
                  <a:lnTo>
                    <a:pt x="4788" y="5963"/>
                  </a:lnTo>
                  <a:lnTo>
                    <a:pt x="4658" y="203"/>
                  </a:lnTo>
                  <a:cubicBezTo>
                    <a:pt x="4658" y="91"/>
                    <a:pt x="4571" y="1"/>
                    <a:pt x="4465" y="1"/>
                  </a:cubicBezTo>
                  <a:cubicBezTo>
                    <a:pt x="4462" y="1"/>
                    <a:pt x="4459" y="1"/>
                    <a:pt x="4456" y="1"/>
                  </a:cubicBezTo>
                  <a:lnTo>
                    <a:pt x="3133" y="1"/>
                  </a:lnTo>
                  <a:cubicBezTo>
                    <a:pt x="3130" y="1"/>
                    <a:pt x="3127" y="1"/>
                    <a:pt x="3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1"/>
            <p:cNvSpPr/>
            <p:nvPr/>
          </p:nvSpPr>
          <p:spPr>
            <a:xfrm>
              <a:off x="2733239" y="3360008"/>
              <a:ext cx="286745" cy="138376"/>
            </a:xfrm>
            <a:custGeom>
              <a:rect b="b" l="l" r="r" t="t"/>
              <a:pathLst>
                <a:path extrusionOk="0" h="5276" w="10933">
                  <a:moveTo>
                    <a:pt x="8160" y="0"/>
                  </a:moveTo>
                  <a:cubicBezTo>
                    <a:pt x="7555" y="0"/>
                    <a:pt x="6953" y="209"/>
                    <a:pt x="6467" y="614"/>
                  </a:cubicBezTo>
                  <a:cubicBezTo>
                    <a:pt x="6115" y="349"/>
                    <a:pt x="5698" y="218"/>
                    <a:pt x="5284" y="218"/>
                  </a:cubicBezTo>
                  <a:cubicBezTo>
                    <a:pt x="4782" y="218"/>
                    <a:pt x="4282" y="410"/>
                    <a:pt x="3902" y="787"/>
                  </a:cubicBezTo>
                  <a:cubicBezTo>
                    <a:pt x="3704" y="701"/>
                    <a:pt x="3497" y="660"/>
                    <a:pt x="3294" y="660"/>
                  </a:cubicBezTo>
                  <a:cubicBezTo>
                    <a:pt x="2706" y="660"/>
                    <a:pt x="2146" y="1004"/>
                    <a:pt x="1896" y="1576"/>
                  </a:cubicBezTo>
                  <a:cubicBezTo>
                    <a:pt x="1814" y="1552"/>
                    <a:pt x="1727" y="1543"/>
                    <a:pt x="1641" y="1543"/>
                  </a:cubicBezTo>
                  <a:cubicBezTo>
                    <a:pt x="1222" y="1543"/>
                    <a:pt x="852" y="1812"/>
                    <a:pt x="717" y="2212"/>
                  </a:cubicBezTo>
                  <a:cubicBezTo>
                    <a:pt x="693" y="2207"/>
                    <a:pt x="669" y="2207"/>
                    <a:pt x="645" y="2207"/>
                  </a:cubicBezTo>
                  <a:cubicBezTo>
                    <a:pt x="289" y="2207"/>
                    <a:pt x="0" y="2495"/>
                    <a:pt x="0" y="2856"/>
                  </a:cubicBezTo>
                  <a:cubicBezTo>
                    <a:pt x="0" y="2967"/>
                    <a:pt x="91" y="3063"/>
                    <a:pt x="207" y="3063"/>
                  </a:cubicBezTo>
                  <a:cubicBezTo>
                    <a:pt x="318" y="3063"/>
                    <a:pt x="414" y="2972"/>
                    <a:pt x="414" y="2856"/>
                  </a:cubicBezTo>
                  <a:cubicBezTo>
                    <a:pt x="414" y="2726"/>
                    <a:pt x="515" y="2621"/>
                    <a:pt x="645" y="2621"/>
                  </a:cubicBezTo>
                  <a:cubicBezTo>
                    <a:pt x="688" y="2621"/>
                    <a:pt x="731" y="2630"/>
                    <a:pt x="765" y="2654"/>
                  </a:cubicBezTo>
                  <a:cubicBezTo>
                    <a:pt x="800" y="2675"/>
                    <a:pt x="837" y="2685"/>
                    <a:pt x="872" y="2685"/>
                  </a:cubicBezTo>
                  <a:cubicBezTo>
                    <a:pt x="976" y="2685"/>
                    <a:pt x="1071" y="2605"/>
                    <a:pt x="1078" y="2491"/>
                  </a:cubicBezTo>
                  <a:cubicBezTo>
                    <a:pt x="1097" y="2192"/>
                    <a:pt x="1342" y="1961"/>
                    <a:pt x="1641" y="1957"/>
                  </a:cubicBezTo>
                  <a:cubicBezTo>
                    <a:pt x="1737" y="1957"/>
                    <a:pt x="1833" y="1985"/>
                    <a:pt x="1915" y="2034"/>
                  </a:cubicBezTo>
                  <a:cubicBezTo>
                    <a:pt x="1948" y="2052"/>
                    <a:pt x="1983" y="2061"/>
                    <a:pt x="2018" y="2061"/>
                  </a:cubicBezTo>
                  <a:cubicBezTo>
                    <a:pt x="2107" y="2061"/>
                    <a:pt x="2190" y="2001"/>
                    <a:pt x="2218" y="1904"/>
                  </a:cubicBezTo>
                  <a:cubicBezTo>
                    <a:pt x="2350" y="1392"/>
                    <a:pt x="2810" y="1074"/>
                    <a:pt x="3295" y="1074"/>
                  </a:cubicBezTo>
                  <a:cubicBezTo>
                    <a:pt x="3480" y="1074"/>
                    <a:pt x="3669" y="1121"/>
                    <a:pt x="3845" y="1220"/>
                  </a:cubicBezTo>
                  <a:cubicBezTo>
                    <a:pt x="3876" y="1238"/>
                    <a:pt x="3911" y="1247"/>
                    <a:pt x="3945" y="1247"/>
                  </a:cubicBezTo>
                  <a:cubicBezTo>
                    <a:pt x="4004" y="1247"/>
                    <a:pt x="4062" y="1221"/>
                    <a:pt x="4104" y="1172"/>
                  </a:cubicBezTo>
                  <a:cubicBezTo>
                    <a:pt x="4413" y="815"/>
                    <a:pt x="4847" y="633"/>
                    <a:pt x="5282" y="633"/>
                  </a:cubicBezTo>
                  <a:cubicBezTo>
                    <a:pt x="5655" y="633"/>
                    <a:pt x="6030" y="767"/>
                    <a:pt x="6327" y="1037"/>
                  </a:cubicBezTo>
                  <a:cubicBezTo>
                    <a:pt x="6367" y="1075"/>
                    <a:pt x="6417" y="1093"/>
                    <a:pt x="6466" y="1093"/>
                  </a:cubicBezTo>
                  <a:cubicBezTo>
                    <a:pt x="6519" y="1093"/>
                    <a:pt x="6572" y="1072"/>
                    <a:pt x="6611" y="1033"/>
                  </a:cubicBezTo>
                  <a:cubicBezTo>
                    <a:pt x="7036" y="626"/>
                    <a:pt x="7591" y="413"/>
                    <a:pt x="8153" y="413"/>
                  </a:cubicBezTo>
                  <a:cubicBezTo>
                    <a:pt x="8501" y="413"/>
                    <a:pt x="8852" y="495"/>
                    <a:pt x="9176" y="662"/>
                  </a:cubicBezTo>
                  <a:cubicBezTo>
                    <a:pt x="10023" y="1105"/>
                    <a:pt x="10490" y="2034"/>
                    <a:pt x="10345" y="2977"/>
                  </a:cubicBezTo>
                  <a:cubicBezTo>
                    <a:pt x="10201" y="3915"/>
                    <a:pt x="9470" y="4661"/>
                    <a:pt x="8531" y="4824"/>
                  </a:cubicBezTo>
                  <a:cubicBezTo>
                    <a:pt x="8403" y="4847"/>
                    <a:pt x="8275" y="4857"/>
                    <a:pt x="8149" y="4857"/>
                  </a:cubicBezTo>
                  <a:cubicBezTo>
                    <a:pt x="7346" y="4857"/>
                    <a:pt x="6593" y="4421"/>
                    <a:pt x="6202" y="3698"/>
                  </a:cubicBezTo>
                  <a:cubicBezTo>
                    <a:pt x="6164" y="3629"/>
                    <a:pt x="6090" y="3589"/>
                    <a:pt x="6016" y="3589"/>
                  </a:cubicBezTo>
                  <a:cubicBezTo>
                    <a:pt x="5988" y="3589"/>
                    <a:pt x="5959" y="3595"/>
                    <a:pt x="5933" y="3607"/>
                  </a:cubicBezTo>
                  <a:cubicBezTo>
                    <a:pt x="5723" y="3705"/>
                    <a:pt x="5501" y="3752"/>
                    <a:pt x="5280" y="3752"/>
                  </a:cubicBezTo>
                  <a:cubicBezTo>
                    <a:pt x="4839" y="3752"/>
                    <a:pt x="4406" y="3562"/>
                    <a:pt x="4104" y="3212"/>
                  </a:cubicBezTo>
                  <a:cubicBezTo>
                    <a:pt x="4062" y="3164"/>
                    <a:pt x="4004" y="3138"/>
                    <a:pt x="3945" y="3138"/>
                  </a:cubicBezTo>
                  <a:cubicBezTo>
                    <a:pt x="3911" y="3138"/>
                    <a:pt x="3876" y="3147"/>
                    <a:pt x="3845" y="3164"/>
                  </a:cubicBezTo>
                  <a:cubicBezTo>
                    <a:pt x="3671" y="3262"/>
                    <a:pt x="3482" y="3309"/>
                    <a:pt x="3295" y="3309"/>
                  </a:cubicBezTo>
                  <a:cubicBezTo>
                    <a:pt x="2958" y="3309"/>
                    <a:pt x="2627" y="3156"/>
                    <a:pt x="2411" y="2871"/>
                  </a:cubicBezTo>
                  <a:cubicBezTo>
                    <a:pt x="2367" y="2823"/>
                    <a:pt x="2310" y="2794"/>
                    <a:pt x="2247" y="2794"/>
                  </a:cubicBezTo>
                  <a:cubicBezTo>
                    <a:pt x="2180" y="2794"/>
                    <a:pt x="2122" y="2823"/>
                    <a:pt x="2083" y="2871"/>
                  </a:cubicBezTo>
                  <a:cubicBezTo>
                    <a:pt x="1978" y="3010"/>
                    <a:pt x="1814" y="3092"/>
                    <a:pt x="1641" y="3092"/>
                  </a:cubicBezTo>
                  <a:cubicBezTo>
                    <a:pt x="1381" y="3107"/>
                    <a:pt x="1381" y="3491"/>
                    <a:pt x="1641" y="3506"/>
                  </a:cubicBezTo>
                  <a:cubicBezTo>
                    <a:pt x="1857" y="3506"/>
                    <a:pt x="2064" y="3434"/>
                    <a:pt x="2237" y="3299"/>
                  </a:cubicBezTo>
                  <a:cubicBezTo>
                    <a:pt x="2526" y="3578"/>
                    <a:pt x="2905" y="3724"/>
                    <a:pt x="3291" y="3724"/>
                  </a:cubicBezTo>
                  <a:cubicBezTo>
                    <a:pt x="3497" y="3724"/>
                    <a:pt x="3705" y="3683"/>
                    <a:pt x="3902" y="3597"/>
                  </a:cubicBezTo>
                  <a:cubicBezTo>
                    <a:pt x="4273" y="3963"/>
                    <a:pt x="4768" y="4165"/>
                    <a:pt x="5283" y="4165"/>
                  </a:cubicBezTo>
                  <a:cubicBezTo>
                    <a:pt x="5505" y="4165"/>
                    <a:pt x="5726" y="4127"/>
                    <a:pt x="5938" y="4054"/>
                  </a:cubicBezTo>
                  <a:cubicBezTo>
                    <a:pt x="6426" y="4823"/>
                    <a:pt x="7271" y="5275"/>
                    <a:pt x="8159" y="5275"/>
                  </a:cubicBezTo>
                  <a:cubicBezTo>
                    <a:pt x="8338" y="5275"/>
                    <a:pt x="8519" y="5257"/>
                    <a:pt x="8700" y="5219"/>
                  </a:cubicBezTo>
                  <a:cubicBezTo>
                    <a:pt x="9777" y="4993"/>
                    <a:pt x="10600" y="4122"/>
                    <a:pt x="10764" y="3039"/>
                  </a:cubicBezTo>
                  <a:cubicBezTo>
                    <a:pt x="10932" y="1952"/>
                    <a:pt x="10413" y="879"/>
                    <a:pt x="9455" y="340"/>
                  </a:cubicBezTo>
                  <a:cubicBezTo>
                    <a:pt x="9050" y="112"/>
                    <a:pt x="8604" y="0"/>
                    <a:pt x="8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1"/>
            <p:cNvSpPr/>
            <p:nvPr/>
          </p:nvSpPr>
          <p:spPr>
            <a:xfrm>
              <a:off x="2779294" y="3661178"/>
              <a:ext cx="11304" cy="22739"/>
            </a:xfrm>
            <a:custGeom>
              <a:rect b="b" l="l" r="r" t="t"/>
              <a:pathLst>
                <a:path extrusionOk="0" h="867" w="431">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7"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1"/>
            <p:cNvSpPr/>
            <p:nvPr/>
          </p:nvSpPr>
          <p:spPr>
            <a:xfrm>
              <a:off x="2802637" y="3661178"/>
              <a:ext cx="10884" cy="22188"/>
            </a:xfrm>
            <a:custGeom>
              <a:rect b="b" l="l" r="r" t="t"/>
              <a:pathLst>
                <a:path extrusionOk="0" h="846" w="415">
                  <a:moveTo>
                    <a:pt x="207" y="1"/>
                  </a:moveTo>
                  <a:cubicBezTo>
                    <a:pt x="97" y="1"/>
                    <a:pt x="0" y="92"/>
                    <a:pt x="0" y="208"/>
                  </a:cubicBezTo>
                  <a:lnTo>
                    <a:pt x="0" y="650"/>
                  </a:lnTo>
                  <a:cubicBezTo>
                    <a:pt x="8" y="780"/>
                    <a:pt x="108" y="845"/>
                    <a:pt x="207" y="845"/>
                  </a:cubicBezTo>
                  <a:cubicBezTo>
                    <a:pt x="307" y="845"/>
                    <a:pt x="407" y="780"/>
                    <a:pt x="414" y="650"/>
                  </a:cubicBezTo>
                  <a:lnTo>
                    <a:pt x="414" y="208"/>
                  </a:lnTo>
                  <a:cubicBezTo>
                    <a:pt x="414"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1"/>
            <p:cNvSpPr/>
            <p:nvPr/>
          </p:nvSpPr>
          <p:spPr>
            <a:xfrm>
              <a:off x="2825848" y="3661178"/>
              <a:ext cx="10884" cy="22188"/>
            </a:xfrm>
            <a:custGeom>
              <a:rect b="b" l="l" r="r" t="t"/>
              <a:pathLst>
                <a:path extrusionOk="0" h="846" w="415">
                  <a:moveTo>
                    <a:pt x="208" y="1"/>
                  </a:moveTo>
                  <a:cubicBezTo>
                    <a:pt x="92" y="1"/>
                    <a:pt x="1" y="92"/>
                    <a:pt x="1" y="208"/>
                  </a:cubicBezTo>
                  <a:lnTo>
                    <a:pt x="1" y="650"/>
                  </a:lnTo>
                  <a:cubicBezTo>
                    <a:pt x="8" y="780"/>
                    <a:pt x="108" y="845"/>
                    <a:pt x="208" y="845"/>
                  </a:cubicBezTo>
                  <a:cubicBezTo>
                    <a:pt x="308" y="845"/>
                    <a:pt x="407" y="780"/>
                    <a:pt x="415" y="650"/>
                  </a:cubicBezTo>
                  <a:lnTo>
                    <a:pt x="415" y="208"/>
                  </a:lnTo>
                  <a:cubicBezTo>
                    <a:pt x="415" y="92"/>
                    <a:pt x="323"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1"/>
            <p:cNvSpPr/>
            <p:nvPr/>
          </p:nvSpPr>
          <p:spPr>
            <a:xfrm>
              <a:off x="2848876" y="3661178"/>
              <a:ext cx="11278" cy="22739"/>
            </a:xfrm>
            <a:custGeom>
              <a:rect b="b" l="l" r="r" t="t"/>
              <a:pathLst>
                <a:path extrusionOk="0" h="867" w="430">
                  <a:moveTo>
                    <a:pt x="215" y="1"/>
                  </a:moveTo>
                  <a:cubicBezTo>
                    <a:pt x="100" y="1"/>
                    <a:pt x="8" y="92"/>
                    <a:pt x="8" y="208"/>
                  </a:cubicBezTo>
                  <a:lnTo>
                    <a:pt x="8" y="650"/>
                  </a:lnTo>
                  <a:cubicBezTo>
                    <a:pt x="1" y="795"/>
                    <a:pt x="108" y="867"/>
                    <a:pt x="215" y="867"/>
                  </a:cubicBezTo>
                  <a:cubicBezTo>
                    <a:pt x="322" y="867"/>
                    <a:pt x="429" y="795"/>
                    <a:pt x="422" y="650"/>
                  </a:cubicBezTo>
                  <a:lnTo>
                    <a:pt x="422" y="208"/>
                  </a:lnTo>
                  <a:cubicBezTo>
                    <a:pt x="422" y="92"/>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1"/>
            <p:cNvSpPr/>
            <p:nvPr/>
          </p:nvSpPr>
          <p:spPr>
            <a:xfrm>
              <a:off x="2871982" y="3661178"/>
              <a:ext cx="11252" cy="22739"/>
            </a:xfrm>
            <a:custGeom>
              <a:rect b="b" l="l" r="r" t="t"/>
              <a:pathLst>
                <a:path extrusionOk="0" h="867" w="429">
                  <a:moveTo>
                    <a:pt x="215" y="1"/>
                  </a:moveTo>
                  <a:cubicBezTo>
                    <a:pt x="99" y="1"/>
                    <a:pt x="8" y="92"/>
                    <a:pt x="8" y="208"/>
                  </a:cubicBezTo>
                  <a:lnTo>
                    <a:pt x="8" y="650"/>
                  </a:lnTo>
                  <a:cubicBezTo>
                    <a:pt x="1" y="795"/>
                    <a:pt x="108" y="867"/>
                    <a:pt x="215" y="867"/>
                  </a:cubicBezTo>
                  <a:cubicBezTo>
                    <a:pt x="322" y="867"/>
                    <a:pt x="429" y="795"/>
                    <a:pt x="422" y="650"/>
                  </a:cubicBezTo>
                  <a:lnTo>
                    <a:pt x="422" y="208"/>
                  </a:lnTo>
                  <a:cubicBezTo>
                    <a:pt x="422"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1"/>
            <p:cNvSpPr/>
            <p:nvPr/>
          </p:nvSpPr>
          <p:spPr>
            <a:xfrm>
              <a:off x="2895141" y="3661178"/>
              <a:ext cx="11252" cy="22739"/>
            </a:xfrm>
            <a:custGeom>
              <a:rect b="b" l="l" r="r" t="t"/>
              <a:pathLst>
                <a:path extrusionOk="0" h="867" w="429">
                  <a:moveTo>
                    <a:pt x="217" y="1"/>
                  </a:moveTo>
                  <a:cubicBezTo>
                    <a:pt x="102" y="1"/>
                    <a:pt x="10" y="92"/>
                    <a:pt x="10" y="208"/>
                  </a:cubicBezTo>
                  <a:lnTo>
                    <a:pt x="10" y="650"/>
                  </a:lnTo>
                  <a:cubicBezTo>
                    <a:pt x="0" y="795"/>
                    <a:pt x="108" y="867"/>
                    <a:pt x="215" y="867"/>
                  </a:cubicBezTo>
                  <a:cubicBezTo>
                    <a:pt x="322" y="867"/>
                    <a:pt x="429" y="795"/>
                    <a:pt x="419" y="650"/>
                  </a:cubicBezTo>
                  <a:lnTo>
                    <a:pt x="419"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1"/>
            <p:cNvSpPr/>
            <p:nvPr/>
          </p:nvSpPr>
          <p:spPr>
            <a:xfrm>
              <a:off x="2918300" y="3661178"/>
              <a:ext cx="11252" cy="22739"/>
            </a:xfrm>
            <a:custGeom>
              <a:rect b="b" l="l" r="r" t="t"/>
              <a:pathLst>
                <a:path extrusionOk="0" h="867" w="429">
                  <a:moveTo>
                    <a:pt x="215" y="1"/>
                  </a:moveTo>
                  <a:cubicBezTo>
                    <a:pt x="99" y="1"/>
                    <a:pt x="8" y="92"/>
                    <a:pt x="8" y="208"/>
                  </a:cubicBezTo>
                  <a:lnTo>
                    <a:pt x="8" y="650"/>
                  </a:lnTo>
                  <a:cubicBezTo>
                    <a:pt x="0" y="795"/>
                    <a:pt x="107" y="867"/>
                    <a:pt x="215" y="867"/>
                  </a:cubicBezTo>
                  <a:cubicBezTo>
                    <a:pt x="322" y="867"/>
                    <a:pt x="429" y="795"/>
                    <a:pt x="421" y="650"/>
                  </a:cubicBezTo>
                  <a:lnTo>
                    <a:pt x="421" y="208"/>
                  </a:lnTo>
                  <a:cubicBezTo>
                    <a:pt x="421"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1"/>
            <p:cNvSpPr/>
            <p:nvPr/>
          </p:nvSpPr>
          <p:spPr>
            <a:xfrm>
              <a:off x="2941459" y="3661178"/>
              <a:ext cx="11330" cy="22739"/>
            </a:xfrm>
            <a:custGeom>
              <a:rect b="b" l="l" r="r" t="t"/>
              <a:pathLst>
                <a:path extrusionOk="0" h="867" w="432">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81"/>
          <p:cNvGrpSpPr/>
          <p:nvPr/>
        </p:nvGrpSpPr>
        <p:grpSpPr>
          <a:xfrm>
            <a:off x="1277639" y="2449546"/>
            <a:ext cx="409411" cy="332066"/>
            <a:chOff x="1277639" y="2449546"/>
            <a:chExt cx="409411" cy="332066"/>
          </a:xfrm>
        </p:grpSpPr>
        <p:sp>
          <p:nvSpPr>
            <p:cNvPr id="10674" name="Google Shape;10674;p81"/>
            <p:cNvSpPr/>
            <p:nvPr/>
          </p:nvSpPr>
          <p:spPr>
            <a:xfrm>
              <a:off x="1283566" y="2455474"/>
              <a:ext cx="397556" cy="275258"/>
            </a:xfrm>
            <a:custGeom>
              <a:rect b="b" l="l" r="r" t="t"/>
              <a:pathLst>
                <a:path extrusionOk="0" h="10495" w="15158">
                  <a:moveTo>
                    <a:pt x="410" y="1"/>
                  </a:moveTo>
                  <a:cubicBezTo>
                    <a:pt x="183" y="1"/>
                    <a:pt x="1" y="183"/>
                    <a:pt x="1" y="405"/>
                  </a:cubicBezTo>
                  <a:lnTo>
                    <a:pt x="1" y="10091"/>
                  </a:lnTo>
                  <a:cubicBezTo>
                    <a:pt x="1" y="10317"/>
                    <a:pt x="183" y="10495"/>
                    <a:pt x="410" y="10495"/>
                  </a:cubicBezTo>
                  <a:lnTo>
                    <a:pt x="14749" y="10495"/>
                  </a:lnTo>
                  <a:cubicBezTo>
                    <a:pt x="14975" y="10495"/>
                    <a:pt x="15158" y="10317"/>
                    <a:pt x="15158" y="10091"/>
                  </a:cubicBezTo>
                  <a:lnTo>
                    <a:pt x="15158" y="405"/>
                  </a:lnTo>
                  <a:cubicBezTo>
                    <a:pt x="15158" y="183"/>
                    <a:pt x="14975" y="1"/>
                    <a:pt x="1474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1"/>
            <p:cNvSpPr/>
            <p:nvPr/>
          </p:nvSpPr>
          <p:spPr>
            <a:xfrm>
              <a:off x="1283566" y="2455605"/>
              <a:ext cx="397556" cy="275126"/>
            </a:xfrm>
            <a:custGeom>
              <a:rect b="b" l="l" r="r" t="t"/>
              <a:pathLst>
                <a:path extrusionOk="0" h="10490" w="15158">
                  <a:moveTo>
                    <a:pt x="14757" y="0"/>
                  </a:moveTo>
                  <a:cubicBezTo>
                    <a:pt x="14754" y="0"/>
                    <a:pt x="14751" y="0"/>
                    <a:pt x="14749" y="0"/>
                  </a:cubicBezTo>
                  <a:lnTo>
                    <a:pt x="13796" y="0"/>
                  </a:lnTo>
                  <a:lnTo>
                    <a:pt x="13796" y="9503"/>
                  </a:lnTo>
                  <a:cubicBezTo>
                    <a:pt x="13796" y="9730"/>
                    <a:pt x="13613" y="9912"/>
                    <a:pt x="13387" y="9912"/>
                  </a:cubicBezTo>
                  <a:lnTo>
                    <a:pt x="1" y="9912"/>
                  </a:lnTo>
                  <a:lnTo>
                    <a:pt x="1" y="10086"/>
                  </a:lnTo>
                  <a:cubicBezTo>
                    <a:pt x="1" y="10312"/>
                    <a:pt x="183" y="10490"/>
                    <a:pt x="410" y="10490"/>
                  </a:cubicBezTo>
                  <a:lnTo>
                    <a:pt x="14749" y="10490"/>
                  </a:lnTo>
                  <a:cubicBezTo>
                    <a:pt x="14975" y="10490"/>
                    <a:pt x="15158" y="10312"/>
                    <a:pt x="15158" y="10086"/>
                  </a:cubicBezTo>
                  <a:lnTo>
                    <a:pt x="15158" y="400"/>
                  </a:lnTo>
                  <a:cubicBezTo>
                    <a:pt x="15153" y="181"/>
                    <a:pt x="14979" y="0"/>
                    <a:pt x="147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1"/>
            <p:cNvSpPr/>
            <p:nvPr/>
          </p:nvSpPr>
          <p:spPr>
            <a:xfrm>
              <a:off x="1312338" y="2485504"/>
              <a:ext cx="340013" cy="215328"/>
            </a:xfrm>
            <a:custGeom>
              <a:rect b="b" l="l" r="r" t="t"/>
              <a:pathLst>
                <a:path extrusionOk="0" h="8210" w="12964">
                  <a:moveTo>
                    <a:pt x="1146" y="1"/>
                  </a:moveTo>
                  <a:cubicBezTo>
                    <a:pt x="1122" y="1"/>
                    <a:pt x="1098" y="20"/>
                    <a:pt x="1093" y="49"/>
                  </a:cubicBezTo>
                  <a:cubicBezTo>
                    <a:pt x="1069" y="617"/>
                    <a:pt x="617" y="1069"/>
                    <a:pt x="54" y="1093"/>
                  </a:cubicBezTo>
                  <a:cubicBezTo>
                    <a:pt x="25" y="1093"/>
                    <a:pt x="1" y="1117"/>
                    <a:pt x="1" y="1146"/>
                  </a:cubicBezTo>
                  <a:lnTo>
                    <a:pt x="1" y="7064"/>
                  </a:lnTo>
                  <a:cubicBezTo>
                    <a:pt x="1" y="7088"/>
                    <a:pt x="25" y="7112"/>
                    <a:pt x="54" y="7117"/>
                  </a:cubicBezTo>
                  <a:cubicBezTo>
                    <a:pt x="617" y="7141"/>
                    <a:pt x="1069" y="7594"/>
                    <a:pt x="1093" y="8157"/>
                  </a:cubicBezTo>
                  <a:cubicBezTo>
                    <a:pt x="1098" y="8185"/>
                    <a:pt x="1122" y="8210"/>
                    <a:pt x="1146" y="8210"/>
                  </a:cubicBezTo>
                  <a:lnTo>
                    <a:pt x="11761" y="8210"/>
                  </a:lnTo>
                  <a:cubicBezTo>
                    <a:pt x="11789" y="8210"/>
                    <a:pt x="11813" y="8185"/>
                    <a:pt x="11813" y="8157"/>
                  </a:cubicBezTo>
                  <a:cubicBezTo>
                    <a:pt x="11842" y="7577"/>
                    <a:pt x="12319" y="7117"/>
                    <a:pt x="12901" y="7117"/>
                  </a:cubicBezTo>
                  <a:cubicBezTo>
                    <a:pt x="12904" y="7117"/>
                    <a:pt x="12907" y="7117"/>
                    <a:pt x="12911" y="7117"/>
                  </a:cubicBezTo>
                  <a:cubicBezTo>
                    <a:pt x="12939" y="7117"/>
                    <a:pt x="12963" y="7093"/>
                    <a:pt x="12963" y="7060"/>
                  </a:cubicBezTo>
                  <a:lnTo>
                    <a:pt x="12963" y="1146"/>
                  </a:lnTo>
                  <a:cubicBezTo>
                    <a:pt x="12963" y="1117"/>
                    <a:pt x="12939" y="1093"/>
                    <a:pt x="12911" y="1093"/>
                  </a:cubicBezTo>
                  <a:cubicBezTo>
                    <a:pt x="12323" y="1093"/>
                    <a:pt x="11842" y="636"/>
                    <a:pt x="11813" y="49"/>
                  </a:cubicBezTo>
                  <a:cubicBezTo>
                    <a:pt x="11813" y="20"/>
                    <a:pt x="11789" y="1"/>
                    <a:pt x="11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1"/>
            <p:cNvSpPr/>
            <p:nvPr/>
          </p:nvSpPr>
          <p:spPr>
            <a:xfrm>
              <a:off x="1584815" y="2485504"/>
              <a:ext cx="67536" cy="215328"/>
            </a:xfrm>
            <a:custGeom>
              <a:rect b="b" l="l" r="r" t="t"/>
              <a:pathLst>
                <a:path extrusionOk="0" h="8210" w="2575">
                  <a:moveTo>
                    <a:pt x="0" y="1"/>
                  </a:moveTo>
                  <a:cubicBezTo>
                    <a:pt x="29" y="1"/>
                    <a:pt x="48" y="25"/>
                    <a:pt x="53" y="49"/>
                  </a:cubicBezTo>
                  <a:cubicBezTo>
                    <a:pt x="77" y="636"/>
                    <a:pt x="558" y="1093"/>
                    <a:pt x="1145" y="1093"/>
                  </a:cubicBezTo>
                  <a:cubicBezTo>
                    <a:pt x="1174" y="1093"/>
                    <a:pt x="1198" y="1117"/>
                    <a:pt x="1198" y="1146"/>
                  </a:cubicBezTo>
                  <a:lnTo>
                    <a:pt x="1198" y="7064"/>
                  </a:lnTo>
                  <a:cubicBezTo>
                    <a:pt x="1198" y="7093"/>
                    <a:pt x="1174" y="7117"/>
                    <a:pt x="1145" y="7117"/>
                  </a:cubicBezTo>
                  <a:cubicBezTo>
                    <a:pt x="558" y="7117"/>
                    <a:pt x="82" y="7574"/>
                    <a:pt x="53" y="8161"/>
                  </a:cubicBezTo>
                  <a:cubicBezTo>
                    <a:pt x="53" y="8185"/>
                    <a:pt x="29" y="8210"/>
                    <a:pt x="0" y="8210"/>
                  </a:cubicBezTo>
                  <a:lnTo>
                    <a:pt x="1372" y="8210"/>
                  </a:lnTo>
                  <a:cubicBezTo>
                    <a:pt x="1400" y="8210"/>
                    <a:pt x="1424" y="8185"/>
                    <a:pt x="1424" y="8161"/>
                  </a:cubicBezTo>
                  <a:cubicBezTo>
                    <a:pt x="1453" y="7574"/>
                    <a:pt x="1934" y="7117"/>
                    <a:pt x="2522" y="7117"/>
                  </a:cubicBezTo>
                  <a:cubicBezTo>
                    <a:pt x="2550" y="7117"/>
                    <a:pt x="2574" y="7093"/>
                    <a:pt x="2574" y="7060"/>
                  </a:cubicBezTo>
                  <a:lnTo>
                    <a:pt x="2574" y="1146"/>
                  </a:lnTo>
                  <a:cubicBezTo>
                    <a:pt x="2574" y="1117"/>
                    <a:pt x="2550" y="1093"/>
                    <a:pt x="2522" y="1093"/>
                  </a:cubicBezTo>
                  <a:cubicBezTo>
                    <a:pt x="1934" y="1093"/>
                    <a:pt x="1453" y="636"/>
                    <a:pt x="1424" y="49"/>
                  </a:cubicBezTo>
                  <a:cubicBezTo>
                    <a:pt x="1424" y="25"/>
                    <a:pt x="1400" y="1"/>
                    <a:pt x="1372"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1"/>
            <p:cNvSpPr/>
            <p:nvPr/>
          </p:nvSpPr>
          <p:spPr>
            <a:xfrm>
              <a:off x="1542300" y="2696006"/>
              <a:ext cx="65254" cy="79548"/>
            </a:xfrm>
            <a:custGeom>
              <a:rect b="b" l="l" r="r" t="t"/>
              <a:pathLst>
                <a:path extrusionOk="0" h="3033" w="2488">
                  <a:moveTo>
                    <a:pt x="1145" y="1"/>
                  </a:moveTo>
                  <a:lnTo>
                    <a:pt x="14" y="2368"/>
                  </a:lnTo>
                  <a:cubicBezTo>
                    <a:pt x="1" y="2395"/>
                    <a:pt x="21" y="2426"/>
                    <a:pt x="51" y="2426"/>
                  </a:cubicBezTo>
                  <a:cubicBezTo>
                    <a:pt x="53" y="2426"/>
                    <a:pt x="55" y="2426"/>
                    <a:pt x="57" y="2426"/>
                  </a:cubicBezTo>
                  <a:lnTo>
                    <a:pt x="818" y="2305"/>
                  </a:lnTo>
                  <a:cubicBezTo>
                    <a:pt x="820" y="2305"/>
                    <a:pt x="823" y="2304"/>
                    <a:pt x="826" y="2304"/>
                  </a:cubicBezTo>
                  <a:cubicBezTo>
                    <a:pt x="839" y="2304"/>
                    <a:pt x="853" y="2313"/>
                    <a:pt x="861" y="2325"/>
                  </a:cubicBezTo>
                  <a:lnTo>
                    <a:pt x="1280" y="3013"/>
                  </a:lnTo>
                  <a:cubicBezTo>
                    <a:pt x="1288" y="3026"/>
                    <a:pt x="1302" y="3032"/>
                    <a:pt x="1316" y="3032"/>
                  </a:cubicBezTo>
                  <a:cubicBezTo>
                    <a:pt x="1332" y="3032"/>
                    <a:pt x="1349" y="3024"/>
                    <a:pt x="1357" y="3008"/>
                  </a:cubicBezTo>
                  <a:lnTo>
                    <a:pt x="2487" y="641"/>
                  </a:lnTo>
                  <a:lnTo>
                    <a:pt x="114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1"/>
            <p:cNvSpPr/>
            <p:nvPr/>
          </p:nvSpPr>
          <p:spPr>
            <a:xfrm>
              <a:off x="1591241" y="2696006"/>
              <a:ext cx="65254" cy="79496"/>
            </a:xfrm>
            <a:custGeom>
              <a:rect b="b" l="l" r="r" t="t"/>
              <a:pathLst>
                <a:path extrusionOk="0" h="3031" w="2488">
                  <a:moveTo>
                    <a:pt x="1338" y="1"/>
                  </a:moveTo>
                  <a:lnTo>
                    <a:pt x="1" y="641"/>
                  </a:lnTo>
                  <a:lnTo>
                    <a:pt x="1131" y="3008"/>
                  </a:lnTo>
                  <a:cubicBezTo>
                    <a:pt x="1139" y="3023"/>
                    <a:pt x="1154" y="3030"/>
                    <a:pt x="1170" y="3030"/>
                  </a:cubicBezTo>
                  <a:cubicBezTo>
                    <a:pt x="1184" y="3030"/>
                    <a:pt x="1199" y="3024"/>
                    <a:pt x="1208" y="3013"/>
                  </a:cubicBezTo>
                  <a:lnTo>
                    <a:pt x="1627" y="2325"/>
                  </a:lnTo>
                  <a:cubicBezTo>
                    <a:pt x="1635" y="2313"/>
                    <a:pt x="1646" y="2304"/>
                    <a:pt x="1660" y="2304"/>
                  </a:cubicBezTo>
                  <a:cubicBezTo>
                    <a:pt x="1664" y="2304"/>
                    <a:pt x="1667" y="2305"/>
                    <a:pt x="1670" y="2305"/>
                  </a:cubicBezTo>
                  <a:lnTo>
                    <a:pt x="2426" y="2426"/>
                  </a:lnTo>
                  <a:cubicBezTo>
                    <a:pt x="2428" y="2426"/>
                    <a:pt x="2430" y="2426"/>
                    <a:pt x="2432" y="2426"/>
                  </a:cubicBezTo>
                  <a:cubicBezTo>
                    <a:pt x="2463" y="2426"/>
                    <a:pt x="2487" y="2395"/>
                    <a:pt x="2474" y="2368"/>
                  </a:cubicBezTo>
                  <a:lnTo>
                    <a:pt x="13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1"/>
            <p:cNvSpPr/>
            <p:nvPr/>
          </p:nvSpPr>
          <p:spPr>
            <a:xfrm>
              <a:off x="1541645" y="2621022"/>
              <a:ext cx="115506" cy="113696"/>
            </a:xfrm>
            <a:custGeom>
              <a:rect b="b" l="l" r="r" t="t"/>
              <a:pathLst>
                <a:path extrusionOk="0" h="4335" w="4404">
                  <a:moveTo>
                    <a:pt x="2202" y="0"/>
                  </a:moveTo>
                  <a:cubicBezTo>
                    <a:pt x="2083" y="0"/>
                    <a:pt x="1964" y="38"/>
                    <a:pt x="1863" y="112"/>
                  </a:cubicBezTo>
                  <a:cubicBezTo>
                    <a:pt x="1759" y="181"/>
                    <a:pt x="1636" y="219"/>
                    <a:pt x="1510" y="219"/>
                  </a:cubicBezTo>
                  <a:cubicBezTo>
                    <a:pt x="1496" y="219"/>
                    <a:pt x="1482" y="219"/>
                    <a:pt x="1468" y="218"/>
                  </a:cubicBezTo>
                  <a:cubicBezTo>
                    <a:pt x="1449" y="216"/>
                    <a:pt x="1430" y="215"/>
                    <a:pt x="1411" y="215"/>
                  </a:cubicBezTo>
                  <a:cubicBezTo>
                    <a:pt x="1182" y="215"/>
                    <a:pt x="974" y="346"/>
                    <a:pt x="876" y="555"/>
                  </a:cubicBezTo>
                  <a:cubicBezTo>
                    <a:pt x="819" y="685"/>
                    <a:pt x="717" y="786"/>
                    <a:pt x="588" y="844"/>
                  </a:cubicBezTo>
                  <a:cubicBezTo>
                    <a:pt x="361" y="949"/>
                    <a:pt x="227" y="1185"/>
                    <a:pt x="251" y="1435"/>
                  </a:cubicBezTo>
                  <a:cubicBezTo>
                    <a:pt x="260" y="1575"/>
                    <a:pt x="227" y="1714"/>
                    <a:pt x="145" y="1830"/>
                  </a:cubicBezTo>
                  <a:cubicBezTo>
                    <a:pt x="1" y="2032"/>
                    <a:pt x="1" y="2306"/>
                    <a:pt x="145" y="2508"/>
                  </a:cubicBezTo>
                  <a:cubicBezTo>
                    <a:pt x="227" y="2624"/>
                    <a:pt x="260" y="2763"/>
                    <a:pt x="251" y="2903"/>
                  </a:cubicBezTo>
                  <a:cubicBezTo>
                    <a:pt x="227" y="3153"/>
                    <a:pt x="361" y="3389"/>
                    <a:pt x="588" y="3490"/>
                  </a:cubicBezTo>
                  <a:cubicBezTo>
                    <a:pt x="717" y="3548"/>
                    <a:pt x="819" y="3654"/>
                    <a:pt x="876" y="3779"/>
                  </a:cubicBezTo>
                  <a:cubicBezTo>
                    <a:pt x="974" y="3992"/>
                    <a:pt x="1182" y="4123"/>
                    <a:pt x="1411" y="4123"/>
                  </a:cubicBezTo>
                  <a:cubicBezTo>
                    <a:pt x="1430" y="4123"/>
                    <a:pt x="1449" y="4122"/>
                    <a:pt x="1468" y="4120"/>
                  </a:cubicBezTo>
                  <a:cubicBezTo>
                    <a:pt x="1487" y="4118"/>
                    <a:pt x="1507" y="4117"/>
                    <a:pt x="1526" y="4117"/>
                  </a:cubicBezTo>
                  <a:cubicBezTo>
                    <a:pt x="1646" y="4117"/>
                    <a:pt x="1763" y="4156"/>
                    <a:pt x="1863" y="4226"/>
                  </a:cubicBezTo>
                  <a:cubicBezTo>
                    <a:pt x="1964" y="4298"/>
                    <a:pt x="2083" y="4334"/>
                    <a:pt x="2202" y="4334"/>
                  </a:cubicBezTo>
                  <a:cubicBezTo>
                    <a:pt x="2321" y="4334"/>
                    <a:pt x="2440" y="4298"/>
                    <a:pt x="2541" y="4226"/>
                  </a:cubicBezTo>
                  <a:cubicBezTo>
                    <a:pt x="2641" y="4156"/>
                    <a:pt x="2758" y="4117"/>
                    <a:pt x="2878" y="4117"/>
                  </a:cubicBezTo>
                  <a:cubicBezTo>
                    <a:pt x="2897" y="4117"/>
                    <a:pt x="2916" y="4118"/>
                    <a:pt x="2936" y="4120"/>
                  </a:cubicBezTo>
                  <a:cubicBezTo>
                    <a:pt x="2955" y="4122"/>
                    <a:pt x="2974" y="4123"/>
                    <a:pt x="2993" y="4123"/>
                  </a:cubicBezTo>
                  <a:cubicBezTo>
                    <a:pt x="3221" y="4123"/>
                    <a:pt x="3429" y="3992"/>
                    <a:pt x="3523" y="3779"/>
                  </a:cubicBezTo>
                  <a:cubicBezTo>
                    <a:pt x="3585" y="3654"/>
                    <a:pt x="3686" y="3548"/>
                    <a:pt x="3816" y="3490"/>
                  </a:cubicBezTo>
                  <a:cubicBezTo>
                    <a:pt x="4042" y="3389"/>
                    <a:pt x="4177" y="3153"/>
                    <a:pt x="4153" y="2903"/>
                  </a:cubicBezTo>
                  <a:cubicBezTo>
                    <a:pt x="4139" y="2763"/>
                    <a:pt x="4177" y="2624"/>
                    <a:pt x="4259" y="2508"/>
                  </a:cubicBezTo>
                  <a:cubicBezTo>
                    <a:pt x="4403" y="2306"/>
                    <a:pt x="4403" y="2032"/>
                    <a:pt x="4259" y="1830"/>
                  </a:cubicBezTo>
                  <a:cubicBezTo>
                    <a:pt x="4177" y="1714"/>
                    <a:pt x="4139" y="1575"/>
                    <a:pt x="4153" y="1435"/>
                  </a:cubicBezTo>
                  <a:cubicBezTo>
                    <a:pt x="4177" y="1185"/>
                    <a:pt x="4042" y="949"/>
                    <a:pt x="3816" y="844"/>
                  </a:cubicBezTo>
                  <a:cubicBezTo>
                    <a:pt x="3686" y="786"/>
                    <a:pt x="3585" y="685"/>
                    <a:pt x="3523" y="555"/>
                  </a:cubicBezTo>
                  <a:cubicBezTo>
                    <a:pt x="3429" y="346"/>
                    <a:pt x="3221" y="215"/>
                    <a:pt x="2993" y="215"/>
                  </a:cubicBezTo>
                  <a:cubicBezTo>
                    <a:pt x="2974" y="215"/>
                    <a:pt x="2955" y="216"/>
                    <a:pt x="2936" y="218"/>
                  </a:cubicBezTo>
                  <a:cubicBezTo>
                    <a:pt x="2922" y="219"/>
                    <a:pt x="2908" y="219"/>
                    <a:pt x="2893" y="219"/>
                  </a:cubicBezTo>
                  <a:cubicBezTo>
                    <a:pt x="2768" y="219"/>
                    <a:pt x="2645" y="181"/>
                    <a:pt x="2541" y="112"/>
                  </a:cubicBezTo>
                  <a:cubicBezTo>
                    <a:pt x="2440" y="38"/>
                    <a:pt x="2321" y="0"/>
                    <a:pt x="220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1"/>
            <p:cNvSpPr/>
            <p:nvPr/>
          </p:nvSpPr>
          <p:spPr>
            <a:xfrm>
              <a:off x="1579517" y="2729079"/>
              <a:ext cx="1915" cy="26"/>
            </a:xfrm>
            <a:custGeom>
              <a:rect b="b" l="l" r="r" t="t"/>
              <a:pathLst>
                <a:path extrusionOk="0" h="1" w="73">
                  <a:moveTo>
                    <a:pt x="0" y="0"/>
                  </a:moveTo>
                  <a:lnTo>
                    <a:pt x="24" y="0"/>
                  </a:lnTo>
                  <a:lnTo>
                    <a:pt x="24" y="0"/>
                  </a:lnTo>
                  <a:lnTo>
                    <a:pt x="72" y="0"/>
                  </a:lnTo>
                  <a:cubicBezTo>
                    <a:pt x="48" y="0"/>
                    <a:pt x="24" y="0"/>
                    <a:pt x="0"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1"/>
            <p:cNvSpPr/>
            <p:nvPr/>
          </p:nvSpPr>
          <p:spPr>
            <a:xfrm>
              <a:off x="1579517" y="2626739"/>
              <a:ext cx="1915" cy="26"/>
            </a:xfrm>
            <a:custGeom>
              <a:rect b="b" l="l" r="r" t="t"/>
              <a:pathLst>
                <a:path extrusionOk="0" h="1" w="73">
                  <a:moveTo>
                    <a:pt x="72" y="0"/>
                  </a:moveTo>
                  <a:lnTo>
                    <a:pt x="24" y="0"/>
                  </a:lnTo>
                  <a:lnTo>
                    <a:pt x="24" y="0"/>
                  </a:lnTo>
                  <a:lnTo>
                    <a:pt x="0" y="0"/>
                  </a:lnTo>
                  <a:cubicBezTo>
                    <a:pt x="24" y="0"/>
                    <a:pt x="48" y="0"/>
                    <a:pt x="72"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1"/>
            <p:cNvSpPr/>
            <p:nvPr/>
          </p:nvSpPr>
          <p:spPr>
            <a:xfrm>
              <a:off x="1583163" y="2621022"/>
              <a:ext cx="73988" cy="113696"/>
            </a:xfrm>
            <a:custGeom>
              <a:rect b="b" l="l" r="r" t="t"/>
              <a:pathLst>
                <a:path extrusionOk="0" h="4335" w="2821">
                  <a:moveTo>
                    <a:pt x="619" y="0"/>
                  </a:moveTo>
                  <a:cubicBezTo>
                    <a:pt x="500" y="0"/>
                    <a:pt x="381" y="38"/>
                    <a:pt x="280" y="112"/>
                  </a:cubicBezTo>
                  <a:cubicBezTo>
                    <a:pt x="198" y="170"/>
                    <a:pt x="102" y="204"/>
                    <a:pt x="1" y="213"/>
                  </a:cubicBezTo>
                  <a:cubicBezTo>
                    <a:pt x="12" y="213"/>
                    <a:pt x="23" y="212"/>
                    <a:pt x="35" y="212"/>
                  </a:cubicBezTo>
                  <a:cubicBezTo>
                    <a:pt x="262" y="212"/>
                    <a:pt x="472" y="349"/>
                    <a:pt x="568" y="555"/>
                  </a:cubicBezTo>
                  <a:cubicBezTo>
                    <a:pt x="626" y="685"/>
                    <a:pt x="727" y="786"/>
                    <a:pt x="857" y="844"/>
                  </a:cubicBezTo>
                  <a:cubicBezTo>
                    <a:pt x="1083" y="949"/>
                    <a:pt x="1218" y="1185"/>
                    <a:pt x="1199" y="1435"/>
                  </a:cubicBezTo>
                  <a:cubicBezTo>
                    <a:pt x="1184" y="1575"/>
                    <a:pt x="1223" y="1714"/>
                    <a:pt x="1305" y="1830"/>
                  </a:cubicBezTo>
                  <a:cubicBezTo>
                    <a:pt x="1449" y="2032"/>
                    <a:pt x="1449" y="2306"/>
                    <a:pt x="1305" y="2508"/>
                  </a:cubicBezTo>
                  <a:cubicBezTo>
                    <a:pt x="1223" y="2624"/>
                    <a:pt x="1184" y="2763"/>
                    <a:pt x="1199" y="2903"/>
                  </a:cubicBezTo>
                  <a:cubicBezTo>
                    <a:pt x="1218" y="3153"/>
                    <a:pt x="1083" y="3389"/>
                    <a:pt x="857" y="3490"/>
                  </a:cubicBezTo>
                  <a:cubicBezTo>
                    <a:pt x="727" y="3548"/>
                    <a:pt x="626" y="3654"/>
                    <a:pt x="568" y="3779"/>
                  </a:cubicBezTo>
                  <a:cubicBezTo>
                    <a:pt x="472" y="3989"/>
                    <a:pt x="263" y="4121"/>
                    <a:pt x="36" y="4121"/>
                  </a:cubicBezTo>
                  <a:cubicBezTo>
                    <a:pt x="24" y="4121"/>
                    <a:pt x="12" y="4121"/>
                    <a:pt x="1" y="4120"/>
                  </a:cubicBezTo>
                  <a:lnTo>
                    <a:pt x="1" y="4120"/>
                  </a:lnTo>
                  <a:cubicBezTo>
                    <a:pt x="102" y="4130"/>
                    <a:pt x="198" y="4168"/>
                    <a:pt x="280" y="4226"/>
                  </a:cubicBezTo>
                  <a:cubicBezTo>
                    <a:pt x="381" y="4298"/>
                    <a:pt x="500" y="4334"/>
                    <a:pt x="619" y="4334"/>
                  </a:cubicBezTo>
                  <a:cubicBezTo>
                    <a:pt x="738" y="4334"/>
                    <a:pt x="857" y="4298"/>
                    <a:pt x="958" y="4226"/>
                  </a:cubicBezTo>
                  <a:cubicBezTo>
                    <a:pt x="1058" y="4156"/>
                    <a:pt x="1175" y="4117"/>
                    <a:pt x="1295" y="4117"/>
                  </a:cubicBezTo>
                  <a:cubicBezTo>
                    <a:pt x="1314" y="4117"/>
                    <a:pt x="1333" y="4118"/>
                    <a:pt x="1353" y="4120"/>
                  </a:cubicBezTo>
                  <a:cubicBezTo>
                    <a:pt x="1372" y="4122"/>
                    <a:pt x="1391" y="4123"/>
                    <a:pt x="1410" y="4123"/>
                  </a:cubicBezTo>
                  <a:cubicBezTo>
                    <a:pt x="1638" y="4123"/>
                    <a:pt x="1846" y="3992"/>
                    <a:pt x="1940" y="3779"/>
                  </a:cubicBezTo>
                  <a:cubicBezTo>
                    <a:pt x="1997" y="3654"/>
                    <a:pt x="2103" y="3548"/>
                    <a:pt x="2228" y="3490"/>
                  </a:cubicBezTo>
                  <a:cubicBezTo>
                    <a:pt x="2459" y="3389"/>
                    <a:pt x="2594" y="3153"/>
                    <a:pt x="2570" y="2903"/>
                  </a:cubicBezTo>
                  <a:cubicBezTo>
                    <a:pt x="2556" y="2763"/>
                    <a:pt x="2594" y="2624"/>
                    <a:pt x="2676" y="2508"/>
                  </a:cubicBezTo>
                  <a:cubicBezTo>
                    <a:pt x="2820" y="2306"/>
                    <a:pt x="2820" y="2032"/>
                    <a:pt x="2676" y="1830"/>
                  </a:cubicBezTo>
                  <a:cubicBezTo>
                    <a:pt x="2594" y="1714"/>
                    <a:pt x="2556" y="1575"/>
                    <a:pt x="2570" y="1435"/>
                  </a:cubicBezTo>
                  <a:cubicBezTo>
                    <a:pt x="2594" y="1185"/>
                    <a:pt x="2459" y="949"/>
                    <a:pt x="2228" y="844"/>
                  </a:cubicBezTo>
                  <a:cubicBezTo>
                    <a:pt x="2103" y="786"/>
                    <a:pt x="1997" y="685"/>
                    <a:pt x="1940" y="555"/>
                  </a:cubicBezTo>
                  <a:cubicBezTo>
                    <a:pt x="1846" y="346"/>
                    <a:pt x="1638" y="215"/>
                    <a:pt x="1410" y="215"/>
                  </a:cubicBezTo>
                  <a:cubicBezTo>
                    <a:pt x="1391" y="215"/>
                    <a:pt x="1372" y="216"/>
                    <a:pt x="1353" y="218"/>
                  </a:cubicBezTo>
                  <a:cubicBezTo>
                    <a:pt x="1339" y="219"/>
                    <a:pt x="1325" y="219"/>
                    <a:pt x="1310" y="219"/>
                  </a:cubicBezTo>
                  <a:cubicBezTo>
                    <a:pt x="1185" y="219"/>
                    <a:pt x="1062" y="181"/>
                    <a:pt x="958" y="112"/>
                  </a:cubicBezTo>
                  <a:cubicBezTo>
                    <a:pt x="857" y="38"/>
                    <a:pt x="738" y="0"/>
                    <a:pt x="619"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1"/>
            <p:cNvSpPr/>
            <p:nvPr/>
          </p:nvSpPr>
          <p:spPr>
            <a:xfrm>
              <a:off x="1567636" y="2646541"/>
              <a:ext cx="62631" cy="62631"/>
            </a:xfrm>
            <a:custGeom>
              <a:rect b="b" l="l" r="r" t="t"/>
              <a:pathLst>
                <a:path extrusionOk="0" h="2388" w="2388">
                  <a:moveTo>
                    <a:pt x="1194" y="0"/>
                  </a:moveTo>
                  <a:cubicBezTo>
                    <a:pt x="535" y="0"/>
                    <a:pt x="1" y="535"/>
                    <a:pt x="1" y="1194"/>
                  </a:cubicBezTo>
                  <a:cubicBezTo>
                    <a:pt x="1" y="1853"/>
                    <a:pt x="535" y="2387"/>
                    <a:pt x="1194" y="2387"/>
                  </a:cubicBezTo>
                  <a:cubicBezTo>
                    <a:pt x="1853" y="2387"/>
                    <a:pt x="2387" y="1853"/>
                    <a:pt x="2387" y="1194"/>
                  </a:cubicBezTo>
                  <a:cubicBezTo>
                    <a:pt x="2387" y="535"/>
                    <a:pt x="1853" y="0"/>
                    <a:pt x="1194"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1"/>
            <p:cNvSpPr/>
            <p:nvPr/>
          </p:nvSpPr>
          <p:spPr>
            <a:xfrm>
              <a:off x="1579386" y="2646541"/>
              <a:ext cx="56310" cy="62710"/>
            </a:xfrm>
            <a:custGeom>
              <a:rect b="b" l="l" r="r" t="t"/>
              <a:pathLst>
                <a:path extrusionOk="0" h="2391" w="2147">
                  <a:moveTo>
                    <a:pt x="746" y="0"/>
                  </a:moveTo>
                  <a:cubicBezTo>
                    <a:pt x="472" y="0"/>
                    <a:pt x="212" y="92"/>
                    <a:pt x="0" y="265"/>
                  </a:cubicBezTo>
                  <a:cubicBezTo>
                    <a:pt x="592" y="741"/>
                    <a:pt x="592" y="1651"/>
                    <a:pt x="0" y="2127"/>
                  </a:cubicBezTo>
                  <a:cubicBezTo>
                    <a:pt x="223" y="2307"/>
                    <a:pt x="485" y="2390"/>
                    <a:pt x="743" y="2390"/>
                  </a:cubicBezTo>
                  <a:cubicBezTo>
                    <a:pt x="1225" y="2390"/>
                    <a:pt x="1693" y="2098"/>
                    <a:pt x="1872" y="1593"/>
                  </a:cubicBezTo>
                  <a:cubicBezTo>
                    <a:pt x="2146" y="814"/>
                    <a:pt x="1569" y="0"/>
                    <a:pt x="74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1"/>
            <p:cNvSpPr/>
            <p:nvPr/>
          </p:nvSpPr>
          <p:spPr>
            <a:xfrm>
              <a:off x="1358157" y="2520465"/>
              <a:ext cx="248374" cy="12012"/>
            </a:xfrm>
            <a:custGeom>
              <a:rect b="b" l="l" r="r" t="t"/>
              <a:pathLst>
                <a:path extrusionOk="0" h="458" w="9470">
                  <a:moveTo>
                    <a:pt x="289" y="1"/>
                  </a:moveTo>
                  <a:cubicBezTo>
                    <a:pt x="0" y="15"/>
                    <a:pt x="0" y="443"/>
                    <a:pt x="289" y="458"/>
                  </a:cubicBezTo>
                  <a:lnTo>
                    <a:pt x="9181" y="458"/>
                  </a:lnTo>
                  <a:cubicBezTo>
                    <a:pt x="9470" y="443"/>
                    <a:pt x="9470" y="15"/>
                    <a:pt x="9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1"/>
            <p:cNvSpPr/>
            <p:nvPr/>
          </p:nvSpPr>
          <p:spPr>
            <a:xfrm>
              <a:off x="1358157" y="2585850"/>
              <a:ext cx="248374" cy="12012"/>
            </a:xfrm>
            <a:custGeom>
              <a:rect b="b" l="l" r="r" t="t"/>
              <a:pathLst>
                <a:path extrusionOk="0" h="458" w="9470">
                  <a:moveTo>
                    <a:pt x="289" y="0"/>
                  </a:moveTo>
                  <a:cubicBezTo>
                    <a:pt x="0" y="14"/>
                    <a:pt x="0" y="443"/>
                    <a:pt x="289" y="457"/>
                  </a:cubicBezTo>
                  <a:lnTo>
                    <a:pt x="9181" y="457"/>
                  </a:lnTo>
                  <a:cubicBezTo>
                    <a:pt x="9470" y="443"/>
                    <a:pt x="9470" y="14"/>
                    <a:pt x="9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1"/>
            <p:cNvSpPr/>
            <p:nvPr/>
          </p:nvSpPr>
          <p:spPr>
            <a:xfrm>
              <a:off x="1434636" y="2628234"/>
              <a:ext cx="96176" cy="12038"/>
            </a:xfrm>
            <a:custGeom>
              <a:rect b="b" l="l" r="r" t="t"/>
              <a:pathLst>
                <a:path extrusionOk="0" h="459" w="3667">
                  <a:moveTo>
                    <a:pt x="3363" y="0"/>
                  </a:moveTo>
                  <a:cubicBezTo>
                    <a:pt x="3358" y="0"/>
                    <a:pt x="3354" y="1"/>
                    <a:pt x="3349" y="1"/>
                  </a:cubicBezTo>
                  <a:lnTo>
                    <a:pt x="289" y="1"/>
                  </a:lnTo>
                  <a:cubicBezTo>
                    <a:pt x="0" y="15"/>
                    <a:pt x="0" y="443"/>
                    <a:pt x="289" y="458"/>
                  </a:cubicBezTo>
                  <a:lnTo>
                    <a:pt x="3349" y="458"/>
                  </a:lnTo>
                  <a:cubicBezTo>
                    <a:pt x="3355" y="458"/>
                    <a:pt x="3361" y="458"/>
                    <a:pt x="3367" y="458"/>
                  </a:cubicBezTo>
                  <a:cubicBezTo>
                    <a:pt x="3667" y="458"/>
                    <a:pt x="3665" y="0"/>
                    <a:pt x="3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1"/>
            <p:cNvSpPr/>
            <p:nvPr/>
          </p:nvSpPr>
          <p:spPr>
            <a:xfrm>
              <a:off x="1416697" y="2553014"/>
              <a:ext cx="190595" cy="12038"/>
            </a:xfrm>
            <a:custGeom>
              <a:rect b="b" l="l" r="r" t="t"/>
              <a:pathLst>
                <a:path extrusionOk="0" h="459" w="7267">
                  <a:moveTo>
                    <a:pt x="300" y="0"/>
                  </a:moveTo>
                  <a:cubicBezTo>
                    <a:pt x="1" y="0"/>
                    <a:pt x="2" y="458"/>
                    <a:pt x="305" y="458"/>
                  </a:cubicBezTo>
                  <a:cubicBezTo>
                    <a:pt x="309" y="458"/>
                    <a:pt x="314" y="458"/>
                    <a:pt x="319" y="458"/>
                  </a:cubicBezTo>
                  <a:lnTo>
                    <a:pt x="6949" y="458"/>
                  </a:lnTo>
                  <a:cubicBezTo>
                    <a:pt x="6954" y="458"/>
                    <a:pt x="6958" y="458"/>
                    <a:pt x="6963" y="458"/>
                  </a:cubicBezTo>
                  <a:cubicBezTo>
                    <a:pt x="7265" y="458"/>
                    <a:pt x="7267" y="0"/>
                    <a:pt x="6967" y="0"/>
                  </a:cubicBezTo>
                  <a:cubicBezTo>
                    <a:pt x="6961" y="0"/>
                    <a:pt x="6955" y="1"/>
                    <a:pt x="6949" y="1"/>
                  </a:cubicBezTo>
                  <a:lnTo>
                    <a:pt x="319"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1"/>
            <p:cNvSpPr/>
            <p:nvPr/>
          </p:nvSpPr>
          <p:spPr>
            <a:xfrm>
              <a:off x="1357396" y="2553014"/>
              <a:ext cx="47209" cy="12038"/>
            </a:xfrm>
            <a:custGeom>
              <a:rect b="b" l="l" r="r" t="t"/>
              <a:pathLst>
                <a:path extrusionOk="0" h="459" w="1800">
                  <a:moveTo>
                    <a:pt x="300" y="0"/>
                  </a:moveTo>
                  <a:cubicBezTo>
                    <a:pt x="0" y="0"/>
                    <a:pt x="2" y="458"/>
                    <a:pt x="304" y="458"/>
                  </a:cubicBezTo>
                  <a:cubicBezTo>
                    <a:pt x="309" y="458"/>
                    <a:pt x="313" y="458"/>
                    <a:pt x="318" y="458"/>
                  </a:cubicBezTo>
                  <a:lnTo>
                    <a:pt x="1511" y="458"/>
                  </a:lnTo>
                  <a:cubicBezTo>
                    <a:pt x="1800" y="444"/>
                    <a:pt x="1800" y="15"/>
                    <a:pt x="1511" y="1"/>
                  </a:cubicBezTo>
                  <a:lnTo>
                    <a:pt x="318"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1"/>
            <p:cNvSpPr/>
            <p:nvPr/>
          </p:nvSpPr>
          <p:spPr>
            <a:xfrm>
              <a:off x="1306279" y="2479577"/>
              <a:ext cx="352262" cy="227183"/>
            </a:xfrm>
            <a:custGeom>
              <a:rect b="b" l="l" r="r" t="t"/>
              <a:pathLst>
                <a:path extrusionOk="0" h="8662" w="13431">
                  <a:moveTo>
                    <a:pt x="1377" y="1"/>
                  </a:moveTo>
                  <a:cubicBezTo>
                    <a:pt x="1228" y="1"/>
                    <a:pt x="1103" y="116"/>
                    <a:pt x="1098" y="270"/>
                  </a:cubicBezTo>
                  <a:cubicBezTo>
                    <a:pt x="1074" y="713"/>
                    <a:pt x="718" y="1069"/>
                    <a:pt x="270" y="1093"/>
                  </a:cubicBezTo>
                  <a:cubicBezTo>
                    <a:pt x="121" y="1098"/>
                    <a:pt x="1" y="1223"/>
                    <a:pt x="1" y="1372"/>
                  </a:cubicBezTo>
                  <a:lnTo>
                    <a:pt x="1" y="7290"/>
                  </a:lnTo>
                  <a:cubicBezTo>
                    <a:pt x="1" y="7439"/>
                    <a:pt x="121" y="7565"/>
                    <a:pt x="270" y="7569"/>
                  </a:cubicBezTo>
                  <a:cubicBezTo>
                    <a:pt x="718" y="7593"/>
                    <a:pt x="1074" y="7950"/>
                    <a:pt x="1098" y="8392"/>
                  </a:cubicBezTo>
                  <a:cubicBezTo>
                    <a:pt x="1103" y="8546"/>
                    <a:pt x="1228" y="8662"/>
                    <a:pt x="1377" y="8662"/>
                  </a:cubicBezTo>
                  <a:lnTo>
                    <a:pt x="8137" y="8662"/>
                  </a:lnTo>
                  <a:cubicBezTo>
                    <a:pt x="8426" y="8647"/>
                    <a:pt x="8426" y="8219"/>
                    <a:pt x="8137" y="8205"/>
                  </a:cubicBezTo>
                  <a:lnTo>
                    <a:pt x="1536" y="8205"/>
                  </a:lnTo>
                  <a:cubicBezTo>
                    <a:pt x="1444" y="7656"/>
                    <a:pt x="1011" y="7223"/>
                    <a:pt x="463" y="7132"/>
                  </a:cubicBezTo>
                  <a:lnTo>
                    <a:pt x="463" y="1531"/>
                  </a:lnTo>
                  <a:cubicBezTo>
                    <a:pt x="1011" y="1434"/>
                    <a:pt x="1444" y="1006"/>
                    <a:pt x="1536" y="458"/>
                  </a:cubicBezTo>
                  <a:lnTo>
                    <a:pt x="11838" y="458"/>
                  </a:lnTo>
                  <a:cubicBezTo>
                    <a:pt x="11934" y="1025"/>
                    <a:pt x="12391" y="1463"/>
                    <a:pt x="12963" y="1540"/>
                  </a:cubicBezTo>
                  <a:lnTo>
                    <a:pt x="12963" y="5423"/>
                  </a:lnTo>
                  <a:cubicBezTo>
                    <a:pt x="12956" y="5585"/>
                    <a:pt x="13075" y="5665"/>
                    <a:pt x="13194" y="5665"/>
                  </a:cubicBezTo>
                  <a:cubicBezTo>
                    <a:pt x="13312" y="5665"/>
                    <a:pt x="13430" y="5585"/>
                    <a:pt x="13421" y="5423"/>
                  </a:cubicBezTo>
                  <a:lnTo>
                    <a:pt x="13421" y="1372"/>
                  </a:lnTo>
                  <a:cubicBezTo>
                    <a:pt x="13421" y="1218"/>
                    <a:pt x="13295" y="1093"/>
                    <a:pt x="13142" y="1093"/>
                  </a:cubicBezTo>
                  <a:cubicBezTo>
                    <a:pt x="12675" y="1093"/>
                    <a:pt x="12295" y="727"/>
                    <a:pt x="12275" y="265"/>
                  </a:cubicBezTo>
                  <a:cubicBezTo>
                    <a:pt x="12266" y="116"/>
                    <a:pt x="12145" y="1"/>
                    <a:pt x="1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1"/>
            <p:cNvSpPr/>
            <p:nvPr/>
          </p:nvSpPr>
          <p:spPr>
            <a:xfrm>
              <a:off x="1277639" y="2449546"/>
              <a:ext cx="409411" cy="332066"/>
            </a:xfrm>
            <a:custGeom>
              <a:rect b="b" l="l" r="r" t="t"/>
              <a:pathLst>
                <a:path extrusionOk="0" h="12661" w="15610">
                  <a:moveTo>
                    <a:pt x="14975" y="448"/>
                  </a:moveTo>
                  <a:cubicBezTo>
                    <a:pt x="15076" y="448"/>
                    <a:pt x="15157" y="530"/>
                    <a:pt x="15157" y="631"/>
                  </a:cubicBezTo>
                  <a:lnTo>
                    <a:pt x="15157" y="10312"/>
                  </a:lnTo>
                  <a:lnTo>
                    <a:pt x="15153" y="10317"/>
                  </a:lnTo>
                  <a:cubicBezTo>
                    <a:pt x="15153" y="10418"/>
                    <a:pt x="15071" y="10495"/>
                    <a:pt x="14975" y="10495"/>
                  </a:cubicBezTo>
                  <a:lnTo>
                    <a:pt x="14070" y="10495"/>
                  </a:lnTo>
                  <a:lnTo>
                    <a:pt x="13950" y="10249"/>
                  </a:lnTo>
                  <a:lnTo>
                    <a:pt x="13969" y="10240"/>
                  </a:lnTo>
                  <a:cubicBezTo>
                    <a:pt x="14286" y="10095"/>
                    <a:pt x="14474" y="9768"/>
                    <a:pt x="14440" y="9422"/>
                  </a:cubicBezTo>
                  <a:cubicBezTo>
                    <a:pt x="14436" y="9335"/>
                    <a:pt x="14455" y="9253"/>
                    <a:pt x="14508" y="9181"/>
                  </a:cubicBezTo>
                  <a:cubicBezTo>
                    <a:pt x="14705" y="8897"/>
                    <a:pt x="14705" y="8522"/>
                    <a:pt x="14508" y="8238"/>
                  </a:cubicBezTo>
                  <a:cubicBezTo>
                    <a:pt x="14455" y="8166"/>
                    <a:pt x="14436" y="8079"/>
                    <a:pt x="14440" y="7997"/>
                  </a:cubicBezTo>
                  <a:cubicBezTo>
                    <a:pt x="14474" y="7651"/>
                    <a:pt x="14286" y="7324"/>
                    <a:pt x="13969" y="7179"/>
                  </a:cubicBezTo>
                  <a:cubicBezTo>
                    <a:pt x="13892" y="7141"/>
                    <a:pt x="13829" y="7078"/>
                    <a:pt x="13791" y="7001"/>
                  </a:cubicBezTo>
                  <a:cubicBezTo>
                    <a:pt x="13657" y="6712"/>
                    <a:pt x="13368" y="6526"/>
                    <a:pt x="13051" y="6526"/>
                  </a:cubicBezTo>
                  <a:cubicBezTo>
                    <a:pt x="13025" y="6526"/>
                    <a:pt x="12999" y="6527"/>
                    <a:pt x="12973" y="6530"/>
                  </a:cubicBezTo>
                  <a:cubicBezTo>
                    <a:pt x="12961" y="6531"/>
                    <a:pt x="12949" y="6532"/>
                    <a:pt x="12937" y="6532"/>
                  </a:cubicBezTo>
                  <a:cubicBezTo>
                    <a:pt x="12866" y="6532"/>
                    <a:pt x="12794" y="6508"/>
                    <a:pt x="12732" y="6467"/>
                  </a:cubicBezTo>
                  <a:cubicBezTo>
                    <a:pt x="12593" y="6366"/>
                    <a:pt x="12428" y="6316"/>
                    <a:pt x="12263" y="6316"/>
                  </a:cubicBezTo>
                  <a:cubicBezTo>
                    <a:pt x="12097" y="6316"/>
                    <a:pt x="11931" y="6366"/>
                    <a:pt x="11789" y="6467"/>
                  </a:cubicBezTo>
                  <a:cubicBezTo>
                    <a:pt x="11728" y="6508"/>
                    <a:pt x="11659" y="6532"/>
                    <a:pt x="11586" y="6532"/>
                  </a:cubicBezTo>
                  <a:cubicBezTo>
                    <a:pt x="11574" y="6532"/>
                    <a:pt x="11561" y="6531"/>
                    <a:pt x="11549" y="6530"/>
                  </a:cubicBezTo>
                  <a:cubicBezTo>
                    <a:pt x="11522" y="6527"/>
                    <a:pt x="11496" y="6526"/>
                    <a:pt x="11470" y="6526"/>
                  </a:cubicBezTo>
                  <a:cubicBezTo>
                    <a:pt x="11154" y="6526"/>
                    <a:pt x="10864" y="6712"/>
                    <a:pt x="10731" y="7001"/>
                  </a:cubicBezTo>
                  <a:cubicBezTo>
                    <a:pt x="10697" y="7078"/>
                    <a:pt x="10634" y="7141"/>
                    <a:pt x="10553" y="7179"/>
                  </a:cubicBezTo>
                  <a:cubicBezTo>
                    <a:pt x="10240" y="7324"/>
                    <a:pt x="10052" y="7651"/>
                    <a:pt x="10081" y="7997"/>
                  </a:cubicBezTo>
                  <a:cubicBezTo>
                    <a:pt x="10091" y="8079"/>
                    <a:pt x="10067" y="8166"/>
                    <a:pt x="10018" y="8238"/>
                  </a:cubicBezTo>
                  <a:cubicBezTo>
                    <a:pt x="9816" y="8522"/>
                    <a:pt x="9816" y="8897"/>
                    <a:pt x="10018" y="9181"/>
                  </a:cubicBezTo>
                  <a:cubicBezTo>
                    <a:pt x="10067" y="9253"/>
                    <a:pt x="10091" y="9335"/>
                    <a:pt x="10081" y="9422"/>
                  </a:cubicBezTo>
                  <a:cubicBezTo>
                    <a:pt x="10052" y="9768"/>
                    <a:pt x="10245" y="10095"/>
                    <a:pt x="10562" y="10240"/>
                  </a:cubicBezTo>
                  <a:lnTo>
                    <a:pt x="10581" y="10245"/>
                  </a:lnTo>
                  <a:lnTo>
                    <a:pt x="10461" y="10495"/>
                  </a:lnTo>
                  <a:lnTo>
                    <a:pt x="636" y="10495"/>
                  </a:lnTo>
                  <a:cubicBezTo>
                    <a:pt x="534" y="10495"/>
                    <a:pt x="453" y="10413"/>
                    <a:pt x="453" y="10312"/>
                  </a:cubicBezTo>
                  <a:lnTo>
                    <a:pt x="453" y="631"/>
                  </a:lnTo>
                  <a:cubicBezTo>
                    <a:pt x="453" y="530"/>
                    <a:pt x="534" y="448"/>
                    <a:pt x="636" y="448"/>
                  </a:cubicBezTo>
                  <a:close/>
                  <a:moveTo>
                    <a:pt x="12272" y="6768"/>
                  </a:moveTo>
                  <a:cubicBezTo>
                    <a:pt x="12345" y="6768"/>
                    <a:pt x="12417" y="6790"/>
                    <a:pt x="12477" y="6833"/>
                  </a:cubicBezTo>
                  <a:cubicBezTo>
                    <a:pt x="12619" y="6929"/>
                    <a:pt x="12782" y="6981"/>
                    <a:pt x="12951" y="6981"/>
                  </a:cubicBezTo>
                  <a:cubicBezTo>
                    <a:pt x="12977" y="6981"/>
                    <a:pt x="13004" y="6980"/>
                    <a:pt x="13031" y="6977"/>
                  </a:cubicBezTo>
                  <a:cubicBezTo>
                    <a:pt x="13041" y="6976"/>
                    <a:pt x="13052" y="6976"/>
                    <a:pt x="13063" y="6976"/>
                  </a:cubicBezTo>
                  <a:cubicBezTo>
                    <a:pt x="13200" y="6976"/>
                    <a:pt x="13329" y="7059"/>
                    <a:pt x="13391" y="7184"/>
                  </a:cubicBezTo>
                  <a:cubicBezTo>
                    <a:pt x="13468" y="7362"/>
                    <a:pt x="13613" y="7507"/>
                    <a:pt x="13791" y="7588"/>
                  </a:cubicBezTo>
                  <a:cubicBezTo>
                    <a:pt x="13930" y="7651"/>
                    <a:pt x="14012" y="7795"/>
                    <a:pt x="13998" y="7949"/>
                  </a:cubicBezTo>
                  <a:cubicBezTo>
                    <a:pt x="13978" y="8142"/>
                    <a:pt x="14031" y="8339"/>
                    <a:pt x="14147" y="8498"/>
                  </a:cubicBezTo>
                  <a:cubicBezTo>
                    <a:pt x="14234" y="8623"/>
                    <a:pt x="14234" y="8787"/>
                    <a:pt x="14147" y="8912"/>
                  </a:cubicBezTo>
                  <a:cubicBezTo>
                    <a:pt x="14031" y="9070"/>
                    <a:pt x="13978" y="9268"/>
                    <a:pt x="13998" y="9460"/>
                  </a:cubicBezTo>
                  <a:cubicBezTo>
                    <a:pt x="14012" y="9614"/>
                    <a:pt x="13930" y="9759"/>
                    <a:pt x="13791" y="9821"/>
                  </a:cubicBezTo>
                  <a:cubicBezTo>
                    <a:pt x="13685" y="9869"/>
                    <a:pt x="13594" y="9941"/>
                    <a:pt x="13517" y="10028"/>
                  </a:cubicBezTo>
                  <a:lnTo>
                    <a:pt x="13507" y="10038"/>
                  </a:lnTo>
                  <a:lnTo>
                    <a:pt x="13502" y="10047"/>
                  </a:lnTo>
                  <a:lnTo>
                    <a:pt x="13493" y="10052"/>
                  </a:lnTo>
                  <a:cubicBezTo>
                    <a:pt x="13454" y="10105"/>
                    <a:pt x="13416" y="10163"/>
                    <a:pt x="13387" y="10225"/>
                  </a:cubicBezTo>
                  <a:cubicBezTo>
                    <a:pt x="13329" y="10350"/>
                    <a:pt x="13200" y="10434"/>
                    <a:pt x="13059" y="10434"/>
                  </a:cubicBezTo>
                  <a:cubicBezTo>
                    <a:pt x="13048" y="10434"/>
                    <a:pt x="13037" y="10433"/>
                    <a:pt x="13026" y="10432"/>
                  </a:cubicBezTo>
                  <a:cubicBezTo>
                    <a:pt x="13000" y="10430"/>
                    <a:pt x="12974" y="10428"/>
                    <a:pt x="12948" y="10428"/>
                  </a:cubicBezTo>
                  <a:cubicBezTo>
                    <a:pt x="12781" y="10428"/>
                    <a:pt x="12615" y="10481"/>
                    <a:pt x="12477" y="10577"/>
                  </a:cubicBezTo>
                  <a:cubicBezTo>
                    <a:pt x="12434" y="10610"/>
                    <a:pt x="12376" y="10629"/>
                    <a:pt x="12323" y="10639"/>
                  </a:cubicBezTo>
                  <a:cubicBezTo>
                    <a:pt x="12304" y="10641"/>
                    <a:pt x="12286" y="10643"/>
                    <a:pt x="12269" y="10643"/>
                  </a:cubicBezTo>
                  <a:cubicBezTo>
                    <a:pt x="12251" y="10643"/>
                    <a:pt x="12234" y="10641"/>
                    <a:pt x="12217" y="10639"/>
                  </a:cubicBezTo>
                  <a:cubicBezTo>
                    <a:pt x="12164" y="10629"/>
                    <a:pt x="12112" y="10610"/>
                    <a:pt x="12063" y="10581"/>
                  </a:cubicBezTo>
                  <a:cubicBezTo>
                    <a:pt x="11929" y="10480"/>
                    <a:pt x="11760" y="10427"/>
                    <a:pt x="11592" y="10427"/>
                  </a:cubicBezTo>
                  <a:cubicBezTo>
                    <a:pt x="11568" y="10427"/>
                    <a:pt x="11539" y="10427"/>
                    <a:pt x="11515" y="10432"/>
                  </a:cubicBezTo>
                  <a:cubicBezTo>
                    <a:pt x="11504" y="10433"/>
                    <a:pt x="11492" y="10434"/>
                    <a:pt x="11481" y="10434"/>
                  </a:cubicBezTo>
                  <a:cubicBezTo>
                    <a:pt x="11344" y="10434"/>
                    <a:pt x="11216" y="10354"/>
                    <a:pt x="11154" y="10225"/>
                  </a:cubicBezTo>
                  <a:cubicBezTo>
                    <a:pt x="11125" y="10163"/>
                    <a:pt x="11091" y="10105"/>
                    <a:pt x="11048" y="10052"/>
                  </a:cubicBezTo>
                  <a:lnTo>
                    <a:pt x="11043" y="10047"/>
                  </a:lnTo>
                  <a:lnTo>
                    <a:pt x="11039" y="10038"/>
                  </a:lnTo>
                  <a:lnTo>
                    <a:pt x="11029" y="10028"/>
                  </a:lnTo>
                  <a:cubicBezTo>
                    <a:pt x="10952" y="9941"/>
                    <a:pt x="10860" y="9869"/>
                    <a:pt x="10755" y="9821"/>
                  </a:cubicBezTo>
                  <a:cubicBezTo>
                    <a:pt x="10615" y="9759"/>
                    <a:pt x="10533" y="9614"/>
                    <a:pt x="10548" y="9460"/>
                  </a:cubicBezTo>
                  <a:cubicBezTo>
                    <a:pt x="10562" y="9268"/>
                    <a:pt x="10514" y="9070"/>
                    <a:pt x="10399" y="8912"/>
                  </a:cubicBezTo>
                  <a:cubicBezTo>
                    <a:pt x="10312" y="8787"/>
                    <a:pt x="10312" y="8623"/>
                    <a:pt x="10399" y="8498"/>
                  </a:cubicBezTo>
                  <a:cubicBezTo>
                    <a:pt x="10514" y="8339"/>
                    <a:pt x="10562" y="8142"/>
                    <a:pt x="10548" y="7949"/>
                  </a:cubicBezTo>
                  <a:cubicBezTo>
                    <a:pt x="10533" y="7795"/>
                    <a:pt x="10615" y="7651"/>
                    <a:pt x="10755" y="7588"/>
                  </a:cubicBezTo>
                  <a:cubicBezTo>
                    <a:pt x="10933" y="7507"/>
                    <a:pt x="11072" y="7362"/>
                    <a:pt x="11154" y="7184"/>
                  </a:cubicBezTo>
                  <a:cubicBezTo>
                    <a:pt x="11216" y="7059"/>
                    <a:pt x="11345" y="6976"/>
                    <a:pt x="11482" y="6976"/>
                  </a:cubicBezTo>
                  <a:cubicBezTo>
                    <a:pt x="11493" y="6976"/>
                    <a:pt x="11504" y="6976"/>
                    <a:pt x="11515" y="6977"/>
                  </a:cubicBezTo>
                  <a:cubicBezTo>
                    <a:pt x="11542" y="6980"/>
                    <a:pt x="11568" y="6981"/>
                    <a:pt x="11595" y="6981"/>
                  </a:cubicBezTo>
                  <a:cubicBezTo>
                    <a:pt x="11764" y="6981"/>
                    <a:pt x="11926" y="6929"/>
                    <a:pt x="12063" y="6833"/>
                  </a:cubicBezTo>
                  <a:cubicBezTo>
                    <a:pt x="12126" y="6790"/>
                    <a:pt x="12199" y="6768"/>
                    <a:pt x="12272" y="6768"/>
                  </a:cubicBezTo>
                  <a:close/>
                  <a:moveTo>
                    <a:pt x="10894" y="10644"/>
                  </a:moveTo>
                  <a:cubicBezTo>
                    <a:pt x="11048" y="10802"/>
                    <a:pt x="11256" y="10888"/>
                    <a:pt x="11473" y="10888"/>
                  </a:cubicBezTo>
                  <a:cubicBezTo>
                    <a:pt x="11500" y="10888"/>
                    <a:pt x="11526" y="10887"/>
                    <a:pt x="11553" y="10884"/>
                  </a:cubicBezTo>
                  <a:cubicBezTo>
                    <a:pt x="11566" y="10883"/>
                    <a:pt x="11578" y="10882"/>
                    <a:pt x="11591" y="10882"/>
                  </a:cubicBezTo>
                  <a:cubicBezTo>
                    <a:pt x="11665" y="10882"/>
                    <a:pt x="11736" y="10907"/>
                    <a:pt x="11794" y="10952"/>
                  </a:cubicBezTo>
                  <a:cubicBezTo>
                    <a:pt x="11818" y="10966"/>
                    <a:pt x="11842" y="10981"/>
                    <a:pt x="11866" y="10995"/>
                  </a:cubicBezTo>
                  <a:lnTo>
                    <a:pt x="11390" y="11996"/>
                  </a:lnTo>
                  <a:lnTo>
                    <a:pt x="11149" y="11601"/>
                  </a:lnTo>
                  <a:cubicBezTo>
                    <a:pt x="11099" y="11523"/>
                    <a:pt x="11010" y="11472"/>
                    <a:pt x="10916" y="11472"/>
                  </a:cubicBezTo>
                  <a:cubicBezTo>
                    <a:pt x="10901" y="11472"/>
                    <a:pt x="10885" y="11474"/>
                    <a:pt x="10870" y="11476"/>
                  </a:cubicBezTo>
                  <a:lnTo>
                    <a:pt x="10466" y="11544"/>
                  </a:lnTo>
                  <a:lnTo>
                    <a:pt x="10894" y="10644"/>
                  </a:lnTo>
                  <a:close/>
                  <a:moveTo>
                    <a:pt x="13642" y="10644"/>
                  </a:moveTo>
                  <a:lnTo>
                    <a:pt x="14070" y="11544"/>
                  </a:lnTo>
                  <a:lnTo>
                    <a:pt x="14070" y="11544"/>
                  </a:lnTo>
                  <a:lnTo>
                    <a:pt x="13661" y="11476"/>
                  </a:lnTo>
                  <a:cubicBezTo>
                    <a:pt x="13646" y="11474"/>
                    <a:pt x="13631" y="11472"/>
                    <a:pt x="13616" y="11472"/>
                  </a:cubicBezTo>
                  <a:cubicBezTo>
                    <a:pt x="13522" y="11472"/>
                    <a:pt x="13436" y="11523"/>
                    <a:pt x="13387" y="11601"/>
                  </a:cubicBezTo>
                  <a:lnTo>
                    <a:pt x="13146" y="11996"/>
                  </a:lnTo>
                  <a:lnTo>
                    <a:pt x="12670" y="10995"/>
                  </a:lnTo>
                  <a:cubicBezTo>
                    <a:pt x="12694" y="10981"/>
                    <a:pt x="12713" y="10966"/>
                    <a:pt x="12737" y="10952"/>
                  </a:cubicBezTo>
                  <a:cubicBezTo>
                    <a:pt x="12802" y="10904"/>
                    <a:pt x="12879" y="10884"/>
                    <a:pt x="12953" y="10884"/>
                  </a:cubicBezTo>
                  <a:cubicBezTo>
                    <a:pt x="12962" y="10884"/>
                    <a:pt x="12970" y="10884"/>
                    <a:pt x="12978" y="10884"/>
                  </a:cubicBezTo>
                  <a:cubicBezTo>
                    <a:pt x="13005" y="10887"/>
                    <a:pt x="13032" y="10888"/>
                    <a:pt x="13058" y="10888"/>
                  </a:cubicBezTo>
                  <a:cubicBezTo>
                    <a:pt x="13276" y="10888"/>
                    <a:pt x="13487" y="10802"/>
                    <a:pt x="13642" y="10644"/>
                  </a:cubicBezTo>
                  <a:close/>
                  <a:moveTo>
                    <a:pt x="636" y="0"/>
                  </a:moveTo>
                  <a:cubicBezTo>
                    <a:pt x="284" y="0"/>
                    <a:pt x="0" y="284"/>
                    <a:pt x="0" y="636"/>
                  </a:cubicBezTo>
                  <a:lnTo>
                    <a:pt x="0" y="10317"/>
                  </a:lnTo>
                  <a:cubicBezTo>
                    <a:pt x="0" y="10668"/>
                    <a:pt x="284" y="10952"/>
                    <a:pt x="636" y="10952"/>
                  </a:cubicBezTo>
                  <a:lnTo>
                    <a:pt x="10240" y="10952"/>
                  </a:lnTo>
                  <a:lnTo>
                    <a:pt x="9903" y="11664"/>
                  </a:lnTo>
                  <a:cubicBezTo>
                    <a:pt x="9813" y="11848"/>
                    <a:pt x="9953" y="12052"/>
                    <a:pt x="10148" y="12052"/>
                  </a:cubicBezTo>
                  <a:cubicBezTo>
                    <a:pt x="10162" y="12052"/>
                    <a:pt x="10177" y="12051"/>
                    <a:pt x="10192" y="12049"/>
                  </a:cubicBezTo>
                  <a:lnTo>
                    <a:pt x="10822" y="11948"/>
                  </a:lnTo>
                  <a:lnTo>
                    <a:pt x="11178" y="12530"/>
                  </a:lnTo>
                  <a:cubicBezTo>
                    <a:pt x="11226" y="12607"/>
                    <a:pt x="11313" y="12660"/>
                    <a:pt x="11409" y="12660"/>
                  </a:cubicBezTo>
                  <a:lnTo>
                    <a:pt x="11423" y="12660"/>
                  </a:lnTo>
                  <a:cubicBezTo>
                    <a:pt x="11520" y="12655"/>
                    <a:pt x="11611" y="12593"/>
                    <a:pt x="11654" y="12501"/>
                  </a:cubicBezTo>
                  <a:lnTo>
                    <a:pt x="12266" y="11216"/>
                  </a:lnTo>
                  <a:lnTo>
                    <a:pt x="12881" y="12501"/>
                  </a:lnTo>
                  <a:cubicBezTo>
                    <a:pt x="12925" y="12593"/>
                    <a:pt x="13011" y="12655"/>
                    <a:pt x="13112" y="12660"/>
                  </a:cubicBezTo>
                  <a:lnTo>
                    <a:pt x="13127" y="12660"/>
                  </a:lnTo>
                  <a:cubicBezTo>
                    <a:pt x="13218" y="12660"/>
                    <a:pt x="13310" y="12607"/>
                    <a:pt x="13358" y="12530"/>
                  </a:cubicBezTo>
                  <a:lnTo>
                    <a:pt x="13709" y="11948"/>
                  </a:lnTo>
                  <a:lnTo>
                    <a:pt x="14344" y="12049"/>
                  </a:lnTo>
                  <a:cubicBezTo>
                    <a:pt x="14359" y="12051"/>
                    <a:pt x="14374" y="12052"/>
                    <a:pt x="14388" y="12052"/>
                  </a:cubicBezTo>
                  <a:cubicBezTo>
                    <a:pt x="14583" y="12052"/>
                    <a:pt x="14723" y="11848"/>
                    <a:pt x="14633" y="11664"/>
                  </a:cubicBezTo>
                  <a:lnTo>
                    <a:pt x="14291" y="10952"/>
                  </a:lnTo>
                  <a:lnTo>
                    <a:pt x="14975" y="10952"/>
                  </a:lnTo>
                  <a:cubicBezTo>
                    <a:pt x="15326" y="10952"/>
                    <a:pt x="15610" y="10668"/>
                    <a:pt x="15610" y="10317"/>
                  </a:cubicBezTo>
                  <a:lnTo>
                    <a:pt x="15610" y="636"/>
                  </a:lnTo>
                  <a:cubicBezTo>
                    <a:pt x="15610" y="284"/>
                    <a:pt x="15326" y="0"/>
                    <a:pt x="14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1"/>
            <p:cNvSpPr/>
            <p:nvPr/>
          </p:nvSpPr>
          <p:spPr>
            <a:xfrm>
              <a:off x="1549093" y="2640482"/>
              <a:ext cx="87102" cy="74748"/>
            </a:xfrm>
            <a:custGeom>
              <a:rect b="b" l="l" r="r" t="t"/>
              <a:pathLst>
                <a:path extrusionOk="0" h="2850" w="3321">
                  <a:moveTo>
                    <a:pt x="1893" y="462"/>
                  </a:moveTo>
                  <a:cubicBezTo>
                    <a:pt x="2388" y="462"/>
                    <a:pt x="2863" y="846"/>
                    <a:pt x="2863" y="1425"/>
                  </a:cubicBezTo>
                  <a:cubicBezTo>
                    <a:pt x="2863" y="1959"/>
                    <a:pt x="2430" y="2387"/>
                    <a:pt x="1901" y="2392"/>
                  </a:cubicBezTo>
                  <a:lnTo>
                    <a:pt x="1901" y="2387"/>
                  </a:lnTo>
                  <a:cubicBezTo>
                    <a:pt x="1045" y="2387"/>
                    <a:pt x="612" y="1353"/>
                    <a:pt x="1218" y="746"/>
                  </a:cubicBezTo>
                  <a:cubicBezTo>
                    <a:pt x="1414" y="550"/>
                    <a:pt x="1656" y="462"/>
                    <a:pt x="1893" y="462"/>
                  </a:cubicBezTo>
                  <a:close/>
                  <a:moveTo>
                    <a:pt x="1889" y="0"/>
                  </a:moveTo>
                  <a:cubicBezTo>
                    <a:pt x="1540" y="0"/>
                    <a:pt x="1185" y="130"/>
                    <a:pt x="895" y="419"/>
                  </a:cubicBezTo>
                  <a:cubicBezTo>
                    <a:pt x="0" y="1314"/>
                    <a:pt x="636" y="2849"/>
                    <a:pt x="1901" y="2849"/>
                  </a:cubicBezTo>
                  <a:cubicBezTo>
                    <a:pt x="2685" y="2849"/>
                    <a:pt x="3321" y="2209"/>
                    <a:pt x="3321" y="1425"/>
                  </a:cubicBezTo>
                  <a:cubicBezTo>
                    <a:pt x="3321" y="568"/>
                    <a:pt x="2620" y="0"/>
                    <a:pt x="1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81"/>
          <p:cNvGrpSpPr/>
          <p:nvPr/>
        </p:nvGrpSpPr>
        <p:grpSpPr>
          <a:xfrm>
            <a:off x="868254" y="2449153"/>
            <a:ext cx="332670" cy="332696"/>
            <a:chOff x="868254" y="2449153"/>
            <a:chExt cx="332670" cy="332696"/>
          </a:xfrm>
        </p:grpSpPr>
        <p:sp>
          <p:nvSpPr>
            <p:cNvPr id="10695" name="Google Shape;10695;p81"/>
            <p:cNvSpPr/>
            <p:nvPr/>
          </p:nvSpPr>
          <p:spPr>
            <a:xfrm>
              <a:off x="978802" y="2454084"/>
              <a:ext cx="109683" cy="322834"/>
            </a:xfrm>
            <a:custGeom>
              <a:rect b="b" l="l" r="r" t="t"/>
              <a:pathLst>
                <a:path extrusionOk="0" h="12309" w="4182">
                  <a:moveTo>
                    <a:pt x="0" y="1"/>
                  </a:moveTo>
                  <a:lnTo>
                    <a:pt x="0" y="12309"/>
                  </a:lnTo>
                  <a:lnTo>
                    <a:pt x="4182" y="12309"/>
                  </a:lnTo>
                  <a:lnTo>
                    <a:pt x="4182"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1"/>
            <p:cNvSpPr/>
            <p:nvPr/>
          </p:nvSpPr>
          <p:spPr>
            <a:xfrm>
              <a:off x="1063727" y="2454084"/>
              <a:ext cx="24759" cy="322834"/>
            </a:xfrm>
            <a:custGeom>
              <a:rect b="b" l="l" r="r" t="t"/>
              <a:pathLst>
                <a:path extrusionOk="0" h="12309" w="944">
                  <a:moveTo>
                    <a:pt x="0" y="1"/>
                  </a:moveTo>
                  <a:lnTo>
                    <a:pt x="0" y="12309"/>
                  </a:lnTo>
                  <a:lnTo>
                    <a:pt x="944" y="12309"/>
                  </a:lnTo>
                  <a:lnTo>
                    <a:pt x="94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1"/>
            <p:cNvSpPr/>
            <p:nvPr/>
          </p:nvSpPr>
          <p:spPr>
            <a:xfrm>
              <a:off x="873158" y="2454084"/>
              <a:ext cx="107559" cy="322965"/>
            </a:xfrm>
            <a:custGeom>
              <a:rect b="b" l="l" r="r" t="t"/>
              <a:pathLst>
                <a:path extrusionOk="0" h="12314" w="4101">
                  <a:moveTo>
                    <a:pt x="939" y="1"/>
                  </a:moveTo>
                  <a:cubicBezTo>
                    <a:pt x="419" y="1"/>
                    <a:pt x="1" y="424"/>
                    <a:pt x="1" y="944"/>
                  </a:cubicBezTo>
                  <a:lnTo>
                    <a:pt x="1" y="11371"/>
                  </a:lnTo>
                  <a:cubicBezTo>
                    <a:pt x="1" y="11890"/>
                    <a:pt x="424" y="12314"/>
                    <a:pt x="944" y="12314"/>
                  </a:cubicBezTo>
                  <a:lnTo>
                    <a:pt x="4100" y="12314"/>
                  </a:lnTo>
                  <a:lnTo>
                    <a:pt x="4100" y="1"/>
                  </a:lnTo>
                  <a:close/>
                </a:path>
              </a:pathLst>
            </a:custGeom>
            <a:solidFill>
              <a:srgbClr val="B2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1"/>
            <p:cNvSpPr/>
            <p:nvPr/>
          </p:nvSpPr>
          <p:spPr>
            <a:xfrm>
              <a:off x="956588" y="2454084"/>
              <a:ext cx="24129" cy="322834"/>
            </a:xfrm>
            <a:custGeom>
              <a:rect b="b" l="l" r="r" t="t"/>
              <a:pathLst>
                <a:path extrusionOk="0" h="12309" w="920">
                  <a:moveTo>
                    <a:pt x="0" y="1"/>
                  </a:moveTo>
                  <a:lnTo>
                    <a:pt x="0" y="12309"/>
                  </a:lnTo>
                  <a:lnTo>
                    <a:pt x="919" y="12309"/>
                  </a:lnTo>
                  <a:lnTo>
                    <a:pt x="919"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1"/>
            <p:cNvSpPr/>
            <p:nvPr/>
          </p:nvSpPr>
          <p:spPr>
            <a:xfrm>
              <a:off x="1086938" y="2454084"/>
              <a:ext cx="109080" cy="322965"/>
            </a:xfrm>
            <a:custGeom>
              <a:rect b="b" l="l" r="r" t="t"/>
              <a:pathLst>
                <a:path extrusionOk="0" h="12314" w="4159">
                  <a:moveTo>
                    <a:pt x="3214" y="1"/>
                  </a:moveTo>
                  <a:cubicBezTo>
                    <a:pt x="3211" y="1"/>
                    <a:pt x="3208" y="1"/>
                    <a:pt x="3205" y="1"/>
                  </a:cubicBezTo>
                  <a:lnTo>
                    <a:pt x="1" y="1"/>
                  </a:lnTo>
                  <a:lnTo>
                    <a:pt x="1" y="12314"/>
                  </a:lnTo>
                  <a:lnTo>
                    <a:pt x="3205" y="12314"/>
                  </a:lnTo>
                  <a:cubicBezTo>
                    <a:pt x="3730" y="12314"/>
                    <a:pt x="4153" y="11895"/>
                    <a:pt x="4158" y="11371"/>
                  </a:cubicBezTo>
                  <a:lnTo>
                    <a:pt x="4158" y="944"/>
                  </a:lnTo>
                  <a:cubicBezTo>
                    <a:pt x="4153" y="422"/>
                    <a:pt x="3735" y="1"/>
                    <a:pt x="3214"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1"/>
            <p:cNvSpPr/>
            <p:nvPr/>
          </p:nvSpPr>
          <p:spPr>
            <a:xfrm>
              <a:off x="1146265" y="2454084"/>
              <a:ext cx="49754" cy="322965"/>
            </a:xfrm>
            <a:custGeom>
              <a:rect b="b" l="l" r="r" t="t"/>
              <a:pathLst>
                <a:path extrusionOk="0" h="12314" w="1897">
                  <a:moveTo>
                    <a:pt x="9" y="1"/>
                  </a:moveTo>
                  <a:cubicBezTo>
                    <a:pt x="6" y="1"/>
                    <a:pt x="3" y="1"/>
                    <a:pt x="0" y="1"/>
                  </a:cubicBezTo>
                  <a:lnTo>
                    <a:pt x="18" y="1"/>
                  </a:lnTo>
                  <a:cubicBezTo>
                    <a:pt x="15" y="1"/>
                    <a:pt x="12" y="1"/>
                    <a:pt x="9" y="1"/>
                  </a:cubicBezTo>
                  <a:close/>
                  <a:moveTo>
                    <a:pt x="952" y="1"/>
                  </a:moveTo>
                  <a:cubicBezTo>
                    <a:pt x="949" y="1"/>
                    <a:pt x="946" y="1"/>
                    <a:pt x="943" y="1"/>
                  </a:cubicBezTo>
                  <a:lnTo>
                    <a:pt x="18" y="1"/>
                  </a:lnTo>
                  <a:cubicBezTo>
                    <a:pt x="534" y="5"/>
                    <a:pt x="953" y="425"/>
                    <a:pt x="958" y="944"/>
                  </a:cubicBezTo>
                  <a:lnTo>
                    <a:pt x="958" y="11371"/>
                  </a:lnTo>
                  <a:cubicBezTo>
                    <a:pt x="953" y="11895"/>
                    <a:pt x="525" y="12314"/>
                    <a:pt x="0" y="12314"/>
                  </a:cubicBezTo>
                  <a:lnTo>
                    <a:pt x="943" y="12314"/>
                  </a:lnTo>
                  <a:cubicBezTo>
                    <a:pt x="1468" y="12314"/>
                    <a:pt x="1891" y="11895"/>
                    <a:pt x="1896" y="11371"/>
                  </a:cubicBezTo>
                  <a:lnTo>
                    <a:pt x="1896" y="944"/>
                  </a:lnTo>
                  <a:cubicBezTo>
                    <a:pt x="1891" y="422"/>
                    <a:pt x="1473" y="1"/>
                    <a:pt x="952"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1"/>
            <p:cNvSpPr/>
            <p:nvPr/>
          </p:nvSpPr>
          <p:spPr>
            <a:xfrm>
              <a:off x="910768" y="2711900"/>
              <a:ext cx="31840" cy="31840"/>
            </a:xfrm>
            <a:custGeom>
              <a:rect b="b" l="l" r="r" t="t"/>
              <a:pathLst>
                <a:path extrusionOk="0" h="1214" w="1214">
                  <a:moveTo>
                    <a:pt x="607" y="1"/>
                  </a:moveTo>
                  <a:cubicBezTo>
                    <a:pt x="275" y="1"/>
                    <a:pt x="1" y="270"/>
                    <a:pt x="1" y="607"/>
                  </a:cubicBezTo>
                  <a:cubicBezTo>
                    <a:pt x="1" y="939"/>
                    <a:pt x="275"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1"/>
            <p:cNvSpPr/>
            <p:nvPr/>
          </p:nvSpPr>
          <p:spPr>
            <a:xfrm>
              <a:off x="101866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1"/>
            <p:cNvSpPr/>
            <p:nvPr/>
          </p:nvSpPr>
          <p:spPr>
            <a:xfrm>
              <a:off x="112517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1"/>
            <p:cNvSpPr/>
            <p:nvPr/>
          </p:nvSpPr>
          <p:spPr>
            <a:xfrm>
              <a:off x="896894" y="2607409"/>
              <a:ext cx="59720" cy="40285"/>
            </a:xfrm>
            <a:custGeom>
              <a:rect b="b" l="l" r="r" t="t"/>
              <a:pathLst>
                <a:path extrusionOk="0" h="1536" w="2277">
                  <a:moveTo>
                    <a:pt x="0" y="1"/>
                  </a:moveTo>
                  <a:lnTo>
                    <a:pt x="0" y="1286"/>
                  </a:lnTo>
                  <a:cubicBezTo>
                    <a:pt x="0" y="1425"/>
                    <a:pt x="111" y="1536"/>
                    <a:pt x="246" y="1536"/>
                  </a:cubicBezTo>
                  <a:lnTo>
                    <a:pt x="2031" y="1536"/>
                  </a:lnTo>
                  <a:cubicBezTo>
                    <a:pt x="2166" y="1536"/>
                    <a:pt x="2276" y="1425"/>
                    <a:pt x="2276" y="1286"/>
                  </a:cubicBezTo>
                  <a:lnTo>
                    <a:pt x="227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1"/>
            <p:cNvSpPr/>
            <p:nvPr/>
          </p:nvSpPr>
          <p:spPr>
            <a:xfrm>
              <a:off x="896763" y="2489307"/>
              <a:ext cx="59982" cy="118129"/>
            </a:xfrm>
            <a:custGeom>
              <a:rect b="b" l="l" r="r" t="t"/>
              <a:pathLst>
                <a:path extrusionOk="0" h="4504" w="2287">
                  <a:moveTo>
                    <a:pt x="251" y="0"/>
                  </a:moveTo>
                  <a:cubicBezTo>
                    <a:pt x="111" y="0"/>
                    <a:pt x="1" y="111"/>
                    <a:pt x="5" y="250"/>
                  </a:cubicBezTo>
                  <a:lnTo>
                    <a:pt x="5" y="4504"/>
                  </a:lnTo>
                  <a:lnTo>
                    <a:pt x="2281" y="4504"/>
                  </a:lnTo>
                  <a:lnTo>
                    <a:pt x="2281" y="236"/>
                  </a:lnTo>
                  <a:cubicBezTo>
                    <a:pt x="2286" y="106"/>
                    <a:pt x="2180" y="0"/>
                    <a:pt x="20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1"/>
            <p:cNvSpPr/>
            <p:nvPr/>
          </p:nvSpPr>
          <p:spPr>
            <a:xfrm>
              <a:off x="100466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1"/>
            <p:cNvSpPr/>
            <p:nvPr/>
          </p:nvSpPr>
          <p:spPr>
            <a:xfrm>
              <a:off x="1004663" y="2607409"/>
              <a:ext cx="59851" cy="40285"/>
            </a:xfrm>
            <a:custGeom>
              <a:rect b="b" l="l" r="r" t="t"/>
              <a:pathLst>
                <a:path extrusionOk="0" h="1536" w="2282">
                  <a:moveTo>
                    <a:pt x="1" y="1"/>
                  </a:moveTo>
                  <a:lnTo>
                    <a:pt x="1" y="1286"/>
                  </a:lnTo>
                  <a:cubicBezTo>
                    <a:pt x="1" y="1425"/>
                    <a:pt x="111" y="1536"/>
                    <a:pt x="251" y="1536"/>
                  </a:cubicBezTo>
                  <a:lnTo>
                    <a:pt x="2031"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1"/>
            <p:cNvSpPr/>
            <p:nvPr/>
          </p:nvSpPr>
          <p:spPr>
            <a:xfrm>
              <a:off x="111117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1"/>
            <p:cNvSpPr/>
            <p:nvPr/>
          </p:nvSpPr>
          <p:spPr>
            <a:xfrm>
              <a:off x="1111173" y="2607409"/>
              <a:ext cx="59851" cy="40285"/>
            </a:xfrm>
            <a:custGeom>
              <a:rect b="b" l="l" r="r" t="t"/>
              <a:pathLst>
                <a:path extrusionOk="0" h="1536" w="2282">
                  <a:moveTo>
                    <a:pt x="1" y="1"/>
                  </a:moveTo>
                  <a:lnTo>
                    <a:pt x="1" y="1286"/>
                  </a:lnTo>
                  <a:cubicBezTo>
                    <a:pt x="1" y="1425"/>
                    <a:pt x="111" y="1536"/>
                    <a:pt x="251" y="1536"/>
                  </a:cubicBezTo>
                  <a:lnTo>
                    <a:pt x="2036"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1"/>
            <p:cNvSpPr/>
            <p:nvPr/>
          </p:nvSpPr>
          <p:spPr>
            <a:xfrm>
              <a:off x="868254" y="2449153"/>
              <a:ext cx="332670" cy="332696"/>
            </a:xfrm>
            <a:custGeom>
              <a:rect b="b" l="l" r="r" t="t"/>
              <a:pathLst>
                <a:path extrusionOk="0" h="12685" w="12684">
                  <a:moveTo>
                    <a:pt x="11558" y="376"/>
                  </a:moveTo>
                  <a:cubicBezTo>
                    <a:pt x="11972" y="376"/>
                    <a:pt x="12309" y="713"/>
                    <a:pt x="12309" y="1132"/>
                  </a:cubicBezTo>
                  <a:lnTo>
                    <a:pt x="12309" y="11559"/>
                  </a:lnTo>
                  <a:cubicBezTo>
                    <a:pt x="12309" y="11977"/>
                    <a:pt x="11972" y="12314"/>
                    <a:pt x="11558" y="12314"/>
                  </a:cubicBezTo>
                  <a:lnTo>
                    <a:pt x="8579" y="12314"/>
                  </a:lnTo>
                  <a:lnTo>
                    <a:pt x="8579" y="11126"/>
                  </a:lnTo>
                  <a:cubicBezTo>
                    <a:pt x="8579" y="11005"/>
                    <a:pt x="8487" y="10945"/>
                    <a:pt x="8394" y="10945"/>
                  </a:cubicBezTo>
                  <a:cubicBezTo>
                    <a:pt x="8302" y="10945"/>
                    <a:pt x="8209" y="11005"/>
                    <a:pt x="8209" y="11126"/>
                  </a:cubicBezTo>
                  <a:lnTo>
                    <a:pt x="8209" y="12314"/>
                  </a:lnTo>
                  <a:lnTo>
                    <a:pt x="4470" y="12314"/>
                  </a:lnTo>
                  <a:lnTo>
                    <a:pt x="4475" y="376"/>
                  </a:lnTo>
                  <a:lnTo>
                    <a:pt x="8209" y="376"/>
                  </a:lnTo>
                  <a:lnTo>
                    <a:pt x="8209" y="10158"/>
                  </a:lnTo>
                  <a:cubicBezTo>
                    <a:pt x="8209" y="10279"/>
                    <a:pt x="8303" y="10339"/>
                    <a:pt x="8397" y="10339"/>
                  </a:cubicBezTo>
                  <a:cubicBezTo>
                    <a:pt x="8490" y="10339"/>
                    <a:pt x="8584" y="10279"/>
                    <a:pt x="8584" y="10158"/>
                  </a:cubicBezTo>
                  <a:lnTo>
                    <a:pt x="8584" y="376"/>
                  </a:lnTo>
                  <a:close/>
                  <a:moveTo>
                    <a:pt x="1126" y="1"/>
                  </a:moveTo>
                  <a:cubicBezTo>
                    <a:pt x="505" y="6"/>
                    <a:pt x="0" y="506"/>
                    <a:pt x="0" y="1132"/>
                  </a:cubicBezTo>
                  <a:lnTo>
                    <a:pt x="0" y="2556"/>
                  </a:lnTo>
                  <a:cubicBezTo>
                    <a:pt x="0" y="2676"/>
                    <a:pt x="93" y="2736"/>
                    <a:pt x="185" y="2736"/>
                  </a:cubicBezTo>
                  <a:cubicBezTo>
                    <a:pt x="278" y="2736"/>
                    <a:pt x="371" y="2676"/>
                    <a:pt x="371" y="2556"/>
                  </a:cubicBezTo>
                  <a:lnTo>
                    <a:pt x="371" y="1132"/>
                  </a:lnTo>
                  <a:cubicBezTo>
                    <a:pt x="371" y="713"/>
                    <a:pt x="712" y="376"/>
                    <a:pt x="1126" y="376"/>
                  </a:cubicBezTo>
                  <a:lnTo>
                    <a:pt x="4100" y="376"/>
                  </a:lnTo>
                  <a:lnTo>
                    <a:pt x="4100" y="12314"/>
                  </a:lnTo>
                  <a:lnTo>
                    <a:pt x="1126" y="12314"/>
                  </a:lnTo>
                  <a:cubicBezTo>
                    <a:pt x="712" y="12314"/>
                    <a:pt x="371" y="11977"/>
                    <a:pt x="371" y="11559"/>
                  </a:cubicBezTo>
                  <a:lnTo>
                    <a:pt x="371" y="3595"/>
                  </a:lnTo>
                  <a:cubicBezTo>
                    <a:pt x="371" y="3475"/>
                    <a:pt x="278" y="3415"/>
                    <a:pt x="185" y="3415"/>
                  </a:cubicBezTo>
                  <a:cubicBezTo>
                    <a:pt x="93" y="3415"/>
                    <a:pt x="0" y="3475"/>
                    <a:pt x="0" y="3595"/>
                  </a:cubicBezTo>
                  <a:lnTo>
                    <a:pt x="0" y="11559"/>
                  </a:lnTo>
                  <a:cubicBezTo>
                    <a:pt x="0" y="12179"/>
                    <a:pt x="505" y="12685"/>
                    <a:pt x="1126" y="12685"/>
                  </a:cubicBezTo>
                  <a:lnTo>
                    <a:pt x="11558" y="12685"/>
                  </a:lnTo>
                  <a:cubicBezTo>
                    <a:pt x="12179" y="12685"/>
                    <a:pt x="12679" y="12179"/>
                    <a:pt x="12684" y="11559"/>
                  </a:cubicBezTo>
                  <a:lnTo>
                    <a:pt x="12684" y="1132"/>
                  </a:lnTo>
                  <a:cubicBezTo>
                    <a:pt x="12679" y="506"/>
                    <a:pt x="12179" y="6"/>
                    <a:pt x="11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1"/>
            <p:cNvSpPr/>
            <p:nvPr/>
          </p:nvSpPr>
          <p:spPr>
            <a:xfrm>
              <a:off x="905969" y="2706995"/>
              <a:ext cx="48626" cy="41649"/>
            </a:xfrm>
            <a:custGeom>
              <a:rect b="b" l="l" r="r" t="t"/>
              <a:pathLst>
                <a:path extrusionOk="0" h="1588" w="1854">
                  <a:moveTo>
                    <a:pt x="790" y="371"/>
                  </a:moveTo>
                  <a:cubicBezTo>
                    <a:pt x="1026" y="371"/>
                    <a:pt x="1213" y="558"/>
                    <a:pt x="1213" y="794"/>
                  </a:cubicBezTo>
                  <a:cubicBezTo>
                    <a:pt x="1213" y="1048"/>
                    <a:pt x="1006" y="1216"/>
                    <a:pt x="790" y="1216"/>
                  </a:cubicBezTo>
                  <a:cubicBezTo>
                    <a:pt x="687" y="1216"/>
                    <a:pt x="582" y="1178"/>
                    <a:pt x="496" y="1093"/>
                  </a:cubicBezTo>
                  <a:cubicBezTo>
                    <a:pt x="227" y="823"/>
                    <a:pt x="415" y="371"/>
                    <a:pt x="790" y="371"/>
                  </a:cubicBezTo>
                  <a:close/>
                  <a:moveTo>
                    <a:pt x="790" y="0"/>
                  </a:moveTo>
                  <a:cubicBezTo>
                    <a:pt x="352" y="0"/>
                    <a:pt x="1" y="356"/>
                    <a:pt x="1" y="794"/>
                  </a:cubicBezTo>
                  <a:cubicBezTo>
                    <a:pt x="1" y="1272"/>
                    <a:pt x="390" y="1587"/>
                    <a:pt x="796" y="1587"/>
                  </a:cubicBezTo>
                  <a:cubicBezTo>
                    <a:pt x="991" y="1587"/>
                    <a:pt x="1191" y="1515"/>
                    <a:pt x="1353" y="1352"/>
                  </a:cubicBezTo>
                  <a:cubicBezTo>
                    <a:pt x="1853" y="852"/>
                    <a:pt x="1497" y="0"/>
                    <a:pt x="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1"/>
            <p:cNvSpPr/>
            <p:nvPr/>
          </p:nvSpPr>
          <p:spPr>
            <a:xfrm>
              <a:off x="1006813" y="2706995"/>
              <a:ext cx="48600" cy="41623"/>
            </a:xfrm>
            <a:custGeom>
              <a:rect b="b" l="l" r="r" t="t"/>
              <a:pathLst>
                <a:path extrusionOk="0" h="1587" w="1853">
                  <a:moveTo>
                    <a:pt x="1057" y="369"/>
                  </a:moveTo>
                  <a:cubicBezTo>
                    <a:pt x="1272" y="369"/>
                    <a:pt x="1478" y="536"/>
                    <a:pt x="1478" y="789"/>
                  </a:cubicBezTo>
                  <a:cubicBezTo>
                    <a:pt x="1482" y="1025"/>
                    <a:pt x="1290" y="1213"/>
                    <a:pt x="1059" y="1213"/>
                  </a:cubicBezTo>
                  <a:cubicBezTo>
                    <a:pt x="684" y="1213"/>
                    <a:pt x="496" y="761"/>
                    <a:pt x="761" y="496"/>
                  </a:cubicBezTo>
                  <a:cubicBezTo>
                    <a:pt x="847" y="408"/>
                    <a:pt x="953" y="369"/>
                    <a:pt x="1057" y="369"/>
                  </a:cubicBezTo>
                  <a:close/>
                  <a:moveTo>
                    <a:pt x="1059" y="0"/>
                  </a:moveTo>
                  <a:cubicBezTo>
                    <a:pt x="352" y="0"/>
                    <a:pt x="0" y="852"/>
                    <a:pt x="501" y="1352"/>
                  </a:cubicBezTo>
                  <a:cubicBezTo>
                    <a:pt x="661" y="1514"/>
                    <a:pt x="859" y="1586"/>
                    <a:pt x="1053" y="1586"/>
                  </a:cubicBezTo>
                  <a:cubicBezTo>
                    <a:pt x="1461" y="1586"/>
                    <a:pt x="1853"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1"/>
            <p:cNvSpPr/>
            <p:nvPr/>
          </p:nvSpPr>
          <p:spPr>
            <a:xfrm>
              <a:off x="1113323" y="2706995"/>
              <a:ext cx="48626" cy="41623"/>
            </a:xfrm>
            <a:custGeom>
              <a:rect b="b" l="l" r="r" t="t"/>
              <a:pathLst>
                <a:path extrusionOk="0" h="1587" w="1854">
                  <a:moveTo>
                    <a:pt x="1059" y="369"/>
                  </a:moveTo>
                  <a:cubicBezTo>
                    <a:pt x="1275" y="369"/>
                    <a:pt x="1483" y="536"/>
                    <a:pt x="1483" y="789"/>
                  </a:cubicBezTo>
                  <a:cubicBezTo>
                    <a:pt x="1483" y="1025"/>
                    <a:pt x="1295" y="1213"/>
                    <a:pt x="1059" y="1213"/>
                  </a:cubicBezTo>
                  <a:cubicBezTo>
                    <a:pt x="684" y="1213"/>
                    <a:pt x="496" y="761"/>
                    <a:pt x="761" y="496"/>
                  </a:cubicBezTo>
                  <a:cubicBezTo>
                    <a:pt x="847" y="408"/>
                    <a:pt x="954" y="369"/>
                    <a:pt x="1059" y="369"/>
                  </a:cubicBezTo>
                  <a:close/>
                  <a:moveTo>
                    <a:pt x="1059" y="0"/>
                  </a:moveTo>
                  <a:cubicBezTo>
                    <a:pt x="352" y="0"/>
                    <a:pt x="1" y="852"/>
                    <a:pt x="496" y="1352"/>
                  </a:cubicBezTo>
                  <a:cubicBezTo>
                    <a:pt x="658" y="1514"/>
                    <a:pt x="856" y="1586"/>
                    <a:pt x="1051" y="1586"/>
                  </a:cubicBezTo>
                  <a:cubicBezTo>
                    <a:pt x="1459" y="1586"/>
                    <a:pt x="1850"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1"/>
            <p:cNvSpPr/>
            <p:nvPr/>
          </p:nvSpPr>
          <p:spPr>
            <a:xfrm>
              <a:off x="910637" y="2514407"/>
              <a:ext cx="32207" cy="9862"/>
            </a:xfrm>
            <a:custGeom>
              <a:rect b="b" l="l" r="r" t="t"/>
              <a:pathLst>
                <a:path extrusionOk="0" h="376" w="1228">
                  <a:moveTo>
                    <a:pt x="241" y="1"/>
                  </a:moveTo>
                  <a:cubicBezTo>
                    <a:pt x="1" y="5"/>
                    <a:pt x="1" y="376"/>
                    <a:pt x="241" y="376"/>
                  </a:cubicBezTo>
                  <a:lnTo>
                    <a:pt x="987" y="376"/>
                  </a:lnTo>
                  <a:cubicBezTo>
                    <a:pt x="1228" y="376"/>
                    <a:pt x="1228" y="1"/>
                    <a:pt x="9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1"/>
            <p:cNvSpPr/>
            <p:nvPr/>
          </p:nvSpPr>
          <p:spPr>
            <a:xfrm>
              <a:off x="910637" y="2543441"/>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1"/>
            <p:cNvSpPr/>
            <p:nvPr/>
          </p:nvSpPr>
          <p:spPr>
            <a:xfrm>
              <a:off x="910637" y="2572343"/>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1"/>
            <p:cNvSpPr/>
            <p:nvPr/>
          </p:nvSpPr>
          <p:spPr>
            <a:xfrm>
              <a:off x="891963" y="2484376"/>
              <a:ext cx="69555" cy="168118"/>
            </a:xfrm>
            <a:custGeom>
              <a:rect b="b" l="l" r="r" t="t"/>
              <a:pathLst>
                <a:path extrusionOk="0" h="6410" w="2652">
                  <a:moveTo>
                    <a:pt x="2281" y="376"/>
                  </a:moveTo>
                  <a:lnTo>
                    <a:pt x="2281" y="4504"/>
                  </a:lnTo>
                  <a:lnTo>
                    <a:pt x="371" y="4504"/>
                  </a:lnTo>
                  <a:lnTo>
                    <a:pt x="371" y="376"/>
                  </a:lnTo>
                  <a:close/>
                  <a:moveTo>
                    <a:pt x="2281" y="4879"/>
                  </a:moveTo>
                  <a:lnTo>
                    <a:pt x="2281" y="6044"/>
                  </a:lnTo>
                  <a:lnTo>
                    <a:pt x="371" y="6039"/>
                  </a:lnTo>
                  <a:lnTo>
                    <a:pt x="371" y="4879"/>
                  </a:lnTo>
                  <a:close/>
                  <a:moveTo>
                    <a:pt x="188" y="0"/>
                  </a:moveTo>
                  <a:cubicBezTo>
                    <a:pt x="83" y="0"/>
                    <a:pt x="1" y="87"/>
                    <a:pt x="1" y="188"/>
                  </a:cubicBezTo>
                  <a:lnTo>
                    <a:pt x="1" y="6227"/>
                  </a:lnTo>
                  <a:cubicBezTo>
                    <a:pt x="1" y="6328"/>
                    <a:pt x="83" y="6410"/>
                    <a:pt x="188" y="6410"/>
                  </a:cubicBezTo>
                  <a:lnTo>
                    <a:pt x="2464" y="6410"/>
                  </a:lnTo>
                  <a:cubicBezTo>
                    <a:pt x="2467" y="6410"/>
                    <a:pt x="2470" y="6410"/>
                    <a:pt x="2473" y="6410"/>
                  </a:cubicBezTo>
                  <a:cubicBezTo>
                    <a:pt x="2574" y="6410"/>
                    <a:pt x="2652" y="6325"/>
                    <a:pt x="2652" y="6227"/>
                  </a:cubicBezTo>
                  <a:lnTo>
                    <a:pt x="2652" y="188"/>
                  </a:lnTo>
                  <a:cubicBezTo>
                    <a:pt x="2652" y="87"/>
                    <a:pt x="2570"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1"/>
            <p:cNvSpPr/>
            <p:nvPr/>
          </p:nvSpPr>
          <p:spPr>
            <a:xfrm>
              <a:off x="999863" y="2484507"/>
              <a:ext cx="69450" cy="167987"/>
            </a:xfrm>
            <a:custGeom>
              <a:rect b="b" l="l" r="r" t="t"/>
              <a:pathLst>
                <a:path extrusionOk="0" h="6405" w="2648">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5" y="6405"/>
                    <a:pt x="2647" y="6323"/>
                    <a:pt x="2647" y="6222"/>
                  </a:cubicBezTo>
                  <a:lnTo>
                    <a:pt x="2647" y="183"/>
                  </a:lnTo>
                  <a:cubicBezTo>
                    <a:pt x="2647" y="82"/>
                    <a:pt x="2565"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1"/>
            <p:cNvSpPr/>
            <p:nvPr/>
          </p:nvSpPr>
          <p:spPr>
            <a:xfrm>
              <a:off x="1106373" y="2484507"/>
              <a:ext cx="69582" cy="167987"/>
            </a:xfrm>
            <a:custGeom>
              <a:rect b="b" l="l" r="r" t="t"/>
              <a:pathLst>
                <a:path extrusionOk="0" h="6405" w="2653">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6" y="6405"/>
                    <a:pt x="2652" y="6323"/>
                    <a:pt x="2652" y="6222"/>
                  </a:cubicBezTo>
                  <a:lnTo>
                    <a:pt x="2652" y="183"/>
                  </a:lnTo>
                  <a:cubicBezTo>
                    <a:pt x="2647" y="82"/>
                    <a:pt x="2566"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1"/>
            <p:cNvSpPr/>
            <p:nvPr/>
          </p:nvSpPr>
          <p:spPr>
            <a:xfrm>
              <a:off x="1125047" y="2514407"/>
              <a:ext cx="32102" cy="9862"/>
            </a:xfrm>
            <a:custGeom>
              <a:rect b="b" l="l" r="r" t="t"/>
              <a:pathLst>
                <a:path extrusionOk="0" h="376" w="1224">
                  <a:moveTo>
                    <a:pt x="242" y="1"/>
                  </a:moveTo>
                  <a:cubicBezTo>
                    <a:pt x="1" y="5"/>
                    <a:pt x="1" y="376"/>
                    <a:pt x="242" y="376"/>
                  </a:cubicBezTo>
                  <a:lnTo>
                    <a:pt x="983" y="376"/>
                  </a:lnTo>
                  <a:cubicBezTo>
                    <a:pt x="1223" y="376"/>
                    <a:pt x="122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1"/>
            <p:cNvSpPr/>
            <p:nvPr/>
          </p:nvSpPr>
          <p:spPr>
            <a:xfrm>
              <a:off x="1125047" y="2543441"/>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1"/>
            <p:cNvSpPr/>
            <p:nvPr/>
          </p:nvSpPr>
          <p:spPr>
            <a:xfrm>
              <a:off x="1125047" y="2572343"/>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1"/>
            <p:cNvSpPr/>
            <p:nvPr/>
          </p:nvSpPr>
          <p:spPr>
            <a:xfrm>
              <a:off x="1018537" y="2514407"/>
              <a:ext cx="32102" cy="9862"/>
            </a:xfrm>
            <a:custGeom>
              <a:rect b="b" l="l" r="r" t="t"/>
              <a:pathLst>
                <a:path extrusionOk="0" h="376" w="1224">
                  <a:moveTo>
                    <a:pt x="241" y="1"/>
                  </a:moveTo>
                  <a:cubicBezTo>
                    <a:pt x="1" y="5"/>
                    <a:pt x="1" y="376"/>
                    <a:pt x="241" y="376"/>
                  </a:cubicBezTo>
                  <a:lnTo>
                    <a:pt x="982" y="376"/>
                  </a:lnTo>
                  <a:cubicBezTo>
                    <a:pt x="1223" y="376"/>
                    <a:pt x="1223"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1"/>
            <p:cNvSpPr/>
            <p:nvPr/>
          </p:nvSpPr>
          <p:spPr>
            <a:xfrm>
              <a:off x="1018537" y="2543441"/>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1"/>
            <p:cNvSpPr/>
            <p:nvPr/>
          </p:nvSpPr>
          <p:spPr>
            <a:xfrm>
              <a:off x="1018537" y="2572343"/>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81"/>
          <p:cNvGrpSpPr/>
          <p:nvPr/>
        </p:nvGrpSpPr>
        <p:grpSpPr>
          <a:xfrm>
            <a:off x="3140473" y="4357544"/>
            <a:ext cx="289158" cy="252938"/>
            <a:chOff x="3140473" y="4357544"/>
            <a:chExt cx="289158" cy="252938"/>
          </a:xfrm>
        </p:grpSpPr>
        <p:sp>
          <p:nvSpPr>
            <p:cNvPr id="10727" name="Google Shape;10727;p81"/>
            <p:cNvSpPr/>
            <p:nvPr/>
          </p:nvSpPr>
          <p:spPr>
            <a:xfrm>
              <a:off x="3144774" y="4425185"/>
              <a:ext cx="280687" cy="181127"/>
            </a:xfrm>
            <a:custGeom>
              <a:rect b="b" l="l" r="r" t="t"/>
              <a:pathLst>
                <a:path extrusionOk="0" h="6906" w="10702">
                  <a:moveTo>
                    <a:pt x="347" y="1"/>
                  </a:moveTo>
                  <a:cubicBezTo>
                    <a:pt x="154" y="1"/>
                    <a:pt x="0" y="155"/>
                    <a:pt x="0" y="347"/>
                  </a:cubicBezTo>
                  <a:lnTo>
                    <a:pt x="0" y="6559"/>
                  </a:lnTo>
                  <a:cubicBezTo>
                    <a:pt x="0" y="6752"/>
                    <a:pt x="154" y="6906"/>
                    <a:pt x="347" y="6906"/>
                  </a:cubicBezTo>
                  <a:lnTo>
                    <a:pt x="10355" y="6906"/>
                  </a:lnTo>
                  <a:cubicBezTo>
                    <a:pt x="10547" y="6906"/>
                    <a:pt x="10701" y="6747"/>
                    <a:pt x="10701" y="6559"/>
                  </a:cubicBezTo>
                  <a:lnTo>
                    <a:pt x="10701" y="347"/>
                  </a:lnTo>
                  <a:cubicBezTo>
                    <a:pt x="10701" y="155"/>
                    <a:pt x="10543" y="1"/>
                    <a:pt x="10355"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1"/>
            <p:cNvSpPr/>
            <p:nvPr/>
          </p:nvSpPr>
          <p:spPr>
            <a:xfrm>
              <a:off x="3144774" y="4425185"/>
              <a:ext cx="280687" cy="13533"/>
            </a:xfrm>
            <a:custGeom>
              <a:rect b="b" l="l" r="r" t="t"/>
              <a:pathLst>
                <a:path extrusionOk="0" h="516" w="10702">
                  <a:moveTo>
                    <a:pt x="347" y="1"/>
                  </a:moveTo>
                  <a:cubicBezTo>
                    <a:pt x="154" y="1"/>
                    <a:pt x="0" y="155"/>
                    <a:pt x="0" y="347"/>
                  </a:cubicBezTo>
                  <a:lnTo>
                    <a:pt x="0" y="516"/>
                  </a:lnTo>
                  <a:lnTo>
                    <a:pt x="10701" y="516"/>
                  </a:lnTo>
                  <a:lnTo>
                    <a:pt x="10701" y="347"/>
                  </a:lnTo>
                  <a:cubicBezTo>
                    <a:pt x="10701" y="155"/>
                    <a:pt x="10547" y="1"/>
                    <a:pt x="10355"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1"/>
            <p:cNvSpPr/>
            <p:nvPr/>
          </p:nvSpPr>
          <p:spPr>
            <a:xfrm>
              <a:off x="3171894" y="4461405"/>
              <a:ext cx="90511" cy="117657"/>
            </a:xfrm>
            <a:custGeom>
              <a:rect b="b" l="l" r="r" t="t"/>
              <a:pathLst>
                <a:path extrusionOk="0" h="4486" w="3451">
                  <a:moveTo>
                    <a:pt x="174" y="1"/>
                  </a:moveTo>
                  <a:cubicBezTo>
                    <a:pt x="78" y="1"/>
                    <a:pt x="1" y="78"/>
                    <a:pt x="1" y="174"/>
                  </a:cubicBezTo>
                  <a:lnTo>
                    <a:pt x="1" y="4312"/>
                  </a:lnTo>
                  <a:cubicBezTo>
                    <a:pt x="1" y="4408"/>
                    <a:pt x="78" y="4485"/>
                    <a:pt x="174" y="4485"/>
                  </a:cubicBezTo>
                  <a:lnTo>
                    <a:pt x="3282" y="4485"/>
                  </a:lnTo>
                  <a:cubicBezTo>
                    <a:pt x="3374" y="4485"/>
                    <a:pt x="3451" y="4408"/>
                    <a:pt x="3451" y="4312"/>
                  </a:cubicBezTo>
                  <a:lnTo>
                    <a:pt x="3451" y="174"/>
                  </a:lnTo>
                  <a:cubicBezTo>
                    <a:pt x="3451" y="78"/>
                    <a:pt x="3374" y="1"/>
                    <a:pt x="3282"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1"/>
            <p:cNvSpPr/>
            <p:nvPr/>
          </p:nvSpPr>
          <p:spPr>
            <a:xfrm>
              <a:off x="3289629" y="4461405"/>
              <a:ext cx="108582" cy="18071"/>
            </a:xfrm>
            <a:custGeom>
              <a:rect b="b" l="l" r="r" t="t"/>
              <a:pathLst>
                <a:path extrusionOk="0" h="689" w="4140">
                  <a:moveTo>
                    <a:pt x="169" y="1"/>
                  </a:moveTo>
                  <a:cubicBezTo>
                    <a:pt x="78" y="1"/>
                    <a:pt x="1" y="78"/>
                    <a:pt x="1" y="174"/>
                  </a:cubicBezTo>
                  <a:lnTo>
                    <a:pt x="1" y="516"/>
                  </a:lnTo>
                  <a:cubicBezTo>
                    <a:pt x="1" y="612"/>
                    <a:pt x="78" y="689"/>
                    <a:pt x="169" y="689"/>
                  </a:cubicBezTo>
                  <a:lnTo>
                    <a:pt x="3966" y="689"/>
                  </a:lnTo>
                  <a:cubicBezTo>
                    <a:pt x="4062" y="689"/>
                    <a:pt x="4139" y="612"/>
                    <a:pt x="4139" y="516"/>
                  </a:cubicBezTo>
                  <a:lnTo>
                    <a:pt x="4139" y="174"/>
                  </a:lnTo>
                  <a:cubicBezTo>
                    <a:pt x="4139" y="78"/>
                    <a:pt x="4062" y="1"/>
                    <a:pt x="3966" y="1"/>
                  </a:cubicBezTo>
                  <a:close/>
                </a:path>
              </a:pathLst>
            </a:custGeom>
            <a:solidFill>
              <a:srgbClr val="CF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1"/>
            <p:cNvSpPr/>
            <p:nvPr/>
          </p:nvSpPr>
          <p:spPr>
            <a:xfrm>
              <a:off x="3289629" y="4497625"/>
              <a:ext cx="81436" cy="18071"/>
            </a:xfrm>
            <a:custGeom>
              <a:rect b="b" l="l" r="r" t="t"/>
              <a:pathLst>
                <a:path extrusionOk="0" h="689" w="3105">
                  <a:moveTo>
                    <a:pt x="169" y="1"/>
                  </a:moveTo>
                  <a:cubicBezTo>
                    <a:pt x="78" y="1"/>
                    <a:pt x="1" y="78"/>
                    <a:pt x="1" y="174"/>
                  </a:cubicBezTo>
                  <a:lnTo>
                    <a:pt x="1" y="516"/>
                  </a:lnTo>
                  <a:cubicBezTo>
                    <a:pt x="1" y="612"/>
                    <a:pt x="78" y="689"/>
                    <a:pt x="169" y="689"/>
                  </a:cubicBezTo>
                  <a:lnTo>
                    <a:pt x="2931" y="689"/>
                  </a:lnTo>
                  <a:cubicBezTo>
                    <a:pt x="3028" y="689"/>
                    <a:pt x="3105" y="612"/>
                    <a:pt x="3105" y="521"/>
                  </a:cubicBezTo>
                  <a:lnTo>
                    <a:pt x="3105" y="174"/>
                  </a:lnTo>
                  <a:cubicBezTo>
                    <a:pt x="3105" y="78"/>
                    <a:pt x="3028" y="1"/>
                    <a:pt x="293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1"/>
            <p:cNvSpPr/>
            <p:nvPr/>
          </p:nvSpPr>
          <p:spPr>
            <a:xfrm>
              <a:off x="3262378" y="4361846"/>
              <a:ext cx="45347" cy="81410"/>
            </a:xfrm>
            <a:custGeom>
              <a:rect b="b" l="l" r="r" t="t"/>
              <a:pathLst>
                <a:path extrusionOk="0" h="3104" w="1729">
                  <a:moveTo>
                    <a:pt x="1" y="0"/>
                  </a:moveTo>
                  <a:lnTo>
                    <a:pt x="347" y="3104"/>
                  </a:lnTo>
                  <a:lnTo>
                    <a:pt x="1382" y="3104"/>
                  </a:lnTo>
                  <a:lnTo>
                    <a:pt x="1728" y="0"/>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1"/>
            <p:cNvSpPr/>
            <p:nvPr/>
          </p:nvSpPr>
          <p:spPr>
            <a:xfrm>
              <a:off x="3189938" y="4520233"/>
              <a:ext cx="54422" cy="58828"/>
            </a:xfrm>
            <a:custGeom>
              <a:rect b="b" l="l" r="r" t="t"/>
              <a:pathLst>
                <a:path extrusionOk="0" h="2243" w="2075">
                  <a:moveTo>
                    <a:pt x="694" y="0"/>
                  </a:moveTo>
                  <a:lnTo>
                    <a:pt x="694" y="347"/>
                  </a:lnTo>
                  <a:cubicBezTo>
                    <a:pt x="694" y="409"/>
                    <a:pt x="655" y="472"/>
                    <a:pt x="597" y="501"/>
                  </a:cubicBezTo>
                  <a:lnTo>
                    <a:pt x="193" y="703"/>
                  </a:lnTo>
                  <a:cubicBezTo>
                    <a:pt x="78" y="760"/>
                    <a:pt x="1" y="881"/>
                    <a:pt x="1" y="1011"/>
                  </a:cubicBezTo>
                  <a:lnTo>
                    <a:pt x="1" y="2242"/>
                  </a:lnTo>
                  <a:lnTo>
                    <a:pt x="2075" y="2242"/>
                  </a:lnTo>
                  <a:lnTo>
                    <a:pt x="2075" y="1011"/>
                  </a:lnTo>
                  <a:cubicBezTo>
                    <a:pt x="2075" y="881"/>
                    <a:pt x="1998" y="760"/>
                    <a:pt x="1882" y="703"/>
                  </a:cubicBezTo>
                  <a:lnTo>
                    <a:pt x="1478" y="501"/>
                  </a:lnTo>
                  <a:cubicBezTo>
                    <a:pt x="1420" y="472"/>
                    <a:pt x="1382" y="409"/>
                    <a:pt x="1382" y="347"/>
                  </a:cubicBezTo>
                  <a:lnTo>
                    <a:pt x="1382" y="0"/>
                  </a:ln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1"/>
            <p:cNvSpPr/>
            <p:nvPr/>
          </p:nvSpPr>
          <p:spPr>
            <a:xfrm>
              <a:off x="3190069" y="4534475"/>
              <a:ext cx="54291" cy="44587"/>
            </a:xfrm>
            <a:custGeom>
              <a:rect b="b" l="l" r="r" t="t"/>
              <a:pathLst>
                <a:path extrusionOk="0" h="1700" w="2070">
                  <a:moveTo>
                    <a:pt x="506" y="1"/>
                  </a:moveTo>
                  <a:lnTo>
                    <a:pt x="188" y="160"/>
                  </a:lnTo>
                  <a:cubicBezTo>
                    <a:pt x="73" y="217"/>
                    <a:pt x="1" y="338"/>
                    <a:pt x="1" y="468"/>
                  </a:cubicBezTo>
                  <a:lnTo>
                    <a:pt x="1" y="1699"/>
                  </a:lnTo>
                  <a:lnTo>
                    <a:pt x="2070" y="1699"/>
                  </a:lnTo>
                  <a:lnTo>
                    <a:pt x="2070" y="468"/>
                  </a:lnTo>
                  <a:cubicBezTo>
                    <a:pt x="2070" y="338"/>
                    <a:pt x="1997" y="217"/>
                    <a:pt x="1877" y="160"/>
                  </a:cubicBezTo>
                  <a:lnTo>
                    <a:pt x="1564" y="1"/>
                  </a:lnTo>
                  <a:cubicBezTo>
                    <a:pt x="1439" y="155"/>
                    <a:pt x="1247" y="492"/>
                    <a:pt x="1035" y="492"/>
                  </a:cubicBezTo>
                  <a:cubicBezTo>
                    <a:pt x="818" y="492"/>
                    <a:pt x="631" y="155"/>
                    <a:pt x="5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1"/>
            <p:cNvSpPr/>
            <p:nvPr/>
          </p:nvSpPr>
          <p:spPr>
            <a:xfrm>
              <a:off x="3190069" y="4542553"/>
              <a:ext cx="13533" cy="36509"/>
            </a:xfrm>
            <a:custGeom>
              <a:rect b="b" l="l" r="r" t="t"/>
              <a:pathLst>
                <a:path extrusionOk="0" h="1392" w="516">
                  <a:moveTo>
                    <a:pt x="39" y="1"/>
                  </a:moveTo>
                  <a:cubicBezTo>
                    <a:pt x="15" y="49"/>
                    <a:pt x="1" y="102"/>
                    <a:pt x="1" y="160"/>
                  </a:cubicBezTo>
                  <a:lnTo>
                    <a:pt x="1" y="1391"/>
                  </a:lnTo>
                  <a:lnTo>
                    <a:pt x="515" y="1391"/>
                  </a:lnTo>
                  <a:lnTo>
                    <a:pt x="515" y="530"/>
                  </a:lnTo>
                  <a:cubicBezTo>
                    <a:pt x="515" y="419"/>
                    <a:pt x="462" y="318"/>
                    <a:pt x="376" y="256"/>
                  </a:cubicBezTo>
                  <a:lnTo>
                    <a:pt x="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1"/>
            <p:cNvSpPr/>
            <p:nvPr/>
          </p:nvSpPr>
          <p:spPr>
            <a:xfrm>
              <a:off x="3230696" y="4542553"/>
              <a:ext cx="13665" cy="36509"/>
            </a:xfrm>
            <a:custGeom>
              <a:rect b="b" l="l" r="r" t="t"/>
              <a:pathLst>
                <a:path extrusionOk="0" h="1392" w="521">
                  <a:moveTo>
                    <a:pt x="477" y="1"/>
                  </a:moveTo>
                  <a:lnTo>
                    <a:pt x="140" y="256"/>
                  </a:lnTo>
                  <a:cubicBezTo>
                    <a:pt x="54" y="318"/>
                    <a:pt x="1" y="419"/>
                    <a:pt x="1" y="530"/>
                  </a:cubicBezTo>
                  <a:lnTo>
                    <a:pt x="1" y="1391"/>
                  </a:lnTo>
                  <a:lnTo>
                    <a:pt x="521" y="1391"/>
                  </a:lnTo>
                  <a:lnTo>
                    <a:pt x="521" y="160"/>
                  </a:lnTo>
                  <a:cubicBezTo>
                    <a:pt x="521" y="102"/>
                    <a:pt x="506" y="49"/>
                    <a:pt x="477"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1"/>
            <p:cNvSpPr/>
            <p:nvPr/>
          </p:nvSpPr>
          <p:spPr>
            <a:xfrm>
              <a:off x="3199039" y="4484013"/>
              <a:ext cx="36246" cy="40784"/>
            </a:xfrm>
            <a:custGeom>
              <a:rect b="b" l="l" r="r" t="t"/>
              <a:pathLst>
                <a:path extrusionOk="0" h="1555" w="1382">
                  <a:moveTo>
                    <a:pt x="520" y="0"/>
                  </a:moveTo>
                  <a:cubicBezTo>
                    <a:pt x="231" y="0"/>
                    <a:pt x="0" y="231"/>
                    <a:pt x="0" y="520"/>
                  </a:cubicBezTo>
                  <a:lnTo>
                    <a:pt x="0" y="862"/>
                  </a:lnTo>
                  <a:cubicBezTo>
                    <a:pt x="0" y="1246"/>
                    <a:pt x="308" y="1554"/>
                    <a:pt x="693" y="1554"/>
                  </a:cubicBezTo>
                  <a:cubicBezTo>
                    <a:pt x="1073" y="1554"/>
                    <a:pt x="1381" y="1246"/>
                    <a:pt x="1381" y="862"/>
                  </a:cubicBezTo>
                  <a:lnTo>
                    <a:pt x="1381" y="520"/>
                  </a:lnTo>
                  <a:cubicBezTo>
                    <a:pt x="1381" y="231"/>
                    <a:pt x="1150" y="0"/>
                    <a:pt x="866" y="0"/>
                  </a:cubicBezTo>
                  <a:close/>
                </a:path>
              </a:pathLst>
            </a:custGeom>
            <a:solidFill>
              <a:srgbClr val="D6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1"/>
            <p:cNvSpPr/>
            <p:nvPr/>
          </p:nvSpPr>
          <p:spPr>
            <a:xfrm>
              <a:off x="3199039" y="4484013"/>
              <a:ext cx="24890" cy="40784"/>
            </a:xfrm>
            <a:custGeom>
              <a:rect b="b" l="l" r="r" t="t"/>
              <a:pathLst>
                <a:path extrusionOk="0" h="1555" w="949">
                  <a:moveTo>
                    <a:pt x="520" y="0"/>
                  </a:moveTo>
                  <a:cubicBezTo>
                    <a:pt x="231" y="0"/>
                    <a:pt x="0" y="231"/>
                    <a:pt x="0" y="520"/>
                  </a:cubicBezTo>
                  <a:lnTo>
                    <a:pt x="0" y="862"/>
                  </a:lnTo>
                  <a:cubicBezTo>
                    <a:pt x="0" y="1258"/>
                    <a:pt x="324" y="1554"/>
                    <a:pt x="687" y="1554"/>
                  </a:cubicBezTo>
                  <a:cubicBezTo>
                    <a:pt x="773" y="1554"/>
                    <a:pt x="861" y="1537"/>
                    <a:pt x="948" y="1501"/>
                  </a:cubicBezTo>
                  <a:cubicBezTo>
                    <a:pt x="688" y="1396"/>
                    <a:pt x="515" y="1145"/>
                    <a:pt x="520" y="862"/>
                  </a:cubicBezTo>
                  <a:lnTo>
                    <a:pt x="520" y="520"/>
                  </a:lnTo>
                  <a:cubicBezTo>
                    <a:pt x="520" y="265"/>
                    <a:pt x="698" y="53"/>
                    <a:pt x="948" y="10"/>
                  </a:cubicBezTo>
                  <a:cubicBezTo>
                    <a:pt x="919" y="5"/>
                    <a:pt x="890" y="0"/>
                    <a:pt x="861" y="0"/>
                  </a:cubicBez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1"/>
            <p:cNvSpPr/>
            <p:nvPr/>
          </p:nvSpPr>
          <p:spPr>
            <a:xfrm>
              <a:off x="3199039" y="4484013"/>
              <a:ext cx="36351" cy="18071"/>
            </a:xfrm>
            <a:custGeom>
              <a:rect b="b" l="l" r="r" t="t"/>
              <a:pathLst>
                <a:path extrusionOk="0" h="689" w="1386">
                  <a:moveTo>
                    <a:pt x="520" y="0"/>
                  </a:moveTo>
                  <a:cubicBezTo>
                    <a:pt x="231" y="0"/>
                    <a:pt x="0" y="231"/>
                    <a:pt x="0" y="520"/>
                  </a:cubicBezTo>
                  <a:cubicBezTo>
                    <a:pt x="0" y="520"/>
                    <a:pt x="520" y="688"/>
                    <a:pt x="1386" y="688"/>
                  </a:cubicBezTo>
                  <a:lnTo>
                    <a:pt x="1386" y="520"/>
                  </a:lnTo>
                  <a:cubicBezTo>
                    <a:pt x="1386" y="231"/>
                    <a:pt x="1155" y="0"/>
                    <a:pt x="866"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1"/>
            <p:cNvSpPr/>
            <p:nvPr/>
          </p:nvSpPr>
          <p:spPr>
            <a:xfrm>
              <a:off x="3199039" y="4484013"/>
              <a:ext cx="24890" cy="16550"/>
            </a:xfrm>
            <a:custGeom>
              <a:rect b="b" l="l" r="r" t="t"/>
              <a:pathLst>
                <a:path extrusionOk="0" h="631" w="949">
                  <a:moveTo>
                    <a:pt x="520" y="0"/>
                  </a:moveTo>
                  <a:cubicBezTo>
                    <a:pt x="231" y="0"/>
                    <a:pt x="0" y="231"/>
                    <a:pt x="0" y="520"/>
                  </a:cubicBezTo>
                  <a:cubicBezTo>
                    <a:pt x="169" y="568"/>
                    <a:pt x="342" y="606"/>
                    <a:pt x="520" y="631"/>
                  </a:cubicBezTo>
                  <a:lnTo>
                    <a:pt x="520" y="520"/>
                  </a:lnTo>
                  <a:cubicBezTo>
                    <a:pt x="520" y="265"/>
                    <a:pt x="698" y="53"/>
                    <a:pt x="948" y="10"/>
                  </a:cubicBezTo>
                  <a:cubicBezTo>
                    <a:pt x="919" y="5"/>
                    <a:pt x="890" y="0"/>
                    <a:pt x="861"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1"/>
            <p:cNvSpPr/>
            <p:nvPr/>
          </p:nvSpPr>
          <p:spPr>
            <a:xfrm>
              <a:off x="3140473" y="4357544"/>
              <a:ext cx="289158" cy="252938"/>
            </a:xfrm>
            <a:custGeom>
              <a:rect b="b" l="l" r="r" t="t"/>
              <a:pathLst>
                <a:path extrusionOk="0" h="9644" w="11025">
                  <a:moveTo>
                    <a:pt x="6198" y="323"/>
                  </a:moveTo>
                  <a:lnTo>
                    <a:pt x="5890" y="3100"/>
                  </a:lnTo>
                  <a:cubicBezTo>
                    <a:pt x="5885" y="3104"/>
                    <a:pt x="5880" y="3109"/>
                    <a:pt x="5876" y="3109"/>
                  </a:cubicBezTo>
                  <a:lnTo>
                    <a:pt x="5149" y="3109"/>
                  </a:lnTo>
                  <a:cubicBezTo>
                    <a:pt x="5144" y="3109"/>
                    <a:pt x="5139" y="3104"/>
                    <a:pt x="5139" y="3100"/>
                  </a:cubicBezTo>
                  <a:lnTo>
                    <a:pt x="4831" y="323"/>
                  </a:lnTo>
                  <a:close/>
                  <a:moveTo>
                    <a:pt x="10519" y="2739"/>
                  </a:moveTo>
                  <a:cubicBezTo>
                    <a:pt x="10620" y="2739"/>
                    <a:pt x="10702" y="2821"/>
                    <a:pt x="10702" y="2926"/>
                  </a:cubicBezTo>
                  <a:lnTo>
                    <a:pt x="10702" y="9138"/>
                  </a:lnTo>
                  <a:cubicBezTo>
                    <a:pt x="10702" y="9239"/>
                    <a:pt x="10620" y="9321"/>
                    <a:pt x="10519" y="9321"/>
                  </a:cubicBezTo>
                  <a:lnTo>
                    <a:pt x="511" y="9321"/>
                  </a:lnTo>
                  <a:cubicBezTo>
                    <a:pt x="409" y="9321"/>
                    <a:pt x="328" y="9239"/>
                    <a:pt x="328" y="9138"/>
                  </a:cubicBezTo>
                  <a:lnTo>
                    <a:pt x="328" y="2926"/>
                  </a:lnTo>
                  <a:cubicBezTo>
                    <a:pt x="328" y="2821"/>
                    <a:pt x="409" y="2739"/>
                    <a:pt x="511" y="2739"/>
                  </a:cubicBezTo>
                  <a:lnTo>
                    <a:pt x="4774" y="2739"/>
                  </a:lnTo>
                  <a:lnTo>
                    <a:pt x="4817" y="3133"/>
                  </a:lnTo>
                  <a:cubicBezTo>
                    <a:pt x="4836" y="3302"/>
                    <a:pt x="4981" y="3432"/>
                    <a:pt x="5149" y="3432"/>
                  </a:cubicBezTo>
                  <a:lnTo>
                    <a:pt x="5880" y="3432"/>
                  </a:lnTo>
                  <a:cubicBezTo>
                    <a:pt x="6049" y="3432"/>
                    <a:pt x="6193" y="3302"/>
                    <a:pt x="6212" y="3133"/>
                  </a:cubicBezTo>
                  <a:lnTo>
                    <a:pt x="6256" y="2739"/>
                  </a:lnTo>
                  <a:close/>
                  <a:moveTo>
                    <a:pt x="4649" y="1"/>
                  </a:moveTo>
                  <a:cubicBezTo>
                    <a:pt x="4552" y="1"/>
                    <a:pt x="4480" y="83"/>
                    <a:pt x="4490" y="179"/>
                  </a:cubicBezTo>
                  <a:lnTo>
                    <a:pt x="4740" y="2416"/>
                  </a:lnTo>
                  <a:lnTo>
                    <a:pt x="511" y="2416"/>
                  </a:lnTo>
                  <a:cubicBezTo>
                    <a:pt x="231" y="2416"/>
                    <a:pt x="0" y="2642"/>
                    <a:pt x="0" y="2926"/>
                  </a:cubicBezTo>
                  <a:lnTo>
                    <a:pt x="0" y="9138"/>
                  </a:lnTo>
                  <a:cubicBezTo>
                    <a:pt x="0" y="9417"/>
                    <a:pt x="231" y="9644"/>
                    <a:pt x="511" y="9644"/>
                  </a:cubicBezTo>
                  <a:lnTo>
                    <a:pt x="10519" y="9644"/>
                  </a:lnTo>
                  <a:cubicBezTo>
                    <a:pt x="10798" y="9644"/>
                    <a:pt x="11024" y="9417"/>
                    <a:pt x="11024" y="9138"/>
                  </a:cubicBezTo>
                  <a:lnTo>
                    <a:pt x="11024" y="2926"/>
                  </a:lnTo>
                  <a:cubicBezTo>
                    <a:pt x="11024" y="2642"/>
                    <a:pt x="10798" y="2416"/>
                    <a:pt x="10519" y="2416"/>
                  </a:cubicBezTo>
                  <a:lnTo>
                    <a:pt x="6289" y="2416"/>
                  </a:lnTo>
                  <a:lnTo>
                    <a:pt x="6535" y="179"/>
                  </a:lnTo>
                  <a:cubicBezTo>
                    <a:pt x="6549" y="83"/>
                    <a:pt x="6472" y="1"/>
                    <a:pt x="63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1"/>
            <p:cNvSpPr/>
            <p:nvPr/>
          </p:nvSpPr>
          <p:spPr>
            <a:xfrm>
              <a:off x="3167723" y="4457130"/>
              <a:ext cx="98983" cy="126233"/>
            </a:xfrm>
            <a:custGeom>
              <a:rect b="b" l="l" r="r" t="t"/>
              <a:pathLst>
                <a:path extrusionOk="0" h="4813" w="3774">
                  <a:moveTo>
                    <a:pt x="2060" y="1189"/>
                  </a:moveTo>
                  <a:cubicBezTo>
                    <a:pt x="2253" y="1189"/>
                    <a:pt x="2416" y="1348"/>
                    <a:pt x="2416" y="1545"/>
                  </a:cubicBezTo>
                  <a:lnTo>
                    <a:pt x="2416" y="1887"/>
                  </a:lnTo>
                  <a:cubicBezTo>
                    <a:pt x="2416" y="2180"/>
                    <a:pt x="2176" y="2416"/>
                    <a:pt x="1887" y="2416"/>
                  </a:cubicBezTo>
                  <a:cubicBezTo>
                    <a:pt x="1594" y="2416"/>
                    <a:pt x="1358" y="2180"/>
                    <a:pt x="1358" y="1887"/>
                  </a:cubicBezTo>
                  <a:lnTo>
                    <a:pt x="1358" y="1545"/>
                  </a:lnTo>
                  <a:cubicBezTo>
                    <a:pt x="1358" y="1348"/>
                    <a:pt x="1517" y="1189"/>
                    <a:pt x="1714" y="1189"/>
                  </a:cubicBezTo>
                  <a:close/>
                  <a:moveTo>
                    <a:pt x="2070" y="2719"/>
                  </a:moveTo>
                  <a:lnTo>
                    <a:pt x="2070" y="2815"/>
                  </a:lnTo>
                  <a:cubicBezTo>
                    <a:pt x="2070" y="2878"/>
                    <a:pt x="2084" y="2935"/>
                    <a:pt x="2113" y="2984"/>
                  </a:cubicBezTo>
                  <a:lnTo>
                    <a:pt x="1892" y="3205"/>
                  </a:lnTo>
                  <a:cubicBezTo>
                    <a:pt x="1889" y="3207"/>
                    <a:pt x="1887" y="3209"/>
                    <a:pt x="1885" y="3209"/>
                  </a:cubicBezTo>
                  <a:cubicBezTo>
                    <a:pt x="1882" y="3209"/>
                    <a:pt x="1880" y="3207"/>
                    <a:pt x="1877" y="3205"/>
                  </a:cubicBezTo>
                  <a:lnTo>
                    <a:pt x="1656" y="2984"/>
                  </a:lnTo>
                  <a:cubicBezTo>
                    <a:pt x="1685" y="2935"/>
                    <a:pt x="1704" y="2878"/>
                    <a:pt x="1704" y="2815"/>
                  </a:cubicBezTo>
                  <a:lnTo>
                    <a:pt x="1704" y="2719"/>
                  </a:lnTo>
                  <a:cubicBezTo>
                    <a:pt x="1762" y="2733"/>
                    <a:pt x="1824" y="2738"/>
                    <a:pt x="1887" y="2743"/>
                  </a:cubicBezTo>
                  <a:lnTo>
                    <a:pt x="1887" y="2738"/>
                  </a:lnTo>
                  <a:cubicBezTo>
                    <a:pt x="1950" y="2738"/>
                    <a:pt x="2007" y="2733"/>
                    <a:pt x="2070" y="2719"/>
                  </a:cubicBezTo>
                  <a:close/>
                  <a:moveTo>
                    <a:pt x="2378" y="3176"/>
                  </a:moveTo>
                  <a:lnTo>
                    <a:pt x="2657" y="3320"/>
                  </a:lnTo>
                  <a:cubicBezTo>
                    <a:pt x="2719" y="3349"/>
                    <a:pt x="2758" y="3412"/>
                    <a:pt x="2758" y="3484"/>
                  </a:cubicBezTo>
                  <a:lnTo>
                    <a:pt x="2758" y="4490"/>
                  </a:lnTo>
                  <a:lnTo>
                    <a:pt x="1011" y="4490"/>
                  </a:lnTo>
                  <a:lnTo>
                    <a:pt x="1011" y="3484"/>
                  </a:lnTo>
                  <a:cubicBezTo>
                    <a:pt x="1011" y="3412"/>
                    <a:pt x="1050" y="3349"/>
                    <a:pt x="1112" y="3320"/>
                  </a:cubicBezTo>
                  <a:lnTo>
                    <a:pt x="1396" y="3176"/>
                  </a:lnTo>
                  <a:lnTo>
                    <a:pt x="1651" y="3436"/>
                  </a:lnTo>
                  <a:cubicBezTo>
                    <a:pt x="1716" y="3501"/>
                    <a:pt x="1802" y="3533"/>
                    <a:pt x="1887" y="3533"/>
                  </a:cubicBezTo>
                  <a:cubicBezTo>
                    <a:pt x="1972" y="3533"/>
                    <a:pt x="2058" y="3501"/>
                    <a:pt x="2123" y="3436"/>
                  </a:cubicBezTo>
                  <a:lnTo>
                    <a:pt x="2378" y="3176"/>
                  </a:lnTo>
                  <a:close/>
                  <a:moveTo>
                    <a:pt x="3436" y="323"/>
                  </a:moveTo>
                  <a:cubicBezTo>
                    <a:pt x="3441" y="323"/>
                    <a:pt x="3446" y="328"/>
                    <a:pt x="3446" y="337"/>
                  </a:cubicBezTo>
                  <a:lnTo>
                    <a:pt x="3446" y="4475"/>
                  </a:lnTo>
                  <a:lnTo>
                    <a:pt x="3451" y="4475"/>
                  </a:lnTo>
                  <a:cubicBezTo>
                    <a:pt x="3451" y="4485"/>
                    <a:pt x="3446" y="4490"/>
                    <a:pt x="3441" y="4490"/>
                  </a:cubicBezTo>
                  <a:lnTo>
                    <a:pt x="3085" y="4490"/>
                  </a:lnTo>
                  <a:lnTo>
                    <a:pt x="3085" y="3484"/>
                  </a:lnTo>
                  <a:cubicBezTo>
                    <a:pt x="3085" y="3292"/>
                    <a:pt x="2974" y="3113"/>
                    <a:pt x="2801" y="3032"/>
                  </a:cubicBezTo>
                  <a:lnTo>
                    <a:pt x="2397" y="2830"/>
                  </a:lnTo>
                  <a:cubicBezTo>
                    <a:pt x="2397" y="2825"/>
                    <a:pt x="2392" y="2820"/>
                    <a:pt x="2392" y="2815"/>
                  </a:cubicBezTo>
                  <a:lnTo>
                    <a:pt x="2392" y="2575"/>
                  </a:lnTo>
                  <a:lnTo>
                    <a:pt x="2392" y="2570"/>
                  </a:lnTo>
                  <a:cubicBezTo>
                    <a:pt x="2609" y="2411"/>
                    <a:pt x="2739" y="2156"/>
                    <a:pt x="2739" y="1887"/>
                  </a:cubicBezTo>
                  <a:lnTo>
                    <a:pt x="2739" y="1540"/>
                  </a:lnTo>
                  <a:cubicBezTo>
                    <a:pt x="2739" y="1165"/>
                    <a:pt x="2436" y="862"/>
                    <a:pt x="2060" y="862"/>
                  </a:cubicBezTo>
                  <a:lnTo>
                    <a:pt x="1714" y="862"/>
                  </a:lnTo>
                  <a:cubicBezTo>
                    <a:pt x="1338" y="862"/>
                    <a:pt x="1031" y="1165"/>
                    <a:pt x="1031" y="1540"/>
                  </a:cubicBezTo>
                  <a:lnTo>
                    <a:pt x="1031" y="1887"/>
                  </a:lnTo>
                  <a:cubicBezTo>
                    <a:pt x="1031" y="2156"/>
                    <a:pt x="1160" y="2411"/>
                    <a:pt x="1377" y="2570"/>
                  </a:cubicBezTo>
                  <a:lnTo>
                    <a:pt x="1377" y="2575"/>
                  </a:lnTo>
                  <a:lnTo>
                    <a:pt x="1377" y="2815"/>
                  </a:lnTo>
                  <a:cubicBezTo>
                    <a:pt x="1377" y="2820"/>
                    <a:pt x="1377" y="2825"/>
                    <a:pt x="1372" y="2830"/>
                  </a:cubicBezTo>
                  <a:lnTo>
                    <a:pt x="968" y="3032"/>
                  </a:lnTo>
                  <a:cubicBezTo>
                    <a:pt x="795" y="3113"/>
                    <a:pt x="689" y="3292"/>
                    <a:pt x="689" y="3484"/>
                  </a:cubicBezTo>
                  <a:lnTo>
                    <a:pt x="689" y="4490"/>
                  </a:lnTo>
                  <a:lnTo>
                    <a:pt x="333" y="4490"/>
                  </a:lnTo>
                  <a:cubicBezTo>
                    <a:pt x="323" y="4490"/>
                    <a:pt x="318" y="4485"/>
                    <a:pt x="318" y="4475"/>
                  </a:cubicBezTo>
                  <a:lnTo>
                    <a:pt x="318" y="337"/>
                  </a:lnTo>
                  <a:cubicBezTo>
                    <a:pt x="318" y="328"/>
                    <a:pt x="323" y="323"/>
                    <a:pt x="333" y="323"/>
                  </a:cubicBezTo>
                  <a:close/>
                  <a:moveTo>
                    <a:pt x="333" y="0"/>
                  </a:moveTo>
                  <a:cubicBezTo>
                    <a:pt x="150" y="0"/>
                    <a:pt x="1" y="149"/>
                    <a:pt x="1" y="337"/>
                  </a:cubicBezTo>
                  <a:lnTo>
                    <a:pt x="1" y="4475"/>
                  </a:lnTo>
                  <a:cubicBezTo>
                    <a:pt x="1" y="4663"/>
                    <a:pt x="150" y="4812"/>
                    <a:pt x="333" y="4812"/>
                  </a:cubicBezTo>
                  <a:lnTo>
                    <a:pt x="3441" y="4812"/>
                  </a:lnTo>
                  <a:cubicBezTo>
                    <a:pt x="3624" y="4812"/>
                    <a:pt x="3773" y="4663"/>
                    <a:pt x="3773" y="4475"/>
                  </a:cubicBezTo>
                  <a:lnTo>
                    <a:pt x="3773" y="337"/>
                  </a:lnTo>
                  <a:cubicBezTo>
                    <a:pt x="3773" y="149"/>
                    <a:pt x="36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1"/>
            <p:cNvSpPr/>
            <p:nvPr/>
          </p:nvSpPr>
          <p:spPr>
            <a:xfrm>
              <a:off x="3285354" y="4457130"/>
              <a:ext cx="117132" cy="26647"/>
            </a:xfrm>
            <a:custGeom>
              <a:rect b="b" l="l" r="r" t="t"/>
              <a:pathLst>
                <a:path extrusionOk="0" h="1016" w="4466">
                  <a:moveTo>
                    <a:pt x="4129" y="323"/>
                  </a:moveTo>
                  <a:cubicBezTo>
                    <a:pt x="4138" y="323"/>
                    <a:pt x="4143" y="328"/>
                    <a:pt x="4143" y="337"/>
                  </a:cubicBezTo>
                  <a:lnTo>
                    <a:pt x="4143" y="679"/>
                  </a:lnTo>
                  <a:cubicBezTo>
                    <a:pt x="4143" y="688"/>
                    <a:pt x="4138" y="693"/>
                    <a:pt x="4129" y="693"/>
                  </a:cubicBezTo>
                  <a:lnTo>
                    <a:pt x="332" y="693"/>
                  </a:lnTo>
                  <a:cubicBezTo>
                    <a:pt x="328" y="693"/>
                    <a:pt x="323" y="684"/>
                    <a:pt x="323" y="679"/>
                  </a:cubicBezTo>
                  <a:lnTo>
                    <a:pt x="323" y="337"/>
                  </a:lnTo>
                  <a:cubicBezTo>
                    <a:pt x="323" y="328"/>
                    <a:pt x="328" y="323"/>
                    <a:pt x="332" y="323"/>
                  </a:cubicBezTo>
                  <a:close/>
                  <a:moveTo>
                    <a:pt x="332" y="0"/>
                  </a:moveTo>
                  <a:cubicBezTo>
                    <a:pt x="150" y="0"/>
                    <a:pt x="0" y="149"/>
                    <a:pt x="0" y="337"/>
                  </a:cubicBezTo>
                  <a:lnTo>
                    <a:pt x="0" y="679"/>
                  </a:lnTo>
                  <a:cubicBezTo>
                    <a:pt x="0" y="866"/>
                    <a:pt x="150" y="1016"/>
                    <a:pt x="332" y="1016"/>
                  </a:cubicBezTo>
                  <a:lnTo>
                    <a:pt x="4129" y="1016"/>
                  </a:lnTo>
                  <a:cubicBezTo>
                    <a:pt x="4316" y="1016"/>
                    <a:pt x="4466" y="866"/>
                    <a:pt x="4466" y="679"/>
                  </a:cubicBezTo>
                  <a:lnTo>
                    <a:pt x="4466" y="337"/>
                  </a:lnTo>
                  <a:cubicBezTo>
                    <a:pt x="4466" y="149"/>
                    <a:pt x="4316" y="0"/>
                    <a:pt x="4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1"/>
            <p:cNvSpPr/>
            <p:nvPr/>
          </p:nvSpPr>
          <p:spPr>
            <a:xfrm>
              <a:off x="3285354" y="4493350"/>
              <a:ext cx="90013" cy="26647"/>
            </a:xfrm>
            <a:custGeom>
              <a:rect b="b" l="l" r="r" t="t"/>
              <a:pathLst>
                <a:path extrusionOk="0" h="1016" w="3432">
                  <a:moveTo>
                    <a:pt x="3094" y="327"/>
                  </a:moveTo>
                  <a:cubicBezTo>
                    <a:pt x="3104" y="327"/>
                    <a:pt x="3109" y="332"/>
                    <a:pt x="3109" y="337"/>
                  </a:cubicBezTo>
                  <a:lnTo>
                    <a:pt x="3109" y="679"/>
                  </a:lnTo>
                  <a:cubicBezTo>
                    <a:pt x="3109" y="688"/>
                    <a:pt x="3104" y="693"/>
                    <a:pt x="3094" y="693"/>
                  </a:cubicBezTo>
                  <a:lnTo>
                    <a:pt x="332" y="693"/>
                  </a:lnTo>
                  <a:cubicBezTo>
                    <a:pt x="328" y="693"/>
                    <a:pt x="323" y="684"/>
                    <a:pt x="323" y="679"/>
                  </a:cubicBezTo>
                  <a:lnTo>
                    <a:pt x="323" y="337"/>
                  </a:lnTo>
                  <a:cubicBezTo>
                    <a:pt x="323" y="332"/>
                    <a:pt x="328" y="327"/>
                    <a:pt x="332" y="327"/>
                  </a:cubicBezTo>
                  <a:close/>
                  <a:moveTo>
                    <a:pt x="332" y="0"/>
                  </a:moveTo>
                  <a:cubicBezTo>
                    <a:pt x="150" y="0"/>
                    <a:pt x="0" y="149"/>
                    <a:pt x="0" y="337"/>
                  </a:cubicBezTo>
                  <a:lnTo>
                    <a:pt x="0" y="679"/>
                  </a:lnTo>
                  <a:cubicBezTo>
                    <a:pt x="0" y="866"/>
                    <a:pt x="150" y="1016"/>
                    <a:pt x="332" y="1016"/>
                  </a:cubicBezTo>
                  <a:lnTo>
                    <a:pt x="3094" y="1016"/>
                  </a:lnTo>
                  <a:cubicBezTo>
                    <a:pt x="3282" y="1016"/>
                    <a:pt x="3431" y="866"/>
                    <a:pt x="3431" y="679"/>
                  </a:cubicBezTo>
                  <a:lnTo>
                    <a:pt x="3431" y="337"/>
                  </a:lnTo>
                  <a:cubicBezTo>
                    <a:pt x="3431" y="154"/>
                    <a:pt x="3282" y="0"/>
                    <a:pt x="3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1"/>
            <p:cNvSpPr/>
            <p:nvPr/>
          </p:nvSpPr>
          <p:spPr>
            <a:xfrm>
              <a:off x="3283964" y="4529570"/>
              <a:ext cx="56573" cy="8471"/>
            </a:xfrm>
            <a:custGeom>
              <a:rect b="b" l="l" r="r" t="t"/>
              <a:pathLst>
                <a:path extrusionOk="0" h="323" w="2157">
                  <a:moveTo>
                    <a:pt x="217" y="0"/>
                  </a:moveTo>
                  <a:cubicBezTo>
                    <a:pt x="0" y="0"/>
                    <a:pt x="0" y="323"/>
                    <a:pt x="217" y="323"/>
                  </a:cubicBezTo>
                  <a:lnTo>
                    <a:pt x="1940" y="323"/>
                  </a:lnTo>
                  <a:cubicBezTo>
                    <a:pt x="2156" y="323"/>
                    <a:pt x="2156" y="0"/>
                    <a:pt x="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1"/>
            <p:cNvSpPr/>
            <p:nvPr/>
          </p:nvSpPr>
          <p:spPr>
            <a:xfrm>
              <a:off x="3347303" y="4529570"/>
              <a:ext cx="29453" cy="8471"/>
            </a:xfrm>
            <a:custGeom>
              <a:rect b="b" l="l" r="r" t="t"/>
              <a:pathLst>
                <a:path extrusionOk="0" h="323" w="1123">
                  <a:moveTo>
                    <a:pt x="217" y="0"/>
                  </a:moveTo>
                  <a:cubicBezTo>
                    <a:pt x="1" y="0"/>
                    <a:pt x="1" y="323"/>
                    <a:pt x="217" y="323"/>
                  </a:cubicBezTo>
                  <a:lnTo>
                    <a:pt x="910" y="323"/>
                  </a:lnTo>
                  <a:cubicBezTo>
                    <a:pt x="1122" y="323"/>
                    <a:pt x="1122" y="0"/>
                    <a:pt x="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1"/>
            <p:cNvSpPr/>
            <p:nvPr/>
          </p:nvSpPr>
          <p:spPr>
            <a:xfrm>
              <a:off x="3283964" y="4556690"/>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1"/>
            <p:cNvSpPr/>
            <p:nvPr/>
          </p:nvSpPr>
          <p:spPr>
            <a:xfrm>
              <a:off x="3311083" y="4556690"/>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1"/>
            <p:cNvSpPr/>
            <p:nvPr/>
          </p:nvSpPr>
          <p:spPr>
            <a:xfrm>
              <a:off x="3283964" y="4574865"/>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1"/>
            <p:cNvSpPr/>
            <p:nvPr/>
          </p:nvSpPr>
          <p:spPr>
            <a:xfrm>
              <a:off x="3311083" y="4574865"/>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1"/>
            <p:cNvSpPr/>
            <p:nvPr/>
          </p:nvSpPr>
          <p:spPr>
            <a:xfrm>
              <a:off x="3279426" y="4420910"/>
              <a:ext cx="11383" cy="8471"/>
            </a:xfrm>
            <a:custGeom>
              <a:rect b="b" l="l" r="r" t="t"/>
              <a:pathLst>
                <a:path extrusionOk="0" h="323" w="434">
                  <a:moveTo>
                    <a:pt x="217" y="0"/>
                  </a:moveTo>
                  <a:cubicBezTo>
                    <a:pt x="0" y="0"/>
                    <a:pt x="0" y="323"/>
                    <a:pt x="217" y="323"/>
                  </a:cubicBezTo>
                  <a:cubicBezTo>
                    <a:pt x="433" y="323"/>
                    <a:pt x="433"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81"/>
          <p:cNvGrpSpPr/>
          <p:nvPr/>
        </p:nvGrpSpPr>
        <p:grpSpPr>
          <a:xfrm>
            <a:off x="4889349" y="1545196"/>
            <a:ext cx="348327" cy="310298"/>
            <a:chOff x="4889349" y="1545196"/>
            <a:chExt cx="348327" cy="310298"/>
          </a:xfrm>
        </p:grpSpPr>
        <p:sp>
          <p:nvSpPr>
            <p:cNvPr id="10753" name="Google Shape;10753;p81"/>
            <p:cNvSpPr/>
            <p:nvPr/>
          </p:nvSpPr>
          <p:spPr>
            <a:xfrm>
              <a:off x="4954472" y="1566650"/>
              <a:ext cx="65385" cy="54553"/>
            </a:xfrm>
            <a:custGeom>
              <a:rect b="b" l="l" r="r" t="t"/>
              <a:pathLst>
                <a:path extrusionOk="0" h="2080" w="2493">
                  <a:moveTo>
                    <a:pt x="1247" y="1"/>
                  </a:moveTo>
                  <a:cubicBezTo>
                    <a:pt x="559" y="1"/>
                    <a:pt x="0" y="467"/>
                    <a:pt x="0" y="1040"/>
                  </a:cubicBezTo>
                  <a:cubicBezTo>
                    <a:pt x="0" y="1617"/>
                    <a:pt x="559" y="2079"/>
                    <a:pt x="1247" y="2079"/>
                  </a:cubicBezTo>
                  <a:cubicBezTo>
                    <a:pt x="1935" y="2079"/>
                    <a:pt x="2493" y="1617"/>
                    <a:pt x="2493" y="1040"/>
                  </a:cubicBezTo>
                  <a:cubicBezTo>
                    <a:pt x="2493" y="467"/>
                    <a:pt x="1935" y="1"/>
                    <a:pt x="124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1"/>
            <p:cNvSpPr/>
            <p:nvPr/>
          </p:nvSpPr>
          <p:spPr>
            <a:xfrm>
              <a:off x="4954472" y="1566650"/>
              <a:ext cx="43564" cy="54553"/>
            </a:xfrm>
            <a:custGeom>
              <a:rect b="b" l="l" r="r" t="t"/>
              <a:pathLst>
                <a:path extrusionOk="0" h="2080" w="1661">
                  <a:moveTo>
                    <a:pt x="1247" y="1"/>
                  </a:moveTo>
                  <a:cubicBezTo>
                    <a:pt x="559" y="1"/>
                    <a:pt x="0" y="467"/>
                    <a:pt x="0" y="1040"/>
                  </a:cubicBezTo>
                  <a:cubicBezTo>
                    <a:pt x="0" y="1612"/>
                    <a:pt x="559" y="2079"/>
                    <a:pt x="1247" y="2079"/>
                  </a:cubicBezTo>
                  <a:cubicBezTo>
                    <a:pt x="1386" y="2079"/>
                    <a:pt x="1526" y="2060"/>
                    <a:pt x="1660" y="2021"/>
                  </a:cubicBezTo>
                  <a:cubicBezTo>
                    <a:pt x="1179" y="1877"/>
                    <a:pt x="833" y="1492"/>
                    <a:pt x="833" y="1040"/>
                  </a:cubicBezTo>
                  <a:cubicBezTo>
                    <a:pt x="833" y="588"/>
                    <a:pt x="1179" y="203"/>
                    <a:pt x="1660" y="63"/>
                  </a:cubicBezTo>
                  <a:cubicBezTo>
                    <a:pt x="1526" y="20"/>
                    <a:pt x="1386" y="1"/>
                    <a:pt x="124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1"/>
            <p:cNvSpPr/>
            <p:nvPr/>
          </p:nvSpPr>
          <p:spPr>
            <a:xfrm>
              <a:off x="4916232" y="1593900"/>
              <a:ext cx="141865" cy="141891"/>
            </a:xfrm>
            <a:custGeom>
              <a:rect b="b" l="l" r="r" t="t"/>
              <a:pathLst>
                <a:path extrusionOk="0" h="5410" w="5409">
                  <a:moveTo>
                    <a:pt x="2705" y="1"/>
                  </a:moveTo>
                  <a:cubicBezTo>
                    <a:pt x="1213" y="1"/>
                    <a:pt x="0" y="1213"/>
                    <a:pt x="0" y="2705"/>
                  </a:cubicBezTo>
                  <a:cubicBezTo>
                    <a:pt x="0" y="4197"/>
                    <a:pt x="1213" y="5409"/>
                    <a:pt x="2705" y="5409"/>
                  </a:cubicBezTo>
                  <a:cubicBezTo>
                    <a:pt x="4196" y="5409"/>
                    <a:pt x="5409" y="4197"/>
                    <a:pt x="5409" y="2705"/>
                  </a:cubicBezTo>
                  <a:cubicBezTo>
                    <a:pt x="5409" y="1213"/>
                    <a:pt x="4196" y="1"/>
                    <a:pt x="2705"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1"/>
            <p:cNvSpPr/>
            <p:nvPr/>
          </p:nvSpPr>
          <p:spPr>
            <a:xfrm>
              <a:off x="4945004" y="1593979"/>
              <a:ext cx="113093" cy="141812"/>
            </a:xfrm>
            <a:custGeom>
              <a:rect b="b" l="l" r="r" t="t"/>
              <a:pathLst>
                <a:path extrusionOk="0" h="5407" w="4312">
                  <a:moveTo>
                    <a:pt x="1634" y="0"/>
                  </a:moveTo>
                  <a:cubicBezTo>
                    <a:pt x="1490" y="0"/>
                    <a:pt x="1344" y="12"/>
                    <a:pt x="1199" y="36"/>
                  </a:cubicBezTo>
                  <a:cubicBezTo>
                    <a:pt x="130" y="234"/>
                    <a:pt x="1" y="1778"/>
                    <a:pt x="1083" y="2110"/>
                  </a:cubicBezTo>
                  <a:lnTo>
                    <a:pt x="1107" y="2120"/>
                  </a:lnTo>
                  <a:lnTo>
                    <a:pt x="1372" y="5392"/>
                  </a:lnTo>
                  <a:cubicBezTo>
                    <a:pt x="1449" y="5401"/>
                    <a:pt x="1531" y="5406"/>
                    <a:pt x="1608" y="5406"/>
                  </a:cubicBezTo>
                  <a:cubicBezTo>
                    <a:pt x="3099" y="5406"/>
                    <a:pt x="4312" y="4194"/>
                    <a:pt x="4312" y="2702"/>
                  </a:cubicBezTo>
                  <a:cubicBezTo>
                    <a:pt x="4312" y="1995"/>
                    <a:pt x="4095" y="1547"/>
                    <a:pt x="3816" y="1143"/>
                  </a:cubicBezTo>
                  <a:cubicBezTo>
                    <a:pt x="3313" y="422"/>
                    <a:pt x="2496" y="0"/>
                    <a:pt x="16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1"/>
            <p:cNvSpPr/>
            <p:nvPr/>
          </p:nvSpPr>
          <p:spPr>
            <a:xfrm>
              <a:off x="5079918" y="1566650"/>
              <a:ext cx="152723" cy="159699"/>
            </a:xfrm>
            <a:custGeom>
              <a:rect b="b" l="l" r="r" t="t"/>
              <a:pathLst>
                <a:path extrusionOk="0" h="6089" w="5823">
                  <a:moveTo>
                    <a:pt x="626" y="1"/>
                  </a:moveTo>
                  <a:cubicBezTo>
                    <a:pt x="279" y="1"/>
                    <a:pt x="0" y="280"/>
                    <a:pt x="0" y="626"/>
                  </a:cubicBezTo>
                  <a:lnTo>
                    <a:pt x="0" y="3951"/>
                  </a:lnTo>
                  <a:cubicBezTo>
                    <a:pt x="0" y="4297"/>
                    <a:pt x="279" y="4576"/>
                    <a:pt x="621" y="4576"/>
                  </a:cubicBezTo>
                  <a:lnTo>
                    <a:pt x="1247" y="4576"/>
                  </a:lnTo>
                  <a:lnTo>
                    <a:pt x="900" y="5957"/>
                  </a:lnTo>
                  <a:cubicBezTo>
                    <a:pt x="882" y="6030"/>
                    <a:pt x="938" y="6089"/>
                    <a:pt x="1001" y="6089"/>
                  </a:cubicBezTo>
                  <a:cubicBezTo>
                    <a:pt x="1022" y="6089"/>
                    <a:pt x="1043" y="6082"/>
                    <a:pt x="1064" y="6068"/>
                  </a:cubicBezTo>
                  <a:lnTo>
                    <a:pt x="3118" y="4572"/>
                  </a:lnTo>
                  <a:lnTo>
                    <a:pt x="5197" y="4572"/>
                  </a:lnTo>
                  <a:cubicBezTo>
                    <a:pt x="5543" y="4572"/>
                    <a:pt x="5823" y="4293"/>
                    <a:pt x="5823" y="3951"/>
                  </a:cubicBezTo>
                  <a:lnTo>
                    <a:pt x="5823" y="626"/>
                  </a:lnTo>
                  <a:cubicBezTo>
                    <a:pt x="5823" y="280"/>
                    <a:pt x="5543" y="1"/>
                    <a:pt x="5197"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1"/>
            <p:cNvSpPr/>
            <p:nvPr/>
          </p:nvSpPr>
          <p:spPr>
            <a:xfrm>
              <a:off x="5085347" y="1566650"/>
              <a:ext cx="130875" cy="87154"/>
            </a:xfrm>
            <a:custGeom>
              <a:rect b="b" l="l" r="r" t="t"/>
              <a:pathLst>
                <a:path extrusionOk="0" h="3323" w="4990">
                  <a:moveTo>
                    <a:pt x="669" y="1"/>
                  </a:moveTo>
                  <a:cubicBezTo>
                    <a:pt x="0" y="1319"/>
                    <a:pt x="736" y="2916"/>
                    <a:pt x="2170" y="3258"/>
                  </a:cubicBezTo>
                  <a:cubicBezTo>
                    <a:pt x="2353" y="3302"/>
                    <a:pt x="2534" y="3323"/>
                    <a:pt x="2711" y="3323"/>
                  </a:cubicBezTo>
                  <a:cubicBezTo>
                    <a:pt x="3937" y="3323"/>
                    <a:pt x="4990" y="2330"/>
                    <a:pt x="4990" y="1040"/>
                  </a:cubicBezTo>
                  <a:cubicBezTo>
                    <a:pt x="4990" y="679"/>
                    <a:pt x="4903" y="323"/>
                    <a:pt x="4740"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1"/>
            <p:cNvSpPr/>
            <p:nvPr/>
          </p:nvSpPr>
          <p:spPr>
            <a:xfrm>
              <a:off x="5112597" y="1550231"/>
              <a:ext cx="87364" cy="87364"/>
            </a:xfrm>
            <a:custGeom>
              <a:rect b="b" l="l" r="r" t="t"/>
              <a:pathLst>
                <a:path extrusionOk="0" h="3331" w="3331">
                  <a:moveTo>
                    <a:pt x="1665" y="1"/>
                  </a:moveTo>
                  <a:cubicBezTo>
                    <a:pt x="746" y="1"/>
                    <a:pt x="1" y="747"/>
                    <a:pt x="1" y="1666"/>
                  </a:cubicBezTo>
                  <a:cubicBezTo>
                    <a:pt x="1" y="2585"/>
                    <a:pt x="746" y="3331"/>
                    <a:pt x="1665" y="3331"/>
                  </a:cubicBezTo>
                  <a:cubicBezTo>
                    <a:pt x="2584" y="3331"/>
                    <a:pt x="3330" y="2585"/>
                    <a:pt x="3330" y="1666"/>
                  </a:cubicBezTo>
                  <a:cubicBezTo>
                    <a:pt x="3330" y="747"/>
                    <a:pt x="2584" y="1"/>
                    <a:pt x="1665"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1"/>
            <p:cNvSpPr/>
            <p:nvPr/>
          </p:nvSpPr>
          <p:spPr>
            <a:xfrm>
              <a:off x="5129016" y="1566650"/>
              <a:ext cx="54527" cy="54553"/>
            </a:xfrm>
            <a:custGeom>
              <a:rect b="b" l="l" r="r" t="t"/>
              <a:pathLst>
                <a:path extrusionOk="0" h="2080" w="2079">
                  <a:moveTo>
                    <a:pt x="1039" y="1"/>
                  </a:moveTo>
                  <a:cubicBezTo>
                    <a:pt x="462" y="1"/>
                    <a:pt x="0" y="467"/>
                    <a:pt x="0" y="1040"/>
                  </a:cubicBezTo>
                  <a:cubicBezTo>
                    <a:pt x="0" y="1617"/>
                    <a:pt x="462" y="2079"/>
                    <a:pt x="1039" y="2079"/>
                  </a:cubicBezTo>
                  <a:cubicBezTo>
                    <a:pt x="1612" y="2079"/>
                    <a:pt x="2079" y="1617"/>
                    <a:pt x="2079" y="1040"/>
                  </a:cubicBezTo>
                  <a:cubicBezTo>
                    <a:pt x="2079" y="467"/>
                    <a:pt x="1612" y="1"/>
                    <a:pt x="1039"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1"/>
            <p:cNvSpPr/>
            <p:nvPr/>
          </p:nvSpPr>
          <p:spPr>
            <a:xfrm>
              <a:off x="5139848" y="1634422"/>
              <a:ext cx="32732" cy="25021"/>
            </a:xfrm>
            <a:custGeom>
              <a:rect b="b" l="l" r="r" t="t"/>
              <a:pathLst>
                <a:path extrusionOk="0" h="954" w="1248">
                  <a:moveTo>
                    <a:pt x="1" y="0"/>
                  </a:moveTo>
                  <a:lnTo>
                    <a:pt x="1" y="746"/>
                  </a:lnTo>
                  <a:cubicBezTo>
                    <a:pt x="1" y="857"/>
                    <a:pt x="92" y="953"/>
                    <a:pt x="208" y="953"/>
                  </a:cubicBezTo>
                  <a:lnTo>
                    <a:pt x="1040" y="953"/>
                  </a:lnTo>
                  <a:cubicBezTo>
                    <a:pt x="1156" y="953"/>
                    <a:pt x="1247" y="857"/>
                    <a:pt x="1247" y="746"/>
                  </a:cubicBezTo>
                  <a:lnTo>
                    <a:pt x="1247"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1"/>
            <p:cNvSpPr/>
            <p:nvPr/>
          </p:nvSpPr>
          <p:spPr>
            <a:xfrm>
              <a:off x="5139848" y="1634422"/>
              <a:ext cx="16445" cy="25021"/>
            </a:xfrm>
            <a:custGeom>
              <a:rect b="b" l="l" r="r" t="t"/>
              <a:pathLst>
                <a:path extrusionOk="0" h="954" w="627">
                  <a:moveTo>
                    <a:pt x="1" y="0"/>
                  </a:moveTo>
                  <a:lnTo>
                    <a:pt x="1" y="746"/>
                  </a:lnTo>
                  <a:cubicBezTo>
                    <a:pt x="1" y="857"/>
                    <a:pt x="92" y="953"/>
                    <a:pt x="208" y="953"/>
                  </a:cubicBezTo>
                  <a:lnTo>
                    <a:pt x="626" y="953"/>
                  </a:lnTo>
                  <a:lnTo>
                    <a:pt x="6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1"/>
            <p:cNvSpPr/>
            <p:nvPr/>
          </p:nvSpPr>
          <p:spPr>
            <a:xfrm>
              <a:off x="4894516" y="1741194"/>
              <a:ext cx="185428" cy="109185"/>
            </a:xfrm>
            <a:custGeom>
              <a:rect b="b" l="l" r="r" t="t"/>
              <a:pathLst>
                <a:path extrusionOk="0" h="4163" w="7070">
                  <a:moveTo>
                    <a:pt x="2493" y="0"/>
                  </a:moveTo>
                  <a:lnTo>
                    <a:pt x="2493" y="914"/>
                  </a:lnTo>
                  <a:cubicBezTo>
                    <a:pt x="2493" y="1078"/>
                    <a:pt x="2397" y="1227"/>
                    <a:pt x="2248" y="1294"/>
                  </a:cubicBezTo>
                  <a:lnTo>
                    <a:pt x="496" y="2069"/>
                  </a:lnTo>
                  <a:cubicBezTo>
                    <a:pt x="193" y="2199"/>
                    <a:pt x="1" y="2497"/>
                    <a:pt x="1" y="2829"/>
                  </a:cubicBezTo>
                  <a:lnTo>
                    <a:pt x="1" y="4157"/>
                  </a:lnTo>
                  <a:lnTo>
                    <a:pt x="7069" y="4162"/>
                  </a:lnTo>
                  <a:lnTo>
                    <a:pt x="7069" y="2829"/>
                  </a:lnTo>
                  <a:cubicBezTo>
                    <a:pt x="7069" y="2502"/>
                    <a:pt x="6872" y="2204"/>
                    <a:pt x="6574" y="2069"/>
                  </a:cubicBezTo>
                  <a:lnTo>
                    <a:pt x="4822" y="1299"/>
                  </a:lnTo>
                  <a:cubicBezTo>
                    <a:pt x="4668" y="1232"/>
                    <a:pt x="4572" y="1083"/>
                    <a:pt x="4572" y="919"/>
                  </a:cubicBezTo>
                  <a:lnTo>
                    <a:pt x="45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1"/>
            <p:cNvSpPr/>
            <p:nvPr/>
          </p:nvSpPr>
          <p:spPr>
            <a:xfrm>
              <a:off x="4959901" y="1741194"/>
              <a:ext cx="54553" cy="27250"/>
            </a:xfrm>
            <a:custGeom>
              <a:rect b="b" l="l" r="r" t="t"/>
              <a:pathLst>
                <a:path extrusionOk="0" h="1039" w="2080">
                  <a:moveTo>
                    <a:pt x="0" y="0"/>
                  </a:moveTo>
                  <a:lnTo>
                    <a:pt x="0" y="833"/>
                  </a:lnTo>
                  <a:cubicBezTo>
                    <a:pt x="332" y="970"/>
                    <a:pt x="686" y="1038"/>
                    <a:pt x="1040" y="1038"/>
                  </a:cubicBezTo>
                  <a:cubicBezTo>
                    <a:pt x="1393" y="1038"/>
                    <a:pt x="1747" y="970"/>
                    <a:pt x="2079" y="833"/>
                  </a:cubicBezTo>
                  <a:lnTo>
                    <a:pt x="207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1"/>
            <p:cNvSpPr/>
            <p:nvPr/>
          </p:nvSpPr>
          <p:spPr>
            <a:xfrm>
              <a:off x="4894516" y="1780430"/>
              <a:ext cx="185428" cy="69818"/>
            </a:xfrm>
            <a:custGeom>
              <a:rect b="b" l="l" r="r" t="t"/>
              <a:pathLst>
                <a:path extrusionOk="0" h="2662" w="7070">
                  <a:moveTo>
                    <a:pt x="1786" y="1"/>
                  </a:moveTo>
                  <a:lnTo>
                    <a:pt x="496" y="573"/>
                  </a:lnTo>
                  <a:cubicBezTo>
                    <a:pt x="193" y="703"/>
                    <a:pt x="1" y="1001"/>
                    <a:pt x="1" y="1333"/>
                  </a:cubicBezTo>
                  <a:lnTo>
                    <a:pt x="1" y="2661"/>
                  </a:lnTo>
                  <a:lnTo>
                    <a:pt x="7069" y="2661"/>
                  </a:lnTo>
                  <a:lnTo>
                    <a:pt x="7069" y="1333"/>
                  </a:lnTo>
                  <a:cubicBezTo>
                    <a:pt x="7069" y="1001"/>
                    <a:pt x="6872" y="703"/>
                    <a:pt x="6574" y="573"/>
                  </a:cubicBezTo>
                  <a:lnTo>
                    <a:pt x="5284" y="1"/>
                  </a:lnTo>
                  <a:cubicBezTo>
                    <a:pt x="5005" y="727"/>
                    <a:pt x="4312" y="1208"/>
                    <a:pt x="3533" y="1208"/>
                  </a:cubicBezTo>
                  <a:cubicBezTo>
                    <a:pt x="2758" y="1208"/>
                    <a:pt x="2060" y="727"/>
                    <a:pt x="1786"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1"/>
            <p:cNvSpPr/>
            <p:nvPr/>
          </p:nvSpPr>
          <p:spPr>
            <a:xfrm>
              <a:off x="4932651" y="1649424"/>
              <a:ext cx="109054" cy="102759"/>
            </a:xfrm>
            <a:custGeom>
              <a:rect b="b" l="l" r="r" t="t"/>
              <a:pathLst>
                <a:path extrusionOk="0" h="3918" w="4158">
                  <a:moveTo>
                    <a:pt x="1513" y="1"/>
                  </a:moveTo>
                  <a:cubicBezTo>
                    <a:pt x="1358" y="1"/>
                    <a:pt x="1212" y="88"/>
                    <a:pt x="1140" y="227"/>
                  </a:cubicBezTo>
                  <a:cubicBezTo>
                    <a:pt x="919" y="665"/>
                    <a:pt x="582" y="1040"/>
                    <a:pt x="173" y="1310"/>
                  </a:cubicBezTo>
                  <a:cubicBezTo>
                    <a:pt x="63" y="1387"/>
                    <a:pt x="0" y="1512"/>
                    <a:pt x="0" y="1647"/>
                  </a:cubicBezTo>
                  <a:lnTo>
                    <a:pt x="0" y="1767"/>
                  </a:lnTo>
                  <a:cubicBezTo>
                    <a:pt x="0" y="2874"/>
                    <a:pt x="832" y="3841"/>
                    <a:pt x="1939" y="3913"/>
                  </a:cubicBezTo>
                  <a:cubicBezTo>
                    <a:pt x="1987" y="3916"/>
                    <a:pt x="2035" y="3918"/>
                    <a:pt x="2083" y="3918"/>
                  </a:cubicBezTo>
                  <a:cubicBezTo>
                    <a:pt x="3222" y="3918"/>
                    <a:pt x="4157" y="2994"/>
                    <a:pt x="4157" y="1839"/>
                  </a:cubicBezTo>
                  <a:lnTo>
                    <a:pt x="4157" y="1469"/>
                  </a:lnTo>
                  <a:cubicBezTo>
                    <a:pt x="4157" y="1291"/>
                    <a:pt x="4080" y="1122"/>
                    <a:pt x="3950" y="1002"/>
                  </a:cubicBezTo>
                  <a:cubicBezTo>
                    <a:pt x="3614" y="713"/>
                    <a:pt x="2868" y="198"/>
                    <a:pt x="1578" y="6"/>
                  </a:cubicBezTo>
                  <a:cubicBezTo>
                    <a:pt x="1556" y="2"/>
                    <a:pt x="1534" y="1"/>
                    <a:pt x="151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1"/>
            <p:cNvSpPr/>
            <p:nvPr/>
          </p:nvSpPr>
          <p:spPr>
            <a:xfrm>
              <a:off x="4932651" y="1649424"/>
              <a:ext cx="109054" cy="102261"/>
            </a:xfrm>
            <a:custGeom>
              <a:rect b="b" l="l" r="r" t="t"/>
              <a:pathLst>
                <a:path extrusionOk="0" h="3899" w="4158">
                  <a:moveTo>
                    <a:pt x="1513" y="1"/>
                  </a:moveTo>
                  <a:cubicBezTo>
                    <a:pt x="1359" y="1"/>
                    <a:pt x="1217" y="88"/>
                    <a:pt x="1145" y="227"/>
                  </a:cubicBezTo>
                  <a:cubicBezTo>
                    <a:pt x="1107" y="304"/>
                    <a:pt x="1063" y="376"/>
                    <a:pt x="1020" y="449"/>
                  </a:cubicBezTo>
                  <a:cubicBezTo>
                    <a:pt x="799" y="790"/>
                    <a:pt x="515" y="1084"/>
                    <a:pt x="178" y="1305"/>
                  </a:cubicBezTo>
                  <a:cubicBezTo>
                    <a:pt x="63" y="1382"/>
                    <a:pt x="0" y="1512"/>
                    <a:pt x="0" y="1647"/>
                  </a:cubicBezTo>
                  <a:lnTo>
                    <a:pt x="0" y="1767"/>
                  </a:lnTo>
                  <a:cubicBezTo>
                    <a:pt x="0" y="2835"/>
                    <a:pt x="780" y="3769"/>
                    <a:pt x="1828" y="3899"/>
                  </a:cubicBezTo>
                  <a:cubicBezTo>
                    <a:pt x="1453" y="3514"/>
                    <a:pt x="1246" y="2999"/>
                    <a:pt x="1246" y="2460"/>
                  </a:cubicBezTo>
                  <a:lnTo>
                    <a:pt x="1246" y="1151"/>
                  </a:lnTo>
                  <a:cubicBezTo>
                    <a:pt x="1246" y="939"/>
                    <a:pt x="1410" y="761"/>
                    <a:pt x="1622" y="737"/>
                  </a:cubicBezTo>
                  <a:cubicBezTo>
                    <a:pt x="1656" y="734"/>
                    <a:pt x="1694" y="732"/>
                    <a:pt x="1736" y="732"/>
                  </a:cubicBezTo>
                  <a:cubicBezTo>
                    <a:pt x="2312" y="732"/>
                    <a:pt x="3579" y="1030"/>
                    <a:pt x="4157" y="1420"/>
                  </a:cubicBezTo>
                  <a:cubicBezTo>
                    <a:pt x="4128" y="1368"/>
                    <a:pt x="3999" y="1045"/>
                    <a:pt x="3950" y="1002"/>
                  </a:cubicBezTo>
                  <a:cubicBezTo>
                    <a:pt x="3614" y="713"/>
                    <a:pt x="2868" y="198"/>
                    <a:pt x="1578" y="6"/>
                  </a:cubicBezTo>
                  <a:cubicBezTo>
                    <a:pt x="1556" y="2"/>
                    <a:pt x="1534" y="1"/>
                    <a:pt x="151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1"/>
            <p:cNvSpPr/>
            <p:nvPr/>
          </p:nvSpPr>
          <p:spPr>
            <a:xfrm>
              <a:off x="4894516" y="1798344"/>
              <a:ext cx="38135" cy="51904"/>
            </a:xfrm>
            <a:custGeom>
              <a:rect b="b" l="l" r="r" t="t"/>
              <a:pathLst>
                <a:path extrusionOk="0" h="1979" w="1454">
                  <a:moveTo>
                    <a:pt x="309" y="1"/>
                  </a:moveTo>
                  <a:cubicBezTo>
                    <a:pt x="112" y="160"/>
                    <a:pt x="1" y="395"/>
                    <a:pt x="1" y="646"/>
                  </a:cubicBezTo>
                  <a:lnTo>
                    <a:pt x="1" y="1978"/>
                  </a:lnTo>
                  <a:lnTo>
                    <a:pt x="1454" y="1978"/>
                  </a:lnTo>
                  <a:lnTo>
                    <a:pt x="1454" y="1406"/>
                  </a:lnTo>
                  <a:cubicBezTo>
                    <a:pt x="1454" y="1237"/>
                    <a:pt x="1391" y="1079"/>
                    <a:pt x="1276" y="963"/>
                  </a:cubicBezTo>
                  <a:lnTo>
                    <a:pt x="30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1"/>
            <p:cNvSpPr/>
            <p:nvPr/>
          </p:nvSpPr>
          <p:spPr>
            <a:xfrm>
              <a:off x="5041678" y="1798344"/>
              <a:ext cx="38266" cy="51904"/>
            </a:xfrm>
            <a:custGeom>
              <a:rect b="b" l="l" r="r" t="t"/>
              <a:pathLst>
                <a:path extrusionOk="0" h="1979" w="1459">
                  <a:moveTo>
                    <a:pt x="1146" y="1"/>
                  </a:moveTo>
                  <a:lnTo>
                    <a:pt x="183" y="963"/>
                  </a:lnTo>
                  <a:cubicBezTo>
                    <a:pt x="68" y="1079"/>
                    <a:pt x="0" y="1237"/>
                    <a:pt x="0" y="1406"/>
                  </a:cubicBezTo>
                  <a:lnTo>
                    <a:pt x="0" y="1978"/>
                  </a:lnTo>
                  <a:lnTo>
                    <a:pt x="1458" y="1978"/>
                  </a:lnTo>
                  <a:lnTo>
                    <a:pt x="1458" y="646"/>
                  </a:lnTo>
                  <a:cubicBezTo>
                    <a:pt x="1458" y="395"/>
                    <a:pt x="1343" y="160"/>
                    <a:pt x="114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1"/>
            <p:cNvSpPr/>
            <p:nvPr/>
          </p:nvSpPr>
          <p:spPr>
            <a:xfrm>
              <a:off x="5103628" y="1545196"/>
              <a:ext cx="105172" cy="124764"/>
            </a:xfrm>
            <a:custGeom>
              <a:rect b="b" l="l" r="r" t="t"/>
              <a:pathLst>
                <a:path extrusionOk="0" h="4757" w="4010">
                  <a:moveTo>
                    <a:pt x="2007" y="390"/>
                  </a:moveTo>
                  <a:cubicBezTo>
                    <a:pt x="2724" y="390"/>
                    <a:pt x="3340" y="910"/>
                    <a:pt x="3456" y="1622"/>
                  </a:cubicBezTo>
                  <a:cubicBezTo>
                    <a:pt x="3571" y="2329"/>
                    <a:pt x="3157" y="3022"/>
                    <a:pt x="2474" y="3253"/>
                  </a:cubicBezTo>
                  <a:lnTo>
                    <a:pt x="2821" y="1906"/>
                  </a:lnTo>
                  <a:cubicBezTo>
                    <a:pt x="2858" y="1758"/>
                    <a:pt x="2739" y="1663"/>
                    <a:pt x="2624" y="1663"/>
                  </a:cubicBezTo>
                  <a:cubicBezTo>
                    <a:pt x="2544" y="1663"/>
                    <a:pt x="2466" y="1708"/>
                    <a:pt x="2440" y="1810"/>
                  </a:cubicBezTo>
                  <a:lnTo>
                    <a:pt x="2426" y="1872"/>
                  </a:lnTo>
                  <a:lnTo>
                    <a:pt x="1584" y="1872"/>
                  </a:lnTo>
                  <a:lnTo>
                    <a:pt x="1570" y="1810"/>
                  </a:lnTo>
                  <a:cubicBezTo>
                    <a:pt x="1542" y="1708"/>
                    <a:pt x="1464" y="1663"/>
                    <a:pt x="1384" y="1663"/>
                  </a:cubicBezTo>
                  <a:cubicBezTo>
                    <a:pt x="1269" y="1663"/>
                    <a:pt x="1152" y="1758"/>
                    <a:pt x="1189" y="1906"/>
                  </a:cubicBezTo>
                  <a:lnTo>
                    <a:pt x="1531" y="3253"/>
                  </a:lnTo>
                  <a:cubicBezTo>
                    <a:pt x="853" y="3022"/>
                    <a:pt x="434" y="2329"/>
                    <a:pt x="554" y="1617"/>
                  </a:cubicBezTo>
                  <a:cubicBezTo>
                    <a:pt x="670" y="910"/>
                    <a:pt x="1286" y="390"/>
                    <a:pt x="2007" y="390"/>
                  </a:cubicBezTo>
                  <a:close/>
                  <a:moveTo>
                    <a:pt x="2325" y="2262"/>
                  </a:moveTo>
                  <a:lnTo>
                    <a:pt x="2056" y="3330"/>
                  </a:lnTo>
                  <a:lnTo>
                    <a:pt x="1959" y="3330"/>
                  </a:lnTo>
                  <a:lnTo>
                    <a:pt x="1685" y="2262"/>
                  </a:lnTo>
                  <a:close/>
                  <a:moveTo>
                    <a:pt x="2436" y="3667"/>
                  </a:moveTo>
                  <a:lnTo>
                    <a:pt x="2436" y="4148"/>
                  </a:lnTo>
                  <a:cubicBezTo>
                    <a:pt x="2436" y="4153"/>
                    <a:pt x="2431" y="4163"/>
                    <a:pt x="2421" y="4163"/>
                  </a:cubicBezTo>
                  <a:lnTo>
                    <a:pt x="1589" y="4163"/>
                  </a:lnTo>
                  <a:cubicBezTo>
                    <a:pt x="1584" y="4163"/>
                    <a:pt x="1579" y="4153"/>
                    <a:pt x="1579" y="4148"/>
                  </a:cubicBezTo>
                  <a:lnTo>
                    <a:pt x="1579" y="3667"/>
                  </a:lnTo>
                  <a:cubicBezTo>
                    <a:pt x="1719" y="3701"/>
                    <a:pt x="1862" y="3718"/>
                    <a:pt x="2006" y="3718"/>
                  </a:cubicBezTo>
                  <a:cubicBezTo>
                    <a:pt x="2149" y="3718"/>
                    <a:pt x="2294" y="3701"/>
                    <a:pt x="2436" y="3667"/>
                  </a:cubicBezTo>
                  <a:close/>
                  <a:moveTo>
                    <a:pt x="2007" y="1"/>
                  </a:moveTo>
                  <a:cubicBezTo>
                    <a:pt x="1141" y="1"/>
                    <a:pt x="391" y="597"/>
                    <a:pt x="193" y="1439"/>
                  </a:cubicBezTo>
                  <a:cubicBezTo>
                    <a:pt x="1" y="2281"/>
                    <a:pt x="410" y="3147"/>
                    <a:pt x="1189" y="3528"/>
                  </a:cubicBezTo>
                  <a:lnTo>
                    <a:pt x="1189" y="4148"/>
                  </a:lnTo>
                  <a:cubicBezTo>
                    <a:pt x="1189" y="4370"/>
                    <a:pt x="1367" y="4548"/>
                    <a:pt x="1589" y="4548"/>
                  </a:cubicBezTo>
                  <a:lnTo>
                    <a:pt x="1810" y="4548"/>
                  </a:lnTo>
                  <a:lnTo>
                    <a:pt x="1810" y="4562"/>
                  </a:lnTo>
                  <a:cubicBezTo>
                    <a:pt x="1810" y="4692"/>
                    <a:pt x="1908" y="4757"/>
                    <a:pt x="2005" y="4757"/>
                  </a:cubicBezTo>
                  <a:cubicBezTo>
                    <a:pt x="2102" y="4757"/>
                    <a:pt x="2200" y="4692"/>
                    <a:pt x="2200" y="4562"/>
                  </a:cubicBezTo>
                  <a:lnTo>
                    <a:pt x="2200" y="4548"/>
                  </a:lnTo>
                  <a:lnTo>
                    <a:pt x="2421" y="4548"/>
                  </a:lnTo>
                  <a:cubicBezTo>
                    <a:pt x="2643" y="4548"/>
                    <a:pt x="2825" y="4370"/>
                    <a:pt x="2825" y="4148"/>
                  </a:cubicBezTo>
                  <a:lnTo>
                    <a:pt x="2825" y="3528"/>
                  </a:lnTo>
                  <a:cubicBezTo>
                    <a:pt x="3600" y="3147"/>
                    <a:pt x="4009" y="2281"/>
                    <a:pt x="3817" y="1439"/>
                  </a:cubicBezTo>
                  <a:cubicBezTo>
                    <a:pt x="3619" y="597"/>
                    <a:pt x="286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1"/>
            <p:cNvSpPr/>
            <p:nvPr/>
          </p:nvSpPr>
          <p:spPr>
            <a:xfrm>
              <a:off x="4889349" y="1561614"/>
              <a:ext cx="195631" cy="293879"/>
            </a:xfrm>
            <a:custGeom>
              <a:rect b="b" l="l" r="r" t="t"/>
              <a:pathLst>
                <a:path extrusionOk="0" h="11205" w="7459">
                  <a:moveTo>
                    <a:pt x="3730" y="390"/>
                  </a:moveTo>
                  <a:cubicBezTo>
                    <a:pt x="4312" y="390"/>
                    <a:pt x="4783" y="765"/>
                    <a:pt x="4783" y="1232"/>
                  </a:cubicBezTo>
                  <a:lnTo>
                    <a:pt x="4783" y="1237"/>
                  </a:lnTo>
                  <a:cubicBezTo>
                    <a:pt x="4444" y="1104"/>
                    <a:pt x="4087" y="1038"/>
                    <a:pt x="3730" y="1038"/>
                  </a:cubicBezTo>
                  <a:cubicBezTo>
                    <a:pt x="3374" y="1038"/>
                    <a:pt x="3018" y="1104"/>
                    <a:pt x="2681" y="1237"/>
                  </a:cubicBezTo>
                  <a:cubicBezTo>
                    <a:pt x="2681" y="1237"/>
                    <a:pt x="2676" y="1232"/>
                    <a:pt x="2676" y="1232"/>
                  </a:cubicBezTo>
                  <a:cubicBezTo>
                    <a:pt x="2676" y="765"/>
                    <a:pt x="3147" y="390"/>
                    <a:pt x="3730" y="390"/>
                  </a:cubicBezTo>
                  <a:close/>
                  <a:moveTo>
                    <a:pt x="3730" y="1429"/>
                  </a:moveTo>
                  <a:cubicBezTo>
                    <a:pt x="5568" y="1429"/>
                    <a:pt x="6780" y="3335"/>
                    <a:pt x="6006" y="4999"/>
                  </a:cubicBezTo>
                  <a:lnTo>
                    <a:pt x="6006" y="4817"/>
                  </a:lnTo>
                  <a:cubicBezTo>
                    <a:pt x="6006" y="4581"/>
                    <a:pt x="5905" y="4359"/>
                    <a:pt x="5727" y="4206"/>
                  </a:cubicBezTo>
                  <a:cubicBezTo>
                    <a:pt x="5337" y="3864"/>
                    <a:pt x="4451" y="3272"/>
                    <a:pt x="2917" y="3118"/>
                  </a:cubicBezTo>
                  <a:cubicBezTo>
                    <a:pt x="2907" y="3117"/>
                    <a:pt x="2899" y="3117"/>
                    <a:pt x="2890" y="3117"/>
                  </a:cubicBezTo>
                  <a:cubicBezTo>
                    <a:pt x="2659" y="3117"/>
                    <a:pt x="2632" y="3480"/>
                    <a:pt x="2878" y="3503"/>
                  </a:cubicBezTo>
                  <a:cubicBezTo>
                    <a:pt x="4307" y="3647"/>
                    <a:pt x="5115" y="4186"/>
                    <a:pt x="5472" y="4499"/>
                  </a:cubicBezTo>
                  <a:cubicBezTo>
                    <a:pt x="5563" y="4576"/>
                    <a:pt x="5616" y="4696"/>
                    <a:pt x="5616" y="4817"/>
                  </a:cubicBezTo>
                  <a:lnTo>
                    <a:pt x="5616" y="5182"/>
                  </a:lnTo>
                  <a:cubicBezTo>
                    <a:pt x="5616" y="6222"/>
                    <a:pt x="4769" y="7064"/>
                    <a:pt x="3730" y="7064"/>
                  </a:cubicBezTo>
                  <a:cubicBezTo>
                    <a:pt x="2690" y="7064"/>
                    <a:pt x="1843" y="6222"/>
                    <a:pt x="1843" y="5182"/>
                  </a:cubicBezTo>
                  <a:lnTo>
                    <a:pt x="1848" y="5182"/>
                  </a:lnTo>
                  <a:lnTo>
                    <a:pt x="1848" y="5019"/>
                  </a:lnTo>
                  <a:cubicBezTo>
                    <a:pt x="1848" y="4947"/>
                    <a:pt x="1892" y="4874"/>
                    <a:pt x="1959" y="4841"/>
                  </a:cubicBezTo>
                  <a:cubicBezTo>
                    <a:pt x="2291" y="4658"/>
                    <a:pt x="2541" y="4355"/>
                    <a:pt x="2666" y="3999"/>
                  </a:cubicBezTo>
                  <a:cubicBezTo>
                    <a:pt x="2711" y="3850"/>
                    <a:pt x="2592" y="3749"/>
                    <a:pt x="2476" y="3749"/>
                  </a:cubicBezTo>
                  <a:cubicBezTo>
                    <a:pt x="2403" y="3749"/>
                    <a:pt x="2332" y="3788"/>
                    <a:pt x="2301" y="3878"/>
                  </a:cubicBezTo>
                  <a:cubicBezTo>
                    <a:pt x="2204" y="4143"/>
                    <a:pt x="2012" y="4369"/>
                    <a:pt x="1762" y="4504"/>
                  </a:cubicBezTo>
                  <a:cubicBezTo>
                    <a:pt x="1584" y="4605"/>
                    <a:pt x="1468" y="4793"/>
                    <a:pt x="1459" y="4999"/>
                  </a:cubicBezTo>
                  <a:cubicBezTo>
                    <a:pt x="679" y="3335"/>
                    <a:pt x="1896" y="1429"/>
                    <a:pt x="3730" y="1429"/>
                  </a:cubicBezTo>
                  <a:close/>
                  <a:moveTo>
                    <a:pt x="4572" y="7295"/>
                  </a:moveTo>
                  <a:lnTo>
                    <a:pt x="4572" y="7766"/>
                  </a:lnTo>
                  <a:cubicBezTo>
                    <a:pt x="4572" y="8007"/>
                    <a:pt x="4711" y="8223"/>
                    <a:pt x="4933" y="8324"/>
                  </a:cubicBezTo>
                  <a:lnTo>
                    <a:pt x="5217" y="8449"/>
                  </a:lnTo>
                  <a:cubicBezTo>
                    <a:pt x="4933" y="9003"/>
                    <a:pt x="4355" y="9354"/>
                    <a:pt x="3730" y="9354"/>
                  </a:cubicBezTo>
                  <a:cubicBezTo>
                    <a:pt x="3099" y="9354"/>
                    <a:pt x="2527" y="9003"/>
                    <a:pt x="2238" y="8445"/>
                  </a:cubicBezTo>
                  <a:lnTo>
                    <a:pt x="2522" y="8320"/>
                  </a:lnTo>
                  <a:cubicBezTo>
                    <a:pt x="2743" y="8223"/>
                    <a:pt x="2883" y="8002"/>
                    <a:pt x="2883" y="7761"/>
                  </a:cubicBezTo>
                  <a:lnTo>
                    <a:pt x="2883" y="7295"/>
                  </a:lnTo>
                  <a:cubicBezTo>
                    <a:pt x="3155" y="7403"/>
                    <a:pt x="3441" y="7457"/>
                    <a:pt x="3727" y="7457"/>
                  </a:cubicBezTo>
                  <a:cubicBezTo>
                    <a:pt x="4014" y="7457"/>
                    <a:pt x="4300" y="7403"/>
                    <a:pt x="4572" y="7295"/>
                  </a:cubicBezTo>
                  <a:close/>
                  <a:moveTo>
                    <a:pt x="3730" y="0"/>
                  </a:moveTo>
                  <a:cubicBezTo>
                    <a:pt x="2936" y="0"/>
                    <a:pt x="2286" y="553"/>
                    <a:pt x="2286" y="1232"/>
                  </a:cubicBezTo>
                  <a:cubicBezTo>
                    <a:pt x="2286" y="1294"/>
                    <a:pt x="2291" y="1352"/>
                    <a:pt x="2301" y="1415"/>
                  </a:cubicBezTo>
                  <a:cubicBezTo>
                    <a:pt x="698" y="2319"/>
                    <a:pt x="337" y="4470"/>
                    <a:pt x="1555" y="5851"/>
                  </a:cubicBezTo>
                  <a:cubicBezTo>
                    <a:pt x="1714" y="6361"/>
                    <a:pt x="2046" y="6799"/>
                    <a:pt x="2493" y="7093"/>
                  </a:cubicBezTo>
                  <a:lnTo>
                    <a:pt x="2493" y="7766"/>
                  </a:lnTo>
                  <a:cubicBezTo>
                    <a:pt x="2493" y="7853"/>
                    <a:pt x="2445" y="7930"/>
                    <a:pt x="2363" y="7968"/>
                  </a:cubicBezTo>
                  <a:lnTo>
                    <a:pt x="612" y="8738"/>
                  </a:lnTo>
                  <a:cubicBezTo>
                    <a:pt x="241" y="8907"/>
                    <a:pt x="1" y="9272"/>
                    <a:pt x="1" y="9681"/>
                  </a:cubicBezTo>
                  <a:lnTo>
                    <a:pt x="1" y="11009"/>
                  </a:lnTo>
                  <a:cubicBezTo>
                    <a:pt x="1" y="11139"/>
                    <a:pt x="98" y="11204"/>
                    <a:pt x="195" y="11204"/>
                  </a:cubicBezTo>
                  <a:cubicBezTo>
                    <a:pt x="293" y="11204"/>
                    <a:pt x="390" y="11139"/>
                    <a:pt x="390" y="11009"/>
                  </a:cubicBezTo>
                  <a:lnTo>
                    <a:pt x="390" y="9681"/>
                  </a:lnTo>
                  <a:cubicBezTo>
                    <a:pt x="390" y="9426"/>
                    <a:pt x="540" y="9200"/>
                    <a:pt x="766" y="9094"/>
                  </a:cubicBezTo>
                  <a:lnTo>
                    <a:pt x="1882" y="8603"/>
                  </a:lnTo>
                  <a:cubicBezTo>
                    <a:pt x="2228" y="9306"/>
                    <a:pt x="2945" y="9749"/>
                    <a:pt x="3730" y="9749"/>
                  </a:cubicBezTo>
                  <a:cubicBezTo>
                    <a:pt x="4509" y="9749"/>
                    <a:pt x="5226" y="9306"/>
                    <a:pt x="5577" y="8603"/>
                  </a:cubicBezTo>
                  <a:lnTo>
                    <a:pt x="6689" y="9094"/>
                  </a:lnTo>
                  <a:cubicBezTo>
                    <a:pt x="6920" y="9195"/>
                    <a:pt x="7069" y="9426"/>
                    <a:pt x="7069" y="9676"/>
                  </a:cubicBezTo>
                  <a:lnTo>
                    <a:pt x="7069" y="11009"/>
                  </a:lnTo>
                  <a:cubicBezTo>
                    <a:pt x="7069" y="11139"/>
                    <a:pt x="7166" y="11204"/>
                    <a:pt x="7264" y="11204"/>
                  </a:cubicBezTo>
                  <a:cubicBezTo>
                    <a:pt x="7361" y="11204"/>
                    <a:pt x="7459" y="11139"/>
                    <a:pt x="7459" y="11009"/>
                  </a:cubicBezTo>
                  <a:lnTo>
                    <a:pt x="7459" y="9676"/>
                  </a:lnTo>
                  <a:cubicBezTo>
                    <a:pt x="7459" y="9272"/>
                    <a:pt x="7218" y="8902"/>
                    <a:pt x="6848" y="8738"/>
                  </a:cubicBezTo>
                  <a:lnTo>
                    <a:pt x="5096" y="7963"/>
                  </a:lnTo>
                  <a:cubicBezTo>
                    <a:pt x="5014" y="7930"/>
                    <a:pt x="4966" y="7848"/>
                    <a:pt x="4966" y="7761"/>
                  </a:cubicBezTo>
                  <a:lnTo>
                    <a:pt x="4966" y="7093"/>
                  </a:lnTo>
                  <a:cubicBezTo>
                    <a:pt x="5414" y="6799"/>
                    <a:pt x="5746" y="6361"/>
                    <a:pt x="5905" y="5851"/>
                  </a:cubicBezTo>
                  <a:cubicBezTo>
                    <a:pt x="7122" y="4470"/>
                    <a:pt x="6761" y="2319"/>
                    <a:pt x="5159" y="1415"/>
                  </a:cubicBezTo>
                  <a:cubicBezTo>
                    <a:pt x="5168" y="1352"/>
                    <a:pt x="5173" y="1294"/>
                    <a:pt x="5173" y="1232"/>
                  </a:cubicBezTo>
                  <a:cubicBezTo>
                    <a:pt x="5173" y="553"/>
                    <a:pt x="4528" y="0"/>
                    <a:pt x="3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1"/>
            <p:cNvSpPr/>
            <p:nvPr/>
          </p:nvSpPr>
          <p:spPr>
            <a:xfrm>
              <a:off x="4927589" y="1823338"/>
              <a:ext cx="10255" cy="32024"/>
            </a:xfrm>
            <a:custGeom>
              <a:rect b="b" l="l" r="r" t="t"/>
              <a:pathLst>
                <a:path extrusionOk="0" h="1221" w="391">
                  <a:moveTo>
                    <a:pt x="193" y="1"/>
                  </a:moveTo>
                  <a:cubicBezTo>
                    <a:pt x="87" y="1"/>
                    <a:pt x="1" y="87"/>
                    <a:pt x="1" y="193"/>
                  </a:cubicBezTo>
                  <a:lnTo>
                    <a:pt x="1" y="1025"/>
                  </a:lnTo>
                  <a:cubicBezTo>
                    <a:pt x="1" y="1155"/>
                    <a:pt x="98" y="1220"/>
                    <a:pt x="195" y="1220"/>
                  </a:cubicBezTo>
                  <a:cubicBezTo>
                    <a:pt x="293" y="1220"/>
                    <a:pt x="390" y="1155"/>
                    <a:pt x="390" y="1025"/>
                  </a:cubicBezTo>
                  <a:lnTo>
                    <a:pt x="390" y="193"/>
                  </a:lnTo>
                  <a:cubicBezTo>
                    <a:pt x="390" y="87"/>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1"/>
            <p:cNvSpPr/>
            <p:nvPr/>
          </p:nvSpPr>
          <p:spPr>
            <a:xfrm>
              <a:off x="5036616" y="1823338"/>
              <a:ext cx="10255" cy="32024"/>
            </a:xfrm>
            <a:custGeom>
              <a:rect b="b" l="l" r="r" t="t"/>
              <a:pathLst>
                <a:path extrusionOk="0" h="1221" w="391">
                  <a:moveTo>
                    <a:pt x="193" y="1"/>
                  </a:moveTo>
                  <a:cubicBezTo>
                    <a:pt x="87" y="1"/>
                    <a:pt x="1" y="87"/>
                    <a:pt x="1" y="193"/>
                  </a:cubicBezTo>
                  <a:lnTo>
                    <a:pt x="1" y="1025"/>
                  </a:lnTo>
                  <a:cubicBezTo>
                    <a:pt x="1" y="1155"/>
                    <a:pt x="98" y="1220"/>
                    <a:pt x="196" y="1220"/>
                  </a:cubicBezTo>
                  <a:cubicBezTo>
                    <a:pt x="293" y="1220"/>
                    <a:pt x="391" y="1155"/>
                    <a:pt x="391" y="1025"/>
                  </a:cubicBezTo>
                  <a:lnTo>
                    <a:pt x="391" y="193"/>
                  </a:lnTo>
                  <a:cubicBezTo>
                    <a:pt x="391" y="87"/>
                    <a:pt x="304"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1"/>
            <p:cNvSpPr/>
            <p:nvPr/>
          </p:nvSpPr>
          <p:spPr>
            <a:xfrm>
              <a:off x="5074751" y="1561614"/>
              <a:ext cx="162925" cy="169771"/>
            </a:xfrm>
            <a:custGeom>
              <a:rect b="b" l="l" r="r" t="t"/>
              <a:pathLst>
                <a:path extrusionOk="0" h="6473" w="6212">
                  <a:moveTo>
                    <a:pt x="818" y="0"/>
                  </a:moveTo>
                  <a:cubicBezTo>
                    <a:pt x="366" y="0"/>
                    <a:pt x="0" y="366"/>
                    <a:pt x="0" y="818"/>
                  </a:cubicBezTo>
                  <a:lnTo>
                    <a:pt x="0" y="4143"/>
                  </a:lnTo>
                  <a:cubicBezTo>
                    <a:pt x="0" y="4595"/>
                    <a:pt x="366" y="4961"/>
                    <a:pt x="818" y="4961"/>
                  </a:cubicBezTo>
                  <a:lnTo>
                    <a:pt x="1193" y="4961"/>
                  </a:lnTo>
                  <a:lnTo>
                    <a:pt x="909" y="6106"/>
                  </a:lnTo>
                  <a:cubicBezTo>
                    <a:pt x="862" y="6307"/>
                    <a:pt x="1023" y="6472"/>
                    <a:pt x="1202" y="6472"/>
                  </a:cubicBezTo>
                  <a:cubicBezTo>
                    <a:pt x="1259" y="6472"/>
                    <a:pt x="1317" y="6456"/>
                    <a:pt x="1371" y="6419"/>
                  </a:cubicBezTo>
                  <a:lnTo>
                    <a:pt x="3378" y="4961"/>
                  </a:lnTo>
                  <a:lnTo>
                    <a:pt x="5394" y="4961"/>
                  </a:lnTo>
                  <a:cubicBezTo>
                    <a:pt x="5846" y="4961"/>
                    <a:pt x="6212" y="4595"/>
                    <a:pt x="6212" y="4143"/>
                  </a:cubicBezTo>
                  <a:lnTo>
                    <a:pt x="6212" y="818"/>
                  </a:lnTo>
                  <a:cubicBezTo>
                    <a:pt x="6212" y="366"/>
                    <a:pt x="5846" y="0"/>
                    <a:pt x="5394" y="0"/>
                  </a:cubicBezTo>
                  <a:cubicBezTo>
                    <a:pt x="5134" y="0"/>
                    <a:pt x="5134" y="390"/>
                    <a:pt x="5394" y="390"/>
                  </a:cubicBezTo>
                  <a:cubicBezTo>
                    <a:pt x="5630" y="390"/>
                    <a:pt x="5822" y="582"/>
                    <a:pt x="5822" y="818"/>
                  </a:cubicBezTo>
                  <a:lnTo>
                    <a:pt x="5822" y="4143"/>
                  </a:lnTo>
                  <a:cubicBezTo>
                    <a:pt x="5822" y="4384"/>
                    <a:pt x="5630" y="4576"/>
                    <a:pt x="5394" y="4576"/>
                  </a:cubicBezTo>
                  <a:lnTo>
                    <a:pt x="3315" y="4576"/>
                  </a:lnTo>
                  <a:cubicBezTo>
                    <a:pt x="3272" y="4576"/>
                    <a:pt x="3234" y="4586"/>
                    <a:pt x="3200" y="4610"/>
                  </a:cubicBezTo>
                  <a:lnTo>
                    <a:pt x="1347" y="5962"/>
                  </a:lnTo>
                  <a:lnTo>
                    <a:pt x="1631" y="4817"/>
                  </a:lnTo>
                  <a:cubicBezTo>
                    <a:pt x="1660" y="4696"/>
                    <a:pt x="1569" y="4576"/>
                    <a:pt x="1444" y="4576"/>
                  </a:cubicBezTo>
                  <a:lnTo>
                    <a:pt x="818" y="4576"/>
                  </a:lnTo>
                  <a:cubicBezTo>
                    <a:pt x="582" y="4576"/>
                    <a:pt x="390" y="4384"/>
                    <a:pt x="390" y="4148"/>
                  </a:cubicBezTo>
                  <a:lnTo>
                    <a:pt x="390" y="818"/>
                  </a:lnTo>
                  <a:cubicBezTo>
                    <a:pt x="390" y="577"/>
                    <a:pt x="582" y="390"/>
                    <a:pt x="818" y="390"/>
                  </a:cubicBezTo>
                  <a:cubicBezTo>
                    <a:pt x="1078" y="390"/>
                    <a:pt x="1078" y="0"/>
                    <a:pt x="8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5" name="Google Shape;10775;p81"/>
          <p:cNvGrpSpPr/>
          <p:nvPr/>
        </p:nvGrpSpPr>
        <p:grpSpPr>
          <a:xfrm>
            <a:off x="5393651" y="1498668"/>
            <a:ext cx="263403" cy="366713"/>
            <a:chOff x="5393651" y="1498668"/>
            <a:chExt cx="263403" cy="366713"/>
          </a:xfrm>
        </p:grpSpPr>
        <p:sp>
          <p:nvSpPr>
            <p:cNvPr id="10776" name="Google Shape;10776;p81"/>
            <p:cNvSpPr/>
            <p:nvPr/>
          </p:nvSpPr>
          <p:spPr>
            <a:xfrm>
              <a:off x="5399080" y="1527020"/>
              <a:ext cx="252676" cy="333063"/>
            </a:xfrm>
            <a:custGeom>
              <a:rect b="b" l="l" r="r" t="t"/>
              <a:pathLst>
                <a:path extrusionOk="0" h="12699" w="9634">
                  <a:moveTo>
                    <a:pt x="655" y="1"/>
                  </a:moveTo>
                  <a:cubicBezTo>
                    <a:pt x="294" y="1"/>
                    <a:pt x="0" y="294"/>
                    <a:pt x="0" y="655"/>
                  </a:cubicBezTo>
                  <a:lnTo>
                    <a:pt x="0" y="12040"/>
                  </a:lnTo>
                  <a:cubicBezTo>
                    <a:pt x="0" y="12400"/>
                    <a:pt x="294" y="12699"/>
                    <a:pt x="655" y="12699"/>
                  </a:cubicBezTo>
                  <a:lnTo>
                    <a:pt x="8974" y="12699"/>
                  </a:lnTo>
                  <a:cubicBezTo>
                    <a:pt x="9335" y="12699"/>
                    <a:pt x="9633" y="12400"/>
                    <a:pt x="9633" y="12040"/>
                  </a:cubicBezTo>
                  <a:lnTo>
                    <a:pt x="9633" y="655"/>
                  </a:lnTo>
                  <a:cubicBezTo>
                    <a:pt x="9628" y="294"/>
                    <a:pt x="9335" y="1"/>
                    <a:pt x="897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1"/>
            <p:cNvSpPr/>
            <p:nvPr/>
          </p:nvSpPr>
          <p:spPr>
            <a:xfrm>
              <a:off x="5422029" y="1549995"/>
              <a:ext cx="206751" cy="275651"/>
            </a:xfrm>
            <a:custGeom>
              <a:rect b="b" l="l" r="r" t="t"/>
              <a:pathLst>
                <a:path extrusionOk="0" h="10510" w="7883">
                  <a:moveTo>
                    <a:pt x="1" y="0"/>
                  </a:moveTo>
                  <a:lnTo>
                    <a:pt x="1" y="10509"/>
                  </a:lnTo>
                  <a:lnTo>
                    <a:pt x="7883" y="10509"/>
                  </a:lnTo>
                  <a:lnTo>
                    <a:pt x="78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1"/>
            <p:cNvSpPr/>
            <p:nvPr/>
          </p:nvSpPr>
          <p:spPr>
            <a:xfrm>
              <a:off x="5473645" y="1503992"/>
              <a:ext cx="103520" cy="46029"/>
            </a:xfrm>
            <a:custGeom>
              <a:rect b="b" l="l" r="r" t="t"/>
              <a:pathLst>
                <a:path extrusionOk="0" h="1755" w="3947">
                  <a:moveTo>
                    <a:pt x="1972" y="1"/>
                  </a:moveTo>
                  <a:cubicBezTo>
                    <a:pt x="1678" y="1"/>
                    <a:pt x="1384" y="147"/>
                    <a:pt x="1218" y="441"/>
                  </a:cubicBezTo>
                  <a:lnTo>
                    <a:pt x="439" y="441"/>
                  </a:lnTo>
                  <a:cubicBezTo>
                    <a:pt x="198" y="441"/>
                    <a:pt x="1" y="633"/>
                    <a:pt x="1" y="879"/>
                  </a:cubicBezTo>
                  <a:lnTo>
                    <a:pt x="1" y="1754"/>
                  </a:lnTo>
                  <a:lnTo>
                    <a:pt x="3942" y="1754"/>
                  </a:lnTo>
                  <a:lnTo>
                    <a:pt x="3942" y="879"/>
                  </a:lnTo>
                  <a:cubicBezTo>
                    <a:pt x="3947" y="638"/>
                    <a:pt x="3749" y="441"/>
                    <a:pt x="3504" y="441"/>
                  </a:cubicBezTo>
                  <a:lnTo>
                    <a:pt x="2729" y="441"/>
                  </a:lnTo>
                  <a:cubicBezTo>
                    <a:pt x="2561" y="147"/>
                    <a:pt x="2266" y="1"/>
                    <a:pt x="197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1"/>
            <p:cNvSpPr/>
            <p:nvPr/>
          </p:nvSpPr>
          <p:spPr>
            <a:xfrm>
              <a:off x="5453581" y="1661934"/>
              <a:ext cx="28798" cy="28667"/>
            </a:xfrm>
            <a:custGeom>
              <a:rect b="b" l="l" r="r" t="t"/>
              <a:pathLst>
                <a:path extrusionOk="0" h="1093" w="1098">
                  <a:moveTo>
                    <a:pt x="549" y="0"/>
                  </a:moveTo>
                  <a:cubicBezTo>
                    <a:pt x="246" y="0"/>
                    <a:pt x="1" y="246"/>
                    <a:pt x="1" y="544"/>
                  </a:cubicBezTo>
                  <a:cubicBezTo>
                    <a:pt x="1" y="847"/>
                    <a:pt x="246" y="1093"/>
                    <a:pt x="549" y="1093"/>
                  </a:cubicBezTo>
                  <a:cubicBezTo>
                    <a:pt x="853" y="1093"/>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1"/>
            <p:cNvSpPr/>
            <p:nvPr/>
          </p:nvSpPr>
          <p:spPr>
            <a:xfrm>
              <a:off x="5453581" y="1713550"/>
              <a:ext cx="28798" cy="28798"/>
            </a:xfrm>
            <a:custGeom>
              <a:rect b="b" l="l" r="r" t="t"/>
              <a:pathLst>
                <a:path extrusionOk="0" h="1098" w="1098">
                  <a:moveTo>
                    <a:pt x="549" y="0"/>
                  </a:moveTo>
                  <a:cubicBezTo>
                    <a:pt x="246" y="0"/>
                    <a:pt x="1" y="246"/>
                    <a:pt x="1" y="549"/>
                  </a:cubicBezTo>
                  <a:cubicBezTo>
                    <a:pt x="1" y="852"/>
                    <a:pt x="246" y="1097"/>
                    <a:pt x="549" y="1097"/>
                  </a:cubicBezTo>
                  <a:cubicBezTo>
                    <a:pt x="853" y="1097"/>
                    <a:pt x="1098" y="852"/>
                    <a:pt x="1098" y="549"/>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1"/>
            <p:cNvSpPr/>
            <p:nvPr/>
          </p:nvSpPr>
          <p:spPr>
            <a:xfrm>
              <a:off x="5453581" y="1765297"/>
              <a:ext cx="28798" cy="28667"/>
            </a:xfrm>
            <a:custGeom>
              <a:rect b="b" l="l" r="r" t="t"/>
              <a:pathLst>
                <a:path extrusionOk="0" h="1093" w="1098">
                  <a:moveTo>
                    <a:pt x="549" y="0"/>
                  </a:moveTo>
                  <a:cubicBezTo>
                    <a:pt x="246" y="0"/>
                    <a:pt x="1" y="246"/>
                    <a:pt x="1" y="544"/>
                  </a:cubicBezTo>
                  <a:cubicBezTo>
                    <a:pt x="1" y="847"/>
                    <a:pt x="246" y="1092"/>
                    <a:pt x="549" y="1092"/>
                  </a:cubicBezTo>
                  <a:cubicBezTo>
                    <a:pt x="853" y="1092"/>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1"/>
            <p:cNvSpPr/>
            <p:nvPr/>
          </p:nvSpPr>
          <p:spPr>
            <a:xfrm>
              <a:off x="5450827" y="1572971"/>
              <a:ext cx="34463" cy="34463"/>
            </a:xfrm>
            <a:custGeom>
              <a:rect b="b" l="l" r="r" t="t"/>
              <a:pathLst>
                <a:path extrusionOk="0" h="1314" w="1314">
                  <a:moveTo>
                    <a:pt x="217" y="0"/>
                  </a:moveTo>
                  <a:cubicBezTo>
                    <a:pt x="96" y="0"/>
                    <a:pt x="0" y="96"/>
                    <a:pt x="0" y="217"/>
                  </a:cubicBezTo>
                  <a:lnTo>
                    <a:pt x="0" y="1092"/>
                  </a:lnTo>
                  <a:cubicBezTo>
                    <a:pt x="0" y="1213"/>
                    <a:pt x="96" y="1314"/>
                    <a:pt x="217" y="1314"/>
                  </a:cubicBezTo>
                  <a:lnTo>
                    <a:pt x="1092" y="1314"/>
                  </a:lnTo>
                  <a:cubicBezTo>
                    <a:pt x="1213" y="1314"/>
                    <a:pt x="1314" y="1213"/>
                    <a:pt x="1314" y="1092"/>
                  </a:cubicBezTo>
                  <a:lnTo>
                    <a:pt x="1314" y="217"/>
                  </a:lnTo>
                  <a:cubicBezTo>
                    <a:pt x="1314" y="96"/>
                    <a:pt x="1213" y="0"/>
                    <a:pt x="109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1"/>
            <p:cNvSpPr/>
            <p:nvPr/>
          </p:nvSpPr>
          <p:spPr>
            <a:xfrm>
              <a:off x="5393651" y="1498668"/>
              <a:ext cx="263403" cy="366713"/>
            </a:xfrm>
            <a:custGeom>
              <a:rect b="b" l="l" r="r" t="t"/>
              <a:pathLst>
                <a:path extrusionOk="0" h="13982" w="10043">
                  <a:moveTo>
                    <a:pt x="5022" y="406"/>
                  </a:moveTo>
                  <a:cubicBezTo>
                    <a:pt x="5248" y="406"/>
                    <a:pt x="5474" y="519"/>
                    <a:pt x="5601" y="745"/>
                  </a:cubicBezTo>
                  <a:cubicBezTo>
                    <a:pt x="5635" y="807"/>
                    <a:pt x="5702" y="846"/>
                    <a:pt x="5779" y="846"/>
                  </a:cubicBezTo>
                  <a:lnTo>
                    <a:pt x="6554" y="846"/>
                  </a:lnTo>
                  <a:cubicBezTo>
                    <a:pt x="6684" y="846"/>
                    <a:pt x="6790" y="952"/>
                    <a:pt x="6790" y="1082"/>
                  </a:cubicBezTo>
                  <a:lnTo>
                    <a:pt x="6790" y="1750"/>
                  </a:lnTo>
                  <a:lnTo>
                    <a:pt x="3258" y="1750"/>
                  </a:lnTo>
                  <a:lnTo>
                    <a:pt x="3258" y="1082"/>
                  </a:lnTo>
                  <a:cubicBezTo>
                    <a:pt x="3258" y="952"/>
                    <a:pt x="3359" y="846"/>
                    <a:pt x="3489" y="846"/>
                  </a:cubicBezTo>
                  <a:lnTo>
                    <a:pt x="4268" y="846"/>
                  </a:lnTo>
                  <a:cubicBezTo>
                    <a:pt x="4340" y="846"/>
                    <a:pt x="4408" y="807"/>
                    <a:pt x="4446" y="745"/>
                  </a:cubicBezTo>
                  <a:cubicBezTo>
                    <a:pt x="4571" y="519"/>
                    <a:pt x="4796" y="406"/>
                    <a:pt x="5022" y="406"/>
                  </a:cubicBezTo>
                  <a:close/>
                  <a:moveTo>
                    <a:pt x="9186" y="1284"/>
                  </a:moveTo>
                  <a:cubicBezTo>
                    <a:pt x="9431" y="1284"/>
                    <a:pt x="9633" y="1486"/>
                    <a:pt x="9638" y="1736"/>
                  </a:cubicBezTo>
                  <a:lnTo>
                    <a:pt x="9633" y="13121"/>
                  </a:lnTo>
                  <a:cubicBezTo>
                    <a:pt x="9633" y="13371"/>
                    <a:pt x="9431" y="13573"/>
                    <a:pt x="9181" y="13573"/>
                  </a:cubicBezTo>
                  <a:lnTo>
                    <a:pt x="862" y="13573"/>
                  </a:lnTo>
                  <a:cubicBezTo>
                    <a:pt x="616" y="13573"/>
                    <a:pt x="414" y="13371"/>
                    <a:pt x="409" y="13121"/>
                  </a:cubicBezTo>
                  <a:lnTo>
                    <a:pt x="409" y="1736"/>
                  </a:lnTo>
                  <a:cubicBezTo>
                    <a:pt x="414" y="1486"/>
                    <a:pt x="616" y="1284"/>
                    <a:pt x="862" y="1284"/>
                  </a:cubicBezTo>
                  <a:lnTo>
                    <a:pt x="2849" y="1284"/>
                  </a:lnTo>
                  <a:lnTo>
                    <a:pt x="2849" y="1957"/>
                  </a:lnTo>
                  <a:cubicBezTo>
                    <a:pt x="2849" y="2068"/>
                    <a:pt x="2940" y="2159"/>
                    <a:pt x="3051" y="2159"/>
                  </a:cubicBezTo>
                  <a:lnTo>
                    <a:pt x="6992" y="2159"/>
                  </a:lnTo>
                  <a:cubicBezTo>
                    <a:pt x="7107" y="2159"/>
                    <a:pt x="7199" y="2068"/>
                    <a:pt x="7199" y="1957"/>
                  </a:cubicBezTo>
                  <a:lnTo>
                    <a:pt x="7199" y="1284"/>
                  </a:lnTo>
                  <a:close/>
                  <a:moveTo>
                    <a:pt x="5021" y="0"/>
                  </a:moveTo>
                  <a:cubicBezTo>
                    <a:pt x="4697" y="0"/>
                    <a:pt x="4372" y="146"/>
                    <a:pt x="4158" y="437"/>
                  </a:cubicBezTo>
                  <a:lnTo>
                    <a:pt x="3489" y="437"/>
                  </a:lnTo>
                  <a:cubicBezTo>
                    <a:pt x="3215" y="437"/>
                    <a:pt x="2969" y="615"/>
                    <a:pt x="2883" y="875"/>
                  </a:cubicBezTo>
                  <a:lnTo>
                    <a:pt x="862" y="875"/>
                  </a:lnTo>
                  <a:cubicBezTo>
                    <a:pt x="385" y="875"/>
                    <a:pt x="0" y="1260"/>
                    <a:pt x="0" y="1736"/>
                  </a:cubicBezTo>
                  <a:lnTo>
                    <a:pt x="0" y="13121"/>
                  </a:lnTo>
                  <a:cubicBezTo>
                    <a:pt x="0" y="13597"/>
                    <a:pt x="385" y="13982"/>
                    <a:pt x="862" y="13982"/>
                  </a:cubicBezTo>
                  <a:lnTo>
                    <a:pt x="9181" y="13982"/>
                  </a:lnTo>
                  <a:cubicBezTo>
                    <a:pt x="9657" y="13982"/>
                    <a:pt x="10042" y="13597"/>
                    <a:pt x="10042" y="13121"/>
                  </a:cubicBezTo>
                  <a:lnTo>
                    <a:pt x="10042" y="1736"/>
                  </a:lnTo>
                  <a:cubicBezTo>
                    <a:pt x="10042" y="1260"/>
                    <a:pt x="9657" y="875"/>
                    <a:pt x="9181" y="875"/>
                  </a:cubicBezTo>
                  <a:lnTo>
                    <a:pt x="7165" y="875"/>
                  </a:lnTo>
                  <a:cubicBezTo>
                    <a:pt x="7078" y="615"/>
                    <a:pt x="6833" y="437"/>
                    <a:pt x="6554" y="437"/>
                  </a:cubicBezTo>
                  <a:lnTo>
                    <a:pt x="5885" y="437"/>
                  </a:lnTo>
                  <a:cubicBezTo>
                    <a:pt x="5671" y="146"/>
                    <a:pt x="5346" y="0"/>
                    <a:pt x="5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1"/>
            <p:cNvSpPr/>
            <p:nvPr/>
          </p:nvSpPr>
          <p:spPr>
            <a:xfrm>
              <a:off x="5518573" y="1521591"/>
              <a:ext cx="14294" cy="10780"/>
            </a:xfrm>
            <a:custGeom>
              <a:rect b="b" l="l" r="r" t="t"/>
              <a:pathLst>
                <a:path extrusionOk="0" h="411" w="545">
                  <a:moveTo>
                    <a:pt x="275" y="0"/>
                  </a:moveTo>
                  <a:cubicBezTo>
                    <a:pt x="270" y="0"/>
                    <a:pt x="265" y="1"/>
                    <a:pt x="261" y="1"/>
                  </a:cubicBezTo>
                  <a:cubicBezTo>
                    <a:pt x="1" y="15"/>
                    <a:pt x="1" y="395"/>
                    <a:pt x="261" y="410"/>
                  </a:cubicBezTo>
                  <a:cubicBezTo>
                    <a:pt x="265" y="410"/>
                    <a:pt x="270" y="410"/>
                    <a:pt x="275" y="410"/>
                  </a:cubicBezTo>
                  <a:cubicBezTo>
                    <a:pt x="545" y="410"/>
                    <a:pt x="545" y="0"/>
                    <a:pt x="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1"/>
            <p:cNvSpPr/>
            <p:nvPr/>
          </p:nvSpPr>
          <p:spPr>
            <a:xfrm>
              <a:off x="5416627" y="1544566"/>
              <a:ext cx="217452" cy="286378"/>
            </a:xfrm>
            <a:custGeom>
              <a:rect b="b" l="l" r="r" t="t"/>
              <a:pathLst>
                <a:path extrusionOk="0" h="10919" w="8291">
                  <a:moveTo>
                    <a:pt x="1313" y="0"/>
                  </a:moveTo>
                  <a:cubicBezTo>
                    <a:pt x="1308" y="0"/>
                    <a:pt x="1304" y="0"/>
                    <a:pt x="1299" y="0"/>
                  </a:cubicBezTo>
                  <a:lnTo>
                    <a:pt x="207" y="0"/>
                  </a:lnTo>
                  <a:cubicBezTo>
                    <a:pt x="91" y="0"/>
                    <a:pt x="0" y="92"/>
                    <a:pt x="0" y="207"/>
                  </a:cubicBezTo>
                  <a:lnTo>
                    <a:pt x="0" y="10716"/>
                  </a:lnTo>
                  <a:cubicBezTo>
                    <a:pt x="0" y="10827"/>
                    <a:pt x="91" y="10918"/>
                    <a:pt x="207" y="10918"/>
                  </a:cubicBezTo>
                  <a:lnTo>
                    <a:pt x="8084" y="10918"/>
                  </a:lnTo>
                  <a:cubicBezTo>
                    <a:pt x="8199" y="10918"/>
                    <a:pt x="8291" y="10827"/>
                    <a:pt x="8291" y="10716"/>
                  </a:cubicBezTo>
                  <a:lnTo>
                    <a:pt x="8291" y="207"/>
                  </a:lnTo>
                  <a:cubicBezTo>
                    <a:pt x="8291" y="92"/>
                    <a:pt x="8199" y="0"/>
                    <a:pt x="8089" y="0"/>
                  </a:cubicBezTo>
                  <a:lnTo>
                    <a:pt x="6991" y="0"/>
                  </a:lnTo>
                  <a:cubicBezTo>
                    <a:pt x="6987" y="0"/>
                    <a:pt x="6982" y="0"/>
                    <a:pt x="6978" y="0"/>
                  </a:cubicBezTo>
                  <a:cubicBezTo>
                    <a:pt x="6707" y="0"/>
                    <a:pt x="6707" y="410"/>
                    <a:pt x="6978" y="410"/>
                  </a:cubicBezTo>
                  <a:cubicBezTo>
                    <a:pt x="6982" y="410"/>
                    <a:pt x="6987" y="410"/>
                    <a:pt x="6991" y="409"/>
                  </a:cubicBezTo>
                  <a:lnTo>
                    <a:pt x="7882" y="409"/>
                  </a:lnTo>
                  <a:lnTo>
                    <a:pt x="7882" y="10509"/>
                  </a:lnTo>
                  <a:lnTo>
                    <a:pt x="414" y="10509"/>
                  </a:lnTo>
                  <a:lnTo>
                    <a:pt x="414" y="409"/>
                  </a:lnTo>
                  <a:lnTo>
                    <a:pt x="1299" y="409"/>
                  </a:lnTo>
                  <a:cubicBezTo>
                    <a:pt x="1304" y="410"/>
                    <a:pt x="1308" y="410"/>
                    <a:pt x="1313" y="410"/>
                  </a:cubicBezTo>
                  <a:cubicBezTo>
                    <a:pt x="1583" y="410"/>
                    <a:pt x="1583" y="0"/>
                    <a:pt x="1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1"/>
            <p:cNvSpPr/>
            <p:nvPr/>
          </p:nvSpPr>
          <p:spPr>
            <a:xfrm>
              <a:off x="5445398" y="1659416"/>
              <a:ext cx="39525" cy="33755"/>
            </a:xfrm>
            <a:custGeom>
              <a:rect b="b" l="l" r="r" t="t"/>
              <a:pathLst>
                <a:path extrusionOk="0" h="1287" w="1507">
                  <a:moveTo>
                    <a:pt x="857" y="410"/>
                  </a:moveTo>
                  <a:cubicBezTo>
                    <a:pt x="976" y="410"/>
                    <a:pt x="1092" y="504"/>
                    <a:pt x="1092" y="645"/>
                  </a:cubicBezTo>
                  <a:cubicBezTo>
                    <a:pt x="1092" y="770"/>
                    <a:pt x="991" y="876"/>
                    <a:pt x="861" y="876"/>
                  </a:cubicBezTo>
                  <a:cubicBezTo>
                    <a:pt x="655" y="876"/>
                    <a:pt x="549" y="626"/>
                    <a:pt x="698" y="477"/>
                  </a:cubicBezTo>
                  <a:cubicBezTo>
                    <a:pt x="744" y="430"/>
                    <a:pt x="801" y="410"/>
                    <a:pt x="857" y="410"/>
                  </a:cubicBezTo>
                  <a:close/>
                  <a:moveTo>
                    <a:pt x="861" y="0"/>
                  </a:moveTo>
                  <a:cubicBezTo>
                    <a:pt x="289" y="0"/>
                    <a:pt x="0" y="693"/>
                    <a:pt x="404" y="1097"/>
                  </a:cubicBezTo>
                  <a:cubicBezTo>
                    <a:pt x="537" y="1228"/>
                    <a:pt x="699" y="1287"/>
                    <a:pt x="858" y="1287"/>
                  </a:cubicBezTo>
                  <a:cubicBezTo>
                    <a:pt x="1190" y="1287"/>
                    <a:pt x="1506" y="1032"/>
                    <a:pt x="1506" y="645"/>
                  </a:cubicBezTo>
                  <a:cubicBezTo>
                    <a:pt x="1501" y="289"/>
                    <a:pt x="1217" y="0"/>
                    <a:pt x="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1"/>
            <p:cNvSpPr/>
            <p:nvPr/>
          </p:nvSpPr>
          <p:spPr>
            <a:xfrm>
              <a:off x="5445398" y="1711137"/>
              <a:ext cx="39525" cy="33755"/>
            </a:xfrm>
            <a:custGeom>
              <a:rect b="b" l="l" r="r" t="t"/>
              <a:pathLst>
                <a:path extrusionOk="0" h="1287" w="1507">
                  <a:moveTo>
                    <a:pt x="859" y="407"/>
                  </a:moveTo>
                  <a:cubicBezTo>
                    <a:pt x="978" y="407"/>
                    <a:pt x="1092" y="501"/>
                    <a:pt x="1092" y="641"/>
                  </a:cubicBezTo>
                  <a:cubicBezTo>
                    <a:pt x="1092" y="771"/>
                    <a:pt x="991" y="872"/>
                    <a:pt x="861" y="877"/>
                  </a:cubicBezTo>
                  <a:cubicBezTo>
                    <a:pt x="655" y="877"/>
                    <a:pt x="549" y="622"/>
                    <a:pt x="698" y="477"/>
                  </a:cubicBezTo>
                  <a:cubicBezTo>
                    <a:pt x="745" y="429"/>
                    <a:pt x="803" y="407"/>
                    <a:pt x="859" y="407"/>
                  </a:cubicBezTo>
                  <a:close/>
                  <a:moveTo>
                    <a:pt x="861" y="1"/>
                  </a:moveTo>
                  <a:cubicBezTo>
                    <a:pt x="289" y="1"/>
                    <a:pt x="0" y="689"/>
                    <a:pt x="404" y="1098"/>
                  </a:cubicBezTo>
                  <a:cubicBezTo>
                    <a:pt x="536" y="1228"/>
                    <a:pt x="697" y="1287"/>
                    <a:pt x="856" y="1287"/>
                  </a:cubicBezTo>
                  <a:cubicBezTo>
                    <a:pt x="1188" y="1287"/>
                    <a:pt x="1506" y="1029"/>
                    <a:pt x="1506" y="641"/>
                  </a:cubicBezTo>
                  <a:cubicBezTo>
                    <a:pt x="1501" y="285"/>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1"/>
            <p:cNvSpPr/>
            <p:nvPr/>
          </p:nvSpPr>
          <p:spPr>
            <a:xfrm>
              <a:off x="5445398" y="1762753"/>
              <a:ext cx="39525" cy="33781"/>
            </a:xfrm>
            <a:custGeom>
              <a:rect b="b" l="l" r="r" t="t"/>
              <a:pathLst>
                <a:path extrusionOk="0" h="1288" w="1507">
                  <a:moveTo>
                    <a:pt x="857" y="411"/>
                  </a:moveTo>
                  <a:cubicBezTo>
                    <a:pt x="976" y="411"/>
                    <a:pt x="1092" y="505"/>
                    <a:pt x="1092" y="646"/>
                  </a:cubicBezTo>
                  <a:cubicBezTo>
                    <a:pt x="1092" y="771"/>
                    <a:pt x="991" y="877"/>
                    <a:pt x="861" y="877"/>
                  </a:cubicBezTo>
                  <a:cubicBezTo>
                    <a:pt x="655" y="877"/>
                    <a:pt x="549" y="626"/>
                    <a:pt x="698" y="477"/>
                  </a:cubicBezTo>
                  <a:cubicBezTo>
                    <a:pt x="744" y="431"/>
                    <a:pt x="801" y="411"/>
                    <a:pt x="857" y="411"/>
                  </a:cubicBezTo>
                  <a:close/>
                  <a:moveTo>
                    <a:pt x="861" y="1"/>
                  </a:moveTo>
                  <a:cubicBezTo>
                    <a:pt x="289" y="1"/>
                    <a:pt x="0" y="694"/>
                    <a:pt x="404" y="1098"/>
                  </a:cubicBezTo>
                  <a:cubicBezTo>
                    <a:pt x="537" y="1229"/>
                    <a:pt x="699" y="1288"/>
                    <a:pt x="858" y="1288"/>
                  </a:cubicBezTo>
                  <a:cubicBezTo>
                    <a:pt x="1190" y="1288"/>
                    <a:pt x="1506" y="1033"/>
                    <a:pt x="1506" y="646"/>
                  </a:cubicBezTo>
                  <a:cubicBezTo>
                    <a:pt x="1501" y="290"/>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1"/>
            <p:cNvSpPr/>
            <p:nvPr/>
          </p:nvSpPr>
          <p:spPr>
            <a:xfrm>
              <a:off x="5494968" y="1659390"/>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1"/>
            <p:cNvSpPr/>
            <p:nvPr/>
          </p:nvSpPr>
          <p:spPr>
            <a:xfrm>
              <a:off x="5494968" y="1682366"/>
              <a:ext cx="106825" cy="10780"/>
            </a:xfrm>
            <a:custGeom>
              <a:rect b="b" l="l" r="r" t="t"/>
              <a:pathLst>
                <a:path extrusionOk="0" h="411" w="4073">
                  <a:moveTo>
                    <a:pt x="271" y="1"/>
                  </a:moveTo>
                  <a:cubicBezTo>
                    <a:pt x="1" y="1"/>
                    <a:pt x="1" y="410"/>
                    <a:pt x="271" y="410"/>
                  </a:cubicBezTo>
                  <a:cubicBezTo>
                    <a:pt x="276" y="410"/>
                    <a:pt x="280" y="410"/>
                    <a:pt x="285" y="410"/>
                  </a:cubicBezTo>
                  <a:lnTo>
                    <a:pt x="3788" y="410"/>
                  </a:lnTo>
                  <a:cubicBezTo>
                    <a:pt x="3793" y="410"/>
                    <a:pt x="3797" y="410"/>
                    <a:pt x="3802" y="410"/>
                  </a:cubicBezTo>
                  <a:cubicBezTo>
                    <a:pt x="4072" y="410"/>
                    <a:pt x="4072" y="1"/>
                    <a:pt x="3802" y="1"/>
                  </a:cubicBezTo>
                  <a:cubicBezTo>
                    <a:pt x="3797" y="1"/>
                    <a:pt x="3793" y="1"/>
                    <a:pt x="3788"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1"/>
            <p:cNvSpPr/>
            <p:nvPr/>
          </p:nvSpPr>
          <p:spPr>
            <a:xfrm>
              <a:off x="5494968" y="1711137"/>
              <a:ext cx="66565" cy="10780"/>
            </a:xfrm>
            <a:custGeom>
              <a:rect b="b" l="l" r="r" t="t"/>
              <a:pathLst>
                <a:path extrusionOk="0" h="411" w="2538">
                  <a:moveTo>
                    <a:pt x="267" y="0"/>
                  </a:moveTo>
                  <a:cubicBezTo>
                    <a:pt x="1" y="0"/>
                    <a:pt x="2" y="410"/>
                    <a:pt x="271" y="410"/>
                  </a:cubicBezTo>
                  <a:cubicBezTo>
                    <a:pt x="276" y="410"/>
                    <a:pt x="280" y="410"/>
                    <a:pt x="285" y="410"/>
                  </a:cubicBezTo>
                  <a:lnTo>
                    <a:pt x="2253" y="410"/>
                  </a:lnTo>
                  <a:cubicBezTo>
                    <a:pt x="2258" y="410"/>
                    <a:pt x="2262" y="410"/>
                    <a:pt x="2267" y="410"/>
                  </a:cubicBezTo>
                  <a:cubicBezTo>
                    <a:pt x="2536" y="410"/>
                    <a:pt x="2537" y="0"/>
                    <a:pt x="2271" y="0"/>
                  </a:cubicBezTo>
                  <a:cubicBezTo>
                    <a:pt x="2265" y="0"/>
                    <a:pt x="2259" y="1"/>
                    <a:pt x="2253" y="1"/>
                  </a:cubicBezTo>
                  <a:lnTo>
                    <a:pt x="285" y="1"/>
                  </a:lnTo>
                  <a:cubicBezTo>
                    <a:pt x="279" y="1"/>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1"/>
            <p:cNvSpPr/>
            <p:nvPr/>
          </p:nvSpPr>
          <p:spPr>
            <a:xfrm>
              <a:off x="5494968" y="1734112"/>
              <a:ext cx="106825" cy="10780"/>
            </a:xfrm>
            <a:custGeom>
              <a:rect b="b" l="l" r="r" t="t"/>
              <a:pathLst>
                <a:path extrusionOk="0" h="411" w="4073">
                  <a:moveTo>
                    <a:pt x="267" y="0"/>
                  </a:moveTo>
                  <a:cubicBezTo>
                    <a:pt x="1" y="0"/>
                    <a:pt x="2" y="410"/>
                    <a:pt x="271" y="410"/>
                  </a:cubicBezTo>
                  <a:cubicBezTo>
                    <a:pt x="276" y="410"/>
                    <a:pt x="280" y="410"/>
                    <a:pt x="285" y="410"/>
                  </a:cubicBezTo>
                  <a:lnTo>
                    <a:pt x="3788" y="410"/>
                  </a:lnTo>
                  <a:cubicBezTo>
                    <a:pt x="3793" y="410"/>
                    <a:pt x="3797" y="410"/>
                    <a:pt x="3802" y="410"/>
                  </a:cubicBezTo>
                  <a:cubicBezTo>
                    <a:pt x="4071" y="410"/>
                    <a:pt x="4072" y="0"/>
                    <a:pt x="3806" y="0"/>
                  </a:cubicBezTo>
                  <a:cubicBezTo>
                    <a:pt x="3800" y="0"/>
                    <a:pt x="3794" y="0"/>
                    <a:pt x="3788" y="1"/>
                  </a:cubicBezTo>
                  <a:lnTo>
                    <a:pt x="285" y="1"/>
                  </a:lnTo>
                  <a:cubicBezTo>
                    <a:pt x="279" y="0"/>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1"/>
            <p:cNvSpPr/>
            <p:nvPr/>
          </p:nvSpPr>
          <p:spPr>
            <a:xfrm>
              <a:off x="5494968" y="1762753"/>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1"/>
            <p:cNvSpPr/>
            <p:nvPr/>
          </p:nvSpPr>
          <p:spPr>
            <a:xfrm>
              <a:off x="5494968" y="1785728"/>
              <a:ext cx="106169" cy="10780"/>
            </a:xfrm>
            <a:custGeom>
              <a:rect b="b" l="l" r="r" t="t"/>
              <a:pathLst>
                <a:path extrusionOk="0" h="411" w="4048">
                  <a:moveTo>
                    <a:pt x="271" y="0"/>
                  </a:moveTo>
                  <a:cubicBezTo>
                    <a:pt x="1" y="0"/>
                    <a:pt x="1" y="410"/>
                    <a:pt x="271" y="410"/>
                  </a:cubicBezTo>
                  <a:cubicBezTo>
                    <a:pt x="276" y="410"/>
                    <a:pt x="280" y="410"/>
                    <a:pt x="285" y="410"/>
                  </a:cubicBezTo>
                  <a:lnTo>
                    <a:pt x="3788" y="410"/>
                  </a:lnTo>
                  <a:cubicBezTo>
                    <a:pt x="4048" y="395"/>
                    <a:pt x="4048" y="15"/>
                    <a:pt x="3788"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1"/>
            <p:cNvSpPr/>
            <p:nvPr/>
          </p:nvSpPr>
          <p:spPr>
            <a:xfrm>
              <a:off x="5494968" y="1573312"/>
              <a:ext cx="106825" cy="10780"/>
            </a:xfrm>
            <a:custGeom>
              <a:rect b="b" l="l" r="r" t="t"/>
              <a:pathLst>
                <a:path extrusionOk="0" h="411" w="4073">
                  <a:moveTo>
                    <a:pt x="267" y="1"/>
                  </a:moveTo>
                  <a:cubicBezTo>
                    <a:pt x="1" y="1"/>
                    <a:pt x="2" y="411"/>
                    <a:pt x="271" y="411"/>
                  </a:cubicBezTo>
                  <a:cubicBezTo>
                    <a:pt x="276" y="411"/>
                    <a:pt x="280" y="411"/>
                    <a:pt x="285" y="411"/>
                  </a:cubicBezTo>
                  <a:lnTo>
                    <a:pt x="3788" y="411"/>
                  </a:lnTo>
                  <a:cubicBezTo>
                    <a:pt x="3793" y="411"/>
                    <a:pt x="3797" y="411"/>
                    <a:pt x="3802" y="411"/>
                  </a:cubicBezTo>
                  <a:cubicBezTo>
                    <a:pt x="4071" y="411"/>
                    <a:pt x="4072" y="1"/>
                    <a:pt x="3806" y="1"/>
                  </a:cubicBezTo>
                  <a:cubicBezTo>
                    <a:pt x="3800" y="1"/>
                    <a:pt x="3794" y="1"/>
                    <a:pt x="3788" y="2"/>
                  </a:cubicBezTo>
                  <a:lnTo>
                    <a:pt x="285" y="2"/>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1"/>
            <p:cNvSpPr/>
            <p:nvPr/>
          </p:nvSpPr>
          <p:spPr>
            <a:xfrm>
              <a:off x="5449044" y="1624954"/>
              <a:ext cx="152749" cy="10753"/>
            </a:xfrm>
            <a:custGeom>
              <a:rect b="b" l="l" r="r" t="t"/>
              <a:pathLst>
                <a:path extrusionOk="0" h="410" w="5824">
                  <a:moveTo>
                    <a:pt x="271" y="0"/>
                  </a:moveTo>
                  <a:cubicBezTo>
                    <a:pt x="0" y="0"/>
                    <a:pt x="0" y="410"/>
                    <a:pt x="271" y="410"/>
                  </a:cubicBezTo>
                  <a:cubicBezTo>
                    <a:pt x="275" y="410"/>
                    <a:pt x="280" y="410"/>
                    <a:pt x="285" y="410"/>
                  </a:cubicBezTo>
                  <a:lnTo>
                    <a:pt x="5539" y="410"/>
                  </a:lnTo>
                  <a:cubicBezTo>
                    <a:pt x="5544" y="410"/>
                    <a:pt x="5548" y="410"/>
                    <a:pt x="5553" y="410"/>
                  </a:cubicBezTo>
                  <a:cubicBezTo>
                    <a:pt x="5823" y="410"/>
                    <a:pt x="5823" y="0"/>
                    <a:pt x="5553" y="0"/>
                  </a:cubicBezTo>
                  <a:cubicBezTo>
                    <a:pt x="5548" y="0"/>
                    <a:pt x="5544" y="0"/>
                    <a:pt x="5539" y="1"/>
                  </a:cubicBezTo>
                  <a:lnTo>
                    <a:pt x="285" y="1"/>
                  </a:lnTo>
                  <a:cubicBezTo>
                    <a:pt x="280" y="0"/>
                    <a:pt x="275"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1"/>
            <p:cNvSpPr/>
            <p:nvPr/>
          </p:nvSpPr>
          <p:spPr>
            <a:xfrm>
              <a:off x="5494968" y="1596287"/>
              <a:ext cx="32102" cy="10780"/>
            </a:xfrm>
            <a:custGeom>
              <a:rect b="b" l="l" r="r" t="t"/>
              <a:pathLst>
                <a:path extrusionOk="0" h="411" w="1224">
                  <a:moveTo>
                    <a:pt x="267" y="1"/>
                  </a:moveTo>
                  <a:cubicBezTo>
                    <a:pt x="1" y="1"/>
                    <a:pt x="2" y="411"/>
                    <a:pt x="271" y="411"/>
                  </a:cubicBezTo>
                  <a:cubicBezTo>
                    <a:pt x="276" y="411"/>
                    <a:pt x="280" y="411"/>
                    <a:pt x="285" y="410"/>
                  </a:cubicBezTo>
                  <a:lnTo>
                    <a:pt x="939" y="410"/>
                  </a:lnTo>
                  <a:cubicBezTo>
                    <a:pt x="944" y="411"/>
                    <a:pt x="949" y="411"/>
                    <a:pt x="953" y="411"/>
                  </a:cubicBezTo>
                  <a:cubicBezTo>
                    <a:pt x="1222" y="411"/>
                    <a:pt x="1224" y="1"/>
                    <a:pt x="957" y="1"/>
                  </a:cubicBezTo>
                  <a:cubicBezTo>
                    <a:pt x="952" y="1"/>
                    <a:pt x="946" y="1"/>
                    <a:pt x="939"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1"/>
            <p:cNvSpPr/>
            <p:nvPr/>
          </p:nvSpPr>
          <p:spPr>
            <a:xfrm>
              <a:off x="5535122" y="1596287"/>
              <a:ext cx="32207" cy="10780"/>
            </a:xfrm>
            <a:custGeom>
              <a:rect b="b" l="l" r="r" t="t"/>
              <a:pathLst>
                <a:path extrusionOk="0" h="411" w="1228">
                  <a:moveTo>
                    <a:pt x="266" y="1"/>
                  </a:moveTo>
                  <a:cubicBezTo>
                    <a:pt x="0" y="1"/>
                    <a:pt x="1" y="411"/>
                    <a:pt x="270" y="411"/>
                  </a:cubicBezTo>
                  <a:cubicBezTo>
                    <a:pt x="275" y="411"/>
                    <a:pt x="280" y="411"/>
                    <a:pt x="284" y="410"/>
                  </a:cubicBezTo>
                  <a:lnTo>
                    <a:pt x="943" y="410"/>
                  </a:lnTo>
                  <a:cubicBezTo>
                    <a:pt x="948" y="411"/>
                    <a:pt x="953" y="411"/>
                    <a:pt x="957" y="411"/>
                  </a:cubicBezTo>
                  <a:cubicBezTo>
                    <a:pt x="1226" y="411"/>
                    <a:pt x="1228" y="1"/>
                    <a:pt x="961" y="1"/>
                  </a:cubicBezTo>
                  <a:cubicBezTo>
                    <a:pt x="956" y="1"/>
                    <a:pt x="950" y="1"/>
                    <a:pt x="943" y="1"/>
                  </a:cubicBezTo>
                  <a:lnTo>
                    <a:pt x="284" y="1"/>
                  </a:lnTo>
                  <a:cubicBezTo>
                    <a:pt x="278" y="1"/>
                    <a:pt x="272"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1"/>
            <p:cNvSpPr/>
            <p:nvPr/>
          </p:nvSpPr>
          <p:spPr>
            <a:xfrm>
              <a:off x="5451063" y="1573207"/>
              <a:ext cx="33860" cy="33860"/>
            </a:xfrm>
            <a:custGeom>
              <a:rect b="b" l="l" r="r" t="t"/>
              <a:pathLst>
                <a:path extrusionOk="0" h="1291" w="1291">
                  <a:moveTo>
                    <a:pt x="876" y="415"/>
                  </a:moveTo>
                  <a:lnTo>
                    <a:pt x="876" y="881"/>
                  </a:lnTo>
                  <a:lnTo>
                    <a:pt x="410" y="881"/>
                  </a:lnTo>
                  <a:lnTo>
                    <a:pt x="410" y="415"/>
                  </a:lnTo>
                  <a:close/>
                  <a:moveTo>
                    <a:pt x="208" y="1"/>
                  </a:moveTo>
                  <a:cubicBezTo>
                    <a:pt x="92" y="1"/>
                    <a:pt x="1" y="92"/>
                    <a:pt x="1" y="208"/>
                  </a:cubicBezTo>
                  <a:lnTo>
                    <a:pt x="1" y="1083"/>
                  </a:lnTo>
                  <a:cubicBezTo>
                    <a:pt x="1" y="1199"/>
                    <a:pt x="92" y="1290"/>
                    <a:pt x="208" y="1290"/>
                  </a:cubicBezTo>
                  <a:lnTo>
                    <a:pt x="1083" y="1290"/>
                  </a:lnTo>
                  <a:cubicBezTo>
                    <a:pt x="1199" y="1290"/>
                    <a:pt x="1290" y="1199"/>
                    <a:pt x="1290" y="1083"/>
                  </a:cubicBezTo>
                  <a:lnTo>
                    <a:pt x="1290" y="208"/>
                  </a:lnTo>
                  <a:cubicBezTo>
                    <a:pt x="1290" y="92"/>
                    <a:pt x="1199" y="1"/>
                    <a:pt x="10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0" name="Google Shape;10800;p81"/>
          <p:cNvGrpSpPr/>
          <p:nvPr/>
        </p:nvGrpSpPr>
        <p:grpSpPr>
          <a:xfrm>
            <a:off x="5775393" y="1510628"/>
            <a:ext cx="366634" cy="366634"/>
            <a:chOff x="5775393" y="1510628"/>
            <a:chExt cx="366634" cy="366634"/>
          </a:xfrm>
        </p:grpSpPr>
        <p:sp>
          <p:nvSpPr>
            <p:cNvPr id="10801" name="Google Shape;10801;p81"/>
            <p:cNvSpPr/>
            <p:nvPr/>
          </p:nvSpPr>
          <p:spPr>
            <a:xfrm>
              <a:off x="5918516" y="1624954"/>
              <a:ext cx="28798" cy="63130"/>
            </a:xfrm>
            <a:custGeom>
              <a:rect b="b" l="l" r="r" t="t"/>
              <a:pathLst>
                <a:path extrusionOk="0" h="2407" w="1098">
                  <a:moveTo>
                    <a:pt x="660" y="1"/>
                  </a:moveTo>
                  <a:cubicBezTo>
                    <a:pt x="299" y="1"/>
                    <a:pt x="5" y="294"/>
                    <a:pt x="5" y="660"/>
                  </a:cubicBezTo>
                  <a:lnTo>
                    <a:pt x="5" y="809"/>
                  </a:lnTo>
                  <a:cubicBezTo>
                    <a:pt x="0" y="1001"/>
                    <a:pt x="34" y="1184"/>
                    <a:pt x="92" y="1367"/>
                  </a:cubicBezTo>
                  <a:lnTo>
                    <a:pt x="443" y="2406"/>
                  </a:lnTo>
                  <a:lnTo>
                    <a:pt x="1097" y="2406"/>
                  </a:lnTo>
                  <a:lnTo>
                    <a:pt x="1097"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1"/>
            <p:cNvSpPr/>
            <p:nvPr/>
          </p:nvSpPr>
          <p:spPr>
            <a:xfrm>
              <a:off x="5930004" y="1619288"/>
              <a:ext cx="68926" cy="68926"/>
            </a:xfrm>
            <a:custGeom>
              <a:rect b="b" l="l" r="r" t="t"/>
              <a:pathLst>
                <a:path extrusionOk="0" h="2628" w="2628">
                  <a:moveTo>
                    <a:pt x="659" y="0"/>
                  </a:moveTo>
                  <a:cubicBezTo>
                    <a:pt x="294" y="0"/>
                    <a:pt x="0" y="294"/>
                    <a:pt x="0" y="654"/>
                  </a:cubicBezTo>
                  <a:cubicBezTo>
                    <a:pt x="0" y="895"/>
                    <a:pt x="197" y="1092"/>
                    <a:pt x="438" y="1092"/>
                  </a:cubicBezTo>
                  <a:lnTo>
                    <a:pt x="2190" y="2627"/>
                  </a:lnTo>
                  <a:lnTo>
                    <a:pt x="2579" y="1270"/>
                  </a:lnTo>
                  <a:cubicBezTo>
                    <a:pt x="2613" y="1150"/>
                    <a:pt x="2627" y="1030"/>
                    <a:pt x="2627" y="909"/>
                  </a:cubicBezTo>
                  <a:lnTo>
                    <a:pt x="262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1"/>
            <p:cNvSpPr/>
            <p:nvPr/>
          </p:nvSpPr>
          <p:spPr>
            <a:xfrm>
              <a:off x="5941491" y="170534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1"/>
            <p:cNvSpPr/>
            <p:nvPr/>
          </p:nvSpPr>
          <p:spPr>
            <a:xfrm>
              <a:off x="5901337" y="1719346"/>
              <a:ext cx="114876" cy="89383"/>
            </a:xfrm>
            <a:custGeom>
              <a:rect b="b" l="l" r="r" t="t"/>
              <a:pathLst>
                <a:path extrusionOk="0" h="3408" w="4380">
                  <a:moveTo>
                    <a:pt x="1536" y="1"/>
                  </a:moveTo>
                  <a:lnTo>
                    <a:pt x="477" y="299"/>
                  </a:lnTo>
                  <a:cubicBezTo>
                    <a:pt x="193" y="381"/>
                    <a:pt x="1" y="636"/>
                    <a:pt x="1" y="929"/>
                  </a:cubicBezTo>
                  <a:lnTo>
                    <a:pt x="1" y="3407"/>
                  </a:lnTo>
                  <a:lnTo>
                    <a:pt x="4380" y="3407"/>
                  </a:lnTo>
                  <a:lnTo>
                    <a:pt x="4380" y="929"/>
                  </a:lnTo>
                  <a:cubicBezTo>
                    <a:pt x="4380" y="636"/>
                    <a:pt x="4187" y="381"/>
                    <a:pt x="3903" y="299"/>
                  </a:cubicBezTo>
                  <a:lnTo>
                    <a:pt x="2849" y="1"/>
                  </a:lnTo>
                  <a:lnTo>
                    <a:pt x="2590" y="309"/>
                  </a:lnTo>
                  <a:cubicBezTo>
                    <a:pt x="2486" y="431"/>
                    <a:pt x="2339" y="493"/>
                    <a:pt x="2192" y="493"/>
                  </a:cubicBezTo>
                  <a:cubicBezTo>
                    <a:pt x="2045" y="493"/>
                    <a:pt x="1897" y="431"/>
                    <a:pt x="1791" y="309"/>
                  </a:cubicBezTo>
                  <a:lnTo>
                    <a:pt x="1536"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1"/>
            <p:cNvSpPr/>
            <p:nvPr/>
          </p:nvSpPr>
          <p:spPr>
            <a:xfrm>
              <a:off x="5924312" y="1648034"/>
              <a:ext cx="68926" cy="63130"/>
            </a:xfrm>
            <a:custGeom>
              <a:rect b="b" l="l" r="r" t="t"/>
              <a:pathLst>
                <a:path extrusionOk="0" h="2407" w="2628">
                  <a:moveTo>
                    <a:pt x="826" y="1"/>
                  </a:moveTo>
                  <a:cubicBezTo>
                    <a:pt x="712" y="1"/>
                    <a:pt x="608" y="48"/>
                    <a:pt x="525" y="126"/>
                  </a:cubicBezTo>
                  <a:lnTo>
                    <a:pt x="309"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69"/>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1"/>
            <p:cNvSpPr/>
            <p:nvPr/>
          </p:nvSpPr>
          <p:spPr>
            <a:xfrm>
              <a:off x="5924312" y="1648034"/>
              <a:ext cx="68821" cy="61766"/>
            </a:xfrm>
            <a:custGeom>
              <a:rect b="b" l="l" r="r" t="t"/>
              <a:pathLst>
                <a:path extrusionOk="0" h="2355" w="2624">
                  <a:moveTo>
                    <a:pt x="826" y="1"/>
                  </a:moveTo>
                  <a:cubicBezTo>
                    <a:pt x="712" y="1"/>
                    <a:pt x="608" y="48"/>
                    <a:pt x="525" y="126"/>
                  </a:cubicBezTo>
                  <a:lnTo>
                    <a:pt x="309" y="343"/>
                  </a:lnTo>
                  <a:cubicBezTo>
                    <a:pt x="111" y="540"/>
                    <a:pt x="1" y="809"/>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5"/>
                  </a:cubicBezTo>
                  <a:cubicBezTo>
                    <a:pt x="1564" y="684"/>
                    <a:pt x="2219" y="757"/>
                    <a:pt x="2623" y="949"/>
                  </a:cubicBezTo>
                  <a:cubicBezTo>
                    <a:pt x="2609" y="858"/>
                    <a:pt x="2570" y="569"/>
                    <a:pt x="2503" y="502"/>
                  </a:cubicBezTo>
                  <a:cubicBezTo>
                    <a:pt x="2161" y="169"/>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1"/>
            <p:cNvSpPr/>
            <p:nvPr/>
          </p:nvSpPr>
          <p:spPr>
            <a:xfrm>
              <a:off x="5901337" y="1733876"/>
              <a:ext cx="23002" cy="74853"/>
            </a:xfrm>
            <a:custGeom>
              <a:rect b="b" l="l" r="r" t="t"/>
              <a:pathLst>
                <a:path extrusionOk="0" h="2854" w="877">
                  <a:moveTo>
                    <a:pt x="121" y="0"/>
                  </a:moveTo>
                  <a:cubicBezTo>
                    <a:pt x="44" y="111"/>
                    <a:pt x="1" y="241"/>
                    <a:pt x="1" y="375"/>
                  </a:cubicBezTo>
                  <a:lnTo>
                    <a:pt x="1" y="2853"/>
                  </a:lnTo>
                  <a:lnTo>
                    <a:pt x="877" y="2853"/>
                  </a:lnTo>
                  <a:lnTo>
                    <a:pt x="877" y="1030"/>
                  </a:lnTo>
                  <a:cubicBezTo>
                    <a:pt x="877" y="857"/>
                    <a:pt x="809" y="688"/>
                    <a:pt x="684" y="563"/>
                  </a:cubicBezTo>
                  <a:lnTo>
                    <a:pt x="121"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1"/>
            <p:cNvSpPr/>
            <p:nvPr/>
          </p:nvSpPr>
          <p:spPr>
            <a:xfrm>
              <a:off x="5993212" y="1733876"/>
              <a:ext cx="23002" cy="74853"/>
            </a:xfrm>
            <a:custGeom>
              <a:rect b="b" l="l" r="r" t="t"/>
              <a:pathLst>
                <a:path extrusionOk="0" h="2854" w="877">
                  <a:moveTo>
                    <a:pt x="756" y="0"/>
                  </a:moveTo>
                  <a:lnTo>
                    <a:pt x="193" y="563"/>
                  </a:lnTo>
                  <a:cubicBezTo>
                    <a:pt x="68" y="688"/>
                    <a:pt x="1" y="857"/>
                    <a:pt x="1" y="1030"/>
                  </a:cubicBezTo>
                  <a:lnTo>
                    <a:pt x="1" y="2853"/>
                  </a:lnTo>
                  <a:lnTo>
                    <a:pt x="877" y="2853"/>
                  </a:lnTo>
                  <a:lnTo>
                    <a:pt x="877" y="375"/>
                  </a:lnTo>
                  <a:cubicBezTo>
                    <a:pt x="877" y="241"/>
                    <a:pt x="833" y="111"/>
                    <a:pt x="756"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1"/>
            <p:cNvSpPr/>
            <p:nvPr/>
          </p:nvSpPr>
          <p:spPr>
            <a:xfrm>
              <a:off x="5780690" y="1515926"/>
              <a:ext cx="356038" cy="356038"/>
            </a:xfrm>
            <a:custGeom>
              <a:rect b="b" l="l" r="r" t="t"/>
              <a:pathLst>
                <a:path extrusionOk="0" h="13575" w="13575">
                  <a:moveTo>
                    <a:pt x="6792" y="2625"/>
                  </a:moveTo>
                  <a:cubicBezTo>
                    <a:pt x="7328" y="2625"/>
                    <a:pt x="7868" y="2728"/>
                    <a:pt x="8383" y="2940"/>
                  </a:cubicBezTo>
                  <a:cubicBezTo>
                    <a:pt x="9937" y="3585"/>
                    <a:pt x="10948" y="5101"/>
                    <a:pt x="10952" y="6785"/>
                  </a:cubicBezTo>
                  <a:cubicBezTo>
                    <a:pt x="10952" y="9080"/>
                    <a:pt x="9085" y="10947"/>
                    <a:pt x="6790" y="10947"/>
                  </a:cubicBezTo>
                  <a:cubicBezTo>
                    <a:pt x="5106" y="10942"/>
                    <a:pt x="3590" y="9932"/>
                    <a:pt x="2946" y="8373"/>
                  </a:cubicBezTo>
                  <a:cubicBezTo>
                    <a:pt x="2306" y="6818"/>
                    <a:pt x="2662" y="5033"/>
                    <a:pt x="3850" y="3845"/>
                  </a:cubicBezTo>
                  <a:cubicBezTo>
                    <a:pt x="4645" y="3047"/>
                    <a:pt x="5710" y="2625"/>
                    <a:pt x="6792" y="2625"/>
                  </a:cubicBezTo>
                  <a:close/>
                  <a:moveTo>
                    <a:pt x="5906" y="0"/>
                  </a:moveTo>
                  <a:cubicBezTo>
                    <a:pt x="5785" y="0"/>
                    <a:pt x="5693" y="99"/>
                    <a:pt x="5693" y="217"/>
                  </a:cubicBezTo>
                  <a:lnTo>
                    <a:pt x="5693" y="799"/>
                  </a:lnTo>
                  <a:cubicBezTo>
                    <a:pt x="5693" y="900"/>
                    <a:pt x="5621" y="991"/>
                    <a:pt x="5520" y="1011"/>
                  </a:cubicBezTo>
                  <a:cubicBezTo>
                    <a:pt x="4842" y="1160"/>
                    <a:pt x="4192" y="1429"/>
                    <a:pt x="3605" y="1809"/>
                  </a:cubicBezTo>
                  <a:cubicBezTo>
                    <a:pt x="3568" y="1832"/>
                    <a:pt x="3526" y="1843"/>
                    <a:pt x="3485" y="1843"/>
                  </a:cubicBezTo>
                  <a:cubicBezTo>
                    <a:pt x="3428" y="1843"/>
                    <a:pt x="3372" y="1822"/>
                    <a:pt x="3331" y="1781"/>
                  </a:cubicBezTo>
                  <a:lnTo>
                    <a:pt x="2922" y="1367"/>
                  </a:lnTo>
                  <a:cubicBezTo>
                    <a:pt x="2878" y="1323"/>
                    <a:pt x="2822" y="1302"/>
                    <a:pt x="2765" y="1302"/>
                  </a:cubicBezTo>
                  <a:cubicBezTo>
                    <a:pt x="2709" y="1302"/>
                    <a:pt x="2652" y="1323"/>
                    <a:pt x="2609" y="1367"/>
                  </a:cubicBezTo>
                  <a:lnTo>
                    <a:pt x="1372" y="2608"/>
                  </a:lnTo>
                  <a:cubicBezTo>
                    <a:pt x="1286" y="2690"/>
                    <a:pt x="1286" y="2830"/>
                    <a:pt x="1372" y="2916"/>
                  </a:cubicBezTo>
                  <a:lnTo>
                    <a:pt x="1781" y="3330"/>
                  </a:lnTo>
                  <a:cubicBezTo>
                    <a:pt x="1853" y="3402"/>
                    <a:pt x="1868" y="3513"/>
                    <a:pt x="1810" y="3599"/>
                  </a:cubicBezTo>
                  <a:cubicBezTo>
                    <a:pt x="1435" y="4186"/>
                    <a:pt x="1165" y="4836"/>
                    <a:pt x="1016" y="5519"/>
                  </a:cubicBezTo>
                  <a:cubicBezTo>
                    <a:pt x="997" y="5620"/>
                    <a:pt x="906" y="5692"/>
                    <a:pt x="804" y="5692"/>
                  </a:cubicBezTo>
                  <a:lnTo>
                    <a:pt x="222" y="5692"/>
                  </a:lnTo>
                  <a:cubicBezTo>
                    <a:pt x="102" y="5692"/>
                    <a:pt x="1" y="5789"/>
                    <a:pt x="6" y="5914"/>
                  </a:cubicBezTo>
                  <a:lnTo>
                    <a:pt x="6" y="7665"/>
                  </a:lnTo>
                  <a:cubicBezTo>
                    <a:pt x="6" y="7786"/>
                    <a:pt x="102" y="7882"/>
                    <a:pt x="222" y="7882"/>
                  </a:cubicBezTo>
                  <a:lnTo>
                    <a:pt x="804" y="7882"/>
                  </a:lnTo>
                  <a:cubicBezTo>
                    <a:pt x="906" y="7882"/>
                    <a:pt x="997" y="7954"/>
                    <a:pt x="1016" y="8055"/>
                  </a:cubicBezTo>
                  <a:cubicBezTo>
                    <a:pt x="1165" y="8738"/>
                    <a:pt x="1435" y="9388"/>
                    <a:pt x="1810" y="9975"/>
                  </a:cubicBezTo>
                  <a:cubicBezTo>
                    <a:pt x="1868" y="10057"/>
                    <a:pt x="1853" y="10172"/>
                    <a:pt x="1781" y="10244"/>
                  </a:cubicBezTo>
                  <a:lnTo>
                    <a:pt x="1372" y="10658"/>
                  </a:lnTo>
                  <a:cubicBezTo>
                    <a:pt x="1286" y="10745"/>
                    <a:pt x="1286" y="10880"/>
                    <a:pt x="1372" y="10966"/>
                  </a:cubicBezTo>
                  <a:lnTo>
                    <a:pt x="2609" y="12208"/>
                  </a:lnTo>
                  <a:cubicBezTo>
                    <a:pt x="2652" y="12248"/>
                    <a:pt x="2709" y="12269"/>
                    <a:pt x="2765" y="12269"/>
                  </a:cubicBezTo>
                  <a:cubicBezTo>
                    <a:pt x="2822" y="12269"/>
                    <a:pt x="2878" y="12248"/>
                    <a:pt x="2922" y="12208"/>
                  </a:cubicBezTo>
                  <a:lnTo>
                    <a:pt x="3331" y="11794"/>
                  </a:lnTo>
                  <a:cubicBezTo>
                    <a:pt x="3372" y="11752"/>
                    <a:pt x="3428" y="11731"/>
                    <a:pt x="3485" y="11731"/>
                  </a:cubicBezTo>
                  <a:cubicBezTo>
                    <a:pt x="3526" y="11731"/>
                    <a:pt x="3568" y="11742"/>
                    <a:pt x="3605" y="11765"/>
                  </a:cubicBezTo>
                  <a:cubicBezTo>
                    <a:pt x="4192" y="12145"/>
                    <a:pt x="4842" y="12410"/>
                    <a:pt x="5520" y="12559"/>
                  </a:cubicBezTo>
                  <a:cubicBezTo>
                    <a:pt x="5621" y="12583"/>
                    <a:pt x="5693" y="12669"/>
                    <a:pt x="5698" y="12775"/>
                  </a:cubicBezTo>
                  <a:lnTo>
                    <a:pt x="5698" y="13358"/>
                  </a:lnTo>
                  <a:cubicBezTo>
                    <a:pt x="5698" y="13478"/>
                    <a:pt x="5794" y="13574"/>
                    <a:pt x="5915" y="13574"/>
                  </a:cubicBezTo>
                  <a:lnTo>
                    <a:pt x="7666" y="13574"/>
                  </a:lnTo>
                  <a:cubicBezTo>
                    <a:pt x="7786" y="13574"/>
                    <a:pt x="7883" y="13473"/>
                    <a:pt x="7883" y="13358"/>
                  </a:cubicBezTo>
                  <a:lnTo>
                    <a:pt x="7883" y="12775"/>
                  </a:lnTo>
                  <a:cubicBezTo>
                    <a:pt x="7883" y="12669"/>
                    <a:pt x="7955" y="12583"/>
                    <a:pt x="8056" y="12559"/>
                  </a:cubicBezTo>
                  <a:cubicBezTo>
                    <a:pt x="8739" y="12410"/>
                    <a:pt x="9389" y="12145"/>
                    <a:pt x="9976" y="11765"/>
                  </a:cubicBezTo>
                  <a:cubicBezTo>
                    <a:pt x="10010" y="11742"/>
                    <a:pt x="10051" y="11731"/>
                    <a:pt x="10092" y="11731"/>
                  </a:cubicBezTo>
                  <a:cubicBezTo>
                    <a:pt x="10147" y="11731"/>
                    <a:pt x="10203" y="11752"/>
                    <a:pt x="10245" y="11794"/>
                  </a:cubicBezTo>
                  <a:lnTo>
                    <a:pt x="10659" y="12208"/>
                  </a:lnTo>
                  <a:cubicBezTo>
                    <a:pt x="10702" y="12248"/>
                    <a:pt x="10758" y="12269"/>
                    <a:pt x="10813" y="12269"/>
                  </a:cubicBezTo>
                  <a:cubicBezTo>
                    <a:pt x="10868" y="12269"/>
                    <a:pt x="10924" y="12248"/>
                    <a:pt x="10967" y="12208"/>
                  </a:cubicBezTo>
                  <a:lnTo>
                    <a:pt x="12208" y="10966"/>
                  </a:lnTo>
                  <a:cubicBezTo>
                    <a:pt x="12290" y="10880"/>
                    <a:pt x="12290" y="10745"/>
                    <a:pt x="12208" y="10658"/>
                  </a:cubicBezTo>
                  <a:lnTo>
                    <a:pt x="11794" y="10244"/>
                  </a:lnTo>
                  <a:cubicBezTo>
                    <a:pt x="11722" y="10172"/>
                    <a:pt x="11713" y="10057"/>
                    <a:pt x="11766" y="9975"/>
                  </a:cubicBezTo>
                  <a:cubicBezTo>
                    <a:pt x="12146" y="9388"/>
                    <a:pt x="12410" y="8738"/>
                    <a:pt x="12560" y="8055"/>
                  </a:cubicBezTo>
                  <a:cubicBezTo>
                    <a:pt x="12584" y="7954"/>
                    <a:pt x="12670" y="7882"/>
                    <a:pt x="12776" y="7882"/>
                  </a:cubicBezTo>
                  <a:lnTo>
                    <a:pt x="13358" y="7882"/>
                  </a:lnTo>
                  <a:cubicBezTo>
                    <a:pt x="13479" y="7882"/>
                    <a:pt x="13575" y="7786"/>
                    <a:pt x="13575" y="7665"/>
                  </a:cubicBezTo>
                  <a:lnTo>
                    <a:pt x="13575" y="5909"/>
                  </a:lnTo>
                  <a:cubicBezTo>
                    <a:pt x="13575" y="5789"/>
                    <a:pt x="13479" y="5692"/>
                    <a:pt x="13358" y="5692"/>
                  </a:cubicBezTo>
                  <a:lnTo>
                    <a:pt x="12776" y="5692"/>
                  </a:lnTo>
                  <a:cubicBezTo>
                    <a:pt x="12670" y="5688"/>
                    <a:pt x="12584" y="5615"/>
                    <a:pt x="12560" y="5514"/>
                  </a:cubicBezTo>
                  <a:cubicBezTo>
                    <a:pt x="12410" y="4836"/>
                    <a:pt x="12146" y="4186"/>
                    <a:pt x="11766" y="3599"/>
                  </a:cubicBezTo>
                  <a:cubicBezTo>
                    <a:pt x="11713" y="3513"/>
                    <a:pt x="11722" y="3397"/>
                    <a:pt x="11794" y="3325"/>
                  </a:cubicBezTo>
                  <a:lnTo>
                    <a:pt x="12208" y="2911"/>
                  </a:lnTo>
                  <a:cubicBezTo>
                    <a:pt x="12290" y="2830"/>
                    <a:pt x="12290" y="2690"/>
                    <a:pt x="12208" y="2603"/>
                  </a:cubicBezTo>
                  <a:lnTo>
                    <a:pt x="10967" y="1367"/>
                  </a:lnTo>
                  <a:cubicBezTo>
                    <a:pt x="10924" y="1323"/>
                    <a:pt x="10868" y="1302"/>
                    <a:pt x="10813" y="1302"/>
                  </a:cubicBezTo>
                  <a:cubicBezTo>
                    <a:pt x="10758" y="1302"/>
                    <a:pt x="10702" y="1323"/>
                    <a:pt x="10659" y="1367"/>
                  </a:cubicBezTo>
                  <a:lnTo>
                    <a:pt x="10245" y="1776"/>
                  </a:lnTo>
                  <a:cubicBezTo>
                    <a:pt x="10203" y="1818"/>
                    <a:pt x="10146" y="1840"/>
                    <a:pt x="10090" y="1840"/>
                  </a:cubicBezTo>
                  <a:cubicBezTo>
                    <a:pt x="10050" y="1840"/>
                    <a:pt x="10010" y="1829"/>
                    <a:pt x="9976" y="1805"/>
                  </a:cubicBezTo>
                  <a:cubicBezTo>
                    <a:pt x="9389" y="1429"/>
                    <a:pt x="8739" y="1160"/>
                    <a:pt x="8056" y="1011"/>
                  </a:cubicBezTo>
                  <a:cubicBezTo>
                    <a:pt x="7955" y="991"/>
                    <a:pt x="7883" y="900"/>
                    <a:pt x="7883" y="799"/>
                  </a:cubicBezTo>
                  <a:lnTo>
                    <a:pt x="7883" y="217"/>
                  </a:lnTo>
                  <a:cubicBezTo>
                    <a:pt x="7883" y="96"/>
                    <a:pt x="7786" y="0"/>
                    <a:pt x="7666" y="0"/>
                  </a:cubicBezTo>
                  <a:lnTo>
                    <a:pt x="5915" y="0"/>
                  </a:lnTo>
                  <a:cubicBezTo>
                    <a:pt x="5912" y="0"/>
                    <a:pt x="5909" y="0"/>
                    <a:pt x="5906"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1"/>
            <p:cNvSpPr/>
            <p:nvPr/>
          </p:nvSpPr>
          <p:spPr>
            <a:xfrm>
              <a:off x="5822471" y="1567542"/>
              <a:ext cx="262642" cy="252702"/>
            </a:xfrm>
            <a:custGeom>
              <a:rect b="b" l="l" r="r" t="t"/>
              <a:pathLst>
                <a:path extrusionOk="0" h="9635" w="10014">
                  <a:moveTo>
                    <a:pt x="5199" y="657"/>
                  </a:moveTo>
                  <a:cubicBezTo>
                    <a:pt x="5735" y="657"/>
                    <a:pt x="6275" y="760"/>
                    <a:pt x="6790" y="972"/>
                  </a:cubicBezTo>
                  <a:cubicBezTo>
                    <a:pt x="8344" y="1617"/>
                    <a:pt x="9359" y="3133"/>
                    <a:pt x="9359" y="4817"/>
                  </a:cubicBezTo>
                  <a:cubicBezTo>
                    <a:pt x="9359" y="7112"/>
                    <a:pt x="7492" y="8979"/>
                    <a:pt x="5197" y="8979"/>
                  </a:cubicBezTo>
                  <a:cubicBezTo>
                    <a:pt x="3513" y="8979"/>
                    <a:pt x="1997" y="7964"/>
                    <a:pt x="1353" y="6409"/>
                  </a:cubicBezTo>
                  <a:cubicBezTo>
                    <a:pt x="713" y="4855"/>
                    <a:pt x="1064" y="3065"/>
                    <a:pt x="2257" y="1877"/>
                  </a:cubicBezTo>
                  <a:cubicBezTo>
                    <a:pt x="3052" y="1079"/>
                    <a:pt x="4117" y="657"/>
                    <a:pt x="5199" y="657"/>
                  </a:cubicBezTo>
                  <a:close/>
                  <a:moveTo>
                    <a:pt x="5197" y="0"/>
                  </a:moveTo>
                  <a:cubicBezTo>
                    <a:pt x="3249" y="0"/>
                    <a:pt x="1492" y="1174"/>
                    <a:pt x="746" y="2974"/>
                  </a:cubicBezTo>
                  <a:cubicBezTo>
                    <a:pt x="1" y="4773"/>
                    <a:pt x="414" y="6842"/>
                    <a:pt x="1791" y="8223"/>
                  </a:cubicBezTo>
                  <a:cubicBezTo>
                    <a:pt x="2715" y="9144"/>
                    <a:pt x="3947" y="9634"/>
                    <a:pt x="5200" y="9634"/>
                  </a:cubicBezTo>
                  <a:cubicBezTo>
                    <a:pt x="5820" y="9634"/>
                    <a:pt x="6445" y="9514"/>
                    <a:pt x="7040" y="9268"/>
                  </a:cubicBezTo>
                  <a:cubicBezTo>
                    <a:pt x="8840" y="8522"/>
                    <a:pt x="10014" y="6765"/>
                    <a:pt x="10014" y="4817"/>
                  </a:cubicBezTo>
                  <a:cubicBezTo>
                    <a:pt x="10014" y="2156"/>
                    <a:pt x="7858" y="0"/>
                    <a:pt x="5197"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1"/>
            <p:cNvSpPr/>
            <p:nvPr/>
          </p:nvSpPr>
          <p:spPr>
            <a:xfrm>
              <a:off x="5775393" y="1510628"/>
              <a:ext cx="366634" cy="366634"/>
            </a:xfrm>
            <a:custGeom>
              <a:rect b="b" l="l" r="r" t="t"/>
              <a:pathLst>
                <a:path extrusionOk="0" h="13979" w="13979">
                  <a:moveTo>
                    <a:pt x="7868" y="404"/>
                  </a:moveTo>
                  <a:cubicBezTo>
                    <a:pt x="7873" y="404"/>
                    <a:pt x="7882" y="409"/>
                    <a:pt x="7882" y="419"/>
                  </a:cubicBezTo>
                  <a:lnTo>
                    <a:pt x="7882" y="1001"/>
                  </a:lnTo>
                  <a:cubicBezTo>
                    <a:pt x="7882" y="1198"/>
                    <a:pt x="8022" y="1371"/>
                    <a:pt x="8214" y="1415"/>
                  </a:cubicBezTo>
                  <a:cubicBezTo>
                    <a:pt x="8874" y="1554"/>
                    <a:pt x="9504" y="1814"/>
                    <a:pt x="10072" y="2180"/>
                  </a:cubicBezTo>
                  <a:cubicBezTo>
                    <a:pt x="10141" y="2227"/>
                    <a:pt x="10221" y="2249"/>
                    <a:pt x="10300" y="2249"/>
                  </a:cubicBezTo>
                  <a:cubicBezTo>
                    <a:pt x="10408" y="2249"/>
                    <a:pt x="10516" y="2207"/>
                    <a:pt x="10596" y="2127"/>
                  </a:cubicBezTo>
                  <a:lnTo>
                    <a:pt x="11010" y="1713"/>
                  </a:lnTo>
                  <a:cubicBezTo>
                    <a:pt x="11012" y="1711"/>
                    <a:pt x="11016" y="1709"/>
                    <a:pt x="11020" y="1709"/>
                  </a:cubicBezTo>
                  <a:cubicBezTo>
                    <a:pt x="11023" y="1709"/>
                    <a:pt x="11027" y="1711"/>
                    <a:pt x="11029" y="1713"/>
                  </a:cubicBezTo>
                  <a:lnTo>
                    <a:pt x="12266" y="2950"/>
                  </a:lnTo>
                  <a:cubicBezTo>
                    <a:pt x="12276" y="2959"/>
                    <a:pt x="12276" y="2964"/>
                    <a:pt x="12266" y="2974"/>
                  </a:cubicBezTo>
                  <a:lnTo>
                    <a:pt x="11857" y="3383"/>
                  </a:lnTo>
                  <a:cubicBezTo>
                    <a:pt x="11713" y="3522"/>
                    <a:pt x="11693" y="3744"/>
                    <a:pt x="11799" y="3912"/>
                  </a:cubicBezTo>
                  <a:cubicBezTo>
                    <a:pt x="12165" y="4480"/>
                    <a:pt x="12425" y="5105"/>
                    <a:pt x="12569" y="5760"/>
                  </a:cubicBezTo>
                  <a:cubicBezTo>
                    <a:pt x="12608" y="5957"/>
                    <a:pt x="12781" y="6097"/>
                    <a:pt x="12978" y="6097"/>
                  </a:cubicBezTo>
                  <a:lnTo>
                    <a:pt x="13560" y="6097"/>
                  </a:lnTo>
                  <a:cubicBezTo>
                    <a:pt x="13565" y="6097"/>
                    <a:pt x="13570" y="6101"/>
                    <a:pt x="13570" y="6111"/>
                  </a:cubicBezTo>
                  <a:lnTo>
                    <a:pt x="13570" y="7862"/>
                  </a:lnTo>
                  <a:cubicBezTo>
                    <a:pt x="13570" y="7872"/>
                    <a:pt x="13565" y="7877"/>
                    <a:pt x="13560" y="7877"/>
                  </a:cubicBezTo>
                  <a:lnTo>
                    <a:pt x="12978" y="7877"/>
                  </a:lnTo>
                  <a:cubicBezTo>
                    <a:pt x="12776" y="7877"/>
                    <a:pt x="12603" y="8016"/>
                    <a:pt x="12564" y="8214"/>
                  </a:cubicBezTo>
                  <a:cubicBezTo>
                    <a:pt x="12420" y="8868"/>
                    <a:pt x="12160" y="9494"/>
                    <a:pt x="11799" y="10061"/>
                  </a:cubicBezTo>
                  <a:cubicBezTo>
                    <a:pt x="11689" y="10230"/>
                    <a:pt x="11713" y="10451"/>
                    <a:pt x="11852" y="10591"/>
                  </a:cubicBezTo>
                  <a:lnTo>
                    <a:pt x="12266" y="11000"/>
                  </a:lnTo>
                  <a:cubicBezTo>
                    <a:pt x="12271" y="11009"/>
                    <a:pt x="12271" y="11014"/>
                    <a:pt x="12266" y="11024"/>
                  </a:cubicBezTo>
                  <a:lnTo>
                    <a:pt x="11025" y="12260"/>
                  </a:lnTo>
                  <a:cubicBezTo>
                    <a:pt x="11022" y="12263"/>
                    <a:pt x="11018" y="12264"/>
                    <a:pt x="11015" y="12264"/>
                  </a:cubicBezTo>
                  <a:cubicBezTo>
                    <a:pt x="11011" y="12264"/>
                    <a:pt x="11008" y="12263"/>
                    <a:pt x="11005" y="12260"/>
                  </a:cubicBezTo>
                  <a:lnTo>
                    <a:pt x="10596" y="11847"/>
                  </a:lnTo>
                  <a:cubicBezTo>
                    <a:pt x="10513" y="11766"/>
                    <a:pt x="10404" y="11724"/>
                    <a:pt x="10296" y="11724"/>
                  </a:cubicBezTo>
                  <a:cubicBezTo>
                    <a:pt x="10216" y="11724"/>
                    <a:pt x="10136" y="11747"/>
                    <a:pt x="10067" y="11794"/>
                  </a:cubicBezTo>
                  <a:cubicBezTo>
                    <a:pt x="9499" y="12155"/>
                    <a:pt x="8874" y="12414"/>
                    <a:pt x="8214" y="12559"/>
                  </a:cubicBezTo>
                  <a:cubicBezTo>
                    <a:pt x="8022" y="12602"/>
                    <a:pt x="7882" y="12770"/>
                    <a:pt x="7882" y="12973"/>
                  </a:cubicBezTo>
                  <a:lnTo>
                    <a:pt x="7882" y="13560"/>
                  </a:lnTo>
                  <a:cubicBezTo>
                    <a:pt x="7882" y="13564"/>
                    <a:pt x="7873" y="13569"/>
                    <a:pt x="7868" y="13569"/>
                  </a:cubicBezTo>
                  <a:lnTo>
                    <a:pt x="6117" y="13569"/>
                  </a:lnTo>
                  <a:cubicBezTo>
                    <a:pt x="6107" y="13569"/>
                    <a:pt x="6102" y="13564"/>
                    <a:pt x="6102" y="13560"/>
                  </a:cubicBezTo>
                  <a:lnTo>
                    <a:pt x="6102" y="12977"/>
                  </a:lnTo>
                  <a:cubicBezTo>
                    <a:pt x="6102" y="12775"/>
                    <a:pt x="5963" y="12602"/>
                    <a:pt x="5765" y="12564"/>
                  </a:cubicBezTo>
                  <a:cubicBezTo>
                    <a:pt x="5111" y="12419"/>
                    <a:pt x="4485" y="12159"/>
                    <a:pt x="3918" y="11798"/>
                  </a:cubicBezTo>
                  <a:cubicBezTo>
                    <a:pt x="3850" y="11750"/>
                    <a:pt x="3768" y="11726"/>
                    <a:pt x="3687" y="11726"/>
                  </a:cubicBezTo>
                  <a:cubicBezTo>
                    <a:pt x="3576" y="11726"/>
                    <a:pt x="3465" y="11774"/>
                    <a:pt x="3388" y="11851"/>
                  </a:cubicBezTo>
                  <a:lnTo>
                    <a:pt x="2974" y="12265"/>
                  </a:lnTo>
                  <a:cubicBezTo>
                    <a:pt x="2972" y="12268"/>
                    <a:pt x="2970" y="12269"/>
                    <a:pt x="2967" y="12269"/>
                  </a:cubicBezTo>
                  <a:cubicBezTo>
                    <a:pt x="2964" y="12269"/>
                    <a:pt x="2960" y="12268"/>
                    <a:pt x="2955" y="12265"/>
                  </a:cubicBezTo>
                  <a:lnTo>
                    <a:pt x="1719" y="11024"/>
                  </a:lnTo>
                  <a:cubicBezTo>
                    <a:pt x="1714" y="11019"/>
                    <a:pt x="1714" y="11009"/>
                    <a:pt x="1719" y="11005"/>
                  </a:cubicBezTo>
                  <a:lnTo>
                    <a:pt x="2128" y="10596"/>
                  </a:lnTo>
                  <a:cubicBezTo>
                    <a:pt x="2272" y="10451"/>
                    <a:pt x="2296" y="10230"/>
                    <a:pt x="2185" y="10066"/>
                  </a:cubicBezTo>
                  <a:cubicBezTo>
                    <a:pt x="1824" y="9498"/>
                    <a:pt x="1565" y="8873"/>
                    <a:pt x="1420" y="8214"/>
                  </a:cubicBezTo>
                  <a:cubicBezTo>
                    <a:pt x="1377" y="8021"/>
                    <a:pt x="1209" y="7882"/>
                    <a:pt x="1006" y="7882"/>
                  </a:cubicBezTo>
                  <a:lnTo>
                    <a:pt x="424" y="7882"/>
                  </a:lnTo>
                  <a:cubicBezTo>
                    <a:pt x="419" y="7882"/>
                    <a:pt x="410" y="7872"/>
                    <a:pt x="410" y="7867"/>
                  </a:cubicBezTo>
                  <a:lnTo>
                    <a:pt x="410" y="6111"/>
                  </a:lnTo>
                  <a:cubicBezTo>
                    <a:pt x="410" y="6101"/>
                    <a:pt x="419" y="6097"/>
                    <a:pt x="424" y="6097"/>
                  </a:cubicBezTo>
                  <a:lnTo>
                    <a:pt x="1006" y="6097"/>
                  </a:lnTo>
                  <a:cubicBezTo>
                    <a:pt x="1209" y="6097"/>
                    <a:pt x="1377" y="5957"/>
                    <a:pt x="1420" y="5765"/>
                  </a:cubicBezTo>
                  <a:cubicBezTo>
                    <a:pt x="1565" y="5105"/>
                    <a:pt x="1824" y="4480"/>
                    <a:pt x="2185" y="3912"/>
                  </a:cubicBezTo>
                  <a:cubicBezTo>
                    <a:pt x="2296" y="3744"/>
                    <a:pt x="2272" y="3522"/>
                    <a:pt x="2128" y="3383"/>
                  </a:cubicBezTo>
                  <a:lnTo>
                    <a:pt x="1719" y="2974"/>
                  </a:lnTo>
                  <a:cubicBezTo>
                    <a:pt x="1714" y="2964"/>
                    <a:pt x="1714" y="2959"/>
                    <a:pt x="1719" y="2950"/>
                  </a:cubicBezTo>
                  <a:lnTo>
                    <a:pt x="2955" y="1713"/>
                  </a:lnTo>
                  <a:cubicBezTo>
                    <a:pt x="2960" y="1711"/>
                    <a:pt x="2964" y="1709"/>
                    <a:pt x="2967" y="1709"/>
                  </a:cubicBezTo>
                  <a:cubicBezTo>
                    <a:pt x="2971" y="1709"/>
                    <a:pt x="2974" y="1711"/>
                    <a:pt x="2979" y="1713"/>
                  </a:cubicBezTo>
                  <a:lnTo>
                    <a:pt x="3388" y="2127"/>
                  </a:lnTo>
                  <a:cubicBezTo>
                    <a:pt x="3469" y="2207"/>
                    <a:pt x="3576" y="2249"/>
                    <a:pt x="3685" y="2249"/>
                  </a:cubicBezTo>
                  <a:cubicBezTo>
                    <a:pt x="3765" y="2249"/>
                    <a:pt x="3846" y="2227"/>
                    <a:pt x="3918" y="2180"/>
                  </a:cubicBezTo>
                  <a:cubicBezTo>
                    <a:pt x="4485" y="1819"/>
                    <a:pt x="5111" y="1559"/>
                    <a:pt x="5765" y="1415"/>
                  </a:cubicBezTo>
                  <a:cubicBezTo>
                    <a:pt x="5963" y="1371"/>
                    <a:pt x="6102" y="1203"/>
                    <a:pt x="6102" y="1001"/>
                  </a:cubicBezTo>
                  <a:lnTo>
                    <a:pt x="6102" y="419"/>
                  </a:lnTo>
                  <a:cubicBezTo>
                    <a:pt x="6102" y="409"/>
                    <a:pt x="6107" y="404"/>
                    <a:pt x="6117" y="404"/>
                  </a:cubicBezTo>
                  <a:close/>
                  <a:moveTo>
                    <a:pt x="6112" y="0"/>
                  </a:moveTo>
                  <a:cubicBezTo>
                    <a:pt x="5881" y="0"/>
                    <a:pt x="5693" y="188"/>
                    <a:pt x="5693" y="419"/>
                  </a:cubicBezTo>
                  <a:lnTo>
                    <a:pt x="5693" y="1001"/>
                  </a:lnTo>
                  <a:cubicBezTo>
                    <a:pt x="5693" y="1006"/>
                    <a:pt x="5688" y="1011"/>
                    <a:pt x="5679" y="1015"/>
                  </a:cubicBezTo>
                  <a:cubicBezTo>
                    <a:pt x="4976" y="1169"/>
                    <a:pt x="4303" y="1444"/>
                    <a:pt x="3696" y="1833"/>
                  </a:cubicBezTo>
                  <a:cubicBezTo>
                    <a:pt x="3694" y="1836"/>
                    <a:pt x="3690" y="1837"/>
                    <a:pt x="3687" y="1837"/>
                  </a:cubicBezTo>
                  <a:cubicBezTo>
                    <a:pt x="3683" y="1837"/>
                    <a:pt x="3679" y="1836"/>
                    <a:pt x="3677" y="1833"/>
                  </a:cubicBezTo>
                  <a:lnTo>
                    <a:pt x="3263" y="1424"/>
                  </a:lnTo>
                  <a:cubicBezTo>
                    <a:pt x="3181" y="1340"/>
                    <a:pt x="3073" y="1298"/>
                    <a:pt x="2964" y="1298"/>
                  </a:cubicBezTo>
                  <a:cubicBezTo>
                    <a:pt x="2855" y="1298"/>
                    <a:pt x="2746" y="1340"/>
                    <a:pt x="2662" y="1424"/>
                  </a:cubicBezTo>
                  <a:lnTo>
                    <a:pt x="1425" y="2661"/>
                  </a:lnTo>
                  <a:cubicBezTo>
                    <a:pt x="1257" y="2829"/>
                    <a:pt x="1257" y="3099"/>
                    <a:pt x="1425" y="3262"/>
                  </a:cubicBezTo>
                  <a:lnTo>
                    <a:pt x="1839" y="3676"/>
                  </a:lnTo>
                  <a:cubicBezTo>
                    <a:pt x="1839" y="3681"/>
                    <a:pt x="1839" y="3686"/>
                    <a:pt x="1839" y="3691"/>
                  </a:cubicBezTo>
                  <a:cubicBezTo>
                    <a:pt x="1449" y="4302"/>
                    <a:pt x="1170" y="4971"/>
                    <a:pt x="1016" y="5678"/>
                  </a:cubicBezTo>
                  <a:cubicBezTo>
                    <a:pt x="1016" y="5683"/>
                    <a:pt x="1011" y="5692"/>
                    <a:pt x="1002" y="5692"/>
                  </a:cubicBezTo>
                  <a:lnTo>
                    <a:pt x="419" y="5692"/>
                  </a:lnTo>
                  <a:cubicBezTo>
                    <a:pt x="188" y="5692"/>
                    <a:pt x="1" y="5880"/>
                    <a:pt x="1" y="6111"/>
                  </a:cubicBezTo>
                  <a:lnTo>
                    <a:pt x="1" y="7862"/>
                  </a:lnTo>
                  <a:cubicBezTo>
                    <a:pt x="1" y="8093"/>
                    <a:pt x="188" y="8281"/>
                    <a:pt x="419" y="8286"/>
                  </a:cubicBezTo>
                  <a:lnTo>
                    <a:pt x="1002" y="8286"/>
                  </a:lnTo>
                  <a:cubicBezTo>
                    <a:pt x="1011" y="8286"/>
                    <a:pt x="1016" y="8291"/>
                    <a:pt x="1016" y="8296"/>
                  </a:cubicBezTo>
                  <a:cubicBezTo>
                    <a:pt x="1170" y="9003"/>
                    <a:pt x="1449" y="9676"/>
                    <a:pt x="1839" y="10283"/>
                  </a:cubicBezTo>
                  <a:cubicBezTo>
                    <a:pt x="1839" y="10288"/>
                    <a:pt x="1839" y="10297"/>
                    <a:pt x="1839" y="10302"/>
                  </a:cubicBezTo>
                  <a:lnTo>
                    <a:pt x="1425" y="10711"/>
                  </a:lnTo>
                  <a:cubicBezTo>
                    <a:pt x="1257" y="10879"/>
                    <a:pt x="1257" y="11149"/>
                    <a:pt x="1425" y="11312"/>
                  </a:cubicBezTo>
                  <a:lnTo>
                    <a:pt x="2662" y="12554"/>
                  </a:lnTo>
                  <a:cubicBezTo>
                    <a:pt x="2746" y="12636"/>
                    <a:pt x="2855" y="12677"/>
                    <a:pt x="2964" y="12677"/>
                  </a:cubicBezTo>
                  <a:cubicBezTo>
                    <a:pt x="3073" y="12677"/>
                    <a:pt x="3181" y="12636"/>
                    <a:pt x="3263" y="12554"/>
                  </a:cubicBezTo>
                  <a:lnTo>
                    <a:pt x="3677" y="12140"/>
                  </a:lnTo>
                  <a:cubicBezTo>
                    <a:pt x="3679" y="12138"/>
                    <a:pt x="3683" y="12136"/>
                    <a:pt x="3687" y="12136"/>
                  </a:cubicBezTo>
                  <a:cubicBezTo>
                    <a:pt x="3690" y="12136"/>
                    <a:pt x="3694" y="12138"/>
                    <a:pt x="3696" y="12140"/>
                  </a:cubicBezTo>
                  <a:cubicBezTo>
                    <a:pt x="4303" y="12530"/>
                    <a:pt x="4976" y="12809"/>
                    <a:pt x="5679" y="12963"/>
                  </a:cubicBezTo>
                  <a:cubicBezTo>
                    <a:pt x="5688" y="12963"/>
                    <a:pt x="5693" y="12968"/>
                    <a:pt x="5693" y="12973"/>
                  </a:cubicBezTo>
                  <a:lnTo>
                    <a:pt x="5693" y="13560"/>
                  </a:lnTo>
                  <a:cubicBezTo>
                    <a:pt x="5693" y="13791"/>
                    <a:pt x="5881" y="13978"/>
                    <a:pt x="6112" y="13978"/>
                  </a:cubicBezTo>
                  <a:lnTo>
                    <a:pt x="7863" y="13978"/>
                  </a:lnTo>
                  <a:cubicBezTo>
                    <a:pt x="8099" y="13978"/>
                    <a:pt x="8287" y="13791"/>
                    <a:pt x="8287" y="13560"/>
                  </a:cubicBezTo>
                  <a:lnTo>
                    <a:pt x="8287" y="12977"/>
                  </a:lnTo>
                  <a:cubicBezTo>
                    <a:pt x="8287" y="12968"/>
                    <a:pt x="8291" y="12963"/>
                    <a:pt x="8301" y="12963"/>
                  </a:cubicBezTo>
                  <a:cubicBezTo>
                    <a:pt x="9004" y="12809"/>
                    <a:pt x="9677" y="12530"/>
                    <a:pt x="10284" y="12140"/>
                  </a:cubicBezTo>
                  <a:cubicBezTo>
                    <a:pt x="10286" y="12138"/>
                    <a:pt x="10290" y="12136"/>
                    <a:pt x="10293" y="12136"/>
                  </a:cubicBezTo>
                  <a:cubicBezTo>
                    <a:pt x="10297" y="12136"/>
                    <a:pt x="10300" y="12138"/>
                    <a:pt x="10303" y="12140"/>
                  </a:cubicBezTo>
                  <a:lnTo>
                    <a:pt x="10712" y="12554"/>
                  </a:lnTo>
                  <a:cubicBezTo>
                    <a:pt x="10796" y="12636"/>
                    <a:pt x="10905" y="12677"/>
                    <a:pt x="11014" y="12677"/>
                  </a:cubicBezTo>
                  <a:cubicBezTo>
                    <a:pt x="11123" y="12677"/>
                    <a:pt x="11231" y="12636"/>
                    <a:pt x="11313" y="12554"/>
                  </a:cubicBezTo>
                  <a:lnTo>
                    <a:pt x="12555" y="11312"/>
                  </a:lnTo>
                  <a:cubicBezTo>
                    <a:pt x="12718" y="11149"/>
                    <a:pt x="12718" y="10879"/>
                    <a:pt x="12555" y="10711"/>
                  </a:cubicBezTo>
                  <a:lnTo>
                    <a:pt x="12141" y="10302"/>
                  </a:lnTo>
                  <a:cubicBezTo>
                    <a:pt x="12136" y="10297"/>
                    <a:pt x="12136" y="10288"/>
                    <a:pt x="12141" y="10283"/>
                  </a:cubicBezTo>
                  <a:cubicBezTo>
                    <a:pt x="12531" y="9676"/>
                    <a:pt x="12810" y="9003"/>
                    <a:pt x="12964" y="8300"/>
                  </a:cubicBezTo>
                  <a:cubicBezTo>
                    <a:pt x="12964" y="8291"/>
                    <a:pt x="12968" y="8286"/>
                    <a:pt x="12978" y="8286"/>
                  </a:cubicBezTo>
                  <a:lnTo>
                    <a:pt x="13560" y="8286"/>
                  </a:lnTo>
                  <a:cubicBezTo>
                    <a:pt x="13791" y="8286"/>
                    <a:pt x="13979" y="8098"/>
                    <a:pt x="13979" y="7862"/>
                  </a:cubicBezTo>
                  <a:lnTo>
                    <a:pt x="13979" y="6111"/>
                  </a:lnTo>
                  <a:cubicBezTo>
                    <a:pt x="13979" y="5880"/>
                    <a:pt x="13791" y="5688"/>
                    <a:pt x="13560" y="5688"/>
                  </a:cubicBezTo>
                  <a:lnTo>
                    <a:pt x="12978" y="5688"/>
                  </a:lnTo>
                  <a:cubicBezTo>
                    <a:pt x="12968" y="5688"/>
                    <a:pt x="12964" y="5683"/>
                    <a:pt x="12964" y="5673"/>
                  </a:cubicBezTo>
                  <a:cubicBezTo>
                    <a:pt x="12810" y="4971"/>
                    <a:pt x="12531" y="4297"/>
                    <a:pt x="12141" y="3691"/>
                  </a:cubicBezTo>
                  <a:cubicBezTo>
                    <a:pt x="12136" y="3686"/>
                    <a:pt x="12136" y="3676"/>
                    <a:pt x="12141" y="3671"/>
                  </a:cubicBezTo>
                  <a:lnTo>
                    <a:pt x="12555" y="3262"/>
                  </a:lnTo>
                  <a:cubicBezTo>
                    <a:pt x="12718" y="3094"/>
                    <a:pt x="12718" y="2825"/>
                    <a:pt x="12555" y="2661"/>
                  </a:cubicBezTo>
                  <a:lnTo>
                    <a:pt x="11313" y="1420"/>
                  </a:lnTo>
                  <a:cubicBezTo>
                    <a:pt x="11231" y="1335"/>
                    <a:pt x="11123" y="1293"/>
                    <a:pt x="11014" y="1293"/>
                  </a:cubicBezTo>
                  <a:cubicBezTo>
                    <a:pt x="10905" y="1293"/>
                    <a:pt x="10796" y="1335"/>
                    <a:pt x="10712" y="1420"/>
                  </a:cubicBezTo>
                  <a:lnTo>
                    <a:pt x="10303" y="1833"/>
                  </a:lnTo>
                  <a:cubicBezTo>
                    <a:pt x="10300" y="1836"/>
                    <a:pt x="10297" y="1837"/>
                    <a:pt x="10293" y="1837"/>
                  </a:cubicBezTo>
                  <a:cubicBezTo>
                    <a:pt x="10290" y="1837"/>
                    <a:pt x="10286" y="1836"/>
                    <a:pt x="10284" y="1833"/>
                  </a:cubicBezTo>
                  <a:cubicBezTo>
                    <a:pt x="9677" y="1444"/>
                    <a:pt x="9004" y="1165"/>
                    <a:pt x="8301" y="1011"/>
                  </a:cubicBezTo>
                  <a:cubicBezTo>
                    <a:pt x="8291" y="1011"/>
                    <a:pt x="8287" y="1006"/>
                    <a:pt x="8287" y="996"/>
                  </a:cubicBezTo>
                  <a:lnTo>
                    <a:pt x="8287" y="419"/>
                  </a:lnTo>
                  <a:cubicBezTo>
                    <a:pt x="8287" y="188"/>
                    <a:pt x="8099" y="0"/>
                    <a:pt x="7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1"/>
            <p:cNvSpPr/>
            <p:nvPr/>
          </p:nvSpPr>
          <p:spPr>
            <a:xfrm>
              <a:off x="5832936" y="1579370"/>
              <a:ext cx="202686" cy="188812"/>
            </a:xfrm>
            <a:custGeom>
              <a:rect b="b" l="l" r="r" t="t"/>
              <a:pathLst>
                <a:path extrusionOk="0" h="7199" w="7728">
                  <a:moveTo>
                    <a:pt x="4797" y="1"/>
                  </a:moveTo>
                  <a:cubicBezTo>
                    <a:pt x="3675" y="1"/>
                    <a:pt x="2559" y="432"/>
                    <a:pt x="1709" y="1281"/>
                  </a:cubicBezTo>
                  <a:cubicBezTo>
                    <a:pt x="131" y="2860"/>
                    <a:pt x="1" y="5376"/>
                    <a:pt x="1406" y="7108"/>
                  </a:cubicBezTo>
                  <a:cubicBezTo>
                    <a:pt x="1452" y="7172"/>
                    <a:pt x="1510" y="7198"/>
                    <a:pt x="1567" y="7198"/>
                  </a:cubicBezTo>
                  <a:cubicBezTo>
                    <a:pt x="1720" y="7198"/>
                    <a:pt x="1864" y="7008"/>
                    <a:pt x="1724" y="6853"/>
                  </a:cubicBezTo>
                  <a:cubicBezTo>
                    <a:pt x="1112" y="6098"/>
                    <a:pt x="800" y="5140"/>
                    <a:pt x="848" y="4168"/>
                  </a:cubicBezTo>
                  <a:cubicBezTo>
                    <a:pt x="920" y="2682"/>
                    <a:pt x="1825" y="1363"/>
                    <a:pt x="3182" y="757"/>
                  </a:cubicBezTo>
                  <a:cubicBezTo>
                    <a:pt x="3701" y="526"/>
                    <a:pt x="4253" y="412"/>
                    <a:pt x="4801" y="412"/>
                  </a:cubicBezTo>
                  <a:cubicBezTo>
                    <a:pt x="5689" y="412"/>
                    <a:pt x="6569" y="711"/>
                    <a:pt x="7286" y="1291"/>
                  </a:cubicBezTo>
                  <a:cubicBezTo>
                    <a:pt x="7330" y="1331"/>
                    <a:pt x="7377" y="1348"/>
                    <a:pt x="7422" y="1348"/>
                  </a:cubicBezTo>
                  <a:cubicBezTo>
                    <a:pt x="7592" y="1348"/>
                    <a:pt x="7727" y="1107"/>
                    <a:pt x="7541" y="973"/>
                  </a:cubicBezTo>
                  <a:cubicBezTo>
                    <a:pt x="6736" y="322"/>
                    <a:pt x="5765" y="1"/>
                    <a:pt x="47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1"/>
            <p:cNvSpPr/>
            <p:nvPr/>
          </p:nvSpPr>
          <p:spPr>
            <a:xfrm>
              <a:off x="5882637" y="1613859"/>
              <a:ext cx="198201" cy="194477"/>
            </a:xfrm>
            <a:custGeom>
              <a:rect b="b" l="l" r="r" t="t"/>
              <a:pathLst>
                <a:path extrusionOk="0" h="7415" w="7557">
                  <a:moveTo>
                    <a:pt x="4227" y="409"/>
                  </a:moveTo>
                  <a:lnTo>
                    <a:pt x="4227" y="1261"/>
                  </a:lnTo>
                  <a:cubicBezTo>
                    <a:pt x="4227" y="1400"/>
                    <a:pt x="4198" y="1535"/>
                    <a:pt x="4135" y="1660"/>
                  </a:cubicBezTo>
                  <a:lnTo>
                    <a:pt x="4029" y="1867"/>
                  </a:lnTo>
                  <a:cubicBezTo>
                    <a:pt x="4015" y="1896"/>
                    <a:pt x="4010" y="1925"/>
                    <a:pt x="4010" y="1958"/>
                  </a:cubicBezTo>
                  <a:lnTo>
                    <a:pt x="4010" y="2396"/>
                  </a:lnTo>
                  <a:cubicBezTo>
                    <a:pt x="4010" y="3010"/>
                    <a:pt x="3510" y="3504"/>
                    <a:pt x="2900" y="3504"/>
                  </a:cubicBezTo>
                  <a:cubicBezTo>
                    <a:pt x="2888" y="3504"/>
                    <a:pt x="2876" y="3503"/>
                    <a:pt x="2865" y="3503"/>
                  </a:cubicBezTo>
                  <a:cubicBezTo>
                    <a:pt x="2278" y="3489"/>
                    <a:pt x="1797" y="2964"/>
                    <a:pt x="1797" y="2339"/>
                  </a:cubicBezTo>
                  <a:lnTo>
                    <a:pt x="1797" y="1958"/>
                  </a:lnTo>
                  <a:cubicBezTo>
                    <a:pt x="1797" y="1925"/>
                    <a:pt x="1787" y="1891"/>
                    <a:pt x="1773" y="1862"/>
                  </a:cubicBezTo>
                  <a:lnTo>
                    <a:pt x="1643" y="1607"/>
                  </a:lnTo>
                  <a:cubicBezTo>
                    <a:pt x="1599" y="1516"/>
                    <a:pt x="1575" y="1415"/>
                    <a:pt x="1575" y="1309"/>
                  </a:cubicBezTo>
                  <a:lnTo>
                    <a:pt x="1575" y="1294"/>
                  </a:lnTo>
                  <a:cubicBezTo>
                    <a:pt x="1575" y="804"/>
                    <a:pt x="1970" y="409"/>
                    <a:pt x="2461" y="409"/>
                  </a:cubicBezTo>
                  <a:close/>
                  <a:moveTo>
                    <a:pt x="2451" y="3840"/>
                  </a:moveTo>
                  <a:cubicBezTo>
                    <a:pt x="2581" y="3883"/>
                    <a:pt x="2720" y="3907"/>
                    <a:pt x="2855" y="3912"/>
                  </a:cubicBezTo>
                  <a:lnTo>
                    <a:pt x="2903" y="3912"/>
                  </a:lnTo>
                  <a:cubicBezTo>
                    <a:pt x="3057" y="3912"/>
                    <a:pt x="3211" y="3888"/>
                    <a:pt x="3356" y="3845"/>
                  </a:cubicBezTo>
                  <a:cubicBezTo>
                    <a:pt x="3360" y="3907"/>
                    <a:pt x="3370" y="3965"/>
                    <a:pt x="3389" y="4023"/>
                  </a:cubicBezTo>
                  <a:lnTo>
                    <a:pt x="3221" y="4191"/>
                  </a:lnTo>
                  <a:cubicBezTo>
                    <a:pt x="3134" y="4280"/>
                    <a:pt x="3019" y="4325"/>
                    <a:pt x="2903" y="4325"/>
                  </a:cubicBezTo>
                  <a:cubicBezTo>
                    <a:pt x="2788" y="4325"/>
                    <a:pt x="2672" y="4280"/>
                    <a:pt x="2586" y="4191"/>
                  </a:cubicBezTo>
                  <a:lnTo>
                    <a:pt x="2417" y="4023"/>
                  </a:lnTo>
                  <a:cubicBezTo>
                    <a:pt x="2437" y="3965"/>
                    <a:pt x="2446" y="3902"/>
                    <a:pt x="2451" y="3840"/>
                  </a:cubicBezTo>
                  <a:close/>
                  <a:moveTo>
                    <a:pt x="3644" y="4350"/>
                  </a:moveTo>
                  <a:cubicBezTo>
                    <a:pt x="3697" y="4388"/>
                    <a:pt x="3760" y="4412"/>
                    <a:pt x="3822" y="4432"/>
                  </a:cubicBezTo>
                  <a:lnTo>
                    <a:pt x="4559" y="4643"/>
                  </a:lnTo>
                  <a:cubicBezTo>
                    <a:pt x="4751" y="4701"/>
                    <a:pt x="4886" y="4879"/>
                    <a:pt x="4886" y="5076"/>
                  </a:cubicBezTo>
                  <a:lnTo>
                    <a:pt x="4886" y="6472"/>
                  </a:lnTo>
                  <a:cubicBezTo>
                    <a:pt x="4737" y="6558"/>
                    <a:pt x="4583" y="6635"/>
                    <a:pt x="4419" y="6703"/>
                  </a:cubicBezTo>
                  <a:lnTo>
                    <a:pt x="4419" y="5461"/>
                  </a:lnTo>
                  <a:cubicBezTo>
                    <a:pt x="4412" y="5332"/>
                    <a:pt x="4313" y="5267"/>
                    <a:pt x="4214" y="5267"/>
                  </a:cubicBezTo>
                  <a:cubicBezTo>
                    <a:pt x="4116" y="5267"/>
                    <a:pt x="4017" y="5332"/>
                    <a:pt x="4010" y="5461"/>
                  </a:cubicBezTo>
                  <a:lnTo>
                    <a:pt x="4010" y="6847"/>
                  </a:lnTo>
                  <a:cubicBezTo>
                    <a:pt x="3716" y="6934"/>
                    <a:pt x="3409" y="6987"/>
                    <a:pt x="3101" y="7001"/>
                  </a:cubicBezTo>
                  <a:lnTo>
                    <a:pt x="3096" y="7001"/>
                  </a:lnTo>
                  <a:cubicBezTo>
                    <a:pt x="3033" y="7006"/>
                    <a:pt x="2966" y="7006"/>
                    <a:pt x="2903" y="7006"/>
                  </a:cubicBezTo>
                  <a:cubicBezTo>
                    <a:pt x="2528" y="7006"/>
                    <a:pt x="2153" y="6953"/>
                    <a:pt x="1792" y="6847"/>
                  </a:cubicBezTo>
                  <a:lnTo>
                    <a:pt x="1792" y="5461"/>
                  </a:lnTo>
                  <a:cubicBezTo>
                    <a:pt x="1785" y="5332"/>
                    <a:pt x="1686" y="5267"/>
                    <a:pt x="1587" y="5267"/>
                  </a:cubicBezTo>
                  <a:cubicBezTo>
                    <a:pt x="1489" y="5267"/>
                    <a:pt x="1390" y="5332"/>
                    <a:pt x="1383" y="5461"/>
                  </a:cubicBezTo>
                  <a:lnTo>
                    <a:pt x="1383" y="6703"/>
                  </a:lnTo>
                  <a:cubicBezTo>
                    <a:pt x="1224" y="6635"/>
                    <a:pt x="1070" y="6558"/>
                    <a:pt x="916" y="6472"/>
                  </a:cubicBezTo>
                  <a:lnTo>
                    <a:pt x="916" y="5076"/>
                  </a:lnTo>
                  <a:cubicBezTo>
                    <a:pt x="916" y="4879"/>
                    <a:pt x="1051" y="4701"/>
                    <a:pt x="1243" y="4643"/>
                  </a:cubicBezTo>
                  <a:lnTo>
                    <a:pt x="1984" y="4432"/>
                  </a:lnTo>
                  <a:cubicBezTo>
                    <a:pt x="2047" y="4412"/>
                    <a:pt x="2109" y="4388"/>
                    <a:pt x="2162" y="4350"/>
                  </a:cubicBezTo>
                  <a:lnTo>
                    <a:pt x="2292" y="4485"/>
                  </a:lnTo>
                  <a:cubicBezTo>
                    <a:pt x="2461" y="4651"/>
                    <a:pt x="2682" y="4734"/>
                    <a:pt x="2903" y="4734"/>
                  </a:cubicBezTo>
                  <a:cubicBezTo>
                    <a:pt x="3123" y="4734"/>
                    <a:pt x="3344" y="4651"/>
                    <a:pt x="3510" y="4485"/>
                  </a:cubicBezTo>
                  <a:lnTo>
                    <a:pt x="3644" y="4350"/>
                  </a:lnTo>
                  <a:close/>
                  <a:moveTo>
                    <a:pt x="2465" y="0"/>
                  </a:moveTo>
                  <a:cubicBezTo>
                    <a:pt x="1748" y="0"/>
                    <a:pt x="1171" y="582"/>
                    <a:pt x="1171" y="1299"/>
                  </a:cubicBezTo>
                  <a:lnTo>
                    <a:pt x="1171" y="1314"/>
                  </a:lnTo>
                  <a:cubicBezTo>
                    <a:pt x="1171" y="1477"/>
                    <a:pt x="1210" y="1641"/>
                    <a:pt x="1282" y="1795"/>
                  </a:cubicBezTo>
                  <a:lnTo>
                    <a:pt x="1388" y="2002"/>
                  </a:lnTo>
                  <a:lnTo>
                    <a:pt x="1388" y="2339"/>
                  </a:lnTo>
                  <a:cubicBezTo>
                    <a:pt x="1388" y="2849"/>
                    <a:pt x="1633" y="3330"/>
                    <a:pt x="2047" y="3628"/>
                  </a:cubicBezTo>
                  <a:lnTo>
                    <a:pt x="2047" y="3816"/>
                  </a:lnTo>
                  <a:cubicBezTo>
                    <a:pt x="2042" y="3917"/>
                    <a:pt x="1975" y="4008"/>
                    <a:pt x="1874" y="4037"/>
                  </a:cubicBezTo>
                  <a:lnTo>
                    <a:pt x="1137" y="4249"/>
                  </a:lnTo>
                  <a:cubicBezTo>
                    <a:pt x="767" y="4355"/>
                    <a:pt x="507" y="4692"/>
                    <a:pt x="507" y="5076"/>
                  </a:cubicBezTo>
                  <a:lnTo>
                    <a:pt x="507" y="6198"/>
                  </a:lnTo>
                  <a:cubicBezTo>
                    <a:pt x="478" y="6174"/>
                    <a:pt x="449" y="6149"/>
                    <a:pt x="416" y="6125"/>
                  </a:cubicBezTo>
                  <a:cubicBezTo>
                    <a:pt x="374" y="6096"/>
                    <a:pt x="332" y="6083"/>
                    <a:pt x="292" y="6083"/>
                  </a:cubicBezTo>
                  <a:cubicBezTo>
                    <a:pt x="127" y="6083"/>
                    <a:pt x="1" y="6303"/>
                    <a:pt x="156" y="6443"/>
                  </a:cubicBezTo>
                  <a:cubicBezTo>
                    <a:pt x="930" y="7073"/>
                    <a:pt x="1902" y="7415"/>
                    <a:pt x="2898" y="7415"/>
                  </a:cubicBezTo>
                  <a:cubicBezTo>
                    <a:pt x="2971" y="7415"/>
                    <a:pt x="3043" y="7415"/>
                    <a:pt x="3115" y="7410"/>
                  </a:cubicBezTo>
                  <a:cubicBezTo>
                    <a:pt x="4756" y="7328"/>
                    <a:pt x="6214" y="6332"/>
                    <a:pt x="6887" y="4831"/>
                  </a:cubicBezTo>
                  <a:cubicBezTo>
                    <a:pt x="7556" y="3335"/>
                    <a:pt x="7330" y="1583"/>
                    <a:pt x="6296" y="303"/>
                  </a:cubicBezTo>
                  <a:cubicBezTo>
                    <a:pt x="6255" y="255"/>
                    <a:pt x="6198" y="230"/>
                    <a:pt x="6140" y="230"/>
                  </a:cubicBezTo>
                  <a:cubicBezTo>
                    <a:pt x="6095" y="230"/>
                    <a:pt x="6050" y="245"/>
                    <a:pt x="6012" y="274"/>
                  </a:cubicBezTo>
                  <a:cubicBezTo>
                    <a:pt x="5920" y="347"/>
                    <a:pt x="5906" y="476"/>
                    <a:pt x="5978" y="563"/>
                  </a:cubicBezTo>
                  <a:cubicBezTo>
                    <a:pt x="7383" y="2300"/>
                    <a:pt x="7070" y="4850"/>
                    <a:pt x="5300" y="6198"/>
                  </a:cubicBezTo>
                  <a:lnTo>
                    <a:pt x="5300" y="5076"/>
                  </a:lnTo>
                  <a:cubicBezTo>
                    <a:pt x="5295" y="4696"/>
                    <a:pt x="5040" y="4360"/>
                    <a:pt x="4674" y="4249"/>
                  </a:cubicBezTo>
                  <a:lnTo>
                    <a:pt x="3938" y="4037"/>
                  </a:lnTo>
                  <a:cubicBezTo>
                    <a:pt x="3837" y="4008"/>
                    <a:pt x="3765" y="3917"/>
                    <a:pt x="3765" y="3816"/>
                  </a:cubicBezTo>
                  <a:lnTo>
                    <a:pt x="3765" y="3643"/>
                  </a:lnTo>
                  <a:cubicBezTo>
                    <a:pt x="3837" y="3594"/>
                    <a:pt x="3899" y="3542"/>
                    <a:pt x="3962" y="3484"/>
                  </a:cubicBezTo>
                  <a:cubicBezTo>
                    <a:pt x="4260" y="3200"/>
                    <a:pt x="4424" y="2805"/>
                    <a:pt x="4424" y="2392"/>
                  </a:cubicBezTo>
                  <a:lnTo>
                    <a:pt x="4424" y="2002"/>
                  </a:lnTo>
                  <a:lnTo>
                    <a:pt x="4506" y="1838"/>
                  </a:lnTo>
                  <a:cubicBezTo>
                    <a:pt x="4597" y="1660"/>
                    <a:pt x="4640" y="1463"/>
                    <a:pt x="4640" y="1261"/>
                  </a:cubicBezTo>
                  <a:lnTo>
                    <a:pt x="4640" y="207"/>
                  </a:lnTo>
                  <a:cubicBezTo>
                    <a:pt x="4640" y="92"/>
                    <a:pt x="4549" y="0"/>
                    <a:pt x="4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1"/>
            <p:cNvSpPr/>
            <p:nvPr/>
          </p:nvSpPr>
          <p:spPr>
            <a:xfrm>
              <a:off x="5934672" y="1642631"/>
              <a:ext cx="48600" cy="16314"/>
            </a:xfrm>
            <a:custGeom>
              <a:rect b="b" l="l" r="r" t="t"/>
              <a:pathLst>
                <a:path extrusionOk="0" h="622" w="1853">
                  <a:moveTo>
                    <a:pt x="260" y="0"/>
                  </a:moveTo>
                  <a:cubicBezTo>
                    <a:pt x="0" y="10"/>
                    <a:pt x="0" y="395"/>
                    <a:pt x="260" y="409"/>
                  </a:cubicBezTo>
                  <a:cubicBezTo>
                    <a:pt x="272" y="409"/>
                    <a:pt x="286" y="409"/>
                    <a:pt x="300" y="409"/>
                  </a:cubicBezTo>
                  <a:cubicBezTo>
                    <a:pt x="561" y="409"/>
                    <a:pt x="1177" y="452"/>
                    <a:pt x="1487" y="606"/>
                  </a:cubicBezTo>
                  <a:cubicBezTo>
                    <a:pt x="1514" y="616"/>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5" name="Google Shape;10815;p81"/>
          <p:cNvGrpSpPr/>
          <p:nvPr/>
        </p:nvGrpSpPr>
        <p:grpSpPr>
          <a:xfrm>
            <a:off x="6226322" y="1509972"/>
            <a:ext cx="375342" cy="367447"/>
            <a:chOff x="6226322" y="1509972"/>
            <a:chExt cx="375342" cy="367447"/>
          </a:xfrm>
        </p:grpSpPr>
        <p:sp>
          <p:nvSpPr>
            <p:cNvPr id="10816" name="Google Shape;10816;p81"/>
            <p:cNvSpPr/>
            <p:nvPr/>
          </p:nvSpPr>
          <p:spPr>
            <a:xfrm>
              <a:off x="6240196" y="1515926"/>
              <a:ext cx="356038" cy="355907"/>
            </a:xfrm>
            <a:custGeom>
              <a:rect b="b" l="l" r="r" t="t"/>
              <a:pathLst>
                <a:path extrusionOk="0" h="13570" w="13575">
                  <a:moveTo>
                    <a:pt x="6790" y="0"/>
                  </a:moveTo>
                  <a:cubicBezTo>
                    <a:pt x="3041" y="0"/>
                    <a:pt x="0" y="3036"/>
                    <a:pt x="0" y="6785"/>
                  </a:cubicBezTo>
                  <a:cubicBezTo>
                    <a:pt x="0" y="10533"/>
                    <a:pt x="3041" y="13569"/>
                    <a:pt x="6790" y="13569"/>
                  </a:cubicBezTo>
                  <a:cubicBezTo>
                    <a:pt x="10538" y="13569"/>
                    <a:pt x="13574" y="10533"/>
                    <a:pt x="13574" y="6785"/>
                  </a:cubicBezTo>
                  <a:cubicBezTo>
                    <a:pt x="13574" y="3036"/>
                    <a:pt x="10538" y="0"/>
                    <a:pt x="6790"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1"/>
            <p:cNvSpPr/>
            <p:nvPr/>
          </p:nvSpPr>
          <p:spPr>
            <a:xfrm>
              <a:off x="6266948" y="1542547"/>
              <a:ext cx="302665" cy="302639"/>
            </a:xfrm>
            <a:custGeom>
              <a:rect b="b" l="l" r="r" t="t"/>
              <a:pathLst>
                <a:path extrusionOk="0" h="11539" w="11540">
                  <a:moveTo>
                    <a:pt x="5770" y="0"/>
                  </a:moveTo>
                  <a:cubicBezTo>
                    <a:pt x="2584" y="0"/>
                    <a:pt x="1" y="2584"/>
                    <a:pt x="1" y="5770"/>
                  </a:cubicBezTo>
                  <a:cubicBezTo>
                    <a:pt x="1" y="8955"/>
                    <a:pt x="2584" y="11539"/>
                    <a:pt x="5770" y="11539"/>
                  </a:cubicBezTo>
                  <a:cubicBezTo>
                    <a:pt x="8955" y="11539"/>
                    <a:pt x="11539" y="8955"/>
                    <a:pt x="11539" y="5770"/>
                  </a:cubicBezTo>
                  <a:cubicBezTo>
                    <a:pt x="11539" y="2584"/>
                    <a:pt x="8955" y="0"/>
                    <a:pt x="5770" y="0"/>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1"/>
            <p:cNvSpPr/>
            <p:nvPr/>
          </p:nvSpPr>
          <p:spPr>
            <a:xfrm>
              <a:off x="6304191" y="1579895"/>
              <a:ext cx="283073" cy="265291"/>
            </a:xfrm>
            <a:custGeom>
              <a:rect b="b" l="l" r="r" t="t"/>
              <a:pathLst>
                <a:path extrusionOk="0" h="10115" w="10793">
                  <a:moveTo>
                    <a:pt x="8141" y="1"/>
                  </a:moveTo>
                  <a:cubicBezTo>
                    <a:pt x="10134" y="2286"/>
                    <a:pt x="10018" y="5722"/>
                    <a:pt x="7872" y="7868"/>
                  </a:cubicBezTo>
                  <a:cubicBezTo>
                    <a:pt x="6749" y="8991"/>
                    <a:pt x="5272" y="9558"/>
                    <a:pt x="3791" y="9558"/>
                  </a:cubicBezTo>
                  <a:cubicBezTo>
                    <a:pt x="2442" y="9558"/>
                    <a:pt x="1090" y="9087"/>
                    <a:pt x="0" y="8137"/>
                  </a:cubicBezTo>
                  <a:lnTo>
                    <a:pt x="0" y="8137"/>
                  </a:lnTo>
                  <a:cubicBezTo>
                    <a:pt x="1147" y="9450"/>
                    <a:pt x="2749" y="10115"/>
                    <a:pt x="4354" y="10115"/>
                  </a:cubicBezTo>
                  <a:cubicBezTo>
                    <a:pt x="5826" y="10115"/>
                    <a:pt x="7300" y="9556"/>
                    <a:pt x="8430" y="8426"/>
                  </a:cubicBezTo>
                  <a:cubicBezTo>
                    <a:pt x="10793" y="6064"/>
                    <a:pt x="10658" y="2195"/>
                    <a:pt x="8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1"/>
            <p:cNvSpPr/>
            <p:nvPr/>
          </p:nvSpPr>
          <p:spPr>
            <a:xfrm>
              <a:off x="6226322" y="1509972"/>
              <a:ext cx="375342" cy="367447"/>
            </a:xfrm>
            <a:custGeom>
              <a:rect b="b" l="l" r="r" t="t"/>
              <a:pathLst>
                <a:path extrusionOk="0" h="14010" w="14311">
                  <a:moveTo>
                    <a:pt x="7313" y="0"/>
                  </a:moveTo>
                  <a:cubicBezTo>
                    <a:pt x="7002" y="0"/>
                    <a:pt x="6687" y="21"/>
                    <a:pt x="6371" y="64"/>
                  </a:cubicBezTo>
                  <a:cubicBezTo>
                    <a:pt x="2661" y="564"/>
                    <a:pt x="0" y="3899"/>
                    <a:pt x="337" y="7628"/>
                  </a:cubicBezTo>
                  <a:cubicBezTo>
                    <a:pt x="660" y="11253"/>
                    <a:pt x="3698" y="14010"/>
                    <a:pt x="7302" y="14010"/>
                  </a:cubicBezTo>
                  <a:cubicBezTo>
                    <a:pt x="7405" y="14010"/>
                    <a:pt x="7508" y="14008"/>
                    <a:pt x="7612" y="14003"/>
                  </a:cubicBezTo>
                  <a:cubicBezTo>
                    <a:pt x="11356" y="13840"/>
                    <a:pt x="14305" y="10760"/>
                    <a:pt x="14310" y="7012"/>
                  </a:cubicBezTo>
                  <a:cubicBezTo>
                    <a:pt x="14310" y="6887"/>
                    <a:pt x="14305" y="6762"/>
                    <a:pt x="14301" y="6636"/>
                  </a:cubicBezTo>
                  <a:cubicBezTo>
                    <a:pt x="14301" y="6498"/>
                    <a:pt x="14199" y="6432"/>
                    <a:pt x="14097" y="6432"/>
                  </a:cubicBezTo>
                  <a:cubicBezTo>
                    <a:pt x="13986" y="6432"/>
                    <a:pt x="13874" y="6510"/>
                    <a:pt x="13892" y="6660"/>
                  </a:cubicBezTo>
                  <a:cubicBezTo>
                    <a:pt x="13896" y="6776"/>
                    <a:pt x="13901" y="6896"/>
                    <a:pt x="13901" y="7012"/>
                  </a:cubicBezTo>
                  <a:cubicBezTo>
                    <a:pt x="13896" y="10524"/>
                    <a:pt x="11130" y="13407"/>
                    <a:pt x="7622" y="13561"/>
                  </a:cubicBezTo>
                  <a:cubicBezTo>
                    <a:pt x="7524" y="13565"/>
                    <a:pt x="7427" y="13567"/>
                    <a:pt x="7330" y="13567"/>
                  </a:cubicBezTo>
                  <a:cubicBezTo>
                    <a:pt x="3954" y="13567"/>
                    <a:pt x="1108" y="10985"/>
                    <a:pt x="804" y="7584"/>
                  </a:cubicBezTo>
                  <a:cubicBezTo>
                    <a:pt x="491" y="4091"/>
                    <a:pt x="2979" y="968"/>
                    <a:pt x="6458" y="497"/>
                  </a:cubicBezTo>
                  <a:cubicBezTo>
                    <a:pt x="6756" y="456"/>
                    <a:pt x="7052" y="437"/>
                    <a:pt x="7345" y="437"/>
                  </a:cubicBezTo>
                  <a:cubicBezTo>
                    <a:pt x="10472" y="437"/>
                    <a:pt x="13224" y="2674"/>
                    <a:pt x="13795" y="5833"/>
                  </a:cubicBezTo>
                  <a:cubicBezTo>
                    <a:pt x="13810" y="5958"/>
                    <a:pt x="13901" y="6014"/>
                    <a:pt x="13993" y="6014"/>
                  </a:cubicBezTo>
                  <a:cubicBezTo>
                    <a:pt x="14114" y="6014"/>
                    <a:pt x="14238" y="5919"/>
                    <a:pt x="14200" y="5761"/>
                  </a:cubicBezTo>
                  <a:cubicBezTo>
                    <a:pt x="13588" y="2389"/>
                    <a:pt x="10649" y="0"/>
                    <a:pt x="7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1"/>
            <p:cNvSpPr/>
            <p:nvPr/>
          </p:nvSpPr>
          <p:spPr>
            <a:xfrm>
              <a:off x="6240957" y="1537039"/>
              <a:ext cx="353494" cy="314625"/>
            </a:xfrm>
            <a:custGeom>
              <a:rect b="b" l="l" r="r" t="t"/>
              <a:pathLst>
                <a:path extrusionOk="0" h="11996" w="13478">
                  <a:moveTo>
                    <a:pt x="6780" y="1"/>
                  </a:moveTo>
                  <a:cubicBezTo>
                    <a:pt x="5162" y="1"/>
                    <a:pt x="3553" y="652"/>
                    <a:pt x="2373" y="1928"/>
                  </a:cubicBezTo>
                  <a:cubicBezTo>
                    <a:pt x="2248" y="2082"/>
                    <a:pt x="2381" y="2267"/>
                    <a:pt x="2532" y="2267"/>
                  </a:cubicBezTo>
                  <a:cubicBezTo>
                    <a:pt x="2579" y="2267"/>
                    <a:pt x="2627" y="2250"/>
                    <a:pt x="2671" y="2207"/>
                  </a:cubicBezTo>
                  <a:cubicBezTo>
                    <a:pt x="3762" y="1028"/>
                    <a:pt x="5252" y="426"/>
                    <a:pt x="6748" y="426"/>
                  </a:cubicBezTo>
                  <a:cubicBezTo>
                    <a:pt x="8023" y="426"/>
                    <a:pt x="9303" y="863"/>
                    <a:pt x="10346" y="1750"/>
                  </a:cubicBezTo>
                  <a:cubicBezTo>
                    <a:pt x="12612" y="3685"/>
                    <a:pt x="12949" y="7058"/>
                    <a:pt x="11111" y="9401"/>
                  </a:cubicBezTo>
                  <a:cubicBezTo>
                    <a:pt x="10018" y="10794"/>
                    <a:pt x="8389" y="11527"/>
                    <a:pt x="6739" y="11527"/>
                  </a:cubicBezTo>
                  <a:cubicBezTo>
                    <a:pt x="5613" y="11527"/>
                    <a:pt x="4478" y="11185"/>
                    <a:pt x="3498" y="10479"/>
                  </a:cubicBezTo>
                  <a:cubicBezTo>
                    <a:pt x="1083" y="8742"/>
                    <a:pt x="472" y="5402"/>
                    <a:pt x="2117" y="2919"/>
                  </a:cubicBezTo>
                  <a:cubicBezTo>
                    <a:pt x="2180" y="2823"/>
                    <a:pt x="2151" y="2693"/>
                    <a:pt x="2060" y="2631"/>
                  </a:cubicBezTo>
                  <a:cubicBezTo>
                    <a:pt x="2025" y="2608"/>
                    <a:pt x="1986" y="2598"/>
                    <a:pt x="1948" y="2598"/>
                  </a:cubicBezTo>
                  <a:cubicBezTo>
                    <a:pt x="1880" y="2598"/>
                    <a:pt x="1813" y="2632"/>
                    <a:pt x="1776" y="2693"/>
                  </a:cubicBezTo>
                  <a:cubicBezTo>
                    <a:pt x="0" y="5373"/>
                    <a:pt x="660" y="8982"/>
                    <a:pt x="3267" y="10864"/>
                  </a:cubicBezTo>
                  <a:cubicBezTo>
                    <a:pt x="4327" y="11627"/>
                    <a:pt x="5554" y="11996"/>
                    <a:pt x="6771" y="11996"/>
                  </a:cubicBezTo>
                  <a:cubicBezTo>
                    <a:pt x="8554" y="11996"/>
                    <a:pt x="10314" y="11204"/>
                    <a:pt x="11496" y="9699"/>
                  </a:cubicBezTo>
                  <a:cubicBezTo>
                    <a:pt x="13478" y="7163"/>
                    <a:pt x="13117" y="3516"/>
                    <a:pt x="10668" y="1433"/>
                  </a:cubicBezTo>
                  <a:cubicBezTo>
                    <a:pt x="9540" y="472"/>
                    <a:pt x="8157" y="1"/>
                    <a:pt x="67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1"/>
            <p:cNvSpPr/>
            <p:nvPr/>
          </p:nvSpPr>
          <p:spPr>
            <a:xfrm>
              <a:off x="6287773" y="1688555"/>
              <a:ext cx="20615" cy="10753"/>
            </a:xfrm>
            <a:custGeom>
              <a:rect b="b" l="l" r="r" t="t"/>
              <a:pathLst>
                <a:path extrusionOk="0" h="410" w="786">
                  <a:moveTo>
                    <a:pt x="519" y="0"/>
                  </a:moveTo>
                  <a:cubicBezTo>
                    <a:pt x="513" y="0"/>
                    <a:pt x="507" y="0"/>
                    <a:pt x="501" y="1"/>
                  </a:cubicBezTo>
                  <a:lnTo>
                    <a:pt x="207" y="1"/>
                  </a:lnTo>
                  <a:cubicBezTo>
                    <a:pt x="205" y="1"/>
                    <a:pt x="202" y="0"/>
                    <a:pt x="199" y="0"/>
                  </a:cubicBezTo>
                  <a:cubicBezTo>
                    <a:pt x="88" y="0"/>
                    <a:pt x="0" y="95"/>
                    <a:pt x="0" y="203"/>
                  </a:cubicBezTo>
                  <a:cubicBezTo>
                    <a:pt x="0" y="318"/>
                    <a:pt x="92" y="410"/>
                    <a:pt x="207" y="410"/>
                  </a:cubicBezTo>
                  <a:lnTo>
                    <a:pt x="501" y="410"/>
                  </a:lnTo>
                  <a:cubicBezTo>
                    <a:pt x="506" y="410"/>
                    <a:pt x="510" y="410"/>
                    <a:pt x="515" y="410"/>
                  </a:cubicBezTo>
                  <a:cubicBezTo>
                    <a:pt x="784" y="410"/>
                    <a:pt x="785" y="0"/>
                    <a:pt x="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1"/>
            <p:cNvSpPr/>
            <p:nvPr/>
          </p:nvSpPr>
          <p:spPr>
            <a:xfrm>
              <a:off x="6412826" y="1563686"/>
              <a:ext cx="137983" cy="135622"/>
            </a:xfrm>
            <a:custGeom>
              <a:rect b="b" l="l" r="r" t="t"/>
              <a:pathLst>
                <a:path extrusionOk="0" h="5171" w="5261">
                  <a:moveTo>
                    <a:pt x="208" y="0"/>
                  </a:moveTo>
                  <a:cubicBezTo>
                    <a:pt x="108" y="0"/>
                    <a:pt x="8" y="65"/>
                    <a:pt x="1" y="195"/>
                  </a:cubicBezTo>
                  <a:lnTo>
                    <a:pt x="1" y="4964"/>
                  </a:lnTo>
                  <a:cubicBezTo>
                    <a:pt x="1" y="5079"/>
                    <a:pt x="92" y="5171"/>
                    <a:pt x="208" y="5171"/>
                  </a:cubicBezTo>
                  <a:lnTo>
                    <a:pt x="4976" y="5171"/>
                  </a:lnTo>
                  <a:cubicBezTo>
                    <a:pt x="4981" y="5171"/>
                    <a:pt x="4985" y="5171"/>
                    <a:pt x="4990" y="5171"/>
                  </a:cubicBezTo>
                  <a:cubicBezTo>
                    <a:pt x="5259" y="5171"/>
                    <a:pt x="5260" y="4761"/>
                    <a:pt x="4994" y="4761"/>
                  </a:cubicBezTo>
                  <a:cubicBezTo>
                    <a:pt x="4988" y="4761"/>
                    <a:pt x="4982" y="4761"/>
                    <a:pt x="4976" y="4762"/>
                  </a:cubicBezTo>
                  <a:lnTo>
                    <a:pt x="415" y="4762"/>
                  </a:lnTo>
                  <a:lnTo>
                    <a:pt x="415" y="195"/>
                  </a:lnTo>
                  <a:cubicBezTo>
                    <a:pt x="408" y="65"/>
                    <a:pt x="30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1"/>
            <p:cNvSpPr/>
            <p:nvPr/>
          </p:nvSpPr>
          <p:spPr>
            <a:xfrm>
              <a:off x="6412642" y="1805425"/>
              <a:ext cx="11252" cy="19120"/>
            </a:xfrm>
            <a:custGeom>
              <a:rect b="b" l="l" r="r" t="t"/>
              <a:pathLst>
                <a:path extrusionOk="0" h="729" w="429">
                  <a:moveTo>
                    <a:pt x="215" y="0"/>
                  </a:moveTo>
                  <a:cubicBezTo>
                    <a:pt x="108" y="0"/>
                    <a:pt x="1" y="72"/>
                    <a:pt x="8" y="217"/>
                  </a:cubicBezTo>
                  <a:lnTo>
                    <a:pt x="8" y="515"/>
                  </a:lnTo>
                  <a:cubicBezTo>
                    <a:pt x="1" y="657"/>
                    <a:pt x="108" y="728"/>
                    <a:pt x="215" y="728"/>
                  </a:cubicBezTo>
                  <a:cubicBezTo>
                    <a:pt x="322" y="728"/>
                    <a:pt x="429" y="657"/>
                    <a:pt x="422" y="515"/>
                  </a:cubicBezTo>
                  <a:lnTo>
                    <a:pt x="422" y="217"/>
                  </a:lnTo>
                  <a:cubicBezTo>
                    <a:pt x="429" y="72"/>
                    <a:pt x="322"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1"/>
            <p:cNvSpPr/>
            <p:nvPr/>
          </p:nvSpPr>
          <p:spPr>
            <a:xfrm>
              <a:off x="6322315" y="1600037"/>
              <a:ext cx="20457" cy="16235"/>
            </a:xfrm>
            <a:custGeom>
              <a:rect b="b" l="l" r="r" t="t"/>
              <a:pathLst>
                <a:path extrusionOk="0" h="619" w="780">
                  <a:moveTo>
                    <a:pt x="291" y="1"/>
                  </a:moveTo>
                  <a:cubicBezTo>
                    <a:pt x="134" y="1"/>
                    <a:pt x="0" y="201"/>
                    <a:pt x="141" y="349"/>
                  </a:cubicBezTo>
                  <a:lnTo>
                    <a:pt x="348" y="561"/>
                  </a:lnTo>
                  <a:cubicBezTo>
                    <a:pt x="392" y="601"/>
                    <a:pt x="440" y="618"/>
                    <a:pt x="486" y="618"/>
                  </a:cubicBezTo>
                  <a:cubicBezTo>
                    <a:pt x="644" y="618"/>
                    <a:pt x="779" y="420"/>
                    <a:pt x="642" y="267"/>
                  </a:cubicBezTo>
                  <a:lnTo>
                    <a:pt x="430" y="60"/>
                  </a:lnTo>
                  <a:cubicBezTo>
                    <a:pt x="386" y="18"/>
                    <a:pt x="337"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1"/>
            <p:cNvSpPr/>
            <p:nvPr/>
          </p:nvSpPr>
          <p:spPr>
            <a:xfrm>
              <a:off x="6495364" y="1771513"/>
              <a:ext cx="18884" cy="16235"/>
            </a:xfrm>
            <a:custGeom>
              <a:rect b="b" l="l" r="r" t="t"/>
              <a:pathLst>
                <a:path extrusionOk="0" h="619" w="720">
                  <a:moveTo>
                    <a:pt x="225" y="0"/>
                  </a:moveTo>
                  <a:cubicBezTo>
                    <a:pt x="172" y="0"/>
                    <a:pt x="119" y="21"/>
                    <a:pt x="78" y="62"/>
                  </a:cubicBezTo>
                  <a:cubicBezTo>
                    <a:pt x="1" y="143"/>
                    <a:pt x="1" y="273"/>
                    <a:pt x="78" y="350"/>
                  </a:cubicBezTo>
                  <a:lnTo>
                    <a:pt x="289" y="562"/>
                  </a:lnTo>
                  <a:cubicBezTo>
                    <a:pt x="333" y="602"/>
                    <a:pt x="380" y="619"/>
                    <a:pt x="426" y="619"/>
                  </a:cubicBezTo>
                  <a:cubicBezTo>
                    <a:pt x="584" y="619"/>
                    <a:pt x="720" y="418"/>
                    <a:pt x="578" y="268"/>
                  </a:cubicBezTo>
                  <a:lnTo>
                    <a:pt x="371" y="62"/>
                  </a:lnTo>
                  <a:cubicBezTo>
                    <a:pt x="330" y="21"/>
                    <a:pt x="277" y="0"/>
                    <a:pt x="2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1"/>
            <p:cNvSpPr/>
            <p:nvPr/>
          </p:nvSpPr>
          <p:spPr>
            <a:xfrm>
              <a:off x="6493239" y="1600037"/>
              <a:ext cx="20903" cy="16497"/>
            </a:xfrm>
            <a:custGeom>
              <a:rect b="b" l="l" r="r" t="t"/>
              <a:pathLst>
                <a:path extrusionOk="0" h="629" w="797">
                  <a:moveTo>
                    <a:pt x="509" y="1"/>
                  </a:moveTo>
                  <a:cubicBezTo>
                    <a:pt x="463" y="1"/>
                    <a:pt x="415" y="18"/>
                    <a:pt x="370" y="60"/>
                  </a:cubicBezTo>
                  <a:lnTo>
                    <a:pt x="159" y="267"/>
                  </a:lnTo>
                  <a:cubicBezTo>
                    <a:pt x="1" y="418"/>
                    <a:pt x="141" y="628"/>
                    <a:pt x="304" y="628"/>
                  </a:cubicBezTo>
                  <a:cubicBezTo>
                    <a:pt x="354" y="628"/>
                    <a:pt x="406" y="608"/>
                    <a:pt x="452" y="561"/>
                  </a:cubicBezTo>
                  <a:lnTo>
                    <a:pt x="659" y="349"/>
                  </a:lnTo>
                  <a:cubicBezTo>
                    <a:pt x="796" y="201"/>
                    <a:pt x="665" y="1"/>
                    <a:pt x="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1"/>
            <p:cNvSpPr/>
            <p:nvPr/>
          </p:nvSpPr>
          <p:spPr>
            <a:xfrm>
              <a:off x="6323862" y="1771487"/>
              <a:ext cx="18910" cy="16261"/>
            </a:xfrm>
            <a:custGeom>
              <a:rect b="b" l="l" r="r" t="t"/>
              <a:pathLst>
                <a:path extrusionOk="0" h="620" w="721">
                  <a:moveTo>
                    <a:pt x="427" y="0"/>
                  </a:moveTo>
                  <a:cubicBezTo>
                    <a:pt x="381" y="0"/>
                    <a:pt x="333" y="17"/>
                    <a:pt x="289" y="58"/>
                  </a:cubicBezTo>
                  <a:lnTo>
                    <a:pt x="82" y="269"/>
                  </a:lnTo>
                  <a:cubicBezTo>
                    <a:pt x="1" y="346"/>
                    <a:pt x="1" y="476"/>
                    <a:pt x="82" y="558"/>
                  </a:cubicBezTo>
                  <a:cubicBezTo>
                    <a:pt x="123" y="599"/>
                    <a:pt x="176" y="619"/>
                    <a:pt x="229" y="619"/>
                  </a:cubicBezTo>
                  <a:cubicBezTo>
                    <a:pt x="281" y="619"/>
                    <a:pt x="333" y="599"/>
                    <a:pt x="371" y="558"/>
                  </a:cubicBezTo>
                  <a:lnTo>
                    <a:pt x="583" y="351"/>
                  </a:lnTo>
                  <a:cubicBezTo>
                    <a:pt x="720" y="199"/>
                    <a:pt x="585" y="0"/>
                    <a:pt x="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1"/>
            <p:cNvSpPr/>
            <p:nvPr/>
          </p:nvSpPr>
          <p:spPr>
            <a:xfrm>
              <a:off x="6294907" y="1639352"/>
              <a:ext cx="23631" cy="14268"/>
            </a:xfrm>
            <a:custGeom>
              <a:rect b="b" l="l" r="r" t="t"/>
              <a:pathLst>
                <a:path extrusionOk="0" h="544" w="901">
                  <a:moveTo>
                    <a:pt x="300" y="0"/>
                  </a:moveTo>
                  <a:cubicBezTo>
                    <a:pt x="100" y="0"/>
                    <a:pt x="0" y="317"/>
                    <a:pt x="239" y="404"/>
                  </a:cubicBezTo>
                  <a:lnTo>
                    <a:pt x="508" y="520"/>
                  </a:lnTo>
                  <a:cubicBezTo>
                    <a:pt x="542" y="536"/>
                    <a:pt x="575" y="544"/>
                    <a:pt x="605" y="544"/>
                  </a:cubicBezTo>
                  <a:cubicBezTo>
                    <a:pt x="805" y="544"/>
                    <a:pt x="901" y="227"/>
                    <a:pt x="667" y="140"/>
                  </a:cubicBezTo>
                  <a:lnTo>
                    <a:pt x="397" y="24"/>
                  </a:lnTo>
                  <a:cubicBezTo>
                    <a:pt x="363" y="8"/>
                    <a:pt x="330"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1"/>
            <p:cNvSpPr/>
            <p:nvPr/>
          </p:nvSpPr>
          <p:spPr>
            <a:xfrm>
              <a:off x="6518785" y="1734480"/>
              <a:ext cx="22792" cy="13874"/>
            </a:xfrm>
            <a:custGeom>
              <a:rect b="b" l="l" r="r" t="t"/>
              <a:pathLst>
                <a:path extrusionOk="0" h="529" w="869">
                  <a:moveTo>
                    <a:pt x="286" y="1"/>
                  </a:moveTo>
                  <a:cubicBezTo>
                    <a:pt x="94" y="1"/>
                    <a:pt x="0" y="288"/>
                    <a:pt x="205" y="391"/>
                  </a:cubicBezTo>
                  <a:lnTo>
                    <a:pt x="474" y="506"/>
                  </a:lnTo>
                  <a:cubicBezTo>
                    <a:pt x="508" y="522"/>
                    <a:pt x="540" y="529"/>
                    <a:pt x="570" y="529"/>
                  </a:cubicBezTo>
                  <a:cubicBezTo>
                    <a:pt x="771" y="529"/>
                    <a:pt x="868" y="218"/>
                    <a:pt x="638" y="126"/>
                  </a:cubicBezTo>
                  <a:lnTo>
                    <a:pt x="364" y="16"/>
                  </a:lnTo>
                  <a:cubicBezTo>
                    <a:pt x="336" y="5"/>
                    <a:pt x="31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1"/>
            <p:cNvSpPr/>
            <p:nvPr/>
          </p:nvSpPr>
          <p:spPr>
            <a:xfrm>
              <a:off x="6457753" y="1573076"/>
              <a:ext cx="16550" cy="18202"/>
            </a:xfrm>
            <a:custGeom>
              <a:rect b="b" l="l" r="r" t="t"/>
              <a:pathLst>
                <a:path extrusionOk="0" h="694" w="631">
                  <a:moveTo>
                    <a:pt x="354" y="0"/>
                  </a:moveTo>
                  <a:cubicBezTo>
                    <a:pt x="279" y="0"/>
                    <a:pt x="205" y="40"/>
                    <a:pt x="169" y="136"/>
                  </a:cubicBezTo>
                  <a:lnTo>
                    <a:pt x="59" y="410"/>
                  </a:lnTo>
                  <a:cubicBezTo>
                    <a:pt x="1" y="545"/>
                    <a:pt x="97" y="694"/>
                    <a:pt x="246" y="694"/>
                  </a:cubicBezTo>
                  <a:cubicBezTo>
                    <a:pt x="328" y="694"/>
                    <a:pt x="400" y="646"/>
                    <a:pt x="434" y="569"/>
                  </a:cubicBezTo>
                  <a:lnTo>
                    <a:pt x="549" y="299"/>
                  </a:lnTo>
                  <a:cubicBezTo>
                    <a:pt x="630" y="132"/>
                    <a:pt x="491" y="0"/>
                    <a:pt x="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1"/>
            <p:cNvSpPr/>
            <p:nvPr/>
          </p:nvSpPr>
          <p:spPr>
            <a:xfrm>
              <a:off x="6363229" y="1796717"/>
              <a:ext cx="15605" cy="17651"/>
            </a:xfrm>
            <a:custGeom>
              <a:rect b="b" l="l" r="r" t="t"/>
              <a:pathLst>
                <a:path extrusionOk="0" h="673" w="595">
                  <a:moveTo>
                    <a:pt x="336" y="1"/>
                  </a:moveTo>
                  <a:cubicBezTo>
                    <a:pt x="267" y="1"/>
                    <a:pt x="198" y="35"/>
                    <a:pt x="160" y="116"/>
                  </a:cubicBezTo>
                  <a:lnTo>
                    <a:pt x="44" y="390"/>
                  </a:lnTo>
                  <a:cubicBezTo>
                    <a:pt x="1" y="491"/>
                    <a:pt x="49" y="611"/>
                    <a:pt x="155" y="655"/>
                  </a:cubicBezTo>
                  <a:cubicBezTo>
                    <a:pt x="181" y="667"/>
                    <a:pt x="208" y="673"/>
                    <a:pt x="234" y="673"/>
                  </a:cubicBezTo>
                  <a:cubicBezTo>
                    <a:pt x="312" y="673"/>
                    <a:pt x="387" y="624"/>
                    <a:pt x="420" y="549"/>
                  </a:cubicBezTo>
                  <a:lnTo>
                    <a:pt x="535" y="279"/>
                  </a:lnTo>
                  <a:cubicBezTo>
                    <a:pt x="594" y="120"/>
                    <a:pt x="465" y="1"/>
                    <a:pt x="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1"/>
            <p:cNvSpPr/>
            <p:nvPr/>
          </p:nvSpPr>
          <p:spPr>
            <a:xfrm>
              <a:off x="6364515" y="1572367"/>
              <a:ext cx="16287" cy="18045"/>
            </a:xfrm>
            <a:custGeom>
              <a:rect b="b" l="l" r="r" t="t"/>
              <a:pathLst>
                <a:path extrusionOk="0" h="688" w="621">
                  <a:moveTo>
                    <a:pt x="270" y="0"/>
                  </a:moveTo>
                  <a:cubicBezTo>
                    <a:pt x="137" y="0"/>
                    <a:pt x="0" y="125"/>
                    <a:pt x="77" y="288"/>
                  </a:cubicBezTo>
                  <a:lnTo>
                    <a:pt x="183" y="562"/>
                  </a:lnTo>
                  <a:cubicBezTo>
                    <a:pt x="217" y="639"/>
                    <a:pt x="294" y="687"/>
                    <a:pt x="375" y="687"/>
                  </a:cubicBezTo>
                  <a:cubicBezTo>
                    <a:pt x="520" y="687"/>
                    <a:pt x="621" y="543"/>
                    <a:pt x="568" y="408"/>
                  </a:cubicBezTo>
                  <a:lnTo>
                    <a:pt x="457" y="139"/>
                  </a:lnTo>
                  <a:cubicBezTo>
                    <a:pt x="422" y="41"/>
                    <a:pt x="347"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1"/>
            <p:cNvSpPr/>
            <p:nvPr/>
          </p:nvSpPr>
          <p:spPr>
            <a:xfrm>
              <a:off x="6456127" y="1797321"/>
              <a:ext cx="15448" cy="17782"/>
            </a:xfrm>
            <a:custGeom>
              <a:rect b="b" l="l" r="r" t="t"/>
              <a:pathLst>
                <a:path extrusionOk="0" h="678" w="589">
                  <a:moveTo>
                    <a:pt x="231" y="1"/>
                  </a:moveTo>
                  <a:cubicBezTo>
                    <a:pt x="206" y="1"/>
                    <a:pt x="180" y="5"/>
                    <a:pt x="154" y="16"/>
                  </a:cubicBezTo>
                  <a:cubicBezTo>
                    <a:pt x="48" y="59"/>
                    <a:pt x="0" y="175"/>
                    <a:pt x="39" y="280"/>
                  </a:cubicBezTo>
                  <a:lnTo>
                    <a:pt x="150" y="555"/>
                  </a:lnTo>
                  <a:cubicBezTo>
                    <a:pt x="189" y="641"/>
                    <a:pt x="261" y="678"/>
                    <a:pt x="333" y="678"/>
                  </a:cubicBezTo>
                  <a:cubicBezTo>
                    <a:pt x="461" y="678"/>
                    <a:pt x="588" y="561"/>
                    <a:pt x="530" y="401"/>
                  </a:cubicBezTo>
                  <a:lnTo>
                    <a:pt x="419" y="126"/>
                  </a:lnTo>
                  <a:cubicBezTo>
                    <a:pt x="390" y="50"/>
                    <a:pt x="313"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1"/>
            <p:cNvSpPr/>
            <p:nvPr/>
          </p:nvSpPr>
          <p:spPr>
            <a:xfrm>
              <a:off x="6519598" y="1641739"/>
              <a:ext cx="22293" cy="13665"/>
            </a:xfrm>
            <a:custGeom>
              <a:rect b="b" l="l" r="r" t="t"/>
              <a:pathLst>
                <a:path extrusionOk="0" h="521" w="850">
                  <a:moveTo>
                    <a:pt x="559" y="0"/>
                  </a:moveTo>
                  <a:cubicBezTo>
                    <a:pt x="535" y="0"/>
                    <a:pt x="509" y="5"/>
                    <a:pt x="482" y="15"/>
                  </a:cubicBezTo>
                  <a:lnTo>
                    <a:pt x="208" y="126"/>
                  </a:lnTo>
                  <a:cubicBezTo>
                    <a:pt x="1" y="207"/>
                    <a:pt x="63" y="515"/>
                    <a:pt x="285" y="520"/>
                  </a:cubicBezTo>
                  <a:cubicBezTo>
                    <a:pt x="313" y="520"/>
                    <a:pt x="337" y="515"/>
                    <a:pt x="362" y="506"/>
                  </a:cubicBezTo>
                  <a:lnTo>
                    <a:pt x="636" y="395"/>
                  </a:lnTo>
                  <a:cubicBezTo>
                    <a:pt x="850" y="297"/>
                    <a:pt x="755"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1"/>
            <p:cNvSpPr/>
            <p:nvPr/>
          </p:nvSpPr>
          <p:spPr>
            <a:xfrm>
              <a:off x="6294094" y="1732276"/>
              <a:ext cx="23474" cy="13927"/>
            </a:xfrm>
            <a:custGeom>
              <a:rect b="b" l="l" r="r" t="t"/>
              <a:pathLst>
                <a:path extrusionOk="0" h="531" w="895">
                  <a:moveTo>
                    <a:pt x="603" y="0"/>
                  </a:moveTo>
                  <a:cubicBezTo>
                    <a:pt x="574" y="0"/>
                    <a:pt x="543" y="7"/>
                    <a:pt x="510" y="23"/>
                  </a:cubicBezTo>
                  <a:lnTo>
                    <a:pt x="236" y="128"/>
                  </a:lnTo>
                  <a:cubicBezTo>
                    <a:pt x="1" y="212"/>
                    <a:pt x="95" y="531"/>
                    <a:pt x="296" y="531"/>
                  </a:cubicBezTo>
                  <a:cubicBezTo>
                    <a:pt x="325" y="531"/>
                    <a:pt x="357" y="524"/>
                    <a:pt x="390" y="509"/>
                  </a:cubicBezTo>
                  <a:lnTo>
                    <a:pt x="664" y="403"/>
                  </a:lnTo>
                  <a:cubicBezTo>
                    <a:pt x="895" y="319"/>
                    <a:pt x="800" y="0"/>
                    <a:pt x="6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81"/>
          <p:cNvGrpSpPr/>
          <p:nvPr/>
        </p:nvGrpSpPr>
        <p:grpSpPr>
          <a:xfrm>
            <a:off x="6689473" y="1510497"/>
            <a:ext cx="338545" cy="367054"/>
            <a:chOff x="6689473" y="1510497"/>
            <a:chExt cx="338545" cy="367054"/>
          </a:xfrm>
        </p:grpSpPr>
        <p:sp>
          <p:nvSpPr>
            <p:cNvPr id="10837" name="Google Shape;10837;p81"/>
            <p:cNvSpPr/>
            <p:nvPr/>
          </p:nvSpPr>
          <p:spPr>
            <a:xfrm>
              <a:off x="6723805" y="1515926"/>
              <a:ext cx="45951" cy="40154"/>
            </a:xfrm>
            <a:custGeom>
              <a:rect b="b" l="l" r="r" t="t"/>
              <a:pathLst>
                <a:path extrusionOk="0" h="1531" w="1752">
                  <a:moveTo>
                    <a:pt x="876" y="0"/>
                  </a:moveTo>
                  <a:cubicBezTo>
                    <a:pt x="395" y="0"/>
                    <a:pt x="0" y="342"/>
                    <a:pt x="0" y="765"/>
                  </a:cubicBezTo>
                  <a:cubicBezTo>
                    <a:pt x="0" y="1189"/>
                    <a:pt x="395" y="1530"/>
                    <a:pt x="876" y="1530"/>
                  </a:cubicBezTo>
                  <a:cubicBezTo>
                    <a:pt x="1362" y="1530"/>
                    <a:pt x="1752" y="1189"/>
                    <a:pt x="1752" y="765"/>
                  </a:cubicBezTo>
                  <a:cubicBezTo>
                    <a:pt x="1752" y="342"/>
                    <a:pt x="1362"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1"/>
            <p:cNvSpPr/>
            <p:nvPr/>
          </p:nvSpPr>
          <p:spPr>
            <a:xfrm>
              <a:off x="6723805" y="1515900"/>
              <a:ext cx="31552" cy="40181"/>
            </a:xfrm>
            <a:custGeom>
              <a:rect b="b" l="l" r="r" t="t"/>
              <a:pathLst>
                <a:path extrusionOk="0" h="1532" w="1203">
                  <a:moveTo>
                    <a:pt x="911" y="0"/>
                  </a:moveTo>
                  <a:cubicBezTo>
                    <a:pt x="899" y="0"/>
                    <a:pt x="887" y="1"/>
                    <a:pt x="876" y="1"/>
                  </a:cubicBezTo>
                  <a:cubicBezTo>
                    <a:pt x="395" y="1"/>
                    <a:pt x="0" y="343"/>
                    <a:pt x="0" y="766"/>
                  </a:cubicBezTo>
                  <a:cubicBezTo>
                    <a:pt x="0" y="1190"/>
                    <a:pt x="395" y="1531"/>
                    <a:pt x="876" y="1531"/>
                  </a:cubicBezTo>
                  <a:cubicBezTo>
                    <a:pt x="991" y="1531"/>
                    <a:pt x="1102" y="1512"/>
                    <a:pt x="1203" y="1474"/>
                  </a:cubicBezTo>
                  <a:cubicBezTo>
                    <a:pt x="885" y="1363"/>
                    <a:pt x="659" y="1089"/>
                    <a:pt x="659" y="766"/>
                  </a:cubicBezTo>
                  <a:cubicBezTo>
                    <a:pt x="659" y="444"/>
                    <a:pt x="885" y="170"/>
                    <a:pt x="1203" y="54"/>
                  </a:cubicBezTo>
                  <a:cubicBezTo>
                    <a:pt x="1112" y="20"/>
                    <a:pt x="1014" y="0"/>
                    <a:pt x="91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1"/>
            <p:cNvSpPr/>
            <p:nvPr/>
          </p:nvSpPr>
          <p:spPr>
            <a:xfrm>
              <a:off x="6695270" y="1619288"/>
              <a:ext cx="103389" cy="80414"/>
            </a:xfrm>
            <a:custGeom>
              <a:rect b="b" l="l" r="r" t="t"/>
              <a:pathLst>
                <a:path extrusionOk="0" h="3066" w="3942">
                  <a:moveTo>
                    <a:pt x="1309" y="0"/>
                  </a:moveTo>
                  <a:lnTo>
                    <a:pt x="1309" y="654"/>
                  </a:lnTo>
                  <a:cubicBezTo>
                    <a:pt x="1309" y="818"/>
                    <a:pt x="1218" y="972"/>
                    <a:pt x="1069" y="1044"/>
                  </a:cubicBezTo>
                  <a:lnTo>
                    <a:pt x="361" y="1400"/>
                  </a:lnTo>
                  <a:cubicBezTo>
                    <a:pt x="140" y="1511"/>
                    <a:pt x="1" y="1742"/>
                    <a:pt x="1" y="1987"/>
                  </a:cubicBezTo>
                  <a:lnTo>
                    <a:pt x="1" y="3065"/>
                  </a:lnTo>
                  <a:lnTo>
                    <a:pt x="3941" y="3065"/>
                  </a:lnTo>
                  <a:lnTo>
                    <a:pt x="3941" y="1987"/>
                  </a:lnTo>
                  <a:cubicBezTo>
                    <a:pt x="3941" y="1737"/>
                    <a:pt x="3797" y="1511"/>
                    <a:pt x="3571" y="1400"/>
                  </a:cubicBezTo>
                  <a:lnTo>
                    <a:pt x="2864" y="1044"/>
                  </a:lnTo>
                  <a:cubicBezTo>
                    <a:pt x="2714" y="972"/>
                    <a:pt x="2623" y="818"/>
                    <a:pt x="2623" y="654"/>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1"/>
            <p:cNvSpPr/>
            <p:nvPr/>
          </p:nvSpPr>
          <p:spPr>
            <a:xfrm>
              <a:off x="6695270" y="1644650"/>
              <a:ext cx="103389" cy="55052"/>
            </a:xfrm>
            <a:custGeom>
              <a:rect b="b" l="l" r="r" t="t"/>
              <a:pathLst>
                <a:path extrusionOk="0" h="2099" w="3942">
                  <a:moveTo>
                    <a:pt x="1175" y="0"/>
                  </a:moveTo>
                  <a:cubicBezTo>
                    <a:pt x="1146" y="34"/>
                    <a:pt x="1107" y="58"/>
                    <a:pt x="1069" y="77"/>
                  </a:cubicBezTo>
                  <a:lnTo>
                    <a:pt x="361" y="433"/>
                  </a:lnTo>
                  <a:cubicBezTo>
                    <a:pt x="140" y="544"/>
                    <a:pt x="1" y="775"/>
                    <a:pt x="1" y="1020"/>
                  </a:cubicBezTo>
                  <a:lnTo>
                    <a:pt x="1" y="2098"/>
                  </a:lnTo>
                  <a:lnTo>
                    <a:pt x="3941" y="2098"/>
                  </a:lnTo>
                  <a:lnTo>
                    <a:pt x="3937" y="1020"/>
                  </a:lnTo>
                  <a:cubicBezTo>
                    <a:pt x="3937" y="775"/>
                    <a:pt x="3797" y="544"/>
                    <a:pt x="3576" y="433"/>
                  </a:cubicBezTo>
                  <a:lnTo>
                    <a:pt x="2864" y="77"/>
                  </a:lnTo>
                  <a:cubicBezTo>
                    <a:pt x="2825" y="58"/>
                    <a:pt x="2791" y="34"/>
                    <a:pt x="2758" y="0"/>
                  </a:cubicBezTo>
                  <a:lnTo>
                    <a:pt x="2508" y="279"/>
                  </a:lnTo>
                  <a:cubicBezTo>
                    <a:pt x="2366" y="448"/>
                    <a:pt x="2166" y="532"/>
                    <a:pt x="1967" y="532"/>
                  </a:cubicBezTo>
                  <a:cubicBezTo>
                    <a:pt x="1768" y="532"/>
                    <a:pt x="1569" y="448"/>
                    <a:pt x="1430" y="279"/>
                  </a:cubicBezTo>
                  <a:lnTo>
                    <a:pt x="117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1"/>
            <p:cNvSpPr/>
            <p:nvPr/>
          </p:nvSpPr>
          <p:spPr>
            <a:xfrm>
              <a:off x="6706626" y="1538770"/>
              <a:ext cx="80414" cy="80414"/>
            </a:xfrm>
            <a:custGeom>
              <a:rect b="b" l="l" r="r" t="t"/>
              <a:pathLst>
                <a:path extrusionOk="0" h="3066" w="3066">
                  <a:moveTo>
                    <a:pt x="1531" y="0"/>
                  </a:moveTo>
                  <a:cubicBezTo>
                    <a:pt x="684" y="0"/>
                    <a:pt x="1" y="688"/>
                    <a:pt x="1" y="1535"/>
                  </a:cubicBezTo>
                  <a:cubicBezTo>
                    <a:pt x="1" y="2382"/>
                    <a:pt x="684" y="3065"/>
                    <a:pt x="1531" y="3065"/>
                  </a:cubicBezTo>
                  <a:cubicBezTo>
                    <a:pt x="2378" y="3065"/>
                    <a:pt x="3066" y="2382"/>
                    <a:pt x="3066" y="1535"/>
                  </a:cubicBezTo>
                  <a:cubicBezTo>
                    <a:pt x="3066" y="688"/>
                    <a:pt x="2378" y="0"/>
                    <a:pt x="15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1"/>
            <p:cNvSpPr/>
            <p:nvPr/>
          </p:nvSpPr>
          <p:spPr>
            <a:xfrm>
              <a:off x="6721314" y="1538875"/>
              <a:ext cx="67378" cy="72362"/>
            </a:xfrm>
            <a:custGeom>
              <a:rect b="b" l="l" r="r" t="t"/>
              <a:pathLst>
                <a:path extrusionOk="0" h="2759" w="2569">
                  <a:moveTo>
                    <a:pt x="975" y="1"/>
                  </a:moveTo>
                  <a:cubicBezTo>
                    <a:pt x="243" y="1"/>
                    <a:pt x="0" y="1007"/>
                    <a:pt x="658" y="1329"/>
                  </a:cubicBezTo>
                  <a:cubicBezTo>
                    <a:pt x="677" y="1339"/>
                    <a:pt x="701" y="1348"/>
                    <a:pt x="721" y="1358"/>
                  </a:cubicBezTo>
                  <a:lnTo>
                    <a:pt x="1481" y="2739"/>
                  </a:lnTo>
                  <a:cubicBezTo>
                    <a:pt x="1481" y="2739"/>
                    <a:pt x="1688" y="2753"/>
                    <a:pt x="1890" y="2758"/>
                  </a:cubicBezTo>
                  <a:cubicBezTo>
                    <a:pt x="2337" y="2426"/>
                    <a:pt x="2568" y="1873"/>
                    <a:pt x="2491" y="1319"/>
                  </a:cubicBezTo>
                  <a:cubicBezTo>
                    <a:pt x="2400" y="689"/>
                    <a:pt x="1933" y="179"/>
                    <a:pt x="1312" y="35"/>
                  </a:cubicBezTo>
                  <a:cubicBezTo>
                    <a:pt x="1202" y="11"/>
                    <a:pt x="1091" y="1"/>
                    <a:pt x="980" y="1"/>
                  </a:cubicBezTo>
                  <a:cubicBezTo>
                    <a:pt x="979" y="1"/>
                    <a:pt x="977" y="1"/>
                    <a:pt x="9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1"/>
            <p:cNvSpPr/>
            <p:nvPr/>
          </p:nvSpPr>
          <p:spPr>
            <a:xfrm>
              <a:off x="6712554" y="1574203"/>
              <a:ext cx="68690" cy="56573"/>
            </a:xfrm>
            <a:custGeom>
              <a:rect b="b" l="l" r="r" t="t"/>
              <a:pathLst>
                <a:path extrusionOk="0" h="2157" w="2619">
                  <a:moveTo>
                    <a:pt x="1005" y="0"/>
                  </a:moveTo>
                  <a:cubicBezTo>
                    <a:pt x="922" y="0"/>
                    <a:pt x="845" y="50"/>
                    <a:pt x="809" y="126"/>
                  </a:cubicBezTo>
                  <a:cubicBezTo>
                    <a:pt x="737" y="275"/>
                    <a:pt x="631" y="410"/>
                    <a:pt x="506" y="521"/>
                  </a:cubicBezTo>
                  <a:cubicBezTo>
                    <a:pt x="458" y="564"/>
                    <a:pt x="410" y="608"/>
                    <a:pt x="357" y="641"/>
                  </a:cubicBezTo>
                  <a:cubicBezTo>
                    <a:pt x="92" y="824"/>
                    <a:pt x="1" y="1175"/>
                    <a:pt x="145" y="1459"/>
                  </a:cubicBezTo>
                  <a:cubicBezTo>
                    <a:pt x="376" y="1887"/>
                    <a:pt x="819" y="2157"/>
                    <a:pt x="1305" y="2157"/>
                  </a:cubicBezTo>
                  <a:cubicBezTo>
                    <a:pt x="1993" y="2157"/>
                    <a:pt x="2561" y="1628"/>
                    <a:pt x="2618" y="944"/>
                  </a:cubicBezTo>
                  <a:cubicBezTo>
                    <a:pt x="2618" y="877"/>
                    <a:pt x="2594" y="810"/>
                    <a:pt x="2541" y="771"/>
                  </a:cubicBezTo>
                  <a:cubicBezTo>
                    <a:pt x="2108" y="405"/>
                    <a:pt x="1603" y="146"/>
                    <a:pt x="1055" y="6"/>
                  </a:cubicBezTo>
                  <a:cubicBezTo>
                    <a:pt x="1038" y="2"/>
                    <a:pt x="1022"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1"/>
            <p:cNvSpPr/>
            <p:nvPr/>
          </p:nvSpPr>
          <p:spPr>
            <a:xfrm>
              <a:off x="6712422" y="1574203"/>
              <a:ext cx="68821" cy="55943"/>
            </a:xfrm>
            <a:custGeom>
              <a:rect b="b" l="l" r="r" t="t"/>
              <a:pathLst>
                <a:path extrusionOk="0" h="2133" w="2624">
                  <a:moveTo>
                    <a:pt x="1010" y="0"/>
                  </a:moveTo>
                  <a:cubicBezTo>
                    <a:pt x="927" y="0"/>
                    <a:pt x="850" y="50"/>
                    <a:pt x="814" y="126"/>
                  </a:cubicBezTo>
                  <a:cubicBezTo>
                    <a:pt x="761" y="232"/>
                    <a:pt x="694" y="333"/>
                    <a:pt x="612" y="420"/>
                  </a:cubicBezTo>
                  <a:cubicBezTo>
                    <a:pt x="583" y="454"/>
                    <a:pt x="550" y="487"/>
                    <a:pt x="511" y="521"/>
                  </a:cubicBezTo>
                  <a:cubicBezTo>
                    <a:pt x="468" y="564"/>
                    <a:pt x="420" y="603"/>
                    <a:pt x="367" y="636"/>
                  </a:cubicBezTo>
                  <a:cubicBezTo>
                    <a:pt x="73" y="843"/>
                    <a:pt x="1" y="1243"/>
                    <a:pt x="203" y="1536"/>
                  </a:cubicBezTo>
                  <a:cubicBezTo>
                    <a:pt x="405" y="1859"/>
                    <a:pt x="737" y="2075"/>
                    <a:pt x="1112" y="2133"/>
                  </a:cubicBezTo>
                  <a:cubicBezTo>
                    <a:pt x="848" y="1950"/>
                    <a:pt x="655" y="1709"/>
                    <a:pt x="655" y="1276"/>
                  </a:cubicBezTo>
                  <a:lnTo>
                    <a:pt x="655" y="1108"/>
                  </a:lnTo>
                  <a:cubicBezTo>
                    <a:pt x="703" y="1074"/>
                    <a:pt x="756" y="1036"/>
                    <a:pt x="805" y="988"/>
                  </a:cubicBezTo>
                  <a:cubicBezTo>
                    <a:pt x="925" y="882"/>
                    <a:pt x="1031" y="757"/>
                    <a:pt x="1117" y="622"/>
                  </a:cubicBezTo>
                  <a:cubicBezTo>
                    <a:pt x="1536" y="747"/>
                    <a:pt x="1926" y="959"/>
                    <a:pt x="2263" y="1243"/>
                  </a:cubicBezTo>
                  <a:cubicBezTo>
                    <a:pt x="2301" y="1276"/>
                    <a:pt x="2359" y="1329"/>
                    <a:pt x="2479" y="1440"/>
                  </a:cubicBezTo>
                  <a:cubicBezTo>
                    <a:pt x="2556" y="1320"/>
                    <a:pt x="2614" y="1079"/>
                    <a:pt x="2623" y="940"/>
                  </a:cubicBezTo>
                  <a:cubicBezTo>
                    <a:pt x="2623" y="877"/>
                    <a:pt x="2599" y="810"/>
                    <a:pt x="2546" y="771"/>
                  </a:cubicBezTo>
                  <a:cubicBezTo>
                    <a:pt x="2113" y="405"/>
                    <a:pt x="1603" y="146"/>
                    <a:pt x="1060" y="6"/>
                  </a:cubicBezTo>
                  <a:cubicBezTo>
                    <a:pt x="1043" y="2"/>
                    <a:pt x="1027" y="0"/>
                    <a:pt x="101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1"/>
            <p:cNvSpPr/>
            <p:nvPr/>
          </p:nvSpPr>
          <p:spPr>
            <a:xfrm>
              <a:off x="6695139" y="1661174"/>
              <a:ext cx="23002" cy="38528"/>
            </a:xfrm>
            <a:custGeom>
              <a:rect b="b" l="l" r="r" t="t"/>
              <a:pathLst>
                <a:path extrusionOk="0" h="1469" w="877">
                  <a:moveTo>
                    <a:pt x="131" y="1"/>
                  </a:moveTo>
                  <a:cubicBezTo>
                    <a:pt x="44" y="111"/>
                    <a:pt x="1" y="251"/>
                    <a:pt x="1" y="395"/>
                  </a:cubicBezTo>
                  <a:lnTo>
                    <a:pt x="1" y="1468"/>
                  </a:lnTo>
                  <a:lnTo>
                    <a:pt x="877" y="1468"/>
                  </a:lnTo>
                  <a:lnTo>
                    <a:pt x="877" y="799"/>
                  </a:lnTo>
                  <a:cubicBezTo>
                    <a:pt x="877" y="669"/>
                    <a:pt x="814" y="544"/>
                    <a:pt x="713" y="458"/>
                  </a:cubicBezTo>
                  <a:lnTo>
                    <a:pt x="13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1"/>
            <p:cNvSpPr/>
            <p:nvPr/>
          </p:nvSpPr>
          <p:spPr>
            <a:xfrm>
              <a:off x="6775526" y="1661174"/>
              <a:ext cx="23002" cy="38528"/>
            </a:xfrm>
            <a:custGeom>
              <a:rect b="b" l="l" r="r" t="t"/>
              <a:pathLst>
                <a:path extrusionOk="0" h="1469" w="877">
                  <a:moveTo>
                    <a:pt x="742" y="1"/>
                  </a:moveTo>
                  <a:lnTo>
                    <a:pt x="164" y="458"/>
                  </a:lnTo>
                  <a:cubicBezTo>
                    <a:pt x="59" y="544"/>
                    <a:pt x="1" y="669"/>
                    <a:pt x="1" y="799"/>
                  </a:cubicBezTo>
                  <a:lnTo>
                    <a:pt x="1" y="1468"/>
                  </a:lnTo>
                  <a:lnTo>
                    <a:pt x="877" y="1468"/>
                  </a:lnTo>
                  <a:lnTo>
                    <a:pt x="877" y="395"/>
                  </a:lnTo>
                  <a:cubicBezTo>
                    <a:pt x="877" y="251"/>
                    <a:pt x="828" y="111"/>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1"/>
            <p:cNvSpPr/>
            <p:nvPr/>
          </p:nvSpPr>
          <p:spPr>
            <a:xfrm>
              <a:off x="6924839" y="1716960"/>
              <a:ext cx="28667" cy="63130"/>
            </a:xfrm>
            <a:custGeom>
              <a:rect b="b" l="l" r="r" t="t"/>
              <a:pathLst>
                <a:path extrusionOk="0" h="2407" w="1093">
                  <a:moveTo>
                    <a:pt x="646" y="0"/>
                  </a:moveTo>
                  <a:cubicBezTo>
                    <a:pt x="289" y="0"/>
                    <a:pt x="0" y="292"/>
                    <a:pt x="0" y="655"/>
                  </a:cubicBezTo>
                  <a:lnTo>
                    <a:pt x="0" y="804"/>
                  </a:lnTo>
                  <a:cubicBezTo>
                    <a:pt x="0" y="996"/>
                    <a:pt x="29" y="1179"/>
                    <a:pt x="87" y="1362"/>
                  </a:cubicBezTo>
                  <a:lnTo>
                    <a:pt x="438" y="2406"/>
                  </a:lnTo>
                  <a:lnTo>
                    <a:pt x="1092" y="2406"/>
                  </a:lnTo>
                  <a:lnTo>
                    <a:pt x="1092" y="0"/>
                  </a:lnTo>
                  <a:lnTo>
                    <a:pt x="655" y="0"/>
                  </a:lnTo>
                  <a:cubicBezTo>
                    <a:pt x="652" y="0"/>
                    <a:pt x="649" y="0"/>
                    <a:pt x="64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1"/>
            <p:cNvSpPr/>
            <p:nvPr/>
          </p:nvSpPr>
          <p:spPr>
            <a:xfrm>
              <a:off x="6936327" y="1711137"/>
              <a:ext cx="68926" cy="68952"/>
            </a:xfrm>
            <a:custGeom>
              <a:rect b="b" l="l" r="r" t="t"/>
              <a:pathLst>
                <a:path extrusionOk="0" h="2629" w="2628">
                  <a:moveTo>
                    <a:pt x="646" y="1"/>
                  </a:moveTo>
                  <a:cubicBezTo>
                    <a:pt x="289" y="1"/>
                    <a:pt x="0" y="297"/>
                    <a:pt x="0" y="655"/>
                  </a:cubicBezTo>
                  <a:cubicBezTo>
                    <a:pt x="0" y="896"/>
                    <a:pt x="192" y="1093"/>
                    <a:pt x="438" y="1093"/>
                  </a:cubicBezTo>
                  <a:lnTo>
                    <a:pt x="2189" y="2628"/>
                  </a:lnTo>
                  <a:lnTo>
                    <a:pt x="2574" y="1271"/>
                  </a:lnTo>
                  <a:cubicBezTo>
                    <a:pt x="2608" y="1151"/>
                    <a:pt x="2627" y="1031"/>
                    <a:pt x="2627" y="910"/>
                  </a:cubicBezTo>
                  <a:lnTo>
                    <a:pt x="2627" y="1"/>
                  </a:lnTo>
                  <a:lnTo>
                    <a:pt x="654" y="1"/>
                  </a:lnTo>
                  <a:cubicBezTo>
                    <a:pt x="652" y="1"/>
                    <a:pt x="649" y="1"/>
                    <a:pt x="64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1"/>
            <p:cNvSpPr/>
            <p:nvPr/>
          </p:nvSpPr>
          <p:spPr>
            <a:xfrm>
              <a:off x="6947788" y="1797216"/>
              <a:ext cx="34489" cy="34489"/>
            </a:xfrm>
            <a:custGeom>
              <a:rect b="b" l="l" r="r" t="t"/>
              <a:pathLst>
                <a:path extrusionOk="0" h="1315" w="1315">
                  <a:moveTo>
                    <a:pt x="1" y="1"/>
                  </a:moveTo>
                  <a:lnTo>
                    <a:pt x="1"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1"/>
            <p:cNvSpPr/>
            <p:nvPr/>
          </p:nvSpPr>
          <p:spPr>
            <a:xfrm>
              <a:off x="6907529" y="1811221"/>
              <a:ext cx="114876" cy="60743"/>
            </a:xfrm>
            <a:custGeom>
              <a:rect b="b" l="l" r="r" t="t"/>
              <a:pathLst>
                <a:path extrusionOk="0" h="2316" w="4380">
                  <a:moveTo>
                    <a:pt x="1536" y="1"/>
                  </a:moveTo>
                  <a:lnTo>
                    <a:pt x="477" y="299"/>
                  </a:lnTo>
                  <a:cubicBezTo>
                    <a:pt x="198" y="381"/>
                    <a:pt x="1" y="636"/>
                    <a:pt x="1" y="929"/>
                  </a:cubicBezTo>
                  <a:lnTo>
                    <a:pt x="1" y="2315"/>
                  </a:lnTo>
                  <a:lnTo>
                    <a:pt x="4380" y="2315"/>
                  </a:lnTo>
                  <a:lnTo>
                    <a:pt x="4380" y="929"/>
                  </a:lnTo>
                  <a:cubicBezTo>
                    <a:pt x="4380" y="636"/>
                    <a:pt x="4187" y="381"/>
                    <a:pt x="3903" y="299"/>
                  </a:cubicBezTo>
                  <a:lnTo>
                    <a:pt x="2849" y="1"/>
                  </a:lnTo>
                  <a:lnTo>
                    <a:pt x="2590" y="309"/>
                  </a:lnTo>
                  <a:cubicBezTo>
                    <a:pt x="2486" y="431"/>
                    <a:pt x="2339" y="493"/>
                    <a:pt x="2193" y="493"/>
                  </a:cubicBezTo>
                  <a:cubicBezTo>
                    <a:pt x="2046" y="493"/>
                    <a:pt x="1899" y="431"/>
                    <a:pt x="1796" y="309"/>
                  </a:cubicBezTo>
                  <a:lnTo>
                    <a:pt x="1536"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1"/>
            <p:cNvSpPr/>
            <p:nvPr/>
          </p:nvSpPr>
          <p:spPr>
            <a:xfrm>
              <a:off x="6930504" y="1739909"/>
              <a:ext cx="68926" cy="63130"/>
            </a:xfrm>
            <a:custGeom>
              <a:rect b="b" l="l" r="r" t="t"/>
              <a:pathLst>
                <a:path extrusionOk="0" h="2407" w="2628">
                  <a:moveTo>
                    <a:pt x="827" y="1"/>
                  </a:moveTo>
                  <a:cubicBezTo>
                    <a:pt x="717" y="1"/>
                    <a:pt x="608" y="48"/>
                    <a:pt x="525" y="126"/>
                  </a:cubicBezTo>
                  <a:lnTo>
                    <a:pt x="313"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1"/>
                  </a:cubicBezTo>
                  <a:cubicBezTo>
                    <a:pt x="2166" y="169"/>
                    <a:pt x="1545" y="20"/>
                    <a:pt x="843" y="1"/>
                  </a:cubicBezTo>
                  <a:cubicBezTo>
                    <a:pt x="837" y="1"/>
                    <a:pt x="832" y="1"/>
                    <a:pt x="82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1"/>
            <p:cNvSpPr/>
            <p:nvPr/>
          </p:nvSpPr>
          <p:spPr>
            <a:xfrm>
              <a:off x="6930504" y="1739909"/>
              <a:ext cx="68821" cy="61740"/>
            </a:xfrm>
            <a:custGeom>
              <a:rect b="b" l="l" r="r" t="t"/>
              <a:pathLst>
                <a:path extrusionOk="0" h="2354" w="2624">
                  <a:moveTo>
                    <a:pt x="827" y="1"/>
                  </a:moveTo>
                  <a:cubicBezTo>
                    <a:pt x="717" y="1"/>
                    <a:pt x="608" y="48"/>
                    <a:pt x="525" y="126"/>
                  </a:cubicBezTo>
                  <a:lnTo>
                    <a:pt x="309" y="343"/>
                  </a:lnTo>
                  <a:cubicBezTo>
                    <a:pt x="111" y="540"/>
                    <a:pt x="1" y="809"/>
                    <a:pt x="1" y="1088"/>
                  </a:cubicBezTo>
                  <a:cubicBezTo>
                    <a:pt x="1" y="1676"/>
                    <a:pt x="390" y="2190"/>
                    <a:pt x="949" y="2354"/>
                  </a:cubicBezTo>
                  <a:cubicBezTo>
                    <a:pt x="761" y="2123"/>
                    <a:pt x="660" y="1829"/>
                    <a:pt x="660" y="1531"/>
                  </a:cubicBezTo>
                  <a:lnTo>
                    <a:pt x="660" y="1093"/>
                  </a:lnTo>
                  <a:cubicBezTo>
                    <a:pt x="660" y="850"/>
                    <a:pt x="853" y="654"/>
                    <a:pt x="1089" y="654"/>
                  </a:cubicBezTo>
                  <a:cubicBezTo>
                    <a:pt x="1100" y="654"/>
                    <a:pt x="1111" y="655"/>
                    <a:pt x="1122" y="655"/>
                  </a:cubicBezTo>
                  <a:cubicBezTo>
                    <a:pt x="1564" y="684"/>
                    <a:pt x="2219" y="756"/>
                    <a:pt x="2623" y="949"/>
                  </a:cubicBezTo>
                  <a:cubicBezTo>
                    <a:pt x="2609" y="858"/>
                    <a:pt x="2570" y="569"/>
                    <a:pt x="2503" y="501"/>
                  </a:cubicBezTo>
                  <a:cubicBezTo>
                    <a:pt x="2166" y="169"/>
                    <a:pt x="1545" y="20"/>
                    <a:pt x="843" y="1"/>
                  </a:cubicBezTo>
                  <a:cubicBezTo>
                    <a:pt x="837" y="1"/>
                    <a:pt x="832" y="1"/>
                    <a:pt x="82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1"/>
            <p:cNvSpPr/>
            <p:nvPr/>
          </p:nvSpPr>
          <p:spPr>
            <a:xfrm>
              <a:off x="6907529" y="1825725"/>
              <a:ext cx="23002" cy="46239"/>
            </a:xfrm>
            <a:custGeom>
              <a:rect b="b" l="l" r="r" t="t"/>
              <a:pathLst>
                <a:path extrusionOk="0" h="1763" w="877">
                  <a:moveTo>
                    <a:pt x="121" y="1"/>
                  </a:moveTo>
                  <a:cubicBezTo>
                    <a:pt x="44" y="112"/>
                    <a:pt x="1" y="242"/>
                    <a:pt x="1" y="376"/>
                  </a:cubicBezTo>
                  <a:lnTo>
                    <a:pt x="1" y="1762"/>
                  </a:lnTo>
                  <a:lnTo>
                    <a:pt x="877" y="1762"/>
                  </a:lnTo>
                  <a:lnTo>
                    <a:pt x="877" y="1031"/>
                  </a:lnTo>
                  <a:cubicBezTo>
                    <a:pt x="877" y="857"/>
                    <a:pt x="809" y="689"/>
                    <a:pt x="684" y="564"/>
                  </a:cubicBezTo>
                  <a:lnTo>
                    <a:pt x="12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1"/>
            <p:cNvSpPr/>
            <p:nvPr/>
          </p:nvSpPr>
          <p:spPr>
            <a:xfrm>
              <a:off x="6999404" y="1825725"/>
              <a:ext cx="23002" cy="46239"/>
            </a:xfrm>
            <a:custGeom>
              <a:rect b="b" l="l" r="r" t="t"/>
              <a:pathLst>
                <a:path extrusionOk="0" h="1763" w="877">
                  <a:moveTo>
                    <a:pt x="756" y="1"/>
                  </a:moveTo>
                  <a:lnTo>
                    <a:pt x="193" y="564"/>
                  </a:lnTo>
                  <a:cubicBezTo>
                    <a:pt x="73" y="689"/>
                    <a:pt x="1" y="857"/>
                    <a:pt x="1" y="1031"/>
                  </a:cubicBezTo>
                  <a:lnTo>
                    <a:pt x="1" y="1762"/>
                  </a:lnTo>
                  <a:lnTo>
                    <a:pt x="877" y="1762"/>
                  </a:lnTo>
                  <a:lnTo>
                    <a:pt x="877" y="376"/>
                  </a:lnTo>
                  <a:cubicBezTo>
                    <a:pt x="877" y="242"/>
                    <a:pt x="833" y="112"/>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1"/>
            <p:cNvSpPr/>
            <p:nvPr/>
          </p:nvSpPr>
          <p:spPr>
            <a:xfrm>
              <a:off x="6689473" y="1510497"/>
              <a:ext cx="114667" cy="194765"/>
            </a:xfrm>
            <a:custGeom>
              <a:rect b="b" l="l" r="r" t="t"/>
              <a:pathLst>
                <a:path extrusionOk="0" h="7426" w="4372">
                  <a:moveTo>
                    <a:pt x="2190" y="409"/>
                  </a:moveTo>
                  <a:cubicBezTo>
                    <a:pt x="2555" y="409"/>
                    <a:pt x="2858" y="660"/>
                    <a:pt x="2858" y="972"/>
                  </a:cubicBezTo>
                  <a:lnTo>
                    <a:pt x="2858" y="1011"/>
                  </a:lnTo>
                  <a:cubicBezTo>
                    <a:pt x="2644" y="919"/>
                    <a:pt x="2417" y="874"/>
                    <a:pt x="2190" y="874"/>
                  </a:cubicBezTo>
                  <a:cubicBezTo>
                    <a:pt x="1962" y="874"/>
                    <a:pt x="1735" y="919"/>
                    <a:pt x="1521" y="1011"/>
                  </a:cubicBezTo>
                  <a:cubicBezTo>
                    <a:pt x="1516" y="996"/>
                    <a:pt x="1516" y="987"/>
                    <a:pt x="1516" y="972"/>
                  </a:cubicBezTo>
                  <a:cubicBezTo>
                    <a:pt x="1516" y="660"/>
                    <a:pt x="1819" y="409"/>
                    <a:pt x="2190" y="409"/>
                  </a:cubicBezTo>
                  <a:close/>
                  <a:moveTo>
                    <a:pt x="2192" y="1281"/>
                  </a:moveTo>
                  <a:cubicBezTo>
                    <a:pt x="3078" y="1281"/>
                    <a:pt x="3737" y="2154"/>
                    <a:pt x="3450" y="3027"/>
                  </a:cubicBezTo>
                  <a:cubicBezTo>
                    <a:pt x="2868" y="2435"/>
                    <a:pt x="1843" y="2204"/>
                    <a:pt x="1795" y="2194"/>
                  </a:cubicBezTo>
                  <a:cubicBezTo>
                    <a:pt x="1777" y="2190"/>
                    <a:pt x="1760" y="2188"/>
                    <a:pt x="1742" y="2188"/>
                  </a:cubicBezTo>
                  <a:cubicBezTo>
                    <a:pt x="1698" y="2188"/>
                    <a:pt x="1655" y="2202"/>
                    <a:pt x="1617" y="2233"/>
                  </a:cubicBezTo>
                  <a:cubicBezTo>
                    <a:pt x="1569" y="2271"/>
                    <a:pt x="1545" y="2329"/>
                    <a:pt x="1545" y="2392"/>
                  </a:cubicBezTo>
                  <a:cubicBezTo>
                    <a:pt x="1530" y="2507"/>
                    <a:pt x="1473" y="2608"/>
                    <a:pt x="1386" y="2685"/>
                  </a:cubicBezTo>
                  <a:cubicBezTo>
                    <a:pt x="1228" y="2832"/>
                    <a:pt x="1367" y="3043"/>
                    <a:pt x="1527" y="3043"/>
                  </a:cubicBezTo>
                  <a:cubicBezTo>
                    <a:pt x="1577" y="3043"/>
                    <a:pt x="1629" y="3023"/>
                    <a:pt x="1675" y="2974"/>
                  </a:cubicBezTo>
                  <a:cubicBezTo>
                    <a:pt x="1771" y="2883"/>
                    <a:pt x="1848" y="2772"/>
                    <a:pt x="1901" y="2647"/>
                  </a:cubicBezTo>
                  <a:cubicBezTo>
                    <a:pt x="2243" y="2748"/>
                    <a:pt x="2959" y="3008"/>
                    <a:pt x="3282" y="3460"/>
                  </a:cubicBezTo>
                  <a:cubicBezTo>
                    <a:pt x="3188" y="3991"/>
                    <a:pt x="2727" y="4375"/>
                    <a:pt x="2195" y="4375"/>
                  </a:cubicBezTo>
                  <a:cubicBezTo>
                    <a:pt x="2182" y="4375"/>
                    <a:pt x="2169" y="4375"/>
                    <a:pt x="2156" y="4374"/>
                  </a:cubicBezTo>
                  <a:cubicBezTo>
                    <a:pt x="1603" y="4360"/>
                    <a:pt x="1150" y="3936"/>
                    <a:pt x="1088" y="3393"/>
                  </a:cubicBezTo>
                  <a:lnTo>
                    <a:pt x="1088" y="3388"/>
                  </a:lnTo>
                  <a:cubicBezTo>
                    <a:pt x="1083" y="3359"/>
                    <a:pt x="1073" y="3330"/>
                    <a:pt x="1059" y="3306"/>
                  </a:cubicBezTo>
                  <a:cubicBezTo>
                    <a:pt x="549" y="2478"/>
                    <a:pt x="1068" y="1405"/>
                    <a:pt x="2036" y="1290"/>
                  </a:cubicBezTo>
                  <a:cubicBezTo>
                    <a:pt x="2089" y="1284"/>
                    <a:pt x="2141" y="1281"/>
                    <a:pt x="2192" y="1281"/>
                  </a:cubicBezTo>
                  <a:close/>
                  <a:moveTo>
                    <a:pt x="2642" y="4721"/>
                  </a:moveTo>
                  <a:lnTo>
                    <a:pt x="2642" y="4937"/>
                  </a:lnTo>
                  <a:cubicBezTo>
                    <a:pt x="2637" y="5004"/>
                    <a:pt x="2656" y="5077"/>
                    <a:pt x="2690" y="5139"/>
                  </a:cubicBezTo>
                  <a:lnTo>
                    <a:pt x="2190" y="5616"/>
                  </a:lnTo>
                  <a:lnTo>
                    <a:pt x="1684" y="5139"/>
                  </a:lnTo>
                  <a:cubicBezTo>
                    <a:pt x="1713" y="5077"/>
                    <a:pt x="1732" y="5009"/>
                    <a:pt x="1732" y="4937"/>
                  </a:cubicBezTo>
                  <a:lnTo>
                    <a:pt x="1732" y="4721"/>
                  </a:lnTo>
                  <a:cubicBezTo>
                    <a:pt x="1877" y="4764"/>
                    <a:pt x="2031" y="4788"/>
                    <a:pt x="2185" y="4788"/>
                  </a:cubicBezTo>
                  <a:lnTo>
                    <a:pt x="2190" y="4788"/>
                  </a:lnTo>
                  <a:cubicBezTo>
                    <a:pt x="2339" y="4788"/>
                    <a:pt x="2493" y="4764"/>
                    <a:pt x="2642" y="4721"/>
                  </a:cubicBezTo>
                  <a:close/>
                  <a:moveTo>
                    <a:pt x="2185" y="0"/>
                  </a:moveTo>
                  <a:cubicBezTo>
                    <a:pt x="1588" y="0"/>
                    <a:pt x="1102" y="433"/>
                    <a:pt x="1102" y="972"/>
                  </a:cubicBezTo>
                  <a:cubicBezTo>
                    <a:pt x="1102" y="1059"/>
                    <a:pt x="1117" y="1141"/>
                    <a:pt x="1141" y="1227"/>
                  </a:cubicBezTo>
                  <a:cubicBezTo>
                    <a:pt x="438" y="1752"/>
                    <a:pt x="241" y="2719"/>
                    <a:pt x="679" y="3479"/>
                  </a:cubicBezTo>
                  <a:cubicBezTo>
                    <a:pt x="736" y="3903"/>
                    <a:pt x="972" y="4278"/>
                    <a:pt x="1323" y="4523"/>
                  </a:cubicBezTo>
                  <a:lnTo>
                    <a:pt x="1323" y="4937"/>
                  </a:lnTo>
                  <a:cubicBezTo>
                    <a:pt x="1323" y="4942"/>
                    <a:pt x="1319" y="4947"/>
                    <a:pt x="1314" y="4952"/>
                  </a:cubicBezTo>
                  <a:lnTo>
                    <a:pt x="486" y="5365"/>
                  </a:lnTo>
                  <a:cubicBezTo>
                    <a:pt x="193" y="5510"/>
                    <a:pt x="5" y="5808"/>
                    <a:pt x="10" y="6135"/>
                  </a:cubicBezTo>
                  <a:lnTo>
                    <a:pt x="10" y="7213"/>
                  </a:lnTo>
                  <a:cubicBezTo>
                    <a:pt x="0" y="7355"/>
                    <a:pt x="106" y="7426"/>
                    <a:pt x="213" y="7426"/>
                  </a:cubicBezTo>
                  <a:cubicBezTo>
                    <a:pt x="319" y="7426"/>
                    <a:pt x="426" y="7355"/>
                    <a:pt x="419" y="7213"/>
                  </a:cubicBezTo>
                  <a:lnTo>
                    <a:pt x="419" y="6135"/>
                  </a:lnTo>
                  <a:cubicBezTo>
                    <a:pt x="414" y="5967"/>
                    <a:pt x="515" y="5808"/>
                    <a:pt x="669" y="5731"/>
                  </a:cubicBezTo>
                  <a:lnTo>
                    <a:pt x="1352" y="5389"/>
                  </a:lnTo>
                  <a:lnTo>
                    <a:pt x="1983" y="5986"/>
                  </a:lnTo>
                  <a:lnTo>
                    <a:pt x="1983" y="7213"/>
                  </a:lnTo>
                  <a:cubicBezTo>
                    <a:pt x="1975" y="7355"/>
                    <a:pt x="2081" y="7426"/>
                    <a:pt x="2187" y="7426"/>
                  </a:cubicBezTo>
                  <a:cubicBezTo>
                    <a:pt x="2293" y="7426"/>
                    <a:pt x="2399" y="7355"/>
                    <a:pt x="2392" y="7213"/>
                  </a:cubicBezTo>
                  <a:lnTo>
                    <a:pt x="2392" y="5986"/>
                  </a:lnTo>
                  <a:lnTo>
                    <a:pt x="3017" y="5389"/>
                  </a:lnTo>
                  <a:lnTo>
                    <a:pt x="3705" y="5731"/>
                  </a:lnTo>
                  <a:cubicBezTo>
                    <a:pt x="3859" y="5808"/>
                    <a:pt x="3955" y="5962"/>
                    <a:pt x="3955" y="6135"/>
                  </a:cubicBezTo>
                  <a:lnTo>
                    <a:pt x="3955" y="7213"/>
                  </a:lnTo>
                  <a:cubicBezTo>
                    <a:pt x="3946" y="7355"/>
                    <a:pt x="4052" y="7426"/>
                    <a:pt x="4158" y="7426"/>
                  </a:cubicBezTo>
                  <a:cubicBezTo>
                    <a:pt x="4265" y="7426"/>
                    <a:pt x="4372" y="7355"/>
                    <a:pt x="4364" y="7213"/>
                  </a:cubicBezTo>
                  <a:lnTo>
                    <a:pt x="4364" y="6135"/>
                  </a:lnTo>
                  <a:cubicBezTo>
                    <a:pt x="4364" y="5808"/>
                    <a:pt x="4177" y="5510"/>
                    <a:pt x="3888" y="5365"/>
                  </a:cubicBezTo>
                  <a:lnTo>
                    <a:pt x="3056" y="4952"/>
                  </a:lnTo>
                  <a:cubicBezTo>
                    <a:pt x="3051" y="4947"/>
                    <a:pt x="3051" y="4942"/>
                    <a:pt x="3051" y="4937"/>
                  </a:cubicBezTo>
                  <a:lnTo>
                    <a:pt x="3051" y="4523"/>
                  </a:lnTo>
                  <a:cubicBezTo>
                    <a:pt x="3397" y="4278"/>
                    <a:pt x="3633" y="3903"/>
                    <a:pt x="3691" y="3479"/>
                  </a:cubicBezTo>
                  <a:cubicBezTo>
                    <a:pt x="4134" y="2719"/>
                    <a:pt x="3936" y="1752"/>
                    <a:pt x="3229" y="1227"/>
                  </a:cubicBezTo>
                  <a:cubicBezTo>
                    <a:pt x="3258" y="1141"/>
                    <a:pt x="3267" y="1059"/>
                    <a:pt x="3267" y="972"/>
                  </a:cubicBezTo>
                  <a:cubicBezTo>
                    <a:pt x="3267" y="438"/>
                    <a:pt x="2781"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1"/>
            <p:cNvSpPr/>
            <p:nvPr/>
          </p:nvSpPr>
          <p:spPr>
            <a:xfrm>
              <a:off x="6712685" y="1678327"/>
              <a:ext cx="10753" cy="26385"/>
            </a:xfrm>
            <a:custGeom>
              <a:rect b="b" l="l" r="r" t="t"/>
              <a:pathLst>
                <a:path extrusionOk="0" h="1006" w="410">
                  <a:moveTo>
                    <a:pt x="208" y="1"/>
                  </a:moveTo>
                  <a:cubicBezTo>
                    <a:pt x="92" y="1"/>
                    <a:pt x="1" y="92"/>
                    <a:pt x="1" y="208"/>
                  </a:cubicBezTo>
                  <a:lnTo>
                    <a:pt x="1" y="814"/>
                  </a:lnTo>
                  <a:cubicBezTo>
                    <a:pt x="8" y="942"/>
                    <a:pt x="106" y="1005"/>
                    <a:pt x="205" y="1005"/>
                  </a:cubicBezTo>
                  <a:cubicBezTo>
                    <a:pt x="304" y="1005"/>
                    <a:pt x="402" y="942"/>
                    <a:pt x="410" y="814"/>
                  </a:cubicBezTo>
                  <a:lnTo>
                    <a:pt x="410" y="208"/>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1"/>
            <p:cNvSpPr/>
            <p:nvPr/>
          </p:nvSpPr>
          <p:spPr>
            <a:xfrm>
              <a:off x="6769913" y="1678090"/>
              <a:ext cx="11147" cy="27172"/>
            </a:xfrm>
            <a:custGeom>
              <a:rect b="b" l="l" r="r" t="t"/>
              <a:pathLst>
                <a:path extrusionOk="0" h="1036" w="425">
                  <a:moveTo>
                    <a:pt x="212" y="0"/>
                  </a:moveTo>
                  <a:cubicBezTo>
                    <a:pt x="107" y="0"/>
                    <a:pt x="1" y="72"/>
                    <a:pt x="8" y="217"/>
                  </a:cubicBezTo>
                  <a:lnTo>
                    <a:pt x="8" y="823"/>
                  </a:lnTo>
                  <a:cubicBezTo>
                    <a:pt x="1" y="965"/>
                    <a:pt x="107" y="1036"/>
                    <a:pt x="212" y="1036"/>
                  </a:cubicBezTo>
                  <a:cubicBezTo>
                    <a:pt x="318" y="1036"/>
                    <a:pt x="424" y="965"/>
                    <a:pt x="417" y="823"/>
                  </a:cubicBezTo>
                  <a:lnTo>
                    <a:pt x="417" y="217"/>
                  </a:lnTo>
                  <a:cubicBezTo>
                    <a:pt x="424" y="72"/>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1"/>
            <p:cNvSpPr/>
            <p:nvPr/>
          </p:nvSpPr>
          <p:spPr>
            <a:xfrm>
              <a:off x="6940864" y="1734375"/>
              <a:ext cx="49990" cy="16943"/>
            </a:xfrm>
            <a:custGeom>
              <a:rect b="b" l="l" r="r" t="t"/>
              <a:pathLst>
                <a:path extrusionOk="0" h="646" w="1906">
                  <a:moveTo>
                    <a:pt x="260" y="0"/>
                  </a:moveTo>
                  <a:cubicBezTo>
                    <a:pt x="0" y="15"/>
                    <a:pt x="0" y="400"/>
                    <a:pt x="260" y="414"/>
                  </a:cubicBezTo>
                  <a:cubicBezTo>
                    <a:pt x="496" y="414"/>
                    <a:pt x="1165" y="448"/>
                    <a:pt x="1487" y="611"/>
                  </a:cubicBezTo>
                  <a:cubicBezTo>
                    <a:pt x="1526" y="635"/>
                    <a:pt x="1564" y="645"/>
                    <a:pt x="1600" y="645"/>
                  </a:cubicBezTo>
                  <a:cubicBezTo>
                    <a:pt x="1794" y="645"/>
                    <a:pt x="1905" y="335"/>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1"/>
            <p:cNvSpPr/>
            <p:nvPr/>
          </p:nvSpPr>
          <p:spPr>
            <a:xfrm>
              <a:off x="6901995" y="1705734"/>
              <a:ext cx="126023" cy="171816"/>
            </a:xfrm>
            <a:custGeom>
              <a:rect b="b" l="l" r="r" t="t"/>
              <a:pathLst>
                <a:path extrusionOk="0" h="6551" w="4805">
                  <a:moveTo>
                    <a:pt x="3729" y="409"/>
                  </a:moveTo>
                  <a:lnTo>
                    <a:pt x="3729" y="1261"/>
                  </a:lnTo>
                  <a:cubicBezTo>
                    <a:pt x="3729" y="1395"/>
                    <a:pt x="3696" y="1535"/>
                    <a:pt x="3638" y="1660"/>
                  </a:cubicBezTo>
                  <a:lnTo>
                    <a:pt x="3532" y="1867"/>
                  </a:lnTo>
                  <a:cubicBezTo>
                    <a:pt x="3518" y="1891"/>
                    <a:pt x="3513" y="1925"/>
                    <a:pt x="3513" y="1958"/>
                  </a:cubicBezTo>
                  <a:lnTo>
                    <a:pt x="3513" y="2396"/>
                  </a:lnTo>
                  <a:cubicBezTo>
                    <a:pt x="3513" y="3010"/>
                    <a:pt x="3012" y="3504"/>
                    <a:pt x="2402" y="3504"/>
                  </a:cubicBezTo>
                  <a:cubicBezTo>
                    <a:pt x="2391" y="3504"/>
                    <a:pt x="2379" y="3503"/>
                    <a:pt x="2368" y="3503"/>
                  </a:cubicBezTo>
                  <a:cubicBezTo>
                    <a:pt x="1776" y="3484"/>
                    <a:pt x="1295" y="2964"/>
                    <a:pt x="1295" y="2339"/>
                  </a:cubicBezTo>
                  <a:lnTo>
                    <a:pt x="1295" y="1958"/>
                  </a:lnTo>
                  <a:cubicBezTo>
                    <a:pt x="1295" y="1925"/>
                    <a:pt x="1285" y="1891"/>
                    <a:pt x="1271" y="1867"/>
                  </a:cubicBezTo>
                  <a:lnTo>
                    <a:pt x="1145" y="1612"/>
                  </a:lnTo>
                  <a:cubicBezTo>
                    <a:pt x="1097" y="1516"/>
                    <a:pt x="1073" y="1415"/>
                    <a:pt x="1073" y="1309"/>
                  </a:cubicBezTo>
                  <a:lnTo>
                    <a:pt x="1073" y="1299"/>
                  </a:lnTo>
                  <a:cubicBezTo>
                    <a:pt x="1073" y="808"/>
                    <a:pt x="1473" y="409"/>
                    <a:pt x="1963" y="409"/>
                  </a:cubicBezTo>
                  <a:close/>
                  <a:moveTo>
                    <a:pt x="2854" y="3840"/>
                  </a:moveTo>
                  <a:cubicBezTo>
                    <a:pt x="2858" y="3902"/>
                    <a:pt x="2868" y="3965"/>
                    <a:pt x="2892" y="4023"/>
                  </a:cubicBezTo>
                  <a:lnTo>
                    <a:pt x="2724" y="4196"/>
                  </a:lnTo>
                  <a:cubicBezTo>
                    <a:pt x="2637" y="4278"/>
                    <a:pt x="2522" y="4326"/>
                    <a:pt x="2401" y="4326"/>
                  </a:cubicBezTo>
                  <a:cubicBezTo>
                    <a:pt x="2281" y="4326"/>
                    <a:pt x="2166" y="4278"/>
                    <a:pt x="2084" y="4191"/>
                  </a:cubicBezTo>
                  <a:lnTo>
                    <a:pt x="1915" y="4023"/>
                  </a:lnTo>
                  <a:cubicBezTo>
                    <a:pt x="1935" y="3965"/>
                    <a:pt x="1949" y="3902"/>
                    <a:pt x="1949" y="3840"/>
                  </a:cubicBezTo>
                  <a:cubicBezTo>
                    <a:pt x="2079" y="3883"/>
                    <a:pt x="2218" y="3907"/>
                    <a:pt x="2358" y="3912"/>
                  </a:cubicBezTo>
                  <a:lnTo>
                    <a:pt x="2401" y="3912"/>
                  </a:lnTo>
                  <a:cubicBezTo>
                    <a:pt x="2555" y="3912"/>
                    <a:pt x="2709" y="3888"/>
                    <a:pt x="2854" y="3840"/>
                  </a:cubicBezTo>
                  <a:close/>
                  <a:moveTo>
                    <a:pt x="1963" y="0"/>
                  </a:moveTo>
                  <a:cubicBezTo>
                    <a:pt x="1246" y="0"/>
                    <a:pt x="664" y="582"/>
                    <a:pt x="664" y="1299"/>
                  </a:cubicBezTo>
                  <a:lnTo>
                    <a:pt x="664" y="1309"/>
                  </a:lnTo>
                  <a:cubicBezTo>
                    <a:pt x="664" y="1477"/>
                    <a:pt x="703" y="1641"/>
                    <a:pt x="780" y="1790"/>
                  </a:cubicBezTo>
                  <a:lnTo>
                    <a:pt x="886" y="2002"/>
                  </a:lnTo>
                  <a:lnTo>
                    <a:pt x="886" y="2339"/>
                  </a:lnTo>
                  <a:cubicBezTo>
                    <a:pt x="881" y="2849"/>
                    <a:pt x="1126" y="3330"/>
                    <a:pt x="1540" y="3628"/>
                  </a:cubicBezTo>
                  <a:lnTo>
                    <a:pt x="1540" y="3811"/>
                  </a:lnTo>
                  <a:cubicBezTo>
                    <a:pt x="1540" y="3917"/>
                    <a:pt x="1473" y="4008"/>
                    <a:pt x="1372" y="4037"/>
                  </a:cubicBezTo>
                  <a:lnTo>
                    <a:pt x="631" y="4249"/>
                  </a:lnTo>
                  <a:cubicBezTo>
                    <a:pt x="265" y="4355"/>
                    <a:pt x="10" y="4691"/>
                    <a:pt x="10" y="5076"/>
                  </a:cubicBezTo>
                  <a:lnTo>
                    <a:pt x="10" y="6337"/>
                  </a:lnTo>
                  <a:cubicBezTo>
                    <a:pt x="0" y="6479"/>
                    <a:pt x="106" y="6550"/>
                    <a:pt x="213" y="6550"/>
                  </a:cubicBezTo>
                  <a:cubicBezTo>
                    <a:pt x="319" y="6550"/>
                    <a:pt x="426" y="6479"/>
                    <a:pt x="419" y="6337"/>
                  </a:cubicBezTo>
                  <a:lnTo>
                    <a:pt x="419" y="5081"/>
                  </a:lnTo>
                  <a:cubicBezTo>
                    <a:pt x="419" y="4879"/>
                    <a:pt x="549" y="4701"/>
                    <a:pt x="746" y="4643"/>
                  </a:cubicBezTo>
                  <a:lnTo>
                    <a:pt x="1482" y="4432"/>
                  </a:lnTo>
                  <a:cubicBezTo>
                    <a:pt x="1545" y="4412"/>
                    <a:pt x="1607" y="4388"/>
                    <a:pt x="1660" y="4350"/>
                  </a:cubicBezTo>
                  <a:lnTo>
                    <a:pt x="1790" y="4485"/>
                  </a:lnTo>
                  <a:cubicBezTo>
                    <a:pt x="1959" y="4651"/>
                    <a:pt x="2180" y="4734"/>
                    <a:pt x="2401" y="4734"/>
                  </a:cubicBezTo>
                  <a:cubicBezTo>
                    <a:pt x="2623" y="4734"/>
                    <a:pt x="2844" y="4651"/>
                    <a:pt x="3012" y="4485"/>
                  </a:cubicBezTo>
                  <a:lnTo>
                    <a:pt x="3142" y="4350"/>
                  </a:lnTo>
                  <a:cubicBezTo>
                    <a:pt x="3200" y="4388"/>
                    <a:pt x="3258" y="4417"/>
                    <a:pt x="3325" y="4436"/>
                  </a:cubicBezTo>
                  <a:lnTo>
                    <a:pt x="4061" y="4643"/>
                  </a:lnTo>
                  <a:cubicBezTo>
                    <a:pt x="4254" y="4701"/>
                    <a:pt x="4389" y="4879"/>
                    <a:pt x="4389" y="5081"/>
                  </a:cubicBezTo>
                  <a:lnTo>
                    <a:pt x="4389" y="6337"/>
                  </a:lnTo>
                  <a:cubicBezTo>
                    <a:pt x="4381" y="6479"/>
                    <a:pt x="4487" y="6550"/>
                    <a:pt x="4593" y="6550"/>
                  </a:cubicBezTo>
                  <a:cubicBezTo>
                    <a:pt x="4699" y="6550"/>
                    <a:pt x="4805" y="6479"/>
                    <a:pt x="4798" y="6337"/>
                  </a:cubicBezTo>
                  <a:lnTo>
                    <a:pt x="4798" y="5081"/>
                  </a:lnTo>
                  <a:cubicBezTo>
                    <a:pt x="4798" y="4691"/>
                    <a:pt x="4543" y="4355"/>
                    <a:pt x="4172" y="4249"/>
                  </a:cubicBezTo>
                  <a:lnTo>
                    <a:pt x="3431" y="4037"/>
                  </a:lnTo>
                  <a:cubicBezTo>
                    <a:pt x="3335" y="4008"/>
                    <a:pt x="3263" y="3917"/>
                    <a:pt x="3263" y="3816"/>
                  </a:cubicBezTo>
                  <a:lnTo>
                    <a:pt x="3263" y="3643"/>
                  </a:lnTo>
                  <a:cubicBezTo>
                    <a:pt x="3335" y="3594"/>
                    <a:pt x="3397" y="3541"/>
                    <a:pt x="3460" y="3484"/>
                  </a:cubicBezTo>
                  <a:cubicBezTo>
                    <a:pt x="3753" y="3200"/>
                    <a:pt x="3922" y="2805"/>
                    <a:pt x="3922" y="2391"/>
                  </a:cubicBezTo>
                  <a:lnTo>
                    <a:pt x="3922" y="2007"/>
                  </a:lnTo>
                  <a:lnTo>
                    <a:pt x="4004" y="1843"/>
                  </a:lnTo>
                  <a:cubicBezTo>
                    <a:pt x="4090" y="1660"/>
                    <a:pt x="4138" y="1463"/>
                    <a:pt x="4138" y="1261"/>
                  </a:cubicBezTo>
                  <a:lnTo>
                    <a:pt x="4138" y="207"/>
                  </a:lnTo>
                  <a:cubicBezTo>
                    <a:pt x="4138" y="91"/>
                    <a:pt x="4047" y="0"/>
                    <a:pt x="3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1"/>
            <p:cNvSpPr/>
            <p:nvPr/>
          </p:nvSpPr>
          <p:spPr>
            <a:xfrm>
              <a:off x="6924944" y="1843534"/>
              <a:ext cx="11199" cy="34017"/>
            </a:xfrm>
            <a:custGeom>
              <a:rect b="b" l="l" r="r" t="t"/>
              <a:pathLst>
                <a:path extrusionOk="0" h="1297" w="427">
                  <a:moveTo>
                    <a:pt x="213" y="0"/>
                  </a:moveTo>
                  <a:cubicBezTo>
                    <a:pt x="102" y="0"/>
                    <a:pt x="11" y="92"/>
                    <a:pt x="11" y="207"/>
                  </a:cubicBezTo>
                  <a:lnTo>
                    <a:pt x="11" y="1083"/>
                  </a:lnTo>
                  <a:cubicBezTo>
                    <a:pt x="1" y="1225"/>
                    <a:pt x="107" y="1296"/>
                    <a:pt x="213" y="1296"/>
                  </a:cubicBezTo>
                  <a:cubicBezTo>
                    <a:pt x="320" y="1296"/>
                    <a:pt x="427" y="1225"/>
                    <a:pt x="420" y="1083"/>
                  </a:cubicBezTo>
                  <a:lnTo>
                    <a:pt x="420" y="203"/>
                  </a:lnTo>
                  <a:cubicBezTo>
                    <a:pt x="415" y="92"/>
                    <a:pt x="323"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1"/>
            <p:cNvSpPr/>
            <p:nvPr/>
          </p:nvSpPr>
          <p:spPr>
            <a:xfrm>
              <a:off x="6994106" y="1843534"/>
              <a:ext cx="10753" cy="33440"/>
            </a:xfrm>
            <a:custGeom>
              <a:rect b="b" l="l" r="r" t="t"/>
              <a:pathLst>
                <a:path extrusionOk="0" h="1275" w="410">
                  <a:moveTo>
                    <a:pt x="203" y="0"/>
                  </a:moveTo>
                  <a:cubicBezTo>
                    <a:pt x="92" y="0"/>
                    <a:pt x="1" y="92"/>
                    <a:pt x="1" y="207"/>
                  </a:cubicBezTo>
                  <a:lnTo>
                    <a:pt x="1" y="1083"/>
                  </a:lnTo>
                  <a:cubicBezTo>
                    <a:pt x="6" y="1211"/>
                    <a:pt x="104" y="1274"/>
                    <a:pt x="203" y="1274"/>
                  </a:cubicBezTo>
                  <a:cubicBezTo>
                    <a:pt x="303" y="1274"/>
                    <a:pt x="403" y="1211"/>
                    <a:pt x="410" y="1083"/>
                  </a:cubicBezTo>
                  <a:lnTo>
                    <a:pt x="410" y="203"/>
                  </a:lnTo>
                  <a:cubicBezTo>
                    <a:pt x="405" y="92"/>
                    <a:pt x="31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1"/>
            <p:cNvSpPr/>
            <p:nvPr/>
          </p:nvSpPr>
          <p:spPr>
            <a:xfrm>
              <a:off x="6790816" y="1590779"/>
              <a:ext cx="188366" cy="104228"/>
            </a:xfrm>
            <a:custGeom>
              <a:rect b="b" l="l" r="r" t="t"/>
              <a:pathLst>
                <a:path extrusionOk="0" h="3974" w="7182">
                  <a:moveTo>
                    <a:pt x="2476" y="0"/>
                  </a:moveTo>
                  <a:cubicBezTo>
                    <a:pt x="1677" y="0"/>
                    <a:pt x="863" y="220"/>
                    <a:pt x="125" y="692"/>
                  </a:cubicBezTo>
                  <a:cubicBezTo>
                    <a:pt x="29" y="750"/>
                    <a:pt x="0" y="880"/>
                    <a:pt x="63" y="976"/>
                  </a:cubicBezTo>
                  <a:cubicBezTo>
                    <a:pt x="103" y="1038"/>
                    <a:pt x="170" y="1070"/>
                    <a:pt x="238" y="1070"/>
                  </a:cubicBezTo>
                  <a:cubicBezTo>
                    <a:pt x="276" y="1070"/>
                    <a:pt x="314" y="1060"/>
                    <a:pt x="347" y="1039"/>
                  </a:cubicBezTo>
                  <a:cubicBezTo>
                    <a:pt x="1015" y="610"/>
                    <a:pt x="1752" y="410"/>
                    <a:pt x="2476" y="410"/>
                  </a:cubicBezTo>
                  <a:cubicBezTo>
                    <a:pt x="4107" y="410"/>
                    <a:pt x="5673" y="1426"/>
                    <a:pt x="6236" y="3122"/>
                  </a:cubicBezTo>
                  <a:lnTo>
                    <a:pt x="5894" y="2776"/>
                  </a:lnTo>
                  <a:cubicBezTo>
                    <a:pt x="5848" y="2724"/>
                    <a:pt x="5794" y="2702"/>
                    <a:pt x="5743" y="2702"/>
                  </a:cubicBezTo>
                  <a:cubicBezTo>
                    <a:pt x="5581" y="2702"/>
                    <a:pt x="5440" y="2915"/>
                    <a:pt x="5601" y="3065"/>
                  </a:cubicBezTo>
                  <a:lnTo>
                    <a:pt x="6443" y="3911"/>
                  </a:lnTo>
                  <a:cubicBezTo>
                    <a:pt x="6483" y="3954"/>
                    <a:pt x="6536" y="3974"/>
                    <a:pt x="6588" y="3974"/>
                  </a:cubicBezTo>
                  <a:cubicBezTo>
                    <a:pt x="6672" y="3974"/>
                    <a:pt x="6755" y="3922"/>
                    <a:pt x="6785" y="3830"/>
                  </a:cubicBezTo>
                  <a:lnTo>
                    <a:pt x="7131" y="2685"/>
                  </a:lnTo>
                  <a:cubicBezTo>
                    <a:pt x="7181" y="2526"/>
                    <a:pt x="7051" y="2417"/>
                    <a:pt x="6925" y="2417"/>
                  </a:cubicBezTo>
                  <a:cubicBezTo>
                    <a:pt x="6845" y="2417"/>
                    <a:pt x="6766" y="2461"/>
                    <a:pt x="6737" y="2564"/>
                  </a:cubicBezTo>
                  <a:lnTo>
                    <a:pt x="6616" y="2964"/>
                  </a:lnTo>
                  <a:cubicBezTo>
                    <a:pt x="5987" y="1107"/>
                    <a:pt x="4268" y="0"/>
                    <a:pt x="2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1"/>
            <p:cNvSpPr/>
            <p:nvPr/>
          </p:nvSpPr>
          <p:spPr>
            <a:xfrm>
              <a:off x="6733877" y="1716671"/>
              <a:ext cx="186950" cy="103153"/>
            </a:xfrm>
            <a:custGeom>
              <a:rect b="b" l="l" r="r" t="t"/>
              <a:pathLst>
                <a:path extrusionOk="0" h="3933" w="7128">
                  <a:moveTo>
                    <a:pt x="540" y="0"/>
                  </a:moveTo>
                  <a:cubicBezTo>
                    <a:pt x="451" y="0"/>
                    <a:pt x="363" y="59"/>
                    <a:pt x="338" y="156"/>
                  </a:cubicBezTo>
                  <a:lnTo>
                    <a:pt x="49" y="1310"/>
                  </a:lnTo>
                  <a:cubicBezTo>
                    <a:pt x="1" y="1472"/>
                    <a:pt x="129" y="1576"/>
                    <a:pt x="253" y="1576"/>
                  </a:cubicBezTo>
                  <a:cubicBezTo>
                    <a:pt x="340" y="1576"/>
                    <a:pt x="425" y="1526"/>
                    <a:pt x="448" y="1412"/>
                  </a:cubicBezTo>
                  <a:lnTo>
                    <a:pt x="540" y="1031"/>
                  </a:lnTo>
                  <a:cubicBezTo>
                    <a:pt x="1189" y="2854"/>
                    <a:pt x="2891" y="3932"/>
                    <a:pt x="4659" y="3932"/>
                  </a:cubicBezTo>
                  <a:cubicBezTo>
                    <a:pt x="5458" y="3932"/>
                    <a:pt x="6271" y="3712"/>
                    <a:pt x="7007" y="3240"/>
                  </a:cubicBezTo>
                  <a:cubicBezTo>
                    <a:pt x="7103" y="3182"/>
                    <a:pt x="7127" y="3057"/>
                    <a:pt x="7069" y="2961"/>
                  </a:cubicBezTo>
                  <a:cubicBezTo>
                    <a:pt x="7030" y="2901"/>
                    <a:pt x="6966" y="2869"/>
                    <a:pt x="6900" y="2869"/>
                  </a:cubicBezTo>
                  <a:cubicBezTo>
                    <a:pt x="6861" y="2869"/>
                    <a:pt x="6821" y="2880"/>
                    <a:pt x="6786" y="2903"/>
                  </a:cubicBezTo>
                  <a:cubicBezTo>
                    <a:pt x="6120" y="3330"/>
                    <a:pt x="5385" y="3528"/>
                    <a:pt x="4663" y="3528"/>
                  </a:cubicBezTo>
                  <a:cubicBezTo>
                    <a:pt x="3030" y="3528"/>
                    <a:pt x="1461" y="2513"/>
                    <a:pt x="901" y="815"/>
                  </a:cubicBezTo>
                  <a:lnTo>
                    <a:pt x="901" y="815"/>
                  </a:lnTo>
                  <a:lnTo>
                    <a:pt x="1276" y="1166"/>
                  </a:lnTo>
                  <a:cubicBezTo>
                    <a:pt x="1322" y="1216"/>
                    <a:pt x="1374" y="1236"/>
                    <a:pt x="1424" y="1236"/>
                  </a:cubicBezTo>
                  <a:cubicBezTo>
                    <a:pt x="1591" y="1236"/>
                    <a:pt x="1733" y="1004"/>
                    <a:pt x="1555" y="863"/>
                  </a:cubicBezTo>
                  <a:lnTo>
                    <a:pt x="675" y="55"/>
                  </a:lnTo>
                  <a:cubicBezTo>
                    <a:pt x="636" y="17"/>
                    <a:pt x="588"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81"/>
          <p:cNvGrpSpPr/>
          <p:nvPr/>
        </p:nvGrpSpPr>
        <p:grpSpPr>
          <a:xfrm>
            <a:off x="7115906" y="1510602"/>
            <a:ext cx="366765" cy="366660"/>
            <a:chOff x="7115906" y="1510602"/>
            <a:chExt cx="366765" cy="366660"/>
          </a:xfrm>
        </p:grpSpPr>
        <p:sp>
          <p:nvSpPr>
            <p:cNvPr id="10865" name="Google Shape;10865;p81"/>
            <p:cNvSpPr/>
            <p:nvPr/>
          </p:nvSpPr>
          <p:spPr>
            <a:xfrm>
              <a:off x="7151602" y="1591776"/>
              <a:ext cx="100478" cy="60717"/>
            </a:xfrm>
            <a:custGeom>
              <a:rect b="b" l="l" r="r" t="t"/>
              <a:pathLst>
                <a:path extrusionOk="0" h="2315" w="3831">
                  <a:moveTo>
                    <a:pt x="1733" y="0"/>
                  </a:moveTo>
                  <a:cubicBezTo>
                    <a:pt x="1733" y="0"/>
                    <a:pt x="1" y="53"/>
                    <a:pt x="1" y="1549"/>
                  </a:cubicBezTo>
                  <a:lnTo>
                    <a:pt x="1" y="2314"/>
                  </a:lnTo>
                  <a:cubicBezTo>
                    <a:pt x="1" y="2314"/>
                    <a:pt x="1959" y="2151"/>
                    <a:pt x="2359" y="1371"/>
                  </a:cubicBezTo>
                  <a:cubicBezTo>
                    <a:pt x="2359" y="1371"/>
                    <a:pt x="2604"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1"/>
            <p:cNvSpPr/>
            <p:nvPr/>
          </p:nvSpPr>
          <p:spPr>
            <a:xfrm>
              <a:off x="7151602" y="1591776"/>
              <a:ext cx="53793" cy="60717"/>
            </a:xfrm>
            <a:custGeom>
              <a:rect b="b" l="l" r="r" t="t"/>
              <a:pathLst>
                <a:path extrusionOk="0" h="2315" w="2051">
                  <a:moveTo>
                    <a:pt x="1733" y="0"/>
                  </a:moveTo>
                  <a:cubicBezTo>
                    <a:pt x="1733" y="0"/>
                    <a:pt x="1" y="53"/>
                    <a:pt x="1" y="1549"/>
                  </a:cubicBezTo>
                  <a:lnTo>
                    <a:pt x="1" y="2314"/>
                  </a:lnTo>
                  <a:cubicBezTo>
                    <a:pt x="1" y="2314"/>
                    <a:pt x="217"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1"/>
            <p:cNvSpPr/>
            <p:nvPr/>
          </p:nvSpPr>
          <p:spPr>
            <a:xfrm>
              <a:off x="7191232"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1"/>
            <p:cNvSpPr/>
            <p:nvPr/>
          </p:nvSpPr>
          <p:spPr>
            <a:xfrm>
              <a:off x="7189973" y="1767552"/>
              <a:ext cx="15055" cy="28037"/>
            </a:xfrm>
            <a:custGeom>
              <a:rect b="b" l="l" r="r" t="t"/>
              <a:pathLst>
                <a:path extrusionOk="0" h="1069" w="574">
                  <a:moveTo>
                    <a:pt x="169" y="1"/>
                  </a:moveTo>
                  <a:lnTo>
                    <a:pt x="1" y="1069"/>
                  </a:lnTo>
                  <a:lnTo>
                    <a:pt x="573" y="1069"/>
                  </a:lnTo>
                  <a:lnTo>
                    <a:pt x="400"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1"/>
            <p:cNvSpPr/>
            <p:nvPr/>
          </p:nvSpPr>
          <p:spPr>
            <a:xfrm>
              <a:off x="7150107"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1"/>
            <p:cNvSpPr/>
            <p:nvPr/>
          </p:nvSpPr>
          <p:spPr>
            <a:xfrm>
              <a:off x="7238179"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1"/>
            <p:cNvSpPr/>
            <p:nvPr/>
          </p:nvSpPr>
          <p:spPr>
            <a:xfrm>
              <a:off x="7166001" y="1636703"/>
              <a:ext cx="62998" cy="69424"/>
            </a:xfrm>
            <a:custGeom>
              <a:rect b="b" l="l" r="r" t="t"/>
              <a:pathLst>
                <a:path extrusionOk="0" h="2647" w="2402">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401" y="1583"/>
                  </a:cubicBezTo>
                  <a:lnTo>
                    <a:pt x="2401"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1"/>
            <p:cNvSpPr/>
            <p:nvPr/>
          </p:nvSpPr>
          <p:spPr>
            <a:xfrm>
              <a:off x="7186065" y="1714547"/>
              <a:ext cx="22870" cy="21375"/>
            </a:xfrm>
            <a:custGeom>
              <a:rect b="b" l="l" r="r" t="t"/>
              <a:pathLst>
                <a:path extrusionOk="0" h="815" w="872">
                  <a:moveTo>
                    <a:pt x="0" y="1"/>
                  </a:moveTo>
                  <a:lnTo>
                    <a:pt x="0" y="391"/>
                  </a:lnTo>
                  <a:lnTo>
                    <a:pt x="429" y="814"/>
                  </a:lnTo>
                  <a:lnTo>
                    <a:pt x="871" y="352"/>
                  </a:lnTo>
                  <a:lnTo>
                    <a:pt x="871" y="1"/>
                  </a:lnTo>
                  <a:lnTo>
                    <a:pt x="818" y="10"/>
                  </a:lnTo>
                  <a:cubicBezTo>
                    <a:pt x="737" y="25"/>
                    <a:pt x="655" y="35"/>
                    <a:pt x="568" y="35"/>
                  </a:cubicBezTo>
                  <a:lnTo>
                    <a:pt x="299" y="35"/>
                  </a:lnTo>
                  <a:lnTo>
                    <a:pt x="299" y="30"/>
                  </a:lnTo>
                  <a:cubicBezTo>
                    <a:pt x="217" y="30"/>
                    <a:pt x="130"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1"/>
            <p:cNvSpPr/>
            <p:nvPr/>
          </p:nvSpPr>
          <p:spPr>
            <a:xfrm>
              <a:off x="7166001" y="1636703"/>
              <a:ext cx="48862" cy="69424"/>
            </a:xfrm>
            <a:custGeom>
              <a:rect b="b" l="l" r="r" t="t"/>
              <a:pathLst>
                <a:path extrusionOk="0" h="2647" w="1863">
                  <a:moveTo>
                    <a:pt x="1742" y="0"/>
                  </a:moveTo>
                  <a:lnTo>
                    <a:pt x="1699" y="43"/>
                  </a:lnTo>
                  <a:cubicBezTo>
                    <a:pt x="1174" y="525"/>
                    <a:pt x="453" y="654"/>
                    <a:pt x="68" y="693"/>
                  </a:cubicBezTo>
                  <a:lnTo>
                    <a:pt x="44" y="693"/>
                  </a:lnTo>
                  <a:lnTo>
                    <a:pt x="0" y="698"/>
                  </a:lnTo>
                  <a:lnTo>
                    <a:pt x="0" y="1583"/>
                  </a:lnTo>
                  <a:cubicBezTo>
                    <a:pt x="0"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1"/>
            <p:cNvSpPr/>
            <p:nvPr/>
          </p:nvSpPr>
          <p:spPr>
            <a:xfrm>
              <a:off x="7202457"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1"/>
            <p:cNvSpPr/>
            <p:nvPr/>
          </p:nvSpPr>
          <p:spPr>
            <a:xfrm>
              <a:off x="7186065"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1"/>
            <p:cNvSpPr/>
            <p:nvPr/>
          </p:nvSpPr>
          <p:spPr>
            <a:xfrm>
              <a:off x="7126004" y="1734506"/>
              <a:ext cx="57569" cy="66146"/>
            </a:xfrm>
            <a:custGeom>
              <a:rect b="b" l="l" r="r" t="t"/>
              <a:pathLst>
                <a:path extrusionOk="0" h="2522" w="2195">
                  <a:moveTo>
                    <a:pt x="1362" y="0"/>
                  </a:moveTo>
                  <a:lnTo>
                    <a:pt x="765" y="246"/>
                  </a:lnTo>
                  <a:lnTo>
                    <a:pt x="756" y="250"/>
                  </a:lnTo>
                  <a:cubicBezTo>
                    <a:pt x="727" y="260"/>
                    <a:pt x="0" y="529"/>
                    <a:pt x="0" y="1448"/>
                  </a:cubicBezTo>
                  <a:lnTo>
                    <a:pt x="0" y="2343"/>
                  </a:lnTo>
                  <a:lnTo>
                    <a:pt x="688" y="2343"/>
                  </a:lnTo>
                  <a:lnTo>
                    <a:pt x="688" y="1400"/>
                  </a:lnTo>
                  <a:cubicBezTo>
                    <a:pt x="688" y="1292"/>
                    <a:pt x="769" y="1238"/>
                    <a:pt x="849" y="1238"/>
                  </a:cubicBezTo>
                  <a:cubicBezTo>
                    <a:pt x="930" y="1238"/>
                    <a:pt x="1011" y="1292"/>
                    <a:pt x="1011" y="1400"/>
                  </a:cubicBezTo>
                  <a:lnTo>
                    <a:pt x="1011" y="2521"/>
                  </a:lnTo>
                  <a:lnTo>
                    <a:pt x="2194" y="2521"/>
                  </a:lnTo>
                  <a:lnTo>
                    <a:pt x="13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1"/>
            <p:cNvSpPr/>
            <p:nvPr/>
          </p:nvSpPr>
          <p:spPr>
            <a:xfrm>
              <a:off x="7216095"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8" y="506"/>
                    <a:pt x="1232"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1"/>
            <p:cNvSpPr/>
            <p:nvPr/>
          </p:nvSpPr>
          <p:spPr>
            <a:xfrm>
              <a:off x="7124850" y="1734506"/>
              <a:ext cx="36640" cy="61477"/>
            </a:xfrm>
            <a:custGeom>
              <a:rect b="b" l="l" r="r" t="t"/>
              <a:pathLst>
                <a:path extrusionOk="0" h="2344" w="1397">
                  <a:moveTo>
                    <a:pt x="1362" y="0"/>
                  </a:moveTo>
                  <a:lnTo>
                    <a:pt x="771" y="246"/>
                  </a:lnTo>
                  <a:lnTo>
                    <a:pt x="756" y="250"/>
                  </a:lnTo>
                  <a:cubicBezTo>
                    <a:pt x="727" y="265"/>
                    <a:pt x="1" y="529"/>
                    <a:pt x="1" y="1448"/>
                  </a:cubicBezTo>
                  <a:lnTo>
                    <a:pt x="1" y="2343"/>
                  </a:lnTo>
                  <a:lnTo>
                    <a:pt x="323" y="2343"/>
                  </a:lnTo>
                  <a:lnTo>
                    <a:pt x="323" y="1448"/>
                  </a:lnTo>
                  <a:cubicBezTo>
                    <a:pt x="318" y="529"/>
                    <a:pt x="1050" y="260"/>
                    <a:pt x="1083" y="250"/>
                  </a:cubicBezTo>
                  <a:lnTo>
                    <a:pt x="1093" y="246"/>
                  </a:lnTo>
                  <a:lnTo>
                    <a:pt x="1396" y="120"/>
                  </a:lnTo>
                  <a:lnTo>
                    <a:pt x="136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1"/>
            <p:cNvSpPr/>
            <p:nvPr/>
          </p:nvSpPr>
          <p:spPr>
            <a:xfrm>
              <a:off x="7151366"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1"/>
            <p:cNvSpPr/>
            <p:nvPr/>
          </p:nvSpPr>
          <p:spPr>
            <a:xfrm>
              <a:off x="7171666" y="1728447"/>
              <a:ext cx="16812" cy="19566"/>
            </a:xfrm>
            <a:custGeom>
              <a:rect b="b" l="l" r="r" t="t"/>
              <a:pathLst>
                <a:path extrusionOk="0" h="746" w="641">
                  <a:moveTo>
                    <a:pt x="155" y="0"/>
                  </a:moveTo>
                  <a:lnTo>
                    <a:pt x="1" y="101"/>
                  </a:lnTo>
                  <a:lnTo>
                    <a:pt x="314" y="746"/>
                  </a:lnTo>
                  <a:lnTo>
                    <a:pt x="641" y="510"/>
                  </a:lnTo>
                  <a:lnTo>
                    <a:pt x="217" y="96"/>
                  </a:lnTo>
                  <a:cubicBezTo>
                    <a:pt x="189" y="68"/>
                    <a:pt x="169"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1"/>
            <p:cNvSpPr/>
            <p:nvPr/>
          </p:nvSpPr>
          <p:spPr>
            <a:xfrm>
              <a:off x="7179875"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1"/>
            <p:cNvSpPr/>
            <p:nvPr/>
          </p:nvSpPr>
          <p:spPr>
            <a:xfrm>
              <a:off x="7210430" y="1760366"/>
              <a:ext cx="4695" cy="13035"/>
            </a:xfrm>
            <a:custGeom>
              <a:rect b="b" l="l" r="r" t="t"/>
              <a:pathLst>
                <a:path extrusionOk="0" h="497" w="179">
                  <a:moveTo>
                    <a:pt x="48" y="1"/>
                  </a:moveTo>
                  <a:lnTo>
                    <a:pt x="0" y="126"/>
                  </a:lnTo>
                  <a:lnTo>
                    <a:pt x="58" y="496"/>
                  </a:lnTo>
                  <a:lnTo>
                    <a:pt x="178"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1"/>
            <p:cNvSpPr/>
            <p:nvPr/>
          </p:nvSpPr>
          <p:spPr>
            <a:xfrm>
              <a:off x="7205998"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1"/>
            <p:cNvSpPr/>
            <p:nvPr/>
          </p:nvSpPr>
          <p:spPr>
            <a:xfrm>
              <a:off x="7115906" y="1586084"/>
              <a:ext cx="162322" cy="219865"/>
            </a:xfrm>
            <a:custGeom>
              <a:rect b="b" l="l" r="r" t="t"/>
              <a:pathLst>
                <a:path extrusionOk="0" h="8383" w="6189">
                  <a:moveTo>
                    <a:pt x="3176" y="438"/>
                  </a:moveTo>
                  <a:cubicBezTo>
                    <a:pt x="3984" y="438"/>
                    <a:pt x="4639" y="1098"/>
                    <a:pt x="4639" y="1901"/>
                  </a:cubicBezTo>
                  <a:lnTo>
                    <a:pt x="4639" y="2301"/>
                  </a:lnTo>
                  <a:lnTo>
                    <a:pt x="4634" y="2296"/>
                  </a:lnTo>
                  <a:lnTo>
                    <a:pt x="4629" y="2291"/>
                  </a:lnTo>
                  <a:lnTo>
                    <a:pt x="4619" y="2281"/>
                  </a:lnTo>
                  <a:lnTo>
                    <a:pt x="4610" y="2276"/>
                  </a:lnTo>
                  <a:lnTo>
                    <a:pt x="4600" y="2272"/>
                  </a:lnTo>
                  <a:lnTo>
                    <a:pt x="4591" y="2262"/>
                  </a:lnTo>
                  <a:lnTo>
                    <a:pt x="4581" y="2257"/>
                  </a:lnTo>
                  <a:lnTo>
                    <a:pt x="4571" y="2252"/>
                  </a:lnTo>
                  <a:lnTo>
                    <a:pt x="4562" y="2248"/>
                  </a:lnTo>
                  <a:lnTo>
                    <a:pt x="4533" y="2248"/>
                  </a:lnTo>
                  <a:cubicBezTo>
                    <a:pt x="4076" y="2142"/>
                    <a:pt x="3931" y="1550"/>
                    <a:pt x="3931" y="1545"/>
                  </a:cubicBezTo>
                  <a:cubicBezTo>
                    <a:pt x="3906" y="1434"/>
                    <a:pt x="3810" y="1372"/>
                    <a:pt x="3714" y="1372"/>
                  </a:cubicBezTo>
                  <a:cubicBezTo>
                    <a:pt x="3648" y="1372"/>
                    <a:pt x="3582" y="1401"/>
                    <a:pt x="3537" y="1463"/>
                  </a:cubicBezTo>
                  <a:cubicBezTo>
                    <a:pt x="2979" y="2233"/>
                    <a:pt x="1752" y="2238"/>
                    <a:pt x="1737" y="2238"/>
                  </a:cubicBezTo>
                  <a:lnTo>
                    <a:pt x="1670" y="2238"/>
                  </a:lnTo>
                  <a:lnTo>
                    <a:pt x="1660" y="2243"/>
                  </a:lnTo>
                  <a:lnTo>
                    <a:pt x="1651" y="2248"/>
                  </a:lnTo>
                  <a:lnTo>
                    <a:pt x="1641" y="2252"/>
                  </a:lnTo>
                  <a:lnTo>
                    <a:pt x="1631" y="2257"/>
                  </a:lnTo>
                  <a:lnTo>
                    <a:pt x="1622" y="2262"/>
                  </a:lnTo>
                  <a:lnTo>
                    <a:pt x="1612" y="2267"/>
                  </a:lnTo>
                  <a:lnTo>
                    <a:pt x="1602" y="2272"/>
                  </a:lnTo>
                  <a:lnTo>
                    <a:pt x="1598" y="2281"/>
                  </a:lnTo>
                  <a:lnTo>
                    <a:pt x="1588" y="2286"/>
                  </a:lnTo>
                  <a:lnTo>
                    <a:pt x="1578" y="2296"/>
                  </a:lnTo>
                  <a:lnTo>
                    <a:pt x="1578" y="1901"/>
                  </a:lnTo>
                  <a:cubicBezTo>
                    <a:pt x="1578" y="1098"/>
                    <a:pt x="2233" y="443"/>
                    <a:pt x="3041" y="438"/>
                  </a:cubicBezTo>
                  <a:close/>
                  <a:moveTo>
                    <a:pt x="1516" y="2849"/>
                  </a:moveTo>
                  <a:lnTo>
                    <a:pt x="1516" y="3301"/>
                  </a:lnTo>
                  <a:cubicBezTo>
                    <a:pt x="1439" y="3248"/>
                    <a:pt x="1396" y="3167"/>
                    <a:pt x="1396" y="3075"/>
                  </a:cubicBezTo>
                  <a:cubicBezTo>
                    <a:pt x="1396" y="2984"/>
                    <a:pt x="1439" y="2902"/>
                    <a:pt x="1516" y="2849"/>
                  </a:cubicBezTo>
                  <a:close/>
                  <a:moveTo>
                    <a:pt x="4706" y="2849"/>
                  </a:moveTo>
                  <a:cubicBezTo>
                    <a:pt x="4865" y="2960"/>
                    <a:pt x="4865" y="3196"/>
                    <a:pt x="4706" y="3301"/>
                  </a:cubicBezTo>
                  <a:lnTo>
                    <a:pt x="4706" y="2849"/>
                  </a:lnTo>
                  <a:close/>
                  <a:moveTo>
                    <a:pt x="3638" y="2002"/>
                  </a:moveTo>
                  <a:cubicBezTo>
                    <a:pt x="3753" y="2224"/>
                    <a:pt x="3946" y="2483"/>
                    <a:pt x="4263" y="2618"/>
                  </a:cubicBezTo>
                  <a:lnTo>
                    <a:pt x="4263" y="3518"/>
                  </a:lnTo>
                  <a:cubicBezTo>
                    <a:pt x="4263" y="4081"/>
                    <a:pt x="3806" y="4538"/>
                    <a:pt x="3243" y="4538"/>
                  </a:cubicBezTo>
                  <a:lnTo>
                    <a:pt x="2974" y="4538"/>
                  </a:lnTo>
                  <a:cubicBezTo>
                    <a:pt x="2411" y="4533"/>
                    <a:pt x="1954" y="4076"/>
                    <a:pt x="1958" y="3513"/>
                  </a:cubicBezTo>
                  <a:lnTo>
                    <a:pt x="1954" y="3513"/>
                  </a:lnTo>
                  <a:lnTo>
                    <a:pt x="1954" y="2666"/>
                  </a:lnTo>
                  <a:cubicBezTo>
                    <a:pt x="2329" y="2633"/>
                    <a:pt x="3089" y="2503"/>
                    <a:pt x="3638" y="2002"/>
                  </a:cubicBezTo>
                  <a:close/>
                  <a:moveTo>
                    <a:pt x="3503" y="4952"/>
                  </a:moveTo>
                  <a:lnTo>
                    <a:pt x="3503" y="5231"/>
                  </a:lnTo>
                  <a:lnTo>
                    <a:pt x="3104" y="5649"/>
                  </a:lnTo>
                  <a:lnTo>
                    <a:pt x="2719" y="5274"/>
                  </a:lnTo>
                  <a:lnTo>
                    <a:pt x="2719" y="5029"/>
                  </a:lnTo>
                  <a:lnTo>
                    <a:pt x="2719" y="4952"/>
                  </a:lnTo>
                  <a:cubicBezTo>
                    <a:pt x="2801" y="4966"/>
                    <a:pt x="2887" y="4976"/>
                    <a:pt x="2974" y="4976"/>
                  </a:cubicBezTo>
                  <a:lnTo>
                    <a:pt x="3243" y="4976"/>
                  </a:lnTo>
                  <a:cubicBezTo>
                    <a:pt x="3330" y="4976"/>
                    <a:pt x="3416" y="4966"/>
                    <a:pt x="3503" y="4952"/>
                  </a:cubicBezTo>
                  <a:close/>
                  <a:moveTo>
                    <a:pt x="3917" y="5428"/>
                  </a:moveTo>
                  <a:lnTo>
                    <a:pt x="4071" y="5529"/>
                  </a:lnTo>
                  <a:lnTo>
                    <a:pt x="3758" y="6174"/>
                  </a:lnTo>
                  <a:lnTo>
                    <a:pt x="3681" y="6121"/>
                  </a:lnTo>
                  <a:lnTo>
                    <a:pt x="3436" y="5938"/>
                  </a:lnTo>
                  <a:lnTo>
                    <a:pt x="3883" y="5471"/>
                  </a:lnTo>
                  <a:cubicBezTo>
                    <a:pt x="3893" y="5462"/>
                    <a:pt x="3907" y="5443"/>
                    <a:pt x="3917" y="5428"/>
                  </a:cubicBezTo>
                  <a:close/>
                  <a:moveTo>
                    <a:pt x="2286" y="5423"/>
                  </a:moveTo>
                  <a:cubicBezTo>
                    <a:pt x="2295" y="5462"/>
                    <a:pt x="2315" y="5496"/>
                    <a:pt x="2343" y="5524"/>
                  </a:cubicBezTo>
                  <a:lnTo>
                    <a:pt x="2767" y="5938"/>
                  </a:lnTo>
                  <a:lnTo>
                    <a:pt x="2444" y="6179"/>
                  </a:lnTo>
                  <a:lnTo>
                    <a:pt x="2132" y="5529"/>
                  </a:lnTo>
                  <a:lnTo>
                    <a:pt x="2286" y="5423"/>
                  </a:lnTo>
                  <a:close/>
                  <a:moveTo>
                    <a:pt x="3099" y="6237"/>
                  </a:moveTo>
                  <a:lnTo>
                    <a:pt x="3282" y="6371"/>
                  </a:lnTo>
                  <a:lnTo>
                    <a:pt x="3219" y="6525"/>
                  </a:lnTo>
                  <a:lnTo>
                    <a:pt x="2988" y="6525"/>
                  </a:lnTo>
                  <a:lnTo>
                    <a:pt x="2926" y="6366"/>
                  </a:lnTo>
                  <a:lnTo>
                    <a:pt x="3099" y="6237"/>
                  </a:lnTo>
                  <a:close/>
                  <a:moveTo>
                    <a:pt x="2560" y="6636"/>
                  </a:moveTo>
                  <a:lnTo>
                    <a:pt x="2613" y="6771"/>
                  </a:lnTo>
                  <a:lnTo>
                    <a:pt x="2555" y="7136"/>
                  </a:lnTo>
                  <a:lnTo>
                    <a:pt x="2435" y="6718"/>
                  </a:lnTo>
                  <a:cubicBezTo>
                    <a:pt x="2454" y="6708"/>
                    <a:pt x="2473" y="6698"/>
                    <a:pt x="2493" y="6689"/>
                  </a:cubicBezTo>
                  <a:lnTo>
                    <a:pt x="2560" y="6636"/>
                  </a:lnTo>
                  <a:close/>
                  <a:moveTo>
                    <a:pt x="3647" y="6641"/>
                  </a:moveTo>
                  <a:lnTo>
                    <a:pt x="3710" y="6689"/>
                  </a:lnTo>
                  <a:cubicBezTo>
                    <a:pt x="3729" y="6703"/>
                    <a:pt x="3753" y="6713"/>
                    <a:pt x="3782" y="6723"/>
                  </a:cubicBezTo>
                  <a:lnTo>
                    <a:pt x="3662" y="7141"/>
                  </a:lnTo>
                  <a:lnTo>
                    <a:pt x="3599" y="6766"/>
                  </a:lnTo>
                  <a:lnTo>
                    <a:pt x="3647" y="6641"/>
                  </a:lnTo>
                  <a:close/>
                  <a:moveTo>
                    <a:pt x="3185" y="6968"/>
                  </a:moveTo>
                  <a:lnTo>
                    <a:pt x="3344" y="7945"/>
                  </a:lnTo>
                  <a:lnTo>
                    <a:pt x="2873" y="7945"/>
                  </a:lnTo>
                  <a:lnTo>
                    <a:pt x="3032" y="6968"/>
                  </a:lnTo>
                  <a:close/>
                  <a:moveTo>
                    <a:pt x="4514" y="5751"/>
                  </a:moveTo>
                  <a:lnTo>
                    <a:pt x="5014" y="5957"/>
                  </a:lnTo>
                  <a:lnTo>
                    <a:pt x="5024" y="5962"/>
                  </a:lnTo>
                  <a:cubicBezTo>
                    <a:pt x="5057" y="5972"/>
                    <a:pt x="5745" y="6222"/>
                    <a:pt x="5745" y="7103"/>
                  </a:cubicBezTo>
                  <a:lnTo>
                    <a:pt x="5745" y="7940"/>
                  </a:lnTo>
                  <a:lnTo>
                    <a:pt x="5745" y="7945"/>
                  </a:lnTo>
                  <a:lnTo>
                    <a:pt x="5173" y="7945"/>
                  </a:lnTo>
                  <a:lnTo>
                    <a:pt x="5173" y="7059"/>
                  </a:lnTo>
                  <a:cubicBezTo>
                    <a:pt x="5173" y="6910"/>
                    <a:pt x="5062" y="6836"/>
                    <a:pt x="4951" y="6836"/>
                  </a:cubicBezTo>
                  <a:cubicBezTo>
                    <a:pt x="4841" y="6836"/>
                    <a:pt x="4730" y="6910"/>
                    <a:pt x="4730" y="7059"/>
                  </a:cubicBezTo>
                  <a:lnTo>
                    <a:pt x="4730" y="7945"/>
                  </a:lnTo>
                  <a:lnTo>
                    <a:pt x="3898" y="7945"/>
                  </a:lnTo>
                  <a:lnTo>
                    <a:pt x="4514" y="5751"/>
                  </a:lnTo>
                  <a:close/>
                  <a:moveTo>
                    <a:pt x="3041" y="1"/>
                  </a:moveTo>
                  <a:cubicBezTo>
                    <a:pt x="1987" y="1"/>
                    <a:pt x="1136" y="852"/>
                    <a:pt x="1136" y="1901"/>
                  </a:cubicBezTo>
                  <a:lnTo>
                    <a:pt x="1136" y="2604"/>
                  </a:lnTo>
                  <a:cubicBezTo>
                    <a:pt x="765" y="3017"/>
                    <a:pt x="991" y="3677"/>
                    <a:pt x="1540" y="3778"/>
                  </a:cubicBezTo>
                  <a:cubicBezTo>
                    <a:pt x="1622" y="4211"/>
                    <a:pt x="1891" y="4586"/>
                    <a:pt x="2276" y="4793"/>
                  </a:cubicBezTo>
                  <a:lnTo>
                    <a:pt x="2276" y="4904"/>
                  </a:lnTo>
                  <a:lnTo>
                    <a:pt x="1780" y="5231"/>
                  </a:lnTo>
                  <a:lnTo>
                    <a:pt x="1761" y="5240"/>
                  </a:lnTo>
                  <a:lnTo>
                    <a:pt x="1011" y="5548"/>
                  </a:lnTo>
                  <a:cubicBezTo>
                    <a:pt x="659" y="5669"/>
                    <a:pt x="0" y="6150"/>
                    <a:pt x="0" y="7107"/>
                  </a:cubicBezTo>
                  <a:lnTo>
                    <a:pt x="0" y="8161"/>
                  </a:lnTo>
                  <a:cubicBezTo>
                    <a:pt x="0" y="8286"/>
                    <a:pt x="101" y="8383"/>
                    <a:pt x="221" y="8383"/>
                  </a:cubicBezTo>
                  <a:lnTo>
                    <a:pt x="1670" y="8383"/>
                  </a:lnTo>
                  <a:cubicBezTo>
                    <a:pt x="1962" y="8383"/>
                    <a:pt x="1963" y="7945"/>
                    <a:pt x="1675" y="7945"/>
                  </a:cubicBezTo>
                  <a:cubicBezTo>
                    <a:pt x="1673" y="7945"/>
                    <a:pt x="1671" y="7945"/>
                    <a:pt x="1670" y="7945"/>
                  </a:cubicBezTo>
                  <a:lnTo>
                    <a:pt x="1458" y="7945"/>
                  </a:lnTo>
                  <a:lnTo>
                    <a:pt x="1458" y="7059"/>
                  </a:lnTo>
                  <a:cubicBezTo>
                    <a:pt x="1458" y="6910"/>
                    <a:pt x="1347" y="6836"/>
                    <a:pt x="1237" y="6836"/>
                  </a:cubicBezTo>
                  <a:cubicBezTo>
                    <a:pt x="1126" y="6836"/>
                    <a:pt x="1015" y="6910"/>
                    <a:pt x="1015" y="7059"/>
                  </a:cubicBezTo>
                  <a:lnTo>
                    <a:pt x="1015" y="7945"/>
                  </a:lnTo>
                  <a:lnTo>
                    <a:pt x="443" y="7945"/>
                  </a:lnTo>
                  <a:lnTo>
                    <a:pt x="443" y="7107"/>
                  </a:lnTo>
                  <a:cubicBezTo>
                    <a:pt x="443" y="6227"/>
                    <a:pt x="1131" y="5977"/>
                    <a:pt x="1165" y="5962"/>
                  </a:cubicBezTo>
                  <a:lnTo>
                    <a:pt x="1179" y="5957"/>
                  </a:lnTo>
                  <a:lnTo>
                    <a:pt x="1708" y="5736"/>
                  </a:lnTo>
                  <a:lnTo>
                    <a:pt x="2324" y="7949"/>
                  </a:lnTo>
                  <a:cubicBezTo>
                    <a:pt x="2069" y="8007"/>
                    <a:pt x="2112" y="8383"/>
                    <a:pt x="2372" y="8383"/>
                  </a:cubicBezTo>
                  <a:lnTo>
                    <a:pt x="5967" y="8383"/>
                  </a:lnTo>
                  <a:cubicBezTo>
                    <a:pt x="6087" y="8383"/>
                    <a:pt x="6188" y="8282"/>
                    <a:pt x="6188" y="8161"/>
                  </a:cubicBezTo>
                  <a:lnTo>
                    <a:pt x="6188" y="7107"/>
                  </a:lnTo>
                  <a:cubicBezTo>
                    <a:pt x="6188" y="6150"/>
                    <a:pt x="5529"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1"/>
            <p:cNvSpPr/>
            <p:nvPr/>
          </p:nvSpPr>
          <p:spPr>
            <a:xfrm>
              <a:off x="7169069" y="1510602"/>
              <a:ext cx="257187" cy="61110"/>
            </a:xfrm>
            <a:custGeom>
              <a:rect b="b" l="l" r="r" t="t"/>
              <a:pathLst>
                <a:path extrusionOk="0" h="2330" w="9806">
                  <a:moveTo>
                    <a:pt x="4963" y="1"/>
                  </a:moveTo>
                  <a:cubicBezTo>
                    <a:pt x="3241" y="1"/>
                    <a:pt x="1524" y="636"/>
                    <a:pt x="187" y="1892"/>
                  </a:cubicBezTo>
                  <a:cubicBezTo>
                    <a:pt x="1" y="2044"/>
                    <a:pt x="151" y="2286"/>
                    <a:pt x="328" y="2286"/>
                  </a:cubicBezTo>
                  <a:cubicBezTo>
                    <a:pt x="381" y="2286"/>
                    <a:pt x="436" y="2265"/>
                    <a:pt x="485" y="2215"/>
                  </a:cubicBezTo>
                  <a:cubicBezTo>
                    <a:pt x="1738" y="1040"/>
                    <a:pt x="3348" y="446"/>
                    <a:pt x="4961" y="446"/>
                  </a:cubicBezTo>
                  <a:cubicBezTo>
                    <a:pt x="6407" y="446"/>
                    <a:pt x="7856" y="923"/>
                    <a:pt x="9055" y="1887"/>
                  </a:cubicBezTo>
                  <a:lnTo>
                    <a:pt x="8703" y="1887"/>
                  </a:lnTo>
                  <a:cubicBezTo>
                    <a:pt x="8405" y="1887"/>
                    <a:pt x="8405" y="2330"/>
                    <a:pt x="8703" y="2330"/>
                  </a:cubicBezTo>
                  <a:lnTo>
                    <a:pt x="9584" y="2330"/>
                  </a:lnTo>
                  <a:cubicBezTo>
                    <a:pt x="9704" y="2330"/>
                    <a:pt x="9805" y="2229"/>
                    <a:pt x="9805" y="2109"/>
                  </a:cubicBezTo>
                  <a:lnTo>
                    <a:pt x="9805" y="1310"/>
                  </a:lnTo>
                  <a:cubicBezTo>
                    <a:pt x="9805" y="1190"/>
                    <a:pt x="9704" y="1089"/>
                    <a:pt x="9584" y="1089"/>
                  </a:cubicBezTo>
                  <a:cubicBezTo>
                    <a:pt x="9464" y="1089"/>
                    <a:pt x="9363" y="1190"/>
                    <a:pt x="9363" y="1310"/>
                  </a:cubicBezTo>
                  <a:lnTo>
                    <a:pt x="9363" y="1565"/>
                  </a:lnTo>
                  <a:cubicBezTo>
                    <a:pt x="8077" y="519"/>
                    <a:pt x="6518" y="1"/>
                    <a:pt x="4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1"/>
            <p:cNvSpPr/>
            <p:nvPr/>
          </p:nvSpPr>
          <p:spPr>
            <a:xfrm>
              <a:off x="7176859" y="1819693"/>
              <a:ext cx="245358" cy="57569"/>
            </a:xfrm>
            <a:custGeom>
              <a:rect b="b" l="l" r="r" t="t"/>
              <a:pathLst>
                <a:path extrusionOk="0" h="2195" w="9355">
                  <a:moveTo>
                    <a:pt x="222" y="0"/>
                  </a:moveTo>
                  <a:cubicBezTo>
                    <a:pt x="101" y="0"/>
                    <a:pt x="0" y="101"/>
                    <a:pt x="0" y="221"/>
                  </a:cubicBezTo>
                  <a:lnTo>
                    <a:pt x="0" y="1015"/>
                  </a:lnTo>
                  <a:cubicBezTo>
                    <a:pt x="0" y="1164"/>
                    <a:pt x="111" y="1239"/>
                    <a:pt x="222" y="1239"/>
                  </a:cubicBezTo>
                  <a:cubicBezTo>
                    <a:pt x="332" y="1239"/>
                    <a:pt x="443" y="1164"/>
                    <a:pt x="443" y="1015"/>
                  </a:cubicBezTo>
                  <a:lnTo>
                    <a:pt x="443" y="775"/>
                  </a:lnTo>
                  <a:cubicBezTo>
                    <a:pt x="1696" y="1724"/>
                    <a:pt x="3182" y="2194"/>
                    <a:pt x="4666" y="2194"/>
                  </a:cubicBezTo>
                  <a:cubicBezTo>
                    <a:pt x="6304" y="2194"/>
                    <a:pt x="7938" y="1620"/>
                    <a:pt x="9248" y="481"/>
                  </a:cubicBezTo>
                  <a:cubicBezTo>
                    <a:pt x="9345" y="399"/>
                    <a:pt x="9354" y="255"/>
                    <a:pt x="9272" y="164"/>
                  </a:cubicBezTo>
                  <a:cubicBezTo>
                    <a:pt x="9228" y="114"/>
                    <a:pt x="9167" y="89"/>
                    <a:pt x="9106" y="89"/>
                  </a:cubicBezTo>
                  <a:cubicBezTo>
                    <a:pt x="9054" y="89"/>
                    <a:pt x="9002" y="107"/>
                    <a:pt x="8960" y="144"/>
                  </a:cubicBezTo>
                  <a:cubicBezTo>
                    <a:pt x="7732" y="1210"/>
                    <a:pt x="6198" y="1749"/>
                    <a:pt x="4661" y="1749"/>
                  </a:cubicBezTo>
                  <a:cubicBezTo>
                    <a:pt x="3284" y="1749"/>
                    <a:pt x="1903" y="1316"/>
                    <a:pt x="736" y="443"/>
                  </a:cubicBezTo>
                  <a:lnTo>
                    <a:pt x="1107" y="443"/>
                  </a:lnTo>
                  <a:cubicBezTo>
                    <a:pt x="1400" y="443"/>
                    <a:pt x="1400"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1"/>
            <p:cNvSpPr/>
            <p:nvPr/>
          </p:nvSpPr>
          <p:spPr>
            <a:xfrm>
              <a:off x="7356045" y="1591776"/>
              <a:ext cx="100478" cy="60717"/>
            </a:xfrm>
            <a:custGeom>
              <a:rect b="b" l="l" r="r" t="t"/>
              <a:pathLst>
                <a:path extrusionOk="0" h="2315" w="3831">
                  <a:moveTo>
                    <a:pt x="1733" y="0"/>
                  </a:moveTo>
                  <a:cubicBezTo>
                    <a:pt x="1733" y="0"/>
                    <a:pt x="1" y="53"/>
                    <a:pt x="1" y="1549"/>
                  </a:cubicBezTo>
                  <a:lnTo>
                    <a:pt x="1" y="2314"/>
                  </a:lnTo>
                  <a:cubicBezTo>
                    <a:pt x="1" y="2314"/>
                    <a:pt x="1954" y="2151"/>
                    <a:pt x="2354" y="1371"/>
                  </a:cubicBezTo>
                  <a:cubicBezTo>
                    <a:pt x="2354" y="1371"/>
                    <a:pt x="2599"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1"/>
            <p:cNvSpPr/>
            <p:nvPr/>
          </p:nvSpPr>
          <p:spPr>
            <a:xfrm>
              <a:off x="7356045" y="1591776"/>
              <a:ext cx="53793" cy="60717"/>
            </a:xfrm>
            <a:custGeom>
              <a:rect b="b" l="l" r="r" t="t"/>
              <a:pathLst>
                <a:path extrusionOk="0" h="2315" w="2051">
                  <a:moveTo>
                    <a:pt x="1733" y="0"/>
                  </a:moveTo>
                  <a:cubicBezTo>
                    <a:pt x="1733" y="0"/>
                    <a:pt x="1" y="53"/>
                    <a:pt x="1" y="1549"/>
                  </a:cubicBezTo>
                  <a:lnTo>
                    <a:pt x="1" y="2314"/>
                  </a:lnTo>
                  <a:cubicBezTo>
                    <a:pt x="1" y="2314"/>
                    <a:pt x="213"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1"/>
            <p:cNvSpPr/>
            <p:nvPr/>
          </p:nvSpPr>
          <p:spPr>
            <a:xfrm>
              <a:off x="7395675"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1"/>
            <p:cNvSpPr/>
            <p:nvPr/>
          </p:nvSpPr>
          <p:spPr>
            <a:xfrm>
              <a:off x="7394416" y="1767552"/>
              <a:ext cx="15055" cy="28037"/>
            </a:xfrm>
            <a:custGeom>
              <a:rect b="b" l="l" r="r" t="t"/>
              <a:pathLst>
                <a:path extrusionOk="0" h="1069" w="574">
                  <a:moveTo>
                    <a:pt x="169" y="1"/>
                  </a:moveTo>
                  <a:lnTo>
                    <a:pt x="1" y="1069"/>
                  </a:lnTo>
                  <a:lnTo>
                    <a:pt x="573" y="1069"/>
                  </a:lnTo>
                  <a:lnTo>
                    <a:pt x="4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1"/>
            <p:cNvSpPr/>
            <p:nvPr/>
          </p:nvSpPr>
          <p:spPr>
            <a:xfrm>
              <a:off x="7354550"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1"/>
            <p:cNvSpPr/>
            <p:nvPr/>
          </p:nvSpPr>
          <p:spPr>
            <a:xfrm>
              <a:off x="7442622"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1"/>
            <p:cNvSpPr/>
            <p:nvPr/>
          </p:nvSpPr>
          <p:spPr>
            <a:xfrm>
              <a:off x="7370444" y="1636703"/>
              <a:ext cx="62867" cy="69424"/>
            </a:xfrm>
            <a:custGeom>
              <a:rect b="b" l="l" r="r" t="t"/>
              <a:pathLst>
                <a:path extrusionOk="0" h="2647" w="2397">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397" y="1583"/>
                  </a:cubicBezTo>
                  <a:lnTo>
                    <a:pt x="2397"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1"/>
            <p:cNvSpPr/>
            <p:nvPr/>
          </p:nvSpPr>
          <p:spPr>
            <a:xfrm>
              <a:off x="7390508" y="1714547"/>
              <a:ext cx="22870" cy="21375"/>
            </a:xfrm>
            <a:custGeom>
              <a:rect b="b" l="l" r="r" t="t"/>
              <a:pathLst>
                <a:path extrusionOk="0" h="815" w="872">
                  <a:moveTo>
                    <a:pt x="0" y="1"/>
                  </a:moveTo>
                  <a:lnTo>
                    <a:pt x="0" y="391"/>
                  </a:lnTo>
                  <a:lnTo>
                    <a:pt x="429" y="814"/>
                  </a:lnTo>
                  <a:lnTo>
                    <a:pt x="871" y="352"/>
                  </a:lnTo>
                  <a:lnTo>
                    <a:pt x="871" y="1"/>
                  </a:lnTo>
                  <a:lnTo>
                    <a:pt x="823" y="10"/>
                  </a:lnTo>
                  <a:cubicBezTo>
                    <a:pt x="737" y="25"/>
                    <a:pt x="655" y="35"/>
                    <a:pt x="573" y="35"/>
                  </a:cubicBezTo>
                  <a:lnTo>
                    <a:pt x="304" y="35"/>
                  </a:lnTo>
                  <a:lnTo>
                    <a:pt x="299" y="30"/>
                  </a:lnTo>
                  <a:cubicBezTo>
                    <a:pt x="217" y="30"/>
                    <a:pt x="135"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1"/>
            <p:cNvSpPr/>
            <p:nvPr/>
          </p:nvSpPr>
          <p:spPr>
            <a:xfrm>
              <a:off x="7370444" y="1636703"/>
              <a:ext cx="48862" cy="69424"/>
            </a:xfrm>
            <a:custGeom>
              <a:rect b="b" l="l" r="r" t="t"/>
              <a:pathLst>
                <a:path extrusionOk="0" h="2647" w="1863">
                  <a:moveTo>
                    <a:pt x="1742" y="0"/>
                  </a:moveTo>
                  <a:lnTo>
                    <a:pt x="1699" y="43"/>
                  </a:lnTo>
                  <a:cubicBezTo>
                    <a:pt x="1179" y="525"/>
                    <a:pt x="453" y="654"/>
                    <a:pt x="68" y="693"/>
                  </a:cubicBezTo>
                  <a:lnTo>
                    <a:pt x="44" y="693"/>
                  </a:lnTo>
                  <a:lnTo>
                    <a:pt x="0" y="698"/>
                  </a:lnTo>
                  <a:lnTo>
                    <a:pt x="0" y="1583"/>
                  </a:lnTo>
                  <a:cubicBezTo>
                    <a:pt x="5"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1"/>
            <p:cNvSpPr/>
            <p:nvPr/>
          </p:nvSpPr>
          <p:spPr>
            <a:xfrm>
              <a:off x="7406900"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1"/>
            <p:cNvSpPr/>
            <p:nvPr/>
          </p:nvSpPr>
          <p:spPr>
            <a:xfrm>
              <a:off x="7390508"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1"/>
            <p:cNvSpPr/>
            <p:nvPr/>
          </p:nvSpPr>
          <p:spPr>
            <a:xfrm>
              <a:off x="7330316" y="1734506"/>
              <a:ext cx="57701" cy="66146"/>
            </a:xfrm>
            <a:custGeom>
              <a:rect b="b" l="l" r="r" t="t"/>
              <a:pathLst>
                <a:path extrusionOk="0" h="2522" w="2200">
                  <a:moveTo>
                    <a:pt x="1367" y="0"/>
                  </a:moveTo>
                  <a:lnTo>
                    <a:pt x="770" y="246"/>
                  </a:lnTo>
                  <a:lnTo>
                    <a:pt x="761" y="250"/>
                  </a:lnTo>
                  <a:cubicBezTo>
                    <a:pt x="732" y="260"/>
                    <a:pt x="0" y="529"/>
                    <a:pt x="0" y="1448"/>
                  </a:cubicBezTo>
                  <a:lnTo>
                    <a:pt x="0" y="2343"/>
                  </a:lnTo>
                  <a:lnTo>
                    <a:pt x="693" y="2343"/>
                  </a:lnTo>
                  <a:lnTo>
                    <a:pt x="693" y="1400"/>
                  </a:lnTo>
                  <a:cubicBezTo>
                    <a:pt x="693" y="1292"/>
                    <a:pt x="774" y="1238"/>
                    <a:pt x="854" y="1238"/>
                  </a:cubicBezTo>
                  <a:cubicBezTo>
                    <a:pt x="935" y="1238"/>
                    <a:pt x="1016" y="1292"/>
                    <a:pt x="1016" y="1400"/>
                  </a:cubicBezTo>
                  <a:lnTo>
                    <a:pt x="1016" y="2521"/>
                  </a:lnTo>
                  <a:lnTo>
                    <a:pt x="2199" y="2521"/>
                  </a:lnTo>
                  <a:lnTo>
                    <a:pt x="1367"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1"/>
            <p:cNvSpPr/>
            <p:nvPr/>
          </p:nvSpPr>
          <p:spPr>
            <a:xfrm>
              <a:off x="7420539"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3" y="506"/>
                    <a:pt x="1237"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1"/>
            <p:cNvSpPr/>
            <p:nvPr/>
          </p:nvSpPr>
          <p:spPr>
            <a:xfrm>
              <a:off x="7329162" y="1734506"/>
              <a:ext cx="36771" cy="61477"/>
            </a:xfrm>
            <a:custGeom>
              <a:rect b="b" l="l" r="r" t="t"/>
              <a:pathLst>
                <a:path extrusionOk="0" h="2344" w="1402">
                  <a:moveTo>
                    <a:pt x="1367" y="0"/>
                  </a:moveTo>
                  <a:lnTo>
                    <a:pt x="771" y="246"/>
                  </a:lnTo>
                  <a:lnTo>
                    <a:pt x="761" y="250"/>
                  </a:lnTo>
                  <a:cubicBezTo>
                    <a:pt x="728" y="265"/>
                    <a:pt x="1" y="529"/>
                    <a:pt x="1" y="1448"/>
                  </a:cubicBezTo>
                  <a:lnTo>
                    <a:pt x="1" y="2343"/>
                  </a:lnTo>
                  <a:lnTo>
                    <a:pt x="328" y="2343"/>
                  </a:lnTo>
                  <a:lnTo>
                    <a:pt x="328" y="1448"/>
                  </a:lnTo>
                  <a:cubicBezTo>
                    <a:pt x="328" y="529"/>
                    <a:pt x="1050" y="260"/>
                    <a:pt x="1084" y="250"/>
                  </a:cubicBezTo>
                  <a:lnTo>
                    <a:pt x="1093" y="246"/>
                  </a:lnTo>
                  <a:lnTo>
                    <a:pt x="1401" y="120"/>
                  </a:lnTo>
                  <a:lnTo>
                    <a:pt x="136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1"/>
            <p:cNvSpPr/>
            <p:nvPr/>
          </p:nvSpPr>
          <p:spPr>
            <a:xfrm>
              <a:off x="7355809"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1"/>
            <p:cNvSpPr/>
            <p:nvPr/>
          </p:nvSpPr>
          <p:spPr>
            <a:xfrm>
              <a:off x="7376240" y="1728447"/>
              <a:ext cx="16812" cy="19566"/>
            </a:xfrm>
            <a:custGeom>
              <a:rect b="b" l="l" r="r" t="t"/>
              <a:pathLst>
                <a:path extrusionOk="0" h="746" w="641">
                  <a:moveTo>
                    <a:pt x="155" y="0"/>
                  </a:moveTo>
                  <a:lnTo>
                    <a:pt x="1" y="101"/>
                  </a:lnTo>
                  <a:lnTo>
                    <a:pt x="314" y="746"/>
                  </a:lnTo>
                  <a:lnTo>
                    <a:pt x="641" y="510"/>
                  </a:lnTo>
                  <a:lnTo>
                    <a:pt x="212" y="96"/>
                  </a:lnTo>
                  <a:cubicBezTo>
                    <a:pt x="188" y="68"/>
                    <a:pt x="164"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1"/>
            <p:cNvSpPr/>
            <p:nvPr/>
          </p:nvSpPr>
          <p:spPr>
            <a:xfrm>
              <a:off x="7384319"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1"/>
            <p:cNvSpPr/>
            <p:nvPr/>
          </p:nvSpPr>
          <p:spPr>
            <a:xfrm>
              <a:off x="7414874" y="1760366"/>
              <a:ext cx="4800" cy="13035"/>
            </a:xfrm>
            <a:custGeom>
              <a:rect b="b" l="l" r="r" t="t"/>
              <a:pathLst>
                <a:path extrusionOk="0" h="497" w="183">
                  <a:moveTo>
                    <a:pt x="48" y="1"/>
                  </a:moveTo>
                  <a:lnTo>
                    <a:pt x="0" y="126"/>
                  </a:lnTo>
                  <a:lnTo>
                    <a:pt x="63" y="496"/>
                  </a:lnTo>
                  <a:lnTo>
                    <a:pt x="183"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1"/>
            <p:cNvSpPr/>
            <p:nvPr/>
          </p:nvSpPr>
          <p:spPr>
            <a:xfrm>
              <a:off x="7410441"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1"/>
            <p:cNvSpPr/>
            <p:nvPr/>
          </p:nvSpPr>
          <p:spPr>
            <a:xfrm>
              <a:off x="7320350" y="1586084"/>
              <a:ext cx="162322" cy="219865"/>
            </a:xfrm>
            <a:custGeom>
              <a:rect b="b" l="l" r="r" t="t"/>
              <a:pathLst>
                <a:path extrusionOk="0" h="8383" w="6189">
                  <a:moveTo>
                    <a:pt x="3036" y="438"/>
                  </a:moveTo>
                  <a:lnTo>
                    <a:pt x="3041" y="443"/>
                  </a:lnTo>
                  <a:lnTo>
                    <a:pt x="3181" y="443"/>
                  </a:lnTo>
                  <a:cubicBezTo>
                    <a:pt x="3989" y="443"/>
                    <a:pt x="4643" y="1098"/>
                    <a:pt x="4643" y="1906"/>
                  </a:cubicBezTo>
                  <a:lnTo>
                    <a:pt x="4643" y="2305"/>
                  </a:lnTo>
                  <a:lnTo>
                    <a:pt x="4639" y="2301"/>
                  </a:lnTo>
                  <a:lnTo>
                    <a:pt x="4629" y="2291"/>
                  </a:lnTo>
                  <a:lnTo>
                    <a:pt x="4619" y="2286"/>
                  </a:lnTo>
                  <a:lnTo>
                    <a:pt x="4610" y="2276"/>
                  </a:lnTo>
                  <a:lnTo>
                    <a:pt x="4605" y="2272"/>
                  </a:lnTo>
                  <a:lnTo>
                    <a:pt x="4595" y="2267"/>
                  </a:lnTo>
                  <a:lnTo>
                    <a:pt x="4581" y="2262"/>
                  </a:lnTo>
                  <a:lnTo>
                    <a:pt x="4576" y="2257"/>
                  </a:lnTo>
                  <a:lnTo>
                    <a:pt x="4562" y="2252"/>
                  </a:lnTo>
                  <a:lnTo>
                    <a:pt x="4552" y="2252"/>
                  </a:lnTo>
                  <a:lnTo>
                    <a:pt x="4538" y="2248"/>
                  </a:lnTo>
                  <a:lnTo>
                    <a:pt x="4533" y="2248"/>
                  </a:lnTo>
                  <a:cubicBezTo>
                    <a:pt x="4076" y="2142"/>
                    <a:pt x="3931" y="1550"/>
                    <a:pt x="3931" y="1545"/>
                  </a:cubicBezTo>
                  <a:cubicBezTo>
                    <a:pt x="3908" y="1436"/>
                    <a:pt x="3813" y="1373"/>
                    <a:pt x="3716" y="1373"/>
                  </a:cubicBezTo>
                  <a:cubicBezTo>
                    <a:pt x="3650" y="1373"/>
                    <a:pt x="3583" y="1401"/>
                    <a:pt x="3537" y="1463"/>
                  </a:cubicBezTo>
                  <a:cubicBezTo>
                    <a:pt x="2983" y="2233"/>
                    <a:pt x="1756" y="2243"/>
                    <a:pt x="1737" y="2243"/>
                  </a:cubicBezTo>
                  <a:lnTo>
                    <a:pt x="1684" y="2243"/>
                  </a:lnTo>
                  <a:lnTo>
                    <a:pt x="1675" y="2248"/>
                  </a:lnTo>
                  <a:lnTo>
                    <a:pt x="1665" y="2248"/>
                  </a:lnTo>
                  <a:lnTo>
                    <a:pt x="1655" y="2252"/>
                  </a:lnTo>
                  <a:lnTo>
                    <a:pt x="1641" y="2257"/>
                  </a:lnTo>
                  <a:lnTo>
                    <a:pt x="1636" y="2262"/>
                  </a:lnTo>
                  <a:lnTo>
                    <a:pt x="1622" y="2267"/>
                  </a:lnTo>
                  <a:lnTo>
                    <a:pt x="1617" y="2272"/>
                  </a:lnTo>
                  <a:lnTo>
                    <a:pt x="1607" y="2281"/>
                  </a:lnTo>
                  <a:lnTo>
                    <a:pt x="1598" y="2286"/>
                  </a:lnTo>
                  <a:lnTo>
                    <a:pt x="1593" y="2291"/>
                  </a:lnTo>
                  <a:lnTo>
                    <a:pt x="1583" y="2301"/>
                  </a:lnTo>
                  <a:lnTo>
                    <a:pt x="1578" y="2305"/>
                  </a:lnTo>
                  <a:lnTo>
                    <a:pt x="1578" y="1901"/>
                  </a:lnTo>
                  <a:cubicBezTo>
                    <a:pt x="1578" y="1098"/>
                    <a:pt x="2233" y="443"/>
                    <a:pt x="3036" y="438"/>
                  </a:cubicBezTo>
                  <a:close/>
                  <a:moveTo>
                    <a:pt x="1516" y="2854"/>
                  </a:moveTo>
                  <a:lnTo>
                    <a:pt x="1516" y="3301"/>
                  </a:lnTo>
                  <a:cubicBezTo>
                    <a:pt x="1440" y="3254"/>
                    <a:pt x="1396" y="3168"/>
                    <a:pt x="1396" y="3078"/>
                  </a:cubicBezTo>
                  <a:lnTo>
                    <a:pt x="1396" y="3078"/>
                  </a:lnTo>
                  <a:cubicBezTo>
                    <a:pt x="1396" y="2987"/>
                    <a:pt x="1440" y="2902"/>
                    <a:pt x="1516" y="2854"/>
                  </a:cubicBezTo>
                  <a:close/>
                  <a:moveTo>
                    <a:pt x="4706" y="2854"/>
                  </a:moveTo>
                  <a:cubicBezTo>
                    <a:pt x="4865" y="2960"/>
                    <a:pt x="4865" y="3196"/>
                    <a:pt x="4706" y="3301"/>
                  </a:cubicBezTo>
                  <a:lnTo>
                    <a:pt x="4706" y="2854"/>
                  </a:lnTo>
                  <a:close/>
                  <a:moveTo>
                    <a:pt x="3643" y="2002"/>
                  </a:moveTo>
                  <a:cubicBezTo>
                    <a:pt x="3753" y="2224"/>
                    <a:pt x="3951" y="2483"/>
                    <a:pt x="4263" y="2618"/>
                  </a:cubicBezTo>
                  <a:lnTo>
                    <a:pt x="4263" y="3518"/>
                  </a:lnTo>
                  <a:cubicBezTo>
                    <a:pt x="4263" y="4081"/>
                    <a:pt x="3806" y="4538"/>
                    <a:pt x="3243" y="4538"/>
                  </a:cubicBezTo>
                  <a:lnTo>
                    <a:pt x="2974" y="4538"/>
                  </a:lnTo>
                  <a:cubicBezTo>
                    <a:pt x="2411" y="4533"/>
                    <a:pt x="1954" y="4076"/>
                    <a:pt x="1954" y="3513"/>
                  </a:cubicBezTo>
                  <a:lnTo>
                    <a:pt x="1959" y="3513"/>
                  </a:lnTo>
                  <a:lnTo>
                    <a:pt x="1959" y="2666"/>
                  </a:lnTo>
                  <a:cubicBezTo>
                    <a:pt x="2329" y="2633"/>
                    <a:pt x="3094" y="2503"/>
                    <a:pt x="3643" y="2002"/>
                  </a:cubicBezTo>
                  <a:close/>
                  <a:moveTo>
                    <a:pt x="3503" y="4952"/>
                  </a:moveTo>
                  <a:lnTo>
                    <a:pt x="3503" y="5231"/>
                  </a:lnTo>
                  <a:lnTo>
                    <a:pt x="3104" y="5649"/>
                  </a:lnTo>
                  <a:lnTo>
                    <a:pt x="2719" y="5274"/>
                  </a:lnTo>
                  <a:lnTo>
                    <a:pt x="2719" y="5029"/>
                  </a:lnTo>
                  <a:lnTo>
                    <a:pt x="2719" y="4952"/>
                  </a:lnTo>
                  <a:cubicBezTo>
                    <a:pt x="2801" y="4966"/>
                    <a:pt x="2887" y="4976"/>
                    <a:pt x="2979" y="4976"/>
                  </a:cubicBezTo>
                  <a:lnTo>
                    <a:pt x="3243" y="4976"/>
                  </a:lnTo>
                  <a:cubicBezTo>
                    <a:pt x="3330" y="4976"/>
                    <a:pt x="3416" y="4966"/>
                    <a:pt x="3503" y="4952"/>
                  </a:cubicBezTo>
                  <a:close/>
                  <a:moveTo>
                    <a:pt x="3917" y="5428"/>
                  </a:moveTo>
                  <a:lnTo>
                    <a:pt x="4071" y="5534"/>
                  </a:lnTo>
                  <a:lnTo>
                    <a:pt x="3758" y="6174"/>
                  </a:lnTo>
                  <a:lnTo>
                    <a:pt x="3681" y="6121"/>
                  </a:lnTo>
                  <a:lnTo>
                    <a:pt x="3436" y="5938"/>
                  </a:lnTo>
                  <a:lnTo>
                    <a:pt x="3883" y="5476"/>
                  </a:lnTo>
                  <a:cubicBezTo>
                    <a:pt x="3898" y="5462"/>
                    <a:pt x="3907" y="5447"/>
                    <a:pt x="3917" y="5428"/>
                  </a:cubicBezTo>
                  <a:close/>
                  <a:moveTo>
                    <a:pt x="2286" y="5428"/>
                  </a:moveTo>
                  <a:cubicBezTo>
                    <a:pt x="2295" y="5467"/>
                    <a:pt x="2319" y="5500"/>
                    <a:pt x="2348" y="5524"/>
                  </a:cubicBezTo>
                  <a:lnTo>
                    <a:pt x="2772" y="5938"/>
                  </a:lnTo>
                  <a:lnTo>
                    <a:pt x="2449" y="6179"/>
                  </a:lnTo>
                  <a:lnTo>
                    <a:pt x="2132" y="5534"/>
                  </a:lnTo>
                  <a:lnTo>
                    <a:pt x="2286" y="5428"/>
                  </a:lnTo>
                  <a:close/>
                  <a:moveTo>
                    <a:pt x="3099" y="6241"/>
                  </a:moveTo>
                  <a:lnTo>
                    <a:pt x="3282" y="6376"/>
                  </a:lnTo>
                  <a:lnTo>
                    <a:pt x="3219" y="6525"/>
                  </a:lnTo>
                  <a:lnTo>
                    <a:pt x="2993" y="6525"/>
                  </a:lnTo>
                  <a:lnTo>
                    <a:pt x="2926" y="6371"/>
                  </a:lnTo>
                  <a:lnTo>
                    <a:pt x="3099" y="6241"/>
                  </a:lnTo>
                  <a:close/>
                  <a:moveTo>
                    <a:pt x="2560" y="6641"/>
                  </a:moveTo>
                  <a:lnTo>
                    <a:pt x="2618" y="6775"/>
                  </a:lnTo>
                  <a:lnTo>
                    <a:pt x="2555" y="7141"/>
                  </a:lnTo>
                  <a:lnTo>
                    <a:pt x="2435" y="6718"/>
                  </a:lnTo>
                  <a:cubicBezTo>
                    <a:pt x="2459" y="6713"/>
                    <a:pt x="2473" y="6698"/>
                    <a:pt x="2493" y="6689"/>
                  </a:cubicBezTo>
                  <a:lnTo>
                    <a:pt x="2560" y="6641"/>
                  </a:lnTo>
                  <a:close/>
                  <a:moveTo>
                    <a:pt x="3647" y="6646"/>
                  </a:moveTo>
                  <a:lnTo>
                    <a:pt x="3710" y="6689"/>
                  </a:lnTo>
                  <a:cubicBezTo>
                    <a:pt x="3729" y="6703"/>
                    <a:pt x="3758" y="6718"/>
                    <a:pt x="3782" y="6723"/>
                  </a:cubicBezTo>
                  <a:lnTo>
                    <a:pt x="3662" y="7146"/>
                  </a:lnTo>
                  <a:lnTo>
                    <a:pt x="3604" y="6771"/>
                  </a:lnTo>
                  <a:lnTo>
                    <a:pt x="3647" y="6646"/>
                  </a:lnTo>
                  <a:close/>
                  <a:moveTo>
                    <a:pt x="3190" y="6968"/>
                  </a:moveTo>
                  <a:lnTo>
                    <a:pt x="3349" y="7945"/>
                  </a:lnTo>
                  <a:lnTo>
                    <a:pt x="2878" y="7945"/>
                  </a:lnTo>
                  <a:lnTo>
                    <a:pt x="3032" y="6968"/>
                  </a:lnTo>
                  <a:close/>
                  <a:moveTo>
                    <a:pt x="4514" y="5751"/>
                  </a:moveTo>
                  <a:lnTo>
                    <a:pt x="5014" y="5957"/>
                  </a:lnTo>
                  <a:lnTo>
                    <a:pt x="5028" y="5962"/>
                  </a:lnTo>
                  <a:cubicBezTo>
                    <a:pt x="5057" y="5972"/>
                    <a:pt x="5750" y="6222"/>
                    <a:pt x="5750" y="7103"/>
                  </a:cubicBezTo>
                  <a:lnTo>
                    <a:pt x="5750" y="7945"/>
                  </a:lnTo>
                  <a:lnTo>
                    <a:pt x="5178" y="7945"/>
                  </a:lnTo>
                  <a:lnTo>
                    <a:pt x="5178" y="7059"/>
                  </a:lnTo>
                  <a:cubicBezTo>
                    <a:pt x="5178" y="6910"/>
                    <a:pt x="5067" y="6836"/>
                    <a:pt x="4956" y="6836"/>
                  </a:cubicBezTo>
                  <a:cubicBezTo>
                    <a:pt x="4846" y="6836"/>
                    <a:pt x="4735" y="6910"/>
                    <a:pt x="4735" y="7059"/>
                  </a:cubicBezTo>
                  <a:lnTo>
                    <a:pt x="4735" y="7945"/>
                  </a:lnTo>
                  <a:lnTo>
                    <a:pt x="3902" y="7945"/>
                  </a:lnTo>
                  <a:lnTo>
                    <a:pt x="4514" y="5751"/>
                  </a:lnTo>
                  <a:close/>
                  <a:moveTo>
                    <a:pt x="3036" y="1"/>
                  </a:moveTo>
                  <a:cubicBezTo>
                    <a:pt x="1987" y="1"/>
                    <a:pt x="1136" y="852"/>
                    <a:pt x="1136" y="1901"/>
                  </a:cubicBezTo>
                  <a:lnTo>
                    <a:pt x="1136" y="2604"/>
                  </a:lnTo>
                  <a:cubicBezTo>
                    <a:pt x="760" y="3017"/>
                    <a:pt x="991" y="3677"/>
                    <a:pt x="1540" y="3778"/>
                  </a:cubicBezTo>
                  <a:cubicBezTo>
                    <a:pt x="1617" y="4211"/>
                    <a:pt x="1891" y="4586"/>
                    <a:pt x="2276" y="4793"/>
                  </a:cubicBezTo>
                  <a:lnTo>
                    <a:pt x="2276" y="4904"/>
                  </a:lnTo>
                  <a:lnTo>
                    <a:pt x="1780" y="5231"/>
                  </a:lnTo>
                  <a:lnTo>
                    <a:pt x="1761" y="5240"/>
                  </a:lnTo>
                  <a:lnTo>
                    <a:pt x="1011" y="5548"/>
                  </a:lnTo>
                  <a:cubicBezTo>
                    <a:pt x="655" y="5669"/>
                    <a:pt x="0" y="6150"/>
                    <a:pt x="0" y="7107"/>
                  </a:cubicBezTo>
                  <a:lnTo>
                    <a:pt x="0" y="8161"/>
                  </a:lnTo>
                  <a:cubicBezTo>
                    <a:pt x="0" y="8286"/>
                    <a:pt x="96" y="8383"/>
                    <a:pt x="221" y="8383"/>
                  </a:cubicBezTo>
                  <a:lnTo>
                    <a:pt x="1670" y="8383"/>
                  </a:lnTo>
                  <a:cubicBezTo>
                    <a:pt x="1962" y="8383"/>
                    <a:pt x="1963" y="7945"/>
                    <a:pt x="1675" y="7945"/>
                  </a:cubicBezTo>
                  <a:cubicBezTo>
                    <a:pt x="1673" y="7945"/>
                    <a:pt x="1671" y="7945"/>
                    <a:pt x="1670" y="7945"/>
                  </a:cubicBezTo>
                  <a:lnTo>
                    <a:pt x="1453" y="7945"/>
                  </a:lnTo>
                  <a:lnTo>
                    <a:pt x="1453" y="7059"/>
                  </a:lnTo>
                  <a:cubicBezTo>
                    <a:pt x="1453" y="6910"/>
                    <a:pt x="1344" y="6836"/>
                    <a:pt x="1234" y="6836"/>
                  </a:cubicBezTo>
                  <a:cubicBezTo>
                    <a:pt x="1125" y="6836"/>
                    <a:pt x="1015" y="6910"/>
                    <a:pt x="1015" y="7059"/>
                  </a:cubicBezTo>
                  <a:lnTo>
                    <a:pt x="1015" y="7945"/>
                  </a:lnTo>
                  <a:lnTo>
                    <a:pt x="438" y="7945"/>
                  </a:lnTo>
                  <a:lnTo>
                    <a:pt x="438" y="7107"/>
                  </a:lnTo>
                  <a:cubicBezTo>
                    <a:pt x="438" y="6227"/>
                    <a:pt x="1131" y="5977"/>
                    <a:pt x="1160" y="5962"/>
                  </a:cubicBezTo>
                  <a:lnTo>
                    <a:pt x="1174" y="5957"/>
                  </a:lnTo>
                  <a:lnTo>
                    <a:pt x="1708" y="5736"/>
                  </a:lnTo>
                  <a:lnTo>
                    <a:pt x="2329" y="7945"/>
                  </a:lnTo>
                  <a:cubicBezTo>
                    <a:pt x="2074" y="8007"/>
                    <a:pt x="2117" y="8378"/>
                    <a:pt x="2377" y="8383"/>
                  </a:cubicBezTo>
                  <a:lnTo>
                    <a:pt x="5972" y="8383"/>
                  </a:lnTo>
                  <a:cubicBezTo>
                    <a:pt x="6092" y="8383"/>
                    <a:pt x="6188" y="8282"/>
                    <a:pt x="6188" y="8161"/>
                  </a:cubicBezTo>
                  <a:lnTo>
                    <a:pt x="6188" y="7107"/>
                  </a:lnTo>
                  <a:cubicBezTo>
                    <a:pt x="6188" y="6150"/>
                    <a:pt x="5534"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7" name="Google Shape;10907;p81"/>
          <p:cNvGrpSpPr/>
          <p:nvPr/>
        </p:nvGrpSpPr>
        <p:grpSpPr>
          <a:xfrm>
            <a:off x="7550155" y="1510497"/>
            <a:ext cx="379381" cy="366792"/>
            <a:chOff x="7550155" y="1510497"/>
            <a:chExt cx="379381" cy="366792"/>
          </a:xfrm>
        </p:grpSpPr>
        <p:sp>
          <p:nvSpPr>
            <p:cNvPr id="10908" name="Google Shape;10908;p81"/>
            <p:cNvSpPr/>
            <p:nvPr/>
          </p:nvSpPr>
          <p:spPr>
            <a:xfrm>
              <a:off x="7550155" y="1515926"/>
              <a:ext cx="379381" cy="355907"/>
            </a:xfrm>
            <a:custGeom>
              <a:rect b="b" l="l" r="r" t="t"/>
              <a:pathLst>
                <a:path extrusionOk="0" h="13570" w="14465">
                  <a:moveTo>
                    <a:pt x="7232" y="0"/>
                  </a:moveTo>
                  <a:cubicBezTo>
                    <a:pt x="7232" y="0"/>
                    <a:pt x="3960" y="1963"/>
                    <a:pt x="1444" y="1963"/>
                  </a:cubicBezTo>
                  <a:cubicBezTo>
                    <a:pt x="1444" y="1963"/>
                    <a:pt x="0" y="11163"/>
                    <a:pt x="7232" y="13569"/>
                  </a:cubicBezTo>
                  <a:cubicBezTo>
                    <a:pt x="14464" y="11163"/>
                    <a:pt x="13016" y="1963"/>
                    <a:pt x="13016" y="1963"/>
                  </a:cubicBezTo>
                  <a:cubicBezTo>
                    <a:pt x="10500" y="1963"/>
                    <a:pt x="7232" y="0"/>
                    <a:pt x="723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1"/>
            <p:cNvSpPr/>
            <p:nvPr/>
          </p:nvSpPr>
          <p:spPr>
            <a:xfrm>
              <a:off x="7732515" y="1566650"/>
              <a:ext cx="197021" cy="305183"/>
            </a:xfrm>
            <a:custGeom>
              <a:rect b="b" l="l" r="r" t="t"/>
              <a:pathLst>
                <a:path extrusionOk="0" h="11636" w="7512">
                  <a:moveTo>
                    <a:pt x="5510" y="1"/>
                  </a:moveTo>
                  <a:cubicBezTo>
                    <a:pt x="5510" y="10"/>
                    <a:pt x="5510" y="20"/>
                    <a:pt x="5515" y="29"/>
                  </a:cubicBezTo>
                  <a:cubicBezTo>
                    <a:pt x="5515" y="29"/>
                    <a:pt x="6924" y="8998"/>
                    <a:pt x="0" y="11539"/>
                  </a:cubicBezTo>
                  <a:cubicBezTo>
                    <a:pt x="92" y="11573"/>
                    <a:pt x="183" y="11606"/>
                    <a:pt x="275" y="11635"/>
                  </a:cubicBezTo>
                  <a:cubicBezTo>
                    <a:pt x="7511" y="9234"/>
                    <a:pt x="6063" y="29"/>
                    <a:pt x="6063" y="29"/>
                  </a:cubicBezTo>
                  <a:cubicBezTo>
                    <a:pt x="5880" y="29"/>
                    <a:pt x="5697" y="20"/>
                    <a:pt x="55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1"/>
            <p:cNvSpPr/>
            <p:nvPr/>
          </p:nvSpPr>
          <p:spPr>
            <a:xfrm>
              <a:off x="7588264" y="1550887"/>
              <a:ext cx="302901" cy="284463"/>
            </a:xfrm>
            <a:custGeom>
              <a:rect b="b" l="l" r="r" t="t"/>
              <a:pathLst>
                <a:path extrusionOk="0" h="10846" w="11549">
                  <a:moveTo>
                    <a:pt x="5779" y="0"/>
                  </a:moveTo>
                  <a:cubicBezTo>
                    <a:pt x="5779" y="0"/>
                    <a:pt x="3167" y="1573"/>
                    <a:pt x="1155" y="1573"/>
                  </a:cubicBezTo>
                  <a:cubicBezTo>
                    <a:pt x="1155" y="1573"/>
                    <a:pt x="0" y="8926"/>
                    <a:pt x="5775" y="10846"/>
                  </a:cubicBezTo>
                  <a:cubicBezTo>
                    <a:pt x="11549" y="8926"/>
                    <a:pt x="10399" y="1573"/>
                    <a:pt x="10399" y="1573"/>
                  </a:cubicBezTo>
                  <a:cubicBezTo>
                    <a:pt x="8387" y="1573"/>
                    <a:pt x="5779" y="0"/>
                    <a:pt x="577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1"/>
            <p:cNvSpPr/>
            <p:nvPr/>
          </p:nvSpPr>
          <p:spPr>
            <a:xfrm>
              <a:off x="7732646" y="1591120"/>
              <a:ext cx="158650" cy="244230"/>
            </a:xfrm>
            <a:custGeom>
              <a:rect b="b" l="l" r="r" t="t"/>
              <a:pathLst>
                <a:path extrusionOk="0" h="9312" w="6049">
                  <a:moveTo>
                    <a:pt x="4335" y="1"/>
                  </a:moveTo>
                  <a:lnTo>
                    <a:pt x="4335" y="1"/>
                  </a:lnTo>
                  <a:cubicBezTo>
                    <a:pt x="4340" y="15"/>
                    <a:pt x="4345" y="25"/>
                    <a:pt x="4345" y="39"/>
                  </a:cubicBezTo>
                  <a:cubicBezTo>
                    <a:pt x="4345" y="39"/>
                    <a:pt x="5466" y="7156"/>
                    <a:pt x="0" y="9211"/>
                  </a:cubicBezTo>
                  <a:cubicBezTo>
                    <a:pt x="87" y="9244"/>
                    <a:pt x="178" y="9278"/>
                    <a:pt x="274" y="9312"/>
                  </a:cubicBezTo>
                  <a:cubicBezTo>
                    <a:pt x="6048" y="7392"/>
                    <a:pt x="4894" y="39"/>
                    <a:pt x="4894" y="39"/>
                  </a:cubicBezTo>
                  <a:cubicBezTo>
                    <a:pt x="4706" y="35"/>
                    <a:pt x="4518" y="25"/>
                    <a:pt x="43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1"/>
            <p:cNvSpPr/>
            <p:nvPr/>
          </p:nvSpPr>
          <p:spPr>
            <a:xfrm>
              <a:off x="7711428" y="1603001"/>
              <a:ext cx="56809" cy="81305"/>
            </a:xfrm>
            <a:custGeom>
              <a:rect b="b" l="l" r="r" t="t"/>
              <a:pathLst>
                <a:path extrusionOk="0" h="3100" w="2166">
                  <a:moveTo>
                    <a:pt x="1083" y="0"/>
                  </a:moveTo>
                  <a:cubicBezTo>
                    <a:pt x="482" y="0"/>
                    <a:pt x="1" y="486"/>
                    <a:pt x="1" y="1083"/>
                  </a:cubicBezTo>
                  <a:lnTo>
                    <a:pt x="1" y="2016"/>
                  </a:lnTo>
                  <a:cubicBezTo>
                    <a:pt x="1" y="2613"/>
                    <a:pt x="482" y="3094"/>
                    <a:pt x="1083" y="3099"/>
                  </a:cubicBezTo>
                  <a:cubicBezTo>
                    <a:pt x="1680" y="3094"/>
                    <a:pt x="2161" y="2613"/>
                    <a:pt x="2166" y="2016"/>
                  </a:cubicBezTo>
                  <a:lnTo>
                    <a:pt x="2166" y="1083"/>
                  </a:lnTo>
                  <a:cubicBezTo>
                    <a:pt x="2161" y="486"/>
                    <a:pt x="1680" y="0"/>
                    <a:pt x="10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1"/>
            <p:cNvSpPr/>
            <p:nvPr/>
          </p:nvSpPr>
          <p:spPr>
            <a:xfrm>
              <a:off x="7732646" y="1603001"/>
              <a:ext cx="35591" cy="81305"/>
            </a:xfrm>
            <a:custGeom>
              <a:rect b="b" l="l" r="r" t="t"/>
              <a:pathLst>
                <a:path extrusionOk="0" h="3100" w="1357">
                  <a:moveTo>
                    <a:pt x="274" y="0"/>
                  </a:moveTo>
                  <a:cubicBezTo>
                    <a:pt x="178" y="0"/>
                    <a:pt x="87" y="10"/>
                    <a:pt x="0" y="34"/>
                  </a:cubicBezTo>
                  <a:cubicBezTo>
                    <a:pt x="476" y="159"/>
                    <a:pt x="804" y="592"/>
                    <a:pt x="808" y="1083"/>
                  </a:cubicBezTo>
                  <a:lnTo>
                    <a:pt x="808" y="2016"/>
                  </a:lnTo>
                  <a:cubicBezTo>
                    <a:pt x="804" y="2507"/>
                    <a:pt x="476" y="2935"/>
                    <a:pt x="0" y="3061"/>
                  </a:cubicBezTo>
                  <a:cubicBezTo>
                    <a:pt x="87" y="3085"/>
                    <a:pt x="178" y="3099"/>
                    <a:pt x="274" y="3099"/>
                  </a:cubicBezTo>
                  <a:cubicBezTo>
                    <a:pt x="871" y="3094"/>
                    <a:pt x="1352" y="2613"/>
                    <a:pt x="1357" y="2016"/>
                  </a:cubicBezTo>
                  <a:lnTo>
                    <a:pt x="1357" y="1083"/>
                  </a:lnTo>
                  <a:cubicBezTo>
                    <a:pt x="1352" y="486"/>
                    <a:pt x="871" y="0"/>
                    <a:pt x="274"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1"/>
            <p:cNvSpPr/>
            <p:nvPr/>
          </p:nvSpPr>
          <p:spPr>
            <a:xfrm>
              <a:off x="7680401" y="1684149"/>
              <a:ext cx="118758" cy="76611"/>
            </a:xfrm>
            <a:custGeom>
              <a:rect b="b" l="l" r="r" t="t"/>
              <a:pathLst>
                <a:path extrusionOk="0" h="2921" w="4528">
                  <a:moveTo>
                    <a:pt x="2266" y="0"/>
                  </a:moveTo>
                  <a:cubicBezTo>
                    <a:pt x="1068" y="15"/>
                    <a:pt x="0" y="996"/>
                    <a:pt x="0" y="2190"/>
                  </a:cubicBezTo>
                  <a:lnTo>
                    <a:pt x="0" y="2921"/>
                  </a:lnTo>
                  <a:lnTo>
                    <a:pt x="2266" y="2921"/>
                  </a:lnTo>
                  <a:lnTo>
                    <a:pt x="4528" y="2916"/>
                  </a:lnTo>
                  <a:lnTo>
                    <a:pt x="4528" y="2190"/>
                  </a:lnTo>
                  <a:cubicBezTo>
                    <a:pt x="4528" y="996"/>
                    <a:pt x="3460" y="15"/>
                    <a:pt x="226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1"/>
            <p:cNvSpPr/>
            <p:nvPr/>
          </p:nvSpPr>
          <p:spPr>
            <a:xfrm>
              <a:off x="7732646" y="1684149"/>
              <a:ext cx="66513" cy="76611"/>
            </a:xfrm>
            <a:custGeom>
              <a:rect b="b" l="l" r="r" t="t"/>
              <a:pathLst>
                <a:path extrusionOk="0" h="2921" w="2536">
                  <a:moveTo>
                    <a:pt x="274" y="0"/>
                  </a:moveTo>
                  <a:cubicBezTo>
                    <a:pt x="178" y="5"/>
                    <a:pt x="87" y="10"/>
                    <a:pt x="0" y="24"/>
                  </a:cubicBezTo>
                  <a:cubicBezTo>
                    <a:pt x="1083" y="169"/>
                    <a:pt x="1992" y="1088"/>
                    <a:pt x="1992" y="2194"/>
                  </a:cubicBezTo>
                  <a:lnTo>
                    <a:pt x="1992" y="2921"/>
                  </a:lnTo>
                  <a:lnTo>
                    <a:pt x="2536" y="2921"/>
                  </a:lnTo>
                  <a:lnTo>
                    <a:pt x="2536" y="2190"/>
                  </a:lnTo>
                  <a:cubicBezTo>
                    <a:pt x="2536" y="996"/>
                    <a:pt x="1468" y="19"/>
                    <a:pt x="274"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1"/>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1"/>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1"/>
            <p:cNvSpPr/>
            <p:nvPr/>
          </p:nvSpPr>
          <p:spPr>
            <a:xfrm>
              <a:off x="7735793" y="1684385"/>
              <a:ext cx="18438" cy="16707"/>
            </a:xfrm>
            <a:custGeom>
              <a:rect b="b" l="l" r="r" t="t"/>
              <a:pathLst>
                <a:path extrusionOk="0" h="637" w="703">
                  <a:moveTo>
                    <a:pt x="318" y="1"/>
                  </a:moveTo>
                  <a:lnTo>
                    <a:pt x="0" y="636"/>
                  </a:lnTo>
                  <a:lnTo>
                    <a:pt x="414" y="636"/>
                  </a:lnTo>
                  <a:lnTo>
                    <a:pt x="703" y="68"/>
                  </a:lnTo>
                  <a:cubicBezTo>
                    <a:pt x="578" y="35"/>
                    <a:pt x="448" y="10"/>
                    <a:pt x="3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1"/>
            <p:cNvSpPr/>
            <p:nvPr/>
          </p:nvSpPr>
          <p:spPr>
            <a:xfrm>
              <a:off x="7725066" y="1701066"/>
              <a:ext cx="29427" cy="47708"/>
            </a:xfrm>
            <a:custGeom>
              <a:rect b="b" l="l" r="r" t="t"/>
              <a:pathLst>
                <a:path extrusionOk="0" h="1819" w="1122">
                  <a:moveTo>
                    <a:pt x="304" y="0"/>
                  </a:moveTo>
                  <a:lnTo>
                    <a:pt x="0" y="1309"/>
                  </a:lnTo>
                  <a:lnTo>
                    <a:pt x="563" y="1819"/>
                  </a:lnTo>
                  <a:lnTo>
                    <a:pt x="1122" y="1309"/>
                  </a:lnTo>
                  <a:lnTo>
                    <a:pt x="823"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1"/>
            <p:cNvSpPr/>
            <p:nvPr/>
          </p:nvSpPr>
          <p:spPr>
            <a:xfrm>
              <a:off x="7734403" y="1701066"/>
              <a:ext cx="20090" cy="47708"/>
            </a:xfrm>
            <a:custGeom>
              <a:rect b="b" l="l" r="r" t="t"/>
              <a:pathLst>
                <a:path extrusionOk="0" h="1819" w="766">
                  <a:moveTo>
                    <a:pt x="53" y="0"/>
                  </a:moveTo>
                  <a:lnTo>
                    <a:pt x="357" y="1309"/>
                  </a:lnTo>
                  <a:lnTo>
                    <a:pt x="0" y="1631"/>
                  </a:lnTo>
                  <a:lnTo>
                    <a:pt x="207" y="1819"/>
                  </a:lnTo>
                  <a:lnTo>
                    <a:pt x="766" y="1309"/>
                  </a:lnTo>
                  <a:lnTo>
                    <a:pt x="467"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1"/>
            <p:cNvSpPr/>
            <p:nvPr/>
          </p:nvSpPr>
          <p:spPr>
            <a:xfrm>
              <a:off x="7674972" y="1597572"/>
              <a:ext cx="129616" cy="168512"/>
            </a:xfrm>
            <a:custGeom>
              <a:rect b="b" l="l" r="r" t="t"/>
              <a:pathLst>
                <a:path extrusionOk="0" h="6425" w="4942">
                  <a:moveTo>
                    <a:pt x="2680" y="1117"/>
                  </a:moveTo>
                  <a:cubicBezTo>
                    <a:pt x="2680" y="1117"/>
                    <a:pt x="2868" y="1612"/>
                    <a:pt x="3349" y="1728"/>
                  </a:cubicBezTo>
                  <a:lnTo>
                    <a:pt x="3349" y="2219"/>
                  </a:lnTo>
                  <a:cubicBezTo>
                    <a:pt x="3349" y="2690"/>
                    <a:pt x="2979" y="3075"/>
                    <a:pt x="2507" y="3094"/>
                  </a:cubicBezTo>
                  <a:lnTo>
                    <a:pt x="2435" y="3094"/>
                  </a:lnTo>
                  <a:cubicBezTo>
                    <a:pt x="1963" y="3075"/>
                    <a:pt x="1593" y="2690"/>
                    <a:pt x="1593" y="2219"/>
                  </a:cubicBezTo>
                  <a:lnTo>
                    <a:pt x="1593" y="1747"/>
                  </a:lnTo>
                  <a:lnTo>
                    <a:pt x="1593" y="1742"/>
                  </a:lnTo>
                  <a:cubicBezTo>
                    <a:pt x="2387" y="1660"/>
                    <a:pt x="2680" y="1117"/>
                    <a:pt x="2680" y="1117"/>
                  </a:cubicBezTo>
                  <a:close/>
                  <a:moveTo>
                    <a:pt x="2570" y="3508"/>
                  </a:moveTo>
                  <a:cubicBezTo>
                    <a:pt x="2603" y="3508"/>
                    <a:pt x="2632" y="3513"/>
                    <a:pt x="2661" y="3518"/>
                  </a:cubicBezTo>
                  <a:lnTo>
                    <a:pt x="2709" y="3523"/>
                  </a:lnTo>
                  <a:lnTo>
                    <a:pt x="2608" y="3734"/>
                  </a:lnTo>
                  <a:lnTo>
                    <a:pt x="2334" y="3734"/>
                  </a:lnTo>
                  <a:lnTo>
                    <a:pt x="2228" y="3523"/>
                  </a:lnTo>
                  <a:lnTo>
                    <a:pt x="2276" y="3518"/>
                  </a:lnTo>
                  <a:cubicBezTo>
                    <a:pt x="2305" y="3513"/>
                    <a:pt x="2334" y="3513"/>
                    <a:pt x="2368" y="3508"/>
                  </a:cubicBezTo>
                  <a:close/>
                  <a:moveTo>
                    <a:pt x="2570" y="4148"/>
                  </a:moveTo>
                  <a:lnTo>
                    <a:pt x="2810" y="5178"/>
                  </a:lnTo>
                  <a:lnTo>
                    <a:pt x="2473" y="5486"/>
                  </a:lnTo>
                  <a:lnTo>
                    <a:pt x="2137" y="5178"/>
                  </a:lnTo>
                  <a:lnTo>
                    <a:pt x="2372" y="4148"/>
                  </a:lnTo>
                  <a:close/>
                  <a:moveTo>
                    <a:pt x="3128" y="3624"/>
                  </a:moveTo>
                  <a:cubicBezTo>
                    <a:pt x="3421" y="3729"/>
                    <a:pt x="3691" y="3893"/>
                    <a:pt x="3917" y="4110"/>
                  </a:cubicBezTo>
                  <a:cubicBezTo>
                    <a:pt x="4302" y="4466"/>
                    <a:pt x="4523" y="4966"/>
                    <a:pt x="4533" y="5491"/>
                  </a:cubicBezTo>
                  <a:lnTo>
                    <a:pt x="4533" y="6015"/>
                  </a:lnTo>
                  <a:lnTo>
                    <a:pt x="409" y="6015"/>
                  </a:lnTo>
                  <a:lnTo>
                    <a:pt x="409" y="5491"/>
                  </a:lnTo>
                  <a:cubicBezTo>
                    <a:pt x="419" y="4961"/>
                    <a:pt x="640" y="4461"/>
                    <a:pt x="1030" y="4110"/>
                  </a:cubicBezTo>
                  <a:cubicBezTo>
                    <a:pt x="1256" y="3893"/>
                    <a:pt x="1525" y="3729"/>
                    <a:pt x="1819" y="3628"/>
                  </a:cubicBezTo>
                  <a:lnTo>
                    <a:pt x="1997" y="3970"/>
                  </a:lnTo>
                  <a:lnTo>
                    <a:pt x="1713" y="5207"/>
                  </a:lnTo>
                  <a:cubicBezTo>
                    <a:pt x="1694" y="5279"/>
                    <a:pt x="1718" y="5356"/>
                    <a:pt x="1771" y="5404"/>
                  </a:cubicBezTo>
                  <a:lnTo>
                    <a:pt x="2334" y="5919"/>
                  </a:lnTo>
                  <a:cubicBezTo>
                    <a:pt x="2372" y="5955"/>
                    <a:pt x="2422" y="5973"/>
                    <a:pt x="2472" y="5973"/>
                  </a:cubicBezTo>
                  <a:cubicBezTo>
                    <a:pt x="2521" y="5973"/>
                    <a:pt x="2572" y="5955"/>
                    <a:pt x="2613" y="5919"/>
                  </a:cubicBezTo>
                  <a:lnTo>
                    <a:pt x="3176" y="5404"/>
                  </a:lnTo>
                  <a:cubicBezTo>
                    <a:pt x="3229" y="5356"/>
                    <a:pt x="3253" y="5279"/>
                    <a:pt x="3234" y="5207"/>
                  </a:cubicBezTo>
                  <a:lnTo>
                    <a:pt x="2950" y="3970"/>
                  </a:lnTo>
                  <a:lnTo>
                    <a:pt x="3128" y="3624"/>
                  </a:lnTo>
                  <a:close/>
                  <a:moveTo>
                    <a:pt x="2469" y="0"/>
                  </a:moveTo>
                  <a:cubicBezTo>
                    <a:pt x="1761" y="0"/>
                    <a:pt x="1184" y="578"/>
                    <a:pt x="1184" y="1290"/>
                  </a:cubicBezTo>
                  <a:lnTo>
                    <a:pt x="1184" y="2223"/>
                  </a:lnTo>
                  <a:cubicBezTo>
                    <a:pt x="1184" y="2618"/>
                    <a:pt x="1367" y="2993"/>
                    <a:pt x="1679" y="3239"/>
                  </a:cubicBezTo>
                  <a:cubicBezTo>
                    <a:pt x="717" y="3576"/>
                    <a:pt x="0" y="4475"/>
                    <a:pt x="0" y="5491"/>
                  </a:cubicBezTo>
                  <a:lnTo>
                    <a:pt x="0" y="6217"/>
                  </a:lnTo>
                  <a:cubicBezTo>
                    <a:pt x="0" y="6333"/>
                    <a:pt x="92" y="6424"/>
                    <a:pt x="207" y="6424"/>
                  </a:cubicBezTo>
                  <a:lnTo>
                    <a:pt x="4735" y="6424"/>
                  </a:lnTo>
                  <a:cubicBezTo>
                    <a:pt x="4850" y="6424"/>
                    <a:pt x="4942" y="6333"/>
                    <a:pt x="4942" y="6217"/>
                  </a:cubicBezTo>
                  <a:lnTo>
                    <a:pt x="4942" y="5491"/>
                  </a:lnTo>
                  <a:cubicBezTo>
                    <a:pt x="4942" y="4470"/>
                    <a:pt x="4230" y="3571"/>
                    <a:pt x="3262" y="3234"/>
                  </a:cubicBezTo>
                  <a:cubicBezTo>
                    <a:pt x="3575" y="2988"/>
                    <a:pt x="3758" y="2613"/>
                    <a:pt x="3758" y="2219"/>
                  </a:cubicBezTo>
                  <a:lnTo>
                    <a:pt x="3758" y="1290"/>
                  </a:lnTo>
                  <a:cubicBezTo>
                    <a:pt x="3758" y="578"/>
                    <a:pt x="3181" y="0"/>
                    <a:pt x="2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1"/>
            <p:cNvSpPr/>
            <p:nvPr/>
          </p:nvSpPr>
          <p:spPr>
            <a:xfrm>
              <a:off x="7610609" y="1545563"/>
              <a:ext cx="260229" cy="158204"/>
            </a:xfrm>
            <a:custGeom>
              <a:rect b="b" l="l" r="r" t="t"/>
              <a:pathLst>
                <a:path extrusionOk="0" h="6032" w="9922">
                  <a:moveTo>
                    <a:pt x="4926" y="1"/>
                  </a:moveTo>
                  <a:cubicBezTo>
                    <a:pt x="4889" y="1"/>
                    <a:pt x="4853" y="11"/>
                    <a:pt x="4822" y="30"/>
                  </a:cubicBezTo>
                  <a:cubicBezTo>
                    <a:pt x="4793" y="44"/>
                    <a:pt x="2233" y="1570"/>
                    <a:pt x="303" y="1570"/>
                  </a:cubicBezTo>
                  <a:cubicBezTo>
                    <a:pt x="202" y="1570"/>
                    <a:pt x="116" y="1642"/>
                    <a:pt x="101" y="1743"/>
                  </a:cubicBezTo>
                  <a:cubicBezTo>
                    <a:pt x="29" y="2258"/>
                    <a:pt x="0" y="2773"/>
                    <a:pt x="5" y="3292"/>
                  </a:cubicBezTo>
                  <a:cubicBezTo>
                    <a:pt x="5" y="3408"/>
                    <a:pt x="96" y="3499"/>
                    <a:pt x="207" y="3499"/>
                  </a:cubicBezTo>
                  <a:cubicBezTo>
                    <a:pt x="323" y="3499"/>
                    <a:pt x="414" y="3408"/>
                    <a:pt x="414" y="3292"/>
                  </a:cubicBezTo>
                  <a:cubicBezTo>
                    <a:pt x="409" y="2854"/>
                    <a:pt x="433" y="2412"/>
                    <a:pt x="486" y="1974"/>
                  </a:cubicBezTo>
                  <a:cubicBezTo>
                    <a:pt x="1314" y="1940"/>
                    <a:pt x="2310" y="1675"/>
                    <a:pt x="3450" y="1180"/>
                  </a:cubicBezTo>
                  <a:cubicBezTo>
                    <a:pt x="3955" y="958"/>
                    <a:pt x="4446" y="713"/>
                    <a:pt x="4923" y="444"/>
                  </a:cubicBezTo>
                  <a:cubicBezTo>
                    <a:pt x="5404" y="713"/>
                    <a:pt x="5895" y="958"/>
                    <a:pt x="6400" y="1180"/>
                  </a:cubicBezTo>
                  <a:cubicBezTo>
                    <a:pt x="7540" y="1675"/>
                    <a:pt x="8536" y="1940"/>
                    <a:pt x="9364" y="1974"/>
                  </a:cubicBezTo>
                  <a:cubicBezTo>
                    <a:pt x="9426" y="2484"/>
                    <a:pt x="9551" y="4072"/>
                    <a:pt x="9171" y="5780"/>
                  </a:cubicBezTo>
                  <a:cubicBezTo>
                    <a:pt x="9138" y="5936"/>
                    <a:pt x="9259" y="6031"/>
                    <a:pt x="9377" y="6031"/>
                  </a:cubicBezTo>
                  <a:cubicBezTo>
                    <a:pt x="9462" y="6031"/>
                    <a:pt x="9547" y="5982"/>
                    <a:pt x="9571" y="5871"/>
                  </a:cubicBezTo>
                  <a:cubicBezTo>
                    <a:pt x="9864" y="4514"/>
                    <a:pt x="9922" y="3119"/>
                    <a:pt x="9749" y="1743"/>
                  </a:cubicBezTo>
                  <a:cubicBezTo>
                    <a:pt x="9729" y="1642"/>
                    <a:pt x="9648" y="1570"/>
                    <a:pt x="9547" y="1570"/>
                  </a:cubicBezTo>
                  <a:cubicBezTo>
                    <a:pt x="7617" y="1570"/>
                    <a:pt x="5057" y="44"/>
                    <a:pt x="5033" y="30"/>
                  </a:cubicBezTo>
                  <a:cubicBezTo>
                    <a:pt x="5000" y="11"/>
                    <a:pt x="4962" y="1"/>
                    <a:pt x="4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1"/>
            <p:cNvSpPr/>
            <p:nvPr/>
          </p:nvSpPr>
          <p:spPr>
            <a:xfrm>
              <a:off x="7611081" y="1647168"/>
              <a:ext cx="246775" cy="193559"/>
            </a:xfrm>
            <a:custGeom>
              <a:rect b="b" l="l" r="r" t="t"/>
              <a:pathLst>
                <a:path extrusionOk="0" h="7380" w="9409">
                  <a:moveTo>
                    <a:pt x="216" y="1"/>
                  </a:moveTo>
                  <a:cubicBezTo>
                    <a:pt x="109" y="1"/>
                    <a:pt x="1" y="76"/>
                    <a:pt x="11" y="217"/>
                  </a:cubicBezTo>
                  <a:cubicBezTo>
                    <a:pt x="107" y="1742"/>
                    <a:pt x="459" y="3085"/>
                    <a:pt x="1055" y="4201"/>
                  </a:cubicBezTo>
                  <a:cubicBezTo>
                    <a:pt x="1883" y="5746"/>
                    <a:pt x="3153" y="6809"/>
                    <a:pt x="4842" y="7372"/>
                  </a:cubicBezTo>
                  <a:cubicBezTo>
                    <a:pt x="4864" y="7377"/>
                    <a:pt x="4885" y="7379"/>
                    <a:pt x="4907" y="7379"/>
                  </a:cubicBezTo>
                  <a:cubicBezTo>
                    <a:pt x="4929" y="7379"/>
                    <a:pt x="4950" y="7377"/>
                    <a:pt x="4972" y="7372"/>
                  </a:cubicBezTo>
                  <a:cubicBezTo>
                    <a:pt x="6064" y="7011"/>
                    <a:pt x="6993" y="6424"/>
                    <a:pt x="7729" y="5640"/>
                  </a:cubicBezTo>
                  <a:cubicBezTo>
                    <a:pt x="8465" y="4855"/>
                    <a:pt x="9023" y="3859"/>
                    <a:pt x="9375" y="2685"/>
                  </a:cubicBezTo>
                  <a:cubicBezTo>
                    <a:pt x="9408" y="2579"/>
                    <a:pt x="9346" y="2459"/>
                    <a:pt x="9240" y="2430"/>
                  </a:cubicBezTo>
                  <a:cubicBezTo>
                    <a:pt x="9220" y="2424"/>
                    <a:pt x="9199" y="2421"/>
                    <a:pt x="9179" y="2421"/>
                  </a:cubicBezTo>
                  <a:cubicBezTo>
                    <a:pt x="9090" y="2421"/>
                    <a:pt x="9008" y="2479"/>
                    <a:pt x="8985" y="2565"/>
                  </a:cubicBezTo>
                  <a:cubicBezTo>
                    <a:pt x="8648" y="3677"/>
                    <a:pt x="8128" y="4615"/>
                    <a:pt x="7431" y="5356"/>
                  </a:cubicBezTo>
                  <a:cubicBezTo>
                    <a:pt x="6757" y="6078"/>
                    <a:pt x="5905" y="6612"/>
                    <a:pt x="4905" y="6953"/>
                  </a:cubicBezTo>
                  <a:cubicBezTo>
                    <a:pt x="3355" y="6424"/>
                    <a:pt x="2181" y="5433"/>
                    <a:pt x="1416" y="4009"/>
                  </a:cubicBezTo>
                  <a:cubicBezTo>
                    <a:pt x="848" y="2940"/>
                    <a:pt x="511" y="1660"/>
                    <a:pt x="420" y="193"/>
                  </a:cubicBezTo>
                  <a:cubicBezTo>
                    <a:pt x="411" y="62"/>
                    <a:pt x="313"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1"/>
            <p:cNvSpPr/>
            <p:nvPr/>
          </p:nvSpPr>
          <p:spPr>
            <a:xfrm>
              <a:off x="7573235" y="1510497"/>
              <a:ext cx="333089" cy="366792"/>
            </a:xfrm>
            <a:custGeom>
              <a:rect b="b" l="l" r="r" t="t"/>
              <a:pathLst>
                <a:path extrusionOk="0" h="13985" w="12700">
                  <a:moveTo>
                    <a:pt x="6348" y="448"/>
                  </a:moveTo>
                  <a:cubicBezTo>
                    <a:pt x="6954" y="789"/>
                    <a:pt x="7575" y="1102"/>
                    <a:pt x="8210" y="1381"/>
                  </a:cubicBezTo>
                  <a:cubicBezTo>
                    <a:pt x="9653" y="2007"/>
                    <a:pt x="10914" y="2344"/>
                    <a:pt x="11948" y="2377"/>
                  </a:cubicBezTo>
                  <a:cubicBezTo>
                    <a:pt x="12025" y="2945"/>
                    <a:pt x="12199" y="4894"/>
                    <a:pt x="11756" y="7030"/>
                  </a:cubicBezTo>
                  <a:cubicBezTo>
                    <a:pt x="11443" y="8512"/>
                    <a:pt x="10899" y="9792"/>
                    <a:pt x="10139" y="10831"/>
                  </a:cubicBezTo>
                  <a:cubicBezTo>
                    <a:pt x="9206" y="12107"/>
                    <a:pt x="7931" y="13026"/>
                    <a:pt x="6352" y="13565"/>
                  </a:cubicBezTo>
                  <a:cubicBezTo>
                    <a:pt x="4774" y="13026"/>
                    <a:pt x="3499" y="12107"/>
                    <a:pt x="2566" y="10836"/>
                  </a:cubicBezTo>
                  <a:cubicBezTo>
                    <a:pt x="1800" y="9797"/>
                    <a:pt x="1262" y="8522"/>
                    <a:pt x="949" y="7045"/>
                  </a:cubicBezTo>
                  <a:cubicBezTo>
                    <a:pt x="501" y="4908"/>
                    <a:pt x="675" y="2950"/>
                    <a:pt x="747" y="2377"/>
                  </a:cubicBezTo>
                  <a:cubicBezTo>
                    <a:pt x="1781" y="2339"/>
                    <a:pt x="3037" y="2007"/>
                    <a:pt x="4481" y="1381"/>
                  </a:cubicBezTo>
                  <a:cubicBezTo>
                    <a:pt x="5121" y="1102"/>
                    <a:pt x="5741" y="789"/>
                    <a:pt x="6348" y="448"/>
                  </a:cubicBezTo>
                  <a:close/>
                  <a:moveTo>
                    <a:pt x="6351" y="0"/>
                  </a:moveTo>
                  <a:cubicBezTo>
                    <a:pt x="6314" y="0"/>
                    <a:pt x="6278" y="10"/>
                    <a:pt x="6247" y="29"/>
                  </a:cubicBezTo>
                  <a:cubicBezTo>
                    <a:pt x="6213" y="48"/>
                    <a:pt x="2999" y="1963"/>
                    <a:pt x="564" y="1963"/>
                  </a:cubicBezTo>
                  <a:cubicBezTo>
                    <a:pt x="463" y="1963"/>
                    <a:pt x="376" y="2040"/>
                    <a:pt x="362" y="2137"/>
                  </a:cubicBezTo>
                  <a:cubicBezTo>
                    <a:pt x="347" y="2233"/>
                    <a:pt x="1" y="4509"/>
                    <a:pt x="545" y="7117"/>
                  </a:cubicBezTo>
                  <a:cubicBezTo>
                    <a:pt x="862" y="8657"/>
                    <a:pt x="1430" y="9985"/>
                    <a:pt x="2229" y="11072"/>
                  </a:cubicBezTo>
                  <a:cubicBezTo>
                    <a:pt x="3225" y="12434"/>
                    <a:pt x="4591" y="13411"/>
                    <a:pt x="6280" y="13974"/>
                  </a:cubicBezTo>
                  <a:cubicBezTo>
                    <a:pt x="6302" y="13981"/>
                    <a:pt x="6325" y="13984"/>
                    <a:pt x="6347" y="13984"/>
                  </a:cubicBezTo>
                  <a:cubicBezTo>
                    <a:pt x="6369" y="13984"/>
                    <a:pt x="6391" y="13981"/>
                    <a:pt x="6410" y="13974"/>
                  </a:cubicBezTo>
                  <a:cubicBezTo>
                    <a:pt x="8104" y="13411"/>
                    <a:pt x="9466" y="12434"/>
                    <a:pt x="10466" y="11072"/>
                  </a:cubicBezTo>
                  <a:cubicBezTo>
                    <a:pt x="11265" y="9985"/>
                    <a:pt x="11833" y="8652"/>
                    <a:pt x="12151" y="7117"/>
                  </a:cubicBezTo>
                  <a:cubicBezTo>
                    <a:pt x="12699" y="4504"/>
                    <a:pt x="12353" y="2233"/>
                    <a:pt x="12338" y="2137"/>
                  </a:cubicBezTo>
                  <a:cubicBezTo>
                    <a:pt x="12324" y="2040"/>
                    <a:pt x="12237" y="1963"/>
                    <a:pt x="12136" y="1963"/>
                  </a:cubicBezTo>
                  <a:cubicBezTo>
                    <a:pt x="9706" y="1963"/>
                    <a:pt x="6487" y="48"/>
                    <a:pt x="6458" y="29"/>
                  </a:cubicBezTo>
                  <a:cubicBezTo>
                    <a:pt x="6425" y="10"/>
                    <a:pt x="6387"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5" name="Google Shape;10925;p81"/>
          <p:cNvSpPr/>
          <p:nvPr/>
        </p:nvSpPr>
        <p:spPr>
          <a:xfrm>
            <a:off x="8111607" y="1855021"/>
            <a:ext cx="10884" cy="21952"/>
          </a:xfrm>
          <a:custGeom>
            <a:rect b="b" l="l" r="r" t="t"/>
            <a:pathLst>
              <a:path extrusionOk="0" h="837" w="415">
                <a:moveTo>
                  <a:pt x="208" y="0"/>
                </a:moveTo>
                <a:cubicBezTo>
                  <a:pt x="92" y="0"/>
                  <a:pt x="1" y="92"/>
                  <a:pt x="1" y="207"/>
                </a:cubicBezTo>
                <a:lnTo>
                  <a:pt x="1" y="645"/>
                </a:lnTo>
                <a:cubicBezTo>
                  <a:pt x="8" y="773"/>
                  <a:pt x="108" y="836"/>
                  <a:pt x="208" y="836"/>
                </a:cubicBezTo>
                <a:cubicBezTo>
                  <a:pt x="308" y="836"/>
                  <a:pt x="407" y="773"/>
                  <a:pt x="415" y="645"/>
                </a:cubicBezTo>
                <a:lnTo>
                  <a:pt x="415" y="207"/>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1"/>
          <p:cNvSpPr/>
          <p:nvPr/>
        </p:nvSpPr>
        <p:spPr>
          <a:xfrm>
            <a:off x="8238076" y="1855021"/>
            <a:ext cx="10753" cy="21952"/>
          </a:xfrm>
          <a:custGeom>
            <a:rect b="b" l="l" r="r" t="t"/>
            <a:pathLst>
              <a:path extrusionOk="0" h="837" w="410">
                <a:moveTo>
                  <a:pt x="207" y="0"/>
                </a:moveTo>
                <a:cubicBezTo>
                  <a:pt x="92" y="0"/>
                  <a:pt x="0" y="92"/>
                  <a:pt x="0" y="207"/>
                </a:cubicBezTo>
                <a:lnTo>
                  <a:pt x="0" y="645"/>
                </a:lnTo>
                <a:cubicBezTo>
                  <a:pt x="7" y="773"/>
                  <a:pt x="106" y="836"/>
                  <a:pt x="205" y="836"/>
                </a:cubicBezTo>
                <a:cubicBezTo>
                  <a:pt x="303" y="836"/>
                  <a:pt x="402" y="773"/>
                  <a:pt x="409" y="645"/>
                </a:cubicBezTo>
                <a:lnTo>
                  <a:pt x="409" y="207"/>
                </a:lnTo>
                <a:cubicBezTo>
                  <a:pt x="409" y="92"/>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7" name="Google Shape;10927;p81"/>
          <p:cNvGrpSpPr/>
          <p:nvPr/>
        </p:nvGrpSpPr>
        <p:grpSpPr>
          <a:xfrm>
            <a:off x="7999537" y="1510549"/>
            <a:ext cx="335476" cy="367001"/>
            <a:chOff x="7999537" y="1510549"/>
            <a:chExt cx="335476" cy="367001"/>
          </a:xfrm>
        </p:grpSpPr>
        <p:sp>
          <p:nvSpPr>
            <p:cNvPr id="10928" name="Google Shape;10928;p81"/>
            <p:cNvSpPr/>
            <p:nvPr/>
          </p:nvSpPr>
          <p:spPr>
            <a:xfrm>
              <a:off x="8030984" y="1515795"/>
              <a:ext cx="298600" cy="298600"/>
            </a:xfrm>
            <a:custGeom>
              <a:rect b="b" l="l" r="r" t="t"/>
              <a:pathLst>
                <a:path extrusionOk="0" h="11385" w="11385">
                  <a:moveTo>
                    <a:pt x="5692" y="0"/>
                  </a:moveTo>
                  <a:cubicBezTo>
                    <a:pt x="2550" y="0"/>
                    <a:pt x="0" y="2551"/>
                    <a:pt x="0" y="5693"/>
                  </a:cubicBezTo>
                  <a:cubicBezTo>
                    <a:pt x="0" y="8840"/>
                    <a:pt x="2550" y="11385"/>
                    <a:pt x="5692" y="11385"/>
                  </a:cubicBezTo>
                  <a:cubicBezTo>
                    <a:pt x="8834" y="11385"/>
                    <a:pt x="11385" y="8840"/>
                    <a:pt x="11385" y="5693"/>
                  </a:cubicBezTo>
                  <a:cubicBezTo>
                    <a:pt x="11385" y="2551"/>
                    <a:pt x="8834" y="0"/>
                    <a:pt x="5692"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1"/>
            <p:cNvSpPr/>
            <p:nvPr/>
          </p:nvSpPr>
          <p:spPr>
            <a:xfrm>
              <a:off x="8001557" y="1518942"/>
              <a:ext cx="283991" cy="295531"/>
            </a:xfrm>
            <a:custGeom>
              <a:rect b="b" l="l" r="r" t="t"/>
              <a:pathLst>
                <a:path extrusionOk="0" h="11268" w="10828">
                  <a:moveTo>
                    <a:pt x="5655" y="1"/>
                  </a:moveTo>
                  <a:cubicBezTo>
                    <a:pt x="1930" y="780"/>
                    <a:pt x="1" y="4923"/>
                    <a:pt x="1805" y="8272"/>
                  </a:cubicBezTo>
                  <a:cubicBezTo>
                    <a:pt x="2854" y="10224"/>
                    <a:pt x="4827" y="11267"/>
                    <a:pt x="6825" y="11267"/>
                  </a:cubicBezTo>
                  <a:cubicBezTo>
                    <a:pt x="8255" y="11267"/>
                    <a:pt x="9699" y="10733"/>
                    <a:pt x="10827" y="9615"/>
                  </a:cubicBezTo>
                  <a:lnTo>
                    <a:pt x="10827" y="9615"/>
                  </a:lnTo>
                  <a:cubicBezTo>
                    <a:pt x="10442" y="9696"/>
                    <a:pt x="10053" y="9735"/>
                    <a:pt x="9663" y="9735"/>
                  </a:cubicBezTo>
                  <a:cubicBezTo>
                    <a:pt x="7353" y="9735"/>
                    <a:pt x="5275" y="8344"/>
                    <a:pt x="4399" y="6213"/>
                  </a:cubicBezTo>
                  <a:cubicBezTo>
                    <a:pt x="3518" y="4076"/>
                    <a:pt x="4014" y="1627"/>
                    <a:pt x="5655"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1"/>
            <p:cNvSpPr/>
            <p:nvPr/>
          </p:nvSpPr>
          <p:spPr>
            <a:xfrm>
              <a:off x="8082704" y="1803012"/>
              <a:ext cx="195264" cy="68952"/>
            </a:xfrm>
            <a:custGeom>
              <a:rect b="b" l="l" r="r" t="t"/>
              <a:pathLst>
                <a:path extrusionOk="0" h="2629" w="7445">
                  <a:moveTo>
                    <a:pt x="2407" y="1"/>
                  </a:moveTo>
                  <a:lnTo>
                    <a:pt x="573" y="665"/>
                  </a:lnTo>
                  <a:cubicBezTo>
                    <a:pt x="227" y="790"/>
                    <a:pt x="1" y="1117"/>
                    <a:pt x="1" y="1488"/>
                  </a:cubicBezTo>
                  <a:lnTo>
                    <a:pt x="1" y="2628"/>
                  </a:lnTo>
                  <a:lnTo>
                    <a:pt x="7445" y="2628"/>
                  </a:lnTo>
                  <a:lnTo>
                    <a:pt x="7445" y="1488"/>
                  </a:lnTo>
                  <a:cubicBezTo>
                    <a:pt x="7445" y="1117"/>
                    <a:pt x="7214" y="790"/>
                    <a:pt x="6867" y="665"/>
                  </a:cubicBezTo>
                  <a:lnTo>
                    <a:pt x="5034" y="1"/>
                  </a:lnTo>
                  <a:lnTo>
                    <a:pt x="3720" y="439"/>
                  </a:lnTo>
                  <a:lnTo>
                    <a:pt x="240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1"/>
            <p:cNvSpPr/>
            <p:nvPr/>
          </p:nvSpPr>
          <p:spPr>
            <a:xfrm>
              <a:off x="8243374" y="1826381"/>
              <a:ext cx="34463" cy="45583"/>
            </a:xfrm>
            <a:custGeom>
              <a:rect b="b" l="l" r="r" t="t"/>
              <a:pathLst>
                <a:path extrusionOk="0" h="1738" w="1314">
                  <a:moveTo>
                    <a:pt x="1078" y="0"/>
                  </a:moveTo>
                  <a:lnTo>
                    <a:pt x="255" y="823"/>
                  </a:lnTo>
                  <a:cubicBezTo>
                    <a:pt x="92" y="986"/>
                    <a:pt x="0" y="1208"/>
                    <a:pt x="0" y="1439"/>
                  </a:cubicBezTo>
                  <a:lnTo>
                    <a:pt x="0" y="1737"/>
                  </a:lnTo>
                  <a:lnTo>
                    <a:pt x="1314" y="1737"/>
                  </a:lnTo>
                  <a:lnTo>
                    <a:pt x="1314" y="597"/>
                  </a:lnTo>
                  <a:cubicBezTo>
                    <a:pt x="1314" y="375"/>
                    <a:pt x="1227" y="164"/>
                    <a:pt x="1078"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1"/>
            <p:cNvSpPr/>
            <p:nvPr/>
          </p:nvSpPr>
          <p:spPr>
            <a:xfrm>
              <a:off x="8117036" y="1624954"/>
              <a:ext cx="126469" cy="91901"/>
            </a:xfrm>
            <a:custGeom>
              <a:rect b="b" l="l" r="r" t="t"/>
              <a:pathLst>
                <a:path extrusionOk="0" h="3504" w="4822">
                  <a:moveTo>
                    <a:pt x="1757" y="1"/>
                  </a:moveTo>
                  <a:cubicBezTo>
                    <a:pt x="785" y="1"/>
                    <a:pt x="1" y="785"/>
                    <a:pt x="1" y="1752"/>
                  </a:cubicBezTo>
                  <a:lnTo>
                    <a:pt x="1" y="2272"/>
                  </a:lnTo>
                  <a:cubicBezTo>
                    <a:pt x="1" y="2507"/>
                    <a:pt x="39" y="2743"/>
                    <a:pt x="111" y="2965"/>
                  </a:cubicBezTo>
                  <a:lnTo>
                    <a:pt x="188" y="3181"/>
                  </a:lnTo>
                  <a:cubicBezTo>
                    <a:pt x="208" y="3248"/>
                    <a:pt x="217" y="3321"/>
                    <a:pt x="222" y="3393"/>
                  </a:cubicBezTo>
                  <a:lnTo>
                    <a:pt x="222" y="3503"/>
                  </a:lnTo>
                  <a:lnTo>
                    <a:pt x="4601" y="3503"/>
                  </a:lnTo>
                  <a:lnTo>
                    <a:pt x="4601" y="3393"/>
                  </a:lnTo>
                  <a:cubicBezTo>
                    <a:pt x="4601" y="3321"/>
                    <a:pt x="4610" y="3248"/>
                    <a:pt x="4634" y="3186"/>
                  </a:cubicBezTo>
                  <a:lnTo>
                    <a:pt x="4707" y="2965"/>
                  </a:lnTo>
                  <a:cubicBezTo>
                    <a:pt x="4779" y="2743"/>
                    <a:pt x="4817" y="2507"/>
                    <a:pt x="4822" y="2272"/>
                  </a:cubicBezTo>
                  <a:lnTo>
                    <a:pt x="4822" y="438"/>
                  </a:lnTo>
                  <a:cubicBezTo>
                    <a:pt x="4822" y="198"/>
                    <a:pt x="4625" y="1"/>
                    <a:pt x="438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1"/>
            <p:cNvSpPr/>
            <p:nvPr/>
          </p:nvSpPr>
          <p:spPr>
            <a:xfrm>
              <a:off x="8145808" y="1624954"/>
              <a:ext cx="97593" cy="91901"/>
            </a:xfrm>
            <a:custGeom>
              <a:rect b="b" l="l" r="r" t="t"/>
              <a:pathLst>
                <a:path extrusionOk="0" h="3504" w="3721">
                  <a:moveTo>
                    <a:pt x="891" y="1"/>
                  </a:moveTo>
                  <a:cubicBezTo>
                    <a:pt x="400" y="1"/>
                    <a:pt x="1" y="400"/>
                    <a:pt x="1" y="891"/>
                  </a:cubicBezTo>
                  <a:cubicBezTo>
                    <a:pt x="1" y="1382"/>
                    <a:pt x="400" y="1776"/>
                    <a:pt x="891" y="1781"/>
                  </a:cubicBezTo>
                  <a:lnTo>
                    <a:pt x="1011" y="1781"/>
                  </a:lnTo>
                  <a:lnTo>
                    <a:pt x="1069" y="3503"/>
                  </a:lnTo>
                  <a:lnTo>
                    <a:pt x="3499" y="3503"/>
                  </a:lnTo>
                  <a:lnTo>
                    <a:pt x="3499" y="3393"/>
                  </a:lnTo>
                  <a:cubicBezTo>
                    <a:pt x="3499" y="3321"/>
                    <a:pt x="3513" y="3248"/>
                    <a:pt x="3537" y="3186"/>
                  </a:cubicBezTo>
                  <a:lnTo>
                    <a:pt x="3610" y="2965"/>
                  </a:lnTo>
                  <a:cubicBezTo>
                    <a:pt x="3682" y="2743"/>
                    <a:pt x="3720" y="2507"/>
                    <a:pt x="3720" y="2272"/>
                  </a:cubicBezTo>
                  <a:lnTo>
                    <a:pt x="3720" y="438"/>
                  </a:lnTo>
                  <a:cubicBezTo>
                    <a:pt x="3720" y="198"/>
                    <a:pt x="3523" y="1"/>
                    <a:pt x="328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1"/>
            <p:cNvSpPr/>
            <p:nvPr/>
          </p:nvSpPr>
          <p:spPr>
            <a:xfrm>
              <a:off x="8145808" y="1762753"/>
              <a:ext cx="68926" cy="51773"/>
            </a:xfrm>
            <a:custGeom>
              <a:rect b="b" l="l" r="r" t="t"/>
              <a:pathLst>
                <a:path extrusionOk="0" h="1974" w="2628">
                  <a:moveTo>
                    <a:pt x="1" y="1"/>
                  </a:moveTo>
                  <a:lnTo>
                    <a:pt x="1"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1"/>
            <p:cNvSpPr/>
            <p:nvPr/>
          </p:nvSpPr>
          <p:spPr>
            <a:xfrm>
              <a:off x="8145808" y="1762753"/>
              <a:ext cx="68926" cy="34463"/>
            </a:xfrm>
            <a:custGeom>
              <a:rect b="b" l="l" r="r" t="t"/>
              <a:pathLst>
                <a:path extrusionOk="0" h="1314" w="2628">
                  <a:moveTo>
                    <a:pt x="1" y="1"/>
                  </a:moveTo>
                  <a:lnTo>
                    <a:pt x="1" y="992"/>
                  </a:lnTo>
                  <a:cubicBezTo>
                    <a:pt x="412" y="1206"/>
                    <a:pt x="863" y="1313"/>
                    <a:pt x="1314" y="1313"/>
                  </a:cubicBezTo>
                  <a:cubicBezTo>
                    <a:pt x="1765" y="1313"/>
                    <a:pt x="2217" y="1206"/>
                    <a:pt x="2628" y="992"/>
                  </a:cubicBezTo>
                  <a:lnTo>
                    <a:pt x="262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1"/>
            <p:cNvSpPr/>
            <p:nvPr/>
          </p:nvSpPr>
          <p:spPr>
            <a:xfrm>
              <a:off x="8134451" y="1793387"/>
              <a:ext cx="45846" cy="41072"/>
            </a:xfrm>
            <a:custGeom>
              <a:rect b="b" l="l" r="r" t="t"/>
              <a:pathLst>
                <a:path extrusionOk="0" h="1566" w="1748">
                  <a:moveTo>
                    <a:pt x="385" y="1"/>
                  </a:moveTo>
                  <a:cubicBezTo>
                    <a:pt x="304" y="1"/>
                    <a:pt x="227" y="47"/>
                    <a:pt x="188" y="127"/>
                  </a:cubicBezTo>
                  <a:lnTo>
                    <a:pt x="1" y="527"/>
                  </a:lnTo>
                  <a:lnTo>
                    <a:pt x="722" y="1479"/>
                  </a:lnTo>
                  <a:cubicBezTo>
                    <a:pt x="764" y="1537"/>
                    <a:pt x="830" y="1566"/>
                    <a:pt x="896" y="1566"/>
                  </a:cubicBezTo>
                  <a:cubicBezTo>
                    <a:pt x="952" y="1566"/>
                    <a:pt x="1008" y="1545"/>
                    <a:pt x="1050" y="1503"/>
                  </a:cubicBezTo>
                  <a:lnTo>
                    <a:pt x="1747" y="806"/>
                  </a:lnTo>
                  <a:lnTo>
                    <a:pt x="501" y="36"/>
                  </a:lnTo>
                  <a:cubicBezTo>
                    <a:pt x="464" y="12"/>
                    <a:pt x="424" y="1"/>
                    <a:pt x="385"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1"/>
            <p:cNvSpPr/>
            <p:nvPr/>
          </p:nvSpPr>
          <p:spPr>
            <a:xfrm>
              <a:off x="8180271" y="1793387"/>
              <a:ext cx="45951" cy="41072"/>
            </a:xfrm>
            <a:custGeom>
              <a:rect b="b" l="l" r="r" t="t"/>
              <a:pathLst>
                <a:path extrusionOk="0" h="1566" w="1752">
                  <a:moveTo>
                    <a:pt x="1364" y="1"/>
                  </a:moveTo>
                  <a:cubicBezTo>
                    <a:pt x="1324" y="1"/>
                    <a:pt x="1283" y="12"/>
                    <a:pt x="1247" y="36"/>
                  </a:cubicBezTo>
                  <a:lnTo>
                    <a:pt x="0" y="806"/>
                  </a:lnTo>
                  <a:lnTo>
                    <a:pt x="698" y="1503"/>
                  </a:lnTo>
                  <a:cubicBezTo>
                    <a:pt x="742" y="1545"/>
                    <a:pt x="798" y="1566"/>
                    <a:pt x="854" y="1566"/>
                  </a:cubicBezTo>
                  <a:cubicBezTo>
                    <a:pt x="920" y="1566"/>
                    <a:pt x="986" y="1537"/>
                    <a:pt x="1030" y="1479"/>
                  </a:cubicBezTo>
                  <a:lnTo>
                    <a:pt x="1752" y="527"/>
                  </a:lnTo>
                  <a:lnTo>
                    <a:pt x="1559" y="127"/>
                  </a:lnTo>
                  <a:cubicBezTo>
                    <a:pt x="1524" y="47"/>
                    <a:pt x="1445" y="1"/>
                    <a:pt x="1364"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1"/>
            <p:cNvSpPr/>
            <p:nvPr/>
          </p:nvSpPr>
          <p:spPr>
            <a:xfrm>
              <a:off x="8122859" y="1671534"/>
              <a:ext cx="114981" cy="108556"/>
            </a:xfrm>
            <a:custGeom>
              <a:rect b="b" l="l" r="r" t="t"/>
              <a:pathLst>
                <a:path extrusionOk="0" h="4139" w="4384">
                  <a:moveTo>
                    <a:pt x="1869" y="1"/>
                  </a:moveTo>
                  <a:cubicBezTo>
                    <a:pt x="1181" y="1"/>
                    <a:pt x="659" y="197"/>
                    <a:pt x="659" y="197"/>
                  </a:cubicBezTo>
                  <a:lnTo>
                    <a:pt x="659" y="938"/>
                  </a:lnTo>
                  <a:cubicBezTo>
                    <a:pt x="659" y="1160"/>
                    <a:pt x="549" y="1367"/>
                    <a:pt x="366" y="1487"/>
                  </a:cubicBezTo>
                  <a:lnTo>
                    <a:pt x="0" y="1727"/>
                  </a:lnTo>
                  <a:lnTo>
                    <a:pt x="0" y="1949"/>
                  </a:lnTo>
                  <a:cubicBezTo>
                    <a:pt x="0" y="3157"/>
                    <a:pt x="982" y="4138"/>
                    <a:pt x="2189" y="4138"/>
                  </a:cubicBezTo>
                  <a:cubicBezTo>
                    <a:pt x="3397" y="4138"/>
                    <a:pt x="4379" y="3157"/>
                    <a:pt x="4383" y="1949"/>
                  </a:cubicBezTo>
                  <a:lnTo>
                    <a:pt x="4383" y="1727"/>
                  </a:lnTo>
                  <a:lnTo>
                    <a:pt x="4018" y="1487"/>
                  </a:lnTo>
                  <a:cubicBezTo>
                    <a:pt x="3835" y="1362"/>
                    <a:pt x="3724" y="1160"/>
                    <a:pt x="3724" y="938"/>
                  </a:cubicBezTo>
                  <a:lnTo>
                    <a:pt x="3724" y="635"/>
                  </a:lnTo>
                  <a:cubicBezTo>
                    <a:pt x="3128" y="137"/>
                    <a:pt x="2441" y="1"/>
                    <a:pt x="1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1"/>
            <p:cNvSpPr/>
            <p:nvPr/>
          </p:nvSpPr>
          <p:spPr>
            <a:xfrm>
              <a:off x="8082704" y="1826381"/>
              <a:ext cx="34358" cy="45583"/>
            </a:xfrm>
            <a:custGeom>
              <a:rect b="b" l="l" r="r" t="t"/>
              <a:pathLst>
                <a:path extrusionOk="0" h="1738" w="1310">
                  <a:moveTo>
                    <a:pt x="237" y="0"/>
                  </a:moveTo>
                  <a:cubicBezTo>
                    <a:pt x="83" y="164"/>
                    <a:pt x="1" y="375"/>
                    <a:pt x="1" y="597"/>
                  </a:cubicBezTo>
                  <a:lnTo>
                    <a:pt x="1" y="1737"/>
                  </a:lnTo>
                  <a:lnTo>
                    <a:pt x="1310" y="1737"/>
                  </a:lnTo>
                  <a:lnTo>
                    <a:pt x="1310" y="1439"/>
                  </a:lnTo>
                  <a:cubicBezTo>
                    <a:pt x="1310" y="1208"/>
                    <a:pt x="1218" y="986"/>
                    <a:pt x="1055" y="823"/>
                  </a:cubicBezTo>
                  <a:lnTo>
                    <a:pt x="237"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1"/>
            <p:cNvSpPr/>
            <p:nvPr/>
          </p:nvSpPr>
          <p:spPr>
            <a:xfrm>
              <a:off x="8122859" y="1671534"/>
              <a:ext cx="97697" cy="108031"/>
            </a:xfrm>
            <a:custGeom>
              <a:rect b="b" l="l" r="r" t="t"/>
              <a:pathLst>
                <a:path extrusionOk="0" h="4119" w="3725">
                  <a:moveTo>
                    <a:pt x="1867" y="1"/>
                  </a:moveTo>
                  <a:cubicBezTo>
                    <a:pt x="1178" y="1"/>
                    <a:pt x="654" y="197"/>
                    <a:pt x="654" y="197"/>
                  </a:cubicBezTo>
                  <a:lnTo>
                    <a:pt x="654" y="938"/>
                  </a:lnTo>
                  <a:cubicBezTo>
                    <a:pt x="654" y="1160"/>
                    <a:pt x="544" y="1362"/>
                    <a:pt x="361" y="1487"/>
                  </a:cubicBezTo>
                  <a:lnTo>
                    <a:pt x="0" y="1727"/>
                  </a:lnTo>
                  <a:lnTo>
                    <a:pt x="0" y="1949"/>
                  </a:lnTo>
                  <a:cubicBezTo>
                    <a:pt x="0" y="3056"/>
                    <a:pt x="823" y="3989"/>
                    <a:pt x="1925" y="4119"/>
                  </a:cubicBezTo>
                  <a:cubicBezTo>
                    <a:pt x="1530" y="3715"/>
                    <a:pt x="1314" y="3171"/>
                    <a:pt x="1314" y="2608"/>
                  </a:cubicBezTo>
                  <a:lnTo>
                    <a:pt x="1314" y="1155"/>
                  </a:lnTo>
                  <a:cubicBezTo>
                    <a:pt x="1314" y="934"/>
                    <a:pt x="1477" y="746"/>
                    <a:pt x="1699" y="722"/>
                  </a:cubicBezTo>
                  <a:cubicBezTo>
                    <a:pt x="1871" y="699"/>
                    <a:pt x="2090" y="680"/>
                    <a:pt x="2334" y="680"/>
                  </a:cubicBezTo>
                  <a:cubicBezTo>
                    <a:pt x="2763" y="680"/>
                    <a:pt x="3267" y="739"/>
                    <a:pt x="3724" y="938"/>
                  </a:cubicBezTo>
                  <a:lnTo>
                    <a:pt x="3724" y="635"/>
                  </a:lnTo>
                  <a:cubicBezTo>
                    <a:pt x="3128" y="137"/>
                    <a:pt x="2440" y="1"/>
                    <a:pt x="18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1"/>
            <p:cNvSpPr/>
            <p:nvPr/>
          </p:nvSpPr>
          <p:spPr>
            <a:xfrm>
              <a:off x="8134582" y="1668334"/>
              <a:ext cx="93370" cy="30660"/>
            </a:xfrm>
            <a:custGeom>
              <a:rect b="b" l="l" r="r" t="t"/>
              <a:pathLst>
                <a:path extrusionOk="0" h="1169" w="3560">
                  <a:moveTo>
                    <a:pt x="1421" y="1"/>
                  </a:moveTo>
                  <a:cubicBezTo>
                    <a:pt x="997" y="1"/>
                    <a:pt x="614" y="46"/>
                    <a:pt x="366" y="84"/>
                  </a:cubicBezTo>
                  <a:cubicBezTo>
                    <a:pt x="154" y="112"/>
                    <a:pt x="0" y="295"/>
                    <a:pt x="5" y="502"/>
                  </a:cubicBezTo>
                  <a:lnTo>
                    <a:pt x="5" y="974"/>
                  </a:lnTo>
                  <a:cubicBezTo>
                    <a:pt x="13" y="1104"/>
                    <a:pt x="111" y="1169"/>
                    <a:pt x="210" y="1169"/>
                  </a:cubicBezTo>
                  <a:cubicBezTo>
                    <a:pt x="308" y="1169"/>
                    <a:pt x="407" y="1104"/>
                    <a:pt x="414" y="974"/>
                  </a:cubicBezTo>
                  <a:lnTo>
                    <a:pt x="414" y="502"/>
                  </a:lnTo>
                  <a:cubicBezTo>
                    <a:pt x="414" y="497"/>
                    <a:pt x="419" y="488"/>
                    <a:pt x="424" y="488"/>
                  </a:cubicBezTo>
                  <a:cubicBezTo>
                    <a:pt x="745" y="439"/>
                    <a:pt x="1067" y="415"/>
                    <a:pt x="1390" y="415"/>
                  </a:cubicBezTo>
                  <a:cubicBezTo>
                    <a:pt x="1512" y="415"/>
                    <a:pt x="1634" y="419"/>
                    <a:pt x="1757" y="425"/>
                  </a:cubicBezTo>
                  <a:cubicBezTo>
                    <a:pt x="2397" y="469"/>
                    <a:pt x="2859" y="627"/>
                    <a:pt x="3128" y="902"/>
                  </a:cubicBezTo>
                  <a:cubicBezTo>
                    <a:pt x="3173" y="942"/>
                    <a:pt x="3222" y="959"/>
                    <a:pt x="3268" y="959"/>
                  </a:cubicBezTo>
                  <a:cubicBezTo>
                    <a:pt x="3427" y="959"/>
                    <a:pt x="3559" y="761"/>
                    <a:pt x="3422" y="608"/>
                  </a:cubicBezTo>
                  <a:cubicBezTo>
                    <a:pt x="2938" y="124"/>
                    <a:pt x="2124" y="1"/>
                    <a:pt x="1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1"/>
            <p:cNvSpPr/>
            <p:nvPr/>
          </p:nvSpPr>
          <p:spPr>
            <a:xfrm>
              <a:off x="8077275" y="1619524"/>
              <a:ext cx="206122" cy="258026"/>
            </a:xfrm>
            <a:custGeom>
              <a:rect b="b" l="l" r="r" t="t"/>
              <a:pathLst>
                <a:path extrusionOk="0" h="9838" w="7859">
                  <a:moveTo>
                    <a:pt x="6131" y="414"/>
                  </a:moveTo>
                  <a:lnTo>
                    <a:pt x="6131" y="2397"/>
                  </a:lnTo>
                  <a:cubicBezTo>
                    <a:pt x="6131" y="2695"/>
                    <a:pt x="6064" y="2989"/>
                    <a:pt x="5934" y="3258"/>
                  </a:cubicBezTo>
                  <a:cubicBezTo>
                    <a:pt x="5919" y="3287"/>
                    <a:pt x="5910" y="3316"/>
                    <a:pt x="5910" y="3350"/>
                  </a:cubicBezTo>
                  <a:lnTo>
                    <a:pt x="5910" y="3932"/>
                  </a:lnTo>
                  <a:cubicBezTo>
                    <a:pt x="5910" y="5039"/>
                    <a:pt x="5009" y="5918"/>
                    <a:pt x="3921" y="5918"/>
                  </a:cubicBezTo>
                  <a:cubicBezTo>
                    <a:pt x="3878" y="5918"/>
                    <a:pt x="3836" y="5917"/>
                    <a:pt x="3793" y="5914"/>
                  </a:cubicBezTo>
                  <a:cubicBezTo>
                    <a:pt x="2758" y="5842"/>
                    <a:pt x="1945" y="4942"/>
                    <a:pt x="1945" y="3855"/>
                  </a:cubicBezTo>
                  <a:lnTo>
                    <a:pt x="1945" y="3345"/>
                  </a:lnTo>
                  <a:cubicBezTo>
                    <a:pt x="1945" y="3316"/>
                    <a:pt x="1935" y="3287"/>
                    <a:pt x="1921" y="3258"/>
                  </a:cubicBezTo>
                  <a:cubicBezTo>
                    <a:pt x="1791" y="2989"/>
                    <a:pt x="1724" y="2695"/>
                    <a:pt x="1724" y="2397"/>
                  </a:cubicBezTo>
                  <a:lnTo>
                    <a:pt x="1724" y="1959"/>
                  </a:lnTo>
                  <a:cubicBezTo>
                    <a:pt x="1724" y="1107"/>
                    <a:pt x="2416" y="414"/>
                    <a:pt x="3273" y="414"/>
                  </a:cubicBezTo>
                  <a:close/>
                  <a:moveTo>
                    <a:pt x="2821" y="6049"/>
                  </a:moveTo>
                  <a:cubicBezTo>
                    <a:pt x="3114" y="6203"/>
                    <a:pt x="3437" y="6299"/>
                    <a:pt x="3769" y="6318"/>
                  </a:cubicBezTo>
                  <a:cubicBezTo>
                    <a:pt x="3821" y="6323"/>
                    <a:pt x="3874" y="6323"/>
                    <a:pt x="3932" y="6328"/>
                  </a:cubicBezTo>
                  <a:cubicBezTo>
                    <a:pt x="4317" y="6328"/>
                    <a:pt x="4697" y="6232"/>
                    <a:pt x="5039" y="6054"/>
                  </a:cubicBezTo>
                  <a:lnTo>
                    <a:pt x="5039" y="6429"/>
                  </a:lnTo>
                  <a:lnTo>
                    <a:pt x="3927" y="7185"/>
                  </a:lnTo>
                  <a:lnTo>
                    <a:pt x="2821" y="6429"/>
                  </a:lnTo>
                  <a:lnTo>
                    <a:pt x="2821" y="6049"/>
                  </a:lnTo>
                  <a:close/>
                  <a:moveTo>
                    <a:pt x="2643" y="6804"/>
                  </a:moveTo>
                  <a:lnTo>
                    <a:pt x="3610" y="7464"/>
                  </a:lnTo>
                  <a:lnTo>
                    <a:pt x="3095" y="7974"/>
                  </a:lnTo>
                  <a:cubicBezTo>
                    <a:pt x="3095" y="7978"/>
                    <a:pt x="3090" y="7978"/>
                    <a:pt x="3085" y="7978"/>
                  </a:cubicBezTo>
                  <a:cubicBezTo>
                    <a:pt x="3080" y="7978"/>
                    <a:pt x="3076" y="7978"/>
                    <a:pt x="3076" y="7974"/>
                  </a:cubicBezTo>
                  <a:lnTo>
                    <a:pt x="2436" y="7021"/>
                  </a:lnTo>
                  <a:lnTo>
                    <a:pt x="2643" y="6804"/>
                  </a:lnTo>
                  <a:close/>
                  <a:moveTo>
                    <a:pt x="5212" y="6804"/>
                  </a:moveTo>
                  <a:lnTo>
                    <a:pt x="5419" y="7021"/>
                  </a:lnTo>
                  <a:lnTo>
                    <a:pt x="4779" y="7974"/>
                  </a:lnTo>
                  <a:cubicBezTo>
                    <a:pt x="4779" y="7978"/>
                    <a:pt x="4774" y="7983"/>
                    <a:pt x="4769" y="7983"/>
                  </a:cubicBezTo>
                  <a:cubicBezTo>
                    <a:pt x="4765" y="7983"/>
                    <a:pt x="4760" y="7983"/>
                    <a:pt x="4760" y="7978"/>
                  </a:cubicBezTo>
                  <a:lnTo>
                    <a:pt x="4245" y="7464"/>
                  </a:lnTo>
                  <a:lnTo>
                    <a:pt x="5212" y="6804"/>
                  </a:lnTo>
                  <a:close/>
                  <a:moveTo>
                    <a:pt x="3268" y="1"/>
                  </a:moveTo>
                  <a:cubicBezTo>
                    <a:pt x="2190" y="5"/>
                    <a:pt x="1315" y="881"/>
                    <a:pt x="1315" y="1959"/>
                  </a:cubicBezTo>
                  <a:lnTo>
                    <a:pt x="1315" y="2397"/>
                  </a:lnTo>
                  <a:cubicBezTo>
                    <a:pt x="1315" y="2739"/>
                    <a:pt x="1387" y="3080"/>
                    <a:pt x="1531" y="3393"/>
                  </a:cubicBezTo>
                  <a:lnTo>
                    <a:pt x="1531" y="3855"/>
                  </a:lnTo>
                  <a:cubicBezTo>
                    <a:pt x="1531" y="4586"/>
                    <a:pt x="1849" y="5289"/>
                    <a:pt x="2407" y="5765"/>
                  </a:cubicBezTo>
                  <a:lnTo>
                    <a:pt x="2407" y="6453"/>
                  </a:lnTo>
                  <a:lnTo>
                    <a:pt x="2027" y="6853"/>
                  </a:lnTo>
                  <a:cubicBezTo>
                    <a:pt x="1988" y="6896"/>
                    <a:pt x="1964" y="6954"/>
                    <a:pt x="1969" y="7011"/>
                  </a:cubicBezTo>
                  <a:lnTo>
                    <a:pt x="713" y="7468"/>
                  </a:lnTo>
                  <a:cubicBezTo>
                    <a:pt x="285" y="7622"/>
                    <a:pt x="1" y="8031"/>
                    <a:pt x="1" y="8484"/>
                  </a:cubicBezTo>
                  <a:lnTo>
                    <a:pt x="1" y="9624"/>
                  </a:lnTo>
                  <a:cubicBezTo>
                    <a:pt x="8" y="9752"/>
                    <a:pt x="107" y="9815"/>
                    <a:pt x="205" y="9815"/>
                  </a:cubicBezTo>
                  <a:cubicBezTo>
                    <a:pt x="304" y="9815"/>
                    <a:pt x="403" y="9752"/>
                    <a:pt x="410" y="9624"/>
                  </a:cubicBezTo>
                  <a:lnTo>
                    <a:pt x="410" y="8484"/>
                  </a:lnTo>
                  <a:cubicBezTo>
                    <a:pt x="410" y="8200"/>
                    <a:pt x="588" y="7950"/>
                    <a:pt x="857" y="7853"/>
                  </a:cubicBezTo>
                  <a:lnTo>
                    <a:pt x="2185" y="7372"/>
                  </a:lnTo>
                  <a:lnTo>
                    <a:pt x="2734" y="8200"/>
                  </a:lnTo>
                  <a:cubicBezTo>
                    <a:pt x="2806" y="8306"/>
                    <a:pt x="2922" y="8378"/>
                    <a:pt x="3047" y="8387"/>
                  </a:cubicBezTo>
                  <a:lnTo>
                    <a:pt x="3090" y="8387"/>
                  </a:lnTo>
                  <a:cubicBezTo>
                    <a:pt x="3201" y="8387"/>
                    <a:pt x="3311" y="8344"/>
                    <a:pt x="3388" y="8262"/>
                  </a:cubicBezTo>
                  <a:lnTo>
                    <a:pt x="3725" y="7926"/>
                  </a:lnTo>
                  <a:lnTo>
                    <a:pt x="3725" y="9624"/>
                  </a:lnTo>
                  <a:cubicBezTo>
                    <a:pt x="3718" y="9766"/>
                    <a:pt x="3825" y="9837"/>
                    <a:pt x="3932" y="9837"/>
                  </a:cubicBezTo>
                  <a:cubicBezTo>
                    <a:pt x="4038" y="9837"/>
                    <a:pt x="4144" y="9766"/>
                    <a:pt x="4134" y="9624"/>
                  </a:cubicBezTo>
                  <a:lnTo>
                    <a:pt x="4134" y="7926"/>
                  </a:lnTo>
                  <a:lnTo>
                    <a:pt x="4476" y="8262"/>
                  </a:lnTo>
                  <a:cubicBezTo>
                    <a:pt x="4559" y="8348"/>
                    <a:pt x="4669" y="8390"/>
                    <a:pt x="4777" y="8390"/>
                  </a:cubicBezTo>
                  <a:cubicBezTo>
                    <a:pt x="4912" y="8390"/>
                    <a:pt x="5045" y="8325"/>
                    <a:pt x="5125" y="8200"/>
                  </a:cubicBezTo>
                  <a:lnTo>
                    <a:pt x="5679" y="7372"/>
                  </a:lnTo>
                  <a:lnTo>
                    <a:pt x="7007" y="7853"/>
                  </a:lnTo>
                  <a:cubicBezTo>
                    <a:pt x="7272" y="7950"/>
                    <a:pt x="7450" y="8200"/>
                    <a:pt x="7450" y="8484"/>
                  </a:cubicBezTo>
                  <a:lnTo>
                    <a:pt x="7450" y="9624"/>
                  </a:lnTo>
                  <a:cubicBezTo>
                    <a:pt x="7457" y="9752"/>
                    <a:pt x="7555" y="9815"/>
                    <a:pt x="7654" y="9815"/>
                  </a:cubicBezTo>
                  <a:cubicBezTo>
                    <a:pt x="7753" y="9815"/>
                    <a:pt x="7851" y="9752"/>
                    <a:pt x="7859" y="9624"/>
                  </a:cubicBezTo>
                  <a:lnTo>
                    <a:pt x="7859" y="8484"/>
                  </a:lnTo>
                  <a:cubicBezTo>
                    <a:pt x="7859" y="8027"/>
                    <a:pt x="7570" y="7622"/>
                    <a:pt x="7142" y="7468"/>
                  </a:cubicBezTo>
                  <a:lnTo>
                    <a:pt x="5886" y="7011"/>
                  </a:lnTo>
                  <a:cubicBezTo>
                    <a:pt x="5886" y="6954"/>
                    <a:pt x="5866" y="6896"/>
                    <a:pt x="5828" y="6853"/>
                  </a:cubicBezTo>
                  <a:lnTo>
                    <a:pt x="5448" y="6453"/>
                  </a:lnTo>
                  <a:lnTo>
                    <a:pt x="5448" y="5780"/>
                  </a:lnTo>
                  <a:cubicBezTo>
                    <a:pt x="5486" y="5746"/>
                    <a:pt x="5525" y="5712"/>
                    <a:pt x="5568" y="5678"/>
                  </a:cubicBezTo>
                  <a:cubicBezTo>
                    <a:pt x="6049" y="5226"/>
                    <a:pt x="6324" y="4591"/>
                    <a:pt x="6324" y="3932"/>
                  </a:cubicBezTo>
                  <a:lnTo>
                    <a:pt x="6324" y="3393"/>
                  </a:lnTo>
                  <a:cubicBezTo>
                    <a:pt x="6468" y="3080"/>
                    <a:pt x="6545" y="2739"/>
                    <a:pt x="6545" y="2397"/>
                  </a:cubicBezTo>
                  <a:lnTo>
                    <a:pt x="6545" y="208"/>
                  </a:lnTo>
                  <a:cubicBezTo>
                    <a:pt x="6545" y="92"/>
                    <a:pt x="6449" y="1"/>
                    <a:pt x="63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1"/>
            <p:cNvSpPr/>
            <p:nvPr/>
          </p:nvSpPr>
          <p:spPr>
            <a:xfrm>
              <a:off x="7999537" y="1510549"/>
              <a:ext cx="335476" cy="292253"/>
            </a:xfrm>
            <a:custGeom>
              <a:rect b="b" l="l" r="r" t="t"/>
              <a:pathLst>
                <a:path extrusionOk="0" h="11143" w="12791">
                  <a:moveTo>
                    <a:pt x="4947" y="763"/>
                  </a:moveTo>
                  <a:lnTo>
                    <a:pt x="4947" y="763"/>
                  </a:lnTo>
                  <a:cubicBezTo>
                    <a:pt x="4615" y="1052"/>
                    <a:pt x="4327" y="1389"/>
                    <a:pt x="4086" y="1759"/>
                  </a:cubicBezTo>
                  <a:cubicBezTo>
                    <a:pt x="3908" y="2034"/>
                    <a:pt x="3754" y="2322"/>
                    <a:pt x="3619" y="2626"/>
                  </a:cubicBezTo>
                  <a:lnTo>
                    <a:pt x="2489" y="2626"/>
                  </a:lnTo>
                  <a:cubicBezTo>
                    <a:pt x="3114" y="1783"/>
                    <a:pt x="3966" y="1139"/>
                    <a:pt x="4947" y="763"/>
                  </a:cubicBezTo>
                  <a:close/>
                  <a:moveTo>
                    <a:pt x="6684" y="417"/>
                  </a:moveTo>
                  <a:lnTo>
                    <a:pt x="6684" y="2626"/>
                  </a:lnTo>
                  <a:lnTo>
                    <a:pt x="4067" y="2626"/>
                  </a:lnTo>
                  <a:cubicBezTo>
                    <a:pt x="4668" y="1360"/>
                    <a:pt x="5616" y="513"/>
                    <a:pt x="6684" y="417"/>
                  </a:cubicBezTo>
                  <a:close/>
                  <a:moveTo>
                    <a:pt x="7093" y="417"/>
                  </a:moveTo>
                  <a:cubicBezTo>
                    <a:pt x="8166" y="513"/>
                    <a:pt x="9110" y="1360"/>
                    <a:pt x="9716" y="2626"/>
                  </a:cubicBezTo>
                  <a:lnTo>
                    <a:pt x="7093" y="2626"/>
                  </a:lnTo>
                  <a:lnTo>
                    <a:pt x="7093" y="417"/>
                  </a:lnTo>
                  <a:close/>
                  <a:moveTo>
                    <a:pt x="8835" y="768"/>
                  </a:moveTo>
                  <a:lnTo>
                    <a:pt x="8835" y="768"/>
                  </a:lnTo>
                  <a:cubicBezTo>
                    <a:pt x="9817" y="1139"/>
                    <a:pt x="10669" y="1783"/>
                    <a:pt x="11294" y="2626"/>
                  </a:cubicBezTo>
                  <a:lnTo>
                    <a:pt x="10163" y="2626"/>
                  </a:lnTo>
                  <a:cubicBezTo>
                    <a:pt x="10029" y="2327"/>
                    <a:pt x="9875" y="2034"/>
                    <a:pt x="9697" y="1759"/>
                  </a:cubicBezTo>
                  <a:cubicBezTo>
                    <a:pt x="9456" y="1389"/>
                    <a:pt x="9167" y="1057"/>
                    <a:pt x="8835" y="768"/>
                  </a:cubicBezTo>
                  <a:close/>
                  <a:moveTo>
                    <a:pt x="3456" y="3035"/>
                  </a:moveTo>
                  <a:cubicBezTo>
                    <a:pt x="3148" y="3886"/>
                    <a:pt x="2984" y="4786"/>
                    <a:pt x="2970" y="5691"/>
                  </a:cubicBezTo>
                  <a:lnTo>
                    <a:pt x="1406" y="5691"/>
                  </a:lnTo>
                  <a:cubicBezTo>
                    <a:pt x="1440" y="4752"/>
                    <a:pt x="1719" y="3838"/>
                    <a:pt x="2210" y="3035"/>
                  </a:cubicBezTo>
                  <a:close/>
                  <a:moveTo>
                    <a:pt x="11573" y="3035"/>
                  </a:moveTo>
                  <a:cubicBezTo>
                    <a:pt x="12064" y="3838"/>
                    <a:pt x="12343" y="4752"/>
                    <a:pt x="12377" y="5691"/>
                  </a:cubicBezTo>
                  <a:lnTo>
                    <a:pt x="10818" y="5691"/>
                  </a:lnTo>
                  <a:cubicBezTo>
                    <a:pt x="10798" y="4786"/>
                    <a:pt x="10635" y="3886"/>
                    <a:pt x="10332" y="3035"/>
                  </a:cubicBezTo>
                  <a:close/>
                  <a:moveTo>
                    <a:pt x="2970" y="6104"/>
                  </a:moveTo>
                  <a:cubicBezTo>
                    <a:pt x="2984" y="6946"/>
                    <a:pt x="3124" y="7779"/>
                    <a:pt x="3393" y="8578"/>
                  </a:cubicBezTo>
                  <a:cubicBezTo>
                    <a:pt x="3412" y="8640"/>
                    <a:pt x="3432" y="8698"/>
                    <a:pt x="3451" y="8756"/>
                  </a:cubicBezTo>
                  <a:lnTo>
                    <a:pt x="2205" y="8756"/>
                  </a:lnTo>
                  <a:cubicBezTo>
                    <a:pt x="1714" y="7952"/>
                    <a:pt x="1440" y="7038"/>
                    <a:pt x="1411" y="6104"/>
                  </a:cubicBezTo>
                  <a:close/>
                  <a:moveTo>
                    <a:pt x="12372" y="6100"/>
                  </a:moveTo>
                  <a:cubicBezTo>
                    <a:pt x="12338" y="7009"/>
                    <a:pt x="12083" y="7894"/>
                    <a:pt x="11621" y="8679"/>
                  </a:cubicBezTo>
                  <a:cubicBezTo>
                    <a:pt x="11607" y="8703"/>
                    <a:pt x="11592" y="8727"/>
                    <a:pt x="11573" y="8756"/>
                  </a:cubicBezTo>
                  <a:lnTo>
                    <a:pt x="10327" y="8756"/>
                  </a:lnTo>
                  <a:cubicBezTo>
                    <a:pt x="10351" y="8693"/>
                    <a:pt x="10370" y="8640"/>
                    <a:pt x="10389" y="8578"/>
                  </a:cubicBezTo>
                  <a:cubicBezTo>
                    <a:pt x="10654" y="7779"/>
                    <a:pt x="10798" y="6942"/>
                    <a:pt x="10813" y="6100"/>
                  </a:cubicBezTo>
                  <a:close/>
                  <a:moveTo>
                    <a:pt x="6897" y="0"/>
                  </a:moveTo>
                  <a:cubicBezTo>
                    <a:pt x="5095" y="0"/>
                    <a:pt x="3304" y="819"/>
                    <a:pt x="2137" y="2409"/>
                  </a:cubicBezTo>
                  <a:cubicBezTo>
                    <a:pt x="1" y="5325"/>
                    <a:pt x="963" y="9458"/>
                    <a:pt x="4168" y="11128"/>
                  </a:cubicBezTo>
                  <a:cubicBezTo>
                    <a:pt x="4196" y="11138"/>
                    <a:pt x="4222" y="11143"/>
                    <a:pt x="4248" y="11143"/>
                  </a:cubicBezTo>
                  <a:cubicBezTo>
                    <a:pt x="4433" y="11143"/>
                    <a:pt x="4538" y="10890"/>
                    <a:pt x="4360" y="10767"/>
                  </a:cubicBezTo>
                  <a:cubicBezTo>
                    <a:pt x="3619" y="10382"/>
                    <a:pt x="2979" y="9833"/>
                    <a:pt x="2479" y="9169"/>
                  </a:cubicBezTo>
                  <a:lnTo>
                    <a:pt x="3619" y="9169"/>
                  </a:lnTo>
                  <a:cubicBezTo>
                    <a:pt x="3850" y="9699"/>
                    <a:pt x="4163" y="10194"/>
                    <a:pt x="4543" y="10632"/>
                  </a:cubicBezTo>
                  <a:cubicBezTo>
                    <a:pt x="4588" y="10678"/>
                    <a:pt x="4638" y="10697"/>
                    <a:pt x="4687" y="10697"/>
                  </a:cubicBezTo>
                  <a:cubicBezTo>
                    <a:pt x="4840" y="10697"/>
                    <a:pt x="4975" y="10511"/>
                    <a:pt x="4851" y="10358"/>
                  </a:cubicBezTo>
                  <a:cubicBezTo>
                    <a:pt x="4534" y="10002"/>
                    <a:pt x="4274" y="9598"/>
                    <a:pt x="4072" y="9165"/>
                  </a:cubicBezTo>
                  <a:cubicBezTo>
                    <a:pt x="4330" y="9136"/>
                    <a:pt x="4308" y="8756"/>
                    <a:pt x="4048" y="8756"/>
                  </a:cubicBezTo>
                  <a:cubicBezTo>
                    <a:pt x="4046" y="8756"/>
                    <a:pt x="4044" y="8756"/>
                    <a:pt x="4043" y="8756"/>
                  </a:cubicBezTo>
                  <a:lnTo>
                    <a:pt x="3894" y="8756"/>
                  </a:lnTo>
                  <a:cubicBezTo>
                    <a:pt x="3571" y="7909"/>
                    <a:pt x="3393" y="7009"/>
                    <a:pt x="3379" y="6104"/>
                  </a:cubicBezTo>
                  <a:lnTo>
                    <a:pt x="3605" y="6104"/>
                  </a:lnTo>
                  <a:cubicBezTo>
                    <a:pt x="3610" y="6105"/>
                    <a:pt x="3614" y="6105"/>
                    <a:pt x="3619" y="6105"/>
                  </a:cubicBezTo>
                  <a:cubicBezTo>
                    <a:pt x="3889" y="6105"/>
                    <a:pt x="3889" y="5690"/>
                    <a:pt x="3619" y="5690"/>
                  </a:cubicBezTo>
                  <a:cubicBezTo>
                    <a:pt x="3614" y="5690"/>
                    <a:pt x="3610" y="5690"/>
                    <a:pt x="3605" y="5691"/>
                  </a:cubicBezTo>
                  <a:lnTo>
                    <a:pt x="3379" y="5691"/>
                  </a:lnTo>
                  <a:cubicBezTo>
                    <a:pt x="3393" y="4781"/>
                    <a:pt x="3566" y="3881"/>
                    <a:pt x="3894" y="3035"/>
                  </a:cubicBezTo>
                  <a:lnTo>
                    <a:pt x="6684" y="3035"/>
                  </a:lnTo>
                  <a:lnTo>
                    <a:pt x="6684" y="3487"/>
                  </a:lnTo>
                  <a:cubicBezTo>
                    <a:pt x="6692" y="3617"/>
                    <a:pt x="6791" y="3682"/>
                    <a:pt x="6891" y="3682"/>
                  </a:cubicBezTo>
                  <a:cubicBezTo>
                    <a:pt x="6991" y="3682"/>
                    <a:pt x="7091" y="3617"/>
                    <a:pt x="7098" y="3487"/>
                  </a:cubicBezTo>
                  <a:lnTo>
                    <a:pt x="7098" y="3035"/>
                  </a:lnTo>
                  <a:lnTo>
                    <a:pt x="9894" y="3035"/>
                  </a:lnTo>
                  <a:cubicBezTo>
                    <a:pt x="10216" y="3881"/>
                    <a:pt x="10394" y="4781"/>
                    <a:pt x="10409" y="5691"/>
                  </a:cubicBezTo>
                  <a:lnTo>
                    <a:pt x="10178" y="5691"/>
                  </a:lnTo>
                  <a:cubicBezTo>
                    <a:pt x="10173" y="5690"/>
                    <a:pt x="10168" y="5690"/>
                    <a:pt x="10164" y="5690"/>
                  </a:cubicBezTo>
                  <a:cubicBezTo>
                    <a:pt x="9894" y="5690"/>
                    <a:pt x="9894" y="6100"/>
                    <a:pt x="10164" y="6100"/>
                  </a:cubicBezTo>
                  <a:cubicBezTo>
                    <a:pt x="10168" y="6100"/>
                    <a:pt x="10173" y="6100"/>
                    <a:pt x="10178" y="6100"/>
                  </a:cubicBezTo>
                  <a:lnTo>
                    <a:pt x="10409" y="6100"/>
                  </a:lnTo>
                  <a:cubicBezTo>
                    <a:pt x="10389" y="7009"/>
                    <a:pt x="10216" y="7909"/>
                    <a:pt x="9889" y="8756"/>
                  </a:cubicBezTo>
                  <a:lnTo>
                    <a:pt x="9740" y="8756"/>
                  </a:lnTo>
                  <a:cubicBezTo>
                    <a:pt x="9738" y="8756"/>
                    <a:pt x="9737" y="8756"/>
                    <a:pt x="9735" y="8756"/>
                  </a:cubicBezTo>
                  <a:cubicBezTo>
                    <a:pt x="9480" y="8756"/>
                    <a:pt x="9453" y="9136"/>
                    <a:pt x="9716" y="9165"/>
                  </a:cubicBezTo>
                  <a:cubicBezTo>
                    <a:pt x="9509" y="9598"/>
                    <a:pt x="9249" y="9997"/>
                    <a:pt x="8932" y="10358"/>
                  </a:cubicBezTo>
                  <a:cubicBezTo>
                    <a:pt x="8808" y="10510"/>
                    <a:pt x="8942" y="10693"/>
                    <a:pt x="9094" y="10693"/>
                  </a:cubicBezTo>
                  <a:cubicBezTo>
                    <a:pt x="9143" y="10693"/>
                    <a:pt x="9195" y="10674"/>
                    <a:pt x="9239" y="10627"/>
                  </a:cubicBezTo>
                  <a:cubicBezTo>
                    <a:pt x="9620" y="10190"/>
                    <a:pt x="9932" y="9699"/>
                    <a:pt x="10159" y="9165"/>
                  </a:cubicBezTo>
                  <a:lnTo>
                    <a:pt x="11294" y="9165"/>
                  </a:lnTo>
                  <a:cubicBezTo>
                    <a:pt x="10847" y="9766"/>
                    <a:pt x="10284" y="10271"/>
                    <a:pt x="9634" y="10647"/>
                  </a:cubicBezTo>
                  <a:cubicBezTo>
                    <a:pt x="9445" y="10766"/>
                    <a:pt x="9558" y="11028"/>
                    <a:pt x="9738" y="11028"/>
                  </a:cubicBezTo>
                  <a:cubicBezTo>
                    <a:pt x="9769" y="11028"/>
                    <a:pt x="9802" y="11020"/>
                    <a:pt x="9836" y="11003"/>
                  </a:cubicBezTo>
                  <a:cubicBezTo>
                    <a:pt x="11665" y="9949"/>
                    <a:pt x="12786" y="8000"/>
                    <a:pt x="12786" y="5893"/>
                  </a:cubicBezTo>
                  <a:cubicBezTo>
                    <a:pt x="12791" y="4329"/>
                    <a:pt x="12170" y="2828"/>
                    <a:pt x="11063" y="1726"/>
                  </a:cubicBezTo>
                  <a:cubicBezTo>
                    <a:pt x="9901" y="566"/>
                    <a:pt x="8395" y="0"/>
                    <a:pt x="6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4" name="Google Shape;10944;p81"/>
          <p:cNvGrpSpPr/>
          <p:nvPr/>
        </p:nvGrpSpPr>
        <p:grpSpPr>
          <a:xfrm>
            <a:off x="4890346" y="3382537"/>
            <a:ext cx="370306" cy="367001"/>
            <a:chOff x="4890346" y="3382537"/>
            <a:chExt cx="370306" cy="367001"/>
          </a:xfrm>
        </p:grpSpPr>
        <p:sp>
          <p:nvSpPr>
            <p:cNvPr id="10945" name="Google Shape;10945;p81"/>
            <p:cNvSpPr/>
            <p:nvPr/>
          </p:nvSpPr>
          <p:spPr>
            <a:xfrm>
              <a:off x="4961160" y="3451568"/>
              <a:ext cx="229333" cy="229202"/>
            </a:xfrm>
            <a:custGeom>
              <a:rect b="b" l="l" r="r" t="t"/>
              <a:pathLst>
                <a:path extrusionOk="0" h="8739" w="8744">
                  <a:moveTo>
                    <a:pt x="4374" y="0"/>
                  </a:moveTo>
                  <a:cubicBezTo>
                    <a:pt x="1959" y="0"/>
                    <a:pt x="0" y="1959"/>
                    <a:pt x="0" y="4370"/>
                  </a:cubicBezTo>
                  <a:cubicBezTo>
                    <a:pt x="0" y="6785"/>
                    <a:pt x="1959" y="8739"/>
                    <a:pt x="4374" y="8739"/>
                  </a:cubicBezTo>
                  <a:cubicBezTo>
                    <a:pt x="6785" y="8739"/>
                    <a:pt x="8743" y="6785"/>
                    <a:pt x="8743" y="4370"/>
                  </a:cubicBezTo>
                  <a:cubicBezTo>
                    <a:pt x="8743" y="1959"/>
                    <a:pt x="6785" y="0"/>
                    <a:pt x="4374"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1"/>
            <p:cNvSpPr/>
            <p:nvPr/>
          </p:nvSpPr>
          <p:spPr>
            <a:xfrm>
              <a:off x="5007084" y="3531824"/>
              <a:ext cx="137458" cy="137589"/>
            </a:xfrm>
            <a:custGeom>
              <a:rect b="b" l="l" r="r" t="t"/>
              <a:pathLst>
                <a:path extrusionOk="0" h="5246" w="5241">
                  <a:moveTo>
                    <a:pt x="2623" y="1"/>
                  </a:moveTo>
                  <a:cubicBezTo>
                    <a:pt x="1175" y="1"/>
                    <a:pt x="1" y="1175"/>
                    <a:pt x="1" y="2623"/>
                  </a:cubicBezTo>
                  <a:cubicBezTo>
                    <a:pt x="1" y="4071"/>
                    <a:pt x="1175" y="5246"/>
                    <a:pt x="2623" y="5246"/>
                  </a:cubicBezTo>
                  <a:cubicBezTo>
                    <a:pt x="4067" y="5246"/>
                    <a:pt x="5241" y="4071"/>
                    <a:pt x="5241" y="2623"/>
                  </a:cubicBezTo>
                  <a:cubicBezTo>
                    <a:pt x="5241" y="1175"/>
                    <a:pt x="4067" y="1"/>
                    <a:pt x="2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1"/>
            <p:cNvSpPr/>
            <p:nvPr/>
          </p:nvSpPr>
          <p:spPr>
            <a:xfrm>
              <a:off x="5041416" y="3611975"/>
              <a:ext cx="68690" cy="108923"/>
            </a:xfrm>
            <a:custGeom>
              <a:rect b="b" l="l" r="r" t="t"/>
              <a:pathLst>
                <a:path extrusionOk="0" h="4153" w="2619">
                  <a:moveTo>
                    <a:pt x="872" y="0"/>
                  </a:moveTo>
                  <a:lnTo>
                    <a:pt x="872" y="424"/>
                  </a:lnTo>
                  <a:cubicBezTo>
                    <a:pt x="872" y="505"/>
                    <a:pt x="828" y="578"/>
                    <a:pt x="756" y="616"/>
                  </a:cubicBezTo>
                  <a:lnTo>
                    <a:pt x="232" y="890"/>
                  </a:lnTo>
                  <a:cubicBezTo>
                    <a:pt x="87" y="963"/>
                    <a:pt x="1" y="1112"/>
                    <a:pt x="1" y="1275"/>
                  </a:cubicBezTo>
                  <a:lnTo>
                    <a:pt x="1" y="2772"/>
                  </a:lnTo>
                  <a:cubicBezTo>
                    <a:pt x="1" y="3243"/>
                    <a:pt x="140" y="3710"/>
                    <a:pt x="405" y="4105"/>
                  </a:cubicBezTo>
                  <a:lnTo>
                    <a:pt x="434" y="4153"/>
                  </a:lnTo>
                  <a:lnTo>
                    <a:pt x="2185" y="4153"/>
                  </a:lnTo>
                  <a:lnTo>
                    <a:pt x="2219" y="4105"/>
                  </a:lnTo>
                  <a:cubicBezTo>
                    <a:pt x="2479" y="3710"/>
                    <a:pt x="2618" y="3243"/>
                    <a:pt x="2618" y="2772"/>
                  </a:cubicBezTo>
                  <a:lnTo>
                    <a:pt x="2618" y="1275"/>
                  </a:lnTo>
                  <a:cubicBezTo>
                    <a:pt x="2618" y="1116"/>
                    <a:pt x="2532" y="967"/>
                    <a:pt x="2387" y="890"/>
                  </a:cubicBezTo>
                  <a:lnTo>
                    <a:pt x="1863" y="616"/>
                  </a:lnTo>
                  <a:cubicBezTo>
                    <a:pt x="1791" y="578"/>
                    <a:pt x="1747" y="505"/>
                    <a:pt x="1747" y="424"/>
                  </a:cubicBezTo>
                  <a:lnTo>
                    <a:pt x="174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1"/>
            <p:cNvSpPr/>
            <p:nvPr/>
          </p:nvSpPr>
          <p:spPr>
            <a:xfrm>
              <a:off x="5041416" y="3631515"/>
              <a:ext cx="68821" cy="89383"/>
            </a:xfrm>
            <a:custGeom>
              <a:rect b="b" l="l" r="r" t="t"/>
              <a:pathLst>
                <a:path extrusionOk="0" h="3408" w="2624">
                  <a:moveTo>
                    <a:pt x="511" y="1"/>
                  </a:moveTo>
                  <a:lnTo>
                    <a:pt x="237" y="145"/>
                  </a:lnTo>
                  <a:cubicBezTo>
                    <a:pt x="92" y="218"/>
                    <a:pt x="1" y="367"/>
                    <a:pt x="1" y="530"/>
                  </a:cubicBezTo>
                  <a:lnTo>
                    <a:pt x="1" y="2027"/>
                  </a:lnTo>
                  <a:cubicBezTo>
                    <a:pt x="1" y="2498"/>
                    <a:pt x="140" y="2965"/>
                    <a:pt x="405" y="3360"/>
                  </a:cubicBezTo>
                  <a:lnTo>
                    <a:pt x="439" y="3408"/>
                  </a:lnTo>
                  <a:lnTo>
                    <a:pt x="2185" y="3408"/>
                  </a:lnTo>
                  <a:lnTo>
                    <a:pt x="2219" y="3360"/>
                  </a:lnTo>
                  <a:cubicBezTo>
                    <a:pt x="2479" y="2965"/>
                    <a:pt x="2618" y="2498"/>
                    <a:pt x="2623" y="2027"/>
                  </a:cubicBezTo>
                  <a:lnTo>
                    <a:pt x="2623" y="530"/>
                  </a:lnTo>
                  <a:cubicBezTo>
                    <a:pt x="2623" y="367"/>
                    <a:pt x="2532" y="218"/>
                    <a:pt x="2387" y="145"/>
                  </a:cubicBezTo>
                  <a:lnTo>
                    <a:pt x="2108" y="1"/>
                  </a:lnTo>
                  <a:cubicBezTo>
                    <a:pt x="1894" y="234"/>
                    <a:pt x="1602" y="351"/>
                    <a:pt x="1310" y="351"/>
                  </a:cubicBezTo>
                  <a:cubicBezTo>
                    <a:pt x="1017" y="351"/>
                    <a:pt x="725" y="234"/>
                    <a:pt x="51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1"/>
            <p:cNvSpPr/>
            <p:nvPr/>
          </p:nvSpPr>
          <p:spPr>
            <a:xfrm>
              <a:off x="5052904" y="3566156"/>
              <a:ext cx="45846" cy="51642"/>
            </a:xfrm>
            <a:custGeom>
              <a:rect b="b" l="l" r="r" t="t"/>
              <a:pathLst>
                <a:path extrusionOk="0" h="1969" w="1748">
                  <a:moveTo>
                    <a:pt x="655" y="1"/>
                  </a:moveTo>
                  <a:cubicBezTo>
                    <a:pt x="294" y="1"/>
                    <a:pt x="1" y="294"/>
                    <a:pt x="1" y="660"/>
                  </a:cubicBezTo>
                  <a:lnTo>
                    <a:pt x="1" y="1093"/>
                  </a:lnTo>
                  <a:cubicBezTo>
                    <a:pt x="1" y="1579"/>
                    <a:pt x="390" y="1969"/>
                    <a:pt x="876" y="1969"/>
                  </a:cubicBezTo>
                  <a:cubicBezTo>
                    <a:pt x="1358" y="1969"/>
                    <a:pt x="1747" y="1579"/>
                    <a:pt x="1747" y="1093"/>
                  </a:cubicBezTo>
                  <a:lnTo>
                    <a:pt x="1747" y="660"/>
                  </a:lnTo>
                  <a:cubicBezTo>
                    <a:pt x="1747" y="294"/>
                    <a:pt x="1454"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1"/>
            <p:cNvSpPr/>
            <p:nvPr/>
          </p:nvSpPr>
          <p:spPr>
            <a:xfrm>
              <a:off x="5052799" y="3566156"/>
              <a:ext cx="31683" cy="51668"/>
            </a:xfrm>
            <a:custGeom>
              <a:rect b="b" l="l" r="r" t="t"/>
              <a:pathLst>
                <a:path extrusionOk="0" h="1970" w="1208">
                  <a:moveTo>
                    <a:pt x="659" y="1"/>
                  </a:moveTo>
                  <a:cubicBezTo>
                    <a:pt x="298" y="1"/>
                    <a:pt x="5" y="294"/>
                    <a:pt x="5" y="660"/>
                  </a:cubicBezTo>
                  <a:lnTo>
                    <a:pt x="5" y="1093"/>
                  </a:lnTo>
                  <a:cubicBezTo>
                    <a:pt x="1" y="1596"/>
                    <a:pt x="415" y="1970"/>
                    <a:pt x="879" y="1970"/>
                  </a:cubicBezTo>
                  <a:cubicBezTo>
                    <a:pt x="987" y="1970"/>
                    <a:pt x="1098" y="1950"/>
                    <a:pt x="1208" y="1906"/>
                  </a:cubicBezTo>
                  <a:cubicBezTo>
                    <a:pt x="876" y="1771"/>
                    <a:pt x="659" y="1449"/>
                    <a:pt x="659" y="1093"/>
                  </a:cubicBezTo>
                  <a:lnTo>
                    <a:pt x="659" y="655"/>
                  </a:lnTo>
                  <a:cubicBezTo>
                    <a:pt x="659" y="337"/>
                    <a:pt x="890" y="63"/>
                    <a:pt x="1208" y="15"/>
                  </a:cubicBezTo>
                  <a:cubicBezTo>
                    <a:pt x="1169" y="5"/>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1"/>
            <p:cNvSpPr/>
            <p:nvPr/>
          </p:nvSpPr>
          <p:spPr>
            <a:xfrm>
              <a:off x="5052904" y="3720872"/>
              <a:ext cx="45846" cy="23002"/>
            </a:xfrm>
            <a:custGeom>
              <a:rect b="b" l="l" r="r" t="t"/>
              <a:pathLst>
                <a:path extrusionOk="0" h="877" w="1748">
                  <a:moveTo>
                    <a:pt x="1" y="1"/>
                  </a:moveTo>
                  <a:lnTo>
                    <a:pt x="1" y="660"/>
                  </a:lnTo>
                  <a:cubicBezTo>
                    <a:pt x="1" y="780"/>
                    <a:pt x="97" y="876"/>
                    <a:pt x="217" y="876"/>
                  </a:cubicBezTo>
                  <a:lnTo>
                    <a:pt x="1531" y="876"/>
                  </a:lnTo>
                  <a:cubicBezTo>
                    <a:pt x="1651" y="876"/>
                    <a:pt x="1747" y="780"/>
                    <a:pt x="1747" y="660"/>
                  </a:cubicBezTo>
                  <a:lnTo>
                    <a:pt x="1747"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1"/>
            <p:cNvSpPr/>
            <p:nvPr/>
          </p:nvSpPr>
          <p:spPr>
            <a:xfrm>
              <a:off x="5052904" y="3566156"/>
              <a:ext cx="45846" cy="23002"/>
            </a:xfrm>
            <a:custGeom>
              <a:rect b="b" l="l" r="r" t="t"/>
              <a:pathLst>
                <a:path extrusionOk="0" h="877" w="1748">
                  <a:moveTo>
                    <a:pt x="655" y="1"/>
                  </a:moveTo>
                  <a:cubicBezTo>
                    <a:pt x="294" y="1"/>
                    <a:pt x="1" y="294"/>
                    <a:pt x="1" y="660"/>
                  </a:cubicBezTo>
                  <a:cubicBezTo>
                    <a:pt x="1" y="660"/>
                    <a:pt x="655" y="876"/>
                    <a:pt x="1747" y="876"/>
                  </a:cubicBezTo>
                  <a:lnTo>
                    <a:pt x="1747" y="660"/>
                  </a:lnTo>
                  <a:cubicBezTo>
                    <a:pt x="1747" y="294"/>
                    <a:pt x="1454"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1"/>
            <p:cNvSpPr/>
            <p:nvPr/>
          </p:nvSpPr>
          <p:spPr>
            <a:xfrm>
              <a:off x="5052904" y="3566156"/>
              <a:ext cx="31578" cy="20982"/>
            </a:xfrm>
            <a:custGeom>
              <a:rect b="b" l="l" r="r" t="t"/>
              <a:pathLst>
                <a:path extrusionOk="0" h="800" w="1204">
                  <a:moveTo>
                    <a:pt x="655" y="1"/>
                  </a:moveTo>
                  <a:cubicBezTo>
                    <a:pt x="294" y="1"/>
                    <a:pt x="1" y="294"/>
                    <a:pt x="1" y="660"/>
                  </a:cubicBezTo>
                  <a:cubicBezTo>
                    <a:pt x="212" y="722"/>
                    <a:pt x="434" y="770"/>
                    <a:pt x="655" y="799"/>
                  </a:cubicBezTo>
                  <a:lnTo>
                    <a:pt x="655" y="660"/>
                  </a:lnTo>
                  <a:cubicBezTo>
                    <a:pt x="655" y="337"/>
                    <a:pt x="886" y="68"/>
                    <a:pt x="1204" y="15"/>
                  </a:cubicBezTo>
                  <a:cubicBezTo>
                    <a:pt x="1165" y="5"/>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1"/>
            <p:cNvSpPr/>
            <p:nvPr/>
          </p:nvSpPr>
          <p:spPr>
            <a:xfrm>
              <a:off x="5041416" y="3639724"/>
              <a:ext cx="17205" cy="81174"/>
            </a:xfrm>
            <a:custGeom>
              <a:rect b="b" l="l" r="r" t="t"/>
              <a:pathLst>
                <a:path extrusionOk="0" h="3095" w="656">
                  <a:moveTo>
                    <a:pt x="58" y="1"/>
                  </a:moveTo>
                  <a:cubicBezTo>
                    <a:pt x="20" y="68"/>
                    <a:pt x="1" y="140"/>
                    <a:pt x="1" y="217"/>
                  </a:cubicBezTo>
                  <a:lnTo>
                    <a:pt x="1" y="1714"/>
                  </a:lnTo>
                  <a:cubicBezTo>
                    <a:pt x="1" y="2185"/>
                    <a:pt x="140" y="2652"/>
                    <a:pt x="405" y="3047"/>
                  </a:cubicBezTo>
                  <a:lnTo>
                    <a:pt x="439" y="3095"/>
                  </a:lnTo>
                  <a:lnTo>
                    <a:pt x="655" y="3095"/>
                  </a:lnTo>
                  <a:lnTo>
                    <a:pt x="655" y="684"/>
                  </a:lnTo>
                  <a:cubicBezTo>
                    <a:pt x="655" y="554"/>
                    <a:pt x="597" y="424"/>
                    <a:pt x="492" y="342"/>
                  </a:cubicBezTo>
                  <a:lnTo>
                    <a:pt x="58"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1"/>
            <p:cNvSpPr/>
            <p:nvPr/>
          </p:nvSpPr>
          <p:spPr>
            <a:xfrm>
              <a:off x="5093032" y="3639724"/>
              <a:ext cx="17205" cy="81174"/>
            </a:xfrm>
            <a:custGeom>
              <a:rect b="b" l="l" r="r" t="t"/>
              <a:pathLst>
                <a:path extrusionOk="0" h="3095" w="656">
                  <a:moveTo>
                    <a:pt x="593" y="1"/>
                  </a:moveTo>
                  <a:lnTo>
                    <a:pt x="164" y="342"/>
                  </a:lnTo>
                  <a:cubicBezTo>
                    <a:pt x="58" y="424"/>
                    <a:pt x="1" y="554"/>
                    <a:pt x="1" y="684"/>
                  </a:cubicBezTo>
                  <a:lnTo>
                    <a:pt x="1" y="3095"/>
                  </a:lnTo>
                  <a:lnTo>
                    <a:pt x="217" y="3095"/>
                  </a:lnTo>
                  <a:lnTo>
                    <a:pt x="251" y="3047"/>
                  </a:lnTo>
                  <a:cubicBezTo>
                    <a:pt x="516" y="2652"/>
                    <a:pt x="655" y="2185"/>
                    <a:pt x="655" y="1714"/>
                  </a:cubicBezTo>
                  <a:lnTo>
                    <a:pt x="655" y="217"/>
                  </a:lnTo>
                  <a:cubicBezTo>
                    <a:pt x="655" y="140"/>
                    <a:pt x="631" y="68"/>
                    <a:pt x="59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1"/>
            <p:cNvSpPr/>
            <p:nvPr/>
          </p:nvSpPr>
          <p:spPr>
            <a:xfrm>
              <a:off x="4942092" y="3446034"/>
              <a:ext cx="259495" cy="303505"/>
            </a:xfrm>
            <a:custGeom>
              <a:rect b="b" l="l" r="r" t="t"/>
              <a:pathLst>
                <a:path extrusionOk="0" h="11572" w="9894">
                  <a:moveTo>
                    <a:pt x="5313" y="4787"/>
                  </a:moveTo>
                  <a:cubicBezTo>
                    <a:pt x="5563" y="4787"/>
                    <a:pt x="5765" y="4990"/>
                    <a:pt x="5765" y="5240"/>
                  </a:cubicBezTo>
                  <a:lnTo>
                    <a:pt x="5765" y="5678"/>
                  </a:lnTo>
                  <a:cubicBezTo>
                    <a:pt x="5765" y="6043"/>
                    <a:pt x="5467" y="6346"/>
                    <a:pt x="5101" y="6346"/>
                  </a:cubicBezTo>
                  <a:lnTo>
                    <a:pt x="5097" y="6346"/>
                  </a:lnTo>
                  <a:cubicBezTo>
                    <a:pt x="4726" y="6346"/>
                    <a:pt x="4428" y="6048"/>
                    <a:pt x="4428" y="5678"/>
                  </a:cubicBezTo>
                  <a:lnTo>
                    <a:pt x="4428" y="5240"/>
                  </a:lnTo>
                  <a:cubicBezTo>
                    <a:pt x="4428" y="4990"/>
                    <a:pt x="4630" y="4787"/>
                    <a:pt x="4875" y="4787"/>
                  </a:cubicBezTo>
                  <a:close/>
                  <a:moveTo>
                    <a:pt x="5327" y="6755"/>
                  </a:moveTo>
                  <a:lnTo>
                    <a:pt x="5327" y="6852"/>
                  </a:lnTo>
                  <a:cubicBezTo>
                    <a:pt x="5327" y="6929"/>
                    <a:pt x="5347" y="7001"/>
                    <a:pt x="5385" y="7068"/>
                  </a:cubicBezTo>
                  <a:lnTo>
                    <a:pt x="5106" y="7347"/>
                  </a:lnTo>
                  <a:cubicBezTo>
                    <a:pt x="5104" y="7350"/>
                    <a:pt x="5100" y="7351"/>
                    <a:pt x="5097" y="7351"/>
                  </a:cubicBezTo>
                  <a:cubicBezTo>
                    <a:pt x="5093" y="7351"/>
                    <a:pt x="5089" y="7350"/>
                    <a:pt x="5087" y="7347"/>
                  </a:cubicBezTo>
                  <a:lnTo>
                    <a:pt x="4808" y="7068"/>
                  </a:lnTo>
                  <a:cubicBezTo>
                    <a:pt x="4842" y="7001"/>
                    <a:pt x="4861" y="6929"/>
                    <a:pt x="4861" y="6852"/>
                  </a:cubicBezTo>
                  <a:lnTo>
                    <a:pt x="4861" y="6755"/>
                  </a:lnTo>
                  <a:close/>
                  <a:moveTo>
                    <a:pt x="5100" y="408"/>
                  </a:moveTo>
                  <a:cubicBezTo>
                    <a:pt x="6644" y="408"/>
                    <a:pt x="8064" y="1261"/>
                    <a:pt x="8787" y="2627"/>
                  </a:cubicBezTo>
                  <a:cubicBezTo>
                    <a:pt x="9519" y="4008"/>
                    <a:pt x="9417" y="5682"/>
                    <a:pt x="8527" y="6962"/>
                  </a:cubicBezTo>
                  <a:lnTo>
                    <a:pt x="8522" y="6962"/>
                  </a:lnTo>
                  <a:cubicBezTo>
                    <a:pt x="8051" y="7646"/>
                    <a:pt x="7382" y="8170"/>
                    <a:pt x="6612" y="8473"/>
                  </a:cubicBezTo>
                  <a:cubicBezTo>
                    <a:pt x="6367" y="8569"/>
                    <a:pt x="6208" y="8805"/>
                    <a:pt x="6208" y="9070"/>
                  </a:cubicBezTo>
                  <a:lnTo>
                    <a:pt x="6208" y="9638"/>
                  </a:lnTo>
                  <a:cubicBezTo>
                    <a:pt x="6208" y="9724"/>
                    <a:pt x="6179" y="9811"/>
                    <a:pt x="6131" y="9888"/>
                  </a:cubicBezTo>
                  <a:lnTo>
                    <a:pt x="5915" y="10215"/>
                  </a:lnTo>
                  <a:cubicBezTo>
                    <a:pt x="5895" y="10239"/>
                    <a:pt x="5881" y="10263"/>
                    <a:pt x="5866" y="10287"/>
                  </a:cubicBezTo>
                  <a:lnTo>
                    <a:pt x="4327" y="10287"/>
                  </a:lnTo>
                  <a:cubicBezTo>
                    <a:pt x="4312" y="10263"/>
                    <a:pt x="4298" y="10239"/>
                    <a:pt x="4279" y="10215"/>
                  </a:cubicBezTo>
                  <a:lnTo>
                    <a:pt x="4062" y="9888"/>
                  </a:lnTo>
                  <a:cubicBezTo>
                    <a:pt x="4014" y="9811"/>
                    <a:pt x="3990" y="9724"/>
                    <a:pt x="3990" y="9638"/>
                  </a:cubicBezTo>
                  <a:lnTo>
                    <a:pt x="3990" y="7699"/>
                  </a:lnTo>
                  <a:cubicBezTo>
                    <a:pt x="3990" y="7607"/>
                    <a:pt x="4038" y="7530"/>
                    <a:pt x="4115" y="7492"/>
                  </a:cubicBezTo>
                  <a:lnTo>
                    <a:pt x="4471" y="7309"/>
                  </a:lnTo>
                  <a:lnTo>
                    <a:pt x="4798" y="7636"/>
                  </a:lnTo>
                  <a:cubicBezTo>
                    <a:pt x="4880" y="7720"/>
                    <a:pt x="4988" y="7762"/>
                    <a:pt x="5097" y="7762"/>
                  </a:cubicBezTo>
                  <a:cubicBezTo>
                    <a:pt x="5206" y="7762"/>
                    <a:pt x="5315" y="7720"/>
                    <a:pt x="5400" y="7636"/>
                  </a:cubicBezTo>
                  <a:lnTo>
                    <a:pt x="5722" y="7309"/>
                  </a:lnTo>
                  <a:lnTo>
                    <a:pt x="6078" y="7492"/>
                  </a:lnTo>
                  <a:cubicBezTo>
                    <a:pt x="6160" y="7530"/>
                    <a:pt x="6208" y="7607"/>
                    <a:pt x="6208" y="7699"/>
                  </a:cubicBezTo>
                  <a:lnTo>
                    <a:pt x="6208" y="7867"/>
                  </a:lnTo>
                  <a:cubicBezTo>
                    <a:pt x="6215" y="7994"/>
                    <a:pt x="6314" y="8058"/>
                    <a:pt x="6413" y="8058"/>
                  </a:cubicBezTo>
                  <a:cubicBezTo>
                    <a:pt x="6511" y="8058"/>
                    <a:pt x="6610" y="7994"/>
                    <a:pt x="6617" y="7867"/>
                  </a:cubicBezTo>
                  <a:lnTo>
                    <a:pt x="6617" y="7699"/>
                  </a:lnTo>
                  <a:cubicBezTo>
                    <a:pt x="6617" y="7453"/>
                    <a:pt x="6482" y="7232"/>
                    <a:pt x="6261" y="7121"/>
                  </a:cubicBezTo>
                  <a:lnTo>
                    <a:pt x="5751" y="6866"/>
                  </a:lnTo>
                  <a:cubicBezTo>
                    <a:pt x="5746" y="6866"/>
                    <a:pt x="5741" y="6861"/>
                    <a:pt x="5741" y="6856"/>
                  </a:cubicBezTo>
                  <a:lnTo>
                    <a:pt x="5741" y="6544"/>
                  </a:lnTo>
                  <a:cubicBezTo>
                    <a:pt x="6016" y="6342"/>
                    <a:pt x="6179" y="6019"/>
                    <a:pt x="6179" y="5678"/>
                  </a:cubicBezTo>
                  <a:lnTo>
                    <a:pt x="6179" y="5240"/>
                  </a:lnTo>
                  <a:cubicBezTo>
                    <a:pt x="6179" y="4763"/>
                    <a:pt x="5794" y="4378"/>
                    <a:pt x="5318" y="4378"/>
                  </a:cubicBezTo>
                  <a:lnTo>
                    <a:pt x="4880" y="4378"/>
                  </a:lnTo>
                  <a:cubicBezTo>
                    <a:pt x="4404" y="4378"/>
                    <a:pt x="4019" y="4763"/>
                    <a:pt x="4019" y="5240"/>
                  </a:cubicBezTo>
                  <a:lnTo>
                    <a:pt x="4019" y="5678"/>
                  </a:lnTo>
                  <a:cubicBezTo>
                    <a:pt x="4019" y="6019"/>
                    <a:pt x="4182" y="6342"/>
                    <a:pt x="4457" y="6544"/>
                  </a:cubicBezTo>
                  <a:lnTo>
                    <a:pt x="4457" y="6856"/>
                  </a:lnTo>
                  <a:cubicBezTo>
                    <a:pt x="4457" y="6861"/>
                    <a:pt x="4452" y="6866"/>
                    <a:pt x="4447" y="6866"/>
                  </a:cubicBezTo>
                  <a:lnTo>
                    <a:pt x="3937" y="7121"/>
                  </a:lnTo>
                  <a:cubicBezTo>
                    <a:pt x="3716" y="7232"/>
                    <a:pt x="3581" y="7453"/>
                    <a:pt x="3581" y="7699"/>
                  </a:cubicBezTo>
                  <a:lnTo>
                    <a:pt x="3581" y="8468"/>
                  </a:lnTo>
                  <a:cubicBezTo>
                    <a:pt x="2840" y="8180"/>
                    <a:pt x="2195" y="7684"/>
                    <a:pt x="1723" y="7039"/>
                  </a:cubicBezTo>
                  <a:cubicBezTo>
                    <a:pt x="804" y="5779"/>
                    <a:pt x="665" y="4109"/>
                    <a:pt x="1367" y="2714"/>
                  </a:cubicBezTo>
                  <a:cubicBezTo>
                    <a:pt x="2065" y="1313"/>
                    <a:pt x="3489" y="428"/>
                    <a:pt x="5048" y="409"/>
                  </a:cubicBezTo>
                  <a:cubicBezTo>
                    <a:pt x="5066" y="409"/>
                    <a:pt x="5083" y="408"/>
                    <a:pt x="5100" y="408"/>
                  </a:cubicBezTo>
                  <a:close/>
                  <a:moveTo>
                    <a:pt x="5770" y="10696"/>
                  </a:moveTo>
                  <a:lnTo>
                    <a:pt x="5770" y="11149"/>
                  </a:lnTo>
                  <a:cubicBezTo>
                    <a:pt x="5770" y="11156"/>
                    <a:pt x="5764" y="11164"/>
                    <a:pt x="5759" y="11164"/>
                  </a:cubicBezTo>
                  <a:cubicBezTo>
                    <a:pt x="5758" y="11164"/>
                    <a:pt x="5757" y="11164"/>
                    <a:pt x="5756" y="11163"/>
                  </a:cubicBezTo>
                  <a:lnTo>
                    <a:pt x="4442" y="11163"/>
                  </a:lnTo>
                  <a:cubicBezTo>
                    <a:pt x="4433" y="11163"/>
                    <a:pt x="4428" y="11158"/>
                    <a:pt x="4428" y="11149"/>
                  </a:cubicBezTo>
                  <a:lnTo>
                    <a:pt x="4428" y="10696"/>
                  </a:lnTo>
                  <a:close/>
                  <a:moveTo>
                    <a:pt x="5100" y="1"/>
                  </a:moveTo>
                  <a:cubicBezTo>
                    <a:pt x="4021" y="1"/>
                    <a:pt x="2941" y="379"/>
                    <a:pt x="2075" y="1140"/>
                  </a:cubicBezTo>
                  <a:cubicBezTo>
                    <a:pt x="294" y="2704"/>
                    <a:pt x="1" y="5370"/>
                    <a:pt x="1396" y="7285"/>
                  </a:cubicBezTo>
                  <a:cubicBezTo>
                    <a:pt x="1945" y="8031"/>
                    <a:pt x="2705" y="8598"/>
                    <a:pt x="3581" y="8906"/>
                  </a:cubicBezTo>
                  <a:lnTo>
                    <a:pt x="3581" y="9638"/>
                  </a:lnTo>
                  <a:cubicBezTo>
                    <a:pt x="3581" y="9806"/>
                    <a:pt x="3634" y="9974"/>
                    <a:pt x="3725" y="10114"/>
                  </a:cubicBezTo>
                  <a:lnTo>
                    <a:pt x="3942" y="10441"/>
                  </a:lnTo>
                  <a:cubicBezTo>
                    <a:pt x="3995" y="10513"/>
                    <a:pt x="4019" y="10605"/>
                    <a:pt x="4019" y="10691"/>
                  </a:cubicBezTo>
                  <a:lnTo>
                    <a:pt x="4019" y="11149"/>
                  </a:lnTo>
                  <a:cubicBezTo>
                    <a:pt x="4019" y="11379"/>
                    <a:pt x="4206" y="11567"/>
                    <a:pt x="4442" y="11572"/>
                  </a:cubicBezTo>
                  <a:lnTo>
                    <a:pt x="5756" y="11572"/>
                  </a:lnTo>
                  <a:cubicBezTo>
                    <a:pt x="5987" y="11567"/>
                    <a:pt x="6174" y="11379"/>
                    <a:pt x="6174" y="11149"/>
                  </a:cubicBezTo>
                  <a:lnTo>
                    <a:pt x="6174" y="10691"/>
                  </a:lnTo>
                  <a:cubicBezTo>
                    <a:pt x="6174" y="10605"/>
                    <a:pt x="6198" y="10513"/>
                    <a:pt x="6251" y="10441"/>
                  </a:cubicBezTo>
                  <a:lnTo>
                    <a:pt x="6468" y="10114"/>
                  </a:lnTo>
                  <a:cubicBezTo>
                    <a:pt x="6564" y="9974"/>
                    <a:pt x="6612" y="9806"/>
                    <a:pt x="6612" y="9638"/>
                  </a:cubicBezTo>
                  <a:lnTo>
                    <a:pt x="6612" y="9070"/>
                  </a:lnTo>
                  <a:cubicBezTo>
                    <a:pt x="6612" y="8974"/>
                    <a:pt x="6670" y="8892"/>
                    <a:pt x="6757" y="8853"/>
                  </a:cubicBezTo>
                  <a:cubicBezTo>
                    <a:pt x="8219" y="8286"/>
                    <a:pt x="9288" y="7006"/>
                    <a:pt x="9591" y="5466"/>
                  </a:cubicBezTo>
                  <a:cubicBezTo>
                    <a:pt x="9894" y="3926"/>
                    <a:pt x="9389" y="2338"/>
                    <a:pt x="8248" y="1256"/>
                  </a:cubicBezTo>
                  <a:lnTo>
                    <a:pt x="8253" y="1256"/>
                  </a:lnTo>
                  <a:cubicBezTo>
                    <a:pt x="7371" y="421"/>
                    <a:pt x="6236" y="1"/>
                    <a:pt x="5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1"/>
            <p:cNvSpPr/>
            <p:nvPr/>
          </p:nvSpPr>
          <p:spPr>
            <a:xfrm>
              <a:off x="4890346" y="3560832"/>
              <a:ext cx="53032" cy="10780"/>
            </a:xfrm>
            <a:custGeom>
              <a:rect b="b" l="l" r="r" t="t"/>
              <a:pathLst>
                <a:path extrusionOk="0" h="411" w="2022">
                  <a:moveTo>
                    <a:pt x="267" y="1"/>
                  </a:moveTo>
                  <a:cubicBezTo>
                    <a:pt x="1" y="1"/>
                    <a:pt x="2" y="411"/>
                    <a:pt x="271" y="411"/>
                  </a:cubicBezTo>
                  <a:cubicBezTo>
                    <a:pt x="276" y="411"/>
                    <a:pt x="280" y="411"/>
                    <a:pt x="285" y="410"/>
                  </a:cubicBezTo>
                  <a:lnTo>
                    <a:pt x="1820" y="410"/>
                  </a:lnTo>
                  <a:cubicBezTo>
                    <a:pt x="1931" y="410"/>
                    <a:pt x="2022" y="319"/>
                    <a:pt x="2022" y="204"/>
                  </a:cubicBezTo>
                  <a:cubicBezTo>
                    <a:pt x="2022" y="93"/>
                    <a:pt x="1931" y="1"/>
                    <a:pt x="1820"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1"/>
            <p:cNvSpPr/>
            <p:nvPr/>
          </p:nvSpPr>
          <p:spPr>
            <a:xfrm>
              <a:off x="5206859" y="3560858"/>
              <a:ext cx="53793" cy="10753"/>
            </a:xfrm>
            <a:custGeom>
              <a:rect b="b" l="l" r="r" t="t"/>
              <a:pathLst>
                <a:path extrusionOk="0" h="410" w="2051">
                  <a:moveTo>
                    <a:pt x="261" y="0"/>
                  </a:moveTo>
                  <a:cubicBezTo>
                    <a:pt x="1" y="15"/>
                    <a:pt x="1" y="395"/>
                    <a:pt x="261" y="409"/>
                  </a:cubicBezTo>
                  <a:lnTo>
                    <a:pt x="1796" y="409"/>
                  </a:lnTo>
                  <a:cubicBezTo>
                    <a:pt x="2051" y="395"/>
                    <a:pt x="2051" y="15"/>
                    <a:pt x="1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1"/>
            <p:cNvSpPr/>
            <p:nvPr/>
          </p:nvSpPr>
          <p:spPr>
            <a:xfrm>
              <a:off x="5070266" y="3382537"/>
              <a:ext cx="11120" cy="51275"/>
            </a:xfrm>
            <a:custGeom>
              <a:rect b="b" l="l" r="r" t="t"/>
              <a:pathLst>
                <a:path extrusionOk="0" h="1955" w="424">
                  <a:moveTo>
                    <a:pt x="212" y="0"/>
                  </a:moveTo>
                  <a:cubicBezTo>
                    <a:pt x="106" y="0"/>
                    <a:pt x="0" y="73"/>
                    <a:pt x="7" y="217"/>
                  </a:cubicBezTo>
                  <a:lnTo>
                    <a:pt x="7" y="1747"/>
                  </a:lnTo>
                  <a:cubicBezTo>
                    <a:pt x="7" y="1863"/>
                    <a:pt x="99" y="1954"/>
                    <a:pt x="214" y="1954"/>
                  </a:cubicBezTo>
                  <a:cubicBezTo>
                    <a:pt x="325" y="1954"/>
                    <a:pt x="416" y="1863"/>
                    <a:pt x="416" y="1747"/>
                  </a:cubicBezTo>
                  <a:lnTo>
                    <a:pt x="416" y="217"/>
                  </a:lnTo>
                  <a:cubicBezTo>
                    <a:pt x="424" y="73"/>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1"/>
            <p:cNvSpPr/>
            <p:nvPr/>
          </p:nvSpPr>
          <p:spPr>
            <a:xfrm>
              <a:off x="4988043" y="3680140"/>
              <a:ext cx="25021" cy="30948"/>
            </a:xfrm>
            <a:custGeom>
              <a:rect b="b" l="l" r="r" t="t"/>
              <a:pathLst>
                <a:path extrusionOk="0" h="1180" w="954">
                  <a:moveTo>
                    <a:pt x="719" y="0"/>
                  </a:moveTo>
                  <a:cubicBezTo>
                    <a:pt x="647" y="0"/>
                    <a:pt x="580" y="38"/>
                    <a:pt x="544" y="105"/>
                  </a:cubicBezTo>
                  <a:lnTo>
                    <a:pt x="106" y="861"/>
                  </a:lnTo>
                  <a:cubicBezTo>
                    <a:pt x="1" y="1026"/>
                    <a:pt x="144" y="1179"/>
                    <a:pt x="286" y="1179"/>
                  </a:cubicBezTo>
                  <a:cubicBezTo>
                    <a:pt x="351" y="1179"/>
                    <a:pt x="417" y="1147"/>
                    <a:pt x="457" y="1068"/>
                  </a:cubicBezTo>
                  <a:lnTo>
                    <a:pt x="895" y="307"/>
                  </a:lnTo>
                  <a:cubicBezTo>
                    <a:pt x="953" y="211"/>
                    <a:pt x="919" y="86"/>
                    <a:pt x="823" y="28"/>
                  </a:cubicBezTo>
                  <a:cubicBezTo>
                    <a:pt x="790" y="9"/>
                    <a:pt x="754" y="0"/>
                    <a:pt x="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1"/>
            <p:cNvSpPr/>
            <p:nvPr/>
          </p:nvSpPr>
          <p:spPr>
            <a:xfrm>
              <a:off x="5138589" y="3421380"/>
              <a:ext cx="25021" cy="30948"/>
            </a:xfrm>
            <a:custGeom>
              <a:rect b="b" l="l" r="r" t="t"/>
              <a:pathLst>
                <a:path extrusionOk="0" h="1180" w="954">
                  <a:moveTo>
                    <a:pt x="668" y="1"/>
                  </a:moveTo>
                  <a:cubicBezTo>
                    <a:pt x="603" y="1"/>
                    <a:pt x="537" y="33"/>
                    <a:pt x="496" y="112"/>
                  </a:cubicBezTo>
                  <a:lnTo>
                    <a:pt x="59" y="872"/>
                  </a:lnTo>
                  <a:cubicBezTo>
                    <a:pt x="1" y="969"/>
                    <a:pt x="34" y="1094"/>
                    <a:pt x="131" y="1151"/>
                  </a:cubicBezTo>
                  <a:cubicBezTo>
                    <a:pt x="164" y="1171"/>
                    <a:pt x="200" y="1180"/>
                    <a:pt x="235" y="1180"/>
                  </a:cubicBezTo>
                  <a:cubicBezTo>
                    <a:pt x="306" y="1180"/>
                    <a:pt x="374" y="1142"/>
                    <a:pt x="410" y="1074"/>
                  </a:cubicBezTo>
                  <a:lnTo>
                    <a:pt x="848" y="319"/>
                  </a:lnTo>
                  <a:cubicBezTo>
                    <a:pt x="953" y="154"/>
                    <a:pt x="810"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1"/>
            <p:cNvSpPr/>
            <p:nvPr/>
          </p:nvSpPr>
          <p:spPr>
            <a:xfrm>
              <a:off x="4928952" y="3480418"/>
              <a:ext cx="35145" cy="22241"/>
            </a:xfrm>
            <a:custGeom>
              <a:rect b="b" l="l" r="r" t="t"/>
              <a:pathLst>
                <a:path extrusionOk="0" h="848" w="1340">
                  <a:moveTo>
                    <a:pt x="296" y="1"/>
                  </a:moveTo>
                  <a:cubicBezTo>
                    <a:pt x="113" y="1"/>
                    <a:pt x="0" y="263"/>
                    <a:pt x="189" y="382"/>
                  </a:cubicBezTo>
                  <a:lnTo>
                    <a:pt x="949" y="820"/>
                  </a:lnTo>
                  <a:cubicBezTo>
                    <a:pt x="984" y="839"/>
                    <a:pt x="1019" y="848"/>
                    <a:pt x="1051" y="848"/>
                  </a:cubicBezTo>
                  <a:cubicBezTo>
                    <a:pt x="1229" y="848"/>
                    <a:pt x="1339" y="587"/>
                    <a:pt x="1151" y="464"/>
                  </a:cubicBezTo>
                  <a:lnTo>
                    <a:pt x="396" y="26"/>
                  </a:lnTo>
                  <a:cubicBezTo>
                    <a:pt x="361" y="9"/>
                    <a:pt x="328" y="1"/>
                    <a:pt x="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1"/>
            <p:cNvSpPr/>
            <p:nvPr/>
          </p:nvSpPr>
          <p:spPr>
            <a:xfrm>
              <a:off x="5186979" y="3629495"/>
              <a:ext cx="36246" cy="22713"/>
            </a:xfrm>
            <a:custGeom>
              <a:rect b="b" l="l" r="r" t="t"/>
              <a:pathLst>
                <a:path extrusionOk="0" h="866" w="1382">
                  <a:moveTo>
                    <a:pt x="305" y="0"/>
                  </a:moveTo>
                  <a:cubicBezTo>
                    <a:pt x="119" y="0"/>
                    <a:pt x="1" y="282"/>
                    <a:pt x="210" y="391"/>
                  </a:cubicBezTo>
                  <a:lnTo>
                    <a:pt x="971" y="829"/>
                  </a:lnTo>
                  <a:cubicBezTo>
                    <a:pt x="1010" y="854"/>
                    <a:pt x="1048" y="865"/>
                    <a:pt x="1084" y="865"/>
                  </a:cubicBezTo>
                  <a:cubicBezTo>
                    <a:pt x="1265" y="865"/>
                    <a:pt x="1382" y="585"/>
                    <a:pt x="1173" y="473"/>
                  </a:cubicBezTo>
                  <a:lnTo>
                    <a:pt x="417" y="35"/>
                  </a:lnTo>
                  <a:cubicBezTo>
                    <a:pt x="378" y="11"/>
                    <a:pt x="340" y="0"/>
                    <a:pt x="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1"/>
            <p:cNvSpPr/>
            <p:nvPr/>
          </p:nvSpPr>
          <p:spPr>
            <a:xfrm>
              <a:off x="5137356" y="3679878"/>
              <a:ext cx="25729" cy="30844"/>
            </a:xfrm>
            <a:custGeom>
              <a:rect b="b" l="l" r="r" t="t"/>
              <a:pathLst>
                <a:path extrusionOk="0" h="1176" w="981">
                  <a:moveTo>
                    <a:pt x="283" y="1"/>
                  </a:moveTo>
                  <a:cubicBezTo>
                    <a:pt x="141" y="1"/>
                    <a:pt x="1" y="154"/>
                    <a:pt x="106" y="317"/>
                  </a:cubicBezTo>
                  <a:lnTo>
                    <a:pt x="543" y="1078"/>
                  </a:lnTo>
                  <a:cubicBezTo>
                    <a:pt x="587" y="1146"/>
                    <a:pt x="649" y="1175"/>
                    <a:pt x="711" y="1175"/>
                  </a:cubicBezTo>
                  <a:cubicBezTo>
                    <a:pt x="848" y="1175"/>
                    <a:pt x="981" y="1033"/>
                    <a:pt x="895" y="871"/>
                  </a:cubicBezTo>
                  <a:lnTo>
                    <a:pt x="457"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1"/>
            <p:cNvSpPr/>
            <p:nvPr/>
          </p:nvSpPr>
          <p:spPr>
            <a:xfrm>
              <a:off x="4988069" y="3421301"/>
              <a:ext cx="26228" cy="31184"/>
            </a:xfrm>
            <a:custGeom>
              <a:rect b="b" l="l" r="r" t="t"/>
              <a:pathLst>
                <a:path extrusionOk="0" h="1189" w="1000">
                  <a:moveTo>
                    <a:pt x="283" y="1"/>
                  </a:moveTo>
                  <a:cubicBezTo>
                    <a:pt x="141" y="1"/>
                    <a:pt x="0" y="153"/>
                    <a:pt x="105" y="317"/>
                  </a:cubicBezTo>
                  <a:lnTo>
                    <a:pt x="543" y="1077"/>
                  </a:lnTo>
                  <a:cubicBezTo>
                    <a:pt x="584" y="1156"/>
                    <a:pt x="649" y="1189"/>
                    <a:pt x="715" y="1189"/>
                  </a:cubicBezTo>
                  <a:cubicBezTo>
                    <a:pt x="857" y="1189"/>
                    <a:pt x="1000" y="1035"/>
                    <a:pt x="894" y="871"/>
                  </a:cubicBezTo>
                  <a:lnTo>
                    <a:pt x="456"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1"/>
            <p:cNvSpPr/>
            <p:nvPr/>
          </p:nvSpPr>
          <p:spPr>
            <a:xfrm>
              <a:off x="5187687" y="3480418"/>
              <a:ext cx="35014" cy="22293"/>
            </a:xfrm>
            <a:custGeom>
              <a:rect b="b" l="l" r="r" t="t"/>
              <a:pathLst>
                <a:path extrusionOk="0" h="850" w="1335">
                  <a:moveTo>
                    <a:pt x="1042" y="1"/>
                  </a:moveTo>
                  <a:cubicBezTo>
                    <a:pt x="1011" y="1"/>
                    <a:pt x="978" y="9"/>
                    <a:pt x="944" y="26"/>
                  </a:cubicBezTo>
                  <a:lnTo>
                    <a:pt x="183" y="464"/>
                  </a:lnTo>
                  <a:cubicBezTo>
                    <a:pt x="1" y="570"/>
                    <a:pt x="78" y="849"/>
                    <a:pt x="284" y="849"/>
                  </a:cubicBezTo>
                  <a:cubicBezTo>
                    <a:pt x="323" y="849"/>
                    <a:pt x="357" y="840"/>
                    <a:pt x="390" y="820"/>
                  </a:cubicBezTo>
                  <a:lnTo>
                    <a:pt x="1146" y="382"/>
                  </a:lnTo>
                  <a:cubicBezTo>
                    <a:pt x="1335" y="263"/>
                    <a:pt x="1222"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1"/>
            <p:cNvSpPr/>
            <p:nvPr/>
          </p:nvSpPr>
          <p:spPr>
            <a:xfrm>
              <a:off x="4928428" y="3629495"/>
              <a:ext cx="36246" cy="22713"/>
            </a:xfrm>
            <a:custGeom>
              <a:rect b="b" l="l" r="r" t="t"/>
              <a:pathLst>
                <a:path extrusionOk="0" h="866" w="1382">
                  <a:moveTo>
                    <a:pt x="1080" y="0"/>
                  </a:moveTo>
                  <a:cubicBezTo>
                    <a:pt x="1045" y="0"/>
                    <a:pt x="1007" y="11"/>
                    <a:pt x="969" y="35"/>
                  </a:cubicBezTo>
                  <a:lnTo>
                    <a:pt x="209" y="473"/>
                  </a:lnTo>
                  <a:cubicBezTo>
                    <a:pt x="0" y="585"/>
                    <a:pt x="117" y="865"/>
                    <a:pt x="301" y="865"/>
                  </a:cubicBezTo>
                  <a:cubicBezTo>
                    <a:pt x="337" y="865"/>
                    <a:pt x="376" y="854"/>
                    <a:pt x="416" y="829"/>
                  </a:cubicBezTo>
                  <a:lnTo>
                    <a:pt x="1171" y="391"/>
                  </a:lnTo>
                  <a:cubicBezTo>
                    <a:pt x="1381" y="282"/>
                    <a:pt x="1263" y="0"/>
                    <a:pt x="10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1"/>
            <p:cNvSpPr/>
            <p:nvPr/>
          </p:nvSpPr>
          <p:spPr>
            <a:xfrm>
              <a:off x="5090776" y="3471737"/>
              <a:ext cx="76689" cy="65149"/>
            </a:xfrm>
            <a:custGeom>
              <a:rect b="b" l="l" r="r" t="t"/>
              <a:pathLst>
                <a:path extrusionOk="0" h="2484" w="2924">
                  <a:moveTo>
                    <a:pt x="289" y="0"/>
                  </a:moveTo>
                  <a:cubicBezTo>
                    <a:pt x="70" y="0"/>
                    <a:pt x="1" y="353"/>
                    <a:pt x="255" y="410"/>
                  </a:cubicBezTo>
                  <a:cubicBezTo>
                    <a:pt x="1266" y="670"/>
                    <a:pt x="2098" y="1397"/>
                    <a:pt x="2493" y="2364"/>
                  </a:cubicBezTo>
                  <a:cubicBezTo>
                    <a:pt x="2530" y="2448"/>
                    <a:pt x="2600" y="2484"/>
                    <a:pt x="2670" y="2484"/>
                  </a:cubicBezTo>
                  <a:cubicBezTo>
                    <a:pt x="2796" y="2484"/>
                    <a:pt x="2924" y="2368"/>
                    <a:pt x="2868" y="2210"/>
                  </a:cubicBezTo>
                  <a:cubicBezTo>
                    <a:pt x="2425" y="1122"/>
                    <a:pt x="1497" y="304"/>
                    <a:pt x="356" y="11"/>
                  </a:cubicBezTo>
                  <a:cubicBezTo>
                    <a:pt x="332" y="4"/>
                    <a:pt x="31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9" name="Google Shape;10969;p81"/>
          <p:cNvGrpSpPr/>
          <p:nvPr/>
        </p:nvGrpSpPr>
        <p:grpSpPr>
          <a:xfrm>
            <a:off x="5332122" y="3431635"/>
            <a:ext cx="367526" cy="269592"/>
            <a:chOff x="5332122" y="3431635"/>
            <a:chExt cx="367526" cy="269592"/>
          </a:xfrm>
        </p:grpSpPr>
        <p:sp>
          <p:nvSpPr>
            <p:cNvPr id="10970" name="Google Shape;10970;p81"/>
            <p:cNvSpPr/>
            <p:nvPr/>
          </p:nvSpPr>
          <p:spPr>
            <a:xfrm>
              <a:off x="5348225" y="3547088"/>
              <a:ext cx="10753" cy="37951"/>
            </a:xfrm>
            <a:custGeom>
              <a:rect b="b" l="l" r="r" t="t"/>
              <a:pathLst>
                <a:path extrusionOk="0" h="1447" w="410">
                  <a:moveTo>
                    <a:pt x="202" y="1"/>
                  </a:moveTo>
                  <a:cubicBezTo>
                    <a:pt x="91" y="1"/>
                    <a:pt x="0" y="92"/>
                    <a:pt x="0" y="208"/>
                  </a:cubicBezTo>
                  <a:lnTo>
                    <a:pt x="0" y="1252"/>
                  </a:lnTo>
                  <a:cubicBezTo>
                    <a:pt x="5" y="1382"/>
                    <a:pt x="104" y="1447"/>
                    <a:pt x="203" y="1447"/>
                  </a:cubicBezTo>
                  <a:cubicBezTo>
                    <a:pt x="302" y="1447"/>
                    <a:pt x="402" y="1382"/>
                    <a:pt x="409" y="1252"/>
                  </a:cubicBezTo>
                  <a:lnTo>
                    <a:pt x="409" y="208"/>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1"/>
            <p:cNvSpPr/>
            <p:nvPr/>
          </p:nvSpPr>
          <p:spPr>
            <a:xfrm>
              <a:off x="5343662" y="3523116"/>
              <a:ext cx="91901" cy="103389"/>
            </a:xfrm>
            <a:custGeom>
              <a:rect b="b" l="l" r="r" t="t"/>
              <a:pathLst>
                <a:path extrusionOk="0" h="3942" w="3504">
                  <a:moveTo>
                    <a:pt x="1752" y="1"/>
                  </a:moveTo>
                  <a:cubicBezTo>
                    <a:pt x="905" y="1"/>
                    <a:pt x="280" y="689"/>
                    <a:pt x="217" y="1531"/>
                  </a:cubicBezTo>
                  <a:cubicBezTo>
                    <a:pt x="184" y="2036"/>
                    <a:pt x="217" y="2844"/>
                    <a:pt x="1" y="3282"/>
                  </a:cubicBezTo>
                  <a:cubicBezTo>
                    <a:pt x="1" y="3282"/>
                    <a:pt x="217" y="3720"/>
                    <a:pt x="1026" y="3942"/>
                  </a:cubicBezTo>
                  <a:lnTo>
                    <a:pt x="2479" y="3942"/>
                  </a:lnTo>
                  <a:cubicBezTo>
                    <a:pt x="3282" y="3725"/>
                    <a:pt x="3504" y="3287"/>
                    <a:pt x="3504" y="3287"/>
                  </a:cubicBezTo>
                  <a:cubicBezTo>
                    <a:pt x="3282" y="2849"/>
                    <a:pt x="3321" y="2036"/>
                    <a:pt x="3282" y="1531"/>
                  </a:cubicBezTo>
                  <a:cubicBezTo>
                    <a:pt x="3225" y="689"/>
                    <a:pt x="2594" y="1"/>
                    <a:pt x="175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1"/>
            <p:cNvSpPr/>
            <p:nvPr/>
          </p:nvSpPr>
          <p:spPr>
            <a:xfrm>
              <a:off x="5343662" y="3523877"/>
              <a:ext cx="45085" cy="102628"/>
            </a:xfrm>
            <a:custGeom>
              <a:rect b="b" l="l" r="r" t="t"/>
              <a:pathLst>
                <a:path extrusionOk="0" h="3913" w="1719">
                  <a:moveTo>
                    <a:pt x="1464" y="1"/>
                  </a:moveTo>
                  <a:cubicBezTo>
                    <a:pt x="766" y="135"/>
                    <a:pt x="270" y="761"/>
                    <a:pt x="217" y="1502"/>
                  </a:cubicBezTo>
                  <a:cubicBezTo>
                    <a:pt x="184" y="2007"/>
                    <a:pt x="217" y="2815"/>
                    <a:pt x="1" y="3253"/>
                  </a:cubicBezTo>
                  <a:cubicBezTo>
                    <a:pt x="1" y="3253"/>
                    <a:pt x="217" y="3691"/>
                    <a:pt x="1026" y="3913"/>
                  </a:cubicBezTo>
                  <a:lnTo>
                    <a:pt x="1719" y="3913"/>
                  </a:lnTo>
                  <a:lnTo>
                    <a:pt x="1531" y="1502"/>
                  </a:lnTo>
                  <a:cubicBezTo>
                    <a:pt x="689" y="1083"/>
                    <a:pt x="862" y="256"/>
                    <a:pt x="146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1"/>
            <p:cNvSpPr/>
            <p:nvPr/>
          </p:nvSpPr>
          <p:spPr>
            <a:xfrm>
              <a:off x="5337997" y="3603504"/>
              <a:ext cx="103389" cy="91901"/>
            </a:xfrm>
            <a:custGeom>
              <a:rect b="b" l="l" r="r" t="t"/>
              <a:pathLst>
                <a:path extrusionOk="0" h="3504" w="3942">
                  <a:moveTo>
                    <a:pt x="1309" y="1"/>
                  </a:moveTo>
                  <a:lnTo>
                    <a:pt x="1309" y="660"/>
                  </a:lnTo>
                  <a:cubicBezTo>
                    <a:pt x="1309" y="824"/>
                    <a:pt x="1218" y="973"/>
                    <a:pt x="1069" y="1050"/>
                  </a:cubicBezTo>
                  <a:lnTo>
                    <a:pt x="361" y="1406"/>
                  </a:lnTo>
                  <a:cubicBezTo>
                    <a:pt x="140" y="1516"/>
                    <a:pt x="0" y="1743"/>
                    <a:pt x="0" y="1993"/>
                  </a:cubicBezTo>
                  <a:lnTo>
                    <a:pt x="0" y="3504"/>
                  </a:lnTo>
                  <a:lnTo>
                    <a:pt x="3941" y="3504"/>
                  </a:lnTo>
                  <a:lnTo>
                    <a:pt x="3941" y="1993"/>
                  </a:lnTo>
                  <a:cubicBezTo>
                    <a:pt x="3941" y="1743"/>
                    <a:pt x="3797" y="1512"/>
                    <a:pt x="3575" y="1406"/>
                  </a:cubicBezTo>
                  <a:lnTo>
                    <a:pt x="2863" y="1050"/>
                  </a:lnTo>
                  <a:cubicBezTo>
                    <a:pt x="2719" y="973"/>
                    <a:pt x="2623" y="824"/>
                    <a:pt x="2623" y="660"/>
                  </a:cubicBezTo>
                  <a:lnTo>
                    <a:pt x="262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1"/>
            <p:cNvSpPr/>
            <p:nvPr/>
          </p:nvSpPr>
          <p:spPr>
            <a:xfrm>
              <a:off x="5337997" y="3628997"/>
              <a:ext cx="103389" cy="66408"/>
            </a:xfrm>
            <a:custGeom>
              <a:rect b="b" l="l" r="r" t="t"/>
              <a:pathLst>
                <a:path extrusionOk="0" h="2532" w="3942">
                  <a:moveTo>
                    <a:pt x="1179" y="1"/>
                  </a:moveTo>
                  <a:cubicBezTo>
                    <a:pt x="1146" y="30"/>
                    <a:pt x="1107" y="58"/>
                    <a:pt x="1069" y="78"/>
                  </a:cubicBezTo>
                  <a:lnTo>
                    <a:pt x="361" y="434"/>
                  </a:lnTo>
                  <a:cubicBezTo>
                    <a:pt x="140" y="544"/>
                    <a:pt x="0" y="771"/>
                    <a:pt x="0" y="1021"/>
                  </a:cubicBezTo>
                  <a:lnTo>
                    <a:pt x="0" y="2532"/>
                  </a:lnTo>
                  <a:lnTo>
                    <a:pt x="3941" y="2532"/>
                  </a:lnTo>
                  <a:lnTo>
                    <a:pt x="3941" y="1021"/>
                  </a:lnTo>
                  <a:lnTo>
                    <a:pt x="3936" y="1021"/>
                  </a:lnTo>
                  <a:cubicBezTo>
                    <a:pt x="3936" y="771"/>
                    <a:pt x="3797" y="544"/>
                    <a:pt x="3575" y="434"/>
                  </a:cubicBezTo>
                  <a:lnTo>
                    <a:pt x="2868" y="78"/>
                  </a:lnTo>
                  <a:cubicBezTo>
                    <a:pt x="2830" y="58"/>
                    <a:pt x="2791" y="30"/>
                    <a:pt x="2757" y="1"/>
                  </a:cubicBezTo>
                  <a:lnTo>
                    <a:pt x="2507" y="280"/>
                  </a:lnTo>
                  <a:cubicBezTo>
                    <a:pt x="2365" y="443"/>
                    <a:pt x="2167" y="525"/>
                    <a:pt x="1968" y="525"/>
                  </a:cubicBezTo>
                  <a:cubicBezTo>
                    <a:pt x="1770" y="525"/>
                    <a:pt x="1571" y="443"/>
                    <a:pt x="1429" y="280"/>
                  </a:cubicBezTo>
                  <a:lnTo>
                    <a:pt x="1179"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1"/>
            <p:cNvSpPr/>
            <p:nvPr/>
          </p:nvSpPr>
          <p:spPr>
            <a:xfrm>
              <a:off x="5355280" y="3558550"/>
              <a:ext cx="68795" cy="56468"/>
            </a:xfrm>
            <a:custGeom>
              <a:rect b="b" l="l" r="r" t="t"/>
              <a:pathLst>
                <a:path extrusionOk="0" h="2153" w="2623">
                  <a:moveTo>
                    <a:pt x="1003" y="0"/>
                  </a:moveTo>
                  <a:cubicBezTo>
                    <a:pt x="920" y="0"/>
                    <a:pt x="845" y="47"/>
                    <a:pt x="809" y="127"/>
                  </a:cubicBezTo>
                  <a:cubicBezTo>
                    <a:pt x="737" y="276"/>
                    <a:pt x="636" y="411"/>
                    <a:pt x="511" y="521"/>
                  </a:cubicBezTo>
                  <a:cubicBezTo>
                    <a:pt x="462" y="565"/>
                    <a:pt x="410" y="603"/>
                    <a:pt x="357" y="642"/>
                  </a:cubicBezTo>
                  <a:cubicBezTo>
                    <a:pt x="92" y="825"/>
                    <a:pt x="1" y="1171"/>
                    <a:pt x="150" y="1460"/>
                  </a:cubicBezTo>
                  <a:cubicBezTo>
                    <a:pt x="376" y="1888"/>
                    <a:pt x="823" y="2153"/>
                    <a:pt x="1309" y="2153"/>
                  </a:cubicBezTo>
                  <a:cubicBezTo>
                    <a:pt x="1993" y="2153"/>
                    <a:pt x="2565" y="1623"/>
                    <a:pt x="2618" y="940"/>
                  </a:cubicBezTo>
                  <a:cubicBezTo>
                    <a:pt x="2623" y="873"/>
                    <a:pt x="2594" y="810"/>
                    <a:pt x="2541" y="767"/>
                  </a:cubicBezTo>
                  <a:cubicBezTo>
                    <a:pt x="2108" y="406"/>
                    <a:pt x="1603" y="146"/>
                    <a:pt x="1054" y="7"/>
                  </a:cubicBezTo>
                  <a:cubicBezTo>
                    <a:pt x="1037" y="2"/>
                    <a:pt x="1020" y="0"/>
                    <a:pt x="10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1"/>
            <p:cNvSpPr/>
            <p:nvPr/>
          </p:nvSpPr>
          <p:spPr>
            <a:xfrm>
              <a:off x="5355543" y="3558550"/>
              <a:ext cx="68532" cy="55969"/>
            </a:xfrm>
            <a:custGeom>
              <a:rect b="b" l="l" r="r" t="t"/>
              <a:pathLst>
                <a:path extrusionOk="0" h="2134" w="2613">
                  <a:moveTo>
                    <a:pt x="993" y="0"/>
                  </a:moveTo>
                  <a:cubicBezTo>
                    <a:pt x="910" y="0"/>
                    <a:pt x="835" y="47"/>
                    <a:pt x="799" y="127"/>
                  </a:cubicBezTo>
                  <a:cubicBezTo>
                    <a:pt x="746" y="233"/>
                    <a:pt x="679" y="329"/>
                    <a:pt x="597" y="420"/>
                  </a:cubicBezTo>
                  <a:cubicBezTo>
                    <a:pt x="568" y="454"/>
                    <a:pt x="534" y="488"/>
                    <a:pt x="501" y="521"/>
                  </a:cubicBezTo>
                  <a:cubicBezTo>
                    <a:pt x="452" y="560"/>
                    <a:pt x="404" y="598"/>
                    <a:pt x="351" y="637"/>
                  </a:cubicBezTo>
                  <a:cubicBezTo>
                    <a:pt x="43" y="849"/>
                    <a:pt x="0" y="1243"/>
                    <a:pt x="188" y="1537"/>
                  </a:cubicBezTo>
                  <a:cubicBezTo>
                    <a:pt x="390" y="1859"/>
                    <a:pt x="722" y="2076"/>
                    <a:pt x="1097" y="2133"/>
                  </a:cubicBezTo>
                  <a:cubicBezTo>
                    <a:pt x="837" y="1951"/>
                    <a:pt x="640" y="1710"/>
                    <a:pt x="640" y="1277"/>
                  </a:cubicBezTo>
                  <a:lnTo>
                    <a:pt x="640" y="1109"/>
                  </a:lnTo>
                  <a:cubicBezTo>
                    <a:pt x="693" y="1070"/>
                    <a:pt x="741" y="1032"/>
                    <a:pt x="789" y="988"/>
                  </a:cubicBezTo>
                  <a:cubicBezTo>
                    <a:pt x="914" y="878"/>
                    <a:pt x="1015" y="752"/>
                    <a:pt x="1107" y="618"/>
                  </a:cubicBezTo>
                  <a:cubicBezTo>
                    <a:pt x="1521" y="748"/>
                    <a:pt x="1910" y="959"/>
                    <a:pt x="2247" y="1238"/>
                  </a:cubicBezTo>
                  <a:cubicBezTo>
                    <a:pt x="2291" y="1272"/>
                    <a:pt x="2348" y="1325"/>
                    <a:pt x="2469" y="1441"/>
                  </a:cubicBezTo>
                  <a:cubicBezTo>
                    <a:pt x="2546" y="1320"/>
                    <a:pt x="2598" y="1080"/>
                    <a:pt x="2608" y="940"/>
                  </a:cubicBezTo>
                  <a:cubicBezTo>
                    <a:pt x="2613" y="873"/>
                    <a:pt x="2584" y="810"/>
                    <a:pt x="2531" y="767"/>
                  </a:cubicBezTo>
                  <a:cubicBezTo>
                    <a:pt x="2098" y="406"/>
                    <a:pt x="1593" y="146"/>
                    <a:pt x="1044" y="7"/>
                  </a:cubicBezTo>
                  <a:cubicBezTo>
                    <a:pt x="1027" y="2"/>
                    <a:pt x="1010" y="0"/>
                    <a:pt x="99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1"/>
            <p:cNvSpPr/>
            <p:nvPr/>
          </p:nvSpPr>
          <p:spPr>
            <a:xfrm>
              <a:off x="5337865" y="3645415"/>
              <a:ext cx="23002" cy="49990"/>
            </a:xfrm>
            <a:custGeom>
              <a:rect b="b" l="l" r="r" t="t"/>
              <a:pathLst>
                <a:path extrusionOk="0" h="1906" w="877">
                  <a:moveTo>
                    <a:pt x="135" y="0"/>
                  </a:moveTo>
                  <a:cubicBezTo>
                    <a:pt x="49" y="111"/>
                    <a:pt x="1" y="250"/>
                    <a:pt x="1" y="395"/>
                  </a:cubicBezTo>
                  <a:lnTo>
                    <a:pt x="1" y="1906"/>
                  </a:lnTo>
                  <a:lnTo>
                    <a:pt x="876" y="1906"/>
                  </a:lnTo>
                  <a:lnTo>
                    <a:pt x="876" y="804"/>
                  </a:lnTo>
                  <a:cubicBezTo>
                    <a:pt x="876" y="669"/>
                    <a:pt x="814" y="544"/>
                    <a:pt x="713" y="462"/>
                  </a:cubicBezTo>
                  <a:lnTo>
                    <a:pt x="135"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1"/>
            <p:cNvSpPr/>
            <p:nvPr/>
          </p:nvSpPr>
          <p:spPr>
            <a:xfrm>
              <a:off x="5418253" y="3645415"/>
              <a:ext cx="23002" cy="49990"/>
            </a:xfrm>
            <a:custGeom>
              <a:rect b="b" l="l" r="r" t="t"/>
              <a:pathLst>
                <a:path extrusionOk="0" h="1906" w="877">
                  <a:moveTo>
                    <a:pt x="742" y="0"/>
                  </a:moveTo>
                  <a:lnTo>
                    <a:pt x="164" y="462"/>
                  </a:lnTo>
                  <a:cubicBezTo>
                    <a:pt x="63" y="544"/>
                    <a:pt x="1" y="669"/>
                    <a:pt x="1" y="804"/>
                  </a:cubicBezTo>
                  <a:lnTo>
                    <a:pt x="1" y="1906"/>
                  </a:lnTo>
                  <a:lnTo>
                    <a:pt x="876" y="1906"/>
                  </a:lnTo>
                  <a:lnTo>
                    <a:pt x="876" y="395"/>
                  </a:lnTo>
                  <a:cubicBezTo>
                    <a:pt x="876" y="250"/>
                    <a:pt x="828" y="111"/>
                    <a:pt x="742"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1"/>
            <p:cNvSpPr/>
            <p:nvPr/>
          </p:nvSpPr>
          <p:spPr>
            <a:xfrm>
              <a:off x="5596206" y="3528939"/>
              <a:ext cx="28798" cy="63103"/>
            </a:xfrm>
            <a:custGeom>
              <a:rect b="b" l="l" r="r" t="t"/>
              <a:pathLst>
                <a:path extrusionOk="0" h="2406" w="1098">
                  <a:moveTo>
                    <a:pt x="655" y="0"/>
                  </a:moveTo>
                  <a:cubicBezTo>
                    <a:pt x="294" y="0"/>
                    <a:pt x="0" y="292"/>
                    <a:pt x="0" y="654"/>
                  </a:cubicBezTo>
                  <a:lnTo>
                    <a:pt x="0" y="808"/>
                  </a:lnTo>
                  <a:cubicBezTo>
                    <a:pt x="0" y="996"/>
                    <a:pt x="29" y="1184"/>
                    <a:pt x="92" y="1362"/>
                  </a:cubicBezTo>
                  <a:lnTo>
                    <a:pt x="438" y="2406"/>
                  </a:lnTo>
                  <a:lnTo>
                    <a:pt x="1097" y="2406"/>
                  </a:lnTo>
                  <a:lnTo>
                    <a:pt x="1097" y="0"/>
                  </a:lnTo>
                  <a:lnTo>
                    <a:pt x="664" y="0"/>
                  </a:lnTo>
                  <a:cubicBezTo>
                    <a:pt x="661" y="0"/>
                    <a:pt x="658" y="0"/>
                    <a:pt x="6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1"/>
            <p:cNvSpPr/>
            <p:nvPr/>
          </p:nvSpPr>
          <p:spPr>
            <a:xfrm>
              <a:off x="5607799" y="3523116"/>
              <a:ext cx="68952" cy="68926"/>
            </a:xfrm>
            <a:custGeom>
              <a:rect b="b" l="l" r="r" t="t"/>
              <a:pathLst>
                <a:path extrusionOk="0" h="2628" w="2629">
                  <a:moveTo>
                    <a:pt x="655" y="1"/>
                  </a:moveTo>
                  <a:cubicBezTo>
                    <a:pt x="294" y="1"/>
                    <a:pt x="1" y="294"/>
                    <a:pt x="1" y="660"/>
                  </a:cubicBezTo>
                  <a:cubicBezTo>
                    <a:pt x="1" y="901"/>
                    <a:pt x="193" y="1093"/>
                    <a:pt x="439" y="1098"/>
                  </a:cubicBezTo>
                  <a:lnTo>
                    <a:pt x="2190" y="2628"/>
                  </a:lnTo>
                  <a:lnTo>
                    <a:pt x="2575" y="1271"/>
                  </a:lnTo>
                  <a:cubicBezTo>
                    <a:pt x="2609" y="1156"/>
                    <a:pt x="2628" y="1035"/>
                    <a:pt x="2628" y="910"/>
                  </a:cubicBezTo>
                  <a:lnTo>
                    <a:pt x="2628"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1"/>
            <p:cNvSpPr/>
            <p:nvPr/>
          </p:nvSpPr>
          <p:spPr>
            <a:xfrm>
              <a:off x="5619286" y="3609195"/>
              <a:ext cx="34489" cy="34463"/>
            </a:xfrm>
            <a:custGeom>
              <a:rect b="b" l="l" r="r" t="t"/>
              <a:pathLst>
                <a:path extrusionOk="0" h="1314" w="1315">
                  <a:moveTo>
                    <a:pt x="1" y="0"/>
                  </a:moveTo>
                  <a:lnTo>
                    <a:pt x="1" y="1314"/>
                  </a:lnTo>
                  <a:lnTo>
                    <a:pt x="1314" y="1314"/>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1"/>
            <p:cNvSpPr/>
            <p:nvPr/>
          </p:nvSpPr>
          <p:spPr>
            <a:xfrm>
              <a:off x="5579027" y="3623201"/>
              <a:ext cx="114876" cy="72204"/>
            </a:xfrm>
            <a:custGeom>
              <a:rect b="b" l="l" r="r" t="t"/>
              <a:pathLst>
                <a:path extrusionOk="0" h="2753" w="4380">
                  <a:moveTo>
                    <a:pt x="1536" y="0"/>
                  </a:moveTo>
                  <a:lnTo>
                    <a:pt x="477" y="304"/>
                  </a:lnTo>
                  <a:cubicBezTo>
                    <a:pt x="193" y="381"/>
                    <a:pt x="1" y="640"/>
                    <a:pt x="1" y="934"/>
                  </a:cubicBezTo>
                  <a:lnTo>
                    <a:pt x="1" y="2753"/>
                  </a:lnTo>
                  <a:lnTo>
                    <a:pt x="4379" y="2753"/>
                  </a:lnTo>
                  <a:lnTo>
                    <a:pt x="4379" y="934"/>
                  </a:lnTo>
                  <a:cubicBezTo>
                    <a:pt x="4379" y="640"/>
                    <a:pt x="4187" y="381"/>
                    <a:pt x="3903" y="304"/>
                  </a:cubicBezTo>
                  <a:lnTo>
                    <a:pt x="2849" y="0"/>
                  </a:lnTo>
                  <a:lnTo>
                    <a:pt x="2190" y="785"/>
                  </a:lnTo>
                  <a:lnTo>
                    <a:pt x="153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1"/>
            <p:cNvSpPr/>
            <p:nvPr/>
          </p:nvSpPr>
          <p:spPr>
            <a:xfrm>
              <a:off x="5602003" y="3551888"/>
              <a:ext cx="68926" cy="63130"/>
            </a:xfrm>
            <a:custGeom>
              <a:rect b="b" l="l" r="r" t="t"/>
              <a:pathLst>
                <a:path extrusionOk="0" h="2407" w="2628">
                  <a:moveTo>
                    <a:pt x="843" y="1"/>
                  </a:moveTo>
                  <a:cubicBezTo>
                    <a:pt x="722" y="1"/>
                    <a:pt x="612" y="44"/>
                    <a:pt x="525" y="131"/>
                  </a:cubicBezTo>
                  <a:lnTo>
                    <a:pt x="308" y="347"/>
                  </a:lnTo>
                  <a:cubicBezTo>
                    <a:pt x="111" y="545"/>
                    <a:pt x="0" y="814"/>
                    <a:pt x="0" y="1093"/>
                  </a:cubicBezTo>
                  <a:cubicBezTo>
                    <a:pt x="0" y="1820"/>
                    <a:pt x="588" y="2407"/>
                    <a:pt x="1314" y="2407"/>
                  </a:cubicBezTo>
                  <a:cubicBezTo>
                    <a:pt x="2041" y="2407"/>
                    <a:pt x="2628" y="1820"/>
                    <a:pt x="2628" y="1093"/>
                  </a:cubicBezTo>
                  <a:lnTo>
                    <a:pt x="2628" y="814"/>
                  </a:lnTo>
                  <a:cubicBezTo>
                    <a:pt x="2628" y="698"/>
                    <a:pt x="2584" y="588"/>
                    <a:pt x="2503" y="506"/>
                  </a:cubicBezTo>
                  <a:cubicBezTo>
                    <a:pt x="2161" y="174"/>
                    <a:pt x="1545" y="25"/>
                    <a:pt x="84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1"/>
            <p:cNvSpPr/>
            <p:nvPr/>
          </p:nvSpPr>
          <p:spPr>
            <a:xfrm>
              <a:off x="5602003" y="3551888"/>
              <a:ext cx="68795" cy="61740"/>
            </a:xfrm>
            <a:custGeom>
              <a:rect b="b" l="l" r="r" t="t"/>
              <a:pathLst>
                <a:path extrusionOk="0" h="2354" w="2623">
                  <a:moveTo>
                    <a:pt x="826" y="0"/>
                  </a:moveTo>
                  <a:cubicBezTo>
                    <a:pt x="712" y="0"/>
                    <a:pt x="608" y="48"/>
                    <a:pt x="525" y="131"/>
                  </a:cubicBezTo>
                  <a:lnTo>
                    <a:pt x="308" y="347"/>
                  </a:lnTo>
                  <a:cubicBezTo>
                    <a:pt x="111" y="545"/>
                    <a:pt x="0" y="814"/>
                    <a:pt x="0" y="1093"/>
                  </a:cubicBezTo>
                  <a:cubicBezTo>
                    <a:pt x="0" y="1680"/>
                    <a:pt x="385" y="2195"/>
                    <a:pt x="948" y="2354"/>
                  </a:cubicBezTo>
                  <a:cubicBezTo>
                    <a:pt x="761" y="2123"/>
                    <a:pt x="655" y="1834"/>
                    <a:pt x="655" y="1531"/>
                  </a:cubicBezTo>
                  <a:lnTo>
                    <a:pt x="655" y="1093"/>
                  </a:lnTo>
                  <a:lnTo>
                    <a:pt x="660" y="1093"/>
                  </a:lnTo>
                  <a:cubicBezTo>
                    <a:pt x="655" y="851"/>
                    <a:pt x="857" y="654"/>
                    <a:pt x="1096" y="654"/>
                  </a:cubicBezTo>
                  <a:cubicBezTo>
                    <a:pt x="1105" y="654"/>
                    <a:pt x="1113" y="655"/>
                    <a:pt x="1122" y="655"/>
                  </a:cubicBezTo>
                  <a:cubicBezTo>
                    <a:pt x="1564" y="684"/>
                    <a:pt x="2219" y="756"/>
                    <a:pt x="2623" y="954"/>
                  </a:cubicBezTo>
                  <a:cubicBezTo>
                    <a:pt x="2608" y="857"/>
                    <a:pt x="2570" y="569"/>
                    <a:pt x="2503" y="506"/>
                  </a:cubicBezTo>
                  <a:cubicBezTo>
                    <a:pt x="2161" y="174"/>
                    <a:pt x="1545" y="25"/>
                    <a:pt x="843" y="1"/>
                  </a:cubicBezTo>
                  <a:cubicBezTo>
                    <a:pt x="837" y="1"/>
                    <a:pt x="832"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1"/>
            <p:cNvSpPr/>
            <p:nvPr/>
          </p:nvSpPr>
          <p:spPr>
            <a:xfrm>
              <a:off x="5670902" y="3637835"/>
              <a:ext cx="23002" cy="57569"/>
            </a:xfrm>
            <a:custGeom>
              <a:rect b="b" l="l" r="r" t="t"/>
              <a:pathLst>
                <a:path extrusionOk="0" h="2195" w="877">
                  <a:moveTo>
                    <a:pt x="756" y="1"/>
                  </a:moveTo>
                  <a:lnTo>
                    <a:pt x="193" y="564"/>
                  </a:lnTo>
                  <a:cubicBezTo>
                    <a:pt x="68" y="684"/>
                    <a:pt x="1" y="852"/>
                    <a:pt x="1" y="1025"/>
                  </a:cubicBezTo>
                  <a:lnTo>
                    <a:pt x="1" y="2195"/>
                  </a:lnTo>
                  <a:lnTo>
                    <a:pt x="876" y="2195"/>
                  </a:lnTo>
                  <a:lnTo>
                    <a:pt x="876" y="376"/>
                  </a:lnTo>
                  <a:cubicBezTo>
                    <a:pt x="876" y="241"/>
                    <a:pt x="833" y="111"/>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1"/>
            <p:cNvSpPr/>
            <p:nvPr/>
          </p:nvSpPr>
          <p:spPr>
            <a:xfrm>
              <a:off x="5418253" y="3614991"/>
              <a:ext cx="195395" cy="80414"/>
            </a:xfrm>
            <a:custGeom>
              <a:rect b="b" l="l" r="r" t="t"/>
              <a:pathLst>
                <a:path extrusionOk="0" h="3066" w="7450">
                  <a:moveTo>
                    <a:pt x="2411" y="1"/>
                  </a:moveTo>
                  <a:lnTo>
                    <a:pt x="578" y="669"/>
                  </a:lnTo>
                  <a:cubicBezTo>
                    <a:pt x="232" y="795"/>
                    <a:pt x="1" y="1122"/>
                    <a:pt x="1" y="1492"/>
                  </a:cubicBezTo>
                  <a:lnTo>
                    <a:pt x="1" y="3066"/>
                  </a:lnTo>
                  <a:lnTo>
                    <a:pt x="7449" y="3066"/>
                  </a:lnTo>
                  <a:lnTo>
                    <a:pt x="7449" y="1492"/>
                  </a:lnTo>
                  <a:cubicBezTo>
                    <a:pt x="7444" y="1122"/>
                    <a:pt x="7213" y="790"/>
                    <a:pt x="6867" y="669"/>
                  </a:cubicBezTo>
                  <a:lnTo>
                    <a:pt x="5038" y="1"/>
                  </a:lnTo>
                  <a:lnTo>
                    <a:pt x="3725" y="439"/>
                  </a:lnTo>
                  <a:lnTo>
                    <a:pt x="2411"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1"/>
            <p:cNvSpPr/>
            <p:nvPr/>
          </p:nvSpPr>
          <p:spPr>
            <a:xfrm>
              <a:off x="5578896" y="3638465"/>
              <a:ext cx="34620" cy="56940"/>
            </a:xfrm>
            <a:custGeom>
              <a:rect b="b" l="l" r="r" t="t"/>
              <a:pathLst>
                <a:path extrusionOk="0" h="2171" w="1320">
                  <a:moveTo>
                    <a:pt x="1084" y="1"/>
                  </a:moveTo>
                  <a:lnTo>
                    <a:pt x="261" y="819"/>
                  </a:lnTo>
                  <a:cubicBezTo>
                    <a:pt x="97" y="982"/>
                    <a:pt x="1" y="1208"/>
                    <a:pt x="6" y="1439"/>
                  </a:cubicBezTo>
                  <a:lnTo>
                    <a:pt x="6" y="2171"/>
                  </a:lnTo>
                  <a:lnTo>
                    <a:pt x="1319" y="2171"/>
                  </a:lnTo>
                  <a:lnTo>
                    <a:pt x="1319" y="597"/>
                  </a:lnTo>
                  <a:cubicBezTo>
                    <a:pt x="1315" y="371"/>
                    <a:pt x="1233" y="159"/>
                    <a:pt x="10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1"/>
            <p:cNvSpPr/>
            <p:nvPr/>
          </p:nvSpPr>
          <p:spPr>
            <a:xfrm>
              <a:off x="5452716" y="3436933"/>
              <a:ext cx="126338" cy="92032"/>
            </a:xfrm>
            <a:custGeom>
              <a:rect b="b" l="l" r="r" t="t"/>
              <a:pathLst>
                <a:path extrusionOk="0" h="3509" w="4817">
                  <a:moveTo>
                    <a:pt x="1752" y="0"/>
                  </a:moveTo>
                  <a:cubicBezTo>
                    <a:pt x="785" y="0"/>
                    <a:pt x="0" y="785"/>
                    <a:pt x="0" y="1752"/>
                  </a:cubicBezTo>
                  <a:lnTo>
                    <a:pt x="0" y="2271"/>
                  </a:lnTo>
                  <a:cubicBezTo>
                    <a:pt x="0" y="2507"/>
                    <a:pt x="39" y="2743"/>
                    <a:pt x="111" y="2964"/>
                  </a:cubicBezTo>
                  <a:lnTo>
                    <a:pt x="188" y="3181"/>
                  </a:lnTo>
                  <a:cubicBezTo>
                    <a:pt x="207" y="3248"/>
                    <a:pt x="217" y="3320"/>
                    <a:pt x="222" y="3393"/>
                  </a:cubicBezTo>
                  <a:lnTo>
                    <a:pt x="222" y="3508"/>
                  </a:lnTo>
                  <a:lnTo>
                    <a:pt x="4600" y="3508"/>
                  </a:lnTo>
                  <a:lnTo>
                    <a:pt x="4600" y="3393"/>
                  </a:lnTo>
                  <a:cubicBezTo>
                    <a:pt x="4600" y="3320"/>
                    <a:pt x="4610" y="3253"/>
                    <a:pt x="4634" y="3186"/>
                  </a:cubicBezTo>
                  <a:lnTo>
                    <a:pt x="4706" y="2969"/>
                  </a:lnTo>
                  <a:cubicBezTo>
                    <a:pt x="4778" y="2743"/>
                    <a:pt x="4817" y="2512"/>
                    <a:pt x="4817" y="2276"/>
                  </a:cubicBezTo>
                  <a:lnTo>
                    <a:pt x="4817" y="438"/>
                  </a:lnTo>
                  <a:cubicBezTo>
                    <a:pt x="4817" y="198"/>
                    <a:pt x="4619" y="0"/>
                    <a:pt x="437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1"/>
            <p:cNvSpPr/>
            <p:nvPr/>
          </p:nvSpPr>
          <p:spPr>
            <a:xfrm>
              <a:off x="5481356" y="3436933"/>
              <a:ext cx="97697" cy="92032"/>
            </a:xfrm>
            <a:custGeom>
              <a:rect b="b" l="l" r="r" t="t"/>
              <a:pathLst>
                <a:path extrusionOk="0" h="3509" w="3725">
                  <a:moveTo>
                    <a:pt x="891" y="0"/>
                  </a:moveTo>
                  <a:cubicBezTo>
                    <a:pt x="400" y="0"/>
                    <a:pt x="0" y="400"/>
                    <a:pt x="5" y="890"/>
                  </a:cubicBezTo>
                  <a:cubicBezTo>
                    <a:pt x="5" y="1381"/>
                    <a:pt x="400" y="1781"/>
                    <a:pt x="891" y="1781"/>
                  </a:cubicBezTo>
                  <a:lnTo>
                    <a:pt x="1011" y="1781"/>
                  </a:lnTo>
                  <a:lnTo>
                    <a:pt x="1073" y="3508"/>
                  </a:lnTo>
                  <a:lnTo>
                    <a:pt x="3503" y="3508"/>
                  </a:lnTo>
                  <a:lnTo>
                    <a:pt x="3503" y="3393"/>
                  </a:lnTo>
                  <a:cubicBezTo>
                    <a:pt x="3503" y="3320"/>
                    <a:pt x="3513" y="3253"/>
                    <a:pt x="3537" y="3186"/>
                  </a:cubicBezTo>
                  <a:lnTo>
                    <a:pt x="3609" y="2969"/>
                  </a:lnTo>
                  <a:cubicBezTo>
                    <a:pt x="3686" y="2743"/>
                    <a:pt x="3725" y="2512"/>
                    <a:pt x="3725" y="2276"/>
                  </a:cubicBezTo>
                  <a:lnTo>
                    <a:pt x="3725" y="438"/>
                  </a:lnTo>
                  <a:cubicBezTo>
                    <a:pt x="3725" y="198"/>
                    <a:pt x="3527" y="0"/>
                    <a:pt x="328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1"/>
            <p:cNvSpPr/>
            <p:nvPr/>
          </p:nvSpPr>
          <p:spPr>
            <a:xfrm>
              <a:off x="5481356" y="3574732"/>
              <a:ext cx="68926" cy="51773"/>
            </a:xfrm>
            <a:custGeom>
              <a:rect b="b" l="l" r="r" t="t"/>
              <a:pathLst>
                <a:path extrusionOk="0" h="1974" w="2628">
                  <a:moveTo>
                    <a:pt x="0" y="1"/>
                  </a:moveTo>
                  <a:lnTo>
                    <a:pt x="0"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1"/>
            <p:cNvSpPr/>
            <p:nvPr/>
          </p:nvSpPr>
          <p:spPr>
            <a:xfrm>
              <a:off x="5481487" y="3574863"/>
              <a:ext cx="68795" cy="34410"/>
            </a:xfrm>
            <a:custGeom>
              <a:rect b="b" l="l" r="r" t="t"/>
              <a:pathLst>
                <a:path extrusionOk="0" h="1312" w="2623">
                  <a:moveTo>
                    <a:pt x="0" y="1"/>
                  </a:moveTo>
                  <a:lnTo>
                    <a:pt x="0" y="987"/>
                  </a:lnTo>
                  <a:cubicBezTo>
                    <a:pt x="412" y="1203"/>
                    <a:pt x="862" y="1312"/>
                    <a:pt x="1311" y="1312"/>
                  </a:cubicBezTo>
                  <a:cubicBezTo>
                    <a:pt x="1761" y="1312"/>
                    <a:pt x="2211" y="1203"/>
                    <a:pt x="2623" y="987"/>
                  </a:cubicBezTo>
                  <a:lnTo>
                    <a:pt x="262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1"/>
            <p:cNvSpPr/>
            <p:nvPr/>
          </p:nvSpPr>
          <p:spPr>
            <a:xfrm>
              <a:off x="5470000" y="3605445"/>
              <a:ext cx="45951" cy="41072"/>
            </a:xfrm>
            <a:custGeom>
              <a:rect b="b" l="l" r="r" t="t"/>
              <a:pathLst>
                <a:path extrusionOk="0" h="1566" w="1752">
                  <a:moveTo>
                    <a:pt x="387" y="1"/>
                  </a:moveTo>
                  <a:cubicBezTo>
                    <a:pt x="306" y="1"/>
                    <a:pt x="227" y="46"/>
                    <a:pt x="188" y="124"/>
                  </a:cubicBezTo>
                  <a:lnTo>
                    <a:pt x="0" y="523"/>
                  </a:lnTo>
                  <a:lnTo>
                    <a:pt x="722" y="1481"/>
                  </a:lnTo>
                  <a:cubicBezTo>
                    <a:pt x="767" y="1536"/>
                    <a:pt x="832" y="1565"/>
                    <a:pt x="897" y="1565"/>
                  </a:cubicBezTo>
                  <a:cubicBezTo>
                    <a:pt x="953" y="1565"/>
                    <a:pt x="1008" y="1544"/>
                    <a:pt x="1049" y="1500"/>
                  </a:cubicBezTo>
                  <a:lnTo>
                    <a:pt x="1752" y="803"/>
                  </a:lnTo>
                  <a:lnTo>
                    <a:pt x="501" y="33"/>
                  </a:lnTo>
                  <a:cubicBezTo>
                    <a:pt x="465" y="11"/>
                    <a:pt x="426" y="1"/>
                    <a:pt x="38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1"/>
            <p:cNvSpPr/>
            <p:nvPr/>
          </p:nvSpPr>
          <p:spPr>
            <a:xfrm>
              <a:off x="5515924" y="3605445"/>
              <a:ext cx="45846" cy="41072"/>
            </a:xfrm>
            <a:custGeom>
              <a:rect b="b" l="l" r="r" t="t"/>
              <a:pathLst>
                <a:path extrusionOk="0" h="1566" w="1748">
                  <a:moveTo>
                    <a:pt x="1361" y="1"/>
                  </a:moveTo>
                  <a:cubicBezTo>
                    <a:pt x="1322" y="1"/>
                    <a:pt x="1283" y="11"/>
                    <a:pt x="1247" y="33"/>
                  </a:cubicBezTo>
                  <a:lnTo>
                    <a:pt x="1" y="803"/>
                  </a:lnTo>
                  <a:lnTo>
                    <a:pt x="699" y="1500"/>
                  </a:lnTo>
                  <a:cubicBezTo>
                    <a:pt x="740" y="1544"/>
                    <a:pt x="795" y="1565"/>
                    <a:pt x="850" y="1565"/>
                  </a:cubicBezTo>
                  <a:cubicBezTo>
                    <a:pt x="916" y="1565"/>
                    <a:pt x="981" y="1536"/>
                    <a:pt x="1026" y="1481"/>
                  </a:cubicBezTo>
                  <a:lnTo>
                    <a:pt x="1748" y="523"/>
                  </a:lnTo>
                  <a:lnTo>
                    <a:pt x="1560" y="124"/>
                  </a:lnTo>
                  <a:cubicBezTo>
                    <a:pt x="1521" y="46"/>
                    <a:pt x="1442" y="1"/>
                    <a:pt x="136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1"/>
            <p:cNvSpPr/>
            <p:nvPr/>
          </p:nvSpPr>
          <p:spPr>
            <a:xfrm>
              <a:off x="5458512" y="3483565"/>
              <a:ext cx="114876" cy="108477"/>
            </a:xfrm>
            <a:custGeom>
              <a:rect b="b" l="l" r="r" t="t"/>
              <a:pathLst>
                <a:path extrusionOk="0" h="4136" w="4380">
                  <a:moveTo>
                    <a:pt x="1862" y="1"/>
                  </a:moveTo>
                  <a:cubicBezTo>
                    <a:pt x="1175" y="1"/>
                    <a:pt x="655" y="195"/>
                    <a:pt x="655" y="195"/>
                  </a:cubicBezTo>
                  <a:lnTo>
                    <a:pt x="655" y="941"/>
                  </a:lnTo>
                  <a:cubicBezTo>
                    <a:pt x="655" y="1162"/>
                    <a:pt x="544" y="1364"/>
                    <a:pt x="361" y="1489"/>
                  </a:cubicBezTo>
                  <a:lnTo>
                    <a:pt x="1" y="1730"/>
                  </a:lnTo>
                  <a:lnTo>
                    <a:pt x="1" y="1942"/>
                  </a:lnTo>
                  <a:cubicBezTo>
                    <a:pt x="1" y="3154"/>
                    <a:pt x="977" y="4131"/>
                    <a:pt x="2190" y="4136"/>
                  </a:cubicBezTo>
                  <a:cubicBezTo>
                    <a:pt x="3398" y="4136"/>
                    <a:pt x="4379" y="3154"/>
                    <a:pt x="4379" y="1947"/>
                  </a:cubicBezTo>
                  <a:lnTo>
                    <a:pt x="4379" y="1725"/>
                  </a:lnTo>
                  <a:lnTo>
                    <a:pt x="4014" y="1485"/>
                  </a:lnTo>
                  <a:cubicBezTo>
                    <a:pt x="3831" y="1364"/>
                    <a:pt x="3720" y="1157"/>
                    <a:pt x="3725" y="941"/>
                  </a:cubicBezTo>
                  <a:lnTo>
                    <a:pt x="3725" y="633"/>
                  </a:lnTo>
                  <a:cubicBezTo>
                    <a:pt x="3125" y="136"/>
                    <a:pt x="2436" y="1"/>
                    <a:pt x="18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1"/>
            <p:cNvSpPr/>
            <p:nvPr/>
          </p:nvSpPr>
          <p:spPr>
            <a:xfrm>
              <a:off x="5418253" y="3638465"/>
              <a:ext cx="34489" cy="56940"/>
            </a:xfrm>
            <a:custGeom>
              <a:rect b="b" l="l" r="r" t="t"/>
              <a:pathLst>
                <a:path extrusionOk="0" h="2171" w="1315">
                  <a:moveTo>
                    <a:pt x="236" y="1"/>
                  </a:moveTo>
                  <a:cubicBezTo>
                    <a:pt x="87" y="159"/>
                    <a:pt x="1" y="371"/>
                    <a:pt x="1" y="597"/>
                  </a:cubicBezTo>
                  <a:lnTo>
                    <a:pt x="1" y="2171"/>
                  </a:lnTo>
                  <a:lnTo>
                    <a:pt x="1314" y="2171"/>
                  </a:lnTo>
                  <a:lnTo>
                    <a:pt x="1314" y="1439"/>
                  </a:lnTo>
                  <a:cubicBezTo>
                    <a:pt x="1314" y="1208"/>
                    <a:pt x="1218" y="982"/>
                    <a:pt x="1054" y="819"/>
                  </a:cubicBezTo>
                  <a:lnTo>
                    <a:pt x="236"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1"/>
            <p:cNvSpPr/>
            <p:nvPr/>
          </p:nvSpPr>
          <p:spPr>
            <a:xfrm>
              <a:off x="5458381" y="3483513"/>
              <a:ext cx="97697" cy="108031"/>
            </a:xfrm>
            <a:custGeom>
              <a:rect b="b" l="l" r="r" t="t"/>
              <a:pathLst>
                <a:path extrusionOk="0" h="4119" w="3725">
                  <a:moveTo>
                    <a:pt x="1869" y="1"/>
                  </a:moveTo>
                  <a:cubicBezTo>
                    <a:pt x="1182" y="1"/>
                    <a:pt x="660" y="197"/>
                    <a:pt x="660" y="197"/>
                  </a:cubicBezTo>
                  <a:lnTo>
                    <a:pt x="660" y="938"/>
                  </a:lnTo>
                  <a:cubicBezTo>
                    <a:pt x="660" y="1159"/>
                    <a:pt x="549" y="1366"/>
                    <a:pt x="366" y="1487"/>
                  </a:cubicBezTo>
                  <a:lnTo>
                    <a:pt x="1" y="1727"/>
                  </a:lnTo>
                  <a:lnTo>
                    <a:pt x="1" y="1949"/>
                  </a:lnTo>
                  <a:cubicBezTo>
                    <a:pt x="1" y="3055"/>
                    <a:pt x="828" y="3984"/>
                    <a:pt x="1925" y="4119"/>
                  </a:cubicBezTo>
                  <a:cubicBezTo>
                    <a:pt x="1531" y="3710"/>
                    <a:pt x="1314" y="3171"/>
                    <a:pt x="1314" y="2603"/>
                  </a:cubicBezTo>
                  <a:lnTo>
                    <a:pt x="1314" y="1159"/>
                  </a:lnTo>
                  <a:cubicBezTo>
                    <a:pt x="1314" y="938"/>
                    <a:pt x="1483" y="750"/>
                    <a:pt x="1704" y="722"/>
                  </a:cubicBezTo>
                  <a:cubicBezTo>
                    <a:pt x="1874" y="701"/>
                    <a:pt x="2090" y="683"/>
                    <a:pt x="2329" y="683"/>
                  </a:cubicBezTo>
                  <a:cubicBezTo>
                    <a:pt x="2760" y="683"/>
                    <a:pt x="3267" y="740"/>
                    <a:pt x="3725" y="938"/>
                  </a:cubicBezTo>
                  <a:lnTo>
                    <a:pt x="3725" y="635"/>
                  </a:lnTo>
                  <a:cubicBezTo>
                    <a:pt x="3128" y="137"/>
                    <a:pt x="2441" y="1"/>
                    <a:pt x="186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1"/>
            <p:cNvSpPr/>
            <p:nvPr/>
          </p:nvSpPr>
          <p:spPr>
            <a:xfrm>
              <a:off x="5612362" y="3546459"/>
              <a:ext cx="48600" cy="16314"/>
            </a:xfrm>
            <a:custGeom>
              <a:rect b="b" l="l" r="r" t="t"/>
              <a:pathLst>
                <a:path extrusionOk="0" h="622" w="1853">
                  <a:moveTo>
                    <a:pt x="260" y="1"/>
                  </a:moveTo>
                  <a:cubicBezTo>
                    <a:pt x="0" y="15"/>
                    <a:pt x="0" y="395"/>
                    <a:pt x="260" y="410"/>
                  </a:cubicBezTo>
                  <a:cubicBezTo>
                    <a:pt x="491" y="415"/>
                    <a:pt x="1160" y="444"/>
                    <a:pt x="1482" y="607"/>
                  </a:cubicBezTo>
                  <a:cubicBezTo>
                    <a:pt x="1509" y="617"/>
                    <a:pt x="1536" y="622"/>
                    <a:pt x="1560" y="622"/>
                  </a:cubicBezTo>
                  <a:cubicBezTo>
                    <a:pt x="1750" y="622"/>
                    <a:pt x="1852" y="356"/>
                    <a:pt x="1665" y="241"/>
                  </a:cubicBezTo>
                  <a:cubicBezTo>
                    <a:pt x="1189" y="1"/>
                    <a:pt x="298"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1"/>
            <p:cNvSpPr/>
            <p:nvPr/>
          </p:nvSpPr>
          <p:spPr>
            <a:xfrm>
              <a:off x="5332122" y="3431635"/>
              <a:ext cx="367526" cy="269592"/>
            </a:xfrm>
            <a:custGeom>
              <a:rect b="b" l="l" r="r" t="t"/>
              <a:pathLst>
                <a:path extrusionOk="0" h="10279" w="14013">
                  <a:moveTo>
                    <a:pt x="9213" y="409"/>
                  </a:moveTo>
                  <a:lnTo>
                    <a:pt x="9213" y="2392"/>
                  </a:lnTo>
                  <a:cubicBezTo>
                    <a:pt x="9213" y="2690"/>
                    <a:pt x="9145" y="2983"/>
                    <a:pt x="9015" y="3253"/>
                  </a:cubicBezTo>
                  <a:cubicBezTo>
                    <a:pt x="9001" y="3282"/>
                    <a:pt x="8996" y="3311"/>
                    <a:pt x="8996" y="3344"/>
                  </a:cubicBezTo>
                  <a:lnTo>
                    <a:pt x="8996" y="3927"/>
                  </a:lnTo>
                  <a:cubicBezTo>
                    <a:pt x="8996" y="4475"/>
                    <a:pt x="8770" y="5000"/>
                    <a:pt x="8366" y="5375"/>
                  </a:cubicBezTo>
                  <a:cubicBezTo>
                    <a:pt x="8318" y="5423"/>
                    <a:pt x="8265" y="5466"/>
                    <a:pt x="8207" y="5510"/>
                  </a:cubicBezTo>
                  <a:cubicBezTo>
                    <a:pt x="7864" y="5770"/>
                    <a:pt x="7447" y="5909"/>
                    <a:pt x="7015" y="5909"/>
                  </a:cubicBezTo>
                  <a:cubicBezTo>
                    <a:pt x="6968" y="5909"/>
                    <a:pt x="6921" y="5908"/>
                    <a:pt x="6874" y="5904"/>
                  </a:cubicBezTo>
                  <a:cubicBezTo>
                    <a:pt x="5840" y="5842"/>
                    <a:pt x="5026" y="4937"/>
                    <a:pt x="5026" y="3850"/>
                  </a:cubicBezTo>
                  <a:lnTo>
                    <a:pt x="5022" y="3850"/>
                  </a:lnTo>
                  <a:lnTo>
                    <a:pt x="5022" y="3344"/>
                  </a:lnTo>
                  <a:cubicBezTo>
                    <a:pt x="5022" y="3311"/>
                    <a:pt x="5017" y="3282"/>
                    <a:pt x="5002" y="3253"/>
                  </a:cubicBezTo>
                  <a:cubicBezTo>
                    <a:pt x="4872" y="2988"/>
                    <a:pt x="4805" y="2690"/>
                    <a:pt x="4805" y="2392"/>
                  </a:cubicBezTo>
                  <a:lnTo>
                    <a:pt x="4805" y="1954"/>
                  </a:lnTo>
                  <a:cubicBezTo>
                    <a:pt x="4805" y="1102"/>
                    <a:pt x="5498" y="409"/>
                    <a:pt x="6350" y="409"/>
                  </a:cubicBezTo>
                  <a:close/>
                  <a:moveTo>
                    <a:pt x="2192" y="3694"/>
                  </a:moveTo>
                  <a:cubicBezTo>
                    <a:pt x="2524" y="3694"/>
                    <a:pt x="2856" y="3823"/>
                    <a:pt x="3107" y="4081"/>
                  </a:cubicBezTo>
                  <a:cubicBezTo>
                    <a:pt x="3352" y="4340"/>
                    <a:pt x="3501" y="4677"/>
                    <a:pt x="3520" y="5038"/>
                  </a:cubicBezTo>
                  <a:cubicBezTo>
                    <a:pt x="3530" y="5149"/>
                    <a:pt x="3535" y="5283"/>
                    <a:pt x="3540" y="5423"/>
                  </a:cubicBezTo>
                  <a:lnTo>
                    <a:pt x="3540" y="5462"/>
                  </a:lnTo>
                  <a:cubicBezTo>
                    <a:pt x="3313" y="5120"/>
                    <a:pt x="2972" y="4865"/>
                    <a:pt x="2524" y="4721"/>
                  </a:cubicBezTo>
                  <a:cubicBezTo>
                    <a:pt x="2274" y="4639"/>
                    <a:pt x="2009" y="4600"/>
                    <a:pt x="1745" y="4600"/>
                  </a:cubicBezTo>
                  <a:cubicBezTo>
                    <a:pt x="1692" y="4600"/>
                    <a:pt x="1639" y="4619"/>
                    <a:pt x="1600" y="4658"/>
                  </a:cubicBezTo>
                  <a:lnTo>
                    <a:pt x="1235" y="5043"/>
                  </a:lnTo>
                  <a:cubicBezTo>
                    <a:pt x="1101" y="5191"/>
                    <a:pt x="1233" y="5385"/>
                    <a:pt x="1389" y="5385"/>
                  </a:cubicBezTo>
                  <a:cubicBezTo>
                    <a:pt x="1435" y="5385"/>
                    <a:pt x="1484" y="5368"/>
                    <a:pt x="1528" y="5327"/>
                  </a:cubicBezTo>
                  <a:lnTo>
                    <a:pt x="1836" y="5009"/>
                  </a:lnTo>
                  <a:cubicBezTo>
                    <a:pt x="2101" y="5019"/>
                    <a:pt x="2953" y="5120"/>
                    <a:pt x="3285" y="5851"/>
                  </a:cubicBezTo>
                  <a:cubicBezTo>
                    <a:pt x="3198" y="6396"/>
                    <a:pt x="2728" y="6788"/>
                    <a:pt x="2186" y="6788"/>
                  </a:cubicBezTo>
                  <a:cubicBezTo>
                    <a:pt x="2157" y="6788"/>
                    <a:pt x="2129" y="6787"/>
                    <a:pt x="2101" y="6785"/>
                  </a:cubicBezTo>
                  <a:cubicBezTo>
                    <a:pt x="1523" y="6741"/>
                    <a:pt x="1076" y="6255"/>
                    <a:pt x="1076" y="5678"/>
                  </a:cubicBezTo>
                  <a:cubicBezTo>
                    <a:pt x="1080" y="5562"/>
                    <a:pt x="988" y="5472"/>
                    <a:pt x="875" y="5472"/>
                  </a:cubicBezTo>
                  <a:cubicBezTo>
                    <a:pt x="862" y="5472"/>
                    <a:pt x="849" y="5473"/>
                    <a:pt x="835" y="5476"/>
                  </a:cubicBezTo>
                  <a:lnTo>
                    <a:pt x="835" y="5423"/>
                  </a:lnTo>
                  <a:cubicBezTo>
                    <a:pt x="850" y="5283"/>
                    <a:pt x="855" y="5154"/>
                    <a:pt x="864" y="5038"/>
                  </a:cubicBezTo>
                  <a:lnTo>
                    <a:pt x="859" y="5038"/>
                  </a:lnTo>
                  <a:cubicBezTo>
                    <a:pt x="884" y="4677"/>
                    <a:pt x="1028" y="4340"/>
                    <a:pt x="1278" y="4081"/>
                  </a:cubicBezTo>
                  <a:cubicBezTo>
                    <a:pt x="1528" y="3823"/>
                    <a:pt x="1860" y="3694"/>
                    <a:pt x="2192" y="3694"/>
                  </a:cubicBezTo>
                  <a:close/>
                  <a:moveTo>
                    <a:pt x="12927" y="3700"/>
                  </a:moveTo>
                  <a:lnTo>
                    <a:pt x="12927" y="4547"/>
                  </a:lnTo>
                  <a:cubicBezTo>
                    <a:pt x="12927" y="4687"/>
                    <a:pt x="12898" y="4822"/>
                    <a:pt x="12836" y="4947"/>
                  </a:cubicBezTo>
                  <a:lnTo>
                    <a:pt x="12730" y="5154"/>
                  </a:lnTo>
                  <a:cubicBezTo>
                    <a:pt x="12716" y="5182"/>
                    <a:pt x="12711" y="5211"/>
                    <a:pt x="12711" y="5245"/>
                  </a:cubicBezTo>
                  <a:lnTo>
                    <a:pt x="12711" y="5683"/>
                  </a:lnTo>
                  <a:cubicBezTo>
                    <a:pt x="12711" y="6297"/>
                    <a:pt x="12210" y="6790"/>
                    <a:pt x="11600" y="6790"/>
                  </a:cubicBezTo>
                  <a:cubicBezTo>
                    <a:pt x="11589" y="6790"/>
                    <a:pt x="11577" y="6790"/>
                    <a:pt x="11566" y="6790"/>
                  </a:cubicBezTo>
                  <a:cubicBezTo>
                    <a:pt x="10979" y="6770"/>
                    <a:pt x="10493" y="6246"/>
                    <a:pt x="10493" y="5625"/>
                  </a:cubicBezTo>
                  <a:lnTo>
                    <a:pt x="10493" y="5245"/>
                  </a:lnTo>
                  <a:cubicBezTo>
                    <a:pt x="10493" y="5216"/>
                    <a:pt x="10483" y="5182"/>
                    <a:pt x="10469" y="5154"/>
                  </a:cubicBezTo>
                  <a:lnTo>
                    <a:pt x="10343" y="4903"/>
                  </a:lnTo>
                  <a:cubicBezTo>
                    <a:pt x="10295" y="4807"/>
                    <a:pt x="10271" y="4706"/>
                    <a:pt x="10271" y="4600"/>
                  </a:cubicBezTo>
                  <a:lnTo>
                    <a:pt x="10271" y="4591"/>
                  </a:lnTo>
                  <a:cubicBezTo>
                    <a:pt x="10271" y="4095"/>
                    <a:pt x="10671" y="3700"/>
                    <a:pt x="11161" y="3700"/>
                  </a:cubicBezTo>
                  <a:close/>
                  <a:moveTo>
                    <a:pt x="787" y="6260"/>
                  </a:moveTo>
                  <a:cubicBezTo>
                    <a:pt x="903" y="6530"/>
                    <a:pt x="1090" y="6766"/>
                    <a:pt x="1331" y="6929"/>
                  </a:cubicBezTo>
                  <a:lnTo>
                    <a:pt x="1331" y="7175"/>
                  </a:lnTo>
                  <a:cubicBezTo>
                    <a:pt x="946" y="7035"/>
                    <a:pt x="754" y="6852"/>
                    <a:pt x="672" y="6751"/>
                  </a:cubicBezTo>
                  <a:cubicBezTo>
                    <a:pt x="730" y="6592"/>
                    <a:pt x="768" y="6429"/>
                    <a:pt x="787" y="6260"/>
                  </a:cubicBezTo>
                  <a:close/>
                  <a:moveTo>
                    <a:pt x="3593" y="6265"/>
                  </a:moveTo>
                  <a:cubicBezTo>
                    <a:pt x="3617" y="6429"/>
                    <a:pt x="3655" y="6592"/>
                    <a:pt x="3713" y="6751"/>
                  </a:cubicBezTo>
                  <a:cubicBezTo>
                    <a:pt x="3631" y="6852"/>
                    <a:pt x="3434" y="7035"/>
                    <a:pt x="3054" y="7175"/>
                  </a:cubicBezTo>
                  <a:lnTo>
                    <a:pt x="3054" y="6929"/>
                  </a:lnTo>
                  <a:cubicBezTo>
                    <a:pt x="3294" y="6766"/>
                    <a:pt x="3482" y="6535"/>
                    <a:pt x="3593" y="6265"/>
                  </a:cubicBezTo>
                  <a:close/>
                  <a:moveTo>
                    <a:pt x="5897" y="6044"/>
                  </a:moveTo>
                  <a:cubicBezTo>
                    <a:pt x="6191" y="6203"/>
                    <a:pt x="6518" y="6294"/>
                    <a:pt x="6850" y="6318"/>
                  </a:cubicBezTo>
                  <a:cubicBezTo>
                    <a:pt x="6903" y="6323"/>
                    <a:pt x="6956" y="6323"/>
                    <a:pt x="7009" y="6323"/>
                  </a:cubicBezTo>
                  <a:cubicBezTo>
                    <a:pt x="7399" y="6323"/>
                    <a:pt x="7779" y="6231"/>
                    <a:pt x="8116" y="6053"/>
                  </a:cubicBezTo>
                  <a:lnTo>
                    <a:pt x="8116" y="6424"/>
                  </a:lnTo>
                  <a:lnTo>
                    <a:pt x="7009" y="7184"/>
                  </a:lnTo>
                  <a:lnTo>
                    <a:pt x="5897" y="6424"/>
                  </a:lnTo>
                  <a:lnTo>
                    <a:pt x="5897" y="6044"/>
                  </a:lnTo>
                  <a:close/>
                  <a:moveTo>
                    <a:pt x="11147" y="7131"/>
                  </a:moveTo>
                  <a:cubicBezTo>
                    <a:pt x="11282" y="7175"/>
                    <a:pt x="11416" y="7194"/>
                    <a:pt x="11556" y="7199"/>
                  </a:cubicBezTo>
                  <a:lnTo>
                    <a:pt x="11556" y="7203"/>
                  </a:lnTo>
                  <a:lnTo>
                    <a:pt x="11599" y="7203"/>
                  </a:lnTo>
                  <a:cubicBezTo>
                    <a:pt x="11753" y="7203"/>
                    <a:pt x="11907" y="7179"/>
                    <a:pt x="12052" y="7136"/>
                  </a:cubicBezTo>
                  <a:lnTo>
                    <a:pt x="12052" y="7218"/>
                  </a:lnTo>
                  <a:cubicBezTo>
                    <a:pt x="12052" y="7256"/>
                    <a:pt x="12056" y="7295"/>
                    <a:pt x="12066" y="7338"/>
                  </a:cubicBezTo>
                  <a:lnTo>
                    <a:pt x="11599" y="7805"/>
                  </a:lnTo>
                  <a:lnTo>
                    <a:pt x="11137" y="7338"/>
                  </a:lnTo>
                  <a:cubicBezTo>
                    <a:pt x="11147" y="7300"/>
                    <a:pt x="11147" y="7256"/>
                    <a:pt x="11147" y="7218"/>
                  </a:cubicBezTo>
                  <a:lnTo>
                    <a:pt x="11147" y="7131"/>
                  </a:lnTo>
                  <a:close/>
                  <a:moveTo>
                    <a:pt x="2640" y="7131"/>
                  </a:moveTo>
                  <a:lnTo>
                    <a:pt x="2640" y="7348"/>
                  </a:lnTo>
                  <a:cubicBezTo>
                    <a:pt x="2640" y="7420"/>
                    <a:pt x="2659" y="7487"/>
                    <a:pt x="2688" y="7550"/>
                  </a:cubicBezTo>
                  <a:lnTo>
                    <a:pt x="2500" y="7728"/>
                  </a:lnTo>
                  <a:cubicBezTo>
                    <a:pt x="2414" y="7810"/>
                    <a:pt x="2302" y="7851"/>
                    <a:pt x="2190" y="7851"/>
                  </a:cubicBezTo>
                  <a:cubicBezTo>
                    <a:pt x="2078" y="7851"/>
                    <a:pt x="1966" y="7810"/>
                    <a:pt x="1880" y="7728"/>
                  </a:cubicBezTo>
                  <a:lnTo>
                    <a:pt x="1687" y="7550"/>
                  </a:lnTo>
                  <a:cubicBezTo>
                    <a:pt x="1721" y="7487"/>
                    <a:pt x="1740" y="7420"/>
                    <a:pt x="1740" y="7348"/>
                  </a:cubicBezTo>
                  <a:lnTo>
                    <a:pt x="1740" y="7131"/>
                  </a:lnTo>
                  <a:cubicBezTo>
                    <a:pt x="1887" y="7177"/>
                    <a:pt x="2038" y="7200"/>
                    <a:pt x="2190" y="7200"/>
                  </a:cubicBezTo>
                  <a:cubicBezTo>
                    <a:pt x="2341" y="7200"/>
                    <a:pt x="2493" y="7177"/>
                    <a:pt x="2640" y="7131"/>
                  </a:cubicBezTo>
                  <a:close/>
                  <a:moveTo>
                    <a:pt x="5724" y="6799"/>
                  </a:moveTo>
                  <a:lnTo>
                    <a:pt x="6691" y="7463"/>
                  </a:lnTo>
                  <a:lnTo>
                    <a:pt x="6176" y="7973"/>
                  </a:lnTo>
                  <a:cubicBezTo>
                    <a:pt x="6172" y="7978"/>
                    <a:pt x="6172" y="7978"/>
                    <a:pt x="6167" y="7978"/>
                  </a:cubicBezTo>
                  <a:cubicBezTo>
                    <a:pt x="6162" y="7978"/>
                    <a:pt x="6157" y="7978"/>
                    <a:pt x="6152" y="7973"/>
                  </a:cubicBezTo>
                  <a:lnTo>
                    <a:pt x="5517" y="7016"/>
                  </a:lnTo>
                  <a:lnTo>
                    <a:pt x="5724" y="6799"/>
                  </a:lnTo>
                  <a:close/>
                  <a:moveTo>
                    <a:pt x="8294" y="6804"/>
                  </a:moveTo>
                  <a:lnTo>
                    <a:pt x="8496" y="7016"/>
                  </a:lnTo>
                  <a:lnTo>
                    <a:pt x="7861" y="7973"/>
                  </a:lnTo>
                  <a:cubicBezTo>
                    <a:pt x="7861" y="7978"/>
                    <a:pt x="7856" y="7978"/>
                    <a:pt x="7851" y="7983"/>
                  </a:cubicBezTo>
                  <a:cubicBezTo>
                    <a:pt x="7846" y="7983"/>
                    <a:pt x="7841" y="7978"/>
                    <a:pt x="7836" y="7978"/>
                  </a:cubicBezTo>
                  <a:lnTo>
                    <a:pt x="7326" y="7463"/>
                  </a:lnTo>
                  <a:lnTo>
                    <a:pt x="8294" y="6804"/>
                  </a:lnTo>
                  <a:close/>
                  <a:moveTo>
                    <a:pt x="6354" y="0"/>
                  </a:moveTo>
                  <a:cubicBezTo>
                    <a:pt x="5272" y="0"/>
                    <a:pt x="4396" y="876"/>
                    <a:pt x="4396" y="1954"/>
                  </a:cubicBezTo>
                  <a:lnTo>
                    <a:pt x="4396" y="2392"/>
                  </a:lnTo>
                  <a:cubicBezTo>
                    <a:pt x="4396" y="2738"/>
                    <a:pt x="4473" y="3075"/>
                    <a:pt x="4617" y="3388"/>
                  </a:cubicBezTo>
                  <a:lnTo>
                    <a:pt x="4617" y="3850"/>
                  </a:lnTo>
                  <a:cubicBezTo>
                    <a:pt x="4613" y="4586"/>
                    <a:pt x="4935" y="5283"/>
                    <a:pt x="5493" y="5760"/>
                  </a:cubicBezTo>
                  <a:lnTo>
                    <a:pt x="5493" y="6448"/>
                  </a:lnTo>
                  <a:lnTo>
                    <a:pt x="5113" y="6852"/>
                  </a:lnTo>
                  <a:cubicBezTo>
                    <a:pt x="5070" y="6891"/>
                    <a:pt x="5050" y="6948"/>
                    <a:pt x="5055" y="7006"/>
                  </a:cubicBezTo>
                  <a:lnTo>
                    <a:pt x="3790" y="7468"/>
                  </a:lnTo>
                  <a:cubicBezTo>
                    <a:pt x="3703" y="7497"/>
                    <a:pt x="3617" y="7545"/>
                    <a:pt x="3540" y="7598"/>
                  </a:cubicBezTo>
                  <a:lnTo>
                    <a:pt x="3342" y="7502"/>
                  </a:lnTo>
                  <a:cubicBezTo>
                    <a:pt x="3929" y="7242"/>
                    <a:pt x="4117" y="6881"/>
                    <a:pt x="4122" y="6867"/>
                  </a:cubicBezTo>
                  <a:cubicBezTo>
                    <a:pt x="4151" y="6809"/>
                    <a:pt x="4151" y="6741"/>
                    <a:pt x="4122" y="6684"/>
                  </a:cubicBezTo>
                  <a:cubicBezTo>
                    <a:pt x="3973" y="6390"/>
                    <a:pt x="3958" y="5846"/>
                    <a:pt x="3944" y="5413"/>
                  </a:cubicBezTo>
                  <a:cubicBezTo>
                    <a:pt x="3939" y="5269"/>
                    <a:pt x="3934" y="5130"/>
                    <a:pt x="3925" y="5009"/>
                  </a:cubicBezTo>
                  <a:cubicBezTo>
                    <a:pt x="3852" y="4028"/>
                    <a:pt x="3107" y="3287"/>
                    <a:pt x="2188" y="3287"/>
                  </a:cubicBezTo>
                  <a:cubicBezTo>
                    <a:pt x="1264" y="3287"/>
                    <a:pt x="518" y="4028"/>
                    <a:pt x="450" y="5009"/>
                  </a:cubicBezTo>
                  <a:cubicBezTo>
                    <a:pt x="441" y="5130"/>
                    <a:pt x="436" y="5269"/>
                    <a:pt x="431" y="5413"/>
                  </a:cubicBezTo>
                  <a:cubicBezTo>
                    <a:pt x="417" y="5846"/>
                    <a:pt x="398" y="6390"/>
                    <a:pt x="248" y="6684"/>
                  </a:cubicBezTo>
                  <a:cubicBezTo>
                    <a:pt x="224" y="6741"/>
                    <a:pt x="224" y="6809"/>
                    <a:pt x="248" y="6867"/>
                  </a:cubicBezTo>
                  <a:cubicBezTo>
                    <a:pt x="258" y="6881"/>
                    <a:pt x="446" y="7242"/>
                    <a:pt x="1038" y="7497"/>
                  </a:cubicBezTo>
                  <a:lnTo>
                    <a:pt x="484" y="7776"/>
                  </a:lnTo>
                  <a:cubicBezTo>
                    <a:pt x="195" y="7920"/>
                    <a:pt x="8" y="8219"/>
                    <a:pt x="8" y="8546"/>
                  </a:cubicBezTo>
                  <a:lnTo>
                    <a:pt x="8" y="10057"/>
                  </a:lnTo>
                  <a:cubicBezTo>
                    <a:pt x="1" y="10201"/>
                    <a:pt x="108" y="10273"/>
                    <a:pt x="215" y="10273"/>
                  </a:cubicBezTo>
                  <a:cubicBezTo>
                    <a:pt x="322" y="10273"/>
                    <a:pt x="429" y="10201"/>
                    <a:pt x="422" y="10057"/>
                  </a:cubicBezTo>
                  <a:lnTo>
                    <a:pt x="422" y="8546"/>
                  </a:lnTo>
                  <a:cubicBezTo>
                    <a:pt x="417" y="8373"/>
                    <a:pt x="518" y="8219"/>
                    <a:pt x="672" y="8142"/>
                  </a:cubicBezTo>
                  <a:lnTo>
                    <a:pt x="1355" y="7800"/>
                  </a:lnTo>
                  <a:lnTo>
                    <a:pt x="1596" y="8026"/>
                  </a:lnTo>
                  <a:cubicBezTo>
                    <a:pt x="1762" y="8183"/>
                    <a:pt x="1975" y="8261"/>
                    <a:pt x="2188" y="8261"/>
                  </a:cubicBezTo>
                  <a:cubicBezTo>
                    <a:pt x="2402" y="8261"/>
                    <a:pt x="2616" y="8183"/>
                    <a:pt x="2784" y="8026"/>
                  </a:cubicBezTo>
                  <a:lnTo>
                    <a:pt x="3025" y="7800"/>
                  </a:lnTo>
                  <a:lnTo>
                    <a:pt x="3246" y="7911"/>
                  </a:lnTo>
                  <a:cubicBezTo>
                    <a:pt x="3140" y="8084"/>
                    <a:pt x="3082" y="8281"/>
                    <a:pt x="3082" y="8483"/>
                  </a:cubicBezTo>
                  <a:lnTo>
                    <a:pt x="3082" y="10057"/>
                  </a:lnTo>
                  <a:cubicBezTo>
                    <a:pt x="3090" y="10187"/>
                    <a:pt x="3188" y="10252"/>
                    <a:pt x="3287" y="10252"/>
                  </a:cubicBezTo>
                  <a:cubicBezTo>
                    <a:pt x="3386" y="10252"/>
                    <a:pt x="3484" y="10187"/>
                    <a:pt x="3491" y="10057"/>
                  </a:cubicBezTo>
                  <a:lnTo>
                    <a:pt x="3491" y="8483"/>
                  </a:lnTo>
                  <a:cubicBezTo>
                    <a:pt x="3491" y="8199"/>
                    <a:pt x="3670" y="7949"/>
                    <a:pt x="3934" y="7853"/>
                  </a:cubicBezTo>
                  <a:lnTo>
                    <a:pt x="5262" y="7372"/>
                  </a:lnTo>
                  <a:lnTo>
                    <a:pt x="5816" y="8199"/>
                  </a:lnTo>
                  <a:cubicBezTo>
                    <a:pt x="5883" y="8305"/>
                    <a:pt x="5998" y="8373"/>
                    <a:pt x="6124" y="8387"/>
                  </a:cubicBezTo>
                  <a:lnTo>
                    <a:pt x="6167" y="8387"/>
                  </a:lnTo>
                  <a:cubicBezTo>
                    <a:pt x="6282" y="8387"/>
                    <a:pt x="6388" y="8344"/>
                    <a:pt x="6470" y="8262"/>
                  </a:cubicBezTo>
                  <a:lnTo>
                    <a:pt x="6807" y="7925"/>
                  </a:lnTo>
                  <a:lnTo>
                    <a:pt x="6807" y="10057"/>
                  </a:lnTo>
                  <a:cubicBezTo>
                    <a:pt x="6800" y="10201"/>
                    <a:pt x="6905" y="10273"/>
                    <a:pt x="7011" y="10273"/>
                  </a:cubicBezTo>
                  <a:cubicBezTo>
                    <a:pt x="7117" y="10273"/>
                    <a:pt x="7223" y="10201"/>
                    <a:pt x="7216" y="10057"/>
                  </a:cubicBezTo>
                  <a:lnTo>
                    <a:pt x="7216" y="7925"/>
                  </a:lnTo>
                  <a:lnTo>
                    <a:pt x="7553" y="8262"/>
                  </a:lnTo>
                  <a:cubicBezTo>
                    <a:pt x="7634" y="8344"/>
                    <a:pt x="7740" y="8387"/>
                    <a:pt x="7856" y="8387"/>
                  </a:cubicBezTo>
                  <a:lnTo>
                    <a:pt x="7894" y="8387"/>
                  </a:lnTo>
                  <a:cubicBezTo>
                    <a:pt x="8024" y="8373"/>
                    <a:pt x="8135" y="8305"/>
                    <a:pt x="8207" y="8199"/>
                  </a:cubicBezTo>
                  <a:lnTo>
                    <a:pt x="8760" y="7372"/>
                  </a:lnTo>
                  <a:lnTo>
                    <a:pt x="10088" y="7853"/>
                  </a:lnTo>
                  <a:cubicBezTo>
                    <a:pt x="10353" y="7949"/>
                    <a:pt x="10531" y="8199"/>
                    <a:pt x="10531" y="8483"/>
                  </a:cubicBezTo>
                  <a:lnTo>
                    <a:pt x="10531" y="10062"/>
                  </a:lnTo>
                  <a:cubicBezTo>
                    <a:pt x="10538" y="10189"/>
                    <a:pt x="10637" y="10253"/>
                    <a:pt x="10736" y="10253"/>
                  </a:cubicBezTo>
                  <a:cubicBezTo>
                    <a:pt x="10834" y="10253"/>
                    <a:pt x="10933" y="10189"/>
                    <a:pt x="10940" y="10062"/>
                  </a:cubicBezTo>
                  <a:lnTo>
                    <a:pt x="10940" y="8483"/>
                  </a:lnTo>
                  <a:cubicBezTo>
                    <a:pt x="10940" y="8204"/>
                    <a:pt x="10834" y="7935"/>
                    <a:pt x="10642" y="7733"/>
                  </a:cubicBezTo>
                  <a:lnTo>
                    <a:pt x="10690" y="7718"/>
                  </a:lnTo>
                  <a:cubicBezTo>
                    <a:pt x="10757" y="7704"/>
                    <a:pt x="10820" y="7680"/>
                    <a:pt x="10882" y="7651"/>
                  </a:cubicBezTo>
                  <a:lnTo>
                    <a:pt x="11402" y="8175"/>
                  </a:lnTo>
                  <a:lnTo>
                    <a:pt x="11402" y="10062"/>
                  </a:lnTo>
                  <a:cubicBezTo>
                    <a:pt x="11409" y="10191"/>
                    <a:pt x="11509" y="10256"/>
                    <a:pt x="11609" y="10256"/>
                  </a:cubicBezTo>
                  <a:cubicBezTo>
                    <a:pt x="11709" y="10256"/>
                    <a:pt x="11809" y="10191"/>
                    <a:pt x="11816" y="10062"/>
                  </a:cubicBezTo>
                  <a:lnTo>
                    <a:pt x="11816" y="8175"/>
                  </a:lnTo>
                  <a:lnTo>
                    <a:pt x="12331" y="7656"/>
                  </a:lnTo>
                  <a:cubicBezTo>
                    <a:pt x="12360" y="7670"/>
                    <a:pt x="12388" y="7680"/>
                    <a:pt x="12422" y="7689"/>
                  </a:cubicBezTo>
                  <a:lnTo>
                    <a:pt x="13264" y="7930"/>
                  </a:lnTo>
                  <a:cubicBezTo>
                    <a:pt x="13461" y="7988"/>
                    <a:pt x="13591" y="8166"/>
                    <a:pt x="13596" y="8363"/>
                  </a:cubicBezTo>
                  <a:lnTo>
                    <a:pt x="13596" y="10062"/>
                  </a:lnTo>
                  <a:cubicBezTo>
                    <a:pt x="13587" y="10206"/>
                    <a:pt x="13692" y="10278"/>
                    <a:pt x="13799" y="10278"/>
                  </a:cubicBezTo>
                  <a:cubicBezTo>
                    <a:pt x="13905" y="10278"/>
                    <a:pt x="14012" y="10206"/>
                    <a:pt x="14005" y="10062"/>
                  </a:cubicBezTo>
                  <a:lnTo>
                    <a:pt x="14005" y="8363"/>
                  </a:lnTo>
                  <a:cubicBezTo>
                    <a:pt x="14000" y="7978"/>
                    <a:pt x="13745" y="7641"/>
                    <a:pt x="13375" y="7535"/>
                  </a:cubicBezTo>
                  <a:lnTo>
                    <a:pt x="12528" y="7295"/>
                  </a:lnTo>
                  <a:cubicBezTo>
                    <a:pt x="12489" y="7285"/>
                    <a:pt x="12465" y="7251"/>
                    <a:pt x="12465" y="7213"/>
                  </a:cubicBezTo>
                  <a:lnTo>
                    <a:pt x="12465" y="6929"/>
                  </a:lnTo>
                  <a:cubicBezTo>
                    <a:pt x="12538" y="6881"/>
                    <a:pt x="12600" y="6828"/>
                    <a:pt x="12663" y="6770"/>
                  </a:cubicBezTo>
                  <a:cubicBezTo>
                    <a:pt x="12961" y="6486"/>
                    <a:pt x="13125" y="6092"/>
                    <a:pt x="13125" y="5678"/>
                  </a:cubicBezTo>
                  <a:lnTo>
                    <a:pt x="13125" y="5288"/>
                  </a:lnTo>
                  <a:lnTo>
                    <a:pt x="13206" y="5125"/>
                  </a:lnTo>
                  <a:cubicBezTo>
                    <a:pt x="13298" y="4947"/>
                    <a:pt x="13341" y="4745"/>
                    <a:pt x="13341" y="4547"/>
                  </a:cubicBezTo>
                  <a:lnTo>
                    <a:pt x="13341" y="3489"/>
                  </a:lnTo>
                  <a:cubicBezTo>
                    <a:pt x="13341" y="3378"/>
                    <a:pt x="13250" y="3287"/>
                    <a:pt x="13139" y="3287"/>
                  </a:cubicBezTo>
                  <a:lnTo>
                    <a:pt x="11166" y="3287"/>
                  </a:lnTo>
                  <a:cubicBezTo>
                    <a:pt x="10449" y="3287"/>
                    <a:pt x="9867" y="3869"/>
                    <a:pt x="9867" y="4586"/>
                  </a:cubicBezTo>
                  <a:lnTo>
                    <a:pt x="9867" y="4595"/>
                  </a:lnTo>
                  <a:cubicBezTo>
                    <a:pt x="9867" y="4764"/>
                    <a:pt x="9906" y="4927"/>
                    <a:pt x="9983" y="5077"/>
                  </a:cubicBezTo>
                  <a:lnTo>
                    <a:pt x="10088" y="5288"/>
                  </a:lnTo>
                  <a:lnTo>
                    <a:pt x="10088" y="5620"/>
                  </a:lnTo>
                  <a:cubicBezTo>
                    <a:pt x="10084" y="6130"/>
                    <a:pt x="10329" y="6612"/>
                    <a:pt x="10743" y="6915"/>
                  </a:cubicBezTo>
                  <a:lnTo>
                    <a:pt x="10743" y="7208"/>
                  </a:lnTo>
                  <a:cubicBezTo>
                    <a:pt x="10743" y="7256"/>
                    <a:pt x="10743" y="7276"/>
                    <a:pt x="10574" y="7324"/>
                  </a:cubicBezTo>
                  <a:lnTo>
                    <a:pt x="10161" y="7444"/>
                  </a:lnTo>
                  <a:lnTo>
                    <a:pt x="8967" y="7011"/>
                  </a:lnTo>
                  <a:cubicBezTo>
                    <a:pt x="8972" y="6948"/>
                    <a:pt x="8953" y="6895"/>
                    <a:pt x="8910" y="6852"/>
                  </a:cubicBezTo>
                  <a:lnTo>
                    <a:pt x="8529" y="6453"/>
                  </a:lnTo>
                  <a:lnTo>
                    <a:pt x="8529" y="5779"/>
                  </a:lnTo>
                  <a:cubicBezTo>
                    <a:pt x="8573" y="5745"/>
                    <a:pt x="8611" y="5712"/>
                    <a:pt x="8650" y="5673"/>
                  </a:cubicBezTo>
                  <a:cubicBezTo>
                    <a:pt x="9131" y="5221"/>
                    <a:pt x="9405" y="4586"/>
                    <a:pt x="9410" y="3927"/>
                  </a:cubicBezTo>
                  <a:lnTo>
                    <a:pt x="9410" y="3388"/>
                  </a:lnTo>
                  <a:cubicBezTo>
                    <a:pt x="9554" y="3075"/>
                    <a:pt x="9626" y="2738"/>
                    <a:pt x="9626" y="2392"/>
                  </a:cubicBezTo>
                  <a:lnTo>
                    <a:pt x="9626" y="202"/>
                  </a:lnTo>
                  <a:cubicBezTo>
                    <a:pt x="9626" y="92"/>
                    <a:pt x="9535" y="0"/>
                    <a:pt x="94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1"/>
            <p:cNvSpPr/>
            <p:nvPr/>
          </p:nvSpPr>
          <p:spPr>
            <a:xfrm>
              <a:off x="5665473" y="3655644"/>
              <a:ext cx="10753" cy="44901"/>
            </a:xfrm>
            <a:custGeom>
              <a:rect b="b" l="l" r="r" t="t"/>
              <a:pathLst>
                <a:path extrusionOk="0" h="1712" w="410">
                  <a:moveTo>
                    <a:pt x="208" y="0"/>
                  </a:moveTo>
                  <a:cubicBezTo>
                    <a:pt x="92" y="0"/>
                    <a:pt x="1" y="91"/>
                    <a:pt x="1" y="202"/>
                  </a:cubicBezTo>
                  <a:lnTo>
                    <a:pt x="1" y="1521"/>
                  </a:lnTo>
                  <a:cubicBezTo>
                    <a:pt x="8" y="1648"/>
                    <a:pt x="107" y="1712"/>
                    <a:pt x="205" y="1712"/>
                  </a:cubicBezTo>
                  <a:cubicBezTo>
                    <a:pt x="304" y="1712"/>
                    <a:pt x="403" y="1648"/>
                    <a:pt x="410" y="1521"/>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1"/>
            <p:cNvSpPr/>
            <p:nvPr/>
          </p:nvSpPr>
          <p:spPr>
            <a:xfrm>
              <a:off x="5470052" y="3480366"/>
              <a:ext cx="93527" cy="31289"/>
            </a:xfrm>
            <a:custGeom>
              <a:rect b="b" l="l" r="r" t="t"/>
              <a:pathLst>
                <a:path extrusionOk="0" h="1193" w="3566">
                  <a:moveTo>
                    <a:pt x="1414" y="0"/>
                  </a:moveTo>
                  <a:cubicBezTo>
                    <a:pt x="995" y="0"/>
                    <a:pt x="616" y="44"/>
                    <a:pt x="369" y="81"/>
                  </a:cubicBezTo>
                  <a:cubicBezTo>
                    <a:pt x="162" y="110"/>
                    <a:pt x="8" y="293"/>
                    <a:pt x="8" y="505"/>
                  </a:cubicBezTo>
                  <a:lnTo>
                    <a:pt x="8" y="976"/>
                  </a:lnTo>
                  <a:cubicBezTo>
                    <a:pt x="1" y="1121"/>
                    <a:pt x="107" y="1193"/>
                    <a:pt x="213" y="1193"/>
                  </a:cubicBezTo>
                  <a:cubicBezTo>
                    <a:pt x="318" y="1193"/>
                    <a:pt x="424" y="1121"/>
                    <a:pt x="417" y="976"/>
                  </a:cubicBezTo>
                  <a:lnTo>
                    <a:pt x="417" y="505"/>
                  </a:lnTo>
                  <a:lnTo>
                    <a:pt x="422" y="500"/>
                  </a:lnTo>
                  <a:cubicBezTo>
                    <a:pt x="417" y="495"/>
                    <a:pt x="422" y="490"/>
                    <a:pt x="431" y="486"/>
                  </a:cubicBezTo>
                  <a:cubicBezTo>
                    <a:pt x="750" y="437"/>
                    <a:pt x="1073" y="413"/>
                    <a:pt x="1395" y="413"/>
                  </a:cubicBezTo>
                  <a:cubicBezTo>
                    <a:pt x="1517" y="413"/>
                    <a:pt x="1638" y="416"/>
                    <a:pt x="1760" y="423"/>
                  </a:cubicBezTo>
                  <a:cubicBezTo>
                    <a:pt x="2399" y="466"/>
                    <a:pt x="2861" y="625"/>
                    <a:pt x="3136" y="899"/>
                  </a:cubicBezTo>
                  <a:cubicBezTo>
                    <a:pt x="3180" y="941"/>
                    <a:pt x="3228" y="959"/>
                    <a:pt x="3275" y="959"/>
                  </a:cubicBezTo>
                  <a:cubicBezTo>
                    <a:pt x="3432" y="959"/>
                    <a:pt x="3565" y="759"/>
                    <a:pt x="3424" y="611"/>
                  </a:cubicBezTo>
                  <a:cubicBezTo>
                    <a:pt x="2938" y="124"/>
                    <a:pt x="2120" y="0"/>
                    <a:pt x="1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1"/>
            <p:cNvSpPr/>
            <p:nvPr/>
          </p:nvSpPr>
          <p:spPr>
            <a:xfrm>
              <a:off x="5447208" y="3667105"/>
              <a:ext cx="11147" cy="34017"/>
            </a:xfrm>
            <a:custGeom>
              <a:rect b="b" l="l" r="r" t="t"/>
              <a:pathLst>
                <a:path extrusionOk="0" h="1297" w="425">
                  <a:moveTo>
                    <a:pt x="210" y="1"/>
                  </a:moveTo>
                  <a:cubicBezTo>
                    <a:pt x="100" y="1"/>
                    <a:pt x="8" y="92"/>
                    <a:pt x="8" y="203"/>
                  </a:cubicBezTo>
                  <a:lnTo>
                    <a:pt x="8" y="1084"/>
                  </a:lnTo>
                  <a:cubicBezTo>
                    <a:pt x="1" y="1225"/>
                    <a:pt x="107" y="1296"/>
                    <a:pt x="213" y="1296"/>
                  </a:cubicBezTo>
                  <a:cubicBezTo>
                    <a:pt x="318" y="1296"/>
                    <a:pt x="424" y="1225"/>
                    <a:pt x="417" y="1084"/>
                  </a:cubicBezTo>
                  <a:lnTo>
                    <a:pt x="417" y="203"/>
                  </a:lnTo>
                  <a:cubicBezTo>
                    <a:pt x="417" y="92"/>
                    <a:pt x="326"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1"/>
            <p:cNvSpPr/>
            <p:nvPr/>
          </p:nvSpPr>
          <p:spPr>
            <a:xfrm>
              <a:off x="5573546" y="3667105"/>
              <a:ext cx="11120" cy="34017"/>
            </a:xfrm>
            <a:custGeom>
              <a:rect b="b" l="l" r="r" t="t"/>
              <a:pathLst>
                <a:path extrusionOk="0" h="1297" w="424">
                  <a:moveTo>
                    <a:pt x="215" y="1"/>
                  </a:moveTo>
                  <a:cubicBezTo>
                    <a:pt x="99" y="1"/>
                    <a:pt x="8" y="92"/>
                    <a:pt x="8" y="203"/>
                  </a:cubicBezTo>
                  <a:lnTo>
                    <a:pt x="8" y="1084"/>
                  </a:lnTo>
                  <a:cubicBezTo>
                    <a:pt x="0" y="1225"/>
                    <a:pt x="106" y="1296"/>
                    <a:pt x="212" y="1296"/>
                  </a:cubicBezTo>
                  <a:cubicBezTo>
                    <a:pt x="318" y="1296"/>
                    <a:pt x="424" y="1225"/>
                    <a:pt x="417" y="1084"/>
                  </a:cubicBezTo>
                  <a:lnTo>
                    <a:pt x="417" y="203"/>
                  </a:lnTo>
                  <a:cubicBezTo>
                    <a:pt x="417" y="92"/>
                    <a:pt x="325"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3" name="Google Shape;11003;p81"/>
          <p:cNvGrpSpPr/>
          <p:nvPr/>
        </p:nvGrpSpPr>
        <p:grpSpPr>
          <a:xfrm>
            <a:off x="5772612" y="3425812"/>
            <a:ext cx="366896" cy="281080"/>
            <a:chOff x="5772612" y="3425812"/>
            <a:chExt cx="366896" cy="281080"/>
          </a:xfrm>
        </p:grpSpPr>
        <p:sp>
          <p:nvSpPr>
            <p:cNvPr id="11004" name="Google Shape;11004;p81"/>
            <p:cNvSpPr/>
            <p:nvPr/>
          </p:nvSpPr>
          <p:spPr>
            <a:xfrm>
              <a:off x="5792178" y="3537384"/>
              <a:ext cx="23002" cy="57569"/>
            </a:xfrm>
            <a:custGeom>
              <a:rect b="b" l="l" r="r" t="t"/>
              <a:pathLst>
                <a:path extrusionOk="0" h="2195" w="877">
                  <a:moveTo>
                    <a:pt x="121" y="0"/>
                  </a:moveTo>
                  <a:cubicBezTo>
                    <a:pt x="39" y="111"/>
                    <a:pt x="1" y="241"/>
                    <a:pt x="1" y="376"/>
                  </a:cubicBezTo>
                  <a:lnTo>
                    <a:pt x="1" y="2195"/>
                  </a:lnTo>
                  <a:lnTo>
                    <a:pt x="877" y="2195"/>
                  </a:lnTo>
                  <a:lnTo>
                    <a:pt x="877" y="1030"/>
                  </a:lnTo>
                  <a:cubicBezTo>
                    <a:pt x="877" y="857"/>
                    <a:pt x="804" y="689"/>
                    <a:pt x="684" y="563"/>
                  </a:cubicBezTo>
                  <a:lnTo>
                    <a:pt x="121"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1"/>
            <p:cNvSpPr/>
            <p:nvPr/>
          </p:nvSpPr>
          <p:spPr>
            <a:xfrm>
              <a:off x="6059358" y="3505964"/>
              <a:ext cx="45951" cy="40154"/>
            </a:xfrm>
            <a:custGeom>
              <a:rect b="b" l="l" r="r" t="t"/>
              <a:pathLst>
                <a:path extrusionOk="0" h="1531" w="1752">
                  <a:moveTo>
                    <a:pt x="876" y="0"/>
                  </a:moveTo>
                  <a:cubicBezTo>
                    <a:pt x="390" y="0"/>
                    <a:pt x="0" y="342"/>
                    <a:pt x="0" y="765"/>
                  </a:cubicBezTo>
                  <a:cubicBezTo>
                    <a:pt x="0" y="1189"/>
                    <a:pt x="390" y="1530"/>
                    <a:pt x="876" y="1530"/>
                  </a:cubicBezTo>
                  <a:cubicBezTo>
                    <a:pt x="1357" y="1530"/>
                    <a:pt x="1752" y="1189"/>
                    <a:pt x="1752" y="765"/>
                  </a:cubicBezTo>
                  <a:cubicBezTo>
                    <a:pt x="1752" y="342"/>
                    <a:pt x="1357"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1"/>
            <p:cNvSpPr/>
            <p:nvPr/>
          </p:nvSpPr>
          <p:spPr>
            <a:xfrm>
              <a:off x="6059358" y="3505937"/>
              <a:ext cx="31578" cy="40181"/>
            </a:xfrm>
            <a:custGeom>
              <a:rect b="b" l="l" r="r" t="t"/>
              <a:pathLst>
                <a:path extrusionOk="0" h="1532" w="1204">
                  <a:moveTo>
                    <a:pt x="910" y="1"/>
                  </a:moveTo>
                  <a:cubicBezTo>
                    <a:pt x="898" y="1"/>
                    <a:pt x="887" y="1"/>
                    <a:pt x="876" y="1"/>
                  </a:cubicBezTo>
                  <a:cubicBezTo>
                    <a:pt x="395" y="1"/>
                    <a:pt x="0" y="343"/>
                    <a:pt x="0" y="766"/>
                  </a:cubicBezTo>
                  <a:cubicBezTo>
                    <a:pt x="0" y="1190"/>
                    <a:pt x="390" y="1531"/>
                    <a:pt x="876" y="1531"/>
                  </a:cubicBezTo>
                  <a:cubicBezTo>
                    <a:pt x="987" y="1531"/>
                    <a:pt x="1097" y="1512"/>
                    <a:pt x="1203" y="1474"/>
                  </a:cubicBezTo>
                  <a:cubicBezTo>
                    <a:pt x="881" y="1363"/>
                    <a:pt x="655" y="1089"/>
                    <a:pt x="655" y="766"/>
                  </a:cubicBezTo>
                  <a:cubicBezTo>
                    <a:pt x="655" y="444"/>
                    <a:pt x="881" y="170"/>
                    <a:pt x="1203" y="54"/>
                  </a:cubicBezTo>
                  <a:cubicBezTo>
                    <a:pt x="1108" y="20"/>
                    <a:pt x="1009" y="1"/>
                    <a:pt x="910"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1"/>
            <p:cNvSpPr/>
            <p:nvPr/>
          </p:nvSpPr>
          <p:spPr>
            <a:xfrm>
              <a:off x="6030691" y="3609326"/>
              <a:ext cx="103389" cy="91901"/>
            </a:xfrm>
            <a:custGeom>
              <a:rect b="b" l="l" r="r" t="t"/>
              <a:pathLst>
                <a:path extrusionOk="0" h="3504" w="3942">
                  <a:moveTo>
                    <a:pt x="1310" y="0"/>
                  </a:moveTo>
                  <a:lnTo>
                    <a:pt x="1310" y="659"/>
                  </a:lnTo>
                  <a:cubicBezTo>
                    <a:pt x="1310" y="823"/>
                    <a:pt x="1218" y="972"/>
                    <a:pt x="1069" y="1049"/>
                  </a:cubicBezTo>
                  <a:lnTo>
                    <a:pt x="362" y="1405"/>
                  </a:lnTo>
                  <a:cubicBezTo>
                    <a:pt x="141" y="1516"/>
                    <a:pt x="1" y="1742"/>
                    <a:pt x="1" y="1992"/>
                  </a:cubicBezTo>
                  <a:lnTo>
                    <a:pt x="1" y="3503"/>
                  </a:lnTo>
                  <a:lnTo>
                    <a:pt x="3942" y="3503"/>
                  </a:lnTo>
                  <a:lnTo>
                    <a:pt x="3942" y="1992"/>
                  </a:lnTo>
                  <a:cubicBezTo>
                    <a:pt x="3942" y="1742"/>
                    <a:pt x="3797" y="1511"/>
                    <a:pt x="3576" y="1400"/>
                  </a:cubicBezTo>
                  <a:lnTo>
                    <a:pt x="2864" y="1044"/>
                  </a:lnTo>
                  <a:cubicBezTo>
                    <a:pt x="2720" y="972"/>
                    <a:pt x="2623" y="818"/>
                    <a:pt x="2623" y="655"/>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1"/>
            <p:cNvSpPr/>
            <p:nvPr/>
          </p:nvSpPr>
          <p:spPr>
            <a:xfrm>
              <a:off x="6030691" y="3634688"/>
              <a:ext cx="103389" cy="66539"/>
            </a:xfrm>
            <a:custGeom>
              <a:rect b="b" l="l" r="r" t="t"/>
              <a:pathLst>
                <a:path extrusionOk="0" h="2537" w="3942">
                  <a:moveTo>
                    <a:pt x="1180" y="0"/>
                  </a:moveTo>
                  <a:cubicBezTo>
                    <a:pt x="1146" y="34"/>
                    <a:pt x="1108" y="58"/>
                    <a:pt x="1069" y="77"/>
                  </a:cubicBezTo>
                  <a:lnTo>
                    <a:pt x="362" y="433"/>
                  </a:lnTo>
                  <a:cubicBezTo>
                    <a:pt x="141" y="544"/>
                    <a:pt x="1" y="775"/>
                    <a:pt x="1" y="1020"/>
                  </a:cubicBezTo>
                  <a:lnTo>
                    <a:pt x="1" y="2536"/>
                  </a:lnTo>
                  <a:lnTo>
                    <a:pt x="3942" y="2536"/>
                  </a:lnTo>
                  <a:lnTo>
                    <a:pt x="3937" y="1020"/>
                  </a:lnTo>
                  <a:cubicBezTo>
                    <a:pt x="3937" y="775"/>
                    <a:pt x="3797" y="544"/>
                    <a:pt x="3576" y="433"/>
                  </a:cubicBezTo>
                  <a:lnTo>
                    <a:pt x="2869" y="77"/>
                  </a:lnTo>
                  <a:cubicBezTo>
                    <a:pt x="2830" y="58"/>
                    <a:pt x="2792" y="34"/>
                    <a:pt x="2758" y="0"/>
                  </a:cubicBezTo>
                  <a:lnTo>
                    <a:pt x="2508" y="279"/>
                  </a:lnTo>
                  <a:cubicBezTo>
                    <a:pt x="2368" y="448"/>
                    <a:pt x="2169" y="532"/>
                    <a:pt x="1969" y="532"/>
                  </a:cubicBezTo>
                  <a:cubicBezTo>
                    <a:pt x="1769" y="532"/>
                    <a:pt x="1570" y="448"/>
                    <a:pt x="1430" y="279"/>
                  </a:cubicBezTo>
                  <a:lnTo>
                    <a:pt x="1180"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1"/>
            <p:cNvSpPr/>
            <p:nvPr/>
          </p:nvSpPr>
          <p:spPr>
            <a:xfrm>
              <a:off x="6042074" y="3528808"/>
              <a:ext cx="80414" cy="80414"/>
            </a:xfrm>
            <a:custGeom>
              <a:rect b="b" l="l" r="r" t="t"/>
              <a:pathLst>
                <a:path extrusionOk="0" h="3066" w="3066">
                  <a:moveTo>
                    <a:pt x="1535" y="0"/>
                  </a:moveTo>
                  <a:cubicBezTo>
                    <a:pt x="688" y="0"/>
                    <a:pt x="0" y="688"/>
                    <a:pt x="0" y="1535"/>
                  </a:cubicBezTo>
                  <a:cubicBezTo>
                    <a:pt x="0" y="2382"/>
                    <a:pt x="688" y="3065"/>
                    <a:pt x="1535" y="3065"/>
                  </a:cubicBezTo>
                  <a:cubicBezTo>
                    <a:pt x="2377" y="3065"/>
                    <a:pt x="3065" y="2382"/>
                    <a:pt x="3065" y="1535"/>
                  </a:cubicBezTo>
                  <a:cubicBezTo>
                    <a:pt x="3065" y="688"/>
                    <a:pt x="2377" y="0"/>
                    <a:pt x="153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1"/>
            <p:cNvSpPr/>
            <p:nvPr/>
          </p:nvSpPr>
          <p:spPr>
            <a:xfrm>
              <a:off x="6056866" y="3528939"/>
              <a:ext cx="67247" cy="72335"/>
            </a:xfrm>
            <a:custGeom>
              <a:rect b="b" l="l" r="r" t="t"/>
              <a:pathLst>
                <a:path extrusionOk="0" h="2758" w="2564">
                  <a:moveTo>
                    <a:pt x="971" y="0"/>
                  </a:moveTo>
                  <a:cubicBezTo>
                    <a:pt x="243" y="0"/>
                    <a:pt x="1" y="1006"/>
                    <a:pt x="658" y="1328"/>
                  </a:cubicBezTo>
                  <a:cubicBezTo>
                    <a:pt x="677" y="1338"/>
                    <a:pt x="697" y="1347"/>
                    <a:pt x="721" y="1357"/>
                  </a:cubicBezTo>
                  <a:lnTo>
                    <a:pt x="1481" y="2738"/>
                  </a:lnTo>
                  <a:cubicBezTo>
                    <a:pt x="1481" y="2738"/>
                    <a:pt x="1683" y="2752"/>
                    <a:pt x="1890" y="2757"/>
                  </a:cubicBezTo>
                  <a:cubicBezTo>
                    <a:pt x="2338" y="2425"/>
                    <a:pt x="2564" y="1872"/>
                    <a:pt x="2487" y="1318"/>
                  </a:cubicBezTo>
                  <a:cubicBezTo>
                    <a:pt x="2395" y="688"/>
                    <a:pt x="1929" y="178"/>
                    <a:pt x="1308" y="34"/>
                  </a:cubicBezTo>
                  <a:cubicBezTo>
                    <a:pt x="1202" y="10"/>
                    <a:pt x="1091" y="0"/>
                    <a:pt x="976" y="0"/>
                  </a:cubicBezTo>
                  <a:cubicBezTo>
                    <a:pt x="974" y="0"/>
                    <a:pt x="972" y="0"/>
                    <a:pt x="97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1"/>
            <p:cNvSpPr/>
            <p:nvPr/>
          </p:nvSpPr>
          <p:spPr>
            <a:xfrm>
              <a:off x="6048001" y="3564241"/>
              <a:ext cx="68795" cy="56573"/>
            </a:xfrm>
            <a:custGeom>
              <a:rect b="b" l="l" r="r" t="t"/>
              <a:pathLst>
                <a:path extrusionOk="0" h="2157" w="2623">
                  <a:moveTo>
                    <a:pt x="1005" y="0"/>
                  </a:moveTo>
                  <a:cubicBezTo>
                    <a:pt x="922" y="0"/>
                    <a:pt x="845" y="50"/>
                    <a:pt x="809" y="126"/>
                  </a:cubicBezTo>
                  <a:cubicBezTo>
                    <a:pt x="736" y="276"/>
                    <a:pt x="635" y="410"/>
                    <a:pt x="510" y="521"/>
                  </a:cubicBezTo>
                  <a:cubicBezTo>
                    <a:pt x="462" y="564"/>
                    <a:pt x="409" y="608"/>
                    <a:pt x="356" y="641"/>
                  </a:cubicBezTo>
                  <a:cubicBezTo>
                    <a:pt x="92" y="824"/>
                    <a:pt x="0" y="1175"/>
                    <a:pt x="149" y="1459"/>
                  </a:cubicBezTo>
                  <a:cubicBezTo>
                    <a:pt x="375" y="1888"/>
                    <a:pt x="823" y="2157"/>
                    <a:pt x="1309" y="2157"/>
                  </a:cubicBezTo>
                  <a:cubicBezTo>
                    <a:pt x="1992" y="2157"/>
                    <a:pt x="2565" y="1628"/>
                    <a:pt x="2618" y="944"/>
                  </a:cubicBezTo>
                  <a:cubicBezTo>
                    <a:pt x="2623" y="877"/>
                    <a:pt x="2594" y="810"/>
                    <a:pt x="2541" y="771"/>
                  </a:cubicBezTo>
                  <a:cubicBezTo>
                    <a:pt x="2108" y="406"/>
                    <a:pt x="1602" y="146"/>
                    <a:pt x="1054" y="6"/>
                  </a:cubicBezTo>
                  <a:cubicBezTo>
                    <a:pt x="1037" y="2"/>
                    <a:pt x="1021"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1"/>
            <p:cNvSpPr/>
            <p:nvPr/>
          </p:nvSpPr>
          <p:spPr>
            <a:xfrm>
              <a:off x="6048237" y="3564241"/>
              <a:ext cx="68559" cy="55943"/>
            </a:xfrm>
            <a:custGeom>
              <a:rect b="b" l="l" r="r" t="t"/>
              <a:pathLst>
                <a:path extrusionOk="0" h="2133" w="2614">
                  <a:moveTo>
                    <a:pt x="996" y="0"/>
                  </a:moveTo>
                  <a:cubicBezTo>
                    <a:pt x="913" y="0"/>
                    <a:pt x="836" y="50"/>
                    <a:pt x="800" y="126"/>
                  </a:cubicBezTo>
                  <a:cubicBezTo>
                    <a:pt x="747" y="232"/>
                    <a:pt x="679" y="333"/>
                    <a:pt x="597" y="420"/>
                  </a:cubicBezTo>
                  <a:cubicBezTo>
                    <a:pt x="569" y="458"/>
                    <a:pt x="535" y="492"/>
                    <a:pt x="501" y="521"/>
                  </a:cubicBezTo>
                  <a:cubicBezTo>
                    <a:pt x="453" y="564"/>
                    <a:pt x="405" y="603"/>
                    <a:pt x="352" y="636"/>
                  </a:cubicBezTo>
                  <a:cubicBezTo>
                    <a:pt x="49" y="853"/>
                    <a:pt x="1" y="1243"/>
                    <a:pt x="188" y="1541"/>
                  </a:cubicBezTo>
                  <a:cubicBezTo>
                    <a:pt x="391" y="1859"/>
                    <a:pt x="723" y="2075"/>
                    <a:pt x="1098" y="2133"/>
                  </a:cubicBezTo>
                  <a:cubicBezTo>
                    <a:pt x="838" y="1955"/>
                    <a:pt x="641" y="1714"/>
                    <a:pt x="641" y="1276"/>
                  </a:cubicBezTo>
                  <a:lnTo>
                    <a:pt x="641" y="1108"/>
                  </a:lnTo>
                  <a:cubicBezTo>
                    <a:pt x="694" y="1074"/>
                    <a:pt x="742" y="1036"/>
                    <a:pt x="790" y="988"/>
                  </a:cubicBezTo>
                  <a:cubicBezTo>
                    <a:pt x="915" y="882"/>
                    <a:pt x="1016" y="757"/>
                    <a:pt x="1107" y="617"/>
                  </a:cubicBezTo>
                  <a:cubicBezTo>
                    <a:pt x="1521" y="747"/>
                    <a:pt x="1911" y="959"/>
                    <a:pt x="2248" y="1238"/>
                  </a:cubicBezTo>
                  <a:cubicBezTo>
                    <a:pt x="2291" y="1276"/>
                    <a:pt x="2349" y="1329"/>
                    <a:pt x="2469" y="1440"/>
                  </a:cubicBezTo>
                  <a:cubicBezTo>
                    <a:pt x="2546" y="1320"/>
                    <a:pt x="2599" y="1079"/>
                    <a:pt x="2609" y="940"/>
                  </a:cubicBezTo>
                  <a:cubicBezTo>
                    <a:pt x="2614" y="872"/>
                    <a:pt x="2585" y="810"/>
                    <a:pt x="2532" y="771"/>
                  </a:cubicBezTo>
                  <a:cubicBezTo>
                    <a:pt x="2099" y="410"/>
                    <a:pt x="1593" y="146"/>
                    <a:pt x="1045" y="6"/>
                  </a:cubicBezTo>
                  <a:cubicBezTo>
                    <a:pt x="1028" y="2"/>
                    <a:pt x="1012" y="0"/>
                    <a:pt x="99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1"/>
            <p:cNvSpPr/>
            <p:nvPr/>
          </p:nvSpPr>
          <p:spPr>
            <a:xfrm>
              <a:off x="6110973" y="3651080"/>
              <a:ext cx="22975" cy="50147"/>
            </a:xfrm>
            <a:custGeom>
              <a:rect b="b" l="l" r="r" t="t"/>
              <a:pathLst>
                <a:path extrusionOk="0" h="1912" w="876">
                  <a:moveTo>
                    <a:pt x="741" y="1"/>
                  </a:moveTo>
                  <a:lnTo>
                    <a:pt x="164" y="463"/>
                  </a:lnTo>
                  <a:cubicBezTo>
                    <a:pt x="63" y="549"/>
                    <a:pt x="0" y="674"/>
                    <a:pt x="0" y="804"/>
                  </a:cubicBezTo>
                  <a:lnTo>
                    <a:pt x="0" y="1911"/>
                  </a:lnTo>
                  <a:lnTo>
                    <a:pt x="876" y="1911"/>
                  </a:lnTo>
                  <a:lnTo>
                    <a:pt x="876" y="395"/>
                  </a:lnTo>
                  <a:cubicBezTo>
                    <a:pt x="876" y="256"/>
                    <a:pt x="828" y="116"/>
                    <a:pt x="74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1"/>
            <p:cNvSpPr/>
            <p:nvPr/>
          </p:nvSpPr>
          <p:spPr>
            <a:xfrm>
              <a:off x="5795089" y="3534604"/>
              <a:ext cx="28798" cy="63130"/>
            </a:xfrm>
            <a:custGeom>
              <a:rect b="b" l="l" r="r" t="t"/>
              <a:pathLst>
                <a:path extrusionOk="0" h="2407" w="1098">
                  <a:moveTo>
                    <a:pt x="660" y="1"/>
                  </a:moveTo>
                  <a:cubicBezTo>
                    <a:pt x="299" y="5"/>
                    <a:pt x="5" y="299"/>
                    <a:pt x="5" y="660"/>
                  </a:cubicBezTo>
                  <a:lnTo>
                    <a:pt x="5" y="809"/>
                  </a:lnTo>
                  <a:cubicBezTo>
                    <a:pt x="0" y="1001"/>
                    <a:pt x="34" y="1184"/>
                    <a:pt x="92" y="1367"/>
                  </a:cubicBezTo>
                  <a:lnTo>
                    <a:pt x="438" y="2406"/>
                  </a:lnTo>
                  <a:lnTo>
                    <a:pt x="1098" y="2406"/>
                  </a:lnTo>
                  <a:lnTo>
                    <a:pt x="1098"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1"/>
            <p:cNvSpPr/>
            <p:nvPr/>
          </p:nvSpPr>
          <p:spPr>
            <a:xfrm>
              <a:off x="5806577" y="3528939"/>
              <a:ext cx="69057" cy="68926"/>
            </a:xfrm>
            <a:custGeom>
              <a:rect b="b" l="l" r="r" t="t"/>
              <a:pathLst>
                <a:path extrusionOk="0" h="2628" w="2633">
                  <a:moveTo>
                    <a:pt x="660" y="0"/>
                  </a:moveTo>
                  <a:cubicBezTo>
                    <a:pt x="299" y="0"/>
                    <a:pt x="0" y="294"/>
                    <a:pt x="0" y="654"/>
                  </a:cubicBezTo>
                  <a:cubicBezTo>
                    <a:pt x="0" y="895"/>
                    <a:pt x="198" y="1092"/>
                    <a:pt x="443" y="1092"/>
                  </a:cubicBezTo>
                  <a:lnTo>
                    <a:pt x="2194" y="2627"/>
                  </a:lnTo>
                  <a:lnTo>
                    <a:pt x="2579" y="1270"/>
                  </a:lnTo>
                  <a:cubicBezTo>
                    <a:pt x="2613" y="1150"/>
                    <a:pt x="2628" y="1030"/>
                    <a:pt x="2632" y="909"/>
                  </a:cubicBezTo>
                  <a:lnTo>
                    <a:pt x="2632"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1"/>
            <p:cNvSpPr/>
            <p:nvPr/>
          </p:nvSpPr>
          <p:spPr>
            <a:xfrm>
              <a:off x="5818065" y="361499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1"/>
            <p:cNvSpPr/>
            <p:nvPr/>
          </p:nvSpPr>
          <p:spPr>
            <a:xfrm>
              <a:off x="5777937" y="3628997"/>
              <a:ext cx="114850" cy="72231"/>
            </a:xfrm>
            <a:custGeom>
              <a:rect b="b" l="l" r="r" t="t"/>
              <a:pathLst>
                <a:path extrusionOk="0" h="2754" w="4379">
                  <a:moveTo>
                    <a:pt x="1535" y="1"/>
                  </a:moveTo>
                  <a:lnTo>
                    <a:pt x="476" y="299"/>
                  </a:lnTo>
                  <a:cubicBezTo>
                    <a:pt x="193" y="381"/>
                    <a:pt x="0" y="636"/>
                    <a:pt x="0" y="929"/>
                  </a:cubicBezTo>
                  <a:lnTo>
                    <a:pt x="0" y="2753"/>
                  </a:lnTo>
                  <a:lnTo>
                    <a:pt x="4379" y="2753"/>
                  </a:lnTo>
                  <a:lnTo>
                    <a:pt x="4379" y="929"/>
                  </a:lnTo>
                  <a:cubicBezTo>
                    <a:pt x="4379" y="636"/>
                    <a:pt x="4186" y="381"/>
                    <a:pt x="3902" y="299"/>
                  </a:cubicBezTo>
                  <a:lnTo>
                    <a:pt x="2849" y="1"/>
                  </a:lnTo>
                  <a:lnTo>
                    <a:pt x="2189" y="780"/>
                  </a:lnTo>
                  <a:lnTo>
                    <a:pt x="153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1"/>
            <p:cNvSpPr/>
            <p:nvPr/>
          </p:nvSpPr>
          <p:spPr>
            <a:xfrm>
              <a:off x="5800886" y="3557684"/>
              <a:ext cx="68926" cy="63130"/>
            </a:xfrm>
            <a:custGeom>
              <a:rect b="b" l="l" r="r" t="t"/>
              <a:pathLst>
                <a:path extrusionOk="0" h="2407" w="2628">
                  <a:moveTo>
                    <a:pt x="826" y="1"/>
                  </a:moveTo>
                  <a:cubicBezTo>
                    <a:pt x="712" y="1"/>
                    <a:pt x="608" y="48"/>
                    <a:pt x="525" y="126"/>
                  </a:cubicBezTo>
                  <a:lnTo>
                    <a:pt x="309" y="343"/>
                  </a:lnTo>
                  <a:cubicBezTo>
                    <a:pt x="111" y="540"/>
                    <a:pt x="1" y="810"/>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70"/>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1"/>
            <p:cNvSpPr/>
            <p:nvPr/>
          </p:nvSpPr>
          <p:spPr>
            <a:xfrm>
              <a:off x="5800886" y="3557684"/>
              <a:ext cx="68821" cy="61766"/>
            </a:xfrm>
            <a:custGeom>
              <a:rect b="b" l="l" r="r" t="t"/>
              <a:pathLst>
                <a:path extrusionOk="0" h="2355" w="2624">
                  <a:moveTo>
                    <a:pt x="826" y="1"/>
                  </a:moveTo>
                  <a:cubicBezTo>
                    <a:pt x="712" y="1"/>
                    <a:pt x="608" y="48"/>
                    <a:pt x="525" y="126"/>
                  </a:cubicBezTo>
                  <a:lnTo>
                    <a:pt x="309" y="343"/>
                  </a:lnTo>
                  <a:cubicBezTo>
                    <a:pt x="111" y="540"/>
                    <a:pt x="1" y="810"/>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6"/>
                  </a:cubicBezTo>
                  <a:cubicBezTo>
                    <a:pt x="1565" y="684"/>
                    <a:pt x="2219" y="757"/>
                    <a:pt x="2623" y="949"/>
                  </a:cubicBezTo>
                  <a:cubicBezTo>
                    <a:pt x="2609" y="858"/>
                    <a:pt x="2570" y="569"/>
                    <a:pt x="2503" y="502"/>
                  </a:cubicBezTo>
                  <a:cubicBezTo>
                    <a:pt x="2161" y="170"/>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1"/>
            <p:cNvSpPr/>
            <p:nvPr/>
          </p:nvSpPr>
          <p:spPr>
            <a:xfrm>
              <a:off x="5870048" y="3431241"/>
              <a:ext cx="171790" cy="201060"/>
            </a:xfrm>
            <a:custGeom>
              <a:rect b="b" l="l" r="r" t="t"/>
              <a:pathLst>
                <a:path extrusionOk="0" h="7666" w="6550">
                  <a:moveTo>
                    <a:pt x="3277" y="1"/>
                  </a:moveTo>
                  <a:cubicBezTo>
                    <a:pt x="1704" y="1"/>
                    <a:pt x="559" y="1088"/>
                    <a:pt x="429" y="2849"/>
                  </a:cubicBezTo>
                  <a:cubicBezTo>
                    <a:pt x="270" y="5015"/>
                    <a:pt x="87" y="6227"/>
                    <a:pt x="20" y="6631"/>
                  </a:cubicBezTo>
                  <a:cubicBezTo>
                    <a:pt x="1" y="6728"/>
                    <a:pt x="54" y="6824"/>
                    <a:pt x="140" y="6862"/>
                  </a:cubicBezTo>
                  <a:cubicBezTo>
                    <a:pt x="559" y="7079"/>
                    <a:pt x="1844" y="7666"/>
                    <a:pt x="3273" y="7666"/>
                  </a:cubicBezTo>
                  <a:cubicBezTo>
                    <a:pt x="4707" y="7666"/>
                    <a:pt x="5991" y="7079"/>
                    <a:pt x="6410" y="6862"/>
                  </a:cubicBezTo>
                  <a:cubicBezTo>
                    <a:pt x="6496" y="6824"/>
                    <a:pt x="6549" y="6728"/>
                    <a:pt x="6530" y="6631"/>
                  </a:cubicBezTo>
                  <a:cubicBezTo>
                    <a:pt x="6463" y="6227"/>
                    <a:pt x="6280" y="5010"/>
                    <a:pt x="6121" y="2849"/>
                  </a:cubicBezTo>
                  <a:cubicBezTo>
                    <a:pt x="5991" y="1088"/>
                    <a:pt x="4846" y="1"/>
                    <a:pt x="32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1"/>
            <p:cNvSpPr/>
            <p:nvPr/>
          </p:nvSpPr>
          <p:spPr>
            <a:xfrm>
              <a:off x="5910569" y="3431241"/>
              <a:ext cx="131269" cy="200981"/>
            </a:xfrm>
            <a:custGeom>
              <a:rect b="b" l="l" r="r" t="t"/>
              <a:pathLst>
                <a:path extrusionOk="0" h="7663" w="5005">
                  <a:moveTo>
                    <a:pt x="1732" y="1"/>
                  </a:moveTo>
                  <a:cubicBezTo>
                    <a:pt x="1622" y="1"/>
                    <a:pt x="1516" y="6"/>
                    <a:pt x="1410" y="15"/>
                  </a:cubicBezTo>
                  <a:cubicBezTo>
                    <a:pt x="183" y="136"/>
                    <a:pt x="0" y="1868"/>
                    <a:pt x="1179" y="2224"/>
                  </a:cubicBezTo>
                  <a:lnTo>
                    <a:pt x="1208" y="2233"/>
                  </a:lnTo>
                  <a:lnTo>
                    <a:pt x="1646" y="7661"/>
                  </a:lnTo>
                  <a:cubicBezTo>
                    <a:pt x="1680" y="7662"/>
                    <a:pt x="1714" y="7662"/>
                    <a:pt x="1748" y="7662"/>
                  </a:cubicBezTo>
                  <a:cubicBezTo>
                    <a:pt x="3174" y="7662"/>
                    <a:pt x="4451" y="7079"/>
                    <a:pt x="4870" y="6867"/>
                  </a:cubicBezTo>
                  <a:cubicBezTo>
                    <a:pt x="4956" y="6824"/>
                    <a:pt x="5004" y="6728"/>
                    <a:pt x="4990" y="6631"/>
                  </a:cubicBezTo>
                  <a:cubicBezTo>
                    <a:pt x="4923" y="6227"/>
                    <a:pt x="4740" y="5010"/>
                    <a:pt x="4581" y="2849"/>
                  </a:cubicBezTo>
                  <a:cubicBezTo>
                    <a:pt x="4451" y="1088"/>
                    <a:pt x="3306" y="1"/>
                    <a:pt x="17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1"/>
            <p:cNvSpPr/>
            <p:nvPr/>
          </p:nvSpPr>
          <p:spPr>
            <a:xfrm>
              <a:off x="5858324" y="3586351"/>
              <a:ext cx="195238" cy="114876"/>
            </a:xfrm>
            <a:custGeom>
              <a:rect b="b" l="l" r="r" t="t"/>
              <a:pathLst>
                <a:path extrusionOk="0" h="4380" w="7444">
                  <a:moveTo>
                    <a:pt x="2627" y="0"/>
                  </a:moveTo>
                  <a:lnTo>
                    <a:pt x="2627" y="963"/>
                  </a:lnTo>
                  <a:cubicBezTo>
                    <a:pt x="2627" y="1136"/>
                    <a:pt x="2526" y="1290"/>
                    <a:pt x="2368" y="1362"/>
                  </a:cubicBezTo>
                  <a:lnTo>
                    <a:pt x="520" y="2175"/>
                  </a:lnTo>
                  <a:cubicBezTo>
                    <a:pt x="207" y="2315"/>
                    <a:pt x="0" y="2632"/>
                    <a:pt x="0" y="2979"/>
                  </a:cubicBezTo>
                  <a:lnTo>
                    <a:pt x="0" y="4379"/>
                  </a:lnTo>
                  <a:lnTo>
                    <a:pt x="7444" y="4379"/>
                  </a:lnTo>
                  <a:lnTo>
                    <a:pt x="7444" y="2979"/>
                  </a:lnTo>
                  <a:cubicBezTo>
                    <a:pt x="7444" y="2632"/>
                    <a:pt x="7237" y="2315"/>
                    <a:pt x="6924" y="2175"/>
                  </a:cubicBezTo>
                  <a:lnTo>
                    <a:pt x="5077" y="1362"/>
                  </a:lnTo>
                  <a:cubicBezTo>
                    <a:pt x="4918" y="1290"/>
                    <a:pt x="4817" y="1136"/>
                    <a:pt x="4817" y="963"/>
                  </a:cubicBezTo>
                  <a:lnTo>
                    <a:pt x="48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1"/>
            <p:cNvSpPr/>
            <p:nvPr/>
          </p:nvSpPr>
          <p:spPr>
            <a:xfrm>
              <a:off x="5927224" y="3586351"/>
              <a:ext cx="57438" cy="28772"/>
            </a:xfrm>
            <a:custGeom>
              <a:rect b="b" l="l" r="r" t="t"/>
              <a:pathLst>
                <a:path extrusionOk="0" h="1097" w="2190">
                  <a:moveTo>
                    <a:pt x="0" y="0"/>
                  </a:moveTo>
                  <a:lnTo>
                    <a:pt x="0" y="876"/>
                  </a:lnTo>
                  <a:cubicBezTo>
                    <a:pt x="352" y="1023"/>
                    <a:pt x="723" y="1096"/>
                    <a:pt x="1095" y="1096"/>
                  </a:cubicBezTo>
                  <a:cubicBezTo>
                    <a:pt x="1467" y="1096"/>
                    <a:pt x="1838" y="1023"/>
                    <a:pt x="2190" y="876"/>
                  </a:cubicBezTo>
                  <a:lnTo>
                    <a:pt x="219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1"/>
            <p:cNvSpPr/>
            <p:nvPr/>
          </p:nvSpPr>
          <p:spPr>
            <a:xfrm>
              <a:off x="5858324" y="3627607"/>
              <a:ext cx="195238" cy="73489"/>
            </a:xfrm>
            <a:custGeom>
              <a:rect b="b" l="l" r="r" t="t"/>
              <a:pathLst>
                <a:path extrusionOk="0" h="2802" w="7444">
                  <a:moveTo>
                    <a:pt x="1882" y="1"/>
                  </a:moveTo>
                  <a:lnTo>
                    <a:pt x="520" y="602"/>
                  </a:lnTo>
                  <a:cubicBezTo>
                    <a:pt x="202" y="742"/>
                    <a:pt x="0" y="1059"/>
                    <a:pt x="0" y="1406"/>
                  </a:cubicBezTo>
                  <a:lnTo>
                    <a:pt x="0" y="2801"/>
                  </a:lnTo>
                  <a:lnTo>
                    <a:pt x="7444" y="2801"/>
                  </a:lnTo>
                  <a:lnTo>
                    <a:pt x="7444" y="1406"/>
                  </a:lnTo>
                  <a:cubicBezTo>
                    <a:pt x="7444" y="1059"/>
                    <a:pt x="7237" y="742"/>
                    <a:pt x="6924" y="602"/>
                  </a:cubicBezTo>
                  <a:lnTo>
                    <a:pt x="5562" y="1"/>
                  </a:lnTo>
                  <a:cubicBezTo>
                    <a:pt x="5269" y="766"/>
                    <a:pt x="4538" y="1271"/>
                    <a:pt x="3720" y="1271"/>
                  </a:cubicBezTo>
                  <a:cubicBezTo>
                    <a:pt x="2906" y="1271"/>
                    <a:pt x="2170" y="766"/>
                    <a:pt x="188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1"/>
            <p:cNvSpPr/>
            <p:nvPr/>
          </p:nvSpPr>
          <p:spPr>
            <a:xfrm>
              <a:off x="5898452" y="3489676"/>
              <a:ext cx="114981" cy="108057"/>
            </a:xfrm>
            <a:custGeom>
              <a:rect b="b" l="l" r="r" t="t"/>
              <a:pathLst>
                <a:path extrusionOk="0" h="4120" w="4384">
                  <a:moveTo>
                    <a:pt x="1599" y="0"/>
                  </a:moveTo>
                  <a:cubicBezTo>
                    <a:pt x="1436" y="0"/>
                    <a:pt x="1284" y="93"/>
                    <a:pt x="1208" y="241"/>
                  </a:cubicBezTo>
                  <a:cubicBezTo>
                    <a:pt x="1068" y="525"/>
                    <a:pt x="770" y="977"/>
                    <a:pt x="183" y="1377"/>
                  </a:cubicBezTo>
                  <a:cubicBezTo>
                    <a:pt x="68" y="1459"/>
                    <a:pt x="0" y="1593"/>
                    <a:pt x="5" y="1733"/>
                  </a:cubicBezTo>
                  <a:lnTo>
                    <a:pt x="5" y="1858"/>
                  </a:lnTo>
                  <a:cubicBezTo>
                    <a:pt x="5" y="3022"/>
                    <a:pt x="886" y="4042"/>
                    <a:pt x="2050" y="4115"/>
                  </a:cubicBezTo>
                  <a:cubicBezTo>
                    <a:pt x="2101" y="4118"/>
                    <a:pt x="2151" y="4120"/>
                    <a:pt x="2201" y="4120"/>
                  </a:cubicBezTo>
                  <a:cubicBezTo>
                    <a:pt x="3395" y="4120"/>
                    <a:pt x="4384" y="3145"/>
                    <a:pt x="4384" y="1930"/>
                  </a:cubicBezTo>
                  <a:lnTo>
                    <a:pt x="4384" y="1545"/>
                  </a:lnTo>
                  <a:cubicBezTo>
                    <a:pt x="4384" y="1358"/>
                    <a:pt x="4302" y="1179"/>
                    <a:pt x="4162" y="1059"/>
                  </a:cubicBezTo>
                  <a:cubicBezTo>
                    <a:pt x="3811" y="751"/>
                    <a:pt x="3017" y="212"/>
                    <a:pt x="1665" y="5"/>
                  </a:cubicBezTo>
                  <a:cubicBezTo>
                    <a:pt x="1643" y="2"/>
                    <a:pt x="1621" y="0"/>
                    <a:pt x="15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1"/>
            <p:cNvSpPr/>
            <p:nvPr/>
          </p:nvSpPr>
          <p:spPr>
            <a:xfrm>
              <a:off x="5898452" y="3489676"/>
              <a:ext cx="114981" cy="107559"/>
            </a:xfrm>
            <a:custGeom>
              <a:rect b="b" l="l" r="r" t="t"/>
              <a:pathLst>
                <a:path extrusionOk="0" h="4101" w="4384">
                  <a:moveTo>
                    <a:pt x="1599" y="0"/>
                  </a:moveTo>
                  <a:cubicBezTo>
                    <a:pt x="1436" y="0"/>
                    <a:pt x="1284" y="93"/>
                    <a:pt x="1208" y="241"/>
                  </a:cubicBezTo>
                  <a:cubicBezTo>
                    <a:pt x="1165" y="318"/>
                    <a:pt x="1121" y="400"/>
                    <a:pt x="1073" y="472"/>
                  </a:cubicBezTo>
                  <a:cubicBezTo>
                    <a:pt x="842" y="833"/>
                    <a:pt x="544" y="1141"/>
                    <a:pt x="188" y="1377"/>
                  </a:cubicBezTo>
                  <a:cubicBezTo>
                    <a:pt x="72" y="1459"/>
                    <a:pt x="0" y="1588"/>
                    <a:pt x="0" y="1733"/>
                  </a:cubicBezTo>
                  <a:lnTo>
                    <a:pt x="0" y="1858"/>
                  </a:lnTo>
                  <a:cubicBezTo>
                    <a:pt x="0" y="2979"/>
                    <a:pt x="823" y="3965"/>
                    <a:pt x="1925" y="4100"/>
                  </a:cubicBezTo>
                  <a:cubicBezTo>
                    <a:pt x="1535" y="3696"/>
                    <a:pt x="1319" y="3152"/>
                    <a:pt x="1319" y="2589"/>
                  </a:cubicBezTo>
                  <a:lnTo>
                    <a:pt x="1319" y="1213"/>
                  </a:lnTo>
                  <a:cubicBezTo>
                    <a:pt x="1314" y="987"/>
                    <a:pt x="1487" y="799"/>
                    <a:pt x="1708" y="775"/>
                  </a:cubicBezTo>
                  <a:cubicBezTo>
                    <a:pt x="1745" y="772"/>
                    <a:pt x="1787" y="770"/>
                    <a:pt x="1832" y="770"/>
                  </a:cubicBezTo>
                  <a:cubicBezTo>
                    <a:pt x="2441" y="770"/>
                    <a:pt x="3770" y="1090"/>
                    <a:pt x="4384" y="1497"/>
                  </a:cubicBezTo>
                  <a:cubicBezTo>
                    <a:pt x="4350" y="1439"/>
                    <a:pt x="4211" y="1102"/>
                    <a:pt x="4162" y="1059"/>
                  </a:cubicBezTo>
                  <a:cubicBezTo>
                    <a:pt x="3811" y="751"/>
                    <a:pt x="3017" y="212"/>
                    <a:pt x="1665" y="5"/>
                  </a:cubicBezTo>
                  <a:cubicBezTo>
                    <a:pt x="1643" y="2"/>
                    <a:pt x="1621" y="0"/>
                    <a:pt x="159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1"/>
            <p:cNvSpPr/>
            <p:nvPr/>
          </p:nvSpPr>
          <p:spPr>
            <a:xfrm>
              <a:off x="5858324" y="3646543"/>
              <a:ext cx="40285" cy="54553"/>
            </a:xfrm>
            <a:custGeom>
              <a:rect b="b" l="l" r="r" t="t"/>
              <a:pathLst>
                <a:path extrusionOk="0" h="2080" w="1536">
                  <a:moveTo>
                    <a:pt x="327" y="1"/>
                  </a:moveTo>
                  <a:cubicBezTo>
                    <a:pt x="120" y="169"/>
                    <a:pt x="0" y="419"/>
                    <a:pt x="0" y="684"/>
                  </a:cubicBezTo>
                  <a:lnTo>
                    <a:pt x="0" y="2079"/>
                  </a:lnTo>
                  <a:lnTo>
                    <a:pt x="1535" y="2079"/>
                  </a:lnTo>
                  <a:lnTo>
                    <a:pt x="1535" y="1478"/>
                  </a:lnTo>
                  <a:cubicBezTo>
                    <a:pt x="1535" y="1305"/>
                    <a:pt x="1463" y="1141"/>
                    <a:pt x="1343" y="1016"/>
                  </a:cubicBezTo>
                  <a:lnTo>
                    <a:pt x="327"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1"/>
            <p:cNvSpPr/>
            <p:nvPr/>
          </p:nvSpPr>
          <p:spPr>
            <a:xfrm>
              <a:off x="6013407" y="3646543"/>
              <a:ext cx="40154" cy="54553"/>
            </a:xfrm>
            <a:custGeom>
              <a:rect b="b" l="l" r="r" t="t"/>
              <a:pathLst>
                <a:path extrusionOk="0" h="2080" w="1531">
                  <a:moveTo>
                    <a:pt x="1204" y="1"/>
                  </a:moveTo>
                  <a:lnTo>
                    <a:pt x="193" y="1016"/>
                  </a:lnTo>
                  <a:cubicBezTo>
                    <a:pt x="68" y="1141"/>
                    <a:pt x="1" y="1305"/>
                    <a:pt x="1" y="1478"/>
                  </a:cubicBezTo>
                  <a:lnTo>
                    <a:pt x="1" y="2079"/>
                  </a:lnTo>
                  <a:lnTo>
                    <a:pt x="1531" y="2079"/>
                  </a:lnTo>
                  <a:lnTo>
                    <a:pt x="1531" y="684"/>
                  </a:lnTo>
                  <a:cubicBezTo>
                    <a:pt x="1531" y="419"/>
                    <a:pt x="1411" y="169"/>
                    <a:pt x="120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1"/>
            <p:cNvSpPr/>
            <p:nvPr/>
          </p:nvSpPr>
          <p:spPr>
            <a:xfrm>
              <a:off x="5892944" y="3672797"/>
              <a:ext cx="11147" cy="34096"/>
            </a:xfrm>
            <a:custGeom>
              <a:rect b="b" l="l" r="r" t="t"/>
              <a:pathLst>
                <a:path extrusionOk="0" h="1300" w="425">
                  <a:moveTo>
                    <a:pt x="215" y="0"/>
                  </a:moveTo>
                  <a:cubicBezTo>
                    <a:pt x="100" y="0"/>
                    <a:pt x="8" y="92"/>
                    <a:pt x="8" y="207"/>
                  </a:cubicBezTo>
                  <a:lnTo>
                    <a:pt x="8" y="1083"/>
                  </a:lnTo>
                  <a:cubicBezTo>
                    <a:pt x="1" y="1227"/>
                    <a:pt x="107" y="1300"/>
                    <a:pt x="213" y="1300"/>
                  </a:cubicBezTo>
                  <a:cubicBezTo>
                    <a:pt x="319" y="1300"/>
                    <a:pt x="424" y="1227"/>
                    <a:pt x="417" y="1083"/>
                  </a:cubicBezTo>
                  <a:lnTo>
                    <a:pt x="417" y="207"/>
                  </a:lnTo>
                  <a:cubicBezTo>
                    <a:pt x="417" y="92"/>
                    <a:pt x="326"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1"/>
            <p:cNvSpPr/>
            <p:nvPr/>
          </p:nvSpPr>
          <p:spPr>
            <a:xfrm>
              <a:off x="6007978" y="3672797"/>
              <a:ext cx="10753" cy="33440"/>
            </a:xfrm>
            <a:custGeom>
              <a:rect b="b" l="l" r="r" t="t"/>
              <a:pathLst>
                <a:path extrusionOk="0" h="1275" w="410">
                  <a:moveTo>
                    <a:pt x="208" y="0"/>
                  </a:moveTo>
                  <a:cubicBezTo>
                    <a:pt x="92" y="0"/>
                    <a:pt x="1" y="92"/>
                    <a:pt x="1" y="207"/>
                  </a:cubicBezTo>
                  <a:lnTo>
                    <a:pt x="1" y="1083"/>
                  </a:lnTo>
                  <a:cubicBezTo>
                    <a:pt x="8" y="1211"/>
                    <a:pt x="107" y="1274"/>
                    <a:pt x="205" y="1274"/>
                  </a:cubicBezTo>
                  <a:cubicBezTo>
                    <a:pt x="304" y="1274"/>
                    <a:pt x="403" y="1211"/>
                    <a:pt x="410" y="1083"/>
                  </a:cubicBezTo>
                  <a:lnTo>
                    <a:pt x="410" y="207"/>
                  </a:lnTo>
                  <a:cubicBezTo>
                    <a:pt x="410"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1"/>
            <p:cNvSpPr/>
            <p:nvPr/>
          </p:nvSpPr>
          <p:spPr>
            <a:xfrm>
              <a:off x="5811246" y="3552281"/>
              <a:ext cx="48600" cy="16314"/>
            </a:xfrm>
            <a:custGeom>
              <a:rect b="b" l="l" r="r" t="t"/>
              <a:pathLst>
                <a:path extrusionOk="0" h="622" w="1853">
                  <a:moveTo>
                    <a:pt x="260" y="0"/>
                  </a:moveTo>
                  <a:cubicBezTo>
                    <a:pt x="0" y="10"/>
                    <a:pt x="0" y="395"/>
                    <a:pt x="260" y="409"/>
                  </a:cubicBezTo>
                  <a:cubicBezTo>
                    <a:pt x="491" y="409"/>
                    <a:pt x="1160" y="443"/>
                    <a:pt x="1487" y="607"/>
                  </a:cubicBezTo>
                  <a:cubicBezTo>
                    <a:pt x="1514" y="617"/>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1"/>
            <p:cNvSpPr/>
            <p:nvPr/>
          </p:nvSpPr>
          <p:spPr>
            <a:xfrm>
              <a:off x="5795457" y="3661440"/>
              <a:ext cx="10884" cy="44875"/>
            </a:xfrm>
            <a:custGeom>
              <a:rect b="b" l="l" r="r" t="t"/>
              <a:pathLst>
                <a:path extrusionOk="0" h="1711" w="415">
                  <a:moveTo>
                    <a:pt x="208" y="0"/>
                  </a:moveTo>
                  <a:cubicBezTo>
                    <a:pt x="92" y="0"/>
                    <a:pt x="1" y="92"/>
                    <a:pt x="1" y="202"/>
                  </a:cubicBezTo>
                  <a:lnTo>
                    <a:pt x="1" y="1516"/>
                  </a:lnTo>
                  <a:cubicBezTo>
                    <a:pt x="8" y="1646"/>
                    <a:pt x="108" y="1711"/>
                    <a:pt x="208" y="1711"/>
                  </a:cubicBezTo>
                  <a:cubicBezTo>
                    <a:pt x="308" y="1711"/>
                    <a:pt x="407" y="1646"/>
                    <a:pt x="415" y="1516"/>
                  </a:cubicBezTo>
                  <a:lnTo>
                    <a:pt x="415" y="202"/>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1"/>
            <p:cNvSpPr/>
            <p:nvPr/>
          </p:nvSpPr>
          <p:spPr>
            <a:xfrm>
              <a:off x="5772612" y="3425812"/>
              <a:ext cx="366896" cy="280949"/>
            </a:xfrm>
            <a:custGeom>
              <a:rect b="b" l="l" r="r" t="t"/>
              <a:pathLst>
                <a:path extrusionOk="0" h="10712" w="13989">
                  <a:moveTo>
                    <a:pt x="11809" y="3258"/>
                  </a:moveTo>
                  <a:cubicBezTo>
                    <a:pt x="12175" y="3258"/>
                    <a:pt x="12478" y="3513"/>
                    <a:pt x="12478" y="3821"/>
                  </a:cubicBezTo>
                  <a:lnTo>
                    <a:pt x="12478" y="3860"/>
                  </a:lnTo>
                  <a:cubicBezTo>
                    <a:pt x="12264" y="3771"/>
                    <a:pt x="12036" y="3726"/>
                    <a:pt x="11809" y="3726"/>
                  </a:cubicBezTo>
                  <a:cubicBezTo>
                    <a:pt x="11582" y="3726"/>
                    <a:pt x="11354" y="3771"/>
                    <a:pt x="11140" y="3860"/>
                  </a:cubicBezTo>
                  <a:cubicBezTo>
                    <a:pt x="11140" y="3845"/>
                    <a:pt x="11140" y="3836"/>
                    <a:pt x="11140" y="3821"/>
                  </a:cubicBezTo>
                  <a:lnTo>
                    <a:pt x="11135" y="3821"/>
                  </a:lnTo>
                  <a:cubicBezTo>
                    <a:pt x="11135" y="3509"/>
                    <a:pt x="11438" y="3258"/>
                    <a:pt x="11809" y="3258"/>
                  </a:cubicBezTo>
                  <a:close/>
                  <a:moveTo>
                    <a:pt x="11802" y="4134"/>
                  </a:moveTo>
                  <a:cubicBezTo>
                    <a:pt x="11805" y="4134"/>
                    <a:pt x="11807" y="4134"/>
                    <a:pt x="11809" y="4134"/>
                  </a:cubicBezTo>
                  <a:cubicBezTo>
                    <a:pt x="12540" y="4134"/>
                    <a:pt x="13132" y="4731"/>
                    <a:pt x="13132" y="5462"/>
                  </a:cubicBezTo>
                  <a:cubicBezTo>
                    <a:pt x="13132" y="5602"/>
                    <a:pt x="13113" y="5741"/>
                    <a:pt x="13065" y="5876"/>
                  </a:cubicBezTo>
                  <a:cubicBezTo>
                    <a:pt x="12487" y="5284"/>
                    <a:pt x="11463" y="5053"/>
                    <a:pt x="11414" y="5044"/>
                  </a:cubicBezTo>
                  <a:cubicBezTo>
                    <a:pt x="11399" y="5040"/>
                    <a:pt x="11383" y="5038"/>
                    <a:pt x="11368" y="5038"/>
                  </a:cubicBezTo>
                  <a:cubicBezTo>
                    <a:pt x="11257" y="5038"/>
                    <a:pt x="11164" y="5127"/>
                    <a:pt x="11164" y="5246"/>
                  </a:cubicBezTo>
                  <a:cubicBezTo>
                    <a:pt x="11145" y="5356"/>
                    <a:pt x="11087" y="5462"/>
                    <a:pt x="11005" y="5539"/>
                  </a:cubicBezTo>
                  <a:cubicBezTo>
                    <a:pt x="10848" y="5686"/>
                    <a:pt x="10987" y="5897"/>
                    <a:pt x="11147" y="5897"/>
                  </a:cubicBezTo>
                  <a:cubicBezTo>
                    <a:pt x="11197" y="5897"/>
                    <a:pt x="11248" y="5877"/>
                    <a:pt x="11294" y="5828"/>
                  </a:cubicBezTo>
                  <a:cubicBezTo>
                    <a:pt x="11390" y="5732"/>
                    <a:pt x="11467" y="5621"/>
                    <a:pt x="11515" y="5496"/>
                  </a:cubicBezTo>
                  <a:cubicBezTo>
                    <a:pt x="11862" y="5597"/>
                    <a:pt x="12579" y="5857"/>
                    <a:pt x="12901" y="6309"/>
                  </a:cubicBezTo>
                  <a:cubicBezTo>
                    <a:pt x="12807" y="6843"/>
                    <a:pt x="12341" y="7228"/>
                    <a:pt x="11805" y="7228"/>
                  </a:cubicBezTo>
                  <a:cubicBezTo>
                    <a:pt x="11795" y="7228"/>
                    <a:pt x="11785" y="7228"/>
                    <a:pt x="11775" y="7228"/>
                  </a:cubicBezTo>
                  <a:cubicBezTo>
                    <a:pt x="11222" y="7209"/>
                    <a:pt x="10770" y="6790"/>
                    <a:pt x="10707" y="6242"/>
                  </a:cubicBezTo>
                  <a:cubicBezTo>
                    <a:pt x="10702" y="6208"/>
                    <a:pt x="10693" y="6179"/>
                    <a:pt x="10678" y="6155"/>
                  </a:cubicBezTo>
                  <a:cubicBezTo>
                    <a:pt x="10131" y="5272"/>
                    <a:pt x="10767" y="4134"/>
                    <a:pt x="11802" y="4134"/>
                  </a:cubicBezTo>
                  <a:close/>
                  <a:moveTo>
                    <a:pt x="3720" y="4134"/>
                  </a:moveTo>
                  <a:lnTo>
                    <a:pt x="3720" y="4986"/>
                  </a:lnTo>
                  <a:cubicBezTo>
                    <a:pt x="3720" y="5125"/>
                    <a:pt x="3687" y="5260"/>
                    <a:pt x="3624" y="5385"/>
                  </a:cubicBezTo>
                  <a:lnTo>
                    <a:pt x="3523" y="5592"/>
                  </a:lnTo>
                  <a:cubicBezTo>
                    <a:pt x="3509" y="5621"/>
                    <a:pt x="3499" y="5650"/>
                    <a:pt x="3499" y="5684"/>
                  </a:cubicBezTo>
                  <a:lnTo>
                    <a:pt x="3499" y="6121"/>
                  </a:lnTo>
                  <a:cubicBezTo>
                    <a:pt x="3499" y="6735"/>
                    <a:pt x="3003" y="7229"/>
                    <a:pt x="2394" y="7229"/>
                  </a:cubicBezTo>
                  <a:cubicBezTo>
                    <a:pt x="2382" y="7229"/>
                    <a:pt x="2370" y="7228"/>
                    <a:pt x="2359" y="7228"/>
                  </a:cubicBezTo>
                  <a:cubicBezTo>
                    <a:pt x="1767" y="7209"/>
                    <a:pt x="1286" y="6689"/>
                    <a:pt x="1286" y="6064"/>
                  </a:cubicBezTo>
                  <a:lnTo>
                    <a:pt x="1286" y="5684"/>
                  </a:lnTo>
                  <a:cubicBezTo>
                    <a:pt x="1286" y="5650"/>
                    <a:pt x="1276" y="5621"/>
                    <a:pt x="1262" y="5592"/>
                  </a:cubicBezTo>
                  <a:lnTo>
                    <a:pt x="1137" y="5337"/>
                  </a:lnTo>
                  <a:cubicBezTo>
                    <a:pt x="1088" y="5246"/>
                    <a:pt x="1064" y="5140"/>
                    <a:pt x="1064" y="5039"/>
                  </a:cubicBezTo>
                  <a:lnTo>
                    <a:pt x="1064" y="5024"/>
                  </a:lnTo>
                  <a:cubicBezTo>
                    <a:pt x="1064" y="4534"/>
                    <a:pt x="1464" y="4134"/>
                    <a:pt x="1955" y="4134"/>
                  </a:cubicBezTo>
                  <a:close/>
                  <a:moveTo>
                    <a:pt x="6992" y="415"/>
                  </a:moveTo>
                  <a:cubicBezTo>
                    <a:pt x="7714" y="415"/>
                    <a:pt x="8345" y="655"/>
                    <a:pt x="8811" y="1117"/>
                  </a:cubicBezTo>
                  <a:cubicBezTo>
                    <a:pt x="9288" y="1589"/>
                    <a:pt x="9572" y="2262"/>
                    <a:pt x="9634" y="3071"/>
                  </a:cubicBezTo>
                  <a:cubicBezTo>
                    <a:pt x="9793" y="5255"/>
                    <a:pt x="9976" y="6473"/>
                    <a:pt x="10048" y="6896"/>
                  </a:cubicBezTo>
                  <a:cubicBezTo>
                    <a:pt x="10048" y="6901"/>
                    <a:pt x="10048" y="6906"/>
                    <a:pt x="10043" y="6906"/>
                  </a:cubicBezTo>
                  <a:cubicBezTo>
                    <a:pt x="9648" y="7151"/>
                    <a:pt x="9215" y="7334"/>
                    <a:pt x="8768" y="7445"/>
                  </a:cubicBezTo>
                  <a:lnTo>
                    <a:pt x="8431" y="7300"/>
                  </a:lnTo>
                  <a:cubicBezTo>
                    <a:pt x="8345" y="7262"/>
                    <a:pt x="8292" y="7175"/>
                    <a:pt x="8292" y="7084"/>
                  </a:cubicBezTo>
                  <a:lnTo>
                    <a:pt x="8292" y="6376"/>
                  </a:lnTo>
                  <a:cubicBezTo>
                    <a:pt x="8975" y="5939"/>
                    <a:pt x="9389" y="5178"/>
                    <a:pt x="9389" y="4370"/>
                  </a:cubicBezTo>
                  <a:lnTo>
                    <a:pt x="9389" y="3985"/>
                  </a:lnTo>
                  <a:cubicBezTo>
                    <a:pt x="9389" y="3735"/>
                    <a:pt x="9283" y="3499"/>
                    <a:pt x="9095" y="3335"/>
                  </a:cubicBezTo>
                  <a:cubicBezTo>
                    <a:pt x="8686" y="2975"/>
                    <a:pt x="7753" y="2354"/>
                    <a:pt x="6136" y="2195"/>
                  </a:cubicBezTo>
                  <a:cubicBezTo>
                    <a:pt x="6131" y="2195"/>
                    <a:pt x="6126" y="2195"/>
                    <a:pt x="6122" y="2195"/>
                  </a:cubicBezTo>
                  <a:cubicBezTo>
                    <a:pt x="5875" y="2195"/>
                    <a:pt x="5842" y="2566"/>
                    <a:pt x="6097" y="2604"/>
                  </a:cubicBezTo>
                  <a:cubicBezTo>
                    <a:pt x="7599" y="2753"/>
                    <a:pt x="8450" y="3326"/>
                    <a:pt x="8826" y="3648"/>
                  </a:cubicBezTo>
                  <a:cubicBezTo>
                    <a:pt x="8922" y="3735"/>
                    <a:pt x="8980" y="3855"/>
                    <a:pt x="8975" y="3985"/>
                  </a:cubicBezTo>
                  <a:lnTo>
                    <a:pt x="8975" y="4370"/>
                  </a:lnTo>
                  <a:cubicBezTo>
                    <a:pt x="8975" y="5467"/>
                    <a:pt x="8089" y="6352"/>
                    <a:pt x="6992" y="6352"/>
                  </a:cubicBezTo>
                  <a:cubicBezTo>
                    <a:pt x="5895" y="6352"/>
                    <a:pt x="5005" y="5467"/>
                    <a:pt x="5005" y="4370"/>
                  </a:cubicBezTo>
                  <a:lnTo>
                    <a:pt x="5005" y="4197"/>
                  </a:lnTo>
                  <a:cubicBezTo>
                    <a:pt x="5010" y="4115"/>
                    <a:pt x="5053" y="4043"/>
                    <a:pt x="5125" y="4004"/>
                  </a:cubicBezTo>
                  <a:cubicBezTo>
                    <a:pt x="5472" y="3812"/>
                    <a:pt x="5741" y="3494"/>
                    <a:pt x="5871" y="3119"/>
                  </a:cubicBezTo>
                  <a:cubicBezTo>
                    <a:pt x="5936" y="2953"/>
                    <a:pt x="5803" y="2836"/>
                    <a:pt x="5672" y="2836"/>
                  </a:cubicBezTo>
                  <a:cubicBezTo>
                    <a:pt x="5591" y="2836"/>
                    <a:pt x="5511" y="2882"/>
                    <a:pt x="5482" y="2989"/>
                  </a:cubicBezTo>
                  <a:cubicBezTo>
                    <a:pt x="5385" y="3273"/>
                    <a:pt x="5183" y="3509"/>
                    <a:pt x="4919" y="3653"/>
                  </a:cubicBezTo>
                  <a:cubicBezTo>
                    <a:pt x="4721" y="3764"/>
                    <a:pt x="4601" y="3971"/>
                    <a:pt x="4596" y="4202"/>
                  </a:cubicBezTo>
                  <a:lnTo>
                    <a:pt x="4596" y="4370"/>
                  </a:lnTo>
                  <a:cubicBezTo>
                    <a:pt x="4596" y="5183"/>
                    <a:pt x="5010" y="5939"/>
                    <a:pt x="5693" y="6381"/>
                  </a:cubicBezTo>
                  <a:lnTo>
                    <a:pt x="5693" y="7084"/>
                  </a:lnTo>
                  <a:cubicBezTo>
                    <a:pt x="5693" y="7180"/>
                    <a:pt x="5636" y="7262"/>
                    <a:pt x="5554" y="7300"/>
                  </a:cubicBezTo>
                  <a:lnTo>
                    <a:pt x="5217" y="7449"/>
                  </a:lnTo>
                  <a:cubicBezTo>
                    <a:pt x="4765" y="7334"/>
                    <a:pt x="4332" y="7156"/>
                    <a:pt x="3937" y="6911"/>
                  </a:cubicBezTo>
                  <a:cubicBezTo>
                    <a:pt x="3932" y="6906"/>
                    <a:pt x="3932" y="6901"/>
                    <a:pt x="3932" y="6896"/>
                  </a:cubicBezTo>
                  <a:cubicBezTo>
                    <a:pt x="4004" y="6477"/>
                    <a:pt x="4187" y="5255"/>
                    <a:pt x="4351" y="3071"/>
                  </a:cubicBezTo>
                  <a:cubicBezTo>
                    <a:pt x="4409" y="2262"/>
                    <a:pt x="4692" y="1589"/>
                    <a:pt x="5169" y="1117"/>
                  </a:cubicBezTo>
                  <a:cubicBezTo>
                    <a:pt x="5636" y="655"/>
                    <a:pt x="6266" y="415"/>
                    <a:pt x="6992" y="415"/>
                  </a:cubicBezTo>
                  <a:close/>
                  <a:moveTo>
                    <a:pt x="3566" y="7084"/>
                  </a:moveTo>
                  <a:cubicBezTo>
                    <a:pt x="3600" y="7151"/>
                    <a:pt x="3653" y="7209"/>
                    <a:pt x="3716" y="7252"/>
                  </a:cubicBezTo>
                  <a:cubicBezTo>
                    <a:pt x="4004" y="7435"/>
                    <a:pt x="4317" y="7584"/>
                    <a:pt x="4644" y="7695"/>
                  </a:cubicBezTo>
                  <a:lnTo>
                    <a:pt x="4072" y="7950"/>
                  </a:lnTo>
                  <a:lnTo>
                    <a:pt x="3422" y="7767"/>
                  </a:lnTo>
                  <a:cubicBezTo>
                    <a:pt x="3254" y="7719"/>
                    <a:pt x="3254" y="7700"/>
                    <a:pt x="3254" y="7652"/>
                  </a:cubicBezTo>
                  <a:lnTo>
                    <a:pt x="3254" y="7372"/>
                  </a:lnTo>
                  <a:cubicBezTo>
                    <a:pt x="3369" y="7291"/>
                    <a:pt x="3475" y="7194"/>
                    <a:pt x="3566" y="7084"/>
                  </a:cubicBezTo>
                  <a:close/>
                  <a:moveTo>
                    <a:pt x="10447" y="6800"/>
                  </a:moveTo>
                  <a:lnTo>
                    <a:pt x="10447" y="6800"/>
                  </a:lnTo>
                  <a:cubicBezTo>
                    <a:pt x="10563" y="7026"/>
                    <a:pt x="10731" y="7223"/>
                    <a:pt x="10943" y="7372"/>
                  </a:cubicBezTo>
                  <a:lnTo>
                    <a:pt x="10943" y="7786"/>
                  </a:lnTo>
                  <a:cubicBezTo>
                    <a:pt x="10943" y="7791"/>
                    <a:pt x="10943" y="7796"/>
                    <a:pt x="10938" y="7801"/>
                  </a:cubicBezTo>
                  <a:lnTo>
                    <a:pt x="10293" y="8118"/>
                  </a:lnTo>
                  <a:lnTo>
                    <a:pt x="10274" y="8109"/>
                  </a:lnTo>
                  <a:lnTo>
                    <a:pt x="9336" y="7695"/>
                  </a:lnTo>
                  <a:cubicBezTo>
                    <a:pt x="9663" y="7584"/>
                    <a:pt x="9976" y="7435"/>
                    <a:pt x="10264" y="7252"/>
                  </a:cubicBezTo>
                  <a:cubicBezTo>
                    <a:pt x="10409" y="7161"/>
                    <a:pt x="10481" y="6992"/>
                    <a:pt x="10452" y="6829"/>
                  </a:cubicBezTo>
                  <a:lnTo>
                    <a:pt x="10447" y="6800"/>
                  </a:lnTo>
                  <a:close/>
                  <a:moveTo>
                    <a:pt x="1940" y="7565"/>
                  </a:moveTo>
                  <a:cubicBezTo>
                    <a:pt x="2070" y="7608"/>
                    <a:pt x="2210" y="7632"/>
                    <a:pt x="2344" y="7637"/>
                  </a:cubicBezTo>
                  <a:lnTo>
                    <a:pt x="2392" y="7637"/>
                  </a:lnTo>
                  <a:cubicBezTo>
                    <a:pt x="2546" y="7637"/>
                    <a:pt x="2700" y="7613"/>
                    <a:pt x="2845" y="7570"/>
                  </a:cubicBezTo>
                  <a:lnTo>
                    <a:pt x="2845" y="7652"/>
                  </a:lnTo>
                  <a:cubicBezTo>
                    <a:pt x="2845" y="7690"/>
                    <a:pt x="2850" y="7733"/>
                    <a:pt x="2859" y="7772"/>
                  </a:cubicBezTo>
                  <a:lnTo>
                    <a:pt x="2392" y="8239"/>
                  </a:lnTo>
                  <a:lnTo>
                    <a:pt x="1926" y="7772"/>
                  </a:lnTo>
                  <a:cubicBezTo>
                    <a:pt x="1935" y="7729"/>
                    <a:pt x="1940" y="7690"/>
                    <a:pt x="1940" y="7652"/>
                  </a:cubicBezTo>
                  <a:lnTo>
                    <a:pt x="1940" y="7565"/>
                  </a:lnTo>
                  <a:close/>
                  <a:moveTo>
                    <a:pt x="12256" y="7570"/>
                  </a:moveTo>
                  <a:lnTo>
                    <a:pt x="12256" y="7786"/>
                  </a:lnTo>
                  <a:cubicBezTo>
                    <a:pt x="12256" y="7858"/>
                    <a:pt x="12276" y="7926"/>
                    <a:pt x="12305" y="7988"/>
                  </a:cubicBezTo>
                  <a:lnTo>
                    <a:pt x="12117" y="8171"/>
                  </a:lnTo>
                  <a:cubicBezTo>
                    <a:pt x="12031" y="8252"/>
                    <a:pt x="11920" y="8293"/>
                    <a:pt x="11809" y="8293"/>
                  </a:cubicBezTo>
                  <a:cubicBezTo>
                    <a:pt x="11696" y="8293"/>
                    <a:pt x="11583" y="8251"/>
                    <a:pt x="11496" y="8166"/>
                  </a:cubicBezTo>
                  <a:lnTo>
                    <a:pt x="11304" y="7988"/>
                  </a:lnTo>
                  <a:cubicBezTo>
                    <a:pt x="11337" y="7926"/>
                    <a:pt x="11357" y="7858"/>
                    <a:pt x="11352" y="7786"/>
                  </a:cubicBezTo>
                  <a:lnTo>
                    <a:pt x="11352" y="7570"/>
                  </a:lnTo>
                  <a:cubicBezTo>
                    <a:pt x="11501" y="7615"/>
                    <a:pt x="11654" y="7638"/>
                    <a:pt x="11806" y="7638"/>
                  </a:cubicBezTo>
                  <a:cubicBezTo>
                    <a:pt x="11958" y="7638"/>
                    <a:pt x="12110" y="7615"/>
                    <a:pt x="12256" y="7570"/>
                  </a:cubicBezTo>
                  <a:close/>
                  <a:moveTo>
                    <a:pt x="7883" y="6593"/>
                  </a:moveTo>
                  <a:lnTo>
                    <a:pt x="7883" y="7084"/>
                  </a:lnTo>
                  <a:cubicBezTo>
                    <a:pt x="7883" y="7339"/>
                    <a:pt x="8032" y="7565"/>
                    <a:pt x="8268" y="7671"/>
                  </a:cubicBezTo>
                  <a:lnTo>
                    <a:pt x="8566" y="7801"/>
                  </a:lnTo>
                  <a:cubicBezTo>
                    <a:pt x="8263" y="8393"/>
                    <a:pt x="7652" y="8763"/>
                    <a:pt x="6988" y="8763"/>
                  </a:cubicBezTo>
                  <a:cubicBezTo>
                    <a:pt x="6328" y="8763"/>
                    <a:pt x="5722" y="8393"/>
                    <a:pt x="5419" y="7801"/>
                  </a:cubicBezTo>
                  <a:lnTo>
                    <a:pt x="5717" y="7671"/>
                  </a:lnTo>
                  <a:cubicBezTo>
                    <a:pt x="5953" y="7565"/>
                    <a:pt x="6102" y="7339"/>
                    <a:pt x="6102" y="7084"/>
                  </a:cubicBezTo>
                  <a:lnTo>
                    <a:pt x="6102" y="6593"/>
                  </a:lnTo>
                  <a:cubicBezTo>
                    <a:pt x="6389" y="6706"/>
                    <a:pt x="6690" y="6763"/>
                    <a:pt x="6992" y="6763"/>
                  </a:cubicBezTo>
                  <a:cubicBezTo>
                    <a:pt x="7294" y="6763"/>
                    <a:pt x="7596" y="6706"/>
                    <a:pt x="7883" y="6593"/>
                  </a:cubicBezTo>
                  <a:close/>
                  <a:moveTo>
                    <a:pt x="6988" y="1"/>
                  </a:moveTo>
                  <a:cubicBezTo>
                    <a:pt x="6160" y="1"/>
                    <a:pt x="5424" y="290"/>
                    <a:pt x="4885" y="824"/>
                  </a:cubicBezTo>
                  <a:cubicBezTo>
                    <a:pt x="4341" y="1363"/>
                    <a:pt x="4009" y="2132"/>
                    <a:pt x="3942" y="3037"/>
                  </a:cubicBezTo>
                  <a:cubicBezTo>
                    <a:pt x="3923" y="3278"/>
                    <a:pt x="3903" y="3509"/>
                    <a:pt x="3884" y="3725"/>
                  </a:cubicBezTo>
                  <a:lnTo>
                    <a:pt x="1955" y="3725"/>
                  </a:lnTo>
                  <a:cubicBezTo>
                    <a:pt x="1238" y="3725"/>
                    <a:pt x="655" y="4307"/>
                    <a:pt x="655" y="5024"/>
                  </a:cubicBezTo>
                  <a:lnTo>
                    <a:pt x="655" y="5039"/>
                  </a:lnTo>
                  <a:cubicBezTo>
                    <a:pt x="655" y="5202"/>
                    <a:pt x="694" y="5371"/>
                    <a:pt x="771" y="5520"/>
                  </a:cubicBezTo>
                  <a:lnTo>
                    <a:pt x="872" y="5727"/>
                  </a:lnTo>
                  <a:lnTo>
                    <a:pt x="872" y="6064"/>
                  </a:lnTo>
                  <a:cubicBezTo>
                    <a:pt x="872" y="6574"/>
                    <a:pt x="1117" y="7055"/>
                    <a:pt x="1531" y="7353"/>
                  </a:cubicBezTo>
                  <a:lnTo>
                    <a:pt x="1531" y="7652"/>
                  </a:lnTo>
                  <a:cubicBezTo>
                    <a:pt x="1531" y="7690"/>
                    <a:pt x="1507" y="7724"/>
                    <a:pt x="1469" y="7733"/>
                  </a:cubicBezTo>
                  <a:lnTo>
                    <a:pt x="626" y="7974"/>
                  </a:lnTo>
                  <a:cubicBezTo>
                    <a:pt x="256" y="8080"/>
                    <a:pt x="1" y="8417"/>
                    <a:pt x="1" y="8802"/>
                  </a:cubicBezTo>
                  <a:lnTo>
                    <a:pt x="1" y="10495"/>
                  </a:lnTo>
                  <a:cubicBezTo>
                    <a:pt x="6" y="10625"/>
                    <a:pt x="104" y="10690"/>
                    <a:pt x="204" y="10690"/>
                  </a:cubicBezTo>
                  <a:cubicBezTo>
                    <a:pt x="303" y="10690"/>
                    <a:pt x="403" y="10625"/>
                    <a:pt x="410" y="10495"/>
                  </a:cubicBezTo>
                  <a:lnTo>
                    <a:pt x="410" y="8802"/>
                  </a:lnTo>
                  <a:cubicBezTo>
                    <a:pt x="410" y="8599"/>
                    <a:pt x="540" y="8421"/>
                    <a:pt x="737" y="8368"/>
                  </a:cubicBezTo>
                  <a:lnTo>
                    <a:pt x="1584" y="8128"/>
                  </a:lnTo>
                  <a:cubicBezTo>
                    <a:pt x="1613" y="8118"/>
                    <a:pt x="1642" y="8104"/>
                    <a:pt x="1671" y="8094"/>
                  </a:cubicBezTo>
                  <a:lnTo>
                    <a:pt x="2190" y="8609"/>
                  </a:lnTo>
                  <a:lnTo>
                    <a:pt x="2190" y="10495"/>
                  </a:lnTo>
                  <a:cubicBezTo>
                    <a:pt x="2181" y="10640"/>
                    <a:pt x="2287" y="10712"/>
                    <a:pt x="2393" y="10712"/>
                  </a:cubicBezTo>
                  <a:cubicBezTo>
                    <a:pt x="2499" y="10712"/>
                    <a:pt x="2607" y="10640"/>
                    <a:pt x="2599" y="10495"/>
                  </a:cubicBezTo>
                  <a:lnTo>
                    <a:pt x="2599" y="8609"/>
                  </a:lnTo>
                  <a:lnTo>
                    <a:pt x="3119" y="8089"/>
                  </a:lnTo>
                  <a:cubicBezTo>
                    <a:pt x="3182" y="8118"/>
                    <a:pt x="3244" y="8138"/>
                    <a:pt x="3311" y="8157"/>
                  </a:cubicBezTo>
                  <a:lnTo>
                    <a:pt x="3518" y="8219"/>
                  </a:lnTo>
                  <a:cubicBezTo>
                    <a:pt x="3234" y="8421"/>
                    <a:pt x="3066" y="8749"/>
                    <a:pt x="3066" y="9100"/>
                  </a:cubicBezTo>
                  <a:lnTo>
                    <a:pt x="3066" y="10495"/>
                  </a:lnTo>
                  <a:cubicBezTo>
                    <a:pt x="3071" y="10625"/>
                    <a:pt x="3169" y="10690"/>
                    <a:pt x="3269" y="10690"/>
                  </a:cubicBezTo>
                  <a:cubicBezTo>
                    <a:pt x="3368" y="10690"/>
                    <a:pt x="3468" y="10625"/>
                    <a:pt x="3475" y="10495"/>
                  </a:cubicBezTo>
                  <a:lnTo>
                    <a:pt x="3475" y="9100"/>
                  </a:lnTo>
                  <a:cubicBezTo>
                    <a:pt x="3475" y="8830"/>
                    <a:pt x="3629" y="8590"/>
                    <a:pt x="3874" y="8484"/>
                  </a:cubicBezTo>
                  <a:lnTo>
                    <a:pt x="5044" y="7969"/>
                  </a:lnTo>
                  <a:cubicBezTo>
                    <a:pt x="5414" y="8705"/>
                    <a:pt x="6165" y="9172"/>
                    <a:pt x="6992" y="9172"/>
                  </a:cubicBezTo>
                  <a:cubicBezTo>
                    <a:pt x="7815" y="9172"/>
                    <a:pt x="8571" y="8705"/>
                    <a:pt x="8936" y="7969"/>
                  </a:cubicBezTo>
                  <a:lnTo>
                    <a:pt x="10106" y="8484"/>
                  </a:lnTo>
                  <a:cubicBezTo>
                    <a:pt x="10351" y="8590"/>
                    <a:pt x="10510" y="8830"/>
                    <a:pt x="10510" y="9100"/>
                  </a:cubicBezTo>
                  <a:lnTo>
                    <a:pt x="10510" y="10495"/>
                  </a:lnTo>
                  <a:cubicBezTo>
                    <a:pt x="10500" y="10640"/>
                    <a:pt x="10606" y="10712"/>
                    <a:pt x="10712" y="10712"/>
                  </a:cubicBezTo>
                  <a:cubicBezTo>
                    <a:pt x="10819" y="10712"/>
                    <a:pt x="10926" y="10640"/>
                    <a:pt x="10919" y="10495"/>
                  </a:cubicBezTo>
                  <a:lnTo>
                    <a:pt x="10919" y="9100"/>
                  </a:lnTo>
                  <a:cubicBezTo>
                    <a:pt x="10919" y="8840"/>
                    <a:pt x="10827" y="8595"/>
                    <a:pt x="10659" y="8397"/>
                  </a:cubicBezTo>
                  <a:lnTo>
                    <a:pt x="10977" y="8239"/>
                  </a:lnTo>
                  <a:lnTo>
                    <a:pt x="11217" y="8465"/>
                  </a:lnTo>
                  <a:cubicBezTo>
                    <a:pt x="11383" y="8623"/>
                    <a:pt x="11597" y="8703"/>
                    <a:pt x="11811" y="8703"/>
                  </a:cubicBezTo>
                  <a:cubicBezTo>
                    <a:pt x="12025" y="8703"/>
                    <a:pt x="12240" y="8623"/>
                    <a:pt x="12406" y="8465"/>
                  </a:cubicBezTo>
                  <a:lnTo>
                    <a:pt x="12646" y="8239"/>
                  </a:lnTo>
                  <a:lnTo>
                    <a:pt x="13329" y="8580"/>
                  </a:lnTo>
                  <a:cubicBezTo>
                    <a:pt x="13483" y="8657"/>
                    <a:pt x="13580" y="8811"/>
                    <a:pt x="13580" y="8984"/>
                  </a:cubicBezTo>
                  <a:lnTo>
                    <a:pt x="13580" y="10495"/>
                  </a:lnTo>
                  <a:cubicBezTo>
                    <a:pt x="13587" y="10625"/>
                    <a:pt x="13686" y="10690"/>
                    <a:pt x="13784" y="10690"/>
                  </a:cubicBezTo>
                  <a:cubicBezTo>
                    <a:pt x="13883" y="10690"/>
                    <a:pt x="13981" y="10625"/>
                    <a:pt x="13989" y="10495"/>
                  </a:cubicBezTo>
                  <a:lnTo>
                    <a:pt x="13989" y="8984"/>
                  </a:lnTo>
                  <a:cubicBezTo>
                    <a:pt x="13989" y="8657"/>
                    <a:pt x="13801" y="8359"/>
                    <a:pt x="13508" y="8214"/>
                  </a:cubicBezTo>
                  <a:lnTo>
                    <a:pt x="12675" y="7801"/>
                  </a:lnTo>
                  <a:cubicBezTo>
                    <a:pt x="12670" y="7796"/>
                    <a:pt x="12670" y="7791"/>
                    <a:pt x="12670" y="7786"/>
                  </a:cubicBezTo>
                  <a:lnTo>
                    <a:pt x="12670" y="7372"/>
                  </a:lnTo>
                  <a:cubicBezTo>
                    <a:pt x="13017" y="7132"/>
                    <a:pt x="13252" y="6752"/>
                    <a:pt x="13310" y="6328"/>
                  </a:cubicBezTo>
                  <a:cubicBezTo>
                    <a:pt x="13753" y="5573"/>
                    <a:pt x="13556" y="4601"/>
                    <a:pt x="12848" y="4076"/>
                  </a:cubicBezTo>
                  <a:cubicBezTo>
                    <a:pt x="12877" y="3995"/>
                    <a:pt x="12887" y="3908"/>
                    <a:pt x="12887" y="3821"/>
                  </a:cubicBezTo>
                  <a:cubicBezTo>
                    <a:pt x="12887" y="3287"/>
                    <a:pt x="12401" y="2849"/>
                    <a:pt x="11804" y="2849"/>
                  </a:cubicBezTo>
                  <a:cubicBezTo>
                    <a:pt x="11207" y="2849"/>
                    <a:pt x="10722" y="3282"/>
                    <a:pt x="10722" y="3821"/>
                  </a:cubicBezTo>
                  <a:cubicBezTo>
                    <a:pt x="10722" y="3908"/>
                    <a:pt x="10736" y="3995"/>
                    <a:pt x="10760" y="4076"/>
                  </a:cubicBezTo>
                  <a:cubicBezTo>
                    <a:pt x="10505" y="4264"/>
                    <a:pt x="10308" y="4524"/>
                    <a:pt x="10192" y="4817"/>
                  </a:cubicBezTo>
                  <a:cubicBezTo>
                    <a:pt x="10139" y="4317"/>
                    <a:pt x="10086" y="3725"/>
                    <a:pt x="10038" y="3037"/>
                  </a:cubicBezTo>
                  <a:cubicBezTo>
                    <a:pt x="9971" y="2132"/>
                    <a:pt x="9644" y="1367"/>
                    <a:pt x="9095" y="824"/>
                  </a:cubicBezTo>
                  <a:cubicBezTo>
                    <a:pt x="8542" y="285"/>
                    <a:pt x="7820" y="1"/>
                    <a:pt x="6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1"/>
            <p:cNvSpPr/>
            <p:nvPr/>
          </p:nvSpPr>
          <p:spPr>
            <a:xfrm>
              <a:off x="6105361" y="3668391"/>
              <a:ext cx="11252" cy="38502"/>
            </a:xfrm>
            <a:custGeom>
              <a:rect b="b" l="l" r="r" t="t"/>
              <a:pathLst>
                <a:path extrusionOk="0" h="1468" w="429">
                  <a:moveTo>
                    <a:pt x="214" y="0"/>
                  </a:moveTo>
                  <a:cubicBezTo>
                    <a:pt x="99" y="0"/>
                    <a:pt x="7" y="91"/>
                    <a:pt x="7" y="207"/>
                  </a:cubicBezTo>
                  <a:lnTo>
                    <a:pt x="7" y="1251"/>
                  </a:lnTo>
                  <a:cubicBezTo>
                    <a:pt x="0" y="1395"/>
                    <a:pt x="107" y="1468"/>
                    <a:pt x="214" y="1468"/>
                  </a:cubicBezTo>
                  <a:cubicBezTo>
                    <a:pt x="321" y="1468"/>
                    <a:pt x="428" y="1395"/>
                    <a:pt x="421" y="1251"/>
                  </a:cubicBezTo>
                  <a:lnTo>
                    <a:pt x="421" y="207"/>
                  </a:lnTo>
                  <a:cubicBezTo>
                    <a:pt x="421" y="91"/>
                    <a:pt x="325"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81"/>
          <p:cNvGrpSpPr/>
          <p:nvPr/>
        </p:nvGrpSpPr>
        <p:grpSpPr>
          <a:xfrm>
            <a:off x="6212684" y="3412436"/>
            <a:ext cx="366765" cy="307832"/>
            <a:chOff x="6212684" y="3412436"/>
            <a:chExt cx="366765" cy="307832"/>
          </a:xfrm>
        </p:grpSpPr>
        <p:sp>
          <p:nvSpPr>
            <p:cNvPr id="11036" name="Google Shape;11036;p81"/>
            <p:cNvSpPr/>
            <p:nvPr/>
          </p:nvSpPr>
          <p:spPr>
            <a:xfrm>
              <a:off x="6455367" y="3465311"/>
              <a:ext cx="71208" cy="118653"/>
            </a:xfrm>
            <a:custGeom>
              <a:rect b="b" l="l" r="r" t="t"/>
              <a:pathLst>
                <a:path extrusionOk="0" h="4524" w="2715">
                  <a:moveTo>
                    <a:pt x="905" y="1"/>
                  </a:moveTo>
                  <a:lnTo>
                    <a:pt x="905" y="540"/>
                  </a:lnTo>
                  <a:cubicBezTo>
                    <a:pt x="905" y="626"/>
                    <a:pt x="857" y="703"/>
                    <a:pt x="780" y="742"/>
                  </a:cubicBezTo>
                  <a:lnTo>
                    <a:pt x="251" y="1007"/>
                  </a:lnTo>
                  <a:cubicBezTo>
                    <a:pt x="97" y="1084"/>
                    <a:pt x="0" y="1242"/>
                    <a:pt x="0" y="1411"/>
                  </a:cubicBezTo>
                  <a:lnTo>
                    <a:pt x="0" y="4524"/>
                  </a:lnTo>
                  <a:lnTo>
                    <a:pt x="2714" y="4524"/>
                  </a:lnTo>
                  <a:lnTo>
                    <a:pt x="2714" y="1411"/>
                  </a:lnTo>
                  <a:cubicBezTo>
                    <a:pt x="2714" y="1242"/>
                    <a:pt x="2618" y="1084"/>
                    <a:pt x="2464" y="1007"/>
                  </a:cubicBezTo>
                  <a:lnTo>
                    <a:pt x="1935" y="742"/>
                  </a:lnTo>
                  <a:cubicBezTo>
                    <a:pt x="1858" y="703"/>
                    <a:pt x="1810" y="626"/>
                    <a:pt x="1810" y="540"/>
                  </a:cubicBezTo>
                  <a:lnTo>
                    <a:pt x="1810"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1"/>
            <p:cNvSpPr/>
            <p:nvPr/>
          </p:nvSpPr>
          <p:spPr>
            <a:xfrm>
              <a:off x="6467222" y="3583938"/>
              <a:ext cx="47472" cy="77266"/>
            </a:xfrm>
            <a:custGeom>
              <a:rect b="b" l="l" r="r" t="t"/>
              <a:pathLst>
                <a:path extrusionOk="0" h="2946" w="1810">
                  <a:moveTo>
                    <a:pt x="1" y="1"/>
                  </a:moveTo>
                  <a:lnTo>
                    <a:pt x="1" y="2946"/>
                  </a:lnTo>
                  <a:lnTo>
                    <a:pt x="1810" y="2946"/>
                  </a:lnTo>
                  <a:lnTo>
                    <a:pt x="1810"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1"/>
            <p:cNvSpPr/>
            <p:nvPr/>
          </p:nvSpPr>
          <p:spPr>
            <a:xfrm>
              <a:off x="6487915" y="3494974"/>
              <a:ext cx="5980" cy="88990"/>
            </a:xfrm>
            <a:custGeom>
              <a:rect b="b" l="l" r="r" t="t"/>
              <a:pathLst>
                <a:path extrusionOk="0" h="3393" w="228">
                  <a:moveTo>
                    <a:pt x="1" y="1"/>
                  </a:moveTo>
                  <a:lnTo>
                    <a:pt x="1" y="3393"/>
                  </a:lnTo>
                  <a:lnTo>
                    <a:pt x="227" y="3393"/>
                  </a:lnTo>
                  <a:lnTo>
                    <a:pt x="227"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1"/>
            <p:cNvSpPr/>
            <p:nvPr/>
          </p:nvSpPr>
          <p:spPr>
            <a:xfrm>
              <a:off x="6479103" y="3465311"/>
              <a:ext cx="23605" cy="29690"/>
            </a:xfrm>
            <a:custGeom>
              <a:rect b="b" l="l" r="r" t="t"/>
              <a:pathLst>
                <a:path extrusionOk="0" h="1132" w="900">
                  <a:moveTo>
                    <a:pt x="0" y="1"/>
                  </a:moveTo>
                  <a:lnTo>
                    <a:pt x="0" y="679"/>
                  </a:lnTo>
                  <a:cubicBezTo>
                    <a:pt x="0" y="930"/>
                    <a:pt x="202" y="1132"/>
                    <a:pt x="452" y="1132"/>
                  </a:cubicBezTo>
                  <a:cubicBezTo>
                    <a:pt x="703"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1"/>
            <p:cNvSpPr/>
            <p:nvPr/>
          </p:nvSpPr>
          <p:spPr>
            <a:xfrm>
              <a:off x="6467222" y="3417997"/>
              <a:ext cx="47472" cy="53294"/>
            </a:xfrm>
            <a:custGeom>
              <a:rect b="b" l="l" r="r" t="t"/>
              <a:pathLst>
                <a:path extrusionOk="0" h="2032" w="1810">
                  <a:moveTo>
                    <a:pt x="679" y="1"/>
                  </a:moveTo>
                  <a:cubicBezTo>
                    <a:pt x="304" y="1"/>
                    <a:pt x="1" y="304"/>
                    <a:pt x="1" y="679"/>
                  </a:cubicBezTo>
                  <a:lnTo>
                    <a:pt x="1" y="1131"/>
                  </a:lnTo>
                  <a:cubicBezTo>
                    <a:pt x="1" y="1627"/>
                    <a:pt x="405" y="2031"/>
                    <a:pt x="905" y="2031"/>
                  </a:cubicBezTo>
                  <a:cubicBezTo>
                    <a:pt x="908" y="2031"/>
                    <a:pt x="911" y="2031"/>
                    <a:pt x="914" y="2031"/>
                  </a:cubicBezTo>
                  <a:cubicBezTo>
                    <a:pt x="1410"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1"/>
            <p:cNvSpPr/>
            <p:nvPr/>
          </p:nvSpPr>
          <p:spPr>
            <a:xfrm>
              <a:off x="6467117" y="3417865"/>
              <a:ext cx="32706" cy="53452"/>
            </a:xfrm>
            <a:custGeom>
              <a:rect b="b" l="l" r="r" t="t"/>
              <a:pathLst>
                <a:path extrusionOk="0" h="2038" w="1247">
                  <a:moveTo>
                    <a:pt x="683" y="1"/>
                  </a:moveTo>
                  <a:cubicBezTo>
                    <a:pt x="308" y="1"/>
                    <a:pt x="5" y="304"/>
                    <a:pt x="5" y="679"/>
                  </a:cubicBezTo>
                  <a:lnTo>
                    <a:pt x="5" y="1131"/>
                  </a:lnTo>
                  <a:cubicBezTo>
                    <a:pt x="1" y="1652"/>
                    <a:pt x="427" y="2038"/>
                    <a:pt x="903" y="2038"/>
                  </a:cubicBezTo>
                  <a:cubicBezTo>
                    <a:pt x="1016" y="2038"/>
                    <a:pt x="1132" y="2016"/>
                    <a:pt x="1246" y="1969"/>
                  </a:cubicBezTo>
                  <a:cubicBezTo>
                    <a:pt x="905" y="1834"/>
                    <a:pt x="683" y="1502"/>
                    <a:pt x="683" y="1131"/>
                  </a:cubicBezTo>
                  <a:lnTo>
                    <a:pt x="683" y="679"/>
                  </a:lnTo>
                  <a:cubicBezTo>
                    <a:pt x="683" y="347"/>
                    <a:pt x="924" y="68"/>
                    <a:pt x="1246" y="10"/>
                  </a:cubicBezTo>
                  <a:cubicBezTo>
                    <a:pt x="1208" y="6"/>
                    <a:pt x="1174"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1"/>
            <p:cNvSpPr/>
            <p:nvPr/>
          </p:nvSpPr>
          <p:spPr>
            <a:xfrm>
              <a:off x="6467222" y="3417865"/>
              <a:ext cx="47472" cy="23762"/>
            </a:xfrm>
            <a:custGeom>
              <a:rect b="b" l="l" r="r" t="t"/>
              <a:pathLst>
                <a:path extrusionOk="0" h="906" w="1810">
                  <a:moveTo>
                    <a:pt x="679" y="1"/>
                  </a:moveTo>
                  <a:cubicBezTo>
                    <a:pt x="304" y="1"/>
                    <a:pt x="1" y="304"/>
                    <a:pt x="1" y="679"/>
                  </a:cubicBezTo>
                  <a:cubicBezTo>
                    <a:pt x="1" y="679"/>
                    <a:pt x="679" y="905"/>
                    <a:pt x="1810" y="905"/>
                  </a:cubicBezTo>
                  <a:lnTo>
                    <a:pt x="1810" y="679"/>
                  </a:lnTo>
                  <a:cubicBezTo>
                    <a:pt x="1810" y="304"/>
                    <a:pt x="1507" y="1"/>
                    <a:pt x="11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1"/>
            <p:cNvSpPr/>
            <p:nvPr/>
          </p:nvSpPr>
          <p:spPr>
            <a:xfrm>
              <a:off x="6467222" y="3417865"/>
              <a:ext cx="32601" cy="21611"/>
            </a:xfrm>
            <a:custGeom>
              <a:rect b="b" l="l" r="r" t="t"/>
              <a:pathLst>
                <a:path extrusionOk="0" h="824" w="1243">
                  <a:moveTo>
                    <a:pt x="679" y="1"/>
                  </a:moveTo>
                  <a:cubicBezTo>
                    <a:pt x="304" y="1"/>
                    <a:pt x="1" y="304"/>
                    <a:pt x="1" y="679"/>
                  </a:cubicBezTo>
                  <a:cubicBezTo>
                    <a:pt x="222" y="747"/>
                    <a:pt x="448" y="795"/>
                    <a:pt x="679" y="824"/>
                  </a:cubicBezTo>
                  <a:lnTo>
                    <a:pt x="679" y="679"/>
                  </a:lnTo>
                  <a:cubicBezTo>
                    <a:pt x="679" y="347"/>
                    <a:pt x="920" y="68"/>
                    <a:pt x="1242" y="10"/>
                  </a:cubicBezTo>
                  <a:cubicBezTo>
                    <a:pt x="1204" y="6"/>
                    <a:pt x="1170" y="1"/>
                    <a:pt x="113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1"/>
            <p:cNvSpPr/>
            <p:nvPr/>
          </p:nvSpPr>
          <p:spPr>
            <a:xfrm>
              <a:off x="6455367" y="3495368"/>
              <a:ext cx="17808" cy="88596"/>
            </a:xfrm>
            <a:custGeom>
              <a:rect b="b" l="l" r="r" t="t"/>
              <a:pathLst>
                <a:path extrusionOk="0" h="3378" w="679">
                  <a:moveTo>
                    <a:pt x="92" y="0"/>
                  </a:moveTo>
                  <a:cubicBezTo>
                    <a:pt x="34" y="77"/>
                    <a:pt x="0" y="169"/>
                    <a:pt x="0" y="265"/>
                  </a:cubicBezTo>
                  <a:lnTo>
                    <a:pt x="0" y="3378"/>
                  </a:lnTo>
                  <a:lnTo>
                    <a:pt x="679" y="3378"/>
                  </a:lnTo>
                  <a:lnTo>
                    <a:pt x="679" y="664"/>
                  </a:lnTo>
                  <a:cubicBezTo>
                    <a:pt x="679" y="520"/>
                    <a:pt x="612" y="390"/>
                    <a:pt x="496" y="303"/>
                  </a:cubicBezTo>
                  <a:lnTo>
                    <a:pt x="92"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1"/>
            <p:cNvSpPr/>
            <p:nvPr/>
          </p:nvSpPr>
          <p:spPr>
            <a:xfrm>
              <a:off x="6508740" y="3495368"/>
              <a:ext cx="17835" cy="88596"/>
            </a:xfrm>
            <a:custGeom>
              <a:rect b="b" l="l" r="r" t="t"/>
              <a:pathLst>
                <a:path extrusionOk="0" h="3378" w="680">
                  <a:moveTo>
                    <a:pt x="588" y="0"/>
                  </a:moveTo>
                  <a:lnTo>
                    <a:pt x="184" y="303"/>
                  </a:lnTo>
                  <a:cubicBezTo>
                    <a:pt x="68" y="390"/>
                    <a:pt x="1" y="520"/>
                    <a:pt x="1" y="664"/>
                  </a:cubicBezTo>
                  <a:lnTo>
                    <a:pt x="1" y="3378"/>
                  </a:lnTo>
                  <a:lnTo>
                    <a:pt x="679" y="3378"/>
                  </a:lnTo>
                  <a:lnTo>
                    <a:pt x="679" y="265"/>
                  </a:lnTo>
                  <a:cubicBezTo>
                    <a:pt x="679" y="169"/>
                    <a:pt x="646" y="77"/>
                    <a:pt x="588"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1"/>
            <p:cNvSpPr/>
            <p:nvPr/>
          </p:nvSpPr>
          <p:spPr>
            <a:xfrm>
              <a:off x="6265558" y="3465311"/>
              <a:ext cx="71077" cy="118653"/>
            </a:xfrm>
            <a:custGeom>
              <a:rect b="b" l="l" r="r" t="t"/>
              <a:pathLst>
                <a:path extrusionOk="0" h="4524" w="2710">
                  <a:moveTo>
                    <a:pt x="905" y="1"/>
                  </a:moveTo>
                  <a:lnTo>
                    <a:pt x="905" y="540"/>
                  </a:lnTo>
                  <a:cubicBezTo>
                    <a:pt x="905" y="626"/>
                    <a:pt x="857" y="703"/>
                    <a:pt x="780" y="742"/>
                  </a:cubicBezTo>
                  <a:lnTo>
                    <a:pt x="251" y="1007"/>
                  </a:lnTo>
                  <a:cubicBezTo>
                    <a:pt x="97" y="1084"/>
                    <a:pt x="1" y="1242"/>
                    <a:pt x="1" y="1411"/>
                  </a:cubicBezTo>
                  <a:lnTo>
                    <a:pt x="1" y="4524"/>
                  </a:lnTo>
                  <a:lnTo>
                    <a:pt x="2710" y="4524"/>
                  </a:lnTo>
                  <a:lnTo>
                    <a:pt x="2710" y="1411"/>
                  </a:lnTo>
                  <a:cubicBezTo>
                    <a:pt x="2710" y="1242"/>
                    <a:pt x="2613" y="1084"/>
                    <a:pt x="2459" y="1007"/>
                  </a:cubicBezTo>
                  <a:lnTo>
                    <a:pt x="1930" y="742"/>
                  </a:lnTo>
                  <a:cubicBezTo>
                    <a:pt x="1853" y="703"/>
                    <a:pt x="1805" y="626"/>
                    <a:pt x="1805" y="540"/>
                  </a:cubicBezTo>
                  <a:lnTo>
                    <a:pt x="1805"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1"/>
            <p:cNvSpPr/>
            <p:nvPr/>
          </p:nvSpPr>
          <p:spPr>
            <a:xfrm>
              <a:off x="6277308" y="3583938"/>
              <a:ext cx="47472" cy="77266"/>
            </a:xfrm>
            <a:custGeom>
              <a:rect b="b" l="l" r="r" t="t"/>
              <a:pathLst>
                <a:path extrusionOk="0" h="2946" w="1810">
                  <a:moveTo>
                    <a:pt x="0" y="1"/>
                  </a:moveTo>
                  <a:lnTo>
                    <a:pt x="0" y="2946"/>
                  </a:lnTo>
                  <a:lnTo>
                    <a:pt x="1809" y="2946"/>
                  </a:lnTo>
                  <a:lnTo>
                    <a:pt x="180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1"/>
            <p:cNvSpPr/>
            <p:nvPr/>
          </p:nvSpPr>
          <p:spPr>
            <a:xfrm>
              <a:off x="6298133" y="3494974"/>
              <a:ext cx="5954" cy="88990"/>
            </a:xfrm>
            <a:custGeom>
              <a:rect b="b" l="l" r="r" t="t"/>
              <a:pathLst>
                <a:path extrusionOk="0" h="3393" w="227">
                  <a:moveTo>
                    <a:pt x="0" y="1"/>
                  </a:moveTo>
                  <a:lnTo>
                    <a:pt x="0" y="3393"/>
                  </a:lnTo>
                  <a:lnTo>
                    <a:pt x="226" y="3393"/>
                  </a:lnTo>
                  <a:lnTo>
                    <a:pt x="22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1"/>
            <p:cNvSpPr/>
            <p:nvPr/>
          </p:nvSpPr>
          <p:spPr>
            <a:xfrm>
              <a:off x="6289163" y="3465311"/>
              <a:ext cx="23762" cy="29690"/>
            </a:xfrm>
            <a:custGeom>
              <a:rect b="b" l="l" r="r" t="t"/>
              <a:pathLst>
                <a:path extrusionOk="0" h="1132" w="906">
                  <a:moveTo>
                    <a:pt x="0" y="1"/>
                  </a:moveTo>
                  <a:lnTo>
                    <a:pt x="0" y="679"/>
                  </a:lnTo>
                  <a:cubicBezTo>
                    <a:pt x="0" y="930"/>
                    <a:pt x="203" y="1132"/>
                    <a:pt x="453" y="1132"/>
                  </a:cubicBezTo>
                  <a:cubicBezTo>
                    <a:pt x="703" y="1132"/>
                    <a:pt x="905" y="930"/>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1"/>
            <p:cNvSpPr/>
            <p:nvPr/>
          </p:nvSpPr>
          <p:spPr>
            <a:xfrm>
              <a:off x="6277413" y="3417997"/>
              <a:ext cx="47498" cy="53294"/>
            </a:xfrm>
            <a:custGeom>
              <a:rect b="b" l="l" r="r" t="t"/>
              <a:pathLst>
                <a:path extrusionOk="0" h="2032" w="1811">
                  <a:moveTo>
                    <a:pt x="679" y="1"/>
                  </a:moveTo>
                  <a:cubicBezTo>
                    <a:pt x="304" y="1"/>
                    <a:pt x="1" y="304"/>
                    <a:pt x="1" y="679"/>
                  </a:cubicBezTo>
                  <a:lnTo>
                    <a:pt x="1" y="1131"/>
                  </a:lnTo>
                  <a:cubicBezTo>
                    <a:pt x="1" y="1627"/>
                    <a:pt x="405" y="2031"/>
                    <a:pt x="901" y="2031"/>
                  </a:cubicBezTo>
                  <a:cubicBezTo>
                    <a:pt x="904" y="2031"/>
                    <a:pt x="907" y="2031"/>
                    <a:pt x="909" y="2031"/>
                  </a:cubicBezTo>
                  <a:cubicBezTo>
                    <a:pt x="1406"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1"/>
            <p:cNvSpPr/>
            <p:nvPr/>
          </p:nvSpPr>
          <p:spPr>
            <a:xfrm>
              <a:off x="6277308" y="3417865"/>
              <a:ext cx="32706" cy="53452"/>
            </a:xfrm>
            <a:custGeom>
              <a:rect b="b" l="l" r="r" t="t"/>
              <a:pathLst>
                <a:path extrusionOk="0" h="2038" w="1247">
                  <a:moveTo>
                    <a:pt x="679" y="1"/>
                  </a:moveTo>
                  <a:cubicBezTo>
                    <a:pt x="303" y="1"/>
                    <a:pt x="0" y="304"/>
                    <a:pt x="0" y="679"/>
                  </a:cubicBezTo>
                  <a:lnTo>
                    <a:pt x="0" y="1131"/>
                  </a:lnTo>
                  <a:cubicBezTo>
                    <a:pt x="0" y="1652"/>
                    <a:pt x="424" y="2038"/>
                    <a:pt x="901" y="2038"/>
                  </a:cubicBezTo>
                  <a:cubicBezTo>
                    <a:pt x="1015" y="2038"/>
                    <a:pt x="1131" y="2016"/>
                    <a:pt x="1246" y="1969"/>
                  </a:cubicBezTo>
                  <a:cubicBezTo>
                    <a:pt x="905" y="1834"/>
                    <a:pt x="679" y="1502"/>
                    <a:pt x="679" y="1131"/>
                  </a:cubicBezTo>
                  <a:lnTo>
                    <a:pt x="679" y="679"/>
                  </a:lnTo>
                  <a:cubicBezTo>
                    <a:pt x="679" y="347"/>
                    <a:pt x="919" y="68"/>
                    <a:pt x="1246" y="10"/>
                  </a:cubicBezTo>
                  <a:cubicBezTo>
                    <a:pt x="1208" y="6"/>
                    <a:pt x="1169"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1"/>
            <p:cNvSpPr/>
            <p:nvPr/>
          </p:nvSpPr>
          <p:spPr>
            <a:xfrm>
              <a:off x="6277308" y="3417865"/>
              <a:ext cx="47472" cy="23762"/>
            </a:xfrm>
            <a:custGeom>
              <a:rect b="b" l="l" r="r" t="t"/>
              <a:pathLst>
                <a:path extrusionOk="0" h="906" w="1810">
                  <a:moveTo>
                    <a:pt x="679" y="1"/>
                  </a:moveTo>
                  <a:cubicBezTo>
                    <a:pt x="308" y="1"/>
                    <a:pt x="0" y="304"/>
                    <a:pt x="0" y="679"/>
                  </a:cubicBezTo>
                  <a:cubicBezTo>
                    <a:pt x="0" y="679"/>
                    <a:pt x="679" y="905"/>
                    <a:pt x="1809" y="905"/>
                  </a:cubicBezTo>
                  <a:lnTo>
                    <a:pt x="1809" y="679"/>
                  </a:lnTo>
                  <a:cubicBezTo>
                    <a:pt x="1809"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1"/>
            <p:cNvSpPr/>
            <p:nvPr/>
          </p:nvSpPr>
          <p:spPr>
            <a:xfrm>
              <a:off x="6277308" y="3417865"/>
              <a:ext cx="32706" cy="21611"/>
            </a:xfrm>
            <a:custGeom>
              <a:rect b="b" l="l" r="r" t="t"/>
              <a:pathLst>
                <a:path extrusionOk="0" h="824" w="1247">
                  <a:moveTo>
                    <a:pt x="679" y="1"/>
                  </a:moveTo>
                  <a:cubicBezTo>
                    <a:pt x="303" y="1"/>
                    <a:pt x="0" y="304"/>
                    <a:pt x="0" y="679"/>
                  </a:cubicBezTo>
                  <a:cubicBezTo>
                    <a:pt x="221" y="747"/>
                    <a:pt x="452" y="795"/>
                    <a:pt x="679" y="824"/>
                  </a:cubicBezTo>
                  <a:lnTo>
                    <a:pt x="679" y="679"/>
                  </a:lnTo>
                  <a:cubicBezTo>
                    <a:pt x="679" y="347"/>
                    <a:pt x="919" y="68"/>
                    <a:pt x="1246" y="10"/>
                  </a:cubicBezTo>
                  <a:cubicBezTo>
                    <a:pt x="1208" y="6"/>
                    <a:pt x="1169" y="1"/>
                    <a:pt x="11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1"/>
            <p:cNvSpPr/>
            <p:nvPr/>
          </p:nvSpPr>
          <p:spPr>
            <a:xfrm>
              <a:off x="6265427" y="3495368"/>
              <a:ext cx="17835" cy="88596"/>
            </a:xfrm>
            <a:custGeom>
              <a:rect b="b" l="l" r="r" t="t"/>
              <a:pathLst>
                <a:path extrusionOk="0" h="3378" w="680">
                  <a:moveTo>
                    <a:pt x="92" y="0"/>
                  </a:moveTo>
                  <a:cubicBezTo>
                    <a:pt x="34" y="77"/>
                    <a:pt x="1" y="169"/>
                    <a:pt x="1" y="265"/>
                  </a:cubicBezTo>
                  <a:lnTo>
                    <a:pt x="1" y="3378"/>
                  </a:lnTo>
                  <a:lnTo>
                    <a:pt x="679" y="3378"/>
                  </a:lnTo>
                  <a:lnTo>
                    <a:pt x="679" y="664"/>
                  </a:lnTo>
                  <a:cubicBezTo>
                    <a:pt x="679" y="520"/>
                    <a:pt x="612" y="390"/>
                    <a:pt x="501" y="303"/>
                  </a:cubicBezTo>
                  <a:lnTo>
                    <a:pt x="92"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1"/>
            <p:cNvSpPr/>
            <p:nvPr/>
          </p:nvSpPr>
          <p:spPr>
            <a:xfrm>
              <a:off x="6318826" y="3495368"/>
              <a:ext cx="17940" cy="88596"/>
            </a:xfrm>
            <a:custGeom>
              <a:rect b="b" l="l" r="r" t="t"/>
              <a:pathLst>
                <a:path extrusionOk="0" h="3378" w="684">
                  <a:moveTo>
                    <a:pt x="587" y="0"/>
                  </a:moveTo>
                  <a:lnTo>
                    <a:pt x="183" y="303"/>
                  </a:lnTo>
                  <a:cubicBezTo>
                    <a:pt x="68" y="390"/>
                    <a:pt x="0" y="520"/>
                    <a:pt x="5" y="664"/>
                  </a:cubicBezTo>
                  <a:lnTo>
                    <a:pt x="5" y="3378"/>
                  </a:lnTo>
                  <a:lnTo>
                    <a:pt x="683" y="3378"/>
                  </a:lnTo>
                  <a:lnTo>
                    <a:pt x="683" y="265"/>
                  </a:lnTo>
                  <a:cubicBezTo>
                    <a:pt x="679" y="169"/>
                    <a:pt x="650" y="77"/>
                    <a:pt x="58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1"/>
            <p:cNvSpPr/>
            <p:nvPr/>
          </p:nvSpPr>
          <p:spPr>
            <a:xfrm>
              <a:off x="6360476" y="3465311"/>
              <a:ext cx="71181" cy="118653"/>
            </a:xfrm>
            <a:custGeom>
              <a:rect b="b" l="l" r="r" t="t"/>
              <a:pathLst>
                <a:path extrusionOk="0" h="4524" w="2714">
                  <a:moveTo>
                    <a:pt x="905" y="1"/>
                  </a:moveTo>
                  <a:lnTo>
                    <a:pt x="905" y="540"/>
                  </a:lnTo>
                  <a:cubicBezTo>
                    <a:pt x="905" y="626"/>
                    <a:pt x="857" y="703"/>
                    <a:pt x="780" y="742"/>
                  </a:cubicBezTo>
                  <a:lnTo>
                    <a:pt x="250" y="1007"/>
                  </a:lnTo>
                  <a:cubicBezTo>
                    <a:pt x="96" y="1084"/>
                    <a:pt x="0" y="1242"/>
                    <a:pt x="0" y="1411"/>
                  </a:cubicBezTo>
                  <a:lnTo>
                    <a:pt x="0" y="4524"/>
                  </a:lnTo>
                  <a:lnTo>
                    <a:pt x="2714" y="4524"/>
                  </a:lnTo>
                  <a:lnTo>
                    <a:pt x="2714" y="1411"/>
                  </a:lnTo>
                  <a:cubicBezTo>
                    <a:pt x="2714" y="1242"/>
                    <a:pt x="2618" y="1084"/>
                    <a:pt x="2464" y="1007"/>
                  </a:cubicBezTo>
                  <a:lnTo>
                    <a:pt x="1934" y="742"/>
                  </a:lnTo>
                  <a:cubicBezTo>
                    <a:pt x="1857" y="703"/>
                    <a:pt x="1809" y="626"/>
                    <a:pt x="1809" y="540"/>
                  </a:cubicBezTo>
                  <a:lnTo>
                    <a:pt x="1809" y="1"/>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1"/>
            <p:cNvSpPr/>
            <p:nvPr/>
          </p:nvSpPr>
          <p:spPr>
            <a:xfrm>
              <a:off x="6372199" y="3583938"/>
              <a:ext cx="47603" cy="77266"/>
            </a:xfrm>
            <a:custGeom>
              <a:rect b="b" l="l" r="r" t="t"/>
              <a:pathLst>
                <a:path extrusionOk="0" h="2946" w="1815">
                  <a:moveTo>
                    <a:pt x="1" y="1"/>
                  </a:moveTo>
                  <a:lnTo>
                    <a:pt x="1" y="2946"/>
                  </a:lnTo>
                  <a:lnTo>
                    <a:pt x="1815" y="2946"/>
                  </a:lnTo>
                  <a:lnTo>
                    <a:pt x="181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1"/>
            <p:cNvSpPr/>
            <p:nvPr/>
          </p:nvSpPr>
          <p:spPr>
            <a:xfrm>
              <a:off x="6393024" y="3494974"/>
              <a:ext cx="5954" cy="88990"/>
            </a:xfrm>
            <a:custGeom>
              <a:rect b="b" l="l" r="r" t="t"/>
              <a:pathLst>
                <a:path extrusionOk="0" h="3393" w="227">
                  <a:moveTo>
                    <a:pt x="0" y="1"/>
                  </a:moveTo>
                  <a:lnTo>
                    <a:pt x="0" y="3393"/>
                  </a:lnTo>
                  <a:lnTo>
                    <a:pt x="227" y="3393"/>
                  </a:lnTo>
                  <a:lnTo>
                    <a:pt x="22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1"/>
            <p:cNvSpPr/>
            <p:nvPr/>
          </p:nvSpPr>
          <p:spPr>
            <a:xfrm>
              <a:off x="6384185" y="3465311"/>
              <a:ext cx="23631" cy="29690"/>
            </a:xfrm>
            <a:custGeom>
              <a:rect b="b" l="l" r="r" t="t"/>
              <a:pathLst>
                <a:path extrusionOk="0" h="1132" w="901">
                  <a:moveTo>
                    <a:pt x="1" y="1"/>
                  </a:moveTo>
                  <a:lnTo>
                    <a:pt x="1" y="679"/>
                  </a:lnTo>
                  <a:cubicBezTo>
                    <a:pt x="1" y="930"/>
                    <a:pt x="203" y="1132"/>
                    <a:pt x="453" y="1132"/>
                  </a:cubicBezTo>
                  <a:cubicBezTo>
                    <a:pt x="698"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1"/>
            <p:cNvSpPr/>
            <p:nvPr/>
          </p:nvSpPr>
          <p:spPr>
            <a:xfrm>
              <a:off x="6372330" y="3417997"/>
              <a:ext cx="47472" cy="53294"/>
            </a:xfrm>
            <a:custGeom>
              <a:rect b="b" l="l" r="r" t="t"/>
              <a:pathLst>
                <a:path extrusionOk="0" h="2032" w="1810">
                  <a:moveTo>
                    <a:pt x="1140" y="0"/>
                  </a:moveTo>
                  <a:cubicBezTo>
                    <a:pt x="1137" y="0"/>
                    <a:pt x="1134" y="1"/>
                    <a:pt x="1131" y="1"/>
                  </a:cubicBezTo>
                  <a:lnTo>
                    <a:pt x="679" y="1"/>
                  </a:lnTo>
                  <a:cubicBezTo>
                    <a:pt x="303" y="1"/>
                    <a:pt x="0" y="304"/>
                    <a:pt x="0" y="679"/>
                  </a:cubicBezTo>
                  <a:lnTo>
                    <a:pt x="0" y="1131"/>
                  </a:lnTo>
                  <a:cubicBezTo>
                    <a:pt x="0" y="1627"/>
                    <a:pt x="405" y="2031"/>
                    <a:pt x="905" y="2031"/>
                  </a:cubicBezTo>
                  <a:cubicBezTo>
                    <a:pt x="908" y="2031"/>
                    <a:pt x="911" y="2031"/>
                    <a:pt x="914" y="2031"/>
                  </a:cubicBezTo>
                  <a:cubicBezTo>
                    <a:pt x="1405" y="2031"/>
                    <a:pt x="1810" y="1624"/>
                    <a:pt x="1810" y="1131"/>
                  </a:cubicBezTo>
                  <a:lnTo>
                    <a:pt x="1810" y="679"/>
                  </a:lnTo>
                  <a:cubicBezTo>
                    <a:pt x="1810" y="307"/>
                    <a:pt x="1511" y="0"/>
                    <a:pt x="114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1"/>
            <p:cNvSpPr/>
            <p:nvPr/>
          </p:nvSpPr>
          <p:spPr>
            <a:xfrm>
              <a:off x="6372199" y="3417865"/>
              <a:ext cx="32706" cy="53452"/>
            </a:xfrm>
            <a:custGeom>
              <a:rect b="b" l="l" r="r" t="t"/>
              <a:pathLst>
                <a:path extrusionOk="0" h="2038" w="1247">
                  <a:moveTo>
                    <a:pt x="684" y="1"/>
                  </a:moveTo>
                  <a:cubicBezTo>
                    <a:pt x="308" y="1"/>
                    <a:pt x="1" y="304"/>
                    <a:pt x="1" y="679"/>
                  </a:cubicBezTo>
                  <a:lnTo>
                    <a:pt x="1" y="1131"/>
                  </a:lnTo>
                  <a:cubicBezTo>
                    <a:pt x="1" y="1652"/>
                    <a:pt x="427" y="2038"/>
                    <a:pt x="903" y="2038"/>
                  </a:cubicBezTo>
                  <a:cubicBezTo>
                    <a:pt x="1017" y="2038"/>
                    <a:pt x="1133" y="2016"/>
                    <a:pt x="1247" y="1969"/>
                  </a:cubicBezTo>
                  <a:cubicBezTo>
                    <a:pt x="905" y="1834"/>
                    <a:pt x="679" y="1502"/>
                    <a:pt x="684" y="1131"/>
                  </a:cubicBezTo>
                  <a:lnTo>
                    <a:pt x="684" y="679"/>
                  </a:lnTo>
                  <a:cubicBezTo>
                    <a:pt x="684" y="347"/>
                    <a:pt x="920" y="68"/>
                    <a:pt x="1247" y="10"/>
                  </a:cubicBezTo>
                  <a:cubicBezTo>
                    <a:pt x="1208" y="6"/>
                    <a:pt x="1170"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1"/>
            <p:cNvSpPr/>
            <p:nvPr/>
          </p:nvSpPr>
          <p:spPr>
            <a:xfrm>
              <a:off x="6372330" y="3417865"/>
              <a:ext cx="47472" cy="23762"/>
            </a:xfrm>
            <a:custGeom>
              <a:rect b="b" l="l" r="r" t="t"/>
              <a:pathLst>
                <a:path extrusionOk="0" h="906" w="1810">
                  <a:moveTo>
                    <a:pt x="679" y="1"/>
                  </a:moveTo>
                  <a:cubicBezTo>
                    <a:pt x="303" y="1"/>
                    <a:pt x="0" y="304"/>
                    <a:pt x="0" y="679"/>
                  </a:cubicBezTo>
                  <a:cubicBezTo>
                    <a:pt x="0" y="679"/>
                    <a:pt x="679" y="905"/>
                    <a:pt x="1810" y="905"/>
                  </a:cubicBezTo>
                  <a:lnTo>
                    <a:pt x="1810" y="679"/>
                  </a:lnTo>
                  <a:cubicBezTo>
                    <a:pt x="1810"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1"/>
            <p:cNvSpPr/>
            <p:nvPr/>
          </p:nvSpPr>
          <p:spPr>
            <a:xfrm>
              <a:off x="6372199" y="3417865"/>
              <a:ext cx="32706" cy="21611"/>
            </a:xfrm>
            <a:custGeom>
              <a:rect b="b" l="l" r="r" t="t"/>
              <a:pathLst>
                <a:path extrusionOk="0" h="824" w="1247">
                  <a:moveTo>
                    <a:pt x="684" y="1"/>
                  </a:moveTo>
                  <a:cubicBezTo>
                    <a:pt x="308" y="1"/>
                    <a:pt x="1" y="304"/>
                    <a:pt x="1" y="679"/>
                  </a:cubicBezTo>
                  <a:cubicBezTo>
                    <a:pt x="227" y="747"/>
                    <a:pt x="453" y="795"/>
                    <a:pt x="684" y="824"/>
                  </a:cubicBezTo>
                  <a:lnTo>
                    <a:pt x="684" y="679"/>
                  </a:lnTo>
                  <a:cubicBezTo>
                    <a:pt x="684" y="347"/>
                    <a:pt x="920" y="68"/>
                    <a:pt x="1247" y="10"/>
                  </a:cubicBezTo>
                  <a:cubicBezTo>
                    <a:pt x="1208" y="6"/>
                    <a:pt x="1170" y="1"/>
                    <a:pt x="113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1"/>
            <p:cNvSpPr/>
            <p:nvPr/>
          </p:nvSpPr>
          <p:spPr>
            <a:xfrm>
              <a:off x="6360344" y="3495368"/>
              <a:ext cx="17808" cy="88596"/>
            </a:xfrm>
            <a:custGeom>
              <a:rect b="b" l="l" r="r" t="t"/>
              <a:pathLst>
                <a:path extrusionOk="0" h="3378" w="679">
                  <a:moveTo>
                    <a:pt x="96" y="0"/>
                  </a:moveTo>
                  <a:cubicBezTo>
                    <a:pt x="34" y="77"/>
                    <a:pt x="5" y="169"/>
                    <a:pt x="0" y="265"/>
                  </a:cubicBezTo>
                  <a:lnTo>
                    <a:pt x="0" y="3378"/>
                  </a:lnTo>
                  <a:lnTo>
                    <a:pt x="679" y="3378"/>
                  </a:lnTo>
                  <a:lnTo>
                    <a:pt x="679" y="664"/>
                  </a:lnTo>
                  <a:cubicBezTo>
                    <a:pt x="679" y="520"/>
                    <a:pt x="611" y="390"/>
                    <a:pt x="501" y="303"/>
                  </a:cubicBezTo>
                  <a:lnTo>
                    <a:pt x="96"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1"/>
            <p:cNvSpPr/>
            <p:nvPr/>
          </p:nvSpPr>
          <p:spPr>
            <a:xfrm>
              <a:off x="6413849" y="3495368"/>
              <a:ext cx="17808" cy="88596"/>
            </a:xfrm>
            <a:custGeom>
              <a:rect b="b" l="l" r="r" t="t"/>
              <a:pathLst>
                <a:path extrusionOk="0" h="3378" w="679">
                  <a:moveTo>
                    <a:pt x="587" y="0"/>
                  </a:moveTo>
                  <a:lnTo>
                    <a:pt x="178" y="303"/>
                  </a:lnTo>
                  <a:cubicBezTo>
                    <a:pt x="68" y="390"/>
                    <a:pt x="0" y="520"/>
                    <a:pt x="0" y="664"/>
                  </a:cubicBezTo>
                  <a:lnTo>
                    <a:pt x="0" y="3378"/>
                  </a:lnTo>
                  <a:lnTo>
                    <a:pt x="679" y="3378"/>
                  </a:lnTo>
                  <a:lnTo>
                    <a:pt x="679" y="265"/>
                  </a:lnTo>
                  <a:cubicBezTo>
                    <a:pt x="679" y="169"/>
                    <a:pt x="645" y="77"/>
                    <a:pt x="587"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1"/>
            <p:cNvSpPr/>
            <p:nvPr/>
          </p:nvSpPr>
          <p:spPr>
            <a:xfrm>
              <a:off x="6217982" y="3566156"/>
              <a:ext cx="71339" cy="148448"/>
            </a:xfrm>
            <a:custGeom>
              <a:rect b="b" l="l" r="r" t="t"/>
              <a:pathLst>
                <a:path extrusionOk="0" h="5660" w="2720">
                  <a:moveTo>
                    <a:pt x="910" y="1"/>
                  </a:moveTo>
                  <a:lnTo>
                    <a:pt x="910" y="539"/>
                  </a:lnTo>
                  <a:cubicBezTo>
                    <a:pt x="910" y="626"/>
                    <a:pt x="862" y="703"/>
                    <a:pt x="785" y="742"/>
                  </a:cubicBezTo>
                  <a:lnTo>
                    <a:pt x="256" y="1006"/>
                  </a:lnTo>
                  <a:cubicBezTo>
                    <a:pt x="102" y="1083"/>
                    <a:pt x="1" y="1242"/>
                    <a:pt x="5" y="1415"/>
                  </a:cubicBezTo>
                  <a:lnTo>
                    <a:pt x="5" y="3643"/>
                  </a:lnTo>
                  <a:cubicBezTo>
                    <a:pt x="5" y="3778"/>
                    <a:pt x="44" y="3908"/>
                    <a:pt x="116" y="4018"/>
                  </a:cubicBezTo>
                  <a:lnTo>
                    <a:pt x="342" y="4355"/>
                  </a:lnTo>
                  <a:cubicBezTo>
                    <a:pt x="414" y="4466"/>
                    <a:pt x="458" y="4601"/>
                    <a:pt x="458" y="4730"/>
                  </a:cubicBezTo>
                  <a:lnTo>
                    <a:pt x="458" y="5659"/>
                  </a:lnTo>
                  <a:lnTo>
                    <a:pt x="2267" y="5659"/>
                  </a:lnTo>
                  <a:lnTo>
                    <a:pt x="2267" y="4730"/>
                  </a:lnTo>
                  <a:cubicBezTo>
                    <a:pt x="2267" y="4596"/>
                    <a:pt x="2305" y="4466"/>
                    <a:pt x="2382" y="4355"/>
                  </a:cubicBezTo>
                  <a:lnTo>
                    <a:pt x="2604" y="4018"/>
                  </a:lnTo>
                  <a:cubicBezTo>
                    <a:pt x="2681" y="3908"/>
                    <a:pt x="2719" y="3778"/>
                    <a:pt x="2719" y="3643"/>
                  </a:cubicBezTo>
                  <a:lnTo>
                    <a:pt x="2719" y="1410"/>
                  </a:lnTo>
                  <a:cubicBezTo>
                    <a:pt x="2719" y="1242"/>
                    <a:pt x="2618" y="1083"/>
                    <a:pt x="2464" y="1006"/>
                  </a:cubicBezTo>
                  <a:lnTo>
                    <a:pt x="1935" y="742"/>
                  </a:lnTo>
                  <a:cubicBezTo>
                    <a:pt x="1858" y="703"/>
                    <a:pt x="1810" y="626"/>
                    <a:pt x="1810" y="539"/>
                  </a:cubicBezTo>
                  <a:lnTo>
                    <a:pt x="1810"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1"/>
            <p:cNvSpPr/>
            <p:nvPr/>
          </p:nvSpPr>
          <p:spPr>
            <a:xfrm>
              <a:off x="621798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7"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1"/>
            <p:cNvSpPr/>
            <p:nvPr/>
          </p:nvSpPr>
          <p:spPr>
            <a:xfrm>
              <a:off x="6271355"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66" y="3321"/>
                    <a:pt x="343" y="3210"/>
                  </a:cubicBezTo>
                  <a:lnTo>
                    <a:pt x="564" y="2873"/>
                  </a:lnTo>
                  <a:cubicBezTo>
                    <a:pt x="641" y="2758"/>
                    <a:pt x="679" y="2628"/>
                    <a:pt x="679" y="2493"/>
                  </a:cubicBezTo>
                  <a:lnTo>
                    <a:pt x="679" y="265"/>
                  </a:lnTo>
                  <a:cubicBezTo>
                    <a:pt x="679" y="169"/>
                    <a:pt x="646" y="73"/>
                    <a:pt x="58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1"/>
            <p:cNvSpPr/>
            <p:nvPr/>
          </p:nvSpPr>
          <p:spPr>
            <a:xfrm>
              <a:off x="6229836"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1"/>
            <p:cNvSpPr/>
            <p:nvPr/>
          </p:nvSpPr>
          <p:spPr>
            <a:xfrm>
              <a:off x="6250661" y="3690841"/>
              <a:ext cx="5954" cy="23762"/>
            </a:xfrm>
            <a:custGeom>
              <a:rect b="b" l="l" r="r" t="t"/>
              <a:pathLst>
                <a:path extrusionOk="0" h="906" w="227">
                  <a:moveTo>
                    <a:pt x="111" y="1"/>
                  </a:moveTo>
                  <a:cubicBezTo>
                    <a:pt x="49" y="1"/>
                    <a:pt x="1" y="49"/>
                    <a:pt x="1" y="111"/>
                  </a:cubicBezTo>
                  <a:lnTo>
                    <a:pt x="1" y="905"/>
                  </a:lnTo>
                  <a:lnTo>
                    <a:pt x="227" y="905"/>
                  </a:lnTo>
                  <a:lnTo>
                    <a:pt x="227" y="111"/>
                  </a:lnTo>
                  <a:cubicBezTo>
                    <a:pt x="227" y="49"/>
                    <a:pt x="174" y="1"/>
                    <a:pt x="11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1"/>
            <p:cNvSpPr/>
            <p:nvPr/>
          </p:nvSpPr>
          <p:spPr>
            <a:xfrm>
              <a:off x="6250661" y="3595819"/>
              <a:ext cx="5954" cy="83194"/>
            </a:xfrm>
            <a:custGeom>
              <a:rect b="b" l="l" r="r" t="t"/>
              <a:pathLst>
                <a:path extrusionOk="0" h="3172" w="227">
                  <a:moveTo>
                    <a:pt x="1" y="0"/>
                  </a:moveTo>
                  <a:lnTo>
                    <a:pt x="1" y="3171"/>
                  </a:lnTo>
                  <a:lnTo>
                    <a:pt x="227" y="3171"/>
                  </a:lnTo>
                  <a:lnTo>
                    <a:pt x="227"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1"/>
            <p:cNvSpPr/>
            <p:nvPr/>
          </p:nvSpPr>
          <p:spPr>
            <a:xfrm>
              <a:off x="6241717" y="3566156"/>
              <a:ext cx="23736" cy="29690"/>
            </a:xfrm>
            <a:custGeom>
              <a:rect b="b" l="l" r="r" t="t"/>
              <a:pathLst>
                <a:path extrusionOk="0" h="1132" w="905">
                  <a:moveTo>
                    <a:pt x="0" y="1"/>
                  </a:moveTo>
                  <a:lnTo>
                    <a:pt x="0" y="679"/>
                  </a:lnTo>
                  <a:cubicBezTo>
                    <a:pt x="0" y="929"/>
                    <a:pt x="202" y="1131"/>
                    <a:pt x="452"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1"/>
            <p:cNvSpPr/>
            <p:nvPr/>
          </p:nvSpPr>
          <p:spPr>
            <a:xfrm>
              <a:off x="6229968" y="3518841"/>
              <a:ext cx="47472" cy="53268"/>
            </a:xfrm>
            <a:custGeom>
              <a:rect b="b" l="l" r="r" t="t"/>
              <a:pathLst>
                <a:path extrusionOk="0" h="2031" w="1810">
                  <a:moveTo>
                    <a:pt x="679" y="0"/>
                  </a:moveTo>
                  <a:cubicBezTo>
                    <a:pt x="304" y="0"/>
                    <a:pt x="1" y="303"/>
                    <a:pt x="1" y="679"/>
                  </a:cubicBezTo>
                  <a:lnTo>
                    <a:pt x="1" y="1131"/>
                  </a:lnTo>
                  <a:cubicBezTo>
                    <a:pt x="1" y="1626"/>
                    <a:pt x="405" y="2031"/>
                    <a:pt x="900" y="2031"/>
                  </a:cubicBezTo>
                  <a:cubicBezTo>
                    <a:pt x="903" y="2031"/>
                    <a:pt x="906" y="2031"/>
                    <a:pt x="909" y="2031"/>
                  </a:cubicBezTo>
                  <a:cubicBezTo>
                    <a:pt x="1406" y="2031"/>
                    <a:pt x="1810" y="1628"/>
                    <a:pt x="1810" y="1131"/>
                  </a:cubicBezTo>
                  <a:lnTo>
                    <a:pt x="1810" y="679"/>
                  </a:lnTo>
                  <a:cubicBezTo>
                    <a:pt x="1810" y="303"/>
                    <a:pt x="1502"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1"/>
            <p:cNvSpPr/>
            <p:nvPr/>
          </p:nvSpPr>
          <p:spPr>
            <a:xfrm>
              <a:off x="6229863" y="3518710"/>
              <a:ext cx="32706" cy="53452"/>
            </a:xfrm>
            <a:custGeom>
              <a:rect b="b" l="l" r="r" t="t"/>
              <a:pathLst>
                <a:path extrusionOk="0" h="2038" w="1247">
                  <a:moveTo>
                    <a:pt x="683" y="0"/>
                  </a:moveTo>
                  <a:cubicBezTo>
                    <a:pt x="308" y="0"/>
                    <a:pt x="5" y="303"/>
                    <a:pt x="5" y="679"/>
                  </a:cubicBezTo>
                  <a:lnTo>
                    <a:pt x="5" y="1131"/>
                  </a:lnTo>
                  <a:cubicBezTo>
                    <a:pt x="1" y="1652"/>
                    <a:pt x="427" y="2037"/>
                    <a:pt x="903" y="2037"/>
                  </a:cubicBezTo>
                  <a:cubicBezTo>
                    <a:pt x="1016" y="2037"/>
                    <a:pt x="1132" y="2016"/>
                    <a:pt x="1246" y="1968"/>
                  </a:cubicBezTo>
                  <a:cubicBezTo>
                    <a:pt x="904" y="1834"/>
                    <a:pt x="678" y="1502"/>
                    <a:pt x="683" y="1131"/>
                  </a:cubicBezTo>
                  <a:lnTo>
                    <a:pt x="683" y="679"/>
                  </a:lnTo>
                  <a:cubicBezTo>
                    <a:pt x="683" y="352"/>
                    <a:pt x="919" y="68"/>
                    <a:pt x="1246" y="15"/>
                  </a:cubicBezTo>
                  <a:cubicBezTo>
                    <a:pt x="1208" y="5"/>
                    <a:pt x="1169"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1"/>
            <p:cNvSpPr/>
            <p:nvPr/>
          </p:nvSpPr>
          <p:spPr>
            <a:xfrm>
              <a:off x="6229836" y="3518710"/>
              <a:ext cx="47498" cy="23736"/>
            </a:xfrm>
            <a:custGeom>
              <a:rect b="b" l="l" r="r" t="t"/>
              <a:pathLst>
                <a:path extrusionOk="0" h="905" w="1811">
                  <a:moveTo>
                    <a:pt x="684" y="0"/>
                  </a:moveTo>
                  <a:cubicBezTo>
                    <a:pt x="309" y="0"/>
                    <a:pt x="6" y="303"/>
                    <a:pt x="6" y="679"/>
                  </a:cubicBezTo>
                  <a:lnTo>
                    <a:pt x="1" y="679"/>
                  </a:ln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1"/>
            <p:cNvSpPr/>
            <p:nvPr/>
          </p:nvSpPr>
          <p:spPr>
            <a:xfrm>
              <a:off x="6229968"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15" y="68"/>
                    <a:pt x="1242" y="15"/>
                  </a:cubicBezTo>
                  <a:cubicBezTo>
                    <a:pt x="1204" y="5"/>
                    <a:pt x="1165"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1"/>
            <p:cNvSpPr/>
            <p:nvPr/>
          </p:nvSpPr>
          <p:spPr>
            <a:xfrm>
              <a:off x="6313004" y="3566156"/>
              <a:ext cx="71208" cy="148448"/>
            </a:xfrm>
            <a:custGeom>
              <a:rect b="b" l="l" r="r" t="t"/>
              <a:pathLst>
                <a:path extrusionOk="0" h="5660" w="2715">
                  <a:moveTo>
                    <a:pt x="905" y="1"/>
                  </a:moveTo>
                  <a:lnTo>
                    <a:pt x="905" y="539"/>
                  </a:lnTo>
                  <a:cubicBezTo>
                    <a:pt x="905" y="626"/>
                    <a:pt x="857" y="703"/>
                    <a:pt x="780" y="742"/>
                  </a:cubicBezTo>
                  <a:lnTo>
                    <a:pt x="251" y="1006"/>
                  </a:lnTo>
                  <a:cubicBezTo>
                    <a:pt x="97" y="1083"/>
                    <a:pt x="1" y="1242"/>
                    <a:pt x="1" y="1415"/>
                  </a:cubicBezTo>
                  <a:lnTo>
                    <a:pt x="1" y="3643"/>
                  </a:lnTo>
                  <a:cubicBezTo>
                    <a:pt x="1" y="3778"/>
                    <a:pt x="39" y="3908"/>
                    <a:pt x="116" y="4018"/>
                  </a:cubicBezTo>
                  <a:lnTo>
                    <a:pt x="338" y="4355"/>
                  </a:lnTo>
                  <a:cubicBezTo>
                    <a:pt x="415" y="4466"/>
                    <a:pt x="453" y="4601"/>
                    <a:pt x="453" y="4730"/>
                  </a:cubicBezTo>
                  <a:lnTo>
                    <a:pt x="453" y="5659"/>
                  </a:lnTo>
                  <a:lnTo>
                    <a:pt x="2262" y="5659"/>
                  </a:lnTo>
                  <a:lnTo>
                    <a:pt x="2262" y="4730"/>
                  </a:lnTo>
                  <a:cubicBezTo>
                    <a:pt x="2262" y="4596"/>
                    <a:pt x="2301" y="4466"/>
                    <a:pt x="2378" y="4355"/>
                  </a:cubicBezTo>
                  <a:lnTo>
                    <a:pt x="2599" y="4018"/>
                  </a:lnTo>
                  <a:cubicBezTo>
                    <a:pt x="2676" y="3908"/>
                    <a:pt x="2715" y="3778"/>
                    <a:pt x="2715" y="3643"/>
                  </a:cubicBezTo>
                  <a:lnTo>
                    <a:pt x="2715" y="1410"/>
                  </a:lnTo>
                  <a:cubicBezTo>
                    <a:pt x="2715" y="1242"/>
                    <a:pt x="2618" y="1083"/>
                    <a:pt x="2464" y="1006"/>
                  </a:cubicBezTo>
                  <a:lnTo>
                    <a:pt x="1930" y="742"/>
                  </a:lnTo>
                  <a:cubicBezTo>
                    <a:pt x="1853" y="703"/>
                    <a:pt x="1805" y="626"/>
                    <a:pt x="1805" y="539"/>
                  </a:cubicBezTo>
                  <a:lnTo>
                    <a:pt x="1805"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1"/>
            <p:cNvSpPr/>
            <p:nvPr/>
          </p:nvSpPr>
          <p:spPr>
            <a:xfrm>
              <a:off x="6313004" y="3596186"/>
              <a:ext cx="17835" cy="94550"/>
            </a:xfrm>
            <a:custGeom>
              <a:rect b="b" l="l" r="r" t="t"/>
              <a:pathLst>
                <a:path extrusionOk="0" h="3605" w="680">
                  <a:moveTo>
                    <a:pt x="92" y="1"/>
                  </a:moveTo>
                  <a:cubicBezTo>
                    <a:pt x="35" y="73"/>
                    <a:pt x="1" y="169"/>
                    <a:pt x="1" y="265"/>
                  </a:cubicBezTo>
                  <a:lnTo>
                    <a:pt x="1" y="2493"/>
                  </a:lnTo>
                  <a:cubicBezTo>
                    <a:pt x="1" y="2628"/>
                    <a:pt x="39" y="2758"/>
                    <a:pt x="116" y="2873"/>
                  </a:cubicBezTo>
                  <a:lnTo>
                    <a:pt x="338" y="3210"/>
                  </a:lnTo>
                  <a:cubicBezTo>
                    <a:pt x="410" y="3321"/>
                    <a:pt x="453" y="3451"/>
                    <a:pt x="453" y="3585"/>
                  </a:cubicBezTo>
                  <a:lnTo>
                    <a:pt x="453" y="3605"/>
                  </a:lnTo>
                  <a:lnTo>
                    <a:pt x="679" y="3605"/>
                  </a:lnTo>
                  <a:lnTo>
                    <a:pt x="679" y="665"/>
                  </a:lnTo>
                  <a:cubicBezTo>
                    <a:pt x="679" y="520"/>
                    <a:pt x="612" y="386"/>
                    <a:pt x="496" y="304"/>
                  </a:cubicBezTo>
                  <a:lnTo>
                    <a:pt x="92"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1"/>
            <p:cNvSpPr/>
            <p:nvPr/>
          </p:nvSpPr>
          <p:spPr>
            <a:xfrm>
              <a:off x="6366272" y="3596186"/>
              <a:ext cx="17808" cy="94550"/>
            </a:xfrm>
            <a:custGeom>
              <a:rect b="b" l="l" r="r" t="t"/>
              <a:pathLst>
                <a:path extrusionOk="0" h="3605" w="679">
                  <a:moveTo>
                    <a:pt x="587" y="1"/>
                  </a:moveTo>
                  <a:lnTo>
                    <a:pt x="183" y="304"/>
                  </a:lnTo>
                  <a:cubicBezTo>
                    <a:pt x="68" y="386"/>
                    <a:pt x="0" y="520"/>
                    <a:pt x="0" y="665"/>
                  </a:cubicBezTo>
                  <a:lnTo>
                    <a:pt x="0" y="3605"/>
                  </a:lnTo>
                  <a:lnTo>
                    <a:pt x="227" y="3605"/>
                  </a:lnTo>
                  <a:lnTo>
                    <a:pt x="227" y="3585"/>
                  </a:lnTo>
                  <a:cubicBezTo>
                    <a:pt x="227" y="3451"/>
                    <a:pt x="270" y="3321"/>
                    <a:pt x="342" y="3210"/>
                  </a:cubicBezTo>
                  <a:lnTo>
                    <a:pt x="568" y="2873"/>
                  </a:lnTo>
                  <a:cubicBezTo>
                    <a:pt x="640" y="2758"/>
                    <a:pt x="679" y="2628"/>
                    <a:pt x="679" y="2493"/>
                  </a:cubicBezTo>
                  <a:lnTo>
                    <a:pt x="679" y="265"/>
                  </a:lnTo>
                  <a:cubicBezTo>
                    <a:pt x="679" y="169"/>
                    <a:pt x="645" y="73"/>
                    <a:pt x="587"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1"/>
            <p:cNvSpPr/>
            <p:nvPr/>
          </p:nvSpPr>
          <p:spPr>
            <a:xfrm>
              <a:off x="6324754" y="3678855"/>
              <a:ext cx="47603" cy="35748"/>
            </a:xfrm>
            <a:custGeom>
              <a:rect b="b" l="l" r="r" t="t"/>
              <a:pathLst>
                <a:path extrusionOk="0" h="1363" w="1815">
                  <a:moveTo>
                    <a:pt x="0" y="0"/>
                  </a:moveTo>
                  <a:lnTo>
                    <a:pt x="0" y="1362"/>
                  </a:lnTo>
                  <a:lnTo>
                    <a:pt x="1814" y="1362"/>
                  </a:lnTo>
                  <a:lnTo>
                    <a:pt x="181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1"/>
            <p:cNvSpPr/>
            <p:nvPr/>
          </p:nvSpPr>
          <p:spPr>
            <a:xfrm>
              <a:off x="6345578" y="3690841"/>
              <a:ext cx="5954" cy="23762"/>
            </a:xfrm>
            <a:custGeom>
              <a:rect b="b" l="l" r="r" t="t"/>
              <a:pathLst>
                <a:path extrusionOk="0" h="906" w="227">
                  <a:moveTo>
                    <a:pt x="111" y="1"/>
                  </a:moveTo>
                  <a:cubicBezTo>
                    <a:pt x="48" y="1"/>
                    <a:pt x="0" y="49"/>
                    <a:pt x="0" y="111"/>
                  </a:cubicBezTo>
                  <a:lnTo>
                    <a:pt x="0" y="905"/>
                  </a:lnTo>
                  <a:lnTo>
                    <a:pt x="226" y="905"/>
                  </a:lnTo>
                  <a:lnTo>
                    <a:pt x="226" y="111"/>
                  </a:lnTo>
                  <a:cubicBezTo>
                    <a:pt x="226" y="49"/>
                    <a:pt x="173" y="1"/>
                    <a:pt x="11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1"/>
            <p:cNvSpPr/>
            <p:nvPr/>
          </p:nvSpPr>
          <p:spPr>
            <a:xfrm>
              <a:off x="6345578" y="3595819"/>
              <a:ext cx="5954" cy="83194"/>
            </a:xfrm>
            <a:custGeom>
              <a:rect b="b" l="l" r="r" t="t"/>
              <a:pathLst>
                <a:path extrusionOk="0" h="3172" w="227">
                  <a:moveTo>
                    <a:pt x="0" y="0"/>
                  </a:moveTo>
                  <a:lnTo>
                    <a:pt x="0" y="3171"/>
                  </a:lnTo>
                  <a:lnTo>
                    <a:pt x="226" y="3171"/>
                  </a:lnTo>
                  <a:lnTo>
                    <a:pt x="2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1"/>
            <p:cNvSpPr/>
            <p:nvPr/>
          </p:nvSpPr>
          <p:spPr>
            <a:xfrm>
              <a:off x="6336609" y="3566156"/>
              <a:ext cx="23762" cy="29690"/>
            </a:xfrm>
            <a:custGeom>
              <a:rect b="b" l="l" r="r" t="t"/>
              <a:pathLst>
                <a:path extrusionOk="0" h="1132" w="906">
                  <a:moveTo>
                    <a:pt x="1" y="1"/>
                  </a:moveTo>
                  <a:lnTo>
                    <a:pt x="1" y="679"/>
                  </a:lnTo>
                  <a:cubicBezTo>
                    <a:pt x="1" y="929"/>
                    <a:pt x="203"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1"/>
            <p:cNvSpPr/>
            <p:nvPr/>
          </p:nvSpPr>
          <p:spPr>
            <a:xfrm>
              <a:off x="6324885" y="3518841"/>
              <a:ext cx="47472" cy="53268"/>
            </a:xfrm>
            <a:custGeom>
              <a:rect b="b" l="l" r="r" t="t"/>
              <a:pathLst>
                <a:path extrusionOk="0" h="2031" w="1810">
                  <a:moveTo>
                    <a:pt x="679" y="0"/>
                  </a:moveTo>
                  <a:cubicBezTo>
                    <a:pt x="303" y="0"/>
                    <a:pt x="0" y="303"/>
                    <a:pt x="0" y="679"/>
                  </a:cubicBezTo>
                  <a:lnTo>
                    <a:pt x="0" y="1131"/>
                  </a:lnTo>
                  <a:cubicBezTo>
                    <a:pt x="0" y="1626"/>
                    <a:pt x="404" y="2031"/>
                    <a:pt x="900" y="2031"/>
                  </a:cubicBezTo>
                  <a:cubicBezTo>
                    <a:pt x="903" y="2031"/>
                    <a:pt x="906" y="2031"/>
                    <a:pt x="909" y="2031"/>
                  </a:cubicBezTo>
                  <a:cubicBezTo>
                    <a:pt x="1405" y="2031"/>
                    <a:pt x="1809" y="1628"/>
                    <a:pt x="1809" y="1131"/>
                  </a:cubicBezTo>
                  <a:lnTo>
                    <a:pt x="1809" y="679"/>
                  </a:lnTo>
                  <a:cubicBezTo>
                    <a:pt x="1809" y="303"/>
                    <a:pt x="1506"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1"/>
            <p:cNvSpPr/>
            <p:nvPr/>
          </p:nvSpPr>
          <p:spPr>
            <a:xfrm>
              <a:off x="6324754" y="3518710"/>
              <a:ext cx="32706" cy="53452"/>
            </a:xfrm>
            <a:custGeom>
              <a:rect b="b" l="l" r="r" t="t"/>
              <a:pathLst>
                <a:path extrusionOk="0" h="2038" w="1247">
                  <a:moveTo>
                    <a:pt x="679" y="0"/>
                  </a:moveTo>
                  <a:cubicBezTo>
                    <a:pt x="308" y="0"/>
                    <a:pt x="0" y="303"/>
                    <a:pt x="0" y="679"/>
                  </a:cubicBezTo>
                  <a:lnTo>
                    <a:pt x="0" y="1131"/>
                  </a:lnTo>
                  <a:cubicBezTo>
                    <a:pt x="0" y="1652"/>
                    <a:pt x="424" y="2037"/>
                    <a:pt x="901" y="2037"/>
                  </a:cubicBezTo>
                  <a:cubicBezTo>
                    <a:pt x="1015" y="2037"/>
                    <a:pt x="1132" y="2016"/>
                    <a:pt x="1247" y="1968"/>
                  </a:cubicBezTo>
                  <a:cubicBezTo>
                    <a:pt x="905" y="1834"/>
                    <a:pt x="679" y="1502"/>
                    <a:pt x="679" y="1131"/>
                  </a:cubicBezTo>
                  <a:lnTo>
                    <a:pt x="679" y="679"/>
                  </a:lnTo>
                  <a:cubicBezTo>
                    <a:pt x="679" y="352"/>
                    <a:pt x="919" y="68"/>
                    <a:pt x="1247" y="15"/>
                  </a:cubicBezTo>
                  <a:cubicBezTo>
                    <a:pt x="1208" y="5"/>
                    <a:pt x="1170" y="0"/>
                    <a:pt x="113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1"/>
            <p:cNvSpPr/>
            <p:nvPr/>
          </p:nvSpPr>
          <p:spPr>
            <a:xfrm>
              <a:off x="6324754" y="3518710"/>
              <a:ext cx="47603" cy="23736"/>
            </a:xfrm>
            <a:custGeom>
              <a:rect b="b" l="l" r="r" t="t"/>
              <a:pathLst>
                <a:path extrusionOk="0" h="905" w="1815">
                  <a:moveTo>
                    <a:pt x="684" y="0"/>
                  </a:moveTo>
                  <a:cubicBezTo>
                    <a:pt x="308" y="0"/>
                    <a:pt x="0" y="303"/>
                    <a:pt x="0" y="679"/>
                  </a:cubicBezTo>
                  <a:cubicBezTo>
                    <a:pt x="0" y="679"/>
                    <a:pt x="679" y="905"/>
                    <a:pt x="1814" y="905"/>
                  </a:cubicBezTo>
                  <a:lnTo>
                    <a:pt x="1814" y="679"/>
                  </a:lnTo>
                  <a:cubicBezTo>
                    <a:pt x="1814" y="303"/>
                    <a:pt x="1506" y="0"/>
                    <a:pt x="113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1"/>
            <p:cNvSpPr/>
            <p:nvPr/>
          </p:nvSpPr>
          <p:spPr>
            <a:xfrm>
              <a:off x="6324754" y="3518710"/>
              <a:ext cx="32706" cy="21611"/>
            </a:xfrm>
            <a:custGeom>
              <a:rect b="b" l="l" r="r" t="t"/>
              <a:pathLst>
                <a:path extrusionOk="0" h="824" w="1247">
                  <a:moveTo>
                    <a:pt x="679" y="0"/>
                  </a:moveTo>
                  <a:cubicBezTo>
                    <a:pt x="308" y="0"/>
                    <a:pt x="0" y="303"/>
                    <a:pt x="0" y="679"/>
                  </a:cubicBezTo>
                  <a:cubicBezTo>
                    <a:pt x="226" y="746"/>
                    <a:pt x="453" y="794"/>
                    <a:pt x="679" y="823"/>
                  </a:cubicBezTo>
                  <a:lnTo>
                    <a:pt x="679" y="679"/>
                  </a:lnTo>
                  <a:cubicBezTo>
                    <a:pt x="679" y="347"/>
                    <a:pt x="919" y="68"/>
                    <a:pt x="1247" y="15"/>
                  </a:cubicBezTo>
                  <a:cubicBezTo>
                    <a:pt x="1208"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1"/>
            <p:cNvSpPr/>
            <p:nvPr/>
          </p:nvSpPr>
          <p:spPr>
            <a:xfrm>
              <a:off x="6407921" y="3566156"/>
              <a:ext cx="71208" cy="148448"/>
            </a:xfrm>
            <a:custGeom>
              <a:rect b="b" l="l" r="r" t="t"/>
              <a:pathLst>
                <a:path extrusionOk="0" h="5660" w="2715">
                  <a:moveTo>
                    <a:pt x="905" y="1"/>
                  </a:moveTo>
                  <a:lnTo>
                    <a:pt x="905" y="539"/>
                  </a:lnTo>
                  <a:cubicBezTo>
                    <a:pt x="905" y="626"/>
                    <a:pt x="857" y="703"/>
                    <a:pt x="780" y="742"/>
                  </a:cubicBezTo>
                  <a:lnTo>
                    <a:pt x="250" y="1006"/>
                  </a:lnTo>
                  <a:cubicBezTo>
                    <a:pt x="96" y="1083"/>
                    <a:pt x="0" y="1242"/>
                    <a:pt x="0" y="1415"/>
                  </a:cubicBezTo>
                  <a:lnTo>
                    <a:pt x="0" y="3643"/>
                  </a:lnTo>
                  <a:cubicBezTo>
                    <a:pt x="0" y="3778"/>
                    <a:pt x="39" y="3908"/>
                    <a:pt x="116" y="4018"/>
                  </a:cubicBezTo>
                  <a:lnTo>
                    <a:pt x="337" y="4355"/>
                  </a:lnTo>
                  <a:cubicBezTo>
                    <a:pt x="414" y="4466"/>
                    <a:pt x="453" y="4601"/>
                    <a:pt x="453" y="4730"/>
                  </a:cubicBezTo>
                  <a:lnTo>
                    <a:pt x="453" y="5659"/>
                  </a:lnTo>
                  <a:lnTo>
                    <a:pt x="2262" y="5659"/>
                  </a:lnTo>
                  <a:lnTo>
                    <a:pt x="2262" y="4730"/>
                  </a:lnTo>
                  <a:cubicBezTo>
                    <a:pt x="2262" y="4596"/>
                    <a:pt x="2305" y="4466"/>
                    <a:pt x="2377" y="4355"/>
                  </a:cubicBezTo>
                  <a:lnTo>
                    <a:pt x="2603" y="4018"/>
                  </a:lnTo>
                  <a:cubicBezTo>
                    <a:pt x="2676" y="3908"/>
                    <a:pt x="2714" y="3778"/>
                    <a:pt x="2714" y="3643"/>
                  </a:cubicBezTo>
                  <a:lnTo>
                    <a:pt x="2714" y="1410"/>
                  </a:lnTo>
                  <a:cubicBezTo>
                    <a:pt x="2714" y="1242"/>
                    <a:pt x="2618" y="1083"/>
                    <a:pt x="2464" y="1006"/>
                  </a:cubicBezTo>
                  <a:lnTo>
                    <a:pt x="1935" y="742"/>
                  </a:lnTo>
                  <a:cubicBezTo>
                    <a:pt x="1858" y="703"/>
                    <a:pt x="1809" y="626"/>
                    <a:pt x="1809" y="539"/>
                  </a:cubicBezTo>
                  <a:lnTo>
                    <a:pt x="1809"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1"/>
            <p:cNvSpPr/>
            <p:nvPr/>
          </p:nvSpPr>
          <p:spPr>
            <a:xfrm>
              <a:off x="6407921" y="3596186"/>
              <a:ext cx="17808" cy="94550"/>
            </a:xfrm>
            <a:custGeom>
              <a:rect b="b" l="l" r="r" t="t"/>
              <a:pathLst>
                <a:path extrusionOk="0" h="3605" w="679">
                  <a:moveTo>
                    <a:pt x="92" y="1"/>
                  </a:moveTo>
                  <a:cubicBezTo>
                    <a:pt x="34" y="73"/>
                    <a:pt x="0" y="169"/>
                    <a:pt x="0" y="265"/>
                  </a:cubicBezTo>
                  <a:lnTo>
                    <a:pt x="0" y="2493"/>
                  </a:lnTo>
                  <a:cubicBezTo>
                    <a:pt x="0" y="2628"/>
                    <a:pt x="39" y="2758"/>
                    <a:pt x="111" y="2873"/>
                  </a:cubicBezTo>
                  <a:lnTo>
                    <a:pt x="337" y="3210"/>
                  </a:lnTo>
                  <a:cubicBezTo>
                    <a:pt x="409" y="3321"/>
                    <a:pt x="453" y="3451"/>
                    <a:pt x="453" y="3585"/>
                  </a:cubicBezTo>
                  <a:lnTo>
                    <a:pt x="453" y="3605"/>
                  </a:lnTo>
                  <a:lnTo>
                    <a:pt x="679" y="3605"/>
                  </a:lnTo>
                  <a:lnTo>
                    <a:pt x="679" y="665"/>
                  </a:lnTo>
                  <a:cubicBezTo>
                    <a:pt x="679" y="520"/>
                    <a:pt x="611" y="386"/>
                    <a:pt x="496" y="304"/>
                  </a:cubicBezTo>
                  <a:lnTo>
                    <a:pt x="92"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1"/>
            <p:cNvSpPr/>
            <p:nvPr/>
          </p:nvSpPr>
          <p:spPr>
            <a:xfrm>
              <a:off x="6461163"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70" y="3321"/>
                    <a:pt x="342" y="3210"/>
                  </a:cubicBezTo>
                  <a:lnTo>
                    <a:pt x="569" y="2873"/>
                  </a:lnTo>
                  <a:cubicBezTo>
                    <a:pt x="641" y="2758"/>
                    <a:pt x="679" y="2628"/>
                    <a:pt x="679" y="2493"/>
                  </a:cubicBezTo>
                  <a:lnTo>
                    <a:pt x="679" y="265"/>
                  </a:lnTo>
                  <a:cubicBezTo>
                    <a:pt x="679" y="169"/>
                    <a:pt x="646" y="73"/>
                    <a:pt x="58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1"/>
            <p:cNvSpPr/>
            <p:nvPr/>
          </p:nvSpPr>
          <p:spPr>
            <a:xfrm>
              <a:off x="6419776" y="3678855"/>
              <a:ext cx="47472" cy="35748"/>
            </a:xfrm>
            <a:custGeom>
              <a:rect b="b" l="l" r="r" t="t"/>
              <a:pathLst>
                <a:path extrusionOk="0" h="1363" w="1810">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1"/>
            <p:cNvSpPr/>
            <p:nvPr/>
          </p:nvSpPr>
          <p:spPr>
            <a:xfrm>
              <a:off x="6440469" y="3690841"/>
              <a:ext cx="6085" cy="23762"/>
            </a:xfrm>
            <a:custGeom>
              <a:rect b="b" l="l" r="r" t="t"/>
              <a:pathLst>
                <a:path extrusionOk="0" h="906" w="232">
                  <a:moveTo>
                    <a:pt x="124" y="0"/>
                  </a:moveTo>
                  <a:cubicBezTo>
                    <a:pt x="121" y="0"/>
                    <a:pt x="119" y="0"/>
                    <a:pt x="116" y="1"/>
                  </a:cubicBezTo>
                  <a:cubicBezTo>
                    <a:pt x="54" y="1"/>
                    <a:pt x="1" y="49"/>
                    <a:pt x="1" y="111"/>
                  </a:cubicBezTo>
                  <a:lnTo>
                    <a:pt x="1" y="905"/>
                  </a:lnTo>
                  <a:lnTo>
                    <a:pt x="232" y="905"/>
                  </a:lnTo>
                  <a:lnTo>
                    <a:pt x="232" y="111"/>
                  </a:lnTo>
                  <a:cubicBezTo>
                    <a:pt x="232" y="51"/>
                    <a:pt x="183" y="0"/>
                    <a:pt x="12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1"/>
            <p:cNvSpPr/>
            <p:nvPr/>
          </p:nvSpPr>
          <p:spPr>
            <a:xfrm>
              <a:off x="6440469" y="3595819"/>
              <a:ext cx="5954" cy="83194"/>
            </a:xfrm>
            <a:custGeom>
              <a:rect b="b" l="l" r="r" t="t"/>
              <a:pathLst>
                <a:path extrusionOk="0" h="3172" w="227">
                  <a:moveTo>
                    <a:pt x="1" y="0"/>
                  </a:moveTo>
                  <a:lnTo>
                    <a:pt x="1" y="3171"/>
                  </a:lnTo>
                  <a:lnTo>
                    <a:pt x="227" y="3171"/>
                  </a:lnTo>
                  <a:lnTo>
                    <a:pt x="227"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1"/>
            <p:cNvSpPr/>
            <p:nvPr/>
          </p:nvSpPr>
          <p:spPr>
            <a:xfrm>
              <a:off x="6431631" y="3566156"/>
              <a:ext cx="23631" cy="29690"/>
            </a:xfrm>
            <a:custGeom>
              <a:rect b="b" l="l" r="r" t="t"/>
              <a:pathLst>
                <a:path extrusionOk="0" h="1132" w="901">
                  <a:moveTo>
                    <a:pt x="1" y="1"/>
                  </a:moveTo>
                  <a:lnTo>
                    <a:pt x="1" y="679"/>
                  </a:lnTo>
                  <a:cubicBezTo>
                    <a:pt x="1" y="929"/>
                    <a:pt x="203" y="1131"/>
                    <a:pt x="453" y="1131"/>
                  </a:cubicBezTo>
                  <a:cubicBezTo>
                    <a:pt x="699" y="1131"/>
                    <a:pt x="901" y="929"/>
                    <a:pt x="901" y="679"/>
                  </a:cubicBezTo>
                  <a:lnTo>
                    <a:pt x="90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1"/>
            <p:cNvSpPr/>
            <p:nvPr/>
          </p:nvSpPr>
          <p:spPr>
            <a:xfrm>
              <a:off x="6419776" y="3518841"/>
              <a:ext cx="47472" cy="53268"/>
            </a:xfrm>
            <a:custGeom>
              <a:rect b="b" l="l" r="r" t="t"/>
              <a:pathLst>
                <a:path extrusionOk="0" h="2031" w="1810">
                  <a:moveTo>
                    <a:pt x="679" y="0"/>
                  </a:moveTo>
                  <a:cubicBezTo>
                    <a:pt x="304" y="0"/>
                    <a:pt x="1" y="303"/>
                    <a:pt x="1" y="679"/>
                  </a:cubicBezTo>
                  <a:lnTo>
                    <a:pt x="1" y="1131"/>
                  </a:lnTo>
                  <a:cubicBezTo>
                    <a:pt x="1" y="1626"/>
                    <a:pt x="405" y="2031"/>
                    <a:pt x="905" y="2031"/>
                  </a:cubicBezTo>
                  <a:cubicBezTo>
                    <a:pt x="908" y="2031"/>
                    <a:pt x="911" y="2031"/>
                    <a:pt x="914" y="2031"/>
                  </a:cubicBezTo>
                  <a:cubicBezTo>
                    <a:pt x="1410" y="2031"/>
                    <a:pt x="1810" y="1628"/>
                    <a:pt x="1810" y="1131"/>
                  </a:cubicBezTo>
                  <a:lnTo>
                    <a:pt x="1810" y="679"/>
                  </a:lnTo>
                  <a:cubicBezTo>
                    <a:pt x="1810" y="303"/>
                    <a:pt x="1507"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1"/>
            <p:cNvSpPr/>
            <p:nvPr/>
          </p:nvSpPr>
          <p:spPr>
            <a:xfrm>
              <a:off x="6419671" y="3518710"/>
              <a:ext cx="32679" cy="53452"/>
            </a:xfrm>
            <a:custGeom>
              <a:rect b="b" l="l" r="r" t="t"/>
              <a:pathLst>
                <a:path extrusionOk="0" h="2038" w="1246">
                  <a:moveTo>
                    <a:pt x="683" y="0"/>
                  </a:moveTo>
                  <a:cubicBezTo>
                    <a:pt x="308" y="0"/>
                    <a:pt x="5" y="303"/>
                    <a:pt x="5" y="679"/>
                  </a:cubicBezTo>
                  <a:lnTo>
                    <a:pt x="5" y="1131"/>
                  </a:lnTo>
                  <a:cubicBezTo>
                    <a:pt x="1" y="1652"/>
                    <a:pt x="427" y="2037"/>
                    <a:pt x="902" y="2037"/>
                  </a:cubicBezTo>
                  <a:cubicBezTo>
                    <a:pt x="1016" y="2037"/>
                    <a:pt x="1132" y="2016"/>
                    <a:pt x="1246" y="1968"/>
                  </a:cubicBezTo>
                  <a:cubicBezTo>
                    <a:pt x="904" y="1834"/>
                    <a:pt x="683" y="1502"/>
                    <a:pt x="683" y="1131"/>
                  </a:cubicBezTo>
                  <a:lnTo>
                    <a:pt x="683" y="679"/>
                  </a:lnTo>
                  <a:cubicBezTo>
                    <a:pt x="683" y="352"/>
                    <a:pt x="919" y="68"/>
                    <a:pt x="1246" y="15"/>
                  </a:cubicBezTo>
                  <a:cubicBezTo>
                    <a:pt x="1207" y="5"/>
                    <a:pt x="1174"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1"/>
            <p:cNvSpPr/>
            <p:nvPr/>
          </p:nvSpPr>
          <p:spPr>
            <a:xfrm>
              <a:off x="6419645" y="3518710"/>
              <a:ext cx="47472" cy="23736"/>
            </a:xfrm>
            <a:custGeom>
              <a:rect b="b" l="l" r="r" t="t"/>
              <a:pathLst>
                <a:path extrusionOk="0" h="905" w="1810">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1"/>
            <p:cNvSpPr/>
            <p:nvPr/>
          </p:nvSpPr>
          <p:spPr>
            <a:xfrm>
              <a:off x="6419776" y="3518710"/>
              <a:ext cx="32575" cy="21611"/>
            </a:xfrm>
            <a:custGeom>
              <a:rect b="b" l="l" r="r" t="t"/>
              <a:pathLst>
                <a:path extrusionOk="0" h="824" w="1242">
                  <a:moveTo>
                    <a:pt x="679" y="0"/>
                  </a:moveTo>
                  <a:cubicBezTo>
                    <a:pt x="304" y="0"/>
                    <a:pt x="1" y="303"/>
                    <a:pt x="1" y="679"/>
                  </a:cubicBezTo>
                  <a:cubicBezTo>
                    <a:pt x="222" y="746"/>
                    <a:pt x="448" y="794"/>
                    <a:pt x="679" y="823"/>
                  </a:cubicBezTo>
                  <a:lnTo>
                    <a:pt x="679" y="679"/>
                  </a:lnTo>
                  <a:cubicBezTo>
                    <a:pt x="679" y="347"/>
                    <a:pt x="915" y="68"/>
                    <a:pt x="1242" y="15"/>
                  </a:cubicBezTo>
                  <a:cubicBezTo>
                    <a:pt x="1203"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1"/>
            <p:cNvSpPr/>
            <p:nvPr/>
          </p:nvSpPr>
          <p:spPr>
            <a:xfrm>
              <a:off x="6502812" y="3566156"/>
              <a:ext cx="71339" cy="148448"/>
            </a:xfrm>
            <a:custGeom>
              <a:rect b="b" l="l" r="r" t="t"/>
              <a:pathLst>
                <a:path extrusionOk="0" h="5660" w="2720">
                  <a:moveTo>
                    <a:pt x="905" y="1"/>
                  </a:moveTo>
                  <a:lnTo>
                    <a:pt x="905" y="539"/>
                  </a:lnTo>
                  <a:cubicBezTo>
                    <a:pt x="905" y="626"/>
                    <a:pt x="857" y="703"/>
                    <a:pt x="780" y="742"/>
                  </a:cubicBezTo>
                  <a:lnTo>
                    <a:pt x="251" y="1006"/>
                  </a:lnTo>
                  <a:cubicBezTo>
                    <a:pt x="97" y="1083"/>
                    <a:pt x="1" y="1242"/>
                    <a:pt x="1" y="1415"/>
                  </a:cubicBezTo>
                  <a:lnTo>
                    <a:pt x="1" y="3643"/>
                  </a:lnTo>
                  <a:cubicBezTo>
                    <a:pt x="1" y="3778"/>
                    <a:pt x="44" y="3908"/>
                    <a:pt x="116" y="4018"/>
                  </a:cubicBezTo>
                  <a:lnTo>
                    <a:pt x="342" y="4355"/>
                  </a:lnTo>
                  <a:cubicBezTo>
                    <a:pt x="414" y="4466"/>
                    <a:pt x="453" y="4601"/>
                    <a:pt x="453" y="4730"/>
                  </a:cubicBezTo>
                  <a:lnTo>
                    <a:pt x="453" y="5659"/>
                  </a:lnTo>
                  <a:lnTo>
                    <a:pt x="2267" y="5659"/>
                  </a:lnTo>
                  <a:lnTo>
                    <a:pt x="2267" y="4730"/>
                  </a:lnTo>
                  <a:cubicBezTo>
                    <a:pt x="2267" y="4596"/>
                    <a:pt x="2306" y="4466"/>
                    <a:pt x="2378" y="4355"/>
                  </a:cubicBezTo>
                  <a:lnTo>
                    <a:pt x="2604" y="4018"/>
                  </a:lnTo>
                  <a:cubicBezTo>
                    <a:pt x="2676" y="3908"/>
                    <a:pt x="2719" y="3778"/>
                    <a:pt x="2719" y="3643"/>
                  </a:cubicBezTo>
                  <a:lnTo>
                    <a:pt x="2719" y="1410"/>
                  </a:lnTo>
                  <a:cubicBezTo>
                    <a:pt x="2715" y="1242"/>
                    <a:pt x="2618" y="1083"/>
                    <a:pt x="2464" y="1006"/>
                  </a:cubicBezTo>
                  <a:lnTo>
                    <a:pt x="1935" y="742"/>
                  </a:lnTo>
                  <a:cubicBezTo>
                    <a:pt x="1858" y="703"/>
                    <a:pt x="1810" y="626"/>
                    <a:pt x="1810" y="539"/>
                  </a:cubicBezTo>
                  <a:lnTo>
                    <a:pt x="1810"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1"/>
            <p:cNvSpPr/>
            <p:nvPr/>
          </p:nvSpPr>
          <p:spPr>
            <a:xfrm>
              <a:off x="650281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8"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1"/>
            <p:cNvSpPr/>
            <p:nvPr/>
          </p:nvSpPr>
          <p:spPr>
            <a:xfrm>
              <a:off x="6556211" y="3596186"/>
              <a:ext cx="17808" cy="94550"/>
            </a:xfrm>
            <a:custGeom>
              <a:rect b="b" l="l" r="r" t="t"/>
              <a:pathLst>
                <a:path extrusionOk="0" h="3605" w="679">
                  <a:moveTo>
                    <a:pt x="587" y="1"/>
                  </a:moveTo>
                  <a:lnTo>
                    <a:pt x="178" y="304"/>
                  </a:lnTo>
                  <a:cubicBezTo>
                    <a:pt x="67" y="386"/>
                    <a:pt x="0" y="520"/>
                    <a:pt x="0" y="665"/>
                  </a:cubicBezTo>
                  <a:lnTo>
                    <a:pt x="0" y="3605"/>
                  </a:lnTo>
                  <a:lnTo>
                    <a:pt x="226" y="3605"/>
                  </a:lnTo>
                  <a:lnTo>
                    <a:pt x="226" y="3585"/>
                  </a:lnTo>
                  <a:cubicBezTo>
                    <a:pt x="226" y="3451"/>
                    <a:pt x="265" y="3321"/>
                    <a:pt x="342" y="3210"/>
                  </a:cubicBezTo>
                  <a:lnTo>
                    <a:pt x="563" y="2873"/>
                  </a:lnTo>
                  <a:cubicBezTo>
                    <a:pt x="640" y="2758"/>
                    <a:pt x="679" y="2628"/>
                    <a:pt x="679" y="2493"/>
                  </a:cubicBezTo>
                  <a:lnTo>
                    <a:pt x="679" y="265"/>
                  </a:lnTo>
                  <a:cubicBezTo>
                    <a:pt x="679" y="169"/>
                    <a:pt x="645" y="73"/>
                    <a:pt x="587"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1"/>
            <p:cNvSpPr/>
            <p:nvPr/>
          </p:nvSpPr>
          <p:spPr>
            <a:xfrm>
              <a:off x="6514667"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1"/>
            <p:cNvSpPr/>
            <p:nvPr/>
          </p:nvSpPr>
          <p:spPr>
            <a:xfrm>
              <a:off x="6535492" y="3690841"/>
              <a:ext cx="5980" cy="23762"/>
            </a:xfrm>
            <a:custGeom>
              <a:rect b="b" l="l" r="r" t="t"/>
              <a:pathLst>
                <a:path extrusionOk="0" h="906" w="228">
                  <a:moveTo>
                    <a:pt x="112" y="1"/>
                  </a:moveTo>
                  <a:cubicBezTo>
                    <a:pt x="49" y="1"/>
                    <a:pt x="1" y="49"/>
                    <a:pt x="1" y="111"/>
                  </a:cubicBezTo>
                  <a:lnTo>
                    <a:pt x="1" y="905"/>
                  </a:lnTo>
                  <a:lnTo>
                    <a:pt x="227" y="905"/>
                  </a:lnTo>
                  <a:lnTo>
                    <a:pt x="227" y="111"/>
                  </a:lnTo>
                  <a:cubicBezTo>
                    <a:pt x="227" y="49"/>
                    <a:pt x="174" y="1"/>
                    <a:pt x="11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1"/>
            <p:cNvSpPr/>
            <p:nvPr/>
          </p:nvSpPr>
          <p:spPr>
            <a:xfrm>
              <a:off x="6535387" y="3595819"/>
              <a:ext cx="5954" cy="83194"/>
            </a:xfrm>
            <a:custGeom>
              <a:rect b="b" l="l" r="r" t="t"/>
              <a:pathLst>
                <a:path extrusionOk="0" h="3172" w="227">
                  <a:moveTo>
                    <a:pt x="0" y="0"/>
                  </a:moveTo>
                  <a:lnTo>
                    <a:pt x="0" y="3171"/>
                  </a:lnTo>
                  <a:lnTo>
                    <a:pt x="226" y="3171"/>
                  </a:lnTo>
                  <a:lnTo>
                    <a:pt x="226"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1"/>
            <p:cNvSpPr/>
            <p:nvPr/>
          </p:nvSpPr>
          <p:spPr>
            <a:xfrm>
              <a:off x="6526548" y="3566156"/>
              <a:ext cx="23736" cy="29690"/>
            </a:xfrm>
            <a:custGeom>
              <a:rect b="b" l="l" r="r" t="t"/>
              <a:pathLst>
                <a:path extrusionOk="0" h="1132" w="905">
                  <a:moveTo>
                    <a:pt x="0" y="1"/>
                  </a:moveTo>
                  <a:lnTo>
                    <a:pt x="0" y="679"/>
                  </a:lnTo>
                  <a:cubicBezTo>
                    <a:pt x="0" y="929"/>
                    <a:pt x="202"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1"/>
            <p:cNvSpPr/>
            <p:nvPr/>
          </p:nvSpPr>
          <p:spPr>
            <a:xfrm>
              <a:off x="6514798" y="3518841"/>
              <a:ext cx="47367" cy="53268"/>
            </a:xfrm>
            <a:custGeom>
              <a:rect b="b" l="l" r="r" t="t"/>
              <a:pathLst>
                <a:path extrusionOk="0" h="2031" w="1806">
                  <a:moveTo>
                    <a:pt x="679" y="0"/>
                  </a:moveTo>
                  <a:cubicBezTo>
                    <a:pt x="304" y="0"/>
                    <a:pt x="1" y="303"/>
                    <a:pt x="1" y="679"/>
                  </a:cubicBezTo>
                  <a:lnTo>
                    <a:pt x="1" y="1131"/>
                  </a:lnTo>
                  <a:cubicBezTo>
                    <a:pt x="1" y="1626"/>
                    <a:pt x="400" y="2031"/>
                    <a:pt x="901" y="2031"/>
                  </a:cubicBezTo>
                  <a:cubicBezTo>
                    <a:pt x="1401" y="2031"/>
                    <a:pt x="1805" y="1626"/>
                    <a:pt x="1805" y="1131"/>
                  </a:cubicBezTo>
                  <a:lnTo>
                    <a:pt x="1805" y="679"/>
                  </a:lnTo>
                  <a:cubicBezTo>
                    <a:pt x="1805" y="303"/>
                    <a:pt x="1497" y="0"/>
                    <a:pt x="112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1"/>
            <p:cNvSpPr/>
            <p:nvPr/>
          </p:nvSpPr>
          <p:spPr>
            <a:xfrm>
              <a:off x="6514588" y="3518710"/>
              <a:ext cx="32811" cy="53452"/>
            </a:xfrm>
            <a:custGeom>
              <a:rect b="b" l="l" r="r" t="t"/>
              <a:pathLst>
                <a:path extrusionOk="0" h="2038" w="1251">
                  <a:moveTo>
                    <a:pt x="682" y="0"/>
                  </a:moveTo>
                  <a:cubicBezTo>
                    <a:pt x="307" y="0"/>
                    <a:pt x="4" y="303"/>
                    <a:pt x="4" y="679"/>
                  </a:cubicBezTo>
                  <a:lnTo>
                    <a:pt x="4" y="1131"/>
                  </a:lnTo>
                  <a:cubicBezTo>
                    <a:pt x="0" y="1652"/>
                    <a:pt x="426" y="2037"/>
                    <a:pt x="904" y="2037"/>
                  </a:cubicBezTo>
                  <a:cubicBezTo>
                    <a:pt x="1018" y="2037"/>
                    <a:pt x="1135" y="2016"/>
                    <a:pt x="1250" y="1968"/>
                  </a:cubicBezTo>
                  <a:cubicBezTo>
                    <a:pt x="904" y="1834"/>
                    <a:pt x="682" y="1502"/>
                    <a:pt x="682" y="1131"/>
                  </a:cubicBezTo>
                  <a:lnTo>
                    <a:pt x="682" y="679"/>
                  </a:lnTo>
                  <a:cubicBezTo>
                    <a:pt x="682" y="352"/>
                    <a:pt x="923" y="68"/>
                    <a:pt x="1245" y="15"/>
                  </a:cubicBezTo>
                  <a:cubicBezTo>
                    <a:pt x="1212" y="5"/>
                    <a:pt x="1173"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1"/>
            <p:cNvSpPr/>
            <p:nvPr/>
          </p:nvSpPr>
          <p:spPr>
            <a:xfrm>
              <a:off x="6514667" y="3518710"/>
              <a:ext cx="47498" cy="23736"/>
            </a:xfrm>
            <a:custGeom>
              <a:rect b="b" l="l" r="r" t="t"/>
              <a:pathLst>
                <a:path extrusionOk="0" h="905" w="1811">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1"/>
            <p:cNvSpPr/>
            <p:nvPr/>
          </p:nvSpPr>
          <p:spPr>
            <a:xfrm>
              <a:off x="6514667"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20" y="68"/>
                    <a:pt x="1242" y="15"/>
                  </a:cubicBezTo>
                  <a:cubicBezTo>
                    <a:pt x="1209" y="5"/>
                    <a:pt x="1170" y="0"/>
                    <a:pt x="113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1"/>
            <p:cNvSpPr/>
            <p:nvPr/>
          </p:nvSpPr>
          <p:spPr>
            <a:xfrm>
              <a:off x="6212684" y="3412436"/>
              <a:ext cx="366765" cy="307832"/>
            </a:xfrm>
            <a:custGeom>
              <a:rect b="b" l="l" r="r" t="t"/>
              <a:pathLst>
                <a:path extrusionOk="0" h="11737" w="13984">
                  <a:moveTo>
                    <a:pt x="3595" y="410"/>
                  </a:moveTo>
                  <a:cubicBezTo>
                    <a:pt x="3860" y="415"/>
                    <a:pt x="4071" y="626"/>
                    <a:pt x="4071" y="886"/>
                  </a:cubicBezTo>
                  <a:lnTo>
                    <a:pt x="4071" y="1338"/>
                  </a:lnTo>
                  <a:cubicBezTo>
                    <a:pt x="4071" y="1723"/>
                    <a:pt x="3758" y="2036"/>
                    <a:pt x="3369" y="2036"/>
                  </a:cubicBezTo>
                  <a:cubicBezTo>
                    <a:pt x="2984" y="2036"/>
                    <a:pt x="2671" y="1723"/>
                    <a:pt x="2671" y="1338"/>
                  </a:cubicBezTo>
                  <a:lnTo>
                    <a:pt x="2671" y="886"/>
                  </a:lnTo>
                  <a:cubicBezTo>
                    <a:pt x="2671" y="626"/>
                    <a:pt x="2883" y="415"/>
                    <a:pt x="3143" y="410"/>
                  </a:cubicBezTo>
                  <a:close/>
                  <a:moveTo>
                    <a:pt x="7218" y="415"/>
                  </a:moveTo>
                  <a:cubicBezTo>
                    <a:pt x="7478" y="415"/>
                    <a:pt x="7690" y="626"/>
                    <a:pt x="7694" y="886"/>
                  </a:cubicBezTo>
                  <a:lnTo>
                    <a:pt x="7694" y="1338"/>
                  </a:lnTo>
                  <a:cubicBezTo>
                    <a:pt x="7690" y="1723"/>
                    <a:pt x="7377" y="2041"/>
                    <a:pt x="6992" y="2041"/>
                  </a:cubicBezTo>
                  <a:cubicBezTo>
                    <a:pt x="6607" y="2041"/>
                    <a:pt x="6294" y="1723"/>
                    <a:pt x="6289" y="1338"/>
                  </a:cubicBezTo>
                  <a:lnTo>
                    <a:pt x="6289" y="886"/>
                  </a:lnTo>
                  <a:cubicBezTo>
                    <a:pt x="6294" y="626"/>
                    <a:pt x="6506" y="415"/>
                    <a:pt x="6766" y="415"/>
                  </a:cubicBezTo>
                  <a:close/>
                  <a:moveTo>
                    <a:pt x="10841" y="415"/>
                  </a:moveTo>
                  <a:cubicBezTo>
                    <a:pt x="11101" y="415"/>
                    <a:pt x="11313" y="626"/>
                    <a:pt x="11313" y="886"/>
                  </a:cubicBezTo>
                  <a:lnTo>
                    <a:pt x="11313" y="1338"/>
                  </a:lnTo>
                  <a:cubicBezTo>
                    <a:pt x="11313" y="1728"/>
                    <a:pt x="11000" y="2041"/>
                    <a:pt x="10615" y="2041"/>
                  </a:cubicBezTo>
                  <a:cubicBezTo>
                    <a:pt x="10225" y="2041"/>
                    <a:pt x="9913" y="1728"/>
                    <a:pt x="9913" y="1338"/>
                  </a:cubicBezTo>
                  <a:lnTo>
                    <a:pt x="9913" y="886"/>
                  </a:lnTo>
                  <a:cubicBezTo>
                    <a:pt x="9913" y="626"/>
                    <a:pt x="10124" y="415"/>
                    <a:pt x="10389" y="415"/>
                  </a:cubicBezTo>
                  <a:close/>
                  <a:moveTo>
                    <a:pt x="3619" y="2450"/>
                  </a:moveTo>
                  <a:lnTo>
                    <a:pt x="3619" y="2556"/>
                  </a:lnTo>
                  <a:cubicBezTo>
                    <a:pt x="3619" y="2633"/>
                    <a:pt x="3638" y="2710"/>
                    <a:pt x="3677" y="2777"/>
                  </a:cubicBezTo>
                  <a:lnTo>
                    <a:pt x="3383" y="3071"/>
                  </a:lnTo>
                  <a:cubicBezTo>
                    <a:pt x="3381" y="3076"/>
                    <a:pt x="3376" y="3078"/>
                    <a:pt x="3371" y="3078"/>
                  </a:cubicBezTo>
                  <a:cubicBezTo>
                    <a:pt x="3365" y="3078"/>
                    <a:pt x="3359" y="3076"/>
                    <a:pt x="3354" y="3071"/>
                  </a:cubicBezTo>
                  <a:lnTo>
                    <a:pt x="3061" y="2777"/>
                  </a:lnTo>
                  <a:cubicBezTo>
                    <a:pt x="3099" y="2710"/>
                    <a:pt x="3123" y="2633"/>
                    <a:pt x="3123" y="2556"/>
                  </a:cubicBezTo>
                  <a:lnTo>
                    <a:pt x="3123" y="2450"/>
                  </a:lnTo>
                  <a:close/>
                  <a:moveTo>
                    <a:pt x="7237" y="2450"/>
                  </a:moveTo>
                  <a:lnTo>
                    <a:pt x="7237" y="2556"/>
                  </a:lnTo>
                  <a:cubicBezTo>
                    <a:pt x="7237" y="2633"/>
                    <a:pt x="7261" y="2710"/>
                    <a:pt x="7300" y="2777"/>
                  </a:cubicBezTo>
                  <a:lnTo>
                    <a:pt x="7006" y="3071"/>
                  </a:lnTo>
                  <a:cubicBezTo>
                    <a:pt x="7002" y="3076"/>
                    <a:pt x="6997" y="3078"/>
                    <a:pt x="6992" y="3078"/>
                  </a:cubicBezTo>
                  <a:cubicBezTo>
                    <a:pt x="6987" y="3078"/>
                    <a:pt x="6982" y="3076"/>
                    <a:pt x="6978" y="3071"/>
                  </a:cubicBezTo>
                  <a:lnTo>
                    <a:pt x="6684" y="2777"/>
                  </a:lnTo>
                  <a:cubicBezTo>
                    <a:pt x="6722" y="2710"/>
                    <a:pt x="6747" y="2633"/>
                    <a:pt x="6742" y="2556"/>
                  </a:cubicBezTo>
                  <a:lnTo>
                    <a:pt x="6742" y="2450"/>
                  </a:lnTo>
                  <a:close/>
                  <a:moveTo>
                    <a:pt x="10861" y="2450"/>
                  </a:moveTo>
                  <a:lnTo>
                    <a:pt x="10861" y="2556"/>
                  </a:lnTo>
                  <a:cubicBezTo>
                    <a:pt x="10861" y="2638"/>
                    <a:pt x="10880" y="2710"/>
                    <a:pt x="10923" y="2777"/>
                  </a:cubicBezTo>
                  <a:lnTo>
                    <a:pt x="10630" y="3071"/>
                  </a:lnTo>
                  <a:cubicBezTo>
                    <a:pt x="10625" y="3076"/>
                    <a:pt x="10619" y="3078"/>
                    <a:pt x="10613" y="3078"/>
                  </a:cubicBezTo>
                  <a:cubicBezTo>
                    <a:pt x="10608" y="3078"/>
                    <a:pt x="10603" y="3076"/>
                    <a:pt x="10601" y="3071"/>
                  </a:cubicBezTo>
                  <a:lnTo>
                    <a:pt x="10307" y="2777"/>
                  </a:lnTo>
                  <a:cubicBezTo>
                    <a:pt x="10346" y="2710"/>
                    <a:pt x="10365" y="2638"/>
                    <a:pt x="10365" y="2556"/>
                  </a:cubicBezTo>
                  <a:lnTo>
                    <a:pt x="10365" y="2450"/>
                  </a:lnTo>
                  <a:close/>
                  <a:moveTo>
                    <a:pt x="1790" y="4259"/>
                  </a:moveTo>
                  <a:cubicBezTo>
                    <a:pt x="2050" y="4259"/>
                    <a:pt x="2262" y="4471"/>
                    <a:pt x="2262" y="4736"/>
                  </a:cubicBezTo>
                  <a:lnTo>
                    <a:pt x="2262" y="5183"/>
                  </a:lnTo>
                  <a:cubicBezTo>
                    <a:pt x="2262" y="5573"/>
                    <a:pt x="1944" y="5886"/>
                    <a:pt x="1559" y="5886"/>
                  </a:cubicBezTo>
                  <a:cubicBezTo>
                    <a:pt x="1175" y="5886"/>
                    <a:pt x="862" y="5573"/>
                    <a:pt x="862" y="5183"/>
                  </a:cubicBezTo>
                  <a:lnTo>
                    <a:pt x="862" y="4731"/>
                  </a:lnTo>
                  <a:cubicBezTo>
                    <a:pt x="862" y="4471"/>
                    <a:pt x="1074" y="4259"/>
                    <a:pt x="1338" y="4259"/>
                  </a:cubicBezTo>
                  <a:close/>
                  <a:moveTo>
                    <a:pt x="5409" y="4259"/>
                  </a:moveTo>
                  <a:cubicBezTo>
                    <a:pt x="5669" y="4259"/>
                    <a:pt x="5880" y="4471"/>
                    <a:pt x="5880" y="4731"/>
                  </a:cubicBezTo>
                  <a:lnTo>
                    <a:pt x="5880" y="5183"/>
                  </a:lnTo>
                  <a:cubicBezTo>
                    <a:pt x="5880" y="5573"/>
                    <a:pt x="5568" y="5886"/>
                    <a:pt x="5183" y="5886"/>
                  </a:cubicBezTo>
                  <a:cubicBezTo>
                    <a:pt x="4798" y="5886"/>
                    <a:pt x="4480" y="5573"/>
                    <a:pt x="4480" y="5183"/>
                  </a:cubicBezTo>
                  <a:lnTo>
                    <a:pt x="4480" y="4731"/>
                  </a:lnTo>
                  <a:cubicBezTo>
                    <a:pt x="4480" y="4471"/>
                    <a:pt x="4697" y="4259"/>
                    <a:pt x="4957" y="4259"/>
                  </a:cubicBezTo>
                  <a:close/>
                  <a:moveTo>
                    <a:pt x="9032" y="4259"/>
                  </a:moveTo>
                  <a:cubicBezTo>
                    <a:pt x="9292" y="4259"/>
                    <a:pt x="9504" y="4471"/>
                    <a:pt x="9504" y="4731"/>
                  </a:cubicBezTo>
                  <a:lnTo>
                    <a:pt x="9504" y="5183"/>
                  </a:lnTo>
                  <a:cubicBezTo>
                    <a:pt x="9504" y="5573"/>
                    <a:pt x="9191" y="5886"/>
                    <a:pt x="8806" y="5886"/>
                  </a:cubicBezTo>
                  <a:cubicBezTo>
                    <a:pt x="8416" y="5886"/>
                    <a:pt x="8103" y="5573"/>
                    <a:pt x="8103" y="5183"/>
                  </a:cubicBezTo>
                  <a:lnTo>
                    <a:pt x="8103" y="4731"/>
                  </a:lnTo>
                  <a:cubicBezTo>
                    <a:pt x="8103" y="4471"/>
                    <a:pt x="8315" y="4259"/>
                    <a:pt x="8580" y="4259"/>
                  </a:cubicBezTo>
                  <a:close/>
                  <a:moveTo>
                    <a:pt x="12646" y="4259"/>
                  </a:moveTo>
                  <a:cubicBezTo>
                    <a:pt x="12906" y="4259"/>
                    <a:pt x="13117" y="4471"/>
                    <a:pt x="13117" y="4736"/>
                  </a:cubicBezTo>
                  <a:lnTo>
                    <a:pt x="13117" y="5188"/>
                  </a:lnTo>
                  <a:cubicBezTo>
                    <a:pt x="13117" y="5573"/>
                    <a:pt x="12805" y="5886"/>
                    <a:pt x="12420" y="5886"/>
                  </a:cubicBezTo>
                  <a:cubicBezTo>
                    <a:pt x="12030" y="5886"/>
                    <a:pt x="11717" y="5573"/>
                    <a:pt x="11717" y="5188"/>
                  </a:cubicBezTo>
                  <a:lnTo>
                    <a:pt x="11717" y="4736"/>
                  </a:lnTo>
                  <a:lnTo>
                    <a:pt x="11722" y="4736"/>
                  </a:lnTo>
                  <a:cubicBezTo>
                    <a:pt x="11722" y="4471"/>
                    <a:pt x="11938" y="4259"/>
                    <a:pt x="12198" y="4259"/>
                  </a:cubicBezTo>
                  <a:close/>
                  <a:moveTo>
                    <a:pt x="1810" y="6295"/>
                  </a:moveTo>
                  <a:lnTo>
                    <a:pt x="1810" y="6400"/>
                  </a:lnTo>
                  <a:cubicBezTo>
                    <a:pt x="1810" y="6477"/>
                    <a:pt x="1829" y="6554"/>
                    <a:pt x="1867" y="6622"/>
                  </a:cubicBezTo>
                  <a:lnTo>
                    <a:pt x="1574" y="6915"/>
                  </a:lnTo>
                  <a:cubicBezTo>
                    <a:pt x="1572" y="6920"/>
                    <a:pt x="1567" y="6923"/>
                    <a:pt x="1561" y="6923"/>
                  </a:cubicBezTo>
                  <a:cubicBezTo>
                    <a:pt x="1556" y="6923"/>
                    <a:pt x="1550" y="6920"/>
                    <a:pt x="1545" y="6915"/>
                  </a:cubicBezTo>
                  <a:lnTo>
                    <a:pt x="1252" y="6622"/>
                  </a:lnTo>
                  <a:cubicBezTo>
                    <a:pt x="1290" y="6554"/>
                    <a:pt x="1314" y="6477"/>
                    <a:pt x="1314" y="6400"/>
                  </a:cubicBezTo>
                  <a:lnTo>
                    <a:pt x="1314" y="6295"/>
                  </a:lnTo>
                  <a:close/>
                  <a:moveTo>
                    <a:pt x="5428" y="6295"/>
                  </a:moveTo>
                  <a:lnTo>
                    <a:pt x="5428" y="6400"/>
                  </a:lnTo>
                  <a:cubicBezTo>
                    <a:pt x="5428" y="6482"/>
                    <a:pt x="5452" y="6554"/>
                    <a:pt x="5491" y="6622"/>
                  </a:cubicBezTo>
                  <a:lnTo>
                    <a:pt x="5197" y="6915"/>
                  </a:lnTo>
                  <a:cubicBezTo>
                    <a:pt x="5192" y="6920"/>
                    <a:pt x="5186" y="6923"/>
                    <a:pt x="5181" y="6923"/>
                  </a:cubicBezTo>
                  <a:cubicBezTo>
                    <a:pt x="5176" y="6923"/>
                    <a:pt x="5171" y="6920"/>
                    <a:pt x="5168" y="6915"/>
                  </a:cubicBezTo>
                  <a:lnTo>
                    <a:pt x="4875" y="6622"/>
                  </a:lnTo>
                  <a:cubicBezTo>
                    <a:pt x="4913" y="6554"/>
                    <a:pt x="4933" y="6482"/>
                    <a:pt x="4933" y="6400"/>
                  </a:cubicBezTo>
                  <a:lnTo>
                    <a:pt x="4933" y="6295"/>
                  </a:lnTo>
                  <a:close/>
                  <a:moveTo>
                    <a:pt x="9051" y="6295"/>
                  </a:moveTo>
                  <a:lnTo>
                    <a:pt x="9051" y="6400"/>
                  </a:lnTo>
                  <a:cubicBezTo>
                    <a:pt x="9051" y="6482"/>
                    <a:pt x="9071" y="6554"/>
                    <a:pt x="9114" y="6622"/>
                  </a:cubicBezTo>
                  <a:lnTo>
                    <a:pt x="8820" y="6915"/>
                  </a:lnTo>
                  <a:cubicBezTo>
                    <a:pt x="8816" y="6920"/>
                    <a:pt x="8810" y="6923"/>
                    <a:pt x="8804" y="6923"/>
                  </a:cubicBezTo>
                  <a:cubicBezTo>
                    <a:pt x="8798" y="6923"/>
                    <a:pt x="8792" y="6920"/>
                    <a:pt x="8787" y="6915"/>
                  </a:cubicBezTo>
                  <a:lnTo>
                    <a:pt x="8498" y="6622"/>
                  </a:lnTo>
                  <a:cubicBezTo>
                    <a:pt x="8537" y="6554"/>
                    <a:pt x="8556" y="6482"/>
                    <a:pt x="8556" y="6400"/>
                  </a:cubicBezTo>
                  <a:lnTo>
                    <a:pt x="8556" y="6295"/>
                  </a:lnTo>
                  <a:close/>
                  <a:moveTo>
                    <a:pt x="12670" y="6295"/>
                  </a:moveTo>
                  <a:lnTo>
                    <a:pt x="12670" y="6405"/>
                  </a:lnTo>
                  <a:cubicBezTo>
                    <a:pt x="12670" y="6482"/>
                    <a:pt x="12694" y="6559"/>
                    <a:pt x="12732" y="6627"/>
                  </a:cubicBezTo>
                  <a:lnTo>
                    <a:pt x="12439" y="6915"/>
                  </a:lnTo>
                  <a:cubicBezTo>
                    <a:pt x="12434" y="6920"/>
                    <a:pt x="12428" y="6923"/>
                    <a:pt x="12423" y="6923"/>
                  </a:cubicBezTo>
                  <a:cubicBezTo>
                    <a:pt x="12417" y="6923"/>
                    <a:pt x="12412" y="6920"/>
                    <a:pt x="12410" y="6915"/>
                  </a:cubicBezTo>
                  <a:lnTo>
                    <a:pt x="12116" y="6627"/>
                  </a:lnTo>
                  <a:cubicBezTo>
                    <a:pt x="12155" y="6559"/>
                    <a:pt x="12174" y="6482"/>
                    <a:pt x="12174" y="6405"/>
                  </a:cubicBezTo>
                  <a:lnTo>
                    <a:pt x="12174" y="6295"/>
                  </a:lnTo>
                  <a:close/>
                  <a:moveTo>
                    <a:pt x="3152" y="1"/>
                  </a:moveTo>
                  <a:cubicBezTo>
                    <a:pt x="2666" y="6"/>
                    <a:pt x="2267" y="400"/>
                    <a:pt x="2267" y="886"/>
                  </a:cubicBezTo>
                  <a:lnTo>
                    <a:pt x="2267" y="1338"/>
                  </a:lnTo>
                  <a:cubicBezTo>
                    <a:pt x="2267" y="1690"/>
                    <a:pt x="2435" y="2022"/>
                    <a:pt x="2719" y="2233"/>
                  </a:cubicBezTo>
                  <a:lnTo>
                    <a:pt x="2719" y="2556"/>
                  </a:lnTo>
                  <a:cubicBezTo>
                    <a:pt x="2719" y="2565"/>
                    <a:pt x="2714" y="2570"/>
                    <a:pt x="2710" y="2575"/>
                  </a:cubicBezTo>
                  <a:lnTo>
                    <a:pt x="2180" y="2840"/>
                  </a:lnTo>
                  <a:cubicBezTo>
                    <a:pt x="1954" y="2950"/>
                    <a:pt x="1815" y="3177"/>
                    <a:pt x="1819" y="3427"/>
                  </a:cubicBezTo>
                  <a:lnTo>
                    <a:pt x="1819" y="3850"/>
                  </a:lnTo>
                  <a:lnTo>
                    <a:pt x="1338" y="3850"/>
                  </a:lnTo>
                  <a:cubicBezTo>
                    <a:pt x="847" y="3850"/>
                    <a:pt x="453" y="4245"/>
                    <a:pt x="453" y="4731"/>
                  </a:cubicBezTo>
                  <a:lnTo>
                    <a:pt x="453" y="5183"/>
                  </a:lnTo>
                  <a:cubicBezTo>
                    <a:pt x="453" y="5539"/>
                    <a:pt x="621" y="5866"/>
                    <a:pt x="905" y="6078"/>
                  </a:cubicBezTo>
                  <a:lnTo>
                    <a:pt x="905" y="6400"/>
                  </a:lnTo>
                  <a:cubicBezTo>
                    <a:pt x="905" y="6410"/>
                    <a:pt x="900" y="6420"/>
                    <a:pt x="891" y="6420"/>
                  </a:cubicBezTo>
                  <a:lnTo>
                    <a:pt x="361" y="6684"/>
                  </a:lnTo>
                  <a:cubicBezTo>
                    <a:pt x="140" y="6795"/>
                    <a:pt x="0" y="7026"/>
                    <a:pt x="0" y="7271"/>
                  </a:cubicBezTo>
                  <a:lnTo>
                    <a:pt x="0" y="9504"/>
                  </a:lnTo>
                  <a:cubicBezTo>
                    <a:pt x="0" y="9677"/>
                    <a:pt x="53" y="9846"/>
                    <a:pt x="150" y="9995"/>
                  </a:cubicBezTo>
                  <a:lnTo>
                    <a:pt x="376" y="10332"/>
                  </a:lnTo>
                  <a:cubicBezTo>
                    <a:pt x="429" y="10409"/>
                    <a:pt x="453" y="10500"/>
                    <a:pt x="453" y="10591"/>
                  </a:cubicBezTo>
                  <a:lnTo>
                    <a:pt x="453" y="11520"/>
                  </a:lnTo>
                  <a:cubicBezTo>
                    <a:pt x="446" y="11664"/>
                    <a:pt x="553" y="11737"/>
                    <a:pt x="659" y="11737"/>
                  </a:cubicBezTo>
                  <a:cubicBezTo>
                    <a:pt x="766" y="11737"/>
                    <a:pt x="871" y="11664"/>
                    <a:pt x="862" y="11520"/>
                  </a:cubicBezTo>
                  <a:lnTo>
                    <a:pt x="862" y="10591"/>
                  </a:lnTo>
                  <a:cubicBezTo>
                    <a:pt x="862" y="10418"/>
                    <a:pt x="814" y="10250"/>
                    <a:pt x="717" y="10101"/>
                  </a:cubicBezTo>
                  <a:lnTo>
                    <a:pt x="491" y="9764"/>
                  </a:lnTo>
                  <a:cubicBezTo>
                    <a:pt x="438" y="9687"/>
                    <a:pt x="409" y="9595"/>
                    <a:pt x="409" y="9504"/>
                  </a:cubicBezTo>
                  <a:lnTo>
                    <a:pt x="409" y="7271"/>
                  </a:lnTo>
                  <a:cubicBezTo>
                    <a:pt x="409" y="7180"/>
                    <a:pt x="462" y="7093"/>
                    <a:pt x="549" y="7050"/>
                  </a:cubicBezTo>
                  <a:lnTo>
                    <a:pt x="920" y="6867"/>
                  </a:lnTo>
                  <a:lnTo>
                    <a:pt x="1261" y="7204"/>
                  </a:lnTo>
                  <a:cubicBezTo>
                    <a:pt x="1345" y="7288"/>
                    <a:pt x="1455" y="7330"/>
                    <a:pt x="1564" y="7330"/>
                  </a:cubicBezTo>
                  <a:cubicBezTo>
                    <a:pt x="1674" y="7330"/>
                    <a:pt x="1783" y="7288"/>
                    <a:pt x="1867" y="7204"/>
                  </a:cubicBezTo>
                  <a:lnTo>
                    <a:pt x="2209" y="6867"/>
                  </a:lnTo>
                  <a:lnTo>
                    <a:pt x="2580" y="7050"/>
                  </a:lnTo>
                  <a:cubicBezTo>
                    <a:pt x="2666" y="7093"/>
                    <a:pt x="2719" y="7180"/>
                    <a:pt x="2719" y="7271"/>
                  </a:cubicBezTo>
                  <a:lnTo>
                    <a:pt x="2719" y="9504"/>
                  </a:lnTo>
                  <a:cubicBezTo>
                    <a:pt x="2719" y="9595"/>
                    <a:pt x="2690" y="9687"/>
                    <a:pt x="2637" y="9764"/>
                  </a:cubicBezTo>
                  <a:lnTo>
                    <a:pt x="2411" y="10101"/>
                  </a:lnTo>
                  <a:cubicBezTo>
                    <a:pt x="2315" y="10250"/>
                    <a:pt x="2262" y="10418"/>
                    <a:pt x="2267" y="10591"/>
                  </a:cubicBezTo>
                  <a:lnTo>
                    <a:pt x="2267" y="11520"/>
                  </a:lnTo>
                  <a:cubicBezTo>
                    <a:pt x="2257" y="11664"/>
                    <a:pt x="2363" y="11737"/>
                    <a:pt x="2470" y="11737"/>
                  </a:cubicBezTo>
                  <a:cubicBezTo>
                    <a:pt x="2576" y="11737"/>
                    <a:pt x="2683" y="11664"/>
                    <a:pt x="2676" y="11520"/>
                  </a:cubicBezTo>
                  <a:lnTo>
                    <a:pt x="2676" y="10591"/>
                  </a:lnTo>
                  <a:cubicBezTo>
                    <a:pt x="2676" y="10500"/>
                    <a:pt x="2700" y="10409"/>
                    <a:pt x="2753" y="10332"/>
                  </a:cubicBezTo>
                  <a:lnTo>
                    <a:pt x="2979" y="9995"/>
                  </a:lnTo>
                  <a:cubicBezTo>
                    <a:pt x="3075" y="9846"/>
                    <a:pt x="3128" y="9677"/>
                    <a:pt x="3128" y="9504"/>
                  </a:cubicBezTo>
                  <a:lnTo>
                    <a:pt x="3128" y="7271"/>
                  </a:lnTo>
                  <a:cubicBezTo>
                    <a:pt x="3128" y="7026"/>
                    <a:pt x="2989" y="6795"/>
                    <a:pt x="2767" y="6684"/>
                  </a:cubicBezTo>
                  <a:lnTo>
                    <a:pt x="2238" y="6420"/>
                  </a:lnTo>
                  <a:cubicBezTo>
                    <a:pt x="2228" y="6420"/>
                    <a:pt x="2224" y="6410"/>
                    <a:pt x="2224" y="6400"/>
                  </a:cubicBezTo>
                  <a:lnTo>
                    <a:pt x="2224" y="6078"/>
                  </a:lnTo>
                  <a:cubicBezTo>
                    <a:pt x="2507" y="5866"/>
                    <a:pt x="2676" y="5539"/>
                    <a:pt x="2676" y="5183"/>
                  </a:cubicBezTo>
                  <a:lnTo>
                    <a:pt x="2676" y="4731"/>
                  </a:lnTo>
                  <a:cubicBezTo>
                    <a:pt x="2676" y="4413"/>
                    <a:pt x="2503" y="4115"/>
                    <a:pt x="2224" y="3961"/>
                  </a:cubicBezTo>
                  <a:lnTo>
                    <a:pt x="2224" y="3427"/>
                  </a:lnTo>
                  <a:cubicBezTo>
                    <a:pt x="2224" y="3335"/>
                    <a:pt x="2276" y="3249"/>
                    <a:pt x="2363" y="3205"/>
                  </a:cubicBezTo>
                  <a:lnTo>
                    <a:pt x="2734" y="3023"/>
                  </a:lnTo>
                  <a:lnTo>
                    <a:pt x="3070" y="3359"/>
                  </a:lnTo>
                  <a:cubicBezTo>
                    <a:pt x="3155" y="3444"/>
                    <a:pt x="3265" y="3486"/>
                    <a:pt x="3376" y="3486"/>
                  </a:cubicBezTo>
                  <a:cubicBezTo>
                    <a:pt x="3487" y="3486"/>
                    <a:pt x="3597" y="3444"/>
                    <a:pt x="3681" y="3359"/>
                  </a:cubicBezTo>
                  <a:lnTo>
                    <a:pt x="4023" y="3023"/>
                  </a:lnTo>
                  <a:lnTo>
                    <a:pt x="4394" y="3205"/>
                  </a:lnTo>
                  <a:cubicBezTo>
                    <a:pt x="4475" y="3249"/>
                    <a:pt x="4528" y="3335"/>
                    <a:pt x="4528" y="3427"/>
                  </a:cubicBezTo>
                  <a:lnTo>
                    <a:pt x="4528" y="3961"/>
                  </a:lnTo>
                  <a:cubicBezTo>
                    <a:pt x="4249" y="4115"/>
                    <a:pt x="4076" y="4408"/>
                    <a:pt x="4076" y="4731"/>
                  </a:cubicBezTo>
                  <a:lnTo>
                    <a:pt x="4076" y="5183"/>
                  </a:lnTo>
                  <a:cubicBezTo>
                    <a:pt x="4076" y="5534"/>
                    <a:pt x="4244" y="5866"/>
                    <a:pt x="4528" y="6073"/>
                  </a:cubicBezTo>
                  <a:lnTo>
                    <a:pt x="4528" y="6400"/>
                  </a:lnTo>
                  <a:cubicBezTo>
                    <a:pt x="4528" y="6405"/>
                    <a:pt x="4524" y="6415"/>
                    <a:pt x="4519" y="6420"/>
                  </a:cubicBezTo>
                  <a:lnTo>
                    <a:pt x="3989" y="6684"/>
                  </a:lnTo>
                  <a:cubicBezTo>
                    <a:pt x="3763" y="6795"/>
                    <a:pt x="3624" y="7021"/>
                    <a:pt x="3629" y="7271"/>
                  </a:cubicBezTo>
                  <a:lnTo>
                    <a:pt x="3629" y="9499"/>
                  </a:lnTo>
                  <a:cubicBezTo>
                    <a:pt x="3629" y="9677"/>
                    <a:pt x="3677" y="9846"/>
                    <a:pt x="3778" y="9990"/>
                  </a:cubicBezTo>
                  <a:lnTo>
                    <a:pt x="3999" y="10327"/>
                  </a:lnTo>
                  <a:cubicBezTo>
                    <a:pt x="4052" y="10404"/>
                    <a:pt x="4081" y="10495"/>
                    <a:pt x="4081" y="10591"/>
                  </a:cubicBezTo>
                  <a:lnTo>
                    <a:pt x="4081" y="11515"/>
                  </a:lnTo>
                  <a:cubicBezTo>
                    <a:pt x="4088" y="11645"/>
                    <a:pt x="4187" y="11710"/>
                    <a:pt x="4285" y="11710"/>
                  </a:cubicBezTo>
                  <a:cubicBezTo>
                    <a:pt x="4384" y="11710"/>
                    <a:pt x="4483" y="11645"/>
                    <a:pt x="4490" y="11515"/>
                  </a:cubicBezTo>
                  <a:lnTo>
                    <a:pt x="4490" y="10591"/>
                  </a:lnTo>
                  <a:cubicBezTo>
                    <a:pt x="4490" y="10418"/>
                    <a:pt x="4437" y="10250"/>
                    <a:pt x="4341" y="10101"/>
                  </a:cubicBezTo>
                  <a:lnTo>
                    <a:pt x="4115" y="9764"/>
                  </a:lnTo>
                  <a:cubicBezTo>
                    <a:pt x="4062" y="9687"/>
                    <a:pt x="4038" y="9595"/>
                    <a:pt x="4038" y="9504"/>
                  </a:cubicBezTo>
                  <a:lnTo>
                    <a:pt x="4038" y="7271"/>
                  </a:lnTo>
                  <a:cubicBezTo>
                    <a:pt x="4038" y="7180"/>
                    <a:pt x="4090" y="7093"/>
                    <a:pt x="4172" y="7050"/>
                  </a:cubicBezTo>
                  <a:lnTo>
                    <a:pt x="4548" y="6867"/>
                  </a:lnTo>
                  <a:lnTo>
                    <a:pt x="4884" y="7204"/>
                  </a:lnTo>
                  <a:cubicBezTo>
                    <a:pt x="4969" y="7288"/>
                    <a:pt x="5079" y="7330"/>
                    <a:pt x="5190" y="7330"/>
                  </a:cubicBezTo>
                  <a:cubicBezTo>
                    <a:pt x="5301" y="7330"/>
                    <a:pt x="5411" y="7288"/>
                    <a:pt x="5496" y="7204"/>
                  </a:cubicBezTo>
                  <a:lnTo>
                    <a:pt x="5832" y="6867"/>
                  </a:lnTo>
                  <a:lnTo>
                    <a:pt x="6203" y="7050"/>
                  </a:lnTo>
                  <a:cubicBezTo>
                    <a:pt x="6289" y="7093"/>
                    <a:pt x="6342" y="7180"/>
                    <a:pt x="6342" y="7271"/>
                  </a:cubicBezTo>
                  <a:lnTo>
                    <a:pt x="6342" y="9504"/>
                  </a:lnTo>
                  <a:cubicBezTo>
                    <a:pt x="6342" y="9595"/>
                    <a:pt x="6313" y="9687"/>
                    <a:pt x="6261" y="9764"/>
                  </a:cubicBezTo>
                  <a:lnTo>
                    <a:pt x="6039" y="10101"/>
                  </a:lnTo>
                  <a:cubicBezTo>
                    <a:pt x="5943" y="10250"/>
                    <a:pt x="5890" y="10418"/>
                    <a:pt x="5890" y="10591"/>
                  </a:cubicBezTo>
                  <a:lnTo>
                    <a:pt x="5890" y="11520"/>
                  </a:lnTo>
                  <a:cubicBezTo>
                    <a:pt x="5897" y="11648"/>
                    <a:pt x="5996" y="11711"/>
                    <a:pt x="6095" y="11711"/>
                  </a:cubicBezTo>
                  <a:cubicBezTo>
                    <a:pt x="6193" y="11711"/>
                    <a:pt x="6292" y="11648"/>
                    <a:pt x="6299" y="11520"/>
                  </a:cubicBezTo>
                  <a:lnTo>
                    <a:pt x="6299" y="10591"/>
                  </a:lnTo>
                  <a:cubicBezTo>
                    <a:pt x="6299" y="10500"/>
                    <a:pt x="6328" y="10409"/>
                    <a:pt x="6381" y="10332"/>
                  </a:cubicBezTo>
                  <a:lnTo>
                    <a:pt x="6602" y="9995"/>
                  </a:lnTo>
                  <a:cubicBezTo>
                    <a:pt x="6698" y="9846"/>
                    <a:pt x="6751" y="9677"/>
                    <a:pt x="6751" y="9504"/>
                  </a:cubicBezTo>
                  <a:lnTo>
                    <a:pt x="6751" y="7271"/>
                  </a:lnTo>
                  <a:cubicBezTo>
                    <a:pt x="6751" y="7026"/>
                    <a:pt x="6612" y="6795"/>
                    <a:pt x="6390" y="6684"/>
                  </a:cubicBezTo>
                  <a:lnTo>
                    <a:pt x="5861" y="6420"/>
                  </a:lnTo>
                  <a:cubicBezTo>
                    <a:pt x="5852" y="6420"/>
                    <a:pt x="5847" y="6410"/>
                    <a:pt x="5847" y="6400"/>
                  </a:cubicBezTo>
                  <a:lnTo>
                    <a:pt x="5847" y="6078"/>
                  </a:lnTo>
                  <a:cubicBezTo>
                    <a:pt x="6131" y="5866"/>
                    <a:pt x="6299" y="5539"/>
                    <a:pt x="6299" y="5183"/>
                  </a:cubicBezTo>
                  <a:lnTo>
                    <a:pt x="6299" y="4731"/>
                  </a:lnTo>
                  <a:cubicBezTo>
                    <a:pt x="6299" y="4413"/>
                    <a:pt x="6126" y="4115"/>
                    <a:pt x="5847" y="3961"/>
                  </a:cubicBezTo>
                  <a:lnTo>
                    <a:pt x="5847" y="3427"/>
                  </a:lnTo>
                  <a:cubicBezTo>
                    <a:pt x="5847" y="3335"/>
                    <a:pt x="5900" y="3249"/>
                    <a:pt x="5986" y="3205"/>
                  </a:cubicBezTo>
                  <a:lnTo>
                    <a:pt x="6357" y="3023"/>
                  </a:lnTo>
                  <a:lnTo>
                    <a:pt x="6698" y="3359"/>
                  </a:lnTo>
                  <a:cubicBezTo>
                    <a:pt x="6783" y="3444"/>
                    <a:pt x="6892" y="3486"/>
                    <a:pt x="7002" y="3486"/>
                  </a:cubicBezTo>
                  <a:cubicBezTo>
                    <a:pt x="7111" y="3486"/>
                    <a:pt x="7221" y="3444"/>
                    <a:pt x="7305" y="3359"/>
                  </a:cubicBezTo>
                  <a:lnTo>
                    <a:pt x="7646" y="3023"/>
                  </a:lnTo>
                  <a:lnTo>
                    <a:pt x="8017" y="3205"/>
                  </a:lnTo>
                  <a:cubicBezTo>
                    <a:pt x="8103" y="3249"/>
                    <a:pt x="8156" y="3335"/>
                    <a:pt x="8156" y="3427"/>
                  </a:cubicBezTo>
                  <a:lnTo>
                    <a:pt x="8156" y="3961"/>
                  </a:lnTo>
                  <a:cubicBezTo>
                    <a:pt x="7873" y="4115"/>
                    <a:pt x="7704" y="4408"/>
                    <a:pt x="7704" y="4731"/>
                  </a:cubicBezTo>
                  <a:lnTo>
                    <a:pt x="7704" y="5183"/>
                  </a:lnTo>
                  <a:cubicBezTo>
                    <a:pt x="7704" y="5534"/>
                    <a:pt x="7868" y="5866"/>
                    <a:pt x="8156" y="6073"/>
                  </a:cubicBezTo>
                  <a:lnTo>
                    <a:pt x="8156" y="6400"/>
                  </a:lnTo>
                  <a:cubicBezTo>
                    <a:pt x="8156" y="6405"/>
                    <a:pt x="8152" y="6415"/>
                    <a:pt x="8142" y="6420"/>
                  </a:cubicBezTo>
                  <a:lnTo>
                    <a:pt x="7613" y="6684"/>
                  </a:lnTo>
                  <a:cubicBezTo>
                    <a:pt x="7391" y="6795"/>
                    <a:pt x="7252" y="7021"/>
                    <a:pt x="7252" y="7271"/>
                  </a:cubicBezTo>
                  <a:lnTo>
                    <a:pt x="7252" y="9499"/>
                  </a:lnTo>
                  <a:cubicBezTo>
                    <a:pt x="7252" y="9677"/>
                    <a:pt x="7305" y="9846"/>
                    <a:pt x="7401" y="9990"/>
                  </a:cubicBezTo>
                  <a:lnTo>
                    <a:pt x="7622" y="10327"/>
                  </a:lnTo>
                  <a:cubicBezTo>
                    <a:pt x="7675" y="10404"/>
                    <a:pt x="7704" y="10495"/>
                    <a:pt x="7704" y="10591"/>
                  </a:cubicBezTo>
                  <a:lnTo>
                    <a:pt x="7704" y="11515"/>
                  </a:lnTo>
                  <a:cubicBezTo>
                    <a:pt x="7711" y="11645"/>
                    <a:pt x="7810" y="11710"/>
                    <a:pt x="7909" y="11710"/>
                  </a:cubicBezTo>
                  <a:cubicBezTo>
                    <a:pt x="8007" y="11710"/>
                    <a:pt x="8106" y="11645"/>
                    <a:pt x="8113" y="11515"/>
                  </a:cubicBezTo>
                  <a:lnTo>
                    <a:pt x="8113" y="10591"/>
                  </a:lnTo>
                  <a:cubicBezTo>
                    <a:pt x="8113" y="10418"/>
                    <a:pt x="8060" y="10250"/>
                    <a:pt x="7964" y="10101"/>
                  </a:cubicBezTo>
                  <a:lnTo>
                    <a:pt x="7743" y="9764"/>
                  </a:lnTo>
                  <a:cubicBezTo>
                    <a:pt x="7690" y="9687"/>
                    <a:pt x="7661" y="9595"/>
                    <a:pt x="7661" y="9504"/>
                  </a:cubicBezTo>
                  <a:lnTo>
                    <a:pt x="7661" y="7271"/>
                  </a:lnTo>
                  <a:cubicBezTo>
                    <a:pt x="7661" y="7180"/>
                    <a:pt x="7714" y="7093"/>
                    <a:pt x="7800" y="7050"/>
                  </a:cubicBezTo>
                  <a:lnTo>
                    <a:pt x="8171" y="6867"/>
                  </a:lnTo>
                  <a:lnTo>
                    <a:pt x="8493" y="7209"/>
                  </a:lnTo>
                  <a:cubicBezTo>
                    <a:pt x="8577" y="7293"/>
                    <a:pt x="8688" y="7335"/>
                    <a:pt x="8799" y="7335"/>
                  </a:cubicBezTo>
                  <a:cubicBezTo>
                    <a:pt x="8909" y="7335"/>
                    <a:pt x="9020" y="7293"/>
                    <a:pt x="9104" y="7209"/>
                  </a:cubicBezTo>
                  <a:lnTo>
                    <a:pt x="9441" y="6867"/>
                  </a:lnTo>
                  <a:lnTo>
                    <a:pt x="9812" y="7055"/>
                  </a:lnTo>
                  <a:cubicBezTo>
                    <a:pt x="9898" y="7093"/>
                    <a:pt x="9951" y="7180"/>
                    <a:pt x="9951" y="7276"/>
                  </a:cubicBezTo>
                  <a:lnTo>
                    <a:pt x="9951" y="9504"/>
                  </a:lnTo>
                  <a:cubicBezTo>
                    <a:pt x="9951" y="9600"/>
                    <a:pt x="9922" y="9692"/>
                    <a:pt x="9869" y="9769"/>
                  </a:cubicBezTo>
                  <a:lnTo>
                    <a:pt x="9648" y="10105"/>
                  </a:lnTo>
                  <a:cubicBezTo>
                    <a:pt x="9552" y="10250"/>
                    <a:pt x="9499" y="10418"/>
                    <a:pt x="9499" y="10596"/>
                  </a:cubicBezTo>
                  <a:lnTo>
                    <a:pt x="9499" y="11520"/>
                  </a:lnTo>
                  <a:cubicBezTo>
                    <a:pt x="9506" y="11650"/>
                    <a:pt x="9605" y="11715"/>
                    <a:pt x="9703" y="11715"/>
                  </a:cubicBezTo>
                  <a:cubicBezTo>
                    <a:pt x="9802" y="11715"/>
                    <a:pt x="9901" y="11650"/>
                    <a:pt x="9908" y="11520"/>
                  </a:cubicBezTo>
                  <a:lnTo>
                    <a:pt x="9908" y="10591"/>
                  </a:lnTo>
                  <a:cubicBezTo>
                    <a:pt x="9908" y="10500"/>
                    <a:pt x="9937" y="10409"/>
                    <a:pt x="9990" y="10332"/>
                  </a:cubicBezTo>
                  <a:lnTo>
                    <a:pt x="10211" y="9995"/>
                  </a:lnTo>
                  <a:cubicBezTo>
                    <a:pt x="10307" y="9846"/>
                    <a:pt x="10360" y="9677"/>
                    <a:pt x="10360" y="9504"/>
                  </a:cubicBezTo>
                  <a:lnTo>
                    <a:pt x="10360" y="7271"/>
                  </a:lnTo>
                  <a:cubicBezTo>
                    <a:pt x="10360" y="7026"/>
                    <a:pt x="10221" y="6795"/>
                    <a:pt x="9999" y="6684"/>
                  </a:cubicBezTo>
                  <a:lnTo>
                    <a:pt x="9470" y="6420"/>
                  </a:lnTo>
                  <a:cubicBezTo>
                    <a:pt x="9460" y="6420"/>
                    <a:pt x="9456" y="6410"/>
                    <a:pt x="9456" y="6400"/>
                  </a:cubicBezTo>
                  <a:lnTo>
                    <a:pt x="9456" y="6078"/>
                  </a:lnTo>
                  <a:cubicBezTo>
                    <a:pt x="9739" y="5866"/>
                    <a:pt x="9908" y="5539"/>
                    <a:pt x="9908" y="5183"/>
                  </a:cubicBezTo>
                  <a:lnTo>
                    <a:pt x="9908" y="4731"/>
                  </a:lnTo>
                  <a:cubicBezTo>
                    <a:pt x="9908" y="4413"/>
                    <a:pt x="9735" y="4115"/>
                    <a:pt x="9456" y="3961"/>
                  </a:cubicBezTo>
                  <a:lnTo>
                    <a:pt x="9456" y="3427"/>
                  </a:lnTo>
                  <a:cubicBezTo>
                    <a:pt x="9456" y="3331"/>
                    <a:pt x="9508" y="3244"/>
                    <a:pt x="9595" y="3205"/>
                  </a:cubicBezTo>
                  <a:lnTo>
                    <a:pt x="9966" y="3018"/>
                  </a:lnTo>
                  <a:lnTo>
                    <a:pt x="10302" y="3359"/>
                  </a:lnTo>
                  <a:cubicBezTo>
                    <a:pt x="10387" y="3444"/>
                    <a:pt x="10497" y="3486"/>
                    <a:pt x="10608" y="3486"/>
                  </a:cubicBezTo>
                  <a:cubicBezTo>
                    <a:pt x="10719" y="3486"/>
                    <a:pt x="10829" y="3444"/>
                    <a:pt x="10914" y="3359"/>
                  </a:cubicBezTo>
                  <a:lnTo>
                    <a:pt x="11250" y="3018"/>
                  </a:lnTo>
                  <a:lnTo>
                    <a:pt x="11626" y="3205"/>
                  </a:lnTo>
                  <a:cubicBezTo>
                    <a:pt x="11707" y="3249"/>
                    <a:pt x="11760" y="3331"/>
                    <a:pt x="11760" y="3427"/>
                  </a:cubicBezTo>
                  <a:lnTo>
                    <a:pt x="11760" y="3961"/>
                  </a:lnTo>
                  <a:cubicBezTo>
                    <a:pt x="11481" y="4115"/>
                    <a:pt x="11308" y="4408"/>
                    <a:pt x="11308" y="4731"/>
                  </a:cubicBezTo>
                  <a:lnTo>
                    <a:pt x="11308" y="5183"/>
                  </a:lnTo>
                  <a:cubicBezTo>
                    <a:pt x="11308" y="5534"/>
                    <a:pt x="11476" y="5866"/>
                    <a:pt x="11760" y="6073"/>
                  </a:cubicBezTo>
                  <a:lnTo>
                    <a:pt x="11760" y="6400"/>
                  </a:lnTo>
                  <a:cubicBezTo>
                    <a:pt x="11760" y="6405"/>
                    <a:pt x="11756" y="6415"/>
                    <a:pt x="11751" y="6420"/>
                  </a:cubicBezTo>
                  <a:lnTo>
                    <a:pt x="11221" y="6684"/>
                  </a:lnTo>
                  <a:cubicBezTo>
                    <a:pt x="10995" y="6795"/>
                    <a:pt x="10856" y="7021"/>
                    <a:pt x="10861" y="7271"/>
                  </a:cubicBezTo>
                  <a:lnTo>
                    <a:pt x="10861" y="9499"/>
                  </a:lnTo>
                  <a:cubicBezTo>
                    <a:pt x="10856" y="9677"/>
                    <a:pt x="10909" y="9846"/>
                    <a:pt x="11005" y="9990"/>
                  </a:cubicBezTo>
                  <a:lnTo>
                    <a:pt x="11231" y="10327"/>
                  </a:lnTo>
                  <a:cubicBezTo>
                    <a:pt x="11284" y="10404"/>
                    <a:pt x="11313" y="10495"/>
                    <a:pt x="11313" y="10591"/>
                  </a:cubicBezTo>
                  <a:lnTo>
                    <a:pt x="11313" y="11515"/>
                  </a:lnTo>
                  <a:cubicBezTo>
                    <a:pt x="11303" y="11660"/>
                    <a:pt x="11409" y="11732"/>
                    <a:pt x="11516" y="11732"/>
                  </a:cubicBezTo>
                  <a:cubicBezTo>
                    <a:pt x="11622" y="11732"/>
                    <a:pt x="11729" y="11660"/>
                    <a:pt x="11722" y="11515"/>
                  </a:cubicBezTo>
                  <a:lnTo>
                    <a:pt x="11722" y="10591"/>
                  </a:lnTo>
                  <a:cubicBezTo>
                    <a:pt x="11722" y="10418"/>
                    <a:pt x="11669" y="10250"/>
                    <a:pt x="11573" y="10101"/>
                  </a:cubicBezTo>
                  <a:lnTo>
                    <a:pt x="11347" y="9764"/>
                  </a:lnTo>
                  <a:cubicBezTo>
                    <a:pt x="11294" y="9687"/>
                    <a:pt x="11270" y="9595"/>
                    <a:pt x="11270" y="9504"/>
                  </a:cubicBezTo>
                  <a:lnTo>
                    <a:pt x="11270" y="7271"/>
                  </a:lnTo>
                  <a:cubicBezTo>
                    <a:pt x="11270" y="7180"/>
                    <a:pt x="11323" y="7093"/>
                    <a:pt x="11404" y="7050"/>
                  </a:cubicBezTo>
                  <a:lnTo>
                    <a:pt x="11775" y="6867"/>
                  </a:lnTo>
                  <a:lnTo>
                    <a:pt x="12116" y="7204"/>
                  </a:lnTo>
                  <a:cubicBezTo>
                    <a:pt x="12201" y="7288"/>
                    <a:pt x="12310" y="7330"/>
                    <a:pt x="12420" y="7330"/>
                  </a:cubicBezTo>
                  <a:cubicBezTo>
                    <a:pt x="12530" y="7330"/>
                    <a:pt x="12641" y="7288"/>
                    <a:pt x="12728" y="7204"/>
                  </a:cubicBezTo>
                  <a:lnTo>
                    <a:pt x="13064" y="6867"/>
                  </a:lnTo>
                  <a:lnTo>
                    <a:pt x="13435" y="7050"/>
                  </a:lnTo>
                  <a:cubicBezTo>
                    <a:pt x="13521" y="7093"/>
                    <a:pt x="13574" y="7180"/>
                    <a:pt x="13574" y="7271"/>
                  </a:cubicBezTo>
                  <a:lnTo>
                    <a:pt x="13574" y="9504"/>
                  </a:lnTo>
                  <a:cubicBezTo>
                    <a:pt x="13574" y="9595"/>
                    <a:pt x="13546" y="9687"/>
                    <a:pt x="13493" y="9764"/>
                  </a:cubicBezTo>
                  <a:lnTo>
                    <a:pt x="13271" y="10101"/>
                  </a:lnTo>
                  <a:cubicBezTo>
                    <a:pt x="13170" y="10250"/>
                    <a:pt x="13122" y="10418"/>
                    <a:pt x="13122" y="10591"/>
                  </a:cubicBezTo>
                  <a:lnTo>
                    <a:pt x="13122" y="11520"/>
                  </a:lnTo>
                  <a:cubicBezTo>
                    <a:pt x="13112" y="11664"/>
                    <a:pt x="13218" y="11737"/>
                    <a:pt x="13325" y="11737"/>
                  </a:cubicBezTo>
                  <a:cubicBezTo>
                    <a:pt x="13431" y="11737"/>
                    <a:pt x="13538" y="11664"/>
                    <a:pt x="13531" y="11520"/>
                  </a:cubicBezTo>
                  <a:lnTo>
                    <a:pt x="13531" y="10591"/>
                  </a:lnTo>
                  <a:cubicBezTo>
                    <a:pt x="13531" y="10500"/>
                    <a:pt x="13555" y="10409"/>
                    <a:pt x="13608" y="10332"/>
                  </a:cubicBezTo>
                  <a:lnTo>
                    <a:pt x="13834" y="9995"/>
                  </a:lnTo>
                  <a:cubicBezTo>
                    <a:pt x="13930" y="9846"/>
                    <a:pt x="13983" y="9677"/>
                    <a:pt x="13983" y="9504"/>
                  </a:cubicBezTo>
                  <a:lnTo>
                    <a:pt x="13983" y="7271"/>
                  </a:lnTo>
                  <a:cubicBezTo>
                    <a:pt x="13983" y="7026"/>
                    <a:pt x="13844" y="6795"/>
                    <a:pt x="13618" y="6684"/>
                  </a:cubicBezTo>
                  <a:lnTo>
                    <a:pt x="13088" y="6420"/>
                  </a:lnTo>
                  <a:cubicBezTo>
                    <a:pt x="13079" y="6420"/>
                    <a:pt x="13074" y="6410"/>
                    <a:pt x="13079" y="6400"/>
                  </a:cubicBezTo>
                  <a:lnTo>
                    <a:pt x="13079" y="6078"/>
                  </a:lnTo>
                  <a:cubicBezTo>
                    <a:pt x="13363" y="5866"/>
                    <a:pt x="13526" y="5539"/>
                    <a:pt x="13531" y="5183"/>
                  </a:cubicBezTo>
                  <a:lnTo>
                    <a:pt x="13531" y="4731"/>
                  </a:lnTo>
                  <a:cubicBezTo>
                    <a:pt x="13526" y="4245"/>
                    <a:pt x="13132" y="3850"/>
                    <a:pt x="12646" y="3850"/>
                  </a:cubicBezTo>
                  <a:lnTo>
                    <a:pt x="12169" y="3850"/>
                  </a:lnTo>
                  <a:lnTo>
                    <a:pt x="12169" y="3427"/>
                  </a:lnTo>
                  <a:cubicBezTo>
                    <a:pt x="12174" y="3177"/>
                    <a:pt x="12035" y="2950"/>
                    <a:pt x="11809" y="2840"/>
                  </a:cubicBezTo>
                  <a:lnTo>
                    <a:pt x="11279" y="2575"/>
                  </a:lnTo>
                  <a:cubicBezTo>
                    <a:pt x="11274" y="2570"/>
                    <a:pt x="11270" y="2565"/>
                    <a:pt x="11270" y="2556"/>
                  </a:cubicBezTo>
                  <a:lnTo>
                    <a:pt x="11270" y="2233"/>
                  </a:lnTo>
                  <a:cubicBezTo>
                    <a:pt x="11553" y="2022"/>
                    <a:pt x="11722" y="1690"/>
                    <a:pt x="11722" y="1338"/>
                  </a:cubicBezTo>
                  <a:lnTo>
                    <a:pt x="11722" y="886"/>
                  </a:lnTo>
                  <a:cubicBezTo>
                    <a:pt x="11722" y="400"/>
                    <a:pt x="11323" y="6"/>
                    <a:pt x="10837" y="1"/>
                  </a:cubicBezTo>
                  <a:lnTo>
                    <a:pt x="10384" y="1"/>
                  </a:lnTo>
                  <a:cubicBezTo>
                    <a:pt x="9898" y="6"/>
                    <a:pt x="9504" y="400"/>
                    <a:pt x="9504" y="886"/>
                  </a:cubicBezTo>
                  <a:lnTo>
                    <a:pt x="9504" y="1338"/>
                  </a:lnTo>
                  <a:cubicBezTo>
                    <a:pt x="9504" y="1690"/>
                    <a:pt x="9667" y="2022"/>
                    <a:pt x="9956" y="2233"/>
                  </a:cubicBezTo>
                  <a:lnTo>
                    <a:pt x="9956" y="2556"/>
                  </a:lnTo>
                  <a:cubicBezTo>
                    <a:pt x="9956" y="2565"/>
                    <a:pt x="9951" y="2570"/>
                    <a:pt x="9942" y="2575"/>
                  </a:cubicBezTo>
                  <a:lnTo>
                    <a:pt x="9412" y="2840"/>
                  </a:lnTo>
                  <a:cubicBezTo>
                    <a:pt x="9191" y="2950"/>
                    <a:pt x="9051" y="3177"/>
                    <a:pt x="9051" y="3427"/>
                  </a:cubicBezTo>
                  <a:lnTo>
                    <a:pt x="9051" y="3850"/>
                  </a:lnTo>
                  <a:lnTo>
                    <a:pt x="8556" y="3850"/>
                  </a:lnTo>
                  <a:lnTo>
                    <a:pt x="8556" y="3427"/>
                  </a:lnTo>
                  <a:cubicBezTo>
                    <a:pt x="8556" y="3177"/>
                    <a:pt x="8416" y="2950"/>
                    <a:pt x="8195" y="2840"/>
                  </a:cubicBezTo>
                  <a:lnTo>
                    <a:pt x="7661" y="2575"/>
                  </a:lnTo>
                  <a:cubicBezTo>
                    <a:pt x="7656" y="2570"/>
                    <a:pt x="7651" y="2565"/>
                    <a:pt x="7651" y="2556"/>
                  </a:cubicBezTo>
                  <a:lnTo>
                    <a:pt x="7651" y="2233"/>
                  </a:lnTo>
                  <a:cubicBezTo>
                    <a:pt x="7935" y="2022"/>
                    <a:pt x="8103" y="1690"/>
                    <a:pt x="8103" y="1338"/>
                  </a:cubicBezTo>
                  <a:lnTo>
                    <a:pt x="8103" y="886"/>
                  </a:lnTo>
                  <a:cubicBezTo>
                    <a:pt x="8103" y="400"/>
                    <a:pt x="7709" y="6"/>
                    <a:pt x="7218" y="1"/>
                  </a:cubicBezTo>
                  <a:lnTo>
                    <a:pt x="6766" y="1"/>
                  </a:lnTo>
                  <a:cubicBezTo>
                    <a:pt x="6280" y="6"/>
                    <a:pt x="5885" y="400"/>
                    <a:pt x="5885" y="886"/>
                  </a:cubicBezTo>
                  <a:lnTo>
                    <a:pt x="5885" y="1338"/>
                  </a:lnTo>
                  <a:cubicBezTo>
                    <a:pt x="5885" y="1690"/>
                    <a:pt x="6054" y="2022"/>
                    <a:pt x="6338" y="2233"/>
                  </a:cubicBezTo>
                  <a:lnTo>
                    <a:pt x="6338" y="2556"/>
                  </a:lnTo>
                  <a:cubicBezTo>
                    <a:pt x="6338" y="2565"/>
                    <a:pt x="6333" y="2570"/>
                    <a:pt x="6323" y="2575"/>
                  </a:cubicBezTo>
                  <a:lnTo>
                    <a:pt x="5794" y="2840"/>
                  </a:lnTo>
                  <a:cubicBezTo>
                    <a:pt x="5572" y="2950"/>
                    <a:pt x="5433" y="3177"/>
                    <a:pt x="5433" y="3427"/>
                  </a:cubicBezTo>
                  <a:lnTo>
                    <a:pt x="5433" y="3850"/>
                  </a:lnTo>
                  <a:lnTo>
                    <a:pt x="4937" y="3850"/>
                  </a:lnTo>
                  <a:lnTo>
                    <a:pt x="4937" y="3427"/>
                  </a:lnTo>
                  <a:cubicBezTo>
                    <a:pt x="4937" y="3177"/>
                    <a:pt x="4798" y="2950"/>
                    <a:pt x="4576" y="2840"/>
                  </a:cubicBezTo>
                  <a:lnTo>
                    <a:pt x="4047" y="2575"/>
                  </a:lnTo>
                  <a:cubicBezTo>
                    <a:pt x="4038" y="2570"/>
                    <a:pt x="4033" y="2565"/>
                    <a:pt x="4038" y="2556"/>
                  </a:cubicBezTo>
                  <a:lnTo>
                    <a:pt x="4038" y="2233"/>
                  </a:lnTo>
                  <a:cubicBezTo>
                    <a:pt x="4321" y="2022"/>
                    <a:pt x="4485" y="1690"/>
                    <a:pt x="4490" y="1338"/>
                  </a:cubicBezTo>
                  <a:lnTo>
                    <a:pt x="4490" y="886"/>
                  </a:lnTo>
                  <a:cubicBezTo>
                    <a:pt x="4485" y="400"/>
                    <a:pt x="4090" y="6"/>
                    <a:pt x="3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81"/>
          <p:cNvGrpSpPr/>
          <p:nvPr/>
        </p:nvGrpSpPr>
        <p:grpSpPr>
          <a:xfrm>
            <a:off x="7092669" y="3411571"/>
            <a:ext cx="366896" cy="309327"/>
            <a:chOff x="7092669" y="3411571"/>
            <a:chExt cx="366896" cy="309327"/>
          </a:xfrm>
        </p:grpSpPr>
        <p:sp>
          <p:nvSpPr>
            <p:cNvPr id="11112" name="Google Shape;11112;p81"/>
            <p:cNvSpPr/>
            <p:nvPr/>
          </p:nvSpPr>
          <p:spPr>
            <a:xfrm>
              <a:off x="7098098" y="3416869"/>
              <a:ext cx="356038" cy="298600"/>
            </a:xfrm>
            <a:custGeom>
              <a:rect b="b" l="l" r="r" t="t"/>
              <a:pathLst>
                <a:path extrusionOk="0" h="11385" w="13575">
                  <a:moveTo>
                    <a:pt x="660" y="0"/>
                  </a:moveTo>
                  <a:cubicBezTo>
                    <a:pt x="294" y="0"/>
                    <a:pt x="1" y="294"/>
                    <a:pt x="1" y="659"/>
                  </a:cubicBezTo>
                  <a:lnTo>
                    <a:pt x="1" y="10730"/>
                  </a:lnTo>
                  <a:cubicBezTo>
                    <a:pt x="1" y="11091"/>
                    <a:pt x="294" y="11385"/>
                    <a:pt x="660" y="11385"/>
                  </a:cubicBezTo>
                  <a:lnTo>
                    <a:pt x="12920" y="11385"/>
                  </a:lnTo>
                  <a:cubicBezTo>
                    <a:pt x="13281" y="11385"/>
                    <a:pt x="13575" y="11091"/>
                    <a:pt x="13575" y="10730"/>
                  </a:cubicBezTo>
                  <a:lnTo>
                    <a:pt x="13575" y="1973"/>
                  </a:lnTo>
                  <a:cubicBezTo>
                    <a:pt x="13575" y="1607"/>
                    <a:pt x="13281" y="1314"/>
                    <a:pt x="12920" y="1314"/>
                  </a:cubicBezTo>
                  <a:lnTo>
                    <a:pt x="8979" y="1314"/>
                  </a:lnTo>
                  <a:lnTo>
                    <a:pt x="7921" y="260"/>
                  </a:lnTo>
                  <a:cubicBezTo>
                    <a:pt x="7757" y="92"/>
                    <a:pt x="7531" y="0"/>
                    <a:pt x="7300"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1"/>
            <p:cNvSpPr/>
            <p:nvPr/>
          </p:nvSpPr>
          <p:spPr>
            <a:xfrm>
              <a:off x="7184308" y="3491565"/>
              <a:ext cx="183750" cy="183776"/>
            </a:xfrm>
            <a:custGeom>
              <a:rect b="b" l="l" r="r" t="t"/>
              <a:pathLst>
                <a:path extrusionOk="0" h="7007" w="7006">
                  <a:moveTo>
                    <a:pt x="3503" y="1"/>
                  </a:moveTo>
                  <a:cubicBezTo>
                    <a:pt x="1569" y="1"/>
                    <a:pt x="0" y="1569"/>
                    <a:pt x="0" y="3504"/>
                  </a:cubicBezTo>
                  <a:cubicBezTo>
                    <a:pt x="0" y="5438"/>
                    <a:pt x="1569" y="7007"/>
                    <a:pt x="3503" y="7007"/>
                  </a:cubicBezTo>
                  <a:cubicBezTo>
                    <a:pt x="5437" y="7007"/>
                    <a:pt x="7006" y="5438"/>
                    <a:pt x="7006" y="3504"/>
                  </a:cubicBezTo>
                  <a:cubicBezTo>
                    <a:pt x="7006" y="1569"/>
                    <a:pt x="5437" y="1"/>
                    <a:pt x="3503"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1"/>
            <p:cNvSpPr/>
            <p:nvPr/>
          </p:nvSpPr>
          <p:spPr>
            <a:xfrm>
              <a:off x="7207257" y="3514540"/>
              <a:ext cx="137852" cy="137826"/>
            </a:xfrm>
            <a:custGeom>
              <a:rect b="b" l="l" r="r" t="t"/>
              <a:pathLst>
                <a:path extrusionOk="0" h="5255" w="5256">
                  <a:moveTo>
                    <a:pt x="2628" y="1"/>
                  </a:moveTo>
                  <a:cubicBezTo>
                    <a:pt x="1175" y="1"/>
                    <a:pt x="1" y="1175"/>
                    <a:pt x="1" y="2628"/>
                  </a:cubicBezTo>
                  <a:cubicBezTo>
                    <a:pt x="1" y="4076"/>
                    <a:pt x="1175" y="5255"/>
                    <a:pt x="2628" y="5255"/>
                  </a:cubicBezTo>
                  <a:cubicBezTo>
                    <a:pt x="4076" y="5255"/>
                    <a:pt x="5255" y="4076"/>
                    <a:pt x="5255" y="2628"/>
                  </a:cubicBezTo>
                  <a:cubicBezTo>
                    <a:pt x="5255" y="1175"/>
                    <a:pt x="4076" y="1"/>
                    <a:pt x="2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1"/>
            <p:cNvSpPr/>
            <p:nvPr/>
          </p:nvSpPr>
          <p:spPr>
            <a:xfrm>
              <a:off x="7241720" y="3589131"/>
              <a:ext cx="68926" cy="63182"/>
            </a:xfrm>
            <a:custGeom>
              <a:rect b="b" l="l" r="r" t="t"/>
              <a:pathLst>
                <a:path extrusionOk="0" h="2409" w="2628">
                  <a:moveTo>
                    <a:pt x="876" y="0"/>
                  </a:moveTo>
                  <a:lnTo>
                    <a:pt x="876" y="438"/>
                  </a:lnTo>
                  <a:cubicBezTo>
                    <a:pt x="876" y="520"/>
                    <a:pt x="828" y="597"/>
                    <a:pt x="756" y="635"/>
                  </a:cubicBezTo>
                  <a:lnTo>
                    <a:pt x="241" y="890"/>
                  </a:lnTo>
                  <a:cubicBezTo>
                    <a:pt x="97" y="963"/>
                    <a:pt x="0" y="1117"/>
                    <a:pt x="0" y="1280"/>
                  </a:cubicBezTo>
                  <a:lnTo>
                    <a:pt x="0" y="2055"/>
                  </a:lnTo>
                  <a:cubicBezTo>
                    <a:pt x="407" y="2291"/>
                    <a:pt x="861" y="2409"/>
                    <a:pt x="1314" y="2409"/>
                  </a:cubicBezTo>
                  <a:cubicBezTo>
                    <a:pt x="1768" y="2409"/>
                    <a:pt x="2221" y="2291"/>
                    <a:pt x="2628" y="2055"/>
                  </a:cubicBezTo>
                  <a:lnTo>
                    <a:pt x="2628" y="1280"/>
                  </a:lnTo>
                  <a:cubicBezTo>
                    <a:pt x="2628" y="1117"/>
                    <a:pt x="2531" y="963"/>
                    <a:pt x="2382" y="890"/>
                  </a:cubicBezTo>
                  <a:lnTo>
                    <a:pt x="1872" y="635"/>
                  </a:lnTo>
                  <a:cubicBezTo>
                    <a:pt x="1795" y="597"/>
                    <a:pt x="1752" y="520"/>
                    <a:pt x="1752" y="438"/>
                  </a:cubicBezTo>
                  <a:lnTo>
                    <a:pt x="175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1"/>
            <p:cNvSpPr/>
            <p:nvPr/>
          </p:nvSpPr>
          <p:spPr>
            <a:xfrm>
              <a:off x="7203480" y="3416869"/>
              <a:ext cx="130141" cy="34463"/>
            </a:xfrm>
            <a:custGeom>
              <a:rect b="b" l="l" r="r" t="t"/>
              <a:pathLst>
                <a:path extrusionOk="0" h="1314" w="4962">
                  <a:moveTo>
                    <a:pt x="0" y="0"/>
                  </a:moveTo>
                  <a:cubicBezTo>
                    <a:pt x="231" y="0"/>
                    <a:pt x="453" y="92"/>
                    <a:pt x="616" y="260"/>
                  </a:cubicBezTo>
                  <a:lnTo>
                    <a:pt x="1482" y="1121"/>
                  </a:lnTo>
                  <a:cubicBezTo>
                    <a:pt x="1608" y="1246"/>
                    <a:pt x="1771" y="1314"/>
                    <a:pt x="1949" y="1314"/>
                  </a:cubicBezTo>
                  <a:lnTo>
                    <a:pt x="4961" y="1314"/>
                  </a:lnTo>
                  <a:lnTo>
                    <a:pt x="3903" y="260"/>
                  </a:lnTo>
                  <a:cubicBezTo>
                    <a:pt x="3739" y="92"/>
                    <a:pt x="3513" y="0"/>
                    <a:pt x="328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1"/>
            <p:cNvSpPr/>
            <p:nvPr/>
          </p:nvSpPr>
          <p:spPr>
            <a:xfrm>
              <a:off x="7247385" y="3416869"/>
              <a:ext cx="86236" cy="34463"/>
            </a:xfrm>
            <a:custGeom>
              <a:rect b="b" l="l" r="r" t="t"/>
              <a:pathLst>
                <a:path extrusionOk="0" h="1314" w="3288">
                  <a:moveTo>
                    <a:pt x="1" y="0"/>
                  </a:moveTo>
                  <a:cubicBezTo>
                    <a:pt x="232" y="0"/>
                    <a:pt x="458" y="92"/>
                    <a:pt x="622" y="255"/>
                  </a:cubicBezTo>
                  <a:lnTo>
                    <a:pt x="1488" y="1121"/>
                  </a:lnTo>
                  <a:cubicBezTo>
                    <a:pt x="1608" y="1246"/>
                    <a:pt x="1776" y="1314"/>
                    <a:pt x="1950" y="1314"/>
                  </a:cubicBezTo>
                  <a:lnTo>
                    <a:pt x="3287" y="1314"/>
                  </a:lnTo>
                  <a:lnTo>
                    <a:pt x="2229" y="255"/>
                  </a:lnTo>
                  <a:cubicBezTo>
                    <a:pt x="2065" y="92"/>
                    <a:pt x="1844" y="0"/>
                    <a:pt x="160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1"/>
            <p:cNvSpPr/>
            <p:nvPr/>
          </p:nvSpPr>
          <p:spPr>
            <a:xfrm>
              <a:off x="7098098" y="3686802"/>
              <a:ext cx="356038" cy="28667"/>
            </a:xfrm>
            <a:custGeom>
              <a:rect b="b" l="l" r="r" t="t"/>
              <a:pathLst>
                <a:path extrusionOk="0" h="1093" w="13575">
                  <a:moveTo>
                    <a:pt x="1" y="1"/>
                  </a:moveTo>
                  <a:lnTo>
                    <a:pt x="1" y="438"/>
                  </a:lnTo>
                  <a:cubicBezTo>
                    <a:pt x="1" y="799"/>
                    <a:pt x="294" y="1093"/>
                    <a:pt x="660" y="1093"/>
                  </a:cubicBezTo>
                  <a:lnTo>
                    <a:pt x="12920" y="1093"/>
                  </a:lnTo>
                  <a:cubicBezTo>
                    <a:pt x="13281" y="1093"/>
                    <a:pt x="13575" y="799"/>
                    <a:pt x="13575" y="438"/>
                  </a:cubicBezTo>
                  <a:lnTo>
                    <a:pt x="13575"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1"/>
            <p:cNvSpPr/>
            <p:nvPr/>
          </p:nvSpPr>
          <p:spPr>
            <a:xfrm>
              <a:off x="7241720" y="3607307"/>
              <a:ext cx="68926" cy="45006"/>
            </a:xfrm>
            <a:custGeom>
              <a:rect b="b" l="l" r="r" t="t"/>
              <a:pathLst>
                <a:path extrusionOk="0" h="1716" w="2628">
                  <a:moveTo>
                    <a:pt x="640" y="0"/>
                  </a:moveTo>
                  <a:lnTo>
                    <a:pt x="241" y="197"/>
                  </a:lnTo>
                  <a:cubicBezTo>
                    <a:pt x="92" y="270"/>
                    <a:pt x="0" y="424"/>
                    <a:pt x="0" y="587"/>
                  </a:cubicBezTo>
                  <a:lnTo>
                    <a:pt x="0" y="1362"/>
                  </a:lnTo>
                  <a:cubicBezTo>
                    <a:pt x="407" y="1598"/>
                    <a:pt x="861" y="1716"/>
                    <a:pt x="1314" y="1716"/>
                  </a:cubicBezTo>
                  <a:cubicBezTo>
                    <a:pt x="1768" y="1716"/>
                    <a:pt x="2221" y="1598"/>
                    <a:pt x="2628" y="1362"/>
                  </a:cubicBezTo>
                  <a:lnTo>
                    <a:pt x="2628" y="587"/>
                  </a:lnTo>
                  <a:cubicBezTo>
                    <a:pt x="2628" y="424"/>
                    <a:pt x="2531" y="270"/>
                    <a:pt x="2382" y="197"/>
                  </a:cubicBezTo>
                  <a:lnTo>
                    <a:pt x="1983" y="0"/>
                  </a:lnTo>
                  <a:cubicBezTo>
                    <a:pt x="1810" y="212"/>
                    <a:pt x="1561" y="318"/>
                    <a:pt x="1312" y="318"/>
                  </a:cubicBezTo>
                  <a:cubicBezTo>
                    <a:pt x="1063" y="318"/>
                    <a:pt x="814" y="212"/>
                    <a:pt x="640"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1"/>
            <p:cNvSpPr/>
            <p:nvPr/>
          </p:nvSpPr>
          <p:spPr>
            <a:xfrm>
              <a:off x="7253207" y="3543180"/>
              <a:ext cx="45951" cy="51773"/>
            </a:xfrm>
            <a:custGeom>
              <a:rect b="b" l="l" r="r" t="t"/>
              <a:pathLst>
                <a:path extrusionOk="0" h="1974" w="1752">
                  <a:moveTo>
                    <a:pt x="655" y="1"/>
                  </a:moveTo>
                  <a:cubicBezTo>
                    <a:pt x="294" y="1"/>
                    <a:pt x="0" y="294"/>
                    <a:pt x="0" y="660"/>
                  </a:cubicBezTo>
                  <a:lnTo>
                    <a:pt x="0" y="1098"/>
                  </a:lnTo>
                  <a:cubicBezTo>
                    <a:pt x="0" y="1579"/>
                    <a:pt x="390" y="1974"/>
                    <a:pt x="876" y="1974"/>
                  </a:cubicBezTo>
                  <a:cubicBezTo>
                    <a:pt x="1357" y="1974"/>
                    <a:pt x="1752" y="1579"/>
                    <a:pt x="1752" y="1098"/>
                  </a:cubicBezTo>
                  <a:lnTo>
                    <a:pt x="1752" y="660"/>
                  </a:lnTo>
                  <a:cubicBezTo>
                    <a:pt x="1752" y="294"/>
                    <a:pt x="1458"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1"/>
            <p:cNvSpPr/>
            <p:nvPr/>
          </p:nvSpPr>
          <p:spPr>
            <a:xfrm>
              <a:off x="7253102" y="3543180"/>
              <a:ext cx="31683" cy="51747"/>
            </a:xfrm>
            <a:custGeom>
              <a:rect b="b" l="l" r="r" t="t"/>
              <a:pathLst>
                <a:path extrusionOk="0" h="1973" w="1208">
                  <a:moveTo>
                    <a:pt x="659" y="1"/>
                  </a:moveTo>
                  <a:cubicBezTo>
                    <a:pt x="298" y="1"/>
                    <a:pt x="4" y="294"/>
                    <a:pt x="4" y="660"/>
                  </a:cubicBezTo>
                  <a:lnTo>
                    <a:pt x="4" y="1098"/>
                  </a:lnTo>
                  <a:cubicBezTo>
                    <a:pt x="0" y="1600"/>
                    <a:pt x="411" y="1972"/>
                    <a:pt x="874" y="1972"/>
                  </a:cubicBezTo>
                  <a:cubicBezTo>
                    <a:pt x="984" y="1972"/>
                    <a:pt x="1097" y="1951"/>
                    <a:pt x="1207" y="1906"/>
                  </a:cubicBezTo>
                  <a:cubicBezTo>
                    <a:pt x="875" y="1771"/>
                    <a:pt x="659" y="1454"/>
                    <a:pt x="659" y="1098"/>
                  </a:cubicBezTo>
                  <a:lnTo>
                    <a:pt x="659" y="660"/>
                  </a:lnTo>
                  <a:cubicBezTo>
                    <a:pt x="659" y="338"/>
                    <a:pt x="890" y="63"/>
                    <a:pt x="1207" y="10"/>
                  </a:cubicBezTo>
                  <a:cubicBezTo>
                    <a:pt x="1169" y="6"/>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1"/>
            <p:cNvSpPr/>
            <p:nvPr/>
          </p:nvSpPr>
          <p:spPr>
            <a:xfrm>
              <a:off x="7253207" y="3543180"/>
              <a:ext cx="45951" cy="23002"/>
            </a:xfrm>
            <a:custGeom>
              <a:rect b="b" l="l" r="r" t="t"/>
              <a:pathLst>
                <a:path extrusionOk="0" h="877" w="1752">
                  <a:moveTo>
                    <a:pt x="655" y="1"/>
                  </a:moveTo>
                  <a:cubicBezTo>
                    <a:pt x="294" y="1"/>
                    <a:pt x="0" y="294"/>
                    <a:pt x="0" y="660"/>
                  </a:cubicBezTo>
                  <a:cubicBezTo>
                    <a:pt x="0" y="660"/>
                    <a:pt x="655" y="877"/>
                    <a:pt x="1752" y="877"/>
                  </a:cubicBezTo>
                  <a:lnTo>
                    <a:pt x="1752" y="660"/>
                  </a:lnTo>
                  <a:cubicBezTo>
                    <a:pt x="1752" y="294"/>
                    <a:pt x="1458"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1"/>
            <p:cNvSpPr/>
            <p:nvPr/>
          </p:nvSpPr>
          <p:spPr>
            <a:xfrm>
              <a:off x="7253207" y="3543180"/>
              <a:ext cx="31578" cy="20982"/>
            </a:xfrm>
            <a:custGeom>
              <a:rect b="b" l="l" r="r" t="t"/>
              <a:pathLst>
                <a:path extrusionOk="0" h="800" w="1204">
                  <a:moveTo>
                    <a:pt x="655" y="1"/>
                  </a:moveTo>
                  <a:cubicBezTo>
                    <a:pt x="294" y="1"/>
                    <a:pt x="0" y="294"/>
                    <a:pt x="0" y="660"/>
                  </a:cubicBezTo>
                  <a:cubicBezTo>
                    <a:pt x="212" y="723"/>
                    <a:pt x="433" y="771"/>
                    <a:pt x="655" y="800"/>
                  </a:cubicBezTo>
                  <a:lnTo>
                    <a:pt x="655" y="660"/>
                  </a:lnTo>
                  <a:cubicBezTo>
                    <a:pt x="655" y="338"/>
                    <a:pt x="886" y="63"/>
                    <a:pt x="1203" y="10"/>
                  </a:cubicBezTo>
                  <a:cubicBezTo>
                    <a:pt x="1165" y="6"/>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1"/>
            <p:cNvSpPr/>
            <p:nvPr/>
          </p:nvSpPr>
          <p:spPr>
            <a:xfrm>
              <a:off x="7241720" y="3617509"/>
              <a:ext cx="17179" cy="32601"/>
            </a:xfrm>
            <a:custGeom>
              <a:rect b="b" l="l" r="r" t="t"/>
              <a:pathLst>
                <a:path extrusionOk="0" h="1243" w="655">
                  <a:moveTo>
                    <a:pt x="53" y="1"/>
                  </a:moveTo>
                  <a:cubicBezTo>
                    <a:pt x="20" y="63"/>
                    <a:pt x="0" y="131"/>
                    <a:pt x="0" y="203"/>
                  </a:cubicBezTo>
                  <a:lnTo>
                    <a:pt x="0" y="973"/>
                  </a:lnTo>
                  <a:cubicBezTo>
                    <a:pt x="203" y="1093"/>
                    <a:pt x="424" y="1185"/>
                    <a:pt x="655" y="1242"/>
                  </a:cubicBezTo>
                  <a:lnTo>
                    <a:pt x="655" y="670"/>
                  </a:lnTo>
                  <a:cubicBezTo>
                    <a:pt x="655" y="535"/>
                    <a:pt x="592" y="405"/>
                    <a:pt x="482" y="323"/>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1"/>
            <p:cNvSpPr/>
            <p:nvPr/>
          </p:nvSpPr>
          <p:spPr>
            <a:xfrm>
              <a:off x="7293335" y="3617509"/>
              <a:ext cx="17310" cy="32601"/>
            </a:xfrm>
            <a:custGeom>
              <a:rect b="b" l="l" r="r" t="t"/>
              <a:pathLst>
                <a:path extrusionOk="0" h="1243" w="660">
                  <a:moveTo>
                    <a:pt x="607" y="1"/>
                  </a:moveTo>
                  <a:lnTo>
                    <a:pt x="178" y="323"/>
                  </a:lnTo>
                  <a:cubicBezTo>
                    <a:pt x="68" y="405"/>
                    <a:pt x="0" y="535"/>
                    <a:pt x="0" y="670"/>
                  </a:cubicBezTo>
                  <a:lnTo>
                    <a:pt x="0" y="1242"/>
                  </a:lnTo>
                  <a:cubicBezTo>
                    <a:pt x="231" y="1185"/>
                    <a:pt x="453" y="1093"/>
                    <a:pt x="660" y="973"/>
                  </a:cubicBezTo>
                  <a:lnTo>
                    <a:pt x="660" y="203"/>
                  </a:lnTo>
                  <a:cubicBezTo>
                    <a:pt x="655" y="131"/>
                    <a:pt x="640" y="63"/>
                    <a:pt x="60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1"/>
            <p:cNvSpPr/>
            <p:nvPr/>
          </p:nvSpPr>
          <p:spPr>
            <a:xfrm>
              <a:off x="7092669" y="3411571"/>
              <a:ext cx="366896" cy="309327"/>
            </a:xfrm>
            <a:custGeom>
              <a:rect b="b" l="l" r="r" t="t"/>
              <a:pathLst>
                <a:path extrusionOk="0" h="11794" w="13989">
                  <a:moveTo>
                    <a:pt x="5900" y="409"/>
                  </a:moveTo>
                  <a:cubicBezTo>
                    <a:pt x="6078" y="409"/>
                    <a:pt x="6251" y="481"/>
                    <a:pt x="6376" y="606"/>
                  </a:cubicBezTo>
                  <a:lnTo>
                    <a:pt x="7084" y="1314"/>
                  </a:lnTo>
                  <a:lnTo>
                    <a:pt x="6174" y="1314"/>
                  </a:lnTo>
                  <a:cubicBezTo>
                    <a:pt x="6054" y="1314"/>
                    <a:pt x="5938" y="1266"/>
                    <a:pt x="5852" y="1179"/>
                  </a:cubicBezTo>
                  <a:lnTo>
                    <a:pt x="5082" y="409"/>
                  </a:lnTo>
                  <a:close/>
                  <a:moveTo>
                    <a:pt x="7512" y="409"/>
                  </a:moveTo>
                  <a:cubicBezTo>
                    <a:pt x="7690" y="409"/>
                    <a:pt x="7858" y="481"/>
                    <a:pt x="7983" y="606"/>
                  </a:cubicBezTo>
                  <a:lnTo>
                    <a:pt x="8691" y="1314"/>
                  </a:lnTo>
                  <a:lnTo>
                    <a:pt x="8527" y="1314"/>
                  </a:lnTo>
                  <a:cubicBezTo>
                    <a:pt x="8523" y="1314"/>
                    <a:pt x="8518" y="1313"/>
                    <a:pt x="8514" y="1313"/>
                  </a:cubicBezTo>
                  <a:cubicBezTo>
                    <a:pt x="8249" y="1313"/>
                    <a:pt x="8248" y="1723"/>
                    <a:pt x="8509" y="1723"/>
                  </a:cubicBezTo>
                  <a:cubicBezTo>
                    <a:pt x="8515" y="1723"/>
                    <a:pt x="8521" y="1723"/>
                    <a:pt x="8527" y="1723"/>
                  </a:cubicBezTo>
                  <a:lnTo>
                    <a:pt x="13127" y="1723"/>
                  </a:lnTo>
                  <a:cubicBezTo>
                    <a:pt x="13377" y="1723"/>
                    <a:pt x="13579" y="1925"/>
                    <a:pt x="13579" y="2175"/>
                  </a:cubicBezTo>
                  <a:lnTo>
                    <a:pt x="13579" y="10932"/>
                  </a:lnTo>
                  <a:cubicBezTo>
                    <a:pt x="13579" y="11183"/>
                    <a:pt x="13377" y="11385"/>
                    <a:pt x="13127" y="11385"/>
                  </a:cubicBezTo>
                  <a:lnTo>
                    <a:pt x="867" y="11385"/>
                  </a:lnTo>
                  <a:cubicBezTo>
                    <a:pt x="617" y="11385"/>
                    <a:pt x="415" y="11183"/>
                    <a:pt x="415" y="10932"/>
                  </a:cubicBezTo>
                  <a:lnTo>
                    <a:pt x="415" y="861"/>
                  </a:lnTo>
                  <a:cubicBezTo>
                    <a:pt x="415" y="611"/>
                    <a:pt x="617" y="409"/>
                    <a:pt x="867" y="409"/>
                  </a:cubicBezTo>
                  <a:lnTo>
                    <a:pt x="4225" y="409"/>
                  </a:lnTo>
                  <a:cubicBezTo>
                    <a:pt x="4404" y="409"/>
                    <a:pt x="4572" y="477"/>
                    <a:pt x="4697" y="606"/>
                  </a:cubicBezTo>
                  <a:lnTo>
                    <a:pt x="5563" y="1473"/>
                  </a:lnTo>
                  <a:cubicBezTo>
                    <a:pt x="5722" y="1631"/>
                    <a:pt x="5943" y="1723"/>
                    <a:pt x="6174" y="1723"/>
                  </a:cubicBezTo>
                  <a:lnTo>
                    <a:pt x="7579" y="1723"/>
                  </a:lnTo>
                  <a:cubicBezTo>
                    <a:pt x="7757" y="1723"/>
                    <a:pt x="7849" y="1501"/>
                    <a:pt x="7724" y="1371"/>
                  </a:cubicBezTo>
                  <a:lnTo>
                    <a:pt x="6761" y="409"/>
                  </a:lnTo>
                  <a:close/>
                  <a:moveTo>
                    <a:pt x="867" y="0"/>
                  </a:moveTo>
                  <a:cubicBezTo>
                    <a:pt x="391" y="0"/>
                    <a:pt x="1" y="385"/>
                    <a:pt x="1" y="861"/>
                  </a:cubicBezTo>
                  <a:lnTo>
                    <a:pt x="1" y="10932"/>
                  </a:lnTo>
                  <a:cubicBezTo>
                    <a:pt x="1" y="11409"/>
                    <a:pt x="391" y="11794"/>
                    <a:pt x="867" y="11794"/>
                  </a:cubicBezTo>
                  <a:lnTo>
                    <a:pt x="13127" y="11794"/>
                  </a:lnTo>
                  <a:cubicBezTo>
                    <a:pt x="13599" y="11794"/>
                    <a:pt x="13988" y="11409"/>
                    <a:pt x="13988" y="10932"/>
                  </a:cubicBezTo>
                  <a:lnTo>
                    <a:pt x="13988" y="2175"/>
                  </a:lnTo>
                  <a:cubicBezTo>
                    <a:pt x="13988" y="1699"/>
                    <a:pt x="13599" y="1314"/>
                    <a:pt x="13127" y="1314"/>
                  </a:cubicBezTo>
                  <a:lnTo>
                    <a:pt x="9268" y="1314"/>
                  </a:lnTo>
                  <a:lnTo>
                    <a:pt x="8272" y="318"/>
                  </a:lnTo>
                  <a:cubicBezTo>
                    <a:pt x="8070" y="111"/>
                    <a:pt x="7796" y="0"/>
                    <a:pt x="7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1"/>
            <p:cNvSpPr/>
            <p:nvPr/>
          </p:nvSpPr>
          <p:spPr>
            <a:xfrm>
              <a:off x="7196031" y="3509111"/>
              <a:ext cx="154375" cy="148631"/>
            </a:xfrm>
            <a:custGeom>
              <a:rect b="b" l="l" r="r" t="t"/>
              <a:pathLst>
                <a:path extrusionOk="0" h="5667" w="5886">
                  <a:moveTo>
                    <a:pt x="3273" y="1507"/>
                  </a:moveTo>
                  <a:cubicBezTo>
                    <a:pt x="3523" y="1507"/>
                    <a:pt x="3725" y="1709"/>
                    <a:pt x="3725" y="1959"/>
                  </a:cubicBezTo>
                  <a:lnTo>
                    <a:pt x="3725" y="2397"/>
                  </a:lnTo>
                  <a:cubicBezTo>
                    <a:pt x="3725" y="2767"/>
                    <a:pt x="3427" y="3066"/>
                    <a:pt x="3056" y="3066"/>
                  </a:cubicBezTo>
                  <a:cubicBezTo>
                    <a:pt x="2686" y="3066"/>
                    <a:pt x="2382" y="2767"/>
                    <a:pt x="2382" y="2397"/>
                  </a:cubicBezTo>
                  <a:lnTo>
                    <a:pt x="2382" y="1959"/>
                  </a:lnTo>
                  <a:cubicBezTo>
                    <a:pt x="2382" y="1709"/>
                    <a:pt x="2584" y="1507"/>
                    <a:pt x="2835" y="1507"/>
                  </a:cubicBezTo>
                  <a:close/>
                  <a:moveTo>
                    <a:pt x="3287" y="3451"/>
                  </a:moveTo>
                  <a:lnTo>
                    <a:pt x="3287" y="3571"/>
                  </a:lnTo>
                  <a:cubicBezTo>
                    <a:pt x="3287" y="3648"/>
                    <a:pt x="3306" y="3720"/>
                    <a:pt x="3345" y="3783"/>
                  </a:cubicBezTo>
                  <a:lnTo>
                    <a:pt x="3066" y="4062"/>
                  </a:lnTo>
                  <a:cubicBezTo>
                    <a:pt x="3061" y="4067"/>
                    <a:pt x="3057" y="4069"/>
                    <a:pt x="3054" y="4069"/>
                  </a:cubicBezTo>
                  <a:cubicBezTo>
                    <a:pt x="3051" y="4069"/>
                    <a:pt x="3049" y="4067"/>
                    <a:pt x="3046" y="4062"/>
                  </a:cubicBezTo>
                  <a:lnTo>
                    <a:pt x="2763" y="3783"/>
                  </a:lnTo>
                  <a:cubicBezTo>
                    <a:pt x="2801" y="3720"/>
                    <a:pt x="2820" y="3648"/>
                    <a:pt x="2820" y="3571"/>
                  </a:cubicBezTo>
                  <a:lnTo>
                    <a:pt x="2820" y="3451"/>
                  </a:lnTo>
                  <a:cubicBezTo>
                    <a:pt x="2897" y="3470"/>
                    <a:pt x="2974" y="3475"/>
                    <a:pt x="3056" y="3475"/>
                  </a:cubicBezTo>
                  <a:cubicBezTo>
                    <a:pt x="3133" y="3475"/>
                    <a:pt x="3210" y="3470"/>
                    <a:pt x="3287" y="3451"/>
                  </a:cubicBezTo>
                  <a:close/>
                  <a:moveTo>
                    <a:pt x="3056" y="410"/>
                  </a:moveTo>
                  <a:cubicBezTo>
                    <a:pt x="4086" y="410"/>
                    <a:pt x="5000" y="1054"/>
                    <a:pt x="5342" y="2026"/>
                  </a:cubicBezTo>
                  <a:cubicBezTo>
                    <a:pt x="5683" y="2994"/>
                    <a:pt x="5375" y="4071"/>
                    <a:pt x="4577" y="4716"/>
                  </a:cubicBezTo>
                  <a:lnTo>
                    <a:pt x="4572" y="4721"/>
                  </a:lnTo>
                  <a:lnTo>
                    <a:pt x="4572" y="4418"/>
                  </a:lnTo>
                  <a:cubicBezTo>
                    <a:pt x="4572" y="4177"/>
                    <a:pt x="4437" y="3951"/>
                    <a:pt x="4216" y="3845"/>
                  </a:cubicBezTo>
                  <a:lnTo>
                    <a:pt x="3706" y="3590"/>
                  </a:lnTo>
                  <a:cubicBezTo>
                    <a:pt x="3701" y="3585"/>
                    <a:pt x="3696" y="3581"/>
                    <a:pt x="3696" y="3576"/>
                  </a:cubicBezTo>
                  <a:lnTo>
                    <a:pt x="3696" y="3263"/>
                  </a:lnTo>
                  <a:cubicBezTo>
                    <a:pt x="3970" y="3061"/>
                    <a:pt x="4134" y="2738"/>
                    <a:pt x="4134" y="2397"/>
                  </a:cubicBezTo>
                  <a:lnTo>
                    <a:pt x="4134" y="1959"/>
                  </a:lnTo>
                  <a:cubicBezTo>
                    <a:pt x="4134" y="1483"/>
                    <a:pt x="3749" y="1093"/>
                    <a:pt x="3273" y="1093"/>
                  </a:cubicBezTo>
                  <a:lnTo>
                    <a:pt x="2835" y="1093"/>
                  </a:lnTo>
                  <a:cubicBezTo>
                    <a:pt x="2358" y="1098"/>
                    <a:pt x="1978" y="1483"/>
                    <a:pt x="1978" y="1959"/>
                  </a:cubicBezTo>
                  <a:lnTo>
                    <a:pt x="1978" y="2397"/>
                  </a:lnTo>
                  <a:cubicBezTo>
                    <a:pt x="1978" y="2738"/>
                    <a:pt x="2137" y="3061"/>
                    <a:pt x="2416" y="3263"/>
                  </a:cubicBezTo>
                  <a:lnTo>
                    <a:pt x="2416" y="3571"/>
                  </a:lnTo>
                  <a:cubicBezTo>
                    <a:pt x="2416" y="3576"/>
                    <a:pt x="2411" y="3585"/>
                    <a:pt x="2406" y="3585"/>
                  </a:cubicBezTo>
                  <a:lnTo>
                    <a:pt x="1892" y="3840"/>
                  </a:lnTo>
                  <a:cubicBezTo>
                    <a:pt x="1675" y="3951"/>
                    <a:pt x="1536" y="4172"/>
                    <a:pt x="1540" y="4418"/>
                  </a:cubicBezTo>
                  <a:lnTo>
                    <a:pt x="1540" y="4716"/>
                  </a:lnTo>
                  <a:cubicBezTo>
                    <a:pt x="737" y="4071"/>
                    <a:pt x="429" y="2994"/>
                    <a:pt x="770" y="2026"/>
                  </a:cubicBezTo>
                  <a:cubicBezTo>
                    <a:pt x="1112" y="1054"/>
                    <a:pt x="2031" y="410"/>
                    <a:pt x="3056" y="410"/>
                  </a:cubicBezTo>
                  <a:close/>
                  <a:moveTo>
                    <a:pt x="3682" y="4028"/>
                  </a:moveTo>
                  <a:lnTo>
                    <a:pt x="4038" y="4211"/>
                  </a:lnTo>
                  <a:cubicBezTo>
                    <a:pt x="4115" y="4249"/>
                    <a:pt x="4168" y="4331"/>
                    <a:pt x="4163" y="4418"/>
                  </a:cubicBezTo>
                  <a:lnTo>
                    <a:pt x="4163" y="4986"/>
                  </a:lnTo>
                  <a:cubicBezTo>
                    <a:pt x="3816" y="5166"/>
                    <a:pt x="3436" y="5256"/>
                    <a:pt x="3056" y="5256"/>
                  </a:cubicBezTo>
                  <a:cubicBezTo>
                    <a:pt x="2676" y="5256"/>
                    <a:pt x="2296" y="5166"/>
                    <a:pt x="1949" y="4986"/>
                  </a:cubicBezTo>
                  <a:lnTo>
                    <a:pt x="1945" y="4986"/>
                  </a:lnTo>
                  <a:lnTo>
                    <a:pt x="1945" y="4418"/>
                  </a:lnTo>
                  <a:cubicBezTo>
                    <a:pt x="1945" y="4331"/>
                    <a:pt x="1997" y="4249"/>
                    <a:pt x="2074" y="4211"/>
                  </a:cubicBezTo>
                  <a:lnTo>
                    <a:pt x="2431" y="4028"/>
                  </a:lnTo>
                  <a:lnTo>
                    <a:pt x="2753" y="4355"/>
                  </a:lnTo>
                  <a:cubicBezTo>
                    <a:pt x="2837" y="4439"/>
                    <a:pt x="2947" y="4482"/>
                    <a:pt x="3055" y="4482"/>
                  </a:cubicBezTo>
                  <a:cubicBezTo>
                    <a:pt x="3164" y="4482"/>
                    <a:pt x="3273" y="4439"/>
                    <a:pt x="3354" y="4355"/>
                  </a:cubicBezTo>
                  <a:lnTo>
                    <a:pt x="3682" y="4028"/>
                  </a:lnTo>
                  <a:close/>
                  <a:moveTo>
                    <a:pt x="3056" y="1"/>
                  </a:moveTo>
                  <a:cubicBezTo>
                    <a:pt x="1911" y="1"/>
                    <a:pt x="876" y="694"/>
                    <a:pt x="438" y="1752"/>
                  </a:cubicBezTo>
                  <a:cubicBezTo>
                    <a:pt x="1" y="2811"/>
                    <a:pt x="241" y="4028"/>
                    <a:pt x="1050" y="4836"/>
                  </a:cubicBezTo>
                  <a:cubicBezTo>
                    <a:pt x="1594" y="5378"/>
                    <a:pt x="2321" y="5667"/>
                    <a:pt x="3059" y="5667"/>
                  </a:cubicBezTo>
                  <a:cubicBezTo>
                    <a:pt x="3423" y="5667"/>
                    <a:pt x="3789" y="5597"/>
                    <a:pt x="4139" y="5452"/>
                  </a:cubicBezTo>
                  <a:cubicBezTo>
                    <a:pt x="5197" y="5014"/>
                    <a:pt x="5885" y="3980"/>
                    <a:pt x="5885" y="2835"/>
                  </a:cubicBezTo>
                  <a:cubicBezTo>
                    <a:pt x="5885" y="1271"/>
                    <a:pt x="4620" y="5"/>
                    <a:pt x="3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1"/>
            <p:cNvSpPr/>
            <p:nvPr/>
          </p:nvSpPr>
          <p:spPr>
            <a:xfrm>
              <a:off x="7169279" y="3486162"/>
              <a:ext cx="170662" cy="158886"/>
            </a:xfrm>
            <a:custGeom>
              <a:rect b="b" l="l" r="r" t="t"/>
              <a:pathLst>
                <a:path extrusionOk="0" h="6058" w="6507">
                  <a:moveTo>
                    <a:pt x="4073" y="0"/>
                  </a:moveTo>
                  <a:cubicBezTo>
                    <a:pt x="3120" y="0"/>
                    <a:pt x="2171" y="367"/>
                    <a:pt x="1454" y="1087"/>
                  </a:cubicBezTo>
                  <a:cubicBezTo>
                    <a:pt x="130" y="2406"/>
                    <a:pt x="0" y="4504"/>
                    <a:pt x="1146" y="5981"/>
                  </a:cubicBezTo>
                  <a:cubicBezTo>
                    <a:pt x="1190" y="6035"/>
                    <a:pt x="1245" y="6057"/>
                    <a:pt x="1298" y="6057"/>
                  </a:cubicBezTo>
                  <a:cubicBezTo>
                    <a:pt x="1443" y="6057"/>
                    <a:pt x="1578" y="5886"/>
                    <a:pt x="1468" y="5731"/>
                  </a:cubicBezTo>
                  <a:cubicBezTo>
                    <a:pt x="453" y="4417"/>
                    <a:pt x="568" y="2550"/>
                    <a:pt x="1742" y="1376"/>
                  </a:cubicBezTo>
                  <a:cubicBezTo>
                    <a:pt x="2382" y="737"/>
                    <a:pt x="3226" y="411"/>
                    <a:pt x="4075" y="411"/>
                  </a:cubicBezTo>
                  <a:cubicBezTo>
                    <a:pt x="4785" y="411"/>
                    <a:pt x="5499" y="639"/>
                    <a:pt x="6097" y="1102"/>
                  </a:cubicBezTo>
                  <a:cubicBezTo>
                    <a:pt x="6137" y="1131"/>
                    <a:pt x="6178" y="1144"/>
                    <a:pt x="6217" y="1144"/>
                  </a:cubicBezTo>
                  <a:cubicBezTo>
                    <a:pt x="6383" y="1144"/>
                    <a:pt x="6507" y="916"/>
                    <a:pt x="6347" y="779"/>
                  </a:cubicBezTo>
                  <a:cubicBezTo>
                    <a:pt x="5674" y="257"/>
                    <a:pt x="4872" y="0"/>
                    <a:pt x="4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1"/>
            <p:cNvSpPr/>
            <p:nvPr/>
          </p:nvSpPr>
          <p:spPr>
            <a:xfrm>
              <a:off x="7211532" y="3521700"/>
              <a:ext cx="171554" cy="159070"/>
            </a:xfrm>
            <a:custGeom>
              <a:rect b="b" l="l" r="r" t="t"/>
              <a:pathLst>
                <a:path extrusionOk="0" h="6065" w="6541">
                  <a:moveTo>
                    <a:pt x="5230" y="1"/>
                  </a:moveTo>
                  <a:cubicBezTo>
                    <a:pt x="5187" y="1"/>
                    <a:pt x="5143" y="15"/>
                    <a:pt x="5107" y="45"/>
                  </a:cubicBezTo>
                  <a:cubicBezTo>
                    <a:pt x="5015" y="112"/>
                    <a:pt x="5001" y="242"/>
                    <a:pt x="5068" y="334"/>
                  </a:cubicBezTo>
                  <a:cubicBezTo>
                    <a:pt x="6088" y="1643"/>
                    <a:pt x="5973" y="3510"/>
                    <a:pt x="4794" y="4688"/>
                  </a:cubicBezTo>
                  <a:cubicBezTo>
                    <a:pt x="4155" y="5327"/>
                    <a:pt x="3312" y="5652"/>
                    <a:pt x="2464" y="5652"/>
                  </a:cubicBezTo>
                  <a:cubicBezTo>
                    <a:pt x="1753" y="5652"/>
                    <a:pt x="1039" y="5423"/>
                    <a:pt x="439" y="4958"/>
                  </a:cubicBezTo>
                  <a:cubicBezTo>
                    <a:pt x="396" y="4921"/>
                    <a:pt x="350" y="4906"/>
                    <a:pt x="307" y="4906"/>
                  </a:cubicBezTo>
                  <a:cubicBezTo>
                    <a:pt x="135" y="4906"/>
                    <a:pt x="1" y="5151"/>
                    <a:pt x="189" y="5285"/>
                  </a:cubicBezTo>
                  <a:cubicBezTo>
                    <a:pt x="862" y="5807"/>
                    <a:pt x="1664" y="6064"/>
                    <a:pt x="2463" y="6064"/>
                  </a:cubicBezTo>
                  <a:cubicBezTo>
                    <a:pt x="3418" y="6064"/>
                    <a:pt x="4367" y="5697"/>
                    <a:pt x="5087" y="4977"/>
                  </a:cubicBezTo>
                  <a:cubicBezTo>
                    <a:pt x="6411" y="3654"/>
                    <a:pt x="6541" y="1556"/>
                    <a:pt x="5391" y="79"/>
                  </a:cubicBezTo>
                  <a:cubicBezTo>
                    <a:pt x="5351" y="28"/>
                    <a:pt x="5291" y="1"/>
                    <a:pt x="5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0" name="Google Shape;11130;p81"/>
          <p:cNvGrpSpPr/>
          <p:nvPr/>
        </p:nvGrpSpPr>
        <p:grpSpPr>
          <a:xfrm>
            <a:off x="7532740" y="3405748"/>
            <a:ext cx="366896" cy="320841"/>
            <a:chOff x="7532740" y="3405748"/>
            <a:chExt cx="366896" cy="320841"/>
          </a:xfrm>
        </p:grpSpPr>
        <p:sp>
          <p:nvSpPr>
            <p:cNvPr id="11131" name="Google Shape;11131;p81"/>
            <p:cNvSpPr/>
            <p:nvPr/>
          </p:nvSpPr>
          <p:spPr>
            <a:xfrm>
              <a:off x="7538169" y="3491565"/>
              <a:ext cx="356038" cy="229727"/>
            </a:xfrm>
            <a:custGeom>
              <a:rect b="b" l="l" r="r" t="t"/>
              <a:pathLst>
                <a:path extrusionOk="0" h="8759" w="13575">
                  <a:moveTo>
                    <a:pt x="438" y="1"/>
                  </a:moveTo>
                  <a:cubicBezTo>
                    <a:pt x="197" y="1"/>
                    <a:pt x="0" y="198"/>
                    <a:pt x="0" y="439"/>
                  </a:cubicBezTo>
                  <a:lnTo>
                    <a:pt x="0" y="8320"/>
                  </a:lnTo>
                  <a:cubicBezTo>
                    <a:pt x="0" y="8561"/>
                    <a:pt x="197" y="8758"/>
                    <a:pt x="438" y="8758"/>
                  </a:cubicBezTo>
                  <a:lnTo>
                    <a:pt x="13136" y="8758"/>
                  </a:lnTo>
                  <a:cubicBezTo>
                    <a:pt x="13377" y="8758"/>
                    <a:pt x="13574" y="8561"/>
                    <a:pt x="13574" y="8320"/>
                  </a:cubicBezTo>
                  <a:lnTo>
                    <a:pt x="13574" y="439"/>
                  </a:lnTo>
                  <a:cubicBezTo>
                    <a:pt x="13574" y="198"/>
                    <a:pt x="13377" y="1"/>
                    <a:pt x="13136"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1"/>
            <p:cNvSpPr/>
            <p:nvPr/>
          </p:nvSpPr>
          <p:spPr>
            <a:xfrm>
              <a:off x="7538169" y="3491565"/>
              <a:ext cx="355907" cy="17205"/>
            </a:xfrm>
            <a:custGeom>
              <a:rect b="b" l="l" r="r" t="t"/>
              <a:pathLst>
                <a:path extrusionOk="0" h="656" w="13570">
                  <a:moveTo>
                    <a:pt x="438" y="1"/>
                  </a:moveTo>
                  <a:cubicBezTo>
                    <a:pt x="193" y="1"/>
                    <a:pt x="0" y="193"/>
                    <a:pt x="0" y="439"/>
                  </a:cubicBezTo>
                  <a:lnTo>
                    <a:pt x="0" y="655"/>
                  </a:lnTo>
                  <a:lnTo>
                    <a:pt x="13569" y="655"/>
                  </a:lnTo>
                  <a:lnTo>
                    <a:pt x="13569" y="439"/>
                  </a:lnTo>
                  <a:cubicBezTo>
                    <a:pt x="13569" y="193"/>
                    <a:pt x="13377" y="1"/>
                    <a:pt x="1313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1"/>
            <p:cNvSpPr/>
            <p:nvPr/>
          </p:nvSpPr>
          <p:spPr>
            <a:xfrm>
              <a:off x="7572501" y="3537515"/>
              <a:ext cx="114981" cy="149313"/>
            </a:xfrm>
            <a:custGeom>
              <a:rect b="b" l="l" r="r" t="t"/>
              <a:pathLst>
                <a:path extrusionOk="0" h="5693" w="4384">
                  <a:moveTo>
                    <a:pt x="221" y="0"/>
                  </a:moveTo>
                  <a:cubicBezTo>
                    <a:pt x="101" y="0"/>
                    <a:pt x="0" y="96"/>
                    <a:pt x="0" y="217"/>
                  </a:cubicBezTo>
                  <a:lnTo>
                    <a:pt x="0" y="5471"/>
                  </a:lnTo>
                  <a:cubicBezTo>
                    <a:pt x="0" y="5591"/>
                    <a:pt x="101" y="5693"/>
                    <a:pt x="221" y="5693"/>
                  </a:cubicBezTo>
                  <a:lnTo>
                    <a:pt x="4162" y="5693"/>
                  </a:lnTo>
                  <a:cubicBezTo>
                    <a:pt x="4282" y="5693"/>
                    <a:pt x="4383" y="5591"/>
                    <a:pt x="4383" y="5471"/>
                  </a:cubicBezTo>
                  <a:lnTo>
                    <a:pt x="4383" y="217"/>
                  </a:lnTo>
                  <a:cubicBezTo>
                    <a:pt x="4383" y="96"/>
                    <a:pt x="4282" y="0"/>
                    <a:pt x="4162"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1"/>
            <p:cNvSpPr/>
            <p:nvPr/>
          </p:nvSpPr>
          <p:spPr>
            <a:xfrm>
              <a:off x="7721919" y="3537384"/>
              <a:ext cx="137826" cy="23106"/>
            </a:xfrm>
            <a:custGeom>
              <a:rect b="b" l="l" r="r" t="t"/>
              <a:pathLst>
                <a:path extrusionOk="0" h="881" w="5255">
                  <a:moveTo>
                    <a:pt x="221" y="0"/>
                  </a:moveTo>
                  <a:cubicBezTo>
                    <a:pt x="96" y="0"/>
                    <a:pt x="0" y="101"/>
                    <a:pt x="0" y="222"/>
                  </a:cubicBezTo>
                  <a:lnTo>
                    <a:pt x="0" y="660"/>
                  </a:lnTo>
                  <a:cubicBezTo>
                    <a:pt x="0" y="780"/>
                    <a:pt x="96" y="876"/>
                    <a:pt x="221" y="881"/>
                  </a:cubicBezTo>
                  <a:lnTo>
                    <a:pt x="5038" y="881"/>
                  </a:lnTo>
                  <a:cubicBezTo>
                    <a:pt x="5158" y="881"/>
                    <a:pt x="5255" y="780"/>
                    <a:pt x="5255" y="660"/>
                  </a:cubicBezTo>
                  <a:lnTo>
                    <a:pt x="5255" y="222"/>
                  </a:lnTo>
                  <a:cubicBezTo>
                    <a:pt x="5255" y="101"/>
                    <a:pt x="5158" y="5"/>
                    <a:pt x="503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1"/>
            <p:cNvSpPr/>
            <p:nvPr/>
          </p:nvSpPr>
          <p:spPr>
            <a:xfrm>
              <a:off x="7721919" y="3583440"/>
              <a:ext cx="103363" cy="23002"/>
            </a:xfrm>
            <a:custGeom>
              <a:rect b="b" l="l" r="r" t="t"/>
              <a:pathLst>
                <a:path extrusionOk="0" h="877" w="3941">
                  <a:moveTo>
                    <a:pt x="221" y="1"/>
                  </a:moveTo>
                  <a:cubicBezTo>
                    <a:pt x="96" y="1"/>
                    <a:pt x="0" y="97"/>
                    <a:pt x="0" y="217"/>
                  </a:cubicBezTo>
                  <a:lnTo>
                    <a:pt x="0" y="655"/>
                  </a:lnTo>
                  <a:cubicBezTo>
                    <a:pt x="0" y="775"/>
                    <a:pt x="96" y="876"/>
                    <a:pt x="221" y="876"/>
                  </a:cubicBezTo>
                  <a:lnTo>
                    <a:pt x="3724" y="876"/>
                  </a:lnTo>
                  <a:cubicBezTo>
                    <a:pt x="3845" y="876"/>
                    <a:pt x="3941" y="775"/>
                    <a:pt x="3941" y="655"/>
                  </a:cubicBezTo>
                  <a:lnTo>
                    <a:pt x="3941" y="217"/>
                  </a:lnTo>
                  <a:cubicBezTo>
                    <a:pt x="3941" y="97"/>
                    <a:pt x="3845" y="1"/>
                    <a:pt x="3724"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1"/>
            <p:cNvSpPr/>
            <p:nvPr/>
          </p:nvSpPr>
          <p:spPr>
            <a:xfrm>
              <a:off x="7687456" y="3411177"/>
              <a:ext cx="57438" cy="103389"/>
            </a:xfrm>
            <a:custGeom>
              <a:rect b="b" l="l" r="r" t="t"/>
              <a:pathLst>
                <a:path extrusionOk="0" h="3942" w="2190">
                  <a:moveTo>
                    <a:pt x="0" y="1"/>
                  </a:moveTo>
                  <a:lnTo>
                    <a:pt x="438" y="3942"/>
                  </a:lnTo>
                  <a:lnTo>
                    <a:pt x="1752" y="3942"/>
                  </a:lnTo>
                  <a:lnTo>
                    <a:pt x="2190"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1"/>
            <p:cNvSpPr/>
            <p:nvPr/>
          </p:nvSpPr>
          <p:spPr>
            <a:xfrm>
              <a:off x="7595581" y="3612080"/>
              <a:ext cx="69057" cy="74748"/>
            </a:xfrm>
            <a:custGeom>
              <a:rect b="b" l="l" r="r" t="t"/>
              <a:pathLst>
                <a:path extrusionOk="0" h="2850" w="2633">
                  <a:moveTo>
                    <a:pt x="876" y="1"/>
                  </a:moveTo>
                  <a:lnTo>
                    <a:pt x="876" y="439"/>
                  </a:lnTo>
                  <a:cubicBezTo>
                    <a:pt x="876" y="521"/>
                    <a:pt x="828" y="598"/>
                    <a:pt x="756" y="636"/>
                  </a:cubicBezTo>
                  <a:lnTo>
                    <a:pt x="241" y="891"/>
                  </a:lnTo>
                  <a:cubicBezTo>
                    <a:pt x="97" y="968"/>
                    <a:pt x="1" y="1117"/>
                    <a:pt x="1" y="1286"/>
                  </a:cubicBezTo>
                  <a:lnTo>
                    <a:pt x="1" y="2850"/>
                  </a:lnTo>
                  <a:lnTo>
                    <a:pt x="2633" y="2850"/>
                  </a:lnTo>
                  <a:lnTo>
                    <a:pt x="2633" y="1286"/>
                  </a:lnTo>
                  <a:cubicBezTo>
                    <a:pt x="2628" y="1117"/>
                    <a:pt x="2536" y="968"/>
                    <a:pt x="2387" y="891"/>
                  </a:cubicBezTo>
                  <a:lnTo>
                    <a:pt x="1872" y="636"/>
                  </a:lnTo>
                  <a:cubicBezTo>
                    <a:pt x="1800" y="598"/>
                    <a:pt x="1752" y="521"/>
                    <a:pt x="1752" y="439"/>
                  </a:cubicBezTo>
                  <a:lnTo>
                    <a:pt x="1752"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1"/>
            <p:cNvSpPr/>
            <p:nvPr/>
          </p:nvSpPr>
          <p:spPr>
            <a:xfrm>
              <a:off x="7595581" y="3630256"/>
              <a:ext cx="68926" cy="56573"/>
            </a:xfrm>
            <a:custGeom>
              <a:rect b="b" l="l" r="r" t="t"/>
              <a:pathLst>
                <a:path extrusionOk="0" h="2157" w="2628">
                  <a:moveTo>
                    <a:pt x="641" y="1"/>
                  </a:moveTo>
                  <a:lnTo>
                    <a:pt x="241" y="198"/>
                  </a:lnTo>
                  <a:cubicBezTo>
                    <a:pt x="97" y="275"/>
                    <a:pt x="1" y="424"/>
                    <a:pt x="1" y="593"/>
                  </a:cubicBezTo>
                  <a:lnTo>
                    <a:pt x="1" y="2157"/>
                  </a:lnTo>
                  <a:lnTo>
                    <a:pt x="2628" y="2157"/>
                  </a:lnTo>
                  <a:lnTo>
                    <a:pt x="2628" y="593"/>
                  </a:lnTo>
                  <a:cubicBezTo>
                    <a:pt x="2628" y="424"/>
                    <a:pt x="2536" y="275"/>
                    <a:pt x="2387" y="198"/>
                  </a:cubicBezTo>
                  <a:lnTo>
                    <a:pt x="1988" y="1"/>
                  </a:lnTo>
                  <a:cubicBezTo>
                    <a:pt x="1824" y="193"/>
                    <a:pt x="1588" y="622"/>
                    <a:pt x="1314" y="622"/>
                  </a:cubicBezTo>
                  <a:cubicBezTo>
                    <a:pt x="1045" y="622"/>
                    <a:pt x="804" y="193"/>
                    <a:pt x="64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1"/>
            <p:cNvSpPr/>
            <p:nvPr/>
          </p:nvSpPr>
          <p:spPr>
            <a:xfrm>
              <a:off x="7595581" y="3640484"/>
              <a:ext cx="17310" cy="46344"/>
            </a:xfrm>
            <a:custGeom>
              <a:rect b="b" l="l" r="r" t="t"/>
              <a:pathLst>
                <a:path extrusionOk="0" h="1767" w="660">
                  <a:moveTo>
                    <a:pt x="53" y="1"/>
                  </a:moveTo>
                  <a:cubicBezTo>
                    <a:pt x="20" y="63"/>
                    <a:pt x="1" y="131"/>
                    <a:pt x="1" y="203"/>
                  </a:cubicBezTo>
                  <a:lnTo>
                    <a:pt x="1" y="1767"/>
                  </a:lnTo>
                  <a:lnTo>
                    <a:pt x="660" y="1767"/>
                  </a:lnTo>
                  <a:lnTo>
                    <a:pt x="660" y="669"/>
                  </a:lnTo>
                  <a:cubicBezTo>
                    <a:pt x="660" y="535"/>
                    <a:pt x="592" y="405"/>
                    <a:pt x="482" y="323"/>
                  </a:cubicBezTo>
                  <a:lnTo>
                    <a:pt x="5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1"/>
            <p:cNvSpPr/>
            <p:nvPr/>
          </p:nvSpPr>
          <p:spPr>
            <a:xfrm>
              <a:off x="7647328" y="3640484"/>
              <a:ext cx="17179" cy="46344"/>
            </a:xfrm>
            <a:custGeom>
              <a:rect b="b" l="l" r="r" t="t"/>
              <a:pathLst>
                <a:path extrusionOk="0" h="1767" w="655">
                  <a:moveTo>
                    <a:pt x="602" y="1"/>
                  </a:moveTo>
                  <a:lnTo>
                    <a:pt x="174" y="323"/>
                  </a:lnTo>
                  <a:cubicBezTo>
                    <a:pt x="63" y="405"/>
                    <a:pt x="0" y="535"/>
                    <a:pt x="0" y="669"/>
                  </a:cubicBezTo>
                  <a:lnTo>
                    <a:pt x="0" y="1767"/>
                  </a:lnTo>
                  <a:lnTo>
                    <a:pt x="655" y="1767"/>
                  </a:lnTo>
                  <a:lnTo>
                    <a:pt x="655" y="203"/>
                  </a:lnTo>
                  <a:cubicBezTo>
                    <a:pt x="655" y="131"/>
                    <a:pt x="636" y="63"/>
                    <a:pt x="602"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1"/>
            <p:cNvSpPr/>
            <p:nvPr/>
          </p:nvSpPr>
          <p:spPr>
            <a:xfrm>
              <a:off x="7607069" y="3566156"/>
              <a:ext cx="45951" cy="51773"/>
            </a:xfrm>
            <a:custGeom>
              <a:rect b="b" l="l" r="r" t="t"/>
              <a:pathLst>
                <a:path extrusionOk="0" h="1974" w="1752">
                  <a:moveTo>
                    <a:pt x="660" y="1"/>
                  </a:moveTo>
                  <a:cubicBezTo>
                    <a:pt x="294" y="1"/>
                    <a:pt x="0" y="294"/>
                    <a:pt x="0" y="660"/>
                  </a:cubicBezTo>
                  <a:lnTo>
                    <a:pt x="0" y="1098"/>
                  </a:lnTo>
                  <a:cubicBezTo>
                    <a:pt x="0" y="1579"/>
                    <a:pt x="395" y="1973"/>
                    <a:pt x="876" y="1973"/>
                  </a:cubicBezTo>
                  <a:cubicBezTo>
                    <a:pt x="1362" y="1973"/>
                    <a:pt x="1752" y="1579"/>
                    <a:pt x="1752" y="1098"/>
                  </a:cubicBezTo>
                  <a:lnTo>
                    <a:pt x="1752" y="660"/>
                  </a:lnTo>
                  <a:cubicBezTo>
                    <a:pt x="1752" y="294"/>
                    <a:pt x="1458" y="1"/>
                    <a:pt x="109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1"/>
            <p:cNvSpPr/>
            <p:nvPr/>
          </p:nvSpPr>
          <p:spPr>
            <a:xfrm>
              <a:off x="7607069" y="3566156"/>
              <a:ext cx="31578" cy="51747"/>
            </a:xfrm>
            <a:custGeom>
              <a:rect b="b" l="l" r="r" t="t"/>
              <a:pathLst>
                <a:path extrusionOk="0" h="1973" w="1204">
                  <a:moveTo>
                    <a:pt x="660" y="1"/>
                  </a:moveTo>
                  <a:cubicBezTo>
                    <a:pt x="294" y="1"/>
                    <a:pt x="0" y="294"/>
                    <a:pt x="0" y="660"/>
                  </a:cubicBezTo>
                  <a:lnTo>
                    <a:pt x="0" y="1098"/>
                  </a:lnTo>
                  <a:cubicBezTo>
                    <a:pt x="0" y="1599"/>
                    <a:pt x="412" y="1972"/>
                    <a:pt x="873" y="1972"/>
                  </a:cubicBezTo>
                  <a:cubicBezTo>
                    <a:pt x="982" y="1972"/>
                    <a:pt x="1094" y="1951"/>
                    <a:pt x="1203" y="1906"/>
                  </a:cubicBezTo>
                  <a:cubicBezTo>
                    <a:pt x="876" y="1771"/>
                    <a:pt x="660" y="1454"/>
                    <a:pt x="660" y="1098"/>
                  </a:cubicBezTo>
                  <a:lnTo>
                    <a:pt x="660" y="660"/>
                  </a:lnTo>
                  <a:cubicBezTo>
                    <a:pt x="660" y="337"/>
                    <a:pt x="891" y="63"/>
                    <a:pt x="1203" y="15"/>
                  </a:cubicBezTo>
                  <a:cubicBezTo>
                    <a:pt x="1170" y="5"/>
                    <a:pt x="1131"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1"/>
            <p:cNvSpPr/>
            <p:nvPr/>
          </p:nvSpPr>
          <p:spPr>
            <a:xfrm>
              <a:off x="7607069" y="3566156"/>
              <a:ext cx="45951" cy="23002"/>
            </a:xfrm>
            <a:custGeom>
              <a:rect b="b" l="l" r="r" t="t"/>
              <a:pathLst>
                <a:path extrusionOk="0" h="877" w="1752">
                  <a:moveTo>
                    <a:pt x="660" y="1"/>
                  </a:moveTo>
                  <a:cubicBezTo>
                    <a:pt x="294" y="1"/>
                    <a:pt x="0" y="294"/>
                    <a:pt x="0" y="660"/>
                  </a:cubicBezTo>
                  <a:cubicBezTo>
                    <a:pt x="0" y="660"/>
                    <a:pt x="660" y="876"/>
                    <a:pt x="1752" y="876"/>
                  </a:cubicBezTo>
                  <a:lnTo>
                    <a:pt x="1752" y="660"/>
                  </a:lnTo>
                  <a:cubicBezTo>
                    <a:pt x="1752" y="294"/>
                    <a:pt x="1458" y="1"/>
                    <a:pt x="109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1"/>
            <p:cNvSpPr/>
            <p:nvPr/>
          </p:nvSpPr>
          <p:spPr>
            <a:xfrm>
              <a:off x="7607069" y="3566156"/>
              <a:ext cx="31578" cy="20982"/>
            </a:xfrm>
            <a:custGeom>
              <a:rect b="b" l="l" r="r" t="t"/>
              <a:pathLst>
                <a:path extrusionOk="0" h="800" w="1204">
                  <a:moveTo>
                    <a:pt x="660" y="1"/>
                  </a:moveTo>
                  <a:cubicBezTo>
                    <a:pt x="294" y="1"/>
                    <a:pt x="0" y="294"/>
                    <a:pt x="0" y="660"/>
                  </a:cubicBezTo>
                  <a:cubicBezTo>
                    <a:pt x="217" y="722"/>
                    <a:pt x="433" y="770"/>
                    <a:pt x="660" y="799"/>
                  </a:cubicBezTo>
                  <a:lnTo>
                    <a:pt x="660" y="660"/>
                  </a:lnTo>
                  <a:cubicBezTo>
                    <a:pt x="660" y="337"/>
                    <a:pt x="891" y="63"/>
                    <a:pt x="1203" y="15"/>
                  </a:cubicBezTo>
                  <a:cubicBezTo>
                    <a:pt x="1170" y="5"/>
                    <a:pt x="1131" y="1"/>
                    <a:pt x="109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1"/>
            <p:cNvSpPr/>
            <p:nvPr/>
          </p:nvSpPr>
          <p:spPr>
            <a:xfrm>
              <a:off x="7532740" y="3405748"/>
              <a:ext cx="366896" cy="320841"/>
            </a:xfrm>
            <a:custGeom>
              <a:rect b="b" l="l" r="r" t="t"/>
              <a:pathLst>
                <a:path extrusionOk="0" h="12233" w="13989">
                  <a:moveTo>
                    <a:pt x="7863" y="410"/>
                  </a:moveTo>
                  <a:lnTo>
                    <a:pt x="7468" y="3932"/>
                  </a:lnTo>
                  <a:cubicBezTo>
                    <a:pt x="7468" y="3937"/>
                    <a:pt x="7463" y="3942"/>
                    <a:pt x="7459" y="3942"/>
                  </a:cubicBezTo>
                  <a:lnTo>
                    <a:pt x="6535" y="3942"/>
                  </a:lnTo>
                  <a:cubicBezTo>
                    <a:pt x="6530" y="3942"/>
                    <a:pt x="6520" y="3937"/>
                    <a:pt x="6520" y="3932"/>
                  </a:cubicBezTo>
                  <a:lnTo>
                    <a:pt x="6130" y="410"/>
                  </a:lnTo>
                  <a:close/>
                  <a:moveTo>
                    <a:pt x="13348" y="3480"/>
                  </a:moveTo>
                  <a:cubicBezTo>
                    <a:pt x="13473" y="3480"/>
                    <a:pt x="13579" y="3586"/>
                    <a:pt x="13579" y="3711"/>
                  </a:cubicBezTo>
                  <a:lnTo>
                    <a:pt x="13579" y="11592"/>
                  </a:lnTo>
                  <a:lnTo>
                    <a:pt x="13574" y="11592"/>
                  </a:lnTo>
                  <a:cubicBezTo>
                    <a:pt x="13574" y="11717"/>
                    <a:pt x="13468" y="11823"/>
                    <a:pt x="13343" y="11823"/>
                  </a:cubicBezTo>
                  <a:lnTo>
                    <a:pt x="645" y="11823"/>
                  </a:lnTo>
                  <a:cubicBezTo>
                    <a:pt x="515" y="11823"/>
                    <a:pt x="414" y="11717"/>
                    <a:pt x="414" y="11592"/>
                  </a:cubicBezTo>
                  <a:lnTo>
                    <a:pt x="414" y="3711"/>
                  </a:lnTo>
                  <a:cubicBezTo>
                    <a:pt x="414" y="3586"/>
                    <a:pt x="515" y="3480"/>
                    <a:pt x="645" y="3480"/>
                  </a:cubicBezTo>
                  <a:lnTo>
                    <a:pt x="6058" y="3480"/>
                  </a:lnTo>
                  <a:lnTo>
                    <a:pt x="6116" y="3980"/>
                  </a:lnTo>
                  <a:cubicBezTo>
                    <a:pt x="6135" y="4192"/>
                    <a:pt x="6318" y="4355"/>
                    <a:pt x="6535" y="4355"/>
                  </a:cubicBezTo>
                  <a:lnTo>
                    <a:pt x="7459" y="4355"/>
                  </a:lnTo>
                  <a:cubicBezTo>
                    <a:pt x="7675" y="4355"/>
                    <a:pt x="7853" y="4192"/>
                    <a:pt x="7877" y="3980"/>
                  </a:cubicBezTo>
                  <a:lnTo>
                    <a:pt x="7935" y="3480"/>
                  </a:lnTo>
                  <a:close/>
                  <a:moveTo>
                    <a:pt x="5899" y="1"/>
                  </a:moveTo>
                  <a:cubicBezTo>
                    <a:pt x="5779" y="1"/>
                    <a:pt x="5683" y="107"/>
                    <a:pt x="5697" y="232"/>
                  </a:cubicBezTo>
                  <a:lnTo>
                    <a:pt x="6010" y="3066"/>
                  </a:lnTo>
                  <a:lnTo>
                    <a:pt x="645" y="3066"/>
                  </a:lnTo>
                  <a:cubicBezTo>
                    <a:pt x="289" y="3066"/>
                    <a:pt x="5" y="3355"/>
                    <a:pt x="0" y="3711"/>
                  </a:cubicBezTo>
                  <a:lnTo>
                    <a:pt x="0" y="11587"/>
                  </a:lnTo>
                  <a:cubicBezTo>
                    <a:pt x="5" y="11944"/>
                    <a:pt x="289" y="12232"/>
                    <a:pt x="645" y="12232"/>
                  </a:cubicBezTo>
                  <a:lnTo>
                    <a:pt x="13343" y="12232"/>
                  </a:lnTo>
                  <a:cubicBezTo>
                    <a:pt x="13699" y="12232"/>
                    <a:pt x="13988" y="11944"/>
                    <a:pt x="13988" y="11587"/>
                  </a:cubicBezTo>
                  <a:lnTo>
                    <a:pt x="13988" y="3711"/>
                  </a:lnTo>
                  <a:cubicBezTo>
                    <a:pt x="13988" y="3355"/>
                    <a:pt x="13699" y="3066"/>
                    <a:pt x="13343" y="3066"/>
                  </a:cubicBezTo>
                  <a:lnTo>
                    <a:pt x="7978" y="3066"/>
                  </a:lnTo>
                  <a:lnTo>
                    <a:pt x="8291" y="232"/>
                  </a:lnTo>
                  <a:cubicBezTo>
                    <a:pt x="8305" y="107"/>
                    <a:pt x="8209"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1"/>
            <p:cNvSpPr/>
            <p:nvPr/>
          </p:nvSpPr>
          <p:spPr>
            <a:xfrm>
              <a:off x="7567177" y="3532086"/>
              <a:ext cx="125603" cy="159909"/>
            </a:xfrm>
            <a:custGeom>
              <a:rect b="b" l="l" r="r" t="t"/>
              <a:pathLst>
                <a:path extrusionOk="0" h="6097" w="4789">
                  <a:moveTo>
                    <a:pt x="2614" y="1511"/>
                  </a:moveTo>
                  <a:cubicBezTo>
                    <a:pt x="2864" y="1511"/>
                    <a:pt x="3066" y="1713"/>
                    <a:pt x="3066" y="1959"/>
                  </a:cubicBezTo>
                  <a:lnTo>
                    <a:pt x="3066" y="2397"/>
                  </a:lnTo>
                  <a:cubicBezTo>
                    <a:pt x="3061" y="2767"/>
                    <a:pt x="2768" y="3065"/>
                    <a:pt x="2397" y="3065"/>
                  </a:cubicBezTo>
                  <a:lnTo>
                    <a:pt x="2397" y="3070"/>
                  </a:lnTo>
                  <a:cubicBezTo>
                    <a:pt x="2027" y="3070"/>
                    <a:pt x="1724" y="2767"/>
                    <a:pt x="1724" y="2397"/>
                  </a:cubicBezTo>
                  <a:lnTo>
                    <a:pt x="1724" y="1959"/>
                  </a:lnTo>
                  <a:cubicBezTo>
                    <a:pt x="1724" y="1713"/>
                    <a:pt x="1926" y="1511"/>
                    <a:pt x="2176" y="1511"/>
                  </a:cubicBezTo>
                  <a:close/>
                  <a:moveTo>
                    <a:pt x="2628" y="3450"/>
                  </a:moveTo>
                  <a:lnTo>
                    <a:pt x="2628" y="3571"/>
                  </a:lnTo>
                  <a:cubicBezTo>
                    <a:pt x="2628" y="3648"/>
                    <a:pt x="2647" y="3720"/>
                    <a:pt x="2686" y="3787"/>
                  </a:cubicBezTo>
                  <a:lnTo>
                    <a:pt x="2407" y="4066"/>
                  </a:lnTo>
                  <a:cubicBezTo>
                    <a:pt x="2402" y="4069"/>
                    <a:pt x="2398" y="4070"/>
                    <a:pt x="2395" y="4070"/>
                  </a:cubicBezTo>
                  <a:cubicBezTo>
                    <a:pt x="2392" y="4070"/>
                    <a:pt x="2390" y="4069"/>
                    <a:pt x="2388" y="4066"/>
                  </a:cubicBezTo>
                  <a:lnTo>
                    <a:pt x="2104" y="3782"/>
                  </a:lnTo>
                  <a:cubicBezTo>
                    <a:pt x="2142" y="3720"/>
                    <a:pt x="2161" y="3648"/>
                    <a:pt x="2161" y="3571"/>
                  </a:cubicBezTo>
                  <a:lnTo>
                    <a:pt x="2161" y="3450"/>
                  </a:lnTo>
                  <a:cubicBezTo>
                    <a:pt x="2225" y="3466"/>
                    <a:pt x="2292" y="3476"/>
                    <a:pt x="2357" y="3476"/>
                  </a:cubicBezTo>
                  <a:cubicBezTo>
                    <a:pt x="2371" y="3476"/>
                    <a:pt x="2384" y="3475"/>
                    <a:pt x="2397" y="3474"/>
                  </a:cubicBezTo>
                  <a:lnTo>
                    <a:pt x="2397" y="3479"/>
                  </a:lnTo>
                  <a:cubicBezTo>
                    <a:pt x="2474" y="3479"/>
                    <a:pt x="2551" y="3470"/>
                    <a:pt x="2628" y="3450"/>
                  </a:cubicBezTo>
                  <a:close/>
                  <a:moveTo>
                    <a:pt x="3023" y="4033"/>
                  </a:moveTo>
                  <a:lnTo>
                    <a:pt x="3379" y="4215"/>
                  </a:lnTo>
                  <a:cubicBezTo>
                    <a:pt x="3456" y="4254"/>
                    <a:pt x="3504" y="4336"/>
                    <a:pt x="3504" y="4422"/>
                  </a:cubicBezTo>
                  <a:lnTo>
                    <a:pt x="3504" y="5697"/>
                  </a:lnTo>
                  <a:lnTo>
                    <a:pt x="1286" y="5697"/>
                  </a:lnTo>
                  <a:lnTo>
                    <a:pt x="1286" y="4422"/>
                  </a:lnTo>
                  <a:cubicBezTo>
                    <a:pt x="1286" y="4331"/>
                    <a:pt x="1339" y="4249"/>
                    <a:pt x="1420" y="4211"/>
                  </a:cubicBezTo>
                  <a:lnTo>
                    <a:pt x="1772" y="4033"/>
                  </a:lnTo>
                  <a:lnTo>
                    <a:pt x="2094" y="4360"/>
                  </a:lnTo>
                  <a:cubicBezTo>
                    <a:pt x="2178" y="4442"/>
                    <a:pt x="2288" y="4482"/>
                    <a:pt x="2397" y="4482"/>
                  </a:cubicBezTo>
                  <a:cubicBezTo>
                    <a:pt x="2505" y="4482"/>
                    <a:pt x="2614" y="4442"/>
                    <a:pt x="2695" y="4360"/>
                  </a:cubicBezTo>
                  <a:lnTo>
                    <a:pt x="3023" y="4033"/>
                  </a:lnTo>
                  <a:close/>
                  <a:moveTo>
                    <a:pt x="4365" y="409"/>
                  </a:moveTo>
                  <a:cubicBezTo>
                    <a:pt x="4375" y="409"/>
                    <a:pt x="4380" y="419"/>
                    <a:pt x="4380" y="424"/>
                  </a:cubicBezTo>
                  <a:lnTo>
                    <a:pt x="4380" y="5678"/>
                  </a:lnTo>
                  <a:lnTo>
                    <a:pt x="4380" y="5683"/>
                  </a:lnTo>
                  <a:cubicBezTo>
                    <a:pt x="4380" y="5688"/>
                    <a:pt x="4375" y="5697"/>
                    <a:pt x="4365" y="5697"/>
                  </a:cubicBezTo>
                  <a:lnTo>
                    <a:pt x="3913" y="5697"/>
                  </a:lnTo>
                  <a:lnTo>
                    <a:pt x="3913" y="4418"/>
                  </a:lnTo>
                  <a:cubicBezTo>
                    <a:pt x="3913" y="4177"/>
                    <a:pt x="3778" y="3951"/>
                    <a:pt x="3557" y="3845"/>
                  </a:cubicBezTo>
                  <a:lnTo>
                    <a:pt x="3047" y="3590"/>
                  </a:lnTo>
                  <a:cubicBezTo>
                    <a:pt x="3042" y="3585"/>
                    <a:pt x="3037" y="3580"/>
                    <a:pt x="3037" y="3575"/>
                  </a:cubicBezTo>
                  <a:lnTo>
                    <a:pt x="3037" y="3277"/>
                  </a:lnTo>
                  <a:lnTo>
                    <a:pt x="3037" y="3268"/>
                  </a:lnTo>
                  <a:cubicBezTo>
                    <a:pt x="3311" y="3065"/>
                    <a:pt x="3475" y="2743"/>
                    <a:pt x="3475" y="2401"/>
                  </a:cubicBezTo>
                  <a:lnTo>
                    <a:pt x="3475" y="1964"/>
                  </a:lnTo>
                  <a:cubicBezTo>
                    <a:pt x="3475" y="1487"/>
                    <a:pt x="3090" y="1097"/>
                    <a:pt x="2614" y="1097"/>
                  </a:cubicBezTo>
                  <a:lnTo>
                    <a:pt x="2176" y="1097"/>
                  </a:lnTo>
                  <a:cubicBezTo>
                    <a:pt x="1699" y="1097"/>
                    <a:pt x="1315" y="1487"/>
                    <a:pt x="1315" y="1964"/>
                  </a:cubicBezTo>
                  <a:lnTo>
                    <a:pt x="1315" y="2401"/>
                  </a:lnTo>
                  <a:cubicBezTo>
                    <a:pt x="1315" y="2743"/>
                    <a:pt x="1478" y="3065"/>
                    <a:pt x="1752" y="3268"/>
                  </a:cubicBezTo>
                  <a:lnTo>
                    <a:pt x="1752" y="3277"/>
                  </a:lnTo>
                  <a:lnTo>
                    <a:pt x="1752" y="3575"/>
                  </a:lnTo>
                  <a:cubicBezTo>
                    <a:pt x="1752" y="3580"/>
                    <a:pt x="1752" y="3585"/>
                    <a:pt x="1743" y="3590"/>
                  </a:cubicBezTo>
                  <a:lnTo>
                    <a:pt x="1233" y="3845"/>
                  </a:lnTo>
                  <a:cubicBezTo>
                    <a:pt x="1016" y="3951"/>
                    <a:pt x="877" y="4177"/>
                    <a:pt x="877" y="4418"/>
                  </a:cubicBezTo>
                  <a:lnTo>
                    <a:pt x="877" y="5697"/>
                  </a:lnTo>
                  <a:lnTo>
                    <a:pt x="424" y="5697"/>
                  </a:lnTo>
                  <a:cubicBezTo>
                    <a:pt x="420" y="5697"/>
                    <a:pt x="410" y="5688"/>
                    <a:pt x="410" y="5683"/>
                  </a:cubicBezTo>
                  <a:lnTo>
                    <a:pt x="410" y="424"/>
                  </a:lnTo>
                  <a:cubicBezTo>
                    <a:pt x="410" y="419"/>
                    <a:pt x="420" y="409"/>
                    <a:pt x="424" y="409"/>
                  </a:cubicBezTo>
                  <a:close/>
                  <a:moveTo>
                    <a:pt x="424" y="0"/>
                  </a:moveTo>
                  <a:cubicBezTo>
                    <a:pt x="193" y="5"/>
                    <a:pt x="6" y="193"/>
                    <a:pt x="1" y="424"/>
                  </a:cubicBezTo>
                  <a:lnTo>
                    <a:pt x="1" y="5678"/>
                  </a:lnTo>
                  <a:cubicBezTo>
                    <a:pt x="6" y="5909"/>
                    <a:pt x="193" y="6097"/>
                    <a:pt x="424" y="6097"/>
                  </a:cubicBezTo>
                  <a:lnTo>
                    <a:pt x="4365" y="6097"/>
                  </a:lnTo>
                  <a:cubicBezTo>
                    <a:pt x="4596" y="6097"/>
                    <a:pt x="4784" y="5909"/>
                    <a:pt x="4789" y="5678"/>
                  </a:cubicBezTo>
                  <a:lnTo>
                    <a:pt x="4789" y="424"/>
                  </a:lnTo>
                  <a:cubicBezTo>
                    <a:pt x="4784" y="193"/>
                    <a:pt x="4596" y="5"/>
                    <a:pt x="4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1"/>
            <p:cNvSpPr/>
            <p:nvPr/>
          </p:nvSpPr>
          <p:spPr>
            <a:xfrm>
              <a:off x="7716621" y="3532086"/>
              <a:ext cx="148421" cy="33597"/>
            </a:xfrm>
            <a:custGeom>
              <a:rect b="b" l="l" r="r" t="t"/>
              <a:pathLst>
                <a:path extrusionOk="0" h="1281" w="5659">
                  <a:moveTo>
                    <a:pt x="5240" y="409"/>
                  </a:moveTo>
                  <a:cubicBezTo>
                    <a:pt x="5245" y="409"/>
                    <a:pt x="5250" y="419"/>
                    <a:pt x="5250" y="424"/>
                  </a:cubicBezTo>
                  <a:lnTo>
                    <a:pt x="5250" y="862"/>
                  </a:lnTo>
                  <a:cubicBezTo>
                    <a:pt x="5250" y="871"/>
                    <a:pt x="5245" y="876"/>
                    <a:pt x="5240" y="876"/>
                  </a:cubicBezTo>
                  <a:lnTo>
                    <a:pt x="423" y="876"/>
                  </a:lnTo>
                  <a:cubicBezTo>
                    <a:pt x="414" y="876"/>
                    <a:pt x="409" y="871"/>
                    <a:pt x="409" y="862"/>
                  </a:cubicBezTo>
                  <a:lnTo>
                    <a:pt x="409" y="424"/>
                  </a:lnTo>
                  <a:cubicBezTo>
                    <a:pt x="409" y="419"/>
                    <a:pt x="414" y="409"/>
                    <a:pt x="423" y="409"/>
                  </a:cubicBezTo>
                  <a:close/>
                  <a:moveTo>
                    <a:pt x="423" y="0"/>
                  </a:moveTo>
                  <a:cubicBezTo>
                    <a:pt x="188" y="5"/>
                    <a:pt x="0" y="193"/>
                    <a:pt x="0" y="424"/>
                  </a:cubicBezTo>
                  <a:lnTo>
                    <a:pt x="0" y="862"/>
                  </a:lnTo>
                  <a:cubicBezTo>
                    <a:pt x="0" y="1093"/>
                    <a:pt x="188" y="1280"/>
                    <a:pt x="423" y="1280"/>
                  </a:cubicBezTo>
                  <a:lnTo>
                    <a:pt x="5240" y="1280"/>
                  </a:lnTo>
                  <a:cubicBezTo>
                    <a:pt x="5471" y="1280"/>
                    <a:pt x="5659" y="1093"/>
                    <a:pt x="5659" y="862"/>
                  </a:cubicBezTo>
                  <a:lnTo>
                    <a:pt x="5659" y="424"/>
                  </a:lnTo>
                  <a:cubicBezTo>
                    <a:pt x="5659" y="193"/>
                    <a:pt x="5471" y="5"/>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1"/>
            <p:cNvSpPr/>
            <p:nvPr/>
          </p:nvSpPr>
          <p:spPr>
            <a:xfrm>
              <a:off x="7716621" y="3578011"/>
              <a:ext cx="113958" cy="33597"/>
            </a:xfrm>
            <a:custGeom>
              <a:rect b="b" l="l" r="r" t="t"/>
              <a:pathLst>
                <a:path extrusionOk="0" h="1281" w="4345">
                  <a:moveTo>
                    <a:pt x="3926" y="415"/>
                  </a:moveTo>
                  <a:cubicBezTo>
                    <a:pt x="3931" y="415"/>
                    <a:pt x="3936" y="419"/>
                    <a:pt x="3936" y="424"/>
                  </a:cubicBezTo>
                  <a:lnTo>
                    <a:pt x="3936" y="862"/>
                  </a:lnTo>
                  <a:cubicBezTo>
                    <a:pt x="3936" y="872"/>
                    <a:pt x="3931" y="877"/>
                    <a:pt x="3926" y="877"/>
                  </a:cubicBezTo>
                  <a:lnTo>
                    <a:pt x="423" y="877"/>
                  </a:lnTo>
                  <a:cubicBezTo>
                    <a:pt x="414" y="877"/>
                    <a:pt x="409" y="872"/>
                    <a:pt x="409" y="862"/>
                  </a:cubicBezTo>
                  <a:lnTo>
                    <a:pt x="409" y="424"/>
                  </a:lnTo>
                  <a:cubicBezTo>
                    <a:pt x="409" y="419"/>
                    <a:pt x="414" y="415"/>
                    <a:pt x="423" y="415"/>
                  </a:cubicBezTo>
                  <a:close/>
                  <a:moveTo>
                    <a:pt x="423" y="1"/>
                  </a:moveTo>
                  <a:cubicBezTo>
                    <a:pt x="188" y="6"/>
                    <a:pt x="0" y="193"/>
                    <a:pt x="0" y="424"/>
                  </a:cubicBezTo>
                  <a:lnTo>
                    <a:pt x="0" y="862"/>
                  </a:lnTo>
                  <a:cubicBezTo>
                    <a:pt x="0" y="1093"/>
                    <a:pt x="188" y="1281"/>
                    <a:pt x="423" y="1281"/>
                  </a:cubicBezTo>
                  <a:lnTo>
                    <a:pt x="3926" y="1281"/>
                  </a:lnTo>
                  <a:cubicBezTo>
                    <a:pt x="4157" y="1281"/>
                    <a:pt x="4345" y="1093"/>
                    <a:pt x="4345" y="862"/>
                  </a:cubicBezTo>
                  <a:lnTo>
                    <a:pt x="4345" y="424"/>
                  </a:lnTo>
                  <a:cubicBezTo>
                    <a:pt x="4345" y="193"/>
                    <a:pt x="4157" y="6"/>
                    <a:pt x="3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1"/>
            <p:cNvSpPr/>
            <p:nvPr/>
          </p:nvSpPr>
          <p:spPr>
            <a:xfrm>
              <a:off x="7714444" y="3623935"/>
              <a:ext cx="72362" cy="10780"/>
            </a:xfrm>
            <a:custGeom>
              <a:rect b="b" l="l" r="r" t="t"/>
              <a:pathLst>
                <a:path extrusionOk="0" h="411" w="2759">
                  <a:moveTo>
                    <a:pt x="271" y="1"/>
                  </a:moveTo>
                  <a:cubicBezTo>
                    <a:pt x="2" y="1"/>
                    <a:pt x="1" y="411"/>
                    <a:pt x="267" y="411"/>
                  </a:cubicBezTo>
                  <a:cubicBezTo>
                    <a:pt x="273" y="411"/>
                    <a:pt x="279" y="411"/>
                    <a:pt x="285" y="410"/>
                  </a:cubicBezTo>
                  <a:lnTo>
                    <a:pt x="2474" y="410"/>
                  </a:lnTo>
                  <a:cubicBezTo>
                    <a:pt x="2481" y="411"/>
                    <a:pt x="2487" y="411"/>
                    <a:pt x="2492" y="411"/>
                  </a:cubicBezTo>
                  <a:cubicBezTo>
                    <a:pt x="2759" y="411"/>
                    <a:pt x="2757" y="1"/>
                    <a:pt x="2488" y="1"/>
                  </a:cubicBezTo>
                  <a:cubicBezTo>
                    <a:pt x="2484" y="1"/>
                    <a:pt x="2479" y="1"/>
                    <a:pt x="2474"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1"/>
            <p:cNvSpPr/>
            <p:nvPr/>
          </p:nvSpPr>
          <p:spPr>
            <a:xfrm>
              <a:off x="7794831" y="3623935"/>
              <a:ext cx="37138" cy="10780"/>
            </a:xfrm>
            <a:custGeom>
              <a:rect b="b" l="l" r="r" t="t"/>
              <a:pathLst>
                <a:path extrusionOk="0" h="411" w="1416">
                  <a:moveTo>
                    <a:pt x="267" y="1"/>
                  </a:moveTo>
                  <a:cubicBezTo>
                    <a:pt x="2" y="1"/>
                    <a:pt x="1" y="411"/>
                    <a:pt x="263" y="411"/>
                  </a:cubicBezTo>
                  <a:cubicBezTo>
                    <a:pt x="268" y="411"/>
                    <a:pt x="274" y="411"/>
                    <a:pt x="280" y="410"/>
                  </a:cubicBezTo>
                  <a:lnTo>
                    <a:pt x="1161" y="410"/>
                  </a:lnTo>
                  <a:cubicBezTo>
                    <a:pt x="1416" y="396"/>
                    <a:pt x="1416" y="16"/>
                    <a:pt x="1161" y="1"/>
                  </a:cubicBezTo>
                  <a:lnTo>
                    <a:pt x="280" y="1"/>
                  </a:lnTo>
                  <a:cubicBezTo>
                    <a:pt x="276" y="1"/>
                    <a:pt x="271"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1"/>
            <p:cNvSpPr/>
            <p:nvPr/>
          </p:nvSpPr>
          <p:spPr>
            <a:xfrm>
              <a:off x="7714444" y="3658398"/>
              <a:ext cx="26437" cy="10780"/>
            </a:xfrm>
            <a:custGeom>
              <a:rect b="b" l="l" r="r" t="t"/>
              <a:pathLst>
                <a:path extrusionOk="0" h="411" w="1008">
                  <a:moveTo>
                    <a:pt x="271" y="1"/>
                  </a:moveTo>
                  <a:cubicBezTo>
                    <a:pt x="2" y="1"/>
                    <a:pt x="1" y="410"/>
                    <a:pt x="267" y="410"/>
                  </a:cubicBezTo>
                  <a:cubicBezTo>
                    <a:pt x="273" y="410"/>
                    <a:pt x="279" y="410"/>
                    <a:pt x="285" y="410"/>
                  </a:cubicBezTo>
                  <a:lnTo>
                    <a:pt x="723" y="410"/>
                  </a:lnTo>
                  <a:cubicBezTo>
                    <a:pt x="729" y="410"/>
                    <a:pt x="735" y="410"/>
                    <a:pt x="741" y="410"/>
                  </a:cubicBezTo>
                  <a:cubicBezTo>
                    <a:pt x="1007" y="410"/>
                    <a:pt x="1006" y="1"/>
                    <a:pt x="737" y="1"/>
                  </a:cubicBezTo>
                  <a:cubicBezTo>
                    <a:pt x="732" y="1"/>
                    <a:pt x="728" y="1"/>
                    <a:pt x="72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1"/>
            <p:cNvSpPr/>
            <p:nvPr/>
          </p:nvSpPr>
          <p:spPr>
            <a:xfrm>
              <a:off x="7748907" y="3658398"/>
              <a:ext cx="60218" cy="10780"/>
            </a:xfrm>
            <a:custGeom>
              <a:rect b="b" l="l" r="r" t="t"/>
              <a:pathLst>
                <a:path extrusionOk="0" h="411" w="2296">
                  <a:moveTo>
                    <a:pt x="271" y="1"/>
                  </a:moveTo>
                  <a:cubicBezTo>
                    <a:pt x="2" y="1"/>
                    <a:pt x="1" y="410"/>
                    <a:pt x="267" y="410"/>
                  </a:cubicBezTo>
                  <a:cubicBezTo>
                    <a:pt x="273" y="410"/>
                    <a:pt x="279" y="410"/>
                    <a:pt x="285" y="410"/>
                  </a:cubicBezTo>
                  <a:lnTo>
                    <a:pt x="2036" y="410"/>
                  </a:lnTo>
                  <a:cubicBezTo>
                    <a:pt x="2296" y="395"/>
                    <a:pt x="2296" y="15"/>
                    <a:pt x="2036"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1"/>
            <p:cNvSpPr/>
            <p:nvPr/>
          </p:nvSpPr>
          <p:spPr>
            <a:xfrm>
              <a:off x="7714444" y="3681373"/>
              <a:ext cx="26437" cy="10780"/>
            </a:xfrm>
            <a:custGeom>
              <a:rect b="b" l="l" r="r" t="t"/>
              <a:pathLst>
                <a:path extrusionOk="0" h="411" w="1008">
                  <a:moveTo>
                    <a:pt x="271" y="0"/>
                  </a:moveTo>
                  <a:cubicBezTo>
                    <a:pt x="2" y="0"/>
                    <a:pt x="1" y="410"/>
                    <a:pt x="267" y="410"/>
                  </a:cubicBezTo>
                  <a:cubicBezTo>
                    <a:pt x="273" y="410"/>
                    <a:pt x="279" y="410"/>
                    <a:pt x="285" y="410"/>
                  </a:cubicBezTo>
                  <a:lnTo>
                    <a:pt x="723" y="410"/>
                  </a:lnTo>
                  <a:cubicBezTo>
                    <a:pt x="729" y="410"/>
                    <a:pt x="735" y="410"/>
                    <a:pt x="741" y="410"/>
                  </a:cubicBezTo>
                  <a:cubicBezTo>
                    <a:pt x="1007" y="410"/>
                    <a:pt x="1006" y="0"/>
                    <a:pt x="737" y="0"/>
                  </a:cubicBezTo>
                  <a:cubicBezTo>
                    <a:pt x="732" y="0"/>
                    <a:pt x="728" y="0"/>
                    <a:pt x="723"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1"/>
            <p:cNvSpPr/>
            <p:nvPr/>
          </p:nvSpPr>
          <p:spPr>
            <a:xfrm>
              <a:off x="7748907" y="3681373"/>
              <a:ext cx="60218" cy="10780"/>
            </a:xfrm>
            <a:custGeom>
              <a:rect b="b" l="l" r="r" t="t"/>
              <a:pathLst>
                <a:path extrusionOk="0" h="411" w="2296">
                  <a:moveTo>
                    <a:pt x="271" y="0"/>
                  </a:moveTo>
                  <a:cubicBezTo>
                    <a:pt x="2" y="0"/>
                    <a:pt x="1" y="410"/>
                    <a:pt x="267" y="410"/>
                  </a:cubicBezTo>
                  <a:cubicBezTo>
                    <a:pt x="273" y="410"/>
                    <a:pt x="279" y="410"/>
                    <a:pt x="285" y="410"/>
                  </a:cubicBezTo>
                  <a:lnTo>
                    <a:pt x="2036" y="410"/>
                  </a:lnTo>
                  <a:cubicBezTo>
                    <a:pt x="2296" y="395"/>
                    <a:pt x="2296" y="15"/>
                    <a:pt x="2036"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1"/>
            <p:cNvSpPr/>
            <p:nvPr/>
          </p:nvSpPr>
          <p:spPr>
            <a:xfrm>
              <a:off x="7709408" y="3486136"/>
              <a:ext cx="14294" cy="10780"/>
            </a:xfrm>
            <a:custGeom>
              <a:rect b="b" l="l" r="r" t="t"/>
              <a:pathLst>
                <a:path extrusionOk="0" h="411" w="545">
                  <a:moveTo>
                    <a:pt x="274" y="1"/>
                  </a:moveTo>
                  <a:cubicBezTo>
                    <a:pt x="270" y="1"/>
                    <a:pt x="265" y="1"/>
                    <a:pt x="261" y="1"/>
                  </a:cubicBezTo>
                  <a:cubicBezTo>
                    <a:pt x="1" y="15"/>
                    <a:pt x="1" y="395"/>
                    <a:pt x="261" y="410"/>
                  </a:cubicBezTo>
                  <a:cubicBezTo>
                    <a:pt x="267" y="410"/>
                    <a:pt x="273" y="410"/>
                    <a:pt x="279" y="410"/>
                  </a:cubicBezTo>
                  <a:cubicBezTo>
                    <a:pt x="545" y="410"/>
                    <a:pt x="543"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81"/>
          <p:cNvGrpSpPr/>
          <p:nvPr/>
        </p:nvGrpSpPr>
        <p:grpSpPr>
          <a:xfrm>
            <a:off x="7972785" y="3394392"/>
            <a:ext cx="366896" cy="343685"/>
            <a:chOff x="7972785" y="3394392"/>
            <a:chExt cx="366896" cy="343685"/>
          </a:xfrm>
        </p:grpSpPr>
        <p:sp>
          <p:nvSpPr>
            <p:cNvPr id="11157" name="Google Shape;11157;p81"/>
            <p:cNvSpPr/>
            <p:nvPr/>
          </p:nvSpPr>
          <p:spPr>
            <a:xfrm>
              <a:off x="7978345" y="3469350"/>
              <a:ext cx="355907" cy="263167"/>
            </a:xfrm>
            <a:custGeom>
              <a:rect b="b" l="l" r="r" t="t"/>
              <a:pathLst>
                <a:path extrusionOk="0" h="10034" w="13570">
                  <a:moveTo>
                    <a:pt x="12554" y="1"/>
                  </a:moveTo>
                  <a:cubicBezTo>
                    <a:pt x="12551" y="1"/>
                    <a:pt x="12548" y="1"/>
                    <a:pt x="12545" y="1"/>
                  </a:cubicBezTo>
                  <a:lnTo>
                    <a:pt x="1021" y="1"/>
                  </a:lnTo>
                  <a:cubicBezTo>
                    <a:pt x="458" y="1"/>
                    <a:pt x="1" y="458"/>
                    <a:pt x="1" y="1021"/>
                  </a:cubicBezTo>
                  <a:lnTo>
                    <a:pt x="1" y="9013"/>
                  </a:lnTo>
                  <a:cubicBezTo>
                    <a:pt x="1" y="9576"/>
                    <a:pt x="458" y="10033"/>
                    <a:pt x="1021" y="10033"/>
                  </a:cubicBezTo>
                  <a:lnTo>
                    <a:pt x="12545" y="10033"/>
                  </a:lnTo>
                  <a:cubicBezTo>
                    <a:pt x="13108" y="10033"/>
                    <a:pt x="13570" y="9576"/>
                    <a:pt x="13570" y="9013"/>
                  </a:cubicBezTo>
                  <a:lnTo>
                    <a:pt x="13570" y="1021"/>
                  </a:lnTo>
                  <a:cubicBezTo>
                    <a:pt x="13570" y="461"/>
                    <a:pt x="13117" y="1"/>
                    <a:pt x="1255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1"/>
            <p:cNvSpPr/>
            <p:nvPr/>
          </p:nvSpPr>
          <p:spPr>
            <a:xfrm>
              <a:off x="7978083" y="3469350"/>
              <a:ext cx="178242" cy="263167"/>
            </a:xfrm>
            <a:custGeom>
              <a:rect b="b" l="l" r="r" t="t"/>
              <a:pathLst>
                <a:path extrusionOk="0" h="10034" w="6796">
                  <a:moveTo>
                    <a:pt x="1011" y="1"/>
                  </a:moveTo>
                  <a:cubicBezTo>
                    <a:pt x="453" y="6"/>
                    <a:pt x="1" y="463"/>
                    <a:pt x="6" y="1021"/>
                  </a:cubicBezTo>
                  <a:lnTo>
                    <a:pt x="6" y="9013"/>
                  </a:lnTo>
                  <a:cubicBezTo>
                    <a:pt x="1" y="9571"/>
                    <a:pt x="453" y="10029"/>
                    <a:pt x="1011" y="10033"/>
                  </a:cubicBezTo>
                  <a:lnTo>
                    <a:pt x="6795" y="10033"/>
                  </a:lnTo>
                  <a:lnTo>
                    <a:pt x="6795"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1"/>
            <p:cNvSpPr/>
            <p:nvPr/>
          </p:nvSpPr>
          <p:spPr>
            <a:xfrm>
              <a:off x="8009136" y="3500141"/>
              <a:ext cx="294194" cy="201585"/>
            </a:xfrm>
            <a:custGeom>
              <a:rect b="b" l="l" r="r" t="t"/>
              <a:pathLst>
                <a:path extrusionOk="0" h="7686" w="11217">
                  <a:moveTo>
                    <a:pt x="275" y="1"/>
                  </a:moveTo>
                  <a:cubicBezTo>
                    <a:pt x="121" y="1"/>
                    <a:pt x="1" y="121"/>
                    <a:pt x="1" y="275"/>
                  </a:cubicBezTo>
                  <a:lnTo>
                    <a:pt x="1" y="7411"/>
                  </a:lnTo>
                  <a:cubicBezTo>
                    <a:pt x="1" y="7560"/>
                    <a:pt x="121" y="7685"/>
                    <a:pt x="275" y="7685"/>
                  </a:cubicBezTo>
                  <a:lnTo>
                    <a:pt x="10947" y="7685"/>
                  </a:lnTo>
                  <a:cubicBezTo>
                    <a:pt x="11096" y="7685"/>
                    <a:pt x="11217" y="7560"/>
                    <a:pt x="11217" y="7411"/>
                  </a:cubicBezTo>
                  <a:lnTo>
                    <a:pt x="11217" y="275"/>
                  </a:lnTo>
                  <a:cubicBezTo>
                    <a:pt x="11217" y="121"/>
                    <a:pt x="11096" y="1"/>
                    <a:pt x="10947"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1"/>
            <p:cNvSpPr/>
            <p:nvPr/>
          </p:nvSpPr>
          <p:spPr>
            <a:xfrm>
              <a:off x="8009136" y="3500141"/>
              <a:ext cx="147189" cy="201585"/>
            </a:xfrm>
            <a:custGeom>
              <a:rect b="b" l="l" r="r" t="t"/>
              <a:pathLst>
                <a:path extrusionOk="0" h="7686" w="5612">
                  <a:moveTo>
                    <a:pt x="265" y="1"/>
                  </a:moveTo>
                  <a:cubicBezTo>
                    <a:pt x="116" y="6"/>
                    <a:pt x="1" y="126"/>
                    <a:pt x="1" y="275"/>
                  </a:cubicBezTo>
                  <a:lnTo>
                    <a:pt x="1" y="7411"/>
                  </a:lnTo>
                  <a:cubicBezTo>
                    <a:pt x="1" y="7560"/>
                    <a:pt x="116" y="7680"/>
                    <a:pt x="265" y="7685"/>
                  </a:cubicBezTo>
                  <a:lnTo>
                    <a:pt x="5611" y="7685"/>
                  </a:lnTo>
                  <a:lnTo>
                    <a:pt x="5611"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1"/>
            <p:cNvSpPr/>
            <p:nvPr/>
          </p:nvSpPr>
          <p:spPr>
            <a:xfrm>
              <a:off x="8086376" y="3399821"/>
              <a:ext cx="139714" cy="116634"/>
            </a:xfrm>
            <a:custGeom>
              <a:rect b="b" l="l" r="r" t="t"/>
              <a:pathLst>
                <a:path extrusionOk="0" h="4447" w="5327">
                  <a:moveTo>
                    <a:pt x="2262" y="1"/>
                  </a:moveTo>
                  <a:cubicBezTo>
                    <a:pt x="1660" y="1"/>
                    <a:pt x="1179" y="487"/>
                    <a:pt x="1179" y="1083"/>
                  </a:cubicBezTo>
                  <a:lnTo>
                    <a:pt x="1179" y="1593"/>
                  </a:lnTo>
                  <a:cubicBezTo>
                    <a:pt x="1179" y="1848"/>
                    <a:pt x="968" y="2060"/>
                    <a:pt x="708" y="2060"/>
                  </a:cubicBezTo>
                  <a:lnTo>
                    <a:pt x="501" y="2060"/>
                  </a:lnTo>
                  <a:cubicBezTo>
                    <a:pt x="222" y="2060"/>
                    <a:pt x="0" y="2286"/>
                    <a:pt x="0" y="2560"/>
                  </a:cubicBezTo>
                  <a:lnTo>
                    <a:pt x="0" y="3946"/>
                  </a:lnTo>
                  <a:cubicBezTo>
                    <a:pt x="0" y="4221"/>
                    <a:pt x="222" y="4447"/>
                    <a:pt x="501" y="4447"/>
                  </a:cubicBezTo>
                  <a:lnTo>
                    <a:pt x="4827" y="4447"/>
                  </a:lnTo>
                  <a:cubicBezTo>
                    <a:pt x="5101" y="4447"/>
                    <a:pt x="5327" y="4221"/>
                    <a:pt x="5327" y="3946"/>
                  </a:cubicBezTo>
                  <a:lnTo>
                    <a:pt x="5327" y="2560"/>
                  </a:lnTo>
                  <a:cubicBezTo>
                    <a:pt x="5327" y="2286"/>
                    <a:pt x="5101" y="2060"/>
                    <a:pt x="4827" y="2060"/>
                  </a:cubicBezTo>
                  <a:lnTo>
                    <a:pt x="4620" y="2060"/>
                  </a:lnTo>
                  <a:cubicBezTo>
                    <a:pt x="4360" y="2060"/>
                    <a:pt x="4148" y="1848"/>
                    <a:pt x="4148" y="1593"/>
                  </a:cubicBezTo>
                  <a:lnTo>
                    <a:pt x="4148" y="1083"/>
                  </a:lnTo>
                  <a:cubicBezTo>
                    <a:pt x="4148" y="487"/>
                    <a:pt x="3667" y="1"/>
                    <a:pt x="306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1"/>
            <p:cNvSpPr/>
            <p:nvPr/>
          </p:nvSpPr>
          <p:spPr>
            <a:xfrm>
              <a:off x="8077170" y="3622178"/>
              <a:ext cx="40521" cy="34778"/>
            </a:xfrm>
            <a:custGeom>
              <a:rect b="b" l="l" r="r" t="t"/>
              <a:pathLst>
                <a:path extrusionOk="0" h="1326" w="1545">
                  <a:moveTo>
                    <a:pt x="659" y="1"/>
                  </a:moveTo>
                  <a:cubicBezTo>
                    <a:pt x="294" y="1"/>
                    <a:pt x="0" y="294"/>
                    <a:pt x="0" y="660"/>
                  </a:cubicBezTo>
                  <a:cubicBezTo>
                    <a:pt x="0" y="1061"/>
                    <a:pt x="327" y="1325"/>
                    <a:pt x="666" y="1325"/>
                  </a:cubicBezTo>
                  <a:cubicBezTo>
                    <a:pt x="828" y="1325"/>
                    <a:pt x="993" y="1265"/>
                    <a:pt x="1126" y="1132"/>
                  </a:cubicBezTo>
                  <a:cubicBezTo>
                    <a:pt x="1545" y="713"/>
                    <a:pt x="1251" y="1"/>
                    <a:pt x="65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1"/>
            <p:cNvSpPr/>
            <p:nvPr/>
          </p:nvSpPr>
          <p:spPr>
            <a:xfrm>
              <a:off x="8140169" y="3556373"/>
              <a:ext cx="39840" cy="35014"/>
            </a:xfrm>
            <a:custGeom>
              <a:rect b="b" l="l" r="r" t="t"/>
              <a:pathLst>
                <a:path extrusionOk="0" h="1335" w="1519">
                  <a:moveTo>
                    <a:pt x="321" y="0"/>
                  </a:moveTo>
                  <a:cubicBezTo>
                    <a:pt x="150" y="0"/>
                    <a:pt x="0" y="224"/>
                    <a:pt x="163" y="383"/>
                  </a:cubicBezTo>
                  <a:lnTo>
                    <a:pt x="447" y="667"/>
                  </a:lnTo>
                  <a:lnTo>
                    <a:pt x="163" y="956"/>
                  </a:lnTo>
                  <a:cubicBezTo>
                    <a:pt x="76" y="1042"/>
                    <a:pt x="76" y="1182"/>
                    <a:pt x="163" y="1268"/>
                  </a:cubicBezTo>
                  <a:cubicBezTo>
                    <a:pt x="206" y="1312"/>
                    <a:pt x="263" y="1333"/>
                    <a:pt x="319" y="1333"/>
                  </a:cubicBezTo>
                  <a:cubicBezTo>
                    <a:pt x="376" y="1333"/>
                    <a:pt x="432" y="1312"/>
                    <a:pt x="476" y="1268"/>
                  </a:cubicBezTo>
                  <a:lnTo>
                    <a:pt x="759" y="980"/>
                  </a:lnTo>
                  <a:lnTo>
                    <a:pt x="1048" y="1268"/>
                  </a:lnTo>
                  <a:cubicBezTo>
                    <a:pt x="1096" y="1315"/>
                    <a:pt x="1149" y="1334"/>
                    <a:pt x="1199" y="1334"/>
                  </a:cubicBezTo>
                  <a:cubicBezTo>
                    <a:pt x="1369" y="1334"/>
                    <a:pt x="1515" y="1115"/>
                    <a:pt x="1356" y="956"/>
                  </a:cubicBezTo>
                  <a:lnTo>
                    <a:pt x="1072" y="667"/>
                  </a:lnTo>
                  <a:lnTo>
                    <a:pt x="1356" y="383"/>
                  </a:lnTo>
                  <a:cubicBezTo>
                    <a:pt x="1519" y="224"/>
                    <a:pt x="1372" y="0"/>
                    <a:pt x="1202" y="0"/>
                  </a:cubicBezTo>
                  <a:cubicBezTo>
                    <a:pt x="1150" y="0"/>
                    <a:pt x="1096" y="21"/>
                    <a:pt x="1048" y="70"/>
                  </a:cubicBezTo>
                  <a:lnTo>
                    <a:pt x="759" y="354"/>
                  </a:lnTo>
                  <a:lnTo>
                    <a:pt x="476" y="70"/>
                  </a:lnTo>
                  <a:cubicBezTo>
                    <a:pt x="427" y="21"/>
                    <a:pt x="373" y="0"/>
                    <a:pt x="3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1"/>
            <p:cNvSpPr/>
            <p:nvPr/>
          </p:nvSpPr>
          <p:spPr>
            <a:xfrm>
              <a:off x="8086376" y="3399821"/>
              <a:ext cx="69949" cy="116634"/>
            </a:xfrm>
            <a:custGeom>
              <a:rect b="b" l="l" r="r" t="t"/>
              <a:pathLst>
                <a:path extrusionOk="0" h="4447" w="2667">
                  <a:moveTo>
                    <a:pt x="2262" y="1"/>
                  </a:moveTo>
                  <a:cubicBezTo>
                    <a:pt x="1665" y="1"/>
                    <a:pt x="1179" y="487"/>
                    <a:pt x="1179" y="1083"/>
                  </a:cubicBezTo>
                  <a:lnTo>
                    <a:pt x="1179" y="1593"/>
                  </a:lnTo>
                  <a:cubicBezTo>
                    <a:pt x="1179" y="1848"/>
                    <a:pt x="968" y="2060"/>
                    <a:pt x="708" y="2060"/>
                  </a:cubicBezTo>
                  <a:lnTo>
                    <a:pt x="501" y="2060"/>
                  </a:lnTo>
                  <a:cubicBezTo>
                    <a:pt x="227" y="2060"/>
                    <a:pt x="0" y="2281"/>
                    <a:pt x="0" y="2560"/>
                  </a:cubicBezTo>
                  <a:lnTo>
                    <a:pt x="0" y="3946"/>
                  </a:lnTo>
                  <a:cubicBezTo>
                    <a:pt x="0" y="4221"/>
                    <a:pt x="227" y="4442"/>
                    <a:pt x="501" y="4447"/>
                  </a:cubicBezTo>
                  <a:lnTo>
                    <a:pt x="2666" y="4447"/>
                  </a:lnTo>
                  <a:lnTo>
                    <a:pt x="26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1"/>
            <p:cNvSpPr/>
            <p:nvPr/>
          </p:nvSpPr>
          <p:spPr>
            <a:xfrm>
              <a:off x="8135081" y="3461665"/>
              <a:ext cx="37007" cy="31578"/>
            </a:xfrm>
            <a:custGeom>
              <a:rect b="b" l="l" r="r" t="t"/>
              <a:pathLst>
                <a:path extrusionOk="0" h="1204" w="1411">
                  <a:moveTo>
                    <a:pt x="803" y="0"/>
                  </a:moveTo>
                  <a:cubicBezTo>
                    <a:pt x="655" y="0"/>
                    <a:pt x="504" y="55"/>
                    <a:pt x="381" y="178"/>
                  </a:cubicBezTo>
                  <a:cubicBezTo>
                    <a:pt x="1" y="554"/>
                    <a:pt x="270" y="1203"/>
                    <a:pt x="809" y="1203"/>
                  </a:cubicBezTo>
                  <a:cubicBezTo>
                    <a:pt x="1141" y="1203"/>
                    <a:pt x="1411" y="934"/>
                    <a:pt x="1411" y="602"/>
                  </a:cubicBezTo>
                  <a:cubicBezTo>
                    <a:pt x="1411" y="241"/>
                    <a:pt x="1113" y="0"/>
                    <a:pt x="8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1"/>
            <p:cNvSpPr/>
            <p:nvPr/>
          </p:nvSpPr>
          <p:spPr>
            <a:xfrm>
              <a:off x="8065552" y="3549108"/>
              <a:ext cx="190831" cy="119388"/>
            </a:xfrm>
            <a:custGeom>
              <a:rect b="b" l="l" r="r" t="t"/>
              <a:pathLst>
                <a:path extrusionOk="0" h="4552" w="7276">
                  <a:moveTo>
                    <a:pt x="1102" y="2787"/>
                  </a:moveTo>
                  <a:cubicBezTo>
                    <a:pt x="1694" y="2787"/>
                    <a:pt x="1988" y="3499"/>
                    <a:pt x="1569" y="3918"/>
                  </a:cubicBezTo>
                  <a:cubicBezTo>
                    <a:pt x="1435" y="4051"/>
                    <a:pt x="1271" y="4111"/>
                    <a:pt x="1109" y="4111"/>
                  </a:cubicBezTo>
                  <a:cubicBezTo>
                    <a:pt x="770" y="4111"/>
                    <a:pt x="443" y="3848"/>
                    <a:pt x="443" y="3451"/>
                  </a:cubicBezTo>
                  <a:cubicBezTo>
                    <a:pt x="443" y="3085"/>
                    <a:pt x="737" y="2787"/>
                    <a:pt x="1102" y="2787"/>
                  </a:cubicBezTo>
                  <a:close/>
                  <a:moveTo>
                    <a:pt x="6660" y="1"/>
                  </a:moveTo>
                  <a:lnTo>
                    <a:pt x="6636" y="6"/>
                  </a:lnTo>
                  <a:lnTo>
                    <a:pt x="6626" y="6"/>
                  </a:lnTo>
                  <a:cubicBezTo>
                    <a:pt x="6621" y="11"/>
                    <a:pt x="6612" y="15"/>
                    <a:pt x="6602" y="20"/>
                  </a:cubicBezTo>
                  <a:lnTo>
                    <a:pt x="6015" y="314"/>
                  </a:lnTo>
                  <a:cubicBezTo>
                    <a:pt x="5787" y="426"/>
                    <a:pt x="5902" y="734"/>
                    <a:pt x="6108" y="734"/>
                  </a:cubicBezTo>
                  <a:cubicBezTo>
                    <a:pt x="6141" y="734"/>
                    <a:pt x="6176" y="726"/>
                    <a:pt x="6212" y="708"/>
                  </a:cubicBezTo>
                  <a:lnTo>
                    <a:pt x="6366" y="631"/>
                  </a:lnTo>
                  <a:lnTo>
                    <a:pt x="6366" y="631"/>
                  </a:lnTo>
                  <a:cubicBezTo>
                    <a:pt x="6078" y="1598"/>
                    <a:pt x="5577" y="2315"/>
                    <a:pt x="4870" y="2763"/>
                  </a:cubicBezTo>
                  <a:cubicBezTo>
                    <a:pt x="4170" y="3210"/>
                    <a:pt x="3391" y="3313"/>
                    <a:pt x="2828" y="3313"/>
                  </a:cubicBezTo>
                  <a:cubicBezTo>
                    <a:pt x="2555" y="3313"/>
                    <a:pt x="2333" y="3289"/>
                    <a:pt x="2195" y="3268"/>
                  </a:cubicBezTo>
                  <a:cubicBezTo>
                    <a:pt x="2104" y="2731"/>
                    <a:pt x="1639" y="2345"/>
                    <a:pt x="1104" y="2345"/>
                  </a:cubicBezTo>
                  <a:cubicBezTo>
                    <a:pt x="1073" y="2345"/>
                    <a:pt x="1042" y="2346"/>
                    <a:pt x="1011" y="2349"/>
                  </a:cubicBezTo>
                  <a:cubicBezTo>
                    <a:pt x="438" y="2402"/>
                    <a:pt x="0" y="2878"/>
                    <a:pt x="5" y="3456"/>
                  </a:cubicBezTo>
                  <a:lnTo>
                    <a:pt x="0" y="3451"/>
                  </a:lnTo>
                  <a:lnTo>
                    <a:pt x="0" y="3451"/>
                  </a:lnTo>
                  <a:cubicBezTo>
                    <a:pt x="0" y="4009"/>
                    <a:pt x="419" y="4481"/>
                    <a:pt x="972" y="4543"/>
                  </a:cubicBezTo>
                  <a:cubicBezTo>
                    <a:pt x="1017" y="4549"/>
                    <a:pt x="1062" y="4551"/>
                    <a:pt x="1106" y="4551"/>
                  </a:cubicBezTo>
                  <a:cubicBezTo>
                    <a:pt x="1611" y="4551"/>
                    <a:pt x="2056" y="4206"/>
                    <a:pt x="2175" y="3706"/>
                  </a:cubicBezTo>
                  <a:cubicBezTo>
                    <a:pt x="2397" y="3735"/>
                    <a:pt x="2618" y="3749"/>
                    <a:pt x="2839" y="3749"/>
                  </a:cubicBezTo>
                  <a:cubicBezTo>
                    <a:pt x="3460" y="3749"/>
                    <a:pt x="4312" y="3634"/>
                    <a:pt x="5101" y="3133"/>
                  </a:cubicBezTo>
                  <a:cubicBezTo>
                    <a:pt x="5885" y="2633"/>
                    <a:pt x="6434" y="1868"/>
                    <a:pt x="6761" y="833"/>
                  </a:cubicBezTo>
                  <a:lnTo>
                    <a:pt x="6795" y="896"/>
                  </a:lnTo>
                  <a:cubicBezTo>
                    <a:pt x="6838" y="984"/>
                    <a:pt x="6911" y="1021"/>
                    <a:pt x="6984" y="1021"/>
                  </a:cubicBezTo>
                  <a:cubicBezTo>
                    <a:pt x="7130" y="1021"/>
                    <a:pt x="7276" y="875"/>
                    <a:pt x="7189" y="699"/>
                  </a:cubicBezTo>
                  <a:lnTo>
                    <a:pt x="6896" y="112"/>
                  </a:lnTo>
                  <a:lnTo>
                    <a:pt x="6891" y="107"/>
                  </a:lnTo>
                  <a:cubicBezTo>
                    <a:pt x="6886" y="97"/>
                    <a:pt x="6881" y="92"/>
                    <a:pt x="6876" y="88"/>
                  </a:cubicBezTo>
                  <a:lnTo>
                    <a:pt x="6872" y="83"/>
                  </a:lnTo>
                  <a:cubicBezTo>
                    <a:pt x="6862" y="68"/>
                    <a:pt x="6848" y="54"/>
                    <a:pt x="6833" y="39"/>
                  </a:cubicBezTo>
                  <a:cubicBezTo>
                    <a:pt x="6828" y="35"/>
                    <a:pt x="6819" y="30"/>
                    <a:pt x="6809" y="25"/>
                  </a:cubicBezTo>
                  <a:cubicBezTo>
                    <a:pt x="6804" y="20"/>
                    <a:pt x="6795" y="15"/>
                    <a:pt x="6785" y="15"/>
                  </a:cubicBezTo>
                  <a:lnTo>
                    <a:pt x="6780" y="15"/>
                  </a:lnTo>
                  <a:lnTo>
                    <a:pt x="6756" y="6"/>
                  </a:lnTo>
                  <a:lnTo>
                    <a:pt x="6751" y="6"/>
                  </a:lnTo>
                  <a:lnTo>
                    <a:pt x="672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1"/>
            <p:cNvSpPr/>
            <p:nvPr/>
          </p:nvSpPr>
          <p:spPr>
            <a:xfrm>
              <a:off x="8039927" y="3540977"/>
              <a:ext cx="39761" cy="35014"/>
            </a:xfrm>
            <a:custGeom>
              <a:rect b="b" l="l" r="r" t="t"/>
              <a:pathLst>
                <a:path extrusionOk="0" h="1335" w="1516">
                  <a:moveTo>
                    <a:pt x="1194" y="0"/>
                  </a:moveTo>
                  <a:cubicBezTo>
                    <a:pt x="1142" y="0"/>
                    <a:pt x="1088" y="21"/>
                    <a:pt x="1040" y="70"/>
                  </a:cubicBezTo>
                  <a:lnTo>
                    <a:pt x="756" y="354"/>
                  </a:lnTo>
                  <a:lnTo>
                    <a:pt x="467" y="70"/>
                  </a:lnTo>
                  <a:cubicBezTo>
                    <a:pt x="420" y="22"/>
                    <a:pt x="366" y="2"/>
                    <a:pt x="315" y="2"/>
                  </a:cubicBezTo>
                  <a:cubicBezTo>
                    <a:pt x="146" y="2"/>
                    <a:pt x="0" y="224"/>
                    <a:pt x="159" y="383"/>
                  </a:cubicBezTo>
                  <a:lnTo>
                    <a:pt x="443" y="667"/>
                  </a:lnTo>
                  <a:lnTo>
                    <a:pt x="159" y="956"/>
                  </a:lnTo>
                  <a:cubicBezTo>
                    <a:pt x="73" y="1038"/>
                    <a:pt x="73" y="1177"/>
                    <a:pt x="159" y="1264"/>
                  </a:cubicBezTo>
                  <a:cubicBezTo>
                    <a:pt x="203" y="1307"/>
                    <a:pt x="259" y="1329"/>
                    <a:pt x="315" y="1329"/>
                  </a:cubicBezTo>
                  <a:cubicBezTo>
                    <a:pt x="371" y="1329"/>
                    <a:pt x="427" y="1307"/>
                    <a:pt x="467" y="1264"/>
                  </a:cubicBezTo>
                  <a:lnTo>
                    <a:pt x="756" y="980"/>
                  </a:lnTo>
                  <a:lnTo>
                    <a:pt x="1040" y="1264"/>
                  </a:lnTo>
                  <a:cubicBezTo>
                    <a:pt x="1089" y="1313"/>
                    <a:pt x="1143" y="1334"/>
                    <a:pt x="1196" y="1334"/>
                  </a:cubicBezTo>
                  <a:cubicBezTo>
                    <a:pt x="1367" y="1334"/>
                    <a:pt x="1515" y="1114"/>
                    <a:pt x="1353" y="956"/>
                  </a:cubicBezTo>
                  <a:lnTo>
                    <a:pt x="1069" y="667"/>
                  </a:lnTo>
                  <a:lnTo>
                    <a:pt x="1353" y="383"/>
                  </a:lnTo>
                  <a:cubicBezTo>
                    <a:pt x="1515" y="224"/>
                    <a:pt x="136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1"/>
            <p:cNvSpPr/>
            <p:nvPr/>
          </p:nvSpPr>
          <p:spPr>
            <a:xfrm>
              <a:off x="8240699" y="3633613"/>
              <a:ext cx="39761" cy="35066"/>
            </a:xfrm>
            <a:custGeom>
              <a:rect b="b" l="l" r="r" t="t"/>
              <a:pathLst>
                <a:path extrusionOk="0" h="1337" w="1516">
                  <a:moveTo>
                    <a:pt x="1195" y="0"/>
                  </a:moveTo>
                  <a:cubicBezTo>
                    <a:pt x="1143" y="0"/>
                    <a:pt x="1089" y="21"/>
                    <a:pt x="1041" y="70"/>
                  </a:cubicBezTo>
                  <a:lnTo>
                    <a:pt x="757" y="354"/>
                  </a:lnTo>
                  <a:lnTo>
                    <a:pt x="468" y="70"/>
                  </a:lnTo>
                  <a:cubicBezTo>
                    <a:pt x="425" y="27"/>
                    <a:pt x="368" y="5"/>
                    <a:pt x="312" y="5"/>
                  </a:cubicBezTo>
                  <a:cubicBezTo>
                    <a:pt x="256" y="5"/>
                    <a:pt x="201" y="27"/>
                    <a:pt x="160" y="70"/>
                  </a:cubicBezTo>
                  <a:cubicBezTo>
                    <a:pt x="73" y="157"/>
                    <a:pt x="73" y="296"/>
                    <a:pt x="160" y="383"/>
                  </a:cubicBezTo>
                  <a:lnTo>
                    <a:pt x="444" y="667"/>
                  </a:lnTo>
                  <a:lnTo>
                    <a:pt x="160" y="956"/>
                  </a:lnTo>
                  <a:cubicBezTo>
                    <a:pt x="1" y="1115"/>
                    <a:pt x="147" y="1334"/>
                    <a:pt x="317" y="1334"/>
                  </a:cubicBezTo>
                  <a:cubicBezTo>
                    <a:pt x="368" y="1334"/>
                    <a:pt x="420" y="1315"/>
                    <a:pt x="468" y="1268"/>
                  </a:cubicBezTo>
                  <a:lnTo>
                    <a:pt x="757" y="980"/>
                  </a:lnTo>
                  <a:lnTo>
                    <a:pt x="1041" y="1268"/>
                  </a:lnTo>
                  <a:cubicBezTo>
                    <a:pt x="1088" y="1316"/>
                    <a:pt x="1142" y="1336"/>
                    <a:pt x="1194" y="1336"/>
                  </a:cubicBezTo>
                  <a:cubicBezTo>
                    <a:pt x="1366" y="1336"/>
                    <a:pt x="1516" y="1115"/>
                    <a:pt x="1353" y="956"/>
                  </a:cubicBezTo>
                  <a:lnTo>
                    <a:pt x="1069" y="667"/>
                  </a:lnTo>
                  <a:lnTo>
                    <a:pt x="1353" y="383"/>
                  </a:lnTo>
                  <a:cubicBezTo>
                    <a:pt x="1516" y="224"/>
                    <a:pt x="1367" y="0"/>
                    <a:pt x="1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1"/>
            <p:cNvSpPr/>
            <p:nvPr/>
          </p:nvSpPr>
          <p:spPr>
            <a:xfrm>
              <a:off x="7972785" y="3394392"/>
              <a:ext cx="366896" cy="343685"/>
            </a:xfrm>
            <a:custGeom>
              <a:rect b="b" l="l" r="r" t="t"/>
              <a:pathLst>
                <a:path extrusionOk="0" h="13104" w="13989">
                  <a:moveTo>
                    <a:pt x="7396" y="443"/>
                  </a:moveTo>
                  <a:cubicBezTo>
                    <a:pt x="7868" y="443"/>
                    <a:pt x="8248" y="824"/>
                    <a:pt x="8248" y="1290"/>
                  </a:cubicBezTo>
                  <a:lnTo>
                    <a:pt x="8248" y="1796"/>
                  </a:lnTo>
                  <a:cubicBezTo>
                    <a:pt x="8248" y="2185"/>
                    <a:pt x="8561" y="2503"/>
                    <a:pt x="8951" y="2503"/>
                  </a:cubicBezTo>
                  <a:lnTo>
                    <a:pt x="9162" y="2503"/>
                  </a:lnTo>
                  <a:cubicBezTo>
                    <a:pt x="9307" y="2503"/>
                    <a:pt x="9427" y="2623"/>
                    <a:pt x="9427" y="2767"/>
                  </a:cubicBezTo>
                  <a:lnTo>
                    <a:pt x="9427" y="4153"/>
                  </a:lnTo>
                  <a:cubicBezTo>
                    <a:pt x="9427" y="4298"/>
                    <a:pt x="9307" y="4418"/>
                    <a:pt x="9162" y="4418"/>
                  </a:cubicBezTo>
                  <a:lnTo>
                    <a:pt x="4832" y="4418"/>
                  </a:lnTo>
                  <a:cubicBezTo>
                    <a:pt x="4687" y="4418"/>
                    <a:pt x="4567" y="4298"/>
                    <a:pt x="4567" y="4153"/>
                  </a:cubicBezTo>
                  <a:lnTo>
                    <a:pt x="4567" y="2767"/>
                  </a:lnTo>
                  <a:cubicBezTo>
                    <a:pt x="4567" y="2623"/>
                    <a:pt x="4683" y="2503"/>
                    <a:pt x="4832" y="2503"/>
                  </a:cubicBezTo>
                  <a:lnTo>
                    <a:pt x="5039" y="2503"/>
                  </a:lnTo>
                  <a:cubicBezTo>
                    <a:pt x="5428" y="2503"/>
                    <a:pt x="5746" y="2185"/>
                    <a:pt x="5746" y="1796"/>
                  </a:cubicBezTo>
                  <a:lnTo>
                    <a:pt x="5746" y="1290"/>
                  </a:lnTo>
                  <a:cubicBezTo>
                    <a:pt x="5746" y="824"/>
                    <a:pt x="6126" y="443"/>
                    <a:pt x="6593" y="443"/>
                  </a:cubicBezTo>
                  <a:close/>
                  <a:moveTo>
                    <a:pt x="12757" y="3090"/>
                  </a:moveTo>
                  <a:cubicBezTo>
                    <a:pt x="13195" y="3090"/>
                    <a:pt x="13546" y="3446"/>
                    <a:pt x="13546" y="3879"/>
                  </a:cubicBezTo>
                  <a:lnTo>
                    <a:pt x="13546" y="11871"/>
                  </a:lnTo>
                  <a:cubicBezTo>
                    <a:pt x="13546" y="12309"/>
                    <a:pt x="13195" y="12660"/>
                    <a:pt x="12757" y="12660"/>
                  </a:cubicBezTo>
                  <a:lnTo>
                    <a:pt x="1233" y="12660"/>
                  </a:lnTo>
                  <a:cubicBezTo>
                    <a:pt x="800" y="12660"/>
                    <a:pt x="444" y="12309"/>
                    <a:pt x="444" y="11871"/>
                  </a:cubicBezTo>
                  <a:lnTo>
                    <a:pt x="444" y="3879"/>
                  </a:lnTo>
                  <a:cubicBezTo>
                    <a:pt x="444" y="3446"/>
                    <a:pt x="800" y="3090"/>
                    <a:pt x="1233" y="3090"/>
                  </a:cubicBezTo>
                  <a:lnTo>
                    <a:pt x="4125" y="3090"/>
                  </a:lnTo>
                  <a:lnTo>
                    <a:pt x="4125" y="3826"/>
                  </a:lnTo>
                  <a:lnTo>
                    <a:pt x="1401" y="3826"/>
                  </a:lnTo>
                  <a:cubicBezTo>
                    <a:pt x="1281" y="3826"/>
                    <a:pt x="1180" y="3927"/>
                    <a:pt x="1180" y="4047"/>
                  </a:cubicBezTo>
                  <a:lnTo>
                    <a:pt x="1180" y="11703"/>
                  </a:lnTo>
                  <a:cubicBezTo>
                    <a:pt x="1180" y="11823"/>
                    <a:pt x="1281" y="11924"/>
                    <a:pt x="1401" y="11924"/>
                  </a:cubicBezTo>
                  <a:lnTo>
                    <a:pt x="8854" y="11924"/>
                  </a:lnTo>
                  <a:cubicBezTo>
                    <a:pt x="8980" y="11924"/>
                    <a:pt x="9076" y="11823"/>
                    <a:pt x="9076" y="11703"/>
                  </a:cubicBezTo>
                  <a:cubicBezTo>
                    <a:pt x="9076" y="11583"/>
                    <a:pt x="8980" y="11482"/>
                    <a:pt x="8854" y="11482"/>
                  </a:cubicBezTo>
                  <a:lnTo>
                    <a:pt x="1622" y="11482"/>
                  </a:lnTo>
                  <a:lnTo>
                    <a:pt x="1622" y="4269"/>
                  </a:lnTo>
                  <a:lnTo>
                    <a:pt x="4134" y="4269"/>
                  </a:lnTo>
                  <a:cubicBezTo>
                    <a:pt x="4192" y="4610"/>
                    <a:pt x="4485" y="4856"/>
                    <a:pt x="4832" y="4861"/>
                  </a:cubicBezTo>
                  <a:lnTo>
                    <a:pt x="9162" y="4861"/>
                  </a:lnTo>
                  <a:cubicBezTo>
                    <a:pt x="9504" y="4856"/>
                    <a:pt x="9798" y="4610"/>
                    <a:pt x="9855" y="4269"/>
                  </a:cubicBezTo>
                  <a:lnTo>
                    <a:pt x="12367" y="4269"/>
                  </a:lnTo>
                  <a:lnTo>
                    <a:pt x="12367" y="11482"/>
                  </a:lnTo>
                  <a:lnTo>
                    <a:pt x="9932" y="11482"/>
                  </a:lnTo>
                  <a:cubicBezTo>
                    <a:pt x="9812" y="11482"/>
                    <a:pt x="9711" y="11583"/>
                    <a:pt x="9711" y="11703"/>
                  </a:cubicBezTo>
                  <a:cubicBezTo>
                    <a:pt x="9711" y="11823"/>
                    <a:pt x="9812" y="11924"/>
                    <a:pt x="9932" y="11924"/>
                  </a:cubicBezTo>
                  <a:lnTo>
                    <a:pt x="12588" y="11924"/>
                  </a:lnTo>
                  <a:cubicBezTo>
                    <a:pt x="12713" y="11924"/>
                    <a:pt x="12810" y="11823"/>
                    <a:pt x="12810" y="11703"/>
                  </a:cubicBezTo>
                  <a:lnTo>
                    <a:pt x="12810" y="4047"/>
                  </a:lnTo>
                  <a:cubicBezTo>
                    <a:pt x="12810" y="3927"/>
                    <a:pt x="12713" y="3826"/>
                    <a:pt x="12588" y="3826"/>
                  </a:cubicBezTo>
                  <a:lnTo>
                    <a:pt x="9865" y="3826"/>
                  </a:lnTo>
                  <a:lnTo>
                    <a:pt x="9865" y="3090"/>
                  </a:lnTo>
                  <a:close/>
                  <a:moveTo>
                    <a:pt x="6593" y="1"/>
                  </a:moveTo>
                  <a:cubicBezTo>
                    <a:pt x="5881" y="1"/>
                    <a:pt x="5303" y="578"/>
                    <a:pt x="5303" y="1290"/>
                  </a:cubicBezTo>
                  <a:lnTo>
                    <a:pt x="5303" y="1796"/>
                  </a:lnTo>
                  <a:cubicBezTo>
                    <a:pt x="5303" y="1945"/>
                    <a:pt x="5183" y="2060"/>
                    <a:pt x="5039" y="2060"/>
                  </a:cubicBezTo>
                  <a:lnTo>
                    <a:pt x="4832" y="2060"/>
                  </a:lnTo>
                  <a:cubicBezTo>
                    <a:pt x="4485" y="2060"/>
                    <a:pt x="4192" y="2310"/>
                    <a:pt x="4134" y="2652"/>
                  </a:cubicBezTo>
                  <a:lnTo>
                    <a:pt x="1233" y="2652"/>
                  </a:lnTo>
                  <a:cubicBezTo>
                    <a:pt x="554" y="2652"/>
                    <a:pt x="6" y="3201"/>
                    <a:pt x="1" y="3879"/>
                  </a:cubicBezTo>
                  <a:lnTo>
                    <a:pt x="1" y="11871"/>
                  </a:lnTo>
                  <a:cubicBezTo>
                    <a:pt x="6" y="12550"/>
                    <a:pt x="554" y="13098"/>
                    <a:pt x="1233" y="13103"/>
                  </a:cubicBezTo>
                  <a:lnTo>
                    <a:pt x="12757" y="13103"/>
                  </a:lnTo>
                  <a:cubicBezTo>
                    <a:pt x="13435" y="13098"/>
                    <a:pt x="13984" y="12550"/>
                    <a:pt x="13989" y="11871"/>
                  </a:cubicBezTo>
                  <a:lnTo>
                    <a:pt x="13989" y="3879"/>
                  </a:lnTo>
                  <a:cubicBezTo>
                    <a:pt x="13984" y="3201"/>
                    <a:pt x="13435" y="2652"/>
                    <a:pt x="12757" y="2652"/>
                  </a:cubicBezTo>
                  <a:lnTo>
                    <a:pt x="9855" y="2652"/>
                  </a:lnTo>
                  <a:cubicBezTo>
                    <a:pt x="9798" y="2310"/>
                    <a:pt x="9504" y="2060"/>
                    <a:pt x="9162" y="2060"/>
                  </a:cubicBezTo>
                  <a:lnTo>
                    <a:pt x="8951" y="2060"/>
                  </a:lnTo>
                  <a:cubicBezTo>
                    <a:pt x="8806" y="2060"/>
                    <a:pt x="8686" y="1945"/>
                    <a:pt x="8686" y="1796"/>
                  </a:cubicBezTo>
                  <a:lnTo>
                    <a:pt x="8686" y="1290"/>
                  </a:lnTo>
                  <a:cubicBezTo>
                    <a:pt x="8686" y="578"/>
                    <a:pt x="8109" y="1"/>
                    <a:pt x="73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1"/>
            <p:cNvSpPr/>
            <p:nvPr/>
          </p:nvSpPr>
          <p:spPr>
            <a:xfrm>
              <a:off x="8134950" y="3456158"/>
              <a:ext cx="49754" cy="42515"/>
            </a:xfrm>
            <a:custGeom>
              <a:rect b="b" l="l" r="r" t="t"/>
              <a:pathLst>
                <a:path extrusionOk="0" h="1621" w="1897">
                  <a:moveTo>
                    <a:pt x="814" y="441"/>
                  </a:moveTo>
                  <a:cubicBezTo>
                    <a:pt x="1141" y="441"/>
                    <a:pt x="1305" y="841"/>
                    <a:pt x="1074" y="1072"/>
                  </a:cubicBezTo>
                  <a:cubicBezTo>
                    <a:pt x="999" y="1146"/>
                    <a:pt x="907" y="1180"/>
                    <a:pt x="816" y="1180"/>
                  </a:cubicBezTo>
                  <a:cubicBezTo>
                    <a:pt x="627" y="1180"/>
                    <a:pt x="444" y="1033"/>
                    <a:pt x="444" y="812"/>
                  </a:cubicBezTo>
                  <a:cubicBezTo>
                    <a:pt x="444" y="605"/>
                    <a:pt x="607" y="441"/>
                    <a:pt x="814" y="441"/>
                  </a:cubicBezTo>
                  <a:close/>
                  <a:moveTo>
                    <a:pt x="819" y="0"/>
                  </a:moveTo>
                  <a:cubicBezTo>
                    <a:pt x="402" y="0"/>
                    <a:pt x="1" y="324"/>
                    <a:pt x="1" y="812"/>
                  </a:cubicBezTo>
                  <a:cubicBezTo>
                    <a:pt x="6" y="1255"/>
                    <a:pt x="367" y="1620"/>
                    <a:pt x="814" y="1620"/>
                  </a:cubicBezTo>
                  <a:cubicBezTo>
                    <a:pt x="1536" y="1620"/>
                    <a:pt x="1897" y="749"/>
                    <a:pt x="1387" y="239"/>
                  </a:cubicBezTo>
                  <a:cubicBezTo>
                    <a:pt x="1222" y="74"/>
                    <a:pt x="1018" y="0"/>
                    <a:pt x="8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1" name="Google Shape;11171;p81"/>
          <p:cNvGrpSpPr/>
          <p:nvPr/>
        </p:nvGrpSpPr>
        <p:grpSpPr>
          <a:xfrm>
            <a:off x="5359818" y="1996466"/>
            <a:ext cx="361835" cy="356432"/>
            <a:chOff x="5359818" y="1996466"/>
            <a:chExt cx="361835" cy="356432"/>
          </a:xfrm>
        </p:grpSpPr>
        <p:sp>
          <p:nvSpPr>
            <p:cNvPr id="11172" name="Google Shape;11172;p81"/>
            <p:cNvSpPr/>
            <p:nvPr/>
          </p:nvSpPr>
          <p:spPr>
            <a:xfrm>
              <a:off x="5370309" y="2153097"/>
              <a:ext cx="93160" cy="103651"/>
            </a:xfrm>
            <a:custGeom>
              <a:rect b="b" l="l" r="r" t="t"/>
              <a:pathLst>
                <a:path extrusionOk="0" h="3952" w="3552">
                  <a:moveTo>
                    <a:pt x="1035" y="1"/>
                  </a:moveTo>
                  <a:cubicBezTo>
                    <a:pt x="924" y="1"/>
                    <a:pt x="837" y="87"/>
                    <a:pt x="837" y="198"/>
                  </a:cubicBezTo>
                  <a:lnTo>
                    <a:pt x="837" y="1492"/>
                  </a:lnTo>
                  <a:cubicBezTo>
                    <a:pt x="837" y="1502"/>
                    <a:pt x="837" y="1507"/>
                    <a:pt x="837" y="1516"/>
                  </a:cubicBezTo>
                  <a:lnTo>
                    <a:pt x="837" y="1521"/>
                  </a:lnTo>
                  <a:cubicBezTo>
                    <a:pt x="837" y="1531"/>
                    <a:pt x="833" y="1536"/>
                    <a:pt x="833" y="1540"/>
                  </a:cubicBezTo>
                  <a:cubicBezTo>
                    <a:pt x="833" y="1550"/>
                    <a:pt x="828" y="1555"/>
                    <a:pt x="823" y="1564"/>
                  </a:cubicBezTo>
                  <a:cubicBezTo>
                    <a:pt x="823" y="1574"/>
                    <a:pt x="818" y="1579"/>
                    <a:pt x="813" y="1584"/>
                  </a:cubicBezTo>
                  <a:lnTo>
                    <a:pt x="813" y="1588"/>
                  </a:lnTo>
                  <a:cubicBezTo>
                    <a:pt x="813" y="1593"/>
                    <a:pt x="809" y="1598"/>
                    <a:pt x="804" y="1603"/>
                  </a:cubicBezTo>
                  <a:lnTo>
                    <a:pt x="799" y="1608"/>
                  </a:lnTo>
                  <a:lnTo>
                    <a:pt x="784" y="1622"/>
                  </a:lnTo>
                  <a:lnTo>
                    <a:pt x="765" y="1637"/>
                  </a:lnTo>
                  <a:lnTo>
                    <a:pt x="760" y="1637"/>
                  </a:lnTo>
                  <a:lnTo>
                    <a:pt x="741" y="1646"/>
                  </a:lnTo>
                  <a:cubicBezTo>
                    <a:pt x="718" y="1656"/>
                    <a:pt x="695" y="1660"/>
                    <a:pt x="672" y="1660"/>
                  </a:cubicBezTo>
                  <a:cubicBezTo>
                    <a:pt x="581" y="1660"/>
                    <a:pt x="501" y="1588"/>
                    <a:pt x="501" y="1487"/>
                  </a:cubicBezTo>
                  <a:lnTo>
                    <a:pt x="501" y="1223"/>
                  </a:lnTo>
                  <a:lnTo>
                    <a:pt x="703" y="1179"/>
                  </a:lnTo>
                  <a:lnTo>
                    <a:pt x="438" y="1146"/>
                  </a:lnTo>
                  <a:lnTo>
                    <a:pt x="395" y="1141"/>
                  </a:lnTo>
                  <a:lnTo>
                    <a:pt x="255" y="1141"/>
                  </a:lnTo>
                  <a:lnTo>
                    <a:pt x="236" y="1146"/>
                  </a:lnTo>
                  <a:lnTo>
                    <a:pt x="221" y="1151"/>
                  </a:lnTo>
                  <a:lnTo>
                    <a:pt x="202" y="1155"/>
                  </a:lnTo>
                  <a:lnTo>
                    <a:pt x="188" y="1165"/>
                  </a:lnTo>
                  <a:lnTo>
                    <a:pt x="173" y="1170"/>
                  </a:lnTo>
                  <a:cubicBezTo>
                    <a:pt x="169" y="1175"/>
                    <a:pt x="159" y="1179"/>
                    <a:pt x="149" y="1189"/>
                  </a:cubicBezTo>
                  <a:cubicBezTo>
                    <a:pt x="0" y="1314"/>
                    <a:pt x="24" y="1733"/>
                    <a:pt x="48" y="2103"/>
                  </a:cubicBezTo>
                  <a:cubicBezTo>
                    <a:pt x="77" y="2623"/>
                    <a:pt x="630" y="3138"/>
                    <a:pt x="837" y="3297"/>
                  </a:cubicBezTo>
                  <a:cubicBezTo>
                    <a:pt x="881" y="3330"/>
                    <a:pt x="905" y="3378"/>
                    <a:pt x="905" y="3436"/>
                  </a:cubicBezTo>
                  <a:lnTo>
                    <a:pt x="905" y="3951"/>
                  </a:lnTo>
                  <a:lnTo>
                    <a:pt x="3065" y="3951"/>
                  </a:lnTo>
                  <a:lnTo>
                    <a:pt x="3065" y="3234"/>
                  </a:lnTo>
                  <a:cubicBezTo>
                    <a:pt x="3065" y="3181"/>
                    <a:pt x="3089" y="3133"/>
                    <a:pt x="3128" y="3104"/>
                  </a:cubicBezTo>
                  <a:cubicBezTo>
                    <a:pt x="3527" y="2763"/>
                    <a:pt x="3551" y="1997"/>
                    <a:pt x="3527" y="1733"/>
                  </a:cubicBezTo>
                  <a:cubicBezTo>
                    <a:pt x="3518" y="1728"/>
                    <a:pt x="3518" y="1723"/>
                    <a:pt x="3518" y="1718"/>
                  </a:cubicBezTo>
                  <a:lnTo>
                    <a:pt x="3518" y="703"/>
                  </a:lnTo>
                  <a:cubicBezTo>
                    <a:pt x="3513" y="655"/>
                    <a:pt x="3498" y="612"/>
                    <a:pt x="3469" y="578"/>
                  </a:cubicBezTo>
                  <a:lnTo>
                    <a:pt x="3479" y="568"/>
                  </a:lnTo>
                  <a:lnTo>
                    <a:pt x="3426" y="540"/>
                  </a:lnTo>
                  <a:cubicBezTo>
                    <a:pt x="3402" y="520"/>
                    <a:pt x="3373" y="511"/>
                    <a:pt x="3344" y="506"/>
                  </a:cubicBezTo>
                  <a:lnTo>
                    <a:pt x="3296" y="506"/>
                  </a:lnTo>
                  <a:cubicBezTo>
                    <a:pt x="3186" y="506"/>
                    <a:pt x="3099" y="597"/>
                    <a:pt x="3099" y="708"/>
                  </a:cubicBezTo>
                  <a:lnTo>
                    <a:pt x="3099" y="1141"/>
                  </a:lnTo>
                  <a:cubicBezTo>
                    <a:pt x="3099" y="1146"/>
                    <a:pt x="3099" y="1155"/>
                    <a:pt x="3099" y="1160"/>
                  </a:cubicBezTo>
                  <a:lnTo>
                    <a:pt x="3099" y="1165"/>
                  </a:lnTo>
                  <a:cubicBezTo>
                    <a:pt x="3094" y="1175"/>
                    <a:pt x="3094" y="1179"/>
                    <a:pt x="3094" y="1189"/>
                  </a:cubicBezTo>
                  <a:cubicBezTo>
                    <a:pt x="3089" y="1194"/>
                    <a:pt x="3089" y="1199"/>
                    <a:pt x="3084" y="1208"/>
                  </a:cubicBezTo>
                  <a:lnTo>
                    <a:pt x="3084" y="1213"/>
                  </a:lnTo>
                  <a:cubicBezTo>
                    <a:pt x="3084" y="1218"/>
                    <a:pt x="3080" y="1223"/>
                    <a:pt x="3075" y="1228"/>
                  </a:cubicBezTo>
                  <a:lnTo>
                    <a:pt x="3075" y="1232"/>
                  </a:lnTo>
                  <a:cubicBezTo>
                    <a:pt x="3070" y="1237"/>
                    <a:pt x="3070" y="1242"/>
                    <a:pt x="3065" y="1247"/>
                  </a:cubicBezTo>
                  <a:lnTo>
                    <a:pt x="3060" y="1252"/>
                  </a:lnTo>
                  <a:lnTo>
                    <a:pt x="3046" y="1266"/>
                  </a:lnTo>
                  <a:lnTo>
                    <a:pt x="3041" y="1271"/>
                  </a:lnTo>
                  <a:cubicBezTo>
                    <a:pt x="3036" y="1276"/>
                    <a:pt x="3032" y="1276"/>
                    <a:pt x="3027" y="1281"/>
                  </a:cubicBezTo>
                  <a:lnTo>
                    <a:pt x="3022" y="1281"/>
                  </a:lnTo>
                  <a:lnTo>
                    <a:pt x="3003" y="1290"/>
                  </a:lnTo>
                  <a:lnTo>
                    <a:pt x="2998" y="1290"/>
                  </a:lnTo>
                  <a:cubicBezTo>
                    <a:pt x="2974" y="1301"/>
                    <a:pt x="2950" y="1306"/>
                    <a:pt x="2927" y="1306"/>
                  </a:cubicBezTo>
                  <a:cubicBezTo>
                    <a:pt x="2836" y="1306"/>
                    <a:pt x="2757" y="1231"/>
                    <a:pt x="2757" y="1131"/>
                  </a:cubicBezTo>
                  <a:lnTo>
                    <a:pt x="2757" y="549"/>
                  </a:lnTo>
                  <a:cubicBezTo>
                    <a:pt x="2757" y="501"/>
                    <a:pt x="2743" y="458"/>
                    <a:pt x="2709" y="419"/>
                  </a:cubicBezTo>
                  <a:lnTo>
                    <a:pt x="2724" y="414"/>
                  </a:lnTo>
                  <a:lnTo>
                    <a:pt x="2671" y="386"/>
                  </a:lnTo>
                  <a:cubicBezTo>
                    <a:pt x="2642" y="366"/>
                    <a:pt x="2618" y="357"/>
                    <a:pt x="2584" y="352"/>
                  </a:cubicBezTo>
                  <a:lnTo>
                    <a:pt x="2536" y="352"/>
                  </a:lnTo>
                  <a:cubicBezTo>
                    <a:pt x="2464" y="352"/>
                    <a:pt x="2396" y="395"/>
                    <a:pt x="2363" y="463"/>
                  </a:cubicBezTo>
                  <a:lnTo>
                    <a:pt x="2358" y="472"/>
                  </a:lnTo>
                  <a:lnTo>
                    <a:pt x="2358" y="1030"/>
                  </a:lnTo>
                  <a:cubicBezTo>
                    <a:pt x="2358" y="1040"/>
                    <a:pt x="2358" y="1045"/>
                    <a:pt x="2358" y="1054"/>
                  </a:cubicBezTo>
                  <a:lnTo>
                    <a:pt x="2358" y="1059"/>
                  </a:lnTo>
                  <a:cubicBezTo>
                    <a:pt x="2353" y="1064"/>
                    <a:pt x="2353" y="1074"/>
                    <a:pt x="2353" y="1078"/>
                  </a:cubicBezTo>
                  <a:cubicBezTo>
                    <a:pt x="2348" y="1083"/>
                    <a:pt x="2348" y="1093"/>
                    <a:pt x="2343" y="1098"/>
                  </a:cubicBezTo>
                  <a:lnTo>
                    <a:pt x="2343" y="1103"/>
                  </a:lnTo>
                  <a:cubicBezTo>
                    <a:pt x="2343" y="1112"/>
                    <a:pt x="2339" y="1117"/>
                    <a:pt x="2334" y="1122"/>
                  </a:cubicBezTo>
                  <a:cubicBezTo>
                    <a:pt x="2329" y="1131"/>
                    <a:pt x="2324" y="1136"/>
                    <a:pt x="2319" y="1141"/>
                  </a:cubicBezTo>
                  <a:lnTo>
                    <a:pt x="2319" y="1146"/>
                  </a:lnTo>
                  <a:lnTo>
                    <a:pt x="2305" y="1155"/>
                  </a:lnTo>
                  <a:lnTo>
                    <a:pt x="2300" y="1160"/>
                  </a:lnTo>
                  <a:lnTo>
                    <a:pt x="2286" y="1175"/>
                  </a:lnTo>
                  <a:lnTo>
                    <a:pt x="2281" y="1175"/>
                  </a:lnTo>
                  <a:lnTo>
                    <a:pt x="2262" y="1184"/>
                  </a:lnTo>
                  <a:cubicBezTo>
                    <a:pt x="2240" y="1194"/>
                    <a:pt x="2217" y="1198"/>
                    <a:pt x="2195" y="1198"/>
                  </a:cubicBezTo>
                  <a:cubicBezTo>
                    <a:pt x="2103" y="1198"/>
                    <a:pt x="2021" y="1122"/>
                    <a:pt x="2021" y="1021"/>
                  </a:cubicBezTo>
                  <a:lnTo>
                    <a:pt x="2021" y="414"/>
                  </a:lnTo>
                  <a:cubicBezTo>
                    <a:pt x="2021" y="366"/>
                    <a:pt x="2002" y="318"/>
                    <a:pt x="1973" y="285"/>
                  </a:cubicBezTo>
                  <a:lnTo>
                    <a:pt x="1983" y="280"/>
                  </a:lnTo>
                  <a:lnTo>
                    <a:pt x="1930" y="246"/>
                  </a:lnTo>
                  <a:cubicBezTo>
                    <a:pt x="1906" y="232"/>
                    <a:pt x="1877" y="222"/>
                    <a:pt x="1848" y="217"/>
                  </a:cubicBezTo>
                  <a:lnTo>
                    <a:pt x="1800" y="217"/>
                  </a:lnTo>
                  <a:cubicBezTo>
                    <a:pt x="1728" y="217"/>
                    <a:pt x="1660" y="256"/>
                    <a:pt x="1626" y="323"/>
                  </a:cubicBezTo>
                  <a:lnTo>
                    <a:pt x="1622" y="333"/>
                  </a:lnTo>
                  <a:lnTo>
                    <a:pt x="1622" y="1030"/>
                  </a:lnTo>
                  <a:cubicBezTo>
                    <a:pt x="1622" y="1040"/>
                    <a:pt x="1622" y="1045"/>
                    <a:pt x="1622" y="1054"/>
                  </a:cubicBezTo>
                  <a:lnTo>
                    <a:pt x="1622" y="1059"/>
                  </a:lnTo>
                  <a:cubicBezTo>
                    <a:pt x="1622" y="1064"/>
                    <a:pt x="1617" y="1074"/>
                    <a:pt x="1617" y="1078"/>
                  </a:cubicBezTo>
                  <a:cubicBezTo>
                    <a:pt x="1612" y="1083"/>
                    <a:pt x="1612" y="1093"/>
                    <a:pt x="1607" y="1098"/>
                  </a:cubicBezTo>
                  <a:lnTo>
                    <a:pt x="1607" y="1103"/>
                  </a:lnTo>
                  <a:cubicBezTo>
                    <a:pt x="1607" y="1112"/>
                    <a:pt x="1602" y="1117"/>
                    <a:pt x="1598" y="1122"/>
                  </a:cubicBezTo>
                  <a:cubicBezTo>
                    <a:pt x="1598" y="1131"/>
                    <a:pt x="1593" y="1136"/>
                    <a:pt x="1588" y="1141"/>
                  </a:cubicBezTo>
                  <a:lnTo>
                    <a:pt x="1583" y="1146"/>
                  </a:lnTo>
                  <a:lnTo>
                    <a:pt x="1569" y="1155"/>
                  </a:lnTo>
                  <a:lnTo>
                    <a:pt x="1564" y="1160"/>
                  </a:lnTo>
                  <a:lnTo>
                    <a:pt x="1550" y="1175"/>
                  </a:lnTo>
                  <a:lnTo>
                    <a:pt x="1545" y="1175"/>
                  </a:lnTo>
                  <a:lnTo>
                    <a:pt x="1525" y="1184"/>
                  </a:lnTo>
                  <a:cubicBezTo>
                    <a:pt x="1503" y="1194"/>
                    <a:pt x="1481" y="1198"/>
                    <a:pt x="1459" y="1198"/>
                  </a:cubicBezTo>
                  <a:cubicBezTo>
                    <a:pt x="1367" y="1198"/>
                    <a:pt x="1285" y="1122"/>
                    <a:pt x="1285" y="1021"/>
                  </a:cubicBezTo>
                  <a:lnTo>
                    <a:pt x="1285" y="198"/>
                  </a:lnTo>
                  <a:cubicBezTo>
                    <a:pt x="1285" y="150"/>
                    <a:pt x="1270" y="106"/>
                    <a:pt x="1237" y="68"/>
                  </a:cubicBezTo>
                  <a:lnTo>
                    <a:pt x="1251" y="63"/>
                  </a:lnTo>
                  <a:lnTo>
                    <a:pt x="1198" y="34"/>
                  </a:lnTo>
                  <a:cubicBezTo>
                    <a:pt x="1174" y="15"/>
                    <a:pt x="1145" y="5"/>
                    <a:pt x="11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1"/>
            <p:cNvSpPr/>
            <p:nvPr/>
          </p:nvSpPr>
          <p:spPr>
            <a:xfrm>
              <a:off x="5502941" y="2010576"/>
              <a:ext cx="100346" cy="118837"/>
            </a:xfrm>
            <a:custGeom>
              <a:rect b="b" l="l" r="r" t="t"/>
              <a:pathLst>
                <a:path extrusionOk="0" h="4531" w="3826">
                  <a:moveTo>
                    <a:pt x="1515" y="0"/>
                  </a:moveTo>
                  <a:cubicBezTo>
                    <a:pt x="1479" y="0"/>
                    <a:pt x="1445" y="11"/>
                    <a:pt x="1415" y="31"/>
                  </a:cubicBezTo>
                  <a:cubicBezTo>
                    <a:pt x="1367" y="55"/>
                    <a:pt x="1338" y="98"/>
                    <a:pt x="1323" y="151"/>
                  </a:cubicBezTo>
                  <a:lnTo>
                    <a:pt x="939" y="1585"/>
                  </a:lnTo>
                  <a:cubicBezTo>
                    <a:pt x="934" y="1595"/>
                    <a:pt x="934" y="1604"/>
                    <a:pt x="929" y="1609"/>
                  </a:cubicBezTo>
                  <a:lnTo>
                    <a:pt x="929" y="1619"/>
                  </a:lnTo>
                  <a:cubicBezTo>
                    <a:pt x="924" y="1624"/>
                    <a:pt x="919" y="1633"/>
                    <a:pt x="914" y="1638"/>
                  </a:cubicBezTo>
                  <a:cubicBezTo>
                    <a:pt x="910" y="1643"/>
                    <a:pt x="905" y="1653"/>
                    <a:pt x="900" y="1657"/>
                  </a:cubicBezTo>
                  <a:lnTo>
                    <a:pt x="895" y="1662"/>
                  </a:lnTo>
                  <a:lnTo>
                    <a:pt x="881" y="1677"/>
                  </a:lnTo>
                  <a:lnTo>
                    <a:pt x="876" y="1681"/>
                  </a:lnTo>
                  <a:cubicBezTo>
                    <a:pt x="871" y="1686"/>
                    <a:pt x="866" y="1686"/>
                    <a:pt x="857" y="1691"/>
                  </a:cubicBezTo>
                  <a:lnTo>
                    <a:pt x="847" y="1696"/>
                  </a:lnTo>
                  <a:cubicBezTo>
                    <a:pt x="822" y="1709"/>
                    <a:pt x="795" y="1716"/>
                    <a:pt x="769" y="1716"/>
                  </a:cubicBezTo>
                  <a:cubicBezTo>
                    <a:pt x="700" y="1716"/>
                    <a:pt x="634" y="1673"/>
                    <a:pt x="607" y="1600"/>
                  </a:cubicBezTo>
                  <a:lnTo>
                    <a:pt x="602" y="1585"/>
                  </a:lnTo>
                  <a:lnTo>
                    <a:pt x="380" y="1494"/>
                  </a:lnTo>
                  <a:lnTo>
                    <a:pt x="149" y="1393"/>
                  </a:lnTo>
                  <a:lnTo>
                    <a:pt x="135" y="1441"/>
                  </a:lnTo>
                  <a:cubicBezTo>
                    <a:pt x="82" y="1624"/>
                    <a:pt x="44" y="1811"/>
                    <a:pt x="15" y="2004"/>
                  </a:cubicBezTo>
                  <a:cubicBezTo>
                    <a:pt x="5" y="2062"/>
                    <a:pt x="0" y="2119"/>
                    <a:pt x="5" y="2177"/>
                  </a:cubicBezTo>
                  <a:cubicBezTo>
                    <a:pt x="15" y="2687"/>
                    <a:pt x="409" y="3212"/>
                    <a:pt x="491" y="3322"/>
                  </a:cubicBezTo>
                  <a:lnTo>
                    <a:pt x="510" y="3342"/>
                  </a:lnTo>
                  <a:cubicBezTo>
                    <a:pt x="534" y="3370"/>
                    <a:pt x="549" y="3409"/>
                    <a:pt x="549" y="3452"/>
                  </a:cubicBezTo>
                  <a:lnTo>
                    <a:pt x="549" y="4530"/>
                  </a:lnTo>
                  <a:lnTo>
                    <a:pt x="2685" y="4530"/>
                  </a:lnTo>
                  <a:lnTo>
                    <a:pt x="2685" y="3827"/>
                  </a:lnTo>
                  <a:cubicBezTo>
                    <a:pt x="2685" y="3760"/>
                    <a:pt x="2724" y="3702"/>
                    <a:pt x="2781" y="3674"/>
                  </a:cubicBezTo>
                  <a:cubicBezTo>
                    <a:pt x="3344" y="3385"/>
                    <a:pt x="3484" y="2442"/>
                    <a:pt x="3484" y="2432"/>
                  </a:cubicBezTo>
                  <a:cubicBezTo>
                    <a:pt x="3489" y="2427"/>
                    <a:pt x="3489" y="2418"/>
                    <a:pt x="3489" y="2413"/>
                  </a:cubicBezTo>
                  <a:lnTo>
                    <a:pt x="3811" y="1253"/>
                  </a:lnTo>
                  <a:cubicBezTo>
                    <a:pt x="3826" y="1191"/>
                    <a:pt x="3806" y="1128"/>
                    <a:pt x="3763" y="1080"/>
                  </a:cubicBezTo>
                  <a:lnTo>
                    <a:pt x="3773" y="1075"/>
                  </a:lnTo>
                  <a:lnTo>
                    <a:pt x="3715" y="1042"/>
                  </a:lnTo>
                  <a:cubicBezTo>
                    <a:pt x="3696" y="1032"/>
                    <a:pt x="3676" y="1027"/>
                    <a:pt x="3657" y="1022"/>
                  </a:cubicBezTo>
                  <a:lnTo>
                    <a:pt x="3638" y="1017"/>
                  </a:lnTo>
                  <a:cubicBezTo>
                    <a:pt x="3621" y="1013"/>
                    <a:pt x="3603" y="1011"/>
                    <a:pt x="3587" y="1011"/>
                  </a:cubicBezTo>
                  <a:cubicBezTo>
                    <a:pt x="3496" y="1011"/>
                    <a:pt x="3418" y="1073"/>
                    <a:pt x="3397" y="1167"/>
                  </a:cubicBezTo>
                  <a:lnTo>
                    <a:pt x="3205" y="1768"/>
                  </a:lnTo>
                  <a:cubicBezTo>
                    <a:pt x="3205" y="1778"/>
                    <a:pt x="3200" y="1783"/>
                    <a:pt x="3195" y="1792"/>
                  </a:cubicBezTo>
                  <a:lnTo>
                    <a:pt x="3195" y="1802"/>
                  </a:lnTo>
                  <a:lnTo>
                    <a:pt x="3186" y="1811"/>
                  </a:lnTo>
                  <a:cubicBezTo>
                    <a:pt x="3166" y="1840"/>
                    <a:pt x="3142" y="1864"/>
                    <a:pt x="3109" y="1874"/>
                  </a:cubicBezTo>
                  <a:lnTo>
                    <a:pt x="3094" y="1884"/>
                  </a:lnTo>
                  <a:cubicBezTo>
                    <a:pt x="3077" y="1888"/>
                    <a:pt x="3059" y="1891"/>
                    <a:pt x="3041" y="1891"/>
                  </a:cubicBezTo>
                  <a:cubicBezTo>
                    <a:pt x="3023" y="1891"/>
                    <a:pt x="3005" y="1888"/>
                    <a:pt x="2988" y="1884"/>
                  </a:cubicBezTo>
                  <a:cubicBezTo>
                    <a:pt x="2897" y="1855"/>
                    <a:pt x="2849" y="1758"/>
                    <a:pt x="2878" y="1667"/>
                  </a:cubicBezTo>
                  <a:lnTo>
                    <a:pt x="3061" y="1080"/>
                  </a:lnTo>
                  <a:lnTo>
                    <a:pt x="3094" y="936"/>
                  </a:lnTo>
                  <a:cubicBezTo>
                    <a:pt x="3109" y="873"/>
                    <a:pt x="3094" y="806"/>
                    <a:pt x="3046" y="758"/>
                  </a:cubicBezTo>
                  <a:lnTo>
                    <a:pt x="3061" y="748"/>
                  </a:lnTo>
                  <a:lnTo>
                    <a:pt x="2993" y="714"/>
                  </a:lnTo>
                  <a:lnTo>
                    <a:pt x="2974" y="705"/>
                  </a:lnTo>
                  <a:lnTo>
                    <a:pt x="2950" y="700"/>
                  </a:lnTo>
                  <a:lnTo>
                    <a:pt x="2931" y="695"/>
                  </a:lnTo>
                  <a:cubicBezTo>
                    <a:pt x="2914" y="691"/>
                    <a:pt x="2897" y="689"/>
                    <a:pt x="2881" y="689"/>
                  </a:cubicBezTo>
                  <a:cubicBezTo>
                    <a:pt x="2818" y="689"/>
                    <a:pt x="2762" y="718"/>
                    <a:pt x="2724" y="767"/>
                  </a:cubicBezTo>
                  <a:lnTo>
                    <a:pt x="2719" y="777"/>
                  </a:lnTo>
                  <a:lnTo>
                    <a:pt x="2507" y="1489"/>
                  </a:lnTo>
                  <a:cubicBezTo>
                    <a:pt x="2502" y="1499"/>
                    <a:pt x="2502" y="1503"/>
                    <a:pt x="2498" y="1513"/>
                  </a:cubicBezTo>
                  <a:lnTo>
                    <a:pt x="2498" y="1518"/>
                  </a:lnTo>
                  <a:cubicBezTo>
                    <a:pt x="2493" y="1527"/>
                    <a:pt x="2493" y="1532"/>
                    <a:pt x="2488" y="1537"/>
                  </a:cubicBezTo>
                  <a:lnTo>
                    <a:pt x="2488" y="1542"/>
                  </a:lnTo>
                  <a:cubicBezTo>
                    <a:pt x="2483" y="1547"/>
                    <a:pt x="2478" y="1552"/>
                    <a:pt x="2474" y="1556"/>
                  </a:cubicBezTo>
                  <a:lnTo>
                    <a:pt x="2469" y="1566"/>
                  </a:lnTo>
                  <a:lnTo>
                    <a:pt x="2459" y="1571"/>
                  </a:lnTo>
                  <a:cubicBezTo>
                    <a:pt x="2445" y="1585"/>
                    <a:pt x="2430" y="1590"/>
                    <a:pt x="2416" y="1600"/>
                  </a:cubicBezTo>
                  <a:cubicBezTo>
                    <a:pt x="2392" y="1609"/>
                    <a:pt x="2372" y="1614"/>
                    <a:pt x="2348" y="1614"/>
                  </a:cubicBezTo>
                  <a:cubicBezTo>
                    <a:pt x="2233" y="1614"/>
                    <a:pt x="2146" y="1503"/>
                    <a:pt x="2180" y="1393"/>
                  </a:cubicBezTo>
                  <a:lnTo>
                    <a:pt x="2406" y="628"/>
                  </a:lnTo>
                  <a:cubicBezTo>
                    <a:pt x="2421" y="565"/>
                    <a:pt x="2406" y="498"/>
                    <a:pt x="2363" y="450"/>
                  </a:cubicBezTo>
                  <a:lnTo>
                    <a:pt x="2372" y="445"/>
                  </a:lnTo>
                  <a:lnTo>
                    <a:pt x="2315" y="416"/>
                  </a:lnTo>
                  <a:cubicBezTo>
                    <a:pt x="2300" y="406"/>
                    <a:pt x="2281" y="397"/>
                    <a:pt x="2262" y="392"/>
                  </a:cubicBezTo>
                  <a:lnTo>
                    <a:pt x="2238" y="387"/>
                  </a:lnTo>
                  <a:cubicBezTo>
                    <a:pt x="2223" y="383"/>
                    <a:pt x="2207" y="381"/>
                    <a:pt x="2192" y="381"/>
                  </a:cubicBezTo>
                  <a:cubicBezTo>
                    <a:pt x="2135" y="381"/>
                    <a:pt x="2079" y="409"/>
                    <a:pt x="2040" y="454"/>
                  </a:cubicBezTo>
                  <a:lnTo>
                    <a:pt x="2036" y="459"/>
                  </a:lnTo>
                  <a:lnTo>
                    <a:pt x="1785" y="1321"/>
                  </a:lnTo>
                  <a:cubicBezTo>
                    <a:pt x="1785" y="1330"/>
                    <a:pt x="1781" y="1335"/>
                    <a:pt x="1776" y="1345"/>
                  </a:cubicBezTo>
                  <a:lnTo>
                    <a:pt x="1776" y="1349"/>
                  </a:lnTo>
                  <a:cubicBezTo>
                    <a:pt x="1776" y="1354"/>
                    <a:pt x="1771" y="1364"/>
                    <a:pt x="1766" y="1369"/>
                  </a:cubicBezTo>
                  <a:lnTo>
                    <a:pt x="1761" y="1374"/>
                  </a:lnTo>
                  <a:cubicBezTo>
                    <a:pt x="1757" y="1378"/>
                    <a:pt x="1757" y="1383"/>
                    <a:pt x="1752" y="1388"/>
                  </a:cubicBezTo>
                  <a:lnTo>
                    <a:pt x="1742" y="1398"/>
                  </a:lnTo>
                  <a:lnTo>
                    <a:pt x="1737" y="1402"/>
                  </a:lnTo>
                  <a:cubicBezTo>
                    <a:pt x="1723" y="1412"/>
                    <a:pt x="1708" y="1422"/>
                    <a:pt x="1694" y="1431"/>
                  </a:cubicBezTo>
                  <a:lnTo>
                    <a:pt x="1680" y="1436"/>
                  </a:lnTo>
                  <a:cubicBezTo>
                    <a:pt x="1660" y="1441"/>
                    <a:pt x="1641" y="1446"/>
                    <a:pt x="1622" y="1446"/>
                  </a:cubicBezTo>
                  <a:cubicBezTo>
                    <a:pt x="1506" y="1446"/>
                    <a:pt x="1425" y="1335"/>
                    <a:pt x="1453" y="1224"/>
                  </a:cubicBezTo>
                  <a:lnTo>
                    <a:pt x="1708" y="339"/>
                  </a:lnTo>
                  <a:lnTo>
                    <a:pt x="1732" y="248"/>
                  </a:lnTo>
                  <a:cubicBezTo>
                    <a:pt x="1742" y="195"/>
                    <a:pt x="1737" y="142"/>
                    <a:pt x="1708" y="98"/>
                  </a:cubicBezTo>
                  <a:cubicBezTo>
                    <a:pt x="1699" y="89"/>
                    <a:pt x="1694" y="79"/>
                    <a:pt x="1684" y="70"/>
                  </a:cubicBezTo>
                  <a:lnTo>
                    <a:pt x="1699" y="65"/>
                  </a:lnTo>
                  <a:lnTo>
                    <a:pt x="1641" y="31"/>
                  </a:lnTo>
                  <a:cubicBezTo>
                    <a:pt x="1622" y="21"/>
                    <a:pt x="1603" y="17"/>
                    <a:pt x="1583" y="12"/>
                  </a:cubicBezTo>
                  <a:lnTo>
                    <a:pt x="1564" y="7"/>
                  </a:lnTo>
                  <a:cubicBezTo>
                    <a:pt x="1548" y="3"/>
                    <a:pt x="1531" y="0"/>
                    <a:pt x="151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1"/>
            <p:cNvSpPr/>
            <p:nvPr/>
          </p:nvSpPr>
          <p:spPr>
            <a:xfrm>
              <a:off x="5617529" y="2121938"/>
              <a:ext cx="93160" cy="103625"/>
            </a:xfrm>
            <a:custGeom>
              <a:rect b="b" l="l" r="r" t="t"/>
              <a:pathLst>
                <a:path extrusionOk="0" h="3951" w="3552">
                  <a:moveTo>
                    <a:pt x="1040" y="0"/>
                  </a:moveTo>
                  <a:cubicBezTo>
                    <a:pt x="929" y="0"/>
                    <a:pt x="842" y="87"/>
                    <a:pt x="842" y="197"/>
                  </a:cubicBezTo>
                  <a:lnTo>
                    <a:pt x="842" y="1492"/>
                  </a:lnTo>
                  <a:cubicBezTo>
                    <a:pt x="842" y="1497"/>
                    <a:pt x="842" y="1506"/>
                    <a:pt x="842" y="1516"/>
                  </a:cubicBezTo>
                  <a:lnTo>
                    <a:pt x="842" y="1521"/>
                  </a:lnTo>
                  <a:cubicBezTo>
                    <a:pt x="838" y="1525"/>
                    <a:pt x="838" y="1530"/>
                    <a:pt x="838" y="1540"/>
                  </a:cubicBezTo>
                  <a:cubicBezTo>
                    <a:pt x="833" y="1545"/>
                    <a:pt x="833" y="1554"/>
                    <a:pt x="828" y="1559"/>
                  </a:cubicBezTo>
                  <a:lnTo>
                    <a:pt x="828" y="1564"/>
                  </a:lnTo>
                  <a:cubicBezTo>
                    <a:pt x="828" y="1569"/>
                    <a:pt x="823" y="1574"/>
                    <a:pt x="818" y="1578"/>
                  </a:cubicBezTo>
                  <a:lnTo>
                    <a:pt x="818" y="1583"/>
                  </a:lnTo>
                  <a:cubicBezTo>
                    <a:pt x="814" y="1588"/>
                    <a:pt x="814" y="1598"/>
                    <a:pt x="809" y="1602"/>
                  </a:cubicBezTo>
                  <a:lnTo>
                    <a:pt x="804" y="1607"/>
                  </a:lnTo>
                  <a:lnTo>
                    <a:pt x="789" y="1617"/>
                  </a:lnTo>
                  <a:lnTo>
                    <a:pt x="785" y="1622"/>
                  </a:lnTo>
                  <a:lnTo>
                    <a:pt x="770" y="1631"/>
                  </a:lnTo>
                  <a:lnTo>
                    <a:pt x="765" y="1631"/>
                  </a:lnTo>
                  <a:lnTo>
                    <a:pt x="746" y="1641"/>
                  </a:lnTo>
                  <a:cubicBezTo>
                    <a:pt x="722" y="1652"/>
                    <a:pt x="698" y="1657"/>
                    <a:pt x="675" y="1657"/>
                  </a:cubicBezTo>
                  <a:cubicBezTo>
                    <a:pt x="585" y="1657"/>
                    <a:pt x="506" y="1582"/>
                    <a:pt x="506" y="1482"/>
                  </a:cubicBezTo>
                  <a:lnTo>
                    <a:pt x="506" y="1217"/>
                  </a:lnTo>
                  <a:lnTo>
                    <a:pt x="708" y="1179"/>
                  </a:lnTo>
                  <a:lnTo>
                    <a:pt x="443" y="1145"/>
                  </a:lnTo>
                  <a:lnTo>
                    <a:pt x="395" y="1140"/>
                  </a:lnTo>
                  <a:lnTo>
                    <a:pt x="260" y="1140"/>
                  </a:lnTo>
                  <a:lnTo>
                    <a:pt x="236" y="1145"/>
                  </a:lnTo>
                  <a:lnTo>
                    <a:pt x="222" y="1150"/>
                  </a:lnTo>
                  <a:lnTo>
                    <a:pt x="207" y="1155"/>
                  </a:lnTo>
                  <a:lnTo>
                    <a:pt x="188" y="1165"/>
                  </a:lnTo>
                  <a:lnTo>
                    <a:pt x="178" y="1169"/>
                  </a:lnTo>
                  <a:cubicBezTo>
                    <a:pt x="169" y="1174"/>
                    <a:pt x="159" y="1179"/>
                    <a:pt x="154" y="1184"/>
                  </a:cubicBezTo>
                  <a:cubicBezTo>
                    <a:pt x="0" y="1314"/>
                    <a:pt x="24" y="1732"/>
                    <a:pt x="48" y="2103"/>
                  </a:cubicBezTo>
                  <a:cubicBezTo>
                    <a:pt x="87" y="2728"/>
                    <a:pt x="833" y="3287"/>
                    <a:pt x="838" y="3291"/>
                  </a:cubicBezTo>
                  <a:cubicBezTo>
                    <a:pt x="881" y="3325"/>
                    <a:pt x="910" y="3378"/>
                    <a:pt x="910" y="3431"/>
                  </a:cubicBezTo>
                  <a:lnTo>
                    <a:pt x="910" y="3951"/>
                  </a:lnTo>
                  <a:lnTo>
                    <a:pt x="3065" y="3951"/>
                  </a:lnTo>
                  <a:lnTo>
                    <a:pt x="3065" y="3229"/>
                  </a:lnTo>
                  <a:cubicBezTo>
                    <a:pt x="3065" y="3181"/>
                    <a:pt x="3089" y="3133"/>
                    <a:pt x="3128" y="3099"/>
                  </a:cubicBezTo>
                  <a:cubicBezTo>
                    <a:pt x="3532" y="2757"/>
                    <a:pt x="3551" y="1997"/>
                    <a:pt x="3527" y="1732"/>
                  </a:cubicBezTo>
                  <a:cubicBezTo>
                    <a:pt x="3518" y="1728"/>
                    <a:pt x="3508" y="1723"/>
                    <a:pt x="3503" y="1713"/>
                  </a:cubicBezTo>
                  <a:lnTo>
                    <a:pt x="3503" y="698"/>
                  </a:lnTo>
                  <a:cubicBezTo>
                    <a:pt x="3503" y="655"/>
                    <a:pt x="3484" y="606"/>
                    <a:pt x="3455" y="573"/>
                  </a:cubicBezTo>
                  <a:lnTo>
                    <a:pt x="3470" y="568"/>
                  </a:lnTo>
                  <a:lnTo>
                    <a:pt x="3417" y="534"/>
                  </a:lnTo>
                  <a:cubicBezTo>
                    <a:pt x="3393" y="520"/>
                    <a:pt x="3364" y="510"/>
                    <a:pt x="3330" y="505"/>
                  </a:cubicBezTo>
                  <a:lnTo>
                    <a:pt x="3282" y="505"/>
                  </a:lnTo>
                  <a:cubicBezTo>
                    <a:pt x="3176" y="505"/>
                    <a:pt x="3085" y="592"/>
                    <a:pt x="3085" y="703"/>
                  </a:cubicBezTo>
                  <a:lnTo>
                    <a:pt x="3085" y="1136"/>
                  </a:lnTo>
                  <a:cubicBezTo>
                    <a:pt x="3085" y="1145"/>
                    <a:pt x="3085" y="1150"/>
                    <a:pt x="3085" y="1160"/>
                  </a:cubicBezTo>
                  <a:lnTo>
                    <a:pt x="3085" y="1165"/>
                  </a:lnTo>
                  <a:cubicBezTo>
                    <a:pt x="3085" y="1169"/>
                    <a:pt x="3085" y="1179"/>
                    <a:pt x="3080" y="1184"/>
                  </a:cubicBezTo>
                  <a:cubicBezTo>
                    <a:pt x="3080" y="1189"/>
                    <a:pt x="3075" y="1198"/>
                    <a:pt x="3075" y="1203"/>
                  </a:cubicBezTo>
                  <a:lnTo>
                    <a:pt x="3075" y="1208"/>
                  </a:lnTo>
                  <a:cubicBezTo>
                    <a:pt x="3070" y="1213"/>
                    <a:pt x="3065" y="1222"/>
                    <a:pt x="3065" y="1227"/>
                  </a:cubicBezTo>
                  <a:cubicBezTo>
                    <a:pt x="3061" y="1237"/>
                    <a:pt x="3056" y="1242"/>
                    <a:pt x="3051" y="1246"/>
                  </a:cubicBezTo>
                  <a:lnTo>
                    <a:pt x="3046" y="1251"/>
                  </a:lnTo>
                  <a:lnTo>
                    <a:pt x="3037" y="1261"/>
                  </a:lnTo>
                  <a:lnTo>
                    <a:pt x="3032" y="1266"/>
                  </a:lnTo>
                  <a:cubicBezTo>
                    <a:pt x="3027" y="1270"/>
                    <a:pt x="3022" y="1275"/>
                    <a:pt x="3012" y="1280"/>
                  </a:cubicBezTo>
                  <a:lnTo>
                    <a:pt x="3008" y="1280"/>
                  </a:lnTo>
                  <a:lnTo>
                    <a:pt x="2988" y="1290"/>
                  </a:lnTo>
                  <a:lnTo>
                    <a:pt x="2979" y="1290"/>
                  </a:lnTo>
                  <a:cubicBezTo>
                    <a:pt x="2956" y="1299"/>
                    <a:pt x="2932" y="1304"/>
                    <a:pt x="2910" y="1304"/>
                  </a:cubicBezTo>
                  <a:cubicBezTo>
                    <a:pt x="2817" y="1304"/>
                    <a:pt x="2734" y="1231"/>
                    <a:pt x="2738" y="1131"/>
                  </a:cubicBezTo>
                  <a:lnTo>
                    <a:pt x="2738" y="549"/>
                  </a:lnTo>
                  <a:cubicBezTo>
                    <a:pt x="2733" y="501"/>
                    <a:pt x="2719" y="452"/>
                    <a:pt x="2690" y="419"/>
                  </a:cubicBezTo>
                  <a:lnTo>
                    <a:pt x="2700" y="414"/>
                  </a:lnTo>
                  <a:lnTo>
                    <a:pt x="2647" y="380"/>
                  </a:lnTo>
                  <a:cubicBezTo>
                    <a:pt x="2623" y="366"/>
                    <a:pt x="2594" y="356"/>
                    <a:pt x="2565" y="351"/>
                  </a:cubicBezTo>
                  <a:lnTo>
                    <a:pt x="2517" y="351"/>
                  </a:lnTo>
                  <a:cubicBezTo>
                    <a:pt x="2440" y="351"/>
                    <a:pt x="2373" y="395"/>
                    <a:pt x="2339" y="457"/>
                  </a:cubicBezTo>
                  <a:lnTo>
                    <a:pt x="2334" y="467"/>
                  </a:lnTo>
                  <a:lnTo>
                    <a:pt x="2334" y="1025"/>
                  </a:lnTo>
                  <a:cubicBezTo>
                    <a:pt x="2334" y="1035"/>
                    <a:pt x="2334" y="1039"/>
                    <a:pt x="2334" y="1049"/>
                  </a:cubicBezTo>
                  <a:lnTo>
                    <a:pt x="2334" y="1054"/>
                  </a:lnTo>
                  <a:cubicBezTo>
                    <a:pt x="2334" y="1059"/>
                    <a:pt x="2329" y="1068"/>
                    <a:pt x="2329" y="1073"/>
                  </a:cubicBezTo>
                  <a:cubicBezTo>
                    <a:pt x="2329" y="1078"/>
                    <a:pt x="2324" y="1088"/>
                    <a:pt x="2324" y="1092"/>
                  </a:cubicBezTo>
                  <a:lnTo>
                    <a:pt x="2324" y="1097"/>
                  </a:lnTo>
                  <a:cubicBezTo>
                    <a:pt x="2320" y="1102"/>
                    <a:pt x="2315" y="1112"/>
                    <a:pt x="2315" y="1116"/>
                  </a:cubicBezTo>
                  <a:cubicBezTo>
                    <a:pt x="2310" y="1126"/>
                    <a:pt x="2305" y="1131"/>
                    <a:pt x="2300" y="1136"/>
                  </a:cubicBezTo>
                  <a:lnTo>
                    <a:pt x="2296" y="1140"/>
                  </a:lnTo>
                  <a:lnTo>
                    <a:pt x="2281" y="1150"/>
                  </a:lnTo>
                  <a:lnTo>
                    <a:pt x="2281" y="1155"/>
                  </a:lnTo>
                  <a:cubicBezTo>
                    <a:pt x="2276" y="1160"/>
                    <a:pt x="2267" y="1165"/>
                    <a:pt x="2262" y="1169"/>
                  </a:cubicBezTo>
                  <a:lnTo>
                    <a:pt x="2257" y="1169"/>
                  </a:lnTo>
                  <a:lnTo>
                    <a:pt x="2238" y="1179"/>
                  </a:lnTo>
                  <a:lnTo>
                    <a:pt x="2233" y="1179"/>
                  </a:lnTo>
                  <a:cubicBezTo>
                    <a:pt x="2211" y="1189"/>
                    <a:pt x="2188" y="1193"/>
                    <a:pt x="2166" y="1193"/>
                  </a:cubicBezTo>
                  <a:cubicBezTo>
                    <a:pt x="2076" y="1193"/>
                    <a:pt x="1992" y="1121"/>
                    <a:pt x="1992" y="1020"/>
                  </a:cubicBezTo>
                  <a:lnTo>
                    <a:pt x="1992" y="409"/>
                  </a:lnTo>
                  <a:cubicBezTo>
                    <a:pt x="1992" y="361"/>
                    <a:pt x="1978" y="318"/>
                    <a:pt x="1949" y="279"/>
                  </a:cubicBezTo>
                  <a:lnTo>
                    <a:pt x="1959" y="274"/>
                  </a:lnTo>
                  <a:lnTo>
                    <a:pt x="1906" y="246"/>
                  </a:lnTo>
                  <a:cubicBezTo>
                    <a:pt x="1882" y="226"/>
                    <a:pt x="1853" y="217"/>
                    <a:pt x="1824" y="212"/>
                  </a:cubicBezTo>
                  <a:lnTo>
                    <a:pt x="1776" y="212"/>
                  </a:lnTo>
                  <a:cubicBezTo>
                    <a:pt x="1704" y="212"/>
                    <a:pt x="1636" y="255"/>
                    <a:pt x="1598" y="318"/>
                  </a:cubicBezTo>
                  <a:lnTo>
                    <a:pt x="1593" y="327"/>
                  </a:lnTo>
                  <a:lnTo>
                    <a:pt x="1593" y="1030"/>
                  </a:lnTo>
                  <a:cubicBezTo>
                    <a:pt x="1593" y="1035"/>
                    <a:pt x="1593" y="1044"/>
                    <a:pt x="1593" y="1054"/>
                  </a:cubicBezTo>
                  <a:lnTo>
                    <a:pt x="1593" y="1059"/>
                  </a:lnTo>
                  <a:cubicBezTo>
                    <a:pt x="1593" y="1064"/>
                    <a:pt x="1593" y="1073"/>
                    <a:pt x="1588" y="1078"/>
                  </a:cubicBezTo>
                  <a:cubicBezTo>
                    <a:pt x="1588" y="1083"/>
                    <a:pt x="1588" y="1092"/>
                    <a:pt x="1583" y="1097"/>
                  </a:cubicBezTo>
                  <a:lnTo>
                    <a:pt x="1583" y="1102"/>
                  </a:lnTo>
                  <a:cubicBezTo>
                    <a:pt x="1579" y="1107"/>
                    <a:pt x="1579" y="1112"/>
                    <a:pt x="1574" y="1121"/>
                  </a:cubicBezTo>
                  <a:cubicBezTo>
                    <a:pt x="1569" y="1126"/>
                    <a:pt x="1564" y="1136"/>
                    <a:pt x="1559" y="1140"/>
                  </a:cubicBezTo>
                  <a:lnTo>
                    <a:pt x="1555" y="1145"/>
                  </a:lnTo>
                  <a:lnTo>
                    <a:pt x="1545" y="1155"/>
                  </a:lnTo>
                  <a:lnTo>
                    <a:pt x="1540" y="1160"/>
                  </a:lnTo>
                  <a:lnTo>
                    <a:pt x="1521" y="1174"/>
                  </a:lnTo>
                  <a:lnTo>
                    <a:pt x="1516" y="1174"/>
                  </a:lnTo>
                  <a:lnTo>
                    <a:pt x="1502" y="1184"/>
                  </a:lnTo>
                  <a:cubicBezTo>
                    <a:pt x="1479" y="1193"/>
                    <a:pt x="1457" y="1197"/>
                    <a:pt x="1435" y="1197"/>
                  </a:cubicBezTo>
                  <a:cubicBezTo>
                    <a:pt x="1343" y="1197"/>
                    <a:pt x="1261" y="1121"/>
                    <a:pt x="1261" y="1020"/>
                  </a:cubicBezTo>
                  <a:lnTo>
                    <a:pt x="1261" y="193"/>
                  </a:lnTo>
                  <a:cubicBezTo>
                    <a:pt x="1261" y="144"/>
                    <a:pt x="1242" y="101"/>
                    <a:pt x="1213" y="67"/>
                  </a:cubicBezTo>
                  <a:lnTo>
                    <a:pt x="1223" y="58"/>
                  </a:lnTo>
                  <a:lnTo>
                    <a:pt x="1170" y="29"/>
                  </a:lnTo>
                  <a:cubicBezTo>
                    <a:pt x="1146" y="15"/>
                    <a:pt x="1117" y="0"/>
                    <a:pt x="10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1"/>
            <p:cNvSpPr/>
            <p:nvPr/>
          </p:nvSpPr>
          <p:spPr>
            <a:xfrm>
              <a:off x="5370047" y="2183258"/>
              <a:ext cx="29821" cy="73726"/>
            </a:xfrm>
            <a:custGeom>
              <a:rect b="b" l="l" r="r" t="t"/>
              <a:pathLst>
                <a:path extrusionOk="0" h="2811" w="1137">
                  <a:moveTo>
                    <a:pt x="256" y="1"/>
                  </a:moveTo>
                  <a:lnTo>
                    <a:pt x="236" y="5"/>
                  </a:lnTo>
                  <a:lnTo>
                    <a:pt x="222" y="10"/>
                  </a:lnTo>
                  <a:lnTo>
                    <a:pt x="203" y="15"/>
                  </a:lnTo>
                  <a:lnTo>
                    <a:pt x="188" y="20"/>
                  </a:lnTo>
                  <a:lnTo>
                    <a:pt x="174" y="25"/>
                  </a:lnTo>
                  <a:cubicBezTo>
                    <a:pt x="169" y="29"/>
                    <a:pt x="159" y="39"/>
                    <a:pt x="150" y="44"/>
                  </a:cubicBezTo>
                  <a:cubicBezTo>
                    <a:pt x="1" y="169"/>
                    <a:pt x="25" y="592"/>
                    <a:pt x="49" y="963"/>
                  </a:cubicBezTo>
                  <a:cubicBezTo>
                    <a:pt x="77" y="1483"/>
                    <a:pt x="631" y="1997"/>
                    <a:pt x="838" y="2151"/>
                  </a:cubicBezTo>
                  <a:cubicBezTo>
                    <a:pt x="881" y="2185"/>
                    <a:pt x="905" y="2233"/>
                    <a:pt x="905" y="2291"/>
                  </a:cubicBezTo>
                  <a:lnTo>
                    <a:pt x="905" y="2811"/>
                  </a:lnTo>
                  <a:lnTo>
                    <a:pt x="1136" y="2811"/>
                  </a:lnTo>
                  <a:lnTo>
                    <a:pt x="1136" y="2291"/>
                  </a:lnTo>
                  <a:cubicBezTo>
                    <a:pt x="1136" y="2238"/>
                    <a:pt x="1107" y="2185"/>
                    <a:pt x="1064" y="2156"/>
                  </a:cubicBezTo>
                  <a:cubicBezTo>
                    <a:pt x="857" y="1997"/>
                    <a:pt x="308" y="1483"/>
                    <a:pt x="275" y="963"/>
                  </a:cubicBezTo>
                  <a:cubicBezTo>
                    <a:pt x="256" y="592"/>
                    <a:pt x="227" y="174"/>
                    <a:pt x="381" y="49"/>
                  </a:cubicBezTo>
                  <a:cubicBezTo>
                    <a:pt x="385" y="39"/>
                    <a:pt x="395" y="34"/>
                    <a:pt x="405" y="29"/>
                  </a:cubicBezTo>
                  <a:lnTo>
                    <a:pt x="414" y="25"/>
                  </a:lnTo>
                  <a:lnTo>
                    <a:pt x="434" y="15"/>
                  </a:lnTo>
                  <a:lnTo>
                    <a:pt x="448" y="10"/>
                  </a:lnTo>
                  <a:lnTo>
                    <a:pt x="462" y="5"/>
                  </a:lnTo>
                  <a:lnTo>
                    <a:pt x="438" y="5"/>
                  </a:lnTo>
                  <a:lnTo>
                    <a:pt x="395"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1"/>
            <p:cNvSpPr/>
            <p:nvPr/>
          </p:nvSpPr>
          <p:spPr>
            <a:xfrm>
              <a:off x="5450067" y="2166604"/>
              <a:ext cx="9730" cy="20851"/>
            </a:xfrm>
            <a:custGeom>
              <a:rect b="b" l="l" r="r" t="t"/>
              <a:pathLst>
                <a:path extrusionOk="0" h="795" w="371">
                  <a:moveTo>
                    <a:pt x="246" y="0"/>
                  </a:moveTo>
                  <a:cubicBezTo>
                    <a:pt x="135" y="0"/>
                    <a:pt x="48" y="87"/>
                    <a:pt x="48" y="198"/>
                  </a:cubicBezTo>
                  <a:lnTo>
                    <a:pt x="48" y="631"/>
                  </a:lnTo>
                  <a:cubicBezTo>
                    <a:pt x="48" y="636"/>
                    <a:pt x="48" y="645"/>
                    <a:pt x="48" y="655"/>
                  </a:cubicBezTo>
                  <a:lnTo>
                    <a:pt x="48" y="660"/>
                  </a:lnTo>
                  <a:cubicBezTo>
                    <a:pt x="48" y="664"/>
                    <a:pt x="43" y="669"/>
                    <a:pt x="43" y="679"/>
                  </a:cubicBezTo>
                  <a:cubicBezTo>
                    <a:pt x="43" y="684"/>
                    <a:pt x="39" y="693"/>
                    <a:pt x="34" y="698"/>
                  </a:cubicBezTo>
                  <a:lnTo>
                    <a:pt x="34" y="703"/>
                  </a:lnTo>
                  <a:cubicBezTo>
                    <a:pt x="34" y="708"/>
                    <a:pt x="29" y="713"/>
                    <a:pt x="29" y="717"/>
                  </a:cubicBezTo>
                  <a:lnTo>
                    <a:pt x="29" y="722"/>
                  </a:lnTo>
                  <a:cubicBezTo>
                    <a:pt x="24" y="727"/>
                    <a:pt x="19" y="737"/>
                    <a:pt x="15" y="741"/>
                  </a:cubicBezTo>
                  <a:lnTo>
                    <a:pt x="10" y="746"/>
                  </a:lnTo>
                  <a:lnTo>
                    <a:pt x="0" y="756"/>
                  </a:lnTo>
                  <a:cubicBezTo>
                    <a:pt x="29" y="780"/>
                    <a:pt x="72" y="794"/>
                    <a:pt x="111" y="794"/>
                  </a:cubicBezTo>
                  <a:cubicBezTo>
                    <a:pt x="135" y="794"/>
                    <a:pt x="159" y="790"/>
                    <a:pt x="178" y="780"/>
                  </a:cubicBezTo>
                  <a:lnTo>
                    <a:pt x="183" y="780"/>
                  </a:lnTo>
                  <a:lnTo>
                    <a:pt x="202" y="770"/>
                  </a:lnTo>
                  <a:lnTo>
                    <a:pt x="207" y="770"/>
                  </a:lnTo>
                  <a:cubicBezTo>
                    <a:pt x="212" y="766"/>
                    <a:pt x="217" y="761"/>
                    <a:pt x="226" y="761"/>
                  </a:cubicBezTo>
                  <a:lnTo>
                    <a:pt x="226" y="756"/>
                  </a:lnTo>
                  <a:lnTo>
                    <a:pt x="241" y="741"/>
                  </a:lnTo>
                  <a:lnTo>
                    <a:pt x="246" y="737"/>
                  </a:lnTo>
                  <a:cubicBezTo>
                    <a:pt x="250" y="732"/>
                    <a:pt x="255" y="727"/>
                    <a:pt x="255" y="722"/>
                  </a:cubicBezTo>
                  <a:lnTo>
                    <a:pt x="255" y="717"/>
                  </a:lnTo>
                  <a:cubicBezTo>
                    <a:pt x="260" y="713"/>
                    <a:pt x="265" y="708"/>
                    <a:pt x="265" y="703"/>
                  </a:cubicBezTo>
                  <a:lnTo>
                    <a:pt x="265" y="698"/>
                  </a:lnTo>
                  <a:cubicBezTo>
                    <a:pt x="270" y="689"/>
                    <a:pt x="270" y="684"/>
                    <a:pt x="274" y="674"/>
                  </a:cubicBezTo>
                  <a:cubicBezTo>
                    <a:pt x="274" y="669"/>
                    <a:pt x="279" y="664"/>
                    <a:pt x="279" y="655"/>
                  </a:cubicBezTo>
                  <a:lnTo>
                    <a:pt x="279" y="650"/>
                  </a:lnTo>
                  <a:cubicBezTo>
                    <a:pt x="279" y="645"/>
                    <a:pt x="279" y="636"/>
                    <a:pt x="279" y="626"/>
                  </a:cubicBezTo>
                  <a:lnTo>
                    <a:pt x="279" y="193"/>
                  </a:lnTo>
                  <a:cubicBezTo>
                    <a:pt x="279" y="126"/>
                    <a:pt x="313" y="63"/>
                    <a:pt x="371" y="25"/>
                  </a:cubicBezTo>
                  <a:cubicBezTo>
                    <a:pt x="347" y="10"/>
                    <a:pt x="323" y="0"/>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1"/>
            <p:cNvSpPr/>
            <p:nvPr/>
          </p:nvSpPr>
          <p:spPr>
            <a:xfrm>
              <a:off x="5430239" y="2162696"/>
              <a:ext cx="9494" cy="21979"/>
            </a:xfrm>
            <a:custGeom>
              <a:rect b="b" l="l" r="r" t="t"/>
              <a:pathLst>
                <a:path extrusionOk="0" h="838" w="362">
                  <a:moveTo>
                    <a:pt x="236" y="0"/>
                  </a:moveTo>
                  <a:cubicBezTo>
                    <a:pt x="159" y="0"/>
                    <a:pt x="92" y="44"/>
                    <a:pt x="58" y="106"/>
                  </a:cubicBezTo>
                  <a:lnTo>
                    <a:pt x="54" y="116"/>
                  </a:lnTo>
                  <a:lnTo>
                    <a:pt x="54" y="664"/>
                  </a:lnTo>
                  <a:cubicBezTo>
                    <a:pt x="54" y="674"/>
                    <a:pt x="54" y="679"/>
                    <a:pt x="54" y="688"/>
                  </a:cubicBezTo>
                  <a:lnTo>
                    <a:pt x="54" y="693"/>
                  </a:lnTo>
                  <a:cubicBezTo>
                    <a:pt x="54" y="698"/>
                    <a:pt x="49" y="708"/>
                    <a:pt x="49" y="712"/>
                  </a:cubicBezTo>
                  <a:cubicBezTo>
                    <a:pt x="49" y="717"/>
                    <a:pt x="44" y="727"/>
                    <a:pt x="39" y="732"/>
                  </a:cubicBezTo>
                  <a:lnTo>
                    <a:pt x="39" y="737"/>
                  </a:lnTo>
                  <a:cubicBezTo>
                    <a:pt x="39" y="746"/>
                    <a:pt x="34" y="751"/>
                    <a:pt x="34" y="756"/>
                  </a:cubicBezTo>
                  <a:cubicBezTo>
                    <a:pt x="30" y="765"/>
                    <a:pt x="25" y="770"/>
                    <a:pt x="20" y="775"/>
                  </a:cubicBezTo>
                  <a:lnTo>
                    <a:pt x="15" y="780"/>
                  </a:lnTo>
                  <a:lnTo>
                    <a:pt x="1" y="789"/>
                  </a:lnTo>
                  <a:cubicBezTo>
                    <a:pt x="34" y="818"/>
                    <a:pt x="78" y="838"/>
                    <a:pt x="121" y="838"/>
                  </a:cubicBezTo>
                  <a:cubicBezTo>
                    <a:pt x="145" y="838"/>
                    <a:pt x="164" y="833"/>
                    <a:pt x="188" y="823"/>
                  </a:cubicBezTo>
                  <a:lnTo>
                    <a:pt x="208" y="813"/>
                  </a:lnTo>
                  <a:lnTo>
                    <a:pt x="212" y="813"/>
                  </a:lnTo>
                  <a:lnTo>
                    <a:pt x="227" y="804"/>
                  </a:lnTo>
                  <a:lnTo>
                    <a:pt x="232" y="799"/>
                  </a:lnTo>
                  <a:lnTo>
                    <a:pt x="246" y="785"/>
                  </a:lnTo>
                  <a:lnTo>
                    <a:pt x="251" y="785"/>
                  </a:lnTo>
                  <a:cubicBezTo>
                    <a:pt x="251" y="775"/>
                    <a:pt x="256" y="770"/>
                    <a:pt x="261" y="765"/>
                  </a:cubicBezTo>
                  <a:lnTo>
                    <a:pt x="261" y="761"/>
                  </a:lnTo>
                  <a:cubicBezTo>
                    <a:pt x="265" y="756"/>
                    <a:pt x="270" y="751"/>
                    <a:pt x="270" y="746"/>
                  </a:cubicBezTo>
                  <a:lnTo>
                    <a:pt x="270" y="741"/>
                  </a:lnTo>
                  <a:cubicBezTo>
                    <a:pt x="275" y="737"/>
                    <a:pt x="275" y="727"/>
                    <a:pt x="280" y="722"/>
                  </a:cubicBezTo>
                  <a:cubicBezTo>
                    <a:pt x="280" y="712"/>
                    <a:pt x="280" y="708"/>
                    <a:pt x="285" y="703"/>
                  </a:cubicBezTo>
                  <a:lnTo>
                    <a:pt x="285" y="693"/>
                  </a:lnTo>
                  <a:cubicBezTo>
                    <a:pt x="285" y="688"/>
                    <a:pt x="285" y="679"/>
                    <a:pt x="285" y="674"/>
                  </a:cubicBezTo>
                  <a:lnTo>
                    <a:pt x="285" y="116"/>
                  </a:lnTo>
                  <a:lnTo>
                    <a:pt x="289" y="106"/>
                  </a:lnTo>
                  <a:cubicBezTo>
                    <a:pt x="304" y="72"/>
                    <a:pt x="328" y="48"/>
                    <a:pt x="362" y="29"/>
                  </a:cubicBezTo>
                  <a:cubicBezTo>
                    <a:pt x="338" y="15"/>
                    <a:pt x="309" y="5"/>
                    <a:pt x="285"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1"/>
            <p:cNvSpPr/>
            <p:nvPr/>
          </p:nvSpPr>
          <p:spPr>
            <a:xfrm>
              <a:off x="5410804" y="2158788"/>
              <a:ext cx="9363" cy="25887"/>
            </a:xfrm>
            <a:custGeom>
              <a:rect b="b" l="l" r="r" t="t"/>
              <a:pathLst>
                <a:path extrusionOk="0" h="987" w="357">
                  <a:moveTo>
                    <a:pt x="227" y="0"/>
                  </a:moveTo>
                  <a:cubicBezTo>
                    <a:pt x="155" y="0"/>
                    <a:pt x="87" y="39"/>
                    <a:pt x="54" y="106"/>
                  </a:cubicBezTo>
                  <a:lnTo>
                    <a:pt x="49" y="116"/>
                  </a:lnTo>
                  <a:lnTo>
                    <a:pt x="49" y="813"/>
                  </a:lnTo>
                  <a:cubicBezTo>
                    <a:pt x="49" y="823"/>
                    <a:pt x="49" y="828"/>
                    <a:pt x="49" y="837"/>
                  </a:cubicBezTo>
                  <a:lnTo>
                    <a:pt x="49" y="842"/>
                  </a:lnTo>
                  <a:cubicBezTo>
                    <a:pt x="49" y="847"/>
                    <a:pt x="49" y="857"/>
                    <a:pt x="44" y="861"/>
                  </a:cubicBezTo>
                  <a:cubicBezTo>
                    <a:pt x="44" y="866"/>
                    <a:pt x="39" y="876"/>
                    <a:pt x="39" y="881"/>
                  </a:cubicBezTo>
                  <a:lnTo>
                    <a:pt x="39" y="886"/>
                  </a:lnTo>
                  <a:cubicBezTo>
                    <a:pt x="34" y="895"/>
                    <a:pt x="30" y="900"/>
                    <a:pt x="30" y="905"/>
                  </a:cubicBezTo>
                  <a:cubicBezTo>
                    <a:pt x="25" y="914"/>
                    <a:pt x="20" y="919"/>
                    <a:pt x="15" y="924"/>
                  </a:cubicBezTo>
                  <a:lnTo>
                    <a:pt x="10" y="929"/>
                  </a:lnTo>
                  <a:lnTo>
                    <a:pt x="1" y="938"/>
                  </a:lnTo>
                  <a:cubicBezTo>
                    <a:pt x="30" y="967"/>
                    <a:pt x="73" y="987"/>
                    <a:pt x="116" y="987"/>
                  </a:cubicBezTo>
                  <a:cubicBezTo>
                    <a:pt x="140" y="987"/>
                    <a:pt x="164" y="982"/>
                    <a:pt x="184" y="972"/>
                  </a:cubicBezTo>
                  <a:lnTo>
                    <a:pt x="203" y="962"/>
                  </a:lnTo>
                  <a:lnTo>
                    <a:pt x="208" y="962"/>
                  </a:lnTo>
                  <a:lnTo>
                    <a:pt x="222" y="953"/>
                  </a:lnTo>
                  <a:lnTo>
                    <a:pt x="227" y="948"/>
                  </a:lnTo>
                  <a:lnTo>
                    <a:pt x="241" y="934"/>
                  </a:lnTo>
                  <a:lnTo>
                    <a:pt x="246" y="934"/>
                  </a:lnTo>
                  <a:cubicBezTo>
                    <a:pt x="251" y="924"/>
                    <a:pt x="256" y="919"/>
                    <a:pt x="256" y="914"/>
                  </a:cubicBezTo>
                  <a:lnTo>
                    <a:pt x="256" y="910"/>
                  </a:lnTo>
                  <a:cubicBezTo>
                    <a:pt x="261" y="905"/>
                    <a:pt x="265" y="900"/>
                    <a:pt x="265" y="895"/>
                  </a:cubicBezTo>
                  <a:lnTo>
                    <a:pt x="265" y="890"/>
                  </a:lnTo>
                  <a:cubicBezTo>
                    <a:pt x="270" y="886"/>
                    <a:pt x="270" y="876"/>
                    <a:pt x="275" y="871"/>
                  </a:cubicBezTo>
                  <a:cubicBezTo>
                    <a:pt x="275" y="861"/>
                    <a:pt x="280" y="857"/>
                    <a:pt x="280" y="852"/>
                  </a:cubicBezTo>
                  <a:lnTo>
                    <a:pt x="280" y="842"/>
                  </a:lnTo>
                  <a:cubicBezTo>
                    <a:pt x="280" y="837"/>
                    <a:pt x="280" y="828"/>
                    <a:pt x="280" y="823"/>
                  </a:cubicBezTo>
                  <a:lnTo>
                    <a:pt x="280" y="111"/>
                  </a:lnTo>
                  <a:lnTo>
                    <a:pt x="285" y="101"/>
                  </a:lnTo>
                  <a:cubicBezTo>
                    <a:pt x="299" y="72"/>
                    <a:pt x="323" y="48"/>
                    <a:pt x="357" y="29"/>
                  </a:cubicBezTo>
                  <a:cubicBezTo>
                    <a:pt x="333" y="15"/>
                    <a:pt x="304" y="5"/>
                    <a:pt x="280"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1"/>
            <p:cNvSpPr/>
            <p:nvPr/>
          </p:nvSpPr>
          <p:spPr>
            <a:xfrm>
              <a:off x="5391002" y="2153097"/>
              <a:ext cx="9730" cy="43590"/>
            </a:xfrm>
            <a:custGeom>
              <a:rect b="b" l="l" r="r" t="t"/>
              <a:pathLst>
                <a:path extrusionOk="0" h="1662" w="371">
                  <a:moveTo>
                    <a:pt x="246" y="1"/>
                  </a:moveTo>
                  <a:cubicBezTo>
                    <a:pt x="135" y="1"/>
                    <a:pt x="48" y="87"/>
                    <a:pt x="48" y="198"/>
                  </a:cubicBezTo>
                  <a:lnTo>
                    <a:pt x="48" y="1175"/>
                  </a:lnTo>
                  <a:lnTo>
                    <a:pt x="135" y="1184"/>
                  </a:lnTo>
                  <a:lnTo>
                    <a:pt x="48" y="1204"/>
                  </a:lnTo>
                  <a:lnTo>
                    <a:pt x="48" y="1492"/>
                  </a:lnTo>
                  <a:cubicBezTo>
                    <a:pt x="48" y="1497"/>
                    <a:pt x="48" y="1507"/>
                    <a:pt x="48" y="1516"/>
                  </a:cubicBezTo>
                  <a:lnTo>
                    <a:pt x="48" y="1521"/>
                  </a:lnTo>
                  <a:cubicBezTo>
                    <a:pt x="48" y="1526"/>
                    <a:pt x="48" y="1531"/>
                    <a:pt x="44" y="1540"/>
                  </a:cubicBezTo>
                  <a:cubicBezTo>
                    <a:pt x="44" y="1545"/>
                    <a:pt x="39" y="1555"/>
                    <a:pt x="39" y="1560"/>
                  </a:cubicBezTo>
                  <a:lnTo>
                    <a:pt x="39" y="1564"/>
                  </a:lnTo>
                  <a:cubicBezTo>
                    <a:pt x="34" y="1569"/>
                    <a:pt x="34" y="1574"/>
                    <a:pt x="29" y="1579"/>
                  </a:cubicBezTo>
                  <a:lnTo>
                    <a:pt x="29" y="1584"/>
                  </a:lnTo>
                  <a:cubicBezTo>
                    <a:pt x="24" y="1588"/>
                    <a:pt x="20" y="1598"/>
                    <a:pt x="15" y="1603"/>
                  </a:cubicBezTo>
                  <a:lnTo>
                    <a:pt x="10" y="1608"/>
                  </a:lnTo>
                  <a:lnTo>
                    <a:pt x="0" y="1617"/>
                  </a:lnTo>
                  <a:cubicBezTo>
                    <a:pt x="31" y="1645"/>
                    <a:pt x="72" y="1661"/>
                    <a:pt x="113" y="1661"/>
                  </a:cubicBezTo>
                  <a:cubicBezTo>
                    <a:pt x="136" y="1661"/>
                    <a:pt x="158" y="1656"/>
                    <a:pt x="178" y="1646"/>
                  </a:cubicBezTo>
                  <a:lnTo>
                    <a:pt x="198" y="1637"/>
                  </a:lnTo>
                  <a:lnTo>
                    <a:pt x="202" y="1637"/>
                  </a:lnTo>
                  <a:lnTo>
                    <a:pt x="222" y="1627"/>
                  </a:lnTo>
                  <a:lnTo>
                    <a:pt x="226" y="1622"/>
                  </a:lnTo>
                  <a:lnTo>
                    <a:pt x="236" y="1608"/>
                  </a:lnTo>
                  <a:lnTo>
                    <a:pt x="241" y="1603"/>
                  </a:lnTo>
                  <a:cubicBezTo>
                    <a:pt x="246" y="1598"/>
                    <a:pt x="250" y="1593"/>
                    <a:pt x="255" y="1588"/>
                  </a:cubicBezTo>
                  <a:lnTo>
                    <a:pt x="255" y="1584"/>
                  </a:lnTo>
                  <a:cubicBezTo>
                    <a:pt x="260" y="1579"/>
                    <a:pt x="260" y="1574"/>
                    <a:pt x="265" y="1569"/>
                  </a:cubicBezTo>
                  <a:lnTo>
                    <a:pt x="265" y="1564"/>
                  </a:lnTo>
                  <a:cubicBezTo>
                    <a:pt x="265" y="1555"/>
                    <a:pt x="270" y="1550"/>
                    <a:pt x="270" y="1545"/>
                  </a:cubicBezTo>
                  <a:cubicBezTo>
                    <a:pt x="275" y="1536"/>
                    <a:pt x="275" y="1531"/>
                    <a:pt x="275" y="1521"/>
                  </a:cubicBezTo>
                  <a:lnTo>
                    <a:pt x="275" y="1511"/>
                  </a:lnTo>
                  <a:cubicBezTo>
                    <a:pt x="275" y="1502"/>
                    <a:pt x="275" y="1497"/>
                    <a:pt x="275" y="1487"/>
                  </a:cubicBezTo>
                  <a:lnTo>
                    <a:pt x="275" y="198"/>
                  </a:lnTo>
                  <a:cubicBezTo>
                    <a:pt x="275" y="126"/>
                    <a:pt x="313" y="63"/>
                    <a:pt x="371" y="29"/>
                  </a:cubicBezTo>
                  <a:cubicBezTo>
                    <a:pt x="347" y="15"/>
                    <a:pt x="318" y="5"/>
                    <a:pt x="29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1"/>
            <p:cNvSpPr/>
            <p:nvPr/>
          </p:nvSpPr>
          <p:spPr>
            <a:xfrm>
              <a:off x="5585846" y="2037066"/>
              <a:ext cx="14530" cy="23133"/>
            </a:xfrm>
            <a:custGeom>
              <a:rect b="b" l="l" r="r" t="t"/>
              <a:pathLst>
                <a:path extrusionOk="0" h="882" w="554">
                  <a:moveTo>
                    <a:pt x="427" y="1"/>
                  </a:moveTo>
                  <a:cubicBezTo>
                    <a:pt x="339" y="1"/>
                    <a:pt x="257" y="63"/>
                    <a:pt x="236" y="157"/>
                  </a:cubicBezTo>
                  <a:lnTo>
                    <a:pt x="49" y="758"/>
                  </a:lnTo>
                  <a:cubicBezTo>
                    <a:pt x="44" y="768"/>
                    <a:pt x="44" y="773"/>
                    <a:pt x="39" y="782"/>
                  </a:cubicBezTo>
                  <a:lnTo>
                    <a:pt x="39" y="792"/>
                  </a:lnTo>
                  <a:lnTo>
                    <a:pt x="29" y="801"/>
                  </a:lnTo>
                  <a:cubicBezTo>
                    <a:pt x="20" y="816"/>
                    <a:pt x="10" y="825"/>
                    <a:pt x="1" y="835"/>
                  </a:cubicBezTo>
                  <a:cubicBezTo>
                    <a:pt x="31" y="866"/>
                    <a:pt x="74" y="882"/>
                    <a:pt x="117" y="882"/>
                  </a:cubicBezTo>
                  <a:cubicBezTo>
                    <a:pt x="134" y="882"/>
                    <a:pt x="152" y="879"/>
                    <a:pt x="169" y="874"/>
                  </a:cubicBezTo>
                  <a:lnTo>
                    <a:pt x="183" y="864"/>
                  </a:lnTo>
                  <a:cubicBezTo>
                    <a:pt x="212" y="854"/>
                    <a:pt x="241" y="830"/>
                    <a:pt x="260" y="801"/>
                  </a:cubicBezTo>
                  <a:lnTo>
                    <a:pt x="265" y="792"/>
                  </a:lnTo>
                  <a:lnTo>
                    <a:pt x="270" y="782"/>
                  </a:lnTo>
                  <a:cubicBezTo>
                    <a:pt x="275" y="773"/>
                    <a:pt x="275" y="768"/>
                    <a:pt x="280" y="758"/>
                  </a:cubicBezTo>
                  <a:lnTo>
                    <a:pt x="467" y="157"/>
                  </a:lnTo>
                  <a:cubicBezTo>
                    <a:pt x="482" y="104"/>
                    <a:pt x="511" y="60"/>
                    <a:pt x="554" y="36"/>
                  </a:cubicBezTo>
                  <a:cubicBezTo>
                    <a:pt x="535" y="22"/>
                    <a:pt x="520" y="17"/>
                    <a:pt x="501" y="12"/>
                  </a:cubicBezTo>
                  <a:lnTo>
                    <a:pt x="477" y="7"/>
                  </a:lnTo>
                  <a:cubicBezTo>
                    <a:pt x="460" y="3"/>
                    <a:pt x="444" y="1"/>
                    <a:pt x="42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1"/>
            <p:cNvSpPr/>
            <p:nvPr/>
          </p:nvSpPr>
          <p:spPr>
            <a:xfrm>
              <a:off x="5567540" y="2028647"/>
              <a:ext cx="14294" cy="24287"/>
            </a:xfrm>
            <a:custGeom>
              <a:rect b="b" l="l" r="r" t="t"/>
              <a:pathLst>
                <a:path extrusionOk="0" h="926" w="545">
                  <a:moveTo>
                    <a:pt x="424" y="1"/>
                  </a:moveTo>
                  <a:cubicBezTo>
                    <a:pt x="361" y="1"/>
                    <a:pt x="301" y="32"/>
                    <a:pt x="266" y="83"/>
                  </a:cubicBezTo>
                  <a:lnTo>
                    <a:pt x="261" y="88"/>
                  </a:lnTo>
                  <a:lnTo>
                    <a:pt x="49" y="805"/>
                  </a:lnTo>
                  <a:cubicBezTo>
                    <a:pt x="44" y="810"/>
                    <a:pt x="39" y="819"/>
                    <a:pt x="35" y="824"/>
                  </a:cubicBezTo>
                  <a:lnTo>
                    <a:pt x="35" y="834"/>
                  </a:lnTo>
                  <a:cubicBezTo>
                    <a:pt x="35" y="838"/>
                    <a:pt x="30" y="843"/>
                    <a:pt x="25" y="848"/>
                  </a:cubicBezTo>
                  <a:lnTo>
                    <a:pt x="25" y="853"/>
                  </a:lnTo>
                  <a:cubicBezTo>
                    <a:pt x="20" y="858"/>
                    <a:pt x="15" y="863"/>
                    <a:pt x="11" y="872"/>
                  </a:cubicBezTo>
                  <a:lnTo>
                    <a:pt x="6" y="877"/>
                  </a:lnTo>
                  <a:lnTo>
                    <a:pt x="1" y="882"/>
                  </a:lnTo>
                  <a:cubicBezTo>
                    <a:pt x="20" y="896"/>
                    <a:pt x="39" y="911"/>
                    <a:pt x="68" y="920"/>
                  </a:cubicBezTo>
                  <a:cubicBezTo>
                    <a:pt x="83" y="925"/>
                    <a:pt x="97" y="925"/>
                    <a:pt x="116" y="925"/>
                  </a:cubicBezTo>
                  <a:cubicBezTo>
                    <a:pt x="140" y="925"/>
                    <a:pt x="164" y="920"/>
                    <a:pt x="184" y="911"/>
                  </a:cubicBezTo>
                  <a:cubicBezTo>
                    <a:pt x="198" y="906"/>
                    <a:pt x="213" y="896"/>
                    <a:pt x="227" y="887"/>
                  </a:cubicBezTo>
                  <a:lnTo>
                    <a:pt x="237" y="877"/>
                  </a:lnTo>
                  <a:lnTo>
                    <a:pt x="241" y="872"/>
                  </a:lnTo>
                  <a:cubicBezTo>
                    <a:pt x="246" y="867"/>
                    <a:pt x="251" y="863"/>
                    <a:pt x="256" y="853"/>
                  </a:cubicBezTo>
                  <a:cubicBezTo>
                    <a:pt x="261" y="843"/>
                    <a:pt x="266" y="838"/>
                    <a:pt x="266" y="834"/>
                  </a:cubicBezTo>
                  <a:lnTo>
                    <a:pt x="266" y="824"/>
                  </a:lnTo>
                  <a:cubicBezTo>
                    <a:pt x="270" y="819"/>
                    <a:pt x="275" y="810"/>
                    <a:pt x="275" y="805"/>
                  </a:cubicBezTo>
                  <a:lnTo>
                    <a:pt x="487" y="88"/>
                  </a:lnTo>
                  <a:lnTo>
                    <a:pt x="492" y="83"/>
                  </a:lnTo>
                  <a:cubicBezTo>
                    <a:pt x="506" y="64"/>
                    <a:pt x="525" y="45"/>
                    <a:pt x="545" y="35"/>
                  </a:cubicBezTo>
                  <a:lnTo>
                    <a:pt x="535" y="30"/>
                  </a:lnTo>
                  <a:lnTo>
                    <a:pt x="511" y="21"/>
                  </a:lnTo>
                  <a:lnTo>
                    <a:pt x="492" y="11"/>
                  </a:lnTo>
                  <a:lnTo>
                    <a:pt x="468" y="6"/>
                  </a:lnTo>
                  <a:cubicBezTo>
                    <a:pt x="453" y="2"/>
                    <a:pt x="438" y="1"/>
                    <a:pt x="42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1"/>
            <p:cNvSpPr/>
            <p:nvPr/>
          </p:nvSpPr>
          <p:spPr>
            <a:xfrm>
              <a:off x="5548498" y="2020490"/>
              <a:ext cx="15159" cy="27880"/>
            </a:xfrm>
            <a:custGeom>
              <a:rect b="b" l="l" r="r" t="t"/>
              <a:pathLst>
                <a:path extrusionOk="0" h="1063" w="578">
                  <a:moveTo>
                    <a:pt x="459" y="0"/>
                  </a:moveTo>
                  <a:cubicBezTo>
                    <a:pt x="400" y="0"/>
                    <a:pt x="342" y="25"/>
                    <a:pt x="303" y="72"/>
                  </a:cubicBezTo>
                  <a:lnTo>
                    <a:pt x="299" y="76"/>
                  </a:lnTo>
                  <a:lnTo>
                    <a:pt x="48" y="938"/>
                  </a:lnTo>
                  <a:cubicBezTo>
                    <a:pt x="44" y="947"/>
                    <a:pt x="44" y="957"/>
                    <a:pt x="39" y="962"/>
                  </a:cubicBezTo>
                  <a:lnTo>
                    <a:pt x="39" y="971"/>
                  </a:lnTo>
                  <a:cubicBezTo>
                    <a:pt x="34" y="976"/>
                    <a:pt x="29" y="981"/>
                    <a:pt x="29" y="986"/>
                  </a:cubicBezTo>
                  <a:lnTo>
                    <a:pt x="24" y="991"/>
                  </a:lnTo>
                  <a:cubicBezTo>
                    <a:pt x="20" y="996"/>
                    <a:pt x="15" y="1005"/>
                    <a:pt x="10" y="1010"/>
                  </a:cubicBezTo>
                  <a:lnTo>
                    <a:pt x="0" y="1015"/>
                  </a:lnTo>
                  <a:lnTo>
                    <a:pt x="0" y="1020"/>
                  </a:lnTo>
                  <a:cubicBezTo>
                    <a:pt x="20" y="1039"/>
                    <a:pt x="39" y="1048"/>
                    <a:pt x="68" y="1058"/>
                  </a:cubicBezTo>
                  <a:cubicBezTo>
                    <a:pt x="82" y="1063"/>
                    <a:pt x="97" y="1063"/>
                    <a:pt x="116" y="1063"/>
                  </a:cubicBezTo>
                  <a:cubicBezTo>
                    <a:pt x="135" y="1063"/>
                    <a:pt x="154" y="1063"/>
                    <a:pt x="174" y="1053"/>
                  </a:cubicBezTo>
                  <a:lnTo>
                    <a:pt x="183" y="1048"/>
                  </a:lnTo>
                  <a:cubicBezTo>
                    <a:pt x="202" y="1044"/>
                    <a:pt x="217" y="1034"/>
                    <a:pt x="231" y="1020"/>
                  </a:cubicBezTo>
                  <a:lnTo>
                    <a:pt x="236" y="1015"/>
                  </a:lnTo>
                  <a:lnTo>
                    <a:pt x="246" y="1005"/>
                  </a:lnTo>
                  <a:lnTo>
                    <a:pt x="255" y="991"/>
                  </a:lnTo>
                  <a:lnTo>
                    <a:pt x="260" y="986"/>
                  </a:lnTo>
                  <a:cubicBezTo>
                    <a:pt x="265" y="981"/>
                    <a:pt x="265" y="976"/>
                    <a:pt x="270" y="967"/>
                  </a:cubicBezTo>
                  <a:lnTo>
                    <a:pt x="270" y="962"/>
                  </a:lnTo>
                  <a:cubicBezTo>
                    <a:pt x="275" y="957"/>
                    <a:pt x="275" y="947"/>
                    <a:pt x="279" y="938"/>
                  </a:cubicBezTo>
                  <a:lnTo>
                    <a:pt x="530" y="76"/>
                  </a:lnTo>
                  <a:lnTo>
                    <a:pt x="534" y="72"/>
                  </a:lnTo>
                  <a:cubicBezTo>
                    <a:pt x="544" y="57"/>
                    <a:pt x="563" y="43"/>
                    <a:pt x="578" y="33"/>
                  </a:cubicBezTo>
                  <a:cubicBezTo>
                    <a:pt x="558" y="24"/>
                    <a:pt x="544" y="14"/>
                    <a:pt x="525" y="9"/>
                  </a:cubicBezTo>
                  <a:lnTo>
                    <a:pt x="501" y="4"/>
                  </a:lnTo>
                  <a:cubicBezTo>
                    <a:pt x="487" y="2"/>
                    <a:pt x="473" y="0"/>
                    <a:pt x="45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1"/>
            <p:cNvSpPr/>
            <p:nvPr/>
          </p:nvSpPr>
          <p:spPr>
            <a:xfrm>
              <a:off x="5526021" y="2010498"/>
              <a:ext cx="19723" cy="45085"/>
            </a:xfrm>
            <a:custGeom>
              <a:rect b="b" l="l" r="r" t="t"/>
              <a:pathLst>
                <a:path extrusionOk="0" h="1719" w="752">
                  <a:moveTo>
                    <a:pt x="630" y="1"/>
                  </a:moveTo>
                  <a:cubicBezTo>
                    <a:pt x="595" y="1"/>
                    <a:pt x="559" y="9"/>
                    <a:pt x="525" y="29"/>
                  </a:cubicBezTo>
                  <a:cubicBezTo>
                    <a:pt x="482" y="58"/>
                    <a:pt x="448" y="101"/>
                    <a:pt x="439" y="150"/>
                  </a:cubicBezTo>
                  <a:lnTo>
                    <a:pt x="49" y="1588"/>
                  </a:lnTo>
                  <a:cubicBezTo>
                    <a:pt x="49" y="1593"/>
                    <a:pt x="44" y="1603"/>
                    <a:pt x="44" y="1612"/>
                  </a:cubicBezTo>
                  <a:lnTo>
                    <a:pt x="44" y="1617"/>
                  </a:lnTo>
                  <a:cubicBezTo>
                    <a:pt x="39" y="1622"/>
                    <a:pt x="34" y="1632"/>
                    <a:pt x="30" y="1636"/>
                  </a:cubicBezTo>
                  <a:cubicBezTo>
                    <a:pt x="25" y="1646"/>
                    <a:pt x="20" y="1651"/>
                    <a:pt x="15" y="1660"/>
                  </a:cubicBezTo>
                  <a:lnTo>
                    <a:pt x="10" y="1660"/>
                  </a:lnTo>
                  <a:lnTo>
                    <a:pt x="1" y="1670"/>
                  </a:lnTo>
                  <a:cubicBezTo>
                    <a:pt x="20" y="1689"/>
                    <a:pt x="44" y="1704"/>
                    <a:pt x="73" y="1713"/>
                  </a:cubicBezTo>
                  <a:cubicBezTo>
                    <a:pt x="86" y="1717"/>
                    <a:pt x="99" y="1718"/>
                    <a:pt x="113" y="1718"/>
                  </a:cubicBezTo>
                  <a:cubicBezTo>
                    <a:pt x="140" y="1718"/>
                    <a:pt x="168" y="1712"/>
                    <a:pt x="193" y="1699"/>
                  </a:cubicBezTo>
                  <a:lnTo>
                    <a:pt x="203" y="1694"/>
                  </a:lnTo>
                  <a:cubicBezTo>
                    <a:pt x="208" y="1689"/>
                    <a:pt x="213" y="1689"/>
                    <a:pt x="222" y="1684"/>
                  </a:cubicBezTo>
                  <a:lnTo>
                    <a:pt x="227" y="1680"/>
                  </a:lnTo>
                  <a:lnTo>
                    <a:pt x="241" y="1665"/>
                  </a:lnTo>
                  <a:lnTo>
                    <a:pt x="246" y="1660"/>
                  </a:lnTo>
                  <a:cubicBezTo>
                    <a:pt x="251" y="1656"/>
                    <a:pt x="256" y="1646"/>
                    <a:pt x="261" y="1641"/>
                  </a:cubicBezTo>
                  <a:cubicBezTo>
                    <a:pt x="265" y="1636"/>
                    <a:pt x="270" y="1627"/>
                    <a:pt x="270" y="1622"/>
                  </a:cubicBezTo>
                  <a:lnTo>
                    <a:pt x="270" y="1612"/>
                  </a:lnTo>
                  <a:cubicBezTo>
                    <a:pt x="275" y="1607"/>
                    <a:pt x="280" y="1598"/>
                    <a:pt x="280" y="1588"/>
                  </a:cubicBezTo>
                  <a:lnTo>
                    <a:pt x="670" y="154"/>
                  </a:lnTo>
                  <a:cubicBezTo>
                    <a:pt x="679" y="101"/>
                    <a:pt x="708" y="58"/>
                    <a:pt x="751" y="34"/>
                  </a:cubicBezTo>
                  <a:cubicBezTo>
                    <a:pt x="737" y="24"/>
                    <a:pt x="718" y="15"/>
                    <a:pt x="699" y="10"/>
                  </a:cubicBezTo>
                  <a:lnTo>
                    <a:pt x="674" y="5"/>
                  </a:lnTo>
                  <a:cubicBezTo>
                    <a:pt x="660" y="2"/>
                    <a:pt x="645" y="1"/>
                    <a:pt x="6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1"/>
            <p:cNvSpPr/>
            <p:nvPr/>
          </p:nvSpPr>
          <p:spPr>
            <a:xfrm>
              <a:off x="5502810" y="2047216"/>
              <a:ext cx="20457" cy="82302"/>
            </a:xfrm>
            <a:custGeom>
              <a:rect b="b" l="l" r="r" t="t"/>
              <a:pathLst>
                <a:path extrusionOk="0" h="3138" w="780">
                  <a:moveTo>
                    <a:pt x="150" y="1"/>
                  </a:moveTo>
                  <a:lnTo>
                    <a:pt x="135" y="44"/>
                  </a:lnTo>
                  <a:cubicBezTo>
                    <a:pt x="87" y="232"/>
                    <a:pt x="44" y="419"/>
                    <a:pt x="15" y="607"/>
                  </a:cubicBezTo>
                  <a:cubicBezTo>
                    <a:pt x="5" y="665"/>
                    <a:pt x="0" y="722"/>
                    <a:pt x="5" y="785"/>
                  </a:cubicBezTo>
                  <a:cubicBezTo>
                    <a:pt x="15" y="1290"/>
                    <a:pt x="409" y="1819"/>
                    <a:pt x="496" y="1925"/>
                  </a:cubicBezTo>
                  <a:lnTo>
                    <a:pt x="511" y="1945"/>
                  </a:lnTo>
                  <a:cubicBezTo>
                    <a:pt x="535" y="1978"/>
                    <a:pt x="549" y="2017"/>
                    <a:pt x="549" y="2055"/>
                  </a:cubicBezTo>
                  <a:lnTo>
                    <a:pt x="549" y="3138"/>
                  </a:lnTo>
                  <a:lnTo>
                    <a:pt x="780" y="3138"/>
                  </a:lnTo>
                  <a:lnTo>
                    <a:pt x="780" y="2055"/>
                  </a:lnTo>
                  <a:cubicBezTo>
                    <a:pt x="780" y="2017"/>
                    <a:pt x="766" y="1978"/>
                    <a:pt x="737" y="1945"/>
                  </a:cubicBezTo>
                  <a:lnTo>
                    <a:pt x="722" y="1925"/>
                  </a:lnTo>
                  <a:cubicBezTo>
                    <a:pt x="636" y="1819"/>
                    <a:pt x="241" y="1290"/>
                    <a:pt x="231" y="785"/>
                  </a:cubicBezTo>
                  <a:cubicBezTo>
                    <a:pt x="231" y="722"/>
                    <a:pt x="236" y="665"/>
                    <a:pt x="246" y="607"/>
                  </a:cubicBezTo>
                  <a:cubicBezTo>
                    <a:pt x="275" y="434"/>
                    <a:pt x="308" y="256"/>
                    <a:pt x="357" y="87"/>
                  </a:cubicBez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1"/>
            <p:cNvSpPr/>
            <p:nvPr/>
          </p:nvSpPr>
          <p:spPr>
            <a:xfrm>
              <a:off x="5677354" y="2131380"/>
              <a:ext cx="9363" cy="22031"/>
            </a:xfrm>
            <a:custGeom>
              <a:rect b="b" l="l" r="r" t="t"/>
              <a:pathLst>
                <a:path extrusionOk="0" h="840" w="357">
                  <a:moveTo>
                    <a:pt x="231" y="1"/>
                  </a:moveTo>
                  <a:cubicBezTo>
                    <a:pt x="154" y="1"/>
                    <a:pt x="87" y="44"/>
                    <a:pt x="53" y="107"/>
                  </a:cubicBezTo>
                  <a:lnTo>
                    <a:pt x="48" y="116"/>
                  </a:lnTo>
                  <a:lnTo>
                    <a:pt x="48" y="675"/>
                  </a:lnTo>
                  <a:cubicBezTo>
                    <a:pt x="48" y="684"/>
                    <a:pt x="48" y="689"/>
                    <a:pt x="48" y="699"/>
                  </a:cubicBezTo>
                  <a:lnTo>
                    <a:pt x="48" y="704"/>
                  </a:lnTo>
                  <a:cubicBezTo>
                    <a:pt x="48" y="708"/>
                    <a:pt x="48" y="718"/>
                    <a:pt x="43" y="723"/>
                  </a:cubicBezTo>
                  <a:cubicBezTo>
                    <a:pt x="43" y="728"/>
                    <a:pt x="39" y="737"/>
                    <a:pt x="39" y="742"/>
                  </a:cubicBezTo>
                  <a:lnTo>
                    <a:pt x="39" y="747"/>
                  </a:lnTo>
                  <a:cubicBezTo>
                    <a:pt x="34" y="752"/>
                    <a:pt x="34" y="761"/>
                    <a:pt x="29" y="766"/>
                  </a:cubicBezTo>
                  <a:cubicBezTo>
                    <a:pt x="24" y="776"/>
                    <a:pt x="19" y="780"/>
                    <a:pt x="15" y="785"/>
                  </a:cubicBezTo>
                  <a:lnTo>
                    <a:pt x="10" y="790"/>
                  </a:lnTo>
                  <a:lnTo>
                    <a:pt x="0" y="800"/>
                  </a:lnTo>
                  <a:cubicBezTo>
                    <a:pt x="29" y="825"/>
                    <a:pt x="63" y="839"/>
                    <a:pt x="99" y="839"/>
                  </a:cubicBezTo>
                  <a:cubicBezTo>
                    <a:pt x="105" y="839"/>
                    <a:pt x="110" y="839"/>
                    <a:pt x="116" y="838"/>
                  </a:cubicBezTo>
                  <a:cubicBezTo>
                    <a:pt x="135" y="838"/>
                    <a:pt x="159" y="833"/>
                    <a:pt x="178" y="829"/>
                  </a:cubicBezTo>
                  <a:lnTo>
                    <a:pt x="183" y="829"/>
                  </a:lnTo>
                  <a:lnTo>
                    <a:pt x="202" y="814"/>
                  </a:lnTo>
                  <a:lnTo>
                    <a:pt x="207" y="814"/>
                  </a:lnTo>
                  <a:cubicBezTo>
                    <a:pt x="212" y="814"/>
                    <a:pt x="217" y="809"/>
                    <a:pt x="226" y="805"/>
                  </a:cubicBezTo>
                  <a:lnTo>
                    <a:pt x="226" y="800"/>
                  </a:lnTo>
                  <a:lnTo>
                    <a:pt x="241" y="790"/>
                  </a:lnTo>
                  <a:lnTo>
                    <a:pt x="245" y="785"/>
                  </a:lnTo>
                  <a:cubicBezTo>
                    <a:pt x="250" y="780"/>
                    <a:pt x="255" y="771"/>
                    <a:pt x="260" y="766"/>
                  </a:cubicBezTo>
                  <a:lnTo>
                    <a:pt x="260" y="761"/>
                  </a:lnTo>
                  <a:cubicBezTo>
                    <a:pt x="260" y="756"/>
                    <a:pt x="265" y="752"/>
                    <a:pt x="265" y="747"/>
                  </a:cubicBezTo>
                  <a:lnTo>
                    <a:pt x="265" y="742"/>
                  </a:lnTo>
                  <a:cubicBezTo>
                    <a:pt x="270" y="737"/>
                    <a:pt x="274" y="728"/>
                    <a:pt x="274" y="723"/>
                  </a:cubicBezTo>
                  <a:cubicBezTo>
                    <a:pt x="274" y="713"/>
                    <a:pt x="279" y="708"/>
                    <a:pt x="279" y="704"/>
                  </a:cubicBezTo>
                  <a:lnTo>
                    <a:pt x="279" y="694"/>
                  </a:lnTo>
                  <a:cubicBezTo>
                    <a:pt x="279" y="689"/>
                    <a:pt x="279" y="679"/>
                    <a:pt x="279" y="675"/>
                  </a:cubicBezTo>
                  <a:lnTo>
                    <a:pt x="279" y="116"/>
                  </a:lnTo>
                  <a:lnTo>
                    <a:pt x="284" y="107"/>
                  </a:lnTo>
                  <a:cubicBezTo>
                    <a:pt x="298" y="73"/>
                    <a:pt x="327" y="49"/>
                    <a:pt x="356" y="30"/>
                  </a:cubicBezTo>
                  <a:cubicBezTo>
                    <a:pt x="332" y="15"/>
                    <a:pt x="308" y="6"/>
                    <a:pt x="279"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1"/>
            <p:cNvSpPr/>
            <p:nvPr/>
          </p:nvSpPr>
          <p:spPr>
            <a:xfrm>
              <a:off x="5696894" y="2135314"/>
              <a:ext cx="9888" cy="20851"/>
            </a:xfrm>
            <a:custGeom>
              <a:rect b="b" l="l" r="r" t="t"/>
              <a:pathLst>
                <a:path extrusionOk="0" h="795" w="377">
                  <a:moveTo>
                    <a:pt x="251" y="0"/>
                  </a:moveTo>
                  <a:cubicBezTo>
                    <a:pt x="140" y="0"/>
                    <a:pt x="54" y="87"/>
                    <a:pt x="54" y="197"/>
                  </a:cubicBezTo>
                  <a:lnTo>
                    <a:pt x="54" y="626"/>
                  </a:lnTo>
                  <a:cubicBezTo>
                    <a:pt x="54" y="635"/>
                    <a:pt x="54" y="640"/>
                    <a:pt x="54" y="650"/>
                  </a:cubicBezTo>
                  <a:lnTo>
                    <a:pt x="54" y="655"/>
                  </a:lnTo>
                  <a:cubicBezTo>
                    <a:pt x="49" y="659"/>
                    <a:pt x="49" y="669"/>
                    <a:pt x="49" y="674"/>
                  </a:cubicBezTo>
                  <a:cubicBezTo>
                    <a:pt x="44" y="679"/>
                    <a:pt x="44" y="688"/>
                    <a:pt x="39" y="693"/>
                  </a:cubicBezTo>
                  <a:lnTo>
                    <a:pt x="39" y="698"/>
                  </a:lnTo>
                  <a:cubicBezTo>
                    <a:pt x="39" y="703"/>
                    <a:pt x="35" y="712"/>
                    <a:pt x="30" y="717"/>
                  </a:cubicBezTo>
                  <a:cubicBezTo>
                    <a:pt x="25" y="727"/>
                    <a:pt x="25" y="732"/>
                    <a:pt x="20" y="736"/>
                  </a:cubicBezTo>
                  <a:lnTo>
                    <a:pt x="15" y="741"/>
                  </a:lnTo>
                  <a:lnTo>
                    <a:pt x="1" y="751"/>
                  </a:lnTo>
                  <a:cubicBezTo>
                    <a:pt x="35" y="780"/>
                    <a:pt x="73" y="794"/>
                    <a:pt x="116" y="794"/>
                  </a:cubicBezTo>
                  <a:cubicBezTo>
                    <a:pt x="140" y="794"/>
                    <a:pt x="160" y="789"/>
                    <a:pt x="184" y="784"/>
                  </a:cubicBezTo>
                  <a:lnTo>
                    <a:pt x="189" y="784"/>
                  </a:lnTo>
                  <a:lnTo>
                    <a:pt x="208" y="770"/>
                  </a:lnTo>
                  <a:cubicBezTo>
                    <a:pt x="217" y="770"/>
                    <a:pt x="222" y="765"/>
                    <a:pt x="227" y="760"/>
                  </a:cubicBezTo>
                  <a:lnTo>
                    <a:pt x="232" y="756"/>
                  </a:lnTo>
                  <a:lnTo>
                    <a:pt x="241" y="746"/>
                  </a:lnTo>
                  <a:lnTo>
                    <a:pt x="246" y="741"/>
                  </a:lnTo>
                  <a:cubicBezTo>
                    <a:pt x="251" y="736"/>
                    <a:pt x="256" y="727"/>
                    <a:pt x="261" y="722"/>
                  </a:cubicBezTo>
                  <a:lnTo>
                    <a:pt x="261" y="717"/>
                  </a:lnTo>
                  <a:cubicBezTo>
                    <a:pt x="266" y="712"/>
                    <a:pt x="266" y="707"/>
                    <a:pt x="270" y="703"/>
                  </a:cubicBezTo>
                  <a:lnTo>
                    <a:pt x="270" y="698"/>
                  </a:lnTo>
                  <a:cubicBezTo>
                    <a:pt x="270" y="693"/>
                    <a:pt x="275" y="683"/>
                    <a:pt x="275" y="679"/>
                  </a:cubicBezTo>
                  <a:cubicBezTo>
                    <a:pt x="280" y="669"/>
                    <a:pt x="280" y="664"/>
                    <a:pt x="280" y="659"/>
                  </a:cubicBezTo>
                  <a:lnTo>
                    <a:pt x="280" y="655"/>
                  </a:lnTo>
                  <a:cubicBezTo>
                    <a:pt x="280" y="645"/>
                    <a:pt x="280" y="635"/>
                    <a:pt x="280" y="630"/>
                  </a:cubicBezTo>
                  <a:lnTo>
                    <a:pt x="280" y="197"/>
                  </a:lnTo>
                  <a:cubicBezTo>
                    <a:pt x="280" y="125"/>
                    <a:pt x="318" y="63"/>
                    <a:pt x="376" y="29"/>
                  </a:cubicBezTo>
                  <a:cubicBezTo>
                    <a:pt x="352" y="15"/>
                    <a:pt x="328" y="5"/>
                    <a:pt x="29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1"/>
            <p:cNvSpPr/>
            <p:nvPr/>
          </p:nvSpPr>
          <p:spPr>
            <a:xfrm>
              <a:off x="5637856" y="2121807"/>
              <a:ext cx="9730" cy="43643"/>
            </a:xfrm>
            <a:custGeom>
              <a:rect b="b" l="l" r="r" t="t"/>
              <a:pathLst>
                <a:path extrusionOk="0" h="1664" w="371">
                  <a:moveTo>
                    <a:pt x="245" y="0"/>
                  </a:moveTo>
                  <a:cubicBezTo>
                    <a:pt x="135" y="0"/>
                    <a:pt x="48" y="92"/>
                    <a:pt x="48" y="202"/>
                  </a:cubicBezTo>
                  <a:lnTo>
                    <a:pt x="48" y="1179"/>
                  </a:lnTo>
                  <a:lnTo>
                    <a:pt x="140" y="1189"/>
                  </a:lnTo>
                  <a:lnTo>
                    <a:pt x="53" y="1203"/>
                  </a:lnTo>
                  <a:lnTo>
                    <a:pt x="53" y="1492"/>
                  </a:lnTo>
                  <a:cubicBezTo>
                    <a:pt x="53" y="1502"/>
                    <a:pt x="53" y="1506"/>
                    <a:pt x="53" y="1516"/>
                  </a:cubicBezTo>
                  <a:lnTo>
                    <a:pt x="53" y="1521"/>
                  </a:lnTo>
                  <a:cubicBezTo>
                    <a:pt x="53" y="1530"/>
                    <a:pt x="48" y="1535"/>
                    <a:pt x="48" y="1540"/>
                  </a:cubicBezTo>
                  <a:cubicBezTo>
                    <a:pt x="43" y="1550"/>
                    <a:pt x="43" y="1554"/>
                    <a:pt x="39" y="1559"/>
                  </a:cubicBezTo>
                  <a:lnTo>
                    <a:pt x="39" y="1564"/>
                  </a:lnTo>
                  <a:cubicBezTo>
                    <a:pt x="39" y="1574"/>
                    <a:pt x="34" y="1579"/>
                    <a:pt x="29" y="1583"/>
                  </a:cubicBezTo>
                  <a:lnTo>
                    <a:pt x="29" y="1588"/>
                  </a:lnTo>
                  <a:cubicBezTo>
                    <a:pt x="29" y="1593"/>
                    <a:pt x="24" y="1598"/>
                    <a:pt x="19" y="1603"/>
                  </a:cubicBezTo>
                  <a:lnTo>
                    <a:pt x="14" y="1607"/>
                  </a:lnTo>
                  <a:lnTo>
                    <a:pt x="0" y="1617"/>
                  </a:lnTo>
                  <a:cubicBezTo>
                    <a:pt x="35" y="1648"/>
                    <a:pt x="75" y="1663"/>
                    <a:pt x="117" y="1663"/>
                  </a:cubicBezTo>
                  <a:cubicBezTo>
                    <a:pt x="139" y="1663"/>
                    <a:pt x="161" y="1659"/>
                    <a:pt x="183" y="1651"/>
                  </a:cubicBezTo>
                  <a:lnTo>
                    <a:pt x="202" y="1641"/>
                  </a:lnTo>
                  <a:lnTo>
                    <a:pt x="207" y="1641"/>
                  </a:lnTo>
                  <a:lnTo>
                    <a:pt x="221" y="1627"/>
                  </a:lnTo>
                  <a:lnTo>
                    <a:pt x="226" y="1622"/>
                  </a:lnTo>
                  <a:lnTo>
                    <a:pt x="241" y="1612"/>
                  </a:lnTo>
                  <a:lnTo>
                    <a:pt x="245" y="1607"/>
                  </a:lnTo>
                  <a:cubicBezTo>
                    <a:pt x="250" y="1603"/>
                    <a:pt x="255" y="1598"/>
                    <a:pt x="255" y="1588"/>
                  </a:cubicBezTo>
                  <a:cubicBezTo>
                    <a:pt x="260" y="1583"/>
                    <a:pt x="265" y="1579"/>
                    <a:pt x="265" y="1569"/>
                  </a:cubicBezTo>
                  <a:lnTo>
                    <a:pt x="265" y="1564"/>
                  </a:lnTo>
                  <a:cubicBezTo>
                    <a:pt x="269" y="1559"/>
                    <a:pt x="269" y="1554"/>
                    <a:pt x="274" y="1545"/>
                  </a:cubicBezTo>
                  <a:cubicBezTo>
                    <a:pt x="274" y="1540"/>
                    <a:pt x="279" y="1530"/>
                    <a:pt x="279" y="1526"/>
                  </a:cubicBezTo>
                  <a:lnTo>
                    <a:pt x="279" y="1521"/>
                  </a:lnTo>
                  <a:cubicBezTo>
                    <a:pt x="279" y="1511"/>
                    <a:pt x="279" y="1506"/>
                    <a:pt x="279" y="1497"/>
                  </a:cubicBezTo>
                  <a:lnTo>
                    <a:pt x="279" y="198"/>
                  </a:lnTo>
                  <a:cubicBezTo>
                    <a:pt x="279" y="130"/>
                    <a:pt x="313" y="68"/>
                    <a:pt x="371" y="29"/>
                  </a:cubicBezTo>
                  <a:cubicBezTo>
                    <a:pt x="346" y="15"/>
                    <a:pt x="322" y="5"/>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1"/>
            <p:cNvSpPr/>
            <p:nvPr/>
          </p:nvSpPr>
          <p:spPr>
            <a:xfrm>
              <a:off x="5657657" y="2127472"/>
              <a:ext cx="9363" cy="25913"/>
            </a:xfrm>
            <a:custGeom>
              <a:rect b="b" l="l" r="r" t="t"/>
              <a:pathLst>
                <a:path extrusionOk="0" h="988" w="357">
                  <a:moveTo>
                    <a:pt x="231" y="1"/>
                  </a:moveTo>
                  <a:cubicBezTo>
                    <a:pt x="159" y="1"/>
                    <a:pt x="92" y="44"/>
                    <a:pt x="58" y="107"/>
                  </a:cubicBezTo>
                  <a:lnTo>
                    <a:pt x="49" y="116"/>
                  </a:lnTo>
                  <a:lnTo>
                    <a:pt x="49" y="819"/>
                  </a:lnTo>
                  <a:cubicBezTo>
                    <a:pt x="49" y="824"/>
                    <a:pt x="49" y="833"/>
                    <a:pt x="49" y="843"/>
                  </a:cubicBezTo>
                  <a:lnTo>
                    <a:pt x="49" y="848"/>
                  </a:lnTo>
                  <a:cubicBezTo>
                    <a:pt x="49" y="853"/>
                    <a:pt x="49" y="862"/>
                    <a:pt x="49" y="867"/>
                  </a:cubicBezTo>
                  <a:cubicBezTo>
                    <a:pt x="44" y="872"/>
                    <a:pt x="44" y="881"/>
                    <a:pt x="39" y="886"/>
                  </a:cubicBezTo>
                  <a:lnTo>
                    <a:pt x="39" y="891"/>
                  </a:lnTo>
                  <a:cubicBezTo>
                    <a:pt x="34" y="896"/>
                    <a:pt x="34" y="901"/>
                    <a:pt x="29" y="905"/>
                  </a:cubicBezTo>
                  <a:lnTo>
                    <a:pt x="29" y="910"/>
                  </a:lnTo>
                  <a:cubicBezTo>
                    <a:pt x="25" y="915"/>
                    <a:pt x="20" y="925"/>
                    <a:pt x="15" y="929"/>
                  </a:cubicBezTo>
                  <a:lnTo>
                    <a:pt x="15" y="934"/>
                  </a:lnTo>
                  <a:lnTo>
                    <a:pt x="0" y="944"/>
                  </a:lnTo>
                  <a:cubicBezTo>
                    <a:pt x="34" y="973"/>
                    <a:pt x="77" y="987"/>
                    <a:pt x="121" y="987"/>
                  </a:cubicBezTo>
                  <a:cubicBezTo>
                    <a:pt x="140" y="987"/>
                    <a:pt x="164" y="982"/>
                    <a:pt x="183" y="978"/>
                  </a:cubicBezTo>
                  <a:lnTo>
                    <a:pt x="203" y="968"/>
                  </a:lnTo>
                  <a:lnTo>
                    <a:pt x="207" y="968"/>
                  </a:lnTo>
                  <a:lnTo>
                    <a:pt x="227" y="954"/>
                  </a:lnTo>
                  <a:lnTo>
                    <a:pt x="231" y="949"/>
                  </a:lnTo>
                  <a:lnTo>
                    <a:pt x="241" y="939"/>
                  </a:lnTo>
                  <a:lnTo>
                    <a:pt x="246" y="934"/>
                  </a:lnTo>
                  <a:cubicBezTo>
                    <a:pt x="251" y="929"/>
                    <a:pt x="255" y="920"/>
                    <a:pt x="260" y="915"/>
                  </a:cubicBezTo>
                  <a:cubicBezTo>
                    <a:pt x="260" y="905"/>
                    <a:pt x="265" y="901"/>
                    <a:pt x="270" y="896"/>
                  </a:cubicBezTo>
                  <a:lnTo>
                    <a:pt x="270" y="891"/>
                  </a:lnTo>
                  <a:cubicBezTo>
                    <a:pt x="270" y="886"/>
                    <a:pt x="275" y="877"/>
                    <a:pt x="275" y="872"/>
                  </a:cubicBezTo>
                  <a:cubicBezTo>
                    <a:pt x="280" y="867"/>
                    <a:pt x="280" y="857"/>
                    <a:pt x="280" y="853"/>
                  </a:cubicBezTo>
                  <a:lnTo>
                    <a:pt x="280" y="848"/>
                  </a:lnTo>
                  <a:cubicBezTo>
                    <a:pt x="280" y="838"/>
                    <a:pt x="280" y="828"/>
                    <a:pt x="280" y="824"/>
                  </a:cubicBezTo>
                  <a:lnTo>
                    <a:pt x="280" y="116"/>
                  </a:lnTo>
                  <a:lnTo>
                    <a:pt x="284" y="107"/>
                  </a:lnTo>
                  <a:cubicBezTo>
                    <a:pt x="304" y="73"/>
                    <a:pt x="328" y="49"/>
                    <a:pt x="357" y="30"/>
                  </a:cubicBezTo>
                  <a:cubicBezTo>
                    <a:pt x="332" y="15"/>
                    <a:pt x="308" y="6"/>
                    <a:pt x="28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1"/>
            <p:cNvSpPr/>
            <p:nvPr/>
          </p:nvSpPr>
          <p:spPr>
            <a:xfrm>
              <a:off x="5616900" y="2151969"/>
              <a:ext cx="29794" cy="73726"/>
            </a:xfrm>
            <a:custGeom>
              <a:rect b="b" l="l" r="r" t="t"/>
              <a:pathLst>
                <a:path extrusionOk="0" h="2811" w="1136">
                  <a:moveTo>
                    <a:pt x="260" y="0"/>
                  </a:moveTo>
                  <a:lnTo>
                    <a:pt x="236" y="5"/>
                  </a:lnTo>
                  <a:lnTo>
                    <a:pt x="222" y="10"/>
                  </a:lnTo>
                  <a:lnTo>
                    <a:pt x="207" y="15"/>
                  </a:lnTo>
                  <a:lnTo>
                    <a:pt x="188" y="24"/>
                  </a:lnTo>
                  <a:lnTo>
                    <a:pt x="178" y="29"/>
                  </a:lnTo>
                  <a:cubicBezTo>
                    <a:pt x="169" y="34"/>
                    <a:pt x="159" y="39"/>
                    <a:pt x="154" y="44"/>
                  </a:cubicBezTo>
                  <a:cubicBezTo>
                    <a:pt x="0" y="174"/>
                    <a:pt x="29" y="592"/>
                    <a:pt x="48" y="963"/>
                  </a:cubicBezTo>
                  <a:cubicBezTo>
                    <a:pt x="87" y="1588"/>
                    <a:pt x="833" y="2146"/>
                    <a:pt x="838" y="2151"/>
                  </a:cubicBezTo>
                  <a:cubicBezTo>
                    <a:pt x="881" y="2185"/>
                    <a:pt x="910" y="2238"/>
                    <a:pt x="910" y="2291"/>
                  </a:cubicBezTo>
                  <a:lnTo>
                    <a:pt x="910" y="2810"/>
                  </a:lnTo>
                  <a:lnTo>
                    <a:pt x="1136" y="2810"/>
                  </a:lnTo>
                  <a:lnTo>
                    <a:pt x="1136" y="2296"/>
                  </a:lnTo>
                  <a:cubicBezTo>
                    <a:pt x="1136" y="2238"/>
                    <a:pt x="1112" y="2190"/>
                    <a:pt x="1068" y="2156"/>
                  </a:cubicBezTo>
                  <a:cubicBezTo>
                    <a:pt x="1059" y="2151"/>
                    <a:pt x="318" y="1588"/>
                    <a:pt x="279" y="967"/>
                  </a:cubicBezTo>
                  <a:cubicBezTo>
                    <a:pt x="255" y="597"/>
                    <a:pt x="231" y="174"/>
                    <a:pt x="380" y="48"/>
                  </a:cubicBezTo>
                  <a:cubicBezTo>
                    <a:pt x="390" y="44"/>
                    <a:pt x="400" y="39"/>
                    <a:pt x="404" y="34"/>
                  </a:cubicBezTo>
                  <a:lnTo>
                    <a:pt x="419" y="24"/>
                  </a:lnTo>
                  <a:lnTo>
                    <a:pt x="433" y="20"/>
                  </a:lnTo>
                  <a:lnTo>
                    <a:pt x="453" y="15"/>
                  </a:lnTo>
                  <a:lnTo>
                    <a:pt x="467" y="10"/>
                  </a:lnTo>
                  <a:lnTo>
                    <a:pt x="472" y="10"/>
                  </a:lnTo>
                  <a:lnTo>
                    <a:pt x="443" y="5"/>
                  </a:lnTo>
                  <a:lnTo>
                    <a:pt x="400"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1"/>
            <p:cNvSpPr/>
            <p:nvPr/>
          </p:nvSpPr>
          <p:spPr>
            <a:xfrm>
              <a:off x="5458512" y="2007088"/>
              <a:ext cx="19094" cy="13140"/>
            </a:xfrm>
            <a:custGeom>
              <a:rect b="b" l="l" r="r" t="t"/>
              <a:pathLst>
                <a:path extrusionOk="0" h="501" w="728">
                  <a:moveTo>
                    <a:pt x="1" y="0"/>
                  </a:moveTo>
                  <a:lnTo>
                    <a:pt x="515" y="501"/>
                  </a:lnTo>
                  <a:lnTo>
                    <a:pt x="727" y="4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1"/>
            <p:cNvSpPr/>
            <p:nvPr/>
          </p:nvSpPr>
          <p:spPr>
            <a:xfrm>
              <a:off x="5604153" y="2062350"/>
              <a:ext cx="18071" cy="20615"/>
            </a:xfrm>
            <a:custGeom>
              <a:rect b="b" l="l" r="r" t="t"/>
              <a:pathLst>
                <a:path extrusionOk="0" h="786" w="689">
                  <a:moveTo>
                    <a:pt x="164" y="1"/>
                  </a:moveTo>
                  <a:lnTo>
                    <a:pt x="10" y="569"/>
                  </a:lnTo>
                  <a:cubicBezTo>
                    <a:pt x="5" y="583"/>
                    <a:pt x="5" y="593"/>
                    <a:pt x="0" y="607"/>
                  </a:cubicBezTo>
                  <a:lnTo>
                    <a:pt x="429" y="785"/>
                  </a:lnTo>
                  <a:lnTo>
                    <a:pt x="688" y="218"/>
                  </a:lnTo>
                  <a:lnTo>
                    <a:pt x="16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1"/>
            <p:cNvSpPr/>
            <p:nvPr/>
          </p:nvSpPr>
          <p:spPr>
            <a:xfrm>
              <a:off x="5480858" y="2011494"/>
              <a:ext cx="44062" cy="30948"/>
            </a:xfrm>
            <a:custGeom>
              <a:rect b="b" l="l" r="r" t="t"/>
              <a:pathLst>
                <a:path extrusionOk="0" h="1180" w="1680">
                  <a:moveTo>
                    <a:pt x="255" y="1"/>
                  </a:moveTo>
                  <a:lnTo>
                    <a:pt x="0" y="535"/>
                  </a:lnTo>
                  <a:lnTo>
                    <a:pt x="1526" y="1180"/>
                  </a:lnTo>
                  <a:lnTo>
                    <a:pt x="1680" y="602"/>
                  </a:lnTo>
                  <a:lnTo>
                    <a:pt x="255"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1"/>
            <p:cNvSpPr/>
            <p:nvPr/>
          </p:nvSpPr>
          <p:spPr>
            <a:xfrm>
              <a:off x="5624978" y="2072080"/>
              <a:ext cx="16182" cy="17966"/>
            </a:xfrm>
            <a:custGeom>
              <a:rect b="b" l="l" r="r" t="t"/>
              <a:pathLst>
                <a:path extrusionOk="0" h="685" w="617">
                  <a:moveTo>
                    <a:pt x="260" y="0"/>
                  </a:moveTo>
                  <a:lnTo>
                    <a:pt x="0" y="563"/>
                  </a:lnTo>
                  <a:lnTo>
                    <a:pt x="270" y="674"/>
                  </a:lnTo>
                  <a:cubicBezTo>
                    <a:pt x="287" y="681"/>
                    <a:pt x="305" y="684"/>
                    <a:pt x="324" y="684"/>
                  </a:cubicBezTo>
                  <a:cubicBezTo>
                    <a:pt x="380" y="684"/>
                    <a:pt x="435" y="652"/>
                    <a:pt x="457" y="597"/>
                  </a:cubicBezTo>
                  <a:lnTo>
                    <a:pt x="587" y="299"/>
                  </a:lnTo>
                  <a:cubicBezTo>
                    <a:pt x="616" y="222"/>
                    <a:pt x="582" y="135"/>
                    <a:pt x="510" y="106"/>
                  </a:cubicBezTo>
                  <a:lnTo>
                    <a:pt x="26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1"/>
            <p:cNvSpPr/>
            <p:nvPr/>
          </p:nvSpPr>
          <p:spPr>
            <a:xfrm>
              <a:off x="5386334" y="2267186"/>
              <a:ext cx="72204" cy="17808"/>
            </a:xfrm>
            <a:custGeom>
              <a:rect b="b" l="l" r="r" t="t"/>
              <a:pathLst>
                <a:path extrusionOk="0" h="679" w="2753">
                  <a:moveTo>
                    <a:pt x="0" y="0"/>
                  </a:moveTo>
                  <a:lnTo>
                    <a:pt x="0" y="679"/>
                  </a:lnTo>
                  <a:lnTo>
                    <a:pt x="2753" y="679"/>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1"/>
            <p:cNvSpPr/>
            <p:nvPr/>
          </p:nvSpPr>
          <p:spPr>
            <a:xfrm>
              <a:off x="5386203" y="2296325"/>
              <a:ext cx="72204" cy="44849"/>
            </a:xfrm>
            <a:custGeom>
              <a:rect b="b" l="l" r="r" t="t"/>
              <a:pathLst>
                <a:path extrusionOk="0" h="1710" w="2753">
                  <a:moveTo>
                    <a:pt x="0" y="1"/>
                  </a:moveTo>
                  <a:lnTo>
                    <a:pt x="0" y="1709"/>
                  </a:lnTo>
                  <a:lnTo>
                    <a:pt x="2753" y="1709"/>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1"/>
            <p:cNvSpPr/>
            <p:nvPr/>
          </p:nvSpPr>
          <p:spPr>
            <a:xfrm>
              <a:off x="5398451" y="2267186"/>
              <a:ext cx="60087" cy="17808"/>
            </a:xfrm>
            <a:custGeom>
              <a:rect b="b" l="l" r="r" t="t"/>
              <a:pathLst>
                <a:path extrusionOk="0" h="679" w="2291">
                  <a:moveTo>
                    <a:pt x="0" y="0"/>
                  </a:moveTo>
                  <a:lnTo>
                    <a:pt x="0" y="679"/>
                  </a:lnTo>
                  <a:lnTo>
                    <a:pt x="2291" y="679"/>
                  </a:lnTo>
                  <a:lnTo>
                    <a:pt x="2291"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1"/>
            <p:cNvSpPr/>
            <p:nvPr/>
          </p:nvSpPr>
          <p:spPr>
            <a:xfrm>
              <a:off x="5398451" y="2296325"/>
              <a:ext cx="60087" cy="44849"/>
            </a:xfrm>
            <a:custGeom>
              <a:rect b="b" l="l" r="r" t="t"/>
              <a:pathLst>
                <a:path extrusionOk="0" h="1710" w="2291">
                  <a:moveTo>
                    <a:pt x="0" y="1"/>
                  </a:moveTo>
                  <a:lnTo>
                    <a:pt x="0" y="1709"/>
                  </a:lnTo>
                  <a:lnTo>
                    <a:pt x="2291" y="1709"/>
                  </a:lnTo>
                  <a:lnTo>
                    <a:pt x="229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1"/>
            <p:cNvSpPr/>
            <p:nvPr/>
          </p:nvSpPr>
          <p:spPr>
            <a:xfrm>
              <a:off x="5633161" y="2265036"/>
              <a:ext cx="72231" cy="76138"/>
            </a:xfrm>
            <a:custGeom>
              <a:rect b="b" l="l" r="r" t="t"/>
              <a:pathLst>
                <a:path extrusionOk="0" h="2903" w="2754">
                  <a:moveTo>
                    <a:pt x="1" y="1"/>
                  </a:moveTo>
                  <a:lnTo>
                    <a:pt x="1" y="2902"/>
                  </a:lnTo>
                  <a:lnTo>
                    <a:pt x="2753" y="2902"/>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1"/>
            <p:cNvSpPr/>
            <p:nvPr/>
          </p:nvSpPr>
          <p:spPr>
            <a:xfrm>
              <a:off x="5633161" y="2235897"/>
              <a:ext cx="72231" cy="17940"/>
            </a:xfrm>
            <a:custGeom>
              <a:rect b="b" l="l" r="r" t="t"/>
              <a:pathLst>
                <a:path extrusionOk="0" h="684" w="2754">
                  <a:moveTo>
                    <a:pt x="1" y="0"/>
                  </a:moveTo>
                  <a:lnTo>
                    <a:pt x="1" y="683"/>
                  </a:lnTo>
                  <a:lnTo>
                    <a:pt x="2753" y="683"/>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1"/>
            <p:cNvSpPr/>
            <p:nvPr/>
          </p:nvSpPr>
          <p:spPr>
            <a:xfrm>
              <a:off x="5648819" y="2265036"/>
              <a:ext cx="56573" cy="76138"/>
            </a:xfrm>
            <a:custGeom>
              <a:rect b="b" l="l" r="r" t="t"/>
              <a:pathLst>
                <a:path extrusionOk="0" h="2903" w="2157">
                  <a:moveTo>
                    <a:pt x="1" y="1"/>
                  </a:moveTo>
                  <a:lnTo>
                    <a:pt x="1" y="2902"/>
                  </a:lnTo>
                  <a:lnTo>
                    <a:pt x="2156" y="2902"/>
                  </a:lnTo>
                  <a:lnTo>
                    <a:pt x="2156"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1"/>
            <p:cNvSpPr/>
            <p:nvPr/>
          </p:nvSpPr>
          <p:spPr>
            <a:xfrm>
              <a:off x="5648819" y="2235897"/>
              <a:ext cx="56573" cy="17940"/>
            </a:xfrm>
            <a:custGeom>
              <a:rect b="b" l="l" r="r" t="t"/>
              <a:pathLst>
                <a:path extrusionOk="0" h="684" w="2157">
                  <a:moveTo>
                    <a:pt x="1" y="0"/>
                  </a:moveTo>
                  <a:lnTo>
                    <a:pt x="1" y="683"/>
                  </a:lnTo>
                  <a:lnTo>
                    <a:pt x="2156" y="683"/>
                  </a:lnTo>
                  <a:lnTo>
                    <a:pt x="2156"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1"/>
            <p:cNvSpPr/>
            <p:nvPr/>
          </p:nvSpPr>
          <p:spPr>
            <a:xfrm>
              <a:off x="5507977" y="2140219"/>
              <a:ext cx="72231" cy="17835"/>
            </a:xfrm>
            <a:custGeom>
              <a:rect b="b" l="l" r="r" t="t"/>
              <a:pathLst>
                <a:path extrusionOk="0" h="680" w="2754">
                  <a:moveTo>
                    <a:pt x="1" y="1"/>
                  </a:moveTo>
                  <a:lnTo>
                    <a:pt x="1" y="679"/>
                  </a:lnTo>
                  <a:lnTo>
                    <a:pt x="2753" y="679"/>
                  </a:lnTo>
                  <a:lnTo>
                    <a:pt x="2753"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1"/>
            <p:cNvSpPr/>
            <p:nvPr/>
          </p:nvSpPr>
          <p:spPr>
            <a:xfrm>
              <a:off x="5507977" y="2169384"/>
              <a:ext cx="72231" cy="171790"/>
            </a:xfrm>
            <a:custGeom>
              <a:rect b="b" l="l" r="r" t="t"/>
              <a:pathLst>
                <a:path extrusionOk="0" h="6550" w="2754">
                  <a:moveTo>
                    <a:pt x="1" y="0"/>
                  </a:moveTo>
                  <a:lnTo>
                    <a:pt x="1" y="6549"/>
                  </a:lnTo>
                  <a:lnTo>
                    <a:pt x="2753" y="6549"/>
                  </a:lnTo>
                  <a:lnTo>
                    <a:pt x="2753"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1"/>
            <p:cNvSpPr/>
            <p:nvPr/>
          </p:nvSpPr>
          <p:spPr>
            <a:xfrm>
              <a:off x="5519333" y="2140219"/>
              <a:ext cx="60874" cy="17835"/>
            </a:xfrm>
            <a:custGeom>
              <a:rect b="b" l="l" r="r" t="t"/>
              <a:pathLst>
                <a:path extrusionOk="0" h="680" w="2321">
                  <a:moveTo>
                    <a:pt x="1" y="1"/>
                  </a:moveTo>
                  <a:lnTo>
                    <a:pt x="1" y="679"/>
                  </a:lnTo>
                  <a:lnTo>
                    <a:pt x="2320" y="679"/>
                  </a:lnTo>
                  <a:lnTo>
                    <a:pt x="2320"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1"/>
            <p:cNvSpPr/>
            <p:nvPr/>
          </p:nvSpPr>
          <p:spPr>
            <a:xfrm>
              <a:off x="5519333" y="2169384"/>
              <a:ext cx="66041" cy="171790"/>
            </a:xfrm>
            <a:custGeom>
              <a:rect b="b" l="l" r="r" t="t"/>
              <a:pathLst>
                <a:path extrusionOk="0" h="6550" w="2518">
                  <a:moveTo>
                    <a:pt x="1" y="0"/>
                  </a:moveTo>
                  <a:lnTo>
                    <a:pt x="1" y="6549"/>
                  </a:lnTo>
                  <a:lnTo>
                    <a:pt x="2517" y="6549"/>
                  </a:lnTo>
                  <a:lnTo>
                    <a:pt x="2517"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1"/>
            <p:cNvSpPr/>
            <p:nvPr/>
          </p:nvSpPr>
          <p:spPr>
            <a:xfrm>
              <a:off x="5479966" y="2018314"/>
              <a:ext cx="44193" cy="25152"/>
            </a:xfrm>
            <a:custGeom>
              <a:rect b="b" l="l" r="r" t="t"/>
              <a:pathLst>
                <a:path extrusionOk="0" h="959" w="1685">
                  <a:moveTo>
                    <a:pt x="130" y="1"/>
                  </a:moveTo>
                  <a:lnTo>
                    <a:pt x="1" y="280"/>
                  </a:lnTo>
                  <a:lnTo>
                    <a:pt x="1603" y="958"/>
                  </a:lnTo>
                  <a:lnTo>
                    <a:pt x="1685" y="660"/>
                  </a:lnTo>
                  <a:lnTo>
                    <a:pt x="13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1"/>
            <p:cNvSpPr/>
            <p:nvPr/>
          </p:nvSpPr>
          <p:spPr>
            <a:xfrm>
              <a:off x="5603261" y="2070192"/>
              <a:ext cx="15159" cy="13009"/>
            </a:xfrm>
            <a:custGeom>
              <a:rect b="b" l="l" r="r" t="t"/>
              <a:pathLst>
                <a:path extrusionOk="0" h="496" w="578">
                  <a:moveTo>
                    <a:pt x="82" y="0"/>
                  </a:moveTo>
                  <a:lnTo>
                    <a:pt x="5" y="265"/>
                  </a:lnTo>
                  <a:cubicBezTo>
                    <a:pt x="5" y="275"/>
                    <a:pt x="5" y="289"/>
                    <a:pt x="1" y="303"/>
                  </a:cubicBezTo>
                  <a:lnTo>
                    <a:pt x="453" y="496"/>
                  </a:lnTo>
                  <a:lnTo>
                    <a:pt x="578" y="222"/>
                  </a:lnTo>
                  <a:lnTo>
                    <a:pt x="578" y="212"/>
                  </a:lnTo>
                  <a:lnTo>
                    <a:pt x="82"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1"/>
            <p:cNvSpPr/>
            <p:nvPr/>
          </p:nvSpPr>
          <p:spPr>
            <a:xfrm>
              <a:off x="5649212" y="2124325"/>
              <a:ext cx="11383" cy="30555"/>
            </a:xfrm>
            <a:custGeom>
              <a:rect b="b" l="l" r="r" t="t"/>
              <a:pathLst>
                <a:path extrusionOk="0" h="1165" w="434">
                  <a:moveTo>
                    <a:pt x="217" y="1"/>
                  </a:moveTo>
                  <a:cubicBezTo>
                    <a:pt x="108" y="1"/>
                    <a:pt x="0" y="73"/>
                    <a:pt x="0" y="217"/>
                  </a:cubicBezTo>
                  <a:lnTo>
                    <a:pt x="0" y="948"/>
                  </a:lnTo>
                  <a:cubicBezTo>
                    <a:pt x="0" y="1069"/>
                    <a:pt x="96" y="1165"/>
                    <a:pt x="217" y="1165"/>
                  </a:cubicBezTo>
                  <a:cubicBezTo>
                    <a:pt x="337" y="1165"/>
                    <a:pt x="433" y="1069"/>
                    <a:pt x="433" y="948"/>
                  </a:cubicBezTo>
                  <a:lnTo>
                    <a:pt x="433" y="217"/>
                  </a:lnTo>
                  <a:cubicBezTo>
                    <a:pt x="433" y="73"/>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1"/>
            <p:cNvSpPr/>
            <p:nvPr/>
          </p:nvSpPr>
          <p:spPr>
            <a:xfrm>
              <a:off x="5668752" y="2127368"/>
              <a:ext cx="11383" cy="27513"/>
            </a:xfrm>
            <a:custGeom>
              <a:rect b="b" l="l" r="r" t="t"/>
              <a:pathLst>
                <a:path extrusionOk="0" h="1049" w="434">
                  <a:moveTo>
                    <a:pt x="217" y="0"/>
                  </a:moveTo>
                  <a:cubicBezTo>
                    <a:pt x="109" y="0"/>
                    <a:pt x="1" y="72"/>
                    <a:pt x="1" y="217"/>
                  </a:cubicBezTo>
                  <a:lnTo>
                    <a:pt x="1" y="832"/>
                  </a:lnTo>
                  <a:cubicBezTo>
                    <a:pt x="1" y="953"/>
                    <a:pt x="97" y="1049"/>
                    <a:pt x="217" y="1049"/>
                  </a:cubicBezTo>
                  <a:cubicBezTo>
                    <a:pt x="338" y="1049"/>
                    <a:pt x="434" y="953"/>
                    <a:pt x="434" y="832"/>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1"/>
            <p:cNvSpPr/>
            <p:nvPr/>
          </p:nvSpPr>
          <p:spPr>
            <a:xfrm>
              <a:off x="5688317" y="2135052"/>
              <a:ext cx="11383" cy="22608"/>
            </a:xfrm>
            <a:custGeom>
              <a:rect b="b" l="l" r="r" t="t"/>
              <a:pathLst>
                <a:path extrusionOk="0" h="862" w="434">
                  <a:moveTo>
                    <a:pt x="217" y="1"/>
                  </a:moveTo>
                  <a:cubicBezTo>
                    <a:pt x="109" y="1"/>
                    <a:pt x="1" y="73"/>
                    <a:pt x="1" y="217"/>
                  </a:cubicBezTo>
                  <a:lnTo>
                    <a:pt x="1" y="645"/>
                  </a:lnTo>
                  <a:cubicBezTo>
                    <a:pt x="1" y="766"/>
                    <a:pt x="97" y="862"/>
                    <a:pt x="217" y="862"/>
                  </a:cubicBezTo>
                  <a:cubicBezTo>
                    <a:pt x="338" y="862"/>
                    <a:pt x="434" y="766"/>
                    <a:pt x="434" y="650"/>
                  </a:cubicBezTo>
                  <a:lnTo>
                    <a:pt x="434" y="217"/>
                  </a:lnTo>
                  <a:cubicBezTo>
                    <a:pt x="434" y="73"/>
                    <a:pt x="326"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1"/>
            <p:cNvSpPr/>
            <p:nvPr/>
          </p:nvSpPr>
          <p:spPr>
            <a:xfrm>
              <a:off x="5606540" y="2111946"/>
              <a:ext cx="115112" cy="240952"/>
            </a:xfrm>
            <a:custGeom>
              <a:rect b="b" l="l" r="r" t="t"/>
              <a:pathLst>
                <a:path extrusionOk="0" h="9187" w="4389">
                  <a:moveTo>
                    <a:pt x="1468" y="434"/>
                  </a:moveTo>
                  <a:cubicBezTo>
                    <a:pt x="1555" y="434"/>
                    <a:pt x="1627" y="501"/>
                    <a:pt x="1627" y="588"/>
                  </a:cubicBezTo>
                  <a:lnTo>
                    <a:pt x="1627" y="689"/>
                  </a:lnTo>
                  <a:cubicBezTo>
                    <a:pt x="1627" y="827"/>
                    <a:pt x="1735" y="904"/>
                    <a:pt x="1843" y="904"/>
                  </a:cubicBezTo>
                  <a:cubicBezTo>
                    <a:pt x="1928" y="904"/>
                    <a:pt x="2012" y="858"/>
                    <a:pt x="2046" y="756"/>
                  </a:cubicBezTo>
                  <a:cubicBezTo>
                    <a:pt x="2065" y="694"/>
                    <a:pt x="2127" y="651"/>
                    <a:pt x="2195" y="651"/>
                  </a:cubicBezTo>
                  <a:lnTo>
                    <a:pt x="2214" y="651"/>
                  </a:lnTo>
                  <a:cubicBezTo>
                    <a:pt x="2301" y="651"/>
                    <a:pt x="2368" y="718"/>
                    <a:pt x="2368" y="805"/>
                  </a:cubicBezTo>
                  <a:lnTo>
                    <a:pt x="2368" y="833"/>
                  </a:lnTo>
                  <a:cubicBezTo>
                    <a:pt x="2371" y="971"/>
                    <a:pt x="2480" y="1049"/>
                    <a:pt x="2589" y="1049"/>
                  </a:cubicBezTo>
                  <a:cubicBezTo>
                    <a:pt x="2673" y="1049"/>
                    <a:pt x="2758" y="1002"/>
                    <a:pt x="2792" y="901"/>
                  </a:cubicBezTo>
                  <a:cubicBezTo>
                    <a:pt x="2811" y="833"/>
                    <a:pt x="2873" y="790"/>
                    <a:pt x="2941" y="790"/>
                  </a:cubicBezTo>
                  <a:lnTo>
                    <a:pt x="2960" y="790"/>
                  </a:lnTo>
                  <a:cubicBezTo>
                    <a:pt x="3047" y="790"/>
                    <a:pt x="3114" y="857"/>
                    <a:pt x="3114" y="944"/>
                  </a:cubicBezTo>
                  <a:lnTo>
                    <a:pt x="3114" y="1098"/>
                  </a:lnTo>
                  <a:cubicBezTo>
                    <a:pt x="3114" y="1240"/>
                    <a:pt x="3222" y="1311"/>
                    <a:pt x="3330" y="1311"/>
                  </a:cubicBezTo>
                  <a:cubicBezTo>
                    <a:pt x="3439" y="1311"/>
                    <a:pt x="3547" y="1240"/>
                    <a:pt x="3547" y="1098"/>
                  </a:cubicBezTo>
                  <a:cubicBezTo>
                    <a:pt x="3547" y="1011"/>
                    <a:pt x="3619" y="939"/>
                    <a:pt x="3701" y="939"/>
                  </a:cubicBezTo>
                  <a:lnTo>
                    <a:pt x="3725" y="939"/>
                  </a:lnTo>
                  <a:cubicBezTo>
                    <a:pt x="3812" y="939"/>
                    <a:pt x="3879" y="1011"/>
                    <a:pt x="3879" y="1098"/>
                  </a:cubicBezTo>
                  <a:lnTo>
                    <a:pt x="3879" y="2109"/>
                  </a:lnTo>
                  <a:lnTo>
                    <a:pt x="3879" y="2133"/>
                  </a:lnTo>
                  <a:cubicBezTo>
                    <a:pt x="3903" y="2388"/>
                    <a:pt x="3884" y="3133"/>
                    <a:pt x="3494" y="3461"/>
                  </a:cubicBezTo>
                  <a:cubicBezTo>
                    <a:pt x="3446" y="3504"/>
                    <a:pt x="3417" y="3562"/>
                    <a:pt x="3417" y="3624"/>
                  </a:cubicBezTo>
                  <a:lnTo>
                    <a:pt x="3417" y="4312"/>
                  </a:lnTo>
                  <a:lnTo>
                    <a:pt x="1353" y="4312"/>
                  </a:lnTo>
                  <a:lnTo>
                    <a:pt x="1353" y="3836"/>
                  </a:lnTo>
                  <a:cubicBezTo>
                    <a:pt x="1353" y="3769"/>
                    <a:pt x="1319" y="3701"/>
                    <a:pt x="1266" y="3663"/>
                  </a:cubicBezTo>
                  <a:lnTo>
                    <a:pt x="1261" y="3658"/>
                  </a:lnTo>
                  <a:cubicBezTo>
                    <a:pt x="1257" y="3653"/>
                    <a:pt x="530" y="3105"/>
                    <a:pt x="492" y="2498"/>
                  </a:cubicBezTo>
                  <a:cubicBezTo>
                    <a:pt x="472" y="2157"/>
                    <a:pt x="443" y="1733"/>
                    <a:pt x="578" y="1618"/>
                  </a:cubicBezTo>
                  <a:cubicBezTo>
                    <a:pt x="614" y="1588"/>
                    <a:pt x="669" y="1575"/>
                    <a:pt x="743" y="1575"/>
                  </a:cubicBezTo>
                  <a:cubicBezTo>
                    <a:pt x="779" y="1575"/>
                    <a:pt x="818" y="1578"/>
                    <a:pt x="862" y="1584"/>
                  </a:cubicBezTo>
                  <a:lnTo>
                    <a:pt x="862" y="1878"/>
                  </a:lnTo>
                  <a:cubicBezTo>
                    <a:pt x="862" y="2022"/>
                    <a:pt x="970" y="2094"/>
                    <a:pt x="1079" y="2094"/>
                  </a:cubicBezTo>
                  <a:cubicBezTo>
                    <a:pt x="1187" y="2094"/>
                    <a:pt x="1295" y="2022"/>
                    <a:pt x="1295" y="1878"/>
                  </a:cubicBezTo>
                  <a:lnTo>
                    <a:pt x="1295" y="588"/>
                  </a:lnTo>
                  <a:cubicBezTo>
                    <a:pt x="1295" y="501"/>
                    <a:pt x="1362" y="434"/>
                    <a:pt x="1449" y="434"/>
                  </a:cubicBezTo>
                  <a:close/>
                  <a:moveTo>
                    <a:pt x="3773" y="4741"/>
                  </a:moveTo>
                  <a:lnTo>
                    <a:pt x="3773" y="5419"/>
                  </a:lnTo>
                  <a:lnTo>
                    <a:pt x="1021" y="5419"/>
                  </a:lnTo>
                  <a:lnTo>
                    <a:pt x="1021" y="4741"/>
                  </a:lnTo>
                  <a:close/>
                  <a:moveTo>
                    <a:pt x="3773" y="5852"/>
                  </a:moveTo>
                  <a:lnTo>
                    <a:pt x="3773" y="8749"/>
                  </a:lnTo>
                  <a:lnTo>
                    <a:pt x="1021" y="8749"/>
                  </a:lnTo>
                  <a:lnTo>
                    <a:pt x="1021" y="5852"/>
                  </a:lnTo>
                  <a:close/>
                  <a:moveTo>
                    <a:pt x="1449" y="1"/>
                  </a:moveTo>
                  <a:cubicBezTo>
                    <a:pt x="1127" y="1"/>
                    <a:pt x="862" y="266"/>
                    <a:pt x="862" y="588"/>
                  </a:cubicBezTo>
                  <a:lnTo>
                    <a:pt x="862" y="1156"/>
                  </a:lnTo>
                  <a:cubicBezTo>
                    <a:pt x="820" y="1152"/>
                    <a:pt x="780" y="1149"/>
                    <a:pt x="741" y="1149"/>
                  </a:cubicBezTo>
                  <a:cubicBezTo>
                    <a:pt x="561" y="1149"/>
                    <a:pt x="415" y="1196"/>
                    <a:pt x="304" y="1291"/>
                  </a:cubicBezTo>
                  <a:cubicBezTo>
                    <a:pt x="1" y="1546"/>
                    <a:pt x="30" y="2046"/>
                    <a:pt x="63" y="2532"/>
                  </a:cubicBezTo>
                  <a:cubicBezTo>
                    <a:pt x="102" y="3196"/>
                    <a:pt x="694" y="3749"/>
                    <a:pt x="920" y="3942"/>
                  </a:cubicBezTo>
                  <a:lnTo>
                    <a:pt x="920" y="4312"/>
                  </a:lnTo>
                  <a:lnTo>
                    <a:pt x="804" y="4312"/>
                  </a:lnTo>
                  <a:cubicBezTo>
                    <a:pt x="689" y="4312"/>
                    <a:pt x="593" y="4409"/>
                    <a:pt x="593" y="4529"/>
                  </a:cubicBezTo>
                  <a:lnTo>
                    <a:pt x="593" y="8970"/>
                  </a:lnTo>
                  <a:cubicBezTo>
                    <a:pt x="593" y="9090"/>
                    <a:pt x="689" y="9187"/>
                    <a:pt x="804" y="9187"/>
                  </a:cubicBezTo>
                  <a:lnTo>
                    <a:pt x="3990" y="9187"/>
                  </a:lnTo>
                  <a:cubicBezTo>
                    <a:pt x="4110" y="9187"/>
                    <a:pt x="4206" y="9090"/>
                    <a:pt x="4206" y="8970"/>
                  </a:cubicBezTo>
                  <a:lnTo>
                    <a:pt x="4206" y="4524"/>
                  </a:lnTo>
                  <a:cubicBezTo>
                    <a:pt x="4206" y="4404"/>
                    <a:pt x="4110" y="4307"/>
                    <a:pt x="3990" y="4307"/>
                  </a:cubicBezTo>
                  <a:lnTo>
                    <a:pt x="3855" y="4307"/>
                  </a:lnTo>
                  <a:lnTo>
                    <a:pt x="3855" y="3720"/>
                  </a:lnTo>
                  <a:cubicBezTo>
                    <a:pt x="4389" y="3182"/>
                    <a:pt x="4326" y="2219"/>
                    <a:pt x="4317" y="2099"/>
                  </a:cubicBezTo>
                  <a:lnTo>
                    <a:pt x="4317" y="1098"/>
                  </a:lnTo>
                  <a:cubicBezTo>
                    <a:pt x="4317" y="771"/>
                    <a:pt x="4052" y="511"/>
                    <a:pt x="3730" y="511"/>
                  </a:cubicBezTo>
                  <a:lnTo>
                    <a:pt x="3711" y="511"/>
                  </a:lnTo>
                  <a:cubicBezTo>
                    <a:pt x="3620" y="559"/>
                    <a:pt x="3523" y="582"/>
                    <a:pt x="3427" y="582"/>
                  </a:cubicBezTo>
                  <a:cubicBezTo>
                    <a:pt x="3251" y="582"/>
                    <a:pt x="3080" y="505"/>
                    <a:pt x="2965" y="362"/>
                  </a:cubicBezTo>
                  <a:lnTo>
                    <a:pt x="2945" y="362"/>
                  </a:lnTo>
                  <a:cubicBezTo>
                    <a:pt x="2859" y="406"/>
                    <a:pt x="2766" y="427"/>
                    <a:pt x="2673" y="427"/>
                  </a:cubicBezTo>
                  <a:cubicBezTo>
                    <a:pt x="2502" y="427"/>
                    <a:pt x="2334" y="355"/>
                    <a:pt x="2219" y="218"/>
                  </a:cubicBezTo>
                  <a:lnTo>
                    <a:pt x="2195" y="218"/>
                  </a:lnTo>
                  <a:cubicBezTo>
                    <a:pt x="2118" y="251"/>
                    <a:pt x="2038" y="267"/>
                    <a:pt x="1959" y="267"/>
                  </a:cubicBezTo>
                  <a:cubicBezTo>
                    <a:pt x="1766" y="267"/>
                    <a:pt x="1582" y="172"/>
                    <a:pt x="14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1"/>
            <p:cNvSpPr/>
            <p:nvPr/>
          </p:nvSpPr>
          <p:spPr>
            <a:xfrm>
              <a:off x="5402359" y="2155510"/>
              <a:ext cx="11252" cy="30686"/>
            </a:xfrm>
            <a:custGeom>
              <a:rect b="b" l="l" r="r" t="t"/>
              <a:pathLst>
                <a:path extrusionOk="0" h="1170" w="429">
                  <a:moveTo>
                    <a:pt x="214" y="0"/>
                  </a:moveTo>
                  <a:cubicBezTo>
                    <a:pt x="107" y="0"/>
                    <a:pt x="0" y="72"/>
                    <a:pt x="0" y="217"/>
                  </a:cubicBezTo>
                  <a:lnTo>
                    <a:pt x="0" y="953"/>
                  </a:lnTo>
                  <a:cubicBezTo>
                    <a:pt x="0" y="1073"/>
                    <a:pt x="97" y="1169"/>
                    <a:pt x="212" y="1169"/>
                  </a:cubicBezTo>
                  <a:cubicBezTo>
                    <a:pt x="332" y="1169"/>
                    <a:pt x="429" y="1068"/>
                    <a:pt x="429" y="953"/>
                  </a:cubicBezTo>
                  <a:lnTo>
                    <a:pt x="429" y="217"/>
                  </a:lnTo>
                  <a:cubicBezTo>
                    <a:pt x="429" y="72"/>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1"/>
            <p:cNvSpPr/>
            <p:nvPr/>
          </p:nvSpPr>
          <p:spPr>
            <a:xfrm>
              <a:off x="5421925" y="2158657"/>
              <a:ext cx="11252" cy="27539"/>
            </a:xfrm>
            <a:custGeom>
              <a:rect b="b" l="l" r="r" t="t"/>
              <a:pathLst>
                <a:path extrusionOk="0" h="1050" w="429">
                  <a:moveTo>
                    <a:pt x="214" y="0"/>
                  </a:moveTo>
                  <a:cubicBezTo>
                    <a:pt x="107" y="0"/>
                    <a:pt x="0" y="73"/>
                    <a:pt x="0" y="217"/>
                  </a:cubicBezTo>
                  <a:lnTo>
                    <a:pt x="0" y="833"/>
                  </a:lnTo>
                  <a:cubicBezTo>
                    <a:pt x="0" y="953"/>
                    <a:pt x="96" y="1049"/>
                    <a:pt x="212" y="1049"/>
                  </a:cubicBezTo>
                  <a:cubicBezTo>
                    <a:pt x="332" y="1049"/>
                    <a:pt x="428" y="953"/>
                    <a:pt x="428" y="833"/>
                  </a:cubicBezTo>
                  <a:lnTo>
                    <a:pt x="428" y="217"/>
                  </a:lnTo>
                  <a:cubicBezTo>
                    <a:pt x="428" y="73"/>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1"/>
            <p:cNvSpPr/>
            <p:nvPr/>
          </p:nvSpPr>
          <p:spPr>
            <a:xfrm>
              <a:off x="5441464" y="2166237"/>
              <a:ext cx="11383" cy="22739"/>
            </a:xfrm>
            <a:custGeom>
              <a:rect b="b" l="l" r="r" t="t"/>
              <a:pathLst>
                <a:path extrusionOk="0" h="867" w="434">
                  <a:moveTo>
                    <a:pt x="217" y="0"/>
                  </a:moveTo>
                  <a:cubicBezTo>
                    <a:pt x="109" y="0"/>
                    <a:pt x="1" y="72"/>
                    <a:pt x="1" y="217"/>
                  </a:cubicBezTo>
                  <a:lnTo>
                    <a:pt x="1" y="650"/>
                  </a:lnTo>
                  <a:cubicBezTo>
                    <a:pt x="1" y="770"/>
                    <a:pt x="97" y="866"/>
                    <a:pt x="217" y="866"/>
                  </a:cubicBezTo>
                  <a:cubicBezTo>
                    <a:pt x="333" y="866"/>
                    <a:pt x="434" y="770"/>
                    <a:pt x="434" y="650"/>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1"/>
            <p:cNvSpPr/>
            <p:nvPr/>
          </p:nvSpPr>
          <p:spPr>
            <a:xfrm>
              <a:off x="5359818" y="2143130"/>
              <a:ext cx="114876" cy="209636"/>
            </a:xfrm>
            <a:custGeom>
              <a:rect b="b" l="l" r="r" t="t"/>
              <a:pathLst>
                <a:path extrusionOk="0" h="7993" w="4380">
                  <a:moveTo>
                    <a:pt x="1464" y="434"/>
                  </a:moveTo>
                  <a:cubicBezTo>
                    <a:pt x="1550" y="434"/>
                    <a:pt x="1617" y="506"/>
                    <a:pt x="1617" y="592"/>
                  </a:cubicBezTo>
                  <a:lnTo>
                    <a:pt x="1617" y="689"/>
                  </a:lnTo>
                  <a:cubicBezTo>
                    <a:pt x="1617" y="827"/>
                    <a:pt x="1727" y="904"/>
                    <a:pt x="1837" y="904"/>
                  </a:cubicBezTo>
                  <a:cubicBezTo>
                    <a:pt x="1922" y="904"/>
                    <a:pt x="2007" y="857"/>
                    <a:pt x="2041" y="756"/>
                  </a:cubicBezTo>
                  <a:cubicBezTo>
                    <a:pt x="2060" y="693"/>
                    <a:pt x="2118" y="650"/>
                    <a:pt x="2185" y="650"/>
                  </a:cubicBezTo>
                  <a:lnTo>
                    <a:pt x="2209" y="650"/>
                  </a:lnTo>
                  <a:cubicBezTo>
                    <a:pt x="2296" y="650"/>
                    <a:pt x="2363" y="717"/>
                    <a:pt x="2363" y="804"/>
                  </a:cubicBezTo>
                  <a:lnTo>
                    <a:pt x="2363" y="838"/>
                  </a:lnTo>
                  <a:cubicBezTo>
                    <a:pt x="2366" y="973"/>
                    <a:pt x="2475" y="1048"/>
                    <a:pt x="2582" y="1048"/>
                  </a:cubicBezTo>
                  <a:cubicBezTo>
                    <a:pt x="2666" y="1048"/>
                    <a:pt x="2750" y="1002"/>
                    <a:pt x="2782" y="900"/>
                  </a:cubicBezTo>
                  <a:cubicBezTo>
                    <a:pt x="2806" y="833"/>
                    <a:pt x="2864" y="790"/>
                    <a:pt x="2931" y="790"/>
                  </a:cubicBezTo>
                  <a:lnTo>
                    <a:pt x="2955" y="790"/>
                  </a:lnTo>
                  <a:cubicBezTo>
                    <a:pt x="3042" y="790"/>
                    <a:pt x="3109" y="862"/>
                    <a:pt x="3109" y="944"/>
                  </a:cubicBezTo>
                  <a:lnTo>
                    <a:pt x="3109" y="1093"/>
                  </a:lnTo>
                  <a:cubicBezTo>
                    <a:pt x="3109" y="1237"/>
                    <a:pt x="3217" y="1309"/>
                    <a:pt x="3326" y="1309"/>
                  </a:cubicBezTo>
                  <a:cubicBezTo>
                    <a:pt x="3434" y="1309"/>
                    <a:pt x="3542" y="1237"/>
                    <a:pt x="3542" y="1093"/>
                  </a:cubicBezTo>
                  <a:cubicBezTo>
                    <a:pt x="3542" y="1011"/>
                    <a:pt x="3610" y="939"/>
                    <a:pt x="3696" y="939"/>
                  </a:cubicBezTo>
                  <a:lnTo>
                    <a:pt x="3720" y="939"/>
                  </a:lnTo>
                  <a:cubicBezTo>
                    <a:pt x="3807" y="939"/>
                    <a:pt x="3874" y="1011"/>
                    <a:pt x="3874" y="1093"/>
                  </a:cubicBezTo>
                  <a:lnTo>
                    <a:pt x="3874" y="2108"/>
                  </a:lnTo>
                  <a:lnTo>
                    <a:pt x="3874" y="2132"/>
                  </a:lnTo>
                  <a:cubicBezTo>
                    <a:pt x="3898" y="2387"/>
                    <a:pt x="3879" y="3133"/>
                    <a:pt x="3489" y="3460"/>
                  </a:cubicBezTo>
                  <a:cubicBezTo>
                    <a:pt x="3441" y="3503"/>
                    <a:pt x="3412" y="3561"/>
                    <a:pt x="3412" y="3624"/>
                  </a:cubicBezTo>
                  <a:lnTo>
                    <a:pt x="3412" y="4307"/>
                  </a:lnTo>
                  <a:lnTo>
                    <a:pt x="1343" y="4307"/>
                  </a:lnTo>
                  <a:lnTo>
                    <a:pt x="1343" y="3835"/>
                  </a:lnTo>
                  <a:cubicBezTo>
                    <a:pt x="1343" y="3763"/>
                    <a:pt x="1310" y="3701"/>
                    <a:pt x="1257" y="3662"/>
                  </a:cubicBezTo>
                  <a:cubicBezTo>
                    <a:pt x="1050" y="3508"/>
                    <a:pt x="516" y="3008"/>
                    <a:pt x="482" y="2503"/>
                  </a:cubicBezTo>
                  <a:cubicBezTo>
                    <a:pt x="463" y="2161"/>
                    <a:pt x="434" y="1733"/>
                    <a:pt x="573" y="1622"/>
                  </a:cubicBezTo>
                  <a:cubicBezTo>
                    <a:pt x="606" y="1593"/>
                    <a:pt x="660" y="1579"/>
                    <a:pt x="734" y="1579"/>
                  </a:cubicBezTo>
                  <a:cubicBezTo>
                    <a:pt x="769" y="1579"/>
                    <a:pt x="809" y="1582"/>
                    <a:pt x="852" y="1588"/>
                  </a:cubicBezTo>
                  <a:lnTo>
                    <a:pt x="852" y="1882"/>
                  </a:lnTo>
                  <a:cubicBezTo>
                    <a:pt x="852" y="2026"/>
                    <a:pt x="961" y="2098"/>
                    <a:pt x="1069" y="2098"/>
                  </a:cubicBezTo>
                  <a:cubicBezTo>
                    <a:pt x="1177" y="2098"/>
                    <a:pt x="1285" y="2026"/>
                    <a:pt x="1285" y="1882"/>
                  </a:cubicBezTo>
                  <a:lnTo>
                    <a:pt x="1285" y="592"/>
                  </a:lnTo>
                  <a:cubicBezTo>
                    <a:pt x="1285" y="506"/>
                    <a:pt x="1353" y="434"/>
                    <a:pt x="1439" y="434"/>
                  </a:cubicBezTo>
                  <a:close/>
                  <a:moveTo>
                    <a:pt x="3768" y="4745"/>
                  </a:moveTo>
                  <a:lnTo>
                    <a:pt x="3768" y="5423"/>
                  </a:lnTo>
                  <a:lnTo>
                    <a:pt x="1016" y="5423"/>
                  </a:lnTo>
                  <a:lnTo>
                    <a:pt x="1016" y="4745"/>
                  </a:lnTo>
                  <a:close/>
                  <a:moveTo>
                    <a:pt x="3768" y="5856"/>
                  </a:moveTo>
                  <a:lnTo>
                    <a:pt x="3764" y="7560"/>
                  </a:lnTo>
                  <a:lnTo>
                    <a:pt x="1016" y="7560"/>
                  </a:lnTo>
                  <a:lnTo>
                    <a:pt x="1016" y="5856"/>
                  </a:lnTo>
                  <a:close/>
                  <a:moveTo>
                    <a:pt x="1449" y="0"/>
                  </a:moveTo>
                  <a:cubicBezTo>
                    <a:pt x="1122" y="0"/>
                    <a:pt x="862" y="265"/>
                    <a:pt x="862" y="588"/>
                  </a:cubicBezTo>
                  <a:lnTo>
                    <a:pt x="862" y="1155"/>
                  </a:lnTo>
                  <a:cubicBezTo>
                    <a:pt x="817" y="1150"/>
                    <a:pt x="774" y="1147"/>
                    <a:pt x="733" y="1147"/>
                  </a:cubicBezTo>
                  <a:cubicBezTo>
                    <a:pt x="557" y="1147"/>
                    <a:pt x="412" y="1196"/>
                    <a:pt x="299" y="1290"/>
                  </a:cubicBezTo>
                  <a:cubicBezTo>
                    <a:pt x="1" y="1545"/>
                    <a:pt x="30" y="2045"/>
                    <a:pt x="58" y="2531"/>
                  </a:cubicBezTo>
                  <a:cubicBezTo>
                    <a:pt x="102" y="3191"/>
                    <a:pt x="689" y="3749"/>
                    <a:pt x="920" y="3941"/>
                  </a:cubicBezTo>
                  <a:lnTo>
                    <a:pt x="920" y="4312"/>
                  </a:lnTo>
                  <a:lnTo>
                    <a:pt x="804" y="4312"/>
                  </a:lnTo>
                  <a:cubicBezTo>
                    <a:pt x="684" y="4312"/>
                    <a:pt x="588" y="4408"/>
                    <a:pt x="588" y="4528"/>
                  </a:cubicBezTo>
                  <a:lnTo>
                    <a:pt x="588" y="7776"/>
                  </a:lnTo>
                  <a:cubicBezTo>
                    <a:pt x="588" y="7897"/>
                    <a:pt x="684" y="7993"/>
                    <a:pt x="804" y="7993"/>
                  </a:cubicBezTo>
                  <a:lnTo>
                    <a:pt x="3990" y="7993"/>
                  </a:lnTo>
                  <a:cubicBezTo>
                    <a:pt x="4110" y="7993"/>
                    <a:pt x="4206" y="7897"/>
                    <a:pt x="4206" y="7776"/>
                  </a:cubicBezTo>
                  <a:lnTo>
                    <a:pt x="4206" y="4528"/>
                  </a:lnTo>
                  <a:cubicBezTo>
                    <a:pt x="4206" y="4411"/>
                    <a:pt x="4110" y="4312"/>
                    <a:pt x="3993" y="4312"/>
                  </a:cubicBezTo>
                  <a:cubicBezTo>
                    <a:pt x="3990" y="4312"/>
                    <a:pt x="3988" y="4312"/>
                    <a:pt x="3985" y="4312"/>
                  </a:cubicBezTo>
                  <a:lnTo>
                    <a:pt x="3850" y="4312"/>
                  </a:lnTo>
                  <a:lnTo>
                    <a:pt x="3850" y="3720"/>
                  </a:lnTo>
                  <a:cubicBezTo>
                    <a:pt x="4379" y="3181"/>
                    <a:pt x="4322" y="2224"/>
                    <a:pt x="4312" y="2103"/>
                  </a:cubicBezTo>
                  <a:lnTo>
                    <a:pt x="4312" y="1098"/>
                  </a:lnTo>
                  <a:cubicBezTo>
                    <a:pt x="4312" y="773"/>
                    <a:pt x="4052" y="510"/>
                    <a:pt x="3729" y="510"/>
                  </a:cubicBezTo>
                  <a:cubicBezTo>
                    <a:pt x="3726" y="510"/>
                    <a:pt x="3723" y="510"/>
                    <a:pt x="3720" y="511"/>
                  </a:cubicBezTo>
                  <a:lnTo>
                    <a:pt x="3696" y="511"/>
                  </a:lnTo>
                  <a:cubicBezTo>
                    <a:pt x="3608" y="558"/>
                    <a:pt x="3511" y="581"/>
                    <a:pt x="3416" y="581"/>
                  </a:cubicBezTo>
                  <a:cubicBezTo>
                    <a:pt x="3242" y="581"/>
                    <a:pt x="3070" y="504"/>
                    <a:pt x="2955" y="361"/>
                  </a:cubicBezTo>
                  <a:lnTo>
                    <a:pt x="2941" y="361"/>
                  </a:lnTo>
                  <a:cubicBezTo>
                    <a:pt x="2854" y="405"/>
                    <a:pt x="2761" y="427"/>
                    <a:pt x="2668" y="427"/>
                  </a:cubicBezTo>
                  <a:cubicBezTo>
                    <a:pt x="2497" y="427"/>
                    <a:pt x="2330" y="354"/>
                    <a:pt x="2214" y="217"/>
                  </a:cubicBezTo>
                  <a:lnTo>
                    <a:pt x="2190" y="217"/>
                  </a:lnTo>
                  <a:cubicBezTo>
                    <a:pt x="2115" y="251"/>
                    <a:pt x="2035" y="267"/>
                    <a:pt x="1957" y="267"/>
                  </a:cubicBezTo>
                  <a:cubicBezTo>
                    <a:pt x="1766" y="267"/>
                    <a:pt x="1581" y="171"/>
                    <a:pt x="14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1"/>
            <p:cNvSpPr/>
            <p:nvPr/>
          </p:nvSpPr>
          <p:spPr>
            <a:xfrm>
              <a:off x="5467088" y="1998853"/>
              <a:ext cx="184668" cy="354045"/>
            </a:xfrm>
            <a:custGeom>
              <a:rect b="b" l="l" r="r" t="t"/>
              <a:pathLst>
                <a:path extrusionOk="0" h="13499" w="7041">
                  <a:moveTo>
                    <a:pt x="780" y="497"/>
                  </a:moveTo>
                  <a:lnTo>
                    <a:pt x="2161" y="1084"/>
                  </a:lnTo>
                  <a:lnTo>
                    <a:pt x="2012" y="1642"/>
                  </a:lnTo>
                  <a:lnTo>
                    <a:pt x="535" y="1017"/>
                  </a:lnTo>
                  <a:lnTo>
                    <a:pt x="780" y="497"/>
                  </a:lnTo>
                  <a:close/>
                  <a:moveTo>
                    <a:pt x="5385" y="2436"/>
                  </a:moveTo>
                  <a:lnTo>
                    <a:pt x="5871" y="2643"/>
                  </a:lnTo>
                  <a:lnTo>
                    <a:pt x="5630" y="3168"/>
                  </a:lnTo>
                  <a:lnTo>
                    <a:pt x="5231" y="3004"/>
                  </a:lnTo>
                  <a:cubicBezTo>
                    <a:pt x="5231" y="2990"/>
                    <a:pt x="5236" y="2975"/>
                    <a:pt x="5241" y="2966"/>
                  </a:cubicBezTo>
                  <a:lnTo>
                    <a:pt x="5385" y="2436"/>
                  </a:lnTo>
                  <a:close/>
                  <a:moveTo>
                    <a:pt x="6266" y="2807"/>
                  </a:moveTo>
                  <a:lnTo>
                    <a:pt x="6506" y="2908"/>
                  </a:lnTo>
                  <a:cubicBezTo>
                    <a:pt x="6574" y="2937"/>
                    <a:pt x="6607" y="3019"/>
                    <a:pt x="6578" y="3091"/>
                  </a:cubicBezTo>
                  <a:lnTo>
                    <a:pt x="6578" y="3086"/>
                  </a:lnTo>
                  <a:lnTo>
                    <a:pt x="6458" y="3370"/>
                  </a:lnTo>
                  <a:cubicBezTo>
                    <a:pt x="6437" y="3423"/>
                    <a:pt x="6387" y="3455"/>
                    <a:pt x="6335" y="3455"/>
                  </a:cubicBezTo>
                  <a:cubicBezTo>
                    <a:pt x="6317" y="3455"/>
                    <a:pt x="6298" y="3451"/>
                    <a:pt x="6280" y="3442"/>
                  </a:cubicBezTo>
                  <a:lnTo>
                    <a:pt x="6025" y="3336"/>
                  </a:lnTo>
                  <a:lnTo>
                    <a:pt x="6266" y="2807"/>
                  </a:lnTo>
                  <a:close/>
                  <a:moveTo>
                    <a:pt x="2887" y="498"/>
                  </a:moveTo>
                  <a:cubicBezTo>
                    <a:pt x="2899" y="498"/>
                    <a:pt x="2910" y="499"/>
                    <a:pt x="2921" y="502"/>
                  </a:cubicBezTo>
                  <a:lnTo>
                    <a:pt x="2946" y="507"/>
                  </a:lnTo>
                  <a:cubicBezTo>
                    <a:pt x="3027" y="526"/>
                    <a:pt x="3080" y="613"/>
                    <a:pt x="3061" y="695"/>
                  </a:cubicBezTo>
                  <a:lnTo>
                    <a:pt x="3037" y="786"/>
                  </a:lnTo>
                  <a:lnTo>
                    <a:pt x="2782" y="1671"/>
                  </a:lnTo>
                  <a:cubicBezTo>
                    <a:pt x="2735" y="1837"/>
                    <a:pt x="2868" y="1947"/>
                    <a:pt x="2999" y="1947"/>
                  </a:cubicBezTo>
                  <a:cubicBezTo>
                    <a:pt x="3084" y="1947"/>
                    <a:pt x="3168" y="1900"/>
                    <a:pt x="3201" y="1792"/>
                  </a:cubicBezTo>
                  <a:lnTo>
                    <a:pt x="3446" y="935"/>
                  </a:lnTo>
                  <a:cubicBezTo>
                    <a:pt x="3472" y="901"/>
                    <a:pt x="3516" y="882"/>
                    <a:pt x="3561" y="882"/>
                  </a:cubicBezTo>
                  <a:cubicBezTo>
                    <a:pt x="3574" y="882"/>
                    <a:pt x="3587" y="884"/>
                    <a:pt x="3600" y="887"/>
                  </a:cubicBezTo>
                  <a:lnTo>
                    <a:pt x="3619" y="892"/>
                  </a:lnTo>
                  <a:cubicBezTo>
                    <a:pt x="3701" y="911"/>
                    <a:pt x="3754" y="993"/>
                    <a:pt x="3735" y="1075"/>
                  </a:cubicBezTo>
                  <a:lnTo>
                    <a:pt x="3508" y="1840"/>
                  </a:lnTo>
                  <a:cubicBezTo>
                    <a:pt x="3453" y="2011"/>
                    <a:pt x="3589" y="2126"/>
                    <a:pt x="3721" y="2126"/>
                  </a:cubicBezTo>
                  <a:cubicBezTo>
                    <a:pt x="3808" y="2126"/>
                    <a:pt x="3894" y="2076"/>
                    <a:pt x="3922" y="1960"/>
                  </a:cubicBezTo>
                  <a:lnTo>
                    <a:pt x="4134" y="1253"/>
                  </a:lnTo>
                  <a:cubicBezTo>
                    <a:pt x="4162" y="1209"/>
                    <a:pt x="4214" y="1188"/>
                    <a:pt x="4264" y="1188"/>
                  </a:cubicBezTo>
                  <a:cubicBezTo>
                    <a:pt x="4274" y="1188"/>
                    <a:pt x="4283" y="1189"/>
                    <a:pt x="4293" y="1190"/>
                  </a:cubicBezTo>
                  <a:lnTo>
                    <a:pt x="4317" y="1200"/>
                  </a:lnTo>
                  <a:cubicBezTo>
                    <a:pt x="4399" y="1219"/>
                    <a:pt x="4452" y="1301"/>
                    <a:pt x="4432" y="1383"/>
                  </a:cubicBezTo>
                  <a:lnTo>
                    <a:pt x="4399" y="1522"/>
                  </a:lnTo>
                  <a:lnTo>
                    <a:pt x="4211" y="2109"/>
                  </a:lnTo>
                  <a:cubicBezTo>
                    <a:pt x="4158" y="2280"/>
                    <a:pt x="4294" y="2394"/>
                    <a:pt x="4426" y="2394"/>
                  </a:cubicBezTo>
                  <a:cubicBezTo>
                    <a:pt x="4510" y="2394"/>
                    <a:pt x="4593" y="2348"/>
                    <a:pt x="4625" y="2239"/>
                  </a:cubicBezTo>
                  <a:lnTo>
                    <a:pt x="4812" y="1642"/>
                  </a:lnTo>
                  <a:lnTo>
                    <a:pt x="4812" y="1638"/>
                  </a:lnTo>
                  <a:lnTo>
                    <a:pt x="4812" y="1628"/>
                  </a:lnTo>
                  <a:cubicBezTo>
                    <a:pt x="4829" y="1558"/>
                    <a:pt x="4892" y="1509"/>
                    <a:pt x="4961" y="1509"/>
                  </a:cubicBezTo>
                  <a:cubicBezTo>
                    <a:pt x="4973" y="1509"/>
                    <a:pt x="4984" y="1510"/>
                    <a:pt x="4995" y="1513"/>
                  </a:cubicBezTo>
                  <a:lnTo>
                    <a:pt x="5019" y="1517"/>
                  </a:lnTo>
                  <a:cubicBezTo>
                    <a:pt x="5106" y="1537"/>
                    <a:pt x="5159" y="1623"/>
                    <a:pt x="5140" y="1705"/>
                  </a:cubicBezTo>
                  <a:lnTo>
                    <a:pt x="5140" y="1710"/>
                  </a:lnTo>
                  <a:lnTo>
                    <a:pt x="4817" y="2865"/>
                  </a:lnTo>
                  <a:cubicBezTo>
                    <a:pt x="4817" y="2874"/>
                    <a:pt x="4812" y="2884"/>
                    <a:pt x="4812" y="2894"/>
                  </a:cubicBezTo>
                  <a:cubicBezTo>
                    <a:pt x="4812" y="2903"/>
                    <a:pt x="4678" y="3822"/>
                    <a:pt x="4129" y="4096"/>
                  </a:cubicBezTo>
                  <a:cubicBezTo>
                    <a:pt x="4057" y="4130"/>
                    <a:pt x="4009" y="4207"/>
                    <a:pt x="4009" y="4289"/>
                  </a:cubicBezTo>
                  <a:lnTo>
                    <a:pt x="4009" y="4948"/>
                  </a:lnTo>
                  <a:lnTo>
                    <a:pt x="1959" y="4948"/>
                  </a:lnTo>
                  <a:lnTo>
                    <a:pt x="1959" y="3914"/>
                  </a:lnTo>
                  <a:cubicBezTo>
                    <a:pt x="1959" y="3861"/>
                    <a:pt x="1940" y="3813"/>
                    <a:pt x="1911" y="3774"/>
                  </a:cubicBezTo>
                  <a:cubicBezTo>
                    <a:pt x="1901" y="3769"/>
                    <a:pt x="1324" y="3062"/>
                    <a:pt x="1430" y="2470"/>
                  </a:cubicBezTo>
                  <a:cubicBezTo>
                    <a:pt x="1459" y="2282"/>
                    <a:pt x="1497" y="2095"/>
                    <a:pt x="1550" y="1912"/>
                  </a:cubicBezTo>
                  <a:lnTo>
                    <a:pt x="1940" y="2076"/>
                  </a:lnTo>
                  <a:cubicBezTo>
                    <a:pt x="1974" y="2170"/>
                    <a:pt x="2058" y="2216"/>
                    <a:pt x="2141" y="2216"/>
                  </a:cubicBezTo>
                  <a:cubicBezTo>
                    <a:pt x="2231" y="2216"/>
                    <a:pt x="2321" y="2162"/>
                    <a:pt x="2349" y="2056"/>
                  </a:cubicBezTo>
                  <a:lnTo>
                    <a:pt x="2734" y="622"/>
                  </a:lnTo>
                  <a:lnTo>
                    <a:pt x="2734" y="618"/>
                  </a:lnTo>
                  <a:cubicBezTo>
                    <a:pt x="2750" y="547"/>
                    <a:pt x="2817" y="498"/>
                    <a:pt x="2887" y="498"/>
                  </a:cubicBezTo>
                  <a:close/>
                  <a:moveTo>
                    <a:pt x="4317" y="5405"/>
                  </a:moveTo>
                  <a:lnTo>
                    <a:pt x="4317" y="6084"/>
                  </a:lnTo>
                  <a:lnTo>
                    <a:pt x="1565" y="6084"/>
                  </a:lnTo>
                  <a:lnTo>
                    <a:pt x="1565" y="5405"/>
                  </a:lnTo>
                  <a:close/>
                  <a:moveTo>
                    <a:pt x="675" y="0"/>
                  </a:moveTo>
                  <a:cubicBezTo>
                    <a:pt x="593" y="0"/>
                    <a:pt x="513" y="46"/>
                    <a:pt x="477" y="122"/>
                  </a:cubicBezTo>
                  <a:lnTo>
                    <a:pt x="49" y="1027"/>
                  </a:lnTo>
                  <a:cubicBezTo>
                    <a:pt x="1" y="1123"/>
                    <a:pt x="34" y="1238"/>
                    <a:pt x="121" y="1296"/>
                  </a:cubicBezTo>
                  <a:cubicBezTo>
                    <a:pt x="155" y="1320"/>
                    <a:pt x="188" y="1335"/>
                    <a:pt x="222" y="1349"/>
                  </a:cubicBezTo>
                  <a:lnTo>
                    <a:pt x="1146" y="1744"/>
                  </a:lnTo>
                  <a:cubicBezTo>
                    <a:pt x="1083" y="1955"/>
                    <a:pt x="1030" y="2172"/>
                    <a:pt x="1002" y="2393"/>
                  </a:cubicBezTo>
                  <a:cubicBezTo>
                    <a:pt x="881" y="3072"/>
                    <a:pt x="1362" y="3774"/>
                    <a:pt x="1526" y="3986"/>
                  </a:cubicBezTo>
                  <a:lnTo>
                    <a:pt x="1526" y="4967"/>
                  </a:lnTo>
                  <a:lnTo>
                    <a:pt x="1348" y="4967"/>
                  </a:lnTo>
                  <a:cubicBezTo>
                    <a:pt x="1228" y="4967"/>
                    <a:pt x="1131" y="5064"/>
                    <a:pt x="1131" y="5184"/>
                  </a:cubicBezTo>
                  <a:lnTo>
                    <a:pt x="1131" y="13282"/>
                  </a:lnTo>
                  <a:cubicBezTo>
                    <a:pt x="1131" y="13398"/>
                    <a:pt x="1228" y="13499"/>
                    <a:pt x="1348" y="13499"/>
                  </a:cubicBezTo>
                  <a:lnTo>
                    <a:pt x="4529" y="13499"/>
                  </a:lnTo>
                  <a:cubicBezTo>
                    <a:pt x="4649" y="13499"/>
                    <a:pt x="4745" y="13398"/>
                    <a:pt x="4745" y="13282"/>
                  </a:cubicBezTo>
                  <a:lnTo>
                    <a:pt x="4745" y="7874"/>
                  </a:lnTo>
                  <a:cubicBezTo>
                    <a:pt x="4745" y="7729"/>
                    <a:pt x="4638" y="7657"/>
                    <a:pt x="4531" y="7657"/>
                  </a:cubicBezTo>
                  <a:cubicBezTo>
                    <a:pt x="4424" y="7657"/>
                    <a:pt x="4317" y="7729"/>
                    <a:pt x="4317" y="7874"/>
                  </a:cubicBezTo>
                  <a:lnTo>
                    <a:pt x="4317" y="13066"/>
                  </a:lnTo>
                  <a:lnTo>
                    <a:pt x="1565" y="13066"/>
                  </a:lnTo>
                  <a:lnTo>
                    <a:pt x="1565" y="6517"/>
                  </a:lnTo>
                  <a:lnTo>
                    <a:pt x="4317" y="6517"/>
                  </a:lnTo>
                  <a:lnTo>
                    <a:pt x="4317" y="7118"/>
                  </a:lnTo>
                  <a:cubicBezTo>
                    <a:pt x="4314" y="7260"/>
                    <a:pt x="4422" y="7331"/>
                    <a:pt x="4529" y="7331"/>
                  </a:cubicBezTo>
                  <a:cubicBezTo>
                    <a:pt x="4637" y="7331"/>
                    <a:pt x="4745" y="7260"/>
                    <a:pt x="4745" y="7118"/>
                  </a:cubicBezTo>
                  <a:lnTo>
                    <a:pt x="4745" y="5194"/>
                  </a:lnTo>
                  <a:cubicBezTo>
                    <a:pt x="4745" y="5073"/>
                    <a:pt x="4649" y="4977"/>
                    <a:pt x="4529" y="4977"/>
                  </a:cubicBezTo>
                  <a:lnTo>
                    <a:pt x="4442" y="4977"/>
                  </a:lnTo>
                  <a:lnTo>
                    <a:pt x="4442" y="4419"/>
                  </a:lnTo>
                  <a:cubicBezTo>
                    <a:pt x="4808" y="4178"/>
                    <a:pt x="5010" y="3755"/>
                    <a:pt x="5120" y="3428"/>
                  </a:cubicBezTo>
                  <a:lnTo>
                    <a:pt x="6112" y="3846"/>
                  </a:lnTo>
                  <a:cubicBezTo>
                    <a:pt x="6183" y="3876"/>
                    <a:pt x="6258" y="3890"/>
                    <a:pt x="6331" y="3890"/>
                  </a:cubicBezTo>
                  <a:cubicBezTo>
                    <a:pt x="6552" y="3890"/>
                    <a:pt x="6763" y="3760"/>
                    <a:pt x="6857" y="3543"/>
                  </a:cubicBezTo>
                  <a:lnTo>
                    <a:pt x="6978" y="3259"/>
                  </a:lnTo>
                  <a:cubicBezTo>
                    <a:pt x="7040" y="3120"/>
                    <a:pt x="7040" y="2961"/>
                    <a:pt x="6983" y="2817"/>
                  </a:cubicBezTo>
                  <a:cubicBezTo>
                    <a:pt x="6925" y="2677"/>
                    <a:pt x="6814" y="2566"/>
                    <a:pt x="6675" y="2509"/>
                  </a:cubicBezTo>
                  <a:lnTo>
                    <a:pt x="5501" y="2013"/>
                  </a:lnTo>
                  <a:lnTo>
                    <a:pt x="5558" y="1816"/>
                  </a:lnTo>
                  <a:lnTo>
                    <a:pt x="5558" y="1811"/>
                  </a:lnTo>
                  <a:cubicBezTo>
                    <a:pt x="5630" y="1493"/>
                    <a:pt x="5438" y="1176"/>
                    <a:pt x="5120" y="1104"/>
                  </a:cubicBezTo>
                  <a:lnTo>
                    <a:pt x="5101" y="1099"/>
                  </a:lnTo>
                  <a:cubicBezTo>
                    <a:pt x="5055" y="1087"/>
                    <a:pt x="5008" y="1081"/>
                    <a:pt x="4961" y="1081"/>
                  </a:cubicBezTo>
                  <a:cubicBezTo>
                    <a:pt x="4910" y="1081"/>
                    <a:pt x="4858" y="1088"/>
                    <a:pt x="4808" y="1104"/>
                  </a:cubicBezTo>
                  <a:cubicBezTo>
                    <a:pt x="4731" y="940"/>
                    <a:pt x="4586" y="820"/>
                    <a:pt x="4413" y="781"/>
                  </a:cubicBezTo>
                  <a:lnTo>
                    <a:pt x="4389" y="776"/>
                  </a:lnTo>
                  <a:cubicBezTo>
                    <a:pt x="4343" y="764"/>
                    <a:pt x="4295" y="758"/>
                    <a:pt x="4247" y="758"/>
                  </a:cubicBezTo>
                  <a:cubicBezTo>
                    <a:pt x="4199" y="758"/>
                    <a:pt x="4151" y="764"/>
                    <a:pt x="4105" y="776"/>
                  </a:cubicBezTo>
                  <a:cubicBezTo>
                    <a:pt x="4100" y="762"/>
                    <a:pt x="4091" y="748"/>
                    <a:pt x="4081" y="733"/>
                  </a:cubicBezTo>
                  <a:cubicBezTo>
                    <a:pt x="3999" y="598"/>
                    <a:pt x="3869" y="502"/>
                    <a:pt x="3715" y="468"/>
                  </a:cubicBezTo>
                  <a:lnTo>
                    <a:pt x="3696" y="464"/>
                  </a:lnTo>
                  <a:cubicBezTo>
                    <a:pt x="3651" y="452"/>
                    <a:pt x="3604" y="448"/>
                    <a:pt x="3558" y="448"/>
                  </a:cubicBezTo>
                  <a:cubicBezTo>
                    <a:pt x="3525" y="448"/>
                    <a:pt x="3492" y="450"/>
                    <a:pt x="3460" y="454"/>
                  </a:cubicBezTo>
                  <a:cubicBezTo>
                    <a:pt x="3446" y="420"/>
                    <a:pt x="3427" y="382"/>
                    <a:pt x="3407" y="348"/>
                  </a:cubicBezTo>
                  <a:cubicBezTo>
                    <a:pt x="3326" y="213"/>
                    <a:pt x="3191" y="122"/>
                    <a:pt x="3042" y="83"/>
                  </a:cubicBezTo>
                  <a:lnTo>
                    <a:pt x="3018" y="79"/>
                  </a:lnTo>
                  <a:cubicBezTo>
                    <a:pt x="2973" y="68"/>
                    <a:pt x="2929" y="64"/>
                    <a:pt x="2885" y="64"/>
                  </a:cubicBezTo>
                  <a:cubicBezTo>
                    <a:pt x="2621" y="64"/>
                    <a:pt x="2381" y="243"/>
                    <a:pt x="2315" y="512"/>
                  </a:cubicBezTo>
                  <a:lnTo>
                    <a:pt x="2277" y="656"/>
                  </a:lnTo>
                  <a:lnTo>
                    <a:pt x="756" y="16"/>
                  </a:lnTo>
                  <a:cubicBezTo>
                    <a:pt x="730" y="5"/>
                    <a:pt x="702" y="0"/>
                    <a:pt x="6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1"/>
            <p:cNvSpPr/>
            <p:nvPr/>
          </p:nvSpPr>
          <p:spPr>
            <a:xfrm>
              <a:off x="5439182" y="1996466"/>
              <a:ext cx="53268" cy="37532"/>
            </a:xfrm>
            <a:custGeom>
              <a:rect b="b" l="l" r="r" t="t"/>
              <a:pathLst>
                <a:path extrusionOk="0" h="1431" w="2031">
                  <a:moveTo>
                    <a:pt x="288" y="1"/>
                  </a:moveTo>
                  <a:cubicBezTo>
                    <a:pt x="97" y="1"/>
                    <a:pt x="1" y="236"/>
                    <a:pt x="141" y="372"/>
                  </a:cubicBezTo>
                  <a:lnTo>
                    <a:pt x="1156" y="1368"/>
                  </a:lnTo>
                  <a:cubicBezTo>
                    <a:pt x="1199" y="1406"/>
                    <a:pt x="1252" y="1426"/>
                    <a:pt x="1310" y="1426"/>
                  </a:cubicBezTo>
                  <a:lnTo>
                    <a:pt x="1310" y="1430"/>
                  </a:lnTo>
                  <a:cubicBezTo>
                    <a:pt x="1503" y="1430"/>
                    <a:pt x="1599" y="1195"/>
                    <a:pt x="1459" y="1060"/>
                  </a:cubicBezTo>
                  <a:lnTo>
                    <a:pt x="858" y="473"/>
                  </a:lnTo>
                  <a:lnTo>
                    <a:pt x="1724" y="526"/>
                  </a:lnTo>
                  <a:cubicBezTo>
                    <a:pt x="1730" y="526"/>
                    <a:pt x="1736" y="526"/>
                    <a:pt x="1742" y="526"/>
                  </a:cubicBezTo>
                  <a:cubicBezTo>
                    <a:pt x="2009" y="526"/>
                    <a:pt x="2031" y="112"/>
                    <a:pt x="1753" y="97"/>
                  </a:cubicBezTo>
                  <a:lnTo>
                    <a:pt x="304" y="1"/>
                  </a:lnTo>
                  <a:cubicBezTo>
                    <a:pt x="299" y="1"/>
                    <a:pt x="293"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8" name="Google Shape;11218;p81"/>
          <p:cNvGrpSpPr/>
          <p:nvPr/>
        </p:nvGrpSpPr>
        <p:grpSpPr>
          <a:xfrm>
            <a:off x="5775393" y="1975038"/>
            <a:ext cx="379145" cy="379250"/>
            <a:chOff x="5775393" y="1975038"/>
            <a:chExt cx="379145" cy="379250"/>
          </a:xfrm>
        </p:grpSpPr>
        <p:sp>
          <p:nvSpPr>
            <p:cNvPr id="11219" name="Google Shape;11219;p81"/>
            <p:cNvSpPr/>
            <p:nvPr/>
          </p:nvSpPr>
          <p:spPr>
            <a:xfrm>
              <a:off x="5780953" y="1980572"/>
              <a:ext cx="279061" cy="184038"/>
            </a:xfrm>
            <a:custGeom>
              <a:rect b="b" l="l" r="r" t="t"/>
              <a:pathLst>
                <a:path extrusionOk="0" h="7017" w="10640">
                  <a:moveTo>
                    <a:pt x="905" y="1"/>
                  </a:moveTo>
                  <a:cubicBezTo>
                    <a:pt x="405" y="1"/>
                    <a:pt x="1" y="410"/>
                    <a:pt x="1" y="910"/>
                  </a:cubicBezTo>
                  <a:lnTo>
                    <a:pt x="1" y="6790"/>
                  </a:lnTo>
                  <a:cubicBezTo>
                    <a:pt x="1" y="6915"/>
                    <a:pt x="102" y="7016"/>
                    <a:pt x="227" y="7016"/>
                  </a:cubicBezTo>
                  <a:lnTo>
                    <a:pt x="2488" y="7016"/>
                  </a:lnTo>
                  <a:cubicBezTo>
                    <a:pt x="2738" y="7016"/>
                    <a:pt x="2941" y="6814"/>
                    <a:pt x="2941" y="6564"/>
                  </a:cubicBezTo>
                  <a:lnTo>
                    <a:pt x="2941" y="6112"/>
                  </a:lnTo>
                  <a:cubicBezTo>
                    <a:pt x="2945" y="5919"/>
                    <a:pt x="2864" y="5732"/>
                    <a:pt x="2714" y="5602"/>
                  </a:cubicBezTo>
                  <a:cubicBezTo>
                    <a:pt x="1815" y="4861"/>
                    <a:pt x="2334" y="3403"/>
                    <a:pt x="3499" y="3393"/>
                  </a:cubicBezTo>
                  <a:cubicBezTo>
                    <a:pt x="4023" y="3393"/>
                    <a:pt x="4495" y="3716"/>
                    <a:pt x="4673" y="4211"/>
                  </a:cubicBezTo>
                  <a:cubicBezTo>
                    <a:pt x="4856" y="4702"/>
                    <a:pt x="4711" y="5255"/>
                    <a:pt x="4307" y="5592"/>
                  </a:cubicBezTo>
                  <a:cubicBezTo>
                    <a:pt x="4158" y="5722"/>
                    <a:pt x="4071" y="5910"/>
                    <a:pt x="4071" y="6107"/>
                  </a:cubicBezTo>
                  <a:lnTo>
                    <a:pt x="4071" y="6564"/>
                  </a:lnTo>
                  <a:cubicBezTo>
                    <a:pt x="4071" y="6812"/>
                    <a:pt x="4269" y="7017"/>
                    <a:pt x="4515" y="7017"/>
                  </a:cubicBezTo>
                  <a:cubicBezTo>
                    <a:pt x="4518" y="7017"/>
                    <a:pt x="4521" y="7017"/>
                    <a:pt x="4524" y="7016"/>
                  </a:cubicBezTo>
                  <a:lnTo>
                    <a:pt x="7016" y="7016"/>
                  </a:lnTo>
                  <a:lnTo>
                    <a:pt x="7016" y="4529"/>
                  </a:lnTo>
                  <a:cubicBezTo>
                    <a:pt x="7016" y="4279"/>
                    <a:pt x="7218" y="4077"/>
                    <a:pt x="7468" y="4077"/>
                  </a:cubicBezTo>
                  <a:lnTo>
                    <a:pt x="7925" y="4077"/>
                  </a:lnTo>
                  <a:cubicBezTo>
                    <a:pt x="8123" y="4077"/>
                    <a:pt x="8310" y="4163"/>
                    <a:pt x="8440" y="4312"/>
                  </a:cubicBezTo>
                  <a:cubicBezTo>
                    <a:pt x="8681" y="4598"/>
                    <a:pt x="9032" y="4755"/>
                    <a:pt x="9392" y="4755"/>
                  </a:cubicBezTo>
                  <a:cubicBezTo>
                    <a:pt x="9536" y="4755"/>
                    <a:pt x="9681" y="4730"/>
                    <a:pt x="9821" y="4678"/>
                  </a:cubicBezTo>
                  <a:cubicBezTo>
                    <a:pt x="10312" y="4500"/>
                    <a:pt x="10639" y="4028"/>
                    <a:pt x="10639" y="3504"/>
                  </a:cubicBezTo>
                  <a:cubicBezTo>
                    <a:pt x="10633" y="2748"/>
                    <a:pt x="10016" y="2263"/>
                    <a:pt x="9381" y="2263"/>
                  </a:cubicBezTo>
                  <a:cubicBezTo>
                    <a:pt x="9038" y="2263"/>
                    <a:pt x="8690" y="2404"/>
                    <a:pt x="8431" y="2720"/>
                  </a:cubicBezTo>
                  <a:cubicBezTo>
                    <a:pt x="8304" y="2865"/>
                    <a:pt x="8124" y="2946"/>
                    <a:pt x="7937" y="2946"/>
                  </a:cubicBezTo>
                  <a:cubicBezTo>
                    <a:pt x="7931" y="2946"/>
                    <a:pt x="7926" y="2946"/>
                    <a:pt x="7921" y="2946"/>
                  </a:cubicBezTo>
                  <a:lnTo>
                    <a:pt x="7468" y="2946"/>
                  </a:lnTo>
                  <a:cubicBezTo>
                    <a:pt x="7218" y="2946"/>
                    <a:pt x="7016" y="2744"/>
                    <a:pt x="7016" y="2493"/>
                  </a:cubicBezTo>
                  <a:lnTo>
                    <a:pt x="7016" y="227"/>
                  </a:lnTo>
                  <a:cubicBezTo>
                    <a:pt x="7016" y="107"/>
                    <a:pt x="6915" y="6"/>
                    <a:pt x="679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1"/>
            <p:cNvSpPr/>
            <p:nvPr/>
          </p:nvSpPr>
          <p:spPr>
            <a:xfrm>
              <a:off x="5964834" y="1980572"/>
              <a:ext cx="184143" cy="279192"/>
            </a:xfrm>
            <a:custGeom>
              <a:rect b="b" l="l" r="r" t="t"/>
              <a:pathLst>
                <a:path extrusionOk="0" h="10645" w="7021">
                  <a:moveTo>
                    <a:pt x="226" y="1"/>
                  </a:moveTo>
                  <a:cubicBezTo>
                    <a:pt x="106" y="1"/>
                    <a:pt x="0" y="102"/>
                    <a:pt x="0" y="227"/>
                  </a:cubicBezTo>
                  <a:lnTo>
                    <a:pt x="0" y="2493"/>
                  </a:lnTo>
                  <a:cubicBezTo>
                    <a:pt x="0" y="2744"/>
                    <a:pt x="207" y="2946"/>
                    <a:pt x="457" y="2946"/>
                  </a:cubicBezTo>
                  <a:lnTo>
                    <a:pt x="910" y="2946"/>
                  </a:lnTo>
                  <a:cubicBezTo>
                    <a:pt x="915" y="2946"/>
                    <a:pt x="920" y="2946"/>
                    <a:pt x="926" y="2946"/>
                  </a:cubicBezTo>
                  <a:cubicBezTo>
                    <a:pt x="1113" y="2946"/>
                    <a:pt x="1293" y="2865"/>
                    <a:pt x="1420" y="2720"/>
                  </a:cubicBezTo>
                  <a:cubicBezTo>
                    <a:pt x="1679" y="2404"/>
                    <a:pt x="2027" y="2263"/>
                    <a:pt x="2370" y="2263"/>
                  </a:cubicBezTo>
                  <a:cubicBezTo>
                    <a:pt x="3005" y="2263"/>
                    <a:pt x="3622" y="2748"/>
                    <a:pt x="3628" y="3504"/>
                  </a:cubicBezTo>
                  <a:cubicBezTo>
                    <a:pt x="3628" y="4028"/>
                    <a:pt x="3301" y="4500"/>
                    <a:pt x="2810" y="4678"/>
                  </a:cubicBezTo>
                  <a:cubicBezTo>
                    <a:pt x="2670" y="4730"/>
                    <a:pt x="2525" y="4755"/>
                    <a:pt x="2381" y="4755"/>
                  </a:cubicBezTo>
                  <a:cubicBezTo>
                    <a:pt x="2021" y="4755"/>
                    <a:pt x="1670" y="4598"/>
                    <a:pt x="1429" y="4312"/>
                  </a:cubicBezTo>
                  <a:cubicBezTo>
                    <a:pt x="1299" y="4163"/>
                    <a:pt x="1112" y="4077"/>
                    <a:pt x="914" y="4077"/>
                  </a:cubicBezTo>
                  <a:lnTo>
                    <a:pt x="457" y="4077"/>
                  </a:lnTo>
                  <a:cubicBezTo>
                    <a:pt x="207" y="4077"/>
                    <a:pt x="5" y="4279"/>
                    <a:pt x="5" y="4529"/>
                  </a:cubicBezTo>
                  <a:lnTo>
                    <a:pt x="5" y="7021"/>
                  </a:lnTo>
                  <a:lnTo>
                    <a:pt x="2493" y="7021"/>
                  </a:lnTo>
                  <a:cubicBezTo>
                    <a:pt x="2743" y="7021"/>
                    <a:pt x="2945" y="7223"/>
                    <a:pt x="2945" y="7474"/>
                  </a:cubicBezTo>
                  <a:lnTo>
                    <a:pt x="2945" y="7931"/>
                  </a:lnTo>
                  <a:cubicBezTo>
                    <a:pt x="2945" y="8128"/>
                    <a:pt x="2858" y="8316"/>
                    <a:pt x="2709" y="8446"/>
                  </a:cubicBezTo>
                  <a:cubicBezTo>
                    <a:pt x="1821" y="9195"/>
                    <a:pt x="2351" y="10645"/>
                    <a:pt x="3512" y="10645"/>
                  </a:cubicBezTo>
                  <a:cubicBezTo>
                    <a:pt x="3514" y="10645"/>
                    <a:pt x="3516" y="10645"/>
                    <a:pt x="3518" y="10645"/>
                  </a:cubicBezTo>
                  <a:cubicBezTo>
                    <a:pt x="4042" y="10640"/>
                    <a:pt x="4509" y="10308"/>
                    <a:pt x="4687" y="9812"/>
                  </a:cubicBezTo>
                  <a:cubicBezTo>
                    <a:pt x="4860" y="9321"/>
                    <a:pt x="4706" y="8768"/>
                    <a:pt x="4302" y="8436"/>
                  </a:cubicBezTo>
                  <a:cubicBezTo>
                    <a:pt x="4158" y="8306"/>
                    <a:pt x="4071" y="8118"/>
                    <a:pt x="4076" y="7921"/>
                  </a:cubicBezTo>
                  <a:lnTo>
                    <a:pt x="4076" y="7474"/>
                  </a:lnTo>
                  <a:cubicBezTo>
                    <a:pt x="4076" y="7226"/>
                    <a:pt x="4278" y="7021"/>
                    <a:pt x="4524" y="7021"/>
                  </a:cubicBezTo>
                  <a:cubicBezTo>
                    <a:pt x="4527" y="7021"/>
                    <a:pt x="4530" y="7021"/>
                    <a:pt x="4533" y="7021"/>
                  </a:cubicBezTo>
                  <a:lnTo>
                    <a:pt x="6794" y="7021"/>
                  </a:lnTo>
                  <a:cubicBezTo>
                    <a:pt x="6920" y="7016"/>
                    <a:pt x="7021" y="6915"/>
                    <a:pt x="7021" y="6795"/>
                  </a:cubicBezTo>
                  <a:lnTo>
                    <a:pt x="7021" y="910"/>
                  </a:lnTo>
                  <a:cubicBezTo>
                    <a:pt x="7021" y="410"/>
                    <a:pt x="6612" y="1"/>
                    <a:pt x="61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1"/>
            <p:cNvSpPr/>
            <p:nvPr/>
          </p:nvSpPr>
          <p:spPr>
            <a:xfrm>
              <a:off x="5869707" y="2164584"/>
              <a:ext cx="279139" cy="184143"/>
            </a:xfrm>
            <a:custGeom>
              <a:rect b="b" l="l" r="r" t="t"/>
              <a:pathLst>
                <a:path extrusionOk="0" h="7021" w="10643">
                  <a:moveTo>
                    <a:pt x="8155" y="0"/>
                  </a:moveTo>
                  <a:cubicBezTo>
                    <a:pt x="7905" y="0"/>
                    <a:pt x="7703" y="203"/>
                    <a:pt x="7703" y="453"/>
                  </a:cubicBezTo>
                  <a:lnTo>
                    <a:pt x="7703" y="905"/>
                  </a:lnTo>
                  <a:cubicBezTo>
                    <a:pt x="7698" y="1102"/>
                    <a:pt x="7780" y="1290"/>
                    <a:pt x="7929" y="1420"/>
                  </a:cubicBezTo>
                  <a:cubicBezTo>
                    <a:pt x="8333" y="1752"/>
                    <a:pt x="8487" y="2305"/>
                    <a:pt x="8309" y="2796"/>
                  </a:cubicBezTo>
                  <a:cubicBezTo>
                    <a:pt x="8136" y="3292"/>
                    <a:pt x="7669" y="3624"/>
                    <a:pt x="7145" y="3624"/>
                  </a:cubicBezTo>
                  <a:cubicBezTo>
                    <a:pt x="7141" y="3624"/>
                    <a:pt x="7137" y="3624"/>
                    <a:pt x="7133" y="3624"/>
                  </a:cubicBezTo>
                  <a:cubicBezTo>
                    <a:pt x="5977" y="3624"/>
                    <a:pt x="5449" y="2178"/>
                    <a:pt x="6336" y="1430"/>
                  </a:cubicBezTo>
                  <a:cubicBezTo>
                    <a:pt x="6485" y="1300"/>
                    <a:pt x="6572" y="1112"/>
                    <a:pt x="6572" y="915"/>
                  </a:cubicBezTo>
                  <a:lnTo>
                    <a:pt x="6572" y="458"/>
                  </a:lnTo>
                  <a:cubicBezTo>
                    <a:pt x="6572" y="210"/>
                    <a:pt x="6375" y="5"/>
                    <a:pt x="6128" y="5"/>
                  </a:cubicBezTo>
                  <a:cubicBezTo>
                    <a:pt x="6125" y="5"/>
                    <a:pt x="6123" y="5"/>
                    <a:pt x="6120" y="5"/>
                  </a:cubicBezTo>
                  <a:lnTo>
                    <a:pt x="3627" y="5"/>
                  </a:lnTo>
                  <a:lnTo>
                    <a:pt x="3627" y="2493"/>
                  </a:lnTo>
                  <a:cubicBezTo>
                    <a:pt x="3627" y="2743"/>
                    <a:pt x="3425" y="2945"/>
                    <a:pt x="3175" y="2945"/>
                  </a:cubicBezTo>
                  <a:lnTo>
                    <a:pt x="2718" y="2945"/>
                  </a:lnTo>
                  <a:cubicBezTo>
                    <a:pt x="2521" y="2945"/>
                    <a:pt x="2333" y="2859"/>
                    <a:pt x="2203" y="2709"/>
                  </a:cubicBezTo>
                  <a:cubicBezTo>
                    <a:pt x="1943" y="2402"/>
                    <a:pt x="1600" y="2264"/>
                    <a:pt x="1261" y="2264"/>
                  </a:cubicBezTo>
                  <a:cubicBezTo>
                    <a:pt x="622" y="2264"/>
                    <a:pt x="1" y="2756"/>
                    <a:pt x="4" y="3518"/>
                  </a:cubicBezTo>
                  <a:cubicBezTo>
                    <a:pt x="9" y="4042"/>
                    <a:pt x="341" y="4509"/>
                    <a:pt x="836" y="4682"/>
                  </a:cubicBezTo>
                  <a:cubicBezTo>
                    <a:pt x="973" y="4732"/>
                    <a:pt x="1114" y="4756"/>
                    <a:pt x="1254" y="4756"/>
                  </a:cubicBezTo>
                  <a:cubicBezTo>
                    <a:pt x="1617" y="4756"/>
                    <a:pt x="1973" y="4594"/>
                    <a:pt x="2213" y="4302"/>
                  </a:cubicBezTo>
                  <a:cubicBezTo>
                    <a:pt x="2339" y="4157"/>
                    <a:pt x="2520" y="4076"/>
                    <a:pt x="2707" y="4076"/>
                  </a:cubicBezTo>
                  <a:cubicBezTo>
                    <a:pt x="2712" y="4076"/>
                    <a:pt x="2717" y="4076"/>
                    <a:pt x="2723" y="4076"/>
                  </a:cubicBezTo>
                  <a:lnTo>
                    <a:pt x="3175" y="4076"/>
                  </a:lnTo>
                  <a:cubicBezTo>
                    <a:pt x="3425" y="4076"/>
                    <a:pt x="3632" y="4278"/>
                    <a:pt x="3632" y="4528"/>
                  </a:cubicBezTo>
                  <a:lnTo>
                    <a:pt x="3632" y="6795"/>
                  </a:lnTo>
                  <a:cubicBezTo>
                    <a:pt x="3627" y="6915"/>
                    <a:pt x="3728" y="7016"/>
                    <a:pt x="3853" y="7021"/>
                  </a:cubicBezTo>
                  <a:lnTo>
                    <a:pt x="9738" y="7021"/>
                  </a:lnTo>
                  <a:cubicBezTo>
                    <a:pt x="10239" y="7021"/>
                    <a:pt x="10643" y="6612"/>
                    <a:pt x="10643" y="6111"/>
                  </a:cubicBezTo>
                  <a:lnTo>
                    <a:pt x="10643" y="227"/>
                  </a:lnTo>
                  <a:cubicBezTo>
                    <a:pt x="10643" y="102"/>
                    <a:pt x="10542" y="0"/>
                    <a:pt x="10417"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1"/>
            <p:cNvSpPr/>
            <p:nvPr/>
          </p:nvSpPr>
          <p:spPr>
            <a:xfrm>
              <a:off x="5780822" y="2069562"/>
              <a:ext cx="184170" cy="279034"/>
            </a:xfrm>
            <a:custGeom>
              <a:rect b="b" l="l" r="r" t="t"/>
              <a:pathLst>
                <a:path extrusionOk="0" h="10639" w="7022">
                  <a:moveTo>
                    <a:pt x="3504" y="0"/>
                  </a:moveTo>
                  <a:cubicBezTo>
                    <a:pt x="2339" y="10"/>
                    <a:pt x="1820" y="1468"/>
                    <a:pt x="2719" y="2209"/>
                  </a:cubicBezTo>
                  <a:cubicBezTo>
                    <a:pt x="2869" y="2339"/>
                    <a:pt x="2950" y="2526"/>
                    <a:pt x="2946" y="2724"/>
                  </a:cubicBezTo>
                  <a:lnTo>
                    <a:pt x="2946" y="3171"/>
                  </a:lnTo>
                  <a:cubicBezTo>
                    <a:pt x="2946" y="3421"/>
                    <a:pt x="2743" y="3628"/>
                    <a:pt x="2493" y="3628"/>
                  </a:cubicBezTo>
                  <a:lnTo>
                    <a:pt x="227" y="3628"/>
                  </a:lnTo>
                  <a:cubicBezTo>
                    <a:pt x="102" y="3628"/>
                    <a:pt x="1" y="3729"/>
                    <a:pt x="6" y="3854"/>
                  </a:cubicBezTo>
                  <a:lnTo>
                    <a:pt x="6" y="9734"/>
                  </a:lnTo>
                  <a:cubicBezTo>
                    <a:pt x="6" y="10235"/>
                    <a:pt x="410" y="10639"/>
                    <a:pt x="910" y="10639"/>
                  </a:cubicBezTo>
                  <a:lnTo>
                    <a:pt x="6795" y="10639"/>
                  </a:lnTo>
                  <a:cubicBezTo>
                    <a:pt x="6920" y="10639"/>
                    <a:pt x="7021" y="10538"/>
                    <a:pt x="7021" y="10413"/>
                  </a:cubicBezTo>
                  <a:lnTo>
                    <a:pt x="7021" y="8151"/>
                  </a:lnTo>
                  <a:cubicBezTo>
                    <a:pt x="7021" y="7901"/>
                    <a:pt x="6819" y="7699"/>
                    <a:pt x="6569" y="7699"/>
                  </a:cubicBezTo>
                  <a:lnTo>
                    <a:pt x="6116" y="7699"/>
                  </a:lnTo>
                  <a:cubicBezTo>
                    <a:pt x="6111" y="7699"/>
                    <a:pt x="6105" y="7699"/>
                    <a:pt x="6100" y="7699"/>
                  </a:cubicBezTo>
                  <a:cubicBezTo>
                    <a:pt x="5909" y="7699"/>
                    <a:pt x="5728" y="7780"/>
                    <a:pt x="5602" y="7925"/>
                  </a:cubicBezTo>
                  <a:cubicBezTo>
                    <a:pt x="5362" y="8217"/>
                    <a:pt x="5006" y="8379"/>
                    <a:pt x="4643" y="8379"/>
                  </a:cubicBezTo>
                  <a:cubicBezTo>
                    <a:pt x="4503" y="8379"/>
                    <a:pt x="4362" y="8355"/>
                    <a:pt x="4225" y="8305"/>
                  </a:cubicBezTo>
                  <a:cubicBezTo>
                    <a:pt x="3730" y="8132"/>
                    <a:pt x="3398" y="7665"/>
                    <a:pt x="3398" y="7141"/>
                  </a:cubicBezTo>
                  <a:cubicBezTo>
                    <a:pt x="3392" y="6379"/>
                    <a:pt x="4011" y="5887"/>
                    <a:pt x="4651" y="5887"/>
                  </a:cubicBezTo>
                  <a:cubicBezTo>
                    <a:pt x="4989" y="5887"/>
                    <a:pt x="5332" y="6025"/>
                    <a:pt x="5592" y="6332"/>
                  </a:cubicBezTo>
                  <a:cubicBezTo>
                    <a:pt x="5722" y="6482"/>
                    <a:pt x="5910" y="6568"/>
                    <a:pt x="6107" y="6568"/>
                  </a:cubicBezTo>
                  <a:lnTo>
                    <a:pt x="6569" y="6568"/>
                  </a:lnTo>
                  <a:cubicBezTo>
                    <a:pt x="6814" y="6568"/>
                    <a:pt x="7021" y="6366"/>
                    <a:pt x="7021" y="6116"/>
                  </a:cubicBezTo>
                  <a:lnTo>
                    <a:pt x="7021" y="3623"/>
                  </a:lnTo>
                  <a:lnTo>
                    <a:pt x="4529" y="3623"/>
                  </a:lnTo>
                  <a:cubicBezTo>
                    <a:pt x="4278" y="3623"/>
                    <a:pt x="4076" y="3421"/>
                    <a:pt x="4076" y="3171"/>
                  </a:cubicBezTo>
                  <a:lnTo>
                    <a:pt x="4076" y="2714"/>
                  </a:lnTo>
                  <a:cubicBezTo>
                    <a:pt x="4076" y="2517"/>
                    <a:pt x="4163" y="2329"/>
                    <a:pt x="4312" y="2199"/>
                  </a:cubicBezTo>
                  <a:cubicBezTo>
                    <a:pt x="4711" y="1862"/>
                    <a:pt x="4861" y="1309"/>
                    <a:pt x="4678" y="818"/>
                  </a:cubicBezTo>
                  <a:cubicBezTo>
                    <a:pt x="4500" y="327"/>
                    <a:pt x="4028" y="0"/>
                    <a:pt x="3504"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1"/>
            <p:cNvSpPr/>
            <p:nvPr/>
          </p:nvSpPr>
          <p:spPr>
            <a:xfrm>
              <a:off x="5780822" y="2164715"/>
              <a:ext cx="41675" cy="184012"/>
            </a:xfrm>
            <a:custGeom>
              <a:rect b="b" l="l" r="r" t="t"/>
              <a:pathLst>
                <a:path extrusionOk="0" h="7016" w="1589">
                  <a:moveTo>
                    <a:pt x="227" y="0"/>
                  </a:moveTo>
                  <a:cubicBezTo>
                    <a:pt x="102" y="0"/>
                    <a:pt x="1" y="101"/>
                    <a:pt x="1" y="226"/>
                  </a:cubicBezTo>
                  <a:lnTo>
                    <a:pt x="1" y="6106"/>
                  </a:lnTo>
                  <a:cubicBezTo>
                    <a:pt x="1" y="6607"/>
                    <a:pt x="410" y="7016"/>
                    <a:pt x="910" y="7016"/>
                  </a:cubicBezTo>
                  <a:lnTo>
                    <a:pt x="1589" y="7016"/>
                  </a:lnTo>
                  <a:cubicBezTo>
                    <a:pt x="1088" y="7016"/>
                    <a:pt x="684" y="6607"/>
                    <a:pt x="684" y="6106"/>
                  </a:cubicBezTo>
                  <a:lnTo>
                    <a:pt x="684" y="226"/>
                  </a:lnTo>
                  <a:cubicBezTo>
                    <a:pt x="684" y="101"/>
                    <a:pt x="785" y="0"/>
                    <a:pt x="91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1"/>
            <p:cNvSpPr/>
            <p:nvPr/>
          </p:nvSpPr>
          <p:spPr>
            <a:xfrm>
              <a:off x="5836975" y="2069615"/>
              <a:ext cx="41938" cy="95127"/>
            </a:xfrm>
            <a:custGeom>
              <a:rect b="b" l="l" r="r" t="t"/>
              <a:pathLst>
                <a:path extrusionOk="0" h="3627" w="1599">
                  <a:moveTo>
                    <a:pt x="1368" y="1"/>
                  </a:moveTo>
                  <a:cubicBezTo>
                    <a:pt x="892" y="1"/>
                    <a:pt x="449" y="276"/>
                    <a:pt x="242" y="720"/>
                  </a:cubicBezTo>
                  <a:cubicBezTo>
                    <a:pt x="1" y="1235"/>
                    <a:pt x="136" y="1846"/>
                    <a:pt x="578" y="2207"/>
                  </a:cubicBezTo>
                  <a:cubicBezTo>
                    <a:pt x="728" y="2337"/>
                    <a:pt x="809" y="2524"/>
                    <a:pt x="805" y="2722"/>
                  </a:cubicBezTo>
                  <a:lnTo>
                    <a:pt x="805" y="3169"/>
                  </a:lnTo>
                  <a:cubicBezTo>
                    <a:pt x="805" y="3419"/>
                    <a:pt x="602" y="3626"/>
                    <a:pt x="352" y="3626"/>
                  </a:cubicBezTo>
                  <a:lnTo>
                    <a:pt x="805" y="3626"/>
                  </a:lnTo>
                  <a:cubicBezTo>
                    <a:pt x="1055" y="3626"/>
                    <a:pt x="1257" y="3419"/>
                    <a:pt x="1257" y="3169"/>
                  </a:cubicBezTo>
                  <a:lnTo>
                    <a:pt x="1257" y="2722"/>
                  </a:lnTo>
                  <a:cubicBezTo>
                    <a:pt x="1262" y="2524"/>
                    <a:pt x="1180" y="2337"/>
                    <a:pt x="1031" y="2207"/>
                  </a:cubicBezTo>
                  <a:cubicBezTo>
                    <a:pt x="213" y="1533"/>
                    <a:pt x="559" y="215"/>
                    <a:pt x="1598" y="22"/>
                  </a:cubicBezTo>
                  <a:cubicBezTo>
                    <a:pt x="1521" y="8"/>
                    <a:pt x="1444" y="1"/>
                    <a:pt x="136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1"/>
            <p:cNvSpPr/>
            <p:nvPr/>
          </p:nvSpPr>
          <p:spPr>
            <a:xfrm>
              <a:off x="5780822" y="1980572"/>
              <a:ext cx="41675" cy="184170"/>
            </a:xfrm>
            <a:custGeom>
              <a:rect b="b" l="l" r="r" t="t"/>
              <a:pathLst>
                <a:path extrusionOk="0" h="7022" w="1589">
                  <a:moveTo>
                    <a:pt x="910" y="1"/>
                  </a:moveTo>
                  <a:cubicBezTo>
                    <a:pt x="410" y="1"/>
                    <a:pt x="1" y="410"/>
                    <a:pt x="1" y="910"/>
                  </a:cubicBezTo>
                  <a:lnTo>
                    <a:pt x="1" y="6795"/>
                  </a:lnTo>
                  <a:cubicBezTo>
                    <a:pt x="1" y="6915"/>
                    <a:pt x="102" y="7021"/>
                    <a:pt x="227" y="7021"/>
                  </a:cubicBezTo>
                  <a:lnTo>
                    <a:pt x="910" y="7021"/>
                  </a:lnTo>
                  <a:cubicBezTo>
                    <a:pt x="785" y="7021"/>
                    <a:pt x="684" y="6915"/>
                    <a:pt x="684" y="6795"/>
                  </a:cubicBezTo>
                  <a:lnTo>
                    <a:pt x="684" y="910"/>
                  </a:lnTo>
                  <a:cubicBezTo>
                    <a:pt x="684" y="410"/>
                    <a:pt x="1088" y="1"/>
                    <a:pt x="158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1"/>
            <p:cNvSpPr/>
            <p:nvPr/>
          </p:nvSpPr>
          <p:spPr>
            <a:xfrm>
              <a:off x="6033235" y="2039978"/>
              <a:ext cx="41544" cy="65280"/>
            </a:xfrm>
            <a:custGeom>
              <a:rect b="b" l="l" r="r" t="t"/>
              <a:pathLst>
                <a:path extrusionOk="0" h="2489" w="1584">
                  <a:moveTo>
                    <a:pt x="229" y="0"/>
                  </a:moveTo>
                  <a:cubicBezTo>
                    <a:pt x="154" y="0"/>
                    <a:pt x="77" y="7"/>
                    <a:pt x="0" y="22"/>
                  </a:cubicBezTo>
                  <a:cubicBezTo>
                    <a:pt x="587" y="132"/>
                    <a:pt x="1015" y="642"/>
                    <a:pt x="1020" y="1239"/>
                  </a:cubicBezTo>
                  <a:cubicBezTo>
                    <a:pt x="1020" y="1840"/>
                    <a:pt x="597" y="2355"/>
                    <a:pt x="10" y="2471"/>
                  </a:cubicBezTo>
                  <a:lnTo>
                    <a:pt x="5" y="2471"/>
                  </a:lnTo>
                  <a:cubicBezTo>
                    <a:pt x="82" y="2483"/>
                    <a:pt x="159" y="2489"/>
                    <a:pt x="235" y="2489"/>
                  </a:cubicBezTo>
                  <a:cubicBezTo>
                    <a:pt x="312" y="2489"/>
                    <a:pt x="388" y="2483"/>
                    <a:pt x="462" y="2471"/>
                  </a:cubicBezTo>
                  <a:cubicBezTo>
                    <a:pt x="1141" y="2341"/>
                    <a:pt x="1583" y="1686"/>
                    <a:pt x="1453" y="1013"/>
                  </a:cubicBezTo>
                  <a:cubicBezTo>
                    <a:pt x="1338" y="416"/>
                    <a:pt x="815" y="0"/>
                    <a:pt x="229"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1"/>
            <p:cNvSpPr/>
            <p:nvPr/>
          </p:nvSpPr>
          <p:spPr>
            <a:xfrm>
              <a:off x="5964965" y="1980572"/>
              <a:ext cx="23736" cy="77266"/>
            </a:xfrm>
            <a:custGeom>
              <a:rect b="b" l="l" r="r" t="t"/>
              <a:pathLst>
                <a:path extrusionOk="0" h="2946" w="905">
                  <a:moveTo>
                    <a:pt x="226" y="1"/>
                  </a:moveTo>
                  <a:cubicBezTo>
                    <a:pt x="101" y="1"/>
                    <a:pt x="0" y="102"/>
                    <a:pt x="0" y="227"/>
                  </a:cubicBezTo>
                  <a:lnTo>
                    <a:pt x="0" y="2493"/>
                  </a:lnTo>
                  <a:cubicBezTo>
                    <a:pt x="0" y="2744"/>
                    <a:pt x="202" y="2946"/>
                    <a:pt x="452" y="2946"/>
                  </a:cubicBezTo>
                  <a:lnTo>
                    <a:pt x="905" y="2946"/>
                  </a:lnTo>
                  <a:cubicBezTo>
                    <a:pt x="654" y="2946"/>
                    <a:pt x="452" y="2744"/>
                    <a:pt x="452" y="2493"/>
                  </a:cubicBezTo>
                  <a:lnTo>
                    <a:pt x="452" y="227"/>
                  </a:lnTo>
                  <a:cubicBezTo>
                    <a:pt x="452" y="102"/>
                    <a:pt x="553" y="1"/>
                    <a:pt x="679"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1"/>
            <p:cNvSpPr/>
            <p:nvPr/>
          </p:nvSpPr>
          <p:spPr>
            <a:xfrm>
              <a:off x="5964965" y="2087476"/>
              <a:ext cx="23736" cy="77135"/>
            </a:xfrm>
            <a:custGeom>
              <a:rect b="b" l="l" r="r" t="t"/>
              <a:pathLst>
                <a:path extrusionOk="0" h="2941" w="905">
                  <a:moveTo>
                    <a:pt x="452" y="1"/>
                  </a:moveTo>
                  <a:cubicBezTo>
                    <a:pt x="202" y="1"/>
                    <a:pt x="0" y="203"/>
                    <a:pt x="0" y="453"/>
                  </a:cubicBezTo>
                  <a:lnTo>
                    <a:pt x="0" y="2940"/>
                  </a:lnTo>
                  <a:lnTo>
                    <a:pt x="452" y="2940"/>
                  </a:lnTo>
                  <a:lnTo>
                    <a:pt x="452" y="453"/>
                  </a:lnTo>
                  <a:cubicBezTo>
                    <a:pt x="452" y="203"/>
                    <a:pt x="654" y="1"/>
                    <a:pt x="90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1"/>
            <p:cNvSpPr/>
            <p:nvPr/>
          </p:nvSpPr>
          <p:spPr>
            <a:xfrm>
              <a:off x="6015295" y="2164715"/>
              <a:ext cx="47498" cy="94917"/>
            </a:xfrm>
            <a:custGeom>
              <a:rect b="b" l="l" r="r" t="t"/>
              <a:pathLst>
                <a:path extrusionOk="0" h="3619" w="1811">
                  <a:moveTo>
                    <a:pt x="569" y="0"/>
                  </a:moveTo>
                  <a:cubicBezTo>
                    <a:pt x="819" y="0"/>
                    <a:pt x="1021" y="202"/>
                    <a:pt x="1021" y="453"/>
                  </a:cubicBezTo>
                  <a:lnTo>
                    <a:pt x="1021" y="915"/>
                  </a:lnTo>
                  <a:cubicBezTo>
                    <a:pt x="1021" y="1112"/>
                    <a:pt x="934" y="1299"/>
                    <a:pt x="785" y="1425"/>
                  </a:cubicBezTo>
                  <a:cubicBezTo>
                    <a:pt x="1" y="2089"/>
                    <a:pt x="314" y="3369"/>
                    <a:pt x="1319" y="3590"/>
                  </a:cubicBezTo>
                  <a:cubicBezTo>
                    <a:pt x="1408" y="3609"/>
                    <a:pt x="1499" y="3618"/>
                    <a:pt x="1591" y="3618"/>
                  </a:cubicBezTo>
                  <a:cubicBezTo>
                    <a:pt x="1664" y="3618"/>
                    <a:pt x="1738" y="3612"/>
                    <a:pt x="1810" y="3599"/>
                  </a:cubicBezTo>
                  <a:cubicBezTo>
                    <a:pt x="1796" y="3595"/>
                    <a:pt x="1786" y="3595"/>
                    <a:pt x="1772" y="3590"/>
                  </a:cubicBezTo>
                  <a:cubicBezTo>
                    <a:pt x="766" y="3369"/>
                    <a:pt x="453" y="2089"/>
                    <a:pt x="1238" y="1425"/>
                  </a:cubicBezTo>
                  <a:cubicBezTo>
                    <a:pt x="1387" y="1299"/>
                    <a:pt x="1473" y="1112"/>
                    <a:pt x="1473" y="915"/>
                  </a:cubicBezTo>
                  <a:lnTo>
                    <a:pt x="1473" y="453"/>
                  </a:lnTo>
                  <a:cubicBezTo>
                    <a:pt x="1473" y="202"/>
                    <a:pt x="1271" y="0"/>
                    <a:pt x="102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1"/>
            <p:cNvSpPr/>
            <p:nvPr/>
          </p:nvSpPr>
          <p:spPr>
            <a:xfrm>
              <a:off x="5953084" y="2164715"/>
              <a:ext cx="23762" cy="77135"/>
            </a:xfrm>
            <a:custGeom>
              <a:rect b="b" l="l" r="r" t="t"/>
              <a:pathLst>
                <a:path extrusionOk="0" h="2941" w="906">
                  <a:moveTo>
                    <a:pt x="453" y="0"/>
                  </a:moveTo>
                  <a:lnTo>
                    <a:pt x="453" y="2488"/>
                  </a:lnTo>
                  <a:cubicBezTo>
                    <a:pt x="453" y="2738"/>
                    <a:pt x="246" y="2940"/>
                    <a:pt x="1" y="2940"/>
                  </a:cubicBezTo>
                  <a:lnTo>
                    <a:pt x="453" y="2940"/>
                  </a:lnTo>
                  <a:cubicBezTo>
                    <a:pt x="703" y="2940"/>
                    <a:pt x="905" y="2738"/>
                    <a:pt x="905" y="2488"/>
                  </a:cubicBezTo>
                  <a:lnTo>
                    <a:pt x="905"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1"/>
            <p:cNvSpPr/>
            <p:nvPr/>
          </p:nvSpPr>
          <p:spPr>
            <a:xfrm>
              <a:off x="5867031" y="2224095"/>
              <a:ext cx="41544" cy="65254"/>
            </a:xfrm>
            <a:custGeom>
              <a:rect b="b" l="l" r="r" t="t"/>
              <a:pathLst>
                <a:path extrusionOk="0" h="2488" w="1584">
                  <a:moveTo>
                    <a:pt x="1345" y="0"/>
                  </a:moveTo>
                  <a:cubicBezTo>
                    <a:pt x="1268" y="0"/>
                    <a:pt x="1191" y="7"/>
                    <a:pt x="1116" y="22"/>
                  </a:cubicBezTo>
                  <a:cubicBezTo>
                    <a:pt x="443" y="147"/>
                    <a:pt x="0" y="801"/>
                    <a:pt x="125" y="1475"/>
                  </a:cubicBezTo>
                  <a:cubicBezTo>
                    <a:pt x="240" y="2072"/>
                    <a:pt x="763" y="2487"/>
                    <a:pt x="1353" y="2487"/>
                  </a:cubicBezTo>
                  <a:cubicBezTo>
                    <a:pt x="1429" y="2487"/>
                    <a:pt x="1506" y="2480"/>
                    <a:pt x="1583" y="2466"/>
                  </a:cubicBezTo>
                  <a:cubicBezTo>
                    <a:pt x="890" y="2336"/>
                    <a:pt x="443" y="1663"/>
                    <a:pt x="592" y="975"/>
                  </a:cubicBezTo>
                  <a:cubicBezTo>
                    <a:pt x="698" y="489"/>
                    <a:pt x="1083" y="113"/>
                    <a:pt x="1569" y="22"/>
                  </a:cubicBezTo>
                  <a:lnTo>
                    <a:pt x="1574" y="22"/>
                  </a:lnTo>
                  <a:cubicBezTo>
                    <a:pt x="1499" y="7"/>
                    <a:pt x="1422" y="0"/>
                    <a:pt x="1345"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1"/>
            <p:cNvSpPr/>
            <p:nvPr/>
          </p:nvSpPr>
          <p:spPr>
            <a:xfrm>
              <a:off x="5953084" y="2271488"/>
              <a:ext cx="29690" cy="77240"/>
            </a:xfrm>
            <a:custGeom>
              <a:rect b="b" l="l" r="r" t="t"/>
              <a:pathLst>
                <a:path extrusionOk="0" h="2945" w="1132">
                  <a:moveTo>
                    <a:pt x="1" y="0"/>
                  </a:moveTo>
                  <a:cubicBezTo>
                    <a:pt x="246" y="0"/>
                    <a:pt x="448" y="202"/>
                    <a:pt x="453" y="452"/>
                  </a:cubicBezTo>
                  <a:lnTo>
                    <a:pt x="453" y="2719"/>
                  </a:lnTo>
                  <a:cubicBezTo>
                    <a:pt x="453" y="2839"/>
                    <a:pt x="554" y="2945"/>
                    <a:pt x="679" y="2945"/>
                  </a:cubicBezTo>
                  <a:lnTo>
                    <a:pt x="1132" y="2945"/>
                  </a:lnTo>
                  <a:cubicBezTo>
                    <a:pt x="1006" y="2940"/>
                    <a:pt x="905" y="2839"/>
                    <a:pt x="905" y="2719"/>
                  </a:cubicBezTo>
                  <a:lnTo>
                    <a:pt x="905" y="452"/>
                  </a:lnTo>
                  <a:cubicBezTo>
                    <a:pt x="905" y="202"/>
                    <a:pt x="698" y="0"/>
                    <a:pt x="45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1"/>
            <p:cNvSpPr/>
            <p:nvPr/>
          </p:nvSpPr>
          <p:spPr>
            <a:xfrm>
              <a:off x="5775393" y="1975038"/>
              <a:ext cx="379145" cy="379250"/>
            </a:xfrm>
            <a:custGeom>
              <a:rect b="b" l="l" r="r" t="t"/>
              <a:pathLst>
                <a:path extrusionOk="0" h="14460" w="14456">
                  <a:moveTo>
                    <a:pt x="3720" y="3821"/>
                  </a:moveTo>
                  <a:cubicBezTo>
                    <a:pt x="3794" y="3821"/>
                    <a:pt x="3868" y="3829"/>
                    <a:pt x="3942" y="3845"/>
                  </a:cubicBezTo>
                  <a:cubicBezTo>
                    <a:pt x="4774" y="4032"/>
                    <a:pt x="5039" y="5091"/>
                    <a:pt x="4384" y="5644"/>
                  </a:cubicBezTo>
                  <a:cubicBezTo>
                    <a:pt x="4182" y="5813"/>
                    <a:pt x="4072" y="6058"/>
                    <a:pt x="4072" y="6318"/>
                  </a:cubicBezTo>
                  <a:lnTo>
                    <a:pt x="4072" y="6780"/>
                  </a:lnTo>
                  <a:cubicBezTo>
                    <a:pt x="4072" y="7146"/>
                    <a:pt x="4370" y="7439"/>
                    <a:pt x="4731" y="7439"/>
                  </a:cubicBezTo>
                  <a:lnTo>
                    <a:pt x="7012" y="7439"/>
                  </a:lnTo>
                  <a:lnTo>
                    <a:pt x="7012" y="9720"/>
                  </a:lnTo>
                  <a:cubicBezTo>
                    <a:pt x="7012" y="9850"/>
                    <a:pt x="6901" y="9961"/>
                    <a:pt x="6771" y="9961"/>
                  </a:cubicBezTo>
                  <a:lnTo>
                    <a:pt x="6309" y="9961"/>
                  </a:lnTo>
                  <a:cubicBezTo>
                    <a:pt x="6174" y="9961"/>
                    <a:pt x="6044" y="9903"/>
                    <a:pt x="5958" y="9797"/>
                  </a:cubicBezTo>
                  <a:cubicBezTo>
                    <a:pt x="5660" y="9442"/>
                    <a:pt x="5254" y="9278"/>
                    <a:pt x="4853" y="9278"/>
                  </a:cubicBezTo>
                  <a:cubicBezTo>
                    <a:pt x="4212" y="9278"/>
                    <a:pt x="3582" y="9697"/>
                    <a:pt x="3422" y="10422"/>
                  </a:cubicBezTo>
                  <a:cubicBezTo>
                    <a:pt x="3278" y="11082"/>
                    <a:pt x="3605" y="11751"/>
                    <a:pt x="4211" y="12044"/>
                  </a:cubicBezTo>
                  <a:cubicBezTo>
                    <a:pt x="4413" y="12143"/>
                    <a:pt x="4630" y="12190"/>
                    <a:pt x="4845" y="12190"/>
                  </a:cubicBezTo>
                  <a:cubicBezTo>
                    <a:pt x="5268" y="12190"/>
                    <a:pt x="5683" y="12005"/>
                    <a:pt x="5967" y="11664"/>
                  </a:cubicBezTo>
                  <a:cubicBezTo>
                    <a:pt x="6055" y="11567"/>
                    <a:pt x="6173" y="11514"/>
                    <a:pt x="6302" y="11514"/>
                  </a:cubicBezTo>
                  <a:cubicBezTo>
                    <a:pt x="6307" y="11514"/>
                    <a:pt x="6313" y="11515"/>
                    <a:pt x="6319" y="11515"/>
                  </a:cubicBezTo>
                  <a:lnTo>
                    <a:pt x="6771" y="11515"/>
                  </a:lnTo>
                  <a:cubicBezTo>
                    <a:pt x="6901" y="11515"/>
                    <a:pt x="7012" y="11621"/>
                    <a:pt x="7012" y="11755"/>
                  </a:cubicBezTo>
                  <a:lnTo>
                    <a:pt x="7012" y="14031"/>
                  </a:lnTo>
                  <a:lnTo>
                    <a:pt x="1112" y="14031"/>
                  </a:lnTo>
                  <a:cubicBezTo>
                    <a:pt x="732" y="14031"/>
                    <a:pt x="424" y="13723"/>
                    <a:pt x="419" y="13338"/>
                  </a:cubicBezTo>
                  <a:lnTo>
                    <a:pt x="419" y="7444"/>
                  </a:lnTo>
                  <a:lnTo>
                    <a:pt x="2700" y="7444"/>
                  </a:lnTo>
                  <a:cubicBezTo>
                    <a:pt x="3066" y="7439"/>
                    <a:pt x="3359" y="7146"/>
                    <a:pt x="3359" y="6780"/>
                  </a:cubicBezTo>
                  <a:lnTo>
                    <a:pt x="3359" y="6328"/>
                  </a:lnTo>
                  <a:cubicBezTo>
                    <a:pt x="3364" y="6068"/>
                    <a:pt x="3258" y="5822"/>
                    <a:pt x="3061" y="5654"/>
                  </a:cubicBezTo>
                  <a:cubicBezTo>
                    <a:pt x="2556" y="5235"/>
                    <a:pt x="2556" y="4466"/>
                    <a:pt x="3066" y="4052"/>
                  </a:cubicBezTo>
                  <a:cubicBezTo>
                    <a:pt x="3253" y="3901"/>
                    <a:pt x="3485" y="3821"/>
                    <a:pt x="3720" y="3821"/>
                  </a:cubicBezTo>
                  <a:close/>
                  <a:moveTo>
                    <a:pt x="13334" y="424"/>
                  </a:moveTo>
                  <a:cubicBezTo>
                    <a:pt x="13719" y="424"/>
                    <a:pt x="14027" y="736"/>
                    <a:pt x="14027" y="1121"/>
                  </a:cubicBezTo>
                  <a:lnTo>
                    <a:pt x="14027" y="7021"/>
                  </a:lnTo>
                  <a:lnTo>
                    <a:pt x="13786" y="7021"/>
                  </a:lnTo>
                  <a:cubicBezTo>
                    <a:pt x="13536" y="7045"/>
                    <a:pt x="13536" y="7410"/>
                    <a:pt x="13786" y="7439"/>
                  </a:cubicBezTo>
                  <a:lnTo>
                    <a:pt x="14027" y="7439"/>
                  </a:lnTo>
                  <a:lnTo>
                    <a:pt x="14027" y="13338"/>
                  </a:lnTo>
                  <a:cubicBezTo>
                    <a:pt x="14027" y="13723"/>
                    <a:pt x="13719" y="14031"/>
                    <a:pt x="13339" y="14036"/>
                  </a:cubicBezTo>
                  <a:lnTo>
                    <a:pt x="7440" y="14036"/>
                  </a:lnTo>
                  <a:lnTo>
                    <a:pt x="7440" y="11755"/>
                  </a:lnTo>
                  <a:cubicBezTo>
                    <a:pt x="7435" y="11390"/>
                    <a:pt x="7141" y="11096"/>
                    <a:pt x="6776" y="11096"/>
                  </a:cubicBezTo>
                  <a:lnTo>
                    <a:pt x="6323" y="11096"/>
                  </a:lnTo>
                  <a:cubicBezTo>
                    <a:pt x="6318" y="11096"/>
                    <a:pt x="6312" y="11096"/>
                    <a:pt x="6306" y="11096"/>
                  </a:cubicBezTo>
                  <a:cubicBezTo>
                    <a:pt x="6053" y="11096"/>
                    <a:pt x="5815" y="11201"/>
                    <a:pt x="5650" y="11394"/>
                  </a:cubicBezTo>
                  <a:cubicBezTo>
                    <a:pt x="5441" y="11646"/>
                    <a:pt x="5146" y="11771"/>
                    <a:pt x="4851" y="11771"/>
                  </a:cubicBezTo>
                  <a:cubicBezTo>
                    <a:pt x="4553" y="11771"/>
                    <a:pt x="4255" y="11643"/>
                    <a:pt x="4047" y="11390"/>
                  </a:cubicBezTo>
                  <a:cubicBezTo>
                    <a:pt x="3850" y="11144"/>
                    <a:pt x="3773" y="10822"/>
                    <a:pt x="3841" y="10514"/>
                  </a:cubicBezTo>
                  <a:cubicBezTo>
                    <a:pt x="3956" y="10002"/>
                    <a:pt x="4400" y="9705"/>
                    <a:pt x="4854" y="9705"/>
                  </a:cubicBezTo>
                  <a:cubicBezTo>
                    <a:pt x="5139" y="9705"/>
                    <a:pt x="5427" y="9822"/>
                    <a:pt x="5640" y="10076"/>
                  </a:cubicBezTo>
                  <a:cubicBezTo>
                    <a:pt x="5809" y="10273"/>
                    <a:pt x="6054" y="10384"/>
                    <a:pt x="6314" y="10384"/>
                  </a:cubicBezTo>
                  <a:lnTo>
                    <a:pt x="6776" y="10384"/>
                  </a:lnTo>
                  <a:cubicBezTo>
                    <a:pt x="7141" y="10384"/>
                    <a:pt x="7435" y="10086"/>
                    <a:pt x="7435" y="9725"/>
                  </a:cubicBezTo>
                  <a:lnTo>
                    <a:pt x="7435" y="7444"/>
                  </a:lnTo>
                  <a:lnTo>
                    <a:pt x="9716" y="7444"/>
                  </a:lnTo>
                  <a:cubicBezTo>
                    <a:pt x="9846" y="7444"/>
                    <a:pt x="9956" y="7550"/>
                    <a:pt x="9956" y="7685"/>
                  </a:cubicBezTo>
                  <a:lnTo>
                    <a:pt x="9956" y="8142"/>
                  </a:lnTo>
                  <a:cubicBezTo>
                    <a:pt x="9956" y="8276"/>
                    <a:pt x="9899" y="8406"/>
                    <a:pt x="9793" y="8493"/>
                  </a:cubicBezTo>
                  <a:cubicBezTo>
                    <a:pt x="8869" y="9272"/>
                    <a:pt x="9239" y="10774"/>
                    <a:pt x="10423" y="11029"/>
                  </a:cubicBezTo>
                  <a:cubicBezTo>
                    <a:pt x="10524" y="11053"/>
                    <a:pt x="10625" y="11062"/>
                    <a:pt x="10731" y="11062"/>
                  </a:cubicBezTo>
                  <a:cubicBezTo>
                    <a:pt x="11347" y="11062"/>
                    <a:pt x="11895" y="10677"/>
                    <a:pt x="12107" y="10100"/>
                  </a:cubicBezTo>
                  <a:cubicBezTo>
                    <a:pt x="12314" y="9518"/>
                    <a:pt x="12136" y="8873"/>
                    <a:pt x="11660" y="8483"/>
                  </a:cubicBezTo>
                  <a:cubicBezTo>
                    <a:pt x="11563" y="8392"/>
                    <a:pt x="11506" y="8267"/>
                    <a:pt x="11510" y="8132"/>
                  </a:cubicBezTo>
                  <a:lnTo>
                    <a:pt x="11510" y="7680"/>
                  </a:lnTo>
                  <a:cubicBezTo>
                    <a:pt x="11510" y="7550"/>
                    <a:pt x="11621" y="7439"/>
                    <a:pt x="11751" y="7439"/>
                  </a:cubicBezTo>
                  <a:lnTo>
                    <a:pt x="12887" y="7439"/>
                  </a:lnTo>
                  <a:cubicBezTo>
                    <a:pt x="13137" y="7415"/>
                    <a:pt x="13137" y="7045"/>
                    <a:pt x="12887" y="7021"/>
                  </a:cubicBezTo>
                  <a:lnTo>
                    <a:pt x="11756" y="7021"/>
                  </a:lnTo>
                  <a:cubicBezTo>
                    <a:pt x="11390" y="7021"/>
                    <a:pt x="11092" y="7314"/>
                    <a:pt x="11092" y="7680"/>
                  </a:cubicBezTo>
                  <a:lnTo>
                    <a:pt x="11092" y="8132"/>
                  </a:lnTo>
                  <a:cubicBezTo>
                    <a:pt x="11087" y="8392"/>
                    <a:pt x="11198" y="8637"/>
                    <a:pt x="11395" y="8811"/>
                  </a:cubicBezTo>
                  <a:cubicBezTo>
                    <a:pt x="11895" y="9224"/>
                    <a:pt x="11895" y="9994"/>
                    <a:pt x="11385" y="10408"/>
                  </a:cubicBezTo>
                  <a:cubicBezTo>
                    <a:pt x="11198" y="10558"/>
                    <a:pt x="10967" y="10639"/>
                    <a:pt x="10731" y="10639"/>
                  </a:cubicBezTo>
                  <a:cubicBezTo>
                    <a:pt x="10657" y="10639"/>
                    <a:pt x="10583" y="10631"/>
                    <a:pt x="10510" y="10615"/>
                  </a:cubicBezTo>
                  <a:cubicBezTo>
                    <a:pt x="9677" y="10427"/>
                    <a:pt x="9417" y="9369"/>
                    <a:pt x="10072" y="8815"/>
                  </a:cubicBezTo>
                  <a:cubicBezTo>
                    <a:pt x="10269" y="8647"/>
                    <a:pt x="10385" y="8402"/>
                    <a:pt x="10380" y="8142"/>
                  </a:cubicBezTo>
                  <a:lnTo>
                    <a:pt x="10380" y="7680"/>
                  </a:lnTo>
                  <a:cubicBezTo>
                    <a:pt x="10380" y="7314"/>
                    <a:pt x="10086" y="7021"/>
                    <a:pt x="9721" y="7021"/>
                  </a:cubicBezTo>
                  <a:lnTo>
                    <a:pt x="7445" y="7021"/>
                  </a:lnTo>
                  <a:lnTo>
                    <a:pt x="7445" y="4740"/>
                  </a:lnTo>
                  <a:cubicBezTo>
                    <a:pt x="7445" y="4605"/>
                    <a:pt x="7550" y="4499"/>
                    <a:pt x="7685" y="4499"/>
                  </a:cubicBezTo>
                  <a:lnTo>
                    <a:pt x="8142" y="4499"/>
                  </a:lnTo>
                  <a:cubicBezTo>
                    <a:pt x="8277" y="4499"/>
                    <a:pt x="8407" y="4557"/>
                    <a:pt x="8494" y="4658"/>
                  </a:cubicBezTo>
                  <a:cubicBezTo>
                    <a:pt x="8794" y="5016"/>
                    <a:pt x="9201" y="5181"/>
                    <a:pt x="9603" y="5181"/>
                  </a:cubicBezTo>
                  <a:cubicBezTo>
                    <a:pt x="10245" y="5181"/>
                    <a:pt x="10873" y="4760"/>
                    <a:pt x="11029" y="4032"/>
                  </a:cubicBezTo>
                  <a:cubicBezTo>
                    <a:pt x="11174" y="3378"/>
                    <a:pt x="10846" y="2704"/>
                    <a:pt x="10245" y="2411"/>
                  </a:cubicBezTo>
                  <a:cubicBezTo>
                    <a:pt x="10041" y="2312"/>
                    <a:pt x="9824" y="2265"/>
                    <a:pt x="9609" y="2265"/>
                  </a:cubicBezTo>
                  <a:cubicBezTo>
                    <a:pt x="9184" y="2265"/>
                    <a:pt x="8768" y="2451"/>
                    <a:pt x="8484" y="2796"/>
                  </a:cubicBezTo>
                  <a:cubicBezTo>
                    <a:pt x="8401" y="2893"/>
                    <a:pt x="8278" y="2945"/>
                    <a:pt x="8154" y="2945"/>
                  </a:cubicBezTo>
                  <a:cubicBezTo>
                    <a:pt x="8148" y="2945"/>
                    <a:pt x="8143" y="2945"/>
                    <a:pt x="8137" y="2945"/>
                  </a:cubicBezTo>
                  <a:lnTo>
                    <a:pt x="7680" y="2945"/>
                  </a:lnTo>
                  <a:cubicBezTo>
                    <a:pt x="7550" y="2945"/>
                    <a:pt x="7440" y="2834"/>
                    <a:pt x="7440" y="2704"/>
                  </a:cubicBezTo>
                  <a:lnTo>
                    <a:pt x="7440" y="1574"/>
                  </a:lnTo>
                  <a:cubicBezTo>
                    <a:pt x="7457" y="1417"/>
                    <a:pt x="7344" y="1339"/>
                    <a:pt x="7230" y="1339"/>
                  </a:cubicBezTo>
                  <a:cubicBezTo>
                    <a:pt x="7117" y="1339"/>
                    <a:pt x="7004" y="1417"/>
                    <a:pt x="7021" y="1574"/>
                  </a:cubicBezTo>
                  <a:lnTo>
                    <a:pt x="7021" y="2704"/>
                  </a:lnTo>
                  <a:cubicBezTo>
                    <a:pt x="7021" y="3070"/>
                    <a:pt x="7319" y="3364"/>
                    <a:pt x="7680" y="3364"/>
                  </a:cubicBezTo>
                  <a:lnTo>
                    <a:pt x="8137" y="3364"/>
                  </a:lnTo>
                  <a:cubicBezTo>
                    <a:pt x="8143" y="3364"/>
                    <a:pt x="8149" y="3364"/>
                    <a:pt x="8154" y="3364"/>
                  </a:cubicBezTo>
                  <a:cubicBezTo>
                    <a:pt x="8403" y="3364"/>
                    <a:pt x="8646" y="3258"/>
                    <a:pt x="8811" y="3065"/>
                  </a:cubicBezTo>
                  <a:cubicBezTo>
                    <a:pt x="9018" y="2813"/>
                    <a:pt x="9314" y="2687"/>
                    <a:pt x="9610" y="2687"/>
                  </a:cubicBezTo>
                  <a:cubicBezTo>
                    <a:pt x="9907" y="2687"/>
                    <a:pt x="10204" y="2815"/>
                    <a:pt x="10409" y="3070"/>
                  </a:cubicBezTo>
                  <a:cubicBezTo>
                    <a:pt x="10606" y="3316"/>
                    <a:pt x="10683" y="3638"/>
                    <a:pt x="10616" y="3946"/>
                  </a:cubicBezTo>
                  <a:cubicBezTo>
                    <a:pt x="10503" y="4458"/>
                    <a:pt x="10058" y="4755"/>
                    <a:pt x="9603" y="4755"/>
                  </a:cubicBezTo>
                  <a:cubicBezTo>
                    <a:pt x="9318" y="4755"/>
                    <a:pt x="9029" y="4638"/>
                    <a:pt x="8816" y="4384"/>
                  </a:cubicBezTo>
                  <a:cubicBezTo>
                    <a:pt x="8652" y="4186"/>
                    <a:pt x="8402" y="4076"/>
                    <a:pt x="8142" y="4076"/>
                  </a:cubicBezTo>
                  <a:lnTo>
                    <a:pt x="7685" y="4076"/>
                  </a:lnTo>
                  <a:cubicBezTo>
                    <a:pt x="7319" y="4076"/>
                    <a:pt x="7021" y="4374"/>
                    <a:pt x="7021" y="4735"/>
                  </a:cubicBezTo>
                  <a:lnTo>
                    <a:pt x="7021" y="7016"/>
                  </a:lnTo>
                  <a:lnTo>
                    <a:pt x="4745" y="7016"/>
                  </a:lnTo>
                  <a:cubicBezTo>
                    <a:pt x="4610" y="7016"/>
                    <a:pt x="4505" y="6905"/>
                    <a:pt x="4505" y="6775"/>
                  </a:cubicBezTo>
                  <a:lnTo>
                    <a:pt x="4505" y="6318"/>
                  </a:lnTo>
                  <a:cubicBezTo>
                    <a:pt x="4500" y="6179"/>
                    <a:pt x="4562" y="6053"/>
                    <a:pt x="4663" y="5967"/>
                  </a:cubicBezTo>
                  <a:cubicBezTo>
                    <a:pt x="5587" y="5182"/>
                    <a:pt x="5212" y="3681"/>
                    <a:pt x="4028" y="3431"/>
                  </a:cubicBezTo>
                  <a:cubicBezTo>
                    <a:pt x="3921" y="3407"/>
                    <a:pt x="3814" y="3396"/>
                    <a:pt x="3710" y="3396"/>
                  </a:cubicBezTo>
                  <a:cubicBezTo>
                    <a:pt x="2929" y="3396"/>
                    <a:pt x="2262" y="4032"/>
                    <a:pt x="2262" y="4855"/>
                  </a:cubicBezTo>
                  <a:cubicBezTo>
                    <a:pt x="2262" y="5288"/>
                    <a:pt x="2455" y="5702"/>
                    <a:pt x="2792" y="5976"/>
                  </a:cubicBezTo>
                  <a:cubicBezTo>
                    <a:pt x="2893" y="6063"/>
                    <a:pt x="2946" y="6193"/>
                    <a:pt x="2941" y="6323"/>
                  </a:cubicBezTo>
                  <a:lnTo>
                    <a:pt x="2941" y="6780"/>
                  </a:lnTo>
                  <a:cubicBezTo>
                    <a:pt x="2941" y="6910"/>
                    <a:pt x="2830" y="7021"/>
                    <a:pt x="2700" y="7021"/>
                  </a:cubicBezTo>
                  <a:lnTo>
                    <a:pt x="424" y="7021"/>
                  </a:lnTo>
                  <a:lnTo>
                    <a:pt x="424" y="1121"/>
                  </a:lnTo>
                  <a:cubicBezTo>
                    <a:pt x="424" y="736"/>
                    <a:pt x="732" y="424"/>
                    <a:pt x="1117" y="424"/>
                  </a:cubicBezTo>
                  <a:lnTo>
                    <a:pt x="7016" y="424"/>
                  </a:lnTo>
                  <a:lnTo>
                    <a:pt x="7016" y="664"/>
                  </a:lnTo>
                  <a:cubicBezTo>
                    <a:pt x="7028" y="792"/>
                    <a:pt x="7127" y="856"/>
                    <a:pt x="7226" y="856"/>
                  </a:cubicBezTo>
                  <a:cubicBezTo>
                    <a:pt x="7324" y="856"/>
                    <a:pt x="7423" y="792"/>
                    <a:pt x="7435" y="664"/>
                  </a:cubicBezTo>
                  <a:lnTo>
                    <a:pt x="7435" y="424"/>
                  </a:lnTo>
                  <a:close/>
                  <a:moveTo>
                    <a:pt x="1117" y="0"/>
                  </a:moveTo>
                  <a:cubicBezTo>
                    <a:pt x="496" y="0"/>
                    <a:pt x="1" y="501"/>
                    <a:pt x="1" y="1117"/>
                  </a:cubicBezTo>
                  <a:lnTo>
                    <a:pt x="1" y="13338"/>
                  </a:lnTo>
                  <a:cubicBezTo>
                    <a:pt x="1" y="13959"/>
                    <a:pt x="496" y="14455"/>
                    <a:pt x="1117" y="14460"/>
                  </a:cubicBezTo>
                  <a:lnTo>
                    <a:pt x="13339" y="14460"/>
                  </a:lnTo>
                  <a:cubicBezTo>
                    <a:pt x="13955" y="14455"/>
                    <a:pt x="14455" y="13959"/>
                    <a:pt x="14455" y="13338"/>
                  </a:cubicBezTo>
                  <a:lnTo>
                    <a:pt x="14455" y="1121"/>
                  </a:lnTo>
                  <a:cubicBezTo>
                    <a:pt x="14455" y="501"/>
                    <a:pt x="13955" y="0"/>
                    <a:pt x="13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81"/>
          <p:cNvGrpSpPr/>
          <p:nvPr/>
        </p:nvGrpSpPr>
        <p:grpSpPr>
          <a:xfrm>
            <a:off x="6200960" y="1975274"/>
            <a:ext cx="417725" cy="378961"/>
            <a:chOff x="6200960" y="1975274"/>
            <a:chExt cx="417725" cy="378961"/>
          </a:xfrm>
        </p:grpSpPr>
        <p:sp>
          <p:nvSpPr>
            <p:cNvPr id="11235" name="Google Shape;11235;p81"/>
            <p:cNvSpPr/>
            <p:nvPr/>
          </p:nvSpPr>
          <p:spPr>
            <a:xfrm>
              <a:off x="6276416" y="2028411"/>
              <a:ext cx="272477" cy="272504"/>
            </a:xfrm>
            <a:custGeom>
              <a:rect b="b" l="l" r="r" t="t"/>
              <a:pathLst>
                <a:path extrusionOk="0" h="10390" w="10389">
                  <a:moveTo>
                    <a:pt x="5197" y="1"/>
                  </a:moveTo>
                  <a:cubicBezTo>
                    <a:pt x="2324" y="1"/>
                    <a:pt x="0" y="2325"/>
                    <a:pt x="0" y="5197"/>
                  </a:cubicBezTo>
                  <a:cubicBezTo>
                    <a:pt x="0" y="8065"/>
                    <a:pt x="2324" y="10389"/>
                    <a:pt x="5197" y="10389"/>
                  </a:cubicBezTo>
                  <a:cubicBezTo>
                    <a:pt x="8065" y="10389"/>
                    <a:pt x="10389" y="8065"/>
                    <a:pt x="10389" y="5197"/>
                  </a:cubicBezTo>
                  <a:cubicBezTo>
                    <a:pt x="10389" y="2325"/>
                    <a:pt x="8065" y="1"/>
                    <a:pt x="51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1"/>
            <p:cNvSpPr/>
            <p:nvPr/>
          </p:nvSpPr>
          <p:spPr>
            <a:xfrm>
              <a:off x="6332832" y="2029801"/>
              <a:ext cx="215564" cy="269199"/>
            </a:xfrm>
            <a:custGeom>
              <a:rect b="b" l="l" r="r" t="t"/>
              <a:pathLst>
                <a:path extrusionOk="0" h="10264" w="8219">
                  <a:moveTo>
                    <a:pt x="3792" y="1"/>
                  </a:moveTo>
                  <a:lnTo>
                    <a:pt x="3802" y="10"/>
                  </a:lnTo>
                  <a:lnTo>
                    <a:pt x="4148" y="434"/>
                  </a:lnTo>
                  <a:cubicBezTo>
                    <a:pt x="4186" y="487"/>
                    <a:pt x="4196" y="554"/>
                    <a:pt x="4172" y="616"/>
                  </a:cubicBezTo>
                  <a:lnTo>
                    <a:pt x="3874" y="1309"/>
                  </a:lnTo>
                  <a:lnTo>
                    <a:pt x="3494" y="621"/>
                  </a:lnTo>
                  <a:lnTo>
                    <a:pt x="2815" y="621"/>
                  </a:lnTo>
                  <a:lnTo>
                    <a:pt x="2339" y="1531"/>
                  </a:lnTo>
                  <a:cubicBezTo>
                    <a:pt x="2271" y="1661"/>
                    <a:pt x="2358" y="1819"/>
                    <a:pt x="2502" y="1829"/>
                  </a:cubicBezTo>
                  <a:lnTo>
                    <a:pt x="2883" y="1863"/>
                  </a:lnTo>
                  <a:lnTo>
                    <a:pt x="3190" y="1425"/>
                  </a:lnTo>
                  <a:lnTo>
                    <a:pt x="3498" y="1815"/>
                  </a:lnTo>
                  <a:lnTo>
                    <a:pt x="3417" y="2426"/>
                  </a:lnTo>
                  <a:lnTo>
                    <a:pt x="2608" y="2546"/>
                  </a:lnTo>
                  <a:lnTo>
                    <a:pt x="1776" y="3157"/>
                  </a:lnTo>
                  <a:lnTo>
                    <a:pt x="1675" y="3566"/>
                  </a:lnTo>
                  <a:cubicBezTo>
                    <a:pt x="1657" y="3651"/>
                    <a:pt x="1581" y="3707"/>
                    <a:pt x="1501" y="3707"/>
                  </a:cubicBezTo>
                  <a:cubicBezTo>
                    <a:pt x="1495" y="3707"/>
                    <a:pt x="1489" y="3706"/>
                    <a:pt x="1482" y="3706"/>
                  </a:cubicBezTo>
                  <a:lnTo>
                    <a:pt x="1170" y="3667"/>
                  </a:lnTo>
                  <a:cubicBezTo>
                    <a:pt x="1163" y="3666"/>
                    <a:pt x="1156" y="3666"/>
                    <a:pt x="1149" y="3666"/>
                  </a:cubicBezTo>
                  <a:cubicBezTo>
                    <a:pt x="1074" y="3666"/>
                    <a:pt x="1003" y="3712"/>
                    <a:pt x="977" y="3783"/>
                  </a:cubicBezTo>
                  <a:lnTo>
                    <a:pt x="804" y="4249"/>
                  </a:lnTo>
                  <a:cubicBezTo>
                    <a:pt x="770" y="4350"/>
                    <a:pt x="823" y="4456"/>
                    <a:pt x="924" y="4485"/>
                  </a:cubicBezTo>
                  <a:lnTo>
                    <a:pt x="1492" y="4649"/>
                  </a:lnTo>
                  <a:lnTo>
                    <a:pt x="1824" y="3922"/>
                  </a:lnTo>
                  <a:cubicBezTo>
                    <a:pt x="1862" y="3826"/>
                    <a:pt x="1944" y="3759"/>
                    <a:pt x="2040" y="3725"/>
                  </a:cubicBezTo>
                  <a:lnTo>
                    <a:pt x="2959" y="3431"/>
                  </a:lnTo>
                  <a:lnTo>
                    <a:pt x="3725" y="4014"/>
                  </a:lnTo>
                  <a:lnTo>
                    <a:pt x="4129" y="3840"/>
                  </a:lnTo>
                  <a:lnTo>
                    <a:pt x="4393" y="4143"/>
                  </a:lnTo>
                  <a:lnTo>
                    <a:pt x="4942" y="4095"/>
                  </a:lnTo>
                  <a:cubicBezTo>
                    <a:pt x="4945" y="4095"/>
                    <a:pt x="4949" y="4095"/>
                    <a:pt x="4952" y="4095"/>
                  </a:cubicBezTo>
                  <a:cubicBezTo>
                    <a:pt x="5039" y="4095"/>
                    <a:pt x="5116" y="4156"/>
                    <a:pt x="5134" y="4240"/>
                  </a:cubicBezTo>
                  <a:lnTo>
                    <a:pt x="5158" y="4360"/>
                  </a:lnTo>
                  <a:cubicBezTo>
                    <a:pt x="5197" y="4572"/>
                    <a:pt x="5048" y="4769"/>
                    <a:pt x="4836" y="4788"/>
                  </a:cubicBezTo>
                  <a:lnTo>
                    <a:pt x="3931" y="4860"/>
                  </a:lnTo>
                  <a:cubicBezTo>
                    <a:pt x="3830" y="4865"/>
                    <a:pt x="3758" y="4966"/>
                    <a:pt x="3792" y="5067"/>
                  </a:cubicBezTo>
                  <a:cubicBezTo>
                    <a:pt x="3825" y="5176"/>
                    <a:pt x="3739" y="5277"/>
                    <a:pt x="3634" y="5277"/>
                  </a:cubicBezTo>
                  <a:cubicBezTo>
                    <a:pt x="3618" y="5277"/>
                    <a:pt x="3602" y="5275"/>
                    <a:pt x="3585" y="5269"/>
                  </a:cubicBezTo>
                  <a:lnTo>
                    <a:pt x="2907" y="5043"/>
                  </a:lnTo>
                  <a:cubicBezTo>
                    <a:pt x="2820" y="5014"/>
                    <a:pt x="2753" y="4937"/>
                    <a:pt x="2738" y="4841"/>
                  </a:cubicBezTo>
                  <a:cubicBezTo>
                    <a:pt x="2719" y="4719"/>
                    <a:pt x="2614" y="4629"/>
                    <a:pt x="2488" y="4629"/>
                  </a:cubicBezTo>
                  <a:cubicBezTo>
                    <a:pt x="2485" y="4629"/>
                    <a:pt x="2482" y="4629"/>
                    <a:pt x="2478" y="4629"/>
                  </a:cubicBezTo>
                  <a:lnTo>
                    <a:pt x="1492" y="4653"/>
                  </a:lnTo>
                  <a:lnTo>
                    <a:pt x="953" y="4894"/>
                  </a:lnTo>
                  <a:cubicBezTo>
                    <a:pt x="828" y="4947"/>
                    <a:pt x="746" y="5072"/>
                    <a:pt x="741" y="5207"/>
                  </a:cubicBezTo>
                  <a:lnTo>
                    <a:pt x="732" y="5390"/>
                  </a:lnTo>
                  <a:lnTo>
                    <a:pt x="92" y="6121"/>
                  </a:lnTo>
                  <a:cubicBezTo>
                    <a:pt x="34" y="6188"/>
                    <a:pt x="0" y="6270"/>
                    <a:pt x="0" y="6357"/>
                  </a:cubicBezTo>
                  <a:lnTo>
                    <a:pt x="0" y="7146"/>
                  </a:lnTo>
                  <a:cubicBezTo>
                    <a:pt x="0" y="7290"/>
                    <a:pt x="63" y="7430"/>
                    <a:pt x="164" y="7531"/>
                  </a:cubicBezTo>
                  <a:lnTo>
                    <a:pt x="732" y="8079"/>
                  </a:lnTo>
                  <a:cubicBezTo>
                    <a:pt x="818" y="8161"/>
                    <a:pt x="934" y="8214"/>
                    <a:pt x="1059" y="8224"/>
                  </a:cubicBezTo>
                  <a:lnTo>
                    <a:pt x="2940" y="8387"/>
                  </a:lnTo>
                  <a:lnTo>
                    <a:pt x="2907" y="8657"/>
                  </a:lnTo>
                  <a:cubicBezTo>
                    <a:pt x="2892" y="8787"/>
                    <a:pt x="2945" y="8912"/>
                    <a:pt x="3051" y="8989"/>
                  </a:cubicBezTo>
                  <a:lnTo>
                    <a:pt x="3465" y="9297"/>
                  </a:lnTo>
                  <a:lnTo>
                    <a:pt x="3402" y="9504"/>
                  </a:lnTo>
                  <a:cubicBezTo>
                    <a:pt x="3359" y="9643"/>
                    <a:pt x="3402" y="9792"/>
                    <a:pt x="3513" y="9884"/>
                  </a:cubicBezTo>
                  <a:lnTo>
                    <a:pt x="3951" y="10264"/>
                  </a:lnTo>
                  <a:lnTo>
                    <a:pt x="5202" y="9865"/>
                  </a:lnTo>
                  <a:lnTo>
                    <a:pt x="5880" y="9056"/>
                  </a:lnTo>
                  <a:cubicBezTo>
                    <a:pt x="5991" y="8926"/>
                    <a:pt x="6077" y="8777"/>
                    <a:pt x="6150" y="8618"/>
                  </a:cubicBezTo>
                  <a:lnTo>
                    <a:pt x="7122" y="6371"/>
                  </a:lnTo>
                  <a:lnTo>
                    <a:pt x="6501" y="6419"/>
                  </a:lnTo>
                  <a:cubicBezTo>
                    <a:pt x="6501" y="6419"/>
                    <a:pt x="6500" y="6419"/>
                    <a:pt x="6500" y="6419"/>
                  </a:cubicBezTo>
                  <a:cubicBezTo>
                    <a:pt x="6392" y="6419"/>
                    <a:pt x="7415" y="5014"/>
                    <a:pt x="7343" y="4928"/>
                  </a:cubicBezTo>
                  <a:lnTo>
                    <a:pt x="7117" y="4475"/>
                  </a:lnTo>
                  <a:lnTo>
                    <a:pt x="7569" y="4249"/>
                  </a:lnTo>
                  <a:lnTo>
                    <a:pt x="8219" y="4711"/>
                  </a:lnTo>
                  <a:cubicBezTo>
                    <a:pt x="8017" y="2301"/>
                    <a:pt x="6183" y="352"/>
                    <a:pt x="3792"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1"/>
            <p:cNvSpPr/>
            <p:nvPr/>
          </p:nvSpPr>
          <p:spPr>
            <a:xfrm>
              <a:off x="6249533" y="2031191"/>
              <a:ext cx="259128" cy="269724"/>
            </a:xfrm>
            <a:custGeom>
              <a:rect b="b" l="l" r="r" t="t"/>
              <a:pathLst>
                <a:path extrusionOk="0" h="10284" w="9880">
                  <a:moveTo>
                    <a:pt x="5159" y="0"/>
                  </a:moveTo>
                  <a:cubicBezTo>
                    <a:pt x="1757" y="713"/>
                    <a:pt x="1" y="4490"/>
                    <a:pt x="1641" y="7550"/>
                  </a:cubicBezTo>
                  <a:cubicBezTo>
                    <a:pt x="2601" y="9331"/>
                    <a:pt x="4404" y="10284"/>
                    <a:pt x="6229" y="10284"/>
                  </a:cubicBezTo>
                  <a:cubicBezTo>
                    <a:pt x="7535" y="10284"/>
                    <a:pt x="8852" y="9796"/>
                    <a:pt x="9879" y="8777"/>
                  </a:cubicBezTo>
                  <a:lnTo>
                    <a:pt x="9879" y="8777"/>
                  </a:lnTo>
                  <a:cubicBezTo>
                    <a:pt x="9528" y="8849"/>
                    <a:pt x="9172" y="8888"/>
                    <a:pt x="8816" y="8888"/>
                  </a:cubicBezTo>
                  <a:cubicBezTo>
                    <a:pt x="6713" y="8888"/>
                    <a:pt x="4817" y="7617"/>
                    <a:pt x="4014" y="5669"/>
                  </a:cubicBezTo>
                  <a:cubicBezTo>
                    <a:pt x="3210" y="3725"/>
                    <a:pt x="3662" y="1483"/>
                    <a:pt x="5159"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1"/>
            <p:cNvSpPr/>
            <p:nvPr/>
          </p:nvSpPr>
          <p:spPr>
            <a:xfrm>
              <a:off x="6332832" y="2171272"/>
              <a:ext cx="156499" cy="127492"/>
            </a:xfrm>
            <a:custGeom>
              <a:rect b="b" l="l" r="r" t="t"/>
              <a:pathLst>
                <a:path extrusionOk="0" h="4861" w="5967">
                  <a:moveTo>
                    <a:pt x="717" y="1"/>
                  </a:moveTo>
                  <a:lnTo>
                    <a:pt x="87" y="717"/>
                  </a:lnTo>
                  <a:cubicBezTo>
                    <a:pt x="29" y="785"/>
                    <a:pt x="0" y="867"/>
                    <a:pt x="0" y="953"/>
                  </a:cubicBezTo>
                  <a:lnTo>
                    <a:pt x="0" y="1742"/>
                  </a:lnTo>
                  <a:cubicBezTo>
                    <a:pt x="0" y="1887"/>
                    <a:pt x="58" y="2026"/>
                    <a:pt x="164" y="2127"/>
                  </a:cubicBezTo>
                  <a:lnTo>
                    <a:pt x="727" y="2676"/>
                  </a:lnTo>
                  <a:cubicBezTo>
                    <a:pt x="818" y="2758"/>
                    <a:pt x="934" y="2811"/>
                    <a:pt x="1054" y="2820"/>
                  </a:cubicBezTo>
                  <a:lnTo>
                    <a:pt x="2748" y="2969"/>
                  </a:lnTo>
                  <a:cubicBezTo>
                    <a:pt x="2854" y="2979"/>
                    <a:pt x="2931" y="3070"/>
                    <a:pt x="2916" y="3176"/>
                  </a:cubicBezTo>
                  <a:lnTo>
                    <a:pt x="2907" y="3258"/>
                  </a:lnTo>
                  <a:cubicBezTo>
                    <a:pt x="2892" y="3383"/>
                    <a:pt x="2945" y="3508"/>
                    <a:pt x="3051" y="3590"/>
                  </a:cubicBezTo>
                  <a:lnTo>
                    <a:pt x="3465" y="3898"/>
                  </a:lnTo>
                  <a:lnTo>
                    <a:pt x="3402" y="4105"/>
                  </a:lnTo>
                  <a:cubicBezTo>
                    <a:pt x="3359" y="4240"/>
                    <a:pt x="3402" y="4389"/>
                    <a:pt x="3513" y="4480"/>
                  </a:cubicBezTo>
                  <a:lnTo>
                    <a:pt x="3951" y="4860"/>
                  </a:lnTo>
                  <a:lnTo>
                    <a:pt x="3960" y="4860"/>
                  </a:lnTo>
                  <a:cubicBezTo>
                    <a:pt x="4273" y="4807"/>
                    <a:pt x="4576" y="4721"/>
                    <a:pt x="4875" y="4610"/>
                  </a:cubicBezTo>
                  <a:lnTo>
                    <a:pt x="4947" y="4581"/>
                  </a:lnTo>
                  <a:cubicBezTo>
                    <a:pt x="5009" y="4557"/>
                    <a:pt x="5072" y="4528"/>
                    <a:pt x="5134" y="4499"/>
                  </a:cubicBezTo>
                  <a:lnTo>
                    <a:pt x="5197" y="4475"/>
                  </a:lnTo>
                  <a:lnTo>
                    <a:pt x="5880" y="3653"/>
                  </a:lnTo>
                  <a:cubicBezTo>
                    <a:pt x="5909" y="3614"/>
                    <a:pt x="5938" y="3571"/>
                    <a:pt x="5967" y="3532"/>
                  </a:cubicBezTo>
                  <a:lnTo>
                    <a:pt x="5967" y="3532"/>
                  </a:lnTo>
                  <a:cubicBezTo>
                    <a:pt x="5861" y="3542"/>
                    <a:pt x="5750" y="3547"/>
                    <a:pt x="5640" y="3547"/>
                  </a:cubicBezTo>
                  <a:cubicBezTo>
                    <a:pt x="3407" y="3542"/>
                    <a:pt x="1425" y="2118"/>
                    <a:pt x="717"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1"/>
            <p:cNvSpPr/>
            <p:nvPr/>
          </p:nvSpPr>
          <p:spPr>
            <a:xfrm>
              <a:off x="6255434" y="2080394"/>
              <a:ext cx="363251" cy="273841"/>
            </a:xfrm>
            <a:custGeom>
              <a:rect b="b" l="l" r="r" t="t"/>
              <a:pathLst>
                <a:path extrusionOk="0" h="10441" w="13850">
                  <a:moveTo>
                    <a:pt x="12345" y="0"/>
                  </a:moveTo>
                  <a:cubicBezTo>
                    <a:pt x="12210" y="0"/>
                    <a:pt x="12077" y="130"/>
                    <a:pt x="12147" y="295"/>
                  </a:cubicBezTo>
                  <a:cubicBezTo>
                    <a:pt x="13388" y="2922"/>
                    <a:pt x="12830" y="6049"/>
                    <a:pt x="10746" y="8080"/>
                  </a:cubicBezTo>
                  <a:cubicBezTo>
                    <a:pt x="9446" y="9350"/>
                    <a:pt x="7729" y="10016"/>
                    <a:pt x="5991" y="10016"/>
                  </a:cubicBezTo>
                  <a:cubicBezTo>
                    <a:pt x="4951" y="10016"/>
                    <a:pt x="3903" y="9778"/>
                    <a:pt x="2932" y="9288"/>
                  </a:cubicBezTo>
                  <a:cubicBezTo>
                    <a:pt x="2128" y="8884"/>
                    <a:pt x="1416" y="8325"/>
                    <a:pt x="834" y="7647"/>
                  </a:cubicBezTo>
                  <a:lnTo>
                    <a:pt x="834" y="7647"/>
                  </a:lnTo>
                  <a:lnTo>
                    <a:pt x="1667" y="7921"/>
                  </a:lnTo>
                  <a:cubicBezTo>
                    <a:pt x="1694" y="7930"/>
                    <a:pt x="1719" y="7935"/>
                    <a:pt x="1743" y="7935"/>
                  </a:cubicBezTo>
                  <a:cubicBezTo>
                    <a:pt x="1959" y="7935"/>
                    <a:pt x="2044" y="7600"/>
                    <a:pt x="1801" y="7522"/>
                  </a:cubicBezTo>
                  <a:lnTo>
                    <a:pt x="300" y="7021"/>
                  </a:lnTo>
                  <a:cubicBezTo>
                    <a:pt x="276" y="7013"/>
                    <a:pt x="252" y="7009"/>
                    <a:pt x="229" y="7009"/>
                  </a:cubicBezTo>
                  <a:cubicBezTo>
                    <a:pt x="106" y="7009"/>
                    <a:pt x="1" y="7119"/>
                    <a:pt x="21" y="7252"/>
                  </a:cubicBezTo>
                  <a:lnTo>
                    <a:pt x="271" y="9004"/>
                  </a:lnTo>
                  <a:cubicBezTo>
                    <a:pt x="286" y="9110"/>
                    <a:pt x="377" y="9187"/>
                    <a:pt x="483" y="9187"/>
                  </a:cubicBezTo>
                  <a:lnTo>
                    <a:pt x="512" y="9187"/>
                  </a:lnTo>
                  <a:cubicBezTo>
                    <a:pt x="627" y="9167"/>
                    <a:pt x="709" y="9062"/>
                    <a:pt x="695" y="8946"/>
                  </a:cubicBezTo>
                  <a:lnTo>
                    <a:pt x="555" y="7964"/>
                  </a:lnTo>
                  <a:lnTo>
                    <a:pt x="555" y="7964"/>
                  </a:lnTo>
                  <a:cubicBezTo>
                    <a:pt x="1166" y="8667"/>
                    <a:pt x="1907" y="9244"/>
                    <a:pt x="2740" y="9668"/>
                  </a:cubicBezTo>
                  <a:cubicBezTo>
                    <a:pt x="3771" y="10188"/>
                    <a:pt x="4883" y="10441"/>
                    <a:pt x="5988" y="10441"/>
                  </a:cubicBezTo>
                  <a:cubicBezTo>
                    <a:pt x="7836" y="10441"/>
                    <a:pt x="9662" y="9732"/>
                    <a:pt x="11045" y="8383"/>
                  </a:cubicBezTo>
                  <a:cubicBezTo>
                    <a:pt x="13253" y="6227"/>
                    <a:pt x="13850" y="2903"/>
                    <a:pt x="12527" y="112"/>
                  </a:cubicBezTo>
                  <a:lnTo>
                    <a:pt x="12527" y="112"/>
                  </a:lnTo>
                  <a:lnTo>
                    <a:pt x="12527" y="117"/>
                  </a:lnTo>
                  <a:cubicBezTo>
                    <a:pt x="12484" y="35"/>
                    <a:pt x="12414" y="0"/>
                    <a:pt x="1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1"/>
            <p:cNvSpPr/>
            <p:nvPr/>
          </p:nvSpPr>
          <p:spPr>
            <a:xfrm>
              <a:off x="6200960" y="1975274"/>
              <a:ext cx="368916" cy="274104"/>
            </a:xfrm>
            <a:custGeom>
              <a:rect b="b" l="l" r="r" t="t"/>
              <a:pathLst>
                <a:path extrusionOk="0" h="10451" w="14066">
                  <a:moveTo>
                    <a:pt x="8073" y="1"/>
                  </a:moveTo>
                  <a:cubicBezTo>
                    <a:pt x="6706" y="1"/>
                    <a:pt x="5329" y="387"/>
                    <a:pt x="4114" y="1185"/>
                  </a:cubicBezTo>
                  <a:cubicBezTo>
                    <a:pt x="1097" y="3162"/>
                    <a:pt x="0" y="7060"/>
                    <a:pt x="1545" y="10317"/>
                  </a:cubicBezTo>
                  <a:cubicBezTo>
                    <a:pt x="1583" y="10412"/>
                    <a:pt x="1656" y="10451"/>
                    <a:pt x="1731" y="10451"/>
                  </a:cubicBezTo>
                  <a:cubicBezTo>
                    <a:pt x="1872" y="10451"/>
                    <a:pt x="2016" y="10309"/>
                    <a:pt x="1925" y="10139"/>
                  </a:cubicBezTo>
                  <a:cubicBezTo>
                    <a:pt x="1492" y="9225"/>
                    <a:pt x="1265" y="8229"/>
                    <a:pt x="1265" y="7223"/>
                  </a:cubicBezTo>
                  <a:cubicBezTo>
                    <a:pt x="1265" y="4375"/>
                    <a:pt x="3036" y="1825"/>
                    <a:pt x="5707" y="838"/>
                  </a:cubicBezTo>
                  <a:cubicBezTo>
                    <a:pt x="6479" y="552"/>
                    <a:pt x="7279" y="413"/>
                    <a:pt x="8071" y="413"/>
                  </a:cubicBezTo>
                  <a:cubicBezTo>
                    <a:pt x="10020" y="413"/>
                    <a:pt x="11920" y="1251"/>
                    <a:pt x="13237" y="2787"/>
                  </a:cubicBezTo>
                  <a:lnTo>
                    <a:pt x="12400" y="2508"/>
                  </a:lnTo>
                  <a:cubicBezTo>
                    <a:pt x="12374" y="2499"/>
                    <a:pt x="12350" y="2496"/>
                    <a:pt x="12327" y="2496"/>
                  </a:cubicBezTo>
                  <a:cubicBezTo>
                    <a:pt x="12113" y="2496"/>
                    <a:pt x="12027" y="2829"/>
                    <a:pt x="12270" y="2912"/>
                  </a:cubicBezTo>
                  <a:lnTo>
                    <a:pt x="13771" y="3412"/>
                  </a:lnTo>
                  <a:cubicBezTo>
                    <a:pt x="13793" y="3420"/>
                    <a:pt x="13815" y="3423"/>
                    <a:pt x="13837" y="3423"/>
                  </a:cubicBezTo>
                  <a:cubicBezTo>
                    <a:pt x="13961" y="3423"/>
                    <a:pt x="14066" y="3313"/>
                    <a:pt x="14045" y="3181"/>
                  </a:cubicBezTo>
                  <a:lnTo>
                    <a:pt x="13795" y="1430"/>
                  </a:lnTo>
                  <a:cubicBezTo>
                    <a:pt x="13778" y="1303"/>
                    <a:pt x="13685" y="1245"/>
                    <a:pt x="13590" y="1245"/>
                  </a:cubicBezTo>
                  <a:cubicBezTo>
                    <a:pt x="13474" y="1245"/>
                    <a:pt x="13355" y="1333"/>
                    <a:pt x="13377" y="1488"/>
                  </a:cubicBezTo>
                  <a:lnTo>
                    <a:pt x="13516" y="2464"/>
                  </a:lnTo>
                  <a:cubicBezTo>
                    <a:pt x="12098" y="848"/>
                    <a:pt x="10096" y="1"/>
                    <a:pt x="8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1"/>
            <p:cNvSpPr/>
            <p:nvPr/>
          </p:nvSpPr>
          <p:spPr>
            <a:xfrm>
              <a:off x="6365013" y="2075621"/>
              <a:ext cx="17677" cy="29322"/>
            </a:xfrm>
            <a:custGeom>
              <a:rect b="b" l="l" r="r" t="t"/>
              <a:pathLst>
                <a:path extrusionOk="0" h="1118" w="674">
                  <a:moveTo>
                    <a:pt x="453" y="0"/>
                  </a:moveTo>
                  <a:cubicBezTo>
                    <a:pt x="332" y="0"/>
                    <a:pt x="241" y="96"/>
                    <a:pt x="241" y="212"/>
                  </a:cubicBezTo>
                  <a:lnTo>
                    <a:pt x="246" y="602"/>
                  </a:lnTo>
                  <a:lnTo>
                    <a:pt x="92" y="751"/>
                  </a:lnTo>
                  <a:cubicBezTo>
                    <a:pt x="5" y="833"/>
                    <a:pt x="0" y="967"/>
                    <a:pt x="82" y="1049"/>
                  </a:cubicBezTo>
                  <a:cubicBezTo>
                    <a:pt x="125" y="1094"/>
                    <a:pt x="182" y="1117"/>
                    <a:pt x="238" y="1117"/>
                  </a:cubicBezTo>
                  <a:cubicBezTo>
                    <a:pt x="290" y="1117"/>
                    <a:pt x="341" y="1098"/>
                    <a:pt x="380" y="1059"/>
                  </a:cubicBezTo>
                  <a:lnTo>
                    <a:pt x="607" y="847"/>
                  </a:lnTo>
                  <a:cubicBezTo>
                    <a:pt x="650" y="804"/>
                    <a:pt x="674" y="746"/>
                    <a:pt x="674" y="688"/>
                  </a:cubicBezTo>
                  <a:lnTo>
                    <a:pt x="664" y="207"/>
                  </a:lnTo>
                  <a:cubicBezTo>
                    <a:pt x="664" y="92"/>
                    <a:pt x="568"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1"/>
            <p:cNvSpPr/>
            <p:nvPr/>
          </p:nvSpPr>
          <p:spPr>
            <a:xfrm>
              <a:off x="6256588" y="2022589"/>
              <a:ext cx="307963" cy="284123"/>
            </a:xfrm>
            <a:custGeom>
              <a:rect b="b" l="l" r="r" t="t"/>
              <a:pathLst>
                <a:path extrusionOk="0" h="10833" w="11742">
                  <a:moveTo>
                    <a:pt x="4072" y="4149"/>
                  </a:moveTo>
                  <a:lnTo>
                    <a:pt x="4360" y="4187"/>
                  </a:lnTo>
                  <a:cubicBezTo>
                    <a:pt x="4372" y="4189"/>
                    <a:pt x="4384" y="4189"/>
                    <a:pt x="4396" y="4189"/>
                  </a:cubicBezTo>
                  <a:cubicBezTo>
                    <a:pt x="4430" y="4189"/>
                    <a:pt x="4465" y="4185"/>
                    <a:pt x="4500" y="4178"/>
                  </a:cubicBezTo>
                  <a:lnTo>
                    <a:pt x="4500" y="4178"/>
                  </a:lnTo>
                  <a:lnTo>
                    <a:pt x="4279" y="4669"/>
                  </a:lnTo>
                  <a:lnTo>
                    <a:pt x="3918" y="4563"/>
                  </a:lnTo>
                  <a:lnTo>
                    <a:pt x="4072" y="4149"/>
                  </a:lnTo>
                  <a:close/>
                  <a:moveTo>
                    <a:pt x="5482" y="4048"/>
                  </a:moveTo>
                  <a:lnTo>
                    <a:pt x="5905" y="4563"/>
                  </a:lnTo>
                  <a:lnTo>
                    <a:pt x="5857" y="4702"/>
                  </a:lnTo>
                  <a:cubicBezTo>
                    <a:pt x="5800" y="4870"/>
                    <a:pt x="5933" y="4985"/>
                    <a:pt x="6063" y="4985"/>
                  </a:cubicBezTo>
                  <a:cubicBezTo>
                    <a:pt x="6143" y="4985"/>
                    <a:pt x="6222" y="4942"/>
                    <a:pt x="6256" y="4842"/>
                  </a:cubicBezTo>
                  <a:lnTo>
                    <a:pt x="6309" y="4678"/>
                  </a:lnTo>
                  <a:cubicBezTo>
                    <a:pt x="6352" y="4553"/>
                    <a:pt x="6328" y="4414"/>
                    <a:pt x="6242" y="4308"/>
                  </a:cubicBezTo>
                  <a:lnTo>
                    <a:pt x="6131" y="4168"/>
                  </a:lnTo>
                  <a:lnTo>
                    <a:pt x="6506" y="4452"/>
                  </a:lnTo>
                  <a:cubicBezTo>
                    <a:pt x="6543" y="4482"/>
                    <a:pt x="6588" y="4497"/>
                    <a:pt x="6634" y="4497"/>
                  </a:cubicBezTo>
                  <a:cubicBezTo>
                    <a:pt x="6661" y="4497"/>
                    <a:pt x="6688" y="4492"/>
                    <a:pt x="6713" y="4481"/>
                  </a:cubicBezTo>
                  <a:lnTo>
                    <a:pt x="6983" y="4370"/>
                  </a:lnTo>
                  <a:lnTo>
                    <a:pt x="7146" y="4553"/>
                  </a:lnTo>
                  <a:cubicBezTo>
                    <a:pt x="7186" y="4602"/>
                    <a:pt x="7246" y="4626"/>
                    <a:pt x="7308" y="4626"/>
                  </a:cubicBezTo>
                  <a:cubicBezTo>
                    <a:pt x="7313" y="4626"/>
                    <a:pt x="7319" y="4626"/>
                    <a:pt x="7324" y="4625"/>
                  </a:cubicBezTo>
                  <a:lnTo>
                    <a:pt x="7844" y="4582"/>
                  </a:lnTo>
                  <a:lnTo>
                    <a:pt x="7863" y="4673"/>
                  </a:lnTo>
                  <a:cubicBezTo>
                    <a:pt x="7878" y="4760"/>
                    <a:pt x="7820" y="4842"/>
                    <a:pt x="7729" y="4847"/>
                  </a:cubicBezTo>
                  <a:lnTo>
                    <a:pt x="6819" y="4919"/>
                  </a:lnTo>
                  <a:cubicBezTo>
                    <a:pt x="6617" y="4933"/>
                    <a:pt x="6463" y="5111"/>
                    <a:pt x="6478" y="5313"/>
                  </a:cubicBezTo>
                  <a:lnTo>
                    <a:pt x="5876" y="5111"/>
                  </a:lnTo>
                  <a:cubicBezTo>
                    <a:pt x="5857" y="5107"/>
                    <a:pt x="5847" y="5092"/>
                    <a:pt x="5847" y="5078"/>
                  </a:cubicBezTo>
                  <a:cubicBezTo>
                    <a:pt x="5809" y="4852"/>
                    <a:pt x="5611" y="4683"/>
                    <a:pt x="5385" y="4683"/>
                  </a:cubicBezTo>
                  <a:lnTo>
                    <a:pt x="5376" y="4683"/>
                  </a:lnTo>
                  <a:lnTo>
                    <a:pt x="4726" y="4702"/>
                  </a:lnTo>
                  <a:lnTo>
                    <a:pt x="4919" y="4279"/>
                  </a:lnTo>
                  <a:cubicBezTo>
                    <a:pt x="4933" y="4240"/>
                    <a:pt x="4967" y="4212"/>
                    <a:pt x="5005" y="4202"/>
                  </a:cubicBezTo>
                  <a:lnTo>
                    <a:pt x="5482" y="4048"/>
                  </a:lnTo>
                  <a:close/>
                  <a:moveTo>
                    <a:pt x="10411" y="4775"/>
                  </a:moveTo>
                  <a:cubicBezTo>
                    <a:pt x="10448" y="4775"/>
                    <a:pt x="10485" y="4789"/>
                    <a:pt x="10515" y="4818"/>
                  </a:cubicBezTo>
                  <a:lnTo>
                    <a:pt x="10943" y="5236"/>
                  </a:lnTo>
                  <a:cubicBezTo>
                    <a:pt x="10948" y="5366"/>
                    <a:pt x="10948" y="5496"/>
                    <a:pt x="10943" y="5621"/>
                  </a:cubicBezTo>
                  <a:cubicBezTo>
                    <a:pt x="10890" y="6877"/>
                    <a:pt x="10370" y="8066"/>
                    <a:pt x="9485" y="8951"/>
                  </a:cubicBezTo>
                  <a:cubicBezTo>
                    <a:pt x="9345" y="9086"/>
                    <a:pt x="9206" y="9216"/>
                    <a:pt x="9057" y="9331"/>
                  </a:cubicBezTo>
                  <a:cubicBezTo>
                    <a:pt x="9134" y="9221"/>
                    <a:pt x="9201" y="9100"/>
                    <a:pt x="9254" y="8975"/>
                  </a:cubicBezTo>
                  <a:lnTo>
                    <a:pt x="10226" y="6728"/>
                  </a:lnTo>
                  <a:cubicBezTo>
                    <a:pt x="10287" y="6583"/>
                    <a:pt x="10180" y="6429"/>
                    <a:pt x="10028" y="6429"/>
                  </a:cubicBezTo>
                  <a:cubicBezTo>
                    <a:pt x="10023" y="6429"/>
                    <a:pt x="10019" y="6429"/>
                    <a:pt x="10014" y="6430"/>
                  </a:cubicBezTo>
                  <a:lnTo>
                    <a:pt x="9923" y="6439"/>
                  </a:lnTo>
                  <a:lnTo>
                    <a:pt x="10447" y="5390"/>
                  </a:lnTo>
                  <a:cubicBezTo>
                    <a:pt x="10534" y="5212"/>
                    <a:pt x="10481" y="5001"/>
                    <a:pt x="10322" y="4890"/>
                  </a:cubicBezTo>
                  <a:lnTo>
                    <a:pt x="10279" y="4861"/>
                  </a:lnTo>
                  <a:lnTo>
                    <a:pt x="10288" y="4842"/>
                  </a:lnTo>
                  <a:cubicBezTo>
                    <a:pt x="10316" y="4798"/>
                    <a:pt x="10363" y="4775"/>
                    <a:pt x="10411" y="4775"/>
                  </a:cubicBezTo>
                  <a:close/>
                  <a:moveTo>
                    <a:pt x="5959" y="1"/>
                  </a:moveTo>
                  <a:cubicBezTo>
                    <a:pt x="4567" y="1"/>
                    <a:pt x="3179" y="535"/>
                    <a:pt x="2128" y="1589"/>
                  </a:cubicBezTo>
                  <a:cubicBezTo>
                    <a:pt x="141" y="3576"/>
                    <a:pt x="1" y="6747"/>
                    <a:pt x="1805" y="8898"/>
                  </a:cubicBezTo>
                  <a:cubicBezTo>
                    <a:pt x="1853" y="8955"/>
                    <a:pt x="1910" y="8978"/>
                    <a:pt x="1965" y="8978"/>
                  </a:cubicBezTo>
                  <a:cubicBezTo>
                    <a:pt x="2122" y="8978"/>
                    <a:pt x="2263" y="8789"/>
                    <a:pt x="2128" y="8629"/>
                  </a:cubicBezTo>
                  <a:cubicBezTo>
                    <a:pt x="906" y="7171"/>
                    <a:pt x="612" y="5140"/>
                    <a:pt x="1382" y="3398"/>
                  </a:cubicBezTo>
                  <a:cubicBezTo>
                    <a:pt x="2152" y="1657"/>
                    <a:pt x="3846" y="502"/>
                    <a:pt x="5751" y="430"/>
                  </a:cubicBezTo>
                  <a:cubicBezTo>
                    <a:pt x="5825" y="426"/>
                    <a:pt x="5899" y="424"/>
                    <a:pt x="5974" y="424"/>
                  </a:cubicBezTo>
                  <a:cubicBezTo>
                    <a:pt x="6183" y="424"/>
                    <a:pt x="6392" y="438"/>
                    <a:pt x="6598" y="463"/>
                  </a:cubicBezTo>
                  <a:lnTo>
                    <a:pt x="6887" y="819"/>
                  </a:lnTo>
                  <a:lnTo>
                    <a:pt x="6766" y="1098"/>
                  </a:lnTo>
                  <a:lnTo>
                    <a:pt x="6593" y="786"/>
                  </a:lnTo>
                  <a:cubicBezTo>
                    <a:pt x="6555" y="718"/>
                    <a:pt x="6482" y="680"/>
                    <a:pt x="6405" y="680"/>
                  </a:cubicBezTo>
                  <a:lnTo>
                    <a:pt x="5727" y="680"/>
                  </a:lnTo>
                  <a:cubicBezTo>
                    <a:pt x="5645" y="680"/>
                    <a:pt x="5573" y="723"/>
                    <a:pt x="5539" y="790"/>
                  </a:cubicBezTo>
                  <a:lnTo>
                    <a:pt x="5058" y="1700"/>
                  </a:lnTo>
                  <a:cubicBezTo>
                    <a:pt x="4923" y="1964"/>
                    <a:pt x="5097" y="2287"/>
                    <a:pt x="5395" y="2311"/>
                  </a:cubicBezTo>
                  <a:lnTo>
                    <a:pt x="5775" y="2340"/>
                  </a:lnTo>
                  <a:cubicBezTo>
                    <a:pt x="5780" y="2340"/>
                    <a:pt x="5784" y="2340"/>
                    <a:pt x="5789" y="2340"/>
                  </a:cubicBezTo>
                  <a:cubicBezTo>
                    <a:pt x="5857" y="2340"/>
                    <a:pt x="5927" y="2307"/>
                    <a:pt x="5968" y="2253"/>
                  </a:cubicBezTo>
                  <a:lnTo>
                    <a:pt x="6107" y="2046"/>
                  </a:lnTo>
                  <a:lnTo>
                    <a:pt x="6184" y="2143"/>
                  </a:lnTo>
                  <a:lnTo>
                    <a:pt x="6136" y="2503"/>
                  </a:lnTo>
                  <a:lnTo>
                    <a:pt x="5486" y="2600"/>
                  </a:lnTo>
                  <a:cubicBezTo>
                    <a:pt x="5448" y="2604"/>
                    <a:pt x="5419" y="2619"/>
                    <a:pt x="5390" y="2638"/>
                  </a:cubicBezTo>
                  <a:lnTo>
                    <a:pt x="4553" y="3254"/>
                  </a:lnTo>
                  <a:cubicBezTo>
                    <a:pt x="4514" y="3283"/>
                    <a:pt x="4486" y="3326"/>
                    <a:pt x="4471" y="3374"/>
                  </a:cubicBezTo>
                  <a:lnTo>
                    <a:pt x="4380" y="3759"/>
                  </a:lnTo>
                  <a:lnTo>
                    <a:pt x="4096" y="3721"/>
                  </a:lnTo>
                  <a:cubicBezTo>
                    <a:pt x="4081" y="3719"/>
                    <a:pt x="4067" y="3718"/>
                    <a:pt x="4052" y="3718"/>
                  </a:cubicBezTo>
                  <a:cubicBezTo>
                    <a:pt x="3890" y="3718"/>
                    <a:pt x="3739" y="3817"/>
                    <a:pt x="3682" y="3976"/>
                  </a:cubicBezTo>
                  <a:lnTo>
                    <a:pt x="3509" y="4447"/>
                  </a:lnTo>
                  <a:cubicBezTo>
                    <a:pt x="3427" y="4659"/>
                    <a:pt x="3547" y="4895"/>
                    <a:pt x="3769" y="4957"/>
                  </a:cubicBezTo>
                  <a:cubicBezTo>
                    <a:pt x="3566" y="5044"/>
                    <a:pt x="3437" y="5241"/>
                    <a:pt x="3427" y="5458"/>
                  </a:cubicBezTo>
                  <a:lnTo>
                    <a:pt x="3422" y="5564"/>
                  </a:lnTo>
                  <a:lnTo>
                    <a:pt x="2830" y="6242"/>
                  </a:lnTo>
                  <a:cubicBezTo>
                    <a:pt x="2739" y="6348"/>
                    <a:pt x="2686" y="6478"/>
                    <a:pt x="2686" y="6617"/>
                  </a:cubicBezTo>
                  <a:lnTo>
                    <a:pt x="2686" y="7407"/>
                  </a:lnTo>
                  <a:cubicBezTo>
                    <a:pt x="2686" y="7609"/>
                    <a:pt x="2768" y="7806"/>
                    <a:pt x="2917" y="7945"/>
                  </a:cubicBezTo>
                  <a:lnTo>
                    <a:pt x="3480" y="8494"/>
                  </a:lnTo>
                  <a:cubicBezTo>
                    <a:pt x="3605" y="8614"/>
                    <a:pt x="3764" y="8686"/>
                    <a:pt x="3937" y="8701"/>
                  </a:cubicBezTo>
                  <a:lnTo>
                    <a:pt x="5607" y="8845"/>
                  </a:lnTo>
                  <a:lnTo>
                    <a:pt x="5602" y="8898"/>
                  </a:lnTo>
                  <a:cubicBezTo>
                    <a:pt x="5573" y="9100"/>
                    <a:pt x="5660" y="9302"/>
                    <a:pt x="5828" y="9427"/>
                  </a:cubicBezTo>
                  <a:lnTo>
                    <a:pt x="6122" y="9644"/>
                  </a:lnTo>
                  <a:lnTo>
                    <a:pt x="6102" y="9711"/>
                  </a:lnTo>
                  <a:cubicBezTo>
                    <a:pt x="6035" y="9928"/>
                    <a:pt x="6102" y="10164"/>
                    <a:pt x="6275" y="10313"/>
                  </a:cubicBezTo>
                  <a:lnTo>
                    <a:pt x="6362" y="10385"/>
                  </a:lnTo>
                  <a:cubicBezTo>
                    <a:pt x="6290" y="10390"/>
                    <a:pt x="6223" y="10395"/>
                    <a:pt x="6155" y="10399"/>
                  </a:cubicBezTo>
                  <a:cubicBezTo>
                    <a:pt x="6084" y="10402"/>
                    <a:pt x="6013" y="10404"/>
                    <a:pt x="5942" y="10404"/>
                  </a:cubicBezTo>
                  <a:cubicBezTo>
                    <a:pt x="4771" y="10404"/>
                    <a:pt x="3637" y="9993"/>
                    <a:pt x="2739" y="9245"/>
                  </a:cubicBezTo>
                  <a:cubicBezTo>
                    <a:pt x="2694" y="9206"/>
                    <a:pt x="2646" y="9190"/>
                    <a:pt x="2601" y="9190"/>
                  </a:cubicBezTo>
                  <a:cubicBezTo>
                    <a:pt x="2431" y="9190"/>
                    <a:pt x="2298" y="9422"/>
                    <a:pt x="2469" y="9567"/>
                  </a:cubicBezTo>
                  <a:cubicBezTo>
                    <a:pt x="3436" y="10381"/>
                    <a:pt x="4665" y="10833"/>
                    <a:pt x="5928" y="10833"/>
                  </a:cubicBezTo>
                  <a:cubicBezTo>
                    <a:pt x="5935" y="10833"/>
                    <a:pt x="5942" y="10833"/>
                    <a:pt x="5948" y="10832"/>
                  </a:cubicBezTo>
                  <a:cubicBezTo>
                    <a:pt x="6025" y="10832"/>
                    <a:pt x="6097" y="10832"/>
                    <a:pt x="6170" y="10828"/>
                  </a:cubicBezTo>
                  <a:cubicBezTo>
                    <a:pt x="8234" y="10746"/>
                    <a:pt x="10072" y="9495"/>
                    <a:pt x="10904" y="7604"/>
                  </a:cubicBezTo>
                  <a:cubicBezTo>
                    <a:pt x="11742" y="5718"/>
                    <a:pt x="11429" y="3514"/>
                    <a:pt x="10101" y="1936"/>
                  </a:cubicBezTo>
                  <a:cubicBezTo>
                    <a:pt x="10053" y="1879"/>
                    <a:pt x="9996" y="1856"/>
                    <a:pt x="9941" y="1856"/>
                  </a:cubicBezTo>
                  <a:cubicBezTo>
                    <a:pt x="9784" y="1856"/>
                    <a:pt x="9643" y="2045"/>
                    <a:pt x="9778" y="2205"/>
                  </a:cubicBezTo>
                  <a:cubicBezTo>
                    <a:pt x="10346" y="2884"/>
                    <a:pt x="10726" y="3702"/>
                    <a:pt x="10876" y="4577"/>
                  </a:cubicBezTo>
                  <a:lnTo>
                    <a:pt x="10813" y="4515"/>
                  </a:lnTo>
                  <a:cubicBezTo>
                    <a:pt x="10701" y="4405"/>
                    <a:pt x="10557" y="4352"/>
                    <a:pt x="10415" y="4352"/>
                  </a:cubicBezTo>
                  <a:cubicBezTo>
                    <a:pt x="10227" y="4352"/>
                    <a:pt x="10040" y="4443"/>
                    <a:pt x="9928" y="4616"/>
                  </a:cubicBezTo>
                  <a:lnTo>
                    <a:pt x="9894" y="4678"/>
                  </a:lnTo>
                  <a:cubicBezTo>
                    <a:pt x="9793" y="4678"/>
                    <a:pt x="9692" y="4717"/>
                    <a:pt x="9620" y="4784"/>
                  </a:cubicBezTo>
                  <a:lnTo>
                    <a:pt x="9341" y="4452"/>
                  </a:lnTo>
                  <a:cubicBezTo>
                    <a:pt x="9293" y="4396"/>
                    <a:pt x="9237" y="4373"/>
                    <a:pt x="9182" y="4373"/>
                  </a:cubicBezTo>
                  <a:cubicBezTo>
                    <a:pt x="9023" y="4373"/>
                    <a:pt x="8879" y="4566"/>
                    <a:pt x="9018" y="4726"/>
                  </a:cubicBezTo>
                  <a:lnTo>
                    <a:pt x="9446" y="5232"/>
                  </a:lnTo>
                  <a:cubicBezTo>
                    <a:pt x="9488" y="5280"/>
                    <a:pt x="9548" y="5306"/>
                    <a:pt x="9608" y="5306"/>
                  </a:cubicBezTo>
                  <a:cubicBezTo>
                    <a:pt x="9661" y="5306"/>
                    <a:pt x="9714" y="5286"/>
                    <a:pt x="9754" y="5246"/>
                  </a:cubicBezTo>
                  <a:lnTo>
                    <a:pt x="9889" y="5111"/>
                  </a:lnTo>
                  <a:lnTo>
                    <a:pt x="10058" y="5227"/>
                  </a:lnTo>
                  <a:lnTo>
                    <a:pt x="9427" y="6478"/>
                  </a:lnTo>
                  <a:lnTo>
                    <a:pt x="9393" y="6478"/>
                  </a:lnTo>
                  <a:cubicBezTo>
                    <a:pt x="9389" y="6478"/>
                    <a:pt x="9384" y="6479"/>
                    <a:pt x="9379" y="6479"/>
                  </a:cubicBezTo>
                  <a:cubicBezTo>
                    <a:pt x="9337" y="6479"/>
                    <a:pt x="9299" y="6460"/>
                    <a:pt x="9268" y="6425"/>
                  </a:cubicBezTo>
                  <a:lnTo>
                    <a:pt x="8431" y="5400"/>
                  </a:lnTo>
                  <a:cubicBezTo>
                    <a:pt x="8385" y="5344"/>
                    <a:pt x="8328" y="5320"/>
                    <a:pt x="8273" y="5320"/>
                  </a:cubicBezTo>
                  <a:cubicBezTo>
                    <a:pt x="8117" y="5320"/>
                    <a:pt x="7972" y="5509"/>
                    <a:pt x="8104" y="5670"/>
                  </a:cubicBezTo>
                  <a:lnTo>
                    <a:pt x="8941" y="6694"/>
                  </a:lnTo>
                  <a:cubicBezTo>
                    <a:pt x="9052" y="6827"/>
                    <a:pt x="9211" y="6903"/>
                    <a:pt x="9379" y="6903"/>
                  </a:cubicBezTo>
                  <a:cubicBezTo>
                    <a:pt x="9393" y="6903"/>
                    <a:pt x="9408" y="6902"/>
                    <a:pt x="9422" y="6901"/>
                  </a:cubicBezTo>
                  <a:lnTo>
                    <a:pt x="9697" y="6882"/>
                  </a:lnTo>
                  <a:lnTo>
                    <a:pt x="9697" y="6882"/>
                  </a:lnTo>
                  <a:lnTo>
                    <a:pt x="8864" y="8807"/>
                  </a:lnTo>
                  <a:cubicBezTo>
                    <a:pt x="8802" y="8946"/>
                    <a:pt x="8720" y="9076"/>
                    <a:pt x="8624" y="9196"/>
                  </a:cubicBezTo>
                  <a:lnTo>
                    <a:pt x="7960" y="9990"/>
                  </a:lnTo>
                  <a:cubicBezTo>
                    <a:pt x="7623" y="10135"/>
                    <a:pt x="7276" y="10245"/>
                    <a:pt x="6920" y="10318"/>
                  </a:cubicBezTo>
                  <a:lnTo>
                    <a:pt x="6550" y="9995"/>
                  </a:lnTo>
                  <a:cubicBezTo>
                    <a:pt x="6506" y="9957"/>
                    <a:pt x="6487" y="9899"/>
                    <a:pt x="6506" y="9841"/>
                  </a:cubicBezTo>
                  <a:lnTo>
                    <a:pt x="6569" y="9634"/>
                  </a:lnTo>
                  <a:cubicBezTo>
                    <a:pt x="6598" y="9548"/>
                    <a:pt x="6564" y="9456"/>
                    <a:pt x="6492" y="9403"/>
                  </a:cubicBezTo>
                  <a:lnTo>
                    <a:pt x="6078" y="9095"/>
                  </a:lnTo>
                  <a:cubicBezTo>
                    <a:pt x="6035" y="9062"/>
                    <a:pt x="6011" y="9009"/>
                    <a:pt x="6016" y="8956"/>
                  </a:cubicBezTo>
                  <a:lnTo>
                    <a:pt x="6049" y="8686"/>
                  </a:lnTo>
                  <a:cubicBezTo>
                    <a:pt x="6069" y="8566"/>
                    <a:pt x="5977" y="8460"/>
                    <a:pt x="5862" y="8451"/>
                  </a:cubicBezTo>
                  <a:lnTo>
                    <a:pt x="3971" y="8287"/>
                  </a:lnTo>
                  <a:cubicBezTo>
                    <a:pt x="3898" y="8277"/>
                    <a:pt x="3826" y="8249"/>
                    <a:pt x="3773" y="8196"/>
                  </a:cubicBezTo>
                  <a:lnTo>
                    <a:pt x="3206" y="7652"/>
                  </a:lnTo>
                  <a:cubicBezTo>
                    <a:pt x="3143" y="7589"/>
                    <a:pt x="3109" y="7503"/>
                    <a:pt x="3109" y="7416"/>
                  </a:cubicBezTo>
                  <a:lnTo>
                    <a:pt x="3109" y="6627"/>
                  </a:lnTo>
                  <a:cubicBezTo>
                    <a:pt x="3109" y="6589"/>
                    <a:pt x="3119" y="6555"/>
                    <a:pt x="3143" y="6531"/>
                  </a:cubicBezTo>
                  <a:lnTo>
                    <a:pt x="3788" y="5795"/>
                  </a:lnTo>
                  <a:cubicBezTo>
                    <a:pt x="3822" y="5756"/>
                    <a:pt x="3841" y="5713"/>
                    <a:pt x="3841" y="5665"/>
                  </a:cubicBezTo>
                  <a:lnTo>
                    <a:pt x="3846" y="5482"/>
                  </a:lnTo>
                  <a:cubicBezTo>
                    <a:pt x="3850" y="5424"/>
                    <a:pt x="3884" y="5376"/>
                    <a:pt x="3937" y="5352"/>
                  </a:cubicBezTo>
                  <a:lnTo>
                    <a:pt x="4437" y="5131"/>
                  </a:lnTo>
                  <a:lnTo>
                    <a:pt x="5385" y="5107"/>
                  </a:lnTo>
                  <a:cubicBezTo>
                    <a:pt x="5409" y="5107"/>
                    <a:pt x="5429" y="5126"/>
                    <a:pt x="5429" y="5145"/>
                  </a:cubicBezTo>
                  <a:cubicBezTo>
                    <a:pt x="5457" y="5318"/>
                    <a:pt x="5578" y="5458"/>
                    <a:pt x="5741" y="5516"/>
                  </a:cubicBezTo>
                  <a:lnTo>
                    <a:pt x="6420" y="5742"/>
                  </a:lnTo>
                  <a:cubicBezTo>
                    <a:pt x="6460" y="5755"/>
                    <a:pt x="6499" y="5761"/>
                    <a:pt x="6538" y="5761"/>
                  </a:cubicBezTo>
                  <a:cubicBezTo>
                    <a:pt x="6756" y="5761"/>
                    <a:pt x="6939" y="5566"/>
                    <a:pt x="6911" y="5337"/>
                  </a:cubicBezTo>
                  <a:lnTo>
                    <a:pt x="7758" y="5270"/>
                  </a:lnTo>
                  <a:cubicBezTo>
                    <a:pt x="8099" y="5241"/>
                    <a:pt x="8340" y="4924"/>
                    <a:pt x="8272" y="4587"/>
                  </a:cubicBezTo>
                  <a:lnTo>
                    <a:pt x="8248" y="4467"/>
                  </a:lnTo>
                  <a:cubicBezTo>
                    <a:pt x="8212" y="4282"/>
                    <a:pt x="8054" y="4152"/>
                    <a:pt x="7872" y="4152"/>
                  </a:cubicBezTo>
                  <a:cubicBezTo>
                    <a:pt x="7860" y="4152"/>
                    <a:pt x="7847" y="4153"/>
                    <a:pt x="7834" y="4154"/>
                  </a:cubicBezTo>
                  <a:lnTo>
                    <a:pt x="7387" y="4192"/>
                  </a:lnTo>
                  <a:lnTo>
                    <a:pt x="7320" y="4115"/>
                  </a:lnTo>
                  <a:lnTo>
                    <a:pt x="7911" y="3528"/>
                  </a:lnTo>
                  <a:cubicBezTo>
                    <a:pt x="8063" y="3373"/>
                    <a:pt x="7922" y="3160"/>
                    <a:pt x="7756" y="3160"/>
                  </a:cubicBezTo>
                  <a:cubicBezTo>
                    <a:pt x="7707" y="3160"/>
                    <a:pt x="7655" y="3180"/>
                    <a:pt x="7608" y="3225"/>
                  </a:cubicBezTo>
                  <a:lnTo>
                    <a:pt x="6896" y="3937"/>
                  </a:lnTo>
                  <a:lnTo>
                    <a:pt x="6656" y="4038"/>
                  </a:lnTo>
                  <a:lnTo>
                    <a:pt x="5992" y="3528"/>
                  </a:lnTo>
                  <a:cubicBezTo>
                    <a:pt x="5953" y="3503"/>
                    <a:pt x="5908" y="3488"/>
                    <a:pt x="5864" y="3488"/>
                  </a:cubicBezTo>
                  <a:cubicBezTo>
                    <a:pt x="5842" y="3488"/>
                    <a:pt x="5820" y="3491"/>
                    <a:pt x="5799" y="3499"/>
                  </a:cubicBezTo>
                  <a:lnTo>
                    <a:pt x="4875" y="3793"/>
                  </a:lnTo>
                  <a:cubicBezTo>
                    <a:pt x="4846" y="3803"/>
                    <a:pt x="4822" y="3812"/>
                    <a:pt x="4798" y="3822"/>
                  </a:cubicBezTo>
                  <a:lnTo>
                    <a:pt x="4861" y="3548"/>
                  </a:lnTo>
                  <a:lnTo>
                    <a:pt x="5592" y="3009"/>
                  </a:lnTo>
                  <a:lnTo>
                    <a:pt x="6348" y="2898"/>
                  </a:lnTo>
                  <a:cubicBezTo>
                    <a:pt x="6444" y="2884"/>
                    <a:pt x="6516" y="2811"/>
                    <a:pt x="6531" y="2720"/>
                  </a:cubicBezTo>
                  <a:lnTo>
                    <a:pt x="6617" y="2109"/>
                  </a:lnTo>
                  <a:cubicBezTo>
                    <a:pt x="6622" y="2051"/>
                    <a:pt x="6607" y="1993"/>
                    <a:pt x="6574" y="1950"/>
                  </a:cubicBezTo>
                  <a:lnTo>
                    <a:pt x="6261" y="1555"/>
                  </a:lnTo>
                  <a:cubicBezTo>
                    <a:pt x="6219" y="1502"/>
                    <a:pt x="6158" y="1475"/>
                    <a:pt x="6097" y="1475"/>
                  </a:cubicBezTo>
                  <a:cubicBezTo>
                    <a:pt x="6032" y="1475"/>
                    <a:pt x="5966" y="1506"/>
                    <a:pt x="5924" y="1565"/>
                  </a:cubicBezTo>
                  <a:lnTo>
                    <a:pt x="5684" y="1902"/>
                  </a:lnTo>
                  <a:lnTo>
                    <a:pt x="5438" y="1883"/>
                  </a:lnTo>
                  <a:lnTo>
                    <a:pt x="5852" y="1098"/>
                  </a:lnTo>
                  <a:lnTo>
                    <a:pt x="6280" y="1098"/>
                  </a:lnTo>
                  <a:lnTo>
                    <a:pt x="6603" y="1676"/>
                  </a:lnTo>
                  <a:cubicBezTo>
                    <a:pt x="6642" y="1749"/>
                    <a:pt x="6714" y="1785"/>
                    <a:pt x="6786" y="1785"/>
                  </a:cubicBezTo>
                  <a:cubicBezTo>
                    <a:pt x="6865" y="1785"/>
                    <a:pt x="6945" y="1742"/>
                    <a:pt x="6983" y="1657"/>
                  </a:cubicBezTo>
                  <a:lnTo>
                    <a:pt x="7276" y="959"/>
                  </a:lnTo>
                  <a:cubicBezTo>
                    <a:pt x="7329" y="839"/>
                    <a:pt x="7315" y="699"/>
                    <a:pt x="7243" y="593"/>
                  </a:cubicBezTo>
                  <a:lnTo>
                    <a:pt x="7243" y="593"/>
                  </a:lnTo>
                  <a:cubicBezTo>
                    <a:pt x="7945" y="781"/>
                    <a:pt x="8604" y="1122"/>
                    <a:pt x="9167" y="1594"/>
                  </a:cubicBezTo>
                  <a:cubicBezTo>
                    <a:pt x="9211" y="1630"/>
                    <a:pt x="9257" y="1646"/>
                    <a:pt x="9300" y="1646"/>
                  </a:cubicBezTo>
                  <a:cubicBezTo>
                    <a:pt x="9471" y="1646"/>
                    <a:pt x="9609" y="1412"/>
                    <a:pt x="9437" y="1267"/>
                  </a:cubicBezTo>
                  <a:cubicBezTo>
                    <a:pt x="8427" y="419"/>
                    <a:pt x="7191" y="1"/>
                    <a:pt x="5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3" name="Google Shape;11243;p81"/>
          <p:cNvGrpSpPr/>
          <p:nvPr/>
        </p:nvGrpSpPr>
        <p:grpSpPr>
          <a:xfrm>
            <a:off x="6666052" y="1991771"/>
            <a:ext cx="391341" cy="328447"/>
            <a:chOff x="6666052" y="1991771"/>
            <a:chExt cx="391341" cy="328447"/>
          </a:xfrm>
        </p:grpSpPr>
        <p:sp>
          <p:nvSpPr>
            <p:cNvPr id="11244" name="Google Shape;11244;p81"/>
            <p:cNvSpPr/>
            <p:nvPr/>
          </p:nvSpPr>
          <p:spPr>
            <a:xfrm>
              <a:off x="6848858" y="2069300"/>
              <a:ext cx="199303" cy="181494"/>
            </a:xfrm>
            <a:custGeom>
              <a:rect b="b" l="l" r="r" t="t"/>
              <a:pathLst>
                <a:path extrusionOk="0" h="6920" w="7599">
                  <a:moveTo>
                    <a:pt x="4783" y="1"/>
                  </a:moveTo>
                  <a:lnTo>
                    <a:pt x="3325" y="1122"/>
                  </a:lnTo>
                  <a:lnTo>
                    <a:pt x="2108" y="718"/>
                  </a:lnTo>
                  <a:lnTo>
                    <a:pt x="0" y="2431"/>
                  </a:lnTo>
                  <a:lnTo>
                    <a:pt x="3248" y="6920"/>
                  </a:lnTo>
                  <a:lnTo>
                    <a:pt x="7598" y="3831"/>
                  </a:lnTo>
                  <a:lnTo>
                    <a:pt x="478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1"/>
            <p:cNvSpPr/>
            <p:nvPr/>
          </p:nvSpPr>
          <p:spPr>
            <a:xfrm>
              <a:off x="6936432" y="1997358"/>
              <a:ext cx="112857" cy="200063"/>
            </a:xfrm>
            <a:custGeom>
              <a:rect b="b" l="l" r="r" t="t"/>
              <a:pathLst>
                <a:path extrusionOk="0" h="7628" w="4303">
                  <a:moveTo>
                    <a:pt x="4303" y="1"/>
                  </a:moveTo>
                  <a:lnTo>
                    <a:pt x="1" y="2763"/>
                  </a:lnTo>
                  <a:lnTo>
                    <a:pt x="3706" y="7628"/>
                  </a:lnTo>
                  <a:lnTo>
                    <a:pt x="4303" y="7151"/>
                  </a:lnTo>
                  <a:lnTo>
                    <a:pt x="4303"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1"/>
            <p:cNvSpPr/>
            <p:nvPr/>
          </p:nvSpPr>
          <p:spPr>
            <a:xfrm>
              <a:off x="7012413" y="2145150"/>
              <a:ext cx="36876" cy="52271"/>
            </a:xfrm>
            <a:custGeom>
              <a:rect b="b" l="l" r="r" t="t"/>
              <a:pathLst>
                <a:path extrusionOk="0" h="1993" w="1406">
                  <a:moveTo>
                    <a:pt x="1406" y="0"/>
                  </a:moveTo>
                  <a:lnTo>
                    <a:pt x="0" y="929"/>
                  </a:lnTo>
                  <a:lnTo>
                    <a:pt x="809" y="1993"/>
                  </a:lnTo>
                  <a:lnTo>
                    <a:pt x="1406" y="1516"/>
                  </a:lnTo>
                  <a:lnTo>
                    <a:pt x="1406" y="0"/>
                  </a:ln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1"/>
            <p:cNvSpPr/>
            <p:nvPr/>
          </p:nvSpPr>
          <p:spPr>
            <a:xfrm>
              <a:off x="6861867" y="2129256"/>
              <a:ext cx="151569" cy="100792"/>
            </a:xfrm>
            <a:custGeom>
              <a:rect b="b" l="l" r="r" t="t"/>
              <a:pathLst>
                <a:path extrusionOk="0" h="3843" w="5779">
                  <a:moveTo>
                    <a:pt x="664" y="0"/>
                  </a:moveTo>
                  <a:lnTo>
                    <a:pt x="0" y="1218"/>
                  </a:lnTo>
                  <a:lnTo>
                    <a:pt x="4658" y="3758"/>
                  </a:lnTo>
                  <a:cubicBezTo>
                    <a:pt x="4763" y="3815"/>
                    <a:pt x="4877" y="3842"/>
                    <a:pt x="4989" y="3842"/>
                  </a:cubicBezTo>
                  <a:cubicBezTo>
                    <a:pt x="5236" y="3842"/>
                    <a:pt x="5475" y="3711"/>
                    <a:pt x="5601" y="3479"/>
                  </a:cubicBezTo>
                  <a:cubicBezTo>
                    <a:pt x="5779" y="3142"/>
                    <a:pt x="5659" y="2724"/>
                    <a:pt x="5322" y="2541"/>
                  </a:cubicBezTo>
                  <a:lnTo>
                    <a:pt x="664"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1"/>
            <p:cNvSpPr/>
            <p:nvPr/>
          </p:nvSpPr>
          <p:spPr>
            <a:xfrm>
              <a:off x="6921036" y="2180111"/>
              <a:ext cx="88885" cy="50068"/>
            </a:xfrm>
            <a:custGeom>
              <a:rect b="b" l="l" r="r" t="t"/>
              <a:pathLst>
                <a:path extrusionOk="0" h="1909" w="3389">
                  <a:moveTo>
                    <a:pt x="304" y="0"/>
                  </a:moveTo>
                  <a:lnTo>
                    <a:pt x="1" y="515"/>
                  </a:lnTo>
                  <a:lnTo>
                    <a:pt x="2402" y="1824"/>
                  </a:lnTo>
                  <a:cubicBezTo>
                    <a:pt x="2508" y="1882"/>
                    <a:pt x="2621" y="1909"/>
                    <a:pt x="2732" y="1909"/>
                  </a:cubicBezTo>
                  <a:cubicBezTo>
                    <a:pt x="3019" y="1909"/>
                    <a:pt x="3291" y="1729"/>
                    <a:pt x="3388" y="1434"/>
                  </a:cubicBezTo>
                  <a:lnTo>
                    <a:pt x="3388" y="1434"/>
                  </a:lnTo>
                  <a:cubicBezTo>
                    <a:pt x="3318" y="1457"/>
                    <a:pt x="3244" y="1469"/>
                    <a:pt x="3170" y="1469"/>
                  </a:cubicBezTo>
                  <a:cubicBezTo>
                    <a:pt x="3057" y="1469"/>
                    <a:pt x="2944" y="1441"/>
                    <a:pt x="2845" y="1386"/>
                  </a:cubicBezTo>
                  <a:lnTo>
                    <a:pt x="3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1"/>
            <p:cNvSpPr/>
            <p:nvPr/>
          </p:nvSpPr>
          <p:spPr>
            <a:xfrm>
              <a:off x="6833830" y="2155379"/>
              <a:ext cx="151595" cy="100792"/>
            </a:xfrm>
            <a:custGeom>
              <a:rect b="b" l="l" r="r" t="t"/>
              <a:pathLst>
                <a:path extrusionOk="0" h="3843" w="5780">
                  <a:moveTo>
                    <a:pt x="660" y="0"/>
                  </a:moveTo>
                  <a:lnTo>
                    <a:pt x="1" y="1218"/>
                  </a:lnTo>
                  <a:lnTo>
                    <a:pt x="4659" y="3758"/>
                  </a:lnTo>
                  <a:cubicBezTo>
                    <a:pt x="4764" y="3815"/>
                    <a:pt x="4877" y="3842"/>
                    <a:pt x="4988" y="3842"/>
                  </a:cubicBezTo>
                  <a:cubicBezTo>
                    <a:pt x="5234" y="3842"/>
                    <a:pt x="5471" y="3711"/>
                    <a:pt x="5597" y="3479"/>
                  </a:cubicBezTo>
                  <a:cubicBezTo>
                    <a:pt x="5780" y="3142"/>
                    <a:pt x="5655" y="2724"/>
                    <a:pt x="5323" y="2541"/>
                  </a:cubicBezTo>
                  <a:lnTo>
                    <a:pt x="660"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1"/>
            <p:cNvSpPr/>
            <p:nvPr/>
          </p:nvSpPr>
          <p:spPr>
            <a:xfrm>
              <a:off x="6902860" y="2212791"/>
              <a:ext cx="79050" cy="43407"/>
            </a:xfrm>
            <a:custGeom>
              <a:rect b="b" l="l" r="r" t="t"/>
              <a:pathLst>
                <a:path extrusionOk="0" h="1655" w="3014">
                  <a:moveTo>
                    <a:pt x="270" y="1"/>
                  </a:moveTo>
                  <a:lnTo>
                    <a:pt x="1" y="462"/>
                  </a:lnTo>
                  <a:lnTo>
                    <a:pt x="2027" y="1569"/>
                  </a:lnTo>
                  <a:cubicBezTo>
                    <a:pt x="2132" y="1627"/>
                    <a:pt x="2244" y="1654"/>
                    <a:pt x="2355" y="1654"/>
                  </a:cubicBezTo>
                  <a:cubicBezTo>
                    <a:pt x="2640" y="1654"/>
                    <a:pt x="2913" y="1475"/>
                    <a:pt x="3013" y="1184"/>
                  </a:cubicBezTo>
                  <a:lnTo>
                    <a:pt x="3013" y="1184"/>
                  </a:lnTo>
                  <a:cubicBezTo>
                    <a:pt x="2923" y="1224"/>
                    <a:pt x="2827" y="1243"/>
                    <a:pt x="2732" y="1243"/>
                  </a:cubicBezTo>
                  <a:cubicBezTo>
                    <a:pt x="2617" y="1243"/>
                    <a:pt x="2502" y="1215"/>
                    <a:pt x="2397" y="1160"/>
                  </a:cubicBezTo>
                  <a:lnTo>
                    <a:pt x="270"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1"/>
            <p:cNvSpPr/>
            <p:nvPr/>
          </p:nvSpPr>
          <p:spPr>
            <a:xfrm>
              <a:off x="6805819" y="2181501"/>
              <a:ext cx="151726" cy="100687"/>
            </a:xfrm>
            <a:custGeom>
              <a:rect b="b" l="l" r="r" t="t"/>
              <a:pathLst>
                <a:path extrusionOk="0" h="3839" w="5785">
                  <a:moveTo>
                    <a:pt x="665" y="0"/>
                  </a:moveTo>
                  <a:lnTo>
                    <a:pt x="1" y="1218"/>
                  </a:lnTo>
                  <a:lnTo>
                    <a:pt x="4663" y="3753"/>
                  </a:lnTo>
                  <a:cubicBezTo>
                    <a:pt x="4768" y="3811"/>
                    <a:pt x="4882" y="3839"/>
                    <a:pt x="4995" y="3839"/>
                  </a:cubicBezTo>
                  <a:cubicBezTo>
                    <a:pt x="5239" y="3839"/>
                    <a:pt x="5476" y="3710"/>
                    <a:pt x="5602" y="3479"/>
                  </a:cubicBezTo>
                  <a:cubicBezTo>
                    <a:pt x="5784" y="3142"/>
                    <a:pt x="5659" y="2724"/>
                    <a:pt x="5322" y="2541"/>
                  </a:cubicBezTo>
                  <a:lnTo>
                    <a:pt x="665"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1"/>
            <p:cNvSpPr/>
            <p:nvPr/>
          </p:nvSpPr>
          <p:spPr>
            <a:xfrm>
              <a:off x="6884580" y="2244604"/>
              <a:ext cx="69057" cy="37689"/>
            </a:xfrm>
            <a:custGeom>
              <a:rect b="b" l="l" r="r" t="t"/>
              <a:pathLst>
                <a:path extrusionOk="0" h="1437" w="2633">
                  <a:moveTo>
                    <a:pt x="265" y="0"/>
                  </a:moveTo>
                  <a:lnTo>
                    <a:pt x="0" y="448"/>
                  </a:lnTo>
                  <a:lnTo>
                    <a:pt x="1660" y="1352"/>
                  </a:lnTo>
                  <a:cubicBezTo>
                    <a:pt x="1765" y="1409"/>
                    <a:pt x="1877" y="1436"/>
                    <a:pt x="1988" y="1436"/>
                  </a:cubicBezTo>
                  <a:cubicBezTo>
                    <a:pt x="2259" y="1436"/>
                    <a:pt x="2520" y="1276"/>
                    <a:pt x="2632" y="1006"/>
                  </a:cubicBezTo>
                  <a:lnTo>
                    <a:pt x="2632" y="1006"/>
                  </a:lnTo>
                  <a:cubicBezTo>
                    <a:pt x="2549" y="1039"/>
                    <a:pt x="2462" y="1055"/>
                    <a:pt x="2375" y="1055"/>
                  </a:cubicBezTo>
                  <a:cubicBezTo>
                    <a:pt x="2259" y="1055"/>
                    <a:pt x="2144" y="1027"/>
                    <a:pt x="2040" y="972"/>
                  </a:cubicBezTo>
                  <a:lnTo>
                    <a:pt x="26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1"/>
            <p:cNvSpPr/>
            <p:nvPr/>
          </p:nvSpPr>
          <p:spPr>
            <a:xfrm>
              <a:off x="6777939" y="2207624"/>
              <a:ext cx="151595" cy="100661"/>
            </a:xfrm>
            <a:custGeom>
              <a:rect b="b" l="l" r="r" t="t"/>
              <a:pathLst>
                <a:path extrusionOk="0" h="3838" w="5780">
                  <a:moveTo>
                    <a:pt x="659" y="0"/>
                  </a:moveTo>
                  <a:lnTo>
                    <a:pt x="0" y="1213"/>
                  </a:lnTo>
                  <a:lnTo>
                    <a:pt x="4658" y="3753"/>
                  </a:lnTo>
                  <a:cubicBezTo>
                    <a:pt x="4762" y="3811"/>
                    <a:pt x="4875" y="3838"/>
                    <a:pt x="4986" y="3838"/>
                  </a:cubicBezTo>
                  <a:cubicBezTo>
                    <a:pt x="5232" y="3838"/>
                    <a:pt x="5471" y="3707"/>
                    <a:pt x="5596" y="3479"/>
                  </a:cubicBezTo>
                  <a:cubicBezTo>
                    <a:pt x="5779" y="3142"/>
                    <a:pt x="5654" y="2724"/>
                    <a:pt x="5317" y="2541"/>
                  </a:cubicBezTo>
                  <a:lnTo>
                    <a:pt x="659"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1"/>
            <p:cNvSpPr/>
            <p:nvPr/>
          </p:nvSpPr>
          <p:spPr>
            <a:xfrm>
              <a:off x="6866404" y="2274871"/>
              <a:ext cx="59458" cy="33414"/>
            </a:xfrm>
            <a:custGeom>
              <a:rect b="b" l="l" r="r" t="t"/>
              <a:pathLst>
                <a:path extrusionOk="0" h="1274" w="2267">
                  <a:moveTo>
                    <a:pt x="284" y="1"/>
                  </a:moveTo>
                  <a:lnTo>
                    <a:pt x="0" y="492"/>
                  </a:lnTo>
                  <a:lnTo>
                    <a:pt x="1285" y="1189"/>
                  </a:lnTo>
                  <a:cubicBezTo>
                    <a:pt x="1390" y="1247"/>
                    <a:pt x="1504" y="1274"/>
                    <a:pt x="1616" y="1274"/>
                  </a:cubicBezTo>
                  <a:cubicBezTo>
                    <a:pt x="1861" y="1274"/>
                    <a:pt x="2098" y="1143"/>
                    <a:pt x="2223" y="915"/>
                  </a:cubicBezTo>
                  <a:cubicBezTo>
                    <a:pt x="2238" y="881"/>
                    <a:pt x="2252" y="848"/>
                    <a:pt x="2267" y="814"/>
                  </a:cubicBezTo>
                  <a:lnTo>
                    <a:pt x="2267" y="814"/>
                  </a:lnTo>
                  <a:cubicBezTo>
                    <a:pt x="2189" y="842"/>
                    <a:pt x="2109" y="856"/>
                    <a:pt x="2029" y="856"/>
                  </a:cubicBezTo>
                  <a:cubicBezTo>
                    <a:pt x="1914" y="856"/>
                    <a:pt x="1801" y="827"/>
                    <a:pt x="1699" y="771"/>
                  </a:cubicBezTo>
                  <a:lnTo>
                    <a:pt x="28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1"/>
            <p:cNvSpPr/>
            <p:nvPr/>
          </p:nvSpPr>
          <p:spPr>
            <a:xfrm>
              <a:off x="6686300" y="2082046"/>
              <a:ext cx="193008" cy="174806"/>
            </a:xfrm>
            <a:custGeom>
              <a:rect b="b" l="l" r="r" t="t"/>
              <a:pathLst>
                <a:path extrusionOk="0" h="6665" w="7359">
                  <a:moveTo>
                    <a:pt x="2306" y="1"/>
                  </a:moveTo>
                  <a:lnTo>
                    <a:pt x="1" y="4153"/>
                  </a:lnTo>
                  <a:lnTo>
                    <a:pt x="4707" y="6665"/>
                  </a:lnTo>
                  <a:lnTo>
                    <a:pt x="7358" y="1805"/>
                  </a:lnTo>
                  <a:lnTo>
                    <a:pt x="4971" y="799"/>
                  </a:lnTo>
                  <a:lnTo>
                    <a:pt x="3894" y="924"/>
                  </a:lnTo>
                  <a:lnTo>
                    <a:pt x="23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1"/>
            <p:cNvSpPr/>
            <p:nvPr/>
          </p:nvSpPr>
          <p:spPr>
            <a:xfrm>
              <a:off x="6677855" y="2062481"/>
              <a:ext cx="106405" cy="154008"/>
            </a:xfrm>
            <a:custGeom>
              <a:rect b="b" l="l" r="r" t="t"/>
              <a:pathLst>
                <a:path extrusionOk="0" h="5872" w="4057">
                  <a:moveTo>
                    <a:pt x="3056" y="1"/>
                  </a:moveTo>
                  <a:lnTo>
                    <a:pt x="1" y="5294"/>
                  </a:lnTo>
                  <a:lnTo>
                    <a:pt x="1001" y="5871"/>
                  </a:lnTo>
                  <a:lnTo>
                    <a:pt x="4057" y="578"/>
                  </a:lnTo>
                  <a:lnTo>
                    <a:pt x="3056" y="1"/>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1"/>
            <p:cNvSpPr/>
            <p:nvPr/>
          </p:nvSpPr>
          <p:spPr>
            <a:xfrm>
              <a:off x="6674209" y="2014039"/>
              <a:ext cx="91245" cy="191592"/>
            </a:xfrm>
            <a:custGeom>
              <a:rect b="b" l="l" r="r" t="t"/>
              <a:pathLst>
                <a:path extrusionOk="0" h="7305" w="3479">
                  <a:moveTo>
                    <a:pt x="0" y="0"/>
                  </a:moveTo>
                  <a:lnTo>
                    <a:pt x="0" y="7064"/>
                  </a:lnTo>
                  <a:lnTo>
                    <a:pt x="419" y="7304"/>
                  </a:lnTo>
                  <a:lnTo>
                    <a:pt x="3479" y="2011"/>
                  </a:lnTo>
                  <a:lnTo>
                    <a:pt x="0" y="0"/>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1"/>
            <p:cNvSpPr/>
            <p:nvPr/>
          </p:nvSpPr>
          <p:spPr>
            <a:xfrm>
              <a:off x="6677986" y="2167863"/>
              <a:ext cx="45715" cy="48731"/>
            </a:xfrm>
            <a:custGeom>
              <a:rect b="b" l="l" r="r" t="t"/>
              <a:pathLst>
                <a:path extrusionOk="0" h="1858" w="1743">
                  <a:moveTo>
                    <a:pt x="737" y="1"/>
                  </a:moveTo>
                  <a:lnTo>
                    <a:pt x="0" y="1281"/>
                  </a:lnTo>
                  <a:lnTo>
                    <a:pt x="996" y="1858"/>
                  </a:lnTo>
                  <a:lnTo>
                    <a:pt x="1742" y="568"/>
                  </a:lnTo>
                  <a:lnTo>
                    <a:pt x="73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1"/>
            <p:cNvSpPr/>
            <p:nvPr/>
          </p:nvSpPr>
          <p:spPr>
            <a:xfrm>
              <a:off x="6674209" y="2154854"/>
              <a:ext cx="30424" cy="50776"/>
            </a:xfrm>
            <a:custGeom>
              <a:rect b="b" l="l" r="r" t="t"/>
              <a:pathLst>
                <a:path extrusionOk="0" h="1936" w="1160">
                  <a:moveTo>
                    <a:pt x="0" y="1"/>
                  </a:moveTo>
                  <a:lnTo>
                    <a:pt x="0" y="1695"/>
                  </a:lnTo>
                  <a:lnTo>
                    <a:pt x="419" y="1935"/>
                  </a:lnTo>
                  <a:lnTo>
                    <a:pt x="1160" y="655"/>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1"/>
            <p:cNvSpPr/>
            <p:nvPr/>
          </p:nvSpPr>
          <p:spPr>
            <a:xfrm>
              <a:off x="6726061" y="2182183"/>
              <a:ext cx="81436" cy="65411"/>
            </a:xfrm>
            <a:custGeom>
              <a:rect b="b" l="l" r="r" t="t"/>
              <a:pathLst>
                <a:path extrusionOk="0" h="2494" w="3105">
                  <a:moveTo>
                    <a:pt x="2321" y="1"/>
                  </a:moveTo>
                  <a:cubicBezTo>
                    <a:pt x="2180" y="1"/>
                    <a:pt x="2038" y="44"/>
                    <a:pt x="1916" y="133"/>
                  </a:cubicBezTo>
                  <a:lnTo>
                    <a:pt x="386" y="1240"/>
                  </a:lnTo>
                  <a:cubicBezTo>
                    <a:pt x="73" y="1461"/>
                    <a:pt x="1" y="1894"/>
                    <a:pt x="227" y="2207"/>
                  </a:cubicBezTo>
                  <a:cubicBezTo>
                    <a:pt x="364" y="2393"/>
                    <a:pt x="574" y="2493"/>
                    <a:pt x="788" y="2493"/>
                  </a:cubicBezTo>
                  <a:cubicBezTo>
                    <a:pt x="929" y="2493"/>
                    <a:pt x="1070" y="2450"/>
                    <a:pt x="1194" y="2361"/>
                  </a:cubicBezTo>
                  <a:lnTo>
                    <a:pt x="2724" y="1254"/>
                  </a:lnTo>
                  <a:cubicBezTo>
                    <a:pt x="3042" y="1028"/>
                    <a:pt x="3104" y="581"/>
                    <a:pt x="2868" y="273"/>
                  </a:cubicBezTo>
                  <a:cubicBezTo>
                    <a:pt x="2734" y="95"/>
                    <a:pt x="2529" y="1"/>
                    <a:pt x="2321"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1"/>
            <p:cNvSpPr/>
            <p:nvPr/>
          </p:nvSpPr>
          <p:spPr>
            <a:xfrm>
              <a:off x="6729969" y="2183521"/>
              <a:ext cx="77528" cy="64048"/>
            </a:xfrm>
            <a:custGeom>
              <a:rect b="b" l="l" r="r" t="t"/>
              <a:pathLst>
                <a:path extrusionOk="0" h="2442" w="2956">
                  <a:moveTo>
                    <a:pt x="2426" y="0"/>
                  </a:moveTo>
                  <a:cubicBezTo>
                    <a:pt x="2546" y="294"/>
                    <a:pt x="2450" y="631"/>
                    <a:pt x="2190" y="818"/>
                  </a:cubicBezTo>
                  <a:lnTo>
                    <a:pt x="660" y="1925"/>
                  </a:lnTo>
                  <a:cubicBezTo>
                    <a:pt x="539" y="2010"/>
                    <a:pt x="395" y="2054"/>
                    <a:pt x="251" y="2054"/>
                  </a:cubicBezTo>
                  <a:cubicBezTo>
                    <a:pt x="166" y="2054"/>
                    <a:pt x="81" y="2039"/>
                    <a:pt x="1" y="2007"/>
                  </a:cubicBezTo>
                  <a:lnTo>
                    <a:pt x="1" y="2007"/>
                  </a:lnTo>
                  <a:cubicBezTo>
                    <a:pt x="109" y="2283"/>
                    <a:pt x="372" y="2442"/>
                    <a:pt x="644" y="2442"/>
                  </a:cubicBezTo>
                  <a:cubicBezTo>
                    <a:pt x="783" y="2442"/>
                    <a:pt x="925" y="2400"/>
                    <a:pt x="1050" y="2310"/>
                  </a:cubicBezTo>
                  <a:lnTo>
                    <a:pt x="2580" y="1203"/>
                  </a:lnTo>
                  <a:cubicBezTo>
                    <a:pt x="2893" y="972"/>
                    <a:pt x="2955" y="530"/>
                    <a:pt x="2719" y="222"/>
                  </a:cubicBezTo>
                  <a:cubicBezTo>
                    <a:pt x="2642" y="121"/>
                    <a:pt x="2541" y="44"/>
                    <a:pt x="24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1"/>
            <p:cNvSpPr/>
            <p:nvPr/>
          </p:nvSpPr>
          <p:spPr>
            <a:xfrm>
              <a:off x="6757350" y="2210955"/>
              <a:ext cx="72362" cy="58933"/>
            </a:xfrm>
            <a:custGeom>
              <a:rect b="b" l="l" r="r" t="t"/>
              <a:pathLst>
                <a:path extrusionOk="0" h="2247" w="2759">
                  <a:moveTo>
                    <a:pt x="1970" y="1"/>
                  </a:moveTo>
                  <a:cubicBezTo>
                    <a:pt x="1829" y="1"/>
                    <a:pt x="1687" y="44"/>
                    <a:pt x="1565" y="133"/>
                  </a:cubicBezTo>
                  <a:lnTo>
                    <a:pt x="391" y="985"/>
                  </a:lnTo>
                  <a:cubicBezTo>
                    <a:pt x="73" y="1211"/>
                    <a:pt x="1" y="1654"/>
                    <a:pt x="227" y="1971"/>
                  </a:cubicBezTo>
                  <a:cubicBezTo>
                    <a:pt x="366" y="2150"/>
                    <a:pt x="574" y="2246"/>
                    <a:pt x="785" y="2246"/>
                  </a:cubicBezTo>
                  <a:cubicBezTo>
                    <a:pt x="925" y="2246"/>
                    <a:pt x="1067" y="2204"/>
                    <a:pt x="1189" y="2116"/>
                  </a:cubicBezTo>
                  <a:lnTo>
                    <a:pt x="2378" y="1254"/>
                  </a:lnTo>
                  <a:cubicBezTo>
                    <a:pt x="2691" y="1023"/>
                    <a:pt x="2758" y="581"/>
                    <a:pt x="2522" y="273"/>
                  </a:cubicBezTo>
                  <a:cubicBezTo>
                    <a:pt x="2385" y="95"/>
                    <a:pt x="2178" y="1"/>
                    <a:pt x="1970"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1"/>
            <p:cNvSpPr/>
            <p:nvPr/>
          </p:nvSpPr>
          <p:spPr>
            <a:xfrm>
              <a:off x="6761022" y="2212292"/>
              <a:ext cx="68690" cy="57491"/>
            </a:xfrm>
            <a:custGeom>
              <a:rect b="b" l="l" r="r" t="t"/>
              <a:pathLst>
                <a:path extrusionOk="0" h="2192" w="2619">
                  <a:moveTo>
                    <a:pt x="2089" y="0"/>
                  </a:moveTo>
                  <a:lnTo>
                    <a:pt x="2089" y="0"/>
                  </a:lnTo>
                  <a:cubicBezTo>
                    <a:pt x="2209" y="294"/>
                    <a:pt x="2108" y="631"/>
                    <a:pt x="1853" y="818"/>
                  </a:cubicBezTo>
                  <a:lnTo>
                    <a:pt x="665" y="1680"/>
                  </a:lnTo>
                  <a:cubicBezTo>
                    <a:pt x="543" y="1764"/>
                    <a:pt x="400" y="1809"/>
                    <a:pt x="254" y="1809"/>
                  </a:cubicBezTo>
                  <a:cubicBezTo>
                    <a:pt x="169" y="1809"/>
                    <a:pt x="83" y="1794"/>
                    <a:pt x="1" y="1761"/>
                  </a:cubicBezTo>
                  <a:lnTo>
                    <a:pt x="1" y="1761"/>
                  </a:lnTo>
                  <a:cubicBezTo>
                    <a:pt x="25" y="1814"/>
                    <a:pt x="53" y="1867"/>
                    <a:pt x="92" y="1915"/>
                  </a:cubicBezTo>
                  <a:cubicBezTo>
                    <a:pt x="227" y="2097"/>
                    <a:pt x="433" y="2192"/>
                    <a:pt x="642" y="2192"/>
                  </a:cubicBezTo>
                  <a:cubicBezTo>
                    <a:pt x="783" y="2192"/>
                    <a:pt x="926" y="2149"/>
                    <a:pt x="1049" y="2060"/>
                  </a:cubicBezTo>
                  <a:lnTo>
                    <a:pt x="2238" y="1203"/>
                  </a:lnTo>
                  <a:cubicBezTo>
                    <a:pt x="2551" y="972"/>
                    <a:pt x="2618" y="530"/>
                    <a:pt x="2378" y="222"/>
                  </a:cubicBezTo>
                  <a:cubicBezTo>
                    <a:pt x="2305" y="121"/>
                    <a:pt x="2204" y="48"/>
                    <a:pt x="20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1"/>
            <p:cNvSpPr/>
            <p:nvPr/>
          </p:nvSpPr>
          <p:spPr>
            <a:xfrm>
              <a:off x="6788272" y="2239831"/>
              <a:ext cx="63523" cy="52376"/>
            </a:xfrm>
            <a:custGeom>
              <a:rect b="b" l="l" r="r" t="t"/>
              <a:pathLst>
                <a:path extrusionOk="0" h="1997" w="2422">
                  <a:moveTo>
                    <a:pt x="1631" y="0"/>
                  </a:moveTo>
                  <a:cubicBezTo>
                    <a:pt x="1491" y="0"/>
                    <a:pt x="1350" y="42"/>
                    <a:pt x="1228" y="129"/>
                  </a:cubicBezTo>
                  <a:lnTo>
                    <a:pt x="381" y="740"/>
                  </a:lnTo>
                  <a:cubicBezTo>
                    <a:pt x="73" y="966"/>
                    <a:pt x="1" y="1399"/>
                    <a:pt x="227" y="1707"/>
                  </a:cubicBezTo>
                  <a:cubicBezTo>
                    <a:pt x="361" y="1897"/>
                    <a:pt x="572" y="1996"/>
                    <a:pt x="788" y="1996"/>
                  </a:cubicBezTo>
                  <a:cubicBezTo>
                    <a:pt x="928" y="1996"/>
                    <a:pt x="1071" y="1954"/>
                    <a:pt x="1194" y="1866"/>
                  </a:cubicBezTo>
                  <a:lnTo>
                    <a:pt x="2041" y="1250"/>
                  </a:lnTo>
                  <a:cubicBezTo>
                    <a:pt x="2354" y="1024"/>
                    <a:pt x="2421" y="577"/>
                    <a:pt x="2181" y="269"/>
                  </a:cubicBezTo>
                  <a:cubicBezTo>
                    <a:pt x="2045" y="93"/>
                    <a:pt x="1839" y="0"/>
                    <a:pt x="163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1"/>
            <p:cNvSpPr/>
            <p:nvPr/>
          </p:nvSpPr>
          <p:spPr>
            <a:xfrm>
              <a:off x="6791813" y="2240801"/>
              <a:ext cx="59982" cy="51406"/>
            </a:xfrm>
            <a:custGeom>
              <a:rect b="b" l="l" r="r" t="t"/>
              <a:pathLst>
                <a:path extrusionOk="0" h="1960" w="2287">
                  <a:moveTo>
                    <a:pt x="1733" y="1"/>
                  </a:moveTo>
                  <a:lnTo>
                    <a:pt x="1733" y="1"/>
                  </a:lnTo>
                  <a:cubicBezTo>
                    <a:pt x="1834" y="289"/>
                    <a:pt x="1733" y="612"/>
                    <a:pt x="1483" y="790"/>
                  </a:cubicBezTo>
                  <a:lnTo>
                    <a:pt x="636" y="1406"/>
                  </a:lnTo>
                  <a:cubicBezTo>
                    <a:pt x="516" y="1491"/>
                    <a:pt x="374" y="1535"/>
                    <a:pt x="229" y="1535"/>
                  </a:cubicBezTo>
                  <a:cubicBezTo>
                    <a:pt x="153" y="1535"/>
                    <a:pt x="76" y="1522"/>
                    <a:pt x="1" y="1497"/>
                  </a:cubicBezTo>
                  <a:lnTo>
                    <a:pt x="1" y="1497"/>
                  </a:lnTo>
                  <a:cubicBezTo>
                    <a:pt x="25" y="1560"/>
                    <a:pt x="53" y="1618"/>
                    <a:pt x="92" y="1670"/>
                  </a:cubicBezTo>
                  <a:cubicBezTo>
                    <a:pt x="229" y="1860"/>
                    <a:pt x="441" y="1959"/>
                    <a:pt x="656" y="1959"/>
                  </a:cubicBezTo>
                  <a:cubicBezTo>
                    <a:pt x="796" y="1959"/>
                    <a:pt x="938" y="1917"/>
                    <a:pt x="1059" y="1829"/>
                  </a:cubicBezTo>
                  <a:lnTo>
                    <a:pt x="1906" y="1213"/>
                  </a:lnTo>
                  <a:cubicBezTo>
                    <a:pt x="2224" y="987"/>
                    <a:pt x="2286" y="540"/>
                    <a:pt x="2050" y="232"/>
                  </a:cubicBezTo>
                  <a:cubicBezTo>
                    <a:pt x="1969" y="126"/>
                    <a:pt x="1858" y="44"/>
                    <a:pt x="17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1"/>
            <p:cNvSpPr/>
            <p:nvPr/>
          </p:nvSpPr>
          <p:spPr>
            <a:xfrm>
              <a:off x="6819457" y="2268629"/>
              <a:ext cx="54422" cy="45846"/>
            </a:xfrm>
            <a:custGeom>
              <a:rect b="b" l="l" r="r" t="t"/>
              <a:pathLst>
                <a:path extrusionOk="0" h="1748" w="2075">
                  <a:moveTo>
                    <a:pt x="1291" y="0"/>
                  </a:moveTo>
                  <a:cubicBezTo>
                    <a:pt x="1150" y="0"/>
                    <a:pt x="1009" y="43"/>
                    <a:pt x="886" y="133"/>
                  </a:cubicBezTo>
                  <a:lnTo>
                    <a:pt x="380" y="494"/>
                  </a:lnTo>
                  <a:cubicBezTo>
                    <a:pt x="68" y="720"/>
                    <a:pt x="0" y="1153"/>
                    <a:pt x="222" y="1461"/>
                  </a:cubicBezTo>
                  <a:cubicBezTo>
                    <a:pt x="358" y="1647"/>
                    <a:pt x="571" y="1747"/>
                    <a:pt x="785" y="1747"/>
                  </a:cubicBezTo>
                  <a:cubicBezTo>
                    <a:pt x="926" y="1747"/>
                    <a:pt x="1067" y="1705"/>
                    <a:pt x="1189" y="1615"/>
                  </a:cubicBezTo>
                  <a:lnTo>
                    <a:pt x="1694" y="1254"/>
                  </a:lnTo>
                  <a:cubicBezTo>
                    <a:pt x="2012" y="1023"/>
                    <a:pt x="2074" y="581"/>
                    <a:pt x="1838" y="268"/>
                  </a:cubicBezTo>
                  <a:cubicBezTo>
                    <a:pt x="1701" y="93"/>
                    <a:pt x="1497" y="0"/>
                    <a:pt x="129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1"/>
            <p:cNvSpPr/>
            <p:nvPr/>
          </p:nvSpPr>
          <p:spPr>
            <a:xfrm>
              <a:off x="6822998" y="2269835"/>
              <a:ext cx="50881" cy="44692"/>
            </a:xfrm>
            <a:custGeom>
              <a:rect b="b" l="l" r="r" t="t"/>
              <a:pathLst>
                <a:path extrusionOk="0" h="1704" w="1940">
                  <a:moveTo>
                    <a:pt x="1405" y="0"/>
                  </a:moveTo>
                  <a:lnTo>
                    <a:pt x="1405" y="0"/>
                  </a:lnTo>
                  <a:cubicBezTo>
                    <a:pt x="1516" y="294"/>
                    <a:pt x="1420" y="626"/>
                    <a:pt x="1165" y="809"/>
                  </a:cubicBezTo>
                  <a:lnTo>
                    <a:pt x="659" y="1175"/>
                  </a:lnTo>
                  <a:cubicBezTo>
                    <a:pt x="538" y="1262"/>
                    <a:pt x="396" y="1306"/>
                    <a:pt x="251" y="1306"/>
                  </a:cubicBezTo>
                  <a:cubicBezTo>
                    <a:pt x="167" y="1306"/>
                    <a:pt x="82" y="1291"/>
                    <a:pt x="0" y="1261"/>
                  </a:cubicBezTo>
                  <a:lnTo>
                    <a:pt x="0" y="1261"/>
                  </a:lnTo>
                  <a:cubicBezTo>
                    <a:pt x="108" y="1541"/>
                    <a:pt x="372" y="1703"/>
                    <a:pt x="645" y="1703"/>
                  </a:cubicBezTo>
                  <a:cubicBezTo>
                    <a:pt x="785" y="1703"/>
                    <a:pt x="928" y="1660"/>
                    <a:pt x="1054" y="1569"/>
                  </a:cubicBezTo>
                  <a:lnTo>
                    <a:pt x="1559" y="1203"/>
                  </a:lnTo>
                  <a:cubicBezTo>
                    <a:pt x="1872" y="977"/>
                    <a:pt x="1939" y="535"/>
                    <a:pt x="1703" y="222"/>
                  </a:cubicBezTo>
                  <a:cubicBezTo>
                    <a:pt x="1626" y="121"/>
                    <a:pt x="1521" y="44"/>
                    <a:pt x="14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1"/>
            <p:cNvSpPr/>
            <p:nvPr/>
          </p:nvSpPr>
          <p:spPr>
            <a:xfrm>
              <a:off x="6825384" y="2088105"/>
              <a:ext cx="78787" cy="121066"/>
            </a:xfrm>
            <a:custGeom>
              <a:rect b="b" l="l" r="r" t="t"/>
              <a:pathLst>
                <a:path extrusionOk="0" h="4616" w="3004">
                  <a:moveTo>
                    <a:pt x="462" y="1"/>
                  </a:moveTo>
                  <a:lnTo>
                    <a:pt x="0" y="1848"/>
                  </a:lnTo>
                  <a:lnTo>
                    <a:pt x="0" y="3691"/>
                  </a:lnTo>
                  <a:cubicBezTo>
                    <a:pt x="0" y="4201"/>
                    <a:pt x="414" y="4615"/>
                    <a:pt x="924" y="4615"/>
                  </a:cubicBezTo>
                  <a:cubicBezTo>
                    <a:pt x="1434" y="4615"/>
                    <a:pt x="1848" y="4201"/>
                    <a:pt x="1848" y="3691"/>
                  </a:cubicBezTo>
                  <a:lnTo>
                    <a:pt x="1848" y="1848"/>
                  </a:lnTo>
                  <a:lnTo>
                    <a:pt x="300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1"/>
            <p:cNvSpPr/>
            <p:nvPr/>
          </p:nvSpPr>
          <p:spPr>
            <a:xfrm>
              <a:off x="6825384" y="2088105"/>
              <a:ext cx="33335" cy="121066"/>
            </a:xfrm>
            <a:custGeom>
              <a:rect b="b" l="l" r="r" t="t"/>
              <a:pathLst>
                <a:path extrusionOk="0" h="4616" w="1271">
                  <a:moveTo>
                    <a:pt x="462" y="1"/>
                  </a:moveTo>
                  <a:lnTo>
                    <a:pt x="0" y="1848"/>
                  </a:lnTo>
                  <a:lnTo>
                    <a:pt x="0" y="3691"/>
                  </a:lnTo>
                  <a:cubicBezTo>
                    <a:pt x="0" y="4201"/>
                    <a:pt x="414" y="4615"/>
                    <a:pt x="924" y="4615"/>
                  </a:cubicBezTo>
                  <a:cubicBezTo>
                    <a:pt x="1045" y="4615"/>
                    <a:pt x="1160" y="4591"/>
                    <a:pt x="1271" y="4548"/>
                  </a:cubicBezTo>
                  <a:cubicBezTo>
                    <a:pt x="920" y="4408"/>
                    <a:pt x="693" y="4066"/>
                    <a:pt x="693" y="3691"/>
                  </a:cubicBezTo>
                  <a:lnTo>
                    <a:pt x="693" y="1848"/>
                  </a:lnTo>
                  <a:lnTo>
                    <a:pt x="11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1"/>
            <p:cNvSpPr/>
            <p:nvPr/>
          </p:nvSpPr>
          <p:spPr>
            <a:xfrm>
              <a:off x="6666052" y="2008452"/>
              <a:ext cx="391341" cy="311766"/>
            </a:xfrm>
            <a:custGeom>
              <a:rect b="b" l="l" r="r" t="t"/>
              <a:pathLst>
                <a:path extrusionOk="0" h="11887" w="14921">
                  <a:moveTo>
                    <a:pt x="9044" y="3254"/>
                  </a:moveTo>
                  <a:lnTo>
                    <a:pt x="10228" y="3644"/>
                  </a:lnTo>
                  <a:cubicBezTo>
                    <a:pt x="10250" y="3652"/>
                    <a:pt x="10272" y="3655"/>
                    <a:pt x="10295" y="3655"/>
                  </a:cubicBezTo>
                  <a:cubicBezTo>
                    <a:pt x="10341" y="3655"/>
                    <a:pt x="10386" y="3639"/>
                    <a:pt x="10425" y="3610"/>
                  </a:cubicBezTo>
                  <a:lnTo>
                    <a:pt x="10796" y="3331"/>
                  </a:lnTo>
                  <a:lnTo>
                    <a:pt x="13385" y="6728"/>
                  </a:lnTo>
                  <a:lnTo>
                    <a:pt x="12980" y="7012"/>
                  </a:lnTo>
                  <a:cubicBezTo>
                    <a:pt x="12951" y="6993"/>
                    <a:pt x="12927" y="6974"/>
                    <a:pt x="12894" y="6959"/>
                  </a:cubicBezTo>
                  <a:lnTo>
                    <a:pt x="8409" y="4515"/>
                  </a:lnTo>
                  <a:lnTo>
                    <a:pt x="8578" y="4250"/>
                  </a:lnTo>
                  <a:cubicBezTo>
                    <a:pt x="8672" y="4081"/>
                    <a:pt x="8529" y="3924"/>
                    <a:pt x="8381" y="3924"/>
                  </a:cubicBezTo>
                  <a:cubicBezTo>
                    <a:pt x="8318" y="3924"/>
                    <a:pt x="8254" y="3952"/>
                    <a:pt x="8207" y="4019"/>
                  </a:cubicBezTo>
                  <a:lnTo>
                    <a:pt x="7740" y="4770"/>
                  </a:lnTo>
                  <a:cubicBezTo>
                    <a:pt x="7721" y="4803"/>
                    <a:pt x="7707" y="4842"/>
                    <a:pt x="7707" y="4885"/>
                  </a:cubicBezTo>
                  <a:lnTo>
                    <a:pt x="7707" y="6728"/>
                  </a:lnTo>
                  <a:cubicBezTo>
                    <a:pt x="7697" y="7113"/>
                    <a:pt x="7384" y="7416"/>
                    <a:pt x="6999" y="7416"/>
                  </a:cubicBezTo>
                  <a:cubicBezTo>
                    <a:pt x="6619" y="7416"/>
                    <a:pt x="6306" y="7113"/>
                    <a:pt x="6297" y="6728"/>
                  </a:cubicBezTo>
                  <a:lnTo>
                    <a:pt x="6297" y="4909"/>
                  </a:lnTo>
                  <a:lnTo>
                    <a:pt x="6711" y="3254"/>
                  </a:lnTo>
                  <a:close/>
                  <a:moveTo>
                    <a:pt x="3867" y="2518"/>
                  </a:moveTo>
                  <a:lnTo>
                    <a:pt x="4213" y="2715"/>
                  </a:lnTo>
                  <a:lnTo>
                    <a:pt x="1374" y="7642"/>
                  </a:lnTo>
                  <a:lnTo>
                    <a:pt x="1028" y="7440"/>
                  </a:lnTo>
                  <a:lnTo>
                    <a:pt x="3867" y="2518"/>
                  </a:lnTo>
                  <a:close/>
                  <a:moveTo>
                    <a:pt x="4613" y="6841"/>
                  </a:moveTo>
                  <a:cubicBezTo>
                    <a:pt x="4760" y="6841"/>
                    <a:pt x="4905" y="6911"/>
                    <a:pt x="4998" y="7041"/>
                  </a:cubicBezTo>
                  <a:cubicBezTo>
                    <a:pt x="5152" y="7253"/>
                    <a:pt x="5104" y="7551"/>
                    <a:pt x="4892" y="7705"/>
                  </a:cubicBezTo>
                  <a:lnTo>
                    <a:pt x="3357" y="8807"/>
                  </a:lnTo>
                  <a:cubicBezTo>
                    <a:pt x="3273" y="8868"/>
                    <a:pt x="3176" y="8897"/>
                    <a:pt x="3079" y="8897"/>
                  </a:cubicBezTo>
                  <a:cubicBezTo>
                    <a:pt x="2932" y="8897"/>
                    <a:pt x="2788" y="8829"/>
                    <a:pt x="2698" y="8701"/>
                  </a:cubicBezTo>
                  <a:cubicBezTo>
                    <a:pt x="2544" y="8489"/>
                    <a:pt x="2592" y="8196"/>
                    <a:pt x="2804" y="8042"/>
                  </a:cubicBezTo>
                  <a:lnTo>
                    <a:pt x="4334" y="6935"/>
                  </a:lnTo>
                  <a:cubicBezTo>
                    <a:pt x="4418" y="6872"/>
                    <a:pt x="4516" y="6841"/>
                    <a:pt x="4613" y="6841"/>
                  </a:cubicBezTo>
                  <a:close/>
                  <a:moveTo>
                    <a:pt x="5456" y="7936"/>
                  </a:moveTo>
                  <a:cubicBezTo>
                    <a:pt x="5600" y="7936"/>
                    <a:pt x="5739" y="8003"/>
                    <a:pt x="5830" y="8124"/>
                  </a:cubicBezTo>
                  <a:cubicBezTo>
                    <a:pt x="5994" y="8335"/>
                    <a:pt x="5946" y="8638"/>
                    <a:pt x="5734" y="8797"/>
                  </a:cubicBezTo>
                  <a:lnTo>
                    <a:pt x="4545" y="9659"/>
                  </a:lnTo>
                  <a:cubicBezTo>
                    <a:pt x="4460" y="9718"/>
                    <a:pt x="4362" y="9747"/>
                    <a:pt x="4265" y="9747"/>
                  </a:cubicBezTo>
                  <a:cubicBezTo>
                    <a:pt x="4120" y="9747"/>
                    <a:pt x="3976" y="9683"/>
                    <a:pt x="3881" y="9562"/>
                  </a:cubicBezTo>
                  <a:lnTo>
                    <a:pt x="3886" y="9562"/>
                  </a:lnTo>
                  <a:cubicBezTo>
                    <a:pt x="3732" y="9341"/>
                    <a:pt x="3780" y="9038"/>
                    <a:pt x="4002" y="8879"/>
                  </a:cubicBezTo>
                  <a:lnTo>
                    <a:pt x="5142" y="8051"/>
                  </a:lnTo>
                  <a:cubicBezTo>
                    <a:pt x="5181" y="8023"/>
                    <a:pt x="5224" y="7994"/>
                    <a:pt x="5272" y="7974"/>
                  </a:cubicBezTo>
                  <a:cubicBezTo>
                    <a:pt x="5332" y="7948"/>
                    <a:pt x="5394" y="7936"/>
                    <a:pt x="5456" y="7936"/>
                  </a:cubicBezTo>
                  <a:close/>
                  <a:moveTo>
                    <a:pt x="6297" y="9036"/>
                  </a:moveTo>
                  <a:cubicBezTo>
                    <a:pt x="6440" y="9036"/>
                    <a:pt x="6582" y="9100"/>
                    <a:pt x="6677" y="9221"/>
                  </a:cubicBezTo>
                  <a:cubicBezTo>
                    <a:pt x="6836" y="9437"/>
                    <a:pt x="6792" y="9740"/>
                    <a:pt x="6576" y="9899"/>
                  </a:cubicBezTo>
                  <a:lnTo>
                    <a:pt x="5729" y="10510"/>
                  </a:lnTo>
                  <a:cubicBezTo>
                    <a:pt x="5648" y="10572"/>
                    <a:pt x="5549" y="10603"/>
                    <a:pt x="5448" y="10603"/>
                  </a:cubicBezTo>
                  <a:cubicBezTo>
                    <a:pt x="5423" y="10603"/>
                    <a:pt x="5398" y="10601"/>
                    <a:pt x="5373" y="10597"/>
                  </a:cubicBezTo>
                  <a:lnTo>
                    <a:pt x="5378" y="10597"/>
                  </a:lnTo>
                  <a:cubicBezTo>
                    <a:pt x="4959" y="10529"/>
                    <a:pt x="4829" y="9986"/>
                    <a:pt x="5171" y="9740"/>
                  </a:cubicBezTo>
                  <a:lnTo>
                    <a:pt x="5989" y="9148"/>
                  </a:lnTo>
                  <a:lnTo>
                    <a:pt x="6018" y="9124"/>
                  </a:lnTo>
                  <a:cubicBezTo>
                    <a:pt x="6103" y="9065"/>
                    <a:pt x="6200" y="9036"/>
                    <a:pt x="6297" y="9036"/>
                  </a:cubicBezTo>
                  <a:close/>
                  <a:moveTo>
                    <a:pt x="4156" y="3682"/>
                  </a:moveTo>
                  <a:lnTo>
                    <a:pt x="4560" y="3913"/>
                  </a:lnTo>
                  <a:cubicBezTo>
                    <a:pt x="4592" y="3933"/>
                    <a:pt x="4631" y="3943"/>
                    <a:pt x="4671" y="3943"/>
                  </a:cubicBezTo>
                  <a:cubicBezTo>
                    <a:pt x="4678" y="3943"/>
                    <a:pt x="4687" y="3943"/>
                    <a:pt x="4695" y="3942"/>
                  </a:cubicBezTo>
                  <a:lnTo>
                    <a:pt x="5710" y="3822"/>
                  </a:lnTo>
                  <a:lnTo>
                    <a:pt x="6080" y="3976"/>
                  </a:lnTo>
                  <a:lnTo>
                    <a:pt x="5869" y="4828"/>
                  </a:lnTo>
                  <a:cubicBezTo>
                    <a:pt x="5864" y="4842"/>
                    <a:pt x="5864" y="4861"/>
                    <a:pt x="5859" y="4880"/>
                  </a:cubicBezTo>
                  <a:lnTo>
                    <a:pt x="5859" y="6723"/>
                  </a:lnTo>
                  <a:cubicBezTo>
                    <a:pt x="5859" y="7354"/>
                    <a:pt x="6369" y="7864"/>
                    <a:pt x="6999" y="7864"/>
                  </a:cubicBezTo>
                  <a:cubicBezTo>
                    <a:pt x="7630" y="7864"/>
                    <a:pt x="8140" y="7354"/>
                    <a:pt x="8140" y="6723"/>
                  </a:cubicBezTo>
                  <a:lnTo>
                    <a:pt x="8140" y="4948"/>
                  </a:lnTo>
                  <a:lnTo>
                    <a:pt x="8178" y="4885"/>
                  </a:lnTo>
                  <a:lnTo>
                    <a:pt x="12687" y="7344"/>
                  </a:lnTo>
                  <a:cubicBezTo>
                    <a:pt x="12913" y="7469"/>
                    <a:pt x="12995" y="7753"/>
                    <a:pt x="12874" y="7984"/>
                  </a:cubicBezTo>
                  <a:lnTo>
                    <a:pt x="12879" y="7984"/>
                  </a:lnTo>
                  <a:cubicBezTo>
                    <a:pt x="12789" y="8141"/>
                    <a:pt x="12625" y="8231"/>
                    <a:pt x="12455" y="8231"/>
                  </a:cubicBezTo>
                  <a:cubicBezTo>
                    <a:pt x="12381" y="8231"/>
                    <a:pt x="12305" y="8213"/>
                    <a:pt x="12235" y="8177"/>
                  </a:cubicBezTo>
                  <a:lnTo>
                    <a:pt x="9732" y="6810"/>
                  </a:lnTo>
                  <a:cubicBezTo>
                    <a:pt x="9697" y="6792"/>
                    <a:pt x="9662" y="6784"/>
                    <a:pt x="9630" y="6784"/>
                  </a:cubicBezTo>
                  <a:cubicBezTo>
                    <a:pt x="9435" y="6784"/>
                    <a:pt x="9319" y="7070"/>
                    <a:pt x="9526" y="7190"/>
                  </a:cubicBezTo>
                  <a:lnTo>
                    <a:pt x="11619" y="8335"/>
                  </a:lnTo>
                  <a:cubicBezTo>
                    <a:pt x="11854" y="8460"/>
                    <a:pt x="11941" y="8749"/>
                    <a:pt x="11816" y="8980"/>
                  </a:cubicBezTo>
                  <a:cubicBezTo>
                    <a:pt x="11731" y="9140"/>
                    <a:pt x="11568" y="9229"/>
                    <a:pt x="11400" y="9229"/>
                  </a:cubicBezTo>
                  <a:cubicBezTo>
                    <a:pt x="11321" y="9229"/>
                    <a:pt x="11240" y="9209"/>
                    <a:pt x="11166" y="9168"/>
                  </a:cubicBezTo>
                  <a:lnTo>
                    <a:pt x="9040" y="8013"/>
                  </a:lnTo>
                  <a:cubicBezTo>
                    <a:pt x="9004" y="7995"/>
                    <a:pt x="8969" y="7987"/>
                    <a:pt x="8936" y="7987"/>
                  </a:cubicBezTo>
                  <a:cubicBezTo>
                    <a:pt x="8742" y="7987"/>
                    <a:pt x="8627" y="8269"/>
                    <a:pt x="8833" y="8393"/>
                  </a:cubicBezTo>
                  <a:lnTo>
                    <a:pt x="10555" y="9331"/>
                  </a:lnTo>
                  <a:cubicBezTo>
                    <a:pt x="10786" y="9456"/>
                    <a:pt x="10868" y="9745"/>
                    <a:pt x="10743" y="9976"/>
                  </a:cubicBezTo>
                  <a:cubicBezTo>
                    <a:pt x="10657" y="10134"/>
                    <a:pt x="10495" y="10222"/>
                    <a:pt x="10328" y="10222"/>
                  </a:cubicBezTo>
                  <a:cubicBezTo>
                    <a:pt x="10250" y="10222"/>
                    <a:pt x="10171" y="10203"/>
                    <a:pt x="10098" y="10164"/>
                  </a:cubicBezTo>
                  <a:lnTo>
                    <a:pt x="8294" y="9182"/>
                  </a:lnTo>
                  <a:cubicBezTo>
                    <a:pt x="8258" y="9164"/>
                    <a:pt x="8224" y="9156"/>
                    <a:pt x="8191" y="9156"/>
                  </a:cubicBezTo>
                  <a:cubicBezTo>
                    <a:pt x="7996" y="9156"/>
                    <a:pt x="7880" y="9443"/>
                    <a:pt x="8087" y="9562"/>
                  </a:cubicBezTo>
                  <a:lnTo>
                    <a:pt x="9482" y="10323"/>
                  </a:lnTo>
                  <a:cubicBezTo>
                    <a:pt x="9718" y="10448"/>
                    <a:pt x="9805" y="10741"/>
                    <a:pt x="9679" y="10972"/>
                  </a:cubicBezTo>
                  <a:cubicBezTo>
                    <a:pt x="9591" y="11130"/>
                    <a:pt x="9428" y="11220"/>
                    <a:pt x="9260" y="11220"/>
                  </a:cubicBezTo>
                  <a:cubicBezTo>
                    <a:pt x="9182" y="11220"/>
                    <a:pt x="9103" y="11201"/>
                    <a:pt x="9030" y="11160"/>
                  </a:cubicBezTo>
                  <a:lnTo>
                    <a:pt x="8048" y="10626"/>
                  </a:lnTo>
                  <a:cubicBezTo>
                    <a:pt x="8053" y="10135"/>
                    <a:pt x="7673" y="9726"/>
                    <a:pt x="7187" y="9702"/>
                  </a:cubicBezTo>
                  <a:cubicBezTo>
                    <a:pt x="7192" y="9683"/>
                    <a:pt x="7192" y="9663"/>
                    <a:pt x="7197" y="9644"/>
                  </a:cubicBezTo>
                  <a:cubicBezTo>
                    <a:pt x="7274" y="9110"/>
                    <a:pt x="6879" y="8629"/>
                    <a:pt x="6340" y="8600"/>
                  </a:cubicBezTo>
                  <a:cubicBezTo>
                    <a:pt x="6345" y="8581"/>
                    <a:pt x="6350" y="8561"/>
                    <a:pt x="6355" y="8542"/>
                  </a:cubicBezTo>
                  <a:cubicBezTo>
                    <a:pt x="6432" y="8013"/>
                    <a:pt x="6032" y="7532"/>
                    <a:pt x="5498" y="7503"/>
                  </a:cubicBezTo>
                  <a:cubicBezTo>
                    <a:pt x="5503" y="7484"/>
                    <a:pt x="5508" y="7464"/>
                    <a:pt x="5508" y="7440"/>
                  </a:cubicBezTo>
                  <a:cubicBezTo>
                    <a:pt x="5546" y="7200"/>
                    <a:pt x="5479" y="6950"/>
                    <a:pt x="5330" y="6757"/>
                  </a:cubicBezTo>
                  <a:cubicBezTo>
                    <a:pt x="5153" y="6523"/>
                    <a:pt x="4885" y="6401"/>
                    <a:pt x="4614" y="6401"/>
                  </a:cubicBezTo>
                  <a:cubicBezTo>
                    <a:pt x="4428" y="6401"/>
                    <a:pt x="4240" y="6459"/>
                    <a:pt x="4079" y="6579"/>
                  </a:cubicBezTo>
                  <a:lnTo>
                    <a:pt x="2568" y="7671"/>
                  </a:lnTo>
                  <a:lnTo>
                    <a:pt x="2024" y="7378"/>
                  </a:lnTo>
                  <a:lnTo>
                    <a:pt x="4156" y="3682"/>
                  </a:lnTo>
                  <a:close/>
                  <a:moveTo>
                    <a:pt x="7140" y="10138"/>
                  </a:moveTo>
                  <a:cubicBezTo>
                    <a:pt x="7282" y="10138"/>
                    <a:pt x="7424" y="10202"/>
                    <a:pt x="7519" y="10323"/>
                  </a:cubicBezTo>
                  <a:cubicBezTo>
                    <a:pt x="7596" y="10424"/>
                    <a:pt x="7630" y="10553"/>
                    <a:pt x="7610" y="10679"/>
                  </a:cubicBezTo>
                  <a:cubicBezTo>
                    <a:pt x="7596" y="10809"/>
                    <a:pt x="7524" y="10919"/>
                    <a:pt x="7423" y="10996"/>
                  </a:cubicBezTo>
                  <a:lnTo>
                    <a:pt x="6918" y="11362"/>
                  </a:lnTo>
                  <a:cubicBezTo>
                    <a:pt x="6832" y="11423"/>
                    <a:pt x="6734" y="11452"/>
                    <a:pt x="6638" y="11452"/>
                  </a:cubicBezTo>
                  <a:cubicBezTo>
                    <a:pt x="6490" y="11452"/>
                    <a:pt x="6347" y="11384"/>
                    <a:pt x="6254" y="11256"/>
                  </a:cubicBezTo>
                  <a:cubicBezTo>
                    <a:pt x="6095" y="11039"/>
                    <a:pt x="6143" y="10746"/>
                    <a:pt x="6359" y="10592"/>
                  </a:cubicBezTo>
                  <a:lnTo>
                    <a:pt x="6831" y="10250"/>
                  </a:lnTo>
                  <a:lnTo>
                    <a:pt x="6865" y="10226"/>
                  </a:lnTo>
                  <a:cubicBezTo>
                    <a:pt x="6948" y="10166"/>
                    <a:pt x="7044" y="10138"/>
                    <a:pt x="7140" y="10138"/>
                  </a:cubicBezTo>
                  <a:close/>
                  <a:moveTo>
                    <a:pt x="309" y="1"/>
                  </a:moveTo>
                  <a:cubicBezTo>
                    <a:pt x="119" y="1"/>
                    <a:pt x="1" y="278"/>
                    <a:pt x="200" y="401"/>
                  </a:cubicBezTo>
                  <a:lnTo>
                    <a:pt x="3492" y="2301"/>
                  </a:lnTo>
                  <a:lnTo>
                    <a:pt x="653" y="7224"/>
                  </a:lnTo>
                  <a:lnTo>
                    <a:pt x="417" y="7089"/>
                  </a:lnTo>
                  <a:cubicBezTo>
                    <a:pt x="379" y="7069"/>
                    <a:pt x="343" y="7059"/>
                    <a:pt x="309" y="7059"/>
                  </a:cubicBezTo>
                  <a:cubicBezTo>
                    <a:pt x="119" y="7059"/>
                    <a:pt x="1" y="7338"/>
                    <a:pt x="200" y="7464"/>
                  </a:cubicBezTo>
                  <a:lnTo>
                    <a:pt x="1341" y="8124"/>
                  </a:lnTo>
                  <a:cubicBezTo>
                    <a:pt x="1376" y="8143"/>
                    <a:pt x="1413" y="8152"/>
                    <a:pt x="1450" y="8152"/>
                  </a:cubicBezTo>
                  <a:cubicBezTo>
                    <a:pt x="1525" y="8152"/>
                    <a:pt x="1597" y="8114"/>
                    <a:pt x="1639" y="8047"/>
                  </a:cubicBezTo>
                  <a:lnTo>
                    <a:pt x="1803" y="7758"/>
                  </a:lnTo>
                  <a:lnTo>
                    <a:pt x="2269" y="8008"/>
                  </a:lnTo>
                  <a:cubicBezTo>
                    <a:pt x="1942" y="8638"/>
                    <a:pt x="2428" y="9334"/>
                    <a:pt x="3070" y="9334"/>
                  </a:cubicBezTo>
                  <a:cubicBezTo>
                    <a:pt x="3163" y="9334"/>
                    <a:pt x="3259" y="9320"/>
                    <a:pt x="3357" y="9288"/>
                  </a:cubicBezTo>
                  <a:cubicBezTo>
                    <a:pt x="3357" y="9480"/>
                    <a:pt x="3419" y="9668"/>
                    <a:pt x="3540" y="9822"/>
                  </a:cubicBezTo>
                  <a:cubicBezTo>
                    <a:pt x="3714" y="10054"/>
                    <a:pt x="3986" y="10182"/>
                    <a:pt x="4265" y="10182"/>
                  </a:cubicBezTo>
                  <a:cubicBezTo>
                    <a:pt x="4357" y="10182"/>
                    <a:pt x="4450" y="10168"/>
                    <a:pt x="4541" y="10140"/>
                  </a:cubicBezTo>
                  <a:cubicBezTo>
                    <a:pt x="4545" y="10582"/>
                    <a:pt x="4868" y="10953"/>
                    <a:pt x="5306" y="11025"/>
                  </a:cubicBezTo>
                  <a:cubicBezTo>
                    <a:pt x="5354" y="11030"/>
                    <a:pt x="5402" y="11035"/>
                    <a:pt x="5450" y="11035"/>
                  </a:cubicBezTo>
                  <a:cubicBezTo>
                    <a:pt x="5541" y="11035"/>
                    <a:pt x="5638" y="11020"/>
                    <a:pt x="5724" y="10991"/>
                  </a:cubicBezTo>
                  <a:cubicBezTo>
                    <a:pt x="5734" y="11434"/>
                    <a:pt x="6056" y="11805"/>
                    <a:pt x="6489" y="11872"/>
                  </a:cubicBezTo>
                  <a:cubicBezTo>
                    <a:pt x="6537" y="11882"/>
                    <a:pt x="6586" y="11886"/>
                    <a:pt x="6634" y="11886"/>
                  </a:cubicBezTo>
                  <a:cubicBezTo>
                    <a:pt x="6826" y="11886"/>
                    <a:pt x="7009" y="11824"/>
                    <a:pt x="7168" y="11713"/>
                  </a:cubicBezTo>
                  <a:lnTo>
                    <a:pt x="7668" y="11347"/>
                  </a:lnTo>
                  <a:cubicBezTo>
                    <a:pt x="7779" y="11270"/>
                    <a:pt x="7865" y="11169"/>
                    <a:pt x="7933" y="11054"/>
                  </a:cubicBezTo>
                  <a:lnTo>
                    <a:pt x="8818" y="11535"/>
                  </a:lnTo>
                  <a:cubicBezTo>
                    <a:pt x="8960" y="11612"/>
                    <a:pt x="9108" y="11647"/>
                    <a:pt x="9252" y="11647"/>
                  </a:cubicBezTo>
                  <a:cubicBezTo>
                    <a:pt x="9762" y="11647"/>
                    <a:pt x="10220" y="11206"/>
                    <a:pt x="10156" y="10635"/>
                  </a:cubicBezTo>
                  <a:lnTo>
                    <a:pt x="10156" y="10635"/>
                  </a:lnTo>
                  <a:cubicBezTo>
                    <a:pt x="10213" y="10646"/>
                    <a:pt x="10269" y="10651"/>
                    <a:pt x="10325" y="10651"/>
                  </a:cubicBezTo>
                  <a:cubicBezTo>
                    <a:pt x="10853" y="10651"/>
                    <a:pt x="11285" y="10193"/>
                    <a:pt x="11224" y="9644"/>
                  </a:cubicBezTo>
                  <a:lnTo>
                    <a:pt x="11224" y="9644"/>
                  </a:lnTo>
                  <a:cubicBezTo>
                    <a:pt x="11280" y="9655"/>
                    <a:pt x="11336" y="9660"/>
                    <a:pt x="11391" y="9660"/>
                  </a:cubicBezTo>
                  <a:cubicBezTo>
                    <a:pt x="11917" y="9660"/>
                    <a:pt x="12353" y="9198"/>
                    <a:pt x="12292" y="8653"/>
                  </a:cubicBezTo>
                  <a:lnTo>
                    <a:pt x="12292" y="8653"/>
                  </a:lnTo>
                  <a:cubicBezTo>
                    <a:pt x="12345" y="8662"/>
                    <a:pt x="12403" y="8667"/>
                    <a:pt x="12456" y="8667"/>
                  </a:cubicBezTo>
                  <a:cubicBezTo>
                    <a:pt x="12542" y="8667"/>
                    <a:pt x="12629" y="8653"/>
                    <a:pt x="12716" y="8629"/>
                  </a:cubicBezTo>
                  <a:cubicBezTo>
                    <a:pt x="13197" y="8484"/>
                    <a:pt x="13471" y="7979"/>
                    <a:pt x="13327" y="7503"/>
                  </a:cubicBezTo>
                  <a:cubicBezTo>
                    <a:pt x="13312" y="7445"/>
                    <a:pt x="13288" y="7392"/>
                    <a:pt x="13264" y="7339"/>
                  </a:cubicBezTo>
                  <a:lnTo>
                    <a:pt x="13644" y="7070"/>
                  </a:lnTo>
                  <a:lnTo>
                    <a:pt x="13842" y="7334"/>
                  </a:lnTo>
                  <a:cubicBezTo>
                    <a:pt x="13886" y="7390"/>
                    <a:pt x="13950" y="7418"/>
                    <a:pt x="14015" y="7418"/>
                  </a:cubicBezTo>
                  <a:cubicBezTo>
                    <a:pt x="14062" y="7418"/>
                    <a:pt x="14109" y="7403"/>
                    <a:pt x="14150" y="7373"/>
                  </a:cubicBezTo>
                  <a:lnTo>
                    <a:pt x="14746" y="6897"/>
                  </a:lnTo>
                  <a:cubicBezTo>
                    <a:pt x="14921" y="6753"/>
                    <a:pt x="14786" y="6513"/>
                    <a:pt x="14609" y="6513"/>
                  </a:cubicBezTo>
                  <a:cubicBezTo>
                    <a:pt x="14566" y="6513"/>
                    <a:pt x="14521" y="6527"/>
                    <a:pt x="14477" y="6560"/>
                  </a:cubicBezTo>
                  <a:lnTo>
                    <a:pt x="14053" y="6897"/>
                  </a:lnTo>
                  <a:lnTo>
                    <a:pt x="10627" y="2393"/>
                  </a:lnTo>
                  <a:lnTo>
                    <a:pt x="12586" y="1137"/>
                  </a:lnTo>
                  <a:cubicBezTo>
                    <a:pt x="12772" y="1000"/>
                    <a:pt x="12649" y="740"/>
                    <a:pt x="12465" y="740"/>
                  </a:cubicBezTo>
                  <a:cubicBezTo>
                    <a:pt x="12430" y="740"/>
                    <a:pt x="12393" y="750"/>
                    <a:pt x="12355" y="771"/>
                  </a:cubicBezTo>
                  <a:lnTo>
                    <a:pt x="10194" y="2152"/>
                  </a:lnTo>
                  <a:cubicBezTo>
                    <a:pt x="10088" y="2224"/>
                    <a:pt x="10064" y="2369"/>
                    <a:pt x="10141" y="2465"/>
                  </a:cubicBezTo>
                  <a:lnTo>
                    <a:pt x="10531" y="2985"/>
                  </a:lnTo>
                  <a:lnTo>
                    <a:pt x="10252" y="3196"/>
                  </a:lnTo>
                  <a:lnTo>
                    <a:pt x="9145" y="2831"/>
                  </a:lnTo>
                  <a:cubicBezTo>
                    <a:pt x="9121" y="2821"/>
                    <a:pt x="9102" y="2821"/>
                    <a:pt x="9078" y="2821"/>
                  </a:cubicBezTo>
                  <a:lnTo>
                    <a:pt x="6537" y="2821"/>
                  </a:lnTo>
                  <a:cubicBezTo>
                    <a:pt x="6441" y="2821"/>
                    <a:pt x="6355" y="2888"/>
                    <a:pt x="6331" y="2985"/>
                  </a:cubicBezTo>
                  <a:lnTo>
                    <a:pt x="6186" y="3552"/>
                  </a:lnTo>
                  <a:lnTo>
                    <a:pt x="5825" y="3403"/>
                  </a:lnTo>
                  <a:cubicBezTo>
                    <a:pt x="5800" y="3392"/>
                    <a:pt x="5772" y="3387"/>
                    <a:pt x="5743" y="3387"/>
                  </a:cubicBezTo>
                  <a:cubicBezTo>
                    <a:pt x="5734" y="3387"/>
                    <a:pt x="5724" y="3388"/>
                    <a:pt x="5715" y="3389"/>
                  </a:cubicBezTo>
                  <a:lnTo>
                    <a:pt x="4714" y="3509"/>
                  </a:lnTo>
                  <a:lnTo>
                    <a:pt x="4372" y="3312"/>
                  </a:lnTo>
                  <a:lnTo>
                    <a:pt x="4699" y="2749"/>
                  </a:lnTo>
                  <a:cubicBezTo>
                    <a:pt x="4757" y="2643"/>
                    <a:pt x="4719" y="2513"/>
                    <a:pt x="4618" y="2455"/>
                  </a:cubicBezTo>
                  <a:lnTo>
                    <a:pt x="417" y="30"/>
                  </a:lnTo>
                  <a:cubicBezTo>
                    <a:pt x="379" y="10"/>
                    <a:pt x="343"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1"/>
            <p:cNvSpPr/>
            <p:nvPr/>
          </p:nvSpPr>
          <p:spPr>
            <a:xfrm>
              <a:off x="7009764" y="1991771"/>
              <a:ext cx="47446" cy="31630"/>
            </a:xfrm>
            <a:custGeom>
              <a:rect b="b" l="l" r="r" t="t"/>
              <a:pathLst>
                <a:path extrusionOk="0" h="1206" w="1809">
                  <a:moveTo>
                    <a:pt x="1501" y="0"/>
                  </a:moveTo>
                  <a:cubicBezTo>
                    <a:pt x="1466" y="0"/>
                    <a:pt x="1429" y="9"/>
                    <a:pt x="1391" y="31"/>
                  </a:cubicBezTo>
                  <a:lnTo>
                    <a:pt x="178" y="806"/>
                  </a:lnTo>
                  <a:cubicBezTo>
                    <a:pt x="0" y="921"/>
                    <a:pt x="82" y="1205"/>
                    <a:pt x="299" y="1205"/>
                  </a:cubicBezTo>
                  <a:cubicBezTo>
                    <a:pt x="337" y="1205"/>
                    <a:pt x="381" y="1196"/>
                    <a:pt x="414" y="1171"/>
                  </a:cubicBezTo>
                  <a:lnTo>
                    <a:pt x="1627" y="397"/>
                  </a:lnTo>
                  <a:cubicBezTo>
                    <a:pt x="1809" y="259"/>
                    <a:pt x="1685"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81"/>
          <p:cNvGrpSpPr/>
          <p:nvPr/>
        </p:nvGrpSpPr>
        <p:grpSpPr>
          <a:xfrm>
            <a:off x="7099619" y="1979838"/>
            <a:ext cx="374712" cy="374476"/>
            <a:chOff x="7099619" y="1979838"/>
            <a:chExt cx="374712" cy="374476"/>
          </a:xfrm>
        </p:grpSpPr>
        <p:sp>
          <p:nvSpPr>
            <p:cNvPr id="11273" name="Google Shape;11273;p81"/>
            <p:cNvSpPr/>
            <p:nvPr/>
          </p:nvSpPr>
          <p:spPr>
            <a:xfrm>
              <a:off x="7210666" y="2008741"/>
              <a:ext cx="175829" cy="160879"/>
            </a:xfrm>
            <a:custGeom>
              <a:rect b="b" l="l" r="r" t="t"/>
              <a:pathLst>
                <a:path extrusionOk="0" h="6134" w="6704">
                  <a:moveTo>
                    <a:pt x="670" y="0"/>
                  </a:moveTo>
                  <a:cubicBezTo>
                    <a:pt x="299" y="0"/>
                    <a:pt x="1" y="303"/>
                    <a:pt x="1" y="674"/>
                  </a:cubicBezTo>
                  <a:lnTo>
                    <a:pt x="1" y="4249"/>
                  </a:lnTo>
                  <a:cubicBezTo>
                    <a:pt x="1" y="4619"/>
                    <a:pt x="299" y="4918"/>
                    <a:pt x="670" y="4918"/>
                  </a:cubicBezTo>
                  <a:lnTo>
                    <a:pt x="2460" y="4918"/>
                  </a:lnTo>
                  <a:lnTo>
                    <a:pt x="4254" y="6116"/>
                  </a:lnTo>
                  <a:cubicBezTo>
                    <a:pt x="4273" y="6128"/>
                    <a:pt x="4294" y="6134"/>
                    <a:pt x="4314" y="6134"/>
                  </a:cubicBezTo>
                  <a:cubicBezTo>
                    <a:pt x="4379" y="6134"/>
                    <a:pt x="4439" y="6074"/>
                    <a:pt x="4428" y="6000"/>
                  </a:cubicBezTo>
                  <a:lnTo>
                    <a:pt x="4245" y="4918"/>
                  </a:lnTo>
                  <a:lnTo>
                    <a:pt x="6035" y="4918"/>
                  </a:lnTo>
                  <a:cubicBezTo>
                    <a:pt x="6405" y="4913"/>
                    <a:pt x="6703" y="4619"/>
                    <a:pt x="6703" y="4249"/>
                  </a:cubicBezTo>
                  <a:lnTo>
                    <a:pt x="6703" y="674"/>
                  </a:lnTo>
                  <a:cubicBezTo>
                    <a:pt x="6703" y="303"/>
                    <a:pt x="6405" y="0"/>
                    <a:pt x="603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1"/>
            <p:cNvSpPr/>
            <p:nvPr/>
          </p:nvSpPr>
          <p:spPr>
            <a:xfrm>
              <a:off x="7106045" y="2149451"/>
              <a:ext cx="128751" cy="128987"/>
            </a:xfrm>
            <a:custGeom>
              <a:rect b="b" l="l" r="r" t="t"/>
              <a:pathLst>
                <a:path extrusionOk="0" h="4918" w="4909">
                  <a:moveTo>
                    <a:pt x="2455" y="0"/>
                  </a:moveTo>
                  <a:cubicBezTo>
                    <a:pt x="1382" y="0"/>
                    <a:pt x="588" y="861"/>
                    <a:pt x="511" y="1910"/>
                  </a:cubicBezTo>
                  <a:cubicBezTo>
                    <a:pt x="472" y="2464"/>
                    <a:pt x="285" y="3527"/>
                    <a:pt x="54" y="4148"/>
                  </a:cubicBezTo>
                  <a:cubicBezTo>
                    <a:pt x="1" y="4283"/>
                    <a:pt x="63" y="4436"/>
                    <a:pt x="193" y="4494"/>
                  </a:cubicBezTo>
                  <a:cubicBezTo>
                    <a:pt x="646" y="4701"/>
                    <a:pt x="1127" y="4845"/>
                    <a:pt x="1622" y="4918"/>
                  </a:cubicBezTo>
                  <a:lnTo>
                    <a:pt x="3287" y="4918"/>
                  </a:lnTo>
                  <a:cubicBezTo>
                    <a:pt x="3778" y="4845"/>
                    <a:pt x="4259" y="4701"/>
                    <a:pt x="4711" y="4494"/>
                  </a:cubicBezTo>
                  <a:cubicBezTo>
                    <a:pt x="4846" y="4436"/>
                    <a:pt x="4909" y="4283"/>
                    <a:pt x="4856" y="4148"/>
                  </a:cubicBezTo>
                  <a:cubicBezTo>
                    <a:pt x="4620" y="3527"/>
                    <a:pt x="4432" y="2464"/>
                    <a:pt x="4399" y="1910"/>
                  </a:cubicBezTo>
                  <a:cubicBezTo>
                    <a:pt x="4322" y="861"/>
                    <a:pt x="3528" y="0"/>
                    <a:pt x="24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1"/>
            <p:cNvSpPr/>
            <p:nvPr/>
          </p:nvSpPr>
          <p:spPr>
            <a:xfrm>
              <a:off x="7140875" y="2149451"/>
              <a:ext cx="93921" cy="128987"/>
            </a:xfrm>
            <a:custGeom>
              <a:rect b="b" l="l" r="r" t="t"/>
              <a:pathLst>
                <a:path extrusionOk="0" h="4918" w="3581">
                  <a:moveTo>
                    <a:pt x="1117" y="0"/>
                  </a:moveTo>
                  <a:cubicBezTo>
                    <a:pt x="294" y="5"/>
                    <a:pt x="1" y="1126"/>
                    <a:pt x="713" y="1545"/>
                  </a:cubicBezTo>
                  <a:cubicBezTo>
                    <a:pt x="732" y="1559"/>
                    <a:pt x="756" y="1574"/>
                    <a:pt x="780" y="1583"/>
                  </a:cubicBezTo>
                  <a:lnTo>
                    <a:pt x="1401" y="4918"/>
                  </a:lnTo>
                  <a:lnTo>
                    <a:pt x="1959" y="4918"/>
                  </a:lnTo>
                  <a:cubicBezTo>
                    <a:pt x="2450" y="4845"/>
                    <a:pt x="2931" y="4701"/>
                    <a:pt x="3383" y="4494"/>
                  </a:cubicBezTo>
                  <a:cubicBezTo>
                    <a:pt x="3518" y="4436"/>
                    <a:pt x="3581" y="4283"/>
                    <a:pt x="3528" y="4148"/>
                  </a:cubicBezTo>
                  <a:cubicBezTo>
                    <a:pt x="3292" y="3527"/>
                    <a:pt x="3104" y="2464"/>
                    <a:pt x="3071" y="1910"/>
                  </a:cubicBezTo>
                  <a:cubicBezTo>
                    <a:pt x="2994" y="861"/>
                    <a:pt x="2200" y="0"/>
                    <a:pt x="112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1"/>
            <p:cNvSpPr/>
            <p:nvPr/>
          </p:nvSpPr>
          <p:spPr>
            <a:xfrm>
              <a:off x="7105179" y="2246860"/>
              <a:ext cx="128987" cy="101868"/>
            </a:xfrm>
            <a:custGeom>
              <a:rect b="b" l="l" r="r" t="t"/>
              <a:pathLst>
                <a:path extrusionOk="0" h="3884" w="4918">
                  <a:moveTo>
                    <a:pt x="1641" y="1"/>
                  </a:moveTo>
                  <a:lnTo>
                    <a:pt x="1641" y="819"/>
                  </a:lnTo>
                  <a:cubicBezTo>
                    <a:pt x="1641" y="1026"/>
                    <a:pt x="1521" y="1218"/>
                    <a:pt x="1338" y="1310"/>
                  </a:cubicBezTo>
                  <a:lnTo>
                    <a:pt x="452" y="1752"/>
                  </a:lnTo>
                  <a:cubicBezTo>
                    <a:pt x="178" y="1892"/>
                    <a:pt x="0" y="2176"/>
                    <a:pt x="0" y="2484"/>
                  </a:cubicBezTo>
                  <a:lnTo>
                    <a:pt x="0" y="3884"/>
                  </a:lnTo>
                  <a:lnTo>
                    <a:pt x="4918" y="3884"/>
                  </a:lnTo>
                  <a:lnTo>
                    <a:pt x="4918" y="2484"/>
                  </a:lnTo>
                  <a:cubicBezTo>
                    <a:pt x="4918" y="2171"/>
                    <a:pt x="4740" y="1887"/>
                    <a:pt x="4461" y="1752"/>
                  </a:cubicBezTo>
                  <a:lnTo>
                    <a:pt x="3580" y="1310"/>
                  </a:lnTo>
                  <a:cubicBezTo>
                    <a:pt x="3392" y="1218"/>
                    <a:pt x="3277" y="1026"/>
                    <a:pt x="3277" y="819"/>
                  </a:cubicBezTo>
                  <a:lnTo>
                    <a:pt x="3277"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1"/>
            <p:cNvSpPr/>
            <p:nvPr/>
          </p:nvSpPr>
          <p:spPr>
            <a:xfrm>
              <a:off x="7147694" y="2246860"/>
              <a:ext cx="43826" cy="28667"/>
            </a:xfrm>
            <a:custGeom>
              <a:rect b="b" l="l" r="r" t="t"/>
              <a:pathLst>
                <a:path extrusionOk="0" h="1093" w="1671">
                  <a:moveTo>
                    <a:pt x="15" y="1"/>
                  </a:moveTo>
                  <a:lnTo>
                    <a:pt x="15" y="819"/>
                  </a:lnTo>
                  <a:cubicBezTo>
                    <a:pt x="15" y="857"/>
                    <a:pt x="10" y="891"/>
                    <a:pt x="1" y="925"/>
                  </a:cubicBezTo>
                  <a:cubicBezTo>
                    <a:pt x="265" y="1035"/>
                    <a:pt x="549" y="1093"/>
                    <a:pt x="838" y="1093"/>
                  </a:cubicBezTo>
                  <a:cubicBezTo>
                    <a:pt x="1122" y="1093"/>
                    <a:pt x="1406" y="1035"/>
                    <a:pt x="1670" y="925"/>
                  </a:cubicBezTo>
                  <a:cubicBezTo>
                    <a:pt x="1661" y="891"/>
                    <a:pt x="1656" y="857"/>
                    <a:pt x="1656" y="819"/>
                  </a:cubicBezTo>
                  <a:lnTo>
                    <a:pt x="165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1"/>
            <p:cNvSpPr/>
            <p:nvPr/>
          </p:nvSpPr>
          <p:spPr>
            <a:xfrm>
              <a:off x="7105179" y="2284470"/>
              <a:ext cx="128987" cy="64257"/>
            </a:xfrm>
            <a:custGeom>
              <a:rect b="b" l="l" r="r" t="t"/>
              <a:pathLst>
                <a:path extrusionOk="0" h="2450" w="4918">
                  <a:moveTo>
                    <a:pt x="1083" y="1"/>
                  </a:moveTo>
                  <a:lnTo>
                    <a:pt x="452" y="318"/>
                  </a:lnTo>
                  <a:cubicBezTo>
                    <a:pt x="173" y="458"/>
                    <a:pt x="0" y="742"/>
                    <a:pt x="0" y="1050"/>
                  </a:cubicBezTo>
                  <a:lnTo>
                    <a:pt x="0" y="2450"/>
                  </a:lnTo>
                  <a:lnTo>
                    <a:pt x="4918" y="2450"/>
                  </a:lnTo>
                  <a:lnTo>
                    <a:pt x="4918" y="1050"/>
                  </a:lnTo>
                  <a:cubicBezTo>
                    <a:pt x="4918" y="742"/>
                    <a:pt x="4740" y="458"/>
                    <a:pt x="4461" y="318"/>
                  </a:cubicBezTo>
                  <a:lnTo>
                    <a:pt x="3835" y="1"/>
                  </a:lnTo>
                  <a:cubicBezTo>
                    <a:pt x="3513" y="501"/>
                    <a:pt x="2986" y="751"/>
                    <a:pt x="2459" y="751"/>
                  </a:cubicBezTo>
                  <a:cubicBezTo>
                    <a:pt x="1932" y="751"/>
                    <a:pt x="1405" y="501"/>
                    <a:pt x="108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1"/>
            <p:cNvSpPr/>
            <p:nvPr/>
          </p:nvSpPr>
          <p:spPr>
            <a:xfrm>
              <a:off x="7126633" y="2190786"/>
              <a:ext cx="85948" cy="70500"/>
            </a:xfrm>
            <a:custGeom>
              <a:rect b="b" l="l" r="r" t="t"/>
              <a:pathLst>
                <a:path extrusionOk="0" h="2688" w="3277">
                  <a:moveTo>
                    <a:pt x="1262" y="0"/>
                  </a:moveTo>
                  <a:cubicBezTo>
                    <a:pt x="1158" y="0"/>
                    <a:pt x="1060" y="60"/>
                    <a:pt x="1015" y="156"/>
                  </a:cubicBezTo>
                  <a:cubicBezTo>
                    <a:pt x="924" y="344"/>
                    <a:pt x="799" y="512"/>
                    <a:pt x="640" y="647"/>
                  </a:cubicBezTo>
                  <a:cubicBezTo>
                    <a:pt x="496" y="777"/>
                    <a:pt x="337" y="888"/>
                    <a:pt x="159" y="974"/>
                  </a:cubicBezTo>
                  <a:cubicBezTo>
                    <a:pt x="58" y="1027"/>
                    <a:pt x="0" y="1143"/>
                    <a:pt x="15" y="1258"/>
                  </a:cubicBezTo>
                  <a:cubicBezTo>
                    <a:pt x="120" y="2076"/>
                    <a:pt x="818" y="2682"/>
                    <a:pt x="1641" y="2687"/>
                  </a:cubicBezTo>
                  <a:cubicBezTo>
                    <a:pt x="2493" y="2687"/>
                    <a:pt x="3205" y="2028"/>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1"/>
            <p:cNvSpPr/>
            <p:nvPr/>
          </p:nvSpPr>
          <p:spPr>
            <a:xfrm>
              <a:off x="7126633" y="2190786"/>
              <a:ext cx="85948" cy="69870"/>
            </a:xfrm>
            <a:custGeom>
              <a:rect b="b" l="l" r="r" t="t"/>
              <a:pathLst>
                <a:path extrusionOk="0" h="2664" w="3277">
                  <a:moveTo>
                    <a:pt x="1262" y="0"/>
                  </a:moveTo>
                  <a:cubicBezTo>
                    <a:pt x="1158" y="0"/>
                    <a:pt x="1060" y="60"/>
                    <a:pt x="1015" y="156"/>
                  </a:cubicBezTo>
                  <a:cubicBezTo>
                    <a:pt x="953" y="291"/>
                    <a:pt x="866" y="411"/>
                    <a:pt x="765" y="522"/>
                  </a:cubicBezTo>
                  <a:cubicBezTo>
                    <a:pt x="727" y="565"/>
                    <a:pt x="688" y="609"/>
                    <a:pt x="645" y="647"/>
                  </a:cubicBezTo>
                  <a:cubicBezTo>
                    <a:pt x="496" y="777"/>
                    <a:pt x="337" y="888"/>
                    <a:pt x="164" y="974"/>
                  </a:cubicBezTo>
                  <a:cubicBezTo>
                    <a:pt x="58" y="1027"/>
                    <a:pt x="0" y="1143"/>
                    <a:pt x="15" y="1258"/>
                  </a:cubicBezTo>
                  <a:cubicBezTo>
                    <a:pt x="111" y="1980"/>
                    <a:pt x="669" y="2553"/>
                    <a:pt x="1391" y="2663"/>
                  </a:cubicBezTo>
                  <a:cubicBezTo>
                    <a:pt x="1064" y="2437"/>
                    <a:pt x="818" y="2139"/>
                    <a:pt x="818" y="1590"/>
                  </a:cubicBezTo>
                  <a:lnTo>
                    <a:pt x="818" y="1200"/>
                  </a:lnTo>
                  <a:cubicBezTo>
                    <a:pt x="881" y="1157"/>
                    <a:pt x="943" y="1109"/>
                    <a:pt x="1006" y="1056"/>
                  </a:cubicBezTo>
                  <a:cubicBezTo>
                    <a:pt x="1160" y="921"/>
                    <a:pt x="1290" y="763"/>
                    <a:pt x="1400" y="594"/>
                  </a:cubicBezTo>
                  <a:cubicBezTo>
                    <a:pt x="2757" y="883"/>
                    <a:pt x="3195" y="1547"/>
                    <a:pt x="3195" y="1547"/>
                  </a:cubicBezTo>
                  <a:cubicBezTo>
                    <a:pt x="3234" y="1427"/>
                    <a:pt x="3262" y="1301"/>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1"/>
            <p:cNvSpPr/>
            <p:nvPr/>
          </p:nvSpPr>
          <p:spPr>
            <a:xfrm>
              <a:off x="7210666" y="2299105"/>
              <a:ext cx="23500" cy="49622"/>
            </a:xfrm>
            <a:custGeom>
              <a:rect b="b" l="l" r="r" t="t"/>
              <a:pathLst>
                <a:path extrusionOk="0" h="1892" w="896">
                  <a:moveTo>
                    <a:pt x="727" y="1"/>
                  </a:moveTo>
                  <a:lnTo>
                    <a:pt x="126" y="612"/>
                  </a:lnTo>
                  <a:cubicBezTo>
                    <a:pt x="44" y="694"/>
                    <a:pt x="1" y="804"/>
                    <a:pt x="1" y="925"/>
                  </a:cubicBezTo>
                  <a:lnTo>
                    <a:pt x="1" y="1892"/>
                  </a:lnTo>
                  <a:lnTo>
                    <a:pt x="896" y="1892"/>
                  </a:lnTo>
                  <a:lnTo>
                    <a:pt x="896" y="492"/>
                  </a:lnTo>
                  <a:cubicBezTo>
                    <a:pt x="891" y="314"/>
                    <a:pt x="833" y="140"/>
                    <a:pt x="72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1"/>
            <p:cNvSpPr/>
            <p:nvPr/>
          </p:nvSpPr>
          <p:spPr>
            <a:xfrm>
              <a:off x="7105179" y="2299105"/>
              <a:ext cx="23369" cy="49622"/>
            </a:xfrm>
            <a:custGeom>
              <a:rect b="b" l="l" r="r" t="t"/>
              <a:pathLst>
                <a:path extrusionOk="0" h="1892" w="891">
                  <a:moveTo>
                    <a:pt x="164" y="1"/>
                  </a:moveTo>
                  <a:cubicBezTo>
                    <a:pt x="58" y="140"/>
                    <a:pt x="0" y="314"/>
                    <a:pt x="0" y="492"/>
                  </a:cubicBezTo>
                  <a:lnTo>
                    <a:pt x="0" y="1892"/>
                  </a:lnTo>
                  <a:lnTo>
                    <a:pt x="890" y="1892"/>
                  </a:lnTo>
                  <a:lnTo>
                    <a:pt x="890" y="925"/>
                  </a:lnTo>
                  <a:cubicBezTo>
                    <a:pt x="890" y="804"/>
                    <a:pt x="847" y="694"/>
                    <a:pt x="765" y="612"/>
                  </a:cubicBezTo>
                  <a:lnTo>
                    <a:pt x="1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1"/>
            <p:cNvSpPr/>
            <p:nvPr/>
          </p:nvSpPr>
          <p:spPr>
            <a:xfrm>
              <a:off x="7352006" y="2161935"/>
              <a:ext cx="33099" cy="72598"/>
            </a:xfrm>
            <a:custGeom>
              <a:rect b="b" l="l" r="r" t="t"/>
              <a:pathLst>
                <a:path extrusionOk="0" h="2768" w="1262">
                  <a:moveTo>
                    <a:pt x="752" y="0"/>
                  </a:moveTo>
                  <a:cubicBezTo>
                    <a:pt x="338" y="0"/>
                    <a:pt x="1" y="340"/>
                    <a:pt x="1" y="756"/>
                  </a:cubicBezTo>
                  <a:lnTo>
                    <a:pt x="1" y="929"/>
                  </a:lnTo>
                  <a:cubicBezTo>
                    <a:pt x="1" y="1146"/>
                    <a:pt x="39" y="1362"/>
                    <a:pt x="107" y="1564"/>
                  </a:cubicBezTo>
                  <a:lnTo>
                    <a:pt x="506" y="2767"/>
                  </a:lnTo>
                  <a:lnTo>
                    <a:pt x="1262" y="2767"/>
                  </a:lnTo>
                  <a:lnTo>
                    <a:pt x="1262" y="0"/>
                  </a:lnTo>
                  <a:lnTo>
                    <a:pt x="761" y="0"/>
                  </a:lnTo>
                  <a:cubicBezTo>
                    <a:pt x="758" y="0"/>
                    <a:pt x="755" y="0"/>
                    <a:pt x="75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1"/>
            <p:cNvSpPr/>
            <p:nvPr/>
          </p:nvSpPr>
          <p:spPr>
            <a:xfrm>
              <a:off x="7365277" y="2155247"/>
              <a:ext cx="79155" cy="79286"/>
            </a:xfrm>
            <a:custGeom>
              <a:rect b="b" l="l" r="r" t="t"/>
              <a:pathLst>
                <a:path extrusionOk="0" h="3023" w="3018">
                  <a:moveTo>
                    <a:pt x="756" y="0"/>
                  </a:moveTo>
                  <a:cubicBezTo>
                    <a:pt x="337" y="0"/>
                    <a:pt x="0" y="337"/>
                    <a:pt x="0" y="756"/>
                  </a:cubicBezTo>
                  <a:cubicBezTo>
                    <a:pt x="0" y="1035"/>
                    <a:pt x="226" y="1261"/>
                    <a:pt x="501" y="1261"/>
                  </a:cubicBezTo>
                  <a:lnTo>
                    <a:pt x="2512" y="3022"/>
                  </a:lnTo>
                  <a:lnTo>
                    <a:pt x="2940" y="1531"/>
                  </a:lnTo>
                  <a:cubicBezTo>
                    <a:pt x="2993" y="1353"/>
                    <a:pt x="3017" y="1165"/>
                    <a:pt x="3017" y="977"/>
                  </a:cubicBezTo>
                  <a:lnTo>
                    <a:pt x="301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1"/>
            <p:cNvSpPr/>
            <p:nvPr/>
          </p:nvSpPr>
          <p:spPr>
            <a:xfrm>
              <a:off x="7377132" y="2254938"/>
              <a:ext cx="42174" cy="37007"/>
            </a:xfrm>
            <a:custGeom>
              <a:rect b="b" l="l" r="r" t="t"/>
              <a:pathLst>
                <a:path extrusionOk="0" h="1411" w="1608">
                  <a:moveTo>
                    <a:pt x="0" y="1"/>
                  </a:moveTo>
                  <a:lnTo>
                    <a:pt x="0" y="1411"/>
                  </a:lnTo>
                  <a:lnTo>
                    <a:pt x="1608" y="1411"/>
                  </a:lnTo>
                  <a:lnTo>
                    <a:pt x="160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1"/>
            <p:cNvSpPr/>
            <p:nvPr/>
          </p:nvSpPr>
          <p:spPr>
            <a:xfrm>
              <a:off x="7377263" y="2254938"/>
              <a:ext cx="42174" cy="23002"/>
            </a:xfrm>
            <a:custGeom>
              <a:rect b="b" l="l" r="r" t="t"/>
              <a:pathLst>
                <a:path extrusionOk="0" h="877" w="1608">
                  <a:moveTo>
                    <a:pt x="0" y="1"/>
                  </a:moveTo>
                  <a:lnTo>
                    <a:pt x="0" y="718"/>
                  </a:lnTo>
                  <a:cubicBezTo>
                    <a:pt x="258" y="823"/>
                    <a:pt x="531" y="876"/>
                    <a:pt x="804" y="876"/>
                  </a:cubicBezTo>
                  <a:cubicBezTo>
                    <a:pt x="1077" y="876"/>
                    <a:pt x="1350" y="823"/>
                    <a:pt x="1607" y="718"/>
                  </a:cubicBezTo>
                  <a:lnTo>
                    <a:pt x="160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1"/>
            <p:cNvSpPr/>
            <p:nvPr/>
          </p:nvSpPr>
          <p:spPr>
            <a:xfrm>
              <a:off x="7327903" y="2277913"/>
              <a:ext cx="140737" cy="70814"/>
            </a:xfrm>
            <a:custGeom>
              <a:rect b="b" l="l" r="r" t="t"/>
              <a:pathLst>
                <a:path extrusionOk="0" h="2700" w="5366">
                  <a:moveTo>
                    <a:pt x="1882" y="0"/>
                  </a:moveTo>
                  <a:lnTo>
                    <a:pt x="588" y="371"/>
                  </a:lnTo>
                  <a:cubicBezTo>
                    <a:pt x="241" y="467"/>
                    <a:pt x="1" y="785"/>
                    <a:pt x="1" y="1146"/>
                  </a:cubicBezTo>
                  <a:lnTo>
                    <a:pt x="1" y="2700"/>
                  </a:lnTo>
                  <a:lnTo>
                    <a:pt x="5366" y="2700"/>
                  </a:lnTo>
                  <a:lnTo>
                    <a:pt x="5366" y="1146"/>
                  </a:lnTo>
                  <a:cubicBezTo>
                    <a:pt x="5366" y="785"/>
                    <a:pt x="5125" y="467"/>
                    <a:pt x="4779" y="371"/>
                  </a:cubicBezTo>
                  <a:lnTo>
                    <a:pt x="3485" y="0"/>
                  </a:lnTo>
                  <a:lnTo>
                    <a:pt x="2681" y="535"/>
                  </a:lnTo>
                  <a:lnTo>
                    <a:pt x="188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1"/>
            <p:cNvSpPr/>
            <p:nvPr/>
          </p:nvSpPr>
          <p:spPr>
            <a:xfrm>
              <a:off x="7358694" y="2188320"/>
              <a:ext cx="79155" cy="72571"/>
            </a:xfrm>
            <a:custGeom>
              <a:rect b="b" l="l" r="r" t="t"/>
              <a:pathLst>
                <a:path extrusionOk="0" h="2767" w="3018">
                  <a:moveTo>
                    <a:pt x="968" y="0"/>
                  </a:moveTo>
                  <a:cubicBezTo>
                    <a:pt x="829" y="0"/>
                    <a:pt x="699" y="53"/>
                    <a:pt x="602" y="149"/>
                  </a:cubicBezTo>
                  <a:lnTo>
                    <a:pt x="145" y="606"/>
                  </a:lnTo>
                  <a:cubicBezTo>
                    <a:pt x="54" y="698"/>
                    <a:pt x="1" y="828"/>
                    <a:pt x="1" y="962"/>
                  </a:cubicBezTo>
                  <a:lnTo>
                    <a:pt x="1" y="1256"/>
                  </a:lnTo>
                  <a:cubicBezTo>
                    <a:pt x="1" y="2088"/>
                    <a:pt x="675" y="2767"/>
                    <a:pt x="1507" y="2767"/>
                  </a:cubicBezTo>
                  <a:cubicBezTo>
                    <a:pt x="2339" y="2767"/>
                    <a:pt x="3018" y="2088"/>
                    <a:pt x="3018" y="1256"/>
                  </a:cubicBezTo>
                  <a:lnTo>
                    <a:pt x="3018" y="934"/>
                  </a:lnTo>
                  <a:cubicBezTo>
                    <a:pt x="3018" y="804"/>
                    <a:pt x="2965" y="674"/>
                    <a:pt x="2874" y="577"/>
                  </a:cubicBezTo>
                  <a:cubicBezTo>
                    <a:pt x="2484" y="197"/>
                    <a:pt x="1772" y="29"/>
                    <a:pt x="9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1"/>
            <p:cNvSpPr/>
            <p:nvPr/>
          </p:nvSpPr>
          <p:spPr>
            <a:xfrm>
              <a:off x="7358694" y="2188320"/>
              <a:ext cx="78919" cy="70945"/>
            </a:xfrm>
            <a:custGeom>
              <a:rect b="b" l="l" r="r" t="t"/>
              <a:pathLst>
                <a:path extrusionOk="0" h="2705" w="3009">
                  <a:moveTo>
                    <a:pt x="968" y="0"/>
                  </a:moveTo>
                  <a:cubicBezTo>
                    <a:pt x="829" y="0"/>
                    <a:pt x="699" y="53"/>
                    <a:pt x="602" y="149"/>
                  </a:cubicBezTo>
                  <a:lnTo>
                    <a:pt x="1" y="751"/>
                  </a:lnTo>
                  <a:lnTo>
                    <a:pt x="1" y="1251"/>
                  </a:lnTo>
                  <a:cubicBezTo>
                    <a:pt x="1" y="1925"/>
                    <a:pt x="444" y="2517"/>
                    <a:pt x="1093" y="2704"/>
                  </a:cubicBezTo>
                  <a:cubicBezTo>
                    <a:pt x="872" y="2435"/>
                    <a:pt x="756" y="2103"/>
                    <a:pt x="756" y="1756"/>
                  </a:cubicBezTo>
                  <a:lnTo>
                    <a:pt x="756" y="1198"/>
                  </a:lnTo>
                  <a:lnTo>
                    <a:pt x="752" y="1198"/>
                  </a:lnTo>
                  <a:cubicBezTo>
                    <a:pt x="752" y="910"/>
                    <a:pt x="992" y="698"/>
                    <a:pt x="1286" y="698"/>
                  </a:cubicBezTo>
                  <a:cubicBezTo>
                    <a:pt x="1733" y="698"/>
                    <a:pt x="2623" y="751"/>
                    <a:pt x="3008" y="1035"/>
                  </a:cubicBezTo>
                  <a:cubicBezTo>
                    <a:pt x="2994" y="929"/>
                    <a:pt x="2951" y="654"/>
                    <a:pt x="2874" y="577"/>
                  </a:cubicBezTo>
                  <a:cubicBezTo>
                    <a:pt x="2484" y="197"/>
                    <a:pt x="1772" y="24"/>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1"/>
            <p:cNvSpPr/>
            <p:nvPr/>
          </p:nvSpPr>
          <p:spPr>
            <a:xfrm>
              <a:off x="7327903" y="2295827"/>
              <a:ext cx="28168" cy="52901"/>
            </a:xfrm>
            <a:custGeom>
              <a:rect b="b" l="l" r="r" t="t"/>
              <a:pathLst>
                <a:path extrusionOk="0" h="2017" w="1074">
                  <a:moveTo>
                    <a:pt x="145" y="1"/>
                  </a:moveTo>
                  <a:cubicBezTo>
                    <a:pt x="49" y="135"/>
                    <a:pt x="1" y="294"/>
                    <a:pt x="1" y="458"/>
                  </a:cubicBezTo>
                  <a:lnTo>
                    <a:pt x="1" y="2017"/>
                  </a:lnTo>
                  <a:lnTo>
                    <a:pt x="1074" y="2017"/>
                  </a:lnTo>
                  <a:lnTo>
                    <a:pt x="1074" y="1257"/>
                  </a:lnTo>
                  <a:cubicBezTo>
                    <a:pt x="1074" y="1045"/>
                    <a:pt x="987" y="838"/>
                    <a:pt x="838" y="689"/>
                  </a:cubicBezTo>
                  <a:lnTo>
                    <a:pt x="1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1"/>
            <p:cNvSpPr/>
            <p:nvPr/>
          </p:nvSpPr>
          <p:spPr>
            <a:xfrm>
              <a:off x="7440367" y="2295827"/>
              <a:ext cx="28168" cy="52901"/>
            </a:xfrm>
            <a:custGeom>
              <a:rect b="b" l="l" r="r" t="t"/>
              <a:pathLst>
                <a:path extrusionOk="0" h="2017" w="1074">
                  <a:moveTo>
                    <a:pt x="929" y="1"/>
                  </a:moveTo>
                  <a:lnTo>
                    <a:pt x="241" y="689"/>
                  </a:lnTo>
                  <a:cubicBezTo>
                    <a:pt x="87" y="838"/>
                    <a:pt x="5" y="1045"/>
                    <a:pt x="5" y="1257"/>
                  </a:cubicBezTo>
                  <a:lnTo>
                    <a:pt x="0" y="1257"/>
                  </a:lnTo>
                  <a:lnTo>
                    <a:pt x="0" y="2017"/>
                  </a:lnTo>
                  <a:lnTo>
                    <a:pt x="1073" y="2017"/>
                  </a:lnTo>
                  <a:lnTo>
                    <a:pt x="1073" y="458"/>
                  </a:lnTo>
                  <a:cubicBezTo>
                    <a:pt x="1073" y="294"/>
                    <a:pt x="1025" y="135"/>
                    <a:pt x="9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1"/>
            <p:cNvSpPr/>
            <p:nvPr/>
          </p:nvSpPr>
          <p:spPr>
            <a:xfrm>
              <a:off x="7163850" y="1985267"/>
              <a:ext cx="199172" cy="171843"/>
            </a:xfrm>
            <a:custGeom>
              <a:rect b="b" l="l" r="r" t="t"/>
              <a:pathLst>
                <a:path extrusionOk="0" h="6552" w="7594">
                  <a:moveTo>
                    <a:pt x="669" y="0"/>
                  </a:moveTo>
                  <a:cubicBezTo>
                    <a:pt x="299" y="0"/>
                    <a:pt x="1" y="303"/>
                    <a:pt x="1" y="674"/>
                  </a:cubicBezTo>
                  <a:lnTo>
                    <a:pt x="1" y="4249"/>
                  </a:lnTo>
                  <a:cubicBezTo>
                    <a:pt x="1" y="4619"/>
                    <a:pt x="299" y="4918"/>
                    <a:pt x="669" y="4918"/>
                  </a:cubicBezTo>
                  <a:lnTo>
                    <a:pt x="3128" y="4918"/>
                  </a:lnTo>
                  <a:lnTo>
                    <a:pt x="2753" y="6409"/>
                  </a:lnTo>
                  <a:cubicBezTo>
                    <a:pt x="2731" y="6486"/>
                    <a:pt x="2792" y="6551"/>
                    <a:pt x="2861" y="6551"/>
                  </a:cubicBezTo>
                  <a:cubicBezTo>
                    <a:pt x="2882" y="6551"/>
                    <a:pt x="2905" y="6545"/>
                    <a:pt x="2926" y="6530"/>
                  </a:cubicBezTo>
                  <a:lnTo>
                    <a:pt x="5140" y="4922"/>
                  </a:lnTo>
                  <a:lnTo>
                    <a:pt x="6925" y="4922"/>
                  </a:lnTo>
                  <a:cubicBezTo>
                    <a:pt x="7295" y="4918"/>
                    <a:pt x="7594" y="4619"/>
                    <a:pt x="7594" y="4249"/>
                  </a:cubicBezTo>
                  <a:lnTo>
                    <a:pt x="7594" y="674"/>
                  </a:lnTo>
                  <a:cubicBezTo>
                    <a:pt x="7594" y="303"/>
                    <a:pt x="7295" y="5"/>
                    <a:pt x="6925"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1"/>
            <p:cNvSpPr/>
            <p:nvPr/>
          </p:nvSpPr>
          <p:spPr>
            <a:xfrm>
              <a:off x="7099619" y="2143943"/>
              <a:ext cx="140238" cy="210371"/>
            </a:xfrm>
            <a:custGeom>
              <a:rect b="b" l="l" r="r" t="t"/>
              <a:pathLst>
                <a:path extrusionOk="0" h="8021" w="5347">
                  <a:moveTo>
                    <a:pt x="2669" y="419"/>
                  </a:moveTo>
                  <a:cubicBezTo>
                    <a:pt x="2725" y="419"/>
                    <a:pt x="2782" y="422"/>
                    <a:pt x="2839" y="427"/>
                  </a:cubicBezTo>
                  <a:cubicBezTo>
                    <a:pt x="3749" y="508"/>
                    <a:pt x="4466" y="1307"/>
                    <a:pt x="4471" y="2245"/>
                  </a:cubicBezTo>
                  <a:cubicBezTo>
                    <a:pt x="4475" y="3131"/>
                    <a:pt x="4687" y="3954"/>
                    <a:pt x="4865" y="4387"/>
                  </a:cubicBezTo>
                  <a:cubicBezTo>
                    <a:pt x="4870" y="4391"/>
                    <a:pt x="4865" y="4401"/>
                    <a:pt x="4860" y="4401"/>
                  </a:cubicBezTo>
                  <a:cubicBezTo>
                    <a:pt x="4677" y="4531"/>
                    <a:pt x="4264" y="4767"/>
                    <a:pt x="3556" y="4916"/>
                  </a:cubicBezTo>
                  <a:cubicBezTo>
                    <a:pt x="3551" y="4892"/>
                    <a:pt x="3547" y="4873"/>
                    <a:pt x="3547" y="4849"/>
                  </a:cubicBezTo>
                  <a:lnTo>
                    <a:pt x="3547" y="4430"/>
                  </a:lnTo>
                  <a:cubicBezTo>
                    <a:pt x="3826" y="4271"/>
                    <a:pt x="4052" y="4045"/>
                    <a:pt x="4211" y="3766"/>
                  </a:cubicBezTo>
                  <a:cubicBezTo>
                    <a:pt x="4504" y="3246"/>
                    <a:pt x="4398" y="2592"/>
                    <a:pt x="3956" y="2183"/>
                  </a:cubicBezTo>
                  <a:cubicBezTo>
                    <a:pt x="3653" y="1904"/>
                    <a:pt x="3099" y="1567"/>
                    <a:pt x="2219" y="1567"/>
                  </a:cubicBezTo>
                  <a:cubicBezTo>
                    <a:pt x="2166" y="1567"/>
                    <a:pt x="2113" y="1586"/>
                    <a:pt x="2074" y="1625"/>
                  </a:cubicBezTo>
                  <a:lnTo>
                    <a:pt x="1627" y="2072"/>
                  </a:lnTo>
                  <a:cubicBezTo>
                    <a:pt x="1468" y="2223"/>
                    <a:pt x="1609" y="2439"/>
                    <a:pt x="1772" y="2439"/>
                  </a:cubicBezTo>
                  <a:cubicBezTo>
                    <a:pt x="1822" y="2439"/>
                    <a:pt x="1874" y="2419"/>
                    <a:pt x="1920" y="2371"/>
                  </a:cubicBezTo>
                  <a:lnTo>
                    <a:pt x="2305" y="1986"/>
                  </a:lnTo>
                  <a:cubicBezTo>
                    <a:pt x="2863" y="2000"/>
                    <a:pt x="3325" y="2168"/>
                    <a:pt x="3677" y="2491"/>
                  </a:cubicBezTo>
                  <a:cubicBezTo>
                    <a:pt x="3975" y="2765"/>
                    <a:pt x="4042" y="3208"/>
                    <a:pt x="3845" y="3559"/>
                  </a:cubicBezTo>
                  <a:cubicBezTo>
                    <a:pt x="3600" y="3991"/>
                    <a:pt x="3143" y="4247"/>
                    <a:pt x="2664" y="4247"/>
                  </a:cubicBezTo>
                  <a:cubicBezTo>
                    <a:pt x="2551" y="4247"/>
                    <a:pt x="2437" y="4233"/>
                    <a:pt x="2324" y="4204"/>
                  </a:cubicBezTo>
                  <a:cubicBezTo>
                    <a:pt x="1728" y="4045"/>
                    <a:pt x="1314" y="3506"/>
                    <a:pt x="1314" y="2890"/>
                  </a:cubicBezTo>
                  <a:cubicBezTo>
                    <a:pt x="1314" y="2751"/>
                    <a:pt x="1208" y="2681"/>
                    <a:pt x="1102" y="2681"/>
                  </a:cubicBezTo>
                  <a:cubicBezTo>
                    <a:pt x="996" y="2681"/>
                    <a:pt x="891" y="2751"/>
                    <a:pt x="891" y="2890"/>
                  </a:cubicBezTo>
                  <a:cubicBezTo>
                    <a:pt x="891" y="3530"/>
                    <a:pt x="1232" y="4117"/>
                    <a:pt x="1786" y="4430"/>
                  </a:cubicBezTo>
                  <a:lnTo>
                    <a:pt x="1786" y="4853"/>
                  </a:lnTo>
                  <a:cubicBezTo>
                    <a:pt x="1786" y="4873"/>
                    <a:pt x="1781" y="4897"/>
                    <a:pt x="1776" y="4916"/>
                  </a:cubicBezTo>
                  <a:cubicBezTo>
                    <a:pt x="1073" y="4772"/>
                    <a:pt x="660" y="4536"/>
                    <a:pt x="472" y="4406"/>
                  </a:cubicBezTo>
                  <a:cubicBezTo>
                    <a:pt x="467" y="4401"/>
                    <a:pt x="467" y="4391"/>
                    <a:pt x="472" y="4387"/>
                  </a:cubicBezTo>
                  <a:cubicBezTo>
                    <a:pt x="650" y="3954"/>
                    <a:pt x="862" y="3131"/>
                    <a:pt x="867" y="2245"/>
                  </a:cubicBezTo>
                  <a:cubicBezTo>
                    <a:pt x="871" y="1307"/>
                    <a:pt x="1588" y="508"/>
                    <a:pt x="2498" y="427"/>
                  </a:cubicBezTo>
                  <a:cubicBezTo>
                    <a:pt x="2555" y="422"/>
                    <a:pt x="2612" y="419"/>
                    <a:pt x="2669" y="419"/>
                  </a:cubicBezTo>
                  <a:close/>
                  <a:moveTo>
                    <a:pt x="3128" y="4603"/>
                  </a:moveTo>
                  <a:lnTo>
                    <a:pt x="3128" y="4849"/>
                  </a:lnTo>
                  <a:cubicBezTo>
                    <a:pt x="3128" y="5099"/>
                    <a:pt x="3268" y="5325"/>
                    <a:pt x="3489" y="5436"/>
                  </a:cubicBezTo>
                  <a:lnTo>
                    <a:pt x="3624" y="5503"/>
                  </a:lnTo>
                  <a:cubicBezTo>
                    <a:pt x="3417" y="5835"/>
                    <a:pt x="3056" y="6032"/>
                    <a:pt x="2671" y="6037"/>
                  </a:cubicBezTo>
                  <a:cubicBezTo>
                    <a:pt x="2281" y="6032"/>
                    <a:pt x="1920" y="5835"/>
                    <a:pt x="1709" y="5503"/>
                  </a:cubicBezTo>
                  <a:lnTo>
                    <a:pt x="1843" y="5436"/>
                  </a:lnTo>
                  <a:cubicBezTo>
                    <a:pt x="2069" y="5325"/>
                    <a:pt x="2209" y="5099"/>
                    <a:pt x="2204" y="4849"/>
                  </a:cubicBezTo>
                  <a:lnTo>
                    <a:pt x="2204" y="4603"/>
                  </a:lnTo>
                  <a:cubicBezTo>
                    <a:pt x="2356" y="4644"/>
                    <a:pt x="2511" y="4665"/>
                    <a:pt x="2666" y="4665"/>
                  </a:cubicBezTo>
                  <a:cubicBezTo>
                    <a:pt x="2821" y="4665"/>
                    <a:pt x="2976" y="4644"/>
                    <a:pt x="3128" y="4603"/>
                  </a:cubicBezTo>
                  <a:close/>
                  <a:moveTo>
                    <a:pt x="2669" y="1"/>
                  </a:moveTo>
                  <a:cubicBezTo>
                    <a:pt x="2599" y="1"/>
                    <a:pt x="2529" y="3"/>
                    <a:pt x="2459" y="8"/>
                  </a:cubicBezTo>
                  <a:cubicBezTo>
                    <a:pt x="1338" y="114"/>
                    <a:pt x="453" y="1091"/>
                    <a:pt x="448" y="2241"/>
                  </a:cubicBezTo>
                  <a:cubicBezTo>
                    <a:pt x="443" y="3068"/>
                    <a:pt x="251" y="3828"/>
                    <a:pt x="87" y="4228"/>
                  </a:cubicBezTo>
                  <a:cubicBezTo>
                    <a:pt x="10" y="4416"/>
                    <a:pt x="73" y="4632"/>
                    <a:pt x="241" y="4748"/>
                  </a:cubicBezTo>
                  <a:cubicBezTo>
                    <a:pt x="568" y="4969"/>
                    <a:pt x="934" y="5132"/>
                    <a:pt x="1324" y="5234"/>
                  </a:cubicBezTo>
                  <a:lnTo>
                    <a:pt x="486" y="5652"/>
                  </a:lnTo>
                  <a:cubicBezTo>
                    <a:pt x="188" y="5796"/>
                    <a:pt x="0" y="6104"/>
                    <a:pt x="0" y="6436"/>
                  </a:cubicBezTo>
                  <a:lnTo>
                    <a:pt x="0" y="7808"/>
                  </a:lnTo>
                  <a:cubicBezTo>
                    <a:pt x="0" y="7950"/>
                    <a:pt x="106" y="8021"/>
                    <a:pt x="212" y="8021"/>
                  </a:cubicBezTo>
                  <a:cubicBezTo>
                    <a:pt x="318" y="8021"/>
                    <a:pt x="424" y="7950"/>
                    <a:pt x="424" y="7808"/>
                  </a:cubicBezTo>
                  <a:lnTo>
                    <a:pt x="424" y="6436"/>
                  </a:lnTo>
                  <a:cubicBezTo>
                    <a:pt x="424" y="6258"/>
                    <a:pt x="520" y="6100"/>
                    <a:pt x="679" y="6023"/>
                  </a:cubicBezTo>
                  <a:lnTo>
                    <a:pt x="1338" y="5691"/>
                  </a:lnTo>
                  <a:cubicBezTo>
                    <a:pt x="1639" y="6198"/>
                    <a:pt x="2156" y="6452"/>
                    <a:pt x="2673" y="6452"/>
                  </a:cubicBezTo>
                  <a:cubicBezTo>
                    <a:pt x="3191" y="6452"/>
                    <a:pt x="3708" y="6198"/>
                    <a:pt x="4009" y="5691"/>
                  </a:cubicBezTo>
                  <a:lnTo>
                    <a:pt x="4668" y="6023"/>
                  </a:lnTo>
                  <a:cubicBezTo>
                    <a:pt x="4827" y="6100"/>
                    <a:pt x="4923" y="6258"/>
                    <a:pt x="4923" y="6436"/>
                  </a:cubicBezTo>
                  <a:lnTo>
                    <a:pt x="4923" y="7808"/>
                  </a:lnTo>
                  <a:cubicBezTo>
                    <a:pt x="4923" y="7950"/>
                    <a:pt x="5029" y="8021"/>
                    <a:pt x="5135" y="8021"/>
                  </a:cubicBezTo>
                  <a:cubicBezTo>
                    <a:pt x="5240" y="8021"/>
                    <a:pt x="5346" y="7950"/>
                    <a:pt x="5346" y="7808"/>
                  </a:cubicBezTo>
                  <a:lnTo>
                    <a:pt x="5346" y="6436"/>
                  </a:lnTo>
                  <a:cubicBezTo>
                    <a:pt x="5346" y="6100"/>
                    <a:pt x="5154" y="5796"/>
                    <a:pt x="4851" y="5652"/>
                  </a:cubicBezTo>
                  <a:lnTo>
                    <a:pt x="4018" y="5234"/>
                  </a:lnTo>
                  <a:cubicBezTo>
                    <a:pt x="4403" y="5132"/>
                    <a:pt x="4769" y="4969"/>
                    <a:pt x="5101" y="4748"/>
                  </a:cubicBezTo>
                  <a:cubicBezTo>
                    <a:pt x="5264" y="4632"/>
                    <a:pt x="5332" y="4416"/>
                    <a:pt x="5255" y="4228"/>
                  </a:cubicBezTo>
                  <a:cubicBezTo>
                    <a:pt x="5086" y="3828"/>
                    <a:pt x="4894" y="3068"/>
                    <a:pt x="4894" y="2241"/>
                  </a:cubicBezTo>
                  <a:cubicBezTo>
                    <a:pt x="4889" y="1095"/>
                    <a:pt x="4004" y="114"/>
                    <a:pt x="2883" y="8"/>
                  </a:cubicBezTo>
                  <a:cubicBezTo>
                    <a:pt x="2810" y="3"/>
                    <a:pt x="2739" y="1"/>
                    <a:pt x="2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1"/>
            <p:cNvSpPr/>
            <p:nvPr/>
          </p:nvSpPr>
          <p:spPr>
            <a:xfrm>
              <a:off x="7123093" y="2319799"/>
              <a:ext cx="10989" cy="34515"/>
            </a:xfrm>
            <a:custGeom>
              <a:rect b="b" l="l" r="r" t="t"/>
              <a:pathLst>
                <a:path extrusionOk="0" h="1316" w="419">
                  <a:moveTo>
                    <a:pt x="207" y="1"/>
                  </a:moveTo>
                  <a:cubicBezTo>
                    <a:pt x="92" y="1"/>
                    <a:pt x="0" y="92"/>
                    <a:pt x="0" y="213"/>
                  </a:cubicBezTo>
                  <a:lnTo>
                    <a:pt x="0" y="1103"/>
                  </a:lnTo>
                  <a:cubicBezTo>
                    <a:pt x="0" y="1245"/>
                    <a:pt x="105" y="1316"/>
                    <a:pt x="210" y="1316"/>
                  </a:cubicBezTo>
                  <a:cubicBezTo>
                    <a:pt x="314" y="1316"/>
                    <a:pt x="419" y="1245"/>
                    <a:pt x="419" y="1103"/>
                  </a:cubicBezTo>
                  <a:lnTo>
                    <a:pt x="419" y="208"/>
                  </a:lnTo>
                  <a:cubicBezTo>
                    <a:pt x="419"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1"/>
            <p:cNvSpPr/>
            <p:nvPr/>
          </p:nvSpPr>
          <p:spPr>
            <a:xfrm>
              <a:off x="7205132" y="2319799"/>
              <a:ext cx="11120" cy="34515"/>
            </a:xfrm>
            <a:custGeom>
              <a:rect b="b" l="l" r="r" t="t"/>
              <a:pathLst>
                <a:path extrusionOk="0" h="1316" w="424">
                  <a:moveTo>
                    <a:pt x="212" y="1"/>
                  </a:moveTo>
                  <a:cubicBezTo>
                    <a:pt x="96" y="1"/>
                    <a:pt x="0" y="92"/>
                    <a:pt x="0" y="213"/>
                  </a:cubicBezTo>
                  <a:lnTo>
                    <a:pt x="0" y="1103"/>
                  </a:lnTo>
                  <a:cubicBezTo>
                    <a:pt x="0" y="1245"/>
                    <a:pt x="106" y="1316"/>
                    <a:pt x="212" y="1316"/>
                  </a:cubicBezTo>
                  <a:cubicBezTo>
                    <a:pt x="318" y="1316"/>
                    <a:pt x="423" y="1245"/>
                    <a:pt x="423" y="1103"/>
                  </a:cubicBezTo>
                  <a:lnTo>
                    <a:pt x="423" y="208"/>
                  </a:lnTo>
                  <a:cubicBezTo>
                    <a:pt x="419" y="92"/>
                    <a:pt x="327"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1"/>
            <p:cNvSpPr/>
            <p:nvPr/>
          </p:nvSpPr>
          <p:spPr>
            <a:xfrm>
              <a:off x="7369316" y="2183311"/>
              <a:ext cx="60061" cy="18595"/>
            </a:xfrm>
            <a:custGeom>
              <a:rect b="b" l="l" r="r" t="t"/>
              <a:pathLst>
                <a:path extrusionOk="0" h="709" w="2290">
                  <a:moveTo>
                    <a:pt x="822" y="0"/>
                  </a:moveTo>
                  <a:cubicBezTo>
                    <a:pt x="624" y="0"/>
                    <a:pt x="405" y="19"/>
                    <a:pt x="169" y="66"/>
                  </a:cubicBezTo>
                  <a:cubicBezTo>
                    <a:pt x="67" y="85"/>
                    <a:pt x="0" y="172"/>
                    <a:pt x="0" y="273"/>
                  </a:cubicBezTo>
                  <a:lnTo>
                    <a:pt x="0" y="499"/>
                  </a:lnTo>
                  <a:cubicBezTo>
                    <a:pt x="0" y="639"/>
                    <a:pt x="105" y="708"/>
                    <a:pt x="209" y="708"/>
                  </a:cubicBezTo>
                  <a:cubicBezTo>
                    <a:pt x="314" y="708"/>
                    <a:pt x="419" y="639"/>
                    <a:pt x="419" y="499"/>
                  </a:cubicBezTo>
                  <a:lnTo>
                    <a:pt x="419" y="451"/>
                  </a:lnTo>
                  <a:cubicBezTo>
                    <a:pt x="551" y="430"/>
                    <a:pt x="685" y="420"/>
                    <a:pt x="819" y="420"/>
                  </a:cubicBezTo>
                  <a:cubicBezTo>
                    <a:pt x="1030" y="420"/>
                    <a:pt x="1242" y="446"/>
                    <a:pt x="1448" y="499"/>
                  </a:cubicBezTo>
                  <a:cubicBezTo>
                    <a:pt x="1598" y="533"/>
                    <a:pt x="1747" y="590"/>
                    <a:pt x="1881" y="672"/>
                  </a:cubicBezTo>
                  <a:cubicBezTo>
                    <a:pt x="1918" y="693"/>
                    <a:pt x="1954" y="702"/>
                    <a:pt x="1988" y="702"/>
                  </a:cubicBezTo>
                  <a:cubicBezTo>
                    <a:pt x="2166" y="702"/>
                    <a:pt x="2290" y="454"/>
                    <a:pt x="2112" y="321"/>
                  </a:cubicBezTo>
                  <a:cubicBezTo>
                    <a:pt x="2089" y="306"/>
                    <a:pt x="1619"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1"/>
            <p:cNvSpPr/>
            <p:nvPr/>
          </p:nvSpPr>
          <p:spPr>
            <a:xfrm>
              <a:off x="7322369" y="2149818"/>
              <a:ext cx="151962" cy="204496"/>
            </a:xfrm>
            <a:custGeom>
              <a:rect b="b" l="l" r="r" t="t"/>
              <a:pathLst>
                <a:path extrusionOk="0" h="7797" w="5794">
                  <a:moveTo>
                    <a:pt x="4470" y="419"/>
                  </a:moveTo>
                  <a:lnTo>
                    <a:pt x="4470" y="1458"/>
                  </a:lnTo>
                  <a:cubicBezTo>
                    <a:pt x="4470" y="1632"/>
                    <a:pt x="4427" y="1805"/>
                    <a:pt x="4350" y="1964"/>
                  </a:cubicBezTo>
                  <a:lnTo>
                    <a:pt x="4268" y="2127"/>
                  </a:lnTo>
                  <a:cubicBezTo>
                    <a:pt x="4254" y="2156"/>
                    <a:pt x="4249" y="2185"/>
                    <a:pt x="4249" y="2219"/>
                  </a:cubicBezTo>
                  <a:lnTo>
                    <a:pt x="4249" y="2666"/>
                  </a:lnTo>
                  <a:cubicBezTo>
                    <a:pt x="4244" y="3420"/>
                    <a:pt x="3633" y="4024"/>
                    <a:pt x="2884" y="4024"/>
                  </a:cubicBezTo>
                  <a:cubicBezTo>
                    <a:pt x="2872" y="4024"/>
                    <a:pt x="2860" y="4023"/>
                    <a:pt x="2849" y="4023"/>
                  </a:cubicBezTo>
                  <a:cubicBezTo>
                    <a:pt x="2127" y="3999"/>
                    <a:pt x="1535" y="3364"/>
                    <a:pt x="1535" y="2604"/>
                  </a:cubicBezTo>
                  <a:lnTo>
                    <a:pt x="1540" y="2604"/>
                  </a:lnTo>
                  <a:lnTo>
                    <a:pt x="1540" y="2219"/>
                  </a:lnTo>
                  <a:cubicBezTo>
                    <a:pt x="1535" y="2190"/>
                    <a:pt x="1530" y="2156"/>
                    <a:pt x="1516" y="2127"/>
                  </a:cubicBezTo>
                  <a:lnTo>
                    <a:pt x="1434" y="1964"/>
                  </a:lnTo>
                  <a:cubicBezTo>
                    <a:pt x="1357" y="1805"/>
                    <a:pt x="1314" y="1632"/>
                    <a:pt x="1314" y="1458"/>
                  </a:cubicBezTo>
                  <a:cubicBezTo>
                    <a:pt x="1314" y="886"/>
                    <a:pt x="1780" y="419"/>
                    <a:pt x="2353" y="419"/>
                  </a:cubicBezTo>
                  <a:close/>
                  <a:moveTo>
                    <a:pt x="2209" y="4297"/>
                  </a:moveTo>
                  <a:cubicBezTo>
                    <a:pt x="2406" y="4384"/>
                    <a:pt x="2623" y="4432"/>
                    <a:pt x="2839" y="4442"/>
                  </a:cubicBezTo>
                  <a:lnTo>
                    <a:pt x="2892" y="4442"/>
                  </a:lnTo>
                  <a:cubicBezTo>
                    <a:pt x="3128" y="4442"/>
                    <a:pt x="3364" y="4394"/>
                    <a:pt x="3580" y="4302"/>
                  </a:cubicBezTo>
                  <a:lnTo>
                    <a:pt x="3580" y="4591"/>
                  </a:lnTo>
                  <a:cubicBezTo>
                    <a:pt x="3580" y="4653"/>
                    <a:pt x="3590" y="4716"/>
                    <a:pt x="3604" y="4779"/>
                  </a:cubicBezTo>
                  <a:lnTo>
                    <a:pt x="2892" y="5313"/>
                  </a:lnTo>
                  <a:lnTo>
                    <a:pt x="2180" y="4779"/>
                  </a:lnTo>
                  <a:cubicBezTo>
                    <a:pt x="2199" y="4716"/>
                    <a:pt x="2209" y="4653"/>
                    <a:pt x="2209" y="4591"/>
                  </a:cubicBezTo>
                  <a:lnTo>
                    <a:pt x="2209" y="4297"/>
                  </a:lnTo>
                  <a:close/>
                  <a:moveTo>
                    <a:pt x="2353" y="1"/>
                  </a:moveTo>
                  <a:cubicBezTo>
                    <a:pt x="1550" y="1"/>
                    <a:pt x="895" y="650"/>
                    <a:pt x="895" y="1458"/>
                  </a:cubicBezTo>
                  <a:cubicBezTo>
                    <a:pt x="895" y="1699"/>
                    <a:pt x="953" y="1935"/>
                    <a:pt x="1059" y="2151"/>
                  </a:cubicBezTo>
                  <a:lnTo>
                    <a:pt x="1121" y="2272"/>
                  </a:lnTo>
                  <a:lnTo>
                    <a:pt x="1121" y="2604"/>
                  </a:lnTo>
                  <a:cubicBezTo>
                    <a:pt x="1121" y="3157"/>
                    <a:pt x="1367" y="3681"/>
                    <a:pt x="1790" y="4038"/>
                  </a:cubicBezTo>
                  <a:lnTo>
                    <a:pt x="1790" y="4591"/>
                  </a:lnTo>
                  <a:cubicBezTo>
                    <a:pt x="1790" y="4692"/>
                    <a:pt x="1728" y="4779"/>
                    <a:pt x="1636" y="4817"/>
                  </a:cubicBezTo>
                  <a:lnTo>
                    <a:pt x="573" y="5212"/>
                  </a:lnTo>
                  <a:cubicBezTo>
                    <a:pt x="231" y="5342"/>
                    <a:pt x="5" y="5674"/>
                    <a:pt x="0" y="6039"/>
                  </a:cubicBezTo>
                  <a:lnTo>
                    <a:pt x="0" y="7584"/>
                  </a:lnTo>
                  <a:cubicBezTo>
                    <a:pt x="0" y="7726"/>
                    <a:pt x="106" y="7797"/>
                    <a:pt x="212" y="7797"/>
                  </a:cubicBezTo>
                  <a:cubicBezTo>
                    <a:pt x="318" y="7797"/>
                    <a:pt x="424" y="7726"/>
                    <a:pt x="424" y="7584"/>
                  </a:cubicBezTo>
                  <a:lnTo>
                    <a:pt x="424" y="6039"/>
                  </a:lnTo>
                  <a:cubicBezTo>
                    <a:pt x="424" y="5847"/>
                    <a:pt x="544" y="5674"/>
                    <a:pt x="722" y="5606"/>
                  </a:cubicBezTo>
                  <a:lnTo>
                    <a:pt x="1785" y="5207"/>
                  </a:lnTo>
                  <a:cubicBezTo>
                    <a:pt x="1843" y="5188"/>
                    <a:pt x="1896" y="5159"/>
                    <a:pt x="1944" y="5120"/>
                  </a:cubicBezTo>
                  <a:lnTo>
                    <a:pt x="2690" y="5678"/>
                  </a:lnTo>
                  <a:lnTo>
                    <a:pt x="2690" y="7584"/>
                  </a:lnTo>
                  <a:cubicBezTo>
                    <a:pt x="2690" y="7726"/>
                    <a:pt x="2795" y="7797"/>
                    <a:pt x="2899" y="7797"/>
                  </a:cubicBezTo>
                  <a:cubicBezTo>
                    <a:pt x="3004" y="7797"/>
                    <a:pt x="3109" y="7726"/>
                    <a:pt x="3109" y="7584"/>
                  </a:cubicBezTo>
                  <a:lnTo>
                    <a:pt x="3109" y="5678"/>
                  </a:lnTo>
                  <a:lnTo>
                    <a:pt x="3850" y="5120"/>
                  </a:lnTo>
                  <a:cubicBezTo>
                    <a:pt x="3898" y="5159"/>
                    <a:pt x="3955" y="5188"/>
                    <a:pt x="4008" y="5207"/>
                  </a:cubicBezTo>
                  <a:lnTo>
                    <a:pt x="5072" y="5606"/>
                  </a:lnTo>
                  <a:cubicBezTo>
                    <a:pt x="5255" y="5674"/>
                    <a:pt x="5370" y="5847"/>
                    <a:pt x="5375" y="6039"/>
                  </a:cubicBezTo>
                  <a:lnTo>
                    <a:pt x="5375" y="7584"/>
                  </a:lnTo>
                  <a:cubicBezTo>
                    <a:pt x="5375" y="7726"/>
                    <a:pt x="5479" y="7797"/>
                    <a:pt x="5584" y="7797"/>
                  </a:cubicBezTo>
                  <a:cubicBezTo>
                    <a:pt x="5689" y="7797"/>
                    <a:pt x="5793" y="7726"/>
                    <a:pt x="5793" y="7584"/>
                  </a:cubicBezTo>
                  <a:lnTo>
                    <a:pt x="5793" y="6039"/>
                  </a:lnTo>
                  <a:cubicBezTo>
                    <a:pt x="5793" y="5669"/>
                    <a:pt x="5558" y="5342"/>
                    <a:pt x="5211" y="5216"/>
                  </a:cubicBezTo>
                  <a:lnTo>
                    <a:pt x="4153" y="4817"/>
                  </a:lnTo>
                  <a:cubicBezTo>
                    <a:pt x="4056" y="4779"/>
                    <a:pt x="3999" y="4692"/>
                    <a:pt x="3994" y="4591"/>
                  </a:cubicBezTo>
                  <a:lnTo>
                    <a:pt x="3994" y="4057"/>
                  </a:lnTo>
                  <a:cubicBezTo>
                    <a:pt x="4042" y="4018"/>
                    <a:pt x="4085" y="3980"/>
                    <a:pt x="4129" y="3941"/>
                  </a:cubicBezTo>
                  <a:cubicBezTo>
                    <a:pt x="4475" y="3609"/>
                    <a:pt x="4668" y="3147"/>
                    <a:pt x="4668" y="2666"/>
                  </a:cubicBezTo>
                  <a:lnTo>
                    <a:pt x="4668" y="2272"/>
                  </a:lnTo>
                  <a:lnTo>
                    <a:pt x="4730" y="2151"/>
                  </a:lnTo>
                  <a:cubicBezTo>
                    <a:pt x="4836" y="1935"/>
                    <a:pt x="4894" y="1699"/>
                    <a:pt x="4894" y="1458"/>
                  </a:cubicBezTo>
                  <a:lnTo>
                    <a:pt x="4894" y="207"/>
                  </a:lnTo>
                  <a:cubicBezTo>
                    <a:pt x="4894" y="92"/>
                    <a:pt x="4797" y="1"/>
                    <a:pt x="46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1"/>
            <p:cNvSpPr/>
            <p:nvPr/>
          </p:nvSpPr>
          <p:spPr>
            <a:xfrm>
              <a:off x="7351770" y="2314002"/>
              <a:ext cx="10989" cy="40312"/>
            </a:xfrm>
            <a:custGeom>
              <a:rect b="b" l="l" r="r" t="t"/>
              <a:pathLst>
                <a:path extrusionOk="0" h="1537" w="419">
                  <a:moveTo>
                    <a:pt x="215" y="0"/>
                  </a:moveTo>
                  <a:cubicBezTo>
                    <a:pt x="213" y="0"/>
                    <a:pt x="210" y="0"/>
                    <a:pt x="207" y="1"/>
                  </a:cubicBezTo>
                  <a:cubicBezTo>
                    <a:pt x="92" y="1"/>
                    <a:pt x="0" y="92"/>
                    <a:pt x="0" y="207"/>
                  </a:cubicBezTo>
                  <a:lnTo>
                    <a:pt x="0" y="1324"/>
                  </a:lnTo>
                  <a:cubicBezTo>
                    <a:pt x="0" y="1466"/>
                    <a:pt x="105" y="1537"/>
                    <a:pt x="210" y="1537"/>
                  </a:cubicBezTo>
                  <a:cubicBezTo>
                    <a:pt x="314" y="1537"/>
                    <a:pt x="419" y="1466"/>
                    <a:pt x="419" y="1324"/>
                  </a:cubicBezTo>
                  <a:lnTo>
                    <a:pt x="419" y="207"/>
                  </a:lnTo>
                  <a:cubicBezTo>
                    <a:pt x="419" y="95"/>
                    <a:pt x="327"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1"/>
            <p:cNvSpPr/>
            <p:nvPr/>
          </p:nvSpPr>
          <p:spPr>
            <a:xfrm>
              <a:off x="7433784" y="2314002"/>
              <a:ext cx="11016" cy="40312"/>
            </a:xfrm>
            <a:custGeom>
              <a:rect b="b" l="l" r="r" t="t"/>
              <a:pathLst>
                <a:path extrusionOk="0" h="1537" w="420">
                  <a:moveTo>
                    <a:pt x="216" y="0"/>
                  </a:moveTo>
                  <a:cubicBezTo>
                    <a:pt x="213" y="0"/>
                    <a:pt x="211" y="0"/>
                    <a:pt x="208" y="1"/>
                  </a:cubicBezTo>
                  <a:cubicBezTo>
                    <a:pt x="92" y="1"/>
                    <a:pt x="1" y="92"/>
                    <a:pt x="1" y="207"/>
                  </a:cubicBezTo>
                  <a:lnTo>
                    <a:pt x="1" y="1324"/>
                  </a:lnTo>
                  <a:cubicBezTo>
                    <a:pt x="1" y="1466"/>
                    <a:pt x="106" y="1537"/>
                    <a:pt x="210" y="1537"/>
                  </a:cubicBezTo>
                  <a:cubicBezTo>
                    <a:pt x="315" y="1537"/>
                    <a:pt x="420" y="1466"/>
                    <a:pt x="420" y="1324"/>
                  </a:cubicBezTo>
                  <a:lnTo>
                    <a:pt x="420" y="207"/>
                  </a:lnTo>
                  <a:cubicBezTo>
                    <a:pt x="420" y="95"/>
                    <a:pt x="328"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1"/>
            <p:cNvSpPr/>
            <p:nvPr/>
          </p:nvSpPr>
          <p:spPr>
            <a:xfrm>
              <a:off x="7158290" y="1979838"/>
              <a:ext cx="233766" cy="195290"/>
            </a:xfrm>
            <a:custGeom>
              <a:rect b="b" l="l" r="r" t="t"/>
              <a:pathLst>
                <a:path extrusionOk="0" h="7446" w="8913">
                  <a:moveTo>
                    <a:pt x="3071" y="5336"/>
                  </a:moveTo>
                  <a:lnTo>
                    <a:pt x="2950" y="5813"/>
                  </a:lnTo>
                  <a:lnTo>
                    <a:pt x="2667" y="5813"/>
                  </a:lnTo>
                  <a:cubicBezTo>
                    <a:pt x="2412" y="5813"/>
                    <a:pt x="2205" y="5606"/>
                    <a:pt x="2205" y="5351"/>
                  </a:cubicBezTo>
                  <a:lnTo>
                    <a:pt x="2205" y="5336"/>
                  </a:lnTo>
                  <a:close/>
                  <a:moveTo>
                    <a:pt x="7137" y="419"/>
                  </a:moveTo>
                  <a:cubicBezTo>
                    <a:pt x="7387" y="419"/>
                    <a:pt x="7594" y="626"/>
                    <a:pt x="7594" y="881"/>
                  </a:cubicBezTo>
                  <a:lnTo>
                    <a:pt x="7594" y="4456"/>
                  </a:lnTo>
                  <a:cubicBezTo>
                    <a:pt x="7594" y="4711"/>
                    <a:pt x="7387" y="4918"/>
                    <a:pt x="7137" y="4918"/>
                  </a:cubicBezTo>
                  <a:lnTo>
                    <a:pt x="5347" y="4918"/>
                  </a:lnTo>
                  <a:cubicBezTo>
                    <a:pt x="5303" y="4918"/>
                    <a:pt x="5260" y="4932"/>
                    <a:pt x="5226" y="4956"/>
                  </a:cubicBezTo>
                  <a:lnTo>
                    <a:pt x="3234" y="6409"/>
                  </a:lnTo>
                  <a:lnTo>
                    <a:pt x="3542" y="5178"/>
                  </a:lnTo>
                  <a:cubicBezTo>
                    <a:pt x="3571" y="5048"/>
                    <a:pt x="3475" y="4918"/>
                    <a:pt x="3340" y="4918"/>
                  </a:cubicBezTo>
                  <a:lnTo>
                    <a:pt x="881" y="4918"/>
                  </a:lnTo>
                  <a:cubicBezTo>
                    <a:pt x="626" y="4918"/>
                    <a:pt x="419" y="4711"/>
                    <a:pt x="419" y="4456"/>
                  </a:cubicBezTo>
                  <a:lnTo>
                    <a:pt x="419" y="881"/>
                  </a:lnTo>
                  <a:cubicBezTo>
                    <a:pt x="419" y="626"/>
                    <a:pt x="626" y="419"/>
                    <a:pt x="881" y="419"/>
                  </a:cubicBezTo>
                  <a:close/>
                  <a:moveTo>
                    <a:pt x="8032" y="1314"/>
                  </a:moveTo>
                  <a:cubicBezTo>
                    <a:pt x="8287" y="1314"/>
                    <a:pt x="8494" y="1521"/>
                    <a:pt x="8494" y="1776"/>
                  </a:cubicBezTo>
                  <a:lnTo>
                    <a:pt x="8494" y="5351"/>
                  </a:lnTo>
                  <a:cubicBezTo>
                    <a:pt x="8494" y="5606"/>
                    <a:pt x="8287" y="5813"/>
                    <a:pt x="8032" y="5813"/>
                  </a:cubicBezTo>
                  <a:lnTo>
                    <a:pt x="6242" y="5813"/>
                  </a:lnTo>
                  <a:cubicBezTo>
                    <a:pt x="6112" y="5813"/>
                    <a:pt x="6016" y="5928"/>
                    <a:pt x="6035" y="6053"/>
                  </a:cubicBezTo>
                  <a:lnTo>
                    <a:pt x="6040" y="6058"/>
                  </a:lnTo>
                  <a:lnTo>
                    <a:pt x="6184" y="6919"/>
                  </a:lnTo>
                  <a:lnTo>
                    <a:pt x="6184" y="6919"/>
                  </a:lnTo>
                  <a:lnTo>
                    <a:pt x="4649" y="5899"/>
                  </a:lnTo>
                  <a:lnTo>
                    <a:pt x="5419" y="5336"/>
                  </a:lnTo>
                  <a:lnTo>
                    <a:pt x="7137" y="5336"/>
                  </a:lnTo>
                  <a:cubicBezTo>
                    <a:pt x="7623" y="5336"/>
                    <a:pt x="8017" y="4942"/>
                    <a:pt x="8017" y="4461"/>
                  </a:cubicBezTo>
                  <a:lnTo>
                    <a:pt x="8017" y="1314"/>
                  </a:lnTo>
                  <a:close/>
                  <a:moveTo>
                    <a:pt x="881" y="0"/>
                  </a:moveTo>
                  <a:cubicBezTo>
                    <a:pt x="395" y="0"/>
                    <a:pt x="1" y="390"/>
                    <a:pt x="1" y="876"/>
                  </a:cubicBezTo>
                  <a:lnTo>
                    <a:pt x="1" y="4451"/>
                  </a:lnTo>
                  <a:cubicBezTo>
                    <a:pt x="1" y="4937"/>
                    <a:pt x="395" y="5332"/>
                    <a:pt x="881" y="5332"/>
                  </a:cubicBezTo>
                  <a:lnTo>
                    <a:pt x="1791" y="5332"/>
                  </a:lnTo>
                  <a:lnTo>
                    <a:pt x="1791" y="5351"/>
                  </a:lnTo>
                  <a:cubicBezTo>
                    <a:pt x="1791" y="5837"/>
                    <a:pt x="2185" y="6231"/>
                    <a:pt x="2671" y="6231"/>
                  </a:cubicBezTo>
                  <a:lnTo>
                    <a:pt x="2849" y="6231"/>
                  </a:lnTo>
                  <a:lnTo>
                    <a:pt x="2768" y="6568"/>
                  </a:lnTo>
                  <a:cubicBezTo>
                    <a:pt x="2709" y="6786"/>
                    <a:pt x="2885" y="6966"/>
                    <a:pt x="3078" y="6966"/>
                  </a:cubicBezTo>
                  <a:cubicBezTo>
                    <a:pt x="3140" y="6966"/>
                    <a:pt x="3204" y="6947"/>
                    <a:pt x="3263" y="6905"/>
                  </a:cubicBezTo>
                  <a:lnTo>
                    <a:pt x="4192" y="6231"/>
                  </a:lnTo>
                  <a:lnTo>
                    <a:pt x="4394" y="6231"/>
                  </a:lnTo>
                  <a:lnTo>
                    <a:pt x="6141" y="7391"/>
                  </a:lnTo>
                  <a:cubicBezTo>
                    <a:pt x="6194" y="7427"/>
                    <a:pt x="6255" y="7445"/>
                    <a:pt x="6316" y="7445"/>
                  </a:cubicBezTo>
                  <a:cubicBezTo>
                    <a:pt x="6378" y="7445"/>
                    <a:pt x="6439" y="7427"/>
                    <a:pt x="6492" y="7391"/>
                  </a:cubicBezTo>
                  <a:lnTo>
                    <a:pt x="6492" y="7391"/>
                  </a:lnTo>
                  <a:lnTo>
                    <a:pt x="6487" y="7396"/>
                  </a:lnTo>
                  <a:cubicBezTo>
                    <a:pt x="6598" y="7328"/>
                    <a:pt x="6651" y="7198"/>
                    <a:pt x="6631" y="7073"/>
                  </a:cubicBezTo>
                  <a:lnTo>
                    <a:pt x="6492" y="6231"/>
                  </a:lnTo>
                  <a:lnTo>
                    <a:pt x="8032" y="6231"/>
                  </a:lnTo>
                  <a:cubicBezTo>
                    <a:pt x="8518" y="6231"/>
                    <a:pt x="8912" y="5837"/>
                    <a:pt x="8912" y="5351"/>
                  </a:cubicBezTo>
                  <a:lnTo>
                    <a:pt x="8912" y="1776"/>
                  </a:lnTo>
                  <a:cubicBezTo>
                    <a:pt x="8907" y="1290"/>
                    <a:pt x="8518" y="895"/>
                    <a:pt x="8032" y="895"/>
                  </a:cubicBezTo>
                  <a:lnTo>
                    <a:pt x="8017" y="895"/>
                  </a:lnTo>
                  <a:lnTo>
                    <a:pt x="8017" y="881"/>
                  </a:lnTo>
                  <a:cubicBezTo>
                    <a:pt x="8017" y="395"/>
                    <a:pt x="7623" y="0"/>
                    <a:pt x="7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1"/>
            <p:cNvSpPr/>
            <p:nvPr/>
          </p:nvSpPr>
          <p:spPr>
            <a:xfrm>
              <a:off x="7197421" y="2014904"/>
              <a:ext cx="32339" cy="11147"/>
            </a:xfrm>
            <a:custGeom>
              <a:rect b="b" l="l" r="r" t="t"/>
              <a:pathLst>
                <a:path extrusionOk="0" h="425" w="1233">
                  <a:moveTo>
                    <a:pt x="280" y="1"/>
                  </a:moveTo>
                  <a:cubicBezTo>
                    <a:pt x="1" y="1"/>
                    <a:pt x="1" y="424"/>
                    <a:pt x="280" y="424"/>
                  </a:cubicBezTo>
                  <a:lnTo>
                    <a:pt x="953" y="424"/>
                  </a:lnTo>
                  <a:cubicBezTo>
                    <a:pt x="1232" y="424"/>
                    <a:pt x="1232"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1"/>
            <p:cNvSpPr/>
            <p:nvPr/>
          </p:nvSpPr>
          <p:spPr>
            <a:xfrm>
              <a:off x="7238441" y="2014904"/>
              <a:ext cx="90878" cy="11147"/>
            </a:xfrm>
            <a:custGeom>
              <a:rect b="b" l="l" r="r" t="t"/>
              <a:pathLst>
                <a:path extrusionOk="0" h="425" w="3465">
                  <a:moveTo>
                    <a:pt x="279" y="1"/>
                  </a:moveTo>
                  <a:cubicBezTo>
                    <a:pt x="0" y="1"/>
                    <a:pt x="0" y="424"/>
                    <a:pt x="279" y="424"/>
                  </a:cubicBezTo>
                  <a:lnTo>
                    <a:pt x="3186" y="424"/>
                  </a:lnTo>
                  <a:cubicBezTo>
                    <a:pt x="3465" y="424"/>
                    <a:pt x="3465" y="1"/>
                    <a:pt x="3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1"/>
            <p:cNvSpPr/>
            <p:nvPr/>
          </p:nvSpPr>
          <p:spPr>
            <a:xfrm>
              <a:off x="7197421" y="2044200"/>
              <a:ext cx="131898" cy="11120"/>
            </a:xfrm>
            <a:custGeom>
              <a:rect b="b" l="l" r="r" t="t"/>
              <a:pathLst>
                <a:path extrusionOk="0" h="424" w="5029">
                  <a:moveTo>
                    <a:pt x="280" y="0"/>
                  </a:moveTo>
                  <a:cubicBezTo>
                    <a:pt x="1" y="0"/>
                    <a:pt x="1" y="424"/>
                    <a:pt x="280" y="424"/>
                  </a:cubicBezTo>
                  <a:lnTo>
                    <a:pt x="4750" y="424"/>
                  </a:lnTo>
                  <a:cubicBezTo>
                    <a:pt x="5029" y="424"/>
                    <a:pt x="5029" y="0"/>
                    <a:pt x="4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1"/>
            <p:cNvSpPr/>
            <p:nvPr/>
          </p:nvSpPr>
          <p:spPr>
            <a:xfrm>
              <a:off x="7197421" y="2073601"/>
              <a:ext cx="90878" cy="11120"/>
            </a:xfrm>
            <a:custGeom>
              <a:rect b="b" l="l" r="r" t="t"/>
              <a:pathLst>
                <a:path extrusionOk="0" h="424" w="3465">
                  <a:moveTo>
                    <a:pt x="280" y="0"/>
                  </a:moveTo>
                  <a:cubicBezTo>
                    <a:pt x="1" y="0"/>
                    <a:pt x="1" y="424"/>
                    <a:pt x="280" y="424"/>
                  </a:cubicBezTo>
                  <a:lnTo>
                    <a:pt x="3186" y="424"/>
                  </a:lnTo>
                  <a:cubicBezTo>
                    <a:pt x="3465" y="424"/>
                    <a:pt x="3465" y="0"/>
                    <a:pt x="3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1"/>
            <p:cNvSpPr/>
            <p:nvPr/>
          </p:nvSpPr>
          <p:spPr>
            <a:xfrm>
              <a:off x="7296981" y="2073601"/>
              <a:ext cx="32339" cy="11120"/>
            </a:xfrm>
            <a:custGeom>
              <a:rect b="b" l="l" r="r" t="t"/>
              <a:pathLst>
                <a:path extrusionOk="0" h="424" w="1233">
                  <a:moveTo>
                    <a:pt x="285" y="0"/>
                  </a:moveTo>
                  <a:cubicBezTo>
                    <a:pt x="1" y="0"/>
                    <a:pt x="1" y="424"/>
                    <a:pt x="285" y="424"/>
                  </a:cubicBezTo>
                  <a:lnTo>
                    <a:pt x="954" y="424"/>
                  </a:lnTo>
                  <a:cubicBezTo>
                    <a:pt x="1233" y="424"/>
                    <a:pt x="1233"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81"/>
          <p:cNvGrpSpPr/>
          <p:nvPr/>
        </p:nvGrpSpPr>
        <p:grpSpPr>
          <a:xfrm>
            <a:off x="7547375" y="1975169"/>
            <a:ext cx="379014" cy="379119"/>
            <a:chOff x="7547375" y="1975169"/>
            <a:chExt cx="379014" cy="379119"/>
          </a:xfrm>
        </p:grpSpPr>
        <p:sp>
          <p:nvSpPr>
            <p:cNvPr id="11307" name="Google Shape;11307;p81"/>
            <p:cNvSpPr/>
            <p:nvPr/>
          </p:nvSpPr>
          <p:spPr>
            <a:xfrm>
              <a:off x="7589155" y="2130515"/>
              <a:ext cx="91141" cy="60717"/>
            </a:xfrm>
            <a:custGeom>
              <a:rect b="b" l="l" r="r" t="t"/>
              <a:pathLst>
                <a:path extrusionOk="0" h="2315" w="3475">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351" y="2021"/>
                    <a:pt x="1660" y="1988"/>
                    <a:pt x="2266" y="1150"/>
                  </a:cubicBezTo>
                  <a:cubicBezTo>
                    <a:pt x="2298" y="1107"/>
                    <a:pt x="2343" y="1087"/>
                    <a:pt x="2388" y="1087"/>
                  </a:cubicBezTo>
                  <a:cubicBezTo>
                    <a:pt x="2454" y="1087"/>
                    <a:pt x="2519" y="1131"/>
                    <a:pt x="2536" y="1208"/>
                  </a:cubicBezTo>
                  <a:cubicBezTo>
                    <a:pt x="2536" y="1213"/>
                    <a:pt x="2704" y="1901"/>
                    <a:pt x="3248" y="2026"/>
                  </a:cubicBezTo>
                  <a:lnTo>
                    <a:pt x="3267" y="2026"/>
                  </a:lnTo>
                  <a:lnTo>
                    <a:pt x="3277" y="2031"/>
                  </a:lnTo>
                  <a:lnTo>
                    <a:pt x="3282" y="2036"/>
                  </a:lnTo>
                  <a:lnTo>
                    <a:pt x="3287" y="2036"/>
                  </a:lnTo>
                  <a:lnTo>
                    <a:pt x="3296" y="2040"/>
                  </a:lnTo>
                  <a:lnTo>
                    <a:pt x="3301" y="2045"/>
                  </a:lnTo>
                  <a:lnTo>
                    <a:pt x="3306" y="2050"/>
                  </a:lnTo>
                  <a:lnTo>
                    <a:pt x="3311" y="2055"/>
                  </a:lnTo>
                  <a:lnTo>
                    <a:pt x="3320" y="2060"/>
                  </a:lnTo>
                  <a:lnTo>
                    <a:pt x="3325" y="2065"/>
                  </a:lnTo>
                  <a:lnTo>
                    <a:pt x="3330" y="2069"/>
                  </a:lnTo>
                  <a:lnTo>
                    <a:pt x="3335" y="2074"/>
                  </a:lnTo>
                  <a:lnTo>
                    <a:pt x="3339" y="2084"/>
                  </a:lnTo>
                  <a:lnTo>
                    <a:pt x="3474" y="2281"/>
                  </a:lnTo>
                  <a:lnTo>
                    <a:pt x="3474" y="1665"/>
                  </a:lnTo>
                  <a:cubicBezTo>
                    <a:pt x="3474" y="746"/>
                    <a:pt x="2733" y="0"/>
                    <a:pt x="181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1"/>
            <p:cNvSpPr/>
            <p:nvPr/>
          </p:nvSpPr>
          <p:spPr>
            <a:xfrm>
              <a:off x="7577038" y="2195743"/>
              <a:ext cx="15159" cy="22870"/>
            </a:xfrm>
            <a:custGeom>
              <a:rect b="b" l="l" r="r" t="t"/>
              <a:pathLst>
                <a:path extrusionOk="0" h="872" w="578">
                  <a:moveTo>
                    <a:pt x="578" y="1"/>
                  </a:moveTo>
                  <a:lnTo>
                    <a:pt x="486" y="15"/>
                  </a:lnTo>
                  <a:lnTo>
                    <a:pt x="472" y="15"/>
                  </a:lnTo>
                  <a:lnTo>
                    <a:pt x="443" y="20"/>
                  </a:lnTo>
                  <a:lnTo>
                    <a:pt x="428" y="44"/>
                  </a:lnTo>
                  <a:cubicBezTo>
                    <a:pt x="400" y="78"/>
                    <a:pt x="356" y="102"/>
                    <a:pt x="313" y="102"/>
                  </a:cubicBezTo>
                  <a:lnTo>
                    <a:pt x="284" y="102"/>
                  </a:lnTo>
                  <a:lnTo>
                    <a:pt x="265" y="121"/>
                  </a:lnTo>
                  <a:cubicBezTo>
                    <a:pt x="0" y="367"/>
                    <a:pt x="135" y="805"/>
                    <a:pt x="486" y="857"/>
                  </a:cubicBezTo>
                  <a:lnTo>
                    <a:pt x="578" y="872"/>
                  </a:lnTo>
                  <a:lnTo>
                    <a:pt x="57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1"/>
            <p:cNvSpPr/>
            <p:nvPr/>
          </p:nvSpPr>
          <p:spPr>
            <a:xfrm>
              <a:off x="7621441" y="2254938"/>
              <a:ext cx="26673" cy="25388"/>
            </a:xfrm>
            <a:custGeom>
              <a:rect b="b" l="l" r="r" t="t"/>
              <a:pathLst>
                <a:path extrusionOk="0" h="968" w="1017">
                  <a:moveTo>
                    <a:pt x="1" y="1"/>
                  </a:moveTo>
                  <a:lnTo>
                    <a:pt x="1" y="482"/>
                  </a:lnTo>
                  <a:lnTo>
                    <a:pt x="501" y="968"/>
                  </a:lnTo>
                  <a:lnTo>
                    <a:pt x="1016" y="434"/>
                  </a:lnTo>
                  <a:lnTo>
                    <a:pt x="1016" y="1"/>
                  </a:lnTo>
                  <a:lnTo>
                    <a:pt x="925" y="15"/>
                  </a:lnTo>
                  <a:cubicBezTo>
                    <a:pt x="833" y="34"/>
                    <a:pt x="747" y="44"/>
                    <a:pt x="655" y="44"/>
                  </a:cubicBezTo>
                  <a:lnTo>
                    <a:pt x="367" y="44"/>
                  </a:lnTo>
                  <a:cubicBezTo>
                    <a:pt x="275" y="44"/>
                    <a:pt x="184" y="34"/>
                    <a:pt x="92" y="15"/>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1"/>
            <p:cNvSpPr/>
            <p:nvPr/>
          </p:nvSpPr>
          <p:spPr>
            <a:xfrm>
              <a:off x="7677490" y="2195743"/>
              <a:ext cx="14792" cy="22870"/>
            </a:xfrm>
            <a:custGeom>
              <a:rect b="b" l="l" r="r" t="t"/>
              <a:pathLst>
                <a:path extrusionOk="0" h="872" w="564">
                  <a:moveTo>
                    <a:pt x="0" y="1"/>
                  </a:moveTo>
                  <a:lnTo>
                    <a:pt x="0" y="872"/>
                  </a:lnTo>
                  <a:lnTo>
                    <a:pt x="87" y="857"/>
                  </a:lnTo>
                  <a:cubicBezTo>
                    <a:pt x="443" y="790"/>
                    <a:pt x="563" y="347"/>
                    <a:pt x="294" y="116"/>
                  </a:cubicBezTo>
                  <a:lnTo>
                    <a:pt x="294" y="112"/>
                  </a:lnTo>
                  <a:lnTo>
                    <a:pt x="275" y="97"/>
                  </a:lnTo>
                  <a:lnTo>
                    <a:pt x="246" y="97"/>
                  </a:lnTo>
                  <a:cubicBezTo>
                    <a:pt x="207" y="92"/>
                    <a:pt x="174" y="73"/>
                    <a:pt x="145" y="44"/>
                  </a:cubicBezTo>
                  <a:lnTo>
                    <a:pt x="130" y="25"/>
                  </a:lnTo>
                  <a:lnTo>
                    <a:pt x="106" y="20"/>
                  </a:lnTo>
                  <a:lnTo>
                    <a:pt x="92" y="15"/>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1"/>
            <p:cNvSpPr/>
            <p:nvPr/>
          </p:nvSpPr>
          <p:spPr>
            <a:xfrm>
              <a:off x="7600118" y="2171010"/>
              <a:ext cx="69450" cy="77030"/>
            </a:xfrm>
            <a:custGeom>
              <a:rect b="b" l="l" r="r" t="t"/>
              <a:pathLst>
                <a:path extrusionOk="0" h="2937" w="2648">
                  <a:moveTo>
                    <a:pt x="1916" y="1"/>
                  </a:moveTo>
                  <a:lnTo>
                    <a:pt x="1844" y="68"/>
                  </a:lnTo>
                  <a:cubicBezTo>
                    <a:pt x="1276" y="593"/>
                    <a:pt x="487" y="732"/>
                    <a:pt x="68" y="766"/>
                  </a:cubicBezTo>
                  <a:lnTo>
                    <a:pt x="1" y="771"/>
                  </a:lnTo>
                  <a:lnTo>
                    <a:pt x="1" y="1757"/>
                  </a:lnTo>
                  <a:cubicBezTo>
                    <a:pt x="1" y="2412"/>
                    <a:pt x="525" y="2936"/>
                    <a:pt x="1180" y="2936"/>
                  </a:cubicBezTo>
                  <a:lnTo>
                    <a:pt x="1468" y="2936"/>
                  </a:lnTo>
                  <a:cubicBezTo>
                    <a:pt x="2118" y="2936"/>
                    <a:pt x="2642" y="2412"/>
                    <a:pt x="2647" y="1757"/>
                  </a:cubicBezTo>
                  <a:lnTo>
                    <a:pt x="2647" y="742"/>
                  </a:lnTo>
                  <a:lnTo>
                    <a:pt x="2599" y="723"/>
                  </a:lnTo>
                  <a:cubicBezTo>
                    <a:pt x="2267" y="588"/>
                    <a:pt x="2070" y="304"/>
                    <a:pt x="1959" y="92"/>
                  </a:cubicBezTo>
                  <a:lnTo>
                    <a:pt x="1916"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1"/>
            <p:cNvSpPr/>
            <p:nvPr/>
          </p:nvSpPr>
          <p:spPr>
            <a:xfrm>
              <a:off x="7557472" y="2270334"/>
              <a:ext cx="153746" cy="78394"/>
            </a:xfrm>
            <a:custGeom>
              <a:rect b="b" l="l" r="r" t="t"/>
              <a:pathLst>
                <a:path extrusionOk="0" h="2989" w="5862">
                  <a:moveTo>
                    <a:pt x="3730" y="1"/>
                  </a:moveTo>
                  <a:lnTo>
                    <a:pt x="3056" y="703"/>
                  </a:lnTo>
                  <a:cubicBezTo>
                    <a:pt x="3026" y="735"/>
                    <a:pt x="2986" y="751"/>
                    <a:pt x="2945" y="751"/>
                  </a:cubicBezTo>
                  <a:cubicBezTo>
                    <a:pt x="2906" y="751"/>
                    <a:pt x="2868" y="736"/>
                    <a:pt x="2839" y="708"/>
                  </a:cubicBezTo>
                  <a:lnTo>
                    <a:pt x="2185" y="68"/>
                  </a:lnTo>
                  <a:lnTo>
                    <a:pt x="2170" y="54"/>
                  </a:lnTo>
                  <a:lnTo>
                    <a:pt x="2137" y="10"/>
                  </a:lnTo>
                  <a:lnTo>
                    <a:pt x="838" y="520"/>
                  </a:lnTo>
                  <a:lnTo>
                    <a:pt x="828" y="520"/>
                  </a:lnTo>
                  <a:cubicBezTo>
                    <a:pt x="794" y="535"/>
                    <a:pt x="0" y="824"/>
                    <a:pt x="0" y="1824"/>
                  </a:cubicBezTo>
                  <a:lnTo>
                    <a:pt x="0" y="2989"/>
                  </a:lnTo>
                  <a:lnTo>
                    <a:pt x="5861" y="2989"/>
                  </a:lnTo>
                  <a:lnTo>
                    <a:pt x="5861" y="1824"/>
                  </a:lnTo>
                  <a:cubicBezTo>
                    <a:pt x="5861" y="814"/>
                    <a:pt x="5043" y="525"/>
                    <a:pt x="5033" y="525"/>
                  </a:cubicBezTo>
                  <a:lnTo>
                    <a:pt x="5024" y="520"/>
                  </a:lnTo>
                  <a:lnTo>
                    <a:pt x="373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1"/>
            <p:cNvSpPr/>
            <p:nvPr/>
          </p:nvSpPr>
          <p:spPr>
            <a:xfrm>
              <a:off x="7846473" y="1995469"/>
              <a:ext cx="59589" cy="59484"/>
            </a:xfrm>
            <a:custGeom>
              <a:rect b="b" l="l" r="r" t="t"/>
              <a:pathLst>
                <a:path extrusionOk="0" h="2268" w="2272">
                  <a:moveTo>
                    <a:pt x="0" y="1"/>
                  </a:moveTo>
                  <a:lnTo>
                    <a:pt x="0" y="2267"/>
                  </a:lnTo>
                  <a:lnTo>
                    <a:pt x="2271" y="2267"/>
                  </a:lnTo>
                  <a:lnTo>
                    <a:pt x="1136" y="1136"/>
                  </a:lnTo>
                  <a:lnTo>
                    <a:pt x="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1"/>
            <p:cNvSpPr/>
            <p:nvPr/>
          </p:nvSpPr>
          <p:spPr>
            <a:xfrm>
              <a:off x="7642528" y="1987024"/>
              <a:ext cx="271848" cy="355015"/>
            </a:xfrm>
            <a:custGeom>
              <a:rect b="b" l="l" r="r" t="t"/>
              <a:pathLst>
                <a:path extrusionOk="0" h="13536" w="10365">
                  <a:moveTo>
                    <a:pt x="6116" y="3460"/>
                  </a:moveTo>
                  <a:cubicBezTo>
                    <a:pt x="6419" y="3460"/>
                    <a:pt x="6419" y="3917"/>
                    <a:pt x="6116" y="3917"/>
                  </a:cubicBezTo>
                  <a:lnTo>
                    <a:pt x="2517" y="3917"/>
                  </a:lnTo>
                  <a:cubicBezTo>
                    <a:pt x="2209" y="3917"/>
                    <a:pt x="2209" y="3460"/>
                    <a:pt x="2517" y="3460"/>
                  </a:cubicBezTo>
                  <a:close/>
                  <a:moveTo>
                    <a:pt x="7954" y="5024"/>
                  </a:moveTo>
                  <a:cubicBezTo>
                    <a:pt x="8257" y="5024"/>
                    <a:pt x="8257" y="5476"/>
                    <a:pt x="7954" y="5481"/>
                  </a:cubicBezTo>
                  <a:lnTo>
                    <a:pt x="2517" y="5481"/>
                  </a:lnTo>
                  <a:cubicBezTo>
                    <a:pt x="2209" y="5481"/>
                    <a:pt x="2209" y="5024"/>
                    <a:pt x="2517" y="5024"/>
                  </a:cubicBezTo>
                  <a:close/>
                  <a:moveTo>
                    <a:pt x="7954" y="6588"/>
                  </a:moveTo>
                  <a:cubicBezTo>
                    <a:pt x="8257" y="6588"/>
                    <a:pt x="8257" y="7040"/>
                    <a:pt x="7954" y="7045"/>
                  </a:cubicBezTo>
                  <a:lnTo>
                    <a:pt x="2517" y="7045"/>
                  </a:lnTo>
                  <a:cubicBezTo>
                    <a:pt x="2209" y="7045"/>
                    <a:pt x="2209" y="6588"/>
                    <a:pt x="2517" y="6588"/>
                  </a:cubicBezTo>
                  <a:close/>
                  <a:moveTo>
                    <a:pt x="7954" y="8151"/>
                  </a:moveTo>
                  <a:cubicBezTo>
                    <a:pt x="8257" y="8151"/>
                    <a:pt x="8257" y="8604"/>
                    <a:pt x="7954" y="8609"/>
                  </a:cubicBezTo>
                  <a:lnTo>
                    <a:pt x="2517" y="8609"/>
                  </a:lnTo>
                  <a:cubicBezTo>
                    <a:pt x="2209" y="8609"/>
                    <a:pt x="2209" y="8151"/>
                    <a:pt x="2517" y="8151"/>
                  </a:cubicBezTo>
                  <a:close/>
                  <a:moveTo>
                    <a:pt x="7954" y="9715"/>
                  </a:moveTo>
                  <a:cubicBezTo>
                    <a:pt x="8257" y="9715"/>
                    <a:pt x="8257" y="10172"/>
                    <a:pt x="7954" y="10172"/>
                  </a:cubicBezTo>
                  <a:lnTo>
                    <a:pt x="2517" y="10172"/>
                  </a:lnTo>
                  <a:cubicBezTo>
                    <a:pt x="2209" y="10172"/>
                    <a:pt x="2209" y="9715"/>
                    <a:pt x="2517" y="9715"/>
                  </a:cubicBezTo>
                  <a:close/>
                  <a:moveTo>
                    <a:pt x="1" y="0"/>
                  </a:moveTo>
                  <a:lnTo>
                    <a:pt x="1" y="5106"/>
                  </a:lnTo>
                  <a:cubicBezTo>
                    <a:pt x="1035" y="5216"/>
                    <a:pt x="1819" y="6092"/>
                    <a:pt x="1819" y="7136"/>
                  </a:cubicBezTo>
                  <a:lnTo>
                    <a:pt x="1819" y="7742"/>
                  </a:lnTo>
                  <a:cubicBezTo>
                    <a:pt x="2450" y="8200"/>
                    <a:pt x="2127" y="9196"/>
                    <a:pt x="1348" y="9200"/>
                  </a:cubicBezTo>
                  <a:cubicBezTo>
                    <a:pt x="1232" y="9605"/>
                    <a:pt x="958" y="9946"/>
                    <a:pt x="592" y="10144"/>
                  </a:cubicBezTo>
                  <a:lnTo>
                    <a:pt x="592" y="10437"/>
                  </a:lnTo>
                  <a:lnTo>
                    <a:pt x="1916" y="10966"/>
                  </a:lnTo>
                  <a:cubicBezTo>
                    <a:pt x="2291" y="11096"/>
                    <a:pt x="2998" y="11606"/>
                    <a:pt x="2998" y="12631"/>
                  </a:cubicBezTo>
                  <a:lnTo>
                    <a:pt x="2998" y="13536"/>
                  </a:lnTo>
                  <a:lnTo>
                    <a:pt x="10365" y="13536"/>
                  </a:lnTo>
                  <a:lnTo>
                    <a:pt x="10365" y="3046"/>
                  </a:lnTo>
                  <a:lnTo>
                    <a:pt x="7550" y="3046"/>
                  </a:lnTo>
                  <a:cubicBezTo>
                    <a:pt x="7425" y="3046"/>
                    <a:pt x="7324" y="2945"/>
                    <a:pt x="7324" y="2820"/>
                  </a:cubicBezTo>
                  <a:lnTo>
                    <a:pt x="7324"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1"/>
            <p:cNvSpPr/>
            <p:nvPr/>
          </p:nvSpPr>
          <p:spPr>
            <a:xfrm>
              <a:off x="7589155" y="2130515"/>
              <a:ext cx="50383" cy="60717"/>
            </a:xfrm>
            <a:custGeom>
              <a:rect b="b" l="l" r="r" t="t"/>
              <a:pathLst>
                <a:path extrusionOk="0" h="2315" w="1921">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279" y="2021"/>
                    <a:pt x="313" y="2021"/>
                    <a:pt x="361" y="2016"/>
                  </a:cubicBezTo>
                  <a:lnTo>
                    <a:pt x="361" y="1670"/>
                  </a:lnTo>
                  <a:lnTo>
                    <a:pt x="361" y="1665"/>
                  </a:lnTo>
                  <a:cubicBezTo>
                    <a:pt x="361" y="789"/>
                    <a:pt x="1044" y="63"/>
                    <a:pt x="1920" y="5"/>
                  </a:cubicBezTo>
                  <a:cubicBezTo>
                    <a:pt x="1882" y="5"/>
                    <a:pt x="1848" y="0"/>
                    <a:pt x="1814"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1"/>
            <p:cNvSpPr/>
            <p:nvPr/>
          </p:nvSpPr>
          <p:spPr>
            <a:xfrm>
              <a:off x="7639617" y="2254938"/>
              <a:ext cx="8498" cy="1154"/>
            </a:xfrm>
            <a:custGeom>
              <a:rect b="b" l="l" r="r" t="t"/>
              <a:pathLst>
                <a:path extrusionOk="0" h="44" w="324">
                  <a:moveTo>
                    <a:pt x="323" y="1"/>
                  </a:moveTo>
                  <a:lnTo>
                    <a:pt x="237" y="15"/>
                  </a:lnTo>
                  <a:cubicBezTo>
                    <a:pt x="160" y="30"/>
                    <a:pt x="78" y="39"/>
                    <a:pt x="1" y="44"/>
                  </a:cubicBezTo>
                  <a:lnTo>
                    <a:pt x="323" y="44"/>
                  </a:lnTo>
                  <a:lnTo>
                    <a:pt x="3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1"/>
            <p:cNvSpPr/>
            <p:nvPr/>
          </p:nvSpPr>
          <p:spPr>
            <a:xfrm>
              <a:off x="7621572" y="2254938"/>
              <a:ext cx="17704" cy="25388"/>
            </a:xfrm>
            <a:custGeom>
              <a:rect b="b" l="l" r="r" t="t"/>
              <a:pathLst>
                <a:path extrusionOk="0" h="968" w="675">
                  <a:moveTo>
                    <a:pt x="1" y="1"/>
                  </a:moveTo>
                  <a:lnTo>
                    <a:pt x="1" y="482"/>
                  </a:lnTo>
                  <a:lnTo>
                    <a:pt x="501" y="968"/>
                  </a:lnTo>
                  <a:lnTo>
                    <a:pt x="674" y="790"/>
                  </a:lnTo>
                  <a:lnTo>
                    <a:pt x="362" y="482"/>
                  </a:lnTo>
                  <a:lnTo>
                    <a:pt x="362" y="44"/>
                  </a:lnTo>
                  <a:cubicBezTo>
                    <a:pt x="270" y="44"/>
                    <a:pt x="179" y="34"/>
                    <a:pt x="92" y="15"/>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1"/>
            <p:cNvSpPr/>
            <p:nvPr/>
          </p:nvSpPr>
          <p:spPr>
            <a:xfrm>
              <a:off x="7600118" y="2171010"/>
              <a:ext cx="53294" cy="77030"/>
            </a:xfrm>
            <a:custGeom>
              <a:rect b="b" l="l" r="r" t="t"/>
              <a:pathLst>
                <a:path extrusionOk="0" h="2937" w="2032">
                  <a:moveTo>
                    <a:pt x="1916" y="1"/>
                  </a:moveTo>
                  <a:lnTo>
                    <a:pt x="1844" y="68"/>
                  </a:lnTo>
                  <a:cubicBezTo>
                    <a:pt x="1276" y="593"/>
                    <a:pt x="487" y="732"/>
                    <a:pt x="68" y="766"/>
                  </a:cubicBezTo>
                  <a:lnTo>
                    <a:pt x="1" y="771"/>
                  </a:lnTo>
                  <a:lnTo>
                    <a:pt x="1" y="1757"/>
                  </a:lnTo>
                  <a:cubicBezTo>
                    <a:pt x="1" y="2412"/>
                    <a:pt x="525" y="2936"/>
                    <a:pt x="1180" y="2936"/>
                  </a:cubicBezTo>
                  <a:lnTo>
                    <a:pt x="1502" y="2936"/>
                  </a:lnTo>
                  <a:cubicBezTo>
                    <a:pt x="867" y="2917"/>
                    <a:pt x="366" y="2397"/>
                    <a:pt x="362" y="1762"/>
                  </a:cubicBezTo>
                  <a:lnTo>
                    <a:pt x="362" y="776"/>
                  </a:lnTo>
                  <a:lnTo>
                    <a:pt x="434" y="766"/>
                  </a:lnTo>
                  <a:cubicBezTo>
                    <a:pt x="809" y="737"/>
                    <a:pt x="1488" y="622"/>
                    <a:pt x="2031" y="213"/>
                  </a:cubicBezTo>
                  <a:cubicBezTo>
                    <a:pt x="2002" y="174"/>
                    <a:pt x="1983" y="131"/>
                    <a:pt x="1959" y="92"/>
                  </a:cubicBezTo>
                  <a:lnTo>
                    <a:pt x="191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1"/>
            <p:cNvSpPr/>
            <p:nvPr/>
          </p:nvSpPr>
          <p:spPr>
            <a:xfrm>
              <a:off x="7557472" y="2270727"/>
              <a:ext cx="58592" cy="73332"/>
            </a:xfrm>
            <a:custGeom>
              <a:rect b="b" l="l" r="r" t="t"/>
              <a:pathLst>
                <a:path extrusionOk="0" h="2796" w="2234">
                  <a:moveTo>
                    <a:pt x="2137" y="0"/>
                  </a:moveTo>
                  <a:lnTo>
                    <a:pt x="838" y="510"/>
                  </a:lnTo>
                  <a:lnTo>
                    <a:pt x="828" y="510"/>
                  </a:lnTo>
                  <a:cubicBezTo>
                    <a:pt x="794" y="520"/>
                    <a:pt x="0" y="809"/>
                    <a:pt x="0" y="1814"/>
                  </a:cubicBezTo>
                  <a:lnTo>
                    <a:pt x="0" y="2796"/>
                  </a:lnTo>
                  <a:lnTo>
                    <a:pt x="366" y="2796"/>
                  </a:lnTo>
                  <a:lnTo>
                    <a:pt x="366" y="1809"/>
                  </a:lnTo>
                  <a:cubicBezTo>
                    <a:pt x="366" y="809"/>
                    <a:pt x="1160" y="520"/>
                    <a:pt x="1194" y="510"/>
                  </a:cubicBezTo>
                  <a:lnTo>
                    <a:pt x="1203" y="510"/>
                  </a:lnTo>
                  <a:lnTo>
                    <a:pt x="2233" y="106"/>
                  </a:lnTo>
                  <a:lnTo>
                    <a:pt x="2185" y="58"/>
                  </a:lnTo>
                  <a:lnTo>
                    <a:pt x="2170" y="43"/>
                  </a:lnTo>
                  <a:lnTo>
                    <a:pt x="2137"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1"/>
            <p:cNvSpPr/>
            <p:nvPr/>
          </p:nvSpPr>
          <p:spPr>
            <a:xfrm>
              <a:off x="7642528" y="1987024"/>
              <a:ext cx="88229" cy="355015"/>
            </a:xfrm>
            <a:custGeom>
              <a:rect b="b" l="l" r="r" t="t"/>
              <a:pathLst>
                <a:path extrusionOk="0" h="13536" w="3364">
                  <a:moveTo>
                    <a:pt x="1" y="0"/>
                  </a:moveTo>
                  <a:lnTo>
                    <a:pt x="1" y="5106"/>
                  </a:lnTo>
                  <a:cubicBezTo>
                    <a:pt x="1035" y="5216"/>
                    <a:pt x="1824" y="6092"/>
                    <a:pt x="1824" y="7136"/>
                  </a:cubicBezTo>
                  <a:lnTo>
                    <a:pt x="1824" y="7742"/>
                  </a:lnTo>
                  <a:cubicBezTo>
                    <a:pt x="2450" y="8200"/>
                    <a:pt x="2127" y="9196"/>
                    <a:pt x="1353" y="9200"/>
                  </a:cubicBezTo>
                  <a:cubicBezTo>
                    <a:pt x="1237" y="9605"/>
                    <a:pt x="963" y="9946"/>
                    <a:pt x="592" y="10144"/>
                  </a:cubicBezTo>
                  <a:lnTo>
                    <a:pt x="592" y="10437"/>
                  </a:lnTo>
                  <a:lnTo>
                    <a:pt x="1916" y="10966"/>
                  </a:lnTo>
                  <a:cubicBezTo>
                    <a:pt x="2291" y="11096"/>
                    <a:pt x="2998" y="11606"/>
                    <a:pt x="2998" y="12631"/>
                  </a:cubicBezTo>
                  <a:lnTo>
                    <a:pt x="2998" y="13536"/>
                  </a:lnTo>
                  <a:lnTo>
                    <a:pt x="3359" y="13536"/>
                  </a:lnTo>
                  <a:lnTo>
                    <a:pt x="3359" y="12626"/>
                  </a:lnTo>
                  <a:cubicBezTo>
                    <a:pt x="3364" y="11606"/>
                    <a:pt x="2661" y="11096"/>
                    <a:pt x="2281" y="10966"/>
                  </a:cubicBezTo>
                  <a:lnTo>
                    <a:pt x="958" y="10437"/>
                  </a:lnTo>
                  <a:lnTo>
                    <a:pt x="958" y="10144"/>
                  </a:lnTo>
                  <a:cubicBezTo>
                    <a:pt x="1329" y="9946"/>
                    <a:pt x="1603" y="9605"/>
                    <a:pt x="1718" y="9200"/>
                  </a:cubicBezTo>
                  <a:cubicBezTo>
                    <a:pt x="2079" y="9196"/>
                    <a:pt x="2392" y="8955"/>
                    <a:pt x="2488" y="8604"/>
                  </a:cubicBezTo>
                  <a:cubicBezTo>
                    <a:pt x="2228" y="8570"/>
                    <a:pt x="2224" y="8195"/>
                    <a:pt x="2483" y="8151"/>
                  </a:cubicBezTo>
                  <a:cubicBezTo>
                    <a:pt x="2430" y="7988"/>
                    <a:pt x="2329" y="7843"/>
                    <a:pt x="2190" y="7742"/>
                  </a:cubicBezTo>
                  <a:lnTo>
                    <a:pt x="2190" y="7136"/>
                  </a:lnTo>
                  <a:cubicBezTo>
                    <a:pt x="2190" y="6092"/>
                    <a:pt x="1401" y="5216"/>
                    <a:pt x="366" y="5106"/>
                  </a:cubicBezTo>
                  <a:lnTo>
                    <a:pt x="366"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1"/>
            <p:cNvSpPr/>
            <p:nvPr/>
          </p:nvSpPr>
          <p:spPr>
            <a:xfrm>
              <a:off x="7547375" y="1975169"/>
              <a:ext cx="379014" cy="379119"/>
            </a:xfrm>
            <a:custGeom>
              <a:rect b="b" l="l" r="r" t="t"/>
              <a:pathLst>
                <a:path extrusionOk="0" h="14455" w="14451">
                  <a:moveTo>
                    <a:pt x="11404" y="780"/>
                  </a:moveTo>
                  <a:lnTo>
                    <a:pt x="12121" y="1492"/>
                  </a:lnTo>
                  <a:lnTo>
                    <a:pt x="12299" y="1670"/>
                  </a:lnTo>
                  <a:lnTo>
                    <a:pt x="13084" y="2454"/>
                  </a:lnTo>
                  <a:lnTo>
                    <a:pt x="13651" y="3027"/>
                  </a:lnTo>
                  <a:lnTo>
                    <a:pt x="13666" y="3041"/>
                  </a:lnTo>
                  <a:lnTo>
                    <a:pt x="11399" y="3041"/>
                  </a:lnTo>
                  <a:lnTo>
                    <a:pt x="11399" y="780"/>
                  </a:lnTo>
                  <a:close/>
                  <a:moveTo>
                    <a:pt x="3407" y="6000"/>
                  </a:moveTo>
                  <a:cubicBezTo>
                    <a:pt x="4283" y="6000"/>
                    <a:pt x="4995" y="6712"/>
                    <a:pt x="5000" y="7588"/>
                  </a:cubicBezTo>
                  <a:lnTo>
                    <a:pt x="5000" y="7963"/>
                  </a:lnTo>
                  <a:lnTo>
                    <a:pt x="4990" y="7954"/>
                  </a:lnTo>
                  <a:lnTo>
                    <a:pt x="4985" y="7949"/>
                  </a:lnTo>
                  <a:lnTo>
                    <a:pt x="4976" y="7939"/>
                  </a:lnTo>
                  <a:lnTo>
                    <a:pt x="4971" y="7930"/>
                  </a:lnTo>
                  <a:lnTo>
                    <a:pt x="4961" y="7925"/>
                  </a:lnTo>
                  <a:lnTo>
                    <a:pt x="4952" y="7915"/>
                  </a:lnTo>
                  <a:lnTo>
                    <a:pt x="4942" y="7911"/>
                  </a:lnTo>
                  <a:lnTo>
                    <a:pt x="4937" y="7906"/>
                  </a:lnTo>
                  <a:lnTo>
                    <a:pt x="4923" y="7901"/>
                  </a:lnTo>
                  <a:lnTo>
                    <a:pt x="4913" y="7891"/>
                  </a:lnTo>
                  <a:lnTo>
                    <a:pt x="4904" y="7891"/>
                  </a:lnTo>
                  <a:lnTo>
                    <a:pt x="4894" y="7887"/>
                  </a:lnTo>
                  <a:lnTo>
                    <a:pt x="4884" y="7887"/>
                  </a:lnTo>
                  <a:lnTo>
                    <a:pt x="4870" y="7882"/>
                  </a:lnTo>
                  <a:lnTo>
                    <a:pt x="4865" y="7882"/>
                  </a:lnTo>
                  <a:cubicBezTo>
                    <a:pt x="4365" y="7766"/>
                    <a:pt x="4211" y="7126"/>
                    <a:pt x="4211" y="7117"/>
                  </a:cubicBezTo>
                  <a:cubicBezTo>
                    <a:pt x="4185" y="7005"/>
                    <a:pt x="4086" y="6941"/>
                    <a:pt x="3986" y="6941"/>
                  </a:cubicBezTo>
                  <a:cubicBezTo>
                    <a:pt x="3917" y="6941"/>
                    <a:pt x="3848" y="6971"/>
                    <a:pt x="3802" y="7035"/>
                  </a:cubicBezTo>
                  <a:cubicBezTo>
                    <a:pt x="3200" y="7867"/>
                    <a:pt x="1877" y="7877"/>
                    <a:pt x="1863" y="7877"/>
                  </a:cubicBezTo>
                  <a:lnTo>
                    <a:pt x="1805" y="7877"/>
                  </a:lnTo>
                  <a:lnTo>
                    <a:pt x="1795" y="7882"/>
                  </a:lnTo>
                  <a:lnTo>
                    <a:pt x="1781" y="7887"/>
                  </a:lnTo>
                  <a:lnTo>
                    <a:pt x="1771" y="7887"/>
                  </a:lnTo>
                  <a:lnTo>
                    <a:pt x="1762" y="7896"/>
                  </a:lnTo>
                  <a:lnTo>
                    <a:pt x="1752" y="7896"/>
                  </a:lnTo>
                  <a:lnTo>
                    <a:pt x="1738" y="7901"/>
                  </a:lnTo>
                  <a:lnTo>
                    <a:pt x="1733" y="7906"/>
                  </a:lnTo>
                  <a:lnTo>
                    <a:pt x="1723" y="7915"/>
                  </a:lnTo>
                  <a:lnTo>
                    <a:pt x="1718" y="7920"/>
                  </a:lnTo>
                  <a:lnTo>
                    <a:pt x="1704" y="7930"/>
                  </a:lnTo>
                  <a:lnTo>
                    <a:pt x="1699" y="7935"/>
                  </a:lnTo>
                  <a:lnTo>
                    <a:pt x="1689" y="7944"/>
                  </a:lnTo>
                  <a:lnTo>
                    <a:pt x="1685" y="7949"/>
                  </a:lnTo>
                  <a:lnTo>
                    <a:pt x="1680" y="7963"/>
                  </a:lnTo>
                  <a:lnTo>
                    <a:pt x="1675" y="7968"/>
                  </a:lnTo>
                  <a:lnTo>
                    <a:pt x="1670" y="7973"/>
                  </a:lnTo>
                  <a:lnTo>
                    <a:pt x="1670" y="7588"/>
                  </a:lnTo>
                  <a:cubicBezTo>
                    <a:pt x="1670" y="6712"/>
                    <a:pt x="2377" y="6000"/>
                    <a:pt x="3258" y="6000"/>
                  </a:cubicBezTo>
                  <a:close/>
                  <a:moveTo>
                    <a:pt x="5053" y="8502"/>
                  </a:moveTo>
                  <a:cubicBezTo>
                    <a:pt x="5091" y="8546"/>
                    <a:pt x="5149" y="8575"/>
                    <a:pt x="5207" y="8579"/>
                  </a:cubicBezTo>
                  <a:cubicBezTo>
                    <a:pt x="5428" y="8772"/>
                    <a:pt x="5327" y="9138"/>
                    <a:pt x="5038" y="9190"/>
                  </a:cubicBezTo>
                  <a:lnTo>
                    <a:pt x="5038" y="8502"/>
                  </a:lnTo>
                  <a:close/>
                  <a:moveTo>
                    <a:pt x="1632" y="8502"/>
                  </a:moveTo>
                  <a:lnTo>
                    <a:pt x="1632" y="9195"/>
                  </a:lnTo>
                  <a:cubicBezTo>
                    <a:pt x="1458" y="9171"/>
                    <a:pt x="1329" y="9022"/>
                    <a:pt x="1333" y="8849"/>
                  </a:cubicBezTo>
                  <a:cubicBezTo>
                    <a:pt x="1333" y="8748"/>
                    <a:pt x="1372" y="8656"/>
                    <a:pt x="1444" y="8589"/>
                  </a:cubicBezTo>
                  <a:cubicBezTo>
                    <a:pt x="1511" y="8589"/>
                    <a:pt x="1574" y="8555"/>
                    <a:pt x="1617" y="8502"/>
                  </a:cubicBezTo>
                  <a:close/>
                  <a:moveTo>
                    <a:pt x="3908" y="7593"/>
                  </a:moveTo>
                  <a:cubicBezTo>
                    <a:pt x="4028" y="7834"/>
                    <a:pt x="4240" y="8117"/>
                    <a:pt x="4581" y="8262"/>
                  </a:cubicBezTo>
                  <a:lnTo>
                    <a:pt x="4581" y="9229"/>
                  </a:lnTo>
                  <a:cubicBezTo>
                    <a:pt x="4581" y="9840"/>
                    <a:pt x="4086" y="10331"/>
                    <a:pt x="3479" y="10331"/>
                  </a:cubicBezTo>
                  <a:lnTo>
                    <a:pt x="3191" y="10331"/>
                  </a:lnTo>
                  <a:cubicBezTo>
                    <a:pt x="2580" y="10331"/>
                    <a:pt x="2084" y="9840"/>
                    <a:pt x="2084" y="9229"/>
                  </a:cubicBezTo>
                  <a:lnTo>
                    <a:pt x="2084" y="8315"/>
                  </a:lnTo>
                  <a:cubicBezTo>
                    <a:pt x="2483" y="8276"/>
                    <a:pt x="3316" y="8142"/>
                    <a:pt x="3908" y="7593"/>
                  </a:cubicBezTo>
                  <a:close/>
                  <a:moveTo>
                    <a:pt x="3768" y="10764"/>
                  </a:moveTo>
                  <a:lnTo>
                    <a:pt x="3768" y="11077"/>
                  </a:lnTo>
                  <a:lnTo>
                    <a:pt x="3325" y="11534"/>
                  </a:lnTo>
                  <a:lnTo>
                    <a:pt x="2907" y="11125"/>
                  </a:lnTo>
                  <a:lnTo>
                    <a:pt x="2907" y="10764"/>
                  </a:lnTo>
                  <a:cubicBezTo>
                    <a:pt x="2998" y="10778"/>
                    <a:pt x="3094" y="10788"/>
                    <a:pt x="3191" y="10788"/>
                  </a:cubicBezTo>
                  <a:lnTo>
                    <a:pt x="3479" y="10788"/>
                  </a:lnTo>
                  <a:cubicBezTo>
                    <a:pt x="3576" y="10788"/>
                    <a:pt x="3672" y="10778"/>
                    <a:pt x="3768" y="10764"/>
                  </a:cubicBezTo>
                  <a:close/>
                  <a:moveTo>
                    <a:pt x="10947" y="452"/>
                  </a:moveTo>
                  <a:lnTo>
                    <a:pt x="10947" y="3272"/>
                  </a:lnTo>
                  <a:cubicBezTo>
                    <a:pt x="10947" y="3397"/>
                    <a:pt x="11048" y="3498"/>
                    <a:pt x="11173" y="3498"/>
                  </a:cubicBezTo>
                  <a:lnTo>
                    <a:pt x="13993" y="3498"/>
                  </a:lnTo>
                  <a:lnTo>
                    <a:pt x="13993" y="13988"/>
                  </a:lnTo>
                  <a:lnTo>
                    <a:pt x="6636" y="13988"/>
                  </a:lnTo>
                  <a:lnTo>
                    <a:pt x="6636" y="13088"/>
                  </a:lnTo>
                  <a:cubicBezTo>
                    <a:pt x="6636" y="12068"/>
                    <a:pt x="5929" y="11558"/>
                    <a:pt x="5553" y="11428"/>
                  </a:cubicBezTo>
                  <a:lnTo>
                    <a:pt x="4220" y="10894"/>
                  </a:lnTo>
                  <a:lnTo>
                    <a:pt x="4220" y="10600"/>
                  </a:lnTo>
                  <a:cubicBezTo>
                    <a:pt x="4586" y="10403"/>
                    <a:pt x="4860" y="10061"/>
                    <a:pt x="4976" y="9657"/>
                  </a:cubicBezTo>
                  <a:cubicBezTo>
                    <a:pt x="5755" y="9652"/>
                    <a:pt x="6078" y="8656"/>
                    <a:pt x="5447" y="8194"/>
                  </a:cubicBezTo>
                  <a:lnTo>
                    <a:pt x="5447" y="7588"/>
                  </a:lnTo>
                  <a:cubicBezTo>
                    <a:pt x="5447" y="6544"/>
                    <a:pt x="4663" y="5668"/>
                    <a:pt x="3624" y="5558"/>
                  </a:cubicBezTo>
                  <a:lnTo>
                    <a:pt x="3624" y="452"/>
                  </a:lnTo>
                  <a:close/>
                  <a:moveTo>
                    <a:pt x="3398" y="0"/>
                  </a:moveTo>
                  <a:cubicBezTo>
                    <a:pt x="3272" y="5"/>
                    <a:pt x="3171" y="106"/>
                    <a:pt x="3171" y="231"/>
                  </a:cubicBezTo>
                  <a:lnTo>
                    <a:pt x="3171" y="5553"/>
                  </a:lnTo>
                  <a:cubicBezTo>
                    <a:pt x="2074" y="5596"/>
                    <a:pt x="1208" y="6501"/>
                    <a:pt x="1208" y="7598"/>
                  </a:cubicBezTo>
                  <a:lnTo>
                    <a:pt x="1208" y="8199"/>
                  </a:lnTo>
                  <a:cubicBezTo>
                    <a:pt x="573" y="8656"/>
                    <a:pt x="900" y="9657"/>
                    <a:pt x="1680" y="9657"/>
                  </a:cubicBezTo>
                  <a:lnTo>
                    <a:pt x="1689" y="9657"/>
                  </a:lnTo>
                  <a:cubicBezTo>
                    <a:pt x="1805" y="10061"/>
                    <a:pt x="2074" y="10403"/>
                    <a:pt x="2445" y="10605"/>
                  </a:cubicBezTo>
                  <a:lnTo>
                    <a:pt x="2445" y="10894"/>
                  </a:lnTo>
                  <a:lnTo>
                    <a:pt x="1083" y="11423"/>
                  </a:lnTo>
                  <a:cubicBezTo>
                    <a:pt x="708" y="11553"/>
                    <a:pt x="0" y="12063"/>
                    <a:pt x="0" y="13088"/>
                  </a:cubicBezTo>
                  <a:lnTo>
                    <a:pt x="0" y="14224"/>
                  </a:lnTo>
                  <a:cubicBezTo>
                    <a:pt x="0" y="14349"/>
                    <a:pt x="106" y="14450"/>
                    <a:pt x="231" y="14450"/>
                  </a:cubicBezTo>
                  <a:lnTo>
                    <a:pt x="1237" y="14450"/>
                  </a:lnTo>
                  <a:cubicBezTo>
                    <a:pt x="1545" y="14450"/>
                    <a:pt x="1545" y="13993"/>
                    <a:pt x="1237" y="13993"/>
                  </a:cubicBezTo>
                  <a:lnTo>
                    <a:pt x="458" y="13993"/>
                  </a:lnTo>
                  <a:lnTo>
                    <a:pt x="458" y="13088"/>
                  </a:lnTo>
                  <a:cubicBezTo>
                    <a:pt x="458" y="12140"/>
                    <a:pt x="1203" y="11866"/>
                    <a:pt x="1237" y="11856"/>
                  </a:cubicBezTo>
                  <a:lnTo>
                    <a:pt x="1247" y="11851"/>
                  </a:lnTo>
                  <a:lnTo>
                    <a:pt x="2498" y="11365"/>
                  </a:lnTo>
                  <a:cubicBezTo>
                    <a:pt x="2503" y="11370"/>
                    <a:pt x="2507" y="11375"/>
                    <a:pt x="2517" y="11385"/>
                  </a:cubicBezTo>
                  <a:lnTo>
                    <a:pt x="3171" y="12025"/>
                  </a:lnTo>
                  <a:cubicBezTo>
                    <a:pt x="3215" y="12063"/>
                    <a:pt x="3272" y="12087"/>
                    <a:pt x="3330" y="12087"/>
                  </a:cubicBezTo>
                  <a:lnTo>
                    <a:pt x="3335" y="12087"/>
                  </a:lnTo>
                  <a:cubicBezTo>
                    <a:pt x="3393" y="12087"/>
                    <a:pt x="3450" y="12063"/>
                    <a:pt x="3494" y="12020"/>
                  </a:cubicBezTo>
                  <a:lnTo>
                    <a:pt x="4134" y="11351"/>
                  </a:lnTo>
                  <a:lnTo>
                    <a:pt x="5385" y="11851"/>
                  </a:lnTo>
                  <a:lnTo>
                    <a:pt x="5394" y="11856"/>
                  </a:lnTo>
                  <a:cubicBezTo>
                    <a:pt x="5404" y="11856"/>
                    <a:pt x="6174" y="12130"/>
                    <a:pt x="6174" y="13088"/>
                  </a:cubicBezTo>
                  <a:lnTo>
                    <a:pt x="6174" y="13997"/>
                  </a:lnTo>
                  <a:lnTo>
                    <a:pt x="2041" y="13997"/>
                  </a:lnTo>
                  <a:cubicBezTo>
                    <a:pt x="1738" y="13997"/>
                    <a:pt x="1738" y="14455"/>
                    <a:pt x="2041" y="14455"/>
                  </a:cubicBezTo>
                  <a:lnTo>
                    <a:pt x="6400" y="14455"/>
                  </a:lnTo>
                  <a:cubicBezTo>
                    <a:pt x="6424" y="14455"/>
                    <a:pt x="6443" y="14450"/>
                    <a:pt x="6463" y="14445"/>
                  </a:cubicBezTo>
                  <a:lnTo>
                    <a:pt x="14219" y="14445"/>
                  </a:lnTo>
                  <a:cubicBezTo>
                    <a:pt x="14349" y="14445"/>
                    <a:pt x="14450" y="14344"/>
                    <a:pt x="14450" y="14219"/>
                  </a:cubicBezTo>
                  <a:lnTo>
                    <a:pt x="14450" y="3272"/>
                  </a:lnTo>
                  <a:cubicBezTo>
                    <a:pt x="14450" y="3272"/>
                    <a:pt x="14450" y="3267"/>
                    <a:pt x="14450" y="3262"/>
                  </a:cubicBezTo>
                  <a:lnTo>
                    <a:pt x="14450" y="3258"/>
                  </a:lnTo>
                  <a:cubicBezTo>
                    <a:pt x="14450" y="3243"/>
                    <a:pt x="14450" y="3234"/>
                    <a:pt x="14450" y="3229"/>
                  </a:cubicBezTo>
                  <a:cubicBezTo>
                    <a:pt x="14445" y="3219"/>
                    <a:pt x="14445" y="3210"/>
                    <a:pt x="14440" y="3200"/>
                  </a:cubicBezTo>
                  <a:lnTo>
                    <a:pt x="14440" y="3190"/>
                  </a:lnTo>
                  <a:cubicBezTo>
                    <a:pt x="14436" y="3181"/>
                    <a:pt x="14431" y="3171"/>
                    <a:pt x="14431" y="3166"/>
                  </a:cubicBezTo>
                  <a:cubicBezTo>
                    <a:pt x="14426" y="3157"/>
                    <a:pt x="14416" y="3147"/>
                    <a:pt x="14412" y="3137"/>
                  </a:cubicBezTo>
                  <a:lnTo>
                    <a:pt x="14407" y="3133"/>
                  </a:lnTo>
                  <a:cubicBezTo>
                    <a:pt x="14402" y="3128"/>
                    <a:pt x="14397" y="3118"/>
                    <a:pt x="14388" y="3108"/>
                  </a:cubicBezTo>
                  <a:lnTo>
                    <a:pt x="12626" y="1352"/>
                  </a:lnTo>
                  <a:lnTo>
                    <a:pt x="11342" y="63"/>
                  </a:lnTo>
                  <a:cubicBezTo>
                    <a:pt x="11337" y="58"/>
                    <a:pt x="11327" y="53"/>
                    <a:pt x="11318" y="43"/>
                  </a:cubicBezTo>
                  <a:lnTo>
                    <a:pt x="11313" y="39"/>
                  </a:lnTo>
                  <a:cubicBezTo>
                    <a:pt x="11303" y="34"/>
                    <a:pt x="11298" y="29"/>
                    <a:pt x="11289" y="24"/>
                  </a:cubicBezTo>
                  <a:cubicBezTo>
                    <a:pt x="11279" y="19"/>
                    <a:pt x="11270" y="19"/>
                    <a:pt x="11265" y="15"/>
                  </a:cubicBezTo>
                  <a:lnTo>
                    <a:pt x="11255" y="15"/>
                  </a:lnTo>
                  <a:cubicBezTo>
                    <a:pt x="11246" y="10"/>
                    <a:pt x="11236" y="10"/>
                    <a:pt x="11226" y="5"/>
                  </a:cubicBezTo>
                  <a:cubicBezTo>
                    <a:pt x="11217" y="5"/>
                    <a:pt x="11207" y="5"/>
                    <a:pt x="1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1"/>
            <p:cNvSpPr/>
            <p:nvPr/>
          </p:nvSpPr>
          <p:spPr>
            <a:xfrm>
              <a:off x="7700465" y="2077771"/>
              <a:ext cx="110444" cy="12012"/>
            </a:xfrm>
            <a:custGeom>
              <a:rect b="b" l="l" r="r" t="t"/>
              <a:pathLst>
                <a:path extrusionOk="0" h="458" w="4211">
                  <a:moveTo>
                    <a:pt x="308" y="0"/>
                  </a:moveTo>
                  <a:cubicBezTo>
                    <a:pt x="0" y="0"/>
                    <a:pt x="0" y="457"/>
                    <a:pt x="308" y="457"/>
                  </a:cubicBezTo>
                  <a:lnTo>
                    <a:pt x="3907" y="457"/>
                  </a:lnTo>
                  <a:cubicBezTo>
                    <a:pt x="4210" y="457"/>
                    <a:pt x="4210" y="0"/>
                    <a:pt x="3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1"/>
            <p:cNvSpPr/>
            <p:nvPr/>
          </p:nvSpPr>
          <p:spPr>
            <a:xfrm>
              <a:off x="7700465" y="211876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1"/>
            <p:cNvSpPr/>
            <p:nvPr/>
          </p:nvSpPr>
          <p:spPr>
            <a:xfrm>
              <a:off x="7700465" y="215978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1"/>
            <p:cNvSpPr/>
            <p:nvPr/>
          </p:nvSpPr>
          <p:spPr>
            <a:xfrm>
              <a:off x="7700465" y="2200805"/>
              <a:ext cx="158650" cy="12012"/>
            </a:xfrm>
            <a:custGeom>
              <a:rect b="b" l="l" r="r" t="t"/>
              <a:pathLst>
                <a:path extrusionOk="0" h="458" w="6049">
                  <a:moveTo>
                    <a:pt x="308" y="0"/>
                  </a:moveTo>
                  <a:cubicBezTo>
                    <a:pt x="0" y="0"/>
                    <a:pt x="0" y="458"/>
                    <a:pt x="308" y="458"/>
                  </a:cubicBezTo>
                  <a:lnTo>
                    <a:pt x="5745" y="458"/>
                  </a:lnTo>
                  <a:cubicBezTo>
                    <a:pt x="6048" y="458"/>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1"/>
            <p:cNvSpPr/>
            <p:nvPr/>
          </p:nvSpPr>
          <p:spPr>
            <a:xfrm>
              <a:off x="7700465" y="2241824"/>
              <a:ext cx="158650" cy="11881"/>
            </a:xfrm>
            <a:custGeom>
              <a:rect b="b" l="l" r="r" t="t"/>
              <a:pathLst>
                <a:path extrusionOk="0" h="453" w="6049">
                  <a:moveTo>
                    <a:pt x="308" y="0"/>
                  </a:moveTo>
                  <a:cubicBezTo>
                    <a:pt x="0" y="0"/>
                    <a:pt x="0" y="453"/>
                    <a:pt x="308" y="453"/>
                  </a:cubicBezTo>
                  <a:lnTo>
                    <a:pt x="5745" y="453"/>
                  </a:lnTo>
                  <a:cubicBezTo>
                    <a:pt x="6048" y="453"/>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81"/>
          <p:cNvGrpSpPr/>
          <p:nvPr/>
        </p:nvGrpSpPr>
        <p:grpSpPr>
          <a:xfrm>
            <a:off x="7978083" y="1991273"/>
            <a:ext cx="370306" cy="362962"/>
            <a:chOff x="7978083" y="1991273"/>
            <a:chExt cx="370306" cy="362962"/>
          </a:xfrm>
        </p:grpSpPr>
        <p:sp>
          <p:nvSpPr>
            <p:cNvPr id="11328" name="Google Shape;11328;p81"/>
            <p:cNvSpPr/>
            <p:nvPr/>
          </p:nvSpPr>
          <p:spPr>
            <a:xfrm>
              <a:off x="8132825" y="1996728"/>
              <a:ext cx="68296" cy="68192"/>
            </a:xfrm>
            <a:custGeom>
              <a:rect b="b" l="l" r="r" t="t"/>
              <a:pathLst>
                <a:path extrusionOk="0" h="2600" w="2604">
                  <a:moveTo>
                    <a:pt x="1304" y="1"/>
                  </a:moveTo>
                  <a:cubicBezTo>
                    <a:pt x="582" y="1"/>
                    <a:pt x="0" y="583"/>
                    <a:pt x="0" y="1300"/>
                  </a:cubicBezTo>
                  <a:cubicBezTo>
                    <a:pt x="0" y="2017"/>
                    <a:pt x="582" y="2599"/>
                    <a:pt x="1304" y="2599"/>
                  </a:cubicBezTo>
                  <a:cubicBezTo>
                    <a:pt x="2021" y="2599"/>
                    <a:pt x="2603" y="2017"/>
                    <a:pt x="2603" y="1300"/>
                  </a:cubicBezTo>
                  <a:cubicBezTo>
                    <a:pt x="2603" y="583"/>
                    <a:pt x="2021" y="1"/>
                    <a:pt x="1304"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1"/>
            <p:cNvSpPr/>
            <p:nvPr/>
          </p:nvSpPr>
          <p:spPr>
            <a:xfrm>
              <a:off x="8125744" y="1998118"/>
              <a:ext cx="67798" cy="66801"/>
            </a:xfrm>
            <a:custGeom>
              <a:rect b="b" l="l" r="r" t="t"/>
              <a:pathLst>
                <a:path extrusionOk="0" h="2547" w="2585">
                  <a:moveTo>
                    <a:pt x="1208" y="1"/>
                  </a:moveTo>
                  <a:lnTo>
                    <a:pt x="1208" y="1"/>
                  </a:lnTo>
                  <a:cubicBezTo>
                    <a:pt x="366" y="241"/>
                    <a:pt x="1" y="1237"/>
                    <a:pt x="491" y="1969"/>
                  </a:cubicBezTo>
                  <a:cubicBezTo>
                    <a:pt x="746" y="2352"/>
                    <a:pt x="1156" y="2546"/>
                    <a:pt x="1569" y="2546"/>
                  </a:cubicBezTo>
                  <a:cubicBezTo>
                    <a:pt x="1944" y="2546"/>
                    <a:pt x="2321" y="2386"/>
                    <a:pt x="2585" y="2060"/>
                  </a:cubicBezTo>
                  <a:lnTo>
                    <a:pt x="2585" y="2060"/>
                  </a:lnTo>
                  <a:cubicBezTo>
                    <a:pt x="2464" y="2094"/>
                    <a:pt x="2344" y="2113"/>
                    <a:pt x="2219" y="2113"/>
                  </a:cubicBezTo>
                  <a:cubicBezTo>
                    <a:pt x="1131" y="2113"/>
                    <a:pt x="525" y="848"/>
                    <a:pt x="120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1"/>
            <p:cNvSpPr/>
            <p:nvPr/>
          </p:nvSpPr>
          <p:spPr>
            <a:xfrm>
              <a:off x="8064660" y="2150081"/>
              <a:ext cx="45452" cy="45452"/>
            </a:xfrm>
            <a:custGeom>
              <a:rect b="b" l="l" r="r" t="t"/>
              <a:pathLst>
                <a:path extrusionOk="0" h="1733" w="1733">
                  <a:moveTo>
                    <a:pt x="867" y="0"/>
                  </a:moveTo>
                  <a:cubicBezTo>
                    <a:pt x="391" y="0"/>
                    <a:pt x="1" y="390"/>
                    <a:pt x="1" y="866"/>
                  </a:cubicBezTo>
                  <a:cubicBezTo>
                    <a:pt x="1" y="1347"/>
                    <a:pt x="391" y="1732"/>
                    <a:pt x="867" y="1732"/>
                  </a:cubicBezTo>
                  <a:cubicBezTo>
                    <a:pt x="1348" y="1732"/>
                    <a:pt x="1733" y="1347"/>
                    <a:pt x="1733" y="866"/>
                  </a:cubicBezTo>
                  <a:cubicBezTo>
                    <a:pt x="1733" y="390"/>
                    <a:pt x="1348"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1"/>
            <p:cNvSpPr/>
            <p:nvPr/>
          </p:nvSpPr>
          <p:spPr>
            <a:xfrm>
              <a:off x="8059991" y="2151077"/>
              <a:ext cx="45085" cy="44508"/>
            </a:xfrm>
            <a:custGeom>
              <a:rect b="b" l="l" r="r" t="t"/>
              <a:pathLst>
                <a:path extrusionOk="0" h="1697" w="1719">
                  <a:moveTo>
                    <a:pt x="804" y="1"/>
                  </a:moveTo>
                  <a:lnTo>
                    <a:pt x="804" y="1"/>
                  </a:lnTo>
                  <a:cubicBezTo>
                    <a:pt x="241" y="164"/>
                    <a:pt x="1" y="823"/>
                    <a:pt x="323" y="1309"/>
                  </a:cubicBezTo>
                  <a:cubicBezTo>
                    <a:pt x="495" y="1567"/>
                    <a:pt x="769" y="1697"/>
                    <a:pt x="1044" y="1697"/>
                  </a:cubicBezTo>
                  <a:cubicBezTo>
                    <a:pt x="1294" y="1697"/>
                    <a:pt x="1545" y="1590"/>
                    <a:pt x="1719" y="1372"/>
                  </a:cubicBezTo>
                  <a:lnTo>
                    <a:pt x="1719" y="1372"/>
                  </a:lnTo>
                  <a:cubicBezTo>
                    <a:pt x="1642" y="1396"/>
                    <a:pt x="1560" y="1406"/>
                    <a:pt x="1478" y="1410"/>
                  </a:cubicBezTo>
                  <a:cubicBezTo>
                    <a:pt x="751" y="1410"/>
                    <a:pt x="347" y="564"/>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1"/>
            <p:cNvSpPr/>
            <p:nvPr/>
          </p:nvSpPr>
          <p:spPr>
            <a:xfrm>
              <a:off x="8223808" y="2150081"/>
              <a:ext cx="45452" cy="45452"/>
            </a:xfrm>
            <a:custGeom>
              <a:rect b="b" l="l" r="r" t="t"/>
              <a:pathLst>
                <a:path extrusionOk="0" h="1733" w="1733">
                  <a:moveTo>
                    <a:pt x="867" y="0"/>
                  </a:moveTo>
                  <a:cubicBezTo>
                    <a:pt x="385" y="0"/>
                    <a:pt x="0" y="390"/>
                    <a:pt x="0" y="866"/>
                  </a:cubicBezTo>
                  <a:cubicBezTo>
                    <a:pt x="0" y="1347"/>
                    <a:pt x="385" y="1732"/>
                    <a:pt x="867" y="1732"/>
                  </a:cubicBezTo>
                  <a:cubicBezTo>
                    <a:pt x="1343" y="1732"/>
                    <a:pt x="1733" y="1347"/>
                    <a:pt x="1733" y="866"/>
                  </a:cubicBezTo>
                  <a:cubicBezTo>
                    <a:pt x="1733" y="390"/>
                    <a:pt x="1343"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1"/>
            <p:cNvSpPr/>
            <p:nvPr/>
          </p:nvSpPr>
          <p:spPr>
            <a:xfrm>
              <a:off x="8219009" y="2150946"/>
              <a:ext cx="45216" cy="44613"/>
            </a:xfrm>
            <a:custGeom>
              <a:rect b="b" l="l" r="r" t="t"/>
              <a:pathLst>
                <a:path extrusionOk="0" h="1701" w="1724">
                  <a:moveTo>
                    <a:pt x="804" y="1"/>
                  </a:moveTo>
                  <a:cubicBezTo>
                    <a:pt x="241" y="164"/>
                    <a:pt x="1" y="828"/>
                    <a:pt x="323" y="1314"/>
                  </a:cubicBezTo>
                  <a:cubicBezTo>
                    <a:pt x="495" y="1570"/>
                    <a:pt x="770" y="1700"/>
                    <a:pt x="1047" y="1700"/>
                  </a:cubicBezTo>
                  <a:cubicBezTo>
                    <a:pt x="1297" y="1700"/>
                    <a:pt x="1547" y="1594"/>
                    <a:pt x="1723" y="1377"/>
                  </a:cubicBezTo>
                  <a:lnTo>
                    <a:pt x="1723" y="1377"/>
                  </a:lnTo>
                  <a:cubicBezTo>
                    <a:pt x="1641" y="1401"/>
                    <a:pt x="1564" y="1411"/>
                    <a:pt x="1483" y="1415"/>
                  </a:cubicBezTo>
                  <a:cubicBezTo>
                    <a:pt x="751" y="1415"/>
                    <a:pt x="342" y="569"/>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1"/>
            <p:cNvSpPr/>
            <p:nvPr/>
          </p:nvSpPr>
          <p:spPr>
            <a:xfrm>
              <a:off x="7990829" y="2314894"/>
              <a:ext cx="34122" cy="34096"/>
            </a:xfrm>
            <a:custGeom>
              <a:rect b="b" l="l" r="r" t="t"/>
              <a:pathLst>
                <a:path extrusionOk="0" h="1300" w="1301">
                  <a:moveTo>
                    <a:pt x="651" y="0"/>
                  </a:moveTo>
                  <a:cubicBezTo>
                    <a:pt x="294" y="0"/>
                    <a:pt x="1" y="289"/>
                    <a:pt x="1" y="650"/>
                  </a:cubicBezTo>
                  <a:cubicBezTo>
                    <a:pt x="1" y="1006"/>
                    <a:pt x="294" y="1299"/>
                    <a:pt x="651" y="1299"/>
                  </a:cubicBezTo>
                  <a:cubicBezTo>
                    <a:pt x="1011" y="1299"/>
                    <a:pt x="1300" y="1006"/>
                    <a:pt x="1300" y="650"/>
                  </a:cubicBezTo>
                  <a:cubicBezTo>
                    <a:pt x="1300" y="289"/>
                    <a:pt x="1011" y="0"/>
                    <a:pt x="651"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1"/>
            <p:cNvSpPr/>
            <p:nvPr/>
          </p:nvSpPr>
          <p:spPr>
            <a:xfrm>
              <a:off x="7987446" y="2315524"/>
              <a:ext cx="33702" cy="33388"/>
            </a:xfrm>
            <a:custGeom>
              <a:rect b="b" l="l" r="r" t="t"/>
              <a:pathLst>
                <a:path extrusionOk="0" h="1273" w="1285">
                  <a:moveTo>
                    <a:pt x="601" y="0"/>
                  </a:moveTo>
                  <a:cubicBezTo>
                    <a:pt x="178" y="121"/>
                    <a:pt x="0" y="616"/>
                    <a:pt x="241" y="982"/>
                  </a:cubicBezTo>
                  <a:cubicBezTo>
                    <a:pt x="367" y="1175"/>
                    <a:pt x="575" y="1273"/>
                    <a:pt x="782" y="1273"/>
                  </a:cubicBezTo>
                  <a:cubicBezTo>
                    <a:pt x="969" y="1273"/>
                    <a:pt x="1155" y="1194"/>
                    <a:pt x="1285" y="1035"/>
                  </a:cubicBezTo>
                  <a:lnTo>
                    <a:pt x="1285" y="1035"/>
                  </a:lnTo>
                  <a:cubicBezTo>
                    <a:pt x="1227" y="1049"/>
                    <a:pt x="1164" y="1059"/>
                    <a:pt x="1107" y="1059"/>
                  </a:cubicBezTo>
                  <a:cubicBezTo>
                    <a:pt x="558" y="1054"/>
                    <a:pt x="255" y="424"/>
                    <a:pt x="60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1"/>
            <p:cNvSpPr/>
            <p:nvPr/>
          </p:nvSpPr>
          <p:spPr>
            <a:xfrm>
              <a:off x="8149978" y="2314894"/>
              <a:ext cx="34096" cy="34096"/>
            </a:xfrm>
            <a:custGeom>
              <a:rect b="b" l="l" r="r" t="t"/>
              <a:pathLst>
                <a:path extrusionOk="0" h="1300" w="1300">
                  <a:moveTo>
                    <a:pt x="650" y="0"/>
                  </a:moveTo>
                  <a:cubicBezTo>
                    <a:pt x="289" y="0"/>
                    <a:pt x="1" y="289"/>
                    <a:pt x="1" y="650"/>
                  </a:cubicBezTo>
                  <a:cubicBezTo>
                    <a:pt x="1" y="1006"/>
                    <a:pt x="289" y="1299"/>
                    <a:pt x="650" y="1299"/>
                  </a:cubicBezTo>
                  <a:cubicBezTo>
                    <a:pt x="1006" y="1299"/>
                    <a:pt x="1300" y="1006"/>
                    <a:pt x="1300" y="650"/>
                  </a:cubicBezTo>
                  <a:cubicBezTo>
                    <a:pt x="1300"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1"/>
            <p:cNvSpPr/>
            <p:nvPr/>
          </p:nvSpPr>
          <p:spPr>
            <a:xfrm>
              <a:off x="8146437" y="2315524"/>
              <a:ext cx="33860" cy="33388"/>
            </a:xfrm>
            <a:custGeom>
              <a:rect b="b" l="l" r="r" t="t"/>
              <a:pathLst>
                <a:path extrusionOk="0" h="1273" w="1291">
                  <a:moveTo>
                    <a:pt x="597" y="0"/>
                  </a:moveTo>
                  <a:cubicBezTo>
                    <a:pt x="179" y="125"/>
                    <a:pt x="1" y="621"/>
                    <a:pt x="246" y="982"/>
                  </a:cubicBezTo>
                  <a:cubicBezTo>
                    <a:pt x="373" y="1175"/>
                    <a:pt x="579" y="1273"/>
                    <a:pt x="786" y="1273"/>
                  </a:cubicBezTo>
                  <a:cubicBezTo>
                    <a:pt x="972" y="1273"/>
                    <a:pt x="1158" y="1194"/>
                    <a:pt x="1290" y="1035"/>
                  </a:cubicBezTo>
                  <a:lnTo>
                    <a:pt x="1290" y="1035"/>
                  </a:lnTo>
                  <a:cubicBezTo>
                    <a:pt x="1228" y="1049"/>
                    <a:pt x="1165" y="1059"/>
                    <a:pt x="1107" y="1059"/>
                  </a:cubicBezTo>
                  <a:cubicBezTo>
                    <a:pt x="559" y="1054"/>
                    <a:pt x="256" y="424"/>
                    <a:pt x="59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1"/>
            <p:cNvSpPr/>
            <p:nvPr/>
          </p:nvSpPr>
          <p:spPr>
            <a:xfrm>
              <a:off x="8308995" y="2314894"/>
              <a:ext cx="34096" cy="34096"/>
            </a:xfrm>
            <a:custGeom>
              <a:rect b="b" l="l" r="r" t="t"/>
              <a:pathLst>
                <a:path extrusionOk="0" h="1300" w="1300">
                  <a:moveTo>
                    <a:pt x="650" y="0"/>
                  </a:moveTo>
                  <a:cubicBezTo>
                    <a:pt x="289" y="0"/>
                    <a:pt x="0" y="289"/>
                    <a:pt x="0" y="650"/>
                  </a:cubicBezTo>
                  <a:cubicBezTo>
                    <a:pt x="0" y="1006"/>
                    <a:pt x="289" y="1299"/>
                    <a:pt x="650" y="1299"/>
                  </a:cubicBezTo>
                  <a:cubicBezTo>
                    <a:pt x="1006" y="1299"/>
                    <a:pt x="1299" y="1006"/>
                    <a:pt x="1299" y="650"/>
                  </a:cubicBezTo>
                  <a:cubicBezTo>
                    <a:pt x="1299"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1"/>
            <p:cNvSpPr/>
            <p:nvPr/>
          </p:nvSpPr>
          <p:spPr>
            <a:xfrm>
              <a:off x="8305455" y="2315524"/>
              <a:ext cx="33860" cy="33388"/>
            </a:xfrm>
            <a:custGeom>
              <a:rect b="b" l="l" r="r" t="t"/>
              <a:pathLst>
                <a:path extrusionOk="0" h="1273" w="1291">
                  <a:moveTo>
                    <a:pt x="602" y="0"/>
                  </a:moveTo>
                  <a:lnTo>
                    <a:pt x="602" y="0"/>
                  </a:lnTo>
                  <a:cubicBezTo>
                    <a:pt x="183" y="121"/>
                    <a:pt x="1" y="616"/>
                    <a:pt x="246" y="982"/>
                  </a:cubicBezTo>
                  <a:cubicBezTo>
                    <a:pt x="373" y="1175"/>
                    <a:pt x="580" y="1273"/>
                    <a:pt x="788" y="1273"/>
                  </a:cubicBezTo>
                  <a:cubicBezTo>
                    <a:pt x="974" y="1273"/>
                    <a:pt x="1161" y="1194"/>
                    <a:pt x="1290" y="1035"/>
                  </a:cubicBezTo>
                  <a:lnTo>
                    <a:pt x="1290" y="1035"/>
                  </a:lnTo>
                  <a:cubicBezTo>
                    <a:pt x="1232" y="1049"/>
                    <a:pt x="1170" y="1059"/>
                    <a:pt x="1107" y="1059"/>
                  </a:cubicBezTo>
                  <a:cubicBezTo>
                    <a:pt x="564" y="1054"/>
                    <a:pt x="260" y="424"/>
                    <a:pt x="60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1"/>
            <p:cNvSpPr/>
            <p:nvPr/>
          </p:nvSpPr>
          <p:spPr>
            <a:xfrm>
              <a:off x="8137100" y="2309465"/>
              <a:ext cx="52271" cy="44770"/>
            </a:xfrm>
            <a:custGeom>
              <a:rect b="b" l="l" r="r" t="t"/>
              <a:pathLst>
                <a:path extrusionOk="0" h="1707" w="1993">
                  <a:moveTo>
                    <a:pt x="1135" y="406"/>
                  </a:moveTo>
                  <a:cubicBezTo>
                    <a:pt x="1364" y="406"/>
                    <a:pt x="1584" y="585"/>
                    <a:pt x="1584" y="852"/>
                  </a:cubicBezTo>
                  <a:cubicBezTo>
                    <a:pt x="1584" y="1102"/>
                    <a:pt x="1387" y="1300"/>
                    <a:pt x="1141" y="1300"/>
                  </a:cubicBezTo>
                  <a:cubicBezTo>
                    <a:pt x="742" y="1300"/>
                    <a:pt x="540" y="818"/>
                    <a:pt x="824" y="539"/>
                  </a:cubicBezTo>
                  <a:cubicBezTo>
                    <a:pt x="914" y="447"/>
                    <a:pt x="1025" y="406"/>
                    <a:pt x="1135" y="406"/>
                  </a:cubicBezTo>
                  <a:close/>
                  <a:moveTo>
                    <a:pt x="1141" y="0"/>
                  </a:moveTo>
                  <a:cubicBezTo>
                    <a:pt x="381" y="0"/>
                    <a:pt x="1" y="919"/>
                    <a:pt x="535" y="1453"/>
                  </a:cubicBezTo>
                  <a:cubicBezTo>
                    <a:pt x="709" y="1628"/>
                    <a:pt x="924" y="1706"/>
                    <a:pt x="1134" y="1706"/>
                  </a:cubicBezTo>
                  <a:cubicBezTo>
                    <a:pt x="1573" y="1706"/>
                    <a:pt x="1993" y="1366"/>
                    <a:pt x="1993" y="852"/>
                  </a:cubicBezTo>
                  <a:cubicBezTo>
                    <a:pt x="1988" y="380"/>
                    <a:pt x="1608"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1"/>
            <p:cNvSpPr/>
            <p:nvPr/>
          </p:nvSpPr>
          <p:spPr>
            <a:xfrm>
              <a:off x="8218510" y="2144704"/>
              <a:ext cx="65516" cy="56127"/>
            </a:xfrm>
            <a:custGeom>
              <a:rect b="b" l="l" r="r" t="t"/>
              <a:pathLst>
                <a:path extrusionOk="0" h="2140" w="2498">
                  <a:moveTo>
                    <a:pt x="1069" y="407"/>
                  </a:moveTo>
                  <a:cubicBezTo>
                    <a:pt x="1656" y="407"/>
                    <a:pt x="1949" y="1119"/>
                    <a:pt x="1535" y="1538"/>
                  </a:cubicBezTo>
                  <a:cubicBezTo>
                    <a:pt x="1400" y="1672"/>
                    <a:pt x="1234" y="1732"/>
                    <a:pt x="1072" y="1732"/>
                  </a:cubicBezTo>
                  <a:cubicBezTo>
                    <a:pt x="731" y="1732"/>
                    <a:pt x="404" y="1469"/>
                    <a:pt x="404" y="1071"/>
                  </a:cubicBezTo>
                  <a:cubicBezTo>
                    <a:pt x="404" y="706"/>
                    <a:pt x="703" y="407"/>
                    <a:pt x="1069" y="407"/>
                  </a:cubicBezTo>
                  <a:close/>
                  <a:moveTo>
                    <a:pt x="1076" y="0"/>
                  </a:moveTo>
                  <a:cubicBezTo>
                    <a:pt x="527" y="0"/>
                    <a:pt x="0" y="427"/>
                    <a:pt x="0" y="1071"/>
                  </a:cubicBezTo>
                  <a:cubicBezTo>
                    <a:pt x="0" y="1663"/>
                    <a:pt x="477" y="2139"/>
                    <a:pt x="1069" y="2139"/>
                  </a:cubicBezTo>
                  <a:cubicBezTo>
                    <a:pt x="2021" y="2139"/>
                    <a:pt x="2498" y="989"/>
                    <a:pt x="1824" y="316"/>
                  </a:cubicBezTo>
                  <a:cubicBezTo>
                    <a:pt x="1606" y="98"/>
                    <a:pt x="1338"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1"/>
            <p:cNvSpPr/>
            <p:nvPr/>
          </p:nvSpPr>
          <p:spPr>
            <a:xfrm>
              <a:off x="8059362" y="2144704"/>
              <a:ext cx="65516" cy="56127"/>
            </a:xfrm>
            <a:custGeom>
              <a:rect b="b" l="l" r="r" t="t"/>
              <a:pathLst>
                <a:path extrusionOk="0" h="2140" w="2498">
                  <a:moveTo>
                    <a:pt x="1069" y="407"/>
                  </a:moveTo>
                  <a:cubicBezTo>
                    <a:pt x="1661" y="407"/>
                    <a:pt x="1954" y="1119"/>
                    <a:pt x="1536" y="1538"/>
                  </a:cubicBezTo>
                  <a:cubicBezTo>
                    <a:pt x="1402" y="1672"/>
                    <a:pt x="1237" y="1732"/>
                    <a:pt x="1075" y="1732"/>
                  </a:cubicBezTo>
                  <a:cubicBezTo>
                    <a:pt x="736" y="1732"/>
                    <a:pt x="410" y="1469"/>
                    <a:pt x="410" y="1071"/>
                  </a:cubicBezTo>
                  <a:cubicBezTo>
                    <a:pt x="410" y="706"/>
                    <a:pt x="703" y="407"/>
                    <a:pt x="1069" y="407"/>
                  </a:cubicBezTo>
                  <a:close/>
                  <a:moveTo>
                    <a:pt x="1076" y="0"/>
                  </a:moveTo>
                  <a:cubicBezTo>
                    <a:pt x="527" y="0"/>
                    <a:pt x="1" y="427"/>
                    <a:pt x="1" y="1071"/>
                  </a:cubicBezTo>
                  <a:cubicBezTo>
                    <a:pt x="1" y="1663"/>
                    <a:pt x="482" y="2139"/>
                    <a:pt x="1069" y="2139"/>
                  </a:cubicBezTo>
                  <a:cubicBezTo>
                    <a:pt x="2022" y="2139"/>
                    <a:pt x="2498" y="989"/>
                    <a:pt x="1824" y="316"/>
                  </a:cubicBezTo>
                  <a:cubicBezTo>
                    <a:pt x="1606" y="98"/>
                    <a:pt x="1339"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1"/>
            <p:cNvSpPr/>
            <p:nvPr/>
          </p:nvSpPr>
          <p:spPr>
            <a:xfrm>
              <a:off x="7978083" y="2309465"/>
              <a:ext cx="52271" cy="44770"/>
            </a:xfrm>
            <a:custGeom>
              <a:rect b="b" l="l" r="r" t="t"/>
              <a:pathLst>
                <a:path extrusionOk="0" h="1707" w="1993">
                  <a:moveTo>
                    <a:pt x="1134" y="406"/>
                  </a:moveTo>
                  <a:cubicBezTo>
                    <a:pt x="1364" y="406"/>
                    <a:pt x="1584" y="585"/>
                    <a:pt x="1584" y="852"/>
                  </a:cubicBezTo>
                  <a:cubicBezTo>
                    <a:pt x="1584" y="1102"/>
                    <a:pt x="1382" y="1300"/>
                    <a:pt x="1137" y="1300"/>
                  </a:cubicBezTo>
                  <a:cubicBezTo>
                    <a:pt x="737" y="1300"/>
                    <a:pt x="540" y="818"/>
                    <a:pt x="819" y="539"/>
                  </a:cubicBezTo>
                  <a:cubicBezTo>
                    <a:pt x="911" y="447"/>
                    <a:pt x="1023" y="406"/>
                    <a:pt x="1134" y="406"/>
                  </a:cubicBezTo>
                  <a:close/>
                  <a:moveTo>
                    <a:pt x="1137" y="0"/>
                  </a:moveTo>
                  <a:cubicBezTo>
                    <a:pt x="376" y="0"/>
                    <a:pt x="1" y="919"/>
                    <a:pt x="535" y="1453"/>
                  </a:cubicBezTo>
                  <a:cubicBezTo>
                    <a:pt x="710" y="1628"/>
                    <a:pt x="924" y="1706"/>
                    <a:pt x="1134" y="1706"/>
                  </a:cubicBezTo>
                  <a:cubicBezTo>
                    <a:pt x="1571" y="1706"/>
                    <a:pt x="1990" y="1367"/>
                    <a:pt x="1993" y="857"/>
                  </a:cubicBezTo>
                  <a:cubicBezTo>
                    <a:pt x="1993"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1"/>
            <p:cNvSpPr/>
            <p:nvPr/>
          </p:nvSpPr>
          <p:spPr>
            <a:xfrm>
              <a:off x="8296118" y="2309465"/>
              <a:ext cx="52271" cy="44770"/>
            </a:xfrm>
            <a:custGeom>
              <a:rect b="b" l="l" r="r" t="t"/>
              <a:pathLst>
                <a:path extrusionOk="0" h="1707" w="1993">
                  <a:moveTo>
                    <a:pt x="1138" y="406"/>
                  </a:moveTo>
                  <a:cubicBezTo>
                    <a:pt x="1368" y="406"/>
                    <a:pt x="1588" y="585"/>
                    <a:pt x="1588" y="852"/>
                  </a:cubicBezTo>
                  <a:cubicBezTo>
                    <a:pt x="1588" y="1102"/>
                    <a:pt x="1386" y="1300"/>
                    <a:pt x="1141" y="1300"/>
                  </a:cubicBezTo>
                  <a:cubicBezTo>
                    <a:pt x="742" y="1300"/>
                    <a:pt x="544" y="818"/>
                    <a:pt x="823" y="539"/>
                  </a:cubicBezTo>
                  <a:cubicBezTo>
                    <a:pt x="915" y="447"/>
                    <a:pt x="1028" y="406"/>
                    <a:pt x="1138" y="406"/>
                  </a:cubicBezTo>
                  <a:close/>
                  <a:moveTo>
                    <a:pt x="1141" y="0"/>
                  </a:moveTo>
                  <a:cubicBezTo>
                    <a:pt x="381" y="0"/>
                    <a:pt x="1" y="919"/>
                    <a:pt x="539" y="1453"/>
                  </a:cubicBezTo>
                  <a:cubicBezTo>
                    <a:pt x="712" y="1628"/>
                    <a:pt x="926" y="1706"/>
                    <a:pt x="1135" y="1706"/>
                  </a:cubicBezTo>
                  <a:cubicBezTo>
                    <a:pt x="1573" y="1706"/>
                    <a:pt x="1993" y="1366"/>
                    <a:pt x="1993" y="852"/>
                  </a:cubicBezTo>
                  <a:cubicBezTo>
                    <a:pt x="1993" y="380"/>
                    <a:pt x="1612"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1"/>
            <p:cNvSpPr/>
            <p:nvPr/>
          </p:nvSpPr>
          <p:spPr>
            <a:xfrm>
              <a:off x="8127527" y="1991273"/>
              <a:ext cx="92137" cy="78945"/>
            </a:xfrm>
            <a:custGeom>
              <a:rect b="b" l="l" r="r" t="t"/>
              <a:pathLst>
                <a:path extrusionOk="0" h="3010" w="3513">
                  <a:moveTo>
                    <a:pt x="1506" y="411"/>
                  </a:moveTo>
                  <a:cubicBezTo>
                    <a:pt x="2483" y="411"/>
                    <a:pt x="2969" y="1590"/>
                    <a:pt x="2281" y="2283"/>
                  </a:cubicBezTo>
                  <a:cubicBezTo>
                    <a:pt x="2057" y="2507"/>
                    <a:pt x="1782" y="2607"/>
                    <a:pt x="1512" y="2607"/>
                  </a:cubicBezTo>
                  <a:cubicBezTo>
                    <a:pt x="948" y="2607"/>
                    <a:pt x="409" y="2169"/>
                    <a:pt x="409" y="1508"/>
                  </a:cubicBezTo>
                  <a:cubicBezTo>
                    <a:pt x="409" y="902"/>
                    <a:pt x="900" y="411"/>
                    <a:pt x="1506" y="411"/>
                  </a:cubicBezTo>
                  <a:close/>
                  <a:moveTo>
                    <a:pt x="1514" y="0"/>
                  </a:moveTo>
                  <a:cubicBezTo>
                    <a:pt x="742" y="0"/>
                    <a:pt x="0" y="600"/>
                    <a:pt x="0" y="1508"/>
                  </a:cubicBezTo>
                  <a:cubicBezTo>
                    <a:pt x="0" y="2336"/>
                    <a:pt x="674" y="3009"/>
                    <a:pt x="1506" y="3009"/>
                  </a:cubicBezTo>
                  <a:cubicBezTo>
                    <a:pt x="2844" y="3009"/>
                    <a:pt x="3513" y="1388"/>
                    <a:pt x="2565" y="445"/>
                  </a:cubicBezTo>
                  <a:cubicBezTo>
                    <a:pt x="2259" y="138"/>
                    <a:pt x="1883" y="0"/>
                    <a:pt x="1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1"/>
            <p:cNvSpPr/>
            <p:nvPr/>
          </p:nvSpPr>
          <p:spPr>
            <a:xfrm>
              <a:off x="8018945" y="2212922"/>
              <a:ext cx="136094" cy="90249"/>
            </a:xfrm>
            <a:custGeom>
              <a:rect b="b" l="l" r="r" t="t"/>
              <a:pathLst>
                <a:path extrusionOk="0" h="3441" w="5189">
                  <a:moveTo>
                    <a:pt x="2611" y="0"/>
                  </a:moveTo>
                  <a:cubicBezTo>
                    <a:pt x="2509" y="0"/>
                    <a:pt x="2408" y="68"/>
                    <a:pt x="2408" y="202"/>
                  </a:cubicBezTo>
                  <a:lnTo>
                    <a:pt x="2408" y="1733"/>
                  </a:lnTo>
                  <a:lnTo>
                    <a:pt x="1344" y="1733"/>
                  </a:lnTo>
                  <a:cubicBezTo>
                    <a:pt x="1027" y="1733"/>
                    <a:pt x="738" y="1911"/>
                    <a:pt x="589" y="2190"/>
                  </a:cubicBezTo>
                  <a:lnTo>
                    <a:pt x="89" y="3142"/>
                  </a:lnTo>
                  <a:cubicBezTo>
                    <a:pt x="1" y="3301"/>
                    <a:pt x="137" y="3441"/>
                    <a:pt x="274" y="3441"/>
                  </a:cubicBezTo>
                  <a:cubicBezTo>
                    <a:pt x="340" y="3441"/>
                    <a:pt x="407" y="3408"/>
                    <a:pt x="449" y="3330"/>
                  </a:cubicBezTo>
                  <a:lnTo>
                    <a:pt x="950" y="2377"/>
                  </a:lnTo>
                  <a:cubicBezTo>
                    <a:pt x="1027" y="2228"/>
                    <a:pt x="1181" y="2137"/>
                    <a:pt x="1344" y="2137"/>
                  </a:cubicBezTo>
                  <a:lnTo>
                    <a:pt x="3880" y="2137"/>
                  </a:lnTo>
                  <a:cubicBezTo>
                    <a:pt x="4049" y="2137"/>
                    <a:pt x="4198" y="2228"/>
                    <a:pt x="4275" y="2377"/>
                  </a:cubicBezTo>
                  <a:lnTo>
                    <a:pt x="4780" y="3330"/>
                  </a:lnTo>
                  <a:cubicBezTo>
                    <a:pt x="4817" y="3398"/>
                    <a:pt x="4889" y="3437"/>
                    <a:pt x="4963" y="3437"/>
                  </a:cubicBezTo>
                  <a:cubicBezTo>
                    <a:pt x="4994" y="3437"/>
                    <a:pt x="5025" y="3431"/>
                    <a:pt x="5054" y="3417"/>
                  </a:cubicBezTo>
                  <a:cubicBezTo>
                    <a:pt x="5151" y="3364"/>
                    <a:pt x="5189" y="3239"/>
                    <a:pt x="5136" y="3142"/>
                  </a:cubicBezTo>
                  <a:lnTo>
                    <a:pt x="4631" y="2190"/>
                  </a:lnTo>
                  <a:cubicBezTo>
                    <a:pt x="4486" y="1911"/>
                    <a:pt x="4193" y="1733"/>
                    <a:pt x="3880" y="1733"/>
                  </a:cubicBezTo>
                  <a:lnTo>
                    <a:pt x="2817" y="1733"/>
                  </a:lnTo>
                  <a:lnTo>
                    <a:pt x="2817" y="202"/>
                  </a:lnTo>
                  <a:cubicBezTo>
                    <a:pt x="2814" y="68"/>
                    <a:pt x="2712" y="0"/>
                    <a:pt x="26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1"/>
            <p:cNvSpPr/>
            <p:nvPr/>
          </p:nvSpPr>
          <p:spPr>
            <a:xfrm>
              <a:off x="8106807" y="2082309"/>
              <a:ext cx="121145" cy="56179"/>
            </a:xfrm>
            <a:custGeom>
              <a:rect b="b" l="l" r="r" t="t"/>
              <a:pathLst>
                <a:path extrusionOk="0" h="2142" w="4619">
                  <a:moveTo>
                    <a:pt x="2292" y="0"/>
                  </a:moveTo>
                  <a:cubicBezTo>
                    <a:pt x="2190" y="0"/>
                    <a:pt x="2089" y="68"/>
                    <a:pt x="2089" y="202"/>
                  </a:cubicBezTo>
                  <a:lnTo>
                    <a:pt x="2089" y="866"/>
                  </a:lnTo>
                  <a:lnTo>
                    <a:pt x="954" y="866"/>
                  </a:lnTo>
                  <a:cubicBezTo>
                    <a:pt x="718" y="866"/>
                    <a:pt x="501" y="996"/>
                    <a:pt x="391" y="1203"/>
                  </a:cubicBezTo>
                  <a:lnTo>
                    <a:pt x="54" y="1838"/>
                  </a:lnTo>
                  <a:cubicBezTo>
                    <a:pt x="1" y="1939"/>
                    <a:pt x="39" y="2060"/>
                    <a:pt x="140" y="2113"/>
                  </a:cubicBezTo>
                  <a:cubicBezTo>
                    <a:pt x="170" y="2129"/>
                    <a:pt x="202" y="2136"/>
                    <a:pt x="234" y="2136"/>
                  </a:cubicBezTo>
                  <a:cubicBezTo>
                    <a:pt x="307" y="2136"/>
                    <a:pt x="378" y="2097"/>
                    <a:pt x="415" y="2031"/>
                  </a:cubicBezTo>
                  <a:lnTo>
                    <a:pt x="747" y="1396"/>
                  </a:lnTo>
                  <a:cubicBezTo>
                    <a:pt x="788" y="1322"/>
                    <a:pt x="860" y="1275"/>
                    <a:pt x="942" y="1275"/>
                  </a:cubicBezTo>
                  <a:cubicBezTo>
                    <a:pt x="946" y="1275"/>
                    <a:pt x="950" y="1275"/>
                    <a:pt x="954" y="1275"/>
                  </a:cubicBezTo>
                  <a:lnTo>
                    <a:pt x="3634" y="1275"/>
                  </a:lnTo>
                  <a:cubicBezTo>
                    <a:pt x="3638" y="1275"/>
                    <a:pt x="3642" y="1275"/>
                    <a:pt x="3646" y="1275"/>
                  </a:cubicBezTo>
                  <a:cubicBezTo>
                    <a:pt x="3727" y="1275"/>
                    <a:pt x="3799" y="1322"/>
                    <a:pt x="3841" y="1396"/>
                  </a:cubicBezTo>
                  <a:lnTo>
                    <a:pt x="4173" y="2031"/>
                  </a:lnTo>
                  <a:cubicBezTo>
                    <a:pt x="4213" y="2109"/>
                    <a:pt x="4279" y="2141"/>
                    <a:pt x="4344" y="2141"/>
                  </a:cubicBezTo>
                  <a:cubicBezTo>
                    <a:pt x="4481" y="2141"/>
                    <a:pt x="4618" y="2001"/>
                    <a:pt x="4534" y="1838"/>
                  </a:cubicBezTo>
                  <a:lnTo>
                    <a:pt x="4197" y="1203"/>
                  </a:lnTo>
                  <a:cubicBezTo>
                    <a:pt x="4086" y="996"/>
                    <a:pt x="3870" y="866"/>
                    <a:pt x="3634" y="866"/>
                  </a:cubicBezTo>
                  <a:lnTo>
                    <a:pt x="2498" y="866"/>
                  </a:lnTo>
                  <a:lnTo>
                    <a:pt x="2498" y="202"/>
                  </a:lnTo>
                  <a:cubicBezTo>
                    <a:pt x="2496" y="68"/>
                    <a:pt x="2394" y="0"/>
                    <a:pt x="2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1"/>
            <p:cNvSpPr/>
            <p:nvPr/>
          </p:nvSpPr>
          <p:spPr>
            <a:xfrm>
              <a:off x="8178041" y="2212922"/>
              <a:ext cx="136645" cy="90249"/>
            </a:xfrm>
            <a:custGeom>
              <a:rect b="b" l="l" r="r" t="t"/>
              <a:pathLst>
                <a:path extrusionOk="0" h="3441" w="5210">
                  <a:moveTo>
                    <a:pt x="2612" y="0"/>
                  </a:moveTo>
                  <a:cubicBezTo>
                    <a:pt x="2510" y="0"/>
                    <a:pt x="2409" y="68"/>
                    <a:pt x="2409" y="202"/>
                  </a:cubicBezTo>
                  <a:lnTo>
                    <a:pt x="2409" y="1733"/>
                  </a:lnTo>
                  <a:lnTo>
                    <a:pt x="1346" y="1733"/>
                  </a:lnTo>
                  <a:cubicBezTo>
                    <a:pt x="1028" y="1733"/>
                    <a:pt x="735" y="1911"/>
                    <a:pt x="591" y="2190"/>
                  </a:cubicBezTo>
                  <a:lnTo>
                    <a:pt x="85" y="3142"/>
                  </a:lnTo>
                  <a:cubicBezTo>
                    <a:pt x="1" y="3301"/>
                    <a:pt x="138" y="3441"/>
                    <a:pt x="274" y="3441"/>
                  </a:cubicBezTo>
                  <a:cubicBezTo>
                    <a:pt x="340" y="3441"/>
                    <a:pt x="406" y="3408"/>
                    <a:pt x="446" y="3330"/>
                  </a:cubicBezTo>
                  <a:lnTo>
                    <a:pt x="951" y="2377"/>
                  </a:lnTo>
                  <a:cubicBezTo>
                    <a:pt x="1028" y="2228"/>
                    <a:pt x="1178" y="2137"/>
                    <a:pt x="1346" y="2137"/>
                  </a:cubicBezTo>
                  <a:lnTo>
                    <a:pt x="3882" y="2137"/>
                  </a:lnTo>
                  <a:cubicBezTo>
                    <a:pt x="4045" y="2137"/>
                    <a:pt x="4199" y="2228"/>
                    <a:pt x="4276" y="2377"/>
                  </a:cubicBezTo>
                  <a:lnTo>
                    <a:pt x="4777" y="3330"/>
                  </a:lnTo>
                  <a:cubicBezTo>
                    <a:pt x="4810" y="3397"/>
                    <a:pt x="4883" y="3441"/>
                    <a:pt x="4955" y="3441"/>
                  </a:cubicBezTo>
                  <a:cubicBezTo>
                    <a:pt x="5109" y="3441"/>
                    <a:pt x="5210" y="3277"/>
                    <a:pt x="5138" y="3142"/>
                  </a:cubicBezTo>
                  <a:lnTo>
                    <a:pt x="4632" y="2190"/>
                  </a:lnTo>
                  <a:cubicBezTo>
                    <a:pt x="4488" y="1911"/>
                    <a:pt x="4195" y="1737"/>
                    <a:pt x="3882" y="1737"/>
                  </a:cubicBezTo>
                  <a:lnTo>
                    <a:pt x="2814" y="1737"/>
                  </a:lnTo>
                  <a:lnTo>
                    <a:pt x="2814" y="202"/>
                  </a:lnTo>
                  <a:cubicBezTo>
                    <a:pt x="2814" y="68"/>
                    <a:pt x="2713" y="0"/>
                    <a:pt x="2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9" name="Google Shape;11349;p81"/>
          <p:cNvGrpSpPr/>
          <p:nvPr/>
        </p:nvGrpSpPr>
        <p:grpSpPr>
          <a:xfrm>
            <a:off x="4917884" y="3826123"/>
            <a:ext cx="298941" cy="357822"/>
            <a:chOff x="4917884" y="3826123"/>
            <a:chExt cx="298941" cy="357822"/>
          </a:xfrm>
        </p:grpSpPr>
        <p:sp>
          <p:nvSpPr>
            <p:cNvPr id="11350" name="Google Shape;11350;p81"/>
            <p:cNvSpPr/>
            <p:nvPr/>
          </p:nvSpPr>
          <p:spPr>
            <a:xfrm>
              <a:off x="4966956" y="3896544"/>
              <a:ext cx="30450" cy="33466"/>
            </a:xfrm>
            <a:custGeom>
              <a:rect b="b" l="l" r="r" t="t"/>
              <a:pathLst>
                <a:path extrusionOk="0" h="1276" w="1161">
                  <a:moveTo>
                    <a:pt x="554" y="1"/>
                  </a:moveTo>
                  <a:lnTo>
                    <a:pt x="1" y="410"/>
                  </a:lnTo>
                  <a:lnTo>
                    <a:pt x="602" y="1276"/>
                  </a:lnTo>
                  <a:cubicBezTo>
                    <a:pt x="780" y="1131"/>
                    <a:pt x="968" y="997"/>
                    <a:pt x="1160" y="872"/>
                  </a:cubicBezTo>
                  <a:lnTo>
                    <a:pt x="554"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1"/>
            <p:cNvSpPr/>
            <p:nvPr/>
          </p:nvSpPr>
          <p:spPr>
            <a:xfrm>
              <a:off x="5143257" y="3896544"/>
              <a:ext cx="30712" cy="33466"/>
            </a:xfrm>
            <a:custGeom>
              <a:rect b="b" l="l" r="r" t="t"/>
              <a:pathLst>
                <a:path extrusionOk="0" h="1276" w="1171">
                  <a:moveTo>
                    <a:pt x="612" y="1"/>
                  </a:moveTo>
                  <a:lnTo>
                    <a:pt x="1" y="872"/>
                  </a:lnTo>
                  <a:cubicBezTo>
                    <a:pt x="198" y="997"/>
                    <a:pt x="386" y="1131"/>
                    <a:pt x="564" y="1276"/>
                  </a:cubicBezTo>
                  <a:lnTo>
                    <a:pt x="1170" y="410"/>
                  </a:lnTo>
                  <a:lnTo>
                    <a:pt x="612"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1"/>
            <p:cNvSpPr/>
            <p:nvPr/>
          </p:nvSpPr>
          <p:spPr>
            <a:xfrm>
              <a:off x="5054792" y="3869923"/>
              <a:ext cx="31211" cy="31709"/>
            </a:xfrm>
            <a:custGeom>
              <a:rect b="b" l="l" r="r" t="t"/>
              <a:pathLst>
                <a:path extrusionOk="0" h="1209" w="1190">
                  <a:moveTo>
                    <a:pt x="1" y="0"/>
                  </a:moveTo>
                  <a:lnTo>
                    <a:pt x="1" y="1208"/>
                  </a:lnTo>
                  <a:cubicBezTo>
                    <a:pt x="198" y="1179"/>
                    <a:pt x="397" y="1165"/>
                    <a:pt x="595" y="1165"/>
                  </a:cubicBezTo>
                  <a:cubicBezTo>
                    <a:pt x="794" y="1165"/>
                    <a:pt x="992" y="1179"/>
                    <a:pt x="1189" y="1208"/>
                  </a:cubicBezTo>
                  <a:lnTo>
                    <a:pt x="118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1"/>
            <p:cNvSpPr/>
            <p:nvPr/>
          </p:nvSpPr>
          <p:spPr>
            <a:xfrm>
              <a:off x="5054792" y="3869923"/>
              <a:ext cx="21113" cy="31709"/>
            </a:xfrm>
            <a:custGeom>
              <a:rect b="b" l="l" r="r" t="t"/>
              <a:pathLst>
                <a:path extrusionOk="0" h="1209" w="805">
                  <a:moveTo>
                    <a:pt x="1" y="0"/>
                  </a:moveTo>
                  <a:lnTo>
                    <a:pt x="1" y="1208"/>
                  </a:lnTo>
                  <a:cubicBezTo>
                    <a:pt x="198" y="1179"/>
                    <a:pt x="395" y="1165"/>
                    <a:pt x="597" y="1165"/>
                  </a:cubicBezTo>
                  <a:cubicBezTo>
                    <a:pt x="665" y="1165"/>
                    <a:pt x="737" y="1165"/>
                    <a:pt x="804" y="1170"/>
                  </a:cubicBezTo>
                  <a:lnTo>
                    <a:pt x="804"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1"/>
            <p:cNvSpPr/>
            <p:nvPr/>
          </p:nvSpPr>
          <p:spPr>
            <a:xfrm>
              <a:off x="4917884" y="3896544"/>
              <a:ext cx="293932" cy="282916"/>
            </a:xfrm>
            <a:custGeom>
              <a:rect b="b" l="l" r="r" t="t"/>
              <a:pathLst>
                <a:path extrusionOk="0" h="10787" w="11207">
                  <a:moveTo>
                    <a:pt x="5817" y="1"/>
                  </a:moveTo>
                  <a:cubicBezTo>
                    <a:pt x="3633" y="1"/>
                    <a:pt x="1670" y="1314"/>
                    <a:pt x="832" y="3330"/>
                  </a:cubicBezTo>
                  <a:cubicBezTo>
                    <a:pt x="0" y="5346"/>
                    <a:pt x="462" y="7666"/>
                    <a:pt x="2002" y="9205"/>
                  </a:cubicBezTo>
                  <a:cubicBezTo>
                    <a:pt x="3034" y="10238"/>
                    <a:pt x="4414" y="10787"/>
                    <a:pt x="5815" y="10787"/>
                  </a:cubicBezTo>
                  <a:cubicBezTo>
                    <a:pt x="6510" y="10787"/>
                    <a:pt x="7210" y="10652"/>
                    <a:pt x="7877" y="10375"/>
                  </a:cubicBezTo>
                  <a:cubicBezTo>
                    <a:pt x="9893" y="9542"/>
                    <a:pt x="11207" y="7574"/>
                    <a:pt x="11207" y="5395"/>
                  </a:cubicBezTo>
                  <a:cubicBezTo>
                    <a:pt x="11207" y="2416"/>
                    <a:pt x="8796" y="1"/>
                    <a:pt x="581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1"/>
            <p:cNvSpPr/>
            <p:nvPr/>
          </p:nvSpPr>
          <p:spPr>
            <a:xfrm>
              <a:off x="4928979" y="3896675"/>
              <a:ext cx="153982" cy="282837"/>
            </a:xfrm>
            <a:custGeom>
              <a:rect b="b" l="l" r="r" t="t"/>
              <a:pathLst>
                <a:path extrusionOk="0" h="10784" w="5871">
                  <a:moveTo>
                    <a:pt x="5381" y="0"/>
                  </a:moveTo>
                  <a:cubicBezTo>
                    <a:pt x="2406" y="0"/>
                    <a:pt x="0" y="2414"/>
                    <a:pt x="0" y="5390"/>
                  </a:cubicBezTo>
                  <a:cubicBezTo>
                    <a:pt x="0" y="8368"/>
                    <a:pt x="2411" y="10784"/>
                    <a:pt x="5390" y="10784"/>
                  </a:cubicBezTo>
                  <a:cubicBezTo>
                    <a:pt x="5491" y="10784"/>
                    <a:pt x="5587" y="10779"/>
                    <a:pt x="5683" y="10774"/>
                  </a:cubicBezTo>
                  <a:cubicBezTo>
                    <a:pt x="2902" y="10524"/>
                    <a:pt x="775" y="8195"/>
                    <a:pt x="775" y="5404"/>
                  </a:cubicBezTo>
                  <a:cubicBezTo>
                    <a:pt x="770" y="2541"/>
                    <a:pt x="3013" y="174"/>
                    <a:pt x="5871" y="20"/>
                  </a:cubicBezTo>
                  <a:cubicBezTo>
                    <a:pt x="5712" y="5"/>
                    <a:pt x="5553" y="0"/>
                    <a:pt x="5390" y="0"/>
                  </a:cubicBezTo>
                  <a:cubicBezTo>
                    <a:pt x="5387" y="0"/>
                    <a:pt x="5384" y="0"/>
                    <a:pt x="5381"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1"/>
            <p:cNvSpPr/>
            <p:nvPr/>
          </p:nvSpPr>
          <p:spPr>
            <a:xfrm>
              <a:off x="4942617" y="3919466"/>
              <a:ext cx="246355" cy="237070"/>
            </a:xfrm>
            <a:custGeom>
              <a:rect b="b" l="l" r="r" t="t"/>
              <a:pathLst>
                <a:path extrusionOk="0" h="9039" w="9393">
                  <a:moveTo>
                    <a:pt x="4874" y="1"/>
                  </a:moveTo>
                  <a:cubicBezTo>
                    <a:pt x="3698" y="1"/>
                    <a:pt x="2542" y="460"/>
                    <a:pt x="1679" y="1326"/>
                  </a:cubicBezTo>
                  <a:cubicBezTo>
                    <a:pt x="385" y="2615"/>
                    <a:pt x="0" y="4559"/>
                    <a:pt x="698" y="6248"/>
                  </a:cubicBezTo>
                  <a:cubicBezTo>
                    <a:pt x="1396" y="7937"/>
                    <a:pt x="3046" y="9039"/>
                    <a:pt x="4874" y="9039"/>
                  </a:cubicBezTo>
                  <a:cubicBezTo>
                    <a:pt x="7367" y="9034"/>
                    <a:pt x="9388" y="7013"/>
                    <a:pt x="9393" y="4521"/>
                  </a:cubicBezTo>
                  <a:cubicBezTo>
                    <a:pt x="9393" y="2692"/>
                    <a:pt x="8291" y="1042"/>
                    <a:pt x="6602" y="344"/>
                  </a:cubicBezTo>
                  <a:cubicBezTo>
                    <a:pt x="6043" y="113"/>
                    <a:pt x="5456" y="1"/>
                    <a:pt x="487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1"/>
            <p:cNvSpPr/>
            <p:nvPr/>
          </p:nvSpPr>
          <p:spPr>
            <a:xfrm>
              <a:off x="4951954" y="3919519"/>
              <a:ext cx="125472" cy="237018"/>
            </a:xfrm>
            <a:custGeom>
              <a:rect b="b" l="l" r="r" t="t"/>
              <a:pathLst>
                <a:path extrusionOk="0" h="9037" w="4784">
                  <a:moveTo>
                    <a:pt x="4518" y="0"/>
                  </a:moveTo>
                  <a:cubicBezTo>
                    <a:pt x="2021" y="0"/>
                    <a:pt x="0" y="2021"/>
                    <a:pt x="0" y="4519"/>
                  </a:cubicBezTo>
                  <a:cubicBezTo>
                    <a:pt x="0" y="7011"/>
                    <a:pt x="2021" y="9037"/>
                    <a:pt x="4518" y="9037"/>
                  </a:cubicBezTo>
                  <a:cubicBezTo>
                    <a:pt x="4605" y="9037"/>
                    <a:pt x="4696" y="9032"/>
                    <a:pt x="4783" y="9027"/>
                  </a:cubicBezTo>
                  <a:cubicBezTo>
                    <a:pt x="2401" y="8883"/>
                    <a:pt x="539" y="6905"/>
                    <a:pt x="534" y="4519"/>
                  </a:cubicBezTo>
                  <a:cubicBezTo>
                    <a:pt x="539" y="2127"/>
                    <a:pt x="2396" y="150"/>
                    <a:pt x="4783" y="5"/>
                  </a:cubicBezTo>
                  <a:cubicBezTo>
                    <a:pt x="4696" y="0"/>
                    <a:pt x="4605" y="0"/>
                    <a:pt x="451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1"/>
            <p:cNvSpPr/>
            <p:nvPr/>
          </p:nvSpPr>
          <p:spPr>
            <a:xfrm>
              <a:off x="4958773" y="3935308"/>
              <a:ext cx="213544" cy="205335"/>
            </a:xfrm>
            <a:custGeom>
              <a:rect b="b" l="l" r="r" t="t"/>
              <a:pathLst>
                <a:path extrusionOk="0" h="7829" w="8142">
                  <a:moveTo>
                    <a:pt x="4226" y="0"/>
                  </a:moveTo>
                  <a:cubicBezTo>
                    <a:pt x="3206" y="0"/>
                    <a:pt x="2205" y="398"/>
                    <a:pt x="1458" y="1145"/>
                  </a:cubicBezTo>
                  <a:cubicBezTo>
                    <a:pt x="337" y="2266"/>
                    <a:pt x="0" y="3950"/>
                    <a:pt x="606" y="5413"/>
                  </a:cubicBezTo>
                  <a:cubicBezTo>
                    <a:pt x="1213" y="6876"/>
                    <a:pt x="2642" y="7828"/>
                    <a:pt x="4225" y="7828"/>
                  </a:cubicBezTo>
                  <a:cubicBezTo>
                    <a:pt x="6385" y="7828"/>
                    <a:pt x="8137" y="6077"/>
                    <a:pt x="8142" y="3917"/>
                  </a:cubicBezTo>
                  <a:cubicBezTo>
                    <a:pt x="8142" y="2329"/>
                    <a:pt x="7189" y="904"/>
                    <a:pt x="5726" y="298"/>
                  </a:cubicBezTo>
                  <a:cubicBezTo>
                    <a:pt x="5240" y="98"/>
                    <a:pt x="4731" y="0"/>
                    <a:pt x="4226"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1"/>
            <p:cNvSpPr/>
            <p:nvPr/>
          </p:nvSpPr>
          <p:spPr>
            <a:xfrm>
              <a:off x="4966956" y="3935334"/>
              <a:ext cx="115637" cy="205388"/>
            </a:xfrm>
            <a:custGeom>
              <a:rect b="b" l="l" r="r" t="t"/>
              <a:pathLst>
                <a:path extrusionOk="0" h="7831" w="4409">
                  <a:moveTo>
                    <a:pt x="3906" y="0"/>
                  </a:moveTo>
                  <a:cubicBezTo>
                    <a:pt x="1782" y="0"/>
                    <a:pt x="1" y="1728"/>
                    <a:pt x="1" y="3916"/>
                  </a:cubicBezTo>
                  <a:cubicBezTo>
                    <a:pt x="1" y="6103"/>
                    <a:pt x="1782" y="7831"/>
                    <a:pt x="3906" y="7831"/>
                  </a:cubicBezTo>
                  <a:cubicBezTo>
                    <a:pt x="4072" y="7831"/>
                    <a:pt x="4239" y="7820"/>
                    <a:pt x="4408" y="7799"/>
                  </a:cubicBezTo>
                  <a:cubicBezTo>
                    <a:pt x="2455" y="7548"/>
                    <a:pt x="987" y="5884"/>
                    <a:pt x="987" y="3916"/>
                  </a:cubicBezTo>
                  <a:cubicBezTo>
                    <a:pt x="987" y="1943"/>
                    <a:pt x="2455" y="283"/>
                    <a:pt x="4408" y="32"/>
                  </a:cubicBezTo>
                  <a:cubicBezTo>
                    <a:pt x="4239" y="11"/>
                    <a:pt x="4072" y="0"/>
                    <a:pt x="3906"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1"/>
            <p:cNvSpPr/>
            <p:nvPr/>
          </p:nvSpPr>
          <p:spPr>
            <a:xfrm>
              <a:off x="5146667" y="3869791"/>
              <a:ext cx="54553" cy="46370"/>
            </a:xfrm>
            <a:custGeom>
              <a:rect b="b" l="l" r="r" t="t"/>
              <a:pathLst>
                <a:path extrusionOk="0" h="1768" w="2080">
                  <a:moveTo>
                    <a:pt x="565" y="0"/>
                  </a:moveTo>
                  <a:cubicBezTo>
                    <a:pt x="476" y="0"/>
                    <a:pt x="388" y="42"/>
                    <a:pt x="333" y="121"/>
                  </a:cubicBezTo>
                  <a:lnTo>
                    <a:pt x="92" y="458"/>
                  </a:lnTo>
                  <a:cubicBezTo>
                    <a:pt x="1" y="588"/>
                    <a:pt x="30" y="766"/>
                    <a:pt x="155" y="857"/>
                  </a:cubicBezTo>
                  <a:lnTo>
                    <a:pt x="1348" y="1714"/>
                  </a:lnTo>
                  <a:cubicBezTo>
                    <a:pt x="1398" y="1750"/>
                    <a:pt x="1455" y="1767"/>
                    <a:pt x="1513" y="1767"/>
                  </a:cubicBezTo>
                  <a:cubicBezTo>
                    <a:pt x="1600" y="1767"/>
                    <a:pt x="1687" y="1727"/>
                    <a:pt x="1743" y="1651"/>
                  </a:cubicBezTo>
                  <a:lnTo>
                    <a:pt x="1988" y="1309"/>
                  </a:lnTo>
                  <a:cubicBezTo>
                    <a:pt x="2079" y="1184"/>
                    <a:pt x="2051" y="1006"/>
                    <a:pt x="1925" y="915"/>
                  </a:cubicBezTo>
                  <a:lnTo>
                    <a:pt x="732" y="53"/>
                  </a:lnTo>
                  <a:cubicBezTo>
                    <a:pt x="681" y="18"/>
                    <a:pt x="623" y="0"/>
                    <a:pt x="56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1"/>
            <p:cNvSpPr/>
            <p:nvPr/>
          </p:nvSpPr>
          <p:spPr>
            <a:xfrm>
              <a:off x="4939575" y="3869896"/>
              <a:ext cx="54684" cy="46265"/>
            </a:xfrm>
            <a:custGeom>
              <a:rect b="b" l="l" r="r" t="t"/>
              <a:pathLst>
                <a:path extrusionOk="0" h="1764" w="2085">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925" y="853"/>
                  </a:lnTo>
                  <a:cubicBezTo>
                    <a:pt x="2055" y="762"/>
                    <a:pt x="2084" y="584"/>
                    <a:pt x="1993" y="454"/>
                  </a:cubicBezTo>
                  <a:lnTo>
                    <a:pt x="1747" y="117"/>
                  </a:lnTo>
                  <a:cubicBezTo>
                    <a:pt x="1692" y="41"/>
                    <a:pt x="1605" y="1"/>
                    <a:pt x="151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1"/>
            <p:cNvSpPr/>
            <p:nvPr/>
          </p:nvSpPr>
          <p:spPr>
            <a:xfrm>
              <a:off x="5036380" y="3831421"/>
              <a:ext cx="68034" cy="41177"/>
            </a:xfrm>
            <a:custGeom>
              <a:rect b="b" l="l" r="r" t="t"/>
              <a:pathLst>
                <a:path extrusionOk="0" h="1570" w="2594">
                  <a:moveTo>
                    <a:pt x="327" y="1"/>
                  </a:moveTo>
                  <a:cubicBezTo>
                    <a:pt x="149" y="1"/>
                    <a:pt x="0" y="150"/>
                    <a:pt x="0" y="333"/>
                  </a:cubicBezTo>
                  <a:lnTo>
                    <a:pt x="0" y="1237"/>
                  </a:lnTo>
                  <a:cubicBezTo>
                    <a:pt x="0" y="1420"/>
                    <a:pt x="149" y="1565"/>
                    <a:pt x="327" y="1569"/>
                  </a:cubicBezTo>
                  <a:lnTo>
                    <a:pt x="2267" y="1569"/>
                  </a:lnTo>
                  <a:cubicBezTo>
                    <a:pt x="2449" y="1565"/>
                    <a:pt x="2594" y="1420"/>
                    <a:pt x="2594" y="1237"/>
                  </a:cubicBezTo>
                  <a:lnTo>
                    <a:pt x="2594" y="333"/>
                  </a:lnTo>
                  <a:cubicBezTo>
                    <a:pt x="2594" y="150"/>
                    <a:pt x="2449" y="1"/>
                    <a:pt x="2267"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1"/>
            <p:cNvSpPr/>
            <p:nvPr/>
          </p:nvSpPr>
          <p:spPr>
            <a:xfrm>
              <a:off x="5146667" y="3869896"/>
              <a:ext cx="48626" cy="46265"/>
            </a:xfrm>
            <a:custGeom>
              <a:rect b="b" l="l" r="r" t="t"/>
              <a:pathLst>
                <a:path extrusionOk="0" h="1764" w="1854">
                  <a:moveTo>
                    <a:pt x="564" y="1"/>
                  </a:moveTo>
                  <a:cubicBezTo>
                    <a:pt x="475" y="1"/>
                    <a:pt x="388" y="41"/>
                    <a:pt x="333" y="117"/>
                  </a:cubicBezTo>
                  <a:lnTo>
                    <a:pt x="92" y="458"/>
                  </a:lnTo>
                  <a:cubicBezTo>
                    <a:pt x="1" y="584"/>
                    <a:pt x="30" y="762"/>
                    <a:pt x="155" y="853"/>
                  </a:cubicBezTo>
                  <a:lnTo>
                    <a:pt x="1348" y="1710"/>
                  </a:lnTo>
                  <a:cubicBezTo>
                    <a:pt x="1398" y="1746"/>
                    <a:pt x="1455" y="1763"/>
                    <a:pt x="1513" y="1763"/>
                  </a:cubicBezTo>
                  <a:cubicBezTo>
                    <a:pt x="1600" y="1763"/>
                    <a:pt x="1687" y="1723"/>
                    <a:pt x="1743" y="1647"/>
                  </a:cubicBezTo>
                  <a:lnTo>
                    <a:pt x="1853" y="1498"/>
                  </a:lnTo>
                  <a:lnTo>
                    <a:pt x="953" y="853"/>
                  </a:lnTo>
                  <a:cubicBezTo>
                    <a:pt x="828" y="762"/>
                    <a:pt x="799" y="584"/>
                    <a:pt x="891" y="458"/>
                  </a:cubicBezTo>
                  <a:lnTo>
                    <a:pt x="1026" y="266"/>
                  </a:lnTo>
                  <a:lnTo>
                    <a:pt x="732" y="54"/>
                  </a:lnTo>
                  <a:cubicBezTo>
                    <a:pt x="681" y="18"/>
                    <a:pt x="622" y="1"/>
                    <a:pt x="56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1"/>
            <p:cNvSpPr/>
            <p:nvPr/>
          </p:nvSpPr>
          <p:spPr>
            <a:xfrm>
              <a:off x="4939575" y="3869896"/>
              <a:ext cx="48626" cy="46265"/>
            </a:xfrm>
            <a:custGeom>
              <a:rect b="b" l="l" r="r" t="t"/>
              <a:pathLst>
                <a:path extrusionOk="0" h="1764" w="1854">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030" y="1498"/>
                  </a:lnTo>
                  <a:lnTo>
                    <a:pt x="896" y="1310"/>
                  </a:lnTo>
                  <a:cubicBezTo>
                    <a:pt x="804" y="1180"/>
                    <a:pt x="833" y="1002"/>
                    <a:pt x="958" y="911"/>
                  </a:cubicBezTo>
                  <a:lnTo>
                    <a:pt x="1853" y="266"/>
                  </a:lnTo>
                  <a:lnTo>
                    <a:pt x="1747" y="117"/>
                  </a:lnTo>
                  <a:cubicBezTo>
                    <a:pt x="1692" y="41"/>
                    <a:pt x="1605" y="1"/>
                    <a:pt x="1517"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1"/>
            <p:cNvSpPr/>
            <p:nvPr/>
          </p:nvSpPr>
          <p:spPr>
            <a:xfrm>
              <a:off x="5036380" y="3831421"/>
              <a:ext cx="29690" cy="41177"/>
            </a:xfrm>
            <a:custGeom>
              <a:rect b="b" l="l" r="r" t="t"/>
              <a:pathLst>
                <a:path extrusionOk="0" h="1570" w="1132">
                  <a:moveTo>
                    <a:pt x="327" y="1"/>
                  </a:moveTo>
                  <a:cubicBezTo>
                    <a:pt x="145" y="1"/>
                    <a:pt x="0" y="150"/>
                    <a:pt x="0" y="333"/>
                  </a:cubicBezTo>
                  <a:lnTo>
                    <a:pt x="0" y="1237"/>
                  </a:lnTo>
                  <a:cubicBezTo>
                    <a:pt x="0" y="1420"/>
                    <a:pt x="145" y="1565"/>
                    <a:pt x="327" y="1569"/>
                  </a:cubicBezTo>
                  <a:lnTo>
                    <a:pt x="1131" y="1569"/>
                  </a:lnTo>
                  <a:cubicBezTo>
                    <a:pt x="948" y="1565"/>
                    <a:pt x="799" y="1420"/>
                    <a:pt x="799" y="1237"/>
                  </a:cubicBezTo>
                  <a:lnTo>
                    <a:pt x="799" y="333"/>
                  </a:lnTo>
                  <a:cubicBezTo>
                    <a:pt x="799" y="150"/>
                    <a:pt x="948"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1"/>
            <p:cNvSpPr/>
            <p:nvPr/>
          </p:nvSpPr>
          <p:spPr>
            <a:xfrm>
              <a:off x="5051645" y="4023878"/>
              <a:ext cx="32837" cy="28247"/>
            </a:xfrm>
            <a:custGeom>
              <a:rect b="b" l="l" r="r" t="t"/>
              <a:pathLst>
                <a:path extrusionOk="0" h="1077" w="1252">
                  <a:moveTo>
                    <a:pt x="717" y="1"/>
                  </a:moveTo>
                  <a:cubicBezTo>
                    <a:pt x="236" y="1"/>
                    <a:pt x="0" y="578"/>
                    <a:pt x="337" y="920"/>
                  </a:cubicBezTo>
                  <a:cubicBezTo>
                    <a:pt x="446" y="1028"/>
                    <a:pt x="580" y="1077"/>
                    <a:pt x="711" y="1077"/>
                  </a:cubicBezTo>
                  <a:cubicBezTo>
                    <a:pt x="986" y="1077"/>
                    <a:pt x="1252" y="862"/>
                    <a:pt x="1252" y="540"/>
                  </a:cubicBezTo>
                  <a:cubicBezTo>
                    <a:pt x="1252" y="241"/>
                    <a:pt x="1011" y="1"/>
                    <a:pt x="71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1"/>
            <p:cNvSpPr/>
            <p:nvPr/>
          </p:nvSpPr>
          <p:spPr>
            <a:xfrm>
              <a:off x="5056313" y="4023878"/>
              <a:ext cx="23238" cy="28247"/>
            </a:xfrm>
            <a:custGeom>
              <a:rect b="b" l="l" r="r" t="t"/>
              <a:pathLst>
                <a:path extrusionOk="0" h="1077" w="886">
                  <a:moveTo>
                    <a:pt x="540" y="1"/>
                  </a:moveTo>
                  <a:cubicBezTo>
                    <a:pt x="262" y="1"/>
                    <a:pt x="1" y="220"/>
                    <a:pt x="1" y="540"/>
                  </a:cubicBezTo>
                  <a:cubicBezTo>
                    <a:pt x="1" y="860"/>
                    <a:pt x="263" y="1076"/>
                    <a:pt x="540" y="1076"/>
                  </a:cubicBezTo>
                  <a:cubicBezTo>
                    <a:pt x="659" y="1076"/>
                    <a:pt x="781" y="1036"/>
                    <a:pt x="886" y="949"/>
                  </a:cubicBezTo>
                  <a:cubicBezTo>
                    <a:pt x="766" y="848"/>
                    <a:pt x="693" y="694"/>
                    <a:pt x="693" y="540"/>
                  </a:cubicBezTo>
                  <a:cubicBezTo>
                    <a:pt x="693" y="381"/>
                    <a:pt x="766" y="232"/>
                    <a:pt x="886" y="131"/>
                  </a:cubicBezTo>
                  <a:cubicBezTo>
                    <a:pt x="781" y="41"/>
                    <a:pt x="659" y="1"/>
                    <a:pt x="54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1"/>
            <p:cNvSpPr/>
            <p:nvPr/>
          </p:nvSpPr>
          <p:spPr>
            <a:xfrm>
              <a:off x="4936794" y="3914221"/>
              <a:ext cx="257239" cy="247483"/>
            </a:xfrm>
            <a:custGeom>
              <a:rect b="b" l="l" r="r" t="t"/>
              <a:pathLst>
                <a:path extrusionOk="0" h="9436" w="9808">
                  <a:moveTo>
                    <a:pt x="5093" y="398"/>
                  </a:moveTo>
                  <a:cubicBezTo>
                    <a:pt x="5648" y="398"/>
                    <a:pt x="6209" y="506"/>
                    <a:pt x="6742" y="727"/>
                  </a:cubicBezTo>
                  <a:cubicBezTo>
                    <a:pt x="8354" y="1396"/>
                    <a:pt x="9408" y="2969"/>
                    <a:pt x="9408" y="4716"/>
                  </a:cubicBezTo>
                  <a:cubicBezTo>
                    <a:pt x="9403" y="7102"/>
                    <a:pt x="7473" y="9032"/>
                    <a:pt x="5092" y="9037"/>
                  </a:cubicBezTo>
                  <a:cubicBezTo>
                    <a:pt x="3340" y="9037"/>
                    <a:pt x="1767" y="7983"/>
                    <a:pt x="1098" y="6371"/>
                  </a:cubicBezTo>
                  <a:cubicBezTo>
                    <a:pt x="429" y="4754"/>
                    <a:pt x="800" y="2897"/>
                    <a:pt x="2036" y="1665"/>
                  </a:cubicBezTo>
                  <a:cubicBezTo>
                    <a:pt x="2864" y="838"/>
                    <a:pt x="3969" y="398"/>
                    <a:pt x="5093" y="398"/>
                  </a:cubicBezTo>
                  <a:close/>
                  <a:moveTo>
                    <a:pt x="5092" y="0"/>
                  </a:moveTo>
                  <a:cubicBezTo>
                    <a:pt x="3181" y="0"/>
                    <a:pt x="1459" y="1150"/>
                    <a:pt x="727" y="2911"/>
                  </a:cubicBezTo>
                  <a:cubicBezTo>
                    <a:pt x="1" y="4677"/>
                    <a:pt x="405" y="6703"/>
                    <a:pt x="1752" y="8055"/>
                  </a:cubicBezTo>
                  <a:cubicBezTo>
                    <a:pt x="2656" y="8956"/>
                    <a:pt x="3862" y="9435"/>
                    <a:pt x="5089" y="9435"/>
                  </a:cubicBezTo>
                  <a:cubicBezTo>
                    <a:pt x="5697" y="9435"/>
                    <a:pt x="6311" y="9318"/>
                    <a:pt x="6896" y="9075"/>
                  </a:cubicBezTo>
                  <a:cubicBezTo>
                    <a:pt x="8657" y="8349"/>
                    <a:pt x="9807" y="6626"/>
                    <a:pt x="9807" y="4716"/>
                  </a:cubicBezTo>
                  <a:cubicBezTo>
                    <a:pt x="9807" y="2113"/>
                    <a:pt x="7695" y="0"/>
                    <a:pt x="5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1"/>
            <p:cNvSpPr/>
            <p:nvPr/>
          </p:nvSpPr>
          <p:spPr>
            <a:xfrm>
              <a:off x="4953842" y="3929984"/>
              <a:ext cx="224402" cy="215957"/>
            </a:xfrm>
            <a:custGeom>
              <a:rect b="b" l="l" r="r" t="t"/>
              <a:pathLst>
                <a:path extrusionOk="0" h="8234" w="8556">
                  <a:moveTo>
                    <a:pt x="4639" y="405"/>
                  </a:moveTo>
                  <a:cubicBezTo>
                    <a:pt x="5159" y="434"/>
                    <a:pt x="5664" y="569"/>
                    <a:pt x="6121" y="804"/>
                  </a:cubicBezTo>
                  <a:lnTo>
                    <a:pt x="5962" y="1079"/>
                  </a:lnTo>
                  <a:cubicBezTo>
                    <a:pt x="5873" y="1237"/>
                    <a:pt x="6007" y="1379"/>
                    <a:pt x="6143" y="1379"/>
                  </a:cubicBezTo>
                  <a:cubicBezTo>
                    <a:pt x="6205" y="1379"/>
                    <a:pt x="6268" y="1349"/>
                    <a:pt x="6309" y="1276"/>
                  </a:cubicBezTo>
                  <a:lnTo>
                    <a:pt x="6467" y="1002"/>
                  </a:lnTo>
                  <a:cubicBezTo>
                    <a:pt x="6900" y="1285"/>
                    <a:pt x="7271" y="1656"/>
                    <a:pt x="7550" y="2084"/>
                  </a:cubicBezTo>
                  <a:lnTo>
                    <a:pt x="7276" y="2243"/>
                  </a:lnTo>
                  <a:cubicBezTo>
                    <a:pt x="7081" y="2356"/>
                    <a:pt x="7194" y="2620"/>
                    <a:pt x="7372" y="2620"/>
                  </a:cubicBezTo>
                  <a:cubicBezTo>
                    <a:pt x="7406" y="2620"/>
                    <a:pt x="7441" y="2611"/>
                    <a:pt x="7478" y="2589"/>
                  </a:cubicBezTo>
                  <a:lnTo>
                    <a:pt x="7752" y="2431"/>
                  </a:lnTo>
                  <a:cubicBezTo>
                    <a:pt x="7988" y="2893"/>
                    <a:pt x="8123" y="3398"/>
                    <a:pt x="8151" y="3913"/>
                  </a:cubicBezTo>
                  <a:lnTo>
                    <a:pt x="7834" y="3913"/>
                  </a:lnTo>
                  <a:cubicBezTo>
                    <a:pt x="7566" y="3913"/>
                    <a:pt x="7564" y="4312"/>
                    <a:pt x="7829" y="4312"/>
                  </a:cubicBezTo>
                  <a:cubicBezTo>
                    <a:pt x="7831" y="4312"/>
                    <a:pt x="7832" y="4312"/>
                    <a:pt x="7834" y="4312"/>
                  </a:cubicBezTo>
                  <a:lnTo>
                    <a:pt x="8147" y="4312"/>
                  </a:lnTo>
                  <a:cubicBezTo>
                    <a:pt x="8123" y="4832"/>
                    <a:pt x="7983" y="5337"/>
                    <a:pt x="7752" y="5794"/>
                  </a:cubicBezTo>
                  <a:lnTo>
                    <a:pt x="7478" y="5635"/>
                  </a:lnTo>
                  <a:cubicBezTo>
                    <a:pt x="7442" y="5615"/>
                    <a:pt x="7408" y="5607"/>
                    <a:pt x="7375" y="5607"/>
                  </a:cubicBezTo>
                  <a:cubicBezTo>
                    <a:pt x="7195" y="5607"/>
                    <a:pt x="7080" y="5872"/>
                    <a:pt x="7276" y="5987"/>
                  </a:cubicBezTo>
                  <a:lnTo>
                    <a:pt x="7550" y="6140"/>
                  </a:lnTo>
                  <a:cubicBezTo>
                    <a:pt x="7266" y="6574"/>
                    <a:pt x="6900" y="6944"/>
                    <a:pt x="6467" y="7228"/>
                  </a:cubicBezTo>
                  <a:lnTo>
                    <a:pt x="6309" y="6954"/>
                  </a:lnTo>
                  <a:cubicBezTo>
                    <a:pt x="6268" y="6876"/>
                    <a:pt x="6203" y="6844"/>
                    <a:pt x="6139" y="6844"/>
                  </a:cubicBezTo>
                  <a:cubicBezTo>
                    <a:pt x="5999" y="6844"/>
                    <a:pt x="5860" y="6994"/>
                    <a:pt x="5962" y="7156"/>
                  </a:cubicBezTo>
                  <a:lnTo>
                    <a:pt x="6121" y="7430"/>
                  </a:lnTo>
                  <a:cubicBezTo>
                    <a:pt x="5659" y="7666"/>
                    <a:pt x="5159" y="7801"/>
                    <a:pt x="4639" y="7829"/>
                  </a:cubicBezTo>
                  <a:lnTo>
                    <a:pt x="4639" y="7512"/>
                  </a:lnTo>
                  <a:cubicBezTo>
                    <a:pt x="4639" y="7377"/>
                    <a:pt x="4539" y="7310"/>
                    <a:pt x="4439" y="7310"/>
                  </a:cubicBezTo>
                  <a:cubicBezTo>
                    <a:pt x="4339" y="7310"/>
                    <a:pt x="4240" y="7377"/>
                    <a:pt x="4240" y="7512"/>
                  </a:cubicBezTo>
                  <a:lnTo>
                    <a:pt x="4240" y="7829"/>
                  </a:lnTo>
                  <a:cubicBezTo>
                    <a:pt x="3725" y="7801"/>
                    <a:pt x="3219" y="7666"/>
                    <a:pt x="2758" y="7430"/>
                  </a:cubicBezTo>
                  <a:lnTo>
                    <a:pt x="2916" y="7156"/>
                  </a:lnTo>
                  <a:cubicBezTo>
                    <a:pt x="3018" y="6994"/>
                    <a:pt x="2879" y="6844"/>
                    <a:pt x="2740" y="6844"/>
                  </a:cubicBezTo>
                  <a:cubicBezTo>
                    <a:pt x="2675" y="6844"/>
                    <a:pt x="2611" y="6876"/>
                    <a:pt x="2570" y="6954"/>
                  </a:cubicBezTo>
                  <a:lnTo>
                    <a:pt x="2411" y="7228"/>
                  </a:lnTo>
                  <a:cubicBezTo>
                    <a:pt x="1983" y="6944"/>
                    <a:pt x="1612" y="6578"/>
                    <a:pt x="1328" y="6145"/>
                  </a:cubicBezTo>
                  <a:lnTo>
                    <a:pt x="1603" y="5987"/>
                  </a:lnTo>
                  <a:cubicBezTo>
                    <a:pt x="1798" y="5877"/>
                    <a:pt x="1683" y="5611"/>
                    <a:pt x="1503" y="5611"/>
                  </a:cubicBezTo>
                  <a:cubicBezTo>
                    <a:pt x="1471" y="5611"/>
                    <a:pt x="1436" y="5620"/>
                    <a:pt x="1401" y="5640"/>
                  </a:cubicBezTo>
                  <a:lnTo>
                    <a:pt x="1126" y="5799"/>
                  </a:lnTo>
                  <a:cubicBezTo>
                    <a:pt x="895" y="5337"/>
                    <a:pt x="761" y="4837"/>
                    <a:pt x="732" y="4317"/>
                  </a:cubicBezTo>
                  <a:lnTo>
                    <a:pt x="1049" y="4317"/>
                  </a:lnTo>
                  <a:cubicBezTo>
                    <a:pt x="1314" y="4317"/>
                    <a:pt x="1314" y="3917"/>
                    <a:pt x="1049" y="3917"/>
                  </a:cubicBezTo>
                  <a:lnTo>
                    <a:pt x="732" y="3917"/>
                  </a:lnTo>
                  <a:cubicBezTo>
                    <a:pt x="761" y="3403"/>
                    <a:pt x="895" y="2897"/>
                    <a:pt x="1126" y="2435"/>
                  </a:cubicBezTo>
                  <a:cubicBezTo>
                    <a:pt x="1425" y="2609"/>
                    <a:pt x="1434" y="2623"/>
                    <a:pt x="1502" y="2623"/>
                  </a:cubicBezTo>
                  <a:cubicBezTo>
                    <a:pt x="1709" y="2618"/>
                    <a:pt x="1781" y="2349"/>
                    <a:pt x="1603" y="2248"/>
                  </a:cubicBezTo>
                  <a:lnTo>
                    <a:pt x="1328" y="2089"/>
                  </a:lnTo>
                  <a:cubicBezTo>
                    <a:pt x="1612" y="1656"/>
                    <a:pt x="1983" y="1290"/>
                    <a:pt x="2411" y="1006"/>
                  </a:cubicBezTo>
                  <a:lnTo>
                    <a:pt x="2570" y="1281"/>
                  </a:lnTo>
                  <a:cubicBezTo>
                    <a:pt x="2612" y="1353"/>
                    <a:pt x="2675" y="1383"/>
                    <a:pt x="2737" y="1383"/>
                  </a:cubicBezTo>
                  <a:cubicBezTo>
                    <a:pt x="2874" y="1383"/>
                    <a:pt x="3009" y="1237"/>
                    <a:pt x="2916" y="1079"/>
                  </a:cubicBezTo>
                  <a:lnTo>
                    <a:pt x="2758" y="804"/>
                  </a:lnTo>
                  <a:cubicBezTo>
                    <a:pt x="3219" y="573"/>
                    <a:pt x="3725" y="434"/>
                    <a:pt x="4240" y="410"/>
                  </a:cubicBezTo>
                  <a:lnTo>
                    <a:pt x="4240" y="727"/>
                  </a:lnTo>
                  <a:cubicBezTo>
                    <a:pt x="4240" y="860"/>
                    <a:pt x="4339" y="926"/>
                    <a:pt x="4439" y="926"/>
                  </a:cubicBezTo>
                  <a:cubicBezTo>
                    <a:pt x="4539" y="926"/>
                    <a:pt x="4639" y="860"/>
                    <a:pt x="4639" y="727"/>
                  </a:cubicBezTo>
                  <a:lnTo>
                    <a:pt x="4639" y="405"/>
                  </a:lnTo>
                  <a:close/>
                  <a:moveTo>
                    <a:pt x="4442" y="1"/>
                  </a:moveTo>
                  <a:cubicBezTo>
                    <a:pt x="2772" y="1"/>
                    <a:pt x="1275" y="1002"/>
                    <a:pt x="636" y="2541"/>
                  </a:cubicBezTo>
                  <a:cubicBezTo>
                    <a:pt x="0" y="4081"/>
                    <a:pt x="352" y="5852"/>
                    <a:pt x="1531" y="7026"/>
                  </a:cubicBezTo>
                  <a:cubicBezTo>
                    <a:pt x="2316" y="7815"/>
                    <a:pt x="3369" y="8233"/>
                    <a:pt x="4441" y="8233"/>
                  </a:cubicBezTo>
                  <a:cubicBezTo>
                    <a:pt x="4971" y="8233"/>
                    <a:pt x="5506" y="8131"/>
                    <a:pt x="6015" y="7921"/>
                  </a:cubicBezTo>
                  <a:cubicBezTo>
                    <a:pt x="7555" y="7281"/>
                    <a:pt x="8556" y="5780"/>
                    <a:pt x="8556" y="4115"/>
                  </a:cubicBezTo>
                  <a:cubicBezTo>
                    <a:pt x="8551" y="1844"/>
                    <a:pt x="6713"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1"/>
            <p:cNvSpPr/>
            <p:nvPr/>
          </p:nvSpPr>
          <p:spPr>
            <a:xfrm>
              <a:off x="5049756" y="3968564"/>
              <a:ext cx="41046" cy="88649"/>
            </a:xfrm>
            <a:custGeom>
              <a:rect b="b" l="l" r="r" t="t"/>
              <a:pathLst>
                <a:path extrusionOk="0" h="3380" w="1565">
                  <a:moveTo>
                    <a:pt x="780" y="2309"/>
                  </a:moveTo>
                  <a:cubicBezTo>
                    <a:pt x="952" y="2309"/>
                    <a:pt x="1117" y="2442"/>
                    <a:pt x="1117" y="2644"/>
                  </a:cubicBezTo>
                  <a:cubicBezTo>
                    <a:pt x="1117" y="2831"/>
                    <a:pt x="967" y="2981"/>
                    <a:pt x="785" y="2981"/>
                  </a:cubicBezTo>
                  <a:lnTo>
                    <a:pt x="780" y="2981"/>
                  </a:lnTo>
                  <a:cubicBezTo>
                    <a:pt x="481" y="2981"/>
                    <a:pt x="332" y="2620"/>
                    <a:pt x="544" y="2408"/>
                  </a:cubicBezTo>
                  <a:cubicBezTo>
                    <a:pt x="613" y="2339"/>
                    <a:pt x="697" y="2309"/>
                    <a:pt x="780" y="2309"/>
                  </a:cubicBezTo>
                  <a:close/>
                  <a:moveTo>
                    <a:pt x="782" y="1"/>
                  </a:moveTo>
                  <a:cubicBezTo>
                    <a:pt x="682" y="1"/>
                    <a:pt x="583" y="67"/>
                    <a:pt x="583" y="199"/>
                  </a:cubicBezTo>
                  <a:lnTo>
                    <a:pt x="583" y="1936"/>
                  </a:lnTo>
                  <a:cubicBezTo>
                    <a:pt x="226" y="2037"/>
                    <a:pt x="0" y="2384"/>
                    <a:pt x="53" y="2745"/>
                  </a:cubicBezTo>
                  <a:cubicBezTo>
                    <a:pt x="101" y="3110"/>
                    <a:pt x="414" y="3380"/>
                    <a:pt x="780" y="3380"/>
                  </a:cubicBezTo>
                  <a:cubicBezTo>
                    <a:pt x="1150" y="3380"/>
                    <a:pt x="1463" y="3110"/>
                    <a:pt x="1511" y="2745"/>
                  </a:cubicBezTo>
                  <a:cubicBezTo>
                    <a:pt x="1564" y="2384"/>
                    <a:pt x="1338" y="2037"/>
                    <a:pt x="982" y="1936"/>
                  </a:cubicBezTo>
                  <a:lnTo>
                    <a:pt x="982" y="199"/>
                  </a:lnTo>
                  <a:cubicBezTo>
                    <a:pt x="982" y="67"/>
                    <a:pt x="882" y="1"/>
                    <a:pt x="7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1"/>
            <p:cNvSpPr/>
            <p:nvPr/>
          </p:nvSpPr>
          <p:spPr>
            <a:xfrm>
              <a:off x="4923550" y="3826123"/>
              <a:ext cx="293276" cy="357822"/>
            </a:xfrm>
            <a:custGeom>
              <a:rect b="b" l="l" r="r" t="t"/>
              <a:pathLst>
                <a:path extrusionOk="0" h="13643" w="11182">
                  <a:moveTo>
                    <a:pt x="5986" y="1969"/>
                  </a:moveTo>
                  <a:lnTo>
                    <a:pt x="5986" y="2503"/>
                  </a:lnTo>
                  <a:cubicBezTo>
                    <a:pt x="5871" y="2493"/>
                    <a:pt x="5717" y="2488"/>
                    <a:pt x="5587" y="2488"/>
                  </a:cubicBezTo>
                  <a:cubicBezTo>
                    <a:pt x="5457" y="2488"/>
                    <a:pt x="5313" y="2488"/>
                    <a:pt x="5202" y="2503"/>
                  </a:cubicBezTo>
                  <a:lnTo>
                    <a:pt x="5202" y="2498"/>
                  </a:lnTo>
                  <a:lnTo>
                    <a:pt x="5202" y="1969"/>
                  </a:lnTo>
                  <a:close/>
                  <a:moveTo>
                    <a:pt x="9064" y="1865"/>
                  </a:moveTo>
                  <a:cubicBezTo>
                    <a:pt x="9081" y="1865"/>
                    <a:pt x="9099" y="1871"/>
                    <a:pt x="9114" y="1882"/>
                  </a:cubicBezTo>
                  <a:lnTo>
                    <a:pt x="10312" y="2743"/>
                  </a:lnTo>
                  <a:cubicBezTo>
                    <a:pt x="10346" y="2767"/>
                    <a:pt x="10355" y="2820"/>
                    <a:pt x="10327" y="2859"/>
                  </a:cubicBezTo>
                  <a:lnTo>
                    <a:pt x="10086" y="3196"/>
                  </a:lnTo>
                  <a:cubicBezTo>
                    <a:pt x="10069" y="3219"/>
                    <a:pt x="10043" y="3230"/>
                    <a:pt x="10018" y="3230"/>
                  </a:cubicBezTo>
                  <a:cubicBezTo>
                    <a:pt x="10001" y="3230"/>
                    <a:pt x="9984" y="3225"/>
                    <a:pt x="9970" y="3215"/>
                  </a:cubicBezTo>
                  <a:lnTo>
                    <a:pt x="8777" y="2354"/>
                  </a:lnTo>
                  <a:cubicBezTo>
                    <a:pt x="8739" y="2330"/>
                    <a:pt x="8729" y="2277"/>
                    <a:pt x="8753" y="2238"/>
                  </a:cubicBezTo>
                  <a:lnTo>
                    <a:pt x="8999" y="1901"/>
                  </a:lnTo>
                  <a:cubicBezTo>
                    <a:pt x="9013" y="1878"/>
                    <a:pt x="9038" y="1865"/>
                    <a:pt x="9064" y="1865"/>
                  </a:cubicBezTo>
                  <a:close/>
                  <a:moveTo>
                    <a:pt x="2124" y="1867"/>
                  </a:moveTo>
                  <a:cubicBezTo>
                    <a:pt x="2149" y="1867"/>
                    <a:pt x="2173" y="1878"/>
                    <a:pt x="2190" y="1901"/>
                  </a:cubicBezTo>
                  <a:lnTo>
                    <a:pt x="2435" y="2243"/>
                  </a:lnTo>
                  <a:cubicBezTo>
                    <a:pt x="2459" y="2277"/>
                    <a:pt x="2455" y="2330"/>
                    <a:pt x="2416" y="2358"/>
                  </a:cubicBezTo>
                  <a:lnTo>
                    <a:pt x="1223" y="3215"/>
                  </a:lnTo>
                  <a:cubicBezTo>
                    <a:pt x="1208" y="3226"/>
                    <a:pt x="1190" y="3232"/>
                    <a:pt x="1173" y="3232"/>
                  </a:cubicBezTo>
                  <a:cubicBezTo>
                    <a:pt x="1147" y="3232"/>
                    <a:pt x="1122" y="3219"/>
                    <a:pt x="1107" y="3196"/>
                  </a:cubicBezTo>
                  <a:lnTo>
                    <a:pt x="862" y="2859"/>
                  </a:lnTo>
                  <a:cubicBezTo>
                    <a:pt x="838" y="2820"/>
                    <a:pt x="843" y="2767"/>
                    <a:pt x="881" y="2743"/>
                  </a:cubicBezTo>
                  <a:lnTo>
                    <a:pt x="2074" y="1882"/>
                  </a:lnTo>
                  <a:cubicBezTo>
                    <a:pt x="2090" y="1872"/>
                    <a:pt x="2107" y="1867"/>
                    <a:pt x="2124" y="1867"/>
                  </a:cubicBezTo>
                  <a:close/>
                  <a:moveTo>
                    <a:pt x="2151" y="3042"/>
                  </a:moveTo>
                  <a:lnTo>
                    <a:pt x="2445" y="3455"/>
                  </a:lnTo>
                  <a:cubicBezTo>
                    <a:pt x="2387" y="3494"/>
                    <a:pt x="2334" y="3532"/>
                    <a:pt x="2281" y="3571"/>
                  </a:cubicBezTo>
                  <a:lnTo>
                    <a:pt x="1988" y="3157"/>
                  </a:lnTo>
                  <a:lnTo>
                    <a:pt x="2151" y="3042"/>
                  </a:lnTo>
                  <a:close/>
                  <a:moveTo>
                    <a:pt x="9037" y="3042"/>
                  </a:moveTo>
                  <a:lnTo>
                    <a:pt x="9201" y="3162"/>
                  </a:lnTo>
                  <a:lnTo>
                    <a:pt x="8907" y="3576"/>
                  </a:lnTo>
                  <a:cubicBezTo>
                    <a:pt x="8854" y="3532"/>
                    <a:pt x="8796" y="3494"/>
                    <a:pt x="8744" y="3455"/>
                  </a:cubicBezTo>
                  <a:lnTo>
                    <a:pt x="9037" y="3042"/>
                  </a:lnTo>
                  <a:close/>
                  <a:moveTo>
                    <a:pt x="4625" y="1"/>
                  </a:moveTo>
                  <a:cubicBezTo>
                    <a:pt x="4331" y="1"/>
                    <a:pt x="4095" y="236"/>
                    <a:pt x="4095" y="530"/>
                  </a:cubicBezTo>
                  <a:lnTo>
                    <a:pt x="4095" y="1439"/>
                  </a:lnTo>
                  <a:cubicBezTo>
                    <a:pt x="4095" y="1728"/>
                    <a:pt x="4331" y="1969"/>
                    <a:pt x="4625" y="1969"/>
                  </a:cubicBezTo>
                  <a:lnTo>
                    <a:pt x="4798" y="1969"/>
                  </a:lnTo>
                  <a:lnTo>
                    <a:pt x="4798" y="2541"/>
                  </a:lnTo>
                  <a:cubicBezTo>
                    <a:pt x="4086" y="2642"/>
                    <a:pt x="3402" y="2878"/>
                    <a:pt x="2782" y="3244"/>
                  </a:cubicBezTo>
                  <a:lnTo>
                    <a:pt x="2474" y="2806"/>
                  </a:lnTo>
                  <a:lnTo>
                    <a:pt x="2647" y="2681"/>
                  </a:lnTo>
                  <a:cubicBezTo>
                    <a:pt x="2864" y="2527"/>
                    <a:pt x="2912" y="2224"/>
                    <a:pt x="2758" y="2007"/>
                  </a:cubicBezTo>
                  <a:lnTo>
                    <a:pt x="2512" y="1666"/>
                  </a:lnTo>
                  <a:cubicBezTo>
                    <a:pt x="2419" y="1534"/>
                    <a:pt x="2271" y="1465"/>
                    <a:pt x="2120" y="1465"/>
                  </a:cubicBezTo>
                  <a:cubicBezTo>
                    <a:pt x="2023" y="1465"/>
                    <a:pt x="1924" y="1494"/>
                    <a:pt x="1839" y="1555"/>
                  </a:cubicBezTo>
                  <a:lnTo>
                    <a:pt x="645" y="2416"/>
                  </a:lnTo>
                  <a:cubicBezTo>
                    <a:pt x="429" y="2570"/>
                    <a:pt x="381" y="2873"/>
                    <a:pt x="535" y="3090"/>
                  </a:cubicBezTo>
                  <a:lnTo>
                    <a:pt x="780" y="3431"/>
                  </a:lnTo>
                  <a:cubicBezTo>
                    <a:pt x="873" y="3563"/>
                    <a:pt x="1022" y="3632"/>
                    <a:pt x="1172" y="3632"/>
                  </a:cubicBezTo>
                  <a:cubicBezTo>
                    <a:pt x="1270" y="3632"/>
                    <a:pt x="1368" y="3603"/>
                    <a:pt x="1454" y="3542"/>
                  </a:cubicBezTo>
                  <a:lnTo>
                    <a:pt x="1661" y="3393"/>
                  </a:lnTo>
                  <a:lnTo>
                    <a:pt x="1969" y="3821"/>
                  </a:lnTo>
                  <a:cubicBezTo>
                    <a:pt x="718" y="4885"/>
                    <a:pt x="1" y="6439"/>
                    <a:pt x="1" y="8075"/>
                  </a:cubicBezTo>
                  <a:cubicBezTo>
                    <a:pt x="15" y="11058"/>
                    <a:pt x="2363" y="13502"/>
                    <a:pt x="5342" y="13637"/>
                  </a:cubicBezTo>
                  <a:cubicBezTo>
                    <a:pt x="5428" y="13641"/>
                    <a:pt x="5513" y="13643"/>
                    <a:pt x="5598" y="13643"/>
                  </a:cubicBezTo>
                  <a:cubicBezTo>
                    <a:pt x="8466" y="13643"/>
                    <a:pt x="10888" y="11463"/>
                    <a:pt x="11164" y="8580"/>
                  </a:cubicBezTo>
                  <a:cubicBezTo>
                    <a:pt x="11182" y="8434"/>
                    <a:pt x="11071" y="8355"/>
                    <a:pt x="10962" y="8355"/>
                  </a:cubicBezTo>
                  <a:cubicBezTo>
                    <a:pt x="10866" y="8355"/>
                    <a:pt x="10771" y="8416"/>
                    <a:pt x="10764" y="8546"/>
                  </a:cubicBezTo>
                  <a:cubicBezTo>
                    <a:pt x="10577" y="10591"/>
                    <a:pt x="9201" y="12338"/>
                    <a:pt x="7252" y="12997"/>
                  </a:cubicBezTo>
                  <a:cubicBezTo>
                    <a:pt x="6709" y="13179"/>
                    <a:pt x="6150" y="13268"/>
                    <a:pt x="5596" y="13268"/>
                  </a:cubicBezTo>
                  <a:cubicBezTo>
                    <a:pt x="4162" y="13268"/>
                    <a:pt x="2761" y="12675"/>
                    <a:pt x="1762" y="11578"/>
                  </a:cubicBezTo>
                  <a:cubicBezTo>
                    <a:pt x="376" y="10062"/>
                    <a:pt x="15" y="7868"/>
                    <a:pt x="843" y="5982"/>
                  </a:cubicBezTo>
                  <a:cubicBezTo>
                    <a:pt x="1670" y="4100"/>
                    <a:pt x="3532" y="2888"/>
                    <a:pt x="5592" y="2883"/>
                  </a:cubicBezTo>
                  <a:cubicBezTo>
                    <a:pt x="8272" y="2883"/>
                    <a:pt x="10548" y="4976"/>
                    <a:pt x="10764" y="7647"/>
                  </a:cubicBezTo>
                  <a:cubicBezTo>
                    <a:pt x="10776" y="7770"/>
                    <a:pt x="10869" y="7829"/>
                    <a:pt x="10963" y="7829"/>
                  </a:cubicBezTo>
                  <a:cubicBezTo>
                    <a:pt x="11070" y="7829"/>
                    <a:pt x="11177" y="7754"/>
                    <a:pt x="11164" y="7613"/>
                  </a:cubicBezTo>
                  <a:cubicBezTo>
                    <a:pt x="11044" y="6140"/>
                    <a:pt x="10341" y="4779"/>
                    <a:pt x="9220" y="3821"/>
                  </a:cubicBezTo>
                  <a:lnTo>
                    <a:pt x="9518" y="3393"/>
                  </a:lnTo>
                  <a:lnTo>
                    <a:pt x="9725" y="3542"/>
                  </a:lnTo>
                  <a:cubicBezTo>
                    <a:pt x="9810" y="3603"/>
                    <a:pt x="9909" y="3632"/>
                    <a:pt x="10007" y="3632"/>
                  </a:cubicBezTo>
                  <a:cubicBezTo>
                    <a:pt x="10158" y="3632"/>
                    <a:pt x="10307" y="3563"/>
                    <a:pt x="10404" y="3431"/>
                  </a:cubicBezTo>
                  <a:lnTo>
                    <a:pt x="10644" y="3095"/>
                  </a:lnTo>
                  <a:cubicBezTo>
                    <a:pt x="10803" y="2878"/>
                    <a:pt x="10755" y="2575"/>
                    <a:pt x="10538" y="2416"/>
                  </a:cubicBezTo>
                  <a:lnTo>
                    <a:pt x="9350" y="1555"/>
                  </a:lnTo>
                  <a:cubicBezTo>
                    <a:pt x="9263" y="1494"/>
                    <a:pt x="9163" y="1465"/>
                    <a:pt x="9066" y="1465"/>
                  </a:cubicBezTo>
                  <a:cubicBezTo>
                    <a:pt x="8915" y="1465"/>
                    <a:pt x="8768" y="1534"/>
                    <a:pt x="8671" y="1666"/>
                  </a:cubicBezTo>
                  <a:lnTo>
                    <a:pt x="8426" y="2007"/>
                  </a:lnTo>
                  <a:cubicBezTo>
                    <a:pt x="8272" y="2224"/>
                    <a:pt x="8320" y="2522"/>
                    <a:pt x="8537" y="2681"/>
                  </a:cubicBezTo>
                  <a:lnTo>
                    <a:pt x="8710" y="2806"/>
                  </a:lnTo>
                  <a:lnTo>
                    <a:pt x="8402" y="3239"/>
                  </a:lnTo>
                  <a:cubicBezTo>
                    <a:pt x="7781" y="2878"/>
                    <a:pt x="7098" y="2642"/>
                    <a:pt x="6386" y="2541"/>
                  </a:cubicBezTo>
                  <a:lnTo>
                    <a:pt x="6386" y="1969"/>
                  </a:lnTo>
                  <a:lnTo>
                    <a:pt x="6559" y="1969"/>
                  </a:lnTo>
                  <a:cubicBezTo>
                    <a:pt x="6852" y="1969"/>
                    <a:pt x="7088" y="1728"/>
                    <a:pt x="7088" y="1439"/>
                  </a:cubicBezTo>
                  <a:lnTo>
                    <a:pt x="7088" y="530"/>
                  </a:lnTo>
                  <a:cubicBezTo>
                    <a:pt x="7088" y="236"/>
                    <a:pt x="6852" y="1"/>
                    <a:pt x="6559" y="1"/>
                  </a:cubicBezTo>
                  <a:lnTo>
                    <a:pt x="6059" y="1"/>
                  </a:lnTo>
                  <a:cubicBezTo>
                    <a:pt x="5794" y="1"/>
                    <a:pt x="5794" y="400"/>
                    <a:pt x="6059" y="400"/>
                  </a:cubicBezTo>
                  <a:lnTo>
                    <a:pt x="6559" y="400"/>
                  </a:lnTo>
                  <a:cubicBezTo>
                    <a:pt x="6631" y="400"/>
                    <a:pt x="6689" y="458"/>
                    <a:pt x="6689" y="530"/>
                  </a:cubicBezTo>
                  <a:lnTo>
                    <a:pt x="6689" y="1439"/>
                  </a:lnTo>
                  <a:cubicBezTo>
                    <a:pt x="6689" y="1507"/>
                    <a:pt x="6631" y="1564"/>
                    <a:pt x="6559" y="1569"/>
                  </a:cubicBezTo>
                  <a:lnTo>
                    <a:pt x="4625" y="1569"/>
                  </a:lnTo>
                  <a:cubicBezTo>
                    <a:pt x="4552" y="1564"/>
                    <a:pt x="4495" y="1507"/>
                    <a:pt x="4495" y="1439"/>
                  </a:cubicBezTo>
                  <a:lnTo>
                    <a:pt x="4495" y="530"/>
                  </a:lnTo>
                  <a:cubicBezTo>
                    <a:pt x="4495" y="458"/>
                    <a:pt x="4552" y="400"/>
                    <a:pt x="4625" y="400"/>
                  </a:cubicBezTo>
                  <a:lnTo>
                    <a:pt x="5125" y="400"/>
                  </a:lnTo>
                  <a:cubicBezTo>
                    <a:pt x="5390" y="400"/>
                    <a:pt x="5390"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81"/>
          <p:cNvGrpSpPr/>
          <p:nvPr/>
        </p:nvGrpSpPr>
        <p:grpSpPr>
          <a:xfrm>
            <a:off x="5332567" y="3825756"/>
            <a:ext cx="360995" cy="359212"/>
            <a:chOff x="5332567" y="3825756"/>
            <a:chExt cx="360995" cy="359212"/>
          </a:xfrm>
        </p:grpSpPr>
        <p:sp>
          <p:nvSpPr>
            <p:cNvPr id="11373" name="Google Shape;11373;p81"/>
            <p:cNvSpPr/>
            <p:nvPr/>
          </p:nvSpPr>
          <p:spPr>
            <a:xfrm>
              <a:off x="5439077" y="4024901"/>
              <a:ext cx="55681" cy="55681"/>
            </a:xfrm>
            <a:custGeom>
              <a:rect b="b" l="l" r="r" t="t"/>
              <a:pathLst>
                <a:path extrusionOk="0" h="2123" w="2123">
                  <a:moveTo>
                    <a:pt x="1314" y="0"/>
                  </a:moveTo>
                  <a:lnTo>
                    <a:pt x="1" y="1314"/>
                  </a:lnTo>
                  <a:cubicBezTo>
                    <a:pt x="97" y="1328"/>
                    <a:pt x="188" y="1371"/>
                    <a:pt x="260" y="1444"/>
                  </a:cubicBezTo>
                  <a:lnTo>
                    <a:pt x="684" y="1862"/>
                  </a:lnTo>
                  <a:cubicBezTo>
                    <a:pt x="751" y="1934"/>
                    <a:pt x="794" y="2026"/>
                    <a:pt x="809" y="2122"/>
                  </a:cubicBezTo>
                  <a:lnTo>
                    <a:pt x="2123" y="809"/>
                  </a:lnTo>
                  <a:cubicBezTo>
                    <a:pt x="1815" y="582"/>
                    <a:pt x="1540" y="308"/>
                    <a:pt x="1314"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1"/>
            <p:cNvSpPr/>
            <p:nvPr/>
          </p:nvSpPr>
          <p:spPr>
            <a:xfrm>
              <a:off x="5439077" y="4024901"/>
              <a:ext cx="44954" cy="55681"/>
            </a:xfrm>
            <a:custGeom>
              <a:rect b="b" l="l" r="r" t="t"/>
              <a:pathLst>
                <a:path extrusionOk="0" h="2123" w="1714">
                  <a:moveTo>
                    <a:pt x="1314" y="0"/>
                  </a:moveTo>
                  <a:lnTo>
                    <a:pt x="1" y="1309"/>
                  </a:lnTo>
                  <a:cubicBezTo>
                    <a:pt x="97" y="1323"/>
                    <a:pt x="188" y="1371"/>
                    <a:pt x="260" y="1439"/>
                  </a:cubicBezTo>
                  <a:lnTo>
                    <a:pt x="679" y="1862"/>
                  </a:lnTo>
                  <a:cubicBezTo>
                    <a:pt x="751" y="1930"/>
                    <a:pt x="794" y="2021"/>
                    <a:pt x="809" y="2122"/>
                  </a:cubicBezTo>
                  <a:lnTo>
                    <a:pt x="1305" y="1627"/>
                  </a:lnTo>
                  <a:lnTo>
                    <a:pt x="1122" y="1439"/>
                  </a:lnTo>
                  <a:cubicBezTo>
                    <a:pt x="1011" y="1338"/>
                    <a:pt x="1011" y="1165"/>
                    <a:pt x="1112" y="1059"/>
                  </a:cubicBezTo>
                  <a:lnTo>
                    <a:pt x="1714" y="457"/>
                  </a:lnTo>
                  <a:cubicBezTo>
                    <a:pt x="1569" y="313"/>
                    <a:pt x="1434" y="159"/>
                    <a:pt x="1314" y="0"/>
                  </a:cubicBezTo>
                  <a:close/>
                </a:path>
              </a:pathLst>
            </a:custGeom>
            <a:solidFill>
              <a:srgbClr val="C5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1"/>
            <p:cNvSpPr/>
            <p:nvPr/>
          </p:nvSpPr>
          <p:spPr>
            <a:xfrm>
              <a:off x="5434278" y="3831027"/>
              <a:ext cx="254328" cy="242526"/>
            </a:xfrm>
            <a:custGeom>
              <a:rect b="b" l="l" r="r" t="t"/>
              <a:pathLst>
                <a:path extrusionOk="0" h="9247" w="9697">
                  <a:moveTo>
                    <a:pt x="5077" y="0"/>
                  </a:moveTo>
                  <a:cubicBezTo>
                    <a:pt x="3873" y="0"/>
                    <a:pt x="2691" y="471"/>
                    <a:pt x="1805" y="1353"/>
                  </a:cubicBezTo>
                  <a:cubicBezTo>
                    <a:pt x="1" y="3163"/>
                    <a:pt x="1" y="6088"/>
                    <a:pt x="1805" y="7893"/>
                  </a:cubicBezTo>
                  <a:cubicBezTo>
                    <a:pt x="2690" y="8777"/>
                    <a:pt x="3871" y="9247"/>
                    <a:pt x="5073" y="9247"/>
                  </a:cubicBezTo>
                  <a:cubicBezTo>
                    <a:pt x="5669" y="9247"/>
                    <a:pt x="6270" y="9131"/>
                    <a:pt x="6843" y="8893"/>
                  </a:cubicBezTo>
                  <a:cubicBezTo>
                    <a:pt x="8570" y="8176"/>
                    <a:pt x="9696" y="6492"/>
                    <a:pt x="9696" y="4625"/>
                  </a:cubicBezTo>
                  <a:cubicBezTo>
                    <a:pt x="9696" y="2754"/>
                    <a:pt x="8570" y="1070"/>
                    <a:pt x="6843" y="353"/>
                  </a:cubicBezTo>
                  <a:cubicBezTo>
                    <a:pt x="6272" y="115"/>
                    <a:pt x="5672" y="0"/>
                    <a:pt x="5077"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1"/>
            <p:cNvSpPr/>
            <p:nvPr/>
          </p:nvSpPr>
          <p:spPr>
            <a:xfrm>
              <a:off x="5446028" y="3831080"/>
              <a:ext cx="131767" cy="242395"/>
            </a:xfrm>
            <a:custGeom>
              <a:rect b="b" l="l" r="r" t="t"/>
              <a:pathLst>
                <a:path extrusionOk="0" h="9242" w="5024">
                  <a:moveTo>
                    <a:pt x="4614" y="1"/>
                  </a:moveTo>
                  <a:cubicBezTo>
                    <a:pt x="2089" y="1"/>
                    <a:pt x="0" y="2048"/>
                    <a:pt x="0" y="4623"/>
                  </a:cubicBezTo>
                  <a:cubicBezTo>
                    <a:pt x="0" y="7195"/>
                    <a:pt x="2089" y="9241"/>
                    <a:pt x="4614" y="9241"/>
                  </a:cubicBezTo>
                  <a:cubicBezTo>
                    <a:pt x="4749" y="9241"/>
                    <a:pt x="4886" y="9235"/>
                    <a:pt x="5024" y="9223"/>
                  </a:cubicBezTo>
                  <a:cubicBezTo>
                    <a:pt x="3936" y="9132"/>
                    <a:pt x="2916" y="8660"/>
                    <a:pt x="2151" y="7891"/>
                  </a:cubicBezTo>
                  <a:cubicBezTo>
                    <a:pt x="876" y="6620"/>
                    <a:pt x="457" y="4724"/>
                    <a:pt x="1073" y="3036"/>
                  </a:cubicBezTo>
                  <a:cubicBezTo>
                    <a:pt x="1689" y="1351"/>
                    <a:pt x="3229" y="173"/>
                    <a:pt x="5024" y="19"/>
                  </a:cubicBezTo>
                  <a:cubicBezTo>
                    <a:pt x="4886" y="7"/>
                    <a:pt x="4749" y="1"/>
                    <a:pt x="461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1"/>
            <p:cNvSpPr/>
            <p:nvPr/>
          </p:nvSpPr>
          <p:spPr>
            <a:xfrm>
              <a:off x="5469239" y="3854212"/>
              <a:ext cx="205729" cy="196208"/>
            </a:xfrm>
            <a:custGeom>
              <a:rect b="b" l="l" r="r" t="t"/>
              <a:pathLst>
                <a:path extrusionOk="0" h="7481" w="7844">
                  <a:moveTo>
                    <a:pt x="3740" y="0"/>
                  </a:moveTo>
                  <a:cubicBezTo>
                    <a:pt x="3258" y="0"/>
                    <a:pt x="2773" y="94"/>
                    <a:pt x="2310" y="287"/>
                  </a:cubicBezTo>
                  <a:cubicBezTo>
                    <a:pt x="910" y="864"/>
                    <a:pt x="1" y="2231"/>
                    <a:pt x="1" y="3741"/>
                  </a:cubicBezTo>
                  <a:cubicBezTo>
                    <a:pt x="1" y="5252"/>
                    <a:pt x="910" y="6619"/>
                    <a:pt x="2310" y="7196"/>
                  </a:cubicBezTo>
                  <a:cubicBezTo>
                    <a:pt x="2773" y="7388"/>
                    <a:pt x="3258" y="7481"/>
                    <a:pt x="3740" y="7481"/>
                  </a:cubicBezTo>
                  <a:cubicBezTo>
                    <a:pt x="4712" y="7481"/>
                    <a:pt x="5668" y="7102"/>
                    <a:pt x="6386" y="6388"/>
                  </a:cubicBezTo>
                  <a:cubicBezTo>
                    <a:pt x="7844" y="4925"/>
                    <a:pt x="7844" y="2558"/>
                    <a:pt x="6386" y="1095"/>
                  </a:cubicBezTo>
                  <a:cubicBezTo>
                    <a:pt x="5668" y="381"/>
                    <a:pt x="4712" y="0"/>
                    <a:pt x="3740"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1"/>
            <p:cNvSpPr/>
            <p:nvPr/>
          </p:nvSpPr>
          <p:spPr>
            <a:xfrm>
              <a:off x="5469108" y="3854186"/>
              <a:ext cx="108818" cy="196182"/>
            </a:xfrm>
            <a:custGeom>
              <a:rect b="b" l="l" r="r" t="t"/>
              <a:pathLst>
                <a:path extrusionOk="0" h="7480" w="4149">
                  <a:moveTo>
                    <a:pt x="3738" y="1"/>
                  </a:moveTo>
                  <a:cubicBezTo>
                    <a:pt x="1701" y="1"/>
                    <a:pt x="1" y="1654"/>
                    <a:pt x="1" y="3742"/>
                  </a:cubicBezTo>
                  <a:cubicBezTo>
                    <a:pt x="1" y="5827"/>
                    <a:pt x="1701" y="7479"/>
                    <a:pt x="3737" y="7479"/>
                  </a:cubicBezTo>
                  <a:cubicBezTo>
                    <a:pt x="3873" y="7479"/>
                    <a:pt x="4010" y="7472"/>
                    <a:pt x="4148" y="7457"/>
                  </a:cubicBezTo>
                  <a:cubicBezTo>
                    <a:pt x="3297" y="7370"/>
                    <a:pt x="2508" y="6990"/>
                    <a:pt x="1901" y="6384"/>
                  </a:cubicBezTo>
                  <a:cubicBezTo>
                    <a:pt x="886" y="5369"/>
                    <a:pt x="540" y="3853"/>
                    <a:pt x="1021" y="2496"/>
                  </a:cubicBezTo>
                  <a:cubicBezTo>
                    <a:pt x="1497" y="1139"/>
                    <a:pt x="2715" y="177"/>
                    <a:pt x="4148" y="23"/>
                  </a:cubicBezTo>
                  <a:cubicBezTo>
                    <a:pt x="4010" y="8"/>
                    <a:pt x="3873" y="1"/>
                    <a:pt x="3738"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1"/>
            <p:cNvSpPr/>
            <p:nvPr/>
          </p:nvSpPr>
          <p:spPr>
            <a:xfrm>
              <a:off x="5531451" y="3892898"/>
              <a:ext cx="62762" cy="53740"/>
            </a:xfrm>
            <a:custGeom>
              <a:rect b="b" l="l" r="r" t="t"/>
              <a:pathLst>
                <a:path extrusionOk="0" h="2049" w="2393">
                  <a:moveTo>
                    <a:pt x="1367" y="0"/>
                  </a:moveTo>
                  <a:cubicBezTo>
                    <a:pt x="458" y="0"/>
                    <a:pt x="1" y="1102"/>
                    <a:pt x="645" y="1747"/>
                  </a:cubicBezTo>
                  <a:cubicBezTo>
                    <a:pt x="854" y="1955"/>
                    <a:pt x="1110" y="2049"/>
                    <a:pt x="1362" y="2049"/>
                  </a:cubicBezTo>
                  <a:cubicBezTo>
                    <a:pt x="1888" y="2049"/>
                    <a:pt x="2392" y="1640"/>
                    <a:pt x="2392" y="1025"/>
                  </a:cubicBezTo>
                  <a:cubicBezTo>
                    <a:pt x="2392" y="457"/>
                    <a:pt x="1930" y="0"/>
                    <a:pt x="1367" y="0"/>
                  </a:cubicBezTo>
                  <a:close/>
                </a:path>
              </a:pathLst>
            </a:custGeom>
            <a:solidFill>
              <a:srgbClr val="E2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1"/>
            <p:cNvSpPr/>
            <p:nvPr/>
          </p:nvSpPr>
          <p:spPr>
            <a:xfrm>
              <a:off x="5540420" y="3892845"/>
              <a:ext cx="37374" cy="53740"/>
            </a:xfrm>
            <a:custGeom>
              <a:rect b="b" l="l" r="r" t="t"/>
              <a:pathLst>
                <a:path extrusionOk="0" h="2049" w="1425">
                  <a:moveTo>
                    <a:pt x="1023" y="0"/>
                  </a:moveTo>
                  <a:cubicBezTo>
                    <a:pt x="484" y="0"/>
                    <a:pt x="0" y="436"/>
                    <a:pt x="0" y="1027"/>
                  </a:cubicBezTo>
                  <a:cubicBezTo>
                    <a:pt x="0" y="1614"/>
                    <a:pt x="484" y="2049"/>
                    <a:pt x="1022" y="2049"/>
                  </a:cubicBezTo>
                  <a:cubicBezTo>
                    <a:pt x="1155" y="2049"/>
                    <a:pt x="1291" y="2022"/>
                    <a:pt x="1425" y="1965"/>
                  </a:cubicBezTo>
                  <a:cubicBezTo>
                    <a:pt x="1049" y="1806"/>
                    <a:pt x="804" y="1436"/>
                    <a:pt x="804" y="1027"/>
                  </a:cubicBezTo>
                  <a:cubicBezTo>
                    <a:pt x="804" y="618"/>
                    <a:pt x="1049" y="247"/>
                    <a:pt x="1425" y="84"/>
                  </a:cubicBezTo>
                  <a:cubicBezTo>
                    <a:pt x="1292" y="27"/>
                    <a:pt x="1155" y="0"/>
                    <a:pt x="1023" y="0"/>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1"/>
            <p:cNvSpPr/>
            <p:nvPr/>
          </p:nvSpPr>
          <p:spPr>
            <a:xfrm>
              <a:off x="5523372" y="3946533"/>
              <a:ext cx="87862" cy="56179"/>
            </a:xfrm>
            <a:custGeom>
              <a:rect b="b" l="l" r="r" t="t"/>
              <a:pathLst>
                <a:path extrusionOk="0" h="2142" w="3350">
                  <a:moveTo>
                    <a:pt x="1098" y="0"/>
                  </a:moveTo>
                  <a:cubicBezTo>
                    <a:pt x="492" y="0"/>
                    <a:pt x="6" y="491"/>
                    <a:pt x="1" y="1097"/>
                  </a:cubicBezTo>
                  <a:lnTo>
                    <a:pt x="1" y="1954"/>
                  </a:lnTo>
                  <a:cubicBezTo>
                    <a:pt x="1" y="2055"/>
                    <a:pt x="87" y="2141"/>
                    <a:pt x="188" y="2141"/>
                  </a:cubicBezTo>
                  <a:lnTo>
                    <a:pt x="3162" y="2141"/>
                  </a:lnTo>
                  <a:cubicBezTo>
                    <a:pt x="3268" y="2141"/>
                    <a:pt x="3350" y="2055"/>
                    <a:pt x="3350" y="1954"/>
                  </a:cubicBezTo>
                  <a:lnTo>
                    <a:pt x="3350" y="1097"/>
                  </a:lnTo>
                  <a:cubicBezTo>
                    <a:pt x="3350" y="491"/>
                    <a:pt x="2859" y="5"/>
                    <a:pt x="225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1"/>
            <p:cNvSpPr/>
            <p:nvPr/>
          </p:nvSpPr>
          <p:spPr>
            <a:xfrm>
              <a:off x="5523372" y="3946533"/>
              <a:ext cx="49885" cy="56179"/>
            </a:xfrm>
            <a:custGeom>
              <a:rect b="b" l="l" r="r" t="t"/>
              <a:pathLst>
                <a:path extrusionOk="0" h="2142" w="1902">
                  <a:moveTo>
                    <a:pt x="1098" y="0"/>
                  </a:moveTo>
                  <a:cubicBezTo>
                    <a:pt x="492" y="5"/>
                    <a:pt x="6" y="491"/>
                    <a:pt x="1" y="1097"/>
                  </a:cubicBezTo>
                  <a:lnTo>
                    <a:pt x="1" y="1954"/>
                  </a:lnTo>
                  <a:cubicBezTo>
                    <a:pt x="1" y="2059"/>
                    <a:pt x="87" y="2141"/>
                    <a:pt x="188" y="2141"/>
                  </a:cubicBezTo>
                  <a:lnTo>
                    <a:pt x="992" y="2141"/>
                  </a:lnTo>
                  <a:cubicBezTo>
                    <a:pt x="886" y="2141"/>
                    <a:pt x="804" y="2055"/>
                    <a:pt x="804" y="1954"/>
                  </a:cubicBezTo>
                  <a:lnTo>
                    <a:pt x="804" y="1097"/>
                  </a:lnTo>
                  <a:cubicBezTo>
                    <a:pt x="804" y="491"/>
                    <a:pt x="1295" y="5"/>
                    <a:pt x="19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1"/>
            <p:cNvSpPr/>
            <p:nvPr/>
          </p:nvSpPr>
          <p:spPr>
            <a:xfrm>
              <a:off x="5338495" y="4055272"/>
              <a:ext cx="127098" cy="124528"/>
            </a:xfrm>
            <a:custGeom>
              <a:rect b="b" l="l" r="r" t="t"/>
              <a:pathLst>
                <a:path extrusionOk="0" h="4748" w="4846">
                  <a:moveTo>
                    <a:pt x="3845" y="1"/>
                  </a:moveTo>
                  <a:cubicBezTo>
                    <a:pt x="3709" y="1"/>
                    <a:pt x="3573" y="52"/>
                    <a:pt x="3470" y="156"/>
                  </a:cubicBezTo>
                  <a:lnTo>
                    <a:pt x="207" y="3418"/>
                  </a:lnTo>
                  <a:cubicBezTo>
                    <a:pt x="1" y="3625"/>
                    <a:pt x="1" y="3962"/>
                    <a:pt x="207" y="4169"/>
                  </a:cubicBezTo>
                  <a:lnTo>
                    <a:pt x="631" y="4592"/>
                  </a:lnTo>
                  <a:cubicBezTo>
                    <a:pt x="734" y="4696"/>
                    <a:pt x="869" y="4747"/>
                    <a:pt x="1004" y="4747"/>
                  </a:cubicBezTo>
                  <a:cubicBezTo>
                    <a:pt x="1140" y="4747"/>
                    <a:pt x="1276" y="4696"/>
                    <a:pt x="1382" y="4592"/>
                  </a:cubicBezTo>
                  <a:lnTo>
                    <a:pt x="4639" y="1330"/>
                  </a:lnTo>
                  <a:cubicBezTo>
                    <a:pt x="4846" y="1118"/>
                    <a:pt x="4846" y="786"/>
                    <a:pt x="4639" y="579"/>
                  </a:cubicBezTo>
                  <a:lnTo>
                    <a:pt x="4220" y="156"/>
                  </a:lnTo>
                  <a:cubicBezTo>
                    <a:pt x="4117" y="52"/>
                    <a:pt x="3981" y="1"/>
                    <a:pt x="384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1"/>
            <p:cNvSpPr/>
            <p:nvPr/>
          </p:nvSpPr>
          <p:spPr>
            <a:xfrm>
              <a:off x="5338495" y="4055272"/>
              <a:ext cx="111336" cy="124528"/>
            </a:xfrm>
            <a:custGeom>
              <a:rect b="b" l="l" r="r" t="t"/>
              <a:pathLst>
                <a:path extrusionOk="0" h="4748" w="4245">
                  <a:moveTo>
                    <a:pt x="3845" y="1"/>
                  </a:moveTo>
                  <a:cubicBezTo>
                    <a:pt x="3709" y="1"/>
                    <a:pt x="3573" y="52"/>
                    <a:pt x="3470" y="156"/>
                  </a:cubicBezTo>
                  <a:lnTo>
                    <a:pt x="207" y="3418"/>
                  </a:lnTo>
                  <a:cubicBezTo>
                    <a:pt x="1" y="3625"/>
                    <a:pt x="1" y="3962"/>
                    <a:pt x="207" y="4169"/>
                  </a:cubicBezTo>
                  <a:lnTo>
                    <a:pt x="626" y="4592"/>
                  </a:lnTo>
                  <a:cubicBezTo>
                    <a:pt x="730" y="4696"/>
                    <a:pt x="865" y="4747"/>
                    <a:pt x="1001" y="4747"/>
                  </a:cubicBezTo>
                  <a:cubicBezTo>
                    <a:pt x="1137" y="4747"/>
                    <a:pt x="1273" y="4696"/>
                    <a:pt x="1377" y="4592"/>
                  </a:cubicBezTo>
                  <a:lnTo>
                    <a:pt x="1406" y="4563"/>
                  </a:lnTo>
                  <a:lnTo>
                    <a:pt x="1011" y="4169"/>
                  </a:lnTo>
                  <a:cubicBezTo>
                    <a:pt x="804" y="3962"/>
                    <a:pt x="804" y="3625"/>
                    <a:pt x="1011" y="3418"/>
                  </a:cubicBezTo>
                  <a:lnTo>
                    <a:pt x="4245" y="185"/>
                  </a:lnTo>
                  <a:lnTo>
                    <a:pt x="4220" y="156"/>
                  </a:lnTo>
                  <a:cubicBezTo>
                    <a:pt x="4117" y="52"/>
                    <a:pt x="3981" y="1"/>
                    <a:pt x="38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1"/>
            <p:cNvSpPr/>
            <p:nvPr/>
          </p:nvSpPr>
          <p:spPr>
            <a:xfrm>
              <a:off x="5419276" y="4055272"/>
              <a:ext cx="46449" cy="45111"/>
            </a:xfrm>
            <a:custGeom>
              <a:rect b="b" l="l" r="r" t="t"/>
              <a:pathLst>
                <a:path extrusionOk="0" h="1720" w="1771">
                  <a:moveTo>
                    <a:pt x="765" y="1"/>
                  </a:moveTo>
                  <a:cubicBezTo>
                    <a:pt x="629" y="1"/>
                    <a:pt x="493" y="52"/>
                    <a:pt x="390" y="156"/>
                  </a:cubicBezTo>
                  <a:lnTo>
                    <a:pt x="0" y="545"/>
                  </a:lnTo>
                  <a:lnTo>
                    <a:pt x="1174" y="1720"/>
                  </a:lnTo>
                  <a:lnTo>
                    <a:pt x="1564" y="1330"/>
                  </a:lnTo>
                  <a:cubicBezTo>
                    <a:pt x="1771" y="1123"/>
                    <a:pt x="1771" y="786"/>
                    <a:pt x="1564" y="579"/>
                  </a:cubicBezTo>
                  <a:lnTo>
                    <a:pt x="1140" y="156"/>
                  </a:lnTo>
                  <a:cubicBezTo>
                    <a:pt x="1037" y="52"/>
                    <a:pt x="901" y="1"/>
                    <a:pt x="76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1"/>
            <p:cNvSpPr/>
            <p:nvPr/>
          </p:nvSpPr>
          <p:spPr>
            <a:xfrm>
              <a:off x="5419276" y="4055299"/>
              <a:ext cx="30555" cy="24759"/>
            </a:xfrm>
            <a:custGeom>
              <a:rect b="b" l="l" r="r" t="t"/>
              <a:pathLst>
                <a:path extrusionOk="0" h="944" w="1165">
                  <a:moveTo>
                    <a:pt x="712" y="1"/>
                  </a:moveTo>
                  <a:cubicBezTo>
                    <a:pt x="698" y="1"/>
                    <a:pt x="679" y="6"/>
                    <a:pt x="664" y="10"/>
                  </a:cubicBezTo>
                  <a:cubicBezTo>
                    <a:pt x="558" y="30"/>
                    <a:pt x="462" y="78"/>
                    <a:pt x="390" y="155"/>
                  </a:cubicBezTo>
                  <a:lnTo>
                    <a:pt x="96" y="448"/>
                  </a:lnTo>
                  <a:lnTo>
                    <a:pt x="0" y="544"/>
                  </a:lnTo>
                  <a:lnTo>
                    <a:pt x="404" y="944"/>
                  </a:lnTo>
                  <a:lnTo>
                    <a:pt x="1165" y="184"/>
                  </a:lnTo>
                  <a:lnTo>
                    <a:pt x="1140" y="155"/>
                  </a:lnTo>
                  <a:cubicBezTo>
                    <a:pt x="1126" y="145"/>
                    <a:pt x="1116" y="135"/>
                    <a:pt x="1102" y="126"/>
                  </a:cubicBezTo>
                  <a:lnTo>
                    <a:pt x="1088" y="111"/>
                  </a:lnTo>
                  <a:cubicBezTo>
                    <a:pt x="1073" y="102"/>
                    <a:pt x="1054" y="87"/>
                    <a:pt x="1039" y="78"/>
                  </a:cubicBezTo>
                  <a:cubicBezTo>
                    <a:pt x="958" y="30"/>
                    <a:pt x="861" y="1"/>
                    <a:pt x="765"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1"/>
            <p:cNvSpPr/>
            <p:nvPr/>
          </p:nvSpPr>
          <p:spPr>
            <a:xfrm>
              <a:off x="5332567" y="3825756"/>
              <a:ext cx="360995" cy="359212"/>
            </a:xfrm>
            <a:custGeom>
              <a:rect b="b" l="l" r="r" t="t"/>
              <a:pathLst>
                <a:path extrusionOk="0" h="13696" w="13764">
                  <a:moveTo>
                    <a:pt x="5284" y="7959"/>
                  </a:moveTo>
                  <a:cubicBezTo>
                    <a:pt x="5442" y="8146"/>
                    <a:pt x="5621" y="8325"/>
                    <a:pt x="5808" y="8483"/>
                  </a:cubicBezTo>
                  <a:lnTo>
                    <a:pt x="5053" y="9239"/>
                  </a:lnTo>
                  <a:cubicBezTo>
                    <a:pt x="5038" y="9220"/>
                    <a:pt x="5024" y="9200"/>
                    <a:pt x="5005" y="9186"/>
                  </a:cubicBezTo>
                  <a:lnTo>
                    <a:pt x="4586" y="8762"/>
                  </a:lnTo>
                  <a:cubicBezTo>
                    <a:pt x="4567" y="8748"/>
                    <a:pt x="4548" y="8729"/>
                    <a:pt x="4528" y="8714"/>
                  </a:cubicBezTo>
                  <a:lnTo>
                    <a:pt x="5284" y="7959"/>
                  </a:lnTo>
                  <a:close/>
                  <a:moveTo>
                    <a:pt x="4064" y="8949"/>
                  </a:moveTo>
                  <a:cubicBezTo>
                    <a:pt x="4148" y="8949"/>
                    <a:pt x="4232" y="8981"/>
                    <a:pt x="4297" y="9046"/>
                  </a:cubicBezTo>
                  <a:lnTo>
                    <a:pt x="4721" y="9465"/>
                  </a:lnTo>
                  <a:cubicBezTo>
                    <a:pt x="4851" y="9595"/>
                    <a:pt x="4851" y="9807"/>
                    <a:pt x="4721" y="9936"/>
                  </a:cubicBezTo>
                  <a:lnTo>
                    <a:pt x="4475" y="10182"/>
                  </a:lnTo>
                  <a:lnTo>
                    <a:pt x="3585" y="9292"/>
                  </a:lnTo>
                  <a:lnTo>
                    <a:pt x="3831" y="9046"/>
                  </a:lnTo>
                  <a:cubicBezTo>
                    <a:pt x="3896" y="8981"/>
                    <a:pt x="3980" y="8949"/>
                    <a:pt x="4064" y="8949"/>
                  </a:cubicBezTo>
                  <a:close/>
                  <a:moveTo>
                    <a:pt x="3301" y="9576"/>
                  </a:moveTo>
                  <a:lnTo>
                    <a:pt x="4191" y="10466"/>
                  </a:lnTo>
                  <a:lnTo>
                    <a:pt x="1458" y="13199"/>
                  </a:lnTo>
                  <a:cubicBezTo>
                    <a:pt x="1393" y="13261"/>
                    <a:pt x="1309" y="13293"/>
                    <a:pt x="1225" y="13293"/>
                  </a:cubicBezTo>
                  <a:cubicBezTo>
                    <a:pt x="1141" y="13293"/>
                    <a:pt x="1057" y="13261"/>
                    <a:pt x="992" y="13199"/>
                  </a:cubicBezTo>
                  <a:lnTo>
                    <a:pt x="568" y="12775"/>
                  </a:lnTo>
                  <a:cubicBezTo>
                    <a:pt x="443" y="12645"/>
                    <a:pt x="443" y="12439"/>
                    <a:pt x="568" y="12309"/>
                  </a:cubicBezTo>
                  <a:lnTo>
                    <a:pt x="3301" y="9576"/>
                  </a:lnTo>
                  <a:close/>
                  <a:moveTo>
                    <a:pt x="8955" y="0"/>
                  </a:moveTo>
                  <a:cubicBezTo>
                    <a:pt x="8952" y="0"/>
                    <a:pt x="8949" y="0"/>
                    <a:pt x="8945" y="0"/>
                  </a:cubicBezTo>
                  <a:cubicBezTo>
                    <a:pt x="5014" y="0"/>
                    <a:pt x="2743" y="4466"/>
                    <a:pt x="5033" y="7641"/>
                  </a:cubicBezTo>
                  <a:lnTo>
                    <a:pt x="4119" y="8551"/>
                  </a:lnTo>
                  <a:cubicBezTo>
                    <a:pt x="4098" y="8549"/>
                    <a:pt x="4077" y="8548"/>
                    <a:pt x="4055" y="8548"/>
                  </a:cubicBezTo>
                  <a:cubicBezTo>
                    <a:pt x="3866" y="8548"/>
                    <a:pt x="3685" y="8624"/>
                    <a:pt x="3547" y="8762"/>
                  </a:cubicBezTo>
                  <a:lnTo>
                    <a:pt x="284" y="12025"/>
                  </a:lnTo>
                  <a:cubicBezTo>
                    <a:pt x="0" y="12309"/>
                    <a:pt x="0" y="12771"/>
                    <a:pt x="284" y="13059"/>
                  </a:cubicBezTo>
                  <a:lnTo>
                    <a:pt x="708" y="13483"/>
                  </a:lnTo>
                  <a:cubicBezTo>
                    <a:pt x="850" y="13625"/>
                    <a:pt x="1036" y="13696"/>
                    <a:pt x="1223" y="13696"/>
                  </a:cubicBezTo>
                  <a:cubicBezTo>
                    <a:pt x="1410" y="13696"/>
                    <a:pt x="1598" y="13625"/>
                    <a:pt x="1742" y="13483"/>
                  </a:cubicBezTo>
                  <a:lnTo>
                    <a:pt x="4615" y="10610"/>
                  </a:lnTo>
                  <a:lnTo>
                    <a:pt x="5005" y="10220"/>
                  </a:lnTo>
                  <a:cubicBezTo>
                    <a:pt x="5154" y="10071"/>
                    <a:pt x="5231" y="9859"/>
                    <a:pt x="5216" y="9648"/>
                  </a:cubicBezTo>
                  <a:lnTo>
                    <a:pt x="6126" y="8734"/>
                  </a:lnTo>
                  <a:cubicBezTo>
                    <a:pt x="6814" y="9229"/>
                    <a:pt x="7617" y="9532"/>
                    <a:pt x="8455" y="9619"/>
                  </a:cubicBezTo>
                  <a:lnTo>
                    <a:pt x="8479" y="9619"/>
                  </a:lnTo>
                  <a:cubicBezTo>
                    <a:pt x="8480" y="9619"/>
                    <a:pt x="8482" y="9619"/>
                    <a:pt x="8484" y="9619"/>
                  </a:cubicBezTo>
                  <a:cubicBezTo>
                    <a:pt x="8739" y="9619"/>
                    <a:pt x="8756" y="9239"/>
                    <a:pt x="8498" y="9220"/>
                  </a:cubicBezTo>
                  <a:cubicBezTo>
                    <a:pt x="7641" y="9133"/>
                    <a:pt x="6828" y="8796"/>
                    <a:pt x="6164" y="8257"/>
                  </a:cubicBezTo>
                  <a:cubicBezTo>
                    <a:pt x="2907" y="5625"/>
                    <a:pt x="4827" y="404"/>
                    <a:pt x="8945" y="404"/>
                  </a:cubicBezTo>
                  <a:cubicBezTo>
                    <a:pt x="8949" y="404"/>
                    <a:pt x="8952" y="404"/>
                    <a:pt x="8955" y="404"/>
                  </a:cubicBezTo>
                  <a:cubicBezTo>
                    <a:pt x="11217" y="404"/>
                    <a:pt x="13113" y="2121"/>
                    <a:pt x="13343" y="4374"/>
                  </a:cubicBezTo>
                  <a:cubicBezTo>
                    <a:pt x="13350" y="4503"/>
                    <a:pt x="13444" y="4563"/>
                    <a:pt x="13539" y="4563"/>
                  </a:cubicBezTo>
                  <a:cubicBezTo>
                    <a:pt x="13650" y="4563"/>
                    <a:pt x="13763" y="4481"/>
                    <a:pt x="13743" y="4331"/>
                  </a:cubicBezTo>
                  <a:cubicBezTo>
                    <a:pt x="13493" y="1870"/>
                    <a:pt x="11424" y="0"/>
                    <a:pt x="8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1"/>
            <p:cNvSpPr/>
            <p:nvPr/>
          </p:nvSpPr>
          <p:spPr>
            <a:xfrm>
              <a:off x="5455601" y="3848783"/>
              <a:ext cx="215328" cy="206804"/>
            </a:xfrm>
            <a:custGeom>
              <a:rect b="b" l="l" r="r" t="t"/>
              <a:pathLst>
                <a:path extrusionOk="0" h="7885" w="8210">
                  <a:moveTo>
                    <a:pt x="4254" y="406"/>
                  </a:moveTo>
                  <a:cubicBezTo>
                    <a:pt x="4710" y="406"/>
                    <a:pt x="5170" y="495"/>
                    <a:pt x="5607" y="676"/>
                  </a:cubicBezTo>
                  <a:cubicBezTo>
                    <a:pt x="6930" y="1225"/>
                    <a:pt x="7791" y="2515"/>
                    <a:pt x="7791" y="3944"/>
                  </a:cubicBezTo>
                  <a:cubicBezTo>
                    <a:pt x="7796" y="5899"/>
                    <a:pt x="6218" y="7480"/>
                    <a:pt x="4263" y="7480"/>
                  </a:cubicBezTo>
                  <a:cubicBezTo>
                    <a:pt x="4260" y="7480"/>
                    <a:pt x="4257" y="7480"/>
                    <a:pt x="4254" y="7480"/>
                  </a:cubicBezTo>
                  <a:cubicBezTo>
                    <a:pt x="2825" y="7480"/>
                    <a:pt x="1531" y="6619"/>
                    <a:pt x="987" y="5300"/>
                  </a:cubicBezTo>
                  <a:cubicBezTo>
                    <a:pt x="439" y="3977"/>
                    <a:pt x="742" y="2452"/>
                    <a:pt x="1752" y="1441"/>
                  </a:cubicBezTo>
                  <a:cubicBezTo>
                    <a:pt x="2428" y="766"/>
                    <a:pt x="3334" y="406"/>
                    <a:pt x="4254" y="406"/>
                  </a:cubicBezTo>
                  <a:close/>
                  <a:moveTo>
                    <a:pt x="4253" y="0"/>
                  </a:moveTo>
                  <a:cubicBezTo>
                    <a:pt x="3228" y="0"/>
                    <a:pt x="2220" y="401"/>
                    <a:pt x="1464" y="1158"/>
                  </a:cubicBezTo>
                  <a:cubicBezTo>
                    <a:pt x="338" y="2284"/>
                    <a:pt x="1" y="3977"/>
                    <a:pt x="612" y="5450"/>
                  </a:cubicBezTo>
                  <a:cubicBezTo>
                    <a:pt x="1223" y="6927"/>
                    <a:pt x="2662" y="7884"/>
                    <a:pt x="4254" y="7884"/>
                  </a:cubicBezTo>
                  <a:cubicBezTo>
                    <a:pt x="4263" y="7884"/>
                    <a:pt x="4272" y="7884"/>
                    <a:pt x="4281" y="7884"/>
                  </a:cubicBezTo>
                  <a:cubicBezTo>
                    <a:pt x="6448" y="7884"/>
                    <a:pt x="8210" y="6114"/>
                    <a:pt x="8195" y="3944"/>
                  </a:cubicBezTo>
                  <a:cubicBezTo>
                    <a:pt x="8195" y="2351"/>
                    <a:pt x="7233" y="912"/>
                    <a:pt x="5761" y="301"/>
                  </a:cubicBezTo>
                  <a:cubicBezTo>
                    <a:pt x="5273" y="99"/>
                    <a:pt x="4761" y="0"/>
                    <a:pt x="42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1"/>
            <p:cNvSpPr/>
            <p:nvPr/>
          </p:nvSpPr>
          <p:spPr>
            <a:xfrm>
              <a:off x="5518075" y="3887574"/>
              <a:ext cx="98353" cy="120437"/>
            </a:xfrm>
            <a:custGeom>
              <a:rect b="b" l="l" r="r" t="t"/>
              <a:pathLst>
                <a:path extrusionOk="0" h="4592" w="3750">
                  <a:moveTo>
                    <a:pt x="1872" y="405"/>
                  </a:moveTo>
                  <a:cubicBezTo>
                    <a:pt x="2604" y="405"/>
                    <a:pt x="2970" y="1291"/>
                    <a:pt x="2455" y="1805"/>
                  </a:cubicBezTo>
                  <a:cubicBezTo>
                    <a:pt x="2286" y="1974"/>
                    <a:pt x="2079" y="2049"/>
                    <a:pt x="1876" y="2049"/>
                  </a:cubicBezTo>
                  <a:cubicBezTo>
                    <a:pt x="1454" y="2049"/>
                    <a:pt x="1050" y="1722"/>
                    <a:pt x="1050" y="1228"/>
                  </a:cubicBezTo>
                  <a:cubicBezTo>
                    <a:pt x="1050" y="771"/>
                    <a:pt x="1420" y="405"/>
                    <a:pt x="1872" y="405"/>
                  </a:cubicBezTo>
                  <a:close/>
                  <a:moveTo>
                    <a:pt x="2450" y="2450"/>
                  </a:moveTo>
                  <a:cubicBezTo>
                    <a:pt x="2945" y="2450"/>
                    <a:pt x="3345" y="2850"/>
                    <a:pt x="3345" y="3345"/>
                  </a:cubicBezTo>
                  <a:lnTo>
                    <a:pt x="3345" y="4187"/>
                  </a:lnTo>
                  <a:lnTo>
                    <a:pt x="2907" y="4187"/>
                  </a:lnTo>
                  <a:lnTo>
                    <a:pt x="2907" y="3302"/>
                  </a:lnTo>
                  <a:cubicBezTo>
                    <a:pt x="2900" y="3177"/>
                    <a:pt x="2802" y="3114"/>
                    <a:pt x="2705" y="3114"/>
                  </a:cubicBezTo>
                  <a:cubicBezTo>
                    <a:pt x="2607" y="3114"/>
                    <a:pt x="2510" y="3177"/>
                    <a:pt x="2503" y="3302"/>
                  </a:cubicBezTo>
                  <a:lnTo>
                    <a:pt x="2503" y="4187"/>
                  </a:lnTo>
                  <a:lnTo>
                    <a:pt x="1242" y="4187"/>
                  </a:lnTo>
                  <a:lnTo>
                    <a:pt x="1242" y="3307"/>
                  </a:lnTo>
                  <a:cubicBezTo>
                    <a:pt x="1235" y="3179"/>
                    <a:pt x="1137" y="3115"/>
                    <a:pt x="1040" y="3115"/>
                  </a:cubicBezTo>
                  <a:cubicBezTo>
                    <a:pt x="943" y="3115"/>
                    <a:pt x="845" y="3179"/>
                    <a:pt x="838" y="3307"/>
                  </a:cubicBezTo>
                  <a:lnTo>
                    <a:pt x="838" y="4187"/>
                  </a:lnTo>
                  <a:lnTo>
                    <a:pt x="400" y="4187"/>
                  </a:lnTo>
                  <a:lnTo>
                    <a:pt x="400" y="3345"/>
                  </a:lnTo>
                  <a:cubicBezTo>
                    <a:pt x="400" y="2850"/>
                    <a:pt x="799" y="2450"/>
                    <a:pt x="1295" y="2450"/>
                  </a:cubicBezTo>
                  <a:close/>
                  <a:moveTo>
                    <a:pt x="1872" y="1"/>
                  </a:moveTo>
                  <a:cubicBezTo>
                    <a:pt x="790" y="1"/>
                    <a:pt x="241" y="1310"/>
                    <a:pt x="1002" y="2084"/>
                  </a:cubicBezTo>
                  <a:cubicBezTo>
                    <a:pt x="414" y="2219"/>
                    <a:pt x="1" y="2744"/>
                    <a:pt x="1" y="3345"/>
                  </a:cubicBezTo>
                  <a:lnTo>
                    <a:pt x="1" y="4202"/>
                  </a:lnTo>
                  <a:cubicBezTo>
                    <a:pt x="1" y="4418"/>
                    <a:pt x="174" y="4591"/>
                    <a:pt x="386" y="4591"/>
                  </a:cubicBezTo>
                  <a:lnTo>
                    <a:pt x="3359" y="4591"/>
                  </a:lnTo>
                  <a:cubicBezTo>
                    <a:pt x="3576" y="4591"/>
                    <a:pt x="3749" y="4418"/>
                    <a:pt x="3749" y="4202"/>
                  </a:cubicBezTo>
                  <a:lnTo>
                    <a:pt x="3749" y="3345"/>
                  </a:lnTo>
                  <a:cubicBezTo>
                    <a:pt x="3749" y="2744"/>
                    <a:pt x="3330" y="2219"/>
                    <a:pt x="2743" y="2084"/>
                  </a:cubicBezTo>
                  <a:cubicBezTo>
                    <a:pt x="3504" y="1310"/>
                    <a:pt x="2955" y="1"/>
                    <a:pt x="1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1"/>
            <p:cNvSpPr/>
            <p:nvPr/>
          </p:nvSpPr>
          <p:spPr>
            <a:xfrm>
              <a:off x="5572470" y="3959411"/>
              <a:ext cx="120751" cy="118627"/>
            </a:xfrm>
            <a:custGeom>
              <a:rect b="b" l="l" r="r" t="t"/>
              <a:pathLst>
                <a:path extrusionOk="0" h="4523" w="4604">
                  <a:moveTo>
                    <a:pt x="4391" y="0"/>
                  </a:moveTo>
                  <a:cubicBezTo>
                    <a:pt x="4301" y="0"/>
                    <a:pt x="4212" y="56"/>
                    <a:pt x="4196" y="173"/>
                  </a:cubicBezTo>
                  <a:cubicBezTo>
                    <a:pt x="3985" y="2261"/>
                    <a:pt x="2334" y="3912"/>
                    <a:pt x="246" y="4124"/>
                  </a:cubicBezTo>
                  <a:cubicBezTo>
                    <a:pt x="1" y="4157"/>
                    <a:pt x="20" y="4513"/>
                    <a:pt x="265" y="4523"/>
                  </a:cubicBezTo>
                  <a:lnTo>
                    <a:pt x="289" y="4523"/>
                  </a:lnTo>
                  <a:cubicBezTo>
                    <a:pt x="2565" y="4292"/>
                    <a:pt x="4365" y="2492"/>
                    <a:pt x="4596" y="216"/>
                  </a:cubicBezTo>
                  <a:cubicBezTo>
                    <a:pt x="4604" y="76"/>
                    <a:pt x="4496" y="0"/>
                    <a:pt x="4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81"/>
          <p:cNvGrpSpPr/>
          <p:nvPr/>
        </p:nvGrpSpPr>
        <p:grpSpPr>
          <a:xfrm>
            <a:off x="5776153" y="3840390"/>
            <a:ext cx="367028" cy="329942"/>
            <a:chOff x="5776153" y="3840390"/>
            <a:chExt cx="367028" cy="329942"/>
          </a:xfrm>
        </p:grpSpPr>
        <p:sp>
          <p:nvSpPr>
            <p:cNvPr id="11392" name="Google Shape;11392;p81"/>
            <p:cNvSpPr/>
            <p:nvPr/>
          </p:nvSpPr>
          <p:spPr>
            <a:xfrm>
              <a:off x="5927853" y="3907139"/>
              <a:ext cx="29060" cy="50881"/>
            </a:xfrm>
            <a:custGeom>
              <a:rect b="b" l="l" r="r" t="t"/>
              <a:pathLst>
                <a:path extrusionOk="0" h="1940" w="1108">
                  <a:moveTo>
                    <a:pt x="520" y="391"/>
                  </a:moveTo>
                  <a:lnTo>
                    <a:pt x="520" y="747"/>
                  </a:lnTo>
                  <a:cubicBezTo>
                    <a:pt x="409" y="708"/>
                    <a:pt x="328" y="660"/>
                    <a:pt x="328" y="559"/>
                  </a:cubicBezTo>
                  <a:cubicBezTo>
                    <a:pt x="328" y="468"/>
                    <a:pt x="400" y="410"/>
                    <a:pt x="520" y="391"/>
                  </a:cubicBezTo>
                  <a:close/>
                  <a:moveTo>
                    <a:pt x="640" y="1117"/>
                  </a:moveTo>
                  <a:cubicBezTo>
                    <a:pt x="741" y="1165"/>
                    <a:pt x="814" y="1223"/>
                    <a:pt x="814" y="1338"/>
                  </a:cubicBezTo>
                  <a:cubicBezTo>
                    <a:pt x="814" y="1449"/>
                    <a:pt x="741" y="1507"/>
                    <a:pt x="640" y="1531"/>
                  </a:cubicBezTo>
                  <a:lnTo>
                    <a:pt x="640" y="1117"/>
                  </a:lnTo>
                  <a:close/>
                  <a:moveTo>
                    <a:pt x="578" y="1"/>
                  </a:moveTo>
                  <a:cubicBezTo>
                    <a:pt x="534" y="1"/>
                    <a:pt x="501" y="30"/>
                    <a:pt x="501" y="63"/>
                  </a:cubicBezTo>
                  <a:lnTo>
                    <a:pt x="501" y="126"/>
                  </a:lnTo>
                  <a:cubicBezTo>
                    <a:pt x="265" y="160"/>
                    <a:pt x="44" y="285"/>
                    <a:pt x="44" y="588"/>
                  </a:cubicBezTo>
                  <a:cubicBezTo>
                    <a:pt x="44" y="891"/>
                    <a:pt x="284" y="982"/>
                    <a:pt x="501" y="1064"/>
                  </a:cubicBezTo>
                  <a:lnTo>
                    <a:pt x="501" y="1531"/>
                  </a:lnTo>
                  <a:cubicBezTo>
                    <a:pt x="294" y="1507"/>
                    <a:pt x="222" y="1358"/>
                    <a:pt x="130" y="1358"/>
                  </a:cubicBezTo>
                  <a:cubicBezTo>
                    <a:pt x="58" y="1358"/>
                    <a:pt x="0" y="1454"/>
                    <a:pt x="0" y="1521"/>
                  </a:cubicBezTo>
                  <a:cubicBezTo>
                    <a:pt x="0" y="1651"/>
                    <a:pt x="212" y="1805"/>
                    <a:pt x="501" y="1815"/>
                  </a:cubicBezTo>
                  <a:lnTo>
                    <a:pt x="501" y="1877"/>
                  </a:lnTo>
                  <a:cubicBezTo>
                    <a:pt x="501" y="1911"/>
                    <a:pt x="539" y="1940"/>
                    <a:pt x="578" y="1940"/>
                  </a:cubicBezTo>
                  <a:cubicBezTo>
                    <a:pt x="621" y="1940"/>
                    <a:pt x="660" y="1906"/>
                    <a:pt x="660" y="1877"/>
                  </a:cubicBezTo>
                  <a:lnTo>
                    <a:pt x="660" y="1805"/>
                  </a:lnTo>
                  <a:cubicBezTo>
                    <a:pt x="924" y="1762"/>
                    <a:pt x="1107" y="1593"/>
                    <a:pt x="1107" y="1305"/>
                  </a:cubicBezTo>
                  <a:cubicBezTo>
                    <a:pt x="1107" y="982"/>
                    <a:pt x="871" y="877"/>
                    <a:pt x="660" y="800"/>
                  </a:cubicBezTo>
                  <a:lnTo>
                    <a:pt x="660" y="386"/>
                  </a:lnTo>
                  <a:cubicBezTo>
                    <a:pt x="818" y="395"/>
                    <a:pt x="871" y="472"/>
                    <a:pt x="939" y="472"/>
                  </a:cubicBezTo>
                  <a:cubicBezTo>
                    <a:pt x="1025" y="472"/>
                    <a:pt x="1064" y="362"/>
                    <a:pt x="1064" y="309"/>
                  </a:cubicBezTo>
                  <a:cubicBezTo>
                    <a:pt x="1064" y="169"/>
                    <a:pt x="814" y="126"/>
                    <a:pt x="660" y="121"/>
                  </a:cubicBezTo>
                  <a:lnTo>
                    <a:pt x="660" y="63"/>
                  </a:lnTo>
                  <a:cubicBezTo>
                    <a:pt x="660" y="30"/>
                    <a:pt x="62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1"/>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1"/>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1"/>
            <p:cNvSpPr/>
            <p:nvPr/>
          </p:nvSpPr>
          <p:spPr>
            <a:xfrm>
              <a:off x="5888092" y="3877738"/>
              <a:ext cx="108818" cy="108818"/>
            </a:xfrm>
            <a:custGeom>
              <a:rect b="b" l="l" r="r" t="t"/>
              <a:pathLst>
                <a:path extrusionOk="0" h="4149" w="4149">
                  <a:moveTo>
                    <a:pt x="2075" y="1"/>
                  </a:moveTo>
                  <a:cubicBezTo>
                    <a:pt x="929" y="1"/>
                    <a:pt x="1" y="929"/>
                    <a:pt x="1" y="2075"/>
                  </a:cubicBezTo>
                  <a:cubicBezTo>
                    <a:pt x="1" y="3220"/>
                    <a:pt x="929" y="4148"/>
                    <a:pt x="2075" y="4148"/>
                  </a:cubicBezTo>
                  <a:cubicBezTo>
                    <a:pt x="3220" y="4148"/>
                    <a:pt x="4148" y="3220"/>
                    <a:pt x="4148" y="2075"/>
                  </a:cubicBezTo>
                  <a:cubicBezTo>
                    <a:pt x="4148" y="929"/>
                    <a:pt x="3220" y="1"/>
                    <a:pt x="2075"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1"/>
            <p:cNvSpPr/>
            <p:nvPr/>
          </p:nvSpPr>
          <p:spPr>
            <a:xfrm>
              <a:off x="5887961" y="3877765"/>
              <a:ext cx="61503" cy="108765"/>
            </a:xfrm>
            <a:custGeom>
              <a:rect b="b" l="l" r="r" t="t"/>
              <a:pathLst>
                <a:path extrusionOk="0" h="4147" w="2345">
                  <a:moveTo>
                    <a:pt x="2070" y="1"/>
                  </a:moveTo>
                  <a:cubicBezTo>
                    <a:pt x="945" y="1"/>
                    <a:pt x="1" y="916"/>
                    <a:pt x="1" y="2074"/>
                  </a:cubicBezTo>
                  <a:cubicBezTo>
                    <a:pt x="1" y="3231"/>
                    <a:pt x="945" y="4146"/>
                    <a:pt x="2070" y="4146"/>
                  </a:cubicBezTo>
                  <a:cubicBezTo>
                    <a:pt x="2160" y="4146"/>
                    <a:pt x="2252" y="4140"/>
                    <a:pt x="2344" y="4128"/>
                  </a:cubicBezTo>
                  <a:cubicBezTo>
                    <a:pt x="1310" y="3993"/>
                    <a:pt x="540" y="3113"/>
                    <a:pt x="540" y="2074"/>
                  </a:cubicBezTo>
                  <a:cubicBezTo>
                    <a:pt x="540" y="1034"/>
                    <a:pt x="1314" y="154"/>
                    <a:pt x="2344" y="19"/>
                  </a:cubicBezTo>
                  <a:cubicBezTo>
                    <a:pt x="2252" y="7"/>
                    <a:pt x="2160" y="1"/>
                    <a:pt x="207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1"/>
            <p:cNvSpPr/>
            <p:nvPr/>
          </p:nvSpPr>
          <p:spPr>
            <a:xfrm>
              <a:off x="5905507" y="3895153"/>
              <a:ext cx="73988" cy="73988"/>
            </a:xfrm>
            <a:custGeom>
              <a:rect b="b" l="l" r="r" t="t"/>
              <a:pathLst>
                <a:path extrusionOk="0" h="2821" w="2821">
                  <a:moveTo>
                    <a:pt x="1411" y="1"/>
                  </a:moveTo>
                  <a:cubicBezTo>
                    <a:pt x="631" y="1"/>
                    <a:pt x="1" y="631"/>
                    <a:pt x="1" y="1411"/>
                  </a:cubicBezTo>
                  <a:cubicBezTo>
                    <a:pt x="1" y="2190"/>
                    <a:pt x="631" y="2820"/>
                    <a:pt x="1411" y="2820"/>
                  </a:cubicBezTo>
                  <a:cubicBezTo>
                    <a:pt x="2190" y="2820"/>
                    <a:pt x="2820" y="2190"/>
                    <a:pt x="2820" y="1411"/>
                  </a:cubicBezTo>
                  <a:cubicBezTo>
                    <a:pt x="2820" y="631"/>
                    <a:pt x="2190" y="1"/>
                    <a:pt x="1411"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1"/>
            <p:cNvSpPr/>
            <p:nvPr/>
          </p:nvSpPr>
          <p:spPr>
            <a:xfrm>
              <a:off x="5905376" y="3895075"/>
              <a:ext cx="44324" cy="74066"/>
            </a:xfrm>
            <a:custGeom>
              <a:rect b="b" l="l" r="r" t="t"/>
              <a:pathLst>
                <a:path extrusionOk="0" h="2824" w="1690">
                  <a:moveTo>
                    <a:pt x="1412" y="0"/>
                  </a:moveTo>
                  <a:cubicBezTo>
                    <a:pt x="649" y="0"/>
                    <a:pt x="1" y="619"/>
                    <a:pt x="1" y="1414"/>
                  </a:cubicBezTo>
                  <a:cubicBezTo>
                    <a:pt x="1" y="2206"/>
                    <a:pt x="646" y="2823"/>
                    <a:pt x="1405" y="2823"/>
                  </a:cubicBezTo>
                  <a:cubicBezTo>
                    <a:pt x="1499" y="2823"/>
                    <a:pt x="1594" y="2814"/>
                    <a:pt x="1690" y="2794"/>
                  </a:cubicBezTo>
                  <a:cubicBezTo>
                    <a:pt x="1026" y="2665"/>
                    <a:pt x="554" y="2087"/>
                    <a:pt x="554" y="1414"/>
                  </a:cubicBezTo>
                  <a:cubicBezTo>
                    <a:pt x="554" y="740"/>
                    <a:pt x="1026" y="162"/>
                    <a:pt x="1690" y="28"/>
                  </a:cubicBezTo>
                  <a:cubicBezTo>
                    <a:pt x="1596" y="9"/>
                    <a:pt x="1503" y="0"/>
                    <a:pt x="14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1"/>
            <p:cNvSpPr/>
            <p:nvPr/>
          </p:nvSpPr>
          <p:spPr>
            <a:xfrm>
              <a:off x="5972387" y="3845951"/>
              <a:ext cx="108818" cy="108792"/>
            </a:xfrm>
            <a:custGeom>
              <a:rect b="b" l="l" r="r" t="t"/>
              <a:pathLst>
                <a:path extrusionOk="0" h="4148" w="4149">
                  <a:moveTo>
                    <a:pt x="2075" y="0"/>
                  </a:moveTo>
                  <a:cubicBezTo>
                    <a:pt x="930" y="0"/>
                    <a:pt x="1" y="929"/>
                    <a:pt x="1" y="2074"/>
                  </a:cubicBezTo>
                  <a:cubicBezTo>
                    <a:pt x="1" y="3219"/>
                    <a:pt x="930" y="4148"/>
                    <a:pt x="2075" y="4148"/>
                  </a:cubicBezTo>
                  <a:cubicBezTo>
                    <a:pt x="3220" y="4148"/>
                    <a:pt x="4149" y="3219"/>
                    <a:pt x="4149" y="2074"/>
                  </a:cubicBezTo>
                  <a:cubicBezTo>
                    <a:pt x="4149" y="929"/>
                    <a:pt x="3220" y="0"/>
                    <a:pt x="207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1"/>
            <p:cNvSpPr/>
            <p:nvPr/>
          </p:nvSpPr>
          <p:spPr>
            <a:xfrm>
              <a:off x="5972282" y="3845977"/>
              <a:ext cx="61477" cy="108739"/>
            </a:xfrm>
            <a:custGeom>
              <a:rect b="b" l="l" r="r" t="t"/>
              <a:pathLst>
                <a:path extrusionOk="0" h="4146" w="2344">
                  <a:moveTo>
                    <a:pt x="2069" y="0"/>
                  </a:moveTo>
                  <a:cubicBezTo>
                    <a:pt x="944" y="0"/>
                    <a:pt x="0" y="915"/>
                    <a:pt x="0" y="2073"/>
                  </a:cubicBezTo>
                  <a:cubicBezTo>
                    <a:pt x="0" y="3235"/>
                    <a:pt x="944" y="4146"/>
                    <a:pt x="2068" y="4146"/>
                  </a:cubicBezTo>
                  <a:cubicBezTo>
                    <a:pt x="2159" y="4146"/>
                    <a:pt x="2251" y="4140"/>
                    <a:pt x="2343" y="4128"/>
                  </a:cubicBezTo>
                  <a:cubicBezTo>
                    <a:pt x="1314" y="3993"/>
                    <a:pt x="539" y="3117"/>
                    <a:pt x="539" y="2073"/>
                  </a:cubicBezTo>
                  <a:cubicBezTo>
                    <a:pt x="539" y="1034"/>
                    <a:pt x="1314" y="153"/>
                    <a:pt x="2343" y="18"/>
                  </a:cubicBezTo>
                  <a:cubicBezTo>
                    <a:pt x="2251" y="6"/>
                    <a:pt x="2159" y="0"/>
                    <a:pt x="2069"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1"/>
            <p:cNvSpPr/>
            <p:nvPr/>
          </p:nvSpPr>
          <p:spPr>
            <a:xfrm>
              <a:off x="5989802" y="3863366"/>
              <a:ext cx="73988" cy="73962"/>
            </a:xfrm>
            <a:custGeom>
              <a:rect b="b" l="l" r="r" t="t"/>
              <a:pathLst>
                <a:path extrusionOk="0" h="2820" w="2821">
                  <a:moveTo>
                    <a:pt x="1411" y="0"/>
                  </a:moveTo>
                  <a:cubicBezTo>
                    <a:pt x="631" y="0"/>
                    <a:pt x="1" y="630"/>
                    <a:pt x="1" y="1410"/>
                  </a:cubicBezTo>
                  <a:cubicBezTo>
                    <a:pt x="1" y="2189"/>
                    <a:pt x="631" y="2820"/>
                    <a:pt x="1411" y="2820"/>
                  </a:cubicBezTo>
                  <a:cubicBezTo>
                    <a:pt x="2190" y="2820"/>
                    <a:pt x="2821" y="2189"/>
                    <a:pt x="2821" y="1410"/>
                  </a:cubicBezTo>
                  <a:cubicBezTo>
                    <a:pt x="2821" y="630"/>
                    <a:pt x="2190" y="0"/>
                    <a:pt x="141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1"/>
            <p:cNvSpPr/>
            <p:nvPr/>
          </p:nvSpPr>
          <p:spPr>
            <a:xfrm>
              <a:off x="5989697" y="3863366"/>
              <a:ext cx="44324" cy="74066"/>
            </a:xfrm>
            <a:custGeom>
              <a:rect b="b" l="l" r="r" t="t"/>
              <a:pathLst>
                <a:path extrusionOk="0" h="2824" w="1690">
                  <a:moveTo>
                    <a:pt x="1405" y="0"/>
                  </a:moveTo>
                  <a:cubicBezTo>
                    <a:pt x="645" y="0"/>
                    <a:pt x="0" y="617"/>
                    <a:pt x="0" y="1410"/>
                  </a:cubicBezTo>
                  <a:cubicBezTo>
                    <a:pt x="0" y="2205"/>
                    <a:pt x="649" y="2823"/>
                    <a:pt x="1411" y="2823"/>
                  </a:cubicBezTo>
                  <a:cubicBezTo>
                    <a:pt x="1502" y="2823"/>
                    <a:pt x="1595" y="2814"/>
                    <a:pt x="1689" y="2796"/>
                  </a:cubicBezTo>
                  <a:cubicBezTo>
                    <a:pt x="1030" y="2666"/>
                    <a:pt x="553" y="2084"/>
                    <a:pt x="553" y="1410"/>
                  </a:cubicBezTo>
                  <a:cubicBezTo>
                    <a:pt x="553" y="736"/>
                    <a:pt x="1030" y="159"/>
                    <a:pt x="1689" y="29"/>
                  </a:cubicBezTo>
                  <a:cubicBezTo>
                    <a:pt x="1593" y="10"/>
                    <a:pt x="1498" y="0"/>
                    <a:pt x="1405"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1"/>
            <p:cNvSpPr/>
            <p:nvPr/>
          </p:nvSpPr>
          <p:spPr>
            <a:xfrm>
              <a:off x="5781976" y="4027550"/>
              <a:ext cx="122430" cy="137904"/>
            </a:xfrm>
            <a:custGeom>
              <a:rect b="b" l="l" r="r" t="t"/>
              <a:pathLst>
                <a:path extrusionOk="0" h="5258" w="4668">
                  <a:moveTo>
                    <a:pt x="3104" y="0"/>
                  </a:moveTo>
                  <a:lnTo>
                    <a:pt x="221" y="1088"/>
                  </a:lnTo>
                  <a:cubicBezTo>
                    <a:pt x="72" y="1145"/>
                    <a:pt x="0" y="1309"/>
                    <a:pt x="53" y="1453"/>
                  </a:cubicBezTo>
                  <a:lnTo>
                    <a:pt x="1419" y="5072"/>
                  </a:lnTo>
                  <a:cubicBezTo>
                    <a:pt x="1461" y="5188"/>
                    <a:pt x="1569" y="5257"/>
                    <a:pt x="1686" y="5257"/>
                  </a:cubicBezTo>
                  <a:cubicBezTo>
                    <a:pt x="1719" y="5257"/>
                    <a:pt x="1752" y="5252"/>
                    <a:pt x="1785" y="5240"/>
                  </a:cubicBezTo>
                  <a:lnTo>
                    <a:pt x="4667" y="4153"/>
                  </a:lnTo>
                  <a:lnTo>
                    <a:pt x="3104"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1"/>
            <p:cNvSpPr/>
            <p:nvPr/>
          </p:nvSpPr>
          <p:spPr>
            <a:xfrm>
              <a:off x="5815783" y="4120684"/>
              <a:ext cx="88623" cy="44770"/>
            </a:xfrm>
            <a:custGeom>
              <a:rect b="b" l="l" r="r" t="t"/>
              <a:pathLst>
                <a:path extrusionOk="0" h="1707" w="3379">
                  <a:moveTo>
                    <a:pt x="3152" y="0"/>
                  </a:moveTo>
                  <a:lnTo>
                    <a:pt x="3099" y="19"/>
                  </a:lnTo>
                  <a:lnTo>
                    <a:pt x="1" y="1184"/>
                  </a:lnTo>
                  <a:lnTo>
                    <a:pt x="130" y="1521"/>
                  </a:lnTo>
                  <a:cubicBezTo>
                    <a:pt x="172" y="1637"/>
                    <a:pt x="280" y="1706"/>
                    <a:pt x="397" y="1706"/>
                  </a:cubicBezTo>
                  <a:cubicBezTo>
                    <a:pt x="430" y="1706"/>
                    <a:pt x="463" y="1701"/>
                    <a:pt x="496" y="1689"/>
                  </a:cubicBezTo>
                  <a:lnTo>
                    <a:pt x="3378" y="602"/>
                  </a:lnTo>
                  <a:lnTo>
                    <a:pt x="315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1"/>
            <p:cNvSpPr/>
            <p:nvPr/>
          </p:nvSpPr>
          <p:spPr>
            <a:xfrm>
              <a:off x="5900340" y="3964840"/>
              <a:ext cx="238277" cy="147399"/>
            </a:xfrm>
            <a:custGeom>
              <a:rect b="b" l="l" r="r" t="t"/>
              <a:pathLst>
                <a:path extrusionOk="0" h="5620" w="9085">
                  <a:moveTo>
                    <a:pt x="8081" y="0"/>
                  </a:moveTo>
                  <a:cubicBezTo>
                    <a:pt x="7717" y="0"/>
                    <a:pt x="7423" y="292"/>
                    <a:pt x="7386" y="322"/>
                  </a:cubicBezTo>
                  <a:lnTo>
                    <a:pt x="5005" y="2300"/>
                  </a:lnTo>
                  <a:cubicBezTo>
                    <a:pt x="5005" y="2300"/>
                    <a:pt x="4971" y="1621"/>
                    <a:pt x="4254" y="1621"/>
                  </a:cubicBezTo>
                  <a:cubicBezTo>
                    <a:pt x="3688" y="1621"/>
                    <a:pt x="3263" y="1619"/>
                    <a:pt x="2934" y="1619"/>
                  </a:cubicBezTo>
                  <a:cubicBezTo>
                    <a:pt x="2114" y="1619"/>
                    <a:pt x="1898" y="1636"/>
                    <a:pt x="1588" y="1756"/>
                  </a:cubicBezTo>
                  <a:lnTo>
                    <a:pt x="0" y="2410"/>
                  </a:lnTo>
                  <a:lnTo>
                    <a:pt x="1213" y="5620"/>
                  </a:lnTo>
                  <a:cubicBezTo>
                    <a:pt x="2174" y="5219"/>
                    <a:pt x="2105" y="5173"/>
                    <a:pt x="3079" y="5173"/>
                  </a:cubicBezTo>
                  <a:cubicBezTo>
                    <a:pt x="3367" y="5173"/>
                    <a:pt x="3748" y="5177"/>
                    <a:pt x="4273" y="5177"/>
                  </a:cubicBezTo>
                  <a:cubicBezTo>
                    <a:pt x="4543" y="5163"/>
                    <a:pt x="5149" y="5071"/>
                    <a:pt x="5606" y="4547"/>
                  </a:cubicBezTo>
                  <a:lnTo>
                    <a:pt x="8541" y="1400"/>
                  </a:lnTo>
                  <a:cubicBezTo>
                    <a:pt x="8633" y="1289"/>
                    <a:pt x="9085" y="707"/>
                    <a:pt x="8580" y="211"/>
                  </a:cubicBezTo>
                  <a:cubicBezTo>
                    <a:pt x="8411" y="55"/>
                    <a:pt x="8239" y="0"/>
                    <a:pt x="8081"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1"/>
            <p:cNvSpPr/>
            <p:nvPr/>
          </p:nvSpPr>
          <p:spPr>
            <a:xfrm>
              <a:off x="5900471" y="4021098"/>
              <a:ext cx="48364" cy="91141"/>
            </a:xfrm>
            <a:custGeom>
              <a:rect b="b" l="l" r="r" t="t"/>
              <a:pathLst>
                <a:path extrusionOk="0" h="3475" w="1844">
                  <a:moveTo>
                    <a:pt x="635" y="1"/>
                  </a:moveTo>
                  <a:lnTo>
                    <a:pt x="0" y="265"/>
                  </a:lnTo>
                  <a:lnTo>
                    <a:pt x="1208" y="3475"/>
                  </a:lnTo>
                  <a:lnTo>
                    <a:pt x="1843" y="3210"/>
                  </a:lnTo>
                  <a:lnTo>
                    <a:pt x="635"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1"/>
            <p:cNvSpPr/>
            <p:nvPr/>
          </p:nvSpPr>
          <p:spPr>
            <a:xfrm>
              <a:off x="5861970" y="4016980"/>
              <a:ext cx="74617" cy="119991"/>
            </a:xfrm>
            <a:custGeom>
              <a:rect b="b" l="l" r="r" t="t"/>
              <a:pathLst>
                <a:path extrusionOk="0" h="4575" w="2845">
                  <a:moveTo>
                    <a:pt x="1175" y="0"/>
                  </a:moveTo>
                  <a:cubicBezTo>
                    <a:pt x="1145" y="0"/>
                    <a:pt x="1114" y="6"/>
                    <a:pt x="1083" y="18"/>
                  </a:cubicBezTo>
                  <a:lnTo>
                    <a:pt x="1" y="422"/>
                  </a:lnTo>
                  <a:lnTo>
                    <a:pt x="1564" y="4575"/>
                  </a:lnTo>
                  <a:lnTo>
                    <a:pt x="2647" y="4166"/>
                  </a:lnTo>
                  <a:cubicBezTo>
                    <a:pt x="2777" y="4118"/>
                    <a:pt x="2844" y="3973"/>
                    <a:pt x="2796" y="3844"/>
                  </a:cubicBezTo>
                  <a:lnTo>
                    <a:pt x="1411" y="163"/>
                  </a:lnTo>
                  <a:cubicBezTo>
                    <a:pt x="1370" y="63"/>
                    <a:pt x="1276" y="0"/>
                    <a:pt x="117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1"/>
            <p:cNvSpPr/>
            <p:nvPr/>
          </p:nvSpPr>
          <p:spPr>
            <a:xfrm>
              <a:off x="5897193" y="4107177"/>
              <a:ext cx="39394" cy="29690"/>
            </a:xfrm>
            <a:custGeom>
              <a:rect b="b" l="l" r="r" t="t"/>
              <a:pathLst>
                <a:path extrusionOk="0" h="1132" w="1502">
                  <a:moveTo>
                    <a:pt x="1299" y="0"/>
                  </a:moveTo>
                  <a:cubicBezTo>
                    <a:pt x="1270" y="39"/>
                    <a:pt x="1227" y="68"/>
                    <a:pt x="1184" y="87"/>
                  </a:cubicBezTo>
                  <a:lnTo>
                    <a:pt x="0" y="530"/>
                  </a:lnTo>
                  <a:lnTo>
                    <a:pt x="226" y="1131"/>
                  </a:lnTo>
                  <a:lnTo>
                    <a:pt x="1309" y="727"/>
                  </a:lnTo>
                  <a:cubicBezTo>
                    <a:pt x="1434" y="674"/>
                    <a:pt x="1501" y="534"/>
                    <a:pt x="1453" y="405"/>
                  </a:cubicBezTo>
                  <a:lnTo>
                    <a:pt x="1299"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1"/>
            <p:cNvSpPr/>
            <p:nvPr/>
          </p:nvSpPr>
          <p:spPr>
            <a:xfrm>
              <a:off x="5927722" y="3906903"/>
              <a:ext cx="29427" cy="50750"/>
            </a:xfrm>
            <a:custGeom>
              <a:rect b="b" l="l" r="r" t="t"/>
              <a:pathLst>
                <a:path extrusionOk="0" h="1935" w="1122">
                  <a:moveTo>
                    <a:pt x="535" y="385"/>
                  </a:moveTo>
                  <a:lnTo>
                    <a:pt x="535" y="746"/>
                  </a:lnTo>
                  <a:cubicBezTo>
                    <a:pt x="390" y="688"/>
                    <a:pt x="342" y="640"/>
                    <a:pt x="342" y="554"/>
                  </a:cubicBezTo>
                  <a:cubicBezTo>
                    <a:pt x="342" y="448"/>
                    <a:pt x="429" y="404"/>
                    <a:pt x="535" y="385"/>
                  </a:cubicBezTo>
                  <a:close/>
                  <a:moveTo>
                    <a:pt x="655" y="1116"/>
                  </a:moveTo>
                  <a:cubicBezTo>
                    <a:pt x="799" y="1179"/>
                    <a:pt x="828" y="1251"/>
                    <a:pt x="828" y="1333"/>
                  </a:cubicBezTo>
                  <a:cubicBezTo>
                    <a:pt x="828" y="1444"/>
                    <a:pt x="761" y="1501"/>
                    <a:pt x="655" y="1525"/>
                  </a:cubicBezTo>
                  <a:lnTo>
                    <a:pt x="655" y="1116"/>
                  </a:lnTo>
                  <a:close/>
                  <a:moveTo>
                    <a:pt x="592" y="0"/>
                  </a:moveTo>
                  <a:cubicBezTo>
                    <a:pt x="554" y="0"/>
                    <a:pt x="511" y="24"/>
                    <a:pt x="511" y="63"/>
                  </a:cubicBezTo>
                  <a:lnTo>
                    <a:pt x="511" y="125"/>
                  </a:lnTo>
                  <a:cubicBezTo>
                    <a:pt x="236" y="164"/>
                    <a:pt x="54" y="313"/>
                    <a:pt x="54" y="587"/>
                  </a:cubicBezTo>
                  <a:cubicBezTo>
                    <a:pt x="54" y="876"/>
                    <a:pt x="270" y="967"/>
                    <a:pt x="511" y="1064"/>
                  </a:cubicBezTo>
                  <a:lnTo>
                    <a:pt x="511" y="1525"/>
                  </a:lnTo>
                  <a:cubicBezTo>
                    <a:pt x="390" y="1511"/>
                    <a:pt x="333" y="1468"/>
                    <a:pt x="212" y="1372"/>
                  </a:cubicBezTo>
                  <a:cubicBezTo>
                    <a:pt x="193" y="1355"/>
                    <a:pt x="169" y="1348"/>
                    <a:pt x="147" y="1348"/>
                  </a:cubicBezTo>
                  <a:cubicBezTo>
                    <a:pt x="109" y="1348"/>
                    <a:pt x="72" y="1369"/>
                    <a:pt x="54" y="1405"/>
                  </a:cubicBezTo>
                  <a:cubicBezTo>
                    <a:pt x="1" y="1468"/>
                    <a:pt x="1" y="1554"/>
                    <a:pt x="54" y="1617"/>
                  </a:cubicBezTo>
                  <a:cubicBezTo>
                    <a:pt x="145" y="1737"/>
                    <a:pt x="342" y="1805"/>
                    <a:pt x="515" y="1805"/>
                  </a:cubicBezTo>
                  <a:lnTo>
                    <a:pt x="515" y="1872"/>
                  </a:lnTo>
                  <a:cubicBezTo>
                    <a:pt x="515" y="1906"/>
                    <a:pt x="554" y="1934"/>
                    <a:pt x="597" y="1934"/>
                  </a:cubicBezTo>
                  <a:cubicBezTo>
                    <a:pt x="636" y="1934"/>
                    <a:pt x="674" y="1910"/>
                    <a:pt x="674" y="1872"/>
                  </a:cubicBezTo>
                  <a:lnTo>
                    <a:pt x="674" y="1800"/>
                  </a:lnTo>
                  <a:cubicBezTo>
                    <a:pt x="924" y="1761"/>
                    <a:pt x="1122" y="1602"/>
                    <a:pt x="1122" y="1299"/>
                  </a:cubicBezTo>
                  <a:cubicBezTo>
                    <a:pt x="1117" y="1015"/>
                    <a:pt x="939" y="895"/>
                    <a:pt x="674" y="794"/>
                  </a:cubicBezTo>
                  <a:lnTo>
                    <a:pt x="674" y="385"/>
                  </a:lnTo>
                  <a:cubicBezTo>
                    <a:pt x="732" y="385"/>
                    <a:pt x="790" y="404"/>
                    <a:pt x="847" y="433"/>
                  </a:cubicBezTo>
                  <a:cubicBezTo>
                    <a:pt x="872" y="444"/>
                    <a:pt x="912" y="469"/>
                    <a:pt x="954" y="469"/>
                  </a:cubicBezTo>
                  <a:cubicBezTo>
                    <a:pt x="985" y="469"/>
                    <a:pt x="1018" y="455"/>
                    <a:pt x="1045" y="409"/>
                  </a:cubicBezTo>
                  <a:cubicBezTo>
                    <a:pt x="1088" y="351"/>
                    <a:pt x="1083" y="270"/>
                    <a:pt x="1035" y="222"/>
                  </a:cubicBezTo>
                  <a:cubicBezTo>
                    <a:pt x="944" y="145"/>
                    <a:pt x="785" y="120"/>
                    <a:pt x="674" y="120"/>
                  </a:cubicBezTo>
                  <a:lnTo>
                    <a:pt x="674" y="63"/>
                  </a:lnTo>
                  <a:cubicBezTo>
                    <a:pt x="674" y="24"/>
                    <a:pt x="631" y="0"/>
                    <a:pt x="5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1"/>
            <p:cNvSpPr/>
            <p:nvPr/>
          </p:nvSpPr>
          <p:spPr>
            <a:xfrm>
              <a:off x="5970499" y="3857806"/>
              <a:ext cx="98720" cy="84505"/>
            </a:xfrm>
            <a:custGeom>
              <a:rect b="b" l="l" r="r" t="t"/>
              <a:pathLst>
                <a:path extrusionOk="0" h="3222" w="3764">
                  <a:moveTo>
                    <a:pt x="2146" y="397"/>
                  </a:moveTo>
                  <a:cubicBezTo>
                    <a:pt x="2768" y="397"/>
                    <a:pt x="3364" y="880"/>
                    <a:pt x="3364" y="1612"/>
                  </a:cubicBezTo>
                  <a:cubicBezTo>
                    <a:pt x="3364" y="2276"/>
                    <a:pt x="2820" y="2820"/>
                    <a:pt x="2152" y="2820"/>
                  </a:cubicBezTo>
                  <a:cubicBezTo>
                    <a:pt x="1074" y="2820"/>
                    <a:pt x="535" y="1516"/>
                    <a:pt x="1295" y="756"/>
                  </a:cubicBezTo>
                  <a:cubicBezTo>
                    <a:pt x="1543" y="508"/>
                    <a:pt x="1847" y="397"/>
                    <a:pt x="2146" y="397"/>
                  </a:cubicBezTo>
                  <a:close/>
                  <a:moveTo>
                    <a:pt x="2152" y="0"/>
                  </a:moveTo>
                  <a:cubicBezTo>
                    <a:pt x="718" y="0"/>
                    <a:pt x="1" y="1733"/>
                    <a:pt x="1011" y="2748"/>
                  </a:cubicBezTo>
                  <a:cubicBezTo>
                    <a:pt x="1321" y="3057"/>
                    <a:pt x="1733" y="3222"/>
                    <a:pt x="2153" y="3222"/>
                  </a:cubicBezTo>
                  <a:cubicBezTo>
                    <a:pt x="2360" y="3222"/>
                    <a:pt x="2569" y="3182"/>
                    <a:pt x="2768" y="3099"/>
                  </a:cubicBezTo>
                  <a:cubicBezTo>
                    <a:pt x="3374" y="2849"/>
                    <a:pt x="3764" y="2262"/>
                    <a:pt x="3764" y="1608"/>
                  </a:cubicBezTo>
                  <a:cubicBezTo>
                    <a:pt x="3764" y="722"/>
                    <a:pt x="3042" y="0"/>
                    <a:pt x="21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1"/>
            <p:cNvSpPr/>
            <p:nvPr/>
          </p:nvSpPr>
          <p:spPr>
            <a:xfrm>
              <a:off x="5875109" y="3840390"/>
              <a:ext cx="211184" cy="151097"/>
            </a:xfrm>
            <a:custGeom>
              <a:rect b="b" l="l" r="r" t="t"/>
              <a:pathLst>
                <a:path extrusionOk="0" h="5761" w="8052">
                  <a:moveTo>
                    <a:pt x="2573" y="2274"/>
                  </a:moveTo>
                  <a:cubicBezTo>
                    <a:pt x="2967" y="2274"/>
                    <a:pt x="3350" y="2468"/>
                    <a:pt x="3580" y="2815"/>
                  </a:cubicBezTo>
                  <a:cubicBezTo>
                    <a:pt x="3623" y="2988"/>
                    <a:pt x="3691" y="3162"/>
                    <a:pt x="3772" y="3325"/>
                  </a:cubicBezTo>
                  <a:cubicBezTo>
                    <a:pt x="3782" y="3378"/>
                    <a:pt x="3787" y="3431"/>
                    <a:pt x="3787" y="3484"/>
                  </a:cubicBezTo>
                  <a:cubicBezTo>
                    <a:pt x="3787" y="4086"/>
                    <a:pt x="3344" y="4596"/>
                    <a:pt x="2752" y="4682"/>
                  </a:cubicBezTo>
                  <a:cubicBezTo>
                    <a:pt x="2691" y="4692"/>
                    <a:pt x="2630" y="4696"/>
                    <a:pt x="2569" y="4696"/>
                  </a:cubicBezTo>
                  <a:cubicBezTo>
                    <a:pt x="2046" y="4696"/>
                    <a:pt x="1570" y="4353"/>
                    <a:pt x="1415" y="3835"/>
                  </a:cubicBezTo>
                  <a:cubicBezTo>
                    <a:pt x="1242" y="3263"/>
                    <a:pt x="1511" y="2647"/>
                    <a:pt x="2055" y="2392"/>
                  </a:cubicBezTo>
                  <a:cubicBezTo>
                    <a:pt x="2222" y="2312"/>
                    <a:pt x="2398" y="2274"/>
                    <a:pt x="2573" y="2274"/>
                  </a:cubicBezTo>
                  <a:close/>
                  <a:moveTo>
                    <a:pt x="2574" y="1612"/>
                  </a:moveTo>
                  <a:cubicBezTo>
                    <a:pt x="2921" y="1612"/>
                    <a:pt x="3258" y="1709"/>
                    <a:pt x="3551" y="1887"/>
                  </a:cubicBezTo>
                  <a:cubicBezTo>
                    <a:pt x="3532" y="1983"/>
                    <a:pt x="3522" y="2079"/>
                    <a:pt x="3517" y="2180"/>
                  </a:cubicBezTo>
                  <a:cubicBezTo>
                    <a:pt x="3235" y="1976"/>
                    <a:pt x="2905" y="1874"/>
                    <a:pt x="2575" y="1874"/>
                  </a:cubicBezTo>
                  <a:cubicBezTo>
                    <a:pt x="2230" y="1874"/>
                    <a:pt x="1885" y="1985"/>
                    <a:pt x="1598" y="2204"/>
                  </a:cubicBezTo>
                  <a:cubicBezTo>
                    <a:pt x="1035" y="2637"/>
                    <a:pt x="818" y="3388"/>
                    <a:pt x="1068" y="4052"/>
                  </a:cubicBezTo>
                  <a:cubicBezTo>
                    <a:pt x="1305" y="4686"/>
                    <a:pt x="1910" y="5095"/>
                    <a:pt x="2575" y="5095"/>
                  </a:cubicBezTo>
                  <a:cubicBezTo>
                    <a:pt x="2611" y="5095"/>
                    <a:pt x="2648" y="5094"/>
                    <a:pt x="2685" y="5091"/>
                  </a:cubicBezTo>
                  <a:cubicBezTo>
                    <a:pt x="3392" y="5043"/>
                    <a:pt x="3989" y="4538"/>
                    <a:pt x="4148" y="3845"/>
                  </a:cubicBezTo>
                  <a:cubicBezTo>
                    <a:pt x="4215" y="3912"/>
                    <a:pt x="4287" y="3980"/>
                    <a:pt x="4364" y="4042"/>
                  </a:cubicBezTo>
                  <a:cubicBezTo>
                    <a:pt x="4099" y="4893"/>
                    <a:pt x="3339" y="5359"/>
                    <a:pt x="2569" y="5359"/>
                  </a:cubicBezTo>
                  <a:cubicBezTo>
                    <a:pt x="2012" y="5359"/>
                    <a:pt x="1450" y="5115"/>
                    <a:pt x="1068" y="4596"/>
                  </a:cubicBezTo>
                  <a:cubicBezTo>
                    <a:pt x="159" y="3359"/>
                    <a:pt x="1039" y="1612"/>
                    <a:pt x="2574" y="1612"/>
                  </a:cubicBezTo>
                  <a:close/>
                  <a:moveTo>
                    <a:pt x="5782" y="0"/>
                  </a:moveTo>
                  <a:cubicBezTo>
                    <a:pt x="4840" y="0"/>
                    <a:pt x="3986" y="592"/>
                    <a:pt x="3657" y="1482"/>
                  </a:cubicBezTo>
                  <a:cubicBezTo>
                    <a:pt x="3309" y="1293"/>
                    <a:pt x="2937" y="1205"/>
                    <a:pt x="2574" y="1205"/>
                  </a:cubicBezTo>
                  <a:cubicBezTo>
                    <a:pt x="1576" y="1205"/>
                    <a:pt x="634" y="1867"/>
                    <a:pt x="366" y="2921"/>
                  </a:cubicBezTo>
                  <a:cubicBezTo>
                    <a:pt x="0" y="4360"/>
                    <a:pt x="1092" y="5755"/>
                    <a:pt x="2574" y="5755"/>
                  </a:cubicBezTo>
                  <a:lnTo>
                    <a:pt x="2574" y="5760"/>
                  </a:lnTo>
                  <a:cubicBezTo>
                    <a:pt x="3527" y="5760"/>
                    <a:pt x="4379" y="5168"/>
                    <a:pt x="4706" y="4273"/>
                  </a:cubicBezTo>
                  <a:cubicBezTo>
                    <a:pt x="5047" y="4458"/>
                    <a:pt x="5419" y="4548"/>
                    <a:pt x="5790" y="4548"/>
                  </a:cubicBezTo>
                  <a:cubicBezTo>
                    <a:pt x="6298" y="4548"/>
                    <a:pt x="6801" y="4378"/>
                    <a:pt x="7213" y="4047"/>
                  </a:cubicBezTo>
                  <a:cubicBezTo>
                    <a:pt x="7612" y="3725"/>
                    <a:pt x="7887" y="3282"/>
                    <a:pt x="8007" y="2786"/>
                  </a:cubicBezTo>
                  <a:cubicBezTo>
                    <a:pt x="8052" y="2629"/>
                    <a:pt x="7926" y="2529"/>
                    <a:pt x="7804" y="2529"/>
                  </a:cubicBezTo>
                  <a:cubicBezTo>
                    <a:pt x="7717" y="2529"/>
                    <a:pt x="7632" y="2579"/>
                    <a:pt x="7612" y="2695"/>
                  </a:cubicBezTo>
                  <a:cubicBezTo>
                    <a:pt x="7439" y="3450"/>
                    <a:pt x="6818" y="4018"/>
                    <a:pt x="6058" y="4124"/>
                  </a:cubicBezTo>
                  <a:cubicBezTo>
                    <a:pt x="5968" y="4137"/>
                    <a:pt x="5878" y="4143"/>
                    <a:pt x="5789" y="4143"/>
                  </a:cubicBezTo>
                  <a:cubicBezTo>
                    <a:pt x="5121" y="4143"/>
                    <a:pt x="4493" y="3785"/>
                    <a:pt x="4157" y="3191"/>
                  </a:cubicBezTo>
                  <a:cubicBezTo>
                    <a:pt x="4124" y="3003"/>
                    <a:pt x="4056" y="2820"/>
                    <a:pt x="3955" y="2656"/>
                  </a:cubicBezTo>
                  <a:cubicBezTo>
                    <a:pt x="3753" y="1656"/>
                    <a:pt x="4388" y="674"/>
                    <a:pt x="5389" y="453"/>
                  </a:cubicBezTo>
                  <a:cubicBezTo>
                    <a:pt x="5523" y="424"/>
                    <a:pt x="5657" y="410"/>
                    <a:pt x="5789" y="410"/>
                  </a:cubicBezTo>
                  <a:cubicBezTo>
                    <a:pt x="6638" y="410"/>
                    <a:pt x="7408" y="990"/>
                    <a:pt x="7612" y="1848"/>
                  </a:cubicBezTo>
                  <a:cubicBezTo>
                    <a:pt x="7632" y="1965"/>
                    <a:pt x="7719" y="2016"/>
                    <a:pt x="7806" y="2016"/>
                  </a:cubicBezTo>
                  <a:cubicBezTo>
                    <a:pt x="7927" y="2016"/>
                    <a:pt x="8052" y="1918"/>
                    <a:pt x="8007" y="1761"/>
                  </a:cubicBezTo>
                  <a:cubicBezTo>
                    <a:pt x="7776" y="780"/>
                    <a:pt x="6934" y="68"/>
                    <a:pt x="5933" y="5"/>
                  </a:cubicBezTo>
                  <a:cubicBezTo>
                    <a:pt x="5882" y="2"/>
                    <a:pt x="5832" y="0"/>
                    <a:pt x="5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1"/>
            <p:cNvSpPr/>
            <p:nvPr/>
          </p:nvSpPr>
          <p:spPr>
            <a:xfrm>
              <a:off x="6012410" y="3875089"/>
              <a:ext cx="29034" cy="50881"/>
            </a:xfrm>
            <a:custGeom>
              <a:rect b="b" l="l" r="r" t="t"/>
              <a:pathLst>
                <a:path extrusionOk="0" h="1940" w="1107">
                  <a:moveTo>
                    <a:pt x="515" y="390"/>
                  </a:moveTo>
                  <a:lnTo>
                    <a:pt x="515" y="746"/>
                  </a:lnTo>
                  <a:cubicBezTo>
                    <a:pt x="376" y="689"/>
                    <a:pt x="327" y="645"/>
                    <a:pt x="327" y="554"/>
                  </a:cubicBezTo>
                  <a:cubicBezTo>
                    <a:pt x="327" y="453"/>
                    <a:pt x="414" y="405"/>
                    <a:pt x="515" y="390"/>
                  </a:cubicBezTo>
                  <a:close/>
                  <a:moveTo>
                    <a:pt x="635" y="1117"/>
                  </a:moveTo>
                  <a:cubicBezTo>
                    <a:pt x="785" y="1179"/>
                    <a:pt x="813" y="1247"/>
                    <a:pt x="813" y="1333"/>
                  </a:cubicBezTo>
                  <a:cubicBezTo>
                    <a:pt x="813" y="1444"/>
                    <a:pt x="746" y="1507"/>
                    <a:pt x="640" y="1526"/>
                  </a:cubicBezTo>
                  <a:lnTo>
                    <a:pt x="635" y="1531"/>
                  </a:lnTo>
                  <a:lnTo>
                    <a:pt x="635" y="1117"/>
                  </a:lnTo>
                  <a:close/>
                  <a:moveTo>
                    <a:pt x="578" y="1"/>
                  </a:moveTo>
                  <a:cubicBezTo>
                    <a:pt x="544" y="1"/>
                    <a:pt x="501" y="25"/>
                    <a:pt x="501" y="63"/>
                  </a:cubicBezTo>
                  <a:lnTo>
                    <a:pt x="501" y="126"/>
                  </a:lnTo>
                  <a:cubicBezTo>
                    <a:pt x="222" y="164"/>
                    <a:pt x="39" y="313"/>
                    <a:pt x="39" y="588"/>
                  </a:cubicBezTo>
                  <a:cubicBezTo>
                    <a:pt x="39" y="886"/>
                    <a:pt x="270" y="977"/>
                    <a:pt x="501" y="1064"/>
                  </a:cubicBezTo>
                  <a:lnTo>
                    <a:pt x="501" y="1531"/>
                  </a:lnTo>
                  <a:cubicBezTo>
                    <a:pt x="371" y="1516"/>
                    <a:pt x="308" y="1463"/>
                    <a:pt x="198" y="1382"/>
                  </a:cubicBezTo>
                  <a:cubicBezTo>
                    <a:pt x="174" y="1364"/>
                    <a:pt x="152" y="1357"/>
                    <a:pt x="132" y="1357"/>
                  </a:cubicBezTo>
                  <a:cubicBezTo>
                    <a:pt x="54" y="1357"/>
                    <a:pt x="0" y="1460"/>
                    <a:pt x="0" y="1521"/>
                  </a:cubicBezTo>
                  <a:cubicBezTo>
                    <a:pt x="0" y="1560"/>
                    <a:pt x="15" y="1593"/>
                    <a:pt x="39" y="1622"/>
                  </a:cubicBezTo>
                  <a:cubicBezTo>
                    <a:pt x="130" y="1747"/>
                    <a:pt x="327" y="1815"/>
                    <a:pt x="501" y="1815"/>
                  </a:cubicBezTo>
                  <a:lnTo>
                    <a:pt x="501" y="1877"/>
                  </a:lnTo>
                  <a:cubicBezTo>
                    <a:pt x="501" y="1911"/>
                    <a:pt x="539" y="1940"/>
                    <a:pt x="578" y="1940"/>
                  </a:cubicBezTo>
                  <a:cubicBezTo>
                    <a:pt x="621" y="1940"/>
                    <a:pt x="659" y="1916"/>
                    <a:pt x="659" y="1877"/>
                  </a:cubicBezTo>
                  <a:lnTo>
                    <a:pt x="659" y="1805"/>
                  </a:lnTo>
                  <a:cubicBezTo>
                    <a:pt x="910" y="1767"/>
                    <a:pt x="1107" y="1608"/>
                    <a:pt x="1107" y="1305"/>
                  </a:cubicBezTo>
                  <a:cubicBezTo>
                    <a:pt x="1102" y="1011"/>
                    <a:pt x="914" y="891"/>
                    <a:pt x="659" y="799"/>
                  </a:cubicBezTo>
                  <a:lnTo>
                    <a:pt x="659" y="381"/>
                  </a:lnTo>
                  <a:cubicBezTo>
                    <a:pt x="736" y="390"/>
                    <a:pt x="818" y="414"/>
                    <a:pt x="886" y="458"/>
                  </a:cubicBezTo>
                  <a:cubicBezTo>
                    <a:pt x="901" y="466"/>
                    <a:pt x="918" y="470"/>
                    <a:pt x="934" y="470"/>
                  </a:cubicBezTo>
                  <a:cubicBezTo>
                    <a:pt x="974" y="470"/>
                    <a:pt x="1013" y="447"/>
                    <a:pt x="1030" y="410"/>
                  </a:cubicBezTo>
                  <a:cubicBezTo>
                    <a:pt x="1073" y="352"/>
                    <a:pt x="1068" y="270"/>
                    <a:pt x="1020" y="222"/>
                  </a:cubicBezTo>
                  <a:cubicBezTo>
                    <a:pt x="929" y="145"/>
                    <a:pt x="775" y="121"/>
                    <a:pt x="659" y="121"/>
                  </a:cubicBezTo>
                  <a:lnTo>
                    <a:pt x="659" y="63"/>
                  </a:lnTo>
                  <a:cubicBezTo>
                    <a:pt x="659" y="25"/>
                    <a:pt x="61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1"/>
            <p:cNvSpPr/>
            <p:nvPr/>
          </p:nvSpPr>
          <p:spPr>
            <a:xfrm>
              <a:off x="5776153" y="3959306"/>
              <a:ext cx="367028" cy="211026"/>
            </a:xfrm>
            <a:custGeom>
              <a:rect b="b" l="l" r="r" t="t"/>
              <a:pathLst>
                <a:path extrusionOk="0" h="8046" w="13994">
                  <a:moveTo>
                    <a:pt x="4453" y="2387"/>
                  </a:moveTo>
                  <a:cubicBezTo>
                    <a:pt x="4473" y="2387"/>
                    <a:pt x="4493" y="2400"/>
                    <a:pt x="4504" y="2419"/>
                  </a:cubicBezTo>
                  <a:lnTo>
                    <a:pt x="5890" y="6100"/>
                  </a:lnTo>
                  <a:cubicBezTo>
                    <a:pt x="5900" y="6129"/>
                    <a:pt x="5885" y="6158"/>
                    <a:pt x="5857" y="6168"/>
                  </a:cubicBezTo>
                  <a:lnTo>
                    <a:pt x="4966" y="6500"/>
                  </a:lnTo>
                  <a:lnTo>
                    <a:pt x="3547" y="2727"/>
                  </a:lnTo>
                  <a:lnTo>
                    <a:pt x="4437" y="2390"/>
                  </a:lnTo>
                  <a:cubicBezTo>
                    <a:pt x="4442" y="2388"/>
                    <a:pt x="4448" y="2387"/>
                    <a:pt x="4453" y="2387"/>
                  </a:cubicBezTo>
                  <a:close/>
                  <a:moveTo>
                    <a:pt x="3167" y="2867"/>
                  </a:moveTo>
                  <a:lnTo>
                    <a:pt x="4586" y="6644"/>
                  </a:lnTo>
                  <a:lnTo>
                    <a:pt x="1945" y="7640"/>
                  </a:lnTo>
                  <a:cubicBezTo>
                    <a:pt x="1933" y="7645"/>
                    <a:pt x="1922" y="7647"/>
                    <a:pt x="1911" y="7647"/>
                  </a:cubicBezTo>
                  <a:cubicBezTo>
                    <a:pt x="1876" y="7647"/>
                    <a:pt x="1845" y="7625"/>
                    <a:pt x="1834" y="7592"/>
                  </a:cubicBezTo>
                  <a:lnTo>
                    <a:pt x="472" y="3974"/>
                  </a:lnTo>
                  <a:cubicBezTo>
                    <a:pt x="453" y="3930"/>
                    <a:pt x="477" y="3882"/>
                    <a:pt x="520" y="3868"/>
                  </a:cubicBezTo>
                  <a:lnTo>
                    <a:pt x="3167" y="2867"/>
                  </a:lnTo>
                  <a:close/>
                  <a:moveTo>
                    <a:pt x="12829" y="0"/>
                  </a:moveTo>
                  <a:cubicBezTo>
                    <a:pt x="12522" y="0"/>
                    <a:pt x="12229" y="161"/>
                    <a:pt x="12006" y="370"/>
                  </a:cubicBezTo>
                  <a:lnTo>
                    <a:pt x="9860" y="2145"/>
                  </a:lnTo>
                  <a:cubicBezTo>
                    <a:pt x="9740" y="1880"/>
                    <a:pt x="9485" y="1621"/>
                    <a:pt x="8999" y="1621"/>
                  </a:cubicBezTo>
                  <a:cubicBezTo>
                    <a:pt x="8407" y="1621"/>
                    <a:pt x="7967" y="1617"/>
                    <a:pt x="7628" y="1617"/>
                  </a:cubicBezTo>
                  <a:cubicBezTo>
                    <a:pt x="6824" y="1617"/>
                    <a:pt x="6591" y="1636"/>
                    <a:pt x="6256" y="1765"/>
                  </a:cubicBezTo>
                  <a:lnTo>
                    <a:pt x="6251" y="1765"/>
                  </a:lnTo>
                  <a:lnTo>
                    <a:pt x="4889" y="2328"/>
                  </a:lnTo>
                  <a:lnTo>
                    <a:pt x="4875" y="2275"/>
                  </a:lnTo>
                  <a:cubicBezTo>
                    <a:pt x="4804" y="2097"/>
                    <a:pt x="4634" y="1984"/>
                    <a:pt x="4453" y="1984"/>
                  </a:cubicBezTo>
                  <a:cubicBezTo>
                    <a:pt x="4400" y="1984"/>
                    <a:pt x="4345" y="1994"/>
                    <a:pt x="4293" y="2015"/>
                  </a:cubicBezTo>
                  <a:lnTo>
                    <a:pt x="376" y="3488"/>
                  </a:lnTo>
                  <a:cubicBezTo>
                    <a:pt x="126" y="3584"/>
                    <a:pt x="1" y="3863"/>
                    <a:pt x="92" y="4113"/>
                  </a:cubicBezTo>
                  <a:lnTo>
                    <a:pt x="1459" y="7731"/>
                  </a:lnTo>
                  <a:cubicBezTo>
                    <a:pt x="1530" y="7926"/>
                    <a:pt x="1718" y="8045"/>
                    <a:pt x="1915" y="8045"/>
                  </a:cubicBezTo>
                  <a:cubicBezTo>
                    <a:pt x="1972" y="8045"/>
                    <a:pt x="2029" y="8036"/>
                    <a:pt x="2084" y="8015"/>
                  </a:cubicBezTo>
                  <a:lnTo>
                    <a:pt x="5996" y="6538"/>
                  </a:lnTo>
                  <a:cubicBezTo>
                    <a:pt x="6232" y="6452"/>
                    <a:pt x="6347" y="6192"/>
                    <a:pt x="6261" y="5956"/>
                  </a:cubicBezTo>
                  <a:lnTo>
                    <a:pt x="6242" y="5908"/>
                  </a:lnTo>
                  <a:cubicBezTo>
                    <a:pt x="6954" y="5610"/>
                    <a:pt x="6968" y="5571"/>
                    <a:pt x="7704" y="5571"/>
                  </a:cubicBezTo>
                  <a:cubicBezTo>
                    <a:pt x="7959" y="5557"/>
                    <a:pt x="7959" y="5181"/>
                    <a:pt x="7704" y="5167"/>
                  </a:cubicBezTo>
                  <a:cubicBezTo>
                    <a:pt x="6906" y="5172"/>
                    <a:pt x="6833" y="5225"/>
                    <a:pt x="6102" y="5533"/>
                  </a:cubicBezTo>
                  <a:lnTo>
                    <a:pt x="5034" y="2703"/>
                  </a:lnTo>
                  <a:lnTo>
                    <a:pt x="6405" y="2135"/>
                  </a:lnTo>
                  <a:cubicBezTo>
                    <a:pt x="6690" y="2028"/>
                    <a:pt x="6891" y="2013"/>
                    <a:pt x="7718" y="2013"/>
                  </a:cubicBezTo>
                  <a:cubicBezTo>
                    <a:pt x="8037" y="2013"/>
                    <a:pt x="8451" y="2015"/>
                    <a:pt x="8999" y="2015"/>
                  </a:cubicBezTo>
                  <a:cubicBezTo>
                    <a:pt x="9215" y="2015"/>
                    <a:pt x="9369" y="2092"/>
                    <a:pt x="9461" y="2246"/>
                  </a:cubicBezTo>
                  <a:cubicBezTo>
                    <a:pt x="9509" y="2323"/>
                    <a:pt x="9538" y="2410"/>
                    <a:pt x="9547" y="2496"/>
                  </a:cubicBezTo>
                  <a:cubicBezTo>
                    <a:pt x="9542" y="2573"/>
                    <a:pt x="9494" y="2944"/>
                    <a:pt x="9133" y="3002"/>
                  </a:cubicBezTo>
                  <a:cubicBezTo>
                    <a:pt x="8585" y="3098"/>
                    <a:pt x="7401" y="3266"/>
                    <a:pt x="7392" y="3266"/>
                  </a:cubicBezTo>
                  <a:cubicBezTo>
                    <a:pt x="7146" y="3305"/>
                    <a:pt x="7175" y="3666"/>
                    <a:pt x="7420" y="3666"/>
                  </a:cubicBezTo>
                  <a:lnTo>
                    <a:pt x="7449" y="3666"/>
                  </a:lnTo>
                  <a:cubicBezTo>
                    <a:pt x="7459" y="3666"/>
                    <a:pt x="8652" y="3497"/>
                    <a:pt x="9206" y="3401"/>
                  </a:cubicBezTo>
                  <a:cubicBezTo>
                    <a:pt x="9716" y="3314"/>
                    <a:pt x="9903" y="2881"/>
                    <a:pt x="9942" y="2597"/>
                  </a:cubicBezTo>
                  <a:lnTo>
                    <a:pt x="12266" y="673"/>
                  </a:lnTo>
                  <a:lnTo>
                    <a:pt x="12271" y="668"/>
                  </a:lnTo>
                  <a:lnTo>
                    <a:pt x="12280" y="658"/>
                  </a:lnTo>
                  <a:cubicBezTo>
                    <a:pt x="12425" y="522"/>
                    <a:pt x="12616" y="396"/>
                    <a:pt x="12820" y="396"/>
                  </a:cubicBezTo>
                  <a:cubicBezTo>
                    <a:pt x="12941" y="396"/>
                    <a:pt x="13066" y="440"/>
                    <a:pt x="13190" y="552"/>
                  </a:cubicBezTo>
                  <a:cubicBezTo>
                    <a:pt x="13565" y="923"/>
                    <a:pt x="13219" y="1366"/>
                    <a:pt x="13142" y="1457"/>
                  </a:cubicBezTo>
                  <a:lnTo>
                    <a:pt x="10211" y="4609"/>
                  </a:lnTo>
                  <a:lnTo>
                    <a:pt x="10206" y="4613"/>
                  </a:lnTo>
                  <a:cubicBezTo>
                    <a:pt x="9793" y="5085"/>
                    <a:pt x="9239" y="5162"/>
                    <a:pt x="9013" y="5172"/>
                  </a:cubicBezTo>
                  <a:lnTo>
                    <a:pt x="8647" y="5172"/>
                  </a:lnTo>
                  <a:cubicBezTo>
                    <a:pt x="8392" y="5186"/>
                    <a:pt x="8392" y="5561"/>
                    <a:pt x="8647" y="5576"/>
                  </a:cubicBezTo>
                  <a:lnTo>
                    <a:pt x="9028" y="5576"/>
                  </a:lnTo>
                  <a:cubicBezTo>
                    <a:pt x="9302" y="5561"/>
                    <a:pt x="9990" y="5470"/>
                    <a:pt x="10505" y="4878"/>
                  </a:cubicBezTo>
                  <a:lnTo>
                    <a:pt x="13440" y="1726"/>
                  </a:lnTo>
                  <a:cubicBezTo>
                    <a:pt x="13695" y="1428"/>
                    <a:pt x="13993" y="788"/>
                    <a:pt x="13464" y="269"/>
                  </a:cubicBezTo>
                  <a:lnTo>
                    <a:pt x="13459" y="264"/>
                  </a:lnTo>
                  <a:cubicBezTo>
                    <a:pt x="13256" y="76"/>
                    <a:pt x="13039" y="0"/>
                    <a:pt x="12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81"/>
          <p:cNvGrpSpPr/>
          <p:nvPr/>
        </p:nvGrpSpPr>
        <p:grpSpPr>
          <a:xfrm>
            <a:off x="6657161" y="3825808"/>
            <a:ext cx="375211" cy="359186"/>
            <a:chOff x="6657161" y="3825808"/>
            <a:chExt cx="375211" cy="359186"/>
          </a:xfrm>
        </p:grpSpPr>
        <p:sp>
          <p:nvSpPr>
            <p:cNvPr id="11415" name="Google Shape;11415;p81"/>
            <p:cNvSpPr/>
            <p:nvPr/>
          </p:nvSpPr>
          <p:spPr>
            <a:xfrm>
              <a:off x="6780194" y="4040165"/>
              <a:ext cx="9625" cy="20090"/>
            </a:xfrm>
            <a:custGeom>
              <a:rect b="b" l="l" r="r" t="t"/>
              <a:pathLst>
                <a:path extrusionOk="0" h="766" w="367">
                  <a:moveTo>
                    <a:pt x="323" y="0"/>
                  </a:moveTo>
                  <a:lnTo>
                    <a:pt x="1" y="323"/>
                  </a:lnTo>
                  <a:cubicBezTo>
                    <a:pt x="107" y="482"/>
                    <a:pt x="232" y="631"/>
                    <a:pt x="367" y="765"/>
                  </a:cubicBezTo>
                  <a:cubicBezTo>
                    <a:pt x="333" y="510"/>
                    <a:pt x="318" y="255"/>
                    <a:pt x="323"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1"/>
            <p:cNvSpPr/>
            <p:nvPr/>
          </p:nvSpPr>
          <p:spPr>
            <a:xfrm>
              <a:off x="6789794" y="3854134"/>
              <a:ext cx="236388" cy="248637"/>
            </a:xfrm>
            <a:custGeom>
              <a:rect b="b" l="l" r="r" t="t"/>
              <a:pathLst>
                <a:path extrusionOk="0" h="9480" w="9013">
                  <a:moveTo>
                    <a:pt x="7853" y="1"/>
                  </a:moveTo>
                  <a:lnTo>
                    <a:pt x="7853" y="1"/>
                  </a:lnTo>
                  <a:cubicBezTo>
                    <a:pt x="7853" y="1"/>
                    <a:pt x="8185" y="2210"/>
                    <a:pt x="7031" y="3369"/>
                  </a:cubicBezTo>
                  <a:lnTo>
                    <a:pt x="3364" y="7036"/>
                  </a:lnTo>
                  <a:cubicBezTo>
                    <a:pt x="2631" y="7769"/>
                    <a:pt x="1473" y="7903"/>
                    <a:pt x="725" y="7903"/>
                  </a:cubicBezTo>
                  <a:cubicBezTo>
                    <a:pt x="295" y="7903"/>
                    <a:pt x="1" y="7858"/>
                    <a:pt x="1" y="7858"/>
                  </a:cubicBezTo>
                  <a:lnTo>
                    <a:pt x="1" y="7858"/>
                  </a:lnTo>
                  <a:cubicBezTo>
                    <a:pt x="361" y="8224"/>
                    <a:pt x="814" y="8484"/>
                    <a:pt x="1305" y="8619"/>
                  </a:cubicBezTo>
                  <a:lnTo>
                    <a:pt x="2166" y="9480"/>
                  </a:lnTo>
                  <a:cubicBezTo>
                    <a:pt x="2897" y="9013"/>
                    <a:pt x="3576" y="8470"/>
                    <a:pt x="4192" y="7858"/>
                  </a:cubicBezTo>
                  <a:lnTo>
                    <a:pt x="7853" y="4192"/>
                  </a:lnTo>
                  <a:cubicBezTo>
                    <a:pt x="9013" y="3037"/>
                    <a:pt x="9013" y="1161"/>
                    <a:pt x="7853"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1"/>
            <p:cNvSpPr/>
            <p:nvPr/>
          </p:nvSpPr>
          <p:spPr>
            <a:xfrm>
              <a:off x="6767972" y="3831447"/>
              <a:ext cx="249266" cy="241136"/>
            </a:xfrm>
            <a:custGeom>
              <a:rect b="b" l="l" r="r" t="t"/>
              <a:pathLst>
                <a:path extrusionOk="0" h="9194" w="9504">
                  <a:moveTo>
                    <a:pt x="6592" y="1508"/>
                  </a:moveTo>
                  <a:cubicBezTo>
                    <a:pt x="6965" y="1508"/>
                    <a:pt x="7338" y="1650"/>
                    <a:pt x="7622" y="1934"/>
                  </a:cubicBezTo>
                  <a:cubicBezTo>
                    <a:pt x="8190" y="2502"/>
                    <a:pt x="8190" y="3426"/>
                    <a:pt x="7622" y="3993"/>
                  </a:cubicBezTo>
                  <a:lnTo>
                    <a:pt x="5784" y="5832"/>
                  </a:lnTo>
                  <a:lnTo>
                    <a:pt x="5399" y="5928"/>
                  </a:lnTo>
                  <a:lnTo>
                    <a:pt x="4056" y="7554"/>
                  </a:lnTo>
                  <a:lnTo>
                    <a:pt x="3955" y="7660"/>
                  </a:lnTo>
                  <a:cubicBezTo>
                    <a:pt x="3672" y="7944"/>
                    <a:pt x="3300" y="8086"/>
                    <a:pt x="2928" y="8086"/>
                  </a:cubicBezTo>
                  <a:cubicBezTo>
                    <a:pt x="2556" y="8086"/>
                    <a:pt x="2185" y="7944"/>
                    <a:pt x="1901" y="7660"/>
                  </a:cubicBezTo>
                  <a:cubicBezTo>
                    <a:pt x="1328" y="7092"/>
                    <a:pt x="1328" y="6168"/>
                    <a:pt x="1901" y="5601"/>
                  </a:cubicBezTo>
                  <a:lnTo>
                    <a:pt x="5563" y="1934"/>
                  </a:lnTo>
                  <a:cubicBezTo>
                    <a:pt x="5846" y="1650"/>
                    <a:pt x="6219" y="1508"/>
                    <a:pt x="6592" y="1508"/>
                  </a:cubicBezTo>
                  <a:close/>
                  <a:moveTo>
                    <a:pt x="6592" y="1"/>
                  </a:moveTo>
                  <a:cubicBezTo>
                    <a:pt x="5834" y="1"/>
                    <a:pt x="5077" y="291"/>
                    <a:pt x="4499" y="871"/>
                  </a:cubicBezTo>
                  <a:lnTo>
                    <a:pt x="833" y="4537"/>
                  </a:lnTo>
                  <a:lnTo>
                    <a:pt x="0" y="7087"/>
                  </a:lnTo>
                  <a:cubicBezTo>
                    <a:pt x="68" y="7516"/>
                    <a:pt x="226" y="7920"/>
                    <a:pt x="467" y="8281"/>
                  </a:cubicBezTo>
                  <a:lnTo>
                    <a:pt x="510" y="8237"/>
                  </a:lnTo>
                  <a:cubicBezTo>
                    <a:pt x="582" y="8420"/>
                    <a:pt x="693" y="8584"/>
                    <a:pt x="833" y="8723"/>
                  </a:cubicBezTo>
                  <a:cubicBezTo>
                    <a:pt x="1151" y="9041"/>
                    <a:pt x="1585" y="9194"/>
                    <a:pt x="2068" y="9194"/>
                  </a:cubicBezTo>
                  <a:cubicBezTo>
                    <a:pt x="2206" y="9194"/>
                    <a:pt x="2348" y="9181"/>
                    <a:pt x="2493" y="9156"/>
                  </a:cubicBezTo>
                  <a:cubicBezTo>
                    <a:pt x="3137" y="9046"/>
                    <a:pt x="3825" y="8685"/>
                    <a:pt x="4403" y="8108"/>
                  </a:cubicBezTo>
                  <a:lnTo>
                    <a:pt x="8069" y="4441"/>
                  </a:lnTo>
                  <a:cubicBezTo>
                    <a:pt x="9224" y="3281"/>
                    <a:pt x="9503" y="1684"/>
                    <a:pt x="8685" y="871"/>
                  </a:cubicBezTo>
                  <a:cubicBezTo>
                    <a:pt x="8108" y="291"/>
                    <a:pt x="7350" y="1"/>
                    <a:pt x="6592"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1"/>
            <p:cNvSpPr/>
            <p:nvPr/>
          </p:nvSpPr>
          <p:spPr>
            <a:xfrm>
              <a:off x="6895543" y="3950572"/>
              <a:ext cx="24129" cy="57937"/>
            </a:xfrm>
            <a:custGeom>
              <a:rect b="b" l="l" r="r" t="t"/>
              <a:pathLst>
                <a:path extrusionOk="0" h="2209" w="920">
                  <a:moveTo>
                    <a:pt x="164" y="0"/>
                  </a:moveTo>
                  <a:lnTo>
                    <a:pt x="164" y="0"/>
                  </a:lnTo>
                  <a:cubicBezTo>
                    <a:pt x="164" y="0"/>
                    <a:pt x="333" y="1136"/>
                    <a:pt x="1" y="2209"/>
                  </a:cubicBezTo>
                  <a:lnTo>
                    <a:pt x="920" y="1290"/>
                  </a:lnTo>
                  <a:cubicBezTo>
                    <a:pt x="780" y="804"/>
                    <a:pt x="520" y="356"/>
                    <a:pt x="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1"/>
            <p:cNvSpPr/>
            <p:nvPr/>
          </p:nvSpPr>
          <p:spPr>
            <a:xfrm>
              <a:off x="6693748" y="4101485"/>
              <a:ext cx="161063" cy="77765"/>
            </a:xfrm>
            <a:custGeom>
              <a:rect b="b" l="l" r="r" t="t"/>
              <a:pathLst>
                <a:path extrusionOk="0" h="2965" w="6141">
                  <a:moveTo>
                    <a:pt x="4639" y="1"/>
                  </a:moveTo>
                  <a:lnTo>
                    <a:pt x="3369" y="1276"/>
                  </a:lnTo>
                  <a:cubicBezTo>
                    <a:pt x="2633" y="2009"/>
                    <a:pt x="1474" y="2143"/>
                    <a:pt x="725" y="2143"/>
                  </a:cubicBezTo>
                  <a:cubicBezTo>
                    <a:pt x="295" y="2143"/>
                    <a:pt x="1" y="2099"/>
                    <a:pt x="1" y="2099"/>
                  </a:cubicBezTo>
                  <a:lnTo>
                    <a:pt x="1" y="2099"/>
                  </a:lnTo>
                  <a:cubicBezTo>
                    <a:pt x="581" y="2676"/>
                    <a:pt x="1339" y="2965"/>
                    <a:pt x="2096" y="2965"/>
                  </a:cubicBezTo>
                  <a:cubicBezTo>
                    <a:pt x="2854" y="2965"/>
                    <a:pt x="3612" y="2676"/>
                    <a:pt x="4192" y="2099"/>
                  </a:cubicBezTo>
                  <a:lnTo>
                    <a:pt x="6141" y="150"/>
                  </a:lnTo>
                  <a:lnTo>
                    <a:pt x="463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1"/>
            <p:cNvSpPr/>
            <p:nvPr/>
          </p:nvSpPr>
          <p:spPr>
            <a:xfrm>
              <a:off x="6815287" y="4056558"/>
              <a:ext cx="88124" cy="49334"/>
            </a:xfrm>
            <a:custGeom>
              <a:rect b="b" l="l" r="r" t="t"/>
              <a:pathLst>
                <a:path extrusionOk="0" h="1881" w="3360">
                  <a:moveTo>
                    <a:pt x="3359" y="1"/>
                  </a:moveTo>
                  <a:lnTo>
                    <a:pt x="3215" y="140"/>
                  </a:lnTo>
                  <a:cubicBezTo>
                    <a:pt x="2658" y="702"/>
                    <a:pt x="1902" y="1008"/>
                    <a:pt x="1125" y="1008"/>
                  </a:cubicBezTo>
                  <a:cubicBezTo>
                    <a:pt x="996" y="1008"/>
                    <a:pt x="866" y="1000"/>
                    <a:pt x="737" y="982"/>
                  </a:cubicBezTo>
                  <a:lnTo>
                    <a:pt x="1" y="1714"/>
                  </a:lnTo>
                  <a:cubicBezTo>
                    <a:pt x="369" y="1826"/>
                    <a:pt x="749" y="1881"/>
                    <a:pt x="1130" y="1881"/>
                  </a:cubicBezTo>
                  <a:cubicBezTo>
                    <a:pt x="1255" y="1881"/>
                    <a:pt x="1381" y="1875"/>
                    <a:pt x="1507" y="1863"/>
                  </a:cubicBezTo>
                  <a:lnTo>
                    <a:pt x="3224" y="145"/>
                  </a:lnTo>
                  <a:cubicBezTo>
                    <a:pt x="3273" y="97"/>
                    <a:pt x="3316" y="49"/>
                    <a:pt x="3359"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1"/>
            <p:cNvSpPr/>
            <p:nvPr/>
          </p:nvSpPr>
          <p:spPr>
            <a:xfrm>
              <a:off x="6663482" y="3927754"/>
              <a:ext cx="250394" cy="241004"/>
            </a:xfrm>
            <a:custGeom>
              <a:rect b="b" l="l" r="r" t="t"/>
              <a:pathLst>
                <a:path extrusionOk="0" h="9189" w="9547">
                  <a:moveTo>
                    <a:pt x="6915" y="0"/>
                  </a:moveTo>
                  <a:cubicBezTo>
                    <a:pt x="6157" y="0"/>
                    <a:pt x="5399" y="290"/>
                    <a:pt x="4821" y="870"/>
                  </a:cubicBezTo>
                  <a:lnTo>
                    <a:pt x="1155" y="4532"/>
                  </a:lnTo>
                  <a:cubicBezTo>
                    <a:pt x="0" y="5691"/>
                    <a:pt x="0" y="7563"/>
                    <a:pt x="1155" y="8723"/>
                  </a:cubicBezTo>
                  <a:cubicBezTo>
                    <a:pt x="1471" y="9039"/>
                    <a:pt x="1906" y="9189"/>
                    <a:pt x="2386" y="9189"/>
                  </a:cubicBezTo>
                  <a:cubicBezTo>
                    <a:pt x="2526" y="9189"/>
                    <a:pt x="2669" y="9176"/>
                    <a:pt x="2815" y="9151"/>
                  </a:cubicBezTo>
                  <a:cubicBezTo>
                    <a:pt x="3460" y="9040"/>
                    <a:pt x="4148" y="8684"/>
                    <a:pt x="4725" y="8102"/>
                  </a:cubicBezTo>
                  <a:lnTo>
                    <a:pt x="6121" y="6711"/>
                  </a:lnTo>
                  <a:cubicBezTo>
                    <a:pt x="6121" y="6711"/>
                    <a:pt x="5963" y="6494"/>
                    <a:pt x="5557" y="6494"/>
                  </a:cubicBezTo>
                  <a:cubicBezTo>
                    <a:pt x="5519" y="6494"/>
                    <a:pt x="5479" y="6496"/>
                    <a:pt x="5437" y="6500"/>
                  </a:cubicBezTo>
                  <a:lnTo>
                    <a:pt x="4278" y="7655"/>
                  </a:lnTo>
                  <a:cubicBezTo>
                    <a:pt x="3994" y="7938"/>
                    <a:pt x="3622" y="8080"/>
                    <a:pt x="3250" y="8080"/>
                  </a:cubicBezTo>
                  <a:cubicBezTo>
                    <a:pt x="2879" y="8080"/>
                    <a:pt x="2507" y="7938"/>
                    <a:pt x="2223" y="7655"/>
                  </a:cubicBezTo>
                  <a:cubicBezTo>
                    <a:pt x="1655" y="7087"/>
                    <a:pt x="1655" y="6168"/>
                    <a:pt x="2223" y="5600"/>
                  </a:cubicBezTo>
                  <a:lnTo>
                    <a:pt x="5890" y="1933"/>
                  </a:lnTo>
                  <a:cubicBezTo>
                    <a:pt x="6171" y="1649"/>
                    <a:pt x="6545" y="1506"/>
                    <a:pt x="6919" y="1506"/>
                  </a:cubicBezTo>
                  <a:cubicBezTo>
                    <a:pt x="7267" y="1506"/>
                    <a:pt x="7615" y="1630"/>
                    <a:pt x="7891" y="1880"/>
                  </a:cubicBezTo>
                  <a:cubicBezTo>
                    <a:pt x="8469" y="2405"/>
                    <a:pt x="8531" y="3286"/>
                    <a:pt x="8040" y="3882"/>
                  </a:cubicBezTo>
                  <a:lnTo>
                    <a:pt x="9450" y="2477"/>
                  </a:lnTo>
                  <a:cubicBezTo>
                    <a:pt x="9547" y="1847"/>
                    <a:pt x="9412" y="1265"/>
                    <a:pt x="9012" y="870"/>
                  </a:cubicBezTo>
                  <a:cubicBezTo>
                    <a:pt x="8433" y="290"/>
                    <a:pt x="7674" y="0"/>
                    <a:pt x="691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1"/>
            <p:cNvSpPr/>
            <p:nvPr/>
          </p:nvSpPr>
          <p:spPr>
            <a:xfrm>
              <a:off x="6806081" y="4080162"/>
              <a:ext cx="38633" cy="23631"/>
            </a:xfrm>
            <a:custGeom>
              <a:rect b="b" l="l" r="r" t="t"/>
              <a:pathLst>
                <a:path extrusionOk="0" h="901" w="1473">
                  <a:moveTo>
                    <a:pt x="684" y="1"/>
                  </a:moveTo>
                  <a:lnTo>
                    <a:pt x="0" y="689"/>
                  </a:lnTo>
                  <a:cubicBezTo>
                    <a:pt x="222" y="780"/>
                    <a:pt x="448" y="852"/>
                    <a:pt x="684" y="900"/>
                  </a:cubicBezTo>
                  <a:lnTo>
                    <a:pt x="1473" y="107"/>
                  </a:lnTo>
                  <a:cubicBezTo>
                    <a:pt x="1208" y="107"/>
                    <a:pt x="943" y="73"/>
                    <a:pt x="68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1"/>
            <p:cNvSpPr/>
            <p:nvPr/>
          </p:nvSpPr>
          <p:spPr>
            <a:xfrm>
              <a:off x="6657161" y="3865254"/>
              <a:ext cx="331935" cy="319739"/>
            </a:xfrm>
            <a:custGeom>
              <a:rect b="b" l="l" r="r" t="t"/>
              <a:pathLst>
                <a:path extrusionOk="0" h="12191" w="12656">
                  <a:moveTo>
                    <a:pt x="10817" y="0"/>
                  </a:moveTo>
                  <a:cubicBezTo>
                    <a:pt x="10389" y="0"/>
                    <a:pt x="9961" y="164"/>
                    <a:pt x="9634" y="491"/>
                  </a:cubicBezTo>
                  <a:lnTo>
                    <a:pt x="8479" y="1651"/>
                  </a:lnTo>
                  <a:cubicBezTo>
                    <a:pt x="8320" y="1806"/>
                    <a:pt x="8465" y="2027"/>
                    <a:pt x="8634" y="2027"/>
                  </a:cubicBezTo>
                  <a:cubicBezTo>
                    <a:pt x="8685" y="2027"/>
                    <a:pt x="8739" y="2007"/>
                    <a:pt x="8787" y="1959"/>
                  </a:cubicBezTo>
                  <a:lnTo>
                    <a:pt x="9946" y="799"/>
                  </a:lnTo>
                  <a:cubicBezTo>
                    <a:pt x="10185" y="565"/>
                    <a:pt x="10496" y="448"/>
                    <a:pt x="10808" y="448"/>
                  </a:cubicBezTo>
                  <a:cubicBezTo>
                    <a:pt x="11124" y="448"/>
                    <a:pt x="11441" y="569"/>
                    <a:pt x="11683" y="809"/>
                  </a:cubicBezTo>
                  <a:cubicBezTo>
                    <a:pt x="12160" y="1290"/>
                    <a:pt x="12165" y="2065"/>
                    <a:pt x="11693" y="2551"/>
                  </a:cubicBezTo>
                  <a:lnTo>
                    <a:pt x="10100" y="4138"/>
                  </a:lnTo>
                  <a:cubicBezTo>
                    <a:pt x="9579" y="2865"/>
                    <a:pt x="8374" y="2162"/>
                    <a:pt x="7149" y="2162"/>
                  </a:cubicBezTo>
                  <a:cubicBezTo>
                    <a:pt x="6350" y="2162"/>
                    <a:pt x="5542" y="2460"/>
                    <a:pt x="4908" y="3094"/>
                  </a:cubicBezTo>
                  <a:lnTo>
                    <a:pt x="1242" y="6761"/>
                  </a:lnTo>
                  <a:cubicBezTo>
                    <a:pt x="0" y="8002"/>
                    <a:pt x="0" y="10018"/>
                    <a:pt x="1242" y="11260"/>
                  </a:cubicBezTo>
                  <a:cubicBezTo>
                    <a:pt x="1865" y="11880"/>
                    <a:pt x="2679" y="12191"/>
                    <a:pt x="3493" y="12191"/>
                  </a:cubicBezTo>
                  <a:cubicBezTo>
                    <a:pt x="4307" y="12191"/>
                    <a:pt x="5120" y="11880"/>
                    <a:pt x="5741" y="11260"/>
                  </a:cubicBezTo>
                  <a:lnTo>
                    <a:pt x="7690" y="9311"/>
                  </a:lnTo>
                  <a:cubicBezTo>
                    <a:pt x="7848" y="9152"/>
                    <a:pt x="7701" y="8934"/>
                    <a:pt x="7533" y="8934"/>
                  </a:cubicBezTo>
                  <a:cubicBezTo>
                    <a:pt x="7482" y="8934"/>
                    <a:pt x="7429" y="8955"/>
                    <a:pt x="7382" y="9003"/>
                  </a:cubicBezTo>
                  <a:lnTo>
                    <a:pt x="7377" y="9003"/>
                  </a:lnTo>
                  <a:lnTo>
                    <a:pt x="5433" y="10952"/>
                  </a:lnTo>
                  <a:cubicBezTo>
                    <a:pt x="4895" y="11505"/>
                    <a:pt x="4182" y="11781"/>
                    <a:pt x="3468" y="11781"/>
                  </a:cubicBezTo>
                  <a:cubicBezTo>
                    <a:pt x="2766" y="11781"/>
                    <a:pt x="2063" y="11513"/>
                    <a:pt x="1526" y="10976"/>
                  </a:cubicBezTo>
                  <a:cubicBezTo>
                    <a:pt x="443" y="9898"/>
                    <a:pt x="453" y="8137"/>
                    <a:pt x="1550" y="7069"/>
                  </a:cubicBezTo>
                  <a:lnTo>
                    <a:pt x="5216" y="3407"/>
                  </a:lnTo>
                  <a:cubicBezTo>
                    <a:pt x="5765" y="2858"/>
                    <a:pt x="6461" y="2602"/>
                    <a:pt x="7148" y="2602"/>
                  </a:cubicBezTo>
                  <a:cubicBezTo>
                    <a:pt x="8267" y="2602"/>
                    <a:pt x="9362" y="3281"/>
                    <a:pt x="9759" y="4480"/>
                  </a:cubicBezTo>
                  <a:lnTo>
                    <a:pt x="8026" y="6212"/>
                  </a:lnTo>
                  <a:cubicBezTo>
                    <a:pt x="7779" y="6459"/>
                    <a:pt x="7465" y="6576"/>
                    <a:pt x="7154" y="6576"/>
                  </a:cubicBezTo>
                  <a:cubicBezTo>
                    <a:pt x="6678" y="6576"/>
                    <a:pt x="6211" y="6303"/>
                    <a:pt x="6010" y="5808"/>
                  </a:cubicBezTo>
                  <a:cubicBezTo>
                    <a:pt x="5970" y="5709"/>
                    <a:pt x="5892" y="5667"/>
                    <a:pt x="5813" y="5667"/>
                  </a:cubicBezTo>
                  <a:cubicBezTo>
                    <a:pt x="5674" y="5667"/>
                    <a:pt x="5534" y="5797"/>
                    <a:pt x="5601" y="5972"/>
                  </a:cubicBezTo>
                  <a:cubicBezTo>
                    <a:pt x="5876" y="6643"/>
                    <a:pt x="6511" y="7015"/>
                    <a:pt x="7157" y="7015"/>
                  </a:cubicBezTo>
                  <a:cubicBezTo>
                    <a:pt x="7577" y="7015"/>
                    <a:pt x="8001" y="6858"/>
                    <a:pt x="8334" y="6525"/>
                  </a:cubicBezTo>
                  <a:lnTo>
                    <a:pt x="10158" y="4701"/>
                  </a:lnTo>
                  <a:lnTo>
                    <a:pt x="10163" y="4697"/>
                  </a:lnTo>
                  <a:lnTo>
                    <a:pt x="12001" y="2858"/>
                  </a:lnTo>
                  <a:cubicBezTo>
                    <a:pt x="12655" y="2204"/>
                    <a:pt x="12655" y="1145"/>
                    <a:pt x="12001" y="491"/>
                  </a:cubicBezTo>
                  <a:cubicBezTo>
                    <a:pt x="11674" y="164"/>
                    <a:pt x="11245" y="0"/>
                    <a:pt x="108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1"/>
            <p:cNvSpPr/>
            <p:nvPr/>
          </p:nvSpPr>
          <p:spPr>
            <a:xfrm>
              <a:off x="6700568" y="3825808"/>
              <a:ext cx="331804" cy="319635"/>
            </a:xfrm>
            <a:custGeom>
              <a:rect b="b" l="l" r="r" t="t"/>
              <a:pathLst>
                <a:path extrusionOk="0" h="12187" w="12651">
                  <a:moveTo>
                    <a:pt x="9163" y="1"/>
                  </a:moveTo>
                  <a:cubicBezTo>
                    <a:pt x="8349" y="1"/>
                    <a:pt x="7536" y="311"/>
                    <a:pt x="6915" y="932"/>
                  </a:cubicBezTo>
                  <a:lnTo>
                    <a:pt x="4966" y="2880"/>
                  </a:lnTo>
                  <a:cubicBezTo>
                    <a:pt x="4808" y="3039"/>
                    <a:pt x="4952" y="3257"/>
                    <a:pt x="5121" y="3257"/>
                  </a:cubicBezTo>
                  <a:cubicBezTo>
                    <a:pt x="5172" y="3257"/>
                    <a:pt x="5226" y="3237"/>
                    <a:pt x="5274" y="3188"/>
                  </a:cubicBezTo>
                  <a:lnTo>
                    <a:pt x="7223" y="1240"/>
                  </a:lnTo>
                  <a:cubicBezTo>
                    <a:pt x="7763" y="686"/>
                    <a:pt x="8477" y="408"/>
                    <a:pt x="9192" y="408"/>
                  </a:cubicBezTo>
                  <a:cubicBezTo>
                    <a:pt x="9893" y="408"/>
                    <a:pt x="10594" y="675"/>
                    <a:pt x="11130" y="1211"/>
                  </a:cubicBezTo>
                  <a:cubicBezTo>
                    <a:pt x="12213" y="2293"/>
                    <a:pt x="12198" y="4055"/>
                    <a:pt x="11101" y="5118"/>
                  </a:cubicBezTo>
                  <a:lnTo>
                    <a:pt x="7440" y="8784"/>
                  </a:lnTo>
                  <a:cubicBezTo>
                    <a:pt x="6891" y="9333"/>
                    <a:pt x="6195" y="9589"/>
                    <a:pt x="5508" y="9589"/>
                  </a:cubicBezTo>
                  <a:cubicBezTo>
                    <a:pt x="4388" y="9589"/>
                    <a:pt x="3292" y="8910"/>
                    <a:pt x="2893" y="7711"/>
                  </a:cubicBezTo>
                  <a:lnTo>
                    <a:pt x="4630" y="5974"/>
                  </a:lnTo>
                  <a:cubicBezTo>
                    <a:pt x="4876" y="5728"/>
                    <a:pt x="5189" y="5612"/>
                    <a:pt x="5499" y="5612"/>
                  </a:cubicBezTo>
                  <a:cubicBezTo>
                    <a:pt x="5976" y="5612"/>
                    <a:pt x="6444" y="5887"/>
                    <a:pt x="6646" y="6383"/>
                  </a:cubicBezTo>
                  <a:cubicBezTo>
                    <a:pt x="6686" y="6480"/>
                    <a:pt x="6763" y="6521"/>
                    <a:pt x="6842" y="6521"/>
                  </a:cubicBezTo>
                  <a:cubicBezTo>
                    <a:pt x="6981" y="6521"/>
                    <a:pt x="7122" y="6392"/>
                    <a:pt x="7055" y="6220"/>
                  </a:cubicBezTo>
                  <a:cubicBezTo>
                    <a:pt x="6781" y="5547"/>
                    <a:pt x="6145" y="5175"/>
                    <a:pt x="5499" y="5175"/>
                  </a:cubicBezTo>
                  <a:cubicBezTo>
                    <a:pt x="5078" y="5175"/>
                    <a:pt x="4654" y="5333"/>
                    <a:pt x="4322" y="5666"/>
                  </a:cubicBezTo>
                  <a:lnTo>
                    <a:pt x="655" y="9333"/>
                  </a:lnTo>
                  <a:cubicBezTo>
                    <a:pt x="1" y="9987"/>
                    <a:pt x="1" y="11046"/>
                    <a:pt x="655" y="11696"/>
                  </a:cubicBezTo>
                  <a:cubicBezTo>
                    <a:pt x="983" y="12023"/>
                    <a:pt x="1412" y="12187"/>
                    <a:pt x="1841" y="12187"/>
                  </a:cubicBezTo>
                  <a:cubicBezTo>
                    <a:pt x="2269" y="12187"/>
                    <a:pt x="2696" y="12025"/>
                    <a:pt x="3022" y="11700"/>
                  </a:cubicBezTo>
                  <a:lnTo>
                    <a:pt x="4177" y="10541"/>
                  </a:lnTo>
                  <a:cubicBezTo>
                    <a:pt x="4333" y="10385"/>
                    <a:pt x="4187" y="10165"/>
                    <a:pt x="4017" y="10165"/>
                  </a:cubicBezTo>
                  <a:cubicBezTo>
                    <a:pt x="3966" y="10165"/>
                    <a:pt x="3912" y="10185"/>
                    <a:pt x="3865" y="10233"/>
                  </a:cubicBezTo>
                  <a:lnTo>
                    <a:pt x="2710" y="11388"/>
                  </a:lnTo>
                  <a:cubicBezTo>
                    <a:pt x="2467" y="11637"/>
                    <a:pt x="2147" y="11762"/>
                    <a:pt x="1826" y="11762"/>
                  </a:cubicBezTo>
                  <a:cubicBezTo>
                    <a:pt x="1511" y="11762"/>
                    <a:pt x="1195" y="11641"/>
                    <a:pt x="953" y="11397"/>
                  </a:cubicBezTo>
                  <a:cubicBezTo>
                    <a:pt x="467" y="10911"/>
                    <a:pt x="472" y="10122"/>
                    <a:pt x="963" y="9641"/>
                  </a:cubicBezTo>
                  <a:lnTo>
                    <a:pt x="2556" y="8048"/>
                  </a:lnTo>
                  <a:cubicBezTo>
                    <a:pt x="3077" y="9322"/>
                    <a:pt x="4282" y="10025"/>
                    <a:pt x="5507" y="10025"/>
                  </a:cubicBezTo>
                  <a:cubicBezTo>
                    <a:pt x="6306" y="10025"/>
                    <a:pt x="7114" y="9726"/>
                    <a:pt x="7748" y="9092"/>
                  </a:cubicBezTo>
                  <a:lnTo>
                    <a:pt x="11414" y="5431"/>
                  </a:lnTo>
                  <a:cubicBezTo>
                    <a:pt x="12651" y="4184"/>
                    <a:pt x="12651" y="2173"/>
                    <a:pt x="11414" y="932"/>
                  </a:cubicBezTo>
                  <a:cubicBezTo>
                    <a:pt x="10791" y="311"/>
                    <a:pt x="9977" y="1"/>
                    <a:pt x="9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81"/>
          <p:cNvGrpSpPr/>
          <p:nvPr/>
        </p:nvGrpSpPr>
        <p:grpSpPr>
          <a:xfrm>
            <a:off x="6266450" y="3825756"/>
            <a:ext cx="269330" cy="359186"/>
            <a:chOff x="6266450" y="3825756"/>
            <a:chExt cx="269330" cy="359186"/>
          </a:xfrm>
        </p:grpSpPr>
        <p:sp>
          <p:nvSpPr>
            <p:cNvPr id="11426" name="Google Shape;11426;p81"/>
            <p:cNvSpPr/>
            <p:nvPr/>
          </p:nvSpPr>
          <p:spPr>
            <a:xfrm>
              <a:off x="6356804" y="3904884"/>
              <a:ext cx="31578" cy="69555"/>
            </a:xfrm>
            <a:custGeom>
              <a:rect b="b" l="l" r="r" t="t"/>
              <a:pathLst>
                <a:path extrusionOk="0" h="2652" w="1204">
                  <a:moveTo>
                    <a:pt x="722" y="0"/>
                  </a:moveTo>
                  <a:cubicBezTo>
                    <a:pt x="323" y="0"/>
                    <a:pt x="1" y="323"/>
                    <a:pt x="1" y="722"/>
                  </a:cubicBezTo>
                  <a:lnTo>
                    <a:pt x="1" y="890"/>
                  </a:lnTo>
                  <a:cubicBezTo>
                    <a:pt x="1" y="1102"/>
                    <a:pt x="34" y="1304"/>
                    <a:pt x="102" y="1501"/>
                  </a:cubicBezTo>
                  <a:lnTo>
                    <a:pt x="482" y="2651"/>
                  </a:lnTo>
                  <a:lnTo>
                    <a:pt x="1203" y="2651"/>
                  </a:lnTo>
                  <a:lnTo>
                    <a:pt x="1203"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1"/>
            <p:cNvSpPr/>
            <p:nvPr/>
          </p:nvSpPr>
          <p:spPr>
            <a:xfrm>
              <a:off x="6369550" y="3898563"/>
              <a:ext cx="75876" cy="75876"/>
            </a:xfrm>
            <a:custGeom>
              <a:rect b="b" l="l" r="r" t="t"/>
              <a:pathLst>
                <a:path extrusionOk="0" h="2893" w="2893">
                  <a:moveTo>
                    <a:pt x="722" y="1"/>
                  </a:moveTo>
                  <a:cubicBezTo>
                    <a:pt x="323" y="1"/>
                    <a:pt x="0" y="328"/>
                    <a:pt x="0" y="722"/>
                  </a:cubicBezTo>
                  <a:cubicBezTo>
                    <a:pt x="0" y="992"/>
                    <a:pt x="212" y="1204"/>
                    <a:pt x="482" y="1204"/>
                  </a:cubicBezTo>
                  <a:lnTo>
                    <a:pt x="2411" y="2892"/>
                  </a:lnTo>
                  <a:lnTo>
                    <a:pt x="2820" y="1463"/>
                  </a:lnTo>
                  <a:cubicBezTo>
                    <a:pt x="2868" y="1295"/>
                    <a:pt x="2892" y="1117"/>
                    <a:pt x="2892" y="939"/>
                  </a:cubicBezTo>
                  <a:lnTo>
                    <a:pt x="289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1"/>
            <p:cNvSpPr/>
            <p:nvPr/>
          </p:nvSpPr>
          <p:spPr>
            <a:xfrm>
              <a:off x="6380776" y="3994110"/>
              <a:ext cx="40548" cy="35486"/>
            </a:xfrm>
            <a:custGeom>
              <a:rect b="b" l="l" r="r" t="t"/>
              <a:pathLst>
                <a:path extrusionOk="0" h="1353" w="1546">
                  <a:moveTo>
                    <a:pt x="1" y="0"/>
                  </a:moveTo>
                  <a:lnTo>
                    <a:pt x="1" y="1352"/>
                  </a:lnTo>
                  <a:lnTo>
                    <a:pt x="1545" y="1352"/>
                  </a:lnTo>
                  <a:lnTo>
                    <a:pt x="154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1"/>
            <p:cNvSpPr/>
            <p:nvPr/>
          </p:nvSpPr>
          <p:spPr>
            <a:xfrm>
              <a:off x="6380907" y="3994110"/>
              <a:ext cx="40417" cy="22031"/>
            </a:xfrm>
            <a:custGeom>
              <a:rect b="b" l="l" r="r" t="t"/>
              <a:pathLst>
                <a:path extrusionOk="0" h="840" w="1541">
                  <a:moveTo>
                    <a:pt x="1" y="0"/>
                  </a:moveTo>
                  <a:lnTo>
                    <a:pt x="1" y="688"/>
                  </a:lnTo>
                  <a:cubicBezTo>
                    <a:pt x="246" y="789"/>
                    <a:pt x="508" y="840"/>
                    <a:pt x="770" y="840"/>
                  </a:cubicBezTo>
                  <a:cubicBezTo>
                    <a:pt x="1033" y="840"/>
                    <a:pt x="1295" y="789"/>
                    <a:pt x="1540" y="688"/>
                  </a:cubicBezTo>
                  <a:lnTo>
                    <a:pt x="15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1"/>
            <p:cNvSpPr/>
            <p:nvPr/>
          </p:nvSpPr>
          <p:spPr>
            <a:xfrm>
              <a:off x="6333592" y="4016062"/>
              <a:ext cx="135045" cy="68165"/>
            </a:xfrm>
            <a:custGeom>
              <a:rect b="b" l="l" r="r" t="t"/>
              <a:pathLst>
                <a:path extrusionOk="0" h="2599" w="5149">
                  <a:moveTo>
                    <a:pt x="1805" y="0"/>
                  </a:moveTo>
                  <a:lnTo>
                    <a:pt x="563" y="356"/>
                  </a:lnTo>
                  <a:cubicBezTo>
                    <a:pt x="231" y="453"/>
                    <a:pt x="0" y="756"/>
                    <a:pt x="0" y="1097"/>
                  </a:cubicBezTo>
                  <a:lnTo>
                    <a:pt x="0" y="2599"/>
                  </a:lnTo>
                  <a:lnTo>
                    <a:pt x="5149" y="2599"/>
                  </a:lnTo>
                  <a:lnTo>
                    <a:pt x="5149" y="1102"/>
                  </a:lnTo>
                  <a:cubicBezTo>
                    <a:pt x="5149" y="756"/>
                    <a:pt x="4918" y="453"/>
                    <a:pt x="4586" y="356"/>
                  </a:cubicBezTo>
                  <a:lnTo>
                    <a:pt x="3344" y="0"/>
                  </a:lnTo>
                  <a:lnTo>
                    <a:pt x="2574" y="515"/>
                  </a:lnTo>
                  <a:lnTo>
                    <a:pt x="180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1"/>
            <p:cNvSpPr/>
            <p:nvPr/>
          </p:nvSpPr>
          <p:spPr>
            <a:xfrm>
              <a:off x="6363125" y="3930246"/>
              <a:ext cx="75981" cy="69555"/>
            </a:xfrm>
            <a:custGeom>
              <a:rect b="b" l="l" r="r" t="t"/>
              <a:pathLst>
                <a:path extrusionOk="0" h="2652" w="2897">
                  <a:moveTo>
                    <a:pt x="912" y="0"/>
                  </a:moveTo>
                  <a:cubicBezTo>
                    <a:pt x="788" y="0"/>
                    <a:pt x="670" y="52"/>
                    <a:pt x="582" y="145"/>
                  </a:cubicBezTo>
                  <a:lnTo>
                    <a:pt x="144" y="578"/>
                  </a:lnTo>
                  <a:cubicBezTo>
                    <a:pt x="53" y="669"/>
                    <a:pt x="0" y="794"/>
                    <a:pt x="0" y="919"/>
                  </a:cubicBezTo>
                  <a:lnTo>
                    <a:pt x="0" y="1203"/>
                  </a:lnTo>
                  <a:cubicBezTo>
                    <a:pt x="0" y="2002"/>
                    <a:pt x="650" y="2652"/>
                    <a:pt x="1448" y="2652"/>
                  </a:cubicBezTo>
                  <a:cubicBezTo>
                    <a:pt x="2247" y="2652"/>
                    <a:pt x="2897" y="2002"/>
                    <a:pt x="2897" y="1203"/>
                  </a:cubicBezTo>
                  <a:lnTo>
                    <a:pt x="2897" y="895"/>
                  </a:lnTo>
                  <a:cubicBezTo>
                    <a:pt x="2897" y="770"/>
                    <a:pt x="2849" y="645"/>
                    <a:pt x="2757" y="554"/>
                  </a:cubicBezTo>
                  <a:cubicBezTo>
                    <a:pt x="2382" y="188"/>
                    <a:pt x="1703" y="24"/>
                    <a:pt x="929" y="0"/>
                  </a:cubicBezTo>
                  <a:cubicBezTo>
                    <a:pt x="923" y="0"/>
                    <a:pt x="918" y="0"/>
                    <a:pt x="91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1"/>
            <p:cNvSpPr/>
            <p:nvPr/>
          </p:nvSpPr>
          <p:spPr>
            <a:xfrm>
              <a:off x="6363125" y="3930246"/>
              <a:ext cx="75745" cy="68034"/>
            </a:xfrm>
            <a:custGeom>
              <a:rect b="b" l="l" r="r" t="t"/>
              <a:pathLst>
                <a:path extrusionOk="0" h="2594" w="2888">
                  <a:moveTo>
                    <a:pt x="929" y="0"/>
                  </a:moveTo>
                  <a:cubicBezTo>
                    <a:pt x="799" y="0"/>
                    <a:pt x="674" y="48"/>
                    <a:pt x="582" y="145"/>
                  </a:cubicBezTo>
                  <a:lnTo>
                    <a:pt x="0" y="722"/>
                  </a:lnTo>
                  <a:lnTo>
                    <a:pt x="0" y="1203"/>
                  </a:lnTo>
                  <a:cubicBezTo>
                    <a:pt x="0" y="1848"/>
                    <a:pt x="428" y="2416"/>
                    <a:pt x="1049" y="2594"/>
                  </a:cubicBezTo>
                  <a:cubicBezTo>
                    <a:pt x="837" y="2339"/>
                    <a:pt x="727" y="2016"/>
                    <a:pt x="727" y="1684"/>
                  </a:cubicBezTo>
                  <a:lnTo>
                    <a:pt x="727" y="1150"/>
                  </a:lnTo>
                  <a:cubicBezTo>
                    <a:pt x="727" y="871"/>
                    <a:pt x="958" y="669"/>
                    <a:pt x="1237" y="669"/>
                  </a:cubicBezTo>
                  <a:cubicBezTo>
                    <a:pt x="1665" y="669"/>
                    <a:pt x="2521" y="722"/>
                    <a:pt x="2887" y="996"/>
                  </a:cubicBezTo>
                  <a:cubicBezTo>
                    <a:pt x="2873" y="891"/>
                    <a:pt x="2829" y="626"/>
                    <a:pt x="2757" y="554"/>
                  </a:cubicBezTo>
                  <a:cubicBezTo>
                    <a:pt x="2382" y="193"/>
                    <a:pt x="1703" y="24"/>
                    <a:pt x="92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1"/>
            <p:cNvSpPr/>
            <p:nvPr/>
          </p:nvSpPr>
          <p:spPr>
            <a:xfrm>
              <a:off x="6271748" y="3831053"/>
              <a:ext cx="258734" cy="348721"/>
            </a:xfrm>
            <a:custGeom>
              <a:rect b="b" l="l" r="r" t="t"/>
              <a:pathLst>
                <a:path extrusionOk="0" h="13296" w="9865">
                  <a:moveTo>
                    <a:pt x="4935" y="1288"/>
                  </a:moveTo>
                  <a:cubicBezTo>
                    <a:pt x="5404" y="1288"/>
                    <a:pt x="5877" y="1378"/>
                    <a:pt x="6328" y="1564"/>
                  </a:cubicBezTo>
                  <a:cubicBezTo>
                    <a:pt x="7690" y="2127"/>
                    <a:pt x="8575" y="3455"/>
                    <a:pt x="8575" y="4932"/>
                  </a:cubicBezTo>
                  <a:cubicBezTo>
                    <a:pt x="8575" y="6944"/>
                    <a:pt x="6944" y="8575"/>
                    <a:pt x="4932" y="8575"/>
                  </a:cubicBezTo>
                  <a:cubicBezTo>
                    <a:pt x="3460" y="8575"/>
                    <a:pt x="2127" y="7689"/>
                    <a:pt x="1564" y="6328"/>
                  </a:cubicBezTo>
                  <a:cubicBezTo>
                    <a:pt x="1001" y="4966"/>
                    <a:pt x="1314" y="3397"/>
                    <a:pt x="2353" y="2353"/>
                  </a:cubicBezTo>
                  <a:cubicBezTo>
                    <a:pt x="3052" y="1658"/>
                    <a:pt x="3986" y="1288"/>
                    <a:pt x="4935" y="1288"/>
                  </a:cubicBezTo>
                  <a:close/>
                  <a:moveTo>
                    <a:pt x="4932" y="0"/>
                  </a:moveTo>
                  <a:cubicBezTo>
                    <a:pt x="2209" y="0"/>
                    <a:pt x="0" y="2209"/>
                    <a:pt x="0" y="4932"/>
                  </a:cubicBezTo>
                  <a:cubicBezTo>
                    <a:pt x="0" y="10076"/>
                    <a:pt x="4932" y="13295"/>
                    <a:pt x="4932" y="13295"/>
                  </a:cubicBezTo>
                  <a:cubicBezTo>
                    <a:pt x="4932" y="13295"/>
                    <a:pt x="9864" y="10076"/>
                    <a:pt x="9864" y="4932"/>
                  </a:cubicBezTo>
                  <a:cubicBezTo>
                    <a:pt x="9864" y="2209"/>
                    <a:pt x="7656" y="0"/>
                    <a:pt x="493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1"/>
            <p:cNvSpPr/>
            <p:nvPr/>
          </p:nvSpPr>
          <p:spPr>
            <a:xfrm>
              <a:off x="6271748" y="3831053"/>
              <a:ext cx="245227" cy="348590"/>
            </a:xfrm>
            <a:custGeom>
              <a:rect b="b" l="l" r="r" t="t"/>
              <a:pathLst>
                <a:path extrusionOk="0" h="13291" w="9350">
                  <a:moveTo>
                    <a:pt x="4937" y="1288"/>
                  </a:moveTo>
                  <a:cubicBezTo>
                    <a:pt x="5405" y="1288"/>
                    <a:pt x="5878" y="1378"/>
                    <a:pt x="6328" y="1564"/>
                  </a:cubicBezTo>
                  <a:cubicBezTo>
                    <a:pt x="7690" y="2132"/>
                    <a:pt x="8575" y="3460"/>
                    <a:pt x="8575" y="4932"/>
                  </a:cubicBezTo>
                  <a:cubicBezTo>
                    <a:pt x="8575" y="6944"/>
                    <a:pt x="6944" y="8575"/>
                    <a:pt x="4932" y="8575"/>
                  </a:cubicBezTo>
                  <a:lnTo>
                    <a:pt x="4932" y="8580"/>
                  </a:lnTo>
                  <a:cubicBezTo>
                    <a:pt x="3455" y="8580"/>
                    <a:pt x="2127" y="7689"/>
                    <a:pt x="1564" y="6328"/>
                  </a:cubicBezTo>
                  <a:cubicBezTo>
                    <a:pt x="1001" y="4966"/>
                    <a:pt x="1314" y="3397"/>
                    <a:pt x="2353" y="2358"/>
                  </a:cubicBezTo>
                  <a:cubicBezTo>
                    <a:pt x="3052" y="1659"/>
                    <a:pt x="3987" y="1288"/>
                    <a:pt x="4937" y="1288"/>
                  </a:cubicBezTo>
                  <a:close/>
                  <a:moveTo>
                    <a:pt x="4932" y="0"/>
                  </a:moveTo>
                  <a:cubicBezTo>
                    <a:pt x="2209" y="0"/>
                    <a:pt x="0" y="2209"/>
                    <a:pt x="0" y="4932"/>
                  </a:cubicBezTo>
                  <a:cubicBezTo>
                    <a:pt x="0" y="10076"/>
                    <a:pt x="4932" y="13290"/>
                    <a:pt x="4932" y="13290"/>
                  </a:cubicBezTo>
                  <a:cubicBezTo>
                    <a:pt x="4932" y="13290"/>
                    <a:pt x="3792" y="11722"/>
                    <a:pt x="3094" y="9027"/>
                  </a:cubicBezTo>
                  <a:cubicBezTo>
                    <a:pt x="3070" y="8943"/>
                    <a:pt x="3137" y="8869"/>
                    <a:pt x="3218" y="8869"/>
                  </a:cubicBezTo>
                  <a:cubicBezTo>
                    <a:pt x="3234" y="8869"/>
                    <a:pt x="3251" y="8872"/>
                    <a:pt x="3268" y="8878"/>
                  </a:cubicBezTo>
                  <a:cubicBezTo>
                    <a:pt x="3803" y="9107"/>
                    <a:pt x="4371" y="9219"/>
                    <a:pt x="4937" y="9219"/>
                  </a:cubicBezTo>
                  <a:cubicBezTo>
                    <a:pt x="5835" y="9219"/>
                    <a:pt x="6726" y="8936"/>
                    <a:pt x="7473" y="8387"/>
                  </a:cubicBezTo>
                  <a:cubicBezTo>
                    <a:pt x="8690" y="7492"/>
                    <a:pt x="9350" y="6025"/>
                    <a:pt x="9200" y="4519"/>
                  </a:cubicBezTo>
                  <a:cubicBezTo>
                    <a:pt x="9022" y="2570"/>
                    <a:pt x="7487" y="963"/>
                    <a:pt x="5544" y="688"/>
                  </a:cubicBezTo>
                  <a:cubicBezTo>
                    <a:pt x="5342" y="659"/>
                    <a:pt x="5139" y="644"/>
                    <a:pt x="4937" y="644"/>
                  </a:cubicBezTo>
                  <a:cubicBezTo>
                    <a:pt x="4619" y="644"/>
                    <a:pt x="4301" y="680"/>
                    <a:pt x="3989" y="751"/>
                  </a:cubicBezTo>
                  <a:cubicBezTo>
                    <a:pt x="3980" y="753"/>
                    <a:pt x="3971" y="754"/>
                    <a:pt x="3963" y="754"/>
                  </a:cubicBezTo>
                  <a:cubicBezTo>
                    <a:pt x="3853" y="754"/>
                    <a:pt x="3784" y="619"/>
                    <a:pt x="3869" y="534"/>
                  </a:cubicBezTo>
                  <a:cubicBezTo>
                    <a:pt x="4187" y="193"/>
                    <a:pt x="4547" y="0"/>
                    <a:pt x="493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1"/>
            <p:cNvSpPr/>
            <p:nvPr/>
          </p:nvSpPr>
          <p:spPr>
            <a:xfrm>
              <a:off x="6290160" y="3859484"/>
              <a:ext cx="177429" cy="165732"/>
            </a:xfrm>
            <a:custGeom>
              <a:rect b="b" l="l" r="r" t="t"/>
              <a:pathLst>
                <a:path extrusionOk="0" h="6319" w="6765">
                  <a:moveTo>
                    <a:pt x="4233" y="1"/>
                  </a:moveTo>
                  <a:cubicBezTo>
                    <a:pt x="3243" y="1"/>
                    <a:pt x="2257" y="382"/>
                    <a:pt x="1512" y="1130"/>
                  </a:cubicBezTo>
                  <a:cubicBezTo>
                    <a:pt x="131" y="2506"/>
                    <a:pt x="1" y="4700"/>
                    <a:pt x="1209" y="6230"/>
                  </a:cubicBezTo>
                  <a:cubicBezTo>
                    <a:pt x="1253" y="6293"/>
                    <a:pt x="1311" y="6319"/>
                    <a:pt x="1367" y="6319"/>
                  </a:cubicBezTo>
                  <a:cubicBezTo>
                    <a:pt x="1519" y="6319"/>
                    <a:pt x="1663" y="6134"/>
                    <a:pt x="1526" y="5980"/>
                  </a:cubicBezTo>
                  <a:cubicBezTo>
                    <a:pt x="444" y="4609"/>
                    <a:pt x="559" y="2645"/>
                    <a:pt x="1796" y="1414"/>
                  </a:cubicBezTo>
                  <a:cubicBezTo>
                    <a:pt x="2463" y="744"/>
                    <a:pt x="3344" y="403"/>
                    <a:pt x="4230" y="403"/>
                  </a:cubicBezTo>
                  <a:cubicBezTo>
                    <a:pt x="4980" y="403"/>
                    <a:pt x="5733" y="648"/>
                    <a:pt x="6362" y="1144"/>
                  </a:cubicBezTo>
                  <a:cubicBezTo>
                    <a:pt x="6401" y="1171"/>
                    <a:pt x="6440" y="1183"/>
                    <a:pt x="6478" y="1183"/>
                  </a:cubicBezTo>
                  <a:cubicBezTo>
                    <a:pt x="6641" y="1183"/>
                    <a:pt x="6765" y="963"/>
                    <a:pt x="6612" y="827"/>
                  </a:cubicBezTo>
                  <a:cubicBezTo>
                    <a:pt x="5911" y="273"/>
                    <a:pt x="5070" y="1"/>
                    <a:pt x="4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1"/>
            <p:cNvSpPr/>
            <p:nvPr/>
          </p:nvSpPr>
          <p:spPr>
            <a:xfrm>
              <a:off x="6266450" y="3825756"/>
              <a:ext cx="269330" cy="359186"/>
            </a:xfrm>
            <a:custGeom>
              <a:rect b="b" l="l" r="r" t="t"/>
              <a:pathLst>
                <a:path extrusionOk="0" h="13695" w="10269">
                  <a:moveTo>
                    <a:pt x="5134" y="400"/>
                  </a:moveTo>
                  <a:cubicBezTo>
                    <a:pt x="7747" y="400"/>
                    <a:pt x="9864" y="2522"/>
                    <a:pt x="9864" y="5134"/>
                  </a:cubicBezTo>
                  <a:cubicBezTo>
                    <a:pt x="9860" y="6304"/>
                    <a:pt x="9605" y="7458"/>
                    <a:pt x="9114" y="8522"/>
                  </a:cubicBezTo>
                  <a:cubicBezTo>
                    <a:pt x="8685" y="9455"/>
                    <a:pt x="8127" y="10326"/>
                    <a:pt x="7454" y="11106"/>
                  </a:cubicBezTo>
                  <a:cubicBezTo>
                    <a:pt x="6770" y="11909"/>
                    <a:pt x="5991" y="12631"/>
                    <a:pt x="5134" y="13252"/>
                  </a:cubicBezTo>
                  <a:cubicBezTo>
                    <a:pt x="4283" y="12631"/>
                    <a:pt x="3503" y="11914"/>
                    <a:pt x="2825" y="11115"/>
                  </a:cubicBezTo>
                  <a:cubicBezTo>
                    <a:pt x="2146" y="10331"/>
                    <a:pt x="1588" y="9465"/>
                    <a:pt x="1160" y="8527"/>
                  </a:cubicBezTo>
                  <a:cubicBezTo>
                    <a:pt x="669" y="7463"/>
                    <a:pt x="409" y="6304"/>
                    <a:pt x="404" y="5134"/>
                  </a:cubicBezTo>
                  <a:cubicBezTo>
                    <a:pt x="404" y="2522"/>
                    <a:pt x="2522" y="400"/>
                    <a:pt x="5134" y="400"/>
                  </a:cubicBezTo>
                  <a:close/>
                  <a:moveTo>
                    <a:pt x="5134" y="0"/>
                  </a:moveTo>
                  <a:cubicBezTo>
                    <a:pt x="2300" y="5"/>
                    <a:pt x="5" y="2300"/>
                    <a:pt x="0" y="5134"/>
                  </a:cubicBezTo>
                  <a:cubicBezTo>
                    <a:pt x="10" y="6361"/>
                    <a:pt x="279" y="7579"/>
                    <a:pt x="789" y="8695"/>
                  </a:cubicBezTo>
                  <a:cubicBezTo>
                    <a:pt x="1237" y="9662"/>
                    <a:pt x="1819" y="10567"/>
                    <a:pt x="2517" y="11375"/>
                  </a:cubicBezTo>
                  <a:cubicBezTo>
                    <a:pt x="3753" y="12828"/>
                    <a:pt x="4976" y="13632"/>
                    <a:pt x="5024" y="13666"/>
                  </a:cubicBezTo>
                  <a:cubicBezTo>
                    <a:pt x="5057" y="13685"/>
                    <a:pt x="5096" y="13694"/>
                    <a:pt x="5134" y="13694"/>
                  </a:cubicBezTo>
                  <a:cubicBezTo>
                    <a:pt x="5173" y="13694"/>
                    <a:pt x="5211" y="13685"/>
                    <a:pt x="5245" y="13666"/>
                  </a:cubicBezTo>
                  <a:cubicBezTo>
                    <a:pt x="5293" y="13632"/>
                    <a:pt x="6515" y="12828"/>
                    <a:pt x="7752" y="11375"/>
                  </a:cubicBezTo>
                  <a:cubicBezTo>
                    <a:pt x="8450" y="10567"/>
                    <a:pt x="9032" y="9662"/>
                    <a:pt x="9479" y="8695"/>
                  </a:cubicBezTo>
                  <a:cubicBezTo>
                    <a:pt x="9994" y="7579"/>
                    <a:pt x="10264" y="6361"/>
                    <a:pt x="10269" y="5134"/>
                  </a:cubicBezTo>
                  <a:cubicBezTo>
                    <a:pt x="10264" y="2300"/>
                    <a:pt x="7969" y="5"/>
                    <a:pt x="5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1"/>
            <p:cNvSpPr/>
            <p:nvPr/>
          </p:nvSpPr>
          <p:spPr>
            <a:xfrm>
              <a:off x="6373143" y="3925420"/>
              <a:ext cx="57884" cy="18045"/>
            </a:xfrm>
            <a:custGeom>
              <a:rect b="b" l="l" r="r" t="t"/>
              <a:pathLst>
                <a:path extrusionOk="0" h="688" w="2207">
                  <a:moveTo>
                    <a:pt x="798" y="1"/>
                  </a:moveTo>
                  <a:cubicBezTo>
                    <a:pt x="608" y="1"/>
                    <a:pt x="399" y="19"/>
                    <a:pt x="171" y="64"/>
                  </a:cubicBezTo>
                  <a:cubicBezTo>
                    <a:pt x="75" y="83"/>
                    <a:pt x="8" y="165"/>
                    <a:pt x="8" y="261"/>
                  </a:cubicBezTo>
                  <a:lnTo>
                    <a:pt x="8" y="478"/>
                  </a:lnTo>
                  <a:cubicBezTo>
                    <a:pt x="1" y="617"/>
                    <a:pt x="105" y="687"/>
                    <a:pt x="210" y="687"/>
                  </a:cubicBezTo>
                  <a:cubicBezTo>
                    <a:pt x="315" y="687"/>
                    <a:pt x="419" y="617"/>
                    <a:pt x="412" y="478"/>
                  </a:cubicBezTo>
                  <a:lnTo>
                    <a:pt x="407" y="478"/>
                  </a:lnTo>
                  <a:lnTo>
                    <a:pt x="407" y="430"/>
                  </a:lnTo>
                  <a:cubicBezTo>
                    <a:pt x="533" y="412"/>
                    <a:pt x="660" y="402"/>
                    <a:pt x="786" y="402"/>
                  </a:cubicBezTo>
                  <a:cubicBezTo>
                    <a:pt x="993" y="402"/>
                    <a:pt x="1198" y="427"/>
                    <a:pt x="1398" y="478"/>
                  </a:cubicBezTo>
                  <a:cubicBezTo>
                    <a:pt x="1543" y="512"/>
                    <a:pt x="1682" y="569"/>
                    <a:pt x="1812" y="646"/>
                  </a:cubicBezTo>
                  <a:cubicBezTo>
                    <a:pt x="1848" y="668"/>
                    <a:pt x="1884" y="677"/>
                    <a:pt x="1918" y="677"/>
                  </a:cubicBezTo>
                  <a:cubicBezTo>
                    <a:pt x="2090" y="677"/>
                    <a:pt x="2207" y="434"/>
                    <a:pt x="2034" y="309"/>
                  </a:cubicBezTo>
                  <a:cubicBezTo>
                    <a:pt x="2010" y="294"/>
                    <a:pt x="1561"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1"/>
            <p:cNvSpPr/>
            <p:nvPr/>
          </p:nvSpPr>
          <p:spPr>
            <a:xfrm>
              <a:off x="6336241" y="3893265"/>
              <a:ext cx="175803" cy="168040"/>
            </a:xfrm>
            <a:custGeom>
              <a:rect b="b" l="l" r="r" t="t"/>
              <a:pathLst>
                <a:path extrusionOk="0" h="6407" w="6703">
                  <a:moveTo>
                    <a:pt x="3989" y="400"/>
                  </a:moveTo>
                  <a:lnTo>
                    <a:pt x="3989" y="1401"/>
                  </a:lnTo>
                  <a:cubicBezTo>
                    <a:pt x="3989" y="1569"/>
                    <a:pt x="3951" y="1733"/>
                    <a:pt x="3878" y="1882"/>
                  </a:cubicBezTo>
                  <a:lnTo>
                    <a:pt x="3797" y="2041"/>
                  </a:lnTo>
                  <a:cubicBezTo>
                    <a:pt x="3782" y="2070"/>
                    <a:pt x="3777" y="2098"/>
                    <a:pt x="3777" y="2132"/>
                  </a:cubicBezTo>
                  <a:lnTo>
                    <a:pt x="3777" y="2560"/>
                  </a:lnTo>
                  <a:cubicBezTo>
                    <a:pt x="3777" y="3277"/>
                    <a:pt x="3195" y="3860"/>
                    <a:pt x="2478" y="3860"/>
                  </a:cubicBezTo>
                  <a:cubicBezTo>
                    <a:pt x="2464" y="3860"/>
                    <a:pt x="2449" y="3860"/>
                    <a:pt x="2435" y="3860"/>
                  </a:cubicBezTo>
                  <a:cubicBezTo>
                    <a:pt x="1737" y="3840"/>
                    <a:pt x="1174" y="3229"/>
                    <a:pt x="1174" y="2498"/>
                  </a:cubicBezTo>
                  <a:lnTo>
                    <a:pt x="1174" y="2132"/>
                  </a:lnTo>
                  <a:cubicBezTo>
                    <a:pt x="1174" y="2098"/>
                    <a:pt x="1169" y="2070"/>
                    <a:pt x="1155" y="2041"/>
                  </a:cubicBezTo>
                  <a:lnTo>
                    <a:pt x="1078" y="1887"/>
                  </a:lnTo>
                  <a:cubicBezTo>
                    <a:pt x="1001" y="1733"/>
                    <a:pt x="963" y="1564"/>
                    <a:pt x="963" y="1396"/>
                  </a:cubicBezTo>
                  <a:cubicBezTo>
                    <a:pt x="963" y="847"/>
                    <a:pt x="1405" y="400"/>
                    <a:pt x="1959" y="400"/>
                  </a:cubicBezTo>
                  <a:close/>
                  <a:moveTo>
                    <a:pt x="1819" y="4119"/>
                  </a:moveTo>
                  <a:cubicBezTo>
                    <a:pt x="2007" y="4206"/>
                    <a:pt x="2214" y="4254"/>
                    <a:pt x="2420" y="4259"/>
                  </a:cubicBezTo>
                  <a:lnTo>
                    <a:pt x="2478" y="4259"/>
                  </a:lnTo>
                  <a:cubicBezTo>
                    <a:pt x="2704" y="4259"/>
                    <a:pt x="2926" y="4216"/>
                    <a:pt x="3133" y="4129"/>
                  </a:cubicBezTo>
                  <a:lnTo>
                    <a:pt x="3133" y="4403"/>
                  </a:lnTo>
                  <a:cubicBezTo>
                    <a:pt x="3133" y="4466"/>
                    <a:pt x="3142" y="4524"/>
                    <a:pt x="3162" y="4581"/>
                  </a:cubicBezTo>
                  <a:lnTo>
                    <a:pt x="2478" y="5096"/>
                  </a:lnTo>
                  <a:lnTo>
                    <a:pt x="1790" y="4581"/>
                  </a:lnTo>
                  <a:cubicBezTo>
                    <a:pt x="1809" y="4524"/>
                    <a:pt x="1819" y="4466"/>
                    <a:pt x="1819" y="4403"/>
                  </a:cubicBezTo>
                  <a:lnTo>
                    <a:pt x="1819" y="4119"/>
                  </a:lnTo>
                  <a:close/>
                  <a:moveTo>
                    <a:pt x="1564" y="4913"/>
                  </a:moveTo>
                  <a:lnTo>
                    <a:pt x="2276" y="5447"/>
                  </a:lnTo>
                  <a:lnTo>
                    <a:pt x="2276" y="6001"/>
                  </a:lnTo>
                  <a:cubicBezTo>
                    <a:pt x="1631" y="5962"/>
                    <a:pt x="1015" y="5746"/>
                    <a:pt x="491" y="5375"/>
                  </a:cubicBezTo>
                  <a:cubicBezTo>
                    <a:pt x="529" y="5337"/>
                    <a:pt x="573" y="5308"/>
                    <a:pt x="626" y="5289"/>
                  </a:cubicBezTo>
                  <a:lnTo>
                    <a:pt x="631" y="5289"/>
                  </a:lnTo>
                  <a:lnTo>
                    <a:pt x="1410" y="4995"/>
                  </a:lnTo>
                  <a:cubicBezTo>
                    <a:pt x="1463" y="4976"/>
                    <a:pt x="1516" y="4947"/>
                    <a:pt x="1564" y="4913"/>
                  </a:cubicBezTo>
                  <a:close/>
                  <a:moveTo>
                    <a:pt x="3388" y="4913"/>
                  </a:moveTo>
                  <a:cubicBezTo>
                    <a:pt x="3436" y="4947"/>
                    <a:pt x="3489" y="4976"/>
                    <a:pt x="3542" y="4995"/>
                  </a:cubicBezTo>
                  <a:lnTo>
                    <a:pt x="4494" y="5351"/>
                  </a:lnTo>
                  <a:cubicBezTo>
                    <a:pt x="3960" y="5736"/>
                    <a:pt x="3330" y="5962"/>
                    <a:pt x="2676" y="6001"/>
                  </a:cubicBezTo>
                  <a:lnTo>
                    <a:pt x="2676" y="5447"/>
                  </a:lnTo>
                  <a:lnTo>
                    <a:pt x="3388" y="4913"/>
                  </a:lnTo>
                  <a:close/>
                  <a:moveTo>
                    <a:pt x="1954" y="1"/>
                  </a:moveTo>
                  <a:cubicBezTo>
                    <a:pt x="1184" y="1"/>
                    <a:pt x="558" y="626"/>
                    <a:pt x="558" y="1401"/>
                  </a:cubicBezTo>
                  <a:cubicBezTo>
                    <a:pt x="558" y="1627"/>
                    <a:pt x="611" y="1858"/>
                    <a:pt x="712" y="2065"/>
                  </a:cubicBezTo>
                  <a:lnTo>
                    <a:pt x="775" y="2180"/>
                  </a:lnTo>
                  <a:lnTo>
                    <a:pt x="775" y="2498"/>
                  </a:lnTo>
                  <a:cubicBezTo>
                    <a:pt x="775" y="3027"/>
                    <a:pt x="1011" y="3532"/>
                    <a:pt x="1420" y="3874"/>
                  </a:cubicBezTo>
                  <a:lnTo>
                    <a:pt x="1420" y="4408"/>
                  </a:lnTo>
                  <a:cubicBezTo>
                    <a:pt x="1415" y="4499"/>
                    <a:pt x="1357" y="4586"/>
                    <a:pt x="1270" y="4620"/>
                  </a:cubicBezTo>
                  <a:lnTo>
                    <a:pt x="486" y="4913"/>
                  </a:lnTo>
                  <a:cubicBezTo>
                    <a:pt x="284" y="4990"/>
                    <a:pt x="120" y="5144"/>
                    <a:pt x="34" y="5342"/>
                  </a:cubicBezTo>
                  <a:cubicBezTo>
                    <a:pt x="0" y="5428"/>
                    <a:pt x="24" y="5524"/>
                    <a:pt x="96" y="5582"/>
                  </a:cubicBezTo>
                  <a:cubicBezTo>
                    <a:pt x="798" y="6134"/>
                    <a:pt x="1639" y="6406"/>
                    <a:pt x="2476" y="6406"/>
                  </a:cubicBezTo>
                  <a:cubicBezTo>
                    <a:pt x="3465" y="6406"/>
                    <a:pt x="4449" y="6027"/>
                    <a:pt x="5197" y="5279"/>
                  </a:cubicBezTo>
                  <a:cubicBezTo>
                    <a:pt x="6573" y="3903"/>
                    <a:pt x="6703" y="1709"/>
                    <a:pt x="5495" y="179"/>
                  </a:cubicBezTo>
                  <a:cubicBezTo>
                    <a:pt x="5456" y="128"/>
                    <a:pt x="5396" y="101"/>
                    <a:pt x="5335" y="101"/>
                  </a:cubicBezTo>
                  <a:cubicBezTo>
                    <a:pt x="5291" y="101"/>
                    <a:pt x="5247" y="115"/>
                    <a:pt x="5211" y="145"/>
                  </a:cubicBezTo>
                  <a:cubicBezTo>
                    <a:pt x="5125" y="212"/>
                    <a:pt x="5110" y="342"/>
                    <a:pt x="5178" y="429"/>
                  </a:cubicBezTo>
                  <a:cubicBezTo>
                    <a:pt x="6260" y="1800"/>
                    <a:pt x="6145" y="3763"/>
                    <a:pt x="4908" y="4995"/>
                  </a:cubicBezTo>
                  <a:cubicBezTo>
                    <a:pt x="4884" y="5019"/>
                    <a:pt x="4860" y="5043"/>
                    <a:pt x="4836" y="5067"/>
                  </a:cubicBezTo>
                  <a:cubicBezTo>
                    <a:pt x="4793" y="5043"/>
                    <a:pt x="4745" y="5019"/>
                    <a:pt x="4701" y="5005"/>
                  </a:cubicBezTo>
                  <a:lnTo>
                    <a:pt x="3676" y="4620"/>
                  </a:lnTo>
                  <a:cubicBezTo>
                    <a:pt x="3590" y="4586"/>
                    <a:pt x="3527" y="4499"/>
                    <a:pt x="3527" y="4408"/>
                  </a:cubicBezTo>
                  <a:lnTo>
                    <a:pt x="3527" y="3893"/>
                  </a:lnTo>
                  <a:cubicBezTo>
                    <a:pt x="3570" y="3860"/>
                    <a:pt x="3614" y="3821"/>
                    <a:pt x="3657" y="3783"/>
                  </a:cubicBezTo>
                  <a:cubicBezTo>
                    <a:pt x="3989" y="3460"/>
                    <a:pt x="4172" y="3022"/>
                    <a:pt x="4172" y="2560"/>
                  </a:cubicBezTo>
                  <a:lnTo>
                    <a:pt x="4172" y="2180"/>
                  </a:lnTo>
                  <a:lnTo>
                    <a:pt x="4235" y="2065"/>
                  </a:lnTo>
                  <a:cubicBezTo>
                    <a:pt x="4336" y="1858"/>
                    <a:pt x="4388" y="1627"/>
                    <a:pt x="4388" y="1401"/>
                  </a:cubicBezTo>
                  <a:lnTo>
                    <a:pt x="4388" y="203"/>
                  </a:lnTo>
                  <a:cubicBezTo>
                    <a:pt x="4388" y="92"/>
                    <a:pt x="4297" y="1"/>
                    <a:pt x="4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81"/>
          <p:cNvGrpSpPr/>
          <p:nvPr/>
        </p:nvGrpSpPr>
        <p:grpSpPr>
          <a:xfrm>
            <a:off x="7108825" y="3825756"/>
            <a:ext cx="366136" cy="359317"/>
            <a:chOff x="7108825" y="3825756"/>
            <a:chExt cx="366136" cy="359317"/>
          </a:xfrm>
        </p:grpSpPr>
        <p:sp>
          <p:nvSpPr>
            <p:cNvPr id="11440" name="Google Shape;11440;p81"/>
            <p:cNvSpPr/>
            <p:nvPr/>
          </p:nvSpPr>
          <p:spPr>
            <a:xfrm>
              <a:off x="7234271" y="4009610"/>
              <a:ext cx="165600" cy="165496"/>
            </a:xfrm>
            <a:custGeom>
              <a:rect b="b" l="l" r="r" t="t"/>
              <a:pathLst>
                <a:path extrusionOk="0" h="6310" w="6314">
                  <a:moveTo>
                    <a:pt x="2228" y="1"/>
                  </a:moveTo>
                  <a:lnTo>
                    <a:pt x="2228" y="1570"/>
                  </a:lnTo>
                  <a:cubicBezTo>
                    <a:pt x="2228" y="1656"/>
                    <a:pt x="2156" y="1728"/>
                    <a:pt x="2070" y="1728"/>
                  </a:cubicBezTo>
                  <a:lnTo>
                    <a:pt x="1569" y="1728"/>
                  </a:lnTo>
                  <a:cubicBezTo>
                    <a:pt x="1516" y="1728"/>
                    <a:pt x="1463" y="1695"/>
                    <a:pt x="1434" y="1651"/>
                  </a:cubicBezTo>
                  <a:cubicBezTo>
                    <a:pt x="1279" y="1388"/>
                    <a:pt x="1028" y="1269"/>
                    <a:pt x="779" y="1269"/>
                  </a:cubicBezTo>
                  <a:cubicBezTo>
                    <a:pt x="387" y="1269"/>
                    <a:pt x="1" y="1562"/>
                    <a:pt x="1" y="2041"/>
                  </a:cubicBezTo>
                  <a:cubicBezTo>
                    <a:pt x="1" y="2521"/>
                    <a:pt x="388" y="2814"/>
                    <a:pt x="781" y="2814"/>
                  </a:cubicBezTo>
                  <a:cubicBezTo>
                    <a:pt x="1029" y="2814"/>
                    <a:pt x="1280" y="2697"/>
                    <a:pt x="1434" y="2436"/>
                  </a:cubicBezTo>
                  <a:cubicBezTo>
                    <a:pt x="1463" y="2388"/>
                    <a:pt x="1516" y="2359"/>
                    <a:pt x="1569" y="2359"/>
                  </a:cubicBezTo>
                  <a:lnTo>
                    <a:pt x="2070" y="2359"/>
                  </a:lnTo>
                  <a:cubicBezTo>
                    <a:pt x="2156" y="2359"/>
                    <a:pt x="2228" y="2426"/>
                    <a:pt x="2228" y="2517"/>
                  </a:cubicBezTo>
                  <a:lnTo>
                    <a:pt x="2228" y="4086"/>
                  </a:lnTo>
                  <a:lnTo>
                    <a:pt x="3797" y="4086"/>
                  </a:lnTo>
                  <a:cubicBezTo>
                    <a:pt x="3884" y="4086"/>
                    <a:pt x="3956" y="4158"/>
                    <a:pt x="3956" y="4245"/>
                  </a:cubicBezTo>
                  <a:lnTo>
                    <a:pt x="3956" y="4740"/>
                  </a:lnTo>
                  <a:cubicBezTo>
                    <a:pt x="3956" y="4798"/>
                    <a:pt x="3927" y="4851"/>
                    <a:pt x="3879" y="4880"/>
                  </a:cubicBezTo>
                  <a:cubicBezTo>
                    <a:pt x="3205" y="5279"/>
                    <a:pt x="3489" y="6309"/>
                    <a:pt x="4269" y="6309"/>
                  </a:cubicBezTo>
                  <a:cubicBezTo>
                    <a:pt x="5053" y="6309"/>
                    <a:pt x="5337" y="5279"/>
                    <a:pt x="4663" y="4880"/>
                  </a:cubicBezTo>
                  <a:cubicBezTo>
                    <a:pt x="4615" y="4851"/>
                    <a:pt x="4586" y="4798"/>
                    <a:pt x="4586" y="4740"/>
                  </a:cubicBezTo>
                  <a:lnTo>
                    <a:pt x="4586" y="4245"/>
                  </a:lnTo>
                  <a:cubicBezTo>
                    <a:pt x="4586" y="4158"/>
                    <a:pt x="4653" y="4086"/>
                    <a:pt x="4745" y="4081"/>
                  </a:cubicBezTo>
                  <a:lnTo>
                    <a:pt x="6314" y="4081"/>
                  </a:lnTo>
                  <a:lnTo>
                    <a:pt x="6314" y="1"/>
                  </a:lnTo>
                  <a:lnTo>
                    <a:pt x="4904" y="1"/>
                  </a:lnTo>
                  <a:lnTo>
                    <a:pt x="4904" y="251"/>
                  </a:lnTo>
                  <a:lnTo>
                    <a:pt x="4928" y="270"/>
                  </a:lnTo>
                  <a:cubicBezTo>
                    <a:pt x="5760" y="896"/>
                    <a:pt x="5313" y="2229"/>
                    <a:pt x="4269" y="2229"/>
                  </a:cubicBezTo>
                  <a:cubicBezTo>
                    <a:pt x="3224" y="2229"/>
                    <a:pt x="2777" y="896"/>
                    <a:pt x="3614" y="270"/>
                  </a:cubicBezTo>
                  <a:lnTo>
                    <a:pt x="3638" y="251"/>
                  </a:lnTo>
                  <a:lnTo>
                    <a:pt x="3638"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1"/>
            <p:cNvSpPr/>
            <p:nvPr/>
          </p:nvSpPr>
          <p:spPr>
            <a:xfrm>
              <a:off x="7350747" y="4009505"/>
              <a:ext cx="36010" cy="58461"/>
            </a:xfrm>
            <a:custGeom>
              <a:rect b="b" l="l" r="r" t="t"/>
              <a:pathLst>
                <a:path extrusionOk="0" h="2229" w="1373">
                  <a:moveTo>
                    <a:pt x="463" y="0"/>
                  </a:moveTo>
                  <a:lnTo>
                    <a:pt x="463" y="255"/>
                  </a:lnTo>
                  <a:lnTo>
                    <a:pt x="482" y="270"/>
                  </a:lnTo>
                  <a:cubicBezTo>
                    <a:pt x="756" y="476"/>
                    <a:pt x="915" y="799"/>
                    <a:pt x="915" y="1140"/>
                  </a:cubicBezTo>
                  <a:cubicBezTo>
                    <a:pt x="915" y="1675"/>
                    <a:pt x="530" y="2132"/>
                    <a:pt x="1" y="2214"/>
                  </a:cubicBezTo>
                  <a:cubicBezTo>
                    <a:pt x="60" y="2223"/>
                    <a:pt x="119" y="2228"/>
                    <a:pt x="178" y="2228"/>
                  </a:cubicBezTo>
                  <a:cubicBezTo>
                    <a:pt x="609" y="2228"/>
                    <a:pt x="1006" y="1971"/>
                    <a:pt x="1180" y="1569"/>
                  </a:cubicBezTo>
                  <a:cubicBezTo>
                    <a:pt x="1372" y="1107"/>
                    <a:pt x="1233" y="573"/>
                    <a:pt x="833" y="270"/>
                  </a:cubicBezTo>
                  <a:lnTo>
                    <a:pt x="809" y="255"/>
                  </a:lnTo>
                  <a:lnTo>
                    <a:pt x="809"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1"/>
            <p:cNvSpPr/>
            <p:nvPr/>
          </p:nvSpPr>
          <p:spPr>
            <a:xfrm>
              <a:off x="7288536" y="4009505"/>
              <a:ext cx="13271" cy="45452"/>
            </a:xfrm>
            <a:custGeom>
              <a:rect b="b" l="l" r="r" t="t"/>
              <a:pathLst>
                <a:path extrusionOk="0" h="1733" w="506">
                  <a:moveTo>
                    <a:pt x="159" y="0"/>
                  </a:moveTo>
                  <a:lnTo>
                    <a:pt x="159" y="1569"/>
                  </a:lnTo>
                  <a:cubicBezTo>
                    <a:pt x="159" y="1660"/>
                    <a:pt x="87" y="1732"/>
                    <a:pt x="1" y="1732"/>
                  </a:cubicBezTo>
                  <a:lnTo>
                    <a:pt x="347" y="1732"/>
                  </a:lnTo>
                  <a:cubicBezTo>
                    <a:pt x="434" y="1728"/>
                    <a:pt x="506" y="1660"/>
                    <a:pt x="506" y="1569"/>
                  </a:cubicBezTo>
                  <a:lnTo>
                    <a:pt x="506"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1"/>
            <p:cNvSpPr/>
            <p:nvPr/>
          </p:nvSpPr>
          <p:spPr>
            <a:xfrm>
              <a:off x="7234271" y="4042945"/>
              <a:ext cx="24759" cy="40390"/>
            </a:xfrm>
            <a:custGeom>
              <a:rect b="b" l="l" r="r" t="t"/>
              <a:pathLst>
                <a:path extrusionOk="0" h="1540" w="944">
                  <a:moveTo>
                    <a:pt x="770" y="0"/>
                  </a:moveTo>
                  <a:cubicBezTo>
                    <a:pt x="347" y="0"/>
                    <a:pt x="1" y="342"/>
                    <a:pt x="1" y="770"/>
                  </a:cubicBezTo>
                  <a:cubicBezTo>
                    <a:pt x="1" y="1194"/>
                    <a:pt x="347" y="1540"/>
                    <a:pt x="770" y="1540"/>
                  </a:cubicBezTo>
                  <a:cubicBezTo>
                    <a:pt x="828" y="1540"/>
                    <a:pt x="886" y="1535"/>
                    <a:pt x="944" y="1521"/>
                  </a:cubicBezTo>
                  <a:cubicBezTo>
                    <a:pt x="592" y="1439"/>
                    <a:pt x="347" y="1126"/>
                    <a:pt x="347" y="770"/>
                  </a:cubicBezTo>
                  <a:cubicBezTo>
                    <a:pt x="347" y="409"/>
                    <a:pt x="592" y="101"/>
                    <a:pt x="944" y="19"/>
                  </a:cubicBezTo>
                  <a:cubicBezTo>
                    <a:pt x="886" y="5"/>
                    <a:pt x="828" y="0"/>
                    <a:pt x="770"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1"/>
            <p:cNvSpPr/>
            <p:nvPr/>
          </p:nvSpPr>
          <p:spPr>
            <a:xfrm>
              <a:off x="7323759" y="4116776"/>
              <a:ext cx="27014" cy="58356"/>
            </a:xfrm>
            <a:custGeom>
              <a:rect b="b" l="l" r="r" t="t"/>
              <a:pathLst>
                <a:path extrusionOk="0" h="2225" w="1030">
                  <a:moveTo>
                    <a:pt x="385" y="0"/>
                  </a:moveTo>
                  <a:cubicBezTo>
                    <a:pt x="472" y="0"/>
                    <a:pt x="544" y="67"/>
                    <a:pt x="544" y="159"/>
                  </a:cubicBezTo>
                  <a:lnTo>
                    <a:pt x="544" y="654"/>
                  </a:lnTo>
                  <a:cubicBezTo>
                    <a:pt x="544" y="712"/>
                    <a:pt x="515" y="765"/>
                    <a:pt x="467" y="794"/>
                  </a:cubicBezTo>
                  <a:cubicBezTo>
                    <a:pt x="140" y="986"/>
                    <a:pt x="0" y="1391"/>
                    <a:pt x="140" y="1742"/>
                  </a:cubicBezTo>
                  <a:cubicBezTo>
                    <a:pt x="261" y="2038"/>
                    <a:pt x="546" y="2224"/>
                    <a:pt x="854" y="2224"/>
                  </a:cubicBezTo>
                  <a:cubicBezTo>
                    <a:pt x="912" y="2224"/>
                    <a:pt x="971" y="2218"/>
                    <a:pt x="1030" y="2204"/>
                  </a:cubicBezTo>
                  <a:cubicBezTo>
                    <a:pt x="683" y="2122"/>
                    <a:pt x="433" y="1814"/>
                    <a:pt x="433" y="1453"/>
                  </a:cubicBezTo>
                  <a:cubicBezTo>
                    <a:pt x="433" y="1184"/>
                    <a:pt x="577" y="929"/>
                    <a:pt x="813" y="794"/>
                  </a:cubicBezTo>
                  <a:cubicBezTo>
                    <a:pt x="861" y="765"/>
                    <a:pt x="890" y="712"/>
                    <a:pt x="890" y="654"/>
                  </a:cubicBezTo>
                  <a:lnTo>
                    <a:pt x="890" y="159"/>
                  </a:lnTo>
                  <a:cubicBezTo>
                    <a:pt x="890" y="67"/>
                    <a:pt x="818" y="0"/>
                    <a:pt x="73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1"/>
            <p:cNvSpPr/>
            <p:nvPr/>
          </p:nvSpPr>
          <p:spPr>
            <a:xfrm>
              <a:off x="7288536" y="4071324"/>
              <a:ext cx="13271" cy="45347"/>
            </a:xfrm>
            <a:custGeom>
              <a:rect b="b" l="l" r="r" t="t"/>
              <a:pathLst>
                <a:path extrusionOk="0" h="1729" w="506">
                  <a:moveTo>
                    <a:pt x="1" y="1"/>
                  </a:moveTo>
                  <a:cubicBezTo>
                    <a:pt x="87" y="1"/>
                    <a:pt x="159" y="73"/>
                    <a:pt x="159" y="160"/>
                  </a:cubicBezTo>
                  <a:lnTo>
                    <a:pt x="159" y="1728"/>
                  </a:lnTo>
                  <a:lnTo>
                    <a:pt x="506" y="1728"/>
                  </a:lnTo>
                  <a:lnTo>
                    <a:pt x="506" y="160"/>
                  </a:lnTo>
                  <a:cubicBezTo>
                    <a:pt x="506" y="73"/>
                    <a:pt x="434" y="1"/>
                    <a:pt x="34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1"/>
            <p:cNvSpPr/>
            <p:nvPr/>
          </p:nvSpPr>
          <p:spPr>
            <a:xfrm>
              <a:off x="7116903" y="3949287"/>
              <a:ext cx="169377" cy="172288"/>
            </a:xfrm>
            <a:custGeom>
              <a:rect b="b" l="l" r="r" t="t"/>
              <a:pathLst>
                <a:path extrusionOk="0" h="6569" w="6458">
                  <a:moveTo>
                    <a:pt x="4341" y="1"/>
                  </a:moveTo>
                  <a:cubicBezTo>
                    <a:pt x="3484" y="1"/>
                    <a:pt x="3172" y="1132"/>
                    <a:pt x="3908" y="1570"/>
                  </a:cubicBezTo>
                  <a:cubicBezTo>
                    <a:pt x="3937" y="1584"/>
                    <a:pt x="3951" y="1613"/>
                    <a:pt x="3951" y="1642"/>
                  </a:cubicBezTo>
                  <a:lnTo>
                    <a:pt x="3951" y="2137"/>
                  </a:lnTo>
                  <a:cubicBezTo>
                    <a:pt x="3951" y="2185"/>
                    <a:pt x="3913" y="2224"/>
                    <a:pt x="3864" y="2224"/>
                  </a:cubicBezTo>
                  <a:lnTo>
                    <a:pt x="2228" y="2224"/>
                  </a:lnTo>
                  <a:lnTo>
                    <a:pt x="2228" y="3865"/>
                  </a:lnTo>
                  <a:cubicBezTo>
                    <a:pt x="2228" y="3913"/>
                    <a:pt x="2185" y="3951"/>
                    <a:pt x="2142" y="3951"/>
                  </a:cubicBezTo>
                  <a:lnTo>
                    <a:pt x="1641" y="3951"/>
                  </a:lnTo>
                  <a:cubicBezTo>
                    <a:pt x="1613" y="3951"/>
                    <a:pt x="1584" y="3937"/>
                    <a:pt x="1569" y="3913"/>
                  </a:cubicBezTo>
                  <a:cubicBezTo>
                    <a:pt x="1399" y="3625"/>
                    <a:pt x="1125" y="3496"/>
                    <a:pt x="853" y="3496"/>
                  </a:cubicBezTo>
                  <a:cubicBezTo>
                    <a:pt x="424" y="3496"/>
                    <a:pt x="1" y="3817"/>
                    <a:pt x="1" y="4341"/>
                  </a:cubicBezTo>
                  <a:cubicBezTo>
                    <a:pt x="1" y="4721"/>
                    <a:pt x="256" y="5053"/>
                    <a:pt x="621" y="5154"/>
                  </a:cubicBezTo>
                  <a:cubicBezTo>
                    <a:pt x="694" y="5173"/>
                    <a:pt x="767" y="5183"/>
                    <a:pt x="840" y="5183"/>
                  </a:cubicBezTo>
                  <a:cubicBezTo>
                    <a:pt x="1132" y="5183"/>
                    <a:pt x="1411" y="5032"/>
                    <a:pt x="1569" y="4769"/>
                  </a:cubicBezTo>
                  <a:cubicBezTo>
                    <a:pt x="1584" y="4745"/>
                    <a:pt x="1613" y="4726"/>
                    <a:pt x="1641" y="4726"/>
                  </a:cubicBezTo>
                  <a:lnTo>
                    <a:pt x="2142" y="4726"/>
                  </a:lnTo>
                  <a:cubicBezTo>
                    <a:pt x="2185" y="4726"/>
                    <a:pt x="2224" y="4765"/>
                    <a:pt x="2228" y="4813"/>
                  </a:cubicBezTo>
                  <a:lnTo>
                    <a:pt x="2228" y="6569"/>
                  </a:lnTo>
                  <a:lnTo>
                    <a:pt x="6458" y="6569"/>
                  </a:lnTo>
                  <a:lnTo>
                    <a:pt x="6458" y="4904"/>
                  </a:lnTo>
                  <a:lnTo>
                    <a:pt x="6097" y="4904"/>
                  </a:lnTo>
                  <a:lnTo>
                    <a:pt x="6054" y="4952"/>
                  </a:lnTo>
                  <a:cubicBezTo>
                    <a:pt x="5849" y="5225"/>
                    <a:pt x="5546" y="5357"/>
                    <a:pt x="5245" y="5357"/>
                  </a:cubicBezTo>
                  <a:cubicBezTo>
                    <a:pt x="4881" y="5357"/>
                    <a:pt x="4520" y="5164"/>
                    <a:pt x="4336" y="4793"/>
                  </a:cubicBezTo>
                  <a:cubicBezTo>
                    <a:pt x="3999" y="4120"/>
                    <a:pt x="4490" y="3326"/>
                    <a:pt x="5245" y="3326"/>
                  </a:cubicBezTo>
                  <a:cubicBezTo>
                    <a:pt x="5563" y="3326"/>
                    <a:pt x="5866" y="3475"/>
                    <a:pt x="6059" y="3730"/>
                  </a:cubicBezTo>
                  <a:lnTo>
                    <a:pt x="6097" y="3778"/>
                  </a:lnTo>
                  <a:lnTo>
                    <a:pt x="6458" y="3778"/>
                  </a:lnTo>
                  <a:lnTo>
                    <a:pt x="6458" y="2224"/>
                  </a:lnTo>
                  <a:lnTo>
                    <a:pt x="4812" y="2224"/>
                  </a:lnTo>
                  <a:cubicBezTo>
                    <a:pt x="4764" y="2224"/>
                    <a:pt x="4726" y="2185"/>
                    <a:pt x="4726" y="2137"/>
                  </a:cubicBezTo>
                  <a:lnTo>
                    <a:pt x="4726" y="1642"/>
                  </a:lnTo>
                  <a:cubicBezTo>
                    <a:pt x="4726" y="1613"/>
                    <a:pt x="4740" y="1584"/>
                    <a:pt x="4769" y="1570"/>
                  </a:cubicBezTo>
                  <a:cubicBezTo>
                    <a:pt x="5096" y="1372"/>
                    <a:pt x="5250" y="987"/>
                    <a:pt x="5149" y="622"/>
                  </a:cubicBezTo>
                  <a:cubicBezTo>
                    <a:pt x="5053" y="256"/>
                    <a:pt x="4716" y="1"/>
                    <a:pt x="434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1"/>
            <p:cNvSpPr/>
            <p:nvPr/>
          </p:nvSpPr>
          <p:spPr>
            <a:xfrm>
              <a:off x="7259764" y="4077907"/>
              <a:ext cx="26516" cy="11907"/>
            </a:xfrm>
            <a:custGeom>
              <a:rect b="b" l="l" r="r" t="t"/>
              <a:pathLst>
                <a:path extrusionOk="0" h="454" w="1011">
                  <a:moveTo>
                    <a:pt x="650" y="0"/>
                  </a:moveTo>
                  <a:lnTo>
                    <a:pt x="612" y="48"/>
                  </a:lnTo>
                  <a:cubicBezTo>
                    <a:pt x="458" y="245"/>
                    <a:pt x="241" y="385"/>
                    <a:pt x="1" y="433"/>
                  </a:cubicBezTo>
                  <a:cubicBezTo>
                    <a:pt x="68" y="447"/>
                    <a:pt x="136" y="454"/>
                    <a:pt x="204" y="454"/>
                  </a:cubicBezTo>
                  <a:cubicBezTo>
                    <a:pt x="515" y="454"/>
                    <a:pt x="813" y="311"/>
                    <a:pt x="1011" y="58"/>
                  </a:cubicBezTo>
                  <a:lnTo>
                    <a:pt x="1011"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1"/>
            <p:cNvSpPr/>
            <p:nvPr/>
          </p:nvSpPr>
          <p:spPr>
            <a:xfrm>
              <a:off x="7205867" y="3949208"/>
              <a:ext cx="30188" cy="58409"/>
            </a:xfrm>
            <a:custGeom>
              <a:rect b="b" l="l" r="r" t="t"/>
              <a:pathLst>
                <a:path extrusionOk="0" h="2227" w="1151">
                  <a:moveTo>
                    <a:pt x="938" y="1"/>
                  </a:moveTo>
                  <a:cubicBezTo>
                    <a:pt x="603" y="1"/>
                    <a:pt x="291" y="201"/>
                    <a:pt x="160" y="524"/>
                  </a:cubicBezTo>
                  <a:cubicBezTo>
                    <a:pt x="1" y="913"/>
                    <a:pt x="155" y="1361"/>
                    <a:pt x="516" y="1573"/>
                  </a:cubicBezTo>
                  <a:lnTo>
                    <a:pt x="521" y="1573"/>
                  </a:lnTo>
                  <a:cubicBezTo>
                    <a:pt x="545" y="1587"/>
                    <a:pt x="559" y="1616"/>
                    <a:pt x="559" y="1645"/>
                  </a:cubicBezTo>
                  <a:lnTo>
                    <a:pt x="559" y="2140"/>
                  </a:lnTo>
                  <a:cubicBezTo>
                    <a:pt x="559" y="2188"/>
                    <a:pt x="521" y="2227"/>
                    <a:pt x="472" y="2227"/>
                  </a:cubicBezTo>
                  <a:lnTo>
                    <a:pt x="881" y="2227"/>
                  </a:lnTo>
                  <a:cubicBezTo>
                    <a:pt x="925" y="2227"/>
                    <a:pt x="968" y="2188"/>
                    <a:pt x="968" y="2140"/>
                  </a:cubicBezTo>
                  <a:lnTo>
                    <a:pt x="968" y="1645"/>
                  </a:lnTo>
                  <a:cubicBezTo>
                    <a:pt x="963" y="1616"/>
                    <a:pt x="949" y="1587"/>
                    <a:pt x="925" y="1573"/>
                  </a:cubicBezTo>
                  <a:cubicBezTo>
                    <a:pt x="270" y="1188"/>
                    <a:pt x="415" y="206"/>
                    <a:pt x="1151" y="28"/>
                  </a:cubicBezTo>
                  <a:cubicBezTo>
                    <a:pt x="1080" y="10"/>
                    <a:pt x="1009" y="1"/>
                    <a:pt x="93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1"/>
            <p:cNvSpPr/>
            <p:nvPr/>
          </p:nvSpPr>
          <p:spPr>
            <a:xfrm>
              <a:off x="7259764" y="4036415"/>
              <a:ext cx="26516" cy="11986"/>
            </a:xfrm>
            <a:custGeom>
              <a:rect b="b" l="l" r="r" t="t"/>
              <a:pathLst>
                <a:path extrusionOk="0" h="457" w="1011">
                  <a:moveTo>
                    <a:pt x="208" y="1"/>
                  </a:moveTo>
                  <a:cubicBezTo>
                    <a:pt x="139" y="1"/>
                    <a:pt x="70" y="8"/>
                    <a:pt x="1" y="23"/>
                  </a:cubicBezTo>
                  <a:cubicBezTo>
                    <a:pt x="241" y="71"/>
                    <a:pt x="458" y="206"/>
                    <a:pt x="612" y="408"/>
                  </a:cubicBezTo>
                  <a:lnTo>
                    <a:pt x="650" y="456"/>
                  </a:lnTo>
                  <a:lnTo>
                    <a:pt x="1011" y="456"/>
                  </a:lnTo>
                  <a:lnTo>
                    <a:pt x="1011" y="398"/>
                  </a:lnTo>
                  <a:cubicBezTo>
                    <a:pt x="814" y="147"/>
                    <a:pt x="518" y="1"/>
                    <a:pt x="20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1"/>
            <p:cNvSpPr/>
            <p:nvPr/>
          </p:nvSpPr>
          <p:spPr>
            <a:xfrm>
              <a:off x="7173056" y="4073238"/>
              <a:ext cx="12904" cy="45321"/>
            </a:xfrm>
            <a:custGeom>
              <a:rect b="b" l="l" r="r" t="t"/>
              <a:pathLst>
                <a:path extrusionOk="0" h="1728" w="492">
                  <a:moveTo>
                    <a:pt x="1" y="0"/>
                  </a:moveTo>
                  <a:cubicBezTo>
                    <a:pt x="49" y="0"/>
                    <a:pt x="87" y="39"/>
                    <a:pt x="87" y="87"/>
                  </a:cubicBezTo>
                  <a:lnTo>
                    <a:pt x="87" y="1727"/>
                  </a:lnTo>
                  <a:lnTo>
                    <a:pt x="492" y="1727"/>
                  </a:lnTo>
                  <a:lnTo>
                    <a:pt x="492" y="87"/>
                  </a:lnTo>
                  <a:cubicBezTo>
                    <a:pt x="492" y="39"/>
                    <a:pt x="453" y="0"/>
                    <a:pt x="40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1"/>
            <p:cNvSpPr/>
            <p:nvPr/>
          </p:nvSpPr>
          <p:spPr>
            <a:xfrm>
              <a:off x="7116903" y="4041057"/>
              <a:ext cx="27408" cy="44193"/>
            </a:xfrm>
            <a:custGeom>
              <a:rect b="b" l="l" r="r" t="t"/>
              <a:pathLst>
                <a:path extrusionOk="0" h="1685" w="1045">
                  <a:moveTo>
                    <a:pt x="843" y="0"/>
                  </a:moveTo>
                  <a:cubicBezTo>
                    <a:pt x="376" y="0"/>
                    <a:pt x="1" y="375"/>
                    <a:pt x="1" y="842"/>
                  </a:cubicBezTo>
                  <a:cubicBezTo>
                    <a:pt x="1" y="1304"/>
                    <a:pt x="376" y="1684"/>
                    <a:pt x="843" y="1684"/>
                  </a:cubicBezTo>
                  <a:cubicBezTo>
                    <a:pt x="910" y="1684"/>
                    <a:pt x="977" y="1675"/>
                    <a:pt x="1045" y="1655"/>
                  </a:cubicBezTo>
                  <a:cubicBezTo>
                    <a:pt x="669" y="1564"/>
                    <a:pt x="405" y="1227"/>
                    <a:pt x="405" y="842"/>
                  </a:cubicBezTo>
                  <a:cubicBezTo>
                    <a:pt x="405" y="452"/>
                    <a:pt x="669" y="116"/>
                    <a:pt x="1045" y="24"/>
                  </a:cubicBezTo>
                  <a:cubicBezTo>
                    <a:pt x="977" y="5"/>
                    <a:pt x="910" y="0"/>
                    <a:pt x="843"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1"/>
            <p:cNvSpPr/>
            <p:nvPr/>
          </p:nvSpPr>
          <p:spPr>
            <a:xfrm>
              <a:off x="7173056" y="4007591"/>
              <a:ext cx="12904" cy="45347"/>
            </a:xfrm>
            <a:custGeom>
              <a:rect b="b" l="l" r="r" t="t"/>
              <a:pathLst>
                <a:path extrusionOk="0" h="1729" w="492">
                  <a:moveTo>
                    <a:pt x="87" y="1"/>
                  </a:moveTo>
                  <a:lnTo>
                    <a:pt x="87" y="1642"/>
                  </a:lnTo>
                  <a:cubicBezTo>
                    <a:pt x="87" y="1690"/>
                    <a:pt x="44" y="1728"/>
                    <a:pt x="1" y="1728"/>
                  </a:cubicBezTo>
                  <a:lnTo>
                    <a:pt x="405" y="1728"/>
                  </a:lnTo>
                  <a:cubicBezTo>
                    <a:pt x="453" y="1728"/>
                    <a:pt x="492" y="1690"/>
                    <a:pt x="492" y="1642"/>
                  </a:cubicBezTo>
                  <a:lnTo>
                    <a:pt x="492"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1"/>
            <p:cNvSpPr/>
            <p:nvPr/>
          </p:nvSpPr>
          <p:spPr>
            <a:xfrm>
              <a:off x="7177095" y="3835722"/>
              <a:ext cx="170636" cy="165469"/>
            </a:xfrm>
            <a:custGeom>
              <a:rect b="b" l="l" r="r" t="t"/>
              <a:pathLst>
                <a:path extrusionOk="0" h="6309" w="6506">
                  <a:moveTo>
                    <a:pt x="2041" y="0"/>
                  </a:moveTo>
                  <a:cubicBezTo>
                    <a:pt x="1261" y="0"/>
                    <a:pt x="978" y="1030"/>
                    <a:pt x="1651" y="1429"/>
                  </a:cubicBezTo>
                  <a:cubicBezTo>
                    <a:pt x="1699" y="1458"/>
                    <a:pt x="1728" y="1511"/>
                    <a:pt x="1728" y="1569"/>
                  </a:cubicBezTo>
                  <a:lnTo>
                    <a:pt x="1728" y="2065"/>
                  </a:lnTo>
                  <a:cubicBezTo>
                    <a:pt x="1728" y="2151"/>
                    <a:pt x="1656" y="2223"/>
                    <a:pt x="1569" y="2223"/>
                  </a:cubicBezTo>
                  <a:lnTo>
                    <a:pt x="1" y="2223"/>
                  </a:lnTo>
                  <a:lnTo>
                    <a:pt x="1" y="6309"/>
                  </a:lnTo>
                  <a:lnTo>
                    <a:pt x="1411" y="6309"/>
                  </a:lnTo>
                  <a:lnTo>
                    <a:pt x="1411" y="6058"/>
                  </a:lnTo>
                  <a:lnTo>
                    <a:pt x="1387" y="6039"/>
                  </a:lnTo>
                  <a:cubicBezTo>
                    <a:pt x="549" y="5409"/>
                    <a:pt x="997" y="4081"/>
                    <a:pt x="2041" y="4081"/>
                  </a:cubicBezTo>
                  <a:cubicBezTo>
                    <a:pt x="3085" y="4081"/>
                    <a:pt x="3533" y="5409"/>
                    <a:pt x="2695" y="6039"/>
                  </a:cubicBezTo>
                  <a:lnTo>
                    <a:pt x="2676" y="6058"/>
                  </a:lnTo>
                  <a:lnTo>
                    <a:pt x="2676" y="6309"/>
                  </a:lnTo>
                  <a:lnTo>
                    <a:pt x="4086" y="6309"/>
                  </a:lnTo>
                  <a:lnTo>
                    <a:pt x="4086" y="4740"/>
                  </a:lnTo>
                  <a:cubicBezTo>
                    <a:pt x="4086" y="4653"/>
                    <a:pt x="4153" y="4581"/>
                    <a:pt x="4245" y="4581"/>
                  </a:cubicBezTo>
                  <a:lnTo>
                    <a:pt x="4745" y="4581"/>
                  </a:lnTo>
                  <a:cubicBezTo>
                    <a:pt x="4798" y="4581"/>
                    <a:pt x="4851" y="4610"/>
                    <a:pt x="4880" y="4658"/>
                  </a:cubicBezTo>
                  <a:cubicBezTo>
                    <a:pt x="5030" y="4911"/>
                    <a:pt x="5288" y="5038"/>
                    <a:pt x="5544" y="5038"/>
                  </a:cubicBezTo>
                  <a:cubicBezTo>
                    <a:pt x="5805" y="5038"/>
                    <a:pt x="6065" y="4908"/>
                    <a:pt x="6213" y="4648"/>
                  </a:cubicBezTo>
                  <a:cubicBezTo>
                    <a:pt x="6505" y="4136"/>
                    <a:pt x="6134" y="3498"/>
                    <a:pt x="5546" y="3498"/>
                  </a:cubicBezTo>
                  <a:cubicBezTo>
                    <a:pt x="5544" y="3498"/>
                    <a:pt x="5541" y="3498"/>
                    <a:pt x="5539" y="3498"/>
                  </a:cubicBezTo>
                  <a:lnTo>
                    <a:pt x="5544" y="3498"/>
                  </a:lnTo>
                  <a:cubicBezTo>
                    <a:pt x="5274" y="3498"/>
                    <a:pt x="5024" y="3643"/>
                    <a:pt x="4885" y="3874"/>
                  </a:cubicBezTo>
                  <a:cubicBezTo>
                    <a:pt x="4856" y="3922"/>
                    <a:pt x="4803" y="3951"/>
                    <a:pt x="4745" y="3951"/>
                  </a:cubicBezTo>
                  <a:lnTo>
                    <a:pt x="4250" y="3951"/>
                  </a:lnTo>
                  <a:cubicBezTo>
                    <a:pt x="4163" y="3951"/>
                    <a:pt x="4091" y="3883"/>
                    <a:pt x="4091" y="3792"/>
                  </a:cubicBezTo>
                  <a:lnTo>
                    <a:pt x="4091" y="2223"/>
                  </a:lnTo>
                  <a:lnTo>
                    <a:pt x="2517" y="2223"/>
                  </a:lnTo>
                  <a:cubicBezTo>
                    <a:pt x="2431" y="2223"/>
                    <a:pt x="2359" y="2151"/>
                    <a:pt x="2359" y="2065"/>
                  </a:cubicBezTo>
                  <a:lnTo>
                    <a:pt x="2359" y="1569"/>
                  </a:lnTo>
                  <a:cubicBezTo>
                    <a:pt x="2359" y="1511"/>
                    <a:pt x="2387" y="1458"/>
                    <a:pt x="2436" y="1429"/>
                  </a:cubicBezTo>
                  <a:cubicBezTo>
                    <a:pt x="3109" y="1030"/>
                    <a:pt x="2825" y="0"/>
                    <a:pt x="204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1"/>
            <p:cNvSpPr/>
            <p:nvPr/>
          </p:nvSpPr>
          <p:spPr>
            <a:xfrm>
              <a:off x="7185567" y="3835722"/>
              <a:ext cx="170479" cy="165469"/>
            </a:xfrm>
            <a:custGeom>
              <a:rect b="b" l="l" r="r" t="t"/>
              <a:pathLst>
                <a:path extrusionOk="0" h="6309" w="6500">
                  <a:moveTo>
                    <a:pt x="2040" y="0"/>
                  </a:moveTo>
                  <a:cubicBezTo>
                    <a:pt x="1261" y="0"/>
                    <a:pt x="977" y="1030"/>
                    <a:pt x="1651" y="1429"/>
                  </a:cubicBezTo>
                  <a:cubicBezTo>
                    <a:pt x="1699" y="1458"/>
                    <a:pt x="1728" y="1511"/>
                    <a:pt x="1728" y="1569"/>
                  </a:cubicBezTo>
                  <a:lnTo>
                    <a:pt x="1728" y="2065"/>
                  </a:lnTo>
                  <a:cubicBezTo>
                    <a:pt x="1728" y="2151"/>
                    <a:pt x="1655" y="2223"/>
                    <a:pt x="1569" y="2223"/>
                  </a:cubicBezTo>
                  <a:lnTo>
                    <a:pt x="0" y="2223"/>
                  </a:lnTo>
                  <a:lnTo>
                    <a:pt x="0" y="6309"/>
                  </a:lnTo>
                  <a:lnTo>
                    <a:pt x="1410" y="6309"/>
                  </a:lnTo>
                  <a:lnTo>
                    <a:pt x="1410" y="6058"/>
                  </a:lnTo>
                  <a:lnTo>
                    <a:pt x="1386" y="6039"/>
                  </a:lnTo>
                  <a:cubicBezTo>
                    <a:pt x="549" y="5409"/>
                    <a:pt x="996" y="4081"/>
                    <a:pt x="2040" y="4081"/>
                  </a:cubicBezTo>
                  <a:cubicBezTo>
                    <a:pt x="3085" y="4081"/>
                    <a:pt x="3532" y="5409"/>
                    <a:pt x="2695" y="6039"/>
                  </a:cubicBezTo>
                  <a:lnTo>
                    <a:pt x="2676" y="6058"/>
                  </a:lnTo>
                  <a:lnTo>
                    <a:pt x="2676" y="6309"/>
                  </a:lnTo>
                  <a:lnTo>
                    <a:pt x="4085" y="6309"/>
                  </a:lnTo>
                  <a:lnTo>
                    <a:pt x="4085" y="4740"/>
                  </a:lnTo>
                  <a:cubicBezTo>
                    <a:pt x="4085" y="4653"/>
                    <a:pt x="4153" y="4581"/>
                    <a:pt x="4244" y="4581"/>
                  </a:cubicBezTo>
                  <a:lnTo>
                    <a:pt x="4740" y="4581"/>
                  </a:lnTo>
                  <a:cubicBezTo>
                    <a:pt x="4798" y="4581"/>
                    <a:pt x="4850" y="4610"/>
                    <a:pt x="4874" y="4658"/>
                  </a:cubicBezTo>
                  <a:cubicBezTo>
                    <a:pt x="5025" y="4911"/>
                    <a:pt x="5283" y="5038"/>
                    <a:pt x="5541" y="5038"/>
                  </a:cubicBezTo>
                  <a:cubicBezTo>
                    <a:pt x="5802" y="5038"/>
                    <a:pt x="6062" y="4908"/>
                    <a:pt x="6207" y="4648"/>
                  </a:cubicBezTo>
                  <a:cubicBezTo>
                    <a:pt x="6500" y="4136"/>
                    <a:pt x="6133" y="3498"/>
                    <a:pt x="5545" y="3498"/>
                  </a:cubicBezTo>
                  <a:cubicBezTo>
                    <a:pt x="5543" y="3498"/>
                    <a:pt x="5541" y="3498"/>
                    <a:pt x="5539" y="3498"/>
                  </a:cubicBezTo>
                  <a:cubicBezTo>
                    <a:pt x="5269" y="3498"/>
                    <a:pt x="5019" y="3643"/>
                    <a:pt x="4879" y="3874"/>
                  </a:cubicBezTo>
                  <a:cubicBezTo>
                    <a:pt x="4850" y="3922"/>
                    <a:pt x="4798" y="3951"/>
                    <a:pt x="4745" y="3951"/>
                  </a:cubicBezTo>
                  <a:lnTo>
                    <a:pt x="4244" y="3951"/>
                  </a:lnTo>
                  <a:cubicBezTo>
                    <a:pt x="4158" y="3951"/>
                    <a:pt x="4085" y="3883"/>
                    <a:pt x="4085" y="3792"/>
                  </a:cubicBezTo>
                  <a:lnTo>
                    <a:pt x="4085" y="2223"/>
                  </a:lnTo>
                  <a:lnTo>
                    <a:pt x="2517" y="2223"/>
                  </a:lnTo>
                  <a:cubicBezTo>
                    <a:pt x="2430" y="2223"/>
                    <a:pt x="2358" y="2151"/>
                    <a:pt x="2358" y="2065"/>
                  </a:cubicBezTo>
                  <a:lnTo>
                    <a:pt x="2358" y="1569"/>
                  </a:lnTo>
                  <a:cubicBezTo>
                    <a:pt x="2358" y="1511"/>
                    <a:pt x="2387" y="1458"/>
                    <a:pt x="2435" y="1429"/>
                  </a:cubicBezTo>
                  <a:cubicBezTo>
                    <a:pt x="3109" y="1030"/>
                    <a:pt x="2825" y="0"/>
                    <a:pt x="2040"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1"/>
            <p:cNvSpPr/>
            <p:nvPr/>
          </p:nvSpPr>
          <p:spPr>
            <a:xfrm>
              <a:off x="7301545" y="3927413"/>
              <a:ext cx="25257" cy="11934"/>
            </a:xfrm>
            <a:custGeom>
              <a:rect b="b" l="l" r="r" t="t"/>
              <a:pathLst>
                <a:path extrusionOk="0" h="455" w="963">
                  <a:moveTo>
                    <a:pt x="802" y="1"/>
                  </a:moveTo>
                  <a:cubicBezTo>
                    <a:pt x="531" y="1"/>
                    <a:pt x="276" y="140"/>
                    <a:pt x="135" y="378"/>
                  </a:cubicBezTo>
                  <a:cubicBezTo>
                    <a:pt x="106" y="426"/>
                    <a:pt x="58" y="455"/>
                    <a:pt x="0" y="455"/>
                  </a:cubicBezTo>
                  <a:lnTo>
                    <a:pt x="318" y="455"/>
                  </a:lnTo>
                  <a:cubicBezTo>
                    <a:pt x="376" y="455"/>
                    <a:pt x="428" y="426"/>
                    <a:pt x="457" y="378"/>
                  </a:cubicBezTo>
                  <a:cubicBezTo>
                    <a:pt x="568" y="195"/>
                    <a:pt x="751" y="65"/>
                    <a:pt x="963" y="17"/>
                  </a:cubicBezTo>
                  <a:cubicBezTo>
                    <a:pt x="909" y="6"/>
                    <a:pt x="855" y="1"/>
                    <a:pt x="80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1"/>
            <p:cNvSpPr/>
            <p:nvPr/>
          </p:nvSpPr>
          <p:spPr>
            <a:xfrm>
              <a:off x="7208280" y="3835670"/>
              <a:ext cx="26647" cy="58382"/>
            </a:xfrm>
            <a:custGeom>
              <a:rect b="b" l="l" r="r" t="t"/>
              <a:pathLst>
                <a:path extrusionOk="0" h="2226" w="1016">
                  <a:moveTo>
                    <a:pt x="855" y="0"/>
                  </a:moveTo>
                  <a:cubicBezTo>
                    <a:pt x="543" y="0"/>
                    <a:pt x="255" y="189"/>
                    <a:pt x="140" y="493"/>
                  </a:cubicBezTo>
                  <a:cubicBezTo>
                    <a:pt x="0" y="844"/>
                    <a:pt x="140" y="1244"/>
                    <a:pt x="467" y="1436"/>
                  </a:cubicBezTo>
                  <a:cubicBezTo>
                    <a:pt x="510" y="1460"/>
                    <a:pt x="544" y="1513"/>
                    <a:pt x="544" y="1571"/>
                  </a:cubicBezTo>
                  <a:lnTo>
                    <a:pt x="544" y="2067"/>
                  </a:lnTo>
                  <a:cubicBezTo>
                    <a:pt x="544" y="2158"/>
                    <a:pt x="472" y="2225"/>
                    <a:pt x="385" y="2225"/>
                  </a:cubicBezTo>
                  <a:lnTo>
                    <a:pt x="703" y="2225"/>
                  </a:lnTo>
                  <a:cubicBezTo>
                    <a:pt x="789" y="2225"/>
                    <a:pt x="862" y="2158"/>
                    <a:pt x="862" y="2067"/>
                  </a:cubicBezTo>
                  <a:lnTo>
                    <a:pt x="862" y="1571"/>
                  </a:lnTo>
                  <a:cubicBezTo>
                    <a:pt x="862" y="1513"/>
                    <a:pt x="833" y="1460"/>
                    <a:pt x="785" y="1436"/>
                  </a:cubicBezTo>
                  <a:cubicBezTo>
                    <a:pt x="178" y="1075"/>
                    <a:pt x="328" y="161"/>
                    <a:pt x="1016" y="17"/>
                  </a:cubicBezTo>
                  <a:cubicBezTo>
                    <a:pt x="962" y="6"/>
                    <a:pt x="908" y="0"/>
                    <a:pt x="85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1"/>
            <p:cNvSpPr/>
            <p:nvPr/>
          </p:nvSpPr>
          <p:spPr>
            <a:xfrm>
              <a:off x="7301545" y="3955870"/>
              <a:ext cx="25126" cy="12065"/>
            </a:xfrm>
            <a:custGeom>
              <a:rect b="b" l="l" r="r" t="t"/>
              <a:pathLst>
                <a:path extrusionOk="0" h="460" w="958">
                  <a:moveTo>
                    <a:pt x="0" y="0"/>
                  </a:moveTo>
                  <a:cubicBezTo>
                    <a:pt x="53" y="0"/>
                    <a:pt x="106" y="29"/>
                    <a:pt x="135" y="82"/>
                  </a:cubicBezTo>
                  <a:cubicBezTo>
                    <a:pt x="276" y="319"/>
                    <a:pt x="531" y="459"/>
                    <a:pt x="799" y="459"/>
                  </a:cubicBezTo>
                  <a:cubicBezTo>
                    <a:pt x="852" y="459"/>
                    <a:pt x="905" y="454"/>
                    <a:pt x="958" y="443"/>
                  </a:cubicBezTo>
                  <a:cubicBezTo>
                    <a:pt x="746" y="395"/>
                    <a:pt x="563" y="265"/>
                    <a:pt x="457" y="82"/>
                  </a:cubicBezTo>
                  <a:cubicBezTo>
                    <a:pt x="428" y="29"/>
                    <a:pt x="376" y="0"/>
                    <a:pt x="318"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1"/>
            <p:cNvSpPr/>
            <p:nvPr/>
          </p:nvSpPr>
          <p:spPr>
            <a:xfrm>
              <a:off x="7177226" y="3894026"/>
              <a:ext cx="8367" cy="107166"/>
            </a:xfrm>
            <a:custGeom>
              <a:rect b="b" l="l" r="r" t="t"/>
              <a:pathLst>
                <a:path extrusionOk="0" h="4086" w="319">
                  <a:moveTo>
                    <a:pt x="1" y="0"/>
                  </a:moveTo>
                  <a:lnTo>
                    <a:pt x="1" y="4086"/>
                  </a:lnTo>
                  <a:lnTo>
                    <a:pt x="318" y="4086"/>
                  </a:lnTo>
                  <a:lnTo>
                    <a:pt x="31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1"/>
            <p:cNvSpPr/>
            <p:nvPr/>
          </p:nvSpPr>
          <p:spPr>
            <a:xfrm>
              <a:off x="7234900" y="3942809"/>
              <a:ext cx="35617" cy="58382"/>
            </a:xfrm>
            <a:custGeom>
              <a:rect b="b" l="l" r="r" t="t"/>
              <a:pathLst>
                <a:path extrusionOk="0" h="2226" w="1358">
                  <a:moveTo>
                    <a:pt x="159" y="1"/>
                  </a:moveTo>
                  <a:cubicBezTo>
                    <a:pt x="107" y="1"/>
                    <a:pt x="54" y="4"/>
                    <a:pt x="1" y="12"/>
                  </a:cubicBezTo>
                  <a:cubicBezTo>
                    <a:pt x="958" y="152"/>
                    <a:pt x="1271" y="1374"/>
                    <a:pt x="496" y="1956"/>
                  </a:cubicBezTo>
                  <a:lnTo>
                    <a:pt x="477" y="1975"/>
                  </a:lnTo>
                  <a:lnTo>
                    <a:pt x="477" y="2226"/>
                  </a:lnTo>
                  <a:lnTo>
                    <a:pt x="795" y="2226"/>
                  </a:lnTo>
                  <a:lnTo>
                    <a:pt x="795" y="1975"/>
                  </a:lnTo>
                  <a:lnTo>
                    <a:pt x="819" y="1956"/>
                  </a:lnTo>
                  <a:cubicBezTo>
                    <a:pt x="1213" y="1658"/>
                    <a:pt x="1358" y="1128"/>
                    <a:pt x="1165" y="667"/>
                  </a:cubicBezTo>
                  <a:cubicBezTo>
                    <a:pt x="993" y="259"/>
                    <a:pt x="592" y="1"/>
                    <a:pt x="159"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1"/>
            <p:cNvSpPr/>
            <p:nvPr/>
          </p:nvSpPr>
          <p:spPr>
            <a:xfrm>
              <a:off x="7292706" y="3890249"/>
              <a:ext cx="170636" cy="169377"/>
            </a:xfrm>
            <a:custGeom>
              <a:rect b="b" l="l" r="r" t="t"/>
              <a:pathLst>
                <a:path extrusionOk="0" h="6458" w="6506">
                  <a:moveTo>
                    <a:pt x="0" y="0"/>
                  </a:moveTo>
                  <a:lnTo>
                    <a:pt x="0" y="1554"/>
                  </a:lnTo>
                  <a:lnTo>
                    <a:pt x="251" y="1554"/>
                  </a:lnTo>
                  <a:lnTo>
                    <a:pt x="270" y="1530"/>
                  </a:lnTo>
                  <a:cubicBezTo>
                    <a:pt x="497" y="1231"/>
                    <a:pt x="814" y="1097"/>
                    <a:pt x="1127" y="1097"/>
                  </a:cubicBezTo>
                  <a:cubicBezTo>
                    <a:pt x="1684" y="1097"/>
                    <a:pt x="2228" y="1521"/>
                    <a:pt x="2228" y="2189"/>
                  </a:cubicBezTo>
                  <a:cubicBezTo>
                    <a:pt x="2228" y="2857"/>
                    <a:pt x="1685" y="3281"/>
                    <a:pt x="1129" y="3281"/>
                  </a:cubicBezTo>
                  <a:cubicBezTo>
                    <a:pt x="815" y="3281"/>
                    <a:pt x="497" y="3146"/>
                    <a:pt x="270" y="2844"/>
                  </a:cubicBezTo>
                  <a:lnTo>
                    <a:pt x="251" y="2820"/>
                  </a:lnTo>
                  <a:lnTo>
                    <a:pt x="0" y="2820"/>
                  </a:lnTo>
                  <a:lnTo>
                    <a:pt x="0" y="4230"/>
                  </a:lnTo>
                  <a:lnTo>
                    <a:pt x="1569" y="4230"/>
                  </a:lnTo>
                  <a:cubicBezTo>
                    <a:pt x="1656" y="4230"/>
                    <a:pt x="1728" y="4302"/>
                    <a:pt x="1728" y="4388"/>
                  </a:cubicBezTo>
                  <a:lnTo>
                    <a:pt x="1728" y="4889"/>
                  </a:lnTo>
                  <a:cubicBezTo>
                    <a:pt x="1728" y="4942"/>
                    <a:pt x="1699" y="4995"/>
                    <a:pt x="1651" y="5023"/>
                  </a:cubicBezTo>
                  <a:cubicBezTo>
                    <a:pt x="977" y="5423"/>
                    <a:pt x="1261" y="6457"/>
                    <a:pt x="2041" y="6457"/>
                  </a:cubicBezTo>
                  <a:cubicBezTo>
                    <a:pt x="2825" y="6457"/>
                    <a:pt x="3109" y="5423"/>
                    <a:pt x="2435" y="5023"/>
                  </a:cubicBezTo>
                  <a:cubicBezTo>
                    <a:pt x="2387" y="4995"/>
                    <a:pt x="2358" y="4942"/>
                    <a:pt x="2358" y="4889"/>
                  </a:cubicBezTo>
                  <a:lnTo>
                    <a:pt x="2358" y="4388"/>
                  </a:lnTo>
                  <a:cubicBezTo>
                    <a:pt x="2358" y="4302"/>
                    <a:pt x="2430" y="4230"/>
                    <a:pt x="2517" y="4230"/>
                  </a:cubicBezTo>
                  <a:lnTo>
                    <a:pt x="4086" y="4230"/>
                  </a:lnTo>
                  <a:lnTo>
                    <a:pt x="4086" y="2661"/>
                  </a:lnTo>
                  <a:cubicBezTo>
                    <a:pt x="4086" y="2574"/>
                    <a:pt x="4158" y="2502"/>
                    <a:pt x="4244" y="2502"/>
                  </a:cubicBezTo>
                  <a:lnTo>
                    <a:pt x="4745" y="2502"/>
                  </a:lnTo>
                  <a:cubicBezTo>
                    <a:pt x="4798" y="2502"/>
                    <a:pt x="4851" y="2531"/>
                    <a:pt x="4879" y="2579"/>
                  </a:cubicBezTo>
                  <a:cubicBezTo>
                    <a:pt x="5030" y="2832"/>
                    <a:pt x="5287" y="2959"/>
                    <a:pt x="5544" y="2959"/>
                  </a:cubicBezTo>
                  <a:cubicBezTo>
                    <a:pt x="5805" y="2959"/>
                    <a:pt x="6065" y="2829"/>
                    <a:pt x="6212" y="2569"/>
                  </a:cubicBezTo>
                  <a:cubicBezTo>
                    <a:pt x="6506" y="2055"/>
                    <a:pt x="6131" y="1415"/>
                    <a:pt x="5539" y="1415"/>
                  </a:cubicBezTo>
                  <a:lnTo>
                    <a:pt x="5539" y="1419"/>
                  </a:lnTo>
                  <a:cubicBezTo>
                    <a:pt x="5269" y="1419"/>
                    <a:pt x="5019" y="1564"/>
                    <a:pt x="4879" y="1795"/>
                  </a:cubicBezTo>
                  <a:cubicBezTo>
                    <a:pt x="4851" y="1843"/>
                    <a:pt x="4798" y="1872"/>
                    <a:pt x="4740" y="1872"/>
                  </a:cubicBezTo>
                  <a:lnTo>
                    <a:pt x="4244" y="1872"/>
                  </a:lnTo>
                  <a:cubicBezTo>
                    <a:pt x="4158" y="1872"/>
                    <a:pt x="4086" y="1804"/>
                    <a:pt x="4086" y="1713"/>
                  </a:cubicBezTo>
                  <a:lnTo>
                    <a:pt x="408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1"/>
            <p:cNvSpPr/>
            <p:nvPr/>
          </p:nvSpPr>
          <p:spPr>
            <a:xfrm>
              <a:off x="7327143" y="3919021"/>
              <a:ext cx="33099" cy="57176"/>
            </a:xfrm>
            <a:custGeom>
              <a:rect b="b" l="l" r="r" t="t"/>
              <a:pathLst>
                <a:path extrusionOk="0" h="2180" w="1262">
                  <a:moveTo>
                    <a:pt x="174" y="0"/>
                  </a:moveTo>
                  <a:cubicBezTo>
                    <a:pt x="116" y="0"/>
                    <a:pt x="59" y="5"/>
                    <a:pt x="1" y="15"/>
                  </a:cubicBezTo>
                  <a:cubicBezTo>
                    <a:pt x="525" y="101"/>
                    <a:pt x="915" y="558"/>
                    <a:pt x="915" y="1092"/>
                  </a:cubicBezTo>
                  <a:cubicBezTo>
                    <a:pt x="915" y="1626"/>
                    <a:pt x="525" y="2079"/>
                    <a:pt x="1" y="2165"/>
                  </a:cubicBezTo>
                  <a:cubicBezTo>
                    <a:pt x="59" y="2175"/>
                    <a:pt x="116" y="2180"/>
                    <a:pt x="174" y="2180"/>
                  </a:cubicBezTo>
                  <a:cubicBezTo>
                    <a:pt x="771" y="2180"/>
                    <a:pt x="1262" y="1694"/>
                    <a:pt x="1262" y="1092"/>
                  </a:cubicBezTo>
                  <a:cubicBezTo>
                    <a:pt x="1262" y="491"/>
                    <a:pt x="771" y="5"/>
                    <a:pt x="17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1"/>
            <p:cNvSpPr/>
            <p:nvPr/>
          </p:nvSpPr>
          <p:spPr>
            <a:xfrm>
              <a:off x="7416998" y="3927308"/>
              <a:ext cx="25650" cy="12038"/>
            </a:xfrm>
            <a:custGeom>
              <a:rect b="b" l="l" r="r" t="t"/>
              <a:pathLst>
                <a:path extrusionOk="0" h="459" w="978">
                  <a:moveTo>
                    <a:pt x="803" y="1"/>
                  </a:moveTo>
                  <a:cubicBezTo>
                    <a:pt x="532" y="1"/>
                    <a:pt x="278" y="144"/>
                    <a:pt x="136" y="382"/>
                  </a:cubicBezTo>
                  <a:cubicBezTo>
                    <a:pt x="112" y="430"/>
                    <a:pt x="59" y="459"/>
                    <a:pt x="1" y="459"/>
                  </a:cubicBezTo>
                  <a:lnTo>
                    <a:pt x="347" y="459"/>
                  </a:lnTo>
                  <a:cubicBezTo>
                    <a:pt x="405" y="459"/>
                    <a:pt x="458" y="430"/>
                    <a:pt x="487" y="382"/>
                  </a:cubicBezTo>
                  <a:cubicBezTo>
                    <a:pt x="593" y="199"/>
                    <a:pt x="771" y="69"/>
                    <a:pt x="978" y="21"/>
                  </a:cubicBezTo>
                  <a:cubicBezTo>
                    <a:pt x="919" y="7"/>
                    <a:pt x="861" y="1"/>
                    <a:pt x="80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1"/>
            <p:cNvSpPr/>
            <p:nvPr/>
          </p:nvSpPr>
          <p:spPr>
            <a:xfrm>
              <a:off x="7292706" y="3894026"/>
              <a:ext cx="9101" cy="37007"/>
            </a:xfrm>
            <a:custGeom>
              <a:rect b="b" l="l" r="r" t="t"/>
              <a:pathLst>
                <a:path extrusionOk="0" h="1411" w="347">
                  <a:moveTo>
                    <a:pt x="0" y="0"/>
                  </a:moveTo>
                  <a:lnTo>
                    <a:pt x="0" y="1410"/>
                  </a:lnTo>
                  <a:lnTo>
                    <a:pt x="251" y="1410"/>
                  </a:lnTo>
                  <a:lnTo>
                    <a:pt x="270" y="1391"/>
                  </a:lnTo>
                  <a:cubicBezTo>
                    <a:pt x="294" y="1357"/>
                    <a:pt x="318" y="1328"/>
                    <a:pt x="347" y="1300"/>
                  </a:cubicBezTo>
                  <a:lnTo>
                    <a:pt x="34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1"/>
            <p:cNvSpPr/>
            <p:nvPr/>
          </p:nvSpPr>
          <p:spPr>
            <a:xfrm>
              <a:off x="7292706" y="3964184"/>
              <a:ext cx="9101" cy="37007"/>
            </a:xfrm>
            <a:custGeom>
              <a:rect b="b" l="l" r="r" t="t"/>
              <a:pathLst>
                <a:path extrusionOk="0" h="1411" w="347">
                  <a:moveTo>
                    <a:pt x="0" y="1"/>
                  </a:moveTo>
                  <a:lnTo>
                    <a:pt x="0" y="1411"/>
                  </a:lnTo>
                  <a:lnTo>
                    <a:pt x="347" y="1411"/>
                  </a:lnTo>
                  <a:lnTo>
                    <a:pt x="347" y="116"/>
                  </a:lnTo>
                  <a:cubicBezTo>
                    <a:pt x="318" y="87"/>
                    <a:pt x="294" y="58"/>
                    <a:pt x="270" y="25"/>
                  </a:cubicBezTo>
                  <a:lnTo>
                    <a:pt x="251"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1"/>
            <p:cNvSpPr/>
            <p:nvPr/>
          </p:nvSpPr>
          <p:spPr>
            <a:xfrm>
              <a:off x="7416998" y="3955870"/>
              <a:ext cx="25650" cy="12117"/>
            </a:xfrm>
            <a:custGeom>
              <a:rect b="b" l="l" r="r" t="t"/>
              <a:pathLst>
                <a:path extrusionOk="0" h="462" w="978">
                  <a:moveTo>
                    <a:pt x="1" y="0"/>
                  </a:moveTo>
                  <a:cubicBezTo>
                    <a:pt x="59" y="0"/>
                    <a:pt x="107" y="29"/>
                    <a:pt x="136" y="82"/>
                  </a:cubicBezTo>
                  <a:cubicBezTo>
                    <a:pt x="279" y="321"/>
                    <a:pt x="535" y="461"/>
                    <a:pt x="807" y="461"/>
                  </a:cubicBezTo>
                  <a:cubicBezTo>
                    <a:pt x="864" y="461"/>
                    <a:pt x="921" y="455"/>
                    <a:pt x="978" y="443"/>
                  </a:cubicBezTo>
                  <a:cubicBezTo>
                    <a:pt x="771" y="390"/>
                    <a:pt x="593" y="260"/>
                    <a:pt x="487" y="82"/>
                  </a:cubicBezTo>
                  <a:cubicBezTo>
                    <a:pt x="458" y="29"/>
                    <a:pt x="405" y="0"/>
                    <a:pt x="34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1"/>
            <p:cNvSpPr/>
            <p:nvPr/>
          </p:nvSpPr>
          <p:spPr>
            <a:xfrm>
              <a:off x="7323759" y="4001296"/>
              <a:ext cx="27014" cy="58356"/>
            </a:xfrm>
            <a:custGeom>
              <a:rect b="b" l="l" r="r" t="t"/>
              <a:pathLst>
                <a:path extrusionOk="0" h="2225" w="1030">
                  <a:moveTo>
                    <a:pt x="385" y="0"/>
                  </a:moveTo>
                  <a:cubicBezTo>
                    <a:pt x="472" y="0"/>
                    <a:pt x="544" y="68"/>
                    <a:pt x="544" y="159"/>
                  </a:cubicBezTo>
                  <a:lnTo>
                    <a:pt x="544" y="655"/>
                  </a:lnTo>
                  <a:cubicBezTo>
                    <a:pt x="544" y="712"/>
                    <a:pt x="515" y="765"/>
                    <a:pt x="467" y="794"/>
                  </a:cubicBezTo>
                  <a:cubicBezTo>
                    <a:pt x="135" y="987"/>
                    <a:pt x="0" y="1391"/>
                    <a:pt x="140" y="1742"/>
                  </a:cubicBezTo>
                  <a:cubicBezTo>
                    <a:pt x="261" y="2038"/>
                    <a:pt x="546" y="2224"/>
                    <a:pt x="854" y="2224"/>
                  </a:cubicBezTo>
                  <a:cubicBezTo>
                    <a:pt x="912" y="2224"/>
                    <a:pt x="971" y="2218"/>
                    <a:pt x="1030" y="2204"/>
                  </a:cubicBezTo>
                  <a:cubicBezTo>
                    <a:pt x="683" y="2127"/>
                    <a:pt x="433" y="1814"/>
                    <a:pt x="433" y="1453"/>
                  </a:cubicBezTo>
                  <a:cubicBezTo>
                    <a:pt x="433" y="1184"/>
                    <a:pt x="577" y="929"/>
                    <a:pt x="813" y="794"/>
                  </a:cubicBezTo>
                  <a:cubicBezTo>
                    <a:pt x="861" y="765"/>
                    <a:pt x="890" y="712"/>
                    <a:pt x="890" y="655"/>
                  </a:cubicBezTo>
                  <a:lnTo>
                    <a:pt x="890" y="159"/>
                  </a:lnTo>
                  <a:cubicBezTo>
                    <a:pt x="890" y="68"/>
                    <a:pt x="818" y="0"/>
                    <a:pt x="73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1"/>
            <p:cNvSpPr/>
            <p:nvPr/>
          </p:nvSpPr>
          <p:spPr>
            <a:xfrm>
              <a:off x="7108825" y="3825756"/>
              <a:ext cx="366136" cy="359317"/>
            </a:xfrm>
            <a:custGeom>
              <a:rect b="b" l="l" r="r" t="t"/>
              <a:pathLst>
                <a:path extrusionOk="0" h="13700" w="13960">
                  <a:moveTo>
                    <a:pt x="4649" y="433"/>
                  </a:moveTo>
                  <a:cubicBezTo>
                    <a:pt x="5371" y="433"/>
                    <a:pt x="5635" y="1391"/>
                    <a:pt x="5010" y="1761"/>
                  </a:cubicBezTo>
                  <a:cubicBezTo>
                    <a:pt x="4942" y="1800"/>
                    <a:pt x="4904" y="1872"/>
                    <a:pt x="4904" y="1949"/>
                  </a:cubicBezTo>
                  <a:lnTo>
                    <a:pt x="4904" y="2445"/>
                  </a:lnTo>
                  <a:cubicBezTo>
                    <a:pt x="4904" y="2565"/>
                    <a:pt x="5000" y="2661"/>
                    <a:pt x="5120" y="2661"/>
                  </a:cubicBezTo>
                  <a:lnTo>
                    <a:pt x="6631" y="2661"/>
                  </a:lnTo>
                  <a:lnTo>
                    <a:pt x="6631" y="4172"/>
                  </a:lnTo>
                  <a:cubicBezTo>
                    <a:pt x="6631" y="4292"/>
                    <a:pt x="6727" y="4389"/>
                    <a:pt x="6848" y="4389"/>
                  </a:cubicBezTo>
                  <a:lnTo>
                    <a:pt x="7348" y="4389"/>
                  </a:lnTo>
                  <a:cubicBezTo>
                    <a:pt x="7420" y="4389"/>
                    <a:pt x="7493" y="4350"/>
                    <a:pt x="7531" y="4283"/>
                  </a:cubicBezTo>
                  <a:cubicBezTo>
                    <a:pt x="7675" y="4042"/>
                    <a:pt x="7907" y="3934"/>
                    <a:pt x="8137" y="3934"/>
                  </a:cubicBezTo>
                  <a:cubicBezTo>
                    <a:pt x="8500" y="3934"/>
                    <a:pt x="8859" y="4204"/>
                    <a:pt x="8859" y="4648"/>
                  </a:cubicBezTo>
                  <a:cubicBezTo>
                    <a:pt x="8859" y="5090"/>
                    <a:pt x="8500" y="5361"/>
                    <a:pt x="8137" y="5361"/>
                  </a:cubicBezTo>
                  <a:cubicBezTo>
                    <a:pt x="7907" y="5361"/>
                    <a:pt x="7675" y="5252"/>
                    <a:pt x="7531" y="5009"/>
                  </a:cubicBezTo>
                  <a:cubicBezTo>
                    <a:pt x="7493" y="4942"/>
                    <a:pt x="7420" y="4903"/>
                    <a:pt x="7348" y="4903"/>
                  </a:cubicBezTo>
                  <a:lnTo>
                    <a:pt x="6848" y="4903"/>
                  </a:lnTo>
                  <a:cubicBezTo>
                    <a:pt x="6727" y="4903"/>
                    <a:pt x="6631" y="5000"/>
                    <a:pt x="6631" y="5120"/>
                  </a:cubicBezTo>
                  <a:lnTo>
                    <a:pt x="6631" y="6631"/>
                  </a:lnTo>
                  <a:lnTo>
                    <a:pt x="5337" y="6631"/>
                  </a:lnTo>
                  <a:lnTo>
                    <a:pt x="5337" y="6467"/>
                  </a:lnTo>
                  <a:lnTo>
                    <a:pt x="5342" y="6467"/>
                  </a:lnTo>
                  <a:cubicBezTo>
                    <a:pt x="5731" y="6169"/>
                    <a:pt x="5890" y="5654"/>
                    <a:pt x="5736" y="5187"/>
                  </a:cubicBezTo>
                  <a:cubicBezTo>
                    <a:pt x="5577" y="4721"/>
                    <a:pt x="5140" y="4403"/>
                    <a:pt x="4649" y="4403"/>
                  </a:cubicBezTo>
                  <a:cubicBezTo>
                    <a:pt x="3547" y="4403"/>
                    <a:pt x="3080" y="5803"/>
                    <a:pt x="3956" y="6467"/>
                  </a:cubicBezTo>
                  <a:lnTo>
                    <a:pt x="3956" y="6631"/>
                  </a:lnTo>
                  <a:lnTo>
                    <a:pt x="2662" y="6631"/>
                  </a:lnTo>
                  <a:lnTo>
                    <a:pt x="2662" y="2661"/>
                  </a:lnTo>
                  <a:lnTo>
                    <a:pt x="4172" y="2661"/>
                  </a:lnTo>
                  <a:cubicBezTo>
                    <a:pt x="4293" y="2661"/>
                    <a:pt x="4389" y="2565"/>
                    <a:pt x="4389" y="2445"/>
                  </a:cubicBezTo>
                  <a:lnTo>
                    <a:pt x="4389" y="1949"/>
                  </a:lnTo>
                  <a:cubicBezTo>
                    <a:pt x="4389" y="1872"/>
                    <a:pt x="4350" y="1800"/>
                    <a:pt x="4283" y="1761"/>
                  </a:cubicBezTo>
                  <a:cubicBezTo>
                    <a:pt x="3662" y="1391"/>
                    <a:pt x="3922" y="433"/>
                    <a:pt x="4649" y="433"/>
                  </a:cubicBezTo>
                  <a:close/>
                  <a:moveTo>
                    <a:pt x="11039" y="7069"/>
                  </a:moveTo>
                  <a:lnTo>
                    <a:pt x="11039" y="11038"/>
                  </a:lnTo>
                  <a:lnTo>
                    <a:pt x="9528" y="11038"/>
                  </a:lnTo>
                  <a:cubicBezTo>
                    <a:pt x="9408" y="11038"/>
                    <a:pt x="9311" y="11135"/>
                    <a:pt x="9311" y="11255"/>
                  </a:cubicBezTo>
                  <a:lnTo>
                    <a:pt x="9311" y="11750"/>
                  </a:lnTo>
                  <a:cubicBezTo>
                    <a:pt x="9311" y="11827"/>
                    <a:pt x="9350" y="11900"/>
                    <a:pt x="9417" y="11938"/>
                  </a:cubicBezTo>
                  <a:cubicBezTo>
                    <a:pt x="10038" y="12309"/>
                    <a:pt x="9778" y="13266"/>
                    <a:pt x="9052" y="13266"/>
                  </a:cubicBezTo>
                  <a:cubicBezTo>
                    <a:pt x="8330" y="13266"/>
                    <a:pt x="8065" y="12309"/>
                    <a:pt x="8691" y="11938"/>
                  </a:cubicBezTo>
                  <a:cubicBezTo>
                    <a:pt x="8753" y="11900"/>
                    <a:pt x="8797" y="11827"/>
                    <a:pt x="8797" y="11750"/>
                  </a:cubicBezTo>
                  <a:lnTo>
                    <a:pt x="8797" y="11255"/>
                  </a:lnTo>
                  <a:cubicBezTo>
                    <a:pt x="8797" y="11135"/>
                    <a:pt x="8700" y="11038"/>
                    <a:pt x="8580" y="11038"/>
                  </a:cubicBezTo>
                  <a:lnTo>
                    <a:pt x="7069" y="11038"/>
                  </a:lnTo>
                  <a:lnTo>
                    <a:pt x="7069" y="9527"/>
                  </a:lnTo>
                  <a:cubicBezTo>
                    <a:pt x="7069" y="9407"/>
                    <a:pt x="6973" y="9311"/>
                    <a:pt x="6853" y="9311"/>
                  </a:cubicBezTo>
                  <a:lnTo>
                    <a:pt x="6352" y="9311"/>
                  </a:lnTo>
                  <a:cubicBezTo>
                    <a:pt x="6275" y="9311"/>
                    <a:pt x="6208" y="9349"/>
                    <a:pt x="6169" y="9417"/>
                  </a:cubicBezTo>
                  <a:cubicBezTo>
                    <a:pt x="6026" y="9659"/>
                    <a:pt x="5794" y="9768"/>
                    <a:pt x="5564" y="9768"/>
                  </a:cubicBezTo>
                  <a:cubicBezTo>
                    <a:pt x="5201" y="9768"/>
                    <a:pt x="4841" y="9496"/>
                    <a:pt x="4841" y="9051"/>
                  </a:cubicBezTo>
                  <a:cubicBezTo>
                    <a:pt x="4841" y="8609"/>
                    <a:pt x="5200" y="8339"/>
                    <a:pt x="5563" y="8339"/>
                  </a:cubicBezTo>
                  <a:cubicBezTo>
                    <a:pt x="5793" y="8339"/>
                    <a:pt x="6026" y="8448"/>
                    <a:pt x="6169" y="8690"/>
                  </a:cubicBezTo>
                  <a:cubicBezTo>
                    <a:pt x="6208" y="8758"/>
                    <a:pt x="6275" y="8796"/>
                    <a:pt x="6352" y="8796"/>
                  </a:cubicBezTo>
                  <a:lnTo>
                    <a:pt x="6853" y="8796"/>
                  </a:lnTo>
                  <a:cubicBezTo>
                    <a:pt x="6973" y="8796"/>
                    <a:pt x="7069" y="8700"/>
                    <a:pt x="7069" y="8580"/>
                  </a:cubicBezTo>
                  <a:lnTo>
                    <a:pt x="7069" y="7069"/>
                  </a:lnTo>
                  <a:lnTo>
                    <a:pt x="8363" y="7069"/>
                  </a:lnTo>
                  <a:lnTo>
                    <a:pt x="8363" y="7232"/>
                  </a:lnTo>
                  <a:cubicBezTo>
                    <a:pt x="7483" y="7896"/>
                    <a:pt x="7954" y="9296"/>
                    <a:pt x="9052" y="9296"/>
                  </a:cubicBezTo>
                  <a:cubicBezTo>
                    <a:pt x="9547" y="9296"/>
                    <a:pt x="9985" y="8979"/>
                    <a:pt x="10139" y="8512"/>
                  </a:cubicBezTo>
                  <a:cubicBezTo>
                    <a:pt x="10298" y="8045"/>
                    <a:pt x="10139" y="7531"/>
                    <a:pt x="9744" y="7232"/>
                  </a:cubicBezTo>
                  <a:lnTo>
                    <a:pt x="9744" y="7069"/>
                  </a:lnTo>
                  <a:close/>
                  <a:moveTo>
                    <a:pt x="4649" y="0"/>
                  </a:moveTo>
                  <a:cubicBezTo>
                    <a:pt x="3552" y="0"/>
                    <a:pt x="3080" y="1396"/>
                    <a:pt x="3961" y="2060"/>
                  </a:cubicBezTo>
                  <a:lnTo>
                    <a:pt x="3961" y="2228"/>
                  </a:lnTo>
                  <a:lnTo>
                    <a:pt x="2450" y="2228"/>
                  </a:lnTo>
                  <a:cubicBezTo>
                    <a:pt x="2330" y="2228"/>
                    <a:pt x="2228" y="2324"/>
                    <a:pt x="2228" y="2445"/>
                  </a:cubicBezTo>
                  <a:lnTo>
                    <a:pt x="2228" y="8358"/>
                  </a:lnTo>
                  <a:lnTo>
                    <a:pt x="2065" y="8358"/>
                  </a:lnTo>
                  <a:cubicBezTo>
                    <a:pt x="1826" y="8041"/>
                    <a:pt x="1491" y="7899"/>
                    <a:pt x="1160" y="7899"/>
                  </a:cubicBezTo>
                  <a:cubicBezTo>
                    <a:pt x="574" y="7899"/>
                    <a:pt x="1" y="8346"/>
                    <a:pt x="1" y="9051"/>
                  </a:cubicBezTo>
                  <a:cubicBezTo>
                    <a:pt x="1" y="9542"/>
                    <a:pt x="318" y="9980"/>
                    <a:pt x="785" y="10134"/>
                  </a:cubicBezTo>
                  <a:cubicBezTo>
                    <a:pt x="906" y="10175"/>
                    <a:pt x="1030" y="10195"/>
                    <a:pt x="1152" y="10195"/>
                  </a:cubicBezTo>
                  <a:cubicBezTo>
                    <a:pt x="1504" y="10195"/>
                    <a:pt x="1844" y="10032"/>
                    <a:pt x="2065" y="9739"/>
                  </a:cubicBezTo>
                  <a:lnTo>
                    <a:pt x="2233" y="9739"/>
                  </a:lnTo>
                  <a:lnTo>
                    <a:pt x="2233" y="11250"/>
                  </a:lnTo>
                  <a:cubicBezTo>
                    <a:pt x="2233" y="11370"/>
                    <a:pt x="2330" y="11467"/>
                    <a:pt x="2450" y="11467"/>
                  </a:cubicBezTo>
                  <a:lnTo>
                    <a:pt x="3220" y="11467"/>
                  </a:lnTo>
                  <a:cubicBezTo>
                    <a:pt x="3508" y="11467"/>
                    <a:pt x="3508" y="11034"/>
                    <a:pt x="3220" y="11034"/>
                  </a:cubicBezTo>
                  <a:lnTo>
                    <a:pt x="2666" y="11034"/>
                  </a:lnTo>
                  <a:lnTo>
                    <a:pt x="2666" y="9523"/>
                  </a:lnTo>
                  <a:cubicBezTo>
                    <a:pt x="2666" y="9402"/>
                    <a:pt x="2570" y="9306"/>
                    <a:pt x="2450" y="9306"/>
                  </a:cubicBezTo>
                  <a:lnTo>
                    <a:pt x="1954" y="9306"/>
                  </a:lnTo>
                  <a:cubicBezTo>
                    <a:pt x="1877" y="9306"/>
                    <a:pt x="1805" y="9345"/>
                    <a:pt x="1767" y="9412"/>
                  </a:cubicBezTo>
                  <a:cubicBezTo>
                    <a:pt x="1623" y="9655"/>
                    <a:pt x="1391" y="9763"/>
                    <a:pt x="1160" y="9763"/>
                  </a:cubicBezTo>
                  <a:cubicBezTo>
                    <a:pt x="797" y="9763"/>
                    <a:pt x="439" y="9493"/>
                    <a:pt x="439" y="9051"/>
                  </a:cubicBezTo>
                  <a:cubicBezTo>
                    <a:pt x="439" y="8606"/>
                    <a:pt x="797" y="8336"/>
                    <a:pt x="1161" y="8336"/>
                  </a:cubicBezTo>
                  <a:cubicBezTo>
                    <a:pt x="1391" y="8336"/>
                    <a:pt x="1623" y="8445"/>
                    <a:pt x="1767" y="8685"/>
                  </a:cubicBezTo>
                  <a:cubicBezTo>
                    <a:pt x="1805" y="8753"/>
                    <a:pt x="1877" y="8791"/>
                    <a:pt x="1954" y="8791"/>
                  </a:cubicBezTo>
                  <a:lnTo>
                    <a:pt x="2450" y="8791"/>
                  </a:lnTo>
                  <a:cubicBezTo>
                    <a:pt x="2570" y="8791"/>
                    <a:pt x="2666" y="8695"/>
                    <a:pt x="2666" y="8575"/>
                  </a:cubicBezTo>
                  <a:lnTo>
                    <a:pt x="2666" y="7064"/>
                  </a:lnTo>
                  <a:lnTo>
                    <a:pt x="4177" y="7064"/>
                  </a:lnTo>
                  <a:cubicBezTo>
                    <a:pt x="4298" y="7064"/>
                    <a:pt x="4394" y="6968"/>
                    <a:pt x="4394" y="6847"/>
                  </a:cubicBezTo>
                  <a:lnTo>
                    <a:pt x="4394" y="6352"/>
                  </a:lnTo>
                  <a:cubicBezTo>
                    <a:pt x="4394" y="6275"/>
                    <a:pt x="4355" y="6203"/>
                    <a:pt x="4288" y="6164"/>
                  </a:cubicBezTo>
                  <a:cubicBezTo>
                    <a:pt x="3662" y="5794"/>
                    <a:pt x="3927" y="4836"/>
                    <a:pt x="4654" y="4836"/>
                  </a:cubicBezTo>
                  <a:cubicBezTo>
                    <a:pt x="5375" y="4836"/>
                    <a:pt x="5640" y="5794"/>
                    <a:pt x="5014" y="6164"/>
                  </a:cubicBezTo>
                  <a:cubicBezTo>
                    <a:pt x="4947" y="6203"/>
                    <a:pt x="4909" y="6275"/>
                    <a:pt x="4909" y="6352"/>
                  </a:cubicBezTo>
                  <a:lnTo>
                    <a:pt x="4909" y="6847"/>
                  </a:lnTo>
                  <a:cubicBezTo>
                    <a:pt x="4909" y="6968"/>
                    <a:pt x="5005" y="7064"/>
                    <a:pt x="5125" y="7064"/>
                  </a:cubicBezTo>
                  <a:lnTo>
                    <a:pt x="6636" y="7064"/>
                  </a:lnTo>
                  <a:lnTo>
                    <a:pt x="6636" y="8358"/>
                  </a:lnTo>
                  <a:lnTo>
                    <a:pt x="6472" y="8358"/>
                  </a:lnTo>
                  <a:cubicBezTo>
                    <a:pt x="6233" y="8043"/>
                    <a:pt x="5898" y="7901"/>
                    <a:pt x="5568" y="7901"/>
                  </a:cubicBezTo>
                  <a:cubicBezTo>
                    <a:pt x="4981" y="7901"/>
                    <a:pt x="4408" y="8346"/>
                    <a:pt x="4408" y="9051"/>
                  </a:cubicBezTo>
                  <a:cubicBezTo>
                    <a:pt x="4408" y="9542"/>
                    <a:pt x="4726" y="9980"/>
                    <a:pt x="5193" y="10139"/>
                  </a:cubicBezTo>
                  <a:cubicBezTo>
                    <a:pt x="5311" y="10178"/>
                    <a:pt x="5433" y="10197"/>
                    <a:pt x="5554" y="10197"/>
                  </a:cubicBezTo>
                  <a:cubicBezTo>
                    <a:pt x="5907" y="10197"/>
                    <a:pt x="6250" y="10034"/>
                    <a:pt x="6472" y="9744"/>
                  </a:cubicBezTo>
                  <a:lnTo>
                    <a:pt x="6636" y="9744"/>
                  </a:lnTo>
                  <a:lnTo>
                    <a:pt x="6636" y="11034"/>
                  </a:lnTo>
                  <a:lnTo>
                    <a:pt x="3893" y="11034"/>
                  </a:lnTo>
                  <a:cubicBezTo>
                    <a:pt x="3605" y="11034"/>
                    <a:pt x="3605" y="11471"/>
                    <a:pt x="3893" y="11471"/>
                  </a:cubicBezTo>
                  <a:lnTo>
                    <a:pt x="8363" y="11471"/>
                  </a:lnTo>
                  <a:lnTo>
                    <a:pt x="8363" y="11635"/>
                  </a:lnTo>
                  <a:cubicBezTo>
                    <a:pt x="7488" y="12299"/>
                    <a:pt x="7954" y="13699"/>
                    <a:pt x="9056" y="13699"/>
                  </a:cubicBezTo>
                  <a:cubicBezTo>
                    <a:pt x="9547" y="13699"/>
                    <a:pt x="9985" y="13382"/>
                    <a:pt x="10144" y="12915"/>
                  </a:cubicBezTo>
                  <a:cubicBezTo>
                    <a:pt x="10298" y="12448"/>
                    <a:pt x="10139" y="11933"/>
                    <a:pt x="9749" y="11635"/>
                  </a:cubicBezTo>
                  <a:lnTo>
                    <a:pt x="9749" y="11471"/>
                  </a:lnTo>
                  <a:lnTo>
                    <a:pt x="11255" y="11471"/>
                  </a:lnTo>
                  <a:cubicBezTo>
                    <a:pt x="11376" y="11471"/>
                    <a:pt x="11472" y="11375"/>
                    <a:pt x="11472" y="11255"/>
                  </a:cubicBezTo>
                  <a:lnTo>
                    <a:pt x="11472" y="5341"/>
                  </a:lnTo>
                  <a:lnTo>
                    <a:pt x="11635" y="5341"/>
                  </a:lnTo>
                  <a:cubicBezTo>
                    <a:pt x="11868" y="5648"/>
                    <a:pt x="12210" y="5796"/>
                    <a:pt x="12549" y="5796"/>
                  </a:cubicBezTo>
                  <a:cubicBezTo>
                    <a:pt x="12962" y="5796"/>
                    <a:pt x="13371" y="5578"/>
                    <a:pt x="13579" y="5158"/>
                  </a:cubicBezTo>
                  <a:cubicBezTo>
                    <a:pt x="13960" y="4398"/>
                    <a:pt x="13406" y="3503"/>
                    <a:pt x="12554" y="3503"/>
                  </a:cubicBezTo>
                  <a:lnTo>
                    <a:pt x="12550" y="3498"/>
                  </a:lnTo>
                  <a:cubicBezTo>
                    <a:pt x="12194" y="3503"/>
                    <a:pt x="11852" y="3672"/>
                    <a:pt x="11635" y="3955"/>
                  </a:cubicBezTo>
                  <a:lnTo>
                    <a:pt x="11472" y="3955"/>
                  </a:lnTo>
                  <a:lnTo>
                    <a:pt x="11472" y="2445"/>
                  </a:lnTo>
                  <a:cubicBezTo>
                    <a:pt x="11472" y="2324"/>
                    <a:pt x="11371" y="2228"/>
                    <a:pt x="11255" y="2228"/>
                  </a:cubicBezTo>
                  <a:lnTo>
                    <a:pt x="10529" y="2228"/>
                  </a:lnTo>
                  <a:cubicBezTo>
                    <a:pt x="10240" y="2228"/>
                    <a:pt x="10240" y="2661"/>
                    <a:pt x="10529" y="2661"/>
                  </a:cubicBezTo>
                  <a:lnTo>
                    <a:pt x="11039" y="2661"/>
                  </a:lnTo>
                  <a:lnTo>
                    <a:pt x="11039" y="4172"/>
                  </a:lnTo>
                  <a:cubicBezTo>
                    <a:pt x="11039" y="4292"/>
                    <a:pt x="11135" y="4389"/>
                    <a:pt x="11255" y="4389"/>
                  </a:cubicBezTo>
                  <a:lnTo>
                    <a:pt x="11751" y="4389"/>
                  </a:lnTo>
                  <a:cubicBezTo>
                    <a:pt x="11828" y="4389"/>
                    <a:pt x="11900" y="4350"/>
                    <a:pt x="11939" y="4283"/>
                  </a:cubicBezTo>
                  <a:cubicBezTo>
                    <a:pt x="12082" y="4042"/>
                    <a:pt x="12314" y="3934"/>
                    <a:pt x="12543" y="3934"/>
                  </a:cubicBezTo>
                  <a:cubicBezTo>
                    <a:pt x="12905" y="3934"/>
                    <a:pt x="13262" y="4204"/>
                    <a:pt x="13262" y="4648"/>
                  </a:cubicBezTo>
                  <a:cubicBezTo>
                    <a:pt x="13262" y="5090"/>
                    <a:pt x="12905" y="5361"/>
                    <a:pt x="12543" y="5361"/>
                  </a:cubicBezTo>
                  <a:cubicBezTo>
                    <a:pt x="12314" y="5361"/>
                    <a:pt x="12082" y="5252"/>
                    <a:pt x="11939" y="5009"/>
                  </a:cubicBezTo>
                  <a:cubicBezTo>
                    <a:pt x="11900" y="4942"/>
                    <a:pt x="11828" y="4903"/>
                    <a:pt x="11751" y="4903"/>
                  </a:cubicBezTo>
                  <a:lnTo>
                    <a:pt x="11255" y="4903"/>
                  </a:lnTo>
                  <a:cubicBezTo>
                    <a:pt x="11135" y="4903"/>
                    <a:pt x="11039" y="5000"/>
                    <a:pt x="11039" y="5120"/>
                  </a:cubicBezTo>
                  <a:lnTo>
                    <a:pt x="11039" y="6631"/>
                  </a:lnTo>
                  <a:lnTo>
                    <a:pt x="9528" y="6631"/>
                  </a:lnTo>
                  <a:cubicBezTo>
                    <a:pt x="9408" y="6631"/>
                    <a:pt x="9311" y="6727"/>
                    <a:pt x="9311" y="6847"/>
                  </a:cubicBezTo>
                  <a:lnTo>
                    <a:pt x="9311" y="7348"/>
                  </a:lnTo>
                  <a:cubicBezTo>
                    <a:pt x="9311" y="7425"/>
                    <a:pt x="9350" y="7492"/>
                    <a:pt x="9417" y="7531"/>
                  </a:cubicBezTo>
                  <a:cubicBezTo>
                    <a:pt x="10043" y="7901"/>
                    <a:pt x="9778" y="8859"/>
                    <a:pt x="9052" y="8859"/>
                  </a:cubicBezTo>
                  <a:cubicBezTo>
                    <a:pt x="8330" y="8859"/>
                    <a:pt x="8065" y="7901"/>
                    <a:pt x="8691" y="7531"/>
                  </a:cubicBezTo>
                  <a:cubicBezTo>
                    <a:pt x="8758" y="7492"/>
                    <a:pt x="8797" y="7425"/>
                    <a:pt x="8797" y="7348"/>
                  </a:cubicBezTo>
                  <a:lnTo>
                    <a:pt x="8797" y="6847"/>
                  </a:lnTo>
                  <a:cubicBezTo>
                    <a:pt x="8797" y="6727"/>
                    <a:pt x="8700" y="6631"/>
                    <a:pt x="8580" y="6631"/>
                  </a:cubicBezTo>
                  <a:lnTo>
                    <a:pt x="7069" y="6631"/>
                  </a:lnTo>
                  <a:lnTo>
                    <a:pt x="7069" y="5336"/>
                  </a:lnTo>
                  <a:lnTo>
                    <a:pt x="7233" y="5336"/>
                  </a:lnTo>
                  <a:cubicBezTo>
                    <a:pt x="7454" y="5629"/>
                    <a:pt x="7794" y="5792"/>
                    <a:pt x="8145" y="5792"/>
                  </a:cubicBezTo>
                  <a:cubicBezTo>
                    <a:pt x="8268" y="5792"/>
                    <a:pt x="8392" y="5772"/>
                    <a:pt x="8513" y="5731"/>
                  </a:cubicBezTo>
                  <a:cubicBezTo>
                    <a:pt x="8979" y="5577"/>
                    <a:pt x="9297" y="5139"/>
                    <a:pt x="9297" y="4644"/>
                  </a:cubicBezTo>
                  <a:cubicBezTo>
                    <a:pt x="9297" y="3942"/>
                    <a:pt x="8724" y="3496"/>
                    <a:pt x="8138" y="3496"/>
                  </a:cubicBezTo>
                  <a:cubicBezTo>
                    <a:pt x="7807" y="3496"/>
                    <a:pt x="7472" y="3638"/>
                    <a:pt x="7233" y="3955"/>
                  </a:cubicBezTo>
                  <a:lnTo>
                    <a:pt x="7069" y="3955"/>
                  </a:lnTo>
                  <a:lnTo>
                    <a:pt x="7069" y="2661"/>
                  </a:lnTo>
                  <a:lnTo>
                    <a:pt x="9807" y="2661"/>
                  </a:lnTo>
                  <a:cubicBezTo>
                    <a:pt x="10096" y="2661"/>
                    <a:pt x="10096" y="2228"/>
                    <a:pt x="9807" y="2228"/>
                  </a:cubicBezTo>
                  <a:lnTo>
                    <a:pt x="5342" y="2228"/>
                  </a:lnTo>
                  <a:lnTo>
                    <a:pt x="5342" y="2060"/>
                  </a:lnTo>
                  <a:cubicBezTo>
                    <a:pt x="5736" y="1761"/>
                    <a:pt x="5895" y="1246"/>
                    <a:pt x="5736" y="780"/>
                  </a:cubicBezTo>
                  <a:cubicBezTo>
                    <a:pt x="5582" y="313"/>
                    <a:pt x="5144" y="0"/>
                    <a:pt x="4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8" name="Google Shape;11468;p81"/>
          <p:cNvGrpSpPr/>
          <p:nvPr/>
        </p:nvGrpSpPr>
        <p:grpSpPr>
          <a:xfrm>
            <a:off x="7552673" y="3859563"/>
            <a:ext cx="359186" cy="291545"/>
            <a:chOff x="7552673" y="3859563"/>
            <a:chExt cx="359186" cy="291545"/>
          </a:xfrm>
        </p:grpSpPr>
        <p:sp>
          <p:nvSpPr>
            <p:cNvPr id="11469" name="Google Shape;11469;p81"/>
            <p:cNvSpPr/>
            <p:nvPr/>
          </p:nvSpPr>
          <p:spPr>
            <a:xfrm>
              <a:off x="7557840" y="3887338"/>
              <a:ext cx="348721" cy="258603"/>
            </a:xfrm>
            <a:custGeom>
              <a:rect b="b" l="l" r="r" t="t"/>
              <a:pathLst>
                <a:path extrusionOk="0" h="9860" w="13296">
                  <a:moveTo>
                    <a:pt x="646" y="0"/>
                  </a:moveTo>
                  <a:cubicBezTo>
                    <a:pt x="290" y="0"/>
                    <a:pt x="1" y="284"/>
                    <a:pt x="1" y="640"/>
                  </a:cubicBezTo>
                  <a:lnTo>
                    <a:pt x="1" y="9220"/>
                  </a:lnTo>
                  <a:cubicBezTo>
                    <a:pt x="1" y="9571"/>
                    <a:pt x="290" y="9860"/>
                    <a:pt x="646" y="9860"/>
                  </a:cubicBezTo>
                  <a:lnTo>
                    <a:pt x="12651" y="9860"/>
                  </a:lnTo>
                  <a:cubicBezTo>
                    <a:pt x="13007" y="9860"/>
                    <a:pt x="13296" y="9571"/>
                    <a:pt x="13296" y="9220"/>
                  </a:cubicBezTo>
                  <a:lnTo>
                    <a:pt x="13296" y="640"/>
                  </a:lnTo>
                  <a:cubicBezTo>
                    <a:pt x="13296" y="284"/>
                    <a:pt x="13007" y="0"/>
                    <a:pt x="12651"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1"/>
            <p:cNvSpPr/>
            <p:nvPr/>
          </p:nvSpPr>
          <p:spPr>
            <a:xfrm>
              <a:off x="7557840" y="3887338"/>
              <a:ext cx="348721" cy="33729"/>
            </a:xfrm>
            <a:custGeom>
              <a:rect b="b" l="l" r="r" t="t"/>
              <a:pathLst>
                <a:path extrusionOk="0" h="1286" w="13296">
                  <a:moveTo>
                    <a:pt x="646" y="0"/>
                  </a:moveTo>
                  <a:cubicBezTo>
                    <a:pt x="290" y="0"/>
                    <a:pt x="1" y="284"/>
                    <a:pt x="1" y="640"/>
                  </a:cubicBezTo>
                  <a:lnTo>
                    <a:pt x="1" y="1285"/>
                  </a:lnTo>
                  <a:lnTo>
                    <a:pt x="13296" y="1285"/>
                  </a:lnTo>
                  <a:lnTo>
                    <a:pt x="13296" y="640"/>
                  </a:lnTo>
                  <a:cubicBezTo>
                    <a:pt x="13296" y="284"/>
                    <a:pt x="13007" y="0"/>
                    <a:pt x="12651"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1"/>
            <p:cNvSpPr/>
            <p:nvPr/>
          </p:nvSpPr>
          <p:spPr>
            <a:xfrm>
              <a:off x="7574756" y="3887207"/>
              <a:ext cx="56179" cy="28168"/>
            </a:xfrm>
            <a:custGeom>
              <a:rect b="b" l="l" r="r" t="t"/>
              <a:pathLst>
                <a:path extrusionOk="0" h="1074" w="2142">
                  <a:moveTo>
                    <a:pt x="1" y="1"/>
                  </a:moveTo>
                  <a:lnTo>
                    <a:pt x="1" y="217"/>
                  </a:lnTo>
                  <a:cubicBezTo>
                    <a:pt x="1" y="689"/>
                    <a:pt x="386" y="1074"/>
                    <a:pt x="857" y="1074"/>
                  </a:cubicBezTo>
                  <a:lnTo>
                    <a:pt x="1285" y="1074"/>
                  </a:lnTo>
                  <a:cubicBezTo>
                    <a:pt x="1762"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1"/>
            <p:cNvSpPr/>
            <p:nvPr/>
          </p:nvSpPr>
          <p:spPr>
            <a:xfrm>
              <a:off x="7833464" y="3887207"/>
              <a:ext cx="56179" cy="28168"/>
            </a:xfrm>
            <a:custGeom>
              <a:rect b="b" l="l" r="r" t="t"/>
              <a:pathLst>
                <a:path extrusionOk="0" h="1074" w="2142">
                  <a:moveTo>
                    <a:pt x="1" y="1"/>
                  </a:moveTo>
                  <a:lnTo>
                    <a:pt x="1" y="217"/>
                  </a:lnTo>
                  <a:cubicBezTo>
                    <a:pt x="1" y="689"/>
                    <a:pt x="381" y="1074"/>
                    <a:pt x="857" y="1074"/>
                  </a:cubicBezTo>
                  <a:lnTo>
                    <a:pt x="1285" y="1074"/>
                  </a:lnTo>
                  <a:cubicBezTo>
                    <a:pt x="1757"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1"/>
            <p:cNvSpPr/>
            <p:nvPr/>
          </p:nvSpPr>
          <p:spPr>
            <a:xfrm>
              <a:off x="7591542" y="3864861"/>
              <a:ext cx="22608" cy="33729"/>
            </a:xfrm>
            <a:custGeom>
              <a:rect b="b" l="l" r="r" t="t"/>
              <a:pathLst>
                <a:path extrusionOk="0" h="1286" w="862">
                  <a:moveTo>
                    <a:pt x="217" y="1"/>
                  </a:moveTo>
                  <a:cubicBezTo>
                    <a:pt x="97" y="1"/>
                    <a:pt x="1" y="92"/>
                    <a:pt x="1" y="213"/>
                  </a:cubicBezTo>
                  <a:lnTo>
                    <a:pt x="1" y="1069"/>
                  </a:lnTo>
                  <a:cubicBezTo>
                    <a:pt x="1" y="1189"/>
                    <a:pt x="97" y="1286"/>
                    <a:pt x="217" y="1286"/>
                  </a:cubicBezTo>
                  <a:lnTo>
                    <a:pt x="645" y="1286"/>
                  </a:lnTo>
                  <a:cubicBezTo>
                    <a:pt x="766" y="1286"/>
                    <a:pt x="862" y="1189"/>
                    <a:pt x="862" y="1069"/>
                  </a:cubicBezTo>
                  <a:lnTo>
                    <a:pt x="862" y="213"/>
                  </a:lnTo>
                  <a:cubicBezTo>
                    <a:pt x="862" y="92"/>
                    <a:pt x="766" y="1"/>
                    <a:pt x="645"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1"/>
            <p:cNvSpPr/>
            <p:nvPr/>
          </p:nvSpPr>
          <p:spPr>
            <a:xfrm>
              <a:off x="7591673" y="3864756"/>
              <a:ext cx="22477" cy="16917"/>
            </a:xfrm>
            <a:custGeom>
              <a:rect b="b" l="l" r="r" t="t"/>
              <a:pathLst>
                <a:path extrusionOk="0" h="645" w="857">
                  <a:moveTo>
                    <a:pt x="212" y="0"/>
                  </a:moveTo>
                  <a:cubicBezTo>
                    <a:pt x="92" y="0"/>
                    <a:pt x="0" y="96"/>
                    <a:pt x="0" y="217"/>
                  </a:cubicBezTo>
                  <a:lnTo>
                    <a:pt x="0" y="645"/>
                  </a:lnTo>
                  <a:lnTo>
                    <a:pt x="857" y="645"/>
                  </a:lnTo>
                  <a:lnTo>
                    <a:pt x="857" y="217"/>
                  </a:lnTo>
                  <a:cubicBezTo>
                    <a:pt x="857" y="96"/>
                    <a:pt x="761" y="0"/>
                    <a:pt x="640"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1"/>
            <p:cNvSpPr/>
            <p:nvPr/>
          </p:nvSpPr>
          <p:spPr>
            <a:xfrm>
              <a:off x="7850250" y="3864861"/>
              <a:ext cx="22503" cy="33729"/>
            </a:xfrm>
            <a:custGeom>
              <a:rect b="b" l="l" r="r" t="t"/>
              <a:pathLst>
                <a:path extrusionOk="0" h="1286" w="858">
                  <a:moveTo>
                    <a:pt x="654" y="1"/>
                  </a:moveTo>
                  <a:cubicBezTo>
                    <a:pt x="651" y="1"/>
                    <a:pt x="648" y="1"/>
                    <a:pt x="645" y="1"/>
                  </a:cubicBezTo>
                  <a:lnTo>
                    <a:pt x="217" y="1"/>
                  </a:lnTo>
                  <a:cubicBezTo>
                    <a:pt x="97" y="1"/>
                    <a:pt x="1" y="92"/>
                    <a:pt x="1" y="213"/>
                  </a:cubicBezTo>
                  <a:lnTo>
                    <a:pt x="1" y="1069"/>
                  </a:lnTo>
                  <a:cubicBezTo>
                    <a:pt x="1" y="1189"/>
                    <a:pt x="97" y="1286"/>
                    <a:pt x="217" y="1286"/>
                  </a:cubicBezTo>
                  <a:lnTo>
                    <a:pt x="645" y="1286"/>
                  </a:lnTo>
                  <a:cubicBezTo>
                    <a:pt x="761" y="1286"/>
                    <a:pt x="857" y="1189"/>
                    <a:pt x="857" y="1069"/>
                  </a:cubicBezTo>
                  <a:lnTo>
                    <a:pt x="857" y="213"/>
                  </a:lnTo>
                  <a:cubicBezTo>
                    <a:pt x="857" y="95"/>
                    <a:pt x="765" y="1"/>
                    <a:pt x="654"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1"/>
            <p:cNvSpPr/>
            <p:nvPr/>
          </p:nvSpPr>
          <p:spPr>
            <a:xfrm>
              <a:off x="7850250" y="3864756"/>
              <a:ext cx="22503" cy="16917"/>
            </a:xfrm>
            <a:custGeom>
              <a:rect b="b" l="l" r="r" t="t"/>
              <a:pathLst>
                <a:path extrusionOk="0" h="645" w="858">
                  <a:moveTo>
                    <a:pt x="217" y="0"/>
                  </a:moveTo>
                  <a:cubicBezTo>
                    <a:pt x="97" y="0"/>
                    <a:pt x="1" y="96"/>
                    <a:pt x="1" y="217"/>
                  </a:cubicBezTo>
                  <a:lnTo>
                    <a:pt x="1" y="645"/>
                  </a:lnTo>
                  <a:lnTo>
                    <a:pt x="857" y="645"/>
                  </a:lnTo>
                  <a:lnTo>
                    <a:pt x="857" y="217"/>
                  </a:lnTo>
                  <a:cubicBezTo>
                    <a:pt x="857" y="96"/>
                    <a:pt x="761" y="0"/>
                    <a:pt x="64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1"/>
            <p:cNvSpPr/>
            <p:nvPr/>
          </p:nvSpPr>
          <p:spPr>
            <a:xfrm>
              <a:off x="7557840" y="3921040"/>
              <a:ext cx="348721" cy="16917"/>
            </a:xfrm>
            <a:custGeom>
              <a:rect b="b" l="l" r="r" t="t"/>
              <a:pathLst>
                <a:path extrusionOk="0" h="645" w="13296">
                  <a:moveTo>
                    <a:pt x="1" y="0"/>
                  </a:moveTo>
                  <a:lnTo>
                    <a:pt x="1" y="645"/>
                  </a:lnTo>
                  <a:lnTo>
                    <a:pt x="13296" y="645"/>
                  </a:lnTo>
                  <a:lnTo>
                    <a:pt x="1329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1"/>
            <p:cNvSpPr/>
            <p:nvPr/>
          </p:nvSpPr>
          <p:spPr>
            <a:xfrm>
              <a:off x="7552673" y="3859563"/>
              <a:ext cx="359186" cy="291545"/>
            </a:xfrm>
            <a:custGeom>
              <a:rect b="b" l="l" r="r" t="t"/>
              <a:pathLst>
                <a:path extrusionOk="0" h="11116" w="13695">
                  <a:moveTo>
                    <a:pt x="2127" y="400"/>
                  </a:moveTo>
                  <a:cubicBezTo>
                    <a:pt x="2132" y="400"/>
                    <a:pt x="2142" y="405"/>
                    <a:pt x="2142" y="415"/>
                  </a:cubicBezTo>
                  <a:lnTo>
                    <a:pt x="2142" y="1271"/>
                  </a:lnTo>
                  <a:cubicBezTo>
                    <a:pt x="2142" y="1281"/>
                    <a:pt x="2132" y="1286"/>
                    <a:pt x="2127" y="1286"/>
                  </a:cubicBezTo>
                  <a:lnTo>
                    <a:pt x="1699" y="1286"/>
                  </a:lnTo>
                  <a:cubicBezTo>
                    <a:pt x="1689" y="1286"/>
                    <a:pt x="1685" y="1281"/>
                    <a:pt x="1685" y="1271"/>
                  </a:cubicBezTo>
                  <a:lnTo>
                    <a:pt x="1685" y="415"/>
                  </a:lnTo>
                  <a:cubicBezTo>
                    <a:pt x="1685" y="405"/>
                    <a:pt x="1689" y="400"/>
                    <a:pt x="1699" y="400"/>
                  </a:cubicBezTo>
                  <a:close/>
                  <a:moveTo>
                    <a:pt x="11991" y="400"/>
                  </a:moveTo>
                  <a:cubicBezTo>
                    <a:pt x="11996" y="400"/>
                    <a:pt x="12006" y="405"/>
                    <a:pt x="12006" y="415"/>
                  </a:cubicBezTo>
                  <a:lnTo>
                    <a:pt x="12006" y="1271"/>
                  </a:lnTo>
                  <a:cubicBezTo>
                    <a:pt x="12006" y="1281"/>
                    <a:pt x="11996" y="1286"/>
                    <a:pt x="11991" y="1286"/>
                  </a:cubicBezTo>
                  <a:lnTo>
                    <a:pt x="11563" y="1286"/>
                  </a:lnTo>
                  <a:cubicBezTo>
                    <a:pt x="11554" y="1286"/>
                    <a:pt x="11549" y="1281"/>
                    <a:pt x="11549" y="1271"/>
                  </a:cubicBezTo>
                  <a:lnTo>
                    <a:pt x="11549" y="415"/>
                  </a:lnTo>
                  <a:cubicBezTo>
                    <a:pt x="11549" y="405"/>
                    <a:pt x="11554" y="400"/>
                    <a:pt x="11563" y="400"/>
                  </a:cubicBezTo>
                  <a:close/>
                  <a:moveTo>
                    <a:pt x="12843" y="1257"/>
                  </a:moveTo>
                  <a:cubicBezTo>
                    <a:pt x="13088" y="1257"/>
                    <a:pt x="13286" y="1454"/>
                    <a:pt x="13286" y="1699"/>
                  </a:cubicBezTo>
                  <a:lnTo>
                    <a:pt x="13286" y="10279"/>
                  </a:lnTo>
                  <a:lnTo>
                    <a:pt x="13291" y="10279"/>
                  </a:lnTo>
                  <a:cubicBezTo>
                    <a:pt x="13291" y="10519"/>
                    <a:pt x="13093" y="10721"/>
                    <a:pt x="12848" y="10721"/>
                  </a:cubicBezTo>
                  <a:lnTo>
                    <a:pt x="843" y="10721"/>
                  </a:lnTo>
                  <a:cubicBezTo>
                    <a:pt x="597" y="10721"/>
                    <a:pt x="400" y="10519"/>
                    <a:pt x="400" y="10279"/>
                  </a:cubicBezTo>
                  <a:lnTo>
                    <a:pt x="400" y="1699"/>
                  </a:lnTo>
                  <a:cubicBezTo>
                    <a:pt x="400" y="1454"/>
                    <a:pt x="597" y="1257"/>
                    <a:pt x="843" y="1257"/>
                  </a:cubicBezTo>
                  <a:lnTo>
                    <a:pt x="1285" y="1257"/>
                  </a:lnTo>
                  <a:lnTo>
                    <a:pt x="1285" y="1271"/>
                  </a:lnTo>
                  <a:cubicBezTo>
                    <a:pt x="1285" y="1502"/>
                    <a:pt x="1468" y="1685"/>
                    <a:pt x="1699" y="1685"/>
                  </a:cubicBezTo>
                  <a:lnTo>
                    <a:pt x="2127" y="1685"/>
                  </a:lnTo>
                  <a:cubicBezTo>
                    <a:pt x="2358" y="1685"/>
                    <a:pt x="2541" y="1502"/>
                    <a:pt x="2541" y="1271"/>
                  </a:cubicBezTo>
                  <a:lnTo>
                    <a:pt x="2541" y="1257"/>
                  </a:lnTo>
                  <a:lnTo>
                    <a:pt x="11145" y="1257"/>
                  </a:lnTo>
                  <a:lnTo>
                    <a:pt x="11145" y="1271"/>
                  </a:lnTo>
                  <a:cubicBezTo>
                    <a:pt x="11145" y="1502"/>
                    <a:pt x="11332" y="1685"/>
                    <a:pt x="11558" y="1685"/>
                  </a:cubicBezTo>
                  <a:lnTo>
                    <a:pt x="11987" y="1685"/>
                  </a:lnTo>
                  <a:cubicBezTo>
                    <a:pt x="12218" y="1685"/>
                    <a:pt x="12400" y="1502"/>
                    <a:pt x="12400" y="1271"/>
                  </a:cubicBezTo>
                  <a:lnTo>
                    <a:pt x="12400" y="1257"/>
                  </a:lnTo>
                  <a:close/>
                  <a:moveTo>
                    <a:pt x="1704" y="1"/>
                  </a:moveTo>
                  <a:cubicBezTo>
                    <a:pt x="1473" y="1"/>
                    <a:pt x="1285" y="184"/>
                    <a:pt x="1285" y="415"/>
                  </a:cubicBezTo>
                  <a:lnTo>
                    <a:pt x="1285" y="857"/>
                  </a:lnTo>
                  <a:lnTo>
                    <a:pt x="843" y="857"/>
                  </a:lnTo>
                  <a:cubicBezTo>
                    <a:pt x="381" y="857"/>
                    <a:pt x="1" y="1233"/>
                    <a:pt x="1" y="1699"/>
                  </a:cubicBezTo>
                  <a:lnTo>
                    <a:pt x="1" y="10274"/>
                  </a:lnTo>
                  <a:cubicBezTo>
                    <a:pt x="1" y="10741"/>
                    <a:pt x="381" y="11116"/>
                    <a:pt x="843" y="11116"/>
                  </a:cubicBezTo>
                  <a:lnTo>
                    <a:pt x="12853" y="11116"/>
                  </a:lnTo>
                  <a:cubicBezTo>
                    <a:pt x="13315" y="11116"/>
                    <a:pt x="13695" y="10741"/>
                    <a:pt x="13695" y="10274"/>
                  </a:cubicBezTo>
                  <a:lnTo>
                    <a:pt x="13695" y="1699"/>
                  </a:lnTo>
                  <a:cubicBezTo>
                    <a:pt x="13695" y="1233"/>
                    <a:pt x="13315" y="857"/>
                    <a:pt x="12848" y="857"/>
                  </a:cubicBezTo>
                  <a:lnTo>
                    <a:pt x="12405" y="857"/>
                  </a:lnTo>
                  <a:lnTo>
                    <a:pt x="12405" y="415"/>
                  </a:lnTo>
                  <a:cubicBezTo>
                    <a:pt x="12405" y="184"/>
                    <a:pt x="12218" y="1"/>
                    <a:pt x="11991" y="1"/>
                  </a:cubicBezTo>
                  <a:lnTo>
                    <a:pt x="11563" y="1"/>
                  </a:lnTo>
                  <a:cubicBezTo>
                    <a:pt x="11332" y="1"/>
                    <a:pt x="11149" y="184"/>
                    <a:pt x="11149" y="415"/>
                  </a:cubicBezTo>
                  <a:lnTo>
                    <a:pt x="11149" y="857"/>
                  </a:lnTo>
                  <a:lnTo>
                    <a:pt x="2546" y="857"/>
                  </a:lnTo>
                  <a:lnTo>
                    <a:pt x="2546" y="415"/>
                  </a:lnTo>
                  <a:cubicBezTo>
                    <a:pt x="2546" y="184"/>
                    <a:pt x="2358"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1"/>
            <p:cNvSpPr/>
            <p:nvPr/>
          </p:nvSpPr>
          <p:spPr>
            <a:xfrm>
              <a:off x="7573104" y="3915716"/>
              <a:ext cx="317563" cy="10648"/>
            </a:xfrm>
            <a:custGeom>
              <a:rect b="b" l="l" r="r" t="t"/>
              <a:pathLst>
                <a:path extrusionOk="0" h="406" w="12108">
                  <a:moveTo>
                    <a:pt x="262" y="1"/>
                  </a:moveTo>
                  <a:cubicBezTo>
                    <a:pt x="1" y="1"/>
                    <a:pt x="1" y="406"/>
                    <a:pt x="262" y="406"/>
                  </a:cubicBezTo>
                  <a:cubicBezTo>
                    <a:pt x="266" y="406"/>
                    <a:pt x="271" y="405"/>
                    <a:pt x="275" y="405"/>
                  </a:cubicBezTo>
                  <a:lnTo>
                    <a:pt x="11857" y="405"/>
                  </a:lnTo>
                  <a:cubicBezTo>
                    <a:pt x="12107" y="391"/>
                    <a:pt x="12107" y="15"/>
                    <a:pt x="11857"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1"/>
            <p:cNvSpPr/>
            <p:nvPr/>
          </p:nvSpPr>
          <p:spPr>
            <a:xfrm>
              <a:off x="7590545" y="3960775"/>
              <a:ext cx="47078" cy="10517"/>
            </a:xfrm>
            <a:custGeom>
              <a:rect b="b" l="l" r="r" t="t"/>
              <a:pathLst>
                <a:path extrusionOk="0" h="401" w="1795">
                  <a:moveTo>
                    <a:pt x="255" y="1"/>
                  </a:moveTo>
                  <a:cubicBezTo>
                    <a:pt x="0" y="15"/>
                    <a:pt x="0" y="386"/>
                    <a:pt x="255" y="400"/>
                  </a:cubicBezTo>
                  <a:lnTo>
                    <a:pt x="1540" y="400"/>
                  </a:lnTo>
                  <a:cubicBezTo>
                    <a:pt x="1795" y="386"/>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1"/>
            <p:cNvSpPr/>
            <p:nvPr/>
          </p:nvSpPr>
          <p:spPr>
            <a:xfrm>
              <a:off x="7668651" y="3960775"/>
              <a:ext cx="48364" cy="10517"/>
            </a:xfrm>
            <a:custGeom>
              <a:rect b="b" l="l" r="r" t="t"/>
              <a:pathLst>
                <a:path extrusionOk="0" h="401" w="1844">
                  <a:moveTo>
                    <a:pt x="266" y="0"/>
                  </a:moveTo>
                  <a:cubicBezTo>
                    <a:pt x="0" y="0"/>
                    <a:pt x="0" y="401"/>
                    <a:pt x="266" y="401"/>
                  </a:cubicBezTo>
                  <a:cubicBezTo>
                    <a:pt x="270" y="401"/>
                    <a:pt x="275" y="400"/>
                    <a:pt x="280" y="400"/>
                  </a:cubicBezTo>
                  <a:lnTo>
                    <a:pt x="1564" y="400"/>
                  </a:lnTo>
                  <a:cubicBezTo>
                    <a:pt x="1569" y="400"/>
                    <a:pt x="1574" y="401"/>
                    <a:pt x="1578" y="401"/>
                  </a:cubicBezTo>
                  <a:cubicBezTo>
                    <a:pt x="1844" y="401"/>
                    <a:pt x="1844" y="0"/>
                    <a:pt x="1578" y="0"/>
                  </a:cubicBezTo>
                  <a:cubicBezTo>
                    <a:pt x="1574" y="0"/>
                    <a:pt x="1569" y="1"/>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1"/>
            <p:cNvSpPr/>
            <p:nvPr/>
          </p:nvSpPr>
          <p:spPr>
            <a:xfrm>
              <a:off x="7826147" y="3960775"/>
              <a:ext cx="47603" cy="10517"/>
            </a:xfrm>
            <a:custGeom>
              <a:rect b="b" l="l" r="r" t="t"/>
              <a:pathLst>
                <a:path extrusionOk="0" h="401" w="1815">
                  <a:moveTo>
                    <a:pt x="266" y="0"/>
                  </a:moveTo>
                  <a:cubicBezTo>
                    <a:pt x="0" y="0"/>
                    <a:pt x="0" y="401"/>
                    <a:pt x="266" y="401"/>
                  </a:cubicBezTo>
                  <a:cubicBezTo>
                    <a:pt x="270" y="401"/>
                    <a:pt x="275" y="400"/>
                    <a:pt x="280" y="400"/>
                  </a:cubicBezTo>
                  <a:lnTo>
                    <a:pt x="1564" y="400"/>
                  </a:lnTo>
                  <a:cubicBezTo>
                    <a:pt x="1815" y="386"/>
                    <a:pt x="1815" y="15"/>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1"/>
            <p:cNvSpPr/>
            <p:nvPr/>
          </p:nvSpPr>
          <p:spPr>
            <a:xfrm>
              <a:off x="7589890"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69"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1"/>
            <p:cNvSpPr/>
            <p:nvPr/>
          </p:nvSpPr>
          <p:spPr>
            <a:xfrm>
              <a:off x="7747386"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70"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1"/>
            <p:cNvSpPr/>
            <p:nvPr/>
          </p:nvSpPr>
          <p:spPr>
            <a:xfrm>
              <a:off x="7590545" y="4050761"/>
              <a:ext cx="47078" cy="10491"/>
            </a:xfrm>
            <a:custGeom>
              <a:rect b="b" l="l" r="r" t="t"/>
              <a:pathLst>
                <a:path extrusionOk="0" h="400" w="1795">
                  <a:moveTo>
                    <a:pt x="255" y="1"/>
                  </a:moveTo>
                  <a:cubicBezTo>
                    <a:pt x="0" y="15"/>
                    <a:pt x="0" y="385"/>
                    <a:pt x="255" y="400"/>
                  </a:cubicBezTo>
                  <a:lnTo>
                    <a:pt x="1540" y="400"/>
                  </a:lnTo>
                  <a:cubicBezTo>
                    <a:pt x="1795" y="385"/>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1"/>
            <p:cNvSpPr/>
            <p:nvPr/>
          </p:nvSpPr>
          <p:spPr>
            <a:xfrm>
              <a:off x="7668651"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2" y="1"/>
                  </a:cubicBezTo>
                  <a:cubicBezTo>
                    <a:pt x="1577" y="1"/>
                    <a:pt x="1571" y="1"/>
                    <a:pt x="1564" y="2"/>
                  </a:cubicBezTo>
                  <a:lnTo>
                    <a:pt x="280" y="2"/>
                  </a:lnTo>
                  <a:cubicBezTo>
                    <a:pt x="273"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1"/>
            <p:cNvSpPr/>
            <p:nvPr/>
          </p:nvSpPr>
          <p:spPr>
            <a:xfrm>
              <a:off x="7826147"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3" y="1"/>
                  </a:cubicBezTo>
                  <a:cubicBezTo>
                    <a:pt x="1577" y="1"/>
                    <a:pt x="1571" y="1"/>
                    <a:pt x="1564" y="2"/>
                  </a:cubicBezTo>
                  <a:lnTo>
                    <a:pt x="280" y="2"/>
                  </a:lnTo>
                  <a:cubicBezTo>
                    <a:pt x="274"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1"/>
            <p:cNvSpPr/>
            <p:nvPr/>
          </p:nvSpPr>
          <p:spPr>
            <a:xfrm>
              <a:off x="7668651"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1"/>
            <p:cNvSpPr/>
            <p:nvPr/>
          </p:nvSpPr>
          <p:spPr>
            <a:xfrm>
              <a:off x="7747386" y="4095689"/>
              <a:ext cx="48390" cy="10648"/>
            </a:xfrm>
            <a:custGeom>
              <a:rect b="b" l="l" r="r" t="t"/>
              <a:pathLst>
                <a:path extrusionOk="0" h="406" w="1845">
                  <a:moveTo>
                    <a:pt x="266" y="0"/>
                  </a:moveTo>
                  <a:cubicBezTo>
                    <a:pt x="1" y="0"/>
                    <a:pt x="1" y="405"/>
                    <a:pt x="266" y="405"/>
                  </a:cubicBezTo>
                  <a:cubicBezTo>
                    <a:pt x="271" y="405"/>
                    <a:pt x="275" y="405"/>
                    <a:pt x="280" y="405"/>
                  </a:cubicBezTo>
                  <a:lnTo>
                    <a:pt x="1565" y="405"/>
                  </a:lnTo>
                  <a:cubicBezTo>
                    <a:pt x="1570" y="405"/>
                    <a:pt x="1574" y="405"/>
                    <a:pt x="1579" y="405"/>
                  </a:cubicBezTo>
                  <a:cubicBezTo>
                    <a:pt x="1844" y="405"/>
                    <a:pt x="1844" y="0"/>
                    <a:pt x="1579" y="0"/>
                  </a:cubicBezTo>
                  <a:cubicBezTo>
                    <a:pt x="1574" y="0"/>
                    <a:pt x="1570" y="0"/>
                    <a:pt x="1565"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1"/>
            <p:cNvSpPr/>
            <p:nvPr/>
          </p:nvSpPr>
          <p:spPr>
            <a:xfrm>
              <a:off x="7826147"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1"/>
            <p:cNvSpPr/>
            <p:nvPr/>
          </p:nvSpPr>
          <p:spPr>
            <a:xfrm>
              <a:off x="7668389" y="3994529"/>
              <a:ext cx="48573" cy="33047"/>
            </a:xfrm>
            <a:custGeom>
              <a:rect b="b" l="l" r="r" t="t"/>
              <a:pathLst>
                <a:path extrusionOk="0" h="1260" w="1852">
                  <a:moveTo>
                    <a:pt x="1566" y="1"/>
                  </a:moveTo>
                  <a:cubicBezTo>
                    <a:pt x="1521" y="1"/>
                    <a:pt x="1473" y="17"/>
                    <a:pt x="1430" y="56"/>
                  </a:cubicBezTo>
                  <a:lnTo>
                    <a:pt x="1435" y="56"/>
                  </a:lnTo>
                  <a:lnTo>
                    <a:pt x="718" y="773"/>
                  </a:lnTo>
                  <a:lnTo>
                    <a:pt x="429" y="485"/>
                  </a:lnTo>
                  <a:cubicBezTo>
                    <a:pt x="386" y="441"/>
                    <a:pt x="337" y="423"/>
                    <a:pt x="291" y="423"/>
                  </a:cubicBezTo>
                  <a:cubicBezTo>
                    <a:pt x="136" y="423"/>
                    <a:pt x="1" y="625"/>
                    <a:pt x="145" y="773"/>
                  </a:cubicBezTo>
                  <a:lnTo>
                    <a:pt x="574" y="1201"/>
                  </a:lnTo>
                  <a:cubicBezTo>
                    <a:pt x="612" y="1240"/>
                    <a:pt x="664" y="1259"/>
                    <a:pt x="715" y="1259"/>
                  </a:cubicBezTo>
                  <a:cubicBezTo>
                    <a:pt x="767" y="1259"/>
                    <a:pt x="819" y="1240"/>
                    <a:pt x="857" y="1201"/>
                  </a:cubicBezTo>
                  <a:lnTo>
                    <a:pt x="1714" y="340"/>
                  </a:lnTo>
                  <a:cubicBezTo>
                    <a:pt x="1852" y="195"/>
                    <a:pt x="1721" y="1"/>
                    <a:pt x="1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1"/>
            <p:cNvSpPr/>
            <p:nvPr/>
          </p:nvSpPr>
          <p:spPr>
            <a:xfrm>
              <a:off x="7825622" y="3994529"/>
              <a:ext cx="48836" cy="33047"/>
            </a:xfrm>
            <a:custGeom>
              <a:rect b="b" l="l" r="r" t="t"/>
              <a:pathLst>
                <a:path extrusionOk="0" h="1260" w="1862">
                  <a:moveTo>
                    <a:pt x="1576" y="1"/>
                  </a:moveTo>
                  <a:cubicBezTo>
                    <a:pt x="1531" y="1"/>
                    <a:pt x="1484" y="17"/>
                    <a:pt x="1440" y="56"/>
                  </a:cubicBezTo>
                  <a:lnTo>
                    <a:pt x="728" y="773"/>
                  </a:lnTo>
                  <a:lnTo>
                    <a:pt x="439" y="485"/>
                  </a:lnTo>
                  <a:cubicBezTo>
                    <a:pt x="395" y="437"/>
                    <a:pt x="345" y="417"/>
                    <a:pt x="296" y="417"/>
                  </a:cubicBezTo>
                  <a:cubicBezTo>
                    <a:pt x="139" y="417"/>
                    <a:pt x="1" y="625"/>
                    <a:pt x="155" y="768"/>
                  </a:cubicBezTo>
                  <a:lnTo>
                    <a:pt x="584" y="1201"/>
                  </a:lnTo>
                  <a:cubicBezTo>
                    <a:pt x="622" y="1240"/>
                    <a:pt x="674" y="1259"/>
                    <a:pt x="726" y="1259"/>
                  </a:cubicBezTo>
                  <a:cubicBezTo>
                    <a:pt x="777" y="1259"/>
                    <a:pt x="829" y="1240"/>
                    <a:pt x="867" y="1201"/>
                  </a:cubicBezTo>
                  <a:lnTo>
                    <a:pt x="1724" y="340"/>
                  </a:lnTo>
                  <a:cubicBezTo>
                    <a:pt x="1862" y="195"/>
                    <a:pt x="1731" y="1"/>
                    <a:pt x="1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1"/>
            <p:cNvSpPr/>
            <p:nvPr/>
          </p:nvSpPr>
          <p:spPr>
            <a:xfrm>
              <a:off x="7747438" y="4039510"/>
              <a:ext cx="48285" cy="32994"/>
            </a:xfrm>
            <a:custGeom>
              <a:rect b="b" l="l" r="r" t="t"/>
              <a:pathLst>
                <a:path extrusionOk="0" h="1258" w="1841">
                  <a:moveTo>
                    <a:pt x="1559" y="1"/>
                  </a:moveTo>
                  <a:cubicBezTo>
                    <a:pt x="1514" y="1"/>
                    <a:pt x="1466" y="18"/>
                    <a:pt x="1423" y="59"/>
                  </a:cubicBezTo>
                  <a:lnTo>
                    <a:pt x="706" y="776"/>
                  </a:lnTo>
                  <a:lnTo>
                    <a:pt x="418" y="487"/>
                  </a:lnTo>
                  <a:cubicBezTo>
                    <a:pt x="375" y="447"/>
                    <a:pt x="328" y="430"/>
                    <a:pt x="283" y="430"/>
                  </a:cubicBezTo>
                  <a:cubicBezTo>
                    <a:pt x="130" y="430"/>
                    <a:pt x="0" y="626"/>
                    <a:pt x="134" y="771"/>
                  </a:cubicBezTo>
                  <a:lnTo>
                    <a:pt x="562" y="1199"/>
                  </a:lnTo>
                  <a:cubicBezTo>
                    <a:pt x="603" y="1238"/>
                    <a:pt x="655" y="1257"/>
                    <a:pt x="706" y="1257"/>
                  </a:cubicBezTo>
                  <a:cubicBezTo>
                    <a:pt x="757" y="1257"/>
                    <a:pt x="807" y="1238"/>
                    <a:pt x="846" y="1199"/>
                  </a:cubicBezTo>
                  <a:lnTo>
                    <a:pt x="1707" y="343"/>
                  </a:lnTo>
                  <a:cubicBezTo>
                    <a:pt x="1841" y="195"/>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1"/>
            <p:cNvSpPr/>
            <p:nvPr/>
          </p:nvSpPr>
          <p:spPr>
            <a:xfrm>
              <a:off x="7589942" y="4084516"/>
              <a:ext cx="48311" cy="33020"/>
            </a:xfrm>
            <a:custGeom>
              <a:rect b="b" l="l" r="r" t="t"/>
              <a:pathLst>
                <a:path extrusionOk="0" h="1259" w="1842">
                  <a:moveTo>
                    <a:pt x="1557" y="0"/>
                  </a:moveTo>
                  <a:cubicBezTo>
                    <a:pt x="1512" y="0"/>
                    <a:pt x="1466" y="17"/>
                    <a:pt x="1423" y="56"/>
                  </a:cubicBezTo>
                  <a:lnTo>
                    <a:pt x="706" y="773"/>
                  </a:lnTo>
                  <a:lnTo>
                    <a:pt x="422" y="484"/>
                  </a:lnTo>
                  <a:cubicBezTo>
                    <a:pt x="379" y="445"/>
                    <a:pt x="332" y="429"/>
                    <a:pt x="286" y="429"/>
                  </a:cubicBezTo>
                  <a:cubicBezTo>
                    <a:pt x="131" y="429"/>
                    <a:pt x="1" y="623"/>
                    <a:pt x="139" y="768"/>
                  </a:cubicBezTo>
                  <a:lnTo>
                    <a:pt x="567" y="1201"/>
                  </a:lnTo>
                  <a:cubicBezTo>
                    <a:pt x="605" y="1240"/>
                    <a:pt x="656" y="1259"/>
                    <a:pt x="707" y="1259"/>
                  </a:cubicBezTo>
                  <a:cubicBezTo>
                    <a:pt x="758" y="1259"/>
                    <a:pt x="810" y="1240"/>
                    <a:pt x="851" y="1201"/>
                  </a:cubicBezTo>
                  <a:lnTo>
                    <a:pt x="1707" y="340"/>
                  </a:lnTo>
                  <a:cubicBezTo>
                    <a:pt x="1841" y="195"/>
                    <a:pt x="1710" y="0"/>
                    <a:pt x="15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1"/>
            <p:cNvSpPr/>
            <p:nvPr/>
          </p:nvSpPr>
          <p:spPr>
            <a:xfrm>
              <a:off x="7747412" y="3949549"/>
              <a:ext cx="48311" cy="32968"/>
            </a:xfrm>
            <a:custGeom>
              <a:rect b="b" l="l" r="r" t="t"/>
              <a:pathLst>
                <a:path extrusionOk="0" h="1257" w="1842">
                  <a:moveTo>
                    <a:pt x="1559" y="1"/>
                  </a:moveTo>
                  <a:cubicBezTo>
                    <a:pt x="1514" y="1"/>
                    <a:pt x="1467" y="18"/>
                    <a:pt x="1424" y="58"/>
                  </a:cubicBezTo>
                  <a:lnTo>
                    <a:pt x="707" y="775"/>
                  </a:lnTo>
                  <a:lnTo>
                    <a:pt x="419" y="487"/>
                  </a:lnTo>
                  <a:cubicBezTo>
                    <a:pt x="376" y="447"/>
                    <a:pt x="330" y="431"/>
                    <a:pt x="285" y="431"/>
                  </a:cubicBezTo>
                  <a:cubicBezTo>
                    <a:pt x="132" y="431"/>
                    <a:pt x="1" y="625"/>
                    <a:pt x="135" y="770"/>
                  </a:cubicBezTo>
                  <a:lnTo>
                    <a:pt x="563" y="1199"/>
                  </a:lnTo>
                  <a:cubicBezTo>
                    <a:pt x="604" y="1237"/>
                    <a:pt x="656" y="1256"/>
                    <a:pt x="707" y="1256"/>
                  </a:cubicBezTo>
                  <a:cubicBezTo>
                    <a:pt x="758" y="1256"/>
                    <a:pt x="808" y="1237"/>
                    <a:pt x="847" y="1199"/>
                  </a:cubicBezTo>
                  <a:lnTo>
                    <a:pt x="1708" y="342"/>
                  </a:lnTo>
                  <a:cubicBezTo>
                    <a:pt x="1842" y="197"/>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81"/>
          <p:cNvGrpSpPr/>
          <p:nvPr/>
        </p:nvGrpSpPr>
        <p:grpSpPr>
          <a:xfrm>
            <a:off x="5310720" y="2958229"/>
            <a:ext cx="429370" cy="261672"/>
            <a:chOff x="5310720" y="2958229"/>
            <a:chExt cx="429370" cy="261672"/>
          </a:xfrm>
        </p:grpSpPr>
        <p:sp>
          <p:nvSpPr>
            <p:cNvPr id="11497" name="Google Shape;11497;p81"/>
            <p:cNvSpPr/>
            <p:nvPr/>
          </p:nvSpPr>
          <p:spPr>
            <a:xfrm>
              <a:off x="5491821" y="3152601"/>
              <a:ext cx="67169" cy="67300"/>
            </a:xfrm>
            <a:custGeom>
              <a:rect b="b" l="l" r="r" t="t"/>
              <a:pathLst>
                <a:path extrusionOk="0" h="2566" w="2561">
                  <a:moveTo>
                    <a:pt x="1281" y="0"/>
                  </a:moveTo>
                  <a:cubicBezTo>
                    <a:pt x="573" y="0"/>
                    <a:pt x="1" y="573"/>
                    <a:pt x="1" y="1280"/>
                  </a:cubicBezTo>
                  <a:cubicBezTo>
                    <a:pt x="1" y="1988"/>
                    <a:pt x="573" y="2565"/>
                    <a:pt x="1281" y="2565"/>
                  </a:cubicBezTo>
                  <a:cubicBezTo>
                    <a:pt x="1988" y="2565"/>
                    <a:pt x="2561" y="1988"/>
                    <a:pt x="2561" y="1280"/>
                  </a:cubicBezTo>
                  <a:cubicBezTo>
                    <a:pt x="2561" y="573"/>
                    <a:pt x="1988" y="0"/>
                    <a:pt x="1281" y="0"/>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1"/>
            <p:cNvSpPr/>
            <p:nvPr/>
          </p:nvSpPr>
          <p:spPr>
            <a:xfrm>
              <a:off x="5505197" y="3166108"/>
              <a:ext cx="40417" cy="40285"/>
            </a:xfrm>
            <a:custGeom>
              <a:rect b="b" l="l" r="r" t="t"/>
              <a:pathLst>
                <a:path extrusionOk="0" h="1536" w="1541">
                  <a:moveTo>
                    <a:pt x="771" y="0"/>
                  </a:moveTo>
                  <a:cubicBezTo>
                    <a:pt x="347" y="0"/>
                    <a:pt x="1" y="342"/>
                    <a:pt x="1" y="765"/>
                  </a:cubicBezTo>
                  <a:cubicBezTo>
                    <a:pt x="1" y="1194"/>
                    <a:pt x="347" y="1535"/>
                    <a:pt x="771" y="1535"/>
                  </a:cubicBezTo>
                  <a:cubicBezTo>
                    <a:pt x="1194" y="1535"/>
                    <a:pt x="1541" y="1194"/>
                    <a:pt x="1541" y="765"/>
                  </a:cubicBezTo>
                  <a:cubicBezTo>
                    <a:pt x="1541" y="342"/>
                    <a:pt x="1194" y="0"/>
                    <a:pt x="771"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1"/>
            <p:cNvSpPr/>
            <p:nvPr/>
          </p:nvSpPr>
          <p:spPr>
            <a:xfrm>
              <a:off x="5586974" y="2964444"/>
              <a:ext cx="147556" cy="147792"/>
            </a:xfrm>
            <a:custGeom>
              <a:rect b="b" l="l" r="r" t="t"/>
              <a:pathLst>
                <a:path extrusionOk="0" h="5635" w="5626">
                  <a:moveTo>
                    <a:pt x="2816" y="0"/>
                  </a:moveTo>
                  <a:cubicBezTo>
                    <a:pt x="1584" y="0"/>
                    <a:pt x="675" y="987"/>
                    <a:pt x="588" y="2194"/>
                  </a:cubicBezTo>
                  <a:cubicBezTo>
                    <a:pt x="545" y="2825"/>
                    <a:pt x="333" y="4047"/>
                    <a:pt x="63" y="4754"/>
                  </a:cubicBezTo>
                  <a:cubicBezTo>
                    <a:pt x="1" y="4908"/>
                    <a:pt x="73" y="5086"/>
                    <a:pt x="227" y="5154"/>
                  </a:cubicBezTo>
                  <a:cubicBezTo>
                    <a:pt x="747" y="5389"/>
                    <a:pt x="1295" y="5553"/>
                    <a:pt x="1863" y="5635"/>
                  </a:cubicBezTo>
                  <a:lnTo>
                    <a:pt x="3773" y="5635"/>
                  </a:lnTo>
                  <a:cubicBezTo>
                    <a:pt x="4336" y="5553"/>
                    <a:pt x="4890" y="5389"/>
                    <a:pt x="5409" y="5154"/>
                  </a:cubicBezTo>
                  <a:cubicBezTo>
                    <a:pt x="5558" y="5081"/>
                    <a:pt x="5626" y="4908"/>
                    <a:pt x="5563" y="4754"/>
                  </a:cubicBezTo>
                  <a:cubicBezTo>
                    <a:pt x="5299" y="4047"/>
                    <a:pt x="5082" y="2825"/>
                    <a:pt x="5039" y="2194"/>
                  </a:cubicBezTo>
                  <a:cubicBezTo>
                    <a:pt x="4952" y="987"/>
                    <a:pt x="4043" y="0"/>
                    <a:pt x="281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1"/>
            <p:cNvSpPr/>
            <p:nvPr/>
          </p:nvSpPr>
          <p:spPr>
            <a:xfrm>
              <a:off x="5627128" y="2964444"/>
              <a:ext cx="107533" cy="147923"/>
            </a:xfrm>
            <a:custGeom>
              <a:rect b="b" l="l" r="r" t="t"/>
              <a:pathLst>
                <a:path extrusionOk="0" h="5640" w="4100">
                  <a:moveTo>
                    <a:pt x="1275" y="0"/>
                  </a:moveTo>
                  <a:cubicBezTo>
                    <a:pt x="332" y="5"/>
                    <a:pt x="0" y="1290"/>
                    <a:pt x="813" y="1771"/>
                  </a:cubicBezTo>
                  <a:cubicBezTo>
                    <a:pt x="837" y="1785"/>
                    <a:pt x="866" y="1800"/>
                    <a:pt x="890" y="1814"/>
                  </a:cubicBezTo>
                  <a:lnTo>
                    <a:pt x="1602" y="5640"/>
                  </a:lnTo>
                  <a:lnTo>
                    <a:pt x="2242" y="5640"/>
                  </a:lnTo>
                  <a:cubicBezTo>
                    <a:pt x="2805" y="5553"/>
                    <a:pt x="3354" y="5389"/>
                    <a:pt x="3873" y="5154"/>
                  </a:cubicBezTo>
                  <a:cubicBezTo>
                    <a:pt x="4027" y="5086"/>
                    <a:pt x="4100" y="4908"/>
                    <a:pt x="4037" y="4754"/>
                  </a:cubicBezTo>
                  <a:cubicBezTo>
                    <a:pt x="3768" y="4047"/>
                    <a:pt x="3556" y="2825"/>
                    <a:pt x="3513" y="2194"/>
                  </a:cubicBezTo>
                  <a:cubicBezTo>
                    <a:pt x="3426" y="987"/>
                    <a:pt x="2512" y="0"/>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1"/>
            <p:cNvSpPr/>
            <p:nvPr/>
          </p:nvSpPr>
          <p:spPr>
            <a:xfrm>
              <a:off x="5585846" y="3076121"/>
              <a:ext cx="147818" cy="116765"/>
            </a:xfrm>
            <a:custGeom>
              <a:rect b="b" l="l" r="r" t="t"/>
              <a:pathLst>
                <a:path extrusionOk="0" h="4452" w="5636">
                  <a:moveTo>
                    <a:pt x="1882" y="1"/>
                  </a:moveTo>
                  <a:lnTo>
                    <a:pt x="1882" y="939"/>
                  </a:lnTo>
                  <a:cubicBezTo>
                    <a:pt x="1882" y="1179"/>
                    <a:pt x="1747" y="1396"/>
                    <a:pt x="1536" y="1502"/>
                  </a:cubicBezTo>
                  <a:lnTo>
                    <a:pt x="520" y="2007"/>
                  </a:lnTo>
                  <a:cubicBezTo>
                    <a:pt x="203" y="2166"/>
                    <a:pt x="1" y="2493"/>
                    <a:pt x="1" y="2849"/>
                  </a:cubicBezTo>
                  <a:lnTo>
                    <a:pt x="1" y="4394"/>
                  </a:lnTo>
                  <a:lnTo>
                    <a:pt x="1179" y="4394"/>
                  </a:lnTo>
                  <a:lnTo>
                    <a:pt x="1179" y="4451"/>
                  </a:lnTo>
                  <a:lnTo>
                    <a:pt x="5635" y="4451"/>
                  </a:lnTo>
                  <a:lnTo>
                    <a:pt x="5635" y="2844"/>
                  </a:lnTo>
                  <a:cubicBezTo>
                    <a:pt x="5635" y="2493"/>
                    <a:pt x="5438" y="2166"/>
                    <a:pt x="5120" y="2007"/>
                  </a:cubicBezTo>
                  <a:lnTo>
                    <a:pt x="4105" y="1502"/>
                  </a:lnTo>
                  <a:cubicBezTo>
                    <a:pt x="3893" y="1396"/>
                    <a:pt x="3759" y="1179"/>
                    <a:pt x="3759" y="939"/>
                  </a:cubicBezTo>
                  <a:lnTo>
                    <a:pt x="375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1"/>
            <p:cNvSpPr/>
            <p:nvPr/>
          </p:nvSpPr>
          <p:spPr>
            <a:xfrm>
              <a:off x="5634682" y="3076121"/>
              <a:ext cx="50252" cy="32968"/>
            </a:xfrm>
            <a:custGeom>
              <a:rect b="b" l="l" r="r" t="t"/>
              <a:pathLst>
                <a:path extrusionOk="0" h="1257" w="1916">
                  <a:moveTo>
                    <a:pt x="20" y="1"/>
                  </a:moveTo>
                  <a:lnTo>
                    <a:pt x="20" y="939"/>
                  </a:lnTo>
                  <a:cubicBezTo>
                    <a:pt x="15" y="982"/>
                    <a:pt x="10" y="1021"/>
                    <a:pt x="1" y="1059"/>
                  </a:cubicBezTo>
                  <a:cubicBezTo>
                    <a:pt x="304" y="1189"/>
                    <a:pt x="631" y="1252"/>
                    <a:pt x="958" y="1256"/>
                  </a:cubicBezTo>
                  <a:cubicBezTo>
                    <a:pt x="1285" y="1252"/>
                    <a:pt x="1613" y="1189"/>
                    <a:pt x="1916" y="1059"/>
                  </a:cubicBezTo>
                  <a:cubicBezTo>
                    <a:pt x="1906" y="1021"/>
                    <a:pt x="1901" y="982"/>
                    <a:pt x="1897" y="939"/>
                  </a:cubicBezTo>
                  <a:lnTo>
                    <a:pt x="189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1"/>
            <p:cNvSpPr/>
            <p:nvPr/>
          </p:nvSpPr>
          <p:spPr>
            <a:xfrm>
              <a:off x="5585846" y="3119292"/>
              <a:ext cx="147818" cy="73594"/>
            </a:xfrm>
            <a:custGeom>
              <a:rect b="b" l="l" r="r" t="t"/>
              <a:pathLst>
                <a:path extrusionOk="0" h="2806" w="5636">
                  <a:moveTo>
                    <a:pt x="1242" y="0"/>
                  </a:moveTo>
                  <a:lnTo>
                    <a:pt x="520" y="361"/>
                  </a:lnTo>
                  <a:cubicBezTo>
                    <a:pt x="203" y="520"/>
                    <a:pt x="1" y="847"/>
                    <a:pt x="1" y="1203"/>
                  </a:cubicBezTo>
                  <a:lnTo>
                    <a:pt x="1" y="2748"/>
                  </a:lnTo>
                  <a:lnTo>
                    <a:pt x="1179" y="2748"/>
                  </a:lnTo>
                  <a:lnTo>
                    <a:pt x="1179" y="2805"/>
                  </a:lnTo>
                  <a:lnTo>
                    <a:pt x="5635" y="2805"/>
                  </a:lnTo>
                  <a:lnTo>
                    <a:pt x="5635" y="1198"/>
                  </a:lnTo>
                  <a:cubicBezTo>
                    <a:pt x="5635" y="847"/>
                    <a:pt x="5438" y="520"/>
                    <a:pt x="5120" y="361"/>
                  </a:cubicBezTo>
                  <a:lnTo>
                    <a:pt x="4399" y="0"/>
                  </a:lnTo>
                  <a:cubicBezTo>
                    <a:pt x="4028" y="573"/>
                    <a:pt x="3424" y="859"/>
                    <a:pt x="2820" y="859"/>
                  </a:cubicBezTo>
                  <a:cubicBezTo>
                    <a:pt x="2216" y="859"/>
                    <a:pt x="1613" y="573"/>
                    <a:pt x="124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1"/>
            <p:cNvSpPr/>
            <p:nvPr/>
          </p:nvSpPr>
          <p:spPr>
            <a:xfrm>
              <a:off x="5610448" y="3011811"/>
              <a:ext cx="98720" cy="80754"/>
            </a:xfrm>
            <a:custGeom>
              <a:rect b="b" l="l" r="r" t="t"/>
              <a:pathLst>
                <a:path extrusionOk="0" h="3079" w="3764">
                  <a:moveTo>
                    <a:pt x="1450" y="0"/>
                  </a:moveTo>
                  <a:cubicBezTo>
                    <a:pt x="1330" y="0"/>
                    <a:pt x="1218" y="69"/>
                    <a:pt x="1170" y="181"/>
                  </a:cubicBezTo>
                  <a:cubicBezTo>
                    <a:pt x="1064" y="393"/>
                    <a:pt x="920" y="586"/>
                    <a:pt x="742" y="744"/>
                  </a:cubicBezTo>
                  <a:cubicBezTo>
                    <a:pt x="573" y="894"/>
                    <a:pt x="386" y="1019"/>
                    <a:pt x="184" y="1120"/>
                  </a:cubicBezTo>
                  <a:cubicBezTo>
                    <a:pt x="63" y="1177"/>
                    <a:pt x="1" y="1312"/>
                    <a:pt x="20" y="1442"/>
                  </a:cubicBezTo>
                  <a:cubicBezTo>
                    <a:pt x="140" y="2380"/>
                    <a:pt x="939" y="3078"/>
                    <a:pt x="1882" y="3078"/>
                  </a:cubicBezTo>
                  <a:cubicBezTo>
                    <a:pt x="2864" y="3078"/>
                    <a:pt x="3677" y="2327"/>
                    <a:pt x="3754" y="1351"/>
                  </a:cubicBezTo>
                  <a:cubicBezTo>
                    <a:pt x="3764" y="1254"/>
                    <a:pt x="3720" y="1158"/>
                    <a:pt x="3648" y="1096"/>
                  </a:cubicBezTo>
                  <a:cubicBezTo>
                    <a:pt x="3027" y="581"/>
                    <a:pt x="2301" y="206"/>
                    <a:pt x="1521" y="8"/>
                  </a:cubicBezTo>
                  <a:cubicBezTo>
                    <a:pt x="1498" y="3"/>
                    <a:pt x="1474" y="0"/>
                    <a:pt x="145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1"/>
            <p:cNvSpPr/>
            <p:nvPr/>
          </p:nvSpPr>
          <p:spPr>
            <a:xfrm>
              <a:off x="5610448" y="3011811"/>
              <a:ext cx="98720" cy="80125"/>
            </a:xfrm>
            <a:custGeom>
              <a:rect b="b" l="l" r="r" t="t"/>
              <a:pathLst>
                <a:path extrusionOk="0" h="3055" w="3764">
                  <a:moveTo>
                    <a:pt x="1450" y="0"/>
                  </a:moveTo>
                  <a:cubicBezTo>
                    <a:pt x="1332" y="0"/>
                    <a:pt x="1222" y="69"/>
                    <a:pt x="1170" y="181"/>
                  </a:cubicBezTo>
                  <a:cubicBezTo>
                    <a:pt x="1093" y="331"/>
                    <a:pt x="997" y="475"/>
                    <a:pt x="881" y="600"/>
                  </a:cubicBezTo>
                  <a:cubicBezTo>
                    <a:pt x="838" y="648"/>
                    <a:pt x="790" y="696"/>
                    <a:pt x="742" y="744"/>
                  </a:cubicBezTo>
                  <a:cubicBezTo>
                    <a:pt x="573" y="889"/>
                    <a:pt x="386" y="1019"/>
                    <a:pt x="189" y="1120"/>
                  </a:cubicBezTo>
                  <a:cubicBezTo>
                    <a:pt x="68" y="1177"/>
                    <a:pt x="1" y="1307"/>
                    <a:pt x="20" y="1442"/>
                  </a:cubicBezTo>
                  <a:cubicBezTo>
                    <a:pt x="126" y="2270"/>
                    <a:pt x="771" y="2929"/>
                    <a:pt x="1598" y="3054"/>
                  </a:cubicBezTo>
                  <a:cubicBezTo>
                    <a:pt x="1223" y="2799"/>
                    <a:pt x="944" y="2453"/>
                    <a:pt x="944" y="1827"/>
                  </a:cubicBezTo>
                  <a:lnTo>
                    <a:pt x="944" y="1380"/>
                  </a:lnTo>
                  <a:cubicBezTo>
                    <a:pt x="1011" y="1327"/>
                    <a:pt x="1084" y="1274"/>
                    <a:pt x="1156" y="1211"/>
                  </a:cubicBezTo>
                  <a:cubicBezTo>
                    <a:pt x="1329" y="1057"/>
                    <a:pt x="1483" y="879"/>
                    <a:pt x="1608" y="682"/>
                  </a:cubicBezTo>
                  <a:cubicBezTo>
                    <a:pt x="3162" y="1009"/>
                    <a:pt x="3667" y="1769"/>
                    <a:pt x="3667" y="1769"/>
                  </a:cubicBezTo>
                  <a:cubicBezTo>
                    <a:pt x="3711" y="1635"/>
                    <a:pt x="3744" y="1495"/>
                    <a:pt x="3754" y="1351"/>
                  </a:cubicBezTo>
                  <a:cubicBezTo>
                    <a:pt x="3764" y="1254"/>
                    <a:pt x="3720" y="1158"/>
                    <a:pt x="3648" y="1096"/>
                  </a:cubicBezTo>
                  <a:cubicBezTo>
                    <a:pt x="3027" y="581"/>
                    <a:pt x="2301" y="210"/>
                    <a:pt x="1521" y="8"/>
                  </a:cubicBezTo>
                  <a:cubicBezTo>
                    <a:pt x="1498" y="3"/>
                    <a:pt x="1474" y="0"/>
                    <a:pt x="145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1"/>
            <p:cNvSpPr/>
            <p:nvPr/>
          </p:nvSpPr>
          <p:spPr>
            <a:xfrm>
              <a:off x="5706886" y="3136077"/>
              <a:ext cx="26883" cy="56809"/>
            </a:xfrm>
            <a:custGeom>
              <a:rect b="b" l="l" r="r" t="t"/>
              <a:pathLst>
                <a:path extrusionOk="0" h="2166" w="1025">
                  <a:moveTo>
                    <a:pt x="832" y="0"/>
                  </a:moveTo>
                  <a:lnTo>
                    <a:pt x="149" y="693"/>
                  </a:lnTo>
                  <a:cubicBezTo>
                    <a:pt x="53" y="789"/>
                    <a:pt x="0" y="919"/>
                    <a:pt x="0" y="1054"/>
                  </a:cubicBezTo>
                  <a:lnTo>
                    <a:pt x="0" y="2165"/>
                  </a:lnTo>
                  <a:lnTo>
                    <a:pt x="1025" y="2165"/>
                  </a:lnTo>
                  <a:lnTo>
                    <a:pt x="1025" y="563"/>
                  </a:lnTo>
                  <a:cubicBezTo>
                    <a:pt x="1025" y="361"/>
                    <a:pt x="958" y="164"/>
                    <a:pt x="83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1"/>
            <p:cNvSpPr/>
            <p:nvPr/>
          </p:nvSpPr>
          <p:spPr>
            <a:xfrm>
              <a:off x="5585846" y="3136077"/>
              <a:ext cx="26909" cy="55288"/>
            </a:xfrm>
            <a:custGeom>
              <a:rect b="b" l="l" r="r" t="t"/>
              <a:pathLst>
                <a:path extrusionOk="0" h="2108" w="1026">
                  <a:moveTo>
                    <a:pt x="193" y="0"/>
                  </a:moveTo>
                  <a:cubicBezTo>
                    <a:pt x="68" y="164"/>
                    <a:pt x="1" y="361"/>
                    <a:pt x="1" y="563"/>
                  </a:cubicBezTo>
                  <a:lnTo>
                    <a:pt x="1" y="2108"/>
                  </a:lnTo>
                  <a:lnTo>
                    <a:pt x="1025" y="2108"/>
                  </a:lnTo>
                  <a:lnTo>
                    <a:pt x="1025" y="1059"/>
                  </a:lnTo>
                  <a:cubicBezTo>
                    <a:pt x="1025" y="924"/>
                    <a:pt x="973" y="794"/>
                    <a:pt x="876" y="698"/>
                  </a:cubicBezTo>
                  <a:lnTo>
                    <a:pt x="19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1"/>
            <p:cNvSpPr/>
            <p:nvPr/>
          </p:nvSpPr>
          <p:spPr>
            <a:xfrm>
              <a:off x="5344685" y="2978686"/>
              <a:ext cx="38004" cy="83194"/>
            </a:xfrm>
            <a:custGeom>
              <a:rect b="b" l="l" r="r" t="t"/>
              <a:pathLst>
                <a:path extrusionOk="0" h="3172" w="1449">
                  <a:moveTo>
                    <a:pt x="871" y="1"/>
                  </a:moveTo>
                  <a:cubicBezTo>
                    <a:pt x="390" y="1"/>
                    <a:pt x="0" y="386"/>
                    <a:pt x="5" y="867"/>
                  </a:cubicBezTo>
                  <a:lnTo>
                    <a:pt x="5" y="1069"/>
                  </a:lnTo>
                  <a:cubicBezTo>
                    <a:pt x="5" y="1319"/>
                    <a:pt x="44" y="1565"/>
                    <a:pt x="125" y="1801"/>
                  </a:cubicBezTo>
                  <a:lnTo>
                    <a:pt x="583" y="3172"/>
                  </a:lnTo>
                  <a:lnTo>
                    <a:pt x="1449" y="3172"/>
                  </a:lnTo>
                  <a:lnTo>
                    <a:pt x="1449"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1"/>
            <p:cNvSpPr/>
            <p:nvPr/>
          </p:nvSpPr>
          <p:spPr>
            <a:xfrm>
              <a:off x="5359818" y="2971264"/>
              <a:ext cx="90773" cy="90747"/>
            </a:xfrm>
            <a:custGeom>
              <a:rect b="b" l="l" r="r" t="t"/>
              <a:pathLst>
                <a:path extrusionOk="0" h="3460" w="3461">
                  <a:moveTo>
                    <a:pt x="867" y="0"/>
                  </a:moveTo>
                  <a:cubicBezTo>
                    <a:pt x="391" y="0"/>
                    <a:pt x="1" y="385"/>
                    <a:pt x="1" y="861"/>
                  </a:cubicBezTo>
                  <a:cubicBezTo>
                    <a:pt x="1" y="1179"/>
                    <a:pt x="261" y="1439"/>
                    <a:pt x="578" y="1439"/>
                  </a:cubicBezTo>
                  <a:lnTo>
                    <a:pt x="2888" y="3460"/>
                  </a:lnTo>
                  <a:lnTo>
                    <a:pt x="3374" y="1747"/>
                  </a:lnTo>
                  <a:cubicBezTo>
                    <a:pt x="3432" y="1540"/>
                    <a:pt x="3460" y="1328"/>
                    <a:pt x="3460" y="1112"/>
                  </a:cubicBezTo>
                  <a:lnTo>
                    <a:pt x="346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1"/>
            <p:cNvSpPr/>
            <p:nvPr/>
          </p:nvSpPr>
          <p:spPr>
            <a:xfrm>
              <a:off x="5373456" y="3085458"/>
              <a:ext cx="48495" cy="42436"/>
            </a:xfrm>
            <a:custGeom>
              <a:rect b="b" l="l" r="r" t="t"/>
              <a:pathLst>
                <a:path extrusionOk="0" h="1618" w="1849">
                  <a:moveTo>
                    <a:pt x="0" y="1"/>
                  </a:moveTo>
                  <a:lnTo>
                    <a:pt x="0" y="1617"/>
                  </a:lnTo>
                  <a:lnTo>
                    <a:pt x="1848" y="1617"/>
                  </a:lnTo>
                  <a:lnTo>
                    <a:pt x="184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1"/>
            <p:cNvSpPr/>
            <p:nvPr/>
          </p:nvSpPr>
          <p:spPr>
            <a:xfrm>
              <a:off x="5373456" y="3085458"/>
              <a:ext cx="48495" cy="26228"/>
            </a:xfrm>
            <a:custGeom>
              <a:rect b="b" l="l" r="r" t="t"/>
              <a:pathLst>
                <a:path extrusionOk="0" h="1000" w="1849">
                  <a:moveTo>
                    <a:pt x="0" y="1"/>
                  </a:moveTo>
                  <a:lnTo>
                    <a:pt x="0" y="819"/>
                  </a:lnTo>
                  <a:cubicBezTo>
                    <a:pt x="296" y="939"/>
                    <a:pt x="610" y="999"/>
                    <a:pt x="924" y="999"/>
                  </a:cubicBezTo>
                  <a:cubicBezTo>
                    <a:pt x="1238" y="999"/>
                    <a:pt x="1552" y="939"/>
                    <a:pt x="1848" y="819"/>
                  </a:cubicBezTo>
                  <a:lnTo>
                    <a:pt x="184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1"/>
            <p:cNvSpPr/>
            <p:nvPr/>
          </p:nvSpPr>
          <p:spPr>
            <a:xfrm>
              <a:off x="5317041" y="3111712"/>
              <a:ext cx="161299" cy="81174"/>
            </a:xfrm>
            <a:custGeom>
              <a:rect b="b" l="l" r="r" t="t"/>
              <a:pathLst>
                <a:path extrusionOk="0" h="3095" w="6150">
                  <a:moveTo>
                    <a:pt x="2151" y="0"/>
                  </a:moveTo>
                  <a:lnTo>
                    <a:pt x="669" y="424"/>
                  </a:lnTo>
                  <a:cubicBezTo>
                    <a:pt x="270" y="535"/>
                    <a:pt x="1" y="900"/>
                    <a:pt x="1" y="1309"/>
                  </a:cubicBezTo>
                  <a:lnTo>
                    <a:pt x="1" y="3094"/>
                  </a:lnTo>
                  <a:lnTo>
                    <a:pt x="4639" y="3094"/>
                  </a:lnTo>
                  <a:lnTo>
                    <a:pt x="4634" y="3032"/>
                  </a:lnTo>
                  <a:lnTo>
                    <a:pt x="6150" y="3032"/>
                  </a:lnTo>
                  <a:lnTo>
                    <a:pt x="6150" y="1309"/>
                  </a:lnTo>
                  <a:cubicBezTo>
                    <a:pt x="6150" y="895"/>
                    <a:pt x="5876" y="535"/>
                    <a:pt x="5481" y="424"/>
                  </a:cubicBezTo>
                  <a:lnTo>
                    <a:pt x="3999" y="0"/>
                  </a:lnTo>
                  <a:lnTo>
                    <a:pt x="3075" y="616"/>
                  </a:lnTo>
                  <a:lnTo>
                    <a:pt x="2151"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1"/>
            <p:cNvSpPr/>
            <p:nvPr/>
          </p:nvSpPr>
          <p:spPr>
            <a:xfrm>
              <a:off x="5352264" y="3008979"/>
              <a:ext cx="90878" cy="83194"/>
            </a:xfrm>
            <a:custGeom>
              <a:rect b="b" l="l" r="r" t="t"/>
              <a:pathLst>
                <a:path extrusionOk="0" h="3172" w="3465">
                  <a:moveTo>
                    <a:pt x="1099" y="0"/>
                  </a:moveTo>
                  <a:cubicBezTo>
                    <a:pt x="947" y="0"/>
                    <a:pt x="800" y="63"/>
                    <a:pt x="693" y="174"/>
                  </a:cubicBezTo>
                  <a:lnTo>
                    <a:pt x="173" y="694"/>
                  </a:lnTo>
                  <a:cubicBezTo>
                    <a:pt x="63" y="804"/>
                    <a:pt x="0" y="949"/>
                    <a:pt x="0" y="1103"/>
                  </a:cubicBezTo>
                  <a:lnTo>
                    <a:pt x="0" y="1439"/>
                  </a:lnTo>
                  <a:cubicBezTo>
                    <a:pt x="0" y="2397"/>
                    <a:pt x="775" y="3172"/>
                    <a:pt x="1732" y="3172"/>
                  </a:cubicBezTo>
                  <a:cubicBezTo>
                    <a:pt x="2690" y="3172"/>
                    <a:pt x="3465" y="2397"/>
                    <a:pt x="3465" y="1439"/>
                  </a:cubicBezTo>
                  <a:lnTo>
                    <a:pt x="3465" y="1074"/>
                  </a:lnTo>
                  <a:cubicBezTo>
                    <a:pt x="3465" y="920"/>
                    <a:pt x="3407" y="771"/>
                    <a:pt x="3296" y="665"/>
                  </a:cubicBezTo>
                  <a:cubicBezTo>
                    <a:pt x="2853" y="227"/>
                    <a:pt x="2035" y="30"/>
                    <a:pt x="1116" y="1"/>
                  </a:cubicBezTo>
                  <a:cubicBezTo>
                    <a:pt x="1111" y="1"/>
                    <a:pt x="1105" y="0"/>
                    <a:pt x="10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1"/>
            <p:cNvSpPr/>
            <p:nvPr/>
          </p:nvSpPr>
          <p:spPr>
            <a:xfrm>
              <a:off x="5352264" y="3008979"/>
              <a:ext cx="90616" cy="81436"/>
            </a:xfrm>
            <a:custGeom>
              <a:rect b="b" l="l" r="r" t="t"/>
              <a:pathLst>
                <a:path extrusionOk="0" h="3105" w="3455">
                  <a:moveTo>
                    <a:pt x="1112" y="1"/>
                  </a:moveTo>
                  <a:cubicBezTo>
                    <a:pt x="953" y="1"/>
                    <a:pt x="804" y="58"/>
                    <a:pt x="693" y="174"/>
                  </a:cubicBezTo>
                  <a:lnTo>
                    <a:pt x="0" y="867"/>
                  </a:lnTo>
                  <a:lnTo>
                    <a:pt x="0" y="1439"/>
                  </a:lnTo>
                  <a:cubicBezTo>
                    <a:pt x="0" y="2214"/>
                    <a:pt x="510" y="2888"/>
                    <a:pt x="1251" y="3104"/>
                  </a:cubicBezTo>
                  <a:cubicBezTo>
                    <a:pt x="1001" y="2796"/>
                    <a:pt x="866" y="2416"/>
                    <a:pt x="866" y="2022"/>
                  </a:cubicBezTo>
                  <a:lnTo>
                    <a:pt x="866" y="1377"/>
                  </a:lnTo>
                  <a:cubicBezTo>
                    <a:pt x="866" y="1045"/>
                    <a:pt x="1145" y="799"/>
                    <a:pt x="1477" y="799"/>
                  </a:cubicBezTo>
                  <a:cubicBezTo>
                    <a:pt x="1987" y="799"/>
                    <a:pt x="3012" y="862"/>
                    <a:pt x="3455" y="1189"/>
                  </a:cubicBezTo>
                  <a:cubicBezTo>
                    <a:pt x="3436" y="1069"/>
                    <a:pt x="3383" y="751"/>
                    <a:pt x="3296" y="665"/>
                  </a:cubicBezTo>
                  <a:cubicBezTo>
                    <a:pt x="2849" y="227"/>
                    <a:pt x="2031" y="30"/>
                    <a:pt x="11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1"/>
            <p:cNvSpPr/>
            <p:nvPr/>
          </p:nvSpPr>
          <p:spPr>
            <a:xfrm>
              <a:off x="5317041" y="3132274"/>
              <a:ext cx="32339" cy="60612"/>
            </a:xfrm>
            <a:custGeom>
              <a:rect b="b" l="l" r="r" t="t"/>
              <a:pathLst>
                <a:path extrusionOk="0" h="2311" w="1233">
                  <a:moveTo>
                    <a:pt x="169" y="1"/>
                  </a:moveTo>
                  <a:cubicBezTo>
                    <a:pt x="58" y="155"/>
                    <a:pt x="1" y="338"/>
                    <a:pt x="1" y="525"/>
                  </a:cubicBezTo>
                  <a:lnTo>
                    <a:pt x="1" y="2310"/>
                  </a:lnTo>
                  <a:lnTo>
                    <a:pt x="1232" y="2310"/>
                  </a:lnTo>
                  <a:lnTo>
                    <a:pt x="1232" y="1444"/>
                  </a:lnTo>
                  <a:cubicBezTo>
                    <a:pt x="1232" y="1199"/>
                    <a:pt x="1131" y="963"/>
                    <a:pt x="958" y="790"/>
                  </a:cubicBezTo>
                  <a:lnTo>
                    <a:pt x="16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1"/>
            <p:cNvSpPr/>
            <p:nvPr/>
          </p:nvSpPr>
          <p:spPr>
            <a:xfrm>
              <a:off x="5446028" y="3132274"/>
              <a:ext cx="32312" cy="59091"/>
            </a:xfrm>
            <a:custGeom>
              <a:rect b="b" l="l" r="r" t="t"/>
              <a:pathLst>
                <a:path extrusionOk="0" h="2253" w="1232">
                  <a:moveTo>
                    <a:pt x="1064" y="1"/>
                  </a:moveTo>
                  <a:lnTo>
                    <a:pt x="274" y="790"/>
                  </a:lnTo>
                  <a:cubicBezTo>
                    <a:pt x="101" y="963"/>
                    <a:pt x="0" y="1199"/>
                    <a:pt x="0" y="1444"/>
                  </a:cubicBezTo>
                  <a:lnTo>
                    <a:pt x="0" y="2253"/>
                  </a:lnTo>
                  <a:lnTo>
                    <a:pt x="1232" y="2253"/>
                  </a:lnTo>
                  <a:lnTo>
                    <a:pt x="1232" y="525"/>
                  </a:lnTo>
                  <a:cubicBezTo>
                    <a:pt x="1232" y="338"/>
                    <a:pt x="1174" y="155"/>
                    <a:pt x="1064"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1"/>
            <p:cNvSpPr/>
            <p:nvPr/>
          </p:nvSpPr>
          <p:spPr>
            <a:xfrm>
              <a:off x="5364486" y="3003418"/>
              <a:ext cx="68742" cy="21271"/>
            </a:xfrm>
            <a:custGeom>
              <a:rect b="b" l="l" r="r" t="t"/>
              <a:pathLst>
                <a:path extrusionOk="0" h="811" w="2621">
                  <a:moveTo>
                    <a:pt x="946" y="1"/>
                  </a:moveTo>
                  <a:cubicBezTo>
                    <a:pt x="718" y="1"/>
                    <a:pt x="466" y="23"/>
                    <a:pt x="193" y="78"/>
                  </a:cubicBezTo>
                  <a:cubicBezTo>
                    <a:pt x="83" y="102"/>
                    <a:pt x="1" y="198"/>
                    <a:pt x="1" y="314"/>
                  </a:cubicBezTo>
                  <a:lnTo>
                    <a:pt x="1" y="569"/>
                  </a:lnTo>
                  <a:cubicBezTo>
                    <a:pt x="1" y="730"/>
                    <a:pt x="121" y="811"/>
                    <a:pt x="241" y="811"/>
                  </a:cubicBezTo>
                  <a:cubicBezTo>
                    <a:pt x="362" y="811"/>
                    <a:pt x="482" y="730"/>
                    <a:pt x="482" y="569"/>
                  </a:cubicBezTo>
                  <a:lnTo>
                    <a:pt x="482" y="516"/>
                  </a:lnTo>
                  <a:cubicBezTo>
                    <a:pt x="633" y="492"/>
                    <a:pt x="786" y="480"/>
                    <a:pt x="939" y="480"/>
                  </a:cubicBezTo>
                  <a:cubicBezTo>
                    <a:pt x="1181" y="480"/>
                    <a:pt x="1425" y="510"/>
                    <a:pt x="1661" y="569"/>
                  </a:cubicBezTo>
                  <a:cubicBezTo>
                    <a:pt x="1834" y="612"/>
                    <a:pt x="2002" y="679"/>
                    <a:pt x="2161" y="771"/>
                  </a:cubicBezTo>
                  <a:cubicBezTo>
                    <a:pt x="2201" y="793"/>
                    <a:pt x="2241" y="803"/>
                    <a:pt x="2279" y="803"/>
                  </a:cubicBezTo>
                  <a:cubicBezTo>
                    <a:pt x="2480" y="803"/>
                    <a:pt x="2620" y="526"/>
                    <a:pt x="2426" y="372"/>
                  </a:cubicBezTo>
                  <a:cubicBezTo>
                    <a:pt x="2395" y="352"/>
                    <a:pt x="1857" y="1"/>
                    <a:pt x="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1"/>
            <p:cNvSpPr/>
            <p:nvPr/>
          </p:nvSpPr>
          <p:spPr>
            <a:xfrm>
              <a:off x="5344291" y="3153230"/>
              <a:ext cx="12668" cy="46239"/>
            </a:xfrm>
            <a:custGeom>
              <a:rect b="b" l="l" r="r" t="t"/>
              <a:pathLst>
                <a:path extrusionOk="0" h="1763" w="483">
                  <a:moveTo>
                    <a:pt x="241" y="1"/>
                  </a:moveTo>
                  <a:cubicBezTo>
                    <a:pt x="112" y="1"/>
                    <a:pt x="1" y="106"/>
                    <a:pt x="1" y="241"/>
                  </a:cubicBezTo>
                  <a:lnTo>
                    <a:pt x="1" y="1521"/>
                  </a:lnTo>
                  <a:cubicBezTo>
                    <a:pt x="1" y="1682"/>
                    <a:pt x="121" y="1763"/>
                    <a:pt x="241" y="1763"/>
                  </a:cubicBezTo>
                  <a:cubicBezTo>
                    <a:pt x="362" y="1763"/>
                    <a:pt x="482" y="1682"/>
                    <a:pt x="482" y="1521"/>
                  </a:cubicBezTo>
                  <a:lnTo>
                    <a:pt x="482" y="241"/>
                  </a:lnTo>
                  <a:cubicBezTo>
                    <a:pt x="482" y="106"/>
                    <a:pt x="376"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1"/>
            <p:cNvSpPr/>
            <p:nvPr/>
          </p:nvSpPr>
          <p:spPr>
            <a:xfrm>
              <a:off x="5310720" y="2964943"/>
              <a:ext cx="173941" cy="234526"/>
            </a:xfrm>
            <a:custGeom>
              <a:rect b="b" l="l" r="r" t="t"/>
              <a:pathLst>
                <a:path extrusionOk="0" h="8942" w="6632">
                  <a:moveTo>
                    <a:pt x="5125" y="482"/>
                  </a:moveTo>
                  <a:lnTo>
                    <a:pt x="5125" y="1675"/>
                  </a:lnTo>
                  <a:cubicBezTo>
                    <a:pt x="5125" y="1877"/>
                    <a:pt x="5082" y="2074"/>
                    <a:pt x="4991" y="2257"/>
                  </a:cubicBezTo>
                  <a:lnTo>
                    <a:pt x="4899" y="2445"/>
                  </a:lnTo>
                  <a:cubicBezTo>
                    <a:pt x="4880" y="2474"/>
                    <a:pt x="4870" y="2512"/>
                    <a:pt x="4870" y="2551"/>
                  </a:cubicBezTo>
                  <a:lnTo>
                    <a:pt x="4870" y="3061"/>
                  </a:lnTo>
                  <a:cubicBezTo>
                    <a:pt x="4870" y="3924"/>
                    <a:pt x="4173" y="4616"/>
                    <a:pt x="3320" y="4616"/>
                  </a:cubicBezTo>
                  <a:cubicBezTo>
                    <a:pt x="3303" y="4616"/>
                    <a:pt x="3286" y="4615"/>
                    <a:pt x="3268" y="4615"/>
                  </a:cubicBezTo>
                  <a:cubicBezTo>
                    <a:pt x="2436" y="4591"/>
                    <a:pt x="1762" y="3859"/>
                    <a:pt x="1762" y="2989"/>
                  </a:cubicBezTo>
                  <a:lnTo>
                    <a:pt x="1762" y="2551"/>
                  </a:lnTo>
                  <a:cubicBezTo>
                    <a:pt x="1762" y="2512"/>
                    <a:pt x="1752" y="2474"/>
                    <a:pt x="1738" y="2445"/>
                  </a:cubicBezTo>
                  <a:lnTo>
                    <a:pt x="1642" y="2257"/>
                  </a:lnTo>
                  <a:cubicBezTo>
                    <a:pt x="1550" y="2074"/>
                    <a:pt x="1507" y="1877"/>
                    <a:pt x="1507" y="1675"/>
                  </a:cubicBezTo>
                  <a:cubicBezTo>
                    <a:pt x="1507" y="1016"/>
                    <a:pt x="2036" y="482"/>
                    <a:pt x="2696" y="482"/>
                  </a:cubicBezTo>
                  <a:close/>
                  <a:moveTo>
                    <a:pt x="2522" y="4928"/>
                  </a:moveTo>
                  <a:cubicBezTo>
                    <a:pt x="2753" y="5029"/>
                    <a:pt x="3004" y="5086"/>
                    <a:pt x="3254" y="5096"/>
                  </a:cubicBezTo>
                  <a:lnTo>
                    <a:pt x="3254" y="5091"/>
                  </a:lnTo>
                  <a:lnTo>
                    <a:pt x="3311" y="5091"/>
                  </a:lnTo>
                  <a:cubicBezTo>
                    <a:pt x="3581" y="5091"/>
                    <a:pt x="3846" y="5038"/>
                    <a:pt x="4096" y="4937"/>
                  </a:cubicBezTo>
                  <a:lnTo>
                    <a:pt x="4096" y="5264"/>
                  </a:lnTo>
                  <a:cubicBezTo>
                    <a:pt x="4096" y="5337"/>
                    <a:pt x="4105" y="5409"/>
                    <a:pt x="4125" y="5476"/>
                  </a:cubicBezTo>
                  <a:lnTo>
                    <a:pt x="3311" y="6092"/>
                  </a:lnTo>
                  <a:lnTo>
                    <a:pt x="2493" y="5476"/>
                  </a:lnTo>
                  <a:cubicBezTo>
                    <a:pt x="2513" y="5409"/>
                    <a:pt x="2522" y="5337"/>
                    <a:pt x="2522" y="5264"/>
                  </a:cubicBezTo>
                  <a:lnTo>
                    <a:pt x="2522" y="4928"/>
                  </a:lnTo>
                  <a:close/>
                  <a:moveTo>
                    <a:pt x="2696" y="0"/>
                  </a:moveTo>
                  <a:cubicBezTo>
                    <a:pt x="1777" y="5"/>
                    <a:pt x="1026" y="751"/>
                    <a:pt x="1026" y="1675"/>
                  </a:cubicBezTo>
                  <a:cubicBezTo>
                    <a:pt x="1026" y="1949"/>
                    <a:pt x="1093" y="2219"/>
                    <a:pt x="1214" y="2469"/>
                  </a:cubicBezTo>
                  <a:lnTo>
                    <a:pt x="1281" y="2604"/>
                  </a:lnTo>
                  <a:lnTo>
                    <a:pt x="1281" y="2984"/>
                  </a:lnTo>
                  <a:cubicBezTo>
                    <a:pt x="1281" y="3619"/>
                    <a:pt x="1565" y="4225"/>
                    <a:pt x="2051" y="4629"/>
                  </a:cubicBezTo>
                  <a:lnTo>
                    <a:pt x="2051" y="5269"/>
                  </a:lnTo>
                  <a:cubicBezTo>
                    <a:pt x="2051" y="5380"/>
                    <a:pt x="1983" y="5486"/>
                    <a:pt x="1873" y="5524"/>
                  </a:cubicBezTo>
                  <a:lnTo>
                    <a:pt x="655" y="5981"/>
                  </a:lnTo>
                  <a:cubicBezTo>
                    <a:pt x="266" y="6131"/>
                    <a:pt x="6" y="6506"/>
                    <a:pt x="1" y="6925"/>
                  </a:cubicBezTo>
                  <a:lnTo>
                    <a:pt x="1" y="8700"/>
                  </a:lnTo>
                  <a:cubicBezTo>
                    <a:pt x="1" y="8861"/>
                    <a:pt x="121" y="8942"/>
                    <a:pt x="242" y="8942"/>
                  </a:cubicBezTo>
                  <a:cubicBezTo>
                    <a:pt x="362" y="8942"/>
                    <a:pt x="482" y="8861"/>
                    <a:pt x="482" y="8700"/>
                  </a:cubicBezTo>
                  <a:lnTo>
                    <a:pt x="482" y="6925"/>
                  </a:lnTo>
                  <a:cubicBezTo>
                    <a:pt x="482" y="6703"/>
                    <a:pt x="622" y="6506"/>
                    <a:pt x="829" y="6429"/>
                  </a:cubicBezTo>
                  <a:lnTo>
                    <a:pt x="2046" y="5972"/>
                  </a:lnTo>
                  <a:cubicBezTo>
                    <a:pt x="2109" y="5948"/>
                    <a:pt x="2171" y="5914"/>
                    <a:pt x="2224" y="5876"/>
                  </a:cubicBezTo>
                  <a:lnTo>
                    <a:pt x="3076" y="6511"/>
                  </a:lnTo>
                  <a:lnTo>
                    <a:pt x="3076" y="8700"/>
                  </a:lnTo>
                  <a:cubicBezTo>
                    <a:pt x="3076" y="8859"/>
                    <a:pt x="3196" y="8938"/>
                    <a:pt x="3316" y="8938"/>
                  </a:cubicBezTo>
                  <a:cubicBezTo>
                    <a:pt x="3437" y="8938"/>
                    <a:pt x="3557" y="8859"/>
                    <a:pt x="3557" y="8700"/>
                  </a:cubicBezTo>
                  <a:lnTo>
                    <a:pt x="3557" y="6511"/>
                  </a:lnTo>
                  <a:lnTo>
                    <a:pt x="4409" y="5876"/>
                  </a:lnTo>
                  <a:cubicBezTo>
                    <a:pt x="4461" y="5914"/>
                    <a:pt x="4524" y="5948"/>
                    <a:pt x="4587" y="5972"/>
                  </a:cubicBezTo>
                  <a:lnTo>
                    <a:pt x="5809" y="6429"/>
                  </a:lnTo>
                  <a:cubicBezTo>
                    <a:pt x="6011" y="6506"/>
                    <a:pt x="6150" y="6703"/>
                    <a:pt x="6150" y="6925"/>
                  </a:cubicBezTo>
                  <a:cubicBezTo>
                    <a:pt x="6150" y="7086"/>
                    <a:pt x="6271" y="7166"/>
                    <a:pt x="6391" y="7166"/>
                  </a:cubicBezTo>
                  <a:cubicBezTo>
                    <a:pt x="6511" y="7166"/>
                    <a:pt x="6632" y="7086"/>
                    <a:pt x="6632" y="6925"/>
                  </a:cubicBezTo>
                  <a:cubicBezTo>
                    <a:pt x="6632" y="6506"/>
                    <a:pt x="6367" y="6131"/>
                    <a:pt x="5977" y="5981"/>
                  </a:cubicBezTo>
                  <a:lnTo>
                    <a:pt x="4760" y="5524"/>
                  </a:lnTo>
                  <a:cubicBezTo>
                    <a:pt x="4654" y="5486"/>
                    <a:pt x="4582" y="5380"/>
                    <a:pt x="4582" y="5269"/>
                  </a:cubicBezTo>
                  <a:lnTo>
                    <a:pt x="4582" y="4653"/>
                  </a:lnTo>
                  <a:cubicBezTo>
                    <a:pt x="4635" y="4615"/>
                    <a:pt x="4683" y="4572"/>
                    <a:pt x="4731" y="4523"/>
                  </a:cubicBezTo>
                  <a:cubicBezTo>
                    <a:pt x="5130" y="4139"/>
                    <a:pt x="5352" y="3614"/>
                    <a:pt x="5352" y="3061"/>
                  </a:cubicBezTo>
                  <a:lnTo>
                    <a:pt x="5352" y="2604"/>
                  </a:lnTo>
                  <a:lnTo>
                    <a:pt x="5419" y="2469"/>
                  </a:lnTo>
                  <a:cubicBezTo>
                    <a:pt x="5544" y="2223"/>
                    <a:pt x="5607" y="1949"/>
                    <a:pt x="5607" y="1675"/>
                  </a:cubicBezTo>
                  <a:lnTo>
                    <a:pt x="5607" y="241"/>
                  </a:lnTo>
                  <a:cubicBezTo>
                    <a:pt x="5607" y="111"/>
                    <a:pt x="5501" y="0"/>
                    <a:pt x="5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1"/>
            <p:cNvSpPr/>
            <p:nvPr/>
          </p:nvSpPr>
          <p:spPr>
            <a:xfrm>
              <a:off x="5579290" y="2958229"/>
              <a:ext cx="160801" cy="241162"/>
            </a:xfrm>
            <a:custGeom>
              <a:rect b="b" l="l" r="r" t="t"/>
              <a:pathLst>
                <a:path extrusionOk="0" h="9195" w="6131">
                  <a:moveTo>
                    <a:pt x="3070" y="485"/>
                  </a:moveTo>
                  <a:cubicBezTo>
                    <a:pt x="3136" y="485"/>
                    <a:pt x="3203" y="487"/>
                    <a:pt x="3268" y="492"/>
                  </a:cubicBezTo>
                  <a:cubicBezTo>
                    <a:pt x="4312" y="588"/>
                    <a:pt x="5130" y="1507"/>
                    <a:pt x="5139" y="2576"/>
                  </a:cubicBezTo>
                  <a:cubicBezTo>
                    <a:pt x="5139" y="3596"/>
                    <a:pt x="5385" y="4539"/>
                    <a:pt x="5592" y="5034"/>
                  </a:cubicBezTo>
                  <a:cubicBezTo>
                    <a:pt x="5592" y="5039"/>
                    <a:pt x="5587" y="5049"/>
                    <a:pt x="5582" y="5054"/>
                  </a:cubicBezTo>
                  <a:cubicBezTo>
                    <a:pt x="5370" y="5203"/>
                    <a:pt x="4899" y="5472"/>
                    <a:pt x="4090" y="5641"/>
                  </a:cubicBezTo>
                  <a:cubicBezTo>
                    <a:pt x="4081" y="5617"/>
                    <a:pt x="4081" y="5593"/>
                    <a:pt x="4081" y="5564"/>
                  </a:cubicBezTo>
                  <a:lnTo>
                    <a:pt x="4081" y="5083"/>
                  </a:lnTo>
                  <a:cubicBezTo>
                    <a:pt x="4393" y="4905"/>
                    <a:pt x="4658" y="4640"/>
                    <a:pt x="4841" y="4322"/>
                  </a:cubicBezTo>
                  <a:cubicBezTo>
                    <a:pt x="5173" y="3726"/>
                    <a:pt x="5053" y="2970"/>
                    <a:pt x="4552" y="2508"/>
                  </a:cubicBezTo>
                  <a:cubicBezTo>
                    <a:pt x="4196" y="2186"/>
                    <a:pt x="3566" y="1801"/>
                    <a:pt x="2555" y="1801"/>
                  </a:cubicBezTo>
                  <a:cubicBezTo>
                    <a:pt x="2493" y="1801"/>
                    <a:pt x="2430" y="1825"/>
                    <a:pt x="2387" y="1868"/>
                  </a:cubicBezTo>
                  <a:lnTo>
                    <a:pt x="1877" y="2383"/>
                  </a:lnTo>
                  <a:cubicBezTo>
                    <a:pt x="1723" y="2556"/>
                    <a:pt x="1876" y="2781"/>
                    <a:pt x="2058" y="2781"/>
                  </a:cubicBezTo>
                  <a:cubicBezTo>
                    <a:pt x="2110" y="2781"/>
                    <a:pt x="2164" y="2763"/>
                    <a:pt x="2214" y="2720"/>
                  </a:cubicBezTo>
                  <a:lnTo>
                    <a:pt x="2656" y="2277"/>
                  </a:lnTo>
                  <a:cubicBezTo>
                    <a:pt x="3296" y="2297"/>
                    <a:pt x="3826" y="2494"/>
                    <a:pt x="4225" y="2860"/>
                  </a:cubicBezTo>
                  <a:cubicBezTo>
                    <a:pt x="4567" y="3177"/>
                    <a:pt x="4649" y="3682"/>
                    <a:pt x="4422" y="4087"/>
                  </a:cubicBezTo>
                  <a:cubicBezTo>
                    <a:pt x="4143" y="4584"/>
                    <a:pt x="3619" y="4874"/>
                    <a:pt x="3071" y="4874"/>
                  </a:cubicBezTo>
                  <a:cubicBezTo>
                    <a:pt x="2939" y="4874"/>
                    <a:pt x="2807" y="4857"/>
                    <a:pt x="2676" y="4823"/>
                  </a:cubicBezTo>
                  <a:cubicBezTo>
                    <a:pt x="1992" y="4645"/>
                    <a:pt x="1516" y="4024"/>
                    <a:pt x="1516" y="3322"/>
                  </a:cubicBezTo>
                  <a:cubicBezTo>
                    <a:pt x="1516" y="3160"/>
                    <a:pt x="1396" y="3080"/>
                    <a:pt x="1275" y="3080"/>
                  </a:cubicBezTo>
                  <a:cubicBezTo>
                    <a:pt x="1155" y="3080"/>
                    <a:pt x="1035" y="3160"/>
                    <a:pt x="1035" y="3322"/>
                  </a:cubicBezTo>
                  <a:cubicBezTo>
                    <a:pt x="1035" y="4048"/>
                    <a:pt x="1425" y="4722"/>
                    <a:pt x="2055" y="5083"/>
                  </a:cubicBezTo>
                  <a:lnTo>
                    <a:pt x="2055" y="5564"/>
                  </a:lnTo>
                  <a:cubicBezTo>
                    <a:pt x="2055" y="5593"/>
                    <a:pt x="2055" y="5617"/>
                    <a:pt x="2045" y="5641"/>
                  </a:cubicBezTo>
                  <a:cubicBezTo>
                    <a:pt x="1237" y="5472"/>
                    <a:pt x="765" y="5203"/>
                    <a:pt x="554" y="5054"/>
                  </a:cubicBezTo>
                  <a:cubicBezTo>
                    <a:pt x="549" y="5049"/>
                    <a:pt x="544" y="5039"/>
                    <a:pt x="549" y="5030"/>
                  </a:cubicBezTo>
                  <a:lnTo>
                    <a:pt x="549" y="5030"/>
                  </a:lnTo>
                  <a:lnTo>
                    <a:pt x="549" y="5034"/>
                  </a:lnTo>
                  <a:cubicBezTo>
                    <a:pt x="756" y="4539"/>
                    <a:pt x="1001" y="3596"/>
                    <a:pt x="1006" y="2576"/>
                  </a:cubicBezTo>
                  <a:cubicBezTo>
                    <a:pt x="1006" y="1503"/>
                    <a:pt x="1829" y="588"/>
                    <a:pt x="2873" y="492"/>
                  </a:cubicBezTo>
                  <a:cubicBezTo>
                    <a:pt x="2938" y="487"/>
                    <a:pt x="3004" y="485"/>
                    <a:pt x="3070" y="485"/>
                  </a:cubicBezTo>
                  <a:close/>
                  <a:moveTo>
                    <a:pt x="3600" y="5285"/>
                  </a:moveTo>
                  <a:lnTo>
                    <a:pt x="3600" y="5564"/>
                  </a:lnTo>
                  <a:cubicBezTo>
                    <a:pt x="3600" y="5852"/>
                    <a:pt x="3758" y="6112"/>
                    <a:pt x="4013" y="6237"/>
                  </a:cubicBezTo>
                  <a:lnTo>
                    <a:pt x="4167" y="6314"/>
                  </a:lnTo>
                  <a:cubicBezTo>
                    <a:pt x="3932" y="6695"/>
                    <a:pt x="3518" y="6921"/>
                    <a:pt x="3070" y="6921"/>
                  </a:cubicBezTo>
                  <a:lnTo>
                    <a:pt x="3070" y="6926"/>
                  </a:lnTo>
                  <a:cubicBezTo>
                    <a:pt x="2623" y="6921"/>
                    <a:pt x="2209" y="6695"/>
                    <a:pt x="1973" y="6314"/>
                  </a:cubicBezTo>
                  <a:lnTo>
                    <a:pt x="2127" y="6237"/>
                  </a:lnTo>
                  <a:cubicBezTo>
                    <a:pt x="2382" y="6112"/>
                    <a:pt x="2541" y="5852"/>
                    <a:pt x="2541" y="5564"/>
                  </a:cubicBezTo>
                  <a:lnTo>
                    <a:pt x="2541" y="5285"/>
                  </a:lnTo>
                  <a:cubicBezTo>
                    <a:pt x="2714" y="5330"/>
                    <a:pt x="2892" y="5353"/>
                    <a:pt x="3070" y="5353"/>
                  </a:cubicBezTo>
                  <a:cubicBezTo>
                    <a:pt x="3248" y="5353"/>
                    <a:pt x="3426" y="5330"/>
                    <a:pt x="3600" y="5285"/>
                  </a:cubicBezTo>
                  <a:close/>
                  <a:moveTo>
                    <a:pt x="3068" y="0"/>
                  </a:moveTo>
                  <a:cubicBezTo>
                    <a:pt x="2988" y="0"/>
                    <a:pt x="2909" y="4"/>
                    <a:pt x="2830" y="11"/>
                  </a:cubicBezTo>
                  <a:cubicBezTo>
                    <a:pt x="1540" y="131"/>
                    <a:pt x="530" y="1252"/>
                    <a:pt x="520" y="2571"/>
                  </a:cubicBezTo>
                  <a:cubicBezTo>
                    <a:pt x="515" y="3519"/>
                    <a:pt x="294" y="4390"/>
                    <a:pt x="106" y="4847"/>
                  </a:cubicBezTo>
                  <a:cubicBezTo>
                    <a:pt x="15" y="5063"/>
                    <a:pt x="87" y="5309"/>
                    <a:pt x="279" y="5443"/>
                  </a:cubicBezTo>
                  <a:cubicBezTo>
                    <a:pt x="482" y="5583"/>
                    <a:pt x="881" y="5819"/>
                    <a:pt x="1521" y="6002"/>
                  </a:cubicBezTo>
                  <a:lnTo>
                    <a:pt x="568" y="6478"/>
                  </a:lnTo>
                  <a:cubicBezTo>
                    <a:pt x="318" y="6603"/>
                    <a:pt x="130" y="6824"/>
                    <a:pt x="53" y="7094"/>
                  </a:cubicBezTo>
                  <a:cubicBezTo>
                    <a:pt x="0" y="7224"/>
                    <a:pt x="73" y="7368"/>
                    <a:pt x="207" y="7411"/>
                  </a:cubicBezTo>
                  <a:cubicBezTo>
                    <a:pt x="230" y="7418"/>
                    <a:pt x="252" y="7421"/>
                    <a:pt x="275" y="7421"/>
                  </a:cubicBezTo>
                  <a:cubicBezTo>
                    <a:pt x="386" y="7421"/>
                    <a:pt x="486" y="7345"/>
                    <a:pt x="510" y="7229"/>
                  </a:cubicBezTo>
                  <a:cubicBezTo>
                    <a:pt x="554" y="7089"/>
                    <a:pt x="650" y="6974"/>
                    <a:pt x="780" y="6906"/>
                  </a:cubicBezTo>
                  <a:lnTo>
                    <a:pt x="1535" y="6526"/>
                  </a:lnTo>
                  <a:cubicBezTo>
                    <a:pt x="1879" y="7108"/>
                    <a:pt x="2472" y="7399"/>
                    <a:pt x="3065" y="7399"/>
                  </a:cubicBezTo>
                  <a:cubicBezTo>
                    <a:pt x="3658" y="7399"/>
                    <a:pt x="4252" y="7108"/>
                    <a:pt x="4596" y="6526"/>
                  </a:cubicBezTo>
                  <a:lnTo>
                    <a:pt x="5356" y="6906"/>
                  </a:lnTo>
                  <a:cubicBezTo>
                    <a:pt x="5534" y="6993"/>
                    <a:pt x="5649" y="7181"/>
                    <a:pt x="5645" y="7378"/>
                  </a:cubicBezTo>
                  <a:lnTo>
                    <a:pt x="5645" y="8956"/>
                  </a:lnTo>
                  <a:cubicBezTo>
                    <a:pt x="5645" y="9115"/>
                    <a:pt x="5765" y="9194"/>
                    <a:pt x="5885" y="9194"/>
                  </a:cubicBezTo>
                  <a:cubicBezTo>
                    <a:pt x="6005" y="9194"/>
                    <a:pt x="6126" y="9115"/>
                    <a:pt x="6126" y="8956"/>
                  </a:cubicBezTo>
                  <a:lnTo>
                    <a:pt x="6126" y="7383"/>
                  </a:lnTo>
                  <a:cubicBezTo>
                    <a:pt x="6131" y="7002"/>
                    <a:pt x="5914" y="6651"/>
                    <a:pt x="5572" y="6483"/>
                  </a:cubicBezTo>
                  <a:lnTo>
                    <a:pt x="4615" y="6002"/>
                  </a:lnTo>
                  <a:cubicBezTo>
                    <a:pt x="5255" y="5819"/>
                    <a:pt x="5654" y="5578"/>
                    <a:pt x="5856" y="5443"/>
                  </a:cubicBezTo>
                  <a:cubicBezTo>
                    <a:pt x="6049" y="5309"/>
                    <a:pt x="6121" y="5063"/>
                    <a:pt x="6029" y="4847"/>
                  </a:cubicBezTo>
                  <a:cubicBezTo>
                    <a:pt x="5842" y="4390"/>
                    <a:pt x="5620" y="3519"/>
                    <a:pt x="5616" y="2571"/>
                  </a:cubicBezTo>
                  <a:cubicBezTo>
                    <a:pt x="5611" y="1252"/>
                    <a:pt x="4596" y="131"/>
                    <a:pt x="3311" y="11"/>
                  </a:cubicBezTo>
                  <a:cubicBezTo>
                    <a:pt x="3229" y="4"/>
                    <a:pt x="3148" y="0"/>
                    <a:pt x="3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1"/>
            <p:cNvSpPr/>
            <p:nvPr/>
          </p:nvSpPr>
          <p:spPr>
            <a:xfrm>
              <a:off x="5700565" y="3159918"/>
              <a:ext cx="12642" cy="39446"/>
            </a:xfrm>
            <a:custGeom>
              <a:rect b="b" l="l" r="r" t="t"/>
              <a:pathLst>
                <a:path extrusionOk="0" h="1504" w="482">
                  <a:moveTo>
                    <a:pt x="241" y="1"/>
                  </a:moveTo>
                  <a:cubicBezTo>
                    <a:pt x="106" y="1"/>
                    <a:pt x="0" y="106"/>
                    <a:pt x="0" y="241"/>
                  </a:cubicBezTo>
                  <a:lnTo>
                    <a:pt x="0" y="1261"/>
                  </a:lnTo>
                  <a:cubicBezTo>
                    <a:pt x="0" y="1422"/>
                    <a:pt x="121" y="1503"/>
                    <a:pt x="241" y="1503"/>
                  </a:cubicBezTo>
                  <a:cubicBezTo>
                    <a:pt x="361" y="1503"/>
                    <a:pt x="482" y="1422"/>
                    <a:pt x="482" y="1261"/>
                  </a:cubicBezTo>
                  <a:lnTo>
                    <a:pt x="482" y="241"/>
                  </a:lnTo>
                  <a:cubicBezTo>
                    <a:pt x="482" y="106"/>
                    <a:pt x="371"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1"/>
            <p:cNvSpPr/>
            <p:nvPr/>
          </p:nvSpPr>
          <p:spPr>
            <a:xfrm>
              <a:off x="5517078" y="3180113"/>
              <a:ext cx="14661" cy="12642"/>
            </a:xfrm>
            <a:custGeom>
              <a:rect b="b" l="l" r="r" t="t"/>
              <a:pathLst>
                <a:path extrusionOk="0" h="482" w="559">
                  <a:moveTo>
                    <a:pt x="326" y="0"/>
                  </a:moveTo>
                  <a:cubicBezTo>
                    <a:pt x="323" y="0"/>
                    <a:pt x="321" y="0"/>
                    <a:pt x="318" y="0"/>
                  </a:cubicBezTo>
                  <a:cubicBezTo>
                    <a:pt x="106" y="0"/>
                    <a:pt x="0" y="260"/>
                    <a:pt x="149" y="409"/>
                  </a:cubicBezTo>
                  <a:cubicBezTo>
                    <a:pt x="199" y="459"/>
                    <a:pt x="259" y="481"/>
                    <a:pt x="318" y="481"/>
                  </a:cubicBezTo>
                  <a:cubicBezTo>
                    <a:pt x="442" y="481"/>
                    <a:pt x="558" y="384"/>
                    <a:pt x="558" y="241"/>
                  </a:cubicBezTo>
                  <a:cubicBezTo>
                    <a:pt x="558" y="109"/>
                    <a:pt x="457"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1"/>
            <p:cNvSpPr/>
            <p:nvPr/>
          </p:nvSpPr>
          <p:spPr>
            <a:xfrm>
              <a:off x="5417492" y="3160128"/>
              <a:ext cx="89514" cy="53189"/>
            </a:xfrm>
            <a:custGeom>
              <a:rect b="b" l="l" r="r" t="t"/>
              <a:pathLst>
                <a:path extrusionOk="0" h="2028" w="3413">
                  <a:moveTo>
                    <a:pt x="1282" y="0"/>
                  </a:moveTo>
                  <a:cubicBezTo>
                    <a:pt x="1240" y="0"/>
                    <a:pt x="1195" y="12"/>
                    <a:pt x="1151" y="41"/>
                  </a:cubicBezTo>
                  <a:lnTo>
                    <a:pt x="131" y="811"/>
                  </a:lnTo>
                  <a:cubicBezTo>
                    <a:pt x="1" y="907"/>
                    <a:pt x="1" y="1094"/>
                    <a:pt x="131" y="1191"/>
                  </a:cubicBezTo>
                  <a:lnTo>
                    <a:pt x="1151" y="1961"/>
                  </a:lnTo>
                  <a:cubicBezTo>
                    <a:pt x="1204" y="2008"/>
                    <a:pt x="1259" y="2027"/>
                    <a:pt x="1311" y="2027"/>
                  </a:cubicBezTo>
                  <a:cubicBezTo>
                    <a:pt x="1516" y="2027"/>
                    <a:pt x="1673" y="1725"/>
                    <a:pt x="1439" y="1576"/>
                  </a:cubicBezTo>
                  <a:lnTo>
                    <a:pt x="992" y="1239"/>
                  </a:lnTo>
                  <a:lnTo>
                    <a:pt x="3090" y="1239"/>
                  </a:lnTo>
                  <a:cubicBezTo>
                    <a:pt x="3412" y="1239"/>
                    <a:pt x="3412" y="758"/>
                    <a:pt x="3090" y="758"/>
                  </a:cubicBezTo>
                  <a:lnTo>
                    <a:pt x="3090" y="762"/>
                  </a:lnTo>
                  <a:lnTo>
                    <a:pt x="992" y="762"/>
                  </a:lnTo>
                  <a:lnTo>
                    <a:pt x="1439" y="426"/>
                  </a:lnTo>
                  <a:cubicBezTo>
                    <a:pt x="1621" y="263"/>
                    <a:pt x="1478"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1"/>
            <p:cNvSpPr/>
            <p:nvPr/>
          </p:nvSpPr>
          <p:spPr>
            <a:xfrm>
              <a:off x="5543961" y="3160128"/>
              <a:ext cx="89357" cy="53294"/>
            </a:xfrm>
            <a:custGeom>
              <a:rect b="b" l="l" r="r" t="t"/>
              <a:pathLst>
                <a:path extrusionOk="0" h="2032" w="3407">
                  <a:moveTo>
                    <a:pt x="2126" y="0"/>
                  </a:moveTo>
                  <a:cubicBezTo>
                    <a:pt x="1931" y="0"/>
                    <a:pt x="1790" y="263"/>
                    <a:pt x="1968" y="426"/>
                  </a:cubicBezTo>
                  <a:lnTo>
                    <a:pt x="2420" y="762"/>
                  </a:lnTo>
                  <a:lnTo>
                    <a:pt x="322" y="762"/>
                  </a:lnTo>
                  <a:cubicBezTo>
                    <a:pt x="0" y="762"/>
                    <a:pt x="0" y="1244"/>
                    <a:pt x="322" y="1244"/>
                  </a:cubicBezTo>
                  <a:lnTo>
                    <a:pt x="2420" y="1244"/>
                  </a:lnTo>
                  <a:lnTo>
                    <a:pt x="1968" y="1580"/>
                  </a:lnTo>
                  <a:cubicBezTo>
                    <a:pt x="1734" y="1726"/>
                    <a:pt x="1892" y="2032"/>
                    <a:pt x="2097" y="2032"/>
                  </a:cubicBezTo>
                  <a:cubicBezTo>
                    <a:pt x="2149" y="2032"/>
                    <a:pt x="2204" y="2012"/>
                    <a:pt x="2257" y="1965"/>
                  </a:cubicBezTo>
                  <a:lnTo>
                    <a:pt x="3282" y="1195"/>
                  </a:lnTo>
                  <a:cubicBezTo>
                    <a:pt x="3407" y="1099"/>
                    <a:pt x="3407" y="907"/>
                    <a:pt x="3282" y="811"/>
                  </a:cubicBezTo>
                  <a:lnTo>
                    <a:pt x="2257" y="41"/>
                  </a:lnTo>
                  <a:cubicBezTo>
                    <a:pt x="2212" y="12"/>
                    <a:pt x="2168" y="0"/>
                    <a:pt x="2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5" name="Google Shape;11525;p81"/>
          <p:cNvGrpSpPr/>
          <p:nvPr/>
        </p:nvGrpSpPr>
        <p:grpSpPr>
          <a:xfrm>
            <a:off x="4890477" y="2430348"/>
            <a:ext cx="389872" cy="338151"/>
            <a:chOff x="4890477" y="2430348"/>
            <a:chExt cx="389872" cy="338151"/>
          </a:xfrm>
        </p:grpSpPr>
        <p:sp>
          <p:nvSpPr>
            <p:cNvPr id="11526" name="Google Shape;11526;p81"/>
            <p:cNvSpPr/>
            <p:nvPr/>
          </p:nvSpPr>
          <p:spPr>
            <a:xfrm>
              <a:off x="4977054" y="2472521"/>
              <a:ext cx="48364" cy="42305"/>
            </a:xfrm>
            <a:custGeom>
              <a:rect b="b" l="l" r="r" t="t"/>
              <a:pathLst>
                <a:path extrusionOk="0" h="1613" w="1844">
                  <a:moveTo>
                    <a:pt x="920" y="0"/>
                  </a:moveTo>
                  <a:cubicBezTo>
                    <a:pt x="415" y="0"/>
                    <a:pt x="1" y="361"/>
                    <a:pt x="1" y="808"/>
                  </a:cubicBezTo>
                  <a:cubicBezTo>
                    <a:pt x="1" y="1251"/>
                    <a:pt x="415" y="1612"/>
                    <a:pt x="920" y="1612"/>
                  </a:cubicBezTo>
                  <a:cubicBezTo>
                    <a:pt x="1430" y="1612"/>
                    <a:pt x="1844" y="1251"/>
                    <a:pt x="1844" y="808"/>
                  </a:cubicBezTo>
                  <a:cubicBezTo>
                    <a:pt x="1844" y="361"/>
                    <a:pt x="1430" y="0"/>
                    <a:pt x="92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1"/>
            <p:cNvSpPr/>
            <p:nvPr/>
          </p:nvSpPr>
          <p:spPr>
            <a:xfrm>
              <a:off x="4977054" y="2472521"/>
              <a:ext cx="33230" cy="42305"/>
            </a:xfrm>
            <a:custGeom>
              <a:rect b="b" l="l" r="r" t="t"/>
              <a:pathLst>
                <a:path extrusionOk="0" h="1613" w="1267">
                  <a:moveTo>
                    <a:pt x="920" y="0"/>
                  </a:moveTo>
                  <a:cubicBezTo>
                    <a:pt x="415" y="0"/>
                    <a:pt x="1" y="361"/>
                    <a:pt x="1" y="808"/>
                  </a:cubicBezTo>
                  <a:cubicBezTo>
                    <a:pt x="1" y="1251"/>
                    <a:pt x="415" y="1612"/>
                    <a:pt x="920" y="1612"/>
                  </a:cubicBezTo>
                  <a:cubicBezTo>
                    <a:pt x="1040" y="1612"/>
                    <a:pt x="1156" y="1593"/>
                    <a:pt x="1266" y="1554"/>
                  </a:cubicBezTo>
                  <a:cubicBezTo>
                    <a:pt x="934" y="1434"/>
                    <a:pt x="694" y="1145"/>
                    <a:pt x="694" y="808"/>
                  </a:cubicBezTo>
                  <a:cubicBezTo>
                    <a:pt x="694" y="472"/>
                    <a:pt x="934" y="183"/>
                    <a:pt x="1266" y="63"/>
                  </a:cubicBezTo>
                  <a:cubicBezTo>
                    <a:pt x="1156" y="24"/>
                    <a:pt x="1040" y="0"/>
                    <a:pt x="92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1"/>
            <p:cNvSpPr/>
            <p:nvPr/>
          </p:nvSpPr>
          <p:spPr>
            <a:xfrm>
              <a:off x="4959009" y="2496729"/>
              <a:ext cx="84453" cy="84453"/>
            </a:xfrm>
            <a:custGeom>
              <a:rect b="b" l="l" r="r" t="t"/>
              <a:pathLst>
                <a:path extrusionOk="0" h="3220" w="3220">
                  <a:moveTo>
                    <a:pt x="1608" y="1"/>
                  </a:moveTo>
                  <a:cubicBezTo>
                    <a:pt x="718" y="1"/>
                    <a:pt x="1" y="723"/>
                    <a:pt x="1" y="1608"/>
                  </a:cubicBezTo>
                  <a:cubicBezTo>
                    <a:pt x="1" y="2498"/>
                    <a:pt x="718" y="3220"/>
                    <a:pt x="1608" y="3220"/>
                  </a:cubicBezTo>
                  <a:cubicBezTo>
                    <a:pt x="2498" y="3220"/>
                    <a:pt x="3220" y="2498"/>
                    <a:pt x="3220" y="1608"/>
                  </a:cubicBezTo>
                  <a:cubicBezTo>
                    <a:pt x="3220" y="723"/>
                    <a:pt x="2498" y="1"/>
                    <a:pt x="160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1"/>
            <p:cNvSpPr/>
            <p:nvPr/>
          </p:nvSpPr>
          <p:spPr>
            <a:xfrm>
              <a:off x="4974588" y="2496729"/>
              <a:ext cx="70657" cy="76007"/>
            </a:xfrm>
            <a:custGeom>
              <a:rect b="b" l="l" r="r" t="t"/>
              <a:pathLst>
                <a:path extrusionOk="0" h="2898" w="2694">
                  <a:moveTo>
                    <a:pt x="1023" y="1"/>
                  </a:moveTo>
                  <a:cubicBezTo>
                    <a:pt x="252" y="1"/>
                    <a:pt x="0" y="1060"/>
                    <a:pt x="691" y="1396"/>
                  </a:cubicBezTo>
                  <a:cubicBezTo>
                    <a:pt x="711" y="1406"/>
                    <a:pt x="730" y="1416"/>
                    <a:pt x="749" y="1425"/>
                  </a:cubicBezTo>
                  <a:lnTo>
                    <a:pt x="1553" y="2878"/>
                  </a:lnTo>
                  <a:cubicBezTo>
                    <a:pt x="1553" y="2878"/>
                    <a:pt x="1764" y="2893"/>
                    <a:pt x="1981" y="2898"/>
                  </a:cubicBezTo>
                  <a:cubicBezTo>
                    <a:pt x="2452" y="2546"/>
                    <a:pt x="2693" y="1969"/>
                    <a:pt x="2611" y="1387"/>
                  </a:cubicBezTo>
                  <a:cubicBezTo>
                    <a:pt x="2520" y="723"/>
                    <a:pt x="2024" y="189"/>
                    <a:pt x="1375" y="39"/>
                  </a:cubicBezTo>
                  <a:cubicBezTo>
                    <a:pt x="1259" y="15"/>
                    <a:pt x="1144" y="1"/>
                    <a:pt x="1028" y="1"/>
                  </a:cubicBezTo>
                  <a:cubicBezTo>
                    <a:pt x="1026" y="1"/>
                    <a:pt x="1025" y="1"/>
                    <a:pt x="10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1"/>
            <p:cNvSpPr/>
            <p:nvPr/>
          </p:nvSpPr>
          <p:spPr>
            <a:xfrm>
              <a:off x="5079656" y="2436406"/>
              <a:ext cx="180996" cy="176721"/>
            </a:xfrm>
            <a:custGeom>
              <a:rect b="b" l="l" r="r" t="t"/>
              <a:pathLst>
                <a:path extrusionOk="0" h="6738" w="6901">
                  <a:moveTo>
                    <a:pt x="689" y="1"/>
                  </a:moveTo>
                  <a:cubicBezTo>
                    <a:pt x="309" y="1"/>
                    <a:pt x="1" y="309"/>
                    <a:pt x="1" y="689"/>
                  </a:cubicBezTo>
                  <a:lnTo>
                    <a:pt x="1" y="4370"/>
                  </a:lnTo>
                  <a:cubicBezTo>
                    <a:pt x="1" y="4750"/>
                    <a:pt x="309" y="5063"/>
                    <a:pt x="689" y="5063"/>
                  </a:cubicBezTo>
                  <a:lnTo>
                    <a:pt x="1382" y="5063"/>
                  </a:lnTo>
                  <a:lnTo>
                    <a:pt x="997" y="6593"/>
                  </a:lnTo>
                  <a:cubicBezTo>
                    <a:pt x="975" y="6672"/>
                    <a:pt x="1037" y="6738"/>
                    <a:pt x="1106" y="6738"/>
                  </a:cubicBezTo>
                  <a:cubicBezTo>
                    <a:pt x="1129" y="6738"/>
                    <a:pt x="1153" y="6730"/>
                    <a:pt x="1175" y="6713"/>
                  </a:cubicBezTo>
                  <a:lnTo>
                    <a:pt x="3451" y="5063"/>
                  </a:lnTo>
                  <a:lnTo>
                    <a:pt x="6213" y="5063"/>
                  </a:lnTo>
                  <a:cubicBezTo>
                    <a:pt x="6593" y="5063"/>
                    <a:pt x="6901" y="4750"/>
                    <a:pt x="6901" y="4370"/>
                  </a:cubicBezTo>
                  <a:lnTo>
                    <a:pt x="6901" y="689"/>
                  </a:lnTo>
                  <a:cubicBezTo>
                    <a:pt x="6901" y="309"/>
                    <a:pt x="6593" y="1"/>
                    <a:pt x="6213"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1"/>
            <p:cNvSpPr/>
            <p:nvPr/>
          </p:nvSpPr>
          <p:spPr>
            <a:xfrm>
              <a:off x="4946761" y="2578769"/>
              <a:ext cx="108687" cy="84584"/>
            </a:xfrm>
            <a:custGeom>
              <a:rect b="b" l="l" r="r" t="t"/>
              <a:pathLst>
                <a:path extrusionOk="0" h="3225" w="4144">
                  <a:moveTo>
                    <a:pt x="1382" y="1"/>
                  </a:moveTo>
                  <a:lnTo>
                    <a:pt x="1382" y="693"/>
                  </a:lnTo>
                  <a:cubicBezTo>
                    <a:pt x="1382" y="867"/>
                    <a:pt x="1286" y="1025"/>
                    <a:pt x="1132" y="1102"/>
                  </a:cubicBezTo>
                  <a:lnTo>
                    <a:pt x="386" y="1478"/>
                  </a:lnTo>
                  <a:cubicBezTo>
                    <a:pt x="150" y="1593"/>
                    <a:pt x="6" y="1834"/>
                    <a:pt x="1" y="2094"/>
                  </a:cubicBezTo>
                  <a:lnTo>
                    <a:pt x="1" y="3224"/>
                  </a:lnTo>
                  <a:lnTo>
                    <a:pt x="4144" y="3224"/>
                  </a:lnTo>
                  <a:lnTo>
                    <a:pt x="4144" y="2094"/>
                  </a:lnTo>
                  <a:cubicBezTo>
                    <a:pt x="4144" y="1834"/>
                    <a:pt x="3999" y="1593"/>
                    <a:pt x="3769" y="1478"/>
                  </a:cubicBezTo>
                  <a:lnTo>
                    <a:pt x="3023" y="1102"/>
                  </a:lnTo>
                  <a:cubicBezTo>
                    <a:pt x="2864" y="1025"/>
                    <a:pt x="2768" y="867"/>
                    <a:pt x="2768" y="693"/>
                  </a:cubicBezTo>
                  <a:lnTo>
                    <a:pt x="27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1"/>
            <p:cNvSpPr/>
            <p:nvPr/>
          </p:nvSpPr>
          <p:spPr>
            <a:xfrm>
              <a:off x="4946892" y="2610452"/>
              <a:ext cx="108687" cy="91508"/>
            </a:xfrm>
            <a:custGeom>
              <a:rect b="b" l="l" r="r" t="t"/>
              <a:pathLst>
                <a:path extrusionOk="0" h="3489" w="4144">
                  <a:moveTo>
                    <a:pt x="915" y="0"/>
                  </a:moveTo>
                  <a:lnTo>
                    <a:pt x="381" y="270"/>
                  </a:lnTo>
                  <a:cubicBezTo>
                    <a:pt x="150" y="385"/>
                    <a:pt x="1" y="621"/>
                    <a:pt x="1" y="886"/>
                  </a:cubicBezTo>
                  <a:lnTo>
                    <a:pt x="1" y="2796"/>
                  </a:lnTo>
                  <a:cubicBezTo>
                    <a:pt x="1" y="3176"/>
                    <a:pt x="309" y="3489"/>
                    <a:pt x="694" y="3489"/>
                  </a:cubicBezTo>
                  <a:lnTo>
                    <a:pt x="4144" y="3489"/>
                  </a:lnTo>
                  <a:lnTo>
                    <a:pt x="4144" y="886"/>
                  </a:lnTo>
                  <a:cubicBezTo>
                    <a:pt x="4144" y="621"/>
                    <a:pt x="3994" y="385"/>
                    <a:pt x="3764" y="270"/>
                  </a:cubicBezTo>
                  <a:lnTo>
                    <a:pt x="3229" y="0"/>
                  </a:lnTo>
                  <a:cubicBezTo>
                    <a:pt x="2763" y="34"/>
                    <a:pt x="2561" y="496"/>
                    <a:pt x="2070" y="496"/>
                  </a:cubicBezTo>
                  <a:cubicBezTo>
                    <a:pt x="1584" y="496"/>
                    <a:pt x="1382" y="34"/>
                    <a:pt x="91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1"/>
            <p:cNvSpPr/>
            <p:nvPr/>
          </p:nvSpPr>
          <p:spPr>
            <a:xfrm>
              <a:off x="4946892" y="2622700"/>
              <a:ext cx="54422" cy="79128"/>
            </a:xfrm>
            <a:custGeom>
              <a:rect b="b" l="l" r="r" t="t"/>
              <a:pathLst>
                <a:path extrusionOk="0" h="3017" w="2075">
                  <a:moveTo>
                    <a:pt x="140" y="0"/>
                  </a:moveTo>
                  <a:cubicBezTo>
                    <a:pt x="49" y="120"/>
                    <a:pt x="1" y="265"/>
                    <a:pt x="1" y="414"/>
                  </a:cubicBezTo>
                  <a:lnTo>
                    <a:pt x="1" y="2324"/>
                  </a:lnTo>
                  <a:cubicBezTo>
                    <a:pt x="1" y="2709"/>
                    <a:pt x="309" y="3017"/>
                    <a:pt x="694" y="3017"/>
                  </a:cubicBezTo>
                  <a:lnTo>
                    <a:pt x="2075" y="3017"/>
                  </a:lnTo>
                  <a:lnTo>
                    <a:pt x="2075" y="2098"/>
                  </a:lnTo>
                  <a:lnTo>
                    <a:pt x="1156" y="2098"/>
                  </a:lnTo>
                  <a:cubicBezTo>
                    <a:pt x="1026" y="2098"/>
                    <a:pt x="925" y="1997"/>
                    <a:pt x="920" y="1872"/>
                  </a:cubicBezTo>
                  <a:lnTo>
                    <a:pt x="920" y="847"/>
                  </a:lnTo>
                  <a:cubicBezTo>
                    <a:pt x="920" y="707"/>
                    <a:pt x="857" y="573"/>
                    <a:pt x="751" y="486"/>
                  </a:cubicBezTo>
                  <a:lnTo>
                    <a:pt x="1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1"/>
            <p:cNvSpPr/>
            <p:nvPr/>
          </p:nvSpPr>
          <p:spPr>
            <a:xfrm>
              <a:off x="4965330" y="2533946"/>
              <a:ext cx="72073" cy="59353"/>
            </a:xfrm>
            <a:custGeom>
              <a:rect b="b" l="l" r="r" t="t"/>
              <a:pathLst>
                <a:path extrusionOk="0" h="2263" w="2748">
                  <a:moveTo>
                    <a:pt x="1051" y="0"/>
                  </a:moveTo>
                  <a:cubicBezTo>
                    <a:pt x="964" y="0"/>
                    <a:pt x="883" y="51"/>
                    <a:pt x="842" y="131"/>
                  </a:cubicBezTo>
                  <a:cubicBezTo>
                    <a:pt x="770" y="290"/>
                    <a:pt x="659" y="430"/>
                    <a:pt x="530" y="545"/>
                  </a:cubicBezTo>
                  <a:cubicBezTo>
                    <a:pt x="477" y="593"/>
                    <a:pt x="424" y="632"/>
                    <a:pt x="371" y="675"/>
                  </a:cubicBezTo>
                  <a:cubicBezTo>
                    <a:pt x="92" y="863"/>
                    <a:pt x="0" y="1233"/>
                    <a:pt x="149" y="1532"/>
                  </a:cubicBezTo>
                  <a:cubicBezTo>
                    <a:pt x="390" y="1979"/>
                    <a:pt x="857" y="2263"/>
                    <a:pt x="1367" y="2263"/>
                  </a:cubicBezTo>
                  <a:cubicBezTo>
                    <a:pt x="2089" y="2263"/>
                    <a:pt x="2690" y="1705"/>
                    <a:pt x="2743" y="988"/>
                  </a:cubicBezTo>
                  <a:cubicBezTo>
                    <a:pt x="2748" y="920"/>
                    <a:pt x="2719" y="853"/>
                    <a:pt x="2666" y="810"/>
                  </a:cubicBezTo>
                  <a:cubicBezTo>
                    <a:pt x="2214" y="425"/>
                    <a:pt x="1680" y="151"/>
                    <a:pt x="1102" y="6"/>
                  </a:cubicBezTo>
                  <a:cubicBezTo>
                    <a:pt x="1085" y="2"/>
                    <a:pt x="1068" y="0"/>
                    <a:pt x="105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1"/>
            <p:cNvSpPr/>
            <p:nvPr/>
          </p:nvSpPr>
          <p:spPr>
            <a:xfrm>
              <a:off x="4965330" y="2533946"/>
              <a:ext cx="72073" cy="58723"/>
            </a:xfrm>
            <a:custGeom>
              <a:rect b="b" l="l" r="r" t="t"/>
              <a:pathLst>
                <a:path extrusionOk="0" h="2239" w="2748">
                  <a:moveTo>
                    <a:pt x="1051" y="0"/>
                  </a:moveTo>
                  <a:cubicBezTo>
                    <a:pt x="964" y="0"/>
                    <a:pt x="883" y="51"/>
                    <a:pt x="842" y="131"/>
                  </a:cubicBezTo>
                  <a:cubicBezTo>
                    <a:pt x="789" y="242"/>
                    <a:pt x="717" y="348"/>
                    <a:pt x="635" y="439"/>
                  </a:cubicBezTo>
                  <a:cubicBezTo>
                    <a:pt x="602" y="478"/>
                    <a:pt x="563" y="511"/>
                    <a:pt x="530" y="545"/>
                  </a:cubicBezTo>
                  <a:cubicBezTo>
                    <a:pt x="481" y="588"/>
                    <a:pt x="428" y="627"/>
                    <a:pt x="376" y="665"/>
                  </a:cubicBezTo>
                  <a:cubicBezTo>
                    <a:pt x="44" y="877"/>
                    <a:pt x="0" y="1301"/>
                    <a:pt x="202" y="1613"/>
                  </a:cubicBezTo>
                  <a:cubicBezTo>
                    <a:pt x="414" y="1950"/>
                    <a:pt x="765" y="2181"/>
                    <a:pt x="1160" y="2239"/>
                  </a:cubicBezTo>
                  <a:cubicBezTo>
                    <a:pt x="881" y="2051"/>
                    <a:pt x="679" y="1801"/>
                    <a:pt x="679" y="1339"/>
                  </a:cubicBezTo>
                  <a:lnTo>
                    <a:pt x="679" y="1156"/>
                  </a:lnTo>
                  <a:cubicBezTo>
                    <a:pt x="727" y="1118"/>
                    <a:pt x="780" y="1079"/>
                    <a:pt x="833" y="1031"/>
                  </a:cubicBezTo>
                  <a:cubicBezTo>
                    <a:pt x="963" y="920"/>
                    <a:pt x="1073" y="791"/>
                    <a:pt x="1165" y="646"/>
                  </a:cubicBezTo>
                  <a:cubicBezTo>
                    <a:pt x="1603" y="781"/>
                    <a:pt x="2012" y="1007"/>
                    <a:pt x="2363" y="1305"/>
                  </a:cubicBezTo>
                  <a:cubicBezTo>
                    <a:pt x="2406" y="1344"/>
                    <a:pt x="2469" y="1397"/>
                    <a:pt x="2599" y="1517"/>
                  </a:cubicBezTo>
                  <a:cubicBezTo>
                    <a:pt x="2676" y="1387"/>
                    <a:pt x="2733" y="1137"/>
                    <a:pt x="2748" y="993"/>
                  </a:cubicBezTo>
                  <a:cubicBezTo>
                    <a:pt x="2748" y="920"/>
                    <a:pt x="2719" y="853"/>
                    <a:pt x="2666" y="805"/>
                  </a:cubicBezTo>
                  <a:cubicBezTo>
                    <a:pt x="2214" y="425"/>
                    <a:pt x="1680" y="151"/>
                    <a:pt x="1102" y="6"/>
                  </a:cubicBezTo>
                  <a:cubicBezTo>
                    <a:pt x="1085" y="2"/>
                    <a:pt x="1068" y="0"/>
                    <a:pt x="105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1"/>
            <p:cNvSpPr/>
            <p:nvPr/>
          </p:nvSpPr>
          <p:spPr>
            <a:xfrm>
              <a:off x="4995229" y="2641479"/>
              <a:ext cx="84453" cy="60481"/>
            </a:xfrm>
            <a:custGeom>
              <a:rect b="b" l="l" r="r" t="t"/>
              <a:pathLst>
                <a:path extrusionOk="0" h="2306" w="3220">
                  <a:moveTo>
                    <a:pt x="227" y="1"/>
                  </a:moveTo>
                  <a:cubicBezTo>
                    <a:pt x="102" y="1"/>
                    <a:pt x="1" y="107"/>
                    <a:pt x="1" y="232"/>
                  </a:cubicBezTo>
                  <a:lnTo>
                    <a:pt x="1" y="2075"/>
                  </a:lnTo>
                  <a:cubicBezTo>
                    <a:pt x="1" y="2200"/>
                    <a:pt x="102" y="2306"/>
                    <a:pt x="227" y="2306"/>
                  </a:cubicBezTo>
                  <a:lnTo>
                    <a:pt x="2989" y="2306"/>
                  </a:lnTo>
                  <a:cubicBezTo>
                    <a:pt x="3119" y="2306"/>
                    <a:pt x="3220" y="2200"/>
                    <a:pt x="3220" y="2075"/>
                  </a:cubicBezTo>
                  <a:lnTo>
                    <a:pt x="3220" y="232"/>
                  </a:lnTo>
                  <a:cubicBezTo>
                    <a:pt x="3220" y="107"/>
                    <a:pt x="3119" y="1"/>
                    <a:pt x="2989"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1"/>
            <p:cNvSpPr/>
            <p:nvPr/>
          </p:nvSpPr>
          <p:spPr>
            <a:xfrm>
              <a:off x="4910672" y="2701933"/>
              <a:ext cx="349980" cy="24129"/>
            </a:xfrm>
            <a:custGeom>
              <a:rect b="b" l="l" r="r" t="t"/>
              <a:pathLst>
                <a:path extrusionOk="0" h="920" w="13344">
                  <a:moveTo>
                    <a:pt x="1" y="1"/>
                  </a:moveTo>
                  <a:lnTo>
                    <a:pt x="1" y="920"/>
                  </a:lnTo>
                  <a:lnTo>
                    <a:pt x="13344" y="920"/>
                  </a:lnTo>
                  <a:lnTo>
                    <a:pt x="1334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1"/>
            <p:cNvSpPr/>
            <p:nvPr/>
          </p:nvSpPr>
          <p:spPr>
            <a:xfrm>
              <a:off x="4890477" y="2466699"/>
              <a:ext cx="389872" cy="301800"/>
            </a:xfrm>
            <a:custGeom>
              <a:rect b="b" l="l" r="r" t="t"/>
              <a:pathLst>
                <a:path extrusionOk="0" h="11507" w="14865">
                  <a:moveTo>
                    <a:pt x="4216" y="429"/>
                  </a:moveTo>
                  <a:cubicBezTo>
                    <a:pt x="4606" y="429"/>
                    <a:pt x="4923" y="694"/>
                    <a:pt x="4923" y="1021"/>
                  </a:cubicBezTo>
                  <a:lnTo>
                    <a:pt x="4923" y="1064"/>
                  </a:lnTo>
                  <a:cubicBezTo>
                    <a:pt x="4700" y="970"/>
                    <a:pt x="4460" y="923"/>
                    <a:pt x="4221" y="923"/>
                  </a:cubicBezTo>
                  <a:cubicBezTo>
                    <a:pt x="3981" y="923"/>
                    <a:pt x="3742" y="970"/>
                    <a:pt x="3518" y="1064"/>
                  </a:cubicBezTo>
                  <a:cubicBezTo>
                    <a:pt x="3513" y="1050"/>
                    <a:pt x="3513" y="1035"/>
                    <a:pt x="3513" y="1021"/>
                  </a:cubicBezTo>
                  <a:cubicBezTo>
                    <a:pt x="3513" y="698"/>
                    <a:pt x="3826" y="429"/>
                    <a:pt x="4216" y="429"/>
                  </a:cubicBezTo>
                  <a:close/>
                  <a:moveTo>
                    <a:pt x="4223" y="1348"/>
                  </a:moveTo>
                  <a:cubicBezTo>
                    <a:pt x="5159" y="1348"/>
                    <a:pt x="5848" y="2269"/>
                    <a:pt x="5544" y="3186"/>
                  </a:cubicBezTo>
                  <a:cubicBezTo>
                    <a:pt x="4933" y="2565"/>
                    <a:pt x="3855" y="2320"/>
                    <a:pt x="3797" y="2310"/>
                  </a:cubicBezTo>
                  <a:cubicBezTo>
                    <a:pt x="3779" y="2305"/>
                    <a:pt x="3760" y="2302"/>
                    <a:pt x="3742" y="2302"/>
                  </a:cubicBezTo>
                  <a:cubicBezTo>
                    <a:pt x="3697" y="2302"/>
                    <a:pt x="3652" y="2318"/>
                    <a:pt x="3615" y="2349"/>
                  </a:cubicBezTo>
                  <a:cubicBezTo>
                    <a:pt x="3562" y="2392"/>
                    <a:pt x="3533" y="2455"/>
                    <a:pt x="3538" y="2517"/>
                  </a:cubicBezTo>
                  <a:cubicBezTo>
                    <a:pt x="3518" y="2638"/>
                    <a:pt x="3461" y="2748"/>
                    <a:pt x="3369" y="2830"/>
                  </a:cubicBezTo>
                  <a:cubicBezTo>
                    <a:pt x="3197" y="2984"/>
                    <a:pt x="3345" y="3210"/>
                    <a:pt x="3515" y="3210"/>
                  </a:cubicBezTo>
                  <a:cubicBezTo>
                    <a:pt x="3568" y="3210"/>
                    <a:pt x="3624" y="3187"/>
                    <a:pt x="3672" y="3133"/>
                  </a:cubicBezTo>
                  <a:cubicBezTo>
                    <a:pt x="3773" y="3032"/>
                    <a:pt x="3855" y="2917"/>
                    <a:pt x="3908" y="2787"/>
                  </a:cubicBezTo>
                  <a:cubicBezTo>
                    <a:pt x="4269" y="2893"/>
                    <a:pt x="5024" y="3167"/>
                    <a:pt x="5361" y="3643"/>
                  </a:cubicBezTo>
                  <a:cubicBezTo>
                    <a:pt x="5267" y="4203"/>
                    <a:pt x="4782" y="4611"/>
                    <a:pt x="4216" y="4611"/>
                  </a:cubicBezTo>
                  <a:cubicBezTo>
                    <a:pt x="4204" y="4611"/>
                    <a:pt x="4191" y="4611"/>
                    <a:pt x="4177" y="4610"/>
                  </a:cubicBezTo>
                  <a:cubicBezTo>
                    <a:pt x="3595" y="4591"/>
                    <a:pt x="3119" y="4148"/>
                    <a:pt x="3052" y="3571"/>
                  </a:cubicBezTo>
                  <a:lnTo>
                    <a:pt x="3056" y="3571"/>
                  </a:lnTo>
                  <a:cubicBezTo>
                    <a:pt x="3052" y="3537"/>
                    <a:pt x="3042" y="3509"/>
                    <a:pt x="3023" y="3480"/>
                  </a:cubicBezTo>
                  <a:cubicBezTo>
                    <a:pt x="2489" y="2609"/>
                    <a:pt x="3037" y="1473"/>
                    <a:pt x="4052" y="1358"/>
                  </a:cubicBezTo>
                  <a:cubicBezTo>
                    <a:pt x="4110" y="1351"/>
                    <a:pt x="4167" y="1348"/>
                    <a:pt x="4223" y="1348"/>
                  </a:cubicBezTo>
                  <a:close/>
                  <a:moveTo>
                    <a:pt x="4692" y="4966"/>
                  </a:moveTo>
                  <a:lnTo>
                    <a:pt x="4692" y="5197"/>
                  </a:lnTo>
                  <a:cubicBezTo>
                    <a:pt x="4692" y="5270"/>
                    <a:pt x="4712" y="5342"/>
                    <a:pt x="4745" y="5409"/>
                  </a:cubicBezTo>
                  <a:lnTo>
                    <a:pt x="4543" y="5602"/>
                  </a:lnTo>
                  <a:cubicBezTo>
                    <a:pt x="4452" y="5688"/>
                    <a:pt x="4334" y="5732"/>
                    <a:pt x="4216" y="5732"/>
                  </a:cubicBezTo>
                  <a:cubicBezTo>
                    <a:pt x="4098" y="5732"/>
                    <a:pt x="3980" y="5688"/>
                    <a:pt x="3889" y="5602"/>
                  </a:cubicBezTo>
                  <a:lnTo>
                    <a:pt x="3687" y="5409"/>
                  </a:lnTo>
                  <a:cubicBezTo>
                    <a:pt x="3720" y="5342"/>
                    <a:pt x="3740" y="5270"/>
                    <a:pt x="3740" y="5197"/>
                  </a:cubicBezTo>
                  <a:lnTo>
                    <a:pt x="3740" y="4966"/>
                  </a:lnTo>
                  <a:cubicBezTo>
                    <a:pt x="3894" y="5015"/>
                    <a:pt x="4052" y="5043"/>
                    <a:pt x="4216" y="5043"/>
                  </a:cubicBezTo>
                  <a:lnTo>
                    <a:pt x="4216" y="5039"/>
                  </a:lnTo>
                  <a:cubicBezTo>
                    <a:pt x="4380" y="5039"/>
                    <a:pt x="4538" y="5015"/>
                    <a:pt x="4692" y="4966"/>
                  </a:cubicBezTo>
                  <a:close/>
                  <a:moveTo>
                    <a:pt x="6983" y="6886"/>
                  </a:moveTo>
                  <a:cubicBezTo>
                    <a:pt x="6992" y="6886"/>
                    <a:pt x="7002" y="6891"/>
                    <a:pt x="7002" y="6901"/>
                  </a:cubicBezTo>
                  <a:lnTo>
                    <a:pt x="7002" y="8744"/>
                  </a:lnTo>
                  <a:cubicBezTo>
                    <a:pt x="7002" y="8753"/>
                    <a:pt x="6992" y="8758"/>
                    <a:pt x="6983" y="8758"/>
                  </a:cubicBezTo>
                  <a:lnTo>
                    <a:pt x="4216" y="8758"/>
                  </a:lnTo>
                  <a:cubicBezTo>
                    <a:pt x="4211" y="8758"/>
                    <a:pt x="4202" y="8753"/>
                    <a:pt x="4202" y="8744"/>
                  </a:cubicBezTo>
                  <a:lnTo>
                    <a:pt x="4202" y="6901"/>
                  </a:lnTo>
                  <a:cubicBezTo>
                    <a:pt x="4202" y="6891"/>
                    <a:pt x="4211" y="6886"/>
                    <a:pt x="4216" y="6886"/>
                  </a:cubicBezTo>
                  <a:close/>
                  <a:moveTo>
                    <a:pt x="5092" y="5674"/>
                  </a:moveTo>
                  <a:lnTo>
                    <a:pt x="5813" y="6035"/>
                  </a:lnTo>
                  <a:cubicBezTo>
                    <a:pt x="5977" y="6116"/>
                    <a:pt x="6078" y="6275"/>
                    <a:pt x="6078" y="6458"/>
                  </a:cubicBezTo>
                  <a:lnTo>
                    <a:pt x="4221" y="6458"/>
                  </a:lnTo>
                  <a:cubicBezTo>
                    <a:pt x="3971" y="6458"/>
                    <a:pt x="3773" y="6655"/>
                    <a:pt x="3773" y="6901"/>
                  </a:cubicBezTo>
                  <a:lnTo>
                    <a:pt x="3773" y="7839"/>
                  </a:lnTo>
                  <a:lnTo>
                    <a:pt x="3282" y="7839"/>
                  </a:lnTo>
                  <a:lnTo>
                    <a:pt x="3282" y="6954"/>
                  </a:lnTo>
                  <a:cubicBezTo>
                    <a:pt x="3275" y="6819"/>
                    <a:pt x="3171" y="6752"/>
                    <a:pt x="3066" y="6752"/>
                  </a:cubicBezTo>
                  <a:cubicBezTo>
                    <a:pt x="2961" y="6752"/>
                    <a:pt x="2857" y="6819"/>
                    <a:pt x="2849" y="6954"/>
                  </a:cubicBezTo>
                  <a:lnTo>
                    <a:pt x="2849" y="8056"/>
                  </a:lnTo>
                  <a:cubicBezTo>
                    <a:pt x="2849" y="8171"/>
                    <a:pt x="2946" y="8267"/>
                    <a:pt x="3066" y="8267"/>
                  </a:cubicBezTo>
                  <a:lnTo>
                    <a:pt x="3773" y="8267"/>
                  </a:lnTo>
                  <a:lnTo>
                    <a:pt x="3773" y="8744"/>
                  </a:lnTo>
                  <a:lnTo>
                    <a:pt x="3773" y="8758"/>
                  </a:lnTo>
                  <a:lnTo>
                    <a:pt x="2835" y="8758"/>
                  </a:lnTo>
                  <a:cubicBezTo>
                    <a:pt x="2832" y="8758"/>
                    <a:pt x="2829" y="8758"/>
                    <a:pt x="2826" y="8758"/>
                  </a:cubicBezTo>
                  <a:cubicBezTo>
                    <a:pt x="2566" y="8758"/>
                    <a:pt x="2359" y="8544"/>
                    <a:pt x="2359" y="8287"/>
                  </a:cubicBezTo>
                  <a:lnTo>
                    <a:pt x="2359" y="8282"/>
                  </a:lnTo>
                  <a:lnTo>
                    <a:pt x="2359" y="6463"/>
                  </a:lnTo>
                  <a:cubicBezTo>
                    <a:pt x="2354" y="6280"/>
                    <a:pt x="2460" y="6116"/>
                    <a:pt x="2618" y="6035"/>
                  </a:cubicBezTo>
                  <a:lnTo>
                    <a:pt x="3340" y="5674"/>
                  </a:lnTo>
                  <a:lnTo>
                    <a:pt x="3590" y="5914"/>
                  </a:lnTo>
                  <a:cubicBezTo>
                    <a:pt x="3766" y="6080"/>
                    <a:pt x="3991" y="6163"/>
                    <a:pt x="4216" y="6163"/>
                  </a:cubicBezTo>
                  <a:cubicBezTo>
                    <a:pt x="4441" y="6163"/>
                    <a:pt x="4666" y="6080"/>
                    <a:pt x="4842" y="5914"/>
                  </a:cubicBezTo>
                  <a:lnTo>
                    <a:pt x="5092" y="5674"/>
                  </a:lnTo>
                  <a:close/>
                  <a:moveTo>
                    <a:pt x="13916" y="9191"/>
                  </a:moveTo>
                  <a:lnTo>
                    <a:pt x="13916" y="9682"/>
                  </a:lnTo>
                  <a:lnTo>
                    <a:pt x="973" y="9682"/>
                  </a:lnTo>
                  <a:lnTo>
                    <a:pt x="973" y="9191"/>
                  </a:lnTo>
                  <a:close/>
                  <a:moveTo>
                    <a:pt x="4216" y="1"/>
                  </a:moveTo>
                  <a:cubicBezTo>
                    <a:pt x="3586" y="1"/>
                    <a:pt x="3076" y="458"/>
                    <a:pt x="3076" y="1021"/>
                  </a:cubicBezTo>
                  <a:cubicBezTo>
                    <a:pt x="3076" y="1112"/>
                    <a:pt x="3090" y="1204"/>
                    <a:pt x="3114" y="1290"/>
                  </a:cubicBezTo>
                  <a:cubicBezTo>
                    <a:pt x="2373" y="1844"/>
                    <a:pt x="2166" y="2864"/>
                    <a:pt x="2628" y="3662"/>
                  </a:cubicBezTo>
                  <a:cubicBezTo>
                    <a:pt x="2691" y="4110"/>
                    <a:pt x="2936" y="4505"/>
                    <a:pt x="3307" y="4760"/>
                  </a:cubicBezTo>
                  <a:lnTo>
                    <a:pt x="3307" y="5197"/>
                  </a:lnTo>
                  <a:cubicBezTo>
                    <a:pt x="3307" y="5202"/>
                    <a:pt x="3302" y="5207"/>
                    <a:pt x="3297" y="5212"/>
                  </a:cubicBezTo>
                  <a:lnTo>
                    <a:pt x="2431" y="5650"/>
                  </a:lnTo>
                  <a:cubicBezTo>
                    <a:pt x="2118" y="5804"/>
                    <a:pt x="1926" y="6116"/>
                    <a:pt x="1926" y="6463"/>
                  </a:cubicBezTo>
                  <a:lnTo>
                    <a:pt x="1926" y="8287"/>
                  </a:lnTo>
                  <a:cubicBezTo>
                    <a:pt x="1926" y="8450"/>
                    <a:pt x="1974" y="8619"/>
                    <a:pt x="2060" y="8758"/>
                  </a:cubicBezTo>
                  <a:lnTo>
                    <a:pt x="299" y="8758"/>
                  </a:lnTo>
                  <a:cubicBezTo>
                    <a:pt x="295" y="8758"/>
                    <a:pt x="290" y="8758"/>
                    <a:pt x="285" y="8758"/>
                  </a:cubicBezTo>
                  <a:cubicBezTo>
                    <a:pt x="1" y="8758"/>
                    <a:pt x="1" y="9191"/>
                    <a:pt x="285" y="9191"/>
                  </a:cubicBezTo>
                  <a:cubicBezTo>
                    <a:pt x="290" y="9191"/>
                    <a:pt x="295" y="9191"/>
                    <a:pt x="299" y="9191"/>
                  </a:cubicBezTo>
                  <a:lnTo>
                    <a:pt x="545" y="9191"/>
                  </a:lnTo>
                  <a:lnTo>
                    <a:pt x="545" y="11279"/>
                  </a:lnTo>
                  <a:cubicBezTo>
                    <a:pt x="535" y="11431"/>
                    <a:pt x="647" y="11507"/>
                    <a:pt x="759" y="11507"/>
                  </a:cubicBezTo>
                  <a:cubicBezTo>
                    <a:pt x="871" y="11507"/>
                    <a:pt x="982" y="11431"/>
                    <a:pt x="973" y="11279"/>
                  </a:cubicBezTo>
                  <a:lnTo>
                    <a:pt x="973" y="10115"/>
                  </a:lnTo>
                  <a:lnTo>
                    <a:pt x="13916" y="10115"/>
                  </a:lnTo>
                  <a:lnTo>
                    <a:pt x="13916" y="11279"/>
                  </a:lnTo>
                  <a:cubicBezTo>
                    <a:pt x="13924" y="11417"/>
                    <a:pt x="14028" y="11485"/>
                    <a:pt x="14133" y="11485"/>
                  </a:cubicBezTo>
                  <a:cubicBezTo>
                    <a:pt x="14238" y="11485"/>
                    <a:pt x="14342" y="11417"/>
                    <a:pt x="14350" y="11279"/>
                  </a:cubicBezTo>
                  <a:lnTo>
                    <a:pt x="14350" y="9191"/>
                  </a:lnTo>
                  <a:lnTo>
                    <a:pt x="14595" y="9191"/>
                  </a:lnTo>
                  <a:cubicBezTo>
                    <a:pt x="14864" y="9177"/>
                    <a:pt x="14864" y="8773"/>
                    <a:pt x="14595" y="8758"/>
                  </a:cubicBezTo>
                  <a:lnTo>
                    <a:pt x="7430" y="8758"/>
                  </a:lnTo>
                  <a:lnTo>
                    <a:pt x="7430" y="8744"/>
                  </a:lnTo>
                  <a:lnTo>
                    <a:pt x="7430" y="6901"/>
                  </a:lnTo>
                  <a:cubicBezTo>
                    <a:pt x="7430" y="6655"/>
                    <a:pt x="7228" y="6453"/>
                    <a:pt x="6983" y="6453"/>
                  </a:cubicBezTo>
                  <a:lnTo>
                    <a:pt x="6506" y="6453"/>
                  </a:lnTo>
                  <a:cubicBezTo>
                    <a:pt x="6506" y="6112"/>
                    <a:pt x="6309" y="5799"/>
                    <a:pt x="6006" y="5650"/>
                  </a:cubicBezTo>
                  <a:lnTo>
                    <a:pt x="5130" y="5212"/>
                  </a:lnTo>
                  <a:cubicBezTo>
                    <a:pt x="5125" y="5212"/>
                    <a:pt x="5121" y="5207"/>
                    <a:pt x="5121" y="5197"/>
                  </a:cubicBezTo>
                  <a:lnTo>
                    <a:pt x="5121" y="4760"/>
                  </a:lnTo>
                  <a:cubicBezTo>
                    <a:pt x="5491" y="4505"/>
                    <a:pt x="5736" y="4110"/>
                    <a:pt x="5799" y="3662"/>
                  </a:cubicBezTo>
                  <a:cubicBezTo>
                    <a:pt x="6261" y="2864"/>
                    <a:pt x="6054" y="1844"/>
                    <a:pt x="5313" y="1290"/>
                  </a:cubicBezTo>
                  <a:cubicBezTo>
                    <a:pt x="5337" y="1204"/>
                    <a:pt x="5352" y="1112"/>
                    <a:pt x="5352" y="1021"/>
                  </a:cubicBezTo>
                  <a:cubicBezTo>
                    <a:pt x="5352" y="458"/>
                    <a:pt x="4842" y="1"/>
                    <a:pt x="4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1"/>
            <p:cNvSpPr/>
            <p:nvPr/>
          </p:nvSpPr>
          <p:spPr>
            <a:xfrm>
              <a:off x="5023529" y="2666212"/>
              <a:ext cx="27618" cy="11278"/>
            </a:xfrm>
            <a:custGeom>
              <a:rect b="b" l="l" r="r" t="t"/>
              <a:pathLst>
                <a:path extrusionOk="0" h="430" w="1053">
                  <a:moveTo>
                    <a:pt x="280" y="1"/>
                  </a:moveTo>
                  <a:cubicBezTo>
                    <a:pt x="1" y="1"/>
                    <a:pt x="1" y="430"/>
                    <a:pt x="280" y="430"/>
                  </a:cubicBezTo>
                  <a:cubicBezTo>
                    <a:pt x="286" y="430"/>
                    <a:pt x="292" y="430"/>
                    <a:pt x="298" y="429"/>
                  </a:cubicBezTo>
                  <a:lnTo>
                    <a:pt x="755" y="429"/>
                  </a:lnTo>
                  <a:cubicBezTo>
                    <a:pt x="761" y="430"/>
                    <a:pt x="767" y="430"/>
                    <a:pt x="773" y="430"/>
                  </a:cubicBezTo>
                  <a:cubicBezTo>
                    <a:pt x="1052" y="430"/>
                    <a:pt x="1052" y="1"/>
                    <a:pt x="773" y="1"/>
                  </a:cubicBezTo>
                  <a:cubicBezTo>
                    <a:pt x="767" y="1"/>
                    <a:pt x="761" y="1"/>
                    <a:pt x="755" y="1"/>
                  </a:cubicBezTo>
                  <a:lnTo>
                    <a:pt x="298" y="1"/>
                  </a:lnTo>
                  <a:cubicBezTo>
                    <a:pt x="292" y="1"/>
                    <a:pt x="286"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1"/>
            <p:cNvSpPr/>
            <p:nvPr/>
          </p:nvSpPr>
          <p:spPr>
            <a:xfrm>
              <a:off x="5074095" y="2430348"/>
              <a:ext cx="192615" cy="188523"/>
            </a:xfrm>
            <a:custGeom>
              <a:rect b="b" l="l" r="r" t="t"/>
              <a:pathLst>
                <a:path extrusionOk="0" h="7188" w="7344">
                  <a:moveTo>
                    <a:pt x="6439" y="434"/>
                  </a:moveTo>
                  <a:cubicBezTo>
                    <a:pt x="6699" y="434"/>
                    <a:pt x="6911" y="646"/>
                    <a:pt x="6915" y="910"/>
                  </a:cubicBezTo>
                  <a:lnTo>
                    <a:pt x="6915" y="4596"/>
                  </a:lnTo>
                  <a:cubicBezTo>
                    <a:pt x="6915" y="4861"/>
                    <a:pt x="6699" y="5077"/>
                    <a:pt x="6434" y="5077"/>
                  </a:cubicBezTo>
                  <a:lnTo>
                    <a:pt x="3668" y="5077"/>
                  </a:lnTo>
                  <a:cubicBezTo>
                    <a:pt x="3624" y="5077"/>
                    <a:pt x="3576" y="5092"/>
                    <a:pt x="3542" y="5116"/>
                  </a:cubicBezTo>
                  <a:lnTo>
                    <a:pt x="1483" y="6612"/>
                  </a:lnTo>
                  <a:lnTo>
                    <a:pt x="1801" y="5342"/>
                  </a:lnTo>
                  <a:cubicBezTo>
                    <a:pt x="1834" y="5207"/>
                    <a:pt x="1733" y="5077"/>
                    <a:pt x="1594" y="5077"/>
                  </a:cubicBezTo>
                  <a:lnTo>
                    <a:pt x="901" y="5077"/>
                  </a:lnTo>
                  <a:cubicBezTo>
                    <a:pt x="636" y="5073"/>
                    <a:pt x="424" y="4861"/>
                    <a:pt x="424" y="4601"/>
                  </a:cubicBezTo>
                  <a:lnTo>
                    <a:pt x="424" y="910"/>
                  </a:lnTo>
                  <a:lnTo>
                    <a:pt x="429" y="910"/>
                  </a:lnTo>
                  <a:cubicBezTo>
                    <a:pt x="429" y="646"/>
                    <a:pt x="641" y="434"/>
                    <a:pt x="906" y="434"/>
                  </a:cubicBezTo>
                  <a:close/>
                  <a:moveTo>
                    <a:pt x="901" y="1"/>
                  </a:moveTo>
                  <a:cubicBezTo>
                    <a:pt x="400" y="6"/>
                    <a:pt x="1" y="410"/>
                    <a:pt x="1" y="910"/>
                  </a:cubicBezTo>
                  <a:lnTo>
                    <a:pt x="1" y="4596"/>
                  </a:lnTo>
                  <a:cubicBezTo>
                    <a:pt x="1" y="5097"/>
                    <a:pt x="405" y="5506"/>
                    <a:pt x="906" y="5506"/>
                  </a:cubicBezTo>
                  <a:lnTo>
                    <a:pt x="1324" y="5506"/>
                  </a:lnTo>
                  <a:lnTo>
                    <a:pt x="1007" y="6776"/>
                  </a:lnTo>
                  <a:cubicBezTo>
                    <a:pt x="949" y="7001"/>
                    <a:pt x="1128" y="7187"/>
                    <a:pt x="1328" y="7187"/>
                  </a:cubicBezTo>
                  <a:cubicBezTo>
                    <a:pt x="1393" y="7187"/>
                    <a:pt x="1460" y="7167"/>
                    <a:pt x="1521" y="7122"/>
                  </a:cubicBezTo>
                  <a:lnTo>
                    <a:pt x="3745" y="5506"/>
                  </a:lnTo>
                  <a:lnTo>
                    <a:pt x="6434" y="5506"/>
                  </a:lnTo>
                  <a:cubicBezTo>
                    <a:pt x="6935" y="5506"/>
                    <a:pt x="7344" y="5097"/>
                    <a:pt x="7344" y="4596"/>
                  </a:cubicBezTo>
                  <a:lnTo>
                    <a:pt x="7344" y="910"/>
                  </a:lnTo>
                  <a:cubicBezTo>
                    <a:pt x="7339" y="410"/>
                    <a:pt x="6935" y="1"/>
                    <a:pt x="6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1"/>
            <p:cNvSpPr/>
            <p:nvPr/>
          </p:nvSpPr>
          <p:spPr>
            <a:xfrm>
              <a:off x="5108086" y="2466699"/>
              <a:ext cx="33047" cy="11278"/>
            </a:xfrm>
            <a:custGeom>
              <a:rect b="b" l="l" r="r" t="t"/>
              <a:pathLst>
                <a:path extrusionOk="0" h="430" w="1260">
                  <a:moveTo>
                    <a:pt x="280" y="0"/>
                  </a:moveTo>
                  <a:cubicBezTo>
                    <a:pt x="1" y="0"/>
                    <a:pt x="1" y="430"/>
                    <a:pt x="280" y="430"/>
                  </a:cubicBezTo>
                  <a:cubicBezTo>
                    <a:pt x="286" y="430"/>
                    <a:pt x="292" y="429"/>
                    <a:pt x="298" y="429"/>
                  </a:cubicBezTo>
                  <a:lnTo>
                    <a:pt x="991" y="429"/>
                  </a:lnTo>
                  <a:cubicBezTo>
                    <a:pt x="1260" y="415"/>
                    <a:pt x="1260" y="15"/>
                    <a:pt x="991" y="1"/>
                  </a:cubicBezTo>
                  <a:lnTo>
                    <a:pt x="298" y="1"/>
                  </a:lnTo>
                  <a:cubicBezTo>
                    <a:pt x="292" y="0"/>
                    <a:pt x="286" y="0"/>
                    <a:pt x="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1"/>
            <p:cNvSpPr/>
            <p:nvPr/>
          </p:nvSpPr>
          <p:spPr>
            <a:xfrm>
              <a:off x="5150496" y="2466699"/>
              <a:ext cx="82118" cy="11278"/>
            </a:xfrm>
            <a:custGeom>
              <a:rect b="b" l="l" r="r" t="t"/>
              <a:pathLst>
                <a:path extrusionOk="0" h="430" w="3131">
                  <a:moveTo>
                    <a:pt x="279" y="0"/>
                  </a:moveTo>
                  <a:cubicBezTo>
                    <a:pt x="0" y="0"/>
                    <a:pt x="0" y="430"/>
                    <a:pt x="279" y="430"/>
                  </a:cubicBezTo>
                  <a:cubicBezTo>
                    <a:pt x="285" y="430"/>
                    <a:pt x="291" y="429"/>
                    <a:pt x="297" y="429"/>
                  </a:cubicBezTo>
                  <a:lnTo>
                    <a:pt x="2833" y="429"/>
                  </a:lnTo>
                  <a:cubicBezTo>
                    <a:pt x="2839" y="429"/>
                    <a:pt x="2845" y="430"/>
                    <a:pt x="2851" y="430"/>
                  </a:cubicBezTo>
                  <a:cubicBezTo>
                    <a:pt x="3130" y="430"/>
                    <a:pt x="3130" y="0"/>
                    <a:pt x="2851" y="0"/>
                  </a:cubicBezTo>
                  <a:cubicBezTo>
                    <a:pt x="2845" y="0"/>
                    <a:pt x="2839" y="0"/>
                    <a:pt x="2833" y="1"/>
                  </a:cubicBezTo>
                  <a:lnTo>
                    <a:pt x="297" y="1"/>
                  </a:lnTo>
                  <a:cubicBezTo>
                    <a:pt x="291" y="0"/>
                    <a:pt x="285"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1"/>
            <p:cNvSpPr/>
            <p:nvPr/>
          </p:nvSpPr>
          <p:spPr>
            <a:xfrm>
              <a:off x="5108060" y="2496861"/>
              <a:ext cx="123951" cy="11409"/>
            </a:xfrm>
            <a:custGeom>
              <a:rect b="b" l="l" r="r" t="t"/>
              <a:pathLst>
                <a:path extrusionOk="0" h="435" w="4726">
                  <a:moveTo>
                    <a:pt x="285" y="0"/>
                  </a:moveTo>
                  <a:cubicBezTo>
                    <a:pt x="0" y="0"/>
                    <a:pt x="0" y="434"/>
                    <a:pt x="285" y="434"/>
                  </a:cubicBezTo>
                  <a:cubicBezTo>
                    <a:pt x="289" y="434"/>
                    <a:pt x="294" y="434"/>
                    <a:pt x="299" y="434"/>
                  </a:cubicBezTo>
                  <a:lnTo>
                    <a:pt x="4451" y="434"/>
                  </a:lnTo>
                  <a:cubicBezTo>
                    <a:pt x="4725" y="419"/>
                    <a:pt x="4725" y="15"/>
                    <a:pt x="4451" y="1"/>
                  </a:cubicBezTo>
                  <a:lnTo>
                    <a:pt x="299" y="1"/>
                  </a:lnTo>
                  <a:cubicBezTo>
                    <a:pt x="294" y="1"/>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1"/>
            <p:cNvSpPr/>
            <p:nvPr/>
          </p:nvSpPr>
          <p:spPr>
            <a:xfrm>
              <a:off x="5108060" y="2527153"/>
              <a:ext cx="82171" cy="11383"/>
            </a:xfrm>
            <a:custGeom>
              <a:rect b="b" l="l" r="r" t="t"/>
              <a:pathLst>
                <a:path extrusionOk="0" h="434" w="3133">
                  <a:moveTo>
                    <a:pt x="285" y="0"/>
                  </a:moveTo>
                  <a:cubicBezTo>
                    <a:pt x="0" y="0"/>
                    <a:pt x="0" y="434"/>
                    <a:pt x="285" y="434"/>
                  </a:cubicBezTo>
                  <a:cubicBezTo>
                    <a:pt x="289" y="434"/>
                    <a:pt x="294" y="434"/>
                    <a:pt x="299" y="434"/>
                  </a:cubicBezTo>
                  <a:lnTo>
                    <a:pt x="2834" y="434"/>
                  </a:lnTo>
                  <a:cubicBezTo>
                    <a:pt x="2839" y="434"/>
                    <a:pt x="2844" y="434"/>
                    <a:pt x="2848" y="434"/>
                  </a:cubicBezTo>
                  <a:cubicBezTo>
                    <a:pt x="3133" y="434"/>
                    <a:pt x="3133" y="0"/>
                    <a:pt x="2848" y="0"/>
                  </a:cubicBezTo>
                  <a:cubicBezTo>
                    <a:pt x="2844" y="0"/>
                    <a:pt x="2839" y="0"/>
                    <a:pt x="2834" y="1"/>
                  </a:cubicBezTo>
                  <a:lnTo>
                    <a:pt x="299" y="1"/>
                  </a:lnTo>
                  <a:cubicBezTo>
                    <a:pt x="294" y="0"/>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1"/>
            <p:cNvSpPr/>
            <p:nvPr/>
          </p:nvSpPr>
          <p:spPr>
            <a:xfrm>
              <a:off x="5199437" y="2527153"/>
              <a:ext cx="32443" cy="11383"/>
            </a:xfrm>
            <a:custGeom>
              <a:rect b="b" l="l" r="r" t="t"/>
              <a:pathLst>
                <a:path extrusionOk="0" h="434" w="1237">
                  <a:moveTo>
                    <a:pt x="274" y="1"/>
                  </a:moveTo>
                  <a:cubicBezTo>
                    <a:pt x="0" y="15"/>
                    <a:pt x="0" y="419"/>
                    <a:pt x="274" y="434"/>
                  </a:cubicBezTo>
                  <a:lnTo>
                    <a:pt x="962" y="434"/>
                  </a:lnTo>
                  <a:cubicBezTo>
                    <a:pt x="1237" y="419"/>
                    <a:pt x="1237" y="15"/>
                    <a:pt x="9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81"/>
          <p:cNvGrpSpPr/>
          <p:nvPr/>
        </p:nvGrpSpPr>
        <p:grpSpPr>
          <a:xfrm>
            <a:off x="5747880" y="2442596"/>
            <a:ext cx="433645" cy="315176"/>
            <a:chOff x="5747880" y="2442596"/>
            <a:chExt cx="433645" cy="315176"/>
          </a:xfrm>
        </p:grpSpPr>
        <p:sp>
          <p:nvSpPr>
            <p:cNvPr id="11547" name="Google Shape;11547;p81"/>
            <p:cNvSpPr/>
            <p:nvPr/>
          </p:nvSpPr>
          <p:spPr>
            <a:xfrm>
              <a:off x="6018207" y="2462660"/>
              <a:ext cx="33597" cy="73857"/>
            </a:xfrm>
            <a:custGeom>
              <a:rect b="b" l="l" r="r" t="t"/>
              <a:pathLst>
                <a:path extrusionOk="0" h="2816" w="1281">
                  <a:moveTo>
                    <a:pt x="770" y="1"/>
                  </a:moveTo>
                  <a:cubicBezTo>
                    <a:pt x="347" y="1"/>
                    <a:pt x="1" y="342"/>
                    <a:pt x="1" y="766"/>
                  </a:cubicBezTo>
                  <a:lnTo>
                    <a:pt x="1" y="949"/>
                  </a:lnTo>
                  <a:cubicBezTo>
                    <a:pt x="1" y="1165"/>
                    <a:pt x="34" y="1387"/>
                    <a:pt x="106" y="1593"/>
                  </a:cubicBezTo>
                  <a:lnTo>
                    <a:pt x="511" y="2816"/>
                  </a:lnTo>
                  <a:lnTo>
                    <a:pt x="1281" y="2816"/>
                  </a:lnTo>
                  <a:lnTo>
                    <a:pt x="1281"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1"/>
            <p:cNvSpPr/>
            <p:nvPr/>
          </p:nvSpPr>
          <p:spPr>
            <a:xfrm>
              <a:off x="6031714" y="2455972"/>
              <a:ext cx="80414" cy="80414"/>
            </a:xfrm>
            <a:custGeom>
              <a:rect b="b" l="l" r="r" t="t"/>
              <a:pathLst>
                <a:path extrusionOk="0" h="3066" w="3066">
                  <a:moveTo>
                    <a:pt x="766" y="1"/>
                  </a:moveTo>
                  <a:cubicBezTo>
                    <a:pt x="342" y="1"/>
                    <a:pt x="0" y="342"/>
                    <a:pt x="0" y="766"/>
                  </a:cubicBezTo>
                  <a:cubicBezTo>
                    <a:pt x="0" y="1050"/>
                    <a:pt x="227" y="1276"/>
                    <a:pt x="511" y="1276"/>
                  </a:cubicBezTo>
                  <a:lnTo>
                    <a:pt x="2555" y="3066"/>
                  </a:lnTo>
                  <a:lnTo>
                    <a:pt x="3008" y="1483"/>
                  </a:lnTo>
                  <a:cubicBezTo>
                    <a:pt x="3046" y="1348"/>
                    <a:pt x="3066" y="1204"/>
                    <a:pt x="3066" y="1064"/>
                  </a:cubicBezTo>
                  <a:lnTo>
                    <a:pt x="30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1"/>
            <p:cNvSpPr/>
            <p:nvPr/>
          </p:nvSpPr>
          <p:spPr>
            <a:xfrm>
              <a:off x="6045090" y="2556554"/>
              <a:ext cx="40285" cy="40285"/>
            </a:xfrm>
            <a:custGeom>
              <a:rect b="b" l="l" r="r" t="t"/>
              <a:pathLst>
                <a:path extrusionOk="0" h="1536" w="1536">
                  <a:moveTo>
                    <a:pt x="1" y="1"/>
                  </a:moveTo>
                  <a:lnTo>
                    <a:pt x="1" y="1536"/>
                  </a:lnTo>
                  <a:lnTo>
                    <a:pt x="1535" y="1536"/>
                  </a:lnTo>
                  <a:lnTo>
                    <a:pt x="153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1"/>
            <p:cNvSpPr/>
            <p:nvPr/>
          </p:nvSpPr>
          <p:spPr>
            <a:xfrm>
              <a:off x="5998012" y="2572842"/>
              <a:ext cx="134180" cy="117893"/>
            </a:xfrm>
            <a:custGeom>
              <a:rect b="b" l="l" r="r" t="t"/>
              <a:pathLst>
                <a:path extrusionOk="0" h="4495" w="5116">
                  <a:moveTo>
                    <a:pt x="1796" y="0"/>
                  </a:moveTo>
                  <a:lnTo>
                    <a:pt x="559" y="352"/>
                  </a:lnTo>
                  <a:cubicBezTo>
                    <a:pt x="232" y="448"/>
                    <a:pt x="1" y="746"/>
                    <a:pt x="1" y="1088"/>
                  </a:cubicBezTo>
                  <a:lnTo>
                    <a:pt x="1" y="4495"/>
                  </a:lnTo>
                  <a:lnTo>
                    <a:pt x="4091" y="4495"/>
                  </a:lnTo>
                  <a:cubicBezTo>
                    <a:pt x="4658" y="4495"/>
                    <a:pt x="5116" y="4037"/>
                    <a:pt x="5116" y="3470"/>
                  </a:cubicBezTo>
                  <a:lnTo>
                    <a:pt x="5116" y="1088"/>
                  </a:lnTo>
                  <a:cubicBezTo>
                    <a:pt x="5116" y="746"/>
                    <a:pt x="4889" y="448"/>
                    <a:pt x="4562" y="352"/>
                  </a:cubicBezTo>
                  <a:lnTo>
                    <a:pt x="3326" y="0"/>
                  </a:lnTo>
                  <a:lnTo>
                    <a:pt x="3027" y="361"/>
                  </a:lnTo>
                  <a:cubicBezTo>
                    <a:pt x="2905" y="506"/>
                    <a:pt x="2733" y="578"/>
                    <a:pt x="2561" y="578"/>
                  </a:cubicBezTo>
                  <a:cubicBezTo>
                    <a:pt x="2389" y="578"/>
                    <a:pt x="2217" y="506"/>
                    <a:pt x="2094" y="361"/>
                  </a:cubicBezTo>
                  <a:lnTo>
                    <a:pt x="1796"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1"/>
            <p:cNvSpPr/>
            <p:nvPr/>
          </p:nvSpPr>
          <p:spPr>
            <a:xfrm>
              <a:off x="6024895" y="2489543"/>
              <a:ext cx="80545" cy="73726"/>
            </a:xfrm>
            <a:custGeom>
              <a:rect b="b" l="l" r="r" t="t"/>
              <a:pathLst>
                <a:path extrusionOk="0" h="2811" w="3071">
                  <a:moveTo>
                    <a:pt x="971" y="0"/>
                  </a:moveTo>
                  <a:cubicBezTo>
                    <a:pt x="837" y="0"/>
                    <a:pt x="709" y="57"/>
                    <a:pt x="617" y="150"/>
                  </a:cubicBezTo>
                  <a:lnTo>
                    <a:pt x="362" y="405"/>
                  </a:lnTo>
                  <a:cubicBezTo>
                    <a:pt x="131" y="636"/>
                    <a:pt x="1" y="949"/>
                    <a:pt x="1" y="1276"/>
                  </a:cubicBezTo>
                  <a:cubicBezTo>
                    <a:pt x="1" y="2123"/>
                    <a:pt x="689" y="2811"/>
                    <a:pt x="1536" y="2811"/>
                  </a:cubicBezTo>
                  <a:cubicBezTo>
                    <a:pt x="2382" y="2811"/>
                    <a:pt x="3071" y="2123"/>
                    <a:pt x="3071" y="1276"/>
                  </a:cubicBezTo>
                  <a:lnTo>
                    <a:pt x="3071" y="949"/>
                  </a:lnTo>
                  <a:cubicBezTo>
                    <a:pt x="3071" y="814"/>
                    <a:pt x="3018" y="684"/>
                    <a:pt x="2921" y="588"/>
                  </a:cubicBezTo>
                  <a:cubicBezTo>
                    <a:pt x="2527" y="203"/>
                    <a:pt x="1805" y="25"/>
                    <a:pt x="987" y="1"/>
                  </a:cubicBezTo>
                  <a:cubicBezTo>
                    <a:pt x="982" y="0"/>
                    <a:pt x="976" y="0"/>
                    <a:pt x="97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1"/>
            <p:cNvSpPr/>
            <p:nvPr/>
          </p:nvSpPr>
          <p:spPr>
            <a:xfrm>
              <a:off x="6024895" y="2489543"/>
              <a:ext cx="80282" cy="72099"/>
            </a:xfrm>
            <a:custGeom>
              <a:rect b="b" l="l" r="r" t="t"/>
              <a:pathLst>
                <a:path extrusionOk="0" h="2749" w="3061">
                  <a:moveTo>
                    <a:pt x="971" y="0"/>
                  </a:moveTo>
                  <a:cubicBezTo>
                    <a:pt x="837" y="0"/>
                    <a:pt x="709" y="57"/>
                    <a:pt x="617" y="150"/>
                  </a:cubicBezTo>
                  <a:lnTo>
                    <a:pt x="362" y="405"/>
                  </a:lnTo>
                  <a:cubicBezTo>
                    <a:pt x="131" y="636"/>
                    <a:pt x="1" y="949"/>
                    <a:pt x="1" y="1276"/>
                  </a:cubicBezTo>
                  <a:cubicBezTo>
                    <a:pt x="1" y="1959"/>
                    <a:pt x="453" y="2561"/>
                    <a:pt x="1112" y="2748"/>
                  </a:cubicBezTo>
                  <a:cubicBezTo>
                    <a:pt x="891" y="2479"/>
                    <a:pt x="771" y="2137"/>
                    <a:pt x="771" y="1786"/>
                  </a:cubicBezTo>
                  <a:lnTo>
                    <a:pt x="771" y="1276"/>
                  </a:lnTo>
                  <a:cubicBezTo>
                    <a:pt x="771" y="994"/>
                    <a:pt x="997" y="765"/>
                    <a:pt x="1276" y="765"/>
                  </a:cubicBezTo>
                  <a:cubicBezTo>
                    <a:pt x="1287" y="765"/>
                    <a:pt x="1298" y="765"/>
                    <a:pt x="1309" y="766"/>
                  </a:cubicBezTo>
                  <a:cubicBezTo>
                    <a:pt x="1824" y="799"/>
                    <a:pt x="2594" y="886"/>
                    <a:pt x="3061" y="1112"/>
                  </a:cubicBezTo>
                  <a:cubicBezTo>
                    <a:pt x="3046" y="1002"/>
                    <a:pt x="3003" y="665"/>
                    <a:pt x="2921" y="588"/>
                  </a:cubicBezTo>
                  <a:cubicBezTo>
                    <a:pt x="2527" y="203"/>
                    <a:pt x="1805" y="25"/>
                    <a:pt x="987" y="1"/>
                  </a:cubicBezTo>
                  <a:cubicBezTo>
                    <a:pt x="982" y="0"/>
                    <a:pt x="976" y="0"/>
                    <a:pt x="9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1"/>
            <p:cNvSpPr/>
            <p:nvPr/>
          </p:nvSpPr>
          <p:spPr>
            <a:xfrm>
              <a:off x="6045090" y="2589889"/>
              <a:ext cx="87102" cy="100845"/>
            </a:xfrm>
            <a:custGeom>
              <a:rect b="b" l="l" r="r" t="t"/>
              <a:pathLst>
                <a:path extrusionOk="0" h="3845" w="3321">
                  <a:moveTo>
                    <a:pt x="3186" y="0"/>
                  </a:moveTo>
                  <a:lnTo>
                    <a:pt x="2527" y="659"/>
                  </a:lnTo>
                  <a:cubicBezTo>
                    <a:pt x="2382" y="804"/>
                    <a:pt x="2301" y="996"/>
                    <a:pt x="2301" y="1203"/>
                  </a:cubicBezTo>
                  <a:lnTo>
                    <a:pt x="2301" y="2565"/>
                  </a:lnTo>
                  <a:lnTo>
                    <a:pt x="1" y="2565"/>
                  </a:lnTo>
                  <a:lnTo>
                    <a:pt x="1" y="3845"/>
                  </a:lnTo>
                  <a:lnTo>
                    <a:pt x="2301" y="3845"/>
                  </a:lnTo>
                  <a:cubicBezTo>
                    <a:pt x="2863" y="3845"/>
                    <a:pt x="3321" y="3387"/>
                    <a:pt x="3321" y="2820"/>
                  </a:cubicBezTo>
                  <a:lnTo>
                    <a:pt x="3321" y="438"/>
                  </a:lnTo>
                  <a:cubicBezTo>
                    <a:pt x="3321" y="284"/>
                    <a:pt x="3272" y="130"/>
                    <a:pt x="31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1"/>
            <p:cNvSpPr/>
            <p:nvPr/>
          </p:nvSpPr>
          <p:spPr>
            <a:xfrm>
              <a:off x="5984636" y="2616878"/>
              <a:ext cx="93921" cy="67037"/>
            </a:xfrm>
            <a:custGeom>
              <a:rect b="b" l="l" r="r" t="t"/>
              <a:pathLst>
                <a:path extrusionOk="0" h="2556" w="3581">
                  <a:moveTo>
                    <a:pt x="256" y="1"/>
                  </a:moveTo>
                  <a:cubicBezTo>
                    <a:pt x="116" y="1"/>
                    <a:pt x="1" y="116"/>
                    <a:pt x="1" y="256"/>
                  </a:cubicBezTo>
                  <a:lnTo>
                    <a:pt x="1" y="2301"/>
                  </a:lnTo>
                  <a:cubicBezTo>
                    <a:pt x="1" y="2445"/>
                    <a:pt x="116" y="2556"/>
                    <a:pt x="256" y="2556"/>
                  </a:cubicBezTo>
                  <a:lnTo>
                    <a:pt x="3326" y="2556"/>
                  </a:lnTo>
                  <a:cubicBezTo>
                    <a:pt x="3465" y="2556"/>
                    <a:pt x="3581" y="2445"/>
                    <a:pt x="3581" y="2301"/>
                  </a:cubicBezTo>
                  <a:lnTo>
                    <a:pt x="3581" y="256"/>
                  </a:lnTo>
                  <a:cubicBezTo>
                    <a:pt x="3581" y="116"/>
                    <a:pt x="3465" y="1"/>
                    <a:pt x="332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1"/>
            <p:cNvSpPr/>
            <p:nvPr/>
          </p:nvSpPr>
          <p:spPr>
            <a:xfrm>
              <a:off x="5810223" y="2563242"/>
              <a:ext cx="134311" cy="120804"/>
            </a:xfrm>
            <a:custGeom>
              <a:rect b="b" l="l" r="r" t="t"/>
              <a:pathLst>
                <a:path extrusionOk="0" h="4606" w="5121">
                  <a:moveTo>
                    <a:pt x="1791" y="1"/>
                  </a:moveTo>
                  <a:lnTo>
                    <a:pt x="1791" y="131"/>
                  </a:lnTo>
                  <a:cubicBezTo>
                    <a:pt x="1791" y="357"/>
                    <a:pt x="1642" y="559"/>
                    <a:pt x="1420" y="621"/>
                  </a:cubicBezTo>
                  <a:lnTo>
                    <a:pt x="559" y="867"/>
                  </a:lnTo>
                  <a:cubicBezTo>
                    <a:pt x="227" y="963"/>
                    <a:pt x="1" y="1261"/>
                    <a:pt x="1" y="1603"/>
                  </a:cubicBezTo>
                  <a:lnTo>
                    <a:pt x="1" y="3840"/>
                  </a:lnTo>
                  <a:cubicBezTo>
                    <a:pt x="1" y="4264"/>
                    <a:pt x="347" y="4606"/>
                    <a:pt x="771" y="4606"/>
                  </a:cubicBezTo>
                  <a:lnTo>
                    <a:pt x="4351" y="4606"/>
                  </a:lnTo>
                  <a:cubicBezTo>
                    <a:pt x="4774" y="4606"/>
                    <a:pt x="5121" y="4264"/>
                    <a:pt x="5121" y="3840"/>
                  </a:cubicBezTo>
                  <a:lnTo>
                    <a:pt x="5121" y="1603"/>
                  </a:lnTo>
                  <a:cubicBezTo>
                    <a:pt x="5116" y="1261"/>
                    <a:pt x="4890" y="958"/>
                    <a:pt x="4562" y="867"/>
                  </a:cubicBezTo>
                  <a:lnTo>
                    <a:pt x="3701" y="621"/>
                  </a:lnTo>
                  <a:cubicBezTo>
                    <a:pt x="3480" y="554"/>
                    <a:pt x="3331" y="352"/>
                    <a:pt x="3331" y="121"/>
                  </a:cubicBezTo>
                  <a:lnTo>
                    <a:pt x="3331"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1"/>
            <p:cNvSpPr/>
            <p:nvPr/>
          </p:nvSpPr>
          <p:spPr>
            <a:xfrm>
              <a:off x="5810223" y="2593797"/>
              <a:ext cx="26909" cy="90249"/>
            </a:xfrm>
            <a:custGeom>
              <a:rect b="b" l="l" r="r" t="t"/>
              <a:pathLst>
                <a:path extrusionOk="0" h="3441" w="1026">
                  <a:moveTo>
                    <a:pt x="140" y="0"/>
                  </a:moveTo>
                  <a:cubicBezTo>
                    <a:pt x="49" y="125"/>
                    <a:pt x="1" y="279"/>
                    <a:pt x="1" y="438"/>
                  </a:cubicBezTo>
                  <a:lnTo>
                    <a:pt x="1" y="2671"/>
                  </a:lnTo>
                  <a:cubicBezTo>
                    <a:pt x="1" y="3094"/>
                    <a:pt x="342" y="3441"/>
                    <a:pt x="766" y="3441"/>
                  </a:cubicBezTo>
                  <a:lnTo>
                    <a:pt x="1026" y="3441"/>
                  </a:lnTo>
                  <a:lnTo>
                    <a:pt x="1026" y="881"/>
                  </a:lnTo>
                  <a:lnTo>
                    <a:pt x="140"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1"/>
            <p:cNvSpPr/>
            <p:nvPr/>
          </p:nvSpPr>
          <p:spPr>
            <a:xfrm>
              <a:off x="5917624" y="2593797"/>
              <a:ext cx="26778" cy="90249"/>
            </a:xfrm>
            <a:custGeom>
              <a:rect b="b" l="l" r="r" t="t"/>
              <a:pathLst>
                <a:path extrusionOk="0" h="3441" w="1021">
                  <a:moveTo>
                    <a:pt x="881" y="0"/>
                  </a:moveTo>
                  <a:lnTo>
                    <a:pt x="1" y="881"/>
                  </a:lnTo>
                  <a:lnTo>
                    <a:pt x="1" y="3441"/>
                  </a:lnTo>
                  <a:lnTo>
                    <a:pt x="256" y="3441"/>
                  </a:lnTo>
                  <a:cubicBezTo>
                    <a:pt x="679" y="3441"/>
                    <a:pt x="1021" y="3094"/>
                    <a:pt x="1021" y="2671"/>
                  </a:cubicBezTo>
                  <a:lnTo>
                    <a:pt x="1021" y="438"/>
                  </a:lnTo>
                  <a:cubicBezTo>
                    <a:pt x="1021" y="279"/>
                    <a:pt x="973" y="125"/>
                    <a:pt x="881"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1"/>
            <p:cNvSpPr/>
            <p:nvPr/>
          </p:nvSpPr>
          <p:spPr>
            <a:xfrm>
              <a:off x="5845053" y="2563242"/>
              <a:ext cx="64520" cy="20090"/>
            </a:xfrm>
            <a:custGeom>
              <a:rect b="b" l="l" r="r" t="t"/>
              <a:pathLst>
                <a:path extrusionOk="0" h="766" w="2460">
                  <a:moveTo>
                    <a:pt x="463" y="1"/>
                  </a:moveTo>
                  <a:lnTo>
                    <a:pt x="463" y="131"/>
                  </a:lnTo>
                  <a:cubicBezTo>
                    <a:pt x="463" y="357"/>
                    <a:pt x="314" y="559"/>
                    <a:pt x="92" y="621"/>
                  </a:cubicBezTo>
                  <a:lnTo>
                    <a:pt x="1" y="645"/>
                  </a:lnTo>
                  <a:cubicBezTo>
                    <a:pt x="410" y="727"/>
                    <a:pt x="819" y="766"/>
                    <a:pt x="1233" y="766"/>
                  </a:cubicBezTo>
                  <a:cubicBezTo>
                    <a:pt x="1647" y="766"/>
                    <a:pt x="2056" y="722"/>
                    <a:pt x="2460" y="645"/>
                  </a:cubicBezTo>
                  <a:lnTo>
                    <a:pt x="2378" y="621"/>
                  </a:lnTo>
                  <a:cubicBezTo>
                    <a:pt x="2152" y="554"/>
                    <a:pt x="2003" y="352"/>
                    <a:pt x="2003" y="121"/>
                  </a:cubicBezTo>
                  <a:lnTo>
                    <a:pt x="200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1"/>
            <p:cNvSpPr/>
            <p:nvPr/>
          </p:nvSpPr>
          <p:spPr>
            <a:xfrm>
              <a:off x="5818301" y="2449153"/>
              <a:ext cx="118155" cy="120804"/>
            </a:xfrm>
            <a:custGeom>
              <a:rect b="b" l="l" r="r" t="t"/>
              <a:pathLst>
                <a:path extrusionOk="0" h="4606" w="4505">
                  <a:moveTo>
                    <a:pt x="2253" y="1"/>
                  </a:moveTo>
                  <a:cubicBezTo>
                    <a:pt x="1261" y="1"/>
                    <a:pt x="530" y="814"/>
                    <a:pt x="463" y="1815"/>
                  </a:cubicBezTo>
                  <a:cubicBezTo>
                    <a:pt x="424" y="2335"/>
                    <a:pt x="256" y="3331"/>
                    <a:pt x="44" y="3918"/>
                  </a:cubicBezTo>
                  <a:cubicBezTo>
                    <a:pt x="1" y="4052"/>
                    <a:pt x="68" y="4197"/>
                    <a:pt x="198" y="4240"/>
                  </a:cubicBezTo>
                  <a:cubicBezTo>
                    <a:pt x="857" y="4476"/>
                    <a:pt x="1550" y="4601"/>
                    <a:pt x="2253" y="4606"/>
                  </a:cubicBezTo>
                  <a:cubicBezTo>
                    <a:pt x="2950" y="4601"/>
                    <a:pt x="3648" y="4476"/>
                    <a:pt x="4307" y="4240"/>
                  </a:cubicBezTo>
                  <a:cubicBezTo>
                    <a:pt x="4437" y="4197"/>
                    <a:pt x="4505" y="4052"/>
                    <a:pt x="4461" y="3918"/>
                  </a:cubicBezTo>
                  <a:cubicBezTo>
                    <a:pt x="4245" y="3331"/>
                    <a:pt x="4081" y="2335"/>
                    <a:pt x="4043" y="1815"/>
                  </a:cubicBezTo>
                  <a:cubicBezTo>
                    <a:pt x="3970" y="814"/>
                    <a:pt x="3239" y="1"/>
                    <a:pt x="22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1"/>
            <p:cNvSpPr/>
            <p:nvPr/>
          </p:nvSpPr>
          <p:spPr>
            <a:xfrm>
              <a:off x="5818301" y="2449153"/>
              <a:ext cx="71968" cy="118417"/>
            </a:xfrm>
            <a:custGeom>
              <a:rect b="b" l="l" r="r" t="t"/>
              <a:pathLst>
                <a:path extrusionOk="0" h="4515" w="2744">
                  <a:moveTo>
                    <a:pt x="2253" y="1"/>
                  </a:moveTo>
                  <a:cubicBezTo>
                    <a:pt x="1261" y="1"/>
                    <a:pt x="530" y="819"/>
                    <a:pt x="463" y="1815"/>
                  </a:cubicBezTo>
                  <a:cubicBezTo>
                    <a:pt x="424" y="2335"/>
                    <a:pt x="256" y="3331"/>
                    <a:pt x="44" y="3922"/>
                  </a:cubicBezTo>
                  <a:cubicBezTo>
                    <a:pt x="1" y="4052"/>
                    <a:pt x="68" y="4197"/>
                    <a:pt x="198" y="4245"/>
                  </a:cubicBezTo>
                  <a:cubicBezTo>
                    <a:pt x="540" y="4360"/>
                    <a:pt x="886" y="4452"/>
                    <a:pt x="1237" y="4514"/>
                  </a:cubicBezTo>
                  <a:cubicBezTo>
                    <a:pt x="1228" y="4461"/>
                    <a:pt x="1228" y="4408"/>
                    <a:pt x="1242" y="4356"/>
                  </a:cubicBezTo>
                  <a:cubicBezTo>
                    <a:pt x="1425" y="3701"/>
                    <a:pt x="1569" y="2594"/>
                    <a:pt x="1603" y="2017"/>
                  </a:cubicBezTo>
                  <a:cubicBezTo>
                    <a:pt x="1651" y="1088"/>
                    <a:pt x="2104" y="309"/>
                    <a:pt x="2743" y="78"/>
                  </a:cubicBezTo>
                  <a:cubicBezTo>
                    <a:pt x="2585" y="25"/>
                    <a:pt x="2421" y="1"/>
                    <a:pt x="225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1"/>
            <p:cNvSpPr/>
            <p:nvPr/>
          </p:nvSpPr>
          <p:spPr>
            <a:xfrm>
              <a:off x="5769963" y="2684020"/>
              <a:ext cx="389111" cy="26778"/>
            </a:xfrm>
            <a:custGeom>
              <a:rect b="b" l="l" r="r" t="t"/>
              <a:pathLst>
                <a:path extrusionOk="0" h="1021" w="14836">
                  <a:moveTo>
                    <a:pt x="1" y="1"/>
                  </a:moveTo>
                  <a:lnTo>
                    <a:pt x="1" y="1021"/>
                  </a:lnTo>
                  <a:lnTo>
                    <a:pt x="14836" y="1021"/>
                  </a:lnTo>
                  <a:lnTo>
                    <a:pt x="1483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1"/>
            <p:cNvSpPr/>
            <p:nvPr/>
          </p:nvSpPr>
          <p:spPr>
            <a:xfrm>
              <a:off x="5837106" y="2616878"/>
              <a:ext cx="80545" cy="107428"/>
            </a:xfrm>
            <a:custGeom>
              <a:rect b="b" l="l" r="r" t="t"/>
              <a:pathLst>
                <a:path extrusionOk="0" h="4096" w="3071">
                  <a:moveTo>
                    <a:pt x="516" y="1"/>
                  </a:moveTo>
                  <a:cubicBezTo>
                    <a:pt x="232" y="1"/>
                    <a:pt x="1" y="232"/>
                    <a:pt x="1" y="511"/>
                  </a:cubicBezTo>
                  <a:lnTo>
                    <a:pt x="1" y="4095"/>
                  </a:lnTo>
                  <a:lnTo>
                    <a:pt x="3071" y="4095"/>
                  </a:lnTo>
                  <a:lnTo>
                    <a:pt x="3071" y="516"/>
                  </a:lnTo>
                  <a:cubicBezTo>
                    <a:pt x="3071" y="232"/>
                    <a:pt x="2840" y="1"/>
                    <a:pt x="256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1"/>
            <p:cNvSpPr/>
            <p:nvPr/>
          </p:nvSpPr>
          <p:spPr>
            <a:xfrm>
              <a:off x="6036750" y="2482986"/>
              <a:ext cx="57412" cy="19094"/>
            </a:xfrm>
            <a:custGeom>
              <a:rect b="b" l="l" r="r" t="t"/>
              <a:pathLst>
                <a:path extrusionOk="0" h="728" w="2189">
                  <a:moveTo>
                    <a:pt x="323" y="0"/>
                  </a:moveTo>
                  <a:cubicBezTo>
                    <a:pt x="1" y="0"/>
                    <a:pt x="1" y="482"/>
                    <a:pt x="323" y="482"/>
                  </a:cubicBezTo>
                  <a:cubicBezTo>
                    <a:pt x="336" y="481"/>
                    <a:pt x="350" y="481"/>
                    <a:pt x="365" y="481"/>
                  </a:cubicBezTo>
                  <a:cubicBezTo>
                    <a:pt x="666" y="481"/>
                    <a:pt x="1390" y="529"/>
                    <a:pt x="1752" y="708"/>
                  </a:cubicBezTo>
                  <a:cubicBezTo>
                    <a:pt x="1786" y="721"/>
                    <a:pt x="1818" y="727"/>
                    <a:pt x="1849" y="727"/>
                  </a:cubicBezTo>
                  <a:cubicBezTo>
                    <a:pt x="2067" y="727"/>
                    <a:pt x="2188" y="415"/>
                    <a:pt x="1969" y="280"/>
                  </a:cubicBezTo>
                  <a:cubicBezTo>
                    <a:pt x="1411" y="0"/>
                    <a:pt x="367" y="0"/>
                    <a:pt x="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1"/>
            <p:cNvSpPr/>
            <p:nvPr/>
          </p:nvSpPr>
          <p:spPr>
            <a:xfrm>
              <a:off x="5747880" y="2442596"/>
              <a:ext cx="433645" cy="315176"/>
            </a:xfrm>
            <a:custGeom>
              <a:rect b="b" l="l" r="r" t="t"/>
              <a:pathLst>
                <a:path extrusionOk="0" h="12017" w="16534">
                  <a:moveTo>
                    <a:pt x="13661" y="737"/>
                  </a:moveTo>
                  <a:lnTo>
                    <a:pt x="13661" y="1733"/>
                  </a:lnTo>
                  <a:cubicBezTo>
                    <a:pt x="13661" y="1897"/>
                    <a:pt x="13623" y="2055"/>
                    <a:pt x="13551" y="2200"/>
                  </a:cubicBezTo>
                  <a:lnTo>
                    <a:pt x="13430" y="2440"/>
                  </a:lnTo>
                  <a:cubicBezTo>
                    <a:pt x="13416" y="2474"/>
                    <a:pt x="13406" y="2512"/>
                    <a:pt x="13406" y="2546"/>
                  </a:cubicBezTo>
                  <a:lnTo>
                    <a:pt x="13406" y="3061"/>
                  </a:lnTo>
                  <a:cubicBezTo>
                    <a:pt x="13406" y="3778"/>
                    <a:pt x="12824" y="4356"/>
                    <a:pt x="12112" y="4356"/>
                  </a:cubicBezTo>
                  <a:cubicBezTo>
                    <a:pt x="12098" y="4356"/>
                    <a:pt x="12083" y="4356"/>
                    <a:pt x="12069" y="4355"/>
                  </a:cubicBezTo>
                  <a:cubicBezTo>
                    <a:pt x="11371" y="4336"/>
                    <a:pt x="10808" y="3725"/>
                    <a:pt x="10808" y="2994"/>
                  </a:cubicBezTo>
                  <a:lnTo>
                    <a:pt x="10808" y="2546"/>
                  </a:lnTo>
                  <a:cubicBezTo>
                    <a:pt x="10808" y="2512"/>
                    <a:pt x="10798" y="2474"/>
                    <a:pt x="10784" y="2440"/>
                  </a:cubicBezTo>
                  <a:lnTo>
                    <a:pt x="10640" y="2142"/>
                  </a:lnTo>
                  <a:cubicBezTo>
                    <a:pt x="10582" y="2031"/>
                    <a:pt x="10553" y="1911"/>
                    <a:pt x="10553" y="1791"/>
                  </a:cubicBezTo>
                  <a:lnTo>
                    <a:pt x="10553" y="1781"/>
                  </a:lnTo>
                  <a:cubicBezTo>
                    <a:pt x="10553" y="1204"/>
                    <a:pt x="11020" y="742"/>
                    <a:pt x="11597" y="737"/>
                  </a:cubicBezTo>
                  <a:close/>
                  <a:moveTo>
                    <a:pt x="4931" y="481"/>
                  </a:moveTo>
                  <a:cubicBezTo>
                    <a:pt x="5320" y="481"/>
                    <a:pt x="5710" y="633"/>
                    <a:pt x="6001" y="939"/>
                  </a:cubicBezTo>
                  <a:cubicBezTo>
                    <a:pt x="6290" y="1252"/>
                    <a:pt x="6463" y="1651"/>
                    <a:pt x="6487" y="2075"/>
                  </a:cubicBezTo>
                  <a:cubicBezTo>
                    <a:pt x="6521" y="2585"/>
                    <a:pt x="6694" y="3624"/>
                    <a:pt x="6920" y="4249"/>
                  </a:cubicBezTo>
                  <a:cubicBezTo>
                    <a:pt x="6920" y="4249"/>
                    <a:pt x="6920" y="4254"/>
                    <a:pt x="6920" y="4254"/>
                  </a:cubicBezTo>
                  <a:cubicBezTo>
                    <a:pt x="6915" y="4259"/>
                    <a:pt x="6915" y="4259"/>
                    <a:pt x="6911" y="4264"/>
                  </a:cubicBezTo>
                  <a:cubicBezTo>
                    <a:pt x="6271" y="4497"/>
                    <a:pt x="5601" y="4614"/>
                    <a:pt x="4931" y="4614"/>
                  </a:cubicBezTo>
                  <a:cubicBezTo>
                    <a:pt x="4262" y="4614"/>
                    <a:pt x="3593" y="4497"/>
                    <a:pt x="2955" y="4264"/>
                  </a:cubicBezTo>
                  <a:cubicBezTo>
                    <a:pt x="2950" y="4259"/>
                    <a:pt x="2946" y="4259"/>
                    <a:pt x="2946" y="4254"/>
                  </a:cubicBezTo>
                  <a:cubicBezTo>
                    <a:pt x="2946" y="4254"/>
                    <a:pt x="2946" y="4249"/>
                    <a:pt x="2946" y="4249"/>
                  </a:cubicBezTo>
                  <a:cubicBezTo>
                    <a:pt x="3172" y="3624"/>
                    <a:pt x="3340" y="2585"/>
                    <a:pt x="3379" y="2075"/>
                  </a:cubicBezTo>
                  <a:cubicBezTo>
                    <a:pt x="3403" y="1651"/>
                    <a:pt x="3576" y="1252"/>
                    <a:pt x="3865" y="939"/>
                  </a:cubicBezTo>
                  <a:cubicBezTo>
                    <a:pt x="4153" y="633"/>
                    <a:pt x="4542" y="481"/>
                    <a:pt x="4931" y="481"/>
                  </a:cubicBezTo>
                  <a:close/>
                  <a:moveTo>
                    <a:pt x="12636" y="4755"/>
                  </a:moveTo>
                  <a:cubicBezTo>
                    <a:pt x="12636" y="4827"/>
                    <a:pt x="12651" y="4899"/>
                    <a:pt x="12675" y="4971"/>
                  </a:cubicBezTo>
                  <a:lnTo>
                    <a:pt x="12478" y="5164"/>
                  </a:lnTo>
                  <a:cubicBezTo>
                    <a:pt x="12374" y="5267"/>
                    <a:pt x="12240" y="5319"/>
                    <a:pt x="12105" y="5319"/>
                  </a:cubicBezTo>
                  <a:cubicBezTo>
                    <a:pt x="11970" y="5319"/>
                    <a:pt x="11835" y="5267"/>
                    <a:pt x="11732" y="5164"/>
                  </a:cubicBezTo>
                  <a:lnTo>
                    <a:pt x="11535" y="4971"/>
                  </a:lnTo>
                  <a:cubicBezTo>
                    <a:pt x="11559" y="4899"/>
                    <a:pt x="11573" y="4827"/>
                    <a:pt x="11573" y="4755"/>
                  </a:cubicBezTo>
                  <a:cubicBezTo>
                    <a:pt x="11727" y="4803"/>
                    <a:pt x="11891" y="4832"/>
                    <a:pt x="12049" y="4837"/>
                  </a:cubicBezTo>
                  <a:lnTo>
                    <a:pt x="12107" y="4837"/>
                  </a:lnTo>
                  <a:cubicBezTo>
                    <a:pt x="12285" y="4837"/>
                    <a:pt x="12463" y="4808"/>
                    <a:pt x="12636" y="4755"/>
                  </a:cubicBezTo>
                  <a:close/>
                  <a:moveTo>
                    <a:pt x="5544" y="5063"/>
                  </a:moveTo>
                  <a:cubicBezTo>
                    <a:pt x="5635" y="5250"/>
                    <a:pt x="5804" y="5390"/>
                    <a:pt x="6006" y="5448"/>
                  </a:cubicBezTo>
                  <a:lnTo>
                    <a:pt x="6872" y="5693"/>
                  </a:lnTo>
                  <a:cubicBezTo>
                    <a:pt x="7098" y="5760"/>
                    <a:pt x="7252" y="5967"/>
                    <a:pt x="7257" y="6203"/>
                  </a:cubicBezTo>
                  <a:lnTo>
                    <a:pt x="7257" y="8440"/>
                  </a:lnTo>
                  <a:cubicBezTo>
                    <a:pt x="7257" y="8734"/>
                    <a:pt x="7016" y="8970"/>
                    <a:pt x="6728" y="8970"/>
                  </a:cubicBezTo>
                  <a:lnTo>
                    <a:pt x="6708" y="8970"/>
                  </a:lnTo>
                  <a:lnTo>
                    <a:pt x="6708" y="7161"/>
                  </a:lnTo>
                  <a:cubicBezTo>
                    <a:pt x="6708" y="6745"/>
                    <a:pt x="6376" y="6410"/>
                    <a:pt x="5967" y="6410"/>
                  </a:cubicBezTo>
                  <a:cubicBezTo>
                    <a:pt x="5964" y="6410"/>
                    <a:pt x="5961" y="6410"/>
                    <a:pt x="5958" y="6410"/>
                  </a:cubicBezTo>
                  <a:lnTo>
                    <a:pt x="3908" y="6410"/>
                  </a:lnTo>
                  <a:cubicBezTo>
                    <a:pt x="3494" y="6410"/>
                    <a:pt x="3157" y="6747"/>
                    <a:pt x="3157" y="7161"/>
                  </a:cubicBezTo>
                  <a:lnTo>
                    <a:pt x="3157" y="8970"/>
                  </a:lnTo>
                  <a:lnTo>
                    <a:pt x="3138" y="8970"/>
                  </a:lnTo>
                  <a:cubicBezTo>
                    <a:pt x="2845" y="8970"/>
                    <a:pt x="2609" y="8734"/>
                    <a:pt x="2609" y="8440"/>
                  </a:cubicBezTo>
                  <a:lnTo>
                    <a:pt x="2609" y="6203"/>
                  </a:lnTo>
                  <a:cubicBezTo>
                    <a:pt x="2609" y="5967"/>
                    <a:pt x="2768" y="5760"/>
                    <a:pt x="2994" y="5693"/>
                  </a:cubicBezTo>
                  <a:lnTo>
                    <a:pt x="3860" y="5448"/>
                  </a:lnTo>
                  <a:cubicBezTo>
                    <a:pt x="4062" y="5390"/>
                    <a:pt x="4230" y="5250"/>
                    <a:pt x="4322" y="5063"/>
                  </a:cubicBezTo>
                  <a:cubicBezTo>
                    <a:pt x="4526" y="5084"/>
                    <a:pt x="4730" y="5095"/>
                    <a:pt x="4933" y="5095"/>
                  </a:cubicBezTo>
                  <a:cubicBezTo>
                    <a:pt x="5136" y="5095"/>
                    <a:pt x="5339" y="5084"/>
                    <a:pt x="5544" y="5063"/>
                  </a:cubicBezTo>
                  <a:close/>
                  <a:moveTo>
                    <a:pt x="12362" y="6886"/>
                  </a:moveTo>
                  <a:cubicBezTo>
                    <a:pt x="12372" y="6886"/>
                    <a:pt x="12377" y="6896"/>
                    <a:pt x="12377" y="6906"/>
                  </a:cubicBezTo>
                  <a:lnTo>
                    <a:pt x="12377" y="8955"/>
                  </a:lnTo>
                  <a:cubicBezTo>
                    <a:pt x="12377" y="8960"/>
                    <a:pt x="12372" y="8970"/>
                    <a:pt x="12362" y="8970"/>
                  </a:cubicBezTo>
                  <a:lnTo>
                    <a:pt x="9288" y="8970"/>
                  </a:lnTo>
                  <a:cubicBezTo>
                    <a:pt x="9278" y="8970"/>
                    <a:pt x="9268" y="8960"/>
                    <a:pt x="9268" y="8955"/>
                  </a:cubicBezTo>
                  <a:lnTo>
                    <a:pt x="9268" y="6906"/>
                  </a:lnTo>
                  <a:cubicBezTo>
                    <a:pt x="9268" y="6896"/>
                    <a:pt x="9278" y="6886"/>
                    <a:pt x="9288" y="6886"/>
                  </a:cubicBezTo>
                  <a:close/>
                  <a:moveTo>
                    <a:pt x="12973" y="5351"/>
                  </a:moveTo>
                  <a:cubicBezTo>
                    <a:pt x="13036" y="5395"/>
                    <a:pt x="13108" y="5424"/>
                    <a:pt x="13180" y="5448"/>
                  </a:cubicBezTo>
                  <a:lnTo>
                    <a:pt x="14042" y="5693"/>
                  </a:lnTo>
                  <a:cubicBezTo>
                    <a:pt x="14272" y="5760"/>
                    <a:pt x="14426" y="5967"/>
                    <a:pt x="14426" y="6203"/>
                  </a:cubicBezTo>
                  <a:lnTo>
                    <a:pt x="14426" y="8440"/>
                  </a:lnTo>
                  <a:cubicBezTo>
                    <a:pt x="14426" y="8734"/>
                    <a:pt x="14191" y="8970"/>
                    <a:pt x="13897" y="8970"/>
                  </a:cubicBezTo>
                  <a:lnTo>
                    <a:pt x="12858" y="8970"/>
                  </a:lnTo>
                  <a:lnTo>
                    <a:pt x="12858" y="8955"/>
                  </a:lnTo>
                  <a:lnTo>
                    <a:pt x="12858" y="8426"/>
                  </a:lnTo>
                  <a:lnTo>
                    <a:pt x="13647" y="8426"/>
                  </a:lnTo>
                  <a:cubicBezTo>
                    <a:pt x="13777" y="8426"/>
                    <a:pt x="13888" y="8315"/>
                    <a:pt x="13888" y="8185"/>
                  </a:cubicBezTo>
                  <a:lnTo>
                    <a:pt x="13888" y="6646"/>
                  </a:lnTo>
                  <a:cubicBezTo>
                    <a:pt x="13888" y="6487"/>
                    <a:pt x="13767" y="6408"/>
                    <a:pt x="13647" y="6408"/>
                  </a:cubicBezTo>
                  <a:cubicBezTo>
                    <a:pt x="13527" y="6408"/>
                    <a:pt x="13406" y="6487"/>
                    <a:pt x="13406" y="6646"/>
                  </a:cubicBezTo>
                  <a:lnTo>
                    <a:pt x="13406" y="7945"/>
                  </a:lnTo>
                  <a:lnTo>
                    <a:pt x="12858" y="7945"/>
                  </a:lnTo>
                  <a:lnTo>
                    <a:pt x="12858" y="6906"/>
                  </a:lnTo>
                  <a:cubicBezTo>
                    <a:pt x="12858" y="6631"/>
                    <a:pt x="12636" y="6410"/>
                    <a:pt x="12362" y="6410"/>
                  </a:cubicBezTo>
                  <a:lnTo>
                    <a:pt x="9783" y="6410"/>
                  </a:lnTo>
                  <a:lnTo>
                    <a:pt x="9783" y="6203"/>
                  </a:lnTo>
                  <a:cubicBezTo>
                    <a:pt x="9783" y="5967"/>
                    <a:pt x="9937" y="5760"/>
                    <a:pt x="10168" y="5693"/>
                  </a:cubicBezTo>
                  <a:lnTo>
                    <a:pt x="11029" y="5448"/>
                  </a:lnTo>
                  <a:cubicBezTo>
                    <a:pt x="11106" y="5424"/>
                    <a:pt x="11174" y="5395"/>
                    <a:pt x="11236" y="5351"/>
                  </a:cubicBezTo>
                  <a:lnTo>
                    <a:pt x="11390" y="5505"/>
                  </a:lnTo>
                  <a:cubicBezTo>
                    <a:pt x="11588" y="5703"/>
                    <a:pt x="11846" y="5801"/>
                    <a:pt x="12105" y="5801"/>
                  </a:cubicBezTo>
                  <a:cubicBezTo>
                    <a:pt x="12363" y="5801"/>
                    <a:pt x="12622" y="5703"/>
                    <a:pt x="12819" y="5505"/>
                  </a:cubicBezTo>
                  <a:lnTo>
                    <a:pt x="12973" y="5351"/>
                  </a:lnTo>
                  <a:close/>
                  <a:moveTo>
                    <a:pt x="3153" y="9451"/>
                  </a:moveTo>
                  <a:lnTo>
                    <a:pt x="3153" y="9995"/>
                  </a:lnTo>
                  <a:lnTo>
                    <a:pt x="1074" y="9995"/>
                  </a:lnTo>
                  <a:lnTo>
                    <a:pt x="1074" y="9451"/>
                  </a:lnTo>
                  <a:close/>
                  <a:moveTo>
                    <a:pt x="15456" y="9451"/>
                  </a:moveTo>
                  <a:lnTo>
                    <a:pt x="15456" y="9995"/>
                  </a:lnTo>
                  <a:lnTo>
                    <a:pt x="6708" y="9995"/>
                  </a:lnTo>
                  <a:lnTo>
                    <a:pt x="6708" y="9451"/>
                  </a:lnTo>
                  <a:close/>
                  <a:moveTo>
                    <a:pt x="5958" y="6886"/>
                  </a:moveTo>
                  <a:cubicBezTo>
                    <a:pt x="6107" y="6886"/>
                    <a:pt x="6227" y="7011"/>
                    <a:pt x="6227" y="7161"/>
                  </a:cubicBezTo>
                  <a:lnTo>
                    <a:pt x="6227" y="10510"/>
                  </a:lnTo>
                  <a:lnTo>
                    <a:pt x="3634" y="10510"/>
                  </a:lnTo>
                  <a:lnTo>
                    <a:pt x="3634" y="7161"/>
                  </a:lnTo>
                  <a:cubicBezTo>
                    <a:pt x="3634" y="7011"/>
                    <a:pt x="3759" y="6886"/>
                    <a:pt x="3908" y="6886"/>
                  </a:cubicBezTo>
                  <a:close/>
                  <a:moveTo>
                    <a:pt x="4933" y="1"/>
                  </a:moveTo>
                  <a:cubicBezTo>
                    <a:pt x="3855" y="1"/>
                    <a:pt x="2979" y="876"/>
                    <a:pt x="2898" y="2041"/>
                  </a:cubicBezTo>
                  <a:cubicBezTo>
                    <a:pt x="2864" y="2522"/>
                    <a:pt x="2705" y="3499"/>
                    <a:pt x="2493" y="4086"/>
                  </a:cubicBezTo>
                  <a:cubicBezTo>
                    <a:pt x="2450" y="4206"/>
                    <a:pt x="2455" y="4341"/>
                    <a:pt x="2513" y="4461"/>
                  </a:cubicBezTo>
                  <a:cubicBezTo>
                    <a:pt x="2566" y="4577"/>
                    <a:pt x="2671" y="4673"/>
                    <a:pt x="2792" y="4716"/>
                  </a:cubicBezTo>
                  <a:cubicBezTo>
                    <a:pt x="3104" y="4827"/>
                    <a:pt x="3427" y="4913"/>
                    <a:pt x="3754" y="4976"/>
                  </a:cubicBezTo>
                  <a:cubicBezTo>
                    <a:pt x="3744" y="4981"/>
                    <a:pt x="3735" y="4981"/>
                    <a:pt x="3725" y="4986"/>
                  </a:cubicBezTo>
                  <a:lnTo>
                    <a:pt x="2864" y="5231"/>
                  </a:lnTo>
                  <a:cubicBezTo>
                    <a:pt x="2431" y="5356"/>
                    <a:pt x="2132" y="5751"/>
                    <a:pt x="2132" y="6203"/>
                  </a:cubicBezTo>
                  <a:lnTo>
                    <a:pt x="2132" y="8440"/>
                  </a:lnTo>
                  <a:cubicBezTo>
                    <a:pt x="2128" y="8628"/>
                    <a:pt x="2181" y="8811"/>
                    <a:pt x="2282" y="8970"/>
                  </a:cubicBezTo>
                  <a:lnTo>
                    <a:pt x="318" y="8970"/>
                  </a:lnTo>
                  <a:cubicBezTo>
                    <a:pt x="1" y="8970"/>
                    <a:pt x="1" y="9451"/>
                    <a:pt x="318" y="9451"/>
                  </a:cubicBezTo>
                  <a:lnTo>
                    <a:pt x="593" y="9451"/>
                  </a:lnTo>
                  <a:lnTo>
                    <a:pt x="593" y="11775"/>
                  </a:lnTo>
                  <a:cubicBezTo>
                    <a:pt x="593" y="11936"/>
                    <a:pt x="713" y="12017"/>
                    <a:pt x="833" y="12017"/>
                  </a:cubicBezTo>
                  <a:cubicBezTo>
                    <a:pt x="954" y="12017"/>
                    <a:pt x="1074" y="11936"/>
                    <a:pt x="1074" y="11775"/>
                  </a:cubicBezTo>
                  <a:lnTo>
                    <a:pt x="1074" y="10476"/>
                  </a:lnTo>
                  <a:lnTo>
                    <a:pt x="3157" y="10476"/>
                  </a:lnTo>
                  <a:lnTo>
                    <a:pt x="3157" y="11775"/>
                  </a:lnTo>
                  <a:cubicBezTo>
                    <a:pt x="3157" y="11934"/>
                    <a:pt x="3278" y="12013"/>
                    <a:pt x="3398" y="12013"/>
                  </a:cubicBezTo>
                  <a:cubicBezTo>
                    <a:pt x="3518" y="12013"/>
                    <a:pt x="3639" y="11934"/>
                    <a:pt x="3639" y="11775"/>
                  </a:cubicBezTo>
                  <a:lnTo>
                    <a:pt x="3639" y="10986"/>
                  </a:lnTo>
                  <a:lnTo>
                    <a:pt x="6232" y="10986"/>
                  </a:lnTo>
                  <a:lnTo>
                    <a:pt x="6232" y="11775"/>
                  </a:lnTo>
                  <a:cubicBezTo>
                    <a:pt x="6232" y="11934"/>
                    <a:pt x="6352" y="12013"/>
                    <a:pt x="6473" y="12013"/>
                  </a:cubicBezTo>
                  <a:cubicBezTo>
                    <a:pt x="6593" y="12013"/>
                    <a:pt x="6713" y="11934"/>
                    <a:pt x="6713" y="11775"/>
                  </a:cubicBezTo>
                  <a:lnTo>
                    <a:pt x="6713" y="10476"/>
                  </a:lnTo>
                  <a:lnTo>
                    <a:pt x="15461" y="10476"/>
                  </a:lnTo>
                  <a:lnTo>
                    <a:pt x="15461" y="11775"/>
                  </a:lnTo>
                  <a:cubicBezTo>
                    <a:pt x="15461" y="11934"/>
                    <a:pt x="15581" y="12013"/>
                    <a:pt x="15702" y="12013"/>
                  </a:cubicBezTo>
                  <a:cubicBezTo>
                    <a:pt x="15822" y="12013"/>
                    <a:pt x="15942" y="11934"/>
                    <a:pt x="15942" y="11775"/>
                  </a:cubicBezTo>
                  <a:lnTo>
                    <a:pt x="15942" y="9451"/>
                  </a:lnTo>
                  <a:lnTo>
                    <a:pt x="16216" y="9451"/>
                  </a:lnTo>
                  <a:cubicBezTo>
                    <a:pt x="16534" y="9451"/>
                    <a:pt x="16534" y="8970"/>
                    <a:pt x="16216" y="8970"/>
                  </a:cubicBezTo>
                  <a:lnTo>
                    <a:pt x="14758" y="8970"/>
                  </a:lnTo>
                  <a:cubicBezTo>
                    <a:pt x="14855" y="8811"/>
                    <a:pt x="14908" y="8628"/>
                    <a:pt x="14908" y="8440"/>
                  </a:cubicBezTo>
                  <a:lnTo>
                    <a:pt x="14908" y="6203"/>
                  </a:lnTo>
                  <a:cubicBezTo>
                    <a:pt x="14908" y="5751"/>
                    <a:pt x="14609" y="5356"/>
                    <a:pt x="14176" y="5231"/>
                  </a:cubicBezTo>
                  <a:lnTo>
                    <a:pt x="13310" y="4986"/>
                  </a:lnTo>
                  <a:cubicBezTo>
                    <a:pt x="13195" y="4952"/>
                    <a:pt x="13113" y="4846"/>
                    <a:pt x="13113" y="4726"/>
                  </a:cubicBezTo>
                  <a:lnTo>
                    <a:pt x="13113" y="4524"/>
                  </a:lnTo>
                  <a:cubicBezTo>
                    <a:pt x="13195" y="4466"/>
                    <a:pt x="13272" y="4403"/>
                    <a:pt x="13344" y="4336"/>
                  </a:cubicBezTo>
                  <a:cubicBezTo>
                    <a:pt x="13690" y="4004"/>
                    <a:pt x="13888" y="3542"/>
                    <a:pt x="13883" y="3061"/>
                  </a:cubicBezTo>
                  <a:lnTo>
                    <a:pt x="13883" y="2604"/>
                  </a:lnTo>
                  <a:lnTo>
                    <a:pt x="13979" y="2411"/>
                  </a:lnTo>
                  <a:cubicBezTo>
                    <a:pt x="14085" y="2200"/>
                    <a:pt x="14143" y="1969"/>
                    <a:pt x="14143" y="1733"/>
                  </a:cubicBezTo>
                  <a:lnTo>
                    <a:pt x="14143" y="496"/>
                  </a:lnTo>
                  <a:cubicBezTo>
                    <a:pt x="14143" y="366"/>
                    <a:pt x="14032" y="256"/>
                    <a:pt x="13902" y="256"/>
                  </a:cubicBezTo>
                  <a:lnTo>
                    <a:pt x="11592" y="256"/>
                  </a:lnTo>
                  <a:cubicBezTo>
                    <a:pt x="10750" y="256"/>
                    <a:pt x="10072" y="939"/>
                    <a:pt x="10072" y="1781"/>
                  </a:cubicBezTo>
                  <a:lnTo>
                    <a:pt x="10072" y="1795"/>
                  </a:lnTo>
                  <a:cubicBezTo>
                    <a:pt x="10072" y="1993"/>
                    <a:pt x="10120" y="2185"/>
                    <a:pt x="10207" y="2363"/>
                  </a:cubicBezTo>
                  <a:lnTo>
                    <a:pt x="10327" y="2609"/>
                  </a:lnTo>
                  <a:lnTo>
                    <a:pt x="10327" y="2998"/>
                  </a:lnTo>
                  <a:cubicBezTo>
                    <a:pt x="10327" y="3595"/>
                    <a:pt x="10611" y="4158"/>
                    <a:pt x="11097" y="4509"/>
                  </a:cubicBezTo>
                  <a:lnTo>
                    <a:pt x="11097" y="4726"/>
                  </a:lnTo>
                  <a:cubicBezTo>
                    <a:pt x="11092" y="4846"/>
                    <a:pt x="11015" y="4952"/>
                    <a:pt x="10895" y="4990"/>
                  </a:cubicBezTo>
                  <a:lnTo>
                    <a:pt x="10038" y="5231"/>
                  </a:lnTo>
                  <a:cubicBezTo>
                    <a:pt x="9605" y="5356"/>
                    <a:pt x="9307" y="5751"/>
                    <a:pt x="9307" y="6203"/>
                  </a:cubicBezTo>
                  <a:lnTo>
                    <a:pt x="9307" y="6410"/>
                  </a:lnTo>
                  <a:lnTo>
                    <a:pt x="9288" y="6410"/>
                  </a:lnTo>
                  <a:cubicBezTo>
                    <a:pt x="9013" y="6410"/>
                    <a:pt x="8792" y="6631"/>
                    <a:pt x="8792" y="6906"/>
                  </a:cubicBezTo>
                  <a:lnTo>
                    <a:pt x="8792" y="8955"/>
                  </a:lnTo>
                  <a:lnTo>
                    <a:pt x="8792" y="8970"/>
                  </a:lnTo>
                  <a:lnTo>
                    <a:pt x="7584" y="8970"/>
                  </a:lnTo>
                  <a:cubicBezTo>
                    <a:pt x="7680" y="8811"/>
                    <a:pt x="7733" y="8628"/>
                    <a:pt x="7733" y="8440"/>
                  </a:cubicBezTo>
                  <a:lnTo>
                    <a:pt x="7733" y="6203"/>
                  </a:lnTo>
                  <a:cubicBezTo>
                    <a:pt x="7733" y="5751"/>
                    <a:pt x="7435" y="5356"/>
                    <a:pt x="7002" y="5231"/>
                  </a:cubicBezTo>
                  <a:lnTo>
                    <a:pt x="6136" y="4986"/>
                  </a:lnTo>
                  <a:cubicBezTo>
                    <a:pt x="6126" y="4981"/>
                    <a:pt x="6121" y="4981"/>
                    <a:pt x="6112" y="4976"/>
                  </a:cubicBezTo>
                  <a:cubicBezTo>
                    <a:pt x="6434" y="4913"/>
                    <a:pt x="6757" y="4827"/>
                    <a:pt x="7069" y="4716"/>
                  </a:cubicBezTo>
                  <a:cubicBezTo>
                    <a:pt x="7194" y="4673"/>
                    <a:pt x="7295" y="4577"/>
                    <a:pt x="7353" y="4461"/>
                  </a:cubicBezTo>
                  <a:cubicBezTo>
                    <a:pt x="7406" y="4341"/>
                    <a:pt x="7416" y="4206"/>
                    <a:pt x="7368" y="4086"/>
                  </a:cubicBezTo>
                  <a:cubicBezTo>
                    <a:pt x="7161" y="3499"/>
                    <a:pt x="6997" y="2522"/>
                    <a:pt x="6963" y="2041"/>
                  </a:cubicBezTo>
                  <a:cubicBezTo>
                    <a:pt x="6882" y="876"/>
                    <a:pt x="6011" y="1"/>
                    <a:pt x="4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1"/>
            <p:cNvSpPr/>
            <p:nvPr/>
          </p:nvSpPr>
          <p:spPr>
            <a:xfrm>
              <a:off x="6025288" y="2644154"/>
              <a:ext cx="12642" cy="12642"/>
            </a:xfrm>
            <a:custGeom>
              <a:rect b="b" l="l" r="r" t="t"/>
              <a:pathLst>
                <a:path extrusionOk="0" h="482" w="482">
                  <a:moveTo>
                    <a:pt x="241" y="0"/>
                  </a:moveTo>
                  <a:cubicBezTo>
                    <a:pt x="111" y="0"/>
                    <a:pt x="0" y="106"/>
                    <a:pt x="0" y="241"/>
                  </a:cubicBezTo>
                  <a:cubicBezTo>
                    <a:pt x="0" y="371"/>
                    <a:pt x="111" y="481"/>
                    <a:pt x="241" y="481"/>
                  </a:cubicBezTo>
                  <a:cubicBezTo>
                    <a:pt x="375" y="481"/>
                    <a:pt x="481" y="371"/>
                    <a:pt x="481" y="241"/>
                  </a:cubicBezTo>
                  <a:cubicBezTo>
                    <a:pt x="481" y="106"/>
                    <a:pt x="375" y="0"/>
                    <a:pt x="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81"/>
          <p:cNvGrpSpPr/>
          <p:nvPr/>
        </p:nvGrpSpPr>
        <p:grpSpPr>
          <a:xfrm>
            <a:off x="6226558" y="2433390"/>
            <a:ext cx="342793" cy="353389"/>
            <a:chOff x="6226558" y="2433390"/>
            <a:chExt cx="342793" cy="353389"/>
          </a:xfrm>
        </p:grpSpPr>
        <p:sp>
          <p:nvSpPr>
            <p:cNvPr id="11567" name="Google Shape;11567;p81"/>
            <p:cNvSpPr/>
            <p:nvPr/>
          </p:nvSpPr>
          <p:spPr>
            <a:xfrm>
              <a:off x="6362731" y="2444484"/>
              <a:ext cx="194765" cy="295348"/>
            </a:xfrm>
            <a:custGeom>
              <a:rect b="b" l="l" r="r" t="t"/>
              <a:pathLst>
                <a:path extrusionOk="0" h="11261" w="7426">
                  <a:moveTo>
                    <a:pt x="1" y="1"/>
                  </a:moveTo>
                  <a:lnTo>
                    <a:pt x="1" y="896"/>
                  </a:lnTo>
                  <a:lnTo>
                    <a:pt x="3200" y="896"/>
                  </a:lnTo>
                  <a:lnTo>
                    <a:pt x="3225" y="901"/>
                  </a:lnTo>
                  <a:cubicBezTo>
                    <a:pt x="3234" y="901"/>
                    <a:pt x="3244" y="901"/>
                    <a:pt x="3253" y="905"/>
                  </a:cubicBezTo>
                  <a:lnTo>
                    <a:pt x="3258" y="905"/>
                  </a:lnTo>
                  <a:lnTo>
                    <a:pt x="3282" y="915"/>
                  </a:lnTo>
                  <a:cubicBezTo>
                    <a:pt x="3292" y="920"/>
                    <a:pt x="3297" y="925"/>
                    <a:pt x="3306" y="930"/>
                  </a:cubicBezTo>
                  <a:lnTo>
                    <a:pt x="3311" y="934"/>
                  </a:lnTo>
                  <a:cubicBezTo>
                    <a:pt x="3321" y="939"/>
                    <a:pt x="3326" y="944"/>
                    <a:pt x="3335" y="954"/>
                  </a:cubicBezTo>
                  <a:lnTo>
                    <a:pt x="5881" y="3499"/>
                  </a:lnTo>
                  <a:cubicBezTo>
                    <a:pt x="5885" y="3504"/>
                    <a:pt x="5890" y="3513"/>
                    <a:pt x="5895" y="3518"/>
                  </a:cubicBezTo>
                  <a:lnTo>
                    <a:pt x="5900" y="3528"/>
                  </a:lnTo>
                  <a:cubicBezTo>
                    <a:pt x="5909" y="3533"/>
                    <a:pt x="5914" y="3542"/>
                    <a:pt x="5919" y="3552"/>
                  </a:cubicBezTo>
                  <a:cubicBezTo>
                    <a:pt x="5919" y="3557"/>
                    <a:pt x="5924" y="3566"/>
                    <a:pt x="5929" y="3576"/>
                  </a:cubicBezTo>
                  <a:lnTo>
                    <a:pt x="5929" y="3581"/>
                  </a:lnTo>
                  <a:cubicBezTo>
                    <a:pt x="5929" y="3590"/>
                    <a:pt x="5934" y="3600"/>
                    <a:pt x="5934" y="3605"/>
                  </a:cubicBezTo>
                  <a:cubicBezTo>
                    <a:pt x="5938" y="3614"/>
                    <a:pt x="5938" y="3624"/>
                    <a:pt x="5938" y="3634"/>
                  </a:cubicBezTo>
                  <a:lnTo>
                    <a:pt x="5938" y="3643"/>
                  </a:lnTo>
                  <a:lnTo>
                    <a:pt x="5938" y="3648"/>
                  </a:lnTo>
                  <a:lnTo>
                    <a:pt x="5938" y="11260"/>
                  </a:lnTo>
                  <a:lnTo>
                    <a:pt x="7425" y="11260"/>
                  </a:lnTo>
                  <a:lnTo>
                    <a:pt x="7425" y="2546"/>
                  </a:lnTo>
                  <a:lnTo>
                    <a:pt x="5096" y="2546"/>
                  </a:lnTo>
                  <a:cubicBezTo>
                    <a:pt x="4976" y="2546"/>
                    <a:pt x="4880" y="2450"/>
                    <a:pt x="4880" y="2330"/>
                  </a:cubicBezTo>
                  <a:lnTo>
                    <a:pt x="4880"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1"/>
            <p:cNvSpPr/>
            <p:nvPr/>
          </p:nvSpPr>
          <p:spPr>
            <a:xfrm>
              <a:off x="6312768" y="2479209"/>
              <a:ext cx="194503" cy="294823"/>
            </a:xfrm>
            <a:custGeom>
              <a:rect b="b" l="l" r="r" t="t"/>
              <a:pathLst>
                <a:path extrusionOk="0" h="11241" w="7416">
                  <a:moveTo>
                    <a:pt x="0" y="0"/>
                  </a:moveTo>
                  <a:lnTo>
                    <a:pt x="10" y="4191"/>
                  </a:lnTo>
                  <a:lnTo>
                    <a:pt x="24" y="4191"/>
                  </a:lnTo>
                  <a:lnTo>
                    <a:pt x="63" y="4186"/>
                  </a:lnTo>
                  <a:lnTo>
                    <a:pt x="116" y="4177"/>
                  </a:lnTo>
                  <a:lnTo>
                    <a:pt x="120" y="4177"/>
                  </a:lnTo>
                  <a:lnTo>
                    <a:pt x="159" y="4172"/>
                  </a:lnTo>
                  <a:lnTo>
                    <a:pt x="207" y="4167"/>
                  </a:lnTo>
                  <a:lnTo>
                    <a:pt x="804" y="4167"/>
                  </a:lnTo>
                  <a:lnTo>
                    <a:pt x="852" y="4172"/>
                  </a:lnTo>
                  <a:lnTo>
                    <a:pt x="905" y="4172"/>
                  </a:lnTo>
                  <a:lnTo>
                    <a:pt x="953" y="4177"/>
                  </a:lnTo>
                  <a:lnTo>
                    <a:pt x="991" y="4182"/>
                  </a:lnTo>
                  <a:lnTo>
                    <a:pt x="996" y="4182"/>
                  </a:lnTo>
                  <a:lnTo>
                    <a:pt x="1049" y="4186"/>
                  </a:lnTo>
                  <a:lnTo>
                    <a:pt x="1088" y="4191"/>
                  </a:lnTo>
                  <a:lnTo>
                    <a:pt x="1092" y="4191"/>
                  </a:lnTo>
                  <a:lnTo>
                    <a:pt x="1145" y="4201"/>
                  </a:lnTo>
                  <a:lnTo>
                    <a:pt x="1189" y="4206"/>
                  </a:lnTo>
                  <a:lnTo>
                    <a:pt x="1242" y="4215"/>
                  </a:lnTo>
                  <a:lnTo>
                    <a:pt x="1285" y="4225"/>
                  </a:lnTo>
                  <a:lnTo>
                    <a:pt x="1338" y="4234"/>
                  </a:lnTo>
                  <a:lnTo>
                    <a:pt x="1381" y="4244"/>
                  </a:lnTo>
                  <a:lnTo>
                    <a:pt x="1434" y="4258"/>
                  </a:lnTo>
                  <a:lnTo>
                    <a:pt x="1477" y="4268"/>
                  </a:lnTo>
                  <a:lnTo>
                    <a:pt x="1526" y="4278"/>
                  </a:lnTo>
                  <a:lnTo>
                    <a:pt x="1569" y="4292"/>
                  </a:lnTo>
                  <a:lnTo>
                    <a:pt x="1617" y="4307"/>
                  </a:lnTo>
                  <a:lnTo>
                    <a:pt x="1660" y="4316"/>
                  </a:lnTo>
                  <a:lnTo>
                    <a:pt x="1708" y="4335"/>
                  </a:lnTo>
                  <a:lnTo>
                    <a:pt x="1718" y="4335"/>
                  </a:lnTo>
                  <a:lnTo>
                    <a:pt x="1752" y="4345"/>
                  </a:lnTo>
                  <a:lnTo>
                    <a:pt x="1805" y="4360"/>
                  </a:lnTo>
                  <a:lnTo>
                    <a:pt x="1809" y="4360"/>
                  </a:lnTo>
                  <a:lnTo>
                    <a:pt x="1843" y="4374"/>
                  </a:lnTo>
                  <a:lnTo>
                    <a:pt x="1882" y="4388"/>
                  </a:lnTo>
                  <a:lnTo>
                    <a:pt x="1906" y="4398"/>
                  </a:lnTo>
                  <a:lnTo>
                    <a:pt x="1930" y="4408"/>
                  </a:lnTo>
                  <a:lnTo>
                    <a:pt x="1978" y="4427"/>
                  </a:lnTo>
                  <a:lnTo>
                    <a:pt x="1992" y="4432"/>
                  </a:lnTo>
                  <a:lnTo>
                    <a:pt x="2016" y="4441"/>
                  </a:lnTo>
                  <a:lnTo>
                    <a:pt x="2074" y="4465"/>
                  </a:lnTo>
                  <a:lnTo>
                    <a:pt x="2088" y="4470"/>
                  </a:lnTo>
                  <a:lnTo>
                    <a:pt x="2103" y="4480"/>
                  </a:lnTo>
                  <a:lnTo>
                    <a:pt x="2190" y="4518"/>
                  </a:lnTo>
                  <a:lnTo>
                    <a:pt x="2199" y="4523"/>
                  </a:lnTo>
                  <a:lnTo>
                    <a:pt x="2276" y="4562"/>
                  </a:lnTo>
                  <a:lnTo>
                    <a:pt x="2295" y="4571"/>
                  </a:lnTo>
                  <a:lnTo>
                    <a:pt x="2305" y="4576"/>
                  </a:lnTo>
                  <a:lnTo>
                    <a:pt x="2358" y="4605"/>
                  </a:lnTo>
                  <a:lnTo>
                    <a:pt x="2382" y="4619"/>
                  </a:lnTo>
                  <a:lnTo>
                    <a:pt x="2392" y="4624"/>
                  </a:lnTo>
                  <a:lnTo>
                    <a:pt x="2440" y="4653"/>
                  </a:lnTo>
                  <a:lnTo>
                    <a:pt x="2469" y="4667"/>
                  </a:lnTo>
                  <a:lnTo>
                    <a:pt x="2478" y="4672"/>
                  </a:lnTo>
                  <a:lnTo>
                    <a:pt x="2522" y="4701"/>
                  </a:lnTo>
                  <a:lnTo>
                    <a:pt x="2546" y="4716"/>
                  </a:lnTo>
                  <a:lnTo>
                    <a:pt x="2555" y="4720"/>
                  </a:lnTo>
                  <a:lnTo>
                    <a:pt x="2599" y="4749"/>
                  </a:lnTo>
                  <a:lnTo>
                    <a:pt x="2632" y="4769"/>
                  </a:lnTo>
                  <a:lnTo>
                    <a:pt x="2676" y="4802"/>
                  </a:lnTo>
                  <a:lnTo>
                    <a:pt x="2709" y="4821"/>
                  </a:lnTo>
                  <a:lnTo>
                    <a:pt x="2714" y="4821"/>
                  </a:lnTo>
                  <a:lnTo>
                    <a:pt x="2753" y="4850"/>
                  </a:lnTo>
                  <a:lnTo>
                    <a:pt x="2786" y="4874"/>
                  </a:lnTo>
                  <a:lnTo>
                    <a:pt x="2830" y="4908"/>
                  </a:lnTo>
                  <a:lnTo>
                    <a:pt x="2863" y="4932"/>
                  </a:lnTo>
                  <a:lnTo>
                    <a:pt x="2902" y="4966"/>
                  </a:lnTo>
                  <a:lnTo>
                    <a:pt x="2935" y="4990"/>
                  </a:lnTo>
                  <a:lnTo>
                    <a:pt x="2979" y="5024"/>
                  </a:lnTo>
                  <a:lnTo>
                    <a:pt x="3008" y="5052"/>
                  </a:lnTo>
                  <a:lnTo>
                    <a:pt x="3046" y="5086"/>
                  </a:lnTo>
                  <a:lnTo>
                    <a:pt x="3051" y="5091"/>
                  </a:lnTo>
                  <a:lnTo>
                    <a:pt x="3056" y="5096"/>
                  </a:lnTo>
                  <a:lnTo>
                    <a:pt x="3075" y="5110"/>
                  </a:lnTo>
                  <a:lnTo>
                    <a:pt x="3113" y="5144"/>
                  </a:lnTo>
                  <a:lnTo>
                    <a:pt x="3123" y="5153"/>
                  </a:lnTo>
                  <a:lnTo>
                    <a:pt x="3133" y="5163"/>
                  </a:lnTo>
                  <a:lnTo>
                    <a:pt x="3142" y="5173"/>
                  </a:lnTo>
                  <a:lnTo>
                    <a:pt x="3181" y="5211"/>
                  </a:lnTo>
                  <a:lnTo>
                    <a:pt x="3186" y="5216"/>
                  </a:lnTo>
                  <a:lnTo>
                    <a:pt x="3200" y="5230"/>
                  </a:lnTo>
                  <a:lnTo>
                    <a:pt x="3205" y="5235"/>
                  </a:lnTo>
                  <a:lnTo>
                    <a:pt x="3248" y="5279"/>
                  </a:lnTo>
                  <a:lnTo>
                    <a:pt x="3253" y="5283"/>
                  </a:lnTo>
                  <a:lnTo>
                    <a:pt x="3272" y="5298"/>
                  </a:lnTo>
                  <a:lnTo>
                    <a:pt x="3311" y="5346"/>
                  </a:lnTo>
                  <a:lnTo>
                    <a:pt x="3320" y="5351"/>
                  </a:lnTo>
                  <a:lnTo>
                    <a:pt x="3330" y="5365"/>
                  </a:lnTo>
                  <a:cubicBezTo>
                    <a:pt x="3580" y="5639"/>
                    <a:pt x="3787" y="5947"/>
                    <a:pt x="3951" y="6284"/>
                  </a:cubicBezTo>
                  <a:lnTo>
                    <a:pt x="3951" y="6289"/>
                  </a:lnTo>
                  <a:lnTo>
                    <a:pt x="3951" y="6294"/>
                  </a:lnTo>
                  <a:lnTo>
                    <a:pt x="3951" y="6299"/>
                  </a:lnTo>
                  <a:lnTo>
                    <a:pt x="3951" y="6303"/>
                  </a:lnTo>
                  <a:cubicBezTo>
                    <a:pt x="3960" y="6328"/>
                    <a:pt x="3970" y="6347"/>
                    <a:pt x="3980" y="6371"/>
                  </a:cubicBezTo>
                  <a:cubicBezTo>
                    <a:pt x="4191" y="6842"/>
                    <a:pt x="4302" y="7357"/>
                    <a:pt x="4307" y="7872"/>
                  </a:cubicBezTo>
                  <a:lnTo>
                    <a:pt x="4307" y="7901"/>
                  </a:lnTo>
                  <a:lnTo>
                    <a:pt x="4307" y="8021"/>
                  </a:lnTo>
                  <a:lnTo>
                    <a:pt x="4307" y="8055"/>
                  </a:lnTo>
                  <a:cubicBezTo>
                    <a:pt x="4307" y="8089"/>
                    <a:pt x="4302" y="8122"/>
                    <a:pt x="4297" y="8156"/>
                  </a:cubicBezTo>
                  <a:lnTo>
                    <a:pt x="4297" y="8175"/>
                  </a:lnTo>
                  <a:cubicBezTo>
                    <a:pt x="4297" y="8219"/>
                    <a:pt x="4292" y="8257"/>
                    <a:pt x="4287" y="8296"/>
                  </a:cubicBezTo>
                  <a:lnTo>
                    <a:pt x="4287" y="8320"/>
                  </a:lnTo>
                  <a:cubicBezTo>
                    <a:pt x="4283" y="8353"/>
                    <a:pt x="4283" y="8387"/>
                    <a:pt x="4278" y="8421"/>
                  </a:cubicBezTo>
                  <a:lnTo>
                    <a:pt x="4273" y="8450"/>
                  </a:lnTo>
                  <a:cubicBezTo>
                    <a:pt x="4259" y="8531"/>
                    <a:pt x="4244" y="8608"/>
                    <a:pt x="4230" y="8685"/>
                  </a:cubicBezTo>
                  <a:lnTo>
                    <a:pt x="4225" y="8709"/>
                  </a:lnTo>
                  <a:cubicBezTo>
                    <a:pt x="4215" y="8743"/>
                    <a:pt x="4210" y="8777"/>
                    <a:pt x="4201" y="8806"/>
                  </a:cubicBezTo>
                  <a:lnTo>
                    <a:pt x="4196" y="8830"/>
                  </a:lnTo>
                  <a:cubicBezTo>
                    <a:pt x="4186" y="8868"/>
                    <a:pt x="4177" y="8907"/>
                    <a:pt x="4162" y="8945"/>
                  </a:cubicBezTo>
                  <a:lnTo>
                    <a:pt x="4162" y="8960"/>
                  </a:lnTo>
                  <a:cubicBezTo>
                    <a:pt x="4153" y="8993"/>
                    <a:pt x="4138" y="9027"/>
                    <a:pt x="4129" y="9061"/>
                  </a:cubicBezTo>
                  <a:lnTo>
                    <a:pt x="4124" y="9085"/>
                  </a:lnTo>
                  <a:cubicBezTo>
                    <a:pt x="4095" y="9157"/>
                    <a:pt x="4071" y="9234"/>
                    <a:pt x="4042" y="9306"/>
                  </a:cubicBezTo>
                  <a:lnTo>
                    <a:pt x="4032" y="9325"/>
                  </a:lnTo>
                  <a:cubicBezTo>
                    <a:pt x="4018" y="9359"/>
                    <a:pt x="4004" y="9388"/>
                    <a:pt x="3989" y="9421"/>
                  </a:cubicBezTo>
                  <a:lnTo>
                    <a:pt x="3984" y="9436"/>
                  </a:lnTo>
                  <a:cubicBezTo>
                    <a:pt x="3970" y="9474"/>
                    <a:pt x="3951" y="9508"/>
                    <a:pt x="3931" y="9547"/>
                  </a:cubicBezTo>
                  <a:lnTo>
                    <a:pt x="3931" y="9551"/>
                  </a:lnTo>
                  <a:cubicBezTo>
                    <a:pt x="3917" y="9585"/>
                    <a:pt x="3898" y="9619"/>
                    <a:pt x="3883" y="9652"/>
                  </a:cubicBezTo>
                  <a:lnTo>
                    <a:pt x="3874" y="9667"/>
                  </a:lnTo>
                  <a:cubicBezTo>
                    <a:pt x="3835" y="9739"/>
                    <a:pt x="3797" y="9806"/>
                    <a:pt x="3753" y="9879"/>
                  </a:cubicBezTo>
                  <a:lnTo>
                    <a:pt x="3744" y="9888"/>
                  </a:lnTo>
                  <a:cubicBezTo>
                    <a:pt x="3724" y="9922"/>
                    <a:pt x="3705" y="9951"/>
                    <a:pt x="3686" y="9984"/>
                  </a:cubicBezTo>
                  <a:lnTo>
                    <a:pt x="3681" y="9989"/>
                  </a:lnTo>
                  <a:cubicBezTo>
                    <a:pt x="3633" y="10057"/>
                    <a:pt x="3585" y="10124"/>
                    <a:pt x="3537" y="10187"/>
                  </a:cubicBezTo>
                  <a:lnTo>
                    <a:pt x="3532" y="10196"/>
                  </a:lnTo>
                  <a:cubicBezTo>
                    <a:pt x="3479" y="10264"/>
                    <a:pt x="3431" y="10326"/>
                    <a:pt x="3373" y="10389"/>
                  </a:cubicBezTo>
                  <a:lnTo>
                    <a:pt x="3373" y="10393"/>
                  </a:lnTo>
                  <a:cubicBezTo>
                    <a:pt x="3344" y="10422"/>
                    <a:pt x="3315" y="10451"/>
                    <a:pt x="3291" y="10480"/>
                  </a:cubicBezTo>
                  <a:cubicBezTo>
                    <a:pt x="3234" y="10543"/>
                    <a:pt x="3176" y="10600"/>
                    <a:pt x="3113" y="10658"/>
                  </a:cubicBezTo>
                  <a:lnTo>
                    <a:pt x="3109" y="10658"/>
                  </a:lnTo>
                  <a:cubicBezTo>
                    <a:pt x="2955" y="10802"/>
                    <a:pt x="2791" y="10932"/>
                    <a:pt x="2618" y="11048"/>
                  </a:cubicBezTo>
                  <a:cubicBezTo>
                    <a:pt x="2512" y="11120"/>
                    <a:pt x="2401" y="11183"/>
                    <a:pt x="2291" y="11240"/>
                  </a:cubicBezTo>
                  <a:lnTo>
                    <a:pt x="7415" y="11240"/>
                  </a:lnTo>
                  <a:lnTo>
                    <a:pt x="7415" y="2546"/>
                  </a:lnTo>
                  <a:lnTo>
                    <a:pt x="5091" y="2546"/>
                  </a:lnTo>
                  <a:cubicBezTo>
                    <a:pt x="4976" y="2546"/>
                    <a:pt x="4879" y="2449"/>
                    <a:pt x="4879" y="2329"/>
                  </a:cubicBezTo>
                  <a:lnTo>
                    <a:pt x="487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1"/>
            <p:cNvSpPr/>
            <p:nvPr/>
          </p:nvSpPr>
          <p:spPr>
            <a:xfrm>
              <a:off x="6501947" y="2452457"/>
              <a:ext cx="47603" cy="47603"/>
            </a:xfrm>
            <a:custGeom>
              <a:rect b="b" l="l" r="r" t="t"/>
              <a:pathLst>
                <a:path extrusionOk="0" h="1815" w="1815">
                  <a:moveTo>
                    <a:pt x="0" y="0"/>
                  </a:moveTo>
                  <a:lnTo>
                    <a:pt x="0" y="1814"/>
                  </a:lnTo>
                  <a:lnTo>
                    <a:pt x="1814" y="1814"/>
                  </a:lnTo>
                  <a:lnTo>
                    <a:pt x="0"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1"/>
            <p:cNvSpPr/>
            <p:nvPr/>
          </p:nvSpPr>
          <p:spPr>
            <a:xfrm>
              <a:off x="6451957" y="2487156"/>
              <a:ext cx="47603" cy="47603"/>
            </a:xfrm>
            <a:custGeom>
              <a:rect b="b" l="l" r="r" t="t"/>
              <a:pathLst>
                <a:path extrusionOk="0" h="1815" w="1815">
                  <a:moveTo>
                    <a:pt x="1" y="0"/>
                  </a:moveTo>
                  <a:lnTo>
                    <a:pt x="1" y="1814"/>
                  </a:lnTo>
                  <a:lnTo>
                    <a:pt x="1815" y="1814"/>
                  </a:lnTo>
                  <a:lnTo>
                    <a:pt x="1"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1"/>
            <p:cNvSpPr/>
            <p:nvPr/>
          </p:nvSpPr>
          <p:spPr>
            <a:xfrm>
              <a:off x="6446921" y="2468089"/>
              <a:ext cx="80781" cy="271743"/>
            </a:xfrm>
            <a:custGeom>
              <a:rect b="b" l="l" r="r" t="t"/>
              <a:pathLst>
                <a:path extrusionOk="0" h="10361" w="3080">
                  <a:moveTo>
                    <a:pt x="0" y="1"/>
                  </a:moveTo>
                  <a:lnTo>
                    <a:pt x="24" y="5"/>
                  </a:lnTo>
                  <a:cubicBezTo>
                    <a:pt x="34" y="5"/>
                    <a:pt x="43" y="10"/>
                    <a:pt x="48" y="10"/>
                  </a:cubicBezTo>
                  <a:lnTo>
                    <a:pt x="58" y="10"/>
                  </a:lnTo>
                  <a:lnTo>
                    <a:pt x="82" y="20"/>
                  </a:lnTo>
                  <a:cubicBezTo>
                    <a:pt x="87" y="25"/>
                    <a:pt x="96" y="30"/>
                    <a:pt x="106" y="34"/>
                  </a:cubicBezTo>
                  <a:lnTo>
                    <a:pt x="111" y="39"/>
                  </a:lnTo>
                  <a:cubicBezTo>
                    <a:pt x="116" y="44"/>
                    <a:pt x="125" y="54"/>
                    <a:pt x="130" y="58"/>
                  </a:cubicBezTo>
                  <a:lnTo>
                    <a:pt x="2675" y="2604"/>
                  </a:lnTo>
                  <a:cubicBezTo>
                    <a:pt x="2685" y="2613"/>
                    <a:pt x="2690" y="2618"/>
                    <a:pt x="2695" y="2628"/>
                  </a:cubicBezTo>
                  <a:lnTo>
                    <a:pt x="2699" y="2633"/>
                  </a:lnTo>
                  <a:cubicBezTo>
                    <a:pt x="2704" y="2638"/>
                    <a:pt x="2709" y="2647"/>
                    <a:pt x="2714" y="2657"/>
                  </a:cubicBezTo>
                  <a:cubicBezTo>
                    <a:pt x="2719" y="2662"/>
                    <a:pt x="2724" y="2671"/>
                    <a:pt x="2728" y="2681"/>
                  </a:cubicBezTo>
                  <a:lnTo>
                    <a:pt x="2728" y="2686"/>
                  </a:lnTo>
                  <a:cubicBezTo>
                    <a:pt x="2728" y="2695"/>
                    <a:pt x="2733" y="2705"/>
                    <a:pt x="2733" y="2714"/>
                  </a:cubicBezTo>
                  <a:cubicBezTo>
                    <a:pt x="2733" y="2719"/>
                    <a:pt x="2738" y="2729"/>
                    <a:pt x="2738" y="2739"/>
                  </a:cubicBezTo>
                  <a:lnTo>
                    <a:pt x="2738" y="2748"/>
                  </a:lnTo>
                  <a:lnTo>
                    <a:pt x="2738" y="2753"/>
                  </a:lnTo>
                  <a:lnTo>
                    <a:pt x="2738" y="10360"/>
                  </a:lnTo>
                  <a:lnTo>
                    <a:pt x="3080" y="10360"/>
                  </a:lnTo>
                  <a:lnTo>
                    <a:pt x="3080" y="2753"/>
                  </a:lnTo>
                  <a:lnTo>
                    <a:pt x="3080" y="2748"/>
                  </a:lnTo>
                  <a:lnTo>
                    <a:pt x="3080" y="2739"/>
                  </a:lnTo>
                  <a:cubicBezTo>
                    <a:pt x="3080" y="2729"/>
                    <a:pt x="3075" y="2719"/>
                    <a:pt x="3075" y="2714"/>
                  </a:cubicBezTo>
                  <a:cubicBezTo>
                    <a:pt x="3075" y="2705"/>
                    <a:pt x="3070" y="2695"/>
                    <a:pt x="3070" y="2686"/>
                  </a:cubicBezTo>
                  <a:lnTo>
                    <a:pt x="3070" y="2681"/>
                  </a:lnTo>
                  <a:cubicBezTo>
                    <a:pt x="3065" y="2671"/>
                    <a:pt x="3060" y="2662"/>
                    <a:pt x="3056" y="2657"/>
                  </a:cubicBezTo>
                  <a:cubicBezTo>
                    <a:pt x="3051" y="2647"/>
                    <a:pt x="3046" y="2638"/>
                    <a:pt x="3041" y="2633"/>
                  </a:cubicBezTo>
                  <a:lnTo>
                    <a:pt x="3036" y="2628"/>
                  </a:lnTo>
                  <a:cubicBezTo>
                    <a:pt x="3031" y="2618"/>
                    <a:pt x="3027" y="2613"/>
                    <a:pt x="3022" y="2604"/>
                  </a:cubicBezTo>
                  <a:lnTo>
                    <a:pt x="2060" y="1646"/>
                  </a:lnTo>
                  <a:lnTo>
                    <a:pt x="1886" y="1646"/>
                  </a:lnTo>
                  <a:cubicBezTo>
                    <a:pt x="1771" y="1646"/>
                    <a:pt x="1675" y="1550"/>
                    <a:pt x="1675" y="1435"/>
                  </a:cubicBezTo>
                  <a:lnTo>
                    <a:pt x="1675" y="1257"/>
                  </a:lnTo>
                  <a:lnTo>
                    <a:pt x="476" y="58"/>
                  </a:lnTo>
                  <a:cubicBezTo>
                    <a:pt x="467" y="54"/>
                    <a:pt x="462" y="44"/>
                    <a:pt x="452" y="39"/>
                  </a:cubicBezTo>
                  <a:lnTo>
                    <a:pt x="448" y="34"/>
                  </a:lnTo>
                  <a:cubicBezTo>
                    <a:pt x="438" y="30"/>
                    <a:pt x="433" y="25"/>
                    <a:pt x="424" y="20"/>
                  </a:cubicBezTo>
                  <a:cubicBezTo>
                    <a:pt x="414" y="20"/>
                    <a:pt x="409" y="15"/>
                    <a:pt x="399" y="10"/>
                  </a:cubicBezTo>
                  <a:lnTo>
                    <a:pt x="395" y="10"/>
                  </a:lnTo>
                  <a:cubicBezTo>
                    <a:pt x="385" y="10"/>
                    <a:pt x="375" y="5"/>
                    <a:pt x="366" y="5"/>
                  </a:cubicBezTo>
                  <a:cubicBezTo>
                    <a:pt x="356" y="1"/>
                    <a:pt x="351" y="1"/>
                    <a:pt x="3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1"/>
            <p:cNvSpPr/>
            <p:nvPr/>
          </p:nvSpPr>
          <p:spPr>
            <a:xfrm>
              <a:off x="6362731" y="2444484"/>
              <a:ext cx="8996" cy="23500"/>
            </a:xfrm>
            <a:custGeom>
              <a:rect b="b" l="l" r="r" t="t"/>
              <a:pathLst>
                <a:path extrusionOk="0" h="896" w="343">
                  <a:moveTo>
                    <a:pt x="1" y="1"/>
                  </a:moveTo>
                  <a:lnTo>
                    <a:pt x="1" y="896"/>
                  </a:lnTo>
                  <a:lnTo>
                    <a:pt x="342" y="896"/>
                  </a:lnTo>
                  <a:lnTo>
                    <a:pt x="34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1"/>
            <p:cNvSpPr/>
            <p:nvPr/>
          </p:nvSpPr>
          <p:spPr>
            <a:xfrm>
              <a:off x="6337002" y="2588998"/>
              <a:ext cx="98458" cy="185664"/>
            </a:xfrm>
            <a:custGeom>
              <a:rect b="b" l="l" r="r" t="t"/>
              <a:pathLst>
                <a:path extrusionOk="0" h="7079" w="3754">
                  <a:moveTo>
                    <a:pt x="0" y="0"/>
                  </a:moveTo>
                  <a:lnTo>
                    <a:pt x="48" y="5"/>
                  </a:lnTo>
                  <a:lnTo>
                    <a:pt x="87" y="10"/>
                  </a:lnTo>
                  <a:lnTo>
                    <a:pt x="91" y="10"/>
                  </a:lnTo>
                  <a:lnTo>
                    <a:pt x="144" y="20"/>
                  </a:lnTo>
                  <a:lnTo>
                    <a:pt x="183" y="24"/>
                  </a:lnTo>
                  <a:lnTo>
                    <a:pt x="188" y="24"/>
                  </a:lnTo>
                  <a:lnTo>
                    <a:pt x="245" y="29"/>
                  </a:lnTo>
                  <a:lnTo>
                    <a:pt x="289" y="39"/>
                  </a:lnTo>
                  <a:lnTo>
                    <a:pt x="342" y="48"/>
                  </a:lnTo>
                  <a:lnTo>
                    <a:pt x="385" y="53"/>
                  </a:lnTo>
                  <a:lnTo>
                    <a:pt x="433" y="68"/>
                  </a:lnTo>
                  <a:lnTo>
                    <a:pt x="476" y="77"/>
                  </a:lnTo>
                  <a:lnTo>
                    <a:pt x="529" y="87"/>
                  </a:lnTo>
                  <a:lnTo>
                    <a:pt x="573" y="97"/>
                  </a:lnTo>
                  <a:lnTo>
                    <a:pt x="621" y="111"/>
                  </a:lnTo>
                  <a:lnTo>
                    <a:pt x="664" y="121"/>
                  </a:lnTo>
                  <a:lnTo>
                    <a:pt x="717" y="135"/>
                  </a:lnTo>
                  <a:lnTo>
                    <a:pt x="756" y="149"/>
                  </a:lnTo>
                  <a:lnTo>
                    <a:pt x="808" y="164"/>
                  </a:lnTo>
                  <a:lnTo>
                    <a:pt x="818" y="164"/>
                  </a:lnTo>
                  <a:lnTo>
                    <a:pt x="847" y="174"/>
                  </a:lnTo>
                  <a:lnTo>
                    <a:pt x="900" y="193"/>
                  </a:lnTo>
                  <a:lnTo>
                    <a:pt x="905" y="193"/>
                  </a:lnTo>
                  <a:lnTo>
                    <a:pt x="938" y="202"/>
                  </a:lnTo>
                  <a:lnTo>
                    <a:pt x="982" y="222"/>
                  </a:lnTo>
                  <a:lnTo>
                    <a:pt x="1001" y="226"/>
                  </a:lnTo>
                  <a:lnTo>
                    <a:pt x="1025" y="236"/>
                  </a:lnTo>
                  <a:lnTo>
                    <a:pt x="1073" y="255"/>
                  </a:lnTo>
                  <a:lnTo>
                    <a:pt x="1088" y="265"/>
                  </a:lnTo>
                  <a:lnTo>
                    <a:pt x="1116" y="275"/>
                  </a:lnTo>
                  <a:lnTo>
                    <a:pt x="1174" y="299"/>
                  </a:lnTo>
                  <a:lnTo>
                    <a:pt x="1184" y="303"/>
                  </a:lnTo>
                  <a:lnTo>
                    <a:pt x="1203" y="308"/>
                  </a:lnTo>
                  <a:lnTo>
                    <a:pt x="1290" y="352"/>
                  </a:lnTo>
                  <a:lnTo>
                    <a:pt x="1294" y="352"/>
                  </a:lnTo>
                  <a:lnTo>
                    <a:pt x="1371" y="390"/>
                  </a:lnTo>
                  <a:lnTo>
                    <a:pt x="1391" y="400"/>
                  </a:lnTo>
                  <a:lnTo>
                    <a:pt x="1400" y="405"/>
                  </a:lnTo>
                  <a:lnTo>
                    <a:pt x="1453" y="438"/>
                  </a:lnTo>
                  <a:lnTo>
                    <a:pt x="1477" y="448"/>
                  </a:lnTo>
                  <a:lnTo>
                    <a:pt x="1492" y="457"/>
                  </a:lnTo>
                  <a:lnTo>
                    <a:pt x="1535" y="481"/>
                  </a:lnTo>
                  <a:lnTo>
                    <a:pt x="1564" y="496"/>
                  </a:lnTo>
                  <a:lnTo>
                    <a:pt x="1578" y="506"/>
                  </a:lnTo>
                  <a:lnTo>
                    <a:pt x="1617" y="530"/>
                  </a:lnTo>
                  <a:lnTo>
                    <a:pt x="1641" y="544"/>
                  </a:lnTo>
                  <a:lnTo>
                    <a:pt x="1650" y="549"/>
                  </a:lnTo>
                  <a:lnTo>
                    <a:pt x="1699" y="578"/>
                  </a:lnTo>
                  <a:lnTo>
                    <a:pt x="1732" y="602"/>
                  </a:lnTo>
                  <a:lnTo>
                    <a:pt x="1776" y="631"/>
                  </a:lnTo>
                  <a:lnTo>
                    <a:pt x="1804" y="650"/>
                  </a:lnTo>
                  <a:lnTo>
                    <a:pt x="1809" y="650"/>
                  </a:lnTo>
                  <a:lnTo>
                    <a:pt x="1853" y="684"/>
                  </a:lnTo>
                  <a:lnTo>
                    <a:pt x="1886" y="708"/>
                  </a:lnTo>
                  <a:lnTo>
                    <a:pt x="1925" y="737"/>
                  </a:lnTo>
                  <a:lnTo>
                    <a:pt x="2132" y="1112"/>
                  </a:lnTo>
                  <a:lnTo>
                    <a:pt x="2324" y="1309"/>
                  </a:lnTo>
                  <a:lnTo>
                    <a:pt x="2574" y="1362"/>
                  </a:lnTo>
                  <a:cubicBezTo>
                    <a:pt x="2762" y="1593"/>
                    <a:pt x="2926" y="1848"/>
                    <a:pt x="3056" y="2122"/>
                  </a:cubicBezTo>
                  <a:lnTo>
                    <a:pt x="3056" y="2127"/>
                  </a:lnTo>
                  <a:lnTo>
                    <a:pt x="3056" y="2132"/>
                  </a:lnTo>
                  <a:lnTo>
                    <a:pt x="3056" y="2137"/>
                  </a:lnTo>
                  <a:lnTo>
                    <a:pt x="3056" y="2142"/>
                  </a:lnTo>
                  <a:cubicBezTo>
                    <a:pt x="3065" y="2166"/>
                    <a:pt x="3075" y="2190"/>
                    <a:pt x="3084" y="2209"/>
                  </a:cubicBezTo>
                  <a:cubicBezTo>
                    <a:pt x="3296" y="2685"/>
                    <a:pt x="3407" y="3195"/>
                    <a:pt x="3412" y="3710"/>
                  </a:cubicBezTo>
                  <a:lnTo>
                    <a:pt x="3412" y="3744"/>
                  </a:lnTo>
                  <a:lnTo>
                    <a:pt x="3412" y="3864"/>
                  </a:lnTo>
                  <a:lnTo>
                    <a:pt x="3412" y="3893"/>
                  </a:lnTo>
                  <a:cubicBezTo>
                    <a:pt x="3412" y="3927"/>
                    <a:pt x="3407" y="3960"/>
                    <a:pt x="3402" y="3994"/>
                  </a:cubicBezTo>
                  <a:lnTo>
                    <a:pt x="3402" y="4018"/>
                  </a:lnTo>
                  <a:cubicBezTo>
                    <a:pt x="3402" y="4057"/>
                    <a:pt x="3397" y="4095"/>
                    <a:pt x="3392" y="4138"/>
                  </a:cubicBezTo>
                  <a:lnTo>
                    <a:pt x="3392" y="4158"/>
                  </a:lnTo>
                  <a:cubicBezTo>
                    <a:pt x="3388" y="4191"/>
                    <a:pt x="3388" y="4225"/>
                    <a:pt x="3383" y="4259"/>
                  </a:cubicBezTo>
                  <a:lnTo>
                    <a:pt x="3378" y="4288"/>
                  </a:lnTo>
                  <a:cubicBezTo>
                    <a:pt x="3363" y="4369"/>
                    <a:pt x="3349" y="4446"/>
                    <a:pt x="3335" y="4523"/>
                  </a:cubicBezTo>
                  <a:lnTo>
                    <a:pt x="3330" y="4552"/>
                  </a:lnTo>
                  <a:cubicBezTo>
                    <a:pt x="3320" y="4581"/>
                    <a:pt x="3315" y="4615"/>
                    <a:pt x="3306" y="4648"/>
                  </a:cubicBezTo>
                  <a:lnTo>
                    <a:pt x="3301" y="4668"/>
                  </a:lnTo>
                  <a:cubicBezTo>
                    <a:pt x="3291" y="4706"/>
                    <a:pt x="3282" y="4745"/>
                    <a:pt x="3267" y="4783"/>
                  </a:cubicBezTo>
                  <a:lnTo>
                    <a:pt x="3267" y="4798"/>
                  </a:lnTo>
                  <a:cubicBezTo>
                    <a:pt x="3258" y="4831"/>
                    <a:pt x="3243" y="4865"/>
                    <a:pt x="3234" y="4899"/>
                  </a:cubicBezTo>
                  <a:lnTo>
                    <a:pt x="3229" y="4923"/>
                  </a:lnTo>
                  <a:cubicBezTo>
                    <a:pt x="3200" y="4995"/>
                    <a:pt x="3176" y="5072"/>
                    <a:pt x="3147" y="5144"/>
                  </a:cubicBezTo>
                  <a:lnTo>
                    <a:pt x="3137" y="5163"/>
                  </a:lnTo>
                  <a:cubicBezTo>
                    <a:pt x="3123" y="5197"/>
                    <a:pt x="3108" y="5226"/>
                    <a:pt x="3094" y="5260"/>
                  </a:cubicBezTo>
                  <a:lnTo>
                    <a:pt x="3089" y="5274"/>
                  </a:lnTo>
                  <a:cubicBezTo>
                    <a:pt x="3070" y="5312"/>
                    <a:pt x="3056" y="5346"/>
                    <a:pt x="3036" y="5385"/>
                  </a:cubicBezTo>
                  <a:lnTo>
                    <a:pt x="3036" y="5389"/>
                  </a:lnTo>
                  <a:cubicBezTo>
                    <a:pt x="3022" y="5423"/>
                    <a:pt x="3003" y="5457"/>
                    <a:pt x="2988" y="5490"/>
                  </a:cubicBezTo>
                  <a:lnTo>
                    <a:pt x="2979" y="5510"/>
                  </a:lnTo>
                  <a:cubicBezTo>
                    <a:pt x="2940" y="5577"/>
                    <a:pt x="2902" y="5649"/>
                    <a:pt x="2858" y="5717"/>
                  </a:cubicBezTo>
                  <a:lnTo>
                    <a:pt x="2849" y="5726"/>
                  </a:lnTo>
                  <a:cubicBezTo>
                    <a:pt x="2829" y="5760"/>
                    <a:pt x="2810" y="5789"/>
                    <a:pt x="2791" y="5823"/>
                  </a:cubicBezTo>
                  <a:lnTo>
                    <a:pt x="2786" y="5832"/>
                  </a:lnTo>
                  <a:cubicBezTo>
                    <a:pt x="2738" y="5899"/>
                    <a:pt x="2690" y="5962"/>
                    <a:pt x="2642" y="6029"/>
                  </a:cubicBezTo>
                  <a:lnTo>
                    <a:pt x="2637" y="6039"/>
                  </a:lnTo>
                  <a:cubicBezTo>
                    <a:pt x="2584" y="6102"/>
                    <a:pt x="2536" y="6164"/>
                    <a:pt x="2478" y="6227"/>
                  </a:cubicBezTo>
                  <a:lnTo>
                    <a:pt x="2478" y="6232"/>
                  </a:lnTo>
                  <a:cubicBezTo>
                    <a:pt x="2449" y="6260"/>
                    <a:pt x="2420" y="6289"/>
                    <a:pt x="2396" y="6318"/>
                  </a:cubicBezTo>
                  <a:cubicBezTo>
                    <a:pt x="2339" y="6381"/>
                    <a:pt x="2281" y="6438"/>
                    <a:pt x="2218" y="6496"/>
                  </a:cubicBezTo>
                  <a:lnTo>
                    <a:pt x="2213" y="6501"/>
                  </a:lnTo>
                  <a:cubicBezTo>
                    <a:pt x="2059" y="6641"/>
                    <a:pt x="1896" y="6770"/>
                    <a:pt x="1723" y="6886"/>
                  </a:cubicBezTo>
                  <a:cubicBezTo>
                    <a:pt x="1617" y="6958"/>
                    <a:pt x="1506" y="7021"/>
                    <a:pt x="1395" y="7078"/>
                  </a:cubicBezTo>
                  <a:lnTo>
                    <a:pt x="1737" y="7078"/>
                  </a:lnTo>
                  <a:cubicBezTo>
                    <a:pt x="1848" y="7021"/>
                    <a:pt x="1958" y="6958"/>
                    <a:pt x="2064" y="6886"/>
                  </a:cubicBezTo>
                  <a:cubicBezTo>
                    <a:pt x="2238" y="6770"/>
                    <a:pt x="2401" y="6641"/>
                    <a:pt x="2555" y="6501"/>
                  </a:cubicBezTo>
                  <a:lnTo>
                    <a:pt x="2560" y="6496"/>
                  </a:lnTo>
                  <a:cubicBezTo>
                    <a:pt x="2622" y="6438"/>
                    <a:pt x="2680" y="6381"/>
                    <a:pt x="2738" y="6318"/>
                  </a:cubicBezTo>
                  <a:cubicBezTo>
                    <a:pt x="2767" y="6289"/>
                    <a:pt x="2791" y="6260"/>
                    <a:pt x="2820" y="6232"/>
                  </a:cubicBezTo>
                  <a:lnTo>
                    <a:pt x="2820" y="6227"/>
                  </a:lnTo>
                  <a:cubicBezTo>
                    <a:pt x="2877" y="6164"/>
                    <a:pt x="2926" y="6102"/>
                    <a:pt x="2979" y="6039"/>
                  </a:cubicBezTo>
                  <a:lnTo>
                    <a:pt x="2983" y="6029"/>
                  </a:lnTo>
                  <a:cubicBezTo>
                    <a:pt x="3031" y="5962"/>
                    <a:pt x="3080" y="5899"/>
                    <a:pt x="3128" y="5832"/>
                  </a:cubicBezTo>
                  <a:lnTo>
                    <a:pt x="3133" y="5823"/>
                  </a:lnTo>
                  <a:cubicBezTo>
                    <a:pt x="3152" y="5789"/>
                    <a:pt x="3171" y="5760"/>
                    <a:pt x="3190" y="5726"/>
                  </a:cubicBezTo>
                  <a:lnTo>
                    <a:pt x="3200" y="5717"/>
                  </a:lnTo>
                  <a:cubicBezTo>
                    <a:pt x="3238" y="5649"/>
                    <a:pt x="3282" y="5577"/>
                    <a:pt x="3320" y="5510"/>
                  </a:cubicBezTo>
                  <a:lnTo>
                    <a:pt x="3330" y="5490"/>
                  </a:lnTo>
                  <a:cubicBezTo>
                    <a:pt x="3344" y="5457"/>
                    <a:pt x="3363" y="5423"/>
                    <a:pt x="3378" y="5389"/>
                  </a:cubicBezTo>
                  <a:lnTo>
                    <a:pt x="3378" y="5385"/>
                  </a:lnTo>
                  <a:cubicBezTo>
                    <a:pt x="3397" y="5346"/>
                    <a:pt x="3416" y="5312"/>
                    <a:pt x="3431" y="5274"/>
                  </a:cubicBezTo>
                  <a:lnTo>
                    <a:pt x="3436" y="5260"/>
                  </a:lnTo>
                  <a:cubicBezTo>
                    <a:pt x="3450" y="5226"/>
                    <a:pt x="3465" y="5197"/>
                    <a:pt x="3479" y="5163"/>
                  </a:cubicBezTo>
                  <a:lnTo>
                    <a:pt x="3489" y="5144"/>
                  </a:lnTo>
                  <a:cubicBezTo>
                    <a:pt x="3517" y="5072"/>
                    <a:pt x="3541" y="4995"/>
                    <a:pt x="3570" y="4923"/>
                  </a:cubicBezTo>
                  <a:lnTo>
                    <a:pt x="3575" y="4899"/>
                  </a:lnTo>
                  <a:cubicBezTo>
                    <a:pt x="3590" y="4865"/>
                    <a:pt x="3599" y="4831"/>
                    <a:pt x="3609" y="4798"/>
                  </a:cubicBezTo>
                  <a:lnTo>
                    <a:pt x="3614" y="4783"/>
                  </a:lnTo>
                  <a:cubicBezTo>
                    <a:pt x="3623" y="4745"/>
                    <a:pt x="3633" y="4706"/>
                    <a:pt x="3643" y="4668"/>
                  </a:cubicBezTo>
                  <a:lnTo>
                    <a:pt x="3647" y="4648"/>
                  </a:lnTo>
                  <a:cubicBezTo>
                    <a:pt x="3657" y="4615"/>
                    <a:pt x="3662" y="4581"/>
                    <a:pt x="3671" y="4552"/>
                  </a:cubicBezTo>
                  <a:lnTo>
                    <a:pt x="3676" y="4523"/>
                  </a:lnTo>
                  <a:cubicBezTo>
                    <a:pt x="3691" y="4446"/>
                    <a:pt x="3705" y="4369"/>
                    <a:pt x="3720" y="4288"/>
                  </a:cubicBezTo>
                  <a:lnTo>
                    <a:pt x="3724" y="4259"/>
                  </a:lnTo>
                  <a:cubicBezTo>
                    <a:pt x="3729" y="4225"/>
                    <a:pt x="3729" y="4191"/>
                    <a:pt x="3734" y="4158"/>
                  </a:cubicBezTo>
                  <a:lnTo>
                    <a:pt x="3734" y="4138"/>
                  </a:lnTo>
                  <a:cubicBezTo>
                    <a:pt x="3739" y="4095"/>
                    <a:pt x="3744" y="4057"/>
                    <a:pt x="3748" y="4018"/>
                  </a:cubicBezTo>
                  <a:lnTo>
                    <a:pt x="3748" y="3994"/>
                  </a:lnTo>
                  <a:cubicBezTo>
                    <a:pt x="3748" y="3960"/>
                    <a:pt x="3748" y="3927"/>
                    <a:pt x="3753" y="3893"/>
                  </a:cubicBezTo>
                  <a:lnTo>
                    <a:pt x="3753" y="3864"/>
                  </a:lnTo>
                  <a:lnTo>
                    <a:pt x="3753" y="3744"/>
                  </a:lnTo>
                  <a:cubicBezTo>
                    <a:pt x="3744" y="3725"/>
                    <a:pt x="3744" y="3715"/>
                    <a:pt x="3744" y="3701"/>
                  </a:cubicBezTo>
                  <a:cubicBezTo>
                    <a:pt x="3739" y="3186"/>
                    <a:pt x="3628" y="2676"/>
                    <a:pt x="3421" y="2204"/>
                  </a:cubicBezTo>
                  <a:cubicBezTo>
                    <a:pt x="3407" y="2180"/>
                    <a:pt x="3397" y="2156"/>
                    <a:pt x="3388" y="2132"/>
                  </a:cubicBezTo>
                  <a:lnTo>
                    <a:pt x="3388" y="2127"/>
                  </a:lnTo>
                  <a:lnTo>
                    <a:pt x="3388" y="2117"/>
                  </a:lnTo>
                  <a:lnTo>
                    <a:pt x="3388" y="2113"/>
                  </a:lnTo>
                  <a:cubicBezTo>
                    <a:pt x="3229" y="1781"/>
                    <a:pt x="3022" y="1473"/>
                    <a:pt x="2772" y="1198"/>
                  </a:cubicBezTo>
                  <a:lnTo>
                    <a:pt x="2767" y="1194"/>
                  </a:lnTo>
                  <a:lnTo>
                    <a:pt x="2757" y="1184"/>
                  </a:lnTo>
                  <a:lnTo>
                    <a:pt x="2752" y="1174"/>
                  </a:lnTo>
                  <a:lnTo>
                    <a:pt x="2709" y="1131"/>
                  </a:lnTo>
                  <a:lnTo>
                    <a:pt x="2690" y="1112"/>
                  </a:lnTo>
                  <a:lnTo>
                    <a:pt x="2685" y="1107"/>
                  </a:lnTo>
                  <a:lnTo>
                    <a:pt x="2647" y="1069"/>
                  </a:lnTo>
                  <a:lnTo>
                    <a:pt x="2642" y="1059"/>
                  </a:lnTo>
                  <a:lnTo>
                    <a:pt x="2627" y="1044"/>
                  </a:lnTo>
                  <a:lnTo>
                    <a:pt x="2622" y="1044"/>
                  </a:lnTo>
                  <a:lnTo>
                    <a:pt x="2579" y="1001"/>
                  </a:lnTo>
                  <a:lnTo>
                    <a:pt x="2570" y="992"/>
                  </a:lnTo>
                  <a:lnTo>
                    <a:pt x="2560" y="982"/>
                  </a:lnTo>
                  <a:lnTo>
                    <a:pt x="2550" y="977"/>
                  </a:lnTo>
                  <a:lnTo>
                    <a:pt x="2517" y="943"/>
                  </a:lnTo>
                  <a:lnTo>
                    <a:pt x="2497" y="924"/>
                  </a:lnTo>
                  <a:lnTo>
                    <a:pt x="2493" y="919"/>
                  </a:lnTo>
                  <a:lnTo>
                    <a:pt x="2488" y="915"/>
                  </a:lnTo>
                  <a:lnTo>
                    <a:pt x="2449" y="881"/>
                  </a:lnTo>
                  <a:lnTo>
                    <a:pt x="2416" y="857"/>
                  </a:lnTo>
                  <a:lnTo>
                    <a:pt x="2377" y="823"/>
                  </a:lnTo>
                  <a:lnTo>
                    <a:pt x="2343" y="794"/>
                  </a:lnTo>
                  <a:lnTo>
                    <a:pt x="2300" y="761"/>
                  </a:lnTo>
                  <a:lnTo>
                    <a:pt x="2271" y="737"/>
                  </a:lnTo>
                  <a:lnTo>
                    <a:pt x="2228" y="708"/>
                  </a:lnTo>
                  <a:lnTo>
                    <a:pt x="2194" y="684"/>
                  </a:lnTo>
                  <a:lnTo>
                    <a:pt x="2151" y="650"/>
                  </a:lnTo>
                  <a:lnTo>
                    <a:pt x="2146" y="650"/>
                  </a:lnTo>
                  <a:lnTo>
                    <a:pt x="2117" y="631"/>
                  </a:lnTo>
                  <a:lnTo>
                    <a:pt x="2074" y="602"/>
                  </a:lnTo>
                  <a:lnTo>
                    <a:pt x="2040" y="578"/>
                  </a:lnTo>
                  <a:lnTo>
                    <a:pt x="1992" y="549"/>
                  </a:lnTo>
                  <a:lnTo>
                    <a:pt x="1982" y="544"/>
                  </a:lnTo>
                  <a:lnTo>
                    <a:pt x="1958" y="530"/>
                  </a:lnTo>
                  <a:lnTo>
                    <a:pt x="1920" y="506"/>
                  </a:lnTo>
                  <a:lnTo>
                    <a:pt x="1906" y="496"/>
                  </a:lnTo>
                  <a:lnTo>
                    <a:pt x="1881" y="481"/>
                  </a:lnTo>
                  <a:lnTo>
                    <a:pt x="1833" y="457"/>
                  </a:lnTo>
                  <a:lnTo>
                    <a:pt x="1819" y="448"/>
                  </a:lnTo>
                  <a:lnTo>
                    <a:pt x="1800" y="438"/>
                  </a:lnTo>
                  <a:lnTo>
                    <a:pt x="1742" y="405"/>
                  </a:lnTo>
                  <a:lnTo>
                    <a:pt x="1732" y="400"/>
                  </a:lnTo>
                  <a:lnTo>
                    <a:pt x="1713" y="390"/>
                  </a:lnTo>
                  <a:lnTo>
                    <a:pt x="1636" y="352"/>
                  </a:lnTo>
                  <a:lnTo>
                    <a:pt x="1631" y="352"/>
                  </a:lnTo>
                  <a:lnTo>
                    <a:pt x="1545" y="308"/>
                  </a:lnTo>
                  <a:lnTo>
                    <a:pt x="1525" y="303"/>
                  </a:lnTo>
                  <a:lnTo>
                    <a:pt x="1516" y="299"/>
                  </a:lnTo>
                  <a:lnTo>
                    <a:pt x="1458" y="275"/>
                  </a:lnTo>
                  <a:lnTo>
                    <a:pt x="1434" y="265"/>
                  </a:lnTo>
                  <a:lnTo>
                    <a:pt x="1415" y="255"/>
                  </a:lnTo>
                  <a:lnTo>
                    <a:pt x="1367" y="236"/>
                  </a:lnTo>
                  <a:lnTo>
                    <a:pt x="1343" y="226"/>
                  </a:lnTo>
                  <a:lnTo>
                    <a:pt x="1323" y="222"/>
                  </a:lnTo>
                  <a:lnTo>
                    <a:pt x="1280" y="202"/>
                  </a:lnTo>
                  <a:lnTo>
                    <a:pt x="1246" y="193"/>
                  </a:lnTo>
                  <a:lnTo>
                    <a:pt x="1241" y="193"/>
                  </a:lnTo>
                  <a:lnTo>
                    <a:pt x="1189" y="174"/>
                  </a:lnTo>
                  <a:lnTo>
                    <a:pt x="1160" y="164"/>
                  </a:lnTo>
                  <a:lnTo>
                    <a:pt x="1150" y="164"/>
                  </a:lnTo>
                  <a:lnTo>
                    <a:pt x="1097" y="149"/>
                  </a:lnTo>
                  <a:lnTo>
                    <a:pt x="1059" y="135"/>
                  </a:lnTo>
                  <a:lnTo>
                    <a:pt x="1006" y="121"/>
                  </a:lnTo>
                  <a:lnTo>
                    <a:pt x="962" y="111"/>
                  </a:lnTo>
                  <a:lnTo>
                    <a:pt x="914" y="97"/>
                  </a:lnTo>
                  <a:lnTo>
                    <a:pt x="871" y="87"/>
                  </a:lnTo>
                  <a:lnTo>
                    <a:pt x="818" y="77"/>
                  </a:lnTo>
                  <a:lnTo>
                    <a:pt x="775" y="68"/>
                  </a:lnTo>
                  <a:lnTo>
                    <a:pt x="727" y="53"/>
                  </a:lnTo>
                  <a:lnTo>
                    <a:pt x="683" y="48"/>
                  </a:lnTo>
                  <a:lnTo>
                    <a:pt x="630" y="39"/>
                  </a:lnTo>
                  <a:lnTo>
                    <a:pt x="587" y="29"/>
                  </a:lnTo>
                  <a:lnTo>
                    <a:pt x="534" y="24"/>
                  </a:lnTo>
                  <a:lnTo>
                    <a:pt x="525" y="24"/>
                  </a:lnTo>
                  <a:lnTo>
                    <a:pt x="491" y="20"/>
                  </a:lnTo>
                  <a:lnTo>
                    <a:pt x="433" y="10"/>
                  </a:lnTo>
                  <a:lnTo>
                    <a:pt x="428" y="10"/>
                  </a:lnTo>
                  <a:lnTo>
                    <a:pt x="390" y="5"/>
                  </a:lnTo>
                  <a:lnTo>
                    <a:pt x="34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1"/>
            <p:cNvSpPr/>
            <p:nvPr/>
          </p:nvSpPr>
          <p:spPr>
            <a:xfrm>
              <a:off x="6312768" y="2479209"/>
              <a:ext cx="9232" cy="109946"/>
            </a:xfrm>
            <a:custGeom>
              <a:rect b="b" l="l" r="r" t="t"/>
              <a:pathLst>
                <a:path extrusionOk="0" h="4192" w="352">
                  <a:moveTo>
                    <a:pt x="0" y="0"/>
                  </a:moveTo>
                  <a:lnTo>
                    <a:pt x="10" y="4191"/>
                  </a:lnTo>
                  <a:lnTo>
                    <a:pt x="24" y="4191"/>
                  </a:lnTo>
                  <a:lnTo>
                    <a:pt x="63" y="4186"/>
                  </a:lnTo>
                  <a:lnTo>
                    <a:pt x="116" y="4177"/>
                  </a:lnTo>
                  <a:lnTo>
                    <a:pt x="120" y="4177"/>
                  </a:lnTo>
                  <a:lnTo>
                    <a:pt x="159" y="4172"/>
                  </a:lnTo>
                  <a:lnTo>
                    <a:pt x="207" y="4167"/>
                  </a:lnTo>
                  <a:lnTo>
                    <a:pt x="351" y="4167"/>
                  </a:lnTo>
                  <a:lnTo>
                    <a:pt x="342" y="10"/>
                  </a:lnTo>
                  <a:lnTo>
                    <a:pt x="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1"/>
            <p:cNvSpPr/>
            <p:nvPr/>
          </p:nvSpPr>
          <p:spPr>
            <a:xfrm>
              <a:off x="6234767" y="2588604"/>
              <a:ext cx="192484" cy="192484"/>
            </a:xfrm>
            <a:custGeom>
              <a:rect b="b" l="l" r="r" t="t"/>
              <a:pathLst>
                <a:path extrusionOk="0" h="7339" w="7339">
                  <a:moveTo>
                    <a:pt x="3427" y="1"/>
                  </a:moveTo>
                  <a:lnTo>
                    <a:pt x="3374" y="6"/>
                  </a:lnTo>
                  <a:lnTo>
                    <a:pt x="3330" y="11"/>
                  </a:lnTo>
                  <a:lnTo>
                    <a:pt x="3277" y="15"/>
                  </a:lnTo>
                  <a:lnTo>
                    <a:pt x="3234" y="20"/>
                  </a:lnTo>
                  <a:lnTo>
                    <a:pt x="3181" y="25"/>
                  </a:lnTo>
                  <a:lnTo>
                    <a:pt x="3138" y="30"/>
                  </a:lnTo>
                  <a:lnTo>
                    <a:pt x="3085" y="39"/>
                  </a:lnTo>
                  <a:lnTo>
                    <a:pt x="3042" y="44"/>
                  </a:lnTo>
                  <a:lnTo>
                    <a:pt x="2993" y="54"/>
                  </a:lnTo>
                  <a:lnTo>
                    <a:pt x="2950" y="63"/>
                  </a:lnTo>
                  <a:lnTo>
                    <a:pt x="2902" y="73"/>
                  </a:lnTo>
                  <a:lnTo>
                    <a:pt x="2859" y="83"/>
                  </a:lnTo>
                  <a:lnTo>
                    <a:pt x="2811" y="92"/>
                  </a:lnTo>
                  <a:lnTo>
                    <a:pt x="2767" y="102"/>
                  </a:lnTo>
                  <a:lnTo>
                    <a:pt x="2719" y="116"/>
                  </a:lnTo>
                  <a:lnTo>
                    <a:pt x="2676" y="126"/>
                  </a:lnTo>
                  <a:lnTo>
                    <a:pt x="2628" y="140"/>
                  </a:lnTo>
                  <a:lnTo>
                    <a:pt x="2584" y="155"/>
                  </a:lnTo>
                  <a:lnTo>
                    <a:pt x="2541" y="169"/>
                  </a:lnTo>
                  <a:lnTo>
                    <a:pt x="2498" y="184"/>
                  </a:lnTo>
                  <a:lnTo>
                    <a:pt x="2450" y="198"/>
                  </a:lnTo>
                  <a:lnTo>
                    <a:pt x="2411" y="213"/>
                  </a:lnTo>
                  <a:lnTo>
                    <a:pt x="2363" y="232"/>
                  </a:lnTo>
                  <a:lnTo>
                    <a:pt x="2325" y="246"/>
                  </a:lnTo>
                  <a:lnTo>
                    <a:pt x="2277" y="266"/>
                  </a:lnTo>
                  <a:lnTo>
                    <a:pt x="2238" y="280"/>
                  </a:lnTo>
                  <a:lnTo>
                    <a:pt x="2190" y="299"/>
                  </a:lnTo>
                  <a:lnTo>
                    <a:pt x="2151" y="318"/>
                  </a:lnTo>
                  <a:lnTo>
                    <a:pt x="2094" y="343"/>
                  </a:lnTo>
                  <a:lnTo>
                    <a:pt x="2036" y="371"/>
                  </a:lnTo>
                  <a:lnTo>
                    <a:pt x="1988" y="395"/>
                  </a:lnTo>
                  <a:lnTo>
                    <a:pt x="1949" y="415"/>
                  </a:lnTo>
                  <a:lnTo>
                    <a:pt x="1906" y="439"/>
                  </a:lnTo>
                  <a:lnTo>
                    <a:pt x="1868" y="463"/>
                  </a:lnTo>
                  <a:lnTo>
                    <a:pt x="1829" y="482"/>
                  </a:lnTo>
                  <a:lnTo>
                    <a:pt x="1791" y="506"/>
                  </a:lnTo>
                  <a:lnTo>
                    <a:pt x="1747" y="530"/>
                  </a:lnTo>
                  <a:lnTo>
                    <a:pt x="1709" y="554"/>
                  </a:lnTo>
                  <a:lnTo>
                    <a:pt x="1670" y="578"/>
                  </a:lnTo>
                  <a:lnTo>
                    <a:pt x="1632" y="602"/>
                  </a:lnTo>
                  <a:lnTo>
                    <a:pt x="1598" y="631"/>
                  </a:lnTo>
                  <a:lnTo>
                    <a:pt x="1560" y="655"/>
                  </a:lnTo>
                  <a:lnTo>
                    <a:pt x="1521" y="684"/>
                  </a:lnTo>
                  <a:lnTo>
                    <a:pt x="1483" y="708"/>
                  </a:lnTo>
                  <a:lnTo>
                    <a:pt x="1449" y="737"/>
                  </a:lnTo>
                  <a:lnTo>
                    <a:pt x="1410" y="766"/>
                  </a:lnTo>
                  <a:lnTo>
                    <a:pt x="1377" y="790"/>
                  </a:lnTo>
                  <a:lnTo>
                    <a:pt x="1343" y="819"/>
                  </a:lnTo>
                  <a:lnTo>
                    <a:pt x="1305" y="848"/>
                  </a:lnTo>
                  <a:lnTo>
                    <a:pt x="1271" y="877"/>
                  </a:lnTo>
                  <a:lnTo>
                    <a:pt x="1237" y="910"/>
                  </a:lnTo>
                  <a:lnTo>
                    <a:pt x="1203" y="939"/>
                  </a:lnTo>
                  <a:lnTo>
                    <a:pt x="1170" y="968"/>
                  </a:lnTo>
                  <a:lnTo>
                    <a:pt x="1136" y="1002"/>
                  </a:lnTo>
                  <a:lnTo>
                    <a:pt x="1107" y="1031"/>
                  </a:lnTo>
                  <a:lnTo>
                    <a:pt x="1074" y="1064"/>
                  </a:lnTo>
                  <a:lnTo>
                    <a:pt x="1040" y="1098"/>
                  </a:lnTo>
                  <a:lnTo>
                    <a:pt x="1011" y="1127"/>
                  </a:lnTo>
                  <a:lnTo>
                    <a:pt x="977" y="1165"/>
                  </a:lnTo>
                  <a:lnTo>
                    <a:pt x="953" y="1189"/>
                  </a:lnTo>
                  <a:cubicBezTo>
                    <a:pt x="708" y="1459"/>
                    <a:pt x="501" y="1762"/>
                    <a:pt x="347" y="2094"/>
                  </a:cubicBezTo>
                  <a:lnTo>
                    <a:pt x="337" y="2113"/>
                  </a:lnTo>
                  <a:lnTo>
                    <a:pt x="309" y="2171"/>
                  </a:lnTo>
                  <a:lnTo>
                    <a:pt x="299" y="2200"/>
                  </a:lnTo>
                  <a:lnTo>
                    <a:pt x="275" y="2258"/>
                  </a:lnTo>
                  <a:lnTo>
                    <a:pt x="260" y="2291"/>
                  </a:lnTo>
                  <a:lnTo>
                    <a:pt x="236" y="2349"/>
                  </a:lnTo>
                  <a:lnTo>
                    <a:pt x="227" y="2383"/>
                  </a:lnTo>
                  <a:lnTo>
                    <a:pt x="203" y="2436"/>
                  </a:lnTo>
                  <a:lnTo>
                    <a:pt x="193" y="2469"/>
                  </a:lnTo>
                  <a:lnTo>
                    <a:pt x="174" y="2532"/>
                  </a:lnTo>
                  <a:lnTo>
                    <a:pt x="164" y="2566"/>
                  </a:lnTo>
                  <a:cubicBezTo>
                    <a:pt x="155" y="2585"/>
                    <a:pt x="150" y="2609"/>
                    <a:pt x="145" y="2628"/>
                  </a:cubicBezTo>
                  <a:lnTo>
                    <a:pt x="135" y="2657"/>
                  </a:lnTo>
                  <a:cubicBezTo>
                    <a:pt x="126" y="2686"/>
                    <a:pt x="116" y="2720"/>
                    <a:pt x="111" y="2748"/>
                  </a:cubicBezTo>
                  <a:lnTo>
                    <a:pt x="111" y="2753"/>
                  </a:lnTo>
                  <a:cubicBezTo>
                    <a:pt x="102" y="2782"/>
                    <a:pt x="97" y="2811"/>
                    <a:pt x="87" y="2845"/>
                  </a:cubicBezTo>
                  <a:lnTo>
                    <a:pt x="82" y="2878"/>
                  </a:lnTo>
                  <a:cubicBezTo>
                    <a:pt x="78" y="2898"/>
                    <a:pt x="73" y="2917"/>
                    <a:pt x="68" y="2936"/>
                  </a:cubicBezTo>
                  <a:cubicBezTo>
                    <a:pt x="63" y="2955"/>
                    <a:pt x="63" y="2965"/>
                    <a:pt x="58" y="2975"/>
                  </a:cubicBezTo>
                  <a:cubicBezTo>
                    <a:pt x="58" y="2989"/>
                    <a:pt x="53" y="3013"/>
                    <a:pt x="49" y="3032"/>
                  </a:cubicBezTo>
                  <a:cubicBezTo>
                    <a:pt x="49" y="3052"/>
                    <a:pt x="44" y="3061"/>
                    <a:pt x="44" y="3076"/>
                  </a:cubicBezTo>
                  <a:cubicBezTo>
                    <a:pt x="39" y="3090"/>
                    <a:pt x="39" y="3109"/>
                    <a:pt x="34" y="3129"/>
                  </a:cubicBezTo>
                  <a:cubicBezTo>
                    <a:pt x="29" y="3143"/>
                    <a:pt x="29" y="3157"/>
                    <a:pt x="29" y="3172"/>
                  </a:cubicBezTo>
                  <a:cubicBezTo>
                    <a:pt x="25" y="3186"/>
                    <a:pt x="25" y="3205"/>
                    <a:pt x="20" y="3225"/>
                  </a:cubicBezTo>
                  <a:cubicBezTo>
                    <a:pt x="20" y="3239"/>
                    <a:pt x="20" y="3254"/>
                    <a:pt x="15" y="3268"/>
                  </a:cubicBezTo>
                  <a:cubicBezTo>
                    <a:pt x="15" y="3282"/>
                    <a:pt x="10" y="3307"/>
                    <a:pt x="10" y="3321"/>
                  </a:cubicBezTo>
                  <a:cubicBezTo>
                    <a:pt x="10" y="3340"/>
                    <a:pt x="10" y="3355"/>
                    <a:pt x="5" y="3369"/>
                  </a:cubicBezTo>
                  <a:cubicBezTo>
                    <a:pt x="1" y="3384"/>
                    <a:pt x="5" y="3403"/>
                    <a:pt x="1" y="3422"/>
                  </a:cubicBezTo>
                  <a:cubicBezTo>
                    <a:pt x="1" y="3441"/>
                    <a:pt x="1" y="3451"/>
                    <a:pt x="1" y="3465"/>
                  </a:cubicBezTo>
                  <a:lnTo>
                    <a:pt x="1" y="3528"/>
                  </a:lnTo>
                  <a:lnTo>
                    <a:pt x="1" y="3566"/>
                  </a:lnTo>
                  <a:lnTo>
                    <a:pt x="1" y="3643"/>
                  </a:lnTo>
                  <a:lnTo>
                    <a:pt x="1" y="3667"/>
                  </a:lnTo>
                  <a:cubicBezTo>
                    <a:pt x="1" y="5693"/>
                    <a:pt x="1646" y="7339"/>
                    <a:pt x="3672" y="7339"/>
                  </a:cubicBezTo>
                  <a:cubicBezTo>
                    <a:pt x="5698" y="7339"/>
                    <a:pt x="7338" y="5693"/>
                    <a:pt x="7338" y="3667"/>
                  </a:cubicBezTo>
                  <a:cubicBezTo>
                    <a:pt x="7319" y="3658"/>
                    <a:pt x="7319" y="3653"/>
                    <a:pt x="7319" y="3643"/>
                  </a:cubicBezTo>
                  <a:lnTo>
                    <a:pt x="7319" y="3571"/>
                  </a:lnTo>
                  <a:lnTo>
                    <a:pt x="7319" y="3528"/>
                  </a:lnTo>
                  <a:lnTo>
                    <a:pt x="7319" y="3465"/>
                  </a:lnTo>
                  <a:lnTo>
                    <a:pt x="7319" y="3422"/>
                  </a:lnTo>
                  <a:cubicBezTo>
                    <a:pt x="7319" y="3408"/>
                    <a:pt x="7319" y="3388"/>
                    <a:pt x="7314" y="3369"/>
                  </a:cubicBezTo>
                  <a:cubicBezTo>
                    <a:pt x="7310" y="3350"/>
                    <a:pt x="7314" y="3340"/>
                    <a:pt x="7310" y="3326"/>
                  </a:cubicBezTo>
                  <a:cubicBezTo>
                    <a:pt x="7305" y="3307"/>
                    <a:pt x="7310" y="3287"/>
                    <a:pt x="7305" y="3273"/>
                  </a:cubicBezTo>
                  <a:cubicBezTo>
                    <a:pt x="7305" y="3254"/>
                    <a:pt x="7300" y="3239"/>
                    <a:pt x="7300" y="3225"/>
                  </a:cubicBezTo>
                  <a:cubicBezTo>
                    <a:pt x="7300" y="3210"/>
                    <a:pt x="7295" y="3191"/>
                    <a:pt x="7295" y="3172"/>
                  </a:cubicBezTo>
                  <a:cubicBezTo>
                    <a:pt x="7290" y="3157"/>
                    <a:pt x="7290" y="3143"/>
                    <a:pt x="7286" y="3129"/>
                  </a:cubicBezTo>
                  <a:cubicBezTo>
                    <a:pt x="7286" y="3114"/>
                    <a:pt x="7281" y="3095"/>
                    <a:pt x="7281" y="3076"/>
                  </a:cubicBezTo>
                  <a:cubicBezTo>
                    <a:pt x="7276" y="3056"/>
                    <a:pt x="7276" y="3047"/>
                    <a:pt x="7271" y="3032"/>
                  </a:cubicBezTo>
                  <a:cubicBezTo>
                    <a:pt x="7271" y="3018"/>
                    <a:pt x="7266" y="2994"/>
                    <a:pt x="7261" y="2979"/>
                  </a:cubicBezTo>
                  <a:cubicBezTo>
                    <a:pt x="7257" y="2960"/>
                    <a:pt x="7257" y="2950"/>
                    <a:pt x="7252" y="2936"/>
                  </a:cubicBezTo>
                  <a:cubicBezTo>
                    <a:pt x="7252" y="2926"/>
                    <a:pt x="7247" y="2898"/>
                    <a:pt x="7242" y="2878"/>
                  </a:cubicBezTo>
                  <a:lnTo>
                    <a:pt x="7233" y="2845"/>
                  </a:lnTo>
                  <a:cubicBezTo>
                    <a:pt x="7228" y="2811"/>
                    <a:pt x="7218" y="2782"/>
                    <a:pt x="7213" y="2753"/>
                  </a:cubicBezTo>
                  <a:lnTo>
                    <a:pt x="7213" y="2748"/>
                  </a:lnTo>
                  <a:cubicBezTo>
                    <a:pt x="7204" y="2720"/>
                    <a:pt x="7194" y="2686"/>
                    <a:pt x="7184" y="2657"/>
                  </a:cubicBezTo>
                  <a:lnTo>
                    <a:pt x="7180" y="2628"/>
                  </a:lnTo>
                  <a:cubicBezTo>
                    <a:pt x="7170" y="2609"/>
                    <a:pt x="7165" y="2585"/>
                    <a:pt x="7160" y="2566"/>
                  </a:cubicBezTo>
                  <a:lnTo>
                    <a:pt x="7146" y="2532"/>
                  </a:lnTo>
                  <a:cubicBezTo>
                    <a:pt x="7141" y="2513"/>
                    <a:pt x="7136" y="2493"/>
                    <a:pt x="7127" y="2474"/>
                  </a:cubicBezTo>
                  <a:lnTo>
                    <a:pt x="7117" y="2436"/>
                  </a:lnTo>
                  <a:lnTo>
                    <a:pt x="7098" y="2383"/>
                  </a:lnTo>
                  <a:lnTo>
                    <a:pt x="7083" y="2349"/>
                  </a:lnTo>
                  <a:lnTo>
                    <a:pt x="7059" y="2291"/>
                  </a:lnTo>
                  <a:lnTo>
                    <a:pt x="7050" y="2258"/>
                  </a:lnTo>
                  <a:lnTo>
                    <a:pt x="7026" y="2200"/>
                  </a:lnTo>
                  <a:lnTo>
                    <a:pt x="7011" y="2171"/>
                  </a:lnTo>
                  <a:cubicBezTo>
                    <a:pt x="7002" y="2152"/>
                    <a:pt x="6992" y="2132"/>
                    <a:pt x="6982" y="2113"/>
                  </a:cubicBezTo>
                  <a:lnTo>
                    <a:pt x="6978" y="2094"/>
                  </a:lnTo>
                  <a:cubicBezTo>
                    <a:pt x="6819" y="1762"/>
                    <a:pt x="6617" y="1459"/>
                    <a:pt x="6371" y="1189"/>
                  </a:cubicBezTo>
                  <a:lnTo>
                    <a:pt x="6342" y="1165"/>
                  </a:lnTo>
                  <a:lnTo>
                    <a:pt x="6309" y="1127"/>
                  </a:lnTo>
                  <a:lnTo>
                    <a:pt x="6280" y="1098"/>
                  </a:lnTo>
                  <a:lnTo>
                    <a:pt x="6246" y="1064"/>
                  </a:lnTo>
                  <a:lnTo>
                    <a:pt x="6217" y="1031"/>
                  </a:lnTo>
                  <a:lnTo>
                    <a:pt x="6184" y="1002"/>
                  </a:lnTo>
                  <a:lnTo>
                    <a:pt x="6150" y="968"/>
                  </a:lnTo>
                  <a:lnTo>
                    <a:pt x="6116" y="939"/>
                  </a:lnTo>
                  <a:lnTo>
                    <a:pt x="6083" y="910"/>
                  </a:lnTo>
                  <a:lnTo>
                    <a:pt x="6049" y="877"/>
                  </a:lnTo>
                  <a:lnTo>
                    <a:pt x="6015" y="848"/>
                  </a:lnTo>
                  <a:lnTo>
                    <a:pt x="5982" y="819"/>
                  </a:lnTo>
                  <a:lnTo>
                    <a:pt x="5943" y="790"/>
                  </a:lnTo>
                  <a:lnTo>
                    <a:pt x="5909" y="766"/>
                  </a:lnTo>
                  <a:lnTo>
                    <a:pt x="5871" y="737"/>
                  </a:lnTo>
                  <a:lnTo>
                    <a:pt x="5837" y="708"/>
                  </a:lnTo>
                  <a:lnTo>
                    <a:pt x="5799" y="684"/>
                  </a:lnTo>
                  <a:lnTo>
                    <a:pt x="5760" y="655"/>
                  </a:lnTo>
                  <a:lnTo>
                    <a:pt x="5722" y="631"/>
                  </a:lnTo>
                  <a:lnTo>
                    <a:pt x="5688" y="602"/>
                  </a:lnTo>
                  <a:lnTo>
                    <a:pt x="5650" y="578"/>
                  </a:lnTo>
                  <a:lnTo>
                    <a:pt x="5611" y="554"/>
                  </a:lnTo>
                  <a:lnTo>
                    <a:pt x="5573" y="530"/>
                  </a:lnTo>
                  <a:lnTo>
                    <a:pt x="5534" y="506"/>
                  </a:lnTo>
                  <a:lnTo>
                    <a:pt x="5491" y="482"/>
                  </a:lnTo>
                  <a:lnTo>
                    <a:pt x="5452" y="463"/>
                  </a:lnTo>
                  <a:lnTo>
                    <a:pt x="5414" y="439"/>
                  </a:lnTo>
                  <a:lnTo>
                    <a:pt x="5370" y="415"/>
                  </a:lnTo>
                  <a:lnTo>
                    <a:pt x="5332" y="395"/>
                  </a:lnTo>
                  <a:lnTo>
                    <a:pt x="5284" y="371"/>
                  </a:lnTo>
                  <a:lnTo>
                    <a:pt x="5226" y="343"/>
                  </a:lnTo>
                  <a:lnTo>
                    <a:pt x="5168" y="318"/>
                  </a:lnTo>
                  <a:lnTo>
                    <a:pt x="5130" y="299"/>
                  </a:lnTo>
                  <a:lnTo>
                    <a:pt x="5082" y="280"/>
                  </a:lnTo>
                  <a:lnTo>
                    <a:pt x="5043" y="266"/>
                  </a:lnTo>
                  <a:lnTo>
                    <a:pt x="5000" y="246"/>
                  </a:lnTo>
                  <a:lnTo>
                    <a:pt x="4957" y="232"/>
                  </a:lnTo>
                  <a:lnTo>
                    <a:pt x="4913" y="213"/>
                  </a:lnTo>
                  <a:lnTo>
                    <a:pt x="4870" y="198"/>
                  </a:lnTo>
                  <a:lnTo>
                    <a:pt x="4827" y="184"/>
                  </a:lnTo>
                  <a:lnTo>
                    <a:pt x="4783" y="169"/>
                  </a:lnTo>
                  <a:lnTo>
                    <a:pt x="4735" y="155"/>
                  </a:lnTo>
                  <a:lnTo>
                    <a:pt x="4692" y="140"/>
                  </a:lnTo>
                  <a:lnTo>
                    <a:pt x="4649" y="126"/>
                  </a:lnTo>
                  <a:lnTo>
                    <a:pt x="4605" y="116"/>
                  </a:lnTo>
                  <a:lnTo>
                    <a:pt x="4557" y="102"/>
                  </a:lnTo>
                  <a:lnTo>
                    <a:pt x="4514" y="92"/>
                  </a:lnTo>
                  <a:lnTo>
                    <a:pt x="4466" y="83"/>
                  </a:lnTo>
                  <a:lnTo>
                    <a:pt x="4423" y="73"/>
                  </a:lnTo>
                  <a:lnTo>
                    <a:pt x="4374" y="63"/>
                  </a:lnTo>
                  <a:lnTo>
                    <a:pt x="4326" y="54"/>
                  </a:lnTo>
                  <a:lnTo>
                    <a:pt x="4278" y="44"/>
                  </a:lnTo>
                  <a:lnTo>
                    <a:pt x="4235" y="39"/>
                  </a:lnTo>
                  <a:lnTo>
                    <a:pt x="4187" y="30"/>
                  </a:lnTo>
                  <a:lnTo>
                    <a:pt x="4143" y="25"/>
                  </a:lnTo>
                  <a:lnTo>
                    <a:pt x="4091" y="20"/>
                  </a:lnTo>
                  <a:lnTo>
                    <a:pt x="4047" y="15"/>
                  </a:lnTo>
                  <a:lnTo>
                    <a:pt x="3994" y="11"/>
                  </a:lnTo>
                  <a:lnTo>
                    <a:pt x="3951" y="6"/>
                  </a:lnTo>
                  <a:lnTo>
                    <a:pt x="389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1"/>
            <p:cNvSpPr/>
            <p:nvPr/>
          </p:nvSpPr>
          <p:spPr>
            <a:xfrm>
              <a:off x="6234138" y="2588735"/>
              <a:ext cx="104517" cy="192352"/>
            </a:xfrm>
            <a:custGeom>
              <a:rect b="b" l="l" r="r" t="t"/>
              <a:pathLst>
                <a:path extrusionOk="0" h="7334" w="3985">
                  <a:moveTo>
                    <a:pt x="3431" y="1"/>
                  </a:moveTo>
                  <a:lnTo>
                    <a:pt x="3374" y="6"/>
                  </a:lnTo>
                  <a:lnTo>
                    <a:pt x="3330" y="10"/>
                  </a:lnTo>
                  <a:lnTo>
                    <a:pt x="3277" y="15"/>
                  </a:lnTo>
                  <a:lnTo>
                    <a:pt x="3234" y="20"/>
                  </a:lnTo>
                  <a:lnTo>
                    <a:pt x="3181" y="25"/>
                  </a:lnTo>
                  <a:lnTo>
                    <a:pt x="3138" y="30"/>
                  </a:lnTo>
                  <a:lnTo>
                    <a:pt x="3090" y="39"/>
                  </a:lnTo>
                  <a:lnTo>
                    <a:pt x="3046" y="44"/>
                  </a:lnTo>
                  <a:lnTo>
                    <a:pt x="2993" y="54"/>
                  </a:lnTo>
                  <a:lnTo>
                    <a:pt x="2950" y="63"/>
                  </a:lnTo>
                  <a:lnTo>
                    <a:pt x="2902" y="73"/>
                  </a:lnTo>
                  <a:lnTo>
                    <a:pt x="2859" y="82"/>
                  </a:lnTo>
                  <a:lnTo>
                    <a:pt x="2811" y="92"/>
                  </a:lnTo>
                  <a:lnTo>
                    <a:pt x="2767" y="102"/>
                  </a:lnTo>
                  <a:lnTo>
                    <a:pt x="2719" y="116"/>
                  </a:lnTo>
                  <a:lnTo>
                    <a:pt x="2676" y="126"/>
                  </a:lnTo>
                  <a:lnTo>
                    <a:pt x="2633" y="140"/>
                  </a:lnTo>
                  <a:lnTo>
                    <a:pt x="2589" y="155"/>
                  </a:lnTo>
                  <a:lnTo>
                    <a:pt x="2541" y="169"/>
                  </a:lnTo>
                  <a:lnTo>
                    <a:pt x="2498" y="179"/>
                  </a:lnTo>
                  <a:lnTo>
                    <a:pt x="2454" y="198"/>
                  </a:lnTo>
                  <a:lnTo>
                    <a:pt x="2411" y="212"/>
                  </a:lnTo>
                  <a:lnTo>
                    <a:pt x="2368" y="227"/>
                  </a:lnTo>
                  <a:lnTo>
                    <a:pt x="2325" y="246"/>
                  </a:lnTo>
                  <a:lnTo>
                    <a:pt x="2281" y="261"/>
                  </a:lnTo>
                  <a:lnTo>
                    <a:pt x="2238" y="280"/>
                  </a:lnTo>
                  <a:lnTo>
                    <a:pt x="2195" y="299"/>
                  </a:lnTo>
                  <a:lnTo>
                    <a:pt x="2156" y="313"/>
                  </a:lnTo>
                  <a:lnTo>
                    <a:pt x="2094" y="342"/>
                  </a:lnTo>
                  <a:lnTo>
                    <a:pt x="2041" y="371"/>
                  </a:lnTo>
                  <a:lnTo>
                    <a:pt x="1993" y="395"/>
                  </a:lnTo>
                  <a:lnTo>
                    <a:pt x="1954" y="415"/>
                  </a:lnTo>
                  <a:lnTo>
                    <a:pt x="1911" y="439"/>
                  </a:lnTo>
                  <a:lnTo>
                    <a:pt x="1872" y="458"/>
                  </a:lnTo>
                  <a:lnTo>
                    <a:pt x="1829" y="482"/>
                  </a:lnTo>
                  <a:lnTo>
                    <a:pt x="1790" y="506"/>
                  </a:lnTo>
                  <a:lnTo>
                    <a:pt x="1752" y="530"/>
                  </a:lnTo>
                  <a:lnTo>
                    <a:pt x="1713" y="554"/>
                  </a:lnTo>
                  <a:lnTo>
                    <a:pt x="1675" y="578"/>
                  </a:lnTo>
                  <a:lnTo>
                    <a:pt x="1636" y="602"/>
                  </a:lnTo>
                  <a:lnTo>
                    <a:pt x="1598" y="626"/>
                  </a:lnTo>
                  <a:lnTo>
                    <a:pt x="1559" y="655"/>
                  </a:lnTo>
                  <a:lnTo>
                    <a:pt x="1526" y="679"/>
                  </a:lnTo>
                  <a:lnTo>
                    <a:pt x="1487" y="708"/>
                  </a:lnTo>
                  <a:lnTo>
                    <a:pt x="1449" y="732"/>
                  </a:lnTo>
                  <a:lnTo>
                    <a:pt x="1415" y="761"/>
                  </a:lnTo>
                  <a:lnTo>
                    <a:pt x="1381" y="790"/>
                  </a:lnTo>
                  <a:lnTo>
                    <a:pt x="1343" y="819"/>
                  </a:lnTo>
                  <a:lnTo>
                    <a:pt x="1309" y="848"/>
                  </a:lnTo>
                  <a:lnTo>
                    <a:pt x="1276" y="876"/>
                  </a:lnTo>
                  <a:lnTo>
                    <a:pt x="1242" y="905"/>
                  </a:lnTo>
                  <a:lnTo>
                    <a:pt x="1208" y="939"/>
                  </a:lnTo>
                  <a:lnTo>
                    <a:pt x="1175" y="968"/>
                  </a:lnTo>
                  <a:lnTo>
                    <a:pt x="1141" y="1002"/>
                  </a:lnTo>
                  <a:lnTo>
                    <a:pt x="1107" y="1030"/>
                  </a:lnTo>
                  <a:lnTo>
                    <a:pt x="1074" y="1064"/>
                  </a:lnTo>
                  <a:lnTo>
                    <a:pt x="1045" y="1093"/>
                  </a:lnTo>
                  <a:lnTo>
                    <a:pt x="1011" y="1127"/>
                  </a:lnTo>
                  <a:lnTo>
                    <a:pt x="977" y="1160"/>
                  </a:lnTo>
                  <a:lnTo>
                    <a:pt x="953" y="1189"/>
                  </a:lnTo>
                  <a:cubicBezTo>
                    <a:pt x="708" y="1459"/>
                    <a:pt x="506" y="1762"/>
                    <a:pt x="347" y="2089"/>
                  </a:cubicBezTo>
                  <a:lnTo>
                    <a:pt x="337" y="2108"/>
                  </a:lnTo>
                  <a:lnTo>
                    <a:pt x="313" y="2171"/>
                  </a:lnTo>
                  <a:lnTo>
                    <a:pt x="299" y="2200"/>
                  </a:lnTo>
                  <a:lnTo>
                    <a:pt x="275" y="2257"/>
                  </a:lnTo>
                  <a:lnTo>
                    <a:pt x="260" y="2291"/>
                  </a:lnTo>
                  <a:lnTo>
                    <a:pt x="241" y="2344"/>
                  </a:lnTo>
                  <a:lnTo>
                    <a:pt x="227" y="2378"/>
                  </a:lnTo>
                  <a:lnTo>
                    <a:pt x="207" y="2435"/>
                  </a:lnTo>
                  <a:lnTo>
                    <a:pt x="193" y="2469"/>
                  </a:lnTo>
                  <a:lnTo>
                    <a:pt x="174" y="2532"/>
                  </a:lnTo>
                  <a:lnTo>
                    <a:pt x="164" y="2565"/>
                  </a:lnTo>
                  <a:cubicBezTo>
                    <a:pt x="159" y="2585"/>
                    <a:pt x="150" y="2604"/>
                    <a:pt x="145" y="2628"/>
                  </a:cubicBezTo>
                  <a:lnTo>
                    <a:pt x="135" y="2657"/>
                  </a:lnTo>
                  <a:cubicBezTo>
                    <a:pt x="126" y="2686"/>
                    <a:pt x="121" y="2715"/>
                    <a:pt x="111" y="2748"/>
                  </a:cubicBezTo>
                  <a:lnTo>
                    <a:pt x="111" y="2753"/>
                  </a:lnTo>
                  <a:cubicBezTo>
                    <a:pt x="102" y="2782"/>
                    <a:pt x="97" y="2811"/>
                    <a:pt x="87" y="2840"/>
                  </a:cubicBezTo>
                  <a:lnTo>
                    <a:pt x="82" y="2873"/>
                  </a:lnTo>
                  <a:cubicBezTo>
                    <a:pt x="77" y="2897"/>
                    <a:pt x="73" y="2917"/>
                    <a:pt x="68" y="2936"/>
                  </a:cubicBezTo>
                  <a:cubicBezTo>
                    <a:pt x="68" y="2955"/>
                    <a:pt x="63" y="2960"/>
                    <a:pt x="63" y="2974"/>
                  </a:cubicBezTo>
                  <a:cubicBezTo>
                    <a:pt x="58" y="2989"/>
                    <a:pt x="53" y="3013"/>
                    <a:pt x="53" y="3027"/>
                  </a:cubicBezTo>
                  <a:cubicBezTo>
                    <a:pt x="49" y="3047"/>
                    <a:pt x="49" y="3056"/>
                    <a:pt x="44" y="3071"/>
                  </a:cubicBezTo>
                  <a:cubicBezTo>
                    <a:pt x="44" y="3085"/>
                    <a:pt x="39" y="3109"/>
                    <a:pt x="34" y="3124"/>
                  </a:cubicBezTo>
                  <a:cubicBezTo>
                    <a:pt x="34" y="3143"/>
                    <a:pt x="29" y="3157"/>
                    <a:pt x="29" y="3172"/>
                  </a:cubicBezTo>
                  <a:cubicBezTo>
                    <a:pt x="29" y="3186"/>
                    <a:pt x="25" y="3205"/>
                    <a:pt x="25" y="3225"/>
                  </a:cubicBezTo>
                  <a:cubicBezTo>
                    <a:pt x="20" y="3239"/>
                    <a:pt x="20" y="3253"/>
                    <a:pt x="20" y="3268"/>
                  </a:cubicBezTo>
                  <a:cubicBezTo>
                    <a:pt x="15" y="3282"/>
                    <a:pt x="15" y="3302"/>
                    <a:pt x="10" y="3321"/>
                  </a:cubicBezTo>
                  <a:cubicBezTo>
                    <a:pt x="10" y="3340"/>
                    <a:pt x="10" y="3350"/>
                    <a:pt x="10" y="3364"/>
                  </a:cubicBezTo>
                  <a:cubicBezTo>
                    <a:pt x="5" y="3383"/>
                    <a:pt x="10" y="3403"/>
                    <a:pt x="5" y="3422"/>
                  </a:cubicBezTo>
                  <a:cubicBezTo>
                    <a:pt x="0" y="3436"/>
                    <a:pt x="5" y="3451"/>
                    <a:pt x="5" y="3465"/>
                  </a:cubicBezTo>
                  <a:lnTo>
                    <a:pt x="5" y="3523"/>
                  </a:lnTo>
                  <a:lnTo>
                    <a:pt x="5" y="3566"/>
                  </a:lnTo>
                  <a:lnTo>
                    <a:pt x="5" y="3643"/>
                  </a:lnTo>
                  <a:lnTo>
                    <a:pt x="5" y="3667"/>
                  </a:lnTo>
                  <a:cubicBezTo>
                    <a:pt x="5" y="5693"/>
                    <a:pt x="1646" y="7334"/>
                    <a:pt x="3672" y="7334"/>
                  </a:cubicBezTo>
                  <a:cubicBezTo>
                    <a:pt x="3778" y="7334"/>
                    <a:pt x="3879" y="7329"/>
                    <a:pt x="3985" y="7319"/>
                  </a:cubicBezTo>
                  <a:cubicBezTo>
                    <a:pt x="2079" y="7161"/>
                    <a:pt x="616" y="5573"/>
                    <a:pt x="621" y="3662"/>
                  </a:cubicBezTo>
                  <a:lnTo>
                    <a:pt x="621" y="3638"/>
                  </a:lnTo>
                  <a:lnTo>
                    <a:pt x="621" y="3561"/>
                  </a:lnTo>
                  <a:lnTo>
                    <a:pt x="621" y="3523"/>
                  </a:lnTo>
                  <a:lnTo>
                    <a:pt x="621" y="3460"/>
                  </a:lnTo>
                  <a:lnTo>
                    <a:pt x="621" y="3417"/>
                  </a:lnTo>
                  <a:cubicBezTo>
                    <a:pt x="621" y="3403"/>
                    <a:pt x="621" y="3379"/>
                    <a:pt x="626" y="3364"/>
                  </a:cubicBezTo>
                  <a:cubicBezTo>
                    <a:pt x="626" y="3345"/>
                    <a:pt x="626" y="3335"/>
                    <a:pt x="626" y="3316"/>
                  </a:cubicBezTo>
                  <a:cubicBezTo>
                    <a:pt x="631" y="3302"/>
                    <a:pt x="631" y="3282"/>
                    <a:pt x="636" y="3263"/>
                  </a:cubicBezTo>
                  <a:cubicBezTo>
                    <a:pt x="636" y="3249"/>
                    <a:pt x="636" y="3234"/>
                    <a:pt x="640" y="3220"/>
                  </a:cubicBezTo>
                  <a:cubicBezTo>
                    <a:pt x="640" y="3205"/>
                    <a:pt x="645" y="3181"/>
                    <a:pt x="645" y="3167"/>
                  </a:cubicBezTo>
                  <a:lnTo>
                    <a:pt x="650" y="3124"/>
                  </a:lnTo>
                  <a:cubicBezTo>
                    <a:pt x="650" y="3104"/>
                    <a:pt x="655" y="3085"/>
                    <a:pt x="660" y="3071"/>
                  </a:cubicBezTo>
                  <a:cubicBezTo>
                    <a:pt x="665" y="3051"/>
                    <a:pt x="665" y="3042"/>
                    <a:pt x="669" y="3027"/>
                  </a:cubicBezTo>
                  <a:cubicBezTo>
                    <a:pt x="669" y="3013"/>
                    <a:pt x="674" y="2989"/>
                    <a:pt x="679" y="2970"/>
                  </a:cubicBezTo>
                  <a:cubicBezTo>
                    <a:pt x="679" y="2955"/>
                    <a:pt x="684" y="2945"/>
                    <a:pt x="684" y="2931"/>
                  </a:cubicBezTo>
                  <a:cubicBezTo>
                    <a:pt x="689" y="2917"/>
                    <a:pt x="693" y="2893"/>
                    <a:pt x="698" y="2873"/>
                  </a:cubicBezTo>
                  <a:lnTo>
                    <a:pt x="708" y="2840"/>
                  </a:lnTo>
                  <a:cubicBezTo>
                    <a:pt x="713" y="2806"/>
                    <a:pt x="717" y="2777"/>
                    <a:pt x="727" y="2748"/>
                  </a:cubicBezTo>
                  <a:lnTo>
                    <a:pt x="727" y="2743"/>
                  </a:lnTo>
                  <a:cubicBezTo>
                    <a:pt x="737" y="2715"/>
                    <a:pt x="741" y="2686"/>
                    <a:pt x="751" y="2652"/>
                  </a:cubicBezTo>
                  <a:lnTo>
                    <a:pt x="761" y="2623"/>
                  </a:lnTo>
                  <a:cubicBezTo>
                    <a:pt x="766" y="2604"/>
                    <a:pt x="775" y="2580"/>
                    <a:pt x="780" y="2561"/>
                  </a:cubicBezTo>
                  <a:lnTo>
                    <a:pt x="790" y="2527"/>
                  </a:lnTo>
                  <a:lnTo>
                    <a:pt x="809" y="2464"/>
                  </a:lnTo>
                  <a:lnTo>
                    <a:pt x="823" y="2431"/>
                  </a:lnTo>
                  <a:lnTo>
                    <a:pt x="843" y="2378"/>
                  </a:lnTo>
                  <a:lnTo>
                    <a:pt x="857" y="2344"/>
                  </a:lnTo>
                  <a:lnTo>
                    <a:pt x="876" y="2286"/>
                  </a:lnTo>
                  <a:lnTo>
                    <a:pt x="891" y="2253"/>
                  </a:lnTo>
                  <a:lnTo>
                    <a:pt x="915" y="2195"/>
                  </a:lnTo>
                  <a:lnTo>
                    <a:pt x="929" y="2166"/>
                  </a:lnTo>
                  <a:lnTo>
                    <a:pt x="958" y="2108"/>
                  </a:lnTo>
                  <a:lnTo>
                    <a:pt x="963" y="2089"/>
                  </a:lnTo>
                  <a:cubicBezTo>
                    <a:pt x="1122" y="1757"/>
                    <a:pt x="1324" y="1454"/>
                    <a:pt x="1569" y="1184"/>
                  </a:cubicBezTo>
                  <a:lnTo>
                    <a:pt x="1593" y="1160"/>
                  </a:lnTo>
                  <a:lnTo>
                    <a:pt x="1627" y="1122"/>
                  </a:lnTo>
                  <a:lnTo>
                    <a:pt x="1661" y="1093"/>
                  </a:lnTo>
                  <a:lnTo>
                    <a:pt x="1689" y="1059"/>
                  </a:lnTo>
                  <a:lnTo>
                    <a:pt x="1723" y="1026"/>
                  </a:lnTo>
                  <a:lnTo>
                    <a:pt x="1757" y="997"/>
                  </a:lnTo>
                  <a:lnTo>
                    <a:pt x="1790" y="963"/>
                  </a:lnTo>
                  <a:lnTo>
                    <a:pt x="1824" y="934"/>
                  </a:lnTo>
                  <a:lnTo>
                    <a:pt x="1858" y="905"/>
                  </a:lnTo>
                  <a:lnTo>
                    <a:pt x="1892" y="872"/>
                  </a:lnTo>
                  <a:lnTo>
                    <a:pt x="1925" y="843"/>
                  </a:lnTo>
                  <a:lnTo>
                    <a:pt x="1959" y="814"/>
                  </a:lnTo>
                  <a:lnTo>
                    <a:pt x="1997" y="785"/>
                  </a:lnTo>
                  <a:lnTo>
                    <a:pt x="2031" y="761"/>
                  </a:lnTo>
                  <a:lnTo>
                    <a:pt x="2065" y="732"/>
                  </a:lnTo>
                  <a:lnTo>
                    <a:pt x="2103" y="703"/>
                  </a:lnTo>
                  <a:lnTo>
                    <a:pt x="2142" y="679"/>
                  </a:lnTo>
                  <a:lnTo>
                    <a:pt x="2175" y="650"/>
                  </a:lnTo>
                  <a:lnTo>
                    <a:pt x="2214" y="626"/>
                  </a:lnTo>
                  <a:lnTo>
                    <a:pt x="2252" y="597"/>
                  </a:lnTo>
                  <a:lnTo>
                    <a:pt x="2291" y="573"/>
                  </a:lnTo>
                  <a:lnTo>
                    <a:pt x="2329" y="549"/>
                  </a:lnTo>
                  <a:lnTo>
                    <a:pt x="2368" y="525"/>
                  </a:lnTo>
                  <a:lnTo>
                    <a:pt x="2406" y="501"/>
                  </a:lnTo>
                  <a:lnTo>
                    <a:pt x="2445" y="477"/>
                  </a:lnTo>
                  <a:lnTo>
                    <a:pt x="2488" y="458"/>
                  </a:lnTo>
                  <a:lnTo>
                    <a:pt x="2527" y="434"/>
                  </a:lnTo>
                  <a:lnTo>
                    <a:pt x="2570" y="410"/>
                  </a:lnTo>
                  <a:lnTo>
                    <a:pt x="2608" y="390"/>
                  </a:lnTo>
                  <a:lnTo>
                    <a:pt x="2657" y="366"/>
                  </a:lnTo>
                  <a:lnTo>
                    <a:pt x="2709" y="338"/>
                  </a:lnTo>
                  <a:lnTo>
                    <a:pt x="2772" y="313"/>
                  </a:lnTo>
                  <a:lnTo>
                    <a:pt x="2811" y="294"/>
                  </a:lnTo>
                  <a:lnTo>
                    <a:pt x="2854" y="275"/>
                  </a:lnTo>
                  <a:lnTo>
                    <a:pt x="2897" y="261"/>
                  </a:lnTo>
                  <a:lnTo>
                    <a:pt x="2940" y="241"/>
                  </a:lnTo>
                  <a:lnTo>
                    <a:pt x="2984" y="227"/>
                  </a:lnTo>
                  <a:lnTo>
                    <a:pt x="3027" y="208"/>
                  </a:lnTo>
                  <a:lnTo>
                    <a:pt x="3070" y="193"/>
                  </a:lnTo>
                  <a:lnTo>
                    <a:pt x="3114" y="179"/>
                  </a:lnTo>
                  <a:lnTo>
                    <a:pt x="3157" y="164"/>
                  </a:lnTo>
                  <a:lnTo>
                    <a:pt x="3205" y="150"/>
                  </a:lnTo>
                  <a:lnTo>
                    <a:pt x="3248" y="135"/>
                  </a:lnTo>
                  <a:lnTo>
                    <a:pt x="3292" y="121"/>
                  </a:lnTo>
                  <a:lnTo>
                    <a:pt x="3335" y="111"/>
                  </a:lnTo>
                  <a:lnTo>
                    <a:pt x="3383" y="97"/>
                  </a:lnTo>
                  <a:lnTo>
                    <a:pt x="3426" y="87"/>
                  </a:lnTo>
                  <a:lnTo>
                    <a:pt x="3475" y="78"/>
                  </a:lnTo>
                  <a:lnTo>
                    <a:pt x="3518" y="68"/>
                  </a:lnTo>
                  <a:lnTo>
                    <a:pt x="3566" y="58"/>
                  </a:lnTo>
                  <a:lnTo>
                    <a:pt x="3609" y="49"/>
                  </a:lnTo>
                  <a:lnTo>
                    <a:pt x="3662" y="39"/>
                  </a:lnTo>
                  <a:lnTo>
                    <a:pt x="3706" y="34"/>
                  </a:lnTo>
                  <a:lnTo>
                    <a:pt x="3754" y="25"/>
                  </a:lnTo>
                  <a:lnTo>
                    <a:pt x="3797" y="20"/>
                  </a:lnTo>
                  <a:lnTo>
                    <a:pt x="3850" y="15"/>
                  </a:lnTo>
                  <a:lnTo>
                    <a:pt x="3893" y="10"/>
                  </a:lnTo>
                  <a:lnTo>
                    <a:pt x="3946" y="6"/>
                  </a:lnTo>
                  <a:lnTo>
                    <a:pt x="3951" y="6"/>
                  </a:lnTo>
                  <a:lnTo>
                    <a:pt x="3898"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1"/>
            <p:cNvSpPr/>
            <p:nvPr/>
          </p:nvSpPr>
          <p:spPr>
            <a:xfrm>
              <a:off x="6290422" y="2615251"/>
              <a:ext cx="80545" cy="50383"/>
            </a:xfrm>
            <a:custGeom>
              <a:rect b="b" l="l" r="r" t="t"/>
              <a:pathLst>
                <a:path extrusionOk="0" h="1921" w="3071">
                  <a:moveTo>
                    <a:pt x="1468" y="0"/>
                  </a:moveTo>
                  <a:cubicBezTo>
                    <a:pt x="660" y="0"/>
                    <a:pt x="1" y="655"/>
                    <a:pt x="1" y="1468"/>
                  </a:cubicBezTo>
                  <a:lnTo>
                    <a:pt x="1" y="1920"/>
                  </a:lnTo>
                  <a:lnTo>
                    <a:pt x="130" y="1877"/>
                  </a:lnTo>
                  <a:cubicBezTo>
                    <a:pt x="150" y="1867"/>
                    <a:pt x="169" y="1862"/>
                    <a:pt x="188" y="1862"/>
                  </a:cubicBezTo>
                  <a:cubicBezTo>
                    <a:pt x="203" y="1862"/>
                    <a:pt x="1425" y="1857"/>
                    <a:pt x="1973" y="1092"/>
                  </a:cubicBezTo>
                  <a:cubicBezTo>
                    <a:pt x="2014" y="1038"/>
                    <a:pt x="2073" y="1012"/>
                    <a:pt x="2132" y="1012"/>
                  </a:cubicBezTo>
                  <a:cubicBezTo>
                    <a:pt x="2217" y="1012"/>
                    <a:pt x="2302" y="1067"/>
                    <a:pt x="2325" y="1165"/>
                  </a:cubicBezTo>
                  <a:cubicBezTo>
                    <a:pt x="2329" y="1189"/>
                    <a:pt x="2474" y="1766"/>
                    <a:pt x="2931" y="1867"/>
                  </a:cubicBezTo>
                  <a:lnTo>
                    <a:pt x="2945" y="1872"/>
                  </a:lnTo>
                  <a:lnTo>
                    <a:pt x="3070" y="1910"/>
                  </a:lnTo>
                  <a:lnTo>
                    <a:pt x="3070" y="1468"/>
                  </a:lnTo>
                  <a:cubicBezTo>
                    <a:pt x="3070" y="659"/>
                    <a:pt x="2416" y="0"/>
                    <a:pt x="160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1"/>
            <p:cNvSpPr/>
            <p:nvPr/>
          </p:nvSpPr>
          <p:spPr>
            <a:xfrm>
              <a:off x="6321711" y="2717329"/>
              <a:ext cx="18333" cy="17336"/>
            </a:xfrm>
            <a:custGeom>
              <a:rect b="b" l="l" r="r" t="t"/>
              <a:pathLst>
                <a:path extrusionOk="0" h="661" w="699">
                  <a:moveTo>
                    <a:pt x="1" y="1"/>
                  </a:moveTo>
                  <a:lnTo>
                    <a:pt x="1" y="328"/>
                  </a:lnTo>
                  <a:lnTo>
                    <a:pt x="342" y="660"/>
                  </a:lnTo>
                  <a:lnTo>
                    <a:pt x="699" y="294"/>
                  </a:lnTo>
                  <a:lnTo>
                    <a:pt x="699" y="6"/>
                  </a:lnTo>
                  <a:lnTo>
                    <a:pt x="607" y="10"/>
                  </a:lnTo>
                  <a:cubicBezTo>
                    <a:pt x="564" y="15"/>
                    <a:pt x="530" y="15"/>
                    <a:pt x="492" y="15"/>
                  </a:cubicBezTo>
                  <a:lnTo>
                    <a:pt x="203" y="15"/>
                  </a:lnTo>
                  <a:cubicBezTo>
                    <a:pt x="169" y="15"/>
                    <a:pt x="131" y="15"/>
                    <a:pt x="87"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1"/>
            <p:cNvSpPr/>
            <p:nvPr/>
          </p:nvSpPr>
          <p:spPr>
            <a:xfrm>
              <a:off x="6282606" y="2649059"/>
              <a:ext cx="96045" cy="59851"/>
            </a:xfrm>
            <a:custGeom>
              <a:rect b="b" l="l" r="r" t="t"/>
              <a:pathLst>
                <a:path extrusionOk="0" h="2282" w="3662">
                  <a:moveTo>
                    <a:pt x="2291" y="1"/>
                  </a:moveTo>
                  <a:lnTo>
                    <a:pt x="2214" y="58"/>
                  </a:lnTo>
                  <a:cubicBezTo>
                    <a:pt x="1607" y="564"/>
                    <a:pt x="732" y="573"/>
                    <a:pt x="693" y="573"/>
                  </a:cubicBezTo>
                  <a:lnTo>
                    <a:pt x="688" y="573"/>
                  </a:lnTo>
                  <a:cubicBezTo>
                    <a:pt x="669" y="568"/>
                    <a:pt x="650" y="568"/>
                    <a:pt x="631" y="564"/>
                  </a:cubicBezTo>
                  <a:lnTo>
                    <a:pt x="520" y="520"/>
                  </a:lnTo>
                  <a:lnTo>
                    <a:pt x="520" y="703"/>
                  </a:lnTo>
                  <a:lnTo>
                    <a:pt x="0" y="703"/>
                  </a:lnTo>
                  <a:lnTo>
                    <a:pt x="0" y="1305"/>
                  </a:lnTo>
                  <a:lnTo>
                    <a:pt x="534" y="1305"/>
                  </a:lnTo>
                  <a:cubicBezTo>
                    <a:pt x="631" y="1868"/>
                    <a:pt x="1117" y="2281"/>
                    <a:pt x="1694" y="2281"/>
                  </a:cubicBezTo>
                  <a:lnTo>
                    <a:pt x="1983" y="2281"/>
                  </a:lnTo>
                  <a:cubicBezTo>
                    <a:pt x="2555" y="2281"/>
                    <a:pt x="3041" y="1872"/>
                    <a:pt x="3142" y="1309"/>
                  </a:cubicBezTo>
                  <a:lnTo>
                    <a:pt x="3662" y="1309"/>
                  </a:lnTo>
                  <a:lnTo>
                    <a:pt x="3662" y="708"/>
                  </a:lnTo>
                  <a:lnTo>
                    <a:pt x="3162" y="708"/>
                  </a:lnTo>
                  <a:lnTo>
                    <a:pt x="3162" y="525"/>
                  </a:lnTo>
                  <a:lnTo>
                    <a:pt x="3051" y="564"/>
                  </a:lnTo>
                  <a:cubicBezTo>
                    <a:pt x="3030" y="570"/>
                    <a:pt x="3011" y="574"/>
                    <a:pt x="2993" y="574"/>
                  </a:cubicBezTo>
                  <a:cubicBezTo>
                    <a:pt x="2981" y="574"/>
                    <a:pt x="2970" y="572"/>
                    <a:pt x="2959" y="568"/>
                  </a:cubicBezTo>
                  <a:cubicBezTo>
                    <a:pt x="2700" y="511"/>
                    <a:pt x="2493" y="347"/>
                    <a:pt x="2339" y="82"/>
                  </a:cubicBezTo>
                  <a:lnTo>
                    <a:pt x="229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1"/>
            <p:cNvSpPr/>
            <p:nvPr/>
          </p:nvSpPr>
          <p:spPr>
            <a:xfrm>
              <a:off x="6273269" y="2730207"/>
              <a:ext cx="114483" cy="46528"/>
            </a:xfrm>
            <a:custGeom>
              <a:rect b="b" l="l" r="r" t="t"/>
              <a:pathLst>
                <a:path extrusionOk="0" h="1774" w="4365">
                  <a:moveTo>
                    <a:pt x="2820" y="1"/>
                  </a:moveTo>
                  <a:lnTo>
                    <a:pt x="2310" y="525"/>
                  </a:lnTo>
                  <a:cubicBezTo>
                    <a:pt x="2281" y="559"/>
                    <a:pt x="2238" y="573"/>
                    <a:pt x="2189" y="573"/>
                  </a:cubicBezTo>
                  <a:cubicBezTo>
                    <a:pt x="2146" y="573"/>
                    <a:pt x="2108" y="559"/>
                    <a:pt x="2074" y="530"/>
                  </a:cubicBezTo>
                  <a:lnTo>
                    <a:pt x="1540" y="10"/>
                  </a:lnTo>
                  <a:lnTo>
                    <a:pt x="558" y="395"/>
                  </a:lnTo>
                  <a:lnTo>
                    <a:pt x="549" y="395"/>
                  </a:lnTo>
                  <a:cubicBezTo>
                    <a:pt x="313" y="496"/>
                    <a:pt x="125" y="679"/>
                    <a:pt x="24" y="915"/>
                  </a:cubicBezTo>
                  <a:lnTo>
                    <a:pt x="0" y="973"/>
                  </a:lnTo>
                  <a:lnTo>
                    <a:pt x="48" y="1016"/>
                  </a:lnTo>
                  <a:cubicBezTo>
                    <a:pt x="669" y="1521"/>
                    <a:pt x="1424" y="1774"/>
                    <a:pt x="2180" y="1774"/>
                  </a:cubicBezTo>
                  <a:cubicBezTo>
                    <a:pt x="2935" y="1774"/>
                    <a:pt x="3691" y="1521"/>
                    <a:pt x="4311" y="1016"/>
                  </a:cubicBezTo>
                  <a:lnTo>
                    <a:pt x="4364" y="973"/>
                  </a:lnTo>
                  <a:lnTo>
                    <a:pt x="4336" y="910"/>
                  </a:lnTo>
                  <a:cubicBezTo>
                    <a:pt x="4234" y="674"/>
                    <a:pt x="4042" y="491"/>
                    <a:pt x="3806" y="395"/>
                  </a:cubicBezTo>
                  <a:lnTo>
                    <a:pt x="3801" y="395"/>
                  </a:lnTo>
                  <a:lnTo>
                    <a:pt x="282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1"/>
            <p:cNvSpPr/>
            <p:nvPr/>
          </p:nvSpPr>
          <p:spPr>
            <a:xfrm>
              <a:off x="6290422" y="2615251"/>
              <a:ext cx="46475" cy="50383"/>
            </a:xfrm>
            <a:custGeom>
              <a:rect b="b" l="l" r="r" t="t"/>
              <a:pathLst>
                <a:path extrusionOk="0" h="1921" w="1772">
                  <a:moveTo>
                    <a:pt x="1468" y="0"/>
                  </a:moveTo>
                  <a:cubicBezTo>
                    <a:pt x="660" y="0"/>
                    <a:pt x="1" y="659"/>
                    <a:pt x="1" y="1468"/>
                  </a:cubicBezTo>
                  <a:lnTo>
                    <a:pt x="1" y="1920"/>
                  </a:lnTo>
                  <a:lnTo>
                    <a:pt x="130" y="1877"/>
                  </a:lnTo>
                  <a:cubicBezTo>
                    <a:pt x="150" y="1867"/>
                    <a:pt x="169" y="1867"/>
                    <a:pt x="188" y="1867"/>
                  </a:cubicBezTo>
                  <a:cubicBezTo>
                    <a:pt x="280" y="1862"/>
                    <a:pt x="376" y="1857"/>
                    <a:pt x="467" y="1843"/>
                  </a:cubicBezTo>
                  <a:lnTo>
                    <a:pt x="467" y="1468"/>
                  </a:lnTo>
                  <a:cubicBezTo>
                    <a:pt x="467" y="722"/>
                    <a:pt x="1030" y="92"/>
                    <a:pt x="1771" y="10"/>
                  </a:cubicBezTo>
                  <a:cubicBezTo>
                    <a:pt x="1718" y="5"/>
                    <a:pt x="1661" y="0"/>
                    <a:pt x="160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1"/>
            <p:cNvSpPr/>
            <p:nvPr/>
          </p:nvSpPr>
          <p:spPr>
            <a:xfrm>
              <a:off x="6336110" y="2717329"/>
              <a:ext cx="3934" cy="420"/>
            </a:xfrm>
            <a:custGeom>
              <a:rect b="b" l="l" r="r" t="t"/>
              <a:pathLst>
                <a:path extrusionOk="0" h="16" w="150">
                  <a:moveTo>
                    <a:pt x="150" y="1"/>
                  </a:moveTo>
                  <a:lnTo>
                    <a:pt x="58" y="10"/>
                  </a:lnTo>
                  <a:lnTo>
                    <a:pt x="0" y="15"/>
                  </a:lnTo>
                  <a:lnTo>
                    <a:pt x="150" y="15"/>
                  </a:ln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1"/>
            <p:cNvSpPr/>
            <p:nvPr/>
          </p:nvSpPr>
          <p:spPr>
            <a:xfrm>
              <a:off x="6321711" y="2717329"/>
              <a:ext cx="14032" cy="17336"/>
            </a:xfrm>
            <a:custGeom>
              <a:rect b="b" l="l" r="r" t="t"/>
              <a:pathLst>
                <a:path extrusionOk="0" h="661" w="535">
                  <a:moveTo>
                    <a:pt x="1" y="1"/>
                  </a:moveTo>
                  <a:lnTo>
                    <a:pt x="1" y="328"/>
                  </a:lnTo>
                  <a:lnTo>
                    <a:pt x="342" y="660"/>
                  </a:lnTo>
                  <a:lnTo>
                    <a:pt x="535" y="463"/>
                  </a:lnTo>
                  <a:lnTo>
                    <a:pt x="395" y="328"/>
                  </a:lnTo>
                  <a:lnTo>
                    <a:pt x="395" y="15"/>
                  </a:lnTo>
                  <a:lnTo>
                    <a:pt x="203" y="15"/>
                  </a:lnTo>
                  <a:cubicBezTo>
                    <a:pt x="169" y="15"/>
                    <a:pt x="131" y="15"/>
                    <a:pt x="87" y="10"/>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1"/>
            <p:cNvSpPr/>
            <p:nvPr/>
          </p:nvSpPr>
          <p:spPr>
            <a:xfrm>
              <a:off x="6308598" y="2651708"/>
              <a:ext cx="39394" cy="15946"/>
            </a:xfrm>
            <a:custGeom>
              <a:rect b="b" l="l" r="r" t="t"/>
              <a:pathLst>
                <a:path extrusionOk="0" h="608" w="1502">
                  <a:moveTo>
                    <a:pt x="1367" y="1"/>
                  </a:moveTo>
                  <a:lnTo>
                    <a:pt x="1290" y="68"/>
                  </a:lnTo>
                  <a:cubicBezTo>
                    <a:pt x="871" y="415"/>
                    <a:pt x="337" y="535"/>
                    <a:pt x="0" y="583"/>
                  </a:cubicBezTo>
                  <a:lnTo>
                    <a:pt x="39" y="597"/>
                  </a:lnTo>
                  <a:cubicBezTo>
                    <a:pt x="58" y="602"/>
                    <a:pt x="77" y="607"/>
                    <a:pt x="101" y="607"/>
                  </a:cubicBezTo>
                  <a:lnTo>
                    <a:pt x="106" y="607"/>
                  </a:lnTo>
                  <a:cubicBezTo>
                    <a:pt x="145" y="607"/>
                    <a:pt x="891" y="602"/>
                    <a:pt x="1502" y="217"/>
                  </a:cubicBezTo>
                  <a:cubicBezTo>
                    <a:pt x="1473" y="174"/>
                    <a:pt x="1444" y="135"/>
                    <a:pt x="1420" y="92"/>
                  </a:cubicBezTo>
                  <a:lnTo>
                    <a:pt x="1367"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1"/>
            <p:cNvSpPr/>
            <p:nvPr/>
          </p:nvSpPr>
          <p:spPr>
            <a:xfrm>
              <a:off x="6296218" y="2666238"/>
              <a:ext cx="39918" cy="42803"/>
            </a:xfrm>
            <a:custGeom>
              <a:rect b="b" l="l" r="r" t="t"/>
              <a:pathLst>
                <a:path extrusionOk="0" h="1632" w="1522">
                  <a:moveTo>
                    <a:pt x="1" y="0"/>
                  </a:moveTo>
                  <a:lnTo>
                    <a:pt x="1" y="457"/>
                  </a:lnTo>
                  <a:cubicBezTo>
                    <a:pt x="1" y="1107"/>
                    <a:pt x="525" y="1631"/>
                    <a:pt x="1175" y="1631"/>
                  </a:cubicBezTo>
                  <a:lnTo>
                    <a:pt x="1521" y="1631"/>
                  </a:lnTo>
                  <a:cubicBezTo>
                    <a:pt x="891" y="1602"/>
                    <a:pt x="400" y="1083"/>
                    <a:pt x="400" y="457"/>
                  </a:cubicBezTo>
                  <a:lnTo>
                    <a:pt x="400" y="39"/>
                  </a:lnTo>
                  <a:cubicBezTo>
                    <a:pt x="270" y="48"/>
                    <a:pt x="184" y="53"/>
                    <a:pt x="174" y="53"/>
                  </a:cubicBezTo>
                  <a:lnTo>
                    <a:pt x="164" y="53"/>
                  </a:lnTo>
                  <a:cubicBezTo>
                    <a:pt x="145" y="48"/>
                    <a:pt x="131" y="48"/>
                    <a:pt x="112" y="43"/>
                  </a:cubicBezTo>
                  <a:lnTo>
                    <a:pt x="1"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1"/>
            <p:cNvSpPr/>
            <p:nvPr/>
          </p:nvSpPr>
          <p:spPr>
            <a:xfrm>
              <a:off x="6273269" y="2730338"/>
              <a:ext cx="62474" cy="46213"/>
            </a:xfrm>
            <a:custGeom>
              <a:rect b="b" l="l" r="r" t="t"/>
              <a:pathLst>
                <a:path extrusionOk="0" h="1762" w="2382">
                  <a:moveTo>
                    <a:pt x="1540" y="0"/>
                  </a:moveTo>
                  <a:lnTo>
                    <a:pt x="558" y="385"/>
                  </a:lnTo>
                  <a:lnTo>
                    <a:pt x="549" y="385"/>
                  </a:lnTo>
                  <a:cubicBezTo>
                    <a:pt x="313" y="486"/>
                    <a:pt x="125" y="669"/>
                    <a:pt x="24" y="905"/>
                  </a:cubicBezTo>
                  <a:lnTo>
                    <a:pt x="0" y="963"/>
                  </a:lnTo>
                  <a:lnTo>
                    <a:pt x="48" y="1006"/>
                  </a:lnTo>
                  <a:cubicBezTo>
                    <a:pt x="650" y="1492"/>
                    <a:pt x="1405" y="1762"/>
                    <a:pt x="2180" y="1762"/>
                  </a:cubicBezTo>
                  <a:cubicBezTo>
                    <a:pt x="2247" y="1762"/>
                    <a:pt x="2315" y="1762"/>
                    <a:pt x="2382" y="1757"/>
                  </a:cubicBezTo>
                  <a:cubicBezTo>
                    <a:pt x="1675" y="1713"/>
                    <a:pt x="996" y="1449"/>
                    <a:pt x="448" y="1006"/>
                  </a:cubicBezTo>
                  <a:lnTo>
                    <a:pt x="400" y="963"/>
                  </a:lnTo>
                  <a:lnTo>
                    <a:pt x="424" y="905"/>
                  </a:lnTo>
                  <a:cubicBezTo>
                    <a:pt x="525" y="669"/>
                    <a:pt x="712" y="486"/>
                    <a:pt x="948" y="385"/>
                  </a:cubicBezTo>
                  <a:lnTo>
                    <a:pt x="958" y="385"/>
                  </a:lnTo>
                  <a:lnTo>
                    <a:pt x="1655" y="111"/>
                  </a:lnTo>
                  <a:lnTo>
                    <a:pt x="15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1"/>
            <p:cNvSpPr/>
            <p:nvPr/>
          </p:nvSpPr>
          <p:spPr>
            <a:xfrm>
              <a:off x="6226558" y="2433390"/>
              <a:ext cx="342793" cy="353389"/>
            </a:xfrm>
            <a:custGeom>
              <a:rect b="b" l="l" r="r" t="t"/>
              <a:pathLst>
                <a:path extrusionOk="0" h="13474" w="13070">
                  <a:moveTo>
                    <a:pt x="10500" y="727"/>
                  </a:moveTo>
                  <a:lnTo>
                    <a:pt x="12314" y="2541"/>
                  </a:lnTo>
                  <a:lnTo>
                    <a:pt x="10500" y="2541"/>
                  </a:lnTo>
                  <a:lnTo>
                    <a:pt x="10500" y="727"/>
                  </a:lnTo>
                  <a:close/>
                  <a:moveTo>
                    <a:pt x="8595" y="2050"/>
                  </a:moveTo>
                  <a:lnTo>
                    <a:pt x="10409" y="3864"/>
                  </a:lnTo>
                  <a:lnTo>
                    <a:pt x="8595" y="3864"/>
                  </a:lnTo>
                  <a:lnTo>
                    <a:pt x="8595" y="3859"/>
                  </a:lnTo>
                  <a:lnTo>
                    <a:pt x="8595" y="2050"/>
                  </a:lnTo>
                  <a:close/>
                  <a:moveTo>
                    <a:pt x="4023" y="7030"/>
                  </a:moveTo>
                  <a:cubicBezTo>
                    <a:pt x="4721" y="7030"/>
                    <a:pt x="5294" y="7666"/>
                    <a:pt x="5294" y="8440"/>
                  </a:cubicBezTo>
                  <a:lnTo>
                    <a:pt x="5294" y="8536"/>
                  </a:lnTo>
                  <a:cubicBezTo>
                    <a:pt x="5279" y="8541"/>
                    <a:pt x="5265" y="8541"/>
                    <a:pt x="5250" y="8546"/>
                  </a:cubicBezTo>
                  <a:lnTo>
                    <a:pt x="5246" y="8546"/>
                  </a:lnTo>
                  <a:cubicBezTo>
                    <a:pt x="4846" y="8450"/>
                    <a:pt x="4716" y="7868"/>
                    <a:pt x="4716" y="7863"/>
                  </a:cubicBezTo>
                  <a:cubicBezTo>
                    <a:pt x="4694" y="7752"/>
                    <a:pt x="4599" y="7690"/>
                    <a:pt x="4504" y="7690"/>
                  </a:cubicBezTo>
                  <a:cubicBezTo>
                    <a:pt x="4437" y="7690"/>
                    <a:pt x="4370" y="7721"/>
                    <a:pt x="4327" y="7786"/>
                  </a:cubicBezTo>
                  <a:cubicBezTo>
                    <a:pt x="3836" y="8532"/>
                    <a:pt x="2748" y="8536"/>
                    <a:pt x="2734" y="8536"/>
                  </a:cubicBezTo>
                  <a:cubicBezTo>
                    <a:pt x="2717" y="8544"/>
                    <a:pt x="2699" y="8547"/>
                    <a:pt x="2681" y="8547"/>
                  </a:cubicBezTo>
                  <a:cubicBezTo>
                    <a:pt x="2663" y="8547"/>
                    <a:pt x="2645" y="8544"/>
                    <a:pt x="2628" y="8536"/>
                  </a:cubicBezTo>
                  <a:lnTo>
                    <a:pt x="2628" y="8440"/>
                  </a:lnTo>
                  <a:cubicBezTo>
                    <a:pt x="2628" y="7666"/>
                    <a:pt x="3201" y="7030"/>
                    <a:pt x="3898" y="7030"/>
                  </a:cubicBezTo>
                  <a:close/>
                  <a:moveTo>
                    <a:pt x="2325" y="9090"/>
                  </a:moveTo>
                  <a:cubicBezTo>
                    <a:pt x="2344" y="9099"/>
                    <a:pt x="2368" y="9104"/>
                    <a:pt x="2392" y="9109"/>
                  </a:cubicBezTo>
                  <a:lnTo>
                    <a:pt x="2392" y="9335"/>
                  </a:lnTo>
                  <a:cubicBezTo>
                    <a:pt x="2392" y="9403"/>
                    <a:pt x="2397" y="9470"/>
                    <a:pt x="2407" y="9532"/>
                  </a:cubicBezTo>
                  <a:cubicBezTo>
                    <a:pt x="2301" y="9499"/>
                    <a:pt x="2229" y="9403"/>
                    <a:pt x="2233" y="9292"/>
                  </a:cubicBezTo>
                  <a:cubicBezTo>
                    <a:pt x="2233" y="9215"/>
                    <a:pt x="2267" y="9138"/>
                    <a:pt x="2325" y="9090"/>
                  </a:cubicBezTo>
                  <a:close/>
                  <a:moveTo>
                    <a:pt x="5597" y="9090"/>
                  </a:moveTo>
                  <a:cubicBezTo>
                    <a:pt x="5655" y="9143"/>
                    <a:pt x="5693" y="9215"/>
                    <a:pt x="5688" y="9297"/>
                  </a:cubicBezTo>
                  <a:cubicBezTo>
                    <a:pt x="5693" y="9403"/>
                    <a:pt x="5626" y="9499"/>
                    <a:pt x="5525" y="9532"/>
                  </a:cubicBezTo>
                  <a:cubicBezTo>
                    <a:pt x="5534" y="9465"/>
                    <a:pt x="5534" y="9403"/>
                    <a:pt x="5534" y="9335"/>
                  </a:cubicBezTo>
                  <a:lnTo>
                    <a:pt x="5534" y="9109"/>
                  </a:lnTo>
                  <a:cubicBezTo>
                    <a:pt x="5558" y="9104"/>
                    <a:pt x="5578" y="9099"/>
                    <a:pt x="5597" y="9090"/>
                  </a:cubicBezTo>
                  <a:close/>
                  <a:moveTo>
                    <a:pt x="4432" y="8325"/>
                  </a:moveTo>
                  <a:cubicBezTo>
                    <a:pt x="4553" y="8565"/>
                    <a:pt x="4755" y="8849"/>
                    <a:pt x="5106" y="8950"/>
                  </a:cubicBezTo>
                  <a:lnTo>
                    <a:pt x="5106" y="9335"/>
                  </a:lnTo>
                  <a:cubicBezTo>
                    <a:pt x="5106" y="9956"/>
                    <a:pt x="4654" y="10461"/>
                    <a:pt x="4096" y="10461"/>
                  </a:cubicBezTo>
                  <a:lnTo>
                    <a:pt x="3831" y="10461"/>
                  </a:lnTo>
                  <a:cubicBezTo>
                    <a:pt x="3273" y="10461"/>
                    <a:pt x="2816" y="9956"/>
                    <a:pt x="2816" y="9335"/>
                  </a:cubicBezTo>
                  <a:lnTo>
                    <a:pt x="2816" y="8965"/>
                  </a:lnTo>
                  <a:cubicBezTo>
                    <a:pt x="3080" y="8950"/>
                    <a:pt x="3874" y="8864"/>
                    <a:pt x="4432" y="8325"/>
                  </a:cubicBezTo>
                  <a:close/>
                  <a:moveTo>
                    <a:pt x="4274" y="10876"/>
                  </a:moveTo>
                  <a:lnTo>
                    <a:pt x="4274" y="11101"/>
                  </a:lnTo>
                  <a:lnTo>
                    <a:pt x="3966" y="11419"/>
                  </a:lnTo>
                  <a:lnTo>
                    <a:pt x="3672" y="11135"/>
                  </a:lnTo>
                  <a:lnTo>
                    <a:pt x="3672" y="10880"/>
                  </a:lnTo>
                  <a:cubicBezTo>
                    <a:pt x="3725" y="10885"/>
                    <a:pt x="3778" y="10889"/>
                    <a:pt x="3831" y="10889"/>
                  </a:cubicBezTo>
                  <a:lnTo>
                    <a:pt x="4096" y="10889"/>
                  </a:lnTo>
                  <a:cubicBezTo>
                    <a:pt x="4157" y="10889"/>
                    <a:pt x="4213" y="10885"/>
                    <a:pt x="4274" y="10876"/>
                  </a:cubicBezTo>
                  <a:close/>
                  <a:moveTo>
                    <a:pt x="10072" y="429"/>
                  </a:moveTo>
                  <a:lnTo>
                    <a:pt x="10072" y="2758"/>
                  </a:lnTo>
                  <a:cubicBezTo>
                    <a:pt x="10072" y="2878"/>
                    <a:pt x="10163" y="2974"/>
                    <a:pt x="10283" y="2974"/>
                  </a:cubicBezTo>
                  <a:lnTo>
                    <a:pt x="12617" y="2974"/>
                  </a:lnTo>
                  <a:lnTo>
                    <a:pt x="12617" y="11683"/>
                  </a:lnTo>
                  <a:lnTo>
                    <a:pt x="11140" y="11679"/>
                  </a:lnTo>
                  <a:lnTo>
                    <a:pt x="11140" y="4076"/>
                  </a:lnTo>
                  <a:lnTo>
                    <a:pt x="11140" y="4071"/>
                  </a:lnTo>
                  <a:lnTo>
                    <a:pt x="11140" y="4062"/>
                  </a:lnTo>
                  <a:cubicBezTo>
                    <a:pt x="11140" y="4052"/>
                    <a:pt x="11135" y="4042"/>
                    <a:pt x="11135" y="4037"/>
                  </a:cubicBezTo>
                  <a:cubicBezTo>
                    <a:pt x="11135" y="4028"/>
                    <a:pt x="11130" y="4018"/>
                    <a:pt x="11130" y="4009"/>
                  </a:cubicBezTo>
                  <a:lnTo>
                    <a:pt x="11130" y="4004"/>
                  </a:lnTo>
                  <a:cubicBezTo>
                    <a:pt x="11126" y="3994"/>
                    <a:pt x="11121" y="3985"/>
                    <a:pt x="11116" y="3980"/>
                  </a:cubicBezTo>
                  <a:cubicBezTo>
                    <a:pt x="11111" y="3970"/>
                    <a:pt x="11106" y="3961"/>
                    <a:pt x="11101" y="3956"/>
                  </a:cubicBezTo>
                  <a:lnTo>
                    <a:pt x="11097" y="3951"/>
                  </a:lnTo>
                  <a:cubicBezTo>
                    <a:pt x="11092" y="3941"/>
                    <a:pt x="11087" y="3936"/>
                    <a:pt x="11077" y="3927"/>
                  </a:cubicBezTo>
                  <a:lnTo>
                    <a:pt x="8532" y="1381"/>
                  </a:lnTo>
                  <a:cubicBezTo>
                    <a:pt x="8527" y="1377"/>
                    <a:pt x="8518" y="1367"/>
                    <a:pt x="8513" y="1362"/>
                  </a:cubicBezTo>
                  <a:lnTo>
                    <a:pt x="8508" y="1357"/>
                  </a:lnTo>
                  <a:cubicBezTo>
                    <a:pt x="8498" y="1353"/>
                    <a:pt x="8494" y="1348"/>
                    <a:pt x="8484" y="1343"/>
                  </a:cubicBezTo>
                  <a:cubicBezTo>
                    <a:pt x="8474" y="1338"/>
                    <a:pt x="8469" y="1338"/>
                    <a:pt x="8460" y="1333"/>
                  </a:cubicBezTo>
                  <a:lnTo>
                    <a:pt x="8450" y="1333"/>
                  </a:lnTo>
                  <a:cubicBezTo>
                    <a:pt x="8445" y="1333"/>
                    <a:pt x="8436" y="1328"/>
                    <a:pt x="8426" y="1328"/>
                  </a:cubicBezTo>
                  <a:lnTo>
                    <a:pt x="8402" y="1324"/>
                  </a:lnTo>
                  <a:lnTo>
                    <a:pt x="5197" y="1324"/>
                  </a:lnTo>
                  <a:lnTo>
                    <a:pt x="5197" y="429"/>
                  </a:lnTo>
                  <a:close/>
                  <a:moveTo>
                    <a:pt x="8171" y="1747"/>
                  </a:moveTo>
                  <a:lnTo>
                    <a:pt x="8171" y="4076"/>
                  </a:lnTo>
                  <a:cubicBezTo>
                    <a:pt x="8171" y="4196"/>
                    <a:pt x="8267" y="4293"/>
                    <a:pt x="8383" y="4293"/>
                  </a:cubicBezTo>
                  <a:lnTo>
                    <a:pt x="10717" y="4293"/>
                  </a:lnTo>
                  <a:lnTo>
                    <a:pt x="10717" y="13007"/>
                  </a:lnTo>
                  <a:lnTo>
                    <a:pt x="5794" y="13007"/>
                  </a:lnTo>
                  <a:cubicBezTo>
                    <a:pt x="6992" y="12367"/>
                    <a:pt x="7767" y="11140"/>
                    <a:pt x="7839" y="9783"/>
                  </a:cubicBezTo>
                  <a:lnTo>
                    <a:pt x="7839" y="9759"/>
                  </a:lnTo>
                  <a:lnTo>
                    <a:pt x="7839" y="9677"/>
                  </a:lnTo>
                  <a:lnTo>
                    <a:pt x="7839" y="9638"/>
                  </a:lnTo>
                  <a:lnTo>
                    <a:pt x="7839" y="9624"/>
                  </a:lnTo>
                  <a:lnTo>
                    <a:pt x="7839" y="9571"/>
                  </a:lnTo>
                  <a:lnTo>
                    <a:pt x="7839" y="9537"/>
                  </a:lnTo>
                  <a:lnTo>
                    <a:pt x="7839" y="9523"/>
                  </a:lnTo>
                  <a:lnTo>
                    <a:pt x="7839" y="9465"/>
                  </a:lnTo>
                  <a:lnTo>
                    <a:pt x="7839" y="9436"/>
                  </a:lnTo>
                  <a:lnTo>
                    <a:pt x="7839" y="9417"/>
                  </a:lnTo>
                  <a:lnTo>
                    <a:pt x="7839" y="9359"/>
                  </a:lnTo>
                  <a:lnTo>
                    <a:pt x="7839" y="9311"/>
                  </a:lnTo>
                  <a:cubicBezTo>
                    <a:pt x="7839" y="9297"/>
                    <a:pt x="7839" y="9277"/>
                    <a:pt x="7834" y="9253"/>
                  </a:cubicBezTo>
                  <a:lnTo>
                    <a:pt x="7834" y="9249"/>
                  </a:lnTo>
                  <a:cubicBezTo>
                    <a:pt x="7834" y="9234"/>
                    <a:pt x="7834" y="9220"/>
                    <a:pt x="7829" y="9205"/>
                  </a:cubicBezTo>
                  <a:cubicBezTo>
                    <a:pt x="7829" y="9196"/>
                    <a:pt x="7829" y="9167"/>
                    <a:pt x="7825" y="9148"/>
                  </a:cubicBezTo>
                  <a:lnTo>
                    <a:pt x="7825" y="9138"/>
                  </a:lnTo>
                  <a:cubicBezTo>
                    <a:pt x="7825" y="9128"/>
                    <a:pt x="7825" y="9114"/>
                    <a:pt x="7820" y="9099"/>
                  </a:cubicBezTo>
                  <a:cubicBezTo>
                    <a:pt x="7815" y="9090"/>
                    <a:pt x="7815" y="9061"/>
                    <a:pt x="7810" y="9042"/>
                  </a:cubicBezTo>
                  <a:lnTo>
                    <a:pt x="7810" y="9027"/>
                  </a:lnTo>
                  <a:lnTo>
                    <a:pt x="7810" y="8998"/>
                  </a:lnTo>
                  <a:cubicBezTo>
                    <a:pt x="7810" y="8979"/>
                    <a:pt x="7801" y="8960"/>
                    <a:pt x="7801" y="8941"/>
                  </a:cubicBezTo>
                  <a:lnTo>
                    <a:pt x="7791" y="8897"/>
                  </a:lnTo>
                  <a:cubicBezTo>
                    <a:pt x="7786" y="8864"/>
                    <a:pt x="7781" y="8830"/>
                    <a:pt x="7772" y="8801"/>
                  </a:cubicBezTo>
                  <a:lnTo>
                    <a:pt x="7772" y="8811"/>
                  </a:lnTo>
                  <a:cubicBezTo>
                    <a:pt x="7767" y="8777"/>
                    <a:pt x="7762" y="8743"/>
                    <a:pt x="7752" y="8710"/>
                  </a:cubicBezTo>
                  <a:lnTo>
                    <a:pt x="7743" y="8676"/>
                  </a:lnTo>
                  <a:cubicBezTo>
                    <a:pt x="7738" y="8652"/>
                    <a:pt x="7733" y="8633"/>
                    <a:pt x="7728" y="8609"/>
                  </a:cubicBezTo>
                  <a:lnTo>
                    <a:pt x="7724" y="8585"/>
                  </a:lnTo>
                  <a:lnTo>
                    <a:pt x="7724" y="8575"/>
                  </a:lnTo>
                  <a:cubicBezTo>
                    <a:pt x="7714" y="8551"/>
                    <a:pt x="7709" y="8532"/>
                    <a:pt x="7704" y="8512"/>
                  </a:cubicBezTo>
                  <a:lnTo>
                    <a:pt x="7695" y="8474"/>
                  </a:lnTo>
                  <a:cubicBezTo>
                    <a:pt x="7685" y="8455"/>
                    <a:pt x="7680" y="8435"/>
                    <a:pt x="7676" y="8416"/>
                  </a:cubicBezTo>
                  <a:lnTo>
                    <a:pt x="7661" y="8378"/>
                  </a:lnTo>
                  <a:lnTo>
                    <a:pt x="7642" y="8320"/>
                  </a:lnTo>
                  <a:lnTo>
                    <a:pt x="7632" y="8281"/>
                  </a:lnTo>
                  <a:cubicBezTo>
                    <a:pt x="7623" y="8262"/>
                    <a:pt x="7613" y="8243"/>
                    <a:pt x="7608" y="8224"/>
                  </a:cubicBezTo>
                  <a:lnTo>
                    <a:pt x="7594" y="8190"/>
                  </a:lnTo>
                  <a:lnTo>
                    <a:pt x="7570" y="8127"/>
                  </a:lnTo>
                  <a:lnTo>
                    <a:pt x="7560" y="8103"/>
                  </a:lnTo>
                  <a:lnTo>
                    <a:pt x="7560" y="8099"/>
                  </a:lnTo>
                  <a:cubicBezTo>
                    <a:pt x="7502" y="7954"/>
                    <a:pt x="7435" y="7815"/>
                    <a:pt x="7358" y="7680"/>
                  </a:cubicBezTo>
                  <a:cubicBezTo>
                    <a:pt x="7313" y="7608"/>
                    <a:pt x="7247" y="7577"/>
                    <a:pt x="7182" y="7577"/>
                  </a:cubicBezTo>
                  <a:cubicBezTo>
                    <a:pt x="7040" y="7577"/>
                    <a:pt x="6902" y="7723"/>
                    <a:pt x="6987" y="7892"/>
                  </a:cubicBezTo>
                  <a:cubicBezTo>
                    <a:pt x="7055" y="8012"/>
                    <a:pt x="7113" y="8137"/>
                    <a:pt x="7165" y="8267"/>
                  </a:cubicBezTo>
                  <a:lnTo>
                    <a:pt x="7165" y="8272"/>
                  </a:lnTo>
                  <a:lnTo>
                    <a:pt x="7170" y="8286"/>
                  </a:lnTo>
                  <a:lnTo>
                    <a:pt x="7194" y="8344"/>
                  </a:lnTo>
                  <a:lnTo>
                    <a:pt x="7204" y="8373"/>
                  </a:lnTo>
                  <a:cubicBezTo>
                    <a:pt x="7214" y="8392"/>
                    <a:pt x="7218" y="8411"/>
                    <a:pt x="7228" y="8431"/>
                  </a:cubicBezTo>
                  <a:lnTo>
                    <a:pt x="7238" y="8459"/>
                  </a:lnTo>
                  <a:lnTo>
                    <a:pt x="7257" y="8512"/>
                  </a:lnTo>
                  <a:lnTo>
                    <a:pt x="7267" y="8546"/>
                  </a:lnTo>
                  <a:lnTo>
                    <a:pt x="7281" y="8599"/>
                  </a:lnTo>
                  <a:lnTo>
                    <a:pt x="7291" y="8633"/>
                  </a:lnTo>
                  <a:cubicBezTo>
                    <a:pt x="7295" y="8647"/>
                    <a:pt x="7300" y="8666"/>
                    <a:pt x="7305" y="8686"/>
                  </a:cubicBezTo>
                  <a:lnTo>
                    <a:pt x="7315" y="8719"/>
                  </a:lnTo>
                  <a:cubicBezTo>
                    <a:pt x="7319" y="8739"/>
                    <a:pt x="7324" y="8758"/>
                    <a:pt x="7329" y="8777"/>
                  </a:cubicBezTo>
                  <a:lnTo>
                    <a:pt x="7339" y="8811"/>
                  </a:lnTo>
                  <a:cubicBezTo>
                    <a:pt x="7344" y="8840"/>
                    <a:pt x="7348" y="8868"/>
                    <a:pt x="7358" y="8897"/>
                  </a:cubicBezTo>
                  <a:lnTo>
                    <a:pt x="7358" y="8902"/>
                  </a:lnTo>
                  <a:cubicBezTo>
                    <a:pt x="7363" y="8931"/>
                    <a:pt x="7368" y="8955"/>
                    <a:pt x="7372" y="8984"/>
                  </a:cubicBezTo>
                  <a:lnTo>
                    <a:pt x="7377" y="9027"/>
                  </a:lnTo>
                  <a:cubicBezTo>
                    <a:pt x="7377" y="9042"/>
                    <a:pt x="7382" y="9056"/>
                    <a:pt x="7387" y="9075"/>
                  </a:cubicBezTo>
                  <a:lnTo>
                    <a:pt x="7392" y="9099"/>
                  </a:lnTo>
                  <a:lnTo>
                    <a:pt x="7392" y="9114"/>
                  </a:lnTo>
                  <a:cubicBezTo>
                    <a:pt x="7392" y="9133"/>
                    <a:pt x="7396" y="9148"/>
                    <a:pt x="7396" y="9167"/>
                  </a:cubicBezTo>
                  <a:cubicBezTo>
                    <a:pt x="7401" y="9186"/>
                    <a:pt x="7396" y="9186"/>
                    <a:pt x="7401" y="9196"/>
                  </a:cubicBezTo>
                  <a:lnTo>
                    <a:pt x="7401" y="9205"/>
                  </a:lnTo>
                  <a:cubicBezTo>
                    <a:pt x="7401" y="9225"/>
                    <a:pt x="7406" y="9239"/>
                    <a:pt x="7406" y="9258"/>
                  </a:cubicBezTo>
                  <a:cubicBezTo>
                    <a:pt x="7406" y="9273"/>
                    <a:pt x="7406" y="9282"/>
                    <a:pt x="7411" y="9292"/>
                  </a:cubicBezTo>
                  <a:lnTo>
                    <a:pt x="7411" y="9297"/>
                  </a:lnTo>
                  <a:cubicBezTo>
                    <a:pt x="7411" y="9316"/>
                    <a:pt x="7411" y="9330"/>
                    <a:pt x="7411" y="9350"/>
                  </a:cubicBezTo>
                  <a:cubicBezTo>
                    <a:pt x="7416" y="9364"/>
                    <a:pt x="7411" y="9379"/>
                    <a:pt x="7411" y="9393"/>
                  </a:cubicBezTo>
                  <a:lnTo>
                    <a:pt x="7411" y="9441"/>
                  </a:lnTo>
                  <a:lnTo>
                    <a:pt x="7411" y="9484"/>
                  </a:lnTo>
                  <a:lnTo>
                    <a:pt x="7411" y="9537"/>
                  </a:lnTo>
                  <a:lnTo>
                    <a:pt x="7411" y="9547"/>
                  </a:lnTo>
                  <a:lnTo>
                    <a:pt x="7411" y="9576"/>
                  </a:lnTo>
                  <a:lnTo>
                    <a:pt x="7411" y="9624"/>
                  </a:lnTo>
                  <a:lnTo>
                    <a:pt x="7411" y="9643"/>
                  </a:lnTo>
                  <a:lnTo>
                    <a:pt x="7411" y="9672"/>
                  </a:lnTo>
                  <a:lnTo>
                    <a:pt x="7411" y="9739"/>
                  </a:lnTo>
                  <a:lnTo>
                    <a:pt x="7411" y="9759"/>
                  </a:lnTo>
                  <a:lnTo>
                    <a:pt x="7411" y="9763"/>
                  </a:lnTo>
                  <a:cubicBezTo>
                    <a:pt x="7372" y="10606"/>
                    <a:pt x="7021" y="11404"/>
                    <a:pt x="6429" y="12006"/>
                  </a:cubicBezTo>
                  <a:cubicBezTo>
                    <a:pt x="6280" y="11707"/>
                    <a:pt x="6025" y="11481"/>
                    <a:pt x="5717" y="11356"/>
                  </a:cubicBezTo>
                  <a:lnTo>
                    <a:pt x="4707" y="10952"/>
                  </a:lnTo>
                  <a:lnTo>
                    <a:pt x="4707" y="10745"/>
                  </a:lnTo>
                  <a:cubicBezTo>
                    <a:pt x="5029" y="10581"/>
                    <a:pt x="5279" y="10302"/>
                    <a:pt x="5414" y="9961"/>
                  </a:cubicBezTo>
                  <a:cubicBezTo>
                    <a:pt x="5433" y="9966"/>
                    <a:pt x="5457" y="9970"/>
                    <a:pt x="5477" y="9970"/>
                  </a:cubicBezTo>
                  <a:cubicBezTo>
                    <a:pt x="5842" y="9961"/>
                    <a:pt x="6131" y="9658"/>
                    <a:pt x="6121" y="9292"/>
                  </a:cubicBezTo>
                  <a:cubicBezTo>
                    <a:pt x="6121" y="9022"/>
                    <a:pt x="5967" y="8777"/>
                    <a:pt x="5722" y="8666"/>
                  </a:cubicBezTo>
                  <a:lnTo>
                    <a:pt x="5722" y="8435"/>
                  </a:lnTo>
                  <a:cubicBezTo>
                    <a:pt x="5722" y="7425"/>
                    <a:pt x="4962" y="6602"/>
                    <a:pt x="4023" y="6602"/>
                  </a:cubicBezTo>
                  <a:lnTo>
                    <a:pt x="3903" y="6602"/>
                  </a:lnTo>
                  <a:cubicBezTo>
                    <a:pt x="2965" y="6602"/>
                    <a:pt x="2205" y="7425"/>
                    <a:pt x="2205" y="8435"/>
                  </a:cubicBezTo>
                  <a:lnTo>
                    <a:pt x="2205" y="8666"/>
                  </a:lnTo>
                  <a:cubicBezTo>
                    <a:pt x="1959" y="8777"/>
                    <a:pt x="1800" y="9022"/>
                    <a:pt x="1805" y="9292"/>
                  </a:cubicBezTo>
                  <a:cubicBezTo>
                    <a:pt x="1796" y="9653"/>
                    <a:pt x="2084" y="9956"/>
                    <a:pt x="2450" y="9966"/>
                  </a:cubicBezTo>
                  <a:cubicBezTo>
                    <a:pt x="2469" y="9966"/>
                    <a:pt x="2493" y="9961"/>
                    <a:pt x="2513" y="9956"/>
                  </a:cubicBezTo>
                  <a:cubicBezTo>
                    <a:pt x="2652" y="10302"/>
                    <a:pt x="2912" y="10586"/>
                    <a:pt x="3249" y="10750"/>
                  </a:cubicBezTo>
                  <a:lnTo>
                    <a:pt x="3249" y="10942"/>
                  </a:lnTo>
                  <a:lnTo>
                    <a:pt x="2205" y="11351"/>
                  </a:lnTo>
                  <a:cubicBezTo>
                    <a:pt x="1897" y="11472"/>
                    <a:pt x="1642" y="11703"/>
                    <a:pt x="1492" y="12001"/>
                  </a:cubicBezTo>
                  <a:cubicBezTo>
                    <a:pt x="819" y="11313"/>
                    <a:pt x="463" y="10370"/>
                    <a:pt x="511" y="9412"/>
                  </a:cubicBezTo>
                  <a:lnTo>
                    <a:pt x="511" y="9403"/>
                  </a:lnTo>
                  <a:lnTo>
                    <a:pt x="511" y="9388"/>
                  </a:lnTo>
                  <a:lnTo>
                    <a:pt x="511" y="9379"/>
                  </a:lnTo>
                  <a:cubicBezTo>
                    <a:pt x="511" y="9359"/>
                    <a:pt x="511" y="9340"/>
                    <a:pt x="516" y="9316"/>
                  </a:cubicBezTo>
                  <a:lnTo>
                    <a:pt x="516" y="9292"/>
                  </a:lnTo>
                  <a:lnTo>
                    <a:pt x="516" y="9263"/>
                  </a:lnTo>
                  <a:cubicBezTo>
                    <a:pt x="516" y="9249"/>
                    <a:pt x="516" y="9234"/>
                    <a:pt x="520" y="9220"/>
                  </a:cubicBezTo>
                  <a:cubicBezTo>
                    <a:pt x="520" y="9210"/>
                    <a:pt x="520" y="9205"/>
                    <a:pt x="520" y="9196"/>
                  </a:cubicBezTo>
                  <a:lnTo>
                    <a:pt x="520" y="9181"/>
                  </a:lnTo>
                  <a:cubicBezTo>
                    <a:pt x="520" y="9162"/>
                    <a:pt x="525" y="9148"/>
                    <a:pt x="525" y="9128"/>
                  </a:cubicBezTo>
                  <a:lnTo>
                    <a:pt x="530" y="9099"/>
                  </a:lnTo>
                  <a:lnTo>
                    <a:pt x="530" y="9085"/>
                  </a:lnTo>
                  <a:cubicBezTo>
                    <a:pt x="530" y="9071"/>
                    <a:pt x="535" y="9051"/>
                    <a:pt x="540" y="9037"/>
                  </a:cubicBezTo>
                  <a:lnTo>
                    <a:pt x="545" y="8994"/>
                  </a:lnTo>
                  <a:cubicBezTo>
                    <a:pt x="545" y="8979"/>
                    <a:pt x="554" y="8960"/>
                    <a:pt x="554" y="8945"/>
                  </a:cubicBezTo>
                  <a:lnTo>
                    <a:pt x="564" y="8902"/>
                  </a:lnTo>
                  <a:cubicBezTo>
                    <a:pt x="569" y="8888"/>
                    <a:pt x="569" y="8873"/>
                    <a:pt x="573" y="8854"/>
                  </a:cubicBezTo>
                  <a:cubicBezTo>
                    <a:pt x="578" y="8835"/>
                    <a:pt x="578" y="8825"/>
                    <a:pt x="583" y="8816"/>
                  </a:cubicBezTo>
                  <a:cubicBezTo>
                    <a:pt x="583" y="8801"/>
                    <a:pt x="588" y="8782"/>
                    <a:pt x="593" y="8767"/>
                  </a:cubicBezTo>
                  <a:lnTo>
                    <a:pt x="597" y="8748"/>
                  </a:lnTo>
                  <a:lnTo>
                    <a:pt x="602" y="8724"/>
                  </a:lnTo>
                  <a:cubicBezTo>
                    <a:pt x="607" y="8710"/>
                    <a:pt x="612" y="8690"/>
                    <a:pt x="617" y="8671"/>
                  </a:cubicBezTo>
                  <a:lnTo>
                    <a:pt x="622" y="8657"/>
                  </a:lnTo>
                  <a:lnTo>
                    <a:pt x="626" y="8638"/>
                  </a:lnTo>
                  <a:cubicBezTo>
                    <a:pt x="636" y="8609"/>
                    <a:pt x="641" y="8585"/>
                    <a:pt x="650" y="8556"/>
                  </a:cubicBezTo>
                  <a:lnTo>
                    <a:pt x="650" y="8551"/>
                  </a:lnTo>
                  <a:cubicBezTo>
                    <a:pt x="660" y="8522"/>
                    <a:pt x="670" y="8493"/>
                    <a:pt x="679" y="8469"/>
                  </a:cubicBezTo>
                  <a:lnTo>
                    <a:pt x="689" y="8440"/>
                  </a:lnTo>
                  <a:cubicBezTo>
                    <a:pt x="694" y="8421"/>
                    <a:pt x="703" y="8402"/>
                    <a:pt x="708" y="8378"/>
                  </a:cubicBezTo>
                  <a:lnTo>
                    <a:pt x="723" y="8349"/>
                  </a:lnTo>
                  <a:lnTo>
                    <a:pt x="742" y="8296"/>
                  </a:lnTo>
                  <a:lnTo>
                    <a:pt x="756" y="8262"/>
                  </a:lnTo>
                  <a:lnTo>
                    <a:pt x="775" y="8209"/>
                  </a:lnTo>
                  <a:lnTo>
                    <a:pt x="790" y="8180"/>
                  </a:lnTo>
                  <a:lnTo>
                    <a:pt x="814" y="8127"/>
                  </a:lnTo>
                  <a:lnTo>
                    <a:pt x="828" y="8099"/>
                  </a:lnTo>
                  <a:lnTo>
                    <a:pt x="852" y="8046"/>
                  </a:lnTo>
                  <a:lnTo>
                    <a:pt x="867" y="8017"/>
                  </a:lnTo>
                  <a:lnTo>
                    <a:pt x="896" y="7964"/>
                  </a:lnTo>
                  <a:lnTo>
                    <a:pt x="905" y="7949"/>
                  </a:lnTo>
                  <a:lnTo>
                    <a:pt x="905" y="7945"/>
                  </a:lnTo>
                  <a:cubicBezTo>
                    <a:pt x="1064" y="7641"/>
                    <a:pt x="1271" y="7367"/>
                    <a:pt x="1516" y="7127"/>
                  </a:cubicBezTo>
                  <a:lnTo>
                    <a:pt x="1521" y="7122"/>
                  </a:lnTo>
                  <a:lnTo>
                    <a:pt x="1531" y="7107"/>
                  </a:lnTo>
                  <a:lnTo>
                    <a:pt x="1545" y="7098"/>
                  </a:lnTo>
                  <a:lnTo>
                    <a:pt x="1574" y="7069"/>
                  </a:lnTo>
                  <a:lnTo>
                    <a:pt x="1593" y="7050"/>
                  </a:lnTo>
                  <a:lnTo>
                    <a:pt x="1613" y="7035"/>
                  </a:lnTo>
                  <a:lnTo>
                    <a:pt x="1637" y="7011"/>
                  </a:lnTo>
                  <a:lnTo>
                    <a:pt x="1661" y="6992"/>
                  </a:lnTo>
                  <a:lnTo>
                    <a:pt x="1670" y="6982"/>
                  </a:lnTo>
                  <a:lnTo>
                    <a:pt x="1699" y="6953"/>
                  </a:lnTo>
                  <a:lnTo>
                    <a:pt x="1723" y="6934"/>
                  </a:lnTo>
                  <a:lnTo>
                    <a:pt x="1733" y="6929"/>
                  </a:lnTo>
                  <a:lnTo>
                    <a:pt x="1767" y="6900"/>
                  </a:lnTo>
                  <a:lnTo>
                    <a:pt x="1800" y="6872"/>
                  </a:lnTo>
                  <a:lnTo>
                    <a:pt x="1834" y="6848"/>
                  </a:lnTo>
                  <a:lnTo>
                    <a:pt x="1868" y="6823"/>
                  </a:lnTo>
                  <a:lnTo>
                    <a:pt x="1901" y="6795"/>
                  </a:lnTo>
                  <a:lnTo>
                    <a:pt x="1935" y="6771"/>
                  </a:lnTo>
                  <a:lnTo>
                    <a:pt x="1974" y="6746"/>
                  </a:lnTo>
                  <a:lnTo>
                    <a:pt x="2007" y="6722"/>
                  </a:lnTo>
                  <a:lnTo>
                    <a:pt x="2041" y="6698"/>
                  </a:lnTo>
                  <a:lnTo>
                    <a:pt x="2079" y="6674"/>
                  </a:lnTo>
                  <a:lnTo>
                    <a:pt x="2113" y="6650"/>
                  </a:lnTo>
                  <a:lnTo>
                    <a:pt x="2152" y="6626"/>
                  </a:lnTo>
                  <a:lnTo>
                    <a:pt x="2190" y="6607"/>
                  </a:lnTo>
                  <a:lnTo>
                    <a:pt x="2224" y="6583"/>
                  </a:lnTo>
                  <a:lnTo>
                    <a:pt x="2262" y="6564"/>
                  </a:lnTo>
                  <a:lnTo>
                    <a:pt x="2267" y="6564"/>
                  </a:lnTo>
                  <a:lnTo>
                    <a:pt x="2301" y="6544"/>
                  </a:lnTo>
                  <a:lnTo>
                    <a:pt x="2330" y="6530"/>
                  </a:lnTo>
                  <a:lnTo>
                    <a:pt x="2339" y="6525"/>
                  </a:lnTo>
                  <a:lnTo>
                    <a:pt x="2373" y="6506"/>
                  </a:lnTo>
                  <a:lnTo>
                    <a:pt x="2402" y="6491"/>
                  </a:lnTo>
                  <a:lnTo>
                    <a:pt x="2426" y="6482"/>
                  </a:lnTo>
                  <a:lnTo>
                    <a:pt x="2450" y="6467"/>
                  </a:lnTo>
                  <a:lnTo>
                    <a:pt x="2479" y="6453"/>
                  </a:lnTo>
                  <a:lnTo>
                    <a:pt x="2503" y="6443"/>
                  </a:lnTo>
                  <a:lnTo>
                    <a:pt x="2532" y="6429"/>
                  </a:lnTo>
                  <a:lnTo>
                    <a:pt x="2570" y="6414"/>
                  </a:lnTo>
                  <a:lnTo>
                    <a:pt x="2575" y="6414"/>
                  </a:lnTo>
                  <a:lnTo>
                    <a:pt x="2628" y="6390"/>
                  </a:lnTo>
                  <a:lnTo>
                    <a:pt x="2686" y="6366"/>
                  </a:lnTo>
                  <a:lnTo>
                    <a:pt x="2705" y="6357"/>
                  </a:lnTo>
                  <a:lnTo>
                    <a:pt x="2734" y="6347"/>
                  </a:lnTo>
                  <a:lnTo>
                    <a:pt x="2768" y="6338"/>
                  </a:lnTo>
                  <a:lnTo>
                    <a:pt x="2796" y="6328"/>
                  </a:lnTo>
                  <a:lnTo>
                    <a:pt x="2816" y="6318"/>
                  </a:lnTo>
                  <a:lnTo>
                    <a:pt x="2849" y="6309"/>
                  </a:lnTo>
                  <a:lnTo>
                    <a:pt x="2873" y="6299"/>
                  </a:lnTo>
                  <a:lnTo>
                    <a:pt x="2897" y="6294"/>
                  </a:lnTo>
                  <a:lnTo>
                    <a:pt x="2931" y="6280"/>
                  </a:lnTo>
                  <a:lnTo>
                    <a:pt x="2979" y="6265"/>
                  </a:lnTo>
                  <a:cubicBezTo>
                    <a:pt x="3008" y="6280"/>
                    <a:pt x="3037" y="6285"/>
                    <a:pt x="3066" y="6285"/>
                  </a:cubicBezTo>
                  <a:cubicBezTo>
                    <a:pt x="3128" y="6285"/>
                    <a:pt x="3191" y="6256"/>
                    <a:pt x="3229" y="6203"/>
                  </a:cubicBezTo>
                  <a:lnTo>
                    <a:pt x="3268" y="6198"/>
                  </a:lnTo>
                  <a:lnTo>
                    <a:pt x="3278" y="6198"/>
                  </a:lnTo>
                  <a:lnTo>
                    <a:pt x="3311" y="6188"/>
                  </a:lnTo>
                  <a:lnTo>
                    <a:pt x="3359" y="6179"/>
                  </a:lnTo>
                  <a:lnTo>
                    <a:pt x="3403" y="6174"/>
                  </a:lnTo>
                  <a:lnTo>
                    <a:pt x="3451" y="6169"/>
                  </a:lnTo>
                  <a:lnTo>
                    <a:pt x="3489" y="6159"/>
                  </a:lnTo>
                  <a:lnTo>
                    <a:pt x="3537" y="6155"/>
                  </a:lnTo>
                  <a:lnTo>
                    <a:pt x="3576" y="6150"/>
                  </a:lnTo>
                  <a:lnTo>
                    <a:pt x="3624" y="6145"/>
                  </a:lnTo>
                  <a:lnTo>
                    <a:pt x="3667" y="6145"/>
                  </a:lnTo>
                  <a:lnTo>
                    <a:pt x="3715" y="6140"/>
                  </a:lnTo>
                  <a:lnTo>
                    <a:pt x="4028" y="6140"/>
                  </a:lnTo>
                  <a:lnTo>
                    <a:pt x="4120" y="6145"/>
                  </a:lnTo>
                  <a:lnTo>
                    <a:pt x="4211" y="6150"/>
                  </a:lnTo>
                  <a:lnTo>
                    <a:pt x="4250" y="6150"/>
                  </a:lnTo>
                  <a:lnTo>
                    <a:pt x="4298" y="6155"/>
                  </a:lnTo>
                  <a:lnTo>
                    <a:pt x="4351" y="6159"/>
                  </a:lnTo>
                  <a:lnTo>
                    <a:pt x="4389" y="6164"/>
                  </a:lnTo>
                  <a:lnTo>
                    <a:pt x="4413" y="6169"/>
                  </a:lnTo>
                  <a:lnTo>
                    <a:pt x="4442" y="6169"/>
                  </a:lnTo>
                  <a:lnTo>
                    <a:pt x="4481" y="6179"/>
                  </a:lnTo>
                  <a:lnTo>
                    <a:pt x="4509" y="6184"/>
                  </a:lnTo>
                  <a:lnTo>
                    <a:pt x="4524" y="6184"/>
                  </a:lnTo>
                  <a:lnTo>
                    <a:pt x="4567" y="6188"/>
                  </a:lnTo>
                  <a:lnTo>
                    <a:pt x="4601" y="6198"/>
                  </a:lnTo>
                  <a:lnTo>
                    <a:pt x="4610" y="6198"/>
                  </a:lnTo>
                  <a:lnTo>
                    <a:pt x="4659" y="6208"/>
                  </a:lnTo>
                  <a:lnTo>
                    <a:pt x="4697" y="6217"/>
                  </a:lnTo>
                  <a:lnTo>
                    <a:pt x="4745" y="6227"/>
                  </a:lnTo>
                  <a:lnTo>
                    <a:pt x="4784" y="6236"/>
                  </a:lnTo>
                  <a:lnTo>
                    <a:pt x="4832" y="6246"/>
                  </a:lnTo>
                  <a:lnTo>
                    <a:pt x="4870" y="6261"/>
                  </a:lnTo>
                  <a:lnTo>
                    <a:pt x="4914" y="6270"/>
                  </a:lnTo>
                  <a:lnTo>
                    <a:pt x="4957" y="6285"/>
                  </a:lnTo>
                  <a:lnTo>
                    <a:pt x="5000" y="6299"/>
                  </a:lnTo>
                  <a:lnTo>
                    <a:pt x="5039" y="6309"/>
                  </a:lnTo>
                  <a:lnTo>
                    <a:pt x="5082" y="6323"/>
                  </a:lnTo>
                  <a:lnTo>
                    <a:pt x="5120" y="6338"/>
                  </a:lnTo>
                  <a:lnTo>
                    <a:pt x="5164" y="6352"/>
                  </a:lnTo>
                  <a:lnTo>
                    <a:pt x="5173" y="6357"/>
                  </a:lnTo>
                  <a:lnTo>
                    <a:pt x="5202" y="6371"/>
                  </a:lnTo>
                  <a:lnTo>
                    <a:pt x="5236" y="6381"/>
                  </a:lnTo>
                  <a:lnTo>
                    <a:pt x="5260" y="6390"/>
                  </a:lnTo>
                  <a:lnTo>
                    <a:pt x="5284" y="6400"/>
                  </a:lnTo>
                  <a:lnTo>
                    <a:pt x="5318" y="6419"/>
                  </a:lnTo>
                  <a:lnTo>
                    <a:pt x="5337" y="6424"/>
                  </a:lnTo>
                  <a:lnTo>
                    <a:pt x="5366" y="6439"/>
                  </a:lnTo>
                  <a:lnTo>
                    <a:pt x="5395" y="6453"/>
                  </a:lnTo>
                  <a:lnTo>
                    <a:pt x="5419" y="6463"/>
                  </a:lnTo>
                  <a:lnTo>
                    <a:pt x="5443" y="6472"/>
                  </a:lnTo>
                  <a:lnTo>
                    <a:pt x="5477" y="6491"/>
                  </a:lnTo>
                  <a:lnTo>
                    <a:pt x="5501" y="6501"/>
                  </a:lnTo>
                  <a:lnTo>
                    <a:pt x="5520" y="6511"/>
                  </a:lnTo>
                  <a:lnTo>
                    <a:pt x="5573" y="6540"/>
                  </a:lnTo>
                  <a:lnTo>
                    <a:pt x="5626" y="6568"/>
                  </a:lnTo>
                  <a:lnTo>
                    <a:pt x="5635" y="6573"/>
                  </a:lnTo>
                  <a:lnTo>
                    <a:pt x="5669" y="6593"/>
                  </a:lnTo>
                  <a:lnTo>
                    <a:pt x="5698" y="6612"/>
                  </a:lnTo>
                  <a:lnTo>
                    <a:pt x="5717" y="6621"/>
                  </a:lnTo>
                  <a:lnTo>
                    <a:pt x="5746" y="6641"/>
                  </a:lnTo>
                  <a:lnTo>
                    <a:pt x="5770" y="6655"/>
                  </a:lnTo>
                  <a:lnTo>
                    <a:pt x="5794" y="6670"/>
                  </a:lnTo>
                  <a:lnTo>
                    <a:pt x="5818" y="6684"/>
                  </a:lnTo>
                  <a:lnTo>
                    <a:pt x="5852" y="6708"/>
                  </a:lnTo>
                  <a:lnTo>
                    <a:pt x="5857" y="6713"/>
                  </a:lnTo>
                  <a:lnTo>
                    <a:pt x="5890" y="6732"/>
                  </a:lnTo>
                  <a:lnTo>
                    <a:pt x="5919" y="6751"/>
                  </a:lnTo>
                  <a:lnTo>
                    <a:pt x="5934" y="6761"/>
                  </a:lnTo>
                  <a:lnTo>
                    <a:pt x="5958" y="6780"/>
                  </a:lnTo>
                  <a:lnTo>
                    <a:pt x="5991" y="6804"/>
                  </a:lnTo>
                  <a:lnTo>
                    <a:pt x="5996" y="6809"/>
                  </a:lnTo>
                  <a:lnTo>
                    <a:pt x="6030" y="6833"/>
                  </a:lnTo>
                  <a:lnTo>
                    <a:pt x="6064" y="6857"/>
                  </a:lnTo>
                  <a:lnTo>
                    <a:pt x="6097" y="6886"/>
                  </a:lnTo>
                  <a:lnTo>
                    <a:pt x="6131" y="6910"/>
                  </a:lnTo>
                  <a:lnTo>
                    <a:pt x="6165" y="6939"/>
                  </a:lnTo>
                  <a:lnTo>
                    <a:pt x="6198" y="6968"/>
                  </a:lnTo>
                  <a:lnTo>
                    <a:pt x="6227" y="6997"/>
                  </a:lnTo>
                  <a:lnTo>
                    <a:pt x="6261" y="7026"/>
                  </a:lnTo>
                  <a:lnTo>
                    <a:pt x="6290" y="7050"/>
                  </a:lnTo>
                  <a:lnTo>
                    <a:pt x="6295" y="7050"/>
                  </a:lnTo>
                  <a:lnTo>
                    <a:pt x="6323" y="7079"/>
                  </a:lnTo>
                  <a:lnTo>
                    <a:pt x="6352" y="7107"/>
                  </a:lnTo>
                  <a:lnTo>
                    <a:pt x="6362" y="7117"/>
                  </a:lnTo>
                  <a:lnTo>
                    <a:pt x="6386" y="7141"/>
                  </a:lnTo>
                  <a:lnTo>
                    <a:pt x="6415" y="7170"/>
                  </a:lnTo>
                  <a:lnTo>
                    <a:pt x="6444" y="7199"/>
                  </a:lnTo>
                  <a:lnTo>
                    <a:pt x="6468" y="7223"/>
                  </a:lnTo>
                  <a:lnTo>
                    <a:pt x="6473" y="7232"/>
                  </a:lnTo>
                  <a:cubicBezTo>
                    <a:pt x="6518" y="7277"/>
                    <a:pt x="6568" y="7295"/>
                    <a:pt x="6617" y="7295"/>
                  </a:cubicBezTo>
                  <a:cubicBezTo>
                    <a:pt x="6777" y="7295"/>
                    <a:pt x="6918" y="7097"/>
                    <a:pt x="6785" y="6939"/>
                  </a:cubicBezTo>
                  <a:lnTo>
                    <a:pt x="6781" y="6934"/>
                  </a:lnTo>
                  <a:lnTo>
                    <a:pt x="6752" y="6905"/>
                  </a:lnTo>
                  <a:lnTo>
                    <a:pt x="6718" y="6872"/>
                  </a:lnTo>
                  <a:lnTo>
                    <a:pt x="6684" y="6838"/>
                  </a:lnTo>
                  <a:lnTo>
                    <a:pt x="6660" y="6814"/>
                  </a:lnTo>
                  <a:lnTo>
                    <a:pt x="6651" y="6804"/>
                  </a:lnTo>
                  <a:lnTo>
                    <a:pt x="6617" y="6771"/>
                  </a:lnTo>
                  <a:lnTo>
                    <a:pt x="6583" y="6737"/>
                  </a:lnTo>
                  <a:lnTo>
                    <a:pt x="6545" y="6703"/>
                  </a:lnTo>
                  <a:lnTo>
                    <a:pt x="6511" y="6670"/>
                  </a:lnTo>
                  <a:lnTo>
                    <a:pt x="6477" y="6641"/>
                  </a:lnTo>
                  <a:lnTo>
                    <a:pt x="6439" y="6612"/>
                  </a:lnTo>
                  <a:lnTo>
                    <a:pt x="6400" y="6578"/>
                  </a:lnTo>
                  <a:lnTo>
                    <a:pt x="6367" y="6549"/>
                  </a:lnTo>
                  <a:lnTo>
                    <a:pt x="6328" y="6520"/>
                  </a:lnTo>
                  <a:lnTo>
                    <a:pt x="6290" y="6491"/>
                  </a:lnTo>
                  <a:lnTo>
                    <a:pt x="6251" y="6463"/>
                  </a:lnTo>
                  <a:lnTo>
                    <a:pt x="6246" y="6458"/>
                  </a:lnTo>
                  <a:lnTo>
                    <a:pt x="6213" y="6434"/>
                  </a:lnTo>
                  <a:lnTo>
                    <a:pt x="6179" y="6410"/>
                  </a:lnTo>
                  <a:lnTo>
                    <a:pt x="6169" y="6400"/>
                  </a:lnTo>
                  <a:lnTo>
                    <a:pt x="6131" y="6376"/>
                  </a:lnTo>
                  <a:lnTo>
                    <a:pt x="6097" y="6352"/>
                  </a:lnTo>
                  <a:lnTo>
                    <a:pt x="6092" y="6352"/>
                  </a:lnTo>
                  <a:lnTo>
                    <a:pt x="6054" y="6328"/>
                  </a:lnTo>
                  <a:lnTo>
                    <a:pt x="6020" y="6309"/>
                  </a:lnTo>
                  <a:lnTo>
                    <a:pt x="6001" y="6294"/>
                  </a:lnTo>
                  <a:lnTo>
                    <a:pt x="5967" y="6275"/>
                  </a:lnTo>
                  <a:lnTo>
                    <a:pt x="5938" y="6256"/>
                  </a:lnTo>
                  <a:lnTo>
                    <a:pt x="5919" y="6246"/>
                  </a:lnTo>
                  <a:lnTo>
                    <a:pt x="5886" y="6227"/>
                  </a:lnTo>
                  <a:lnTo>
                    <a:pt x="5842" y="6203"/>
                  </a:lnTo>
                  <a:lnTo>
                    <a:pt x="5837" y="6198"/>
                  </a:lnTo>
                  <a:lnTo>
                    <a:pt x="5799" y="6164"/>
                  </a:lnTo>
                  <a:lnTo>
                    <a:pt x="5741" y="6131"/>
                  </a:lnTo>
                  <a:lnTo>
                    <a:pt x="5712" y="6116"/>
                  </a:lnTo>
                  <a:lnTo>
                    <a:pt x="5693" y="6107"/>
                  </a:lnTo>
                  <a:lnTo>
                    <a:pt x="5655" y="6087"/>
                  </a:lnTo>
                  <a:lnTo>
                    <a:pt x="5626" y="6073"/>
                  </a:lnTo>
                  <a:lnTo>
                    <a:pt x="5602" y="6063"/>
                  </a:lnTo>
                  <a:lnTo>
                    <a:pt x="5563" y="6044"/>
                  </a:lnTo>
                  <a:lnTo>
                    <a:pt x="5534" y="6030"/>
                  </a:lnTo>
                  <a:lnTo>
                    <a:pt x="5515" y="6025"/>
                  </a:lnTo>
                  <a:lnTo>
                    <a:pt x="5472" y="6005"/>
                  </a:lnTo>
                  <a:lnTo>
                    <a:pt x="5443" y="5996"/>
                  </a:lnTo>
                  <a:lnTo>
                    <a:pt x="5419" y="5981"/>
                  </a:lnTo>
                  <a:lnTo>
                    <a:pt x="5380" y="5972"/>
                  </a:lnTo>
                  <a:lnTo>
                    <a:pt x="5351" y="5957"/>
                  </a:lnTo>
                  <a:lnTo>
                    <a:pt x="5337" y="5953"/>
                  </a:lnTo>
                  <a:lnTo>
                    <a:pt x="5289" y="5933"/>
                  </a:lnTo>
                  <a:lnTo>
                    <a:pt x="5246" y="5919"/>
                  </a:lnTo>
                  <a:lnTo>
                    <a:pt x="5197" y="5904"/>
                  </a:lnTo>
                  <a:lnTo>
                    <a:pt x="5154" y="5890"/>
                  </a:lnTo>
                  <a:lnTo>
                    <a:pt x="5101" y="5871"/>
                  </a:lnTo>
                  <a:lnTo>
                    <a:pt x="5058" y="5856"/>
                  </a:lnTo>
                  <a:lnTo>
                    <a:pt x="5005" y="5842"/>
                  </a:lnTo>
                  <a:lnTo>
                    <a:pt x="4962" y="5832"/>
                  </a:lnTo>
                  <a:lnTo>
                    <a:pt x="4909" y="5818"/>
                  </a:lnTo>
                  <a:lnTo>
                    <a:pt x="4865" y="5808"/>
                  </a:lnTo>
                  <a:lnTo>
                    <a:pt x="4813" y="5794"/>
                  </a:lnTo>
                  <a:lnTo>
                    <a:pt x="4764" y="5784"/>
                  </a:lnTo>
                  <a:lnTo>
                    <a:pt x="4711" y="5775"/>
                  </a:lnTo>
                  <a:lnTo>
                    <a:pt x="4702" y="5775"/>
                  </a:lnTo>
                  <a:lnTo>
                    <a:pt x="4668" y="5765"/>
                  </a:lnTo>
                  <a:lnTo>
                    <a:pt x="4615" y="5760"/>
                  </a:lnTo>
                  <a:lnTo>
                    <a:pt x="4606" y="5760"/>
                  </a:lnTo>
                  <a:lnTo>
                    <a:pt x="4567" y="5750"/>
                  </a:lnTo>
                  <a:lnTo>
                    <a:pt x="4519" y="5746"/>
                  </a:lnTo>
                  <a:lnTo>
                    <a:pt x="4495" y="5741"/>
                  </a:lnTo>
                  <a:lnTo>
                    <a:pt x="4466" y="5736"/>
                  </a:lnTo>
                  <a:lnTo>
                    <a:pt x="4423" y="5731"/>
                  </a:lnTo>
                  <a:lnTo>
                    <a:pt x="4365" y="5726"/>
                  </a:lnTo>
                  <a:lnTo>
                    <a:pt x="4307" y="5722"/>
                  </a:lnTo>
                  <a:lnTo>
                    <a:pt x="4264" y="5722"/>
                  </a:lnTo>
                  <a:lnTo>
                    <a:pt x="4163" y="5712"/>
                  </a:lnTo>
                  <a:lnTo>
                    <a:pt x="3653" y="5712"/>
                  </a:lnTo>
                  <a:lnTo>
                    <a:pt x="3605" y="5717"/>
                  </a:lnTo>
                  <a:lnTo>
                    <a:pt x="3552" y="5722"/>
                  </a:lnTo>
                  <a:lnTo>
                    <a:pt x="3509" y="5726"/>
                  </a:lnTo>
                  <a:lnTo>
                    <a:pt x="3504" y="5726"/>
                  </a:lnTo>
                  <a:lnTo>
                    <a:pt x="3451" y="5736"/>
                  </a:lnTo>
                  <a:lnTo>
                    <a:pt x="3403" y="5741"/>
                  </a:lnTo>
                  <a:lnTo>
                    <a:pt x="3355" y="5750"/>
                  </a:lnTo>
                  <a:lnTo>
                    <a:pt x="3306" y="5755"/>
                  </a:lnTo>
                  <a:lnTo>
                    <a:pt x="3297" y="5755"/>
                  </a:lnTo>
                  <a:lnTo>
                    <a:pt x="3287" y="1747"/>
                  </a:lnTo>
                  <a:close/>
                  <a:moveTo>
                    <a:pt x="4606" y="11371"/>
                  </a:moveTo>
                  <a:lnTo>
                    <a:pt x="5558" y="11751"/>
                  </a:lnTo>
                  <a:lnTo>
                    <a:pt x="5568" y="11756"/>
                  </a:lnTo>
                  <a:cubicBezTo>
                    <a:pt x="5813" y="11857"/>
                    <a:pt x="6001" y="12054"/>
                    <a:pt x="6092" y="12299"/>
                  </a:cubicBezTo>
                  <a:cubicBezTo>
                    <a:pt x="5611" y="12679"/>
                    <a:pt x="5043" y="12920"/>
                    <a:pt x="4442" y="13007"/>
                  </a:cubicBezTo>
                  <a:lnTo>
                    <a:pt x="3841" y="13007"/>
                  </a:lnTo>
                  <a:cubicBezTo>
                    <a:pt x="3807" y="13007"/>
                    <a:pt x="3768" y="13016"/>
                    <a:pt x="3740" y="13035"/>
                  </a:cubicBezTo>
                  <a:cubicBezTo>
                    <a:pt x="3042" y="12992"/>
                    <a:pt x="2373" y="12732"/>
                    <a:pt x="1820" y="12299"/>
                  </a:cubicBezTo>
                  <a:cubicBezTo>
                    <a:pt x="1829" y="12290"/>
                    <a:pt x="1834" y="12280"/>
                    <a:pt x="1839" y="12270"/>
                  </a:cubicBezTo>
                  <a:cubicBezTo>
                    <a:pt x="1930" y="12035"/>
                    <a:pt x="2113" y="11852"/>
                    <a:pt x="2344" y="11756"/>
                  </a:cubicBezTo>
                  <a:lnTo>
                    <a:pt x="2354" y="11751"/>
                  </a:lnTo>
                  <a:lnTo>
                    <a:pt x="3311" y="11380"/>
                  </a:lnTo>
                  <a:lnTo>
                    <a:pt x="3821" y="11876"/>
                  </a:lnTo>
                  <a:cubicBezTo>
                    <a:pt x="3860" y="11914"/>
                    <a:pt x="3918" y="11938"/>
                    <a:pt x="3970" y="11938"/>
                  </a:cubicBezTo>
                  <a:lnTo>
                    <a:pt x="3975" y="11938"/>
                  </a:lnTo>
                  <a:cubicBezTo>
                    <a:pt x="4033" y="11938"/>
                    <a:pt x="4086" y="11914"/>
                    <a:pt x="4124" y="11871"/>
                  </a:cubicBezTo>
                  <a:lnTo>
                    <a:pt x="4606" y="11371"/>
                  </a:lnTo>
                  <a:close/>
                  <a:moveTo>
                    <a:pt x="4986" y="0"/>
                  </a:moveTo>
                  <a:cubicBezTo>
                    <a:pt x="4865" y="0"/>
                    <a:pt x="4769" y="97"/>
                    <a:pt x="4769" y="217"/>
                  </a:cubicBezTo>
                  <a:lnTo>
                    <a:pt x="4769" y="1324"/>
                  </a:lnTo>
                  <a:lnTo>
                    <a:pt x="3075" y="1324"/>
                  </a:lnTo>
                  <a:cubicBezTo>
                    <a:pt x="2960" y="1324"/>
                    <a:pt x="2864" y="1420"/>
                    <a:pt x="2864" y="1540"/>
                  </a:cubicBezTo>
                  <a:lnTo>
                    <a:pt x="2873" y="5861"/>
                  </a:lnTo>
                  <a:lnTo>
                    <a:pt x="2859" y="5866"/>
                  </a:lnTo>
                  <a:lnTo>
                    <a:pt x="2825" y="5876"/>
                  </a:lnTo>
                  <a:lnTo>
                    <a:pt x="2787" y="5890"/>
                  </a:lnTo>
                  <a:lnTo>
                    <a:pt x="2763" y="5895"/>
                  </a:lnTo>
                  <a:lnTo>
                    <a:pt x="2734" y="5904"/>
                  </a:lnTo>
                  <a:lnTo>
                    <a:pt x="2695" y="5919"/>
                  </a:lnTo>
                  <a:lnTo>
                    <a:pt x="2676" y="5929"/>
                  </a:lnTo>
                  <a:lnTo>
                    <a:pt x="2642" y="5938"/>
                  </a:lnTo>
                  <a:lnTo>
                    <a:pt x="2604" y="5953"/>
                  </a:lnTo>
                  <a:lnTo>
                    <a:pt x="2580" y="5962"/>
                  </a:lnTo>
                  <a:lnTo>
                    <a:pt x="2551" y="5972"/>
                  </a:lnTo>
                  <a:lnTo>
                    <a:pt x="2488" y="6001"/>
                  </a:lnTo>
                  <a:lnTo>
                    <a:pt x="2426" y="6025"/>
                  </a:lnTo>
                  <a:lnTo>
                    <a:pt x="2421" y="6025"/>
                  </a:lnTo>
                  <a:lnTo>
                    <a:pt x="2378" y="6044"/>
                  </a:lnTo>
                  <a:lnTo>
                    <a:pt x="2339" y="6063"/>
                  </a:lnTo>
                  <a:lnTo>
                    <a:pt x="2325" y="6068"/>
                  </a:lnTo>
                  <a:lnTo>
                    <a:pt x="2286" y="6087"/>
                  </a:lnTo>
                  <a:lnTo>
                    <a:pt x="2253" y="6102"/>
                  </a:lnTo>
                  <a:lnTo>
                    <a:pt x="2233" y="6111"/>
                  </a:lnTo>
                  <a:lnTo>
                    <a:pt x="2200" y="6131"/>
                  </a:lnTo>
                  <a:lnTo>
                    <a:pt x="2161" y="6150"/>
                  </a:lnTo>
                  <a:lnTo>
                    <a:pt x="2152" y="6155"/>
                  </a:lnTo>
                  <a:lnTo>
                    <a:pt x="2113" y="6174"/>
                  </a:lnTo>
                  <a:lnTo>
                    <a:pt x="2075" y="6198"/>
                  </a:lnTo>
                  <a:lnTo>
                    <a:pt x="2031" y="6222"/>
                  </a:lnTo>
                  <a:lnTo>
                    <a:pt x="1988" y="6246"/>
                  </a:lnTo>
                  <a:lnTo>
                    <a:pt x="1950" y="6270"/>
                  </a:lnTo>
                  <a:lnTo>
                    <a:pt x="1906" y="6294"/>
                  </a:lnTo>
                  <a:lnTo>
                    <a:pt x="1868" y="6318"/>
                  </a:lnTo>
                  <a:lnTo>
                    <a:pt x="1824" y="6347"/>
                  </a:lnTo>
                  <a:lnTo>
                    <a:pt x="1786" y="6371"/>
                  </a:lnTo>
                  <a:lnTo>
                    <a:pt x="1747" y="6400"/>
                  </a:lnTo>
                  <a:lnTo>
                    <a:pt x="1709" y="6429"/>
                  </a:lnTo>
                  <a:lnTo>
                    <a:pt x="1670" y="6458"/>
                  </a:lnTo>
                  <a:lnTo>
                    <a:pt x="1632" y="6487"/>
                  </a:lnTo>
                  <a:lnTo>
                    <a:pt x="1593" y="6516"/>
                  </a:lnTo>
                  <a:lnTo>
                    <a:pt x="1555" y="6544"/>
                  </a:lnTo>
                  <a:lnTo>
                    <a:pt x="1516" y="6573"/>
                  </a:lnTo>
                  <a:lnTo>
                    <a:pt x="1478" y="6607"/>
                  </a:lnTo>
                  <a:lnTo>
                    <a:pt x="1473" y="6612"/>
                  </a:lnTo>
                  <a:lnTo>
                    <a:pt x="1444" y="6636"/>
                  </a:lnTo>
                  <a:lnTo>
                    <a:pt x="1406" y="6670"/>
                  </a:lnTo>
                  <a:lnTo>
                    <a:pt x="1401" y="6674"/>
                  </a:lnTo>
                  <a:lnTo>
                    <a:pt x="1372" y="6698"/>
                  </a:lnTo>
                  <a:lnTo>
                    <a:pt x="1338" y="6727"/>
                  </a:lnTo>
                  <a:lnTo>
                    <a:pt x="1329" y="6742"/>
                  </a:lnTo>
                  <a:lnTo>
                    <a:pt x="1300" y="6766"/>
                  </a:lnTo>
                  <a:lnTo>
                    <a:pt x="1266" y="6795"/>
                  </a:lnTo>
                  <a:lnTo>
                    <a:pt x="1257" y="6804"/>
                  </a:lnTo>
                  <a:lnTo>
                    <a:pt x="1237" y="6828"/>
                  </a:lnTo>
                  <a:lnTo>
                    <a:pt x="1233" y="6833"/>
                  </a:lnTo>
                  <a:cubicBezTo>
                    <a:pt x="958" y="7103"/>
                    <a:pt x="732" y="7406"/>
                    <a:pt x="549" y="7743"/>
                  </a:cubicBezTo>
                  <a:lnTo>
                    <a:pt x="545" y="7747"/>
                  </a:lnTo>
                  <a:lnTo>
                    <a:pt x="540" y="7762"/>
                  </a:lnTo>
                  <a:lnTo>
                    <a:pt x="540" y="7767"/>
                  </a:lnTo>
                  <a:lnTo>
                    <a:pt x="506" y="7829"/>
                  </a:lnTo>
                  <a:lnTo>
                    <a:pt x="492" y="7858"/>
                  </a:lnTo>
                  <a:lnTo>
                    <a:pt x="463" y="7921"/>
                  </a:lnTo>
                  <a:lnTo>
                    <a:pt x="448" y="7954"/>
                  </a:lnTo>
                  <a:lnTo>
                    <a:pt x="419" y="8012"/>
                  </a:lnTo>
                  <a:lnTo>
                    <a:pt x="405" y="8046"/>
                  </a:lnTo>
                  <a:cubicBezTo>
                    <a:pt x="395" y="8065"/>
                    <a:pt x="386" y="8084"/>
                    <a:pt x="381" y="8108"/>
                  </a:cubicBezTo>
                  <a:lnTo>
                    <a:pt x="366" y="8142"/>
                  </a:lnTo>
                  <a:cubicBezTo>
                    <a:pt x="357" y="8161"/>
                    <a:pt x="352" y="8185"/>
                    <a:pt x="342" y="8204"/>
                  </a:cubicBezTo>
                  <a:lnTo>
                    <a:pt x="328" y="8238"/>
                  </a:lnTo>
                  <a:cubicBezTo>
                    <a:pt x="323" y="8262"/>
                    <a:pt x="314" y="8281"/>
                    <a:pt x="304" y="8305"/>
                  </a:cubicBezTo>
                  <a:lnTo>
                    <a:pt x="294" y="8334"/>
                  </a:lnTo>
                  <a:cubicBezTo>
                    <a:pt x="285" y="8368"/>
                    <a:pt x="275" y="8397"/>
                    <a:pt x="265" y="8431"/>
                  </a:cubicBezTo>
                  <a:lnTo>
                    <a:pt x="265" y="8435"/>
                  </a:lnTo>
                  <a:cubicBezTo>
                    <a:pt x="256" y="8464"/>
                    <a:pt x="246" y="8493"/>
                    <a:pt x="237" y="8527"/>
                  </a:cubicBezTo>
                  <a:lnTo>
                    <a:pt x="232" y="8551"/>
                  </a:lnTo>
                  <a:lnTo>
                    <a:pt x="232" y="8561"/>
                  </a:lnTo>
                  <a:cubicBezTo>
                    <a:pt x="222" y="8580"/>
                    <a:pt x="217" y="8604"/>
                    <a:pt x="213" y="8623"/>
                  </a:cubicBezTo>
                  <a:lnTo>
                    <a:pt x="208" y="8652"/>
                  </a:lnTo>
                  <a:lnTo>
                    <a:pt x="203" y="8666"/>
                  </a:lnTo>
                  <a:cubicBezTo>
                    <a:pt x="198" y="8686"/>
                    <a:pt x="193" y="8705"/>
                    <a:pt x="188" y="8719"/>
                  </a:cubicBezTo>
                  <a:lnTo>
                    <a:pt x="179" y="8767"/>
                  </a:lnTo>
                  <a:cubicBezTo>
                    <a:pt x="174" y="8782"/>
                    <a:pt x="174" y="8801"/>
                    <a:pt x="169" y="8825"/>
                  </a:cubicBezTo>
                  <a:lnTo>
                    <a:pt x="160" y="8873"/>
                  </a:lnTo>
                  <a:cubicBezTo>
                    <a:pt x="155" y="8888"/>
                    <a:pt x="150" y="8907"/>
                    <a:pt x="150" y="8926"/>
                  </a:cubicBezTo>
                  <a:cubicBezTo>
                    <a:pt x="145" y="8945"/>
                    <a:pt x="145" y="8960"/>
                    <a:pt x="140" y="8974"/>
                  </a:cubicBezTo>
                  <a:cubicBezTo>
                    <a:pt x="140" y="8994"/>
                    <a:pt x="136" y="9013"/>
                    <a:pt x="131" y="9032"/>
                  </a:cubicBezTo>
                  <a:lnTo>
                    <a:pt x="131" y="9047"/>
                  </a:lnTo>
                  <a:lnTo>
                    <a:pt x="126" y="9080"/>
                  </a:lnTo>
                  <a:cubicBezTo>
                    <a:pt x="126" y="9099"/>
                    <a:pt x="121" y="9114"/>
                    <a:pt x="121" y="9133"/>
                  </a:cubicBezTo>
                  <a:lnTo>
                    <a:pt x="121" y="9148"/>
                  </a:lnTo>
                  <a:cubicBezTo>
                    <a:pt x="121" y="9157"/>
                    <a:pt x="121" y="9172"/>
                    <a:pt x="116" y="9181"/>
                  </a:cubicBezTo>
                  <a:cubicBezTo>
                    <a:pt x="111" y="9196"/>
                    <a:pt x="116" y="9215"/>
                    <a:pt x="111" y="9229"/>
                  </a:cubicBezTo>
                  <a:lnTo>
                    <a:pt x="111" y="9258"/>
                  </a:lnTo>
                  <a:lnTo>
                    <a:pt x="111" y="9287"/>
                  </a:lnTo>
                  <a:cubicBezTo>
                    <a:pt x="111" y="9311"/>
                    <a:pt x="111" y="9335"/>
                    <a:pt x="107" y="9359"/>
                  </a:cubicBezTo>
                  <a:lnTo>
                    <a:pt x="107" y="9374"/>
                  </a:lnTo>
                  <a:lnTo>
                    <a:pt x="107" y="9393"/>
                  </a:lnTo>
                  <a:cubicBezTo>
                    <a:pt x="1" y="11534"/>
                    <a:pt x="1646" y="13353"/>
                    <a:pt x="3788" y="13468"/>
                  </a:cubicBezTo>
                  <a:cubicBezTo>
                    <a:pt x="3855" y="13468"/>
                    <a:pt x="3922" y="13473"/>
                    <a:pt x="3990" y="13473"/>
                  </a:cubicBezTo>
                  <a:cubicBezTo>
                    <a:pt x="4158" y="13473"/>
                    <a:pt x="4327" y="13459"/>
                    <a:pt x="4495" y="13440"/>
                  </a:cubicBezTo>
                  <a:lnTo>
                    <a:pt x="10952" y="13440"/>
                  </a:lnTo>
                  <a:cubicBezTo>
                    <a:pt x="11068" y="13440"/>
                    <a:pt x="11164" y="13343"/>
                    <a:pt x="11164" y="13223"/>
                  </a:cubicBezTo>
                  <a:lnTo>
                    <a:pt x="11164" y="12112"/>
                  </a:lnTo>
                  <a:lnTo>
                    <a:pt x="12858" y="12112"/>
                  </a:lnTo>
                  <a:cubicBezTo>
                    <a:pt x="12973" y="12112"/>
                    <a:pt x="13069" y="12015"/>
                    <a:pt x="13069" y="11900"/>
                  </a:cubicBezTo>
                  <a:lnTo>
                    <a:pt x="13069" y="2758"/>
                  </a:lnTo>
                  <a:cubicBezTo>
                    <a:pt x="13069" y="2758"/>
                    <a:pt x="13045" y="2748"/>
                    <a:pt x="13045" y="2748"/>
                  </a:cubicBezTo>
                  <a:lnTo>
                    <a:pt x="13045" y="2738"/>
                  </a:lnTo>
                  <a:cubicBezTo>
                    <a:pt x="13045" y="2729"/>
                    <a:pt x="13041" y="2719"/>
                    <a:pt x="13041" y="2714"/>
                  </a:cubicBezTo>
                  <a:cubicBezTo>
                    <a:pt x="13041" y="2705"/>
                    <a:pt x="13036" y="2695"/>
                    <a:pt x="13036" y="2685"/>
                  </a:cubicBezTo>
                  <a:lnTo>
                    <a:pt x="13036" y="2681"/>
                  </a:lnTo>
                  <a:cubicBezTo>
                    <a:pt x="13031" y="2671"/>
                    <a:pt x="13026" y="2661"/>
                    <a:pt x="13021" y="2657"/>
                  </a:cubicBezTo>
                  <a:cubicBezTo>
                    <a:pt x="13017" y="2647"/>
                    <a:pt x="13012" y="2637"/>
                    <a:pt x="13007" y="2632"/>
                  </a:cubicBezTo>
                  <a:lnTo>
                    <a:pt x="13002" y="2628"/>
                  </a:lnTo>
                  <a:cubicBezTo>
                    <a:pt x="12997" y="2618"/>
                    <a:pt x="12992" y="2613"/>
                    <a:pt x="12988" y="2604"/>
                  </a:cubicBezTo>
                  <a:lnTo>
                    <a:pt x="10442" y="58"/>
                  </a:lnTo>
                  <a:cubicBezTo>
                    <a:pt x="10433" y="53"/>
                    <a:pt x="10428" y="44"/>
                    <a:pt x="10418" y="39"/>
                  </a:cubicBezTo>
                  <a:lnTo>
                    <a:pt x="10413" y="34"/>
                  </a:lnTo>
                  <a:cubicBezTo>
                    <a:pt x="10404" y="29"/>
                    <a:pt x="10399" y="25"/>
                    <a:pt x="10389" y="20"/>
                  </a:cubicBezTo>
                  <a:lnTo>
                    <a:pt x="10365" y="10"/>
                  </a:lnTo>
                  <a:lnTo>
                    <a:pt x="10360" y="10"/>
                  </a:lnTo>
                  <a:cubicBezTo>
                    <a:pt x="10351" y="10"/>
                    <a:pt x="10341" y="5"/>
                    <a:pt x="10332" y="5"/>
                  </a:cubicBezTo>
                  <a:lnTo>
                    <a:pt x="1030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8" name="Google Shape;11588;p81"/>
          <p:cNvGrpSpPr/>
          <p:nvPr/>
        </p:nvGrpSpPr>
        <p:grpSpPr>
          <a:xfrm>
            <a:off x="6627996" y="2449756"/>
            <a:ext cx="427980" cy="320369"/>
            <a:chOff x="6627996" y="2449756"/>
            <a:chExt cx="427980" cy="320369"/>
          </a:xfrm>
        </p:grpSpPr>
        <p:sp>
          <p:nvSpPr>
            <p:cNvPr id="11589" name="Google Shape;11589;p81"/>
            <p:cNvSpPr/>
            <p:nvPr/>
          </p:nvSpPr>
          <p:spPr>
            <a:xfrm>
              <a:off x="6634946" y="2456155"/>
              <a:ext cx="415863" cy="220836"/>
            </a:xfrm>
            <a:custGeom>
              <a:rect b="b" l="l" r="r" t="t"/>
              <a:pathLst>
                <a:path extrusionOk="0" h="8420" w="15856">
                  <a:moveTo>
                    <a:pt x="6378" y="0"/>
                  </a:moveTo>
                  <a:cubicBezTo>
                    <a:pt x="6219" y="0"/>
                    <a:pt x="6060" y="11"/>
                    <a:pt x="5900" y="32"/>
                  </a:cubicBezTo>
                  <a:cubicBezTo>
                    <a:pt x="4509" y="220"/>
                    <a:pt x="3354" y="1206"/>
                    <a:pt x="2955" y="2549"/>
                  </a:cubicBezTo>
                  <a:lnTo>
                    <a:pt x="2936" y="2549"/>
                  </a:lnTo>
                  <a:cubicBezTo>
                    <a:pt x="1314" y="2549"/>
                    <a:pt x="1" y="3862"/>
                    <a:pt x="1" y="5484"/>
                  </a:cubicBezTo>
                  <a:cubicBezTo>
                    <a:pt x="1" y="7105"/>
                    <a:pt x="1314" y="8419"/>
                    <a:pt x="2936" y="8419"/>
                  </a:cubicBezTo>
                  <a:lnTo>
                    <a:pt x="13392" y="8419"/>
                  </a:lnTo>
                  <a:cubicBezTo>
                    <a:pt x="13403" y="8419"/>
                    <a:pt x="13415" y="8419"/>
                    <a:pt x="13427" y="8419"/>
                  </a:cubicBezTo>
                  <a:cubicBezTo>
                    <a:pt x="14763" y="8419"/>
                    <a:pt x="15855" y="7334"/>
                    <a:pt x="15855" y="5994"/>
                  </a:cubicBezTo>
                  <a:cubicBezTo>
                    <a:pt x="15855" y="4654"/>
                    <a:pt x="14763" y="3569"/>
                    <a:pt x="13427" y="3569"/>
                  </a:cubicBezTo>
                  <a:cubicBezTo>
                    <a:pt x="13415" y="3569"/>
                    <a:pt x="13403" y="3569"/>
                    <a:pt x="13392" y="3569"/>
                  </a:cubicBezTo>
                  <a:lnTo>
                    <a:pt x="13396" y="3569"/>
                  </a:lnTo>
                  <a:cubicBezTo>
                    <a:pt x="13310" y="3569"/>
                    <a:pt x="13218" y="3574"/>
                    <a:pt x="13132" y="3583"/>
                  </a:cubicBezTo>
                  <a:cubicBezTo>
                    <a:pt x="12743" y="2328"/>
                    <a:pt x="11586" y="1528"/>
                    <a:pt x="10340" y="1528"/>
                  </a:cubicBezTo>
                  <a:cubicBezTo>
                    <a:pt x="10030" y="1528"/>
                    <a:pt x="9714" y="1578"/>
                    <a:pt x="9403" y="1683"/>
                  </a:cubicBezTo>
                  <a:cubicBezTo>
                    <a:pt x="8747" y="627"/>
                    <a:pt x="7597" y="0"/>
                    <a:pt x="6378"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1"/>
            <p:cNvSpPr/>
            <p:nvPr/>
          </p:nvSpPr>
          <p:spPr>
            <a:xfrm>
              <a:off x="6633687" y="2523245"/>
              <a:ext cx="378489" cy="153746"/>
            </a:xfrm>
            <a:custGeom>
              <a:rect b="b" l="l" r="r" t="t"/>
              <a:pathLst>
                <a:path extrusionOk="0" h="5862" w="14431">
                  <a:moveTo>
                    <a:pt x="2859" y="0"/>
                  </a:moveTo>
                  <a:cubicBezTo>
                    <a:pt x="1252" y="68"/>
                    <a:pt x="0" y="1420"/>
                    <a:pt x="53" y="3027"/>
                  </a:cubicBezTo>
                  <a:cubicBezTo>
                    <a:pt x="106" y="4620"/>
                    <a:pt x="1482" y="5861"/>
                    <a:pt x="3080" y="5861"/>
                  </a:cubicBezTo>
                  <a:lnTo>
                    <a:pt x="13444" y="5861"/>
                  </a:lnTo>
                  <a:cubicBezTo>
                    <a:pt x="13507" y="5861"/>
                    <a:pt x="13570" y="5856"/>
                    <a:pt x="13632" y="5851"/>
                  </a:cubicBezTo>
                  <a:cubicBezTo>
                    <a:pt x="14431" y="5789"/>
                    <a:pt x="14368" y="4581"/>
                    <a:pt x="13565" y="4581"/>
                  </a:cubicBezTo>
                  <a:lnTo>
                    <a:pt x="11784" y="4581"/>
                  </a:lnTo>
                  <a:cubicBezTo>
                    <a:pt x="11645" y="4581"/>
                    <a:pt x="11529" y="4466"/>
                    <a:pt x="11529" y="4326"/>
                  </a:cubicBezTo>
                  <a:lnTo>
                    <a:pt x="11529" y="3518"/>
                  </a:lnTo>
                  <a:cubicBezTo>
                    <a:pt x="11529" y="3181"/>
                    <a:pt x="11395" y="2854"/>
                    <a:pt x="11159" y="2618"/>
                  </a:cubicBezTo>
                  <a:lnTo>
                    <a:pt x="9672" y="1131"/>
                  </a:lnTo>
                  <a:cubicBezTo>
                    <a:pt x="9431" y="891"/>
                    <a:pt x="9104" y="756"/>
                    <a:pt x="8767" y="756"/>
                  </a:cubicBezTo>
                  <a:lnTo>
                    <a:pt x="5409" y="756"/>
                  </a:lnTo>
                  <a:cubicBezTo>
                    <a:pt x="4846" y="756"/>
                    <a:pt x="4389" y="1213"/>
                    <a:pt x="4389" y="1776"/>
                  </a:cubicBezTo>
                  <a:lnTo>
                    <a:pt x="4389" y="4037"/>
                  </a:lnTo>
                  <a:cubicBezTo>
                    <a:pt x="4385" y="4186"/>
                    <a:pt x="4267" y="4292"/>
                    <a:pt x="4134" y="4292"/>
                  </a:cubicBezTo>
                  <a:cubicBezTo>
                    <a:pt x="4099" y="4292"/>
                    <a:pt x="4063" y="4285"/>
                    <a:pt x="4028" y="4268"/>
                  </a:cubicBezTo>
                  <a:cubicBezTo>
                    <a:pt x="3075" y="3806"/>
                    <a:pt x="2392" y="2873"/>
                    <a:pt x="2349" y="1762"/>
                  </a:cubicBezTo>
                  <a:cubicBezTo>
                    <a:pt x="2325" y="1131"/>
                    <a:pt x="2503" y="515"/>
                    <a:pt x="285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1"/>
            <p:cNvSpPr/>
            <p:nvPr/>
          </p:nvSpPr>
          <p:spPr>
            <a:xfrm>
              <a:off x="6768838" y="2563111"/>
              <a:ext cx="147189" cy="200693"/>
            </a:xfrm>
            <a:custGeom>
              <a:rect b="b" l="l" r="r" t="t"/>
              <a:pathLst>
                <a:path extrusionOk="0" h="7652" w="5612">
                  <a:moveTo>
                    <a:pt x="3630" y="1"/>
                  </a:moveTo>
                  <a:cubicBezTo>
                    <a:pt x="3625" y="1"/>
                    <a:pt x="3620" y="1"/>
                    <a:pt x="3614" y="1"/>
                  </a:cubicBezTo>
                  <a:lnTo>
                    <a:pt x="256" y="1"/>
                  </a:lnTo>
                  <a:cubicBezTo>
                    <a:pt x="116" y="1"/>
                    <a:pt x="1" y="112"/>
                    <a:pt x="1" y="256"/>
                  </a:cubicBezTo>
                  <a:lnTo>
                    <a:pt x="1" y="7397"/>
                  </a:lnTo>
                  <a:cubicBezTo>
                    <a:pt x="1" y="7536"/>
                    <a:pt x="116" y="7652"/>
                    <a:pt x="256" y="7652"/>
                  </a:cubicBezTo>
                  <a:lnTo>
                    <a:pt x="5356" y="7652"/>
                  </a:lnTo>
                  <a:cubicBezTo>
                    <a:pt x="5496" y="7652"/>
                    <a:pt x="5611" y="7536"/>
                    <a:pt x="5611" y="7397"/>
                  </a:cubicBezTo>
                  <a:lnTo>
                    <a:pt x="5611" y="1998"/>
                  </a:lnTo>
                  <a:cubicBezTo>
                    <a:pt x="5611" y="1863"/>
                    <a:pt x="5558" y="1733"/>
                    <a:pt x="5462" y="1637"/>
                  </a:cubicBezTo>
                  <a:lnTo>
                    <a:pt x="3975" y="150"/>
                  </a:lnTo>
                  <a:cubicBezTo>
                    <a:pt x="3883" y="58"/>
                    <a:pt x="3759" y="1"/>
                    <a:pt x="3630"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1"/>
            <p:cNvSpPr/>
            <p:nvPr/>
          </p:nvSpPr>
          <p:spPr>
            <a:xfrm>
              <a:off x="6869289" y="2609954"/>
              <a:ext cx="46869" cy="13507"/>
            </a:xfrm>
            <a:custGeom>
              <a:rect b="b" l="l" r="r" t="t"/>
              <a:pathLst>
                <a:path extrusionOk="0" h="515" w="1787">
                  <a:moveTo>
                    <a:pt x="1" y="0"/>
                  </a:moveTo>
                  <a:lnTo>
                    <a:pt x="1" y="515"/>
                  </a:lnTo>
                  <a:lnTo>
                    <a:pt x="1786" y="515"/>
                  </a:lnTo>
                  <a:lnTo>
                    <a:pt x="1786" y="212"/>
                  </a:lnTo>
                  <a:cubicBezTo>
                    <a:pt x="1781" y="140"/>
                    <a:pt x="1767" y="67"/>
                    <a:pt x="173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1"/>
            <p:cNvSpPr/>
            <p:nvPr/>
          </p:nvSpPr>
          <p:spPr>
            <a:xfrm>
              <a:off x="6627996" y="2449756"/>
              <a:ext cx="427980" cy="233451"/>
            </a:xfrm>
            <a:custGeom>
              <a:rect b="b" l="l" r="r" t="t"/>
              <a:pathLst>
                <a:path extrusionOk="0" h="8901" w="16318">
                  <a:moveTo>
                    <a:pt x="6639" y="0"/>
                  </a:moveTo>
                  <a:cubicBezTo>
                    <a:pt x="5841" y="0"/>
                    <a:pt x="5037" y="251"/>
                    <a:pt x="4351" y="772"/>
                  </a:cubicBezTo>
                  <a:cubicBezTo>
                    <a:pt x="3749" y="1229"/>
                    <a:pt x="3302" y="1850"/>
                    <a:pt x="3052" y="2557"/>
                  </a:cubicBezTo>
                  <a:cubicBezTo>
                    <a:pt x="1334" y="2644"/>
                    <a:pt x="1" y="4082"/>
                    <a:pt x="44" y="5800"/>
                  </a:cubicBezTo>
                  <a:cubicBezTo>
                    <a:pt x="83" y="7518"/>
                    <a:pt x="1483" y="8889"/>
                    <a:pt x="3201" y="8894"/>
                  </a:cubicBezTo>
                  <a:lnTo>
                    <a:pt x="4351" y="8894"/>
                  </a:lnTo>
                  <a:cubicBezTo>
                    <a:pt x="4630" y="8860"/>
                    <a:pt x="4630" y="8451"/>
                    <a:pt x="4351" y="8418"/>
                  </a:cubicBezTo>
                  <a:lnTo>
                    <a:pt x="3201" y="8418"/>
                  </a:lnTo>
                  <a:cubicBezTo>
                    <a:pt x="1714" y="8418"/>
                    <a:pt x="506" y="7215"/>
                    <a:pt x="506" y="5728"/>
                  </a:cubicBezTo>
                  <a:cubicBezTo>
                    <a:pt x="506" y="4236"/>
                    <a:pt x="1709" y="3029"/>
                    <a:pt x="3196" y="3029"/>
                  </a:cubicBezTo>
                  <a:lnTo>
                    <a:pt x="3225" y="3029"/>
                  </a:lnTo>
                  <a:cubicBezTo>
                    <a:pt x="3331" y="3029"/>
                    <a:pt x="3422" y="2961"/>
                    <a:pt x="3451" y="2860"/>
                  </a:cubicBezTo>
                  <a:cubicBezTo>
                    <a:pt x="3658" y="2177"/>
                    <a:pt x="4072" y="1580"/>
                    <a:pt x="4635" y="1152"/>
                  </a:cubicBezTo>
                  <a:cubicBezTo>
                    <a:pt x="5239" y="695"/>
                    <a:pt x="5943" y="477"/>
                    <a:pt x="6640" y="477"/>
                  </a:cubicBezTo>
                  <a:cubicBezTo>
                    <a:pt x="7747" y="477"/>
                    <a:pt x="8835" y="1028"/>
                    <a:pt x="9470" y="2047"/>
                  </a:cubicBezTo>
                  <a:cubicBezTo>
                    <a:pt x="9515" y="2117"/>
                    <a:pt x="9594" y="2159"/>
                    <a:pt x="9674" y="2159"/>
                  </a:cubicBezTo>
                  <a:cubicBezTo>
                    <a:pt x="9698" y="2159"/>
                    <a:pt x="9722" y="2156"/>
                    <a:pt x="9745" y="2148"/>
                  </a:cubicBezTo>
                  <a:cubicBezTo>
                    <a:pt x="10029" y="2053"/>
                    <a:pt x="10318" y="2007"/>
                    <a:pt x="10601" y="2007"/>
                  </a:cubicBezTo>
                  <a:cubicBezTo>
                    <a:pt x="11747" y="2007"/>
                    <a:pt x="12808" y="2746"/>
                    <a:pt x="13171" y="3899"/>
                  </a:cubicBezTo>
                  <a:cubicBezTo>
                    <a:pt x="13201" y="3996"/>
                    <a:pt x="13293" y="4065"/>
                    <a:pt x="13393" y="4065"/>
                  </a:cubicBezTo>
                  <a:cubicBezTo>
                    <a:pt x="13402" y="4065"/>
                    <a:pt x="13411" y="4064"/>
                    <a:pt x="13421" y="4063"/>
                  </a:cubicBezTo>
                  <a:cubicBezTo>
                    <a:pt x="13501" y="4054"/>
                    <a:pt x="13580" y="4050"/>
                    <a:pt x="13659" y="4050"/>
                  </a:cubicBezTo>
                  <a:cubicBezTo>
                    <a:pt x="14805" y="4050"/>
                    <a:pt x="15778" y="4947"/>
                    <a:pt x="15841" y="6118"/>
                  </a:cubicBezTo>
                  <a:cubicBezTo>
                    <a:pt x="15909" y="7369"/>
                    <a:pt x="14913" y="8423"/>
                    <a:pt x="13657" y="8423"/>
                  </a:cubicBezTo>
                  <a:lnTo>
                    <a:pt x="12001" y="8423"/>
                  </a:lnTo>
                  <a:cubicBezTo>
                    <a:pt x="11990" y="8421"/>
                    <a:pt x="11980" y="8420"/>
                    <a:pt x="11969" y="8420"/>
                  </a:cubicBezTo>
                  <a:cubicBezTo>
                    <a:pt x="11839" y="8420"/>
                    <a:pt x="11732" y="8525"/>
                    <a:pt x="11732" y="8658"/>
                  </a:cubicBezTo>
                  <a:cubicBezTo>
                    <a:pt x="11732" y="8792"/>
                    <a:pt x="11839" y="8901"/>
                    <a:pt x="11970" y="8901"/>
                  </a:cubicBezTo>
                  <a:cubicBezTo>
                    <a:pt x="11980" y="8901"/>
                    <a:pt x="11991" y="8900"/>
                    <a:pt x="12001" y="8899"/>
                  </a:cubicBezTo>
                  <a:lnTo>
                    <a:pt x="13657" y="8899"/>
                  </a:lnTo>
                  <a:cubicBezTo>
                    <a:pt x="15129" y="8899"/>
                    <a:pt x="16318" y="7706"/>
                    <a:pt x="16318" y="6238"/>
                  </a:cubicBezTo>
                  <a:cubicBezTo>
                    <a:pt x="16318" y="4766"/>
                    <a:pt x="15129" y="3577"/>
                    <a:pt x="13657" y="3577"/>
                  </a:cubicBezTo>
                  <a:lnTo>
                    <a:pt x="13661" y="3572"/>
                  </a:lnTo>
                  <a:lnTo>
                    <a:pt x="13565" y="3572"/>
                  </a:lnTo>
                  <a:cubicBezTo>
                    <a:pt x="13349" y="3009"/>
                    <a:pt x="12978" y="2523"/>
                    <a:pt x="12497" y="2162"/>
                  </a:cubicBezTo>
                  <a:cubicBezTo>
                    <a:pt x="11944" y="1749"/>
                    <a:pt x="11277" y="1532"/>
                    <a:pt x="10601" y="1532"/>
                  </a:cubicBezTo>
                  <a:cubicBezTo>
                    <a:pt x="10324" y="1532"/>
                    <a:pt x="10046" y="1569"/>
                    <a:pt x="9774" y="1643"/>
                  </a:cubicBezTo>
                  <a:cubicBezTo>
                    <a:pt x="9032" y="572"/>
                    <a:pt x="7843" y="0"/>
                    <a:pt x="6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1"/>
            <p:cNvSpPr/>
            <p:nvPr/>
          </p:nvSpPr>
          <p:spPr>
            <a:xfrm>
              <a:off x="6762543" y="2556817"/>
              <a:ext cx="159778" cy="213308"/>
            </a:xfrm>
            <a:custGeom>
              <a:rect b="b" l="l" r="r" t="t"/>
              <a:pathLst>
                <a:path extrusionOk="0" h="8133" w="6092">
                  <a:moveTo>
                    <a:pt x="3575" y="477"/>
                  </a:moveTo>
                  <a:lnTo>
                    <a:pt x="3575" y="2026"/>
                  </a:lnTo>
                  <a:cubicBezTo>
                    <a:pt x="3575" y="2296"/>
                    <a:pt x="3792" y="2517"/>
                    <a:pt x="4066" y="2517"/>
                  </a:cubicBezTo>
                  <a:lnTo>
                    <a:pt x="4831" y="2517"/>
                  </a:lnTo>
                  <a:cubicBezTo>
                    <a:pt x="5115" y="2483"/>
                    <a:pt x="5115" y="2074"/>
                    <a:pt x="4831" y="2040"/>
                  </a:cubicBezTo>
                  <a:lnTo>
                    <a:pt x="4071" y="2040"/>
                  </a:lnTo>
                  <a:cubicBezTo>
                    <a:pt x="4061" y="2040"/>
                    <a:pt x="4052" y="2031"/>
                    <a:pt x="4052" y="2026"/>
                  </a:cubicBezTo>
                  <a:lnTo>
                    <a:pt x="4052" y="563"/>
                  </a:lnTo>
                  <a:lnTo>
                    <a:pt x="5539" y="2045"/>
                  </a:lnTo>
                  <a:cubicBezTo>
                    <a:pt x="5587" y="2098"/>
                    <a:pt x="5616" y="2166"/>
                    <a:pt x="5616" y="2238"/>
                  </a:cubicBezTo>
                  <a:lnTo>
                    <a:pt x="5616" y="7637"/>
                  </a:lnTo>
                  <a:cubicBezTo>
                    <a:pt x="5616" y="7646"/>
                    <a:pt x="5606" y="7656"/>
                    <a:pt x="5596" y="7656"/>
                  </a:cubicBezTo>
                  <a:lnTo>
                    <a:pt x="496" y="7656"/>
                  </a:lnTo>
                  <a:cubicBezTo>
                    <a:pt x="486" y="7656"/>
                    <a:pt x="481" y="7646"/>
                    <a:pt x="481" y="7637"/>
                  </a:cubicBezTo>
                  <a:lnTo>
                    <a:pt x="481" y="496"/>
                  </a:lnTo>
                  <a:cubicBezTo>
                    <a:pt x="481" y="486"/>
                    <a:pt x="486" y="477"/>
                    <a:pt x="496" y="477"/>
                  </a:cubicBezTo>
                  <a:close/>
                  <a:moveTo>
                    <a:pt x="496" y="0"/>
                  </a:moveTo>
                  <a:cubicBezTo>
                    <a:pt x="222" y="0"/>
                    <a:pt x="0" y="222"/>
                    <a:pt x="0" y="496"/>
                  </a:cubicBezTo>
                  <a:lnTo>
                    <a:pt x="0" y="7637"/>
                  </a:lnTo>
                  <a:cubicBezTo>
                    <a:pt x="0" y="7911"/>
                    <a:pt x="222" y="8132"/>
                    <a:pt x="496" y="8132"/>
                  </a:cubicBezTo>
                  <a:lnTo>
                    <a:pt x="5596" y="8132"/>
                  </a:lnTo>
                  <a:cubicBezTo>
                    <a:pt x="5871" y="8132"/>
                    <a:pt x="6092" y="7911"/>
                    <a:pt x="6092" y="7637"/>
                  </a:cubicBezTo>
                  <a:lnTo>
                    <a:pt x="6092" y="2238"/>
                  </a:lnTo>
                  <a:cubicBezTo>
                    <a:pt x="6092" y="2040"/>
                    <a:pt x="6010" y="1848"/>
                    <a:pt x="5871" y="1708"/>
                  </a:cubicBezTo>
                  <a:lnTo>
                    <a:pt x="4384" y="222"/>
                  </a:lnTo>
                  <a:cubicBezTo>
                    <a:pt x="4244" y="82"/>
                    <a:pt x="4057" y="0"/>
                    <a:pt x="38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1"/>
            <p:cNvSpPr/>
            <p:nvPr/>
          </p:nvSpPr>
          <p:spPr>
            <a:xfrm>
              <a:off x="6807550" y="2643892"/>
              <a:ext cx="69686" cy="86970"/>
            </a:xfrm>
            <a:custGeom>
              <a:rect b="b" l="l" r="r" t="t"/>
              <a:pathLst>
                <a:path extrusionOk="0" h="3316" w="2657">
                  <a:moveTo>
                    <a:pt x="1330" y="0"/>
                  </a:moveTo>
                  <a:cubicBezTo>
                    <a:pt x="1260" y="0"/>
                    <a:pt x="1191" y="29"/>
                    <a:pt x="1142" y="87"/>
                  </a:cubicBezTo>
                  <a:lnTo>
                    <a:pt x="122" y="1362"/>
                  </a:lnTo>
                  <a:cubicBezTo>
                    <a:pt x="0" y="1546"/>
                    <a:pt x="155" y="1740"/>
                    <a:pt x="325" y="1740"/>
                  </a:cubicBezTo>
                  <a:cubicBezTo>
                    <a:pt x="382" y="1740"/>
                    <a:pt x="442" y="1718"/>
                    <a:pt x="493" y="1665"/>
                  </a:cubicBezTo>
                  <a:lnTo>
                    <a:pt x="1089" y="919"/>
                  </a:lnTo>
                  <a:lnTo>
                    <a:pt x="1089" y="3046"/>
                  </a:lnTo>
                  <a:cubicBezTo>
                    <a:pt x="1070" y="3191"/>
                    <a:pt x="1186" y="3316"/>
                    <a:pt x="1330" y="3316"/>
                  </a:cubicBezTo>
                  <a:cubicBezTo>
                    <a:pt x="1474" y="3316"/>
                    <a:pt x="1585" y="3191"/>
                    <a:pt x="1566" y="3046"/>
                  </a:cubicBezTo>
                  <a:lnTo>
                    <a:pt x="1566" y="919"/>
                  </a:lnTo>
                  <a:lnTo>
                    <a:pt x="2163" y="1660"/>
                  </a:lnTo>
                  <a:cubicBezTo>
                    <a:pt x="2214" y="1714"/>
                    <a:pt x="2274" y="1737"/>
                    <a:pt x="2332" y="1737"/>
                  </a:cubicBezTo>
                  <a:cubicBezTo>
                    <a:pt x="2502" y="1737"/>
                    <a:pt x="2656" y="1542"/>
                    <a:pt x="2538" y="1362"/>
                  </a:cubicBezTo>
                  <a:lnTo>
                    <a:pt x="1518" y="87"/>
                  </a:lnTo>
                  <a:cubicBezTo>
                    <a:pt x="1470" y="29"/>
                    <a:pt x="1400" y="0"/>
                    <a:pt x="1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1"/>
            <p:cNvSpPr/>
            <p:nvPr/>
          </p:nvSpPr>
          <p:spPr>
            <a:xfrm>
              <a:off x="6807550" y="2478029"/>
              <a:ext cx="55969" cy="38554"/>
            </a:xfrm>
            <a:custGeom>
              <a:rect b="b" l="l" r="r" t="t"/>
              <a:pathLst>
                <a:path extrusionOk="0" h="1470" w="2134">
                  <a:moveTo>
                    <a:pt x="334" y="1"/>
                  </a:moveTo>
                  <a:cubicBezTo>
                    <a:pt x="70" y="1"/>
                    <a:pt x="0" y="380"/>
                    <a:pt x="262" y="469"/>
                  </a:cubicBezTo>
                  <a:cubicBezTo>
                    <a:pt x="815" y="584"/>
                    <a:pt x="1311" y="897"/>
                    <a:pt x="1652" y="1349"/>
                  </a:cubicBezTo>
                  <a:cubicBezTo>
                    <a:pt x="1694" y="1427"/>
                    <a:pt x="1776" y="1469"/>
                    <a:pt x="1859" y="1469"/>
                  </a:cubicBezTo>
                  <a:cubicBezTo>
                    <a:pt x="1909" y="1469"/>
                    <a:pt x="1960" y="1454"/>
                    <a:pt x="2004" y="1421"/>
                  </a:cubicBezTo>
                  <a:cubicBezTo>
                    <a:pt x="2119" y="1335"/>
                    <a:pt x="2134" y="1166"/>
                    <a:pt x="2033" y="1060"/>
                  </a:cubicBezTo>
                  <a:cubicBezTo>
                    <a:pt x="1624" y="517"/>
                    <a:pt x="1027" y="137"/>
                    <a:pt x="358" y="2"/>
                  </a:cubicBezTo>
                  <a:cubicBezTo>
                    <a:pt x="350" y="1"/>
                    <a:pt x="342"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1"/>
            <p:cNvSpPr/>
            <p:nvPr/>
          </p:nvSpPr>
          <p:spPr>
            <a:xfrm>
              <a:off x="6914427" y="2519810"/>
              <a:ext cx="43197" cy="35512"/>
            </a:xfrm>
            <a:custGeom>
              <a:rect b="b" l="l" r="r" t="t"/>
              <a:pathLst>
                <a:path extrusionOk="0" h="1354" w="1647">
                  <a:moveTo>
                    <a:pt x="337" y="0"/>
                  </a:moveTo>
                  <a:cubicBezTo>
                    <a:pt x="101" y="0"/>
                    <a:pt x="1" y="338"/>
                    <a:pt x="234" y="459"/>
                  </a:cubicBezTo>
                  <a:lnTo>
                    <a:pt x="238" y="454"/>
                  </a:lnTo>
                  <a:cubicBezTo>
                    <a:pt x="633" y="593"/>
                    <a:pt x="965" y="882"/>
                    <a:pt x="1162" y="1253"/>
                  </a:cubicBezTo>
                  <a:cubicBezTo>
                    <a:pt x="1212" y="1324"/>
                    <a:pt x="1281" y="1354"/>
                    <a:pt x="1350" y="1354"/>
                  </a:cubicBezTo>
                  <a:cubicBezTo>
                    <a:pt x="1500" y="1354"/>
                    <a:pt x="1647" y="1209"/>
                    <a:pt x="1581" y="1031"/>
                  </a:cubicBezTo>
                  <a:cubicBezTo>
                    <a:pt x="1326" y="550"/>
                    <a:pt x="902" y="189"/>
                    <a:pt x="392" y="6"/>
                  </a:cubicBezTo>
                  <a:cubicBezTo>
                    <a:pt x="373" y="2"/>
                    <a:pt x="355" y="0"/>
                    <a:pt x="3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8" name="Google Shape;11598;p81"/>
          <p:cNvSpPr/>
          <p:nvPr/>
        </p:nvSpPr>
        <p:spPr>
          <a:xfrm>
            <a:off x="7102399" y="2672296"/>
            <a:ext cx="4065" cy="13271"/>
          </a:xfrm>
          <a:custGeom>
            <a:rect b="b" l="l" r="r" t="t"/>
            <a:pathLst>
              <a:path extrusionOk="0" h="506" w="155">
                <a:moveTo>
                  <a:pt x="154" y="0"/>
                </a:moveTo>
                <a:lnTo>
                  <a:pt x="72" y="82"/>
                </a:lnTo>
                <a:cubicBezTo>
                  <a:pt x="29" y="125"/>
                  <a:pt x="0" y="188"/>
                  <a:pt x="0" y="250"/>
                </a:cubicBezTo>
                <a:cubicBezTo>
                  <a:pt x="0" y="313"/>
                  <a:pt x="24" y="375"/>
                  <a:pt x="72" y="423"/>
                </a:cubicBezTo>
                <a:lnTo>
                  <a:pt x="154" y="505"/>
                </a:lnTo>
                <a:lnTo>
                  <a:pt x="15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1"/>
          <p:cNvSpPr/>
          <p:nvPr/>
        </p:nvSpPr>
        <p:spPr>
          <a:xfrm>
            <a:off x="7085745" y="2730469"/>
            <a:ext cx="39525" cy="47839"/>
          </a:xfrm>
          <a:custGeom>
            <a:rect b="b" l="l" r="r" t="t"/>
            <a:pathLst>
              <a:path extrusionOk="0" h="1824" w="1507">
                <a:moveTo>
                  <a:pt x="1439" y="0"/>
                </a:moveTo>
                <a:lnTo>
                  <a:pt x="544" y="347"/>
                </a:lnTo>
                <a:lnTo>
                  <a:pt x="534" y="352"/>
                </a:lnTo>
                <a:cubicBezTo>
                  <a:pt x="515" y="361"/>
                  <a:pt x="0" y="554"/>
                  <a:pt x="0" y="1213"/>
                </a:cubicBezTo>
                <a:lnTo>
                  <a:pt x="0" y="1824"/>
                </a:lnTo>
                <a:lnTo>
                  <a:pt x="221" y="1824"/>
                </a:lnTo>
                <a:lnTo>
                  <a:pt x="221" y="1213"/>
                </a:lnTo>
                <a:cubicBezTo>
                  <a:pt x="221" y="549"/>
                  <a:pt x="736" y="356"/>
                  <a:pt x="760" y="352"/>
                </a:cubicBezTo>
                <a:lnTo>
                  <a:pt x="770" y="347"/>
                </a:lnTo>
                <a:lnTo>
                  <a:pt x="1506" y="58"/>
                </a:lnTo>
                <a:lnTo>
                  <a:pt x="1439"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0" name="Google Shape;11600;p81"/>
          <p:cNvGrpSpPr/>
          <p:nvPr/>
        </p:nvGrpSpPr>
        <p:grpSpPr>
          <a:xfrm>
            <a:off x="7073496" y="2420906"/>
            <a:ext cx="396534" cy="370096"/>
            <a:chOff x="7073496" y="2420906"/>
            <a:chExt cx="396534" cy="370096"/>
          </a:xfrm>
        </p:grpSpPr>
        <p:sp>
          <p:nvSpPr>
            <p:cNvPr id="11601" name="Google Shape;11601;p81"/>
            <p:cNvSpPr/>
            <p:nvPr/>
          </p:nvSpPr>
          <p:spPr>
            <a:xfrm>
              <a:off x="7263934" y="2526026"/>
              <a:ext cx="15789" cy="13769"/>
            </a:xfrm>
            <a:custGeom>
              <a:rect b="b" l="l" r="r" t="t"/>
              <a:pathLst>
                <a:path extrusionOk="0" h="525" w="602">
                  <a:moveTo>
                    <a:pt x="0" y="0"/>
                  </a:moveTo>
                  <a:lnTo>
                    <a:pt x="0" y="236"/>
                  </a:lnTo>
                  <a:lnTo>
                    <a:pt x="294" y="525"/>
                  </a:lnTo>
                  <a:lnTo>
                    <a:pt x="602" y="202"/>
                  </a:lnTo>
                  <a:lnTo>
                    <a:pt x="602" y="0"/>
                  </a:lnTo>
                  <a:lnTo>
                    <a:pt x="549" y="5"/>
                  </a:lnTo>
                  <a:cubicBezTo>
                    <a:pt x="506" y="10"/>
                    <a:pt x="457" y="15"/>
                    <a:pt x="409" y="15"/>
                  </a:cubicBezTo>
                  <a:lnTo>
                    <a:pt x="193" y="15"/>
                  </a:lnTo>
                  <a:cubicBezTo>
                    <a:pt x="145" y="15"/>
                    <a:pt x="97" y="10"/>
                    <a:pt x="53" y="5"/>
                  </a:cubicBez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1"/>
            <p:cNvSpPr/>
            <p:nvPr/>
          </p:nvSpPr>
          <p:spPr>
            <a:xfrm>
              <a:off x="7233274" y="2481098"/>
              <a:ext cx="4564" cy="13271"/>
            </a:xfrm>
            <a:custGeom>
              <a:rect b="b" l="l" r="r" t="t"/>
              <a:pathLst>
                <a:path extrusionOk="0" h="506" w="174">
                  <a:moveTo>
                    <a:pt x="173" y="0"/>
                  </a:moveTo>
                  <a:lnTo>
                    <a:pt x="91" y="82"/>
                  </a:lnTo>
                  <a:cubicBezTo>
                    <a:pt x="0" y="178"/>
                    <a:pt x="0" y="327"/>
                    <a:pt x="91" y="424"/>
                  </a:cubicBezTo>
                  <a:lnTo>
                    <a:pt x="173" y="506"/>
                  </a:lnTo>
                  <a:lnTo>
                    <a:pt x="17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1"/>
            <p:cNvSpPr/>
            <p:nvPr/>
          </p:nvSpPr>
          <p:spPr>
            <a:xfrm>
              <a:off x="7116405" y="2654986"/>
              <a:ext cx="48101" cy="52534"/>
            </a:xfrm>
            <a:custGeom>
              <a:rect b="b" l="l" r="r" t="t"/>
              <a:pathLst>
                <a:path extrusionOk="0" h="2003" w="1834">
                  <a:moveTo>
                    <a:pt x="1338" y="1"/>
                  </a:moveTo>
                  <a:lnTo>
                    <a:pt x="1295" y="39"/>
                  </a:lnTo>
                  <a:cubicBezTo>
                    <a:pt x="881" y="386"/>
                    <a:pt x="332" y="492"/>
                    <a:pt x="44" y="521"/>
                  </a:cubicBezTo>
                  <a:lnTo>
                    <a:pt x="0" y="525"/>
                  </a:lnTo>
                  <a:lnTo>
                    <a:pt x="0" y="1194"/>
                  </a:lnTo>
                  <a:cubicBezTo>
                    <a:pt x="0" y="1637"/>
                    <a:pt x="361" y="1998"/>
                    <a:pt x="809" y="2003"/>
                  </a:cubicBezTo>
                  <a:lnTo>
                    <a:pt x="1025" y="2003"/>
                  </a:lnTo>
                  <a:cubicBezTo>
                    <a:pt x="1468" y="2003"/>
                    <a:pt x="1829" y="1642"/>
                    <a:pt x="1834" y="1199"/>
                  </a:cubicBezTo>
                  <a:lnTo>
                    <a:pt x="1834" y="487"/>
                  </a:lnTo>
                  <a:lnTo>
                    <a:pt x="1805" y="472"/>
                  </a:lnTo>
                  <a:cubicBezTo>
                    <a:pt x="1617" y="381"/>
                    <a:pt x="1468"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1"/>
            <p:cNvSpPr/>
            <p:nvPr/>
          </p:nvSpPr>
          <p:spPr>
            <a:xfrm>
              <a:off x="7174446" y="2673555"/>
              <a:ext cx="4695" cy="12012"/>
            </a:xfrm>
            <a:custGeom>
              <a:rect b="b" l="l" r="r" t="t"/>
              <a:pathLst>
                <a:path extrusionOk="0" h="458" w="179">
                  <a:moveTo>
                    <a:pt x="1" y="0"/>
                  </a:moveTo>
                  <a:lnTo>
                    <a:pt x="1" y="457"/>
                  </a:lnTo>
                  <a:lnTo>
                    <a:pt x="78" y="400"/>
                  </a:lnTo>
                  <a:cubicBezTo>
                    <a:pt x="140" y="351"/>
                    <a:pt x="179" y="279"/>
                    <a:pt x="179" y="202"/>
                  </a:cubicBezTo>
                  <a:cubicBezTo>
                    <a:pt x="179" y="140"/>
                    <a:pt x="155" y="77"/>
                    <a:pt x="111" y="34"/>
                  </a:cubicBezTo>
                  <a:lnTo>
                    <a:pt x="97" y="24"/>
                  </a:lnTo>
                  <a:lnTo>
                    <a:pt x="83" y="24"/>
                  </a:lnTo>
                  <a:lnTo>
                    <a:pt x="63" y="1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1"/>
            <p:cNvSpPr/>
            <p:nvPr/>
          </p:nvSpPr>
          <p:spPr>
            <a:xfrm>
              <a:off x="7132430" y="2717093"/>
              <a:ext cx="15920" cy="13769"/>
            </a:xfrm>
            <a:custGeom>
              <a:rect b="b" l="l" r="r" t="t"/>
              <a:pathLst>
                <a:path extrusionOk="0" h="525" w="607">
                  <a:moveTo>
                    <a:pt x="607" y="0"/>
                  </a:moveTo>
                  <a:lnTo>
                    <a:pt x="554" y="10"/>
                  </a:lnTo>
                  <a:cubicBezTo>
                    <a:pt x="506" y="15"/>
                    <a:pt x="458" y="19"/>
                    <a:pt x="414" y="19"/>
                  </a:cubicBezTo>
                  <a:lnTo>
                    <a:pt x="198" y="19"/>
                  </a:lnTo>
                  <a:cubicBezTo>
                    <a:pt x="150" y="19"/>
                    <a:pt x="102" y="15"/>
                    <a:pt x="53" y="10"/>
                  </a:cubicBezTo>
                  <a:lnTo>
                    <a:pt x="0" y="5"/>
                  </a:lnTo>
                  <a:lnTo>
                    <a:pt x="0" y="241"/>
                  </a:lnTo>
                  <a:lnTo>
                    <a:pt x="299" y="525"/>
                  </a:lnTo>
                  <a:lnTo>
                    <a:pt x="607" y="207"/>
                  </a:lnTo>
                  <a:lnTo>
                    <a:pt x="60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1"/>
            <p:cNvSpPr/>
            <p:nvPr/>
          </p:nvSpPr>
          <p:spPr>
            <a:xfrm>
              <a:off x="7247909" y="2463919"/>
              <a:ext cx="47970" cy="52403"/>
            </a:xfrm>
            <a:custGeom>
              <a:rect b="b" l="l" r="r" t="t"/>
              <a:pathLst>
                <a:path extrusionOk="0" h="1998" w="1829">
                  <a:moveTo>
                    <a:pt x="1338" y="1"/>
                  </a:moveTo>
                  <a:lnTo>
                    <a:pt x="1295" y="35"/>
                  </a:lnTo>
                  <a:cubicBezTo>
                    <a:pt x="876" y="386"/>
                    <a:pt x="332" y="487"/>
                    <a:pt x="44" y="516"/>
                  </a:cubicBezTo>
                  <a:lnTo>
                    <a:pt x="0" y="521"/>
                  </a:lnTo>
                  <a:lnTo>
                    <a:pt x="0" y="1194"/>
                  </a:lnTo>
                  <a:cubicBezTo>
                    <a:pt x="0" y="1637"/>
                    <a:pt x="361" y="1998"/>
                    <a:pt x="809" y="1998"/>
                  </a:cubicBezTo>
                  <a:lnTo>
                    <a:pt x="1025" y="1998"/>
                  </a:lnTo>
                  <a:cubicBezTo>
                    <a:pt x="1468" y="1998"/>
                    <a:pt x="1829" y="1637"/>
                    <a:pt x="1829" y="1194"/>
                  </a:cubicBezTo>
                  <a:lnTo>
                    <a:pt x="1829" y="482"/>
                  </a:lnTo>
                  <a:lnTo>
                    <a:pt x="1805" y="468"/>
                  </a:lnTo>
                  <a:cubicBezTo>
                    <a:pt x="1617" y="376"/>
                    <a:pt x="1463"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1"/>
            <p:cNvSpPr/>
            <p:nvPr/>
          </p:nvSpPr>
          <p:spPr>
            <a:xfrm>
              <a:off x="7305951" y="2482357"/>
              <a:ext cx="4564" cy="12012"/>
            </a:xfrm>
            <a:custGeom>
              <a:rect b="b" l="l" r="r" t="t"/>
              <a:pathLst>
                <a:path extrusionOk="0" h="458" w="174">
                  <a:moveTo>
                    <a:pt x="1" y="0"/>
                  </a:moveTo>
                  <a:lnTo>
                    <a:pt x="1" y="458"/>
                  </a:lnTo>
                  <a:lnTo>
                    <a:pt x="78" y="405"/>
                  </a:lnTo>
                  <a:cubicBezTo>
                    <a:pt x="140" y="356"/>
                    <a:pt x="174" y="284"/>
                    <a:pt x="174" y="207"/>
                  </a:cubicBezTo>
                  <a:cubicBezTo>
                    <a:pt x="174" y="145"/>
                    <a:pt x="150" y="82"/>
                    <a:pt x="106" y="39"/>
                  </a:cubicBezTo>
                  <a:lnTo>
                    <a:pt x="97" y="29"/>
                  </a:lnTo>
                  <a:lnTo>
                    <a:pt x="82" y="29"/>
                  </a:lnTo>
                  <a:lnTo>
                    <a:pt x="63"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1"/>
            <p:cNvSpPr/>
            <p:nvPr/>
          </p:nvSpPr>
          <p:spPr>
            <a:xfrm>
              <a:off x="7379283" y="2655117"/>
              <a:ext cx="48101" cy="52403"/>
            </a:xfrm>
            <a:custGeom>
              <a:rect b="b" l="l" r="r" t="t"/>
              <a:pathLst>
                <a:path extrusionOk="0" h="1998" w="1834">
                  <a:moveTo>
                    <a:pt x="1338" y="1"/>
                  </a:moveTo>
                  <a:lnTo>
                    <a:pt x="1295" y="34"/>
                  </a:lnTo>
                  <a:cubicBezTo>
                    <a:pt x="881" y="381"/>
                    <a:pt x="332" y="487"/>
                    <a:pt x="44" y="516"/>
                  </a:cubicBezTo>
                  <a:lnTo>
                    <a:pt x="0" y="520"/>
                  </a:lnTo>
                  <a:lnTo>
                    <a:pt x="0" y="1189"/>
                  </a:lnTo>
                  <a:cubicBezTo>
                    <a:pt x="5" y="1637"/>
                    <a:pt x="366" y="1998"/>
                    <a:pt x="809" y="1998"/>
                  </a:cubicBezTo>
                  <a:lnTo>
                    <a:pt x="1025" y="1998"/>
                  </a:lnTo>
                  <a:cubicBezTo>
                    <a:pt x="1473" y="1998"/>
                    <a:pt x="1833" y="1637"/>
                    <a:pt x="1833" y="1189"/>
                  </a:cubicBezTo>
                  <a:lnTo>
                    <a:pt x="1833" y="482"/>
                  </a:lnTo>
                  <a:lnTo>
                    <a:pt x="1805" y="467"/>
                  </a:lnTo>
                  <a:cubicBezTo>
                    <a:pt x="1622" y="376"/>
                    <a:pt x="1468" y="227"/>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1"/>
            <p:cNvSpPr/>
            <p:nvPr/>
          </p:nvSpPr>
          <p:spPr>
            <a:xfrm>
              <a:off x="7364753" y="2672165"/>
              <a:ext cx="4590" cy="13402"/>
            </a:xfrm>
            <a:custGeom>
              <a:rect b="b" l="l" r="r" t="t"/>
              <a:pathLst>
                <a:path extrusionOk="0" h="511" w="175">
                  <a:moveTo>
                    <a:pt x="174" y="0"/>
                  </a:moveTo>
                  <a:lnTo>
                    <a:pt x="92" y="87"/>
                  </a:lnTo>
                  <a:cubicBezTo>
                    <a:pt x="1" y="178"/>
                    <a:pt x="1" y="327"/>
                    <a:pt x="92" y="424"/>
                  </a:cubicBezTo>
                  <a:lnTo>
                    <a:pt x="174" y="510"/>
                  </a:lnTo>
                  <a:lnTo>
                    <a:pt x="17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1"/>
            <p:cNvSpPr/>
            <p:nvPr/>
          </p:nvSpPr>
          <p:spPr>
            <a:xfrm>
              <a:off x="7437455" y="2673555"/>
              <a:ext cx="4564" cy="12012"/>
            </a:xfrm>
            <a:custGeom>
              <a:rect b="b" l="l" r="r" t="t"/>
              <a:pathLst>
                <a:path extrusionOk="0" h="458" w="174">
                  <a:moveTo>
                    <a:pt x="0" y="0"/>
                  </a:moveTo>
                  <a:lnTo>
                    <a:pt x="0" y="457"/>
                  </a:lnTo>
                  <a:lnTo>
                    <a:pt x="73" y="400"/>
                  </a:lnTo>
                  <a:cubicBezTo>
                    <a:pt x="135" y="356"/>
                    <a:pt x="174" y="284"/>
                    <a:pt x="174" y="207"/>
                  </a:cubicBezTo>
                  <a:cubicBezTo>
                    <a:pt x="174" y="145"/>
                    <a:pt x="150" y="82"/>
                    <a:pt x="106" y="39"/>
                  </a:cubicBezTo>
                  <a:lnTo>
                    <a:pt x="97" y="24"/>
                  </a:lnTo>
                  <a:lnTo>
                    <a:pt x="82" y="24"/>
                  </a:lnTo>
                  <a:lnTo>
                    <a:pt x="58"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1"/>
            <p:cNvSpPr/>
            <p:nvPr/>
          </p:nvSpPr>
          <p:spPr>
            <a:xfrm>
              <a:off x="7395439" y="2717093"/>
              <a:ext cx="15920" cy="13769"/>
            </a:xfrm>
            <a:custGeom>
              <a:rect b="b" l="l" r="r" t="t"/>
              <a:pathLst>
                <a:path extrusionOk="0" h="525" w="607">
                  <a:moveTo>
                    <a:pt x="602" y="0"/>
                  </a:moveTo>
                  <a:lnTo>
                    <a:pt x="602" y="5"/>
                  </a:lnTo>
                  <a:lnTo>
                    <a:pt x="602" y="5"/>
                  </a:lnTo>
                  <a:lnTo>
                    <a:pt x="606" y="5"/>
                  </a:lnTo>
                  <a:lnTo>
                    <a:pt x="602" y="0"/>
                  </a:lnTo>
                  <a:close/>
                  <a:moveTo>
                    <a:pt x="0" y="5"/>
                  </a:moveTo>
                  <a:lnTo>
                    <a:pt x="0" y="241"/>
                  </a:lnTo>
                  <a:lnTo>
                    <a:pt x="294" y="525"/>
                  </a:lnTo>
                  <a:lnTo>
                    <a:pt x="602" y="207"/>
                  </a:lnTo>
                  <a:lnTo>
                    <a:pt x="602" y="5"/>
                  </a:lnTo>
                  <a:lnTo>
                    <a:pt x="602" y="5"/>
                  </a:lnTo>
                  <a:lnTo>
                    <a:pt x="549" y="10"/>
                  </a:lnTo>
                  <a:cubicBezTo>
                    <a:pt x="505" y="15"/>
                    <a:pt x="457" y="19"/>
                    <a:pt x="409" y="19"/>
                  </a:cubicBezTo>
                  <a:lnTo>
                    <a:pt x="193" y="19"/>
                  </a:lnTo>
                  <a:cubicBezTo>
                    <a:pt x="144" y="19"/>
                    <a:pt x="96" y="15"/>
                    <a:pt x="53" y="10"/>
                  </a:cubicBezTo>
                  <a:lnTo>
                    <a:pt x="0" y="5"/>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1"/>
            <p:cNvSpPr/>
            <p:nvPr/>
          </p:nvSpPr>
          <p:spPr>
            <a:xfrm>
              <a:off x="7086112" y="2730075"/>
              <a:ext cx="108818" cy="54815"/>
            </a:xfrm>
            <a:custGeom>
              <a:rect b="b" l="l" r="r" t="t"/>
              <a:pathLst>
                <a:path extrusionOk="0" h="2090" w="4149">
                  <a:moveTo>
                    <a:pt x="2705" y="1"/>
                  </a:moveTo>
                  <a:lnTo>
                    <a:pt x="2257" y="468"/>
                  </a:lnTo>
                  <a:cubicBezTo>
                    <a:pt x="2209" y="511"/>
                    <a:pt x="2151" y="535"/>
                    <a:pt x="2089" y="540"/>
                  </a:cubicBezTo>
                  <a:lnTo>
                    <a:pt x="2084" y="540"/>
                  </a:lnTo>
                  <a:cubicBezTo>
                    <a:pt x="2021" y="540"/>
                    <a:pt x="1964" y="516"/>
                    <a:pt x="1916" y="472"/>
                  </a:cubicBezTo>
                  <a:lnTo>
                    <a:pt x="1439" y="6"/>
                  </a:lnTo>
                  <a:lnTo>
                    <a:pt x="544" y="357"/>
                  </a:lnTo>
                  <a:lnTo>
                    <a:pt x="535" y="362"/>
                  </a:lnTo>
                  <a:cubicBezTo>
                    <a:pt x="515" y="371"/>
                    <a:pt x="1" y="559"/>
                    <a:pt x="1" y="1223"/>
                  </a:cubicBezTo>
                  <a:lnTo>
                    <a:pt x="1" y="2089"/>
                  </a:lnTo>
                  <a:lnTo>
                    <a:pt x="4148" y="2089"/>
                  </a:lnTo>
                  <a:lnTo>
                    <a:pt x="4148" y="1228"/>
                  </a:lnTo>
                  <a:cubicBezTo>
                    <a:pt x="4148" y="564"/>
                    <a:pt x="3629" y="371"/>
                    <a:pt x="3609" y="367"/>
                  </a:cubicBezTo>
                  <a:lnTo>
                    <a:pt x="3595"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1"/>
            <p:cNvSpPr/>
            <p:nvPr/>
          </p:nvSpPr>
          <p:spPr>
            <a:xfrm>
              <a:off x="7217485" y="2538772"/>
              <a:ext cx="108818" cy="54920"/>
            </a:xfrm>
            <a:custGeom>
              <a:rect b="b" l="l" r="r" t="t"/>
              <a:pathLst>
                <a:path extrusionOk="0" h="2094" w="4149">
                  <a:moveTo>
                    <a:pt x="2705" y="0"/>
                  </a:moveTo>
                  <a:lnTo>
                    <a:pt x="2257" y="467"/>
                  </a:lnTo>
                  <a:cubicBezTo>
                    <a:pt x="2209" y="515"/>
                    <a:pt x="2151" y="539"/>
                    <a:pt x="2084" y="539"/>
                  </a:cubicBezTo>
                  <a:cubicBezTo>
                    <a:pt x="2022" y="539"/>
                    <a:pt x="1959" y="515"/>
                    <a:pt x="1916" y="472"/>
                  </a:cubicBezTo>
                  <a:lnTo>
                    <a:pt x="1439" y="10"/>
                  </a:lnTo>
                  <a:lnTo>
                    <a:pt x="544" y="361"/>
                  </a:lnTo>
                  <a:lnTo>
                    <a:pt x="535" y="366"/>
                  </a:lnTo>
                  <a:cubicBezTo>
                    <a:pt x="515" y="371"/>
                    <a:pt x="1" y="563"/>
                    <a:pt x="1" y="1222"/>
                  </a:cubicBezTo>
                  <a:lnTo>
                    <a:pt x="1" y="2093"/>
                  </a:lnTo>
                  <a:lnTo>
                    <a:pt x="4148" y="2093"/>
                  </a:lnTo>
                  <a:lnTo>
                    <a:pt x="4148" y="1227"/>
                  </a:lnTo>
                  <a:cubicBezTo>
                    <a:pt x="4148" y="568"/>
                    <a:pt x="3629" y="376"/>
                    <a:pt x="3609" y="366"/>
                  </a:cubicBezTo>
                  <a:lnTo>
                    <a:pt x="3595" y="361"/>
                  </a:lnTo>
                  <a:lnTo>
                    <a:pt x="2705"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1"/>
            <p:cNvSpPr/>
            <p:nvPr/>
          </p:nvSpPr>
          <p:spPr>
            <a:xfrm>
              <a:off x="7348597" y="2730075"/>
              <a:ext cx="108949" cy="54920"/>
            </a:xfrm>
            <a:custGeom>
              <a:rect b="b" l="l" r="r" t="t"/>
              <a:pathLst>
                <a:path extrusionOk="0" h="2094" w="4154">
                  <a:moveTo>
                    <a:pt x="2705" y="1"/>
                  </a:moveTo>
                  <a:lnTo>
                    <a:pt x="2258" y="468"/>
                  </a:lnTo>
                  <a:cubicBezTo>
                    <a:pt x="2214" y="511"/>
                    <a:pt x="2152" y="535"/>
                    <a:pt x="2089" y="540"/>
                  </a:cubicBezTo>
                  <a:lnTo>
                    <a:pt x="2084" y="540"/>
                  </a:lnTo>
                  <a:cubicBezTo>
                    <a:pt x="2022" y="540"/>
                    <a:pt x="1964" y="516"/>
                    <a:pt x="1916" y="472"/>
                  </a:cubicBezTo>
                  <a:lnTo>
                    <a:pt x="1444" y="6"/>
                  </a:lnTo>
                  <a:lnTo>
                    <a:pt x="550" y="362"/>
                  </a:lnTo>
                  <a:lnTo>
                    <a:pt x="540" y="367"/>
                  </a:lnTo>
                  <a:cubicBezTo>
                    <a:pt x="521" y="371"/>
                    <a:pt x="1" y="564"/>
                    <a:pt x="1" y="1223"/>
                  </a:cubicBezTo>
                  <a:lnTo>
                    <a:pt x="1" y="2094"/>
                  </a:lnTo>
                  <a:lnTo>
                    <a:pt x="4153" y="2094"/>
                  </a:lnTo>
                  <a:lnTo>
                    <a:pt x="4153" y="1228"/>
                  </a:lnTo>
                  <a:cubicBezTo>
                    <a:pt x="4149" y="564"/>
                    <a:pt x="3634" y="371"/>
                    <a:pt x="3610" y="367"/>
                  </a:cubicBezTo>
                  <a:lnTo>
                    <a:pt x="3600"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1"/>
            <p:cNvSpPr/>
            <p:nvPr/>
          </p:nvSpPr>
          <p:spPr>
            <a:xfrm>
              <a:off x="7239569" y="2432262"/>
              <a:ext cx="64389" cy="36614"/>
            </a:xfrm>
            <a:custGeom>
              <a:rect b="b" l="l" r="r" t="t"/>
              <a:pathLst>
                <a:path extrusionOk="0" h="1396" w="2455">
                  <a:moveTo>
                    <a:pt x="1175" y="0"/>
                  </a:moveTo>
                  <a:cubicBezTo>
                    <a:pt x="525" y="0"/>
                    <a:pt x="1" y="525"/>
                    <a:pt x="1" y="1169"/>
                  </a:cubicBezTo>
                  <a:lnTo>
                    <a:pt x="1" y="1396"/>
                  </a:lnTo>
                  <a:lnTo>
                    <a:pt x="63" y="1371"/>
                  </a:lnTo>
                  <a:lnTo>
                    <a:pt x="73" y="1371"/>
                  </a:lnTo>
                  <a:lnTo>
                    <a:pt x="82" y="1367"/>
                  </a:lnTo>
                  <a:lnTo>
                    <a:pt x="126" y="1367"/>
                  </a:lnTo>
                  <a:cubicBezTo>
                    <a:pt x="131" y="1367"/>
                    <a:pt x="1117" y="1362"/>
                    <a:pt x="1564" y="746"/>
                  </a:cubicBezTo>
                  <a:cubicBezTo>
                    <a:pt x="1603" y="691"/>
                    <a:pt x="1661" y="666"/>
                    <a:pt x="1717" y="666"/>
                  </a:cubicBezTo>
                  <a:cubicBezTo>
                    <a:pt x="1800" y="666"/>
                    <a:pt x="1881" y="721"/>
                    <a:pt x="1901" y="818"/>
                  </a:cubicBezTo>
                  <a:cubicBezTo>
                    <a:pt x="1906" y="837"/>
                    <a:pt x="2022" y="1290"/>
                    <a:pt x="2378" y="1371"/>
                  </a:cubicBezTo>
                  <a:lnTo>
                    <a:pt x="2392" y="1371"/>
                  </a:lnTo>
                  <a:lnTo>
                    <a:pt x="2455" y="1391"/>
                  </a:lnTo>
                  <a:lnTo>
                    <a:pt x="2455" y="1174"/>
                  </a:lnTo>
                  <a:cubicBezTo>
                    <a:pt x="2455" y="529"/>
                    <a:pt x="1935" y="5"/>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1"/>
            <p:cNvSpPr/>
            <p:nvPr/>
          </p:nvSpPr>
          <p:spPr>
            <a:xfrm>
              <a:off x="7108195" y="2623434"/>
              <a:ext cx="64389" cy="36509"/>
            </a:xfrm>
            <a:custGeom>
              <a:rect b="b" l="l" r="r" t="t"/>
              <a:pathLst>
                <a:path extrusionOk="0" h="1392" w="2455">
                  <a:moveTo>
                    <a:pt x="1170" y="1"/>
                  </a:moveTo>
                  <a:cubicBezTo>
                    <a:pt x="525" y="1"/>
                    <a:pt x="1" y="525"/>
                    <a:pt x="1" y="1170"/>
                  </a:cubicBezTo>
                  <a:lnTo>
                    <a:pt x="1" y="1387"/>
                  </a:lnTo>
                  <a:lnTo>
                    <a:pt x="58" y="1367"/>
                  </a:lnTo>
                  <a:lnTo>
                    <a:pt x="121" y="1367"/>
                  </a:lnTo>
                  <a:cubicBezTo>
                    <a:pt x="131" y="1367"/>
                    <a:pt x="1117" y="1363"/>
                    <a:pt x="1560" y="747"/>
                  </a:cubicBezTo>
                  <a:cubicBezTo>
                    <a:pt x="1598" y="695"/>
                    <a:pt x="1655" y="670"/>
                    <a:pt x="1711" y="670"/>
                  </a:cubicBezTo>
                  <a:cubicBezTo>
                    <a:pt x="1795" y="670"/>
                    <a:pt x="1878" y="724"/>
                    <a:pt x="1901" y="819"/>
                  </a:cubicBezTo>
                  <a:cubicBezTo>
                    <a:pt x="1906" y="838"/>
                    <a:pt x="2022" y="1290"/>
                    <a:pt x="2378" y="1372"/>
                  </a:cubicBezTo>
                  <a:lnTo>
                    <a:pt x="2392" y="1372"/>
                  </a:lnTo>
                  <a:lnTo>
                    <a:pt x="2450" y="1392"/>
                  </a:lnTo>
                  <a:lnTo>
                    <a:pt x="2450" y="1175"/>
                  </a:lnTo>
                  <a:cubicBezTo>
                    <a:pt x="2455"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1"/>
            <p:cNvSpPr/>
            <p:nvPr/>
          </p:nvSpPr>
          <p:spPr>
            <a:xfrm>
              <a:off x="7371074" y="2623434"/>
              <a:ext cx="64389" cy="36509"/>
            </a:xfrm>
            <a:custGeom>
              <a:rect b="b" l="l" r="r" t="t"/>
              <a:pathLst>
                <a:path extrusionOk="0" h="1392" w="2455">
                  <a:moveTo>
                    <a:pt x="1170" y="1"/>
                  </a:moveTo>
                  <a:cubicBezTo>
                    <a:pt x="525" y="1"/>
                    <a:pt x="0" y="525"/>
                    <a:pt x="0" y="1170"/>
                  </a:cubicBezTo>
                  <a:lnTo>
                    <a:pt x="0" y="1387"/>
                  </a:lnTo>
                  <a:lnTo>
                    <a:pt x="58" y="1367"/>
                  </a:lnTo>
                  <a:lnTo>
                    <a:pt x="121" y="1367"/>
                  </a:lnTo>
                  <a:cubicBezTo>
                    <a:pt x="130" y="1367"/>
                    <a:pt x="1117" y="1363"/>
                    <a:pt x="1559" y="747"/>
                  </a:cubicBezTo>
                  <a:cubicBezTo>
                    <a:pt x="1598" y="695"/>
                    <a:pt x="1655" y="670"/>
                    <a:pt x="1712" y="670"/>
                  </a:cubicBezTo>
                  <a:cubicBezTo>
                    <a:pt x="1797" y="670"/>
                    <a:pt x="1881" y="724"/>
                    <a:pt x="1901" y="819"/>
                  </a:cubicBezTo>
                  <a:cubicBezTo>
                    <a:pt x="1906" y="838"/>
                    <a:pt x="2021" y="1290"/>
                    <a:pt x="2377" y="1372"/>
                  </a:cubicBezTo>
                  <a:lnTo>
                    <a:pt x="2392" y="1372"/>
                  </a:lnTo>
                  <a:lnTo>
                    <a:pt x="2450" y="1392"/>
                  </a:lnTo>
                  <a:lnTo>
                    <a:pt x="2450" y="1175"/>
                  </a:lnTo>
                  <a:cubicBezTo>
                    <a:pt x="2454"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1"/>
            <p:cNvSpPr/>
            <p:nvPr/>
          </p:nvSpPr>
          <p:spPr>
            <a:xfrm>
              <a:off x="7217118" y="2539270"/>
              <a:ext cx="39525" cy="47865"/>
            </a:xfrm>
            <a:custGeom>
              <a:rect b="b" l="l" r="r" t="t"/>
              <a:pathLst>
                <a:path extrusionOk="0" h="1825" w="1507">
                  <a:moveTo>
                    <a:pt x="1444" y="0"/>
                  </a:moveTo>
                  <a:lnTo>
                    <a:pt x="549" y="352"/>
                  </a:lnTo>
                  <a:lnTo>
                    <a:pt x="539" y="357"/>
                  </a:lnTo>
                  <a:cubicBezTo>
                    <a:pt x="520" y="361"/>
                    <a:pt x="0" y="554"/>
                    <a:pt x="0" y="1213"/>
                  </a:cubicBezTo>
                  <a:lnTo>
                    <a:pt x="0" y="1824"/>
                  </a:lnTo>
                  <a:lnTo>
                    <a:pt x="226" y="1824"/>
                  </a:lnTo>
                  <a:lnTo>
                    <a:pt x="226" y="1213"/>
                  </a:lnTo>
                  <a:cubicBezTo>
                    <a:pt x="226" y="554"/>
                    <a:pt x="741" y="361"/>
                    <a:pt x="760" y="352"/>
                  </a:cubicBezTo>
                  <a:lnTo>
                    <a:pt x="770" y="347"/>
                  </a:lnTo>
                  <a:lnTo>
                    <a:pt x="1506"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1"/>
            <p:cNvSpPr/>
            <p:nvPr/>
          </p:nvSpPr>
          <p:spPr>
            <a:xfrm>
              <a:off x="7348597" y="2730469"/>
              <a:ext cx="39551" cy="47839"/>
            </a:xfrm>
            <a:custGeom>
              <a:rect b="b" l="l" r="r" t="t"/>
              <a:pathLst>
                <a:path extrusionOk="0" h="1824" w="1508">
                  <a:moveTo>
                    <a:pt x="1444" y="0"/>
                  </a:moveTo>
                  <a:lnTo>
                    <a:pt x="550" y="347"/>
                  </a:lnTo>
                  <a:lnTo>
                    <a:pt x="540" y="352"/>
                  </a:lnTo>
                  <a:cubicBezTo>
                    <a:pt x="521" y="356"/>
                    <a:pt x="1" y="549"/>
                    <a:pt x="1" y="1208"/>
                  </a:cubicBezTo>
                  <a:lnTo>
                    <a:pt x="1" y="1824"/>
                  </a:lnTo>
                  <a:lnTo>
                    <a:pt x="227" y="1824"/>
                  </a:lnTo>
                  <a:lnTo>
                    <a:pt x="227" y="1213"/>
                  </a:lnTo>
                  <a:cubicBezTo>
                    <a:pt x="222" y="549"/>
                    <a:pt x="742" y="356"/>
                    <a:pt x="761" y="352"/>
                  </a:cubicBezTo>
                  <a:lnTo>
                    <a:pt x="771" y="347"/>
                  </a:lnTo>
                  <a:lnTo>
                    <a:pt x="1507"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1"/>
            <p:cNvSpPr/>
            <p:nvPr/>
          </p:nvSpPr>
          <p:spPr>
            <a:xfrm>
              <a:off x="7247909" y="2463814"/>
              <a:ext cx="37873" cy="52507"/>
            </a:xfrm>
            <a:custGeom>
              <a:rect b="b" l="l" r="r" t="t"/>
              <a:pathLst>
                <a:path extrusionOk="0" h="2002" w="1444">
                  <a:moveTo>
                    <a:pt x="1338" y="0"/>
                  </a:moveTo>
                  <a:lnTo>
                    <a:pt x="1295" y="39"/>
                  </a:lnTo>
                  <a:cubicBezTo>
                    <a:pt x="881" y="385"/>
                    <a:pt x="332" y="491"/>
                    <a:pt x="44" y="520"/>
                  </a:cubicBezTo>
                  <a:lnTo>
                    <a:pt x="0" y="525"/>
                  </a:lnTo>
                  <a:lnTo>
                    <a:pt x="0" y="1193"/>
                  </a:lnTo>
                  <a:cubicBezTo>
                    <a:pt x="0" y="1636"/>
                    <a:pt x="361" y="1997"/>
                    <a:pt x="809" y="2002"/>
                  </a:cubicBezTo>
                  <a:lnTo>
                    <a:pt x="1078" y="2002"/>
                  </a:lnTo>
                  <a:cubicBezTo>
                    <a:pt x="650" y="1973"/>
                    <a:pt x="318" y="1622"/>
                    <a:pt x="318" y="1198"/>
                  </a:cubicBezTo>
                  <a:lnTo>
                    <a:pt x="318" y="529"/>
                  </a:lnTo>
                  <a:lnTo>
                    <a:pt x="361" y="525"/>
                  </a:lnTo>
                  <a:cubicBezTo>
                    <a:pt x="611" y="496"/>
                    <a:pt x="1054" y="414"/>
                    <a:pt x="1444" y="164"/>
                  </a:cubicBezTo>
                  <a:cubicBezTo>
                    <a:pt x="1415" y="125"/>
                    <a:pt x="1391" y="87"/>
                    <a:pt x="1367" y="48"/>
                  </a:cubicBezTo>
                  <a:lnTo>
                    <a:pt x="133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1"/>
            <p:cNvSpPr/>
            <p:nvPr/>
          </p:nvSpPr>
          <p:spPr>
            <a:xfrm>
              <a:off x="7239569" y="2432262"/>
              <a:ext cx="35119" cy="36482"/>
            </a:xfrm>
            <a:custGeom>
              <a:rect b="b" l="l" r="r" t="t"/>
              <a:pathLst>
                <a:path extrusionOk="0" h="1391" w="1339">
                  <a:moveTo>
                    <a:pt x="1170" y="0"/>
                  </a:moveTo>
                  <a:cubicBezTo>
                    <a:pt x="525" y="0"/>
                    <a:pt x="1" y="525"/>
                    <a:pt x="1" y="1174"/>
                  </a:cubicBezTo>
                  <a:lnTo>
                    <a:pt x="1" y="1391"/>
                  </a:lnTo>
                  <a:lnTo>
                    <a:pt x="58" y="1371"/>
                  </a:lnTo>
                  <a:lnTo>
                    <a:pt x="121" y="1371"/>
                  </a:lnTo>
                  <a:cubicBezTo>
                    <a:pt x="121" y="1371"/>
                    <a:pt x="159" y="1371"/>
                    <a:pt x="217" y="1367"/>
                  </a:cubicBezTo>
                  <a:lnTo>
                    <a:pt x="217" y="1184"/>
                  </a:lnTo>
                  <a:lnTo>
                    <a:pt x="227" y="1169"/>
                  </a:lnTo>
                  <a:cubicBezTo>
                    <a:pt x="227" y="549"/>
                    <a:pt x="713" y="34"/>
                    <a:pt x="133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1"/>
            <p:cNvSpPr/>
            <p:nvPr/>
          </p:nvSpPr>
          <p:spPr>
            <a:xfrm>
              <a:off x="7116536" y="2654986"/>
              <a:ext cx="37741" cy="52403"/>
            </a:xfrm>
            <a:custGeom>
              <a:rect b="b" l="l" r="r" t="t"/>
              <a:pathLst>
                <a:path extrusionOk="0" h="1998" w="1439">
                  <a:moveTo>
                    <a:pt x="1338" y="1"/>
                  </a:moveTo>
                  <a:lnTo>
                    <a:pt x="1295" y="35"/>
                  </a:lnTo>
                  <a:cubicBezTo>
                    <a:pt x="876" y="386"/>
                    <a:pt x="332" y="487"/>
                    <a:pt x="43" y="516"/>
                  </a:cubicBezTo>
                  <a:lnTo>
                    <a:pt x="0" y="521"/>
                  </a:lnTo>
                  <a:lnTo>
                    <a:pt x="0" y="1189"/>
                  </a:lnTo>
                  <a:cubicBezTo>
                    <a:pt x="0" y="1637"/>
                    <a:pt x="361" y="1998"/>
                    <a:pt x="809"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1"/>
            <p:cNvSpPr/>
            <p:nvPr/>
          </p:nvSpPr>
          <p:spPr>
            <a:xfrm>
              <a:off x="7108064" y="2623434"/>
              <a:ext cx="35250" cy="36378"/>
            </a:xfrm>
            <a:custGeom>
              <a:rect b="b" l="l" r="r" t="t"/>
              <a:pathLst>
                <a:path extrusionOk="0" h="1387" w="1344">
                  <a:moveTo>
                    <a:pt x="1175" y="1"/>
                  </a:moveTo>
                  <a:cubicBezTo>
                    <a:pt x="525" y="1"/>
                    <a:pt x="6" y="525"/>
                    <a:pt x="1" y="1170"/>
                  </a:cubicBezTo>
                  <a:lnTo>
                    <a:pt x="1" y="1387"/>
                  </a:lnTo>
                  <a:lnTo>
                    <a:pt x="63" y="1367"/>
                  </a:lnTo>
                  <a:lnTo>
                    <a:pt x="126" y="1367"/>
                  </a:lnTo>
                  <a:cubicBezTo>
                    <a:pt x="126" y="1367"/>
                    <a:pt x="164" y="1367"/>
                    <a:pt x="222" y="1363"/>
                  </a:cubicBezTo>
                  <a:lnTo>
                    <a:pt x="222" y="1185"/>
                  </a:lnTo>
                  <a:lnTo>
                    <a:pt x="227" y="1170"/>
                  </a:lnTo>
                  <a:cubicBezTo>
                    <a:pt x="227" y="545"/>
                    <a:pt x="718" y="30"/>
                    <a:pt x="134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1"/>
            <p:cNvSpPr/>
            <p:nvPr/>
          </p:nvSpPr>
          <p:spPr>
            <a:xfrm>
              <a:off x="7379414" y="2654986"/>
              <a:ext cx="37741" cy="52403"/>
            </a:xfrm>
            <a:custGeom>
              <a:rect b="b" l="l" r="r" t="t"/>
              <a:pathLst>
                <a:path extrusionOk="0" h="1998" w="1439">
                  <a:moveTo>
                    <a:pt x="1338" y="1"/>
                  </a:moveTo>
                  <a:lnTo>
                    <a:pt x="1294" y="35"/>
                  </a:lnTo>
                  <a:cubicBezTo>
                    <a:pt x="876" y="386"/>
                    <a:pt x="332" y="487"/>
                    <a:pt x="43" y="516"/>
                  </a:cubicBezTo>
                  <a:lnTo>
                    <a:pt x="0" y="521"/>
                  </a:lnTo>
                  <a:lnTo>
                    <a:pt x="0" y="1189"/>
                  </a:lnTo>
                  <a:cubicBezTo>
                    <a:pt x="0" y="1637"/>
                    <a:pt x="361" y="1998"/>
                    <a:pt x="808"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1"/>
            <p:cNvSpPr/>
            <p:nvPr/>
          </p:nvSpPr>
          <p:spPr>
            <a:xfrm>
              <a:off x="7371074" y="2623434"/>
              <a:ext cx="35119" cy="36378"/>
            </a:xfrm>
            <a:custGeom>
              <a:rect b="b" l="l" r="r" t="t"/>
              <a:pathLst>
                <a:path extrusionOk="0" h="1387" w="1339">
                  <a:moveTo>
                    <a:pt x="1170" y="1"/>
                  </a:moveTo>
                  <a:cubicBezTo>
                    <a:pt x="525" y="1"/>
                    <a:pt x="0" y="525"/>
                    <a:pt x="0" y="1170"/>
                  </a:cubicBezTo>
                  <a:lnTo>
                    <a:pt x="0" y="1387"/>
                  </a:lnTo>
                  <a:lnTo>
                    <a:pt x="58" y="1367"/>
                  </a:lnTo>
                  <a:lnTo>
                    <a:pt x="121" y="1367"/>
                  </a:lnTo>
                  <a:cubicBezTo>
                    <a:pt x="121" y="1367"/>
                    <a:pt x="159" y="1367"/>
                    <a:pt x="222" y="1363"/>
                  </a:cubicBezTo>
                  <a:lnTo>
                    <a:pt x="222" y="1185"/>
                  </a:lnTo>
                  <a:lnTo>
                    <a:pt x="222" y="1170"/>
                  </a:lnTo>
                  <a:cubicBezTo>
                    <a:pt x="222" y="545"/>
                    <a:pt x="713" y="30"/>
                    <a:pt x="133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1"/>
            <p:cNvSpPr/>
            <p:nvPr/>
          </p:nvSpPr>
          <p:spPr>
            <a:xfrm>
              <a:off x="7203427" y="2614071"/>
              <a:ext cx="127675" cy="107402"/>
            </a:xfrm>
            <a:custGeom>
              <a:rect b="b" l="l" r="r" t="t"/>
              <a:pathLst>
                <a:path extrusionOk="0" h="4095" w="4868">
                  <a:moveTo>
                    <a:pt x="2478" y="1"/>
                  </a:moveTo>
                  <a:cubicBezTo>
                    <a:pt x="2367" y="1"/>
                    <a:pt x="2257" y="72"/>
                    <a:pt x="2240" y="214"/>
                  </a:cubicBezTo>
                  <a:lnTo>
                    <a:pt x="2240" y="2490"/>
                  </a:lnTo>
                  <a:lnTo>
                    <a:pt x="267" y="3630"/>
                  </a:lnTo>
                  <a:cubicBezTo>
                    <a:pt x="1" y="3749"/>
                    <a:pt x="142" y="4095"/>
                    <a:pt x="361" y="4095"/>
                  </a:cubicBezTo>
                  <a:cubicBezTo>
                    <a:pt x="408" y="4095"/>
                    <a:pt x="458" y="4080"/>
                    <a:pt x="508" y="4044"/>
                  </a:cubicBezTo>
                  <a:lnTo>
                    <a:pt x="2476" y="2903"/>
                  </a:lnTo>
                  <a:lnTo>
                    <a:pt x="4449" y="4044"/>
                  </a:lnTo>
                  <a:cubicBezTo>
                    <a:pt x="4491" y="4074"/>
                    <a:pt x="4541" y="4089"/>
                    <a:pt x="4590" y="4089"/>
                  </a:cubicBezTo>
                  <a:cubicBezTo>
                    <a:pt x="4673" y="4089"/>
                    <a:pt x="4754" y="4047"/>
                    <a:pt x="4800" y="3972"/>
                  </a:cubicBezTo>
                  <a:cubicBezTo>
                    <a:pt x="4867" y="3846"/>
                    <a:pt x="4819" y="3688"/>
                    <a:pt x="4689" y="3630"/>
                  </a:cubicBezTo>
                  <a:lnTo>
                    <a:pt x="2716" y="2490"/>
                  </a:lnTo>
                  <a:lnTo>
                    <a:pt x="2716" y="214"/>
                  </a:lnTo>
                  <a:cubicBezTo>
                    <a:pt x="2699" y="72"/>
                    <a:pt x="2589"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1"/>
            <p:cNvSpPr/>
            <p:nvPr/>
          </p:nvSpPr>
          <p:spPr>
            <a:xfrm>
              <a:off x="7204870" y="2420906"/>
              <a:ext cx="134049" cy="178714"/>
            </a:xfrm>
            <a:custGeom>
              <a:rect b="b" l="l" r="r" t="t"/>
              <a:pathLst>
                <a:path extrusionOk="0" h="6814" w="5111">
                  <a:moveTo>
                    <a:pt x="2618" y="476"/>
                  </a:moveTo>
                  <a:cubicBezTo>
                    <a:pt x="3244" y="476"/>
                    <a:pt x="3744" y="982"/>
                    <a:pt x="3744" y="1602"/>
                  </a:cubicBezTo>
                  <a:lnTo>
                    <a:pt x="3744" y="1752"/>
                  </a:lnTo>
                  <a:lnTo>
                    <a:pt x="3725" y="1752"/>
                  </a:lnTo>
                  <a:cubicBezTo>
                    <a:pt x="3397" y="1675"/>
                    <a:pt x="3287" y="1232"/>
                    <a:pt x="3287" y="1232"/>
                  </a:cubicBezTo>
                  <a:cubicBezTo>
                    <a:pt x="3258" y="1115"/>
                    <a:pt x="3156" y="1048"/>
                    <a:pt x="3052" y="1048"/>
                  </a:cubicBezTo>
                  <a:cubicBezTo>
                    <a:pt x="2981" y="1048"/>
                    <a:pt x="2909" y="1079"/>
                    <a:pt x="2859" y="1145"/>
                  </a:cubicBezTo>
                  <a:cubicBezTo>
                    <a:pt x="2430" y="1737"/>
                    <a:pt x="1473" y="1747"/>
                    <a:pt x="1458" y="1747"/>
                  </a:cubicBezTo>
                  <a:lnTo>
                    <a:pt x="1381" y="1747"/>
                  </a:lnTo>
                  <a:lnTo>
                    <a:pt x="1381" y="1598"/>
                  </a:lnTo>
                  <a:cubicBezTo>
                    <a:pt x="1386" y="977"/>
                    <a:pt x="1891" y="481"/>
                    <a:pt x="2507" y="476"/>
                  </a:cubicBezTo>
                  <a:close/>
                  <a:moveTo>
                    <a:pt x="3912" y="2406"/>
                  </a:moveTo>
                  <a:lnTo>
                    <a:pt x="3936" y="2411"/>
                  </a:lnTo>
                  <a:cubicBezTo>
                    <a:pt x="4018" y="2497"/>
                    <a:pt x="4004" y="2632"/>
                    <a:pt x="3912" y="2699"/>
                  </a:cubicBezTo>
                  <a:lnTo>
                    <a:pt x="3912" y="2406"/>
                  </a:lnTo>
                  <a:close/>
                  <a:moveTo>
                    <a:pt x="1218" y="2406"/>
                  </a:moveTo>
                  <a:lnTo>
                    <a:pt x="1218" y="2704"/>
                  </a:lnTo>
                  <a:cubicBezTo>
                    <a:pt x="1165" y="2671"/>
                    <a:pt x="1131" y="2608"/>
                    <a:pt x="1131" y="2546"/>
                  </a:cubicBezTo>
                  <a:lnTo>
                    <a:pt x="1131" y="2541"/>
                  </a:lnTo>
                  <a:cubicBezTo>
                    <a:pt x="1131" y="2493"/>
                    <a:pt x="1150" y="2449"/>
                    <a:pt x="1179" y="2416"/>
                  </a:cubicBezTo>
                  <a:cubicBezTo>
                    <a:pt x="1194" y="2411"/>
                    <a:pt x="1208" y="2406"/>
                    <a:pt x="1218" y="2406"/>
                  </a:cubicBezTo>
                  <a:close/>
                  <a:moveTo>
                    <a:pt x="2974" y="1708"/>
                  </a:moveTo>
                  <a:cubicBezTo>
                    <a:pt x="3080" y="1896"/>
                    <a:pt x="3239" y="2050"/>
                    <a:pt x="3431" y="2146"/>
                  </a:cubicBezTo>
                  <a:lnTo>
                    <a:pt x="3431" y="2829"/>
                  </a:lnTo>
                  <a:cubicBezTo>
                    <a:pt x="3431" y="3248"/>
                    <a:pt x="3094" y="3590"/>
                    <a:pt x="2676" y="3590"/>
                  </a:cubicBezTo>
                  <a:lnTo>
                    <a:pt x="2459" y="3590"/>
                  </a:lnTo>
                  <a:cubicBezTo>
                    <a:pt x="2041" y="3590"/>
                    <a:pt x="1699" y="3248"/>
                    <a:pt x="1699" y="2829"/>
                  </a:cubicBezTo>
                  <a:lnTo>
                    <a:pt x="1699" y="2204"/>
                  </a:lnTo>
                  <a:cubicBezTo>
                    <a:pt x="2007" y="2170"/>
                    <a:pt x="2555" y="2060"/>
                    <a:pt x="2974" y="1708"/>
                  </a:cubicBezTo>
                  <a:close/>
                  <a:moveTo>
                    <a:pt x="2820" y="4056"/>
                  </a:moveTo>
                  <a:lnTo>
                    <a:pt x="2820" y="4186"/>
                  </a:lnTo>
                  <a:lnTo>
                    <a:pt x="2560" y="4461"/>
                  </a:lnTo>
                  <a:lnTo>
                    <a:pt x="2310" y="4220"/>
                  </a:lnTo>
                  <a:lnTo>
                    <a:pt x="2310" y="4056"/>
                  </a:lnTo>
                  <a:cubicBezTo>
                    <a:pt x="2358" y="4061"/>
                    <a:pt x="2406" y="4066"/>
                    <a:pt x="2459" y="4066"/>
                  </a:cubicBezTo>
                  <a:lnTo>
                    <a:pt x="2676" y="4066"/>
                  </a:lnTo>
                  <a:cubicBezTo>
                    <a:pt x="2724" y="4066"/>
                    <a:pt x="2772" y="4061"/>
                    <a:pt x="2820" y="4056"/>
                  </a:cubicBezTo>
                  <a:close/>
                  <a:moveTo>
                    <a:pt x="2507" y="0"/>
                  </a:moveTo>
                  <a:cubicBezTo>
                    <a:pt x="1622" y="0"/>
                    <a:pt x="905" y="717"/>
                    <a:pt x="905" y="1602"/>
                  </a:cubicBezTo>
                  <a:lnTo>
                    <a:pt x="905" y="2021"/>
                  </a:lnTo>
                  <a:cubicBezTo>
                    <a:pt x="429" y="2406"/>
                    <a:pt x="669" y="3176"/>
                    <a:pt x="1280" y="3214"/>
                  </a:cubicBezTo>
                  <a:cubicBezTo>
                    <a:pt x="1377" y="3503"/>
                    <a:pt x="1574" y="3748"/>
                    <a:pt x="1834" y="3898"/>
                  </a:cubicBezTo>
                  <a:lnTo>
                    <a:pt x="1834" y="4032"/>
                  </a:lnTo>
                  <a:lnTo>
                    <a:pt x="857" y="4412"/>
                  </a:lnTo>
                  <a:cubicBezTo>
                    <a:pt x="765" y="4446"/>
                    <a:pt x="0" y="4749"/>
                    <a:pt x="0" y="5721"/>
                  </a:cubicBezTo>
                  <a:lnTo>
                    <a:pt x="0" y="6573"/>
                  </a:lnTo>
                  <a:cubicBezTo>
                    <a:pt x="0" y="6708"/>
                    <a:pt x="111" y="6814"/>
                    <a:pt x="241" y="6814"/>
                  </a:cubicBezTo>
                  <a:lnTo>
                    <a:pt x="852" y="6814"/>
                  </a:lnTo>
                  <a:cubicBezTo>
                    <a:pt x="1131" y="6780"/>
                    <a:pt x="1131" y="6371"/>
                    <a:pt x="852" y="6337"/>
                  </a:cubicBezTo>
                  <a:lnTo>
                    <a:pt x="482" y="6337"/>
                  </a:lnTo>
                  <a:lnTo>
                    <a:pt x="482" y="5721"/>
                  </a:lnTo>
                  <a:cubicBezTo>
                    <a:pt x="482" y="5062"/>
                    <a:pt x="996" y="4870"/>
                    <a:pt x="1020" y="4865"/>
                  </a:cubicBezTo>
                  <a:lnTo>
                    <a:pt x="1030" y="4860"/>
                  </a:lnTo>
                  <a:lnTo>
                    <a:pt x="1925" y="4509"/>
                  </a:lnTo>
                  <a:lnTo>
                    <a:pt x="2401" y="4971"/>
                  </a:lnTo>
                  <a:cubicBezTo>
                    <a:pt x="2445" y="5014"/>
                    <a:pt x="2503" y="5038"/>
                    <a:pt x="2565" y="5038"/>
                  </a:cubicBezTo>
                  <a:lnTo>
                    <a:pt x="2570" y="5038"/>
                  </a:lnTo>
                  <a:cubicBezTo>
                    <a:pt x="2632" y="5038"/>
                    <a:pt x="2695" y="5014"/>
                    <a:pt x="2738" y="4966"/>
                  </a:cubicBezTo>
                  <a:lnTo>
                    <a:pt x="3186" y="4499"/>
                  </a:lnTo>
                  <a:lnTo>
                    <a:pt x="4081" y="4860"/>
                  </a:lnTo>
                  <a:lnTo>
                    <a:pt x="4090" y="4865"/>
                  </a:lnTo>
                  <a:cubicBezTo>
                    <a:pt x="4114" y="4874"/>
                    <a:pt x="4629" y="5067"/>
                    <a:pt x="4629" y="5726"/>
                  </a:cubicBezTo>
                  <a:lnTo>
                    <a:pt x="4629" y="6337"/>
                  </a:lnTo>
                  <a:lnTo>
                    <a:pt x="1612" y="6337"/>
                  </a:lnTo>
                  <a:cubicBezTo>
                    <a:pt x="1328" y="6371"/>
                    <a:pt x="1328" y="6780"/>
                    <a:pt x="1612" y="6814"/>
                  </a:cubicBezTo>
                  <a:lnTo>
                    <a:pt x="4870" y="6814"/>
                  </a:lnTo>
                  <a:cubicBezTo>
                    <a:pt x="5005" y="6814"/>
                    <a:pt x="5110" y="6708"/>
                    <a:pt x="5110" y="6573"/>
                  </a:cubicBezTo>
                  <a:lnTo>
                    <a:pt x="5110" y="5721"/>
                  </a:lnTo>
                  <a:cubicBezTo>
                    <a:pt x="5106" y="4754"/>
                    <a:pt x="4345" y="4446"/>
                    <a:pt x="4249" y="4412"/>
                  </a:cubicBezTo>
                  <a:lnTo>
                    <a:pt x="3301" y="4032"/>
                  </a:lnTo>
                  <a:lnTo>
                    <a:pt x="3301" y="3898"/>
                  </a:lnTo>
                  <a:cubicBezTo>
                    <a:pt x="3561" y="3744"/>
                    <a:pt x="3754" y="3503"/>
                    <a:pt x="3850" y="3214"/>
                  </a:cubicBezTo>
                  <a:cubicBezTo>
                    <a:pt x="4456" y="3166"/>
                    <a:pt x="4692" y="2406"/>
                    <a:pt x="4220" y="2021"/>
                  </a:cubicBezTo>
                  <a:lnTo>
                    <a:pt x="4220" y="1602"/>
                  </a:lnTo>
                  <a:cubicBezTo>
                    <a:pt x="4220" y="717"/>
                    <a:pt x="3503" y="0"/>
                    <a:pt x="2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1"/>
            <p:cNvSpPr/>
            <p:nvPr/>
          </p:nvSpPr>
          <p:spPr>
            <a:xfrm>
              <a:off x="7336112" y="2612209"/>
              <a:ext cx="133918" cy="178793"/>
            </a:xfrm>
            <a:custGeom>
              <a:rect b="b" l="l" r="r" t="t"/>
              <a:pathLst>
                <a:path extrusionOk="0" h="6817" w="5106">
                  <a:moveTo>
                    <a:pt x="2618" y="477"/>
                  </a:moveTo>
                  <a:cubicBezTo>
                    <a:pt x="3239" y="477"/>
                    <a:pt x="3739" y="977"/>
                    <a:pt x="3739" y="1598"/>
                  </a:cubicBezTo>
                  <a:lnTo>
                    <a:pt x="3739" y="1752"/>
                  </a:lnTo>
                  <a:lnTo>
                    <a:pt x="3730" y="1747"/>
                  </a:lnTo>
                  <a:lnTo>
                    <a:pt x="3725" y="1747"/>
                  </a:lnTo>
                  <a:cubicBezTo>
                    <a:pt x="3393" y="1670"/>
                    <a:pt x="3282" y="1232"/>
                    <a:pt x="3282" y="1228"/>
                  </a:cubicBezTo>
                  <a:cubicBezTo>
                    <a:pt x="3254" y="1110"/>
                    <a:pt x="3152" y="1044"/>
                    <a:pt x="3049" y="1044"/>
                  </a:cubicBezTo>
                  <a:cubicBezTo>
                    <a:pt x="2978" y="1044"/>
                    <a:pt x="2908" y="1075"/>
                    <a:pt x="2859" y="1141"/>
                  </a:cubicBezTo>
                  <a:cubicBezTo>
                    <a:pt x="2426" y="1733"/>
                    <a:pt x="1468" y="1743"/>
                    <a:pt x="1459" y="1743"/>
                  </a:cubicBezTo>
                  <a:lnTo>
                    <a:pt x="1382" y="1743"/>
                  </a:lnTo>
                  <a:lnTo>
                    <a:pt x="1382" y="1593"/>
                  </a:lnTo>
                  <a:cubicBezTo>
                    <a:pt x="1386" y="977"/>
                    <a:pt x="1887" y="477"/>
                    <a:pt x="2503" y="477"/>
                  </a:cubicBezTo>
                  <a:close/>
                  <a:moveTo>
                    <a:pt x="3908" y="2402"/>
                  </a:moveTo>
                  <a:lnTo>
                    <a:pt x="3937" y="2407"/>
                  </a:lnTo>
                  <a:cubicBezTo>
                    <a:pt x="4018" y="2493"/>
                    <a:pt x="4004" y="2633"/>
                    <a:pt x="3908" y="2700"/>
                  </a:cubicBezTo>
                  <a:lnTo>
                    <a:pt x="3908" y="2402"/>
                  </a:lnTo>
                  <a:close/>
                  <a:moveTo>
                    <a:pt x="1218" y="2402"/>
                  </a:moveTo>
                  <a:lnTo>
                    <a:pt x="1218" y="2705"/>
                  </a:lnTo>
                  <a:cubicBezTo>
                    <a:pt x="1165" y="2666"/>
                    <a:pt x="1131" y="2609"/>
                    <a:pt x="1131" y="2541"/>
                  </a:cubicBezTo>
                  <a:cubicBezTo>
                    <a:pt x="1131" y="2493"/>
                    <a:pt x="1146" y="2450"/>
                    <a:pt x="1179" y="2411"/>
                  </a:cubicBezTo>
                  <a:cubicBezTo>
                    <a:pt x="1194" y="2411"/>
                    <a:pt x="1204" y="2407"/>
                    <a:pt x="1218" y="2402"/>
                  </a:cubicBezTo>
                  <a:close/>
                  <a:moveTo>
                    <a:pt x="2974" y="1709"/>
                  </a:moveTo>
                  <a:cubicBezTo>
                    <a:pt x="3080" y="1896"/>
                    <a:pt x="3239" y="2050"/>
                    <a:pt x="3431" y="2147"/>
                  </a:cubicBezTo>
                  <a:lnTo>
                    <a:pt x="3431" y="2835"/>
                  </a:lnTo>
                  <a:cubicBezTo>
                    <a:pt x="3431" y="3253"/>
                    <a:pt x="3090" y="3590"/>
                    <a:pt x="2671" y="3590"/>
                  </a:cubicBezTo>
                  <a:lnTo>
                    <a:pt x="2455" y="3590"/>
                  </a:lnTo>
                  <a:cubicBezTo>
                    <a:pt x="2036" y="3590"/>
                    <a:pt x="1694" y="3253"/>
                    <a:pt x="1694" y="2835"/>
                  </a:cubicBezTo>
                  <a:lnTo>
                    <a:pt x="1694" y="2204"/>
                  </a:lnTo>
                  <a:lnTo>
                    <a:pt x="1694" y="2200"/>
                  </a:lnTo>
                  <a:cubicBezTo>
                    <a:pt x="2007" y="2166"/>
                    <a:pt x="2551" y="2060"/>
                    <a:pt x="2974" y="1709"/>
                  </a:cubicBezTo>
                  <a:close/>
                  <a:moveTo>
                    <a:pt x="2820" y="4057"/>
                  </a:moveTo>
                  <a:lnTo>
                    <a:pt x="2820" y="4187"/>
                  </a:lnTo>
                  <a:lnTo>
                    <a:pt x="2556" y="4456"/>
                  </a:lnTo>
                  <a:lnTo>
                    <a:pt x="2310" y="4216"/>
                  </a:lnTo>
                  <a:lnTo>
                    <a:pt x="2310" y="4057"/>
                  </a:lnTo>
                  <a:cubicBezTo>
                    <a:pt x="2358" y="4062"/>
                    <a:pt x="2406" y="4067"/>
                    <a:pt x="2455" y="4067"/>
                  </a:cubicBezTo>
                  <a:lnTo>
                    <a:pt x="2671" y="4067"/>
                  </a:lnTo>
                  <a:cubicBezTo>
                    <a:pt x="2719" y="4067"/>
                    <a:pt x="2772" y="4062"/>
                    <a:pt x="2820" y="4057"/>
                  </a:cubicBezTo>
                  <a:close/>
                  <a:moveTo>
                    <a:pt x="2503" y="1"/>
                  </a:moveTo>
                  <a:cubicBezTo>
                    <a:pt x="1622" y="1"/>
                    <a:pt x="905" y="718"/>
                    <a:pt x="905" y="1603"/>
                  </a:cubicBezTo>
                  <a:lnTo>
                    <a:pt x="905" y="2022"/>
                  </a:lnTo>
                  <a:cubicBezTo>
                    <a:pt x="429" y="2407"/>
                    <a:pt x="669" y="3172"/>
                    <a:pt x="1281" y="3215"/>
                  </a:cubicBezTo>
                  <a:cubicBezTo>
                    <a:pt x="1377" y="3504"/>
                    <a:pt x="1574" y="3744"/>
                    <a:pt x="1834" y="3898"/>
                  </a:cubicBezTo>
                  <a:lnTo>
                    <a:pt x="1834" y="4028"/>
                  </a:lnTo>
                  <a:lnTo>
                    <a:pt x="857" y="4413"/>
                  </a:lnTo>
                  <a:cubicBezTo>
                    <a:pt x="766" y="4447"/>
                    <a:pt x="1" y="4750"/>
                    <a:pt x="1" y="5722"/>
                  </a:cubicBezTo>
                  <a:lnTo>
                    <a:pt x="1" y="6573"/>
                  </a:lnTo>
                  <a:cubicBezTo>
                    <a:pt x="1" y="6708"/>
                    <a:pt x="111" y="6814"/>
                    <a:pt x="241" y="6814"/>
                  </a:cubicBezTo>
                  <a:lnTo>
                    <a:pt x="847" y="6814"/>
                  </a:lnTo>
                  <a:cubicBezTo>
                    <a:pt x="858" y="6815"/>
                    <a:pt x="868" y="6816"/>
                    <a:pt x="878" y="6816"/>
                  </a:cubicBezTo>
                  <a:cubicBezTo>
                    <a:pt x="1005" y="6816"/>
                    <a:pt x="1117" y="6707"/>
                    <a:pt x="1117" y="6573"/>
                  </a:cubicBezTo>
                  <a:cubicBezTo>
                    <a:pt x="1117" y="6440"/>
                    <a:pt x="1006" y="6336"/>
                    <a:pt x="879" y="6336"/>
                  </a:cubicBezTo>
                  <a:cubicBezTo>
                    <a:pt x="869" y="6336"/>
                    <a:pt x="858" y="6336"/>
                    <a:pt x="847" y="6338"/>
                  </a:cubicBezTo>
                  <a:lnTo>
                    <a:pt x="477" y="6338"/>
                  </a:lnTo>
                  <a:lnTo>
                    <a:pt x="477" y="5722"/>
                  </a:lnTo>
                  <a:cubicBezTo>
                    <a:pt x="477" y="5058"/>
                    <a:pt x="992" y="4865"/>
                    <a:pt x="1016" y="4861"/>
                  </a:cubicBezTo>
                  <a:lnTo>
                    <a:pt x="1026" y="4856"/>
                  </a:lnTo>
                  <a:lnTo>
                    <a:pt x="1920" y="4504"/>
                  </a:lnTo>
                  <a:lnTo>
                    <a:pt x="2397" y="4966"/>
                  </a:lnTo>
                  <a:cubicBezTo>
                    <a:pt x="2440" y="5010"/>
                    <a:pt x="2498" y="5034"/>
                    <a:pt x="2560" y="5039"/>
                  </a:cubicBezTo>
                  <a:lnTo>
                    <a:pt x="2565" y="5039"/>
                  </a:lnTo>
                  <a:cubicBezTo>
                    <a:pt x="2628" y="5034"/>
                    <a:pt x="2690" y="5010"/>
                    <a:pt x="2734" y="4962"/>
                  </a:cubicBezTo>
                  <a:lnTo>
                    <a:pt x="3181" y="4500"/>
                  </a:lnTo>
                  <a:lnTo>
                    <a:pt x="4076" y="4861"/>
                  </a:lnTo>
                  <a:lnTo>
                    <a:pt x="4086" y="4861"/>
                  </a:lnTo>
                  <a:cubicBezTo>
                    <a:pt x="4110" y="4870"/>
                    <a:pt x="4625" y="5063"/>
                    <a:pt x="4625" y="5722"/>
                  </a:cubicBezTo>
                  <a:lnTo>
                    <a:pt x="4625" y="6333"/>
                  </a:lnTo>
                  <a:lnTo>
                    <a:pt x="1608" y="6333"/>
                  </a:lnTo>
                  <a:cubicBezTo>
                    <a:pt x="1324" y="6371"/>
                    <a:pt x="1324" y="6776"/>
                    <a:pt x="1608" y="6814"/>
                  </a:cubicBezTo>
                  <a:lnTo>
                    <a:pt x="4865" y="6814"/>
                  </a:lnTo>
                  <a:cubicBezTo>
                    <a:pt x="5000" y="6814"/>
                    <a:pt x="5106" y="6703"/>
                    <a:pt x="5106" y="6573"/>
                  </a:cubicBezTo>
                  <a:lnTo>
                    <a:pt x="5106" y="5722"/>
                  </a:lnTo>
                  <a:cubicBezTo>
                    <a:pt x="5101" y="4755"/>
                    <a:pt x="4346" y="4447"/>
                    <a:pt x="4249" y="4413"/>
                  </a:cubicBezTo>
                  <a:lnTo>
                    <a:pt x="3297" y="4033"/>
                  </a:lnTo>
                  <a:lnTo>
                    <a:pt x="3297" y="3898"/>
                  </a:lnTo>
                  <a:cubicBezTo>
                    <a:pt x="3556" y="3744"/>
                    <a:pt x="3754" y="3499"/>
                    <a:pt x="3850" y="3215"/>
                  </a:cubicBezTo>
                  <a:cubicBezTo>
                    <a:pt x="4451" y="3162"/>
                    <a:pt x="4687" y="2407"/>
                    <a:pt x="4221" y="2022"/>
                  </a:cubicBezTo>
                  <a:lnTo>
                    <a:pt x="4221" y="1603"/>
                  </a:lnTo>
                  <a:cubicBezTo>
                    <a:pt x="4221" y="718"/>
                    <a:pt x="3504"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1"/>
            <p:cNvSpPr/>
            <p:nvPr/>
          </p:nvSpPr>
          <p:spPr>
            <a:xfrm>
              <a:off x="7073496" y="2612209"/>
              <a:ext cx="133918" cy="178740"/>
            </a:xfrm>
            <a:custGeom>
              <a:rect b="b" l="l" r="r" t="t"/>
              <a:pathLst>
                <a:path extrusionOk="0" h="6815" w="5106">
                  <a:moveTo>
                    <a:pt x="2618" y="477"/>
                  </a:moveTo>
                  <a:cubicBezTo>
                    <a:pt x="3239" y="477"/>
                    <a:pt x="3739" y="977"/>
                    <a:pt x="3744" y="1598"/>
                  </a:cubicBezTo>
                  <a:lnTo>
                    <a:pt x="3744" y="1752"/>
                  </a:lnTo>
                  <a:lnTo>
                    <a:pt x="3729" y="1747"/>
                  </a:lnTo>
                  <a:lnTo>
                    <a:pt x="3725" y="1747"/>
                  </a:lnTo>
                  <a:cubicBezTo>
                    <a:pt x="3393" y="1670"/>
                    <a:pt x="3287" y="1232"/>
                    <a:pt x="3282" y="1228"/>
                  </a:cubicBezTo>
                  <a:cubicBezTo>
                    <a:pt x="3253" y="1110"/>
                    <a:pt x="3152" y="1044"/>
                    <a:pt x="3048" y="1044"/>
                  </a:cubicBezTo>
                  <a:cubicBezTo>
                    <a:pt x="2978" y="1044"/>
                    <a:pt x="2907" y="1075"/>
                    <a:pt x="2859" y="1141"/>
                  </a:cubicBezTo>
                  <a:cubicBezTo>
                    <a:pt x="2425" y="1733"/>
                    <a:pt x="1468" y="1743"/>
                    <a:pt x="1458" y="1743"/>
                  </a:cubicBezTo>
                  <a:lnTo>
                    <a:pt x="1381" y="1743"/>
                  </a:lnTo>
                  <a:lnTo>
                    <a:pt x="1381" y="1593"/>
                  </a:lnTo>
                  <a:cubicBezTo>
                    <a:pt x="1386" y="973"/>
                    <a:pt x="1887" y="477"/>
                    <a:pt x="2507" y="477"/>
                  </a:cubicBezTo>
                  <a:close/>
                  <a:moveTo>
                    <a:pt x="3912" y="2402"/>
                  </a:moveTo>
                  <a:lnTo>
                    <a:pt x="3936" y="2407"/>
                  </a:lnTo>
                  <a:cubicBezTo>
                    <a:pt x="4018" y="2493"/>
                    <a:pt x="4004" y="2633"/>
                    <a:pt x="3912" y="2700"/>
                  </a:cubicBezTo>
                  <a:lnTo>
                    <a:pt x="3912" y="2402"/>
                  </a:lnTo>
                  <a:close/>
                  <a:moveTo>
                    <a:pt x="1218" y="2402"/>
                  </a:moveTo>
                  <a:lnTo>
                    <a:pt x="1218" y="2705"/>
                  </a:lnTo>
                  <a:cubicBezTo>
                    <a:pt x="1165" y="2666"/>
                    <a:pt x="1131" y="2609"/>
                    <a:pt x="1131" y="2541"/>
                  </a:cubicBezTo>
                  <a:cubicBezTo>
                    <a:pt x="1131" y="2493"/>
                    <a:pt x="1150" y="2450"/>
                    <a:pt x="1179" y="2411"/>
                  </a:cubicBezTo>
                  <a:cubicBezTo>
                    <a:pt x="1194" y="2411"/>
                    <a:pt x="1208" y="2407"/>
                    <a:pt x="1218" y="2402"/>
                  </a:cubicBezTo>
                  <a:close/>
                  <a:moveTo>
                    <a:pt x="2974" y="1709"/>
                  </a:moveTo>
                  <a:cubicBezTo>
                    <a:pt x="3080" y="1896"/>
                    <a:pt x="3239" y="2050"/>
                    <a:pt x="3431" y="2147"/>
                  </a:cubicBezTo>
                  <a:lnTo>
                    <a:pt x="3431" y="2835"/>
                  </a:lnTo>
                  <a:cubicBezTo>
                    <a:pt x="3431" y="3253"/>
                    <a:pt x="3094" y="3590"/>
                    <a:pt x="2671" y="3590"/>
                  </a:cubicBezTo>
                  <a:lnTo>
                    <a:pt x="2459" y="3590"/>
                  </a:lnTo>
                  <a:cubicBezTo>
                    <a:pt x="2036" y="3590"/>
                    <a:pt x="1699" y="3253"/>
                    <a:pt x="1699" y="2835"/>
                  </a:cubicBezTo>
                  <a:lnTo>
                    <a:pt x="1699" y="2204"/>
                  </a:lnTo>
                  <a:lnTo>
                    <a:pt x="1699" y="2200"/>
                  </a:lnTo>
                  <a:cubicBezTo>
                    <a:pt x="2007" y="2166"/>
                    <a:pt x="2555" y="2060"/>
                    <a:pt x="2974" y="1709"/>
                  </a:cubicBezTo>
                  <a:close/>
                  <a:moveTo>
                    <a:pt x="2820" y="4057"/>
                  </a:moveTo>
                  <a:lnTo>
                    <a:pt x="2820" y="4187"/>
                  </a:lnTo>
                  <a:lnTo>
                    <a:pt x="2555" y="4456"/>
                  </a:lnTo>
                  <a:lnTo>
                    <a:pt x="2310" y="4216"/>
                  </a:lnTo>
                  <a:lnTo>
                    <a:pt x="2310" y="4057"/>
                  </a:lnTo>
                  <a:cubicBezTo>
                    <a:pt x="2358" y="4062"/>
                    <a:pt x="2406" y="4067"/>
                    <a:pt x="2459" y="4067"/>
                  </a:cubicBezTo>
                  <a:lnTo>
                    <a:pt x="2676" y="4067"/>
                  </a:lnTo>
                  <a:cubicBezTo>
                    <a:pt x="2724" y="4067"/>
                    <a:pt x="2772" y="4062"/>
                    <a:pt x="2820" y="4057"/>
                  </a:cubicBezTo>
                  <a:close/>
                  <a:moveTo>
                    <a:pt x="2502" y="1"/>
                  </a:moveTo>
                  <a:cubicBezTo>
                    <a:pt x="1622" y="1"/>
                    <a:pt x="905" y="718"/>
                    <a:pt x="905" y="1603"/>
                  </a:cubicBezTo>
                  <a:lnTo>
                    <a:pt x="905" y="2022"/>
                  </a:lnTo>
                  <a:cubicBezTo>
                    <a:pt x="429" y="2407"/>
                    <a:pt x="669" y="3172"/>
                    <a:pt x="1280" y="3215"/>
                  </a:cubicBezTo>
                  <a:cubicBezTo>
                    <a:pt x="1372" y="3504"/>
                    <a:pt x="1569" y="3744"/>
                    <a:pt x="1829" y="3898"/>
                  </a:cubicBezTo>
                  <a:lnTo>
                    <a:pt x="1829" y="4028"/>
                  </a:lnTo>
                  <a:lnTo>
                    <a:pt x="852" y="4413"/>
                  </a:lnTo>
                  <a:cubicBezTo>
                    <a:pt x="765" y="4447"/>
                    <a:pt x="0" y="4750"/>
                    <a:pt x="0" y="5722"/>
                  </a:cubicBezTo>
                  <a:lnTo>
                    <a:pt x="0" y="6573"/>
                  </a:lnTo>
                  <a:cubicBezTo>
                    <a:pt x="0" y="6708"/>
                    <a:pt x="106" y="6814"/>
                    <a:pt x="241" y="6814"/>
                  </a:cubicBezTo>
                  <a:lnTo>
                    <a:pt x="847" y="6814"/>
                  </a:lnTo>
                  <a:cubicBezTo>
                    <a:pt x="1126" y="6780"/>
                    <a:pt x="1126" y="6371"/>
                    <a:pt x="847" y="6338"/>
                  </a:cubicBezTo>
                  <a:lnTo>
                    <a:pt x="477" y="6338"/>
                  </a:lnTo>
                  <a:lnTo>
                    <a:pt x="477" y="5722"/>
                  </a:lnTo>
                  <a:cubicBezTo>
                    <a:pt x="477" y="5058"/>
                    <a:pt x="996" y="4865"/>
                    <a:pt x="1016" y="4861"/>
                  </a:cubicBezTo>
                  <a:lnTo>
                    <a:pt x="1025" y="4856"/>
                  </a:lnTo>
                  <a:lnTo>
                    <a:pt x="1920" y="4504"/>
                  </a:lnTo>
                  <a:lnTo>
                    <a:pt x="2397" y="4966"/>
                  </a:lnTo>
                  <a:cubicBezTo>
                    <a:pt x="2440" y="5010"/>
                    <a:pt x="2498" y="5034"/>
                    <a:pt x="2560" y="5039"/>
                  </a:cubicBezTo>
                  <a:lnTo>
                    <a:pt x="2565" y="5039"/>
                  </a:lnTo>
                  <a:cubicBezTo>
                    <a:pt x="2628" y="5034"/>
                    <a:pt x="2690" y="5010"/>
                    <a:pt x="2733" y="4962"/>
                  </a:cubicBezTo>
                  <a:lnTo>
                    <a:pt x="3181" y="4500"/>
                  </a:lnTo>
                  <a:lnTo>
                    <a:pt x="4076" y="4861"/>
                  </a:lnTo>
                  <a:lnTo>
                    <a:pt x="4086" y="4861"/>
                  </a:lnTo>
                  <a:cubicBezTo>
                    <a:pt x="4110" y="4870"/>
                    <a:pt x="4629" y="5063"/>
                    <a:pt x="4629" y="5722"/>
                  </a:cubicBezTo>
                  <a:lnTo>
                    <a:pt x="4629" y="6333"/>
                  </a:lnTo>
                  <a:lnTo>
                    <a:pt x="1607" y="6333"/>
                  </a:lnTo>
                  <a:cubicBezTo>
                    <a:pt x="1324" y="6371"/>
                    <a:pt x="1324" y="6776"/>
                    <a:pt x="1607" y="6814"/>
                  </a:cubicBezTo>
                  <a:lnTo>
                    <a:pt x="4865" y="6814"/>
                  </a:lnTo>
                  <a:cubicBezTo>
                    <a:pt x="5000" y="6814"/>
                    <a:pt x="5106" y="6703"/>
                    <a:pt x="5106" y="6573"/>
                  </a:cubicBezTo>
                  <a:lnTo>
                    <a:pt x="5106" y="5722"/>
                  </a:lnTo>
                  <a:cubicBezTo>
                    <a:pt x="5106" y="4755"/>
                    <a:pt x="4345" y="4447"/>
                    <a:pt x="4249" y="4413"/>
                  </a:cubicBezTo>
                  <a:lnTo>
                    <a:pt x="3296" y="4033"/>
                  </a:lnTo>
                  <a:lnTo>
                    <a:pt x="3296" y="3898"/>
                  </a:lnTo>
                  <a:cubicBezTo>
                    <a:pt x="3561" y="3744"/>
                    <a:pt x="3754" y="3499"/>
                    <a:pt x="3850" y="3215"/>
                  </a:cubicBezTo>
                  <a:cubicBezTo>
                    <a:pt x="4451" y="3162"/>
                    <a:pt x="4692" y="2407"/>
                    <a:pt x="4220" y="2022"/>
                  </a:cubicBezTo>
                  <a:lnTo>
                    <a:pt x="4220" y="1603"/>
                  </a:lnTo>
                  <a:cubicBezTo>
                    <a:pt x="4220" y="718"/>
                    <a:pt x="3503"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81"/>
          <p:cNvGrpSpPr/>
          <p:nvPr/>
        </p:nvGrpSpPr>
        <p:grpSpPr>
          <a:xfrm>
            <a:off x="7975067" y="2420906"/>
            <a:ext cx="359946" cy="366031"/>
            <a:chOff x="7975067" y="2420906"/>
            <a:chExt cx="359946" cy="366031"/>
          </a:xfrm>
        </p:grpSpPr>
        <p:sp>
          <p:nvSpPr>
            <p:cNvPr id="11631" name="Google Shape;11631;p81"/>
            <p:cNvSpPr/>
            <p:nvPr/>
          </p:nvSpPr>
          <p:spPr>
            <a:xfrm>
              <a:off x="8232385" y="2626713"/>
              <a:ext cx="28667" cy="63025"/>
            </a:xfrm>
            <a:custGeom>
              <a:rect b="b" l="l" r="r" t="t"/>
              <a:pathLst>
                <a:path extrusionOk="0" h="2403" w="1093">
                  <a:moveTo>
                    <a:pt x="646" y="1"/>
                  </a:moveTo>
                  <a:cubicBezTo>
                    <a:pt x="289" y="1"/>
                    <a:pt x="1" y="297"/>
                    <a:pt x="1" y="655"/>
                  </a:cubicBezTo>
                  <a:lnTo>
                    <a:pt x="1" y="809"/>
                  </a:lnTo>
                  <a:cubicBezTo>
                    <a:pt x="1" y="997"/>
                    <a:pt x="29" y="1185"/>
                    <a:pt x="87" y="1363"/>
                  </a:cubicBezTo>
                  <a:lnTo>
                    <a:pt x="438" y="2402"/>
                  </a:lnTo>
                  <a:lnTo>
                    <a:pt x="1093" y="2402"/>
                  </a:lnTo>
                  <a:lnTo>
                    <a:pt x="1093" y="1"/>
                  </a:lnTo>
                  <a:lnTo>
                    <a:pt x="655" y="1"/>
                  </a:lnTo>
                  <a:cubicBezTo>
                    <a:pt x="652" y="1"/>
                    <a:pt x="649" y="1"/>
                    <a:pt x="6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1"/>
            <p:cNvSpPr/>
            <p:nvPr/>
          </p:nvSpPr>
          <p:spPr>
            <a:xfrm>
              <a:off x="8243872" y="2620917"/>
              <a:ext cx="68795" cy="68821"/>
            </a:xfrm>
            <a:custGeom>
              <a:rect b="b" l="l" r="r" t="t"/>
              <a:pathLst>
                <a:path extrusionOk="0" h="2624" w="2623">
                  <a:moveTo>
                    <a:pt x="655" y="1"/>
                  </a:moveTo>
                  <a:cubicBezTo>
                    <a:pt x="294" y="1"/>
                    <a:pt x="0" y="294"/>
                    <a:pt x="0" y="655"/>
                  </a:cubicBezTo>
                  <a:cubicBezTo>
                    <a:pt x="0" y="896"/>
                    <a:pt x="198" y="1093"/>
                    <a:pt x="438" y="1093"/>
                  </a:cubicBezTo>
                  <a:lnTo>
                    <a:pt x="2180" y="2623"/>
                  </a:lnTo>
                  <a:lnTo>
                    <a:pt x="2570" y="1271"/>
                  </a:lnTo>
                  <a:cubicBezTo>
                    <a:pt x="2604" y="1151"/>
                    <a:pt x="2618" y="1030"/>
                    <a:pt x="2623" y="910"/>
                  </a:cubicBezTo>
                  <a:lnTo>
                    <a:pt x="2623"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1"/>
            <p:cNvSpPr/>
            <p:nvPr/>
          </p:nvSpPr>
          <p:spPr>
            <a:xfrm>
              <a:off x="8255229" y="2706864"/>
              <a:ext cx="34489" cy="34358"/>
            </a:xfrm>
            <a:custGeom>
              <a:rect b="b" l="l" r="r" t="t"/>
              <a:pathLst>
                <a:path extrusionOk="0" h="1310" w="1315">
                  <a:moveTo>
                    <a:pt x="1" y="0"/>
                  </a:moveTo>
                  <a:lnTo>
                    <a:pt x="1" y="1309"/>
                  </a:lnTo>
                  <a:lnTo>
                    <a:pt x="1314" y="1309"/>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1"/>
            <p:cNvSpPr/>
            <p:nvPr/>
          </p:nvSpPr>
          <p:spPr>
            <a:xfrm>
              <a:off x="8215232" y="2720738"/>
              <a:ext cx="114483" cy="60612"/>
            </a:xfrm>
            <a:custGeom>
              <a:rect b="b" l="l" r="r" t="t"/>
              <a:pathLst>
                <a:path extrusionOk="0" h="2311" w="4365">
                  <a:moveTo>
                    <a:pt x="1526" y="1"/>
                  </a:moveTo>
                  <a:lnTo>
                    <a:pt x="477" y="299"/>
                  </a:lnTo>
                  <a:cubicBezTo>
                    <a:pt x="193" y="381"/>
                    <a:pt x="0" y="636"/>
                    <a:pt x="0" y="929"/>
                  </a:cubicBezTo>
                  <a:lnTo>
                    <a:pt x="0" y="2310"/>
                  </a:lnTo>
                  <a:lnTo>
                    <a:pt x="4364" y="2310"/>
                  </a:lnTo>
                  <a:lnTo>
                    <a:pt x="4364" y="929"/>
                  </a:lnTo>
                  <a:cubicBezTo>
                    <a:pt x="4364" y="636"/>
                    <a:pt x="4172" y="381"/>
                    <a:pt x="3888" y="299"/>
                  </a:cubicBezTo>
                  <a:lnTo>
                    <a:pt x="2834" y="1"/>
                  </a:lnTo>
                  <a:lnTo>
                    <a:pt x="2579" y="309"/>
                  </a:lnTo>
                  <a:cubicBezTo>
                    <a:pt x="2476" y="431"/>
                    <a:pt x="2329" y="493"/>
                    <a:pt x="2182" y="493"/>
                  </a:cubicBezTo>
                  <a:cubicBezTo>
                    <a:pt x="2036" y="493"/>
                    <a:pt x="1889" y="431"/>
                    <a:pt x="1785" y="309"/>
                  </a:cubicBezTo>
                  <a:lnTo>
                    <a:pt x="1526"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1"/>
            <p:cNvSpPr/>
            <p:nvPr/>
          </p:nvSpPr>
          <p:spPr>
            <a:xfrm>
              <a:off x="8238076" y="2649688"/>
              <a:ext cx="68795" cy="62867"/>
            </a:xfrm>
            <a:custGeom>
              <a:rect b="b" l="l" r="r" t="t"/>
              <a:pathLst>
                <a:path extrusionOk="0" h="2397" w="2623">
                  <a:moveTo>
                    <a:pt x="826" y="0"/>
                  </a:moveTo>
                  <a:cubicBezTo>
                    <a:pt x="711" y="0"/>
                    <a:pt x="603" y="48"/>
                    <a:pt x="525" y="126"/>
                  </a:cubicBezTo>
                  <a:lnTo>
                    <a:pt x="308" y="342"/>
                  </a:lnTo>
                  <a:cubicBezTo>
                    <a:pt x="111" y="540"/>
                    <a:pt x="0" y="809"/>
                    <a:pt x="0" y="1088"/>
                  </a:cubicBezTo>
                  <a:cubicBezTo>
                    <a:pt x="0" y="1810"/>
                    <a:pt x="587" y="2397"/>
                    <a:pt x="1309" y="2397"/>
                  </a:cubicBezTo>
                  <a:cubicBezTo>
                    <a:pt x="2035" y="2397"/>
                    <a:pt x="2618" y="1810"/>
                    <a:pt x="2623" y="1088"/>
                  </a:cubicBezTo>
                  <a:lnTo>
                    <a:pt x="2623" y="809"/>
                  </a:lnTo>
                  <a:cubicBezTo>
                    <a:pt x="2623" y="694"/>
                    <a:pt x="2574" y="583"/>
                    <a:pt x="2493" y="501"/>
                  </a:cubicBezTo>
                  <a:cubicBezTo>
                    <a:pt x="2156" y="169"/>
                    <a:pt x="1540" y="20"/>
                    <a:pt x="842" y="1"/>
                  </a:cubicBezTo>
                  <a:cubicBezTo>
                    <a:pt x="837" y="1"/>
                    <a:pt x="831" y="0"/>
                    <a:pt x="82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1"/>
            <p:cNvSpPr/>
            <p:nvPr/>
          </p:nvSpPr>
          <p:spPr>
            <a:xfrm>
              <a:off x="8238076" y="2649688"/>
              <a:ext cx="68532" cy="61503"/>
            </a:xfrm>
            <a:custGeom>
              <a:rect b="b" l="l" r="r" t="t"/>
              <a:pathLst>
                <a:path extrusionOk="0" h="2345" w="2613">
                  <a:moveTo>
                    <a:pt x="826" y="0"/>
                  </a:moveTo>
                  <a:cubicBezTo>
                    <a:pt x="711" y="0"/>
                    <a:pt x="603" y="48"/>
                    <a:pt x="525" y="126"/>
                  </a:cubicBezTo>
                  <a:lnTo>
                    <a:pt x="308" y="342"/>
                  </a:lnTo>
                  <a:cubicBezTo>
                    <a:pt x="111" y="540"/>
                    <a:pt x="0" y="809"/>
                    <a:pt x="0" y="1088"/>
                  </a:cubicBezTo>
                  <a:cubicBezTo>
                    <a:pt x="0" y="1670"/>
                    <a:pt x="385" y="2185"/>
                    <a:pt x="948" y="2344"/>
                  </a:cubicBezTo>
                  <a:cubicBezTo>
                    <a:pt x="760" y="2113"/>
                    <a:pt x="655" y="1824"/>
                    <a:pt x="655" y="1526"/>
                  </a:cubicBezTo>
                  <a:lnTo>
                    <a:pt x="655" y="1088"/>
                  </a:lnTo>
                  <a:cubicBezTo>
                    <a:pt x="655" y="846"/>
                    <a:pt x="852" y="650"/>
                    <a:pt x="1096" y="650"/>
                  </a:cubicBezTo>
                  <a:cubicBezTo>
                    <a:pt x="1104" y="650"/>
                    <a:pt x="1113" y="650"/>
                    <a:pt x="1121" y="650"/>
                  </a:cubicBezTo>
                  <a:cubicBezTo>
                    <a:pt x="1559" y="679"/>
                    <a:pt x="2214" y="751"/>
                    <a:pt x="2613" y="949"/>
                  </a:cubicBezTo>
                  <a:cubicBezTo>
                    <a:pt x="2603" y="852"/>
                    <a:pt x="2560" y="564"/>
                    <a:pt x="2493" y="501"/>
                  </a:cubicBezTo>
                  <a:cubicBezTo>
                    <a:pt x="2156" y="169"/>
                    <a:pt x="1540" y="20"/>
                    <a:pt x="842" y="1"/>
                  </a:cubicBezTo>
                  <a:cubicBezTo>
                    <a:pt x="837" y="1"/>
                    <a:pt x="831"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1"/>
            <p:cNvSpPr/>
            <p:nvPr/>
          </p:nvSpPr>
          <p:spPr>
            <a:xfrm>
              <a:off x="8215232" y="2735269"/>
              <a:ext cx="22870" cy="46082"/>
            </a:xfrm>
            <a:custGeom>
              <a:rect b="b" l="l" r="r" t="t"/>
              <a:pathLst>
                <a:path extrusionOk="0" h="1757" w="872">
                  <a:moveTo>
                    <a:pt x="120" y="0"/>
                  </a:moveTo>
                  <a:cubicBezTo>
                    <a:pt x="39" y="111"/>
                    <a:pt x="0" y="241"/>
                    <a:pt x="0" y="375"/>
                  </a:cubicBezTo>
                  <a:lnTo>
                    <a:pt x="0" y="1756"/>
                  </a:lnTo>
                  <a:lnTo>
                    <a:pt x="871" y="1756"/>
                  </a:lnTo>
                  <a:lnTo>
                    <a:pt x="871" y="1030"/>
                  </a:lnTo>
                  <a:cubicBezTo>
                    <a:pt x="871" y="852"/>
                    <a:pt x="804" y="688"/>
                    <a:pt x="679" y="563"/>
                  </a:cubicBezTo>
                  <a:lnTo>
                    <a:pt x="12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1"/>
            <p:cNvSpPr/>
            <p:nvPr/>
          </p:nvSpPr>
          <p:spPr>
            <a:xfrm>
              <a:off x="8306845" y="2735269"/>
              <a:ext cx="22870" cy="46082"/>
            </a:xfrm>
            <a:custGeom>
              <a:rect b="b" l="l" r="r" t="t"/>
              <a:pathLst>
                <a:path extrusionOk="0" h="1757" w="872">
                  <a:moveTo>
                    <a:pt x="751" y="0"/>
                  </a:moveTo>
                  <a:lnTo>
                    <a:pt x="188" y="563"/>
                  </a:lnTo>
                  <a:cubicBezTo>
                    <a:pt x="68" y="688"/>
                    <a:pt x="1" y="852"/>
                    <a:pt x="1" y="1030"/>
                  </a:cubicBezTo>
                  <a:lnTo>
                    <a:pt x="1" y="1756"/>
                  </a:lnTo>
                  <a:lnTo>
                    <a:pt x="871" y="1756"/>
                  </a:lnTo>
                  <a:lnTo>
                    <a:pt x="871" y="375"/>
                  </a:lnTo>
                  <a:cubicBezTo>
                    <a:pt x="871" y="241"/>
                    <a:pt x="828" y="111"/>
                    <a:pt x="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1"/>
            <p:cNvSpPr/>
            <p:nvPr/>
          </p:nvSpPr>
          <p:spPr>
            <a:xfrm>
              <a:off x="8101641" y="2426335"/>
              <a:ext cx="102890" cy="102995"/>
            </a:xfrm>
            <a:custGeom>
              <a:rect b="b" l="l" r="r" t="t"/>
              <a:pathLst>
                <a:path extrusionOk="0" h="3927" w="3923">
                  <a:moveTo>
                    <a:pt x="1959" y="0"/>
                  </a:moveTo>
                  <a:cubicBezTo>
                    <a:pt x="1103" y="0"/>
                    <a:pt x="467" y="683"/>
                    <a:pt x="410" y="1525"/>
                  </a:cubicBezTo>
                  <a:cubicBezTo>
                    <a:pt x="376" y="1968"/>
                    <a:pt x="227" y="2820"/>
                    <a:pt x="39" y="3310"/>
                  </a:cubicBezTo>
                  <a:cubicBezTo>
                    <a:pt x="1" y="3421"/>
                    <a:pt x="49" y="3541"/>
                    <a:pt x="155" y="3590"/>
                  </a:cubicBezTo>
                  <a:cubicBezTo>
                    <a:pt x="515" y="3758"/>
                    <a:pt x="900" y="3869"/>
                    <a:pt x="1300" y="3926"/>
                  </a:cubicBezTo>
                  <a:lnTo>
                    <a:pt x="2628" y="3926"/>
                  </a:lnTo>
                  <a:cubicBezTo>
                    <a:pt x="3022" y="3869"/>
                    <a:pt x="3407" y="3758"/>
                    <a:pt x="3773" y="3590"/>
                  </a:cubicBezTo>
                  <a:cubicBezTo>
                    <a:pt x="3874" y="3541"/>
                    <a:pt x="3922" y="3416"/>
                    <a:pt x="3879" y="3310"/>
                  </a:cubicBezTo>
                  <a:cubicBezTo>
                    <a:pt x="3691" y="2820"/>
                    <a:pt x="3542" y="1968"/>
                    <a:pt x="3513" y="1525"/>
                  </a:cubicBezTo>
                  <a:cubicBezTo>
                    <a:pt x="3451" y="683"/>
                    <a:pt x="2815" y="0"/>
                    <a:pt x="195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1"/>
            <p:cNvSpPr/>
            <p:nvPr/>
          </p:nvSpPr>
          <p:spPr>
            <a:xfrm>
              <a:off x="8129547" y="2426335"/>
              <a:ext cx="74984" cy="102995"/>
            </a:xfrm>
            <a:custGeom>
              <a:rect b="b" l="l" r="r" t="t"/>
              <a:pathLst>
                <a:path extrusionOk="0" h="3927" w="2859">
                  <a:moveTo>
                    <a:pt x="890" y="0"/>
                  </a:moveTo>
                  <a:cubicBezTo>
                    <a:pt x="231" y="0"/>
                    <a:pt x="0" y="900"/>
                    <a:pt x="563" y="1232"/>
                  </a:cubicBezTo>
                  <a:cubicBezTo>
                    <a:pt x="582" y="1241"/>
                    <a:pt x="601" y="1251"/>
                    <a:pt x="621" y="1261"/>
                  </a:cubicBezTo>
                  <a:lnTo>
                    <a:pt x="1116" y="3926"/>
                  </a:lnTo>
                  <a:lnTo>
                    <a:pt x="1559" y="3926"/>
                  </a:lnTo>
                  <a:cubicBezTo>
                    <a:pt x="1954" y="3869"/>
                    <a:pt x="2339" y="3758"/>
                    <a:pt x="2699" y="3590"/>
                  </a:cubicBezTo>
                  <a:cubicBezTo>
                    <a:pt x="2805" y="3541"/>
                    <a:pt x="2858" y="3421"/>
                    <a:pt x="2815" y="3310"/>
                  </a:cubicBezTo>
                  <a:cubicBezTo>
                    <a:pt x="2627" y="2820"/>
                    <a:pt x="2478" y="1968"/>
                    <a:pt x="2449" y="1525"/>
                  </a:cubicBezTo>
                  <a:cubicBezTo>
                    <a:pt x="2387" y="683"/>
                    <a:pt x="1751"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1"/>
            <p:cNvSpPr/>
            <p:nvPr/>
          </p:nvSpPr>
          <p:spPr>
            <a:xfrm>
              <a:off x="8100749" y="2506460"/>
              <a:ext cx="103153" cy="80151"/>
            </a:xfrm>
            <a:custGeom>
              <a:rect b="b" l="l" r="r" t="t"/>
              <a:pathLst>
                <a:path extrusionOk="0" h="3056" w="3933">
                  <a:moveTo>
                    <a:pt x="1305" y="0"/>
                  </a:moveTo>
                  <a:lnTo>
                    <a:pt x="1305" y="655"/>
                  </a:lnTo>
                  <a:cubicBezTo>
                    <a:pt x="1310" y="818"/>
                    <a:pt x="1214" y="972"/>
                    <a:pt x="1064" y="1045"/>
                  </a:cubicBezTo>
                  <a:lnTo>
                    <a:pt x="362" y="1396"/>
                  </a:lnTo>
                  <a:cubicBezTo>
                    <a:pt x="140" y="1511"/>
                    <a:pt x="1" y="1737"/>
                    <a:pt x="1" y="1983"/>
                  </a:cubicBezTo>
                  <a:lnTo>
                    <a:pt x="1" y="3056"/>
                  </a:lnTo>
                  <a:lnTo>
                    <a:pt x="3932" y="3056"/>
                  </a:lnTo>
                  <a:lnTo>
                    <a:pt x="3932" y="1983"/>
                  </a:lnTo>
                  <a:cubicBezTo>
                    <a:pt x="3927" y="1733"/>
                    <a:pt x="3788" y="1507"/>
                    <a:pt x="3566" y="1396"/>
                  </a:cubicBezTo>
                  <a:lnTo>
                    <a:pt x="2859" y="1045"/>
                  </a:lnTo>
                  <a:cubicBezTo>
                    <a:pt x="2710" y="972"/>
                    <a:pt x="2619" y="818"/>
                    <a:pt x="2619" y="655"/>
                  </a:cubicBezTo>
                  <a:lnTo>
                    <a:pt x="261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1"/>
            <p:cNvSpPr/>
            <p:nvPr/>
          </p:nvSpPr>
          <p:spPr>
            <a:xfrm>
              <a:off x="8100749" y="2531822"/>
              <a:ext cx="103153" cy="54789"/>
            </a:xfrm>
            <a:custGeom>
              <a:rect b="b" l="l" r="r" t="t"/>
              <a:pathLst>
                <a:path extrusionOk="0" h="2089" w="3933">
                  <a:moveTo>
                    <a:pt x="1175" y="1"/>
                  </a:moveTo>
                  <a:cubicBezTo>
                    <a:pt x="1146" y="29"/>
                    <a:pt x="1108" y="58"/>
                    <a:pt x="1069" y="78"/>
                  </a:cubicBezTo>
                  <a:lnTo>
                    <a:pt x="362" y="429"/>
                  </a:lnTo>
                  <a:cubicBezTo>
                    <a:pt x="140" y="544"/>
                    <a:pt x="1" y="770"/>
                    <a:pt x="1" y="1016"/>
                  </a:cubicBezTo>
                  <a:lnTo>
                    <a:pt x="1" y="2089"/>
                  </a:lnTo>
                  <a:lnTo>
                    <a:pt x="3932" y="2089"/>
                  </a:lnTo>
                  <a:lnTo>
                    <a:pt x="3932" y="1016"/>
                  </a:lnTo>
                  <a:cubicBezTo>
                    <a:pt x="3932" y="770"/>
                    <a:pt x="3793" y="544"/>
                    <a:pt x="3571" y="429"/>
                  </a:cubicBezTo>
                  <a:lnTo>
                    <a:pt x="2864" y="78"/>
                  </a:lnTo>
                  <a:cubicBezTo>
                    <a:pt x="2821" y="58"/>
                    <a:pt x="2787" y="29"/>
                    <a:pt x="2753" y="1"/>
                  </a:cubicBezTo>
                  <a:lnTo>
                    <a:pt x="2503" y="280"/>
                  </a:lnTo>
                  <a:cubicBezTo>
                    <a:pt x="2364" y="446"/>
                    <a:pt x="2165" y="529"/>
                    <a:pt x="1966" y="529"/>
                  </a:cubicBezTo>
                  <a:cubicBezTo>
                    <a:pt x="1767" y="529"/>
                    <a:pt x="1567" y="446"/>
                    <a:pt x="1425" y="280"/>
                  </a:cubicBezTo>
                  <a:lnTo>
                    <a:pt x="117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1"/>
            <p:cNvSpPr/>
            <p:nvPr/>
          </p:nvSpPr>
          <p:spPr>
            <a:xfrm>
              <a:off x="8118059" y="2461506"/>
              <a:ext cx="68532" cy="56468"/>
            </a:xfrm>
            <a:custGeom>
              <a:rect b="b" l="l" r="r" t="t"/>
              <a:pathLst>
                <a:path extrusionOk="0" h="2153" w="2613">
                  <a:moveTo>
                    <a:pt x="1002" y="0"/>
                  </a:moveTo>
                  <a:cubicBezTo>
                    <a:pt x="920" y="0"/>
                    <a:pt x="841" y="50"/>
                    <a:pt x="809" y="127"/>
                  </a:cubicBezTo>
                  <a:cubicBezTo>
                    <a:pt x="732" y="276"/>
                    <a:pt x="630" y="410"/>
                    <a:pt x="505" y="521"/>
                  </a:cubicBezTo>
                  <a:cubicBezTo>
                    <a:pt x="457" y="564"/>
                    <a:pt x="409" y="603"/>
                    <a:pt x="351" y="641"/>
                  </a:cubicBezTo>
                  <a:cubicBezTo>
                    <a:pt x="92" y="824"/>
                    <a:pt x="0" y="1171"/>
                    <a:pt x="145" y="1459"/>
                  </a:cubicBezTo>
                  <a:cubicBezTo>
                    <a:pt x="375" y="1883"/>
                    <a:pt x="818" y="2152"/>
                    <a:pt x="1304" y="2152"/>
                  </a:cubicBezTo>
                  <a:cubicBezTo>
                    <a:pt x="1987" y="2148"/>
                    <a:pt x="2555" y="1623"/>
                    <a:pt x="2608" y="940"/>
                  </a:cubicBezTo>
                  <a:cubicBezTo>
                    <a:pt x="2613" y="872"/>
                    <a:pt x="2584" y="810"/>
                    <a:pt x="2536" y="767"/>
                  </a:cubicBezTo>
                  <a:cubicBezTo>
                    <a:pt x="2103" y="406"/>
                    <a:pt x="1598" y="146"/>
                    <a:pt x="1049" y="6"/>
                  </a:cubicBezTo>
                  <a:cubicBezTo>
                    <a:pt x="1033" y="2"/>
                    <a:pt x="1018" y="0"/>
                    <a:pt x="100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1"/>
            <p:cNvSpPr/>
            <p:nvPr/>
          </p:nvSpPr>
          <p:spPr>
            <a:xfrm>
              <a:off x="8118164" y="2461611"/>
              <a:ext cx="68428" cy="55865"/>
            </a:xfrm>
            <a:custGeom>
              <a:rect b="b" l="l" r="r" t="t"/>
              <a:pathLst>
                <a:path extrusionOk="0" h="2130" w="2609">
                  <a:moveTo>
                    <a:pt x="998" y="1"/>
                  </a:moveTo>
                  <a:cubicBezTo>
                    <a:pt x="914" y="1"/>
                    <a:pt x="836" y="48"/>
                    <a:pt x="800" y="127"/>
                  </a:cubicBezTo>
                  <a:cubicBezTo>
                    <a:pt x="747" y="233"/>
                    <a:pt x="684" y="329"/>
                    <a:pt x="602" y="416"/>
                  </a:cubicBezTo>
                  <a:cubicBezTo>
                    <a:pt x="569" y="450"/>
                    <a:pt x="540" y="483"/>
                    <a:pt x="501" y="517"/>
                  </a:cubicBezTo>
                  <a:cubicBezTo>
                    <a:pt x="458" y="560"/>
                    <a:pt x="410" y="599"/>
                    <a:pt x="357" y="633"/>
                  </a:cubicBezTo>
                  <a:cubicBezTo>
                    <a:pt x="49" y="840"/>
                    <a:pt x="1" y="1234"/>
                    <a:pt x="193" y="1537"/>
                  </a:cubicBezTo>
                  <a:cubicBezTo>
                    <a:pt x="396" y="1855"/>
                    <a:pt x="728" y="2071"/>
                    <a:pt x="1098" y="2129"/>
                  </a:cubicBezTo>
                  <a:cubicBezTo>
                    <a:pt x="838" y="1946"/>
                    <a:pt x="646" y="1706"/>
                    <a:pt x="646" y="1273"/>
                  </a:cubicBezTo>
                  <a:lnTo>
                    <a:pt x="646" y="1104"/>
                  </a:lnTo>
                  <a:cubicBezTo>
                    <a:pt x="694" y="1066"/>
                    <a:pt x="742" y="1032"/>
                    <a:pt x="795" y="984"/>
                  </a:cubicBezTo>
                  <a:cubicBezTo>
                    <a:pt x="915" y="878"/>
                    <a:pt x="1021" y="753"/>
                    <a:pt x="1108" y="618"/>
                  </a:cubicBezTo>
                  <a:cubicBezTo>
                    <a:pt x="1521" y="748"/>
                    <a:pt x="1906" y="955"/>
                    <a:pt x="2243" y="1239"/>
                  </a:cubicBezTo>
                  <a:cubicBezTo>
                    <a:pt x="2287" y="1273"/>
                    <a:pt x="2344" y="1326"/>
                    <a:pt x="2465" y="1436"/>
                  </a:cubicBezTo>
                  <a:cubicBezTo>
                    <a:pt x="2542" y="1316"/>
                    <a:pt x="2594" y="1075"/>
                    <a:pt x="2604" y="936"/>
                  </a:cubicBezTo>
                  <a:cubicBezTo>
                    <a:pt x="2609" y="873"/>
                    <a:pt x="2580" y="806"/>
                    <a:pt x="2532" y="767"/>
                  </a:cubicBezTo>
                  <a:cubicBezTo>
                    <a:pt x="2099" y="402"/>
                    <a:pt x="1594" y="142"/>
                    <a:pt x="1050" y="7"/>
                  </a:cubicBezTo>
                  <a:cubicBezTo>
                    <a:pt x="1033" y="3"/>
                    <a:pt x="1015" y="1"/>
                    <a:pt x="99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1"/>
            <p:cNvSpPr/>
            <p:nvPr/>
          </p:nvSpPr>
          <p:spPr>
            <a:xfrm>
              <a:off x="8100644" y="2548109"/>
              <a:ext cx="22975" cy="38502"/>
            </a:xfrm>
            <a:custGeom>
              <a:rect b="b" l="l" r="r" t="t"/>
              <a:pathLst>
                <a:path extrusionOk="0" h="1468" w="876">
                  <a:moveTo>
                    <a:pt x="135" y="0"/>
                  </a:moveTo>
                  <a:cubicBezTo>
                    <a:pt x="48" y="116"/>
                    <a:pt x="0" y="255"/>
                    <a:pt x="0" y="395"/>
                  </a:cubicBezTo>
                  <a:lnTo>
                    <a:pt x="0" y="1468"/>
                  </a:lnTo>
                  <a:lnTo>
                    <a:pt x="876" y="1468"/>
                  </a:lnTo>
                  <a:lnTo>
                    <a:pt x="876" y="804"/>
                  </a:lnTo>
                  <a:cubicBezTo>
                    <a:pt x="876" y="674"/>
                    <a:pt x="813" y="549"/>
                    <a:pt x="712" y="467"/>
                  </a:cubicBezTo>
                  <a:lnTo>
                    <a:pt x="135"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1"/>
            <p:cNvSpPr/>
            <p:nvPr/>
          </p:nvSpPr>
          <p:spPr>
            <a:xfrm>
              <a:off x="8180769" y="2548109"/>
              <a:ext cx="23002" cy="38502"/>
            </a:xfrm>
            <a:custGeom>
              <a:rect b="b" l="l" r="r" t="t"/>
              <a:pathLst>
                <a:path extrusionOk="0" h="1468" w="877">
                  <a:moveTo>
                    <a:pt x="742" y="0"/>
                  </a:moveTo>
                  <a:lnTo>
                    <a:pt x="164" y="467"/>
                  </a:lnTo>
                  <a:cubicBezTo>
                    <a:pt x="63" y="549"/>
                    <a:pt x="1" y="674"/>
                    <a:pt x="1" y="804"/>
                  </a:cubicBezTo>
                  <a:lnTo>
                    <a:pt x="1" y="1468"/>
                  </a:lnTo>
                  <a:lnTo>
                    <a:pt x="876" y="1468"/>
                  </a:lnTo>
                  <a:lnTo>
                    <a:pt x="876" y="395"/>
                  </a:lnTo>
                  <a:cubicBezTo>
                    <a:pt x="876" y="255"/>
                    <a:pt x="828" y="116"/>
                    <a:pt x="74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1"/>
            <p:cNvSpPr/>
            <p:nvPr/>
          </p:nvSpPr>
          <p:spPr>
            <a:xfrm>
              <a:off x="8009005" y="2598072"/>
              <a:ext cx="45846" cy="40049"/>
            </a:xfrm>
            <a:custGeom>
              <a:rect b="b" l="l" r="r" t="t"/>
              <a:pathLst>
                <a:path extrusionOk="0" h="1527" w="1748">
                  <a:moveTo>
                    <a:pt x="877" y="1"/>
                  </a:moveTo>
                  <a:cubicBezTo>
                    <a:pt x="395" y="1"/>
                    <a:pt x="1" y="342"/>
                    <a:pt x="1" y="766"/>
                  </a:cubicBezTo>
                  <a:cubicBezTo>
                    <a:pt x="1" y="1184"/>
                    <a:pt x="395" y="1526"/>
                    <a:pt x="877" y="1526"/>
                  </a:cubicBezTo>
                  <a:cubicBezTo>
                    <a:pt x="1358" y="1526"/>
                    <a:pt x="1747" y="1184"/>
                    <a:pt x="1747" y="766"/>
                  </a:cubicBezTo>
                  <a:cubicBezTo>
                    <a:pt x="1747" y="342"/>
                    <a:pt x="1358" y="1"/>
                    <a:pt x="87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1"/>
            <p:cNvSpPr/>
            <p:nvPr/>
          </p:nvSpPr>
          <p:spPr>
            <a:xfrm>
              <a:off x="8009005" y="2598072"/>
              <a:ext cx="31578" cy="40049"/>
            </a:xfrm>
            <a:custGeom>
              <a:rect b="b" l="l" r="r" t="t"/>
              <a:pathLst>
                <a:path extrusionOk="0" h="1527" w="1204">
                  <a:moveTo>
                    <a:pt x="877" y="1"/>
                  </a:moveTo>
                  <a:cubicBezTo>
                    <a:pt x="395" y="1"/>
                    <a:pt x="1" y="342"/>
                    <a:pt x="1" y="766"/>
                  </a:cubicBezTo>
                  <a:cubicBezTo>
                    <a:pt x="1" y="1184"/>
                    <a:pt x="395" y="1526"/>
                    <a:pt x="877" y="1526"/>
                  </a:cubicBezTo>
                  <a:cubicBezTo>
                    <a:pt x="987" y="1526"/>
                    <a:pt x="1098" y="1507"/>
                    <a:pt x="1204" y="1473"/>
                  </a:cubicBezTo>
                  <a:cubicBezTo>
                    <a:pt x="881" y="1358"/>
                    <a:pt x="655" y="1088"/>
                    <a:pt x="655" y="766"/>
                  </a:cubicBezTo>
                  <a:cubicBezTo>
                    <a:pt x="655" y="443"/>
                    <a:pt x="881" y="169"/>
                    <a:pt x="1204" y="59"/>
                  </a:cubicBezTo>
                  <a:cubicBezTo>
                    <a:pt x="1098" y="20"/>
                    <a:pt x="987" y="1"/>
                    <a:pt x="87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1"/>
            <p:cNvSpPr/>
            <p:nvPr/>
          </p:nvSpPr>
          <p:spPr>
            <a:xfrm>
              <a:off x="7980496" y="2701068"/>
              <a:ext cx="103127" cy="80282"/>
            </a:xfrm>
            <a:custGeom>
              <a:rect b="b" l="l" r="r" t="t"/>
              <a:pathLst>
                <a:path extrusionOk="0" h="3061" w="3932">
                  <a:moveTo>
                    <a:pt x="1309" y="0"/>
                  </a:moveTo>
                  <a:lnTo>
                    <a:pt x="1309" y="659"/>
                  </a:lnTo>
                  <a:cubicBezTo>
                    <a:pt x="1309" y="823"/>
                    <a:pt x="1218" y="972"/>
                    <a:pt x="1069" y="1049"/>
                  </a:cubicBezTo>
                  <a:lnTo>
                    <a:pt x="361" y="1400"/>
                  </a:lnTo>
                  <a:cubicBezTo>
                    <a:pt x="140" y="1511"/>
                    <a:pt x="0" y="1737"/>
                    <a:pt x="0" y="1987"/>
                  </a:cubicBezTo>
                  <a:lnTo>
                    <a:pt x="0" y="3060"/>
                  </a:lnTo>
                  <a:lnTo>
                    <a:pt x="3932" y="3060"/>
                  </a:lnTo>
                  <a:lnTo>
                    <a:pt x="3932" y="1987"/>
                  </a:lnTo>
                  <a:cubicBezTo>
                    <a:pt x="3932" y="1737"/>
                    <a:pt x="3787" y="1511"/>
                    <a:pt x="3566" y="1400"/>
                  </a:cubicBezTo>
                  <a:lnTo>
                    <a:pt x="2863" y="1049"/>
                  </a:lnTo>
                  <a:cubicBezTo>
                    <a:pt x="2714" y="972"/>
                    <a:pt x="2618" y="823"/>
                    <a:pt x="2623" y="659"/>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1"/>
            <p:cNvSpPr/>
            <p:nvPr/>
          </p:nvSpPr>
          <p:spPr>
            <a:xfrm>
              <a:off x="7980365" y="2726430"/>
              <a:ext cx="103127" cy="54920"/>
            </a:xfrm>
            <a:custGeom>
              <a:rect b="b" l="l" r="r" t="t"/>
              <a:pathLst>
                <a:path extrusionOk="0" h="2094" w="3932">
                  <a:moveTo>
                    <a:pt x="2758" y="0"/>
                  </a:moveTo>
                  <a:lnTo>
                    <a:pt x="2507" y="284"/>
                  </a:lnTo>
                  <a:cubicBezTo>
                    <a:pt x="2366" y="450"/>
                    <a:pt x="2166" y="533"/>
                    <a:pt x="1967" y="533"/>
                  </a:cubicBezTo>
                  <a:cubicBezTo>
                    <a:pt x="1768" y="533"/>
                    <a:pt x="1569" y="450"/>
                    <a:pt x="1430" y="284"/>
                  </a:cubicBezTo>
                  <a:lnTo>
                    <a:pt x="1179" y="5"/>
                  </a:lnTo>
                  <a:cubicBezTo>
                    <a:pt x="1146" y="34"/>
                    <a:pt x="1112" y="63"/>
                    <a:pt x="1069" y="82"/>
                  </a:cubicBezTo>
                  <a:lnTo>
                    <a:pt x="361" y="433"/>
                  </a:lnTo>
                  <a:cubicBezTo>
                    <a:pt x="140" y="544"/>
                    <a:pt x="1" y="770"/>
                    <a:pt x="1" y="1020"/>
                  </a:cubicBezTo>
                  <a:lnTo>
                    <a:pt x="1" y="2093"/>
                  </a:lnTo>
                  <a:lnTo>
                    <a:pt x="3932" y="2093"/>
                  </a:lnTo>
                  <a:lnTo>
                    <a:pt x="3932" y="1020"/>
                  </a:lnTo>
                  <a:cubicBezTo>
                    <a:pt x="3932" y="770"/>
                    <a:pt x="3792" y="544"/>
                    <a:pt x="3571" y="433"/>
                  </a:cubicBezTo>
                  <a:lnTo>
                    <a:pt x="2868" y="82"/>
                  </a:lnTo>
                  <a:cubicBezTo>
                    <a:pt x="2825" y="58"/>
                    <a:pt x="2791" y="34"/>
                    <a:pt x="2758"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1"/>
            <p:cNvSpPr/>
            <p:nvPr/>
          </p:nvSpPr>
          <p:spPr>
            <a:xfrm>
              <a:off x="7991852" y="2620917"/>
              <a:ext cx="80151" cy="80177"/>
            </a:xfrm>
            <a:custGeom>
              <a:rect b="b" l="l" r="r" t="t"/>
              <a:pathLst>
                <a:path extrusionOk="0" h="3057" w="3056">
                  <a:moveTo>
                    <a:pt x="1531" y="1"/>
                  </a:moveTo>
                  <a:cubicBezTo>
                    <a:pt x="684" y="1"/>
                    <a:pt x="0" y="684"/>
                    <a:pt x="0" y="1531"/>
                  </a:cubicBezTo>
                  <a:cubicBezTo>
                    <a:pt x="0" y="2373"/>
                    <a:pt x="684" y="3056"/>
                    <a:pt x="1531" y="3056"/>
                  </a:cubicBezTo>
                  <a:cubicBezTo>
                    <a:pt x="2373" y="3056"/>
                    <a:pt x="3056" y="2373"/>
                    <a:pt x="3056" y="1531"/>
                  </a:cubicBezTo>
                  <a:cubicBezTo>
                    <a:pt x="3056" y="684"/>
                    <a:pt x="2373" y="1"/>
                    <a:pt x="15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1"/>
            <p:cNvSpPr/>
            <p:nvPr/>
          </p:nvSpPr>
          <p:spPr>
            <a:xfrm>
              <a:off x="8006645" y="2620917"/>
              <a:ext cx="67011" cy="72204"/>
            </a:xfrm>
            <a:custGeom>
              <a:rect b="b" l="l" r="r" t="t"/>
              <a:pathLst>
                <a:path extrusionOk="0" h="2753" w="2555">
                  <a:moveTo>
                    <a:pt x="971" y="1"/>
                  </a:moveTo>
                  <a:cubicBezTo>
                    <a:pt x="244" y="1"/>
                    <a:pt x="1" y="1007"/>
                    <a:pt x="659" y="1329"/>
                  </a:cubicBezTo>
                  <a:cubicBezTo>
                    <a:pt x="678" y="1338"/>
                    <a:pt x="697" y="1348"/>
                    <a:pt x="716" y="1353"/>
                  </a:cubicBezTo>
                  <a:lnTo>
                    <a:pt x="1477" y="2729"/>
                  </a:lnTo>
                  <a:cubicBezTo>
                    <a:pt x="1477" y="2729"/>
                    <a:pt x="1679" y="2743"/>
                    <a:pt x="1886" y="2753"/>
                  </a:cubicBezTo>
                  <a:cubicBezTo>
                    <a:pt x="2328" y="2416"/>
                    <a:pt x="2554" y="1868"/>
                    <a:pt x="2477" y="1319"/>
                  </a:cubicBezTo>
                  <a:cubicBezTo>
                    <a:pt x="2391" y="689"/>
                    <a:pt x="1924" y="179"/>
                    <a:pt x="1303" y="39"/>
                  </a:cubicBezTo>
                  <a:cubicBezTo>
                    <a:pt x="1198" y="15"/>
                    <a:pt x="1087" y="1"/>
                    <a:pt x="976" y="1"/>
                  </a:cubicBezTo>
                  <a:cubicBezTo>
                    <a:pt x="974" y="1"/>
                    <a:pt x="973" y="1"/>
                    <a:pt x="97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1"/>
            <p:cNvSpPr/>
            <p:nvPr/>
          </p:nvSpPr>
          <p:spPr>
            <a:xfrm>
              <a:off x="7997780" y="2656219"/>
              <a:ext cx="68559" cy="56337"/>
            </a:xfrm>
            <a:custGeom>
              <a:rect b="b" l="l" r="r" t="t"/>
              <a:pathLst>
                <a:path extrusionOk="0" h="2148" w="2614">
                  <a:moveTo>
                    <a:pt x="1003" y="1"/>
                  </a:moveTo>
                  <a:cubicBezTo>
                    <a:pt x="920" y="1"/>
                    <a:pt x="845" y="47"/>
                    <a:pt x="809" y="127"/>
                  </a:cubicBezTo>
                  <a:cubicBezTo>
                    <a:pt x="737" y="276"/>
                    <a:pt x="631" y="411"/>
                    <a:pt x="506" y="522"/>
                  </a:cubicBezTo>
                  <a:cubicBezTo>
                    <a:pt x="458" y="565"/>
                    <a:pt x="410" y="603"/>
                    <a:pt x="357" y="642"/>
                  </a:cubicBezTo>
                  <a:cubicBezTo>
                    <a:pt x="92" y="820"/>
                    <a:pt x="1" y="1171"/>
                    <a:pt x="150" y="1455"/>
                  </a:cubicBezTo>
                  <a:cubicBezTo>
                    <a:pt x="376" y="1883"/>
                    <a:pt x="819" y="2148"/>
                    <a:pt x="1305" y="2148"/>
                  </a:cubicBezTo>
                  <a:cubicBezTo>
                    <a:pt x="1988" y="2148"/>
                    <a:pt x="2560" y="1624"/>
                    <a:pt x="2609" y="940"/>
                  </a:cubicBezTo>
                  <a:cubicBezTo>
                    <a:pt x="2613" y="873"/>
                    <a:pt x="2589" y="810"/>
                    <a:pt x="2536" y="767"/>
                  </a:cubicBezTo>
                  <a:cubicBezTo>
                    <a:pt x="2103" y="406"/>
                    <a:pt x="1598" y="146"/>
                    <a:pt x="1054" y="7"/>
                  </a:cubicBezTo>
                  <a:cubicBezTo>
                    <a:pt x="1037" y="3"/>
                    <a:pt x="1020" y="1"/>
                    <a:pt x="100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1"/>
            <p:cNvSpPr/>
            <p:nvPr/>
          </p:nvSpPr>
          <p:spPr>
            <a:xfrm>
              <a:off x="7997911" y="2656219"/>
              <a:ext cx="68428" cy="55969"/>
            </a:xfrm>
            <a:custGeom>
              <a:rect b="b" l="l" r="r" t="t"/>
              <a:pathLst>
                <a:path extrusionOk="0" h="2134" w="2609">
                  <a:moveTo>
                    <a:pt x="1000" y="1"/>
                  </a:moveTo>
                  <a:cubicBezTo>
                    <a:pt x="916" y="1"/>
                    <a:pt x="836" y="51"/>
                    <a:pt x="804" y="127"/>
                  </a:cubicBezTo>
                  <a:cubicBezTo>
                    <a:pt x="751" y="233"/>
                    <a:pt x="684" y="334"/>
                    <a:pt x="602" y="421"/>
                  </a:cubicBezTo>
                  <a:cubicBezTo>
                    <a:pt x="573" y="454"/>
                    <a:pt x="539" y="488"/>
                    <a:pt x="501" y="522"/>
                  </a:cubicBezTo>
                  <a:cubicBezTo>
                    <a:pt x="457" y="560"/>
                    <a:pt x="409" y="603"/>
                    <a:pt x="356" y="637"/>
                  </a:cubicBezTo>
                  <a:cubicBezTo>
                    <a:pt x="53" y="844"/>
                    <a:pt x="0" y="1239"/>
                    <a:pt x="193" y="1537"/>
                  </a:cubicBezTo>
                  <a:cubicBezTo>
                    <a:pt x="395" y="1859"/>
                    <a:pt x="727" y="2076"/>
                    <a:pt x="1102" y="2134"/>
                  </a:cubicBezTo>
                  <a:cubicBezTo>
                    <a:pt x="838" y="1951"/>
                    <a:pt x="645" y="1710"/>
                    <a:pt x="645" y="1277"/>
                  </a:cubicBezTo>
                  <a:lnTo>
                    <a:pt x="645" y="1109"/>
                  </a:lnTo>
                  <a:cubicBezTo>
                    <a:pt x="693" y="1070"/>
                    <a:pt x="741" y="1036"/>
                    <a:pt x="794" y="988"/>
                  </a:cubicBezTo>
                  <a:cubicBezTo>
                    <a:pt x="915" y="883"/>
                    <a:pt x="1020" y="757"/>
                    <a:pt x="1107" y="623"/>
                  </a:cubicBezTo>
                  <a:cubicBezTo>
                    <a:pt x="1521" y="748"/>
                    <a:pt x="1911" y="960"/>
                    <a:pt x="2243" y="1239"/>
                  </a:cubicBezTo>
                  <a:cubicBezTo>
                    <a:pt x="2286" y="1277"/>
                    <a:pt x="2344" y="1325"/>
                    <a:pt x="2464" y="1441"/>
                  </a:cubicBezTo>
                  <a:cubicBezTo>
                    <a:pt x="2541" y="1320"/>
                    <a:pt x="2594" y="1080"/>
                    <a:pt x="2604" y="940"/>
                  </a:cubicBezTo>
                  <a:cubicBezTo>
                    <a:pt x="2608" y="873"/>
                    <a:pt x="2579" y="810"/>
                    <a:pt x="2531" y="767"/>
                  </a:cubicBezTo>
                  <a:cubicBezTo>
                    <a:pt x="2098" y="406"/>
                    <a:pt x="1593" y="146"/>
                    <a:pt x="1049" y="7"/>
                  </a:cubicBezTo>
                  <a:cubicBezTo>
                    <a:pt x="1033" y="3"/>
                    <a:pt x="1016" y="1"/>
                    <a:pt x="10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1"/>
            <p:cNvSpPr/>
            <p:nvPr/>
          </p:nvSpPr>
          <p:spPr>
            <a:xfrm>
              <a:off x="7980365" y="2742822"/>
              <a:ext cx="23002" cy="38528"/>
            </a:xfrm>
            <a:custGeom>
              <a:rect b="b" l="l" r="r" t="t"/>
              <a:pathLst>
                <a:path extrusionOk="0" h="1469" w="877">
                  <a:moveTo>
                    <a:pt x="135" y="1"/>
                  </a:moveTo>
                  <a:cubicBezTo>
                    <a:pt x="49" y="116"/>
                    <a:pt x="5" y="251"/>
                    <a:pt x="1" y="395"/>
                  </a:cubicBezTo>
                  <a:lnTo>
                    <a:pt x="1" y="1468"/>
                  </a:lnTo>
                  <a:lnTo>
                    <a:pt x="876" y="1468"/>
                  </a:lnTo>
                  <a:lnTo>
                    <a:pt x="876" y="804"/>
                  </a:lnTo>
                  <a:cubicBezTo>
                    <a:pt x="876" y="670"/>
                    <a:pt x="819" y="545"/>
                    <a:pt x="713" y="463"/>
                  </a:cubicBezTo>
                  <a:lnTo>
                    <a:pt x="135"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1"/>
            <p:cNvSpPr/>
            <p:nvPr/>
          </p:nvSpPr>
          <p:spPr>
            <a:xfrm>
              <a:off x="8060621" y="2742822"/>
              <a:ext cx="22870" cy="38528"/>
            </a:xfrm>
            <a:custGeom>
              <a:rect b="b" l="l" r="r" t="t"/>
              <a:pathLst>
                <a:path extrusionOk="0" h="1469" w="872">
                  <a:moveTo>
                    <a:pt x="742" y="1"/>
                  </a:moveTo>
                  <a:lnTo>
                    <a:pt x="164" y="463"/>
                  </a:lnTo>
                  <a:cubicBezTo>
                    <a:pt x="59" y="545"/>
                    <a:pt x="1" y="670"/>
                    <a:pt x="1" y="804"/>
                  </a:cubicBezTo>
                  <a:lnTo>
                    <a:pt x="1" y="1468"/>
                  </a:lnTo>
                  <a:lnTo>
                    <a:pt x="872" y="1468"/>
                  </a:lnTo>
                  <a:lnTo>
                    <a:pt x="872" y="395"/>
                  </a:lnTo>
                  <a:cubicBezTo>
                    <a:pt x="872" y="251"/>
                    <a:pt x="824" y="116"/>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1"/>
            <p:cNvSpPr/>
            <p:nvPr/>
          </p:nvSpPr>
          <p:spPr>
            <a:xfrm>
              <a:off x="7975067" y="2592643"/>
              <a:ext cx="113985" cy="194293"/>
            </a:xfrm>
            <a:custGeom>
              <a:rect b="b" l="l" r="r" t="t"/>
              <a:pathLst>
                <a:path extrusionOk="0" h="7408" w="4346">
                  <a:moveTo>
                    <a:pt x="2171" y="410"/>
                  </a:moveTo>
                  <a:cubicBezTo>
                    <a:pt x="2536" y="410"/>
                    <a:pt x="2839" y="660"/>
                    <a:pt x="2839" y="973"/>
                  </a:cubicBezTo>
                  <a:lnTo>
                    <a:pt x="2839" y="1011"/>
                  </a:lnTo>
                  <a:cubicBezTo>
                    <a:pt x="2625" y="920"/>
                    <a:pt x="2398" y="874"/>
                    <a:pt x="2171" y="874"/>
                  </a:cubicBezTo>
                  <a:cubicBezTo>
                    <a:pt x="1943" y="874"/>
                    <a:pt x="1716" y="920"/>
                    <a:pt x="1502" y="1011"/>
                  </a:cubicBezTo>
                  <a:cubicBezTo>
                    <a:pt x="1507" y="997"/>
                    <a:pt x="1502" y="982"/>
                    <a:pt x="1502" y="973"/>
                  </a:cubicBezTo>
                  <a:cubicBezTo>
                    <a:pt x="1502" y="660"/>
                    <a:pt x="1800" y="410"/>
                    <a:pt x="2171" y="410"/>
                  </a:cubicBezTo>
                  <a:close/>
                  <a:moveTo>
                    <a:pt x="2173" y="1281"/>
                  </a:moveTo>
                  <a:cubicBezTo>
                    <a:pt x="3058" y="1281"/>
                    <a:pt x="3713" y="2154"/>
                    <a:pt x="3426" y="3023"/>
                  </a:cubicBezTo>
                  <a:cubicBezTo>
                    <a:pt x="2849" y="2431"/>
                    <a:pt x="1824" y="2200"/>
                    <a:pt x="1776" y="2190"/>
                  </a:cubicBezTo>
                  <a:cubicBezTo>
                    <a:pt x="1761" y="2187"/>
                    <a:pt x="1746" y="2185"/>
                    <a:pt x="1730" y="2185"/>
                  </a:cubicBezTo>
                  <a:cubicBezTo>
                    <a:pt x="1685" y="2185"/>
                    <a:pt x="1639" y="2200"/>
                    <a:pt x="1603" y="2229"/>
                  </a:cubicBezTo>
                  <a:cubicBezTo>
                    <a:pt x="1555" y="2267"/>
                    <a:pt x="1526" y="2325"/>
                    <a:pt x="1531" y="2387"/>
                  </a:cubicBezTo>
                  <a:cubicBezTo>
                    <a:pt x="1511" y="2503"/>
                    <a:pt x="1458" y="2604"/>
                    <a:pt x="1372" y="2681"/>
                  </a:cubicBezTo>
                  <a:cubicBezTo>
                    <a:pt x="1207" y="2827"/>
                    <a:pt x="1348" y="3043"/>
                    <a:pt x="1510" y="3043"/>
                  </a:cubicBezTo>
                  <a:cubicBezTo>
                    <a:pt x="1561" y="3043"/>
                    <a:pt x="1614" y="3022"/>
                    <a:pt x="1661" y="2970"/>
                  </a:cubicBezTo>
                  <a:cubicBezTo>
                    <a:pt x="1757" y="2878"/>
                    <a:pt x="1829" y="2763"/>
                    <a:pt x="1882" y="2638"/>
                  </a:cubicBezTo>
                  <a:cubicBezTo>
                    <a:pt x="2223" y="2744"/>
                    <a:pt x="2940" y="2999"/>
                    <a:pt x="3258" y="3451"/>
                  </a:cubicBezTo>
                  <a:cubicBezTo>
                    <a:pt x="3164" y="3982"/>
                    <a:pt x="2708" y="4366"/>
                    <a:pt x="2176" y="4366"/>
                  </a:cubicBezTo>
                  <a:cubicBezTo>
                    <a:pt x="2163" y="4366"/>
                    <a:pt x="2150" y="4366"/>
                    <a:pt x="2137" y="4365"/>
                  </a:cubicBezTo>
                  <a:cubicBezTo>
                    <a:pt x="1584" y="4351"/>
                    <a:pt x="1131" y="3927"/>
                    <a:pt x="1073" y="3384"/>
                  </a:cubicBezTo>
                  <a:lnTo>
                    <a:pt x="1069" y="3384"/>
                  </a:lnTo>
                  <a:cubicBezTo>
                    <a:pt x="1069" y="3355"/>
                    <a:pt x="1059" y="3326"/>
                    <a:pt x="1045" y="3297"/>
                  </a:cubicBezTo>
                  <a:cubicBezTo>
                    <a:pt x="535" y="2474"/>
                    <a:pt x="1059" y="1406"/>
                    <a:pt x="2017" y="1290"/>
                  </a:cubicBezTo>
                  <a:cubicBezTo>
                    <a:pt x="2070" y="1284"/>
                    <a:pt x="2122" y="1281"/>
                    <a:pt x="2173" y="1281"/>
                  </a:cubicBezTo>
                  <a:close/>
                  <a:moveTo>
                    <a:pt x="2618" y="4707"/>
                  </a:moveTo>
                  <a:lnTo>
                    <a:pt x="2618" y="4928"/>
                  </a:lnTo>
                  <a:cubicBezTo>
                    <a:pt x="2618" y="4995"/>
                    <a:pt x="2637" y="5063"/>
                    <a:pt x="2671" y="5125"/>
                  </a:cubicBezTo>
                  <a:lnTo>
                    <a:pt x="2171" y="5602"/>
                  </a:lnTo>
                  <a:lnTo>
                    <a:pt x="1670" y="5125"/>
                  </a:lnTo>
                  <a:cubicBezTo>
                    <a:pt x="1704" y="5063"/>
                    <a:pt x="1718" y="4995"/>
                    <a:pt x="1718" y="4923"/>
                  </a:cubicBezTo>
                  <a:lnTo>
                    <a:pt x="1718" y="4707"/>
                  </a:lnTo>
                  <a:cubicBezTo>
                    <a:pt x="1867" y="4755"/>
                    <a:pt x="2017" y="4774"/>
                    <a:pt x="2171" y="4779"/>
                  </a:cubicBezTo>
                  <a:cubicBezTo>
                    <a:pt x="2325" y="4779"/>
                    <a:pt x="2474" y="4755"/>
                    <a:pt x="2618" y="4707"/>
                  </a:cubicBezTo>
                  <a:close/>
                  <a:moveTo>
                    <a:pt x="2171" y="1"/>
                  </a:moveTo>
                  <a:cubicBezTo>
                    <a:pt x="1574" y="1"/>
                    <a:pt x="1093" y="439"/>
                    <a:pt x="1093" y="973"/>
                  </a:cubicBezTo>
                  <a:cubicBezTo>
                    <a:pt x="1093" y="1055"/>
                    <a:pt x="1102" y="1141"/>
                    <a:pt x="1131" y="1223"/>
                  </a:cubicBezTo>
                  <a:cubicBezTo>
                    <a:pt x="429" y="1748"/>
                    <a:pt x="231" y="2715"/>
                    <a:pt x="669" y="3475"/>
                  </a:cubicBezTo>
                  <a:cubicBezTo>
                    <a:pt x="727" y="3894"/>
                    <a:pt x="963" y="4269"/>
                    <a:pt x="1309" y="4509"/>
                  </a:cubicBezTo>
                  <a:lnTo>
                    <a:pt x="1309" y="4928"/>
                  </a:lnTo>
                  <a:cubicBezTo>
                    <a:pt x="1309" y="4933"/>
                    <a:pt x="1309" y="4938"/>
                    <a:pt x="1304" y="4938"/>
                  </a:cubicBezTo>
                  <a:lnTo>
                    <a:pt x="477" y="5351"/>
                  </a:lnTo>
                  <a:cubicBezTo>
                    <a:pt x="183" y="5496"/>
                    <a:pt x="0" y="5794"/>
                    <a:pt x="0" y="6121"/>
                  </a:cubicBezTo>
                  <a:lnTo>
                    <a:pt x="0" y="7194"/>
                  </a:lnTo>
                  <a:cubicBezTo>
                    <a:pt x="8" y="7322"/>
                    <a:pt x="106" y="7386"/>
                    <a:pt x="205" y="7386"/>
                  </a:cubicBezTo>
                  <a:cubicBezTo>
                    <a:pt x="304" y="7386"/>
                    <a:pt x="402" y="7322"/>
                    <a:pt x="409" y="7194"/>
                  </a:cubicBezTo>
                  <a:lnTo>
                    <a:pt x="409" y="6121"/>
                  </a:lnTo>
                  <a:cubicBezTo>
                    <a:pt x="409" y="5948"/>
                    <a:pt x="506" y="5794"/>
                    <a:pt x="660" y="5717"/>
                  </a:cubicBezTo>
                  <a:lnTo>
                    <a:pt x="1338" y="5376"/>
                  </a:lnTo>
                  <a:lnTo>
                    <a:pt x="1964" y="5972"/>
                  </a:lnTo>
                  <a:lnTo>
                    <a:pt x="1964" y="7194"/>
                  </a:lnTo>
                  <a:cubicBezTo>
                    <a:pt x="1971" y="7322"/>
                    <a:pt x="2070" y="7386"/>
                    <a:pt x="2168" y="7386"/>
                  </a:cubicBezTo>
                  <a:cubicBezTo>
                    <a:pt x="2267" y="7386"/>
                    <a:pt x="2365" y="7322"/>
                    <a:pt x="2373" y="7194"/>
                  </a:cubicBezTo>
                  <a:lnTo>
                    <a:pt x="2373" y="5972"/>
                  </a:lnTo>
                  <a:lnTo>
                    <a:pt x="2998" y="5376"/>
                  </a:lnTo>
                  <a:lnTo>
                    <a:pt x="3681" y="5717"/>
                  </a:lnTo>
                  <a:cubicBezTo>
                    <a:pt x="3835" y="5794"/>
                    <a:pt x="3932" y="5948"/>
                    <a:pt x="3932" y="6121"/>
                  </a:cubicBezTo>
                  <a:lnTo>
                    <a:pt x="3932" y="7194"/>
                  </a:lnTo>
                  <a:cubicBezTo>
                    <a:pt x="3922" y="7336"/>
                    <a:pt x="4028" y="7407"/>
                    <a:pt x="4134" y="7407"/>
                  </a:cubicBezTo>
                  <a:cubicBezTo>
                    <a:pt x="4240" y="7407"/>
                    <a:pt x="4345" y="7336"/>
                    <a:pt x="4336" y="7194"/>
                  </a:cubicBezTo>
                  <a:lnTo>
                    <a:pt x="4336" y="6121"/>
                  </a:lnTo>
                  <a:cubicBezTo>
                    <a:pt x="4341" y="5794"/>
                    <a:pt x="4153" y="5496"/>
                    <a:pt x="3864" y="5351"/>
                  </a:cubicBezTo>
                  <a:lnTo>
                    <a:pt x="3037" y="4938"/>
                  </a:lnTo>
                  <a:cubicBezTo>
                    <a:pt x="3032" y="4938"/>
                    <a:pt x="3027" y="4933"/>
                    <a:pt x="3027" y="4928"/>
                  </a:cubicBezTo>
                  <a:lnTo>
                    <a:pt x="3027" y="4509"/>
                  </a:lnTo>
                  <a:cubicBezTo>
                    <a:pt x="3378" y="4269"/>
                    <a:pt x="3609" y="3894"/>
                    <a:pt x="3672" y="3475"/>
                  </a:cubicBezTo>
                  <a:cubicBezTo>
                    <a:pt x="4110" y="2715"/>
                    <a:pt x="3912" y="1748"/>
                    <a:pt x="3210" y="1223"/>
                  </a:cubicBezTo>
                  <a:cubicBezTo>
                    <a:pt x="3234" y="1141"/>
                    <a:pt x="3248" y="1055"/>
                    <a:pt x="3248" y="973"/>
                  </a:cubicBezTo>
                  <a:cubicBezTo>
                    <a:pt x="3248" y="439"/>
                    <a:pt x="2767" y="1"/>
                    <a:pt x="2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1"/>
            <p:cNvSpPr/>
            <p:nvPr/>
          </p:nvSpPr>
          <p:spPr>
            <a:xfrm>
              <a:off x="7997911" y="2760132"/>
              <a:ext cx="10753" cy="26201"/>
            </a:xfrm>
            <a:custGeom>
              <a:rect b="b" l="l" r="r" t="t"/>
              <a:pathLst>
                <a:path extrusionOk="0" h="999" w="410">
                  <a:moveTo>
                    <a:pt x="207" y="0"/>
                  </a:moveTo>
                  <a:cubicBezTo>
                    <a:pt x="92" y="0"/>
                    <a:pt x="0" y="91"/>
                    <a:pt x="0" y="202"/>
                  </a:cubicBezTo>
                  <a:lnTo>
                    <a:pt x="0" y="804"/>
                  </a:lnTo>
                  <a:cubicBezTo>
                    <a:pt x="8" y="933"/>
                    <a:pt x="106" y="998"/>
                    <a:pt x="205" y="998"/>
                  </a:cubicBezTo>
                  <a:cubicBezTo>
                    <a:pt x="304" y="998"/>
                    <a:pt x="402" y="933"/>
                    <a:pt x="409" y="804"/>
                  </a:cubicBezTo>
                  <a:lnTo>
                    <a:pt x="409" y="202"/>
                  </a:lnTo>
                  <a:cubicBezTo>
                    <a:pt x="409" y="91"/>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1"/>
            <p:cNvSpPr/>
            <p:nvPr/>
          </p:nvSpPr>
          <p:spPr>
            <a:xfrm>
              <a:off x="8055192" y="2760132"/>
              <a:ext cx="10753" cy="26201"/>
            </a:xfrm>
            <a:custGeom>
              <a:rect b="b" l="l" r="r" t="t"/>
              <a:pathLst>
                <a:path extrusionOk="0" h="999" w="410">
                  <a:moveTo>
                    <a:pt x="208" y="0"/>
                  </a:moveTo>
                  <a:cubicBezTo>
                    <a:pt x="92" y="0"/>
                    <a:pt x="1" y="91"/>
                    <a:pt x="1" y="202"/>
                  </a:cubicBezTo>
                  <a:lnTo>
                    <a:pt x="1" y="804"/>
                  </a:lnTo>
                  <a:cubicBezTo>
                    <a:pt x="8" y="933"/>
                    <a:pt x="107" y="998"/>
                    <a:pt x="205" y="998"/>
                  </a:cubicBezTo>
                  <a:cubicBezTo>
                    <a:pt x="304" y="998"/>
                    <a:pt x="403" y="933"/>
                    <a:pt x="410" y="804"/>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1"/>
            <p:cNvSpPr/>
            <p:nvPr/>
          </p:nvSpPr>
          <p:spPr>
            <a:xfrm>
              <a:off x="8081078" y="2604420"/>
              <a:ext cx="140238" cy="113775"/>
            </a:xfrm>
            <a:custGeom>
              <a:rect b="b" l="l" r="r" t="t"/>
              <a:pathLst>
                <a:path extrusionOk="0" h="4338" w="5347">
                  <a:moveTo>
                    <a:pt x="2717" y="1"/>
                  </a:moveTo>
                  <a:cubicBezTo>
                    <a:pt x="2618" y="1"/>
                    <a:pt x="2519" y="64"/>
                    <a:pt x="2512" y="192"/>
                  </a:cubicBezTo>
                  <a:lnTo>
                    <a:pt x="2512" y="2482"/>
                  </a:lnTo>
                  <a:lnTo>
                    <a:pt x="202" y="3950"/>
                  </a:lnTo>
                  <a:cubicBezTo>
                    <a:pt x="0" y="4069"/>
                    <a:pt x="121" y="4338"/>
                    <a:pt x="302" y="4338"/>
                  </a:cubicBezTo>
                  <a:cubicBezTo>
                    <a:pt x="341" y="4338"/>
                    <a:pt x="382" y="4325"/>
                    <a:pt x="424" y="4296"/>
                  </a:cubicBezTo>
                  <a:lnTo>
                    <a:pt x="2714" y="2838"/>
                  </a:lnTo>
                  <a:lnTo>
                    <a:pt x="5005" y="4296"/>
                  </a:lnTo>
                  <a:cubicBezTo>
                    <a:pt x="5038" y="4316"/>
                    <a:pt x="5076" y="4326"/>
                    <a:pt x="5112" y="4326"/>
                  </a:cubicBezTo>
                  <a:cubicBezTo>
                    <a:pt x="5181" y="4326"/>
                    <a:pt x="5248" y="4293"/>
                    <a:pt x="5288" y="4234"/>
                  </a:cubicBezTo>
                  <a:cubicBezTo>
                    <a:pt x="5346" y="4137"/>
                    <a:pt x="5322" y="4012"/>
                    <a:pt x="5226" y="3950"/>
                  </a:cubicBezTo>
                  <a:lnTo>
                    <a:pt x="2921" y="2482"/>
                  </a:lnTo>
                  <a:lnTo>
                    <a:pt x="2921" y="192"/>
                  </a:lnTo>
                  <a:cubicBezTo>
                    <a:pt x="2914" y="64"/>
                    <a:pt x="2815" y="1"/>
                    <a:pt x="2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1"/>
            <p:cNvSpPr/>
            <p:nvPr/>
          </p:nvSpPr>
          <p:spPr>
            <a:xfrm>
              <a:off x="8095215" y="2420906"/>
              <a:ext cx="113854" cy="171030"/>
            </a:xfrm>
            <a:custGeom>
              <a:rect b="b" l="l" r="r" t="t"/>
              <a:pathLst>
                <a:path extrusionOk="0" h="6521" w="4341">
                  <a:moveTo>
                    <a:pt x="2175" y="408"/>
                  </a:moveTo>
                  <a:cubicBezTo>
                    <a:pt x="2506" y="408"/>
                    <a:pt x="2837" y="537"/>
                    <a:pt x="3085" y="794"/>
                  </a:cubicBezTo>
                  <a:cubicBezTo>
                    <a:pt x="3330" y="1054"/>
                    <a:pt x="3479" y="1391"/>
                    <a:pt x="3498" y="1747"/>
                  </a:cubicBezTo>
                  <a:cubicBezTo>
                    <a:pt x="3508" y="1877"/>
                    <a:pt x="3527" y="2050"/>
                    <a:pt x="3556" y="2233"/>
                  </a:cubicBezTo>
                  <a:cubicBezTo>
                    <a:pt x="3335" y="1857"/>
                    <a:pt x="2979" y="1583"/>
                    <a:pt x="2507" y="1434"/>
                  </a:cubicBezTo>
                  <a:cubicBezTo>
                    <a:pt x="2257" y="1352"/>
                    <a:pt x="1997" y="1314"/>
                    <a:pt x="1732" y="1314"/>
                  </a:cubicBezTo>
                  <a:cubicBezTo>
                    <a:pt x="1680" y="1314"/>
                    <a:pt x="1627" y="1338"/>
                    <a:pt x="1588" y="1371"/>
                  </a:cubicBezTo>
                  <a:lnTo>
                    <a:pt x="1222" y="1756"/>
                  </a:lnTo>
                  <a:cubicBezTo>
                    <a:pt x="1062" y="1905"/>
                    <a:pt x="1205" y="2115"/>
                    <a:pt x="1365" y="2115"/>
                  </a:cubicBezTo>
                  <a:cubicBezTo>
                    <a:pt x="1417" y="2115"/>
                    <a:pt x="1470" y="2093"/>
                    <a:pt x="1516" y="2040"/>
                  </a:cubicBezTo>
                  <a:lnTo>
                    <a:pt x="1824" y="1723"/>
                  </a:lnTo>
                  <a:cubicBezTo>
                    <a:pt x="2016" y="1732"/>
                    <a:pt x="2209" y="1766"/>
                    <a:pt x="2396" y="1829"/>
                  </a:cubicBezTo>
                  <a:cubicBezTo>
                    <a:pt x="2820" y="1963"/>
                    <a:pt x="3109" y="2209"/>
                    <a:pt x="3267" y="2560"/>
                  </a:cubicBezTo>
                  <a:cubicBezTo>
                    <a:pt x="3185" y="3097"/>
                    <a:pt x="2720" y="3492"/>
                    <a:pt x="2181" y="3492"/>
                  </a:cubicBezTo>
                  <a:cubicBezTo>
                    <a:pt x="2150" y="3492"/>
                    <a:pt x="2119" y="3491"/>
                    <a:pt x="2089" y="3489"/>
                  </a:cubicBezTo>
                  <a:cubicBezTo>
                    <a:pt x="1516" y="3445"/>
                    <a:pt x="1068" y="2964"/>
                    <a:pt x="1068" y="2387"/>
                  </a:cubicBezTo>
                  <a:cubicBezTo>
                    <a:pt x="1068" y="2270"/>
                    <a:pt x="974" y="2184"/>
                    <a:pt x="865" y="2184"/>
                  </a:cubicBezTo>
                  <a:cubicBezTo>
                    <a:pt x="843" y="2184"/>
                    <a:pt x="821" y="2187"/>
                    <a:pt x="799" y="2194"/>
                  </a:cubicBezTo>
                  <a:cubicBezTo>
                    <a:pt x="828" y="2021"/>
                    <a:pt x="842" y="1867"/>
                    <a:pt x="852" y="1747"/>
                  </a:cubicBezTo>
                  <a:cubicBezTo>
                    <a:pt x="871" y="1391"/>
                    <a:pt x="1016" y="1054"/>
                    <a:pt x="1261" y="794"/>
                  </a:cubicBezTo>
                  <a:cubicBezTo>
                    <a:pt x="1511" y="537"/>
                    <a:pt x="1843" y="408"/>
                    <a:pt x="2175" y="408"/>
                  </a:cubicBezTo>
                  <a:close/>
                  <a:moveTo>
                    <a:pt x="703" y="2748"/>
                  </a:moveTo>
                  <a:cubicBezTo>
                    <a:pt x="794" y="3108"/>
                    <a:pt x="1011" y="3421"/>
                    <a:pt x="1314" y="3633"/>
                  </a:cubicBezTo>
                  <a:lnTo>
                    <a:pt x="1314" y="3854"/>
                  </a:lnTo>
                  <a:cubicBezTo>
                    <a:pt x="1025" y="3811"/>
                    <a:pt x="746" y="3724"/>
                    <a:pt x="481" y="3609"/>
                  </a:cubicBezTo>
                  <a:cubicBezTo>
                    <a:pt x="472" y="3609"/>
                    <a:pt x="472" y="3594"/>
                    <a:pt x="477" y="3590"/>
                  </a:cubicBezTo>
                  <a:cubicBezTo>
                    <a:pt x="573" y="3315"/>
                    <a:pt x="650" y="3036"/>
                    <a:pt x="703" y="2748"/>
                  </a:cubicBezTo>
                  <a:close/>
                  <a:moveTo>
                    <a:pt x="3643" y="2748"/>
                  </a:moveTo>
                  <a:cubicBezTo>
                    <a:pt x="3700" y="3031"/>
                    <a:pt x="3773" y="3315"/>
                    <a:pt x="3869" y="3590"/>
                  </a:cubicBezTo>
                  <a:cubicBezTo>
                    <a:pt x="3869" y="3590"/>
                    <a:pt x="3878" y="3609"/>
                    <a:pt x="3864" y="3609"/>
                  </a:cubicBezTo>
                  <a:lnTo>
                    <a:pt x="3864" y="3614"/>
                  </a:lnTo>
                  <a:cubicBezTo>
                    <a:pt x="3599" y="3729"/>
                    <a:pt x="3320" y="3811"/>
                    <a:pt x="3032" y="3859"/>
                  </a:cubicBezTo>
                  <a:lnTo>
                    <a:pt x="3032" y="3638"/>
                  </a:lnTo>
                  <a:cubicBezTo>
                    <a:pt x="3340" y="3426"/>
                    <a:pt x="3556" y="3108"/>
                    <a:pt x="3643" y="2748"/>
                  </a:cubicBezTo>
                  <a:close/>
                  <a:moveTo>
                    <a:pt x="2627" y="3835"/>
                  </a:moveTo>
                  <a:lnTo>
                    <a:pt x="2627" y="4052"/>
                  </a:lnTo>
                  <a:cubicBezTo>
                    <a:pt x="2623" y="4119"/>
                    <a:pt x="2642" y="4191"/>
                    <a:pt x="2676" y="4254"/>
                  </a:cubicBezTo>
                  <a:lnTo>
                    <a:pt x="2483" y="4432"/>
                  </a:lnTo>
                  <a:cubicBezTo>
                    <a:pt x="2397" y="4515"/>
                    <a:pt x="2286" y="4556"/>
                    <a:pt x="2175" y="4556"/>
                  </a:cubicBezTo>
                  <a:cubicBezTo>
                    <a:pt x="2062" y="4556"/>
                    <a:pt x="1950" y="4514"/>
                    <a:pt x="1862" y="4432"/>
                  </a:cubicBezTo>
                  <a:lnTo>
                    <a:pt x="1675" y="4249"/>
                  </a:lnTo>
                  <a:cubicBezTo>
                    <a:pt x="1704" y="4186"/>
                    <a:pt x="1723" y="4119"/>
                    <a:pt x="1723" y="4052"/>
                  </a:cubicBezTo>
                  <a:lnTo>
                    <a:pt x="1723" y="3835"/>
                  </a:lnTo>
                  <a:cubicBezTo>
                    <a:pt x="1870" y="3881"/>
                    <a:pt x="2021" y="3904"/>
                    <a:pt x="2173" y="3904"/>
                  </a:cubicBezTo>
                  <a:cubicBezTo>
                    <a:pt x="2326" y="3904"/>
                    <a:pt x="2478" y="3881"/>
                    <a:pt x="2627" y="3835"/>
                  </a:cubicBezTo>
                  <a:close/>
                  <a:moveTo>
                    <a:pt x="2170" y="0"/>
                  </a:moveTo>
                  <a:cubicBezTo>
                    <a:pt x="1256" y="0"/>
                    <a:pt x="510" y="741"/>
                    <a:pt x="438" y="1718"/>
                  </a:cubicBezTo>
                  <a:cubicBezTo>
                    <a:pt x="409" y="2117"/>
                    <a:pt x="270" y="2964"/>
                    <a:pt x="92" y="3450"/>
                  </a:cubicBezTo>
                  <a:cubicBezTo>
                    <a:pt x="10" y="3657"/>
                    <a:pt x="106" y="3888"/>
                    <a:pt x="308" y="3984"/>
                  </a:cubicBezTo>
                  <a:cubicBezTo>
                    <a:pt x="534" y="4085"/>
                    <a:pt x="765" y="4162"/>
                    <a:pt x="1006" y="4215"/>
                  </a:cubicBezTo>
                  <a:lnTo>
                    <a:pt x="477" y="4480"/>
                  </a:lnTo>
                  <a:cubicBezTo>
                    <a:pt x="188" y="4624"/>
                    <a:pt x="0" y="4922"/>
                    <a:pt x="0" y="5245"/>
                  </a:cubicBezTo>
                  <a:lnTo>
                    <a:pt x="0" y="6318"/>
                  </a:lnTo>
                  <a:cubicBezTo>
                    <a:pt x="5" y="6430"/>
                    <a:pt x="92" y="6520"/>
                    <a:pt x="199" y="6520"/>
                  </a:cubicBezTo>
                  <a:cubicBezTo>
                    <a:pt x="202" y="6520"/>
                    <a:pt x="204" y="6520"/>
                    <a:pt x="207" y="6520"/>
                  </a:cubicBezTo>
                  <a:cubicBezTo>
                    <a:pt x="323" y="6520"/>
                    <a:pt x="414" y="6429"/>
                    <a:pt x="414" y="6318"/>
                  </a:cubicBezTo>
                  <a:lnTo>
                    <a:pt x="414" y="5245"/>
                  </a:lnTo>
                  <a:cubicBezTo>
                    <a:pt x="414" y="5076"/>
                    <a:pt x="510" y="4918"/>
                    <a:pt x="664" y="4841"/>
                  </a:cubicBezTo>
                  <a:lnTo>
                    <a:pt x="1343" y="4504"/>
                  </a:lnTo>
                  <a:lnTo>
                    <a:pt x="1583" y="4725"/>
                  </a:lnTo>
                  <a:cubicBezTo>
                    <a:pt x="1749" y="4884"/>
                    <a:pt x="1962" y="4963"/>
                    <a:pt x="2175" y="4963"/>
                  </a:cubicBezTo>
                  <a:cubicBezTo>
                    <a:pt x="2388" y="4963"/>
                    <a:pt x="2601" y="4884"/>
                    <a:pt x="2767" y="4725"/>
                  </a:cubicBezTo>
                  <a:lnTo>
                    <a:pt x="3003" y="4504"/>
                  </a:lnTo>
                  <a:lnTo>
                    <a:pt x="3686" y="4841"/>
                  </a:lnTo>
                  <a:cubicBezTo>
                    <a:pt x="3835" y="4918"/>
                    <a:pt x="3931" y="5076"/>
                    <a:pt x="3931" y="5245"/>
                  </a:cubicBezTo>
                  <a:lnTo>
                    <a:pt x="3931" y="6318"/>
                  </a:lnTo>
                  <a:cubicBezTo>
                    <a:pt x="3939" y="6445"/>
                    <a:pt x="4037" y="6509"/>
                    <a:pt x="4136" y="6509"/>
                  </a:cubicBezTo>
                  <a:cubicBezTo>
                    <a:pt x="4235" y="6509"/>
                    <a:pt x="4333" y="6445"/>
                    <a:pt x="4340" y="6318"/>
                  </a:cubicBezTo>
                  <a:lnTo>
                    <a:pt x="4340" y="5245"/>
                  </a:lnTo>
                  <a:cubicBezTo>
                    <a:pt x="4340" y="4918"/>
                    <a:pt x="4158" y="4619"/>
                    <a:pt x="3869" y="4475"/>
                  </a:cubicBezTo>
                  <a:lnTo>
                    <a:pt x="3340" y="4215"/>
                  </a:lnTo>
                  <a:cubicBezTo>
                    <a:pt x="3580" y="4162"/>
                    <a:pt x="3811" y="4085"/>
                    <a:pt x="4037" y="3984"/>
                  </a:cubicBezTo>
                  <a:cubicBezTo>
                    <a:pt x="4239" y="3888"/>
                    <a:pt x="4331" y="3657"/>
                    <a:pt x="4254" y="3450"/>
                  </a:cubicBezTo>
                  <a:cubicBezTo>
                    <a:pt x="4071" y="2969"/>
                    <a:pt x="3931" y="2117"/>
                    <a:pt x="3903" y="1718"/>
                  </a:cubicBezTo>
                  <a:cubicBezTo>
                    <a:pt x="3835" y="741"/>
                    <a:pt x="3089" y="0"/>
                    <a:pt x="2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1"/>
            <p:cNvSpPr/>
            <p:nvPr/>
          </p:nvSpPr>
          <p:spPr>
            <a:xfrm>
              <a:off x="8117980" y="2565131"/>
              <a:ext cx="11147" cy="27067"/>
            </a:xfrm>
            <a:custGeom>
              <a:rect b="b" l="l" r="r" t="t"/>
              <a:pathLst>
                <a:path extrusionOk="0" h="1032" w="425">
                  <a:moveTo>
                    <a:pt x="212" y="1"/>
                  </a:moveTo>
                  <a:cubicBezTo>
                    <a:pt x="107" y="1"/>
                    <a:pt x="1" y="73"/>
                    <a:pt x="8" y="217"/>
                  </a:cubicBezTo>
                  <a:lnTo>
                    <a:pt x="8" y="819"/>
                  </a:lnTo>
                  <a:cubicBezTo>
                    <a:pt x="1" y="961"/>
                    <a:pt x="107" y="1032"/>
                    <a:pt x="212" y="1032"/>
                  </a:cubicBezTo>
                  <a:cubicBezTo>
                    <a:pt x="318" y="1032"/>
                    <a:pt x="424" y="961"/>
                    <a:pt x="417" y="819"/>
                  </a:cubicBezTo>
                  <a:lnTo>
                    <a:pt x="417" y="217"/>
                  </a:lnTo>
                  <a:cubicBezTo>
                    <a:pt x="424" y="73"/>
                    <a:pt x="318"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1"/>
            <p:cNvSpPr/>
            <p:nvPr/>
          </p:nvSpPr>
          <p:spPr>
            <a:xfrm>
              <a:off x="8175209" y="2565708"/>
              <a:ext cx="11147" cy="26490"/>
            </a:xfrm>
            <a:custGeom>
              <a:rect b="b" l="l" r="r" t="t"/>
              <a:pathLst>
                <a:path extrusionOk="0" h="1010" w="425">
                  <a:moveTo>
                    <a:pt x="211" y="1"/>
                  </a:moveTo>
                  <a:cubicBezTo>
                    <a:pt x="113" y="1"/>
                    <a:pt x="15" y="66"/>
                    <a:pt x="10" y="195"/>
                  </a:cubicBezTo>
                  <a:lnTo>
                    <a:pt x="10" y="797"/>
                  </a:lnTo>
                  <a:cubicBezTo>
                    <a:pt x="1" y="939"/>
                    <a:pt x="107" y="1010"/>
                    <a:pt x="213" y="1010"/>
                  </a:cubicBezTo>
                  <a:cubicBezTo>
                    <a:pt x="318" y="1010"/>
                    <a:pt x="424" y="939"/>
                    <a:pt x="415" y="797"/>
                  </a:cubicBezTo>
                  <a:lnTo>
                    <a:pt x="415" y="195"/>
                  </a:lnTo>
                  <a:cubicBezTo>
                    <a:pt x="407" y="66"/>
                    <a:pt x="309"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1"/>
            <p:cNvSpPr/>
            <p:nvPr/>
          </p:nvSpPr>
          <p:spPr>
            <a:xfrm>
              <a:off x="8248410" y="2644154"/>
              <a:ext cx="48547" cy="16366"/>
            </a:xfrm>
            <a:custGeom>
              <a:rect b="b" l="l" r="r" t="t"/>
              <a:pathLst>
                <a:path extrusionOk="0" h="624" w="1851">
                  <a:moveTo>
                    <a:pt x="261" y="0"/>
                  </a:moveTo>
                  <a:cubicBezTo>
                    <a:pt x="1" y="14"/>
                    <a:pt x="1" y="395"/>
                    <a:pt x="261" y="409"/>
                  </a:cubicBezTo>
                  <a:cubicBezTo>
                    <a:pt x="491" y="414"/>
                    <a:pt x="1160" y="448"/>
                    <a:pt x="1483" y="606"/>
                  </a:cubicBezTo>
                  <a:cubicBezTo>
                    <a:pt x="1511" y="618"/>
                    <a:pt x="1539" y="624"/>
                    <a:pt x="1565" y="624"/>
                  </a:cubicBezTo>
                  <a:cubicBezTo>
                    <a:pt x="1748" y="624"/>
                    <a:pt x="1850" y="354"/>
                    <a:pt x="1661" y="241"/>
                  </a:cubicBezTo>
                  <a:cubicBezTo>
                    <a:pt x="1184" y="5"/>
                    <a:pt x="299"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1"/>
            <p:cNvSpPr/>
            <p:nvPr/>
          </p:nvSpPr>
          <p:spPr>
            <a:xfrm>
              <a:off x="8209803" y="2615619"/>
              <a:ext cx="125210" cy="170741"/>
            </a:xfrm>
            <a:custGeom>
              <a:rect b="b" l="l" r="r" t="t"/>
              <a:pathLst>
                <a:path extrusionOk="0" h="6510" w="4774">
                  <a:moveTo>
                    <a:pt x="3715" y="405"/>
                  </a:moveTo>
                  <a:lnTo>
                    <a:pt x="3715" y="1256"/>
                  </a:lnTo>
                  <a:cubicBezTo>
                    <a:pt x="3710" y="1391"/>
                    <a:pt x="3681" y="1531"/>
                    <a:pt x="3619" y="1651"/>
                  </a:cubicBezTo>
                  <a:lnTo>
                    <a:pt x="3518" y="1858"/>
                  </a:lnTo>
                  <a:cubicBezTo>
                    <a:pt x="3503" y="1887"/>
                    <a:pt x="3494" y="1916"/>
                    <a:pt x="3494" y="1949"/>
                  </a:cubicBezTo>
                  <a:lnTo>
                    <a:pt x="3494" y="2387"/>
                  </a:lnTo>
                  <a:cubicBezTo>
                    <a:pt x="3494" y="2998"/>
                    <a:pt x="2998" y="3490"/>
                    <a:pt x="2396" y="3490"/>
                  </a:cubicBezTo>
                  <a:cubicBezTo>
                    <a:pt x="2382" y="3490"/>
                    <a:pt x="2368" y="3490"/>
                    <a:pt x="2353" y="3489"/>
                  </a:cubicBezTo>
                  <a:cubicBezTo>
                    <a:pt x="1766" y="3475"/>
                    <a:pt x="1285" y="2955"/>
                    <a:pt x="1285" y="2329"/>
                  </a:cubicBezTo>
                  <a:lnTo>
                    <a:pt x="1285" y="1949"/>
                  </a:lnTo>
                  <a:cubicBezTo>
                    <a:pt x="1285" y="1920"/>
                    <a:pt x="1275" y="1887"/>
                    <a:pt x="1261" y="1858"/>
                  </a:cubicBezTo>
                  <a:lnTo>
                    <a:pt x="1136" y="1608"/>
                  </a:lnTo>
                  <a:cubicBezTo>
                    <a:pt x="1088" y="1511"/>
                    <a:pt x="1064" y="1410"/>
                    <a:pt x="1064" y="1305"/>
                  </a:cubicBezTo>
                  <a:lnTo>
                    <a:pt x="1064" y="1295"/>
                  </a:lnTo>
                  <a:cubicBezTo>
                    <a:pt x="1064" y="804"/>
                    <a:pt x="1463" y="410"/>
                    <a:pt x="1954" y="405"/>
                  </a:cubicBezTo>
                  <a:close/>
                  <a:moveTo>
                    <a:pt x="1939" y="3826"/>
                  </a:moveTo>
                  <a:cubicBezTo>
                    <a:pt x="2069" y="3869"/>
                    <a:pt x="2204" y="3893"/>
                    <a:pt x="2344" y="3898"/>
                  </a:cubicBezTo>
                  <a:lnTo>
                    <a:pt x="2387" y="3898"/>
                  </a:lnTo>
                  <a:cubicBezTo>
                    <a:pt x="2541" y="3898"/>
                    <a:pt x="2695" y="3879"/>
                    <a:pt x="2839" y="3831"/>
                  </a:cubicBezTo>
                  <a:cubicBezTo>
                    <a:pt x="2844" y="3893"/>
                    <a:pt x="2854" y="3956"/>
                    <a:pt x="2873" y="4014"/>
                  </a:cubicBezTo>
                  <a:lnTo>
                    <a:pt x="2704" y="4182"/>
                  </a:lnTo>
                  <a:cubicBezTo>
                    <a:pt x="2618" y="4269"/>
                    <a:pt x="2504" y="4312"/>
                    <a:pt x="2389" y="4312"/>
                  </a:cubicBezTo>
                  <a:cubicBezTo>
                    <a:pt x="2274" y="4312"/>
                    <a:pt x="2158" y="4269"/>
                    <a:pt x="2069" y="4182"/>
                  </a:cubicBezTo>
                  <a:lnTo>
                    <a:pt x="1901" y="4014"/>
                  </a:lnTo>
                  <a:cubicBezTo>
                    <a:pt x="1925" y="3956"/>
                    <a:pt x="1935" y="3893"/>
                    <a:pt x="1939" y="3826"/>
                  </a:cubicBezTo>
                  <a:close/>
                  <a:moveTo>
                    <a:pt x="1954" y="1"/>
                  </a:moveTo>
                  <a:cubicBezTo>
                    <a:pt x="1237" y="1"/>
                    <a:pt x="655" y="578"/>
                    <a:pt x="655" y="1295"/>
                  </a:cubicBezTo>
                  <a:lnTo>
                    <a:pt x="655" y="1309"/>
                  </a:lnTo>
                  <a:cubicBezTo>
                    <a:pt x="655" y="1473"/>
                    <a:pt x="693" y="1637"/>
                    <a:pt x="770" y="1791"/>
                  </a:cubicBezTo>
                  <a:lnTo>
                    <a:pt x="876" y="1997"/>
                  </a:lnTo>
                  <a:lnTo>
                    <a:pt x="876" y="2329"/>
                  </a:lnTo>
                  <a:cubicBezTo>
                    <a:pt x="876" y="2840"/>
                    <a:pt x="1117" y="3321"/>
                    <a:pt x="1530" y="3619"/>
                  </a:cubicBezTo>
                  <a:lnTo>
                    <a:pt x="1530" y="3802"/>
                  </a:lnTo>
                  <a:cubicBezTo>
                    <a:pt x="1530" y="3908"/>
                    <a:pt x="1458" y="3999"/>
                    <a:pt x="1362" y="4028"/>
                  </a:cubicBezTo>
                  <a:lnTo>
                    <a:pt x="626" y="4235"/>
                  </a:lnTo>
                  <a:cubicBezTo>
                    <a:pt x="255" y="4346"/>
                    <a:pt x="0" y="4678"/>
                    <a:pt x="0" y="5063"/>
                  </a:cubicBezTo>
                  <a:lnTo>
                    <a:pt x="0" y="6314"/>
                  </a:lnTo>
                  <a:cubicBezTo>
                    <a:pt x="8" y="6443"/>
                    <a:pt x="106" y="6508"/>
                    <a:pt x="205" y="6508"/>
                  </a:cubicBezTo>
                  <a:cubicBezTo>
                    <a:pt x="303" y="6508"/>
                    <a:pt x="402" y="6443"/>
                    <a:pt x="409" y="6314"/>
                  </a:cubicBezTo>
                  <a:lnTo>
                    <a:pt x="409" y="5063"/>
                  </a:lnTo>
                  <a:cubicBezTo>
                    <a:pt x="409" y="4860"/>
                    <a:pt x="544" y="4687"/>
                    <a:pt x="736" y="4629"/>
                  </a:cubicBezTo>
                  <a:lnTo>
                    <a:pt x="1473" y="4418"/>
                  </a:lnTo>
                  <a:cubicBezTo>
                    <a:pt x="1535" y="4403"/>
                    <a:pt x="1593" y="4374"/>
                    <a:pt x="1651" y="4336"/>
                  </a:cubicBezTo>
                  <a:lnTo>
                    <a:pt x="1781" y="4471"/>
                  </a:lnTo>
                  <a:cubicBezTo>
                    <a:pt x="1949" y="4637"/>
                    <a:pt x="2169" y="4720"/>
                    <a:pt x="2389" y="4720"/>
                  </a:cubicBezTo>
                  <a:cubicBezTo>
                    <a:pt x="2608" y="4720"/>
                    <a:pt x="2827" y="4637"/>
                    <a:pt x="2993" y="4471"/>
                  </a:cubicBezTo>
                  <a:lnTo>
                    <a:pt x="3128" y="4336"/>
                  </a:lnTo>
                  <a:cubicBezTo>
                    <a:pt x="3181" y="4374"/>
                    <a:pt x="3239" y="4403"/>
                    <a:pt x="3301" y="4418"/>
                  </a:cubicBezTo>
                  <a:lnTo>
                    <a:pt x="4042" y="4629"/>
                  </a:lnTo>
                  <a:cubicBezTo>
                    <a:pt x="4235" y="4687"/>
                    <a:pt x="4365" y="4860"/>
                    <a:pt x="4365" y="5063"/>
                  </a:cubicBezTo>
                  <a:lnTo>
                    <a:pt x="4365" y="6318"/>
                  </a:lnTo>
                  <a:cubicBezTo>
                    <a:pt x="4372" y="6446"/>
                    <a:pt x="4470" y="6510"/>
                    <a:pt x="4569" y="6510"/>
                  </a:cubicBezTo>
                  <a:cubicBezTo>
                    <a:pt x="4668" y="6510"/>
                    <a:pt x="4766" y="6446"/>
                    <a:pt x="4774" y="6318"/>
                  </a:cubicBezTo>
                  <a:lnTo>
                    <a:pt x="4774" y="5063"/>
                  </a:lnTo>
                  <a:cubicBezTo>
                    <a:pt x="4774" y="4682"/>
                    <a:pt x="4519" y="4346"/>
                    <a:pt x="4153" y="4240"/>
                  </a:cubicBezTo>
                  <a:lnTo>
                    <a:pt x="3417" y="4028"/>
                  </a:lnTo>
                  <a:cubicBezTo>
                    <a:pt x="3316" y="3999"/>
                    <a:pt x="3248" y="3908"/>
                    <a:pt x="3248" y="3802"/>
                  </a:cubicBezTo>
                  <a:lnTo>
                    <a:pt x="3248" y="3633"/>
                  </a:lnTo>
                  <a:cubicBezTo>
                    <a:pt x="3316" y="3585"/>
                    <a:pt x="3383" y="3532"/>
                    <a:pt x="3445" y="3470"/>
                  </a:cubicBezTo>
                  <a:cubicBezTo>
                    <a:pt x="3739" y="3186"/>
                    <a:pt x="3903" y="2796"/>
                    <a:pt x="3903" y="2382"/>
                  </a:cubicBezTo>
                  <a:lnTo>
                    <a:pt x="3903" y="1997"/>
                  </a:lnTo>
                  <a:lnTo>
                    <a:pt x="3984" y="1834"/>
                  </a:lnTo>
                  <a:cubicBezTo>
                    <a:pt x="4076" y="1651"/>
                    <a:pt x="4119" y="1454"/>
                    <a:pt x="4124" y="1252"/>
                  </a:cubicBezTo>
                  <a:lnTo>
                    <a:pt x="4124" y="203"/>
                  </a:lnTo>
                  <a:cubicBezTo>
                    <a:pt x="4124" y="92"/>
                    <a:pt x="402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1"/>
            <p:cNvSpPr/>
            <p:nvPr/>
          </p:nvSpPr>
          <p:spPr>
            <a:xfrm>
              <a:off x="8232778" y="2753051"/>
              <a:ext cx="10727" cy="33309"/>
            </a:xfrm>
            <a:custGeom>
              <a:rect b="b" l="l" r="r" t="t"/>
              <a:pathLst>
                <a:path extrusionOk="0" h="1270" w="409">
                  <a:moveTo>
                    <a:pt x="202" y="1"/>
                  </a:moveTo>
                  <a:cubicBezTo>
                    <a:pt x="91" y="1"/>
                    <a:pt x="0" y="92"/>
                    <a:pt x="0" y="203"/>
                  </a:cubicBezTo>
                  <a:lnTo>
                    <a:pt x="0" y="1078"/>
                  </a:lnTo>
                  <a:cubicBezTo>
                    <a:pt x="7" y="1206"/>
                    <a:pt x="106" y="1270"/>
                    <a:pt x="205" y="1270"/>
                  </a:cubicBezTo>
                  <a:cubicBezTo>
                    <a:pt x="303" y="1270"/>
                    <a:pt x="402" y="1206"/>
                    <a:pt x="409" y="1078"/>
                  </a:cubicBezTo>
                  <a:lnTo>
                    <a:pt x="409" y="203"/>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1"/>
            <p:cNvSpPr/>
            <p:nvPr/>
          </p:nvSpPr>
          <p:spPr>
            <a:xfrm>
              <a:off x="8301416" y="2753051"/>
              <a:ext cx="10753" cy="33309"/>
            </a:xfrm>
            <a:custGeom>
              <a:rect b="b" l="l" r="r" t="t"/>
              <a:pathLst>
                <a:path extrusionOk="0" h="1270" w="410">
                  <a:moveTo>
                    <a:pt x="208" y="1"/>
                  </a:moveTo>
                  <a:cubicBezTo>
                    <a:pt x="92" y="1"/>
                    <a:pt x="1" y="92"/>
                    <a:pt x="1" y="203"/>
                  </a:cubicBezTo>
                  <a:lnTo>
                    <a:pt x="1" y="1078"/>
                  </a:lnTo>
                  <a:cubicBezTo>
                    <a:pt x="8" y="1206"/>
                    <a:pt x="106" y="1270"/>
                    <a:pt x="205" y="1270"/>
                  </a:cubicBezTo>
                  <a:cubicBezTo>
                    <a:pt x="304" y="1270"/>
                    <a:pt x="402" y="1206"/>
                    <a:pt x="410" y="1078"/>
                  </a:cubicBezTo>
                  <a:lnTo>
                    <a:pt x="410" y="203"/>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8" name="Google Shape;11668;p81"/>
          <p:cNvGrpSpPr/>
          <p:nvPr/>
        </p:nvGrpSpPr>
        <p:grpSpPr>
          <a:xfrm>
            <a:off x="5390373" y="2425653"/>
            <a:ext cx="257344" cy="358215"/>
            <a:chOff x="5390373" y="2425653"/>
            <a:chExt cx="257344" cy="358215"/>
          </a:xfrm>
        </p:grpSpPr>
        <p:sp>
          <p:nvSpPr>
            <p:cNvPr id="11669" name="Google Shape;11669;p81"/>
            <p:cNvSpPr/>
            <p:nvPr/>
          </p:nvSpPr>
          <p:spPr>
            <a:xfrm>
              <a:off x="5395671" y="2453323"/>
              <a:ext cx="246879" cy="325378"/>
            </a:xfrm>
            <a:custGeom>
              <a:rect b="b" l="l" r="r" t="t"/>
              <a:pathLst>
                <a:path extrusionOk="0" h="12406" w="9413">
                  <a:moveTo>
                    <a:pt x="645" y="1"/>
                  </a:moveTo>
                  <a:cubicBezTo>
                    <a:pt x="289" y="1"/>
                    <a:pt x="0" y="289"/>
                    <a:pt x="0" y="641"/>
                  </a:cubicBezTo>
                  <a:lnTo>
                    <a:pt x="0" y="11765"/>
                  </a:lnTo>
                  <a:cubicBezTo>
                    <a:pt x="0" y="12117"/>
                    <a:pt x="289" y="12405"/>
                    <a:pt x="645" y="12405"/>
                  </a:cubicBezTo>
                  <a:lnTo>
                    <a:pt x="8772" y="12405"/>
                  </a:lnTo>
                  <a:cubicBezTo>
                    <a:pt x="9123" y="12405"/>
                    <a:pt x="9412" y="12117"/>
                    <a:pt x="9412" y="11765"/>
                  </a:cubicBezTo>
                  <a:lnTo>
                    <a:pt x="9412" y="641"/>
                  </a:lnTo>
                  <a:cubicBezTo>
                    <a:pt x="9412" y="289"/>
                    <a:pt x="9123" y="1"/>
                    <a:pt x="877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1"/>
            <p:cNvSpPr/>
            <p:nvPr/>
          </p:nvSpPr>
          <p:spPr>
            <a:xfrm>
              <a:off x="5418122" y="2475800"/>
              <a:ext cx="201952" cy="269199"/>
            </a:xfrm>
            <a:custGeom>
              <a:rect b="b" l="l" r="r" t="t"/>
              <a:pathLst>
                <a:path extrusionOk="0" h="10264" w="7700">
                  <a:moveTo>
                    <a:pt x="1" y="0"/>
                  </a:moveTo>
                  <a:lnTo>
                    <a:pt x="1" y="10264"/>
                  </a:lnTo>
                  <a:lnTo>
                    <a:pt x="7700" y="10264"/>
                  </a:lnTo>
                  <a:lnTo>
                    <a:pt x="7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1"/>
            <p:cNvSpPr/>
            <p:nvPr/>
          </p:nvSpPr>
          <p:spPr>
            <a:xfrm>
              <a:off x="5468609" y="2430925"/>
              <a:ext cx="100976" cy="44901"/>
            </a:xfrm>
            <a:custGeom>
              <a:rect b="b" l="l" r="r" t="t"/>
              <a:pathLst>
                <a:path extrusionOk="0" h="1712" w="3850">
                  <a:moveTo>
                    <a:pt x="1923" y="1"/>
                  </a:moveTo>
                  <a:cubicBezTo>
                    <a:pt x="1636" y="1"/>
                    <a:pt x="1350" y="143"/>
                    <a:pt x="1189" y="426"/>
                  </a:cubicBezTo>
                  <a:lnTo>
                    <a:pt x="429" y="426"/>
                  </a:lnTo>
                  <a:cubicBezTo>
                    <a:pt x="193" y="426"/>
                    <a:pt x="0" y="619"/>
                    <a:pt x="0" y="855"/>
                  </a:cubicBezTo>
                  <a:lnTo>
                    <a:pt x="0" y="1711"/>
                  </a:lnTo>
                  <a:lnTo>
                    <a:pt x="3850" y="1711"/>
                  </a:lnTo>
                  <a:lnTo>
                    <a:pt x="3850" y="855"/>
                  </a:lnTo>
                  <a:cubicBezTo>
                    <a:pt x="3850" y="619"/>
                    <a:pt x="3657" y="426"/>
                    <a:pt x="3422" y="426"/>
                  </a:cubicBezTo>
                  <a:lnTo>
                    <a:pt x="2661" y="426"/>
                  </a:lnTo>
                  <a:cubicBezTo>
                    <a:pt x="2498" y="143"/>
                    <a:pt x="2210" y="1"/>
                    <a:pt x="1923"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1"/>
            <p:cNvSpPr/>
            <p:nvPr/>
          </p:nvSpPr>
          <p:spPr>
            <a:xfrm>
              <a:off x="5535883" y="2509476"/>
              <a:ext cx="56179" cy="22372"/>
            </a:xfrm>
            <a:custGeom>
              <a:rect b="b" l="l" r="r" t="t"/>
              <a:pathLst>
                <a:path extrusionOk="0" h="853" w="2142">
                  <a:moveTo>
                    <a:pt x="0" y="1"/>
                  </a:moveTo>
                  <a:lnTo>
                    <a:pt x="0" y="853"/>
                  </a:lnTo>
                  <a:lnTo>
                    <a:pt x="2141" y="853"/>
                  </a:lnTo>
                  <a:lnTo>
                    <a:pt x="2141"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1"/>
            <p:cNvSpPr/>
            <p:nvPr/>
          </p:nvSpPr>
          <p:spPr>
            <a:xfrm>
              <a:off x="5446028" y="2548739"/>
              <a:ext cx="67536" cy="50514"/>
            </a:xfrm>
            <a:custGeom>
              <a:rect b="b" l="l" r="r" t="t"/>
              <a:pathLst>
                <a:path extrusionOk="0" h="1926" w="2575">
                  <a:moveTo>
                    <a:pt x="861" y="0"/>
                  </a:moveTo>
                  <a:lnTo>
                    <a:pt x="861" y="429"/>
                  </a:lnTo>
                  <a:cubicBezTo>
                    <a:pt x="861" y="506"/>
                    <a:pt x="813" y="583"/>
                    <a:pt x="741" y="616"/>
                  </a:cubicBezTo>
                  <a:lnTo>
                    <a:pt x="241" y="866"/>
                  </a:lnTo>
                  <a:cubicBezTo>
                    <a:pt x="92" y="939"/>
                    <a:pt x="0" y="1088"/>
                    <a:pt x="0" y="1251"/>
                  </a:cubicBezTo>
                  <a:lnTo>
                    <a:pt x="0" y="1709"/>
                  </a:lnTo>
                  <a:cubicBezTo>
                    <a:pt x="0" y="1829"/>
                    <a:pt x="96" y="1925"/>
                    <a:pt x="217" y="1925"/>
                  </a:cubicBezTo>
                  <a:lnTo>
                    <a:pt x="2358" y="1925"/>
                  </a:lnTo>
                  <a:cubicBezTo>
                    <a:pt x="2478" y="1925"/>
                    <a:pt x="2574" y="1829"/>
                    <a:pt x="2574" y="1709"/>
                  </a:cubicBezTo>
                  <a:lnTo>
                    <a:pt x="2574" y="1251"/>
                  </a:lnTo>
                  <a:cubicBezTo>
                    <a:pt x="2574" y="1088"/>
                    <a:pt x="2483" y="939"/>
                    <a:pt x="2339" y="866"/>
                  </a:cubicBezTo>
                  <a:lnTo>
                    <a:pt x="1833" y="616"/>
                  </a:lnTo>
                  <a:cubicBezTo>
                    <a:pt x="1761" y="583"/>
                    <a:pt x="1713" y="506"/>
                    <a:pt x="1713" y="429"/>
                  </a:cubicBezTo>
                  <a:lnTo>
                    <a:pt x="171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1"/>
            <p:cNvSpPr/>
            <p:nvPr/>
          </p:nvSpPr>
          <p:spPr>
            <a:xfrm>
              <a:off x="5446133" y="2566416"/>
              <a:ext cx="67431" cy="32837"/>
            </a:xfrm>
            <a:custGeom>
              <a:rect b="b" l="l" r="r" t="t"/>
              <a:pathLst>
                <a:path extrusionOk="0" h="1252" w="2571">
                  <a:moveTo>
                    <a:pt x="627" y="0"/>
                  </a:moveTo>
                  <a:lnTo>
                    <a:pt x="237" y="192"/>
                  </a:lnTo>
                  <a:cubicBezTo>
                    <a:pt x="92" y="265"/>
                    <a:pt x="1" y="414"/>
                    <a:pt x="1" y="577"/>
                  </a:cubicBezTo>
                  <a:lnTo>
                    <a:pt x="1" y="1035"/>
                  </a:lnTo>
                  <a:cubicBezTo>
                    <a:pt x="1" y="1155"/>
                    <a:pt x="97" y="1251"/>
                    <a:pt x="218" y="1251"/>
                  </a:cubicBezTo>
                  <a:lnTo>
                    <a:pt x="2354" y="1251"/>
                  </a:lnTo>
                  <a:cubicBezTo>
                    <a:pt x="2474" y="1251"/>
                    <a:pt x="2570" y="1155"/>
                    <a:pt x="2570" y="1035"/>
                  </a:cubicBezTo>
                  <a:lnTo>
                    <a:pt x="2570" y="577"/>
                  </a:lnTo>
                  <a:cubicBezTo>
                    <a:pt x="2570" y="414"/>
                    <a:pt x="2479" y="265"/>
                    <a:pt x="2335" y="192"/>
                  </a:cubicBezTo>
                  <a:lnTo>
                    <a:pt x="1940" y="0"/>
                  </a:lnTo>
                  <a:cubicBezTo>
                    <a:pt x="1786" y="188"/>
                    <a:pt x="1550" y="582"/>
                    <a:pt x="1286" y="582"/>
                  </a:cubicBezTo>
                  <a:cubicBezTo>
                    <a:pt x="1021" y="582"/>
                    <a:pt x="785" y="188"/>
                    <a:pt x="627"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1"/>
            <p:cNvSpPr/>
            <p:nvPr/>
          </p:nvSpPr>
          <p:spPr>
            <a:xfrm>
              <a:off x="5446133" y="2576382"/>
              <a:ext cx="16943" cy="22870"/>
            </a:xfrm>
            <a:custGeom>
              <a:rect b="b" l="l" r="r" t="t"/>
              <a:pathLst>
                <a:path extrusionOk="0" h="872" w="646">
                  <a:moveTo>
                    <a:pt x="54" y="0"/>
                  </a:moveTo>
                  <a:cubicBezTo>
                    <a:pt x="20" y="58"/>
                    <a:pt x="1" y="125"/>
                    <a:pt x="1" y="197"/>
                  </a:cubicBezTo>
                  <a:lnTo>
                    <a:pt x="1" y="655"/>
                  </a:lnTo>
                  <a:cubicBezTo>
                    <a:pt x="1" y="775"/>
                    <a:pt x="97" y="871"/>
                    <a:pt x="213" y="871"/>
                  </a:cubicBezTo>
                  <a:lnTo>
                    <a:pt x="641" y="871"/>
                  </a:lnTo>
                  <a:lnTo>
                    <a:pt x="646" y="655"/>
                  </a:lnTo>
                  <a:cubicBezTo>
                    <a:pt x="646" y="520"/>
                    <a:pt x="578" y="395"/>
                    <a:pt x="473" y="313"/>
                  </a:cubicBezTo>
                  <a:lnTo>
                    <a:pt x="54"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1"/>
            <p:cNvSpPr/>
            <p:nvPr/>
          </p:nvSpPr>
          <p:spPr>
            <a:xfrm>
              <a:off x="5496620" y="2576382"/>
              <a:ext cx="16943" cy="22870"/>
            </a:xfrm>
            <a:custGeom>
              <a:rect b="b" l="l" r="r" t="t"/>
              <a:pathLst>
                <a:path extrusionOk="0" h="872" w="646">
                  <a:moveTo>
                    <a:pt x="593" y="0"/>
                  </a:moveTo>
                  <a:lnTo>
                    <a:pt x="174" y="313"/>
                  </a:lnTo>
                  <a:cubicBezTo>
                    <a:pt x="63" y="395"/>
                    <a:pt x="1" y="520"/>
                    <a:pt x="1" y="655"/>
                  </a:cubicBezTo>
                  <a:lnTo>
                    <a:pt x="5" y="871"/>
                  </a:lnTo>
                  <a:lnTo>
                    <a:pt x="434" y="871"/>
                  </a:lnTo>
                  <a:cubicBezTo>
                    <a:pt x="549" y="871"/>
                    <a:pt x="645" y="775"/>
                    <a:pt x="645" y="655"/>
                  </a:cubicBezTo>
                  <a:lnTo>
                    <a:pt x="645" y="197"/>
                  </a:lnTo>
                  <a:cubicBezTo>
                    <a:pt x="645" y="125"/>
                    <a:pt x="626" y="58"/>
                    <a:pt x="59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1"/>
            <p:cNvSpPr/>
            <p:nvPr/>
          </p:nvSpPr>
          <p:spPr>
            <a:xfrm>
              <a:off x="5457384" y="2503811"/>
              <a:ext cx="44954" cy="50514"/>
            </a:xfrm>
            <a:custGeom>
              <a:rect b="b" l="l" r="r" t="t"/>
              <a:pathLst>
                <a:path extrusionOk="0" h="1926" w="1714">
                  <a:moveTo>
                    <a:pt x="640" y="0"/>
                  </a:moveTo>
                  <a:cubicBezTo>
                    <a:pt x="289" y="0"/>
                    <a:pt x="0" y="289"/>
                    <a:pt x="0" y="645"/>
                  </a:cubicBezTo>
                  <a:lnTo>
                    <a:pt x="0" y="1073"/>
                  </a:lnTo>
                  <a:cubicBezTo>
                    <a:pt x="0" y="1545"/>
                    <a:pt x="385" y="1925"/>
                    <a:pt x="857" y="1925"/>
                  </a:cubicBezTo>
                  <a:cubicBezTo>
                    <a:pt x="1328" y="1925"/>
                    <a:pt x="1708" y="1545"/>
                    <a:pt x="1713" y="1073"/>
                  </a:cubicBezTo>
                  <a:lnTo>
                    <a:pt x="1713" y="645"/>
                  </a:lnTo>
                  <a:cubicBezTo>
                    <a:pt x="1713" y="289"/>
                    <a:pt x="1425" y="0"/>
                    <a:pt x="10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1"/>
            <p:cNvSpPr/>
            <p:nvPr/>
          </p:nvSpPr>
          <p:spPr>
            <a:xfrm>
              <a:off x="5457384" y="2503811"/>
              <a:ext cx="30948" cy="50567"/>
            </a:xfrm>
            <a:custGeom>
              <a:rect b="b" l="l" r="r" t="t"/>
              <a:pathLst>
                <a:path extrusionOk="0" h="1928" w="1180">
                  <a:moveTo>
                    <a:pt x="640" y="0"/>
                  </a:moveTo>
                  <a:cubicBezTo>
                    <a:pt x="289" y="0"/>
                    <a:pt x="0" y="289"/>
                    <a:pt x="0" y="640"/>
                  </a:cubicBezTo>
                  <a:lnTo>
                    <a:pt x="0" y="1073"/>
                  </a:lnTo>
                  <a:cubicBezTo>
                    <a:pt x="0" y="1563"/>
                    <a:pt x="402" y="1927"/>
                    <a:pt x="854" y="1927"/>
                  </a:cubicBezTo>
                  <a:cubicBezTo>
                    <a:pt x="961" y="1927"/>
                    <a:pt x="1071" y="1907"/>
                    <a:pt x="1179" y="1863"/>
                  </a:cubicBezTo>
                  <a:cubicBezTo>
                    <a:pt x="852" y="1733"/>
                    <a:pt x="645" y="1420"/>
                    <a:pt x="645" y="1073"/>
                  </a:cubicBezTo>
                  <a:lnTo>
                    <a:pt x="645" y="645"/>
                  </a:lnTo>
                  <a:cubicBezTo>
                    <a:pt x="645" y="332"/>
                    <a:pt x="871" y="63"/>
                    <a:pt x="1179" y="15"/>
                  </a:cubicBezTo>
                  <a:cubicBezTo>
                    <a:pt x="1141" y="5"/>
                    <a:pt x="1107" y="0"/>
                    <a:pt x="10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1"/>
            <p:cNvSpPr/>
            <p:nvPr/>
          </p:nvSpPr>
          <p:spPr>
            <a:xfrm>
              <a:off x="5457384" y="2503811"/>
              <a:ext cx="44954" cy="22477"/>
            </a:xfrm>
            <a:custGeom>
              <a:rect b="b" l="l" r="r" t="t"/>
              <a:pathLst>
                <a:path extrusionOk="0" h="857" w="1714">
                  <a:moveTo>
                    <a:pt x="640" y="0"/>
                  </a:moveTo>
                  <a:cubicBezTo>
                    <a:pt x="289" y="0"/>
                    <a:pt x="0" y="289"/>
                    <a:pt x="0" y="640"/>
                  </a:cubicBezTo>
                  <a:cubicBezTo>
                    <a:pt x="0" y="640"/>
                    <a:pt x="640" y="857"/>
                    <a:pt x="1713" y="857"/>
                  </a:cubicBezTo>
                  <a:lnTo>
                    <a:pt x="1713" y="640"/>
                  </a:lnTo>
                  <a:cubicBezTo>
                    <a:pt x="1713" y="289"/>
                    <a:pt x="1425" y="0"/>
                    <a:pt x="106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1"/>
            <p:cNvSpPr/>
            <p:nvPr/>
          </p:nvSpPr>
          <p:spPr>
            <a:xfrm>
              <a:off x="5457384" y="2503811"/>
              <a:ext cx="30948" cy="20457"/>
            </a:xfrm>
            <a:custGeom>
              <a:rect b="b" l="l" r="r" t="t"/>
              <a:pathLst>
                <a:path extrusionOk="0" h="780" w="1180">
                  <a:moveTo>
                    <a:pt x="640" y="0"/>
                  </a:moveTo>
                  <a:cubicBezTo>
                    <a:pt x="289" y="0"/>
                    <a:pt x="0" y="289"/>
                    <a:pt x="0" y="640"/>
                  </a:cubicBezTo>
                  <a:cubicBezTo>
                    <a:pt x="212" y="703"/>
                    <a:pt x="424" y="751"/>
                    <a:pt x="640" y="780"/>
                  </a:cubicBezTo>
                  <a:lnTo>
                    <a:pt x="640" y="640"/>
                  </a:lnTo>
                  <a:lnTo>
                    <a:pt x="645" y="640"/>
                  </a:lnTo>
                  <a:cubicBezTo>
                    <a:pt x="645" y="328"/>
                    <a:pt x="871" y="63"/>
                    <a:pt x="1179" y="10"/>
                  </a:cubicBezTo>
                  <a:cubicBezTo>
                    <a:pt x="1141" y="5"/>
                    <a:pt x="1107" y="0"/>
                    <a:pt x="106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1"/>
            <p:cNvSpPr/>
            <p:nvPr/>
          </p:nvSpPr>
          <p:spPr>
            <a:xfrm>
              <a:off x="5390373" y="2425653"/>
              <a:ext cx="257344" cy="358215"/>
            </a:xfrm>
            <a:custGeom>
              <a:rect b="b" l="l" r="r" t="t"/>
              <a:pathLst>
                <a:path extrusionOk="0" h="13658" w="9812">
                  <a:moveTo>
                    <a:pt x="4910" y="400"/>
                  </a:moveTo>
                  <a:cubicBezTo>
                    <a:pt x="5130" y="400"/>
                    <a:pt x="5348" y="510"/>
                    <a:pt x="5471" y="729"/>
                  </a:cubicBezTo>
                  <a:cubicBezTo>
                    <a:pt x="5510" y="791"/>
                    <a:pt x="5572" y="830"/>
                    <a:pt x="5644" y="830"/>
                  </a:cubicBezTo>
                  <a:lnTo>
                    <a:pt x="6405" y="830"/>
                  </a:lnTo>
                  <a:cubicBezTo>
                    <a:pt x="6530" y="830"/>
                    <a:pt x="6631" y="931"/>
                    <a:pt x="6631" y="1056"/>
                  </a:cubicBezTo>
                  <a:lnTo>
                    <a:pt x="6631" y="1710"/>
                  </a:lnTo>
                  <a:lnTo>
                    <a:pt x="3181" y="1710"/>
                  </a:lnTo>
                  <a:lnTo>
                    <a:pt x="3181" y="1056"/>
                  </a:lnTo>
                  <a:lnTo>
                    <a:pt x="3186" y="1056"/>
                  </a:lnTo>
                  <a:cubicBezTo>
                    <a:pt x="3186" y="931"/>
                    <a:pt x="3287" y="830"/>
                    <a:pt x="3412" y="830"/>
                  </a:cubicBezTo>
                  <a:lnTo>
                    <a:pt x="4172" y="830"/>
                  </a:lnTo>
                  <a:cubicBezTo>
                    <a:pt x="4244" y="830"/>
                    <a:pt x="4307" y="791"/>
                    <a:pt x="4345" y="729"/>
                  </a:cubicBezTo>
                  <a:cubicBezTo>
                    <a:pt x="4470" y="510"/>
                    <a:pt x="4690" y="400"/>
                    <a:pt x="4910" y="400"/>
                  </a:cubicBezTo>
                  <a:close/>
                  <a:moveTo>
                    <a:pt x="8974" y="1258"/>
                  </a:moveTo>
                  <a:cubicBezTo>
                    <a:pt x="9215" y="1258"/>
                    <a:pt x="9412" y="1455"/>
                    <a:pt x="9412" y="1696"/>
                  </a:cubicBezTo>
                  <a:lnTo>
                    <a:pt x="9412" y="12820"/>
                  </a:lnTo>
                  <a:cubicBezTo>
                    <a:pt x="9412" y="13061"/>
                    <a:pt x="9215" y="13258"/>
                    <a:pt x="8969" y="13258"/>
                  </a:cubicBezTo>
                  <a:lnTo>
                    <a:pt x="847" y="13258"/>
                  </a:lnTo>
                  <a:cubicBezTo>
                    <a:pt x="602" y="13258"/>
                    <a:pt x="404" y="13061"/>
                    <a:pt x="404" y="12820"/>
                  </a:cubicBezTo>
                  <a:lnTo>
                    <a:pt x="404" y="1696"/>
                  </a:lnTo>
                  <a:cubicBezTo>
                    <a:pt x="404" y="1455"/>
                    <a:pt x="602" y="1258"/>
                    <a:pt x="847" y="1258"/>
                  </a:cubicBezTo>
                  <a:lnTo>
                    <a:pt x="2786" y="1258"/>
                  </a:lnTo>
                  <a:lnTo>
                    <a:pt x="2786" y="1912"/>
                  </a:lnTo>
                  <a:cubicBezTo>
                    <a:pt x="2786" y="2023"/>
                    <a:pt x="2873" y="2109"/>
                    <a:pt x="2983" y="2109"/>
                  </a:cubicBezTo>
                  <a:lnTo>
                    <a:pt x="6833" y="2109"/>
                  </a:lnTo>
                  <a:cubicBezTo>
                    <a:pt x="6944" y="2109"/>
                    <a:pt x="7035" y="2023"/>
                    <a:pt x="7035" y="1912"/>
                  </a:cubicBezTo>
                  <a:lnTo>
                    <a:pt x="7035" y="1258"/>
                  </a:lnTo>
                  <a:close/>
                  <a:moveTo>
                    <a:pt x="4906" y="1"/>
                  </a:moveTo>
                  <a:cubicBezTo>
                    <a:pt x="4588" y="1"/>
                    <a:pt x="4271" y="144"/>
                    <a:pt x="4061" y="430"/>
                  </a:cubicBezTo>
                  <a:lnTo>
                    <a:pt x="3412" y="430"/>
                  </a:lnTo>
                  <a:cubicBezTo>
                    <a:pt x="3142" y="430"/>
                    <a:pt x="2902" y="599"/>
                    <a:pt x="2815" y="854"/>
                  </a:cubicBezTo>
                  <a:lnTo>
                    <a:pt x="842" y="854"/>
                  </a:lnTo>
                  <a:cubicBezTo>
                    <a:pt x="380" y="854"/>
                    <a:pt x="0" y="1234"/>
                    <a:pt x="0" y="1696"/>
                  </a:cubicBezTo>
                  <a:lnTo>
                    <a:pt x="0" y="12816"/>
                  </a:lnTo>
                  <a:cubicBezTo>
                    <a:pt x="0" y="13282"/>
                    <a:pt x="380" y="13658"/>
                    <a:pt x="842" y="13658"/>
                  </a:cubicBezTo>
                  <a:lnTo>
                    <a:pt x="8969" y="13658"/>
                  </a:lnTo>
                  <a:cubicBezTo>
                    <a:pt x="9436" y="13658"/>
                    <a:pt x="9811" y="13282"/>
                    <a:pt x="9811" y="12816"/>
                  </a:cubicBezTo>
                  <a:lnTo>
                    <a:pt x="9811" y="1696"/>
                  </a:lnTo>
                  <a:cubicBezTo>
                    <a:pt x="9811" y="1234"/>
                    <a:pt x="9436" y="854"/>
                    <a:pt x="8974" y="854"/>
                  </a:cubicBezTo>
                  <a:lnTo>
                    <a:pt x="7001" y="854"/>
                  </a:lnTo>
                  <a:cubicBezTo>
                    <a:pt x="6915" y="599"/>
                    <a:pt x="6674" y="430"/>
                    <a:pt x="6405" y="430"/>
                  </a:cubicBezTo>
                  <a:lnTo>
                    <a:pt x="5750" y="430"/>
                  </a:lnTo>
                  <a:cubicBezTo>
                    <a:pt x="5541" y="144"/>
                    <a:pt x="5223"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1"/>
            <p:cNvSpPr/>
            <p:nvPr/>
          </p:nvSpPr>
          <p:spPr>
            <a:xfrm>
              <a:off x="5512147" y="2448025"/>
              <a:ext cx="12406" cy="10622"/>
            </a:xfrm>
            <a:custGeom>
              <a:rect b="b" l="l" r="r" t="t"/>
              <a:pathLst>
                <a:path extrusionOk="0" h="405" w="473">
                  <a:moveTo>
                    <a:pt x="265" y="1"/>
                  </a:moveTo>
                  <a:cubicBezTo>
                    <a:pt x="266" y="1"/>
                    <a:pt x="268" y="1"/>
                    <a:pt x="269" y="1"/>
                  </a:cubicBezTo>
                  <a:lnTo>
                    <a:pt x="269" y="1"/>
                  </a:lnTo>
                  <a:cubicBezTo>
                    <a:pt x="269" y="1"/>
                    <a:pt x="270" y="1"/>
                    <a:pt x="270" y="1"/>
                  </a:cubicBezTo>
                  <a:close/>
                  <a:moveTo>
                    <a:pt x="269" y="1"/>
                  </a:moveTo>
                  <a:cubicBezTo>
                    <a:pt x="92" y="6"/>
                    <a:pt x="1" y="222"/>
                    <a:pt x="130" y="347"/>
                  </a:cubicBezTo>
                  <a:cubicBezTo>
                    <a:pt x="170" y="387"/>
                    <a:pt x="219" y="405"/>
                    <a:pt x="267" y="405"/>
                  </a:cubicBezTo>
                  <a:cubicBezTo>
                    <a:pt x="370" y="405"/>
                    <a:pt x="469" y="324"/>
                    <a:pt x="472" y="203"/>
                  </a:cubicBezTo>
                  <a:cubicBezTo>
                    <a:pt x="472" y="93"/>
                    <a:pt x="378" y="3"/>
                    <a:pt x="2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1"/>
            <p:cNvSpPr/>
            <p:nvPr/>
          </p:nvSpPr>
          <p:spPr>
            <a:xfrm>
              <a:off x="5412824" y="2470502"/>
              <a:ext cx="212548" cy="279795"/>
            </a:xfrm>
            <a:custGeom>
              <a:rect b="b" l="l" r="r" t="t"/>
              <a:pathLst>
                <a:path extrusionOk="0" h="10668" w="8104">
                  <a:moveTo>
                    <a:pt x="203" y="0"/>
                  </a:moveTo>
                  <a:cubicBezTo>
                    <a:pt x="92" y="0"/>
                    <a:pt x="1" y="92"/>
                    <a:pt x="1" y="202"/>
                  </a:cubicBezTo>
                  <a:lnTo>
                    <a:pt x="1" y="10466"/>
                  </a:lnTo>
                  <a:cubicBezTo>
                    <a:pt x="1" y="10576"/>
                    <a:pt x="92" y="10668"/>
                    <a:pt x="203" y="10668"/>
                  </a:cubicBezTo>
                  <a:lnTo>
                    <a:pt x="7902" y="10668"/>
                  </a:lnTo>
                  <a:cubicBezTo>
                    <a:pt x="8012" y="10668"/>
                    <a:pt x="8104" y="10576"/>
                    <a:pt x="8104" y="10466"/>
                  </a:cubicBezTo>
                  <a:lnTo>
                    <a:pt x="8104" y="202"/>
                  </a:lnTo>
                  <a:cubicBezTo>
                    <a:pt x="8104" y="92"/>
                    <a:pt x="8012" y="0"/>
                    <a:pt x="7902" y="0"/>
                  </a:cubicBezTo>
                  <a:lnTo>
                    <a:pt x="6833" y="0"/>
                  </a:lnTo>
                  <a:cubicBezTo>
                    <a:pt x="6578" y="15"/>
                    <a:pt x="6578" y="385"/>
                    <a:pt x="6833" y="399"/>
                  </a:cubicBezTo>
                  <a:lnTo>
                    <a:pt x="7704" y="399"/>
                  </a:lnTo>
                  <a:lnTo>
                    <a:pt x="7704" y="10264"/>
                  </a:lnTo>
                  <a:lnTo>
                    <a:pt x="405" y="10264"/>
                  </a:lnTo>
                  <a:lnTo>
                    <a:pt x="405" y="399"/>
                  </a:lnTo>
                  <a:lnTo>
                    <a:pt x="1271" y="399"/>
                  </a:lnTo>
                  <a:cubicBezTo>
                    <a:pt x="1526" y="385"/>
                    <a:pt x="1526" y="15"/>
                    <a:pt x="1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1"/>
            <p:cNvSpPr/>
            <p:nvPr/>
          </p:nvSpPr>
          <p:spPr>
            <a:xfrm>
              <a:off x="5440835" y="2498513"/>
              <a:ext cx="77896" cy="105907"/>
            </a:xfrm>
            <a:custGeom>
              <a:rect b="b" l="l" r="r" t="t"/>
              <a:pathLst>
                <a:path extrusionOk="0" h="4038" w="2970">
                  <a:moveTo>
                    <a:pt x="1699" y="404"/>
                  </a:moveTo>
                  <a:cubicBezTo>
                    <a:pt x="1945" y="404"/>
                    <a:pt x="2142" y="602"/>
                    <a:pt x="2142" y="842"/>
                  </a:cubicBezTo>
                  <a:lnTo>
                    <a:pt x="2142" y="1275"/>
                  </a:lnTo>
                  <a:cubicBezTo>
                    <a:pt x="2132" y="1627"/>
                    <a:pt x="1844" y="1911"/>
                    <a:pt x="1488" y="1911"/>
                  </a:cubicBezTo>
                  <a:cubicBezTo>
                    <a:pt x="1132" y="1911"/>
                    <a:pt x="843" y="1627"/>
                    <a:pt x="833" y="1275"/>
                  </a:cubicBezTo>
                  <a:lnTo>
                    <a:pt x="833" y="847"/>
                  </a:lnTo>
                  <a:lnTo>
                    <a:pt x="833" y="842"/>
                  </a:lnTo>
                  <a:cubicBezTo>
                    <a:pt x="833" y="602"/>
                    <a:pt x="1031" y="404"/>
                    <a:pt x="1276" y="404"/>
                  </a:cubicBezTo>
                  <a:close/>
                  <a:moveTo>
                    <a:pt x="1714" y="2300"/>
                  </a:moveTo>
                  <a:lnTo>
                    <a:pt x="1714" y="2421"/>
                  </a:lnTo>
                  <a:cubicBezTo>
                    <a:pt x="1714" y="2498"/>
                    <a:pt x="1733" y="2565"/>
                    <a:pt x="1772" y="2632"/>
                  </a:cubicBezTo>
                  <a:lnTo>
                    <a:pt x="1497" y="2902"/>
                  </a:lnTo>
                  <a:cubicBezTo>
                    <a:pt x="1495" y="2904"/>
                    <a:pt x="1491" y="2905"/>
                    <a:pt x="1488" y="2905"/>
                  </a:cubicBezTo>
                  <a:cubicBezTo>
                    <a:pt x="1484" y="2905"/>
                    <a:pt x="1481" y="2904"/>
                    <a:pt x="1478" y="2902"/>
                  </a:cubicBezTo>
                  <a:lnTo>
                    <a:pt x="1204" y="2632"/>
                  </a:lnTo>
                  <a:cubicBezTo>
                    <a:pt x="1242" y="2565"/>
                    <a:pt x="1262" y="2498"/>
                    <a:pt x="1257" y="2421"/>
                  </a:cubicBezTo>
                  <a:lnTo>
                    <a:pt x="1257" y="2300"/>
                  </a:lnTo>
                  <a:cubicBezTo>
                    <a:pt x="1334" y="2317"/>
                    <a:pt x="1411" y="2326"/>
                    <a:pt x="1487" y="2326"/>
                  </a:cubicBezTo>
                  <a:cubicBezTo>
                    <a:pt x="1564" y="2326"/>
                    <a:pt x="1639" y="2317"/>
                    <a:pt x="1714" y="2300"/>
                  </a:cubicBezTo>
                  <a:close/>
                  <a:moveTo>
                    <a:pt x="2099" y="2868"/>
                  </a:moveTo>
                  <a:lnTo>
                    <a:pt x="2445" y="3041"/>
                  </a:lnTo>
                  <a:cubicBezTo>
                    <a:pt x="2522" y="3080"/>
                    <a:pt x="2570" y="3162"/>
                    <a:pt x="2570" y="3248"/>
                  </a:cubicBezTo>
                  <a:lnTo>
                    <a:pt x="2570" y="3624"/>
                  </a:lnTo>
                  <a:cubicBezTo>
                    <a:pt x="2570" y="3633"/>
                    <a:pt x="2566" y="3638"/>
                    <a:pt x="2556" y="3638"/>
                  </a:cubicBezTo>
                  <a:lnTo>
                    <a:pt x="420" y="3638"/>
                  </a:lnTo>
                  <a:cubicBezTo>
                    <a:pt x="410" y="3638"/>
                    <a:pt x="405" y="3633"/>
                    <a:pt x="405" y="3624"/>
                  </a:cubicBezTo>
                  <a:lnTo>
                    <a:pt x="405" y="3248"/>
                  </a:lnTo>
                  <a:cubicBezTo>
                    <a:pt x="405" y="3162"/>
                    <a:pt x="453" y="3080"/>
                    <a:pt x="530" y="3041"/>
                  </a:cubicBezTo>
                  <a:lnTo>
                    <a:pt x="877" y="2868"/>
                  </a:lnTo>
                  <a:lnTo>
                    <a:pt x="1194" y="3186"/>
                  </a:lnTo>
                  <a:cubicBezTo>
                    <a:pt x="1276" y="3267"/>
                    <a:pt x="1382" y="3308"/>
                    <a:pt x="1488" y="3308"/>
                  </a:cubicBezTo>
                  <a:cubicBezTo>
                    <a:pt x="1594" y="3308"/>
                    <a:pt x="1699" y="3267"/>
                    <a:pt x="1781" y="3186"/>
                  </a:cubicBezTo>
                  <a:lnTo>
                    <a:pt x="2099" y="2868"/>
                  </a:lnTo>
                  <a:close/>
                  <a:moveTo>
                    <a:pt x="1271" y="0"/>
                  </a:moveTo>
                  <a:cubicBezTo>
                    <a:pt x="804" y="0"/>
                    <a:pt x="429" y="380"/>
                    <a:pt x="429" y="842"/>
                  </a:cubicBezTo>
                  <a:lnTo>
                    <a:pt x="429" y="1275"/>
                  </a:lnTo>
                  <a:cubicBezTo>
                    <a:pt x="429" y="1607"/>
                    <a:pt x="593" y="1920"/>
                    <a:pt x="862" y="2117"/>
                  </a:cubicBezTo>
                  <a:lnTo>
                    <a:pt x="862" y="2421"/>
                  </a:lnTo>
                  <a:cubicBezTo>
                    <a:pt x="857" y="2425"/>
                    <a:pt x="857" y="2430"/>
                    <a:pt x="853" y="2430"/>
                  </a:cubicBezTo>
                  <a:lnTo>
                    <a:pt x="352" y="2680"/>
                  </a:lnTo>
                  <a:cubicBezTo>
                    <a:pt x="136" y="2786"/>
                    <a:pt x="1" y="3008"/>
                    <a:pt x="6" y="3243"/>
                  </a:cubicBezTo>
                  <a:lnTo>
                    <a:pt x="6" y="3624"/>
                  </a:lnTo>
                  <a:cubicBezTo>
                    <a:pt x="6" y="3850"/>
                    <a:pt x="189" y="4033"/>
                    <a:pt x="420" y="4037"/>
                  </a:cubicBezTo>
                  <a:lnTo>
                    <a:pt x="2556" y="4037"/>
                  </a:lnTo>
                  <a:cubicBezTo>
                    <a:pt x="2782" y="4033"/>
                    <a:pt x="2970" y="3850"/>
                    <a:pt x="2970" y="3624"/>
                  </a:cubicBezTo>
                  <a:lnTo>
                    <a:pt x="2970" y="3243"/>
                  </a:lnTo>
                  <a:cubicBezTo>
                    <a:pt x="2970" y="3008"/>
                    <a:pt x="2835" y="2786"/>
                    <a:pt x="2623" y="2680"/>
                  </a:cubicBezTo>
                  <a:lnTo>
                    <a:pt x="2123" y="2430"/>
                  </a:lnTo>
                  <a:cubicBezTo>
                    <a:pt x="2118" y="2430"/>
                    <a:pt x="2113" y="2425"/>
                    <a:pt x="2113" y="2421"/>
                  </a:cubicBezTo>
                  <a:lnTo>
                    <a:pt x="2113" y="2117"/>
                  </a:lnTo>
                  <a:cubicBezTo>
                    <a:pt x="2383" y="1920"/>
                    <a:pt x="2541" y="1607"/>
                    <a:pt x="2541" y="1271"/>
                  </a:cubicBezTo>
                  <a:lnTo>
                    <a:pt x="2541" y="842"/>
                  </a:lnTo>
                  <a:cubicBezTo>
                    <a:pt x="2541" y="380"/>
                    <a:pt x="2166"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1"/>
            <p:cNvSpPr/>
            <p:nvPr/>
          </p:nvSpPr>
          <p:spPr>
            <a:xfrm>
              <a:off x="5530690" y="2504178"/>
              <a:ext cx="66670" cy="32968"/>
            </a:xfrm>
            <a:custGeom>
              <a:rect b="b" l="l" r="r" t="t"/>
              <a:pathLst>
                <a:path extrusionOk="0" h="1257" w="2542">
                  <a:moveTo>
                    <a:pt x="2137" y="400"/>
                  </a:moveTo>
                  <a:lnTo>
                    <a:pt x="2137" y="857"/>
                  </a:lnTo>
                  <a:lnTo>
                    <a:pt x="400" y="857"/>
                  </a:lnTo>
                  <a:lnTo>
                    <a:pt x="400" y="400"/>
                  </a:lnTo>
                  <a:close/>
                  <a:moveTo>
                    <a:pt x="198" y="1"/>
                  </a:moveTo>
                  <a:cubicBezTo>
                    <a:pt x="87" y="1"/>
                    <a:pt x="1" y="87"/>
                    <a:pt x="1" y="198"/>
                  </a:cubicBezTo>
                  <a:lnTo>
                    <a:pt x="1" y="1059"/>
                  </a:lnTo>
                  <a:cubicBezTo>
                    <a:pt x="1" y="1165"/>
                    <a:pt x="92" y="1257"/>
                    <a:pt x="198" y="1257"/>
                  </a:cubicBezTo>
                  <a:lnTo>
                    <a:pt x="2339" y="1257"/>
                  </a:lnTo>
                  <a:cubicBezTo>
                    <a:pt x="2450" y="1257"/>
                    <a:pt x="2541" y="1165"/>
                    <a:pt x="2541" y="1055"/>
                  </a:cubicBezTo>
                  <a:lnTo>
                    <a:pt x="2541" y="198"/>
                  </a:lnTo>
                  <a:cubicBezTo>
                    <a:pt x="2541" y="87"/>
                    <a:pt x="2450" y="1"/>
                    <a:pt x="23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1"/>
            <p:cNvSpPr/>
            <p:nvPr/>
          </p:nvSpPr>
          <p:spPr>
            <a:xfrm>
              <a:off x="5528670" y="2549106"/>
              <a:ext cx="70578" cy="10517"/>
            </a:xfrm>
            <a:custGeom>
              <a:rect b="b" l="l" r="r" t="t"/>
              <a:pathLst>
                <a:path extrusionOk="0" h="401" w="2691">
                  <a:moveTo>
                    <a:pt x="257" y="0"/>
                  </a:moveTo>
                  <a:cubicBezTo>
                    <a:pt x="1" y="0"/>
                    <a:pt x="2" y="401"/>
                    <a:pt x="262" y="401"/>
                  </a:cubicBezTo>
                  <a:cubicBezTo>
                    <a:pt x="266" y="401"/>
                    <a:pt x="271" y="400"/>
                    <a:pt x="275" y="400"/>
                  </a:cubicBezTo>
                  <a:lnTo>
                    <a:pt x="2416" y="400"/>
                  </a:lnTo>
                  <a:cubicBezTo>
                    <a:pt x="2421" y="400"/>
                    <a:pt x="2425" y="401"/>
                    <a:pt x="2430" y="401"/>
                  </a:cubicBezTo>
                  <a:cubicBezTo>
                    <a:pt x="2689" y="401"/>
                    <a:pt x="2691" y="0"/>
                    <a:pt x="2434" y="0"/>
                  </a:cubicBezTo>
                  <a:cubicBezTo>
                    <a:pt x="2428" y="0"/>
                    <a:pt x="2422" y="0"/>
                    <a:pt x="2416" y="1"/>
                  </a:cubicBezTo>
                  <a:lnTo>
                    <a:pt x="275" y="1"/>
                  </a:lnTo>
                  <a:cubicBezTo>
                    <a:pt x="269" y="0"/>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1"/>
            <p:cNvSpPr/>
            <p:nvPr/>
          </p:nvSpPr>
          <p:spPr>
            <a:xfrm>
              <a:off x="5528670" y="2571452"/>
              <a:ext cx="37007" cy="10517"/>
            </a:xfrm>
            <a:custGeom>
              <a:rect b="b" l="l" r="r" t="t"/>
              <a:pathLst>
                <a:path extrusionOk="0" h="401" w="1411">
                  <a:moveTo>
                    <a:pt x="262" y="0"/>
                  </a:moveTo>
                  <a:cubicBezTo>
                    <a:pt x="2" y="0"/>
                    <a:pt x="1" y="400"/>
                    <a:pt x="257" y="400"/>
                  </a:cubicBezTo>
                  <a:cubicBezTo>
                    <a:pt x="263" y="400"/>
                    <a:pt x="269" y="400"/>
                    <a:pt x="275" y="400"/>
                  </a:cubicBezTo>
                  <a:lnTo>
                    <a:pt x="1132" y="400"/>
                  </a:lnTo>
                  <a:cubicBezTo>
                    <a:pt x="1138" y="400"/>
                    <a:pt x="1144" y="400"/>
                    <a:pt x="1150" y="400"/>
                  </a:cubicBezTo>
                  <a:cubicBezTo>
                    <a:pt x="1411" y="400"/>
                    <a:pt x="1409" y="0"/>
                    <a:pt x="1145" y="0"/>
                  </a:cubicBezTo>
                  <a:cubicBezTo>
                    <a:pt x="1141" y="0"/>
                    <a:pt x="1136" y="0"/>
                    <a:pt x="1132" y="0"/>
                  </a:cubicBezTo>
                  <a:lnTo>
                    <a:pt x="275" y="0"/>
                  </a:lnTo>
                  <a:cubicBezTo>
                    <a:pt x="271" y="0"/>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1"/>
            <p:cNvSpPr/>
            <p:nvPr/>
          </p:nvSpPr>
          <p:spPr>
            <a:xfrm>
              <a:off x="5438946" y="2616379"/>
              <a:ext cx="160302" cy="10517"/>
            </a:xfrm>
            <a:custGeom>
              <a:rect b="b" l="l" r="r" t="t"/>
              <a:pathLst>
                <a:path extrusionOk="0" h="401" w="6112">
                  <a:moveTo>
                    <a:pt x="261" y="0"/>
                  </a:moveTo>
                  <a:cubicBezTo>
                    <a:pt x="0" y="0"/>
                    <a:pt x="0" y="400"/>
                    <a:pt x="261" y="400"/>
                  </a:cubicBezTo>
                  <a:cubicBezTo>
                    <a:pt x="266" y="400"/>
                    <a:pt x="270" y="400"/>
                    <a:pt x="275" y="400"/>
                  </a:cubicBezTo>
                  <a:lnTo>
                    <a:pt x="5837" y="400"/>
                  </a:lnTo>
                  <a:cubicBezTo>
                    <a:pt x="5842" y="400"/>
                    <a:pt x="5847" y="400"/>
                    <a:pt x="5851" y="400"/>
                  </a:cubicBezTo>
                  <a:cubicBezTo>
                    <a:pt x="6112" y="400"/>
                    <a:pt x="6112" y="0"/>
                    <a:pt x="5851" y="0"/>
                  </a:cubicBezTo>
                  <a:cubicBezTo>
                    <a:pt x="5847" y="0"/>
                    <a:pt x="5842" y="0"/>
                    <a:pt x="5837" y="0"/>
                  </a:cubicBezTo>
                  <a:lnTo>
                    <a:pt x="275" y="0"/>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1"/>
            <p:cNvSpPr/>
            <p:nvPr/>
          </p:nvSpPr>
          <p:spPr>
            <a:xfrm>
              <a:off x="5438946" y="2638830"/>
              <a:ext cx="25782" cy="10517"/>
            </a:xfrm>
            <a:custGeom>
              <a:rect b="b" l="l" r="r" t="t"/>
              <a:pathLst>
                <a:path extrusionOk="0" h="401" w="983">
                  <a:moveTo>
                    <a:pt x="257" y="0"/>
                  </a:moveTo>
                  <a:cubicBezTo>
                    <a:pt x="0" y="0"/>
                    <a:pt x="2" y="401"/>
                    <a:pt x="261" y="401"/>
                  </a:cubicBezTo>
                  <a:cubicBezTo>
                    <a:pt x="266" y="401"/>
                    <a:pt x="270" y="401"/>
                    <a:pt x="275" y="400"/>
                  </a:cubicBezTo>
                  <a:lnTo>
                    <a:pt x="703" y="400"/>
                  </a:lnTo>
                  <a:cubicBezTo>
                    <a:pt x="708" y="401"/>
                    <a:pt x="712" y="401"/>
                    <a:pt x="717" y="401"/>
                  </a:cubicBezTo>
                  <a:cubicBezTo>
                    <a:pt x="981" y="401"/>
                    <a:pt x="983" y="0"/>
                    <a:pt x="721" y="0"/>
                  </a:cubicBezTo>
                  <a:cubicBezTo>
                    <a:pt x="715" y="0"/>
                    <a:pt x="709" y="1"/>
                    <a:pt x="703" y="1"/>
                  </a:cubicBezTo>
                  <a:lnTo>
                    <a:pt x="275" y="1"/>
                  </a:lnTo>
                  <a:cubicBezTo>
                    <a:pt x="269" y="1"/>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1"/>
            <p:cNvSpPr/>
            <p:nvPr/>
          </p:nvSpPr>
          <p:spPr>
            <a:xfrm>
              <a:off x="5438946" y="2706104"/>
              <a:ext cx="25782" cy="10517"/>
            </a:xfrm>
            <a:custGeom>
              <a:rect b="b" l="l" r="r" t="t"/>
              <a:pathLst>
                <a:path extrusionOk="0" h="401" w="983">
                  <a:moveTo>
                    <a:pt x="261" y="0"/>
                  </a:moveTo>
                  <a:cubicBezTo>
                    <a:pt x="0" y="0"/>
                    <a:pt x="0" y="400"/>
                    <a:pt x="261" y="400"/>
                  </a:cubicBezTo>
                  <a:cubicBezTo>
                    <a:pt x="266" y="400"/>
                    <a:pt x="270" y="400"/>
                    <a:pt x="275" y="400"/>
                  </a:cubicBezTo>
                  <a:lnTo>
                    <a:pt x="703" y="400"/>
                  </a:lnTo>
                  <a:cubicBezTo>
                    <a:pt x="708" y="400"/>
                    <a:pt x="713" y="400"/>
                    <a:pt x="717" y="400"/>
                  </a:cubicBezTo>
                  <a:cubicBezTo>
                    <a:pt x="982" y="400"/>
                    <a:pt x="982" y="0"/>
                    <a:pt x="717" y="0"/>
                  </a:cubicBezTo>
                  <a:cubicBezTo>
                    <a:pt x="713" y="0"/>
                    <a:pt x="708" y="0"/>
                    <a:pt x="703" y="1"/>
                  </a:cubicBezTo>
                  <a:lnTo>
                    <a:pt x="275" y="1"/>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1"/>
            <p:cNvSpPr/>
            <p:nvPr/>
          </p:nvSpPr>
          <p:spPr>
            <a:xfrm>
              <a:off x="5438946" y="2683627"/>
              <a:ext cx="25782" cy="10517"/>
            </a:xfrm>
            <a:custGeom>
              <a:rect b="b" l="l" r="r" t="t"/>
              <a:pathLst>
                <a:path extrusionOk="0" h="401" w="983">
                  <a:moveTo>
                    <a:pt x="261" y="1"/>
                  </a:moveTo>
                  <a:cubicBezTo>
                    <a:pt x="0" y="1"/>
                    <a:pt x="0" y="401"/>
                    <a:pt x="261" y="401"/>
                  </a:cubicBezTo>
                  <a:cubicBezTo>
                    <a:pt x="266" y="401"/>
                    <a:pt x="270" y="401"/>
                    <a:pt x="275" y="400"/>
                  </a:cubicBezTo>
                  <a:lnTo>
                    <a:pt x="703" y="400"/>
                  </a:lnTo>
                  <a:cubicBezTo>
                    <a:pt x="708" y="401"/>
                    <a:pt x="713" y="401"/>
                    <a:pt x="717" y="401"/>
                  </a:cubicBezTo>
                  <a:cubicBezTo>
                    <a:pt x="982" y="401"/>
                    <a:pt x="982" y="1"/>
                    <a:pt x="717" y="1"/>
                  </a:cubicBezTo>
                  <a:cubicBezTo>
                    <a:pt x="713" y="1"/>
                    <a:pt x="708" y="1"/>
                    <a:pt x="703" y="1"/>
                  </a:cubicBezTo>
                  <a:lnTo>
                    <a:pt x="275" y="1"/>
                  </a:lnTo>
                  <a:cubicBezTo>
                    <a:pt x="270" y="1"/>
                    <a:pt x="266"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1"/>
            <p:cNvSpPr/>
            <p:nvPr/>
          </p:nvSpPr>
          <p:spPr>
            <a:xfrm>
              <a:off x="5439576" y="2661307"/>
              <a:ext cx="24392" cy="10491"/>
            </a:xfrm>
            <a:custGeom>
              <a:rect b="b" l="l" r="r" t="t"/>
              <a:pathLst>
                <a:path extrusionOk="0" h="400" w="930">
                  <a:moveTo>
                    <a:pt x="251" y="0"/>
                  </a:moveTo>
                  <a:cubicBezTo>
                    <a:pt x="1" y="10"/>
                    <a:pt x="1" y="385"/>
                    <a:pt x="251" y="400"/>
                  </a:cubicBezTo>
                  <a:lnTo>
                    <a:pt x="679" y="400"/>
                  </a:lnTo>
                  <a:cubicBezTo>
                    <a:pt x="929" y="385"/>
                    <a:pt x="929" y="1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1"/>
            <p:cNvSpPr/>
            <p:nvPr/>
          </p:nvSpPr>
          <p:spPr>
            <a:xfrm>
              <a:off x="5472517" y="2638830"/>
              <a:ext cx="48259" cy="10517"/>
            </a:xfrm>
            <a:custGeom>
              <a:rect b="b" l="l" r="r" t="t"/>
              <a:pathLst>
                <a:path extrusionOk="0" h="401" w="1840">
                  <a:moveTo>
                    <a:pt x="262" y="0"/>
                  </a:moveTo>
                  <a:cubicBezTo>
                    <a:pt x="0" y="0"/>
                    <a:pt x="2" y="401"/>
                    <a:pt x="266" y="401"/>
                  </a:cubicBezTo>
                  <a:cubicBezTo>
                    <a:pt x="270" y="401"/>
                    <a:pt x="275" y="401"/>
                    <a:pt x="280" y="400"/>
                  </a:cubicBezTo>
                  <a:lnTo>
                    <a:pt x="1564" y="400"/>
                  </a:lnTo>
                  <a:cubicBezTo>
                    <a:pt x="1569" y="401"/>
                    <a:pt x="1574" y="401"/>
                    <a:pt x="1578" y="401"/>
                  </a:cubicBezTo>
                  <a:cubicBezTo>
                    <a:pt x="1838" y="401"/>
                    <a:pt x="1839" y="0"/>
                    <a:pt x="1582" y="0"/>
                  </a:cubicBezTo>
                  <a:cubicBezTo>
                    <a:pt x="1576" y="0"/>
                    <a:pt x="1571" y="1"/>
                    <a:pt x="1564"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1"/>
            <p:cNvSpPr/>
            <p:nvPr/>
          </p:nvSpPr>
          <p:spPr>
            <a:xfrm>
              <a:off x="5473278" y="2706104"/>
              <a:ext cx="69949" cy="10517"/>
            </a:xfrm>
            <a:custGeom>
              <a:rect b="b" l="l" r="r" t="t"/>
              <a:pathLst>
                <a:path extrusionOk="0" h="401" w="2667">
                  <a:moveTo>
                    <a:pt x="2406" y="0"/>
                  </a:moveTo>
                  <a:cubicBezTo>
                    <a:pt x="2401" y="0"/>
                    <a:pt x="2397" y="0"/>
                    <a:pt x="2392" y="1"/>
                  </a:cubicBezTo>
                  <a:lnTo>
                    <a:pt x="251" y="1"/>
                  </a:lnTo>
                  <a:cubicBezTo>
                    <a:pt x="1" y="15"/>
                    <a:pt x="1" y="386"/>
                    <a:pt x="251" y="400"/>
                  </a:cubicBezTo>
                  <a:lnTo>
                    <a:pt x="2392" y="400"/>
                  </a:lnTo>
                  <a:cubicBezTo>
                    <a:pt x="2397" y="400"/>
                    <a:pt x="2401" y="400"/>
                    <a:pt x="2406" y="400"/>
                  </a:cubicBezTo>
                  <a:cubicBezTo>
                    <a:pt x="2666" y="400"/>
                    <a:pt x="2666"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1"/>
            <p:cNvSpPr/>
            <p:nvPr/>
          </p:nvSpPr>
          <p:spPr>
            <a:xfrm>
              <a:off x="5472517" y="2683627"/>
              <a:ext cx="48232" cy="10517"/>
            </a:xfrm>
            <a:custGeom>
              <a:rect b="b" l="l" r="r" t="t"/>
              <a:pathLst>
                <a:path extrusionOk="0" h="401" w="1839">
                  <a:moveTo>
                    <a:pt x="266" y="1"/>
                  </a:moveTo>
                  <a:cubicBezTo>
                    <a:pt x="0" y="1"/>
                    <a:pt x="0" y="401"/>
                    <a:pt x="266" y="401"/>
                  </a:cubicBezTo>
                  <a:cubicBezTo>
                    <a:pt x="270" y="401"/>
                    <a:pt x="275" y="401"/>
                    <a:pt x="280" y="400"/>
                  </a:cubicBezTo>
                  <a:lnTo>
                    <a:pt x="1564" y="400"/>
                  </a:lnTo>
                  <a:cubicBezTo>
                    <a:pt x="1569" y="401"/>
                    <a:pt x="1574" y="401"/>
                    <a:pt x="1578" y="401"/>
                  </a:cubicBezTo>
                  <a:cubicBezTo>
                    <a:pt x="1839" y="401"/>
                    <a:pt x="1839" y="1"/>
                    <a:pt x="1578" y="1"/>
                  </a:cubicBezTo>
                  <a:cubicBezTo>
                    <a:pt x="1574" y="1"/>
                    <a:pt x="1569" y="1"/>
                    <a:pt x="1564" y="1"/>
                  </a:cubicBezTo>
                  <a:lnTo>
                    <a:pt x="280" y="1"/>
                  </a:lnTo>
                  <a:cubicBezTo>
                    <a:pt x="275" y="1"/>
                    <a:pt x="270"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1"/>
            <p:cNvSpPr/>
            <p:nvPr/>
          </p:nvSpPr>
          <p:spPr>
            <a:xfrm>
              <a:off x="5473147" y="2661307"/>
              <a:ext cx="69450" cy="10491"/>
            </a:xfrm>
            <a:custGeom>
              <a:rect b="b" l="l" r="r" t="t"/>
              <a:pathLst>
                <a:path extrusionOk="0" h="400" w="2648">
                  <a:moveTo>
                    <a:pt x="256" y="0"/>
                  </a:moveTo>
                  <a:cubicBezTo>
                    <a:pt x="1" y="10"/>
                    <a:pt x="1" y="385"/>
                    <a:pt x="256" y="400"/>
                  </a:cubicBezTo>
                  <a:lnTo>
                    <a:pt x="2392" y="400"/>
                  </a:lnTo>
                  <a:cubicBezTo>
                    <a:pt x="2647" y="385"/>
                    <a:pt x="2647" y="10"/>
                    <a:pt x="23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1"/>
            <p:cNvSpPr/>
            <p:nvPr/>
          </p:nvSpPr>
          <p:spPr>
            <a:xfrm>
              <a:off x="5556681" y="2661281"/>
              <a:ext cx="41938" cy="10543"/>
            </a:xfrm>
            <a:custGeom>
              <a:rect b="b" l="l" r="r" t="t"/>
              <a:pathLst>
                <a:path extrusionOk="0" h="402" w="1599">
                  <a:moveTo>
                    <a:pt x="262" y="1"/>
                  </a:moveTo>
                  <a:cubicBezTo>
                    <a:pt x="1" y="1"/>
                    <a:pt x="2" y="401"/>
                    <a:pt x="266" y="401"/>
                  </a:cubicBezTo>
                  <a:cubicBezTo>
                    <a:pt x="271" y="401"/>
                    <a:pt x="275" y="401"/>
                    <a:pt x="280" y="401"/>
                  </a:cubicBezTo>
                  <a:lnTo>
                    <a:pt x="1348" y="401"/>
                  </a:lnTo>
                  <a:cubicBezTo>
                    <a:pt x="1599" y="386"/>
                    <a:pt x="1599" y="11"/>
                    <a:pt x="1348" y="1"/>
                  </a:cubicBezTo>
                  <a:lnTo>
                    <a:pt x="280" y="1"/>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1"/>
            <p:cNvSpPr/>
            <p:nvPr/>
          </p:nvSpPr>
          <p:spPr>
            <a:xfrm>
              <a:off x="5556681" y="2638830"/>
              <a:ext cx="42567" cy="10517"/>
            </a:xfrm>
            <a:custGeom>
              <a:rect b="b" l="l" r="r" t="t"/>
              <a:pathLst>
                <a:path extrusionOk="0" h="401" w="1623">
                  <a:moveTo>
                    <a:pt x="262" y="0"/>
                  </a:moveTo>
                  <a:cubicBezTo>
                    <a:pt x="1" y="0"/>
                    <a:pt x="2" y="401"/>
                    <a:pt x="266" y="401"/>
                  </a:cubicBezTo>
                  <a:cubicBezTo>
                    <a:pt x="271" y="401"/>
                    <a:pt x="275" y="401"/>
                    <a:pt x="280" y="400"/>
                  </a:cubicBezTo>
                  <a:lnTo>
                    <a:pt x="1348" y="400"/>
                  </a:lnTo>
                  <a:cubicBezTo>
                    <a:pt x="1353" y="401"/>
                    <a:pt x="1357" y="401"/>
                    <a:pt x="1362" y="401"/>
                  </a:cubicBezTo>
                  <a:cubicBezTo>
                    <a:pt x="1621" y="401"/>
                    <a:pt x="1623" y="0"/>
                    <a:pt x="1366" y="0"/>
                  </a:cubicBezTo>
                  <a:cubicBezTo>
                    <a:pt x="1360" y="0"/>
                    <a:pt x="1354" y="1"/>
                    <a:pt x="1348"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1"/>
            <p:cNvSpPr/>
            <p:nvPr/>
          </p:nvSpPr>
          <p:spPr>
            <a:xfrm>
              <a:off x="5556681" y="2683627"/>
              <a:ext cx="42567" cy="10517"/>
            </a:xfrm>
            <a:custGeom>
              <a:rect b="b" l="l" r="r" t="t"/>
              <a:pathLst>
                <a:path extrusionOk="0" h="401" w="1623">
                  <a:moveTo>
                    <a:pt x="266" y="1"/>
                  </a:moveTo>
                  <a:cubicBezTo>
                    <a:pt x="1" y="1"/>
                    <a:pt x="1" y="401"/>
                    <a:pt x="266" y="401"/>
                  </a:cubicBezTo>
                  <a:cubicBezTo>
                    <a:pt x="271" y="401"/>
                    <a:pt x="275" y="401"/>
                    <a:pt x="280" y="400"/>
                  </a:cubicBezTo>
                  <a:lnTo>
                    <a:pt x="1348" y="400"/>
                  </a:lnTo>
                  <a:cubicBezTo>
                    <a:pt x="1353" y="401"/>
                    <a:pt x="1358" y="401"/>
                    <a:pt x="1362" y="401"/>
                  </a:cubicBezTo>
                  <a:cubicBezTo>
                    <a:pt x="1623" y="401"/>
                    <a:pt x="1623" y="1"/>
                    <a:pt x="1362" y="1"/>
                  </a:cubicBezTo>
                  <a:cubicBezTo>
                    <a:pt x="1358" y="1"/>
                    <a:pt x="1353" y="1"/>
                    <a:pt x="1348" y="1"/>
                  </a:cubicBezTo>
                  <a:lnTo>
                    <a:pt x="280" y="1"/>
                  </a:lnTo>
                  <a:cubicBezTo>
                    <a:pt x="275" y="1"/>
                    <a:pt x="271"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1"/>
            <p:cNvSpPr/>
            <p:nvPr/>
          </p:nvSpPr>
          <p:spPr>
            <a:xfrm>
              <a:off x="5556681" y="2706104"/>
              <a:ext cx="42567" cy="10517"/>
            </a:xfrm>
            <a:custGeom>
              <a:rect b="b" l="l" r="r" t="t"/>
              <a:pathLst>
                <a:path extrusionOk="0" h="401" w="1623">
                  <a:moveTo>
                    <a:pt x="266" y="0"/>
                  </a:moveTo>
                  <a:cubicBezTo>
                    <a:pt x="1" y="0"/>
                    <a:pt x="1" y="400"/>
                    <a:pt x="266" y="400"/>
                  </a:cubicBezTo>
                  <a:cubicBezTo>
                    <a:pt x="271" y="400"/>
                    <a:pt x="275" y="400"/>
                    <a:pt x="280" y="400"/>
                  </a:cubicBezTo>
                  <a:lnTo>
                    <a:pt x="1348" y="400"/>
                  </a:lnTo>
                  <a:cubicBezTo>
                    <a:pt x="1353" y="400"/>
                    <a:pt x="1358" y="400"/>
                    <a:pt x="1362" y="400"/>
                  </a:cubicBezTo>
                  <a:cubicBezTo>
                    <a:pt x="1623" y="400"/>
                    <a:pt x="1623" y="0"/>
                    <a:pt x="1362" y="0"/>
                  </a:cubicBezTo>
                  <a:cubicBezTo>
                    <a:pt x="1358" y="0"/>
                    <a:pt x="1353" y="0"/>
                    <a:pt x="1348"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1" name="Google Shape;11701;p81"/>
          <p:cNvGrpSpPr/>
          <p:nvPr/>
        </p:nvGrpSpPr>
        <p:grpSpPr>
          <a:xfrm>
            <a:off x="5364617" y="4307843"/>
            <a:ext cx="285985" cy="322572"/>
            <a:chOff x="5364617" y="4307843"/>
            <a:chExt cx="285985" cy="322572"/>
          </a:xfrm>
        </p:grpSpPr>
        <p:sp>
          <p:nvSpPr>
            <p:cNvPr id="11702" name="Google Shape;11702;p81"/>
            <p:cNvSpPr/>
            <p:nvPr/>
          </p:nvSpPr>
          <p:spPr>
            <a:xfrm>
              <a:off x="5374977" y="4569305"/>
              <a:ext cx="84059" cy="52271"/>
            </a:xfrm>
            <a:custGeom>
              <a:rect b="b" l="l" r="r" t="t"/>
              <a:pathLst>
                <a:path extrusionOk="0" h="1993" w="3205">
                  <a:moveTo>
                    <a:pt x="2550" y="622"/>
                  </a:moveTo>
                  <a:cubicBezTo>
                    <a:pt x="2738" y="622"/>
                    <a:pt x="2738" y="906"/>
                    <a:pt x="2550" y="906"/>
                  </a:cubicBezTo>
                  <a:lnTo>
                    <a:pt x="606" y="906"/>
                  </a:lnTo>
                  <a:cubicBezTo>
                    <a:pt x="529" y="906"/>
                    <a:pt x="462" y="843"/>
                    <a:pt x="462" y="766"/>
                  </a:cubicBezTo>
                  <a:cubicBezTo>
                    <a:pt x="462" y="684"/>
                    <a:pt x="529" y="622"/>
                    <a:pt x="606" y="622"/>
                  </a:cubicBezTo>
                  <a:close/>
                  <a:moveTo>
                    <a:pt x="0" y="1"/>
                  </a:moveTo>
                  <a:lnTo>
                    <a:pt x="0" y="1993"/>
                  </a:lnTo>
                  <a:lnTo>
                    <a:pt x="3205" y="1993"/>
                  </a:lnTo>
                  <a:lnTo>
                    <a:pt x="32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1"/>
            <p:cNvSpPr/>
            <p:nvPr/>
          </p:nvSpPr>
          <p:spPr>
            <a:xfrm>
              <a:off x="5466328" y="4489547"/>
              <a:ext cx="84085" cy="132029"/>
            </a:xfrm>
            <a:custGeom>
              <a:rect b="b" l="l" r="r" t="t"/>
              <a:pathLst>
                <a:path extrusionOk="0" h="5034" w="3206">
                  <a:moveTo>
                    <a:pt x="2566" y="622"/>
                  </a:moveTo>
                  <a:cubicBezTo>
                    <a:pt x="2753" y="622"/>
                    <a:pt x="2753" y="906"/>
                    <a:pt x="2566" y="906"/>
                  </a:cubicBezTo>
                  <a:lnTo>
                    <a:pt x="622" y="906"/>
                  </a:lnTo>
                  <a:cubicBezTo>
                    <a:pt x="545" y="906"/>
                    <a:pt x="482" y="843"/>
                    <a:pt x="482" y="766"/>
                  </a:cubicBezTo>
                  <a:cubicBezTo>
                    <a:pt x="482" y="684"/>
                    <a:pt x="545" y="622"/>
                    <a:pt x="622" y="622"/>
                  </a:cubicBezTo>
                  <a:close/>
                  <a:moveTo>
                    <a:pt x="1" y="1"/>
                  </a:moveTo>
                  <a:lnTo>
                    <a:pt x="1" y="5034"/>
                  </a:lnTo>
                  <a:lnTo>
                    <a:pt x="3205" y="5034"/>
                  </a:lnTo>
                  <a:lnTo>
                    <a:pt x="3205"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1"/>
            <p:cNvSpPr/>
            <p:nvPr/>
          </p:nvSpPr>
          <p:spPr>
            <a:xfrm>
              <a:off x="5557835" y="4403731"/>
              <a:ext cx="87731" cy="217846"/>
            </a:xfrm>
            <a:custGeom>
              <a:rect b="b" l="l" r="r" t="t"/>
              <a:pathLst>
                <a:path extrusionOk="0" h="8306" w="3345">
                  <a:moveTo>
                    <a:pt x="2570" y="626"/>
                  </a:moveTo>
                  <a:cubicBezTo>
                    <a:pt x="2762" y="626"/>
                    <a:pt x="2762" y="910"/>
                    <a:pt x="2570" y="910"/>
                  </a:cubicBezTo>
                  <a:lnTo>
                    <a:pt x="631" y="910"/>
                  </a:lnTo>
                  <a:cubicBezTo>
                    <a:pt x="554" y="910"/>
                    <a:pt x="486" y="843"/>
                    <a:pt x="486" y="766"/>
                  </a:cubicBezTo>
                  <a:cubicBezTo>
                    <a:pt x="486" y="689"/>
                    <a:pt x="554" y="626"/>
                    <a:pt x="631" y="626"/>
                  </a:cubicBezTo>
                  <a:close/>
                  <a:moveTo>
                    <a:pt x="0" y="1"/>
                  </a:moveTo>
                  <a:lnTo>
                    <a:pt x="0" y="8306"/>
                  </a:lnTo>
                  <a:lnTo>
                    <a:pt x="3345" y="8306"/>
                  </a:lnTo>
                  <a:lnTo>
                    <a:pt x="334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1"/>
            <p:cNvSpPr/>
            <p:nvPr/>
          </p:nvSpPr>
          <p:spPr>
            <a:xfrm>
              <a:off x="5366007" y="4395023"/>
              <a:ext cx="284595" cy="235392"/>
            </a:xfrm>
            <a:custGeom>
              <a:rect b="b" l="l" r="r" t="t"/>
              <a:pathLst>
                <a:path extrusionOk="0" h="8975" w="10851">
                  <a:moveTo>
                    <a:pt x="3489" y="6699"/>
                  </a:moveTo>
                  <a:lnTo>
                    <a:pt x="3489" y="8590"/>
                  </a:lnTo>
                  <a:lnTo>
                    <a:pt x="395" y="8590"/>
                  </a:lnTo>
                  <a:lnTo>
                    <a:pt x="395" y="6699"/>
                  </a:lnTo>
                  <a:close/>
                  <a:moveTo>
                    <a:pt x="6978" y="3658"/>
                  </a:moveTo>
                  <a:lnTo>
                    <a:pt x="6978" y="8590"/>
                  </a:lnTo>
                  <a:lnTo>
                    <a:pt x="3884" y="8590"/>
                  </a:lnTo>
                  <a:lnTo>
                    <a:pt x="3884" y="6502"/>
                  </a:lnTo>
                  <a:lnTo>
                    <a:pt x="3884" y="3658"/>
                  </a:lnTo>
                  <a:close/>
                  <a:moveTo>
                    <a:pt x="7162" y="1"/>
                  </a:moveTo>
                  <a:cubicBezTo>
                    <a:pt x="7060" y="1"/>
                    <a:pt x="6978" y="90"/>
                    <a:pt x="6978" y="193"/>
                  </a:cubicBezTo>
                  <a:lnTo>
                    <a:pt x="6978" y="3268"/>
                  </a:lnTo>
                  <a:lnTo>
                    <a:pt x="3682" y="3268"/>
                  </a:lnTo>
                  <a:cubicBezTo>
                    <a:pt x="3576" y="3268"/>
                    <a:pt x="3489" y="3355"/>
                    <a:pt x="3489" y="3465"/>
                  </a:cubicBezTo>
                  <a:lnTo>
                    <a:pt x="3489" y="6309"/>
                  </a:lnTo>
                  <a:lnTo>
                    <a:pt x="198" y="6309"/>
                  </a:lnTo>
                  <a:cubicBezTo>
                    <a:pt x="87" y="6309"/>
                    <a:pt x="1" y="6396"/>
                    <a:pt x="1" y="6502"/>
                  </a:cubicBezTo>
                  <a:lnTo>
                    <a:pt x="1" y="8782"/>
                  </a:lnTo>
                  <a:cubicBezTo>
                    <a:pt x="1" y="8888"/>
                    <a:pt x="87" y="8975"/>
                    <a:pt x="198" y="8975"/>
                  </a:cubicBezTo>
                  <a:lnTo>
                    <a:pt x="10659" y="8975"/>
                  </a:lnTo>
                  <a:cubicBezTo>
                    <a:pt x="10764" y="8975"/>
                    <a:pt x="10851" y="8888"/>
                    <a:pt x="10851" y="8782"/>
                  </a:cubicBezTo>
                  <a:lnTo>
                    <a:pt x="10851" y="1680"/>
                  </a:lnTo>
                  <a:cubicBezTo>
                    <a:pt x="10851" y="1550"/>
                    <a:pt x="10754" y="1485"/>
                    <a:pt x="10656" y="1485"/>
                  </a:cubicBezTo>
                  <a:cubicBezTo>
                    <a:pt x="10559" y="1485"/>
                    <a:pt x="10461" y="1550"/>
                    <a:pt x="10461" y="1680"/>
                  </a:cubicBezTo>
                  <a:lnTo>
                    <a:pt x="10461" y="8590"/>
                  </a:lnTo>
                  <a:lnTo>
                    <a:pt x="7362" y="8590"/>
                  </a:lnTo>
                  <a:lnTo>
                    <a:pt x="7362" y="386"/>
                  </a:lnTo>
                  <a:lnTo>
                    <a:pt x="10461" y="386"/>
                  </a:lnTo>
                  <a:lnTo>
                    <a:pt x="10461" y="915"/>
                  </a:lnTo>
                  <a:cubicBezTo>
                    <a:pt x="10461" y="1018"/>
                    <a:pt x="10544" y="1108"/>
                    <a:pt x="10650" y="1108"/>
                  </a:cubicBezTo>
                  <a:cubicBezTo>
                    <a:pt x="10653" y="1108"/>
                    <a:pt x="10656" y="1108"/>
                    <a:pt x="10659" y="1108"/>
                  </a:cubicBezTo>
                  <a:cubicBezTo>
                    <a:pt x="10764" y="1108"/>
                    <a:pt x="10851" y="1021"/>
                    <a:pt x="10851" y="915"/>
                  </a:cubicBezTo>
                  <a:lnTo>
                    <a:pt x="10851" y="193"/>
                  </a:lnTo>
                  <a:cubicBezTo>
                    <a:pt x="10851" y="88"/>
                    <a:pt x="10764" y="1"/>
                    <a:pt x="10659" y="1"/>
                  </a:cubicBezTo>
                  <a:lnTo>
                    <a:pt x="7170" y="1"/>
                  </a:lnTo>
                  <a:cubicBezTo>
                    <a:pt x="7167" y="1"/>
                    <a:pt x="7165" y="1"/>
                    <a:pt x="7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1"/>
            <p:cNvSpPr/>
            <p:nvPr/>
          </p:nvSpPr>
          <p:spPr>
            <a:xfrm>
              <a:off x="5384052" y="4584202"/>
              <a:ext cx="64651" cy="10255"/>
            </a:xfrm>
            <a:custGeom>
              <a:rect b="b" l="l" r="r" t="t"/>
              <a:pathLst>
                <a:path extrusionOk="0" h="391" w="2465">
                  <a:moveTo>
                    <a:pt x="260" y="1"/>
                  </a:moveTo>
                  <a:cubicBezTo>
                    <a:pt x="1" y="1"/>
                    <a:pt x="1" y="390"/>
                    <a:pt x="260" y="390"/>
                  </a:cubicBezTo>
                  <a:lnTo>
                    <a:pt x="2204" y="390"/>
                  </a:lnTo>
                  <a:cubicBezTo>
                    <a:pt x="2464" y="390"/>
                    <a:pt x="2464" y="1"/>
                    <a:pt x="2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1"/>
            <p:cNvSpPr/>
            <p:nvPr/>
          </p:nvSpPr>
          <p:spPr>
            <a:xfrm>
              <a:off x="5475796" y="4504576"/>
              <a:ext cx="64520" cy="10124"/>
            </a:xfrm>
            <a:custGeom>
              <a:rect b="b" l="l" r="r" t="t"/>
              <a:pathLst>
                <a:path extrusionOk="0" h="386" w="2460">
                  <a:moveTo>
                    <a:pt x="261" y="1"/>
                  </a:moveTo>
                  <a:cubicBezTo>
                    <a:pt x="1" y="1"/>
                    <a:pt x="1" y="385"/>
                    <a:pt x="261" y="385"/>
                  </a:cubicBezTo>
                  <a:lnTo>
                    <a:pt x="2205" y="385"/>
                  </a:lnTo>
                  <a:cubicBezTo>
                    <a:pt x="2460" y="385"/>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1"/>
            <p:cNvSpPr/>
            <p:nvPr/>
          </p:nvSpPr>
          <p:spPr>
            <a:xfrm>
              <a:off x="5567540" y="4418759"/>
              <a:ext cx="64520" cy="10255"/>
            </a:xfrm>
            <a:custGeom>
              <a:rect b="b" l="l" r="r" t="t"/>
              <a:pathLst>
                <a:path extrusionOk="0" h="391" w="2460">
                  <a:moveTo>
                    <a:pt x="261" y="1"/>
                  </a:moveTo>
                  <a:cubicBezTo>
                    <a:pt x="1" y="1"/>
                    <a:pt x="1" y="390"/>
                    <a:pt x="261" y="390"/>
                  </a:cubicBezTo>
                  <a:lnTo>
                    <a:pt x="2205" y="390"/>
                  </a:lnTo>
                  <a:cubicBezTo>
                    <a:pt x="2460" y="390"/>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1"/>
            <p:cNvSpPr/>
            <p:nvPr/>
          </p:nvSpPr>
          <p:spPr>
            <a:xfrm>
              <a:off x="5364617" y="4307843"/>
              <a:ext cx="237149" cy="235366"/>
            </a:xfrm>
            <a:custGeom>
              <a:rect b="b" l="l" r="r" t="t"/>
              <a:pathLst>
                <a:path extrusionOk="0" h="8974" w="9042">
                  <a:moveTo>
                    <a:pt x="7329" y="0"/>
                  </a:moveTo>
                  <a:cubicBezTo>
                    <a:pt x="7069" y="0"/>
                    <a:pt x="7069" y="385"/>
                    <a:pt x="7329" y="385"/>
                  </a:cubicBezTo>
                  <a:lnTo>
                    <a:pt x="8373" y="385"/>
                  </a:lnTo>
                  <a:lnTo>
                    <a:pt x="121" y="8637"/>
                  </a:lnTo>
                  <a:cubicBezTo>
                    <a:pt x="1" y="8762"/>
                    <a:pt x="87" y="8969"/>
                    <a:pt x="260" y="8969"/>
                  </a:cubicBezTo>
                  <a:lnTo>
                    <a:pt x="260" y="8974"/>
                  </a:lnTo>
                  <a:cubicBezTo>
                    <a:pt x="313" y="8974"/>
                    <a:pt x="361" y="8955"/>
                    <a:pt x="400" y="8916"/>
                  </a:cubicBezTo>
                  <a:lnTo>
                    <a:pt x="8652" y="664"/>
                  </a:lnTo>
                  <a:lnTo>
                    <a:pt x="8652" y="1713"/>
                  </a:lnTo>
                  <a:cubicBezTo>
                    <a:pt x="8652" y="1843"/>
                    <a:pt x="8750" y="1908"/>
                    <a:pt x="8847" y="1908"/>
                  </a:cubicBezTo>
                  <a:cubicBezTo>
                    <a:pt x="8944" y="1908"/>
                    <a:pt x="9042" y="1843"/>
                    <a:pt x="9042" y="1713"/>
                  </a:cubicBezTo>
                  <a:lnTo>
                    <a:pt x="9042" y="193"/>
                  </a:lnTo>
                  <a:cubicBezTo>
                    <a:pt x="9042" y="87"/>
                    <a:pt x="8950" y="0"/>
                    <a:pt x="8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1"/>
            <p:cNvSpPr/>
            <p:nvPr/>
          </p:nvSpPr>
          <p:spPr>
            <a:xfrm>
              <a:off x="5441857" y="4584202"/>
              <a:ext cx="14923" cy="10255"/>
            </a:xfrm>
            <a:custGeom>
              <a:rect b="b" l="l" r="r" t="t"/>
              <a:pathLst>
                <a:path extrusionOk="0" h="391" w="569">
                  <a:moveTo>
                    <a:pt x="0" y="1"/>
                  </a:moveTo>
                  <a:cubicBezTo>
                    <a:pt x="255" y="1"/>
                    <a:pt x="255" y="390"/>
                    <a:pt x="0" y="390"/>
                  </a:cubicBezTo>
                  <a:lnTo>
                    <a:pt x="308" y="390"/>
                  </a:lnTo>
                  <a:cubicBezTo>
                    <a:pt x="568" y="390"/>
                    <a:pt x="568" y="1"/>
                    <a:pt x="3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1"/>
            <p:cNvSpPr/>
            <p:nvPr/>
          </p:nvSpPr>
          <p:spPr>
            <a:xfrm>
              <a:off x="5376367" y="4570590"/>
              <a:ext cx="8104" cy="49727"/>
            </a:xfrm>
            <a:custGeom>
              <a:rect b="b" l="l" r="r" t="t"/>
              <a:pathLst>
                <a:path extrusionOk="0" h="1896" w="309">
                  <a:moveTo>
                    <a:pt x="0" y="0"/>
                  </a:moveTo>
                  <a:lnTo>
                    <a:pt x="0" y="1896"/>
                  </a:lnTo>
                  <a:lnTo>
                    <a:pt x="308" y="1896"/>
                  </a:ln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1"/>
            <p:cNvSpPr/>
            <p:nvPr/>
          </p:nvSpPr>
          <p:spPr>
            <a:xfrm>
              <a:off x="5533601" y="4504576"/>
              <a:ext cx="14923" cy="10124"/>
            </a:xfrm>
            <a:custGeom>
              <a:rect b="b" l="l" r="r" t="t"/>
              <a:pathLst>
                <a:path extrusionOk="0" h="386" w="569">
                  <a:moveTo>
                    <a:pt x="1" y="1"/>
                  </a:moveTo>
                  <a:cubicBezTo>
                    <a:pt x="260" y="1"/>
                    <a:pt x="260" y="385"/>
                    <a:pt x="1" y="385"/>
                  </a:cubicBezTo>
                  <a:lnTo>
                    <a:pt x="308" y="385"/>
                  </a:lnTo>
                  <a:cubicBezTo>
                    <a:pt x="568" y="385"/>
                    <a:pt x="568" y="1"/>
                    <a:pt x="30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1"/>
            <p:cNvSpPr/>
            <p:nvPr/>
          </p:nvSpPr>
          <p:spPr>
            <a:xfrm>
              <a:off x="5467718" y="4490937"/>
              <a:ext cx="8235" cy="129380"/>
            </a:xfrm>
            <a:custGeom>
              <a:rect b="b" l="l" r="r" t="t"/>
              <a:pathLst>
                <a:path extrusionOk="0" h="4933" w="314">
                  <a:moveTo>
                    <a:pt x="1" y="1"/>
                  </a:moveTo>
                  <a:lnTo>
                    <a:pt x="1" y="2845"/>
                  </a:lnTo>
                  <a:lnTo>
                    <a:pt x="1" y="4933"/>
                  </a:lnTo>
                  <a:lnTo>
                    <a:pt x="314" y="4933"/>
                  </a:lnTo>
                  <a:lnTo>
                    <a:pt x="314" y="2845"/>
                  </a:lnTo>
                  <a:lnTo>
                    <a:pt x="314"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1"/>
            <p:cNvSpPr/>
            <p:nvPr/>
          </p:nvSpPr>
          <p:spPr>
            <a:xfrm>
              <a:off x="5625214" y="4418759"/>
              <a:ext cx="15055" cy="10255"/>
            </a:xfrm>
            <a:custGeom>
              <a:rect b="b" l="l" r="r" t="t"/>
              <a:pathLst>
                <a:path extrusionOk="0" h="391" w="574">
                  <a:moveTo>
                    <a:pt x="1" y="1"/>
                  </a:moveTo>
                  <a:cubicBezTo>
                    <a:pt x="261" y="1"/>
                    <a:pt x="261" y="390"/>
                    <a:pt x="1" y="390"/>
                  </a:cubicBezTo>
                  <a:lnTo>
                    <a:pt x="314" y="390"/>
                  </a:lnTo>
                  <a:cubicBezTo>
                    <a:pt x="573" y="385"/>
                    <a:pt x="573"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1"/>
            <p:cNvSpPr/>
            <p:nvPr/>
          </p:nvSpPr>
          <p:spPr>
            <a:xfrm>
              <a:off x="5559225" y="4405121"/>
              <a:ext cx="8104" cy="215197"/>
            </a:xfrm>
            <a:custGeom>
              <a:rect b="b" l="l" r="r" t="t"/>
              <a:pathLst>
                <a:path extrusionOk="0" h="8205" w="309">
                  <a:moveTo>
                    <a:pt x="0" y="1"/>
                  </a:moveTo>
                  <a:lnTo>
                    <a:pt x="0" y="3080"/>
                  </a:lnTo>
                  <a:lnTo>
                    <a:pt x="0" y="8205"/>
                  </a:lnTo>
                  <a:lnTo>
                    <a:pt x="308" y="8205"/>
                  </a:lnTo>
                  <a:lnTo>
                    <a:pt x="308" y="3080"/>
                  </a:lnTo>
                  <a:lnTo>
                    <a:pt x="308"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81"/>
          <p:cNvGrpSpPr/>
          <p:nvPr/>
        </p:nvGrpSpPr>
        <p:grpSpPr>
          <a:xfrm>
            <a:off x="7539428" y="2435147"/>
            <a:ext cx="349980" cy="355697"/>
            <a:chOff x="7539428" y="2435147"/>
            <a:chExt cx="349980" cy="355697"/>
          </a:xfrm>
        </p:grpSpPr>
        <p:sp>
          <p:nvSpPr>
            <p:cNvPr id="11717" name="Google Shape;11717;p81"/>
            <p:cNvSpPr/>
            <p:nvPr/>
          </p:nvSpPr>
          <p:spPr>
            <a:xfrm>
              <a:off x="7561249" y="2635316"/>
              <a:ext cx="27932" cy="61215"/>
            </a:xfrm>
            <a:custGeom>
              <a:rect b="b" l="l" r="r" t="t"/>
              <a:pathLst>
                <a:path extrusionOk="0" h="2334" w="1065">
                  <a:moveTo>
                    <a:pt x="641" y="0"/>
                  </a:moveTo>
                  <a:cubicBezTo>
                    <a:pt x="289" y="0"/>
                    <a:pt x="1" y="284"/>
                    <a:pt x="1" y="635"/>
                  </a:cubicBezTo>
                  <a:lnTo>
                    <a:pt x="1" y="785"/>
                  </a:lnTo>
                  <a:cubicBezTo>
                    <a:pt x="1" y="967"/>
                    <a:pt x="30" y="1150"/>
                    <a:pt x="92" y="1323"/>
                  </a:cubicBezTo>
                  <a:lnTo>
                    <a:pt x="429" y="2334"/>
                  </a:lnTo>
                  <a:lnTo>
                    <a:pt x="1064" y="2334"/>
                  </a:lnTo>
                  <a:lnTo>
                    <a:pt x="1064"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1"/>
            <p:cNvSpPr/>
            <p:nvPr/>
          </p:nvSpPr>
          <p:spPr>
            <a:xfrm>
              <a:off x="7572501" y="2629755"/>
              <a:ext cx="66775" cy="66775"/>
            </a:xfrm>
            <a:custGeom>
              <a:rect b="b" l="l" r="r" t="t"/>
              <a:pathLst>
                <a:path extrusionOk="0" h="2546" w="2546">
                  <a:moveTo>
                    <a:pt x="635" y="1"/>
                  </a:moveTo>
                  <a:cubicBezTo>
                    <a:pt x="284" y="1"/>
                    <a:pt x="0" y="284"/>
                    <a:pt x="0" y="636"/>
                  </a:cubicBezTo>
                  <a:cubicBezTo>
                    <a:pt x="0" y="871"/>
                    <a:pt x="188" y="1059"/>
                    <a:pt x="423" y="1059"/>
                  </a:cubicBezTo>
                  <a:lnTo>
                    <a:pt x="2122" y="2546"/>
                  </a:lnTo>
                  <a:lnTo>
                    <a:pt x="2497" y="1232"/>
                  </a:lnTo>
                  <a:cubicBezTo>
                    <a:pt x="2531" y="1117"/>
                    <a:pt x="2545" y="1001"/>
                    <a:pt x="2545" y="881"/>
                  </a:cubicBezTo>
                  <a:lnTo>
                    <a:pt x="254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1"/>
            <p:cNvSpPr/>
            <p:nvPr/>
          </p:nvSpPr>
          <p:spPr>
            <a:xfrm>
              <a:off x="7583595" y="2713290"/>
              <a:ext cx="33466" cy="33361"/>
            </a:xfrm>
            <a:custGeom>
              <a:rect b="b" l="l" r="r" t="t"/>
              <a:pathLst>
                <a:path extrusionOk="0" h="1272" w="1276">
                  <a:moveTo>
                    <a:pt x="0" y="1"/>
                  </a:moveTo>
                  <a:lnTo>
                    <a:pt x="0" y="1271"/>
                  </a:lnTo>
                  <a:lnTo>
                    <a:pt x="1276" y="1271"/>
                  </a:lnTo>
                  <a:lnTo>
                    <a:pt x="127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1"/>
            <p:cNvSpPr/>
            <p:nvPr/>
          </p:nvSpPr>
          <p:spPr>
            <a:xfrm>
              <a:off x="7544595" y="2726797"/>
              <a:ext cx="111467" cy="58828"/>
            </a:xfrm>
            <a:custGeom>
              <a:rect b="b" l="l" r="r" t="t"/>
              <a:pathLst>
                <a:path extrusionOk="0" h="2243" w="4250">
                  <a:moveTo>
                    <a:pt x="1487" y="1"/>
                  </a:moveTo>
                  <a:lnTo>
                    <a:pt x="463" y="289"/>
                  </a:lnTo>
                  <a:cubicBezTo>
                    <a:pt x="188" y="371"/>
                    <a:pt x="1" y="621"/>
                    <a:pt x="1" y="905"/>
                  </a:cubicBezTo>
                  <a:lnTo>
                    <a:pt x="1" y="2243"/>
                  </a:lnTo>
                  <a:lnTo>
                    <a:pt x="4249" y="2243"/>
                  </a:lnTo>
                  <a:lnTo>
                    <a:pt x="4249" y="905"/>
                  </a:lnTo>
                  <a:cubicBezTo>
                    <a:pt x="4249" y="617"/>
                    <a:pt x="4057" y="366"/>
                    <a:pt x="3783" y="289"/>
                  </a:cubicBezTo>
                  <a:lnTo>
                    <a:pt x="2763" y="1"/>
                  </a:lnTo>
                  <a:lnTo>
                    <a:pt x="2123" y="756"/>
                  </a:lnTo>
                  <a:lnTo>
                    <a:pt x="148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1"/>
            <p:cNvSpPr/>
            <p:nvPr/>
          </p:nvSpPr>
          <p:spPr>
            <a:xfrm>
              <a:off x="7566809" y="2657635"/>
              <a:ext cx="66906" cy="61241"/>
            </a:xfrm>
            <a:custGeom>
              <a:rect b="b" l="l" r="r" t="t"/>
              <a:pathLst>
                <a:path extrusionOk="0" h="2335" w="2551">
                  <a:moveTo>
                    <a:pt x="807" y="1"/>
                  </a:moveTo>
                  <a:cubicBezTo>
                    <a:pt x="697" y="1"/>
                    <a:pt x="589" y="48"/>
                    <a:pt x="511" y="126"/>
                  </a:cubicBezTo>
                  <a:lnTo>
                    <a:pt x="304" y="333"/>
                  </a:lnTo>
                  <a:cubicBezTo>
                    <a:pt x="111" y="525"/>
                    <a:pt x="0" y="785"/>
                    <a:pt x="5" y="1059"/>
                  </a:cubicBezTo>
                  <a:cubicBezTo>
                    <a:pt x="5" y="1762"/>
                    <a:pt x="573" y="2335"/>
                    <a:pt x="1276" y="2335"/>
                  </a:cubicBezTo>
                  <a:cubicBezTo>
                    <a:pt x="1978" y="2335"/>
                    <a:pt x="2551" y="1762"/>
                    <a:pt x="2551" y="1059"/>
                  </a:cubicBezTo>
                  <a:lnTo>
                    <a:pt x="2551" y="790"/>
                  </a:lnTo>
                  <a:cubicBezTo>
                    <a:pt x="2551" y="675"/>
                    <a:pt x="2507" y="569"/>
                    <a:pt x="2430" y="487"/>
                  </a:cubicBezTo>
                  <a:cubicBezTo>
                    <a:pt x="2103" y="169"/>
                    <a:pt x="1502" y="20"/>
                    <a:pt x="823" y="1"/>
                  </a:cubicBezTo>
                  <a:cubicBezTo>
                    <a:pt x="818" y="1"/>
                    <a:pt x="813" y="1"/>
                    <a:pt x="80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1"/>
            <p:cNvSpPr/>
            <p:nvPr/>
          </p:nvSpPr>
          <p:spPr>
            <a:xfrm>
              <a:off x="7566809" y="2657635"/>
              <a:ext cx="66775" cy="59851"/>
            </a:xfrm>
            <a:custGeom>
              <a:rect b="b" l="l" r="r" t="t"/>
              <a:pathLst>
                <a:path extrusionOk="0" h="2282" w="2546">
                  <a:moveTo>
                    <a:pt x="801" y="1"/>
                  </a:moveTo>
                  <a:cubicBezTo>
                    <a:pt x="692" y="1"/>
                    <a:pt x="588" y="44"/>
                    <a:pt x="511" y="126"/>
                  </a:cubicBezTo>
                  <a:lnTo>
                    <a:pt x="304" y="333"/>
                  </a:lnTo>
                  <a:cubicBezTo>
                    <a:pt x="111" y="525"/>
                    <a:pt x="0" y="785"/>
                    <a:pt x="0" y="1059"/>
                  </a:cubicBezTo>
                  <a:cubicBezTo>
                    <a:pt x="0" y="1627"/>
                    <a:pt x="376" y="2123"/>
                    <a:pt x="924" y="2282"/>
                  </a:cubicBezTo>
                  <a:cubicBezTo>
                    <a:pt x="737" y="2056"/>
                    <a:pt x="636" y="1772"/>
                    <a:pt x="640" y="1483"/>
                  </a:cubicBezTo>
                  <a:lnTo>
                    <a:pt x="640" y="1059"/>
                  </a:lnTo>
                  <a:cubicBezTo>
                    <a:pt x="636" y="825"/>
                    <a:pt x="824" y="635"/>
                    <a:pt x="1055" y="635"/>
                  </a:cubicBezTo>
                  <a:cubicBezTo>
                    <a:pt x="1066" y="635"/>
                    <a:pt x="1077" y="635"/>
                    <a:pt x="1088" y="636"/>
                  </a:cubicBezTo>
                  <a:cubicBezTo>
                    <a:pt x="1516" y="660"/>
                    <a:pt x="2156" y="732"/>
                    <a:pt x="2546" y="920"/>
                  </a:cubicBezTo>
                  <a:cubicBezTo>
                    <a:pt x="2531" y="833"/>
                    <a:pt x="2493" y="549"/>
                    <a:pt x="2426" y="487"/>
                  </a:cubicBezTo>
                  <a:cubicBezTo>
                    <a:pt x="2098" y="164"/>
                    <a:pt x="1497" y="20"/>
                    <a:pt x="818" y="1"/>
                  </a:cubicBezTo>
                  <a:cubicBezTo>
                    <a:pt x="813" y="1"/>
                    <a:pt x="807" y="1"/>
                    <a:pt x="80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1"/>
            <p:cNvSpPr/>
            <p:nvPr/>
          </p:nvSpPr>
          <p:spPr>
            <a:xfrm>
              <a:off x="7544595" y="2740934"/>
              <a:ext cx="22372" cy="44692"/>
            </a:xfrm>
            <a:custGeom>
              <a:rect b="b" l="l" r="r" t="t"/>
              <a:pathLst>
                <a:path extrusionOk="0" h="1704" w="853">
                  <a:moveTo>
                    <a:pt x="116" y="1"/>
                  </a:moveTo>
                  <a:cubicBezTo>
                    <a:pt x="39" y="106"/>
                    <a:pt x="1" y="232"/>
                    <a:pt x="1" y="366"/>
                  </a:cubicBezTo>
                  <a:lnTo>
                    <a:pt x="1" y="1704"/>
                  </a:lnTo>
                  <a:lnTo>
                    <a:pt x="847" y="1704"/>
                  </a:lnTo>
                  <a:lnTo>
                    <a:pt x="852" y="997"/>
                  </a:lnTo>
                  <a:cubicBezTo>
                    <a:pt x="852" y="828"/>
                    <a:pt x="785" y="665"/>
                    <a:pt x="665" y="549"/>
                  </a:cubicBezTo>
                  <a:lnTo>
                    <a:pt x="116"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1"/>
            <p:cNvSpPr/>
            <p:nvPr/>
          </p:nvSpPr>
          <p:spPr>
            <a:xfrm>
              <a:off x="7633690" y="2740934"/>
              <a:ext cx="22372" cy="44692"/>
            </a:xfrm>
            <a:custGeom>
              <a:rect b="b" l="l" r="r" t="t"/>
              <a:pathLst>
                <a:path extrusionOk="0" h="1704" w="853">
                  <a:moveTo>
                    <a:pt x="737" y="1"/>
                  </a:moveTo>
                  <a:lnTo>
                    <a:pt x="188" y="549"/>
                  </a:lnTo>
                  <a:cubicBezTo>
                    <a:pt x="68" y="665"/>
                    <a:pt x="1" y="828"/>
                    <a:pt x="1" y="997"/>
                  </a:cubicBezTo>
                  <a:lnTo>
                    <a:pt x="1" y="1704"/>
                  </a:lnTo>
                  <a:lnTo>
                    <a:pt x="852" y="1704"/>
                  </a:lnTo>
                  <a:lnTo>
                    <a:pt x="852" y="366"/>
                  </a:lnTo>
                  <a:cubicBezTo>
                    <a:pt x="852" y="232"/>
                    <a:pt x="809" y="106"/>
                    <a:pt x="737"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1"/>
            <p:cNvSpPr/>
            <p:nvPr/>
          </p:nvSpPr>
          <p:spPr>
            <a:xfrm>
              <a:off x="7678250" y="2445874"/>
              <a:ext cx="27906" cy="61372"/>
            </a:xfrm>
            <a:custGeom>
              <a:rect b="b" l="l" r="r" t="t"/>
              <a:pathLst>
                <a:path extrusionOk="0" h="2340" w="1064">
                  <a:moveTo>
                    <a:pt x="635" y="1"/>
                  </a:moveTo>
                  <a:cubicBezTo>
                    <a:pt x="284" y="1"/>
                    <a:pt x="0" y="290"/>
                    <a:pt x="0" y="641"/>
                  </a:cubicBezTo>
                  <a:lnTo>
                    <a:pt x="0" y="790"/>
                  </a:lnTo>
                  <a:cubicBezTo>
                    <a:pt x="0" y="973"/>
                    <a:pt x="29" y="1151"/>
                    <a:pt x="87" y="1324"/>
                  </a:cubicBezTo>
                  <a:lnTo>
                    <a:pt x="424" y="2339"/>
                  </a:lnTo>
                  <a:lnTo>
                    <a:pt x="1064" y="2339"/>
                  </a:lnTo>
                  <a:lnTo>
                    <a:pt x="1064"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1"/>
            <p:cNvSpPr/>
            <p:nvPr/>
          </p:nvSpPr>
          <p:spPr>
            <a:xfrm>
              <a:off x="7689475" y="2440445"/>
              <a:ext cx="66775" cy="66801"/>
            </a:xfrm>
            <a:custGeom>
              <a:rect b="b" l="l" r="r" t="t"/>
              <a:pathLst>
                <a:path extrusionOk="0" h="2547" w="2546">
                  <a:moveTo>
                    <a:pt x="636" y="1"/>
                  </a:moveTo>
                  <a:cubicBezTo>
                    <a:pt x="284" y="1"/>
                    <a:pt x="0" y="285"/>
                    <a:pt x="0" y="636"/>
                  </a:cubicBezTo>
                  <a:cubicBezTo>
                    <a:pt x="0" y="867"/>
                    <a:pt x="188" y="1059"/>
                    <a:pt x="424" y="1059"/>
                  </a:cubicBezTo>
                  <a:lnTo>
                    <a:pt x="2122" y="2546"/>
                  </a:lnTo>
                  <a:lnTo>
                    <a:pt x="2498" y="1228"/>
                  </a:lnTo>
                  <a:cubicBezTo>
                    <a:pt x="2527" y="1117"/>
                    <a:pt x="2546" y="1002"/>
                    <a:pt x="2546" y="881"/>
                  </a:cubicBezTo>
                  <a:lnTo>
                    <a:pt x="254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1"/>
            <p:cNvSpPr/>
            <p:nvPr/>
          </p:nvSpPr>
          <p:spPr>
            <a:xfrm>
              <a:off x="7700570" y="2523875"/>
              <a:ext cx="33361" cy="33466"/>
            </a:xfrm>
            <a:custGeom>
              <a:rect b="b" l="l" r="r" t="t"/>
              <a:pathLst>
                <a:path extrusionOk="0" h="1276" w="1272">
                  <a:moveTo>
                    <a:pt x="1" y="0"/>
                  </a:moveTo>
                  <a:lnTo>
                    <a:pt x="1" y="1276"/>
                  </a:lnTo>
                  <a:lnTo>
                    <a:pt x="1271" y="1276"/>
                  </a:lnTo>
                  <a:lnTo>
                    <a:pt x="12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1"/>
            <p:cNvSpPr/>
            <p:nvPr/>
          </p:nvSpPr>
          <p:spPr>
            <a:xfrm>
              <a:off x="7661701" y="2537382"/>
              <a:ext cx="111336" cy="58959"/>
            </a:xfrm>
            <a:custGeom>
              <a:rect b="b" l="l" r="r" t="t"/>
              <a:pathLst>
                <a:path extrusionOk="0" h="2248" w="4245">
                  <a:moveTo>
                    <a:pt x="1483" y="0"/>
                  </a:moveTo>
                  <a:lnTo>
                    <a:pt x="463" y="294"/>
                  </a:lnTo>
                  <a:cubicBezTo>
                    <a:pt x="189" y="371"/>
                    <a:pt x="1" y="621"/>
                    <a:pt x="1" y="905"/>
                  </a:cubicBezTo>
                  <a:lnTo>
                    <a:pt x="1" y="2247"/>
                  </a:lnTo>
                  <a:lnTo>
                    <a:pt x="4245" y="2247"/>
                  </a:lnTo>
                  <a:lnTo>
                    <a:pt x="4245" y="905"/>
                  </a:lnTo>
                  <a:cubicBezTo>
                    <a:pt x="4245" y="621"/>
                    <a:pt x="4057" y="371"/>
                    <a:pt x="3778" y="294"/>
                  </a:cubicBezTo>
                  <a:lnTo>
                    <a:pt x="2758" y="0"/>
                  </a:lnTo>
                  <a:lnTo>
                    <a:pt x="2118" y="761"/>
                  </a:lnTo>
                  <a:lnTo>
                    <a:pt x="1483"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1"/>
            <p:cNvSpPr/>
            <p:nvPr/>
          </p:nvSpPr>
          <p:spPr>
            <a:xfrm>
              <a:off x="7661596" y="2551519"/>
              <a:ext cx="22215" cy="44823"/>
            </a:xfrm>
            <a:custGeom>
              <a:rect b="b" l="l" r="r" t="t"/>
              <a:pathLst>
                <a:path extrusionOk="0" h="1709" w="847">
                  <a:moveTo>
                    <a:pt x="116" y="0"/>
                  </a:moveTo>
                  <a:cubicBezTo>
                    <a:pt x="39" y="111"/>
                    <a:pt x="0" y="236"/>
                    <a:pt x="0" y="366"/>
                  </a:cubicBezTo>
                  <a:lnTo>
                    <a:pt x="0" y="1708"/>
                  </a:lnTo>
                  <a:lnTo>
                    <a:pt x="847" y="1708"/>
                  </a:lnTo>
                  <a:lnTo>
                    <a:pt x="847" y="1001"/>
                  </a:lnTo>
                  <a:cubicBezTo>
                    <a:pt x="847" y="833"/>
                    <a:pt x="780" y="669"/>
                    <a:pt x="664" y="549"/>
                  </a:cubicBezTo>
                  <a:lnTo>
                    <a:pt x="11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1"/>
            <p:cNvSpPr/>
            <p:nvPr/>
          </p:nvSpPr>
          <p:spPr>
            <a:xfrm>
              <a:off x="7750690" y="2551519"/>
              <a:ext cx="22241" cy="44823"/>
            </a:xfrm>
            <a:custGeom>
              <a:rect b="b" l="l" r="r" t="t"/>
              <a:pathLst>
                <a:path extrusionOk="0" h="1709" w="848">
                  <a:moveTo>
                    <a:pt x="732" y="0"/>
                  </a:moveTo>
                  <a:lnTo>
                    <a:pt x="188" y="549"/>
                  </a:lnTo>
                  <a:cubicBezTo>
                    <a:pt x="68" y="669"/>
                    <a:pt x="0" y="833"/>
                    <a:pt x="0" y="1001"/>
                  </a:cubicBezTo>
                  <a:lnTo>
                    <a:pt x="0" y="1708"/>
                  </a:lnTo>
                  <a:lnTo>
                    <a:pt x="847" y="1708"/>
                  </a:lnTo>
                  <a:lnTo>
                    <a:pt x="847" y="366"/>
                  </a:lnTo>
                  <a:cubicBezTo>
                    <a:pt x="847" y="236"/>
                    <a:pt x="809" y="111"/>
                    <a:pt x="73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1"/>
            <p:cNvSpPr/>
            <p:nvPr/>
          </p:nvSpPr>
          <p:spPr>
            <a:xfrm>
              <a:off x="7683784" y="2468220"/>
              <a:ext cx="66933" cy="61241"/>
            </a:xfrm>
            <a:custGeom>
              <a:rect b="b" l="l" r="r" t="t"/>
              <a:pathLst>
                <a:path extrusionOk="0" h="2335" w="2552">
                  <a:moveTo>
                    <a:pt x="803" y="0"/>
                  </a:moveTo>
                  <a:cubicBezTo>
                    <a:pt x="693" y="0"/>
                    <a:pt x="589" y="48"/>
                    <a:pt x="511" y="126"/>
                  </a:cubicBezTo>
                  <a:lnTo>
                    <a:pt x="304" y="333"/>
                  </a:lnTo>
                  <a:cubicBezTo>
                    <a:pt x="112" y="525"/>
                    <a:pt x="1" y="785"/>
                    <a:pt x="1" y="1059"/>
                  </a:cubicBezTo>
                  <a:cubicBezTo>
                    <a:pt x="1" y="1762"/>
                    <a:pt x="574" y="2334"/>
                    <a:pt x="1276" y="2334"/>
                  </a:cubicBezTo>
                  <a:cubicBezTo>
                    <a:pt x="1979" y="2334"/>
                    <a:pt x="2551" y="1762"/>
                    <a:pt x="2551" y="1059"/>
                  </a:cubicBezTo>
                  <a:lnTo>
                    <a:pt x="2551" y="790"/>
                  </a:lnTo>
                  <a:cubicBezTo>
                    <a:pt x="2551" y="674"/>
                    <a:pt x="2508" y="568"/>
                    <a:pt x="2431" y="486"/>
                  </a:cubicBezTo>
                  <a:cubicBezTo>
                    <a:pt x="2099" y="169"/>
                    <a:pt x="1502" y="20"/>
                    <a:pt x="819" y="0"/>
                  </a:cubicBezTo>
                  <a:cubicBezTo>
                    <a:pt x="814" y="0"/>
                    <a:pt x="808" y="0"/>
                    <a:pt x="8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1"/>
            <p:cNvSpPr/>
            <p:nvPr/>
          </p:nvSpPr>
          <p:spPr>
            <a:xfrm>
              <a:off x="7683784" y="2468220"/>
              <a:ext cx="66801" cy="59851"/>
            </a:xfrm>
            <a:custGeom>
              <a:rect b="b" l="l" r="r" t="t"/>
              <a:pathLst>
                <a:path extrusionOk="0" h="2282" w="2547">
                  <a:moveTo>
                    <a:pt x="803" y="0"/>
                  </a:moveTo>
                  <a:cubicBezTo>
                    <a:pt x="693" y="0"/>
                    <a:pt x="589" y="48"/>
                    <a:pt x="511" y="126"/>
                  </a:cubicBezTo>
                  <a:lnTo>
                    <a:pt x="304" y="333"/>
                  </a:lnTo>
                  <a:cubicBezTo>
                    <a:pt x="112" y="525"/>
                    <a:pt x="1" y="785"/>
                    <a:pt x="1" y="1059"/>
                  </a:cubicBezTo>
                  <a:cubicBezTo>
                    <a:pt x="1" y="1627"/>
                    <a:pt x="376" y="2122"/>
                    <a:pt x="925" y="2281"/>
                  </a:cubicBezTo>
                  <a:cubicBezTo>
                    <a:pt x="737" y="2055"/>
                    <a:pt x="641" y="1771"/>
                    <a:pt x="641" y="1483"/>
                  </a:cubicBezTo>
                  <a:lnTo>
                    <a:pt x="641" y="1059"/>
                  </a:lnTo>
                  <a:cubicBezTo>
                    <a:pt x="641" y="825"/>
                    <a:pt x="830" y="634"/>
                    <a:pt x="1056" y="634"/>
                  </a:cubicBezTo>
                  <a:cubicBezTo>
                    <a:pt x="1067" y="634"/>
                    <a:pt x="1078" y="635"/>
                    <a:pt x="1088" y="636"/>
                  </a:cubicBezTo>
                  <a:cubicBezTo>
                    <a:pt x="1521" y="660"/>
                    <a:pt x="2157" y="732"/>
                    <a:pt x="2546" y="920"/>
                  </a:cubicBezTo>
                  <a:cubicBezTo>
                    <a:pt x="2532" y="833"/>
                    <a:pt x="2493" y="549"/>
                    <a:pt x="2431" y="486"/>
                  </a:cubicBezTo>
                  <a:cubicBezTo>
                    <a:pt x="2099" y="169"/>
                    <a:pt x="1502" y="20"/>
                    <a:pt x="819" y="0"/>
                  </a:cubicBezTo>
                  <a:cubicBezTo>
                    <a:pt x="814" y="0"/>
                    <a:pt x="808" y="0"/>
                    <a:pt x="80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1"/>
            <p:cNvSpPr/>
            <p:nvPr/>
          </p:nvSpPr>
          <p:spPr>
            <a:xfrm>
              <a:off x="7811879" y="2607409"/>
              <a:ext cx="44587" cy="39027"/>
            </a:xfrm>
            <a:custGeom>
              <a:rect b="b" l="l" r="r" t="t"/>
              <a:pathLst>
                <a:path extrusionOk="0" h="1488" w="1700">
                  <a:moveTo>
                    <a:pt x="853" y="1"/>
                  </a:moveTo>
                  <a:cubicBezTo>
                    <a:pt x="381" y="1"/>
                    <a:pt x="1" y="333"/>
                    <a:pt x="1" y="742"/>
                  </a:cubicBezTo>
                  <a:cubicBezTo>
                    <a:pt x="1" y="1156"/>
                    <a:pt x="381" y="1488"/>
                    <a:pt x="853" y="1488"/>
                  </a:cubicBezTo>
                  <a:cubicBezTo>
                    <a:pt x="1319" y="1488"/>
                    <a:pt x="1699" y="1156"/>
                    <a:pt x="1699" y="742"/>
                  </a:cubicBezTo>
                  <a:cubicBezTo>
                    <a:pt x="1699" y="333"/>
                    <a:pt x="1319" y="1"/>
                    <a:pt x="853"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1"/>
            <p:cNvSpPr/>
            <p:nvPr/>
          </p:nvSpPr>
          <p:spPr>
            <a:xfrm>
              <a:off x="7811879" y="2607409"/>
              <a:ext cx="30712" cy="39027"/>
            </a:xfrm>
            <a:custGeom>
              <a:rect b="b" l="l" r="r" t="t"/>
              <a:pathLst>
                <a:path extrusionOk="0" h="1488" w="1171">
                  <a:moveTo>
                    <a:pt x="853" y="1"/>
                  </a:moveTo>
                  <a:cubicBezTo>
                    <a:pt x="381" y="1"/>
                    <a:pt x="1" y="333"/>
                    <a:pt x="1" y="742"/>
                  </a:cubicBezTo>
                  <a:cubicBezTo>
                    <a:pt x="1" y="1156"/>
                    <a:pt x="381" y="1488"/>
                    <a:pt x="853" y="1488"/>
                  </a:cubicBezTo>
                  <a:cubicBezTo>
                    <a:pt x="958" y="1488"/>
                    <a:pt x="1069" y="1468"/>
                    <a:pt x="1170" y="1430"/>
                  </a:cubicBezTo>
                  <a:cubicBezTo>
                    <a:pt x="857" y="1324"/>
                    <a:pt x="641" y="1055"/>
                    <a:pt x="641" y="742"/>
                  </a:cubicBezTo>
                  <a:cubicBezTo>
                    <a:pt x="641" y="434"/>
                    <a:pt x="857" y="164"/>
                    <a:pt x="1170" y="54"/>
                  </a:cubicBezTo>
                  <a:cubicBezTo>
                    <a:pt x="1069" y="20"/>
                    <a:pt x="958" y="1"/>
                    <a:pt x="8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1"/>
            <p:cNvSpPr/>
            <p:nvPr/>
          </p:nvSpPr>
          <p:spPr>
            <a:xfrm>
              <a:off x="7784131" y="2707625"/>
              <a:ext cx="100215" cy="78001"/>
            </a:xfrm>
            <a:custGeom>
              <a:rect b="b" l="l" r="r" t="t"/>
              <a:pathLst>
                <a:path extrusionOk="0" h="2974" w="3821">
                  <a:moveTo>
                    <a:pt x="1275" y="0"/>
                  </a:moveTo>
                  <a:lnTo>
                    <a:pt x="1275" y="640"/>
                  </a:lnTo>
                  <a:cubicBezTo>
                    <a:pt x="1275" y="799"/>
                    <a:pt x="1184" y="948"/>
                    <a:pt x="1040" y="1020"/>
                  </a:cubicBezTo>
                  <a:lnTo>
                    <a:pt x="352" y="1362"/>
                  </a:lnTo>
                  <a:cubicBezTo>
                    <a:pt x="135" y="1468"/>
                    <a:pt x="0" y="1689"/>
                    <a:pt x="0" y="1930"/>
                  </a:cubicBezTo>
                  <a:lnTo>
                    <a:pt x="0" y="2974"/>
                  </a:lnTo>
                  <a:lnTo>
                    <a:pt x="3821" y="2974"/>
                  </a:lnTo>
                  <a:lnTo>
                    <a:pt x="3821" y="1935"/>
                  </a:lnTo>
                  <a:cubicBezTo>
                    <a:pt x="3821" y="1689"/>
                    <a:pt x="3686" y="1468"/>
                    <a:pt x="3470" y="1362"/>
                  </a:cubicBezTo>
                  <a:lnTo>
                    <a:pt x="2781" y="1016"/>
                  </a:lnTo>
                  <a:cubicBezTo>
                    <a:pt x="2637" y="943"/>
                    <a:pt x="2546" y="799"/>
                    <a:pt x="2546" y="635"/>
                  </a:cubicBezTo>
                  <a:lnTo>
                    <a:pt x="254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1"/>
            <p:cNvSpPr/>
            <p:nvPr/>
          </p:nvSpPr>
          <p:spPr>
            <a:xfrm>
              <a:off x="7784131" y="2732357"/>
              <a:ext cx="100215" cy="53268"/>
            </a:xfrm>
            <a:custGeom>
              <a:rect b="b" l="l" r="r" t="t"/>
              <a:pathLst>
                <a:path extrusionOk="0" h="2031" w="3821">
                  <a:moveTo>
                    <a:pt x="1145" y="0"/>
                  </a:moveTo>
                  <a:cubicBezTo>
                    <a:pt x="1112" y="29"/>
                    <a:pt x="1078" y="58"/>
                    <a:pt x="1040" y="77"/>
                  </a:cubicBezTo>
                  <a:lnTo>
                    <a:pt x="352" y="419"/>
                  </a:lnTo>
                  <a:cubicBezTo>
                    <a:pt x="135" y="525"/>
                    <a:pt x="0" y="746"/>
                    <a:pt x="0" y="987"/>
                  </a:cubicBezTo>
                  <a:lnTo>
                    <a:pt x="0" y="2031"/>
                  </a:lnTo>
                  <a:lnTo>
                    <a:pt x="3821" y="2031"/>
                  </a:lnTo>
                  <a:lnTo>
                    <a:pt x="3821" y="992"/>
                  </a:lnTo>
                  <a:cubicBezTo>
                    <a:pt x="3821" y="746"/>
                    <a:pt x="3686" y="530"/>
                    <a:pt x="3470" y="419"/>
                  </a:cubicBezTo>
                  <a:lnTo>
                    <a:pt x="2781" y="77"/>
                  </a:lnTo>
                  <a:cubicBezTo>
                    <a:pt x="2743" y="58"/>
                    <a:pt x="2709" y="29"/>
                    <a:pt x="2676" y="0"/>
                  </a:cubicBezTo>
                  <a:lnTo>
                    <a:pt x="2435" y="270"/>
                  </a:lnTo>
                  <a:cubicBezTo>
                    <a:pt x="2298" y="433"/>
                    <a:pt x="2104" y="515"/>
                    <a:pt x="1911" y="515"/>
                  </a:cubicBezTo>
                  <a:cubicBezTo>
                    <a:pt x="1717" y="515"/>
                    <a:pt x="1523" y="433"/>
                    <a:pt x="1386" y="270"/>
                  </a:cubicBezTo>
                  <a:lnTo>
                    <a:pt x="1145"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1"/>
            <p:cNvSpPr/>
            <p:nvPr/>
          </p:nvSpPr>
          <p:spPr>
            <a:xfrm>
              <a:off x="7795225" y="2629755"/>
              <a:ext cx="78027" cy="77896"/>
            </a:xfrm>
            <a:custGeom>
              <a:rect b="b" l="l" r="r" t="t"/>
              <a:pathLst>
                <a:path extrusionOk="0" h="2970" w="2975">
                  <a:moveTo>
                    <a:pt x="1488" y="1"/>
                  </a:moveTo>
                  <a:cubicBezTo>
                    <a:pt x="665" y="1"/>
                    <a:pt x="1" y="665"/>
                    <a:pt x="1" y="1483"/>
                  </a:cubicBezTo>
                  <a:cubicBezTo>
                    <a:pt x="1" y="2305"/>
                    <a:pt x="665" y="2969"/>
                    <a:pt x="1488" y="2969"/>
                  </a:cubicBezTo>
                  <a:cubicBezTo>
                    <a:pt x="2306" y="2969"/>
                    <a:pt x="2974" y="2305"/>
                    <a:pt x="2974" y="1483"/>
                  </a:cubicBezTo>
                  <a:cubicBezTo>
                    <a:pt x="2974" y="665"/>
                    <a:pt x="2306" y="1"/>
                    <a:pt x="148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1"/>
            <p:cNvSpPr/>
            <p:nvPr/>
          </p:nvSpPr>
          <p:spPr>
            <a:xfrm>
              <a:off x="7809545" y="2629755"/>
              <a:ext cx="65228" cy="70080"/>
            </a:xfrm>
            <a:custGeom>
              <a:rect b="b" l="l" r="r" t="t"/>
              <a:pathLst>
                <a:path extrusionOk="0" h="2672" w="2487">
                  <a:moveTo>
                    <a:pt x="946" y="0"/>
                  </a:moveTo>
                  <a:cubicBezTo>
                    <a:pt x="238" y="0"/>
                    <a:pt x="0" y="978"/>
                    <a:pt x="638" y="1290"/>
                  </a:cubicBezTo>
                  <a:cubicBezTo>
                    <a:pt x="658" y="1300"/>
                    <a:pt x="677" y="1304"/>
                    <a:pt x="696" y="1314"/>
                  </a:cubicBezTo>
                  <a:lnTo>
                    <a:pt x="1437" y="2652"/>
                  </a:lnTo>
                  <a:cubicBezTo>
                    <a:pt x="1437" y="2652"/>
                    <a:pt x="1634" y="2666"/>
                    <a:pt x="1832" y="2671"/>
                  </a:cubicBezTo>
                  <a:cubicBezTo>
                    <a:pt x="2265" y="2349"/>
                    <a:pt x="2486" y="1815"/>
                    <a:pt x="2414" y="1280"/>
                  </a:cubicBezTo>
                  <a:cubicBezTo>
                    <a:pt x="2327" y="669"/>
                    <a:pt x="1870" y="174"/>
                    <a:pt x="1269" y="34"/>
                  </a:cubicBezTo>
                  <a:cubicBezTo>
                    <a:pt x="1163" y="10"/>
                    <a:pt x="1057" y="1"/>
                    <a:pt x="951" y="1"/>
                  </a:cubicBezTo>
                  <a:cubicBezTo>
                    <a:pt x="949" y="0"/>
                    <a:pt x="948" y="0"/>
                    <a:pt x="94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1"/>
            <p:cNvSpPr/>
            <p:nvPr/>
          </p:nvSpPr>
          <p:spPr>
            <a:xfrm>
              <a:off x="7801047" y="2664035"/>
              <a:ext cx="66644" cy="54842"/>
            </a:xfrm>
            <a:custGeom>
              <a:rect b="b" l="l" r="r" t="t"/>
              <a:pathLst>
                <a:path extrusionOk="0" h="2091" w="2541">
                  <a:moveTo>
                    <a:pt x="970" y="1"/>
                  </a:moveTo>
                  <a:cubicBezTo>
                    <a:pt x="891" y="1"/>
                    <a:pt x="815" y="47"/>
                    <a:pt x="780" y="123"/>
                  </a:cubicBezTo>
                  <a:cubicBezTo>
                    <a:pt x="712" y="267"/>
                    <a:pt x="611" y="397"/>
                    <a:pt x="491" y="508"/>
                  </a:cubicBezTo>
                  <a:cubicBezTo>
                    <a:pt x="443" y="546"/>
                    <a:pt x="395" y="585"/>
                    <a:pt x="342" y="623"/>
                  </a:cubicBezTo>
                  <a:cubicBezTo>
                    <a:pt x="87" y="801"/>
                    <a:pt x="0" y="1138"/>
                    <a:pt x="140" y="1417"/>
                  </a:cubicBezTo>
                  <a:cubicBezTo>
                    <a:pt x="361" y="1831"/>
                    <a:pt x="794" y="2091"/>
                    <a:pt x="1266" y="2091"/>
                  </a:cubicBezTo>
                  <a:cubicBezTo>
                    <a:pt x="1930" y="2091"/>
                    <a:pt x="2488" y="1581"/>
                    <a:pt x="2536" y="912"/>
                  </a:cubicBezTo>
                  <a:cubicBezTo>
                    <a:pt x="2541" y="849"/>
                    <a:pt x="2517" y="787"/>
                    <a:pt x="2464" y="748"/>
                  </a:cubicBezTo>
                  <a:cubicBezTo>
                    <a:pt x="2045" y="392"/>
                    <a:pt x="1554" y="142"/>
                    <a:pt x="1020" y="7"/>
                  </a:cubicBezTo>
                  <a:cubicBezTo>
                    <a:pt x="1004" y="3"/>
                    <a:pt x="987" y="1"/>
                    <a:pt x="97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1"/>
            <p:cNvSpPr/>
            <p:nvPr/>
          </p:nvSpPr>
          <p:spPr>
            <a:xfrm>
              <a:off x="7801047" y="2664035"/>
              <a:ext cx="66513" cy="54343"/>
            </a:xfrm>
            <a:custGeom>
              <a:rect b="b" l="l" r="r" t="t"/>
              <a:pathLst>
                <a:path extrusionOk="0" h="2072" w="2536">
                  <a:moveTo>
                    <a:pt x="968" y="1"/>
                  </a:moveTo>
                  <a:cubicBezTo>
                    <a:pt x="886" y="1"/>
                    <a:pt x="811" y="47"/>
                    <a:pt x="780" y="123"/>
                  </a:cubicBezTo>
                  <a:cubicBezTo>
                    <a:pt x="727" y="224"/>
                    <a:pt x="664" y="320"/>
                    <a:pt x="582" y="406"/>
                  </a:cubicBezTo>
                  <a:cubicBezTo>
                    <a:pt x="553" y="440"/>
                    <a:pt x="520" y="474"/>
                    <a:pt x="486" y="503"/>
                  </a:cubicBezTo>
                  <a:cubicBezTo>
                    <a:pt x="443" y="546"/>
                    <a:pt x="395" y="585"/>
                    <a:pt x="347" y="618"/>
                  </a:cubicBezTo>
                  <a:cubicBezTo>
                    <a:pt x="43" y="825"/>
                    <a:pt x="0" y="1205"/>
                    <a:pt x="183" y="1494"/>
                  </a:cubicBezTo>
                  <a:cubicBezTo>
                    <a:pt x="380" y="1807"/>
                    <a:pt x="703" y="2014"/>
                    <a:pt x="1068" y="2071"/>
                  </a:cubicBezTo>
                  <a:cubicBezTo>
                    <a:pt x="813" y="1898"/>
                    <a:pt x="626" y="1662"/>
                    <a:pt x="626" y="1239"/>
                  </a:cubicBezTo>
                  <a:lnTo>
                    <a:pt x="626" y="1075"/>
                  </a:lnTo>
                  <a:cubicBezTo>
                    <a:pt x="674" y="1042"/>
                    <a:pt x="722" y="1003"/>
                    <a:pt x="770" y="960"/>
                  </a:cubicBezTo>
                  <a:cubicBezTo>
                    <a:pt x="885" y="854"/>
                    <a:pt x="986" y="734"/>
                    <a:pt x="1073" y="599"/>
                  </a:cubicBezTo>
                  <a:cubicBezTo>
                    <a:pt x="1477" y="724"/>
                    <a:pt x="1853" y="931"/>
                    <a:pt x="2180" y="1200"/>
                  </a:cubicBezTo>
                  <a:cubicBezTo>
                    <a:pt x="2218" y="1239"/>
                    <a:pt x="2276" y="1287"/>
                    <a:pt x="2391" y="1398"/>
                  </a:cubicBezTo>
                  <a:cubicBezTo>
                    <a:pt x="2468" y="1244"/>
                    <a:pt x="2517" y="1080"/>
                    <a:pt x="2531" y="912"/>
                  </a:cubicBezTo>
                  <a:cubicBezTo>
                    <a:pt x="2536" y="849"/>
                    <a:pt x="2507" y="787"/>
                    <a:pt x="2464" y="748"/>
                  </a:cubicBezTo>
                  <a:cubicBezTo>
                    <a:pt x="2045" y="392"/>
                    <a:pt x="1549" y="142"/>
                    <a:pt x="1020" y="7"/>
                  </a:cubicBezTo>
                  <a:cubicBezTo>
                    <a:pt x="1003" y="3"/>
                    <a:pt x="985" y="1"/>
                    <a:pt x="9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1"/>
            <p:cNvSpPr/>
            <p:nvPr/>
          </p:nvSpPr>
          <p:spPr>
            <a:xfrm>
              <a:off x="7784131" y="2748251"/>
              <a:ext cx="22241" cy="37374"/>
            </a:xfrm>
            <a:custGeom>
              <a:rect b="b" l="l" r="r" t="t"/>
              <a:pathLst>
                <a:path extrusionOk="0" h="1425" w="848">
                  <a:moveTo>
                    <a:pt x="130" y="1"/>
                  </a:moveTo>
                  <a:cubicBezTo>
                    <a:pt x="44" y="111"/>
                    <a:pt x="0" y="246"/>
                    <a:pt x="0" y="381"/>
                  </a:cubicBezTo>
                  <a:lnTo>
                    <a:pt x="0" y="1425"/>
                  </a:lnTo>
                  <a:lnTo>
                    <a:pt x="847" y="1425"/>
                  </a:lnTo>
                  <a:lnTo>
                    <a:pt x="847" y="780"/>
                  </a:lnTo>
                  <a:cubicBezTo>
                    <a:pt x="847" y="650"/>
                    <a:pt x="789" y="530"/>
                    <a:pt x="688" y="448"/>
                  </a:cubicBezTo>
                  <a:lnTo>
                    <a:pt x="130"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1"/>
            <p:cNvSpPr/>
            <p:nvPr/>
          </p:nvSpPr>
          <p:spPr>
            <a:xfrm>
              <a:off x="7862000" y="2748251"/>
              <a:ext cx="22346" cy="37374"/>
            </a:xfrm>
            <a:custGeom>
              <a:rect b="b" l="l" r="r" t="t"/>
              <a:pathLst>
                <a:path extrusionOk="0" h="1425" w="852">
                  <a:moveTo>
                    <a:pt x="722" y="1"/>
                  </a:moveTo>
                  <a:lnTo>
                    <a:pt x="159" y="448"/>
                  </a:lnTo>
                  <a:cubicBezTo>
                    <a:pt x="63" y="530"/>
                    <a:pt x="0" y="650"/>
                    <a:pt x="0" y="780"/>
                  </a:cubicBezTo>
                  <a:lnTo>
                    <a:pt x="0" y="1425"/>
                  </a:lnTo>
                  <a:lnTo>
                    <a:pt x="852" y="1425"/>
                  </a:lnTo>
                  <a:lnTo>
                    <a:pt x="852" y="381"/>
                  </a:lnTo>
                  <a:cubicBezTo>
                    <a:pt x="852" y="246"/>
                    <a:pt x="804" y="111"/>
                    <a:pt x="722"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1"/>
            <p:cNvSpPr/>
            <p:nvPr/>
          </p:nvSpPr>
          <p:spPr>
            <a:xfrm>
              <a:off x="7693646" y="2462922"/>
              <a:ext cx="48101" cy="16182"/>
            </a:xfrm>
            <a:custGeom>
              <a:rect b="b" l="l" r="r" t="t"/>
              <a:pathLst>
                <a:path extrusionOk="0" h="617" w="1834">
                  <a:moveTo>
                    <a:pt x="265" y="0"/>
                  </a:moveTo>
                  <a:cubicBezTo>
                    <a:pt x="0" y="0"/>
                    <a:pt x="0" y="400"/>
                    <a:pt x="265" y="400"/>
                  </a:cubicBezTo>
                  <a:cubicBezTo>
                    <a:pt x="486" y="400"/>
                    <a:pt x="1136" y="433"/>
                    <a:pt x="1449" y="592"/>
                  </a:cubicBezTo>
                  <a:cubicBezTo>
                    <a:pt x="1482" y="609"/>
                    <a:pt x="1514" y="617"/>
                    <a:pt x="1544" y="617"/>
                  </a:cubicBezTo>
                  <a:cubicBezTo>
                    <a:pt x="1728" y="617"/>
                    <a:pt x="1834" y="339"/>
                    <a:pt x="1631" y="236"/>
                  </a:cubicBezTo>
                  <a:cubicBezTo>
                    <a:pt x="1170" y="5"/>
                    <a:pt x="303"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1"/>
            <p:cNvSpPr/>
            <p:nvPr/>
          </p:nvSpPr>
          <p:spPr>
            <a:xfrm>
              <a:off x="7656403" y="2435147"/>
              <a:ext cx="121827" cy="166387"/>
            </a:xfrm>
            <a:custGeom>
              <a:rect b="b" l="l" r="r" t="t"/>
              <a:pathLst>
                <a:path extrusionOk="0" h="6344" w="4645">
                  <a:moveTo>
                    <a:pt x="3610" y="395"/>
                  </a:moveTo>
                  <a:lnTo>
                    <a:pt x="3610" y="1223"/>
                  </a:lnTo>
                  <a:cubicBezTo>
                    <a:pt x="3610" y="1358"/>
                    <a:pt x="3576" y="1488"/>
                    <a:pt x="3518" y="1608"/>
                  </a:cubicBezTo>
                  <a:lnTo>
                    <a:pt x="3417" y="1810"/>
                  </a:lnTo>
                  <a:cubicBezTo>
                    <a:pt x="3403" y="1839"/>
                    <a:pt x="3398" y="1868"/>
                    <a:pt x="3398" y="1897"/>
                  </a:cubicBezTo>
                  <a:lnTo>
                    <a:pt x="3398" y="2325"/>
                  </a:lnTo>
                  <a:cubicBezTo>
                    <a:pt x="3398" y="2920"/>
                    <a:pt x="2912" y="3398"/>
                    <a:pt x="2321" y="3398"/>
                  </a:cubicBezTo>
                  <a:cubicBezTo>
                    <a:pt x="2310" y="3398"/>
                    <a:pt x="2298" y="3398"/>
                    <a:pt x="2286" y="3398"/>
                  </a:cubicBezTo>
                  <a:cubicBezTo>
                    <a:pt x="1714" y="3379"/>
                    <a:pt x="1247" y="2873"/>
                    <a:pt x="1247" y="2267"/>
                  </a:cubicBezTo>
                  <a:lnTo>
                    <a:pt x="1247" y="1897"/>
                  </a:lnTo>
                  <a:cubicBezTo>
                    <a:pt x="1247" y="1868"/>
                    <a:pt x="1237" y="1834"/>
                    <a:pt x="1223" y="1810"/>
                  </a:cubicBezTo>
                  <a:lnTo>
                    <a:pt x="1103" y="1565"/>
                  </a:lnTo>
                  <a:cubicBezTo>
                    <a:pt x="1059" y="1473"/>
                    <a:pt x="1035" y="1372"/>
                    <a:pt x="1035" y="1271"/>
                  </a:cubicBezTo>
                  <a:lnTo>
                    <a:pt x="1035" y="1261"/>
                  </a:lnTo>
                  <a:cubicBezTo>
                    <a:pt x="1035" y="785"/>
                    <a:pt x="1420" y="395"/>
                    <a:pt x="1897" y="395"/>
                  </a:cubicBezTo>
                  <a:close/>
                  <a:moveTo>
                    <a:pt x="2758" y="3725"/>
                  </a:moveTo>
                  <a:cubicBezTo>
                    <a:pt x="2763" y="3788"/>
                    <a:pt x="2772" y="3845"/>
                    <a:pt x="2792" y="3903"/>
                  </a:cubicBezTo>
                  <a:lnTo>
                    <a:pt x="2320" y="4375"/>
                  </a:lnTo>
                  <a:lnTo>
                    <a:pt x="1868" y="3922"/>
                  </a:lnTo>
                  <a:cubicBezTo>
                    <a:pt x="1877" y="3884"/>
                    <a:pt x="1882" y="3845"/>
                    <a:pt x="1882" y="3807"/>
                  </a:cubicBezTo>
                  <a:lnTo>
                    <a:pt x="1882" y="3725"/>
                  </a:lnTo>
                  <a:cubicBezTo>
                    <a:pt x="2007" y="3764"/>
                    <a:pt x="2142" y="3788"/>
                    <a:pt x="2277" y="3792"/>
                  </a:cubicBezTo>
                  <a:lnTo>
                    <a:pt x="2320" y="3792"/>
                  </a:lnTo>
                  <a:cubicBezTo>
                    <a:pt x="2469" y="3792"/>
                    <a:pt x="2618" y="3773"/>
                    <a:pt x="2758" y="3725"/>
                  </a:cubicBezTo>
                  <a:close/>
                  <a:moveTo>
                    <a:pt x="1897" y="1"/>
                  </a:moveTo>
                  <a:cubicBezTo>
                    <a:pt x="1199" y="1"/>
                    <a:pt x="631" y="569"/>
                    <a:pt x="631" y="1266"/>
                  </a:cubicBezTo>
                  <a:lnTo>
                    <a:pt x="631" y="1276"/>
                  </a:lnTo>
                  <a:cubicBezTo>
                    <a:pt x="631" y="1440"/>
                    <a:pt x="670" y="1598"/>
                    <a:pt x="742" y="1747"/>
                  </a:cubicBezTo>
                  <a:lnTo>
                    <a:pt x="843" y="1950"/>
                  </a:lnTo>
                  <a:lnTo>
                    <a:pt x="843" y="2272"/>
                  </a:lnTo>
                  <a:cubicBezTo>
                    <a:pt x="843" y="2768"/>
                    <a:pt x="1083" y="3234"/>
                    <a:pt x="1483" y="3528"/>
                  </a:cubicBezTo>
                  <a:lnTo>
                    <a:pt x="1483" y="3812"/>
                  </a:lnTo>
                  <a:cubicBezTo>
                    <a:pt x="1483" y="3845"/>
                    <a:pt x="1459" y="3879"/>
                    <a:pt x="1420" y="3889"/>
                  </a:cubicBezTo>
                  <a:lnTo>
                    <a:pt x="602" y="4124"/>
                  </a:lnTo>
                  <a:cubicBezTo>
                    <a:pt x="246" y="4230"/>
                    <a:pt x="1" y="4553"/>
                    <a:pt x="1" y="4928"/>
                  </a:cubicBezTo>
                  <a:lnTo>
                    <a:pt x="1" y="6145"/>
                  </a:lnTo>
                  <a:cubicBezTo>
                    <a:pt x="1" y="6251"/>
                    <a:pt x="87" y="6343"/>
                    <a:pt x="198" y="6343"/>
                  </a:cubicBezTo>
                  <a:cubicBezTo>
                    <a:pt x="309" y="6343"/>
                    <a:pt x="395" y="6256"/>
                    <a:pt x="395" y="6145"/>
                  </a:cubicBezTo>
                  <a:lnTo>
                    <a:pt x="395" y="4928"/>
                  </a:lnTo>
                  <a:cubicBezTo>
                    <a:pt x="395" y="4731"/>
                    <a:pt x="525" y="4558"/>
                    <a:pt x="713" y="4505"/>
                  </a:cubicBezTo>
                  <a:lnTo>
                    <a:pt x="1536" y="4269"/>
                  </a:lnTo>
                  <a:cubicBezTo>
                    <a:pt x="1565" y="4259"/>
                    <a:pt x="1593" y="4250"/>
                    <a:pt x="1618" y="4235"/>
                  </a:cubicBezTo>
                  <a:lnTo>
                    <a:pt x="2123" y="4740"/>
                  </a:lnTo>
                  <a:lnTo>
                    <a:pt x="2123" y="6145"/>
                  </a:lnTo>
                  <a:cubicBezTo>
                    <a:pt x="2123" y="6278"/>
                    <a:pt x="2221" y="6344"/>
                    <a:pt x="2320" y="6344"/>
                  </a:cubicBezTo>
                  <a:cubicBezTo>
                    <a:pt x="2419" y="6344"/>
                    <a:pt x="2517" y="6278"/>
                    <a:pt x="2517" y="6145"/>
                  </a:cubicBezTo>
                  <a:lnTo>
                    <a:pt x="2517" y="4740"/>
                  </a:lnTo>
                  <a:lnTo>
                    <a:pt x="3037" y="4221"/>
                  </a:lnTo>
                  <a:cubicBezTo>
                    <a:pt x="3090" y="4254"/>
                    <a:pt x="3148" y="4283"/>
                    <a:pt x="3210" y="4298"/>
                  </a:cubicBezTo>
                  <a:lnTo>
                    <a:pt x="3927" y="4505"/>
                  </a:lnTo>
                  <a:cubicBezTo>
                    <a:pt x="4115" y="4558"/>
                    <a:pt x="4245" y="4731"/>
                    <a:pt x="4245" y="4923"/>
                  </a:cubicBezTo>
                  <a:lnTo>
                    <a:pt x="4245" y="6145"/>
                  </a:lnTo>
                  <a:cubicBezTo>
                    <a:pt x="4245" y="6278"/>
                    <a:pt x="4345" y="6344"/>
                    <a:pt x="4444" y="6344"/>
                  </a:cubicBezTo>
                  <a:cubicBezTo>
                    <a:pt x="4544" y="6344"/>
                    <a:pt x="4644" y="6278"/>
                    <a:pt x="4644" y="6145"/>
                  </a:cubicBezTo>
                  <a:lnTo>
                    <a:pt x="4644" y="4928"/>
                  </a:lnTo>
                  <a:cubicBezTo>
                    <a:pt x="4639" y="4553"/>
                    <a:pt x="4394" y="4226"/>
                    <a:pt x="4038" y="4124"/>
                  </a:cubicBezTo>
                  <a:lnTo>
                    <a:pt x="3321" y="3918"/>
                  </a:lnTo>
                  <a:cubicBezTo>
                    <a:pt x="3225" y="3889"/>
                    <a:pt x="3157" y="3802"/>
                    <a:pt x="3157" y="3701"/>
                  </a:cubicBezTo>
                  <a:lnTo>
                    <a:pt x="3157" y="3533"/>
                  </a:lnTo>
                  <a:cubicBezTo>
                    <a:pt x="3225" y="3489"/>
                    <a:pt x="3287" y="3436"/>
                    <a:pt x="3345" y="3379"/>
                  </a:cubicBezTo>
                  <a:cubicBezTo>
                    <a:pt x="3634" y="3104"/>
                    <a:pt x="3792" y="2719"/>
                    <a:pt x="3792" y="2320"/>
                  </a:cubicBezTo>
                  <a:lnTo>
                    <a:pt x="3792" y="1945"/>
                  </a:lnTo>
                  <a:lnTo>
                    <a:pt x="3874" y="1786"/>
                  </a:lnTo>
                  <a:cubicBezTo>
                    <a:pt x="3961" y="1613"/>
                    <a:pt x="4004" y="1420"/>
                    <a:pt x="4004" y="1223"/>
                  </a:cubicBezTo>
                  <a:lnTo>
                    <a:pt x="4004" y="203"/>
                  </a:lnTo>
                  <a:cubicBezTo>
                    <a:pt x="4004" y="92"/>
                    <a:pt x="391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1"/>
            <p:cNvSpPr/>
            <p:nvPr/>
          </p:nvSpPr>
          <p:spPr>
            <a:xfrm>
              <a:off x="7678617" y="2568776"/>
              <a:ext cx="10517" cy="32758"/>
            </a:xfrm>
            <a:custGeom>
              <a:rect b="b" l="l" r="r" t="t"/>
              <a:pathLst>
                <a:path extrusionOk="0" h="1249" w="401">
                  <a:moveTo>
                    <a:pt x="200" y="0"/>
                  </a:moveTo>
                  <a:cubicBezTo>
                    <a:pt x="101" y="0"/>
                    <a:pt x="1" y="66"/>
                    <a:pt x="1" y="199"/>
                  </a:cubicBezTo>
                  <a:lnTo>
                    <a:pt x="1" y="1050"/>
                  </a:lnTo>
                  <a:cubicBezTo>
                    <a:pt x="1" y="1183"/>
                    <a:pt x="101" y="1249"/>
                    <a:pt x="200" y="1249"/>
                  </a:cubicBezTo>
                  <a:cubicBezTo>
                    <a:pt x="300" y="1249"/>
                    <a:pt x="400" y="1183"/>
                    <a:pt x="400" y="1050"/>
                  </a:cubicBezTo>
                  <a:lnTo>
                    <a:pt x="400" y="199"/>
                  </a:lnTo>
                  <a:cubicBezTo>
                    <a:pt x="400"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1"/>
            <p:cNvSpPr/>
            <p:nvPr/>
          </p:nvSpPr>
          <p:spPr>
            <a:xfrm>
              <a:off x="7745393" y="2568776"/>
              <a:ext cx="10491" cy="32758"/>
            </a:xfrm>
            <a:custGeom>
              <a:rect b="b" l="l" r="r" t="t"/>
              <a:pathLst>
                <a:path extrusionOk="0" h="1249" w="400">
                  <a:moveTo>
                    <a:pt x="200" y="0"/>
                  </a:moveTo>
                  <a:cubicBezTo>
                    <a:pt x="100" y="0"/>
                    <a:pt x="0" y="66"/>
                    <a:pt x="0" y="199"/>
                  </a:cubicBezTo>
                  <a:lnTo>
                    <a:pt x="0" y="1050"/>
                  </a:lnTo>
                  <a:cubicBezTo>
                    <a:pt x="0" y="1183"/>
                    <a:pt x="100" y="1249"/>
                    <a:pt x="200" y="1249"/>
                  </a:cubicBezTo>
                  <a:cubicBezTo>
                    <a:pt x="300" y="1249"/>
                    <a:pt x="399" y="1183"/>
                    <a:pt x="399" y="1050"/>
                  </a:cubicBezTo>
                  <a:lnTo>
                    <a:pt x="399" y="199"/>
                  </a:lnTo>
                  <a:cubicBezTo>
                    <a:pt x="399"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1"/>
            <p:cNvSpPr/>
            <p:nvPr/>
          </p:nvSpPr>
          <p:spPr>
            <a:xfrm>
              <a:off x="7576645" y="2652337"/>
              <a:ext cx="48127" cy="16077"/>
            </a:xfrm>
            <a:custGeom>
              <a:rect b="b" l="l" r="r" t="t"/>
              <a:pathLst>
                <a:path extrusionOk="0" h="613" w="1835">
                  <a:moveTo>
                    <a:pt x="270" y="1"/>
                  </a:moveTo>
                  <a:cubicBezTo>
                    <a:pt x="1" y="1"/>
                    <a:pt x="1" y="400"/>
                    <a:pt x="270" y="400"/>
                  </a:cubicBezTo>
                  <a:cubicBezTo>
                    <a:pt x="487" y="400"/>
                    <a:pt x="1136" y="434"/>
                    <a:pt x="1449" y="588"/>
                  </a:cubicBezTo>
                  <a:cubicBezTo>
                    <a:pt x="1482" y="605"/>
                    <a:pt x="1515" y="612"/>
                    <a:pt x="1545" y="612"/>
                  </a:cubicBezTo>
                  <a:cubicBezTo>
                    <a:pt x="1728" y="612"/>
                    <a:pt x="1834" y="335"/>
                    <a:pt x="1632" y="232"/>
                  </a:cubicBezTo>
                  <a:cubicBezTo>
                    <a:pt x="1170" y="1"/>
                    <a:pt x="304" y="1"/>
                    <a:pt x="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1"/>
            <p:cNvSpPr/>
            <p:nvPr/>
          </p:nvSpPr>
          <p:spPr>
            <a:xfrm>
              <a:off x="7539428" y="2624457"/>
              <a:ext cx="121801" cy="166387"/>
            </a:xfrm>
            <a:custGeom>
              <a:rect b="b" l="l" r="r" t="t"/>
              <a:pathLst>
                <a:path extrusionOk="0" h="6344" w="4644">
                  <a:moveTo>
                    <a:pt x="3614" y="400"/>
                  </a:moveTo>
                  <a:lnTo>
                    <a:pt x="3614" y="1223"/>
                  </a:lnTo>
                  <a:cubicBezTo>
                    <a:pt x="3614" y="1357"/>
                    <a:pt x="3585" y="1487"/>
                    <a:pt x="3523" y="1608"/>
                  </a:cubicBezTo>
                  <a:lnTo>
                    <a:pt x="3421" y="1810"/>
                  </a:lnTo>
                  <a:cubicBezTo>
                    <a:pt x="3407" y="1838"/>
                    <a:pt x="3402" y="1867"/>
                    <a:pt x="3402" y="1896"/>
                  </a:cubicBezTo>
                  <a:lnTo>
                    <a:pt x="3402" y="2324"/>
                  </a:lnTo>
                  <a:cubicBezTo>
                    <a:pt x="3402" y="2919"/>
                    <a:pt x="2921" y="3398"/>
                    <a:pt x="2326" y="3398"/>
                  </a:cubicBezTo>
                  <a:cubicBezTo>
                    <a:pt x="2314" y="3398"/>
                    <a:pt x="2302" y="3398"/>
                    <a:pt x="2291" y="3397"/>
                  </a:cubicBezTo>
                  <a:cubicBezTo>
                    <a:pt x="1713" y="3383"/>
                    <a:pt x="1247" y="2873"/>
                    <a:pt x="1247" y="2272"/>
                  </a:cubicBezTo>
                  <a:lnTo>
                    <a:pt x="1247" y="1901"/>
                  </a:lnTo>
                  <a:cubicBezTo>
                    <a:pt x="1247" y="1867"/>
                    <a:pt x="1242" y="1838"/>
                    <a:pt x="1227" y="1810"/>
                  </a:cubicBezTo>
                  <a:lnTo>
                    <a:pt x="1107" y="1564"/>
                  </a:lnTo>
                  <a:cubicBezTo>
                    <a:pt x="1064" y="1473"/>
                    <a:pt x="1040" y="1377"/>
                    <a:pt x="1040" y="1276"/>
                  </a:cubicBezTo>
                  <a:lnTo>
                    <a:pt x="1040" y="1261"/>
                  </a:lnTo>
                  <a:cubicBezTo>
                    <a:pt x="1040" y="785"/>
                    <a:pt x="1425" y="400"/>
                    <a:pt x="1901" y="400"/>
                  </a:cubicBezTo>
                  <a:close/>
                  <a:moveTo>
                    <a:pt x="1887" y="3725"/>
                  </a:moveTo>
                  <a:cubicBezTo>
                    <a:pt x="2012" y="3768"/>
                    <a:pt x="2142" y="3792"/>
                    <a:pt x="2276" y="3797"/>
                  </a:cubicBezTo>
                  <a:lnTo>
                    <a:pt x="2324" y="3797"/>
                  </a:lnTo>
                  <a:cubicBezTo>
                    <a:pt x="2474" y="3797"/>
                    <a:pt x="2623" y="3773"/>
                    <a:pt x="2762" y="3730"/>
                  </a:cubicBezTo>
                  <a:lnTo>
                    <a:pt x="2762" y="3811"/>
                  </a:lnTo>
                  <a:cubicBezTo>
                    <a:pt x="2762" y="3850"/>
                    <a:pt x="2767" y="3888"/>
                    <a:pt x="2777" y="3927"/>
                  </a:cubicBezTo>
                  <a:lnTo>
                    <a:pt x="2324" y="4379"/>
                  </a:lnTo>
                  <a:lnTo>
                    <a:pt x="1872" y="3927"/>
                  </a:lnTo>
                  <a:cubicBezTo>
                    <a:pt x="1882" y="3888"/>
                    <a:pt x="1887" y="3850"/>
                    <a:pt x="1887" y="3811"/>
                  </a:cubicBezTo>
                  <a:lnTo>
                    <a:pt x="1887" y="3725"/>
                  </a:lnTo>
                  <a:close/>
                  <a:moveTo>
                    <a:pt x="1901" y="0"/>
                  </a:moveTo>
                  <a:cubicBezTo>
                    <a:pt x="1203" y="0"/>
                    <a:pt x="635" y="568"/>
                    <a:pt x="635" y="1266"/>
                  </a:cubicBezTo>
                  <a:lnTo>
                    <a:pt x="635" y="1276"/>
                  </a:lnTo>
                  <a:cubicBezTo>
                    <a:pt x="635" y="1439"/>
                    <a:pt x="674" y="1598"/>
                    <a:pt x="746" y="1747"/>
                  </a:cubicBezTo>
                  <a:lnTo>
                    <a:pt x="847" y="1949"/>
                  </a:lnTo>
                  <a:lnTo>
                    <a:pt x="847" y="2272"/>
                  </a:lnTo>
                  <a:cubicBezTo>
                    <a:pt x="847" y="2767"/>
                    <a:pt x="1083" y="3234"/>
                    <a:pt x="1487" y="3527"/>
                  </a:cubicBezTo>
                  <a:lnTo>
                    <a:pt x="1487" y="3811"/>
                  </a:lnTo>
                  <a:cubicBezTo>
                    <a:pt x="1487" y="3845"/>
                    <a:pt x="1458" y="3879"/>
                    <a:pt x="1425" y="3888"/>
                  </a:cubicBezTo>
                  <a:lnTo>
                    <a:pt x="607" y="4124"/>
                  </a:lnTo>
                  <a:cubicBezTo>
                    <a:pt x="246" y="4225"/>
                    <a:pt x="0" y="4552"/>
                    <a:pt x="0" y="4928"/>
                  </a:cubicBezTo>
                  <a:lnTo>
                    <a:pt x="0" y="6145"/>
                  </a:lnTo>
                  <a:cubicBezTo>
                    <a:pt x="0" y="6277"/>
                    <a:pt x="99" y="6343"/>
                    <a:pt x="198" y="6343"/>
                  </a:cubicBezTo>
                  <a:cubicBezTo>
                    <a:pt x="296" y="6343"/>
                    <a:pt x="395" y="6277"/>
                    <a:pt x="395" y="6145"/>
                  </a:cubicBezTo>
                  <a:lnTo>
                    <a:pt x="395" y="4928"/>
                  </a:lnTo>
                  <a:cubicBezTo>
                    <a:pt x="395" y="4730"/>
                    <a:pt x="525" y="4562"/>
                    <a:pt x="712" y="4509"/>
                  </a:cubicBezTo>
                  <a:lnTo>
                    <a:pt x="1535" y="4273"/>
                  </a:lnTo>
                  <a:cubicBezTo>
                    <a:pt x="1564" y="4264"/>
                    <a:pt x="1593" y="4254"/>
                    <a:pt x="1617" y="4240"/>
                  </a:cubicBezTo>
                  <a:lnTo>
                    <a:pt x="2122" y="4740"/>
                  </a:lnTo>
                  <a:lnTo>
                    <a:pt x="2122" y="6145"/>
                  </a:lnTo>
                  <a:cubicBezTo>
                    <a:pt x="2122" y="6277"/>
                    <a:pt x="2222" y="6343"/>
                    <a:pt x="2322" y="6343"/>
                  </a:cubicBezTo>
                  <a:cubicBezTo>
                    <a:pt x="2422" y="6343"/>
                    <a:pt x="2522" y="6277"/>
                    <a:pt x="2522" y="6145"/>
                  </a:cubicBezTo>
                  <a:lnTo>
                    <a:pt x="2522" y="4740"/>
                  </a:lnTo>
                  <a:lnTo>
                    <a:pt x="3022" y="4240"/>
                  </a:lnTo>
                  <a:cubicBezTo>
                    <a:pt x="3051" y="4254"/>
                    <a:pt x="3080" y="4264"/>
                    <a:pt x="3109" y="4273"/>
                  </a:cubicBezTo>
                  <a:lnTo>
                    <a:pt x="3927" y="4504"/>
                  </a:lnTo>
                  <a:cubicBezTo>
                    <a:pt x="4114" y="4562"/>
                    <a:pt x="4244" y="4730"/>
                    <a:pt x="4244" y="4928"/>
                  </a:cubicBezTo>
                  <a:lnTo>
                    <a:pt x="4244" y="6145"/>
                  </a:lnTo>
                  <a:cubicBezTo>
                    <a:pt x="4244" y="6277"/>
                    <a:pt x="4344" y="6343"/>
                    <a:pt x="4444" y="6343"/>
                  </a:cubicBezTo>
                  <a:cubicBezTo>
                    <a:pt x="4544" y="6343"/>
                    <a:pt x="4644" y="6277"/>
                    <a:pt x="4644" y="6145"/>
                  </a:cubicBezTo>
                  <a:lnTo>
                    <a:pt x="4644" y="4928"/>
                  </a:lnTo>
                  <a:cubicBezTo>
                    <a:pt x="4644" y="4557"/>
                    <a:pt x="4398" y="4230"/>
                    <a:pt x="4042" y="4124"/>
                  </a:cubicBezTo>
                  <a:lnTo>
                    <a:pt x="3219" y="3888"/>
                  </a:lnTo>
                  <a:cubicBezTo>
                    <a:pt x="3186" y="3879"/>
                    <a:pt x="3162" y="3845"/>
                    <a:pt x="3157" y="3811"/>
                  </a:cubicBezTo>
                  <a:lnTo>
                    <a:pt x="3157" y="3537"/>
                  </a:lnTo>
                  <a:cubicBezTo>
                    <a:pt x="3229" y="3489"/>
                    <a:pt x="3292" y="3436"/>
                    <a:pt x="3349" y="3383"/>
                  </a:cubicBezTo>
                  <a:cubicBezTo>
                    <a:pt x="3638" y="3104"/>
                    <a:pt x="3797" y="2724"/>
                    <a:pt x="3797" y="2324"/>
                  </a:cubicBezTo>
                  <a:lnTo>
                    <a:pt x="3797" y="1944"/>
                  </a:lnTo>
                  <a:lnTo>
                    <a:pt x="3874" y="1786"/>
                  </a:lnTo>
                  <a:cubicBezTo>
                    <a:pt x="3965" y="1612"/>
                    <a:pt x="4009" y="1420"/>
                    <a:pt x="4009" y="1223"/>
                  </a:cubicBezTo>
                  <a:lnTo>
                    <a:pt x="4009" y="203"/>
                  </a:lnTo>
                  <a:cubicBezTo>
                    <a:pt x="4009" y="92"/>
                    <a:pt x="3922"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1"/>
            <p:cNvSpPr/>
            <p:nvPr/>
          </p:nvSpPr>
          <p:spPr>
            <a:xfrm>
              <a:off x="7561643" y="2758113"/>
              <a:ext cx="10491" cy="32732"/>
            </a:xfrm>
            <a:custGeom>
              <a:rect b="b" l="l" r="r" t="t"/>
              <a:pathLst>
                <a:path extrusionOk="0" h="1248" w="400">
                  <a:moveTo>
                    <a:pt x="202" y="0"/>
                  </a:moveTo>
                  <a:cubicBezTo>
                    <a:pt x="92" y="0"/>
                    <a:pt x="0" y="91"/>
                    <a:pt x="0" y="202"/>
                  </a:cubicBezTo>
                  <a:lnTo>
                    <a:pt x="0" y="1049"/>
                  </a:lnTo>
                  <a:cubicBezTo>
                    <a:pt x="0" y="1181"/>
                    <a:pt x="100" y="1247"/>
                    <a:pt x="200" y="1247"/>
                  </a:cubicBezTo>
                  <a:cubicBezTo>
                    <a:pt x="300" y="1247"/>
                    <a:pt x="400" y="1181"/>
                    <a:pt x="400" y="1049"/>
                  </a:cubicBezTo>
                  <a:lnTo>
                    <a:pt x="400" y="202"/>
                  </a:lnTo>
                  <a:cubicBezTo>
                    <a:pt x="400" y="91"/>
                    <a:pt x="30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1"/>
            <p:cNvSpPr/>
            <p:nvPr/>
          </p:nvSpPr>
          <p:spPr>
            <a:xfrm>
              <a:off x="7628523" y="2758113"/>
              <a:ext cx="10491" cy="32732"/>
            </a:xfrm>
            <a:custGeom>
              <a:rect b="b" l="l" r="r" t="t"/>
              <a:pathLst>
                <a:path extrusionOk="0" h="1248" w="400">
                  <a:moveTo>
                    <a:pt x="198" y="0"/>
                  </a:moveTo>
                  <a:cubicBezTo>
                    <a:pt x="87" y="0"/>
                    <a:pt x="0" y="91"/>
                    <a:pt x="0" y="202"/>
                  </a:cubicBezTo>
                  <a:lnTo>
                    <a:pt x="0" y="1049"/>
                  </a:lnTo>
                  <a:cubicBezTo>
                    <a:pt x="0" y="1181"/>
                    <a:pt x="100" y="1247"/>
                    <a:pt x="200" y="1247"/>
                  </a:cubicBezTo>
                  <a:cubicBezTo>
                    <a:pt x="299" y="1247"/>
                    <a:pt x="397" y="1181"/>
                    <a:pt x="395" y="1049"/>
                  </a:cubicBezTo>
                  <a:lnTo>
                    <a:pt x="395" y="202"/>
                  </a:lnTo>
                  <a:cubicBezTo>
                    <a:pt x="400" y="91"/>
                    <a:pt x="308"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1"/>
            <p:cNvSpPr/>
            <p:nvPr/>
          </p:nvSpPr>
          <p:spPr>
            <a:xfrm>
              <a:off x="7778833" y="2602243"/>
              <a:ext cx="110575" cy="188602"/>
            </a:xfrm>
            <a:custGeom>
              <a:rect b="b" l="l" r="r" t="t"/>
              <a:pathLst>
                <a:path extrusionOk="0" h="7191" w="4216">
                  <a:moveTo>
                    <a:pt x="2113" y="395"/>
                  </a:moveTo>
                  <a:cubicBezTo>
                    <a:pt x="2469" y="395"/>
                    <a:pt x="2762" y="641"/>
                    <a:pt x="2762" y="939"/>
                  </a:cubicBezTo>
                  <a:lnTo>
                    <a:pt x="2762" y="977"/>
                  </a:lnTo>
                  <a:cubicBezTo>
                    <a:pt x="2555" y="891"/>
                    <a:pt x="2335" y="847"/>
                    <a:pt x="2115" y="847"/>
                  </a:cubicBezTo>
                  <a:cubicBezTo>
                    <a:pt x="1895" y="847"/>
                    <a:pt x="1675" y="891"/>
                    <a:pt x="1468" y="977"/>
                  </a:cubicBezTo>
                  <a:cubicBezTo>
                    <a:pt x="1463" y="968"/>
                    <a:pt x="1463" y="953"/>
                    <a:pt x="1463" y="939"/>
                  </a:cubicBezTo>
                  <a:cubicBezTo>
                    <a:pt x="1463" y="641"/>
                    <a:pt x="1752" y="395"/>
                    <a:pt x="2113" y="395"/>
                  </a:cubicBezTo>
                  <a:close/>
                  <a:moveTo>
                    <a:pt x="2119" y="1242"/>
                  </a:moveTo>
                  <a:cubicBezTo>
                    <a:pt x="2976" y="1242"/>
                    <a:pt x="3612" y="2091"/>
                    <a:pt x="3335" y="2936"/>
                  </a:cubicBezTo>
                  <a:cubicBezTo>
                    <a:pt x="2772" y="2363"/>
                    <a:pt x="1776" y="2137"/>
                    <a:pt x="1732" y="2127"/>
                  </a:cubicBezTo>
                  <a:cubicBezTo>
                    <a:pt x="1714" y="2123"/>
                    <a:pt x="1696" y="2121"/>
                    <a:pt x="1678" y="2121"/>
                  </a:cubicBezTo>
                  <a:cubicBezTo>
                    <a:pt x="1635" y="2121"/>
                    <a:pt x="1593" y="2134"/>
                    <a:pt x="1559" y="2161"/>
                  </a:cubicBezTo>
                  <a:cubicBezTo>
                    <a:pt x="1511" y="2200"/>
                    <a:pt x="1487" y="2257"/>
                    <a:pt x="1487" y="2320"/>
                  </a:cubicBezTo>
                  <a:cubicBezTo>
                    <a:pt x="1473" y="2426"/>
                    <a:pt x="1415" y="2527"/>
                    <a:pt x="1333" y="2604"/>
                  </a:cubicBezTo>
                  <a:cubicBezTo>
                    <a:pt x="1189" y="2747"/>
                    <a:pt x="1322" y="2945"/>
                    <a:pt x="1477" y="2945"/>
                  </a:cubicBezTo>
                  <a:cubicBezTo>
                    <a:pt x="1524" y="2945"/>
                    <a:pt x="1573" y="2927"/>
                    <a:pt x="1617" y="2883"/>
                  </a:cubicBezTo>
                  <a:cubicBezTo>
                    <a:pt x="1708" y="2791"/>
                    <a:pt x="1781" y="2685"/>
                    <a:pt x="1833" y="2565"/>
                  </a:cubicBezTo>
                  <a:cubicBezTo>
                    <a:pt x="2165" y="2661"/>
                    <a:pt x="2858" y="2912"/>
                    <a:pt x="3171" y="3354"/>
                  </a:cubicBezTo>
                  <a:cubicBezTo>
                    <a:pt x="3081" y="3874"/>
                    <a:pt x="2630" y="4245"/>
                    <a:pt x="2109" y="4245"/>
                  </a:cubicBezTo>
                  <a:cubicBezTo>
                    <a:pt x="2099" y="4245"/>
                    <a:pt x="2089" y="4245"/>
                    <a:pt x="2079" y="4244"/>
                  </a:cubicBezTo>
                  <a:cubicBezTo>
                    <a:pt x="1540" y="4225"/>
                    <a:pt x="1102" y="3816"/>
                    <a:pt x="1044" y="3287"/>
                  </a:cubicBezTo>
                  <a:cubicBezTo>
                    <a:pt x="1040" y="3258"/>
                    <a:pt x="1030" y="3229"/>
                    <a:pt x="1015" y="3205"/>
                  </a:cubicBezTo>
                  <a:cubicBezTo>
                    <a:pt x="520" y="2402"/>
                    <a:pt x="1025" y="1357"/>
                    <a:pt x="1963" y="1252"/>
                  </a:cubicBezTo>
                  <a:cubicBezTo>
                    <a:pt x="2016" y="1245"/>
                    <a:pt x="2068" y="1242"/>
                    <a:pt x="2119" y="1242"/>
                  </a:cubicBezTo>
                  <a:close/>
                  <a:moveTo>
                    <a:pt x="2550" y="4577"/>
                  </a:moveTo>
                  <a:lnTo>
                    <a:pt x="2550" y="4788"/>
                  </a:lnTo>
                  <a:cubicBezTo>
                    <a:pt x="2550" y="4856"/>
                    <a:pt x="2565" y="4923"/>
                    <a:pt x="2599" y="4981"/>
                  </a:cubicBezTo>
                  <a:lnTo>
                    <a:pt x="2416" y="5159"/>
                  </a:lnTo>
                  <a:cubicBezTo>
                    <a:pt x="2329" y="5238"/>
                    <a:pt x="2220" y="5278"/>
                    <a:pt x="2111" y="5278"/>
                  </a:cubicBezTo>
                  <a:cubicBezTo>
                    <a:pt x="2002" y="5278"/>
                    <a:pt x="1894" y="5238"/>
                    <a:pt x="1809" y="5159"/>
                  </a:cubicBezTo>
                  <a:lnTo>
                    <a:pt x="1627" y="4981"/>
                  </a:lnTo>
                  <a:cubicBezTo>
                    <a:pt x="1655" y="4923"/>
                    <a:pt x="1675" y="4856"/>
                    <a:pt x="1675" y="4788"/>
                  </a:cubicBezTo>
                  <a:lnTo>
                    <a:pt x="1675" y="4577"/>
                  </a:lnTo>
                  <a:cubicBezTo>
                    <a:pt x="1817" y="4620"/>
                    <a:pt x="1965" y="4641"/>
                    <a:pt x="2113" y="4641"/>
                  </a:cubicBezTo>
                  <a:cubicBezTo>
                    <a:pt x="2261" y="4641"/>
                    <a:pt x="2408" y="4620"/>
                    <a:pt x="2550" y="4577"/>
                  </a:cubicBezTo>
                  <a:close/>
                  <a:moveTo>
                    <a:pt x="2113" y="1"/>
                  </a:moveTo>
                  <a:cubicBezTo>
                    <a:pt x="1535" y="1"/>
                    <a:pt x="1064" y="419"/>
                    <a:pt x="1064" y="939"/>
                  </a:cubicBezTo>
                  <a:cubicBezTo>
                    <a:pt x="1064" y="1025"/>
                    <a:pt x="1078" y="1107"/>
                    <a:pt x="1102" y="1189"/>
                  </a:cubicBezTo>
                  <a:cubicBezTo>
                    <a:pt x="419" y="1699"/>
                    <a:pt x="226" y="2637"/>
                    <a:pt x="655" y="3374"/>
                  </a:cubicBezTo>
                  <a:cubicBezTo>
                    <a:pt x="708" y="3783"/>
                    <a:pt x="934" y="4148"/>
                    <a:pt x="1275" y="4384"/>
                  </a:cubicBezTo>
                  <a:lnTo>
                    <a:pt x="1275" y="4788"/>
                  </a:lnTo>
                  <a:cubicBezTo>
                    <a:pt x="1275" y="4793"/>
                    <a:pt x="1270" y="4798"/>
                    <a:pt x="1270" y="4803"/>
                  </a:cubicBezTo>
                  <a:lnTo>
                    <a:pt x="462" y="5202"/>
                  </a:lnTo>
                  <a:cubicBezTo>
                    <a:pt x="178" y="5342"/>
                    <a:pt x="0" y="5635"/>
                    <a:pt x="0" y="5953"/>
                  </a:cubicBezTo>
                  <a:lnTo>
                    <a:pt x="0" y="6992"/>
                  </a:lnTo>
                  <a:cubicBezTo>
                    <a:pt x="0" y="7124"/>
                    <a:pt x="100" y="7190"/>
                    <a:pt x="200" y="7190"/>
                  </a:cubicBezTo>
                  <a:cubicBezTo>
                    <a:pt x="300" y="7190"/>
                    <a:pt x="400" y="7124"/>
                    <a:pt x="400" y="6992"/>
                  </a:cubicBezTo>
                  <a:lnTo>
                    <a:pt x="400" y="5953"/>
                  </a:lnTo>
                  <a:cubicBezTo>
                    <a:pt x="400" y="5784"/>
                    <a:pt x="491" y="5630"/>
                    <a:pt x="640" y="5558"/>
                  </a:cubicBezTo>
                  <a:lnTo>
                    <a:pt x="1299" y="5226"/>
                  </a:lnTo>
                  <a:lnTo>
                    <a:pt x="1530" y="5447"/>
                  </a:lnTo>
                  <a:cubicBezTo>
                    <a:pt x="1692" y="5599"/>
                    <a:pt x="1900" y="5675"/>
                    <a:pt x="2108" y="5675"/>
                  </a:cubicBezTo>
                  <a:cubicBezTo>
                    <a:pt x="2316" y="5675"/>
                    <a:pt x="2524" y="5599"/>
                    <a:pt x="2685" y="5447"/>
                  </a:cubicBezTo>
                  <a:lnTo>
                    <a:pt x="2916" y="5226"/>
                  </a:lnTo>
                  <a:lnTo>
                    <a:pt x="3575" y="5558"/>
                  </a:lnTo>
                  <a:cubicBezTo>
                    <a:pt x="3724" y="5630"/>
                    <a:pt x="3816" y="5784"/>
                    <a:pt x="3816" y="5953"/>
                  </a:cubicBezTo>
                  <a:lnTo>
                    <a:pt x="3816" y="6992"/>
                  </a:lnTo>
                  <a:cubicBezTo>
                    <a:pt x="3816" y="7124"/>
                    <a:pt x="3916" y="7190"/>
                    <a:pt x="4016" y="7190"/>
                  </a:cubicBezTo>
                  <a:cubicBezTo>
                    <a:pt x="4115" y="7190"/>
                    <a:pt x="4215" y="7124"/>
                    <a:pt x="4215" y="6992"/>
                  </a:cubicBezTo>
                  <a:lnTo>
                    <a:pt x="4215" y="5953"/>
                  </a:lnTo>
                  <a:cubicBezTo>
                    <a:pt x="4215" y="5635"/>
                    <a:pt x="4042" y="5346"/>
                    <a:pt x="3758" y="5202"/>
                  </a:cubicBezTo>
                  <a:lnTo>
                    <a:pt x="2955" y="4803"/>
                  </a:lnTo>
                  <a:cubicBezTo>
                    <a:pt x="2950" y="4798"/>
                    <a:pt x="2945" y="4793"/>
                    <a:pt x="2945" y="4788"/>
                  </a:cubicBezTo>
                  <a:lnTo>
                    <a:pt x="2945" y="4384"/>
                  </a:lnTo>
                  <a:cubicBezTo>
                    <a:pt x="3287" y="4148"/>
                    <a:pt x="3513" y="3783"/>
                    <a:pt x="3571" y="3374"/>
                  </a:cubicBezTo>
                  <a:cubicBezTo>
                    <a:pt x="3999" y="2637"/>
                    <a:pt x="3806" y="1699"/>
                    <a:pt x="3123" y="1189"/>
                  </a:cubicBezTo>
                  <a:cubicBezTo>
                    <a:pt x="3147" y="1107"/>
                    <a:pt x="3162" y="1025"/>
                    <a:pt x="3162" y="939"/>
                  </a:cubicBezTo>
                  <a:cubicBezTo>
                    <a:pt x="3162" y="424"/>
                    <a:pt x="2690" y="1"/>
                    <a:pt x="2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1"/>
            <p:cNvSpPr/>
            <p:nvPr/>
          </p:nvSpPr>
          <p:spPr>
            <a:xfrm>
              <a:off x="7801152" y="2765037"/>
              <a:ext cx="10517" cy="25808"/>
            </a:xfrm>
            <a:custGeom>
              <a:rect b="b" l="l" r="r" t="t"/>
              <a:pathLst>
                <a:path extrusionOk="0" h="984" w="401">
                  <a:moveTo>
                    <a:pt x="198" y="1"/>
                  </a:moveTo>
                  <a:cubicBezTo>
                    <a:pt x="87" y="1"/>
                    <a:pt x="1" y="87"/>
                    <a:pt x="1" y="198"/>
                  </a:cubicBezTo>
                  <a:lnTo>
                    <a:pt x="1" y="785"/>
                  </a:lnTo>
                  <a:cubicBezTo>
                    <a:pt x="1" y="917"/>
                    <a:pt x="100" y="983"/>
                    <a:pt x="198" y="983"/>
                  </a:cubicBezTo>
                  <a:cubicBezTo>
                    <a:pt x="297" y="983"/>
                    <a:pt x="395" y="917"/>
                    <a:pt x="395" y="785"/>
                  </a:cubicBezTo>
                  <a:lnTo>
                    <a:pt x="395"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1"/>
            <p:cNvSpPr/>
            <p:nvPr/>
          </p:nvSpPr>
          <p:spPr>
            <a:xfrm>
              <a:off x="7856807" y="2765037"/>
              <a:ext cx="10517" cy="25808"/>
            </a:xfrm>
            <a:custGeom>
              <a:rect b="b" l="l" r="r" t="t"/>
              <a:pathLst>
                <a:path extrusionOk="0" h="984" w="401">
                  <a:moveTo>
                    <a:pt x="198" y="1"/>
                  </a:moveTo>
                  <a:cubicBezTo>
                    <a:pt x="92" y="1"/>
                    <a:pt x="1" y="87"/>
                    <a:pt x="1" y="198"/>
                  </a:cubicBezTo>
                  <a:lnTo>
                    <a:pt x="1" y="785"/>
                  </a:lnTo>
                  <a:cubicBezTo>
                    <a:pt x="1" y="917"/>
                    <a:pt x="101" y="983"/>
                    <a:pt x="201" y="983"/>
                  </a:cubicBezTo>
                  <a:cubicBezTo>
                    <a:pt x="300" y="983"/>
                    <a:pt x="400" y="917"/>
                    <a:pt x="400" y="785"/>
                  </a:cubicBezTo>
                  <a:lnTo>
                    <a:pt x="400"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1"/>
            <p:cNvSpPr/>
            <p:nvPr/>
          </p:nvSpPr>
          <p:spPr>
            <a:xfrm>
              <a:off x="7648429" y="2613442"/>
              <a:ext cx="136094" cy="110654"/>
            </a:xfrm>
            <a:custGeom>
              <a:rect b="b" l="l" r="r" t="t"/>
              <a:pathLst>
                <a:path extrusionOk="0" h="4219" w="5189">
                  <a:moveTo>
                    <a:pt x="2624" y="1"/>
                  </a:moveTo>
                  <a:cubicBezTo>
                    <a:pt x="2525" y="1"/>
                    <a:pt x="2427" y="67"/>
                    <a:pt x="2427" y="199"/>
                  </a:cubicBezTo>
                  <a:lnTo>
                    <a:pt x="2427" y="2427"/>
                  </a:lnTo>
                  <a:lnTo>
                    <a:pt x="185" y="3851"/>
                  </a:lnTo>
                  <a:cubicBezTo>
                    <a:pt x="1" y="3967"/>
                    <a:pt x="115" y="4218"/>
                    <a:pt x="286" y="4218"/>
                  </a:cubicBezTo>
                  <a:cubicBezTo>
                    <a:pt x="321" y="4218"/>
                    <a:pt x="358" y="4208"/>
                    <a:pt x="396" y="4183"/>
                  </a:cubicBezTo>
                  <a:lnTo>
                    <a:pt x="2629" y="2769"/>
                  </a:lnTo>
                  <a:lnTo>
                    <a:pt x="4857" y="4183"/>
                  </a:lnTo>
                  <a:cubicBezTo>
                    <a:pt x="4890" y="4206"/>
                    <a:pt x="4928" y="4217"/>
                    <a:pt x="4965" y="4217"/>
                  </a:cubicBezTo>
                  <a:cubicBezTo>
                    <a:pt x="5030" y="4217"/>
                    <a:pt x="5094" y="4184"/>
                    <a:pt x="5131" y="4125"/>
                  </a:cubicBezTo>
                  <a:lnTo>
                    <a:pt x="5126" y="4125"/>
                  </a:lnTo>
                  <a:cubicBezTo>
                    <a:pt x="5189" y="4034"/>
                    <a:pt x="5160" y="3909"/>
                    <a:pt x="5068" y="3851"/>
                  </a:cubicBezTo>
                  <a:lnTo>
                    <a:pt x="2821" y="2427"/>
                  </a:lnTo>
                  <a:lnTo>
                    <a:pt x="2821" y="199"/>
                  </a:lnTo>
                  <a:cubicBezTo>
                    <a:pt x="2821" y="67"/>
                    <a:pt x="2723" y="1"/>
                    <a:pt x="2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5" name="Google Shape;11755;p81"/>
          <p:cNvGrpSpPr/>
          <p:nvPr/>
        </p:nvGrpSpPr>
        <p:grpSpPr>
          <a:xfrm>
            <a:off x="6276285" y="4289930"/>
            <a:ext cx="224927" cy="360785"/>
            <a:chOff x="6276285" y="4289930"/>
            <a:chExt cx="224927" cy="360785"/>
          </a:xfrm>
        </p:grpSpPr>
        <p:sp>
          <p:nvSpPr>
            <p:cNvPr id="11756" name="Google Shape;11756;p81"/>
            <p:cNvSpPr/>
            <p:nvPr/>
          </p:nvSpPr>
          <p:spPr>
            <a:xfrm>
              <a:off x="6292940" y="4329035"/>
              <a:ext cx="191487" cy="202817"/>
            </a:xfrm>
            <a:custGeom>
              <a:rect b="b" l="l" r="r" t="t"/>
              <a:pathLst>
                <a:path extrusionOk="0" h="7733" w="7301">
                  <a:moveTo>
                    <a:pt x="1" y="0"/>
                  </a:moveTo>
                  <a:lnTo>
                    <a:pt x="1" y="7516"/>
                  </a:lnTo>
                  <a:cubicBezTo>
                    <a:pt x="1" y="7637"/>
                    <a:pt x="97" y="7733"/>
                    <a:pt x="212" y="7733"/>
                  </a:cubicBezTo>
                  <a:lnTo>
                    <a:pt x="7084" y="7733"/>
                  </a:lnTo>
                  <a:cubicBezTo>
                    <a:pt x="7204" y="7733"/>
                    <a:pt x="7300" y="7637"/>
                    <a:pt x="7300" y="7516"/>
                  </a:cubicBezTo>
                  <a:lnTo>
                    <a:pt x="7300" y="0"/>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1"/>
            <p:cNvSpPr/>
            <p:nvPr/>
          </p:nvSpPr>
          <p:spPr>
            <a:xfrm>
              <a:off x="6292940" y="4329035"/>
              <a:ext cx="191487" cy="22477"/>
            </a:xfrm>
            <a:custGeom>
              <a:rect b="b" l="l" r="r" t="t"/>
              <a:pathLst>
                <a:path extrusionOk="0" h="857" w="7301">
                  <a:moveTo>
                    <a:pt x="1" y="0"/>
                  </a:moveTo>
                  <a:lnTo>
                    <a:pt x="1" y="857"/>
                  </a:lnTo>
                  <a:lnTo>
                    <a:pt x="7300" y="857"/>
                  </a:lnTo>
                  <a:lnTo>
                    <a:pt x="730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1"/>
            <p:cNvSpPr/>
            <p:nvPr/>
          </p:nvSpPr>
          <p:spPr>
            <a:xfrm>
              <a:off x="6281583" y="4312118"/>
              <a:ext cx="214069" cy="22503"/>
            </a:xfrm>
            <a:custGeom>
              <a:rect b="b" l="l" r="r" t="t"/>
              <a:pathLst>
                <a:path extrusionOk="0" h="858" w="8162">
                  <a:moveTo>
                    <a:pt x="217" y="1"/>
                  </a:moveTo>
                  <a:cubicBezTo>
                    <a:pt x="97" y="1"/>
                    <a:pt x="1" y="97"/>
                    <a:pt x="1" y="217"/>
                  </a:cubicBezTo>
                  <a:lnTo>
                    <a:pt x="1" y="645"/>
                  </a:lnTo>
                  <a:cubicBezTo>
                    <a:pt x="1" y="761"/>
                    <a:pt x="97" y="857"/>
                    <a:pt x="217" y="857"/>
                  </a:cubicBezTo>
                  <a:lnTo>
                    <a:pt x="7950" y="857"/>
                  </a:lnTo>
                  <a:cubicBezTo>
                    <a:pt x="8065" y="857"/>
                    <a:pt x="8161" y="761"/>
                    <a:pt x="8161" y="645"/>
                  </a:cubicBezTo>
                  <a:lnTo>
                    <a:pt x="8161" y="217"/>
                  </a:lnTo>
                  <a:cubicBezTo>
                    <a:pt x="8161" y="97"/>
                    <a:pt x="8065" y="1"/>
                    <a:pt x="795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1"/>
            <p:cNvSpPr/>
            <p:nvPr/>
          </p:nvSpPr>
          <p:spPr>
            <a:xfrm>
              <a:off x="6276285" y="4289930"/>
              <a:ext cx="224927" cy="360785"/>
            </a:xfrm>
            <a:custGeom>
              <a:rect b="b" l="l" r="r" t="t"/>
              <a:pathLst>
                <a:path extrusionOk="0" h="13756" w="8576">
                  <a:moveTo>
                    <a:pt x="8157" y="1039"/>
                  </a:moveTo>
                  <a:cubicBezTo>
                    <a:pt x="8166" y="1039"/>
                    <a:pt x="8171" y="1044"/>
                    <a:pt x="8171" y="1049"/>
                  </a:cubicBezTo>
                  <a:lnTo>
                    <a:pt x="8171" y="1477"/>
                  </a:lnTo>
                  <a:lnTo>
                    <a:pt x="8176" y="1477"/>
                  </a:lnTo>
                  <a:cubicBezTo>
                    <a:pt x="8176" y="1487"/>
                    <a:pt x="8166" y="1491"/>
                    <a:pt x="8161" y="1491"/>
                  </a:cubicBezTo>
                  <a:lnTo>
                    <a:pt x="7512" y="1491"/>
                  </a:lnTo>
                  <a:cubicBezTo>
                    <a:pt x="7257" y="1506"/>
                    <a:pt x="7257" y="1881"/>
                    <a:pt x="7512" y="1896"/>
                  </a:cubicBezTo>
                  <a:lnTo>
                    <a:pt x="7743" y="1896"/>
                  </a:lnTo>
                  <a:lnTo>
                    <a:pt x="7743" y="9007"/>
                  </a:lnTo>
                  <a:cubicBezTo>
                    <a:pt x="7743" y="9017"/>
                    <a:pt x="7733" y="9022"/>
                    <a:pt x="7728" y="9022"/>
                  </a:cubicBezTo>
                  <a:lnTo>
                    <a:pt x="843" y="9022"/>
                  </a:lnTo>
                  <a:cubicBezTo>
                    <a:pt x="833" y="9022"/>
                    <a:pt x="828" y="9017"/>
                    <a:pt x="828" y="9007"/>
                  </a:cubicBezTo>
                  <a:lnTo>
                    <a:pt x="828" y="1900"/>
                  </a:lnTo>
                  <a:lnTo>
                    <a:pt x="6650" y="1900"/>
                  </a:lnTo>
                  <a:cubicBezTo>
                    <a:pt x="6905" y="1886"/>
                    <a:pt x="6905" y="1511"/>
                    <a:pt x="6650" y="1496"/>
                  </a:cubicBezTo>
                  <a:lnTo>
                    <a:pt x="410" y="1496"/>
                  </a:lnTo>
                  <a:cubicBezTo>
                    <a:pt x="405" y="1496"/>
                    <a:pt x="400" y="1491"/>
                    <a:pt x="400" y="1482"/>
                  </a:cubicBezTo>
                  <a:lnTo>
                    <a:pt x="400" y="1049"/>
                  </a:lnTo>
                  <a:cubicBezTo>
                    <a:pt x="400" y="1044"/>
                    <a:pt x="405" y="1039"/>
                    <a:pt x="410" y="1039"/>
                  </a:cubicBezTo>
                  <a:close/>
                  <a:moveTo>
                    <a:pt x="6492" y="9431"/>
                  </a:moveTo>
                  <a:lnTo>
                    <a:pt x="7093" y="12472"/>
                  </a:lnTo>
                  <a:lnTo>
                    <a:pt x="4485" y="12472"/>
                  </a:lnTo>
                  <a:lnTo>
                    <a:pt x="4485" y="10090"/>
                  </a:lnTo>
                  <a:cubicBezTo>
                    <a:pt x="4478" y="9962"/>
                    <a:pt x="4380" y="9899"/>
                    <a:pt x="4284" y="9899"/>
                  </a:cubicBezTo>
                  <a:cubicBezTo>
                    <a:pt x="4187" y="9899"/>
                    <a:pt x="4091" y="9962"/>
                    <a:pt x="4086" y="10090"/>
                  </a:cubicBezTo>
                  <a:lnTo>
                    <a:pt x="4086" y="12472"/>
                  </a:lnTo>
                  <a:lnTo>
                    <a:pt x="1473" y="12472"/>
                  </a:lnTo>
                  <a:lnTo>
                    <a:pt x="2084" y="9431"/>
                  </a:lnTo>
                  <a:close/>
                  <a:moveTo>
                    <a:pt x="4288" y="1"/>
                  </a:moveTo>
                  <a:cubicBezTo>
                    <a:pt x="4190" y="1"/>
                    <a:pt x="4093" y="65"/>
                    <a:pt x="4086" y="192"/>
                  </a:cubicBezTo>
                  <a:lnTo>
                    <a:pt x="4086" y="635"/>
                  </a:lnTo>
                  <a:lnTo>
                    <a:pt x="419" y="635"/>
                  </a:lnTo>
                  <a:cubicBezTo>
                    <a:pt x="188" y="635"/>
                    <a:pt x="1" y="823"/>
                    <a:pt x="1" y="1054"/>
                  </a:cubicBezTo>
                  <a:lnTo>
                    <a:pt x="1" y="1477"/>
                  </a:lnTo>
                  <a:cubicBezTo>
                    <a:pt x="1" y="1708"/>
                    <a:pt x="188" y="1891"/>
                    <a:pt x="419" y="1896"/>
                  </a:cubicBezTo>
                  <a:lnTo>
                    <a:pt x="434" y="1896"/>
                  </a:lnTo>
                  <a:lnTo>
                    <a:pt x="434" y="9007"/>
                  </a:lnTo>
                  <a:cubicBezTo>
                    <a:pt x="434" y="9238"/>
                    <a:pt x="617" y="9426"/>
                    <a:pt x="847" y="9426"/>
                  </a:cubicBezTo>
                  <a:lnTo>
                    <a:pt x="1680" y="9426"/>
                  </a:lnTo>
                  <a:lnTo>
                    <a:pt x="867" y="13487"/>
                  </a:lnTo>
                  <a:cubicBezTo>
                    <a:pt x="823" y="13603"/>
                    <a:pt x="896" y="13728"/>
                    <a:pt x="1016" y="13752"/>
                  </a:cubicBezTo>
                  <a:cubicBezTo>
                    <a:pt x="1029" y="13754"/>
                    <a:pt x="1043" y="13756"/>
                    <a:pt x="1056" y="13756"/>
                  </a:cubicBezTo>
                  <a:cubicBezTo>
                    <a:pt x="1160" y="13756"/>
                    <a:pt x="1248" y="13676"/>
                    <a:pt x="1256" y="13569"/>
                  </a:cubicBezTo>
                  <a:lnTo>
                    <a:pt x="1396" y="12866"/>
                  </a:lnTo>
                  <a:lnTo>
                    <a:pt x="4086" y="12866"/>
                  </a:lnTo>
                  <a:lnTo>
                    <a:pt x="4086" y="13530"/>
                  </a:lnTo>
                  <a:cubicBezTo>
                    <a:pt x="4091" y="13658"/>
                    <a:pt x="4187" y="13722"/>
                    <a:pt x="4284" y="13722"/>
                  </a:cubicBezTo>
                  <a:cubicBezTo>
                    <a:pt x="4380" y="13722"/>
                    <a:pt x="4478" y="13658"/>
                    <a:pt x="4485" y="13530"/>
                  </a:cubicBezTo>
                  <a:lnTo>
                    <a:pt x="4485" y="12866"/>
                  </a:lnTo>
                  <a:lnTo>
                    <a:pt x="7175" y="12866"/>
                  </a:lnTo>
                  <a:lnTo>
                    <a:pt x="7314" y="13569"/>
                  </a:lnTo>
                  <a:cubicBezTo>
                    <a:pt x="7341" y="13672"/>
                    <a:pt x="7421" y="13718"/>
                    <a:pt x="7503" y="13718"/>
                  </a:cubicBezTo>
                  <a:cubicBezTo>
                    <a:pt x="7614" y="13718"/>
                    <a:pt x="7728" y="13632"/>
                    <a:pt x="7709" y="13487"/>
                  </a:cubicBezTo>
                  <a:lnTo>
                    <a:pt x="6896" y="9426"/>
                  </a:lnTo>
                  <a:lnTo>
                    <a:pt x="7728" y="9426"/>
                  </a:lnTo>
                  <a:cubicBezTo>
                    <a:pt x="7954" y="9426"/>
                    <a:pt x="8142" y="9238"/>
                    <a:pt x="8142" y="9007"/>
                  </a:cubicBezTo>
                  <a:lnTo>
                    <a:pt x="8142" y="1900"/>
                  </a:lnTo>
                  <a:lnTo>
                    <a:pt x="8157" y="1900"/>
                  </a:lnTo>
                  <a:cubicBezTo>
                    <a:pt x="8387" y="1896"/>
                    <a:pt x="8570" y="1713"/>
                    <a:pt x="8575" y="1482"/>
                  </a:cubicBezTo>
                  <a:lnTo>
                    <a:pt x="8575" y="1049"/>
                  </a:lnTo>
                  <a:cubicBezTo>
                    <a:pt x="8570" y="823"/>
                    <a:pt x="8387" y="635"/>
                    <a:pt x="8157" y="635"/>
                  </a:cubicBezTo>
                  <a:lnTo>
                    <a:pt x="4490" y="635"/>
                  </a:lnTo>
                  <a:lnTo>
                    <a:pt x="4490" y="192"/>
                  </a:lnTo>
                  <a:cubicBezTo>
                    <a:pt x="4483" y="65"/>
                    <a:pt x="4385" y="1"/>
                    <a:pt x="4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1"/>
            <p:cNvSpPr/>
            <p:nvPr/>
          </p:nvSpPr>
          <p:spPr>
            <a:xfrm>
              <a:off x="6312846" y="4379890"/>
              <a:ext cx="148736" cy="106903"/>
            </a:xfrm>
            <a:custGeom>
              <a:rect b="b" l="l" r="r" t="t"/>
              <a:pathLst>
                <a:path extrusionOk="0" h="4076" w="5671">
                  <a:moveTo>
                    <a:pt x="4381" y="0"/>
                  </a:moveTo>
                  <a:cubicBezTo>
                    <a:pt x="4116" y="0"/>
                    <a:pt x="4116" y="405"/>
                    <a:pt x="4381" y="405"/>
                  </a:cubicBezTo>
                  <a:cubicBezTo>
                    <a:pt x="4386" y="405"/>
                    <a:pt x="4390" y="405"/>
                    <a:pt x="4395" y="405"/>
                  </a:cubicBezTo>
                  <a:lnTo>
                    <a:pt x="4987" y="405"/>
                  </a:lnTo>
                  <a:lnTo>
                    <a:pt x="3009" y="2382"/>
                  </a:lnTo>
                  <a:cubicBezTo>
                    <a:pt x="3005" y="2385"/>
                    <a:pt x="3001" y="2386"/>
                    <a:pt x="2998" y="2386"/>
                  </a:cubicBezTo>
                  <a:cubicBezTo>
                    <a:pt x="2995" y="2386"/>
                    <a:pt x="2993" y="2385"/>
                    <a:pt x="2990" y="2382"/>
                  </a:cubicBezTo>
                  <a:lnTo>
                    <a:pt x="2538" y="1935"/>
                  </a:lnTo>
                  <a:cubicBezTo>
                    <a:pt x="2456" y="1853"/>
                    <a:pt x="2350" y="1812"/>
                    <a:pt x="2244" y="1812"/>
                  </a:cubicBezTo>
                  <a:cubicBezTo>
                    <a:pt x="2138" y="1812"/>
                    <a:pt x="2033" y="1853"/>
                    <a:pt x="1951" y="1935"/>
                  </a:cubicBezTo>
                  <a:lnTo>
                    <a:pt x="166" y="3715"/>
                  </a:lnTo>
                  <a:cubicBezTo>
                    <a:pt x="1" y="3862"/>
                    <a:pt x="140" y="4075"/>
                    <a:pt x="301" y="4075"/>
                  </a:cubicBezTo>
                  <a:cubicBezTo>
                    <a:pt x="351" y="4075"/>
                    <a:pt x="404" y="4054"/>
                    <a:pt x="450" y="4004"/>
                  </a:cubicBezTo>
                  <a:lnTo>
                    <a:pt x="2235" y="2219"/>
                  </a:lnTo>
                  <a:cubicBezTo>
                    <a:pt x="2237" y="2214"/>
                    <a:pt x="2239" y="2212"/>
                    <a:pt x="2242" y="2212"/>
                  </a:cubicBezTo>
                  <a:cubicBezTo>
                    <a:pt x="2245" y="2212"/>
                    <a:pt x="2249" y="2214"/>
                    <a:pt x="2254" y="2219"/>
                  </a:cubicBezTo>
                  <a:lnTo>
                    <a:pt x="2701" y="2666"/>
                  </a:lnTo>
                  <a:cubicBezTo>
                    <a:pt x="2783" y="2748"/>
                    <a:pt x="2889" y="2789"/>
                    <a:pt x="2995" y="2789"/>
                  </a:cubicBezTo>
                  <a:cubicBezTo>
                    <a:pt x="3101" y="2789"/>
                    <a:pt x="3207" y="2748"/>
                    <a:pt x="3288" y="2666"/>
                  </a:cubicBezTo>
                  <a:lnTo>
                    <a:pt x="5271" y="689"/>
                  </a:lnTo>
                  <a:lnTo>
                    <a:pt x="5271" y="1276"/>
                  </a:lnTo>
                  <a:cubicBezTo>
                    <a:pt x="5276" y="1403"/>
                    <a:pt x="5372" y="1467"/>
                    <a:pt x="5469" y="1467"/>
                  </a:cubicBezTo>
                  <a:cubicBezTo>
                    <a:pt x="5566" y="1467"/>
                    <a:pt x="5663" y="1403"/>
                    <a:pt x="5670" y="1276"/>
                  </a:cubicBezTo>
                  <a:lnTo>
                    <a:pt x="5670" y="203"/>
                  </a:lnTo>
                  <a:cubicBezTo>
                    <a:pt x="5670" y="92"/>
                    <a:pt x="5584" y="1"/>
                    <a:pt x="5473" y="1"/>
                  </a:cubicBezTo>
                  <a:lnTo>
                    <a:pt x="4395" y="1"/>
                  </a:lnTo>
                  <a:cubicBezTo>
                    <a:pt x="4390" y="0"/>
                    <a:pt x="4386" y="0"/>
                    <a:pt x="4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1" name="Google Shape;11761;p81"/>
          <p:cNvGrpSpPr/>
          <p:nvPr/>
        </p:nvGrpSpPr>
        <p:grpSpPr>
          <a:xfrm>
            <a:off x="6650604" y="4343041"/>
            <a:ext cx="356405" cy="278431"/>
            <a:chOff x="6650604" y="4343041"/>
            <a:chExt cx="356405" cy="278431"/>
          </a:xfrm>
        </p:grpSpPr>
        <p:sp>
          <p:nvSpPr>
            <p:cNvPr id="11762" name="Google Shape;11762;p81"/>
            <p:cNvSpPr/>
            <p:nvPr/>
          </p:nvSpPr>
          <p:spPr>
            <a:xfrm>
              <a:off x="6711688" y="4354397"/>
              <a:ext cx="284096" cy="17310"/>
            </a:xfrm>
            <a:custGeom>
              <a:rect b="b" l="l" r="r" t="t"/>
              <a:pathLst>
                <a:path extrusionOk="0" h="660" w="10832">
                  <a:moveTo>
                    <a:pt x="0" y="1"/>
                  </a:moveTo>
                  <a:lnTo>
                    <a:pt x="0" y="660"/>
                  </a:lnTo>
                  <a:lnTo>
                    <a:pt x="10831" y="660"/>
                  </a:lnTo>
                  <a:lnTo>
                    <a:pt x="1083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1"/>
            <p:cNvSpPr/>
            <p:nvPr/>
          </p:nvSpPr>
          <p:spPr>
            <a:xfrm>
              <a:off x="6793334" y="4550631"/>
              <a:ext cx="202319" cy="17074"/>
            </a:xfrm>
            <a:custGeom>
              <a:rect b="b" l="l" r="r" t="t"/>
              <a:pathLst>
                <a:path extrusionOk="0" h="651" w="7714">
                  <a:moveTo>
                    <a:pt x="7699" y="1"/>
                  </a:moveTo>
                  <a:cubicBezTo>
                    <a:pt x="7670" y="39"/>
                    <a:pt x="7627" y="59"/>
                    <a:pt x="7579" y="63"/>
                  </a:cubicBezTo>
                  <a:lnTo>
                    <a:pt x="58" y="63"/>
                  </a:lnTo>
                  <a:lnTo>
                    <a:pt x="58" y="429"/>
                  </a:lnTo>
                  <a:cubicBezTo>
                    <a:pt x="63" y="506"/>
                    <a:pt x="39" y="583"/>
                    <a:pt x="0" y="650"/>
                  </a:cubicBezTo>
                  <a:lnTo>
                    <a:pt x="7714" y="650"/>
                  </a:lnTo>
                  <a:lnTo>
                    <a:pt x="771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1"/>
            <p:cNvSpPr/>
            <p:nvPr/>
          </p:nvSpPr>
          <p:spPr>
            <a:xfrm>
              <a:off x="6816546" y="4465077"/>
              <a:ext cx="22608" cy="52901"/>
            </a:xfrm>
            <a:custGeom>
              <a:rect b="b" l="l" r="r" t="t"/>
              <a:pathLst>
                <a:path extrusionOk="0" h="2017" w="862">
                  <a:moveTo>
                    <a:pt x="1" y="0"/>
                  </a:moveTo>
                  <a:lnTo>
                    <a:pt x="1" y="2017"/>
                  </a:lnTo>
                  <a:lnTo>
                    <a:pt x="862" y="2017"/>
                  </a:lnTo>
                  <a:lnTo>
                    <a:pt x="862"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1"/>
            <p:cNvSpPr/>
            <p:nvPr/>
          </p:nvSpPr>
          <p:spPr>
            <a:xfrm>
              <a:off x="6856936" y="4439584"/>
              <a:ext cx="22608" cy="76506"/>
            </a:xfrm>
            <a:custGeom>
              <a:rect b="b" l="l" r="r" t="t"/>
              <a:pathLst>
                <a:path extrusionOk="0" h="2917" w="862">
                  <a:moveTo>
                    <a:pt x="0" y="0"/>
                  </a:moveTo>
                  <a:lnTo>
                    <a:pt x="0" y="2916"/>
                  </a:lnTo>
                  <a:lnTo>
                    <a:pt x="862" y="2916"/>
                  </a:lnTo>
                  <a:lnTo>
                    <a:pt x="86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1"/>
            <p:cNvSpPr/>
            <p:nvPr/>
          </p:nvSpPr>
          <p:spPr>
            <a:xfrm>
              <a:off x="6897326" y="4453852"/>
              <a:ext cx="21480" cy="62238"/>
            </a:xfrm>
            <a:custGeom>
              <a:rect b="b" l="l" r="r" t="t"/>
              <a:pathLst>
                <a:path extrusionOk="0" h="2373" w="819">
                  <a:moveTo>
                    <a:pt x="0" y="0"/>
                  </a:moveTo>
                  <a:lnTo>
                    <a:pt x="0" y="2372"/>
                  </a:lnTo>
                  <a:lnTo>
                    <a:pt x="818" y="2372"/>
                  </a:lnTo>
                  <a:lnTo>
                    <a:pt x="818"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1"/>
            <p:cNvSpPr/>
            <p:nvPr/>
          </p:nvSpPr>
          <p:spPr>
            <a:xfrm>
              <a:off x="6937822" y="4407403"/>
              <a:ext cx="22634" cy="108818"/>
            </a:xfrm>
            <a:custGeom>
              <a:rect b="b" l="l" r="r" t="t"/>
              <a:pathLst>
                <a:path extrusionOk="0" h="4149" w="863">
                  <a:moveTo>
                    <a:pt x="1" y="0"/>
                  </a:moveTo>
                  <a:lnTo>
                    <a:pt x="1" y="4148"/>
                  </a:lnTo>
                  <a:lnTo>
                    <a:pt x="862" y="4148"/>
                  </a:lnTo>
                  <a:lnTo>
                    <a:pt x="862"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1"/>
            <p:cNvSpPr/>
            <p:nvPr/>
          </p:nvSpPr>
          <p:spPr>
            <a:xfrm>
              <a:off x="6721025" y="4376979"/>
              <a:ext cx="265422" cy="165732"/>
            </a:xfrm>
            <a:custGeom>
              <a:rect b="b" l="l" r="r" t="t"/>
              <a:pathLst>
                <a:path extrusionOk="0" h="6319" w="10120">
                  <a:moveTo>
                    <a:pt x="2036" y="1266"/>
                  </a:moveTo>
                  <a:cubicBezTo>
                    <a:pt x="2305" y="1281"/>
                    <a:pt x="2305" y="1680"/>
                    <a:pt x="2036" y="1695"/>
                  </a:cubicBezTo>
                  <a:lnTo>
                    <a:pt x="890" y="1695"/>
                  </a:lnTo>
                  <a:cubicBezTo>
                    <a:pt x="621" y="1680"/>
                    <a:pt x="621" y="1281"/>
                    <a:pt x="890" y="1266"/>
                  </a:cubicBezTo>
                  <a:close/>
                  <a:moveTo>
                    <a:pt x="2675" y="1944"/>
                  </a:moveTo>
                  <a:cubicBezTo>
                    <a:pt x="2955" y="1944"/>
                    <a:pt x="2955" y="2373"/>
                    <a:pt x="2675" y="2373"/>
                  </a:cubicBezTo>
                  <a:cubicBezTo>
                    <a:pt x="2670" y="2373"/>
                    <a:pt x="2666" y="2373"/>
                    <a:pt x="2661" y="2373"/>
                  </a:cubicBezTo>
                  <a:lnTo>
                    <a:pt x="890" y="2373"/>
                  </a:lnTo>
                  <a:cubicBezTo>
                    <a:pt x="886" y="2373"/>
                    <a:pt x="881" y="2373"/>
                    <a:pt x="876" y="2373"/>
                  </a:cubicBezTo>
                  <a:cubicBezTo>
                    <a:pt x="592" y="2373"/>
                    <a:pt x="592" y="1944"/>
                    <a:pt x="876" y="1944"/>
                  </a:cubicBezTo>
                  <a:cubicBezTo>
                    <a:pt x="881" y="1944"/>
                    <a:pt x="886" y="1945"/>
                    <a:pt x="890" y="1945"/>
                  </a:cubicBezTo>
                  <a:lnTo>
                    <a:pt x="2661" y="1945"/>
                  </a:lnTo>
                  <a:cubicBezTo>
                    <a:pt x="2666" y="1945"/>
                    <a:pt x="2670" y="1944"/>
                    <a:pt x="2675" y="1944"/>
                  </a:cubicBezTo>
                  <a:close/>
                  <a:moveTo>
                    <a:pt x="872" y="2623"/>
                  </a:moveTo>
                  <a:cubicBezTo>
                    <a:pt x="878" y="2623"/>
                    <a:pt x="884" y="2623"/>
                    <a:pt x="890" y="2623"/>
                  </a:cubicBezTo>
                  <a:lnTo>
                    <a:pt x="2661" y="2623"/>
                  </a:lnTo>
                  <a:cubicBezTo>
                    <a:pt x="2931" y="2638"/>
                    <a:pt x="2931" y="3037"/>
                    <a:pt x="2661" y="3051"/>
                  </a:cubicBezTo>
                  <a:lnTo>
                    <a:pt x="890" y="3051"/>
                  </a:lnTo>
                  <a:cubicBezTo>
                    <a:pt x="886" y="3052"/>
                    <a:pt x="881" y="3052"/>
                    <a:pt x="877" y="3052"/>
                  </a:cubicBezTo>
                  <a:cubicBezTo>
                    <a:pt x="593" y="3052"/>
                    <a:pt x="592" y="2623"/>
                    <a:pt x="872" y="2623"/>
                  </a:cubicBezTo>
                  <a:close/>
                  <a:moveTo>
                    <a:pt x="872" y="3301"/>
                  </a:moveTo>
                  <a:cubicBezTo>
                    <a:pt x="878" y="3301"/>
                    <a:pt x="884" y="3301"/>
                    <a:pt x="890" y="3302"/>
                  </a:cubicBezTo>
                  <a:lnTo>
                    <a:pt x="2661" y="3302"/>
                  </a:lnTo>
                  <a:cubicBezTo>
                    <a:pt x="2931" y="3311"/>
                    <a:pt x="2931" y="3716"/>
                    <a:pt x="2661" y="3730"/>
                  </a:cubicBezTo>
                  <a:lnTo>
                    <a:pt x="890" y="3730"/>
                  </a:lnTo>
                  <a:cubicBezTo>
                    <a:pt x="886" y="3730"/>
                    <a:pt x="881" y="3730"/>
                    <a:pt x="877" y="3730"/>
                  </a:cubicBezTo>
                  <a:cubicBezTo>
                    <a:pt x="593" y="3730"/>
                    <a:pt x="592" y="3301"/>
                    <a:pt x="872" y="3301"/>
                  </a:cubicBezTo>
                  <a:close/>
                  <a:moveTo>
                    <a:pt x="4504" y="3003"/>
                  </a:moveTo>
                  <a:cubicBezTo>
                    <a:pt x="4624" y="3003"/>
                    <a:pt x="4721" y="3100"/>
                    <a:pt x="4721" y="3220"/>
                  </a:cubicBezTo>
                  <a:lnTo>
                    <a:pt x="4721" y="5520"/>
                  </a:lnTo>
                  <a:cubicBezTo>
                    <a:pt x="4721" y="5640"/>
                    <a:pt x="4624" y="5736"/>
                    <a:pt x="4504" y="5736"/>
                  </a:cubicBezTo>
                  <a:lnTo>
                    <a:pt x="3643" y="5736"/>
                  </a:lnTo>
                  <a:cubicBezTo>
                    <a:pt x="3522" y="5736"/>
                    <a:pt x="3426" y="5640"/>
                    <a:pt x="3426" y="5520"/>
                  </a:cubicBezTo>
                  <a:lnTo>
                    <a:pt x="3426" y="3220"/>
                  </a:lnTo>
                  <a:cubicBezTo>
                    <a:pt x="3426" y="3100"/>
                    <a:pt x="3522" y="3003"/>
                    <a:pt x="3643" y="3003"/>
                  </a:cubicBezTo>
                  <a:close/>
                  <a:moveTo>
                    <a:pt x="6044" y="1964"/>
                  </a:moveTo>
                  <a:cubicBezTo>
                    <a:pt x="6164" y="1964"/>
                    <a:pt x="6260" y="2055"/>
                    <a:pt x="6260" y="2176"/>
                  </a:cubicBezTo>
                  <a:lnTo>
                    <a:pt x="6260" y="5520"/>
                  </a:lnTo>
                  <a:cubicBezTo>
                    <a:pt x="6260" y="5640"/>
                    <a:pt x="6164" y="5736"/>
                    <a:pt x="6044" y="5736"/>
                  </a:cubicBezTo>
                  <a:lnTo>
                    <a:pt x="5182" y="5736"/>
                  </a:lnTo>
                  <a:cubicBezTo>
                    <a:pt x="5062" y="5736"/>
                    <a:pt x="4966" y="5640"/>
                    <a:pt x="4966" y="5520"/>
                  </a:cubicBezTo>
                  <a:lnTo>
                    <a:pt x="4971" y="2176"/>
                  </a:lnTo>
                  <a:cubicBezTo>
                    <a:pt x="4971" y="2055"/>
                    <a:pt x="5062" y="1964"/>
                    <a:pt x="5182" y="1964"/>
                  </a:cubicBezTo>
                  <a:close/>
                  <a:moveTo>
                    <a:pt x="7588" y="2503"/>
                  </a:moveTo>
                  <a:cubicBezTo>
                    <a:pt x="7709" y="2503"/>
                    <a:pt x="7805" y="2599"/>
                    <a:pt x="7805" y="2719"/>
                  </a:cubicBezTo>
                  <a:lnTo>
                    <a:pt x="7805" y="5520"/>
                  </a:lnTo>
                  <a:cubicBezTo>
                    <a:pt x="7805" y="5640"/>
                    <a:pt x="7709" y="5736"/>
                    <a:pt x="7588" y="5736"/>
                  </a:cubicBezTo>
                  <a:lnTo>
                    <a:pt x="6727" y="5736"/>
                  </a:lnTo>
                  <a:cubicBezTo>
                    <a:pt x="6607" y="5736"/>
                    <a:pt x="6510" y="5640"/>
                    <a:pt x="6510" y="5520"/>
                  </a:cubicBezTo>
                  <a:lnTo>
                    <a:pt x="6510" y="2719"/>
                  </a:lnTo>
                  <a:cubicBezTo>
                    <a:pt x="6510" y="2599"/>
                    <a:pt x="6607" y="2503"/>
                    <a:pt x="6727" y="2503"/>
                  </a:cubicBezTo>
                  <a:close/>
                  <a:moveTo>
                    <a:pt x="9128" y="727"/>
                  </a:moveTo>
                  <a:cubicBezTo>
                    <a:pt x="9248" y="727"/>
                    <a:pt x="9345" y="824"/>
                    <a:pt x="9345" y="944"/>
                  </a:cubicBezTo>
                  <a:lnTo>
                    <a:pt x="9345" y="5520"/>
                  </a:lnTo>
                  <a:cubicBezTo>
                    <a:pt x="9345" y="5640"/>
                    <a:pt x="9248" y="5736"/>
                    <a:pt x="9128" y="5736"/>
                  </a:cubicBezTo>
                  <a:lnTo>
                    <a:pt x="8267" y="5736"/>
                  </a:lnTo>
                  <a:cubicBezTo>
                    <a:pt x="8146" y="5736"/>
                    <a:pt x="8050" y="5640"/>
                    <a:pt x="8050" y="5520"/>
                  </a:cubicBezTo>
                  <a:lnTo>
                    <a:pt x="8050" y="944"/>
                  </a:lnTo>
                  <a:cubicBezTo>
                    <a:pt x="8050" y="824"/>
                    <a:pt x="8146" y="727"/>
                    <a:pt x="8267" y="727"/>
                  </a:cubicBezTo>
                  <a:close/>
                  <a:moveTo>
                    <a:pt x="0" y="1"/>
                  </a:moveTo>
                  <a:lnTo>
                    <a:pt x="0" y="3826"/>
                  </a:lnTo>
                  <a:lnTo>
                    <a:pt x="529" y="3826"/>
                  </a:lnTo>
                  <a:cubicBezTo>
                    <a:pt x="645" y="3826"/>
                    <a:pt x="741" y="3922"/>
                    <a:pt x="741" y="4043"/>
                  </a:cubicBezTo>
                  <a:lnTo>
                    <a:pt x="741" y="4394"/>
                  </a:lnTo>
                  <a:cubicBezTo>
                    <a:pt x="876" y="4432"/>
                    <a:pt x="1006" y="4490"/>
                    <a:pt x="1131" y="4553"/>
                  </a:cubicBezTo>
                  <a:lnTo>
                    <a:pt x="1381" y="4303"/>
                  </a:lnTo>
                  <a:cubicBezTo>
                    <a:pt x="1422" y="4262"/>
                    <a:pt x="1476" y="4241"/>
                    <a:pt x="1531" y="4241"/>
                  </a:cubicBezTo>
                  <a:cubicBezTo>
                    <a:pt x="1586" y="4241"/>
                    <a:pt x="1641" y="4262"/>
                    <a:pt x="1684" y="4303"/>
                  </a:cubicBezTo>
                  <a:lnTo>
                    <a:pt x="2334" y="4957"/>
                  </a:lnTo>
                  <a:cubicBezTo>
                    <a:pt x="2416" y="5039"/>
                    <a:pt x="2416" y="5173"/>
                    <a:pt x="2334" y="5260"/>
                  </a:cubicBezTo>
                  <a:lnTo>
                    <a:pt x="2088" y="5505"/>
                  </a:lnTo>
                  <a:cubicBezTo>
                    <a:pt x="2151" y="5631"/>
                    <a:pt x="2204" y="5760"/>
                    <a:pt x="2247" y="5895"/>
                  </a:cubicBezTo>
                  <a:lnTo>
                    <a:pt x="2599" y="5895"/>
                  </a:lnTo>
                  <a:cubicBezTo>
                    <a:pt x="2719" y="5895"/>
                    <a:pt x="2815" y="5991"/>
                    <a:pt x="2815" y="6112"/>
                  </a:cubicBezTo>
                  <a:lnTo>
                    <a:pt x="2815" y="6319"/>
                  </a:lnTo>
                  <a:lnTo>
                    <a:pt x="10119" y="6319"/>
                  </a:lnTo>
                  <a:lnTo>
                    <a:pt x="10119"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1"/>
            <p:cNvSpPr/>
            <p:nvPr/>
          </p:nvSpPr>
          <p:spPr>
            <a:xfrm>
              <a:off x="6720894" y="4371681"/>
              <a:ext cx="265553" cy="105671"/>
            </a:xfrm>
            <a:custGeom>
              <a:rect b="b" l="l" r="r" t="t"/>
              <a:pathLst>
                <a:path extrusionOk="0" h="4029" w="10125">
                  <a:moveTo>
                    <a:pt x="0" y="1"/>
                  </a:moveTo>
                  <a:lnTo>
                    <a:pt x="0" y="4028"/>
                  </a:lnTo>
                  <a:lnTo>
                    <a:pt x="318" y="4028"/>
                  </a:lnTo>
                  <a:lnTo>
                    <a:pt x="318" y="487"/>
                  </a:lnTo>
                  <a:lnTo>
                    <a:pt x="10124" y="487"/>
                  </a:lnTo>
                  <a:lnTo>
                    <a:pt x="1012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1"/>
            <p:cNvSpPr/>
            <p:nvPr/>
          </p:nvSpPr>
          <p:spPr>
            <a:xfrm>
              <a:off x="6711688" y="4354397"/>
              <a:ext cx="8970" cy="11383"/>
            </a:xfrm>
            <a:custGeom>
              <a:rect b="b" l="l" r="r" t="t"/>
              <a:pathLst>
                <a:path extrusionOk="0" h="434" w="342">
                  <a:moveTo>
                    <a:pt x="0" y="1"/>
                  </a:moveTo>
                  <a:lnTo>
                    <a:pt x="0" y="434"/>
                  </a:lnTo>
                  <a:lnTo>
                    <a:pt x="342" y="434"/>
                  </a:lnTo>
                  <a:lnTo>
                    <a:pt x="3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1"/>
            <p:cNvSpPr/>
            <p:nvPr/>
          </p:nvSpPr>
          <p:spPr>
            <a:xfrm>
              <a:off x="6793334" y="4555064"/>
              <a:ext cx="10622" cy="10360"/>
            </a:xfrm>
            <a:custGeom>
              <a:rect b="b" l="l" r="r" t="t"/>
              <a:pathLst>
                <a:path extrusionOk="0" h="395" w="405">
                  <a:moveTo>
                    <a:pt x="58" y="0"/>
                  </a:moveTo>
                  <a:lnTo>
                    <a:pt x="58" y="250"/>
                  </a:lnTo>
                  <a:cubicBezTo>
                    <a:pt x="58" y="303"/>
                    <a:pt x="39" y="356"/>
                    <a:pt x="0" y="395"/>
                  </a:cubicBezTo>
                  <a:lnTo>
                    <a:pt x="342" y="395"/>
                  </a:lnTo>
                  <a:cubicBezTo>
                    <a:pt x="380" y="356"/>
                    <a:pt x="404" y="303"/>
                    <a:pt x="404" y="250"/>
                  </a:cubicBezTo>
                  <a:lnTo>
                    <a:pt x="40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1"/>
            <p:cNvSpPr/>
            <p:nvPr/>
          </p:nvSpPr>
          <p:spPr>
            <a:xfrm>
              <a:off x="6661698" y="4488551"/>
              <a:ext cx="121932" cy="121801"/>
            </a:xfrm>
            <a:custGeom>
              <a:rect b="b" l="l" r="r" t="t"/>
              <a:pathLst>
                <a:path extrusionOk="0" h="4644" w="4649">
                  <a:moveTo>
                    <a:pt x="2368" y="982"/>
                  </a:moveTo>
                  <a:cubicBezTo>
                    <a:pt x="3114" y="982"/>
                    <a:pt x="3715" y="1583"/>
                    <a:pt x="3715" y="2324"/>
                  </a:cubicBezTo>
                  <a:lnTo>
                    <a:pt x="3715" y="2401"/>
                  </a:lnTo>
                  <a:lnTo>
                    <a:pt x="3715" y="2426"/>
                  </a:lnTo>
                  <a:cubicBezTo>
                    <a:pt x="3715" y="2445"/>
                    <a:pt x="3715" y="2464"/>
                    <a:pt x="3711" y="2478"/>
                  </a:cubicBezTo>
                  <a:cubicBezTo>
                    <a:pt x="3711" y="2488"/>
                    <a:pt x="3711" y="2498"/>
                    <a:pt x="3706" y="2503"/>
                  </a:cubicBezTo>
                  <a:cubicBezTo>
                    <a:pt x="3706" y="2522"/>
                    <a:pt x="3701" y="2541"/>
                    <a:pt x="3696" y="2560"/>
                  </a:cubicBezTo>
                  <a:cubicBezTo>
                    <a:pt x="3696" y="2565"/>
                    <a:pt x="3696" y="2575"/>
                    <a:pt x="3691" y="2580"/>
                  </a:cubicBezTo>
                  <a:cubicBezTo>
                    <a:pt x="3691" y="2599"/>
                    <a:pt x="3686" y="2623"/>
                    <a:pt x="3682" y="2642"/>
                  </a:cubicBezTo>
                  <a:lnTo>
                    <a:pt x="3677" y="2656"/>
                  </a:lnTo>
                  <a:cubicBezTo>
                    <a:pt x="3672" y="2681"/>
                    <a:pt x="3662" y="2705"/>
                    <a:pt x="3658" y="2729"/>
                  </a:cubicBezTo>
                  <a:lnTo>
                    <a:pt x="3648" y="2748"/>
                  </a:lnTo>
                  <a:cubicBezTo>
                    <a:pt x="3643" y="2767"/>
                    <a:pt x="3638" y="2782"/>
                    <a:pt x="3634" y="2796"/>
                  </a:cubicBezTo>
                  <a:cubicBezTo>
                    <a:pt x="3624" y="2810"/>
                    <a:pt x="3576" y="2815"/>
                    <a:pt x="3571" y="2825"/>
                  </a:cubicBezTo>
                  <a:lnTo>
                    <a:pt x="3561" y="2859"/>
                  </a:lnTo>
                  <a:cubicBezTo>
                    <a:pt x="3552" y="2873"/>
                    <a:pt x="3547" y="2883"/>
                    <a:pt x="3542" y="2897"/>
                  </a:cubicBezTo>
                  <a:lnTo>
                    <a:pt x="3532" y="2921"/>
                  </a:lnTo>
                  <a:cubicBezTo>
                    <a:pt x="3446" y="3090"/>
                    <a:pt x="3330" y="3239"/>
                    <a:pt x="3181" y="3359"/>
                  </a:cubicBezTo>
                  <a:cubicBezTo>
                    <a:pt x="3148" y="3383"/>
                    <a:pt x="3114" y="3412"/>
                    <a:pt x="3080" y="3436"/>
                  </a:cubicBezTo>
                  <a:lnTo>
                    <a:pt x="3032" y="3465"/>
                  </a:lnTo>
                  <a:lnTo>
                    <a:pt x="3018" y="3474"/>
                  </a:lnTo>
                  <a:lnTo>
                    <a:pt x="2979" y="3499"/>
                  </a:lnTo>
                  <a:lnTo>
                    <a:pt x="2965" y="3503"/>
                  </a:lnTo>
                  <a:lnTo>
                    <a:pt x="2917" y="3532"/>
                  </a:lnTo>
                  <a:lnTo>
                    <a:pt x="2864" y="3556"/>
                  </a:lnTo>
                  <a:lnTo>
                    <a:pt x="2844" y="3561"/>
                  </a:lnTo>
                  <a:lnTo>
                    <a:pt x="2806" y="3576"/>
                  </a:lnTo>
                  <a:lnTo>
                    <a:pt x="2787" y="3585"/>
                  </a:lnTo>
                  <a:lnTo>
                    <a:pt x="2734" y="3604"/>
                  </a:lnTo>
                  <a:lnTo>
                    <a:pt x="2729" y="3604"/>
                  </a:lnTo>
                  <a:lnTo>
                    <a:pt x="2676" y="3619"/>
                  </a:lnTo>
                  <a:lnTo>
                    <a:pt x="2657" y="3619"/>
                  </a:lnTo>
                  <a:lnTo>
                    <a:pt x="2613" y="3628"/>
                  </a:lnTo>
                  <a:lnTo>
                    <a:pt x="2599" y="3628"/>
                  </a:lnTo>
                  <a:lnTo>
                    <a:pt x="2541" y="3638"/>
                  </a:lnTo>
                  <a:lnTo>
                    <a:pt x="2479" y="3648"/>
                  </a:lnTo>
                  <a:lnTo>
                    <a:pt x="2464" y="3648"/>
                  </a:lnTo>
                  <a:lnTo>
                    <a:pt x="2421" y="3653"/>
                  </a:lnTo>
                  <a:lnTo>
                    <a:pt x="2262" y="3653"/>
                  </a:lnTo>
                  <a:lnTo>
                    <a:pt x="2219" y="3648"/>
                  </a:lnTo>
                  <a:lnTo>
                    <a:pt x="2204" y="3648"/>
                  </a:lnTo>
                  <a:lnTo>
                    <a:pt x="2142" y="3638"/>
                  </a:lnTo>
                  <a:lnTo>
                    <a:pt x="2137" y="3638"/>
                  </a:lnTo>
                  <a:lnTo>
                    <a:pt x="2108" y="3633"/>
                  </a:lnTo>
                  <a:lnTo>
                    <a:pt x="2084" y="3628"/>
                  </a:lnTo>
                  <a:lnTo>
                    <a:pt x="2075" y="3628"/>
                  </a:lnTo>
                  <a:cubicBezTo>
                    <a:pt x="2031" y="3624"/>
                    <a:pt x="1988" y="3609"/>
                    <a:pt x="1954" y="3600"/>
                  </a:cubicBezTo>
                  <a:lnTo>
                    <a:pt x="1901" y="3580"/>
                  </a:lnTo>
                  <a:lnTo>
                    <a:pt x="1896" y="3580"/>
                  </a:lnTo>
                  <a:cubicBezTo>
                    <a:pt x="1858" y="3566"/>
                    <a:pt x="1815" y="3547"/>
                    <a:pt x="1776" y="3532"/>
                  </a:cubicBezTo>
                  <a:lnTo>
                    <a:pt x="1771" y="3532"/>
                  </a:lnTo>
                  <a:lnTo>
                    <a:pt x="1743" y="3518"/>
                  </a:lnTo>
                  <a:lnTo>
                    <a:pt x="1728" y="3508"/>
                  </a:lnTo>
                  <a:lnTo>
                    <a:pt x="1723" y="3508"/>
                  </a:lnTo>
                  <a:lnTo>
                    <a:pt x="1709" y="3499"/>
                  </a:lnTo>
                  <a:lnTo>
                    <a:pt x="1675" y="3479"/>
                  </a:lnTo>
                  <a:lnTo>
                    <a:pt x="1670" y="3479"/>
                  </a:lnTo>
                  <a:lnTo>
                    <a:pt x="1656" y="3470"/>
                  </a:lnTo>
                  <a:lnTo>
                    <a:pt x="1608" y="3441"/>
                  </a:lnTo>
                  <a:lnTo>
                    <a:pt x="1603" y="3436"/>
                  </a:lnTo>
                  <a:cubicBezTo>
                    <a:pt x="1391" y="3292"/>
                    <a:pt x="1228" y="3094"/>
                    <a:pt x="1127" y="2859"/>
                  </a:cubicBezTo>
                  <a:lnTo>
                    <a:pt x="1122" y="2849"/>
                  </a:lnTo>
                  <a:lnTo>
                    <a:pt x="1112" y="2820"/>
                  </a:lnTo>
                  <a:lnTo>
                    <a:pt x="1103" y="2801"/>
                  </a:lnTo>
                  <a:cubicBezTo>
                    <a:pt x="1093" y="2782"/>
                    <a:pt x="1088" y="2758"/>
                    <a:pt x="1078" y="2738"/>
                  </a:cubicBezTo>
                  <a:lnTo>
                    <a:pt x="1078" y="2729"/>
                  </a:lnTo>
                  <a:cubicBezTo>
                    <a:pt x="1064" y="2681"/>
                    <a:pt x="1050" y="2628"/>
                    <a:pt x="1040" y="2575"/>
                  </a:cubicBezTo>
                  <a:lnTo>
                    <a:pt x="1040" y="2565"/>
                  </a:lnTo>
                  <a:cubicBezTo>
                    <a:pt x="1035" y="2541"/>
                    <a:pt x="1035" y="2522"/>
                    <a:pt x="1030" y="2503"/>
                  </a:cubicBezTo>
                  <a:lnTo>
                    <a:pt x="1030" y="2483"/>
                  </a:lnTo>
                  <a:cubicBezTo>
                    <a:pt x="1030" y="2464"/>
                    <a:pt x="1026" y="2445"/>
                    <a:pt x="1026" y="2426"/>
                  </a:cubicBezTo>
                  <a:lnTo>
                    <a:pt x="1026" y="2401"/>
                  </a:lnTo>
                  <a:lnTo>
                    <a:pt x="1026" y="2329"/>
                  </a:lnTo>
                  <a:lnTo>
                    <a:pt x="1026" y="2324"/>
                  </a:lnTo>
                  <a:cubicBezTo>
                    <a:pt x="1026" y="1583"/>
                    <a:pt x="1627" y="982"/>
                    <a:pt x="2368" y="982"/>
                  </a:cubicBezTo>
                  <a:close/>
                  <a:moveTo>
                    <a:pt x="2079" y="0"/>
                  </a:moveTo>
                  <a:lnTo>
                    <a:pt x="2079" y="299"/>
                  </a:lnTo>
                  <a:cubicBezTo>
                    <a:pt x="2079" y="400"/>
                    <a:pt x="2012" y="486"/>
                    <a:pt x="1911" y="510"/>
                  </a:cubicBezTo>
                  <a:cubicBezTo>
                    <a:pt x="1709" y="554"/>
                    <a:pt x="1516" y="636"/>
                    <a:pt x="1338" y="751"/>
                  </a:cubicBezTo>
                  <a:cubicBezTo>
                    <a:pt x="1305" y="772"/>
                    <a:pt x="1267" y="783"/>
                    <a:pt x="1229" y="783"/>
                  </a:cubicBezTo>
                  <a:cubicBezTo>
                    <a:pt x="1173" y="783"/>
                    <a:pt x="1117" y="760"/>
                    <a:pt x="1074" y="717"/>
                  </a:cubicBezTo>
                  <a:lnTo>
                    <a:pt x="857" y="506"/>
                  </a:lnTo>
                  <a:lnTo>
                    <a:pt x="511" y="857"/>
                  </a:lnTo>
                  <a:lnTo>
                    <a:pt x="722" y="1069"/>
                  </a:lnTo>
                  <a:cubicBezTo>
                    <a:pt x="795" y="1141"/>
                    <a:pt x="809" y="1251"/>
                    <a:pt x="751" y="1333"/>
                  </a:cubicBezTo>
                  <a:cubicBezTo>
                    <a:pt x="641" y="1511"/>
                    <a:pt x="559" y="1704"/>
                    <a:pt x="511" y="1906"/>
                  </a:cubicBezTo>
                  <a:cubicBezTo>
                    <a:pt x="491" y="2007"/>
                    <a:pt x="405" y="2074"/>
                    <a:pt x="304" y="2074"/>
                  </a:cubicBezTo>
                  <a:lnTo>
                    <a:pt x="1" y="2074"/>
                  </a:lnTo>
                  <a:lnTo>
                    <a:pt x="1" y="2570"/>
                  </a:lnTo>
                  <a:lnTo>
                    <a:pt x="304" y="2570"/>
                  </a:lnTo>
                  <a:cubicBezTo>
                    <a:pt x="405" y="2570"/>
                    <a:pt x="491" y="2637"/>
                    <a:pt x="511" y="2738"/>
                  </a:cubicBezTo>
                  <a:cubicBezTo>
                    <a:pt x="559" y="2940"/>
                    <a:pt x="641" y="3133"/>
                    <a:pt x="751" y="3311"/>
                  </a:cubicBezTo>
                  <a:cubicBezTo>
                    <a:pt x="809" y="3393"/>
                    <a:pt x="795" y="3503"/>
                    <a:pt x="722" y="3576"/>
                  </a:cubicBezTo>
                  <a:lnTo>
                    <a:pt x="511" y="3787"/>
                  </a:lnTo>
                  <a:lnTo>
                    <a:pt x="857" y="4139"/>
                  </a:lnTo>
                  <a:lnTo>
                    <a:pt x="1074" y="3927"/>
                  </a:lnTo>
                  <a:cubicBezTo>
                    <a:pt x="1117" y="3884"/>
                    <a:pt x="1173" y="3861"/>
                    <a:pt x="1229" y="3861"/>
                  </a:cubicBezTo>
                  <a:cubicBezTo>
                    <a:pt x="1267" y="3861"/>
                    <a:pt x="1305" y="3872"/>
                    <a:pt x="1338" y="3893"/>
                  </a:cubicBezTo>
                  <a:cubicBezTo>
                    <a:pt x="1516" y="4009"/>
                    <a:pt x="1709" y="4086"/>
                    <a:pt x="1911" y="4134"/>
                  </a:cubicBezTo>
                  <a:cubicBezTo>
                    <a:pt x="2012" y="4158"/>
                    <a:pt x="2079" y="4244"/>
                    <a:pt x="2079" y="4345"/>
                  </a:cubicBezTo>
                  <a:lnTo>
                    <a:pt x="2079" y="4644"/>
                  </a:lnTo>
                  <a:lnTo>
                    <a:pt x="2575" y="4644"/>
                  </a:lnTo>
                  <a:lnTo>
                    <a:pt x="2575" y="4345"/>
                  </a:lnTo>
                  <a:cubicBezTo>
                    <a:pt x="2575" y="4244"/>
                    <a:pt x="2642" y="4158"/>
                    <a:pt x="2739" y="4134"/>
                  </a:cubicBezTo>
                  <a:cubicBezTo>
                    <a:pt x="2945" y="4086"/>
                    <a:pt x="3138" y="4009"/>
                    <a:pt x="3316" y="3893"/>
                  </a:cubicBezTo>
                  <a:cubicBezTo>
                    <a:pt x="3349" y="3872"/>
                    <a:pt x="3387" y="3861"/>
                    <a:pt x="3425" y="3861"/>
                  </a:cubicBezTo>
                  <a:cubicBezTo>
                    <a:pt x="3481" y="3861"/>
                    <a:pt x="3538" y="3884"/>
                    <a:pt x="3581" y="3927"/>
                  </a:cubicBezTo>
                  <a:lnTo>
                    <a:pt x="3792" y="4139"/>
                  </a:lnTo>
                  <a:lnTo>
                    <a:pt x="4144" y="3787"/>
                  </a:lnTo>
                  <a:lnTo>
                    <a:pt x="3927" y="3576"/>
                  </a:lnTo>
                  <a:cubicBezTo>
                    <a:pt x="3860" y="3503"/>
                    <a:pt x="3845" y="3393"/>
                    <a:pt x="3898" y="3311"/>
                  </a:cubicBezTo>
                  <a:cubicBezTo>
                    <a:pt x="4009" y="3133"/>
                    <a:pt x="4091" y="2940"/>
                    <a:pt x="4139" y="2738"/>
                  </a:cubicBezTo>
                  <a:cubicBezTo>
                    <a:pt x="4163" y="2637"/>
                    <a:pt x="4249" y="2570"/>
                    <a:pt x="4350" y="2570"/>
                  </a:cubicBezTo>
                  <a:lnTo>
                    <a:pt x="4649" y="2570"/>
                  </a:lnTo>
                  <a:lnTo>
                    <a:pt x="4649" y="2074"/>
                  </a:lnTo>
                  <a:lnTo>
                    <a:pt x="4346" y="2074"/>
                  </a:lnTo>
                  <a:cubicBezTo>
                    <a:pt x="4249" y="2074"/>
                    <a:pt x="4158" y="2007"/>
                    <a:pt x="4139" y="1906"/>
                  </a:cubicBezTo>
                  <a:cubicBezTo>
                    <a:pt x="4091" y="1704"/>
                    <a:pt x="4009" y="1511"/>
                    <a:pt x="3898" y="1333"/>
                  </a:cubicBezTo>
                  <a:cubicBezTo>
                    <a:pt x="3845" y="1251"/>
                    <a:pt x="3855" y="1141"/>
                    <a:pt x="3927" y="1069"/>
                  </a:cubicBezTo>
                  <a:lnTo>
                    <a:pt x="4144" y="857"/>
                  </a:lnTo>
                  <a:lnTo>
                    <a:pt x="3792" y="506"/>
                  </a:lnTo>
                  <a:lnTo>
                    <a:pt x="3581" y="717"/>
                  </a:lnTo>
                  <a:cubicBezTo>
                    <a:pt x="3538" y="760"/>
                    <a:pt x="3481" y="783"/>
                    <a:pt x="3424" y="783"/>
                  </a:cubicBezTo>
                  <a:cubicBezTo>
                    <a:pt x="3385" y="783"/>
                    <a:pt x="3346" y="772"/>
                    <a:pt x="3311" y="751"/>
                  </a:cubicBezTo>
                  <a:cubicBezTo>
                    <a:pt x="3138" y="636"/>
                    <a:pt x="2941" y="554"/>
                    <a:pt x="2739" y="510"/>
                  </a:cubicBezTo>
                  <a:cubicBezTo>
                    <a:pt x="2642" y="486"/>
                    <a:pt x="2570" y="400"/>
                    <a:pt x="2570" y="299"/>
                  </a:cubicBezTo>
                  <a:lnTo>
                    <a:pt x="257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1"/>
            <p:cNvSpPr/>
            <p:nvPr/>
          </p:nvSpPr>
          <p:spPr>
            <a:xfrm>
              <a:off x="6650604" y="4343041"/>
              <a:ext cx="356405" cy="278431"/>
            </a:xfrm>
            <a:custGeom>
              <a:rect b="b" l="l" r="r" t="t"/>
              <a:pathLst>
                <a:path extrusionOk="0" h="10616" w="13589">
                  <a:moveTo>
                    <a:pt x="13160" y="434"/>
                  </a:moveTo>
                  <a:lnTo>
                    <a:pt x="13160" y="867"/>
                  </a:lnTo>
                  <a:lnTo>
                    <a:pt x="11587" y="867"/>
                  </a:lnTo>
                  <a:cubicBezTo>
                    <a:pt x="11313" y="881"/>
                    <a:pt x="11313" y="1280"/>
                    <a:pt x="11587" y="1295"/>
                  </a:cubicBezTo>
                  <a:lnTo>
                    <a:pt x="12804" y="1295"/>
                  </a:lnTo>
                  <a:lnTo>
                    <a:pt x="12804" y="7617"/>
                  </a:lnTo>
                  <a:lnTo>
                    <a:pt x="5500" y="7617"/>
                  </a:lnTo>
                  <a:lnTo>
                    <a:pt x="5500" y="7411"/>
                  </a:lnTo>
                  <a:cubicBezTo>
                    <a:pt x="5500" y="7290"/>
                    <a:pt x="5404" y="7194"/>
                    <a:pt x="5288" y="7194"/>
                  </a:cubicBezTo>
                  <a:lnTo>
                    <a:pt x="4937" y="7194"/>
                  </a:lnTo>
                  <a:cubicBezTo>
                    <a:pt x="4894" y="7059"/>
                    <a:pt x="4841" y="6929"/>
                    <a:pt x="4773" y="6804"/>
                  </a:cubicBezTo>
                  <a:lnTo>
                    <a:pt x="5024" y="6554"/>
                  </a:lnTo>
                  <a:cubicBezTo>
                    <a:pt x="5105" y="6472"/>
                    <a:pt x="5105" y="6338"/>
                    <a:pt x="5024" y="6256"/>
                  </a:cubicBezTo>
                  <a:lnTo>
                    <a:pt x="4369" y="5601"/>
                  </a:lnTo>
                  <a:cubicBezTo>
                    <a:pt x="4326" y="5558"/>
                    <a:pt x="4271" y="5536"/>
                    <a:pt x="4216" y="5536"/>
                  </a:cubicBezTo>
                  <a:cubicBezTo>
                    <a:pt x="4161" y="5536"/>
                    <a:pt x="4107" y="5558"/>
                    <a:pt x="4066" y="5601"/>
                  </a:cubicBezTo>
                  <a:lnTo>
                    <a:pt x="3816" y="5847"/>
                  </a:lnTo>
                  <a:cubicBezTo>
                    <a:pt x="3691" y="5784"/>
                    <a:pt x="3561" y="5726"/>
                    <a:pt x="3426" y="5688"/>
                  </a:cubicBezTo>
                  <a:lnTo>
                    <a:pt x="3426" y="5337"/>
                  </a:lnTo>
                  <a:cubicBezTo>
                    <a:pt x="3426" y="5216"/>
                    <a:pt x="3330" y="5120"/>
                    <a:pt x="3214" y="5120"/>
                  </a:cubicBezTo>
                  <a:lnTo>
                    <a:pt x="2685" y="5120"/>
                  </a:lnTo>
                  <a:lnTo>
                    <a:pt x="2685" y="1295"/>
                  </a:lnTo>
                  <a:lnTo>
                    <a:pt x="10841" y="1295"/>
                  </a:lnTo>
                  <a:cubicBezTo>
                    <a:pt x="11111" y="1280"/>
                    <a:pt x="11111" y="881"/>
                    <a:pt x="10841" y="867"/>
                  </a:cubicBezTo>
                  <a:lnTo>
                    <a:pt x="2329" y="867"/>
                  </a:lnTo>
                  <a:lnTo>
                    <a:pt x="2329" y="434"/>
                  </a:lnTo>
                  <a:close/>
                  <a:moveTo>
                    <a:pt x="13160" y="8046"/>
                  </a:moveTo>
                  <a:lnTo>
                    <a:pt x="13160" y="8479"/>
                  </a:lnTo>
                  <a:lnTo>
                    <a:pt x="5442" y="8479"/>
                  </a:lnTo>
                  <a:cubicBezTo>
                    <a:pt x="5481" y="8440"/>
                    <a:pt x="5505" y="8387"/>
                    <a:pt x="5505" y="8330"/>
                  </a:cubicBezTo>
                  <a:lnTo>
                    <a:pt x="5505" y="8084"/>
                  </a:lnTo>
                  <a:lnTo>
                    <a:pt x="13021" y="8084"/>
                  </a:lnTo>
                  <a:cubicBezTo>
                    <a:pt x="13064" y="8084"/>
                    <a:pt x="13107" y="8070"/>
                    <a:pt x="13146" y="8046"/>
                  </a:cubicBezTo>
                  <a:close/>
                  <a:moveTo>
                    <a:pt x="2998" y="5548"/>
                  </a:moveTo>
                  <a:lnTo>
                    <a:pt x="2998" y="5847"/>
                  </a:lnTo>
                  <a:cubicBezTo>
                    <a:pt x="2998" y="5948"/>
                    <a:pt x="3065" y="6034"/>
                    <a:pt x="3162" y="6058"/>
                  </a:cubicBezTo>
                  <a:cubicBezTo>
                    <a:pt x="3368" y="6102"/>
                    <a:pt x="3561" y="6184"/>
                    <a:pt x="3739" y="6299"/>
                  </a:cubicBezTo>
                  <a:cubicBezTo>
                    <a:pt x="3772" y="6320"/>
                    <a:pt x="3810" y="6331"/>
                    <a:pt x="3848" y="6331"/>
                  </a:cubicBezTo>
                  <a:cubicBezTo>
                    <a:pt x="3904" y="6331"/>
                    <a:pt x="3961" y="6308"/>
                    <a:pt x="4004" y="6265"/>
                  </a:cubicBezTo>
                  <a:lnTo>
                    <a:pt x="4215" y="6054"/>
                  </a:lnTo>
                  <a:lnTo>
                    <a:pt x="4567" y="6405"/>
                  </a:lnTo>
                  <a:lnTo>
                    <a:pt x="4350" y="6617"/>
                  </a:lnTo>
                  <a:cubicBezTo>
                    <a:pt x="4283" y="6689"/>
                    <a:pt x="4268" y="6799"/>
                    <a:pt x="4321" y="6881"/>
                  </a:cubicBezTo>
                  <a:cubicBezTo>
                    <a:pt x="4432" y="7059"/>
                    <a:pt x="4514" y="7252"/>
                    <a:pt x="4562" y="7454"/>
                  </a:cubicBezTo>
                  <a:cubicBezTo>
                    <a:pt x="4586" y="7555"/>
                    <a:pt x="4672" y="7622"/>
                    <a:pt x="4773" y="7622"/>
                  </a:cubicBezTo>
                  <a:lnTo>
                    <a:pt x="5072" y="7622"/>
                  </a:lnTo>
                  <a:lnTo>
                    <a:pt x="5072" y="8118"/>
                  </a:lnTo>
                  <a:lnTo>
                    <a:pt x="4773" y="8118"/>
                  </a:lnTo>
                  <a:cubicBezTo>
                    <a:pt x="4672" y="8118"/>
                    <a:pt x="4586" y="8185"/>
                    <a:pt x="4562" y="8286"/>
                  </a:cubicBezTo>
                  <a:cubicBezTo>
                    <a:pt x="4514" y="8488"/>
                    <a:pt x="4432" y="8681"/>
                    <a:pt x="4321" y="8859"/>
                  </a:cubicBezTo>
                  <a:cubicBezTo>
                    <a:pt x="4268" y="8941"/>
                    <a:pt x="4283" y="9051"/>
                    <a:pt x="4350" y="9124"/>
                  </a:cubicBezTo>
                  <a:lnTo>
                    <a:pt x="4567" y="9335"/>
                  </a:lnTo>
                  <a:lnTo>
                    <a:pt x="4220" y="9687"/>
                  </a:lnTo>
                  <a:lnTo>
                    <a:pt x="4004" y="9475"/>
                  </a:lnTo>
                  <a:cubicBezTo>
                    <a:pt x="3961" y="9432"/>
                    <a:pt x="3904" y="9409"/>
                    <a:pt x="3848" y="9409"/>
                  </a:cubicBezTo>
                  <a:cubicBezTo>
                    <a:pt x="3810" y="9409"/>
                    <a:pt x="3772" y="9420"/>
                    <a:pt x="3739" y="9441"/>
                  </a:cubicBezTo>
                  <a:cubicBezTo>
                    <a:pt x="3561" y="9557"/>
                    <a:pt x="3368" y="9634"/>
                    <a:pt x="3166" y="9682"/>
                  </a:cubicBezTo>
                  <a:cubicBezTo>
                    <a:pt x="3065" y="9706"/>
                    <a:pt x="2998" y="9792"/>
                    <a:pt x="2998" y="9893"/>
                  </a:cubicBezTo>
                  <a:lnTo>
                    <a:pt x="2998" y="10192"/>
                  </a:lnTo>
                  <a:lnTo>
                    <a:pt x="2502" y="10192"/>
                  </a:lnTo>
                  <a:lnTo>
                    <a:pt x="2502" y="9893"/>
                  </a:lnTo>
                  <a:cubicBezTo>
                    <a:pt x="2502" y="9792"/>
                    <a:pt x="2435" y="9706"/>
                    <a:pt x="2334" y="9682"/>
                  </a:cubicBezTo>
                  <a:cubicBezTo>
                    <a:pt x="2132" y="9634"/>
                    <a:pt x="1939" y="9557"/>
                    <a:pt x="1761" y="9441"/>
                  </a:cubicBezTo>
                  <a:cubicBezTo>
                    <a:pt x="1728" y="9420"/>
                    <a:pt x="1690" y="9409"/>
                    <a:pt x="1652" y="9409"/>
                  </a:cubicBezTo>
                  <a:cubicBezTo>
                    <a:pt x="1596" y="9409"/>
                    <a:pt x="1540" y="9432"/>
                    <a:pt x="1497" y="9475"/>
                  </a:cubicBezTo>
                  <a:lnTo>
                    <a:pt x="1280" y="9687"/>
                  </a:lnTo>
                  <a:lnTo>
                    <a:pt x="934" y="9335"/>
                  </a:lnTo>
                  <a:lnTo>
                    <a:pt x="1145" y="9124"/>
                  </a:lnTo>
                  <a:cubicBezTo>
                    <a:pt x="1218" y="9051"/>
                    <a:pt x="1232" y="8941"/>
                    <a:pt x="1174" y="8859"/>
                  </a:cubicBezTo>
                  <a:cubicBezTo>
                    <a:pt x="1064" y="8681"/>
                    <a:pt x="982" y="8488"/>
                    <a:pt x="934" y="8286"/>
                  </a:cubicBezTo>
                  <a:cubicBezTo>
                    <a:pt x="914" y="8185"/>
                    <a:pt x="828" y="8118"/>
                    <a:pt x="727" y="8118"/>
                  </a:cubicBezTo>
                  <a:lnTo>
                    <a:pt x="424" y="8118"/>
                  </a:lnTo>
                  <a:lnTo>
                    <a:pt x="424" y="7622"/>
                  </a:lnTo>
                  <a:lnTo>
                    <a:pt x="727" y="7622"/>
                  </a:lnTo>
                  <a:cubicBezTo>
                    <a:pt x="828" y="7622"/>
                    <a:pt x="914" y="7555"/>
                    <a:pt x="934" y="7454"/>
                  </a:cubicBezTo>
                  <a:cubicBezTo>
                    <a:pt x="982" y="7252"/>
                    <a:pt x="1064" y="7059"/>
                    <a:pt x="1174" y="6881"/>
                  </a:cubicBezTo>
                  <a:cubicBezTo>
                    <a:pt x="1232" y="6799"/>
                    <a:pt x="1218" y="6689"/>
                    <a:pt x="1145" y="6617"/>
                  </a:cubicBezTo>
                  <a:lnTo>
                    <a:pt x="934" y="6405"/>
                  </a:lnTo>
                  <a:lnTo>
                    <a:pt x="1280" y="6054"/>
                  </a:lnTo>
                  <a:lnTo>
                    <a:pt x="1497" y="6265"/>
                  </a:lnTo>
                  <a:cubicBezTo>
                    <a:pt x="1540" y="6308"/>
                    <a:pt x="1596" y="6331"/>
                    <a:pt x="1652" y="6331"/>
                  </a:cubicBezTo>
                  <a:cubicBezTo>
                    <a:pt x="1690" y="6331"/>
                    <a:pt x="1728" y="6320"/>
                    <a:pt x="1761" y="6299"/>
                  </a:cubicBezTo>
                  <a:cubicBezTo>
                    <a:pt x="1939" y="6184"/>
                    <a:pt x="2132" y="6102"/>
                    <a:pt x="2334" y="6058"/>
                  </a:cubicBezTo>
                  <a:cubicBezTo>
                    <a:pt x="2435" y="6034"/>
                    <a:pt x="2502" y="5948"/>
                    <a:pt x="2502" y="5847"/>
                  </a:cubicBezTo>
                  <a:lnTo>
                    <a:pt x="2502" y="5548"/>
                  </a:lnTo>
                  <a:close/>
                  <a:moveTo>
                    <a:pt x="2113" y="1"/>
                  </a:moveTo>
                  <a:cubicBezTo>
                    <a:pt x="1997" y="1"/>
                    <a:pt x="1901" y="97"/>
                    <a:pt x="1901" y="217"/>
                  </a:cubicBezTo>
                  <a:lnTo>
                    <a:pt x="1901" y="1078"/>
                  </a:lnTo>
                  <a:cubicBezTo>
                    <a:pt x="1901" y="1199"/>
                    <a:pt x="1997" y="1295"/>
                    <a:pt x="2113" y="1295"/>
                  </a:cubicBezTo>
                  <a:lnTo>
                    <a:pt x="2252" y="1295"/>
                  </a:lnTo>
                  <a:lnTo>
                    <a:pt x="2252" y="5125"/>
                  </a:lnTo>
                  <a:cubicBezTo>
                    <a:pt x="2151" y="5139"/>
                    <a:pt x="2074" y="5231"/>
                    <a:pt x="2074" y="5332"/>
                  </a:cubicBezTo>
                  <a:lnTo>
                    <a:pt x="2074" y="5688"/>
                  </a:lnTo>
                  <a:cubicBezTo>
                    <a:pt x="1939" y="5726"/>
                    <a:pt x="1805" y="5779"/>
                    <a:pt x="1684" y="5847"/>
                  </a:cubicBezTo>
                  <a:lnTo>
                    <a:pt x="1434" y="5597"/>
                  </a:lnTo>
                  <a:cubicBezTo>
                    <a:pt x="1391" y="5556"/>
                    <a:pt x="1337" y="5535"/>
                    <a:pt x="1283" y="5535"/>
                  </a:cubicBezTo>
                  <a:cubicBezTo>
                    <a:pt x="1228" y="5535"/>
                    <a:pt x="1174" y="5556"/>
                    <a:pt x="1131" y="5597"/>
                  </a:cubicBezTo>
                  <a:lnTo>
                    <a:pt x="481" y="6251"/>
                  </a:lnTo>
                  <a:cubicBezTo>
                    <a:pt x="400" y="6333"/>
                    <a:pt x="400" y="6467"/>
                    <a:pt x="481" y="6554"/>
                  </a:cubicBezTo>
                  <a:lnTo>
                    <a:pt x="727" y="6799"/>
                  </a:lnTo>
                  <a:cubicBezTo>
                    <a:pt x="664" y="6925"/>
                    <a:pt x="607" y="7054"/>
                    <a:pt x="568" y="7189"/>
                  </a:cubicBezTo>
                  <a:lnTo>
                    <a:pt x="217" y="7189"/>
                  </a:lnTo>
                  <a:cubicBezTo>
                    <a:pt x="96" y="7189"/>
                    <a:pt x="0" y="7285"/>
                    <a:pt x="0" y="7406"/>
                  </a:cubicBezTo>
                  <a:lnTo>
                    <a:pt x="0" y="8330"/>
                  </a:lnTo>
                  <a:cubicBezTo>
                    <a:pt x="0" y="8450"/>
                    <a:pt x="96" y="8546"/>
                    <a:pt x="217" y="8546"/>
                  </a:cubicBezTo>
                  <a:lnTo>
                    <a:pt x="568" y="8546"/>
                  </a:lnTo>
                  <a:cubicBezTo>
                    <a:pt x="611" y="8681"/>
                    <a:pt x="664" y="8811"/>
                    <a:pt x="732" y="8936"/>
                  </a:cubicBezTo>
                  <a:lnTo>
                    <a:pt x="481" y="9181"/>
                  </a:lnTo>
                  <a:cubicBezTo>
                    <a:pt x="400" y="9268"/>
                    <a:pt x="400" y="9403"/>
                    <a:pt x="481" y="9484"/>
                  </a:cubicBezTo>
                  <a:lnTo>
                    <a:pt x="1136" y="10139"/>
                  </a:lnTo>
                  <a:cubicBezTo>
                    <a:pt x="1177" y="10180"/>
                    <a:pt x="1231" y="10200"/>
                    <a:pt x="1285" y="10200"/>
                  </a:cubicBezTo>
                  <a:cubicBezTo>
                    <a:pt x="1339" y="10200"/>
                    <a:pt x="1393" y="10180"/>
                    <a:pt x="1434" y="10139"/>
                  </a:cubicBezTo>
                  <a:lnTo>
                    <a:pt x="1684" y="9889"/>
                  </a:lnTo>
                  <a:cubicBezTo>
                    <a:pt x="1809" y="9951"/>
                    <a:pt x="1939" y="10009"/>
                    <a:pt x="2074" y="10047"/>
                  </a:cubicBezTo>
                  <a:lnTo>
                    <a:pt x="2074" y="10399"/>
                  </a:lnTo>
                  <a:cubicBezTo>
                    <a:pt x="2074" y="10519"/>
                    <a:pt x="2170" y="10615"/>
                    <a:pt x="2291" y="10615"/>
                  </a:cubicBezTo>
                  <a:lnTo>
                    <a:pt x="3214" y="10615"/>
                  </a:lnTo>
                  <a:cubicBezTo>
                    <a:pt x="3330" y="10615"/>
                    <a:pt x="3426" y="10519"/>
                    <a:pt x="3426" y="10399"/>
                  </a:cubicBezTo>
                  <a:lnTo>
                    <a:pt x="3426" y="10047"/>
                  </a:lnTo>
                  <a:cubicBezTo>
                    <a:pt x="3561" y="10009"/>
                    <a:pt x="3691" y="9951"/>
                    <a:pt x="3816" y="9889"/>
                  </a:cubicBezTo>
                  <a:lnTo>
                    <a:pt x="4066" y="10139"/>
                  </a:lnTo>
                  <a:cubicBezTo>
                    <a:pt x="4107" y="10180"/>
                    <a:pt x="4161" y="10200"/>
                    <a:pt x="4215" y="10200"/>
                  </a:cubicBezTo>
                  <a:cubicBezTo>
                    <a:pt x="4269" y="10200"/>
                    <a:pt x="4324" y="10180"/>
                    <a:pt x="4364" y="10139"/>
                  </a:cubicBezTo>
                  <a:lnTo>
                    <a:pt x="5019" y="9484"/>
                  </a:lnTo>
                  <a:cubicBezTo>
                    <a:pt x="5101" y="9403"/>
                    <a:pt x="5101" y="9268"/>
                    <a:pt x="5019" y="9181"/>
                  </a:cubicBezTo>
                  <a:lnTo>
                    <a:pt x="4769" y="8936"/>
                  </a:lnTo>
                  <a:lnTo>
                    <a:pt x="4783" y="8907"/>
                  </a:lnTo>
                  <a:lnTo>
                    <a:pt x="13372" y="8907"/>
                  </a:lnTo>
                  <a:cubicBezTo>
                    <a:pt x="13488" y="8907"/>
                    <a:pt x="13584" y="8811"/>
                    <a:pt x="13584" y="8690"/>
                  </a:cubicBezTo>
                  <a:lnTo>
                    <a:pt x="13584" y="7829"/>
                  </a:lnTo>
                  <a:cubicBezTo>
                    <a:pt x="13584" y="7714"/>
                    <a:pt x="13488" y="7617"/>
                    <a:pt x="13372" y="7617"/>
                  </a:cubicBezTo>
                  <a:lnTo>
                    <a:pt x="13233" y="7617"/>
                  </a:lnTo>
                  <a:lnTo>
                    <a:pt x="13233" y="1295"/>
                  </a:lnTo>
                  <a:lnTo>
                    <a:pt x="13372" y="1295"/>
                  </a:lnTo>
                  <a:cubicBezTo>
                    <a:pt x="13492" y="1295"/>
                    <a:pt x="13589" y="1199"/>
                    <a:pt x="13589" y="1078"/>
                  </a:cubicBezTo>
                  <a:lnTo>
                    <a:pt x="13589" y="217"/>
                  </a:lnTo>
                  <a:cubicBezTo>
                    <a:pt x="13589" y="97"/>
                    <a:pt x="13492" y="1"/>
                    <a:pt x="13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1"/>
            <p:cNvSpPr/>
            <p:nvPr/>
          </p:nvSpPr>
          <p:spPr>
            <a:xfrm>
              <a:off x="6810880" y="4455740"/>
              <a:ext cx="33833" cy="71706"/>
            </a:xfrm>
            <a:custGeom>
              <a:rect b="b" l="l" r="r" t="t"/>
              <a:pathLst>
                <a:path extrusionOk="0" h="2734" w="1290">
                  <a:moveTo>
                    <a:pt x="861" y="429"/>
                  </a:moveTo>
                  <a:lnTo>
                    <a:pt x="861" y="2300"/>
                  </a:lnTo>
                  <a:lnTo>
                    <a:pt x="428" y="2300"/>
                  </a:lnTo>
                  <a:lnTo>
                    <a:pt x="428" y="429"/>
                  </a:lnTo>
                  <a:close/>
                  <a:moveTo>
                    <a:pt x="217" y="0"/>
                  </a:moveTo>
                  <a:cubicBezTo>
                    <a:pt x="96" y="0"/>
                    <a:pt x="0" y="97"/>
                    <a:pt x="0" y="217"/>
                  </a:cubicBezTo>
                  <a:lnTo>
                    <a:pt x="0" y="2517"/>
                  </a:lnTo>
                  <a:cubicBezTo>
                    <a:pt x="0" y="2637"/>
                    <a:pt x="96" y="2733"/>
                    <a:pt x="217" y="2733"/>
                  </a:cubicBezTo>
                  <a:lnTo>
                    <a:pt x="1078" y="2733"/>
                  </a:lnTo>
                  <a:cubicBezTo>
                    <a:pt x="1193" y="2733"/>
                    <a:pt x="1290" y="2637"/>
                    <a:pt x="1290" y="2517"/>
                  </a:cubicBezTo>
                  <a:lnTo>
                    <a:pt x="1290" y="217"/>
                  </a:lnTo>
                  <a:cubicBezTo>
                    <a:pt x="1290" y="97"/>
                    <a:pt x="1193"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1"/>
            <p:cNvSpPr/>
            <p:nvPr/>
          </p:nvSpPr>
          <p:spPr>
            <a:xfrm>
              <a:off x="6851245" y="4428359"/>
              <a:ext cx="33991" cy="99087"/>
            </a:xfrm>
            <a:custGeom>
              <a:rect b="b" l="l" r="r" t="t"/>
              <a:pathLst>
                <a:path extrusionOk="0" h="3778" w="1296">
                  <a:moveTo>
                    <a:pt x="867" y="428"/>
                  </a:moveTo>
                  <a:lnTo>
                    <a:pt x="867" y="3344"/>
                  </a:lnTo>
                  <a:lnTo>
                    <a:pt x="434" y="3344"/>
                  </a:lnTo>
                  <a:lnTo>
                    <a:pt x="434" y="428"/>
                  </a:lnTo>
                  <a:close/>
                  <a:moveTo>
                    <a:pt x="217" y="0"/>
                  </a:moveTo>
                  <a:cubicBezTo>
                    <a:pt x="97" y="0"/>
                    <a:pt x="1" y="96"/>
                    <a:pt x="1" y="217"/>
                  </a:cubicBezTo>
                  <a:lnTo>
                    <a:pt x="1" y="3561"/>
                  </a:lnTo>
                  <a:cubicBezTo>
                    <a:pt x="1" y="3681"/>
                    <a:pt x="97" y="3777"/>
                    <a:pt x="217" y="3777"/>
                  </a:cubicBezTo>
                  <a:lnTo>
                    <a:pt x="1079" y="3777"/>
                  </a:lnTo>
                  <a:cubicBezTo>
                    <a:pt x="1199" y="3777"/>
                    <a:pt x="1295" y="3681"/>
                    <a:pt x="1295" y="3561"/>
                  </a:cubicBezTo>
                  <a:lnTo>
                    <a:pt x="1295" y="217"/>
                  </a:lnTo>
                  <a:cubicBezTo>
                    <a:pt x="1295" y="96"/>
                    <a:pt x="1199" y="0"/>
                    <a:pt x="10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1"/>
            <p:cNvSpPr/>
            <p:nvPr/>
          </p:nvSpPr>
          <p:spPr>
            <a:xfrm>
              <a:off x="6891766" y="4442600"/>
              <a:ext cx="33833" cy="84846"/>
            </a:xfrm>
            <a:custGeom>
              <a:rect b="b" l="l" r="r" t="t"/>
              <a:pathLst>
                <a:path extrusionOk="0" h="3235" w="1290">
                  <a:moveTo>
                    <a:pt x="862" y="429"/>
                  </a:moveTo>
                  <a:lnTo>
                    <a:pt x="862" y="2801"/>
                  </a:lnTo>
                  <a:lnTo>
                    <a:pt x="429" y="2801"/>
                  </a:lnTo>
                  <a:lnTo>
                    <a:pt x="429" y="429"/>
                  </a:lnTo>
                  <a:close/>
                  <a:moveTo>
                    <a:pt x="212" y="1"/>
                  </a:moveTo>
                  <a:cubicBezTo>
                    <a:pt x="97" y="1"/>
                    <a:pt x="0" y="97"/>
                    <a:pt x="0" y="217"/>
                  </a:cubicBezTo>
                  <a:lnTo>
                    <a:pt x="0" y="3018"/>
                  </a:lnTo>
                  <a:cubicBezTo>
                    <a:pt x="0" y="3138"/>
                    <a:pt x="97" y="3234"/>
                    <a:pt x="212" y="3234"/>
                  </a:cubicBezTo>
                  <a:lnTo>
                    <a:pt x="1078" y="3234"/>
                  </a:lnTo>
                  <a:cubicBezTo>
                    <a:pt x="1194" y="3234"/>
                    <a:pt x="1290" y="3138"/>
                    <a:pt x="1290" y="3018"/>
                  </a:cubicBezTo>
                  <a:lnTo>
                    <a:pt x="1290" y="217"/>
                  </a:lnTo>
                  <a:cubicBezTo>
                    <a:pt x="1290"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1"/>
            <p:cNvSpPr/>
            <p:nvPr/>
          </p:nvSpPr>
          <p:spPr>
            <a:xfrm>
              <a:off x="6932156" y="4396046"/>
              <a:ext cx="33965" cy="131400"/>
            </a:xfrm>
            <a:custGeom>
              <a:rect b="b" l="l" r="r" t="t"/>
              <a:pathLst>
                <a:path extrusionOk="0" h="5010" w="1295">
                  <a:moveTo>
                    <a:pt x="862" y="433"/>
                  </a:moveTo>
                  <a:lnTo>
                    <a:pt x="862" y="4581"/>
                  </a:lnTo>
                  <a:lnTo>
                    <a:pt x="428" y="4581"/>
                  </a:lnTo>
                  <a:lnTo>
                    <a:pt x="428" y="433"/>
                  </a:lnTo>
                  <a:close/>
                  <a:moveTo>
                    <a:pt x="217" y="0"/>
                  </a:moveTo>
                  <a:cubicBezTo>
                    <a:pt x="96" y="0"/>
                    <a:pt x="0" y="97"/>
                    <a:pt x="0" y="217"/>
                  </a:cubicBezTo>
                  <a:lnTo>
                    <a:pt x="0" y="4793"/>
                  </a:lnTo>
                  <a:cubicBezTo>
                    <a:pt x="0" y="4913"/>
                    <a:pt x="96" y="5009"/>
                    <a:pt x="217" y="5009"/>
                  </a:cubicBezTo>
                  <a:lnTo>
                    <a:pt x="1078" y="5009"/>
                  </a:lnTo>
                  <a:cubicBezTo>
                    <a:pt x="1198" y="5009"/>
                    <a:pt x="1295" y="4913"/>
                    <a:pt x="1295" y="4793"/>
                  </a:cubicBezTo>
                  <a:lnTo>
                    <a:pt x="1295" y="217"/>
                  </a:lnTo>
                  <a:cubicBezTo>
                    <a:pt x="1295" y="97"/>
                    <a:pt x="1198"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1"/>
            <p:cNvSpPr/>
            <p:nvPr/>
          </p:nvSpPr>
          <p:spPr>
            <a:xfrm>
              <a:off x="6736526" y="4410183"/>
              <a:ext cx="45610" cy="11383"/>
            </a:xfrm>
            <a:custGeom>
              <a:rect b="b" l="l" r="r" t="t"/>
              <a:pathLst>
                <a:path extrusionOk="0" h="434" w="1739">
                  <a:moveTo>
                    <a:pt x="286" y="0"/>
                  </a:moveTo>
                  <a:cubicBezTo>
                    <a:pt x="1" y="0"/>
                    <a:pt x="1" y="434"/>
                    <a:pt x="286" y="434"/>
                  </a:cubicBezTo>
                  <a:cubicBezTo>
                    <a:pt x="290" y="434"/>
                    <a:pt x="295" y="434"/>
                    <a:pt x="299" y="433"/>
                  </a:cubicBezTo>
                  <a:lnTo>
                    <a:pt x="1445" y="433"/>
                  </a:lnTo>
                  <a:cubicBezTo>
                    <a:pt x="1449" y="434"/>
                    <a:pt x="1454" y="434"/>
                    <a:pt x="1458" y="434"/>
                  </a:cubicBezTo>
                  <a:cubicBezTo>
                    <a:pt x="1738" y="434"/>
                    <a:pt x="1738" y="0"/>
                    <a:pt x="1458" y="0"/>
                  </a:cubicBezTo>
                  <a:cubicBezTo>
                    <a:pt x="1454" y="0"/>
                    <a:pt x="1449" y="0"/>
                    <a:pt x="1445" y="0"/>
                  </a:cubicBezTo>
                  <a:lnTo>
                    <a:pt x="299" y="0"/>
                  </a:lnTo>
                  <a:cubicBezTo>
                    <a:pt x="295" y="0"/>
                    <a:pt x="290"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1"/>
            <p:cNvSpPr/>
            <p:nvPr/>
          </p:nvSpPr>
          <p:spPr>
            <a:xfrm>
              <a:off x="6736526" y="4428096"/>
              <a:ext cx="62002" cy="11278"/>
            </a:xfrm>
            <a:custGeom>
              <a:rect b="b" l="l" r="r" t="t"/>
              <a:pathLst>
                <a:path extrusionOk="0" h="430" w="2364">
                  <a:moveTo>
                    <a:pt x="281" y="0"/>
                  </a:moveTo>
                  <a:cubicBezTo>
                    <a:pt x="1" y="0"/>
                    <a:pt x="2" y="429"/>
                    <a:pt x="286" y="429"/>
                  </a:cubicBezTo>
                  <a:cubicBezTo>
                    <a:pt x="290" y="429"/>
                    <a:pt x="295" y="429"/>
                    <a:pt x="299" y="429"/>
                  </a:cubicBezTo>
                  <a:lnTo>
                    <a:pt x="2070" y="429"/>
                  </a:lnTo>
                  <a:cubicBezTo>
                    <a:pt x="2075" y="429"/>
                    <a:pt x="2079" y="429"/>
                    <a:pt x="2084" y="429"/>
                  </a:cubicBezTo>
                  <a:cubicBezTo>
                    <a:pt x="2362" y="429"/>
                    <a:pt x="2364" y="0"/>
                    <a:pt x="2088" y="0"/>
                  </a:cubicBezTo>
                  <a:cubicBezTo>
                    <a:pt x="2082" y="0"/>
                    <a:pt x="2076" y="0"/>
                    <a:pt x="2070" y="1"/>
                  </a:cubicBezTo>
                  <a:lnTo>
                    <a:pt x="299" y="1"/>
                  </a:lnTo>
                  <a:cubicBezTo>
                    <a:pt x="293" y="0"/>
                    <a:pt x="287" y="0"/>
                    <a:pt x="2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1"/>
            <p:cNvSpPr/>
            <p:nvPr/>
          </p:nvSpPr>
          <p:spPr>
            <a:xfrm>
              <a:off x="6737286" y="4445774"/>
              <a:ext cx="60612" cy="11252"/>
            </a:xfrm>
            <a:custGeom>
              <a:rect b="b" l="l" r="r" t="t"/>
              <a:pathLst>
                <a:path extrusionOk="0" h="429" w="2311">
                  <a:moveTo>
                    <a:pt x="270" y="0"/>
                  </a:moveTo>
                  <a:cubicBezTo>
                    <a:pt x="1" y="15"/>
                    <a:pt x="1" y="414"/>
                    <a:pt x="270" y="428"/>
                  </a:cubicBezTo>
                  <a:lnTo>
                    <a:pt x="2041" y="428"/>
                  </a:lnTo>
                  <a:cubicBezTo>
                    <a:pt x="2311" y="414"/>
                    <a:pt x="2311" y="15"/>
                    <a:pt x="20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1"/>
            <p:cNvSpPr/>
            <p:nvPr/>
          </p:nvSpPr>
          <p:spPr>
            <a:xfrm>
              <a:off x="6737286" y="4463556"/>
              <a:ext cx="60612" cy="11252"/>
            </a:xfrm>
            <a:custGeom>
              <a:rect b="b" l="l" r="r" t="t"/>
              <a:pathLst>
                <a:path extrusionOk="0" h="429" w="2311">
                  <a:moveTo>
                    <a:pt x="270" y="1"/>
                  </a:moveTo>
                  <a:cubicBezTo>
                    <a:pt x="1" y="10"/>
                    <a:pt x="1" y="415"/>
                    <a:pt x="270" y="429"/>
                  </a:cubicBezTo>
                  <a:lnTo>
                    <a:pt x="2041" y="429"/>
                  </a:lnTo>
                  <a:cubicBezTo>
                    <a:pt x="2311" y="415"/>
                    <a:pt x="2311" y="10"/>
                    <a:pt x="2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1"/>
            <p:cNvSpPr/>
            <p:nvPr/>
          </p:nvSpPr>
          <p:spPr>
            <a:xfrm>
              <a:off x="6680766" y="4514280"/>
              <a:ext cx="39027" cy="70080"/>
            </a:xfrm>
            <a:custGeom>
              <a:rect b="b" l="l" r="r" t="t"/>
              <a:pathLst>
                <a:path extrusionOk="0" h="2672" w="1488">
                  <a:moveTo>
                    <a:pt x="1429" y="2662"/>
                  </a:moveTo>
                  <a:lnTo>
                    <a:pt x="1425" y="2663"/>
                  </a:lnTo>
                  <a:lnTo>
                    <a:pt x="1425" y="2663"/>
                  </a:lnTo>
                  <a:lnTo>
                    <a:pt x="1439" y="2662"/>
                  </a:lnTo>
                  <a:close/>
                  <a:moveTo>
                    <a:pt x="1340" y="1"/>
                  </a:moveTo>
                  <a:cubicBezTo>
                    <a:pt x="602" y="1"/>
                    <a:pt x="0" y="604"/>
                    <a:pt x="0" y="1343"/>
                  </a:cubicBezTo>
                  <a:lnTo>
                    <a:pt x="0" y="1416"/>
                  </a:lnTo>
                  <a:lnTo>
                    <a:pt x="0" y="1440"/>
                  </a:lnTo>
                  <a:cubicBezTo>
                    <a:pt x="0" y="1459"/>
                    <a:pt x="0" y="1478"/>
                    <a:pt x="5" y="1497"/>
                  </a:cubicBezTo>
                  <a:lnTo>
                    <a:pt x="5" y="1522"/>
                  </a:lnTo>
                  <a:cubicBezTo>
                    <a:pt x="5" y="1541"/>
                    <a:pt x="10" y="1560"/>
                    <a:pt x="15" y="1579"/>
                  </a:cubicBezTo>
                  <a:lnTo>
                    <a:pt x="15" y="1594"/>
                  </a:lnTo>
                  <a:cubicBezTo>
                    <a:pt x="24" y="1647"/>
                    <a:pt x="39" y="1695"/>
                    <a:pt x="53" y="1748"/>
                  </a:cubicBezTo>
                  <a:lnTo>
                    <a:pt x="53" y="1752"/>
                  </a:lnTo>
                  <a:cubicBezTo>
                    <a:pt x="58" y="1772"/>
                    <a:pt x="68" y="1796"/>
                    <a:pt x="77" y="1815"/>
                  </a:cubicBezTo>
                  <a:lnTo>
                    <a:pt x="82" y="1834"/>
                  </a:lnTo>
                  <a:lnTo>
                    <a:pt x="96" y="1863"/>
                  </a:lnTo>
                  <a:lnTo>
                    <a:pt x="101" y="1873"/>
                  </a:lnTo>
                  <a:cubicBezTo>
                    <a:pt x="202" y="2109"/>
                    <a:pt x="366" y="2311"/>
                    <a:pt x="578" y="2450"/>
                  </a:cubicBezTo>
                  <a:lnTo>
                    <a:pt x="582" y="2455"/>
                  </a:lnTo>
                  <a:lnTo>
                    <a:pt x="631" y="2484"/>
                  </a:lnTo>
                  <a:lnTo>
                    <a:pt x="645" y="2493"/>
                  </a:lnTo>
                  <a:lnTo>
                    <a:pt x="650" y="2493"/>
                  </a:lnTo>
                  <a:lnTo>
                    <a:pt x="684" y="2513"/>
                  </a:lnTo>
                  <a:lnTo>
                    <a:pt x="698" y="2522"/>
                  </a:lnTo>
                  <a:lnTo>
                    <a:pt x="703" y="2522"/>
                  </a:lnTo>
                  <a:lnTo>
                    <a:pt x="717" y="2532"/>
                  </a:lnTo>
                  <a:lnTo>
                    <a:pt x="746" y="2546"/>
                  </a:lnTo>
                  <a:lnTo>
                    <a:pt x="751" y="2546"/>
                  </a:lnTo>
                  <a:cubicBezTo>
                    <a:pt x="789" y="2566"/>
                    <a:pt x="828" y="2580"/>
                    <a:pt x="871" y="2595"/>
                  </a:cubicBezTo>
                  <a:lnTo>
                    <a:pt x="876" y="2595"/>
                  </a:lnTo>
                  <a:lnTo>
                    <a:pt x="924" y="2614"/>
                  </a:lnTo>
                  <a:cubicBezTo>
                    <a:pt x="967" y="2628"/>
                    <a:pt x="1006" y="2638"/>
                    <a:pt x="1044" y="2647"/>
                  </a:cubicBezTo>
                  <a:lnTo>
                    <a:pt x="1078" y="2647"/>
                  </a:lnTo>
                  <a:lnTo>
                    <a:pt x="1112" y="2657"/>
                  </a:lnTo>
                  <a:lnTo>
                    <a:pt x="1117" y="2657"/>
                  </a:lnTo>
                  <a:lnTo>
                    <a:pt x="1179" y="2662"/>
                  </a:lnTo>
                  <a:lnTo>
                    <a:pt x="1194" y="2662"/>
                  </a:lnTo>
                  <a:lnTo>
                    <a:pt x="1237" y="2667"/>
                  </a:lnTo>
                  <a:lnTo>
                    <a:pt x="1362" y="2667"/>
                  </a:lnTo>
                  <a:lnTo>
                    <a:pt x="1338" y="2662"/>
                  </a:lnTo>
                  <a:lnTo>
                    <a:pt x="1328" y="2662"/>
                  </a:lnTo>
                  <a:cubicBezTo>
                    <a:pt x="1285" y="2652"/>
                    <a:pt x="1246" y="2643"/>
                    <a:pt x="1208" y="2628"/>
                  </a:cubicBezTo>
                  <a:lnTo>
                    <a:pt x="1434" y="2460"/>
                  </a:lnTo>
                  <a:cubicBezTo>
                    <a:pt x="842" y="2378"/>
                    <a:pt x="554" y="1757"/>
                    <a:pt x="554" y="1757"/>
                  </a:cubicBezTo>
                  <a:cubicBezTo>
                    <a:pt x="554" y="1757"/>
                    <a:pt x="473" y="1725"/>
                    <a:pt x="400" y="1725"/>
                  </a:cubicBezTo>
                  <a:cubicBezTo>
                    <a:pt x="371" y="1725"/>
                    <a:pt x="344" y="1729"/>
                    <a:pt x="323" y="1743"/>
                  </a:cubicBezTo>
                  <a:cubicBezTo>
                    <a:pt x="308" y="1695"/>
                    <a:pt x="294" y="1647"/>
                    <a:pt x="284" y="1599"/>
                  </a:cubicBezTo>
                  <a:lnTo>
                    <a:pt x="284" y="1584"/>
                  </a:lnTo>
                  <a:cubicBezTo>
                    <a:pt x="284" y="1565"/>
                    <a:pt x="279" y="1541"/>
                    <a:pt x="275" y="1522"/>
                  </a:cubicBezTo>
                  <a:lnTo>
                    <a:pt x="275" y="1502"/>
                  </a:lnTo>
                  <a:cubicBezTo>
                    <a:pt x="275" y="1483"/>
                    <a:pt x="275" y="1464"/>
                    <a:pt x="270" y="1445"/>
                  </a:cubicBezTo>
                  <a:lnTo>
                    <a:pt x="270" y="1420"/>
                  </a:lnTo>
                  <a:lnTo>
                    <a:pt x="270" y="1348"/>
                  </a:lnTo>
                  <a:lnTo>
                    <a:pt x="270" y="1343"/>
                  </a:lnTo>
                  <a:cubicBezTo>
                    <a:pt x="270" y="651"/>
                    <a:pt x="799" y="73"/>
                    <a:pt x="1487" y="6"/>
                  </a:cubicBezTo>
                  <a:cubicBezTo>
                    <a:pt x="1444" y="1"/>
                    <a:pt x="1400" y="1"/>
                    <a:pt x="1357" y="1"/>
                  </a:cubicBezTo>
                  <a:cubicBezTo>
                    <a:pt x="1351" y="1"/>
                    <a:pt x="1345" y="1"/>
                    <a:pt x="1340" y="1"/>
                  </a:cubicBezTo>
                  <a:close/>
                  <a:moveTo>
                    <a:pt x="1425" y="2663"/>
                  </a:moveTo>
                  <a:lnTo>
                    <a:pt x="1391" y="2667"/>
                  </a:lnTo>
                  <a:lnTo>
                    <a:pt x="1362" y="2667"/>
                  </a:lnTo>
                  <a:lnTo>
                    <a:pt x="1396" y="2672"/>
                  </a:lnTo>
                  <a:lnTo>
                    <a:pt x="1400" y="2672"/>
                  </a:lnTo>
                  <a:lnTo>
                    <a:pt x="1425" y="2663"/>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1"/>
            <p:cNvSpPr/>
            <p:nvPr/>
          </p:nvSpPr>
          <p:spPr>
            <a:xfrm>
              <a:off x="6687323" y="4514332"/>
              <a:ext cx="77004" cy="70395"/>
            </a:xfrm>
            <a:custGeom>
              <a:rect b="b" l="l" r="r" t="t"/>
              <a:pathLst>
                <a:path extrusionOk="0" h="2684" w="2936">
                  <a:moveTo>
                    <a:pt x="1345" y="1"/>
                  </a:moveTo>
                  <a:cubicBezTo>
                    <a:pt x="643" y="1"/>
                    <a:pt x="4" y="565"/>
                    <a:pt x="0" y="1346"/>
                  </a:cubicBezTo>
                  <a:cubicBezTo>
                    <a:pt x="0" y="1640"/>
                    <a:pt x="97" y="1924"/>
                    <a:pt x="275" y="2155"/>
                  </a:cubicBezTo>
                  <a:cubicBezTo>
                    <a:pt x="322" y="2215"/>
                    <a:pt x="382" y="2241"/>
                    <a:pt x="440" y="2241"/>
                  </a:cubicBezTo>
                  <a:cubicBezTo>
                    <a:pt x="593" y="2241"/>
                    <a:pt x="735" y="2064"/>
                    <a:pt x="616" y="1900"/>
                  </a:cubicBezTo>
                  <a:cubicBezTo>
                    <a:pt x="149" y="1280"/>
                    <a:pt x="613" y="429"/>
                    <a:pt x="1339" y="429"/>
                  </a:cubicBezTo>
                  <a:cubicBezTo>
                    <a:pt x="1391" y="429"/>
                    <a:pt x="1443" y="433"/>
                    <a:pt x="1497" y="442"/>
                  </a:cubicBezTo>
                  <a:cubicBezTo>
                    <a:pt x="2315" y="581"/>
                    <a:pt x="2546" y="1645"/>
                    <a:pt x="1858" y="2107"/>
                  </a:cubicBezTo>
                  <a:lnTo>
                    <a:pt x="1824" y="2126"/>
                  </a:lnTo>
                  <a:lnTo>
                    <a:pt x="1814" y="2131"/>
                  </a:lnTo>
                  <a:lnTo>
                    <a:pt x="1790" y="2145"/>
                  </a:lnTo>
                  <a:lnTo>
                    <a:pt x="1776" y="2155"/>
                  </a:lnTo>
                  <a:lnTo>
                    <a:pt x="1742" y="2169"/>
                  </a:lnTo>
                  <a:lnTo>
                    <a:pt x="1709" y="2188"/>
                  </a:lnTo>
                  <a:lnTo>
                    <a:pt x="1694" y="2193"/>
                  </a:lnTo>
                  <a:lnTo>
                    <a:pt x="1670" y="2203"/>
                  </a:lnTo>
                  <a:lnTo>
                    <a:pt x="1660" y="2208"/>
                  </a:lnTo>
                  <a:lnTo>
                    <a:pt x="1622" y="2217"/>
                  </a:lnTo>
                  <a:lnTo>
                    <a:pt x="1584" y="2232"/>
                  </a:lnTo>
                  <a:lnTo>
                    <a:pt x="1574" y="2232"/>
                  </a:lnTo>
                  <a:lnTo>
                    <a:pt x="1545" y="2236"/>
                  </a:lnTo>
                  <a:lnTo>
                    <a:pt x="1531" y="2236"/>
                  </a:lnTo>
                  <a:lnTo>
                    <a:pt x="1492" y="2241"/>
                  </a:lnTo>
                  <a:lnTo>
                    <a:pt x="1487" y="2241"/>
                  </a:lnTo>
                  <a:lnTo>
                    <a:pt x="1449" y="2246"/>
                  </a:lnTo>
                  <a:lnTo>
                    <a:pt x="1252" y="2246"/>
                  </a:lnTo>
                  <a:lnTo>
                    <a:pt x="1213" y="2241"/>
                  </a:lnTo>
                  <a:lnTo>
                    <a:pt x="1170" y="2236"/>
                  </a:lnTo>
                  <a:lnTo>
                    <a:pt x="1160" y="2236"/>
                  </a:lnTo>
                  <a:lnTo>
                    <a:pt x="1131" y="2227"/>
                  </a:lnTo>
                  <a:lnTo>
                    <a:pt x="1117" y="2227"/>
                  </a:lnTo>
                  <a:lnTo>
                    <a:pt x="1083" y="2217"/>
                  </a:lnTo>
                  <a:lnTo>
                    <a:pt x="1045" y="2208"/>
                  </a:lnTo>
                  <a:lnTo>
                    <a:pt x="1035" y="2203"/>
                  </a:lnTo>
                  <a:cubicBezTo>
                    <a:pt x="1010" y="2193"/>
                    <a:pt x="984" y="2188"/>
                    <a:pt x="959" y="2188"/>
                  </a:cubicBezTo>
                  <a:cubicBezTo>
                    <a:pt x="872" y="2188"/>
                    <a:pt x="789" y="2242"/>
                    <a:pt x="756" y="2328"/>
                  </a:cubicBezTo>
                  <a:cubicBezTo>
                    <a:pt x="717" y="2439"/>
                    <a:pt x="770" y="2564"/>
                    <a:pt x="886" y="2602"/>
                  </a:cubicBezTo>
                  <a:lnTo>
                    <a:pt x="900" y="2607"/>
                  </a:lnTo>
                  <a:lnTo>
                    <a:pt x="953" y="2626"/>
                  </a:lnTo>
                  <a:lnTo>
                    <a:pt x="1011" y="2645"/>
                  </a:lnTo>
                  <a:lnTo>
                    <a:pt x="1025" y="2645"/>
                  </a:lnTo>
                  <a:lnTo>
                    <a:pt x="1069" y="2660"/>
                  </a:lnTo>
                  <a:lnTo>
                    <a:pt x="1088" y="2660"/>
                  </a:lnTo>
                  <a:lnTo>
                    <a:pt x="1146" y="2670"/>
                  </a:lnTo>
                  <a:lnTo>
                    <a:pt x="1150" y="2670"/>
                  </a:lnTo>
                  <a:lnTo>
                    <a:pt x="1208" y="2679"/>
                  </a:lnTo>
                  <a:lnTo>
                    <a:pt x="1227" y="2679"/>
                  </a:lnTo>
                  <a:lnTo>
                    <a:pt x="1271" y="2684"/>
                  </a:lnTo>
                  <a:lnTo>
                    <a:pt x="1425" y="2684"/>
                  </a:lnTo>
                  <a:lnTo>
                    <a:pt x="1473" y="2679"/>
                  </a:lnTo>
                  <a:lnTo>
                    <a:pt x="1487" y="2679"/>
                  </a:lnTo>
                  <a:lnTo>
                    <a:pt x="1550" y="2670"/>
                  </a:lnTo>
                  <a:lnTo>
                    <a:pt x="1608" y="2660"/>
                  </a:lnTo>
                  <a:lnTo>
                    <a:pt x="1627" y="2660"/>
                  </a:lnTo>
                  <a:lnTo>
                    <a:pt x="1670" y="2645"/>
                  </a:lnTo>
                  <a:lnTo>
                    <a:pt x="1689" y="2645"/>
                  </a:lnTo>
                  <a:lnTo>
                    <a:pt x="1742" y="2626"/>
                  </a:lnTo>
                  <a:lnTo>
                    <a:pt x="1747" y="2626"/>
                  </a:lnTo>
                  <a:lnTo>
                    <a:pt x="1800" y="2607"/>
                  </a:lnTo>
                  <a:lnTo>
                    <a:pt x="1819" y="2602"/>
                  </a:lnTo>
                  <a:lnTo>
                    <a:pt x="1858" y="2588"/>
                  </a:lnTo>
                  <a:lnTo>
                    <a:pt x="1877" y="2578"/>
                  </a:lnTo>
                  <a:lnTo>
                    <a:pt x="1925" y="2554"/>
                  </a:lnTo>
                  <a:lnTo>
                    <a:pt x="1930" y="2554"/>
                  </a:lnTo>
                  <a:lnTo>
                    <a:pt x="1983" y="2530"/>
                  </a:lnTo>
                  <a:lnTo>
                    <a:pt x="1997" y="2520"/>
                  </a:lnTo>
                  <a:lnTo>
                    <a:pt x="2036" y="2501"/>
                  </a:lnTo>
                  <a:lnTo>
                    <a:pt x="2050" y="2491"/>
                  </a:lnTo>
                  <a:lnTo>
                    <a:pt x="2094" y="2463"/>
                  </a:lnTo>
                  <a:cubicBezTo>
                    <a:pt x="2936" y="1895"/>
                    <a:pt x="2873" y="639"/>
                    <a:pt x="1978" y="163"/>
                  </a:cubicBezTo>
                  <a:cubicBezTo>
                    <a:pt x="1772" y="52"/>
                    <a:pt x="1555"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81"/>
          <p:cNvGrpSpPr/>
          <p:nvPr/>
        </p:nvGrpSpPr>
        <p:grpSpPr>
          <a:xfrm>
            <a:off x="5787274" y="4308578"/>
            <a:ext cx="322572" cy="321208"/>
            <a:chOff x="5787274" y="4308578"/>
            <a:chExt cx="322572" cy="321208"/>
          </a:xfrm>
        </p:grpSpPr>
        <p:sp>
          <p:nvSpPr>
            <p:cNvPr id="11785" name="Google Shape;11785;p81"/>
            <p:cNvSpPr/>
            <p:nvPr/>
          </p:nvSpPr>
          <p:spPr>
            <a:xfrm>
              <a:off x="5791942" y="4496865"/>
              <a:ext cx="56678" cy="128252"/>
            </a:xfrm>
            <a:custGeom>
              <a:rect b="b" l="l" r="r" t="t"/>
              <a:pathLst>
                <a:path extrusionOk="0" h="4890" w="2161">
                  <a:moveTo>
                    <a:pt x="308" y="1"/>
                  </a:moveTo>
                  <a:cubicBezTo>
                    <a:pt x="140" y="1"/>
                    <a:pt x="0" y="141"/>
                    <a:pt x="0" y="309"/>
                  </a:cubicBezTo>
                  <a:lnTo>
                    <a:pt x="0" y="4890"/>
                  </a:lnTo>
                  <a:lnTo>
                    <a:pt x="2161" y="4890"/>
                  </a:lnTo>
                  <a:lnTo>
                    <a:pt x="2161" y="309"/>
                  </a:lnTo>
                  <a:cubicBezTo>
                    <a:pt x="2161" y="136"/>
                    <a:pt x="2021" y="1"/>
                    <a:pt x="1848"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1"/>
            <p:cNvSpPr/>
            <p:nvPr/>
          </p:nvSpPr>
          <p:spPr>
            <a:xfrm>
              <a:off x="5791942" y="4496865"/>
              <a:ext cx="27014" cy="128252"/>
            </a:xfrm>
            <a:custGeom>
              <a:rect b="b" l="l" r="r" t="t"/>
              <a:pathLst>
                <a:path extrusionOk="0" h="4890" w="1030">
                  <a:moveTo>
                    <a:pt x="308" y="1"/>
                  </a:moveTo>
                  <a:cubicBezTo>
                    <a:pt x="140" y="1"/>
                    <a:pt x="0" y="141"/>
                    <a:pt x="0" y="309"/>
                  </a:cubicBezTo>
                  <a:lnTo>
                    <a:pt x="0" y="4890"/>
                  </a:lnTo>
                  <a:lnTo>
                    <a:pt x="722" y="4890"/>
                  </a:lnTo>
                  <a:lnTo>
                    <a:pt x="722" y="309"/>
                  </a:lnTo>
                  <a:cubicBezTo>
                    <a:pt x="722" y="141"/>
                    <a:pt x="861" y="1"/>
                    <a:pt x="103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1"/>
            <p:cNvSpPr/>
            <p:nvPr/>
          </p:nvSpPr>
          <p:spPr>
            <a:xfrm>
              <a:off x="5877365" y="4465208"/>
              <a:ext cx="56704" cy="159909"/>
            </a:xfrm>
            <a:custGeom>
              <a:rect b="b" l="l" r="r" t="t"/>
              <a:pathLst>
                <a:path extrusionOk="0" h="6097" w="2162">
                  <a:moveTo>
                    <a:pt x="309" y="0"/>
                  </a:moveTo>
                  <a:cubicBezTo>
                    <a:pt x="140" y="0"/>
                    <a:pt x="1" y="140"/>
                    <a:pt x="1" y="308"/>
                  </a:cubicBezTo>
                  <a:lnTo>
                    <a:pt x="1" y="6097"/>
                  </a:lnTo>
                  <a:lnTo>
                    <a:pt x="2161" y="6097"/>
                  </a:lnTo>
                  <a:lnTo>
                    <a:pt x="2161" y="308"/>
                  </a:lnTo>
                  <a:cubicBezTo>
                    <a:pt x="2161" y="140"/>
                    <a:pt x="2022" y="0"/>
                    <a:pt x="1853"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1"/>
            <p:cNvSpPr/>
            <p:nvPr/>
          </p:nvSpPr>
          <p:spPr>
            <a:xfrm>
              <a:off x="5877365" y="4465208"/>
              <a:ext cx="27172" cy="159909"/>
            </a:xfrm>
            <a:custGeom>
              <a:rect b="b" l="l" r="r" t="t"/>
              <a:pathLst>
                <a:path extrusionOk="0" h="6097" w="1036">
                  <a:moveTo>
                    <a:pt x="313" y="0"/>
                  </a:moveTo>
                  <a:cubicBezTo>
                    <a:pt x="140" y="0"/>
                    <a:pt x="1" y="140"/>
                    <a:pt x="1" y="308"/>
                  </a:cubicBezTo>
                  <a:lnTo>
                    <a:pt x="1" y="6097"/>
                  </a:lnTo>
                  <a:lnTo>
                    <a:pt x="722" y="6097"/>
                  </a:lnTo>
                  <a:lnTo>
                    <a:pt x="722" y="308"/>
                  </a:lnTo>
                  <a:cubicBezTo>
                    <a:pt x="722" y="140"/>
                    <a:pt x="862" y="0"/>
                    <a:pt x="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1"/>
            <p:cNvSpPr/>
            <p:nvPr/>
          </p:nvSpPr>
          <p:spPr>
            <a:xfrm>
              <a:off x="5962945" y="4433525"/>
              <a:ext cx="56678" cy="191592"/>
            </a:xfrm>
            <a:custGeom>
              <a:rect b="b" l="l" r="r" t="t"/>
              <a:pathLst>
                <a:path extrusionOk="0" h="7305" w="2161">
                  <a:moveTo>
                    <a:pt x="313" y="1"/>
                  </a:moveTo>
                  <a:cubicBezTo>
                    <a:pt x="140" y="1"/>
                    <a:pt x="0" y="135"/>
                    <a:pt x="0" y="308"/>
                  </a:cubicBezTo>
                  <a:lnTo>
                    <a:pt x="0" y="7305"/>
                  </a:lnTo>
                  <a:lnTo>
                    <a:pt x="2161" y="7305"/>
                  </a:lnTo>
                  <a:lnTo>
                    <a:pt x="2161" y="308"/>
                  </a:lnTo>
                  <a:cubicBezTo>
                    <a:pt x="2161" y="135"/>
                    <a:pt x="2021" y="1"/>
                    <a:pt x="185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1"/>
            <p:cNvSpPr/>
            <p:nvPr/>
          </p:nvSpPr>
          <p:spPr>
            <a:xfrm>
              <a:off x="5962945" y="4433525"/>
              <a:ext cx="27014" cy="191592"/>
            </a:xfrm>
            <a:custGeom>
              <a:rect b="b" l="l" r="r" t="t"/>
              <a:pathLst>
                <a:path extrusionOk="0" h="7305" w="1030">
                  <a:moveTo>
                    <a:pt x="308" y="1"/>
                  </a:moveTo>
                  <a:cubicBezTo>
                    <a:pt x="140" y="1"/>
                    <a:pt x="0" y="135"/>
                    <a:pt x="0" y="308"/>
                  </a:cubicBezTo>
                  <a:lnTo>
                    <a:pt x="0" y="7305"/>
                  </a:lnTo>
                  <a:lnTo>
                    <a:pt x="722" y="7305"/>
                  </a:lnTo>
                  <a:lnTo>
                    <a:pt x="722" y="308"/>
                  </a:lnTo>
                  <a:cubicBezTo>
                    <a:pt x="722" y="135"/>
                    <a:pt x="861" y="1"/>
                    <a:pt x="1030"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1"/>
            <p:cNvSpPr/>
            <p:nvPr/>
          </p:nvSpPr>
          <p:spPr>
            <a:xfrm>
              <a:off x="6048499" y="4401843"/>
              <a:ext cx="56573" cy="223275"/>
            </a:xfrm>
            <a:custGeom>
              <a:rect b="b" l="l" r="r" t="t"/>
              <a:pathLst>
                <a:path extrusionOk="0" h="8513" w="2157">
                  <a:moveTo>
                    <a:pt x="308" y="1"/>
                  </a:moveTo>
                  <a:cubicBezTo>
                    <a:pt x="140" y="1"/>
                    <a:pt x="0" y="135"/>
                    <a:pt x="0" y="309"/>
                  </a:cubicBezTo>
                  <a:lnTo>
                    <a:pt x="0" y="8513"/>
                  </a:lnTo>
                  <a:lnTo>
                    <a:pt x="2156" y="8513"/>
                  </a:lnTo>
                  <a:lnTo>
                    <a:pt x="2156" y="309"/>
                  </a:lnTo>
                  <a:cubicBezTo>
                    <a:pt x="2156" y="135"/>
                    <a:pt x="2021" y="1"/>
                    <a:pt x="184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1"/>
            <p:cNvSpPr/>
            <p:nvPr/>
          </p:nvSpPr>
          <p:spPr>
            <a:xfrm>
              <a:off x="6048499" y="4401843"/>
              <a:ext cx="27041" cy="223275"/>
            </a:xfrm>
            <a:custGeom>
              <a:rect b="b" l="l" r="r" t="t"/>
              <a:pathLst>
                <a:path extrusionOk="0" h="8513" w="1031">
                  <a:moveTo>
                    <a:pt x="308" y="1"/>
                  </a:moveTo>
                  <a:cubicBezTo>
                    <a:pt x="135" y="1"/>
                    <a:pt x="0" y="135"/>
                    <a:pt x="0" y="309"/>
                  </a:cubicBezTo>
                  <a:lnTo>
                    <a:pt x="0" y="8513"/>
                  </a:lnTo>
                  <a:lnTo>
                    <a:pt x="722" y="8513"/>
                  </a:lnTo>
                  <a:lnTo>
                    <a:pt x="722" y="309"/>
                  </a:lnTo>
                  <a:cubicBezTo>
                    <a:pt x="722" y="135"/>
                    <a:pt x="857" y="1"/>
                    <a:pt x="103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1"/>
            <p:cNvSpPr/>
            <p:nvPr/>
          </p:nvSpPr>
          <p:spPr>
            <a:xfrm>
              <a:off x="5805554" y="4313246"/>
              <a:ext cx="290811" cy="117289"/>
            </a:xfrm>
            <a:custGeom>
              <a:rect b="b" l="l" r="r" t="t"/>
              <a:pathLst>
                <a:path extrusionOk="0" h="4472" w="11088">
                  <a:moveTo>
                    <a:pt x="8910" y="1"/>
                  </a:moveTo>
                  <a:cubicBezTo>
                    <a:pt x="8751" y="1"/>
                    <a:pt x="8658" y="176"/>
                    <a:pt x="8749" y="304"/>
                  </a:cubicBezTo>
                  <a:lnTo>
                    <a:pt x="9061" y="756"/>
                  </a:lnTo>
                  <a:cubicBezTo>
                    <a:pt x="8003" y="1392"/>
                    <a:pt x="4615" y="3177"/>
                    <a:pt x="1" y="3177"/>
                  </a:cubicBezTo>
                  <a:lnTo>
                    <a:pt x="1" y="4471"/>
                  </a:lnTo>
                  <a:cubicBezTo>
                    <a:pt x="2513" y="4461"/>
                    <a:pt x="5000" y="3980"/>
                    <a:pt x="7329" y="3047"/>
                  </a:cubicBezTo>
                  <a:cubicBezTo>
                    <a:pt x="8186" y="2705"/>
                    <a:pt x="9013" y="2296"/>
                    <a:pt x="9802" y="1825"/>
                  </a:cubicBezTo>
                  <a:lnTo>
                    <a:pt x="10081" y="2224"/>
                  </a:lnTo>
                  <a:cubicBezTo>
                    <a:pt x="10121" y="2282"/>
                    <a:pt x="10182" y="2310"/>
                    <a:pt x="10242" y="2310"/>
                  </a:cubicBezTo>
                  <a:cubicBezTo>
                    <a:pt x="10320" y="2310"/>
                    <a:pt x="10398" y="2263"/>
                    <a:pt x="10428" y="2176"/>
                  </a:cubicBezTo>
                  <a:lnTo>
                    <a:pt x="11044" y="323"/>
                  </a:lnTo>
                  <a:cubicBezTo>
                    <a:pt x="11087" y="203"/>
                    <a:pt x="10996" y="73"/>
                    <a:pt x="10866" y="68"/>
                  </a:cubicBezTo>
                  <a:lnTo>
                    <a:pt x="8917" y="1"/>
                  </a:lnTo>
                  <a:cubicBezTo>
                    <a:pt x="8915" y="1"/>
                    <a:pt x="8913" y="1"/>
                    <a:pt x="8910"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1"/>
            <p:cNvSpPr/>
            <p:nvPr/>
          </p:nvSpPr>
          <p:spPr>
            <a:xfrm>
              <a:off x="5787274" y="4492196"/>
              <a:ext cx="66146" cy="137589"/>
            </a:xfrm>
            <a:custGeom>
              <a:rect b="b" l="l" r="r" t="t"/>
              <a:pathLst>
                <a:path extrusionOk="0" h="5246" w="2522">
                  <a:moveTo>
                    <a:pt x="2031" y="357"/>
                  </a:moveTo>
                  <a:cubicBezTo>
                    <a:pt x="2098" y="357"/>
                    <a:pt x="2156" y="415"/>
                    <a:pt x="2156" y="487"/>
                  </a:cubicBezTo>
                  <a:lnTo>
                    <a:pt x="2156" y="4885"/>
                  </a:lnTo>
                  <a:lnTo>
                    <a:pt x="361" y="4885"/>
                  </a:lnTo>
                  <a:lnTo>
                    <a:pt x="361" y="487"/>
                  </a:lnTo>
                  <a:cubicBezTo>
                    <a:pt x="361" y="415"/>
                    <a:pt x="419" y="357"/>
                    <a:pt x="491" y="357"/>
                  </a:cubicBezTo>
                  <a:close/>
                  <a:moveTo>
                    <a:pt x="482" y="1"/>
                  </a:moveTo>
                  <a:cubicBezTo>
                    <a:pt x="217" y="1"/>
                    <a:pt x="0" y="220"/>
                    <a:pt x="0" y="487"/>
                  </a:cubicBezTo>
                  <a:lnTo>
                    <a:pt x="0" y="5068"/>
                  </a:lnTo>
                  <a:cubicBezTo>
                    <a:pt x="0" y="5164"/>
                    <a:pt x="82" y="5246"/>
                    <a:pt x="183" y="5246"/>
                  </a:cubicBezTo>
                  <a:lnTo>
                    <a:pt x="2339" y="5246"/>
                  </a:lnTo>
                  <a:cubicBezTo>
                    <a:pt x="2440" y="5246"/>
                    <a:pt x="2521" y="5164"/>
                    <a:pt x="2521" y="5068"/>
                  </a:cubicBezTo>
                  <a:lnTo>
                    <a:pt x="2521" y="487"/>
                  </a:lnTo>
                  <a:cubicBezTo>
                    <a:pt x="2517" y="220"/>
                    <a:pt x="2305" y="1"/>
                    <a:pt x="2039" y="1"/>
                  </a:cubicBezTo>
                  <a:cubicBezTo>
                    <a:pt x="2036" y="1"/>
                    <a:pt x="2034" y="1"/>
                    <a:pt x="2031" y="1"/>
                  </a:cubicBezTo>
                  <a:lnTo>
                    <a:pt x="491" y="1"/>
                  </a:lnTo>
                  <a:cubicBezTo>
                    <a:pt x="488" y="1"/>
                    <a:pt x="48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1"/>
            <p:cNvSpPr/>
            <p:nvPr/>
          </p:nvSpPr>
          <p:spPr>
            <a:xfrm>
              <a:off x="5872697" y="4460409"/>
              <a:ext cx="66172" cy="169377"/>
            </a:xfrm>
            <a:custGeom>
              <a:rect b="b" l="l" r="r" t="t"/>
              <a:pathLst>
                <a:path extrusionOk="0" h="6458" w="2523">
                  <a:moveTo>
                    <a:pt x="2031" y="361"/>
                  </a:moveTo>
                  <a:cubicBezTo>
                    <a:pt x="2099" y="361"/>
                    <a:pt x="2161" y="419"/>
                    <a:pt x="2161" y="491"/>
                  </a:cubicBezTo>
                  <a:lnTo>
                    <a:pt x="2161" y="6097"/>
                  </a:lnTo>
                  <a:lnTo>
                    <a:pt x="362" y="6097"/>
                  </a:lnTo>
                  <a:lnTo>
                    <a:pt x="362" y="491"/>
                  </a:lnTo>
                  <a:cubicBezTo>
                    <a:pt x="362" y="419"/>
                    <a:pt x="419" y="361"/>
                    <a:pt x="491" y="361"/>
                  </a:cubicBezTo>
                  <a:close/>
                  <a:moveTo>
                    <a:pt x="491" y="0"/>
                  </a:moveTo>
                  <a:cubicBezTo>
                    <a:pt x="222" y="0"/>
                    <a:pt x="1" y="222"/>
                    <a:pt x="1" y="491"/>
                  </a:cubicBezTo>
                  <a:lnTo>
                    <a:pt x="1" y="6280"/>
                  </a:lnTo>
                  <a:cubicBezTo>
                    <a:pt x="1" y="6381"/>
                    <a:pt x="82" y="6458"/>
                    <a:pt x="184" y="6458"/>
                  </a:cubicBezTo>
                  <a:lnTo>
                    <a:pt x="2339" y="6458"/>
                  </a:lnTo>
                  <a:cubicBezTo>
                    <a:pt x="2440" y="6458"/>
                    <a:pt x="2522" y="6381"/>
                    <a:pt x="2522" y="6280"/>
                  </a:cubicBezTo>
                  <a:lnTo>
                    <a:pt x="2522" y="491"/>
                  </a:lnTo>
                  <a:cubicBezTo>
                    <a:pt x="2522" y="222"/>
                    <a:pt x="2301" y="0"/>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1"/>
            <p:cNvSpPr/>
            <p:nvPr/>
          </p:nvSpPr>
          <p:spPr>
            <a:xfrm>
              <a:off x="5958277" y="4428726"/>
              <a:ext cx="66015" cy="201060"/>
            </a:xfrm>
            <a:custGeom>
              <a:rect b="b" l="l" r="r" t="t"/>
              <a:pathLst>
                <a:path extrusionOk="0" h="7666" w="2517">
                  <a:moveTo>
                    <a:pt x="2031" y="362"/>
                  </a:moveTo>
                  <a:cubicBezTo>
                    <a:pt x="2098" y="362"/>
                    <a:pt x="2156" y="419"/>
                    <a:pt x="2156" y="491"/>
                  </a:cubicBezTo>
                  <a:lnTo>
                    <a:pt x="2156" y="7305"/>
                  </a:lnTo>
                  <a:lnTo>
                    <a:pt x="361" y="7305"/>
                  </a:lnTo>
                  <a:lnTo>
                    <a:pt x="361" y="491"/>
                  </a:lnTo>
                  <a:cubicBezTo>
                    <a:pt x="361" y="419"/>
                    <a:pt x="419" y="362"/>
                    <a:pt x="486" y="362"/>
                  </a:cubicBezTo>
                  <a:close/>
                  <a:moveTo>
                    <a:pt x="486" y="1"/>
                  </a:moveTo>
                  <a:cubicBezTo>
                    <a:pt x="217" y="1"/>
                    <a:pt x="0" y="222"/>
                    <a:pt x="0" y="491"/>
                  </a:cubicBezTo>
                  <a:lnTo>
                    <a:pt x="0" y="7488"/>
                  </a:lnTo>
                  <a:cubicBezTo>
                    <a:pt x="0" y="7589"/>
                    <a:pt x="82" y="7666"/>
                    <a:pt x="178" y="7666"/>
                  </a:cubicBezTo>
                  <a:lnTo>
                    <a:pt x="2339" y="7666"/>
                  </a:lnTo>
                  <a:cubicBezTo>
                    <a:pt x="2435" y="7666"/>
                    <a:pt x="2517" y="7589"/>
                    <a:pt x="2517" y="7488"/>
                  </a:cubicBezTo>
                  <a:lnTo>
                    <a:pt x="2517" y="491"/>
                  </a:lnTo>
                  <a:cubicBezTo>
                    <a:pt x="2517" y="222"/>
                    <a:pt x="2300" y="1"/>
                    <a:pt x="20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1"/>
            <p:cNvSpPr/>
            <p:nvPr/>
          </p:nvSpPr>
          <p:spPr>
            <a:xfrm>
              <a:off x="6043831" y="4397043"/>
              <a:ext cx="66015" cy="232743"/>
            </a:xfrm>
            <a:custGeom>
              <a:rect b="b" l="l" r="r" t="t"/>
              <a:pathLst>
                <a:path extrusionOk="0" h="8874" w="2517">
                  <a:moveTo>
                    <a:pt x="2026" y="362"/>
                  </a:moveTo>
                  <a:cubicBezTo>
                    <a:pt x="2098" y="362"/>
                    <a:pt x="2156" y="420"/>
                    <a:pt x="2156" y="492"/>
                  </a:cubicBezTo>
                  <a:lnTo>
                    <a:pt x="2156" y="8513"/>
                  </a:lnTo>
                  <a:lnTo>
                    <a:pt x="356" y="8513"/>
                  </a:lnTo>
                  <a:lnTo>
                    <a:pt x="356" y="492"/>
                  </a:lnTo>
                  <a:cubicBezTo>
                    <a:pt x="356" y="420"/>
                    <a:pt x="414" y="362"/>
                    <a:pt x="486" y="362"/>
                  </a:cubicBezTo>
                  <a:close/>
                  <a:moveTo>
                    <a:pt x="486" y="1"/>
                  </a:moveTo>
                  <a:cubicBezTo>
                    <a:pt x="217" y="1"/>
                    <a:pt x="0" y="222"/>
                    <a:pt x="0" y="492"/>
                  </a:cubicBezTo>
                  <a:lnTo>
                    <a:pt x="0" y="8696"/>
                  </a:lnTo>
                  <a:cubicBezTo>
                    <a:pt x="0" y="8792"/>
                    <a:pt x="77" y="8874"/>
                    <a:pt x="178" y="8874"/>
                  </a:cubicBezTo>
                  <a:lnTo>
                    <a:pt x="2334" y="8874"/>
                  </a:lnTo>
                  <a:cubicBezTo>
                    <a:pt x="2435" y="8874"/>
                    <a:pt x="2517" y="8792"/>
                    <a:pt x="2517" y="8696"/>
                  </a:cubicBezTo>
                  <a:lnTo>
                    <a:pt x="2517" y="492"/>
                  </a:lnTo>
                  <a:cubicBezTo>
                    <a:pt x="2517" y="222"/>
                    <a:pt x="2296" y="1"/>
                    <a:pt x="20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1"/>
            <p:cNvSpPr/>
            <p:nvPr/>
          </p:nvSpPr>
          <p:spPr>
            <a:xfrm>
              <a:off x="5848856" y="4308578"/>
              <a:ext cx="252912" cy="90144"/>
            </a:xfrm>
            <a:custGeom>
              <a:rect b="b" l="l" r="r" t="t"/>
              <a:pathLst>
                <a:path extrusionOk="0" h="3437" w="9643">
                  <a:moveTo>
                    <a:pt x="7258" y="1"/>
                  </a:moveTo>
                  <a:cubicBezTo>
                    <a:pt x="6958" y="1"/>
                    <a:pt x="6778" y="341"/>
                    <a:pt x="6948" y="593"/>
                  </a:cubicBezTo>
                  <a:lnTo>
                    <a:pt x="7155" y="881"/>
                  </a:lnTo>
                  <a:cubicBezTo>
                    <a:pt x="6102" y="1493"/>
                    <a:pt x="3619" y="2720"/>
                    <a:pt x="236" y="3076"/>
                  </a:cubicBezTo>
                  <a:cubicBezTo>
                    <a:pt x="0" y="3090"/>
                    <a:pt x="14" y="3437"/>
                    <a:pt x="241" y="3437"/>
                  </a:cubicBezTo>
                  <a:cubicBezTo>
                    <a:pt x="246" y="3437"/>
                    <a:pt x="251" y="3437"/>
                    <a:pt x="255" y="3436"/>
                  </a:cubicBezTo>
                  <a:lnTo>
                    <a:pt x="275" y="3436"/>
                  </a:lnTo>
                  <a:cubicBezTo>
                    <a:pt x="3922" y="3052"/>
                    <a:pt x="6549" y="1671"/>
                    <a:pt x="7507" y="1098"/>
                  </a:cubicBezTo>
                  <a:cubicBezTo>
                    <a:pt x="7593" y="1045"/>
                    <a:pt x="7622" y="925"/>
                    <a:pt x="7559" y="838"/>
                  </a:cubicBezTo>
                  <a:lnTo>
                    <a:pt x="7247" y="386"/>
                  </a:lnTo>
                  <a:cubicBezTo>
                    <a:pt x="7237" y="376"/>
                    <a:pt x="7247" y="362"/>
                    <a:pt x="7261" y="362"/>
                  </a:cubicBezTo>
                  <a:lnTo>
                    <a:pt x="9210" y="429"/>
                  </a:lnTo>
                  <a:cubicBezTo>
                    <a:pt x="9220" y="434"/>
                    <a:pt x="9229" y="444"/>
                    <a:pt x="9224" y="453"/>
                  </a:cubicBezTo>
                  <a:lnTo>
                    <a:pt x="8608" y="2301"/>
                  </a:lnTo>
                  <a:cubicBezTo>
                    <a:pt x="8606" y="2309"/>
                    <a:pt x="8600" y="2312"/>
                    <a:pt x="8594" y="2312"/>
                  </a:cubicBezTo>
                  <a:cubicBezTo>
                    <a:pt x="8589" y="2312"/>
                    <a:pt x="8584" y="2310"/>
                    <a:pt x="8580" y="2306"/>
                  </a:cubicBezTo>
                  <a:lnTo>
                    <a:pt x="8300" y="1906"/>
                  </a:lnTo>
                  <a:cubicBezTo>
                    <a:pt x="8266" y="1856"/>
                    <a:pt x="8209" y="1829"/>
                    <a:pt x="8151" y="1829"/>
                  </a:cubicBezTo>
                  <a:cubicBezTo>
                    <a:pt x="8120" y="1829"/>
                    <a:pt x="8089" y="1837"/>
                    <a:pt x="8060" y="1853"/>
                  </a:cubicBezTo>
                  <a:cubicBezTo>
                    <a:pt x="7391" y="2258"/>
                    <a:pt x="6693" y="2609"/>
                    <a:pt x="5976" y="2912"/>
                  </a:cubicBezTo>
                  <a:cubicBezTo>
                    <a:pt x="5768" y="2987"/>
                    <a:pt x="5855" y="3267"/>
                    <a:pt x="6029" y="3267"/>
                  </a:cubicBezTo>
                  <a:cubicBezTo>
                    <a:pt x="6056" y="3267"/>
                    <a:pt x="6085" y="3260"/>
                    <a:pt x="6116" y="3244"/>
                  </a:cubicBezTo>
                  <a:cubicBezTo>
                    <a:pt x="6799" y="2955"/>
                    <a:pt x="7463" y="2623"/>
                    <a:pt x="8098" y="2248"/>
                  </a:cubicBezTo>
                  <a:lnTo>
                    <a:pt x="8281" y="2513"/>
                  </a:lnTo>
                  <a:cubicBezTo>
                    <a:pt x="8358" y="2621"/>
                    <a:pt x="8475" y="2672"/>
                    <a:pt x="8590" y="2672"/>
                  </a:cubicBezTo>
                  <a:cubicBezTo>
                    <a:pt x="8742" y="2672"/>
                    <a:pt x="8893" y="2583"/>
                    <a:pt x="8950" y="2416"/>
                  </a:cubicBezTo>
                  <a:lnTo>
                    <a:pt x="9566" y="564"/>
                  </a:lnTo>
                  <a:cubicBezTo>
                    <a:pt x="9643" y="328"/>
                    <a:pt x="9475" y="78"/>
                    <a:pt x="9220" y="68"/>
                  </a:cubicBezTo>
                  <a:lnTo>
                    <a:pt x="7271" y="1"/>
                  </a:lnTo>
                  <a:cubicBezTo>
                    <a:pt x="7267" y="1"/>
                    <a:pt x="7262" y="1"/>
                    <a:pt x="7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1"/>
            <p:cNvSpPr/>
            <p:nvPr/>
          </p:nvSpPr>
          <p:spPr>
            <a:xfrm>
              <a:off x="5800886" y="4390722"/>
              <a:ext cx="194975" cy="44482"/>
            </a:xfrm>
            <a:custGeom>
              <a:rect b="b" l="l" r="r" t="t"/>
              <a:pathLst>
                <a:path extrusionOk="0" h="1696" w="7434">
                  <a:moveTo>
                    <a:pt x="1367" y="1"/>
                  </a:moveTo>
                  <a:cubicBezTo>
                    <a:pt x="1362" y="1"/>
                    <a:pt x="1358" y="1"/>
                    <a:pt x="1353" y="1"/>
                  </a:cubicBezTo>
                  <a:cubicBezTo>
                    <a:pt x="958" y="30"/>
                    <a:pt x="569" y="40"/>
                    <a:pt x="179" y="40"/>
                  </a:cubicBezTo>
                  <a:cubicBezTo>
                    <a:pt x="83" y="40"/>
                    <a:pt x="1" y="122"/>
                    <a:pt x="1" y="223"/>
                  </a:cubicBezTo>
                  <a:lnTo>
                    <a:pt x="1" y="1517"/>
                  </a:lnTo>
                  <a:cubicBezTo>
                    <a:pt x="1" y="1618"/>
                    <a:pt x="83" y="1695"/>
                    <a:pt x="179" y="1695"/>
                  </a:cubicBezTo>
                  <a:cubicBezTo>
                    <a:pt x="2585" y="1690"/>
                    <a:pt x="4967" y="1248"/>
                    <a:pt x="7218" y="401"/>
                  </a:cubicBezTo>
                  <a:cubicBezTo>
                    <a:pt x="7433" y="333"/>
                    <a:pt x="7353" y="45"/>
                    <a:pt x="7172" y="45"/>
                  </a:cubicBezTo>
                  <a:cubicBezTo>
                    <a:pt x="7146" y="45"/>
                    <a:pt x="7118" y="51"/>
                    <a:pt x="7088" y="64"/>
                  </a:cubicBezTo>
                  <a:cubicBezTo>
                    <a:pt x="4938" y="877"/>
                    <a:pt x="2662" y="1305"/>
                    <a:pt x="362" y="1334"/>
                  </a:cubicBezTo>
                  <a:lnTo>
                    <a:pt x="362" y="401"/>
                  </a:lnTo>
                  <a:cubicBezTo>
                    <a:pt x="694" y="401"/>
                    <a:pt x="1040" y="386"/>
                    <a:pt x="1372" y="362"/>
                  </a:cubicBezTo>
                  <a:cubicBezTo>
                    <a:pt x="1608" y="348"/>
                    <a:pt x="1590" y="1"/>
                    <a:pt x="1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81"/>
          <p:cNvGrpSpPr/>
          <p:nvPr/>
        </p:nvGrpSpPr>
        <p:grpSpPr>
          <a:xfrm>
            <a:off x="7139485" y="4289668"/>
            <a:ext cx="253200" cy="360418"/>
            <a:chOff x="7139485" y="4289668"/>
            <a:chExt cx="253200" cy="360418"/>
          </a:xfrm>
        </p:grpSpPr>
        <p:sp>
          <p:nvSpPr>
            <p:cNvPr id="11801" name="Google Shape;11801;p81"/>
            <p:cNvSpPr/>
            <p:nvPr/>
          </p:nvSpPr>
          <p:spPr>
            <a:xfrm>
              <a:off x="7243477" y="4402105"/>
              <a:ext cx="50881" cy="50750"/>
            </a:xfrm>
            <a:custGeom>
              <a:rect b="b" l="l" r="r" t="t"/>
              <a:pathLst>
                <a:path extrusionOk="0" h="1935" w="1940">
                  <a:moveTo>
                    <a:pt x="1" y="0"/>
                  </a:moveTo>
                  <a:lnTo>
                    <a:pt x="1" y="1935"/>
                  </a:lnTo>
                  <a:lnTo>
                    <a:pt x="1940" y="1935"/>
                  </a:lnTo>
                  <a:lnTo>
                    <a:pt x="194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1"/>
            <p:cNvSpPr/>
            <p:nvPr/>
          </p:nvSpPr>
          <p:spPr>
            <a:xfrm>
              <a:off x="7243477" y="4402105"/>
              <a:ext cx="50881" cy="33912"/>
            </a:xfrm>
            <a:custGeom>
              <a:rect b="b" l="l" r="r" t="t"/>
              <a:pathLst>
                <a:path extrusionOk="0" h="1293" w="1940">
                  <a:moveTo>
                    <a:pt x="1" y="0"/>
                  </a:moveTo>
                  <a:lnTo>
                    <a:pt x="1" y="1083"/>
                  </a:lnTo>
                  <a:cubicBezTo>
                    <a:pt x="309" y="1223"/>
                    <a:pt x="640" y="1292"/>
                    <a:pt x="970" y="1292"/>
                  </a:cubicBezTo>
                  <a:cubicBezTo>
                    <a:pt x="1301" y="1292"/>
                    <a:pt x="1632" y="1223"/>
                    <a:pt x="1940" y="1083"/>
                  </a:cubicBezTo>
                  <a:lnTo>
                    <a:pt x="19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1"/>
            <p:cNvSpPr/>
            <p:nvPr/>
          </p:nvSpPr>
          <p:spPr>
            <a:xfrm>
              <a:off x="7189842" y="4435912"/>
              <a:ext cx="158152" cy="73489"/>
            </a:xfrm>
            <a:custGeom>
              <a:rect b="b" l="l" r="r" t="t"/>
              <a:pathLst>
                <a:path extrusionOk="0" h="2802" w="6030">
                  <a:moveTo>
                    <a:pt x="2156" y="1"/>
                  </a:moveTo>
                  <a:lnTo>
                    <a:pt x="617" y="463"/>
                  </a:lnTo>
                  <a:cubicBezTo>
                    <a:pt x="251" y="574"/>
                    <a:pt x="1" y="906"/>
                    <a:pt x="6" y="1290"/>
                  </a:cubicBezTo>
                  <a:lnTo>
                    <a:pt x="6" y="2801"/>
                  </a:lnTo>
                  <a:lnTo>
                    <a:pt x="6030" y="2801"/>
                  </a:lnTo>
                  <a:lnTo>
                    <a:pt x="6030" y="1290"/>
                  </a:lnTo>
                  <a:cubicBezTo>
                    <a:pt x="6030" y="906"/>
                    <a:pt x="5780" y="574"/>
                    <a:pt x="5414" y="463"/>
                  </a:cubicBezTo>
                  <a:lnTo>
                    <a:pt x="3879" y="1"/>
                  </a:lnTo>
                  <a:lnTo>
                    <a:pt x="3018" y="646"/>
                  </a:lnTo>
                  <a:lnTo>
                    <a:pt x="2156"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1"/>
            <p:cNvSpPr/>
            <p:nvPr/>
          </p:nvSpPr>
          <p:spPr>
            <a:xfrm>
              <a:off x="7189973" y="4456868"/>
              <a:ext cx="28168" cy="52534"/>
            </a:xfrm>
            <a:custGeom>
              <a:rect b="b" l="l" r="r" t="t"/>
              <a:pathLst>
                <a:path extrusionOk="0" h="2003" w="1074">
                  <a:moveTo>
                    <a:pt x="150" y="1"/>
                  </a:moveTo>
                  <a:cubicBezTo>
                    <a:pt x="54" y="145"/>
                    <a:pt x="1" y="313"/>
                    <a:pt x="1" y="491"/>
                  </a:cubicBezTo>
                  <a:lnTo>
                    <a:pt x="1" y="2002"/>
                  </a:lnTo>
                  <a:lnTo>
                    <a:pt x="1074" y="2002"/>
                  </a:lnTo>
                  <a:lnTo>
                    <a:pt x="1074" y="1194"/>
                  </a:lnTo>
                  <a:cubicBezTo>
                    <a:pt x="1074" y="1021"/>
                    <a:pt x="1006" y="857"/>
                    <a:pt x="886" y="737"/>
                  </a:cubicBezTo>
                  <a:lnTo>
                    <a:pt x="150"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1"/>
            <p:cNvSpPr/>
            <p:nvPr/>
          </p:nvSpPr>
          <p:spPr>
            <a:xfrm>
              <a:off x="7319720" y="4456868"/>
              <a:ext cx="28273" cy="52534"/>
            </a:xfrm>
            <a:custGeom>
              <a:rect b="b" l="l" r="r" t="t"/>
              <a:pathLst>
                <a:path extrusionOk="0" h="2003" w="1078">
                  <a:moveTo>
                    <a:pt x="924" y="1"/>
                  </a:moveTo>
                  <a:lnTo>
                    <a:pt x="188" y="737"/>
                  </a:lnTo>
                  <a:cubicBezTo>
                    <a:pt x="67" y="857"/>
                    <a:pt x="0" y="1021"/>
                    <a:pt x="0" y="1194"/>
                  </a:cubicBezTo>
                  <a:lnTo>
                    <a:pt x="0" y="2002"/>
                  </a:lnTo>
                  <a:lnTo>
                    <a:pt x="1078" y="2002"/>
                  </a:lnTo>
                  <a:lnTo>
                    <a:pt x="1078" y="491"/>
                  </a:lnTo>
                  <a:cubicBezTo>
                    <a:pt x="1078" y="313"/>
                    <a:pt x="1020" y="145"/>
                    <a:pt x="924"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1"/>
            <p:cNvSpPr/>
            <p:nvPr/>
          </p:nvSpPr>
          <p:spPr>
            <a:xfrm>
              <a:off x="7223806" y="4334464"/>
              <a:ext cx="90380" cy="84584"/>
            </a:xfrm>
            <a:custGeom>
              <a:rect b="b" l="l" r="r" t="t"/>
              <a:pathLst>
                <a:path extrusionOk="0" h="3225" w="3446">
                  <a:moveTo>
                    <a:pt x="0" y="0"/>
                  </a:moveTo>
                  <a:lnTo>
                    <a:pt x="0" y="1502"/>
                  </a:lnTo>
                  <a:cubicBezTo>
                    <a:pt x="0" y="2454"/>
                    <a:pt x="770" y="3224"/>
                    <a:pt x="1723" y="3224"/>
                  </a:cubicBezTo>
                  <a:cubicBezTo>
                    <a:pt x="2671" y="3224"/>
                    <a:pt x="3445" y="2454"/>
                    <a:pt x="3445" y="1502"/>
                  </a:cubicBezTo>
                  <a:lnTo>
                    <a:pt x="3445" y="0"/>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1"/>
            <p:cNvSpPr/>
            <p:nvPr/>
          </p:nvSpPr>
          <p:spPr>
            <a:xfrm>
              <a:off x="7223806" y="4334333"/>
              <a:ext cx="43433" cy="84584"/>
            </a:xfrm>
            <a:custGeom>
              <a:rect b="b" l="l" r="r" t="t"/>
              <a:pathLst>
                <a:path extrusionOk="0" h="3225" w="1656">
                  <a:moveTo>
                    <a:pt x="0" y="0"/>
                  </a:moveTo>
                  <a:lnTo>
                    <a:pt x="0" y="1507"/>
                  </a:lnTo>
                  <a:cubicBezTo>
                    <a:pt x="0" y="2430"/>
                    <a:pt x="732" y="3191"/>
                    <a:pt x="1655" y="3224"/>
                  </a:cubicBezTo>
                  <a:cubicBezTo>
                    <a:pt x="1290" y="2897"/>
                    <a:pt x="1073" y="2430"/>
                    <a:pt x="1073" y="1940"/>
                  </a:cubicBezTo>
                  <a:lnTo>
                    <a:pt x="107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1"/>
            <p:cNvSpPr/>
            <p:nvPr/>
          </p:nvSpPr>
          <p:spPr>
            <a:xfrm>
              <a:off x="7218246" y="4294834"/>
              <a:ext cx="101605" cy="73463"/>
            </a:xfrm>
            <a:custGeom>
              <a:rect b="b" l="l" r="r" t="t"/>
              <a:pathLst>
                <a:path extrusionOk="0" h="2801" w="3874">
                  <a:moveTo>
                    <a:pt x="1290" y="0"/>
                  </a:moveTo>
                  <a:cubicBezTo>
                    <a:pt x="578" y="0"/>
                    <a:pt x="0" y="578"/>
                    <a:pt x="0" y="1290"/>
                  </a:cubicBezTo>
                  <a:lnTo>
                    <a:pt x="0" y="1896"/>
                  </a:lnTo>
                  <a:cubicBezTo>
                    <a:pt x="0" y="2065"/>
                    <a:pt x="39" y="2228"/>
                    <a:pt x="111" y="2377"/>
                  </a:cubicBezTo>
                  <a:lnTo>
                    <a:pt x="212" y="2584"/>
                  </a:lnTo>
                  <a:lnTo>
                    <a:pt x="212" y="2801"/>
                  </a:lnTo>
                  <a:lnTo>
                    <a:pt x="563" y="2681"/>
                  </a:lnTo>
                  <a:cubicBezTo>
                    <a:pt x="737" y="2623"/>
                    <a:pt x="857" y="2459"/>
                    <a:pt x="857" y="2272"/>
                  </a:cubicBezTo>
                  <a:lnTo>
                    <a:pt x="857" y="1887"/>
                  </a:lnTo>
                  <a:cubicBezTo>
                    <a:pt x="857" y="1786"/>
                    <a:pt x="919" y="1699"/>
                    <a:pt x="1016" y="1675"/>
                  </a:cubicBezTo>
                  <a:cubicBezTo>
                    <a:pt x="1180" y="1635"/>
                    <a:pt x="1456" y="1581"/>
                    <a:pt x="1781" y="1581"/>
                  </a:cubicBezTo>
                  <a:cubicBezTo>
                    <a:pt x="2197" y="1581"/>
                    <a:pt x="2692" y="1669"/>
                    <a:pt x="3138" y="1988"/>
                  </a:cubicBezTo>
                  <a:cubicBezTo>
                    <a:pt x="3191" y="2031"/>
                    <a:pt x="3224" y="2094"/>
                    <a:pt x="3224" y="2166"/>
                  </a:cubicBezTo>
                  <a:lnTo>
                    <a:pt x="3224" y="2320"/>
                  </a:lnTo>
                  <a:cubicBezTo>
                    <a:pt x="3224" y="2483"/>
                    <a:pt x="3316" y="2632"/>
                    <a:pt x="3465" y="2705"/>
                  </a:cubicBezTo>
                  <a:lnTo>
                    <a:pt x="3657" y="2801"/>
                  </a:lnTo>
                  <a:lnTo>
                    <a:pt x="3758" y="2377"/>
                  </a:lnTo>
                  <a:cubicBezTo>
                    <a:pt x="3835" y="2228"/>
                    <a:pt x="3874" y="2065"/>
                    <a:pt x="3874" y="1896"/>
                  </a:cubicBezTo>
                  <a:lnTo>
                    <a:pt x="387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1"/>
            <p:cNvSpPr/>
            <p:nvPr/>
          </p:nvSpPr>
          <p:spPr>
            <a:xfrm>
              <a:off x="7218115" y="4294834"/>
              <a:ext cx="42934" cy="73463"/>
            </a:xfrm>
            <a:custGeom>
              <a:rect b="b" l="l" r="r" t="t"/>
              <a:pathLst>
                <a:path extrusionOk="0" h="2801" w="1637">
                  <a:moveTo>
                    <a:pt x="1290" y="0"/>
                  </a:moveTo>
                  <a:cubicBezTo>
                    <a:pt x="578" y="0"/>
                    <a:pt x="1" y="578"/>
                    <a:pt x="1" y="1295"/>
                  </a:cubicBezTo>
                  <a:lnTo>
                    <a:pt x="1" y="1901"/>
                  </a:lnTo>
                  <a:cubicBezTo>
                    <a:pt x="1" y="2065"/>
                    <a:pt x="39" y="2233"/>
                    <a:pt x="116" y="2382"/>
                  </a:cubicBezTo>
                  <a:lnTo>
                    <a:pt x="217" y="2584"/>
                  </a:lnTo>
                  <a:lnTo>
                    <a:pt x="217" y="2801"/>
                  </a:lnTo>
                  <a:lnTo>
                    <a:pt x="568" y="2681"/>
                  </a:lnTo>
                  <a:cubicBezTo>
                    <a:pt x="742" y="2623"/>
                    <a:pt x="862" y="2459"/>
                    <a:pt x="862" y="2276"/>
                  </a:cubicBezTo>
                  <a:lnTo>
                    <a:pt x="862" y="1887"/>
                  </a:lnTo>
                  <a:cubicBezTo>
                    <a:pt x="862" y="1786"/>
                    <a:pt x="924" y="1704"/>
                    <a:pt x="1021" y="1675"/>
                  </a:cubicBezTo>
                  <a:cubicBezTo>
                    <a:pt x="1175" y="1636"/>
                    <a:pt x="1329" y="1612"/>
                    <a:pt x="1483" y="1598"/>
                  </a:cubicBezTo>
                  <a:cubicBezTo>
                    <a:pt x="1083" y="1545"/>
                    <a:pt x="819" y="1174"/>
                    <a:pt x="819" y="818"/>
                  </a:cubicBezTo>
                  <a:cubicBezTo>
                    <a:pt x="819" y="366"/>
                    <a:pt x="1184" y="0"/>
                    <a:pt x="1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1"/>
            <p:cNvSpPr/>
            <p:nvPr/>
          </p:nvSpPr>
          <p:spPr>
            <a:xfrm>
              <a:off x="7257613" y="4622206"/>
              <a:ext cx="22608" cy="22608"/>
            </a:xfrm>
            <a:custGeom>
              <a:rect b="b" l="l" r="r" t="t"/>
              <a:pathLst>
                <a:path extrusionOk="0" h="862" w="862">
                  <a:moveTo>
                    <a:pt x="434" y="0"/>
                  </a:moveTo>
                  <a:cubicBezTo>
                    <a:pt x="193" y="0"/>
                    <a:pt x="1" y="193"/>
                    <a:pt x="1" y="428"/>
                  </a:cubicBezTo>
                  <a:cubicBezTo>
                    <a:pt x="1" y="669"/>
                    <a:pt x="193" y="861"/>
                    <a:pt x="434" y="861"/>
                  </a:cubicBezTo>
                  <a:cubicBezTo>
                    <a:pt x="670" y="861"/>
                    <a:pt x="862" y="669"/>
                    <a:pt x="862" y="428"/>
                  </a:cubicBezTo>
                  <a:cubicBezTo>
                    <a:pt x="862" y="193"/>
                    <a:pt x="670" y="0"/>
                    <a:pt x="434"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1"/>
            <p:cNvSpPr/>
            <p:nvPr/>
          </p:nvSpPr>
          <p:spPr>
            <a:xfrm>
              <a:off x="7150343" y="4622206"/>
              <a:ext cx="22634" cy="22608"/>
            </a:xfrm>
            <a:custGeom>
              <a:rect b="b" l="l" r="r" t="t"/>
              <a:pathLst>
                <a:path extrusionOk="0" h="862" w="863">
                  <a:moveTo>
                    <a:pt x="434" y="0"/>
                  </a:moveTo>
                  <a:cubicBezTo>
                    <a:pt x="198" y="0"/>
                    <a:pt x="1" y="193"/>
                    <a:pt x="1" y="428"/>
                  </a:cubicBezTo>
                  <a:cubicBezTo>
                    <a:pt x="1" y="669"/>
                    <a:pt x="198" y="861"/>
                    <a:pt x="434" y="861"/>
                  </a:cubicBezTo>
                  <a:cubicBezTo>
                    <a:pt x="670" y="861"/>
                    <a:pt x="862" y="669"/>
                    <a:pt x="862" y="428"/>
                  </a:cubicBezTo>
                  <a:cubicBezTo>
                    <a:pt x="862" y="193"/>
                    <a:pt x="670" y="0"/>
                    <a:pt x="43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1"/>
            <p:cNvSpPr/>
            <p:nvPr/>
          </p:nvSpPr>
          <p:spPr>
            <a:xfrm>
              <a:off x="7364884" y="4622206"/>
              <a:ext cx="22608" cy="22608"/>
            </a:xfrm>
            <a:custGeom>
              <a:rect b="b" l="l" r="r" t="t"/>
              <a:pathLst>
                <a:path extrusionOk="0" h="862" w="862">
                  <a:moveTo>
                    <a:pt x="429" y="0"/>
                  </a:moveTo>
                  <a:cubicBezTo>
                    <a:pt x="193" y="0"/>
                    <a:pt x="1" y="193"/>
                    <a:pt x="1" y="428"/>
                  </a:cubicBezTo>
                  <a:cubicBezTo>
                    <a:pt x="1" y="669"/>
                    <a:pt x="193" y="861"/>
                    <a:pt x="429" y="861"/>
                  </a:cubicBezTo>
                  <a:cubicBezTo>
                    <a:pt x="670" y="861"/>
                    <a:pt x="862" y="669"/>
                    <a:pt x="862" y="428"/>
                  </a:cubicBezTo>
                  <a:cubicBezTo>
                    <a:pt x="862" y="193"/>
                    <a:pt x="670" y="0"/>
                    <a:pt x="42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1"/>
            <p:cNvSpPr/>
            <p:nvPr/>
          </p:nvSpPr>
          <p:spPr>
            <a:xfrm>
              <a:off x="7184675" y="4289668"/>
              <a:ext cx="168748" cy="224901"/>
            </a:xfrm>
            <a:custGeom>
              <a:rect b="b" l="l" r="r" t="t"/>
              <a:pathLst>
                <a:path extrusionOk="0" h="8575" w="6434">
                  <a:moveTo>
                    <a:pt x="4947" y="400"/>
                  </a:moveTo>
                  <a:lnTo>
                    <a:pt x="4947" y="2093"/>
                  </a:lnTo>
                  <a:cubicBezTo>
                    <a:pt x="4947" y="2228"/>
                    <a:pt x="4918" y="2363"/>
                    <a:pt x="4856" y="2483"/>
                  </a:cubicBezTo>
                  <a:lnTo>
                    <a:pt x="4755" y="2690"/>
                  </a:lnTo>
                  <a:cubicBezTo>
                    <a:pt x="4740" y="2719"/>
                    <a:pt x="4735" y="2748"/>
                    <a:pt x="4735" y="2781"/>
                  </a:cubicBezTo>
                  <a:lnTo>
                    <a:pt x="4735" y="3210"/>
                  </a:lnTo>
                  <a:cubicBezTo>
                    <a:pt x="4735" y="4053"/>
                    <a:pt x="4051" y="4729"/>
                    <a:pt x="3219" y="4729"/>
                  </a:cubicBezTo>
                  <a:cubicBezTo>
                    <a:pt x="3182" y="4729"/>
                    <a:pt x="3146" y="4728"/>
                    <a:pt x="3109" y="4725"/>
                  </a:cubicBezTo>
                  <a:cubicBezTo>
                    <a:pt x="2315" y="4677"/>
                    <a:pt x="1694" y="3984"/>
                    <a:pt x="1694" y="3152"/>
                  </a:cubicBezTo>
                  <a:lnTo>
                    <a:pt x="1694" y="2781"/>
                  </a:lnTo>
                  <a:cubicBezTo>
                    <a:pt x="1694" y="2748"/>
                    <a:pt x="1685" y="2719"/>
                    <a:pt x="1670" y="2690"/>
                  </a:cubicBezTo>
                  <a:lnTo>
                    <a:pt x="1569" y="2488"/>
                  </a:lnTo>
                  <a:cubicBezTo>
                    <a:pt x="1511" y="2368"/>
                    <a:pt x="1478" y="2233"/>
                    <a:pt x="1478" y="2098"/>
                  </a:cubicBezTo>
                  <a:lnTo>
                    <a:pt x="1478" y="1487"/>
                  </a:lnTo>
                  <a:cubicBezTo>
                    <a:pt x="1478" y="886"/>
                    <a:pt x="1964" y="400"/>
                    <a:pt x="2570" y="400"/>
                  </a:cubicBezTo>
                  <a:close/>
                  <a:moveTo>
                    <a:pt x="3874" y="5019"/>
                  </a:moveTo>
                  <a:lnTo>
                    <a:pt x="3874" y="5259"/>
                  </a:lnTo>
                  <a:cubicBezTo>
                    <a:pt x="3869" y="5327"/>
                    <a:pt x="3884" y="5389"/>
                    <a:pt x="3903" y="5457"/>
                  </a:cubicBezTo>
                  <a:lnTo>
                    <a:pt x="3220" y="5967"/>
                  </a:lnTo>
                  <a:cubicBezTo>
                    <a:pt x="3217" y="5969"/>
                    <a:pt x="3215" y="5970"/>
                    <a:pt x="3212" y="5970"/>
                  </a:cubicBezTo>
                  <a:cubicBezTo>
                    <a:pt x="3210" y="5970"/>
                    <a:pt x="3208" y="5969"/>
                    <a:pt x="3205" y="5967"/>
                  </a:cubicBezTo>
                  <a:lnTo>
                    <a:pt x="2522" y="5457"/>
                  </a:lnTo>
                  <a:cubicBezTo>
                    <a:pt x="2541" y="5389"/>
                    <a:pt x="2551" y="5327"/>
                    <a:pt x="2551" y="5259"/>
                  </a:cubicBezTo>
                  <a:lnTo>
                    <a:pt x="2551" y="5019"/>
                  </a:lnTo>
                  <a:cubicBezTo>
                    <a:pt x="2724" y="5081"/>
                    <a:pt x="2902" y="5120"/>
                    <a:pt x="3085" y="5129"/>
                  </a:cubicBezTo>
                  <a:cubicBezTo>
                    <a:pt x="3128" y="5134"/>
                    <a:pt x="3171" y="5134"/>
                    <a:pt x="3215" y="5134"/>
                  </a:cubicBezTo>
                  <a:cubicBezTo>
                    <a:pt x="3436" y="5134"/>
                    <a:pt x="3662" y="5096"/>
                    <a:pt x="3874" y="5019"/>
                  </a:cubicBezTo>
                  <a:close/>
                  <a:moveTo>
                    <a:pt x="2570" y="0"/>
                  </a:moveTo>
                  <a:cubicBezTo>
                    <a:pt x="1747" y="0"/>
                    <a:pt x="1078" y="664"/>
                    <a:pt x="1078" y="1492"/>
                  </a:cubicBezTo>
                  <a:lnTo>
                    <a:pt x="1078" y="2098"/>
                  </a:lnTo>
                  <a:cubicBezTo>
                    <a:pt x="1078" y="2295"/>
                    <a:pt x="1126" y="2493"/>
                    <a:pt x="1213" y="2671"/>
                  </a:cubicBezTo>
                  <a:lnTo>
                    <a:pt x="1295" y="2829"/>
                  </a:lnTo>
                  <a:lnTo>
                    <a:pt x="1295" y="3152"/>
                  </a:lnTo>
                  <a:cubicBezTo>
                    <a:pt x="1290" y="3811"/>
                    <a:pt x="1612" y="4432"/>
                    <a:pt x="2156" y="4807"/>
                  </a:cubicBezTo>
                  <a:lnTo>
                    <a:pt x="2156" y="5259"/>
                  </a:lnTo>
                  <a:cubicBezTo>
                    <a:pt x="2156" y="5360"/>
                    <a:pt x="2089" y="5447"/>
                    <a:pt x="1993" y="5476"/>
                  </a:cubicBezTo>
                  <a:lnTo>
                    <a:pt x="761" y="5846"/>
                  </a:lnTo>
                  <a:cubicBezTo>
                    <a:pt x="308" y="5981"/>
                    <a:pt x="1" y="6395"/>
                    <a:pt x="5" y="6862"/>
                  </a:cubicBezTo>
                  <a:lnTo>
                    <a:pt x="5" y="8377"/>
                  </a:lnTo>
                  <a:cubicBezTo>
                    <a:pt x="1" y="8483"/>
                    <a:pt x="92" y="8575"/>
                    <a:pt x="203" y="8575"/>
                  </a:cubicBezTo>
                  <a:cubicBezTo>
                    <a:pt x="313" y="8575"/>
                    <a:pt x="400" y="8488"/>
                    <a:pt x="400" y="8377"/>
                  </a:cubicBezTo>
                  <a:lnTo>
                    <a:pt x="400" y="6866"/>
                  </a:lnTo>
                  <a:cubicBezTo>
                    <a:pt x="400" y="6573"/>
                    <a:pt x="592" y="6313"/>
                    <a:pt x="871" y="6231"/>
                  </a:cubicBezTo>
                  <a:lnTo>
                    <a:pt x="2103" y="5866"/>
                  </a:lnTo>
                  <a:cubicBezTo>
                    <a:pt x="2166" y="5846"/>
                    <a:pt x="2228" y="5818"/>
                    <a:pt x="2286" y="5779"/>
                  </a:cubicBezTo>
                  <a:lnTo>
                    <a:pt x="2965" y="6289"/>
                  </a:lnTo>
                  <a:cubicBezTo>
                    <a:pt x="3039" y="6344"/>
                    <a:pt x="3127" y="6372"/>
                    <a:pt x="3215" y="6372"/>
                  </a:cubicBezTo>
                  <a:cubicBezTo>
                    <a:pt x="3303" y="6372"/>
                    <a:pt x="3390" y="6344"/>
                    <a:pt x="3465" y="6289"/>
                  </a:cubicBezTo>
                  <a:lnTo>
                    <a:pt x="4143" y="5779"/>
                  </a:lnTo>
                  <a:cubicBezTo>
                    <a:pt x="4201" y="5818"/>
                    <a:pt x="4264" y="5846"/>
                    <a:pt x="4326" y="5866"/>
                  </a:cubicBezTo>
                  <a:lnTo>
                    <a:pt x="5558" y="6231"/>
                  </a:lnTo>
                  <a:cubicBezTo>
                    <a:pt x="5837" y="6313"/>
                    <a:pt x="6030" y="6573"/>
                    <a:pt x="6030" y="6866"/>
                  </a:cubicBezTo>
                  <a:lnTo>
                    <a:pt x="6030" y="8377"/>
                  </a:lnTo>
                  <a:cubicBezTo>
                    <a:pt x="6034" y="8502"/>
                    <a:pt x="6131" y="8565"/>
                    <a:pt x="6228" y="8565"/>
                  </a:cubicBezTo>
                  <a:cubicBezTo>
                    <a:pt x="6324" y="8565"/>
                    <a:pt x="6422" y="8502"/>
                    <a:pt x="6429" y="8377"/>
                  </a:cubicBezTo>
                  <a:lnTo>
                    <a:pt x="6429" y="6866"/>
                  </a:lnTo>
                  <a:cubicBezTo>
                    <a:pt x="6434" y="6395"/>
                    <a:pt x="6121" y="5981"/>
                    <a:pt x="5674" y="5846"/>
                  </a:cubicBezTo>
                  <a:lnTo>
                    <a:pt x="4442" y="5476"/>
                  </a:lnTo>
                  <a:cubicBezTo>
                    <a:pt x="4346" y="5447"/>
                    <a:pt x="4278" y="5360"/>
                    <a:pt x="4278" y="5259"/>
                  </a:cubicBezTo>
                  <a:lnTo>
                    <a:pt x="4278" y="4812"/>
                  </a:lnTo>
                  <a:cubicBezTo>
                    <a:pt x="4370" y="4754"/>
                    <a:pt x="4451" y="4687"/>
                    <a:pt x="4533" y="4615"/>
                  </a:cubicBezTo>
                  <a:cubicBezTo>
                    <a:pt x="4918" y="4249"/>
                    <a:pt x="5139" y="3744"/>
                    <a:pt x="5139" y="3210"/>
                  </a:cubicBezTo>
                  <a:lnTo>
                    <a:pt x="5139" y="2829"/>
                  </a:lnTo>
                  <a:lnTo>
                    <a:pt x="5221" y="2671"/>
                  </a:lnTo>
                  <a:cubicBezTo>
                    <a:pt x="5308" y="2493"/>
                    <a:pt x="5356" y="2295"/>
                    <a:pt x="5356" y="2098"/>
                  </a:cubicBezTo>
                  <a:lnTo>
                    <a:pt x="5356" y="197"/>
                  </a:lnTo>
                  <a:cubicBezTo>
                    <a:pt x="5356" y="87"/>
                    <a:pt x="5265" y="0"/>
                    <a:pt x="51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1"/>
            <p:cNvSpPr/>
            <p:nvPr/>
          </p:nvSpPr>
          <p:spPr>
            <a:xfrm>
              <a:off x="7263436" y="4464867"/>
              <a:ext cx="10937" cy="49990"/>
            </a:xfrm>
            <a:custGeom>
              <a:rect b="b" l="l" r="r" t="t"/>
              <a:pathLst>
                <a:path extrusionOk="0" h="1906" w="417">
                  <a:moveTo>
                    <a:pt x="208" y="0"/>
                  </a:moveTo>
                  <a:cubicBezTo>
                    <a:pt x="111" y="0"/>
                    <a:pt x="14" y="64"/>
                    <a:pt x="10" y="191"/>
                  </a:cubicBezTo>
                  <a:lnTo>
                    <a:pt x="10" y="1693"/>
                  </a:lnTo>
                  <a:cubicBezTo>
                    <a:pt x="0" y="1834"/>
                    <a:pt x="103" y="1905"/>
                    <a:pt x="208" y="1905"/>
                  </a:cubicBezTo>
                  <a:cubicBezTo>
                    <a:pt x="312" y="1905"/>
                    <a:pt x="416" y="1834"/>
                    <a:pt x="409" y="1693"/>
                  </a:cubicBezTo>
                  <a:lnTo>
                    <a:pt x="409" y="191"/>
                  </a:lnTo>
                  <a:cubicBezTo>
                    <a:pt x="402" y="64"/>
                    <a:pt x="30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1"/>
            <p:cNvSpPr/>
            <p:nvPr/>
          </p:nvSpPr>
          <p:spPr>
            <a:xfrm>
              <a:off x="7212633" y="4475516"/>
              <a:ext cx="10989" cy="39472"/>
            </a:xfrm>
            <a:custGeom>
              <a:rect b="b" l="l" r="r" t="t"/>
              <a:pathLst>
                <a:path extrusionOk="0" h="1505" w="419">
                  <a:moveTo>
                    <a:pt x="210" y="1"/>
                  </a:moveTo>
                  <a:cubicBezTo>
                    <a:pt x="105" y="1"/>
                    <a:pt x="0" y="72"/>
                    <a:pt x="8" y="214"/>
                  </a:cubicBezTo>
                  <a:lnTo>
                    <a:pt x="8" y="1291"/>
                  </a:lnTo>
                  <a:cubicBezTo>
                    <a:pt x="0" y="1433"/>
                    <a:pt x="105" y="1504"/>
                    <a:pt x="210" y="1504"/>
                  </a:cubicBezTo>
                  <a:cubicBezTo>
                    <a:pt x="314" y="1504"/>
                    <a:pt x="419" y="1433"/>
                    <a:pt x="412" y="1291"/>
                  </a:cubicBezTo>
                  <a:lnTo>
                    <a:pt x="412" y="214"/>
                  </a:lnTo>
                  <a:cubicBezTo>
                    <a:pt x="419" y="72"/>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1"/>
            <p:cNvSpPr/>
            <p:nvPr/>
          </p:nvSpPr>
          <p:spPr>
            <a:xfrm>
              <a:off x="7314212" y="4475516"/>
              <a:ext cx="11016" cy="39472"/>
            </a:xfrm>
            <a:custGeom>
              <a:rect b="b" l="l" r="r" t="t"/>
              <a:pathLst>
                <a:path extrusionOk="0" h="1505" w="420">
                  <a:moveTo>
                    <a:pt x="210" y="1"/>
                  </a:moveTo>
                  <a:cubicBezTo>
                    <a:pt x="105" y="1"/>
                    <a:pt x="1" y="72"/>
                    <a:pt x="8" y="214"/>
                  </a:cubicBezTo>
                  <a:lnTo>
                    <a:pt x="8" y="1291"/>
                  </a:lnTo>
                  <a:cubicBezTo>
                    <a:pt x="1" y="1433"/>
                    <a:pt x="105" y="1504"/>
                    <a:pt x="210" y="1504"/>
                  </a:cubicBezTo>
                  <a:cubicBezTo>
                    <a:pt x="315" y="1504"/>
                    <a:pt x="419" y="1433"/>
                    <a:pt x="412" y="1291"/>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1"/>
            <p:cNvSpPr/>
            <p:nvPr/>
          </p:nvSpPr>
          <p:spPr>
            <a:xfrm>
              <a:off x="7246755" y="4616882"/>
              <a:ext cx="38790" cy="33204"/>
            </a:xfrm>
            <a:custGeom>
              <a:rect b="b" l="l" r="r" t="t"/>
              <a:pathLst>
                <a:path extrusionOk="0" h="1266" w="1479">
                  <a:moveTo>
                    <a:pt x="845" y="405"/>
                  </a:moveTo>
                  <a:cubicBezTo>
                    <a:pt x="962" y="405"/>
                    <a:pt x="1074" y="495"/>
                    <a:pt x="1074" y="631"/>
                  </a:cubicBezTo>
                  <a:cubicBezTo>
                    <a:pt x="1074" y="756"/>
                    <a:pt x="973" y="862"/>
                    <a:pt x="848" y="862"/>
                  </a:cubicBezTo>
                  <a:cubicBezTo>
                    <a:pt x="641" y="862"/>
                    <a:pt x="540" y="617"/>
                    <a:pt x="684" y="472"/>
                  </a:cubicBezTo>
                  <a:cubicBezTo>
                    <a:pt x="731" y="426"/>
                    <a:pt x="789" y="405"/>
                    <a:pt x="845" y="405"/>
                  </a:cubicBezTo>
                  <a:close/>
                  <a:moveTo>
                    <a:pt x="848" y="1"/>
                  </a:moveTo>
                  <a:cubicBezTo>
                    <a:pt x="285" y="1"/>
                    <a:pt x="1" y="679"/>
                    <a:pt x="400" y="1079"/>
                  </a:cubicBezTo>
                  <a:cubicBezTo>
                    <a:pt x="528" y="1208"/>
                    <a:pt x="685" y="1266"/>
                    <a:pt x="840" y="1266"/>
                  </a:cubicBezTo>
                  <a:cubicBezTo>
                    <a:pt x="1165"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1"/>
            <p:cNvSpPr/>
            <p:nvPr/>
          </p:nvSpPr>
          <p:spPr>
            <a:xfrm>
              <a:off x="7139485" y="4616882"/>
              <a:ext cx="38790" cy="33204"/>
            </a:xfrm>
            <a:custGeom>
              <a:rect b="b" l="l" r="r" t="t"/>
              <a:pathLst>
                <a:path extrusionOk="0" h="1266" w="1479">
                  <a:moveTo>
                    <a:pt x="846" y="405"/>
                  </a:moveTo>
                  <a:cubicBezTo>
                    <a:pt x="965" y="405"/>
                    <a:pt x="1079" y="495"/>
                    <a:pt x="1079" y="631"/>
                  </a:cubicBezTo>
                  <a:cubicBezTo>
                    <a:pt x="1074" y="756"/>
                    <a:pt x="973" y="862"/>
                    <a:pt x="848" y="862"/>
                  </a:cubicBezTo>
                  <a:cubicBezTo>
                    <a:pt x="641" y="862"/>
                    <a:pt x="540" y="617"/>
                    <a:pt x="684" y="472"/>
                  </a:cubicBezTo>
                  <a:cubicBezTo>
                    <a:pt x="731" y="426"/>
                    <a:pt x="789" y="405"/>
                    <a:pt x="846" y="405"/>
                  </a:cubicBezTo>
                  <a:close/>
                  <a:moveTo>
                    <a:pt x="848" y="1"/>
                  </a:moveTo>
                  <a:cubicBezTo>
                    <a:pt x="285" y="1"/>
                    <a:pt x="1" y="679"/>
                    <a:pt x="400" y="1079"/>
                  </a:cubicBezTo>
                  <a:cubicBezTo>
                    <a:pt x="529" y="1208"/>
                    <a:pt x="688" y="1266"/>
                    <a:pt x="843" y="1266"/>
                  </a:cubicBezTo>
                  <a:cubicBezTo>
                    <a:pt x="1167"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1"/>
            <p:cNvSpPr/>
            <p:nvPr/>
          </p:nvSpPr>
          <p:spPr>
            <a:xfrm>
              <a:off x="7354026" y="4616882"/>
              <a:ext cx="38659" cy="33204"/>
            </a:xfrm>
            <a:custGeom>
              <a:rect b="b" l="l" r="r" t="t"/>
              <a:pathLst>
                <a:path extrusionOk="0" h="1266" w="1474">
                  <a:moveTo>
                    <a:pt x="842" y="405"/>
                  </a:moveTo>
                  <a:cubicBezTo>
                    <a:pt x="960" y="405"/>
                    <a:pt x="1074" y="495"/>
                    <a:pt x="1074" y="631"/>
                  </a:cubicBezTo>
                  <a:cubicBezTo>
                    <a:pt x="1069" y="756"/>
                    <a:pt x="968" y="862"/>
                    <a:pt x="843" y="862"/>
                  </a:cubicBezTo>
                  <a:cubicBezTo>
                    <a:pt x="641" y="862"/>
                    <a:pt x="535" y="617"/>
                    <a:pt x="679" y="472"/>
                  </a:cubicBezTo>
                  <a:cubicBezTo>
                    <a:pt x="726" y="426"/>
                    <a:pt x="784" y="405"/>
                    <a:pt x="842" y="405"/>
                  </a:cubicBezTo>
                  <a:close/>
                  <a:moveTo>
                    <a:pt x="843" y="1"/>
                  </a:moveTo>
                  <a:cubicBezTo>
                    <a:pt x="280" y="1"/>
                    <a:pt x="1" y="679"/>
                    <a:pt x="395" y="1079"/>
                  </a:cubicBezTo>
                  <a:cubicBezTo>
                    <a:pt x="524" y="1208"/>
                    <a:pt x="683" y="1266"/>
                    <a:pt x="838" y="1266"/>
                  </a:cubicBezTo>
                  <a:cubicBezTo>
                    <a:pt x="1162" y="1266"/>
                    <a:pt x="1473" y="1012"/>
                    <a:pt x="1473" y="631"/>
                  </a:cubicBezTo>
                  <a:cubicBezTo>
                    <a:pt x="1473" y="285"/>
                    <a:pt x="1194" y="1"/>
                    <a:pt x="8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1"/>
            <p:cNvSpPr/>
            <p:nvPr/>
          </p:nvSpPr>
          <p:spPr>
            <a:xfrm>
              <a:off x="7174315" y="4526240"/>
              <a:ext cx="189074" cy="84531"/>
            </a:xfrm>
            <a:custGeom>
              <a:rect b="b" l="l" r="r" t="t"/>
              <a:pathLst>
                <a:path extrusionOk="0" h="3223" w="7209">
                  <a:moveTo>
                    <a:pt x="3606" y="1"/>
                  </a:moveTo>
                  <a:cubicBezTo>
                    <a:pt x="3501" y="1"/>
                    <a:pt x="3398" y="72"/>
                    <a:pt x="3408" y="214"/>
                  </a:cubicBezTo>
                  <a:lnTo>
                    <a:pt x="3408" y="878"/>
                  </a:lnTo>
                  <a:lnTo>
                    <a:pt x="2003" y="878"/>
                  </a:lnTo>
                  <a:cubicBezTo>
                    <a:pt x="1728" y="878"/>
                    <a:pt x="1473" y="1008"/>
                    <a:pt x="1315" y="1229"/>
                  </a:cubicBezTo>
                  <a:lnTo>
                    <a:pt x="121" y="2899"/>
                  </a:lnTo>
                  <a:cubicBezTo>
                    <a:pt x="1" y="3053"/>
                    <a:pt x="143" y="3223"/>
                    <a:pt x="289" y="3223"/>
                  </a:cubicBezTo>
                  <a:cubicBezTo>
                    <a:pt x="347" y="3223"/>
                    <a:pt x="406" y="3196"/>
                    <a:pt x="448" y="3130"/>
                  </a:cubicBezTo>
                  <a:lnTo>
                    <a:pt x="1642" y="1465"/>
                  </a:lnTo>
                  <a:cubicBezTo>
                    <a:pt x="1724" y="1349"/>
                    <a:pt x="1858" y="1277"/>
                    <a:pt x="2003" y="1277"/>
                  </a:cubicBezTo>
                  <a:lnTo>
                    <a:pt x="3408" y="1277"/>
                  </a:lnTo>
                  <a:lnTo>
                    <a:pt x="3408" y="2798"/>
                  </a:lnTo>
                  <a:cubicBezTo>
                    <a:pt x="3412" y="2925"/>
                    <a:pt x="3509" y="2989"/>
                    <a:pt x="3606" y="2989"/>
                  </a:cubicBezTo>
                  <a:cubicBezTo>
                    <a:pt x="3702" y="2989"/>
                    <a:pt x="3800" y="2925"/>
                    <a:pt x="3807" y="2798"/>
                  </a:cubicBezTo>
                  <a:lnTo>
                    <a:pt x="3807" y="1277"/>
                  </a:lnTo>
                  <a:lnTo>
                    <a:pt x="5212" y="1277"/>
                  </a:lnTo>
                  <a:cubicBezTo>
                    <a:pt x="5352" y="1277"/>
                    <a:pt x="5486" y="1349"/>
                    <a:pt x="5573" y="1465"/>
                  </a:cubicBezTo>
                  <a:lnTo>
                    <a:pt x="6761" y="3130"/>
                  </a:lnTo>
                  <a:cubicBezTo>
                    <a:pt x="6805" y="3196"/>
                    <a:pt x="6865" y="3223"/>
                    <a:pt x="6923" y="3223"/>
                  </a:cubicBezTo>
                  <a:cubicBezTo>
                    <a:pt x="7069" y="3223"/>
                    <a:pt x="7209" y="3053"/>
                    <a:pt x="7089" y="2899"/>
                  </a:cubicBezTo>
                  <a:lnTo>
                    <a:pt x="7093" y="2899"/>
                  </a:lnTo>
                  <a:lnTo>
                    <a:pt x="5900" y="1229"/>
                  </a:lnTo>
                  <a:cubicBezTo>
                    <a:pt x="5741" y="1008"/>
                    <a:pt x="5486" y="878"/>
                    <a:pt x="5212" y="878"/>
                  </a:cubicBezTo>
                  <a:lnTo>
                    <a:pt x="3807" y="878"/>
                  </a:lnTo>
                  <a:lnTo>
                    <a:pt x="3807" y="214"/>
                  </a:lnTo>
                  <a:cubicBezTo>
                    <a:pt x="3814" y="72"/>
                    <a:pt x="3710" y="1"/>
                    <a:pt x="3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1"/>
            <p:cNvSpPr/>
            <p:nvPr/>
          </p:nvSpPr>
          <p:spPr>
            <a:xfrm>
              <a:off x="7235215" y="4331028"/>
              <a:ext cx="70132" cy="25834"/>
            </a:xfrm>
            <a:custGeom>
              <a:rect b="b" l="l" r="r" t="t"/>
              <a:pathLst>
                <a:path extrusionOk="0" h="985" w="2674">
                  <a:moveTo>
                    <a:pt x="1149" y="0"/>
                  </a:moveTo>
                  <a:cubicBezTo>
                    <a:pt x="610" y="0"/>
                    <a:pt x="177" y="140"/>
                    <a:pt x="147" y="151"/>
                  </a:cubicBezTo>
                  <a:cubicBezTo>
                    <a:pt x="61" y="179"/>
                    <a:pt x="8" y="256"/>
                    <a:pt x="8" y="343"/>
                  </a:cubicBezTo>
                  <a:lnTo>
                    <a:pt x="8" y="771"/>
                  </a:lnTo>
                  <a:cubicBezTo>
                    <a:pt x="1" y="913"/>
                    <a:pt x="105" y="984"/>
                    <a:pt x="210" y="984"/>
                  </a:cubicBezTo>
                  <a:cubicBezTo>
                    <a:pt x="315" y="984"/>
                    <a:pt x="419" y="913"/>
                    <a:pt x="412" y="771"/>
                  </a:cubicBezTo>
                  <a:lnTo>
                    <a:pt x="412" y="497"/>
                  </a:lnTo>
                  <a:cubicBezTo>
                    <a:pt x="569" y="459"/>
                    <a:pt x="846" y="405"/>
                    <a:pt x="1158" y="405"/>
                  </a:cubicBezTo>
                  <a:cubicBezTo>
                    <a:pt x="1513" y="405"/>
                    <a:pt x="1915" y="475"/>
                    <a:pt x="2240" y="718"/>
                  </a:cubicBezTo>
                  <a:cubicBezTo>
                    <a:pt x="2284" y="755"/>
                    <a:pt x="2329" y="770"/>
                    <a:pt x="2372" y="770"/>
                  </a:cubicBezTo>
                  <a:cubicBezTo>
                    <a:pt x="2543" y="770"/>
                    <a:pt x="2674" y="523"/>
                    <a:pt x="2481" y="396"/>
                  </a:cubicBezTo>
                  <a:cubicBezTo>
                    <a:pt x="2069" y="88"/>
                    <a:pt x="1575" y="0"/>
                    <a:pt x="1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2" name="Google Shape;11822;p81"/>
          <p:cNvGrpSpPr/>
          <p:nvPr/>
        </p:nvGrpSpPr>
        <p:grpSpPr>
          <a:xfrm>
            <a:off x="7579687" y="4289536"/>
            <a:ext cx="253174" cy="360549"/>
            <a:chOff x="7579687" y="4289536"/>
            <a:chExt cx="253174" cy="360549"/>
          </a:xfrm>
        </p:grpSpPr>
        <p:sp>
          <p:nvSpPr>
            <p:cNvPr id="11823" name="Google Shape;11823;p81"/>
            <p:cNvSpPr/>
            <p:nvPr/>
          </p:nvSpPr>
          <p:spPr>
            <a:xfrm>
              <a:off x="7697816" y="4622206"/>
              <a:ext cx="22608" cy="22608"/>
            </a:xfrm>
            <a:custGeom>
              <a:rect b="b" l="l" r="r" t="t"/>
              <a:pathLst>
                <a:path extrusionOk="0" h="862" w="862">
                  <a:moveTo>
                    <a:pt x="428" y="0"/>
                  </a:moveTo>
                  <a:cubicBezTo>
                    <a:pt x="193" y="0"/>
                    <a:pt x="0" y="193"/>
                    <a:pt x="0" y="428"/>
                  </a:cubicBezTo>
                  <a:cubicBezTo>
                    <a:pt x="0" y="669"/>
                    <a:pt x="193" y="861"/>
                    <a:pt x="428" y="861"/>
                  </a:cubicBezTo>
                  <a:cubicBezTo>
                    <a:pt x="664" y="861"/>
                    <a:pt x="861" y="669"/>
                    <a:pt x="861" y="428"/>
                  </a:cubicBezTo>
                  <a:cubicBezTo>
                    <a:pt x="861" y="193"/>
                    <a:pt x="664" y="0"/>
                    <a:pt x="428"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1"/>
            <p:cNvSpPr/>
            <p:nvPr/>
          </p:nvSpPr>
          <p:spPr>
            <a:xfrm>
              <a:off x="7590545" y="4622206"/>
              <a:ext cx="22608" cy="22608"/>
            </a:xfrm>
            <a:custGeom>
              <a:rect b="b" l="l" r="r" t="t"/>
              <a:pathLst>
                <a:path extrusionOk="0" h="862" w="862">
                  <a:moveTo>
                    <a:pt x="428" y="0"/>
                  </a:moveTo>
                  <a:cubicBezTo>
                    <a:pt x="193" y="0"/>
                    <a:pt x="0" y="193"/>
                    <a:pt x="0" y="428"/>
                  </a:cubicBezTo>
                  <a:cubicBezTo>
                    <a:pt x="0" y="669"/>
                    <a:pt x="193" y="861"/>
                    <a:pt x="428" y="861"/>
                  </a:cubicBezTo>
                  <a:cubicBezTo>
                    <a:pt x="669" y="861"/>
                    <a:pt x="861" y="669"/>
                    <a:pt x="861" y="428"/>
                  </a:cubicBezTo>
                  <a:cubicBezTo>
                    <a:pt x="861" y="193"/>
                    <a:pt x="669" y="0"/>
                    <a:pt x="42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1"/>
            <p:cNvSpPr/>
            <p:nvPr/>
          </p:nvSpPr>
          <p:spPr>
            <a:xfrm>
              <a:off x="7804955" y="4622206"/>
              <a:ext cx="22608" cy="22608"/>
            </a:xfrm>
            <a:custGeom>
              <a:rect b="b" l="l" r="r" t="t"/>
              <a:pathLst>
                <a:path extrusionOk="0" h="862" w="862">
                  <a:moveTo>
                    <a:pt x="433" y="0"/>
                  </a:moveTo>
                  <a:cubicBezTo>
                    <a:pt x="193" y="0"/>
                    <a:pt x="0" y="193"/>
                    <a:pt x="0" y="428"/>
                  </a:cubicBezTo>
                  <a:cubicBezTo>
                    <a:pt x="0" y="669"/>
                    <a:pt x="193" y="861"/>
                    <a:pt x="433" y="861"/>
                  </a:cubicBezTo>
                  <a:cubicBezTo>
                    <a:pt x="669" y="861"/>
                    <a:pt x="862" y="669"/>
                    <a:pt x="862" y="428"/>
                  </a:cubicBezTo>
                  <a:cubicBezTo>
                    <a:pt x="862" y="193"/>
                    <a:pt x="669" y="0"/>
                    <a:pt x="433"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1"/>
            <p:cNvSpPr/>
            <p:nvPr/>
          </p:nvSpPr>
          <p:spPr>
            <a:xfrm>
              <a:off x="7686459" y="4430247"/>
              <a:ext cx="45190" cy="45190"/>
            </a:xfrm>
            <a:custGeom>
              <a:rect b="b" l="l" r="r" t="t"/>
              <a:pathLst>
                <a:path extrusionOk="0" h="1723" w="1723">
                  <a:moveTo>
                    <a:pt x="0" y="0"/>
                  </a:moveTo>
                  <a:lnTo>
                    <a:pt x="0" y="1723"/>
                  </a:lnTo>
                  <a:lnTo>
                    <a:pt x="1723" y="1723"/>
                  </a:lnTo>
                  <a:lnTo>
                    <a:pt x="17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1"/>
            <p:cNvSpPr/>
            <p:nvPr/>
          </p:nvSpPr>
          <p:spPr>
            <a:xfrm>
              <a:off x="7686459" y="4430247"/>
              <a:ext cx="45190" cy="28273"/>
            </a:xfrm>
            <a:custGeom>
              <a:rect b="b" l="l" r="r" t="t"/>
              <a:pathLst>
                <a:path extrusionOk="0" h="1078" w="1723">
                  <a:moveTo>
                    <a:pt x="0" y="0"/>
                  </a:moveTo>
                  <a:lnTo>
                    <a:pt x="0" y="915"/>
                  </a:lnTo>
                  <a:cubicBezTo>
                    <a:pt x="277" y="1023"/>
                    <a:pt x="569" y="1077"/>
                    <a:pt x="861" y="1077"/>
                  </a:cubicBezTo>
                  <a:cubicBezTo>
                    <a:pt x="1154" y="1077"/>
                    <a:pt x="1446" y="1023"/>
                    <a:pt x="1723" y="915"/>
                  </a:cubicBezTo>
                  <a:lnTo>
                    <a:pt x="17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1"/>
            <p:cNvSpPr/>
            <p:nvPr/>
          </p:nvSpPr>
          <p:spPr>
            <a:xfrm>
              <a:off x="7680899" y="4294834"/>
              <a:ext cx="56442" cy="45216"/>
            </a:xfrm>
            <a:custGeom>
              <a:rect b="b" l="l" r="r" t="t"/>
              <a:pathLst>
                <a:path extrusionOk="0" h="1724" w="2152">
                  <a:moveTo>
                    <a:pt x="1073" y="0"/>
                  </a:moveTo>
                  <a:cubicBezTo>
                    <a:pt x="481" y="0"/>
                    <a:pt x="0" y="385"/>
                    <a:pt x="0" y="862"/>
                  </a:cubicBezTo>
                  <a:cubicBezTo>
                    <a:pt x="0" y="1338"/>
                    <a:pt x="481" y="1723"/>
                    <a:pt x="1073" y="1723"/>
                  </a:cubicBezTo>
                  <a:cubicBezTo>
                    <a:pt x="1670" y="1723"/>
                    <a:pt x="2151" y="1338"/>
                    <a:pt x="2151" y="862"/>
                  </a:cubicBezTo>
                  <a:cubicBezTo>
                    <a:pt x="2151" y="385"/>
                    <a:pt x="1670" y="0"/>
                    <a:pt x="1073"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1"/>
            <p:cNvSpPr/>
            <p:nvPr/>
          </p:nvSpPr>
          <p:spPr>
            <a:xfrm>
              <a:off x="7680768" y="4294834"/>
              <a:ext cx="38397" cy="45216"/>
            </a:xfrm>
            <a:custGeom>
              <a:rect b="b" l="l" r="r" t="t"/>
              <a:pathLst>
                <a:path extrusionOk="0" h="1724" w="1464">
                  <a:moveTo>
                    <a:pt x="1078" y="0"/>
                  </a:moveTo>
                  <a:cubicBezTo>
                    <a:pt x="486" y="0"/>
                    <a:pt x="0" y="385"/>
                    <a:pt x="0" y="862"/>
                  </a:cubicBezTo>
                  <a:cubicBezTo>
                    <a:pt x="0" y="1338"/>
                    <a:pt x="482" y="1723"/>
                    <a:pt x="1078" y="1723"/>
                  </a:cubicBezTo>
                  <a:cubicBezTo>
                    <a:pt x="1208" y="1723"/>
                    <a:pt x="1338" y="1699"/>
                    <a:pt x="1463" y="1660"/>
                  </a:cubicBezTo>
                  <a:cubicBezTo>
                    <a:pt x="1073" y="1540"/>
                    <a:pt x="794" y="1218"/>
                    <a:pt x="794" y="833"/>
                  </a:cubicBezTo>
                  <a:cubicBezTo>
                    <a:pt x="794" y="482"/>
                    <a:pt x="1035" y="183"/>
                    <a:pt x="1372" y="39"/>
                  </a:cubicBezTo>
                  <a:cubicBezTo>
                    <a:pt x="1276" y="15"/>
                    <a:pt x="1179" y="0"/>
                    <a:pt x="107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1"/>
            <p:cNvSpPr/>
            <p:nvPr/>
          </p:nvSpPr>
          <p:spPr>
            <a:xfrm>
              <a:off x="7652626" y="4317416"/>
              <a:ext cx="112857" cy="112988"/>
            </a:xfrm>
            <a:custGeom>
              <a:rect b="b" l="l" r="r" t="t"/>
              <a:pathLst>
                <a:path extrusionOk="0" h="4308" w="4303">
                  <a:moveTo>
                    <a:pt x="2151" y="1"/>
                  </a:moveTo>
                  <a:cubicBezTo>
                    <a:pt x="963" y="1"/>
                    <a:pt x="0" y="963"/>
                    <a:pt x="0" y="2152"/>
                  </a:cubicBezTo>
                  <a:cubicBezTo>
                    <a:pt x="0" y="3340"/>
                    <a:pt x="963" y="4307"/>
                    <a:pt x="2151" y="4307"/>
                  </a:cubicBezTo>
                  <a:cubicBezTo>
                    <a:pt x="3340" y="4307"/>
                    <a:pt x="4302" y="3340"/>
                    <a:pt x="4302" y="2152"/>
                  </a:cubicBezTo>
                  <a:cubicBezTo>
                    <a:pt x="4302" y="963"/>
                    <a:pt x="3340" y="1"/>
                    <a:pt x="215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1"/>
            <p:cNvSpPr/>
            <p:nvPr/>
          </p:nvSpPr>
          <p:spPr>
            <a:xfrm>
              <a:off x="7679299" y="4317521"/>
              <a:ext cx="89960" cy="111729"/>
            </a:xfrm>
            <a:custGeom>
              <a:rect b="b" l="l" r="r" t="t"/>
              <a:pathLst>
                <a:path extrusionOk="0" h="4260" w="3430">
                  <a:moveTo>
                    <a:pt x="1181" y="0"/>
                  </a:moveTo>
                  <a:cubicBezTo>
                    <a:pt x="384" y="0"/>
                    <a:pt x="1" y="1017"/>
                    <a:pt x="629" y="1532"/>
                  </a:cubicBezTo>
                  <a:lnTo>
                    <a:pt x="639" y="1536"/>
                  </a:lnTo>
                  <a:cubicBezTo>
                    <a:pt x="639" y="1536"/>
                    <a:pt x="1255" y="3625"/>
                    <a:pt x="1567" y="4260"/>
                  </a:cubicBezTo>
                  <a:cubicBezTo>
                    <a:pt x="2684" y="4029"/>
                    <a:pt x="3430" y="2970"/>
                    <a:pt x="3266" y="1840"/>
                  </a:cubicBezTo>
                  <a:cubicBezTo>
                    <a:pt x="3141" y="974"/>
                    <a:pt x="2501" y="271"/>
                    <a:pt x="1654" y="59"/>
                  </a:cubicBezTo>
                  <a:cubicBezTo>
                    <a:pt x="1514" y="26"/>
                    <a:pt x="1370" y="6"/>
                    <a:pt x="1226" y="2"/>
                  </a:cubicBezTo>
                  <a:cubicBezTo>
                    <a:pt x="1211" y="1"/>
                    <a:pt x="1196" y="0"/>
                    <a:pt x="118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1"/>
            <p:cNvSpPr/>
            <p:nvPr/>
          </p:nvSpPr>
          <p:spPr>
            <a:xfrm>
              <a:off x="7663851" y="4357544"/>
              <a:ext cx="90380" cy="84085"/>
            </a:xfrm>
            <a:custGeom>
              <a:rect b="b" l="l" r="r" t="t"/>
              <a:pathLst>
                <a:path extrusionOk="0" h="3206" w="3446">
                  <a:moveTo>
                    <a:pt x="1181" y="1"/>
                  </a:moveTo>
                  <a:cubicBezTo>
                    <a:pt x="1108" y="1"/>
                    <a:pt x="1041" y="38"/>
                    <a:pt x="1002" y="102"/>
                  </a:cubicBezTo>
                  <a:cubicBezTo>
                    <a:pt x="833" y="367"/>
                    <a:pt x="419" y="987"/>
                    <a:pt x="87" y="1218"/>
                  </a:cubicBezTo>
                  <a:cubicBezTo>
                    <a:pt x="34" y="1257"/>
                    <a:pt x="1" y="1319"/>
                    <a:pt x="1" y="1387"/>
                  </a:cubicBezTo>
                  <a:lnTo>
                    <a:pt x="1" y="1483"/>
                  </a:lnTo>
                  <a:cubicBezTo>
                    <a:pt x="1" y="2436"/>
                    <a:pt x="775" y="3205"/>
                    <a:pt x="1723" y="3205"/>
                  </a:cubicBezTo>
                  <a:cubicBezTo>
                    <a:pt x="2676" y="3205"/>
                    <a:pt x="3446" y="2436"/>
                    <a:pt x="3446" y="1488"/>
                  </a:cubicBezTo>
                  <a:lnTo>
                    <a:pt x="3446" y="1271"/>
                  </a:lnTo>
                  <a:cubicBezTo>
                    <a:pt x="3446" y="540"/>
                    <a:pt x="1743" y="121"/>
                    <a:pt x="1228" y="6"/>
                  </a:cubicBezTo>
                  <a:cubicBezTo>
                    <a:pt x="1212" y="2"/>
                    <a:pt x="1196" y="1"/>
                    <a:pt x="118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1"/>
            <p:cNvSpPr/>
            <p:nvPr/>
          </p:nvSpPr>
          <p:spPr>
            <a:xfrm>
              <a:off x="7635709" y="4461169"/>
              <a:ext cx="146664" cy="59458"/>
            </a:xfrm>
            <a:custGeom>
              <a:rect b="b" l="l" r="r" t="t"/>
              <a:pathLst>
                <a:path extrusionOk="0" h="2267" w="5592">
                  <a:moveTo>
                    <a:pt x="1699" y="0"/>
                  </a:moveTo>
                  <a:cubicBezTo>
                    <a:pt x="1694" y="5"/>
                    <a:pt x="1690" y="10"/>
                    <a:pt x="1680" y="15"/>
                  </a:cubicBezTo>
                  <a:lnTo>
                    <a:pt x="381" y="592"/>
                  </a:lnTo>
                  <a:cubicBezTo>
                    <a:pt x="150" y="693"/>
                    <a:pt x="1" y="924"/>
                    <a:pt x="1" y="1179"/>
                  </a:cubicBezTo>
                  <a:lnTo>
                    <a:pt x="1" y="2267"/>
                  </a:lnTo>
                  <a:lnTo>
                    <a:pt x="5592" y="2267"/>
                  </a:lnTo>
                  <a:lnTo>
                    <a:pt x="5592" y="1179"/>
                  </a:lnTo>
                  <a:cubicBezTo>
                    <a:pt x="5592" y="924"/>
                    <a:pt x="5443" y="693"/>
                    <a:pt x="5212" y="592"/>
                  </a:cubicBezTo>
                  <a:lnTo>
                    <a:pt x="3913" y="15"/>
                  </a:lnTo>
                  <a:cubicBezTo>
                    <a:pt x="3908" y="10"/>
                    <a:pt x="3898" y="5"/>
                    <a:pt x="3893" y="0"/>
                  </a:cubicBezTo>
                  <a:lnTo>
                    <a:pt x="2796" y="568"/>
                  </a:lnTo>
                  <a:lnTo>
                    <a:pt x="1699"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1"/>
            <p:cNvSpPr/>
            <p:nvPr/>
          </p:nvSpPr>
          <p:spPr>
            <a:xfrm>
              <a:off x="7635709" y="4480341"/>
              <a:ext cx="28299" cy="40285"/>
            </a:xfrm>
            <a:custGeom>
              <a:rect b="b" l="l" r="r" t="t"/>
              <a:pathLst>
                <a:path extrusionOk="0" h="1536" w="1079">
                  <a:moveTo>
                    <a:pt x="184" y="1"/>
                  </a:moveTo>
                  <a:cubicBezTo>
                    <a:pt x="68" y="121"/>
                    <a:pt x="1" y="280"/>
                    <a:pt x="1" y="448"/>
                  </a:cubicBezTo>
                  <a:lnTo>
                    <a:pt x="1" y="1536"/>
                  </a:lnTo>
                  <a:lnTo>
                    <a:pt x="1079" y="1536"/>
                  </a:lnTo>
                  <a:lnTo>
                    <a:pt x="1079" y="1069"/>
                  </a:lnTo>
                  <a:cubicBezTo>
                    <a:pt x="1074" y="953"/>
                    <a:pt x="1030" y="843"/>
                    <a:pt x="949" y="766"/>
                  </a:cubicBezTo>
                  <a:lnTo>
                    <a:pt x="184"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1"/>
            <p:cNvSpPr/>
            <p:nvPr/>
          </p:nvSpPr>
          <p:spPr>
            <a:xfrm>
              <a:off x="7754205" y="4480341"/>
              <a:ext cx="28299" cy="40285"/>
            </a:xfrm>
            <a:custGeom>
              <a:rect b="b" l="l" r="r" t="t"/>
              <a:pathLst>
                <a:path extrusionOk="0" h="1536" w="1079">
                  <a:moveTo>
                    <a:pt x="891" y="1"/>
                  </a:moveTo>
                  <a:lnTo>
                    <a:pt x="126" y="766"/>
                  </a:lnTo>
                  <a:cubicBezTo>
                    <a:pt x="44" y="843"/>
                    <a:pt x="1" y="953"/>
                    <a:pt x="1" y="1069"/>
                  </a:cubicBezTo>
                  <a:lnTo>
                    <a:pt x="1" y="1536"/>
                  </a:lnTo>
                  <a:lnTo>
                    <a:pt x="1079" y="1536"/>
                  </a:lnTo>
                  <a:lnTo>
                    <a:pt x="1079" y="448"/>
                  </a:lnTo>
                  <a:cubicBezTo>
                    <a:pt x="1074" y="280"/>
                    <a:pt x="1011" y="121"/>
                    <a:pt x="89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1"/>
            <p:cNvSpPr/>
            <p:nvPr/>
          </p:nvSpPr>
          <p:spPr>
            <a:xfrm>
              <a:off x="7663851" y="4357544"/>
              <a:ext cx="90380" cy="83456"/>
            </a:xfrm>
            <a:custGeom>
              <a:rect b="b" l="l" r="r" t="t"/>
              <a:pathLst>
                <a:path extrusionOk="0" h="3182" w="3446">
                  <a:moveTo>
                    <a:pt x="1178" y="1"/>
                  </a:moveTo>
                  <a:cubicBezTo>
                    <a:pt x="1106" y="1"/>
                    <a:pt x="1037" y="37"/>
                    <a:pt x="1002" y="97"/>
                  </a:cubicBezTo>
                  <a:cubicBezTo>
                    <a:pt x="833" y="362"/>
                    <a:pt x="419" y="987"/>
                    <a:pt x="87" y="1218"/>
                  </a:cubicBezTo>
                  <a:cubicBezTo>
                    <a:pt x="30" y="1257"/>
                    <a:pt x="1" y="1319"/>
                    <a:pt x="1" y="1387"/>
                  </a:cubicBezTo>
                  <a:lnTo>
                    <a:pt x="1" y="1488"/>
                  </a:lnTo>
                  <a:cubicBezTo>
                    <a:pt x="1" y="2315"/>
                    <a:pt x="597" y="3032"/>
                    <a:pt x="1415" y="3181"/>
                  </a:cubicBezTo>
                  <a:cubicBezTo>
                    <a:pt x="1059" y="2854"/>
                    <a:pt x="862" y="2397"/>
                    <a:pt x="862" y="1916"/>
                  </a:cubicBezTo>
                  <a:lnTo>
                    <a:pt x="862" y="1488"/>
                  </a:lnTo>
                  <a:cubicBezTo>
                    <a:pt x="862" y="1343"/>
                    <a:pt x="910" y="1204"/>
                    <a:pt x="997" y="1093"/>
                  </a:cubicBezTo>
                  <a:cubicBezTo>
                    <a:pt x="1074" y="987"/>
                    <a:pt x="1151" y="881"/>
                    <a:pt x="1218" y="776"/>
                  </a:cubicBezTo>
                  <a:cubicBezTo>
                    <a:pt x="1257" y="718"/>
                    <a:pt x="1319" y="684"/>
                    <a:pt x="1386" y="684"/>
                  </a:cubicBezTo>
                  <a:cubicBezTo>
                    <a:pt x="2065" y="689"/>
                    <a:pt x="3210" y="1233"/>
                    <a:pt x="3441" y="1488"/>
                  </a:cubicBezTo>
                  <a:lnTo>
                    <a:pt x="3441" y="1271"/>
                  </a:lnTo>
                  <a:cubicBezTo>
                    <a:pt x="3446" y="540"/>
                    <a:pt x="1738" y="116"/>
                    <a:pt x="1223" y="6"/>
                  </a:cubicBezTo>
                  <a:cubicBezTo>
                    <a:pt x="1208" y="2"/>
                    <a:pt x="1193" y="1"/>
                    <a:pt x="117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1"/>
            <p:cNvSpPr/>
            <p:nvPr/>
          </p:nvSpPr>
          <p:spPr>
            <a:xfrm>
              <a:off x="7630411" y="4289536"/>
              <a:ext cx="157260" cy="236388"/>
            </a:xfrm>
            <a:custGeom>
              <a:rect b="b" l="l" r="r" t="t"/>
              <a:pathLst>
                <a:path extrusionOk="0" h="9013" w="5996">
                  <a:moveTo>
                    <a:pt x="2998" y="405"/>
                  </a:moveTo>
                  <a:cubicBezTo>
                    <a:pt x="3465" y="405"/>
                    <a:pt x="3850" y="684"/>
                    <a:pt x="3874" y="1030"/>
                  </a:cubicBezTo>
                  <a:cubicBezTo>
                    <a:pt x="3593" y="917"/>
                    <a:pt x="3295" y="860"/>
                    <a:pt x="2999" y="860"/>
                  </a:cubicBezTo>
                  <a:cubicBezTo>
                    <a:pt x="2702" y="860"/>
                    <a:pt x="2406" y="917"/>
                    <a:pt x="2127" y="1030"/>
                  </a:cubicBezTo>
                  <a:cubicBezTo>
                    <a:pt x="2147" y="684"/>
                    <a:pt x="2532" y="405"/>
                    <a:pt x="2998" y="405"/>
                  </a:cubicBezTo>
                  <a:close/>
                  <a:moveTo>
                    <a:pt x="3006" y="1260"/>
                  </a:moveTo>
                  <a:cubicBezTo>
                    <a:pt x="4263" y="1260"/>
                    <a:pt x="5196" y="2445"/>
                    <a:pt x="4894" y="3676"/>
                  </a:cubicBezTo>
                  <a:cubicBezTo>
                    <a:pt x="4851" y="3513"/>
                    <a:pt x="4759" y="3364"/>
                    <a:pt x="4634" y="3253"/>
                  </a:cubicBezTo>
                  <a:cubicBezTo>
                    <a:pt x="3845" y="2555"/>
                    <a:pt x="2440" y="2373"/>
                    <a:pt x="2378" y="2368"/>
                  </a:cubicBezTo>
                  <a:cubicBezTo>
                    <a:pt x="2371" y="2367"/>
                    <a:pt x="2365" y="2367"/>
                    <a:pt x="2359" y="2367"/>
                  </a:cubicBezTo>
                  <a:cubicBezTo>
                    <a:pt x="2121" y="2367"/>
                    <a:pt x="2086" y="2720"/>
                    <a:pt x="2329" y="2767"/>
                  </a:cubicBezTo>
                  <a:cubicBezTo>
                    <a:pt x="2344" y="2767"/>
                    <a:pt x="3672" y="2940"/>
                    <a:pt x="4365" y="3556"/>
                  </a:cubicBezTo>
                  <a:cubicBezTo>
                    <a:pt x="4461" y="3638"/>
                    <a:pt x="4519" y="3763"/>
                    <a:pt x="4519" y="3893"/>
                  </a:cubicBezTo>
                  <a:lnTo>
                    <a:pt x="4519" y="4071"/>
                  </a:lnTo>
                  <a:cubicBezTo>
                    <a:pt x="4519" y="4913"/>
                    <a:pt x="3840" y="5592"/>
                    <a:pt x="2998" y="5592"/>
                  </a:cubicBezTo>
                  <a:cubicBezTo>
                    <a:pt x="2161" y="5592"/>
                    <a:pt x="1478" y="4913"/>
                    <a:pt x="1478" y="4071"/>
                  </a:cubicBezTo>
                  <a:cubicBezTo>
                    <a:pt x="1478" y="4013"/>
                    <a:pt x="1507" y="3956"/>
                    <a:pt x="1560" y="3917"/>
                  </a:cubicBezTo>
                  <a:cubicBezTo>
                    <a:pt x="1786" y="3758"/>
                    <a:pt x="1973" y="3547"/>
                    <a:pt x="2103" y="3301"/>
                  </a:cubicBezTo>
                  <a:cubicBezTo>
                    <a:pt x="2183" y="3141"/>
                    <a:pt x="2051" y="3009"/>
                    <a:pt x="1917" y="3009"/>
                  </a:cubicBezTo>
                  <a:cubicBezTo>
                    <a:pt x="1850" y="3009"/>
                    <a:pt x="1783" y="3043"/>
                    <a:pt x="1742" y="3123"/>
                  </a:cubicBezTo>
                  <a:cubicBezTo>
                    <a:pt x="1641" y="3311"/>
                    <a:pt x="1497" y="3470"/>
                    <a:pt x="1319" y="3590"/>
                  </a:cubicBezTo>
                  <a:cubicBezTo>
                    <a:pt x="1247" y="3648"/>
                    <a:pt x="1184" y="3720"/>
                    <a:pt x="1141" y="3802"/>
                  </a:cubicBezTo>
                  <a:cubicBezTo>
                    <a:pt x="746" y="2570"/>
                    <a:pt x="1641" y="1304"/>
                    <a:pt x="2931" y="1261"/>
                  </a:cubicBezTo>
                  <a:cubicBezTo>
                    <a:pt x="2956" y="1260"/>
                    <a:pt x="2981" y="1260"/>
                    <a:pt x="3006" y="1260"/>
                  </a:cubicBezTo>
                  <a:close/>
                  <a:moveTo>
                    <a:pt x="3662" y="5880"/>
                  </a:moveTo>
                  <a:lnTo>
                    <a:pt x="3662" y="6159"/>
                  </a:lnTo>
                  <a:cubicBezTo>
                    <a:pt x="3662" y="6217"/>
                    <a:pt x="3667" y="6270"/>
                    <a:pt x="3682" y="6323"/>
                  </a:cubicBezTo>
                  <a:lnTo>
                    <a:pt x="3008" y="6828"/>
                  </a:lnTo>
                  <a:cubicBezTo>
                    <a:pt x="3006" y="6831"/>
                    <a:pt x="3003" y="6832"/>
                    <a:pt x="3001" y="6832"/>
                  </a:cubicBezTo>
                  <a:cubicBezTo>
                    <a:pt x="2998" y="6832"/>
                    <a:pt x="2996" y="6831"/>
                    <a:pt x="2993" y="6828"/>
                  </a:cubicBezTo>
                  <a:lnTo>
                    <a:pt x="2320" y="6323"/>
                  </a:lnTo>
                  <a:cubicBezTo>
                    <a:pt x="2334" y="6270"/>
                    <a:pt x="2339" y="6217"/>
                    <a:pt x="2339" y="6159"/>
                  </a:cubicBezTo>
                  <a:lnTo>
                    <a:pt x="2339" y="5885"/>
                  </a:lnTo>
                  <a:cubicBezTo>
                    <a:pt x="2551" y="5962"/>
                    <a:pt x="2772" y="6001"/>
                    <a:pt x="2998" y="6001"/>
                  </a:cubicBezTo>
                  <a:lnTo>
                    <a:pt x="2998" y="5996"/>
                  </a:lnTo>
                  <a:cubicBezTo>
                    <a:pt x="3224" y="5996"/>
                    <a:pt x="3451" y="5957"/>
                    <a:pt x="3662" y="5880"/>
                  </a:cubicBezTo>
                  <a:close/>
                  <a:moveTo>
                    <a:pt x="2998" y="0"/>
                  </a:moveTo>
                  <a:cubicBezTo>
                    <a:pt x="2296" y="0"/>
                    <a:pt x="1723" y="477"/>
                    <a:pt x="1723" y="1064"/>
                  </a:cubicBezTo>
                  <a:cubicBezTo>
                    <a:pt x="1723" y="1117"/>
                    <a:pt x="1728" y="1174"/>
                    <a:pt x="1742" y="1227"/>
                  </a:cubicBezTo>
                  <a:cubicBezTo>
                    <a:pt x="544" y="1983"/>
                    <a:pt x="284" y="3619"/>
                    <a:pt x="1184" y="4711"/>
                  </a:cubicBezTo>
                  <a:cubicBezTo>
                    <a:pt x="1324" y="5106"/>
                    <a:pt x="1588" y="5442"/>
                    <a:pt x="1940" y="5678"/>
                  </a:cubicBezTo>
                  <a:lnTo>
                    <a:pt x="1940" y="6164"/>
                  </a:lnTo>
                  <a:cubicBezTo>
                    <a:pt x="1940" y="6251"/>
                    <a:pt x="1887" y="6333"/>
                    <a:pt x="1805" y="6371"/>
                  </a:cubicBezTo>
                  <a:lnTo>
                    <a:pt x="506" y="6948"/>
                  </a:lnTo>
                  <a:cubicBezTo>
                    <a:pt x="198" y="7083"/>
                    <a:pt x="1" y="7386"/>
                    <a:pt x="1" y="7723"/>
                  </a:cubicBezTo>
                  <a:lnTo>
                    <a:pt x="1" y="8811"/>
                  </a:lnTo>
                  <a:cubicBezTo>
                    <a:pt x="1" y="8921"/>
                    <a:pt x="92" y="9008"/>
                    <a:pt x="203" y="9013"/>
                  </a:cubicBezTo>
                  <a:cubicBezTo>
                    <a:pt x="313" y="9013"/>
                    <a:pt x="405" y="8921"/>
                    <a:pt x="405" y="8811"/>
                  </a:cubicBezTo>
                  <a:lnTo>
                    <a:pt x="405" y="7723"/>
                  </a:lnTo>
                  <a:cubicBezTo>
                    <a:pt x="405" y="7545"/>
                    <a:pt x="506" y="7386"/>
                    <a:pt x="669" y="7314"/>
                  </a:cubicBezTo>
                  <a:lnTo>
                    <a:pt x="1964" y="6742"/>
                  </a:lnTo>
                  <a:cubicBezTo>
                    <a:pt x="2012" y="6718"/>
                    <a:pt x="2055" y="6693"/>
                    <a:pt x="2094" y="6660"/>
                  </a:cubicBezTo>
                  <a:lnTo>
                    <a:pt x="2748" y="7151"/>
                  </a:lnTo>
                  <a:cubicBezTo>
                    <a:pt x="2823" y="7206"/>
                    <a:pt x="2910" y="7234"/>
                    <a:pt x="2998" y="7234"/>
                  </a:cubicBezTo>
                  <a:cubicBezTo>
                    <a:pt x="3086" y="7234"/>
                    <a:pt x="3174" y="7206"/>
                    <a:pt x="3249" y="7151"/>
                  </a:cubicBezTo>
                  <a:lnTo>
                    <a:pt x="3903" y="6660"/>
                  </a:lnTo>
                  <a:cubicBezTo>
                    <a:pt x="3941" y="6693"/>
                    <a:pt x="3990" y="6718"/>
                    <a:pt x="4033" y="6742"/>
                  </a:cubicBezTo>
                  <a:lnTo>
                    <a:pt x="5332" y="7314"/>
                  </a:lnTo>
                  <a:cubicBezTo>
                    <a:pt x="5491" y="7386"/>
                    <a:pt x="5597" y="7545"/>
                    <a:pt x="5597" y="7723"/>
                  </a:cubicBezTo>
                  <a:lnTo>
                    <a:pt x="5597" y="8811"/>
                  </a:lnTo>
                  <a:cubicBezTo>
                    <a:pt x="5604" y="8936"/>
                    <a:pt x="5700" y="8998"/>
                    <a:pt x="5796" y="8998"/>
                  </a:cubicBezTo>
                  <a:cubicBezTo>
                    <a:pt x="5893" y="8998"/>
                    <a:pt x="5989" y="8936"/>
                    <a:pt x="5996" y="8811"/>
                  </a:cubicBezTo>
                  <a:lnTo>
                    <a:pt x="5996" y="7723"/>
                  </a:lnTo>
                  <a:cubicBezTo>
                    <a:pt x="5996" y="7386"/>
                    <a:pt x="5799" y="7083"/>
                    <a:pt x="5496" y="6948"/>
                  </a:cubicBezTo>
                  <a:lnTo>
                    <a:pt x="4196" y="6371"/>
                  </a:lnTo>
                  <a:cubicBezTo>
                    <a:pt x="4115" y="6333"/>
                    <a:pt x="4062" y="6251"/>
                    <a:pt x="4062" y="6164"/>
                  </a:cubicBezTo>
                  <a:lnTo>
                    <a:pt x="4062" y="5678"/>
                  </a:lnTo>
                  <a:cubicBezTo>
                    <a:pt x="4413" y="5442"/>
                    <a:pt x="4678" y="5106"/>
                    <a:pt x="4817" y="4711"/>
                  </a:cubicBezTo>
                  <a:cubicBezTo>
                    <a:pt x="5717" y="3619"/>
                    <a:pt x="5457" y="1983"/>
                    <a:pt x="4259" y="1227"/>
                  </a:cubicBezTo>
                  <a:cubicBezTo>
                    <a:pt x="4273" y="1174"/>
                    <a:pt x="4278" y="1117"/>
                    <a:pt x="4278" y="1064"/>
                  </a:cubicBezTo>
                  <a:cubicBezTo>
                    <a:pt x="4278" y="477"/>
                    <a:pt x="3706" y="0"/>
                    <a:pt x="2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1"/>
            <p:cNvSpPr/>
            <p:nvPr/>
          </p:nvSpPr>
          <p:spPr>
            <a:xfrm>
              <a:off x="7703533" y="4486741"/>
              <a:ext cx="11016" cy="39472"/>
            </a:xfrm>
            <a:custGeom>
              <a:rect b="b" l="l" r="r" t="t"/>
              <a:pathLst>
                <a:path extrusionOk="0" h="1505" w="420">
                  <a:moveTo>
                    <a:pt x="210" y="1"/>
                  </a:moveTo>
                  <a:cubicBezTo>
                    <a:pt x="106" y="1"/>
                    <a:pt x="1" y="72"/>
                    <a:pt x="8" y="214"/>
                  </a:cubicBezTo>
                  <a:lnTo>
                    <a:pt x="8" y="1292"/>
                  </a:lnTo>
                  <a:cubicBezTo>
                    <a:pt x="1" y="1434"/>
                    <a:pt x="106" y="1505"/>
                    <a:pt x="210" y="1505"/>
                  </a:cubicBezTo>
                  <a:cubicBezTo>
                    <a:pt x="315" y="1505"/>
                    <a:pt x="420" y="1434"/>
                    <a:pt x="412" y="1292"/>
                  </a:cubicBezTo>
                  <a:lnTo>
                    <a:pt x="412" y="214"/>
                  </a:lnTo>
                  <a:cubicBezTo>
                    <a:pt x="420"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1"/>
            <p:cNvSpPr/>
            <p:nvPr/>
          </p:nvSpPr>
          <p:spPr>
            <a:xfrm>
              <a:off x="7658553" y="4498674"/>
              <a:ext cx="10622" cy="26962"/>
            </a:xfrm>
            <a:custGeom>
              <a:rect b="b" l="l" r="r" t="t"/>
              <a:pathLst>
                <a:path extrusionOk="0" h="1028" w="405">
                  <a:moveTo>
                    <a:pt x="203" y="1"/>
                  </a:moveTo>
                  <a:cubicBezTo>
                    <a:pt x="105" y="1"/>
                    <a:pt x="8" y="64"/>
                    <a:pt x="1" y="192"/>
                  </a:cubicBezTo>
                  <a:lnTo>
                    <a:pt x="1" y="837"/>
                  </a:lnTo>
                  <a:cubicBezTo>
                    <a:pt x="8" y="964"/>
                    <a:pt x="105" y="1028"/>
                    <a:pt x="203" y="1028"/>
                  </a:cubicBezTo>
                  <a:cubicBezTo>
                    <a:pt x="300" y="1028"/>
                    <a:pt x="398" y="964"/>
                    <a:pt x="405" y="837"/>
                  </a:cubicBezTo>
                  <a:lnTo>
                    <a:pt x="405" y="192"/>
                  </a:lnTo>
                  <a:cubicBezTo>
                    <a:pt x="398" y="64"/>
                    <a:pt x="300"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1"/>
            <p:cNvSpPr/>
            <p:nvPr/>
          </p:nvSpPr>
          <p:spPr>
            <a:xfrm>
              <a:off x="7748723" y="4498097"/>
              <a:ext cx="11016" cy="28116"/>
            </a:xfrm>
            <a:custGeom>
              <a:rect b="b" l="l" r="r" t="t"/>
              <a:pathLst>
                <a:path extrusionOk="0" h="1072" w="420">
                  <a:moveTo>
                    <a:pt x="210" y="1"/>
                  </a:moveTo>
                  <a:cubicBezTo>
                    <a:pt x="105" y="1"/>
                    <a:pt x="1" y="72"/>
                    <a:pt x="8" y="214"/>
                  </a:cubicBezTo>
                  <a:lnTo>
                    <a:pt x="8" y="859"/>
                  </a:lnTo>
                  <a:cubicBezTo>
                    <a:pt x="1" y="1001"/>
                    <a:pt x="105" y="1072"/>
                    <a:pt x="210" y="1072"/>
                  </a:cubicBezTo>
                  <a:cubicBezTo>
                    <a:pt x="315" y="1072"/>
                    <a:pt x="419" y="1001"/>
                    <a:pt x="412" y="859"/>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1"/>
            <p:cNvSpPr/>
            <p:nvPr/>
          </p:nvSpPr>
          <p:spPr>
            <a:xfrm>
              <a:off x="7686958" y="4616882"/>
              <a:ext cx="38633" cy="33204"/>
            </a:xfrm>
            <a:custGeom>
              <a:rect b="b" l="l" r="r" t="t"/>
              <a:pathLst>
                <a:path extrusionOk="0" h="1266" w="1473">
                  <a:moveTo>
                    <a:pt x="841" y="405"/>
                  </a:moveTo>
                  <a:cubicBezTo>
                    <a:pt x="959" y="405"/>
                    <a:pt x="1073" y="495"/>
                    <a:pt x="1073" y="631"/>
                  </a:cubicBezTo>
                  <a:cubicBezTo>
                    <a:pt x="1068" y="756"/>
                    <a:pt x="967" y="862"/>
                    <a:pt x="842" y="862"/>
                  </a:cubicBezTo>
                  <a:cubicBezTo>
                    <a:pt x="640" y="862"/>
                    <a:pt x="534" y="617"/>
                    <a:pt x="679" y="472"/>
                  </a:cubicBezTo>
                  <a:cubicBezTo>
                    <a:pt x="726" y="426"/>
                    <a:pt x="784" y="405"/>
                    <a:pt x="841" y="405"/>
                  </a:cubicBezTo>
                  <a:close/>
                  <a:moveTo>
                    <a:pt x="842" y="1"/>
                  </a:moveTo>
                  <a:cubicBezTo>
                    <a:pt x="279" y="1"/>
                    <a:pt x="0" y="679"/>
                    <a:pt x="395" y="1079"/>
                  </a:cubicBezTo>
                  <a:cubicBezTo>
                    <a:pt x="524" y="1208"/>
                    <a:pt x="682" y="1266"/>
                    <a:pt x="837" y="1266"/>
                  </a:cubicBezTo>
                  <a:cubicBezTo>
                    <a:pt x="1162" y="1266"/>
                    <a:pt x="1473" y="1012"/>
                    <a:pt x="1473" y="631"/>
                  </a:cubicBezTo>
                  <a:cubicBezTo>
                    <a:pt x="1473"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1"/>
            <p:cNvSpPr/>
            <p:nvPr/>
          </p:nvSpPr>
          <p:spPr>
            <a:xfrm>
              <a:off x="7579687" y="4616882"/>
              <a:ext cx="38764" cy="33204"/>
            </a:xfrm>
            <a:custGeom>
              <a:rect b="b" l="l" r="r" t="t"/>
              <a:pathLst>
                <a:path extrusionOk="0" h="1266" w="1478">
                  <a:moveTo>
                    <a:pt x="845" y="405"/>
                  </a:moveTo>
                  <a:cubicBezTo>
                    <a:pt x="962" y="405"/>
                    <a:pt x="1073" y="495"/>
                    <a:pt x="1073" y="631"/>
                  </a:cubicBezTo>
                  <a:cubicBezTo>
                    <a:pt x="1073" y="756"/>
                    <a:pt x="972" y="862"/>
                    <a:pt x="842" y="862"/>
                  </a:cubicBezTo>
                  <a:cubicBezTo>
                    <a:pt x="640" y="862"/>
                    <a:pt x="539" y="617"/>
                    <a:pt x="684" y="472"/>
                  </a:cubicBezTo>
                  <a:cubicBezTo>
                    <a:pt x="730" y="426"/>
                    <a:pt x="788" y="405"/>
                    <a:pt x="845" y="405"/>
                  </a:cubicBezTo>
                  <a:close/>
                  <a:moveTo>
                    <a:pt x="842" y="1"/>
                  </a:moveTo>
                  <a:cubicBezTo>
                    <a:pt x="284" y="1"/>
                    <a:pt x="0" y="679"/>
                    <a:pt x="400" y="1079"/>
                  </a:cubicBezTo>
                  <a:cubicBezTo>
                    <a:pt x="527" y="1208"/>
                    <a:pt x="685" y="1266"/>
                    <a:pt x="840" y="1266"/>
                  </a:cubicBezTo>
                  <a:cubicBezTo>
                    <a:pt x="1164" y="1266"/>
                    <a:pt x="1477" y="1012"/>
                    <a:pt x="1477" y="631"/>
                  </a:cubicBezTo>
                  <a:cubicBezTo>
                    <a:pt x="1477"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1"/>
            <p:cNvSpPr/>
            <p:nvPr/>
          </p:nvSpPr>
          <p:spPr>
            <a:xfrm>
              <a:off x="7794097" y="4616882"/>
              <a:ext cx="38764" cy="33204"/>
            </a:xfrm>
            <a:custGeom>
              <a:rect b="b" l="l" r="r" t="t"/>
              <a:pathLst>
                <a:path extrusionOk="0" h="1266" w="1478">
                  <a:moveTo>
                    <a:pt x="845" y="405"/>
                  </a:moveTo>
                  <a:cubicBezTo>
                    <a:pt x="962" y="405"/>
                    <a:pt x="1073" y="495"/>
                    <a:pt x="1073" y="631"/>
                  </a:cubicBezTo>
                  <a:cubicBezTo>
                    <a:pt x="1073" y="756"/>
                    <a:pt x="972" y="862"/>
                    <a:pt x="847" y="862"/>
                  </a:cubicBezTo>
                  <a:cubicBezTo>
                    <a:pt x="640" y="862"/>
                    <a:pt x="539" y="617"/>
                    <a:pt x="684" y="472"/>
                  </a:cubicBezTo>
                  <a:cubicBezTo>
                    <a:pt x="731" y="426"/>
                    <a:pt x="788" y="405"/>
                    <a:pt x="845" y="405"/>
                  </a:cubicBezTo>
                  <a:close/>
                  <a:moveTo>
                    <a:pt x="847" y="1"/>
                  </a:moveTo>
                  <a:cubicBezTo>
                    <a:pt x="284" y="1"/>
                    <a:pt x="0" y="679"/>
                    <a:pt x="400" y="1079"/>
                  </a:cubicBezTo>
                  <a:cubicBezTo>
                    <a:pt x="529" y="1208"/>
                    <a:pt x="687" y="1266"/>
                    <a:pt x="842" y="1266"/>
                  </a:cubicBezTo>
                  <a:cubicBezTo>
                    <a:pt x="1167" y="1266"/>
                    <a:pt x="1478" y="1012"/>
                    <a:pt x="1478" y="631"/>
                  </a:cubicBezTo>
                  <a:cubicBezTo>
                    <a:pt x="1478" y="285"/>
                    <a:pt x="1194" y="1"/>
                    <a:pt x="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1"/>
            <p:cNvSpPr/>
            <p:nvPr/>
          </p:nvSpPr>
          <p:spPr>
            <a:xfrm>
              <a:off x="7614937" y="4537596"/>
              <a:ext cx="188654" cy="73175"/>
            </a:xfrm>
            <a:custGeom>
              <a:rect b="b" l="l" r="r" t="t"/>
              <a:pathLst>
                <a:path extrusionOk="0" h="2790" w="7193">
                  <a:moveTo>
                    <a:pt x="3588" y="1"/>
                  </a:moveTo>
                  <a:cubicBezTo>
                    <a:pt x="3484" y="1"/>
                    <a:pt x="3379" y="72"/>
                    <a:pt x="3386" y="214"/>
                  </a:cubicBezTo>
                  <a:lnTo>
                    <a:pt x="3386" y="445"/>
                  </a:lnTo>
                  <a:lnTo>
                    <a:pt x="1986" y="445"/>
                  </a:lnTo>
                  <a:cubicBezTo>
                    <a:pt x="1712" y="445"/>
                    <a:pt x="1457" y="575"/>
                    <a:pt x="1298" y="796"/>
                  </a:cubicBezTo>
                  <a:lnTo>
                    <a:pt x="105" y="2466"/>
                  </a:lnTo>
                  <a:cubicBezTo>
                    <a:pt x="1" y="2621"/>
                    <a:pt x="133" y="2779"/>
                    <a:pt x="275" y="2779"/>
                  </a:cubicBezTo>
                  <a:cubicBezTo>
                    <a:pt x="330" y="2779"/>
                    <a:pt x="387" y="2755"/>
                    <a:pt x="432" y="2697"/>
                  </a:cubicBezTo>
                  <a:lnTo>
                    <a:pt x="1625" y="1032"/>
                  </a:lnTo>
                  <a:cubicBezTo>
                    <a:pt x="1707" y="916"/>
                    <a:pt x="1842" y="844"/>
                    <a:pt x="1986" y="844"/>
                  </a:cubicBezTo>
                  <a:lnTo>
                    <a:pt x="3386" y="844"/>
                  </a:lnTo>
                  <a:lnTo>
                    <a:pt x="3386" y="2365"/>
                  </a:lnTo>
                  <a:cubicBezTo>
                    <a:pt x="3379" y="2507"/>
                    <a:pt x="3484" y="2578"/>
                    <a:pt x="3588" y="2578"/>
                  </a:cubicBezTo>
                  <a:cubicBezTo>
                    <a:pt x="3693" y="2578"/>
                    <a:pt x="3798" y="2507"/>
                    <a:pt x="3790" y="2365"/>
                  </a:cubicBezTo>
                  <a:lnTo>
                    <a:pt x="3790" y="844"/>
                  </a:lnTo>
                  <a:lnTo>
                    <a:pt x="5191" y="844"/>
                  </a:lnTo>
                  <a:cubicBezTo>
                    <a:pt x="5335" y="844"/>
                    <a:pt x="5470" y="916"/>
                    <a:pt x="5551" y="1032"/>
                  </a:cubicBezTo>
                  <a:lnTo>
                    <a:pt x="6740" y="2697"/>
                  </a:lnTo>
                  <a:cubicBezTo>
                    <a:pt x="6784" y="2763"/>
                    <a:pt x="6844" y="2790"/>
                    <a:pt x="6903" y="2790"/>
                  </a:cubicBezTo>
                  <a:cubicBezTo>
                    <a:pt x="7050" y="2790"/>
                    <a:pt x="7192" y="2620"/>
                    <a:pt x="7072" y="2466"/>
                  </a:cubicBezTo>
                  <a:lnTo>
                    <a:pt x="5884" y="796"/>
                  </a:lnTo>
                  <a:cubicBezTo>
                    <a:pt x="5725" y="575"/>
                    <a:pt x="5465" y="445"/>
                    <a:pt x="5195" y="445"/>
                  </a:cubicBezTo>
                  <a:lnTo>
                    <a:pt x="3790" y="445"/>
                  </a:lnTo>
                  <a:lnTo>
                    <a:pt x="3790" y="214"/>
                  </a:lnTo>
                  <a:cubicBezTo>
                    <a:pt x="3798" y="72"/>
                    <a:pt x="3693" y="1"/>
                    <a:pt x="3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81"/>
          <p:cNvGrpSpPr/>
          <p:nvPr/>
        </p:nvGrpSpPr>
        <p:grpSpPr>
          <a:xfrm>
            <a:off x="4905872" y="2907767"/>
            <a:ext cx="362857" cy="362726"/>
            <a:chOff x="4905872" y="2907767"/>
            <a:chExt cx="362857" cy="362726"/>
          </a:xfrm>
        </p:grpSpPr>
        <p:sp>
          <p:nvSpPr>
            <p:cNvPr id="11846" name="Google Shape;11846;p81"/>
            <p:cNvSpPr/>
            <p:nvPr/>
          </p:nvSpPr>
          <p:spPr>
            <a:xfrm>
              <a:off x="4998639" y="3063506"/>
              <a:ext cx="4328" cy="11016"/>
            </a:xfrm>
            <a:custGeom>
              <a:rect b="b" l="l" r="r" t="t"/>
              <a:pathLst>
                <a:path extrusionOk="0" h="420" w="165">
                  <a:moveTo>
                    <a:pt x="1" y="0"/>
                  </a:moveTo>
                  <a:lnTo>
                    <a:pt x="1" y="419"/>
                  </a:lnTo>
                  <a:lnTo>
                    <a:pt x="73" y="371"/>
                  </a:lnTo>
                  <a:cubicBezTo>
                    <a:pt x="130" y="328"/>
                    <a:pt x="164" y="260"/>
                    <a:pt x="164" y="188"/>
                  </a:cubicBezTo>
                  <a:cubicBezTo>
                    <a:pt x="164" y="130"/>
                    <a:pt x="140" y="77"/>
                    <a:pt x="102" y="34"/>
                  </a:cubicBezTo>
                  <a:lnTo>
                    <a:pt x="92" y="24"/>
                  </a:lnTo>
                  <a:lnTo>
                    <a:pt x="78" y="24"/>
                  </a:lnTo>
                  <a:lnTo>
                    <a:pt x="58"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1"/>
            <p:cNvSpPr/>
            <p:nvPr/>
          </p:nvSpPr>
          <p:spPr>
            <a:xfrm>
              <a:off x="4931129" y="3063506"/>
              <a:ext cx="5324" cy="11016"/>
            </a:xfrm>
            <a:custGeom>
              <a:rect b="b" l="l" r="r" t="t"/>
              <a:pathLst>
                <a:path extrusionOk="0" h="420" w="203">
                  <a:moveTo>
                    <a:pt x="202" y="0"/>
                  </a:moveTo>
                  <a:lnTo>
                    <a:pt x="145" y="20"/>
                  </a:lnTo>
                  <a:cubicBezTo>
                    <a:pt x="135" y="24"/>
                    <a:pt x="125" y="24"/>
                    <a:pt x="116" y="29"/>
                  </a:cubicBezTo>
                  <a:lnTo>
                    <a:pt x="97" y="29"/>
                  </a:lnTo>
                  <a:lnTo>
                    <a:pt x="87" y="39"/>
                  </a:lnTo>
                  <a:cubicBezTo>
                    <a:pt x="0" y="140"/>
                    <a:pt x="20" y="299"/>
                    <a:pt x="130" y="371"/>
                  </a:cubicBezTo>
                  <a:lnTo>
                    <a:pt x="135" y="371"/>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1"/>
            <p:cNvSpPr/>
            <p:nvPr/>
          </p:nvSpPr>
          <p:spPr>
            <a:xfrm>
              <a:off x="5080416" y="3203088"/>
              <a:ext cx="14530" cy="12642"/>
            </a:xfrm>
            <a:custGeom>
              <a:rect b="b" l="l" r="r" t="t"/>
              <a:pathLst>
                <a:path extrusionOk="0" h="482" w="554">
                  <a:moveTo>
                    <a:pt x="1" y="0"/>
                  </a:moveTo>
                  <a:lnTo>
                    <a:pt x="1" y="217"/>
                  </a:lnTo>
                  <a:lnTo>
                    <a:pt x="270" y="481"/>
                  </a:lnTo>
                  <a:lnTo>
                    <a:pt x="554" y="183"/>
                  </a:lnTo>
                  <a:lnTo>
                    <a:pt x="554" y="0"/>
                  </a:lnTo>
                  <a:lnTo>
                    <a:pt x="506" y="5"/>
                  </a:lnTo>
                  <a:cubicBezTo>
                    <a:pt x="462" y="10"/>
                    <a:pt x="419" y="15"/>
                    <a:pt x="376" y="15"/>
                  </a:cubicBezTo>
                  <a:lnTo>
                    <a:pt x="179" y="15"/>
                  </a:lnTo>
                  <a:cubicBezTo>
                    <a:pt x="135" y="15"/>
                    <a:pt x="92" y="10"/>
                    <a:pt x="49" y="5"/>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1"/>
            <p:cNvSpPr/>
            <p:nvPr/>
          </p:nvSpPr>
          <p:spPr>
            <a:xfrm>
              <a:off x="4945633" y="3046589"/>
              <a:ext cx="43957" cy="48101"/>
            </a:xfrm>
            <a:custGeom>
              <a:rect b="b" l="l" r="r" t="t"/>
              <a:pathLst>
                <a:path extrusionOk="0" h="1834" w="1676">
                  <a:moveTo>
                    <a:pt x="1223" y="1"/>
                  </a:moveTo>
                  <a:lnTo>
                    <a:pt x="1184" y="34"/>
                  </a:lnTo>
                  <a:cubicBezTo>
                    <a:pt x="804" y="352"/>
                    <a:pt x="304" y="448"/>
                    <a:pt x="39" y="477"/>
                  </a:cubicBezTo>
                  <a:lnTo>
                    <a:pt x="1" y="482"/>
                  </a:lnTo>
                  <a:lnTo>
                    <a:pt x="1" y="1093"/>
                  </a:lnTo>
                  <a:cubicBezTo>
                    <a:pt x="1" y="1502"/>
                    <a:pt x="333" y="1829"/>
                    <a:pt x="737" y="1834"/>
                  </a:cubicBezTo>
                  <a:lnTo>
                    <a:pt x="934" y="1834"/>
                  </a:lnTo>
                  <a:cubicBezTo>
                    <a:pt x="1343" y="1829"/>
                    <a:pt x="1675" y="1502"/>
                    <a:pt x="1675" y="1093"/>
                  </a:cubicBezTo>
                  <a:lnTo>
                    <a:pt x="1675" y="443"/>
                  </a:lnTo>
                  <a:lnTo>
                    <a:pt x="1646" y="429"/>
                  </a:lnTo>
                  <a:cubicBezTo>
                    <a:pt x="1478" y="347"/>
                    <a:pt x="1338" y="212"/>
                    <a:pt x="1247" y="49"/>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1"/>
            <p:cNvSpPr/>
            <p:nvPr/>
          </p:nvSpPr>
          <p:spPr>
            <a:xfrm>
              <a:off x="5080416" y="3003681"/>
              <a:ext cx="14530" cy="12642"/>
            </a:xfrm>
            <a:custGeom>
              <a:rect b="b" l="l" r="r" t="t"/>
              <a:pathLst>
                <a:path extrusionOk="0" h="482" w="554">
                  <a:moveTo>
                    <a:pt x="1" y="1"/>
                  </a:moveTo>
                  <a:lnTo>
                    <a:pt x="1" y="217"/>
                  </a:lnTo>
                  <a:lnTo>
                    <a:pt x="270" y="482"/>
                  </a:lnTo>
                  <a:lnTo>
                    <a:pt x="554" y="188"/>
                  </a:lnTo>
                  <a:lnTo>
                    <a:pt x="554" y="1"/>
                  </a:lnTo>
                  <a:lnTo>
                    <a:pt x="506" y="5"/>
                  </a:lnTo>
                  <a:cubicBezTo>
                    <a:pt x="462" y="10"/>
                    <a:pt x="419" y="15"/>
                    <a:pt x="376" y="15"/>
                  </a:cubicBezTo>
                  <a:lnTo>
                    <a:pt x="179" y="15"/>
                  </a:lnTo>
                  <a:cubicBezTo>
                    <a:pt x="135" y="15"/>
                    <a:pt x="92" y="15"/>
                    <a:pt x="49"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1"/>
            <p:cNvSpPr/>
            <p:nvPr/>
          </p:nvSpPr>
          <p:spPr>
            <a:xfrm>
              <a:off x="4960268" y="3103371"/>
              <a:ext cx="14556" cy="12668"/>
            </a:xfrm>
            <a:custGeom>
              <a:rect b="b" l="l" r="r" t="t"/>
              <a:pathLst>
                <a:path extrusionOk="0" h="483" w="555">
                  <a:moveTo>
                    <a:pt x="1" y="1"/>
                  </a:moveTo>
                  <a:lnTo>
                    <a:pt x="1" y="217"/>
                  </a:lnTo>
                  <a:lnTo>
                    <a:pt x="270" y="482"/>
                  </a:lnTo>
                  <a:lnTo>
                    <a:pt x="554" y="189"/>
                  </a:lnTo>
                  <a:lnTo>
                    <a:pt x="554" y="1"/>
                  </a:lnTo>
                  <a:lnTo>
                    <a:pt x="506" y="6"/>
                  </a:lnTo>
                  <a:cubicBezTo>
                    <a:pt x="463" y="11"/>
                    <a:pt x="419" y="15"/>
                    <a:pt x="376" y="15"/>
                  </a:cubicBezTo>
                  <a:lnTo>
                    <a:pt x="179" y="15"/>
                  </a:lnTo>
                  <a:cubicBezTo>
                    <a:pt x="136" y="15"/>
                    <a:pt x="92" y="11"/>
                    <a:pt x="49" y="6"/>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1"/>
            <p:cNvSpPr/>
            <p:nvPr/>
          </p:nvSpPr>
          <p:spPr>
            <a:xfrm>
              <a:off x="5118918" y="3163196"/>
              <a:ext cx="4170" cy="11016"/>
            </a:xfrm>
            <a:custGeom>
              <a:rect b="b" l="l" r="r" t="t"/>
              <a:pathLst>
                <a:path extrusionOk="0" h="420" w="159">
                  <a:moveTo>
                    <a:pt x="0" y="1"/>
                  </a:moveTo>
                  <a:lnTo>
                    <a:pt x="0" y="419"/>
                  </a:lnTo>
                  <a:lnTo>
                    <a:pt x="68" y="366"/>
                  </a:lnTo>
                  <a:cubicBezTo>
                    <a:pt x="125" y="323"/>
                    <a:pt x="159" y="256"/>
                    <a:pt x="159" y="184"/>
                  </a:cubicBezTo>
                  <a:cubicBezTo>
                    <a:pt x="159" y="131"/>
                    <a:pt x="135" y="73"/>
                    <a:pt x="96" y="34"/>
                  </a:cubicBezTo>
                  <a:lnTo>
                    <a:pt x="87" y="25"/>
                  </a:lnTo>
                  <a:lnTo>
                    <a:pt x="72" y="25"/>
                  </a:lnTo>
                  <a:lnTo>
                    <a:pt x="53" y="20"/>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1"/>
            <p:cNvSpPr/>
            <p:nvPr/>
          </p:nvSpPr>
          <p:spPr>
            <a:xfrm>
              <a:off x="5065781" y="2947029"/>
              <a:ext cx="43931" cy="47970"/>
            </a:xfrm>
            <a:custGeom>
              <a:rect b="b" l="l" r="r" t="t"/>
              <a:pathLst>
                <a:path extrusionOk="0" h="1829" w="1675">
                  <a:moveTo>
                    <a:pt x="1223" y="0"/>
                  </a:moveTo>
                  <a:lnTo>
                    <a:pt x="1184" y="29"/>
                  </a:lnTo>
                  <a:cubicBezTo>
                    <a:pt x="804" y="347"/>
                    <a:pt x="304" y="443"/>
                    <a:pt x="39" y="472"/>
                  </a:cubicBezTo>
                  <a:lnTo>
                    <a:pt x="0" y="477"/>
                  </a:lnTo>
                  <a:lnTo>
                    <a:pt x="0" y="1088"/>
                  </a:lnTo>
                  <a:cubicBezTo>
                    <a:pt x="0" y="1497"/>
                    <a:pt x="328" y="1824"/>
                    <a:pt x="737" y="1829"/>
                  </a:cubicBezTo>
                  <a:lnTo>
                    <a:pt x="934" y="1829"/>
                  </a:lnTo>
                  <a:cubicBezTo>
                    <a:pt x="1343" y="1829"/>
                    <a:pt x="1670" y="1497"/>
                    <a:pt x="1675" y="1088"/>
                  </a:cubicBezTo>
                  <a:lnTo>
                    <a:pt x="1675" y="438"/>
                  </a:lnTo>
                  <a:lnTo>
                    <a:pt x="1646" y="428"/>
                  </a:lnTo>
                  <a:cubicBezTo>
                    <a:pt x="1478" y="342"/>
                    <a:pt x="1338" y="207"/>
                    <a:pt x="1247" y="43"/>
                  </a:cubicBezTo>
                  <a:lnTo>
                    <a:pt x="122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1"/>
            <p:cNvSpPr/>
            <p:nvPr/>
          </p:nvSpPr>
          <p:spPr>
            <a:xfrm>
              <a:off x="5118918" y="2963815"/>
              <a:ext cx="4170" cy="10989"/>
            </a:xfrm>
            <a:custGeom>
              <a:rect b="b" l="l" r="r" t="t"/>
              <a:pathLst>
                <a:path extrusionOk="0" h="419" w="159">
                  <a:moveTo>
                    <a:pt x="0" y="0"/>
                  </a:moveTo>
                  <a:lnTo>
                    <a:pt x="0" y="419"/>
                  </a:lnTo>
                  <a:lnTo>
                    <a:pt x="68" y="371"/>
                  </a:lnTo>
                  <a:cubicBezTo>
                    <a:pt x="125" y="327"/>
                    <a:pt x="159" y="260"/>
                    <a:pt x="159" y="188"/>
                  </a:cubicBezTo>
                  <a:cubicBezTo>
                    <a:pt x="159" y="130"/>
                    <a:pt x="135" y="77"/>
                    <a:pt x="96" y="34"/>
                  </a:cubicBezTo>
                  <a:lnTo>
                    <a:pt x="87" y="24"/>
                  </a:lnTo>
                  <a:lnTo>
                    <a:pt x="72" y="24"/>
                  </a:lnTo>
                  <a:lnTo>
                    <a:pt x="53"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1"/>
            <p:cNvSpPr/>
            <p:nvPr/>
          </p:nvSpPr>
          <p:spPr>
            <a:xfrm>
              <a:off x="5186034" y="3046589"/>
              <a:ext cx="43826" cy="48101"/>
            </a:xfrm>
            <a:custGeom>
              <a:rect b="b" l="l" r="r" t="t"/>
              <a:pathLst>
                <a:path extrusionOk="0" h="1834" w="1671">
                  <a:moveTo>
                    <a:pt x="1218" y="1"/>
                  </a:moveTo>
                  <a:lnTo>
                    <a:pt x="1180" y="34"/>
                  </a:lnTo>
                  <a:cubicBezTo>
                    <a:pt x="800" y="352"/>
                    <a:pt x="299" y="448"/>
                    <a:pt x="39" y="477"/>
                  </a:cubicBezTo>
                  <a:lnTo>
                    <a:pt x="1" y="482"/>
                  </a:lnTo>
                  <a:lnTo>
                    <a:pt x="1" y="1093"/>
                  </a:lnTo>
                  <a:cubicBezTo>
                    <a:pt x="1" y="1502"/>
                    <a:pt x="328" y="1829"/>
                    <a:pt x="737" y="1834"/>
                  </a:cubicBezTo>
                  <a:lnTo>
                    <a:pt x="934" y="1834"/>
                  </a:lnTo>
                  <a:cubicBezTo>
                    <a:pt x="1339" y="1829"/>
                    <a:pt x="1671" y="1502"/>
                    <a:pt x="1671" y="1093"/>
                  </a:cubicBezTo>
                  <a:lnTo>
                    <a:pt x="1671" y="443"/>
                  </a:lnTo>
                  <a:lnTo>
                    <a:pt x="1647" y="429"/>
                  </a:lnTo>
                  <a:cubicBezTo>
                    <a:pt x="1478" y="347"/>
                    <a:pt x="1339" y="212"/>
                    <a:pt x="1247" y="49"/>
                  </a:cubicBezTo>
                  <a:lnTo>
                    <a:pt x="121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1"/>
            <p:cNvSpPr/>
            <p:nvPr/>
          </p:nvSpPr>
          <p:spPr>
            <a:xfrm>
              <a:off x="5200696" y="3103371"/>
              <a:ext cx="14530" cy="12668"/>
            </a:xfrm>
            <a:custGeom>
              <a:rect b="b" l="l" r="r" t="t"/>
              <a:pathLst>
                <a:path extrusionOk="0" h="483" w="554">
                  <a:moveTo>
                    <a:pt x="0" y="1"/>
                  </a:moveTo>
                  <a:lnTo>
                    <a:pt x="0" y="217"/>
                  </a:lnTo>
                  <a:lnTo>
                    <a:pt x="270" y="482"/>
                  </a:lnTo>
                  <a:lnTo>
                    <a:pt x="554" y="189"/>
                  </a:lnTo>
                  <a:lnTo>
                    <a:pt x="554" y="1"/>
                  </a:lnTo>
                  <a:lnTo>
                    <a:pt x="505" y="6"/>
                  </a:lnTo>
                  <a:cubicBezTo>
                    <a:pt x="462" y="11"/>
                    <a:pt x="419" y="15"/>
                    <a:pt x="375" y="15"/>
                  </a:cubicBezTo>
                  <a:lnTo>
                    <a:pt x="178" y="15"/>
                  </a:lnTo>
                  <a:cubicBezTo>
                    <a:pt x="135" y="15"/>
                    <a:pt x="92" y="11"/>
                    <a:pt x="48" y="6"/>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1"/>
            <p:cNvSpPr/>
            <p:nvPr/>
          </p:nvSpPr>
          <p:spPr>
            <a:xfrm>
              <a:off x="5171399" y="3063506"/>
              <a:ext cx="5455" cy="11016"/>
            </a:xfrm>
            <a:custGeom>
              <a:rect b="b" l="l" r="r" t="t"/>
              <a:pathLst>
                <a:path extrusionOk="0" h="420" w="208">
                  <a:moveTo>
                    <a:pt x="208" y="0"/>
                  </a:moveTo>
                  <a:lnTo>
                    <a:pt x="145" y="20"/>
                  </a:lnTo>
                  <a:cubicBezTo>
                    <a:pt x="136" y="24"/>
                    <a:pt x="126" y="24"/>
                    <a:pt x="116" y="29"/>
                  </a:cubicBezTo>
                  <a:lnTo>
                    <a:pt x="102" y="29"/>
                  </a:lnTo>
                  <a:lnTo>
                    <a:pt x="92" y="39"/>
                  </a:lnTo>
                  <a:cubicBezTo>
                    <a:pt x="1" y="140"/>
                    <a:pt x="25" y="299"/>
                    <a:pt x="136" y="371"/>
                  </a:cubicBezTo>
                  <a:lnTo>
                    <a:pt x="140" y="371"/>
                  </a:lnTo>
                  <a:lnTo>
                    <a:pt x="208" y="419"/>
                  </a:lnTo>
                  <a:lnTo>
                    <a:pt x="208"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1"/>
            <p:cNvSpPr/>
            <p:nvPr/>
          </p:nvSpPr>
          <p:spPr>
            <a:xfrm>
              <a:off x="5239040" y="3063506"/>
              <a:ext cx="4196" cy="11016"/>
            </a:xfrm>
            <a:custGeom>
              <a:rect b="b" l="l" r="r" t="t"/>
              <a:pathLst>
                <a:path extrusionOk="0" h="420" w="160">
                  <a:moveTo>
                    <a:pt x="1" y="0"/>
                  </a:moveTo>
                  <a:lnTo>
                    <a:pt x="1" y="419"/>
                  </a:lnTo>
                  <a:lnTo>
                    <a:pt x="68" y="371"/>
                  </a:lnTo>
                  <a:cubicBezTo>
                    <a:pt x="126" y="328"/>
                    <a:pt x="160" y="260"/>
                    <a:pt x="160" y="188"/>
                  </a:cubicBezTo>
                  <a:cubicBezTo>
                    <a:pt x="160" y="130"/>
                    <a:pt x="140" y="77"/>
                    <a:pt x="102" y="34"/>
                  </a:cubicBezTo>
                  <a:lnTo>
                    <a:pt x="92" y="24"/>
                  </a:lnTo>
                  <a:lnTo>
                    <a:pt x="78" y="24"/>
                  </a:lnTo>
                  <a:lnTo>
                    <a:pt x="59"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1"/>
            <p:cNvSpPr/>
            <p:nvPr/>
          </p:nvSpPr>
          <p:spPr>
            <a:xfrm>
              <a:off x="5051277" y="2963815"/>
              <a:ext cx="5324" cy="10989"/>
            </a:xfrm>
            <a:custGeom>
              <a:rect b="b" l="l" r="r" t="t"/>
              <a:pathLst>
                <a:path extrusionOk="0" h="419" w="203">
                  <a:moveTo>
                    <a:pt x="202" y="0"/>
                  </a:moveTo>
                  <a:lnTo>
                    <a:pt x="144" y="19"/>
                  </a:lnTo>
                  <a:cubicBezTo>
                    <a:pt x="135" y="24"/>
                    <a:pt x="125" y="29"/>
                    <a:pt x="116" y="29"/>
                  </a:cubicBezTo>
                  <a:lnTo>
                    <a:pt x="101" y="29"/>
                  </a:lnTo>
                  <a:lnTo>
                    <a:pt x="91" y="39"/>
                  </a:lnTo>
                  <a:cubicBezTo>
                    <a:pt x="0" y="140"/>
                    <a:pt x="19" y="298"/>
                    <a:pt x="135" y="371"/>
                  </a:cubicBezTo>
                  <a:lnTo>
                    <a:pt x="135" y="375"/>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1"/>
            <p:cNvSpPr/>
            <p:nvPr/>
          </p:nvSpPr>
          <p:spPr>
            <a:xfrm>
              <a:off x="5065781" y="3146280"/>
              <a:ext cx="43931" cy="47996"/>
            </a:xfrm>
            <a:custGeom>
              <a:rect b="b" l="l" r="r" t="t"/>
              <a:pathLst>
                <a:path extrusionOk="0" h="1830" w="1675">
                  <a:moveTo>
                    <a:pt x="1223" y="1"/>
                  </a:moveTo>
                  <a:lnTo>
                    <a:pt x="1184" y="35"/>
                  </a:lnTo>
                  <a:cubicBezTo>
                    <a:pt x="804" y="352"/>
                    <a:pt x="304" y="448"/>
                    <a:pt x="39" y="477"/>
                  </a:cubicBezTo>
                  <a:lnTo>
                    <a:pt x="0" y="482"/>
                  </a:lnTo>
                  <a:lnTo>
                    <a:pt x="0" y="1093"/>
                  </a:lnTo>
                  <a:cubicBezTo>
                    <a:pt x="0" y="1497"/>
                    <a:pt x="328" y="1829"/>
                    <a:pt x="737" y="1829"/>
                  </a:cubicBezTo>
                  <a:lnTo>
                    <a:pt x="934" y="1829"/>
                  </a:lnTo>
                  <a:cubicBezTo>
                    <a:pt x="1343" y="1829"/>
                    <a:pt x="1670" y="1502"/>
                    <a:pt x="1675" y="1093"/>
                  </a:cubicBezTo>
                  <a:lnTo>
                    <a:pt x="1675" y="444"/>
                  </a:lnTo>
                  <a:lnTo>
                    <a:pt x="1646" y="429"/>
                  </a:lnTo>
                  <a:cubicBezTo>
                    <a:pt x="1478" y="347"/>
                    <a:pt x="1338" y="213"/>
                    <a:pt x="1247" y="44"/>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1"/>
            <p:cNvSpPr/>
            <p:nvPr/>
          </p:nvSpPr>
          <p:spPr>
            <a:xfrm>
              <a:off x="4945633" y="3046589"/>
              <a:ext cx="34620" cy="47996"/>
            </a:xfrm>
            <a:custGeom>
              <a:rect b="b" l="l" r="r" t="t"/>
              <a:pathLst>
                <a:path extrusionOk="0" h="1830" w="1320">
                  <a:moveTo>
                    <a:pt x="1223" y="1"/>
                  </a:moveTo>
                  <a:lnTo>
                    <a:pt x="1184" y="34"/>
                  </a:lnTo>
                  <a:cubicBezTo>
                    <a:pt x="804" y="352"/>
                    <a:pt x="304" y="448"/>
                    <a:pt x="39" y="477"/>
                  </a:cubicBezTo>
                  <a:lnTo>
                    <a:pt x="1" y="482"/>
                  </a:lnTo>
                  <a:lnTo>
                    <a:pt x="1" y="1093"/>
                  </a:lnTo>
                  <a:cubicBezTo>
                    <a:pt x="1" y="1502"/>
                    <a:pt x="333" y="1829"/>
                    <a:pt x="742" y="1829"/>
                  </a:cubicBezTo>
                  <a:lnTo>
                    <a:pt x="982" y="1829"/>
                  </a:lnTo>
                  <a:cubicBezTo>
                    <a:pt x="592" y="1805"/>
                    <a:pt x="289" y="1483"/>
                    <a:pt x="289" y="1093"/>
                  </a:cubicBezTo>
                  <a:lnTo>
                    <a:pt x="289" y="482"/>
                  </a:lnTo>
                  <a:lnTo>
                    <a:pt x="328" y="477"/>
                  </a:lnTo>
                  <a:cubicBezTo>
                    <a:pt x="679" y="443"/>
                    <a:pt x="1016" y="333"/>
                    <a:pt x="1319" y="150"/>
                  </a:cubicBezTo>
                  <a:cubicBezTo>
                    <a:pt x="1295" y="116"/>
                    <a:pt x="1271"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1"/>
            <p:cNvSpPr/>
            <p:nvPr/>
          </p:nvSpPr>
          <p:spPr>
            <a:xfrm>
              <a:off x="5065781" y="2946898"/>
              <a:ext cx="34594" cy="48101"/>
            </a:xfrm>
            <a:custGeom>
              <a:rect b="b" l="l" r="r" t="t"/>
              <a:pathLst>
                <a:path extrusionOk="0" h="1834" w="1319">
                  <a:moveTo>
                    <a:pt x="1223" y="0"/>
                  </a:moveTo>
                  <a:lnTo>
                    <a:pt x="1184" y="34"/>
                  </a:lnTo>
                  <a:cubicBezTo>
                    <a:pt x="804" y="352"/>
                    <a:pt x="304" y="448"/>
                    <a:pt x="44" y="477"/>
                  </a:cubicBezTo>
                  <a:lnTo>
                    <a:pt x="0" y="482"/>
                  </a:lnTo>
                  <a:lnTo>
                    <a:pt x="0" y="1093"/>
                  </a:lnTo>
                  <a:cubicBezTo>
                    <a:pt x="0" y="1502"/>
                    <a:pt x="332" y="1829"/>
                    <a:pt x="737" y="1834"/>
                  </a:cubicBezTo>
                  <a:lnTo>
                    <a:pt x="982" y="1834"/>
                  </a:lnTo>
                  <a:cubicBezTo>
                    <a:pt x="592" y="1805"/>
                    <a:pt x="289" y="1482"/>
                    <a:pt x="294" y="1093"/>
                  </a:cubicBezTo>
                  <a:lnTo>
                    <a:pt x="294" y="482"/>
                  </a:lnTo>
                  <a:lnTo>
                    <a:pt x="332" y="477"/>
                  </a:lnTo>
                  <a:cubicBezTo>
                    <a:pt x="679" y="443"/>
                    <a:pt x="1016" y="332"/>
                    <a:pt x="1319" y="150"/>
                  </a:cubicBezTo>
                  <a:cubicBezTo>
                    <a:pt x="1295" y="116"/>
                    <a:pt x="1271" y="82"/>
                    <a:pt x="1251" y="48"/>
                  </a:cubicBezTo>
                  <a:lnTo>
                    <a:pt x="1223"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1"/>
            <p:cNvSpPr/>
            <p:nvPr/>
          </p:nvSpPr>
          <p:spPr>
            <a:xfrm>
              <a:off x="5186034" y="3046589"/>
              <a:ext cx="34489" cy="47996"/>
            </a:xfrm>
            <a:custGeom>
              <a:rect b="b" l="l" r="r" t="t"/>
              <a:pathLst>
                <a:path extrusionOk="0" h="1830" w="1315">
                  <a:moveTo>
                    <a:pt x="1223" y="1"/>
                  </a:moveTo>
                  <a:lnTo>
                    <a:pt x="1180" y="34"/>
                  </a:lnTo>
                  <a:cubicBezTo>
                    <a:pt x="800" y="352"/>
                    <a:pt x="299" y="448"/>
                    <a:pt x="39" y="477"/>
                  </a:cubicBezTo>
                  <a:lnTo>
                    <a:pt x="1" y="482"/>
                  </a:lnTo>
                  <a:lnTo>
                    <a:pt x="1" y="1093"/>
                  </a:lnTo>
                  <a:cubicBezTo>
                    <a:pt x="1" y="1502"/>
                    <a:pt x="328" y="1829"/>
                    <a:pt x="737" y="1829"/>
                  </a:cubicBezTo>
                  <a:lnTo>
                    <a:pt x="983" y="1829"/>
                  </a:lnTo>
                  <a:cubicBezTo>
                    <a:pt x="593" y="1805"/>
                    <a:pt x="290" y="1483"/>
                    <a:pt x="290" y="1093"/>
                  </a:cubicBezTo>
                  <a:lnTo>
                    <a:pt x="290" y="482"/>
                  </a:lnTo>
                  <a:lnTo>
                    <a:pt x="328" y="477"/>
                  </a:lnTo>
                  <a:cubicBezTo>
                    <a:pt x="679" y="443"/>
                    <a:pt x="1016" y="333"/>
                    <a:pt x="1315" y="150"/>
                  </a:cubicBezTo>
                  <a:cubicBezTo>
                    <a:pt x="1291" y="116"/>
                    <a:pt x="1266"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1"/>
            <p:cNvSpPr/>
            <p:nvPr/>
          </p:nvSpPr>
          <p:spPr>
            <a:xfrm>
              <a:off x="5065781" y="3146280"/>
              <a:ext cx="34594" cy="47996"/>
            </a:xfrm>
            <a:custGeom>
              <a:rect b="b" l="l" r="r" t="t"/>
              <a:pathLst>
                <a:path extrusionOk="0" h="1830" w="1319">
                  <a:moveTo>
                    <a:pt x="1223" y="1"/>
                  </a:moveTo>
                  <a:lnTo>
                    <a:pt x="1184" y="35"/>
                  </a:lnTo>
                  <a:cubicBezTo>
                    <a:pt x="804" y="352"/>
                    <a:pt x="304" y="448"/>
                    <a:pt x="44" y="477"/>
                  </a:cubicBezTo>
                  <a:lnTo>
                    <a:pt x="0" y="482"/>
                  </a:lnTo>
                  <a:lnTo>
                    <a:pt x="0" y="1093"/>
                  </a:lnTo>
                  <a:cubicBezTo>
                    <a:pt x="0" y="1497"/>
                    <a:pt x="332" y="1829"/>
                    <a:pt x="737" y="1829"/>
                  </a:cubicBezTo>
                  <a:lnTo>
                    <a:pt x="982" y="1829"/>
                  </a:lnTo>
                  <a:cubicBezTo>
                    <a:pt x="592" y="1805"/>
                    <a:pt x="289" y="1483"/>
                    <a:pt x="294" y="1093"/>
                  </a:cubicBezTo>
                  <a:lnTo>
                    <a:pt x="294" y="482"/>
                  </a:lnTo>
                  <a:lnTo>
                    <a:pt x="332" y="477"/>
                  </a:lnTo>
                  <a:cubicBezTo>
                    <a:pt x="679" y="444"/>
                    <a:pt x="1016" y="333"/>
                    <a:pt x="1319" y="150"/>
                  </a:cubicBezTo>
                  <a:cubicBezTo>
                    <a:pt x="1295" y="116"/>
                    <a:pt x="1271" y="83"/>
                    <a:pt x="1251" y="44"/>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1"/>
            <p:cNvSpPr/>
            <p:nvPr/>
          </p:nvSpPr>
          <p:spPr>
            <a:xfrm>
              <a:off x="5051277" y="3163196"/>
              <a:ext cx="5324" cy="10884"/>
            </a:xfrm>
            <a:custGeom>
              <a:rect b="b" l="l" r="r" t="t"/>
              <a:pathLst>
                <a:path extrusionOk="0" h="415" w="203">
                  <a:moveTo>
                    <a:pt x="202" y="1"/>
                  </a:moveTo>
                  <a:lnTo>
                    <a:pt x="144" y="20"/>
                  </a:lnTo>
                  <a:cubicBezTo>
                    <a:pt x="135" y="20"/>
                    <a:pt x="125" y="25"/>
                    <a:pt x="116" y="25"/>
                  </a:cubicBezTo>
                  <a:lnTo>
                    <a:pt x="101" y="25"/>
                  </a:lnTo>
                  <a:lnTo>
                    <a:pt x="91" y="39"/>
                  </a:lnTo>
                  <a:cubicBezTo>
                    <a:pt x="0" y="140"/>
                    <a:pt x="19" y="294"/>
                    <a:pt x="135" y="366"/>
                  </a:cubicBezTo>
                  <a:lnTo>
                    <a:pt x="135" y="371"/>
                  </a:lnTo>
                  <a:lnTo>
                    <a:pt x="202" y="414"/>
                  </a:lnTo>
                  <a:lnTo>
                    <a:pt x="20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1"/>
            <p:cNvSpPr/>
            <p:nvPr/>
          </p:nvSpPr>
          <p:spPr>
            <a:xfrm>
              <a:off x="4917491" y="3115253"/>
              <a:ext cx="99481" cy="50252"/>
            </a:xfrm>
            <a:custGeom>
              <a:rect b="b" l="l" r="r" t="t"/>
              <a:pathLst>
                <a:path extrusionOk="0" h="1916" w="3793">
                  <a:moveTo>
                    <a:pt x="2474" y="0"/>
                  </a:moveTo>
                  <a:lnTo>
                    <a:pt x="2065" y="428"/>
                  </a:lnTo>
                  <a:cubicBezTo>
                    <a:pt x="2022" y="467"/>
                    <a:pt x="1969" y="491"/>
                    <a:pt x="1911" y="496"/>
                  </a:cubicBezTo>
                  <a:lnTo>
                    <a:pt x="1906" y="496"/>
                  </a:lnTo>
                  <a:cubicBezTo>
                    <a:pt x="1848" y="496"/>
                    <a:pt x="1795" y="472"/>
                    <a:pt x="1752" y="433"/>
                  </a:cubicBezTo>
                  <a:lnTo>
                    <a:pt x="1319" y="15"/>
                  </a:lnTo>
                  <a:lnTo>
                    <a:pt x="501" y="332"/>
                  </a:lnTo>
                  <a:lnTo>
                    <a:pt x="491" y="337"/>
                  </a:lnTo>
                  <a:cubicBezTo>
                    <a:pt x="472" y="342"/>
                    <a:pt x="1" y="515"/>
                    <a:pt x="1" y="1121"/>
                  </a:cubicBezTo>
                  <a:lnTo>
                    <a:pt x="1" y="1915"/>
                  </a:lnTo>
                  <a:lnTo>
                    <a:pt x="3792" y="1915"/>
                  </a:lnTo>
                  <a:lnTo>
                    <a:pt x="3792" y="1121"/>
                  </a:lnTo>
                  <a:cubicBezTo>
                    <a:pt x="3792" y="515"/>
                    <a:pt x="3326" y="342"/>
                    <a:pt x="3301" y="332"/>
                  </a:cubicBezTo>
                  <a:lnTo>
                    <a:pt x="3292"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1"/>
            <p:cNvSpPr/>
            <p:nvPr/>
          </p:nvSpPr>
          <p:spPr>
            <a:xfrm>
              <a:off x="5157892" y="3115253"/>
              <a:ext cx="99481" cy="51012"/>
            </a:xfrm>
            <a:custGeom>
              <a:rect b="b" l="l" r="r" t="t"/>
              <a:pathLst>
                <a:path extrusionOk="0" h="1945" w="3793">
                  <a:moveTo>
                    <a:pt x="2474" y="0"/>
                  </a:moveTo>
                  <a:lnTo>
                    <a:pt x="2060" y="428"/>
                  </a:lnTo>
                  <a:cubicBezTo>
                    <a:pt x="2022" y="467"/>
                    <a:pt x="1969" y="491"/>
                    <a:pt x="1906" y="496"/>
                  </a:cubicBezTo>
                  <a:cubicBezTo>
                    <a:pt x="1849" y="496"/>
                    <a:pt x="1796" y="472"/>
                    <a:pt x="1752" y="433"/>
                  </a:cubicBezTo>
                  <a:lnTo>
                    <a:pt x="1319" y="15"/>
                  </a:lnTo>
                  <a:lnTo>
                    <a:pt x="501" y="332"/>
                  </a:lnTo>
                  <a:lnTo>
                    <a:pt x="492" y="337"/>
                  </a:lnTo>
                  <a:cubicBezTo>
                    <a:pt x="473" y="342"/>
                    <a:pt x="1" y="515"/>
                    <a:pt x="1" y="1121"/>
                  </a:cubicBezTo>
                  <a:lnTo>
                    <a:pt x="1" y="1944"/>
                  </a:lnTo>
                  <a:lnTo>
                    <a:pt x="3788" y="1944"/>
                  </a:lnTo>
                  <a:lnTo>
                    <a:pt x="3788" y="1121"/>
                  </a:lnTo>
                  <a:cubicBezTo>
                    <a:pt x="3793" y="515"/>
                    <a:pt x="3316" y="342"/>
                    <a:pt x="3302" y="332"/>
                  </a:cubicBezTo>
                  <a:lnTo>
                    <a:pt x="3287"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1"/>
            <p:cNvSpPr/>
            <p:nvPr/>
          </p:nvSpPr>
          <p:spPr>
            <a:xfrm>
              <a:off x="5037377" y="3214943"/>
              <a:ext cx="99481" cy="50252"/>
            </a:xfrm>
            <a:custGeom>
              <a:rect b="b" l="l" r="r" t="t"/>
              <a:pathLst>
                <a:path extrusionOk="0" h="1916" w="3793">
                  <a:moveTo>
                    <a:pt x="2474" y="0"/>
                  </a:moveTo>
                  <a:lnTo>
                    <a:pt x="2060" y="429"/>
                  </a:lnTo>
                  <a:cubicBezTo>
                    <a:pt x="2022" y="467"/>
                    <a:pt x="1964" y="491"/>
                    <a:pt x="1906" y="491"/>
                  </a:cubicBezTo>
                  <a:cubicBezTo>
                    <a:pt x="1901" y="492"/>
                    <a:pt x="1896" y="492"/>
                    <a:pt x="1892" y="492"/>
                  </a:cubicBezTo>
                  <a:cubicBezTo>
                    <a:pt x="1840" y="492"/>
                    <a:pt x="1792" y="469"/>
                    <a:pt x="1752" y="434"/>
                  </a:cubicBezTo>
                  <a:lnTo>
                    <a:pt x="1319" y="10"/>
                  </a:lnTo>
                  <a:lnTo>
                    <a:pt x="501" y="332"/>
                  </a:lnTo>
                  <a:lnTo>
                    <a:pt x="492" y="337"/>
                  </a:lnTo>
                  <a:cubicBezTo>
                    <a:pt x="472" y="342"/>
                    <a:pt x="1" y="515"/>
                    <a:pt x="1" y="1122"/>
                  </a:cubicBezTo>
                  <a:lnTo>
                    <a:pt x="1" y="1916"/>
                  </a:lnTo>
                  <a:lnTo>
                    <a:pt x="3788" y="1916"/>
                  </a:lnTo>
                  <a:lnTo>
                    <a:pt x="3788" y="1122"/>
                  </a:lnTo>
                  <a:cubicBezTo>
                    <a:pt x="3792" y="515"/>
                    <a:pt x="3321" y="337"/>
                    <a:pt x="3297" y="332"/>
                  </a:cubicBezTo>
                  <a:lnTo>
                    <a:pt x="3287" y="328"/>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1"/>
            <p:cNvSpPr/>
            <p:nvPr/>
          </p:nvSpPr>
          <p:spPr>
            <a:xfrm>
              <a:off x="4938053" y="3017817"/>
              <a:ext cx="58959" cy="33335"/>
            </a:xfrm>
            <a:custGeom>
              <a:rect b="b" l="l" r="r" t="t"/>
              <a:pathLst>
                <a:path extrusionOk="0" h="1271" w="2248">
                  <a:moveTo>
                    <a:pt x="1069" y="1"/>
                  </a:moveTo>
                  <a:cubicBezTo>
                    <a:pt x="477" y="1"/>
                    <a:pt x="1" y="477"/>
                    <a:pt x="1" y="1069"/>
                  </a:cubicBezTo>
                  <a:lnTo>
                    <a:pt x="1" y="1271"/>
                  </a:lnTo>
                  <a:lnTo>
                    <a:pt x="59" y="1252"/>
                  </a:lnTo>
                  <a:lnTo>
                    <a:pt x="116" y="1252"/>
                  </a:lnTo>
                  <a:cubicBezTo>
                    <a:pt x="126" y="1252"/>
                    <a:pt x="1026" y="1242"/>
                    <a:pt x="1430" y="684"/>
                  </a:cubicBezTo>
                  <a:cubicBezTo>
                    <a:pt x="1465" y="633"/>
                    <a:pt x="1517" y="610"/>
                    <a:pt x="1569" y="610"/>
                  </a:cubicBezTo>
                  <a:cubicBezTo>
                    <a:pt x="1646" y="610"/>
                    <a:pt x="1723" y="660"/>
                    <a:pt x="1743" y="746"/>
                  </a:cubicBezTo>
                  <a:cubicBezTo>
                    <a:pt x="1748" y="766"/>
                    <a:pt x="1853" y="1179"/>
                    <a:pt x="2176" y="1256"/>
                  </a:cubicBezTo>
                  <a:lnTo>
                    <a:pt x="2190" y="1256"/>
                  </a:lnTo>
                  <a:lnTo>
                    <a:pt x="2248" y="1271"/>
                  </a:lnTo>
                  <a:lnTo>
                    <a:pt x="2248" y="1074"/>
                  </a:lnTo>
                  <a:cubicBezTo>
                    <a:pt x="2248" y="482"/>
                    <a:pt x="1767"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1"/>
            <p:cNvSpPr/>
            <p:nvPr/>
          </p:nvSpPr>
          <p:spPr>
            <a:xfrm>
              <a:off x="5058333" y="2917996"/>
              <a:ext cx="58959" cy="33466"/>
            </a:xfrm>
            <a:custGeom>
              <a:rect b="b" l="l" r="r" t="t"/>
              <a:pathLst>
                <a:path extrusionOk="0" h="1276" w="2248">
                  <a:moveTo>
                    <a:pt x="1069" y="0"/>
                  </a:moveTo>
                  <a:cubicBezTo>
                    <a:pt x="477" y="5"/>
                    <a:pt x="1" y="482"/>
                    <a:pt x="1" y="1074"/>
                  </a:cubicBezTo>
                  <a:lnTo>
                    <a:pt x="1" y="1271"/>
                  </a:lnTo>
                  <a:lnTo>
                    <a:pt x="53" y="1252"/>
                  </a:lnTo>
                  <a:lnTo>
                    <a:pt x="111" y="1252"/>
                  </a:lnTo>
                  <a:cubicBezTo>
                    <a:pt x="121" y="1252"/>
                    <a:pt x="1021" y="1247"/>
                    <a:pt x="1430" y="689"/>
                  </a:cubicBezTo>
                  <a:cubicBezTo>
                    <a:pt x="1465" y="637"/>
                    <a:pt x="1518" y="614"/>
                    <a:pt x="1571" y="614"/>
                  </a:cubicBezTo>
                  <a:cubicBezTo>
                    <a:pt x="1647" y="614"/>
                    <a:pt x="1722" y="663"/>
                    <a:pt x="1742" y="751"/>
                  </a:cubicBezTo>
                  <a:cubicBezTo>
                    <a:pt x="1747" y="770"/>
                    <a:pt x="1848" y="1184"/>
                    <a:pt x="2175" y="1256"/>
                  </a:cubicBezTo>
                  <a:lnTo>
                    <a:pt x="2190" y="1256"/>
                  </a:lnTo>
                  <a:lnTo>
                    <a:pt x="2243" y="1276"/>
                  </a:lnTo>
                  <a:lnTo>
                    <a:pt x="2243" y="1078"/>
                  </a:lnTo>
                  <a:cubicBezTo>
                    <a:pt x="2248" y="482"/>
                    <a:pt x="1766" y="0"/>
                    <a:pt x="117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1"/>
            <p:cNvSpPr/>
            <p:nvPr/>
          </p:nvSpPr>
          <p:spPr>
            <a:xfrm>
              <a:off x="5178350" y="3017817"/>
              <a:ext cx="59091" cy="33335"/>
            </a:xfrm>
            <a:custGeom>
              <a:rect b="b" l="l" r="r" t="t"/>
              <a:pathLst>
                <a:path extrusionOk="0" h="1271" w="2253">
                  <a:moveTo>
                    <a:pt x="1073" y="1"/>
                  </a:moveTo>
                  <a:cubicBezTo>
                    <a:pt x="482" y="1"/>
                    <a:pt x="0" y="477"/>
                    <a:pt x="0" y="1069"/>
                  </a:cubicBezTo>
                  <a:lnTo>
                    <a:pt x="0" y="1271"/>
                  </a:lnTo>
                  <a:lnTo>
                    <a:pt x="58" y="1252"/>
                  </a:lnTo>
                  <a:lnTo>
                    <a:pt x="116" y="1252"/>
                  </a:lnTo>
                  <a:cubicBezTo>
                    <a:pt x="126" y="1252"/>
                    <a:pt x="1025" y="1242"/>
                    <a:pt x="1430" y="684"/>
                  </a:cubicBezTo>
                  <a:cubicBezTo>
                    <a:pt x="1467" y="633"/>
                    <a:pt x="1520" y="610"/>
                    <a:pt x="1572" y="610"/>
                  </a:cubicBezTo>
                  <a:cubicBezTo>
                    <a:pt x="1650" y="610"/>
                    <a:pt x="1725" y="660"/>
                    <a:pt x="1742" y="746"/>
                  </a:cubicBezTo>
                  <a:cubicBezTo>
                    <a:pt x="1747" y="766"/>
                    <a:pt x="1853" y="1179"/>
                    <a:pt x="2180" y="1256"/>
                  </a:cubicBezTo>
                  <a:lnTo>
                    <a:pt x="2190" y="1256"/>
                  </a:lnTo>
                  <a:lnTo>
                    <a:pt x="2248" y="1271"/>
                  </a:lnTo>
                  <a:lnTo>
                    <a:pt x="2248" y="1074"/>
                  </a:lnTo>
                  <a:cubicBezTo>
                    <a:pt x="2252" y="482"/>
                    <a:pt x="1771"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1"/>
            <p:cNvSpPr/>
            <p:nvPr/>
          </p:nvSpPr>
          <p:spPr>
            <a:xfrm>
              <a:off x="5058202" y="3117403"/>
              <a:ext cx="59091" cy="33466"/>
            </a:xfrm>
            <a:custGeom>
              <a:rect b="b" l="l" r="r" t="t"/>
              <a:pathLst>
                <a:path extrusionOk="0" h="1276" w="2253">
                  <a:moveTo>
                    <a:pt x="1074" y="0"/>
                  </a:moveTo>
                  <a:cubicBezTo>
                    <a:pt x="482" y="0"/>
                    <a:pt x="1" y="481"/>
                    <a:pt x="6" y="1073"/>
                  </a:cubicBezTo>
                  <a:lnTo>
                    <a:pt x="6" y="1275"/>
                  </a:lnTo>
                  <a:lnTo>
                    <a:pt x="58" y="1256"/>
                  </a:lnTo>
                  <a:lnTo>
                    <a:pt x="116" y="1256"/>
                  </a:lnTo>
                  <a:cubicBezTo>
                    <a:pt x="126" y="1256"/>
                    <a:pt x="1026" y="1246"/>
                    <a:pt x="1435" y="688"/>
                  </a:cubicBezTo>
                  <a:cubicBezTo>
                    <a:pt x="1470" y="637"/>
                    <a:pt x="1523" y="613"/>
                    <a:pt x="1576" y="613"/>
                  </a:cubicBezTo>
                  <a:cubicBezTo>
                    <a:pt x="1652" y="613"/>
                    <a:pt x="1727" y="663"/>
                    <a:pt x="1747" y="751"/>
                  </a:cubicBezTo>
                  <a:cubicBezTo>
                    <a:pt x="1752" y="770"/>
                    <a:pt x="1853" y="1184"/>
                    <a:pt x="2180" y="1261"/>
                  </a:cubicBezTo>
                  <a:lnTo>
                    <a:pt x="2195" y="1261"/>
                  </a:lnTo>
                  <a:lnTo>
                    <a:pt x="2248" y="1275"/>
                  </a:lnTo>
                  <a:lnTo>
                    <a:pt x="2248" y="1073"/>
                  </a:lnTo>
                  <a:cubicBezTo>
                    <a:pt x="2253" y="481"/>
                    <a:pt x="1771" y="0"/>
                    <a:pt x="11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1"/>
            <p:cNvSpPr/>
            <p:nvPr/>
          </p:nvSpPr>
          <p:spPr>
            <a:xfrm>
              <a:off x="5037377" y="3015536"/>
              <a:ext cx="99481" cy="50278"/>
            </a:xfrm>
            <a:custGeom>
              <a:rect b="b" l="l" r="r" t="t"/>
              <a:pathLst>
                <a:path extrusionOk="0" h="1917" w="3793">
                  <a:moveTo>
                    <a:pt x="2474" y="1"/>
                  </a:moveTo>
                  <a:lnTo>
                    <a:pt x="2065" y="429"/>
                  </a:lnTo>
                  <a:cubicBezTo>
                    <a:pt x="2022" y="473"/>
                    <a:pt x="1969" y="497"/>
                    <a:pt x="1911" y="497"/>
                  </a:cubicBezTo>
                  <a:lnTo>
                    <a:pt x="1906" y="497"/>
                  </a:lnTo>
                  <a:cubicBezTo>
                    <a:pt x="1848" y="497"/>
                    <a:pt x="1796" y="473"/>
                    <a:pt x="1752" y="434"/>
                  </a:cubicBezTo>
                  <a:lnTo>
                    <a:pt x="1319" y="15"/>
                  </a:lnTo>
                  <a:lnTo>
                    <a:pt x="501" y="333"/>
                  </a:lnTo>
                  <a:lnTo>
                    <a:pt x="492" y="338"/>
                  </a:lnTo>
                  <a:cubicBezTo>
                    <a:pt x="472" y="347"/>
                    <a:pt x="1" y="521"/>
                    <a:pt x="1" y="1127"/>
                  </a:cubicBezTo>
                  <a:lnTo>
                    <a:pt x="1" y="1916"/>
                  </a:lnTo>
                  <a:lnTo>
                    <a:pt x="3788" y="1916"/>
                  </a:lnTo>
                  <a:lnTo>
                    <a:pt x="3788" y="1122"/>
                  </a:lnTo>
                  <a:cubicBezTo>
                    <a:pt x="3792" y="506"/>
                    <a:pt x="3306" y="338"/>
                    <a:pt x="3302" y="333"/>
                  </a:cubicBezTo>
                  <a:lnTo>
                    <a:pt x="3292" y="328"/>
                  </a:lnTo>
                  <a:lnTo>
                    <a:pt x="2474"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1"/>
            <p:cNvSpPr/>
            <p:nvPr/>
          </p:nvSpPr>
          <p:spPr>
            <a:xfrm>
              <a:off x="5037377" y="3015798"/>
              <a:ext cx="36115" cy="43826"/>
            </a:xfrm>
            <a:custGeom>
              <a:rect b="b" l="l" r="r" t="t"/>
              <a:pathLst>
                <a:path extrusionOk="0" h="1671" w="1377">
                  <a:moveTo>
                    <a:pt x="1319" y="1"/>
                  </a:moveTo>
                  <a:lnTo>
                    <a:pt x="501" y="323"/>
                  </a:lnTo>
                  <a:lnTo>
                    <a:pt x="492" y="323"/>
                  </a:lnTo>
                  <a:cubicBezTo>
                    <a:pt x="472" y="333"/>
                    <a:pt x="1" y="506"/>
                    <a:pt x="1" y="1112"/>
                  </a:cubicBezTo>
                  <a:lnTo>
                    <a:pt x="1" y="1670"/>
                  </a:lnTo>
                  <a:lnTo>
                    <a:pt x="203" y="1670"/>
                  </a:lnTo>
                  <a:lnTo>
                    <a:pt x="203" y="1112"/>
                  </a:lnTo>
                  <a:cubicBezTo>
                    <a:pt x="203" y="506"/>
                    <a:pt x="679" y="333"/>
                    <a:pt x="694" y="323"/>
                  </a:cubicBezTo>
                  <a:lnTo>
                    <a:pt x="703" y="323"/>
                  </a:lnTo>
                  <a:lnTo>
                    <a:pt x="1377" y="58"/>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1"/>
            <p:cNvSpPr/>
            <p:nvPr/>
          </p:nvSpPr>
          <p:spPr>
            <a:xfrm>
              <a:off x="5157787" y="3115489"/>
              <a:ext cx="36246" cy="43826"/>
            </a:xfrm>
            <a:custGeom>
              <a:rect b="b" l="l" r="r" t="t"/>
              <a:pathLst>
                <a:path extrusionOk="0" h="1671" w="1382">
                  <a:moveTo>
                    <a:pt x="1319" y="1"/>
                  </a:moveTo>
                  <a:lnTo>
                    <a:pt x="501" y="318"/>
                  </a:lnTo>
                  <a:lnTo>
                    <a:pt x="491" y="323"/>
                  </a:lnTo>
                  <a:cubicBezTo>
                    <a:pt x="472" y="328"/>
                    <a:pt x="0" y="506"/>
                    <a:pt x="0" y="1108"/>
                  </a:cubicBezTo>
                  <a:lnTo>
                    <a:pt x="0" y="1671"/>
                  </a:lnTo>
                  <a:lnTo>
                    <a:pt x="207" y="1671"/>
                  </a:lnTo>
                  <a:lnTo>
                    <a:pt x="207" y="1108"/>
                  </a:lnTo>
                  <a:cubicBezTo>
                    <a:pt x="207" y="506"/>
                    <a:pt x="679" y="333"/>
                    <a:pt x="698" y="323"/>
                  </a:cubicBezTo>
                  <a:lnTo>
                    <a:pt x="707" y="318"/>
                  </a:lnTo>
                  <a:lnTo>
                    <a:pt x="1381"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1"/>
            <p:cNvSpPr/>
            <p:nvPr/>
          </p:nvSpPr>
          <p:spPr>
            <a:xfrm>
              <a:off x="5037246" y="3215206"/>
              <a:ext cx="36246" cy="43800"/>
            </a:xfrm>
            <a:custGeom>
              <a:rect b="b" l="l" r="r" t="t"/>
              <a:pathLst>
                <a:path extrusionOk="0" h="1670" w="1382">
                  <a:moveTo>
                    <a:pt x="1324" y="0"/>
                  </a:moveTo>
                  <a:lnTo>
                    <a:pt x="506" y="318"/>
                  </a:lnTo>
                  <a:lnTo>
                    <a:pt x="492" y="322"/>
                  </a:lnTo>
                  <a:cubicBezTo>
                    <a:pt x="477" y="327"/>
                    <a:pt x="1" y="501"/>
                    <a:pt x="1" y="1107"/>
                  </a:cubicBezTo>
                  <a:lnTo>
                    <a:pt x="1" y="1670"/>
                  </a:lnTo>
                  <a:lnTo>
                    <a:pt x="208" y="1670"/>
                  </a:lnTo>
                  <a:lnTo>
                    <a:pt x="208" y="1107"/>
                  </a:lnTo>
                  <a:cubicBezTo>
                    <a:pt x="208" y="505"/>
                    <a:pt x="684" y="327"/>
                    <a:pt x="699" y="322"/>
                  </a:cubicBezTo>
                  <a:lnTo>
                    <a:pt x="708" y="318"/>
                  </a:lnTo>
                  <a:lnTo>
                    <a:pt x="1382" y="58"/>
                  </a:lnTo>
                  <a:lnTo>
                    <a:pt x="132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1"/>
            <p:cNvSpPr/>
            <p:nvPr/>
          </p:nvSpPr>
          <p:spPr>
            <a:xfrm>
              <a:off x="4917491" y="3115489"/>
              <a:ext cx="36115" cy="43826"/>
            </a:xfrm>
            <a:custGeom>
              <a:rect b="b" l="l" r="r" t="t"/>
              <a:pathLst>
                <a:path extrusionOk="0" h="1671" w="1377">
                  <a:moveTo>
                    <a:pt x="1319" y="1"/>
                  </a:moveTo>
                  <a:lnTo>
                    <a:pt x="501" y="318"/>
                  </a:lnTo>
                  <a:lnTo>
                    <a:pt x="491" y="323"/>
                  </a:lnTo>
                  <a:cubicBezTo>
                    <a:pt x="472" y="328"/>
                    <a:pt x="1" y="506"/>
                    <a:pt x="1" y="1108"/>
                  </a:cubicBezTo>
                  <a:lnTo>
                    <a:pt x="1" y="1671"/>
                  </a:lnTo>
                  <a:lnTo>
                    <a:pt x="203" y="1671"/>
                  </a:lnTo>
                  <a:lnTo>
                    <a:pt x="203" y="1108"/>
                  </a:lnTo>
                  <a:cubicBezTo>
                    <a:pt x="208" y="506"/>
                    <a:pt x="679" y="333"/>
                    <a:pt x="698" y="323"/>
                  </a:cubicBezTo>
                  <a:lnTo>
                    <a:pt x="708" y="318"/>
                  </a:lnTo>
                  <a:lnTo>
                    <a:pt x="1377"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1"/>
            <p:cNvSpPr/>
            <p:nvPr/>
          </p:nvSpPr>
          <p:spPr>
            <a:xfrm>
              <a:off x="4938053" y="3017686"/>
              <a:ext cx="32207" cy="33361"/>
            </a:xfrm>
            <a:custGeom>
              <a:rect b="b" l="l" r="r" t="t"/>
              <a:pathLst>
                <a:path extrusionOk="0" h="1272" w="1228">
                  <a:moveTo>
                    <a:pt x="1074" y="1"/>
                  </a:moveTo>
                  <a:cubicBezTo>
                    <a:pt x="482" y="1"/>
                    <a:pt x="1" y="482"/>
                    <a:pt x="1" y="1074"/>
                  </a:cubicBezTo>
                  <a:lnTo>
                    <a:pt x="1" y="1271"/>
                  </a:lnTo>
                  <a:lnTo>
                    <a:pt x="59" y="1257"/>
                  </a:lnTo>
                  <a:lnTo>
                    <a:pt x="116" y="1257"/>
                  </a:lnTo>
                  <a:cubicBezTo>
                    <a:pt x="116" y="1257"/>
                    <a:pt x="150" y="1257"/>
                    <a:pt x="203" y="1252"/>
                  </a:cubicBezTo>
                  <a:lnTo>
                    <a:pt x="203" y="1083"/>
                  </a:lnTo>
                  <a:lnTo>
                    <a:pt x="203" y="1074"/>
                  </a:lnTo>
                  <a:cubicBezTo>
                    <a:pt x="203" y="501"/>
                    <a:pt x="655" y="30"/>
                    <a:pt x="122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1"/>
            <p:cNvSpPr/>
            <p:nvPr/>
          </p:nvSpPr>
          <p:spPr>
            <a:xfrm>
              <a:off x="5058333" y="2917996"/>
              <a:ext cx="32076" cy="33335"/>
            </a:xfrm>
            <a:custGeom>
              <a:rect b="b" l="l" r="r" t="t"/>
              <a:pathLst>
                <a:path extrusionOk="0" h="1271" w="1223">
                  <a:moveTo>
                    <a:pt x="1069" y="0"/>
                  </a:moveTo>
                  <a:cubicBezTo>
                    <a:pt x="477" y="5"/>
                    <a:pt x="1" y="482"/>
                    <a:pt x="1" y="1074"/>
                  </a:cubicBezTo>
                  <a:lnTo>
                    <a:pt x="1" y="1271"/>
                  </a:lnTo>
                  <a:lnTo>
                    <a:pt x="53" y="1252"/>
                  </a:lnTo>
                  <a:lnTo>
                    <a:pt x="203" y="1252"/>
                  </a:lnTo>
                  <a:lnTo>
                    <a:pt x="203" y="1083"/>
                  </a:lnTo>
                  <a:lnTo>
                    <a:pt x="198" y="1074"/>
                  </a:lnTo>
                  <a:cubicBezTo>
                    <a:pt x="203" y="501"/>
                    <a:pt x="650" y="29"/>
                    <a:pt x="122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1"/>
            <p:cNvSpPr/>
            <p:nvPr/>
          </p:nvSpPr>
          <p:spPr>
            <a:xfrm>
              <a:off x="5178481" y="3017686"/>
              <a:ext cx="32076" cy="33361"/>
            </a:xfrm>
            <a:custGeom>
              <a:rect b="b" l="l" r="r" t="t"/>
              <a:pathLst>
                <a:path extrusionOk="0" h="1272" w="1223">
                  <a:moveTo>
                    <a:pt x="1068" y="1"/>
                  </a:moveTo>
                  <a:cubicBezTo>
                    <a:pt x="477" y="1"/>
                    <a:pt x="0" y="482"/>
                    <a:pt x="0" y="1074"/>
                  </a:cubicBezTo>
                  <a:lnTo>
                    <a:pt x="0" y="1271"/>
                  </a:lnTo>
                  <a:lnTo>
                    <a:pt x="53" y="1257"/>
                  </a:lnTo>
                  <a:lnTo>
                    <a:pt x="111" y="1257"/>
                  </a:lnTo>
                  <a:cubicBezTo>
                    <a:pt x="111" y="1257"/>
                    <a:pt x="149" y="1257"/>
                    <a:pt x="202" y="1252"/>
                  </a:cubicBezTo>
                  <a:lnTo>
                    <a:pt x="202" y="1083"/>
                  </a:lnTo>
                  <a:lnTo>
                    <a:pt x="202" y="1074"/>
                  </a:lnTo>
                  <a:cubicBezTo>
                    <a:pt x="202" y="501"/>
                    <a:pt x="650" y="30"/>
                    <a:pt x="1222"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1"/>
            <p:cNvSpPr/>
            <p:nvPr/>
          </p:nvSpPr>
          <p:spPr>
            <a:xfrm>
              <a:off x="5058333" y="3117508"/>
              <a:ext cx="32076" cy="33361"/>
            </a:xfrm>
            <a:custGeom>
              <a:rect b="b" l="l" r="r" t="t"/>
              <a:pathLst>
                <a:path extrusionOk="0" h="1272" w="1223">
                  <a:moveTo>
                    <a:pt x="1069" y="1"/>
                  </a:moveTo>
                  <a:cubicBezTo>
                    <a:pt x="477" y="1"/>
                    <a:pt x="1" y="477"/>
                    <a:pt x="1" y="1069"/>
                  </a:cubicBezTo>
                  <a:lnTo>
                    <a:pt x="1" y="1271"/>
                  </a:lnTo>
                  <a:lnTo>
                    <a:pt x="53" y="1252"/>
                  </a:lnTo>
                  <a:lnTo>
                    <a:pt x="111" y="1252"/>
                  </a:lnTo>
                  <a:cubicBezTo>
                    <a:pt x="111" y="1252"/>
                    <a:pt x="150" y="1252"/>
                    <a:pt x="203" y="1247"/>
                  </a:cubicBezTo>
                  <a:lnTo>
                    <a:pt x="203" y="1069"/>
                  </a:lnTo>
                  <a:lnTo>
                    <a:pt x="198" y="1069"/>
                  </a:lnTo>
                  <a:cubicBezTo>
                    <a:pt x="203" y="496"/>
                    <a:pt x="650" y="25"/>
                    <a:pt x="122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1"/>
            <p:cNvSpPr/>
            <p:nvPr/>
          </p:nvSpPr>
          <p:spPr>
            <a:xfrm>
              <a:off x="5025889" y="2907767"/>
              <a:ext cx="122325" cy="163214"/>
            </a:xfrm>
            <a:custGeom>
              <a:rect b="b" l="l" r="r" t="t"/>
              <a:pathLst>
                <a:path extrusionOk="0" h="6223" w="4664">
                  <a:moveTo>
                    <a:pt x="2397" y="434"/>
                  </a:moveTo>
                  <a:cubicBezTo>
                    <a:pt x="2965" y="439"/>
                    <a:pt x="3422" y="896"/>
                    <a:pt x="3422" y="1464"/>
                  </a:cubicBezTo>
                  <a:lnTo>
                    <a:pt x="3422" y="1603"/>
                  </a:lnTo>
                  <a:lnTo>
                    <a:pt x="3408" y="1603"/>
                  </a:lnTo>
                  <a:cubicBezTo>
                    <a:pt x="3104" y="1531"/>
                    <a:pt x="3008" y="1131"/>
                    <a:pt x="3008" y="1127"/>
                  </a:cubicBezTo>
                  <a:cubicBezTo>
                    <a:pt x="2982" y="1018"/>
                    <a:pt x="2888" y="957"/>
                    <a:pt x="2793" y="957"/>
                  </a:cubicBezTo>
                  <a:cubicBezTo>
                    <a:pt x="2728" y="957"/>
                    <a:pt x="2663" y="985"/>
                    <a:pt x="2618" y="1045"/>
                  </a:cubicBezTo>
                  <a:cubicBezTo>
                    <a:pt x="2224" y="1589"/>
                    <a:pt x="1348" y="1593"/>
                    <a:pt x="1339" y="1593"/>
                  </a:cubicBezTo>
                  <a:lnTo>
                    <a:pt x="1286" y="1593"/>
                  </a:lnTo>
                  <a:lnTo>
                    <a:pt x="1271" y="1598"/>
                  </a:lnTo>
                  <a:lnTo>
                    <a:pt x="1266" y="1598"/>
                  </a:lnTo>
                  <a:lnTo>
                    <a:pt x="1266" y="1464"/>
                  </a:lnTo>
                  <a:cubicBezTo>
                    <a:pt x="1266" y="896"/>
                    <a:pt x="1728" y="439"/>
                    <a:pt x="2291" y="434"/>
                  </a:cubicBezTo>
                  <a:close/>
                  <a:moveTo>
                    <a:pt x="3576" y="2195"/>
                  </a:moveTo>
                  <a:lnTo>
                    <a:pt x="3600" y="2200"/>
                  </a:lnTo>
                  <a:cubicBezTo>
                    <a:pt x="3672" y="2281"/>
                    <a:pt x="3663" y="2402"/>
                    <a:pt x="3576" y="2469"/>
                  </a:cubicBezTo>
                  <a:lnTo>
                    <a:pt x="3576" y="2195"/>
                  </a:lnTo>
                  <a:close/>
                  <a:moveTo>
                    <a:pt x="1117" y="2200"/>
                  </a:moveTo>
                  <a:lnTo>
                    <a:pt x="1117" y="2474"/>
                  </a:lnTo>
                  <a:cubicBezTo>
                    <a:pt x="1031" y="2411"/>
                    <a:pt x="1011" y="2286"/>
                    <a:pt x="1084" y="2209"/>
                  </a:cubicBezTo>
                  <a:cubicBezTo>
                    <a:pt x="1093" y="2205"/>
                    <a:pt x="1108" y="2200"/>
                    <a:pt x="1117" y="2200"/>
                  </a:cubicBezTo>
                  <a:close/>
                  <a:moveTo>
                    <a:pt x="2724" y="1565"/>
                  </a:moveTo>
                  <a:cubicBezTo>
                    <a:pt x="2821" y="1738"/>
                    <a:pt x="2965" y="1877"/>
                    <a:pt x="3143" y="1964"/>
                  </a:cubicBezTo>
                  <a:lnTo>
                    <a:pt x="3143" y="2585"/>
                  </a:lnTo>
                  <a:cubicBezTo>
                    <a:pt x="3138" y="2970"/>
                    <a:pt x="2830" y="3278"/>
                    <a:pt x="2445" y="3282"/>
                  </a:cubicBezTo>
                  <a:lnTo>
                    <a:pt x="2248" y="3282"/>
                  </a:lnTo>
                  <a:cubicBezTo>
                    <a:pt x="1868" y="3278"/>
                    <a:pt x="1555" y="2970"/>
                    <a:pt x="1555" y="2585"/>
                  </a:cubicBezTo>
                  <a:lnTo>
                    <a:pt x="1555" y="2012"/>
                  </a:lnTo>
                  <a:cubicBezTo>
                    <a:pt x="1839" y="1983"/>
                    <a:pt x="2335" y="1882"/>
                    <a:pt x="2724" y="1565"/>
                  </a:cubicBezTo>
                  <a:close/>
                  <a:moveTo>
                    <a:pt x="2580" y="3711"/>
                  </a:moveTo>
                  <a:lnTo>
                    <a:pt x="2580" y="3826"/>
                  </a:lnTo>
                  <a:lnTo>
                    <a:pt x="2339" y="4076"/>
                  </a:lnTo>
                  <a:lnTo>
                    <a:pt x="2113" y="3855"/>
                  </a:lnTo>
                  <a:lnTo>
                    <a:pt x="2113" y="3711"/>
                  </a:lnTo>
                  <a:cubicBezTo>
                    <a:pt x="2157" y="3715"/>
                    <a:pt x="2205" y="3715"/>
                    <a:pt x="2248" y="3715"/>
                  </a:cubicBezTo>
                  <a:lnTo>
                    <a:pt x="2445" y="3715"/>
                  </a:lnTo>
                  <a:cubicBezTo>
                    <a:pt x="2489" y="3715"/>
                    <a:pt x="2537" y="3715"/>
                    <a:pt x="2580" y="3711"/>
                  </a:cubicBezTo>
                  <a:close/>
                  <a:moveTo>
                    <a:pt x="2291" y="1"/>
                  </a:moveTo>
                  <a:cubicBezTo>
                    <a:pt x="1483" y="1"/>
                    <a:pt x="824" y="655"/>
                    <a:pt x="824" y="1464"/>
                  </a:cubicBezTo>
                  <a:lnTo>
                    <a:pt x="824" y="1848"/>
                  </a:lnTo>
                  <a:cubicBezTo>
                    <a:pt x="391" y="2200"/>
                    <a:pt x="612" y="2902"/>
                    <a:pt x="1170" y="2941"/>
                  </a:cubicBezTo>
                  <a:lnTo>
                    <a:pt x="1170" y="2936"/>
                  </a:lnTo>
                  <a:cubicBezTo>
                    <a:pt x="1257" y="3201"/>
                    <a:pt x="1435" y="3422"/>
                    <a:pt x="1675" y="3561"/>
                  </a:cubicBezTo>
                  <a:lnTo>
                    <a:pt x="1675" y="3682"/>
                  </a:lnTo>
                  <a:lnTo>
                    <a:pt x="780" y="4033"/>
                  </a:lnTo>
                  <a:cubicBezTo>
                    <a:pt x="699" y="4062"/>
                    <a:pt x="1" y="4341"/>
                    <a:pt x="1" y="5231"/>
                  </a:cubicBezTo>
                  <a:lnTo>
                    <a:pt x="1" y="6006"/>
                  </a:lnTo>
                  <a:cubicBezTo>
                    <a:pt x="1" y="6126"/>
                    <a:pt x="97" y="6222"/>
                    <a:pt x="217" y="6222"/>
                  </a:cubicBezTo>
                  <a:lnTo>
                    <a:pt x="776" y="6222"/>
                  </a:lnTo>
                  <a:cubicBezTo>
                    <a:pt x="1064" y="6222"/>
                    <a:pt x="1064" y="5789"/>
                    <a:pt x="776" y="5789"/>
                  </a:cubicBezTo>
                  <a:lnTo>
                    <a:pt x="439" y="5789"/>
                  </a:lnTo>
                  <a:lnTo>
                    <a:pt x="439" y="5231"/>
                  </a:lnTo>
                  <a:cubicBezTo>
                    <a:pt x="439" y="4630"/>
                    <a:pt x="910" y="4447"/>
                    <a:pt x="930" y="4442"/>
                  </a:cubicBezTo>
                  <a:lnTo>
                    <a:pt x="939" y="4437"/>
                  </a:lnTo>
                  <a:lnTo>
                    <a:pt x="1757" y="4120"/>
                  </a:lnTo>
                  <a:lnTo>
                    <a:pt x="2190" y="4538"/>
                  </a:lnTo>
                  <a:cubicBezTo>
                    <a:pt x="2234" y="4577"/>
                    <a:pt x="2286" y="4601"/>
                    <a:pt x="2344" y="4601"/>
                  </a:cubicBezTo>
                  <a:cubicBezTo>
                    <a:pt x="2402" y="4601"/>
                    <a:pt x="2460" y="4577"/>
                    <a:pt x="2498" y="4533"/>
                  </a:cubicBezTo>
                  <a:lnTo>
                    <a:pt x="2912" y="4105"/>
                  </a:lnTo>
                  <a:lnTo>
                    <a:pt x="3725" y="4432"/>
                  </a:lnTo>
                  <a:lnTo>
                    <a:pt x="3740" y="4437"/>
                  </a:lnTo>
                  <a:cubicBezTo>
                    <a:pt x="3744" y="4437"/>
                    <a:pt x="4230" y="4610"/>
                    <a:pt x="4230" y="5226"/>
                  </a:cubicBezTo>
                  <a:lnTo>
                    <a:pt x="4230" y="5784"/>
                  </a:lnTo>
                  <a:lnTo>
                    <a:pt x="1468" y="5784"/>
                  </a:lnTo>
                  <a:cubicBezTo>
                    <a:pt x="1175" y="5784"/>
                    <a:pt x="1175" y="6222"/>
                    <a:pt x="1468" y="6222"/>
                  </a:cubicBezTo>
                  <a:lnTo>
                    <a:pt x="4447" y="6222"/>
                  </a:lnTo>
                  <a:cubicBezTo>
                    <a:pt x="4567" y="6222"/>
                    <a:pt x="4663" y="6121"/>
                    <a:pt x="4663" y="6001"/>
                  </a:cubicBezTo>
                  <a:lnTo>
                    <a:pt x="4663" y="5231"/>
                  </a:lnTo>
                  <a:cubicBezTo>
                    <a:pt x="4663" y="4346"/>
                    <a:pt x="3971" y="4062"/>
                    <a:pt x="3884" y="4033"/>
                  </a:cubicBezTo>
                  <a:lnTo>
                    <a:pt x="3013" y="3682"/>
                  </a:lnTo>
                  <a:lnTo>
                    <a:pt x="3013" y="3561"/>
                  </a:lnTo>
                  <a:cubicBezTo>
                    <a:pt x="3254" y="3422"/>
                    <a:pt x="3432" y="3201"/>
                    <a:pt x="3518" y="2936"/>
                  </a:cubicBezTo>
                  <a:cubicBezTo>
                    <a:pt x="4067" y="2893"/>
                    <a:pt x="4283" y="2200"/>
                    <a:pt x="3855" y="1848"/>
                  </a:cubicBezTo>
                  <a:lnTo>
                    <a:pt x="3855" y="1464"/>
                  </a:lnTo>
                  <a:cubicBezTo>
                    <a:pt x="3855" y="655"/>
                    <a:pt x="3201" y="1"/>
                    <a:pt x="2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1"/>
            <p:cNvSpPr/>
            <p:nvPr/>
          </p:nvSpPr>
          <p:spPr>
            <a:xfrm>
              <a:off x="5133501" y="2916396"/>
              <a:ext cx="109185" cy="83718"/>
            </a:xfrm>
            <a:custGeom>
              <a:rect b="b" l="l" r="r" t="t"/>
              <a:pathLst>
                <a:path extrusionOk="0" h="3192" w="4163">
                  <a:moveTo>
                    <a:pt x="309" y="0"/>
                  </a:moveTo>
                  <a:cubicBezTo>
                    <a:pt x="86" y="0"/>
                    <a:pt x="0" y="345"/>
                    <a:pt x="248" y="427"/>
                  </a:cubicBezTo>
                  <a:cubicBezTo>
                    <a:pt x="1667" y="894"/>
                    <a:pt x="2880" y="1837"/>
                    <a:pt x="3688" y="3093"/>
                  </a:cubicBezTo>
                  <a:cubicBezTo>
                    <a:pt x="3735" y="3162"/>
                    <a:pt x="3799" y="3191"/>
                    <a:pt x="3863" y="3191"/>
                  </a:cubicBezTo>
                  <a:cubicBezTo>
                    <a:pt x="4015" y="3191"/>
                    <a:pt x="4162" y="3027"/>
                    <a:pt x="4054" y="2857"/>
                  </a:cubicBezTo>
                  <a:cubicBezTo>
                    <a:pt x="3192" y="1515"/>
                    <a:pt x="1898" y="509"/>
                    <a:pt x="387" y="13"/>
                  </a:cubicBezTo>
                  <a:cubicBezTo>
                    <a:pt x="360" y="4"/>
                    <a:pt x="334"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1"/>
            <p:cNvSpPr/>
            <p:nvPr/>
          </p:nvSpPr>
          <p:spPr>
            <a:xfrm>
              <a:off x="4932651" y="2915924"/>
              <a:ext cx="109238" cy="84164"/>
            </a:xfrm>
            <a:custGeom>
              <a:rect b="b" l="l" r="r" t="t"/>
              <a:pathLst>
                <a:path extrusionOk="0" h="3209" w="4165">
                  <a:moveTo>
                    <a:pt x="3855" y="0"/>
                  </a:moveTo>
                  <a:cubicBezTo>
                    <a:pt x="3832" y="0"/>
                    <a:pt x="3808" y="4"/>
                    <a:pt x="3782" y="12"/>
                  </a:cubicBezTo>
                  <a:cubicBezTo>
                    <a:pt x="2247" y="508"/>
                    <a:pt x="933" y="1518"/>
                    <a:pt x="63" y="2870"/>
                  </a:cubicBezTo>
                  <a:cubicBezTo>
                    <a:pt x="0" y="2976"/>
                    <a:pt x="29" y="3111"/>
                    <a:pt x="130" y="3173"/>
                  </a:cubicBezTo>
                  <a:cubicBezTo>
                    <a:pt x="166" y="3198"/>
                    <a:pt x="207" y="3209"/>
                    <a:pt x="247" y="3209"/>
                  </a:cubicBezTo>
                  <a:cubicBezTo>
                    <a:pt x="319" y="3209"/>
                    <a:pt x="390" y="3173"/>
                    <a:pt x="433" y="3111"/>
                  </a:cubicBezTo>
                  <a:cubicBezTo>
                    <a:pt x="1246" y="1841"/>
                    <a:pt x="2478" y="893"/>
                    <a:pt x="3912" y="431"/>
                  </a:cubicBezTo>
                  <a:cubicBezTo>
                    <a:pt x="4165" y="348"/>
                    <a:pt x="4078" y="0"/>
                    <a:pt x="3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1"/>
            <p:cNvSpPr/>
            <p:nvPr/>
          </p:nvSpPr>
          <p:spPr>
            <a:xfrm>
              <a:off x="4931365" y="3177831"/>
              <a:ext cx="91272" cy="76847"/>
            </a:xfrm>
            <a:custGeom>
              <a:rect b="b" l="l" r="r" t="t"/>
              <a:pathLst>
                <a:path extrusionOk="0" h="2930" w="3480">
                  <a:moveTo>
                    <a:pt x="303" y="1"/>
                  </a:moveTo>
                  <a:cubicBezTo>
                    <a:pt x="149" y="1"/>
                    <a:pt x="0" y="170"/>
                    <a:pt x="112" y="342"/>
                  </a:cubicBezTo>
                  <a:cubicBezTo>
                    <a:pt x="829" y="1459"/>
                    <a:pt x="1849" y="2349"/>
                    <a:pt x="3052" y="2902"/>
                  </a:cubicBezTo>
                  <a:cubicBezTo>
                    <a:pt x="3089" y="2922"/>
                    <a:pt x="3125" y="2930"/>
                    <a:pt x="3159" y="2930"/>
                  </a:cubicBezTo>
                  <a:cubicBezTo>
                    <a:pt x="3370" y="2930"/>
                    <a:pt x="3479" y="2598"/>
                    <a:pt x="3234" y="2503"/>
                  </a:cubicBezTo>
                  <a:cubicBezTo>
                    <a:pt x="2108" y="1983"/>
                    <a:pt x="1151" y="1156"/>
                    <a:pt x="482" y="107"/>
                  </a:cubicBezTo>
                  <a:cubicBezTo>
                    <a:pt x="435" y="32"/>
                    <a:pt x="368"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1"/>
            <p:cNvSpPr/>
            <p:nvPr/>
          </p:nvSpPr>
          <p:spPr>
            <a:xfrm>
              <a:off x="5152988" y="3177989"/>
              <a:ext cx="88623" cy="76060"/>
            </a:xfrm>
            <a:custGeom>
              <a:rect b="b" l="l" r="r" t="t"/>
              <a:pathLst>
                <a:path extrusionOk="0" h="2900" w="3379">
                  <a:moveTo>
                    <a:pt x="3130" y="0"/>
                  </a:moveTo>
                  <a:cubicBezTo>
                    <a:pt x="3058" y="0"/>
                    <a:pt x="2989" y="36"/>
                    <a:pt x="2945" y="101"/>
                  </a:cubicBezTo>
                  <a:cubicBezTo>
                    <a:pt x="2286" y="1130"/>
                    <a:pt x="1348" y="1958"/>
                    <a:pt x="241" y="2478"/>
                  </a:cubicBezTo>
                  <a:cubicBezTo>
                    <a:pt x="0" y="2581"/>
                    <a:pt x="110" y="2899"/>
                    <a:pt x="317" y="2899"/>
                  </a:cubicBezTo>
                  <a:cubicBezTo>
                    <a:pt x="351" y="2899"/>
                    <a:pt x="386" y="2891"/>
                    <a:pt x="424" y="2872"/>
                  </a:cubicBezTo>
                  <a:cubicBezTo>
                    <a:pt x="1607" y="2319"/>
                    <a:pt x="2608" y="1438"/>
                    <a:pt x="3316" y="336"/>
                  </a:cubicBezTo>
                  <a:cubicBezTo>
                    <a:pt x="3378" y="235"/>
                    <a:pt x="3349" y="101"/>
                    <a:pt x="3248" y="33"/>
                  </a:cubicBezTo>
                  <a:cubicBezTo>
                    <a:pt x="3211" y="11"/>
                    <a:pt x="3170" y="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1"/>
            <p:cNvSpPr/>
            <p:nvPr/>
          </p:nvSpPr>
          <p:spPr>
            <a:xfrm>
              <a:off x="4905872" y="3007484"/>
              <a:ext cx="122456" cy="163319"/>
            </a:xfrm>
            <a:custGeom>
              <a:rect b="b" l="l" r="r" t="t"/>
              <a:pathLst>
                <a:path extrusionOk="0" h="6227" w="4669">
                  <a:moveTo>
                    <a:pt x="2397" y="423"/>
                  </a:moveTo>
                  <a:cubicBezTo>
                    <a:pt x="2965" y="428"/>
                    <a:pt x="3422" y="885"/>
                    <a:pt x="3427" y="1453"/>
                  </a:cubicBezTo>
                  <a:lnTo>
                    <a:pt x="3427" y="1588"/>
                  </a:lnTo>
                  <a:lnTo>
                    <a:pt x="3408" y="1588"/>
                  </a:lnTo>
                  <a:cubicBezTo>
                    <a:pt x="3109" y="1521"/>
                    <a:pt x="3008" y="1116"/>
                    <a:pt x="3008" y="1116"/>
                  </a:cubicBezTo>
                  <a:cubicBezTo>
                    <a:pt x="2982" y="1007"/>
                    <a:pt x="2888" y="946"/>
                    <a:pt x="2793" y="946"/>
                  </a:cubicBezTo>
                  <a:cubicBezTo>
                    <a:pt x="2728" y="946"/>
                    <a:pt x="2663" y="974"/>
                    <a:pt x="2619" y="1035"/>
                  </a:cubicBezTo>
                  <a:cubicBezTo>
                    <a:pt x="2224" y="1583"/>
                    <a:pt x="1348" y="1588"/>
                    <a:pt x="1339" y="1588"/>
                  </a:cubicBezTo>
                  <a:lnTo>
                    <a:pt x="1286" y="1588"/>
                  </a:lnTo>
                  <a:lnTo>
                    <a:pt x="1271" y="1593"/>
                  </a:lnTo>
                  <a:lnTo>
                    <a:pt x="1266" y="1593"/>
                  </a:lnTo>
                  <a:lnTo>
                    <a:pt x="1266" y="1453"/>
                  </a:lnTo>
                  <a:cubicBezTo>
                    <a:pt x="1266" y="885"/>
                    <a:pt x="1728" y="428"/>
                    <a:pt x="2291" y="423"/>
                  </a:cubicBezTo>
                  <a:close/>
                  <a:moveTo>
                    <a:pt x="3576" y="2194"/>
                  </a:moveTo>
                  <a:lnTo>
                    <a:pt x="3600" y="2199"/>
                  </a:lnTo>
                  <a:cubicBezTo>
                    <a:pt x="3672" y="2276"/>
                    <a:pt x="3663" y="2401"/>
                    <a:pt x="3576" y="2464"/>
                  </a:cubicBezTo>
                  <a:lnTo>
                    <a:pt x="3576" y="2194"/>
                  </a:lnTo>
                  <a:close/>
                  <a:moveTo>
                    <a:pt x="1117" y="2194"/>
                  </a:moveTo>
                  <a:lnTo>
                    <a:pt x="1117" y="2473"/>
                  </a:lnTo>
                  <a:cubicBezTo>
                    <a:pt x="1031" y="2411"/>
                    <a:pt x="1011" y="2286"/>
                    <a:pt x="1084" y="2204"/>
                  </a:cubicBezTo>
                  <a:cubicBezTo>
                    <a:pt x="1093" y="2204"/>
                    <a:pt x="1108" y="2199"/>
                    <a:pt x="1117" y="2194"/>
                  </a:cubicBezTo>
                  <a:close/>
                  <a:moveTo>
                    <a:pt x="2724" y="1559"/>
                  </a:moveTo>
                  <a:cubicBezTo>
                    <a:pt x="2821" y="1732"/>
                    <a:pt x="2965" y="1872"/>
                    <a:pt x="3143" y="1963"/>
                  </a:cubicBezTo>
                  <a:lnTo>
                    <a:pt x="3143" y="2584"/>
                  </a:lnTo>
                  <a:cubicBezTo>
                    <a:pt x="3143" y="2969"/>
                    <a:pt x="2830" y="3282"/>
                    <a:pt x="2450" y="3282"/>
                  </a:cubicBezTo>
                  <a:lnTo>
                    <a:pt x="2445" y="3277"/>
                  </a:lnTo>
                  <a:lnTo>
                    <a:pt x="2248" y="3277"/>
                  </a:lnTo>
                  <a:cubicBezTo>
                    <a:pt x="1868" y="3277"/>
                    <a:pt x="1555" y="2969"/>
                    <a:pt x="1555" y="2584"/>
                  </a:cubicBezTo>
                  <a:lnTo>
                    <a:pt x="1555" y="2011"/>
                  </a:lnTo>
                  <a:cubicBezTo>
                    <a:pt x="1839" y="1982"/>
                    <a:pt x="2335" y="1881"/>
                    <a:pt x="2724" y="1559"/>
                  </a:cubicBezTo>
                  <a:close/>
                  <a:moveTo>
                    <a:pt x="2580" y="3705"/>
                  </a:moveTo>
                  <a:lnTo>
                    <a:pt x="2580" y="3825"/>
                  </a:lnTo>
                  <a:lnTo>
                    <a:pt x="2339" y="4076"/>
                  </a:lnTo>
                  <a:lnTo>
                    <a:pt x="2113" y="3854"/>
                  </a:lnTo>
                  <a:lnTo>
                    <a:pt x="2113" y="3705"/>
                  </a:lnTo>
                  <a:cubicBezTo>
                    <a:pt x="2157" y="3715"/>
                    <a:pt x="2205" y="3715"/>
                    <a:pt x="2248" y="3715"/>
                  </a:cubicBezTo>
                  <a:lnTo>
                    <a:pt x="2445" y="3715"/>
                  </a:lnTo>
                  <a:cubicBezTo>
                    <a:pt x="2493" y="3715"/>
                    <a:pt x="2537" y="3715"/>
                    <a:pt x="2580" y="3705"/>
                  </a:cubicBezTo>
                  <a:close/>
                  <a:moveTo>
                    <a:pt x="2291" y="0"/>
                  </a:moveTo>
                  <a:cubicBezTo>
                    <a:pt x="1483" y="0"/>
                    <a:pt x="829" y="654"/>
                    <a:pt x="829" y="1463"/>
                  </a:cubicBezTo>
                  <a:lnTo>
                    <a:pt x="829" y="1848"/>
                  </a:lnTo>
                  <a:cubicBezTo>
                    <a:pt x="391" y="2199"/>
                    <a:pt x="612" y="2901"/>
                    <a:pt x="1170" y="2935"/>
                  </a:cubicBezTo>
                  <a:cubicBezTo>
                    <a:pt x="1257" y="3200"/>
                    <a:pt x="1440" y="3421"/>
                    <a:pt x="1675" y="3561"/>
                  </a:cubicBezTo>
                  <a:lnTo>
                    <a:pt x="1675" y="3681"/>
                  </a:lnTo>
                  <a:lnTo>
                    <a:pt x="780" y="4032"/>
                  </a:lnTo>
                  <a:cubicBezTo>
                    <a:pt x="699" y="4061"/>
                    <a:pt x="1" y="4340"/>
                    <a:pt x="1" y="5230"/>
                  </a:cubicBezTo>
                  <a:lnTo>
                    <a:pt x="1" y="6010"/>
                  </a:lnTo>
                  <a:cubicBezTo>
                    <a:pt x="1" y="6130"/>
                    <a:pt x="97" y="6226"/>
                    <a:pt x="217" y="6226"/>
                  </a:cubicBezTo>
                  <a:lnTo>
                    <a:pt x="776" y="6226"/>
                  </a:lnTo>
                  <a:cubicBezTo>
                    <a:pt x="1064" y="6226"/>
                    <a:pt x="1064" y="5789"/>
                    <a:pt x="776" y="5789"/>
                  </a:cubicBezTo>
                  <a:lnTo>
                    <a:pt x="439" y="5789"/>
                  </a:lnTo>
                  <a:lnTo>
                    <a:pt x="439" y="5230"/>
                  </a:lnTo>
                  <a:cubicBezTo>
                    <a:pt x="439" y="4629"/>
                    <a:pt x="910" y="4446"/>
                    <a:pt x="930" y="4441"/>
                  </a:cubicBezTo>
                  <a:lnTo>
                    <a:pt x="939" y="4441"/>
                  </a:lnTo>
                  <a:lnTo>
                    <a:pt x="1757" y="4119"/>
                  </a:lnTo>
                  <a:lnTo>
                    <a:pt x="2190" y="4542"/>
                  </a:lnTo>
                  <a:cubicBezTo>
                    <a:pt x="2234" y="4581"/>
                    <a:pt x="2287" y="4600"/>
                    <a:pt x="2344" y="4600"/>
                  </a:cubicBezTo>
                  <a:cubicBezTo>
                    <a:pt x="2407" y="4600"/>
                    <a:pt x="2460" y="4576"/>
                    <a:pt x="2498" y="4533"/>
                  </a:cubicBezTo>
                  <a:lnTo>
                    <a:pt x="2912" y="4109"/>
                  </a:lnTo>
                  <a:lnTo>
                    <a:pt x="3725" y="4436"/>
                  </a:lnTo>
                  <a:lnTo>
                    <a:pt x="3735" y="4436"/>
                  </a:lnTo>
                  <a:cubicBezTo>
                    <a:pt x="3759" y="4446"/>
                    <a:pt x="4230" y="4619"/>
                    <a:pt x="4230" y="5226"/>
                  </a:cubicBezTo>
                  <a:lnTo>
                    <a:pt x="4230" y="5784"/>
                  </a:lnTo>
                  <a:lnTo>
                    <a:pt x="1469" y="5784"/>
                  </a:lnTo>
                  <a:cubicBezTo>
                    <a:pt x="1180" y="5784"/>
                    <a:pt x="1180" y="6222"/>
                    <a:pt x="1469" y="6222"/>
                  </a:cubicBezTo>
                  <a:lnTo>
                    <a:pt x="4447" y="6222"/>
                  </a:lnTo>
                  <a:cubicBezTo>
                    <a:pt x="4567" y="6222"/>
                    <a:pt x="4668" y="6125"/>
                    <a:pt x="4668" y="6005"/>
                  </a:cubicBezTo>
                  <a:lnTo>
                    <a:pt x="4668" y="5226"/>
                  </a:lnTo>
                  <a:cubicBezTo>
                    <a:pt x="4668" y="4340"/>
                    <a:pt x="3975" y="4061"/>
                    <a:pt x="3889" y="4032"/>
                  </a:cubicBezTo>
                  <a:lnTo>
                    <a:pt x="3018" y="3681"/>
                  </a:lnTo>
                  <a:lnTo>
                    <a:pt x="3018" y="3561"/>
                  </a:lnTo>
                  <a:cubicBezTo>
                    <a:pt x="3254" y="3421"/>
                    <a:pt x="3437" y="3200"/>
                    <a:pt x="3523" y="2935"/>
                  </a:cubicBezTo>
                  <a:cubicBezTo>
                    <a:pt x="4072" y="2892"/>
                    <a:pt x="4288" y="2199"/>
                    <a:pt x="3860" y="1848"/>
                  </a:cubicBezTo>
                  <a:lnTo>
                    <a:pt x="3860" y="1463"/>
                  </a:lnTo>
                  <a:cubicBezTo>
                    <a:pt x="3860" y="654"/>
                    <a:pt x="3206"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1"/>
            <p:cNvSpPr/>
            <p:nvPr/>
          </p:nvSpPr>
          <p:spPr>
            <a:xfrm>
              <a:off x="5146300" y="3007484"/>
              <a:ext cx="122430" cy="163319"/>
            </a:xfrm>
            <a:custGeom>
              <a:rect b="b" l="l" r="r" t="t"/>
              <a:pathLst>
                <a:path extrusionOk="0" h="6227" w="4668">
                  <a:moveTo>
                    <a:pt x="2397" y="423"/>
                  </a:moveTo>
                  <a:cubicBezTo>
                    <a:pt x="2964" y="423"/>
                    <a:pt x="3421" y="885"/>
                    <a:pt x="3421" y="1453"/>
                  </a:cubicBezTo>
                  <a:lnTo>
                    <a:pt x="3421" y="1588"/>
                  </a:lnTo>
                  <a:lnTo>
                    <a:pt x="3407" y="1588"/>
                  </a:lnTo>
                  <a:cubicBezTo>
                    <a:pt x="3104" y="1521"/>
                    <a:pt x="3008" y="1116"/>
                    <a:pt x="3003" y="1116"/>
                  </a:cubicBezTo>
                  <a:cubicBezTo>
                    <a:pt x="2980" y="1007"/>
                    <a:pt x="2885" y="946"/>
                    <a:pt x="2789" y="946"/>
                  </a:cubicBezTo>
                  <a:cubicBezTo>
                    <a:pt x="2724" y="946"/>
                    <a:pt x="2658" y="974"/>
                    <a:pt x="2613" y="1035"/>
                  </a:cubicBezTo>
                  <a:cubicBezTo>
                    <a:pt x="2223" y="1583"/>
                    <a:pt x="1348" y="1588"/>
                    <a:pt x="1338" y="1588"/>
                  </a:cubicBezTo>
                  <a:lnTo>
                    <a:pt x="1285" y="1588"/>
                  </a:lnTo>
                  <a:lnTo>
                    <a:pt x="1271" y="1593"/>
                  </a:lnTo>
                  <a:lnTo>
                    <a:pt x="1266" y="1593"/>
                  </a:lnTo>
                  <a:lnTo>
                    <a:pt x="1266" y="1453"/>
                  </a:lnTo>
                  <a:cubicBezTo>
                    <a:pt x="1266" y="885"/>
                    <a:pt x="1723" y="423"/>
                    <a:pt x="2291" y="423"/>
                  </a:cubicBezTo>
                  <a:close/>
                  <a:moveTo>
                    <a:pt x="3575" y="2194"/>
                  </a:moveTo>
                  <a:lnTo>
                    <a:pt x="3599" y="2199"/>
                  </a:lnTo>
                  <a:cubicBezTo>
                    <a:pt x="3672" y="2276"/>
                    <a:pt x="3662" y="2401"/>
                    <a:pt x="3575" y="2464"/>
                  </a:cubicBezTo>
                  <a:lnTo>
                    <a:pt x="3575" y="2194"/>
                  </a:lnTo>
                  <a:close/>
                  <a:moveTo>
                    <a:pt x="1117" y="2194"/>
                  </a:moveTo>
                  <a:lnTo>
                    <a:pt x="1117" y="2473"/>
                  </a:lnTo>
                  <a:cubicBezTo>
                    <a:pt x="1025" y="2411"/>
                    <a:pt x="1011" y="2286"/>
                    <a:pt x="1078" y="2204"/>
                  </a:cubicBezTo>
                  <a:cubicBezTo>
                    <a:pt x="1093" y="2204"/>
                    <a:pt x="1102" y="2199"/>
                    <a:pt x="1117" y="2194"/>
                  </a:cubicBezTo>
                  <a:close/>
                  <a:moveTo>
                    <a:pt x="2724" y="1559"/>
                  </a:moveTo>
                  <a:cubicBezTo>
                    <a:pt x="2820" y="1732"/>
                    <a:pt x="2964" y="1872"/>
                    <a:pt x="3142" y="1963"/>
                  </a:cubicBezTo>
                  <a:lnTo>
                    <a:pt x="3142" y="2584"/>
                  </a:lnTo>
                  <a:cubicBezTo>
                    <a:pt x="3142" y="2969"/>
                    <a:pt x="2830" y="3282"/>
                    <a:pt x="2445" y="3282"/>
                  </a:cubicBezTo>
                  <a:lnTo>
                    <a:pt x="2445" y="3277"/>
                  </a:lnTo>
                  <a:lnTo>
                    <a:pt x="2247" y="3277"/>
                  </a:lnTo>
                  <a:cubicBezTo>
                    <a:pt x="1862" y="3277"/>
                    <a:pt x="1554" y="2969"/>
                    <a:pt x="1554" y="2584"/>
                  </a:cubicBezTo>
                  <a:lnTo>
                    <a:pt x="1554" y="2011"/>
                  </a:lnTo>
                  <a:cubicBezTo>
                    <a:pt x="1838" y="1982"/>
                    <a:pt x="2334" y="1881"/>
                    <a:pt x="2724" y="1559"/>
                  </a:cubicBezTo>
                  <a:close/>
                  <a:moveTo>
                    <a:pt x="2579" y="3705"/>
                  </a:moveTo>
                  <a:lnTo>
                    <a:pt x="2579" y="3825"/>
                  </a:lnTo>
                  <a:lnTo>
                    <a:pt x="2339" y="4076"/>
                  </a:lnTo>
                  <a:lnTo>
                    <a:pt x="2113" y="3854"/>
                  </a:lnTo>
                  <a:lnTo>
                    <a:pt x="2113" y="3705"/>
                  </a:lnTo>
                  <a:cubicBezTo>
                    <a:pt x="2156" y="3715"/>
                    <a:pt x="2204" y="3715"/>
                    <a:pt x="2247" y="3715"/>
                  </a:cubicBezTo>
                  <a:lnTo>
                    <a:pt x="2445" y="3715"/>
                  </a:lnTo>
                  <a:cubicBezTo>
                    <a:pt x="2488" y="3715"/>
                    <a:pt x="2536" y="3715"/>
                    <a:pt x="2579" y="3705"/>
                  </a:cubicBezTo>
                  <a:close/>
                  <a:moveTo>
                    <a:pt x="2291" y="0"/>
                  </a:moveTo>
                  <a:cubicBezTo>
                    <a:pt x="1482" y="0"/>
                    <a:pt x="828" y="654"/>
                    <a:pt x="828" y="1463"/>
                  </a:cubicBezTo>
                  <a:lnTo>
                    <a:pt x="828" y="1848"/>
                  </a:lnTo>
                  <a:cubicBezTo>
                    <a:pt x="390" y="2199"/>
                    <a:pt x="611" y="2901"/>
                    <a:pt x="1170" y="2935"/>
                  </a:cubicBezTo>
                  <a:cubicBezTo>
                    <a:pt x="1256" y="3200"/>
                    <a:pt x="1439" y="3421"/>
                    <a:pt x="1675" y="3561"/>
                  </a:cubicBezTo>
                  <a:lnTo>
                    <a:pt x="1675" y="3681"/>
                  </a:lnTo>
                  <a:lnTo>
                    <a:pt x="785" y="4032"/>
                  </a:lnTo>
                  <a:cubicBezTo>
                    <a:pt x="698" y="4061"/>
                    <a:pt x="0" y="4340"/>
                    <a:pt x="0" y="5230"/>
                  </a:cubicBezTo>
                  <a:lnTo>
                    <a:pt x="0" y="6010"/>
                  </a:lnTo>
                  <a:cubicBezTo>
                    <a:pt x="0" y="6130"/>
                    <a:pt x="97" y="6226"/>
                    <a:pt x="217" y="6226"/>
                  </a:cubicBezTo>
                  <a:lnTo>
                    <a:pt x="775" y="6226"/>
                  </a:lnTo>
                  <a:cubicBezTo>
                    <a:pt x="1064" y="6226"/>
                    <a:pt x="1064" y="5789"/>
                    <a:pt x="775" y="5789"/>
                  </a:cubicBezTo>
                  <a:lnTo>
                    <a:pt x="438" y="5789"/>
                  </a:lnTo>
                  <a:lnTo>
                    <a:pt x="438" y="5230"/>
                  </a:lnTo>
                  <a:cubicBezTo>
                    <a:pt x="438" y="4629"/>
                    <a:pt x="910" y="4446"/>
                    <a:pt x="929" y="4441"/>
                  </a:cubicBezTo>
                  <a:lnTo>
                    <a:pt x="939" y="4441"/>
                  </a:lnTo>
                  <a:lnTo>
                    <a:pt x="1757" y="4119"/>
                  </a:lnTo>
                  <a:lnTo>
                    <a:pt x="2190" y="4542"/>
                  </a:lnTo>
                  <a:cubicBezTo>
                    <a:pt x="2233" y="4581"/>
                    <a:pt x="2286" y="4600"/>
                    <a:pt x="2344" y="4600"/>
                  </a:cubicBezTo>
                  <a:cubicBezTo>
                    <a:pt x="2406" y="4600"/>
                    <a:pt x="2459" y="4576"/>
                    <a:pt x="2498" y="4533"/>
                  </a:cubicBezTo>
                  <a:lnTo>
                    <a:pt x="2911" y="4109"/>
                  </a:lnTo>
                  <a:lnTo>
                    <a:pt x="3725" y="4436"/>
                  </a:lnTo>
                  <a:lnTo>
                    <a:pt x="3734" y="4436"/>
                  </a:lnTo>
                  <a:cubicBezTo>
                    <a:pt x="3758" y="4446"/>
                    <a:pt x="4230" y="4619"/>
                    <a:pt x="4230" y="5226"/>
                  </a:cubicBezTo>
                  <a:lnTo>
                    <a:pt x="4230" y="5784"/>
                  </a:lnTo>
                  <a:lnTo>
                    <a:pt x="1468" y="5784"/>
                  </a:lnTo>
                  <a:cubicBezTo>
                    <a:pt x="1179" y="5784"/>
                    <a:pt x="1179" y="6222"/>
                    <a:pt x="1468" y="6222"/>
                  </a:cubicBezTo>
                  <a:lnTo>
                    <a:pt x="4446" y="6222"/>
                  </a:lnTo>
                  <a:cubicBezTo>
                    <a:pt x="4567" y="6222"/>
                    <a:pt x="4668" y="6121"/>
                    <a:pt x="4668" y="6000"/>
                  </a:cubicBezTo>
                  <a:lnTo>
                    <a:pt x="4668" y="5226"/>
                  </a:lnTo>
                  <a:cubicBezTo>
                    <a:pt x="4668" y="4340"/>
                    <a:pt x="3975" y="4061"/>
                    <a:pt x="3888" y="4032"/>
                  </a:cubicBezTo>
                  <a:lnTo>
                    <a:pt x="3017" y="3681"/>
                  </a:lnTo>
                  <a:lnTo>
                    <a:pt x="3017" y="3561"/>
                  </a:lnTo>
                  <a:cubicBezTo>
                    <a:pt x="3253" y="3421"/>
                    <a:pt x="3436" y="3200"/>
                    <a:pt x="3522" y="2935"/>
                  </a:cubicBezTo>
                  <a:cubicBezTo>
                    <a:pt x="4071" y="2892"/>
                    <a:pt x="4288" y="2199"/>
                    <a:pt x="3859" y="1848"/>
                  </a:cubicBezTo>
                  <a:lnTo>
                    <a:pt x="3859" y="1463"/>
                  </a:lnTo>
                  <a:cubicBezTo>
                    <a:pt x="3859" y="654"/>
                    <a:pt x="3205"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1"/>
            <p:cNvSpPr/>
            <p:nvPr/>
          </p:nvSpPr>
          <p:spPr>
            <a:xfrm>
              <a:off x="5025889" y="3107174"/>
              <a:ext cx="122325" cy="163319"/>
            </a:xfrm>
            <a:custGeom>
              <a:rect b="b" l="l" r="r" t="t"/>
              <a:pathLst>
                <a:path extrusionOk="0" h="6227" w="4664">
                  <a:moveTo>
                    <a:pt x="2397" y="433"/>
                  </a:moveTo>
                  <a:cubicBezTo>
                    <a:pt x="2960" y="433"/>
                    <a:pt x="3422" y="895"/>
                    <a:pt x="3422" y="1463"/>
                  </a:cubicBezTo>
                  <a:lnTo>
                    <a:pt x="3422" y="1598"/>
                  </a:lnTo>
                  <a:lnTo>
                    <a:pt x="3408" y="1598"/>
                  </a:lnTo>
                  <a:cubicBezTo>
                    <a:pt x="3104" y="1530"/>
                    <a:pt x="3003" y="1126"/>
                    <a:pt x="3003" y="1126"/>
                  </a:cubicBezTo>
                  <a:cubicBezTo>
                    <a:pt x="2980" y="1017"/>
                    <a:pt x="2886" y="956"/>
                    <a:pt x="2789" y="956"/>
                  </a:cubicBezTo>
                  <a:cubicBezTo>
                    <a:pt x="2724" y="956"/>
                    <a:pt x="2658" y="984"/>
                    <a:pt x="2614" y="1044"/>
                  </a:cubicBezTo>
                  <a:cubicBezTo>
                    <a:pt x="2224" y="1588"/>
                    <a:pt x="1348" y="1593"/>
                    <a:pt x="1334" y="1593"/>
                  </a:cubicBezTo>
                  <a:lnTo>
                    <a:pt x="1266" y="1593"/>
                  </a:lnTo>
                  <a:lnTo>
                    <a:pt x="1266" y="1463"/>
                  </a:lnTo>
                  <a:cubicBezTo>
                    <a:pt x="1262" y="895"/>
                    <a:pt x="1723" y="433"/>
                    <a:pt x="2291" y="433"/>
                  </a:cubicBezTo>
                  <a:close/>
                  <a:moveTo>
                    <a:pt x="3576" y="2194"/>
                  </a:moveTo>
                  <a:lnTo>
                    <a:pt x="3600" y="2199"/>
                  </a:lnTo>
                  <a:cubicBezTo>
                    <a:pt x="3672" y="2281"/>
                    <a:pt x="3663" y="2401"/>
                    <a:pt x="3576" y="2469"/>
                  </a:cubicBezTo>
                  <a:lnTo>
                    <a:pt x="3576" y="2194"/>
                  </a:lnTo>
                  <a:close/>
                  <a:moveTo>
                    <a:pt x="1117" y="2199"/>
                  </a:moveTo>
                  <a:lnTo>
                    <a:pt x="1117" y="2473"/>
                  </a:lnTo>
                  <a:cubicBezTo>
                    <a:pt x="1064" y="2440"/>
                    <a:pt x="1035" y="2382"/>
                    <a:pt x="1035" y="2324"/>
                  </a:cubicBezTo>
                  <a:cubicBezTo>
                    <a:pt x="1035" y="2281"/>
                    <a:pt x="1050" y="2238"/>
                    <a:pt x="1079" y="2204"/>
                  </a:cubicBezTo>
                  <a:cubicBezTo>
                    <a:pt x="1093" y="2204"/>
                    <a:pt x="1103" y="2199"/>
                    <a:pt x="1117" y="2199"/>
                  </a:cubicBezTo>
                  <a:close/>
                  <a:moveTo>
                    <a:pt x="2720" y="1559"/>
                  </a:moveTo>
                  <a:cubicBezTo>
                    <a:pt x="2816" y="1732"/>
                    <a:pt x="2965" y="1872"/>
                    <a:pt x="3143" y="1963"/>
                  </a:cubicBezTo>
                  <a:lnTo>
                    <a:pt x="3143" y="2584"/>
                  </a:lnTo>
                  <a:cubicBezTo>
                    <a:pt x="3138" y="2969"/>
                    <a:pt x="2830" y="3277"/>
                    <a:pt x="2445" y="3282"/>
                  </a:cubicBezTo>
                  <a:lnTo>
                    <a:pt x="2248" y="3282"/>
                  </a:lnTo>
                  <a:cubicBezTo>
                    <a:pt x="1868" y="3277"/>
                    <a:pt x="1555" y="2969"/>
                    <a:pt x="1555" y="2584"/>
                  </a:cubicBezTo>
                  <a:lnTo>
                    <a:pt x="1555" y="2012"/>
                  </a:lnTo>
                  <a:lnTo>
                    <a:pt x="1550" y="2012"/>
                  </a:lnTo>
                  <a:cubicBezTo>
                    <a:pt x="1834" y="1983"/>
                    <a:pt x="2335" y="1882"/>
                    <a:pt x="2720" y="1559"/>
                  </a:cubicBezTo>
                  <a:close/>
                  <a:moveTo>
                    <a:pt x="2580" y="3710"/>
                  </a:moveTo>
                  <a:lnTo>
                    <a:pt x="2580" y="3830"/>
                  </a:lnTo>
                  <a:lnTo>
                    <a:pt x="2339" y="4076"/>
                  </a:lnTo>
                  <a:lnTo>
                    <a:pt x="2113" y="3854"/>
                  </a:lnTo>
                  <a:lnTo>
                    <a:pt x="2113" y="3710"/>
                  </a:lnTo>
                  <a:cubicBezTo>
                    <a:pt x="2157" y="3715"/>
                    <a:pt x="2200" y="3715"/>
                    <a:pt x="2248" y="3715"/>
                  </a:cubicBezTo>
                  <a:lnTo>
                    <a:pt x="2445" y="3715"/>
                  </a:lnTo>
                  <a:cubicBezTo>
                    <a:pt x="2489" y="3715"/>
                    <a:pt x="2532" y="3715"/>
                    <a:pt x="2580" y="3710"/>
                  </a:cubicBezTo>
                  <a:close/>
                  <a:moveTo>
                    <a:pt x="2291" y="0"/>
                  </a:moveTo>
                  <a:cubicBezTo>
                    <a:pt x="1483" y="0"/>
                    <a:pt x="829" y="655"/>
                    <a:pt x="829" y="1463"/>
                  </a:cubicBezTo>
                  <a:lnTo>
                    <a:pt x="829" y="1848"/>
                  </a:lnTo>
                  <a:cubicBezTo>
                    <a:pt x="391" y="2199"/>
                    <a:pt x="612" y="2902"/>
                    <a:pt x="1170" y="2940"/>
                  </a:cubicBezTo>
                  <a:cubicBezTo>
                    <a:pt x="1257" y="3200"/>
                    <a:pt x="1435" y="3421"/>
                    <a:pt x="1675" y="3561"/>
                  </a:cubicBezTo>
                  <a:lnTo>
                    <a:pt x="1675" y="3681"/>
                  </a:lnTo>
                  <a:lnTo>
                    <a:pt x="780" y="4032"/>
                  </a:lnTo>
                  <a:cubicBezTo>
                    <a:pt x="699" y="4061"/>
                    <a:pt x="1" y="4340"/>
                    <a:pt x="1" y="5231"/>
                  </a:cubicBezTo>
                  <a:lnTo>
                    <a:pt x="1" y="6010"/>
                  </a:lnTo>
                  <a:cubicBezTo>
                    <a:pt x="1" y="6130"/>
                    <a:pt x="97" y="6227"/>
                    <a:pt x="217" y="6227"/>
                  </a:cubicBezTo>
                  <a:lnTo>
                    <a:pt x="771" y="6227"/>
                  </a:lnTo>
                  <a:cubicBezTo>
                    <a:pt x="1064" y="6227"/>
                    <a:pt x="1064" y="5789"/>
                    <a:pt x="771" y="5789"/>
                  </a:cubicBezTo>
                  <a:lnTo>
                    <a:pt x="434" y="5789"/>
                  </a:lnTo>
                  <a:lnTo>
                    <a:pt x="434" y="5231"/>
                  </a:lnTo>
                  <a:cubicBezTo>
                    <a:pt x="434" y="4629"/>
                    <a:pt x="910" y="4446"/>
                    <a:pt x="925" y="4446"/>
                  </a:cubicBezTo>
                  <a:lnTo>
                    <a:pt x="939" y="4441"/>
                  </a:lnTo>
                  <a:lnTo>
                    <a:pt x="1757" y="4119"/>
                  </a:lnTo>
                  <a:lnTo>
                    <a:pt x="2190" y="4543"/>
                  </a:lnTo>
                  <a:cubicBezTo>
                    <a:pt x="2229" y="4581"/>
                    <a:pt x="2286" y="4600"/>
                    <a:pt x="2339" y="4600"/>
                  </a:cubicBezTo>
                  <a:lnTo>
                    <a:pt x="2344" y="4600"/>
                  </a:lnTo>
                  <a:cubicBezTo>
                    <a:pt x="2402" y="4600"/>
                    <a:pt x="2460" y="4576"/>
                    <a:pt x="2498" y="4533"/>
                  </a:cubicBezTo>
                  <a:lnTo>
                    <a:pt x="2907" y="4109"/>
                  </a:lnTo>
                  <a:lnTo>
                    <a:pt x="3725" y="4437"/>
                  </a:lnTo>
                  <a:lnTo>
                    <a:pt x="3735" y="4441"/>
                  </a:lnTo>
                  <a:cubicBezTo>
                    <a:pt x="3754" y="4446"/>
                    <a:pt x="4230" y="4620"/>
                    <a:pt x="4230" y="5226"/>
                  </a:cubicBezTo>
                  <a:lnTo>
                    <a:pt x="4230" y="5784"/>
                  </a:lnTo>
                  <a:lnTo>
                    <a:pt x="1468" y="5784"/>
                  </a:lnTo>
                  <a:cubicBezTo>
                    <a:pt x="1175" y="5784"/>
                    <a:pt x="1175" y="6222"/>
                    <a:pt x="1468" y="6222"/>
                  </a:cubicBezTo>
                  <a:lnTo>
                    <a:pt x="4447" y="6222"/>
                  </a:lnTo>
                  <a:cubicBezTo>
                    <a:pt x="4567" y="6222"/>
                    <a:pt x="4663" y="6126"/>
                    <a:pt x="4663" y="6000"/>
                  </a:cubicBezTo>
                  <a:lnTo>
                    <a:pt x="4663" y="5226"/>
                  </a:lnTo>
                  <a:cubicBezTo>
                    <a:pt x="4663" y="4340"/>
                    <a:pt x="3971" y="4061"/>
                    <a:pt x="3884" y="4032"/>
                  </a:cubicBezTo>
                  <a:lnTo>
                    <a:pt x="3018" y="3681"/>
                  </a:lnTo>
                  <a:lnTo>
                    <a:pt x="3018" y="3561"/>
                  </a:lnTo>
                  <a:cubicBezTo>
                    <a:pt x="3254" y="3421"/>
                    <a:pt x="3432" y="3200"/>
                    <a:pt x="3518" y="2935"/>
                  </a:cubicBezTo>
                  <a:cubicBezTo>
                    <a:pt x="4072" y="2892"/>
                    <a:pt x="4288" y="2199"/>
                    <a:pt x="3860" y="1848"/>
                  </a:cubicBezTo>
                  <a:lnTo>
                    <a:pt x="3860" y="1463"/>
                  </a:lnTo>
                  <a:cubicBezTo>
                    <a:pt x="3860" y="655"/>
                    <a:pt x="3201"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0" name="Google Shape;11890;p81"/>
          <p:cNvGrpSpPr/>
          <p:nvPr/>
        </p:nvGrpSpPr>
        <p:grpSpPr>
          <a:xfrm>
            <a:off x="5816176" y="2907636"/>
            <a:ext cx="294823" cy="362831"/>
            <a:chOff x="5816176" y="2907636"/>
            <a:chExt cx="294823" cy="362831"/>
          </a:xfrm>
        </p:grpSpPr>
        <p:sp>
          <p:nvSpPr>
            <p:cNvPr id="11891" name="Google Shape;11891;p81"/>
            <p:cNvSpPr/>
            <p:nvPr/>
          </p:nvSpPr>
          <p:spPr>
            <a:xfrm>
              <a:off x="5929374" y="2958386"/>
              <a:ext cx="68165" cy="51249"/>
            </a:xfrm>
            <a:custGeom>
              <a:rect b="b" l="l" r="r" t="t"/>
              <a:pathLst>
                <a:path extrusionOk="0" h="1954" w="2599">
                  <a:moveTo>
                    <a:pt x="866" y="0"/>
                  </a:moveTo>
                  <a:lnTo>
                    <a:pt x="866" y="433"/>
                  </a:lnTo>
                  <a:cubicBezTo>
                    <a:pt x="866" y="515"/>
                    <a:pt x="818" y="592"/>
                    <a:pt x="746" y="626"/>
                  </a:cubicBezTo>
                  <a:lnTo>
                    <a:pt x="241" y="881"/>
                  </a:lnTo>
                  <a:cubicBezTo>
                    <a:pt x="92" y="953"/>
                    <a:pt x="0" y="1102"/>
                    <a:pt x="0" y="1271"/>
                  </a:cubicBezTo>
                  <a:lnTo>
                    <a:pt x="0" y="1954"/>
                  </a:lnTo>
                  <a:lnTo>
                    <a:pt x="2598" y="1954"/>
                  </a:lnTo>
                  <a:lnTo>
                    <a:pt x="2598" y="1271"/>
                  </a:lnTo>
                  <a:cubicBezTo>
                    <a:pt x="2598" y="1107"/>
                    <a:pt x="2507" y="953"/>
                    <a:pt x="2358" y="881"/>
                  </a:cubicBezTo>
                  <a:lnTo>
                    <a:pt x="1853" y="626"/>
                  </a:lnTo>
                  <a:cubicBezTo>
                    <a:pt x="1780" y="592"/>
                    <a:pt x="1732" y="515"/>
                    <a:pt x="1732" y="433"/>
                  </a:cubicBezTo>
                  <a:lnTo>
                    <a:pt x="173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1"/>
            <p:cNvSpPr/>
            <p:nvPr/>
          </p:nvSpPr>
          <p:spPr>
            <a:xfrm>
              <a:off x="5929374" y="2976299"/>
              <a:ext cx="68165" cy="33335"/>
            </a:xfrm>
            <a:custGeom>
              <a:rect b="b" l="l" r="r" t="t"/>
              <a:pathLst>
                <a:path extrusionOk="0" h="1271" w="2599">
                  <a:moveTo>
                    <a:pt x="635" y="1"/>
                  </a:moveTo>
                  <a:lnTo>
                    <a:pt x="241" y="198"/>
                  </a:lnTo>
                  <a:cubicBezTo>
                    <a:pt x="92" y="270"/>
                    <a:pt x="0" y="419"/>
                    <a:pt x="0" y="588"/>
                  </a:cubicBezTo>
                  <a:lnTo>
                    <a:pt x="0" y="1271"/>
                  </a:lnTo>
                  <a:lnTo>
                    <a:pt x="2598" y="1271"/>
                  </a:lnTo>
                  <a:lnTo>
                    <a:pt x="2598" y="588"/>
                  </a:lnTo>
                  <a:cubicBezTo>
                    <a:pt x="2598" y="424"/>
                    <a:pt x="2507" y="270"/>
                    <a:pt x="2358" y="198"/>
                  </a:cubicBezTo>
                  <a:lnTo>
                    <a:pt x="1963" y="1"/>
                  </a:lnTo>
                  <a:cubicBezTo>
                    <a:pt x="1805" y="193"/>
                    <a:pt x="1569" y="530"/>
                    <a:pt x="1299" y="530"/>
                  </a:cubicBezTo>
                  <a:cubicBezTo>
                    <a:pt x="1030" y="530"/>
                    <a:pt x="794" y="193"/>
                    <a:pt x="63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1"/>
            <p:cNvSpPr/>
            <p:nvPr/>
          </p:nvSpPr>
          <p:spPr>
            <a:xfrm>
              <a:off x="5929479" y="2986397"/>
              <a:ext cx="16943" cy="23238"/>
            </a:xfrm>
            <a:custGeom>
              <a:rect b="b" l="l" r="r" t="t"/>
              <a:pathLst>
                <a:path extrusionOk="0" h="886" w="646">
                  <a:moveTo>
                    <a:pt x="54" y="0"/>
                  </a:moveTo>
                  <a:cubicBezTo>
                    <a:pt x="20" y="63"/>
                    <a:pt x="1" y="130"/>
                    <a:pt x="1" y="203"/>
                  </a:cubicBezTo>
                  <a:lnTo>
                    <a:pt x="1" y="886"/>
                  </a:lnTo>
                  <a:lnTo>
                    <a:pt x="646" y="886"/>
                  </a:lnTo>
                  <a:lnTo>
                    <a:pt x="646" y="669"/>
                  </a:lnTo>
                  <a:cubicBezTo>
                    <a:pt x="646" y="530"/>
                    <a:pt x="583" y="400"/>
                    <a:pt x="472" y="323"/>
                  </a:cubicBezTo>
                  <a:lnTo>
                    <a:pt x="54"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1"/>
            <p:cNvSpPr/>
            <p:nvPr/>
          </p:nvSpPr>
          <p:spPr>
            <a:xfrm>
              <a:off x="5980360" y="2986397"/>
              <a:ext cx="17048" cy="23238"/>
            </a:xfrm>
            <a:custGeom>
              <a:rect b="b" l="l" r="r" t="t"/>
              <a:pathLst>
                <a:path extrusionOk="0" h="886" w="650">
                  <a:moveTo>
                    <a:pt x="602" y="0"/>
                  </a:moveTo>
                  <a:lnTo>
                    <a:pt x="178" y="323"/>
                  </a:lnTo>
                  <a:cubicBezTo>
                    <a:pt x="67" y="400"/>
                    <a:pt x="5" y="530"/>
                    <a:pt x="5" y="669"/>
                  </a:cubicBezTo>
                  <a:lnTo>
                    <a:pt x="0" y="669"/>
                  </a:lnTo>
                  <a:lnTo>
                    <a:pt x="0" y="886"/>
                  </a:lnTo>
                  <a:lnTo>
                    <a:pt x="650" y="886"/>
                  </a:lnTo>
                  <a:lnTo>
                    <a:pt x="650" y="203"/>
                  </a:lnTo>
                  <a:cubicBezTo>
                    <a:pt x="650" y="130"/>
                    <a:pt x="630" y="63"/>
                    <a:pt x="60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1"/>
            <p:cNvSpPr/>
            <p:nvPr/>
          </p:nvSpPr>
          <p:spPr>
            <a:xfrm>
              <a:off x="5940731" y="2913065"/>
              <a:ext cx="45452" cy="51144"/>
            </a:xfrm>
            <a:custGeom>
              <a:rect b="b" l="l" r="r" t="t"/>
              <a:pathLst>
                <a:path extrusionOk="0" h="1950" w="1733">
                  <a:moveTo>
                    <a:pt x="650" y="1"/>
                  </a:moveTo>
                  <a:cubicBezTo>
                    <a:pt x="289" y="1"/>
                    <a:pt x="0" y="290"/>
                    <a:pt x="0" y="650"/>
                  </a:cubicBezTo>
                  <a:lnTo>
                    <a:pt x="0" y="1083"/>
                  </a:lnTo>
                  <a:cubicBezTo>
                    <a:pt x="0" y="1560"/>
                    <a:pt x="390" y="1945"/>
                    <a:pt x="866" y="1950"/>
                  </a:cubicBezTo>
                  <a:cubicBezTo>
                    <a:pt x="1343" y="1950"/>
                    <a:pt x="1732" y="1560"/>
                    <a:pt x="1732" y="1083"/>
                  </a:cubicBezTo>
                  <a:lnTo>
                    <a:pt x="1732" y="650"/>
                  </a:lnTo>
                  <a:cubicBezTo>
                    <a:pt x="1732" y="290"/>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1"/>
            <p:cNvSpPr/>
            <p:nvPr/>
          </p:nvSpPr>
          <p:spPr>
            <a:xfrm>
              <a:off x="5940731" y="2913065"/>
              <a:ext cx="31316" cy="51117"/>
            </a:xfrm>
            <a:custGeom>
              <a:rect b="b" l="l" r="r" t="t"/>
              <a:pathLst>
                <a:path extrusionOk="0" h="1949" w="1194">
                  <a:moveTo>
                    <a:pt x="650" y="1"/>
                  </a:moveTo>
                  <a:cubicBezTo>
                    <a:pt x="289" y="1"/>
                    <a:pt x="0" y="290"/>
                    <a:pt x="0" y="650"/>
                  </a:cubicBezTo>
                  <a:lnTo>
                    <a:pt x="0" y="1083"/>
                  </a:lnTo>
                  <a:cubicBezTo>
                    <a:pt x="0" y="1577"/>
                    <a:pt x="405" y="1948"/>
                    <a:pt x="863" y="1948"/>
                  </a:cubicBezTo>
                  <a:cubicBezTo>
                    <a:pt x="972" y="1948"/>
                    <a:pt x="1084" y="1927"/>
                    <a:pt x="1194" y="1882"/>
                  </a:cubicBezTo>
                  <a:cubicBezTo>
                    <a:pt x="866" y="1752"/>
                    <a:pt x="650" y="1435"/>
                    <a:pt x="650" y="1083"/>
                  </a:cubicBezTo>
                  <a:lnTo>
                    <a:pt x="650" y="650"/>
                  </a:lnTo>
                  <a:cubicBezTo>
                    <a:pt x="650" y="333"/>
                    <a:pt x="881" y="63"/>
                    <a:pt x="1194" y="10"/>
                  </a:cubicBezTo>
                  <a:cubicBezTo>
                    <a:pt x="1155" y="1"/>
                    <a:pt x="1121"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1"/>
            <p:cNvSpPr/>
            <p:nvPr/>
          </p:nvSpPr>
          <p:spPr>
            <a:xfrm>
              <a:off x="5940731" y="2913065"/>
              <a:ext cx="45452" cy="22739"/>
            </a:xfrm>
            <a:custGeom>
              <a:rect b="b" l="l" r="r" t="t"/>
              <a:pathLst>
                <a:path extrusionOk="0" h="867" w="1733">
                  <a:moveTo>
                    <a:pt x="650" y="1"/>
                  </a:moveTo>
                  <a:cubicBezTo>
                    <a:pt x="289" y="1"/>
                    <a:pt x="0" y="290"/>
                    <a:pt x="0" y="650"/>
                  </a:cubicBezTo>
                  <a:cubicBezTo>
                    <a:pt x="0" y="650"/>
                    <a:pt x="650" y="867"/>
                    <a:pt x="1732" y="867"/>
                  </a:cubicBezTo>
                  <a:lnTo>
                    <a:pt x="1732" y="650"/>
                  </a:lnTo>
                  <a:cubicBezTo>
                    <a:pt x="1732" y="290"/>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1"/>
            <p:cNvSpPr/>
            <p:nvPr/>
          </p:nvSpPr>
          <p:spPr>
            <a:xfrm>
              <a:off x="5940731" y="2913065"/>
              <a:ext cx="31316" cy="20615"/>
            </a:xfrm>
            <a:custGeom>
              <a:rect b="b" l="l" r="r" t="t"/>
              <a:pathLst>
                <a:path extrusionOk="0" h="786" w="1194">
                  <a:moveTo>
                    <a:pt x="650" y="1"/>
                  </a:moveTo>
                  <a:cubicBezTo>
                    <a:pt x="289" y="1"/>
                    <a:pt x="0" y="290"/>
                    <a:pt x="0" y="650"/>
                  </a:cubicBezTo>
                  <a:cubicBezTo>
                    <a:pt x="212" y="713"/>
                    <a:pt x="428" y="756"/>
                    <a:pt x="650" y="785"/>
                  </a:cubicBezTo>
                  <a:lnTo>
                    <a:pt x="650" y="650"/>
                  </a:lnTo>
                  <a:cubicBezTo>
                    <a:pt x="650" y="333"/>
                    <a:pt x="881" y="63"/>
                    <a:pt x="1194" y="10"/>
                  </a:cubicBezTo>
                  <a:cubicBezTo>
                    <a:pt x="1155" y="1"/>
                    <a:pt x="1121"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1"/>
            <p:cNvSpPr/>
            <p:nvPr/>
          </p:nvSpPr>
          <p:spPr>
            <a:xfrm>
              <a:off x="5929374" y="3026525"/>
              <a:ext cx="68165" cy="136331"/>
            </a:xfrm>
            <a:custGeom>
              <a:rect b="b" l="l" r="r" t="t"/>
              <a:pathLst>
                <a:path extrusionOk="0" h="5198" w="2599">
                  <a:moveTo>
                    <a:pt x="0" y="1"/>
                  </a:moveTo>
                  <a:lnTo>
                    <a:pt x="0" y="5197"/>
                  </a:lnTo>
                  <a:lnTo>
                    <a:pt x="2598" y="5197"/>
                  </a:lnTo>
                  <a:lnTo>
                    <a:pt x="259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1"/>
            <p:cNvSpPr/>
            <p:nvPr/>
          </p:nvSpPr>
          <p:spPr>
            <a:xfrm>
              <a:off x="5929374" y="3106020"/>
              <a:ext cx="68165" cy="56835"/>
            </a:xfrm>
            <a:custGeom>
              <a:rect b="b" l="l" r="r" t="t"/>
              <a:pathLst>
                <a:path extrusionOk="0" h="2167" w="2599">
                  <a:moveTo>
                    <a:pt x="0" y="1"/>
                  </a:moveTo>
                  <a:lnTo>
                    <a:pt x="0" y="2166"/>
                  </a:lnTo>
                  <a:lnTo>
                    <a:pt x="2598" y="2166"/>
                  </a:lnTo>
                  <a:lnTo>
                    <a:pt x="259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1"/>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1"/>
            <p:cNvSpPr/>
            <p:nvPr/>
          </p:nvSpPr>
          <p:spPr>
            <a:xfrm>
              <a:off x="5889613" y="3089130"/>
              <a:ext cx="25650" cy="68034"/>
            </a:xfrm>
            <a:custGeom>
              <a:rect b="b" l="l" r="r" t="t"/>
              <a:pathLst>
                <a:path extrusionOk="0" h="2594" w="978">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867" y="2594"/>
                  </a:lnTo>
                  <a:lnTo>
                    <a:pt x="867" y="2531"/>
                  </a:lnTo>
                  <a:cubicBezTo>
                    <a:pt x="871" y="2329"/>
                    <a:pt x="833" y="2132"/>
                    <a:pt x="761" y="1944"/>
                  </a:cubicBezTo>
                  <a:cubicBezTo>
                    <a:pt x="689" y="1761"/>
                    <a:pt x="655" y="1559"/>
                    <a:pt x="650" y="1362"/>
                  </a:cubicBezTo>
                  <a:lnTo>
                    <a:pt x="650" y="650"/>
                  </a:lnTo>
                  <a:cubicBezTo>
                    <a:pt x="650" y="289"/>
                    <a:pt x="794" y="0"/>
                    <a:pt x="97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1"/>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1"/>
            <p:cNvSpPr/>
            <p:nvPr/>
          </p:nvSpPr>
          <p:spPr>
            <a:xfrm>
              <a:off x="5889613" y="3089130"/>
              <a:ext cx="25650" cy="50750"/>
            </a:xfrm>
            <a:custGeom>
              <a:rect b="b" l="l" r="r" t="t"/>
              <a:pathLst>
                <a:path extrusionOk="0" h="1935" w="978">
                  <a:moveTo>
                    <a:pt x="641" y="0"/>
                  </a:moveTo>
                  <a:cubicBezTo>
                    <a:pt x="289" y="0"/>
                    <a:pt x="0" y="292"/>
                    <a:pt x="0" y="650"/>
                  </a:cubicBezTo>
                  <a:lnTo>
                    <a:pt x="0" y="1083"/>
                  </a:lnTo>
                  <a:cubicBezTo>
                    <a:pt x="0" y="1516"/>
                    <a:pt x="323" y="1882"/>
                    <a:pt x="756" y="1935"/>
                  </a:cubicBezTo>
                  <a:cubicBezTo>
                    <a:pt x="689" y="1752"/>
                    <a:pt x="655" y="1554"/>
                    <a:pt x="650" y="1362"/>
                  </a:cubicBezTo>
                  <a:lnTo>
                    <a:pt x="650" y="650"/>
                  </a:lnTo>
                  <a:cubicBezTo>
                    <a:pt x="650" y="289"/>
                    <a:pt x="794" y="0"/>
                    <a:pt x="977"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1"/>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248"/>
                  </a:lnTo>
                  <a:cubicBezTo>
                    <a:pt x="1" y="3368"/>
                    <a:pt x="97" y="3465"/>
                    <a:pt x="217" y="3465"/>
                  </a:cubicBezTo>
                  <a:lnTo>
                    <a:pt x="2816" y="3465"/>
                  </a:lnTo>
                  <a:cubicBezTo>
                    <a:pt x="2936" y="3465"/>
                    <a:pt x="3032" y="3368"/>
                    <a:pt x="3032" y="3248"/>
                  </a:cubicBez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1"/>
            <p:cNvSpPr/>
            <p:nvPr/>
          </p:nvSpPr>
          <p:spPr>
            <a:xfrm>
              <a:off x="5872565" y="3164324"/>
              <a:ext cx="17074" cy="78027"/>
            </a:xfrm>
            <a:custGeom>
              <a:rect b="b" l="l" r="r" t="t"/>
              <a:pathLst>
                <a:path extrusionOk="0" h="2975" w="651">
                  <a:moveTo>
                    <a:pt x="126" y="1"/>
                  </a:moveTo>
                  <a:cubicBezTo>
                    <a:pt x="44" y="112"/>
                    <a:pt x="1" y="246"/>
                    <a:pt x="1" y="381"/>
                  </a:cubicBezTo>
                  <a:lnTo>
                    <a:pt x="1" y="2758"/>
                  </a:lnTo>
                  <a:cubicBezTo>
                    <a:pt x="1" y="2878"/>
                    <a:pt x="97" y="2975"/>
                    <a:pt x="217" y="2975"/>
                  </a:cubicBez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1"/>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434" y="2975"/>
                  </a:lnTo>
                  <a:cubicBezTo>
                    <a:pt x="554" y="2975"/>
                    <a:pt x="650" y="2878"/>
                    <a:pt x="650" y="2758"/>
                  </a:cubicBez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1"/>
            <p:cNvSpPr/>
            <p:nvPr/>
          </p:nvSpPr>
          <p:spPr>
            <a:xfrm>
              <a:off x="5906661" y="3009608"/>
              <a:ext cx="113591" cy="22739"/>
            </a:xfrm>
            <a:custGeom>
              <a:rect b="b" l="l" r="r" t="t"/>
              <a:pathLst>
                <a:path extrusionOk="0" h="867" w="4331">
                  <a:moveTo>
                    <a:pt x="0" y="1"/>
                  </a:moveTo>
                  <a:lnTo>
                    <a:pt x="423" y="843"/>
                  </a:lnTo>
                  <a:cubicBezTo>
                    <a:pt x="428" y="857"/>
                    <a:pt x="443" y="862"/>
                    <a:pt x="462" y="867"/>
                  </a:cubicBezTo>
                  <a:lnTo>
                    <a:pt x="3869" y="867"/>
                  </a:lnTo>
                  <a:cubicBezTo>
                    <a:pt x="3888" y="867"/>
                    <a:pt x="3902" y="857"/>
                    <a:pt x="3912" y="843"/>
                  </a:cubicBezTo>
                  <a:lnTo>
                    <a:pt x="43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1"/>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1"/>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465"/>
                  </a:lnTo>
                  <a:lnTo>
                    <a:pt x="3032" y="3465"/>
                  </a:ln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1"/>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1"/>
            <p:cNvSpPr/>
            <p:nvPr/>
          </p:nvSpPr>
          <p:spPr>
            <a:xfrm>
              <a:off x="5889613" y="3088999"/>
              <a:ext cx="25650" cy="50252"/>
            </a:xfrm>
            <a:custGeom>
              <a:rect b="b" l="l" r="r" t="t"/>
              <a:pathLst>
                <a:path extrusionOk="0" h="1916" w="978">
                  <a:moveTo>
                    <a:pt x="650" y="0"/>
                  </a:moveTo>
                  <a:cubicBezTo>
                    <a:pt x="289" y="0"/>
                    <a:pt x="0" y="294"/>
                    <a:pt x="0" y="655"/>
                  </a:cubicBezTo>
                  <a:lnTo>
                    <a:pt x="0" y="1088"/>
                  </a:lnTo>
                  <a:cubicBezTo>
                    <a:pt x="0" y="1478"/>
                    <a:pt x="270" y="1819"/>
                    <a:pt x="650" y="1915"/>
                  </a:cubicBezTo>
                  <a:lnTo>
                    <a:pt x="650" y="655"/>
                  </a:lnTo>
                  <a:cubicBezTo>
                    <a:pt x="650" y="294"/>
                    <a:pt x="794" y="0"/>
                    <a:pt x="97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1"/>
            <p:cNvSpPr/>
            <p:nvPr/>
          </p:nvSpPr>
          <p:spPr>
            <a:xfrm>
              <a:off x="5872565" y="3164324"/>
              <a:ext cx="17074" cy="78027"/>
            </a:xfrm>
            <a:custGeom>
              <a:rect b="b" l="l" r="r" t="t"/>
              <a:pathLst>
                <a:path extrusionOk="0" h="2975" w="651">
                  <a:moveTo>
                    <a:pt x="126" y="1"/>
                  </a:moveTo>
                  <a:cubicBezTo>
                    <a:pt x="44" y="112"/>
                    <a:pt x="1" y="246"/>
                    <a:pt x="1" y="381"/>
                  </a:cubicBezTo>
                  <a:lnTo>
                    <a:pt x="1" y="2975"/>
                  </a:ln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1"/>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650" y="2975"/>
                  </a:ln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1"/>
            <p:cNvSpPr/>
            <p:nvPr/>
          </p:nvSpPr>
          <p:spPr>
            <a:xfrm>
              <a:off x="5991822" y="3089130"/>
              <a:ext cx="45478" cy="68034"/>
            </a:xfrm>
            <a:custGeom>
              <a:rect b="b" l="l" r="r" t="t"/>
              <a:pathLst>
                <a:path extrusionOk="0" h="2594" w="1734">
                  <a:moveTo>
                    <a:pt x="651" y="0"/>
                  </a:moveTo>
                  <a:cubicBezTo>
                    <a:pt x="290" y="0"/>
                    <a:pt x="1" y="289"/>
                    <a:pt x="1" y="650"/>
                  </a:cubicBezTo>
                  <a:lnTo>
                    <a:pt x="1" y="1362"/>
                  </a:lnTo>
                  <a:cubicBezTo>
                    <a:pt x="11" y="1574"/>
                    <a:pt x="88" y="1776"/>
                    <a:pt x="217" y="1944"/>
                  </a:cubicBezTo>
                  <a:cubicBezTo>
                    <a:pt x="357" y="2108"/>
                    <a:pt x="434" y="2319"/>
                    <a:pt x="434" y="2531"/>
                  </a:cubicBezTo>
                  <a:lnTo>
                    <a:pt x="434" y="2594"/>
                  </a:lnTo>
                  <a:lnTo>
                    <a:pt x="1300" y="2594"/>
                  </a:lnTo>
                  <a:lnTo>
                    <a:pt x="1300" y="2469"/>
                  </a:lnTo>
                  <a:cubicBezTo>
                    <a:pt x="1300" y="2295"/>
                    <a:pt x="1363" y="2127"/>
                    <a:pt x="1478" y="1992"/>
                  </a:cubicBezTo>
                  <a:lnTo>
                    <a:pt x="1555" y="1901"/>
                  </a:lnTo>
                  <a:cubicBezTo>
                    <a:pt x="1661" y="1761"/>
                    <a:pt x="1724" y="1598"/>
                    <a:pt x="1733" y="1424"/>
                  </a:cubicBezTo>
                  <a:lnTo>
                    <a:pt x="1733" y="650"/>
                  </a:lnTo>
                  <a:cubicBezTo>
                    <a:pt x="1733" y="289"/>
                    <a:pt x="1444" y="0"/>
                    <a:pt x="108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1"/>
            <p:cNvSpPr/>
            <p:nvPr/>
          </p:nvSpPr>
          <p:spPr>
            <a:xfrm>
              <a:off x="5974800" y="3151473"/>
              <a:ext cx="79522" cy="90878"/>
            </a:xfrm>
            <a:custGeom>
              <a:rect b="b" l="l" r="r" t="t"/>
              <a:pathLst>
                <a:path extrusionOk="0" h="3465" w="3032">
                  <a:moveTo>
                    <a:pt x="1290" y="0"/>
                  </a:moveTo>
                  <a:cubicBezTo>
                    <a:pt x="1155" y="0"/>
                    <a:pt x="1016" y="29"/>
                    <a:pt x="891" y="82"/>
                  </a:cubicBezTo>
                  <a:lnTo>
                    <a:pt x="409" y="274"/>
                  </a:lnTo>
                  <a:cubicBezTo>
                    <a:pt x="164" y="371"/>
                    <a:pt x="0" y="606"/>
                    <a:pt x="0" y="876"/>
                  </a:cubicBezTo>
                  <a:lnTo>
                    <a:pt x="0" y="3465"/>
                  </a:lnTo>
                  <a:lnTo>
                    <a:pt x="3032" y="3465"/>
                  </a:lnTo>
                  <a:lnTo>
                    <a:pt x="3032" y="876"/>
                  </a:lnTo>
                  <a:cubicBezTo>
                    <a:pt x="3032" y="611"/>
                    <a:pt x="2868" y="371"/>
                    <a:pt x="2623" y="274"/>
                  </a:cubicBezTo>
                  <a:lnTo>
                    <a:pt x="2142" y="82"/>
                  </a:lnTo>
                  <a:cubicBezTo>
                    <a:pt x="2016" y="29"/>
                    <a:pt x="1877" y="0"/>
                    <a:pt x="1742"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1"/>
            <p:cNvSpPr/>
            <p:nvPr/>
          </p:nvSpPr>
          <p:spPr>
            <a:xfrm>
              <a:off x="5991822" y="3089130"/>
              <a:ext cx="45478" cy="51012"/>
            </a:xfrm>
            <a:custGeom>
              <a:rect b="b" l="l" r="r" t="t"/>
              <a:pathLst>
                <a:path extrusionOk="0" h="1945" w="1734">
                  <a:moveTo>
                    <a:pt x="651" y="0"/>
                  </a:moveTo>
                  <a:cubicBezTo>
                    <a:pt x="290" y="0"/>
                    <a:pt x="1" y="289"/>
                    <a:pt x="1" y="650"/>
                  </a:cubicBezTo>
                  <a:lnTo>
                    <a:pt x="1" y="1078"/>
                  </a:lnTo>
                  <a:cubicBezTo>
                    <a:pt x="1" y="1559"/>
                    <a:pt x="391" y="1944"/>
                    <a:pt x="867" y="1944"/>
                  </a:cubicBezTo>
                  <a:cubicBezTo>
                    <a:pt x="1343" y="1944"/>
                    <a:pt x="1733" y="1559"/>
                    <a:pt x="1733" y="1083"/>
                  </a:cubicBezTo>
                  <a:lnTo>
                    <a:pt x="1733" y="650"/>
                  </a:lnTo>
                  <a:cubicBezTo>
                    <a:pt x="1733" y="289"/>
                    <a:pt x="1444" y="0"/>
                    <a:pt x="108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1"/>
            <p:cNvSpPr/>
            <p:nvPr/>
          </p:nvSpPr>
          <p:spPr>
            <a:xfrm>
              <a:off x="5991822" y="3088999"/>
              <a:ext cx="25650" cy="50252"/>
            </a:xfrm>
            <a:custGeom>
              <a:rect b="b" l="l" r="r" t="t"/>
              <a:pathLst>
                <a:path extrusionOk="0" h="1916" w="978">
                  <a:moveTo>
                    <a:pt x="651" y="0"/>
                  </a:moveTo>
                  <a:cubicBezTo>
                    <a:pt x="290" y="0"/>
                    <a:pt x="1" y="294"/>
                    <a:pt x="1" y="650"/>
                  </a:cubicBezTo>
                  <a:lnTo>
                    <a:pt x="1" y="1083"/>
                  </a:lnTo>
                  <a:cubicBezTo>
                    <a:pt x="1" y="1478"/>
                    <a:pt x="270" y="1819"/>
                    <a:pt x="651" y="1915"/>
                  </a:cubicBezTo>
                  <a:lnTo>
                    <a:pt x="651" y="655"/>
                  </a:lnTo>
                  <a:cubicBezTo>
                    <a:pt x="651" y="294"/>
                    <a:pt x="795" y="0"/>
                    <a:pt x="9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1"/>
            <p:cNvSpPr/>
            <p:nvPr/>
          </p:nvSpPr>
          <p:spPr>
            <a:xfrm>
              <a:off x="5974800" y="3164324"/>
              <a:ext cx="17048" cy="78027"/>
            </a:xfrm>
            <a:custGeom>
              <a:rect b="b" l="l" r="r" t="t"/>
              <a:pathLst>
                <a:path extrusionOk="0" h="2975" w="650">
                  <a:moveTo>
                    <a:pt x="125" y="1"/>
                  </a:moveTo>
                  <a:cubicBezTo>
                    <a:pt x="44" y="112"/>
                    <a:pt x="0" y="246"/>
                    <a:pt x="0" y="381"/>
                  </a:cubicBezTo>
                  <a:lnTo>
                    <a:pt x="0" y="2975"/>
                  </a:lnTo>
                  <a:lnTo>
                    <a:pt x="650" y="2975"/>
                  </a:lnTo>
                  <a:lnTo>
                    <a:pt x="650" y="607"/>
                  </a:lnTo>
                  <a:cubicBezTo>
                    <a:pt x="650" y="473"/>
                    <a:pt x="587" y="343"/>
                    <a:pt x="477" y="261"/>
                  </a:cubicBezTo>
                  <a:lnTo>
                    <a:pt x="12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1"/>
            <p:cNvSpPr/>
            <p:nvPr/>
          </p:nvSpPr>
          <p:spPr>
            <a:xfrm>
              <a:off x="6037274" y="3164324"/>
              <a:ext cx="17048" cy="78027"/>
            </a:xfrm>
            <a:custGeom>
              <a:rect b="b" l="l" r="r" t="t"/>
              <a:pathLst>
                <a:path extrusionOk="0" h="2975" w="650">
                  <a:moveTo>
                    <a:pt x="525" y="1"/>
                  </a:moveTo>
                  <a:lnTo>
                    <a:pt x="173" y="261"/>
                  </a:lnTo>
                  <a:cubicBezTo>
                    <a:pt x="63" y="343"/>
                    <a:pt x="0" y="473"/>
                    <a:pt x="0" y="607"/>
                  </a:cubicBezTo>
                  <a:lnTo>
                    <a:pt x="0" y="2975"/>
                  </a:lnTo>
                  <a:lnTo>
                    <a:pt x="650" y="2975"/>
                  </a:lnTo>
                  <a:lnTo>
                    <a:pt x="650" y="381"/>
                  </a:lnTo>
                  <a:cubicBezTo>
                    <a:pt x="650" y="246"/>
                    <a:pt x="606"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1"/>
            <p:cNvSpPr/>
            <p:nvPr/>
          </p:nvSpPr>
          <p:spPr>
            <a:xfrm>
              <a:off x="5838496"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1"/>
            <p:cNvSpPr/>
            <p:nvPr/>
          </p:nvSpPr>
          <p:spPr>
            <a:xfrm>
              <a:off x="5821474" y="3208255"/>
              <a:ext cx="79522" cy="56809"/>
            </a:xfrm>
            <a:custGeom>
              <a:rect b="b" l="l" r="r" t="t"/>
              <a:pathLst>
                <a:path extrusionOk="0" h="2166" w="3032">
                  <a:moveTo>
                    <a:pt x="1290" y="0"/>
                  </a:moveTo>
                  <a:cubicBezTo>
                    <a:pt x="1155" y="0"/>
                    <a:pt x="1015" y="29"/>
                    <a:pt x="890" y="77"/>
                  </a:cubicBezTo>
                  <a:lnTo>
                    <a:pt x="409" y="270"/>
                  </a:lnTo>
                  <a:cubicBezTo>
                    <a:pt x="164" y="371"/>
                    <a:pt x="0" y="607"/>
                    <a:pt x="0" y="871"/>
                  </a:cubicBezTo>
                  <a:lnTo>
                    <a:pt x="0" y="2166"/>
                  </a:lnTo>
                  <a:lnTo>
                    <a:pt x="3031" y="2166"/>
                  </a:lnTo>
                  <a:lnTo>
                    <a:pt x="3031" y="876"/>
                  </a:lnTo>
                  <a:cubicBezTo>
                    <a:pt x="3031" y="612"/>
                    <a:pt x="2868" y="371"/>
                    <a:pt x="2622" y="270"/>
                  </a:cubicBezTo>
                  <a:lnTo>
                    <a:pt x="2141" y="77"/>
                  </a:lnTo>
                  <a:cubicBezTo>
                    <a:pt x="2016"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1"/>
            <p:cNvSpPr/>
            <p:nvPr/>
          </p:nvSpPr>
          <p:spPr>
            <a:xfrm>
              <a:off x="5838496"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1"/>
            <p:cNvSpPr/>
            <p:nvPr/>
          </p:nvSpPr>
          <p:spPr>
            <a:xfrm>
              <a:off x="5838496"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1"/>
            <p:cNvSpPr/>
            <p:nvPr/>
          </p:nvSpPr>
          <p:spPr>
            <a:xfrm>
              <a:off x="5821474"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1"/>
            <p:cNvSpPr/>
            <p:nvPr/>
          </p:nvSpPr>
          <p:spPr>
            <a:xfrm>
              <a:off x="5883922" y="3221133"/>
              <a:ext cx="17074" cy="43931"/>
            </a:xfrm>
            <a:custGeom>
              <a:rect b="b" l="l" r="r" t="t"/>
              <a:pathLst>
                <a:path extrusionOk="0" h="1675" w="651">
                  <a:moveTo>
                    <a:pt x="525" y="0"/>
                  </a:moveTo>
                  <a:lnTo>
                    <a:pt x="174" y="260"/>
                  </a:lnTo>
                  <a:cubicBezTo>
                    <a:pt x="63" y="342"/>
                    <a:pt x="1" y="472"/>
                    <a:pt x="1" y="607"/>
                  </a:cubicBezTo>
                  <a:lnTo>
                    <a:pt x="1"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1"/>
            <p:cNvSpPr/>
            <p:nvPr/>
          </p:nvSpPr>
          <p:spPr>
            <a:xfrm>
              <a:off x="5940731" y="3145912"/>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6" y="2108"/>
                    <a:pt x="433" y="2320"/>
                    <a:pt x="433" y="2531"/>
                  </a:cubicBezTo>
                  <a:lnTo>
                    <a:pt x="433" y="2594"/>
                  </a:lnTo>
                  <a:lnTo>
                    <a:pt x="1299" y="2594"/>
                  </a:lnTo>
                  <a:lnTo>
                    <a:pt x="1299" y="2469"/>
                  </a:lnTo>
                  <a:cubicBezTo>
                    <a:pt x="1299" y="2296"/>
                    <a:pt x="1362" y="2127"/>
                    <a:pt x="1477" y="1993"/>
                  </a:cubicBezTo>
                  <a:lnTo>
                    <a:pt x="1554" y="1901"/>
                  </a:lnTo>
                  <a:cubicBezTo>
                    <a:pt x="1660" y="1762"/>
                    <a:pt x="1723" y="1598"/>
                    <a:pt x="1732" y="1425"/>
                  </a:cubicBezTo>
                  <a:lnTo>
                    <a:pt x="1732" y="650"/>
                  </a:lnTo>
                  <a:cubicBezTo>
                    <a:pt x="1732"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1"/>
            <p:cNvSpPr/>
            <p:nvPr/>
          </p:nvSpPr>
          <p:spPr>
            <a:xfrm>
              <a:off x="5923683" y="3208255"/>
              <a:ext cx="79522" cy="56809"/>
            </a:xfrm>
            <a:custGeom>
              <a:rect b="b" l="l" r="r" t="t"/>
              <a:pathLst>
                <a:path extrusionOk="0" h="2166" w="3032">
                  <a:moveTo>
                    <a:pt x="1290" y="0"/>
                  </a:moveTo>
                  <a:cubicBezTo>
                    <a:pt x="1155" y="0"/>
                    <a:pt x="1016" y="29"/>
                    <a:pt x="891" y="77"/>
                  </a:cubicBezTo>
                  <a:lnTo>
                    <a:pt x="410" y="270"/>
                  </a:lnTo>
                  <a:cubicBezTo>
                    <a:pt x="164" y="371"/>
                    <a:pt x="1" y="607"/>
                    <a:pt x="1" y="871"/>
                  </a:cubicBezTo>
                  <a:lnTo>
                    <a:pt x="1" y="2166"/>
                  </a:lnTo>
                  <a:lnTo>
                    <a:pt x="3032" y="2166"/>
                  </a:lnTo>
                  <a:lnTo>
                    <a:pt x="3032" y="876"/>
                  </a:lnTo>
                  <a:cubicBezTo>
                    <a:pt x="3032" y="612"/>
                    <a:pt x="2868" y="371"/>
                    <a:pt x="2623" y="270"/>
                  </a:cubicBezTo>
                  <a:lnTo>
                    <a:pt x="2142" y="77"/>
                  </a:lnTo>
                  <a:cubicBezTo>
                    <a:pt x="2017"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1"/>
            <p:cNvSpPr/>
            <p:nvPr/>
          </p:nvSpPr>
          <p:spPr>
            <a:xfrm>
              <a:off x="5940731" y="3145912"/>
              <a:ext cx="45452" cy="51012"/>
            </a:xfrm>
            <a:custGeom>
              <a:rect b="b" l="l" r="r" t="t"/>
              <a:pathLst>
                <a:path extrusionOk="0" h="1945" w="1733">
                  <a:moveTo>
                    <a:pt x="650" y="0"/>
                  </a:moveTo>
                  <a:cubicBezTo>
                    <a:pt x="289" y="0"/>
                    <a:pt x="0" y="289"/>
                    <a:pt x="0" y="650"/>
                  </a:cubicBezTo>
                  <a:lnTo>
                    <a:pt x="0" y="1078"/>
                  </a:lnTo>
                  <a:cubicBezTo>
                    <a:pt x="0" y="1559"/>
                    <a:pt x="390" y="1944"/>
                    <a:pt x="866" y="1944"/>
                  </a:cubicBezTo>
                  <a:cubicBezTo>
                    <a:pt x="1343" y="1944"/>
                    <a:pt x="1732" y="1559"/>
                    <a:pt x="1732" y="1083"/>
                  </a:cubicBezTo>
                  <a:lnTo>
                    <a:pt x="1732" y="650"/>
                  </a:lnTo>
                  <a:cubicBezTo>
                    <a:pt x="1732"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1"/>
            <p:cNvSpPr/>
            <p:nvPr/>
          </p:nvSpPr>
          <p:spPr>
            <a:xfrm>
              <a:off x="5940731" y="3145781"/>
              <a:ext cx="25624" cy="50252"/>
            </a:xfrm>
            <a:custGeom>
              <a:rect b="b" l="l" r="r" t="t"/>
              <a:pathLst>
                <a:path extrusionOk="0" h="1916" w="977">
                  <a:moveTo>
                    <a:pt x="650" y="1"/>
                  </a:moveTo>
                  <a:cubicBezTo>
                    <a:pt x="289" y="1"/>
                    <a:pt x="0" y="294"/>
                    <a:pt x="0" y="650"/>
                  </a:cubicBezTo>
                  <a:lnTo>
                    <a:pt x="0" y="1083"/>
                  </a:lnTo>
                  <a:cubicBezTo>
                    <a:pt x="0" y="1478"/>
                    <a:pt x="270" y="1819"/>
                    <a:pt x="650" y="1916"/>
                  </a:cubicBezTo>
                  <a:lnTo>
                    <a:pt x="650" y="655"/>
                  </a:lnTo>
                  <a:cubicBezTo>
                    <a:pt x="650" y="294"/>
                    <a:pt x="794"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1"/>
            <p:cNvSpPr/>
            <p:nvPr/>
          </p:nvSpPr>
          <p:spPr>
            <a:xfrm>
              <a:off x="5923683" y="3221133"/>
              <a:ext cx="17074" cy="43931"/>
            </a:xfrm>
            <a:custGeom>
              <a:rect b="b" l="l" r="r" t="t"/>
              <a:pathLst>
                <a:path extrusionOk="0" h="1675" w="651">
                  <a:moveTo>
                    <a:pt x="126" y="0"/>
                  </a:moveTo>
                  <a:cubicBezTo>
                    <a:pt x="44" y="111"/>
                    <a:pt x="1" y="246"/>
                    <a:pt x="1" y="380"/>
                  </a:cubicBezTo>
                  <a:lnTo>
                    <a:pt x="1" y="1675"/>
                  </a:lnTo>
                  <a:lnTo>
                    <a:pt x="650" y="1675"/>
                  </a:lnTo>
                  <a:lnTo>
                    <a:pt x="650" y="607"/>
                  </a:lnTo>
                  <a:cubicBezTo>
                    <a:pt x="650" y="472"/>
                    <a:pt x="588" y="342"/>
                    <a:pt x="477" y="260"/>
                  </a:cubicBezTo>
                  <a:lnTo>
                    <a:pt x="126"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1"/>
            <p:cNvSpPr/>
            <p:nvPr/>
          </p:nvSpPr>
          <p:spPr>
            <a:xfrm>
              <a:off x="5986157" y="3221133"/>
              <a:ext cx="17048" cy="43931"/>
            </a:xfrm>
            <a:custGeom>
              <a:rect b="b" l="l" r="r" t="t"/>
              <a:pathLst>
                <a:path extrusionOk="0" h="1675" w="650">
                  <a:moveTo>
                    <a:pt x="525" y="0"/>
                  </a:moveTo>
                  <a:lnTo>
                    <a:pt x="174" y="260"/>
                  </a:lnTo>
                  <a:cubicBezTo>
                    <a:pt x="63" y="342"/>
                    <a:pt x="0" y="472"/>
                    <a:pt x="0" y="607"/>
                  </a:cubicBezTo>
                  <a:lnTo>
                    <a:pt x="0"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1"/>
            <p:cNvSpPr/>
            <p:nvPr/>
          </p:nvSpPr>
          <p:spPr>
            <a:xfrm>
              <a:off x="6042939"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1"/>
            <p:cNvSpPr/>
            <p:nvPr/>
          </p:nvSpPr>
          <p:spPr>
            <a:xfrm>
              <a:off x="6025918" y="3208255"/>
              <a:ext cx="79522" cy="56809"/>
            </a:xfrm>
            <a:custGeom>
              <a:rect b="b" l="l" r="r" t="t"/>
              <a:pathLst>
                <a:path extrusionOk="0" h="2166" w="3032">
                  <a:moveTo>
                    <a:pt x="1290" y="0"/>
                  </a:moveTo>
                  <a:cubicBezTo>
                    <a:pt x="1155" y="0"/>
                    <a:pt x="1015" y="29"/>
                    <a:pt x="890" y="77"/>
                  </a:cubicBezTo>
                  <a:lnTo>
                    <a:pt x="409" y="270"/>
                  </a:lnTo>
                  <a:cubicBezTo>
                    <a:pt x="159" y="371"/>
                    <a:pt x="0" y="607"/>
                    <a:pt x="0" y="871"/>
                  </a:cubicBezTo>
                  <a:lnTo>
                    <a:pt x="0" y="2166"/>
                  </a:lnTo>
                  <a:lnTo>
                    <a:pt x="3032" y="2166"/>
                  </a:lnTo>
                  <a:lnTo>
                    <a:pt x="3032" y="876"/>
                  </a:lnTo>
                  <a:cubicBezTo>
                    <a:pt x="3032" y="612"/>
                    <a:pt x="2868" y="371"/>
                    <a:pt x="2623" y="270"/>
                  </a:cubicBezTo>
                  <a:lnTo>
                    <a:pt x="2141" y="77"/>
                  </a:lnTo>
                  <a:cubicBezTo>
                    <a:pt x="2011"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1"/>
            <p:cNvSpPr/>
            <p:nvPr/>
          </p:nvSpPr>
          <p:spPr>
            <a:xfrm>
              <a:off x="6042939"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1"/>
            <p:cNvSpPr/>
            <p:nvPr/>
          </p:nvSpPr>
          <p:spPr>
            <a:xfrm>
              <a:off x="6042939"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1"/>
            <p:cNvSpPr/>
            <p:nvPr/>
          </p:nvSpPr>
          <p:spPr>
            <a:xfrm>
              <a:off x="6025918"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1"/>
            <p:cNvSpPr/>
            <p:nvPr/>
          </p:nvSpPr>
          <p:spPr>
            <a:xfrm>
              <a:off x="6088365" y="3221133"/>
              <a:ext cx="17074" cy="43931"/>
            </a:xfrm>
            <a:custGeom>
              <a:rect b="b" l="l" r="r" t="t"/>
              <a:pathLst>
                <a:path extrusionOk="0" h="1675" w="651">
                  <a:moveTo>
                    <a:pt x="525" y="0"/>
                  </a:moveTo>
                  <a:lnTo>
                    <a:pt x="174" y="260"/>
                  </a:lnTo>
                  <a:cubicBezTo>
                    <a:pt x="63" y="342"/>
                    <a:pt x="1" y="472"/>
                    <a:pt x="1" y="607"/>
                  </a:cubicBezTo>
                  <a:lnTo>
                    <a:pt x="1" y="1675"/>
                  </a:lnTo>
                  <a:lnTo>
                    <a:pt x="651" y="1675"/>
                  </a:lnTo>
                  <a:lnTo>
                    <a:pt x="651" y="380"/>
                  </a:lnTo>
                  <a:cubicBezTo>
                    <a:pt x="651"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1"/>
            <p:cNvSpPr/>
            <p:nvPr/>
          </p:nvSpPr>
          <p:spPr>
            <a:xfrm>
              <a:off x="5816176" y="3083701"/>
              <a:ext cx="294823" cy="186766"/>
            </a:xfrm>
            <a:custGeom>
              <a:rect b="b" l="l" r="r" t="t"/>
              <a:pathLst>
                <a:path extrusionOk="0" h="7121" w="11241">
                  <a:moveTo>
                    <a:pt x="3883" y="409"/>
                  </a:moveTo>
                  <a:cubicBezTo>
                    <a:pt x="4128" y="409"/>
                    <a:pt x="4331" y="607"/>
                    <a:pt x="4331" y="857"/>
                  </a:cubicBezTo>
                  <a:lnTo>
                    <a:pt x="4331" y="1405"/>
                  </a:lnTo>
                  <a:cubicBezTo>
                    <a:pt x="4331" y="1641"/>
                    <a:pt x="4201" y="1858"/>
                    <a:pt x="3999" y="1978"/>
                  </a:cubicBezTo>
                  <a:cubicBezTo>
                    <a:pt x="3936" y="2012"/>
                    <a:pt x="3898" y="2079"/>
                    <a:pt x="3898" y="2151"/>
                  </a:cubicBezTo>
                  <a:lnTo>
                    <a:pt x="3898" y="2382"/>
                  </a:lnTo>
                  <a:lnTo>
                    <a:pt x="3436" y="2382"/>
                  </a:lnTo>
                  <a:lnTo>
                    <a:pt x="3436" y="2151"/>
                  </a:lnTo>
                  <a:cubicBezTo>
                    <a:pt x="3436" y="2079"/>
                    <a:pt x="3397" y="2012"/>
                    <a:pt x="3335" y="1978"/>
                  </a:cubicBezTo>
                  <a:cubicBezTo>
                    <a:pt x="3128" y="1858"/>
                    <a:pt x="3003" y="1641"/>
                    <a:pt x="3003" y="1405"/>
                  </a:cubicBezTo>
                  <a:lnTo>
                    <a:pt x="3003" y="857"/>
                  </a:lnTo>
                  <a:cubicBezTo>
                    <a:pt x="3003" y="607"/>
                    <a:pt x="3205" y="409"/>
                    <a:pt x="3450" y="409"/>
                  </a:cubicBezTo>
                  <a:close/>
                  <a:moveTo>
                    <a:pt x="7781" y="409"/>
                  </a:moveTo>
                  <a:cubicBezTo>
                    <a:pt x="8026" y="409"/>
                    <a:pt x="8228" y="607"/>
                    <a:pt x="8228" y="857"/>
                  </a:cubicBezTo>
                  <a:lnTo>
                    <a:pt x="8228" y="1405"/>
                  </a:lnTo>
                  <a:cubicBezTo>
                    <a:pt x="8228" y="1641"/>
                    <a:pt x="8098" y="1858"/>
                    <a:pt x="7896" y="1978"/>
                  </a:cubicBezTo>
                  <a:cubicBezTo>
                    <a:pt x="7834" y="2012"/>
                    <a:pt x="7795" y="2079"/>
                    <a:pt x="7795" y="2151"/>
                  </a:cubicBezTo>
                  <a:lnTo>
                    <a:pt x="7795" y="2382"/>
                  </a:lnTo>
                  <a:lnTo>
                    <a:pt x="7333" y="2382"/>
                  </a:lnTo>
                  <a:lnTo>
                    <a:pt x="7333" y="2151"/>
                  </a:lnTo>
                  <a:cubicBezTo>
                    <a:pt x="7333" y="2079"/>
                    <a:pt x="7295" y="2012"/>
                    <a:pt x="7232" y="1978"/>
                  </a:cubicBezTo>
                  <a:cubicBezTo>
                    <a:pt x="7025" y="1858"/>
                    <a:pt x="6900" y="1641"/>
                    <a:pt x="6900" y="1405"/>
                  </a:cubicBezTo>
                  <a:lnTo>
                    <a:pt x="6900" y="857"/>
                  </a:lnTo>
                  <a:cubicBezTo>
                    <a:pt x="6900" y="607"/>
                    <a:pt x="7102" y="409"/>
                    <a:pt x="7348" y="409"/>
                  </a:cubicBezTo>
                  <a:close/>
                  <a:moveTo>
                    <a:pt x="1934" y="2575"/>
                  </a:moveTo>
                  <a:cubicBezTo>
                    <a:pt x="2180" y="2575"/>
                    <a:pt x="2377" y="2772"/>
                    <a:pt x="2382" y="3022"/>
                  </a:cubicBezTo>
                  <a:lnTo>
                    <a:pt x="2382" y="3571"/>
                  </a:lnTo>
                  <a:cubicBezTo>
                    <a:pt x="2382" y="3806"/>
                    <a:pt x="2257" y="4023"/>
                    <a:pt x="2050" y="4143"/>
                  </a:cubicBezTo>
                  <a:cubicBezTo>
                    <a:pt x="1987" y="4177"/>
                    <a:pt x="1949" y="4244"/>
                    <a:pt x="1949" y="4316"/>
                  </a:cubicBezTo>
                  <a:lnTo>
                    <a:pt x="1949" y="4547"/>
                  </a:lnTo>
                  <a:lnTo>
                    <a:pt x="1487" y="4547"/>
                  </a:lnTo>
                  <a:lnTo>
                    <a:pt x="1487" y="4316"/>
                  </a:lnTo>
                  <a:cubicBezTo>
                    <a:pt x="1487" y="4244"/>
                    <a:pt x="1448" y="4177"/>
                    <a:pt x="1386" y="4143"/>
                  </a:cubicBezTo>
                  <a:cubicBezTo>
                    <a:pt x="1184" y="4023"/>
                    <a:pt x="1054" y="3806"/>
                    <a:pt x="1054" y="3571"/>
                  </a:cubicBezTo>
                  <a:lnTo>
                    <a:pt x="1054" y="3022"/>
                  </a:lnTo>
                  <a:cubicBezTo>
                    <a:pt x="1054" y="2777"/>
                    <a:pt x="1256" y="2575"/>
                    <a:pt x="1501" y="2575"/>
                  </a:cubicBezTo>
                  <a:close/>
                  <a:moveTo>
                    <a:pt x="5832" y="2575"/>
                  </a:moveTo>
                  <a:cubicBezTo>
                    <a:pt x="6077" y="2575"/>
                    <a:pt x="6279" y="2772"/>
                    <a:pt x="6279" y="3022"/>
                  </a:cubicBezTo>
                  <a:lnTo>
                    <a:pt x="6279" y="3571"/>
                  </a:lnTo>
                  <a:cubicBezTo>
                    <a:pt x="6279" y="3806"/>
                    <a:pt x="6154" y="4023"/>
                    <a:pt x="5947" y="4143"/>
                  </a:cubicBezTo>
                  <a:cubicBezTo>
                    <a:pt x="5885" y="4177"/>
                    <a:pt x="5846" y="4244"/>
                    <a:pt x="5846" y="4316"/>
                  </a:cubicBezTo>
                  <a:lnTo>
                    <a:pt x="5846" y="4547"/>
                  </a:lnTo>
                  <a:lnTo>
                    <a:pt x="5389" y="4547"/>
                  </a:lnTo>
                  <a:lnTo>
                    <a:pt x="5389" y="4316"/>
                  </a:lnTo>
                  <a:cubicBezTo>
                    <a:pt x="5389" y="4244"/>
                    <a:pt x="5351" y="4177"/>
                    <a:pt x="5288" y="4143"/>
                  </a:cubicBezTo>
                  <a:cubicBezTo>
                    <a:pt x="5081" y="4023"/>
                    <a:pt x="4956" y="3806"/>
                    <a:pt x="4956" y="3571"/>
                  </a:cubicBezTo>
                  <a:lnTo>
                    <a:pt x="4956" y="3022"/>
                  </a:lnTo>
                  <a:cubicBezTo>
                    <a:pt x="4956" y="2777"/>
                    <a:pt x="5153" y="2575"/>
                    <a:pt x="5399" y="2575"/>
                  </a:cubicBezTo>
                  <a:close/>
                  <a:moveTo>
                    <a:pt x="9729" y="2575"/>
                  </a:moveTo>
                  <a:cubicBezTo>
                    <a:pt x="9975" y="2575"/>
                    <a:pt x="10177" y="2772"/>
                    <a:pt x="10177" y="3022"/>
                  </a:cubicBezTo>
                  <a:lnTo>
                    <a:pt x="10177" y="3571"/>
                  </a:lnTo>
                  <a:cubicBezTo>
                    <a:pt x="10177" y="3806"/>
                    <a:pt x="10052" y="4028"/>
                    <a:pt x="9845" y="4143"/>
                  </a:cubicBezTo>
                  <a:cubicBezTo>
                    <a:pt x="9782" y="4177"/>
                    <a:pt x="9744" y="4244"/>
                    <a:pt x="9744" y="4316"/>
                  </a:cubicBezTo>
                  <a:lnTo>
                    <a:pt x="9744" y="4547"/>
                  </a:lnTo>
                  <a:lnTo>
                    <a:pt x="9282" y="4547"/>
                  </a:lnTo>
                  <a:lnTo>
                    <a:pt x="9282" y="4316"/>
                  </a:lnTo>
                  <a:cubicBezTo>
                    <a:pt x="9282" y="4244"/>
                    <a:pt x="9243" y="4177"/>
                    <a:pt x="9181" y="4143"/>
                  </a:cubicBezTo>
                  <a:cubicBezTo>
                    <a:pt x="8979" y="4028"/>
                    <a:pt x="8849" y="3806"/>
                    <a:pt x="8849" y="3571"/>
                  </a:cubicBezTo>
                  <a:lnTo>
                    <a:pt x="8849" y="3022"/>
                  </a:lnTo>
                  <a:cubicBezTo>
                    <a:pt x="8849" y="2777"/>
                    <a:pt x="9051" y="2575"/>
                    <a:pt x="9296" y="2575"/>
                  </a:cubicBezTo>
                  <a:close/>
                  <a:moveTo>
                    <a:pt x="3450" y="0"/>
                  </a:moveTo>
                  <a:cubicBezTo>
                    <a:pt x="2983" y="5"/>
                    <a:pt x="2603" y="385"/>
                    <a:pt x="2603" y="857"/>
                  </a:cubicBezTo>
                  <a:lnTo>
                    <a:pt x="2603" y="1405"/>
                  </a:lnTo>
                  <a:cubicBezTo>
                    <a:pt x="2603" y="1742"/>
                    <a:pt x="2762" y="2060"/>
                    <a:pt x="3036" y="2257"/>
                  </a:cubicBezTo>
                  <a:lnTo>
                    <a:pt x="3036" y="2445"/>
                  </a:lnTo>
                  <a:lnTo>
                    <a:pt x="2675" y="2589"/>
                  </a:lnTo>
                  <a:cubicBezTo>
                    <a:pt x="2637" y="2526"/>
                    <a:pt x="2594" y="2469"/>
                    <a:pt x="2541" y="2416"/>
                  </a:cubicBezTo>
                  <a:cubicBezTo>
                    <a:pt x="2382" y="2257"/>
                    <a:pt x="2165" y="2166"/>
                    <a:pt x="1939" y="2166"/>
                  </a:cubicBezTo>
                  <a:lnTo>
                    <a:pt x="1501" y="2166"/>
                  </a:lnTo>
                  <a:cubicBezTo>
                    <a:pt x="1035" y="2170"/>
                    <a:pt x="654" y="2550"/>
                    <a:pt x="654" y="3022"/>
                  </a:cubicBezTo>
                  <a:lnTo>
                    <a:pt x="654" y="3571"/>
                  </a:lnTo>
                  <a:cubicBezTo>
                    <a:pt x="654" y="3907"/>
                    <a:pt x="813" y="4225"/>
                    <a:pt x="1087" y="4422"/>
                  </a:cubicBezTo>
                  <a:lnTo>
                    <a:pt x="1087" y="4610"/>
                  </a:lnTo>
                  <a:lnTo>
                    <a:pt x="539" y="4831"/>
                  </a:lnTo>
                  <a:cubicBezTo>
                    <a:pt x="217" y="4956"/>
                    <a:pt x="0" y="5274"/>
                    <a:pt x="5" y="5620"/>
                  </a:cubicBezTo>
                  <a:lnTo>
                    <a:pt x="5" y="6915"/>
                  </a:lnTo>
                  <a:cubicBezTo>
                    <a:pt x="5" y="7049"/>
                    <a:pt x="106" y="7117"/>
                    <a:pt x="207" y="7117"/>
                  </a:cubicBezTo>
                  <a:cubicBezTo>
                    <a:pt x="308" y="7117"/>
                    <a:pt x="409" y="7049"/>
                    <a:pt x="409" y="6915"/>
                  </a:cubicBezTo>
                  <a:lnTo>
                    <a:pt x="409" y="5625"/>
                  </a:lnTo>
                  <a:cubicBezTo>
                    <a:pt x="409" y="5442"/>
                    <a:pt x="520" y="5279"/>
                    <a:pt x="688" y="5207"/>
                  </a:cubicBezTo>
                  <a:lnTo>
                    <a:pt x="1328" y="4952"/>
                  </a:lnTo>
                  <a:lnTo>
                    <a:pt x="2117" y="4952"/>
                  </a:lnTo>
                  <a:lnTo>
                    <a:pt x="2752" y="5207"/>
                  </a:lnTo>
                  <a:cubicBezTo>
                    <a:pt x="2926" y="5279"/>
                    <a:pt x="3036" y="5442"/>
                    <a:pt x="3036" y="5625"/>
                  </a:cubicBezTo>
                  <a:lnTo>
                    <a:pt x="3036" y="6915"/>
                  </a:lnTo>
                  <a:cubicBezTo>
                    <a:pt x="3036" y="7052"/>
                    <a:pt x="3137" y="7120"/>
                    <a:pt x="3238" y="7120"/>
                  </a:cubicBezTo>
                  <a:cubicBezTo>
                    <a:pt x="3339" y="7120"/>
                    <a:pt x="3440" y="7052"/>
                    <a:pt x="3440" y="6915"/>
                  </a:cubicBezTo>
                  <a:lnTo>
                    <a:pt x="3440" y="5625"/>
                  </a:lnTo>
                  <a:cubicBezTo>
                    <a:pt x="3440" y="5274"/>
                    <a:pt x="3229" y="4961"/>
                    <a:pt x="2901" y="4831"/>
                  </a:cubicBezTo>
                  <a:lnTo>
                    <a:pt x="2358" y="4615"/>
                  </a:lnTo>
                  <a:lnTo>
                    <a:pt x="2358" y="4427"/>
                  </a:lnTo>
                  <a:cubicBezTo>
                    <a:pt x="2627" y="4225"/>
                    <a:pt x="2791" y="3907"/>
                    <a:pt x="2791" y="3571"/>
                  </a:cubicBezTo>
                  <a:lnTo>
                    <a:pt x="2791" y="3022"/>
                  </a:lnTo>
                  <a:lnTo>
                    <a:pt x="2791" y="2979"/>
                  </a:lnTo>
                  <a:lnTo>
                    <a:pt x="3277" y="2786"/>
                  </a:lnTo>
                  <a:lnTo>
                    <a:pt x="4066" y="2786"/>
                  </a:lnTo>
                  <a:lnTo>
                    <a:pt x="4552" y="2979"/>
                  </a:lnTo>
                  <a:lnTo>
                    <a:pt x="4552" y="3022"/>
                  </a:lnTo>
                  <a:lnTo>
                    <a:pt x="4552" y="3571"/>
                  </a:lnTo>
                  <a:cubicBezTo>
                    <a:pt x="4552" y="3907"/>
                    <a:pt x="4716" y="4225"/>
                    <a:pt x="4985" y="4427"/>
                  </a:cubicBezTo>
                  <a:lnTo>
                    <a:pt x="4985" y="4615"/>
                  </a:lnTo>
                  <a:lnTo>
                    <a:pt x="4436" y="4831"/>
                  </a:lnTo>
                  <a:cubicBezTo>
                    <a:pt x="4114" y="4961"/>
                    <a:pt x="3902" y="5274"/>
                    <a:pt x="3902" y="5620"/>
                  </a:cubicBezTo>
                  <a:lnTo>
                    <a:pt x="3902" y="6915"/>
                  </a:lnTo>
                  <a:cubicBezTo>
                    <a:pt x="3902" y="7049"/>
                    <a:pt x="4003" y="7117"/>
                    <a:pt x="4104" y="7117"/>
                  </a:cubicBezTo>
                  <a:cubicBezTo>
                    <a:pt x="4205" y="7117"/>
                    <a:pt x="4307" y="7049"/>
                    <a:pt x="4307" y="6915"/>
                  </a:cubicBezTo>
                  <a:lnTo>
                    <a:pt x="4307" y="5625"/>
                  </a:lnTo>
                  <a:cubicBezTo>
                    <a:pt x="4307" y="5442"/>
                    <a:pt x="4417" y="5279"/>
                    <a:pt x="4590" y="5207"/>
                  </a:cubicBezTo>
                  <a:lnTo>
                    <a:pt x="5226" y="4952"/>
                  </a:lnTo>
                  <a:lnTo>
                    <a:pt x="6015" y="4952"/>
                  </a:lnTo>
                  <a:lnTo>
                    <a:pt x="6655" y="5207"/>
                  </a:lnTo>
                  <a:cubicBezTo>
                    <a:pt x="6823" y="5279"/>
                    <a:pt x="6934" y="5442"/>
                    <a:pt x="6934" y="5625"/>
                  </a:cubicBezTo>
                  <a:lnTo>
                    <a:pt x="6934" y="6915"/>
                  </a:lnTo>
                  <a:cubicBezTo>
                    <a:pt x="6934" y="7052"/>
                    <a:pt x="7035" y="7120"/>
                    <a:pt x="7136" y="7120"/>
                  </a:cubicBezTo>
                  <a:cubicBezTo>
                    <a:pt x="7237" y="7120"/>
                    <a:pt x="7338" y="7052"/>
                    <a:pt x="7338" y="6915"/>
                  </a:cubicBezTo>
                  <a:lnTo>
                    <a:pt x="7338" y="5625"/>
                  </a:lnTo>
                  <a:cubicBezTo>
                    <a:pt x="7343" y="5274"/>
                    <a:pt x="7126" y="4961"/>
                    <a:pt x="6804" y="4831"/>
                  </a:cubicBezTo>
                  <a:lnTo>
                    <a:pt x="6255" y="4615"/>
                  </a:lnTo>
                  <a:lnTo>
                    <a:pt x="6255" y="4427"/>
                  </a:lnTo>
                  <a:cubicBezTo>
                    <a:pt x="6530" y="4225"/>
                    <a:pt x="6688" y="3907"/>
                    <a:pt x="6688" y="3571"/>
                  </a:cubicBezTo>
                  <a:lnTo>
                    <a:pt x="6688" y="3022"/>
                  </a:lnTo>
                  <a:lnTo>
                    <a:pt x="6688" y="2979"/>
                  </a:lnTo>
                  <a:lnTo>
                    <a:pt x="7179" y="2786"/>
                  </a:lnTo>
                  <a:lnTo>
                    <a:pt x="7963" y="2786"/>
                  </a:lnTo>
                  <a:lnTo>
                    <a:pt x="8454" y="2979"/>
                  </a:lnTo>
                  <a:lnTo>
                    <a:pt x="8454" y="3022"/>
                  </a:lnTo>
                  <a:lnTo>
                    <a:pt x="8454" y="3571"/>
                  </a:lnTo>
                  <a:cubicBezTo>
                    <a:pt x="8454" y="3907"/>
                    <a:pt x="8613" y="4225"/>
                    <a:pt x="8887" y="4427"/>
                  </a:cubicBezTo>
                  <a:lnTo>
                    <a:pt x="8887" y="4615"/>
                  </a:lnTo>
                  <a:lnTo>
                    <a:pt x="8339" y="4831"/>
                  </a:lnTo>
                  <a:cubicBezTo>
                    <a:pt x="8016" y="4961"/>
                    <a:pt x="7800" y="5274"/>
                    <a:pt x="7805" y="5620"/>
                  </a:cubicBezTo>
                  <a:lnTo>
                    <a:pt x="7805" y="6915"/>
                  </a:lnTo>
                  <a:cubicBezTo>
                    <a:pt x="7805" y="7049"/>
                    <a:pt x="7906" y="7117"/>
                    <a:pt x="8007" y="7117"/>
                  </a:cubicBezTo>
                  <a:cubicBezTo>
                    <a:pt x="8108" y="7117"/>
                    <a:pt x="8209" y="7049"/>
                    <a:pt x="8209" y="6915"/>
                  </a:cubicBezTo>
                  <a:lnTo>
                    <a:pt x="8209" y="5625"/>
                  </a:lnTo>
                  <a:cubicBezTo>
                    <a:pt x="8209" y="5442"/>
                    <a:pt x="8320" y="5279"/>
                    <a:pt x="8488" y="5207"/>
                  </a:cubicBezTo>
                  <a:lnTo>
                    <a:pt x="9128" y="4952"/>
                  </a:lnTo>
                  <a:lnTo>
                    <a:pt x="9917" y="4952"/>
                  </a:lnTo>
                  <a:lnTo>
                    <a:pt x="10552" y="5207"/>
                  </a:lnTo>
                  <a:cubicBezTo>
                    <a:pt x="10725" y="5279"/>
                    <a:pt x="10836" y="5442"/>
                    <a:pt x="10836" y="5625"/>
                  </a:cubicBezTo>
                  <a:lnTo>
                    <a:pt x="10836" y="6915"/>
                  </a:lnTo>
                  <a:cubicBezTo>
                    <a:pt x="10836" y="7052"/>
                    <a:pt x="10937" y="7120"/>
                    <a:pt x="11038" y="7120"/>
                  </a:cubicBezTo>
                  <a:cubicBezTo>
                    <a:pt x="11139" y="7120"/>
                    <a:pt x="11240" y="7052"/>
                    <a:pt x="11240" y="6915"/>
                  </a:cubicBezTo>
                  <a:lnTo>
                    <a:pt x="11240" y="5625"/>
                  </a:lnTo>
                  <a:cubicBezTo>
                    <a:pt x="11240" y="5274"/>
                    <a:pt x="11024" y="4956"/>
                    <a:pt x="10697" y="4831"/>
                  </a:cubicBezTo>
                  <a:lnTo>
                    <a:pt x="10148" y="4615"/>
                  </a:lnTo>
                  <a:lnTo>
                    <a:pt x="10148" y="4427"/>
                  </a:lnTo>
                  <a:cubicBezTo>
                    <a:pt x="10417" y="4225"/>
                    <a:pt x="10581" y="3907"/>
                    <a:pt x="10581" y="3571"/>
                  </a:cubicBezTo>
                  <a:lnTo>
                    <a:pt x="10581" y="3022"/>
                  </a:lnTo>
                  <a:cubicBezTo>
                    <a:pt x="10581" y="2550"/>
                    <a:pt x="10201" y="2166"/>
                    <a:pt x="9729" y="2166"/>
                  </a:cubicBezTo>
                  <a:lnTo>
                    <a:pt x="9291" y="2166"/>
                  </a:lnTo>
                  <a:cubicBezTo>
                    <a:pt x="8993" y="2170"/>
                    <a:pt x="8714" y="2329"/>
                    <a:pt x="8565" y="2589"/>
                  </a:cubicBezTo>
                  <a:lnTo>
                    <a:pt x="8204" y="2445"/>
                  </a:lnTo>
                  <a:lnTo>
                    <a:pt x="8204" y="2257"/>
                  </a:lnTo>
                  <a:cubicBezTo>
                    <a:pt x="8473" y="2055"/>
                    <a:pt x="8632" y="1737"/>
                    <a:pt x="8632" y="1400"/>
                  </a:cubicBezTo>
                  <a:lnTo>
                    <a:pt x="8632" y="857"/>
                  </a:lnTo>
                  <a:cubicBezTo>
                    <a:pt x="8632" y="385"/>
                    <a:pt x="8252" y="0"/>
                    <a:pt x="7781" y="0"/>
                  </a:cubicBezTo>
                  <a:lnTo>
                    <a:pt x="7348" y="0"/>
                  </a:lnTo>
                  <a:cubicBezTo>
                    <a:pt x="6876" y="5"/>
                    <a:pt x="6496" y="385"/>
                    <a:pt x="6496" y="857"/>
                  </a:cubicBezTo>
                  <a:lnTo>
                    <a:pt x="6496" y="1405"/>
                  </a:lnTo>
                  <a:cubicBezTo>
                    <a:pt x="6501" y="1742"/>
                    <a:pt x="6659" y="2060"/>
                    <a:pt x="6929" y="2257"/>
                  </a:cubicBezTo>
                  <a:lnTo>
                    <a:pt x="6929" y="2445"/>
                  </a:lnTo>
                  <a:lnTo>
                    <a:pt x="6568" y="2589"/>
                  </a:lnTo>
                  <a:cubicBezTo>
                    <a:pt x="6534" y="2526"/>
                    <a:pt x="6486" y="2469"/>
                    <a:pt x="6433" y="2416"/>
                  </a:cubicBezTo>
                  <a:cubicBezTo>
                    <a:pt x="6275" y="2257"/>
                    <a:pt x="6058" y="2166"/>
                    <a:pt x="5832" y="2166"/>
                  </a:cubicBezTo>
                  <a:lnTo>
                    <a:pt x="5399" y="2166"/>
                  </a:lnTo>
                  <a:cubicBezTo>
                    <a:pt x="5096" y="2170"/>
                    <a:pt x="4821" y="2329"/>
                    <a:pt x="4667" y="2589"/>
                  </a:cubicBezTo>
                  <a:lnTo>
                    <a:pt x="4307" y="2445"/>
                  </a:lnTo>
                  <a:lnTo>
                    <a:pt x="4307" y="2257"/>
                  </a:lnTo>
                  <a:cubicBezTo>
                    <a:pt x="4576" y="2055"/>
                    <a:pt x="4740" y="1737"/>
                    <a:pt x="4740" y="1400"/>
                  </a:cubicBezTo>
                  <a:lnTo>
                    <a:pt x="4740" y="857"/>
                  </a:lnTo>
                  <a:cubicBezTo>
                    <a:pt x="4740" y="385"/>
                    <a:pt x="4359" y="0"/>
                    <a:pt x="38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1"/>
            <p:cNvSpPr/>
            <p:nvPr/>
          </p:nvSpPr>
          <p:spPr>
            <a:xfrm>
              <a:off x="5900209" y="2907636"/>
              <a:ext cx="126469" cy="169744"/>
            </a:xfrm>
            <a:custGeom>
              <a:rect b="b" l="l" r="r" t="t"/>
              <a:pathLst>
                <a:path extrusionOk="0" h="6472" w="4822">
                  <a:moveTo>
                    <a:pt x="2628" y="410"/>
                  </a:moveTo>
                  <a:cubicBezTo>
                    <a:pt x="2873" y="410"/>
                    <a:pt x="3075" y="607"/>
                    <a:pt x="3075" y="857"/>
                  </a:cubicBezTo>
                  <a:lnTo>
                    <a:pt x="3075" y="1290"/>
                  </a:lnTo>
                  <a:cubicBezTo>
                    <a:pt x="3075" y="1656"/>
                    <a:pt x="2777" y="1950"/>
                    <a:pt x="2411" y="1950"/>
                  </a:cubicBezTo>
                  <a:cubicBezTo>
                    <a:pt x="2046" y="1950"/>
                    <a:pt x="1747" y="1656"/>
                    <a:pt x="1747" y="1290"/>
                  </a:cubicBezTo>
                  <a:lnTo>
                    <a:pt x="1747" y="857"/>
                  </a:lnTo>
                  <a:cubicBezTo>
                    <a:pt x="1747" y="607"/>
                    <a:pt x="1949" y="410"/>
                    <a:pt x="2195" y="410"/>
                  </a:cubicBezTo>
                  <a:close/>
                  <a:moveTo>
                    <a:pt x="2642" y="2335"/>
                  </a:moveTo>
                  <a:lnTo>
                    <a:pt x="2642" y="2455"/>
                  </a:lnTo>
                  <a:cubicBezTo>
                    <a:pt x="2642" y="2527"/>
                    <a:pt x="2662" y="2599"/>
                    <a:pt x="2695" y="2662"/>
                  </a:cubicBezTo>
                  <a:lnTo>
                    <a:pt x="2421" y="2941"/>
                  </a:lnTo>
                  <a:cubicBezTo>
                    <a:pt x="2419" y="2943"/>
                    <a:pt x="2415" y="2945"/>
                    <a:pt x="2411" y="2945"/>
                  </a:cubicBezTo>
                  <a:cubicBezTo>
                    <a:pt x="2408" y="2945"/>
                    <a:pt x="2404" y="2943"/>
                    <a:pt x="2402" y="2941"/>
                  </a:cubicBezTo>
                  <a:lnTo>
                    <a:pt x="2123" y="2662"/>
                  </a:lnTo>
                  <a:cubicBezTo>
                    <a:pt x="2161" y="2599"/>
                    <a:pt x="2180" y="2527"/>
                    <a:pt x="2185" y="2455"/>
                  </a:cubicBezTo>
                  <a:lnTo>
                    <a:pt x="2185" y="2335"/>
                  </a:lnTo>
                  <a:cubicBezTo>
                    <a:pt x="2257" y="2349"/>
                    <a:pt x="2334" y="2359"/>
                    <a:pt x="2411" y="2359"/>
                  </a:cubicBezTo>
                  <a:cubicBezTo>
                    <a:pt x="2488" y="2359"/>
                    <a:pt x="2565" y="2349"/>
                    <a:pt x="2642" y="2335"/>
                  </a:cubicBezTo>
                  <a:close/>
                  <a:moveTo>
                    <a:pt x="3027" y="2907"/>
                  </a:moveTo>
                  <a:lnTo>
                    <a:pt x="3378" y="3085"/>
                  </a:lnTo>
                  <a:cubicBezTo>
                    <a:pt x="3460" y="3124"/>
                    <a:pt x="3508" y="3201"/>
                    <a:pt x="3508" y="3292"/>
                  </a:cubicBezTo>
                  <a:lnTo>
                    <a:pt x="3508" y="3687"/>
                  </a:lnTo>
                  <a:lnTo>
                    <a:pt x="1314" y="3687"/>
                  </a:lnTo>
                  <a:lnTo>
                    <a:pt x="1314" y="3292"/>
                  </a:lnTo>
                  <a:cubicBezTo>
                    <a:pt x="1314" y="3201"/>
                    <a:pt x="1362" y="3124"/>
                    <a:pt x="1439" y="3085"/>
                  </a:cubicBezTo>
                  <a:lnTo>
                    <a:pt x="1795" y="2907"/>
                  </a:lnTo>
                  <a:lnTo>
                    <a:pt x="2113" y="3230"/>
                  </a:lnTo>
                  <a:cubicBezTo>
                    <a:pt x="2195" y="3311"/>
                    <a:pt x="2302" y="3352"/>
                    <a:pt x="2409" y="3352"/>
                  </a:cubicBezTo>
                  <a:cubicBezTo>
                    <a:pt x="2516" y="3352"/>
                    <a:pt x="2623" y="3311"/>
                    <a:pt x="2705" y="3230"/>
                  </a:cubicBezTo>
                  <a:lnTo>
                    <a:pt x="3027" y="2907"/>
                  </a:lnTo>
                  <a:close/>
                  <a:moveTo>
                    <a:pt x="4249" y="4091"/>
                  </a:moveTo>
                  <a:lnTo>
                    <a:pt x="4018" y="4553"/>
                  </a:lnTo>
                  <a:lnTo>
                    <a:pt x="804" y="4553"/>
                  </a:lnTo>
                  <a:lnTo>
                    <a:pt x="573" y="4091"/>
                  </a:lnTo>
                  <a:close/>
                  <a:moveTo>
                    <a:pt x="2195" y="1"/>
                  </a:moveTo>
                  <a:cubicBezTo>
                    <a:pt x="1723" y="1"/>
                    <a:pt x="1338" y="381"/>
                    <a:pt x="1343" y="857"/>
                  </a:cubicBezTo>
                  <a:lnTo>
                    <a:pt x="1343" y="1290"/>
                  </a:lnTo>
                  <a:cubicBezTo>
                    <a:pt x="1343" y="1627"/>
                    <a:pt x="1502" y="1945"/>
                    <a:pt x="1776" y="2147"/>
                  </a:cubicBezTo>
                  <a:lnTo>
                    <a:pt x="1776" y="2157"/>
                  </a:lnTo>
                  <a:lnTo>
                    <a:pt x="1776" y="2455"/>
                  </a:lnTo>
                  <a:cubicBezTo>
                    <a:pt x="1776" y="2460"/>
                    <a:pt x="1771" y="2465"/>
                    <a:pt x="1767" y="2469"/>
                  </a:cubicBezTo>
                  <a:lnTo>
                    <a:pt x="1261" y="2720"/>
                  </a:lnTo>
                  <a:cubicBezTo>
                    <a:pt x="1045" y="2825"/>
                    <a:pt x="905" y="3047"/>
                    <a:pt x="910" y="3287"/>
                  </a:cubicBezTo>
                  <a:lnTo>
                    <a:pt x="910" y="3687"/>
                  </a:lnTo>
                  <a:lnTo>
                    <a:pt x="246" y="3687"/>
                  </a:lnTo>
                  <a:cubicBezTo>
                    <a:pt x="97" y="3687"/>
                    <a:pt x="1" y="3845"/>
                    <a:pt x="68" y="3980"/>
                  </a:cubicBezTo>
                  <a:lnTo>
                    <a:pt x="501" y="4842"/>
                  </a:lnTo>
                  <a:cubicBezTo>
                    <a:pt x="535" y="4909"/>
                    <a:pt x="602" y="4952"/>
                    <a:pt x="679" y="4957"/>
                  </a:cubicBezTo>
                  <a:lnTo>
                    <a:pt x="910" y="4957"/>
                  </a:lnTo>
                  <a:lnTo>
                    <a:pt x="910" y="6266"/>
                  </a:lnTo>
                  <a:cubicBezTo>
                    <a:pt x="910" y="6403"/>
                    <a:pt x="1011" y="6471"/>
                    <a:pt x="1112" y="6471"/>
                  </a:cubicBezTo>
                  <a:cubicBezTo>
                    <a:pt x="1213" y="6471"/>
                    <a:pt x="1314" y="6403"/>
                    <a:pt x="1314" y="6266"/>
                  </a:cubicBezTo>
                  <a:lnTo>
                    <a:pt x="1314" y="4957"/>
                  </a:lnTo>
                  <a:lnTo>
                    <a:pt x="3508" y="4957"/>
                  </a:lnTo>
                  <a:lnTo>
                    <a:pt x="3508" y="6266"/>
                  </a:lnTo>
                  <a:cubicBezTo>
                    <a:pt x="3508" y="6403"/>
                    <a:pt x="3609" y="6471"/>
                    <a:pt x="3710" y="6471"/>
                  </a:cubicBezTo>
                  <a:cubicBezTo>
                    <a:pt x="3812" y="6471"/>
                    <a:pt x="3913" y="6403"/>
                    <a:pt x="3913" y="6266"/>
                  </a:cubicBezTo>
                  <a:lnTo>
                    <a:pt x="3913" y="4957"/>
                  </a:lnTo>
                  <a:lnTo>
                    <a:pt x="4144" y="4957"/>
                  </a:lnTo>
                  <a:cubicBezTo>
                    <a:pt x="4221" y="4952"/>
                    <a:pt x="4288" y="4909"/>
                    <a:pt x="4322" y="4842"/>
                  </a:cubicBezTo>
                  <a:lnTo>
                    <a:pt x="4755" y="3975"/>
                  </a:lnTo>
                  <a:cubicBezTo>
                    <a:pt x="4822" y="3841"/>
                    <a:pt x="4726" y="3687"/>
                    <a:pt x="4577" y="3682"/>
                  </a:cubicBezTo>
                  <a:lnTo>
                    <a:pt x="3913" y="3682"/>
                  </a:lnTo>
                  <a:lnTo>
                    <a:pt x="3913" y="3287"/>
                  </a:lnTo>
                  <a:cubicBezTo>
                    <a:pt x="3913" y="3047"/>
                    <a:pt x="3778" y="2825"/>
                    <a:pt x="3561" y="2720"/>
                  </a:cubicBezTo>
                  <a:lnTo>
                    <a:pt x="3056" y="2465"/>
                  </a:lnTo>
                  <a:cubicBezTo>
                    <a:pt x="3051" y="2465"/>
                    <a:pt x="3046" y="2460"/>
                    <a:pt x="3046" y="2455"/>
                  </a:cubicBezTo>
                  <a:lnTo>
                    <a:pt x="3046" y="2152"/>
                  </a:lnTo>
                  <a:lnTo>
                    <a:pt x="3046" y="2147"/>
                  </a:lnTo>
                  <a:cubicBezTo>
                    <a:pt x="3321" y="1945"/>
                    <a:pt x="3480" y="1627"/>
                    <a:pt x="3480" y="1286"/>
                  </a:cubicBezTo>
                  <a:lnTo>
                    <a:pt x="3480" y="853"/>
                  </a:lnTo>
                  <a:cubicBezTo>
                    <a:pt x="3480" y="381"/>
                    <a:pt x="3099" y="1"/>
                    <a:pt x="2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1"/>
            <p:cNvSpPr/>
            <p:nvPr/>
          </p:nvSpPr>
          <p:spPr>
            <a:xfrm>
              <a:off x="5945006" y="3049631"/>
              <a:ext cx="36876" cy="10753"/>
            </a:xfrm>
            <a:custGeom>
              <a:rect b="b" l="l" r="r" t="t"/>
              <a:pathLst>
                <a:path extrusionOk="0" h="410" w="1406">
                  <a:moveTo>
                    <a:pt x="270" y="0"/>
                  </a:moveTo>
                  <a:cubicBezTo>
                    <a:pt x="1" y="0"/>
                    <a:pt x="1" y="409"/>
                    <a:pt x="270" y="409"/>
                  </a:cubicBezTo>
                  <a:lnTo>
                    <a:pt x="1136" y="409"/>
                  </a:lnTo>
                  <a:cubicBezTo>
                    <a:pt x="1406" y="409"/>
                    <a:pt x="1406" y="0"/>
                    <a:pt x="11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81"/>
          <p:cNvGrpSpPr/>
          <p:nvPr/>
        </p:nvGrpSpPr>
        <p:grpSpPr>
          <a:xfrm>
            <a:off x="6220132" y="2955973"/>
            <a:ext cx="362726" cy="266183"/>
            <a:chOff x="6220132" y="2955973"/>
            <a:chExt cx="362726" cy="266183"/>
          </a:xfrm>
        </p:grpSpPr>
        <p:sp>
          <p:nvSpPr>
            <p:cNvPr id="11943" name="Google Shape;11943;p81"/>
            <p:cNvSpPr/>
            <p:nvPr/>
          </p:nvSpPr>
          <p:spPr>
            <a:xfrm>
              <a:off x="6242478" y="2961271"/>
              <a:ext cx="318035" cy="232874"/>
            </a:xfrm>
            <a:custGeom>
              <a:rect b="b" l="l" r="r" t="t"/>
              <a:pathLst>
                <a:path extrusionOk="0" h="8879" w="12126">
                  <a:moveTo>
                    <a:pt x="433" y="1"/>
                  </a:moveTo>
                  <a:cubicBezTo>
                    <a:pt x="193" y="1"/>
                    <a:pt x="0" y="193"/>
                    <a:pt x="0" y="434"/>
                  </a:cubicBezTo>
                  <a:lnTo>
                    <a:pt x="0" y="8879"/>
                  </a:lnTo>
                  <a:lnTo>
                    <a:pt x="12126" y="8879"/>
                  </a:lnTo>
                  <a:lnTo>
                    <a:pt x="12126" y="434"/>
                  </a:lnTo>
                  <a:cubicBezTo>
                    <a:pt x="12126" y="193"/>
                    <a:pt x="11933" y="1"/>
                    <a:pt x="1169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1"/>
            <p:cNvSpPr/>
            <p:nvPr/>
          </p:nvSpPr>
          <p:spPr>
            <a:xfrm>
              <a:off x="6265191" y="2984010"/>
              <a:ext cx="272609" cy="181730"/>
            </a:xfrm>
            <a:custGeom>
              <a:rect b="b" l="l" r="r" t="t"/>
              <a:pathLst>
                <a:path extrusionOk="0" h="6929" w="10394">
                  <a:moveTo>
                    <a:pt x="0" y="0"/>
                  </a:moveTo>
                  <a:lnTo>
                    <a:pt x="0" y="6929"/>
                  </a:lnTo>
                  <a:lnTo>
                    <a:pt x="10394" y="6929"/>
                  </a:lnTo>
                  <a:lnTo>
                    <a:pt x="103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1"/>
            <p:cNvSpPr/>
            <p:nvPr/>
          </p:nvSpPr>
          <p:spPr>
            <a:xfrm>
              <a:off x="6265191" y="3131645"/>
              <a:ext cx="159017" cy="34096"/>
            </a:xfrm>
            <a:custGeom>
              <a:rect b="b" l="l" r="r" t="t"/>
              <a:pathLst>
                <a:path extrusionOk="0" h="1300" w="6063">
                  <a:moveTo>
                    <a:pt x="0" y="1"/>
                  </a:moveTo>
                  <a:lnTo>
                    <a:pt x="0" y="1300"/>
                  </a:lnTo>
                  <a:lnTo>
                    <a:pt x="6063" y="1300"/>
                  </a:lnTo>
                  <a:lnTo>
                    <a:pt x="6063"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1"/>
            <p:cNvSpPr/>
            <p:nvPr/>
          </p:nvSpPr>
          <p:spPr>
            <a:xfrm>
              <a:off x="6304926" y="3063506"/>
              <a:ext cx="79548" cy="79522"/>
            </a:xfrm>
            <a:custGeom>
              <a:rect b="b" l="l" r="r" t="t"/>
              <a:pathLst>
                <a:path extrusionOk="0" h="3032" w="3033">
                  <a:moveTo>
                    <a:pt x="1084" y="0"/>
                  </a:moveTo>
                  <a:lnTo>
                    <a:pt x="1084" y="299"/>
                  </a:lnTo>
                  <a:cubicBezTo>
                    <a:pt x="1084" y="381"/>
                    <a:pt x="1035" y="458"/>
                    <a:pt x="963" y="491"/>
                  </a:cubicBezTo>
                  <a:lnTo>
                    <a:pt x="415" y="708"/>
                  </a:lnTo>
                  <a:cubicBezTo>
                    <a:pt x="164" y="804"/>
                    <a:pt x="1" y="1045"/>
                    <a:pt x="1" y="1309"/>
                  </a:cubicBezTo>
                  <a:lnTo>
                    <a:pt x="1" y="2599"/>
                  </a:lnTo>
                  <a:cubicBezTo>
                    <a:pt x="1" y="2839"/>
                    <a:pt x="193" y="3032"/>
                    <a:pt x="434" y="3032"/>
                  </a:cubicBezTo>
                  <a:lnTo>
                    <a:pt x="2599" y="3032"/>
                  </a:lnTo>
                  <a:cubicBezTo>
                    <a:pt x="2840" y="3032"/>
                    <a:pt x="3032" y="2839"/>
                    <a:pt x="3032" y="2599"/>
                  </a:cubicBezTo>
                  <a:lnTo>
                    <a:pt x="3032" y="1309"/>
                  </a:lnTo>
                  <a:cubicBezTo>
                    <a:pt x="3032" y="1045"/>
                    <a:pt x="2869" y="804"/>
                    <a:pt x="2618" y="708"/>
                  </a:cubicBezTo>
                  <a:lnTo>
                    <a:pt x="2070" y="491"/>
                  </a:lnTo>
                  <a:cubicBezTo>
                    <a:pt x="1998" y="458"/>
                    <a:pt x="1950" y="381"/>
                    <a:pt x="1950" y="299"/>
                  </a:cubicBezTo>
                  <a:lnTo>
                    <a:pt x="19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1"/>
            <p:cNvSpPr/>
            <p:nvPr/>
          </p:nvSpPr>
          <p:spPr>
            <a:xfrm>
              <a:off x="6424182" y="2984010"/>
              <a:ext cx="113618" cy="90878"/>
            </a:xfrm>
            <a:custGeom>
              <a:rect b="b" l="l" r="r" t="t"/>
              <a:pathLst>
                <a:path extrusionOk="0" h="3465" w="4332">
                  <a:moveTo>
                    <a:pt x="1" y="0"/>
                  </a:moveTo>
                  <a:lnTo>
                    <a:pt x="1" y="3464"/>
                  </a:lnTo>
                  <a:lnTo>
                    <a:pt x="4332" y="3464"/>
                  </a:lnTo>
                  <a:lnTo>
                    <a:pt x="4332" y="0"/>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1"/>
            <p:cNvSpPr/>
            <p:nvPr/>
          </p:nvSpPr>
          <p:spPr>
            <a:xfrm>
              <a:off x="6424182" y="3074862"/>
              <a:ext cx="113618" cy="90878"/>
            </a:xfrm>
            <a:custGeom>
              <a:rect b="b" l="l" r="r" t="t"/>
              <a:pathLst>
                <a:path extrusionOk="0" h="3465" w="4332">
                  <a:moveTo>
                    <a:pt x="1" y="0"/>
                  </a:moveTo>
                  <a:lnTo>
                    <a:pt x="1" y="3465"/>
                  </a:lnTo>
                  <a:lnTo>
                    <a:pt x="4332" y="3465"/>
                  </a:lnTo>
                  <a:lnTo>
                    <a:pt x="433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1"/>
            <p:cNvSpPr/>
            <p:nvPr/>
          </p:nvSpPr>
          <p:spPr>
            <a:xfrm>
              <a:off x="6225430" y="3188454"/>
              <a:ext cx="352130" cy="28404"/>
            </a:xfrm>
            <a:custGeom>
              <a:rect b="b" l="l" r="r" t="t"/>
              <a:pathLst>
                <a:path extrusionOk="0" h="1083" w="13426">
                  <a:moveTo>
                    <a:pt x="217" y="0"/>
                  </a:moveTo>
                  <a:cubicBezTo>
                    <a:pt x="97" y="0"/>
                    <a:pt x="0" y="96"/>
                    <a:pt x="0" y="217"/>
                  </a:cubicBezTo>
                  <a:lnTo>
                    <a:pt x="0" y="650"/>
                  </a:lnTo>
                  <a:cubicBezTo>
                    <a:pt x="0" y="890"/>
                    <a:pt x="193" y="1083"/>
                    <a:pt x="434" y="1083"/>
                  </a:cubicBezTo>
                  <a:lnTo>
                    <a:pt x="12992" y="1083"/>
                  </a:lnTo>
                  <a:cubicBezTo>
                    <a:pt x="13233" y="1083"/>
                    <a:pt x="13425" y="890"/>
                    <a:pt x="13425" y="650"/>
                  </a:cubicBezTo>
                  <a:lnTo>
                    <a:pt x="13425" y="217"/>
                  </a:lnTo>
                  <a:cubicBezTo>
                    <a:pt x="13425" y="96"/>
                    <a:pt x="13329" y="0"/>
                    <a:pt x="1320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1"/>
            <p:cNvSpPr/>
            <p:nvPr/>
          </p:nvSpPr>
          <p:spPr>
            <a:xfrm>
              <a:off x="6367400" y="3188454"/>
              <a:ext cx="68192" cy="17048"/>
            </a:xfrm>
            <a:custGeom>
              <a:rect b="b" l="l" r="r" t="t"/>
              <a:pathLst>
                <a:path extrusionOk="0" h="650" w="2600">
                  <a:moveTo>
                    <a:pt x="1" y="0"/>
                  </a:moveTo>
                  <a:lnTo>
                    <a:pt x="304" y="457"/>
                  </a:lnTo>
                  <a:cubicBezTo>
                    <a:pt x="386" y="577"/>
                    <a:pt x="520" y="650"/>
                    <a:pt x="665" y="650"/>
                  </a:cubicBezTo>
                  <a:lnTo>
                    <a:pt x="1935" y="650"/>
                  </a:lnTo>
                  <a:cubicBezTo>
                    <a:pt x="2079" y="650"/>
                    <a:pt x="2214" y="577"/>
                    <a:pt x="2291" y="457"/>
                  </a:cubicBezTo>
                  <a:lnTo>
                    <a:pt x="2599"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1"/>
            <p:cNvSpPr/>
            <p:nvPr/>
          </p:nvSpPr>
          <p:spPr>
            <a:xfrm>
              <a:off x="6446921" y="3052149"/>
              <a:ext cx="68165" cy="22739"/>
            </a:xfrm>
            <a:custGeom>
              <a:rect b="b" l="l" r="r" t="t"/>
              <a:pathLst>
                <a:path extrusionOk="0" h="867" w="2599">
                  <a:moveTo>
                    <a:pt x="780" y="0"/>
                  </a:moveTo>
                  <a:lnTo>
                    <a:pt x="356" y="121"/>
                  </a:lnTo>
                  <a:cubicBezTo>
                    <a:pt x="144" y="178"/>
                    <a:pt x="0" y="347"/>
                    <a:pt x="0" y="530"/>
                  </a:cubicBezTo>
                  <a:lnTo>
                    <a:pt x="0" y="866"/>
                  </a:lnTo>
                  <a:lnTo>
                    <a:pt x="2598" y="866"/>
                  </a:lnTo>
                  <a:lnTo>
                    <a:pt x="2598" y="530"/>
                  </a:lnTo>
                  <a:cubicBezTo>
                    <a:pt x="2598" y="347"/>
                    <a:pt x="2454" y="178"/>
                    <a:pt x="2242" y="121"/>
                  </a:cubicBezTo>
                  <a:lnTo>
                    <a:pt x="1819"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1"/>
            <p:cNvSpPr/>
            <p:nvPr/>
          </p:nvSpPr>
          <p:spPr>
            <a:xfrm>
              <a:off x="6469634" y="3035101"/>
              <a:ext cx="22739" cy="28431"/>
            </a:xfrm>
            <a:custGeom>
              <a:rect b="b" l="l" r="r" t="t"/>
              <a:pathLst>
                <a:path extrusionOk="0" h="1084" w="867">
                  <a:moveTo>
                    <a:pt x="0" y="1"/>
                  </a:moveTo>
                  <a:lnTo>
                    <a:pt x="0" y="650"/>
                  </a:lnTo>
                  <a:cubicBezTo>
                    <a:pt x="0" y="891"/>
                    <a:pt x="193" y="1083"/>
                    <a:pt x="433" y="1083"/>
                  </a:cubicBezTo>
                  <a:cubicBezTo>
                    <a:pt x="674" y="1083"/>
                    <a:pt x="866" y="891"/>
                    <a:pt x="866" y="650"/>
                  </a:cubicBezTo>
                  <a:lnTo>
                    <a:pt x="86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1"/>
            <p:cNvSpPr/>
            <p:nvPr/>
          </p:nvSpPr>
          <p:spPr>
            <a:xfrm>
              <a:off x="6463943" y="3006723"/>
              <a:ext cx="34096" cy="39761"/>
            </a:xfrm>
            <a:custGeom>
              <a:rect b="b" l="l" r="r" t="t"/>
              <a:pathLst>
                <a:path extrusionOk="0" h="1516" w="1300">
                  <a:moveTo>
                    <a:pt x="434" y="0"/>
                  </a:moveTo>
                  <a:cubicBezTo>
                    <a:pt x="193" y="0"/>
                    <a:pt x="1" y="193"/>
                    <a:pt x="1" y="433"/>
                  </a:cubicBezTo>
                  <a:lnTo>
                    <a:pt x="1" y="866"/>
                  </a:lnTo>
                  <a:cubicBezTo>
                    <a:pt x="1" y="1222"/>
                    <a:pt x="289" y="1516"/>
                    <a:pt x="650" y="1516"/>
                  </a:cubicBezTo>
                  <a:cubicBezTo>
                    <a:pt x="1011" y="1516"/>
                    <a:pt x="1300" y="1222"/>
                    <a:pt x="1300" y="866"/>
                  </a:cubicBezTo>
                  <a:lnTo>
                    <a:pt x="1300" y="433"/>
                  </a:lnTo>
                  <a:cubicBezTo>
                    <a:pt x="1300" y="193"/>
                    <a:pt x="1107" y="0"/>
                    <a:pt x="86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1"/>
            <p:cNvSpPr/>
            <p:nvPr/>
          </p:nvSpPr>
          <p:spPr>
            <a:xfrm>
              <a:off x="6463838" y="3006723"/>
              <a:ext cx="22844" cy="39813"/>
            </a:xfrm>
            <a:custGeom>
              <a:rect b="b" l="l" r="r" t="t"/>
              <a:pathLst>
                <a:path extrusionOk="0" h="1518" w="871">
                  <a:moveTo>
                    <a:pt x="438" y="0"/>
                  </a:moveTo>
                  <a:cubicBezTo>
                    <a:pt x="197" y="0"/>
                    <a:pt x="5" y="193"/>
                    <a:pt x="5" y="433"/>
                  </a:cubicBezTo>
                  <a:lnTo>
                    <a:pt x="5" y="866"/>
                  </a:lnTo>
                  <a:cubicBezTo>
                    <a:pt x="1" y="1239"/>
                    <a:pt x="304" y="1517"/>
                    <a:pt x="648" y="1517"/>
                  </a:cubicBezTo>
                  <a:cubicBezTo>
                    <a:pt x="721" y="1517"/>
                    <a:pt x="796" y="1504"/>
                    <a:pt x="871" y="1477"/>
                  </a:cubicBezTo>
                  <a:cubicBezTo>
                    <a:pt x="611" y="1386"/>
                    <a:pt x="438" y="1141"/>
                    <a:pt x="438" y="866"/>
                  </a:cubicBezTo>
                  <a:lnTo>
                    <a:pt x="438" y="433"/>
                  </a:lnTo>
                  <a:cubicBezTo>
                    <a:pt x="438" y="193"/>
                    <a:pt x="630" y="0"/>
                    <a:pt x="8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1"/>
            <p:cNvSpPr/>
            <p:nvPr/>
          </p:nvSpPr>
          <p:spPr>
            <a:xfrm>
              <a:off x="6463943" y="3006723"/>
              <a:ext cx="34096" cy="16917"/>
            </a:xfrm>
            <a:custGeom>
              <a:rect b="b" l="l" r="r" t="t"/>
              <a:pathLst>
                <a:path extrusionOk="0" h="645" w="1300">
                  <a:moveTo>
                    <a:pt x="434" y="0"/>
                  </a:moveTo>
                  <a:cubicBezTo>
                    <a:pt x="193" y="0"/>
                    <a:pt x="1" y="193"/>
                    <a:pt x="1" y="433"/>
                  </a:cubicBezTo>
                  <a:cubicBezTo>
                    <a:pt x="424" y="558"/>
                    <a:pt x="862" y="630"/>
                    <a:pt x="1300" y="645"/>
                  </a:cubicBezTo>
                  <a:lnTo>
                    <a:pt x="1300" y="433"/>
                  </a:lnTo>
                  <a:cubicBezTo>
                    <a:pt x="1300" y="193"/>
                    <a:pt x="1107" y="0"/>
                    <a:pt x="86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1"/>
            <p:cNvSpPr/>
            <p:nvPr/>
          </p:nvSpPr>
          <p:spPr>
            <a:xfrm>
              <a:off x="6463943" y="3006723"/>
              <a:ext cx="22739" cy="14163"/>
            </a:xfrm>
            <a:custGeom>
              <a:rect b="b" l="l" r="r" t="t"/>
              <a:pathLst>
                <a:path extrusionOk="0" h="540" w="867">
                  <a:moveTo>
                    <a:pt x="434" y="0"/>
                  </a:moveTo>
                  <a:cubicBezTo>
                    <a:pt x="193" y="0"/>
                    <a:pt x="1" y="193"/>
                    <a:pt x="1" y="433"/>
                  </a:cubicBezTo>
                  <a:cubicBezTo>
                    <a:pt x="145" y="476"/>
                    <a:pt x="289" y="515"/>
                    <a:pt x="434" y="539"/>
                  </a:cubicBezTo>
                  <a:lnTo>
                    <a:pt x="434" y="433"/>
                  </a:lnTo>
                  <a:cubicBezTo>
                    <a:pt x="434" y="193"/>
                    <a:pt x="626" y="0"/>
                    <a:pt x="86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1"/>
            <p:cNvSpPr/>
            <p:nvPr/>
          </p:nvSpPr>
          <p:spPr>
            <a:xfrm>
              <a:off x="6446921" y="3143001"/>
              <a:ext cx="68165" cy="22739"/>
            </a:xfrm>
            <a:custGeom>
              <a:rect b="b" l="l" r="r" t="t"/>
              <a:pathLst>
                <a:path extrusionOk="0" h="867" w="2599">
                  <a:moveTo>
                    <a:pt x="780" y="1"/>
                  </a:moveTo>
                  <a:lnTo>
                    <a:pt x="356" y="121"/>
                  </a:lnTo>
                  <a:cubicBezTo>
                    <a:pt x="144" y="179"/>
                    <a:pt x="0" y="347"/>
                    <a:pt x="0" y="530"/>
                  </a:cubicBezTo>
                  <a:lnTo>
                    <a:pt x="0" y="867"/>
                  </a:lnTo>
                  <a:lnTo>
                    <a:pt x="2598" y="867"/>
                  </a:lnTo>
                  <a:lnTo>
                    <a:pt x="2598" y="530"/>
                  </a:lnTo>
                  <a:cubicBezTo>
                    <a:pt x="2598" y="347"/>
                    <a:pt x="2454" y="179"/>
                    <a:pt x="2242" y="121"/>
                  </a:cubicBezTo>
                  <a:lnTo>
                    <a:pt x="181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1"/>
            <p:cNvSpPr/>
            <p:nvPr/>
          </p:nvSpPr>
          <p:spPr>
            <a:xfrm>
              <a:off x="6469634" y="3125980"/>
              <a:ext cx="22739" cy="28404"/>
            </a:xfrm>
            <a:custGeom>
              <a:rect b="b" l="l" r="r" t="t"/>
              <a:pathLst>
                <a:path extrusionOk="0" h="1083" w="867">
                  <a:moveTo>
                    <a:pt x="0" y="0"/>
                  </a:moveTo>
                  <a:lnTo>
                    <a:pt x="0" y="650"/>
                  </a:lnTo>
                  <a:cubicBezTo>
                    <a:pt x="0" y="890"/>
                    <a:pt x="193" y="1083"/>
                    <a:pt x="433" y="1083"/>
                  </a:cubicBezTo>
                  <a:cubicBezTo>
                    <a:pt x="674" y="1083"/>
                    <a:pt x="866" y="890"/>
                    <a:pt x="866" y="650"/>
                  </a:cubicBezTo>
                  <a:lnTo>
                    <a:pt x="86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1"/>
            <p:cNvSpPr/>
            <p:nvPr/>
          </p:nvSpPr>
          <p:spPr>
            <a:xfrm>
              <a:off x="6463943" y="3097575"/>
              <a:ext cx="34096" cy="39787"/>
            </a:xfrm>
            <a:custGeom>
              <a:rect b="b" l="l" r="r" t="t"/>
              <a:pathLst>
                <a:path extrusionOk="0" h="1517" w="1300">
                  <a:moveTo>
                    <a:pt x="434" y="1"/>
                  </a:moveTo>
                  <a:cubicBezTo>
                    <a:pt x="193" y="1"/>
                    <a:pt x="1" y="193"/>
                    <a:pt x="1" y="434"/>
                  </a:cubicBezTo>
                  <a:lnTo>
                    <a:pt x="1" y="867"/>
                  </a:lnTo>
                  <a:cubicBezTo>
                    <a:pt x="1" y="1223"/>
                    <a:pt x="289" y="1516"/>
                    <a:pt x="650" y="1516"/>
                  </a:cubicBezTo>
                  <a:cubicBezTo>
                    <a:pt x="1011" y="1516"/>
                    <a:pt x="1300" y="1223"/>
                    <a:pt x="1300" y="867"/>
                  </a:cubicBezTo>
                  <a:lnTo>
                    <a:pt x="1300" y="434"/>
                  </a:lnTo>
                  <a:cubicBezTo>
                    <a:pt x="1300" y="193"/>
                    <a:pt x="1107" y="1"/>
                    <a:pt x="86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1"/>
            <p:cNvSpPr/>
            <p:nvPr/>
          </p:nvSpPr>
          <p:spPr>
            <a:xfrm>
              <a:off x="6463838" y="3097575"/>
              <a:ext cx="22844" cy="39813"/>
            </a:xfrm>
            <a:custGeom>
              <a:rect b="b" l="l" r="r" t="t"/>
              <a:pathLst>
                <a:path extrusionOk="0" h="1518" w="871">
                  <a:moveTo>
                    <a:pt x="438" y="1"/>
                  </a:moveTo>
                  <a:cubicBezTo>
                    <a:pt x="197" y="1"/>
                    <a:pt x="5" y="193"/>
                    <a:pt x="5" y="434"/>
                  </a:cubicBezTo>
                  <a:lnTo>
                    <a:pt x="5" y="867"/>
                  </a:lnTo>
                  <a:cubicBezTo>
                    <a:pt x="1" y="1239"/>
                    <a:pt x="304" y="1517"/>
                    <a:pt x="648" y="1517"/>
                  </a:cubicBezTo>
                  <a:cubicBezTo>
                    <a:pt x="721" y="1517"/>
                    <a:pt x="796" y="1505"/>
                    <a:pt x="871" y="1478"/>
                  </a:cubicBezTo>
                  <a:cubicBezTo>
                    <a:pt x="611" y="1386"/>
                    <a:pt x="438" y="1141"/>
                    <a:pt x="438" y="867"/>
                  </a:cubicBezTo>
                  <a:lnTo>
                    <a:pt x="438" y="434"/>
                  </a:lnTo>
                  <a:cubicBezTo>
                    <a:pt x="438" y="193"/>
                    <a:pt x="630" y="1"/>
                    <a:pt x="87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1"/>
            <p:cNvSpPr/>
            <p:nvPr/>
          </p:nvSpPr>
          <p:spPr>
            <a:xfrm>
              <a:off x="6463943" y="3097575"/>
              <a:ext cx="34096" cy="16943"/>
            </a:xfrm>
            <a:custGeom>
              <a:rect b="b" l="l" r="r" t="t"/>
              <a:pathLst>
                <a:path extrusionOk="0" h="646" w="1300">
                  <a:moveTo>
                    <a:pt x="434" y="1"/>
                  </a:moveTo>
                  <a:cubicBezTo>
                    <a:pt x="193" y="1"/>
                    <a:pt x="1" y="193"/>
                    <a:pt x="1" y="434"/>
                  </a:cubicBezTo>
                  <a:cubicBezTo>
                    <a:pt x="424" y="559"/>
                    <a:pt x="862" y="631"/>
                    <a:pt x="1300" y="645"/>
                  </a:cubicBezTo>
                  <a:lnTo>
                    <a:pt x="1300" y="434"/>
                  </a:lnTo>
                  <a:cubicBezTo>
                    <a:pt x="1300" y="193"/>
                    <a:pt x="1107" y="1"/>
                    <a:pt x="86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1"/>
            <p:cNvSpPr/>
            <p:nvPr/>
          </p:nvSpPr>
          <p:spPr>
            <a:xfrm>
              <a:off x="6463943" y="3097575"/>
              <a:ext cx="22739" cy="14163"/>
            </a:xfrm>
            <a:custGeom>
              <a:rect b="b" l="l" r="r" t="t"/>
              <a:pathLst>
                <a:path extrusionOk="0" h="540" w="867">
                  <a:moveTo>
                    <a:pt x="434" y="1"/>
                  </a:moveTo>
                  <a:cubicBezTo>
                    <a:pt x="193" y="1"/>
                    <a:pt x="1" y="193"/>
                    <a:pt x="1" y="434"/>
                  </a:cubicBezTo>
                  <a:cubicBezTo>
                    <a:pt x="145" y="477"/>
                    <a:pt x="289" y="511"/>
                    <a:pt x="434" y="539"/>
                  </a:cubicBezTo>
                  <a:lnTo>
                    <a:pt x="434" y="434"/>
                  </a:lnTo>
                  <a:cubicBezTo>
                    <a:pt x="434" y="193"/>
                    <a:pt x="626" y="1"/>
                    <a:pt x="86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1"/>
            <p:cNvSpPr/>
            <p:nvPr/>
          </p:nvSpPr>
          <p:spPr>
            <a:xfrm>
              <a:off x="6333330" y="3057814"/>
              <a:ext cx="22739" cy="34122"/>
            </a:xfrm>
            <a:custGeom>
              <a:rect b="b" l="l" r="r" t="t"/>
              <a:pathLst>
                <a:path extrusionOk="0" h="1301" w="867">
                  <a:moveTo>
                    <a:pt x="1" y="1"/>
                  </a:moveTo>
                  <a:lnTo>
                    <a:pt x="1" y="867"/>
                  </a:lnTo>
                  <a:cubicBezTo>
                    <a:pt x="1" y="1108"/>
                    <a:pt x="193" y="1300"/>
                    <a:pt x="434" y="1300"/>
                  </a:cubicBezTo>
                  <a:cubicBezTo>
                    <a:pt x="674" y="1300"/>
                    <a:pt x="867" y="1108"/>
                    <a:pt x="867" y="867"/>
                  </a:cubicBezTo>
                  <a:lnTo>
                    <a:pt x="86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1"/>
            <p:cNvSpPr/>
            <p:nvPr/>
          </p:nvSpPr>
          <p:spPr>
            <a:xfrm>
              <a:off x="6321974" y="3012388"/>
              <a:ext cx="45452" cy="51144"/>
            </a:xfrm>
            <a:custGeom>
              <a:rect b="b" l="l" r="r" t="t"/>
              <a:pathLst>
                <a:path extrusionOk="0" h="1950" w="1733">
                  <a:moveTo>
                    <a:pt x="650" y="1"/>
                  </a:moveTo>
                  <a:cubicBezTo>
                    <a:pt x="294" y="1"/>
                    <a:pt x="0" y="289"/>
                    <a:pt x="0" y="650"/>
                  </a:cubicBezTo>
                  <a:lnTo>
                    <a:pt x="0" y="1083"/>
                  </a:lnTo>
                  <a:cubicBezTo>
                    <a:pt x="0" y="1560"/>
                    <a:pt x="390" y="1949"/>
                    <a:pt x="867" y="1949"/>
                  </a:cubicBezTo>
                  <a:cubicBezTo>
                    <a:pt x="1348" y="1949"/>
                    <a:pt x="1733" y="1560"/>
                    <a:pt x="1733" y="1083"/>
                  </a:cubicBezTo>
                  <a:lnTo>
                    <a:pt x="1733" y="650"/>
                  </a:lnTo>
                  <a:cubicBezTo>
                    <a:pt x="1733" y="289"/>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1"/>
            <p:cNvSpPr/>
            <p:nvPr/>
          </p:nvSpPr>
          <p:spPr>
            <a:xfrm>
              <a:off x="6321974" y="3012388"/>
              <a:ext cx="31316" cy="51196"/>
            </a:xfrm>
            <a:custGeom>
              <a:rect b="b" l="l" r="r" t="t"/>
              <a:pathLst>
                <a:path extrusionOk="0" h="1952" w="1194">
                  <a:moveTo>
                    <a:pt x="650" y="1"/>
                  </a:moveTo>
                  <a:cubicBezTo>
                    <a:pt x="294" y="1"/>
                    <a:pt x="0" y="289"/>
                    <a:pt x="0" y="650"/>
                  </a:cubicBezTo>
                  <a:lnTo>
                    <a:pt x="0" y="1083"/>
                  </a:lnTo>
                  <a:cubicBezTo>
                    <a:pt x="0" y="1582"/>
                    <a:pt x="407" y="1951"/>
                    <a:pt x="866" y="1951"/>
                  </a:cubicBezTo>
                  <a:cubicBezTo>
                    <a:pt x="974" y="1951"/>
                    <a:pt x="1085" y="1931"/>
                    <a:pt x="1194" y="1887"/>
                  </a:cubicBezTo>
                  <a:cubicBezTo>
                    <a:pt x="867" y="1752"/>
                    <a:pt x="650" y="1435"/>
                    <a:pt x="650" y="1083"/>
                  </a:cubicBezTo>
                  <a:lnTo>
                    <a:pt x="650" y="650"/>
                  </a:lnTo>
                  <a:cubicBezTo>
                    <a:pt x="650" y="333"/>
                    <a:pt x="881" y="63"/>
                    <a:pt x="1194" y="10"/>
                  </a:cubicBezTo>
                  <a:cubicBezTo>
                    <a:pt x="1155" y="5"/>
                    <a:pt x="1122"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1"/>
            <p:cNvSpPr/>
            <p:nvPr/>
          </p:nvSpPr>
          <p:spPr>
            <a:xfrm>
              <a:off x="6321974" y="3012388"/>
              <a:ext cx="45452" cy="22739"/>
            </a:xfrm>
            <a:custGeom>
              <a:rect b="b" l="l" r="r" t="t"/>
              <a:pathLst>
                <a:path extrusionOk="0" h="867" w="1733">
                  <a:moveTo>
                    <a:pt x="650" y="1"/>
                  </a:moveTo>
                  <a:cubicBezTo>
                    <a:pt x="294" y="1"/>
                    <a:pt x="0" y="289"/>
                    <a:pt x="0" y="650"/>
                  </a:cubicBezTo>
                  <a:cubicBezTo>
                    <a:pt x="0" y="650"/>
                    <a:pt x="650" y="867"/>
                    <a:pt x="1733" y="867"/>
                  </a:cubicBezTo>
                  <a:lnTo>
                    <a:pt x="1733" y="650"/>
                  </a:lnTo>
                  <a:cubicBezTo>
                    <a:pt x="1733" y="289"/>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1"/>
            <p:cNvSpPr/>
            <p:nvPr/>
          </p:nvSpPr>
          <p:spPr>
            <a:xfrm>
              <a:off x="6321974" y="3012388"/>
              <a:ext cx="31316" cy="20720"/>
            </a:xfrm>
            <a:custGeom>
              <a:rect b="b" l="l" r="r" t="t"/>
              <a:pathLst>
                <a:path extrusionOk="0" h="790" w="1194">
                  <a:moveTo>
                    <a:pt x="650" y="1"/>
                  </a:moveTo>
                  <a:cubicBezTo>
                    <a:pt x="294" y="1"/>
                    <a:pt x="0" y="289"/>
                    <a:pt x="0" y="650"/>
                  </a:cubicBezTo>
                  <a:cubicBezTo>
                    <a:pt x="212" y="713"/>
                    <a:pt x="429" y="761"/>
                    <a:pt x="650" y="790"/>
                  </a:cubicBezTo>
                  <a:lnTo>
                    <a:pt x="650" y="650"/>
                  </a:lnTo>
                  <a:cubicBezTo>
                    <a:pt x="650" y="333"/>
                    <a:pt x="881" y="63"/>
                    <a:pt x="1194" y="10"/>
                  </a:cubicBezTo>
                  <a:cubicBezTo>
                    <a:pt x="1155" y="5"/>
                    <a:pt x="1122"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1"/>
            <p:cNvSpPr/>
            <p:nvPr/>
          </p:nvSpPr>
          <p:spPr>
            <a:xfrm>
              <a:off x="6304926" y="3087740"/>
              <a:ext cx="79548" cy="55288"/>
            </a:xfrm>
            <a:custGeom>
              <a:rect b="b" l="l" r="r" t="t"/>
              <a:pathLst>
                <a:path extrusionOk="0" h="2108" w="3033">
                  <a:moveTo>
                    <a:pt x="131" y="0"/>
                  </a:moveTo>
                  <a:cubicBezTo>
                    <a:pt x="49" y="111"/>
                    <a:pt x="1" y="250"/>
                    <a:pt x="1" y="385"/>
                  </a:cubicBezTo>
                  <a:lnTo>
                    <a:pt x="1" y="1675"/>
                  </a:lnTo>
                  <a:cubicBezTo>
                    <a:pt x="1" y="1915"/>
                    <a:pt x="198" y="2108"/>
                    <a:pt x="434" y="2108"/>
                  </a:cubicBezTo>
                  <a:lnTo>
                    <a:pt x="2599" y="2108"/>
                  </a:lnTo>
                  <a:cubicBezTo>
                    <a:pt x="2840" y="2108"/>
                    <a:pt x="3032" y="1915"/>
                    <a:pt x="3032" y="1675"/>
                  </a:cubicBezTo>
                  <a:lnTo>
                    <a:pt x="3032" y="385"/>
                  </a:lnTo>
                  <a:cubicBezTo>
                    <a:pt x="3032" y="250"/>
                    <a:pt x="2989" y="111"/>
                    <a:pt x="2907" y="0"/>
                  </a:cubicBezTo>
                  <a:lnTo>
                    <a:pt x="2166" y="592"/>
                  </a:lnTo>
                  <a:lnTo>
                    <a:pt x="2166" y="1458"/>
                  </a:lnTo>
                  <a:lnTo>
                    <a:pt x="867" y="1458"/>
                  </a:lnTo>
                  <a:lnTo>
                    <a:pt x="867" y="592"/>
                  </a:lnTo>
                  <a:lnTo>
                    <a:pt x="131"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1"/>
            <p:cNvSpPr/>
            <p:nvPr/>
          </p:nvSpPr>
          <p:spPr>
            <a:xfrm>
              <a:off x="6259998" y="2978686"/>
              <a:ext cx="283100" cy="192352"/>
            </a:xfrm>
            <a:custGeom>
              <a:rect b="b" l="l" r="r" t="t"/>
              <a:pathLst>
                <a:path extrusionOk="0" h="7334" w="10794">
                  <a:moveTo>
                    <a:pt x="3446" y="1493"/>
                  </a:moveTo>
                  <a:cubicBezTo>
                    <a:pt x="3692" y="1493"/>
                    <a:pt x="3894" y="1690"/>
                    <a:pt x="3894" y="1935"/>
                  </a:cubicBezTo>
                  <a:lnTo>
                    <a:pt x="3894" y="2368"/>
                  </a:lnTo>
                  <a:cubicBezTo>
                    <a:pt x="3894" y="2739"/>
                    <a:pt x="3595" y="3032"/>
                    <a:pt x="3230" y="3032"/>
                  </a:cubicBezTo>
                  <a:cubicBezTo>
                    <a:pt x="2864" y="3032"/>
                    <a:pt x="2566" y="2739"/>
                    <a:pt x="2566" y="2368"/>
                  </a:cubicBezTo>
                  <a:lnTo>
                    <a:pt x="2566" y="1935"/>
                  </a:lnTo>
                  <a:cubicBezTo>
                    <a:pt x="2566" y="1690"/>
                    <a:pt x="2768" y="1493"/>
                    <a:pt x="3013" y="1493"/>
                  </a:cubicBezTo>
                  <a:close/>
                  <a:moveTo>
                    <a:pt x="8643" y="1271"/>
                  </a:moveTo>
                  <a:cubicBezTo>
                    <a:pt x="8768" y="1271"/>
                    <a:pt x="8874" y="1377"/>
                    <a:pt x="8874" y="1502"/>
                  </a:cubicBezTo>
                  <a:lnTo>
                    <a:pt x="8874" y="2152"/>
                  </a:lnTo>
                  <a:cubicBezTo>
                    <a:pt x="8874" y="2234"/>
                    <a:pt x="8826" y="2311"/>
                    <a:pt x="8758" y="2349"/>
                  </a:cubicBezTo>
                  <a:cubicBezTo>
                    <a:pt x="8696" y="2388"/>
                    <a:pt x="8657" y="2455"/>
                    <a:pt x="8657" y="2527"/>
                  </a:cubicBezTo>
                  <a:lnTo>
                    <a:pt x="8657" y="2849"/>
                  </a:lnTo>
                  <a:cubicBezTo>
                    <a:pt x="8657" y="2941"/>
                    <a:pt x="8720" y="3023"/>
                    <a:pt x="8811" y="3047"/>
                  </a:cubicBezTo>
                  <a:lnTo>
                    <a:pt x="9350" y="3181"/>
                  </a:lnTo>
                  <a:cubicBezTo>
                    <a:pt x="9451" y="3206"/>
                    <a:pt x="9523" y="3297"/>
                    <a:pt x="9523" y="3403"/>
                  </a:cubicBezTo>
                  <a:lnTo>
                    <a:pt x="9523" y="3465"/>
                  </a:lnTo>
                  <a:lnTo>
                    <a:pt x="7329" y="3465"/>
                  </a:lnTo>
                  <a:lnTo>
                    <a:pt x="7329" y="3403"/>
                  </a:lnTo>
                  <a:cubicBezTo>
                    <a:pt x="7329" y="3297"/>
                    <a:pt x="7401" y="3206"/>
                    <a:pt x="7502" y="3181"/>
                  </a:cubicBezTo>
                  <a:lnTo>
                    <a:pt x="8041" y="3047"/>
                  </a:lnTo>
                  <a:cubicBezTo>
                    <a:pt x="8133" y="3023"/>
                    <a:pt x="8195" y="2941"/>
                    <a:pt x="8195" y="2849"/>
                  </a:cubicBezTo>
                  <a:lnTo>
                    <a:pt x="8195" y="2527"/>
                  </a:lnTo>
                  <a:cubicBezTo>
                    <a:pt x="8195" y="2455"/>
                    <a:pt x="8157" y="2388"/>
                    <a:pt x="8094" y="2349"/>
                  </a:cubicBezTo>
                  <a:lnTo>
                    <a:pt x="8094" y="2354"/>
                  </a:lnTo>
                  <a:cubicBezTo>
                    <a:pt x="8022" y="2311"/>
                    <a:pt x="7979" y="2234"/>
                    <a:pt x="7979" y="2152"/>
                  </a:cubicBezTo>
                  <a:lnTo>
                    <a:pt x="7979" y="1502"/>
                  </a:lnTo>
                  <a:cubicBezTo>
                    <a:pt x="7979" y="1377"/>
                    <a:pt x="8080" y="1271"/>
                    <a:pt x="8210" y="1271"/>
                  </a:cubicBezTo>
                  <a:close/>
                  <a:moveTo>
                    <a:pt x="10389" y="410"/>
                  </a:moveTo>
                  <a:lnTo>
                    <a:pt x="10389" y="3465"/>
                  </a:lnTo>
                  <a:lnTo>
                    <a:pt x="9928" y="3465"/>
                  </a:lnTo>
                  <a:lnTo>
                    <a:pt x="9928" y="3408"/>
                  </a:lnTo>
                  <a:cubicBezTo>
                    <a:pt x="9928" y="3114"/>
                    <a:pt x="9730" y="2859"/>
                    <a:pt x="9446" y="2792"/>
                  </a:cubicBezTo>
                  <a:lnTo>
                    <a:pt x="9061" y="2695"/>
                  </a:lnTo>
                  <a:lnTo>
                    <a:pt x="9061" y="2628"/>
                  </a:lnTo>
                  <a:cubicBezTo>
                    <a:pt x="9196" y="2508"/>
                    <a:pt x="9278" y="2335"/>
                    <a:pt x="9278" y="2152"/>
                  </a:cubicBezTo>
                  <a:lnTo>
                    <a:pt x="9278" y="1502"/>
                  </a:lnTo>
                  <a:cubicBezTo>
                    <a:pt x="9273" y="1151"/>
                    <a:pt x="8989" y="867"/>
                    <a:pt x="8638" y="867"/>
                  </a:cubicBezTo>
                  <a:lnTo>
                    <a:pt x="8205" y="867"/>
                  </a:lnTo>
                  <a:cubicBezTo>
                    <a:pt x="7854" y="867"/>
                    <a:pt x="7570" y="1151"/>
                    <a:pt x="7570" y="1502"/>
                  </a:cubicBezTo>
                  <a:lnTo>
                    <a:pt x="7570" y="2152"/>
                  </a:lnTo>
                  <a:cubicBezTo>
                    <a:pt x="7570" y="2335"/>
                    <a:pt x="7652" y="2508"/>
                    <a:pt x="7786" y="2628"/>
                  </a:cubicBezTo>
                  <a:lnTo>
                    <a:pt x="7786" y="2695"/>
                  </a:lnTo>
                  <a:lnTo>
                    <a:pt x="7401" y="2792"/>
                  </a:lnTo>
                  <a:cubicBezTo>
                    <a:pt x="7122" y="2859"/>
                    <a:pt x="6920" y="3114"/>
                    <a:pt x="6920" y="3408"/>
                  </a:cubicBezTo>
                  <a:lnTo>
                    <a:pt x="6920" y="3465"/>
                  </a:lnTo>
                  <a:lnTo>
                    <a:pt x="6463" y="3465"/>
                  </a:lnTo>
                  <a:lnTo>
                    <a:pt x="6463" y="410"/>
                  </a:lnTo>
                  <a:close/>
                  <a:moveTo>
                    <a:pt x="2999" y="3437"/>
                  </a:moveTo>
                  <a:lnTo>
                    <a:pt x="3461" y="3441"/>
                  </a:lnTo>
                  <a:lnTo>
                    <a:pt x="3461" y="3538"/>
                  </a:lnTo>
                  <a:cubicBezTo>
                    <a:pt x="3461" y="3610"/>
                    <a:pt x="3480" y="3682"/>
                    <a:pt x="3518" y="3744"/>
                  </a:cubicBezTo>
                  <a:lnTo>
                    <a:pt x="3239" y="4024"/>
                  </a:lnTo>
                  <a:cubicBezTo>
                    <a:pt x="3237" y="4026"/>
                    <a:pt x="3233" y="4027"/>
                    <a:pt x="3230" y="4027"/>
                  </a:cubicBezTo>
                  <a:cubicBezTo>
                    <a:pt x="3226" y="4027"/>
                    <a:pt x="3222" y="4026"/>
                    <a:pt x="3220" y="4024"/>
                  </a:cubicBezTo>
                  <a:lnTo>
                    <a:pt x="2946" y="3744"/>
                  </a:lnTo>
                  <a:cubicBezTo>
                    <a:pt x="2979" y="3682"/>
                    <a:pt x="2999" y="3610"/>
                    <a:pt x="2999" y="3538"/>
                  </a:cubicBezTo>
                  <a:lnTo>
                    <a:pt x="2999" y="3437"/>
                  </a:lnTo>
                  <a:close/>
                  <a:moveTo>
                    <a:pt x="3860" y="3980"/>
                  </a:moveTo>
                  <a:lnTo>
                    <a:pt x="4259" y="4134"/>
                  </a:lnTo>
                  <a:cubicBezTo>
                    <a:pt x="4428" y="4202"/>
                    <a:pt x="4543" y="4365"/>
                    <a:pt x="4543" y="4548"/>
                  </a:cubicBezTo>
                  <a:lnTo>
                    <a:pt x="4543" y="5838"/>
                  </a:lnTo>
                  <a:cubicBezTo>
                    <a:pt x="4543" y="5963"/>
                    <a:pt x="4442" y="6069"/>
                    <a:pt x="4312" y="6069"/>
                  </a:cubicBezTo>
                  <a:lnTo>
                    <a:pt x="3432" y="6069"/>
                  </a:lnTo>
                  <a:lnTo>
                    <a:pt x="3432" y="5823"/>
                  </a:lnTo>
                  <a:lnTo>
                    <a:pt x="3879" y="5823"/>
                  </a:lnTo>
                  <a:cubicBezTo>
                    <a:pt x="3990" y="5823"/>
                    <a:pt x="4081" y="5732"/>
                    <a:pt x="4081" y="5616"/>
                  </a:cubicBezTo>
                  <a:lnTo>
                    <a:pt x="4081" y="4967"/>
                  </a:lnTo>
                  <a:cubicBezTo>
                    <a:pt x="4081" y="4832"/>
                    <a:pt x="3980" y="4765"/>
                    <a:pt x="3879" y="4765"/>
                  </a:cubicBezTo>
                  <a:cubicBezTo>
                    <a:pt x="3778" y="4765"/>
                    <a:pt x="3677" y="4832"/>
                    <a:pt x="3677" y="4967"/>
                  </a:cubicBezTo>
                  <a:lnTo>
                    <a:pt x="3677" y="5414"/>
                  </a:lnTo>
                  <a:lnTo>
                    <a:pt x="2782" y="5414"/>
                  </a:lnTo>
                  <a:lnTo>
                    <a:pt x="2782" y="4967"/>
                  </a:lnTo>
                  <a:cubicBezTo>
                    <a:pt x="2782" y="4832"/>
                    <a:pt x="2681" y="4765"/>
                    <a:pt x="2580" y="4765"/>
                  </a:cubicBezTo>
                  <a:cubicBezTo>
                    <a:pt x="2479" y="4765"/>
                    <a:pt x="2378" y="4832"/>
                    <a:pt x="2378" y="4967"/>
                  </a:cubicBezTo>
                  <a:lnTo>
                    <a:pt x="2378" y="5616"/>
                  </a:lnTo>
                  <a:cubicBezTo>
                    <a:pt x="2378" y="5732"/>
                    <a:pt x="2469" y="5823"/>
                    <a:pt x="2580" y="5823"/>
                  </a:cubicBezTo>
                  <a:lnTo>
                    <a:pt x="3027" y="5823"/>
                  </a:lnTo>
                  <a:lnTo>
                    <a:pt x="3027" y="6064"/>
                  </a:lnTo>
                  <a:lnTo>
                    <a:pt x="2147" y="6064"/>
                  </a:lnTo>
                  <a:cubicBezTo>
                    <a:pt x="2022" y="6059"/>
                    <a:pt x="1916" y="5958"/>
                    <a:pt x="1916" y="5833"/>
                  </a:cubicBezTo>
                  <a:lnTo>
                    <a:pt x="1916" y="4548"/>
                  </a:lnTo>
                  <a:cubicBezTo>
                    <a:pt x="1916" y="4365"/>
                    <a:pt x="2031" y="4202"/>
                    <a:pt x="2205" y="4134"/>
                  </a:cubicBezTo>
                  <a:lnTo>
                    <a:pt x="2599" y="3980"/>
                  </a:lnTo>
                  <a:lnTo>
                    <a:pt x="2936" y="4312"/>
                  </a:lnTo>
                  <a:cubicBezTo>
                    <a:pt x="3018" y="4394"/>
                    <a:pt x="3125" y="4435"/>
                    <a:pt x="3232" y="4435"/>
                  </a:cubicBezTo>
                  <a:cubicBezTo>
                    <a:pt x="3339" y="4435"/>
                    <a:pt x="3446" y="4394"/>
                    <a:pt x="3528" y="4312"/>
                  </a:cubicBezTo>
                  <a:lnTo>
                    <a:pt x="3860" y="3980"/>
                  </a:lnTo>
                  <a:close/>
                  <a:moveTo>
                    <a:pt x="6054" y="6040"/>
                  </a:moveTo>
                  <a:lnTo>
                    <a:pt x="6054" y="6935"/>
                  </a:lnTo>
                  <a:lnTo>
                    <a:pt x="395" y="6935"/>
                  </a:lnTo>
                  <a:lnTo>
                    <a:pt x="400" y="6040"/>
                  </a:lnTo>
                  <a:lnTo>
                    <a:pt x="1545" y="6040"/>
                  </a:lnTo>
                  <a:cubicBezTo>
                    <a:pt x="1632" y="6299"/>
                    <a:pt x="1873" y="6473"/>
                    <a:pt x="2147" y="6473"/>
                  </a:cubicBezTo>
                  <a:lnTo>
                    <a:pt x="4312" y="6473"/>
                  </a:lnTo>
                  <a:cubicBezTo>
                    <a:pt x="4582" y="6473"/>
                    <a:pt x="4827" y="6299"/>
                    <a:pt x="4914" y="6040"/>
                  </a:cubicBezTo>
                  <a:close/>
                  <a:moveTo>
                    <a:pt x="8643" y="4740"/>
                  </a:moveTo>
                  <a:cubicBezTo>
                    <a:pt x="8768" y="4740"/>
                    <a:pt x="8874" y="4842"/>
                    <a:pt x="8874" y="4971"/>
                  </a:cubicBezTo>
                  <a:lnTo>
                    <a:pt x="8874" y="5621"/>
                  </a:lnTo>
                  <a:cubicBezTo>
                    <a:pt x="8874" y="5703"/>
                    <a:pt x="8826" y="5780"/>
                    <a:pt x="8758" y="5818"/>
                  </a:cubicBezTo>
                  <a:cubicBezTo>
                    <a:pt x="8696" y="5857"/>
                    <a:pt x="8657" y="5919"/>
                    <a:pt x="8657" y="5992"/>
                  </a:cubicBezTo>
                  <a:lnTo>
                    <a:pt x="8657" y="6319"/>
                  </a:lnTo>
                  <a:cubicBezTo>
                    <a:pt x="8657" y="6410"/>
                    <a:pt x="8720" y="6492"/>
                    <a:pt x="8811" y="6516"/>
                  </a:cubicBezTo>
                  <a:lnTo>
                    <a:pt x="9350" y="6651"/>
                  </a:lnTo>
                  <a:cubicBezTo>
                    <a:pt x="9451" y="6675"/>
                    <a:pt x="9523" y="6766"/>
                    <a:pt x="9523" y="6872"/>
                  </a:cubicBezTo>
                  <a:lnTo>
                    <a:pt x="9523" y="6935"/>
                  </a:lnTo>
                  <a:lnTo>
                    <a:pt x="7329" y="6935"/>
                  </a:lnTo>
                  <a:lnTo>
                    <a:pt x="7329" y="6872"/>
                  </a:lnTo>
                  <a:cubicBezTo>
                    <a:pt x="7329" y="6766"/>
                    <a:pt x="7401" y="6675"/>
                    <a:pt x="7502" y="6651"/>
                  </a:cubicBezTo>
                  <a:lnTo>
                    <a:pt x="8041" y="6516"/>
                  </a:lnTo>
                  <a:cubicBezTo>
                    <a:pt x="8133" y="6492"/>
                    <a:pt x="8195" y="6410"/>
                    <a:pt x="8195" y="6319"/>
                  </a:cubicBezTo>
                  <a:lnTo>
                    <a:pt x="8195" y="5992"/>
                  </a:lnTo>
                  <a:cubicBezTo>
                    <a:pt x="8195" y="5919"/>
                    <a:pt x="8157" y="5857"/>
                    <a:pt x="8094" y="5818"/>
                  </a:cubicBezTo>
                  <a:cubicBezTo>
                    <a:pt x="8022" y="5780"/>
                    <a:pt x="7979" y="5703"/>
                    <a:pt x="7979" y="5621"/>
                  </a:cubicBezTo>
                  <a:lnTo>
                    <a:pt x="7979" y="4971"/>
                  </a:lnTo>
                  <a:cubicBezTo>
                    <a:pt x="7979" y="4842"/>
                    <a:pt x="8080" y="4740"/>
                    <a:pt x="8210" y="4740"/>
                  </a:cubicBezTo>
                  <a:close/>
                  <a:moveTo>
                    <a:pt x="10389" y="3874"/>
                  </a:moveTo>
                  <a:lnTo>
                    <a:pt x="10389" y="6935"/>
                  </a:lnTo>
                  <a:lnTo>
                    <a:pt x="9928" y="6935"/>
                  </a:lnTo>
                  <a:lnTo>
                    <a:pt x="9928" y="6872"/>
                  </a:lnTo>
                  <a:cubicBezTo>
                    <a:pt x="9928" y="6583"/>
                    <a:pt x="9730" y="6328"/>
                    <a:pt x="9446" y="6256"/>
                  </a:cubicBezTo>
                  <a:lnTo>
                    <a:pt x="9061" y="6160"/>
                  </a:lnTo>
                  <a:lnTo>
                    <a:pt x="9061" y="6097"/>
                  </a:lnTo>
                  <a:cubicBezTo>
                    <a:pt x="9201" y="5977"/>
                    <a:pt x="9278" y="5804"/>
                    <a:pt x="9278" y="5621"/>
                  </a:cubicBezTo>
                  <a:lnTo>
                    <a:pt x="9278" y="4971"/>
                  </a:lnTo>
                  <a:cubicBezTo>
                    <a:pt x="9278" y="4620"/>
                    <a:pt x="8994" y="4336"/>
                    <a:pt x="8643" y="4336"/>
                  </a:cubicBezTo>
                  <a:lnTo>
                    <a:pt x="8210" y="4336"/>
                  </a:lnTo>
                  <a:cubicBezTo>
                    <a:pt x="7858" y="4336"/>
                    <a:pt x="7575" y="4620"/>
                    <a:pt x="7575" y="4971"/>
                  </a:cubicBezTo>
                  <a:lnTo>
                    <a:pt x="7575" y="5621"/>
                  </a:lnTo>
                  <a:cubicBezTo>
                    <a:pt x="7575" y="5804"/>
                    <a:pt x="7652" y="5977"/>
                    <a:pt x="7791" y="6097"/>
                  </a:cubicBezTo>
                  <a:lnTo>
                    <a:pt x="7791" y="6160"/>
                  </a:lnTo>
                  <a:lnTo>
                    <a:pt x="7406" y="6256"/>
                  </a:lnTo>
                  <a:cubicBezTo>
                    <a:pt x="7122" y="6328"/>
                    <a:pt x="6925" y="6583"/>
                    <a:pt x="6925" y="6872"/>
                  </a:cubicBezTo>
                  <a:lnTo>
                    <a:pt x="6925" y="6935"/>
                  </a:lnTo>
                  <a:lnTo>
                    <a:pt x="6463" y="6935"/>
                  </a:lnTo>
                  <a:lnTo>
                    <a:pt x="6463" y="3874"/>
                  </a:lnTo>
                  <a:close/>
                  <a:moveTo>
                    <a:pt x="208" y="1"/>
                  </a:moveTo>
                  <a:cubicBezTo>
                    <a:pt x="92" y="1"/>
                    <a:pt x="1" y="92"/>
                    <a:pt x="1" y="203"/>
                  </a:cubicBezTo>
                  <a:lnTo>
                    <a:pt x="1" y="7132"/>
                  </a:lnTo>
                  <a:cubicBezTo>
                    <a:pt x="1" y="7247"/>
                    <a:pt x="92" y="7334"/>
                    <a:pt x="208" y="7334"/>
                  </a:cubicBezTo>
                  <a:lnTo>
                    <a:pt x="10596" y="7334"/>
                  </a:lnTo>
                  <a:cubicBezTo>
                    <a:pt x="10707" y="7334"/>
                    <a:pt x="10794" y="7243"/>
                    <a:pt x="10794" y="7132"/>
                  </a:cubicBezTo>
                  <a:lnTo>
                    <a:pt x="10794" y="203"/>
                  </a:lnTo>
                  <a:cubicBezTo>
                    <a:pt x="10794" y="92"/>
                    <a:pt x="10702" y="1"/>
                    <a:pt x="10592" y="1"/>
                  </a:cubicBezTo>
                  <a:lnTo>
                    <a:pt x="1714" y="1"/>
                  </a:lnTo>
                  <a:cubicBezTo>
                    <a:pt x="1444" y="1"/>
                    <a:pt x="1444" y="405"/>
                    <a:pt x="1714" y="405"/>
                  </a:cubicBezTo>
                  <a:lnTo>
                    <a:pt x="6059" y="405"/>
                  </a:lnTo>
                  <a:lnTo>
                    <a:pt x="6059" y="5631"/>
                  </a:lnTo>
                  <a:lnTo>
                    <a:pt x="4947" y="5631"/>
                  </a:lnTo>
                  <a:lnTo>
                    <a:pt x="4947" y="4548"/>
                  </a:lnTo>
                  <a:cubicBezTo>
                    <a:pt x="4947" y="4197"/>
                    <a:pt x="4731" y="3884"/>
                    <a:pt x="4408" y="3754"/>
                  </a:cubicBezTo>
                  <a:lnTo>
                    <a:pt x="3874" y="3547"/>
                  </a:lnTo>
                  <a:cubicBezTo>
                    <a:pt x="3870" y="3542"/>
                    <a:pt x="3870" y="3538"/>
                    <a:pt x="3870" y="3538"/>
                  </a:cubicBezTo>
                  <a:lnTo>
                    <a:pt x="3870" y="3234"/>
                  </a:lnTo>
                  <a:lnTo>
                    <a:pt x="3870" y="3230"/>
                  </a:lnTo>
                  <a:cubicBezTo>
                    <a:pt x="4144" y="3028"/>
                    <a:pt x="4303" y="2710"/>
                    <a:pt x="4303" y="2368"/>
                  </a:cubicBezTo>
                  <a:lnTo>
                    <a:pt x="4303" y="1935"/>
                  </a:lnTo>
                  <a:cubicBezTo>
                    <a:pt x="4303" y="1464"/>
                    <a:pt x="3922" y="1084"/>
                    <a:pt x="3451" y="1084"/>
                  </a:cubicBezTo>
                  <a:lnTo>
                    <a:pt x="3018" y="1084"/>
                  </a:lnTo>
                  <a:cubicBezTo>
                    <a:pt x="2546" y="1084"/>
                    <a:pt x="2166" y="1464"/>
                    <a:pt x="2166" y="1935"/>
                  </a:cubicBezTo>
                  <a:lnTo>
                    <a:pt x="2166" y="2368"/>
                  </a:lnTo>
                  <a:cubicBezTo>
                    <a:pt x="2166" y="2710"/>
                    <a:pt x="2325" y="3028"/>
                    <a:pt x="2599" y="3230"/>
                  </a:cubicBezTo>
                  <a:lnTo>
                    <a:pt x="2599" y="3234"/>
                  </a:lnTo>
                  <a:lnTo>
                    <a:pt x="2599" y="3538"/>
                  </a:lnTo>
                  <a:cubicBezTo>
                    <a:pt x="2599" y="3538"/>
                    <a:pt x="2599" y="3542"/>
                    <a:pt x="2594" y="3547"/>
                  </a:cubicBezTo>
                  <a:lnTo>
                    <a:pt x="2060" y="3754"/>
                  </a:lnTo>
                  <a:cubicBezTo>
                    <a:pt x="1733" y="3884"/>
                    <a:pt x="1521" y="4197"/>
                    <a:pt x="1517" y="4548"/>
                  </a:cubicBezTo>
                  <a:lnTo>
                    <a:pt x="1517" y="5631"/>
                  </a:lnTo>
                  <a:lnTo>
                    <a:pt x="410" y="5631"/>
                  </a:lnTo>
                  <a:lnTo>
                    <a:pt x="410" y="410"/>
                  </a:lnTo>
                  <a:lnTo>
                    <a:pt x="857" y="410"/>
                  </a:lnTo>
                  <a:cubicBezTo>
                    <a:pt x="1127" y="410"/>
                    <a:pt x="1127"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1"/>
            <p:cNvSpPr/>
            <p:nvPr/>
          </p:nvSpPr>
          <p:spPr>
            <a:xfrm>
              <a:off x="6220132" y="2955973"/>
              <a:ext cx="362726" cy="266183"/>
            </a:xfrm>
            <a:custGeom>
              <a:rect b="b" l="l" r="r" t="t"/>
              <a:pathLst>
                <a:path extrusionOk="0" h="10149" w="13830">
                  <a:moveTo>
                    <a:pt x="12545" y="405"/>
                  </a:moveTo>
                  <a:cubicBezTo>
                    <a:pt x="12675" y="405"/>
                    <a:pt x="12776" y="511"/>
                    <a:pt x="12776" y="636"/>
                  </a:cubicBezTo>
                  <a:lnTo>
                    <a:pt x="12776" y="8662"/>
                  </a:lnTo>
                  <a:lnTo>
                    <a:pt x="12328" y="8662"/>
                  </a:lnTo>
                  <a:cubicBezTo>
                    <a:pt x="12059" y="8662"/>
                    <a:pt x="12059" y="9066"/>
                    <a:pt x="12328" y="9066"/>
                  </a:cubicBezTo>
                  <a:lnTo>
                    <a:pt x="13411" y="9066"/>
                  </a:lnTo>
                  <a:cubicBezTo>
                    <a:pt x="13420" y="9066"/>
                    <a:pt x="13425" y="9071"/>
                    <a:pt x="13425" y="9081"/>
                  </a:cubicBezTo>
                  <a:lnTo>
                    <a:pt x="13425" y="9514"/>
                  </a:lnTo>
                  <a:cubicBezTo>
                    <a:pt x="13425" y="9639"/>
                    <a:pt x="13319" y="9745"/>
                    <a:pt x="13194" y="9745"/>
                  </a:cubicBezTo>
                  <a:lnTo>
                    <a:pt x="636" y="9745"/>
                  </a:lnTo>
                  <a:cubicBezTo>
                    <a:pt x="510" y="9745"/>
                    <a:pt x="405" y="9639"/>
                    <a:pt x="405" y="9514"/>
                  </a:cubicBezTo>
                  <a:lnTo>
                    <a:pt x="405" y="9081"/>
                  </a:lnTo>
                  <a:cubicBezTo>
                    <a:pt x="405" y="9071"/>
                    <a:pt x="414" y="9066"/>
                    <a:pt x="419" y="9066"/>
                  </a:cubicBezTo>
                  <a:lnTo>
                    <a:pt x="11462" y="9066"/>
                  </a:lnTo>
                  <a:cubicBezTo>
                    <a:pt x="11731" y="9066"/>
                    <a:pt x="11731" y="8662"/>
                    <a:pt x="11462" y="8662"/>
                  </a:cubicBezTo>
                  <a:lnTo>
                    <a:pt x="1059" y="8662"/>
                  </a:lnTo>
                  <a:lnTo>
                    <a:pt x="1059" y="636"/>
                  </a:lnTo>
                  <a:cubicBezTo>
                    <a:pt x="1059" y="511"/>
                    <a:pt x="1160" y="405"/>
                    <a:pt x="1285" y="405"/>
                  </a:cubicBezTo>
                  <a:close/>
                  <a:moveTo>
                    <a:pt x="1285" y="1"/>
                  </a:moveTo>
                  <a:cubicBezTo>
                    <a:pt x="934" y="1"/>
                    <a:pt x="650" y="285"/>
                    <a:pt x="650" y="636"/>
                  </a:cubicBezTo>
                  <a:lnTo>
                    <a:pt x="650" y="8662"/>
                  </a:lnTo>
                  <a:lnTo>
                    <a:pt x="419" y="8662"/>
                  </a:lnTo>
                  <a:cubicBezTo>
                    <a:pt x="188" y="8662"/>
                    <a:pt x="0" y="8850"/>
                    <a:pt x="0" y="9081"/>
                  </a:cubicBezTo>
                  <a:lnTo>
                    <a:pt x="0" y="9514"/>
                  </a:lnTo>
                  <a:cubicBezTo>
                    <a:pt x="0" y="9865"/>
                    <a:pt x="284" y="10149"/>
                    <a:pt x="636" y="10149"/>
                  </a:cubicBezTo>
                  <a:lnTo>
                    <a:pt x="13194" y="10149"/>
                  </a:lnTo>
                  <a:cubicBezTo>
                    <a:pt x="13545" y="10149"/>
                    <a:pt x="13829" y="9865"/>
                    <a:pt x="13829" y="9514"/>
                  </a:cubicBezTo>
                  <a:lnTo>
                    <a:pt x="13829" y="9081"/>
                  </a:lnTo>
                  <a:cubicBezTo>
                    <a:pt x="13829" y="8850"/>
                    <a:pt x="13642" y="8662"/>
                    <a:pt x="13411" y="8662"/>
                  </a:cubicBezTo>
                  <a:lnTo>
                    <a:pt x="13180" y="8662"/>
                  </a:lnTo>
                  <a:lnTo>
                    <a:pt x="13180" y="636"/>
                  </a:lnTo>
                  <a:cubicBezTo>
                    <a:pt x="13180" y="285"/>
                    <a:pt x="12896" y="1"/>
                    <a:pt x="125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1" name="Google Shape;11971;p81"/>
          <p:cNvSpPr/>
          <p:nvPr/>
        </p:nvSpPr>
        <p:spPr>
          <a:xfrm>
            <a:off x="6663482" y="3197397"/>
            <a:ext cx="34096" cy="56310"/>
          </a:xfrm>
          <a:custGeom>
            <a:rect b="b" l="l" r="r" t="t"/>
            <a:pathLst>
              <a:path extrusionOk="0" h="2147" w="1300">
                <a:moveTo>
                  <a:pt x="236" y="1"/>
                </a:moveTo>
                <a:cubicBezTo>
                  <a:pt x="87" y="159"/>
                  <a:pt x="0" y="371"/>
                  <a:pt x="0" y="588"/>
                </a:cubicBezTo>
                <a:lnTo>
                  <a:pt x="0" y="2147"/>
                </a:lnTo>
                <a:lnTo>
                  <a:pt x="1299" y="2147"/>
                </a:lnTo>
                <a:lnTo>
                  <a:pt x="1299" y="1425"/>
                </a:lnTo>
                <a:cubicBezTo>
                  <a:pt x="1299" y="1199"/>
                  <a:pt x="1208" y="977"/>
                  <a:pt x="1049" y="814"/>
                </a:cubicBezTo>
                <a:lnTo>
                  <a:pt x="236"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1"/>
          <p:cNvSpPr/>
          <p:nvPr/>
        </p:nvSpPr>
        <p:spPr>
          <a:xfrm>
            <a:off x="6692253" y="3225801"/>
            <a:ext cx="10753" cy="33335"/>
          </a:xfrm>
          <a:custGeom>
            <a:rect b="b" l="l" r="r" t="t"/>
            <a:pathLst>
              <a:path extrusionOk="0" h="1271" w="410">
                <a:moveTo>
                  <a:pt x="202" y="0"/>
                </a:moveTo>
                <a:cubicBezTo>
                  <a:pt x="92" y="0"/>
                  <a:pt x="0" y="87"/>
                  <a:pt x="0" y="202"/>
                </a:cubicBezTo>
                <a:lnTo>
                  <a:pt x="0" y="1068"/>
                </a:lnTo>
                <a:cubicBezTo>
                  <a:pt x="0" y="1203"/>
                  <a:pt x="102" y="1271"/>
                  <a:pt x="205" y="1271"/>
                </a:cubicBezTo>
                <a:cubicBezTo>
                  <a:pt x="307" y="1271"/>
                  <a:pt x="409" y="1203"/>
                  <a:pt x="409" y="1068"/>
                </a:cubicBezTo>
                <a:lnTo>
                  <a:pt x="409" y="202"/>
                </a:lnTo>
                <a:cubicBezTo>
                  <a:pt x="409" y="87"/>
                  <a:pt x="31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3" name="Google Shape;11973;p81"/>
          <p:cNvGrpSpPr/>
          <p:nvPr/>
        </p:nvGrpSpPr>
        <p:grpSpPr>
          <a:xfrm>
            <a:off x="6658158" y="2918992"/>
            <a:ext cx="362857" cy="340276"/>
            <a:chOff x="6658158" y="2918992"/>
            <a:chExt cx="362857" cy="340276"/>
          </a:xfrm>
        </p:grpSpPr>
        <p:sp>
          <p:nvSpPr>
            <p:cNvPr id="11974" name="Google Shape;11974;p81"/>
            <p:cNvSpPr/>
            <p:nvPr/>
          </p:nvSpPr>
          <p:spPr>
            <a:xfrm>
              <a:off x="6856674" y="2958517"/>
              <a:ext cx="158912" cy="166256"/>
            </a:xfrm>
            <a:custGeom>
              <a:rect b="b" l="l" r="r" t="t"/>
              <a:pathLst>
                <a:path extrusionOk="0" h="6339" w="6059">
                  <a:moveTo>
                    <a:pt x="650" y="0"/>
                  </a:moveTo>
                  <a:cubicBezTo>
                    <a:pt x="290" y="0"/>
                    <a:pt x="1" y="289"/>
                    <a:pt x="1" y="650"/>
                  </a:cubicBezTo>
                  <a:lnTo>
                    <a:pt x="1" y="4114"/>
                  </a:lnTo>
                  <a:cubicBezTo>
                    <a:pt x="1" y="4470"/>
                    <a:pt x="290" y="4759"/>
                    <a:pt x="650" y="4759"/>
                  </a:cubicBezTo>
                  <a:lnTo>
                    <a:pt x="1300" y="4759"/>
                  </a:lnTo>
                  <a:lnTo>
                    <a:pt x="939" y="6202"/>
                  </a:lnTo>
                  <a:cubicBezTo>
                    <a:pt x="921" y="6279"/>
                    <a:pt x="979" y="6338"/>
                    <a:pt x="1044" y="6338"/>
                  </a:cubicBezTo>
                  <a:cubicBezTo>
                    <a:pt x="1066" y="6338"/>
                    <a:pt x="1087" y="6332"/>
                    <a:pt x="1108" y="6318"/>
                  </a:cubicBezTo>
                  <a:lnTo>
                    <a:pt x="3244" y="4764"/>
                  </a:lnTo>
                  <a:lnTo>
                    <a:pt x="5409" y="4764"/>
                  </a:lnTo>
                  <a:cubicBezTo>
                    <a:pt x="5770" y="4764"/>
                    <a:pt x="6059" y="4470"/>
                    <a:pt x="6059" y="4114"/>
                  </a:cubicBezTo>
                  <a:lnTo>
                    <a:pt x="6059" y="650"/>
                  </a:lnTo>
                  <a:cubicBezTo>
                    <a:pt x="6059" y="289"/>
                    <a:pt x="5770" y="0"/>
                    <a:pt x="5414"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1"/>
            <p:cNvSpPr/>
            <p:nvPr/>
          </p:nvSpPr>
          <p:spPr>
            <a:xfrm>
              <a:off x="6907791" y="2958517"/>
              <a:ext cx="56809" cy="113460"/>
            </a:xfrm>
            <a:custGeom>
              <a:rect b="b" l="l" r="r" t="t"/>
              <a:pathLst>
                <a:path extrusionOk="0" h="4326" w="2166">
                  <a:moveTo>
                    <a:pt x="1" y="0"/>
                  </a:moveTo>
                  <a:lnTo>
                    <a:pt x="1" y="3460"/>
                  </a:lnTo>
                  <a:cubicBezTo>
                    <a:pt x="1" y="3941"/>
                    <a:pt x="385" y="4326"/>
                    <a:pt x="867" y="4326"/>
                  </a:cubicBezTo>
                  <a:lnTo>
                    <a:pt x="1300" y="4326"/>
                  </a:lnTo>
                  <a:cubicBezTo>
                    <a:pt x="1776" y="4326"/>
                    <a:pt x="2161" y="3941"/>
                    <a:pt x="2166" y="3464"/>
                  </a:cubicBezTo>
                  <a:lnTo>
                    <a:pt x="216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1"/>
            <p:cNvSpPr/>
            <p:nvPr/>
          </p:nvSpPr>
          <p:spPr>
            <a:xfrm>
              <a:off x="6924708" y="2924421"/>
              <a:ext cx="22739" cy="90773"/>
            </a:xfrm>
            <a:custGeom>
              <a:rect b="b" l="l" r="r" t="t"/>
              <a:pathLst>
                <a:path extrusionOk="0" h="3461" w="867">
                  <a:moveTo>
                    <a:pt x="0" y="1"/>
                  </a:moveTo>
                  <a:lnTo>
                    <a:pt x="217" y="3461"/>
                  </a:lnTo>
                  <a:lnTo>
                    <a:pt x="650" y="3461"/>
                  </a:lnTo>
                  <a:lnTo>
                    <a:pt x="866"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1"/>
            <p:cNvSpPr/>
            <p:nvPr/>
          </p:nvSpPr>
          <p:spPr>
            <a:xfrm>
              <a:off x="6924708" y="3032216"/>
              <a:ext cx="22739" cy="22739"/>
            </a:xfrm>
            <a:custGeom>
              <a:rect b="b" l="l" r="r" t="t"/>
              <a:pathLst>
                <a:path extrusionOk="0" h="867" w="867">
                  <a:moveTo>
                    <a:pt x="433" y="0"/>
                  </a:moveTo>
                  <a:cubicBezTo>
                    <a:pt x="193" y="0"/>
                    <a:pt x="0" y="197"/>
                    <a:pt x="0" y="433"/>
                  </a:cubicBezTo>
                  <a:cubicBezTo>
                    <a:pt x="0" y="674"/>
                    <a:pt x="193" y="866"/>
                    <a:pt x="433" y="866"/>
                  </a:cubicBezTo>
                  <a:cubicBezTo>
                    <a:pt x="674" y="866"/>
                    <a:pt x="866" y="674"/>
                    <a:pt x="866" y="433"/>
                  </a:cubicBezTo>
                  <a:cubicBezTo>
                    <a:pt x="866" y="197"/>
                    <a:pt x="674" y="0"/>
                    <a:pt x="433"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1"/>
            <p:cNvSpPr/>
            <p:nvPr/>
          </p:nvSpPr>
          <p:spPr>
            <a:xfrm>
              <a:off x="6663482" y="3174186"/>
              <a:ext cx="193218" cy="79522"/>
            </a:xfrm>
            <a:custGeom>
              <a:rect b="b" l="l" r="r" t="t"/>
              <a:pathLst>
                <a:path extrusionOk="0" h="3032" w="7367">
                  <a:moveTo>
                    <a:pt x="2382" y="0"/>
                  </a:moveTo>
                  <a:lnTo>
                    <a:pt x="573" y="659"/>
                  </a:lnTo>
                  <a:cubicBezTo>
                    <a:pt x="226" y="785"/>
                    <a:pt x="0" y="1112"/>
                    <a:pt x="0" y="1473"/>
                  </a:cubicBezTo>
                  <a:lnTo>
                    <a:pt x="0" y="3032"/>
                  </a:lnTo>
                  <a:lnTo>
                    <a:pt x="7367" y="3032"/>
                  </a:lnTo>
                  <a:lnTo>
                    <a:pt x="7367" y="1473"/>
                  </a:lnTo>
                  <a:cubicBezTo>
                    <a:pt x="7362" y="1112"/>
                    <a:pt x="7136" y="785"/>
                    <a:pt x="6794" y="659"/>
                  </a:cubicBezTo>
                  <a:lnTo>
                    <a:pt x="4980" y="0"/>
                  </a:lnTo>
                  <a:lnTo>
                    <a:pt x="3681" y="433"/>
                  </a:lnTo>
                  <a:lnTo>
                    <a:pt x="238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1"/>
            <p:cNvSpPr/>
            <p:nvPr/>
          </p:nvSpPr>
          <p:spPr>
            <a:xfrm>
              <a:off x="6822473" y="3197397"/>
              <a:ext cx="34096" cy="56310"/>
            </a:xfrm>
            <a:custGeom>
              <a:rect b="b" l="l" r="r" t="t"/>
              <a:pathLst>
                <a:path extrusionOk="0" h="2147" w="1300">
                  <a:moveTo>
                    <a:pt x="1069" y="1"/>
                  </a:moveTo>
                  <a:lnTo>
                    <a:pt x="256" y="814"/>
                  </a:lnTo>
                  <a:cubicBezTo>
                    <a:pt x="92" y="977"/>
                    <a:pt x="1" y="1199"/>
                    <a:pt x="1" y="1425"/>
                  </a:cubicBezTo>
                  <a:lnTo>
                    <a:pt x="1" y="2147"/>
                  </a:lnTo>
                  <a:lnTo>
                    <a:pt x="1300" y="2147"/>
                  </a:lnTo>
                  <a:lnTo>
                    <a:pt x="1300" y="588"/>
                  </a:lnTo>
                  <a:cubicBezTo>
                    <a:pt x="1300" y="371"/>
                    <a:pt x="1218" y="159"/>
                    <a:pt x="1069"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1"/>
            <p:cNvSpPr/>
            <p:nvPr/>
          </p:nvSpPr>
          <p:spPr>
            <a:xfrm>
              <a:off x="6697683" y="2998121"/>
              <a:ext cx="124817" cy="91036"/>
            </a:xfrm>
            <a:custGeom>
              <a:rect b="b" l="l" r="r" t="t"/>
              <a:pathLst>
                <a:path extrusionOk="0" h="3471" w="4759">
                  <a:moveTo>
                    <a:pt x="1732" y="1"/>
                  </a:moveTo>
                  <a:cubicBezTo>
                    <a:pt x="775" y="1"/>
                    <a:pt x="0" y="780"/>
                    <a:pt x="0" y="1733"/>
                  </a:cubicBezTo>
                  <a:lnTo>
                    <a:pt x="0" y="2253"/>
                  </a:lnTo>
                  <a:cubicBezTo>
                    <a:pt x="0" y="2484"/>
                    <a:pt x="34" y="2715"/>
                    <a:pt x="111" y="2936"/>
                  </a:cubicBezTo>
                  <a:lnTo>
                    <a:pt x="183" y="3153"/>
                  </a:lnTo>
                  <a:cubicBezTo>
                    <a:pt x="202" y="3220"/>
                    <a:pt x="217" y="3287"/>
                    <a:pt x="217" y="3360"/>
                  </a:cubicBezTo>
                  <a:lnTo>
                    <a:pt x="217" y="3470"/>
                  </a:lnTo>
                  <a:lnTo>
                    <a:pt x="4547" y="3470"/>
                  </a:lnTo>
                  <a:lnTo>
                    <a:pt x="4547" y="3360"/>
                  </a:lnTo>
                  <a:cubicBezTo>
                    <a:pt x="4542" y="3287"/>
                    <a:pt x="4557" y="3220"/>
                    <a:pt x="4576" y="3153"/>
                  </a:cubicBezTo>
                  <a:lnTo>
                    <a:pt x="4648" y="2936"/>
                  </a:lnTo>
                  <a:cubicBezTo>
                    <a:pt x="4725" y="2715"/>
                    <a:pt x="4759" y="2484"/>
                    <a:pt x="4759" y="2253"/>
                  </a:cubicBezTo>
                  <a:lnTo>
                    <a:pt x="4759" y="439"/>
                  </a:lnTo>
                  <a:cubicBezTo>
                    <a:pt x="4759" y="198"/>
                    <a:pt x="4566" y="1"/>
                    <a:pt x="432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1"/>
            <p:cNvSpPr/>
            <p:nvPr/>
          </p:nvSpPr>
          <p:spPr>
            <a:xfrm>
              <a:off x="6725930" y="2998121"/>
              <a:ext cx="96570" cy="90905"/>
            </a:xfrm>
            <a:custGeom>
              <a:rect b="b" l="l" r="r" t="t"/>
              <a:pathLst>
                <a:path extrusionOk="0" h="3466" w="3682">
                  <a:moveTo>
                    <a:pt x="881" y="1"/>
                  </a:moveTo>
                  <a:cubicBezTo>
                    <a:pt x="395" y="1"/>
                    <a:pt x="1" y="395"/>
                    <a:pt x="1" y="881"/>
                  </a:cubicBezTo>
                  <a:cubicBezTo>
                    <a:pt x="1" y="1367"/>
                    <a:pt x="395" y="1762"/>
                    <a:pt x="881" y="1762"/>
                  </a:cubicBezTo>
                  <a:lnTo>
                    <a:pt x="1002" y="1762"/>
                  </a:lnTo>
                  <a:lnTo>
                    <a:pt x="1064" y="3465"/>
                  </a:lnTo>
                  <a:lnTo>
                    <a:pt x="3470" y="3465"/>
                  </a:lnTo>
                  <a:lnTo>
                    <a:pt x="3470" y="3355"/>
                  </a:lnTo>
                  <a:cubicBezTo>
                    <a:pt x="3465" y="3287"/>
                    <a:pt x="3480" y="3215"/>
                    <a:pt x="3499" y="3153"/>
                  </a:cubicBezTo>
                  <a:lnTo>
                    <a:pt x="3571" y="2936"/>
                  </a:lnTo>
                  <a:cubicBezTo>
                    <a:pt x="3648" y="2715"/>
                    <a:pt x="3682" y="2484"/>
                    <a:pt x="3682" y="2248"/>
                  </a:cubicBezTo>
                  <a:lnTo>
                    <a:pt x="3682" y="439"/>
                  </a:lnTo>
                  <a:cubicBezTo>
                    <a:pt x="3682" y="198"/>
                    <a:pt x="3489" y="1"/>
                    <a:pt x="3254"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1"/>
            <p:cNvSpPr/>
            <p:nvPr/>
          </p:nvSpPr>
          <p:spPr>
            <a:xfrm>
              <a:off x="6725930" y="3134425"/>
              <a:ext cx="68191" cy="51144"/>
            </a:xfrm>
            <a:custGeom>
              <a:rect b="b" l="l" r="r" t="t"/>
              <a:pathLst>
                <a:path extrusionOk="0" h="1950" w="2600">
                  <a:moveTo>
                    <a:pt x="1" y="1"/>
                  </a:moveTo>
                  <a:lnTo>
                    <a:pt x="1" y="1949"/>
                  </a:lnTo>
                  <a:lnTo>
                    <a:pt x="2599" y="1949"/>
                  </a:lnTo>
                  <a:lnTo>
                    <a:pt x="259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1"/>
            <p:cNvSpPr/>
            <p:nvPr/>
          </p:nvSpPr>
          <p:spPr>
            <a:xfrm>
              <a:off x="6725930" y="3134556"/>
              <a:ext cx="68191" cy="33965"/>
            </a:xfrm>
            <a:custGeom>
              <a:rect b="b" l="l" r="r" t="t"/>
              <a:pathLst>
                <a:path extrusionOk="0" h="1295" w="2600">
                  <a:moveTo>
                    <a:pt x="1" y="0"/>
                  </a:moveTo>
                  <a:lnTo>
                    <a:pt x="1" y="977"/>
                  </a:lnTo>
                  <a:cubicBezTo>
                    <a:pt x="407" y="1189"/>
                    <a:pt x="854" y="1295"/>
                    <a:pt x="1300" y="1295"/>
                  </a:cubicBezTo>
                  <a:cubicBezTo>
                    <a:pt x="1746" y="1295"/>
                    <a:pt x="2193" y="1189"/>
                    <a:pt x="2599" y="977"/>
                  </a:cubicBezTo>
                  <a:lnTo>
                    <a:pt x="259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1"/>
            <p:cNvSpPr/>
            <p:nvPr/>
          </p:nvSpPr>
          <p:spPr>
            <a:xfrm>
              <a:off x="6714573" y="3164770"/>
              <a:ext cx="45452" cy="40600"/>
            </a:xfrm>
            <a:custGeom>
              <a:rect b="b" l="l" r="r" t="t"/>
              <a:pathLst>
                <a:path extrusionOk="0" h="1548" w="1733">
                  <a:moveTo>
                    <a:pt x="388" y="0"/>
                  </a:moveTo>
                  <a:cubicBezTo>
                    <a:pt x="306" y="0"/>
                    <a:pt x="228" y="45"/>
                    <a:pt x="188" y="124"/>
                  </a:cubicBezTo>
                  <a:lnTo>
                    <a:pt x="1" y="518"/>
                  </a:lnTo>
                  <a:lnTo>
                    <a:pt x="718" y="1461"/>
                  </a:lnTo>
                  <a:cubicBezTo>
                    <a:pt x="762" y="1519"/>
                    <a:pt x="826" y="1548"/>
                    <a:pt x="891" y="1548"/>
                  </a:cubicBezTo>
                  <a:cubicBezTo>
                    <a:pt x="946" y="1548"/>
                    <a:pt x="1001" y="1527"/>
                    <a:pt x="1045" y="1485"/>
                  </a:cubicBezTo>
                  <a:lnTo>
                    <a:pt x="1733" y="792"/>
                  </a:lnTo>
                  <a:lnTo>
                    <a:pt x="501" y="32"/>
                  </a:lnTo>
                  <a:cubicBezTo>
                    <a:pt x="466" y="10"/>
                    <a:pt x="426" y="0"/>
                    <a:pt x="388"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1"/>
            <p:cNvSpPr/>
            <p:nvPr/>
          </p:nvSpPr>
          <p:spPr>
            <a:xfrm>
              <a:off x="6760025" y="3164770"/>
              <a:ext cx="45452" cy="40600"/>
            </a:xfrm>
            <a:custGeom>
              <a:rect b="b" l="l" r="r" t="t"/>
              <a:pathLst>
                <a:path extrusionOk="0" h="1548" w="1733">
                  <a:moveTo>
                    <a:pt x="1350" y="0"/>
                  </a:moveTo>
                  <a:cubicBezTo>
                    <a:pt x="1311" y="0"/>
                    <a:pt x="1272" y="10"/>
                    <a:pt x="1237" y="32"/>
                  </a:cubicBezTo>
                  <a:lnTo>
                    <a:pt x="0" y="792"/>
                  </a:lnTo>
                  <a:lnTo>
                    <a:pt x="693" y="1485"/>
                  </a:lnTo>
                  <a:cubicBezTo>
                    <a:pt x="735" y="1527"/>
                    <a:pt x="790" y="1548"/>
                    <a:pt x="844" y="1548"/>
                  </a:cubicBezTo>
                  <a:cubicBezTo>
                    <a:pt x="909" y="1548"/>
                    <a:pt x="974" y="1519"/>
                    <a:pt x="1015" y="1461"/>
                  </a:cubicBezTo>
                  <a:lnTo>
                    <a:pt x="1732" y="518"/>
                  </a:lnTo>
                  <a:lnTo>
                    <a:pt x="1545" y="124"/>
                  </a:lnTo>
                  <a:cubicBezTo>
                    <a:pt x="1509" y="45"/>
                    <a:pt x="1431" y="0"/>
                    <a:pt x="135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1"/>
            <p:cNvSpPr/>
            <p:nvPr/>
          </p:nvSpPr>
          <p:spPr>
            <a:xfrm>
              <a:off x="6703217" y="3044307"/>
              <a:ext cx="113749" cy="107192"/>
            </a:xfrm>
            <a:custGeom>
              <a:rect b="b" l="l" r="r" t="t"/>
              <a:pathLst>
                <a:path extrusionOk="0" h="4087" w="4337">
                  <a:moveTo>
                    <a:pt x="1845" y="0"/>
                  </a:moveTo>
                  <a:cubicBezTo>
                    <a:pt x="1166" y="0"/>
                    <a:pt x="650" y="193"/>
                    <a:pt x="650" y="193"/>
                  </a:cubicBezTo>
                  <a:lnTo>
                    <a:pt x="650" y="925"/>
                  </a:lnTo>
                  <a:cubicBezTo>
                    <a:pt x="650" y="1141"/>
                    <a:pt x="544" y="1343"/>
                    <a:pt x="362" y="1464"/>
                  </a:cubicBezTo>
                  <a:lnTo>
                    <a:pt x="1" y="1704"/>
                  </a:lnTo>
                  <a:lnTo>
                    <a:pt x="1" y="1921"/>
                  </a:lnTo>
                  <a:cubicBezTo>
                    <a:pt x="1" y="3119"/>
                    <a:pt x="973" y="4086"/>
                    <a:pt x="2166" y="4086"/>
                  </a:cubicBezTo>
                  <a:cubicBezTo>
                    <a:pt x="2169" y="4086"/>
                    <a:pt x="2172" y="4086"/>
                    <a:pt x="2175" y="4086"/>
                  </a:cubicBezTo>
                  <a:cubicBezTo>
                    <a:pt x="3369" y="4086"/>
                    <a:pt x="4331" y="3116"/>
                    <a:pt x="4336" y="1926"/>
                  </a:cubicBezTo>
                  <a:lnTo>
                    <a:pt x="4336" y="1709"/>
                  </a:lnTo>
                  <a:lnTo>
                    <a:pt x="3975" y="1469"/>
                  </a:lnTo>
                  <a:cubicBezTo>
                    <a:pt x="3792" y="1343"/>
                    <a:pt x="3682" y="1141"/>
                    <a:pt x="3682" y="925"/>
                  </a:cubicBezTo>
                  <a:lnTo>
                    <a:pt x="3682" y="627"/>
                  </a:lnTo>
                  <a:cubicBezTo>
                    <a:pt x="3091" y="134"/>
                    <a:pt x="2411" y="0"/>
                    <a:pt x="184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1"/>
            <p:cNvSpPr/>
            <p:nvPr/>
          </p:nvSpPr>
          <p:spPr>
            <a:xfrm>
              <a:off x="6703217" y="3044307"/>
              <a:ext cx="96570" cy="106798"/>
            </a:xfrm>
            <a:custGeom>
              <a:rect b="b" l="l" r="r" t="t"/>
              <a:pathLst>
                <a:path extrusionOk="0" h="4072" w="3682">
                  <a:moveTo>
                    <a:pt x="1845" y="0"/>
                  </a:moveTo>
                  <a:cubicBezTo>
                    <a:pt x="1166" y="0"/>
                    <a:pt x="650" y="193"/>
                    <a:pt x="650" y="193"/>
                  </a:cubicBezTo>
                  <a:lnTo>
                    <a:pt x="650" y="925"/>
                  </a:lnTo>
                  <a:cubicBezTo>
                    <a:pt x="650" y="1146"/>
                    <a:pt x="544" y="1348"/>
                    <a:pt x="362" y="1469"/>
                  </a:cubicBezTo>
                  <a:lnTo>
                    <a:pt x="1" y="1709"/>
                  </a:lnTo>
                  <a:lnTo>
                    <a:pt x="1" y="1926"/>
                  </a:lnTo>
                  <a:cubicBezTo>
                    <a:pt x="1" y="3018"/>
                    <a:pt x="819" y="3942"/>
                    <a:pt x="1906" y="4072"/>
                  </a:cubicBezTo>
                  <a:cubicBezTo>
                    <a:pt x="1516" y="3672"/>
                    <a:pt x="1305" y="3133"/>
                    <a:pt x="1305" y="2575"/>
                  </a:cubicBezTo>
                  <a:lnTo>
                    <a:pt x="1305" y="1141"/>
                  </a:lnTo>
                  <a:cubicBezTo>
                    <a:pt x="1305" y="925"/>
                    <a:pt x="1463" y="737"/>
                    <a:pt x="1680" y="713"/>
                  </a:cubicBezTo>
                  <a:cubicBezTo>
                    <a:pt x="1852" y="690"/>
                    <a:pt x="2071" y="671"/>
                    <a:pt x="2314" y="671"/>
                  </a:cubicBezTo>
                  <a:cubicBezTo>
                    <a:pt x="2738" y="671"/>
                    <a:pt x="3235" y="729"/>
                    <a:pt x="3682" y="925"/>
                  </a:cubicBezTo>
                  <a:lnTo>
                    <a:pt x="3682" y="627"/>
                  </a:lnTo>
                  <a:cubicBezTo>
                    <a:pt x="3091" y="134"/>
                    <a:pt x="2411" y="0"/>
                    <a:pt x="184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1"/>
            <p:cNvSpPr/>
            <p:nvPr/>
          </p:nvSpPr>
          <p:spPr>
            <a:xfrm>
              <a:off x="6714966" y="3041107"/>
              <a:ext cx="92976" cy="30503"/>
            </a:xfrm>
            <a:custGeom>
              <a:rect b="b" l="l" r="r" t="t"/>
              <a:pathLst>
                <a:path extrusionOk="0" h="1163" w="3545">
                  <a:moveTo>
                    <a:pt x="1403" y="0"/>
                  </a:moveTo>
                  <a:cubicBezTo>
                    <a:pt x="985" y="0"/>
                    <a:pt x="606" y="44"/>
                    <a:pt x="361" y="80"/>
                  </a:cubicBezTo>
                  <a:cubicBezTo>
                    <a:pt x="154" y="109"/>
                    <a:pt x="0" y="287"/>
                    <a:pt x="5" y="494"/>
                  </a:cubicBezTo>
                  <a:lnTo>
                    <a:pt x="5" y="960"/>
                  </a:lnTo>
                  <a:cubicBezTo>
                    <a:pt x="5" y="1095"/>
                    <a:pt x="106" y="1162"/>
                    <a:pt x="207" y="1162"/>
                  </a:cubicBezTo>
                  <a:cubicBezTo>
                    <a:pt x="308" y="1162"/>
                    <a:pt x="409" y="1095"/>
                    <a:pt x="409" y="960"/>
                  </a:cubicBezTo>
                  <a:lnTo>
                    <a:pt x="409" y="494"/>
                  </a:lnTo>
                  <a:cubicBezTo>
                    <a:pt x="409" y="489"/>
                    <a:pt x="414" y="479"/>
                    <a:pt x="419" y="479"/>
                  </a:cubicBezTo>
                  <a:cubicBezTo>
                    <a:pt x="737" y="430"/>
                    <a:pt x="1055" y="407"/>
                    <a:pt x="1375" y="407"/>
                  </a:cubicBezTo>
                  <a:cubicBezTo>
                    <a:pt x="1495" y="407"/>
                    <a:pt x="1616" y="410"/>
                    <a:pt x="1737" y="417"/>
                  </a:cubicBezTo>
                  <a:cubicBezTo>
                    <a:pt x="2368" y="460"/>
                    <a:pt x="2825" y="619"/>
                    <a:pt x="3094" y="888"/>
                  </a:cubicBezTo>
                  <a:cubicBezTo>
                    <a:pt x="3140" y="939"/>
                    <a:pt x="3193" y="960"/>
                    <a:pt x="3243" y="960"/>
                  </a:cubicBezTo>
                  <a:cubicBezTo>
                    <a:pt x="3404" y="960"/>
                    <a:pt x="3544" y="746"/>
                    <a:pt x="3383" y="599"/>
                  </a:cubicBezTo>
                  <a:cubicBezTo>
                    <a:pt x="2905" y="121"/>
                    <a:pt x="2099" y="0"/>
                    <a:pt x="14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1"/>
            <p:cNvSpPr/>
            <p:nvPr/>
          </p:nvSpPr>
          <p:spPr>
            <a:xfrm>
              <a:off x="6658158" y="2992954"/>
              <a:ext cx="203840" cy="266314"/>
            </a:xfrm>
            <a:custGeom>
              <a:rect b="b" l="l" r="r" t="t"/>
              <a:pathLst>
                <a:path extrusionOk="0" h="10154" w="7772">
                  <a:moveTo>
                    <a:pt x="6064" y="400"/>
                  </a:moveTo>
                  <a:lnTo>
                    <a:pt x="6064" y="2363"/>
                  </a:lnTo>
                  <a:cubicBezTo>
                    <a:pt x="6064" y="2662"/>
                    <a:pt x="5996" y="2950"/>
                    <a:pt x="5866" y="3215"/>
                  </a:cubicBezTo>
                  <a:cubicBezTo>
                    <a:pt x="5852" y="3244"/>
                    <a:pt x="5847" y="3273"/>
                    <a:pt x="5847" y="3301"/>
                  </a:cubicBezTo>
                  <a:lnTo>
                    <a:pt x="5847" y="3879"/>
                  </a:lnTo>
                  <a:cubicBezTo>
                    <a:pt x="5847" y="4969"/>
                    <a:pt x="4960" y="5842"/>
                    <a:pt x="3889" y="5842"/>
                  </a:cubicBezTo>
                  <a:cubicBezTo>
                    <a:pt x="3844" y="5842"/>
                    <a:pt x="3799" y="5840"/>
                    <a:pt x="3754" y="5837"/>
                  </a:cubicBezTo>
                  <a:cubicBezTo>
                    <a:pt x="2729" y="5775"/>
                    <a:pt x="1921" y="4880"/>
                    <a:pt x="1921" y="3807"/>
                  </a:cubicBezTo>
                  <a:lnTo>
                    <a:pt x="1926" y="3807"/>
                  </a:lnTo>
                  <a:lnTo>
                    <a:pt x="1926" y="3306"/>
                  </a:lnTo>
                  <a:cubicBezTo>
                    <a:pt x="1921" y="3273"/>
                    <a:pt x="1916" y="3244"/>
                    <a:pt x="1902" y="3215"/>
                  </a:cubicBezTo>
                  <a:cubicBezTo>
                    <a:pt x="1772" y="2950"/>
                    <a:pt x="1704" y="2662"/>
                    <a:pt x="1704" y="2363"/>
                  </a:cubicBezTo>
                  <a:lnTo>
                    <a:pt x="1704" y="1930"/>
                  </a:lnTo>
                  <a:cubicBezTo>
                    <a:pt x="1709" y="1088"/>
                    <a:pt x="2392" y="400"/>
                    <a:pt x="3239" y="400"/>
                  </a:cubicBezTo>
                  <a:close/>
                  <a:moveTo>
                    <a:pt x="2787" y="5972"/>
                  </a:moveTo>
                  <a:cubicBezTo>
                    <a:pt x="3076" y="6131"/>
                    <a:pt x="3398" y="6222"/>
                    <a:pt x="3730" y="6246"/>
                  </a:cubicBezTo>
                  <a:cubicBezTo>
                    <a:pt x="3783" y="6246"/>
                    <a:pt x="3836" y="6251"/>
                    <a:pt x="3889" y="6251"/>
                  </a:cubicBezTo>
                  <a:cubicBezTo>
                    <a:pt x="4269" y="6251"/>
                    <a:pt x="4644" y="6160"/>
                    <a:pt x="4981" y="5982"/>
                  </a:cubicBezTo>
                  <a:lnTo>
                    <a:pt x="4981" y="6352"/>
                  </a:lnTo>
                  <a:lnTo>
                    <a:pt x="3884" y="7103"/>
                  </a:lnTo>
                  <a:lnTo>
                    <a:pt x="2787" y="6352"/>
                  </a:lnTo>
                  <a:lnTo>
                    <a:pt x="2787" y="5972"/>
                  </a:lnTo>
                  <a:close/>
                  <a:moveTo>
                    <a:pt x="2614" y="6723"/>
                  </a:moveTo>
                  <a:lnTo>
                    <a:pt x="3566" y="7377"/>
                  </a:lnTo>
                  <a:lnTo>
                    <a:pt x="3061" y="7882"/>
                  </a:lnTo>
                  <a:cubicBezTo>
                    <a:pt x="3061" y="7887"/>
                    <a:pt x="3056" y="7887"/>
                    <a:pt x="3052" y="7887"/>
                  </a:cubicBezTo>
                  <a:cubicBezTo>
                    <a:pt x="3047" y="7887"/>
                    <a:pt x="3042" y="7882"/>
                    <a:pt x="3042" y="7882"/>
                  </a:cubicBezTo>
                  <a:lnTo>
                    <a:pt x="2412" y="6934"/>
                  </a:lnTo>
                  <a:lnTo>
                    <a:pt x="2614" y="6723"/>
                  </a:lnTo>
                  <a:close/>
                  <a:moveTo>
                    <a:pt x="5154" y="6723"/>
                  </a:moveTo>
                  <a:lnTo>
                    <a:pt x="5356" y="6939"/>
                  </a:lnTo>
                  <a:lnTo>
                    <a:pt x="4731" y="7882"/>
                  </a:lnTo>
                  <a:cubicBezTo>
                    <a:pt x="4726" y="7887"/>
                    <a:pt x="4721" y="7887"/>
                    <a:pt x="4716" y="7887"/>
                  </a:cubicBezTo>
                  <a:cubicBezTo>
                    <a:pt x="4716" y="7887"/>
                    <a:pt x="4712" y="7887"/>
                    <a:pt x="4707" y="7882"/>
                  </a:cubicBezTo>
                  <a:lnTo>
                    <a:pt x="4202" y="7377"/>
                  </a:lnTo>
                  <a:lnTo>
                    <a:pt x="5154" y="6723"/>
                  </a:lnTo>
                  <a:close/>
                  <a:moveTo>
                    <a:pt x="3239" y="1"/>
                  </a:moveTo>
                  <a:cubicBezTo>
                    <a:pt x="2166" y="1"/>
                    <a:pt x="1300" y="867"/>
                    <a:pt x="1300" y="1935"/>
                  </a:cubicBezTo>
                  <a:lnTo>
                    <a:pt x="1300" y="2368"/>
                  </a:lnTo>
                  <a:cubicBezTo>
                    <a:pt x="1300" y="2710"/>
                    <a:pt x="1377" y="3042"/>
                    <a:pt x="1517" y="3354"/>
                  </a:cubicBezTo>
                  <a:lnTo>
                    <a:pt x="1517" y="3812"/>
                  </a:lnTo>
                  <a:cubicBezTo>
                    <a:pt x="1517" y="4538"/>
                    <a:pt x="1834" y="5226"/>
                    <a:pt x="2383" y="5698"/>
                  </a:cubicBezTo>
                  <a:lnTo>
                    <a:pt x="2383" y="6381"/>
                  </a:lnTo>
                  <a:lnTo>
                    <a:pt x="2007" y="6776"/>
                  </a:lnTo>
                  <a:cubicBezTo>
                    <a:pt x="1969" y="6819"/>
                    <a:pt x="1945" y="6877"/>
                    <a:pt x="1950" y="6930"/>
                  </a:cubicBezTo>
                  <a:lnTo>
                    <a:pt x="703" y="7387"/>
                  </a:lnTo>
                  <a:cubicBezTo>
                    <a:pt x="285" y="7541"/>
                    <a:pt x="1" y="7940"/>
                    <a:pt x="1" y="8387"/>
                  </a:cubicBezTo>
                  <a:lnTo>
                    <a:pt x="1" y="9946"/>
                  </a:lnTo>
                  <a:cubicBezTo>
                    <a:pt x="1" y="10084"/>
                    <a:pt x="102" y="10152"/>
                    <a:pt x="203" y="10152"/>
                  </a:cubicBezTo>
                  <a:cubicBezTo>
                    <a:pt x="304" y="10152"/>
                    <a:pt x="405" y="10084"/>
                    <a:pt x="405" y="9946"/>
                  </a:cubicBezTo>
                  <a:lnTo>
                    <a:pt x="405" y="8387"/>
                  </a:lnTo>
                  <a:cubicBezTo>
                    <a:pt x="410" y="8113"/>
                    <a:pt x="583" y="7863"/>
                    <a:pt x="843" y="7767"/>
                  </a:cubicBezTo>
                  <a:lnTo>
                    <a:pt x="2157" y="7290"/>
                  </a:lnTo>
                  <a:lnTo>
                    <a:pt x="2705" y="8108"/>
                  </a:lnTo>
                  <a:cubicBezTo>
                    <a:pt x="2777" y="8214"/>
                    <a:pt x="2888" y="8282"/>
                    <a:pt x="3013" y="8291"/>
                  </a:cubicBezTo>
                  <a:lnTo>
                    <a:pt x="3056" y="8291"/>
                  </a:lnTo>
                  <a:cubicBezTo>
                    <a:pt x="3062" y="8291"/>
                    <a:pt x="3068" y="8292"/>
                    <a:pt x="3073" y="8292"/>
                  </a:cubicBezTo>
                  <a:cubicBezTo>
                    <a:pt x="3178" y="8292"/>
                    <a:pt x="3277" y="8249"/>
                    <a:pt x="3350" y="8171"/>
                  </a:cubicBezTo>
                  <a:lnTo>
                    <a:pt x="3687" y="7839"/>
                  </a:lnTo>
                  <a:lnTo>
                    <a:pt x="3687" y="9951"/>
                  </a:lnTo>
                  <a:cubicBezTo>
                    <a:pt x="3687" y="10086"/>
                    <a:pt x="3788" y="10153"/>
                    <a:pt x="3889" y="10153"/>
                  </a:cubicBezTo>
                  <a:cubicBezTo>
                    <a:pt x="3990" y="10153"/>
                    <a:pt x="4091" y="10086"/>
                    <a:pt x="4091" y="9951"/>
                  </a:cubicBezTo>
                  <a:lnTo>
                    <a:pt x="4091" y="7839"/>
                  </a:lnTo>
                  <a:lnTo>
                    <a:pt x="4423" y="8171"/>
                  </a:lnTo>
                  <a:cubicBezTo>
                    <a:pt x="4506" y="8254"/>
                    <a:pt x="4614" y="8295"/>
                    <a:pt x="4721" y="8295"/>
                  </a:cubicBezTo>
                  <a:cubicBezTo>
                    <a:pt x="4855" y="8295"/>
                    <a:pt x="4987" y="8231"/>
                    <a:pt x="5068" y="8108"/>
                  </a:cubicBezTo>
                  <a:lnTo>
                    <a:pt x="5616" y="7290"/>
                  </a:lnTo>
                  <a:lnTo>
                    <a:pt x="6930" y="7767"/>
                  </a:lnTo>
                  <a:cubicBezTo>
                    <a:pt x="7194" y="7863"/>
                    <a:pt x="7368" y="8113"/>
                    <a:pt x="7368" y="8392"/>
                  </a:cubicBezTo>
                  <a:lnTo>
                    <a:pt x="7368" y="9951"/>
                  </a:lnTo>
                  <a:cubicBezTo>
                    <a:pt x="7368" y="10086"/>
                    <a:pt x="7469" y="10153"/>
                    <a:pt x="7570" y="10153"/>
                  </a:cubicBezTo>
                  <a:cubicBezTo>
                    <a:pt x="7671" y="10153"/>
                    <a:pt x="7772" y="10086"/>
                    <a:pt x="7772" y="9951"/>
                  </a:cubicBezTo>
                  <a:lnTo>
                    <a:pt x="7772" y="8392"/>
                  </a:lnTo>
                  <a:cubicBezTo>
                    <a:pt x="7772" y="7940"/>
                    <a:pt x="7493" y="7536"/>
                    <a:pt x="7069" y="7382"/>
                  </a:cubicBezTo>
                  <a:lnTo>
                    <a:pt x="5823" y="6930"/>
                  </a:lnTo>
                  <a:cubicBezTo>
                    <a:pt x="5828" y="6872"/>
                    <a:pt x="5804" y="6814"/>
                    <a:pt x="5765" y="6776"/>
                  </a:cubicBezTo>
                  <a:lnTo>
                    <a:pt x="5390" y="6376"/>
                  </a:lnTo>
                  <a:lnTo>
                    <a:pt x="5390" y="5712"/>
                  </a:lnTo>
                  <a:cubicBezTo>
                    <a:pt x="5429" y="5678"/>
                    <a:pt x="5467" y="5645"/>
                    <a:pt x="5510" y="5611"/>
                  </a:cubicBezTo>
                  <a:cubicBezTo>
                    <a:pt x="5987" y="5159"/>
                    <a:pt x="6256" y="4533"/>
                    <a:pt x="6256" y="3879"/>
                  </a:cubicBezTo>
                  <a:lnTo>
                    <a:pt x="6256" y="3354"/>
                  </a:lnTo>
                  <a:cubicBezTo>
                    <a:pt x="6401" y="3042"/>
                    <a:pt x="6473" y="2710"/>
                    <a:pt x="6473" y="2368"/>
                  </a:cubicBezTo>
                  <a:lnTo>
                    <a:pt x="6473" y="203"/>
                  </a:lnTo>
                  <a:cubicBezTo>
                    <a:pt x="6473" y="92"/>
                    <a:pt x="6386"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1"/>
            <p:cNvSpPr/>
            <p:nvPr/>
          </p:nvSpPr>
          <p:spPr>
            <a:xfrm>
              <a:off x="6817306" y="3225801"/>
              <a:ext cx="10622" cy="33335"/>
            </a:xfrm>
            <a:custGeom>
              <a:rect b="b" l="l" r="r" t="t"/>
              <a:pathLst>
                <a:path extrusionOk="0" h="1271" w="405">
                  <a:moveTo>
                    <a:pt x="203" y="0"/>
                  </a:moveTo>
                  <a:cubicBezTo>
                    <a:pt x="87" y="0"/>
                    <a:pt x="1" y="87"/>
                    <a:pt x="1" y="202"/>
                  </a:cubicBezTo>
                  <a:lnTo>
                    <a:pt x="1" y="1068"/>
                  </a:lnTo>
                  <a:cubicBezTo>
                    <a:pt x="1" y="1203"/>
                    <a:pt x="102" y="1271"/>
                    <a:pt x="203" y="1271"/>
                  </a:cubicBezTo>
                  <a:cubicBezTo>
                    <a:pt x="304" y="1271"/>
                    <a:pt x="405" y="1203"/>
                    <a:pt x="405" y="1068"/>
                  </a:cubicBezTo>
                  <a:lnTo>
                    <a:pt x="405" y="202"/>
                  </a:lnTo>
                  <a:cubicBezTo>
                    <a:pt x="405" y="87"/>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1"/>
            <p:cNvSpPr/>
            <p:nvPr/>
          </p:nvSpPr>
          <p:spPr>
            <a:xfrm>
              <a:off x="6851376" y="2953088"/>
              <a:ext cx="169639" cy="177062"/>
            </a:xfrm>
            <a:custGeom>
              <a:rect b="b" l="l" r="r" t="t"/>
              <a:pathLst>
                <a:path extrusionOk="0" h="6751" w="6468">
                  <a:moveTo>
                    <a:pt x="852" y="0"/>
                  </a:moveTo>
                  <a:cubicBezTo>
                    <a:pt x="381" y="0"/>
                    <a:pt x="1" y="380"/>
                    <a:pt x="1" y="852"/>
                  </a:cubicBezTo>
                  <a:lnTo>
                    <a:pt x="1" y="4316"/>
                  </a:lnTo>
                  <a:cubicBezTo>
                    <a:pt x="1" y="4788"/>
                    <a:pt x="381" y="5168"/>
                    <a:pt x="852" y="5168"/>
                  </a:cubicBezTo>
                  <a:lnTo>
                    <a:pt x="1242" y="5168"/>
                  </a:lnTo>
                  <a:lnTo>
                    <a:pt x="939" y="6361"/>
                  </a:lnTo>
                  <a:cubicBezTo>
                    <a:pt x="885" y="6575"/>
                    <a:pt x="1054" y="6750"/>
                    <a:pt x="1241" y="6750"/>
                  </a:cubicBezTo>
                  <a:cubicBezTo>
                    <a:pt x="1303" y="6750"/>
                    <a:pt x="1367" y="6731"/>
                    <a:pt x="1425" y="6688"/>
                  </a:cubicBezTo>
                  <a:lnTo>
                    <a:pt x="3508" y="5173"/>
                  </a:lnTo>
                  <a:lnTo>
                    <a:pt x="5616" y="5173"/>
                  </a:lnTo>
                  <a:cubicBezTo>
                    <a:pt x="6083" y="5173"/>
                    <a:pt x="6463" y="4793"/>
                    <a:pt x="6468" y="4321"/>
                  </a:cubicBezTo>
                  <a:lnTo>
                    <a:pt x="6468" y="852"/>
                  </a:lnTo>
                  <a:cubicBezTo>
                    <a:pt x="6463" y="380"/>
                    <a:pt x="6083" y="0"/>
                    <a:pt x="5616" y="0"/>
                  </a:cubicBezTo>
                  <a:lnTo>
                    <a:pt x="4533" y="0"/>
                  </a:lnTo>
                  <a:cubicBezTo>
                    <a:pt x="4259" y="0"/>
                    <a:pt x="4259" y="404"/>
                    <a:pt x="4533" y="404"/>
                  </a:cubicBezTo>
                  <a:lnTo>
                    <a:pt x="5616" y="404"/>
                  </a:lnTo>
                  <a:cubicBezTo>
                    <a:pt x="5861" y="404"/>
                    <a:pt x="6064" y="606"/>
                    <a:pt x="6064" y="852"/>
                  </a:cubicBezTo>
                  <a:lnTo>
                    <a:pt x="6064" y="4321"/>
                  </a:lnTo>
                  <a:cubicBezTo>
                    <a:pt x="6064" y="4566"/>
                    <a:pt x="5861" y="4769"/>
                    <a:pt x="5616" y="4769"/>
                  </a:cubicBezTo>
                  <a:lnTo>
                    <a:pt x="3451" y="4769"/>
                  </a:lnTo>
                  <a:cubicBezTo>
                    <a:pt x="3445" y="4768"/>
                    <a:pt x="3440" y="4768"/>
                    <a:pt x="3434" y="4768"/>
                  </a:cubicBezTo>
                  <a:cubicBezTo>
                    <a:pt x="3397" y="4768"/>
                    <a:pt x="3360" y="4782"/>
                    <a:pt x="3330" y="4807"/>
                  </a:cubicBezTo>
                  <a:lnTo>
                    <a:pt x="1396" y="6212"/>
                  </a:lnTo>
                  <a:lnTo>
                    <a:pt x="1396" y="6212"/>
                  </a:lnTo>
                  <a:lnTo>
                    <a:pt x="1699" y="5019"/>
                  </a:lnTo>
                  <a:cubicBezTo>
                    <a:pt x="1728" y="4889"/>
                    <a:pt x="1632" y="4769"/>
                    <a:pt x="1502" y="4769"/>
                  </a:cubicBezTo>
                  <a:lnTo>
                    <a:pt x="852" y="4769"/>
                  </a:lnTo>
                  <a:cubicBezTo>
                    <a:pt x="602" y="4769"/>
                    <a:pt x="405" y="4566"/>
                    <a:pt x="405" y="4321"/>
                  </a:cubicBezTo>
                  <a:lnTo>
                    <a:pt x="405" y="852"/>
                  </a:lnTo>
                  <a:cubicBezTo>
                    <a:pt x="405" y="606"/>
                    <a:pt x="602" y="404"/>
                    <a:pt x="852" y="404"/>
                  </a:cubicBezTo>
                  <a:lnTo>
                    <a:pt x="1935" y="404"/>
                  </a:lnTo>
                  <a:cubicBezTo>
                    <a:pt x="2204" y="404"/>
                    <a:pt x="2204" y="0"/>
                    <a:pt x="1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1"/>
            <p:cNvSpPr/>
            <p:nvPr/>
          </p:nvSpPr>
          <p:spPr>
            <a:xfrm>
              <a:off x="6919148" y="2918992"/>
              <a:ext cx="33729" cy="101500"/>
            </a:xfrm>
            <a:custGeom>
              <a:rect b="b" l="l" r="r" t="t"/>
              <a:pathLst>
                <a:path extrusionOk="0" h="3870" w="1286">
                  <a:moveTo>
                    <a:pt x="867" y="405"/>
                  </a:moveTo>
                  <a:lnTo>
                    <a:pt x="669" y="3465"/>
                  </a:lnTo>
                  <a:lnTo>
                    <a:pt x="621" y="3465"/>
                  </a:lnTo>
                  <a:lnTo>
                    <a:pt x="429" y="405"/>
                  </a:lnTo>
                  <a:close/>
                  <a:moveTo>
                    <a:pt x="212" y="1"/>
                  </a:moveTo>
                  <a:cubicBezTo>
                    <a:pt x="97" y="1"/>
                    <a:pt x="1" y="97"/>
                    <a:pt x="10" y="218"/>
                  </a:cubicBezTo>
                  <a:lnTo>
                    <a:pt x="227" y="3682"/>
                  </a:lnTo>
                  <a:cubicBezTo>
                    <a:pt x="232" y="3788"/>
                    <a:pt x="323" y="3870"/>
                    <a:pt x="429" y="3870"/>
                  </a:cubicBezTo>
                  <a:lnTo>
                    <a:pt x="862" y="3870"/>
                  </a:lnTo>
                  <a:cubicBezTo>
                    <a:pt x="968" y="3870"/>
                    <a:pt x="1054" y="3788"/>
                    <a:pt x="1064" y="3682"/>
                  </a:cubicBezTo>
                  <a:lnTo>
                    <a:pt x="1281" y="218"/>
                  </a:lnTo>
                  <a:cubicBezTo>
                    <a:pt x="1285"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1"/>
            <p:cNvSpPr/>
            <p:nvPr/>
          </p:nvSpPr>
          <p:spPr>
            <a:xfrm>
              <a:off x="6919410" y="3026945"/>
              <a:ext cx="39027" cy="33440"/>
            </a:xfrm>
            <a:custGeom>
              <a:rect b="b" l="l" r="r" t="t"/>
              <a:pathLst>
                <a:path extrusionOk="0" h="1275" w="1488">
                  <a:moveTo>
                    <a:pt x="635" y="403"/>
                  </a:moveTo>
                  <a:lnTo>
                    <a:pt x="635" y="408"/>
                  </a:lnTo>
                  <a:cubicBezTo>
                    <a:pt x="842" y="408"/>
                    <a:pt x="943" y="658"/>
                    <a:pt x="799" y="803"/>
                  </a:cubicBezTo>
                  <a:cubicBezTo>
                    <a:pt x="752" y="849"/>
                    <a:pt x="694" y="870"/>
                    <a:pt x="637" y="870"/>
                  </a:cubicBezTo>
                  <a:cubicBezTo>
                    <a:pt x="519" y="870"/>
                    <a:pt x="404" y="779"/>
                    <a:pt x="404" y="639"/>
                  </a:cubicBezTo>
                  <a:cubicBezTo>
                    <a:pt x="404" y="509"/>
                    <a:pt x="505" y="403"/>
                    <a:pt x="635" y="403"/>
                  </a:cubicBezTo>
                  <a:close/>
                  <a:moveTo>
                    <a:pt x="640" y="0"/>
                  </a:moveTo>
                  <a:cubicBezTo>
                    <a:pt x="314" y="0"/>
                    <a:pt x="0" y="254"/>
                    <a:pt x="0" y="639"/>
                  </a:cubicBezTo>
                  <a:cubicBezTo>
                    <a:pt x="0" y="990"/>
                    <a:pt x="284" y="1274"/>
                    <a:pt x="635" y="1274"/>
                  </a:cubicBezTo>
                  <a:cubicBezTo>
                    <a:pt x="1203" y="1274"/>
                    <a:pt x="1487" y="591"/>
                    <a:pt x="1083" y="187"/>
                  </a:cubicBezTo>
                  <a:cubicBezTo>
                    <a:pt x="954" y="58"/>
                    <a:pt x="796" y="0"/>
                    <a:pt x="6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81"/>
          <p:cNvGrpSpPr/>
          <p:nvPr/>
        </p:nvGrpSpPr>
        <p:grpSpPr>
          <a:xfrm>
            <a:off x="7972418" y="2907636"/>
            <a:ext cx="362726" cy="362857"/>
            <a:chOff x="7972418" y="2907636"/>
            <a:chExt cx="362726" cy="362857"/>
          </a:xfrm>
        </p:grpSpPr>
        <p:sp>
          <p:nvSpPr>
            <p:cNvPr id="11995" name="Google Shape;11995;p81"/>
            <p:cNvSpPr/>
            <p:nvPr/>
          </p:nvSpPr>
          <p:spPr>
            <a:xfrm>
              <a:off x="8158817" y="2930375"/>
              <a:ext cx="75352" cy="74591"/>
            </a:xfrm>
            <a:custGeom>
              <a:rect b="b" l="l" r="r" t="t"/>
              <a:pathLst>
                <a:path extrusionOk="0" h="2844" w="2873">
                  <a:moveTo>
                    <a:pt x="698" y="322"/>
                  </a:moveTo>
                  <a:cubicBezTo>
                    <a:pt x="794" y="322"/>
                    <a:pt x="875" y="398"/>
                    <a:pt x="876" y="498"/>
                  </a:cubicBezTo>
                  <a:lnTo>
                    <a:pt x="876" y="498"/>
                  </a:lnTo>
                  <a:cubicBezTo>
                    <a:pt x="875" y="593"/>
                    <a:pt x="793" y="674"/>
                    <a:pt x="698" y="674"/>
                  </a:cubicBezTo>
                  <a:lnTo>
                    <a:pt x="549" y="674"/>
                  </a:lnTo>
                  <a:cubicBezTo>
                    <a:pt x="313" y="674"/>
                    <a:pt x="313" y="322"/>
                    <a:pt x="549" y="322"/>
                  </a:cubicBezTo>
                  <a:close/>
                  <a:moveTo>
                    <a:pt x="1444" y="322"/>
                  </a:moveTo>
                  <a:cubicBezTo>
                    <a:pt x="1544" y="322"/>
                    <a:pt x="1621" y="398"/>
                    <a:pt x="1622" y="498"/>
                  </a:cubicBezTo>
                  <a:lnTo>
                    <a:pt x="1622" y="498"/>
                  </a:lnTo>
                  <a:cubicBezTo>
                    <a:pt x="1621" y="593"/>
                    <a:pt x="1544" y="674"/>
                    <a:pt x="1444" y="674"/>
                  </a:cubicBezTo>
                  <a:lnTo>
                    <a:pt x="1295" y="674"/>
                  </a:lnTo>
                  <a:cubicBezTo>
                    <a:pt x="1059" y="674"/>
                    <a:pt x="1059" y="322"/>
                    <a:pt x="1295" y="322"/>
                  </a:cubicBezTo>
                  <a:close/>
                  <a:moveTo>
                    <a:pt x="0" y="0"/>
                  </a:moveTo>
                  <a:lnTo>
                    <a:pt x="0" y="2844"/>
                  </a:lnTo>
                  <a:lnTo>
                    <a:pt x="2060" y="2844"/>
                  </a:lnTo>
                  <a:lnTo>
                    <a:pt x="2031" y="2781"/>
                  </a:lnTo>
                  <a:cubicBezTo>
                    <a:pt x="1988" y="2695"/>
                    <a:pt x="1939" y="2613"/>
                    <a:pt x="1882" y="2536"/>
                  </a:cubicBezTo>
                  <a:cubicBezTo>
                    <a:pt x="1319" y="1761"/>
                    <a:pt x="1733" y="1391"/>
                    <a:pt x="1752" y="1376"/>
                  </a:cubicBezTo>
                  <a:lnTo>
                    <a:pt x="1757" y="1376"/>
                  </a:lnTo>
                  <a:cubicBezTo>
                    <a:pt x="1867" y="1280"/>
                    <a:pt x="2016" y="1227"/>
                    <a:pt x="2166" y="1222"/>
                  </a:cubicBezTo>
                  <a:cubicBezTo>
                    <a:pt x="2209" y="1222"/>
                    <a:pt x="2252" y="1227"/>
                    <a:pt x="2296" y="1237"/>
                  </a:cubicBezTo>
                  <a:cubicBezTo>
                    <a:pt x="2459" y="1275"/>
                    <a:pt x="2623" y="1376"/>
                    <a:pt x="2786" y="1540"/>
                  </a:cubicBezTo>
                  <a:lnTo>
                    <a:pt x="2859" y="1617"/>
                  </a:lnTo>
                  <a:lnTo>
                    <a:pt x="2859" y="140"/>
                  </a:lnTo>
                  <a:cubicBezTo>
                    <a:pt x="2859" y="111"/>
                    <a:pt x="2863" y="82"/>
                    <a:pt x="2868" y="53"/>
                  </a:cubicBezTo>
                  <a:lnTo>
                    <a:pt x="287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1"/>
            <p:cNvSpPr/>
            <p:nvPr/>
          </p:nvSpPr>
          <p:spPr>
            <a:xfrm>
              <a:off x="7994239" y="3008480"/>
              <a:ext cx="74486" cy="75614"/>
            </a:xfrm>
            <a:custGeom>
              <a:rect b="b" l="l" r="r" t="t"/>
              <a:pathLst>
                <a:path extrusionOk="0" h="2883" w="2840">
                  <a:moveTo>
                    <a:pt x="494" y="1253"/>
                  </a:moveTo>
                  <a:cubicBezTo>
                    <a:pt x="582" y="1253"/>
                    <a:pt x="670" y="1312"/>
                    <a:pt x="670" y="1430"/>
                  </a:cubicBezTo>
                  <a:lnTo>
                    <a:pt x="670" y="1584"/>
                  </a:lnTo>
                  <a:cubicBezTo>
                    <a:pt x="670" y="1680"/>
                    <a:pt x="593" y="1757"/>
                    <a:pt x="492" y="1757"/>
                  </a:cubicBezTo>
                  <a:cubicBezTo>
                    <a:pt x="395" y="1757"/>
                    <a:pt x="318" y="1680"/>
                    <a:pt x="318" y="1584"/>
                  </a:cubicBezTo>
                  <a:lnTo>
                    <a:pt x="318" y="1430"/>
                  </a:lnTo>
                  <a:cubicBezTo>
                    <a:pt x="318" y="1312"/>
                    <a:pt x="406" y="1253"/>
                    <a:pt x="494" y="1253"/>
                  </a:cubicBezTo>
                  <a:close/>
                  <a:moveTo>
                    <a:pt x="492" y="2002"/>
                  </a:moveTo>
                  <a:cubicBezTo>
                    <a:pt x="593" y="2002"/>
                    <a:pt x="670" y="2079"/>
                    <a:pt x="670" y="2180"/>
                  </a:cubicBezTo>
                  <a:lnTo>
                    <a:pt x="670" y="2329"/>
                  </a:lnTo>
                  <a:cubicBezTo>
                    <a:pt x="670" y="2447"/>
                    <a:pt x="582" y="2506"/>
                    <a:pt x="494" y="2506"/>
                  </a:cubicBezTo>
                  <a:cubicBezTo>
                    <a:pt x="406" y="2506"/>
                    <a:pt x="318" y="2447"/>
                    <a:pt x="318" y="2329"/>
                  </a:cubicBezTo>
                  <a:lnTo>
                    <a:pt x="318" y="2180"/>
                  </a:lnTo>
                  <a:cubicBezTo>
                    <a:pt x="318" y="2079"/>
                    <a:pt x="395" y="2002"/>
                    <a:pt x="492" y="2002"/>
                  </a:cubicBezTo>
                  <a:close/>
                  <a:moveTo>
                    <a:pt x="1" y="0"/>
                  </a:moveTo>
                  <a:lnTo>
                    <a:pt x="1" y="2883"/>
                  </a:lnTo>
                  <a:lnTo>
                    <a:pt x="2840" y="2883"/>
                  </a:lnTo>
                  <a:lnTo>
                    <a:pt x="2840" y="814"/>
                  </a:lnTo>
                  <a:lnTo>
                    <a:pt x="2777" y="843"/>
                  </a:lnTo>
                  <a:cubicBezTo>
                    <a:pt x="2691" y="886"/>
                    <a:pt x="2604" y="934"/>
                    <a:pt x="2527" y="997"/>
                  </a:cubicBezTo>
                  <a:cubicBezTo>
                    <a:pt x="2262" y="1189"/>
                    <a:pt x="2012" y="1290"/>
                    <a:pt x="1791" y="1290"/>
                  </a:cubicBezTo>
                  <a:cubicBezTo>
                    <a:pt x="1785" y="1290"/>
                    <a:pt x="1779" y="1290"/>
                    <a:pt x="1772" y="1290"/>
                  </a:cubicBezTo>
                  <a:cubicBezTo>
                    <a:pt x="1621" y="1290"/>
                    <a:pt x="1479" y="1233"/>
                    <a:pt x="1372" y="1126"/>
                  </a:cubicBezTo>
                  <a:lnTo>
                    <a:pt x="1372" y="1122"/>
                  </a:lnTo>
                  <a:cubicBezTo>
                    <a:pt x="1242" y="972"/>
                    <a:pt x="1189" y="770"/>
                    <a:pt x="1228" y="578"/>
                  </a:cubicBezTo>
                  <a:cubicBezTo>
                    <a:pt x="1266" y="419"/>
                    <a:pt x="1367" y="256"/>
                    <a:pt x="1531" y="92"/>
                  </a:cubicBezTo>
                  <a:lnTo>
                    <a:pt x="1608" y="15"/>
                  </a:lnTo>
                  <a:lnTo>
                    <a:pt x="136" y="15"/>
                  </a:lnTo>
                  <a:cubicBezTo>
                    <a:pt x="107" y="15"/>
                    <a:pt x="78" y="15"/>
                    <a:pt x="49" y="10"/>
                  </a:cubicBezTo>
                  <a:lnTo>
                    <a:pt x="1"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1"/>
            <p:cNvSpPr/>
            <p:nvPr/>
          </p:nvSpPr>
          <p:spPr>
            <a:xfrm>
              <a:off x="8237814" y="3095057"/>
              <a:ext cx="79023" cy="75483"/>
            </a:xfrm>
            <a:custGeom>
              <a:rect b="b" l="l" r="r" t="t"/>
              <a:pathLst>
                <a:path extrusionOk="0" h="2878" w="3013">
                  <a:moveTo>
                    <a:pt x="2346" y="372"/>
                  </a:moveTo>
                  <a:cubicBezTo>
                    <a:pt x="2434" y="372"/>
                    <a:pt x="2522" y="431"/>
                    <a:pt x="2522" y="549"/>
                  </a:cubicBezTo>
                  <a:lnTo>
                    <a:pt x="2522" y="703"/>
                  </a:lnTo>
                  <a:cubicBezTo>
                    <a:pt x="2517" y="799"/>
                    <a:pt x="2440" y="876"/>
                    <a:pt x="2344" y="876"/>
                  </a:cubicBezTo>
                  <a:cubicBezTo>
                    <a:pt x="2248" y="876"/>
                    <a:pt x="2171" y="799"/>
                    <a:pt x="2171" y="703"/>
                  </a:cubicBezTo>
                  <a:lnTo>
                    <a:pt x="2171" y="549"/>
                  </a:lnTo>
                  <a:cubicBezTo>
                    <a:pt x="2171" y="431"/>
                    <a:pt x="2258" y="372"/>
                    <a:pt x="2346" y="372"/>
                  </a:cubicBezTo>
                  <a:close/>
                  <a:moveTo>
                    <a:pt x="2344" y="1117"/>
                  </a:moveTo>
                  <a:lnTo>
                    <a:pt x="2344" y="1121"/>
                  </a:lnTo>
                  <a:cubicBezTo>
                    <a:pt x="2440" y="1121"/>
                    <a:pt x="2522" y="1198"/>
                    <a:pt x="2522" y="1300"/>
                  </a:cubicBezTo>
                  <a:lnTo>
                    <a:pt x="2522" y="1444"/>
                  </a:lnTo>
                  <a:cubicBezTo>
                    <a:pt x="2522" y="1562"/>
                    <a:pt x="2434" y="1621"/>
                    <a:pt x="2346" y="1621"/>
                  </a:cubicBezTo>
                  <a:cubicBezTo>
                    <a:pt x="2258" y="1621"/>
                    <a:pt x="2171" y="1562"/>
                    <a:pt x="2171" y="1444"/>
                  </a:cubicBezTo>
                  <a:lnTo>
                    <a:pt x="2171" y="1295"/>
                  </a:lnTo>
                  <a:cubicBezTo>
                    <a:pt x="2171" y="1198"/>
                    <a:pt x="2248" y="1121"/>
                    <a:pt x="2344" y="1117"/>
                  </a:cubicBezTo>
                  <a:close/>
                  <a:moveTo>
                    <a:pt x="0" y="0"/>
                  </a:moveTo>
                  <a:lnTo>
                    <a:pt x="0" y="2065"/>
                  </a:lnTo>
                  <a:lnTo>
                    <a:pt x="58" y="2036"/>
                  </a:lnTo>
                  <a:cubicBezTo>
                    <a:pt x="145" y="1992"/>
                    <a:pt x="227" y="1939"/>
                    <a:pt x="308" y="1887"/>
                  </a:cubicBezTo>
                  <a:cubicBezTo>
                    <a:pt x="573" y="1689"/>
                    <a:pt x="823" y="1588"/>
                    <a:pt x="1045" y="1588"/>
                  </a:cubicBezTo>
                  <a:cubicBezTo>
                    <a:pt x="1051" y="1588"/>
                    <a:pt x="1057" y="1588"/>
                    <a:pt x="1062" y="1588"/>
                  </a:cubicBezTo>
                  <a:cubicBezTo>
                    <a:pt x="1210" y="1588"/>
                    <a:pt x="1357" y="1645"/>
                    <a:pt x="1463" y="1752"/>
                  </a:cubicBezTo>
                  <a:lnTo>
                    <a:pt x="1463" y="1757"/>
                  </a:lnTo>
                  <a:cubicBezTo>
                    <a:pt x="1593" y="1906"/>
                    <a:pt x="1646" y="2108"/>
                    <a:pt x="1603" y="2300"/>
                  </a:cubicBezTo>
                  <a:cubicBezTo>
                    <a:pt x="1569" y="2459"/>
                    <a:pt x="1468" y="2628"/>
                    <a:pt x="1304" y="2786"/>
                  </a:cubicBezTo>
                  <a:lnTo>
                    <a:pt x="1227" y="2863"/>
                  </a:lnTo>
                  <a:lnTo>
                    <a:pt x="2873" y="2863"/>
                  </a:lnTo>
                  <a:cubicBezTo>
                    <a:pt x="2902" y="2863"/>
                    <a:pt x="2931" y="2863"/>
                    <a:pt x="2960" y="2868"/>
                  </a:cubicBezTo>
                  <a:lnTo>
                    <a:pt x="3013" y="2878"/>
                  </a:lnTo>
                  <a:lnTo>
                    <a:pt x="301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1"/>
            <p:cNvSpPr/>
            <p:nvPr/>
          </p:nvSpPr>
          <p:spPr>
            <a:xfrm>
              <a:off x="8072240" y="3173923"/>
              <a:ext cx="75483" cy="79155"/>
            </a:xfrm>
            <a:custGeom>
              <a:rect b="b" l="l" r="r" t="t"/>
              <a:pathLst>
                <a:path extrusionOk="0" h="3018" w="2878">
                  <a:moveTo>
                    <a:pt x="1579" y="2171"/>
                  </a:moveTo>
                  <a:cubicBezTo>
                    <a:pt x="1815" y="2171"/>
                    <a:pt x="1815" y="2522"/>
                    <a:pt x="1579" y="2522"/>
                  </a:cubicBezTo>
                  <a:lnTo>
                    <a:pt x="1430" y="2522"/>
                  </a:lnTo>
                  <a:cubicBezTo>
                    <a:pt x="1333" y="2522"/>
                    <a:pt x="1252" y="2445"/>
                    <a:pt x="1252" y="2349"/>
                  </a:cubicBezTo>
                  <a:cubicBezTo>
                    <a:pt x="1252" y="2253"/>
                    <a:pt x="1333" y="2171"/>
                    <a:pt x="1430" y="2171"/>
                  </a:cubicBezTo>
                  <a:close/>
                  <a:moveTo>
                    <a:pt x="2329" y="2171"/>
                  </a:moveTo>
                  <a:cubicBezTo>
                    <a:pt x="2560" y="2171"/>
                    <a:pt x="2560" y="2522"/>
                    <a:pt x="2329" y="2522"/>
                  </a:cubicBezTo>
                  <a:lnTo>
                    <a:pt x="2175" y="2522"/>
                  </a:lnTo>
                  <a:cubicBezTo>
                    <a:pt x="2079" y="2522"/>
                    <a:pt x="2002" y="2445"/>
                    <a:pt x="2002" y="2349"/>
                  </a:cubicBezTo>
                  <a:cubicBezTo>
                    <a:pt x="2002" y="2253"/>
                    <a:pt x="2079" y="2171"/>
                    <a:pt x="2175" y="2171"/>
                  </a:cubicBezTo>
                  <a:close/>
                  <a:moveTo>
                    <a:pt x="814" y="1"/>
                  </a:moveTo>
                  <a:lnTo>
                    <a:pt x="843" y="68"/>
                  </a:lnTo>
                  <a:cubicBezTo>
                    <a:pt x="886" y="155"/>
                    <a:pt x="934" y="236"/>
                    <a:pt x="992" y="313"/>
                  </a:cubicBezTo>
                  <a:cubicBezTo>
                    <a:pt x="1555" y="1088"/>
                    <a:pt x="1141" y="1459"/>
                    <a:pt x="1122" y="1473"/>
                  </a:cubicBezTo>
                  <a:lnTo>
                    <a:pt x="1117" y="1473"/>
                  </a:lnTo>
                  <a:cubicBezTo>
                    <a:pt x="1006" y="1569"/>
                    <a:pt x="862" y="1622"/>
                    <a:pt x="708" y="1627"/>
                  </a:cubicBezTo>
                  <a:cubicBezTo>
                    <a:pt x="665" y="1627"/>
                    <a:pt x="621" y="1622"/>
                    <a:pt x="578" y="1613"/>
                  </a:cubicBezTo>
                  <a:cubicBezTo>
                    <a:pt x="414" y="1579"/>
                    <a:pt x="251" y="1478"/>
                    <a:pt x="92" y="1309"/>
                  </a:cubicBezTo>
                  <a:lnTo>
                    <a:pt x="15" y="1232"/>
                  </a:lnTo>
                  <a:lnTo>
                    <a:pt x="15" y="2883"/>
                  </a:lnTo>
                  <a:cubicBezTo>
                    <a:pt x="15" y="2912"/>
                    <a:pt x="10" y="2941"/>
                    <a:pt x="5" y="2970"/>
                  </a:cubicBezTo>
                  <a:lnTo>
                    <a:pt x="0" y="3018"/>
                  </a:lnTo>
                  <a:lnTo>
                    <a:pt x="2878" y="3018"/>
                  </a:lnTo>
                  <a:lnTo>
                    <a:pt x="2878"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1"/>
            <p:cNvSpPr/>
            <p:nvPr/>
          </p:nvSpPr>
          <p:spPr>
            <a:xfrm>
              <a:off x="8208780" y="2918494"/>
              <a:ext cx="108320" cy="141996"/>
            </a:xfrm>
            <a:custGeom>
              <a:rect b="b" l="l" r="r" t="t"/>
              <a:pathLst>
                <a:path extrusionOk="0" h="5414" w="4130">
                  <a:moveTo>
                    <a:pt x="2310" y="1"/>
                  </a:moveTo>
                  <a:cubicBezTo>
                    <a:pt x="2195" y="1"/>
                    <a:pt x="2099" y="97"/>
                    <a:pt x="2099" y="212"/>
                  </a:cubicBezTo>
                  <a:lnTo>
                    <a:pt x="2099" y="2469"/>
                  </a:lnTo>
                  <a:cubicBezTo>
                    <a:pt x="2099" y="2585"/>
                    <a:pt x="2011" y="2642"/>
                    <a:pt x="1923" y="2642"/>
                  </a:cubicBezTo>
                  <a:cubicBezTo>
                    <a:pt x="1835" y="2642"/>
                    <a:pt x="1747" y="2585"/>
                    <a:pt x="1747" y="2469"/>
                  </a:cubicBezTo>
                  <a:lnTo>
                    <a:pt x="1747" y="593"/>
                  </a:lnTo>
                  <a:cubicBezTo>
                    <a:pt x="1747" y="472"/>
                    <a:pt x="1651" y="381"/>
                    <a:pt x="1536" y="381"/>
                  </a:cubicBezTo>
                  <a:lnTo>
                    <a:pt x="1516" y="381"/>
                  </a:lnTo>
                  <a:cubicBezTo>
                    <a:pt x="1514" y="381"/>
                    <a:pt x="1511" y="381"/>
                    <a:pt x="1508" y="381"/>
                  </a:cubicBezTo>
                  <a:cubicBezTo>
                    <a:pt x="1396" y="381"/>
                    <a:pt x="1305" y="475"/>
                    <a:pt x="1305" y="593"/>
                  </a:cubicBezTo>
                  <a:lnTo>
                    <a:pt x="1305" y="2614"/>
                  </a:lnTo>
                  <a:lnTo>
                    <a:pt x="1305" y="2618"/>
                  </a:lnTo>
                  <a:lnTo>
                    <a:pt x="1305" y="2628"/>
                  </a:lnTo>
                  <a:cubicBezTo>
                    <a:pt x="1314" y="2745"/>
                    <a:pt x="1221" y="2817"/>
                    <a:pt x="1128" y="2817"/>
                  </a:cubicBezTo>
                  <a:cubicBezTo>
                    <a:pt x="1067" y="2817"/>
                    <a:pt x="1007" y="2787"/>
                    <a:pt x="973" y="2719"/>
                  </a:cubicBezTo>
                  <a:cubicBezTo>
                    <a:pt x="848" y="2474"/>
                    <a:pt x="569" y="2084"/>
                    <a:pt x="318" y="2031"/>
                  </a:cubicBezTo>
                  <a:cubicBezTo>
                    <a:pt x="299" y="2026"/>
                    <a:pt x="280" y="2022"/>
                    <a:pt x="261" y="2022"/>
                  </a:cubicBezTo>
                  <a:cubicBezTo>
                    <a:pt x="193" y="2022"/>
                    <a:pt x="131" y="2046"/>
                    <a:pt x="78" y="2089"/>
                  </a:cubicBezTo>
                  <a:lnTo>
                    <a:pt x="73" y="2099"/>
                  </a:lnTo>
                  <a:cubicBezTo>
                    <a:pt x="1" y="2190"/>
                    <a:pt x="1" y="2426"/>
                    <a:pt x="261" y="2777"/>
                  </a:cubicBezTo>
                  <a:cubicBezTo>
                    <a:pt x="443" y="3027"/>
                    <a:pt x="564" y="3326"/>
                    <a:pt x="607" y="3634"/>
                  </a:cubicBezTo>
                  <a:cubicBezTo>
                    <a:pt x="665" y="3966"/>
                    <a:pt x="713" y="4230"/>
                    <a:pt x="1343" y="4707"/>
                  </a:cubicBezTo>
                  <a:cubicBezTo>
                    <a:pt x="1387" y="4735"/>
                    <a:pt x="1411" y="4788"/>
                    <a:pt x="1411" y="4846"/>
                  </a:cubicBezTo>
                  <a:lnTo>
                    <a:pt x="1411" y="5414"/>
                  </a:lnTo>
                  <a:lnTo>
                    <a:pt x="3590" y="5414"/>
                  </a:lnTo>
                  <a:lnTo>
                    <a:pt x="3590" y="4581"/>
                  </a:lnTo>
                  <a:cubicBezTo>
                    <a:pt x="3590" y="4519"/>
                    <a:pt x="3624" y="4461"/>
                    <a:pt x="3677" y="4428"/>
                  </a:cubicBezTo>
                  <a:cubicBezTo>
                    <a:pt x="4023" y="4225"/>
                    <a:pt x="4129" y="3225"/>
                    <a:pt x="4120" y="2642"/>
                  </a:cubicBezTo>
                  <a:lnTo>
                    <a:pt x="4120" y="1521"/>
                  </a:lnTo>
                  <a:cubicBezTo>
                    <a:pt x="4120" y="1406"/>
                    <a:pt x="4023" y="1310"/>
                    <a:pt x="3903" y="1310"/>
                  </a:cubicBezTo>
                  <a:lnTo>
                    <a:pt x="3889" y="1310"/>
                  </a:lnTo>
                  <a:cubicBezTo>
                    <a:pt x="3773" y="1310"/>
                    <a:pt x="3677" y="1406"/>
                    <a:pt x="3677" y="1521"/>
                  </a:cubicBezTo>
                  <a:lnTo>
                    <a:pt x="3677" y="2469"/>
                  </a:lnTo>
                  <a:cubicBezTo>
                    <a:pt x="3677" y="2585"/>
                    <a:pt x="3589" y="2642"/>
                    <a:pt x="3501" y="2642"/>
                  </a:cubicBezTo>
                  <a:cubicBezTo>
                    <a:pt x="3414" y="2642"/>
                    <a:pt x="3326" y="2585"/>
                    <a:pt x="3326" y="2469"/>
                  </a:cubicBezTo>
                  <a:lnTo>
                    <a:pt x="3326" y="593"/>
                  </a:lnTo>
                  <a:cubicBezTo>
                    <a:pt x="3326" y="472"/>
                    <a:pt x="3229" y="381"/>
                    <a:pt x="3114" y="381"/>
                  </a:cubicBezTo>
                  <a:lnTo>
                    <a:pt x="3095" y="381"/>
                  </a:lnTo>
                  <a:cubicBezTo>
                    <a:pt x="2994" y="381"/>
                    <a:pt x="2907" y="448"/>
                    <a:pt x="2888" y="549"/>
                  </a:cubicBezTo>
                  <a:lnTo>
                    <a:pt x="2888" y="881"/>
                  </a:lnTo>
                  <a:cubicBezTo>
                    <a:pt x="2888" y="891"/>
                    <a:pt x="2888" y="901"/>
                    <a:pt x="2888" y="915"/>
                  </a:cubicBezTo>
                  <a:lnTo>
                    <a:pt x="2888" y="934"/>
                  </a:lnTo>
                  <a:cubicBezTo>
                    <a:pt x="2888" y="944"/>
                    <a:pt x="2888" y="953"/>
                    <a:pt x="2888" y="963"/>
                  </a:cubicBezTo>
                  <a:lnTo>
                    <a:pt x="2888" y="2469"/>
                  </a:lnTo>
                  <a:cubicBezTo>
                    <a:pt x="2888" y="2585"/>
                    <a:pt x="2800" y="2642"/>
                    <a:pt x="2712" y="2642"/>
                  </a:cubicBezTo>
                  <a:cubicBezTo>
                    <a:pt x="2624" y="2642"/>
                    <a:pt x="2537" y="2585"/>
                    <a:pt x="2537" y="2469"/>
                  </a:cubicBezTo>
                  <a:lnTo>
                    <a:pt x="2537" y="1103"/>
                  </a:lnTo>
                  <a:cubicBezTo>
                    <a:pt x="2537" y="1093"/>
                    <a:pt x="2537" y="1083"/>
                    <a:pt x="2537" y="1074"/>
                  </a:cubicBezTo>
                  <a:lnTo>
                    <a:pt x="2537" y="593"/>
                  </a:lnTo>
                  <a:cubicBezTo>
                    <a:pt x="2537" y="573"/>
                    <a:pt x="2537" y="549"/>
                    <a:pt x="2541" y="530"/>
                  </a:cubicBezTo>
                  <a:lnTo>
                    <a:pt x="2541" y="212"/>
                  </a:lnTo>
                  <a:cubicBezTo>
                    <a:pt x="2541" y="97"/>
                    <a:pt x="2445" y="1"/>
                    <a:pt x="2325"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1"/>
            <p:cNvSpPr/>
            <p:nvPr/>
          </p:nvSpPr>
          <p:spPr>
            <a:xfrm>
              <a:off x="7989334" y="3118531"/>
              <a:ext cx="108424" cy="141996"/>
            </a:xfrm>
            <a:custGeom>
              <a:rect b="b" l="l" r="r" t="t"/>
              <a:pathLst>
                <a:path extrusionOk="0" h="5414" w="4134">
                  <a:moveTo>
                    <a:pt x="539" y="0"/>
                  </a:moveTo>
                  <a:lnTo>
                    <a:pt x="539" y="833"/>
                  </a:lnTo>
                  <a:cubicBezTo>
                    <a:pt x="539" y="895"/>
                    <a:pt x="505" y="953"/>
                    <a:pt x="452" y="982"/>
                  </a:cubicBezTo>
                  <a:cubicBezTo>
                    <a:pt x="111" y="1189"/>
                    <a:pt x="0" y="2185"/>
                    <a:pt x="10" y="2772"/>
                  </a:cubicBezTo>
                  <a:lnTo>
                    <a:pt x="10" y="3893"/>
                  </a:lnTo>
                  <a:cubicBezTo>
                    <a:pt x="10" y="4008"/>
                    <a:pt x="106" y="4105"/>
                    <a:pt x="226" y="4105"/>
                  </a:cubicBezTo>
                  <a:lnTo>
                    <a:pt x="241" y="4105"/>
                  </a:lnTo>
                  <a:cubicBezTo>
                    <a:pt x="356" y="4105"/>
                    <a:pt x="452" y="4008"/>
                    <a:pt x="452" y="3893"/>
                  </a:cubicBezTo>
                  <a:lnTo>
                    <a:pt x="452" y="2945"/>
                  </a:lnTo>
                  <a:cubicBezTo>
                    <a:pt x="452" y="2827"/>
                    <a:pt x="540" y="2768"/>
                    <a:pt x="628" y="2768"/>
                  </a:cubicBezTo>
                  <a:cubicBezTo>
                    <a:pt x="716" y="2768"/>
                    <a:pt x="804" y="2827"/>
                    <a:pt x="804" y="2945"/>
                  </a:cubicBezTo>
                  <a:lnTo>
                    <a:pt x="804" y="4822"/>
                  </a:lnTo>
                  <a:cubicBezTo>
                    <a:pt x="804" y="4937"/>
                    <a:pt x="900" y="5033"/>
                    <a:pt x="1015" y="5033"/>
                  </a:cubicBezTo>
                  <a:lnTo>
                    <a:pt x="1035" y="5033"/>
                  </a:lnTo>
                  <a:cubicBezTo>
                    <a:pt x="1136" y="5033"/>
                    <a:pt x="1222" y="4961"/>
                    <a:pt x="1242" y="4865"/>
                  </a:cubicBezTo>
                  <a:lnTo>
                    <a:pt x="1242" y="4528"/>
                  </a:lnTo>
                  <a:cubicBezTo>
                    <a:pt x="1242" y="4519"/>
                    <a:pt x="1242" y="4509"/>
                    <a:pt x="1242" y="4499"/>
                  </a:cubicBezTo>
                  <a:lnTo>
                    <a:pt x="1242" y="4480"/>
                  </a:lnTo>
                  <a:cubicBezTo>
                    <a:pt x="1242" y="4466"/>
                    <a:pt x="1242" y="4456"/>
                    <a:pt x="1242" y="4446"/>
                  </a:cubicBezTo>
                  <a:lnTo>
                    <a:pt x="1242" y="2945"/>
                  </a:lnTo>
                  <a:cubicBezTo>
                    <a:pt x="1242" y="2827"/>
                    <a:pt x="1329" y="2768"/>
                    <a:pt x="1417" y="2768"/>
                  </a:cubicBezTo>
                  <a:cubicBezTo>
                    <a:pt x="1505" y="2768"/>
                    <a:pt x="1593" y="2827"/>
                    <a:pt x="1593" y="2945"/>
                  </a:cubicBezTo>
                  <a:lnTo>
                    <a:pt x="1593" y="4312"/>
                  </a:lnTo>
                  <a:cubicBezTo>
                    <a:pt x="1593" y="4321"/>
                    <a:pt x="1593" y="4331"/>
                    <a:pt x="1593" y="4340"/>
                  </a:cubicBezTo>
                  <a:lnTo>
                    <a:pt x="1593" y="4822"/>
                  </a:lnTo>
                  <a:cubicBezTo>
                    <a:pt x="1593" y="4841"/>
                    <a:pt x="1593" y="4860"/>
                    <a:pt x="1588" y="4879"/>
                  </a:cubicBezTo>
                  <a:lnTo>
                    <a:pt x="1588" y="5202"/>
                  </a:lnTo>
                  <a:cubicBezTo>
                    <a:pt x="1588" y="5317"/>
                    <a:pt x="1684" y="5414"/>
                    <a:pt x="1805" y="5414"/>
                  </a:cubicBezTo>
                  <a:lnTo>
                    <a:pt x="1819" y="5414"/>
                  </a:lnTo>
                  <a:cubicBezTo>
                    <a:pt x="1934" y="5414"/>
                    <a:pt x="2031" y="5317"/>
                    <a:pt x="2031" y="5202"/>
                  </a:cubicBezTo>
                  <a:lnTo>
                    <a:pt x="2031" y="2945"/>
                  </a:lnTo>
                  <a:cubicBezTo>
                    <a:pt x="2031" y="2827"/>
                    <a:pt x="2119" y="2768"/>
                    <a:pt x="2206" y="2768"/>
                  </a:cubicBezTo>
                  <a:cubicBezTo>
                    <a:pt x="2294" y="2768"/>
                    <a:pt x="2382" y="2827"/>
                    <a:pt x="2382" y="2945"/>
                  </a:cubicBezTo>
                  <a:lnTo>
                    <a:pt x="2382" y="4822"/>
                  </a:lnTo>
                  <a:cubicBezTo>
                    <a:pt x="2382" y="4937"/>
                    <a:pt x="2478" y="5033"/>
                    <a:pt x="2594" y="5033"/>
                  </a:cubicBezTo>
                  <a:lnTo>
                    <a:pt x="2608" y="5033"/>
                  </a:lnTo>
                  <a:cubicBezTo>
                    <a:pt x="2728" y="5033"/>
                    <a:pt x="2825" y="4937"/>
                    <a:pt x="2825" y="4822"/>
                  </a:cubicBezTo>
                  <a:lnTo>
                    <a:pt x="2825" y="2801"/>
                  </a:lnTo>
                  <a:lnTo>
                    <a:pt x="2825" y="2796"/>
                  </a:lnTo>
                  <a:lnTo>
                    <a:pt x="2825" y="2786"/>
                  </a:lnTo>
                  <a:cubicBezTo>
                    <a:pt x="2816" y="2668"/>
                    <a:pt x="2910" y="2596"/>
                    <a:pt x="3004" y="2596"/>
                  </a:cubicBezTo>
                  <a:cubicBezTo>
                    <a:pt x="3064" y="2596"/>
                    <a:pt x="3123" y="2625"/>
                    <a:pt x="3157" y="2690"/>
                  </a:cubicBezTo>
                  <a:cubicBezTo>
                    <a:pt x="3282" y="2940"/>
                    <a:pt x="3561" y="3325"/>
                    <a:pt x="3816" y="3383"/>
                  </a:cubicBezTo>
                  <a:cubicBezTo>
                    <a:pt x="3830" y="3388"/>
                    <a:pt x="3850" y="3388"/>
                    <a:pt x="3869" y="3388"/>
                  </a:cubicBezTo>
                  <a:cubicBezTo>
                    <a:pt x="3936" y="3388"/>
                    <a:pt x="3999" y="3364"/>
                    <a:pt x="4052" y="3320"/>
                  </a:cubicBezTo>
                  <a:lnTo>
                    <a:pt x="4056" y="3311"/>
                  </a:lnTo>
                  <a:cubicBezTo>
                    <a:pt x="4133" y="3219"/>
                    <a:pt x="4129" y="2984"/>
                    <a:pt x="3874" y="2632"/>
                  </a:cubicBezTo>
                  <a:cubicBezTo>
                    <a:pt x="3724" y="2440"/>
                    <a:pt x="3619" y="2214"/>
                    <a:pt x="3566" y="1973"/>
                  </a:cubicBezTo>
                  <a:cubicBezTo>
                    <a:pt x="3546" y="1906"/>
                    <a:pt x="3537" y="1838"/>
                    <a:pt x="3522" y="1781"/>
                  </a:cubicBezTo>
                  <a:cubicBezTo>
                    <a:pt x="3465" y="1449"/>
                    <a:pt x="3417" y="1184"/>
                    <a:pt x="2786" y="708"/>
                  </a:cubicBezTo>
                  <a:cubicBezTo>
                    <a:pt x="2743" y="674"/>
                    <a:pt x="2719" y="626"/>
                    <a:pt x="2719" y="568"/>
                  </a:cubicBezTo>
                  <a:lnTo>
                    <a:pt x="2719"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1"/>
            <p:cNvSpPr/>
            <p:nvPr/>
          </p:nvSpPr>
          <p:spPr>
            <a:xfrm>
              <a:off x="8182159" y="3145781"/>
              <a:ext cx="142127" cy="107297"/>
            </a:xfrm>
            <a:custGeom>
              <a:rect b="b" l="l" r="r" t="t"/>
              <a:pathLst>
                <a:path extrusionOk="0" h="4091" w="5419">
                  <a:moveTo>
                    <a:pt x="3171" y="1"/>
                  </a:moveTo>
                  <a:cubicBezTo>
                    <a:pt x="3070" y="1"/>
                    <a:pt x="2897" y="44"/>
                    <a:pt x="2642" y="232"/>
                  </a:cubicBezTo>
                  <a:cubicBezTo>
                    <a:pt x="2387" y="419"/>
                    <a:pt x="2094" y="535"/>
                    <a:pt x="1786" y="578"/>
                  </a:cubicBezTo>
                  <a:cubicBezTo>
                    <a:pt x="1449" y="636"/>
                    <a:pt x="1189" y="684"/>
                    <a:pt x="713" y="1314"/>
                  </a:cubicBezTo>
                  <a:cubicBezTo>
                    <a:pt x="679" y="1358"/>
                    <a:pt x="626" y="1382"/>
                    <a:pt x="573" y="1382"/>
                  </a:cubicBezTo>
                  <a:lnTo>
                    <a:pt x="1" y="1382"/>
                  </a:lnTo>
                  <a:lnTo>
                    <a:pt x="1" y="3561"/>
                  </a:lnTo>
                  <a:lnTo>
                    <a:pt x="838" y="3561"/>
                  </a:lnTo>
                  <a:cubicBezTo>
                    <a:pt x="900" y="3561"/>
                    <a:pt x="958" y="3595"/>
                    <a:pt x="987" y="3648"/>
                  </a:cubicBezTo>
                  <a:cubicBezTo>
                    <a:pt x="1194" y="3999"/>
                    <a:pt x="2185" y="4091"/>
                    <a:pt x="2681" y="4091"/>
                  </a:cubicBezTo>
                  <a:lnTo>
                    <a:pt x="3893" y="4091"/>
                  </a:lnTo>
                  <a:cubicBezTo>
                    <a:pt x="4009" y="4091"/>
                    <a:pt x="4105" y="3994"/>
                    <a:pt x="4105" y="3879"/>
                  </a:cubicBezTo>
                  <a:lnTo>
                    <a:pt x="4105" y="3860"/>
                  </a:lnTo>
                  <a:cubicBezTo>
                    <a:pt x="4105" y="3744"/>
                    <a:pt x="4009" y="3648"/>
                    <a:pt x="3893" y="3648"/>
                  </a:cubicBezTo>
                  <a:lnTo>
                    <a:pt x="2950" y="3648"/>
                  </a:lnTo>
                  <a:cubicBezTo>
                    <a:pt x="2714" y="3648"/>
                    <a:pt x="2714" y="3297"/>
                    <a:pt x="2950" y="3297"/>
                  </a:cubicBezTo>
                  <a:lnTo>
                    <a:pt x="4822" y="3297"/>
                  </a:lnTo>
                  <a:cubicBezTo>
                    <a:pt x="4942" y="3297"/>
                    <a:pt x="5038" y="3200"/>
                    <a:pt x="5038" y="3085"/>
                  </a:cubicBezTo>
                  <a:lnTo>
                    <a:pt x="5038" y="3071"/>
                  </a:lnTo>
                  <a:cubicBezTo>
                    <a:pt x="5038" y="2969"/>
                    <a:pt x="4966" y="2883"/>
                    <a:pt x="4870" y="2859"/>
                  </a:cubicBezTo>
                  <a:lnTo>
                    <a:pt x="4533" y="2859"/>
                  </a:lnTo>
                  <a:cubicBezTo>
                    <a:pt x="4528" y="2861"/>
                    <a:pt x="4524" y="2862"/>
                    <a:pt x="4519" y="2862"/>
                  </a:cubicBezTo>
                  <a:cubicBezTo>
                    <a:pt x="4514" y="2862"/>
                    <a:pt x="4509" y="2861"/>
                    <a:pt x="4504" y="2859"/>
                  </a:cubicBezTo>
                  <a:lnTo>
                    <a:pt x="4485" y="2859"/>
                  </a:lnTo>
                  <a:cubicBezTo>
                    <a:pt x="4478" y="2861"/>
                    <a:pt x="4472" y="2862"/>
                    <a:pt x="4466" y="2862"/>
                  </a:cubicBezTo>
                  <a:cubicBezTo>
                    <a:pt x="4461" y="2862"/>
                    <a:pt x="4456" y="2861"/>
                    <a:pt x="4451" y="2859"/>
                  </a:cubicBezTo>
                  <a:lnTo>
                    <a:pt x="2950" y="2859"/>
                  </a:lnTo>
                  <a:cubicBezTo>
                    <a:pt x="2714" y="2859"/>
                    <a:pt x="2714" y="2508"/>
                    <a:pt x="2950" y="2508"/>
                  </a:cubicBezTo>
                  <a:lnTo>
                    <a:pt x="4827" y="2508"/>
                  </a:lnTo>
                  <a:cubicBezTo>
                    <a:pt x="4846" y="2508"/>
                    <a:pt x="4865" y="2512"/>
                    <a:pt x="4884" y="2512"/>
                  </a:cubicBezTo>
                  <a:lnTo>
                    <a:pt x="5207" y="2512"/>
                  </a:lnTo>
                  <a:cubicBezTo>
                    <a:pt x="5322" y="2512"/>
                    <a:pt x="5419" y="2416"/>
                    <a:pt x="5419" y="2301"/>
                  </a:cubicBezTo>
                  <a:lnTo>
                    <a:pt x="5419" y="2286"/>
                  </a:lnTo>
                  <a:cubicBezTo>
                    <a:pt x="5419" y="2169"/>
                    <a:pt x="5327" y="2070"/>
                    <a:pt x="5210" y="2070"/>
                  </a:cubicBezTo>
                  <a:cubicBezTo>
                    <a:pt x="5208" y="2070"/>
                    <a:pt x="5205" y="2070"/>
                    <a:pt x="5202" y="2070"/>
                  </a:cubicBezTo>
                  <a:lnTo>
                    <a:pt x="2950" y="2070"/>
                  </a:lnTo>
                  <a:cubicBezTo>
                    <a:pt x="2714" y="2070"/>
                    <a:pt x="2714" y="1718"/>
                    <a:pt x="2950" y="1718"/>
                  </a:cubicBezTo>
                  <a:lnTo>
                    <a:pt x="4822" y="1718"/>
                  </a:lnTo>
                  <a:cubicBezTo>
                    <a:pt x="4942" y="1718"/>
                    <a:pt x="5038" y="1622"/>
                    <a:pt x="5038" y="1502"/>
                  </a:cubicBezTo>
                  <a:lnTo>
                    <a:pt x="5038" y="1487"/>
                  </a:lnTo>
                  <a:cubicBezTo>
                    <a:pt x="5038" y="1372"/>
                    <a:pt x="4942" y="1276"/>
                    <a:pt x="4822" y="1276"/>
                  </a:cubicBezTo>
                  <a:lnTo>
                    <a:pt x="2787" y="1276"/>
                  </a:lnTo>
                  <a:cubicBezTo>
                    <a:pt x="2781" y="1276"/>
                    <a:pt x="2777" y="1276"/>
                    <a:pt x="2772" y="1276"/>
                  </a:cubicBezTo>
                  <a:cubicBezTo>
                    <a:pt x="2595" y="1276"/>
                    <a:pt x="2531" y="1028"/>
                    <a:pt x="2695" y="944"/>
                  </a:cubicBezTo>
                  <a:cubicBezTo>
                    <a:pt x="2945" y="819"/>
                    <a:pt x="3330" y="540"/>
                    <a:pt x="3388" y="285"/>
                  </a:cubicBezTo>
                  <a:cubicBezTo>
                    <a:pt x="3407" y="203"/>
                    <a:pt x="3383" y="116"/>
                    <a:pt x="3325" y="54"/>
                  </a:cubicBezTo>
                  <a:lnTo>
                    <a:pt x="3321" y="44"/>
                  </a:lnTo>
                  <a:cubicBezTo>
                    <a:pt x="3277" y="15"/>
                    <a:pt x="3224" y="1"/>
                    <a:pt x="317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1"/>
            <p:cNvSpPr/>
            <p:nvPr/>
          </p:nvSpPr>
          <p:spPr>
            <a:xfrm>
              <a:off x="7982122" y="2925811"/>
              <a:ext cx="142022" cy="107297"/>
            </a:xfrm>
            <a:custGeom>
              <a:rect b="b" l="l" r="r" t="t"/>
              <a:pathLst>
                <a:path extrusionOk="0" h="4091" w="5415">
                  <a:moveTo>
                    <a:pt x="1526" y="1"/>
                  </a:moveTo>
                  <a:cubicBezTo>
                    <a:pt x="1411" y="1"/>
                    <a:pt x="1315" y="97"/>
                    <a:pt x="1315" y="217"/>
                  </a:cubicBezTo>
                  <a:lnTo>
                    <a:pt x="1315" y="232"/>
                  </a:lnTo>
                  <a:cubicBezTo>
                    <a:pt x="1315" y="347"/>
                    <a:pt x="1411" y="443"/>
                    <a:pt x="1526" y="443"/>
                  </a:cubicBezTo>
                  <a:lnTo>
                    <a:pt x="2469" y="443"/>
                  </a:lnTo>
                  <a:cubicBezTo>
                    <a:pt x="2705" y="443"/>
                    <a:pt x="2705" y="795"/>
                    <a:pt x="2469" y="795"/>
                  </a:cubicBezTo>
                  <a:lnTo>
                    <a:pt x="593" y="795"/>
                  </a:lnTo>
                  <a:cubicBezTo>
                    <a:pt x="477" y="795"/>
                    <a:pt x="381" y="891"/>
                    <a:pt x="381" y="1006"/>
                  </a:cubicBezTo>
                  <a:lnTo>
                    <a:pt x="381" y="1026"/>
                  </a:lnTo>
                  <a:cubicBezTo>
                    <a:pt x="381" y="1127"/>
                    <a:pt x="453" y="1213"/>
                    <a:pt x="549" y="1233"/>
                  </a:cubicBezTo>
                  <a:lnTo>
                    <a:pt x="2469" y="1233"/>
                  </a:lnTo>
                  <a:cubicBezTo>
                    <a:pt x="2705" y="1233"/>
                    <a:pt x="2705" y="1584"/>
                    <a:pt x="2469" y="1584"/>
                  </a:cubicBezTo>
                  <a:lnTo>
                    <a:pt x="593" y="1584"/>
                  </a:lnTo>
                  <a:cubicBezTo>
                    <a:pt x="574" y="1584"/>
                    <a:pt x="554" y="1584"/>
                    <a:pt x="535" y="1579"/>
                  </a:cubicBezTo>
                  <a:lnTo>
                    <a:pt x="213" y="1579"/>
                  </a:lnTo>
                  <a:cubicBezTo>
                    <a:pt x="97" y="1579"/>
                    <a:pt x="1" y="1675"/>
                    <a:pt x="1" y="1796"/>
                  </a:cubicBezTo>
                  <a:lnTo>
                    <a:pt x="1" y="1810"/>
                  </a:lnTo>
                  <a:cubicBezTo>
                    <a:pt x="1" y="1926"/>
                    <a:pt x="97" y="2022"/>
                    <a:pt x="213" y="2022"/>
                  </a:cubicBezTo>
                  <a:lnTo>
                    <a:pt x="2469" y="2022"/>
                  </a:lnTo>
                  <a:cubicBezTo>
                    <a:pt x="2705" y="2022"/>
                    <a:pt x="2705" y="2373"/>
                    <a:pt x="2469" y="2373"/>
                  </a:cubicBezTo>
                  <a:lnTo>
                    <a:pt x="593" y="2373"/>
                  </a:lnTo>
                  <a:cubicBezTo>
                    <a:pt x="477" y="2373"/>
                    <a:pt x="381" y="2469"/>
                    <a:pt x="381" y="2585"/>
                  </a:cubicBezTo>
                  <a:lnTo>
                    <a:pt x="381" y="2604"/>
                  </a:lnTo>
                  <a:cubicBezTo>
                    <a:pt x="381" y="2719"/>
                    <a:pt x="477" y="2816"/>
                    <a:pt x="593" y="2816"/>
                  </a:cubicBezTo>
                  <a:lnTo>
                    <a:pt x="2628" y="2816"/>
                  </a:lnTo>
                  <a:cubicBezTo>
                    <a:pt x="2633" y="2815"/>
                    <a:pt x="2638" y="2815"/>
                    <a:pt x="2643" y="2815"/>
                  </a:cubicBezTo>
                  <a:cubicBezTo>
                    <a:pt x="2824" y="2815"/>
                    <a:pt x="2888" y="3063"/>
                    <a:pt x="2720" y="3148"/>
                  </a:cubicBezTo>
                  <a:cubicBezTo>
                    <a:pt x="2474" y="3273"/>
                    <a:pt x="2084" y="3552"/>
                    <a:pt x="2031" y="3807"/>
                  </a:cubicBezTo>
                  <a:cubicBezTo>
                    <a:pt x="2012" y="3889"/>
                    <a:pt x="2036" y="3975"/>
                    <a:pt x="2094" y="4038"/>
                  </a:cubicBezTo>
                  <a:lnTo>
                    <a:pt x="2099" y="4047"/>
                  </a:lnTo>
                  <a:cubicBezTo>
                    <a:pt x="2142" y="4076"/>
                    <a:pt x="2195" y="4091"/>
                    <a:pt x="2248" y="4091"/>
                  </a:cubicBezTo>
                  <a:cubicBezTo>
                    <a:pt x="2349" y="4091"/>
                    <a:pt x="2522" y="4052"/>
                    <a:pt x="2777" y="3860"/>
                  </a:cubicBezTo>
                  <a:cubicBezTo>
                    <a:pt x="3032" y="3677"/>
                    <a:pt x="3326" y="3557"/>
                    <a:pt x="3634" y="3513"/>
                  </a:cubicBezTo>
                  <a:cubicBezTo>
                    <a:pt x="3966" y="3456"/>
                    <a:pt x="4230" y="3408"/>
                    <a:pt x="4707" y="2777"/>
                  </a:cubicBezTo>
                  <a:cubicBezTo>
                    <a:pt x="4740" y="2734"/>
                    <a:pt x="4789" y="2710"/>
                    <a:pt x="4846" y="2710"/>
                  </a:cubicBezTo>
                  <a:lnTo>
                    <a:pt x="5414" y="2710"/>
                  </a:lnTo>
                  <a:lnTo>
                    <a:pt x="5414" y="530"/>
                  </a:lnTo>
                  <a:lnTo>
                    <a:pt x="4582" y="530"/>
                  </a:lnTo>
                  <a:cubicBezTo>
                    <a:pt x="4519" y="530"/>
                    <a:pt x="4466" y="496"/>
                    <a:pt x="4433" y="443"/>
                  </a:cubicBezTo>
                  <a:cubicBezTo>
                    <a:pt x="4226" y="97"/>
                    <a:pt x="3234" y="1"/>
                    <a:pt x="27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1"/>
            <p:cNvSpPr/>
            <p:nvPr/>
          </p:nvSpPr>
          <p:spPr>
            <a:xfrm>
              <a:off x="8282374" y="2928355"/>
              <a:ext cx="13140" cy="62526"/>
            </a:xfrm>
            <a:custGeom>
              <a:rect b="b" l="l" r="r" t="t"/>
              <a:pathLst>
                <a:path extrusionOk="0" h="2384" w="501">
                  <a:moveTo>
                    <a:pt x="289" y="0"/>
                  </a:moveTo>
                  <a:cubicBezTo>
                    <a:pt x="188" y="0"/>
                    <a:pt x="101" y="72"/>
                    <a:pt x="82" y="168"/>
                  </a:cubicBezTo>
                  <a:lnTo>
                    <a:pt x="82" y="505"/>
                  </a:lnTo>
                  <a:cubicBezTo>
                    <a:pt x="82" y="515"/>
                    <a:pt x="82" y="525"/>
                    <a:pt x="82" y="534"/>
                  </a:cubicBezTo>
                  <a:lnTo>
                    <a:pt x="82" y="553"/>
                  </a:lnTo>
                  <a:cubicBezTo>
                    <a:pt x="82" y="563"/>
                    <a:pt x="82" y="577"/>
                    <a:pt x="82" y="587"/>
                  </a:cubicBezTo>
                  <a:lnTo>
                    <a:pt x="82" y="2088"/>
                  </a:lnTo>
                  <a:cubicBezTo>
                    <a:pt x="82" y="2151"/>
                    <a:pt x="53" y="2209"/>
                    <a:pt x="0" y="2242"/>
                  </a:cubicBezTo>
                  <a:cubicBezTo>
                    <a:pt x="18" y="2338"/>
                    <a:pt x="92" y="2383"/>
                    <a:pt x="168" y="2383"/>
                  </a:cubicBezTo>
                  <a:cubicBezTo>
                    <a:pt x="255" y="2383"/>
                    <a:pt x="344" y="2322"/>
                    <a:pt x="346" y="2209"/>
                  </a:cubicBezTo>
                  <a:lnTo>
                    <a:pt x="346" y="703"/>
                  </a:lnTo>
                  <a:cubicBezTo>
                    <a:pt x="346" y="693"/>
                    <a:pt x="346" y="683"/>
                    <a:pt x="346" y="674"/>
                  </a:cubicBezTo>
                  <a:lnTo>
                    <a:pt x="346" y="654"/>
                  </a:lnTo>
                  <a:cubicBezTo>
                    <a:pt x="346" y="640"/>
                    <a:pt x="346" y="630"/>
                    <a:pt x="346" y="621"/>
                  </a:cubicBezTo>
                  <a:lnTo>
                    <a:pt x="346" y="289"/>
                  </a:lnTo>
                  <a:cubicBezTo>
                    <a:pt x="361" y="207"/>
                    <a:pt x="423" y="144"/>
                    <a:pt x="500" y="125"/>
                  </a:cubicBezTo>
                  <a:cubicBezTo>
                    <a:pt x="467" y="48"/>
                    <a:pt x="390" y="0"/>
                    <a:pt x="30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1"/>
            <p:cNvSpPr/>
            <p:nvPr/>
          </p:nvSpPr>
          <p:spPr>
            <a:xfrm>
              <a:off x="8302937" y="2952826"/>
              <a:ext cx="13402" cy="38135"/>
            </a:xfrm>
            <a:custGeom>
              <a:rect b="b" l="l" r="r" t="t"/>
              <a:pathLst>
                <a:path extrusionOk="0" h="1454" w="511">
                  <a:moveTo>
                    <a:pt x="299" y="1"/>
                  </a:moveTo>
                  <a:cubicBezTo>
                    <a:pt x="183" y="1"/>
                    <a:pt x="87" y="97"/>
                    <a:pt x="87" y="212"/>
                  </a:cubicBezTo>
                  <a:lnTo>
                    <a:pt x="87" y="1160"/>
                  </a:lnTo>
                  <a:cubicBezTo>
                    <a:pt x="87" y="1218"/>
                    <a:pt x="53" y="1276"/>
                    <a:pt x="0" y="1309"/>
                  </a:cubicBezTo>
                  <a:cubicBezTo>
                    <a:pt x="15" y="1391"/>
                    <a:pt x="87" y="1454"/>
                    <a:pt x="174" y="1454"/>
                  </a:cubicBezTo>
                  <a:cubicBezTo>
                    <a:pt x="270" y="1454"/>
                    <a:pt x="352" y="1377"/>
                    <a:pt x="352" y="1280"/>
                  </a:cubicBezTo>
                  <a:lnTo>
                    <a:pt x="352" y="333"/>
                  </a:lnTo>
                  <a:cubicBezTo>
                    <a:pt x="352" y="231"/>
                    <a:pt x="414" y="150"/>
                    <a:pt x="510" y="126"/>
                  </a:cubicBezTo>
                  <a:cubicBezTo>
                    <a:pt x="472" y="49"/>
                    <a:pt x="400"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1"/>
            <p:cNvSpPr/>
            <p:nvPr/>
          </p:nvSpPr>
          <p:spPr>
            <a:xfrm>
              <a:off x="8240594" y="2928460"/>
              <a:ext cx="13533" cy="66959"/>
            </a:xfrm>
            <a:custGeom>
              <a:rect b="b" l="l" r="r" t="t"/>
              <a:pathLst>
                <a:path extrusionOk="0" h="2553" w="516">
                  <a:moveTo>
                    <a:pt x="303" y="1"/>
                  </a:moveTo>
                  <a:cubicBezTo>
                    <a:pt x="188" y="1"/>
                    <a:pt x="92" y="92"/>
                    <a:pt x="92" y="213"/>
                  </a:cubicBezTo>
                  <a:lnTo>
                    <a:pt x="92" y="2234"/>
                  </a:lnTo>
                  <a:lnTo>
                    <a:pt x="92" y="2238"/>
                  </a:lnTo>
                  <a:lnTo>
                    <a:pt x="92" y="2248"/>
                  </a:lnTo>
                  <a:cubicBezTo>
                    <a:pt x="97" y="2315"/>
                    <a:pt x="63" y="2378"/>
                    <a:pt x="0" y="2412"/>
                  </a:cubicBezTo>
                  <a:lnTo>
                    <a:pt x="24" y="2455"/>
                  </a:lnTo>
                  <a:cubicBezTo>
                    <a:pt x="58" y="2523"/>
                    <a:pt x="119" y="2553"/>
                    <a:pt x="179" y="2553"/>
                  </a:cubicBezTo>
                  <a:cubicBezTo>
                    <a:pt x="273" y="2553"/>
                    <a:pt x="365" y="2480"/>
                    <a:pt x="356" y="2363"/>
                  </a:cubicBezTo>
                  <a:lnTo>
                    <a:pt x="356" y="2354"/>
                  </a:lnTo>
                  <a:lnTo>
                    <a:pt x="356" y="2349"/>
                  </a:lnTo>
                  <a:lnTo>
                    <a:pt x="356" y="328"/>
                  </a:lnTo>
                  <a:cubicBezTo>
                    <a:pt x="356" y="232"/>
                    <a:pt x="419" y="150"/>
                    <a:pt x="515" y="121"/>
                  </a:cubicBezTo>
                  <a:cubicBezTo>
                    <a:pt x="477" y="49"/>
                    <a:pt x="405"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1"/>
            <p:cNvSpPr/>
            <p:nvPr/>
          </p:nvSpPr>
          <p:spPr>
            <a:xfrm>
              <a:off x="8208780" y="2971500"/>
              <a:ext cx="43957" cy="88990"/>
            </a:xfrm>
            <a:custGeom>
              <a:rect b="b" l="l" r="r" t="t"/>
              <a:pathLst>
                <a:path extrusionOk="0" h="3393" w="1676">
                  <a:moveTo>
                    <a:pt x="261" y="1"/>
                  </a:moveTo>
                  <a:cubicBezTo>
                    <a:pt x="198" y="1"/>
                    <a:pt x="131" y="25"/>
                    <a:pt x="83" y="68"/>
                  </a:cubicBezTo>
                  <a:lnTo>
                    <a:pt x="73" y="78"/>
                  </a:lnTo>
                  <a:cubicBezTo>
                    <a:pt x="1" y="169"/>
                    <a:pt x="1" y="405"/>
                    <a:pt x="261" y="756"/>
                  </a:cubicBezTo>
                  <a:cubicBezTo>
                    <a:pt x="448" y="1006"/>
                    <a:pt x="564" y="1300"/>
                    <a:pt x="607" y="1613"/>
                  </a:cubicBezTo>
                  <a:cubicBezTo>
                    <a:pt x="665" y="1945"/>
                    <a:pt x="713" y="2209"/>
                    <a:pt x="1343" y="2681"/>
                  </a:cubicBezTo>
                  <a:cubicBezTo>
                    <a:pt x="1387" y="2714"/>
                    <a:pt x="1411" y="2767"/>
                    <a:pt x="1411" y="2825"/>
                  </a:cubicBezTo>
                  <a:lnTo>
                    <a:pt x="1411" y="3393"/>
                  </a:lnTo>
                  <a:lnTo>
                    <a:pt x="1675" y="3393"/>
                  </a:lnTo>
                  <a:lnTo>
                    <a:pt x="1675" y="2941"/>
                  </a:lnTo>
                  <a:cubicBezTo>
                    <a:pt x="1675" y="2883"/>
                    <a:pt x="1651" y="2835"/>
                    <a:pt x="1608" y="2801"/>
                  </a:cubicBezTo>
                  <a:cubicBezTo>
                    <a:pt x="978" y="2325"/>
                    <a:pt x="929" y="2060"/>
                    <a:pt x="872" y="1728"/>
                  </a:cubicBezTo>
                  <a:cubicBezTo>
                    <a:pt x="828" y="1420"/>
                    <a:pt x="708" y="1127"/>
                    <a:pt x="520" y="872"/>
                  </a:cubicBezTo>
                  <a:cubicBezTo>
                    <a:pt x="265" y="520"/>
                    <a:pt x="261" y="289"/>
                    <a:pt x="338" y="193"/>
                  </a:cubicBezTo>
                  <a:lnTo>
                    <a:pt x="342" y="188"/>
                  </a:lnTo>
                  <a:cubicBezTo>
                    <a:pt x="395" y="145"/>
                    <a:pt x="458" y="121"/>
                    <a:pt x="525" y="121"/>
                  </a:cubicBezTo>
                  <a:lnTo>
                    <a:pt x="530" y="121"/>
                  </a:lnTo>
                  <a:cubicBezTo>
                    <a:pt x="468" y="68"/>
                    <a:pt x="395" y="30"/>
                    <a:pt x="318" y="10"/>
                  </a:cubicBezTo>
                  <a:cubicBezTo>
                    <a:pt x="299" y="5"/>
                    <a:pt x="280" y="1"/>
                    <a:pt x="261"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1"/>
            <p:cNvSpPr/>
            <p:nvPr/>
          </p:nvSpPr>
          <p:spPr>
            <a:xfrm>
              <a:off x="8261550" y="2918494"/>
              <a:ext cx="13271" cy="72467"/>
            </a:xfrm>
            <a:custGeom>
              <a:rect b="b" l="l" r="r" t="t"/>
              <a:pathLst>
                <a:path extrusionOk="0" h="2763" w="506">
                  <a:moveTo>
                    <a:pt x="298" y="1"/>
                  </a:moveTo>
                  <a:cubicBezTo>
                    <a:pt x="178" y="1"/>
                    <a:pt x="87" y="97"/>
                    <a:pt x="87" y="212"/>
                  </a:cubicBezTo>
                  <a:lnTo>
                    <a:pt x="87" y="2469"/>
                  </a:lnTo>
                  <a:cubicBezTo>
                    <a:pt x="82" y="2527"/>
                    <a:pt x="53" y="2585"/>
                    <a:pt x="0" y="2618"/>
                  </a:cubicBezTo>
                  <a:cubicBezTo>
                    <a:pt x="15" y="2700"/>
                    <a:pt x="87" y="2763"/>
                    <a:pt x="173" y="2763"/>
                  </a:cubicBezTo>
                  <a:cubicBezTo>
                    <a:pt x="270" y="2763"/>
                    <a:pt x="347" y="2686"/>
                    <a:pt x="347" y="2589"/>
                  </a:cubicBezTo>
                  <a:lnTo>
                    <a:pt x="347" y="328"/>
                  </a:lnTo>
                  <a:cubicBezTo>
                    <a:pt x="347" y="232"/>
                    <a:pt x="414" y="150"/>
                    <a:pt x="505" y="126"/>
                  </a:cubicBezTo>
                  <a:cubicBezTo>
                    <a:pt x="472" y="49"/>
                    <a:pt x="395" y="1"/>
                    <a:pt x="31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1"/>
            <p:cNvSpPr/>
            <p:nvPr/>
          </p:nvSpPr>
          <p:spPr>
            <a:xfrm>
              <a:off x="8072738" y="3189712"/>
              <a:ext cx="18071" cy="17677"/>
            </a:xfrm>
            <a:custGeom>
              <a:rect b="b" l="l" r="r" t="t"/>
              <a:pathLst>
                <a:path extrusionOk="0" h="674" w="689">
                  <a:moveTo>
                    <a:pt x="85" y="1"/>
                  </a:moveTo>
                  <a:cubicBezTo>
                    <a:pt x="58" y="1"/>
                    <a:pt x="31" y="7"/>
                    <a:pt x="6" y="19"/>
                  </a:cubicBezTo>
                  <a:lnTo>
                    <a:pt x="1" y="19"/>
                  </a:lnTo>
                  <a:cubicBezTo>
                    <a:pt x="135" y="270"/>
                    <a:pt x="395" y="616"/>
                    <a:pt x="636" y="669"/>
                  </a:cubicBezTo>
                  <a:cubicBezTo>
                    <a:pt x="650" y="674"/>
                    <a:pt x="670" y="674"/>
                    <a:pt x="689" y="674"/>
                  </a:cubicBezTo>
                  <a:cubicBezTo>
                    <a:pt x="501" y="510"/>
                    <a:pt x="352" y="318"/>
                    <a:pt x="241" y="96"/>
                  </a:cubicBezTo>
                  <a:cubicBezTo>
                    <a:pt x="211" y="35"/>
                    <a:pt x="149" y="1"/>
                    <a:pt x="8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1"/>
            <p:cNvSpPr/>
            <p:nvPr/>
          </p:nvSpPr>
          <p:spPr>
            <a:xfrm>
              <a:off x="7989334" y="3118400"/>
              <a:ext cx="71313" cy="107795"/>
            </a:xfrm>
            <a:custGeom>
              <a:rect b="b" l="l" r="r" t="t"/>
              <a:pathLst>
                <a:path extrusionOk="0" h="4110" w="2719">
                  <a:moveTo>
                    <a:pt x="539" y="1"/>
                  </a:moveTo>
                  <a:lnTo>
                    <a:pt x="539" y="838"/>
                  </a:lnTo>
                  <a:cubicBezTo>
                    <a:pt x="539" y="900"/>
                    <a:pt x="505" y="958"/>
                    <a:pt x="452" y="987"/>
                  </a:cubicBezTo>
                  <a:cubicBezTo>
                    <a:pt x="111" y="1189"/>
                    <a:pt x="0" y="2190"/>
                    <a:pt x="10" y="2772"/>
                  </a:cubicBezTo>
                  <a:lnTo>
                    <a:pt x="10" y="3893"/>
                  </a:lnTo>
                  <a:cubicBezTo>
                    <a:pt x="10" y="4013"/>
                    <a:pt x="106" y="4110"/>
                    <a:pt x="226" y="4110"/>
                  </a:cubicBezTo>
                  <a:lnTo>
                    <a:pt x="241" y="4110"/>
                  </a:lnTo>
                  <a:cubicBezTo>
                    <a:pt x="260" y="4105"/>
                    <a:pt x="274" y="4105"/>
                    <a:pt x="294" y="4100"/>
                  </a:cubicBezTo>
                  <a:cubicBezTo>
                    <a:pt x="284" y="4071"/>
                    <a:pt x="274" y="4042"/>
                    <a:pt x="274" y="4013"/>
                  </a:cubicBezTo>
                  <a:lnTo>
                    <a:pt x="274" y="2888"/>
                  </a:lnTo>
                  <a:cubicBezTo>
                    <a:pt x="265" y="2305"/>
                    <a:pt x="371" y="1309"/>
                    <a:pt x="717" y="1102"/>
                  </a:cubicBezTo>
                  <a:cubicBezTo>
                    <a:pt x="770" y="1074"/>
                    <a:pt x="804" y="1016"/>
                    <a:pt x="804" y="953"/>
                  </a:cubicBezTo>
                  <a:lnTo>
                    <a:pt x="804" y="116"/>
                  </a:lnTo>
                  <a:lnTo>
                    <a:pt x="2719" y="116"/>
                  </a:lnTo>
                  <a:lnTo>
                    <a:pt x="271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1"/>
            <p:cNvSpPr/>
            <p:nvPr/>
          </p:nvSpPr>
          <p:spPr>
            <a:xfrm>
              <a:off x="8010264" y="3194250"/>
              <a:ext cx="7606" cy="56310"/>
            </a:xfrm>
            <a:custGeom>
              <a:rect b="b" l="l" r="r" t="t"/>
              <a:pathLst>
                <a:path extrusionOk="0" h="2147" w="290">
                  <a:moveTo>
                    <a:pt x="92" y="0"/>
                  </a:moveTo>
                  <a:cubicBezTo>
                    <a:pt x="63" y="0"/>
                    <a:pt x="30" y="10"/>
                    <a:pt x="1" y="29"/>
                  </a:cubicBezTo>
                  <a:cubicBezTo>
                    <a:pt x="6" y="39"/>
                    <a:pt x="6" y="48"/>
                    <a:pt x="6" y="58"/>
                  </a:cubicBezTo>
                  <a:lnTo>
                    <a:pt x="6" y="1935"/>
                  </a:lnTo>
                  <a:cubicBezTo>
                    <a:pt x="6" y="2050"/>
                    <a:pt x="102" y="2146"/>
                    <a:pt x="217" y="2146"/>
                  </a:cubicBezTo>
                  <a:lnTo>
                    <a:pt x="237" y="2146"/>
                  </a:lnTo>
                  <a:cubicBezTo>
                    <a:pt x="251" y="2146"/>
                    <a:pt x="270" y="2142"/>
                    <a:pt x="290" y="2137"/>
                  </a:cubicBezTo>
                  <a:cubicBezTo>
                    <a:pt x="275" y="2113"/>
                    <a:pt x="270" y="2084"/>
                    <a:pt x="270" y="2055"/>
                  </a:cubicBezTo>
                  <a:lnTo>
                    <a:pt x="270" y="178"/>
                  </a:lnTo>
                  <a:cubicBezTo>
                    <a:pt x="270" y="77"/>
                    <a:pt x="193" y="0"/>
                    <a:pt x="92"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1"/>
            <p:cNvSpPr/>
            <p:nvPr/>
          </p:nvSpPr>
          <p:spPr>
            <a:xfrm>
              <a:off x="8051782" y="3194302"/>
              <a:ext cx="7475" cy="56258"/>
            </a:xfrm>
            <a:custGeom>
              <a:rect b="b" l="l" r="r" t="t"/>
              <a:pathLst>
                <a:path extrusionOk="0" h="2145" w="285">
                  <a:moveTo>
                    <a:pt x="93" y="0"/>
                  </a:moveTo>
                  <a:cubicBezTo>
                    <a:pt x="62" y="0"/>
                    <a:pt x="30" y="9"/>
                    <a:pt x="1" y="27"/>
                  </a:cubicBezTo>
                  <a:cubicBezTo>
                    <a:pt x="1" y="37"/>
                    <a:pt x="6" y="46"/>
                    <a:pt x="6" y="56"/>
                  </a:cubicBezTo>
                  <a:lnTo>
                    <a:pt x="6" y="1933"/>
                  </a:lnTo>
                  <a:cubicBezTo>
                    <a:pt x="1" y="2048"/>
                    <a:pt x="97" y="2144"/>
                    <a:pt x="218" y="2144"/>
                  </a:cubicBezTo>
                  <a:lnTo>
                    <a:pt x="232" y="2144"/>
                  </a:lnTo>
                  <a:cubicBezTo>
                    <a:pt x="251" y="2144"/>
                    <a:pt x="266" y="2140"/>
                    <a:pt x="285" y="2135"/>
                  </a:cubicBezTo>
                  <a:cubicBezTo>
                    <a:pt x="275" y="2111"/>
                    <a:pt x="266" y="2082"/>
                    <a:pt x="266" y="2053"/>
                  </a:cubicBezTo>
                  <a:lnTo>
                    <a:pt x="266" y="176"/>
                  </a:lnTo>
                  <a:cubicBezTo>
                    <a:pt x="266" y="72"/>
                    <a:pt x="183" y="0"/>
                    <a:pt x="93"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1"/>
            <p:cNvSpPr/>
            <p:nvPr/>
          </p:nvSpPr>
          <p:spPr>
            <a:xfrm>
              <a:off x="8031089" y="3194250"/>
              <a:ext cx="7475" cy="66277"/>
            </a:xfrm>
            <a:custGeom>
              <a:rect b="b" l="l" r="r" t="t"/>
              <a:pathLst>
                <a:path extrusionOk="0" h="2527" w="285">
                  <a:moveTo>
                    <a:pt x="89" y="0"/>
                  </a:moveTo>
                  <a:cubicBezTo>
                    <a:pt x="59" y="0"/>
                    <a:pt x="29" y="8"/>
                    <a:pt x="1" y="24"/>
                  </a:cubicBezTo>
                  <a:cubicBezTo>
                    <a:pt x="1" y="39"/>
                    <a:pt x="6" y="48"/>
                    <a:pt x="6" y="58"/>
                  </a:cubicBezTo>
                  <a:lnTo>
                    <a:pt x="6" y="1425"/>
                  </a:lnTo>
                  <a:cubicBezTo>
                    <a:pt x="6" y="1434"/>
                    <a:pt x="6" y="1444"/>
                    <a:pt x="6" y="1453"/>
                  </a:cubicBezTo>
                  <a:lnTo>
                    <a:pt x="6" y="1935"/>
                  </a:lnTo>
                  <a:cubicBezTo>
                    <a:pt x="6" y="1954"/>
                    <a:pt x="1" y="1978"/>
                    <a:pt x="1" y="1997"/>
                  </a:cubicBezTo>
                  <a:lnTo>
                    <a:pt x="1" y="2315"/>
                  </a:lnTo>
                  <a:cubicBezTo>
                    <a:pt x="1" y="2435"/>
                    <a:pt x="97" y="2527"/>
                    <a:pt x="213" y="2527"/>
                  </a:cubicBezTo>
                  <a:lnTo>
                    <a:pt x="232" y="2527"/>
                  </a:lnTo>
                  <a:cubicBezTo>
                    <a:pt x="246" y="2527"/>
                    <a:pt x="266" y="2527"/>
                    <a:pt x="285" y="2522"/>
                  </a:cubicBezTo>
                  <a:cubicBezTo>
                    <a:pt x="270" y="2493"/>
                    <a:pt x="266" y="2459"/>
                    <a:pt x="266" y="2430"/>
                  </a:cubicBezTo>
                  <a:lnTo>
                    <a:pt x="266" y="2113"/>
                  </a:lnTo>
                  <a:cubicBezTo>
                    <a:pt x="266" y="2093"/>
                    <a:pt x="266" y="2074"/>
                    <a:pt x="266" y="2055"/>
                  </a:cubicBezTo>
                  <a:lnTo>
                    <a:pt x="266" y="1574"/>
                  </a:lnTo>
                  <a:cubicBezTo>
                    <a:pt x="270" y="1559"/>
                    <a:pt x="270" y="1550"/>
                    <a:pt x="266" y="1540"/>
                  </a:cubicBezTo>
                  <a:lnTo>
                    <a:pt x="266" y="178"/>
                  </a:lnTo>
                  <a:cubicBezTo>
                    <a:pt x="266" y="73"/>
                    <a:pt x="180" y="0"/>
                    <a:pt x="8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1"/>
            <p:cNvSpPr/>
            <p:nvPr/>
          </p:nvSpPr>
          <p:spPr>
            <a:xfrm>
              <a:off x="8262048" y="3200046"/>
              <a:ext cx="61608" cy="3069"/>
            </a:xfrm>
            <a:custGeom>
              <a:rect b="b" l="l" r="r" t="t"/>
              <a:pathLst>
                <a:path extrusionOk="0" h="117" w="2349">
                  <a:moveTo>
                    <a:pt x="0" y="1"/>
                  </a:moveTo>
                  <a:cubicBezTo>
                    <a:pt x="24" y="68"/>
                    <a:pt x="92" y="116"/>
                    <a:pt x="164" y="116"/>
                  </a:cubicBezTo>
                  <a:lnTo>
                    <a:pt x="2348" y="116"/>
                  </a:lnTo>
                  <a:cubicBezTo>
                    <a:pt x="2310" y="44"/>
                    <a:pt x="2238" y="1"/>
                    <a:pt x="2156"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1"/>
            <p:cNvSpPr/>
            <p:nvPr/>
          </p:nvSpPr>
          <p:spPr>
            <a:xfrm>
              <a:off x="8262048" y="3220740"/>
              <a:ext cx="51642" cy="3200"/>
            </a:xfrm>
            <a:custGeom>
              <a:rect b="b" l="l" r="r" t="t"/>
              <a:pathLst>
                <a:path extrusionOk="0" h="122" w="1969">
                  <a:moveTo>
                    <a:pt x="0" y="1"/>
                  </a:moveTo>
                  <a:cubicBezTo>
                    <a:pt x="24" y="73"/>
                    <a:pt x="92" y="121"/>
                    <a:pt x="164" y="121"/>
                  </a:cubicBezTo>
                  <a:lnTo>
                    <a:pt x="1968" y="121"/>
                  </a:lnTo>
                  <a:cubicBezTo>
                    <a:pt x="1939" y="59"/>
                    <a:pt x="1887" y="15"/>
                    <a:pt x="1824" y="1"/>
                  </a:cubicBezTo>
                  <a:lnTo>
                    <a:pt x="1487" y="1"/>
                  </a:lnTo>
                  <a:cubicBezTo>
                    <a:pt x="1482" y="3"/>
                    <a:pt x="1478" y="4"/>
                    <a:pt x="1473" y="4"/>
                  </a:cubicBezTo>
                  <a:cubicBezTo>
                    <a:pt x="1468" y="4"/>
                    <a:pt x="1463" y="3"/>
                    <a:pt x="1458" y="1"/>
                  </a:cubicBezTo>
                  <a:lnTo>
                    <a:pt x="1439" y="1"/>
                  </a:lnTo>
                  <a:cubicBezTo>
                    <a:pt x="1432" y="3"/>
                    <a:pt x="1426" y="4"/>
                    <a:pt x="1420" y="4"/>
                  </a:cubicBezTo>
                  <a:cubicBezTo>
                    <a:pt x="1415" y="4"/>
                    <a:pt x="1410" y="3"/>
                    <a:pt x="140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1"/>
            <p:cNvSpPr/>
            <p:nvPr/>
          </p:nvSpPr>
          <p:spPr>
            <a:xfrm>
              <a:off x="8262048" y="3241433"/>
              <a:ext cx="27145" cy="3069"/>
            </a:xfrm>
            <a:custGeom>
              <a:rect b="b" l="l" r="r" t="t"/>
              <a:pathLst>
                <a:path extrusionOk="0" h="117" w="1035">
                  <a:moveTo>
                    <a:pt x="0" y="1"/>
                  </a:moveTo>
                  <a:cubicBezTo>
                    <a:pt x="24" y="73"/>
                    <a:pt x="92" y="116"/>
                    <a:pt x="164" y="116"/>
                  </a:cubicBezTo>
                  <a:lnTo>
                    <a:pt x="1035" y="116"/>
                  </a:lnTo>
                  <a:cubicBezTo>
                    <a:pt x="1001" y="49"/>
                    <a:pt x="929" y="1"/>
                    <a:pt x="84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1"/>
            <p:cNvSpPr/>
            <p:nvPr/>
          </p:nvSpPr>
          <p:spPr>
            <a:xfrm>
              <a:off x="8257511" y="3179221"/>
              <a:ext cx="56179" cy="3069"/>
            </a:xfrm>
            <a:custGeom>
              <a:rect b="b" l="l" r="r" t="t"/>
              <a:pathLst>
                <a:path extrusionOk="0" h="117" w="2142">
                  <a:moveTo>
                    <a:pt x="0" y="1"/>
                  </a:moveTo>
                  <a:cubicBezTo>
                    <a:pt x="5" y="6"/>
                    <a:pt x="5" y="15"/>
                    <a:pt x="10" y="20"/>
                  </a:cubicBezTo>
                  <a:cubicBezTo>
                    <a:pt x="42" y="79"/>
                    <a:pt x="103" y="117"/>
                    <a:pt x="167" y="117"/>
                  </a:cubicBezTo>
                  <a:cubicBezTo>
                    <a:pt x="171" y="117"/>
                    <a:pt x="174" y="117"/>
                    <a:pt x="178" y="116"/>
                  </a:cubicBezTo>
                  <a:lnTo>
                    <a:pt x="2141" y="116"/>
                  </a:lnTo>
                  <a:cubicBezTo>
                    <a:pt x="2103" y="44"/>
                    <a:pt x="2031" y="1"/>
                    <a:pt x="195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1"/>
            <p:cNvSpPr/>
            <p:nvPr/>
          </p:nvSpPr>
          <p:spPr>
            <a:xfrm>
              <a:off x="8208544" y="3242325"/>
              <a:ext cx="10753" cy="6347"/>
            </a:xfrm>
            <a:custGeom>
              <a:rect b="b" l="l" r="r" t="t"/>
              <a:pathLst>
                <a:path extrusionOk="0" h="242" w="410">
                  <a:moveTo>
                    <a:pt x="0" y="1"/>
                  </a:moveTo>
                  <a:cubicBezTo>
                    <a:pt x="77" y="102"/>
                    <a:pt x="226" y="179"/>
                    <a:pt x="409" y="241"/>
                  </a:cubicBezTo>
                  <a:cubicBezTo>
                    <a:pt x="342" y="203"/>
                    <a:pt x="284" y="150"/>
                    <a:pt x="246" y="82"/>
                  </a:cubicBezTo>
                  <a:cubicBezTo>
                    <a:pt x="212" y="29"/>
                    <a:pt x="154" y="1"/>
                    <a:pt x="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1"/>
            <p:cNvSpPr/>
            <p:nvPr/>
          </p:nvSpPr>
          <p:spPr>
            <a:xfrm>
              <a:off x="8182159" y="3145886"/>
              <a:ext cx="88360" cy="93317"/>
            </a:xfrm>
            <a:custGeom>
              <a:rect b="b" l="l" r="r" t="t"/>
              <a:pathLst>
                <a:path extrusionOk="0" h="3558" w="3369">
                  <a:moveTo>
                    <a:pt x="3192" y="1"/>
                  </a:moveTo>
                  <a:cubicBezTo>
                    <a:pt x="3185" y="1"/>
                    <a:pt x="3178" y="1"/>
                    <a:pt x="3171" y="1"/>
                  </a:cubicBezTo>
                  <a:cubicBezTo>
                    <a:pt x="3070" y="1"/>
                    <a:pt x="2897" y="40"/>
                    <a:pt x="2637" y="228"/>
                  </a:cubicBezTo>
                  <a:cubicBezTo>
                    <a:pt x="2387" y="415"/>
                    <a:pt x="2094" y="536"/>
                    <a:pt x="1781" y="574"/>
                  </a:cubicBezTo>
                  <a:cubicBezTo>
                    <a:pt x="1449" y="637"/>
                    <a:pt x="1189" y="685"/>
                    <a:pt x="713" y="1310"/>
                  </a:cubicBezTo>
                  <a:cubicBezTo>
                    <a:pt x="679" y="1354"/>
                    <a:pt x="626" y="1382"/>
                    <a:pt x="573" y="1382"/>
                  </a:cubicBezTo>
                  <a:lnTo>
                    <a:pt x="1" y="1382"/>
                  </a:lnTo>
                  <a:lnTo>
                    <a:pt x="1" y="3557"/>
                  </a:lnTo>
                  <a:lnTo>
                    <a:pt x="265" y="3557"/>
                  </a:lnTo>
                  <a:lnTo>
                    <a:pt x="265" y="1498"/>
                  </a:lnTo>
                  <a:lnTo>
                    <a:pt x="833" y="1498"/>
                  </a:lnTo>
                  <a:cubicBezTo>
                    <a:pt x="891" y="1498"/>
                    <a:pt x="944" y="1469"/>
                    <a:pt x="972" y="1426"/>
                  </a:cubicBezTo>
                  <a:cubicBezTo>
                    <a:pt x="1449" y="800"/>
                    <a:pt x="1713" y="752"/>
                    <a:pt x="2046" y="690"/>
                  </a:cubicBezTo>
                  <a:cubicBezTo>
                    <a:pt x="2353" y="651"/>
                    <a:pt x="2652" y="531"/>
                    <a:pt x="2902" y="343"/>
                  </a:cubicBezTo>
                  <a:cubicBezTo>
                    <a:pt x="3109" y="189"/>
                    <a:pt x="3263" y="136"/>
                    <a:pt x="3369" y="122"/>
                  </a:cubicBezTo>
                  <a:cubicBezTo>
                    <a:pt x="3359" y="98"/>
                    <a:pt x="3345" y="74"/>
                    <a:pt x="3325" y="50"/>
                  </a:cubicBezTo>
                  <a:lnTo>
                    <a:pt x="3316" y="40"/>
                  </a:lnTo>
                  <a:cubicBezTo>
                    <a:pt x="3282" y="15"/>
                    <a:pt x="3238" y="1"/>
                    <a:pt x="31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1"/>
            <p:cNvSpPr/>
            <p:nvPr/>
          </p:nvSpPr>
          <p:spPr>
            <a:xfrm>
              <a:off x="7992115" y="2940577"/>
              <a:ext cx="67903" cy="17572"/>
            </a:xfrm>
            <a:custGeom>
              <a:rect b="b" l="l" r="r" t="t"/>
              <a:pathLst>
                <a:path extrusionOk="0" h="670" w="2589">
                  <a:moveTo>
                    <a:pt x="2257" y="1"/>
                  </a:moveTo>
                  <a:cubicBezTo>
                    <a:pt x="2295" y="111"/>
                    <a:pt x="2213" y="232"/>
                    <a:pt x="2088" y="232"/>
                  </a:cubicBezTo>
                  <a:lnTo>
                    <a:pt x="212" y="232"/>
                  </a:lnTo>
                  <a:cubicBezTo>
                    <a:pt x="96" y="232"/>
                    <a:pt x="0" y="328"/>
                    <a:pt x="0" y="443"/>
                  </a:cubicBezTo>
                  <a:lnTo>
                    <a:pt x="0" y="463"/>
                  </a:lnTo>
                  <a:cubicBezTo>
                    <a:pt x="0" y="564"/>
                    <a:pt x="72" y="650"/>
                    <a:pt x="173" y="670"/>
                  </a:cubicBezTo>
                  <a:lnTo>
                    <a:pt x="284" y="670"/>
                  </a:lnTo>
                  <a:cubicBezTo>
                    <a:pt x="274" y="641"/>
                    <a:pt x="265" y="612"/>
                    <a:pt x="265" y="578"/>
                  </a:cubicBezTo>
                  <a:lnTo>
                    <a:pt x="265" y="564"/>
                  </a:lnTo>
                  <a:cubicBezTo>
                    <a:pt x="265" y="443"/>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1"/>
            <p:cNvSpPr/>
            <p:nvPr/>
          </p:nvSpPr>
          <p:spPr>
            <a:xfrm>
              <a:off x="8016585" y="2925942"/>
              <a:ext cx="77502" cy="11514"/>
            </a:xfrm>
            <a:custGeom>
              <a:rect b="b" l="l" r="r" t="t"/>
              <a:pathLst>
                <a:path extrusionOk="0" h="439" w="2955">
                  <a:moveTo>
                    <a:pt x="212" y="1"/>
                  </a:moveTo>
                  <a:cubicBezTo>
                    <a:pt x="97" y="1"/>
                    <a:pt x="1" y="97"/>
                    <a:pt x="1" y="212"/>
                  </a:cubicBezTo>
                  <a:lnTo>
                    <a:pt x="1" y="227"/>
                  </a:lnTo>
                  <a:cubicBezTo>
                    <a:pt x="1" y="347"/>
                    <a:pt x="97" y="438"/>
                    <a:pt x="212" y="438"/>
                  </a:cubicBezTo>
                  <a:lnTo>
                    <a:pt x="284" y="438"/>
                  </a:lnTo>
                  <a:cubicBezTo>
                    <a:pt x="270" y="410"/>
                    <a:pt x="260" y="376"/>
                    <a:pt x="265" y="347"/>
                  </a:cubicBezTo>
                  <a:lnTo>
                    <a:pt x="265" y="328"/>
                  </a:lnTo>
                  <a:cubicBezTo>
                    <a:pt x="265" y="212"/>
                    <a:pt x="357" y="116"/>
                    <a:pt x="477" y="116"/>
                  </a:cubicBezTo>
                  <a:lnTo>
                    <a:pt x="1689" y="116"/>
                  </a:lnTo>
                  <a:cubicBezTo>
                    <a:pt x="2017" y="116"/>
                    <a:pt x="2560" y="159"/>
                    <a:pt x="2955" y="285"/>
                  </a:cubicBezTo>
                  <a:cubicBezTo>
                    <a:pt x="2594" y="63"/>
                    <a:pt x="1839" y="1"/>
                    <a:pt x="14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1"/>
            <p:cNvSpPr/>
            <p:nvPr/>
          </p:nvSpPr>
          <p:spPr>
            <a:xfrm>
              <a:off x="8104788" y="2939712"/>
              <a:ext cx="19461" cy="3174"/>
            </a:xfrm>
            <a:custGeom>
              <a:rect b="b" l="l" r="r" t="t"/>
              <a:pathLst>
                <a:path extrusionOk="0" h="121" w="742">
                  <a:moveTo>
                    <a:pt x="1" y="0"/>
                  </a:moveTo>
                  <a:cubicBezTo>
                    <a:pt x="6" y="10"/>
                    <a:pt x="15" y="24"/>
                    <a:pt x="20" y="34"/>
                  </a:cubicBezTo>
                  <a:cubicBezTo>
                    <a:pt x="49" y="87"/>
                    <a:pt x="107" y="120"/>
                    <a:pt x="169" y="120"/>
                  </a:cubicBezTo>
                  <a:lnTo>
                    <a:pt x="742" y="120"/>
                  </a:lnTo>
                  <a:lnTo>
                    <a:pt x="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1"/>
            <p:cNvSpPr/>
            <p:nvPr/>
          </p:nvSpPr>
          <p:spPr>
            <a:xfrm>
              <a:off x="8034892" y="3002789"/>
              <a:ext cx="29926" cy="30345"/>
            </a:xfrm>
            <a:custGeom>
              <a:rect b="b" l="l" r="r" t="t"/>
              <a:pathLst>
                <a:path extrusionOk="0" h="1157" w="1141">
                  <a:moveTo>
                    <a:pt x="896" y="0"/>
                  </a:moveTo>
                  <a:cubicBezTo>
                    <a:pt x="891" y="0"/>
                    <a:pt x="886" y="1"/>
                    <a:pt x="881" y="1"/>
                  </a:cubicBezTo>
                  <a:lnTo>
                    <a:pt x="799" y="1"/>
                  </a:lnTo>
                  <a:cubicBezTo>
                    <a:pt x="828" y="83"/>
                    <a:pt x="789" y="174"/>
                    <a:pt x="712" y="217"/>
                  </a:cubicBezTo>
                  <a:cubicBezTo>
                    <a:pt x="462" y="343"/>
                    <a:pt x="77" y="617"/>
                    <a:pt x="19" y="872"/>
                  </a:cubicBezTo>
                  <a:cubicBezTo>
                    <a:pt x="0" y="954"/>
                    <a:pt x="24" y="1040"/>
                    <a:pt x="82" y="1108"/>
                  </a:cubicBezTo>
                  <a:lnTo>
                    <a:pt x="87" y="1112"/>
                  </a:lnTo>
                  <a:cubicBezTo>
                    <a:pt x="125" y="1142"/>
                    <a:pt x="170" y="1157"/>
                    <a:pt x="216" y="1157"/>
                  </a:cubicBezTo>
                  <a:cubicBezTo>
                    <a:pt x="223" y="1157"/>
                    <a:pt x="229" y="1156"/>
                    <a:pt x="236" y="1156"/>
                  </a:cubicBezTo>
                  <a:cubicBezTo>
                    <a:pt x="255" y="1156"/>
                    <a:pt x="279" y="1156"/>
                    <a:pt x="299" y="1151"/>
                  </a:cubicBezTo>
                  <a:cubicBezTo>
                    <a:pt x="274" y="1098"/>
                    <a:pt x="270" y="1045"/>
                    <a:pt x="284" y="987"/>
                  </a:cubicBezTo>
                  <a:cubicBezTo>
                    <a:pt x="337" y="737"/>
                    <a:pt x="727" y="458"/>
                    <a:pt x="972" y="333"/>
                  </a:cubicBezTo>
                  <a:cubicBezTo>
                    <a:pt x="1141" y="249"/>
                    <a:pt x="1077" y="0"/>
                    <a:pt x="896"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1"/>
            <p:cNvSpPr/>
            <p:nvPr/>
          </p:nvSpPr>
          <p:spPr>
            <a:xfrm>
              <a:off x="7992115" y="2982096"/>
              <a:ext cx="67903" cy="17572"/>
            </a:xfrm>
            <a:custGeom>
              <a:rect b="b" l="l" r="r" t="t"/>
              <a:pathLst>
                <a:path extrusionOk="0" h="670" w="2589">
                  <a:moveTo>
                    <a:pt x="2257" y="1"/>
                  </a:moveTo>
                  <a:cubicBezTo>
                    <a:pt x="2295" y="112"/>
                    <a:pt x="2213" y="232"/>
                    <a:pt x="2088" y="232"/>
                  </a:cubicBezTo>
                  <a:lnTo>
                    <a:pt x="212" y="232"/>
                  </a:lnTo>
                  <a:cubicBezTo>
                    <a:pt x="96" y="232"/>
                    <a:pt x="0" y="328"/>
                    <a:pt x="0" y="444"/>
                  </a:cubicBezTo>
                  <a:lnTo>
                    <a:pt x="0" y="458"/>
                  </a:lnTo>
                  <a:cubicBezTo>
                    <a:pt x="0" y="573"/>
                    <a:pt x="96" y="670"/>
                    <a:pt x="212" y="670"/>
                  </a:cubicBezTo>
                  <a:lnTo>
                    <a:pt x="289" y="670"/>
                  </a:lnTo>
                  <a:cubicBezTo>
                    <a:pt x="274" y="641"/>
                    <a:pt x="265" y="612"/>
                    <a:pt x="265" y="578"/>
                  </a:cubicBezTo>
                  <a:lnTo>
                    <a:pt x="265" y="564"/>
                  </a:lnTo>
                  <a:cubicBezTo>
                    <a:pt x="265" y="444"/>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1"/>
            <p:cNvSpPr/>
            <p:nvPr/>
          </p:nvSpPr>
          <p:spPr>
            <a:xfrm>
              <a:off x="7982122" y="2961271"/>
              <a:ext cx="77896" cy="17704"/>
            </a:xfrm>
            <a:custGeom>
              <a:rect b="b" l="l" r="r" t="t"/>
              <a:pathLst>
                <a:path extrusionOk="0" h="675" w="2970">
                  <a:moveTo>
                    <a:pt x="2638" y="1"/>
                  </a:moveTo>
                  <a:cubicBezTo>
                    <a:pt x="2676" y="116"/>
                    <a:pt x="2594" y="237"/>
                    <a:pt x="2469" y="237"/>
                  </a:cubicBezTo>
                  <a:lnTo>
                    <a:pt x="598" y="237"/>
                  </a:lnTo>
                  <a:cubicBezTo>
                    <a:pt x="574" y="237"/>
                    <a:pt x="554" y="232"/>
                    <a:pt x="535" y="232"/>
                  </a:cubicBezTo>
                  <a:lnTo>
                    <a:pt x="217" y="232"/>
                  </a:lnTo>
                  <a:cubicBezTo>
                    <a:pt x="97" y="232"/>
                    <a:pt x="1" y="328"/>
                    <a:pt x="1" y="444"/>
                  </a:cubicBezTo>
                  <a:lnTo>
                    <a:pt x="1" y="458"/>
                  </a:lnTo>
                  <a:cubicBezTo>
                    <a:pt x="1" y="578"/>
                    <a:pt x="97" y="675"/>
                    <a:pt x="217" y="675"/>
                  </a:cubicBezTo>
                  <a:lnTo>
                    <a:pt x="290" y="675"/>
                  </a:lnTo>
                  <a:cubicBezTo>
                    <a:pt x="275" y="646"/>
                    <a:pt x="266" y="612"/>
                    <a:pt x="266" y="578"/>
                  </a:cubicBezTo>
                  <a:lnTo>
                    <a:pt x="266" y="564"/>
                  </a:lnTo>
                  <a:cubicBezTo>
                    <a:pt x="266" y="444"/>
                    <a:pt x="362" y="347"/>
                    <a:pt x="477" y="347"/>
                  </a:cubicBezTo>
                  <a:lnTo>
                    <a:pt x="800" y="347"/>
                  </a:lnTo>
                  <a:cubicBezTo>
                    <a:pt x="819" y="352"/>
                    <a:pt x="838" y="352"/>
                    <a:pt x="857" y="352"/>
                  </a:cubicBezTo>
                  <a:lnTo>
                    <a:pt x="2734" y="352"/>
                  </a:lnTo>
                  <a:cubicBezTo>
                    <a:pt x="2970" y="352"/>
                    <a:pt x="2970" y="1"/>
                    <a:pt x="273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1"/>
            <p:cNvSpPr/>
            <p:nvPr/>
          </p:nvSpPr>
          <p:spPr>
            <a:xfrm>
              <a:off x="8238942" y="3070823"/>
              <a:ext cx="72231" cy="13769"/>
            </a:xfrm>
            <a:custGeom>
              <a:rect b="b" l="l" r="r" t="t"/>
              <a:pathLst>
                <a:path extrusionOk="0" h="525" w="2754">
                  <a:moveTo>
                    <a:pt x="1" y="0"/>
                  </a:moveTo>
                  <a:lnTo>
                    <a:pt x="1" y="525"/>
                  </a:lnTo>
                  <a:lnTo>
                    <a:pt x="2753" y="525"/>
                  </a:lnTo>
                  <a:lnTo>
                    <a:pt x="2753"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1"/>
            <p:cNvSpPr/>
            <p:nvPr/>
          </p:nvSpPr>
          <p:spPr>
            <a:xfrm>
              <a:off x="7995262" y="3094297"/>
              <a:ext cx="72335" cy="13769"/>
            </a:xfrm>
            <a:custGeom>
              <a:rect b="b" l="l" r="r" t="t"/>
              <a:pathLst>
                <a:path extrusionOk="0" h="525" w="2758">
                  <a:moveTo>
                    <a:pt x="0" y="0"/>
                  </a:moveTo>
                  <a:lnTo>
                    <a:pt x="0" y="525"/>
                  </a:lnTo>
                  <a:lnTo>
                    <a:pt x="2757" y="525"/>
                  </a:lnTo>
                  <a:lnTo>
                    <a:pt x="2757"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1"/>
            <p:cNvSpPr/>
            <p:nvPr/>
          </p:nvSpPr>
          <p:spPr>
            <a:xfrm>
              <a:off x="8158056" y="3175182"/>
              <a:ext cx="13769" cy="72231"/>
            </a:xfrm>
            <a:custGeom>
              <a:rect b="b" l="l" r="r" t="t"/>
              <a:pathLst>
                <a:path extrusionOk="0" h="2754" w="525">
                  <a:moveTo>
                    <a:pt x="0" y="1"/>
                  </a:moveTo>
                  <a:lnTo>
                    <a:pt x="0" y="2753"/>
                  </a:lnTo>
                  <a:lnTo>
                    <a:pt x="525" y="2753"/>
                  </a:lnTo>
                  <a:lnTo>
                    <a:pt x="525"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1"/>
            <p:cNvSpPr/>
            <p:nvPr/>
          </p:nvSpPr>
          <p:spPr>
            <a:xfrm>
              <a:off x="8134582" y="2931503"/>
              <a:ext cx="13769" cy="72335"/>
            </a:xfrm>
            <a:custGeom>
              <a:rect b="b" l="l" r="r" t="t"/>
              <a:pathLst>
                <a:path extrusionOk="0" h="2758" w="525">
                  <a:moveTo>
                    <a:pt x="0" y="0"/>
                  </a:moveTo>
                  <a:lnTo>
                    <a:pt x="0" y="2757"/>
                  </a:lnTo>
                  <a:lnTo>
                    <a:pt x="525" y="2757"/>
                  </a:lnTo>
                  <a:lnTo>
                    <a:pt x="525"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1"/>
            <p:cNvSpPr/>
            <p:nvPr/>
          </p:nvSpPr>
          <p:spPr>
            <a:xfrm>
              <a:off x="7990462" y="3004940"/>
              <a:ext cx="17074" cy="109080"/>
            </a:xfrm>
            <a:custGeom>
              <a:rect b="b" l="l" r="r" t="t"/>
              <a:pathLst>
                <a:path extrusionOk="0" h="4159" w="651">
                  <a:moveTo>
                    <a:pt x="0" y="1"/>
                  </a:moveTo>
                  <a:lnTo>
                    <a:pt x="0" y="4158"/>
                  </a:lnTo>
                  <a:lnTo>
                    <a:pt x="650" y="4158"/>
                  </a:lnTo>
                  <a:lnTo>
                    <a:pt x="6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1"/>
            <p:cNvSpPr/>
            <p:nvPr/>
          </p:nvSpPr>
          <p:spPr>
            <a:xfrm>
              <a:off x="8232778" y="3067151"/>
              <a:ext cx="16917" cy="81174"/>
            </a:xfrm>
            <a:custGeom>
              <a:rect b="b" l="l" r="r" t="t"/>
              <a:pathLst>
                <a:path extrusionOk="0" h="3095" w="645">
                  <a:moveTo>
                    <a:pt x="0" y="1"/>
                  </a:moveTo>
                  <a:lnTo>
                    <a:pt x="0" y="3095"/>
                  </a:lnTo>
                  <a:lnTo>
                    <a:pt x="645" y="3095"/>
                  </a:lnTo>
                  <a:lnTo>
                    <a:pt x="6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1"/>
            <p:cNvSpPr/>
            <p:nvPr/>
          </p:nvSpPr>
          <p:spPr>
            <a:xfrm>
              <a:off x="8066181" y="3236030"/>
              <a:ext cx="109054" cy="17048"/>
            </a:xfrm>
            <a:custGeom>
              <a:rect b="b" l="l" r="r" t="t"/>
              <a:pathLst>
                <a:path extrusionOk="0" h="650" w="4158">
                  <a:moveTo>
                    <a:pt x="1" y="0"/>
                  </a:moveTo>
                  <a:lnTo>
                    <a:pt x="1" y="650"/>
                  </a:lnTo>
                  <a:lnTo>
                    <a:pt x="4158" y="650"/>
                  </a:lnTo>
                  <a:lnTo>
                    <a:pt x="41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1"/>
            <p:cNvSpPr/>
            <p:nvPr/>
          </p:nvSpPr>
          <p:spPr>
            <a:xfrm>
              <a:off x="8130674" y="2992193"/>
              <a:ext cx="83325" cy="17074"/>
            </a:xfrm>
            <a:custGeom>
              <a:rect b="b" l="l" r="r" t="t"/>
              <a:pathLst>
                <a:path extrusionOk="0" h="651" w="3177">
                  <a:moveTo>
                    <a:pt x="0" y="1"/>
                  </a:moveTo>
                  <a:lnTo>
                    <a:pt x="0" y="650"/>
                  </a:lnTo>
                  <a:lnTo>
                    <a:pt x="3176" y="650"/>
                  </a:lnTo>
                  <a:lnTo>
                    <a:pt x="317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1"/>
            <p:cNvSpPr/>
            <p:nvPr/>
          </p:nvSpPr>
          <p:spPr>
            <a:xfrm>
              <a:off x="8001950" y="3059467"/>
              <a:ext cx="11514" cy="15133"/>
            </a:xfrm>
            <a:custGeom>
              <a:rect b="b" l="l" r="r" t="t"/>
              <a:pathLst>
                <a:path extrusionOk="0" h="577" w="439">
                  <a:moveTo>
                    <a:pt x="217" y="0"/>
                  </a:moveTo>
                  <a:cubicBezTo>
                    <a:pt x="97" y="0"/>
                    <a:pt x="0" y="97"/>
                    <a:pt x="0" y="217"/>
                  </a:cubicBezTo>
                  <a:lnTo>
                    <a:pt x="0" y="371"/>
                  </a:lnTo>
                  <a:cubicBezTo>
                    <a:pt x="8" y="508"/>
                    <a:pt x="113" y="577"/>
                    <a:pt x="219" y="577"/>
                  </a:cubicBezTo>
                  <a:cubicBezTo>
                    <a:pt x="325" y="577"/>
                    <a:pt x="431" y="508"/>
                    <a:pt x="438" y="371"/>
                  </a:cubicBezTo>
                  <a:lnTo>
                    <a:pt x="438" y="217"/>
                  </a:lnTo>
                  <a:cubicBezTo>
                    <a:pt x="438" y="97"/>
                    <a:pt x="34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1"/>
            <p:cNvSpPr/>
            <p:nvPr/>
          </p:nvSpPr>
          <p:spPr>
            <a:xfrm>
              <a:off x="8001950" y="3039901"/>
              <a:ext cx="11514" cy="15133"/>
            </a:xfrm>
            <a:custGeom>
              <a:rect b="b" l="l" r="r" t="t"/>
              <a:pathLst>
                <a:path extrusionOk="0" h="577" w="439">
                  <a:moveTo>
                    <a:pt x="217" y="1"/>
                  </a:moveTo>
                  <a:cubicBezTo>
                    <a:pt x="97" y="1"/>
                    <a:pt x="0" y="97"/>
                    <a:pt x="0" y="217"/>
                  </a:cubicBezTo>
                  <a:lnTo>
                    <a:pt x="0" y="371"/>
                  </a:lnTo>
                  <a:cubicBezTo>
                    <a:pt x="8" y="508"/>
                    <a:pt x="113" y="577"/>
                    <a:pt x="219" y="577"/>
                  </a:cubicBezTo>
                  <a:cubicBezTo>
                    <a:pt x="325" y="577"/>
                    <a:pt x="431" y="508"/>
                    <a:pt x="438" y="371"/>
                  </a:cubicBezTo>
                  <a:lnTo>
                    <a:pt x="438" y="217"/>
                  </a:lnTo>
                  <a:cubicBezTo>
                    <a:pt x="438" y="97"/>
                    <a:pt x="342"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1"/>
            <p:cNvSpPr/>
            <p:nvPr/>
          </p:nvSpPr>
          <p:spPr>
            <a:xfrm>
              <a:off x="8293967" y="3103529"/>
              <a:ext cx="11514" cy="14871"/>
            </a:xfrm>
            <a:custGeom>
              <a:rect b="b" l="l" r="r" t="t"/>
              <a:pathLst>
                <a:path extrusionOk="0" h="567" w="439">
                  <a:moveTo>
                    <a:pt x="220" y="1"/>
                  </a:moveTo>
                  <a:cubicBezTo>
                    <a:pt x="114" y="1"/>
                    <a:pt x="8" y="69"/>
                    <a:pt x="1" y="207"/>
                  </a:cubicBezTo>
                  <a:lnTo>
                    <a:pt x="1" y="361"/>
                  </a:lnTo>
                  <a:cubicBezTo>
                    <a:pt x="8" y="498"/>
                    <a:pt x="114" y="566"/>
                    <a:pt x="220" y="566"/>
                  </a:cubicBezTo>
                  <a:cubicBezTo>
                    <a:pt x="326" y="566"/>
                    <a:pt x="431" y="498"/>
                    <a:pt x="439" y="361"/>
                  </a:cubicBezTo>
                  <a:lnTo>
                    <a:pt x="439" y="207"/>
                  </a:lnTo>
                  <a:cubicBezTo>
                    <a:pt x="431" y="69"/>
                    <a:pt x="326" y="1"/>
                    <a:pt x="2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1"/>
            <p:cNvSpPr/>
            <p:nvPr/>
          </p:nvSpPr>
          <p:spPr>
            <a:xfrm>
              <a:off x="8293967" y="3122806"/>
              <a:ext cx="11514" cy="15238"/>
            </a:xfrm>
            <a:custGeom>
              <a:rect b="b" l="l" r="r" t="t"/>
              <a:pathLst>
                <a:path extrusionOk="0" h="581" w="439">
                  <a:moveTo>
                    <a:pt x="222" y="1"/>
                  </a:moveTo>
                  <a:cubicBezTo>
                    <a:pt x="97" y="1"/>
                    <a:pt x="1" y="97"/>
                    <a:pt x="1" y="222"/>
                  </a:cubicBezTo>
                  <a:lnTo>
                    <a:pt x="1" y="371"/>
                  </a:lnTo>
                  <a:cubicBezTo>
                    <a:pt x="8" y="511"/>
                    <a:pt x="114" y="581"/>
                    <a:pt x="220" y="581"/>
                  </a:cubicBezTo>
                  <a:cubicBezTo>
                    <a:pt x="326" y="581"/>
                    <a:pt x="431" y="511"/>
                    <a:pt x="439" y="371"/>
                  </a:cubicBezTo>
                  <a:lnTo>
                    <a:pt x="439" y="222"/>
                  </a:lnTo>
                  <a:cubicBezTo>
                    <a:pt x="439" y="97"/>
                    <a:pt x="342"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1"/>
            <p:cNvSpPr/>
            <p:nvPr/>
          </p:nvSpPr>
          <p:spPr>
            <a:xfrm>
              <a:off x="7972418" y="2907636"/>
              <a:ext cx="362726" cy="362857"/>
            </a:xfrm>
            <a:custGeom>
              <a:rect b="b" l="l" r="r" t="t"/>
              <a:pathLst>
                <a:path extrusionOk="0" h="13835" w="13830">
                  <a:moveTo>
                    <a:pt x="6727" y="896"/>
                  </a:moveTo>
                  <a:lnTo>
                    <a:pt x="6727" y="3648"/>
                  </a:lnTo>
                  <a:lnTo>
                    <a:pt x="6203" y="3648"/>
                  </a:lnTo>
                  <a:lnTo>
                    <a:pt x="6203" y="896"/>
                  </a:lnTo>
                  <a:close/>
                  <a:moveTo>
                    <a:pt x="9946" y="896"/>
                  </a:moveTo>
                  <a:cubicBezTo>
                    <a:pt x="9941" y="930"/>
                    <a:pt x="9941" y="958"/>
                    <a:pt x="9941" y="987"/>
                  </a:cubicBezTo>
                  <a:lnTo>
                    <a:pt x="9941" y="2354"/>
                  </a:lnTo>
                  <a:cubicBezTo>
                    <a:pt x="9802" y="2205"/>
                    <a:pt x="9629" y="2094"/>
                    <a:pt x="9431" y="2041"/>
                  </a:cubicBezTo>
                  <a:cubicBezTo>
                    <a:pt x="9384" y="2031"/>
                    <a:pt x="9337" y="2026"/>
                    <a:pt x="9290" y="2026"/>
                  </a:cubicBezTo>
                  <a:cubicBezTo>
                    <a:pt x="9131" y="2026"/>
                    <a:pt x="8977" y="2082"/>
                    <a:pt x="8854" y="2190"/>
                  </a:cubicBezTo>
                  <a:lnTo>
                    <a:pt x="8849" y="2195"/>
                  </a:lnTo>
                  <a:cubicBezTo>
                    <a:pt x="8830" y="2210"/>
                    <a:pt x="8387" y="2604"/>
                    <a:pt x="8969" y="3408"/>
                  </a:cubicBezTo>
                  <a:cubicBezTo>
                    <a:pt x="9027" y="3485"/>
                    <a:pt x="9075" y="3566"/>
                    <a:pt x="9114" y="3648"/>
                  </a:cubicBezTo>
                  <a:lnTo>
                    <a:pt x="7165" y="3648"/>
                  </a:lnTo>
                  <a:lnTo>
                    <a:pt x="7165" y="896"/>
                  </a:lnTo>
                  <a:close/>
                  <a:moveTo>
                    <a:pt x="3137" y="722"/>
                  </a:moveTo>
                  <a:cubicBezTo>
                    <a:pt x="3751" y="722"/>
                    <a:pt x="4610" y="845"/>
                    <a:pt x="4783" y="1141"/>
                  </a:cubicBezTo>
                  <a:cubicBezTo>
                    <a:pt x="4822" y="1209"/>
                    <a:pt x="4894" y="1252"/>
                    <a:pt x="4976" y="1252"/>
                  </a:cubicBezTo>
                  <a:lnTo>
                    <a:pt x="5765" y="1252"/>
                  </a:lnTo>
                  <a:lnTo>
                    <a:pt x="5765" y="3340"/>
                  </a:lnTo>
                  <a:lnTo>
                    <a:pt x="5236" y="3340"/>
                  </a:lnTo>
                  <a:cubicBezTo>
                    <a:pt x="5168" y="3340"/>
                    <a:pt x="5106" y="3374"/>
                    <a:pt x="5062" y="3427"/>
                  </a:cubicBezTo>
                  <a:cubicBezTo>
                    <a:pt x="4596" y="4043"/>
                    <a:pt x="4341" y="4091"/>
                    <a:pt x="4018" y="4149"/>
                  </a:cubicBezTo>
                  <a:cubicBezTo>
                    <a:pt x="3701" y="4192"/>
                    <a:pt x="3402" y="4312"/>
                    <a:pt x="3142" y="4505"/>
                  </a:cubicBezTo>
                  <a:cubicBezTo>
                    <a:pt x="2910" y="4674"/>
                    <a:pt x="2743" y="4725"/>
                    <a:pt x="2637" y="4725"/>
                  </a:cubicBezTo>
                  <a:cubicBezTo>
                    <a:pt x="2580" y="4725"/>
                    <a:pt x="2540" y="4711"/>
                    <a:pt x="2517" y="4692"/>
                  </a:cubicBezTo>
                  <a:cubicBezTo>
                    <a:pt x="2469" y="4639"/>
                    <a:pt x="2450" y="4562"/>
                    <a:pt x="2464" y="4495"/>
                  </a:cubicBezTo>
                  <a:cubicBezTo>
                    <a:pt x="2517" y="4254"/>
                    <a:pt x="2902" y="3985"/>
                    <a:pt x="3133" y="3865"/>
                  </a:cubicBezTo>
                  <a:cubicBezTo>
                    <a:pt x="3340" y="3761"/>
                    <a:pt x="3257" y="3450"/>
                    <a:pt x="3033" y="3450"/>
                  </a:cubicBezTo>
                  <a:cubicBezTo>
                    <a:pt x="3028" y="3450"/>
                    <a:pt x="3023" y="3451"/>
                    <a:pt x="3017" y="3451"/>
                  </a:cubicBezTo>
                  <a:lnTo>
                    <a:pt x="982" y="3451"/>
                  </a:lnTo>
                  <a:cubicBezTo>
                    <a:pt x="891" y="3451"/>
                    <a:pt x="814" y="3379"/>
                    <a:pt x="814" y="3283"/>
                  </a:cubicBezTo>
                  <a:lnTo>
                    <a:pt x="814" y="3268"/>
                  </a:lnTo>
                  <a:cubicBezTo>
                    <a:pt x="814" y="3172"/>
                    <a:pt x="891" y="3100"/>
                    <a:pt x="982" y="3100"/>
                  </a:cubicBezTo>
                  <a:lnTo>
                    <a:pt x="2859" y="3100"/>
                  </a:lnTo>
                  <a:cubicBezTo>
                    <a:pt x="2863" y="3100"/>
                    <a:pt x="2868" y="3100"/>
                    <a:pt x="2872" y="3100"/>
                  </a:cubicBezTo>
                  <a:cubicBezTo>
                    <a:pt x="3160" y="3100"/>
                    <a:pt x="3162" y="2661"/>
                    <a:pt x="2877" y="2661"/>
                  </a:cubicBezTo>
                  <a:cubicBezTo>
                    <a:pt x="2871" y="2661"/>
                    <a:pt x="2865" y="2661"/>
                    <a:pt x="2859" y="2662"/>
                  </a:cubicBezTo>
                  <a:lnTo>
                    <a:pt x="607" y="2662"/>
                  </a:lnTo>
                  <a:cubicBezTo>
                    <a:pt x="510" y="2662"/>
                    <a:pt x="438" y="2585"/>
                    <a:pt x="438" y="2493"/>
                  </a:cubicBezTo>
                  <a:lnTo>
                    <a:pt x="438" y="2474"/>
                  </a:lnTo>
                  <a:cubicBezTo>
                    <a:pt x="438" y="2383"/>
                    <a:pt x="510" y="2306"/>
                    <a:pt x="607" y="2306"/>
                  </a:cubicBezTo>
                  <a:lnTo>
                    <a:pt x="919" y="2306"/>
                  </a:lnTo>
                  <a:cubicBezTo>
                    <a:pt x="944" y="2306"/>
                    <a:pt x="963" y="2311"/>
                    <a:pt x="987" y="2311"/>
                  </a:cubicBezTo>
                  <a:lnTo>
                    <a:pt x="1468" y="2311"/>
                  </a:lnTo>
                  <a:cubicBezTo>
                    <a:pt x="1478" y="2311"/>
                    <a:pt x="1492" y="2306"/>
                    <a:pt x="1502" y="2306"/>
                  </a:cubicBezTo>
                  <a:lnTo>
                    <a:pt x="2863" y="2306"/>
                  </a:lnTo>
                  <a:cubicBezTo>
                    <a:pt x="2868" y="2306"/>
                    <a:pt x="2873" y="2306"/>
                    <a:pt x="2877" y="2306"/>
                  </a:cubicBezTo>
                  <a:cubicBezTo>
                    <a:pt x="3165" y="2306"/>
                    <a:pt x="3167" y="1867"/>
                    <a:pt x="2882" y="1867"/>
                  </a:cubicBezTo>
                  <a:cubicBezTo>
                    <a:pt x="2876" y="1867"/>
                    <a:pt x="2870" y="1867"/>
                    <a:pt x="2863" y="1868"/>
                  </a:cubicBezTo>
                  <a:lnTo>
                    <a:pt x="1357" y="1868"/>
                  </a:lnTo>
                  <a:cubicBezTo>
                    <a:pt x="1343" y="1868"/>
                    <a:pt x="1333" y="1868"/>
                    <a:pt x="1319" y="1873"/>
                  </a:cubicBezTo>
                  <a:lnTo>
                    <a:pt x="1314" y="1873"/>
                  </a:lnTo>
                  <a:cubicBezTo>
                    <a:pt x="1304" y="1868"/>
                    <a:pt x="1290" y="1868"/>
                    <a:pt x="1276" y="1868"/>
                  </a:cubicBezTo>
                  <a:lnTo>
                    <a:pt x="953" y="1868"/>
                  </a:lnTo>
                  <a:cubicBezTo>
                    <a:pt x="871" y="1849"/>
                    <a:pt x="818" y="1781"/>
                    <a:pt x="818" y="1699"/>
                  </a:cubicBezTo>
                  <a:lnTo>
                    <a:pt x="818" y="1685"/>
                  </a:lnTo>
                  <a:cubicBezTo>
                    <a:pt x="818" y="1594"/>
                    <a:pt x="891" y="1517"/>
                    <a:pt x="987" y="1517"/>
                  </a:cubicBezTo>
                  <a:lnTo>
                    <a:pt x="2863" y="1517"/>
                  </a:lnTo>
                  <a:cubicBezTo>
                    <a:pt x="2868" y="1517"/>
                    <a:pt x="2873" y="1517"/>
                    <a:pt x="2877" y="1517"/>
                  </a:cubicBezTo>
                  <a:cubicBezTo>
                    <a:pt x="3167" y="1517"/>
                    <a:pt x="3167" y="1078"/>
                    <a:pt x="2877" y="1078"/>
                  </a:cubicBezTo>
                  <a:cubicBezTo>
                    <a:pt x="2873" y="1078"/>
                    <a:pt x="2868" y="1079"/>
                    <a:pt x="2863" y="1079"/>
                  </a:cubicBezTo>
                  <a:lnTo>
                    <a:pt x="1915" y="1079"/>
                  </a:lnTo>
                  <a:cubicBezTo>
                    <a:pt x="1824" y="1079"/>
                    <a:pt x="1747" y="1002"/>
                    <a:pt x="1747" y="910"/>
                  </a:cubicBezTo>
                  <a:lnTo>
                    <a:pt x="1747" y="891"/>
                  </a:lnTo>
                  <a:cubicBezTo>
                    <a:pt x="1747" y="800"/>
                    <a:pt x="1824" y="723"/>
                    <a:pt x="1915" y="723"/>
                  </a:cubicBezTo>
                  <a:lnTo>
                    <a:pt x="3037" y="723"/>
                  </a:lnTo>
                  <a:cubicBezTo>
                    <a:pt x="3069" y="722"/>
                    <a:pt x="3103" y="722"/>
                    <a:pt x="3137" y="722"/>
                  </a:cubicBezTo>
                  <a:close/>
                  <a:moveTo>
                    <a:pt x="11356" y="444"/>
                  </a:moveTo>
                  <a:cubicBezTo>
                    <a:pt x="11448" y="444"/>
                    <a:pt x="11525" y="516"/>
                    <a:pt x="11525" y="612"/>
                  </a:cubicBezTo>
                  <a:lnTo>
                    <a:pt x="11525" y="925"/>
                  </a:lnTo>
                  <a:cubicBezTo>
                    <a:pt x="11525" y="949"/>
                    <a:pt x="11520" y="968"/>
                    <a:pt x="11520" y="992"/>
                  </a:cubicBezTo>
                  <a:lnTo>
                    <a:pt x="11520" y="1473"/>
                  </a:lnTo>
                  <a:cubicBezTo>
                    <a:pt x="11520" y="1483"/>
                    <a:pt x="11525" y="1497"/>
                    <a:pt x="11525" y="1507"/>
                  </a:cubicBezTo>
                  <a:lnTo>
                    <a:pt x="11525" y="2864"/>
                  </a:lnTo>
                  <a:cubicBezTo>
                    <a:pt x="11532" y="3003"/>
                    <a:pt x="11638" y="3073"/>
                    <a:pt x="11743" y="3073"/>
                  </a:cubicBezTo>
                  <a:cubicBezTo>
                    <a:pt x="11849" y="3073"/>
                    <a:pt x="11955" y="3003"/>
                    <a:pt x="11962" y="2864"/>
                  </a:cubicBezTo>
                  <a:lnTo>
                    <a:pt x="11962" y="1363"/>
                  </a:lnTo>
                  <a:cubicBezTo>
                    <a:pt x="11962" y="1348"/>
                    <a:pt x="11962" y="1339"/>
                    <a:pt x="11958" y="1324"/>
                  </a:cubicBezTo>
                  <a:lnTo>
                    <a:pt x="11958" y="1319"/>
                  </a:lnTo>
                  <a:cubicBezTo>
                    <a:pt x="11962" y="1305"/>
                    <a:pt x="11962" y="1295"/>
                    <a:pt x="11962" y="1281"/>
                  </a:cubicBezTo>
                  <a:lnTo>
                    <a:pt x="11962" y="958"/>
                  </a:lnTo>
                  <a:cubicBezTo>
                    <a:pt x="11982" y="877"/>
                    <a:pt x="12049" y="824"/>
                    <a:pt x="12131" y="824"/>
                  </a:cubicBezTo>
                  <a:lnTo>
                    <a:pt x="12145" y="824"/>
                  </a:lnTo>
                  <a:cubicBezTo>
                    <a:pt x="12148" y="824"/>
                    <a:pt x="12151" y="824"/>
                    <a:pt x="12153" y="824"/>
                  </a:cubicBezTo>
                  <a:cubicBezTo>
                    <a:pt x="12241" y="824"/>
                    <a:pt x="12314" y="899"/>
                    <a:pt x="12314" y="992"/>
                  </a:cubicBezTo>
                  <a:lnTo>
                    <a:pt x="12314" y="2869"/>
                  </a:lnTo>
                  <a:cubicBezTo>
                    <a:pt x="12321" y="3006"/>
                    <a:pt x="12427" y="3074"/>
                    <a:pt x="12533" y="3074"/>
                  </a:cubicBezTo>
                  <a:cubicBezTo>
                    <a:pt x="12638" y="3074"/>
                    <a:pt x="12744" y="3006"/>
                    <a:pt x="12752" y="2869"/>
                  </a:cubicBezTo>
                  <a:lnTo>
                    <a:pt x="12752" y="1921"/>
                  </a:lnTo>
                  <a:cubicBezTo>
                    <a:pt x="12752" y="1825"/>
                    <a:pt x="12829" y="1752"/>
                    <a:pt x="12920" y="1752"/>
                  </a:cubicBezTo>
                  <a:lnTo>
                    <a:pt x="12934" y="1752"/>
                  </a:lnTo>
                  <a:cubicBezTo>
                    <a:pt x="13031" y="1752"/>
                    <a:pt x="13108" y="1825"/>
                    <a:pt x="13108" y="1921"/>
                  </a:cubicBezTo>
                  <a:lnTo>
                    <a:pt x="13108" y="3037"/>
                  </a:lnTo>
                  <a:lnTo>
                    <a:pt x="13108" y="3042"/>
                  </a:lnTo>
                  <a:cubicBezTo>
                    <a:pt x="13117" y="3658"/>
                    <a:pt x="12997" y="4606"/>
                    <a:pt x="12684" y="4789"/>
                  </a:cubicBezTo>
                  <a:cubicBezTo>
                    <a:pt x="12617" y="4827"/>
                    <a:pt x="12578" y="4899"/>
                    <a:pt x="12578" y="4976"/>
                  </a:cubicBezTo>
                  <a:lnTo>
                    <a:pt x="12578" y="5770"/>
                  </a:lnTo>
                  <a:lnTo>
                    <a:pt x="10485" y="5770"/>
                  </a:lnTo>
                  <a:lnTo>
                    <a:pt x="10485" y="5241"/>
                  </a:lnTo>
                  <a:cubicBezTo>
                    <a:pt x="10485" y="5174"/>
                    <a:pt x="10456" y="5111"/>
                    <a:pt x="10399" y="5068"/>
                  </a:cubicBezTo>
                  <a:cubicBezTo>
                    <a:pt x="9787" y="4601"/>
                    <a:pt x="9739" y="4346"/>
                    <a:pt x="9677" y="4024"/>
                  </a:cubicBezTo>
                  <a:cubicBezTo>
                    <a:pt x="9638" y="3706"/>
                    <a:pt x="9513" y="3408"/>
                    <a:pt x="9326" y="3148"/>
                  </a:cubicBezTo>
                  <a:cubicBezTo>
                    <a:pt x="9061" y="2792"/>
                    <a:pt x="9085" y="2585"/>
                    <a:pt x="9138" y="2522"/>
                  </a:cubicBezTo>
                  <a:cubicBezTo>
                    <a:pt x="9179" y="2485"/>
                    <a:pt x="9232" y="2465"/>
                    <a:pt x="9288" y="2465"/>
                  </a:cubicBezTo>
                  <a:cubicBezTo>
                    <a:pt x="9304" y="2465"/>
                    <a:pt x="9319" y="2466"/>
                    <a:pt x="9335" y="2469"/>
                  </a:cubicBezTo>
                  <a:cubicBezTo>
                    <a:pt x="9571" y="2522"/>
                    <a:pt x="9845" y="2907"/>
                    <a:pt x="9961" y="3138"/>
                  </a:cubicBezTo>
                  <a:cubicBezTo>
                    <a:pt x="10004" y="3220"/>
                    <a:pt x="10079" y="3257"/>
                    <a:pt x="10153" y="3257"/>
                  </a:cubicBezTo>
                  <a:cubicBezTo>
                    <a:pt x="10270" y="3257"/>
                    <a:pt x="10386" y="3167"/>
                    <a:pt x="10375" y="3023"/>
                  </a:cubicBezTo>
                  <a:lnTo>
                    <a:pt x="10375" y="3008"/>
                  </a:lnTo>
                  <a:lnTo>
                    <a:pt x="10375" y="987"/>
                  </a:lnTo>
                  <a:cubicBezTo>
                    <a:pt x="10375" y="896"/>
                    <a:pt x="10452" y="819"/>
                    <a:pt x="10548" y="819"/>
                  </a:cubicBezTo>
                  <a:lnTo>
                    <a:pt x="10562" y="819"/>
                  </a:lnTo>
                  <a:cubicBezTo>
                    <a:pt x="10658" y="819"/>
                    <a:pt x="10731" y="896"/>
                    <a:pt x="10731" y="987"/>
                  </a:cubicBezTo>
                  <a:lnTo>
                    <a:pt x="10731" y="997"/>
                  </a:lnTo>
                  <a:lnTo>
                    <a:pt x="10731" y="1007"/>
                  </a:lnTo>
                  <a:lnTo>
                    <a:pt x="10731" y="2864"/>
                  </a:lnTo>
                  <a:cubicBezTo>
                    <a:pt x="10723" y="3018"/>
                    <a:pt x="10838" y="3095"/>
                    <a:pt x="10952" y="3095"/>
                  </a:cubicBezTo>
                  <a:cubicBezTo>
                    <a:pt x="11066" y="3095"/>
                    <a:pt x="11180" y="3018"/>
                    <a:pt x="11173" y="2864"/>
                  </a:cubicBezTo>
                  <a:lnTo>
                    <a:pt x="11173" y="1007"/>
                  </a:lnTo>
                  <a:lnTo>
                    <a:pt x="11173" y="997"/>
                  </a:lnTo>
                  <a:lnTo>
                    <a:pt x="11173" y="992"/>
                  </a:lnTo>
                  <a:lnTo>
                    <a:pt x="11173" y="612"/>
                  </a:lnTo>
                  <a:cubicBezTo>
                    <a:pt x="11173" y="516"/>
                    <a:pt x="11245" y="444"/>
                    <a:pt x="11342" y="444"/>
                  </a:cubicBezTo>
                  <a:close/>
                  <a:moveTo>
                    <a:pt x="891" y="3884"/>
                  </a:moveTo>
                  <a:cubicBezTo>
                    <a:pt x="924" y="3889"/>
                    <a:pt x="953" y="3889"/>
                    <a:pt x="982" y="3889"/>
                  </a:cubicBezTo>
                  <a:lnTo>
                    <a:pt x="2349" y="3889"/>
                  </a:lnTo>
                  <a:cubicBezTo>
                    <a:pt x="2199" y="4024"/>
                    <a:pt x="2089" y="4202"/>
                    <a:pt x="2036" y="4399"/>
                  </a:cubicBezTo>
                  <a:cubicBezTo>
                    <a:pt x="1992" y="4606"/>
                    <a:pt x="2050" y="4817"/>
                    <a:pt x="2185" y="4976"/>
                  </a:cubicBezTo>
                  <a:lnTo>
                    <a:pt x="2190" y="4981"/>
                  </a:lnTo>
                  <a:cubicBezTo>
                    <a:pt x="2306" y="5097"/>
                    <a:pt x="2463" y="5164"/>
                    <a:pt x="2625" y="5164"/>
                  </a:cubicBezTo>
                  <a:cubicBezTo>
                    <a:pt x="2631" y="5164"/>
                    <a:pt x="2636" y="5164"/>
                    <a:pt x="2642" y="5164"/>
                  </a:cubicBezTo>
                  <a:cubicBezTo>
                    <a:pt x="2835" y="5164"/>
                    <a:pt x="3090" y="5092"/>
                    <a:pt x="3402" y="4861"/>
                  </a:cubicBezTo>
                  <a:cubicBezTo>
                    <a:pt x="3479" y="4803"/>
                    <a:pt x="3561" y="4755"/>
                    <a:pt x="3643" y="4716"/>
                  </a:cubicBezTo>
                  <a:lnTo>
                    <a:pt x="3643" y="6665"/>
                  </a:lnTo>
                  <a:lnTo>
                    <a:pt x="891" y="6665"/>
                  </a:lnTo>
                  <a:lnTo>
                    <a:pt x="891" y="3884"/>
                  </a:lnTo>
                  <a:close/>
                  <a:moveTo>
                    <a:pt x="12934" y="6208"/>
                  </a:moveTo>
                  <a:lnTo>
                    <a:pt x="12934" y="6733"/>
                  </a:lnTo>
                  <a:lnTo>
                    <a:pt x="10177" y="6733"/>
                  </a:lnTo>
                  <a:lnTo>
                    <a:pt x="10177" y="6208"/>
                  </a:lnTo>
                  <a:close/>
                  <a:moveTo>
                    <a:pt x="3643" y="7103"/>
                  </a:moveTo>
                  <a:lnTo>
                    <a:pt x="3643" y="7628"/>
                  </a:lnTo>
                  <a:lnTo>
                    <a:pt x="891" y="7628"/>
                  </a:lnTo>
                  <a:lnTo>
                    <a:pt x="891" y="7103"/>
                  </a:lnTo>
                  <a:close/>
                  <a:moveTo>
                    <a:pt x="5765" y="3783"/>
                  </a:moveTo>
                  <a:lnTo>
                    <a:pt x="5765" y="3874"/>
                  </a:lnTo>
                  <a:cubicBezTo>
                    <a:pt x="5765" y="3995"/>
                    <a:pt x="5866" y="4091"/>
                    <a:pt x="5986" y="4091"/>
                  </a:cubicBezTo>
                  <a:lnTo>
                    <a:pt x="9244" y="4091"/>
                  </a:lnTo>
                  <a:lnTo>
                    <a:pt x="9244" y="4105"/>
                  </a:lnTo>
                  <a:cubicBezTo>
                    <a:pt x="9306" y="4457"/>
                    <a:pt x="9374" y="4822"/>
                    <a:pt x="10043" y="5352"/>
                  </a:cubicBezTo>
                  <a:lnTo>
                    <a:pt x="10043" y="5775"/>
                  </a:lnTo>
                  <a:lnTo>
                    <a:pt x="9956" y="5775"/>
                  </a:lnTo>
                  <a:cubicBezTo>
                    <a:pt x="9836" y="5775"/>
                    <a:pt x="9735" y="5871"/>
                    <a:pt x="9735" y="5992"/>
                  </a:cubicBezTo>
                  <a:lnTo>
                    <a:pt x="9735" y="9254"/>
                  </a:lnTo>
                  <a:lnTo>
                    <a:pt x="9720" y="9254"/>
                  </a:lnTo>
                  <a:cubicBezTo>
                    <a:pt x="9369" y="9316"/>
                    <a:pt x="9008" y="9384"/>
                    <a:pt x="8474" y="10053"/>
                  </a:cubicBezTo>
                  <a:lnTo>
                    <a:pt x="8055" y="10053"/>
                  </a:lnTo>
                  <a:lnTo>
                    <a:pt x="8055" y="9961"/>
                  </a:lnTo>
                  <a:cubicBezTo>
                    <a:pt x="8055" y="9841"/>
                    <a:pt x="7954" y="9745"/>
                    <a:pt x="7834" y="9745"/>
                  </a:cubicBezTo>
                  <a:lnTo>
                    <a:pt x="4572" y="9745"/>
                  </a:lnTo>
                  <a:lnTo>
                    <a:pt x="4576" y="9735"/>
                  </a:lnTo>
                  <a:cubicBezTo>
                    <a:pt x="4514" y="9384"/>
                    <a:pt x="4446" y="9018"/>
                    <a:pt x="3778" y="8489"/>
                  </a:cubicBezTo>
                  <a:lnTo>
                    <a:pt x="3778" y="8065"/>
                  </a:lnTo>
                  <a:lnTo>
                    <a:pt x="3864" y="8065"/>
                  </a:lnTo>
                  <a:cubicBezTo>
                    <a:pt x="3985" y="8065"/>
                    <a:pt x="4086" y="7969"/>
                    <a:pt x="4086" y="7849"/>
                  </a:cubicBezTo>
                  <a:lnTo>
                    <a:pt x="4086" y="4582"/>
                  </a:lnTo>
                  <a:lnTo>
                    <a:pt x="4100" y="4582"/>
                  </a:lnTo>
                  <a:cubicBezTo>
                    <a:pt x="4451" y="4519"/>
                    <a:pt x="4812" y="4452"/>
                    <a:pt x="5346" y="3783"/>
                  </a:cubicBezTo>
                  <a:close/>
                  <a:moveTo>
                    <a:pt x="7622" y="10187"/>
                  </a:moveTo>
                  <a:lnTo>
                    <a:pt x="7622" y="12940"/>
                  </a:lnTo>
                  <a:lnTo>
                    <a:pt x="7098" y="12940"/>
                  </a:lnTo>
                  <a:lnTo>
                    <a:pt x="7098" y="10187"/>
                  </a:lnTo>
                  <a:close/>
                  <a:moveTo>
                    <a:pt x="11187" y="9109"/>
                  </a:moveTo>
                  <a:cubicBezTo>
                    <a:pt x="11246" y="9109"/>
                    <a:pt x="11286" y="9124"/>
                    <a:pt x="11308" y="9143"/>
                  </a:cubicBezTo>
                  <a:cubicBezTo>
                    <a:pt x="11356" y="9196"/>
                    <a:pt x="11375" y="9268"/>
                    <a:pt x="11361" y="9340"/>
                  </a:cubicBezTo>
                  <a:cubicBezTo>
                    <a:pt x="11313" y="9576"/>
                    <a:pt x="10928" y="9851"/>
                    <a:pt x="10697" y="9966"/>
                  </a:cubicBezTo>
                  <a:cubicBezTo>
                    <a:pt x="10490" y="10074"/>
                    <a:pt x="10568" y="10385"/>
                    <a:pt x="10797" y="10385"/>
                  </a:cubicBezTo>
                  <a:cubicBezTo>
                    <a:pt x="10802" y="10385"/>
                    <a:pt x="10807" y="10385"/>
                    <a:pt x="10812" y="10385"/>
                  </a:cubicBezTo>
                  <a:lnTo>
                    <a:pt x="12843" y="10385"/>
                  </a:lnTo>
                  <a:cubicBezTo>
                    <a:pt x="12934" y="10385"/>
                    <a:pt x="13011" y="10457"/>
                    <a:pt x="13011" y="10553"/>
                  </a:cubicBezTo>
                  <a:lnTo>
                    <a:pt x="13011" y="10567"/>
                  </a:lnTo>
                  <a:cubicBezTo>
                    <a:pt x="13011" y="10659"/>
                    <a:pt x="12934" y="10736"/>
                    <a:pt x="12843" y="10736"/>
                  </a:cubicBezTo>
                  <a:lnTo>
                    <a:pt x="10966" y="10736"/>
                  </a:lnTo>
                  <a:cubicBezTo>
                    <a:pt x="10687" y="10750"/>
                    <a:pt x="10687" y="11159"/>
                    <a:pt x="10966" y="11174"/>
                  </a:cubicBezTo>
                  <a:lnTo>
                    <a:pt x="13218" y="11174"/>
                  </a:lnTo>
                  <a:cubicBezTo>
                    <a:pt x="13314" y="11174"/>
                    <a:pt x="13387" y="11251"/>
                    <a:pt x="13387" y="11342"/>
                  </a:cubicBezTo>
                  <a:lnTo>
                    <a:pt x="13387" y="11361"/>
                  </a:lnTo>
                  <a:cubicBezTo>
                    <a:pt x="13387" y="11453"/>
                    <a:pt x="13314" y="11530"/>
                    <a:pt x="13218" y="11530"/>
                  </a:cubicBezTo>
                  <a:lnTo>
                    <a:pt x="12905" y="11530"/>
                  </a:lnTo>
                  <a:cubicBezTo>
                    <a:pt x="12881" y="11525"/>
                    <a:pt x="12862" y="11525"/>
                    <a:pt x="12838" y="11525"/>
                  </a:cubicBezTo>
                  <a:lnTo>
                    <a:pt x="12357" y="11525"/>
                  </a:lnTo>
                  <a:cubicBezTo>
                    <a:pt x="12347" y="11525"/>
                    <a:pt x="12333" y="11525"/>
                    <a:pt x="12323" y="11530"/>
                  </a:cubicBezTo>
                  <a:lnTo>
                    <a:pt x="10966" y="11530"/>
                  </a:lnTo>
                  <a:cubicBezTo>
                    <a:pt x="10960" y="11529"/>
                    <a:pt x="10954" y="11529"/>
                    <a:pt x="10948" y="11529"/>
                  </a:cubicBezTo>
                  <a:cubicBezTo>
                    <a:pt x="10658" y="11529"/>
                    <a:pt x="10660" y="11968"/>
                    <a:pt x="10952" y="11968"/>
                  </a:cubicBezTo>
                  <a:cubicBezTo>
                    <a:pt x="10957" y="11968"/>
                    <a:pt x="10962" y="11968"/>
                    <a:pt x="10966" y="11968"/>
                  </a:cubicBezTo>
                  <a:lnTo>
                    <a:pt x="12468" y="11968"/>
                  </a:lnTo>
                  <a:cubicBezTo>
                    <a:pt x="12482" y="11968"/>
                    <a:pt x="12492" y="11968"/>
                    <a:pt x="12506" y="11963"/>
                  </a:cubicBezTo>
                  <a:lnTo>
                    <a:pt x="12511" y="11963"/>
                  </a:lnTo>
                  <a:cubicBezTo>
                    <a:pt x="12521" y="11968"/>
                    <a:pt x="12535" y="11968"/>
                    <a:pt x="12549" y="11968"/>
                  </a:cubicBezTo>
                  <a:lnTo>
                    <a:pt x="12877" y="11968"/>
                  </a:lnTo>
                  <a:cubicBezTo>
                    <a:pt x="12954" y="11982"/>
                    <a:pt x="13007" y="12054"/>
                    <a:pt x="13011" y="12131"/>
                  </a:cubicBezTo>
                  <a:lnTo>
                    <a:pt x="13011" y="12146"/>
                  </a:lnTo>
                  <a:lnTo>
                    <a:pt x="13007" y="12151"/>
                  </a:lnTo>
                  <a:cubicBezTo>
                    <a:pt x="13007" y="12242"/>
                    <a:pt x="12934" y="12319"/>
                    <a:pt x="12838" y="12319"/>
                  </a:cubicBezTo>
                  <a:lnTo>
                    <a:pt x="10962" y="12319"/>
                  </a:lnTo>
                  <a:cubicBezTo>
                    <a:pt x="10957" y="12319"/>
                    <a:pt x="10952" y="12319"/>
                    <a:pt x="10948" y="12319"/>
                  </a:cubicBezTo>
                  <a:cubicBezTo>
                    <a:pt x="10660" y="12319"/>
                    <a:pt x="10658" y="12757"/>
                    <a:pt x="10943" y="12757"/>
                  </a:cubicBezTo>
                  <a:cubicBezTo>
                    <a:pt x="10949" y="12757"/>
                    <a:pt x="10955" y="12757"/>
                    <a:pt x="10962" y="12757"/>
                  </a:cubicBezTo>
                  <a:lnTo>
                    <a:pt x="11909" y="12757"/>
                  </a:lnTo>
                  <a:cubicBezTo>
                    <a:pt x="12001" y="12757"/>
                    <a:pt x="12078" y="12834"/>
                    <a:pt x="12078" y="12925"/>
                  </a:cubicBezTo>
                  <a:lnTo>
                    <a:pt x="12078" y="12944"/>
                  </a:lnTo>
                  <a:cubicBezTo>
                    <a:pt x="12078" y="13036"/>
                    <a:pt x="12001" y="13113"/>
                    <a:pt x="11909" y="13113"/>
                  </a:cubicBezTo>
                  <a:lnTo>
                    <a:pt x="10788" y="13113"/>
                  </a:lnTo>
                  <a:cubicBezTo>
                    <a:pt x="10766" y="13113"/>
                    <a:pt x="10743" y="13113"/>
                    <a:pt x="10719" y="13113"/>
                  </a:cubicBezTo>
                  <a:cubicBezTo>
                    <a:pt x="10104" y="13113"/>
                    <a:pt x="9218" y="12991"/>
                    <a:pt x="9042" y="12689"/>
                  </a:cubicBezTo>
                  <a:cubicBezTo>
                    <a:pt x="9003" y="12622"/>
                    <a:pt x="8931" y="12584"/>
                    <a:pt x="8854" y="12584"/>
                  </a:cubicBezTo>
                  <a:lnTo>
                    <a:pt x="8060" y="12584"/>
                  </a:lnTo>
                  <a:lnTo>
                    <a:pt x="8060" y="10490"/>
                  </a:lnTo>
                  <a:lnTo>
                    <a:pt x="8589" y="10490"/>
                  </a:lnTo>
                  <a:cubicBezTo>
                    <a:pt x="8594" y="10491"/>
                    <a:pt x="8598" y="10491"/>
                    <a:pt x="8602" y="10491"/>
                  </a:cubicBezTo>
                  <a:cubicBezTo>
                    <a:pt x="8665" y="10491"/>
                    <a:pt x="8727" y="10458"/>
                    <a:pt x="8763" y="10404"/>
                  </a:cubicBezTo>
                  <a:cubicBezTo>
                    <a:pt x="9229" y="9793"/>
                    <a:pt x="9484" y="9745"/>
                    <a:pt x="9807" y="9682"/>
                  </a:cubicBezTo>
                  <a:cubicBezTo>
                    <a:pt x="10124" y="9644"/>
                    <a:pt x="10427" y="9519"/>
                    <a:pt x="10682" y="9331"/>
                  </a:cubicBezTo>
                  <a:cubicBezTo>
                    <a:pt x="10913" y="9160"/>
                    <a:pt x="11080" y="9109"/>
                    <a:pt x="11187" y="9109"/>
                  </a:cubicBezTo>
                  <a:close/>
                  <a:moveTo>
                    <a:pt x="3340" y="8065"/>
                  </a:moveTo>
                  <a:lnTo>
                    <a:pt x="3340" y="8590"/>
                  </a:lnTo>
                  <a:cubicBezTo>
                    <a:pt x="3340" y="8657"/>
                    <a:pt x="3369" y="8725"/>
                    <a:pt x="3426" y="8763"/>
                  </a:cubicBezTo>
                  <a:cubicBezTo>
                    <a:pt x="4037" y="9230"/>
                    <a:pt x="4086" y="9485"/>
                    <a:pt x="4148" y="9807"/>
                  </a:cubicBezTo>
                  <a:cubicBezTo>
                    <a:pt x="4158" y="9870"/>
                    <a:pt x="4172" y="9937"/>
                    <a:pt x="4187" y="10009"/>
                  </a:cubicBezTo>
                  <a:cubicBezTo>
                    <a:pt x="4244" y="10250"/>
                    <a:pt x="4350" y="10481"/>
                    <a:pt x="4499" y="10683"/>
                  </a:cubicBezTo>
                  <a:cubicBezTo>
                    <a:pt x="4759" y="11044"/>
                    <a:pt x="4740" y="11246"/>
                    <a:pt x="4687" y="11313"/>
                  </a:cubicBezTo>
                  <a:cubicBezTo>
                    <a:pt x="4646" y="11351"/>
                    <a:pt x="4590" y="11371"/>
                    <a:pt x="4532" y="11371"/>
                  </a:cubicBezTo>
                  <a:cubicBezTo>
                    <a:pt x="4517" y="11371"/>
                    <a:pt x="4501" y="11369"/>
                    <a:pt x="4485" y="11366"/>
                  </a:cubicBezTo>
                  <a:cubicBezTo>
                    <a:pt x="4249" y="11318"/>
                    <a:pt x="3975" y="10933"/>
                    <a:pt x="3859" y="10702"/>
                  </a:cubicBezTo>
                  <a:cubicBezTo>
                    <a:pt x="3818" y="10619"/>
                    <a:pt x="3743" y="10582"/>
                    <a:pt x="3668" y="10582"/>
                  </a:cubicBezTo>
                  <a:cubicBezTo>
                    <a:pt x="3553" y="10582"/>
                    <a:pt x="3437" y="10671"/>
                    <a:pt x="3446" y="10818"/>
                  </a:cubicBezTo>
                  <a:lnTo>
                    <a:pt x="3446" y="10827"/>
                  </a:lnTo>
                  <a:lnTo>
                    <a:pt x="3446" y="12848"/>
                  </a:lnTo>
                  <a:cubicBezTo>
                    <a:pt x="3446" y="12940"/>
                    <a:pt x="3369" y="13017"/>
                    <a:pt x="3277" y="13017"/>
                  </a:cubicBezTo>
                  <a:lnTo>
                    <a:pt x="3263" y="13017"/>
                  </a:lnTo>
                  <a:cubicBezTo>
                    <a:pt x="3167" y="13017"/>
                    <a:pt x="3094" y="12940"/>
                    <a:pt x="3094" y="12848"/>
                  </a:cubicBezTo>
                  <a:lnTo>
                    <a:pt x="3094" y="12839"/>
                  </a:lnTo>
                  <a:lnTo>
                    <a:pt x="3094" y="12834"/>
                  </a:lnTo>
                  <a:lnTo>
                    <a:pt x="3094" y="10972"/>
                  </a:lnTo>
                  <a:cubicBezTo>
                    <a:pt x="3087" y="10832"/>
                    <a:pt x="2981" y="10762"/>
                    <a:pt x="2875" y="10762"/>
                  </a:cubicBezTo>
                  <a:cubicBezTo>
                    <a:pt x="2768" y="10762"/>
                    <a:pt x="2661" y="10832"/>
                    <a:pt x="2652" y="10972"/>
                  </a:cubicBezTo>
                  <a:lnTo>
                    <a:pt x="2652" y="12834"/>
                  </a:lnTo>
                  <a:lnTo>
                    <a:pt x="2652" y="12839"/>
                  </a:lnTo>
                  <a:lnTo>
                    <a:pt x="2652" y="12848"/>
                  </a:lnTo>
                  <a:lnTo>
                    <a:pt x="2652" y="13228"/>
                  </a:lnTo>
                  <a:cubicBezTo>
                    <a:pt x="2652" y="13320"/>
                    <a:pt x="2579" y="13397"/>
                    <a:pt x="2483" y="13397"/>
                  </a:cubicBezTo>
                  <a:lnTo>
                    <a:pt x="2469" y="13397"/>
                  </a:lnTo>
                  <a:cubicBezTo>
                    <a:pt x="2377" y="13397"/>
                    <a:pt x="2300" y="13320"/>
                    <a:pt x="2300" y="13228"/>
                  </a:cubicBezTo>
                  <a:lnTo>
                    <a:pt x="2300" y="12911"/>
                  </a:lnTo>
                  <a:cubicBezTo>
                    <a:pt x="2300" y="12892"/>
                    <a:pt x="2305" y="12867"/>
                    <a:pt x="2305" y="12848"/>
                  </a:cubicBezTo>
                  <a:lnTo>
                    <a:pt x="2305" y="12367"/>
                  </a:lnTo>
                  <a:cubicBezTo>
                    <a:pt x="2305" y="12353"/>
                    <a:pt x="2300" y="12343"/>
                    <a:pt x="2300" y="12329"/>
                  </a:cubicBezTo>
                  <a:lnTo>
                    <a:pt x="2300" y="10972"/>
                  </a:lnTo>
                  <a:cubicBezTo>
                    <a:pt x="2308" y="10818"/>
                    <a:pt x="2195" y="10741"/>
                    <a:pt x="2081" y="10741"/>
                  </a:cubicBezTo>
                  <a:cubicBezTo>
                    <a:pt x="1968" y="10741"/>
                    <a:pt x="1855" y="10818"/>
                    <a:pt x="1863" y="10972"/>
                  </a:cubicBezTo>
                  <a:lnTo>
                    <a:pt x="1863" y="12473"/>
                  </a:lnTo>
                  <a:cubicBezTo>
                    <a:pt x="1863" y="12487"/>
                    <a:pt x="1863" y="12502"/>
                    <a:pt x="1867" y="12511"/>
                  </a:cubicBezTo>
                  <a:lnTo>
                    <a:pt x="1867" y="12516"/>
                  </a:lnTo>
                  <a:cubicBezTo>
                    <a:pt x="1863" y="12531"/>
                    <a:pt x="1863" y="12540"/>
                    <a:pt x="1863" y="12555"/>
                  </a:cubicBezTo>
                  <a:lnTo>
                    <a:pt x="1863" y="12882"/>
                  </a:lnTo>
                  <a:cubicBezTo>
                    <a:pt x="1843" y="12959"/>
                    <a:pt x="1776" y="13017"/>
                    <a:pt x="1694" y="13017"/>
                  </a:cubicBezTo>
                  <a:lnTo>
                    <a:pt x="1680" y="13017"/>
                  </a:lnTo>
                  <a:cubicBezTo>
                    <a:pt x="1588" y="13017"/>
                    <a:pt x="1511" y="12940"/>
                    <a:pt x="1511" y="12848"/>
                  </a:cubicBezTo>
                  <a:lnTo>
                    <a:pt x="1511" y="10972"/>
                  </a:lnTo>
                  <a:cubicBezTo>
                    <a:pt x="1504" y="10832"/>
                    <a:pt x="1398" y="10762"/>
                    <a:pt x="1292" y="10762"/>
                  </a:cubicBezTo>
                  <a:cubicBezTo>
                    <a:pt x="1187" y="10762"/>
                    <a:pt x="1081" y="10832"/>
                    <a:pt x="1073" y="10972"/>
                  </a:cubicBezTo>
                  <a:lnTo>
                    <a:pt x="1073" y="11915"/>
                  </a:lnTo>
                  <a:cubicBezTo>
                    <a:pt x="1073" y="12006"/>
                    <a:pt x="996" y="12083"/>
                    <a:pt x="905" y="12083"/>
                  </a:cubicBezTo>
                  <a:lnTo>
                    <a:pt x="891" y="12083"/>
                  </a:lnTo>
                  <a:cubicBezTo>
                    <a:pt x="794" y="12083"/>
                    <a:pt x="717" y="12006"/>
                    <a:pt x="717" y="11915"/>
                  </a:cubicBezTo>
                  <a:lnTo>
                    <a:pt x="717" y="10794"/>
                  </a:lnTo>
                  <a:cubicBezTo>
                    <a:pt x="708" y="10178"/>
                    <a:pt x="828" y="9230"/>
                    <a:pt x="1141" y="9047"/>
                  </a:cubicBezTo>
                  <a:cubicBezTo>
                    <a:pt x="1208" y="9008"/>
                    <a:pt x="1247" y="8936"/>
                    <a:pt x="1247" y="8859"/>
                  </a:cubicBezTo>
                  <a:lnTo>
                    <a:pt x="1247" y="8065"/>
                  </a:lnTo>
                  <a:close/>
                  <a:moveTo>
                    <a:pt x="11342" y="1"/>
                  </a:moveTo>
                  <a:cubicBezTo>
                    <a:pt x="11258" y="256"/>
                    <a:pt x="11020" y="415"/>
                    <a:pt x="10767" y="415"/>
                  </a:cubicBezTo>
                  <a:cubicBezTo>
                    <a:pt x="10701" y="415"/>
                    <a:pt x="10633" y="404"/>
                    <a:pt x="10567" y="381"/>
                  </a:cubicBezTo>
                  <a:lnTo>
                    <a:pt x="10548" y="381"/>
                  </a:lnTo>
                  <a:cubicBezTo>
                    <a:pt x="10447" y="381"/>
                    <a:pt x="10346" y="410"/>
                    <a:pt x="10254" y="458"/>
                  </a:cubicBezTo>
                  <a:lnTo>
                    <a:pt x="5986" y="458"/>
                  </a:lnTo>
                  <a:cubicBezTo>
                    <a:pt x="5866" y="458"/>
                    <a:pt x="5765" y="559"/>
                    <a:pt x="5765" y="679"/>
                  </a:cubicBezTo>
                  <a:lnTo>
                    <a:pt x="5765" y="814"/>
                  </a:lnTo>
                  <a:lnTo>
                    <a:pt x="5086" y="814"/>
                  </a:lnTo>
                  <a:cubicBezTo>
                    <a:pt x="4880" y="578"/>
                    <a:pt x="4495" y="424"/>
                    <a:pt x="3912" y="343"/>
                  </a:cubicBezTo>
                  <a:cubicBezTo>
                    <a:pt x="3619" y="304"/>
                    <a:pt x="3325" y="285"/>
                    <a:pt x="3032" y="285"/>
                  </a:cubicBezTo>
                  <a:lnTo>
                    <a:pt x="1915" y="285"/>
                  </a:lnTo>
                  <a:cubicBezTo>
                    <a:pt x="1583" y="290"/>
                    <a:pt x="1309" y="559"/>
                    <a:pt x="1309" y="896"/>
                  </a:cubicBezTo>
                  <a:lnTo>
                    <a:pt x="1309" y="910"/>
                  </a:lnTo>
                  <a:cubicBezTo>
                    <a:pt x="1309" y="968"/>
                    <a:pt x="1319" y="1026"/>
                    <a:pt x="1333" y="1079"/>
                  </a:cubicBezTo>
                  <a:lnTo>
                    <a:pt x="987" y="1079"/>
                  </a:lnTo>
                  <a:cubicBezTo>
                    <a:pt x="650" y="1079"/>
                    <a:pt x="381" y="1353"/>
                    <a:pt x="376" y="1685"/>
                  </a:cubicBezTo>
                  <a:lnTo>
                    <a:pt x="376" y="1704"/>
                  </a:lnTo>
                  <a:cubicBezTo>
                    <a:pt x="381" y="1772"/>
                    <a:pt x="390" y="1839"/>
                    <a:pt x="409" y="1902"/>
                  </a:cubicBezTo>
                  <a:cubicBezTo>
                    <a:pt x="164" y="1983"/>
                    <a:pt x="0" y="2214"/>
                    <a:pt x="0" y="2474"/>
                  </a:cubicBezTo>
                  <a:lnTo>
                    <a:pt x="0" y="2489"/>
                  </a:lnTo>
                  <a:cubicBezTo>
                    <a:pt x="0" y="2753"/>
                    <a:pt x="164" y="2984"/>
                    <a:pt x="414" y="3066"/>
                  </a:cubicBezTo>
                  <a:cubicBezTo>
                    <a:pt x="390" y="3133"/>
                    <a:pt x="376" y="3201"/>
                    <a:pt x="376" y="3268"/>
                  </a:cubicBezTo>
                  <a:lnTo>
                    <a:pt x="376" y="3283"/>
                  </a:lnTo>
                  <a:cubicBezTo>
                    <a:pt x="376" y="3388"/>
                    <a:pt x="405" y="3489"/>
                    <a:pt x="453" y="3576"/>
                  </a:cubicBezTo>
                  <a:lnTo>
                    <a:pt x="453" y="7849"/>
                  </a:lnTo>
                  <a:cubicBezTo>
                    <a:pt x="453" y="7969"/>
                    <a:pt x="554" y="8065"/>
                    <a:pt x="674" y="8065"/>
                  </a:cubicBezTo>
                  <a:lnTo>
                    <a:pt x="809" y="8065"/>
                  </a:lnTo>
                  <a:lnTo>
                    <a:pt x="809" y="8749"/>
                  </a:lnTo>
                  <a:cubicBezTo>
                    <a:pt x="573" y="8956"/>
                    <a:pt x="419" y="9340"/>
                    <a:pt x="337" y="9923"/>
                  </a:cubicBezTo>
                  <a:cubicBezTo>
                    <a:pt x="299" y="10216"/>
                    <a:pt x="279" y="10510"/>
                    <a:pt x="284" y="10803"/>
                  </a:cubicBezTo>
                  <a:lnTo>
                    <a:pt x="284" y="11915"/>
                  </a:lnTo>
                  <a:cubicBezTo>
                    <a:pt x="284" y="12252"/>
                    <a:pt x="554" y="12526"/>
                    <a:pt x="891" y="12526"/>
                  </a:cubicBezTo>
                  <a:lnTo>
                    <a:pt x="905" y="12526"/>
                  </a:lnTo>
                  <a:cubicBezTo>
                    <a:pt x="963" y="12526"/>
                    <a:pt x="1020" y="12516"/>
                    <a:pt x="1073" y="12502"/>
                  </a:cubicBezTo>
                  <a:lnTo>
                    <a:pt x="1073" y="12848"/>
                  </a:lnTo>
                  <a:cubicBezTo>
                    <a:pt x="1073" y="13185"/>
                    <a:pt x="1348" y="13455"/>
                    <a:pt x="1685" y="13455"/>
                  </a:cubicBezTo>
                  <a:lnTo>
                    <a:pt x="1699" y="13455"/>
                  </a:lnTo>
                  <a:cubicBezTo>
                    <a:pt x="1765" y="13431"/>
                    <a:pt x="1832" y="13421"/>
                    <a:pt x="1898" y="13421"/>
                  </a:cubicBezTo>
                  <a:cubicBezTo>
                    <a:pt x="2150" y="13421"/>
                    <a:pt x="2386" y="13579"/>
                    <a:pt x="2474" y="13835"/>
                  </a:cubicBezTo>
                  <a:lnTo>
                    <a:pt x="2488" y="13835"/>
                  </a:lnTo>
                  <a:cubicBezTo>
                    <a:pt x="2572" y="13579"/>
                    <a:pt x="2810" y="13421"/>
                    <a:pt x="3063" y="13421"/>
                  </a:cubicBezTo>
                  <a:cubicBezTo>
                    <a:pt x="3129" y="13421"/>
                    <a:pt x="3197" y="13431"/>
                    <a:pt x="3263" y="13455"/>
                  </a:cubicBezTo>
                  <a:lnTo>
                    <a:pt x="3277" y="13455"/>
                  </a:lnTo>
                  <a:cubicBezTo>
                    <a:pt x="3383" y="13455"/>
                    <a:pt x="3484" y="13430"/>
                    <a:pt x="3576" y="13378"/>
                  </a:cubicBezTo>
                  <a:lnTo>
                    <a:pt x="4365" y="13378"/>
                  </a:lnTo>
                  <a:cubicBezTo>
                    <a:pt x="4371" y="13378"/>
                    <a:pt x="4377" y="13378"/>
                    <a:pt x="4383" y="13378"/>
                  </a:cubicBezTo>
                  <a:cubicBezTo>
                    <a:pt x="4668" y="13378"/>
                    <a:pt x="4667" y="12939"/>
                    <a:pt x="4378" y="12939"/>
                  </a:cubicBezTo>
                  <a:cubicBezTo>
                    <a:pt x="4374" y="12939"/>
                    <a:pt x="4369" y="12939"/>
                    <a:pt x="4365" y="12940"/>
                  </a:cubicBezTo>
                  <a:lnTo>
                    <a:pt x="3879" y="12940"/>
                  </a:lnTo>
                  <a:cubicBezTo>
                    <a:pt x="3883" y="12911"/>
                    <a:pt x="3888" y="12877"/>
                    <a:pt x="3888" y="12848"/>
                  </a:cubicBezTo>
                  <a:lnTo>
                    <a:pt x="3888" y="11482"/>
                  </a:lnTo>
                  <a:cubicBezTo>
                    <a:pt x="4023" y="11636"/>
                    <a:pt x="4201" y="11742"/>
                    <a:pt x="4398" y="11794"/>
                  </a:cubicBezTo>
                  <a:cubicBezTo>
                    <a:pt x="4442" y="11804"/>
                    <a:pt x="4490" y="11809"/>
                    <a:pt x="4538" y="11809"/>
                  </a:cubicBezTo>
                  <a:cubicBezTo>
                    <a:pt x="4697" y="11809"/>
                    <a:pt x="4851" y="11751"/>
                    <a:pt x="4976" y="11645"/>
                  </a:cubicBezTo>
                  <a:lnTo>
                    <a:pt x="4981" y="11640"/>
                  </a:lnTo>
                  <a:cubicBezTo>
                    <a:pt x="5000" y="11626"/>
                    <a:pt x="5442" y="11231"/>
                    <a:pt x="4860" y="10428"/>
                  </a:cubicBezTo>
                  <a:cubicBezTo>
                    <a:pt x="4803" y="10351"/>
                    <a:pt x="4754" y="10274"/>
                    <a:pt x="4711" y="10187"/>
                  </a:cubicBezTo>
                  <a:lnTo>
                    <a:pt x="6660" y="10187"/>
                  </a:lnTo>
                  <a:lnTo>
                    <a:pt x="6660" y="12940"/>
                  </a:lnTo>
                  <a:lnTo>
                    <a:pt x="5048" y="12940"/>
                  </a:lnTo>
                  <a:cubicBezTo>
                    <a:pt x="4769" y="12954"/>
                    <a:pt x="4769" y="13363"/>
                    <a:pt x="5048" y="13378"/>
                  </a:cubicBezTo>
                  <a:lnTo>
                    <a:pt x="7844" y="13378"/>
                  </a:lnTo>
                  <a:cubicBezTo>
                    <a:pt x="7964" y="13378"/>
                    <a:pt x="8060" y="13281"/>
                    <a:pt x="8060" y="13161"/>
                  </a:cubicBezTo>
                  <a:lnTo>
                    <a:pt x="8060" y="13021"/>
                  </a:lnTo>
                  <a:lnTo>
                    <a:pt x="8743" y="13021"/>
                  </a:lnTo>
                  <a:cubicBezTo>
                    <a:pt x="8945" y="13257"/>
                    <a:pt x="9335" y="13416"/>
                    <a:pt x="9917" y="13493"/>
                  </a:cubicBezTo>
                  <a:cubicBezTo>
                    <a:pt x="10187" y="13532"/>
                    <a:pt x="10461" y="13551"/>
                    <a:pt x="10735" y="13551"/>
                  </a:cubicBezTo>
                  <a:lnTo>
                    <a:pt x="11909" y="13551"/>
                  </a:lnTo>
                  <a:cubicBezTo>
                    <a:pt x="12246" y="13551"/>
                    <a:pt x="12516" y="13276"/>
                    <a:pt x="12516" y="12944"/>
                  </a:cubicBezTo>
                  <a:lnTo>
                    <a:pt x="12516" y="12925"/>
                  </a:lnTo>
                  <a:cubicBezTo>
                    <a:pt x="12516" y="12872"/>
                    <a:pt x="12511" y="12815"/>
                    <a:pt x="12492" y="12757"/>
                  </a:cubicBezTo>
                  <a:lnTo>
                    <a:pt x="12843" y="12757"/>
                  </a:lnTo>
                  <a:cubicBezTo>
                    <a:pt x="13175" y="12757"/>
                    <a:pt x="13449" y="12487"/>
                    <a:pt x="13449" y="12151"/>
                  </a:cubicBezTo>
                  <a:lnTo>
                    <a:pt x="13449" y="12136"/>
                  </a:lnTo>
                  <a:cubicBezTo>
                    <a:pt x="13449" y="12069"/>
                    <a:pt x="13435" y="12001"/>
                    <a:pt x="13416" y="11939"/>
                  </a:cubicBezTo>
                  <a:cubicBezTo>
                    <a:pt x="13661" y="11852"/>
                    <a:pt x="13825" y="11621"/>
                    <a:pt x="13829" y="11361"/>
                  </a:cubicBezTo>
                  <a:lnTo>
                    <a:pt x="13829" y="11347"/>
                  </a:lnTo>
                  <a:cubicBezTo>
                    <a:pt x="13829" y="11087"/>
                    <a:pt x="13661" y="10851"/>
                    <a:pt x="13416" y="10770"/>
                  </a:cubicBezTo>
                  <a:cubicBezTo>
                    <a:pt x="13435" y="10702"/>
                    <a:pt x="13449" y="10635"/>
                    <a:pt x="13449" y="10567"/>
                  </a:cubicBezTo>
                  <a:lnTo>
                    <a:pt x="13449" y="10553"/>
                  </a:lnTo>
                  <a:cubicBezTo>
                    <a:pt x="13449" y="10447"/>
                    <a:pt x="13420" y="10346"/>
                    <a:pt x="13372" y="10260"/>
                  </a:cubicBezTo>
                  <a:lnTo>
                    <a:pt x="13372" y="10255"/>
                  </a:lnTo>
                  <a:lnTo>
                    <a:pt x="13372" y="8248"/>
                  </a:lnTo>
                  <a:cubicBezTo>
                    <a:pt x="13379" y="8094"/>
                    <a:pt x="13265" y="8017"/>
                    <a:pt x="13151" y="8017"/>
                  </a:cubicBezTo>
                  <a:cubicBezTo>
                    <a:pt x="13038" y="8017"/>
                    <a:pt x="12925" y="8094"/>
                    <a:pt x="12934" y="8248"/>
                  </a:cubicBezTo>
                  <a:lnTo>
                    <a:pt x="12934" y="9952"/>
                  </a:lnTo>
                  <a:cubicBezTo>
                    <a:pt x="12901" y="9947"/>
                    <a:pt x="12872" y="9947"/>
                    <a:pt x="12838" y="9947"/>
                  </a:cubicBezTo>
                  <a:lnTo>
                    <a:pt x="11476" y="9947"/>
                  </a:lnTo>
                  <a:cubicBezTo>
                    <a:pt x="11626" y="9807"/>
                    <a:pt x="11736" y="9629"/>
                    <a:pt x="11789" y="9437"/>
                  </a:cubicBezTo>
                  <a:cubicBezTo>
                    <a:pt x="11832" y="9230"/>
                    <a:pt x="11775" y="9018"/>
                    <a:pt x="11640" y="8859"/>
                  </a:cubicBezTo>
                  <a:lnTo>
                    <a:pt x="11635" y="8855"/>
                  </a:lnTo>
                  <a:cubicBezTo>
                    <a:pt x="11626" y="8843"/>
                    <a:pt x="11478" y="8673"/>
                    <a:pt x="11182" y="8673"/>
                  </a:cubicBezTo>
                  <a:cubicBezTo>
                    <a:pt x="10991" y="8673"/>
                    <a:pt x="10738" y="8744"/>
                    <a:pt x="10423" y="8975"/>
                  </a:cubicBezTo>
                  <a:cubicBezTo>
                    <a:pt x="10346" y="9028"/>
                    <a:pt x="10264" y="9081"/>
                    <a:pt x="10182" y="9119"/>
                  </a:cubicBezTo>
                  <a:lnTo>
                    <a:pt x="10182" y="7170"/>
                  </a:lnTo>
                  <a:lnTo>
                    <a:pt x="12934" y="7170"/>
                  </a:lnTo>
                  <a:lnTo>
                    <a:pt x="12934" y="7502"/>
                  </a:lnTo>
                  <a:cubicBezTo>
                    <a:pt x="12927" y="7656"/>
                    <a:pt x="13040" y="7733"/>
                    <a:pt x="13153" y="7733"/>
                  </a:cubicBezTo>
                  <a:cubicBezTo>
                    <a:pt x="13266" y="7733"/>
                    <a:pt x="13379" y="7656"/>
                    <a:pt x="13372" y="7502"/>
                  </a:cubicBezTo>
                  <a:lnTo>
                    <a:pt x="13372" y="5987"/>
                  </a:lnTo>
                  <a:cubicBezTo>
                    <a:pt x="13372" y="5866"/>
                    <a:pt x="13276" y="5770"/>
                    <a:pt x="13151" y="5770"/>
                  </a:cubicBezTo>
                  <a:lnTo>
                    <a:pt x="13016" y="5770"/>
                  </a:lnTo>
                  <a:lnTo>
                    <a:pt x="13016" y="5092"/>
                  </a:lnTo>
                  <a:cubicBezTo>
                    <a:pt x="13252" y="4885"/>
                    <a:pt x="13406" y="4495"/>
                    <a:pt x="13488" y="3913"/>
                  </a:cubicBezTo>
                  <a:cubicBezTo>
                    <a:pt x="13526" y="3624"/>
                    <a:pt x="13545" y="3331"/>
                    <a:pt x="13545" y="3037"/>
                  </a:cubicBezTo>
                  <a:lnTo>
                    <a:pt x="13545" y="1921"/>
                  </a:lnTo>
                  <a:cubicBezTo>
                    <a:pt x="13545" y="1584"/>
                    <a:pt x="13271" y="1315"/>
                    <a:pt x="12934" y="1315"/>
                  </a:cubicBezTo>
                  <a:lnTo>
                    <a:pt x="12920" y="1315"/>
                  </a:lnTo>
                  <a:cubicBezTo>
                    <a:pt x="12862" y="1315"/>
                    <a:pt x="12804" y="1319"/>
                    <a:pt x="12752" y="1339"/>
                  </a:cubicBezTo>
                  <a:lnTo>
                    <a:pt x="12752" y="987"/>
                  </a:lnTo>
                  <a:cubicBezTo>
                    <a:pt x="12752" y="655"/>
                    <a:pt x="12477" y="381"/>
                    <a:pt x="12145" y="381"/>
                  </a:cubicBezTo>
                  <a:lnTo>
                    <a:pt x="12131" y="381"/>
                  </a:lnTo>
                  <a:cubicBezTo>
                    <a:pt x="12065" y="404"/>
                    <a:pt x="11997" y="415"/>
                    <a:pt x="11931" y="415"/>
                  </a:cubicBezTo>
                  <a:cubicBezTo>
                    <a:pt x="11679" y="415"/>
                    <a:pt x="11444" y="256"/>
                    <a:pt x="11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1"/>
            <p:cNvSpPr/>
            <p:nvPr/>
          </p:nvSpPr>
          <p:spPr>
            <a:xfrm>
              <a:off x="8121836" y="3229316"/>
              <a:ext cx="19199" cy="11540"/>
            </a:xfrm>
            <a:custGeom>
              <a:rect b="b" l="l" r="r" t="t"/>
              <a:pathLst>
                <a:path extrusionOk="0" h="440" w="732">
                  <a:moveTo>
                    <a:pt x="290" y="1"/>
                  </a:moveTo>
                  <a:cubicBezTo>
                    <a:pt x="0" y="1"/>
                    <a:pt x="0" y="439"/>
                    <a:pt x="290" y="439"/>
                  </a:cubicBezTo>
                  <a:cubicBezTo>
                    <a:pt x="294" y="439"/>
                    <a:pt x="299" y="439"/>
                    <a:pt x="304" y="439"/>
                  </a:cubicBezTo>
                  <a:lnTo>
                    <a:pt x="458" y="439"/>
                  </a:lnTo>
                  <a:cubicBezTo>
                    <a:pt x="732" y="424"/>
                    <a:pt x="732" y="15"/>
                    <a:pt x="458" y="1"/>
                  </a:cubicBezTo>
                  <a:lnTo>
                    <a:pt x="304" y="1"/>
                  </a:lnTo>
                  <a:cubicBezTo>
                    <a:pt x="299" y="1"/>
                    <a:pt x="294"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1"/>
            <p:cNvSpPr/>
            <p:nvPr/>
          </p:nvSpPr>
          <p:spPr>
            <a:xfrm>
              <a:off x="8102270" y="3229316"/>
              <a:ext cx="19225" cy="11540"/>
            </a:xfrm>
            <a:custGeom>
              <a:rect b="b" l="l" r="r" t="t"/>
              <a:pathLst>
                <a:path extrusionOk="0" h="440" w="733">
                  <a:moveTo>
                    <a:pt x="290" y="1"/>
                  </a:moveTo>
                  <a:cubicBezTo>
                    <a:pt x="0" y="1"/>
                    <a:pt x="0" y="439"/>
                    <a:pt x="290" y="439"/>
                  </a:cubicBezTo>
                  <a:cubicBezTo>
                    <a:pt x="295" y="439"/>
                    <a:pt x="299" y="439"/>
                    <a:pt x="304" y="439"/>
                  </a:cubicBezTo>
                  <a:lnTo>
                    <a:pt x="453" y="439"/>
                  </a:lnTo>
                  <a:cubicBezTo>
                    <a:pt x="732" y="424"/>
                    <a:pt x="732" y="15"/>
                    <a:pt x="453" y="1"/>
                  </a:cubicBezTo>
                  <a:lnTo>
                    <a:pt x="304" y="1"/>
                  </a:lnTo>
                  <a:cubicBezTo>
                    <a:pt x="299" y="1"/>
                    <a:pt x="295"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1"/>
            <p:cNvSpPr/>
            <p:nvPr/>
          </p:nvSpPr>
          <p:spPr>
            <a:xfrm>
              <a:off x="8165610" y="2937299"/>
              <a:ext cx="19985" cy="11514"/>
            </a:xfrm>
            <a:custGeom>
              <a:rect b="b" l="l" r="r" t="t"/>
              <a:pathLst>
                <a:path extrusionOk="0" h="439" w="762">
                  <a:moveTo>
                    <a:pt x="286" y="0"/>
                  </a:moveTo>
                  <a:cubicBezTo>
                    <a:pt x="1" y="0"/>
                    <a:pt x="2" y="439"/>
                    <a:pt x="291" y="439"/>
                  </a:cubicBezTo>
                  <a:cubicBezTo>
                    <a:pt x="295" y="439"/>
                    <a:pt x="300" y="439"/>
                    <a:pt x="304" y="439"/>
                  </a:cubicBezTo>
                  <a:lnTo>
                    <a:pt x="458" y="439"/>
                  </a:lnTo>
                  <a:cubicBezTo>
                    <a:pt x="463" y="439"/>
                    <a:pt x="468" y="439"/>
                    <a:pt x="472" y="439"/>
                  </a:cubicBezTo>
                  <a:cubicBezTo>
                    <a:pt x="760" y="439"/>
                    <a:pt x="762" y="0"/>
                    <a:pt x="476" y="0"/>
                  </a:cubicBezTo>
                  <a:cubicBezTo>
                    <a:pt x="470" y="0"/>
                    <a:pt x="464" y="0"/>
                    <a:pt x="458"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1"/>
            <p:cNvSpPr/>
            <p:nvPr/>
          </p:nvSpPr>
          <p:spPr>
            <a:xfrm>
              <a:off x="8185306" y="2937299"/>
              <a:ext cx="19854" cy="11514"/>
            </a:xfrm>
            <a:custGeom>
              <a:rect b="b" l="l" r="r" t="t"/>
              <a:pathLst>
                <a:path extrusionOk="0" h="439" w="757">
                  <a:moveTo>
                    <a:pt x="286" y="0"/>
                  </a:moveTo>
                  <a:cubicBezTo>
                    <a:pt x="1" y="0"/>
                    <a:pt x="2" y="439"/>
                    <a:pt x="290" y="439"/>
                  </a:cubicBezTo>
                  <a:cubicBezTo>
                    <a:pt x="295" y="439"/>
                    <a:pt x="299" y="439"/>
                    <a:pt x="304" y="439"/>
                  </a:cubicBezTo>
                  <a:lnTo>
                    <a:pt x="453" y="439"/>
                  </a:lnTo>
                  <a:cubicBezTo>
                    <a:pt x="458" y="439"/>
                    <a:pt x="462" y="439"/>
                    <a:pt x="467" y="439"/>
                  </a:cubicBezTo>
                  <a:cubicBezTo>
                    <a:pt x="755" y="439"/>
                    <a:pt x="756" y="0"/>
                    <a:pt x="471" y="0"/>
                  </a:cubicBezTo>
                  <a:cubicBezTo>
                    <a:pt x="465" y="0"/>
                    <a:pt x="459" y="0"/>
                    <a:pt x="453"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2" name="Google Shape;12042;p81"/>
          <p:cNvGrpSpPr/>
          <p:nvPr/>
        </p:nvGrpSpPr>
        <p:grpSpPr>
          <a:xfrm>
            <a:off x="8040058" y="3806321"/>
            <a:ext cx="301275" cy="365480"/>
            <a:chOff x="8040058" y="3806321"/>
            <a:chExt cx="301275" cy="365480"/>
          </a:xfrm>
        </p:grpSpPr>
        <p:sp>
          <p:nvSpPr>
            <p:cNvPr id="12043" name="Google Shape;12043;p81"/>
            <p:cNvSpPr/>
            <p:nvPr/>
          </p:nvSpPr>
          <p:spPr>
            <a:xfrm>
              <a:off x="8045488" y="3842541"/>
              <a:ext cx="290417" cy="323962"/>
            </a:xfrm>
            <a:custGeom>
              <a:rect b="b" l="l" r="r" t="t"/>
              <a:pathLst>
                <a:path extrusionOk="0" h="12352" w="11073">
                  <a:moveTo>
                    <a:pt x="2454" y="0"/>
                  </a:moveTo>
                  <a:lnTo>
                    <a:pt x="0" y="1001"/>
                  </a:lnTo>
                  <a:lnTo>
                    <a:pt x="0" y="3171"/>
                  </a:lnTo>
                  <a:lnTo>
                    <a:pt x="0" y="3854"/>
                  </a:lnTo>
                  <a:lnTo>
                    <a:pt x="0" y="12352"/>
                  </a:lnTo>
                  <a:lnTo>
                    <a:pt x="11072" y="12352"/>
                  </a:lnTo>
                  <a:lnTo>
                    <a:pt x="11072" y="1001"/>
                  </a:lnTo>
                  <a:lnTo>
                    <a:pt x="8613" y="0"/>
                  </a:lnTo>
                  <a:lnTo>
                    <a:pt x="8589" y="0"/>
                  </a:lnTo>
                  <a:lnTo>
                    <a:pt x="7175" y="2262"/>
                  </a:lnTo>
                  <a:lnTo>
                    <a:pt x="6852" y="1925"/>
                  </a:lnTo>
                  <a:lnTo>
                    <a:pt x="6203" y="2685"/>
                  </a:lnTo>
                  <a:lnTo>
                    <a:pt x="7507" y="9397"/>
                  </a:lnTo>
                  <a:lnTo>
                    <a:pt x="5534" y="11313"/>
                  </a:lnTo>
                  <a:lnTo>
                    <a:pt x="3566" y="9397"/>
                  </a:lnTo>
                  <a:lnTo>
                    <a:pt x="4870" y="2685"/>
                  </a:lnTo>
                  <a:lnTo>
                    <a:pt x="4220" y="1925"/>
                  </a:lnTo>
                  <a:lnTo>
                    <a:pt x="3893" y="2262"/>
                  </a:lnTo>
                  <a:lnTo>
                    <a:pt x="2483"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1"/>
            <p:cNvSpPr/>
            <p:nvPr/>
          </p:nvSpPr>
          <p:spPr>
            <a:xfrm>
              <a:off x="8321480" y="3862972"/>
              <a:ext cx="14425" cy="303531"/>
            </a:xfrm>
            <a:custGeom>
              <a:rect b="b" l="l" r="r" t="t"/>
              <a:pathLst>
                <a:path extrusionOk="0" h="11573" w="550">
                  <a:moveTo>
                    <a:pt x="1" y="1"/>
                  </a:moveTo>
                  <a:lnTo>
                    <a:pt x="1" y="11573"/>
                  </a:lnTo>
                  <a:lnTo>
                    <a:pt x="549" y="11573"/>
                  </a:lnTo>
                  <a:lnTo>
                    <a:pt x="549" y="222"/>
                  </a:lnTo>
                  <a:lnTo>
                    <a:pt x="1"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1"/>
            <p:cNvSpPr/>
            <p:nvPr/>
          </p:nvSpPr>
          <p:spPr>
            <a:xfrm>
              <a:off x="8156168" y="3857806"/>
              <a:ext cx="69057" cy="55183"/>
            </a:xfrm>
            <a:custGeom>
              <a:rect b="b" l="l" r="r" t="t"/>
              <a:pathLst>
                <a:path extrusionOk="0" h="2104" w="2633">
                  <a:moveTo>
                    <a:pt x="1314" y="0"/>
                  </a:moveTo>
                  <a:lnTo>
                    <a:pt x="0" y="1343"/>
                  </a:lnTo>
                  <a:lnTo>
                    <a:pt x="650" y="2103"/>
                  </a:lnTo>
                  <a:lnTo>
                    <a:pt x="1983" y="2103"/>
                  </a:lnTo>
                  <a:lnTo>
                    <a:pt x="2632" y="1343"/>
                  </a:lnTo>
                  <a:lnTo>
                    <a:pt x="131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1"/>
            <p:cNvSpPr/>
            <p:nvPr/>
          </p:nvSpPr>
          <p:spPr>
            <a:xfrm>
              <a:off x="8193778" y="3884426"/>
              <a:ext cx="31447" cy="28562"/>
            </a:xfrm>
            <a:custGeom>
              <a:rect b="b" l="l" r="r" t="t"/>
              <a:pathLst>
                <a:path extrusionOk="0" h="1089" w="1199">
                  <a:moveTo>
                    <a:pt x="871" y="1"/>
                  </a:moveTo>
                  <a:lnTo>
                    <a:pt x="0" y="1088"/>
                  </a:lnTo>
                  <a:lnTo>
                    <a:pt x="549" y="1088"/>
                  </a:lnTo>
                  <a:lnTo>
                    <a:pt x="1198" y="328"/>
                  </a:lnTo>
                  <a:lnTo>
                    <a:pt x="8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1"/>
            <p:cNvSpPr/>
            <p:nvPr/>
          </p:nvSpPr>
          <p:spPr>
            <a:xfrm>
              <a:off x="8138989" y="3912962"/>
              <a:ext cx="103389" cy="226291"/>
            </a:xfrm>
            <a:custGeom>
              <a:rect b="b" l="l" r="r" t="t"/>
              <a:pathLst>
                <a:path extrusionOk="0" h="8628" w="3942">
                  <a:moveTo>
                    <a:pt x="1305" y="0"/>
                  </a:moveTo>
                  <a:lnTo>
                    <a:pt x="727" y="2969"/>
                  </a:lnTo>
                  <a:lnTo>
                    <a:pt x="602" y="3599"/>
                  </a:lnTo>
                  <a:lnTo>
                    <a:pt x="1" y="6712"/>
                  </a:lnTo>
                  <a:lnTo>
                    <a:pt x="1969" y="8628"/>
                  </a:lnTo>
                  <a:lnTo>
                    <a:pt x="3942" y="6712"/>
                  </a:lnTo>
                  <a:lnTo>
                    <a:pt x="2638"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1"/>
            <p:cNvSpPr/>
            <p:nvPr/>
          </p:nvSpPr>
          <p:spPr>
            <a:xfrm>
              <a:off x="8183549" y="3912962"/>
              <a:ext cx="58828" cy="226291"/>
            </a:xfrm>
            <a:custGeom>
              <a:rect b="b" l="l" r="r" t="t"/>
              <a:pathLst>
                <a:path extrusionOk="0" h="8628" w="2243">
                  <a:moveTo>
                    <a:pt x="390" y="0"/>
                  </a:moveTo>
                  <a:lnTo>
                    <a:pt x="1694" y="6712"/>
                  </a:lnTo>
                  <a:lnTo>
                    <a:pt x="0" y="8363"/>
                  </a:lnTo>
                  <a:lnTo>
                    <a:pt x="270" y="8628"/>
                  </a:lnTo>
                  <a:lnTo>
                    <a:pt x="2243" y="6712"/>
                  </a:lnTo>
                  <a:lnTo>
                    <a:pt x="93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1"/>
            <p:cNvSpPr/>
            <p:nvPr/>
          </p:nvSpPr>
          <p:spPr>
            <a:xfrm>
              <a:off x="8109850" y="3811488"/>
              <a:ext cx="80781" cy="90380"/>
            </a:xfrm>
            <a:custGeom>
              <a:rect b="b" l="l" r="r" t="t"/>
              <a:pathLst>
                <a:path extrusionOk="0" h="3446" w="3080">
                  <a:moveTo>
                    <a:pt x="458" y="1"/>
                  </a:moveTo>
                  <a:lnTo>
                    <a:pt x="0" y="1141"/>
                  </a:lnTo>
                  <a:lnTo>
                    <a:pt x="1439" y="3446"/>
                  </a:lnTo>
                  <a:lnTo>
                    <a:pt x="3080" y="1766"/>
                  </a:lnTo>
                  <a:lnTo>
                    <a:pt x="45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1"/>
            <p:cNvSpPr/>
            <p:nvPr/>
          </p:nvSpPr>
          <p:spPr>
            <a:xfrm>
              <a:off x="8190604" y="3811488"/>
              <a:ext cx="80807" cy="90380"/>
            </a:xfrm>
            <a:custGeom>
              <a:rect b="b" l="l" r="r" t="t"/>
              <a:pathLst>
                <a:path extrusionOk="0" h="3446" w="3081">
                  <a:moveTo>
                    <a:pt x="2628" y="1"/>
                  </a:moveTo>
                  <a:lnTo>
                    <a:pt x="1" y="1766"/>
                  </a:lnTo>
                  <a:lnTo>
                    <a:pt x="1642" y="3446"/>
                  </a:lnTo>
                  <a:lnTo>
                    <a:pt x="3080" y="1141"/>
                  </a:lnTo>
                  <a:lnTo>
                    <a:pt x="262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1"/>
            <p:cNvSpPr/>
            <p:nvPr/>
          </p:nvSpPr>
          <p:spPr>
            <a:xfrm>
              <a:off x="8121836" y="3811488"/>
              <a:ext cx="137721" cy="46344"/>
            </a:xfrm>
            <a:custGeom>
              <a:rect b="b" l="l" r="r" t="t"/>
              <a:pathLst>
                <a:path extrusionOk="0" h="1767" w="5251">
                  <a:moveTo>
                    <a:pt x="1" y="1"/>
                  </a:moveTo>
                  <a:lnTo>
                    <a:pt x="2623" y="1766"/>
                  </a:lnTo>
                  <a:lnTo>
                    <a:pt x="5250"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1"/>
            <p:cNvSpPr/>
            <p:nvPr/>
          </p:nvSpPr>
          <p:spPr>
            <a:xfrm>
              <a:off x="8040321" y="3806321"/>
              <a:ext cx="301013" cy="338728"/>
            </a:xfrm>
            <a:custGeom>
              <a:rect b="b" l="l" r="r" t="t"/>
              <a:pathLst>
                <a:path extrusionOk="0" h="12915" w="11477">
                  <a:moveTo>
                    <a:pt x="7689" y="400"/>
                  </a:moveTo>
                  <a:lnTo>
                    <a:pt x="5736" y="1718"/>
                  </a:lnTo>
                  <a:lnTo>
                    <a:pt x="3782" y="400"/>
                  </a:lnTo>
                  <a:close/>
                  <a:moveTo>
                    <a:pt x="3205" y="510"/>
                  </a:moveTo>
                  <a:lnTo>
                    <a:pt x="4682" y="1501"/>
                  </a:lnTo>
                  <a:lnTo>
                    <a:pt x="5413" y="1997"/>
                  </a:lnTo>
                  <a:lnTo>
                    <a:pt x="5178" y="2238"/>
                  </a:lnTo>
                  <a:lnTo>
                    <a:pt x="4129" y="3311"/>
                  </a:lnTo>
                  <a:lnTo>
                    <a:pt x="2882" y="1319"/>
                  </a:lnTo>
                  <a:lnTo>
                    <a:pt x="3205" y="510"/>
                  </a:lnTo>
                  <a:close/>
                  <a:moveTo>
                    <a:pt x="8262" y="505"/>
                  </a:moveTo>
                  <a:lnTo>
                    <a:pt x="8584" y="1319"/>
                  </a:lnTo>
                  <a:lnTo>
                    <a:pt x="7338" y="3311"/>
                  </a:lnTo>
                  <a:lnTo>
                    <a:pt x="7194" y="3162"/>
                  </a:lnTo>
                  <a:lnTo>
                    <a:pt x="6053" y="1997"/>
                  </a:lnTo>
                  <a:lnTo>
                    <a:pt x="6785" y="1501"/>
                  </a:lnTo>
                  <a:lnTo>
                    <a:pt x="8262" y="505"/>
                  </a:lnTo>
                  <a:close/>
                  <a:moveTo>
                    <a:pt x="5736" y="2257"/>
                  </a:moveTo>
                  <a:lnTo>
                    <a:pt x="5919" y="2445"/>
                  </a:lnTo>
                  <a:lnTo>
                    <a:pt x="6770" y="3316"/>
                  </a:lnTo>
                  <a:lnTo>
                    <a:pt x="6308" y="3859"/>
                  </a:lnTo>
                  <a:lnTo>
                    <a:pt x="5163" y="3859"/>
                  </a:lnTo>
                  <a:lnTo>
                    <a:pt x="5043" y="3720"/>
                  </a:lnTo>
                  <a:lnTo>
                    <a:pt x="4696" y="3316"/>
                  </a:lnTo>
                  <a:lnTo>
                    <a:pt x="5033" y="2969"/>
                  </a:lnTo>
                  <a:lnTo>
                    <a:pt x="5736" y="2257"/>
                  </a:lnTo>
                  <a:close/>
                  <a:moveTo>
                    <a:pt x="3075" y="0"/>
                  </a:moveTo>
                  <a:cubicBezTo>
                    <a:pt x="3065" y="0"/>
                    <a:pt x="3060" y="0"/>
                    <a:pt x="3051" y="5"/>
                  </a:cubicBezTo>
                  <a:lnTo>
                    <a:pt x="3046" y="5"/>
                  </a:lnTo>
                  <a:lnTo>
                    <a:pt x="3022" y="15"/>
                  </a:lnTo>
                  <a:lnTo>
                    <a:pt x="3017" y="19"/>
                  </a:lnTo>
                  <a:cubicBezTo>
                    <a:pt x="3007" y="19"/>
                    <a:pt x="2998" y="24"/>
                    <a:pt x="2993" y="34"/>
                  </a:cubicBezTo>
                  <a:cubicBezTo>
                    <a:pt x="2983" y="39"/>
                    <a:pt x="2979" y="44"/>
                    <a:pt x="2974" y="48"/>
                  </a:cubicBezTo>
                  <a:lnTo>
                    <a:pt x="2964" y="58"/>
                  </a:lnTo>
                  <a:cubicBezTo>
                    <a:pt x="2959" y="63"/>
                    <a:pt x="2955" y="68"/>
                    <a:pt x="2950" y="72"/>
                  </a:cubicBezTo>
                  <a:lnTo>
                    <a:pt x="2950" y="77"/>
                  </a:lnTo>
                  <a:cubicBezTo>
                    <a:pt x="2945" y="87"/>
                    <a:pt x="2940" y="92"/>
                    <a:pt x="2935" y="101"/>
                  </a:cubicBezTo>
                  <a:lnTo>
                    <a:pt x="2930" y="111"/>
                  </a:lnTo>
                  <a:lnTo>
                    <a:pt x="2926" y="121"/>
                  </a:lnTo>
                  <a:lnTo>
                    <a:pt x="2483" y="1232"/>
                  </a:lnTo>
                  <a:lnTo>
                    <a:pt x="125" y="2194"/>
                  </a:lnTo>
                  <a:cubicBezTo>
                    <a:pt x="48" y="2223"/>
                    <a:pt x="0" y="2300"/>
                    <a:pt x="0" y="2382"/>
                  </a:cubicBezTo>
                  <a:lnTo>
                    <a:pt x="0" y="4552"/>
                  </a:lnTo>
                  <a:cubicBezTo>
                    <a:pt x="0" y="4689"/>
                    <a:pt x="102" y="4758"/>
                    <a:pt x="205" y="4758"/>
                  </a:cubicBezTo>
                  <a:cubicBezTo>
                    <a:pt x="307" y="4758"/>
                    <a:pt x="409" y="4689"/>
                    <a:pt x="409" y="4552"/>
                  </a:cubicBezTo>
                  <a:lnTo>
                    <a:pt x="409" y="2522"/>
                  </a:lnTo>
                  <a:lnTo>
                    <a:pt x="2598" y="1627"/>
                  </a:lnTo>
                  <a:lnTo>
                    <a:pt x="3922" y="3749"/>
                  </a:lnTo>
                  <a:cubicBezTo>
                    <a:pt x="3955" y="3801"/>
                    <a:pt x="4013" y="3835"/>
                    <a:pt x="4076" y="3845"/>
                  </a:cubicBezTo>
                  <a:lnTo>
                    <a:pt x="4148" y="3845"/>
                  </a:lnTo>
                  <a:lnTo>
                    <a:pt x="4162" y="3840"/>
                  </a:lnTo>
                  <a:lnTo>
                    <a:pt x="4172" y="3840"/>
                  </a:lnTo>
                  <a:lnTo>
                    <a:pt x="4182" y="3835"/>
                  </a:lnTo>
                  <a:lnTo>
                    <a:pt x="4191" y="3830"/>
                  </a:lnTo>
                  <a:lnTo>
                    <a:pt x="4201" y="3821"/>
                  </a:lnTo>
                  <a:lnTo>
                    <a:pt x="4210" y="3821"/>
                  </a:lnTo>
                  <a:lnTo>
                    <a:pt x="4220" y="3811"/>
                  </a:lnTo>
                  <a:lnTo>
                    <a:pt x="4225" y="3806"/>
                  </a:lnTo>
                  <a:lnTo>
                    <a:pt x="4244" y="3792"/>
                  </a:lnTo>
                  <a:lnTo>
                    <a:pt x="4412" y="3619"/>
                  </a:lnTo>
                  <a:lnTo>
                    <a:pt x="4850" y="4129"/>
                  </a:lnTo>
                  <a:lnTo>
                    <a:pt x="4292" y="7006"/>
                  </a:lnTo>
                  <a:cubicBezTo>
                    <a:pt x="4273" y="7117"/>
                    <a:pt x="4345" y="7223"/>
                    <a:pt x="4456" y="7247"/>
                  </a:cubicBezTo>
                  <a:lnTo>
                    <a:pt x="4562" y="7247"/>
                  </a:lnTo>
                  <a:lnTo>
                    <a:pt x="4571" y="7242"/>
                  </a:lnTo>
                  <a:lnTo>
                    <a:pt x="4576" y="7242"/>
                  </a:lnTo>
                  <a:lnTo>
                    <a:pt x="4586" y="7237"/>
                  </a:lnTo>
                  <a:lnTo>
                    <a:pt x="4595" y="7232"/>
                  </a:lnTo>
                  <a:lnTo>
                    <a:pt x="4605" y="7227"/>
                  </a:lnTo>
                  <a:lnTo>
                    <a:pt x="4610" y="7223"/>
                  </a:lnTo>
                  <a:lnTo>
                    <a:pt x="4624" y="7213"/>
                  </a:lnTo>
                  <a:lnTo>
                    <a:pt x="4629" y="7208"/>
                  </a:lnTo>
                  <a:lnTo>
                    <a:pt x="4639" y="7199"/>
                  </a:lnTo>
                  <a:lnTo>
                    <a:pt x="4643" y="7194"/>
                  </a:lnTo>
                  <a:lnTo>
                    <a:pt x="4648" y="7184"/>
                  </a:lnTo>
                  <a:lnTo>
                    <a:pt x="4653" y="7179"/>
                  </a:lnTo>
                  <a:lnTo>
                    <a:pt x="4663" y="7170"/>
                  </a:lnTo>
                  <a:lnTo>
                    <a:pt x="4668" y="7165"/>
                  </a:lnTo>
                  <a:lnTo>
                    <a:pt x="4672" y="7155"/>
                  </a:lnTo>
                  <a:lnTo>
                    <a:pt x="4677" y="7146"/>
                  </a:lnTo>
                  <a:lnTo>
                    <a:pt x="4682" y="7136"/>
                  </a:lnTo>
                  <a:lnTo>
                    <a:pt x="4682" y="7131"/>
                  </a:lnTo>
                  <a:lnTo>
                    <a:pt x="4687" y="7117"/>
                  </a:lnTo>
                  <a:lnTo>
                    <a:pt x="4687" y="7112"/>
                  </a:lnTo>
                  <a:cubicBezTo>
                    <a:pt x="4687" y="7107"/>
                    <a:pt x="4692" y="7098"/>
                    <a:pt x="4692" y="7093"/>
                  </a:cubicBezTo>
                  <a:lnTo>
                    <a:pt x="5235" y="4287"/>
                  </a:lnTo>
                  <a:lnTo>
                    <a:pt x="6231" y="4287"/>
                  </a:lnTo>
                  <a:lnTo>
                    <a:pt x="7482" y="10726"/>
                  </a:lnTo>
                  <a:lnTo>
                    <a:pt x="5736" y="12424"/>
                  </a:lnTo>
                  <a:lnTo>
                    <a:pt x="3984" y="10726"/>
                  </a:lnTo>
                  <a:lnTo>
                    <a:pt x="4571" y="7718"/>
                  </a:lnTo>
                  <a:cubicBezTo>
                    <a:pt x="4602" y="7567"/>
                    <a:pt x="4482" y="7475"/>
                    <a:pt x="4364" y="7475"/>
                  </a:cubicBezTo>
                  <a:cubicBezTo>
                    <a:pt x="4276" y="7475"/>
                    <a:pt x="4190" y="7526"/>
                    <a:pt x="4167" y="7641"/>
                  </a:cubicBezTo>
                  <a:lnTo>
                    <a:pt x="3561" y="10759"/>
                  </a:lnTo>
                  <a:cubicBezTo>
                    <a:pt x="3551" y="10827"/>
                    <a:pt x="3570" y="10894"/>
                    <a:pt x="3623" y="10942"/>
                  </a:cubicBezTo>
                  <a:lnTo>
                    <a:pt x="5596" y="12857"/>
                  </a:lnTo>
                  <a:cubicBezTo>
                    <a:pt x="5635" y="12896"/>
                    <a:pt x="5685" y="12915"/>
                    <a:pt x="5736" y="12915"/>
                  </a:cubicBezTo>
                  <a:cubicBezTo>
                    <a:pt x="5787" y="12915"/>
                    <a:pt x="5839" y="12896"/>
                    <a:pt x="5880" y="12857"/>
                  </a:cubicBezTo>
                  <a:lnTo>
                    <a:pt x="7848" y="10942"/>
                  </a:lnTo>
                  <a:cubicBezTo>
                    <a:pt x="7901" y="10894"/>
                    <a:pt x="7925" y="10827"/>
                    <a:pt x="7911" y="10759"/>
                  </a:cubicBezTo>
                  <a:lnTo>
                    <a:pt x="6626" y="4143"/>
                  </a:lnTo>
                  <a:lnTo>
                    <a:pt x="6713" y="4042"/>
                  </a:lnTo>
                  <a:lnTo>
                    <a:pt x="7064" y="3628"/>
                  </a:lnTo>
                  <a:lnTo>
                    <a:pt x="7232" y="3801"/>
                  </a:lnTo>
                  <a:lnTo>
                    <a:pt x="7251" y="3816"/>
                  </a:lnTo>
                  <a:lnTo>
                    <a:pt x="7256" y="3821"/>
                  </a:lnTo>
                  <a:lnTo>
                    <a:pt x="7266" y="3830"/>
                  </a:lnTo>
                  <a:lnTo>
                    <a:pt x="7275" y="3835"/>
                  </a:lnTo>
                  <a:lnTo>
                    <a:pt x="7285" y="3840"/>
                  </a:lnTo>
                  <a:lnTo>
                    <a:pt x="7295" y="3845"/>
                  </a:lnTo>
                  <a:lnTo>
                    <a:pt x="7304" y="3850"/>
                  </a:lnTo>
                  <a:lnTo>
                    <a:pt x="7314" y="3850"/>
                  </a:lnTo>
                  <a:lnTo>
                    <a:pt x="7328" y="3854"/>
                  </a:lnTo>
                  <a:lnTo>
                    <a:pt x="7401" y="3854"/>
                  </a:lnTo>
                  <a:cubicBezTo>
                    <a:pt x="7463" y="3850"/>
                    <a:pt x="7521" y="3811"/>
                    <a:pt x="7555" y="3758"/>
                  </a:cubicBezTo>
                  <a:lnTo>
                    <a:pt x="8878" y="1636"/>
                  </a:lnTo>
                  <a:lnTo>
                    <a:pt x="11067" y="2531"/>
                  </a:lnTo>
                  <a:lnTo>
                    <a:pt x="11067" y="10268"/>
                  </a:lnTo>
                  <a:cubicBezTo>
                    <a:pt x="11067" y="10403"/>
                    <a:pt x="11169" y="10471"/>
                    <a:pt x="11272" y="10471"/>
                  </a:cubicBezTo>
                  <a:cubicBezTo>
                    <a:pt x="11374" y="10471"/>
                    <a:pt x="11476" y="10403"/>
                    <a:pt x="11476" y="10268"/>
                  </a:cubicBezTo>
                  <a:lnTo>
                    <a:pt x="11476" y="2382"/>
                  </a:lnTo>
                  <a:cubicBezTo>
                    <a:pt x="11476" y="2300"/>
                    <a:pt x="11423" y="2223"/>
                    <a:pt x="11346" y="2194"/>
                  </a:cubicBezTo>
                  <a:lnTo>
                    <a:pt x="8993" y="1232"/>
                  </a:lnTo>
                  <a:lnTo>
                    <a:pt x="8546" y="121"/>
                  </a:lnTo>
                  <a:lnTo>
                    <a:pt x="8541" y="111"/>
                  </a:lnTo>
                  <a:lnTo>
                    <a:pt x="8541" y="101"/>
                  </a:lnTo>
                  <a:cubicBezTo>
                    <a:pt x="8536" y="92"/>
                    <a:pt x="8531" y="87"/>
                    <a:pt x="8527" y="77"/>
                  </a:cubicBezTo>
                  <a:lnTo>
                    <a:pt x="8522" y="72"/>
                  </a:lnTo>
                  <a:cubicBezTo>
                    <a:pt x="8517" y="68"/>
                    <a:pt x="8512" y="63"/>
                    <a:pt x="8507" y="58"/>
                  </a:cubicBezTo>
                  <a:lnTo>
                    <a:pt x="8502" y="48"/>
                  </a:lnTo>
                  <a:cubicBezTo>
                    <a:pt x="8493" y="44"/>
                    <a:pt x="8488" y="39"/>
                    <a:pt x="8478" y="34"/>
                  </a:cubicBezTo>
                  <a:cubicBezTo>
                    <a:pt x="8474" y="24"/>
                    <a:pt x="8464" y="19"/>
                    <a:pt x="8454" y="19"/>
                  </a:cubicBezTo>
                  <a:lnTo>
                    <a:pt x="8450" y="15"/>
                  </a:lnTo>
                  <a:lnTo>
                    <a:pt x="8425" y="5"/>
                  </a:lnTo>
                  <a:lnTo>
                    <a:pt x="8421" y="5"/>
                  </a:lnTo>
                  <a:cubicBezTo>
                    <a:pt x="8411" y="0"/>
                    <a:pt x="8406" y="0"/>
                    <a:pt x="8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1"/>
            <p:cNvSpPr/>
            <p:nvPr/>
          </p:nvSpPr>
          <p:spPr>
            <a:xfrm>
              <a:off x="8040058" y="3938219"/>
              <a:ext cx="301144" cy="233582"/>
            </a:xfrm>
            <a:custGeom>
              <a:rect b="b" l="l" r="r" t="t"/>
              <a:pathLst>
                <a:path extrusionOk="0" h="8906" w="11482">
                  <a:moveTo>
                    <a:pt x="205" y="1"/>
                  </a:moveTo>
                  <a:cubicBezTo>
                    <a:pt x="103" y="1"/>
                    <a:pt x="0" y="69"/>
                    <a:pt x="0" y="206"/>
                  </a:cubicBezTo>
                  <a:lnTo>
                    <a:pt x="0" y="8704"/>
                  </a:lnTo>
                  <a:cubicBezTo>
                    <a:pt x="0" y="8815"/>
                    <a:pt x="92" y="8906"/>
                    <a:pt x="203" y="8906"/>
                  </a:cubicBezTo>
                  <a:lnTo>
                    <a:pt x="11279" y="8906"/>
                  </a:lnTo>
                  <a:cubicBezTo>
                    <a:pt x="11390" y="8906"/>
                    <a:pt x="11481" y="8815"/>
                    <a:pt x="11481" y="8704"/>
                  </a:cubicBezTo>
                  <a:lnTo>
                    <a:pt x="11481" y="5908"/>
                  </a:lnTo>
                  <a:cubicBezTo>
                    <a:pt x="11481" y="5793"/>
                    <a:pt x="11390" y="5701"/>
                    <a:pt x="11279" y="5701"/>
                  </a:cubicBezTo>
                  <a:cubicBezTo>
                    <a:pt x="11164" y="5701"/>
                    <a:pt x="11072" y="5793"/>
                    <a:pt x="11072" y="5908"/>
                  </a:cubicBezTo>
                  <a:lnTo>
                    <a:pt x="11072" y="8497"/>
                  </a:lnTo>
                  <a:lnTo>
                    <a:pt x="409" y="8497"/>
                  </a:lnTo>
                  <a:lnTo>
                    <a:pt x="409" y="206"/>
                  </a:lnTo>
                  <a:cubicBezTo>
                    <a:pt x="409" y="69"/>
                    <a:pt x="30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81"/>
          <p:cNvGrpSpPr/>
          <p:nvPr/>
        </p:nvGrpSpPr>
        <p:grpSpPr>
          <a:xfrm>
            <a:off x="4895276" y="4298401"/>
            <a:ext cx="345941" cy="342190"/>
            <a:chOff x="4895276" y="4298401"/>
            <a:chExt cx="345941" cy="342190"/>
          </a:xfrm>
        </p:grpSpPr>
        <p:sp>
          <p:nvSpPr>
            <p:cNvPr id="12055" name="Google Shape;12055;p81"/>
            <p:cNvSpPr/>
            <p:nvPr/>
          </p:nvSpPr>
          <p:spPr>
            <a:xfrm>
              <a:off x="5142130" y="4481233"/>
              <a:ext cx="40154" cy="39656"/>
            </a:xfrm>
            <a:custGeom>
              <a:rect b="b" l="l" r="r" t="t"/>
              <a:pathLst>
                <a:path extrusionOk="0" h="1512" w="1531">
                  <a:moveTo>
                    <a:pt x="9" y="0"/>
                  </a:moveTo>
                  <a:cubicBezTo>
                    <a:pt x="6" y="0"/>
                    <a:pt x="3" y="0"/>
                    <a:pt x="1" y="0"/>
                  </a:cubicBezTo>
                  <a:lnTo>
                    <a:pt x="977" y="1511"/>
                  </a:lnTo>
                  <a:lnTo>
                    <a:pt x="1531" y="1511"/>
                  </a:lnTo>
                  <a:cubicBezTo>
                    <a:pt x="1521" y="677"/>
                    <a:pt x="847" y="0"/>
                    <a:pt x="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1"/>
            <p:cNvSpPr/>
            <p:nvPr/>
          </p:nvSpPr>
          <p:spPr>
            <a:xfrm>
              <a:off x="5102133" y="4481233"/>
              <a:ext cx="65647" cy="39656"/>
            </a:xfrm>
            <a:custGeom>
              <a:rect b="b" l="l" r="r" t="t"/>
              <a:pathLst>
                <a:path extrusionOk="0" h="1512" w="2503">
                  <a:moveTo>
                    <a:pt x="1517" y="0"/>
                  </a:moveTo>
                  <a:cubicBezTo>
                    <a:pt x="683" y="0"/>
                    <a:pt x="5" y="672"/>
                    <a:pt x="0" y="1511"/>
                  </a:cubicBezTo>
                  <a:lnTo>
                    <a:pt x="2502" y="1511"/>
                  </a:lnTo>
                  <a:cubicBezTo>
                    <a:pt x="2502" y="674"/>
                    <a:pt x="2060" y="0"/>
                    <a:pt x="1526" y="0"/>
                  </a:cubicBezTo>
                  <a:cubicBezTo>
                    <a:pt x="1523" y="0"/>
                    <a:pt x="1520" y="0"/>
                    <a:pt x="151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1"/>
            <p:cNvSpPr/>
            <p:nvPr/>
          </p:nvSpPr>
          <p:spPr>
            <a:xfrm>
              <a:off x="5141762" y="4415612"/>
              <a:ext cx="21848" cy="43800"/>
            </a:xfrm>
            <a:custGeom>
              <a:rect b="b" l="l" r="r" t="t"/>
              <a:pathLst>
                <a:path extrusionOk="0" h="1670" w="833">
                  <a:moveTo>
                    <a:pt x="0" y="0"/>
                  </a:moveTo>
                  <a:lnTo>
                    <a:pt x="0" y="1670"/>
                  </a:lnTo>
                  <a:cubicBezTo>
                    <a:pt x="457" y="1670"/>
                    <a:pt x="832" y="1295"/>
                    <a:pt x="832" y="833"/>
                  </a:cubicBezTo>
                  <a:cubicBezTo>
                    <a:pt x="832" y="376"/>
                    <a:pt x="457" y="0"/>
                    <a:pt x="0"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1"/>
            <p:cNvSpPr/>
            <p:nvPr/>
          </p:nvSpPr>
          <p:spPr>
            <a:xfrm>
              <a:off x="4994338" y="4481233"/>
              <a:ext cx="40049" cy="39656"/>
            </a:xfrm>
            <a:custGeom>
              <a:rect b="b" l="l" r="r" t="t"/>
              <a:pathLst>
                <a:path extrusionOk="0" h="1512" w="1527">
                  <a:moveTo>
                    <a:pt x="10" y="0"/>
                  </a:moveTo>
                  <a:cubicBezTo>
                    <a:pt x="7" y="0"/>
                    <a:pt x="4" y="0"/>
                    <a:pt x="1" y="0"/>
                  </a:cubicBezTo>
                  <a:lnTo>
                    <a:pt x="973" y="1511"/>
                  </a:lnTo>
                  <a:lnTo>
                    <a:pt x="1526" y="1511"/>
                  </a:lnTo>
                  <a:cubicBezTo>
                    <a:pt x="1517" y="677"/>
                    <a:pt x="843" y="0"/>
                    <a:pt x="1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1"/>
            <p:cNvSpPr/>
            <p:nvPr/>
          </p:nvSpPr>
          <p:spPr>
            <a:xfrm>
              <a:off x="4954210" y="4481233"/>
              <a:ext cx="65647" cy="39656"/>
            </a:xfrm>
            <a:custGeom>
              <a:rect b="b" l="l" r="r" t="t"/>
              <a:pathLst>
                <a:path extrusionOk="0" h="1512" w="2503">
                  <a:moveTo>
                    <a:pt x="1522" y="0"/>
                  </a:moveTo>
                  <a:cubicBezTo>
                    <a:pt x="689" y="0"/>
                    <a:pt x="10" y="672"/>
                    <a:pt x="1" y="1511"/>
                  </a:cubicBezTo>
                  <a:lnTo>
                    <a:pt x="2503" y="1511"/>
                  </a:lnTo>
                  <a:cubicBezTo>
                    <a:pt x="2503" y="674"/>
                    <a:pt x="2060" y="0"/>
                    <a:pt x="1531" y="0"/>
                  </a:cubicBezTo>
                  <a:cubicBezTo>
                    <a:pt x="1528" y="0"/>
                    <a:pt x="1525" y="0"/>
                    <a:pt x="152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1"/>
            <p:cNvSpPr/>
            <p:nvPr/>
          </p:nvSpPr>
          <p:spPr>
            <a:xfrm>
              <a:off x="4993839" y="4415612"/>
              <a:ext cx="21874" cy="43800"/>
            </a:xfrm>
            <a:custGeom>
              <a:rect b="b" l="l" r="r" t="t"/>
              <a:pathLst>
                <a:path extrusionOk="0" h="1670" w="834">
                  <a:moveTo>
                    <a:pt x="1" y="0"/>
                  </a:moveTo>
                  <a:lnTo>
                    <a:pt x="1" y="1670"/>
                  </a:lnTo>
                  <a:cubicBezTo>
                    <a:pt x="458" y="1670"/>
                    <a:pt x="833" y="1295"/>
                    <a:pt x="833" y="833"/>
                  </a:cubicBezTo>
                  <a:cubicBezTo>
                    <a:pt x="833" y="376"/>
                    <a:pt x="458" y="0"/>
                    <a:pt x="1"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1"/>
            <p:cNvSpPr/>
            <p:nvPr/>
          </p:nvSpPr>
          <p:spPr>
            <a:xfrm>
              <a:off x="5068299" y="4483122"/>
              <a:ext cx="53793" cy="53924"/>
            </a:xfrm>
            <a:custGeom>
              <a:rect b="b" l="l" r="r" t="t"/>
              <a:pathLst>
                <a:path extrusionOk="0" h="2056" w="2051">
                  <a:moveTo>
                    <a:pt x="1" y="1"/>
                  </a:moveTo>
                  <a:lnTo>
                    <a:pt x="1218" y="2055"/>
                  </a:lnTo>
                  <a:lnTo>
                    <a:pt x="2050" y="2055"/>
                  </a:lnTo>
                  <a:cubicBezTo>
                    <a:pt x="2050" y="920"/>
                    <a:pt x="1131" y="1"/>
                    <a:pt x="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1"/>
            <p:cNvSpPr/>
            <p:nvPr/>
          </p:nvSpPr>
          <p:spPr>
            <a:xfrm>
              <a:off x="5014428" y="4483122"/>
              <a:ext cx="85816" cy="53924"/>
            </a:xfrm>
            <a:custGeom>
              <a:rect b="b" l="l" r="r" t="t"/>
              <a:pathLst>
                <a:path extrusionOk="0" h="2056" w="3272">
                  <a:moveTo>
                    <a:pt x="2055" y="1"/>
                  </a:moveTo>
                  <a:cubicBezTo>
                    <a:pt x="919" y="1"/>
                    <a:pt x="0" y="920"/>
                    <a:pt x="0" y="2055"/>
                  </a:cubicBezTo>
                  <a:lnTo>
                    <a:pt x="3272" y="2055"/>
                  </a:lnTo>
                  <a:cubicBezTo>
                    <a:pt x="3272" y="920"/>
                    <a:pt x="2728" y="1"/>
                    <a:pt x="20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1"/>
            <p:cNvSpPr/>
            <p:nvPr/>
          </p:nvSpPr>
          <p:spPr>
            <a:xfrm>
              <a:off x="5068693" y="4401974"/>
              <a:ext cx="29663" cy="59353"/>
            </a:xfrm>
            <a:custGeom>
              <a:rect b="b" l="l" r="r" t="t"/>
              <a:pathLst>
                <a:path extrusionOk="0" h="2263" w="1131">
                  <a:moveTo>
                    <a:pt x="0" y="1"/>
                  </a:moveTo>
                  <a:lnTo>
                    <a:pt x="0" y="2262"/>
                  </a:lnTo>
                  <a:cubicBezTo>
                    <a:pt x="626" y="2262"/>
                    <a:pt x="1131" y="1757"/>
                    <a:pt x="1131" y="1131"/>
                  </a:cubicBezTo>
                  <a:cubicBezTo>
                    <a:pt x="1131" y="506"/>
                    <a:pt x="626" y="1"/>
                    <a:pt x="0" y="1"/>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1"/>
            <p:cNvSpPr/>
            <p:nvPr/>
          </p:nvSpPr>
          <p:spPr>
            <a:xfrm>
              <a:off x="5038138" y="4401974"/>
              <a:ext cx="45347" cy="59353"/>
            </a:xfrm>
            <a:custGeom>
              <a:rect b="b" l="l" r="r" t="t"/>
              <a:pathLst>
                <a:path extrusionOk="0" h="2263" w="1729">
                  <a:moveTo>
                    <a:pt x="1131" y="1"/>
                  </a:moveTo>
                  <a:cubicBezTo>
                    <a:pt x="506" y="1"/>
                    <a:pt x="1" y="506"/>
                    <a:pt x="1" y="1131"/>
                  </a:cubicBezTo>
                  <a:cubicBezTo>
                    <a:pt x="1" y="1757"/>
                    <a:pt x="506" y="2262"/>
                    <a:pt x="1131" y="2262"/>
                  </a:cubicBezTo>
                  <a:lnTo>
                    <a:pt x="1165" y="2262"/>
                  </a:lnTo>
                  <a:cubicBezTo>
                    <a:pt x="1478" y="2248"/>
                    <a:pt x="1728" y="1747"/>
                    <a:pt x="1728" y="1131"/>
                  </a:cubicBezTo>
                  <a:cubicBezTo>
                    <a:pt x="1728" y="515"/>
                    <a:pt x="1473" y="15"/>
                    <a:pt x="116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1"/>
            <p:cNvSpPr/>
            <p:nvPr/>
          </p:nvSpPr>
          <p:spPr>
            <a:xfrm>
              <a:off x="4972018" y="4415612"/>
              <a:ext cx="29165" cy="43800"/>
            </a:xfrm>
            <a:custGeom>
              <a:rect b="b" l="l" r="r" t="t"/>
              <a:pathLst>
                <a:path extrusionOk="0" h="1670" w="1112">
                  <a:moveTo>
                    <a:pt x="833" y="0"/>
                  </a:moveTo>
                  <a:cubicBezTo>
                    <a:pt x="371" y="0"/>
                    <a:pt x="0" y="376"/>
                    <a:pt x="0" y="833"/>
                  </a:cubicBezTo>
                  <a:cubicBezTo>
                    <a:pt x="0" y="1295"/>
                    <a:pt x="371" y="1670"/>
                    <a:pt x="833" y="1670"/>
                  </a:cubicBezTo>
                  <a:cubicBezTo>
                    <a:pt x="987" y="1670"/>
                    <a:pt x="1112" y="1295"/>
                    <a:pt x="1112" y="837"/>
                  </a:cubicBezTo>
                  <a:cubicBezTo>
                    <a:pt x="1112" y="376"/>
                    <a:pt x="987" y="0"/>
                    <a:pt x="83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1"/>
            <p:cNvSpPr/>
            <p:nvPr/>
          </p:nvSpPr>
          <p:spPr>
            <a:xfrm>
              <a:off x="5119784" y="4415612"/>
              <a:ext cx="29191" cy="43800"/>
            </a:xfrm>
            <a:custGeom>
              <a:rect b="b" l="l" r="r" t="t"/>
              <a:pathLst>
                <a:path extrusionOk="0" h="1670" w="1113">
                  <a:moveTo>
                    <a:pt x="838" y="0"/>
                  </a:moveTo>
                  <a:cubicBezTo>
                    <a:pt x="376" y="0"/>
                    <a:pt x="1" y="376"/>
                    <a:pt x="1" y="833"/>
                  </a:cubicBezTo>
                  <a:cubicBezTo>
                    <a:pt x="1" y="1295"/>
                    <a:pt x="376" y="1670"/>
                    <a:pt x="838" y="1670"/>
                  </a:cubicBezTo>
                  <a:cubicBezTo>
                    <a:pt x="987" y="1670"/>
                    <a:pt x="1112" y="1295"/>
                    <a:pt x="1112" y="837"/>
                  </a:cubicBezTo>
                  <a:cubicBezTo>
                    <a:pt x="1112" y="376"/>
                    <a:pt x="987" y="0"/>
                    <a:pt x="83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1"/>
            <p:cNvSpPr/>
            <p:nvPr/>
          </p:nvSpPr>
          <p:spPr>
            <a:xfrm>
              <a:off x="5115378" y="4410078"/>
              <a:ext cx="63890" cy="54763"/>
            </a:xfrm>
            <a:custGeom>
              <a:rect b="b" l="l" r="r" t="t"/>
              <a:pathLst>
                <a:path extrusionOk="0" h="2088" w="2436">
                  <a:moveTo>
                    <a:pt x="1040" y="423"/>
                  </a:moveTo>
                  <a:cubicBezTo>
                    <a:pt x="1598" y="423"/>
                    <a:pt x="1877" y="1092"/>
                    <a:pt x="1482" y="1486"/>
                  </a:cubicBezTo>
                  <a:cubicBezTo>
                    <a:pt x="1355" y="1614"/>
                    <a:pt x="1197" y="1671"/>
                    <a:pt x="1043" y="1671"/>
                  </a:cubicBezTo>
                  <a:cubicBezTo>
                    <a:pt x="722" y="1671"/>
                    <a:pt x="414" y="1423"/>
                    <a:pt x="414" y="1048"/>
                  </a:cubicBezTo>
                  <a:cubicBezTo>
                    <a:pt x="414" y="702"/>
                    <a:pt x="693" y="423"/>
                    <a:pt x="1040" y="423"/>
                  </a:cubicBezTo>
                  <a:close/>
                  <a:moveTo>
                    <a:pt x="1048" y="1"/>
                  </a:moveTo>
                  <a:cubicBezTo>
                    <a:pt x="513" y="1"/>
                    <a:pt x="0" y="415"/>
                    <a:pt x="0" y="1044"/>
                  </a:cubicBezTo>
                  <a:cubicBezTo>
                    <a:pt x="0" y="1621"/>
                    <a:pt x="467" y="2088"/>
                    <a:pt x="1040" y="2088"/>
                  </a:cubicBezTo>
                  <a:cubicBezTo>
                    <a:pt x="1968" y="2088"/>
                    <a:pt x="2435" y="967"/>
                    <a:pt x="1776" y="307"/>
                  </a:cubicBezTo>
                  <a:cubicBezTo>
                    <a:pt x="1564" y="96"/>
                    <a:pt x="130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1"/>
            <p:cNvSpPr/>
            <p:nvPr/>
          </p:nvSpPr>
          <p:spPr>
            <a:xfrm>
              <a:off x="5115955" y="4475673"/>
              <a:ext cx="71758" cy="50645"/>
            </a:xfrm>
            <a:custGeom>
              <a:rect b="b" l="l" r="r" t="t"/>
              <a:pathLst>
                <a:path extrusionOk="0" h="1931" w="2736">
                  <a:moveTo>
                    <a:pt x="1018" y="1"/>
                  </a:moveTo>
                  <a:cubicBezTo>
                    <a:pt x="734" y="1"/>
                    <a:pt x="455" y="73"/>
                    <a:pt x="209" y="208"/>
                  </a:cubicBezTo>
                  <a:cubicBezTo>
                    <a:pt x="0" y="318"/>
                    <a:pt x="113" y="601"/>
                    <a:pt x="303" y="601"/>
                  </a:cubicBezTo>
                  <a:cubicBezTo>
                    <a:pt x="336" y="601"/>
                    <a:pt x="371" y="592"/>
                    <a:pt x="407" y="573"/>
                  </a:cubicBezTo>
                  <a:cubicBezTo>
                    <a:pt x="604" y="467"/>
                    <a:pt x="813" y="417"/>
                    <a:pt x="1018" y="417"/>
                  </a:cubicBezTo>
                  <a:cubicBezTo>
                    <a:pt x="1628" y="417"/>
                    <a:pt x="2198" y="853"/>
                    <a:pt x="2302" y="1512"/>
                  </a:cubicBezTo>
                  <a:lnTo>
                    <a:pt x="1018" y="1512"/>
                  </a:lnTo>
                  <a:cubicBezTo>
                    <a:pt x="739" y="1512"/>
                    <a:pt x="739" y="1930"/>
                    <a:pt x="1018" y="1930"/>
                  </a:cubicBezTo>
                  <a:lnTo>
                    <a:pt x="2529" y="1930"/>
                  </a:lnTo>
                  <a:cubicBezTo>
                    <a:pt x="2644" y="1930"/>
                    <a:pt x="2736" y="1834"/>
                    <a:pt x="2736" y="1723"/>
                  </a:cubicBezTo>
                  <a:cubicBezTo>
                    <a:pt x="2736" y="771"/>
                    <a:pt x="1966" y="5"/>
                    <a:pt x="1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1"/>
            <p:cNvSpPr/>
            <p:nvPr/>
          </p:nvSpPr>
          <p:spPr>
            <a:xfrm>
              <a:off x="4948780" y="4475725"/>
              <a:ext cx="71785" cy="50593"/>
            </a:xfrm>
            <a:custGeom>
              <a:rect b="b" l="l" r="r" t="t"/>
              <a:pathLst>
                <a:path extrusionOk="0" h="1929" w="2737">
                  <a:moveTo>
                    <a:pt x="1719" y="0"/>
                  </a:moveTo>
                  <a:cubicBezTo>
                    <a:pt x="821" y="0"/>
                    <a:pt x="5" y="721"/>
                    <a:pt x="1" y="1721"/>
                  </a:cubicBezTo>
                  <a:cubicBezTo>
                    <a:pt x="1" y="1837"/>
                    <a:pt x="97" y="1928"/>
                    <a:pt x="213" y="1928"/>
                  </a:cubicBezTo>
                  <a:lnTo>
                    <a:pt x="1738" y="1928"/>
                  </a:lnTo>
                  <a:cubicBezTo>
                    <a:pt x="2017" y="1928"/>
                    <a:pt x="2017" y="1510"/>
                    <a:pt x="1738" y="1510"/>
                  </a:cubicBezTo>
                  <a:lnTo>
                    <a:pt x="434" y="1510"/>
                  </a:lnTo>
                  <a:cubicBezTo>
                    <a:pt x="538" y="851"/>
                    <a:pt x="1109" y="415"/>
                    <a:pt x="1718" y="415"/>
                  </a:cubicBezTo>
                  <a:cubicBezTo>
                    <a:pt x="1923" y="415"/>
                    <a:pt x="2132" y="465"/>
                    <a:pt x="2330" y="571"/>
                  </a:cubicBezTo>
                  <a:cubicBezTo>
                    <a:pt x="2366" y="590"/>
                    <a:pt x="2401" y="599"/>
                    <a:pt x="2434" y="599"/>
                  </a:cubicBezTo>
                  <a:cubicBezTo>
                    <a:pt x="2624" y="599"/>
                    <a:pt x="2736" y="316"/>
                    <a:pt x="2527" y="206"/>
                  </a:cubicBezTo>
                  <a:cubicBezTo>
                    <a:pt x="2263" y="65"/>
                    <a:pt x="1988"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1"/>
            <p:cNvSpPr/>
            <p:nvPr/>
          </p:nvSpPr>
          <p:spPr>
            <a:xfrm>
              <a:off x="4966458" y="4410078"/>
              <a:ext cx="63890" cy="54763"/>
            </a:xfrm>
            <a:custGeom>
              <a:rect b="b" l="l" r="r" t="t"/>
              <a:pathLst>
                <a:path extrusionOk="0" h="2088" w="2436">
                  <a:moveTo>
                    <a:pt x="1045" y="423"/>
                  </a:moveTo>
                  <a:cubicBezTo>
                    <a:pt x="1598" y="423"/>
                    <a:pt x="1877" y="1092"/>
                    <a:pt x="1487" y="1486"/>
                  </a:cubicBezTo>
                  <a:cubicBezTo>
                    <a:pt x="1360" y="1614"/>
                    <a:pt x="1203" y="1671"/>
                    <a:pt x="1049" y="1671"/>
                  </a:cubicBezTo>
                  <a:cubicBezTo>
                    <a:pt x="727" y="1671"/>
                    <a:pt x="419" y="1421"/>
                    <a:pt x="419" y="1044"/>
                  </a:cubicBezTo>
                  <a:cubicBezTo>
                    <a:pt x="419" y="702"/>
                    <a:pt x="698" y="423"/>
                    <a:pt x="1045" y="423"/>
                  </a:cubicBezTo>
                  <a:close/>
                  <a:moveTo>
                    <a:pt x="1050" y="1"/>
                  </a:moveTo>
                  <a:cubicBezTo>
                    <a:pt x="514" y="1"/>
                    <a:pt x="1" y="415"/>
                    <a:pt x="1" y="1044"/>
                  </a:cubicBezTo>
                  <a:cubicBezTo>
                    <a:pt x="1" y="1621"/>
                    <a:pt x="467" y="2088"/>
                    <a:pt x="1045" y="2088"/>
                  </a:cubicBezTo>
                  <a:cubicBezTo>
                    <a:pt x="1973" y="2088"/>
                    <a:pt x="2435" y="967"/>
                    <a:pt x="1781" y="307"/>
                  </a:cubicBezTo>
                  <a:cubicBezTo>
                    <a:pt x="1568" y="96"/>
                    <a:pt x="1306"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1"/>
            <p:cNvSpPr/>
            <p:nvPr/>
          </p:nvSpPr>
          <p:spPr>
            <a:xfrm>
              <a:off x="5033102" y="4396387"/>
              <a:ext cx="82171" cy="70473"/>
            </a:xfrm>
            <a:custGeom>
              <a:rect b="b" l="l" r="r" t="t"/>
              <a:pathLst>
                <a:path extrusionOk="0" h="2687" w="3133">
                  <a:moveTo>
                    <a:pt x="1343" y="420"/>
                  </a:moveTo>
                  <a:cubicBezTo>
                    <a:pt x="2165" y="420"/>
                    <a:pt x="2574" y="1417"/>
                    <a:pt x="1992" y="1999"/>
                  </a:cubicBezTo>
                  <a:cubicBezTo>
                    <a:pt x="1804" y="2187"/>
                    <a:pt x="1573" y="2271"/>
                    <a:pt x="1346" y="2271"/>
                  </a:cubicBezTo>
                  <a:cubicBezTo>
                    <a:pt x="870" y="2271"/>
                    <a:pt x="414" y="1901"/>
                    <a:pt x="414" y="1344"/>
                  </a:cubicBezTo>
                  <a:cubicBezTo>
                    <a:pt x="419" y="834"/>
                    <a:pt x="828" y="420"/>
                    <a:pt x="1343" y="420"/>
                  </a:cubicBezTo>
                  <a:close/>
                  <a:moveTo>
                    <a:pt x="1351" y="0"/>
                  </a:moveTo>
                  <a:cubicBezTo>
                    <a:pt x="661" y="0"/>
                    <a:pt x="0" y="537"/>
                    <a:pt x="0" y="1344"/>
                  </a:cubicBezTo>
                  <a:cubicBezTo>
                    <a:pt x="0" y="2085"/>
                    <a:pt x="602" y="2682"/>
                    <a:pt x="1343" y="2687"/>
                  </a:cubicBezTo>
                  <a:cubicBezTo>
                    <a:pt x="2536" y="2687"/>
                    <a:pt x="3133" y="1238"/>
                    <a:pt x="2291" y="396"/>
                  </a:cubicBezTo>
                  <a:cubicBezTo>
                    <a:pt x="2017" y="123"/>
                    <a:pt x="1681" y="0"/>
                    <a:pt x="1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1"/>
            <p:cNvSpPr/>
            <p:nvPr/>
          </p:nvSpPr>
          <p:spPr>
            <a:xfrm>
              <a:off x="5008999" y="4477692"/>
              <a:ext cx="118522" cy="64782"/>
            </a:xfrm>
            <a:custGeom>
              <a:rect b="b" l="l" r="r" t="t"/>
              <a:pathLst>
                <a:path extrusionOk="0" h="2470" w="4519">
                  <a:moveTo>
                    <a:pt x="2262" y="410"/>
                  </a:moveTo>
                  <a:cubicBezTo>
                    <a:pt x="3200" y="410"/>
                    <a:pt x="3994" y="1117"/>
                    <a:pt x="4095" y="2055"/>
                  </a:cubicBezTo>
                  <a:lnTo>
                    <a:pt x="428" y="2055"/>
                  </a:lnTo>
                  <a:cubicBezTo>
                    <a:pt x="529" y="1117"/>
                    <a:pt x="1319" y="410"/>
                    <a:pt x="2262" y="410"/>
                  </a:cubicBezTo>
                  <a:close/>
                  <a:moveTo>
                    <a:pt x="2262" y="1"/>
                  </a:moveTo>
                  <a:cubicBezTo>
                    <a:pt x="1011" y="1"/>
                    <a:pt x="0" y="1016"/>
                    <a:pt x="0" y="2262"/>
                  </a:cubicBezTo>
                  <a:cubicBezTo>
                    <a:pt x="0" y="2378"/>
                    <a:pt x="92" y="2469"/>
                    <a:pt x="207" y="2469"/>
                  </a:cubicBezTo>
                  <a:lnTo>
                    <a:pt x="4311" y="2469"/>
                  </a:lnTo>
                  <a:cubicBezTo>
                    <a:pt x="4427" y="2469"/>
                    <a:pt x="4518" y="2378"/>
                    <a:pt x="4518" y="2262"/>
                  </a:cubicBezTo>
                  <a:cubicBezTo>
                    <a:pt x="4518" y="1016"/>
                    <a:pt x="3508" y="1"/>
                    <a:pt x="2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1"/>
            <p:cNvSpPr/>
            <p:nvPr/>
          </p:nvSpPr>
          <p:spPr>
            <a:xfrm>
              <a:off x="4895276" y="4298401"/>
              <a:ext cx="345941" cy="342190"/>
            </a:xfrm>
            <a:custGeom>
              <a:rect b="b" l="l" r="r" t="t"/>
              <a:pathLst>
                <a:path extrusionOk="0" h="13047" w="13190">
                  <a:moveTo>
                    <a:pt x="6805" y="1130"/>
                  </a:moveTo>
                  <a:cubicBezTo>
                    <a:pt x="9619" y="1241"/>
                    <a:pt x="11876" y="3497"/>
                    <a:pt x="11987" y="6317"/>
                  </a:cubicBezTo>
                  <a:lnTo>
                    <a:pt x="11491" y="6317"/>
                  </a:lnTo>
                  <a:cubicBezTo>
                    <a:pt x="11212" y="6317"/>
                    <a:pt x="11212" y="6731"/>
                    <a:pt x="11491" y="6731"/>
                  </a:cubicBezTo>
                  <a:lnTo>
                    <a:pt x="11992" y="6731"/>
                  </a:lnTo>
                  <a:cubicBezTo>
                    <a:pt x="11876" y="9546"/>
                    <a:pt x="9619" y="11802"/>
                    <a:pt x="6805" y="11918"/>
                  </a:cubicBezTo>
                  <a:lnTo>
                    <a:pt x="6805" y="11417"/>
                  </a:lnTo>
                  <a:cubicBezTo>
                    <a:pt x="6805" y="11280"/>
                    <a:pt x="6700" y="11212"/>
                    <a:pt x="6595" y="11212"/>
                  </a:cubicBezTo>
                  <a:cubicBezTo>
                    <a:pt x="6491" y="11212"/>
                    <a:pt x="6386" y="11280"/>
                    <a:pt x="6386" y="11417"/>
                  </a:cubicBezTo>
                  <a:lnTo>
                    <a:pt x="6386" y="11918"/>
                  </a:lnTo>
                  <a:cubicBezTo>
                    <a:pt x="3571" y="11802"/>
                    <a:pt x="1314" y="9546"/>
                    <a:pt x="1204" y="6731"/>
                  </a:cubicBezTo>
                  <a:lnTo>
                    <a:pt x="1699" y="6731"/>
                  </a:lnTo>
                  <a:cubicBezTo>
                    <a:pt x="1978" y="6731"/>
                    <a:pt x="1978" y="6317"/>
                    <a:pt x="1699" y="6317"/>
                  </a:cubicBezTo>
                  <a:lnTo>
                    <a:pt x="1204" y="6317"/>
                  </a:lnTo>
                  <a:cubicBezTo>
                    <a:pt x="1314" y="3497"/>
                    <a:pt x="3571" y="1241"/>
                    <a:pt x="6386" y="1130"/>
                  </a:cubicBezTo>
                  <a:lnTo>
                    <a:pt x="6386" y="1626"/>
                  </a:lnTo>
                  <a:cubicBezTo>
                    <a:pt x="6386" y="1765"/>
                    <a:pt x="6491" y="1835"/>
                    <a:pt x="6595" y="1835"/>
                  </a:cubicBezTo>
                  <a:cubicBezTo>
                    <a:pt x="6700" y="1835"/>
                    <a:pt x="6805" y="1765"/>
                    <a:pt x="6805" y="1626"/>
                  </a:cubicBezTo>
                  <a:lnTo>
                    <a:pt x="6805" y="1130"/>
                  </a:lnTo>
                  <a:close/>
                  <a:moveTo>
                    <a:pt x="6595" y="0"/>
                  </a:moveTo>
                  <a:cubicBezTo>
                    <a:pt x="6491" y="0"/>
                    <a:pt x="6386" y="69"/>
                    <a:pt x="6386" y="206"/>
                  </a:cubicBezTo>
                  <a:lnTo>
                    <a:pt x="6386" y="711"/>
                  </a:lnTo>
                  <a:cubicBezTo>
                    <a:pt x="3340" y="827"/>
                    <a:pt x="901" y="3266"/>
                    <a:pt x="785" y="6312"/>
                  </a:cubicBezTo>
                  <a:lnTo>
                    <a:pt x="280" y="6312"/>
                  </a:lnTo>
                  <a:cubicBezTo>
                    <a:pt x="1" y="6312"/>
                    <a:pt x="1" y="6731"/>
                    <a:pt x="280" y="6731"/>
                  </a:cubicBezTo>
                  <a:lnTo>
                    <a:pt x="785" y="6731"/>
                  </a:lnTo>
                  <a:cubicBezTo>
                    <a:pt x="901" y="9777"/>
                    <a:pt x="3340" y="12221"/>
                    <a:pt x="6386" y="12332"/>
                  </a:cubicBezTo>
                  <a:lnTo>
                    <a:pt x="6386" y="12837"/>
                  </a:lnTo>
                  <a:cubicBezTo>
                    <a:pt x="6386" y="12976"/>
                    <a:pt x="6491" y="13046"/>
                    <a:pt x="6595" y="13046"/>
                  </a:cubicBezTo>
                  <a:cubicBezTo>
                    <a:pt x="6700" y="13046"/>
                    <a:pt x="6805" y="12976"/>
                    <a:pt x="6805" y="12837"/>
                  </a:cubicBezTo>
                  <a:lnTo>
                    <a:pt x="6805" y="12332"/>
                  </a:lnTo>
                  <a:cubicBezTo>
                    <a:pt x="9850" y="12221"/>
                    <a:pt x="12290" y="9777"/>
                    <a:pt x="12405" y="6731"/>
                  </a:cubicBezTo>
                  <a:lnTo>
                    <a:pt x="12911" y="6731"/>
                  </a:lnTo>
                  <a:cubicBezTo>
                    <a:pt x="13190" y="6731"/>
                    <a:pt x="13190" y="6312"/>
                    <a:pt x="12911" y="6312"/>
                  </a:cubicBezTo>
                  <a:lnTo>
                    <a:pt x="12911" y="6317"/>
                  </a:lnTo>
                  <a:lnTo>
                    <a:pt x="12405" y="6317"/>
                  </a:lnTo>
                  <a:cubicBezTo>
                    <a:pt x="12290" y="3271"/>
                    <a:pt x="9850" y="827"/>
                    <a:pt x="6805" y="711"/>
                  </a:cubicBezTo>
                  <a:lnTo>
                    <a:pt x="6805" y="206"/>
                  </a:lnTo>
                  <a:cubicBezTo>
                    <a:pt x="6805" y="69"/>
                    <a:pt x="6700"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4" name="Google Shape;12074;p81"/>
          <p:cNvGrpSpPr/>
          <p:nvPr/>
        </p:nvGrpSpPr>
        <p:grpSpPr>
          <a:xfrm>
            <a:off x="7949705" y="4313010"/>
            <a:ext cx="382528" cy="340669"/>
            <a:chOff x="7949705" y="4313010"/>
            <a:chExt cx="382528" cy="340669"/>
          </a:xfrm>
        </p:grpSpPr>
        <p:sp>
          <p:nvSpPr>
            <p:cNvPr id="12075" name="Google Shape;12075;p81"/>
            <p:cNvSpPr/>
            <p:nvPr/>
          </p:nvSpPr>
          <p:spPr>
            <a:xfrm>
              <a:off x="8110978" y="4318675"/>
              <a:ext cx="215590" cy="179606"/>
            </a:xfrm>
            <a:custGeom>
              <a:rect b="b" l="l" r="r" t="t"/>
              <a:pathLst>
                <a:path extrusionOk="0" h="6848" w="8220">
                  <a:moveTo>
                    <a:pt x="458" y="1"/>
                  </a:moveTo>
                  <a:cubicBezTo>
                    <a:pt x="203" y="1"/>
                    <a:pt x="1" y="203"/>
                    <a:pt x="1" y="458"/>
                  </a:cubicBezTo>
                  <a:lnTo>
                    <a:pt x="1" y="6391"/>
                  </a:lnTo>
                  <a:cubicBezTo>
                    <a:pt x="1" y="6646"/>
                    <a:pt x="203" y="6848"/>
                    <a:pt x="458" y="6848"/>
                  </a:cubicBezTo>
                  <a:lnTo>
                    <a:pt x="7762" y="6848"/>
                  </a:lnTo>
                  <a:cubicBezTo>
                    <a:pt x="8017" y="6848"/>
                    <a:pt x="8219" y="6646"/>
                    <a:pt x="8219" y="6391"/>
                  </a:cubicBezTo>
                  <a:lnTo>
                    <a:pt x="8219" y="458"/>
                  </a:lnTo>
                  <a:cubicBezTo>
                    <a:pt x="8219" y="203"/>
                    <a:pt x="8017" y="1"/>
                    <a:pt x="7762"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1"/>
            <p:cNvSpPr/>
            <p:nvPr/>
          </p:nvSpPr>
          <p:spPr>
            <a:xfrm>
              <a:off x="8164875" y="4354528"/>
              <a:ext cx="107795" cy="107795"/>
            </a:xfrm>
            <a:custGeom>
              <a:rect b="b" l="l" r="r" t="t"/>
              <a:pathLst>
                <a:path extrusionOk="0" h="4110" w="4110">
                  <a:moveTo>
                    <a:pt x="2055" y="0"/>
                  </a:moveTo>
                  <a:cubicBezTo>
                    <a:pt x="919" y="0"/>
                    <a:pt x="0" y="924"/>
                    <a:pt x="0" y="2055"/>
                  </a:cubicBezTo>
                  <a:cubicBezTo>
                    <a:pt x="0" y="3191"/>
                    <a:pt x="919" y="4110"/>
                    <a:pt x="2055" y="4110"/>
                  </a:cubicBezTo>
                  <a:cubicBezTo>
                    <a:pt x="3190" y="4110"/>
                    <a:pt x="4110" y="3191"/>
                    <a:pt x="4110" y="2055"/>
                  </a:cubicBezTo>
                  <a:cubicBezTo>
                    <a:pt x="4110" y="924"/>
                    <a:pt x="3190" y="0"/>
                    <a:pt x="205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1"/>
            <p:cNvSpPr/>
            <p:nvPr/>
          </p:nvSpPr>
          <p:spPr>
            <a:xfrm>
              <a:off x="8188847" y="4378500"/>
              <a:ext cx="59851" cy="59982"/>
            </a:xfrm>
            <a:custGeom>
              <a:rect b="b" l="l" r="r" t="t"/>
              <a:pathLst>
                <a:path extrusionOk="0" h="2287" w="2282">
                  <a:moveTo>
                    <a:pt x="1141" y="1"/>
                  </a:moveTo>
                  <a:cubicBezTo>
                    <a:pt x="511" y="1"/>
                    <a:pt x="1" y="511"/>
                    <a:pt x="1" y="1141"/>
                  </a:cubicBezTo>
                  <a:cubicBezTo>
                    <a:pt x="1" y="1776"/>
                    <a:pt x="511" y="2286"/>
                    <a:pt x="1141" y="2286"/>
                  </a:cubicBezTo>
                  <a:cubicBezTo>
                    <a:pt x="1771" y="2286"/>
                    <a:pt x="2281" y="1776"/>
                    <a:pt x="2281" y="1141"/>
                  </a:cubicBezTo>
                  <a:cubicBezTo>
                    <a:pt x="2281" y="511"/>
                    <a:pt x="1771"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1"/>
            <p:cNvSpPr/>
            <p:nvPr/>
          </p:nvSpPr>
          <p:spPr>
            <a:xfrm>
              <a:off x="7955265" y="4477325"/>
              <a:ext cx="194110" cy="170636"/>
            </a:xfrm>
            <a:custGeom>
              <a:rect b="b" l="l" r="r" t="t"/>
              <a:pathLst>
                <a:path extrusionOk="0" h="6506" w="7401">
                  <a:moveTo>
                    <a:pt x="7194" y="0"/>
                  </a:moveTo>
                  <a:lnTo>
                    <a:pt x="3561" y="3417"/>
                  </a:lnTo>
                  <a:cubicBezTo>
                    <a:pt x="3474" y="3493"/>
                    <a:pt x="3359" y="3542"/>
                    <a:pt x="3243" y="3542"/>
                  </a:cubicBezTo>
                  <a:lnTo>
                    <a:pt x="3200" y="3542"/>
                  </a:lnTo>
                  <a:cubicBezTo>
                    <a:pt x="2945" y="3542"/>
                    <a:pt x="2743" y="3335"/>
                    <a:pt x="2743" y="3084"/>
                  </a:cubicBezTo>
                  <a:lnTo>
                    <a:pt x="2743" y="2854"/>
                  </a:lnTo>
                  <a:lnTo>
                    <a:pt x="1371" y="2854"/>
                  </a:lnTo>
                  <a:lnTo>
                    <a:pt x="1371" y="3455"/>
                  </a:lnTo>
                  <a:cubicBezTo>
                    <a:pt x="1371" y="3537"/>
                    <a:pt x="1323" y="3619"/>
                    <a:pt x="1246" y="3657"/>
                  </a:cubicBezTo>
                  <a:lnTo>
                    <a:pt x="380" y="4090"/>
                  </a:lnTo>
                  <a:cubicBezTo>
                    <a:pt x="149" y="4206"/>
                    <a:pt x="0" y="4441"/>
                    <a:pt x="0" y="4701"/>
                  </a:cubicBezTo>
                  <a:lnTo>
                    <a:pt x="0" y="6506"/>
                  </a:lnTo>
                  <a:lnTo>
                    <a:pt x="3200" y="6506"/>
                  </a:lnTo>
                  <a:lnTo>
                    <a:pt x="3200" y="5519"/>
                  </a:lnTo>
                  <a:cubicBezTo>
                    <a:pt x="3200" y="5279"/>
                    <a:pt x="3296" y="5043"/>
                    <a:pt x="3464" y="4874"/>
                  </a:cubicBezTo>
                  <a:lnTo>
                    <a:pt x="7237" y="1102"/>
                  </a:lnTo>
                  <a:cubicBezTo>
                    <a:pt x="7352" y="987"/>
                    <a:pt x="7400" y="823"/>
                    <a:pt x="7357" y="664"/>
                  </a:cubicBezTo>
                  <a:lnTo>
                    <a:pt x="71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1"/>
            <p:cNvSpPr/>
            <p:nvPr/>
          </p:nvSpPr>
          <p:spPr>
            <a:xfrm>
              <a:off x="7956262" y="4462428"/>
              <a:ext cx="107559" cy="107795"/>
            </a:xfrm>
            <a:custGeom>
              <a:rect b="b" l="l" r="r" t="t"/>
              <a:pathLst>
                <a:path extrusionOk="0" h="4110" w="4101">
                  <a:moveTo>
                    <a:pt x="2050" y="0"/>
                  </a:moveTo>
                  <a:cubicBezTo>
                    <a:pt x="1155" y="0"/>
                    <a:pt x="491" y="717"/>
                    <a:pt x="429" y="1598"/>
                  </a:cubicBezTo>
                  <a:cubicBezTo>
                    <a:pt x="390" y="2060"/>
                    <a:pt x="236" y="2950"/>
                    <a:pt x="44" y="3465"/>
                  </a:cubicBezTo>
                  <a:cubicBezTo>
                    <a:pt x="1" y="3580"/>
                    <a:pt x="53" y="3705"/>
                    <a:pt x="164" y="3754"/>
                  </a:cubicBezTo>
                  <a:cubicBezTo>
                    <a:pt x="544" y="3932"/>
                    <a:pt x="944" y="4047"/>
                    <a:pt x="1357" y="4110"/>
                  </a:cubicBezTo>
                  <a:lnTo>
                    <a:pt x="2748" y="4110"/>
                  </a:lnTo>
                  <a:cubicBezTo>
                    <a:pt x="3162" y="4047"/>
                    <a:pt x="3561" y="3927"/>
                    <a:pt x="3941" y="3754"/>
                  </a:cubicBezTo>
                  <a:cubicBezTo>
                    <a:pt x="4052" y="3705"/>
                    <a:pt x="4100" y="3576"/>
                    <a:pt x="4057" y="3465"/>
                  </a:cubicBezTo>
                  <a:cubicBezTo>
                    <a:pt x="3864" y="2950"/>
                    <a:pt x="3706" y="2060"/>
                    <a:pt x="3677" y="1598"/>
                  </a:cubicBezTo>
                  <a:cubicBezTo>
                    <a:pt x="3609" y="717"/>
                    <a:pt x="2945" y="0"/>
                    <a:pt x="2050"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1"/>
            <p:cNvSpPr/>
            <p:nvPr/>
          </p:nvSpPr>
          <p:spPr>
            <a:xfrm>
              <a:off x="7985295" y="4462428"/>
              <a:ext cx="78630" cy="107795"/>
            </a:xfrm>
            <a:custGeom>
              <a:rect b="b" l="l" r="r" t="t"/>
              <a:pathLst>
                <a:path extrusionOk="0" h="4110" w="2998">
                  <a:moveTo>
                    <a:pt x="934" y="0"/>
                  </a:moveTo>
                  <a:cubicBezTo>
                    <a:pt x="246" y="0"/>
                    <a:pt x="0" y="939"/>
                    <a:pt x="592" y="1290"/>
                  </a:cubicBezTo>
                  <a:cubicBezTo>
                    <a:pt x="616" y="1300"/>
                    <a:pt x="635" y="1314"/>
                    <a:pt x="655" y="1324"/>
                  </a:cubicBezTo>
                  <a:lnTo>
                    <a:pt x="1174" y="4110"/>
                  </a:lnTo>
                  <a:lnTo>
                    <a:pt x="1636" y="4110"/>
                  </a:lnTo>
                  <a:cubicBezTo>
                    <a:pt x="2050" y="4047"/>
                    <a:pt x="2454" y="3927"/>
                    <a:pt x="2834" y="3754"/>
                  </a:cubicBezTo>
                  <a:cubicBezTo>
                    <a:pt x="2945" y="3705"/>
                    <a:pt x="2998" y="3580"/>
                    <a:pt x="2955" y="3465"/>
                  </a:cubicBezTo>
                  <a:cubicBezTo>
                    <a:pt x="2757" y="2950"/>
                    <a:pt x="2603" y="2060"/>
                    <a:pt x="2570" y="1598"/>
                  </a:cubicBezTo>
                  <a:cubicBezTo>
                    <a:pt x="2507" y="717"/>
                    <a:pt x="1843" y="0"/>
                    <a:pt x="94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1"/>
            <p:cNvSpPr/>
            <p:nvPr/>
          </p:nvSpPr>
          <p:spPr>
            <a:xfrm>
              <a:off x="7955265" y="4589894"/>
              <a:ext cx="23998" cy="58068"/>
            </a:xfrm>
            <a:custGeom>
              <a:rect b="b" l="l" r="r" t="t"/>
              <a:pathLst>
                <a:path extrusionOk="0" h="2214" w="915">
                  <a:moveTo>
                    <a:pt x="140" y="0"/>
                  </a:moveTo>
                  <a:cubicBezTo>
                    <a:pt x="48" y="116"/>
                    <a:pt x="0" y="260"/>
                    <a:pt x="0" y="409"/>
                  </a:cubicBezTo>
                  <a:lnTo>
                    <a:pt x="0" y="2214"/>
                  </a:lnTo>
                  <a:lnTo>
                    <a:pt x="914" y="2214"/>
                  </a:lnTo>
                  <a:lnTo>
                    <a:pt x="914" y="837"/>
                  </a:lnTo>
                  <a:cubicBezTo>
                    <a:pt x="914" y="698"/>
                    <a:pt x="852" y="568"/>
                    <a:pt x="741" y="481"/>
                  </a:cubicBezTo>
                  <a:lnTo>
                    <a:pt x="14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1"/>
            <p:cNvSpPr/>
            <p:nvPr/>
          </p:nvSpPr>
          <p:spPr>
            <a:xfrm>
              <a:off x="7991223" y="4546225"/>
              <a:ext cx="35984" cy="41912"/>
            </a:xfrm>
            <a:custGeom>
              <a:rect b="b" l="l" r="r" t="t"/>
              <a:pathLst>
                <a:path extrusionOk="0" h="1598" w="1372">
                  <a:moveTo>
                    <a:pt x="0" y="0"/>
                  </a:moveTo>
                  <a:lnTo>
                    <a:pt x="0" y="915"/>
                  </a:lnTo>
                  <a:cubicBezTo>
                    <a:pt x="0" y="1290"/>
                    <a:pt x="308" y="1598"/>
                    <a:pt x="684" y="1598"/>
                  </a:cubicBezTo>
                  <a:cubicBezTo>
                    <a:pt x="1064" y="1598"/>
                    <a:pt x="1372" y="1290"/>
                    <a:pt x="1372" y="915"/>
                  </a:cubicBezTo>
                  <a:lnTo>
                    <a:pt x="13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1"/>
            <p:cNvSpPr/>
            <p:nvPr/>
          </p:nvSpPr>
          <p:spPr>
            <a:xfrm>
              <a:off x="7973546" y="4499383"/>
              <a:ext cx="71575" cy="58855"/>
            </a:xfrm>
            <a:custGeom>
              <a:rect b="b" l="l" r="r" t="t"/>
              <a:pathLst>
                <a:path extrusionOk="0" h="2244" w="2729">
                  <a:moveTo>
                    <a:pt x="1043" y="0"/>
                  </a:moveTo>
                  <a:cubicBezTo>
                    <a:pt x="958" y="0"/>
                    <a:pt x="874" y="51"/>
                    <a:pt x="838" y="131"/>
                  </a:cubicBezTo>
                  <a:cubicBezTo>
                    <a:pt x="761" y="285"/>
                    <a:pt x="655" y="429"/>
                    <a:pt x="525" y="545"/>
                  </a:cubicBezTo>
                  <a:cubicBezTo>
                    <a:pt x="477" y="588"/>
                    <a:pt x="424" y="632"/>
                    <a:pt x="366" y="670"/>
                  </a:cubicBezTo>
                  <a:cubicBezTo>
                    <a:pt x="92" y="858"/>
                    <a:pt x="1" y="1223"/>
                    <a:pt x="150" y="1522"/>
                  </a:cubicBezTo>
                  <a:cubicBezTo>
                    <a:pt x="390" y="1964"/>
                    <a:pt x="852" y="2243"/>
                    <a:pt x="1358" y="2243"/>
                  </a:cubicBezTo>
                  <a:cubicBezTo>
                    <a:pt x="2075" y="2243"/>
                    <a:pt x="2666" y="1695"/>
                    <a:pt x="2724" y="983"/>
                  </a:cubicBezTo>
                  <a:cubicBezTo>
                    <a:pt x="2729" y="911"/>
                    <a:pt x="2700" y="843"/>
                    <a:pt x="2647" y="800"/>
                  </a:cubicBezTo>
                  <a:cubicBezTo>
                    <a:pt x="2195" y="425"/>
                    <a:pt x="1666" y="150"/>
                    <a:pt x="1093" y="6"/>
                  </a:cubicBezTo>
                  <a:cubicBezTo>
                    <a:pt x="1077" y="2"/>
                    <a:pt x="1060" y="0"/>
                    <a:pt x="104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1"/>
            <p:cNvSpPr/>
            <p:nvPr/>
          </p:nvSpPr>
          <p:spPr>
            <a:xfrm>
              <a:off x="7973546" y="4499251"/>
              <a:ext cx="71470" cy="58356"/>
            </a:xfrm>
            <a:custGeom>
              <a:rect b="b" l="l" r="r" t="t"/>
              <a:pathLst>
                <a:path extrusionOk="0" h="2225" w="2725">
                  <a:moveTo>
                    <a:pt x="1042" y="0"/>
                  </a:moveTo>
                  <a:cubicBezTo>
                    <a:pt x="954" y="0"/>
                    <a:pt x="874" y="51"/>
                    <a:pt x="838" y="131"/>
                  </a:cubicBezTo>
                  <a:cubicBezTo>
                    <a:pt x="780" y="242"/>
                    <a:pt x="713" y="348"/>
                    <a:pt x="626" y="439"/>
                  </a:cubicBezTo>
                  <a:cubicBezTo>
                    <a:pt x="597" y="473"/>
                    <a:pt x="559" y="511"/>
                    <a:pt x="525" y="545"/>
                  </a:cubicBezTo>
                  <a:cubicBezTo>
                    <a:pt x="477" y="588"/>
                    <a:pt x="424" y="627"/>
                    <a:pt x="371" y="665"/>
                  </a:cubicBezTo>
                  <a:cubicBezTo>
                    <a:pt x="58" y="872"/>
                    <a:pt x="1" y="1296"/>
                    <a:pt x="198" y="1609"/>
                  </a:cubicBezTo>
                  <a:cubicBezTo>
                    <a:pt x="410" y="1941"/>
                    <a:pt x="756" y="2167"/>
                    <a:pt x="1151" y="2224"/>
                  </a:cubicBezTo>
                  <a:cubicBezTo>
                    <a:pt x="876" y="2042"/>
                    <a:pt x="670" y="1787"/>
                    <a:pt x="670" y="1334"/>
                  </a:cubicBezTo>
                  <a:lnTo>
                    <a:pt x="670" y="1156"/>
                  </a:lnTo>
                  <a:cubicBezTo>
                    <a:pt x="722" y="1118"/>
                    <a:pt x="775" y="1079"/>
                    <a:pt x="828" y="1031"/>
                  </a:cubicBezTo>
                  <a:cubicBezTo>
                    <a:pt x="953" y="920"/>
                    <a:pt x="1064" y="791"/>
                    <a:pt x="1156" y="646"/>
                  </a:cubicBezTo>
                  <a:cubicBezTo>
                    <a:pt x="1589" y="781"/>
                    <a:pt x="1993" y="1002"/>
                    <a:pt x="2344" y="1296"/>
                  </a:cubicBezTo>
                  <a:cubicBezTo>
                    <a:pt x="2387" y="1334"/>
                    <a:pt x="2450" y="1387"/>
                    <a:pt x="2575" y="1503"/>
                  </a:cubicBezTo>
                  <a:cubicBezTo>
                    <a:pt x="2657" y="1378"/>
                    <a:pt x="2710" y="1127"/>
                    <a:pt x="2724" y="983"/>
                  </a:cubicBezTo>
                  <a:cubicBezTo>
                    <a:pt x="2724" y="916"/>
                    <a:pt x="2695" y="848"/>
                    <a:pt x="2647" y="805"/>
                  </a:cubicBezTo>
                  <a:cubicBezTo>
                    <a:pt x="2195" y="425"/>
                    <a:pt x="1666" y="155"/>
                    <a:pt x="1093" y="6"/>
                  </a:cubicBezTo>
                  <a:cubicBezTo>
                    <a:pt x="1076" y="2"/>
                    <a:pt x="1059" y="0"/>
                    <a:pt x="104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1"/>
            <p:cNvSpPr/>
            <p:nvPr/>
          </p:nvSpPr>
          <p:spPr>
            <a:xfrm>
              <a:off x="8122203" y="4477325"/>
              <a:ext cx="27041" cy="35984"/>
            </a:xfrm>
            <a:custGeom>
              <a:rect b="b" l="l" r="r" t="t"/>
              <a:pathLst>
                <a:path extrusionOk="0" h="1372" w="1031">
                  <a:moveTo>
                    <a:pt x="829" y="0"/>
                  </a:moveTo>
                  <a:lnTo>
                    <a:pt x="1" y="775"/>
                  </a:lnTo>
                  <a:lnTo>
                    <a:pt x="598" y="1372"/>
                  </a:lnTo>
                  <a:lnTo>
                    <a:pt x="872" y="1097"/>
                  </a:lnTo>
                  <a:cubicBezTo>
                    <a:pt x="987" y="982"/>
                    <a:pt x="1031" y="818"/>
                    <a:pt x="992" y="664"/>
                  </a:cubicBezTo>
                  <a:lnTo>
                    <a:pt x="82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1"/>
            <p:cNvSpPr/>
            <p:nvPr/>
          </p:nvSpPr>
          <p:spPr>
            <a:xfrm>
              <a:off x="7973677" y="4607938"/>
              <a:ext cx="11120" cy="45715"/>
            </a:xfrm>
            <a:custGeom>
              <a:rect b="b" l="l" r="r" t="t"/>
              <a:pathLst>
                <a:path extrusionOk="0" h="1743" w="424">
                  <a:moveTo>
                    <a:pt x="204" y="0"/>
                  </a:moveTo>
                  <a:cubicBezTo>
                    <a:pt x="88" y="0"/>
                    <a:pt x="1" y="95"/>
                    <a:pt x="1" y="212"/>
                  </a:cubicBezTo>
                  <a:lnTo>
                    <a:pt x="1" y="1526"/>
                  </a:lnTo>
                  <a:cubicBezTo>
                    <a:pt x="1" y="1670"/>
                    <a:pt x="106" y="1742"/>
                    <a:pt x="212" y="1742"/>
                  </a:cubicBezTo>
                  <a:cubicBezTo>
                    <a:pt x="318" y="1742"/>
                    <a:pt x="424" y="1670"/>
                    <a:pt x="424" y="1526"/>
                  </a:cubicBezTo>
                  <a:lnTo>
                    <a:pt x="424" y="212"/>
                  </a:lnTo>
                  <a:cubicBezTo>
                    <a:pt x="424" y="92"/>
                    <a:pt x="333" y="0"/>
                    <a:pt x="212" y="0"/>
                  </a:cubicBezTo>
                  <a:cubicBezTo>
                    <a:pt x="209" y="0"/>
                    <a:pt x="2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1"/>
            <p:cNvSpPr/>
            <p:nvPr/>
          </p:nvSpPr>
          <p:spPr>
            <a:xfrm>
              <a:off x="7949705" y="4456737"/>
              <a:ext cx="206489" cy="196942"/>
            </a:xfrm>
            <a:custGeom>
              <a:rect b="b" l="l" r="r" t="t"/>
              <a:pathLst>
                <a:path extrusionOk="0" h="7509" w="7873">
                  <a:moveTo>
                    <a:pt x="7285" y="1175"/>
                  </a:moveTo>
                  <a:lnTo>
                    <a:pt x="7362" y="1497"/>
                  </a:lnTo>
                  <a:cubicBezTo>
                    <a:pt x="7386" y="1579"/>
                    <a:pt x="7362" y="1671"/>
                    <a:pt x="7300" y="1728"/>
                  </a:cubicBezTo>
                  <a:lnTo>
                    <a:pt x="7179" y="1849"/>
                  </a:lnTo>
                  <a:lnTo>
                    <a:pt x="6886" y="1555"/>
                  </a:lnTo>
                  <a:lnTo>
                    <a:pt x="7285" y="1175"/>
                  </a:lnTo>
                  <a:close/>
                  <a:moveTo>
                    <a:pt x="2269" y="426"/>
                  </a:moveTo>
                  <a:cubicBezTo>
                    <a:pt x="2615" y="426"/>
                    <a:pt x="2962" y="561"/>
                    <a:pt x="3224" y="833"/>
                  </a:cubicBezTo>
                  <a:cubicBezTo>
                    <a:pt x="3479" y="1103"/>
                    <a:pt x="3633" y="1454"/>
                    <a:pt x="3652" y="1825"/>
                  </a:cubicBezTo>
                  <a:cubicBezTo>
                    <a:pt x="3662" y="1959"/>
                    <a:pt x="3686" y="2137"/>
                    <a:pt x="3715" y="2335"/>
                  </a:cubicBezTo>
                  <a:cubicBezTo>
                    <a:pt x="3484" y="1945"/>
                    <a:pt x="3113" y="1656"/>
                    <a:pt x="2618" y="1497"/>
                  </a:cubicBezTo>
                  <a:cubicBezTo>
                    <a:pt x="2358" y="1416"/>
                    <a:pt x="2084" y="1372"/>
                    <a:pt x="1805" y="1367"/>
                  </a:cubicBezTo>
                  <a:cubicBezTo>
                    <a:pt x="1752" y="1372"/>
                    <a:pt x="1699" y="1396"/>
                    <a:pt x="1660" y="1435"/>
                  </a:cubicBezTo>
                  <a:lnTo>
                    <a:pt x="1275" y="1834"/>
                  </a:lnTo>
                  <a:cubicBezTo>
                    <a:pt x="1121" y="1989"/>
                    <a:pt x="1265" y="2200"/>
                    <a:pt x="1429" y="2200"/>
                  </a:cubicBezTo>
                  <a:cubicBezTo>
                    <a:pt x="1480" y="2200"/>
                    <a:pt x="1532" y="2180"/>
                    <a:pt x="1579" y="2132"/>
                  </a:cubicBezTo>
                  <a:lnTo>
                    <a:pt x="1901" y="1796"/>
                  </a:lnTo>
                  <a:cubicBezTo>
                    <a:pt x="2175" y="1810"/>
                    <a:pt x="3065" y="1916"/>
                    <a:pt x="3412" y="2676"/>
                  </a:cubicBezTo>
                  <a:cubicBezTo>
                    <a:pt x="3325" y="3242"/>
                    <a:pt x="2836" y="3657"/>
                    <a:pt x="2268" y="3657"/>
                  </a:cubicBezTo>
                  <a:cubicBezTo>
                    <a:pt x="2237" y="3657"/>
                    <a:pt x="2206" y="3655"/>
                    <a:pt x="2175" y="3653"/>
                  </a:cubicBezTo>
                  <a:cubicBezTo>
                    <a:pt x="1574" y="3605"/>
                    <a:pt x="1107" y="3100"/>
                    <a:pt x="1112" y="2493"/>
                  </a:cubicBezTo>
                  <a:cubicBezTo>
                    <a:pt x="1112" y="2373"/>
                    <a:pt x="1012" y="2279"/>
                    <a:pt x="897" y="2279"/>
                  </a:cubicBezTo>
                  <a:cubicBezTo>
                    <a:pt x="875" y="2279"/>
                    <a:pt x="851" y="2283"/>
                    <a:pt x="828" y="2291"/>
                  </a:cubicBezTo>
                  <a:cubicBezTo>
                    <a:pt x="857" y="2113"/>
                    <a:pt x="876" y="1950"/>
                    <a:pt x="886" y="1825"/>
                  </a:cubicBezTo>
                  <a:cubicBezTo>
                    <a:pt x="905" y="1454"/>
                    <a:pt x="1059" y="1103"/>
                    <a:pt x="1314" y="833"/>
                  </a:cubicBezTo>
                  <a:cubicBezTo>
                    <a:pt x="1576" y="561"/>
                    <a:pt x="1923" y="426"/>
                    <a:pt x="2269" y="426"/>
                  </a:cubicBezTo>
                  <a:close/>
                  <a:moveTo>
                    <a:pt x="732" y="2869"/>
                  </a:moveTo>
                  <a:cubicBezTo>
                    <a:pt x="823" y="3249"/>
                    <a:pt x="1049" y="3576"/>
                    <a:pt x="1372" y="3797"/>
                  </a:cubicBezTo>
                  <a:lnTo>
                    <a:pt x="1372" y="4033"/>
                  </a:lnTo>
                  <a:cubicBezTo>
                    <a:pt x="1068" y="3985"/>
                    <a:pt x="775" y="3898"/>
                    <a:pt x="501" y="3778"/>
                  </a:cubicBezTo>
                  <a:cubicBezTo>
                    <a:pt x="486" y="3773"/>
                    <a:pt x="491" y="3759"/>
                    <a:pt x="491" y="3759"/>
                  </a:cubicBezTo>
                  <a:lnTo>
                    <a:pt x="491" y="3754"/>
                  </a:lnTo>
                  <a:cubicBezTo>
                    <a:pt x="592" y="3465"/>
                    <a:pt x="674" y="3172"/>
                    <a:pt x="732" y="2869"/>
                  </a:cubicBezTo>
                  <a:close/>
                  <a:moveTo>
                    <a:pt x="3811" y="2873"/>
                  </a:moveTo>
                  <a:cubicBezTo>
                    <a:pt x="3859" y="3143"/>
                    <a:pt x="3931" y="3412"/>
                    <a:pt x="4018" y="3677"/>
                  </a:cubicBezTo>
                  <a:lnTo>
                    <a:pt x="3624" y="4043"/>
                  </a:lnTo>
                  <a:cubicBezTo>
                    <a:pt x="3580" y="4086"/>
                    <a:pt x="3518" y="4110"/>
                    <a:pt x="3455" y="4110"/>
                  </a:cubicBezTo>
                  <a:lnTo>
                    <a:pt x="3412" y="4110"/>
                  </a:lnTo>
                  <a:cubicBezTo>
                    <a:pt x="3277" y="4110"/>
                    <a:pt x="3171" y="3999"/>
                    <a:pt x="3171" y="3869"/>
                  </a:cubicBezTo>
                  <a:lnTo>
                    <a:pt x="3171" y="3802"/>
                  </a:lnTo>
                  <a:cubicBezTo>
                    <a:pt x="3489" y="3581"/>
                    <a:pt x="3720" y="3249"/>
                    <a:pt x="3811" y="2873"/>
                  </a:cubicBezTo>
                  <a:close/>
                  <a:moveTo>
                    <a:pt x="2753" y="4004"/>
                  </a:moveTo>
                  <a:cubicBezTo>
                    <a:pt x="2777" y="4120"/>
                    <a:pt x="2834" y="4230"/>
                    <a:pt x="2916" y="4317"/>
                  </a:cubicBezTo>
                  <a:lnTo>
                    <a:pt x="2594" y="4635"/>
                  </a:lnTo>
                  <a:cubicBezTo>
                    <a:pt x="2502" y="4721"/>
                    <a:pt x="2386" y="4764"/>
                    <a:pt x="2269" y="4764"/>
                  </a:cubicBezTo>
                  <a:cubicBezTo>
                    <a:pt x="2152" y="4764"/>
                    <a:pt x="2036" y="4721"/>
                    <a:pt x="1944" y="4635"/>
                  </a:cubicBezTo>
                  <a:lnTo>
                    <a:pt x="1747" y="4442"/>
                  </a:lnTo>
                  <a:cubicBezTo>
                    <a:pt x="1781" y="4380"/>
                    <a:pt x="1795" y="4307"/>
                    <a:pt x="1795" y="4235"/>
                  </a:cubicBezTo>
                  <a:lnTo>
                    <a:pt x="1795" y="4009"/>
                  </a:lnTo>
                  <a:cubicBezTo>
                    <a:pt x="1950" y="4057"/>
                    <a:pt x="2109" y="4081"/>
                    <a:pt x="2268" y="4081"/>
                  </a:cubicBezTo>
                  <a:cubicBezTo>
                    <a:pt x="2431" y="4081"/>
                    <a:pt x="2594" y="4055"/>
                    <a:pt x="2753" y="4004"/>
                  </a:cubicBezTo>
                  <a:close/>
                  <a:moveTo>
                    <a:pt x="2267" y="1"/>
                  </a:moveTo>
                  <a:cubicBezTo>
                    <a:pt x="1309" y="1"/>
                    <a:pt x="530" y="771"/>
                    <a:pt x="457" y="1796"/>
                  </a:cubicBezTo>
                  <a:cubicBezTo>
                    <a:pt x="429" y="2219"/>
                    <a:pt x="279" y="3100"/>
                    <a:pt x="92" y="3605"/>
                  </a:cubicBezTo>
                  <a:cubicBezTo>
                    <a:pt x="10" y="3821"/>
                    <a:pt x="111" y="4067"/>
                    <a:pt x="323" y="4163"/>
                  </a:cubicBezTo>
                  <a:cubicBezTo>
                    <a:pt x="554" y="4269"/>
                    <a:pt x="799" y="4351"/>
                    <a:pt x="1049" y="4404"/>
                  </a:cubicBezTo>
                  <a:lnTo>
                    <a:pt x="496" y="4683"/>
                  </a:lnTo>
                  <a:cubicBezTo>
                    <a:pt x="193" y="4832"/>
                    <a:pt x="0" y="5145"/>
                    <a:pt x="0" y="5486"/>
                  </a:cubicBezTo>
                  <a:lnTo>
                    <a:pt x="0" y="7291"/>
                  </a:lnTo>
                  <a:cubicBezTo>
                    <a:pt x="0" y="7433"/>
                    <a:pt x="107" y="7504"/>
                    <a:pt x="214" y="7504"/>
                  </a:cubicBezTo>
                  <a:cubicBezTo>
                    <a:pt x="321" y="7504"/>
                    <a:pt x="429" y="7433"/>
                    <a:pt x="429" y="7291"/>
                  </a:cubicBezTo>
                  <a:lnTo>
                    <a:pt x="429" y="5486"/>
                  </a:lnTo>
                  <a:cubicBezTo>
                    <a:pt x="429" y="5308"/>
                    <a:pt x="530" y="5145"/>
                    <a:pt x="688" y="5063"/>
                  </a:cubicBezTo>
                  <a:lnTo>
                    <a:pt x="1401" y="4707"/>
                  </a:lnTo>
                  <a:lnTo>
                    <a:pt x="1651" y="4943"/>
                  </a:lnTo>
                  <a:cubicBezTo>
                    <a:pt x="1824" y="5109"/>
                    <a:pt x="2046" y="5192"/>
                    <a:pt x="2269" y="5192"/>
                  </a:cubicBezTo>
                  <a:cubicBezTo>
                    <a:pt x="2492" y="5192"/>
                    <a:pt x="2714" y="5109"/>
                    <a:pt x="2887" y="4943"/>
                  </a:cubicBezTo>
                  <a:lnTo>
                    <a:pt x="3316" y="4529"/>
                  </a:lnTo>
                  <a:cubicBezTo>
                    <a:pt x="3344" y="4534"/>
                    <a:pt x="3378" y="4538"/>
                    <a:pt x="3412" y="4538"/>
                  </a:cubicBezTo>
                  <a:lnTo>
                    <a:pt x="3455" y="4538"/>
                  </a:lnTo>
                  <a:cubicBezTo>
                    <a:pt x="3628" y="4538"/>
                    <a:pt x="3792" y="4471"/>
                    <a:pt x="3917" y="4355"/>
                  </a:cubicBezTo>
                  <a:lnTo>
                    <a:pt x="6573" y="1849"/>
                  </a:lnTo>
                  <a:lnTo>
                    <a:pt x="6871" y="2152"/>
                  </a:lnTo>
                  <a:lnTo>
                    <a:pt x="3522" y="5501"/>
                  </a:lnTo>
                  <a:cubicBezTo>
                    <a:pt x="3311" y="5712"/>
                    <a:pt x="3190" y="6001"/>
                    <a:pt x="3195" y="6304"/>
                  </a:cubicBezTo>
                  <a:lnTo>
                    <a:pt x="3195" y="7295"/>
                  </a:lnTo>
                  <a:cubicBezTo>
                    <a:pt x="3195" y="7437"/>
                    <a:pt x="3301" y="7508"/>
                    <a:pt x="3407" y="7508"/>
                  </a:cubicBezTo>
                  <a:cubicBezTo>
                    <a:pt x="3513" y="7508"/>
                    <a:pt x="3619" y="7437"/>
                    <a:pt x="3619" y="7295"/>
                  </a:cubicBezTo>
                  <a:lnTo>
                    <a:pt x="3619" y="6304"/>
                  </a:lnTo>
                  <a:cubicBezTo>
                    <a:pt x="3619" y="6117"/>
                    <a:pt x="3691" y="5939"/>
                    <a:pt x="3826" y="5809"/>
                  </a:cubicBezTo>
                  <a:lnTo>
                    <a:pt x="7603" y="2036"/>
                  </a:lnTo>
                  <a:cubicBezTo>
                    <a:pt x="7766" y="1868"/>
                    <a:pt x="7834" y="1627"/>
                    <a:pt x="7776" y="1396"/>
                  </a:cubicBezTo>
                  <a:lnTo>
                    <a:pt x="7641" y="848"/>
                  </a:lnTo>
                  <a:lnTo>
                    <a:pt x="7781" y="713"/>
                  </a:lnTo>
                  <a:cubicBezTo>
                    <a:pt x="7867" y="631"/>
                    <a:pt x="7872" y="496"/>
                    <a:pt x="7791" y="410"/>
                  </a:cubicBezTo>
                  <a:cubicBezTo>
                    <a:pt x="7748" y="365"/>
                    <a:pt x="7691" y="342"/>
                    <a:pt x="7634" y="342"/>
                  </a:cubicBezTo>
                  <a:cubicBezTo>
                    <a:pt x="7581" y="342"/>
                    <a:pt x="7529" y="361"/>
                    <a:pt x="7487" y="400"/>
                  </a:cubicBezTo>
                  <a:lnTo>
                    <a:pt x="4360" y="3350"/>
                  </a:lnTo>
                  <a:cubicBezTo>
                    <a:pt x="4220" y="2840"/>
                    <a:pt x="4129" y="2320"/>
                    <a:pt x="4081" y="1796"/>
                  </a:cubicBezTo>
                  <a:cubicBezTo>
                    <a:pt x="4008" y="776"/>
                    <a:pt x="3229" y="1"/>
                    <a:pt x="2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1"/>
            <p:cNvSpPr/>
            <p:nvPr/>
          </p:nvSpPr>
          <p:spPr>
            <a:xfrm>
              <a:off x="8105417" y="4313010"/>
              <a:ext cx="226815" cy="190831"/>
            </a:xfrm>
            <a:custGeom>
              <a:rect b="b" l="l" r="r" t="t"/>
              <a:pathLst>
                <a:path extrusionOk="0" h="7276" w="8648">
                  <a:moveTo>
                    <a:pt x="670" y="0"/>
                  </a:moveTo>
                  <a:cubicBezTo>
                    <a:pt x="299" y="0"/>
                    <a:pt x="1" y="303"/>
                    <a:pt x="1" y="674"/>
                  </a:cubicBezTo>
                  <a:lnTo>
                    <a:pt x="1" y="6207"/>
                  </a:lnTo>
                  <a:cubicBezTo>
                    <a:pt x="1" y="6352"/>
                    <a:pt x="107" y="6424"/>
                    <a:pt x="213" y="6424"/>
                  </a:cubicBezTo>
                  <a:cubicBezTo>
                    <a:pt x="319" y="6424"/>
                    <a:pt x="424" y="6352"/>
                    <a:pt x="424" y="6207"/>
                  </a:cubicBezTo>
                  <a:lnTo>
                    <a:pt x="424" y="674"/>
                  </a:lnTo>
                  <a:cubicBezTo>
                    <a:pt x="424" y="539"/>
                    <a:pt x="535" y="433"/>
                    <a:pt x="665" y="433"/>
                  </a:cubicBezTo>
                  <a:lnTo>
                    <a:pt x="7974" y="433"/>
                  </a:lnTo>
                  <a:cubicBezTo>
                    <a:pt x="8104" y="433"/>
                    <a:pt x="8215" y="539"/>
                    <a:pt x="8215" y="674"/>
                  </a:cubicBezTo>
                  <a:lnTo>
                    <a:pt x="8215" y="6607"/>
                  </a:lnTo>
                  <a:cubicBezTo>
                    <a:pt x="8215" y="6742"/>
                    <a:pt x="8104" y="6847"/>
                    <a:pt x="7974" y="6847"/>
                  </a:cubicBezTo>
                  <a:lnTo>
                    <a:pt x="2580" y="6847"/>
                  </a:lnTo>
                  <a:cubicBezTo>
                    <a:pt x="2296" y="6847"/>
                    <a:pt x="2296" y="7276"/>
                    <a:pt x="2580" y="7276"/>
                  </a:cubicBezTo>
                  <a:lnTo>
                    <a:pt x="7974" y="7276"/>
                  </a:lnTo>
                  <a:cubicBezTo>
                    <a:pt x="8345" y="7276"/>
                    <a:pt x="8643" y="6977"/>
                    <a:pt x="8648" y="6607"/>
                  </a:cubicBezTo>
                  <a:lnTo>
                    <a:pt x="8648" y="669"/>
                  </a:lnTo>
                  <a:cubicBezTo>
                    <a:pt x="8643" y="299"/>
                    <a:pt x="8345" y="0"/>
                    <a:pt x="79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1"/>
            <p:cNvSpPr/>
            <p:nvPr/>
          </p:nvSpPr>
          <p:spPr>
            <a:xfrm>
              <a:off x="8153256" y="4336457"/>
              <a:ext cx="140081" cy="131583"/>
            </a:xfrm>
            <a:custGeom>
              <a:rect b="b" l="l" r="r" t="t"/>
              <a:pathLst>
                <a:path extrusionOk="0" h="5017" w="5341">
                  <a:moveTo>
                    <a:pt x="2497" y="903"/>
                  </a:moveTo>
                  <a:cubicBezTo>
                    <a:pt x="2900" y="903"/>
                    <a:pt x="3304" y="1035"/>
                    <a:pt x="3638" y="1300"/>
                  </a:cubicBezTo>
                  <a:lnTo>
                    <a:pt x="2349" y="2595"/>
                  </a:lnTo>
                  <a:cubicBezTo>
                    <a:pt x="2217" y="2753"/>
                    <a:pt x="2353" y="2949"/>
                    <a:pt x="2515" y="2949"/>
                  </a:cubicBezTo>
                  <a:cubicBezTo>
                    <a:pt x="2560" y="2949"/>
                    <a:pt x="2608" y="2934"/>
                    <a:pt x="2652" y="2898"/>
                  </a:cubicBezTo>
                  <a:lnTo>
                    <a:pt x="3287" y="2258"/>
                  </a:lnTo>
                  <a:cubicBezTo>
                    <a:pt x="3378" y="2402"/>
                    <a:pt x="3427" y="2571"/>
                    <a:pt x="3427" y="2744"/>
                  </a:cubicBezTo>
                  <a:cubicBezTo>
                    <a:pt x="3427" y="3303"/>
                    <a:pt x="2969" y="3674"/>
                    <a:pt x="2493" y="3674"/>
                  </a:cubicBezTo>
                  <a:cubicBezTo>
                    <a:pt x="2265" y="3674"/>
                    <a:pt x="2032" y="3589"/>
                    <a:pt x="1844" y="3398"/>
                  </a:cubicBezTo>
                  <a:cubicBezTo>
                    <a:pt x="1256" y="2816"/>
                    <a:pt x="1670" y="1815"/>
                    <a:pt x="2498" y="1815"/>
                  </a:cubicBezTo>
                  <a:cubicBezTo>
                    <a:pt x="2782" y="1815"/>
                    <a:pt x="2782" y="1387"/>
                    <a:pt x="2498" y="1387"/>
                  </a:cubicBezTo>
                  <a:cubicBezTo>
                    <a:pt x="1872" y="1387"/>
                    <a:pt x="1329" y="1820"/>
                    <a:pt x="1180" y="2426"/>
                  </a:cubicBezTo>
                  <a:cubicBezTo>
                    <a:pt x="1035" y="3037"/>
                    <a:pt x="1324" y="3668"/>
                    <a:pt x="1882" y="3952"/>
                  </a:cubicBezTo>
                  <a:cubicBezTo>
                    <a:pt x="2078" y="4051"/>
                    <a:pt x="2288" y="4099"/>
                    <a:pt x="2496" y="4099"/>
                  </a:cubicBezTo>
                  <a:cubicBezTo>
                    <a:pt x="2883" y="4099"/>
                    <a:pt x="3262" y="3934"/>
                    <a:pt x="3528" y="3625"/>
                  </a:cubicBezTo>
                  <a:cubicBezTo>
                    <a:pt x="3937" y="3148"/>
                    <a:pt x="3966" y="2455"/>
                    <a:pt x="3595" y="1950"/>
                  </a:cubicBezTo>
                  <a:lnTo>
                    <a:pt x="3941" y="1604"/>
                  </a:lnTo>
                  <a:cubicBezTo>
                    <a:pt x="4201" y="1925"/>
                    <a:pt x="4340" y="2329"/>
                    <a:pt x="4341" y="2746"/>
                  </a:cubicBezTo>
                  <a:lnTo>
                    <a:pt x="4341" y="2746"/>
                  </a:lnTo>
                  <a:cubicBezTo>
                    <a:pt x="4340" y="3607"/>
                    <a:pt x="3748" y="4351"/>
                    <a:pt x="2912" y="4548"/>
                  </a:cubicBezTo>
                  <a:cubicBezTo>
                    <a:pt x="2773" y="4580"/>
                    <a:pt x="2635" y="4595"/>
                    <a:pt x="2498" y="4595"/>
                  </a:cubicBezTo>
                  <a:cubicBezTo>
                    <a:pt x="1801" y="4595"/>
                    <a:pt x="1152" y="4200"/>
                    <a:pt x="838" y="3552"/>
                  </a:cubicBezTo>
                  <a:cubicBezTo>
                    <a:pt x="458" y="2778"/>
                    <a:pt x="669" y="1849"/>
                    <a:pt x="1338" y="1310"/>
                  </a:cubicBezTo>
                  <a:cubicBezTo>
                    <a:pt x="1677" y="1039"/>
                    <a:pt x="2087" y="903"/>
                    <a:pt x="2497" y="903"/>
                  </a:cubicBezTo>
                  <a:close/>
                  <a:moveTo>
                    <a:pt x="5020" y="0"/>
                  </a:moveTo>
                  <a:cubicBezTo>
                    <a:pt x="4965" y="0"/>
                    <a:pt x="4908" y="25"/>
                    <a:pt x="4860" y="83"/>
                  </a:cubicBezTo>
                  <a:lnTo>
                    <a:pt x="4538" y="405"/>
                  </a:lnTo>
                  <a:lnTo>
                    <a:pt x="4538" y="232"/>
                  </a:lnTo>
                  <a:cubicBezTo>
                    <a:pt x="4538" y="117"/>
                    <a:pt x="4442" y="21"/>
                    <a:pt x="4326" y="21"/>
                  </a:cubicBezTo>
                  <a:cubicBezTo>
                    <a:pt x="4206" y="21"/>
                    <a:pt x="4110" y="117"/>
                    <a:pt x="4110" y="232"/>
                  </a:cubicBezTo>
                  <a:lnTo>
                    <a:pt x="4110" y="829"/>
                  </a:lnTo>
                  <a:lnTo>
                    <a:pt x="3941" y="997"/>
                  </a:lnTo>
                  <a:cubicBezTo>
                    <a:pt x="3520" y="647"/>
                    <a:pt x="3007" y="476"/>
                    <a:pt x="2497" y="476"/>
                  </a:cubicBezTo>
                  <a:cubicBezTo>
                    <a:pt x="1878" y="476"/>
                    <a:pt x="1262" y="728"/>
                    <a:pt x="814" y="1219"/>
                  </a:cubicBezTo>
                  <a:cubicBezTo>
                    <a:pt x="1" y="2114"/>
                    <a:pt x="34" y="3495"/>
                    <a:pt x="891" y="4351"/>
                  </a:cubicBezTo>
                  <a:cubicBezTo>
                    <a:pt x="1333" y="4794"/>
                    <a:pt x="1916" y="5016"/>
                    <a:pt x="2499" y="5016"/>
                  </a:cubicBezTo>
                  <a:cubicBezTo>
                    <a:pt x="3044" y="5016"/>
                    <a:pt x="3591" y="4821"/>
                    <a:pt x="4023" y="4428"/>
                  </a:cubicBezTo>
                  <a:cubicBezTo>
                    <a:pt x="4923" y="3610"/>
                    <a:pt x="5019" y="2234"/>
                    <a:pt x="4245" y="1300"/>
                  </a:cubicBezTo>
                  <a:lnTo>
                    <a:pt x="4413" y="1132"/>
                  </a:lnTo>
                  <a:lnTo>
                    <a:pt x="5010" y="1132"/>
                  </a:lnTo>
                  <a:cubicBezTo>
                    <a:pt x="5294" y="1132"/>
                    <a:pt x="5294" y="704"/>
                    <a:pt x="5010" y="704"/>
                  </a:cubicBezTo>
                  <a:lnTo>
                    <a:pt x="4841" y="704"/>
                  </a:lnTo>
                  <a:lnTo>
                    <a:pt x="5159" y="386"/>
                  </a:lnTo>
                  <a:cubicBezTo>
                    <a:pt x="5341" y="233"/>
                    <a:pt x="5190" y="0"/>
                    <a:pt x="5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0" name="Google Shape;12090;p81"/>
          <p:cNvGrpSpPr/>
          <p:nvPr/>
        </p:nvGrpSpPr>
        <p:grpSpPr>
          <a:xfrm>
            <a:off x="4884418" y="1979576"/>
            <a:ext cx="404008" cy="365664"/>
            <a:chOff x="4884418" y="1979576"/>
            <a:chExt cx="404008" cy="365664"/>
          </a:xfrm>
        </p:grpSpPr>
        <p:sp>
          <p:nvSpPr>
            <p:cNvPr id="12091" name="Google Shape;12091;p81"/>
            <p:cNvSpPr/>
            <p:nvPr/>
          </p:nvSpPr>
          <p:spPr>
            <a:xfrm>
              <a:off x="4909413" y="1985136"/>
              <a:ext cx="354517" cy="354517"/>
            </a:xfrm>
            <a:custGeom>
              <a:rect b="b" l="l" r="r" t="t"/>
              <a:pathLst>
                <a:path extrusionOk="0" h="13517" w="13517">
                  <a:moveTo>
                    <a:pt x="6761" y="0"/>
                  </a:moveTo>
                  <a:cubicBezTo>
                    <a:pt x="3027" y="0"/>
                    <a:pt x="1" y="3027"/>
                    <a:pt x="1" y="6761"/>
                  </a:cubicBezTo>
                  <a:cubicBezTo>
                    <a:pt x="1" y="10490"/>
                    <a:pt x="3027" y="13516"/>
                    <a:pt x="6761" y="13516"/>
                  </a:cubicBezTo>
                  <a:cubicBezTo>
                    <a:pt x="10490" y="13516"/>
                    <a:pt x="13517" y="10490"/>
                    <a:pt x="13517" y="6761"/>
                  </a:cubicBezTo>
                  <a:cubicBezTo>
                    <a:pt x="13517" y="3027"/>
                    <a:pt x="10490" y="0"/>
                    <a:pt x="676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1"/>
            <p:cNvSpPr/>
            <p:nvPr/>
          </p:nvSpPr>
          <p:spPr>
            <a:xfrm>
              <a:off x="4918514" y="2009160"/>
              <a:ext cx="336341" cy="306599"/>
            </a:xfrm>
            <a:custGeom>
              <a:rect b="b" l="l" r="r" t="t"/>
              <a:pathLst>
                <a:path extrusionOk="0" h="11690" w="12824">
                  <a:moveTo>
                    <a:pt x="6414" y="1"/>
                  </a:moveTo>
                  <a:cubicBezTo>
                    <a:pt x="4903" y="1"/>
                    <a:pt x="3392" y="566"/>
                    <a:pt x="2262" y="1697"/>
                  </a:cubicBezTo>
                  <a:cubicBezTo>
                    <a:pt x="0" y="3954"/>
                    <a:pt x="5" y="7736"/>
                    <a:pt x="2262" y="9997"/>
                  </a:cubicBezTo>
                  <a:cubicBezTo>
                    <a:pt x="3390" y="11126"/>
                    <a:pt x="4900" y="11690"/>
                    <a:pt x="6410" y="11690"/>
                  </a:cubicBezTo>
                  <a:cubicBezTo>
                    <a:pt x="7920" y="11690"/>
                    <a:pt x="9431" y="11126"/>
                    <a:pt x="10562" y="9997"/>
                  </a:cubicBezTo>
                  <a:cubicBezTo>
                    <a:pt x="12823" y="7736"/>
                    <a:pt x="12819" y="3954"/>
                    <a:pt x="10562" y="1697"/>
                  </a:cubicBezTo>
                  <a:cubicBezTo>
                    <a:pt x="9434" y="566"/>
                    <a:pt x="7924" y="1"/>
                    <a:pt x="641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1"/>
            <p:cNvSpPr/>
            <p:nvPr/>
          </p:nvSpPr>
          <p:spPr>
            <a:xfrm>
              <a:off x="5065283" y="2009186"/>
              <a:ext cx="189441" cy="306547"/>
            </a:xfrm>
            <a:custGeom>
              <a:rect b="b" l="l" r="r" t="t"/>
              <a:pathLst>
                <a:path extrusionOk="0" h="11688" w="7223">
                  <a:moveTo>
                    <a:pt x="814" y="0"/>
                  </a:moveTo>
                  <a:cubicBezTo>
                    <a:pt x="542" y="0"/>
                    <a:pt x="270" y="18"/>
                    <a:pt x="0" y="55"/>
                  </a:cubicBezTo>
                  <a:cubicBezTo>
                    <a:pt x="1261" y="224"/>
                    <a:pt x="2430" y="796"/>
                    <a:pt x="3335" y="1696"/>
                  </a:cubicBezTo>
                  <a:cubicBezTo>
                    <a:pt x="5591" y="3953"/>
                    <a:pt x="5591" y="7735"/>
                    <a:pt x="3335" y="9996"/>
                  </a:cubicBezTo>
                  <a:cubicBezTo>
                    <a:pt x="2430" y="10891"/>
                    <a:pt x="1261" y="11464"/>
                    <a:pt x="0" y="11632"/>
                  </a:cubicBezTo>
                  <a:cubicBezTo>
                    <a:pt x="269" y="11669"/>
                    <a:pt x="541" y="11687"/>
                    <a:pt x="813" y="11687"/>
                  </a:cubicBezTo>
                  <a:cubicBezTo>
                    <a:pt x="2323" y="11687"/>
                    <a:pt x="3836" y="11121"/>
                    <a:pt x="4966" y="9991"/>
                  </a:cubicBezTo>
                  <a:cubicBezTo>
                    <a:pt x="7223" y="7735"/>
                    <a:pt x="7223" y="3953"/>
                    <a:pt x="4966" y="1696"/>
                  </a:cubicBezTo>
                  <a:cubicBezTo>
                    <a:pt x="3836" y="566"/>
                    <a:pt x="2327" y="0"/>
                    <a:pt x="814"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1"/>
            <p:cNvSpPr/>
            <p:nvPr/>
          </p:nvSpPr>
          <p:spPr>
            <a:xfrm>
              <a:off x="5015320" y="2144888"/>
              <a:ext cx="89095" cy="87941"/>
            </a:xfrm>
            <a:custGeom>
              <a:rect b="b" l="l" r="r" t="t"/>
              <a:pathLst>
                <a:path extrusionOk="0" h="3353" w="3397">
                  <a:moveTo>
                    <a:pt x="2050" y="1"/>
                  </a:moveTo>
                  <a:lnTo>
                    <a:pt x="62" y="3143"/>
                  </a:lnTo>
                  <a:cubicBezTo>
                    <a:pt x="0" y="3240"/>
                    <a:pt x="82" y="3352"/>
                    <a:pt x="179" y="3352"/>
                  </a:cubicBezTo>
                  <a:cubicBezTo>
                    <a:pt x="202" y="3352"/>
                    <a:pt x="226" y="3346"/>
                    <a:pt x="250" y="3331"/>
                  </a:cubicBezTo>
                  <a:lnTo>
                    <a:pt x="3392" y="1343"/>
                  </a:lnTo>
                  <a:lnTo>
                    <a:pt x="3397" y="1343"/>
                  </a:lnTo>
                  <a:lnTo>
                    <a:pt x="2050"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1"/>
            <p:cNvSpPr/>
            <p:nvPr/>
          </p:nvSpPr>
          <p:spPr>
            <a:xfrm>
              <a:off x="5015215" y="2166971"/>
              <a:ext cx="89200" cy="65726"/>
            </a:xfrm>
            <a:custGeom>
              <a:rect b="b" l="l" r="r" t="t"/>
              <a:pathLst>
                <a:path extrusionOk="0" h="2506" w="3401">
                  <a:moveTo>
                    <a:pt x="2896" y="1"/>
                  </a:moveTo>
                  <a:lnTo>
                    <a:pt x="600" y="1449"/>
                  </a:lnTo>
                  <a:lnTo>
                    <a:pt x="66" y="2296"/>
                  </a:lnTo>
                  <a:cubicBezTo>
                    <a:pt x="1" y="2396"/>
                    <a:pt x="80" y="2506"/>
                    <a:pt x="179" y="2506"/>
                  </a:cubicBezTo>
                  <a:cubicBezTo>
                    <a:pt x="203" y="2506"/>
                    <a:pt x="229" y="2499"/>
                    <a:pt x="254" y="2484"/>
                  </a:cubicBezTo>
                  <a:lnTo>
                    <a:pt x="3396" y="501"/>
                  </a:lnTo>
                  <a:lnTo>
                    <a:pt x="3401" y="501"/>
                  </a:lnTo>
                  <a:lnTo>
                    <a:pt x="290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1"/>
            <p:cNvSpPr/>
            <p:nvPr/>
          </p:nvSpPr>
          <p:spPr>
            <a:xfrm>
              <a:off x="5069060" y="2092065"/>
              <a:ext cx="89095" cy="88072"/>
            </a:xfrm>
            <a:custGeom>
              <a:rect b="b" l="l" r="r" t="t"/>
              <a:pathLst>
                <a:path extrusionOk="0" h="3358" w="3397">
                  <a:moveTo>
                    <a:pt x="3220" y="1"/>
                  </a:moveTo>
                  <a:cubicBezTo>
                    <a:pt x="3196" y="1"/>
                    <a:pt x="3171" y="7"/>
                    <a:pt x="3147" y="23"/>
                  </a:cubicBezTo>
                  <a:lnTo>
                    <a:pt x="5" y="2005"/>
                  </a:lnTo>
                  <a:lnTo>
                    <a:pt x="1" y="2005"/>
                  </a:lnTo>
                  <a:lnTo>
                    <a:pt x="1348" y="3357"/>
                  </a:lnTo>
                  <a:lnTo>
                    <a:pt x="1348" y="3353"/>
                  </a:lnTo>
                  <a:lnTo>
                    <a:pt x="3335" y="210"/>
                  </a:lnTo>
                  <a:cubicBezTo>
                    <a:pt x="3397" y="110"/>
                    <a:pt x="3316" y="1"/>
                    <a:pt x="3220" y="1"/>
                  </a:cubicBezTo>
                  <a:close/>
                </a:path>
              </a:pathLst>
            </a:custGeom>
            <a:solidFill>
              <a:srgbClr val="DB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1"/>
            <p:cNvSpPr/>
            <p:nvPr/>
          </p:nvSpPr>
          <p:spPr>
            <a:xfrm>
              <a:off x="5091274" y="2092144"/>
              <a:ext cx="66670" cy="87993"/>
            </a:xfrm>
            <a:custGeom>
              <a:rect b="b" l="l" r="r" t="t"/>
              <a:pathLst>
                <a:path extrusionOk="0" h="3355" w="2542">
                  <a:moveTo>
                    <a:pt x="2369" y="0"/>
                  </a:moveTo>
                  <a:cubicBezTo>
                    <a:pt x="2347" y="0"/>
                    <a:pt x="2323" y="6"/>
                    <a:pt x="2300" y="20"/>
                  </a:cubicBezTo>
                  <a:lnTo>
                    <a:pt x="1454" y="554"/>
                  </a:lnTo>
                  <a:lnTo>
                    <a:pt x="0" y="2854"/>
                  </a:lnTo>
                  <a:lnTo>
                    <a:pt x="501" y="3354"/>
                  </a:lnTo>
                  <a:lnTo>
                    <a:pt x="501" y="3350"/>
                  </a:lnTo>
                  <a:lnTo>
                    <a:pt x="2483" y="207"/>
                  </a:lnTo>
                  <a:cubicBezTo>
                    <a:pt x="2542" y="110"/>
                    <a:pt x="2464" y="0"/>
                    <a:pt x="2369" y="0"/>
                  </a:cubicBezTo>
                  <a:close/>
                </a:path>
              </a:pathLst>
            </a:custGeom>
            <a:solidFill>
              <a:srgbClr val="C8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1"/>
            <p:cNvSpPr/>
            <p:nvPr/>
          </p:nvSpPr>
          <p:spPr>
            <a:xfrm>
              <a:off x="4884418" y="1979576"/>
              <a:ext cx="404008" cy="365664"/>
            </a:xfrm>
            <a:custGeom>
              <a:rect b="b" l="l" r="r" t="t"/>
              <a:pathLst>
                <a:path extrusionOk="0" h="13942" w="15404">
                  <a:moveTo>
                    <a:pt x="7738" y="0"/>
                  </a:moveTo>
                  <a:cubicBezTo>
                    <a:pt x="6071" y="0"/>
                    <a:pt x="4400" y="596"/>
                    <a:pt x="3071" y="1795"/>
                  </a:cubicBezTo>
                  <a:cubicBezTo>
                    <a:pt x="319" y="4283"/>
                    <a:pt x="1" y="8498"/>
                    <a:pt x="2354" y="11371"/>
                  </a:cubicBezTo>
                  <a:cubicBezTo>
                    <a:pt x="2396" y="11424"/>
                    <a:pt x="2449" y="11447"/>
                    <a:pt x="2501" y="11447"/>
                  </a:cubicBezTo>
                  <a:cubicBezTo>
                    <a:pt x="2650" y="11447"/>
                    <a:pt x="2791" y="11265"/>
                    <a:pt x="2667" y="11116"/>
                  </a:cubicBezTo>
                  <a:cubicBezTo>
                    <a:pt x="439" y="8378"/>
                    <a:pt x="771" y="4370"/>
                    <a:pt x="3427" y="2045"/>
                  </a:cubicBezTo>
                  <a:cubicBezTo>
                    <a:pt x="4668" y="955"/>
                    <a:pt x="6207" y="418"/>
                    <a:pt x="7742" y="418"/>
                  </a:cubicBezTo>
                  <a:cubicBezTo>
                    <a:pt x="9486" y="418"/>
                    <a:pt x="11224" y="1112"/>
                    <a:pt x="12511" y="2479"/>
                  </a:cubicBezTo>
                  <a:cubicBezTo>
                    <a:pt x="14932" y="5043"/>
                    <a:pt x="14893" y="9066"/>
                    <a:pt x="12415" y="11578"/>
                  </a:cubicBezTo>
                  <a:cubicBezTo>
                    <a:pt x="11135" y="12873"/>
                    <a:pt x="9443" y="13526"/>
                    <a:pt x="7748" y="13526"/>
                  </a:cubicBezTo>
                  <a:cubicBezTo>
                    <a:pt x="6163" y="13526"/>
                    <a:pt x="4574" y="12955"/>
                    <a:pt x="3316" y="11804"/>
                  </a:cubicBezTo>
                  <a:cubicBezTo>
                    <a:pt x="3274" y="11764"/>
                    <a:pt x="3228" y="11747"/>
                    <a:pt x="3184" y="11747"/>
                  </a:cubicBezTo>
                  <a:cubicBezTo>
                    <a:pt x="3026" y="11747"/>
                    <a:pt x="2891" y="11963"/>
                    <a:pt x="3042" y="12102"/>
                  </a:cubicBezTo>
                  <a:cubicBezTo>
                    <a:pt x="4376" y="13333"/>
                    <a:pt x="6065" y="13942"/>
                    <a:pt x="7750" y="13942"/>
                  </a:cubicBezTo>
                  <a:cubicBezTo>
                    <a:pt x="9584" y="13942"/>
                    <a:pt x="11414" y="13221"/>
                    <a:pt x="12781" y="11794"/>
                  </a:cubicBezTo>
                  <a:cubicBezTo>
                    <a:pt x="15403" y="9061"/>
                    <a:pt x="15355" y="4726"/>
                    <a:pt x="12670" y="2050"/>
                  </a:cubicBezTo>
                  <a:cubicBezTo>
                    <a:pt x="11315" y="687"/>
                    <a:pt x="9528" y="0"/>
                    <a:pt x="7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1"/>
            <p:cNvSpPr/>
            <p:nvPr/>
          </p:nvSpPr>
          <p:spPr>
            <a:xfrm>
              <a:off x="5002468" y="2078847"/>
              <a:ext cx="170295" cy="167200"/>
            </a:xfrm>
            <a:custGeom>
              <a:rect b="b" l="l" r="r" t="t"/>
              <a:pathLst>
                <a:path extrusionOk="0" h="6375" w="6493">
                  <a:moveTo>
                    <a:pt x="5576" y="859"/>
                  </a:moveTo>
                  <a:lnTo>
                    <a:pt x="3887" y="3529"/>
                  </a:lnTo>
                  <a:lnTo>
                    <a:pt x="2905" y="2548"/>
                  </a:lnTo>
                  <a:lnTo>
                    <a:pt x="5576" y="859"/>
                  </a:lnTo>
                  <a:close/>
                  <a:moveTo>
                    <a:pt x="2612" y="2832"/>
                  </a:moveTo>
                  <a:lnTo>
                    <a:pt x="3603" y="3823"/>
                  </a:lnTo>
                  <a:lnTo>
                    <a:pt x="918" y="5517"/>
                  </a:lnTo>
                  <a:lnTo>
                    <a:pt x="2612" y="2832"/>
                  </a:lnTo>
                  <a:close/>
                  <a:moveTo>
                    <a:pt x="6225" y="1"/>
                  </a:moveTo>
                  <a:cubicBezTo>
                    <a:pt x="6191" y="1"/>
                    <a:pt x="6154" y="10"/>
                    <a:pt x="6119" y="31"/>
                  </a:cubicBezTo>
                  <a:lnTo>
                    <a:pt x="2496" y="2322"/>
                  </a:lnTo>
                  <a:cubicBezTo>
                    <a:pt x="2448" y="2346"/>
                    <a:pt x="2410" y="2384"/>
                    <a:pt x="2386" y="2432"/>
                  </a:cubicBezTo>
                  <a:lnTo>
                    <a:pt x="90" y="6060"/>
                  </a:lnTo>
                  <a:cubicBezTo>
                    <a:pt x="1" y="6208"/>
                    <a:pt x="122" y="6375"/>
                    <a:pt x="268" y="6375"/>
                  </a:cubicBezTo>
                  <a:cubicBezTo>
                    <a:pt x="303" y="6375"/>
                    <a:pt x="339" y="6365"/>
                    <a:pt x="374" y="6344"/>
                  </a:cubicBezTo>
                  <a:lnTo>
                    <a:pt x="3997" y="4054"/>
                  </a:lnTo>
                  <a:cubicBezTo>
                    <a:pt x="4050" y="4030"/>
                    <a:pt x="4089" y="3991"/>
                    <a:pt x="4113" y="3938"/>
                  </a:cubicBezTo>
                  <a:lnTo>
                    <a:pt x="6403" y="315"/>
                  </a:lnTo>
                  <a:cubicBezTo>
                    <a:pt x="6493" y="167"/>
                    <a:pt x="6372" y="1"/>
                    <a:pt x="6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1"/>
            <p:cNvSpPr/>
            <p:nvPr/>
          </p:nvSpPr>
          <p:spPr>
            <a:xfrm>
              <a:off x="4917884" y="2008609"/>
              <a:ext cx="323726" cy="307806"/>
            </a:xfrm>
            <a:custGeom>
              <a:rect b="b" l="l" r="r" t="t"/>
              <a:pathLst>
                <a:path extrusionOk="0" h="11736" w="12343">
                  <a:moveTo>
                    <a:pt x="6473" y="0"/>
                  </a:moveTo>
                  <a:cubicBezTo>
                    <a:pt x="5170" y="0"/>
                    <a:pt x="3869" y="432"/>
                    <a:pt x="2796" y="1295"/>
                  </a:cubicBezTo>
                  <a:cubicBezTo>
                    <a:pt x="664" y="3008"/>
                    <a:pt x="0" y="5967"/>
                    <a:pt x="1193" y="8426"/>
                  </a:cubicBezTo>
                  <a:cubicBezTo>
                    <a:pt x="2190" y="10484"/>
                    <a:pt x="4262" y="11736"/>
                    <a:pt x="6471" y="11736"/>
                  </a:cubicBezTo>
                  <a:cubicBezTo>
                    <a:pt x="6906" y="11736"/>
                    <a:pt x="7347" y="11687"/>
                    <a:pt x="7785" y="11587"/>
                  </a:cubicBezTo>
                  <a:cubicBezTo>
                    <a:pt x="10451" y="10976"/>
                    <a:pt x="12342" y="8604"/>
                    <a:pt x="12342" y="5870"/>
                  </a:cubicBezTo>
                  <a:cubicBezTo>
                    <a:pt x="12342" y="4480"/>
                    <a:pt x="11847" y="3137"/>
                    <a:pt x="10952" y="2079"/>
                  </a:cubicBezTo>
                  <a:cubicBezTo>
                    <a:pt x="10909" y="2028"/>
                    <a:pt x="10857" y="2007"/>
                    <a:pt x="10806" y="2007"/>
                  </a:cubicBezTo>
                  <a:cubicBezTo>
                    <a:pt x="10656" y="2007"/>
                    <a:pt x="10513" y="2192"/>
                    <a:pt x="10639" y="2344"/>
                  </a:cubicBezTo>
                  <a:cubicBezTo>
                    <a:pt x="11423" y="3267"/>
                    <a:pt x="11875" y="4427"/>
                    <a:pt x="11928" y="5640"/>
                  </a:cubicBezTo>
                  <a:lnTo>
                    <a:pt x="11096" y="5640"/>
                  </a:lnTo>
                  <a:cubicBezTo>
                    <a:pt x="10836" y="5640"/>
                    <a:pt x="10836" y="6044"/>
                    <a:pt x="11096" y="6044"/>
                  </a:cubicBezTo>
                  <a:lnTo>
                    <a:pt x="11928" y="6044"/>
                  </a:lnTo>
                  <a:cubicBezTo>
                    <a:pt x="11837" y="8912"/>
                    <a:pt x="9542" y="11212"/>
                    <a:pt x="6679" y="11322"/>
                  </a:cubicBezTo>
                  <a:lnTo>
                    <a:pt x="6679" y="10490"/>
                  </a:lnTo>
                  <a:cubicBezTo>
                    <a:pt x="6679" y="10360"/>
                    <a:pt x="6576" y="10295"/>
                    <a:pt x="6474" y="10295"/>
                  </a:cubicBezTo>
                  <a:cubicBezTo>
                    <a:pt x="6372" y="10295"/>
                    <a:pt x="6270" y="10360"/>
                    <a:pt x="6270" y="10490"/>
                  </a:cubicBezTo>
                  <a:lnTo>
                    <a:pt x="6270" y="11322"/>
                  </a:lnTo>
                  <a:cubicBezTo>
                    <a:pt x="3402" y="11212"/>
                    <a:pt x="1107" y="8907"/>
                    <a:pt x="1015" y="6044"/>
                  </a:cubicBezTo>
                  <a:lnTo>
                    <a:pt x="1848" y="6044"/>
                  </a:lnTo>
                  <a:cubicBezTo>
                    <a:pt x="2112" y="6044"/>
                    <a:pt x="2112" y="5635"/>
                    <a:pt x="1848" y="5635"/>
                  </a:cubicBezTo>
                  <a:lnTo>
                    <a:pt x="1020" y="5635"/>
                  </a:lnTo>
                  <a:cubicBezTo>
                    <a:pt x="1140" y="2791"/>
                    <a:pt x="3426" y="515"/>
                    <a:pt x="6270" y="409"/>
                  </a:cubicBezTo>
                  <a:lnTo>
                    <a:pt x="6270" y="1242"/>
                  </a:lnTo>
                  <a:cubicBezTo>
                    <a:pt x="6270" y="1372"/>
                    <a:pt x="6372" y="1436"/>
                    <a:pt x="6474" y="1436"/>
                  </a:cubicBezTo>
                  <a:cubicBezTo>
                    <a:pt x="6576" y="1436"/>
                    <a:pt x="6679" y="1372"/>
                    <a:pt x="6679" y="1242"/>
                  </a:cubicBezTo>
                  <a:lnTo>
                    <a:pt x="6679" y="409"/>
                  </a:lnTo>
                  <a:cubicBezTo>
                    <a:pt x="7834" y="448"/>
                    <a:pt x="8950" y="857"/>
                    <a:pt x="9854" y="1578"/>
                  </a:cubicBezTo>
                  <a:cubicBezTo>
                    <a:pt x="9892" y="1610"/>
                    <a:pt x="9937" y="1625"/>
                    <a:pt x="9983" y="1625"/>
                  </a:cubicBezTo>
                  <a:cubicBezTo>
                    <a:pt x="10043" y="1625"/>
                    <a:pt x="10102" y="1599"/>
                    <a:pt x="10143" y="1550"/>
                  </a:cubicBezTo>
                  <a:cubicBezTo>
                    <a:pt x="10211" y="1458"/>
                    <a:pt x="10196" y="1333"/>
                    <a:pt x="10110" y="1261"/>
                  </a:cubicBezTo>
                  <a:cubicBezTo>
                    <a:pt x="9042" y="420"/>
                    <a:pt x="7757" y="0"/>
                    <a:pt x="6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1" name="Google Shape;12101;p81"/>
          <p:cNvGrpSpPr/>
          <p:nvPr/>
        </p:nvGrpSpPr>
        <p:grpSpPr>
          <a:xfrm>
            <a:off x="6678877" y="3404962"/>
            <a:ext cx="304029" cy="322572"/>
            <a:chOff x="6678877" y="3404962"/>
            <a:chExt cx="304029" cy="322572"/>
          </a:xfrm>
        </p:grpSpPr>
        <p:sp>
          <p:nvSpPr>
            <p:cNvPr id="12102" name="Google Shape;12102;p81"/>
            <p:cNvSpPr/>
            <p:nvPr/>
          </p:nvSpPr>
          <p:spPr>
            <a:xfrm>
              <a:off x="6704738" y="3409656"/>
              <a:ext cx="262642" cy="262668"/>
            </a:xfrm>
            <a:custGeom>
              <a:rect b="b" l="l" r="r" t="t"/>
              <a:pathLst>
                <a:path extrusionOk="0" h="10015" w="10014">
                  <a:moveTo>
                    <a:pt x="5009" y="1"/>
                  </a:moveTo>
                  <a:cubicBezTo>
                    <a:pt x="2243" y="1"/>
                    <a:pt x="0" y="2238"/>
                    <a:pt x="0" y="5005"/>
                  </a:cubicBezTo>
                  <a:cubicBezTo>
                    <a:pt x="0" y="7772"/>
                    <a:pt x="2243" y="10014"/>
                    <a:pt x="5009" y="10014"/>
                  </a:cubicBezTo>
                  <a:cubicBezTo>
                    <a:pt x="7771" y="10014"/>
                    <a:pt x="10014" y="7772"/>
                    <a:pt x="10014" y="5005"/>
                  </a:cubicBezTo>
                  <a:cubicBezTo>
                    <a:pt x="10014" y="2238"/>
                    <a:pt x="7771" y="1"/>
                    <a:pt x="500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1"/>
            <p:cNvSpPr/>
            <p:nvPr/>
          </p:nvSpPr>
          <p:spPr>
            <a:xfrm>
              <a:off x="6678877" y="3412331"/>
              <a:ext cx="249764" cy="259993"/>
            </a:xfrm>
            <a:custGeom>
              <a:rect b="b" l="l" r="r" t="t"/>
              <a:pathLst>
                <a:path extrusionOk="0" h="9913" w="9523">
                  <a:moveTo>
                    <a:pt x="4975" y="0"/>
                  </a:moveTo>
                  <a:cubicBezTo>
                    <a:pt x="1699" y="683"/>
                    <a:pt x="0" y="4331"/>
                    <a:pt x="1583" y="7275"/>
                  </a:cubicBezTo>
                  <a:cubicBezTo>
                    <a:pt x="2509" y="8995"/>
                    <a:pt x="4245" y="9913"/>
                    <a:pt x="6003" y="9913"/>
                  </a:cubicBezTo>
                  <a:cubicBezTo>
                    <a:pt x="7261" y="9913"/>
                    <a:pt x="8531" y="9443"/>
                    <a:pt x="9522" y="8459"/>
                  </a:cubicBezTo>
                  <a:lnTo>
                    <a:pt x="9522" y="8459"/>
                  </a:lnTo>
                  <a:cubicBezTo>
                    <a:pt x="9186" y="8526"/>
                    <a:pt x="8839" y="8565"/>
                    <a:pt x="8498" y="8565"/>
                  </a:cubicBezTo>
                  <a:cubicBezTo>
                    <a:pt x="6467" y="8560"/>
                    <a:pt x="4643" y="7338"/>
                    <a:pt x="3869" y="5461"/>
                  </a:cubicBezTo>
                  <a:cubicBezTo>
                    <a:pt x="3099" y="3585"/>
                    <a:pt x="3532" y="1429"/>
                    <a:pt x="4975"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1"/>
            <p:cNvSpPr/>
            <p:nvPr/>
          </p:nvSpPr>
          <p:spPr>
            <a:xfrm>
              <a:off x="6805687" y="3611713"/>
              <a:ext cx="60743" cy="111073"/>
            </a:xfrm>
            <a:custGeom>
              <a:rect b="b" l="l" r="r" t="t"/>
              <a:pathLst>
                <a:path extrusionOk="0" h="4235" w="2316">
                  <a:moveTo>
                    <a:pt x="776" y="1"/>
                  </a:moveTo>
                  <a:lnTo>
                    <a:pt x="776" y="458"/>
                  </a:lnTo>
                  <a:cubicBezTo>
                    <a:pt x="771" y="530"/>
                    <a:pt x="732" y="597"/>
                    <a:pt x="665" y="631"/>
                  </a:cubicBezTo>
                  <a:lnTo>
                    <a:pt x="217" y="857"/>
                  </a:lnTo>
                  <a:cubicBezTo>
                    <a:pt x="83" y="920"/>
                    <a:pt x="1" y="1054"/>
                    <a:pt x="1" y="1199"/>
                  </a:cubicBezTo>
                  <a:lnTo>
                    <a:pt x="1" y="2907"/>
                  </a:lnTo>
                  <a:cubicBezTo>
                    <a:pt x="1" y="3018"/>
                    <a:pt x="35" y="3128"/>
                    <a:pt x="102" y="3224"/>
                  </a:cubicBezTo>
                  <a:lnTo>
                    <a:pt x="290" y="3513"/>
                  </a:lnTo>
                  <a:cubicBezTo>
                    <a:pt x="352" y="3605"/>
                    <a:pt x="386" y="3720"/>
                    <a:pt x="386" y="3831"/>
                  </a:cubicBezTo>
                  <a:lnTo>
                    <a:pt x="386" y="4235"/>
                  </a:lnTo>
                  <a:lnTo>
                    <a:pt x="1930" y="4235"/>
                  </a:lnTo>
                  <a:lnTo>
                    <a:pt x="1930" y="3831"/>
                  </a:lnTo>
                  <a:cubicBezTo>
                    <a:pt x="1926" y="3720"/>
                    <a:pt x="1959" y="3605"/>
                    <a:pt x="2027" y="3513"/>
                  </a:cubicBezTo>
                  <a:lnTo>
                    <a:pt x="2214" y="3224"/>
                  </a:lnTo>
                  <a:cubicBezTo>
                    <a:pt x="2282" y="3128"/>
                    <a:pt x="2315" y="3018"/>
                    <a:pt x="2315" y="2907"/>
                  </a:cubicBezTo>
                  <a:lnTo>
                    <a:pt x="2315" y="1199"/>
                  </a:lnTo>
                  <a:cubicBezTo>
                    <a:pt x="2315" y="1054"/>
                    <a:pt x="2234" y="920"/>
                    <a:pt x="2104" y="857"/>
                  </a:cubicBezTo>
                  <a:lnTo>
                    <a:pt x="1651" y="631"/>
                  </a:lnTo>
                  <a:cubicBezTo>
                    <a:pt x="1584" y="597"/>
                    <a:pt x="1545" y="530"/>
                    <a:pt x="1545" y="458"/>
                  </a:cubicBezTo>
                  <a:lnTo>
                    <a:pt x="154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1"/>
            <p:cNvSpPr/>
            <p:nvPr/>
          </p:nvSpPr>
          <p:spPr>
            <a:xfrm>
              <a:off x="6805687" y="3637206"/>
              <a:ext cx="15317" cy="75483"/>
            </a:xfrm>
            <a:custGeom>
              <a:rect b="b" l="l" r="r" t="t"/>
              <a:pathLst>
                <a:path extrusionOk="0" h="2878" w="584">
                  <a:moveTo>
                    <a:pt x="83" y="1"/>
                  </a:moveTo>
                  <a:cubicBezTo>
                    <a:pt x="30" y="63"/>
                    <a:pt x="6" y="145"/>
                    <a:pt x="6" y="227"/>
                  </a:cubicBezTo>
                  <a:lnTo>
                    <a:pt x="6" y="1930"/>
                  </a:lnTo>
                  <a:cubicBezTo>
                    <a:pt x="1" y="2046"/>
                    <a:pt x="35" y="2156"/>
                    <a:pt x="102" y="2252"/>
                  </a:cubicBezTo>
                  <a:lnTo>
                    <a:pt x="290" y="2541"/>
                  </a:lnTo>
                  <a:cubicBezTo>
                    <a:pt x="357" y="2633"/>
                    <a:pt x="391" y="2748"/>
                    <a:pt x="391" y="2859"/>
                  </a:cubicBezTo>
                  <a:lnTo>
                    <a:pt x="391" y="2878"/>
                  </a:lnTo>
                  <a:lnTo>
                    <a:pt x="583" y="2878"/>
                  </a:lnTo>
                  <a:lnTo>
                    <a:pt x="583" y="568"/>
                  </a:lnTo>
                  <a:cubicBezTo>
                    <a:pt x="583" y="443"/>
                    <a:pt x="525" y="333"/>
                    <a:pt x="429" y="260"/>
                  </a:cubicBezTo>
                  <a:lnTo>
                    <a:pt x="8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1"/>
            <p:cNvSpPr/>
            <p:nvPr/>
          </p:nvSpPr>
          <p:spPr>
            <a:xfrm>
              <a:off x="6851245" y="3637206"/>
              <a:ext cx="15186" cy="75483"/>
            </a:xfrm>
            <a:custGeom>
              <a:rect b="b" l="l" r="r" t="t"/>
              <a:pathLst>
                <a:path extrusionOk="0" h="2878" w="579">
                  <a:moveTo>
                    <a:pt x="497" y="1"/>
                  </a:moveTo>
                  <a:lnTo>
                    <a:pt x="155" y="260"/>
                  </a:lnTo>
                  <a:cubicBezTo>
                    <a:pt x="59" y="333"/>
                    <a:pt x="1" y="443"/>
                    <a:pt x="1" y="568"/>
                  </a:cubicBezTo>
                  <a:lnTo>
                    <a:pt x="1" y="2878"/>
                  </a:lnTo>
                  <a:lnTo>
                    <a:pt x="193" y="2878"/>
                  </a:lnTo>
                  <a:lnTo>
                    <a:pt x="193" y="2859"/>
                  </a:lnTo>
                  <a:cubicBezTo>
                    <a:pt x="193" y="2748"/>
                    <a:pt x="227" y="2633"/>
                    <a:pt x="290" y="2541"/>
                  </a:cubicBezTo>
                  <a:lnTo>
                    <a:pt x="482" y="2252"/>
                  </a:lnTo>
                  <a:cubicBezTo>
                    <a:pt x="545" y="2156"/>
                    <a:pt x="578" y="2046"/>
                    <a:pt x="578" y="1930"/>
                  </a:cubicBezTo>
                  <a:lnTo>
                    <a:pt x="578" y="227"/>
                  </a:lnTo>
                  <a:cubicBezTo>
                    <a:pt x="578" y="145"/>
                    <a:pt x="549" y="63"/>
                    <a:pt x="497"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1"/>
            <p:cNvSpPr/>
            <p:nvPr/>
          </p:nvSpPr>
          <p:spPr>
            <a:xfrm>
              <a:off x="6815785" y="3707627"/>
              <a:ext cx="40548" cy="15159"/>
            </a:xfrm>
            <a:custGeom>
              <a:rect b="b" l="l" r="r" t="t"/>
              <a:pathLst>
                <a:path extrusionOk="0" h="578" w="1546">
                  <a:moveTo>
                    <a:pt x="1" y="0"/>
                  </a:moveTo>
                  <a:lnTo>
                    <a:pt x="1" y="578"/>
                  </a:lnTo>
                  <a:lnTo>
                    <a:pt x="1545" y="578"/>
                  </a:lnTo>
                  <a:lnTo>
                    <a:pt x="1545"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1"/>
            <p:cNvSpPr/>
            <p:nvPr/>
          </p:nvSpPr>
          <p:spPr>
            <a:xfrm>
              <a:off x="6833593" y="3636944"/>
              <a:ext cx="5062" cy="70709"/>
            </a:xfrm>
            <a:custGeom>
              <a:rect b="b" l="l" r="r" t="t"/>
              <a:pathLst>
                <a:path extrusionOk="0" h="2696" w="193">
                  <a:moveTo>
                    <a:pt x="0" y="1"/>
                  </a:moveTo>
                  <a:lnTo>
                    <a:pt x="0" y="2695"/>
                  </a:lnTo>
                  <a:lnTo>
                    <a:pt x="193" y="2695"/>
                  </a:lnTo>
                  <a:lnTo>
                    <a:pt x="19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1"/>
            <p:cNvSpPr/>
            <p:nvPr/>
          </p:nvSpPr>
          <p:spPr>
            <a:xfrm>
              <a:off x="6826014" y="3611713"/>
              <a:ext cx="20221" cy="25257"/>
            </a:xfrm>
            <a:custGeom>
              <a:rect b="b" l="l" r="r" t="t"/>
              <a:pathLst>
                <a:path extrusionOk="0" h="963" w="771">
                  <a:moveTo>
                    <a:pt x="1" y="1"/>
                  </a:moveTo>
                  <a:lnTo>
                    <a:pt x="1" y="578"/>
                  </a:lnTo>
                  <a:cubicBezTo>
                    <a:pt x="1" y="790"/>
                    <a:pt x="174"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1"/>
            <p:cNvSpPr/>
            <p:nvPr/>
          </p:nvSpPr>
          <p:spPr>
            <a:xfrm>
              <a:off x="6815916" y="3571191"/>
              <a:ext cx="40417" cy="45610"/>
            </a:xfrm>
            <a:custGeom>
              <a:rect b="b" l="l" r="r" t="t"/>
              <a:pathLst>
                <a:path extrusionOk="0" h="1739" w="1541">
                  <a:moveTo>
                    <a:pt x="578" y="1"/>
                  </a:moveTo>
                  <a:cubicBezTo>
                    <a:pt x="260" y="1"/>
                    <a:pt x="1" y="261"/>
                    <a:pt x="1" y="578"/>
                  </a:cubicBezTo>
                  <a:lnTo>
                    <a:pt x="1" y="963"/>
                  </a:lnTo>
                  <a:cubicBezTo>
                    <a:pt x="1" y="1392"/>
                    <a:pt x="347" y="1738"/>
                    <a:pt x="770" y="1738"/>
                  </a:cubicBezTo>
                  <a:cubicBezTo>
                    <a:pt x="1194" y="1733"/>
                    <a:pt x="1540" y="1392"/>
                    <a:pt x="1540" y="963"/>
                  </a:cubicBezTo>
                  <a:lnTo>
                    <a:pt x="1540" y="578"/>
                  </a:lnTo>
                  <a:cubicBezTo>
                    <a:pt x="1540" y="261"/>
                    <a:pt x="1281"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1"/>
            <p:cNvSpPr/>
            <p:nvPr/>
          </p:nvSpPr>
          <p:spPr>
            <a:xfrm>
              <a:off x="6815811" y="3571191"/>
              <a:ext cx="27906" cy="45583"/>
            </a:xfrm>
            <a:custGeom>
              <a:rect b="b" l="l" r="r" t="t"/>
              <a:pathLst>
                <a:path extrusionOk="0" h="1738" w="1064">
                  <a:moveTo>
                    <a:pt x="582" y="1"/>
                  </a:moveTo>
                  <a:cubicBezTo>
                    <a:pt x="260" y="1"/>
                    <a:pt x="5" y="261"/>
                    <a:pt x="5" y="578"/>
                  </a:cubicBezTo>
                  <a:lnTo>
                    <a:pt x="5" y="963"/>
                  </a:lnTo>
                  <a:cubicBezTo>
                    <a:pt x="1" y="1407"/>
                    <a:pt x="363" y="1738"/>
                    <a:pt x="771" y="1738"/>
                  </a:cubicBezTo>
                  <a:cubicBezTo>
                    <a:pt x="867" y="1738"/>
                    <a:pt x="966" y="1720"/>
                    <a:pt x="1063" y="1680"/>
                  </a:cubicBezTo>
                  <a:cubicBezTo>
                    <a:pt x="770" y="1560"/>
                    <a:pt x="582" y="1281"/>
                    <a:pt x="582" y="963"/>
                  </a:cubicBezTo>
                  <a:lnTo>
                    <a:pt x="582" y="578"/>
                  </a:lnTo>
                  <a:cubicBezTo>
                    <a:pt x="582" y="299"/>
                    <a:pt x="784" y="59"/>
                    <a:pt x="1063" y="11"/>
                  </a:cubicBezTo>
                  <a:cubicBezTo>
                    <a:pt x="1030" y="6"/>
                    <a:pt x="996" y="1"/>
                    <a:pt x="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1"/>
            <p:cNvSpPr/>
            <p:nvPr/>
          </p:nvSpPr>
          <p:spPr>
            <a:xfrm>
              <a:off x="6815785" y="3571191"/>
              <a:ext cx="40548" cy="20221"/>
            </a:xfrm>
            <a:custGeom>
              <a:rect b="b" l="l" r="r" t="t"/>
              <a:pathLst>
                <a:path extrusionOk="0" h="771" w="1546">
                  <a:moveTo>
                    <a:pt x="583" y="1"/>
                  </a:moveTo>
                  <a:cubicBezTo>
                    <a:pt x="261" y="1"/>
                    <a:pt x="1" y="261"/>
                    <a:pt x="6" y="578"/>
                  </a:cubicBezTo>
                  <a:cubicBezTo>
                    <a:pt x="6" y="578"/>
                    <a:pt x="583" y="771"/>
                    <a:pt x="1545" y="771"/>
                  </a:cubicBezTo>
                  <a:lnTo>
                    <a:pt x="1545" y="578"/>
                  </a:lnTo>
                  <a:cubicBezTo>
                    <a:pt x="1545" y="261"/>
                    <a:pt x="1286" y="1"/>
                    <a:pt x="968"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1"/>
            <p:cNvSpPr/>
            <p:nvPr/>
          </p:nvSpPr>
          <p:spPr>
            <a:xfrm>
              <a:off x="6815916" y="3571191"/>
              <a:ext cx="27801" cy="18464"/>
            </a:xfrm>
            <a:custGeom>
              <a:rect b="b" l="l" r="r" t="t"/>
              <a:pathLst>
                <a:path extrusionOk="0" h="704" w="1060">
                  <a:moveTo>
                    <a:pt x="578" y="1"/>
                  </a:moveTo>
                  <a:cubicBezTo>
                    <a:pt x="256" y="1"/>
                    <a:pt x="1" y="261"/>
                    <a:pt x="1" y="578"/>
                  </a:cubicBezTo>
                  <a:cubicBezTo>
                    <a:pt x="188" y="636"/>
                    <a:pt x="381" y="679"/>
                    <a:pt x="578" y="703"/>
                  </a:cubicBezTo>
                  <a:lnTo>
                    <a:pt x="578" y="578"/>
                  </a:lnTo>
                  <a:cubicBezTo>
                    <a:pt x="578" y="299"/>
                    <a:pt x="780" y="59"/>
                    <a:pt x="1059" y="11"/>
                  </a:cubicBezTo>
                  <a:cubicBezTo>
                    <a:pt x="1026" y="6"/>
                    <a:pt x="992"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1"/>
            <p:cNvSpPr/>
            <p:nvPr/>
          </p:nvSpPr>
          <p:spPr>
            <a:xfrm>
              <a:off x="6886468" y="3611713"/>
              <a:ext cx="60717" cy="111073"/>
            </a:xfrm>
            <a:custGeom>
              <a:rect b="b" l="l" r="r" t="t"/>
              <a:pathLst>
                <a:path extrusionOk="0" h="4235" w="2315">
                  <a:moveTo>
                    <a:pt x="775" y="1"/>
                  </a:moveTo>
                  <a:lnTo>
                    <a:pt x="775" y="458"/>
                  </a:lnTo>
                  <a:cubicBezTo>
                    <a:pt x="775" y="530"/>
                    <a:pt x="732" y="597"/>
                    <a:pt x="669" y="631"/>
                  </a:cubicBezTo>
                  <a:lnTo>
                    <a:pt x="217" y="857"/>
                  </a:lnTo>
                  <a:cubicBezTo>
                    <a:pt x="87" y="920"/>
                    <a:pt x="0" y="1054"/>
                    <a:pt x="5" y="1203"/>
                  </a:cubicBezTo>
                  <a:lnTo>
                    <a:pt x="5" y="2907"/>
                  </a:lnTo>
                  <a:cubicBezTo>
                    <a:pt x="0" y="3022"/>
                    <a:pt x="34" y="3133"/>
                    <a:pt x="101" y="3229"/>
                  </a:cubicBezTo>
                  <a:lnTo>
                    <a:pt x="289" y="3513"/>
                  </a:lnTo>
                  <a:cubicBezTo>
                    <a:pt x="356" y="3609"/>
                    <a:pt x="390" y="3720"/>
                    <a:pt x="390" y="3835"/>
                  </a:cubicBezTo>
                  <a:lnTo>
                    <a:pt x="390" y="4235"/>
                  </a:lnTo>
                  <a:lnTo>
                    <a:pt x="1930" y="4235"/>
                  </a:lnTo>
                  <a:lnTo>
                    <a:pt x="1930" y="3835"/>
                  </a:lnTo>
                  <a:cubicBezTo>
                    <a:pt x="1930" y="3720"/>
                    <a:pt x="1964" y="3609"/>
                    <a:pt x="2026" y="3513"/>
                  </a:cubicBezTo>
                  <a:lnTo>
                    <a:pt x="2219" y="3229"/>
                  </a:lnTo>
                  <a:cubicBezTo>
                    <a:pt x="2281" y="3133"/>
                    <a:pt x="2315" y="3022"/>
                    <a:pt x="2315" y="2907"/>
                  </a:cubicBezTo>
                  <a:lnTo>
                    <a:pt x="2315" y="1203"/>
                  </a:lnTo>
                  <a:cubicBezTo>
                    <a:pt x="2315" y="1054"/>
                    <a:pt x="2233" y="920"/>
                    <a:pt x="2103" y="857"/>
                  </a:cubicBezTo>
                  <a:lnTo>
                    <a:pt x="1651" y="631"/>
                  </a:lnTo>
                  <a:cubicBezTo>
                    <a:pt x="1583" y="597"/>
                    <a:pt x="1545" y="530"/>
                    <a:pt x="1545" y="458"/>
                  </a:cubicBezTo>
                  <a:lnTo>
                    <a:pt x="154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1"/>
            <p:cNvSpPr/>
            <p:nvPr/>
          </p:nvSpPr>
          <p:spPr>
            <a:xfrm>
              <a:off x="6886468" y="3637206"/>
              <a:ext cx="15291" cy="75483"/>
            </a:xfrm>
            <a:custGeom>
              <a:rect b="b" l="l" r="r" t="t"/>
              <a:pathLst>
                <a:path extrusionOk="0" h="2878" w="583">
                  <a:moveTo>
                    <a:pt x="82" y="1"/>
                  </a:moveTo>
                  <a:cubicBezTo>
                    <a:pt x="29" y="68"/>
                    <a:pt x="5" y="145"/>
                    <a:pt x="5" y="227"/>
                  </a:cubicBezTo>
                  <a:lnTo>
                    <a:pt x="5" y="1935"/>
                  </a:lnTo>
                  <a:cubicBezTo>
                    <a:pt x="0" y="2046"/>
                    <a:pt x="34" y="2161"/>
                    <a:pt x="101" y="2252"/>
                  </a:cubicBezTo>
                  <a:lnTo>
                    <a:pt x="294" y="2541"/>
                  </a:lnTo>
                  <a:cubicBezTo>
                    <a:pt x="356" y="2633"/>
                    <a:pt x="390" y="2748"/>
                    <a:pt x="390" y="2859"/>
                  </a:cubicBezTo>
                  <a:lnTo>
                    <a:pt x="390" y="2878"/>
                  </a:lnTo>
                  <a:lnTo>
                    <a:pt x="583" y="2878"/>
                  </a:lnTo>
                  <a:lnTo>
                    <a:pt x="583" y="568"/>
                  </a:lnTo>
                  <a:cubicBezTo>
                    <a:pt x="583" y="448"/>
                    <a:pt x="525" y="333"/>
                    <a:pt x="429" y="260"/>
                  </a:cubicBezTo>
                  <a:lnTo>
                    <a:pt x="8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1"/>
            <p:cNvSpPr/>
            <p:nvPr/>
          </p:nvSpPr>
          <p:spPr>
            <a:xfrm>
              <a:off x="6932025" y="3637206"/>
              <a:ext cx="15159" cy="75483"/>
            </a:xfrm>
            <a:custGeom>
              <a:rect b="b" l="l" r="r" t="t"/>
              <a:pathLst>
                <a:path extrusionOk="0" h="2878" w="578">
                  <a:moveTo>
                    <a:pt x="501" y="1"/>
                  </a:moveTo>
                  <a:lnTo>
                    <a:pt x="154" y="260"/>
                  </a:lnTo>
                  <a:cubicBezTo>
                    <a:pt x="58" y="333"/>
                    <a:pt x="0" y="443"/>
                    <a:pt x="0" y="568"/>
                  </a:cubicBezTo>
                  <a:lnTo>
                    <a:pt x="0" y="2878"/>
                  </a:lnTo>
                  <a:lnTo>
                    <a:pt x="193" y="2878"/>
                  </a:lnTo>
                  <a:lnTo>
                    <a:pt x="193" y="2859"/>
                  </a:lnTo>
                  <a:cubicBezTo>
                    <a:pt x="193" y="2748"/>
                    <a:pt x="227" y="2633"/>
                    <a:pt x="289"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1"/>
            <p:cNvSpPr/>
            <p:nvPr/>
          </p:nvSpPr>
          <p:spPr>
            <a:xfrm>
              <a:off x="6896697" y="3707627"/>
              <a:ext cx="40390" cy="15159"/>
            </a:xfrm>
            <a:custGeom>
              <a:rect b="b" l="l" r="r" t="t"/>
              <a:pathLst>
                <a:path extrusionOk="0" h="578" w="1540">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1"/>
            <p:cNvSpPr/>
            <p:nvPr/>
          </p:nvSpPr>
          <p:spPr>
            <a:xfrm>
              <a:off x="6914348"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1"/>
            <p:cNvSpPr/>
            <p:nvPr/>
          </p:nvSpPr>
          <p:spPr>
            <a:xfrm>
              <a:off x="6906794" y="3611713"/>
              <a:ext cx="20195" cy="25257"/>
            </a:xfrm>
            <a:custGeom>
              <a:rect b="b" l="l" r="r" t="t"/>
              <a:pathLst>
                <a:path extrusionOk="0" h="963" w="770">
                  <a:moveTo>
                    <a:pt x="0" y="1"/>
                  </a:moveTo>
                  <a:lnTo>
                    <a:pt x="0" y="578"/>
                  </a:lnTo>
                  <a:cubicBezTo>
                    <a:pt x="0" y="790"/>
                    <a:pt x="173" y="963"/>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1"/>
            <p:cNvSpPr/>
            <p:nvPr/>
          </p:nvSpPr>
          <p:spPr>
            <a:xfrm>
              <a:off x="6896697" y="3571191"/>
              <a:ext cx="40390" cy="45610"/>
            </a:xfrm>
            <a:custGeom>
              <a:rect b="b" l="l" r="r" t="t"/>
              <a:pathLst>
                <a:path extrusionOk="0" h="1739" w="1540">
                  <a:moveTo>
                    <a:pt x="578" y="1"/>
                  </a:moveTo>
                  <a:cubicBezTo>
                    <a:pt x="255" y="1"/>
                    <a:pt x="0" y="261"/>
                    <a:pt x="0" y="578"/>
                  </a:cubicBezTo>
                  <a:lnTo>
                    <a:pt x="0" y="963"/>
                  </a:lnTo>
                  <a:cubicBezTo>
                    <a:pt x="0" y="1392"/>
                    <a:pt x="342" y="1738"/>
                    <a:pt x="770" y="1738"/>
                  </a:cubicBezTo>
                  <a:cubicBezTo>
                    <a:pt x="1193" y="1733"/>
                    <a:pt x="1540" y="1392"/>
                    <a:pt x="1540" y="963"/>
                  </a:cubicBezTo>
                  <a:lnTo>
                    <a:pt x="1540" y="578"/>
                  </a:lnTo>
                  <a:cubicBezTo>
                    <a:pt x="1540" y="261"/>
                    <a:pt x="1280" y="1"/>
                    <a:pt x="9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1"/>
            <p:cNvSpPr/>
            <p:nvPr/>
          </p:nvSpPr>
          <p:spPr>
            <a:xfrm>
              <a:off x="6896697"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0" y="59"/>
                    <a:pt x="1059" y="11"/>
                  </a:cubicBezTo>
                  <a:cubicBezTo>
                    <a:pt x="1025" y="6"/>
                    <a:pt x="996" y="1"/>
                    <a:pt x="96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1"/>
            <p:cNvSpPr/>
            <p:nvPr/>
          </p:nvSpPr>
          <p:spPr>
            <a:xfrm>
              <a:off x="6896697" y="3571191"/>
              <a:ext cx="40390" cy="20221"/>
            </a:xfrm>
            <a:custGeom>
              <a:rect b="b" l="l" r="r" t="t"/>
              <a:pathLst>
                <a:path extrusionOk="0" h="771" w="1540">
                  <a:moveTo>
                    <a:pt x="578" y="1"/>
                  </a:moveTo>
                  <a:cubicBezTo>
                    <a:pt x="260" y="1"/>
                    <a:pt x="0" y="261"/>
                    <a:pt x="0" y="578"/>
                  </a:cubicBezTo>
                  <a:cubicBezTo>
                    <a:pt x="0" y="578"/>
                    <a:pt x="578" y="771"/>
                    <a:pt x="1540" y="771"/>
                  </a:cubicBezTo>
                  <a:lnTo>
                    <a:pt x="1540" y="578"/>
                  </a:lnTo>
                  <a:cubicBezTo>
                    <a:pt x="1540" y="261"/>
                    <a:pt x="1280" y="1"/>
                    <a:pt x="96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1"/>
            <p:cNvSpPr/>
            <p:nvPr/>
          </p:nvSpPr>
          <p:spPr>
            <a:xfrm>
              <a:off x="6896697" y="3571191"/>
              <a:ext cx="27775" cy="18464"/>
            </a:xfrm>
            <a:custGeom>
              <a:rect b="b" l="l" r="r" t="t"/>
              <a:pathLst>
                <a:path extrusionOk="0" h="704" w="1059">
                  <a:moveTo>
                    <a:pt x="578" y="1"/>
                  </a:moveTo>
                  <a:cubicBezTo>
                    <a:pt x="260" y="1"/>
                    <a:pt x="0" y="261"/>
                    <a:pt x="0" y="578"/>
                  </a:cubicBezTo>
                  <a:cubicBezTo>
                    <a:pt x="188" y="636"/>
                    <a:pt x="380" y="679"/>
                    <a:pt x="578" y="703"/>
                  </a:cubicBezTo>
                  <a:lnTo>
                    <a:pt x="578" y="578"/>
                  </a:lnTo>
                  <a:cubicBezTo>
                    <a:pt x="578" y="299"/>
                    <a:pt x="780" y="59"/>
                    <a:pt x="1059" y="11"/>
                  </a:cubicBezTo>
                  <a:cubicBezTo>
                    <a:pt x="1025" y="6"/>
                    <a:pt x="996" y="1"/>
                    <a:pt x="96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1"/>
            <p:cNvSpPr/>
            <p:nvPr/>
          </p:nvSpPr>
          <p:spPr>
            <a:xfrm>
              <a:off x="6724933" y="3611713"/>
              <a:ext cx="60586" cy="111073"/>
            </a:xfrm>
            <a:custGeom>
              <a:rect b="b" l="l" r="r" t="t"/>
              <a:pathLst>
                <a:path extrusionOk="0" h="4235" w="2310">
                  <a:moveTo>
                    <a:pt x="770" y="1"/>
                  </a:moveTo>
                  <a:lnTo>
                    <a:pt x="770" y="458"/>
                  </a:lnTo>
                  <a:cubicBezTo>
                    <a:pt x="770" y="530"/>
                    <a:pt x="732" y="597"/>
                    <a:pt x="664" y="631"/>
                  </a:cubicBezTo>
                  <a:lnTo>
                    <a:pt x="212" y="857"/>
                  </a:lnTo>
                  <a:cubicBezTo>
                    <a:pt x="82" y="920"/>
                    <a:pt x="0" y="1054"/>
                    <a:pt x="0" y="1199"/>
                  </a:cubicBezTo>
                  <a:lnTo>
                    <a:pt x="0" y="2907"/>
                  </a:lnTo>
                  <a:cubicBezTo>
                    <a:pt x="0" y="3018"/>
                    <a:pt x="34" y="3128"/>
                    <a:pt x="97" y="3224"/>
                  </a:cubicBezTo>
                  <a:lnTo>
                    <a:pt x="289" y="3513"/>
                  </a:lnTo>
                  <a:cubicBezTo>
                    <a:pt x="352" y="3605"/>
                    <a:pt x="385" y="3720"/>
                    <a:pt x="385" y="3831"/>
                  </a:cubicBezTo>
                  <a:lnTo>
                    <a:pt x="385" y="4235"/>
                  </a:lnTo>
                  <a:lnTo>
                    <a:pt x="1925" y="4235"/>
                  </a:lnTo>
                  <a:lnTo>
                    <a:pt x="1925" y="3831"/>
                  </a:lnTo>
                  <a:cubicBezTo>
                    <a:pt x="1925" y="3720"/>
                    <a:pt x="1959" y="3605"/>
                    <a:pt x="2021" y="3513"/>
                  </a:cubicBezTo>
                  <a:lnTo>
                    <a:pt x="2214" y="3224"/>
                  </a:lnTo>
                  <a:cubicBezTo>
                    <a:pt x="2276" y="3128"/>
                    <a:pt x="2310" y="3018"/>
                    <a:pt x="2310" y="2907"/>
                  </a:cubicBezTo>
                  <a:lnTo>
                    <a:pt x="2310" y="1199"/>
                  </a:lnTo>
                  <a:cubicBezTo>
                    <a:pt x="2310" y="1054"/>
                    <a:pt x="2228" y="920"/>
                    <a:pt x="2098" y="857"/>
                  </a:cubicBezTo>
                  <a:lnTo>
                    <a:pt x="1646" y="631"/>
                  </a:lnTo>
                  <a:cubicBezTo>
                    <a:pt x="1583" y="597"/>
                    <a:pt x="1540" y="530"/>
                    <a:pt x="1540" y="458"/>
                  </a:cubicBezTo>
                  <a:lnTo>
                    <a:pt x="1540"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1"/>
            <p:cNvSpPr/>
            <p:nvPr/>
          </p:nvSpPr>
          <p:spPr>
            <a:xfrm>
              <a:off x="6724933" y="3637206"/>
              <a:ext cx="15159" cy="75483"/>
            </a:xfrm>
            <a:custGeom>
              <a:rect b="b" l="l" r="r" t="t"/>
              <a:pathLst>
                <a:path extrusionOk="0" h="2878" w="578">
                  <a:moveTo>
                    <a:pt x="77" y="1"/>
                  </a:moveTo>
                  <a:cubicBezTo>
                    <a:pt x="29" y="63"/>
                    <a:pt x="0" y="145"/>
                    <a:pt x="0" y="227"/>
                  </a:cubicBezTo>
                  <a:lnTo>
                    <a:pt x="0" y="1930"/>
                  </a:lnTo>
                  <a:cubicBezTo>
                    <a:pt x="0" y="2046"/>
                    <a:pt x="34" y="2156"/>
                    <a:pt x="97" y="2252"/>
                  </a:cubicBezTo>
                  <a:lnTo>
                    <a:pt x="289" y="2541"/>
                  </a:lnTo>
                  <a:cubicBezTo>
                    <a:pt x="352" y="2633"/>
                    <a:pt x="385" y="2748"/>
                    <a:pt x="385" y="2859"/>
                  </a:cubicBezTo>
                  <a:lnTo>
                    <a:pt x="385" y="2878"/>
                  </a:lnTo>
                  <a:lnTo>
                    <a:pt x="578" y="2878"/>
                  </a:lnTo>
                  <a:lnTo>
                    <a:pt x="578" y="568"/>
                  </a:lnTo>
                  <a:cubicBezTo>
                    <a:pt x="578" y="443"/>
                    <a:pt x="520" y="333"/>
                    <a:pt x="424" y="260"/>
                  </a:cubicBezTo>
                  <a:lnTo>
                    <a:pt x="7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1"/>
            <p:cNvSpPr/>
            <p:nvPr/>
          </p:nvSpPr>
          <p:spPr>
            <a:xfrm>
              <a:off x="6770359" y="3637206"/>
              <a:ext cx="15159" cy="75483"/>
            </a:xfrm>
            <a:custGeom>
              <a:rect b="b" l="l" r="r" t="t"/>
              <a:pathLst>
                <a:path extrusionOk="0" h="2878" w="578">
                  <a:moveTo>
                    <a:pt x="501" y="1"/>
                  </a:moveTo>
                  <a:lnTo>
                    <a:pt x="155" y="260"/>
                  </a:lnTo>
                  <a:cubicBezTo>
                    <a:pt x="58" y="333"/>
                    <a:pt x="1" y="443"/>
                    <a:pt x="1" y="568"/>
                  </a:cubicBezTo>
                  <a:lnTo>
                    <a:pt x="1" y="2878"/>
                  </a:lnTo>
                  <a:lnTo>
                    <a:pt x="193" y="2878"/>
                  </a:lnTo>
                  <a:lnTo>
                    <a:pt x="193" y="2859"/>
                  </a:lnTo>
                  <a:cubicBezTo>
                    <a:pt x="193" y="2748"/>
                    <a:pt x="227" y="2633"/>
                    <a:pt x="294"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1"/>
            <p:cNvSpPr/>
            <p:nvPr/>
          </p:nvSpPr>
          <p:spPr>
            <a:xfrm>
              <a:off x="6735031" y="3707627"/>
              <a:ext cx="40417" cy="15159"/>
            </a:xfrm>
            <a:custGeom>
              <a:rect b="b" l="l" r="r" t="t"/>
              <a:pathLst>
                <a:path extrusionOk="0" h="578" w="1541">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1"/>
            <p:cNvSpPr/>
            <p:nvPr/>
          </p:nvSpPr>
          <p:spPr>
            <a:xfrm>
              <a:off x="6752682"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1"/>
            <p:cNvSpPr/>
            <p:nvPr/>
          </p:nvSpPr>
          <p:spPr>
            <a:xfrm>
              <a:off x="6745128" y="3611713"/>
              <a:ext cx="20221" cy="25257"/>
            </a:xfrm>
            <a:custGeom>
              <a:rect b="b" l="l" r="r" t="t"/>
              <a:pathLst>
                <a:path extrusionOk="0" h="963" w="771">
                  <a:moveTo>
                    <a:pt x="0" y="1"/>
                  </a:moveTo>
                  <a:lnTo>
                    <a:pt x="0" y="578"/>
                  </a:lnTo>
                  <a:cubicBezTo>
                    <a:pt x="0" y="790"/>
                    <a:pt x="173"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1"/>
            <p:cNvSpPr/>
            <p:nvPr/>
          </p:nvSpPr>
          <p:spPr>
            <a:xfrm>
              <a:off x="6735031" y="3571191"/>
              <a:ext cx="40417" cy="45610"/>
            </a:xfrm>
            <a:custGeom>
              <a:rect b="b" l="l" r="r" t="t"/>
              <a:pathLst>
                <a:path extrusionOk="0" h="1739" w="1541">
                  <a:moveTo>
                    <a:pt x="578" y="1"/>
                  </a:moveTo>
                  <a:cubicBezTo>
                    <a:pt x="260" y="1"/>
                    <a:pt x="0" y="261"/>
                    <a:pt x="0" y="578"/>
                  </a:cubicBezTo>
                  <a:lnTo>
                    <a:pt x="0" y="963"/>
                  </a:lnTo>
                  <a:cubicBezTo>
                    <a:pt x="0" y="1392"/>
                    <a:pt x="347" y="1733"/>
                    <a:pt x="770" y="1738"/>
                  </a:cubicBezTo>
                  <a:cubicBezTo>
                    <a:pt x="1198" y="1733"/>
                    <a:pt x="1540" y="1392"/>
                    <a:pt x="1540" y="963"/>
                  </a:cubicBezTo>
                  <a:lnTo>
                    <a:pt x="1540" y="578"/>
                  </a:lnTo>
                  <a:cubicBezTo>
                    <a:pt x="1540" y="261"/>
                    <a:pt x="1280"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1"/>
            <p:cNvSpPr/>
            <p:nvPr/>
          </p:nvSpPr>
          <p:spPr>
            <a:xfrm>
              <a:off x="6735031"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5" y="59"/>
                    <a:pt x="1059" y="11"/>
                  </a:cubicBezTo>
                  <a:cubicBezTo>
                    <a:pt x="1030" y="6"/>
                    <a:pt x="996" y="1"/>
                    <a:pt x="96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1"/>
            <p:cNvSpPr/>
            <p:nvPr/>
          </p:nvSpPr>
          <p:spPr>
            <a:xfrm>
              <a:off x="6735031" y="3571191"/>
              <a:ext cx="40417" cy="20221"/>
            </a:xfrm>
            <a:custGeom>
              <a:rect b="b" l="l" r="r" t="t"/>
              <a:pathLst>
                <a:path extrusionOk="0" h="771" w="1541">
                  <a:moveTo>
                    <a:pt x="578" y="1"/>
                  </a:moveTo>
                  <a:cubicBezTo>
                    <a:pt x="260" y="1"/>
                    <a:pt x="0" y="261"/>
                    <a:pt x="0" y="578"/>
                  </a:cubicBezTo>
                  <a:cubicBezTo>
                    <a:pt x="0" y="578"/>
                    <a:pt x="578" y="771"/>
                    <a:pt x="1540" y="771"/>
                  </a:cubicBezTo>
                  <a:lnTo>
                    <a:pt x="1540" y="578"/>
                  </a:lnTo>
                  <a:cubicBezTo>
                    <a:pt x="1540" y="261"/>
                    <a:pt x="1285" y="1"/>
                    <a:pt x="96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1"/>
            <p:cNvSpPr/>
            <p:nvPr/>
          </p:nvSpPr>
          <p:spPr>
            <a:xfrm>
              <a:off x="6735031" y="3571191"/>
              <a:ext cx="27775" cy="18464"/>
            </a:xfrm>
            <a:custGeom>
              <a:rect b="b" l="l" r="r" t="t"/>
              <a:pathLst>
                <a:path extrusionOk="0" h="704" w="1059">
                  <a:moveTo>
                    <a:pt x="578" y="1"/>
                  </a:moveTo>
                  <a:cubicBezTo>
                    <a:pt x="260" y="1"/>
                    <a:pt x="0" y="261"/>
                    <a:pt x="0" y="578"/>
                  </a:cubicBezTo>
                  <a:cubicBezTo>
                    <a:pt x="193" y="636"/>
                    <a:pt x="385" y="679"/>
                    <a:pt x="578" y="703"/>
                  </a:cubicBezTo>
                  <a:lnTo>
                    <a:pt x="578" y="578"/>
                  </a:lnTo>
                  <a:cubicBezTo>
                    <a:pt x="578" y="299"/>
                    <a:pt x="785" y="59"/>
                    <a:pt x="1059" y="11"/>
                  </a:cubicBezTo>
                  <a:cubicBezTo>
                    <a:pt x="1030" y="6"/>
                    <a:pt x="996"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1"/>
            <p:cNvSpPr/>
            <p:nvPr/>
          </p:nvSpPr>
          <p:spPr>
            <a:xfrm>
              <a:off x="6720133" y="3566523"/>
              <a:ext cx="70185" cy="161011"/>
            </a:xfrm>
            <a:custGeom>
              <a:rect b="b" l="l" r="r" t="t"/>
              <a:pathLst>
                <a:path extrusionOk="0" h="6139" w="2676">
                  <a:moveTo>
                    <a:pt x="1531" y="357"/>
                  </a:moveTo>
                  <a:cubicBezTo>
                    <a:pt x="1752" y="357"/>
                    <a:pt x="1930" y="535"/>
                    <a:pt x="1930" y="756"/>
                  </a:cubicBezTo>
                  <a:lnTo>
                    <a:pt x="1930" y="1141"/>
                  </a:lnTo>
                  <a:cubicBezTo>
                    <a:pt x="1930" y="1469"/>
                    <a:pt x="1665" y="1728"/>
                    <a:pt x="1338" y="1733"/>
                  </a:cubicBezTo>
                  <a:cubicBezTo>
                    <a:pt x="1016" y="1728"/>
                    <a:pt x="751" y="1469"/>
                    <a:pt x="751" y="1141"/>
                  </a:cubicBezTo>
                  <a:lnTo>
                    <a:pt x="751" y="756"/>
                  </a:lnTo>
                  <a:cubicBezTo>
                    <a:pt x="751" y="535"/>
                    <a:pt x="929" y="357"/>
                    <a:pt x="1146" y="357"/>
                  </a:cubicBezTo>
                  <a:close/>
                  <a:moveTo>
                    <a:pt x="1545" y="2094"/>
                  </a:moveTo>
                  <a:lnTo>
                    <a:pt x="1545" y="2176"/>
                  </a:lnTo>
                  <a:cubicBezTo>
                    <a:pt x="1545" y="2243"/>
                    <a:pt x="1564" y="2306"/>
                    <a:pt x="1593" y="2364"/>
                  </a:cubicBezTo>
                  <a:lnTo>
                    <a:pt x="1348" y="2609"/>
                  </a:lnTo>
                  <a:cubicBezTo>
                    <a:pt x="1345" y="2615"/>
                    <a:pt x="1342" y="2617"/>
                    <a:pt x="1338" y="2617"/>
                  </a:cubicBezTo>
                  <a:cubicBezTo>
                    <a:pt x="1336" y="2617"/>
                    <a:pt x="1333" y="2616"/>
                    <a:pt x="1329" y="2614"/>
                  </a:cubicBezTo>
                  <a:lnTo>
                    <a:pt x="1333" y="2609"/>
                  </a:lnTo>
                  <a:lnTo>
                    <a:pt x="1083" y="2364"/>
                  </a:lnTo>
                  <a:cubicBezTo>
                    <a:pt x="1117" y="2306"/>
                    <a:pt x="1136" y="2243"/>
                    <a:pt x="1136" y="2176"/>
                  </a:cubicBezTo>
                  <a:lnTo>
                    <a:pt x="1136" y="2094"/>
                  </a:lnTo>
                  <a:close/>
                  <a:moveTo>
                    <a:pt x="1146" y="1"/>
                  </a:moveTo>
                  <a:cubicBezTo>
                    <a:pt x="727" y="1"/>
                    <a:pt x="390" y="338"/>
                    <a:pt x="390" y="756"/>
                  </a:cubicBezTo>
                  <a:lnTo>
                    <a:pt x="390" y="1141"/>
                  </a:lnTo>
                  <a:cubicBezTo>
                    <a:pt x="390" y="1444"/>
                    <a:pt x="530" y="1724"/>
                    <a:pt x="775" y="1906"/>
                  </a:cubicBezTo>
                  <a:lnTo>
                    <a:pt x="775" y="2176"/>
                  </a:lnTo>
                  <a:cubicBezTo>
                    <a:pt x="775" y="2181"/>
                    <a:pt x="770" y="2185"/>
                    <a:pt x="766" y="2190"/>
                  </a:cubicBezTo>
                  <a:lnTo>
                    <a:pt x="318" y="2416"/>
                  </a:lnTo>
                  <a:cubicBezTo>
                    <a:pt x="126" y="2508"/>
                    <a:pt x="1" y="2705"/>
                    <a:pt x="5" y="2922"/>
                  </a:cubicBezTo>
                  <a:lnTo>
                    <a:pt x="5" y="4625"/>
                  </a:lnTo>
                  <a:cubicBezTo>
                    <a:pt x="5" y="4774"/>
                    <a:pt x="49"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8" y="5255"/>
                    <a:pt x="621" y="5135"/>
                  </a:cubicBezTo>
                  <a:lnTo>
                    <a:pt x="434" y="4846"/>
                  </a:lnTo>
                  <a:cubicBezTo>
                    <a:pt x="385" y="4779"/>
                    <a:pt x="366" y="4702"/>
                    <a:pt x="366" y="4625"/>
                  </a:cubicBezTo>
                  <a:lnTo>
                    <a:pt x="366" y="2922"/>
                  </a:lnTo>
                  <a:cubicBezTo>
                    <a:pt x="366" y="2845"/>
                    <a:pt x="409" y="2773"/>
                    <a:pt x="477" y="2739"/>
                  </a:cubicBezTo>
                  <a:lnTo>
                    <a:pt x="790" y="2585"/>
                  </a:lnTo>
                  <a:lnTo>
                    <a:pt x="1078" y="2869"/>
                  </a:lnTo>
                  <a:cubicBezTo>
                    <a:pt x="1151" y="2941"/>
                    <a:pt x="1246" y="2977"/>
                    <a:pt x="1341" y="2977"/>
                  </a:cubicBezTo>
                  <a:cubicBezTo>
                    <a:pt x="1436" y="2977"/>
                    <a:pt x="1531" y="2941"/>
                    <a:pt x="1603" y="2869"/>
                  </a:cubicBezTo>
                  <a:lnTo>
                    <a:pt x="1887" y="2585"/>
                  </a:lnTo>
                  <a:lnTo>
                    <a:pt x="2199" y="2739"/>
                  </a:lnTo>
                  <a:cubicBezTo>
                    <a:pt x="2272" y="2773"/>
                    <a:pt x="2315" y="2845"/>
                    <a:pt x="2315" y="2922"/>
                  </a:cubicBezTo>
                  <a:lnTo>
                    <a:pt x="2315" y="4625"/>
                  </a:lnTo>
                  <a:cubicBezTo>
                    <a:pt x="2315" y="4702"/>
                    <a:pt x="2291" y="4779"/>
                    <a:pt x="2248" y="4846"/>
                  </a:cubicBezTo>
                  <a:lnTo>
                    <a:pt x="2055" y="5135"/>
                  </a:lnTo>
                  <a:cubicBezTo>
                    <a:pt x="1973" y="5255"/>
                    <a:pt x="1930" y="5405"/>
                    <a:pt x="1930" y="5554"/>
                  </a:cubicBezTo>
                  <a:lnTo>
                    <a:pt x="1930" y="5958"/>
                  </a:lnTo>
                  <a:cubicBezTo>
                    <a:pt x="1930" y="6078"/>
                    <a:pt x="2020" y="6138"/>
                    <a:pt x="2110" y="6138"/>
                  </a:cubicBezTo>
                  <a:cubicBezTo>
                    <a:pt x="2201" y="6138"/>
                    <a:pt x="2291" y="6078"/>
                    <a:pt x="2291" y="5958"/>
                  </a:cubicBezTo>
                  <a:lnTo>
                    <a:pt x="2291" y="5554"/>
                  </a:lnTo>
                  <a:cubicBezTo>
                    <a:pt x="2291" y="5477"/>
                    <a:pt x="2315" y="5400"/>
                    <a:pt x="2358"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6" y="2181"/>
                    <a:pt x="1906" y="2176"/>
                  </a:cubicBezTo>
                  <a:lnTo>
                    <a:pt x="1906" y="1906"/>
                  </a:lnTo>
                  <a:cubicBezTo>
                    <a:pt x="2147" y="1724"/>
                    <a:pt x="2291" y="1444"/>
                    <a:pt x="2291" y="1141"/>
                  </a:cubicBezTo>
                  <a:lnTo>
                    <a:pt x="2291" y="756"/>
                  </a:lnTo>
                  <a:cubicBezTo>
                    <a:pt x="2291" y="338"/>
                    <a:pt x="1949"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1"/>
            <p:cNvSpPr/>
            <p:nvPr/>
          </p:nvSpPr>
          <p:spPr>
            <a:xfrm>
              <a:off x="6801019" y="3566523"/>
              <a:ext cx="70211" cy="161011"/>
            </a:xfrm>
            <a:custGeom>
              <a:rect b="b" l="l" r="r" t="t"/>
              <a:pathLst>
                <a:path extrusionOk="0" h="6139" w="2677">
                  <a:moveTo>
                    <a:pt x="1531" y="357"/>
                  </a:moveTo>
                  <a:cubicBezTo>
                    <a:pt x="1747" y="357"/>
                    <a:pt x="1926" y="535"/>
                    <a:pt x="1930" y="756"/>
                  </a:cubicBezTo>
                  <a:lnTo>
                    <a:pt x="1930" y="1141"/>
                  </a:lnTo>
                  <a:cubicBezTo>
                    <a:pt x="1926" y="1469"/>
                    <a:pt x="1666" y="1728"/>
                    <a:pt x="1338" y="1728"/>
                  </a:cubicBezTo>
                  <a:cubicBezTo>
                    <a:pt x="1011" y="1728"/>
                    <a:pt x="747" y="1469"/>
                    <a:pt x="747" y="1141"/>
                  </a:cubicBezTo>
                  <a:lnTo>
                    <a:pt x="747" y="756"/>
                  </a:lnTo>
                  <a:cubicBezTo>
                    <a:pt x="747" y="535"/>
                    <a:pt x="925" y="357"/>
                    <a:pt x="1146" y="357"/>
                  </a:cubicBezTo>
                  <a:close/>
                  <a:moveTo>
                    <a:pt x="1545" y="2094"/>
                  </a:moveTo>
                  <a:lnTo>
                    <a:pt x="1545" y="2176"/>
                  </a:lnTo>
                  <a:cubicBezTo>
                    <a:pt x="1545" y="2243"/>
                    <a:pt x="1560" y="2306"/>
                    <a:pt x="1594" y="2364"/>
                  </a:cubicBezTo>
                  <a:lnTo>
                    <a:pt x="1348" y="2609"/>
                  </a:lnTo>
                  <a:cubicBezTo>
                    <a:pt x="1345" y="2615"/>
                    <a:pt x="1341" y="2617"/>
                    <a:pt x="1337" y="2617"/>
                  </a:cubicBezTo>
                  <a:cubicBezTo>
                    <a:pt x="1334" y="2617"/>
                    <a:pt x="1331" y="2616"/>
                    <a:pt x="1329" y="2614"/>
                  </a:cubicBezTo>
                  <a:lnTo>
                    <a:pt x="1329" y="2609"/>
                  </a:lnTo>
                  <a:lnTo>
                    <a:pt x="1083" y="2364"/>
                  </a:lnTo>
                  <a:cubicBezTo>
                    <a:pt x="1117" y="2306"/>
                    <a:pt x="1132" y="2243"/>
                    <a:pt x="1132" y="2176"/>
                  </a:cubicBezTo>
                  <a:lnTo>
                    <a:pt x="1132" y="2094"/>
                  </a:lnTo>
                  <a:close/>
                  <a:moveTo>
                    <a:pt x="1146" y="1"/>
                  </a:moveTo>
                  <a:cubicBezTo>
                    <a:pt x="727" y="1"/>
                    <a:pt x="386" y="338"/>
                    <a:pt x="386" y="756"/>
                  </a:cubicBezTo>
                  <a:lnTo>
                    <a:pt x="386" y="1141"/>
                  </a:lnTo>
                  <a:cubicBezTo>
                    <a:pt x="386" y="1444"/>
                    <a:pt x="530" y="1724"/>
                    <a:pt x="771" y="1906"/>
                  </a:cubicBezTo>
                  <a:lnTo>
                    <a:pt x="771" y="2176"/>
                  </a:lnTo>
                  <a:cubicBezTo>
                    <a:pt x="771" y="2181"/>
                    <a:pt x="771" y="2185"/>
                    <a:pt x="766" y="2190"/>
                  </a:cubicBezTo>
                  <a:lnTo>
                    <a:pt x="318" y="2416"/>
                  </a:lnTo>
                  <a:cubicBezTo>
                    <a:pt x="126" y="2508"/>
                    <a:pt x="1" y="2705"/>
                    <a:pt x="6" y="2922"/>
                  </a:cubicBezTo>
                  <a:lnTo>
                    <a:pt x="6" y="4625"/>
                  </a:lnTo>
                  <a:cubicBezTo>
                    <a:pt x="1" y="4774"/>
                    <a:pt x="49" y="4923"/>
                    <a:pt x="131" y="5048"/>
                  </a:cubicBezTo>
                  <a:lnTo>
                    <a:pt x="323" y="5332"/>
                  </a:lnTo>
                  <a:cubicBezTo>
                    <a:pt x="367" y="5400"/>
                    <a:pt x="391" y="5477"/>
                    <a:pt x="391" y="5554"/>
                  </a:cubicBezTo>
                  <a:lnTo>
                    <a:pt x="391" y="5958"/>
                  </a:lnTo>
                  <a:cubicBezTo>
                    <a:pt x="391" y="6078"/>
                    <a:pt x="481" y="6138"/>
                    <a:pt x="571" y="6138"/>
                  </a:cubicBezTo>
                  <a:cubicBezTo>
                    <a:pt x="661" y="6138"/>
                    <a:pt x="751" y="6078"/>
                    <a:pt x="751" y="5958"/>
                  </a:cubicBezTo>
                  <a:lnTo>
                    <a:pt x="751" y="5554"/>
                  </a:lnTo>
                  <a:cubicBezTo>
                    <a:pt x="751" y="5405"/>
                    <a:pt x="703" y="5255"/>
                    <a:pt x="622" y="5135"/>
                  </a:cubicBezTo>
                  <a:lnTo>
                    <a:pt x="429" y="4846"/>
                  </a:lnTo>
                  <a:cubicBezTo>
                    <a:pt x="386" y="4779"/>
                    <a:pt x="362" y="4702"/>
                    <a:pt x="367" y="4625"/>
                  </a:cubicBezTo>
                  <a:lnTo>
                    <a:pt x="367" y="2922"/>
                  </a:lnTo>
                  <a:cubicBezTo>
                    <a:pt x="367" y="2845"/>
                    <a:pt x="410" y="2773"/>
                    <a:pt x="477" y="2739"/>
                  </a:cubicBezTo>
                  <a:lnTo>
                    <a:pt x="790" y="2585"/>
                  </a:lnTo>
                  <a:lnTo>
                    <a:pt x="1074" y="2869"/>
                  </a:lnTo>
                  <a:cubicBezTo>
                    <a:pt x="1148" y="2941"/>
                    <a:pt x="1245" y="2977"/>
                    <a:pt x="1340" y="2977"/>
                  </a:cubicBezTo>
                  <a:cubicBezTo>
                    <a:pt x="1436" y="2977"/>
                    <a:pt x="1531" y="2941"/>
                    <a:pt x="1603" y="2869"/>
                  </a:cubicBezTo>
                  <a:lnTo>
                    <a:pt x="1887" y="2585"/>
                  </a:lnTo>
                  <a:lnTo>
                    <a:pt x="2200" y="2739"/>
                  </a:lnTo>
                  <a:cubicBezTo>
                    <a:pt x="2272" y="2773"/>
                    <a:pt x="2315" y="2845"/>
                    <a:pt x="2315" y="2922"/>
                  </a:cubicBezTo>
                  <a:lnTo>
                    <a:pt x="2315" y="4625"/>
                  </a:lnTo>
                  <a:cubicBezTo>
                    <a:pt x="2315" y="4702"/>
                    <a:pt x="2291" y="4779"/>
                    <a:pt x="2248" y="4846"/>
                  </a:cubicBezTo>
                  <a:lnTo>
                    <a:pt x="2055" y="5135"/>
                  </a:lnTo>
                  <a:cubicBezTo>
                    <a:pt x="1974" y="5255"/>
                    <a:pt x="1930" y="5405"/>
                    <a:pt x="1930" y="5554"/>
                  </a:cubicBezTo>
                  <a:lnTo>
                    <a:pt x="1930" y="5958"/>
                  </a:lnTo>
                  <a:cubicBezTo>
                    <a:pt x="1930" y="6078"/>
                    <a:pt x="2021" y="6138"/>
                    <a:pt x="2111" y="6138"/>
                  </a:cubicBezTo>
                  <a:cubicBezTo>
                    <a:pt x="2201" y="6138"/>
                    <a:pt x="2291" y="6078"/>
                    <a:pt x="2291" y="5958"/>
                  </a:cubicBezTo>
                  <a:lnTo>
                    <a:pt x="2291" y="5554"/>
                  </a:lnTo>
                  <a:cubicBezTo>
                    <a:pt x="2291" y="5477"/>
                    <a:pt x="2310" y="5400"/>
                    <a:pt x="2359"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1" y="2181"/>
                    <a:pt x="1901" y="2176"/>
                  </a:cubicBezTo>
                  <a:lnTo>
                    <a:pt x="1901" y="1906"/>
                  </a:lnTo>
                  <a:cubicBezTo>
                    <a:pt x="2147" y="1724"/>
                    <a:pt x="2286" y="1444"/>
                    <a:pt x="2286" y="1141"/>
                  </a:cubicBezTo>
                  <a:lnTo>
                    <a:pt x="2286" y="756"/>
                  </a:lnTo>
                  <a:cubicBezTo>
                    <a:pt x="2286" y="338"/>
                    <a:pt x="1950"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1"/>
            <p:cNvSpPr/>
            <p:nvPr/>
          </p:nvSpPr>
          <p:spPr>
            <a:xfrm>
              <a:off x="6881800" y="3566523"/>
              <a:ext cx="70185" cy="161011"/>
            </a:xfrm>
            <a:custGeom>
              <a:rect b="b" l="l" r="r" t="t"/>
              <a:pathLst>
                <a:path extrusionOk="0" h="6139" w="2676">
                  <a:moveTo>
                    <a:pt x="1530" y="357"/>
                  </a:moveTo>
                  <a:cubicBezTo>
                    <a:pt x="1747" y="357"/>
                    <a:pt x="1925" y="535"/>
                    <a:pt x="1930" y="756"/>
                  </a:cubicBezTo>
                  <a:lnTo>
                    <a:pt x="1930" y="1141"/>
                  </a:lnTo>
                  <a:cubicBezTo>
                    <a:pt x="1925" y="1469"/>
                    <a:pt x="1665" y="1728"/>
                    <a:pt x="1338" y="1733"/>
                  </a:cubicBezTo>
                  <a:cubicBezTo>
                    <a:pt x="1011" y="1728"/>
                    <a:pt x="746" y="1469"/>
                    <a:pt x="746" y="1141"/>
                  </a:cubicBezTo>
                  <a:lnTo>
                    <a:pt x="746" y="756"/>
                  </a:lnTo>
                  <a:cubicBezTo>
                    <a:pt x="746" y="535"/>
                    <a:pt x="924" y="357"/>
                    <a:pt x="1146" y="357"/>
                  </a:cubicBezTo>
                  <a:close/>
                  <a:moveTo>
                    <a:pt x="1545" y="2094"/>
                  </a:moveTo>
                  <a:lnTo>
                    <a:pt x="1545" y="2176"/>
                  </a:lnTo>
                  <a:cubicBezTo>
                    <a:pt x="1545" y="2243"/>
                    <a:pt x="1559" y="2306"/>
                    <a:pt x="1593" y="2364"/>
                  </a:cubicBezTo>
                  <a:lnTo>
                    <a:pt x="1348" y="2609"/>
                  </a:lnTo>
                  <a:cubicBezTo>
                    <a:pt x="1345" y="2615"/>
                    <a:pt x="1340" y="2617"/>
                    <a:pt x="1336" y="2617"/>
                  </a:cubicBezTo>
                  <a:cubicBezTo>
                    <a:pt x="1333" y="2617"/>
                    <a:pt x="1330" y="2616"/>
                    <a:pt x="1328" y="2614"/>
                  </a:cubicBezTo>
                  <a:lnTo>
                    <a:pt x="1328" y="2609"/>
                  </a:lnTo>
                  <a:lnTo>
                    <a:pt x="1083" y="2364"/>
                  </a:lnTo>
                  <a:cubicBezTo>
                    <a:pt x="1117" y="2306"/>
                    <a:pt x="1131" y="2243"/>
                    <a:pt x="1131" y="2176"/>
                  </a:cubicBezTo>
                  <a:lnTo>
                    <a:pt x="1131" y="2094"/>
                  </a:lnTo>
                  <a:close/>
                  <a:moveTo>
                    <a:pt x="1146" y="1"/>
                  </a:moveTo>
                  <a:cubicBezTo>
                    <a:pt x="727" y="1"/>
                    <a:pt x="390" y="338"/>
                    <a:pt x="390" y="756"/>
                  </a:cubicBezTo>
                  <a:lnTo>
                    <a:pt x="390" y="1141"/>
                  </a:lnTo>
                  <a:cubicBezTo>
                    <a:pt x="390" y="1444"/>
                    <a:pt x="530" y="1724"/>
                    <a:pt x="775" y="1906"/>
                  </a:cubicBezTo>
                  <a:lnTo>
                    <a:pt x="775" y="2176"/>
                  </a:lnTo>
                  <a:cubicBezTo>
                    <a:pt x="770" y="2181"/>
                    <a:pt x="770" y="2185"/>
                    <a:pt x="765" y="2190"/>
                  </a:cubicBezTo>
                  <a:lnTo>
                    <a:pt x="313" y="2416"/>
                  </a:lnTo>
                  <a:cubicBezTo>
                    <a:pt x="121" y="2508"/>
                    <a:pt x="0" y="2705"/>
                    <a:pt x="0" y="2922"/>
                  </a:cubicBezTo>
                  <a:lnTo>
                    <a:pt x="0" y="4625"/>
                  </a:lnTo>
                  <a:cubicBezTo>
                    <a:pt x="0" y="4774"/>
                    <a:pt x="48"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3" y="5255"/>
                    <a:pt x="621" y="5135"/>
                  </a:cubicBezTo>
                  <a:lnTo>
                    <a:pt x="429" y="4846"/>
                  </a:lnTo>
                  <a:cubicBezTo>
                    <a:pt x="385" y="4779"/>
                    <a:pt x="361" y="4702"/>
                    <a:pt x="361" y="4625"/>
                  </a:cubicBezTo>
                  <a:lnTo>
                    <a:pt x="361" y="2922"/>
                  </a:lnTo>
                  <a:cubicBezTo>
                    <a:pt x="366" y="2845"/>
                    <a:pt x="409" y="2773"/>
                    <a:pt x="477" y="2739"/>
                  </a:cubicBezTo>
                  <a:lnTo>
                    <a:pt x="789" y="2585"/>
                  </a:lnTo>
                  <a:lnTo>
                    <a:pt x="1073" y="2869"/>
                  </a:lnTo>
                  <a:cubicBezTo>
                    <a:pt x="1148" y="2941"/>
                    <a:pt x="1243" y="2977"/>
                    <a:pt x="1338" y="2977"/>
                  </a:cubicBezTo>
                  <a:cubicBezTo>
                    <a:pt x="1433" y="2977"/>
                    <a:pt x="1528" y="2941"/>
                    <a:pt x="1603" y="2869"/>
                  </a:cubicBezTo>
                  <a:lnTo>
                    <a:pt x="1887" y="2585"/>
                  </a:lnTo>
                  <a:lnTo>
                    <a:pt x="2199" y="2739"/>
                  </a:lnTo>
                  <a:cubicBezTo>
                    <a:pt x="2267" y="2773"/>
                    <a:pt x="2310" y="2845"/>
                    <a:pt x="2315" y="2922"/>
                  </a:cubicBezTo>
                  <a:lnTo>
                    <a:pt x="2315" y="4625"/>
                  </a:lnTo>
                  <a:cubicBezTo>
                    <a:pt x="2315" y="4702"/>
                    <a:pt x="2291" y="4779"/>
                    <a:pt x="2247" y="4846"/>
                  </a:cubicBezTo>
                  <a:lnTo>
                    <a:pt x="2055" y="5135"/>
                  </a:lnTo>
                  <a:cubicBezTo>
                    <a:pt x="1973" y="5255"/>
                    <a:pt x="1925" y="5405"/>
                    <a:pt x="1930" y="5554"/>
                  </a:cubicBezTo>
                  <a:lnTo>
                    <a:pt x="1930" y="5958"/>
                  </a:lnTo>
                  <a:cubicBezTo>
                    <a:pt x="1930" y="6078"/>
                    <a:pt x="2020" y="6138"/>
                    <a:pt x="2110" y="6138"/>
                  </a:cubicBezTo>
                  <a:cubicBezTo>
                    <a:pt x="2201" y="6138"/>
                    <a:pt x="2291" y="6078"/>
                    <a:pt x="2291" y="5958"/>
                  </a:cubicBezTo>
                  <a:lnTo>
                    <a:pt x="2291" y="5554"/>
                  </a:lnTo>
                  <a:cubicBezTo>
                    <a:pt x="2286" y="5477"/>
                    <a:pt x="2310" y="5400"/>
                    <a:pt x="2353" y="5332"/>
                  </a:cubicBezTo>
                  <a:lnTo>
                    <a:pt x="2546" y="5048"/>
                  </a:lnTo>
                  <a:cubicBezTo>
                    <a:pt x="2628" y="4923"/>
                    <a:pt x="2676" y="4774"/>
                    <a:pt x="2676" y="4625"/>
                  </a:cubicBezTo>
                  <a:lnTo>
                    <a:pt x="2676" y="2922"/>
                  </a:lnTo>
                  <a:cubicBezTo>
                    <a:pt x="2676" y="2705"/>
                    <a:pt x="2551" y="2508"/>
                    <a:pt x="2363" y="2416"/>
                  </a:cubicBezTo>
                  <a:lnTo>
                    <a:pt x="1911" y="2190"/>
                  </a:lnTo>
                  <a:cubicBezTo>
                    <a:pt x="1906" y="2185"/>
                    <a:pt x="1901" y="2181"/>
                    <a:pt x="1901" y="2176"/>
                  </a:cubicBezTo>
                  <a:lnTo>
                    <a:pt x="1901" y="1906"/>
                  </a:lnTo>
                  <a:cubicBezTo>
                    <a:pt x="2146" y="1724"/>
                    <a:pt x="2286" y="1444"/>
                    <a:pt x="2286" y="1141"/>
                  </a:cubicBezTo>
                  <a:lnTo>
                    <a:pt x="2286" y="756"/>
                  </a:lnTo>
                  <a:cubicBezTo>
                    <a:pt x="2286" y="338"/>
                    <a:pt x="1949" y="1"/>
                    <a:pt x="15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1"/>
            <p:cNvSpPr/>
            <p:nvPr/>
          </p:nvSpPr>
          <p:spPr>
            <a:xfrm>
              <a:off x="6685565" y="3404962"/>
              <a:ext cx="297341" cy="191487"/>
            </a:xfrm>
            <a:custGeom>
              <a:rect b="b" l="l" r="r" t="t"/>
              <a:pathLst>
                <a:path extrusionOk="0" h="7301" w="11337">
                  <a:moveTo>
                    <a:pt x="4028" y="671"/>
                  </a:moveTo>
                  <a:lnTo>
                    <a:pt x="4028" y="671"/>
                  </a:lnTo>
                  <a:cubicBezTo>
                    <a:pt x="3739" y="926"/>
                    <a:pt x="3484" y="1219"/>
                    <a:pt x="3272" y="1547"/>
                  </a:cubicBezTo>
                  <a:cubicBezTo>
                    <a:pt x="3118" y="1792"/>
                    <a:pt x="2979" y="2047"/>
                    <a:pt x="2863" y="2312"/>
                  </a:cubicBezTo>
                  <a:lnTo>
                    <a:pt x="1867" y="2312"/>
                  </a:lnTo>
                  <a:cubicBezTo>
                    <a:pt x="2416" y="1571"/>
                    <a:pt x="3166" y="1003"/>
                    <a:pt x="4028" y="671"/>
                  </a:cubicBezTo>
                  <a:close/>
                  <a:moveTo>
                    <a:pt x="5558" y="368"/>
                  </a:moveTo>
                  <a:lnTo>
                    <a:pt x="5558" y="2312"/>
                  </a:lnTo>
                  <a:lnTo>
                    <a:pt x="3258" y="2312"/>
                  </a:lnTo>
                  <a:cubicBezTo>
                    <a:pt x="3786" y="1197"/>
                    <a:pt x="4612" y="457"/>
                    <a:pt x="5558" y="368"/>
                  </a:cubicBezTo>
                  <a:close/>
                  <a:moveTo>
                    <a:pt x="5919" y="368"/>
                  </a:moveTo>
                  <a:lnTo>
                    <a:pt x="5919" y="368"/>
                  </a:lnTo>
                  <a:cubicBezTo>
                    <a:pt x="6862" y="454"/>
                    <a:pt x="7689" y="1195"/>
                    <a:pt x="8223" y="2312"/>
                  </a:cubicBezTo>
                  <a:lnTo>
                    <a:pt x="5923" y="2312"/>
                  </a:lnTo>
                  <a:lnTo>
                    <a:pt x="5919" y="368"/>
                  </a:lnTo>
                  <a:close/>
                  <a:moveTo>
                    <a:pt x="7449" y="671"/>
                  </a:moveTo>
                  <a:lnTo>
                    <a:pt x="7449" y="671"/>
                  </a:lnTo>
                  <a:cubicBezTo>
                    <a:pt x="8310" y="1003"/>
                    <a:pt x="9061" y="1571"/>
                    <a:pt x="9614" y="2307"/>
                  </a:cubicBezTo>
                  <a:lnTo>
                    <a:pt x="9614" y="2312"/>
                  </a:lnTo>
                  <a:lnTo>
                    <a:pt x="8618" y="2312"/>
                  </a:lnTo>
                  <a:cubicBezTo>
                    <a:pt x="8502" y="2047"/>
                    <a:pt x="8363" y="1792"/>
                    <a:pt x="8204" y="1547"/>
                  </a:cubicBezTo>
                  <a:cubicBezTo>
                    <a:pt x="7997" y="1219"/>
                    <a:pt x="7742" y="926"/>
                    <a:pt x="7449" y="671"/>
                  </a:cubicBezTo>
                  <a:close/>
                  <a:moveTo>
                    <a:pt x="1622" y="2668"/>
                  </a:moveTo>
                  <a:lnTo>
                    <a:pt x="1622" y="2672"/>
                  </a:lnTo>
                  <a:lnTo>
                    <a:pt x="2719" y="2672"/>
                  </a:lnTo>
                  <a:cubicBezTo>
                    <a:pt x="2449" y="3418"/>
                    <a:pt x="2305" y="4207"/>
                    <a:pt x="2290" y="5006"/>
                  </a:cubicBezTo>
                  <a:lnTo>
                    <a:pt x="919" y="5006"/>
                  </a:lnTo>
                  <a:cubicBezTo>
                    <a:pt x="948" y="4179"/>
                    <a:pt x="1189" y="3375"/>
                    <a:pt x="1622" y="2668"/>
                  </a:cubicBezTo>
                  <a:close/>
                  <a:moveTo>
                    <a:pt x="5562" y="2672"/>
                  </a:moveTo>
                  <a:lnTo>
                    <a:pt x="5562" y="5006"/>
                  </a:lnTo>
                  <a:lnTo>
                    <a:pt x="2651" y="5006"/>
                  </a:lnTo>
                  <a:cubicBezTo>
                    <a:pt x="2661" y="4207"/>
                    <a:pt x="2815" y="3418"/>
                    <a:pt x="3104" y="2672"/>
                  </a:cubicBezTo>
                  <a:close/>
                  <a:moveTo>
                    <a:pt x="8377" y="2672"/>
                  </a:moveTo>
                  <a:cubicBezTo>
                    <a:pt x="8666" y="3418"/>
                    <a:pt x="8820" y="4207"/>
                    <a:pt x="8830" y="5006"/>
                  </a:cubicBezTo>
                  <a:lnTo>
                    <a:pt x="5923" y="5006"/>
                  </a:lnTo>
                  <a:lnTo>
                    <a:pt x="5919" y="2672"/>
                  </a:lnTo>
                  <a:close/>
                  <a:moveTo>
                    <a:pt x="9855" y="2672"/>
                  </a:moveTo>
                  <a:cubicBezTo>
                    <a:pt x="10288" y="3375"/>
                    <a:pt x="10533" y="4179"/>
                    <a:pt x="10562" y="5006"/>
                  </a:cubicBezTo>
                  <a:lnTo>
                    <a:pt x="9191" y="5006"/>
                  </a:lnTo>
                  <a:cubicBezTo>
                    <a:pt x="9176" y="4207"/>
                    <a:pt x="9032" y="3418"/>
                    <a:pt x="8762" y="2672"/>
                  </a:cubicBezTo>
                  <a:close/>
                  <a:moveTo>
                    <a:pt x="5742" y="0"/>
                  </a:moveTo>
                  <a:cubicBezTo>
                    <a:pt x="4741" y="0"/>
                    <a:pt x="3735" y="289"/>
                    <a:pt x="2853" y="878"/>
                  </a:cubicBezTo>
                  <a:cubicBezTo>
                    <a:pt x="799" y="2254"/>
                    <a:pt x="0" y="4895"/>
                    <a:pt x="948" y="7181"/>
                  </a:cubicBezTo>
                  <a:cubicBezTo>
                    <a:pt x="979" y="7265"/>
                    <a:pt x="1044" y="7300"/>
                    <a:pt x="1110" y="7300"/>
                  </a:cubicBezTo>
                  <a:cubicBezTo>
                    <a:pt x="1229" y="7300"/>
                    <a:pt x="1351" y="7187"/>
                    <a:pt x="1280" y="7041"/>
                  </a:cubicBezTo>
                  <a:cubicBezTo>
                    <a:pt x="1059" y="6507"/>
                    <a:pt x="934" y="5940"/>
                    <a:pt x="914" y="5367"/>
                  </a:cubicBezTo>
                  <a:lnTo>
                    <a:pt x="2286" y="5367"/>
                  </a:lnTo>
                  <a:cubicBezTo>
                    <a:pt x="2286" y="5434"/>
                    <a:pt x="2290" y="5507"/>
                    <a:pt x="2295" y="5579"/>
                  </a:cubicBezTo>
                  <a:cubicBezTo>
                    <a:pt x="2300" y="5694"/>
                    <a:pt x="2385" y="5750"/>
                    <a:pt x="2472" y="5750"/>
                  </a:cubicBezTo>
                  <a:cubicBezTo>
                    <a:pt x="2566" y="5750"/>
                    <a:pt x="2661" y="5685"/>
                    <a:pt x="2656" y="5559"/>
                  </a:cubicBezTo>
                  <a:cubicBezTo>
                    <a:pt x="2651" y="5497"/>
                    <a:pt x="2651" y="5430"/>
                    <a:pt x="2647" y="5367"/>
                  </a:cubicBezTo>
                  <a:lnTo>
                    <a:pt x="5562" y="5367"/>
                  </a:lnTo>
                  <a:lnTo>
                    <a:pt x="5562" y="5569"/>
                  </a:lnTo>
                  <a:cubicBezTo>
                    <a:pt x="5562" y="5689"/>
                    <a:pt x="5653" y="5750"/>
                    <a:pt x="5743" y="5750"/>
                  </a:cubicBezTo>
                  <a:cubicBezTo>
                    <a:pt x="5833" y="5750"/>
                    <a:pt x="5923" y="5689"/>
                    <a:pt x="5923" y="5569"/>
                  </a:cubicBezTo>
                  <a:lnTo>
                    <a:pt x="5923" y="5367"/>
                  </a:lnTo>
                  <a:lnTo>
                    <a:pt x="8834" y="5367"/>
                  </a:lnTo>
                  <a:cubicBezTo>
                    <a:pt x="8834" y="5430"/>
                    <a:pt x="8830" y="5497"/>
                    <a:pt x="8825" y="5559"/>
                  </a:cubicBezTo>
                  <a:cubicBezTo>
                    <a:pt x="8820" y="5661"/>
                    <a:pt x="8897" y="5742"/>
                    <a:pt x="8998" y="5752"/>
                  </a:cubicBezTo>
                  <a:lnTo>
                    <a:pt x="9003" y="5752"/>
                  </a:lnTo>
                  <a:cubicBezTo>
                    <a:pt x="9099" y="5752"/>
                    <a:pt x="9181" y="5675"/>
                    <a:pt x="9186" y="5579"/>
                  </a:cubicBezTo>
                  <a:cubicBezTo>
                    <a:pt x="9191" y="5507"/>
                    <a:pt x="9191" y="5434"/>
                    <a:pt x="9195" y="5362"/>
                  </a:cubicBezTo>
                  <a:lnTo>
                    <a:pt x="10567" y="5362"/>
                  </a:lnTo>
                  <a:cubicBezTo>
                    <a:pt x="10543" y="5940"/>
                    <a:pt x="10422" y="6507"/>
                    <a:pt x="10196" y="7041"/>
                  </a:cubicBezTo>
                  <a:cubicBezTo>
                    <a:pt x="10128" y="7187"/>
                    <a:pt x="10251" y="7300"/>
                    <a:pt x="10370" y="7300"/>
                  </a:cubicBezTo>
                  <a:cubicBezTo>
                    <a:pt x="10437" y="7300"/>
                    <a:pt x="10502" y="7265"/>
                    <a:pt x="10533" y="7181"/>
                  </a:cubicBezTo>
                  <a:cubicBezTo>
                    <a:pt x="11337" y="5237"/>
                    <a:pt x="10894" y="3004"/>
                    <a:pt x="9407" y="1518"/>
                  </a:cubicBezTo>
                  <a:cubicBezTo>
                    <a:pt x="8405" y="516"/>
                    <a:pt x="7079" y="0"/>
                    <a:pt x="5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81"/>
          <p:cNvGrpSpPr/>
          <p:nvPr/>
        </p:nvGrpSpPr>
        <p:grpSpPr>
          <a:xfrm>
            <a:off x="7083725" y="2897669"/>
            <a:ext cx="387721" cy="382790"/>
            <a:chOff x="7083725" y="2897669"/>
            <a:chExt cx="387721" cy="382790"/>
          </a:xfrm>
        </p:grpSpPr>
        <p:sp>
          <p:nvSpPr>
            <p:cNvPr id="12139" name="Google Shape;12139;p81"/>
            <p:cNvSpPr/>
            <p:nvPr/>
          </p:nvSpPr>
          <p:spPr>
            <a:xfrm>
              <a:off x="7163850" y="3005202"/>
              <a:ext cx="127230" cy="208246"/>
            </a:xfrm>
            <a:custGeom>
              <a:rect b="b" l="l" r="r" t="t"/>
              <a:pathLst>
                <a:path extrusionOk="0" h="7940" w="4851">
                  <a:moveTo>
                    <a:pt x="915" y="0"/>
                  </a:moveTo>
                  <a:lnTo>
                    <a:pt x="915" y="313"/>
                  </a:lnTo>
                  <a:cubicBezTo>
                    <a:pt x="915" y="400"/>
                    <a:pt x="862" y="482"/>
                    <a:pt x="785" y="520"/>
                  </a:cubicBezTo>
                  <a:lnTo>
                    <a:pt x="251" y="785"/>
                  </a:lnTo>
                  <a:cubicBezTo>
                    <a:pt x="97" y="862"/>
                    <a:pt x="1" y="1020"/>
                    <a:pt x="1" y="1194"/>
                  </a:cubicBezTo>
                  <a:lnTo>
                    <a:pt x="1" y="3383"/>
                  </a:lnTo>
                  <a:cubicBezTo>
                    <a:pt x="1" y="3561"/>
                    <a:pt x="39" y="3734"/>
                    <a:pt x="121" y="3893"/>
                  </a:cubicBezTo>
                  <a:lnTo>
                    <a:pt x="337" y="4326"/>
                  </a:lnTo>
                  <a:cubicBezTo>
                    <a:pt x="414" y="4485"/>
                    <a:pt x="458" y="4658"/>
                    <a:pt x="458" y="4836"/>
                  </a:cubicBezTo>
                  <a:lnTo>
                    <a:pt x="458" y="7940"/>
                  </a:lnTo>
                  <a:lnTo>
                    <a:pt x="2512" y="6463"/>
                  </a:lnTo>
                  <a:lnTo>
                    <a:pt x="2512" y="2156"/>
                  </a:lnTo>
                  <a:lnTo>
                    <a:pt x="2695" y="2392"/>
                  </a:lnTo>
                  <a:cubicBezTo>
                    <a:pt x="2811" y="2531"/>
                    <a:pt x="2974" y="2623"/>
                    <a:pt x="3157" y="2642"/>
                  </a:cubicBezTo>
                  <a:cubicBezTo>
                    <a:pt x="3179" y="2644"/>
                    <a:pt x="3200" y="2646"/>
                    <a:pt x="3223" y="2646"/>
                  </a:cubicBezTo>
                  <a:cubicBezTo>
                    <a:pt x="3245" y="2646"/>
                    <a:pt x="3268" y="2644"/>
                    <a:pt x="3292" y="2642"/>
                  </a:cubicBezTo>
                  <a:cubicBezTo>
                    <a:pt x="3427" y="2632"/>
                    <a:pt x="3556" y="2579"/>
                    <a:pt x="3662" y="2493"/>
                  </a:cubicBezTo>
                  <a:lnTo>
                    <a:pt x="4625" y="1723"/>
                  </a:lnTo>
                  <a:cubicBezTo>
                    <a:pt x="4841" y="1545"/>
                    <a:pt x="4851" y="1218"/>
                    <a:pt x="4639" y="1030"/>
                  </a:cubicBezTo>
                  <a:cubicBezTo>
                    <a:pt x="4552" y="956"/>
                    <a:pt x="4444" y="918"/>
                    <a:pt x="4336" y="918"/>
                  </a:cubicBezTo>
                  <a:cubicBezTo>
                    <a:pt x="4228" y="918"/>
                    <a:pt x="4119" y="956"/>
                    <a:pt x="4033" y="1030"/>
                  </a:cubicBezTo>
                  <a:lnTo>
                    <a:pt x="3268" y="1641"/>
                  </a:lnTo>
                  <a:lnTo>
                    <a:pt x="2637" y="862"/>
                  </a:lnTo>
                  <a:cubicBezTo>
                    <a:pt x="2551" y="751"/>
                    <a:pt x="2421" y="688"/>
                    <a:pt x="2281" y="688"/>
                  </a:cubicBezTo>
                  <a:cubicBezTo>
                    <a:pt x="2031" y="688"/>
                    <a:pt x="1824" y="482"/>
                    <a:pt x="1824" y="231"/>
                  </a:cubicBezTo>
                  <a:lnTo>
                    <a:pt x="1824"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1"/>
            <p:cNvSpPr/>
            <p:nvPr/>
          </p:nvSpPr>
          <p:spPr>
            <a:xfrm>
              <a:off x="7277546" y="2915347"/>
              <a:ext cx="89882" cy="47970"/>
            </a:xfrm>
            <a:custGeom>
              <a:rect b="b" l="l" r="r" t="t"/>
              <a:pathLst>
                <a:path extrusionOk="0" h="1829" w="3427">
                  <a:moveTo>
                    <a:pt x="1" y="0"/>
                  </a:moveTo>
                  <a:lnTo>
                    <a:pt x="1" y="1829"/>
                  </a:lnTo>
                  <a:lnTo>
                    <a:pt x="3427" y="1829"/>
                  </a:lnTo>
                  <a:lnTo>
                    <a:pt x="2970" y="915"/>
                  </a:lnTo>
                  <a:lnTo>
                    <a:pt x="342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1"/>
            <p:cNvSpPr/>
            <p:nvPr/>
          </p:nvSpPr>
          <p:spPr>
            <a:xfrm>
              <a:off x="7277546" y="2915347"/>
              <a:ext cx="18097" cy="47970"/>
            </a:xfrm>
            <a:custGeom>
              <a:rect b="b" l="l" r="r" t="t"/>
              <a:pathLst>
                <a:path extrusionOk="0" h="1829" w="690">
                  <a:moveTo>
                    <a:pt x="1" y="0"/>
                  </a:moveTo>
                  <a:lnTo>
                    <a:pt x="1" y="1829"/>
                  </a:lnTo>
                  <a:lnTo>
                    <a:pt x="689" y="1829"/>
                  </a:lnTo>
                  <a:lnTo>
                    <a:pt x="689"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1"/>
            <p:cNvSpPr/>
            <p:nvPr/>
          </p:nvSpPr>
          <p:spPr>
            <a:xfrm>
              <a:off x="7163719" y="3027417"/>
              <a:ext cx="18071" cy="97697"/>
            </a:xfrm>
            <a:custGeom>
              <a:rect b="b" l="l" r="r" t="t"/>
              <a:pathLst>
                <a:path extrusionOk="0" h="3725" w="689">
                  <a:moveTo>
                    <a:pt x="169" y="0"/>
                  </a:moveTo>
                  <a:cubicBezTo>
                    <a:pt x="63" y="87"/>
                    <a:pt x="6" y="212"/>
                    <a:pt x="6" y="347"/>
                  </a:cubicBezTo>
                  <a:lnTo>
                    <a:pt x="6" y="2536"/>
                  </a:lnTo>
                  <a:cubicBezTo>
                    <a:pt x="1" y="2714"/>
                    <a:pt x="44" y="2887"/>
                    <a:pt x="126" y="3046"/>
                  </a:cubicBezTo>
                  <a:lnTo>
                    <a:pt x="342" y="3484"/>
                  </a:lnTo>
                  <a:cubicBezTo>
                    <a:pt x="376" y="3556"/>
                    <a:pt x="410" y="3638"/>
                    <a:pt x="429" y="3725"/>
                  </a:cubicBezTo>
                  <a:lnTo>
                    <a:pt x="689" y="3725"/>
                  </a:lnTo>
                  <a:lnTo>
                    <a:pt x="689" y="809"/>
                  </a:lnTo>
                  <a:cubicBezTo>
                    <a:pt x="689" y="626"/>
                    <a:pt x="617" y="453"/>
                    <a:pt x="487" y="323"/>
                  </a:cubicBezTo>
                  <a:lnTo>
                    <a:pt x="169"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1"/>
            <p:cNvSpPr/>
            <p:nvPr/>
          </p:nvSpPr>
          <p:spPr>
            <a:xfrm>
              <a:off x="7175836" y="3112971"/>
              <a:ext cx="53924" cy="107795"/>
            </a:xfrm>
            <a:custGeom>
              <a:rect b="b" l="l" r="r" t="t"/>
              <a:pathLst>
                <a:path extrusionOk="0" h="4110" w="2056">
                  <a:moveTo>
                    <a:pt x="1" y="1"/>
                  </a:moveTo>
                  <a:lnTo>
                    <a:pt x="1" y="4110"/>
                  </a:lnTo>
                  <a:lnTo>
                    <a:pt x="2055" y="4110"/>
                  </a:lnTo>
                  <a:lnTo>
                    <a:pt x="205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1"/>
            <p:cNvSpPr/>
            <p:nvPr/>
          </p:nvSpPr>
          <p:spPr>
            <a:xfrm>
              <a:off x="7091908" y="3142870"/>
              <a:ext cx="371329" cy="131793"/>
            </a:xfrm>
            <a:custGeom>
              <a:rect b="b" l="l" r="r" t="t"/>
              <a:pathLst>
                <a:path extrusionOk="0" h="5025" w="14158">
                  <a:moveTo>
                    <a:pt x="7079" y="1"/>
                  </a:moveTo>
                  <a:lnTo>
                    <a:pt x="1" y="5024"/>
                  </a:lnTo>
                  <a:lnTo>
                    <a:pt x="14157" y="5024"/>
                  </a:lnTo>
                  <a:lnTo>
                    <a:pt x="7079"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1"/>
            <p:cNvSpPr/>
            <p:nvPr/>
          </p:nvSpPr>
          <p:spPr>
            <a:xfrm>
              <a:off x="7091908" y="3142870"/>
              <a:ext cx="192615" cy="131793"/>
            </a:xfrm>
            <a:custGeom>
              <a:rect b="b" l="l" r="r" t="t"/>
              <a:pathLst>
                <a:path extrusionOk="0" h="5025" w="7344">
                  <a:moveTo>
                    <a:pt x="7079" y="1"/>
                  </a:moveTo>
                  <a:lnTo>
                    <a:pt x="1" y="5024"/>
                  </a:lnTo>
                  <a:lnTo>
                    <a:pt x="3201" y="5024"/>
                  </a:lnTo>
                  <a:cubicBezTo>
                    <a:pt x="3201" y="5024"/>
                    <a:pt x="7281" y="275"/>
                    <a:pt x="7344" y="246"/>
                  </a:cubicBezTo>
                  <a:lnTo>
                    <a:pt x="707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1"/>
            <p:cNvSpPr/>
            <p:nvPr/>
          </p:nvSpPr>
          <p:spPr>
            <a:xfrm>
              <a:off x="7187822" y="2999275"/>
              <a:ext cx="23893" cy="29926"/>
            </a:xfrm>
            <a:custGeom>
              <a:rect b="b" l="l" r="r" t="t"/>
              <a:pathLst>
                <a:path extrusionOk="0" h="1141" w="911">
                  <a:moveTo>
                    <a:pt x="1" y="0"/>
                  </a:moveTo>
                  <a:lnTo>
                    <a:pt x="1" y="684"/>
                  </a:lnTo>
                  <a:cubicBezTo>
                    <a:pt x="1" y="934"/>
                    <a:pt x="203" y="1141"/>
                    <a:pt x="453" y="1141"/>
                  </a:cubicBezTo>
                  <a:cubicBezTo>
                    <a:pt x="708" y="1141"/>
                    <a:pt x="910" y="934"/>
                    <a:pt x="910" y="684"/>
                  </a:cubicBezTo>
                  <a:lnTo>
                    <a:pt x="91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1"/>
            <p:cNvSpPr/>
            <p:nvPr/>
          </p:nvSpPr>
          <p:spPr>
            <a:xfrm>
              <a:off x="7175836" y="2951304"/>
              <a:ext cx="47865" cy="53924"/>
            </a:xfrm>
            <a:custGeom>
              <a:rect b="b" l="l" r="r" t="t"/>
              <a:pathLst>
                <a:path extrusionOk="0" h="2056" w="1825">
                  <a:moveTo>
                    <a:pt x="684" y="1"/>
                  </a:moveTo>
                  <a:cubicBezTo>
                    <a:pt x="304" y="1"/>
                    <a:pt x="1" y="304"/>
                    <a:pt x="1" y="684"/>
                  </a:cubicBezTo>
                  <a:lnTo>
                    <a:pt x="1" y="1141"/>
                  </a:lnTo>
                  <a:cubicBezTo>
                    <a:pt x="1" y="1646"/>
                    <a:pt x="410" y="2055"/>
                    <a:pt x="910" y="2055"/>
                  </a:cubicBezTo>
                  <a:cubicBezTo>
                    <a:pt x="1415" y="2055"/>
                    <a:pt x="1824" y="1646"/>
                    <a:pt x="1824" y="1141"/>
                  </a:cubicBezTo>
                  <a:lnTo>
                    <a:pt x="1824" y="684"/>
                  </a:lnTo>
                  <a:cubicBezTo>
                    <a:pt x="1824" y="304"/>
                    <a:pt x="1516" y="1"/>
                    <a:pt x="11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1"/>
            <p:cNvSpPr/>
            <p:nvPr/>
          </p:nvSpPr>
          <p:spPr>
            <a:xfrm>
              <a:off x="7175705" y="2951304"/>
              <a:ext cx="33099" cy="53950"/>
            </a:xfrm>
            <a:custGeom>
              <a:rect b="b" l="l" r="r" t="t"/>
              <a:pathLst>
                <a:path extrusionOk="0" h="2057" w="1262">
                  <a:moveTo>
                    <a:pt x="689" y="1"/>
                  </a:moveTo>
                  <a:cubicBezTo>
                    <a:pt x="309" y="1"/>
                    <a:pt x="1" y="309"/>
                    <a:pt x="6" y="684"/>
                  </a:cubicBezTo>
                  <a:lnTo>
                    <a:pt x="6" y="1141"/>
                  </a:lnTo>
                  <a:cubicBezTo>
                    <a:pt x="2" y="1667"/>
                    <a:pt x="432" y="2057"/>
                    <a:pt x="915" y="2057"/>
                  </a:cubicBezTo>
                  <a:cubicBezTo>
                    <a:pt x="1030" y="2057"/>
                    <a:pt x="1147" y="2035"/>
                    <a:pt x="1262" y="1988"/>
                  </a:cubicBezTo>
                  <a:cubicBezTo>
                    <a:pt x="915" y="1848"/>
                    <a:pt x="689" y="1512"/>
                    <a:pt x="689" y="1141"/>
                  </a:cubicBezTo>
                  <a:lnTo>
                    <a:pt x="689" y="684"/>
                  </a:lnTo>
                  <a:cubicBezTo>
                    <a:pt x="689" y="352"/>
                    <a:pt x="930" y="68"/>
                    <a:pt x="1262" y="10"/>
                  </a:cubicBezTo>
                  <a:cubicBezTo>
                    <a:pt x="1223" y="6"/>
                    <a:pt x="1185" y="1"/>
                    <a:pt x="114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1"/>
            <p:cNvSpPr/>
            <p:nvPr/>
          </p:nvSpPr>
          <p:spPr>
            <a:xfrm>
              <a:off x="7175836" y="2951304"/>
              <a:ext cx="47865" cy="24024"/>
            </a:xfrm>
            <a:custGeom>
              <a:rect b="b" l="l" r="r" t="t"/>
              <a:pathLst>
                <a:path extrusionOk="0" h="916" w="1825">
                  <a:moveTo>
                    <a:pt x="684" y="1"/>
                  </a:moveTo>
                  <a:cubicBezTo>
                    <a:pt x="304" y="1"/>
                    <a:pt x="1" y="309"/>
                    <a:pt x="1" y="684"/>
                  </a:cubicBezTo>
                  <a:cubicBezTo>
                    <a:pt x="1" y="684"/>
                    <a:pt x="684" y="915"/>
                    <a:pt x="1824" y="915"/>
                  </a:cubicBezTo>
                  <a:lnTo>
                    <a:pt x="1824" y="684"/>
                  </a:lnTo>
                  <a:cubicBezTo>
                    <a:pt x="1824" y="309"/>
                    <a:pt x="1516" y="1"/>
                    <a:pt x="114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1"/>
            <p:cNvSpPr/>
            <p:nvPr/>
          </p:nvSpPr>
          <p:spPr>
            <a:xfrm>
              <a:off x="7175705" y="2951304"/>
              <a:ext cx="33099" cy="21874"/>
            </a:xfrm>
            <a:custGeom>
              <a:rect b="b" l="l" r="r" t="t"/>
              <a:pathLst>
                <a:path extrusionOk="0" h="834" w="1262">
                  <a:moveTo>
                    <a:pt x="689" y="1"/>
                  </a:moveTo>
                  <a:cubicBezTo>
                    <a:pt x="309" y="1"/>
                    <a:pt x="1" y="309"/>
                    <a:pt x="6" y="684"/>
                  </a:cubicBezTo>
                  <a:cubicBezTo>
                    <a:pt x="227" y="751"/>
                    <a:pt x="458" y="800"/>
                    <a:pt x="689" y="833"/>
                  </a:cubicBezTo>
                  <a:lnTo>
                    <a:pt x="689" y="684"/>
                  </a:lnTo>
                  <a:cubicBezTo>
                    <a:pt x="689" y="352"/>
                    <a:pt x="930" y="68"/>
                    <a:pt x="1262" y="10"/>
                  </a:cubicBezTo>
                  <a:cubicBezTo>
                    <a:pt x="1223" y="6"/>
                    <a:pt x="1185" y="1"/>
                    <a:pt x="11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1"/>
            <p:cNvSpPr/>
            <p:nvPr/>
          </p:nvSpPr>
          <p:spPr>
            <a:xfrm>
              <a:off x="7229734" y="3024899"/>
              <a:ext cx="61477" cy="49832"/>
            </a:xfrm>
            <a:custGeom>
              <a:rect b="b" l="l" r="r" t="t"/>
              <a:pathLst>
                <a:path extrusionOk="0" h="1900" w="2344">
                  <a:moveTo>
                    <a:pt x="0" y="0"/>
                  </a:moveTo>
                  <a:lnTo>
                    <a:pt x="0" y="1410"/>
                  </a:lnTo>
                  <a:lnTo>
                    <a:pt x="183" y="1641"/>
                  </a:lnTo>
                  <a:cubicBezTo>
                    <a:pt x="299" y="1785"/>
                    <a:pt x="462" y="1877"/>
                    <a:pt x="645" y="1896"/>
                  </a:cubicBezTo>
                  <a:cubicBezTo>
                    <a:pt x="667" y="1898"/>
                    <a:pt x="688" y="1899"/>
                    <a:pt x="711" y="1899"/>
                  </a:cubicBezTo>
                  <a:cubicBezTo>
                    <a:pt x="733" y="1899"/>
                    <a:pt x="756" y="1898"/>
                    <a:pt x="780" y="1896"/>
                  </a:cubicBezTo>
                  <a:cubicBezTo>
                    <a:pt x="915" y="1881"/>
                    <a:pt x="1044" y="1833"/>
                    <a:pt x="1150" y="1747"/>
                  </a:cubicBezTo>
                  <a:lnTo>
                    <a:pt x="2113" y="977"/>
                  </a:lnTo>
                  <a:cubicBezTo>
                    <a:pt x="2334" y="799"/>
                    <a:pt x="2344" y="467"/>
                    <a:pt x="2132" y="279"/>
                  </a:cubicBezTo>
                  <a:cubicBezTo>
                    <a:pt x="2043" y="205"/>
                    <a:pt x="1935" y="167"/>
                    <a:pt x="1826" y="167"/>
                  </a:cubicBezTo>
                  <a:cubicBezTo>
                    <a:pt x="1718" y="167"/>
                    <a:pt x="1610" y="205"/>
                    <a:pt x="1521" y="279"/>
                  </a:cubicBezTo>
                  <a:lnTo>
                    <a:pt x="756" y="890"/>
                  </a:lnTo>
                  <a:lnTo>
                    <a:pt x="125" y="111"/>
                  </a:lnTo>
                  <a:cubicBezTo>
                    <a:pt x="92" y="63"/>
                    <a:pt x="48" y="29"/>
                    <a:pt x="0"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1"/>
            <p:cNvSpPr/>
            <p:nvPr/>
          </p:nvSpPr>
          <p:spPr>
            <a:xfrm>
              <a:off x="7083725" y="2897669"/>
              <a:ext cx="387721" cy="382790"/>
            </a:xfrm>
            <a:custGeom>
              <a:rect b="b" l="l" r="r" t="t"/>
              <a:pathLst>
                <a:path extrusionOk="0" h="14595" w="14783">
                  <a:moveTo>
                    <a:pt x="4653" y="2262"/>
                  </a:moveTo>
                  <a:cubicBezTo>
                    <a:pt x="4913" y="2262"/>
                    <a:pt x="5125" y="2469"/>
                    <a:pt x="5125" y="2734"/>
                  </a:cubicBezTo>
                  <a:lnTo>
                    <a:pt x="5125" y="3186"/>
                  </a:lnTo>
                  <a:cubicBezTo>
                    <a:pt x="5125" y="3576"/>
                    <a:pt x="4812" y="3889"/>
                    <a:pt x="4422" y="3889"/>
                  </a:cubicBezTo>
                  <a:cubicBezTo>
                    <a:pt x="4037" y="3889"/>
                    <a:pt x="3724" y="3576"/>
                    <a:pt x="3724" y="3186"/>
                  </a:cubicBezTo>
                  <a:lnTo>
                    <a:pt x="3724" y="2734"/>
                  </a:lnTo>
                  <a:cubicBezTo>
                    <a:pt x="3724" y="2469"/>
                    <a:pt x="3936" y="2262"/>
                    <a:pt x="4196" y="2262"/>
                  </a:cubicBezTo>
                  <a:close/>
                  <a:moveTo>
                    <a:pt x="4668" y="4317"/>
                  </a:moveTo>
                  <a:lnTo>
                    <a:pt x="4668" y="4331"/>
                  </a:lnTo>
                  <a:cubicBezTo>
                    <a:pt x="4668" y="4432"/>
                    <a:pt x="4692" y="4538"/>
                    <a:pt x="4740" y="4630"/>
                  </a:cubicBezTo>
                  <a:lnTo>
                    <a:pt x="4437" y="4933"/>
                  </a:lnTo>
                  <a:cubicBezTo>
                    <a:pt x="4434" y="4935"/>
                    <a:pt x="4431" y="4936"/>
                    <a:pt x="4427" y="4936"/>
                  </a:cubicBezTo>
                  <a:cubicBezTo>
                    <a:pt x="4423" y="4936"/>
                    <a:pt x="4420" y="4935"/>
                    <a:pt x="4417" y="4933"/>
                  </a:cubicBezTo>
                  <a:lnTo>
                    <a:pt x="4124" y="4639"/>
                  </a:lnTo>
                  <a:cubicBezTo>
                    <a:pt x="4162" y="4572"/>
                    <a:pt x="4182" y="4495"/>
                    <a:pt x="4186" y="4418"/>
                  </a:cubicBezTo>
                  <a:lnTo>
                    <a:pt x="4186" y="4317"/>
                  </a:lnTo>
                  <a:close/>
                  <a:moveTo>
                    <a:pt x="7174" y="6497"/>
                  </a:moveTo>
                  <a:lnTo>
                    <a:pt x="7174" y="9239"/>
                  </a:lnTo>
                  <a:lnTo>
                    <a:pt x="7179" y="9244"/>
                  </a:lnTo>
                  <a:lnTo>
                    <a:pt x="5779" y="10235"/>
                  </a:lnTo>
                  <a:lnTo>
                    <a:pt x="5779" y="6805"/>
                  </a:lnTo>
                  <a:cubicBezTo>
                    <a:pt x="5899" y="6886"/>
                    <a:pt x="6039" y="6939"/>
                    <a:pt x="6183" y="6954"/>
                  </a:cubicBezTo>
                  <a:cubicBezTo>
                    <a:pt x="6212" y="6959"/>
                    <a:pt x="6241" y="6961"/>
                    <a:pt x="6270" y="6961"/>
                  </a:cubicBezTo>
                  <a:cubicBezTo>
                    <a:pt x="6300" y="6961"/>
                    <a:pt x="6330" y="6959"/>
                    <a:pt x="6361" y="6954"/>
                  </a:cubicBezTo>
                  <a:cubicBezTo>
                    <a:pt x="6539" y="6939"/>
                    <a:pt x="6708" y="6872"/>
                    <a:pt x="6847" y="6756"/>
                  </a:cubicBezTo>
                  <a:lnTo>
                    <a:pt x="7174" y="6497"/>
                  </a:lnTo>
                  <a:close/>
                  <a:moveTo>
                    <a:pt x="3773" y="4894"/>
                  </a:moveTo>
                  <a:lnTo>
                    <a:pt x="4114" y="5231"/>
                  </a:lnTo>
                  <a:cubicBezTo>
                    <a:pt x="4198" y="5318"/>
                    <a:pt x="4311" y="5361"/>
                    <a:pt x="4425" y="5361"/>
                  </a:cubicBezTo>
                  <a:cubicBezTo>
                    <a:pt x="4538" y="5361"/>
                    <a:pt x="4651" y="5318"/>
                    <a:pt x="4735" y="5231"/>
                  </a:cubicBezTo>
                  <a:lnTo>
                    <a:pt x="5038" y="4933"/>
                  </a:lnTo>
                  <a:cubicBezTo>
                    <a:pt x="5129" y="4976"/>
                    <a:pt x="5235" y="5000"/>
                    <a:pt x="5336" y="5000"/>
                  </a:cubicBezTo>
                  <a:cubicBezTo>
                    <a:pt x="5413" y="5000"/>
                    <a:pt x="5481" y="5034"/>
                    <a:pt x="5529" y="5092"/>
                  </a:cubicBezTo>
                  <a:lnTo>
                    <a:pt x="6154" y="5876"/>
                  </a:lnTo>
                  <a:cubicBezTo>
                    <a:pt x="6198" y="5928"/>
                    <a:pt x="6262" y="5955"/>
                    <a:pt x="6325" y="5955"/>
                  </a:cubicBezTo>
                  <a:cubicBezTo>
                    <a:pt x="6372" y="5955"/>
                    <a:pt x="6418" y="5940"/>
                    <a:pt x="6457" y="5910"/>
                  </a:cubicBezTo>
                  <a:lnTo>
                    <a:pt x="7223" y="5299"/>
                  </a:lnTo>
                  <a:cubicBezTo>
                    <a:pt x="7270" y="5256"/>
                    <a:pt x="7331" y="5234"/>
                    <a:pt x="7393" y="5234"/>
                  </a:cubicBezTo>
                  <a:cubicBezTo>
                    <a:pt x="7449" y="5234"/>
                    <a:pt x="7506" y="5252"/>
                    <a:pt x="7555" y="5289"/>
                  </a:cubicBezTo>
                  <a:cubicBezTo>
                    <a:pt x="7665" y="5385"/>
                    <a:pt x="7665" y="5568"/>
                    <a:pt x="7545" y="5659"/>
                  </a:cubicBezTo>
                  <a:lnTo>
                    <a:pt x="6583" y="6429"/>
                  </a:lnTo>
                  <a:cubicBezTo>
                    <a:pt x="6510" y="6487"/>
                    <a:pt x="6419" y="6526"/>
                    <a:pt x="6328" y="6530"/>
                  </a:cubicBezTo>
                  <a:cubicBezTo>
                    <a:pt x="6311" y="6533"/>
                    <a:pt x="6294" y="6534"/>
                    <a:pt x="6278" y="6534"/>
                  </a:cubicBezTo>
                  <a:cubicBezTo>
                    <a:pt x="6261" y="6534"/>
                    <a:pt x="6246" y="6533"/>
                    <a:pt x="6231" y="6530"/>
                  </a:cubicBezTo>
                  <a:cubicBezTo>
                    <a:pt x="6106" y="6521"/>
                    <a:pt x="5991" y="6458"/>
                    <a:pt x="5914" y="6357"/>
                  </a:cubicBezTo>
                  <a:lnTo>
                    <a:pt x="5731" y="6126"/>
                  </a:lnTo>
                  <a:cubicBezTo>
                    <a:pt x="5685" y="6070"/>
                    <a:pt x="5624" y="6045"/>
                    <a:pt x="5564" y="6045"/>
                  </a:cubicBezTo>
                  <a:cubicBezTo>
                    <a:pt x="5454" y="6045"/>
                    <a:pt x="5348" y="6130"/>
                    <a:pt x="5351" y="6261"/>
                  </a:cubicBezTo>
                  <a:lnTo>
                    <a:pt x="5351" y="10538"/>
                  </a:lnTo>
                  <a:lnTo>
                    <a:pt x="4865" y="10885"/>
                  </a:lnTo>
                  <a:lnTo>
                    <a:pt x="4865" y="8898"/>
                  </a:lnTo>
                  <a:cubicBezTo>
                    <a:pt x="4865" y="8756"/>
                    <a:pt x="4758" y="8685"/>
                    <a:pt x="4651" y="8685"/>
                  </a:cubicBezTo>
                  <a:cubicBezTo>
                    <a:pt x="4544" y="8685"/>
                    <a:pt x="4437" y="8756"/>
                    <a:pt x="4437" y="8898"/>
                  </a:cubicBezTo>
                  <a:lnTo>
                    <a:pt x="4437" y="11193"/>
                  </a:lnTo>
                  <a:lnTo>
                    <a:pt x="3720" y="11698"/>
                  </a:lnTo>
                  <a:lnTo>
                    <a:pt x="3720" y="8941"/>
                  </a:lnTo>
                  <a:cubicBezTo>
                    <a:pt x="3724" y="8729"/>
                    <a:pt x="3676" y="8522"/>
                    <a:pt x="3580" y="8330"/>
                  </a:cubicBezTo>
                  <a:lnTo>
                    <a:pt x="3368" y="7902"/>
                  </a:lnTo>
                  <a:cubicBezTo>
                    <a:pt x="3301" y="7772"/>
                    <a:pt x="3267" y="7627"/>
                    <a:pt x="3267" y="7488"/>
                  </a:cubicBezTo>
                  <a:lnTo>
                    <a:pt x="3267" y="5299"/>
                  </a:lnTo>
                  <a:cubicBezTo>
                    <a:pt x="3267" y="5202"/>
                    <a:pt x="3320" y="5120"/>
                    <a:pt x="3402" y="5077"/>
                  </a:cubicBezTo>
                  <a:lnTo>
                    <a:pt x="3773" y="4894"/>
                  </a:lnTo>
                  <a:close/>
                  <a:moveTo>
                    <a:pt x="7393" y="1"/>
                  </a:moveTo>
                  <a:cubicBezTo>
                    <a:pt x="7286" y="1"/>
                    <a:pt x="7179" y="73"/>
                    <a:pt x="7179" y="217"/>
                  </a:cubicBezTo>
                  <a:lnTo>
                    <a:pt x="7179" y="4837"/>
                  </a:lnTo>
                  <a:cubicBezTo>
                    <a:pt x="7097" y="4865"/>
                    <a:pt x="7020" y="4904"/>
                    <a:pt x="6958" y="4957"/>
                  </a:cubicBezTo>
                  <a:lnTo>
                    <a:pt x="6356" y="5438"/>
                  </a:lnTo>
                  <a:lnTo>
                    <a:pt x="5861" y="4822"/>
                  </a:lnTo>
                  <a:cubicBezTo>
                    <a:pt x="5731" y="4663"/>
                    <a:pt x="5538" y="4572"/>
                    <a:pt x="5336" y="4572"/>
                  </a:cubicBezTo>
                  <a:cubicBezTo>
                    <a:pt x="5202" y="4572"/>
                    <a:pt x="5096" y="4461"/>
                    <a:pt x="5096" y="4331"/>
                  </a:cubicBezTo>
                  <a:lnTo>
                    <a:pt x="5096" y="4096"/>
                  </a:lnTo>
                  <a:cubicBezTo>
                    <a:pt x="5384" y="3879"/>
                    <a:pt x="5553" y="3547"/>
                    <a:pt x="5553" y="3186"/>
                  </a:cubicBezTo>
                  <a:lnTo>
                    <a:pt x="5553" y="2734"/>
                  </a:lnTo>
                  <a:cubicBezTo>
                    <a:pt x="5548" y="2238"/>
                    <a:pt x="5149" y="1834"/>
                    <a:pt x="4653" y="1834"/>
                  </a:cubicBezTo>
                  <a:lnTo>
                    <a:pt x="4196" y="1834"/>
                  </a:lnTo>
                  <a:cubicBezTo>
                    <a:pt x="3700" y="1834"/>
                    <a:pt x="3301" y="2238"/>
                    <a:pt x="3301" y="2734"/>
                  </a:cubicBezTo>
                  <a:lnTo>
                    <a:pt x="3301" y="3186"/>
                  </a:lnTo>
                  <a:cubicBezTo>
                    <a:pt x="3301" y="3547"/>
                    <a:pt x="3469" y="3879"/>
                    <a:pt x="3753" y="4096"/>
                  </a:cubicBezTo>
                  <a:lnTo>
                    <a:pt x="3753" y="4418"/>
                  </a:lnTo>
                  <a:cubicBezTo>
                    <a:pt x="3753" y="4423"/>
                    <a:pt x="3753" y="4428"/>
                    <a:pt x="3748" y="4432"/>
                  </a:cubicBezTo>
                  <a:lnTo>
                    <a:pt x="3214" y="4697"/>
                  </a:lnTo>
                  <a:cubicBezTo>
                    <a:pt x="2983" y="4813"/>
                    <a:pt x="2839" y="5043"/>
                    <a:pt x="2844" y="5299"/>
                  </a:cubicBezTo>
                  <a:lnTo>
                    <a:pt x="2844" y="7488"/>
                  </a:lnTo>
                  <a:cubicBezTo>
                    <a:pt x="2844" y="7700"/>
                    <a:pt x="2892" y="7906"/>
                    <a:pt x="2983" y="8094"/>
                  </a:cubicBezTo>
                  <a:lnTo>
                    <a:pt x="3200" y="8527"/>
                  </a:lnTo>
                  <a:cubicBezTo>
                    <a:pt x="3262" y="8652"/>
                    <a:pt x="3296" y="8797"/>
                    <a:pt x="3301" y="8941"/>
                  </a:cubicBezTo>
                  <a:lnTo>
                    <a:pt x="3301" y="12001"/>
                  </a:lnTo>
                  <a:lnTo>
                    <a:pt x="193" y="14205"/>
                  </a:lnTo>
                  <a:cubicBezTo>
                    <a:pt x="0" y="14339"/>
                    <a:pt x="132" y="14594"/>
                    <a:pt x="312" y="14594"/>
                  </a:cubicBezTo>
                  <a:cubicBezTo>
                    <a:pt x="353" y="14594"/>
                    <a:pt x="396" y="14581"/>
                    <a:pt x="438" y="14551"/>
                  </a:cubicBezTo>
                  <a:lnTo>
                    <a:pt x="7391" y="9615"/>
                  </a:lnTo>
                  <a:lnTo>
                    <a:pt x="14349" y="14551"/>
                  </a:lnTo>
                  <a:cubicBezTo>
                    <a:pt x="14391" y="14581"/>
                    <a:pt x="14434" y="14594"/>
                    <a:pt x="14474" y="14594"/>
                  </a:cubicBezTo>
                  <a:cubicBezTo>
                    <a:pt x="14654" y="14594"/>
                    <a:pt x="14783" y="14339"/>
                    <a:pt x="14594" y="14205"/>
                  </a:cubicBezTo>
                  <a:lnTo>
                    <a:pt x="7607" y="9244"/>
                  </a:lnTo>
                  <a:lnTo>
                    <a:pt x="7607" y="6160"/>
                  </a:lnTo>
                  <a:lnTo>
                    <a:pt x="7810" y="5996"/>
                  </a:lnTo>
                  <a:cubicBezTo>
                    <a:pt x="8132" y="5736"/>
                    <a:pt x="8146" y="5246"/>
                    <a:pt x="7838" y="4971"/>
                  </a:cubicBezTo>
                  <a:cubicBezTo>
                    <a:pt x="7771" y="4909"/>
                    <a:pt x="7694" y="4865"/>
                    <a:pt x="7607" y="4841"/>
                  </a:cubicBezTo>
                  <a:lnTo>
                    <a:pt x="7607" y="891"/>
                  </a:lnTo>
                  <a:lnTo>
                    <a:pt x="10470" y="891"/>
                  </a:lnTo>
                  <a:lnTo>
                    <a:pt x="10172" y="1492"/>
                  </a:lnTo>
                  <a:cubicBezTo>
                    <a:pt x="10138" y="1550"/>
                    <a:pt x="10138" y="1622"/>
                    <a:pt x="10172" y="1680"/>
                  </a:cubicBezTo>
                  <a:lnTo>
                    <a:pt x="10470" y="2282"/>
                  </a:lnTo>
                  <a:lnTo>
                    <a:pt x="8305" y="2282"/>
                  </a:lnTo>
                  <a:cubicBezTo>
                    <a:pt x="8021" y="2282"/>
                    <a:pt x="8021" y="2710"/>
                    <a:pt x="8305" y="2710"/>
                  </a:cubicBezTo>
                  <a:lnTo>
                    <a:pt x="10817" y="2710"/>
                  </a:lnTo>
                  <a:cubicBezTo>
                    <a:pt x="10976" y="2710"/>
                    <a:pt x="11082" y="2541"/>
                    <a:pt x="11009" y="2402"/>
                  </a:cubicBezTo>
                  <a:lnTo>
                    <a:pt x="10600" y="1584"/>
                  </a:lnTo>
                  <a:lnTo>
                    <a:pt x="11009" y="766"/>
                  </a:lnTo>
                  <a:cubicBezTo>
                    <a:pt x="11082" y="622"/>
                    <a:pt x="10976" y="458"/>
                    <a:pt x="10817" y="458"/>
                  </a:cubicBezTo>
                  <a:lnTo>
                    <a:pt x="7607" y="458"/>
                  </a:lnTo>
                  <a:lnTo>
                    <a:pt x="7607" y="217"/>
                  </a:lnTo>
                  <a:cubicBezTo>
                    <a:pt x="7607" y="73"/>
                    <a:pt x="7500" y="1"/>
                    <a:pt x="7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1"/>
            <p:cNvSpPr/>
            <p:nvPr/>
          </p:nvSpPr>
          <p:spPr>
            <a:xfrm>
              <a:off x="7299368" y="3188453"/>
              <a:ext cx="70893" cy="50095"/>
            </a:xfrm>
            <a:custGeom>
              <a:rect b="b" l="l" r="r" t="t"/>
              <a:pathLst>
                <a:path extrusionOk="0" h="1910" w="2703">
                  <a:moveTo>
                    <a:pt x="309" y="1"/>
                  </a:moveTo>
                  <a:cubicBezTo>
                    <a:pt x="130" y="1"/>
                    <a:pt x="0" y="256"/>
                    <a:pt x="189" y="390"/>
                  </a:cubicBezTo>
                  <a:lnTo>
                    <a:pt x="2263" y="1867"/>
                  </a:lnTo>
                  <a:cubicBezTo>
                    <a:pt x="2305" y="1897"/>
                    <a:pt x="2347" y="1909"/>
                    <a:pt x="2387" y="1909"/>
                  </a:cubicBezTo>
                  <a:cubicBezTo>
                    <a:pt x="2569" y="1909"/>
                    <a:pt x="2702" y="1650"/>
                    <a:pt x="2513" y="1516"/>
                  </a:cubicBezTo>
                  <a:lnTo>
                    <a:pt x="434" y="43"/>
                  </a:lnTo>
                  <a:cubicBezTo>
                    <a:pt x="392" y="13"/>
                    <a:pt x="349"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1"/>
            <p:cNvSpPr/>
            <p:nvPr/>
          </p:nvSpPr>
          <p:spPr>
            <a:xfrm>
              <a:off x="7269363" y="3167209"/>
              <a:ext cx="28431" cy="19854"/>
            </a:xfrm>
            <a:custGeom>
              <a:rect b="b" l="l" r="r" t="t"/>
              <a:pathLst>
                <a:path extrusionOk="0" h="757" w="1084">
                  <a:moveTo>
                    <a:pt x="311" y="0"/>
                  </a:moveTo>
                  <a:cubicBezTo>
                    <a:pt x="131" y="0"/>
                    <a:pt x="1" y="258"/>
                    <a:pt x="193" y="391"/>
                  </a:cubicBezTo>
                  <a:lnTo>
                    <a:pt x="645" y="714"/>
                  </a:lnTo>
                  <a:cubicBezTo>
                    <a:pt x="688" y="744"/>
                    <a:pt x="732" y="757"/>
                    <a:pt x="773" y="757"/>
                  </a:cubicBezTo>
                  <a:cubicBezTo>
                    <a:pt x="955" y="757"/>
                    <a:pt x="1084" y="501"/>
                    <a:pt x="895" y="367"/>
                  </a:cubicBezTo>
                  <a:lnTo>
                    <a:pt x="438" y="45"/>
                  </a:lnTo>
                  <a:cubicBezTo>
                    <a:pt x="395" y="14"/>
                    <a:pt x="352" y="0"/>
                    <a:pt x="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5" name="Google Shape;12155;p81"/>
          <p:cNvGrpSpPr/>
          <p:nvPr/>
        </p:nvGrpSpPr>
        <p:grpSpPr>
          <a:xfrm>
            <a:off x="7539926" y="2907741"/>
            <a:ext cx="351501" cy="362726"/>
            <a:chOff x="7539926" y="2907741"/>
            <a:chExt cx="351501" cy="362726"/>
          </a:xfrm>
        </p:grpSpPr>
        <p:sp>
          <p:nvSpPr>
            <p:cNvPr id="12156" name="Google Shape;12156;p81"/>
            <p:cNvSpPr/>
            <p:nvPr/>
          </p:nvSpPr>
          <p:spPr>
            <a:xfrm>
              <a:off x="7545618" y="3185411"/>
              <a:ext cx="68034" cy="53294"/>
            </a:xfrm>
            <a:custGeom>
              <a:rect b="b" l="l" r="r" t="t"/>
              <a:pathLst>
                <a:path extrusionOk="0" h="2032" w="2594">
                  <a:moveTo>
                    <a:pt x="866" y="1"/>
                  </a:moveTo>
                  <a:lnTo>
                    <a:pt x="866" y="434"/>
                  </a:lnTo>
                  <a:cubicBezTo>
                    <a:pt x="866" y="515"/>
                    <a:pt x="818" y="588"/>
                    <a:pt x="746" y="626"/>
                  </a:cubicBezTo>
                  <a:lnTo>
                    <a:pt x="241" y="876"/>
                  </a:lnTo>
                  <a:cubicBezTo>
                    <a:pt x="92" y="948"/>
                    <a:pt x="0" y="1102"/>
                    <a:pt x="0" y="1266"/>
                  </a:cubicBezTo>
                  <a:lnTo>
                    <a:pt x="0" y="2031"/>
                  </a:lnTo>
                  <a:lnTo>
                    <a:pt x="2589" y="2031"/>
                  </a:lnTo>
                  <a:lnTo>
                    <a:pt x="2589" y="1266"/>
                  </a:lnTo>
                  <a:cubicBezTo>
                    <a:pt x="2594" y="1102"/>
                    <a:pt x="2502" y="953"/>
                    <a:pt x="2353"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1"/>
            <p:cNvSpPr/>
            <p:nvPr/>
          </p:nvSpPr>
          <p:spPr>
            <a:xfrm>
              <a:off x="7545723" y="3203193"/>
              <a:ext cx="67929" cy="61635"/>
            </a:xfrm>
            <a:custGeom>
              <a:rect b="b" l="l" r="r" t="t"/>
              <a:pathLst>
                <a:path extrusionOk="0" h="2350" w="2590">
                  <a:moveTo>
                    <a:pt x="631" y="1"/>
                  </a:moveTo>
                  <a:lnTo>
                    <a:pt x="242" y="198"/>
                  </a:lnTo>
                  <a:cubicBezTo>
                    <a:pt x="92" y="270"/>
                    <a:pt x="1" y="424"/>
                    <a:pt x="1" y="588"/>
                  </a:cubicBezTo>
                  <a:lnTo>
                    <a:pt x="1" y="2349"/>
                  </a:lnTo>
                  <a:lnTo>
                    <a:pt x="2590" y="2349"/>
                  </a:lnTo>
                  <a:lnTo>
                    <a:pt x="2590" y="588"/>
                  </a:lnTo>
                  <a:cubicBezTo>
                    <a:pt x="2590" y="424"/>
                    <a:pt x="2498" y="270"/>
                    <a:pt x="2349" y="198"/>
                  </a:cubicBezTo>
                  <a:lnTo>
                    <a:pt x="1954" y="1"/>
                  </a:lnTo>
                  <a:cubicBezTo>
                    <a:pt x="1796" y="193"/>
                    <a:pt x="1560" y="617"/>
                    <a:pt x="1295" y="617"/>
                  </a:cubicBezTo>
                  <a:cubicBezTo>
                    <a:pt x="1031" y="617"/>
                    <a:pt x="790" y="198"/>
                    <a:pt x="63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1"/>
            <p:cNvSpPr/>
            <p:nvPr/>
          </p:nvSpPr>
          <p:spPr>
            <a:xfrm>
              <a:off x="7556974" y="3140116"/>
              <a:ext cx="45321" cy="51012"/>
            </a:xfrm>
            <a:custGeom>
              <a:rect b="b" l="l" r="r" t="t"/>
              <a:pathLst>
                <a:path extrusionOk="0" h="1945" w="1728">
                  <a:moveTo>
                    <a:pt x="641" y="0"/>
                  </a:moveTo>
                  <a:cubicBezTo>
                    <a:pt x="284" y="0"/>
                    <a:pt x="0" y="292"/>
                    <a:pt x="0" y="645"/>
                  </a:cubicBezTo>
                  <a:lnTo>
                    <a:pt x="0" y="1078"/>
                  </a:lnTo>
                  <a:cubicBezTo>
                    <a:pt x="0" y="1554"/>
                    <a:pt x="385" y="1944"/>
                    <a:pt x="866" y="1944"/>
                  </a:cubicBezTo>
                  <a:cubicBezTo>
                    <a:pt x="1343" y="1944"/>
                    <a:pt x="1728" y="1554"/>
                    <a:pt x="1728" y="1078"/>
                  </a:cubicBezTo>
                  <a:lnTo>
                    <a:pt x="1728" y="645"/>
                  </a:lnTo>
                  <a:cubicBezTo>
                    <a:pt x="1728" y="292"/>
                    <a:pt x="1444" y="0"/>
                    <a:pt x="1091" y="0"/>
                  </a:cubicBezTo>
                  <a:cubicBezTo>
                    <a:pt x="1089" y="0"/>
                    <a:pt x="1086"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1"/>
            <p:cNvSpPr/>
            <p:nvPr/>
          </p:nvSpPr>
          <p:spPr>
            <a:xfrm>
              <a:off x="7556974" y="3140116"/>
              <a:ext cx="31316" cy="50986"/>
            </a:xfrm>
            <a:custGeom>
              <a:rect b="b" l="l" r="r" t="t"/>
              <a:pathLst>
                <a:path extrusionOk="0" h="1944" w="1194">
                  <a:moveTo>
                    <a:pt x="650" y="0"/>
                  </a:moveTo>
                  <a:cubicBezTo>
                    <a:pt x="294" y="0"/>
                    <a:pt x="0" y="289"/>
                    <a:pt x="5" y="645"/>
                  </a:cubicBezTo>
                  <a:lnTo>
                    <a:pt x="5" y="1078"/>
                  </a:lnTo>
                  <a:cubicBezTo>
                    <a:pt x="1" y="1575"/>
                    <a:pt x="404" y="1943"/>
                    <a:pt x="861" y="1943"/>
                  </a:cubicBezTo>
                  <a:cubicBezTo>
                    <a:pt x="970" y="1943"/>
                    <a:pt x="1083" y="1922"/>
                    <a:pt x="1193" y="1877"/>
                  </a:cubicBezTo>
                  <a:cubicBezTo>
                    <a:pt x="861" y="1747"/>
                    <a:pt x="650" y="1429"/>
                    <a:pt x="650" y="1078"/>
                  </a:cubicBezTo>
                  <a:lnTo>
                    <a:pt x="650" y="645"/>
                  </a:lnTo>
                  <a:cubicBezTo>
                    <a:pt x="650" y="332"/>
                    <a:pt x="876" y="58"/>
                    <a:pt x="1189" y="10"/>
                  </a:cubicBezTo>
                  <a:cubicBezTo>
                    <a:pt x="1155" y="0"/>
                    <a:pt x="1116" y="0"/>
                    <a:pt x="10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1"/>
            <p:cNvSpPr/>
            <p:nvPr/>
          </p:nvSpPr>
          <p:spPr>
            <a:xfrm>
              <a:off x="7556974" y="3140116"/>
              <a:ext cx="45452" cy="22608"/>
            </a:xfrm>
            <a:custGeom>
              <a:rect b="b" l="l" r="r" t="t"/>
              <a:pathLst>
                <a:path extrusionOk="0" h="862" w="1733">
                  <a:moveTo>
                    <a:pt x="1091" y="0"/>
                  </a:moveTo>
                  <a:cubicBezTo>
                    <a:pt x="1089" y="0"/>
                    <a:pt x="1086" y="0"/>
                    <a:pt x="1083" y="0"/>
                  </a:cubicBezTo>
                  <a:lnTo>
                    <a:pt x="650" y="0"/>
                  </a:lnTo>
                  <a:cubicBezTo>
                    <a:pt x="294" y="0"/>
                    <a:pt x="0" y="289"/>
                    <a:pt x="5" y="645"/>
                  </a:cubicBezTo>
                  <a:cubicBezTo>
                    <a:pt x="5" y="645"/>
                    <a:pt x="650" y="861"/>
                    <a:pt x="1732" y="861"/>
                  </a:cubicBezTo>
                  <a:lnTo>
                    <a:pt x="1732" y="645"/>
                  </a:lnTo>
                  <a:cubicBezTo>
                    <a:pt x="1732" y="292"/>
                    <a:pt x="1444" y="0"/>
                    <a:pt x="109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1"/>
            <p:cNvSpPr/>
            <p:nvPr/>
          </p:nvSpPr>
          <p:spPr>
            <a:xfrm>
              <a:off x="7556974" y="3140116"/>
              <a:ext cx="31184" cy="20589"/>
            </a:xfrm>
            <a:custGeom>
              <a:rect b="b" l="l" r="r" t="t"/>
              <a:pathLst>
                <a:path extrusionOk="0" h="785" w="1189">
                  <a:moveTo>
                    <a:pt x="650" y="0"/>
                  </a:moveTo>
                  <a:cubicBezTo>
                    <a:pt x="294" y="0"/>
                    <a:pt x="0" y="289"/>
                    <a:pt x="5" y="645"/>
                  </a:cubicBezTo>
                  <a:cubicBezTo>
                    <a:pt x="217" y="707"/>
                    <a:pt x="433" y="756"/>
                    <a:pt x="650" y="784"/>
                  </a:cubicBezTo>
                  <a:lnTo>
                    <a:pt x="650" y="645"/>
                  </a:lnTo>
                  <a:cubicBezTo>
                    <a:pt x="650" y="332"/>
                    <a:pt x="876" y="58"/>
                    <a:pt x="1189" y="10"/>
                  </a:cubicBezTo>
                  <a:cubicBezTo>
                    <a:pt x="1155" y="0"/>
                    <a:pt x="1116" y="0"/>
                    <a:pt x="108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1"/>
            <p:cNvSpPr/>
            <p:nvPr/>
          </p:nvSpPr>
          <p:spPr>
            <a:xfrm>
              <a:off x="7545723" y="3213291"/>
              <a:ext cx="16943" cy="51537"/>
            </a:xfrm>
            <a:custGeom>
              <a:rect b="b" l="l" r="r" t="t"/>
              <a:pathLst>
                <a:path extrusionOk="0" h="1965" w="646">
                  <a:moveTo>
                    <a:pt x="49" y="1"/>
                  </a:moveTo>
                  <a:cubicBezTo>
                    <a:pt x="15" y="63"/>
                    <a:pt x="1" y="131"/>
                    <a:pt x="1" y="203"/>
                  </a:cubicBezTo>
                  <a:lnTo>
                    <a:pt x="1" y="1964"/>
                  </a:lnTo>
                  <a:lnTo>
                    <a:pt x="646" y="1964"/>
                  </a:lnTo>
                  <a:lnTo>
                    <a:pt x="646" y="665"/>
                  </a:lnTo>
                  <a:cubicBezTo>
                    <a:pt x="646" y="530"/>
                    <a:pt x="583" y="400"/>
                    <a:pt x="472" y="319"/>
                  </a:cubicBezTo>
                  <a:lnTo>
                    <a:pt x="4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1"/>
            <p:cNvSpPr/>
            <p:nvPr/>
          </p:nvSpPr>
          <p:spPr>
            <a:xfrm>
              <a:off x="7596709" y="3213291"/>
              <a:ext cx="16943" cy="51537"/>
            </a:xfrm>
            <a:custGeom>
              <a:rect b="b" l="l" r="r" t="t"/>
              <a:pathLst>
                <a:path extrusionOk="0" h="1965" w="646">
                  <a:moveTo>
                    <a:pt x="598" y="1"/>
                  </a:moveTo>
                  <a:lnTo>
                    <a:pt x="174" y="319"/>
                  </a:lnTo>
                  <a:cubicBezTo>
                    <a:pt x="63" y="400"/>
                    <a:pt x="1" y="530"/>
                    <a:pt x="1" y="665"/>
                  </a:cubicBezTo>
                  <a:lnTo>
                    <a:pt x="1" y="1964"/>
                  </a:lnTo>
                  <a:lnTo>
                    <a:pt x="646" y="1964"/>
                  </a:lnTo>
                  <a:lnTo>
                    <a:pt x="646" y="203"/>
                  </a:lnTo>
                  <a:cubicBezTo>
                    <a:pt x="646" y="131"/>
                    <a:pt x="626" y="63"/>
                    <a:pt x="5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1"/>
            <p:cNvSpPr/>
            <p:nvPr/>
          </p:nvSpPr>
          <p:spPr>
            <a:xfrm>
              <a:off x="7636207" y="3185411"/>
              <a:ext cx="68060" cy="53294"/>
            </a:xfrm>
            <a:custGeom>
              <a:rect b="b" l="l" r="r" t="t"/>
              <a:pathLst>
                <a:path extrusionOk="0" h="2032" w="2595">
                  <a:moveTo>
                    <a:pt x="867" y="1"/>
                  </a:moveTo>
                  <a:lnTo>
                    <a:pt x="867" y="434"/>
                  </a:lnTo>
                  <a:cubicBezTo>
                    <a:pt x="867" y="515"/>
                    <a:pt x="819" y="588"/>
                    <a:pt x="747" y="626"/>
                  </a:cubicBezTo>
                  <a:lnTo>
                    <a:pt x="242" y="876"/>
                  </a:lnTo>
                  <a:cubicBezTo>
                    <a:pt x="92" y="948"/>
                    <a:pt x="1" y="1102"/>
                    <a:pt x="1" y="1266"/>
                  </a:cubicBezTo>
                  <a:lnTo>
                    <a:pt x="1" y="2031"/>
                  </a:lnTo>
                  <a:lnTo>
                    <a:pt x="2594" y="2031"/>
                  </a:lnTo>
                  <a:lnTo>
                    <a:pt x="2594" y="1266"/>
                  </a:lnTo>
                  <a:cubicBezTo>
                    <a:pt x="2594" y="1102"/>
                    <a:pt x="2503" y="953"/>
                    <a:pt x="2359"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1"/>
            <p:cNvSpPr/>
            <p:nvPr/>
          </p:nvSpPr>
          <p:spPr>
            <a:xfrm>
              <a:off x="7636339" y="3203193"/>
              <a:ext cx="68060" cy="61635"/>
            </a:xfrm>
            <a:custGeom>
              <a:rect b="b" l="l" r="r" t="t"/>
              <a:pathLst>
                <a:path extrusionOk="0" h="2350" w="2595">
                  <a:moveTo>
                    <a:pt x="636" y="1"/>
                  </a:moveTo>
                  <a:lnTo>
                    <a:pt x="241" y="198"/>
                  </a:lnTo>
                  <a:cubicBezTo>
                    <a:pt x="97" y="270"/>
                    <a:pt x="1" y="424"/>
                    <a:pt x="1" y="588"/>
                  </a:cubicBezTo>
                  <a:lnTo>
                    <a:pt x="1" y="2349"/>
                  </a:lnTo>
                  <a:lnTo>
                    <a:pt x="2594" y="2349"/>
                  </a:lnTo>
                  <a:lnTo>
                    <a:pt x="2594" y="588"/>
                  </a:lnTo>
                  <a:cubicBezTo>
                    <a:pt x="2594" y="424"/>
                    <a:pt x="2498" y="270"/>
                    <a:pt x="2354" y="198"/>
                  </a:cubicBezTo>
                  <a:lnTo>
                    <a:pt x="1959" y="1"/>
                  </a:lnTo>
                  <a:cubicBezTo>
                    <a:pt x="1800" y="193"/>
                    <a:pt x="1565" y="617"/>
                    <a:pt x="1300" y="617"/>
                  </a:cubicBezTo>
                  <a:cubicBezTo>
                    <a:pt x="1030" y="617"/>
                    <a:pt x="795" y="198"/>
                    <a:pt x="636"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1"/>
            <p:cNvSpPr/>
            <p:nvPr/>
          </p:nvSpPr>
          <p:spPr>
            <a:xfrm>
              <a:off x="7647695" y="3140116"/>
              <a:ext cx="45347" cy="51012"/>
            </a:xfrm>
            <a:custGeom>
              <a:rect b="b" l="l" r="r" t="t"/>
              <a:pathLst>
                <a:path extrusionOk="0" h="1945" w="1729">
                  <a:moveTo>
                    <a:pt x="637" y="0"/>
                  </a:moveTo>
                  <a:cubicBezTo>
                    <a:pt x="285" y="0"/>
                    <a:pt x="1" y="292"/>
                    <a:pt x="1" y="645"/>
                  </a:cubicBezTo>
                  <a:lnTo>
                    <a:pt x="1" y="1078"/>
                  </a:lnTo>
                  <a:cubicBezTo>
                    <a:pt x="1" y="1554"/>
                    <a:pt x="386" y="1944"/>
                    <a:pt x="862" y="1944"/>
                  </a:cubicBezTo>
                  <a:cubicBezTo>
                    <a:pt x="1338" y="1944"/>
                    <a:pt x="1728" y="1554"/>
                    <a:pt x="1728" y="1078"/>
                  </a:cubicBezTo>
                  <a:lnTo>
                    <a:pt x="1728" y="645"/>
                  </a:lnTo>
                  <a:cubicBezTo>
                    <a:pt x="1728" y="289"/>
                    <a:pt x="1440" y="0"/>
                    <a:pt x="1079" y="0"/>
                  </a:cubicBezTo>
                  <a:lnTo>
                    <a:pt x="646" y="0"/>
                  </a:lnTo>
                  <a:cubicBezTo>
                    <a:pt x="643" y="0"/>
                    <a:pt x="640" y="0"/>
                    <a:pt x="63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1"/>
            <p:cNvSpPr/>
            <p:nvPr/>
          </p:nvSpPr>
          <p:spPr>
            <a:xfrm>
              <a:off x="7647590" y="3140116"/>
              <a:ext cx="31316" cy="50986"/>
            </a:xfrm>
            <a:custGeom>
              <a:rect b="b" l="l" r="r" t="t"/>
              <a:pathLst>
                <a:path extrusionOk="0" h="1944" w="1194">
                  <a:moveTo>
                    <a:pt x="641" y="0"/>
                  </a:moveTo>
                  <a:cubicBezTo>
                    <a:pt x="289" y="0"/>
                    <a:pt x="5" y="292"/>
                    <a:pt x="5" y="645"/>
                  </a:cubicBezTo>
                  <a:lnTo>
                    <a:pt x="5" y="1078"/>
                  </a:lnTo>
                  <a:cubicBezTo>
                    <a:pt x="1" y="1575"/>
                    <a:pt x="404" y="1943"/>
                    <a:pt x="861" y="1943"/>
                  </a:cubicBezTo>
                  <a:cubicBezTo>
                    <a:pt x="970" y="1943"/>
                    <a:pt x="1083" y="1922"/>
                    <a:pt x="1193" y="1877"/>
                  </a:cubicBezTo>
                  <a:cubicBezTo>
                    <a:pt x="866" y="1747"/>
                    <a:pt x="650" y="1429"/>
                    <a:pt x="650" y="1078"/>
                  </a:cubicBezTo>
                  <a:lnTo>
                    <a:pt x="650" y="645"/>
                  </a:lnTo>
                  <a:cubicBezTo>
                    <a:pt x="650" y="332"/>
                    <a:pt x="881" y="58"/>
                    <a:pt x="1193" y="10"/>
                  </a:cubicBezTo>
                  <a:cubicBezTo>
                    <a:pt x="1155" y="0"/>
                    <a:pt x="1121"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1"/>
            <p:cNvSpPr/>
            <p:nvPr/>
          </p:nvSpPr>
          <p:spPr>
            <a:xfrm>
              <a:off x="7647564" y="3140116"/>
              <a:ext cx="45478" cy="22608"/>
            </a:xfrm>
            <a:custGeom>
              <a:rect b="b" l="l" r="r" t="t"/>
              <a:pathLst>
                <a:path extrusionOk="0" h="862" w="1734">
                  <a:moveTo>
                    <a:pt x="642" y="0"/>
                  </a:moveTo>
                  <a:cubicBezTo>
                    <a:pt x="290" y="0"/>
                    <a:pt x="1" y="292"/>
                    <a:pt x="1" y="645"/>
                  </a:cubicBezTo>
                  <a:cubicBezTo>
                    <a:pt x="1" y="645"/>
                    <a:pt x="651" y="861"/>
                    <a:pt x="1733" y="861"/>
                  </a:cubicBezTo>
                  <a:lnTo>
                    <a:pt x="1733" y="645"/>
                  </a:lnTo>
                  <a:cubicBezTo>
                    <a:pt x="1733" y="292"/>
                    <a:pt x="1444" y="0"/>
                    <a:pt x="1092" y="0"/>
                  </a:cubicBezTo>
                  <a:cubicBezTo>
                    <a:pt x="1089" y="0"/>
                    <a:pt x="1087" y="0"/>
                    <a:pt x="1084" y="0"/>
                  </a:cubicBezTo>
                  <a:lnTo>
                    <a:pt x="651" y="0"/>
                  </a:lnTo>
                  <a:cubicBezTo>
                    <a:pt x="648" y="0"/>
                    <a:pt x="645" y="0"/>
                    <a:pt x="6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1"/>
            <p:cNvSpPr/>
            <p:nvPr/>
          </p:nvSpPr>
          <p:spPr>
            <a:xfrm>
              <a:off x="7647695" y="3140116"/>
              <a:ext cx="31211" cy="20589"/>
            </a:xfrm>
            <a:custGeom>
              <a:rect b="b" l="l" r="r" t="t"/>
              <a:pathLst>
                <a:path extrusionOk="0" h="785" w="1190">
                  <a:moveTo>
                    <a:pt x="637" y="0"/>
                  </a:moveTo>
                  <a:cubicBezTo>
                    <a:pt x="285" y="0"/>
                    <a:pt x="1" y="292"/>
                    <a:pt x="1" y="645"/>
                  </a:cubicBezTo>
                  <a:cubicBezTo>
                    <a:pt x="213" y="707"/>
                    <a:pt x="429" y="756"/>
                    <a:pt x="646" y="784"/>
                  </a:cubicBezTo>
                  <a:lnTo>
                    <a:pt x="646" y="645"/>
                  </a:lnTo>
                  <a:cubicBezTo>
                    <a:pt x="646" y="332"/>
                    <a:pt x="877" y="58"/>
                    <a:pt x="1189" y="10"/>
                  </a:cubicBezTo>
                  <a:cubicBezTo>
                    <a:pt x="1151" y="0"/>
                    <a:pt x="1117" y="0"/>
                    <a:pt x="1079" y="0"/>
                  </a:cubicBezTo>
                  <a:lnTo>
                    <a:pt x="646" y="0"/>
                  </a:lnTo>
                  <a:cubicBezTo>
                    <a:pt x="643" y="0"/>
                    <a:pt x="640" y="0"/>
                    <a:pt x="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1"/>
            <p:cNvSpPr/>
            <p:nvPr/>
          </p:nvSpPr>
          <p:spPr>
            <a:xfrm>
              <a:off x="7636339" y="3213291"/>
              <a:ext cx="16943" cy="51537"/>
            </a:xfrm>
            <a:custGeom>
              <a:rect b="b" l="l" r="r" t="t"/>
              <a:pathLst>
                <a:path extrusionOk="0" h="1965" w="646">
                  <a:moveTo>
                    <a:pt x="54" y="1"/>
                  </a:moveTo>
                  <a:cubicBezTo>
                    <a:pt x="20" y="63"/>
                    <a:pt x="1" y="131"/>
                    <a:pt x="1" y="203"/>
                  </a:cubicBezTo>
                  <a:lnTo>
                    <a:pt x="1" y="1964"/>
                  </a:lnTo>
                  <a:lnTo>
                    <a:pt x="646" y="1964"/>
                  </a:lnTo>
                  <a:lnTo>
                    <a:pt x="646" y="665"/>
                  </a:lnTo>
                  <a:cubicBezTo>
                    <a:pt x="646" y="530"/>
                    <a:pt x="583" y="400"/>
                    <a:pt x="472" y="319"/>
                  </a:cubicBezTo>
                  <a:lnTo>
                    <a:pt x="5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1"/>
            <p:cNvSpPr/>
            <p:nvPr/>
          </p:nvSpPr>
          <p:spPr>
            <a:xfrm>
              <a:off x="7687325" y="3213291"/>
              <a:ext cx="17074" cy="51537"/>
            </a:xfrm>
            <a:custGeom>
              <a:rect b="b" l="l" r="r" t="t"/>
              <a:pathLst>
                <a:path extrusionOk="0" h="1965" w="651">
                  <a:moveTo>
                    <a:pt x="597" y="1"/>
                  </a:moveTo>
                  <a:lnTo>
                    <a:pt x="174" y="319"/>
                  </a:lnTo>
                  <a:cubicBezTo>
                    <a:pt x="63" y="400"/>
                    <a:pt x="1" y="530"/>
                    <a:pt x="1" y="665"/>
                  </a:cubicBezTo>
                  <a:lnTo>
                    <a:pt x="1" y="1964"/>
                  </a:lnTo>
                  <a:lnTo>
                    <a:pt x="650" y="1964"/>
                  </a:lnTo>
                  <a:lnTo>
                    <a:pt x="650" y="203"/>
                  </a:lnTo>
                  <a:cubicBezTo>
                    <a:pt x="645" y="131"/>
                    <a:pt x="631" y="63"/>
                    <a:pt x="5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1"/>
            <p:cNvSpPr/>
            <p:nvPr/>
          </p:nvSpPr>
          <p:spPr>
            <a:xfrm>
              <a:off x="7726955" y="3185411"/>
              <a:ext cx="68060" cy="53294"/>
            </a:xfrm>
            <a:custGeom>
              <a:rect b="b" l="l" r="r" t="t"/>
              <a:pathLst>
                <a:path extrusionOk="0" h="2032" w="2595">
                  <a:moveTo>
                    <a:pt x="867" y="1"/>
                  </a:moveTo>
                  <a:lnTo>
                    <a:pt x="867" y="434"/>
                  </a:lnTo>
                  <a:cubicBezTo>
                    <a:pt x="867" y="515"/>
                    <a:pt x="819" y="588"/>
                    <a:pt x="746" y="626"/>
                  </a:cubicBezTo>
                  <a:lnTo>
                    <a:pt x="241" y="876"/>
                  </a:lnTo>
                  <a:cubicBezTo>
                    <a:pt x="92" y="948"/>
                    <a:pt x="1" y="1102"/>
                    <a:pt x="1" y="1266"/>
                  </a:cubicBezTo>
                  <a:lnTo>
                    <a:pt x="1" y="2031"/>
                  </a:lnTo>
                  <a:lnTo>
                    <a:pt x="2594" y="2031"/>
                  </a:lnTo>
                  <a:lnTo>
                    <a:pt x="2594" y="1266"/>
                  </a:lnTo>
                  <a:cubicBezTo>
                    <a:pt x="2594" y="1102"/>
                    <a:pt x="2503" y="953"/>
                    <a:pt x="2354"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1"/>
            <p:cNvSpPr/>
            <p:nvPr/>
          </p:nvSpPr>
          <p:spPr>
            <a:xfrm>
              <a:off x="7727086" y="3203193"/>
              <a:ext cx="67929" cy="61635"/>
            </a:xfrm>
            <a:custGeom>
              <a:rect b="b" l="l" r="r" t="t"/>
              <a:pathLst>
                <a:path extrusionOk="0" h="2350" w="2590">
                  <a:moveTo>
                    <a:pt x="636" y="1"/>
                  </a:moveTo>
                  <a:lnTo>
                    <a:pt x="241" y="198"/>
                  </a:lnTo>
                  <a:cubicBezTo>
                    <a:pt x="92" y="270"/>
                    <a:pt x="0" y="424"/>
                    <a:pt x="0" y="588"/>
                  </a:cubicBezTo>
                  <a:lnTo>
                    <a:pt x="0" y="2349"/>
                  </a:lnTo>
                  <a:lnTo>
                    <a:pt x="2589" y="2349"/>
                  </a:lnTo>
                  <a:lnTo>
                    <a:pt x="2589" y="588"/>
                  </a:lnTo>
                  <a:cubicBezTo>
                    <a:pt x="2589" y="424"/>
                    <a:pt x="2498" y="270"/>
                    <a:pt x="2349" y="198"/>
                  </a:cubicBezTo>
                  <a:lnTo>
                    <a:pt x="1959" y="1"/>
                  </a:lnTo>
                  <a:cubicBezTo>
                    <a:pt x="1795" y="193"/>
                    <a:pt x="1559" y="617"/>
                    <a:pt x="1295" y="617"/>
                  </a:cubicBezTo>
                  <a:cubicBezTo>
                    <a:pt x="1030" y="617"/>
                    <a:pt x="790" y="198"/>
                    <a:pt x="636"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1"/>
            <p:cNvSpPr/>
            <p:nvPr/>
          </p:nvSpPr>
          <p:spPr>
            <a:xfrm>
              <a:off x="7738311" y="3140116"/>
              <a:ext cx="45347" cy="51012"/>
            </a:xfrm>
            <a:custGeom>
              <a:rect b="b" l="l" r="r" t="t"/>
              <a:pathLst>
                <a:path extrusionOk="0" h="1945" w="1729">
                  <a:moveTo>
                    <a:pt x="641" y="0"/>
                  </a:moveTo>
                  <a:cubicBezTo>
                    <a:pt x="285" y="0"/>
                    <a:pt x="1" y="292"/>
                    <a:pt x="1" y="645"/>
                  </a:cubicBezTo>
                  <a:lnTo>
                    <a:pt x="1" y="1078"/>
                  </a:lnTo>
                  <a:cubicBezTo>
                    <a:pt x="1" y="1554"/>
                    <a:pt x="386" y="1944"/>
                    <a:pt x="867" y="1944"/>
                  </a:cubicBezTo>
                  <a:cubicBezTo>
                    <a:pt x="1343" y="1944"/>
                    <a:pt x="1728" y="1554"/>
                    <a:pt x="1728" y="1078"/>
                  </a:cubicBezTo>
                  <a:lnTo>
                    <a:pt x="1728" y="645"/>
                  </a:lnTo>
                  <a:cubicBezTo>
                    <a:pt x="1728" y="289"/>
                    <a:pt x="1439"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1"/>
            <p:cNvSpPr/>
            <p:nvPr/>
          </p:nvSpPr>
          <p:spPr>
            <a:xfrm>
              <a:off x="7738311" y="3140116"/>
              <a:ext cx="31211" cy="50986"/>
            </a:xfrm>
            <a:custGeom>
              <a:rect b="b" l="l" r="r" t="t"/>
              <a:pathLst>
                <a:path extrusionOk="0" h="1944" w="1190">
                  <a:moveTo>
                    <a:pt x="641" y="0"/>
                  </a:moveTo>
                  <a:cubicBezTo>
                    <a:pt x="285" y="0"/>
                    <a:pt x="1" y="292"/>
                    <a:pt x="1" y="645"/>
                  </a:cubicBezTo>
                  <a:lnTo>
                    <a:pt x="1" y="1078"/>
                  </a:lnTo>
                  <a:cubicBezTo>
                    <a:pt x="1" y="1575"/>
                    <a:pt x="405" y="1943"/>
                    <a:pt x="859" y="1943"/>
                  </a:cubicBezTo>
                  <a:cubicBezTo>
                    <a:pt x="968" y="1943"/>
                    <a:pt x="1079" y="1922"/>
                    <a:pt x="1189" y="1877"/>
                  </a:cubicBezTo>
                  <a:cubicBezTo>
                    <a:pt x="862" y="1747"/>
                    <a:pt x="650" y="1429"/>
                    <a:pt x="650" y="1078"/>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1"/>
            <p:cNvSpPr/>
            <p:nvPr/>
          </p:nvSpPr>
          <p:spPr>
            <a:xfrm>
              <a:off x="7738311" y="3140116"/>
              <a:ext cx="45347" cy="22608"/>
            </a:xfrm>
            <a:custGeom>
              <a:rect b="b" l="l" r="r" t="t"/>
              <a:pathLst>
                <a:path extrusionOk="0" h="862" w="1729">
                  <a:moveTo>
                    <a:pt x="1092" y="0"/>
                  </a:moveTo>
                  <a:cubicBezTo>
                    <a:pt x="1089" y="0"/>
                    <a:pt x="1086" y="0"/>
                    <a:pt x="1083" y="0"/>
                  </a:cubicBezTo>
                  <a:lnTo>
                    <a:pt x="650" y="0"/>
                  </a:lnTo>
                  <a:cubicBezTo>
                    <a:pt x="289" y="0"/>
                    <a:pt x="1" y="289"/>
                    <a:pt x="1" y="645"/>
                  </a:cubicBezTo>
                  <a:cubicBezTo>
                    <a:pt x="1" y="645"/>
                    <a:pt x="650" y="861"/>
                    <a:pt x="1728" y="861"/>
                  </a:cubicBezTo>
                  <a:lnTo>
                    <a:pt x="1728" y="645"/>
                  </a:lnTo>
                  <a:cubicBezTo>
                    <a:pt x="1728"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1"/>
            <p:cNvSpPr/>
            <p:nvPr/>
          </p:nvSpPr>
          <p:spPr>
            <a:xfrm>
              <a:off x="7738311" y="3140116"/>
              <a:ext cx="31211" cy="20589"/>
            </a:xfrm>
            <a:custGeom>
              <a:rect b="b" l="l" r="r" t="t"/>
              <a:pathLst>
                <a:path extrusionOk="0" h="785" w="1190">
                  <a:moveTo>
                    <a:pt x="641" y="0"/>
                  </a:moveTo>
                  <a:cubicBezTo>
                    <a:pt x="285" y="0"/>
                    <a:pt x="1" y="292"/>
                    <a:pt x="1" y="645"/>
                  </a:cubicBezTo>
                  <a:cubicBezTo>
                    <a:pt x="212" y="707"/>
                    <a:pt x="429" y="756"/>
                    <a:pt x="650" y="784"/>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1"/>
            <p:cNvSpPr/>
            <p:nvPr/>
          </p:nvSpPr>
          <p:spPr>
            <a:xfrm>
              <a:off x="7727086" y="3213291"/>
              <a:ext cx="16943" cy="51537"/>
            </a:xfrm>
            <a:custGeom>
              <a:rect b="b" l="l" r="r" t="t"/>
              <a:pathLst>
                <a:path extrusionOk="0" h="1965" w="646">
                  <a:moveTo>
                    <a:pt x="53" y="1"/>
                  </a:moveTo>
                  <a:cubicBezTo>
                    <a:pt x="20" y="63"/>
                    <a:pt x="0" y="131"/>
                    <a:pt x="0" y="203"/>
                  </a:cubicBezTo>
                  <a:lnTo>
                    <a:pt x="0" y="1964"/>
                  </a:lnTo>
                  <a:lnTo>
                    <a:pt x="645" y="1964"/>
                  </a:lnTo>
                  <a:lnTo>
                    <a:pt x="645" y="665"/>
                  </a:lnTo>
                  <a:cubicBezTo>
                    <a:pt x="645" y="530"/>
                    <a:pt x="583" y="400"/>
                    <a:pt x="472" y="319"/>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1"/>
            <p:cNvSpPr/>
            <p:nvPr/>
          </p:nvSpPr>
          <p:spPr>
            <a:xfrm>
              <a:off x="7777941" y="3213291"/>
              <a:ext cx="17074" cy="51537"/>
            </a:xfrm>
            <a:custGeom>
              <a:rect b="b" l="l" r="r" t="t"/>
              <a:pathLst>
                <a:path extrusionOk="0" h="1965" w="651">
                  <a:moveTo>
                    <a:pt x="597" y="1"/>
                  </a:moveTo>
                  <a:lnTo>
                    <a:pt x="174" y="319"/>
                  </a:lnTo>
                  <a:cubicBezTo>
                    <a:pt x="68" y="400"/>
                    <a:pt x="1" y="530"/>
                    <a:pt x="1" y="665"/>
                  </a:cubicBezTo>
                  <a:lnTo>
                    <a:pt x="1" y="1964"/>
                  </a:lnTo>
                  <a:lnTo>
                    <a:pt x="650" y="1964"/>
                  </a:lnTo>
                  <a:lnTo>
                    <a:pt x="650" y="203"/>
                  </a:lnTo>
                  <a:cubicBezTo>
                    <a:pt x="650" y="131"/>
                    <a:pt x="631" y="63"/>
                    <a:pt x="59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1"/>
            <p:cNvSpPr/>
            <p:nvPr/>
          </p:nvSpPr>
          <p:spPr>
            <a:xfrm>
              <a:off x="7817571" y="3185411"/>
              <a:ext cx="68034" cy="53294"/>
            </a:xfrm>
            <a:custGeom>
              <a:rect b="b" l="l" r="r" t="t"/>
              <a:pathLst>
                <a:path extrusionOk="0" h="2032" w="2594">
                  <a:moveTo>
                    <a:pt x="867" y="1"/>
                  </a:moveTo>
                  <a:lnTo>
                    <a:pt x="867" y="434"/>
                  </a:lnTo>
                  <a:cubicBezTo>
                    <a:pt x="867" y="515"/>
                    <a:pt x="818" y="588"/>
                    <a:pt x="746" y="626"/>
                  </a:cubicBezTo>
                  <a:lnTo>
                    <a:pt x="241" y="876"/>
                  </a:lnTo>
                  <a:cubicBezTo>
                    <a:pt x="92" y="948"/>
                    <a:pt x="0" y="1102"/>
                    <a:pt x="0" y="1266"/>
                  </a:cubicBezTo>
                  <a:lnTo>
                    <a:pt x="0" y="2031"/>
                  </a:lnTo>
                  <a:lnTo>
                    <a:pt x="2594" y="2031"/>
                  </a:lnTo>
                  <a:lnTo>
                    <a:pt x="2594" y="1266"/>
                  </a:lnTo>
                  <a:cubicBezTo>
                    <a:pt x="2594" y="1102"/>
                    <a:pt x="2503" y="953"/>
                    <a:pt x="2358"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1"/>
            <p:cNvSpPr/>
            <p:nvPr/>
          </p:nvSpPr>
          <p:spPr>
            <a:xfrm>
              <a:off x="7817702" y="3203193"/>
              <a:ext cx="68034" cy="61635"/>
            </a:xfrm>
            <a:custGeom>
              <a:rect b="b" l="l" r="r" t="t"/>
              <a:pathLst>
                <a:path extrusionOk="0" h="2350" w="2594">
                  <a:moveTo>
                    <a:pt x="635" y="1"/>
                  </a:moveTo>
                  <a:lnTo>
                    <a:pt x="241" y="198"/>
                  </a:lnTo>
                  <a:cubicBezTo>
                    <a:pt x="96" y="270"/>
                    <a:pt x="0" y="424"/>
                    <a:pt x="0" y="588"/>
                  </a:cubicBezTo>
                  <a:lnTo>
                    <a:pt x="0" y="2349"/>
                  </a:lnTo>
                  <a:lnTo>
                    <a:pt x="2594" y="2349"/>
                  </a:lnTo>
                  <a:lnTo>
                    <a:pt x="2594" y="588"/>
                  </a:lnTo>
                  <a:cubicBezTo>
                    <a:pt x="2594" y="424"/>
                    <a:pt x="2498" y="270"/>
                    <a:pt x="2353" y="198"/>
                  </a:cubicBezTo>
                  <a:lnTo>
                    <a:pt x="1959" y="1"/>
                  </a:lnTo>
                  <a:cubicBezTo>
                    <a:pt x="1800" y="193"/>
                    <a:pt x="1564" y="617"/>
                    <a:pt x="1299" y="617"/>
                  </a:cubicBezTo>
                  <a:cubicBezTo>
                    <a:pt x="1030" y="617"/>
                    <a:pt x="794" y="198"/>
                    <a:pt x="63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1"/>
            <p:cNvSpPr/>
            <p:nvPr/>
          </p:nvSpPr>
          <p:spPr>
            <a:xfrm>
              <a:off x="7829058" y="3140116"/>
              <a:ext cx="45321" cy="51012"/>
            </a:xfrm>
            <a:custGeom>
              <a:rect b="b" l="l" r="r" t="t"/>
              <a:pathLst>
                <a:path extrusionOk="0" h="1945" w="1728">
                  <a:moveTo>
                    <a:pt x="636" y="0"/>
                  </a:moveTo>
                  <a:cubicBezTo>
                    <a:pt x="284" y="0"/>
                    <a:pt x="0" y="292"/>
                    <a:pt x="0" y="645"/>
                  </a:cubicBezTo>
                  <a:lnTo>
                    <a:pt x="0" y="1078"/>
                  </a:lnTo>
                  <a:cubicBezTo>
                    <a:pt x="0" y="1554"/>
                    <a:pt x="385" y="1944"/>
                    <a:pt x="862" y="1944"/>
                  </a:cubicBezTo>
                  <a:cubicBezTo>
                    <a:pt x="1338" y="1944"/>
                    <a:pt x="1728" y="1554"/>
                    <a:pt x="1728" y="1078"/>
                  </a:cubicBezTo>
                  <a:lnTo>
                    <a:pt x="1728" y="645"/>
                  </a:lnTo>
                  <a:cubicBezTo>
                    <a:pt x="1728" y="292"/>
                    <a:pt x="1444" y="0"/>
                    <a:pt x="1087" y="0"/>
                  </a:cubicBezTo>
                  <a:cubicBezTo>
                    <a:pt x="1084" y="0"/>
                    <a:pt x="1081" y="0"/>
                    <a:pt x="1078" y="0"/>
                  </a:cubicBezTo>
                  <a:lnTo>
                    <a:pt x="645" y="0"/>
                  </a:lnTo>
                  <a:cubicBezTo>
                    <a:pt x="642" y="0"/>
                    <a:pt x="639" y="0"/>
                    <a:pt x="63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1"/>
            <p:cNvSpPr/>
            <p:nvPr/>
          </p:nvSpPr>
          <p:spPr>
            <a:xfrm>
              <a:off x="7828953" y="3140116"/>
              <a:ext cx="31289" cy="50986"/>
            </a:xfrm>
            <a:custGeom>
              <a:rect b="b" l="l" r="r" t="t"/>
              <a:pathLst>
                <a:path extrusionOk="0" h="1944" w="1193">
                  <a:moveTo>
                    <a:pt x="649" y="0"/>
                  </a:moveTo>
                  <a:cubicBezTo>
                    <a:pt x="293" y="0"/>
                    <a:pt x="4" y="289"/>
                    <a:pt x="4" y="645"/>
                  </a:cubicBezTo>
                  <a:lnTo>
                    <a:pt x="4" y="1078"/>
                  </a:lnTo>
                  <a:cubicBezTo>
                    <a:pt x="0" y="1575"/>
                    <a:pt x="407" y="1943"/>
                    <a:pt x="862" y="1943"/>
                  </a:cubicBezTo>
                  <a:cubicBezTo>
                    <a:pt x="971" y="1943"/>
                    <a:pt x="1083" y="1922"/>
                    <a:pt x="1193" y="1877"/>
                  </a:cubicBezTo>
                  <a:cubicBezTo>
                    <a:pt x="866" y="1747"/>
                    <a:pt x="649" y="1429"/>
                    <a:pt x="649" y="1078"/>
                  </a:cubicBezTo>
                  <a:lnTo>
                    <a:pt x="649" y="645"/>
                  </a:lnTo>
                  <a:cubicBezTo>
                    <a:pt x="649" y="332"/>
                    <a:pt x="880" y="58"/>
                    <a:pt x="1193" y="10"/>
                  </a:cubicBezTo>
                  <a:cubicBezTo>
                    <a:pt x="1154" y="0"/>
                    <a:pt x="1121" y="0"/>
                    <a:pt x="108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1"/>
            <p:cNvSpPr/>
            <p:nvPr/>
          </p:nvSpPr>
          <p:spPr>
            <a:xfrm>
              <a:off x="7828927" y="3140116"/>
              <a:ext cx="45452" cy="22608"/>
            </a:xfrm>
            <a:custGeom>
              <a:rect b="b" l="l" r="r" t="t"/>
              <a:pathLst>
                <a:path extrusionOk="0" h="862" w="1733">
                  <a:moveTo>
                    <a:pt x="1092" y="0"/>
                  </a:moveTo>
                  <a:cubicBezTo>
                    <a:pt x="1089" y="0"/>
                    <a:pt x="1086" y="0"/>
                    <a:pt x="1083" y="0"/>
                  </a:cubicBezTo>
                  <a:lnTo>
                    <a:pt x="650" y="0"/>
                  </a:lnTo>
                  <a:cubicBezTo>
                    <a:pt x="294" y="0"/>
                    <a:pt x="0" y="289"/>
                    <a:pt x="0" y="645"/>
                  </a:cubicBezTo>
                  <a:cubicBezTo>
                    <a:pt x="0" y="645"/>
                    <a:pt x="650" y="861"/>
                    <a:pt x="1733" y="861"/>
                  </a:cubicBezTo>
                  <a:lnTo>
                    <a:pt x="1733" y="645"/>
                  </a:lnTo>
                  <a:cubicBezTo>
                    <a:pt x="1733"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1"/>
            <p:cNvSpPr/>
            <p:nvPr/>
          </p:nvSpPr>
          <p:spPr>
            <a:xfrm>
              <a:off x="7829058" y="3140116"/>
              <a:ext cx="31184" cy="20589"/>
            </a:xfrm>
            <a:custGeom>
              <a:rect b="b" l="l" r="r" t="t"/>
              <a:pathLst>
                <a:path extrusionOk="0" h="785" w="1189">
                  <a:moveTo>
                    <a:pt x="645" y="0"/>
                  </a:moveTo>
                  <a:cubicBezTo>
                    <a:pt x="289" y="0"/>
                    <a:pt x="0" y="289"/>
                    <a:pt x="0" y="645"/>
                  </a:cubicBezTo>
                  <a:cubicBezTo>
                    <a:pt x="212" y="707"/>
                    <a:pt x="429" y="756"/>
                    <a:pt x="645" y="784"/>
                  </a:cubicBezTo>
                  <a:lnTo>
                    <a:pt x="645" y="645"/>
                  </a:lnTo>
                  <a:cubicBezTo>
                    <a:pt x="645" y="332"/>
                    <a:pt x="876" y="58"/>
                    <a:pt x="1189" y="10"/>
                  </a:cubicBezTo>
                  <a:cubicBezTo>
                    <a:pt x="1150" y="0"/>
                    <a:pt x="1117" y="0"/>
                    <a:pt x="10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1"/>
            <p:cNvSpPr/>
            <p:nvPr/>
          </p:nvSpPr>
          <p:spPr>
            <a:xfrm>
              <a:off x="7817702" y="3213291"/>
              <a:ext cx="17048" cy="51537"/>
            </a:xfrm>
            <a:custGeom>
              <a:rect b="b" l="l" r="r" t="t"/>
              <a:pathLst>
                <a:path extrusionOk="0" h="1965" w="650">
                  <a:moveTo>
                    <a:pt x="53" y="1"/>
                  </a:moveTo>
                  <a:cubicBezTo>
                    <a:pt x="19" y="63"/>
                    <a:pt x="0" y="131"/>
                    <a:pt x="0" y="203"/>
                  </a:cubicBezTo>
                  <a:lnTo>
                    <a:pt x="0" y="1964"/>
                  </a:lnTo>
                  <a:lnTo>
                    <a:pt x="650" y="1964"/>
                  </a:lnTo>
                  <a:lnTo>
                    <a:pt x="650" y="665"/>
                  </a:lnTo>
                  <a:cubicBezTo>
                    <a:pt x="645" y="530"/>
                    <a:pt x="582" y="400"/>
                    <a:pt x="477" y="319"/>
                  </a:cubicBezTo>
                  <a:lnTo>
                    <a:pt x="5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1"/>
            <p:cNvSpPr/>
            <p:nvPr/>
          </p:nvSpPr>
          <p:spPr>
            <a:xfrm>
              <a:off x="7868688" y="3213291"/>
              <a:ext cx="17048" cy="51537"/>
            </a:xfrm>
            <a:custGeom>
              <a:rect b="b" l="l" r="r" t="t"/>
              <a:pathLst>
                <a:path extrusionOk="0" h="1965" w="650">
                  <a:moveTo>
                    <a:pt x="597" y="1"/>
                  </a:moveTo>
                  <a:lnTo>
                    <a:pt x="173" y="319"/>
                  </a:lnTo>
                  <a:cubicBezTo>
                    <a:pt x="63" y="400"/>
                    <a:pt x="0" y="530"/>
                    <a:pt x="0" y="665"/>
                  </a:cubicBezTo>
                  <a:lnTo>
                    <a:pt x="0" y="1964"/>
                  </a:lnTo>
                  <a:lnTo>
                    <a:pt x="650" y="1964"/>
                  </a:lnTo>
                  <a:lnTo>
                    <a:pt x="650" y="203"/>
                  </a:lnTo>
                  <a:cubicBezTo>
                    <a:pt x="645" y="131"/>
                    <a:pt x="630" y="63"/>
                    <a:pt x="597"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1"/>
            <p:cNvSpPr/>
            <p:nvPr/>
          </p:nvSpPr>
          <p:spPr>
            <a:xfrm>
              <a:off x="7630805" y="3134818"/>
              <a:ext cx="78892" cy="135544"/>
            </a:xfrm>
            <a:custGeom>
              <a:rect b="b" l="l" r="r" t="t"/>
              <a:pathLst>
                <a:path extrusionOk="0" h="5168" w="3008">
                  <a:moveTo>
                    <a:pt x="1718" y="409"/>
                  </a:moveTo>
                  <a:cubicBezTo>
                    <a:pt x="1968" y="409"/>
                    <a:pt x="2165" y="606"/>
                    <a:pt x="2165" y="852"/>
                  </a:cubicBezTo>
                  <a:lnTo>
                    <a:pt x="2165" y="1285"/>
                  </a:lnTo>
                  <a:cubicBezTo>
                    <a:pt x="2165" y="1655"/>
                    <a:pt x="1867" y="1949"/>
                    <a:pt x="1501" y="1949"/>
                  </a:cubicBezTo>
                  <a:cubicBezTo>
                    <a:pt x="1136" y="1949"/>
                    <a:pt x="837" y="1655"/>
                    <a:pt x="837" y="1285"/>
                  </a:cubicBezTo>
                  <a:lnTo>
                    <a:pt x="837" y="852"/>
                  </a:lnTo>
                  <a:cubicBezTo>
                    <a:pt x="837" y="606"/>
                    <a:pt x="1039" y="409"/>
                    <a:pt x="1285" y="409"/>
                  </a:cubicBezTo>
                  <a:close/>
                  <a:moveTo>
                    <a:pt x="1732" y="2358"/>
                  </a:moveTo>
                  <a:lnTo>
                    <a:pt x="1732" y="2454"/>
                  </a:lnTo>
                  <a:cubicBezTo>
                    <a:pt x="1732" y="2526"/>
                    <a:pt x="1751" y="2598"/>
                    <a:pt x="1790" y="2666"/>
                  </a:cubicBezTo>
                  <a:lnTo>
                    <a:pt x="1511" y="2940"/>
                  </a:lnTo>
                  <a:cubicBezTo>
                    <a:pt x="1509" y="2942"/>
                    <a:pt x="1505" y="2944"/>
                    <a:pt x="1501" y="2944"/>
                  </a:cubicBezTo>
                  <a:cubicBezTo>
                    <a:pt x="1498" y="2944"/>
                    <a:pt x="1494" y="2942"/>
                    <a:pt x="1492" y="2940"/>
                  </a:cubicBezTo>
                  <a:lnTo>
                    <a:pt x="1217" y="2661"/>
                  </a:lnTo>
                  <a:cubicBezTo>
                    <a:pt x="1251" y="2598"/>
                    <a:pt x="1270" y="2526"/>
                    <a:pt x="1270" y="2454"/>
                  </a:cubicBezTo>
                  <a:lnTo>
                    <a:pt x="1270" y="2358"/>
                  </a:lnTo>
                  <a:close/>
                  <a:moveTo>
                    <a:pt x="1285" y="0"/>
                  </a:moveTo>
                  <a:cubicBezTo>
                    <a:pt x="813" y="0"/>
                    <a:pt x="433" y="385"/>
                    <a:pt x="433" y="852"/>
                  </a:cubicBezTo>
                  <a:lnTo>
                    <a:pt x="433" y="1285"/>
                  </a:lnTo>
                  <a:cubicBezTo>
                    <a:pt x="433" y="1626"/>
                    <a:pt x="597" y="1944"/>
                    <a:pt x="866" y="2146"/>
                  </a:cubicBezTo>
                  <a:lnTo>
                    <a:pt x="866" y="2454"/>
                  </a:lnTo>
                  <a:cubicBezTo>
                    <a:pt x="866" y="2459"/>
                    <a:pt x="866" y="2464"/>
                    <a:pt x="857" y="2464"/>
                  </a:cubicBezTo>
                  <a:lnTo>
                    <a:pt x="351" y="2719"/>
                  </a:lnTo>
                  <a:cubicBezTo>
                    <a:pt x="135" y="2825"/>
                    <a:pt x="0" y="3046"/>
                    <a:pt x="0" y="3286"/>
                  </a:cubicBezTo>
                  <a:lnTo>
                    <a:pt x="0" y="4966"/>
                  </a:lnTo>
                  <a:cubicBezTo>
                    <a:pt x="0" y="5100"/>
                    <a:pt x="101" y="5168"/>
                    <a:pt x="202" y="5168"/>
                  </a:cubicBezTo>
                  <a:cubicBezTo>
                    <a:pt x="303" y="5168"/>
                    <a:pt x="404" y="5100"/>
                    <a:pt x="404" y="4966"/>
                  </a:cubicBezTo>
                  <a:lnTo>
                    <a:pt x="404" y="3286"/>
                  </a:lnTo>
                  <a:cubicBezTo>
                    <a:pt x="404" y="3200"/>
                    <a:pt x="457" y="3118"/>
                    <a:pt x="534" y="3080"/>
                  </a:cubicBezTo>
                  <a:lnTo>
                    <a:pt x="885" y="2906"/>
                  </a:lnTo>
                  <a:lnTo>
                    <a:pt x="1208" y="3224"/>
                  </a:lnTo>
                  <a:cubicBezTo>
                    <a:pt x="1290" y="3306"/>
                    <a:pt x="1397" y="3347"/>
                    <a:pt x="1504" y="3347"/>
                  </a:cubicBezTo>
                  <a:cubicBezTo>
                    <a:pt x="1611" y="3347"/>
                    <a:pt x="1718" y="3306"/>
                    <a:pt x="1800" y="3224"/>
                  </a:cubicBezTo>
                  <a:lnTo>
                    <a:pt x="2122" y="2906"/>
                  </a:lnTo>
                  <a:lnTo>
                    <a:pt x="2473" y="3080"/>
                  </a:lnTo>
                  <a:cubicBezTo>
                    <a:pt x="2550" y="3118"/>
                    <a:pt x="2598" y="3200"/>
                    <a:pt x="2598" y="3286"/>
                  </a:cubicBezTo>
                  <a:lnTo>
                    <a:pt x="2598" y="4966"/>
                  </a:lnTo>
                  <a:cubicBezTo>
                    <a:pt x="2598" y="5100"/>
                    <a:pt x="2701" y="5168"/>
                    <a:pt x="2802" y="5168"/>
                  </a:cubicBezTo>
                  <a:cubicBezTo>
                    <a:pt x="2904" y="5168"/>
                    <a:pt x="3005" y="5100"/>
                    <a:pt x="3003" y="4966"/>
                  </a:cubicBezTo>
                  <a:lnTo>
                    <a:pt x="3003" y="3286"/>
                  </a:lnTo>
                  <a:cubicBezTo>
                    <a:pt x="3007" y="3046"/>
                    <a:pt x="2868" y="2825"/>
                    <a:pt x="2651" y="2719"/>
                  </a:cubicBezTo>
                  <a:lnTo>
                    <a:pt x="2146" y="2464"/>
                  </a:lnTo>
                  <a:cubicBezTo>
                    <a:pt x="2141" y="2464"/>
                    <a:pt x="2136" y="2459"/>
                    <a:pt x="2136" y="2454"/>
                  </a:cubicBezTo>
                  <a:lnTo>
                    <a:pt x="2136" y="2146"/>
                  </a:lnTo>
                  <a:cubicBezTo>
                    <a:pt x="2411" y="1944"/>
                    <a:pt x="2569" y="1626"/>
                    <a:pt x="2569" y="1285"/>
                  </a:cubicBezTo>
                  <a:lnTo>
                    <a:pt x="2569" y="852"/>
                  </a:lnTo>
                  <a:cubicBezTo>
                    <a:pt x="2569" y="385"/>
                    <a:pt x="2189"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1"/>
            <p:cNvSpPr/>
            <p:nvPr/>
          </p:nvSpPr>
          <p:spPr>
            <a:xfrm>
              <a:off x="7721657" y="3134818"/>
              <a:ext cx="78892" cy="135649"/>
            </a:xfrm>
            <a:custGeom>
              <a:rect b="b" l="l" r="r" t="t"/>
              <a:pathLst>
                <a:path extrusionOk="0" h="5172" w="3008">
                  <a:moveTo>
                    <a:pt x="1718" y="409"/>
                  </a:moveTo>
                  <a:cubicBezTo>
                    <a:pt x="1968" y="409"/>
                    <a:pt x="2166" y="606"/>
                    <a:pt x="2166" y="852"/>
                  </a:cubicBezTo>
                  <a:lnTo>
                    <a:pt x="2166" y="1285"/>
                  </a:lnTo>
                  <a:cubicBezTo>
                    <a:pt x="2166" y="1655"/>
                    <a:pt x="1867" y="1949"/>
                    <a:pt x="1502" y="1949"/>
                  </a:cubicBezTo>
                  <a:cubicBezTo>
                    <a:pt x="1136" y="1949"/>
                    <a:pt x="838" y="1655"/>
                    <a:pt x="838" y="1285"/>
                  </a:cubicBezTo>
                  <a:lnTo>
                    <a:pt x="838" y="852"/>
                  </a:lnTo>
                  <a:cubicBezTo>
                    <a:pt x="838" y="606"/>
                    <a:pt x="1040" y="409"/>
                    <a:pt x="1285" y="409"/>
                  </a:cubicBezTo>
                  <a:close/>
                  <a:moveTo>
                    <a:pt x="1733" y="2358"/>
                  </a:moveTo>
                  <a:lnTo>
                    <a:pt x="1733" y="2454"/>
                  </a:lnTo>
                  <a:cubicBezTo>
                    <a:pt x="1733" y="2526"/>
                    <a:pt x="1752" y="2598"/>
                    <a:pt x="1790" y="2666"/>
                  </a:cubicBezTo>
                  <a:lnTo>
                    <a:pt x="1511" y="2940"/>
                  </a:lnTo>
                  <a:cubicBezTo>
                    <a:pt x="1509" y="2942"/>
                    <a:pt x="1505" y="2944"/>
                    <a:pt x="1502" y="2944"/>
                  </a:cubicBezTo>
                  <a:cubicBezTo>
                    <a:pt x="1498" y="2944"/>
                    <a:pt x="1495" y="2942"/>
                    <a:pt x="1492" y="2940"/>
                  </a:cubicBezTo>
                  <a:lnTo>
                    <a:pt x="1218" y="2661"/>
                  </a:lnTo>
                  <a:cubicBezTo>
                    <a:pt x="1252" y="2598"/>
                    <a:pt x="1271" y="2526"/>
                    <a:pt x="1271" y="2454"/>
                  </a:cubicBezTo>
                  <a:lnTo>
                    <a:pt x="1271" y="2358"/>
                  </a:lnTo>
                  <a:close/>
                  <a:moveTo>
                    <a:pt x="1285" y="0"/>
                  </a:moveTo>
                  <a:cubicBezTo>
                    <a:pt x="814" y="0"/>
                    <a:pt x="434" y="385"/>
                    <a:pt x="434" y="857"/>
                  </a:cubicBezTo>
                  <a:lnTo>
                    <a:pt x="434" y="1290"/>
                  </a:lnTo>
                  <a:cubicBezTo>
                    <a:pt x="434" y="1626"/>
                    <a:pt x="597" y="1944"/>
                    <a:pt x="867" y="2146"/>
                  </a:cubicBezTo>
                  <a:lnTo>
                    <a:pt x="867" y="2454"/>
                  </a:lnTo>
                  <a:cubicBezTo>
                    <a:pt x="867" y="2459"/>
                    <a:pt x="867" y="2464"/>
                    <a:pt x="857" y="2464"/>
                  </a:cubicBezTo>
                  <a:lnTo>
                    <a:pt x="352" y="2719"/>
                  </a:lnTo>
                  <a:cubicBezTo>
                    <a:pt x="135" y="2825"/>
                    <a:pt x="0" y="3046"/>
                    <a:pt x="0" y="3286"/>
                  </a:cubicBezTo>
                  <a:lnTo>
                    <a:pt x="0" y="4966"/>
                  </a:lnTo>
                  <a:cubicBezTo>
                    <a:pt x="0"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2" y="2906"/>
                  </a:lnTo>
                  <a:lnTo>
                    <a:pt x="2474" y="3080"/>
                  </a:lnTo>
                  <a:cubicBezTo>
                    <a:pt x="2551" y="3118"/>
                    <a:pt x="2599" y="3200"/>
                    <a:pt x="2599" y="3286"/>
                  </a:cubicBezTo>
                  <a:lnTo>
                    <a:pt x="2599" y="4966"/>
                  </a:lnTo>
                  <a:cubicBezTo>
                    <a:pt x="2599" y="5103"/>
                    <a:pt x="2700" y="5171"/>
                    <a:pt x="2802" y="5171"/>
                  </a:cubicBezTo>
                  <a:cubicBezTo>
                    <a:pt x="2903" y="5171"/>
                    <a:pt x="3005" y="5103"/>
                    <a:pt x="3008" y="4966"/>
                  </a:cubicBezTo>
                  <a:lnTo>
                    <a:pt x="3008" y="3286"/>
                  </a:lnTo>
                  <a:cubicBezTo>
                    <a:pt x="3008" y="3046"/>
                    <a:pt x="2868" y="2825"/>
                    <a:pt x="2652"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1"/>
            <p:cNvSpPr/>
            <p:nvPr/>
          </p:nvSpPr>
          <p:spPr>
            <a:xfrm>
              <a:off x="7812509" y="3134818"/>
              <a:ext cx="78919" cy="135544"/>
            </a:xfrm>
            <a:custGeom>
              <a:rect b="b" l="l" r="r" t="t"/>
              <a:pathLst>
                <a:path extrusionOk="0" h="5168" w="3009">
                  <a:moveTo>
                    <a:pt x="1719" y="409"/>
                  </a:moveTo>
                  <a:cubicBezTo>
                    <a:pt x="1969" y="409"/>
                    <a:pt x="2166" y="606"/>
                    <a:pt x="2166" y="852"/>
                  </a:cubicBezTo>
                  <a:lnTo>
                    <a:pt x="2166" y="1285"/>
                  </a:lnTo>
                  <a:cubicBezTo>
                    <a:pt x="2166" y="1655"/>
                    <a:pt x="1868" y="1949"/>
                    <a:pt x="1502" y="1949"/>
                  </a:cubicBezTo>
                  <a:cubicBezTo>
                    <a:pt x="1137" y="1949"/>
                    <a:pt x="838" y="1655"/>
                    <a:pt x="838" y="1285"/>
                  </a:cubicBezTo>
                  <a:lnTo>
                    <a:pt x="838" y="852"/>
                  </a:lnTo>
                  <a:cubicBezTo>
                    <a:pt x="838" y="606"/>
                    <a:pt x="1040" y="409"/>
                    <a:pt x="1286" y="409"/>
                  </a:cubicBezTo>
                  <a:close/>
                  <a:moveTo>
                    <a:pt x="1733" y="2358"/>
                  </a:moveTo>
                  <a:lnTo>
                    <a:pt x="1733" y="2454"/>
                  </a:lnTo>
                  <a:cubicBezTo>
                    <a:pt x="1733" y="2526"/>
                    <a:pt x="1752" y="2598"/>
                    <a:pt x="1791" y="2666"/>
                  </a:cubicBezTo>
                  <a:lnTo>
                    <a:pt x="1512" y="2940"/>
                  </a:lnTo>
                  <a:cubicBezTo>
                    <a:pt x="1509" y="2942"/>
                    <a:pt x="1506" y="2944"/>
                    <a:pt x="1502" y="2944"/>
                  </a:cubicBezTo>
                  <a:cubicBezTo>
                    <a:pt x="1499" y="2944"/>
                    <a:pt x="1495" y="2942"/>
                    <a:pt x="1493" y="2940"/>
                  </a:cubicBezTo>
                  <a:lnTo>
                    <a:pt x="1218" y="2661"/>
                  </a:lnTo>
                  <a:cubicBezTo>
                    <a:pt x="1252" y="2598"/>
                    <a:pt x="1271" y="2526"/>
                    <a:pt x="1271" y="2454"/>
                  </a:cubicBezTo>
                  <a:lnTo>
                    <a:pt x="1271" y="2358"/>
                  </a:lnTo>
                  <a:close/>
                  <a:moveTo>
                    <a:pt x="1286" y="0"/>
                  </a:moveTo>
                  <a:cubicBezTo>
                    <a:pt x="814" y="0"/>
                    <a:pt x="434" y="385"/>
                    <a:pt x="434" y="852"/>
                  </a:cubicBezTo>
                  <a:lnTo>
                    <a:pt x="434" y="1285"/>
                  </a:lnTo>
                  <a:cubicBezTo>
                    <a:pt x="434" y="1626"/>
                    <a:pt x="598" y="1944"/>
                    <a:pt x="867" y="2146"/>
                  </a:cubicBezTo>
                  <a:lnTo>
                    <a:pt x="867" y="2454"/>
                  </a:lnTo>
                  <a:cubicBezTo>
                    <a:pt x="867" y="2459"/>
                    <a:pt x="867" y="2464"/>
                    <a:pt x="857" y="2464"/>
                  </a:cubicBezTo>
                  <a:lnTo>
                    <a:pt x="352" y="2719"/>
                  </a:lnTo>
                  <a:cubicBezTo>
                    <a:pt x="136" y="2825"/>
                    <a:pt x="1" y="3046"/>
                    <a:pt x="1" y="3286"/>
                  </a:cubicBezTo>
                  <a:lnTo>
                    <a:pt x="1" y="4966"/>
                  </a:lnTo>
                  <a:cubicBezTo>
                    <a:pt x="1" y="5100"/>
                    <a:pt x="102" y="5168"/>
                    <a:pt x="203" y="5168"/>
                  </a:cubicBezTo>
                  <a:cubicBezTo>
                    <a:pt x="304" y="5168"/>
                    <a:pt x="405" y="5100"/>
                    <a:pt x="405" y="4966"/>
                  </a:cubicBezTo>
                  <a:lnTo>
                    <a:pt x="405" y="3286"/>
                  </a:lnTo>
                  <a:cubicBezTo>
                    <a:pt x="405" y="3200"/>
                    <a:pt x="458" y="3118"/>
                    <a:pt x="535" y="3080"/>
                  </a:cubicBezTo>
                  <a:lnTo>
                    <a:pt x="886" y="2906"/>
                  </a:lnTo>
                  <a:lnTo>
                    <a:pt x="1209" y="3224"/>
                  </a:lnTo>
                  <a:cubicBezTo>
                    <a:pt x="1290" y="3306"/>
                    <a:pt x="1398" y="3347"/>
                    <a:pt x="1505" y="3347"/>
                  </a:cubicBezTo>
                  <a:cubicBezTo>
                    <a:pt x="1612" y="3347"/>
                    <a:pt x="1719" y="3306"/>
                    <a:pt x="1801" y="3224"/>
                  </a:cubicBezTo>
                  <a:lnTo>
                    <a:pt x="2123" y="2906"/>
                  </a:lnTo>
                  <a:lnTo>
                    <a:pt x="2474" y="3080"/>
                  </a:lnTo>
                  <a:cubicBezTo>
                    <a:pt x="2551" y="3118"/>
                    <a:pt x="2599" y="3200"/>
                    <a:pt x="2599" y="3286"/>
                  </a:cubicBezTo>
                  <a:lnTo>
                    <a:pt x="2599" y="4966"/>
                  </a:lnTo>
                  <a:cubicBezTo>
                    <a:pt x="2599" y="5100"/>
                    <a:pt x="2702" y="5168"/>
                    <a:pt x="2803" y="5168"/>
                  </a:cubicBezTo>
                  <a:cubicBezTo>
                    <a:pt x="2905" y="5168"/>
                    <a:pt x="3006" y="5100"/>
                    <a:pt x="3003" y="4966"/>
                  </a:cubicBezTo>
                  <a:lnTo>
                    <a:pt x="3003" y="3286"/>
                  </a:lnTo>
                  <a:cubicBezTo>
                    <a:pt x="3008" y="3046"/>
                    <a:pt x="2869" y="2825"/>
                    <a:pt x="2652" y="2719"/>
                  </a:cubicBezTo>
                  <a:lnTo>
                    <a:pt x="2147" y="2464"/>
                  </a:lnTo>
                  <a:cubicBezTo>
                    <a:pt x="2142" y="2464"/>
                    <a:pt x="2137" y="2459"/>
                    <a:pt x="2137" y="2454"/>
                  </a:cubicBezTo>
                  <a:lnTo>
                    <a:pt x="2137" y="2146"/>
                  </a:lnTo>
                  <a:cubicBezTo>
                    <a:pt x="2412" y="1944"/>
                    <a:pt x="2570" y="1626"/>
                    <a:pt x="2570" y="1285"/>
                  </a:cubicBezTo>
                  <a:lnTo>
                    <a:pt x="2570" y="852"/>
                  </a:lnTo>
                  <a:cubicBezTo>
                    <a:pt x="2570" y="385"/>
                    <a:pt x="219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1"/>
            <p:cNvSpPr/>
            <p:nvPr/>
          </p:nvSpPr>
          <p:spPr>
            <a:xfrm>
              <a:off x="7539926" y="3134818"/>
              <a:ext cx="78892" cy="135649"/>
            </a:xfrm>
            <a:custGeom>
              <a:rect b="b" l="l" r="r" t="t"/>
              <a:pathLst>
                <a:path extrusionOk="0" h="5172" w="3008">
                  <a:moveTo>
                    <a:pt x="1718" y="409"/>
                  </a:moveTo>
                  <a:cubicBezTo>
                    <a:pt x="1969" y="409"/>
                    <a:pt x="2166" y="606"/>
                    <a:pt x="2166" y="852"/>
                  </a:cubicBezTo>
                  <a:lnTo>
                    <a:pt x="2166" y="1285"/>
                  </a:lnTo>
                  <a:cubicBezTo>
                    <a:pt x="2166" y="1655"/>
                    <a:pt x="1872" y="1949"/>
                    <a:pt x="1502" y="1949"/>
                  </a:cubicBezTo>
                  <a:cubicBezTo>
                    <a:pt x="1136" y="1949"/>
                    <a:pt x="843" y="1655"/>
                    <a:pt x="843" y="1285"/>
                  </a:cubicBezTo>
                  <a:lnTo>
                    <a:pt x="843" y="852"/>
                  </a:lnTo>
                  <a:cubicBezTo>
                    <a:pt x="843" y="606"/>
                    <a:pt x="1040" y="409"/>
                    <a:pt x="1285" y="409"/>
                  </a:cubicBezTo>
                  <a:close/>
                  <a:moveTo>
                    <a:pt x="1738" y="2358"/>
                  </a:moveTo>
                  <a:lnTo>
                    <a:pt x="1738" y="2454"/>
                  </a:lnTo>
                  <a:cubicBezTo>
                    <a:pt x="1738" y="2526"/>
                    <a:pt x="1757" y="2598"/>
                    <a:pt x="1791" y="2666"/>
                  </a:cubicBezTo>
                  <a:lnTo>
                    <a:pt x="1516" y="2940"/>
                  </a:lnTo>
                  <a:cubicBezTo>
                    <a:pt x="1514" y="2942"/>
                    <a:pt x="1510" y="2944"/>
                    <a:pt x="1507" y="2944"/>
                  </a:cubicBezTo>
                  <a:cubicBezTo>
                    <a:pt x="1503" y="2944"/>
                    <a:pt x="1499" y="2942"/>
                    <a:pt x="1497" y="2940"/>
                  </a:cubicBezTo>
                  <a:lnTo>
                    <a:pt x="1492" y="2940"/>
                  </a:lnTo>
                  <a:lnTo>
                    <a:pt x="1218" y="2661"/>
                  </a:lnTo>
                  <a:cubicBezTo>
                    <a:pt x="1256" y="2598"/>
                    <a:pt x="1276" y="2526"/>
                    <a:pt x="1276" y="2454"/>
                  </a:cubicBezTo>
                  <a:lnTo>
                    <a:pt x="1276" y="2358"/>
                  </a:lnTo>
                  <a:close/>
                  <a:moveTo>
                    <a:pt x="1285" y="0"/>
                  </a:moveTo>
                  <a:cubicBezTo>
                    <a:pt x="819" y="0"/>
                    <a:pt x="434" y="385"/>
                    <a:pt x="434" y="857"/>
                  </a:cubicBezTo>
                  <a:lnTo>
                    <a:pt x="434" y="1290"/>
                  </a:lnTo>
                  <a:cubicBezTo>
                    <a:pt x="434" y="1626"/>
                    <a:pt x="597" y="1944"/>
                    <a:pt x="867" y="2146"/>
                  </a:cubicBezTo>
                  <a:lnTo>
                    <a:pt x="867" y="2454"/>
                  </a:lnTo>
                  <a:cubicBezTo>
                    <a:pt x="867" y="2459"/>
                    <a:pt x="867" y="2464"/>
                    <a:pt x="862" y="2464"/>
                  </a:cubicBezTo>
                  <a:lnTo>
                    <a:pt x="352" y="2719"/>
                  </a:lnTo>
                  <a:cubicBezTo>
                    <a:pt x="135" y="2825"/>
                    <a:pt x="1" y="3046"/>
                    <a:pt x="1" y="3286"/>
                  </a:cubicBezTo>
                  <a:lnTo>
                    <a:pt x="1" y="4966"/>
                  </a:lnTo>
                  <a:cubicBezTo>
                    <a:pt x="1"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3" y="2906"/>
                  </a:lnTo>
                  <a:lnTo>
                    <a:pt x="2474" y="3080"/>
                  </a:lnTo>
                  <a:cubicBezTo>
                    <a:pt x="2551" y="3118"/>
                    <a:pt x="2599" y="3200"/>
                    <a:pt x="2599" y="3286"/>
                  </a:cubicBezTo>
                  <a:lnTo>
                    <a:pt x="2599" y="4966"/>
                  </a:lnTo>
                  <a:cubicBezTo>
                    <a:pt x="2599" y="5103"/>
                    <a:pt x="2701" y="5171"/>
                    <a:pt x="2803" y="5171"/>
                  </a:cubicBezTo>
                  <a:cubicBezTo>
                    <a:pt x="2906" y="5171"/>
                    <a:pt x="3008" y="5103"/>
                    <a:pt x="3008" y="4966"/>
                  </a:cubicBezTo>
                  <a:lnTo>
                    <a:pt x="3008" y="3286"/>
                  </a:lnTo>
                  <a:cubicBezTo>
                    <a:pt x="3008" y="3046"/>
                    <a:pt x="2868" y="2825"/>
                    <a:pt x="2657"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1"/>
            <p:cNvSpPr/>
            <p:nvPr/>
          </p:nvSpPr>
          <p:spPr>
            <a:xfrm>
              <a:off x="7574127" y="2907741"/>
              <a:ext cx="283231" cy="215065"/>
            </a:xfrm>
            <a:custGeom>
              <a:rect b="b" l="l" r="r" t="t"/>
              <a:pathLst>
                <a:path extrusionOk="0" h="8200" w="10799">
                  <a:moveTo>
                    <a:pt x="5395" y="1"/>
                  </a:moveTo>
                  <a:cubicBezTo>
                    <a:pt x="5324" y="1"/>
                    <a:pt x="5253" y="38"/>
                    <a:pt x="5216" y="112"/>
                  </a:cubicBezTo>
                  <a:lnTo>
                    <a:pt x="4567" y="1412"/>
                  </a:lnTo>
                  <a:cubicBezTo>
                    <a:pt x="4462" y="1577"/>
                    <a:pt x="4605" y="1723"/>
                    <a:pt x="4746" y="1723"/>
                  </a:cubicBezTo>
                  <a:cubicBezTo>
                    <a:pt x="4818" y="1723"/>
                    <a:pt x="4890" y="1684"/>
                    <a:pt x="4928" y="1590"/>
                  </a:cubicBezTo>
                  <a:lnTo>
                    <a:pt x="5192" y="1060"/>
                  </a:lnTo>
                  <a:lnTo>
                    <a:pt x="5192" y="4977"/>
                  </a:lnTo>
                  <a:lnTo>
                    <a:pt x="852" y="4977"/>
                  </a:lnTo>
                  <a:cubicBezTo>
                    <a:pt x="381" y="4977"/>
                    <a:pt x="1" y="5357"/>
                    <a:pt x="1" y="5829"/>
                  </a:cubicBezTo>
                  <a:lnTo>
                    <a:pt x="1" y="7994"/>
                  </a:lnTo>
                  <a:cubicBezTo>
                    <a:pt x="1" y="8129"/>
                    <a:pt x="102" y="8196"/>
                    <a:pt x="203" y="8196"/>
                  </a:cubicBezTo>
                  <a:cubicBezTo>
                    <a:pt x="304" y="8196"/>
                    <a:pt x="405" y="8129"/>
                    <a:pt x="405" y="7994"/>
                  </a:cubicBezTo>
                  <a:lnTo>
                    <a:pt x="405" y="5829"/>
                  </a:lnTo>
                  <a:cubicBezTo>
                    <a:pt x="405" y="5583"/>
                    <a:pt x="607" y="5381"/>
                    <a:pt x="852" y="5381"/>
                  </a:cubicBezTo>
                  <a:lnTo>
                    <a:pt x="3465" y="5381"/>
                  </a:lnTo>
                  <a:lnTo>
                    <a:pt x="3465" y="7994"/>
                  </a:lnTo>
                  <a:cubicBezTo>
                    <a:pt x="3465" y="8129"/>
                    <a:pt x="3566" y="8196"/>
                    <a:pt x="3667" y="8196"/>
                  </a:cubicBezTo>
                  <a:cubicBezTo>
                    <a:pt x="3768" y="8196"/>
                    <a:pt x="3869" y="8129"/>
                    <a:pt x="3869" y="7994"/>
                  </a:cubicBezTo>
                  <a:lnTo>
                    <a:pt x="3869" y="5386"/>
                  </a:lnTo>
                  <a:lnTo>
                    <a:pt x="6929" y="5386"/>
                  </a:lnTo>
                  <a:lnTo>
                    <a:pt x="6929" y="7994"/>
                  </a:lnTo>
                  <a:cubicBezTo>
                    <a:pt x="6929" y="8131"/>
                    <a:pt x="7031" y="8200"/>
                    <a:pt x="7132" y="8200"/>
                  </a:cubicBezTo>
                  <a:cubicBezTo>
                    <a:pt x="7233" y="8200"/>
                    <a:pt x="7334" y="8131"/>
                    <a:pt x="7334" y="7994"/>
                  </a:cubicBezTo>
                  <a:lnTo>
                    <a:pt x="7334" y="5386"/>
                  </a:lnTo>
                  <a:lnTo>
                    <a:pt x="9946" y="5386"/>
                  </a:lnTo>
                  <a:cubicBezTo>
                    <a:pt x="10192" y="5386"/>
                    <a:pt x="10389" y="5583"/>
                    <a:pt x="10394" y="5829"/>
                  </a:cubicBezTo>
                  <a:lnTo>
                    <a:pt x="10394" y="7994"/>
                  </a:lnTo>
                  <a:cubicBezTo>
                    <a:pt x="10394" y="8131"/>
                    <a:pt x="10495" y="8200"/>
                    <a:pt x="10596" y="8200"/>
                  </a:cubicBezTo>
                  <a:cubicBezTo>
                    <a:pt x="10697" y="8200"/>
                    <a:pt x="10798" y="8131"/>
                    <a:pt x="10798" y="7994"/>
                  </a:cubicBezTo>
                  <a:lnTo>
                    <a:pt x="10798" y="5829"/>
                  </a:lnTo>
                  <a:cubicBezTo>
                    <a:pt x="10798" y="5357"/>
                    <a:pt x="10413" y="4977"/>
                    <a:pt x="9942" y="4977"/>
                  </a:cubicBezTo>
                  <a:lnTo>
                    <a:pt x="5597" y="4977"/>
                  </a:lnTo>
                  <a:lnTo>
                    <a:pt x="5597" y="1060"/>
                  </a:lnTo>
                  <a:lnTo>
                    <a:pt x="5866" y="1590"/>
                  </a:lnTo>
                  <a:cubicBezTo>
                    <a:pt x="5908" y="1659"/>
                    <a:pt x="5971" y="1688"/>
                    <a:pt x="6033" y="1688"/>
                  </a:cubicBezTo>
                  <a:cubicBezTo>
                    <a:pt x="6160" y="1688"/>
                    <a:pt x="6285" y="1564"/>
                    <a:pt x="6227" y="1412"/>
                  </a:cubicBezTo>
                  <a:lnTo>
                    <a:pt x="5577" y="112"/>
                  </a:lnTo>
                  <a:cubicBezTo>
                    <a:pt x="5539" y="38"/>
                    <a:pt x="5467" y="1"/>
                    <a:pt x="5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96" name="Shape 12196"/>
        <p:cNvGrpSpPr/>
        <p:nvPr/>
      </p:nvGrpSpPr>
      <p:grpSpPr>
        <a:xfrm>
          <a:off x="0" y="0"/>
          <a:ext cx="0" cy="0"/>
          <a:chOff x="0" y="0"/>
          <a:chExt cx="0" cy="0"/>
        </a:xfrm>
      </p:grpSpPr>
      <p:sp>
        <p:nvSpPr>
          <p:cNvPr id="12197" name="Google Shape;12197;p8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198" name="Google Shape;12198;p8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2199" name="Google Shape;12199;p82"/>
          <p:cNvGrpSpPr/>
          <p:nvPr/>
        </p:nvGrpSpPr>
        <p:grpSpPr>
          <a:xfrm>
            <a:off x="1770285" y="3381478"/>
            <a:ext cx="294160" cy="358367"/>
            <a:chOff x="1770285" y="3381478"/>
            <a:chExt cx="294160" cy="358367"/>
          </a:xfrm>
        </p:grpSpPr>
        <p:sp>
          <p:nvSpPr>
            <p:cNvPr id="12200" name="Google Shape;12200;p82"/>
            <p:cNvSpPr/>
            <p:nvPr/>
          </p:nvSpPr>
          <p:spPr>
            <a:xfrm>
              <a:off x="1775607" y="3432366"/>
              <a:ext cx="223714" cy="302183"/>
            </a:xfrm>
            <a:custGeom>
              <a:rect b="b" l="l" r="r" t="t"/>
              <a:pathLst>
                <a:path extrusionOk="0" h="11526" w="8533">
                  <a:moveTo>
                    <a:pt x="0" y="1"/>
                  </a:moveTo>
                  <a:lnTo>
                    <a:pt x="0" y="8979"/>
                  </a:lnTo>
                  <a:lnTo>
                    <a:pt x="1873" y="10851"/>
                  </a:lnTo>
                  <a:lnTo>
                    <a:pt x="2546" y="11525"/>
                  </a:lnTo>
                  <a:lnTo>
                    <a:pt x="8533" y="11525"/>
                  </a:lnTo>
                  <a:lnTo>
                    <a:pt x="853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2"/>
            <p:cNvSpPr/>
            <p:nvPr/>
          </p:nvSpPr>
          <p:spPr>
            <a:xfrm>
              <a:off x="1775607" y="3655215"/>
              <a:ext cx="79308" cy="79334"/>
            </a:xfrm>
            <a:custGeom>
              <a:rect b="b" l="l" r="r" t="t"/>
              <a:pathLst>
                <a:path extrusionOk="0" h="3026" w="3025">
                  <a:moveTo>
                    <a:pt x="0" y="1"/>
                  </a:moveTo>
                  <a:lnTo>
                    <a:pt x="0" y="479"/>
                  </a:lnTo>
                  <a:lnTo>
                    <a:pt x="1873" y="2351"/>
                  </a:lnTo>
                  <a:lnTo>
                    <a:pt x="2546" y="3025"/>
                  </a:lnTo>
                  <a:lnTo>
                    <a:pt x="3024" y="3025"/>
                  </a:lnTo>
                  <a:lnTo>
                    <a:pt x="3024" y="254"/>
                  </a:lnTo>
                  <a:cubicBezTo>
                    <a:pt x="3024" y="117"/>
                    <a:pt x="2908" y="5"/>
                    <a:pt x="277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2"/>
            <p:cNvSpPr/>
            <p:nvPr/>
          </p:nvSpPr>
          <p:spPr>
            <a:xfrm>
              <a:off x="1903024" y="3432366"/>
              <a:ext cx="96297" cy="100308"/>
            </a:xfrm>
            <a:custGeom>
              <a:rect b="b" l="l" r="r" t="t"/>
              <a:pathLst>
                <a:path extrusionOk="0" h="3826" w="3673">
                  <a:moveTo>
                    <a:pt x="482" y="1"/>
                  </a:moveTo>
                  <a:cubicBezTo>
                    <a:pt x="1" y="1946"/>
                    <a:pt x="1471" y="3825"/>
                    <a:pt x="3474" y="3825"/>
                  </a:cubicBezTo>
                  <a:cubicBezTo>
                    <a:pt x="3539" y="3825"/>
                    <a:pt x="3608" y="3822"/>
                    <a:pt x="3673" y="3818"/>
                  </a:cubicBezTo>
                  <a:lnTo>
                    <a:pt x="367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2"/>
            <p:cNvSpPr/>
            <p:nvPr/>
          </p:nvSpPr>
          <p:spPr>
            <a:xfrm>
              <a:off x="1825263" y="3432366"/>
              <a:ext cx="174058" cy="302183"/>
            </a:xfrm>
            <a:custGeom>
              <a:rect b="b" l="l" r="r" t="t"/>
              <a:pathLst>
                <a:path extrusionOk="0" h="11526" w="6639">
                  <a:moveTo>
                    <a:pt x="5904" y="1"/>
                  </a:moveTo>
                  <a:lnTo>
                    <a:pt x="5904" y="10877"/>
                  </a:lnTo>
                  <a:lnTo>
                    <a:pt x="0" y="10877"/>
                  </a:lnTo>
                  <a:lnTo>
                    <a:pt x="652" y="11525"/>
                  </a:lnTo>
                  <a:lnTo>
                    <a:pt x="6639" y="11525"/>
                  </a:lnTo>
                  <a:lnTo>
                    <a:pt x="663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2"/>
            <p:cNvSpPr/>
            <p:nvPr/>
          </p:nvSpPr>
          <p:spPr>
            <a:xfrm>
              <a:off x="1808929" y="3498749"/>
              <a:ext cx="156990" cy="22809"/>
            </a:xfrm>
            <a:custGeom>
              <a:rect b="b" l="l" r="r" t="t"/>
              <a:pathLst>
                <a:path extrusionOk="0" h="870" w="5988">
                  <a:moveTo>
                    <a:pt x="0" y="0"/>
                  </a:moveTo>
                  <a:lnTo>
                    <a:pt x="0" y="870"/>
                  </a:lnTo>
                  <a:lnTo>
                    <a:pt x="5987" y="870"/>
                  </a:lnTo>
                  <a:lnTo>
                    <a:pt x="598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2"/>
            <p:cNvSpPr/>
            <p:nvPr/>
          </p:nvSpPr>
          <p:spPr>
            <a:xfrm>
              <a:off x="1928271" y="3498749"/>
              <a:ext cx="37727" cy="22809"/>
            </a:xfrm>
            <a:custGeom>
              <a:rect b="b" l="l" r="r" t="t"/>
              <a:pathLst>
                <a:path extrusionOk="0" h="870" w="1439">
                  <a:moveTo>
                    <a:pt x="1" y="0"/>
                  </a:moveTo>
                  <a:cubicBezTo>
                    <a:pt x="254" y="355"/>
                    <a:pt x="577" y="649"/>
                    <a:pt x="953" y="870"/>
                  </a:cubicBezTo>
                  <a:lnTo>
                    <a:pt x="1439" y="870"/>
                  </a:lnTo>
                  <a:lnTo>
                    <a:pt x="1439"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2"/>
            <p:cNvSpPr/>
            <p:nvPr/>
          </p:nvSpPr>
          <p:spPr>
            <a:xfrm>
              <a:off x="1775502" y="3667773"/>
              <a:ext cx="66881" cy="66776"/>
            </a:xfrm>
            <a:custGeom>
              <a:rect b="b" l="l" r="r" t="t"/>
              <a:pathLst>
                <a:path extrusionOk="0" h="2547" w="2551">
                  <a:moveTo>
                    <a:pt x="1" y="0"/>
                  </a:moveTo>
                  <a:lnTo>
                    <a:pt x="2550" y="2546"/>
                  </a:lnTo>
                  <a:lnTo>
                    <a:pt x="255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2"/>
            <p:cNvSpPr/>
            <p:nvPr/>
          </p:nvSpPr>
          <p:spPr>
            <a:xfrm>
              <a:off x="1929031" y="3386695"/>
              <a:ext cx="130117" cy="130222"/>
            </a:xfrm>
            <a:custGeom>
              <a:rect b="b" l="l" r="r" t="t"/>
              <a:pathLst>
                <a:path extrusionOk="0" h="4967" w="4963">
                  <a:moveTo>
                    <a:pt x="2482" y="1"/>
                  </a:moveTo>
                  <a:cubicBezTo>
                    <a:pt x="1113" y="1"/>
                    <a:pt x="1" y="1113"/>
                    <a:pt x="1" y="2482"/>
                  </a:cubicBezTo>
                  <a:cubicBezTo>
                    <a:pt x="1" y="3854"/>
                    <a:pt x="1113" y="4966"/>
                    <a:pt x="2482" y="4966"/>
                  </a:cubicBezTo>
                  <a:cubicBezTo>
                    <a:pt x="3854" y="4966"/>
                    <a:pt x="4963" y="3854"/>
                    <a:pt x="4963" y="2482"/>
                  </a:cubicBezTo>
                  <a:cubicBezTo>
                    <a:pt x="4963" y="1113"/>
                    <a:pt x="3854" y="1"/>
                    <a:pt x="248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2"/>
            <p:cNvSpPr/>
            <p:nvPr/>
          </p:nvSpPr>
          <p:spPr>
            <a:xfrm>
              <a:off x="1981938" y="3415954"/>
              <a:ext cx="47218" cy="47218"/>
            </a:xfrm>
            <a:custGeom>
              <a:rect b="b" l="l" r="r" t="t"/>
              <a:pathLst>
                <a:path extrusionOk="0" h="1801" w="1801">
                  <a:moveTo>
                    <a:pt x="898" y="0"/>
                  </a:moveTo>
                  <a:cubicBezTo>
                    <a:pt x="402" y="0"/>
                    <a:pt x="0" y="402"/>
                    <a:pt x="0" y="898"/>
                  </a:cubicBezTo>
                  <a:cubicBezTo>
                    <a:pt x="0" y="1398"/>
                    <a:pt x="402" y="1800"/>
                    <a:pt x="898" y="1800"/>
                  </a:cubicBezTo>
                  <a:cubicBezTo>
                    <a:pt x="1398" y="1800"/>
                    <a:pt x="1800" y="1398"/>
                    <a:pt x="1800" y="898"/>
                  </a:cubicBezTo>
                  <a:cubicBezTo>
                    <a:pt x="1800" y="402"/>
                    <a:pt x="1398" y="0"/>
                    <a:pt x="89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2"/>
            <p:cNvSpPr/>
            <p:nvPr/>
          </p:nvSpPr>
          <p:spPr>
            <a:xfrm>
              <a:off x="1770285" y="3427149"/>
              <a:ext cx="234280" cy="312696"/>
            </a:xfrm>
            <a:custGeom>
              <a:rect b="b" l="l" r="r" t="t"/>
              <a:pathLst>
                <a:path extrusionOk="0" h="11927" w="8936">
                  <a:moveTo>
                    <a:pt x="2546" y="9377"/>
                  </a:moveTo>
                  <a:lnTo>
                    <a:pt x="2546" y="11242"/>
                  </a:lnTo>
                  <a:lnTo>
                    <a:pt x="685" y="9377"/>
                  </a:lnTo>
                  <a:close/>
                  <a:moveTo>
                    <a:pt x="200" y="1"/>
                  </a:moveTo>
                  <a:cubicBezTo>
                    <a:pt x="91" y="1"/>
                    <a:pt x="0" y="88"/>
                    <a:pt x="0" y="200"/>
                  </a:cubicBezTo>
                  <a:lnTo>
                    <a:pt x="0" y="9178"/>
                  </a:lnTo>
                  <a:cubicBezTo>
                    <a:pt x="0" y="9232"/>
                    <a:pt x="22" y="9283"/>
                    <a:pt x="58" y="9319"/>
                  </a:cubicBezTo>
                  <a:lnTo>
                    <a:pt x="2608" y="11869"/>
                  </a:lnTo>
                  <a:cubicBezTo>
                    <a:pt x="2644" y="11905"/>
                    <a:pt x="2695" y="11927"/>
                    <a:pt x="2749" y="11927"/>
                  </a:cubicBezTo>
                  <a:lnTo>
                    <a:pt x="8736" y="11927"/>
                  </a:lnTo>
                  <a:cubicBezTo>
                    <a:pt x="8845" y="11927"/>
                    <a:pt x="8935" y="11836"/>
                    <a:pt x="8935" y="11728"/>
                  </a:cubicBezTo>
                  <a:lnTo>
                    <a:pt x="8935" y="9714"/>
                  </a:lnTo>
                  <a:cubicBezTo>
                    <a:pt x="8935" y="9604"/>
                    <a:pt x="8848" y="9515"/>
                    <a:pt x="8742" y="9515"/>
                  </a:cubicBezTo>
                  <a:cubicBezTo>
                    <a:pt x="8740" y="9515"/>
                    <a:pt x="8738" y="9515"/>
                    <a:pt x="8736" y="9515"/>
                  </a:cubicBezTo>
                  <a:cubicBezTo>
                    <a:pt x="8624" y="9515"/>
                    <a:pt x="8533" y="9602"/>
                    <a:pt x="8533" y="9714"/>
                  </a:cubicBezTo>
                  <a:lnTo>
                    <a:pt x="8533" y="11525"/>
                  </a:lnTo>
                  <a:lnTo>
                    <a:pt x="2948" y="11525"/>
                  </a:lnTo>
                  <a:lnTo>
                    <a:pt x="2948" y="9178"/>
                  </a:lnTo>
                  <a:cubicBezTo>
                    <a:pt x="2948" y="9066"/>
                    <a:pt x="2858" y="8979"/>
                    <a:pt x="2749" y="8979"/>
                  </a:cubicBezTo>
                  <a:lnTo>
                    <a:pt x="402" y="8979"/>
                  </a:lnTo>
                  <a:lnTo>
                    <a:pt x="402" y="399"/>
                  </a:lnTo>
                  <a:lnTo>
                    <a:pt x="2304" y="399"/>
                  </a:lnTo>
                  <a:cubicBezTo>
                    <a:pt x="2572" y="399"/>
                    <a:pt x="2572" y="1"/>
                    <a:pt x="2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2"/>
            <p:cNvSpPr/>
            <p:nvPr/>
          </p:nvSpPr>
          <p:spPr>
            <a:xfrm>
              <a:off x="1803712" y="3381478"/>
              <a:ext cx="260733" cy="284932"/>
            </a:xfrm>
            <a:custGeom>
              <a:rect b="b" l="l" r="r" t="t"/>
              <a:pathLst>
                <a:path extrusionOk="0" h="10868" w="9945">
                  <a:moveTo>
                    <a:pt x="5469" y="4673"/>
                  </a:moveTo>
                  <a:cubicBezTo>
                    <a:pt x="5628" y="4817"/>
                    <a:pt x="5802" y="4937"/>
                    <a:pt x="5987" y="5038"/>
                  </a:cubicBezTo>
                  <a:lnTo>
                    <a:pt x="5987" y="5143"/>
                  </a:lnTo>
                  <a:lnTo>
                    <a:pt x="399" y="5143"/>
                  </a:lnTo>
                  <a:lnTo>
                    <a:pt x="399" y="4673"/>
                  </a:lnTo>
                  <a:close/>
                  <a:moveTo>
                    <a:pt x="7262" y="0"/>
                  </a:moveTo>
                  <a:cubicBezTo>
                    <a:pt x="6156" y="0"/>
                    <a:pt x="5146" y="685"/>
                    <a:pt x="4752" y="1743"/>
                  </a:cubicBezTo>
                  <a:lnTo>
                    <a:pt x="1818" y="1743"/>
                  </a:lnTo>
                  <a:cubicBezTo>
                    <a:pt x="1554" y="1743"/>
                    <a:pt x="1554" y="2141"/>
                    <a:pt x="1818" y="2141"/>
                  </a:cubicBezTo>
                  <a:lnTo>
                    <a:pt x="4636" y="2141"/>
                  </a:lnTo>
                  <a:cubicBezTo>
                    <a:pt x="4484" y="2887"/>
                    <a:pt x="4654" y="3662"/>
                    <a:pt x="5107" y="4274"/>
                  </a:cubicBezTo>
                  <a:lnTo>
                    <a:pt x="199" y="4274"/>
                  </a:lnTo>
                  <a:cubicBezTo>
                    <a:pt x="91" y="4274"/>
                    <a:pt x="0" y="4365"/>
                    <a:pt x="0" y="4473"/>
                  </a:cubicBezTo>
                  <a:lnTo>
                    <a:pt x="0" y="5343"/>
                  </a:lnTo>
                  <a:cubicBezTo>
                    <a:pt x="0" y="5455"/>
                    <a:pt x="91" y="5545"/>
                    <a:pt x="199" y="5545"/>
                  </a:cubicBezTo>
                  <a:lnTo>
                    <a:pt x="6190" y="5545"/>
                  </a:lnTo>
                  <a:cubicBezTo>
                    <a:pt x="6298" y="5545"/>
                    <a:pt x="6389" y="5455"/>
                    <a:pt x="6389" y="5343"/>
                  </a:cubicBezTo>
                  <a:lnTo>
                    <a:pt x="6389" y="5216"/>
                  </a:lnTo>
                  <a:cubicBezTo>
                    <a:pt x="6668" y="5314"/>
                    <a:pt x="6965" y="5364"/>
                    <a:pt x="7262" y="5364"/>
                  </a:cubicBezTo>
                  <a:lnTo>
                    <a:pt x="7262" y="10667"/>
                  </a:lnTo>
                  <a:cubicBezTo>
                    <a:pt x="7262" y="10801"/>
                    <a:pt x="7361" y="10868"/>
                    <a:pt x="7461" y="10868"/>
                  </a:cubicBezTo>
                  <a:cubicBezTo>
                    <a:pt x="7561" y="10868"/>
                    <a:pt x="7660" y="10801"/>
                    <a:pt x="7660" y="10667"/>
                  </a:cubicBezTo>
                  <a:lnTo>
                    <a:pt x="7660" y="5332"/>
                  </a:lnTo>
                  <a:cubicBezTo>
                    <a:pt x="8761" y="5169"/>
                    <a:pt x="9645" y="4343"/>
                    <a:pt x="9884" y="3260"/>
                  </a:cubicBezTo>
                  <a:cubicBezTo>
                    <a:pt x="9906" y="3151"/>
                    <a:pt x="9837" y="3043"/>
                    <a:pt x="9728" y="3021"/>
                  </a:cubicBezTo>
                  <a:cubicBezTo>
                    <a:pt x="9713" y="3018"/>
                    <a:pt x="9698" y="3016"/>
                    <a:pt x="9683" y="3016"/>
                  </a:cubicBezTo>
                  <a:cubicBezTo>
                    <a:pt x="9592" y="3016"/>
                    <a:pt x="9511" y="3080"/>
                    <a:pt x="9489" y="3173"/>
                  </a:cubicBezTo>
                  <a:cubicBezTo>
                    <a:pt x="9258" y="4233"/>
                    <a:pt x="8319" y="4965"/>
                    <a:pt x="7260" y="4965"/>
                  </a:cubicBezTo>
                  <a:cubicBezTo>
                    <a:pt x="7158" y="4965"/>
                    <a:pt x="7054" y="4958"/>
                    <a:pt x="6950" y="4944"/>
                  </a:cubicBezTo>
                  <a:cubicBezTo>
                    <a:pt x="5773" y="4781"/>
                    <a:pt x="4919" y="3742"/>
                    <a:pt x="4984" y="2554"/>
                  </a:cubicBezTo>
                  <a:cubicBezTo>
                    <a:pt x="5053" y="1366"/>
                    <a:pt x="6020" y="428"/>
                    <a:pt x="7211" y="403"/>
                  </a:cubicBezTo>
                  <a:cubicBezTo>
                    <a:pt x="7230" y="402"/>
                    <a:pt x="7249" y="402"/>
                    <a:pt x="7267" y="402"/>
                  </a:cubicBezTo>
                  <a:cubicBezTo>
                    <a:pt x="8431" y="402"/>
                    <a:pt x="9411" y="1283"/>
                    <a:pt x="9533" y="2449"/>
                  </a:cubicBezTo>
                  <a:cubicBezTo>
                    <a:pt x="9544" y="2571"/>
                    <a:pt x="9636" y="2628"/>
                    <a:pt x="9728" y="2628"/>
                  </a:cubicBezTo>
                  <a:cubicBezTo>
                    <a:pt x="9836" y="2628"/>
                    <a:pt x="9945" y="2551"/>
                    <a:pt x="9931" y="2409"/>
                  </a:cubicBezTo>
                  <a:cubicBezTo>
                    <a:pt x="9801" y="1170"/>
                    <a:pt x="8837" y="182"/>
                    <a:pt x="7606" y="22"/>
                  </a:cubicBezTo>
                  <a:cubicBezTo>
                    <a:pt x="7490" y="7"/>
                    <a:pt x="7376" y="0"/>
                    <a:pt x="7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2"/>
            <p:cNvSpPr/>
            <p:nvPr/>
          </p:nvSpPr>
          <p:spPr>
            <a:xfrm>
              <a:off x="1956114" y="3410684"/>
              <a:ext cx="87095" cy="77787"/>
            </a:xfrm>
            <a:custGeom>
              <a:rect b="b" l="l" r="r" t="t"/>
              <a:pathLst>
                <a:path extrusionOk="0" h="2967" w="3322">
                  <a:moveTo>
                    <a:pt x="1879" y="400"/>
                  </a:moveTo>
                  <a:cubicBezTo>
                    <a:pt x="2239" y="400"/>
                    <a:pt x="2582" y="681"/>
                    <a:pt x="2582" y="1103"/>
                  </a:cubicBezTo>
                  <a:cubicBezTo>
                    <a:pt x="2582" y="1522"/>
                    <a:pt x="2239" y="1802"/>
                    <a:pt x="1880" y="1802"/>
                  </a:cubicBezTo>
                  <a:cubicBezTo>
                    <a:pt x="1708" y="1802"/>
                    <a:pt x="1534" y="1738"/>
                    <a:pt x="1391" y="1596"/>
                  </a:cubicBezTo>
                  <a:cubicBezTo>
                    <a:pt x="1116" y="1324"/>
                    <a:pt x="1116" y="878"/>
                    <a:pt x="1391" y="607"/>
                  </a:cubicBezTo>
                  <a:cubicBezTo>
                    <a:pt x="1533" y="464"/>
                    <a:pt x="1708" y="400"/>
                    <a:pt x="1879" y="400"/>
                  </a:cubicBezTo>
                  <a:close/>
                  <a:moveTo>
                    <a:pt x="1876" y="1"/>
                  </a:moveTo>
                  <a:cubicBezTo>
                    <a:pt x="1011" y="1"/>
                    <a:pt x="470" y="985"/>
                    <a:pt x="978" y="1722"/>
                  </a:cubicBezTo>
                  <a:lnTo>
                    <a:pt x="80" y="2624"/>
                  </a:lnTo>
                  <a:cubicBezTo>
                    <a:pt x="0" y="2704"/>
                    <a:pt x="0" y="2831"/>
                    <a:pt x="80" y="2907"/>
                  </a:cubicBezTo>
                  <a:cubicBezTo>
                    <a:pt x="118" y="2946"/>
                    <a:pt x="168" y="2966"/>
                    <a:pt x="220" y="2966"/>
                  </a:cubicBezTo>
                  <a:cubicBezTo>
                    <a:pt x="271" y="2966"/>
                    <a:pt x="322" y="2946"/>
                    <a:pt x="362" y="2907"/>
                  </a:cubicBezTo>
                  <a:lnTo>
                    <a:pt x="1260" y="2008"/>
                  </a:lnTo>
                  <a:cubicBezTo>
                    <a:pt x="1449" y="2137"/>
                    <a:pt x="1666" y="2199"/>
                    <a:pt x="1882" y="2199"/>
                  </a:cubicBezTo>
                  <a:cubicBezTo>
                    <a:pt x="2166" y="2199"/>
                    <a:pt x="2448" y="2090"/>
                    <a:pt x="2662" y="1878"/>
                  </a:cubicBezTo>
                  <a:cubicBezTo>
                    <a:pt x="3321" y="1219"/>
                    <a:pt x="2912" y="93"/>
                    <a:pt x="1985" y="6"/>
                  </a:cubicBezTo>
                  <a:cubicBezTo>
                    <a:pt x="1948" y="2"/>
                    <a:pt x="1912" y="1"/>
                    <a:pt x="18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2"/>
            <p:cNvSpPr/>
            <p:nvPr/>
          </p:nvSpPr>
          <p:spPr>
            <a:xfrm>
              <a:off x="1801903" y="3539491"/>
              <a:ext cx="171043" cy="10461"/>
            </a:xfrm>
            <a:custGeom>
              <a:rect b="b" l="l" r="r" t="t"/>
              <a:pathLst>
                <a:path extrusionOk="0" h="399" w="6524">
                  <a:moveTo>
                    <a:pt x="6262" y="0"/>
                  </a:moveTo>
                  <a:cubicBezTo>
                    <a:pt x="6261" y="0"/>
                    <a:pt x="6260" y="0"/>
                    <a:pt x="6259" y="0"/>
                  </a:cubicBezTo>
                  <a:lnTo>
                    <a:pt x="268" y="0"/>
                  </a:lnTo>
                  <a:cubicBezTo>
                    <a:pt x="0" y="0"/>
                    <a:pt x="0" y="398"/>
                    <a:pt x="268" y="398"/>
                  </a:cubicBezTo>
                  <a:lnTo>
                    <a:pt x="6259" y="398"/>
                  </a:lnTo>
                  <a:cubicBezTo>
                    <a:pt x="6522" y="398"/>
                    <a:pt x="6523" y="0"/>
                    <a:pt x="6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2"/>
            <p:cNvSpPr/>
            <p:nvPr/>
          </p:nvSpPr>
          <p:spPr>
            <a:xfrm>
              <a:off x="1801903" y="3562641"/>
              <a:ext cx="171043" cy="10487"/>
            </a:xfrm>
            <a:custGeom>
              <a:rect b="b" l="l" r="r" t="t"/>
              <a:pathLst>
                <a:path extrusionOk="0" h="400"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2"/>
            <p:cNvSpPr/>
            <p:nvPr/>
          </p:nvSpPr>
          <p:spPr>
            <a:xfrm>
              <a:off x="1801903" y="3585712"/>
              <a:ext cx="171043" cy="10566"/>
            </a:xfrm>
            <a:custGeom>
              <a:rect b="b" l="l" r="r" t="t"/>
              <a:pathLst>
                <a:path extrusionOk="0" h="403" w="6524">
                  <a:moveTo>
                    <a:pt x="268" y="1"/>
                  </a:moveTo>
                  <a:cubicBezTo>
                    <a:pt x="0" y="1"/>
                    <a:pt x="0" y="403"/>
                    <a:pt x="268" y="403"/>
                  </a:cubicBezTo>
                  <a:lnTo>
                    <a:pt x="6259" y="403"/>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2"/>
            <p:cNvSpPr/>
            <p:nvPr/>
          </p:nvSpPr>
          <p:spPr>
            <a:xfrm>
              <a:off x="1801903" y="3608889"/>
              <a:ext cx="171043" cy="10461"/>
            </a:xfrm>
            <a:custGeom>
              <a:rect b="b" l="l" r="r" t="t"/>
              <a:pathLst>
                <a:path extrusionOk="0" h="399"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6" name="Google Shape;12216;p82"/>
          <p:cNvGrpSpPr/>
          <p:nvPr/>
        </p:nvGrpSpPr>
        <p:grpSpPr>
          <a:xfrm>
            <a:off x="3563273" y="1539122"/>
            <a:ext cx="333198" cy="312146"/>
            <a:chOff x="3563273" y="1539122"/>
            <a:chExt cx="333198" cy="312146"/>
          </a:xfrm>
        </p:grpSpPr>
        <p:sp>
          <p:nvSpPr>
            <p:cNvPr id="12217" name="Google Shape;12217;p82"/>
            <p:cNvSpPr/>
            <p:nvPr/>
          </p:nvSpPr>
          <p:spPr>
            <a:xfrm>
              <a:off x="3771414" y="1658674"/>
              <a:ext cx="72937" cy="72937"/>
            </a:xfrm>
            <a:custGeom>
              <a:rect b="b" l="l" r="r" t="t"/>
              <a:pathLst>
                <a:path extrusionOk="0" h="2782" w="2782">
                  <a:moveTo>
                    <a:pt x="1391" y="0"/>
                  </a:moveTo>
                  <a:cubicBezTo>
                    <a:pt x="623" y="0"/>
                    <a:pt x="0" y="623"/>
                    <a:pt x="0" y="1391"/>
                  </a:cubicBezTo>
                  <a:cubicBezTo>
                    <a:pt x="0" y="2159"/>
                    <a:pt x="623" y="2782"/>
                    <a:pt x="1391" y="2782"/>
                  </a:cubicBezTo>
                  <a:cubicBezTo>
                    <a:pt x="2162" y="2782"/>
                    <a:pt x="2782" y="2159"/>
                    <a:pt x="2782" y="1391"/>
                  </a:cubicBezTo>
                  <a:cubicBezTo>
                    <a:pt x="2782" y="623"/>
                    <a:pt x="2162" y="0"/>
                    <a:pt x="1391"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2"/>
            <p:cNvSpPr/>
            <p:nvPr/>
          </p:nvSpPr>
          <p:spPr>
            <a:xfrm>
              <a:off x="3767219" y="1687329"/>
              <a:ext cx="81405" cy="44386"/>
            </a:xfrm>
            <a:custGeom>
              <a:rect b="b" l="l" r="r" t="t"/>
              <a:pathLst>
                <a:path extrusionOk="0" h="1693" w="3105">
                  <a:moveTo>
                    <a:pt x="193" y="1"/>
                  </a:moveTo>
                  <a:cubicBezTo>
                    <a:pt x="1" y="870"/>
                    <a:pt x="664" y="1692"/>
                    <a:pt x="1551" y="1692"/>
                  </a:cubicBezTo>
                  <a:cubicBezTo>
                    <a:pt x="2442" y="1692"/>
                    <a:pt x="3105" y="870"/>
                    <a:pt x="2909" y="1"/>
                  </a:cubicBezTo>
                  <a:lnTo>
                    <a:pt x="2909" y="1"/>
                  </a:lnTo>
                  <a:cubicBezTo>
                    <a:pt x="2771" y="638"/>
                    <a:pt x="2206" y="1091"/>
                    <a:pt x="1551" y="1095"/>
                  </a:cubicBezTo>
                  <a:cubicBezTo>
                    <a:pt x="899" y="1091"/>
                    <a:pt x="334" y="638"/>
                    <a:pt x="1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2"/>
            <p:cNvSpPr/>
            <p:nvPr/>
          </p:nvSpPr>
          <p:spPr>
            <a:xfrm>
              <a:off x="3568202" y="1653456"/>
              <a:ext cx="78181" cy="83372"/>
            </a:xfrm>
            <a:custGeom>
              <a:rect b="b" l="l" r="r" t="t"/>
              <a:pathLst>
                <a:path extrusionOk="0" h="3180" w="2982">
                  <a:moveTo>
                    <a:pt x="794" y="0"/>
                  </a:moveTo>
                  <a:cubicBezTo>
                    <a:pt x="356" y="0"/>
                    <a:pt x="1" y="355"/>
                    <a:pt x="1" y="797"/>
                  </a:cubicBezTo>
                  <a:lnTo>
                    <a:pt x="1" y="2387"/>
                  </a:lnTo>
                  <a:cubicBezTo>
                    <a:pt x="1" y="2825"/>
                    <a:pt x="356" y="3180"/>
                    <a:pt x="794" y="3180"/>
                  </a:cubicBezTo>
                  <a:lnTo>
                    <a:pt x="2981" y="3180"/>
                  </a:lnTo>
                  <a:lnTo>
                    <a:pt x="298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2"/>
            <p:cNvSpPr/>
            <p:nvPr/>
          </p:nvSpPr>
          <p:spPr>
            <a:xfrm>
              <a:off x="3568202" y="1654007"/>
              <a:ext cx="78181" cy="82821"/>
            </a:xfrm>
            <a:custGeom>
              <a:rect b="b" l="l" r="r" t="t"/>
              <a:pathLst>
                <a:path extrusionOk="0" h="3159" w="2982">
                  <a:moveTo>
                    <a:pt x="616" y="1"/>
                  </a:moveTo>
                  <a:lnTo>
                    <a:pt x="616" y="1"/>
                  </a:lnTo>
                  <a:cubicBezTo>
                    <a:pt x="254" y="84"/>
                    <a:pt x="1" y="403"/>
                    <a:pt x="1" y="776"/>
                  </a:cubicBezTo>
                  <a:lnTo>
                    <a:pt x="1" y="2366"/>
                  </a:lnTo>
                  <a:cubicBezTo>
                    <a:pt x="1" y="2804"/>
                    <a:pt x="356" y="3159"/>
                    <a:pt x="794" y="3159"/>
                  </a:cubicBezTo>
                  <a:lnTo>
                    <a:pt x="2981" y="3159"/>
                  </a:lnTo>
                  <a:lnTo>
                    <a:pt x="2981" y="2565"/>
                  </a:lnTo>
                  <a:lnTo>
                    <a:pt x="993" y="2565"/>
                  </a:lnTo>
                  <a:cubicBezTo>
                    <a:pt x="776" y="2561"/>
                    <a:pt x="598" y="2384"/>
                    <a:pt x="598" y="2167"/>
                  </a:cubicBezTo>
                  <a:lnTo>
                    <a:pt x="598" y="178"/>
                  </a:lnTo>
                  <a:cubicBezTo>
                    <a:pt x="598" y="117"/>
                    <a:pt x="602" y="59"/>
                    <a:pt x="616"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2"/>
            <p:cNvSpPr/>
            <p:nvPr/>
          </p:nvSpPr>
          <p:spPr>
            <a:xfrm>
              <a:off x="3646356" y="1564841"/>
              <a:ext cx="130301" cy="260576"/>
            </a:xfrm>
            <a:custGeom>
              <a:rect b="b" l="l" r="r" t="t"/>
              <a:pathLst>
                <a:path extrusionOk="0" h="9939" w="4970">
                  <a:moveTo>
                    <a:pt x="4969" y="1"/>
                  </a:moveTo>
                  <a:cubicBezTo>
                    <a:pt x="4969" y="1"/>
                    <a:pt x="2981" y="3380"/>
                    <a:pt x="0" y="3380"/>
                  </a:cubicBezTo>
                  <a:lnTo>
                    <a:pt x="0" y="6560"/>
                  </a:lnTo>
                  <a:cubicBezTo>
                    <a:pt x="2981" y="6560"/>
                    <a:pt x="4969" y="9939"/>
                    <a:pt x="4969" y="9939"/>
                  </a:cubicBezTo>
                  <a:lnTo>
                    <a:pt x="496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2"/>
            <p:cNvSpPr/>
            <p:nvPr/>
          </p:nvSpPr>
          <p:spPr>
            <a:xfrm>
              <a:off x="3646356" y="1721229"/>
              <a:ext cx="130301" cy="104188"/>
            </a:xfrm>
            <a:custGeom>
              <a:rect b="b" l="l" r="r" t="t"/>
              <a:pathLst>
                <a:path extrusionOk="0" h="3974" w="4970">
                  <a:moveTo>
                    <a:pt x="0" y="1"/>
                  </a:moveTo>
                  <a:lnTo>
                    <a:pt x="0" y="595"/>
                  </a:lnTo>
                  <a:cubicBezTo>
                    <a:pt x="2981" y="595"/>
                    <a:pt x="4969" y="3974"/>
                    <a:pt x="4969" y="3974"/>
                  </a:cubicBezTo>
                  <a:lnTo>
                    <a:pt x="4969" y="2782"/>
                  </a:lnTo>
                  <a:cubicBezTo>
                    <a:pt x="4969" y="2782"/>
                    <a:pt x="2981" y="1"/>
                    <a:pt x="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2"/>
            <p:cNvSpPr/>
            <p:nvPr/>
          </p:nvSpPr>
          <p:spPr>
            <a:xfrm>
              <a:off x="3776631" y="1543972"/>
              <a:ext cx="31251" cy="302340"/>
            </a:xfrm>
            <a:custGeom>
              <a:rect b="b" l="l" r="r" t="t"/>
              <a:pathLst>
                <a:path extrusionOk="0" h="11532" w="1192">
                  <a:moveTo>
                    <a:pt x="0" y="0"/>
                  </a:moveTo>
                  <a:lnTo>
                    <a:pt x="0" y="11532"/>
                  </a:lnTo>
                  <a:lnTo>
                    <a:pt x="1192" y="11532"/>
                  </a:lnTo>
                  <a:lnTo>
                    <a:pt x="119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2"/>
            <p:cNvSpPr/>
            <p:nvPr/>
          </p:nvSpPr>
          <p:spPr>
            <a:xfrm>
              <a:off x="3776631" y="1820173"/>
              <a:ext cx="31251" cy="26139"/>
            </a:xfrm>
            <a:custGeom>
              <a:rect b="b" l="l" r="r" t="t"/>
              <a:pathLst>
                <a:path extrusionOk="0" h="997" w="1192">
                  <a:moveTo>
                    <a:pt x="0" y="1"/>
                  </a:moveTo>
                  <a:lnTo>
                    <a:pt x="0" y="997"/>
                  </a:lnTo>
                  <a:lnTo>
                    <a:pt x="1192" y="997"/>
                  </a:lnTo>
                  <a:lnTo>
                    <a:pt x="11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2"/>
            <p:cNvSpPr/>
            <p:nvPr/>
          </p:nvSpPr>
          <p:spPr>
            <a:xfrm>
              <a:off x="3604671" y="1653456"/>
              <a:ext cx="41712" cy="83372"/>
            </a:xfrm>
            <a:custGeom>
              <a:rect b="b" l="l" r="r" t="t"/>
              <a:pathLst>
                <a:path extrusionOk="0" h="3180" w="1591">
                  <a:moveTo>
                    <a:pt x="0" y="0"/>
                  </a:moveTo>
                  <a:lnTo>
                    <a:pt x="0" y="3180"/>
                  </a:lnTo>
                  <a:lnTo>
                    <a:pt x="1590" y="3180"/>
                  </a:lnTo>
                  <a:lnTo>
                    <a:pt x="1590"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2"/>
            <p:cNvSpPr/>
            <p:nvPr/>
          </p:nvSpPr>
          <p:spPr>
            <a:xfrm>
              <a:off x="3604671" y="1721229"/>
              <a:ext cx="41712" cy="15599"/>
            </a:xfrm>
            <a:custGeom>
              <a:rect b="b" l="l" r="r" t="t"/>
              <a:pathLst>
                <a:path extrusionOk="0" h="595" w="1591">
                  <a:moveTo>
                    <a:pt x="0" y="1"/>
                  </a:moveTo>
                  <a:lnTo>
                    <a:pt x="0" y="595"/>
                  </a:lnTo>
                  <a:lnTo>
                    <a:pt x="1590" y="595"/>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2"/>
            <p:cNvSpPr/>
            <p:nvPr/>
          </p:nvSpPr>
          <p:spPr>
            <a:xfrm>
              <a:off x="3620322" y="1762914"/>
              <a:ext cx="31277" cy="31277"/>
            </a:xfrm>
            <a:custGeom>
              <a:rect b="b" l="l" r="r" t="t"/>
              <a:pathLst>
                <a:path extrusionOk="0" h="1193" w="1193">
                  <a:moveTo>
                    <a:pt x="1" y="1"/>
                  </a:moveTo>
                  <a:lnTo>
                    <a:pt x="1" y="1192"/>
                  </a:lnTo>
                  <a:lnTo>
                    <a:pt x="1192" y="1192"/>
                  </a:lnTo>
                  <a:lnTo>
                    <a:pt x="119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2"/>
            <p:cNvSpPr/>
            <p:nvPr/>
          </p:nvSpPr>
          <p:spPr>
            <a:xfrm>
              <a:off x="3604671" y="1736802"/>
              <a:ext cx="41712" cy="78181"/>
            </a:xfrm>
            <a:custGeom>
              <a:rect b="b" l="l" r="r" t="t"/>
              <a:pathLst>
                <a:path extrusionOk="0" h="2982" w="1591">
                  <a:moveTo>
                    <a:pt x="0" y="1"/>
                  </a:moveTo>
                  <a:lnTo>
                    <a:pt x="0" y="2982"/>
                  </a:lnTo>
                  <a:lnTo>
                    <a:pt x="794" y="2982"/>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2"/>
            <p:cNvSpPr/>
            <p:nvPr/>
          </p:nvSpPr>
          <p:spPr>
            <a:xfrm>
              <a:off x="3563273" y="1539122"/>
              <a:ext cx="286007" cy="312146"/>
            </a:xfrm>
            <a:custGeom>
              <a:rect b="b" l="l" r="r" t="t"/>
              <a:pathLst>
                <a:path extrusionOk="0" h="11906" w="10909">
                  <a:moveTo>
                    <a:pt x="9515" y="4759"/>
                  </a:moveTo>
                  <a:cubicBezTo>
                    <a:pt x="10101" y="4850"/>
                    <a:pt x="10536" y="5357"/>
                    <a:pt x="10536" y="5951"/>
                  </a:cubicBezTo>
                  <a:cubicBezTo>
                    <a:pt x="10536" y="6545"/>
                    <a:pt x="10101" y="7048"/>
                    <a:pt x="9515" y="7143"/>
                  </a:cubicBezTo>
                  <a:lnTo>
                    <a:pt x="9515" y="4759"/>
                  </a:lnTo>
                  <a:close/>
                  <a:moveTo>
                    <a:pt x="1391" y="4546"/>
                  </a:moveTo>
                  <a:lnTo>
                    <a:pt x="1391" y="7356"/>
                  </a:lnTo>
                  <a:lnTo>
                    <a:pt x="982" y="7356"/>
                  </a:lnTo>
                  <a:cubicBezTo>
                    <a:pt x="645" y="7353"/>
                    <a:pt x="373" y="7081"/>
                    <a:pt x="373" y="6748"/>
                  </a:cubicBezTo>
                  <a:lnTo>
                    <a:pt x="373" y="5158"/>
                  </a:lnTo>
                  <a:cubicBezTo>
                    <a:pt x="373" y="4821"/>
                    <a:pt x="645" y="4549"/>
                    <a:pt x="982" y="4546"/>
                  </a:cubicBezTo>
                  <a:close/>
                  <a:moveTo>
                    <a:pt x="2981" y="4549"/>
                  </a:moveTo>
                  <a:lnTo>
                    <a:pt x="2981" y="7356"/>
                  </a:lnTo>
                  <a:lnTo>
                    <a:pt x="1768" y="7356"/>
                  </a:lnTo>
                  <a:lnTo>
                    <a:pt x="1768" y="4549"/>
                  </a:lnTo>
                  <a:close/>
                  <a:moveTo>
                    <a:pt x="3180" y="8722"/>
                  </a:moveTo>
                  <a:lnTo>
                    <a:pt x="3180" y="9540"/>
                  </a:lnTo>
                  <a:lnTo>
                    <a:pt x="2825" y="9540"/>
                  </a:lnTo>
                  <a:lnTo>
                    <a:pt x="3046" y="8722"/>
                  </a:lnTo>
                  <a:close/>
                  <a:moveTo>
                    <a:pt x="2927" y="7729"/>
                  </a:moveTo>
                  <a:lnTo>
                    <a:pt x="2228" y="10337"/>
                  </a:lnTo>
                  <a:lnTo>
                    <a:pt x="1768" y="10337"/>
                  </a:lnTo>
                  <a:lnTo>
                    <a:pt x="1768" y="7729"/>
                  </a:lnTo>
                  <a:close/>
                  <a:moveTo>
                    <a:pt x="9142" y="374"/>
                  </a:moveTo>
                  <a:lnTo>
                    <a:pt x="9142" y="11528"/>
                  </a:lnTo>
                  <a:lnTo>
                    <a:pt x="8323" y="11528"/>
                  </a:lnTo>
                  <a:lnTo>
                    <a:pt x="8323" y="3673"/>
                  </a:lnTo>
                  <a:cubicBezTo>
                    <a:pt x="8318" y="3555"/>
                    <a:pt x="8227" y="3496"/>
                    <a:pt x="8136" y="3496"/>
                  </a:cubicBezTo>
                  <a:cubicBezTo>
                    <a:pt x="8046" y="3496"/>
                    <a:pt x="7955" y="3555"/>
                    <a:pt x="7950" y="3673"/>
                  </a:cubicBezTo>
                  <a:lnTo>
                    <a:pt x="7950" y="10312"/>
                  </a:lnTo>
                  <a:cubicBezTo>
                    <a:pt x="7635" y="9877"/>
                    <a:pt x="7284" y="9471"/>
                    <a:pt x="6900" y="9098"/>
                  </a:cubicBezTo>
                  <a:cubicBezTo>
                    <a:pt x="6422" y="8624"/>
                    <a:pt x="5882" y="8222"/>
                    <a:pt x="5288" y="7903"/>
                  </a:cubicBezTo>
                  <a:cubicBezTo>
                    <a:pt x="4654" y="7573"/>
                    <a:pt x="4002" y="7389"/>
                    <a:pt x="3354" y="7360"/>
                  </a:cubicBezTo>
                  <a:lnTo>
                    <a:pt x="3354" y="4542"/>
                  </a:lnTo>
                  <a:cubicBezTo>
                    <a:pt x="4002" y="4513"/>
                    <a:pt x="4651" y="4328"/>
                    <a:pt x="5288" y="3999"/>
                  </a:cubicBezTo>
                  <a:cubicBezTo>
                    <a:pt x="5882" y="3680"/>
                    <a:pt x="6422" y="3278"/>
                    <a:pt x="6900" y="2807"/>
                  </a:cubicBezTo>
                  <a:cubicBezTo>
                    <a:pt x="7284" y="2431"/>
                    <a:pt x="7635" y="2025"/>
                    <a:pt x="7950" y="1594"/>
                  </a:cubicBezTo>
                  <a:lnTo>
                    <a:pt x="7950" y="2778"/>
                  </a:lnTo>
                  <a:cubicBezTo>
                    <a:pt x="7955" y="2898"/>
                    <a:pt x="8046" y="2958"/>
                    <a:pt x="8136" y="2958"/>
                  </a:cubicBezTo>
                  <a:cubicBezTo>
                    <a:pt x="8227" y="2958"/>
                    <a:pt x="8318" y="2898"/>
                    <a:pt x="8323" y="2778"/>
                  </a:cubicBezTo>
                  <a:lnTo>
                    <a:pt x="8323" y="374"/>
                  </a:lnTo>
                  <a:close/>
                  <a:moveTo>
                    <a:pt x="8138" y="0"/>
                  </a:moveTo>
                  <a:cubicBezTo>
                    <a:pt x="8033" y="0"/>
                    <a:pt x="7950" y="84"/>
                    <a:pt x="7950" y="189"/>
                  </a:cubicBezTo>
                  <a:lnTo>
                    <a:pt x="7950" y="931"/>
                  </a:lnTo>
                  <a:cubicBezTo>
                    <a:pt x="7577" y="1518"/>
                    <a:pt x="7135" y="2058"/>
                    <a:pt x="6635" y="2543"/>
                  </a:cubicBezTo>
                  <a:cubicBezTo>
                    <a:pt x="5864" y="3289"/>
                    <a:pt x="4643" y="4173"/>
                    <a:pt x="3169" y="4173"/>
                  </a:cubicBezTo>
                  <a:lnTo>
                    <a:pt x="982" y="4173"/>
                  </a:lnTo>
                  <a:cubicBezTo>
                    <a:pt x="439" y="4176"/>
                    <a:pt x="0" y="4615"/>
                    <a:pt x="0" y="5154"/>
                  </a:cubicBezTo>
                  <a:lnTo>
                    <a:pt x="0" y="6744"/>
                  </a:lnTo>
                  <a:cubicBezTo>
                    <a:pt x="0" y="7287"/>
                    <a:pt x="439" y="7726"/>
                    <a:pt x="982" y="7726"/>
                  </a:cubicBezTo>
                  <a:lnTo>
                    <a:pt x="1391" y="7726"/>
                  </a:lnTo>
                  <a:lnTo>
                    <a:pt x="1391" y="10522"/>
                  </a:lnTo>
                  <a:cubicBezTo>
                    <a:pt x="1391" y="10627"/>
                    <a:pt x="1474" y="10710"/>
                    <a:pt x="1579" y="10710"/>
                  </a:cubicBezTo>
                  <a:lnTo>
                    <a:pt x="2373" y="10710"/>
                  </a:lnTo>
                  <a:cubicBezTo>
                    <a:pt x="2459" y="10710"/>
                    <a:pt x="2532" y="10652"/>
                    <a:pt x="2554" y="10569"/>
                  </a:cubicBezTo>
                  <a:lnTo>
                    <a:pt x="2731" y="9913"/>
                  </a:lnTo>
                  <a:lnTo>
                    <a:pt x="3368" y="9913"/>
                  </a:lnTo>
                  <a:cubicBezTo>
                    <a:pt x="3470" y="9913"/>
                    <a:pt x="3553" y="9830"/>
                    <a:pt x="3553" y="9728"/>
                  </a:cubicBezTo>
                  <a:lnTo>
                    <a:pt x="3553" y="8537"/>
                  </a:lnTo>
                  <a:cubicBezTo>
                    <a:pt x="3553" y="8432"/>
                    <a:pt x="3470" y="8349"/>
                    <a:pt x="3368" y="8349"/>
                  </a:cubicBezTo>
                  <a:lnTo>
                    <a:pt x="3148" y="8349"/>
                  </a:lnTo>
                  <a:lnTo>
                    <a:pt x="3311" y="7729"/>
                  </a:lnTo>
                  <a:cubicBezTo>
                    <a:pt x="4723" y="7784"/>
                    <a:pt x="5893" y="8638"/>
                    <a:pt x="6635" y="9359"/>
                  </a:cubicBezTo>
                  <a:cubicBezTo>
                    <a:pt x="7135" y="9848"/>
                    <a:pt x="7577" y="10388"/>
                    <a:pt x="7954" y="10974"/>
                  </a:cubicBezTo>
                  <a:lnTo>
                    <a:pt x="7954" y="11717"/>
                  </a:lnTo>
                  <a:cubicBezTo>
                    <a:pt x="7954" y="11822"/>
                    <a:pt x="8037" y="11905"/>
                    <a:pt x="8138" y="11905"/>
                  </a:cubicBezTo>
                  <a:lnTo>
                    <a:pt x="9330" y="11905"/>
                  </a:lnTo>
                  <a:cubicBezTo>
                    <a:pt x="9435" y="11905"/>
                    <a:pt x="9518" y="11822"/>
                    <a:pt x="9518" y="11717"/>
                  </a:cubicBezTo>
                  <a:lnTo>
                    <a:pt x="9518" y="7519"/>
                  </a:lnTo>
                  <a:cubicBezTo>
                    <a:pt x="10311" y="7425"/>
                    <a:pt x="10909" y="6751"/>
                    <a:pt x="10909" y="5951"/>
                  </a:cubicBezTo>
                  <a:cubicBezTo>
                    <a:pt x="10909" y="5151"/>
                    <a:pt x="10311" y="4477"/>
                    <a:pt x="9518" y="4386"/>
                  </a:cubicBezTo>
                  <a:lnTo>
                    <a:pt x="9518" y="189"/>
                  </a:lnTo>
                  <a:cubicBezTo>
                    <a:pt x="9518" y="84"/>
                    <a:pt x="9431" y="0"/>
                    <a:pt x="9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2"/>
            <p:cNvSpPr/>
            <p:nvPr/>
          </p:nvSpPr>
          <p:spPr>
            <a:xfrm>
              <a:off x="3868943" y="1690266"/>
              <a:ext cx="27528" cy="9753"/>
            </a:xfrm>
            <a:custGeom>
              <a:rect b="b" l="l" r="r" t="t"/>
              <a:pathLst>
                <a:path extrusionOk="0" h="372" w="1050">
                  <a:moveTo>
                    <a:pt x="867" y="1"/>
                  </a:moveTo>
                  <a:cubicBezTo>
                    <a:pt x="863" y="1"/>
                    <a:pt x="859" y="1"/>
                    <a:pt x="854" y="1"/>
                  </a:cubicBezTo>
                  <a:lnTo>
                    <a:pt x="257" y="1"/>
                  </a:lnTo>
                  <a:cubicBezTo>
                    <a:pt x="252" y="1"/>
                    <a:pt x="248" y="1"/>
                    <a:pt x="243" y="1"/>
                  </a:cubicBezTo>
                  <a:cubicBezTo>
                    <a:pt x="1" y="1"/>
                    <a:pt x="1" y="371"/>
                    <a:pt x="243" y="371"/>
                  </a:cubicBezTo>
                  <a:cubicBezTo>
                    <a:pt x="248" y="371"/>
                    <a:pt x="252" y="371"/>
                    <a:pt x="257" y="371"/>
                  </a:cubicBezTo>
                  <a:lnTo>
                    <a:pt x="854" y="371"/>
                  </a:lnTo>
                  <a:cubicBezTo>
                    <a:pt x="858" y="371"/>
                    <a:pt x="863" y="371"/>
                    <a:pt x="867" y="371"/>
                  </a:cubicBezTo>
                  <a:cubicBezTo>
                    <a:pt x="966" y="371"/>
                    <a:pt x="1050" y="287"/>
                    <a:pt x="1050" y="186"/>
                  </a:cubicBezTo>
                  <a:cubicBezTo>
                    <a:pt x="1050" y="82"/>
                    <a:pt x="967" y="1"/>
                    <a:pt x="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2"/>
            <p:cNvSpPr/>
            <p:nvPr/>
          </p:nvSpPr>
          <p:spPr>
            <a:xfrm>
              <a:off x="3849358" y="1631407"/>
              <a:ext cx="24251" cy="20738"/>
            </a:xfrm>
            <a:custGeom>
              <a:rect b="b" l="l" r="r" t="t"/>
              <a:pathLst>
                <a:path extrusionOk="0" h="791" w="925">
                  <a:moveTo>
                    <a:pt x="661" y="0"/>
                  </a:moveTo>
                  <a:cubicBezTo>
                    <a:pt x="619" y="0"/>
                    <a:pt x="576" y="15"/>
                    <a:pt x="537" y="51"/>
                  </a:cubicBezTo>
                  <a:lnTo>
                    <a:pt x="113" y="472"/>
                  </a:lnTo>
                  <a:cubicBezTo>
                    <a:pt x="1" y="591"/>
                    <a:pt x="84" y="787"/>
                    <a:pt x="247" y="790"/>
                  </a:cubicBezTo>
                  <a:cubicBezTo>
                    <a:pt x="298" y="790"/>
                    <a:pt x="345" y="772"/>
                    <a:pt x="377" y="736"/>
                  </a:cubicBezTo>
                  <a:lnTo>
                    <a:pt x="801" y="316"/>
                  </a:lnTo>
                  <a:cubicBezTo>
                    <a:pt x="924" y="179"/>
                    <a:pt x="803"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2"/>
            <p:cNvSpPr/>
            <p:nvPr/>
          </p:nvSpPr>
          <p:spPr>
            <a:xfrm>
              <a:off x="3849070" y="1738217"/>
              <a:ext cx="24540" cy="20659"/>
            </a:xfrm>
            <a:custGeom>
              <a:rect b="b" l="l" r="r" t="t"/>
              <a:pathLst>
                <a:path extrusionOk="0" h="788" w="936">
                  <a:moveTo>
                    <a:pt x="265" y="1"/>
                  </a:moveTo>
                  <a:cubicBezTo>
                    <a:pt x="123" y="1"/>
                    <a:pt x="0" y="182"/>
                    <a:pt x="124" y="316"/>
                  </a:cubicBezTo>
                  <a:lnTo>
                    <a:pt x="548" y="736"/>
                  </a:lnTo>
                  <a:cubicBezTo>
                    <a:pt x="587" y="773"/>
                    <a:pt x="630" y="788"/>
                    <a:pt x="672" y="788"/>
                  </a:cubicBezTo>
                  <a:cubicBezTo>
                    <a:pt x="814" y="788"/>
                    <a:pt x="935" y="610"/>
                    <a:pt x="812" y="476"/>
                  </a:cubicBezTo>
                  <a:lnTo>
                    <a:pt x="388" y="52"/>
                  </a:lnTo>
                  <a:cubicBezTo>
                    <a:pt x="349" y="16"/>
                    <a:pt x="30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82"/>
          <p:cNvGrpSpPr/>
          <p:nvPr/>
        </p:nvGrpSpPr>
        <p:grpSpPr>
          <a:xfrm>
            <a:off x="2642986" y="2455790"/>
            <a:ext cx="358813" cy="323996"/>
            <a:chOff x="2642986" y="2455790"/>
            <a:chExt cx="358813" cy="323996"/>
          </a:xfrm>
        </p:grpSpPr>
        <p:sp>
          <p:nvSpPr>
            <p:cNvPr id="12234" name="Google Shape;12234;p82"/>
            <p:cNvSpPr/>
            <p:nvPr/>
          </p:nvSpPr>
          <p:spPr>
            <a:xfrm>
              <a:off x="2778007" y="2717677"/>
              <a:ext cx="43049" cy="39326"/>
            </a:xfrm>
            <a:custGeom>
              <a:rect b="b" l="l" r="r" t="t"/>
              <a:pathLst>
                <a:path extrusionOk="0" h="1500" w="1642">
                  <a:moveTo>
                    <a:pt x="341" y="0"/>
                  </a:moveTo>
                  <a:lnTo>
                    <a:pt x="1" y="1500"/>
                  </a:lnTo>
                  <a:lnTo>
                    <a:pt x="1641" y="1500"/>
                  </a:lnTo>
                  <a:lnTo>
                    <a:pt x="130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2"/>
            <p:cNvSpPr/>
            <p:nvPr/>
          </p:nvSpPr>
          <p:spPr>
            <a:xfrm>
              <a:off x="2748564" y="2753464"/>
              <a:ext cx="101829" cy="21105"/>
            </a:xfrm>
            <a:custGeom>
              <a:rect b="b" l="l" r="r" t="t"/>
              <a:pathLst>
                <a:path extrusionOk="0" h="805" w="3884">
                  <a:moveTo>
                    <a:pt x="1" y="1"/>
                  </a:moveTo>
                  <a:lnTo>
                    <a:pt x="1" y="805"/>
                  </a:lnTo>
                  <a:lnTo>
                    <a:pt x="3883" y="805"/>
                  </a:lnTo>
                  <a:lnTo>
                    <a:pt x="38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2"/>
            <p:cNvSpPr/>
            <p:nvPr/>
          </p:nvSpPr>
          <p:spPr>
            <a:xfrm>
              <a:off x="2648204" y="2525581"/>
              <a:ext cx="302655" cy="197706"/>
            </a:xfrm>
            <a:custGeom>
              <a:rect b="b" l="l" r="r" t="t"/>
              <a:pathLst>
                <a:path extrusionOk="0" h="7541" w="11544">
                  <a:moveTo>
                    <a:pt x="1" y="0"/>
                  </a:moveTo>
                  <a:lnTo>
                    <a:pt x="1" y="7541"/>
                  </a:lnTo>
                  <a:lnTo>
                    <a:pt x="11543" y="7541"/>
                  </a:lnTo>
                  <a:lnTo>
                    <a:pt x="115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2"/>
            <p:cNvSpPr/>
            <p:nvPr/>
          </p:nvSpPr>
          <p:spPr>
            <a:xfrm>
              <a:off x="2852726" y="2525581"/>
              <a:ext cx="98132" cy="81694"/>
            </a:xfrm>
            <a:custGeom>
              <a:rect b="b" l="l" r="r" t="t"/>
              <a:pathLst>
                <a:path extrusionOk="0" h="3116" w="3743">
                  <a:moveTo>
                    <a:pt x="1" y="0"/>
                  </a:moveTo>
                  <a:lnTo>
                    <a:pt x="1" y="66"/>
                  </a:lnTo>
                  <a:cubicBezTo>
                    <a:pt x="1" y="1750"/>
                    <a:pt x="1345" y="3115"/>
                    <a:pt x="3003" y="3115"/>
                  </a:cubicBezTo>
                  <a:cubicBezTo>
                    <a:pt x="3253" y="3115"/>
                    <a:pt x="3500" y="3083"/>
                    <a:pt x="3742" y="3021"/>
                  </a:cubicBezTo>
                  <a:lnTo>
                    <a:pt x="3742"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2"/>
            <p:cNvSpPr/>
            <p:nvPr/>
          </p:nvSpPr>
          <p:spPr>
            <a:xfrm>
              <a:off x="2648204" y="2709314"/>
              <a:ext cx="302655" cy="13974"/>
            </a:xfrm>
            <a:custGeom>
              <a:rect b="b" l="l" r="r" t="t"/>
              <a:pathLst>
                <a:path extrusionOk="0" h="533" w="11544">
                  <a:moveTo>
                    <a:pt x="1" y="0"/>
                  </a:moveTo>
                  <a:lnTo>
                    <a:pt x="1" y="533"/>
                  </a:lnTo>
                  <a:lnTo>
                    <a:pt x="11543" y="533"/>
                  </a:lnTo>
                  <a:lnTo>
                    <a:pt x="11543"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2"/>
            <p:cNvSpPr/>
            <p:nvPr/>
          </p:nvSpPr>
          <p:spPr>
            <a:xfrm>
              <a:off x="2667578" y="2544012"/>
              <a:ext cx="263905" cy="146608"/>
            </a:xfrm>
            <a:custGeom>
              <a:rect b="b" l="l" r="r" t="t"/>
              <a:pathLst>
                <a:path extrusionOk="0" h="5592" w="10066">
                  <a:moveTo>
                    <a:pt x="1" y="0"/>
                  </a:moveTo>
                  <a:lnTo>
                    <a:pt x="1" y="5592"/>
                  </a:lnTo>
                  <a:lnTo>
                    <a:pt x="10065" y="5592"/>
                  </a:lnTo>
                  <a:lnTo>
                    <a:pt x="10065"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2"/>
            <p:cNvSpPr/>
            <p:nvPr/>
          </p:nvSpPr>
          <p:spPr>
            <a:xfrm>
              <a:off x="2854457" y="2544012"/>
              <a:ext cx="77027" cy="63263"/>
            </a:xfrm>
            <a:custGeom>
              <a:rect b="b" l="l" r="r" t="t"/>
              <a:pathLst>
                <a:path extrusionOk="0" h="2413" w="2938">
                  <a:moveTo>
                    <a:pt x="0" y="0"/>
                  </a:moveTo>
                  <a:cubicBezTo>
                    <a:pt x="290" y="1376"/>
                    <a:pt x="1496" y="2412"/>
                    <a:pt x="2937" y="2412"/>
                  </a:cubicBezTo>
                  <a:lnTo>
                    <a:pt x="293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2"/>
            <p:cNvSpPr/>
            <p:nvPr/>
          </p:nvSpPr>
          <p:spPr>
            <a:xfrm>
              <a:off x="2667578" y="2544012"/>
              <a:ext cx="263905" cy="146608"/>
            </a:xfrm>
            <a:custGeom>
              <a:rect b="b" l="l" r="r" t="t"/>
              <a:pathLst>
                <a:path extrusionOk="0" h="5592" w="10066">
                  <a:moveTo>
                    <a:pt x="1" y="0"/>
                  </a:moveTo>
                  <a:lnTo>
                    <a:pt x="1" y="5592"/>
                  </a:lnTo>
                  <a:lnTo>
                    <a:pt x="10065" y="5592"/>
                  </a:lnTo>
                  <a:lnTo>
                    <a:pt x="10065" y="4955"/>
                  </a:lnTo>
                  <a:lnTo>
                    <a:pt x="674" y="4955"/>
                  </a:lnTo>
                  <a:lnTo>
                    <a:pt x="67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2"/>
            <p:cNvSpPr/>
            <p:nvPr/>
          </p:nvSpPr>
          <p:spPr>
            <a:xfrm>
              <a:off x="2743347" y="2609713"/>
              <a:ext cx="24828" cy="25274"/>
            </a:xfrm>
            <a:custGeom>
              <a:rect b="b" l="l" r="r" t="t"/>
              <a:pathLst>
                <a:path extrusionOk="0" h="964" w="947">
                  <a:moveTo>
                    <a:pt x="1" y="0"/>
                  </a:moveTo>
                  <a:lnTo>
                    <a:pt x="1" y="964"/>
                  </a:lnTo>
                  <a:lnTo>
                    <a:pt x="946" y="964"/>
                  </a:lnTo>
                  <a:lnTo>
                    <a:pt x="946"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2"/>
            <p:cNvSpPr/>
            <p:nvPr/>
          </p:nvSpPr>
          <p:spPr>
            <a:xfrm>
              <a:off x="2787130" y="2609713"/>
              <a:ext cx="24802" cy="25274"/>
            </a:xfrm>
            <a:custGeom>
              <a:rect b="b" l="l" r="r" t="t"/>
              <a:pathLst>
                <a:path extrusionOk="0" h="964" w="946">
                  <a:moveTo>
                    <a:pt x="0" y="0"/>
                  </a:moveTo>
                  <a:lnTo>
                    <a:pt x="0" y="964"/>
                  </a:lnTo>
                  <a:lnTo>
                    <a:pt x="946" y="964"/>
                  </a:lnTo>
                  <a:lnTo>
                    <a:pt x="946"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2"/>
            <p:cNvSpPr/>
            <p:nvPr/>
          </p:nvSpPr>
          <p:spPr>
            <a:xfrm>
              <a:off x="2830887" y="2609713"/>
              <a:ext cx="24828" cy="25274"/>
            </a:xfrm>
            <a:custGeom>
              <a:rect b="b" l="l" r="r" t="t"/>
              <a:pathLst>
                <a:path extrusionOk="0" h="964" w="947">
                  <a:moveTo>
                    <a:pt x="1" y="0"/>
                  </a:moveTo>
                  <a:lnTo>
                    <a:pt x="1" y="964"/>
                  </a:lnTo>
                  <a:lnTo>
                    <a:pt x="946" y="964"/>
                  </a:lnTo>
                  <a:lnTo>
                    <a:pt x="94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2"/>
            <p:cNvSpPr/>
            <p:nvPr/>
          </p:nvSpPr>
          <p:spPr>
            <a:xfrm>
              <a:off x="2866228" y="2461008"/>
              <a:ext cx="130589" cy="132582"/>
            </a:xfrm>
            <a:custGeom>
              <a:rect b="b" l="l" r="r" t="t"/>
              <a:pathLst>
                <a:path extrusionOk="0" h="5057" w="4981">
                  <a:moveTo>
                    <a:pt x="2488" y="1"/>
                  </a:moveTo>
                  <a:cubicBezTo>
                    <a:pt x="1112" y="1"/>
                    <a:pt x="0" y="1131"/>
                    <a:pt x="0" y="2529"/>
                  </a:cubicBezTo>
                  <a:cubicBezTo>
                    <a:pt x="0" y="3923"/>
                    <a:pt x="1112" y="5057"/>
                    <a:pt x="2488" y="5057"/>
                  </a:cubicBezTo>
                  <a:cubicBezTo>
                    <a:pt x="3865" y="5057"/>
                    <a:pt x="4980" y="3923"/>
                    <a:pt x="4980" y="2529"/>
                  </a:cubicBezTo>
                  <a:cubicBezTo>
                    <a:pt x="4980" y="1131"/>
                    <a:pt x="3865" y="1"/>
                    <a:pt x="248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2"/>
            <p:cNvSpPr/>
            <p:nvPr/>
          </p:nvSpPr>
          <p:spPr>
            <a:xfrm>
              <a:off x="2904585" y="2500046"/>
              <a:ext cx="53772" cy="54532"/>
            </a:xfrm>
            <a:custGeom>
              <a:rect b="b" l="l" r="r" t="t"/>
              <a:pathLst>
                <a:path extrusionOk="0" h="2080" w="2051">
                  <a:moveTo>
                    <a:pt x="1025" y="0"/>
                  </a:moveTo>
                  <a:cubicBezTo>
                    <a:pt x="460" y="0"/>
                    <a:pt x="0" y="464"/>
                    <a:pt x="0" y="1040"/>
                  </a:cubicBezTo>
                  <a:cubicBezTo>
                    <a:pt x="0" y="1615"/>
                    <a:pt x="460" y="2079"/>
                    <a:pt x="1025" y="2079"/>
                  </a:cubicBezTo>
                  <a:cubicBezTo>
                    <a:pt x="1590" y="2079"/>
                    <a:pt x="2050" y="1615"/>
                    <a:pt x="2050" y="1040"/>
                  </a:cubicBezTo>
                  <a:cubicBezTo>
                    <a:pt x="2050" y="464"/>
                    <a:pt x="1590" y="0"/>
                    <a:pt x="102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2"/>
            <p:cNvSpPr/>
            <p:nvPr/>
          </p:nvSpPr>
          <p:spPr>
            <a:xfrm>
              <a:off x="2642986" y="2520259"/>
              <a:ext cx="249276" cy="259527"/>
            </a:xfrm>
            <a:custGeom>
              <a:rect b="b" l="l" r="r" t="t"/>
              <a:pathLst>
                <a:path extrusionOk="0" h="9899" w="9508">
                  <a:moveTo>
                    <a:pt x="6339" y="7947"/>
                  </a:moveTo>
                  <a:lnTo>
                    <a:pt x="6509" y="8696"/>
                  </a:lnTo>
                  <a:lnTo>
                    <a:pt x="5433" y="8696"/>
                  </a:lnTo>
                  <a:lnTo>
                    <a:pt x="5600" y="7947"/>
                  </a:lnTo>
                  <a:close/>
                  <a:moveTo>
                    <a:pt x="7711" y="9098"/>
                  </a:moveTo>
                  <a:lnTo>
                    <a:pt x="7711" y="9500"/>
                  </a:lnTo>
                  <a:lnTo>
                    <a:pt x="4231" y="9500"/>
                  </a:lnTo>
                  <a:lnTo>
                    <a:pt x="4231" y="9098"/>
                  </a:lnTo>
                  <a:close/>
                  <a:moveTo>
                    <a:pt x="200" y="1"/>
                  </a:moveTo>
                  <a:cubicBezTo>
                    <a:pt x="91" y="1"/>
                    <a:pt x="1" y="91"/>
                    <a:pt x="1" y="203"/>
                  </a:cubicBezTo>
                  <a:lnTo>
                    <a:pt x="1" y="7744"/>
                  </a:lnTo>
                  <a:cubicBezTo>
                    <a:pt x="1" y="7856"/>
                    <a:pt x="91" y="7947"/>
                    <a:pt x="200" y="7947"/>
                  </a:cubicBezTo>
                  <a:lnTo>
                    <a:pt x="5191" y="7947"/>
                  </a:lnTo>
                  <a:lnTo>
                    <a:pt x="5020" y="8693"/>
                  </a:lnTo>
                  <a:lnTo>
                    <a:pt x="4028" y="8693"/>
                  </a:lnTo>
                  <a:cubicBezTo>
                    <a:pt x="3919" y="8693"/>
                    <a:pt x="3829" y="8783"/>
                    <a:pt x="3829" y="8896"/>
                  </a:cubicBezTo>
                  <a:lnTo>
                    <a:pt x="3829" y="9700"/>
                  </a:lnTo>
                  <a:cubicBezTo>
                    <a:pt x="3829" y="9808"/>
                    <a:pt x="3919" y="9899"/>
                    <a:pt x="4028" y="9899"/>
                  </a:cubicBezTo>
                  <a:lnTo>
                    <a:pt x="7910" y="9899"/>
                  </a:lnTo>
                  <a:cubicBezTo>
                    <a:pt x="8023" y="9899"/>
                    <a:pt x="8113" y="9808"/>
                    <a:pt x="8113" y="9700"/>
                  </a:cubicBezTo>
                  <a:lnTo>
                    <a:pt x="8113" y="8896"/>
                  </a:lnTo>
                  <a:cubicBezTo>
                    <a:pt x="8113" y="8783"/>
                    <a:pt x="8023" y="8696"/>
                    <a:pt x="7910" y="8696"/>
                  </a:cubicBezTo>
                  <a:lnTo>
                    <a:pt x="6922" y="8696"/>
                  </a:lnTo>
                  <a:lnTo>
                    <a:pt x="6751" y="7947"/>
                  </a:lnTo>
                  <a:lnTo>
                    <a:pt x="9240" y="7947"/>
                  </a:lnTo>
                  <a:cubicBezTo>
                    <a:pt x="9508" y="7947"/>
                    <a:pt x="9508" y="7545"/>
                    <a:pt x="9240" y="7545"/>
                  </a:cubicBezTo>
                  <a:lnTo>
                    <a:pt x="9243" y="7548"/>
                  </a:lnTo>
                  <a:lnTo>
                    <a:pt x="403" y="7548"/>
                  </a:lnTo>
                  <a:lnTo>
                    <a:pt x="403" y="403"/>
                  </a:lnTo>
                  <a:lnTo>
                    <a:pt x="5676" y="403"/>
                  </a:lnTo>
                  <a:cubicBezTo>
                    <a:pt x="5944" y="403"/>
                    <a:pt x="5944" y="1"/>
                    <a:pt x="5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2"/>
            <p:cNvSpPr/>
            <p:nvPr/>
          </p:nvSpPr>
          <p:spPr>
            <a:xfrm>
              <a:off x="2778767" y="2700872"/>
              <a:ext cx="41607" cy="10461"/>
            </a:xfrm>
            <a:custGeom>
              <a:rect b="b" l="l" r="r" t="t"/>
              <a:pathLst>
                <a:path extrusionOk="0" h="399" w="1587">
                  <a:moveTo>
                    <a:pt x="265" y="0"/>
                  </a:moveTo>
                  <a:cubicBezTo>
                    <a:pt x="1" y="0"/>
                    <a:pt x="2" y="399"/>
                    <a:pt x="269" y="399"/>
                  </a:cubicBezTo>
                  <a:lnTo>
                    <a:pt x="1323" y="399"/>
                  </a:lnTo>
                  <a:cubicBezTo>
                    <a:pt x="1587" y="399"/>
                    <a:pt x="1587" y="0"/>
                    <a:pt x="1323" y="0"/>
                  </a:cubicBezTo>
                  <a:lnTo>
                    <a:pt x="269" y="0"/>
                  </a:lnTo>
                  <a:cubicBezTo>
                    <a:pt x="267" y="0"/>
                    <a:pt x="266"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2"/>
            <p:cNvSpPr/>
            <p:nvPr/>
          </p:nvSpPr>
          <p:spPr>
            <a:xfrm>
              <a:off x="2738130" y="2604496"/>
              <a:ext cx="35341" cy="35708"/>
            </a:xfrm>
            <a:custGeom>
              <a:rect b="b" l="l" r="r" t="t"/>
              <a:pathLst>
                <a:path extrusionOk="0" h="1362" w="1348">
                  <a:moveTo>
                    <a:pt x="946" y="402"/>
                  </a:moveTo>
                  <a:lnTo>
                    <a:pt x="946" y="960"/>
                  </a:lnTo>
                  <a:lnTo>
                    <a:pt x="403" y="960"/>
                  </a:lnTo>
                  <a:lnTo>
                    <a:pt x="403" y="402"/>
                  </a:lnTo>
                  <a:close/>
                  <a:moveTo>
                    <a:pt x="200" y="0"/>
                  </a:moveTo>
                  <a:cubicBezTo>
                    <a:pt x="87" y="0"/>
                    <a:pt x="1" y="91"/>
                    <a:pt x="1" y="199"/>
                  </a:cubicBezTo>
                  <a:lnTo>
                    <a:pt x="1" y="1163"/>
                  </a:lnTo>
                  <a:cubicBezTo>
                    <a:pt x="1" y="1271"/>
                    <a:pt x="87" y="1362"/>
                    <a:pt x="200" y="1362"/>
                  </a:cubicBezTo>
                  <a:lnTo>
                    <a:pt x="1145" y="1362"/>
                  </a:lnTo>
                  <a:cubicBezTo>
                    <a:pt x="1257" y="1362"/>
                    <a:pt x="1348" y="1271"/>
                    <a:pt x="1348" y="1163"/>
                  </a:cubicBezTo>
                  <a:lnTo>
                    <a:pt x="1348" y="199"/>
                  </a:lnTo>
                  <a:cubicBezTo>
                    <a:pt x="1348"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2"/>
            <p:cNvSpPr/>
            <p:nvPr/>
          </p:nvSpPr>
          <p:spPr>
            <a:xfrm>
              <a:off x="2781913" y="2604496"/>
              <a:ext cx="35341" cy="35708"/>
            </a:xfrm>
            <a:custGeom>
              <a:rect b="b" l="l" r="r" t="t"/>
              <a:pathLst>
                <a:path extrusionOk="0" h="1362" w="1348">
                  <a:moveTo>
                    <a:pt x="945" y="402"/>
                  </a:moveTo>
                  <a:lnTo>
                    <a:pt x="945" y="960"/>
                  </a:lnTo>
                  <a:lnTo>
                    <a:pt x="402" y="960"/>
                  </a:lnTo>
                  <a:lnTo>
                    <a:pt x="402" y="402"/>
                  </a:lnTo>
                  <a:close/>
                  <a:moveTo>
                    <a:pt x="199" y="0"/>
                  </a:moveTo>
                  <a:cubicBezTo>
                    <a:pt x="87" y="0"/>
                    <a:pt x="0" y="91"/>
                    <a:pt x="0" y="199"/>
                  </a:cubicBezTo>
                  <a:lnTo>
                    <a:pt x="0" y="1163"/>
                  </a:lnTo>
                  <a:cubicBezTo>
                    <a:pt x="0" y="1271"/>
                    <a:pt x="87" y="1362"/>
                    <a:pt x="199" y="1362"/>
                  </a:cubicBezTo>
                  <a:lnTo>
                    <a:pt x="1145" y="1362"/>
                  </a:lnTo>
                  <a:cubicBezTo>
                    <a:pt x="1257" y="1362"/>
                    <a:pt x="1347" y="1271"/>
                    <a:pt x="1347" y="1163"/>
                  </a:cubicBezTo>
                  <a:lnTo>
                    <a:pt x="1347" y="199"/>
                  </a:lnTo>
                  <a:cubicBezTo>
                    <a:pt x="1347"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2"/>
            <p:cNvSpPr/>
            <p:nvPr/>
          </p:nvSpPr>
          <p:spPr>
            <a:xfrm>
              <a:off x="2825591" y="2604496"/>
              <a:ext cx="35341" cy="35708"/>
            </a:xfrm>
            <a:custGeom>
              <a:rect b="b" l="l" r="r" t="t"/>
              <a:pathLst>
                <a:path extrusionOk="0" h="1362" w="1348">
                  <a:moveTo>
                    <a:pt x="949" y="402"/>
                  </a:moveTo>
                  <a:lnTo>
                    <a:pt x="949" y="960"/>
                  </a:lnTo>
                  <a:lnTo>
                    <a:pt x="406" y="960"/>
                  </a:lnTo>
                  <a:lnTo>
                    <a:pt x="406" y="402"/>
                  </a:lnTo>
                  <a:close/>
                  <a:moveTo>
                    <a:pt x="203" y="0"/>
                  </a:moveTo>
                  <a:cubicBezTo>
                    <a:pt x="91" y="0"/>
                    <a:pt x="0" y="91"/>
                    <a:pt x="0" y="199"/>
                  </a:cubicBezTo>
                  <a:lnTo>
                    <a:pt x="0" y="1163"/>
                  </a:lnTo>
                  <a:cubicBezTo>
                    <a:pt x="0" y="1271"/>
                    <a:pt x="91" y="1362"/>
                    <a:pt x="203" y="1362"/>
                  </a:cubicBezTo>
                  <a:lnTo>
                    <a:pt x="1148" y="1362"/>
                  </a:lnTo>
                  <a:cubicBezTo>
                    <a:pt x="1261" y="1362"/>
                    <a:pt x="1347" y="1271"/>
                    <a:pt x="1347" y="1163"/>
                  </a:cubicBezTo>
                  <a:lnTo>
                    <a:pt x="1347" y="199"/>
                  </a:lnTo>
                  <a:cubicBezTo>
                    <a:pt x="1347" y="91"/>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2"/>
            <p:cNvSpPr/>
            <p:nvPr/>
          </p:nvSpPr>
          <p:spPr>
            <a:xfrm>
              <a:off x="2662256" y="2455790"/>
              <a:ext cx="339543" cy="272819"/>
            </a:xfrm>
            <a:custGeom>
              <a:rect b="b" l="l" r="r" t="t"/>
              <a:pathLst>
                <a:path extrusionOk="0" h="10406" w="12951">
                  <a:moveTo>
                    <a:pt x="7708" y="3564"/>
                  </a:moveTo>
                  <a:cubicBezTo>
                    <a:pt x="8037" y="4600"/>
                    <a:pt x="8961" y="5364"/>
                    <a:pt x="10069" y="5448"/>
                  </a:cubicBezTo>
                  <a:lnTo>
                    <a:pt x="10069" y="8758"/>
                  </a:lnTo>
                  <a:lnTo>
                    <a:pt x="403" y="8758"/>
                  </a:lnTo>
                  <a:lnTo>
                    <a:pt x="403" y="3564"/>
                  </a:lnTo>
                  <a:close/>
                  <a:moveTo>
                    <a:pt x="10268" y="0"/>
                  </a:moveTo>
                  <a:cubicBezTo>
                    <a:pt x="8874" y="0"/>
                    <a:pt x="7722" y="1080"/>
                    <a:pt x="7592" y="2460"/>
                  </a:cubicBezTo>
                  <a:lnTo>
                    <a:pt x="5730" y="2460"/>
                  </a:lnTo>
                  <a:cubicBezTo>
                    <a:pt x="5462" y="2460"/>
                    <a:pt x="5462" y="2862"/>
                    <a:pt x="5730" y="2862"/>
                  </a:cubicBezTo>
                  <a:lnTo>
                    <a:pt x="7581" y="2862"/>
                  </a:lnTo>
                  <a:cubicBezTo>
                    <a:pt x="7585" y="2963"/>
                    <a:pt x="7596" y="3064"/>
                    <a:pt x="7614" y="3166"/>
                  </a:cubicBezTo>
                  <a:lnTo>
                    <a:pt x="204" y="3166"/>
                  </a:lnTo>
                  <a:cubicBezTo>
                    <a:pt x="91" y="3166"/>
                    <a:pt x="1" y="3253"/>
                    <a:pt x="1" y="3365"/>
                  </a:cubicBezTo>
                  <a:lnTo>
                    <a:pt x="1" y="8957"/>
                  </a:lnTo>
                  <a:cubicBezTo>
                    <a:pt x="1" y="9069"/>
                    <a:pt x="91" y="9160"/>
                    <a:pt x="204" y="9160"/>
                  </a:cubicBezTo>
                  <a:lnTo>
                    <a:pt x="10268" y="9160"/>
                  </a:lnTo>
                  <a:cubicBezTo>
                    <a:pt x="10381" y="9160"/>
                    <a:pt x="10471" y="9069"/>
                    <a:pt x="10471" y="8957"/>
                  </a:cubicBezTo>
                  <a:lnTo>
                    <a:pt x="10471" y="5448"/>
                  </a:lnTo>
                  <a:cubicBezTo>
                    <a:pt x="10583" y="5440"/>
                    <a:pt x="10696" y="5422"/>
                    <a:pt x="10808" y="5400"/>
                  </a:cubicBezTo>
                  <a:lnTo>
                    <a:pt x="10808" y="10007"/>
                  </a:lnTo>
                  <a:lnTo>
                    <a:pt x="9298" y="10007"/>
                  </a:lnTo>
                  <a:cubicBezTo>
                    <a:pt x="9033" y="10007"/>
                    <a:pt x="9033" y="10406"/>
                    <a:pt x="9298" y="10406"/>
                  </a:cubicBezTo>
                  <a:lnTo>
                    <a:pt x="11007" y="10406"/>
                  </a:lnTo>
                  <a:cubicBezTo>
                    <a:pt x="11119" y="10406"/>
                    <a:pt x="11210" y="10315"/>
                    <a:pt x="11210" y="10206"/>
                  </a:cubicBezTo>
                  <a:lnTo>
                    <a:pt x="11210" y="5285"/>
                  </a:lnTo>
                  <a:cubicBezTo>
                    <a:pt x="11507" y="5172"/>
                    <a:pt x="11779" y="5009"/>
                    <a:pt x="12021" y="4799"/>
                  </a:cubicBezTo>
                  <a:cubicBezTo>
                    <a:pt x="12503" y="4379"/>
                    <a:pt x="12822" y="3803"/>
                    <a:pt x="12927" y="3173"/>
                  </a:cubicBezTo>
                  <a:cubicBezTo>
                    <a:pt x="12941" y="3064"/>
                    <a:pt x="12869" y="2959"/>
                    <a:pt x="12756" y="2945"/>
                  </a:cubicBezTo>
                  <a:cubicBezTo>
                    <a:pt x="12745" y="2943"/>
                    <a:pt x="12734" y="2942"/>
                    <a:pt x="12723" y="2942"/>
                  </a:cubicBezTo>
                  <a:cubicBezTo>
                    <a:pt x="12628" y="2942"/>
                    <a:pt x="12545" y="3010"/>
                    <a:pt x="12528" y="3108"/>
                  </a:cubicBezTo>
                  <a:cubicBezTo>
                    <a:pt x="12394" y="3966"/>
                    <a:pt x="11790" y="4680"/>
                    <a:pt x="10964" y="4948"/>
                  </a:cubicBezTo>
                  <a:cubicBezTo>
                    <a:pt x="10957" y="4948"/>
                    <a:pt x="10946" y="4951"/>
                    <a:pt x="10938" y="4955"/>
                  </a:cubicBezTo>
                  <a:cubicBezTo>
                    <a:pt x="10721" y="5020"/>
                    <a:pt x="10497" y="5056"/>
                    <a:pt x="10268" y="5056"/>
                  </a:cubicBezTo>
                  <a:cubicBezTo>
                    <a:pt x="9008" y="5056"/>
                    <a:pt x="7979" y="4010"/>
                    <a:pt x="7979" y="2728"/>
                  </a:cubicBezTo>
                  <a:cubicBezTo>
                    <a:pt x="7979" y="1446"/>
                    <a:pt x="9008" y="399"/>
                    <a:pt x="10268" y="399"/>
                  </a:cubicBezTo>
                  <a:cubicBezTo>
                    <a:pt x="11395" y="399"/>
                    <a:pt x="12365" y="1250"/>
                    <a:pt x="12532" y="2380"/>
                  </a:cubicBezTo>
                  <a:cubicBezTo>
                    <a:pt x="12550" y="2498"/>
                    <a:pt x="12638" y="2552"/>
                    <a:pt x="12727" y="2552"/>
                  </a:cubicBezTo>
                  <a:cubicBezTo>
                    <a:pt x="12838" y="2552"/>
                    <a:pt x="12950" y="2469"/>
                    <a:pt x="12930" y="2322"/>
                  </a:cubicBezTo>
                  <a:cubicBezTo>
                    <a:pt x="12836" y="1681"/>
                    <a:pt x="12517" y="1094"/>
                    <a:pt x="12032" y="667"/>
                  </a:cubicBezTo>
                  <a:cubicBezTo>
                    <a:pt x="11547" y="236"/>
                    <a:pt x="10917" y="0"/>
                    <a:pt x="10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2"/>
            <p:cNvSpPr/>
            <p:nvPr/>
          </p:nvSpPr>
          <p:spPr>
            <a:xfrm>
              <a:off x="2886442" y="2483476"/>
              <a:ext cx="90057" cy="87671"/>
            </a:xfrm>
            <a:custGeom>
              <a:rect b="b" l="l" r="r" t="t"/>
              <a:pathLst>
                <a:path extrusionOk="0" h="3344" w="3435">
                  <a:moveTo>
                    <a:pt x="1717" y="835"/>
                  </a:moveTo>
                  <a:cubicBezTo>
                    <a:pt x="2177" y="839"/>
                    <a:pt x="2547" y="1212"/>
                    <a:pt x="2543" y="1672"/>
                  </a:cubicBezTo>
                  <a:cubicBezTo>
                    <a:pt x="2547" y="2132"/>
                    <a:pt x="2177" y="2505"/>
                    <a:pt x="1717" y="2512"/>
                  </a:cubicBezTo>
                  <a:cubicBezTo>
                    <a:pt x="1261" y="2505"/>
                    <a:pt x="892" y="2132"/>
                    <a:pt x="895" y="1672"/>
                  </a:cubicBezTo>
                  <a:cubicBezTo>
                    <a:pt x="892" y="1212"/>
                    <a:pt x="1261" y="839"/>
                    <a:pt x="1717" y="835"/>
                  </a:cubicBezTo>
                  <a:close/>
                  <a:moveTo>
                    <a:pt x="1719" y="0"/>
                  </a:moveTo>
                  <a:cubicBezTo>
                    <a:pt x="1619" y="0"/>
                    <a:pt x="1518" y="67"/>
                    <a:pt x="1518" y="201"/>
                  </a:cubicBezTo>
                  <a:lnTo>
                    <a:pt x="1518" y="448"/>
                  </a:lnTo>
                  <a:cubicBezTo>
                    <a:pt x="1333" y="476"/>
                    <a:pt x="1156" y="553"/>
                    <a:pt x="1008" y="661"/>
                  </a:cubicBezTo>
                  <a:lnTo>
                    <a:pt x="837" y="491"/>
                  </a:lnTo>
                  <a:cubicBezTo>
                    <a:pt x="793" y="446"/>
                    <a:pt x="743" y="427"/>
                    <a:pt x="696" y="427"/>
                  </a:cubicBezTo>
                  <a:cubicBezTo>
                    <a:pt x="541" y="427"/>
                    <a:pt x="407" y="627"/>
                    <a:pt x="551" y="773"/>
                  </a:cubicBezTo>
                  <a:lnTo>
                    <a:pt x="725" y="947"/>
                  </a:lnTo>
                  <a:cubicBezTo>
                    <a:pt x="613" y="1103"/>
                    <a:pt x="540" y="1280"/>
                    <a:pt x="511" y="1472"/>
                  </a:cubicBezTo>
                  <a:lnTo>
                    <a:pt x="269" y="1472"/>
                  </a:lnTo>
                  <a:cubicBezTo>
                    <a:pt x="1" y="1472"/>
                    <a:pt x="1" y="1871"/>
                    <a:pt x="269" y="1871"/>
                  </a:cubicBezTo>
                  <a:lnTo>
                    <a:pt x="511" y="1871"/>
                  </a:lnTo>
                  <a:cubicBezTo>
                    <a:pt x="540" y="2059"/>
                    <a:pt x="613" y="2240"/>
                    <a:pt x="725" y="2396"/>
                  </a:cubicBezTo>
                  <a:lnTo>
                    <a:pt x="551" y="2570"/>
                  </a:lnTo>
                  <a:cubicBezTo>
                    <a:pt x="407" y="2717"/>
                    <a:pt x="541" y="2915"/>
                    <a:pt x="696" y="2915"/>
                  </a:cubicBezTo>
                  <a:cubicBezTo>
                    <a:pt x="744" y="2915"/>
                    <a:pt x="793" y="2896"/>
                    <a:pt x="837" y="2852"/>
                  </a:cubicBezTo>
                  <a:lnTo>
                    <a:pt x="1008" y="2678"/>
                  </a:lnTo>
                  <a:cubicBezTo>
                    <a:pt x="1156" y="2791"/>
                    <a:pt x="1333" y="2863"/>
                    <a:pt x="1518" y="2896"/>
                  </a:cubicBezTo>
                  <a:lnTo>
                    <a:pt x="1518" y="3142"/>
                  </a:lnTo>
                  <a:cubicBezTo>
                    <a:pt x="1518" y="3276"/>
                    <a:pt x="1619" y="3343"/>
                    <a:pt x="1719" y="3343"/>
                  </a:cubicBezTo>
                  <a:cubicBezTo>
                    <a:pt x="1820" y="3343"/>
                    <a:pt x="1920" y="3276"/>
                    <a:pt x="1920" y="3142"/>
                  </a:cubicBezTo>
                  <a:lnTo>
                    <a:pt x="1920" y="2896"/>
                  </a:lnTo>
                  <a:cubicBezTo>
                    <a:pt x="2105" y="2863"/>
                    <a:pt x="2279" y="2791"/>
                    <a:pt x="2431" y="2678"/>
                  </a:cubicBezTo>
                  <a:lnTo>
                    <a:pt x="2601" y="2852"/>
                  </a:lnTo>
                  <a:cubicBezTo>
                    <a:pt x="2645" y="2896"/>
                    <a:pt x="2695" y="2915"/>
                    <a:pt x="2742" y="2915"/>
                  </a:cubicBezTo>
                  <a:cubicBezTo>
                    <a:pt x="2897" y="2915"/>
                    <a:pt x="3031" y="2717"/>
                    <a:pt x="2887" y="2570"/>
                  </a:cubicBezTo>
                  <a:lnTo>
                    <a:pt x="2713" y="2396"/>
                  </a:lnTo>
                  <a:cubicBezTo>
                    <a:pt x="2822" y="2240"/>
                    <a:pt x="2898" y="2059"/>
                    <a:pt x="2927" y="1871"/>
                  </a:cubicBezTo>
                  <a:lnTo>
                    <a:pt x="3166" y="1871"/>
                  </a:lnTo>
                  <a:cubicBezTo>
                    <a:pt x="3433" y="1871"/>
                    <a:pt x="3434" y="1472"/>
                    <a:pt x="3170" y="1472"/>
                  </a:cubicBezTo>
                  <a:cubicBezTo>
                    <a:pt x="3168" y="1472"/>
                    <a:pt x="3167" y="1472"/>
                    <a:pt x="3166" y="1472"/>
                  </a:cubicBezTo>
                  <a:lnTo>
                    <a:pt x="2927" y="1472"/>
                  </a:lnTo>
                  <a:cubicBezTo>
                    <a:pt x="2898" y="1280"/>
                    <a:pt x="2822" y="1103"/>
                    <a:pt x="2713" y="947"/>
                  </a:cubicBezTo>
                  <a:lnTo>
                    <a:pt x="2887" y="773"/>
                  </a:lnTo>
                  <a:cubicBezTo>
                    <a:pt x="3031" y="627"/>
                    <a:pt x="2898" y="427"/>
                    <a:pt x="2743" y="427"/>
                  </a:cubicBezTo>
                  <a:cubicBezTo>
                    <a:pt x="2695" y="427"/>
                    <a:pt x="2645" y="446"/>
                    <a:pt x="2601" y="491"/>
                  </a:cubicBezTo>
                  <a:lnTo>
                    <a:pt x="2431" y="661"/>
                  </a:lnTo>
                  <a:cubicBezTo>
                    <a:pt x="2279" y="553"/>
                    <a:pt x="2105" y="476"/>
                    <a:pt x="1920" y="448"/>
                  </a:cubicBezTo>
                  <a:lnTo>
                    <a:pt x="1920" y="201"/>
                  </a:lnTo>
                  <a:cubicBezTo>
                    <a:pt x="1920" y="67"/>
                    <a:pt x="182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2"/>
            <p:cNvSpPr/>
            <p:nvPr/>
          </p:nvSpPr>
          <p:spPr>
            <a:xfrm>
              <a:off x="2909094" y="2510664"/>
              <a:ext cx="38907" cy="33296"/>
            </a:xfrm>
            <a:custGeom>
              <a:rect b="b" l="l" r="r" t="t"/>
              <a:pathLst>
                <a:path extrusionOk="0" h="1270" w="1484">
                  <a:moveTo>
                    <a:pt x="846" y="402"/>
                  </a:moveTo>
                  <a:cubicBezTo>
                    <a:pt x="966" y="402"/>
                    <a:pt x="1082" y="495"/>
                    <a:pt x="1082" y="635"/>
                  </a:cubicBezTo>
                  <a:cubicBezTo>
                    <a:pt x="1082" y="761"/>
                    <a:pt x="980" y="866"/>
                    <a:pt x="853" y="866"/>
                  </a:cubicBezTo>
                  <a:cubicBezTo>
                    <a:pt x="852" y="866"/>
                    <a:pt x="850" y="866"/>
                    <a:pt x="849" y="866"/>
                  </a:cubicBezTo>
                  <a:cubicBezTo>
                    <a:pt x="645" y="866"/>
                    <a:pt x="539" y="619"/>
                    <a:pt x="683" y="472"/>
                  </a:cubicBezTo>
                  <a:cubicBezTo>
                    <a:pt x="730" y="423"/>
                    <a:pt x="789" y="402"/>
                    <a:pt x="846" y="402"/>
                  </a:cubicBezTo>
                  <a:close/>
                  <a:moveTo>
                    <a:pt x="844" y="1"/>
                  </a:moveTo>
                  <a:cubicBezTo>
                    <a:pt x="285" y="1"/>
                    <a:pt x="1" y="680"/>
                    <a:pt x="397" y="1080"/>
                  </a:cubicBezTo>
                  <a:cubicBezTo>
                    <a:pt x="526" y="1211"/>
                    <a:pt x="685" y="1270"/>
                    <a:pt x="842" y="1270"/>
                  </a:cubicBezTo>
                  <a:cubicBezTo>
                    <a:pt x="1167" y="1270"/>
                    <a:pt x="1480" y="1018"/>
                    <a:pt x="1480" y="635"/>
                  </a:cubicBezTo>
                  <a:cubicBezTo>
                    <a:pt x="1484" y="287"/>
                    <a:pt x="1201" y="4"/>
                    <a:pt x="853" y="1"/>
                  </a:cubicBezTo>
                  <a:cubicBezTo>
                    <a:pt x="850" y="1"/>
                    <a:pt x="847" y="1"/>
                    <a:pt x="8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82"/>
          <p:cNvGrpSpPr/>
          <p:nvPr/>
        </p:nvGrpSpPr>
        <p:grpSpPr>
          <a:xfrm>
            <a:off x="4023495" y="3789422"/>
            <a:ext cx="346517" cy="358393"/>
            <a:chOff x="4023495" y="3789422"/>
            <a:chExt cx="346517" cy="358393"/>
          </a:xfrm>
        </p:grpSpPr>
        <p:sp>
          <p:nvSpPr>
            <p:cNvPr id="12256" name="Google Shape;12256;p82"/>
            <p:cNvSpPr/>
            <p:nvPr/>
          </p:nvSpPr>
          <p:spPr>
            <a:xfrm>
              <a:off x="4029473" y="3883019"/>
              <a:ext cx="266658" cy="259527"/>
            </a:xfrm>
            <a:custGeom>
              <a:rect b="b" l="l" r="r" t="t"/>
              <a:pathLst>
                <a:path extrusionOk="0" h="9899" w="10171">
                  <a:moveTo>
                    <a:pt x="2373" y="0"/>
                  </a:moveTo>
                  <a:lnTo>
                    <a:pt x="1573" y="421"/>
                  </a:lnTo>
                  <a:lnTo>
                    <a:pt x="1352" y="536"/>
                  </a:lnTo>
                  <a:cubicBezTo>
                    <a:pt x="385" y="1047"/>
                    <a:pt x="1" y="2235"/>
                    <a:pt x="486" y="3213"/>
                  </a:cubicBezTo>
                  <a:cubicBezTo>
                    <a:pt x="1131" y="4513"/>
                    <a:pt x="5658" y="9040"/>
                    <a:pt x="6958" y="9689"/>
                  </a:cubicBezTo>
                  <a:cubicBezTo>
                    <a:pt x="7246" y="9831"/>
                    <a:pt x="7551" y="9898"/>
                    <a:pt x="7852" y="9898"/>
                  </a:cubicBezTo>
                  <a:cubicBezTo>
                    <a:pt x="8578" y="9898"/>
                    <a:pt x="9276" y="9505"/>
                    <a:pt x="9635" y="8819"/>
                  </a:cubicBezTo>
                  <a:lnTo>
                    <a:pt x="9751" y="8602"/>
                  </a:lnTo>
                  <a:lnTo>
                    <a:pt x="10171" y="7802"/>
                  </a:lnTo>
                  <a:lnTo>
                    <a:pt x="7864" y="6509"/>
                  </a:lnTo>
                  <a:lnTo>
                    <a:pt x="7657" y="7008"/>
                  </a:lnTo>
                  <a:cubicBezTo>
                    <a:pt x="7505" y="7378"/>
                    <a:pt x="7151" y="7589"/>
                    <a:pt x="6787" y="7589"/>
                  </a:cubicBezTo>
                  <a:cubicBezTo>
                    <a:pt x="6598" y="7589"/>
                    <a:pt x="6406" y="7532"/>
                    <a:pt x="6238" y="7410"/>
                  </a:cubicBezTo>
                  <a:cubicBezTo>
                    <a:pt x="6009" y="7244"/>
                    <a:pt x="2927" y="4162"/>
                    <a:pt x="2764" y="3937"/>
                  </a:cubicBezTo>
                  <a:cubicBezTo>
                    <a:pt x="2406" y="3445"/>
                    <a:pt x="2605" y="2749"/>
                    <a:pt x="3166" y="2518"/>
                  </a:cubicBezTo>
                  <a:lnTo>
                    <a:pt x="3662" y="2311"/>
                  </a:lnTo>
                  <a:lnTo>
                    <a:pt x="237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2"/>
            <p:cNvSpPr/>
            <p:nvPr/>
          </p:nvSpPr>
          <p:spPr>
            <a:xfrm>
              <a:off x="4070687" y="3883019"/>
              <a:ext cx="54926" cy="70289"/>
            </a:xfrm>
            <a:custGeom>
              <a:rect b="b" l="l" r="r" t="t"/>
              <a:pathLst>
                <a:path extrusionOk="0" h="2681" w="2095">
                  <a:moveTo>
                    <a:pt x="801" y="0"/>
                  </a:moveTo>
                  <a:lnTo>
                    <a:pt x="1" y="421"/>
                  </a:lnTo>
                  <a:lnTo>
                    <a:pt x="1334" y="2681"/>
                  </a:lnTo>
                  <a:cubicBezTo>
                    <a:pt x="1410" y="2612"/>
                    <a:pt x="1500" y="2554"/>
                    <a:pt x="1594" y="2518"/>
                  </a:cubicBezTo>
                  <a:lnTo>
                    <a:pt x="2094" y="2307"/>
                  </a:lnTo>
                  <a:lnTo>
                    <a:pt x="80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2"/>
            <p:cNvSpPr/>
            <p:nvPr/>
          </p:nvSpPr>
          <p:spPr>
            <a:xfrm>
              <a:off x="4225842" y="4053564"/>
              <a:ext cx="70289" cy="54899"/>
            </a:xfrm>
            <a:custGeom>
              <a:rect b="b" l="l" r="r" t="t"/>
              <a:pathLst>
                <a:path extrusionOk="0" h="2094" w="2681">
                  <a:moveTo>
                    <a:pt x="374" y="0"/>
                  </a:moveTo>
                  <a:lnTo>
                    <a:pt x="167" y="500"/>
                  </a:lnTo>
                  <a:cubicBezTo>
                    <a:pt x="127" y="594"/>
                    <a:pt x="69" y="685"/>
                    <a:pt x="1" y="764"/>
                  </a:cubicBezTo>
                  <a:lnTo>
                    <a:pt x="2261" y="2093"/>
                  </a:lnTo>
                  <a:lnTo>
                    <a:pt x="2681" y="1293"/>
                  </a:lnTo>
                  <a:lnTo>
                    <a:pt x="37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2"/>
            <p:cNvSpPr/>
            <p:nvPr/>
          </p:nvSpPr>
          <p:spPr>
            <a:xfrm>
              <a:off x="4170680" y="3794718"/>
              <a:ext cx="199332" cy="207774"/>
            </a:xfrm>
            <a:custGeom>
              <a:rect b="b" l="l" r="r" t="t"/>
              <a:pathLst>
                <a:path extrusionOk="0" h="7925" w="7603">
                  <a:moveTo>
                    <a:pt x="3818" y="1"/>
                  </a:moveTo>
                  <a:cubicBezTo>
                    <a:pt x="3770" y="1"/>
                    <a:pt x="3721" y="2"/>
                    <a:pt x="3673" y="4"/>
                  </a:cubicBezTo>
                  <a:cubicBezTo>
                    <a:pt x="2326" y="58"/>
                    <a:pt x="1123" y="862"/>
                    <a:pt x="562" y="2090"/>
                  </a:cubicBezTo>
                  <a:cubicBezTo>
                    <a:pt x="0" y="3314"/>
                    <a:pt x="174" y="4752"/>
                    <a:pt x="1011" y="5809"/>
                  </a:cubicBezTo>
                  <a:lnTo>
                    <a:pt x="913" y="7925"/>
                  </a:lnTo>
                  <a:lnTo>
                    <a:pt x="2833" y="7030"/>
                  </a:lnTo>
                  <a:cubicBezTo>
                    <a:pt x="3158" y="7123"/>
                    <a:pt x="3489" y="7168"/>
                    <a:pt x="3817" y="7168"/>
                  </a:cubicBezTo>
                  <a:cubicBezTo>
                    <a:pt x="4992" y="7168"/>
                    <a:pt x="6121" y="6588"/>
                    <a:pt x="6798" y="5574"/>
                  </a:cubicBezTo>
                  <a:cubicBezTo>
                    <a:pt x="7548" y="4455"/>
                    <a:pt x="7602" y="3006"/>
                    <a:pt x="6943" y="1833"/>
                  </a:cubicBezTo>
                  <a:cubicBezTo>
                    <a:pt x="6308" y="698"/>
                    <a:pt x="5110" y="1"/>
                    <a:pt x="381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2"/>
            <p:cNvSpPr/>
            <p:nvPr/>
          </p:nvSpPr>
          <p:spPr>
            <a:xfrm>
              <a:off x="4076874" y="3859003"/>
              <a:ext cx="79020" cy="98866"/>
            </a:xfrm>
            <a:custGeom>
              <a:rect b="b" l="l" r="r" t="t"/>
              <a:pathLst>
                <a:path extrusionOk="0" h="3771" w="3014">
                  <a:moveTo>
                    <a:pt x="1210" y="0"/>
                  </a:moveTo>
                  <a:lnTo>
                    <a:pt x="0" y="714"/>
                  </a:lnTo>
                  <a:lnTo>
                    <a:pt x="1804" y="3770"/>
                  </a:lnTo>
                  <a:lnTo>
                    <a:pt x="3013" y="3060"/>
                  </a:lnTo>
                  <a:lnTo>
                    <a:pt x="1210"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2"/>
            <p:cNvSpPr/>
            <p:nvPr/>
          </p:nvSpPr>
          <p:spPr>
            <a:xfrm>
              <a:off x="4221280" y="4023177"/>
              <a:ext cx="98971" cy="79020"/>
            </a:xfrm>
            <a:custGeom>
              <a:rect b="b" l="l" r="r" t="t"/>
              <a:pathLst>
                <a:path extrusionOk="0" h="3014" w="3775">
                  <a:moveTo>
                    <a:pt x="714" y="0"/>
                  </a:moveTo>
                  <a:lnTo>
                    <a:pt x="1" y="1213"/>
                  </a:lnTo>
                  <a:lnTo>
                    <a:pt x="3061" y="3013"/>
                  </a:lnTo>
                  <a:lnTo>
                    <a:pt x="3775" y="1804"/>
                  </a:lnTo>
                  <a:lnTo>
                    <a:pt x="714"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2"/>
            <p:cNvSpPr/>
            <p:nvPr/>
          </p:nvSpPr>
          <p:spPr>
            <a:xfrm>
              <a:off x="4162422" y="3789422"/>
              <a:ext cx="207590" cy="218392"/>
            </a:xfrm>
            <a:custGeom>
              <a:rect b="b" l="l" r="r" t="t"/>
              <a:pathLst>
                <a:path extrusionOk="0" h="8330" w="7918">
                  <a:moveTo>
                    <a:pt x="4130" y="1"/>
                  </a:moveTo>
                  <a:cubicBezTo>
                    <a:pt x="3116" y="1"/>
                    <a:pt x="2112" y="407"/>
                    <a:pt x="1377" y="1191"/>
                  </a:cubicBezTo>
                  <a:cubicBezTo>
                    <a:pt x="109" y="2538"/>
                    <a:pt x="0" y="4603"/>
                    <a:pt x="1119" y="6077"/>
                  </a:cubicBezTo>
                  <a:lnTo>
                    <a:pt x="1025" y="8119"/>
                  </a:lnTo>
                  <a:cubicBezTo>
                    <a:pt x="1020" y="8241"/>
                    <a:pt x="1117" y="8330"/>
                    <a:pt x="1227" y="8330"/>
                  </a:cubicBezTo>
                  <a:cubicBezTo>
                    <a:pt x="1255" y="8330"/>
                    <a:pt x="1283" y="8324"/>
                    <a:pt x="1311" y="8311"/>
                  </a:cubicBezTo>
                  <a:lnTo>
                    <a:pt x="3162" y="7446"/>
                  </a:lnTo>
                  <a:cubicBezTo>
                    <a:pt x="3488" y="7531"/>
                    <a:pt x="3813" y="7572"/>
                    <a:pt x="4132" y="7572"/>
                  </a:cubicBezTo>
                  <a:cubicBezTo>
                    <a:pt x="6079" y="7572"/>
                    <a:pt x="7789" y="6056"/>
                    <a:pt x="7910" y="4005"/>
                  </a:cubicBezTo>
                  <a:cubicBezTo>
                    <a:pt x="7917" y="3893"/>
                    <a:pt x="7834" y="3799"/>
                    <a:pt x="7722" y="3791"/>
                  </a:cubicBezTo>
                  <a:cubicBezTo>
                    <a:pt x="7717" y="3791"/>
                    <a:pt x="7713" y="3791"/>
                    <a:pt x="7709" y="3791"/>
                  </a:cubicBezTo>
                  <a:cubicBezTo>
                    <a:pt x="7606" y="3791"/>
                    <a:pt x="7519" y="3872"/>
                    <a:pt x="7512" y="3980"/>
                  </a:cubicBezTo>
                  <a:cubicBezTo>
                    <a:pt x="7407" y="5818"/>
                    <a:pt x="5874" y="7171"/>
                    <a:pt x="4137" y="7171"/>
                  </a:cubicBezTo>
                  <a:cubicBezTo>
                    <a:pt x="3831" y="7171"/>
                    <a:pt x="3518" y="7129"/>
                    <a:pt x="3206" y="7040"/>
                  </a:cubicBezTo>
                  <a:cubicBezTo>
                    <a:pt x="3187" y="7034"/>
                    <a:pt x="3167" y="7031"/>
                    <a:pt x="3148" y="7031"/>
                  </a:cubicBezTo>
                  <a:cubicBezTo>
                    <a:pt x="3119" y="7031"/>
                    <a:pt x="3090" y="7038"/>
                    <a:pt x="3064" y="7051"/>
                  </a:cubicBezTo>
                  <a:lnTo>
                    <a:pt x="1445" y="7808"/>
                  </a:lnTo>
                  <a:lnTo>
                    <a:pt x="1525" y="6022"/>
                  </a:lnTo>
                  <a:cubicBezTo>
                    <a:pt x="1525" y="5972"/>
                    <a:pt x="1511" y="5925"/>
                    <a:pt x="1482" y="5888"/>
                  </a:cubicBezTo>
                  <a:cubicBezTo>
                    <a:pt x="105" y="4154"/>
                    <a:pt x="739" y="1589"/>
                    <a:pt x="2760" y="691"/>
                  </a:cubicBezTo>
                  <a:cubicBezTo>
                    <a:pt x="3209" y="493"/>
                    <a:pt x="3674" y="400"/>
                    <a:pt x="4128" y="400"/>
                  </a:cubicBezTo>
                  <a:cubicBezTo>
                    <a:pt x="5720" y="400"/>
                    <a:pt x="7189" y="1537"/>
                    <a:pt x="7468" y="3234"/>
                  </a:cubicBezTo>
                  <a:cubicBezTo>
                    <a:pt x="7487" y="3350"/>
                    <a:pt x="7574" y="3402"/>
                    <a:pt x="7662" y="3402"/>
                  </a:cubicBezTo>
                  <a:cubicBezTo>
                    <a:pt x="7774" y="3402"/>
                    <a:pt x="7887" y="3317"/>
                    <a:pt x="7863" y="3168"/>
                  </a:cubicBezTo>
                  <a:cubicBezTo>
                    <a:pt x="7693" y="2140"/>
                    <a:pt x="7103" y="1224"/>
                    <a:pt x="6233" y="640"/>
                  </a:cubicBezTo>
                  <a:cubicBezTo>
                    <a:pt x="5591" y="210"/>
                    <a:pt x="4858" y="1"/>
                    <a:pt x="41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2"/>
            <p:cNvSpPr/>
            <p:nvPr/>
          </p:nvSpPr>
          <p:spPr>
            <a:xfrm>
              <a:off x="4023495" y="3853655"/>
              <a:ext cx="302733" cy="294160"/>
            </a:xfrm>
            <a:custGeom>
              <a:rect b="b" l="l" r="r" t="t"/>
              <a:pathLst>
                <a:path extrusionOk="0" h="11220" w="11547">
                  <a:moveTo>
                    <a:pt x="8327" y="6745"/>
                  </a:moveTo>
                  <a:lnTo>
                    <a:pt x="11043" y="8342"/>
                  </a:lnTo>
                  <a:lnTo>
                    <a:pt x="10536" y="9208"/>
                  </a:lnTo>
                  <a:lnTo>
                    <a:pt x="7820" y="7611"/>
                  </a:lnTo>
                  <a:lnTo>
                    <a:pt x="8327" y="6745"/>
                  </a:lnTo>
                  <a:close/>
                  <a:moveTo>
                    <a:pt x="3247" y="0"/>
                  </a:moveTo>
                  <a:cubicBezTo>
                    <a:pt x="3213" y="0"/>
                    <a:pt x="3179" y="9"/>
                    <a:pt x="3148" y="27"/>
                  </a:cubicBezTo>
                  <a:lnTo>
                    <a:pt x="1938" y="740"/>
                  </a:lnTo>
                  <a:cubicBezTo>
                    <a:pt x="1841" y="794"/>
                    <a:pt x="1812" y="918"/>
                    <a:pt x="1866" y="1015"/>
                  </a:cubicBezTo>
                  <a:lnTo>
                    <a:pt x="1985" y="1218"/>
                  </a:lnTo>
                  <a:lnTo>
                    <a:pt x="1489" y="1479"/>
                  </a:lnTo>
                  <a:cubicBezTo>
                    <a:pt x="425" y="2037"/>
                    <a:pt x="1" y="3344"/>
                    <a:pt x="533" y="4423"/>
                  </a:cubicBezTo>
                  <a:cubicBezTo>
                    <a:pt x="881" y="5122"/>
                    <a:pt x="2225" y="6604"/>
                    <a:pt x="3365" y="7755"/>
                  </a:cubicBezTo>
                  <a:cubicBezTo>
                    <a:pt x="3409" y="7801"/>
                    <a:pt x="3458" y="7819"/>
                    <a:pt x="3505" y="7819"/>
                  </a:cubicBezTo>
                  <a:cubicBezTo>
                    <a:pt x="3658" y="7819"/>
                    <a:pt x="3792" y="7620"/>
                    <a:pt x="3648" y="7473"/>
                  </a:cubicBezTo>
                  <a:cubicBezTo>
                    <a:pt x="2243" y="6053"/>
                    <a:pt x="1160" y="4786"/>
                    <a:pt x="892" y="4246"/>
                  </a:cubicBezTo>
                  <a:cubicBezTo>
                    <a:pt x="461" y="3362"/>
                    <a:pt x="808" y="2294"/>
                    <a:pt x="1674" y="1834"/>
                  </a:cubicBezTo>
                  <a:lnTo>
                    <a:pt x="2188" y="1562"/>
                  </a:lnTo>
                  <a:lnTo>
                    <a:pt x="3304" y="3456"/>
                  </a:lnTo>
                  <a:cubicBezTo>
                    <a:pt x="2630" y="3743"/>
                    <a:pt x="2395" y="4579"/>
                    <a:pt x="2829" y="5173"/>
                  </a:cubicBezTo>
                  <a:cubicBezTo>
                    <a:pt x="3010" y="5419"/>
                    <a:pt x="6100" y="8512"/>
                    <a:pt x="6346" y="8693"/>
                  </a:cubicBezTo>
                  <a:cubicBezTo>
                    <a:pt x="6550" y="8840"/>
                    <a:pt x="6783" y="8909"/>
                    <a:pt x="7012" y="8909"/>
                  </a:cubicBezTo>
                  <a:cubicBezTo>
                    <a:pt x="7449" y="8909"/>
                    <a:pt x="7873" y="8659"/>
                    <a:pt x="8063" y="8219"/>
                  </a:cubicBezTo>
                  <a:lnTo>
                    <a:pt x="9953" y="9331"/>
                  </a:lnTo>
                  <a:lnTo>
                    <a:pt x="9682" y="9845"/>
                  </a:lnTo>
                  <a:cubicBezTo>
                    <a:pt x="9355" y="10462"/>
                    <a:pt x="8725" y="10816"/>
                    <a:pt x="8070" y="10816"/>
                  </a:cubicBezTo>
                  <a:cubicBezTo>
                    <a:pt x="7802" y="10816"/>
                    <a:pt x="7530" y="10756"/>
                    <a:pt x="7273" y="10631"/>
                  </a:cubicBezTo>
                  <a:cubicBezTo>
                    <a:pt x="6752" y="10370"/>
                    <a:pt x="5575" y="9374"/>
                    <a:pt x="4206" y="8034"/>
                  </a:cubicBezTo>
                  <a:cubicBezTo>
                    <a:pt x="4162" y="7991"/>
                    <a:pt x="4114" y="7973"/>
                    <a:pt x="4067" y="7973"/>
                  </a:cubicBezTo>
                  <a:cubicBezTo>
                    <a:pt x="3912" y="7973"/>
                    <a:pt x="3779" y="8175"/>
                    <a:pt x="3927" y="8320"/>
                  </a:cubicBezTo>
                  <a:cubicBezTo>
                    <a:pt x="5346" y="9708"/>
                    <a:pt x="6531" y="10707"/>
                    <a:pt x="7096" y="10990"/>
                  </a:cubicBezTo>
                  <a:cubicBezTo>
                    <a:pt x="7411" y="11145"/>
                    <a:pt x="7746" y="11219"/>
                    <a:pt x="8076" y="11219"/>
                  </a:cubicBezTo>
                  <a:cubicBezTo>
                    <a:pt x="8874" y="11219"/>
                    <a:pt x="9643" y="10787"/>
                    <a:pt x="10040" y="10033"/>
                  </a:cubicBezTo>
                  <a:lnTo>
                    <a:pt x="10301" y="9534"/>
                  </a:lnTo>
                  <a:lnTo>
                    <a:pt x="10504" y="9657"/>
                  </a:lnTo>
                  <a:cubicBezTo>
                    <a:pt x="10535" y="9675"/>
                    <a:pt x="10569" y="9683"/>
                    <a:pt x="10603" y="9683"/>
                  </a:cubicBezTo>
                  <a:cubicBezTo>
                    <a:pt x="10672" y="9683"/>
                    <a:pt x="10740" y="9648"/>
                    <a:pt x="10779" y="9584"/>
                  </a:cubicBezTo>
                  <a:lnTo>
                    <a:pt x="11489" y="8375"/>
                  </a:lnTo>
                  <a:cubicBezTo>
                    <a:pt x="11547" y="8277"/>
                    <a:pt x="11514" y="8157"/>
                    <a:pt x="11420" y="8099"/>
                  </a:cubicBezTo>
                  <a:lnTo>
                    <a:pt x="8360" y="6299"/>
                  </a:lnTo>
                  <a:cubicBezTo>
                    <a:pt x="8328" y="6280"/>
                    <a:pt x="8293" y="6271"/>
                    <a:pt x="8258" y="6271"/>
                  </a:cubicBezTo>
                  <a:cubicBezTo>
                    <a:pt x="8190" y="6271"/>
                    <a:pt x="8124" y="6306"/>
                    <a:pt x="8088" y="6368"/>
                  </a:cubicBezTo>
                  <a:lnTo>
                    <a:pt x="7375" y="7578"/>
                  </a:lnTo>
                  <a:cubicBezTo>
                    <a:pt x="7320" y="7676"/>
                    <a:pt x="7349" y="7799"/>
                    <a:pt x="7447" y="7853"/>
                  </a:cubicBezTo>
                  <a:lnTo>
                    <a:pt x="7719" y="8013"/>
                  </a:lnTo>
                  <a:lnTo>
                    <a:pt x="7701" y="8049"/>
                  </a:lnTo>
                  <a:cubicBezTo>
                    <a:pt x="7581" y="8340"/>
                    <a:pt x="7303" y="8507"/>
                    <a:pt x="7016" y="8507"/>
                  </a:cubicBezTo>
                  <a:cubicBezTo>
                    <a:pt x="6868" y="8507"/>
                    <a:pt x="6717" y="8462"/>
                    <a:pt x="6585" y="8367"/>
                  </a:cubicBezTo>
                  <a:cubicBezTo>
                    <a:pt x="6364" y="8205"/>
                    <a:pt x="3318" y="5155"/>
                    <a:pt x="3155" y="4934"/>
                  </a:cubicBezTo>
                  <a:cubicBezTo>
                    <a:pt x="2876" y="4547"/>
                    <a:pt x="3032" y="4003"/>
                    <a:pt x="3470" y="3819"/>
                  </a:cubicBezTo>
                  <a:lnTo>
                    <a:pt x="3510" y="3804"/>
                  </a:lnTo>
                  <a:lnTo>
                    <a:pt x="3666" y="4076"/>
                  </a:lnTo>
                  <a:cubicBezTo>
                    <a:pt x="3705" y="4139"/>
                    <a:pt x="3773" y="4174"/>
                    <a:pt x="3842" y="4174"/>
                  </a:cubicBezTo>
                  <a:cubicBezTo>
                    <a:pt x="3876" y="4174"/>
                    <a:pt x="3910" y="4166"/>
                    <a:pt x="3941" y="4148"/>
                  </a:cubicBezTo>
                  <a:lnTo>
                    <a:pt x="5151" y="3435"/>
                  </a:lnTo>
                  <a:cubicBezTo>
                    <a:pt x="5245" y="3377"/>
                    <a:pt x="5278" y="3254"/>
                    <a:pt x="5223" y="3159"/>
                  </a:cubicBezTo>
                  <a:lnTo>
                    <a:pt x="4358" y="1693"/>
                  </a:lnTo>
                  <a:cubicBezTo>
                    <a:pt x="4316" y="1620"/>
                    <a:pt x="4253" y="1590"/>
                    <a:pt x="4191" y="1590"/>
                  </a:cubicBezTo>
                  <a:cubicBezTo>
                    <a:pt x="4054" y="1590"/>
                    <a:pt x="3919" y="1736"/>
                    <a:pt x="4014" y="1895"/>
                  </a:cubicBezTo>
                  <a:lnTo>
                    <a:pt x="4778" y="3192"/>
                  </a:lnTo>
                  <a:lnTo>
                    <a:pt x="3912" y="3699"/>
                  </a:lnTo>
                  <a:lnTo>
                    <a:pt x="2311" y="983"/>
                  </a:lnTo>
                  <a:lnTo>
                    <a:pt x="3177" y="476"/>
                  </a:lnTo>
                  <a:lnTo>
                    <a:pt x="3612" y="1215"/>
                  </a:lnTo>
                  <a:cubicBezTo>
                    <a:pt x="3654" y="1285"/>
                    <a:pt x="3717" y="1315"/>
                    <a:pt x="3779" y="1315"/>
                  </a:cubicBezTo>
                  <a:cubicBezTo>
                    <a:pt x="3917" y="1315"/>
                    <a:pt x="4052" y="1169"/>
                    <a:pt x="3959" y="1012"/>
                  </a:cubicBezTo>
                  <a:lnTo>
                    <a:pt x="3420" y="99"/>
                  </a:lnTo>
                  <a:cubicBezTo>
                    <a:pt x="3383" y="36"/>
                    <a:pt x="3316" y="0"/>
                    <a:pt x="3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2"/>
            <p:cNvSpPr/>
            <p:nvPr/>
          </p:nvSpPr>
          <p:spPr>
            <a:xfrm>
              <a:off x="4204579" y="3813044"/>
              <a:ext cx="139687" cy="145166"/>
            </a:xfrm>
            <a:custGeom>
              <a:rect b="b" l="l" r="r" t="t"/>
              <a:pathLst>
                <a:path extrusionOk="0" h="5537" w="5328">
                  <a:moveTo>
                    <a:pt x="3291" y="0"/>
                  </a:moveTo>
                  <a:cubicBezTo>
                    <a:pt x="3154" y="0"/>
                    <a:pt x="3019" y="147"/>
                    <a:pt x="3111" y="304"/>
                  </a:cubicBezTo>
                  <a:lnTo>
                    <a:pt x="3289" y="605"/>
                  </a:lnTo>
                  <a:cubicBezTo>
                    <a:pt x="3032" y="523"/>
                    <a:pt x="2773" y="485"/>
                    <a:pt x="2521" y="485"/>
                  </a:cubicBezTo>
                  <a:cubicBezTo>
                    <a:pt x="1178" y="485"/>
                    <a:pt x="0" y="1574"/>
                    <a:pt x="0" y="3010"/>
                  </a:cubicBezTo>
                  <a:lnTo>
                    <a:pt x="4" y="3014"/>
                  </a:lnTo>
                  <a:cubicBezTo>
                    <a:pt x="1" y="4424"/>
                    <a:pt x="1150" y="5537"/>
                    <a:pt x="2519" y="5537"/>
                  </a:cubicBezTo>
                  <a:cubicBezTo>
                    <a:pt x="2617" y="5537"/>
                    <a:pt x="2715" y="5531"/>
                    <a:pt x="2814" y="5520"/>
                  </a:cubicBezTo>
                  <a:cubicBezTo>
                    <a:pt x="4314" y="5346"/>
                    <a:pt x="5328" y="3904"/>
                    <a:pt x="4984" y="2438"/>
                  </a:cubicBezTo>
                  <a:cubicBezTo>
                    <a:pt x="4960" y="2327"/>
                    <a:pt x="4876" y="2279"/>
                    <a:pt x="4792" y="2279"/>
                  </a:cubicBezTo>
                  <a:cubicBezTo>
                    <a:pt x="4674" y="2279"/>
                    <a:pt x="4555" y="2374"/>
                    <a:pt x="4593" y="2528"/>
                  </a:cubicBezTo>
                  <a:cubicBezTo>
                    <a:pt x="4814" y="3466"/>
                    <a:pt x="4372" y="4437"/>
                    <a:pt x="3517" y="4886"/>
                  </a:cubicBezTo>
                  <a:cubicBezTo>
                    <a:pt x="3204" y="5053"/>
                    <a:pt x="2864" y="5133"/>
                    <a:pt x="2526" y="5133"/>
                  </a:cubicBezTo>
                  <a:cubicBezTo>
                    <a:pt x="1947" y="5133"/>
                    <a:pt x="1376" y="4895"/>
                    <a:pt x="964" y="4444"/>
                  </a:cubicBezTo>
                  <a:cubicBezTo>
                    <a:pt x="312" y="3734"/>
                    <a:pt x="221" y="2673"/>
                    <a:pt x="746" y="1862"/>
                  </a:cubicBezTo>
                  <a:cubicBezTo>
                    <a:pt x="1144" y="1244"/>
                    <a:pt x="1821" y="890"/>
                    <a:pt x="2526" y="890"/>
                  </a:cubicBezTo>
                  <a:cubicBezTo>
                    <a:pt x="2747" y="890"/>
                    <a:pt x="2970" y="925"/>
                    <a:pt x="3188" y="996"/>
                  </a:cubicBezTo>
                  <a:lnTo>
                    <a:pt x="2764" y="1094"/>
                  </a:lnTo>
                  <a:cubicBezTo>
                    <a:pt x="2522" y="1151"/>
                    <a:pt x="2582" y="1492"/>
                    <a:pt x="2800" y="1492"/>
                  </a:cubicBezTo>
                  <a:cubicBezTo>
                    <a:pt x="2817" y="1492"/>
                    <a:pt x="2835" y="1490"/>
                    <a:pt x="2854" y="1485"/>
                  </a:cubicBezTo>
                  <a:lnTo>
                    <a:pt x="3836" y="1257"/>
                  </a:lnTo>
                  <a:cubicBezTo>
                    <a:pt x="3966" y="1228"/>
                    <a:pt x="4028" y="1080"/>
                    <a:pt x="3963" y="960"/>
                  </a:cubicBezTo>
                  <a:lnTo>
                    <a:pt x="3456" y="102"/>
                  </a:lnTo>
                  <a:cubicBezTo>
                    <a:pt x="3414" y="30"/>
                    <a:pt x="3352" y="0"/>
                    <a:pt x="32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2"/>
            <p:cNvSpPr/>
            <p:nvPr/>
          </p:nvSpPr>
          <p:spPr>
            <a:xfrm>
              <a:off x="4237430" y="3865820"/>
              <a:ext cx="41424" cy="51701"/>
            </a:xfrm>
            <a:custGeom>
              <a:rect b="b" l="l" r="r" t="t"/>
              <a:pathLst>
                <a:path extrusionOk="0" h="1972" w="1580">
                  <a:moveTo>
                    <a:pt x="700" y="1"/>
                  </a:moveTo>
                  <a:cubicBezTo>
                    <a:pt x="352" y="1"/>
                    <a:pt x="62" y="278"/>
                    <a:pt x="55" y="631"/>
                  </a:cubicBezTo>
                  <a:cubicBezTo>
                    <a:pt x="55" y="763"/>
                    <a:pt x="155" y="829"/>
                    <a:pt x="256" y="829"/>
                  </a:cubicBezTo>
                  <a:cubicBezTo>
                    <a:pt x="356" y="829"/>
                    <a:pt x="457" y="763"/>
                    <a:pt x="457" y="631"/>
                  </a:cubicBezTo>
                  <a:cubicBezTo>
                    <a:pt x="464" y="502"/>
                    <a:pt x="569" y="403"/>
                    <a:pt x="694" y="403"/>
                  </a:cubicBezTo>
                  <a:cubicBezTo>
                    <a:pt x="698" y="403"/>
                    <a:pt x="702" y="403"/>
                    <a:pt x="707" y="403"/>
                  </a:cubicBezTo>
                  <a:lnTo>
                    <a:pt x="779" y="403"/>
                  </a:lnTo>
                  <a:cubicBezTo>
                    <a:pt x="782" y="403"/>
                    <a:pt x="785" y="402"/>
                    <a:pt x="787" y="402"/>
                  </a:cubicBezTo>
                  <a:cubicBezTo>
                    <a:pt x="817" y="402"/>
                    <a:pt x="846" y="420"/>
                    <a:pt x="862" y="450"/>
                  </a:cubicBezTo>
                  <a:cubicBezTo>
                    <a:pt x="873" y="468"/>
                    <a:pt x="873" y="497"/>
                    <a:pt x="859" y="515"/>
                  </a:cubicBezTo>
                  <a:lnTo>
                    <a:pt x="87" y="1660"/>
                  </a:lnTo>
                  <a:cubicBezTo>
                    <a:pt x="1" y="1794"/>
                    <a:pt x="95" y="1971"/>
                    <a:pt x="254" y="1971"/>
                  </a:cubicBezTo>
                  <a:lnTo>
                    <a:pt x="1312" y="1971"/>
                  </a:lnTo>
                  <a:cubicBezTo>
                    <a:pt x="1580" y="1971"/>
                    <a:pt x="1580" y="1573"/>
                    <a:pt x="1312" y="1573"/>
                  </a:cubicBezTo>
                  <a:lnTo>
                    <a:pt x="634" y="1573"/>
                  </a:lnTo>
                  <a:lnTo>
                    <a:pt x="1196" y="740"/>
                  </a:lnTo>
                  <a:cubicBezTo>
                    <a:pt x="1293" y="595"/>
                    <a:pt x="1301" y="410"/>
                    <a:pt x="1221" y="262"/>
                  </a:cubicBezTo>
                  <a:cubicBezTo>
                    <a:pt x="1134" y="99"/>
                    <a:pt x="964" y="1"/>
                    <a:pt x="783" y="1"/>
                  </a:cubicBezTo>
                  <a:lnTo>
                    <a:pt x="707" y="1"/>
                  </a:lnTo>
                  <a:cubicBezTo>
                    <a:pt x="704" y="1"/>
                    <a:pt x="702" y="1"/>
                    <a:pt x="7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2"/>
            <p:cNvSpPr/>
            <p:nvPr/>
          </p:nvSpPr>
          <p:spPr>
            <a:xfrm>
              <a:off x="4276179" y="3865846"/>
              <a:ext cx="29075" cy="51675"/>
            </a:xfrm>
            <a:custGeom>
              <a:rect b="b" l="l" r="r" t="t"/>
              <a:pathLst>
                <a:path extrusionOk="0" h="1971" w="1109">
                  <a:moveTo>
                    <a:pt x="199" y="1"/>
                  </a:moveTo>
                  <a:cubicBezTo>
                    <a:pt x="100" y="1"/>
                    <a:pt x="0" y="67"/>
                    <a:pt x="0" y="199"/>
                  </a:cubicBezTo>
                  <a:lnTo>
                    <a:pt x="0" y="1032"/>
                  </a:lnTo>
                  <a:cubicBezTo>
                    <a:pt x="0" y="1144"/>
                    <a:pt x="87" y="1235"/>
                    <a:pt x="199" y="1235"/>
                  </a:cubicBezTo>
                  <a:lnTo>
                    <a:pt x="710" y="1235"/>
                  </a:lnTo>
                  <a:lnTo>
                    <a:pt x="710" y="1771"/>
                  </a:lnTo>
                  <a:cubicBezTo>
                    <a:pt x="710" y="1880"/>
                    <a:pt x="797" y="1970"/>
                    <a:pt x="909" y="1970"/>
                  </a:cubicBezTo>
                  <a:cubicBezTo>
                    <a:pt x="1018" y="1970"/>
                    <a:pt x="1108" y="1883"/>
                    <a:pt x="1108" y="1771"/>
                  </a:cubicBezTo>
                  <a:lnTo>
                    <a:pt x="1108" y="199"/>
                  </a:lnTo>
                  <a:cubicBezTo>
                    <a:pt x="1108" y="67"/>
                    <a:pt x="1009" y="1"/>
                    <a:pt x="909" y="1"/>
                  </a:cubicBezTo>
                  <a:cubicBezTo>
                    <a:pt x="810" y="1"/>
                    <a:pt x="710" y="67"/>
                    <a:pt x="710" y="199"/>
                  </a:cubicBezTo>
                  <a:lnTo>
                    <a:pt x="710" y="833"/>
                  </a:lnTo>
                  <a:lnTo>
                    <a:pt x="399" y="833"/>
                  </a:lnTo>
                  <a:lnTo>
                    <a:pt x="399" y="199"/>
                  </a:lnTo>
                  <a:cubicBezTo>
                    <a:pt x="399" y="67"/>
                    <a:pt x="299" y="1"/>
                    <a:pt x="1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7" name="Google Shape;12267;p82"/>
          <p:cNvGrpSpPr/>
          <p:nvPr/>
        </p:nvGrpSpPr>
        <p:grpSpPr>
          <a:xfrm>
            <a:off x="2189266" y="1987808"/>
            <a:ext cx="365341" cy="358813"/>
            <a:chOff x="2189266" y="1987808"/>
            <a:chExt cx="365341" cy="358813"/>
          </a:xfrm>
        </p:grpSpPr>
        <p:sp>
          <p:nvSpPr>
            <p:cNvPr id="12268" name="Google Shape;12268;p82"/>
            <p:cNvSpPr/>
            <p:nvPr/>
          </p:nvSpPr>
          <p:spPr>
            <a:xfrm>
              <a:off x="2284541" y="2096768"/>
              <a:ext cx="233808" cy="217841"/>
            </a:xfrm>
            <a:custGeom>
              <a:rect b="b" l="l" r="r" t="t"/>
              <a:pathLst>
                <a:path extrusionOk="0" h="8309" w="8918">
                  <a:moveTo>
                    <a:pt x="3810" y="0"/>
                  </a:moveTo>
                  <a:cubicBezTo>
                    <a:pt x="3336" y="0"/>
                    <a:pt x="2851" y="107"/>
                    <a:pt x="2387" y="338"/>
                  </a:cubicBezTo>
                  <a:cubicBezTo>
                    <a:pt x="428" y="1312"/>
                    <a:pt x="1" y="3923"/>
                    <a:pt x="1551" y="5470"/>
                  </a:cubicBezTo>
                  <a:cubicBezTo>
                    <a:pt x="2051" y="5969"/>
                    <a:pt x="2702" y="6292"/>
                    <a:pt x="3405" y="6379"/>
                  </a:cubicBezTo>
                  <a:cubicBezTo>
                    <a:pt x="4350" y="6505"/>
                    <a:pt x="5241" y="6904"/>
                    <a:pt x="5962" y="7527"/>
                  </a:cubicBezTo>
                  <a:cubicBezTo>
                    <a:pt x="6067" y="7614"/>
                    <a:pt x="6168" y="7708"/>
                    <a:pt x="6266" y="7806"/>
                  </a:cubicBezTo>
                  <a:lnTo>
                    <a:pt x="6773" y="8309"/>
                  </a:lnTo>
                  <a:lnTo>
                    <a:pt x="8917" y="6161"/>
                  </a:lnTo>
                  <a:lnTo>
                    <a:pt x="8385" y="5625"/>
                  </a:lnTo>
                  <a:cubicBezTo>
                    <a:pt x="8294" y="5538"/>
                    <a:pt x="8211" y="5448"/>
                    <a:pt x="8131" y="5354"/>
                  </a:cubicBezTo>
                  <a:cubicBezTo>
                    <a:pt x="7508" y="4618"/>
                    <a:pt x="7110" y="3724"/>
                    <a:pt x="6983" y="2768"/>
                  </a:cubicBezTo>
                  <a:cubicBezTo>
                    <a:pt x="6757" y="1112"/>
                    <a:pt x="5340" y="0"/>
                    <a:pt x="381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2"/>
            <p:cNvSpPr/>
            <p:nvPr/>
          </p:nvSpPr>
          <p:spPr>
            <a:xfrm>
              <a:off x="2294897" y="2110532"/>
              <a:ext cx="191545" cy="204077"/>
            </a:xfrm>
            <a:custGeom>
              <a:rect b="b" l="l" r="r" t="t"/>
              <a:pathLst>
                <a:path extrusionOk="0" h="7784" w="7306">
                  <a:moveTo>
                    <a:pt x="1670" y="1"/>
                  </a:moveTo>
                  <a:cubicBezTo>
                    <a:pt x="547" y="736"/>
                    <a:pt x="0" y="2091"/>
                    <a:pt x="301" y="3394"/>
                  </a:cubicBezTo>
                  <a:cubicBezTo>
                    <a:pt x="602" y="4702"/>
                    <a:pt x="1681" y="5683"/>
                    <a:pt x="3010" y="5854"/>
                  </a:cubicBezTo>
                  <a:cubicBezTo>
                    <a:pt x="3955" y="5980"/>
                    <a:pt x="4846" y="6379"/>
                    <a:pt x="5567" y="7002"/>
                  </a:cubicBezTo>
                  <a:cubicBezTo>
                    <a:pt x="5672" y="7092"/>
                    <a:pt x="5773" y="7186"/>
                    <a:pt x="5871" y="7281"/>
                  </a:cubicBezTo>
                  <a:lnTo>
                    <a:pt x="6378" y="7784"/>
                  </a:lnTo>
                  <a:lnTo>
                    <a:pt x="7305" y="6857"/>
                  </a:lnTo>
                  <a:lnTo>
                    <a:pt x="6802" y="6353"/>
                  </a:lnTo>
                  <a:cubicBezTo>
                    <a:pt x="6701" y="6256"/>
                    <a:pt x="6599" y="6161"/>
                    <a:pt x="6494" y="6075"/>
                  </a:cubicBezTo>
                  <a:cubicBezTo>
                    <a:pt x="5773" y="5452"/>
                    <a:pt x="4882" y="5053"/>
                    <a:pt x="3937" y="4926"/>
                  </a:cubicBezTo>
                  <a:cubicBezTo>
                    <a:pt x="1598" y="4622"/>
                    <a:pt x="377" y="1978"/>
                    <a:pt x="16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2"/>
            <p:cNvSpPr/>
            <p:nvPr/>
          </p:nvSpPr>
          <p:spPr>
            <a:xfrm>
              <a:off x="2384062" y="2207589"/>
              <a:ext cx="29652" cy="29652"/>
            </a:xfrm>
            <a:custGeom>
              <a:rect b="b" l="l" r="r" t="t"/>
              <a:pathLst>
                <a:path extrusionOk="0" h="1131" w="1131">
                  <a:moveTo>
                    <a:pt x="565" y="0"/>
                  </a:moveTo>
                  <a:cubicBezTo>
                    <a:pt x="254" y="0"/>
                    <a:pt x="0" y="254"/>
                    <a:pt x="0" y="565"/>
                  </a:cubicBezTo>
                  <a:cubicBezTo>
                    <a:pt x="0" y="877"/>
                    <a:pt x="254" y="1130"/>
                    <a:pt x="565" y="1130"/>
                  </a:cubicBezTo>
                  <a:cubicBezTo>
                    <a:pt x="877" y="1130"/>
                    <a:pt x="1130" y="877"/>
                    <a:pt x="1130" y="565"/>
                  </a:cubicBezTo>
                  <a:cubicBezTo>
                    <a:pt x="1130" y="254"/>
                    <a:pt x="877" y="0"/>
                    <a:pt x="5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2"/>
            <p:cNvSpPr/>
            <p:nvPr/>
          </p:nvSpPr>
          <p:spPr>
            <a:xfrm>
              <a:off x="2411591" y="2180140"/>
              <a:ext cx="29652" cy="29652"/>
            </a:xfrm>
            <a:custGeom>
              <a:rect b="b" l="l" r="r" t="t"/>
              <a:pathLst>
                <a:path extrusionOk="0" h="1131" w="1131">
                  <a:moveTo>
                    <a:pt x="565" y="1"/>
                  </a:moveTo>
                  <a:cubicBezTo>
                    <a:pt x="250" y="1"/>
                    <a:pt x="0" y="251"/>
                    <a:pt x="0" y="566"/>
                  </a:cubicBezTo>
                  <a:cubicBezTo>
                    <a:pt x="0" y="877"/>
                    <a:pt x="250" y="1131"/>
                    <a:pt x="565" y="1131"/>
                  </a:cubicBezTo>
                  <a:cubicBezTo>
                    <a:pt x="877" y="1131"/>
                    <a:pt x="1130" y="877"/>
                    <a:pt x="1130" y="566"/>
                  </a:cubicBezTo>
                  <a:cubicBezTo>
                    <a:pt x="1130" y="251"/>
                    <a:pt x="877" y="1"/>
                    <a:pt x="56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2"/>
            <p:cNvSpPr/>
            <p:nvPr/>
          </p:nvSpPr>
          <p:spPr>
            <a:xfrm>
              <a:off x="2470266" y="2266448"/>
              <a:ext cx="78548" cy="74799"/>
            </a:xfrm>
            <a:custGeom>
              <a:rect b="b" l="l" r="r" t="t"/>
              <a:pathLst>
                <a:path extrusionOk="0" h="2853" w="2996">
                  <a:moveTo>
                    <a:pt x="2043" y="1"/>
                  </a:moveTo>
                  <a:lnTo>
                    <a:pt x="1" y="2043"/>
                  </a:lnTo>
                  <a:lnTo>
                    <a:pt x="374" y="2416"/>
                  </a:lnTo>
                  <a:cubicBezTo>
                    <a:pt x="657" y="2707"/>
                    <a:pt x="1033" y="2853"/>
                    <a:pt x="1408" y="2853"/>
                  </a:cubicBezTo>
                  <a:cubicBezTo>
                    <a:pt x="1777" y="2853"/>
                    <a:pt x="2146" y="2713"/>
                    <a:pt x="2427" y="2431"/>
                  </a:cubicBezTo>
                  <a:cubicBezTo>
                    <a:pt x="2996" y="1862"/>
                    <a:pt x="2992" y="939"/>
                    <a:pt x="2416" y="374"/>
                  </a:cubicBezTo>
                  <a:lnTo>
                    <a:pt x="204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2"/>
            <p:cNvSpPr/>
            <p:nvPr/>
          </p:nvSpPr>
          <p:spPr>
            <a:xfrm>
              <a:off x="2470266" y="2266448"/>
              <a:ext cx="70473" cy="70499"/>
            </a:xfrm>
            <a:custGeom>
              <a:rect b="b" l="l" r="r" t="t"/>
              <a:pathLst>
                <a:path extrusionOk="0" h="2689" w="2688">
                  <a:moveTo>
                    <a:pt x="2043" y="1"/>
                  </a:moveTo>
                  <a:lnTo>
                    <a:pt x="1" y="2043"/>
                  </a:lnTo>
                  <a:lnTo>
                    <a:pt x="374" y="2416"/>
                  </a:lnTo>
                  <a:cubicBezTo>
                    <a:pt x="482" y="2529"/>
                    <a:pt x="609" y="2619"/>
                    <a:pt x="750" y="2688"/>
                  </a:cubicBezTo>
                  <a:lnTo>
                    <a:pt x="2688" y="750"/>
                  </a:lnTo>
                  <a:cubicBezTo>
                    <a:pt x="2619" y="613"/>
                    <a:pt x="2525" y="486"/>
                    <a:pt x="2416" y="374"/>
                  </a:cubicBezTo>
                  <a:lnTo>
                    <a:pt x="204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2"/>
            <p:cNvSpPr/>
            <p:nvPr/>
          </p:nvSpPr>
          <p:spPr>
            <a:xfrm>
              <a:off x="2444258" y="2240545"/>
              <a:ext cx="91945" cy="91919"/>
            </a:xfrm>
            <a:custGeom>
              <a:rect b="b" l="l" r="r" t="t"/>
              <a:pathLst>
                <a:path extrusionOk="0" h="3506" w="3507">
                  <a:moveTo>
                    <a:pt x="2601" y="0"/>
                  </a:moveTo>
                  <a:lnTo>
                    <a:pt x="0" y="2600"/>
                  </a:lnTo>
                  <a:lnTo>
                    <a:pt x="906" y="3506"/>
                  </a:lnTo>
                  <a:lnTo>
                    <a:pt x="3506" y="902"/>
                  </a:lnTo>
                  <a:lnTo>
                    <a:pt x="260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2"/>
            <p:cNvSpPr/>
            <p:nvPr/>
          </p:nvSpPr>
          <p:spPr>
            <a:xfrm>
              <a:off x="2231608" y="2029992"/>
              <a:ext cx="76948" cy="72649"/>
            </a:xfrm>
            <a:custGeom>
              <a:rect b="b" l="l" r="r" t="t"/>
              <a:pathLst>
                <a:path extrusionOk="0" h="2771" w="2935">
                  <a:moveTo>
                    <a:pt x="285" y="1"/>
                  </a:moveTo>
                  <a:cubicBezTo>
                    <a:pt x="132" y="1"/>
                    <a:pt x="0" y="197"/>
                    <a:pt x="140" y="342"/>
                  </a:cubicBezTo>
                  <a:lnTo>
                    <a:pt x="2501" y="2707"/>
                  </a:lnTo>
                  <a:cubicBezTo>
                    <a:pt x="2546" y="2752"/>
                    <a:pt x="2595" y="2770"/>
                    <a:pt x="2643" y="2770"/>
                  </a:cubicBezTo>
                  <a:cubicBezTo>
                    <a:pt x="2800" y="2770"/>
                    <a:pt x="2935" y="2566"/>
                    <a:pt x="2787" y="2421"/>
                  </a:cubicBezTo>
                  <a:lnTo>
                    <a:pt x="422" y="60"/>
                  </a:lnTo>
                  <a:cubicBezTo>
                    <a:pt x="379" y="18"/>
                    <a:pt x="331"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2"/>
            <p:cNvSpPr/>
            <p:nvPr/>
          </p:nvSpPr>
          <p:spPr>
            <a:xfrm>
              <a:off x="2192150" y="2094461"/>
              <a:ext cx="99522" cy="34607"/>
            </a:xfrm>
            <a:custGeom>
              <a:rect b="b" l="l" r="r" t="t"/>
              <a:pathLst>
                <a:path extrusionOk="0" h="1320" w="3796">
                  <a:moveTo>
                    <a:pt x="282" y="0"/>
                  </a:moveTo>
                  <a:cubicBezTo>
                    <a:pt x="72" y="0"/>
                    <a:pt x="1" y="327"/>
                    <a:pt x="236" y="397"/>
                  </a:cubicBezTo>
                  <a:lnTo>
                    <a:pt x="3449" y="1309"/>
                  </a:lnTo>
                  <a:cubicBezTo>
                    <a:pt x="3471" y="1316"/>
                    <a:pt x="3493" y="1319"/>
                    <a:pt x="3513" y="1319"/>
                  </a:cubicBezTo>
                  <a:cubicBezTo>
                    <a:pt x="3723" y="1319"/>
                    <a:pt x="3795" y="991"/>
                    <a:pt x="3561" y="925"/>
                  </a:cubicBezTo>
                  <a:lnTo>
                    <a:pt x="345" y="9"/>
                  </a:lnTo>
                  <a:cubicBezTo>
                    <a:pt x="323"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2"/>
            <p:cNvSpPr/>
            <p:nvPr/>
          </p:nvSpPr>
          <p:spPr>
            <a:xfrm>
              <a:off x="2189266" y="2145192"/>
              <a:ext cx="98945" cy="36311"/>
            </a:xfrm>
            <a:custGeom>
              <a:rect b="b" l="l" r="r" t="t"/>
              <a:pathLst>
                <a:path extrusionOk="0" h="1385" w="3774">
                  <a:moveTo>
                    <a:pt x="3492" y="1"/>
                  </a:moveTo>
                  <a:cubicBezTo>
                    <a:pt x="3471" y="1"/>
                    <a:pt x="3448" y="4"/>
                    <a:pt x="3425" y="12"/>
                  </a:cubicBezTo>
                  <a:lnTo>
                    <a:pt x="230" y="990"/>
                  </a:lnTo>
                  <a:cubicBezTo>
                    <a:pt x="0" y="1062"/>
                    <a:pt x="74" y="1384"/>
                    <a:pt x="282" y="1384"/>
                  </a:cubicBezTo>
                  <a:cubicBezTo>
                    <a:pt x="303" y="1384"/>
                    <a:pt x="326" y="1381"/>
                    <a:pt x="350" y="1374"/>
                  </a:cubicBezTo>
                  <a:lnTo>
                    <a:pt x="3544" y="396"/>
                  </a:lnTo>
                  <a:cubicBezTo>
                    <a:pt x="3774" y="323"/>
                    <a:pt x="3697" y="1"/>
                    <a:pt x="3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2"/>
            <p:cNvSpPr/>
            <p:nvPr/>
          </p:nvSpPr>
          <p:spPr>
            <a:xfrm>
              <a:off x="2297361" y="1990692"/>
              <a:ext cx="36390" cy="94855"/>
            </a:xfrm>
            <a:custGeom>
              <a:rect b="b" l="l" r="r" t="t"/>
              <a:pathLst>
                <a:path extrusionOk="0" h="3618" w="1388">
                  <a:moveTo>
                    <a:pt x="243" y="1"/>
                  </a:moveTo>
                  <a:cubicBezTo>
                    <a:pt x="123" y="1"/>
                    <a:pt x="0" y="103"/>
                    <a:pt x="44" y="258"/>
                  </a:cubicBezTo>
                  <a:lnTo>
                    <a:pt x="960" y="3471"/>
                  </a:lnTo>
                  <a:cubicBezTo>
                    <a:pt x="989" y="3573"/>
                    <a:pt x="1068" y="3618"/>
                    <a:pt x="1147" y="3618"/>
                  </a:cubicBezTo>
                  <a:cubicBezTo>
                    <a:pt x="1266" y="3618"/>
                    <a:pt x="1388" y="3517"/>
                    <a:pt x="1344" y="3362"/>
                  </a:cubicBezTo>
                  <a:lnTo>
                    <a:pt x="428" y="146"/>
                  </a:lnTo>
                  <a:cubicBezTo>
                    <a:pt x="399" y="44"/>
                    <a:pt x="322"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2"/>
            <p:cNvSpPr/>
            <p:nvPr/>
          </p:nvSpPr>
          <p:spPr>
            <a:xfrm>
              <a:off x="2348354" y="1987808"/>
              <a:ext cx="37858" cy="94304"/>
            </a:xfrm>
            <a:custGeom>
              <a:rect b="b" l="l" r="r" t="t"/>
              <a:pathLst>
                <a:path extrusionOk="0" h="3597" w="1444">
                  <a:moveTo>
                    <a:pt x="1198" y="1"/>
                  </a:moveTo>
                  <a:cubicBezTo>
                    <a:pt x="1119" y="1"/>
                    <a:pt x="1042" y="44"/>
                    <a:pt x="1011" y="144"/>
                  </a:cubicBezTo>
                  <a:lnTo>
                    <a:pt x="29" y="3338"/>
                  </a:lnTo>
                  <a:cubicBezTo>
                    <a:pt x="0" y="3443"/>
                    <a:pt x="58" y="3556"/>
                    <a:pt x="167" y="3588"/>
                  </a:cubicBezTo>
                  <a:cubicBezTo>
                    <a:pt x="186" y="3594"/>
                    <a:pt x="205" y="3597"/>
                    <a:pt x="225" y="3597"/>
                  </a:cubicBezTo>
                  <a:cubicBezTo>
                    <a:pt x="310" y="3597"/>
                    <a:pt x="390" y="3540"/>
                    <a:pt x="417" y="3454"/>
                  </a:cubicBezTo>
                  <a:lnTo>
                    <a:pt x="1395" y="260"/>
                  </a:lnTo>
                  <a:cubicBezTo>
                    <a:pt x="1443" y="105"/>
                    <a:pt x="1320" y="1"/>
                    <a:pt x="1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2"/>
            <p:cNvSpPr/>
            <p:nvPr/>
          </p:nvSpPr>
          <p:spPr>
            <a:xfrm>
              <a:off x="2286717" y="2126971"/>
              <a:ext cx="45985" cy="118529"/>
            </a:xfrm>
            <a:custGeom>
              <a:rect b="b" l="l" r="r" t="t"/>
              <a:pathLst>
                <a:path extrusionOk="0" h="4521" w="1754">
                  <a:moveTo>
                    <a:pt x="1116" y="0"/>
                  </a:moveTo>
                  <a:cubicBezTo>
                    <a:pt x="1059" y="0"/>
                    <a:pt x="1001" y="26"/>
                    <a:pt x="957" y="87"/>
                  </a:cubicBezTo>
                  <a:cubicBezTo>
                    <a:pt x="1" y="1438"/>
                    <a:pt x="153" y="3285"/>
                    <a:pt x="1326" y="4459"/>
                  </a:cubicBezTo>
                  <a:cubicBezTo>
                    <a:pt x="1370" y="4503"/>
                    <a:pt x="1419" y="4521"/>
                    <a:pt x="1466" y="4521"/>
                  </a:cubicBezTo>
                  <a:cubicBezTo>
                    <a:pt x="1621" y="4521"/>
                    <a:pt x="1754" y="4321"/>
                    <a:pt x="1609" y="4176"/>
                  </a:cubicBezTo>
                  <a:cubicBezTo>
                    <a:pt x="573" y="3144"/>
                    <a:pt x="436" y="1511"/>
                    <a:pt x="1283" y="319"/>
                  </a:cubicBezTo>
                  <a:cubicBezTo>
                    <a:pt x="1395" y="163"/>
                    <a:pt x="1259" y="0"/>
                    <a:pt x="11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2"/>
            <p:cNvSpPr/>
            <p:nvPr/>
          </p:nvSpPr>
          <p:spPr>
            <a:xfrm>
              <a:off x="2353362" y="2118109"/>
              <a:ext cx="70237" cy="19978"/>
            </a:xfrm>
            <a:custGeom>
              <a:rect b="b" l="l" r="r" t="t"/>
              <a:pathLst>
                <a:path extrusionOk="0" h="762" w="2679">
                  <a:moveTo>
                    <a:pt x="1208" y="0"/>
                  </a:moveTo>
                  <a:cubicBezTo>
                    <a:pt x="896" y="0"/>
                    <a:pt x="550" y="70"/>
                    <a:pt x="197" y="266"/>
                  </a:cubicBezTo>
                  <a:cubicBezTo>
                    <a:pt x="0" y="374"/>
                    <a:pt x="108" y="642"/>
                    <a:pt x="289" y="642"/>
                  </a:cubicBezTo>
                  <a:cubicBezTo>
                    <a:pt x="322" y="642"/>
                    <a:pt x="357" y="634"/>
                    <a:pt x="392" y="614"/>
                  </a:cubicBezTo>
                  <a:cubicBezTo>
                    <a:pt x="678" y="456"/>
                    <a:pt x="958" y="400"/>
                    <a:pt x="1211" y="400"/>
                  </a:cubicBezTo>
                  <a:cubicBezTo>
                    <a:pt x="1800" y="400"/>
                    <a:pt x="2244" y="702"/>
                    <a:pt x="2272" y="722"/>
                  </a:cubicBezTo>
                  <a:cubicBezTo>
                    <a:pt x="2312" y="750"/>
                    <a:pt x="2351" y="762"/>
                    <a:pt x="2389" y="762"/>
                  </a:cubicBezTo>
                  <a:cubicBezTo>
                    <a:pt x="2558" y="762"/>
                    <a:pt x="2678" y="520"/>
                    <a:pt x="2500" y="393"/>
                  </a:cubicBezTo>
                  <a:cubicBezTo>
                    <a:pt x="2470" y="373"/>
                    <a:pt x="1930"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2"/>
            <p:cNvSpPr/>
            <p:nvPr/>
          </p:nvSpPr>
          <p:spPr>
            <a:xfrm>
              <a:off x="2322399" y="2091787"/>
              <a:ext cx="232208" cy="254834"/>
            </a:xfrm>
            <a:custGeom>
              <a:rect b="b" l="l" r="r" t="t"/>
              <a:pathLst>
                <a:path extrusionOk="0" h="9720" w="8857">
                  <a:moveTo>
                    <a:pt x="3967" y="3570"/>
                  </a:moveTo>
                  <a:cubicBezTo>
                    <a:pt x="4290" y="3570"/>
                    <a:pt x="4453" y="3961"/>
                    <a:pt x="4225" y="4193"/>
                  </a:cubicBezTo>
                  <a:cubicBezTo>
                    <a:pt x="4154" y="4263"/>
                    <a:pt x="4061" y="4299"/>
                    <a:pt x="3967" y="4299"/>
                  </a:cubicBezTo>
                  <a:cubicBezTo>
                    <a:pt x="3874" y="4299"/>
                    <a:pt x="3781" y="4263"/>
                    <a:pt x="3710" y="4193"/>
                  </a:cubicBezTo>
                  <a:lnTo>
                    <a:pt x="3707" y="4193"/>
                  </a:lnTo>
                  <a:cubicBezTo>
                    <a:pt x="3479" y="3961"/>
                    <a:pt x="3642" y="3570"/>
                    <a:pt x="3967" y="3570"/>
                  </a:cubicBezTo>
                  <a:close/>
                  <a:moveTo>
                    <a:pt x="2917" y="4619"/>
                  </a:moveTo>
                  <a:cubicBezTo>
                    <a:pt x="3010" y="4619"/>
                    <a:pt x="3104" y="4655"/>
                    <a:pt x="3174" y="4725"/>
                  </a:cubicBezTo>
                  <a:cubicBezTo>
                    <a:pt x="3316" y="4866"/>
                    <a:pt x="3316" y="5098"/>
                    <a:pt x="3174" y="5239"/>
                  </a:cubicBezTo>
                  <a:cubicBezTo>
                    <a:pt x="3103" y="5312"/>
                    <a:pt x="3009" y="5349"/>
                    <a:pt x="2915" y="5349"/>
                  </a:cubicBezTo>
                  <a:cubicBezTo>
                    <a:pt x="2823" y="5349"/>
                    <a:pt x="2730" y="5313"/>
                    <a:pt x="2660" y="5243"/>
                  </a:cubicBezTo>
                  <a:cubicBezTo>
                    <a:pt x="2515" y="5098"/>
                    <a:pt x="2515" y="4866"/>
                    <a:pt x="2660" y="4725"/>
                  </a:cubicBezTo>
                  <a:cubicBezTo>
                    <a:pt x="2731" y="4655"/>
                    <a:pt x="2824" y="4619"/>
                    <a:pt x="2917" y="4619"/>
                  </a:cubicBezTo>
                  <a:close/>
                  <a:moveTo>
                    <a:pt x="7245" y="5957"/>
                  </a:moveTo>
                  <a:lnTo>
                    <a:pt x="7868" y="6579"/>
                  </a:lnTo>
                  <a:lnTo>
                    <a:pt x="5688" y="8760"/>
                  </a:lnTo>
                  <a:lnTo>
                    <a:pt x="5554" y="8894"/>
                  </a:lnTo>
                  <a:lnTo>
                    <a:pt x="4931" y="8274"/>
                  </a:lnTo>
                  <a:lnTo>
                    <a:pt x="5011" y="8191"/>
                  </a:lnTo>
                  <a:lnTo>
                    <a:pt x="5014" y="8191"/>
                  </a:lnTo>
                  <a:lnTo>
                    <a:pt x="5018" y="8188"/>
                  </a:lnTo>
                  <a:lnTo>
                    <a:pt x="5565" y="7641"/>
                  </a:lnTo>
                  <a:lnTo>
                    <a:pt x="6615" y="6590"/>
                  </a:lnTo>
                  <a:lnTo>
                    <a:pt x="7158" y="6047"/>
                  </a:lnTo>
                  <a:lnTo>
                    <a:pt x="7162" y="6043"/>
                  </a:lnTo>
                  <a:lnTo>
                    <a:pt x="7165" y="6040"/>
                  </a:lnTo>
                  <a:lnTo>
                    <a:pt x="7245" y="5957"/>
                  </a:lnTo>
                  <a:close/>
                  <a:moveTo>
                    <a:pt x="7875" y="7141"/>
                  </a:moveTo>
                  <a:lnTo>
                    <a:pt x="7915" y="7177"/>
                  </a:lnTo>
                  <a:cubicBezTo>
                    <a:pt x="8400" y="7662"/>
                    <a:pt x="8400" y="8452"/>
                    <a:pt x="7915" y="8937"/>
                  </a:cubicBezTo>
                  <a:lnTo>
                    <a:pt x="7912" y="8937"/>
                  </a:lnTo>
                  <a:cubicBezTo>
                    <a:pt x="7669" y="9180"/>
                    <a:pt x="7351" y="9301"/>
                    <a:pt x="7033" y="9301"/>
                  </a:cubicBezTo>
                  <a:cubicBezTo>
                    <a:pt x="6715" y="9301"/>
                    <a:pt x="6398" y="9180"/>
                    <a:pt x="6155" y="8937"/>
                  </a:cubicBezTo>
                  <a:lnTo>
                    <a:pt x="6115" y="8901"/>
                  </a:lnTo>
                  <a:lnTo>
                    <a:pt x="7875" y="7141"/>
                  </a:lnTo>
                  <a:close/>
                  <a:moveTo>
                    <a:pt x="2365" y="0"/>
                  </a:moveTo>
                  <a:cubicBezTo>
                    <a:pt x="1570" y="0"/>
                    <a:pt x="786" y="279"/>
                    <a:pt x="161" y="810"/>
                  </a:cubicBezTo>
                  <a:cubicBezTo>
                    <a:pt x="1" y="947"/>
                    <a:pt x="130" y="1166"/>
                    <a:pt x="291" y="1166"/>
                  </a:cubicBezTo>
                  <a:cubicBezTo>
                    <a:pt x="334" y="1166"/>
                    <a:pt x="379" y="1151"/>
                    <a:pt x="422" y="1114"/>
                  </a:cubicBezTo>
                  <a:cubicBezTo>
                    <a:pt x="979" y="639"/>
                    <a:pt x="1673" y="403"/>
                    <a:pt x="2367" y="403"/>
                  </a:cubicBezTo>
                  <a:cubicBezTo>
                    <a:pt x="3130" y="403"/>
                    <a:pt x="3892" y="688"/>
                    <a:pt x="4467" y="1252"/>
                  </a:cubicBezTo>
                  <a:cubicBezTo>
                    <a:pt x="4945" y="1716"/>
                    <a:pt x="5253" y="2324"/>
                    <a:pt x="5340" y="2987"/>
                  </a:cubicBezTo>
                  <a:cubicBezTo>
                    <a:pt x="5496" y="4106"/>
                    <a:pt x="5978" y="5113"/>
                    <a:pt x="6738" y="5899"/>
                  </a:cubicBezTo>
                  <a:lnTo>
                    <a:pt x="6474" y="6163"/>
                  </a:lnTo>
                  <a:lnTo>
                    <a:pt x="4627" y="4316"/>
                  </a:lnTo>
                  <a:cubicBezTo>
                    <a:pt x="4919" y="3803"/>
                    <a:pt x="4549" y="3168"/>
                    <a:pt x="3962" y="3168"/>
                  </a:cubicBezTo>
                  <a:cubicBezTo>
                    <a:pt x="3960" y="3168"/>
                    <a:pt x="3958" y="3168"/>
                    <a:pt x="3957" y="3168"/>
                  </a:cubicBezTo>
                  <a:cubicBezTo>
                    <a:pt x="3366" y="3175"/>
                    <a:pt x="3004" y="3816"/>
                    <a:pt x="3305" y="4327"/>
                  </a:cubicBezTo>
                  <a:cubicBezTo>
                    <a:pt x="3179" y="4252"/>
                    <a:pt x="3045" y="4218"/>
                    <a:pt x="2915" y="4218"/>
                  </a:cubicBezTo>
                  <a:cubicBezTo>
                    <a:pt x="2519" y="4218"/>
                    <a:pt x="2155" y="4531"/>
                    <a:pt x="2149" y="4975"/>
                  </a:cubicBezTo>
                  <a:cubicBezTo>
                    <a:pt x="2144" y="5424"/>
                    <a:pt x="2514" y="5750"/>
                    <a:pt x="2918" y="5750"/>
                  </a:cubicBezTo>
                  <a:cubicBezTo>
                    <a:pt x="3042" y="5750"/>
                    <a:pt x="3170" y="5719"/>
                    <a:pt x="3290" y="5652"/>
                  </a:cubicBezTo>
                  <a:cubicBezTo>
                    <a:pt x="3388" y="5750"/>
                    <a:pt x="3489" y="5848"/>
                    <a:pt x="3584" y="5935"/>
                  </a:cubicBezTo>
                  <a:cubicBezTo>
                    <a:pt x="3627" y="5975"/>
                    <a:pt x="3674" y="5992"/>
                    <a:pt x="3719" y="5992"/>
                  </a:cubicBezTo>
                  <a:cubicBezTo>
                    <a:pt x="3876" y="5992"/>
                    <a:pt x="4008" y="5783"/>
                    <a:pt x="3855" y="5641"/>
                  </a:cubicBezTo>
                  <a:cubicBezTo>
                    <a:pt x="3765" y="5558"/>
                    <a:pt x="3670" y="5464"/>
                    <a:pt x="3576" y="5370"/>
                  </a:cubicBezTo>
                  <a:cubicBezTo>
                    <a:pt x="3718" y="5131"/>
                    <a:pt x="3714" y="4830"/>
                    <a:pt x="3573" y="4591"/>
                  </a:cubicBezTo>
                  <a:lnTo>
                    <a:pt x="3573" y="4591"/>
                  </a:lnTo>
                  <a:cubicBezTo>
                    <a:pt x="3694" y="4663"/>
                    <a:pt x="3829" y="4698"/>
                    <a:pt x="3964" y="4698"/>
                  </a:cubicBezTo>
                  <a:cubicBezTo>
                    <a:pt x="4095" y="4698"/>
                    <a:pt x="4226" y="4665"/>
                    <a:pt x="4344" y="4598"/>
                  </a:cubicBezTo>
                  <a:lnTo>
                    <a:pt x="6191" y="6445"/>
                  </a:lnTo>
                  <a:lnTo>
                    <a:pt x="5420" y="7213"/>
                  </a:lnTo>
                  <a:cubicBezTo>
                    <a:pt x="5105" y="6902"/>
                    <a:pt x="4797" y="6590"/>
                    <a:pt x="4500" y="6286"/>
                  </a:cubicBezTo>
                  <a:cubicBezTo>
                    <a:pt x="4456" y="6241"/>
                    <a:pt x="4406" y="6222"/>
                    <a:pt x="4358" y="6222"/>
                  </a:cubicBezTo>
                  <a:cubicBezTo>
                    <a:pt x="4205" y="6222"/>
                    <a:pt x="4070" y="6419"/>
                    <a:pt x="4214" y="6565"/>
                  </a:cubicBezTo>
                  <a:cubicBezTo>
                    <a:pt x="4511" y="6869"/>
                    <a:pt x="4822" y="7184"/>
                    <a:pt x="5137" y="7499"/>
                  </a:cubicBezTo>
                  <a:lnTo>
                    <a:pt x="4869" y="7764"/>
                  </a:lnTo>
                  <a:cubicBezTo>
                    <a:pt x="4080" y="7007"/>
                    <a:pt x="3069" y="6518"/>
                    <a:pt x="1983" y="6369"/>
                  </a:cubicBezTo>
                  <a:cubicBezTo>
                    <a:pt x="1577" y="6319"/>
                    <a:pt x="1182" y="6185"/>
                    <a:pt x="831" y="5971"/>
                  </a:cubicBezTo>
                  <a:cubicBezTo>
                    <a:pt x="795" y="5950"/>
                    <a:pt x="759" y="5940"/>
                    <a:pt x="725" y="5940"/>
                  </a:cubicBezTo>
                  <a:cubicBezTo>
                    <a:pt x="548" y="5940"/>
                    <a:pt x="433" y="6199"/>
                    <a:pt x="628" y="6315"/>
                  </a:cubicBezTo>
                  <a:cubicBezTo>
                    <a:pt x="1027" y="6554"/>
                    <a:pt x="1468" y="6710"/>
                    <a:pt x="1932" y="6768"/>
                  </a:cubicBezTo>
                  <a:cubicBezTo>
                    <a:pt x="2928" y="6905"/>
                    <a:pt x="3859" y="7351"/>
                    <a:pt x="4587" y="8050"/>
                  </a:cubicBezTo>
                  <a:lnTo>
                    <a:pt x="4503" y="8133"/>
                  </a:lnTo>
                  <a:cubicBezTo>
                    <a:pt x="4427" y="8209"/>
                    <a:pt x="4427" y="8336"/>
                    <a:pt x="4503" y="8416"/>
                  </a:cubicBezTo>
                  <a:lnTo>
                    <a:pt x="5409" y="9321"/>
                  </a:lnTo>
                  <a:cubicBezTo>
                    <a:pt x="5449" y="9359"/>
                    <a:pt x="5500" y="9378"/>
                    <a:pt x="5552" y="9378"/>
                  </a:cubicBezTo>
                  <a:cubicBezTo>
                    <a:pt x="5603" y="9378"/>
                    <a:pt x="5653" y="9359"/>
                    <a:pt x="5691" y="9321"/>
                  </a:cubicBezTo>
                  <a:lnTo>
                    <a:pt x="5829" y="9184"/>
                  </a:lnTo>
                  <a:lnTo>
                    <a:pt x="5869" y="9223"/>
                  </a:lnTo>
                  <a:cubicBezTo>
                    <a:pt x="6190" y="9554"/>
                    <a:pt x="6617" y="9720"/>
                    <a:pt x="7045" y="9720"/>
                  </a:cubicBezTo>
                  <a:cubicBezTo>
                    <a:pt x="7466" y="9720"/>
                    <a:pt x="7887" y="9559"/>
                    <a:pt x="8208" y="9238"/>
                  </a:cubicBezTo>
                  <a:cubicBezTo>
                    <a:pt x="8857" y="8590"/>
                    <a:pt x="8850" y="7536"/>
                    <a:pt x="8194" y="6898"/>
                  </a:cubicBezTo>
                  <a:lnTo>
                    <a:pt x="8198" y="6895"/>
                  </a:lnTo>
                  <a:lnTo>
                    <a:pt x="8158" y="6858"/>
                  </a:lnTo>
                  <a:lnTo>
                    <a:pt x="8295" y="6721"/>
                  </a:lnTo>
                  <a:cubicBezTo>
                    <a:pt x="8371" y="6645"/>
                    <a:pt x="8371" y="6518"/>
                    <a:pt x="8295" y="6438"/>
                  </a:cubicBezTo>
                  <a:lnTo>
                    <a:pt x="7390" y="5533"/>
                  </a:lnTo>
                  <a:cubicBezTo>
                    <a:pt x="7350" y="5493"/>
                    <a:pt x="7299" y="5473"/>
                    <a:pt x="7247" y="5473"/>
                  </a:cubicBezTo>
                  <a:cubicBezTo>
                    <a:pt x="7196" y="5473"/>
                    <a:pt x="7146" y="5493"/>
                    <a:pt x="7107" y="5533"/>
                  </a:cubicBezTo>
                  <a:lnTo>
                    <a:pt x="7021" y="5616"/>
                  </a:lnTo>
                  <a:cubicBezTo>
                    <a:pt x="6318" y="4881"/>
                    <a:pt x="5869" y="3939"/>
                    <a:pt x="5738" y="2932"/>
                  </a:cubicBezTo>
                  <a:cubicBezTo>
                    <a:pt x="5565" y="1701"/>
                    <a:pt x="4739" y="665"/>
                    <a:pt x="3576" y="223"/>
                  </a:cubicBezTo>
                  <a:cubicBezTo>
                    <a:pt x="3183" y="74"/>
                    <a:pt x="2773" y="0"/>
                    <a:pt x="2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82"/>
          <p:cNvGrpSpPr/>
          <p:nvPr/>
        </p:nvGrpSpPr>
        <p:grpSpPr>
          <a:xfrm>
            <a:off x="863290" y="2900806"/>
            <a:ext cx="273029" cy="358393"/>
            <a:chOff x="863290" y="2900806"/>
            <a:chExt cx="273029" cy="358393"/>
          </a:xfrm>
        </p:grpSpPr>
        <p:sp>
          <p:nvSpPr>
            <p:cNvPr id="12284" name="Google Shape;12284;p82"/>
            <p:cNvSpPr/>
            <p:nvPr/>
          </p:nvSpPr>
          <p:spPr>
            <a:xfrm>
              <a:off x="940579" y="2905997"/>
              <a:ext cx="106469" cy="116406"/>
            </a:xfrm>
            <a:custGeom>
              <a:rect b="b" l="l" r="r" t="t"/>
              <a:pathLst>
                <a:path extrusionOk="0" h="4440" w="4061">
                  <a:moveTo>
                    <a:pt x="2248" y="1"/>
                  </a:moveTo>
                  <a:cubicBezTo>
                    <a:pt x="1890" y="1"/>
                    <a:pt x="1522" y="110"/>
                    <a:pt x="1192" y="350"/>
                  </a:cubicBezTo>
                  <a:cubicBezTo>
                    <a:pt x="1" y="1220"/>
                    <a:pt x="301" y="3077"/>
                    <a:pt x="1707" y="3527"/>
                  </a:cubicBezTo>
                  <a:lnTo>
                    <a:pt x="2261" y="4439"/>
                  </a:lnTo>
                  <a:lnTo>
                    <a:pt x="2811" y="3527"/>
                  </a:lnTo>
                  <a:cubicBezTo>
                    <a:pt x="3557" y="3288"/>
                    <a:pt x="4061" y="2592"/>
                    <a:pt x="4061" y="1810"/>
                  </a:cubicBezTo>
                  <a:cubicBezTo>
                    <a:pt x="4061" y="742"/>
                    <a:pt x="3184" y="1"/>
                    <a:pt x="2248"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2"/>
            <p:cNvSpPr/>
            <p:nvPr/>
          </p:nvSpPr>
          <p:spPr>
            <a:xfrm>
              <a:off x="980273" y="2933971"/>
              <a:ext cx="38959" cy="38959"/>
            </a:xfrm>
            <a:custGeom>
              <a:rect b="b" l="l" r="r" t="t"/>
              <a:pathLst>
                <a:path extrusionOk="0" h="1486" w="1486">
                  <a:moveTo>
                    <a:pt x="743" y="0"/>
                  </a:moveTo>
                  <a:cubicBezTo>
                    <a:pt x="334" y="0"/>
                    <a:pt x="1" y="334"/>
                    <a:pt x="1" y="743"/>
                  </a:cubicBezTo>
                  <a:cubicBezTo>
                    <a:pt x="1" y="1152"/>
                    <a:pt x="334" y="1485"/>
                    <a:pt x="743" y="1485"/>
                  </a:cubicBezTo>
                  <a:cubicBezTo>
                    <a:pt x="1152" y="1485"/>
                    <a:pt x="1486" y="1152"/>
                    <a:pt x="1486" y="743"/>
                  </a:cubicBezTo>
                  <a:cubicBezTo>
                    <a:pt x="1486" y="334"/>
                    <a:pt x="1152" y="0"/>
                    <a:pt x="74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2"/>
            <p:cNvSpPr/>
            <p:nvPr/>
          </p:nvSpPr>
          <p:spPr>
            <a:xfrm>
              <a:off x="982658" y="3012781"/>
              <a:ext cx="148234" cy="241201"/>
            </a:xfrm>
            <a:custGeom>
              <a:rect b="b" l="l" r="r" t="t"/>
              <a:pathLst>
                <a:path extrusionOk="0" h="9200" w="5654">
                  <a:moveTo>
                    <a:pt x="2289" y="0"/>
                  </a:moveTo>
                  <a:cubicBezTo>
                    <a:pt x="1529" y="0"/>
                    <a:pt x="913" y="616"/>
                    <a:pt x="913" y="1377"/>
                  </a:cubicBezTo>
                  <a:lnTo>
                    <a:pt x="913" y="5723"/>
                  </a:lnTo>
                  <a:cubicBezTo>
                    <a:pt x="29" y="6509"/>
                    <a:pt x="0" y="7881"/>
                    <a:pt x="851" y="8703"/>
                  </a:cubicBezTo>
                  <a:cubicBezTo>
                    <a:pt x="888" y="8740"/>
                    <a:pt x="927" y="8776"/>
                    <a:pt x="967" y="8805"/>
                  </a:cubicBezTo>
                  <a:cubicBezTo>
                    <a:pt x="1282" y="9058"/>
                    <a:pt x="1673" y="9200"/>
                    <a:pt x="2079" y="9200"/>
                  </a:cubicBezTo>
                  <a:cubicBezTo>
                    <a:pt x="3024" y="9200"/>
                    <a:pt x="3803" y="8454"/>
                    <a:pt x="3915" y="7487"/>
                  </a:cubicBezTo>
                  <a:cubicBezTo>
                    <a:pt x="4886" y="7403"/>
                    <a:pt x="5654" y="6545"/>
                    <a:pt x="5654" y="5495"/>
                  </a:cubicBezTo>
                  <a:cubicBezTo>
                    <a:pt x="5654" y="4730"/>
                    <a:pt x="5248" y="4068"/>
                    <a:pt x="4654" y="3734"/>
                  </a:cubicBezTo>
                  <a:cubicBezTo>
                    <a:pt x="4799" y="3503"/>
                    <a:pt x="4879" y="3238"/>
                    <a:pt x="4875" y="2967"/>
                  </a:cubicBezTo>
                  <a:cubicBezTo>
                    <a:pt x="4875" y="2304"/>
                    <a:pt x="4430" y="1750"/>
                    <a:pt x="3836" y="1623"/>
                  </a:cubicBezTo>
                  <a:cubicBezTo>
                    <a:pt x="3850" y="1540"/>
                    <a:pt x="3857" y="1456"/>
                    <a:pt x="3857" y="1369"/>
                  </a:cubicBezTo>
                  <a:cubicBezTo>
                    <a:pt x="3857" y="721"/>
                    <a:pt x="3434" y="182"/>
                    <a:pt x="2865" y="37"/>
                  </a:cubicBezTo>
                  <a:cubicBezTo>
                    <a:pt x="2796" y="19"/>
                    <a:pt x="2731" y="8"/>
                    <a:pt x="2662" y="4"/>
                  </a:cubicBezTo>
                  <a:lnTo>
                    <a:pt x="266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2"/>
            <p:cNvSpPr/>
            <p:nvPr/>
          </p:nvSpPr>
          <p:spPr>
            <a:xfrm>
              <a:off x="982658" y="3160045"/>
              <a:ext cx="40952" cy="83581"/>
            </a:xfrm>
            <a:custGeom>
              <a:rect b="b" l="l" r="r" t="t"/>
              <a:pathLst>
                <a:path extrusionOk="0" h="3188" w="1562">
                  <a:moveTo>
                    <a:pt x="913" y="1"/>
                  </a:moveTo>
                  <a:lnTo>
                    <a:pt x="913" y="106"/>
                  </a:lnTo>
                  <a:cubicBezTo>
                    <a:pt x="29" y="892"/>
                    <a:pt x="0" y="2264"/>
                    <a:pt x="851" y="3086"/>
                  </a:cubicBezTo>
                  <a:cubicBezTo>
                    <a:pt x="891" y="3123"/>
                    <a:pt x="927" y="3155"/>
                    <a:pt x="967" y="3188"/>
                  </a:cubicBezTo>
                  <a:cubicBezTo>
                    <a:pt x="1351" y="2757"/>
                    <a:pt x="1558" y="2199"/>
                    <a:pt x="1558" y="1623"/>
                  </a:cubicBezTo>
                  <a:cubicBezTo>
                    <a:pt x="1561" y="1018"/>
                    <a:pt x="1329" y="435"/>
                    <a:pt x="9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2"/>
            <p:cNvSpPr/>
            <p:nvPr/>
          </p:nvSpPr>
          <p:spPr>
            <a:xfrm>
              <a:off x="868717" y="3012676"/>
              <a:ext cx="148155" cy="241306"/>
            </a:xfrm>
            <a:custGeom>
              <a:rect b="b" l="l" r="r" t="t"/>
              <a:pathLst>
                <a:path extrusionOk="0" h="9204" w="5651">
                  <a:moveTo>
                    <a:pt x="2988" y="1"/>
                  </a:moveTo>
                  <a:lnTo>
                    <a:pt x="2988" y="8"/>
                  </a:lnTo>
                  <a:cubicBezTo>
                    <a:pt x="2919" y="12"/>
                    <a:pt x="2850" y="23"/>
                    <a:pt x="2785" y="41"/>
                  </a:cubicBezTo>
                  <a:cubicBezTo>
                    <a:pt x="2217" y="182"/>
                    <a:pt x="1793" y="725"/>
                    <a:pt x="1793" y="1373"/>
                  </a:cubicBezTo>
                  <a:cubicBezTo>
                    <a:pt x="1793" y="1457"/>
                    <a:pt x="1800" y="1544"/>
                    <a:pt x="1815" y="1627"/>
                  </a:cubicBezTo>
                  <a:cubicBezTo>
                    <a:pt x="1221" y="1750"/>
                    <a:pt x="775" y="2304"/>
                    <a:pt x="775" y="2971"/>
                  </a:cubicBezTo>
                  <a:cubicBezTo>
                    <a:pt x="772" y="3242"/>
                    <a:pt x="848" y="3507"/>
                    <a:pt x="996" y="3738"/>
                  </a:cubicBezTo>
                  <a:cubicBezTo>
                    <a:pt x="402" y="4072"/>
                    <a:pt x="0" y="4734"/>
                    <a:pt x="0" y="5499"/>
                  </a:cubicBezTo>
                  <a:cubicBezTo>
                    <a:pt x="0" y="6549"/>
                    <a:pt x="764" y="7407"/>
                    <a:pt x="1735" y="7491"/>
                  </a:cubicBezTo>
                  <a:cubicBezTo>
                    <a:pt x="1847" y="8458"/>
                    <a:pt x="2626" y="9204"/>
                    <a:pt x="3571" y="9204"/>
                  </a:cubicBezTo>
                  <a:cubicBezTo>
                    <a:pt x="4028" y="9200"/>
                    <a:pt x="4469" y="9023"/>
                    <a:pt x="4799" y="8707"/>
                  </a:cubicBezTo>
                  <a:cubicBezTo>
                    <a:pt x="5650" y="7885"/>
                    <a:pt x="5621" y="6513"/>
                    <a:pt x="4737" y="5727"/>
                  </a:cubicBezTo>
                  <a:lnTo>
                    <a:pt x="4737" y="1381"/>
                  </a:lnTo>
                  <a:cubicBezTo>
                    <a:pt x="4737" y="620"/>
                    <a:pt x="4122" y="1"/>
                    <a:pt x="3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2"/>
            <p:cNvSpPr/>
            <p:nvPr/>
          </p:nvSpPr>
          <p:spPr>
            <a:xfrm>
              <a:off x="934890" y="2900806"/>
              <a:ext cx="117585" cy="126840"/>
            </a:xfrm>
            <a:custGeom>
              <a:rect b="b" l="l" r="r" t="t"/>
              <a:pathLst>
                <a:path extrusionOk="0" h="4838" w="4485">
                  <a:moveTo>
                    <a:pt x="2466" y="1"/>
                  </a:moveTo>
                  <a:cubicBezTo>
                    <a:pt x="2070" y="1"/>
                    <a:pt x="1665" y="120"/>
                    <a:pt x="1301" y="382"/>
                  </a:cubicBezTo>
                  <a:cubicBezTo>
                    <a:pt x="0" y="1323"/>
                    <a:pt x="279" y="3341"/>
                    <a:pt x="1790" y="3891"/>
                  </a:cubicBezTo>
                  <a:lnTo>
                    <a:pt x="2304" y="4742"/>
                  </a:lnTo>
                  <a:cubicBezTo>
                    <a:pt x="2342" y="4806"/>
                    <a:pt x="2408" y="4837"/>
                    <a:pt x="2474" y="4837"/>
                  </a:cubicBezTo>
                  <a:cubicBezTo>
                    <a:pt x="2540" y="4837"/>
                    <a:pt x="2606" y="4806"/>
                    <a:pt x="2644" y="4742"/>
                  </a:cubicBezTo>
                  <a:lnTo>
                    <a:pt x="3162" y="3891"/>
                  </a:lnTo>
                  <a:cubicBezTo>
                    <a:pt x="3669" y="3703"/>
                    <a:pt x="4082" y="3319"/>
                    <a:pt x="4303" y="2823"/>
                  </a:cubicBezTo>
                  <a:cubicBezTo>
                    <a:pt x="4374" y="2664"/>
                    <a:pt x="4244" y="2540"/>
                    <a:pt x="4116" y="2540"/>
                  </a:cubicBezTo>
                  <a:cubicBezTo>
                    <a:pt x="4047" y="2540"/>
                    <a:pt x="3979" y="2575"/>
                    <a:pt x="3941" y="2660"/>
                  </a:cubicBezTo>
                  <a:cubicBezTo>
                    <a:pt x="3753" y="3076"/>
                    <a:pt x="3398" y="3395"/>
                    <a:pt x="2967" y="3536"/>
                  </a:cubicBezTo>
                  <a:cubicBezTo>
                    <a:pt x="2920" y="3551"/>
                    <a:pt x="2880" y="3580"/>
                    <a:pt x="2854" y="3623"/>
                  </a:cubicBezTo>
                  <a:lnTo>
                    <a:pt x="2478" y="4250"/>
                  </a:lnTo>
                  <a:lnTo>
                    <a:pt x="2094" y="3620"/>
                  </a:lnTo>
                  <a:cubicBezTo>
                    <a:pt x="2068" y="3580"/>
                    <a:pt x="2032" y="3547"/>
                    <a:pt x="1985" y="3533"/>
                  </a:cubicBezTo>
                  <a:cubicBezTo>
                    <a:pt x="747" y="3138"/>
                    <a:pt x="471" y="1508"/>
                    <a:pt x="1511" y="726"/>
                  </a:cubicBezTo>
                  <a:cubicBezTo>
                    <a:pt x="1808" y="502"/>
                    <a:pt x="2142" y="401"/>
                    <a:pt x="2468" y="401"/>
                  </a:cubicBezTo>
                  <a:cubicBezTo>
                    <a:pt x="3283" y="401"/>
                    <a:pt x="4050" y="1032"/>
                    <a:pt x="4079" y="1961"/>
                  </a:cubicBezTo>
                  <a:cubicBezTo>
                    <a:pt x="4082" y="2090"/>
                    <a:pt x="4180" y="2153"/>
                    <a:pt x="4278" y="2153"/>
                  </a:cubicBezTo>
                  <a:cubicBezTo>
                    <a:pt x="4381" y="2153"/>
                    <a:pt x="4484" y="2084"/>
                    <a:pt x="4481" y="1946"/>
                  </a:cubicBezTo>
                  <a:cubicBezTo>
                    <a:pt x="4444" y="790"/>
                    <a:pt x="3486" y="1"/>
                    <a:pt x="2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2"/>
            <p:cNvSpPr/>
            <p:nvPr/>
          </p:nvSpPr>
          <p:spPr>
            <a:xfrm>
              <a:off x="965171" y="2920627"/>
              <a:ext cx="69162" cy="65570"/>
            </a:xfrm>
            <a:custGeom>
              <a:rect b="b" l="l" r="r" t="t"/>
              <a:pathLst>
                <a:path extrusionOk="0" h="2501" w="2638">
                  <a:moveTo>
                    <a:pt x="1319" y="705"/>
                  </a:moveTo>
                  <a:cubicBezTo>
                    <a:pt x="1620" y="705"/>
                    <a:pt x="1862" y="951"/>
                    <a:pt x="1862" y="1248"/>
                  </a:cubicBezTo>
                  <a:cubicBezTo>
                    <a:pt x="1862" y="1549"/>
                    <a:pt x="1620" y="1792"/>
                    <a:pt x="1319" y="1792"/>
                  </a:cubicBezTo>
                  <a:lnTo>
                    <a:pt x="1319" y="1795"/>
                  </a:lnTo>
                  <a:cubicBezTo>
                    <a:pt x="1019" y="1795"/>
                    <a:pt x="776" y="1549"/>
                    <a:pt x="776" y="1252"/>
                  </a:cubicBezTo>
                  <a:lnTo>
                    <a:pt x="776" y="1248"/>
                  </a:lnTo>
                  <a:cubicBezTo>
                    <a:pt x="776" y="948"/>
                    <a:pt x="1019" y="705"/>
                    <a:pt x="1319" y="705"/>
                  </a:cubicBezTo>
                  <a:close/>
                  <a:moveTo>
                    <a:pt x="1319" y="1"/>
                  </a:moveTo>
                  <a:cubicBezTo>
                    <a:pt x="1220" y="1"/>
                    <a:pt x="1120" y="68"/>
                    <a:pt x="1120" y="202"/>
                  </a:cubicBezTo>
                  <a:lnTo>
                    <a:pt x="1120" y="332"/>
                  </a:lnTo>
                  <a:cubicBezTo>
                    <a:pt x="1008" y="354"/>
                    <a:pt x="903" y="397"/>
                    <a:pt x="808" y="459"/>
                  </a:cubicBezTo>
                  <a:lnTo>
                    <a:pt x="718" y="368"/>
                  </a:lnTo>
                  <a:cubicBezTo>
                    <a:pt x="675" y="327"/>
                    <a:pt x="627" y="309"/>
                    <a:pt x="581" y="309"/>
                  </a:cubicBezTo>
                  <a:cubicBezTo>
                    <a:pt x="427" y="309"/>
                    <a:pt x="296" y="506"/>
                    <a:pt x="435" y="651"/>
                  </a:cubicBezTo>
                  <a:lnTo>
                    <a:pt x="526" y="741"/>
                  </a:lnTo>
                  <a:cubicBezTo>
                    <a:pt x="464" y="835"/>
                    <a:pt x="421" y="940"/>
                    <a:pt x="399" y="1053"/>
                  </a:cubicBezTo>
                  <a:lnTo>
                    <a:pt x="269" y="1053"/>
                  </a:lnTo>
                  <a:cubicBezTo>
                    <a:pt x="1" y="1053"/>
                    <a:pt x="1" y="1451"/>
                    <a:pt x="269" y="1451"/>
                  </a:cubicBezTo>
                  <a:lnTo>
                    <a:pt x="399" y="1451"/>
                  </a:lnTo>
                  <a:cubicBezTo>
                    <a:pt x="421" y="1560"/>
                    <a:pt x="464" y="1665"/>
                    <a:pt x="526" y="1763"/>
                  </a:cubicBezTo>
                  <a:lnTo>
                    <a:pt x="435" y="1853"/>
                  </a:lnTo>
                  <a:cubicBezTo>
                    <a:pt x="296" y="1998"/>
                    <a:pt x="427" y="2195"/>
                    <a:pt x="581" y="2195"/>
                  </a:cubicBezTo>
                  <a:cubicBezTo>
                    <a:pt x="627" y="2195"/>
                    <a:pt x="675" y="2177"/>
                    <a:pt x="718" y="2136"/>
                  </a:cubicBezTo>
                  <a:lnTo>
                    <a:pt x="808" y="2045"/>
                  </a:lnTo>
                  <a:cubicBezTo>
                    <a:pt x="903" y="2103"/>
                    <a:pt x="1008" y="2150"/>
                    <a:pt x="1120" y="2172"/>
                  </a:cubicBezTo>
                  <a:lnTo>
                    <a:pt x="1120" y="2302"/>
                  </a:lnTo>
                  <a:cubicBezTo>
                    <a:pt x="1120" y="2434"/>
                    <a:pt x="1220" y="2500"/>
                    <a:pt x="1319" y="2500"/>
                  </a:cubicBezTo>
                  <a:cubicBezTo>
                    <a:pt x="1419" y="2500"/>
                    <a:pt x="1518" y="2434"/>
                    <a:pt x="1518" y="2302"/>
                  </a:cubicBezTo>
                  <a:lnTo>
                    <a:pt x="1518" y="2172"/>
                  </a:lnTo>
                  <a:cubicBezTo>
                    <a:pt x="1631" y="2150"/>
                    <a:pt x="1736" y="2103"/>
                    <a:pt x="1830" y="2045"/>
                  </a:cubicBezTo>
                  <a:lnTo>
                    <a:pt x="1920" y="2136"/>
                  </a:lnTo>
                  <a:cubicBezTo>
                    <a:pt x="1964" y="2177"/>
                    <a:pt x="2012" y="2195"/>
                    <a:pt x="2057" y="2195"/>
                  </a:cubicBezTo>
                  <a:cubicBezTo>
                    <a:pt x="2211" y="2195"/>
                    <a:pt x="2342" y="1998"/>
                    <a:pt x="2203" y="1853"/>
                  </a:cubicBezTo>
                  <a:lnTo>
                    <a:pt x="2112" y="1763"/>
                  </a:lnTo>
                  <a:cubicBezTo>
                    <a:pt x="2174" y="1665"/>
                    <a:pt x="2217" y="1560"/>
                    <a:pt x="2239" y="1451"/>
                  </a:cubicBezTo>
                  <a:lnTo>
                    <a:pt x="2369" y="1451"/>
                  </a:lnTo>
                  <a:cubicBezTo>
                    <a:pt x="2636" y="1451"/>
                    <a:pt x="2637" y="1053"/>
                    <a:pt x="2373" y="1053"/>
                  </a:cubicBezTo>
                  <a:cubicBezTo>
                    <a:pt x="2372" y="1053"/>
                    <a:pt x="2371" y="1053"/>
                    <a:pt x="2369" y="1053"/>
                  </a:cubicBezTo>
                  <a:lnTo>
                    <a:pt x="2239" y="1053"/>
                  </a:lnTo>
                  <a:cubicBezTo>
                    <a:pt x="2217" y="940"/>
                    <a:pt x="2174" y="835"/>
                    <a:pt x="2112" y="741"/>
                  </a:cubicBezTo>
                  <a:lnTo>
                    <a:pt x="2203" y="651"/>
                  </a:lnTo>
                  <a:cubicBezTo>
                    <a:pt x="2352" y="507"/>
                    <a:pt x="2218" y="303"/>
                    <a:pt x="2062" y="303"/>
                  </a:cubicBezTo>
                  <a:cubicBezTo>
                    <a:pt x="2014" y="303"/>
                    <a:pt x="1965" y="322"/>
                    <a:pt x="1920" y="368"/>
                  </a:cubicBezTo>
                  <a:lnTo>
                    <a:pt x="1830" y="459"/>
                  </a:lnTo>
                  <a:cubicBezTo>
                    <a:pt x="1736" y="397"/>
                    <a:pt x="1631" y="354"/>
                    <a:pt x="1518" y="332"/>
                  </a:cubicBezTo>
                  <a:lnTo>
                    <a:pt x="1518" y="202"/>
                  </a:lnTo>
                  <a:cubicBezTo>
                    <a:pt x="1518" y="68"/>
                    <a:pt x="1419" y="1"/>
                    <a:pt x="1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2"/>
            <p:cNvSpPr/>
            <p:nvPr/>
          </p:nvSpPr>
          <p:spPr>
            <a:xfrm>
              <a:off x="863290" y="3007459"/>
              <a:ext cx="273029" cy="251740"/>
            </a:xfrm>
            <a:custGeom>
              <a:rect b="b" l="l" r="r" t="t"/>
              <a:pathLst>
                <a:path extrusionOk="0" h="9602" w="10414">
                  <a:moveTo>
                    <a:pt x="3195" y="1"/>
                  </a:moveTo>
                  <a:cubicBezTo>
                    <a:pt x="3173" y="1"/>
                    <a:pt x="3155" y="4"/>
                    <a:pt x="3134" y="11"/>
                  </a:cubicBezTo>
                  <a:cubicBezTo>
                    <a:pt x="3072" y="19"/>
                    <a:pt x="3010" y="30"/>
                    <a:pt x="2949" y="44"/>
                  </a:cubicBezTo>
                  <a:lnTo>
                    <a:pt x="2942" y="44"/>
                  </a:lnTo>
                  <a:cubicBezTo>
                    <a:pt x="2268" y="214"/>
                    <a:pt x="1797" y="841"/>
                    <a:pt x="1797" y="1572"/>
                  </a:cubicBezTo>
                  <a:cubicBezTo>
                    <a:pt x="1797" y="1609"/>
                    <a:pt x="1801" y="1641"/>
                    <a:pt x="1801" y="1677"/>
                  </a:cubicBezTo>
                  <a:cubicBezTo>
                    <a:pt x="1200" y="1891"/>
                    <a:pt x="779" y="2489"/>
                    <a:pt x="779" y="3170"/>
                  </a:cubicBezTo>
                  <a:cubicBezTo>
                    <a:pt x="779" y="3409"/>
                    <a:pt x="834" y="3648"/>
                    <a:pt x="935" y="3865"/>
                  </a:cubicBezTo>
                  <a:cubicBezTo>
                    <a:pt x="345" y="4289"/>
                    <a:pt x="1" y="4970"/>
                    <a:pt x="4" y="5698"/>
                  </a:cubicBezTo>
                  <a:cubicBezTo>
                    <a:pt x="4" y="6154"/>
                    <a:pt x="138" y="6603"/>
                    <a:pt x="399" y="6983"/>
                  </a:cubicBezTo>
                  <a:cubicBezTo>
                    <a:pt x="436" y="7041"/>
                    <a:pt x="501" y="7072"/>
                    <a:pt x="569" y="7072"/>
                  </a:cubicBezTo>
                  <a:cubicBezTo>
                    <a:pt x="599" y="7072"/>
                    <a:pt x="630" y="7066"/>
                    <a:pt x="660" y="7052"/>
                  </a:cubicBezTo>
                  <a:cubicBezTo>
                    <a:pt x="765" y="6994"/>
                    <a:pt x="797" y="6857"/>
                    <a:pt x="732" y="6759"/>
                  </a:cubicBezTo>
                  <a:cubicBezTo>
                    <a:pt x="519" y="6447"/>
                    <a:pt x="403" y="6078"/>
                    <a:pt x="406" y="5698"/>
                  </a:cubicBezTo>
                  <a:cubicBezTo>
                    <a:pt x="406" y="5031"/>
                    <a:pt x="747" y="4423"/>
                    <a:pt x="1301" y="4111"/>
                  </a:cubicBezTo>
                  <a:cubicBezTo>
                    <a:pt x="1308" y="4108"/>
                    <a:pt x="1315" y="4100"/>
                    <a:pt x="1319" y="4097"/>
                  </a:cubicBezTo>
                  <a:cubicBezTo>
                    <a:pt x="1326" y="4093"/>
                    <a:pt x="1689" y="3837"/>
                    <a:pt x="2390" y="3837"/>
                  </a:cubicBezTo>
                  <a:cubicBezTo>
                    <a:pt x="2434" y="3837"/>
                    <a:pt x="2479" y="3838"/>
                    <a:pt x="2525" y="3840"/>
                  </a:cubicBezTo>
                  <a:cubicBezTo>
                    <a:pt x="2529" y="3840"/>
                    <a:pt x="2532" y="3840"/>
                    <a:pt x="2535" y="3840"/>
                  </a:cubicBezTo>
                  <a:cubicBezTo>
                    <a:pt x="2790" y="3840"/>
                    <a:pt x="2804" y="3448"/>
                    <a:pt x="2540" y="3438"/>
                  </a:cubicBezTo>
                  <a:cubicBezTo>
                    <a:pt x="2491" y="3436"/>
                    <a:pt x="2444" y="3435"/>
                    <a:pt x="2398" y="3435"/>
                  </a:cubicBezTo>
                  <a:cubicBezTo>
                    <a:pt x="1868" y="3435"/>
                    <a:pt x="1493" y="3562"/>
                    <a:pt x="1283" y="3666"/>
                  </a:cubicBezTo>
                  <a:cubicBezTo>
                    <a:pt x="1214" y="3510"/>
                    <a:pt x="1181" y="3340"/>
                    <a:pt x="1181" y="3173"/>
                  </a:cubicBezTo>
                  <a:cubicBezTo>
                    <a:pt x="1181" y="2619"/>
                    <a:pt x="1544" y="2141"/>
                    <a:pt x="2051" y="2029"/>
                  </a:cubicBezTo>
                  <a:cubicBezTo>
                    <a:pt x="2101" y="2029"/>
                    <a:pt x="2340" y="2029"/>
                    <a:pt x="2511" y="2185"/>
                  </a:cubicBezTo>
                  <a:cubicBezTo>
                    <a:pt x="2645" y="2311"/>
                    <a:pt x="2713" y="2507"/>
                    <a:pt x="2713" y="2775"/>
                  </a:cubicBezTo>
                  <a:cubicBezTo>
                    <a:pt x="2713" y="2884"/>
                    <a:pt x="2800" y="2974"/>
                    <a:pt x="2909" y="2981"/>
                  </a:cubicBezTo>
                  <a:cubicBezTo>
                    <a:pt x="2911" y="2981"/>
                    <a:pt x="2913" y="2981"/>
                    <a:pt x="2915" y="2981"/>
                  </a:cubicBezTo>
                  <a:cubicBezTo>
                    <a:pt x="3025" y="2981"/>
                    <a:pt x="3115" y="2892"/>
                    <a:pt x="3115" y="2778"/>
                  </a:cubicBezTo>
                  <a:cubicBezTo>
                    <a:pt x="3115" y="2391"/>
                    <a:pt x="3003" y="2094"/>
                    <a:pt x="2782" y="1888"/>
                  </a:cubicBezTo>
                  <a:cubicBezTo>
                    <a:pt x="2619" y="1746"/>
                    <a:pt x="2416" y="1656"/>
                    <a:pt x="2199" y="1634"/>
                  </a:cubicBezTo>
                  <a:lnTo>
                    <a:pt x="2199" y="1572"/>
                  </a:lnTo>
                  <a:cubicBezTo>
                    <a:pt x="2199" y="1029"/>
                    <a:pt x="2543" y="562"/>
                    <a:pt x="3036" y="435"/>
                  </a:cubicBezTo>
                  <a:lnTo>
                    <a:pt x="3043" y="435"/>
                  </a:lnTo>
                  <a:cubicBezTo>
                    <a:pt x="3097" y="421"/>
                    <a:pt x="3155" y="414"/>
                    <a:pt x="3213" y="410"/>
                  </a:cubicBezTo>
                  <a:cubicBezTo>
                    <a:pt x="3220" y="406"/>
                    <a:pt x="3228" y="406"/>
                    <a:pt x="3239" y="406"/>
                  </a:cubicBezTo>
                  <a:lnTo>
                    <a:pt x="3568" y="406"/>
                  </a:lnTo>
                  <a:cubicBezTo>
                    <a:pt x="4220" y="406"/>
                    <a:pt x="4745" y="931"/>
                    <a:pt x="4745" y="1583"/>
                  </a:cubicBezTo>
                  <a:lnTo>
                    <a:pt x="4745" y="5730"/>
                  </a:lnTo>
                  <a:cubicBezTo>
                    <a:pt x="4148" y="5759"/>
                    <a:pt x="3579" y="6009"/>
                    <a:pt x="3155" y="6436"/>
                  </a:cubicBezTo>
                  <a:cubicBezTo>
                    <a:pt x="3011" y="6581"/>
                    <a:pt x="3144" y="6781"/>
                    <a:pt x="3298" y="6781"/>
                  </a:cubicBezTo>
                  <a:cubicBezTo>
                    <a:pt x="3345" y="6781"/>
                    <a:pt x="3394" y="6763"/>
                    <a:pt x="3438" y="6719"/>
                  </a:cubicBezTo>
                  <a:lnTo>
                    <a:pt x="3441" y="6715"/>
                  </a:lnTo>
                  <a:cubicBezTo>
                    <a:pt x="3822" y="6339"/>
                    <a:pt x="4332" y="6129"/>
                    <a:pt x="4865" y="6129"/>
                  </a:cubicBezTo>
                  <a:lnTo>
                    <a:pt x="4872" y="6129"/>
                  </a:lnTo>
                  <a:cubicBezTo>
                    <a:pt x="5614" y="6849"/>
                    <a:pt x="5614" y="8044"/>
                    <a:pt x="4872" y="8765"/>
                  </a:cubicBezTo>
                  <a:cubicBezTo>
                    <a:pt x="4575" y="9044"/>
                    <a:pt x="4184" y="9200"/>
                    <a:pt x="3778" y="9200"/>
                  </a:cubicBezTo>
                  <a:cubicBezTo>
                    <a:pt x="2963" y="9200"/>
                    <a:pt x="2275" y="8566"/>
                    <a:pt x="2148" y="7719"/>
                  </a:cubicBezTo>
                  <a:cubicBezTo>
                    <a:pt x="2217" y="7584"/>
                    <a:pt x="2438" y="7204"/>
                    <a:pt x="2786" y="7070"/>
                  </a:cubicBezTo>
                  <a:cubicBezTo>
                    <a:pt x="2887" y="7034"/>
                    <a:pt x="2942" y="6929"/>
                    <a:pt x="2916" y="6828"/>
                  </a:cubicBezTo>
                  <a:cubicBezTo>
                    <a:pt x="2893" y="6739"/>
                    <a:pt x="2812" y="6680"/>
                    <a:pt x="2726" y="6680"/>
                  </a:cubicBezTo>
                  <a:cubicBezTo>
                    <a:pt x="2702" y="6680"/>
                    <a:pt x="2679" y="6684"/>
                    <a:pt x="2655" y="6694"/>
                  </a:cubicBezTo>
                  <a:cubicBezTo>
                    <a:pt x="2221" y="6853"/>
                    <a:pt x="1946" y="7255"/>
                    <a:pt x="1826" y="7469"/>
                  </a:cubicBezTo>
                  <a:cubicBezTo>
                    <a:pt x="1623" y="7436"/>
                    <a:pt x="1428" y="7364"/>
                    <a:pt x="1250" y="7255"/>
                  </a:cubicBezTo>
                  <a:cubicBezTo>
                    <a:pt x="1214" y="7231"/>
                    <a:pt x="1174" y="7220"/>
                    <a:pt x="1135" y="7220"/>
                  </a:cubicBezTo>
                  <a:cubicBezTo>
                    <a:pt x="1071" y="7220"/>
                    <a:pt x="1009" y="7250"/>
                    <a:pt x="971" y="7306"/>
                  </a:cubicBezTo>
                  <a:cubicBezTo>
                    <a:pt x="906" y="7400"/>
                    <a:pt x="931" y="7527"/>
                    <a:pt x="1029" y="7588"/>
                  </a:cubicBezTo>
                  <a:cubicBezTo>
                    <a:pt x="1254" y="7729"/>
                    <a:pt x="1504" y="7824"/>
                    <a:pt x="1768" y="7867"/>
                  </a:cubicBezTo>
                  <a:cubicBezTo>
                    <a:pt x="1956" y="8867"/>
                    <a:pt x="2797" y="9602"/>
                    <a:pt x="3778" y="9602"/>
                  </a:cubicBezTo>
                  <a:cubicBezTo>
                    <a:pt x="4285" y="9602"/>
                    <a:pt x="4774" y="9403"/>
                    <a:pt x="5144" y="9051"/>
                  </a:cubicBezTo>
                  <a:cubicBezTo>
                    <a:pt x="5165" y="9033"/>
                    <a:pt x="5183" y="9011"/>
                    <a:pt x="5205" y="8990"/>
                  </a:cubicBezTo>
                  <a:cubicBezTo>
                    <a:pt x="5227" y="9011"/>
                    <a:pt x="5245" y="9033"/>
                    <a:pt x="5267" y="9051"/>
                  </a:cubicBezTo>
                  <a:cubicBezTo>
                    <a:pt x="5310" y="9091"/>
                    <a:pt x="5354" y="9127"/>
                    <a:pt x="5397" y="9164"/>
                  </a:cubicBezTo>
                  <a:cubicBezTo>
                    <a:pt x="5745" y="9446"/>
                    <a:pt x="6183" y="9602"/>
                    <a:pt x="6632" y="9602"/>
                  </a:cubicBezTo>
                  <a:cubicBezTo>
                    <a:pt x="7617" y="9602"/>
                    <a:pt x="8454" y="8867"/>
                    <a:pt x="8646" y="7867"/>
                  </a:cubicBezTo>
                  <a:cubicBezTo>
                    <a:pt x="8921" y="7820"/>
                    <a:pt x="9185" y="7719"/>
                    <a:pt x="9417" y="7566"/>
                  </a:cubicBezTo>
                  <a:cubicBezTo>
                    <a:pt x="9504" y="7508"/>
                    <a:pt x="9537" y="7400"/>
                    <a:pt x="9493" y="7306"/>
                  </a:cubicBezTo>
                  <a:cubicBezTo>
                    <a:pt x="9457" y="7234"/>
                    <a:pt x="9386" y="7193"/>
                    <a:pt x="9313" y="7193"/>
                  </a:cubicBezTo>
                  <a:cubicBezTo>
                    <a:pt x="9276" y="7193"/>
                    <a:pt x="9238" y="7204"/>
                    <a:pt x="9204" y="7226"/>
                  </a:cubicBezTo>
                  <a:cubicBezTo>
                    <a:pt x="9015" y="7353"/>
                    <a:pt x="8805" y="7436"/>
                    <a:pt x="8584" y="7472"/>
                  </a:cubicBezTo>
                  <a:cubicBezTo>
                    <a:pt x="8465" y="7259"/>
                    <a:pt x="8189" y="6853"/>
                    <a:pt x="7755" y="6694"/>
                  </a:cubicBezTo>
                  <a:cubicBezTo>
                    <a:pt x="7732" y="6685"/>
                    <a:pt x="7709" y="6681"/>
                    <a:pt x="7687" y="6681"/>
                  </a:cubicBezTo>
                  <a:cubicBezTo>
                    <a:pt x="7599" y="6681"/>
                    <a:pt x="7516" y="6739"/>
                    <a:pt x="7490" y="6831"/>
                  </a:cubicBezTo>
                  <a:cubicBezTo>
                    <a:pt x="7469" y="6933"/>
                    <a:pt x="7523" y="7038"/>
                    <a:pt x="7624" y="7074"/>
                  </a:cubicBezTo>
                  <a:cubicBezTo>
                    <a:pt x="7972" y="7208"/>
                    <a:pt x="8193" y="7588"/>
                    <a:pt x="8262" y="7722"/>
                  </a:cubicBezTo>
                  <a:cubicBezTo>
                    <a:pt x="8135" y="8570"/>
                    <a:pt x="7447" y="9203"/>
                    <a:pt x="6632" y="9203"/>
                  </a:cubicBezTo>
                  <a:cubicBezTo>
                    <a:pt x="6274" y="9203"/>
                    <a:pt x="5926" y="9077"/>
                    <a:pt x="5643" y="8852"/>
                  </a:cubicBezTo>
                  <a:cubicBezTo>
                    <a:pt x="5611" y="8823"/>
                    <a:pt x="5575" y="8794"/>
                    <a:pt x="5542" y="8762"/>
                  </a:cubicBezTo>
                  <a:cubicBezTo>
                    <a:pt x="5509" y="8729"/>
                    <a:pt x="5484" y="8704"/>
                    <a:pt x="5459" y="8675"/>
                  </a:cubicBezTo>
                  <a:cubicBezTo>
                    <a:pt x="5698" y="8309"/>
                    <a:pt x="5828" y="7881"/>
                    <a:pt x="5824" y="7443"/>
                  </a:cubicBezTo>
                  <a:cubicBezTo>
                    <a:pt x="5824" y="7324"/>
                    <a:pt x="5817" y="7201"/>
                    <a:pt x="5799" y="7085"/>
                  </a:cubicBezTo>
                  <a:lnTo>
                    <a:pt x="5799" y="7085"/>
                  </a:lnTo>
                  <a:cubicBezTo>
                    <a:pt x="6820" y="7309"/>
                    <a:pt x="7183" y="7776"/>
                    <a:pt x="7302" y="8005"/>
                  </a:cubicBezTo>
                  <a:cubicBezTo>
                    <a:pt x="7336" y="8072"/>
                    <a:pt x="7404" y="8114"/>
                    <a:pt x="7476" y="8114"/>
                  </a:cubicBezTo>
                  <a:cubicBezTo>
                    <a:pt x="7489" y="8114"/>
                    <a:pt x="7503" y="8112"/>
                    <a:pt x="7516" y="8110"/>
                  </a:cubicBezTo>
                  <a:cubicBezTo>
                    <a:pt x="7650" y="8088"/>
                    <a:pt x="7722" y="7943"/>
                    <a:pt x="7661" y="7824"/>
                  </a:cubicBezTo>
                  <a:cubicBezTo>
                    <a:pt x="7494" y="7498"/>
                    <a:pt x="7045" y="6943"/>
                    <a:pt x="5857" y="6686"/>
                  </a:cubicBezTo>
                  <a:cubicBezTo>
                    <a:pt x="5843" y="6684"/>
                    <a:pt x="5830" y="6682"/>
                    <a:pt x="5816" y="6682"/>
                  </a:cubicBezTo>
                  <a:cubicBezTo>
                    <a:pt x="5777" y="6682"/>
                    <a:pt x="5740" y="6694"/>
                    <a:pt x="5705" y="6715"/>
                  </a:cubicBezTo>
                  <a:cubicBezTo>
                    <a:pt x="5647" y="6534"/>
                    <a:pt x="5564" y="6368"/>
                    <a:pt x="5459" y="6208"/>
                  </a:cubicBezTo>
                  <a:cubicBezTo>
                    <a:pt x="5484" y="6179"/>
                    <a:pt x="5513" y="6150"/>
                    <a:pt x="5542" y="6125"/>
                  </a:cubicBezTo>
                  <a:lnTo>
                    <a:pt x="5546" y="6125"/>
                  </a:lnTo>
                  <a:cubicBezTo>
                    <a:pt x="6082" y="6125"/>
                    <a:pt x="6592" y="6335"/>
                    <a:pt x="6973" y="6715"/>
                  </a:cubicBezTo>
                  <a:lnTo>
                    <a:pt x="6976" y="6715"/>
                  </a:lnTo>
                  <a:cubicBezTo>
                    <a:pt x="7020" y="6760"/>
                    <a:pt x="7069" y="6779"/>
                    <a:pt x="7116" y="6779"/>
                  </a:cubicBezTo>
                  <a:cubicBezTo>
                    <a:pt x="7271" y="6779"/>
                    <a:pt x="7403" y="6577"/>
                    <a:pt x="7259" y="6433"/>
                  </a:cubicBezTo>
                  <a:lnTo>
                    <a:pt x="7255" y="6433"/>
                  </a:lnTo>
                  <a:cubicBezTo>
                    <a:pt x="6831" y="6005"/>
                    <a:pt x="6266" y="5756"/>
                    <a:pt x="5665" y="5727"/>
                  </a:cubicBezTo>
                  <a:lnTo>
                    <a:pt x="5665" y="1576"/>
                  </a:lnTo>
                  <a:cubicBezTo>
                    <a:pt x="5665" y="928"/>
                    <a:pt x="6194" y="399"/>
                    <a:pt x="6842" y="399"/>
                  </a:cubicBezTo>
                  <a:lnTo>
                    <a:pt x="7175" y="399"/>
                  </a:lnTo>
                  <a:cubicBezTo>
                    <a:pt x="7183" y="403"/>
                    <a:pt x="7190" y="403"/>
                    <a:pt x="7201" y="403"/>
                  </a:cubicBezTo>
                  <a:cubicBezTo>
                    <a:pt x="7255" y="410"/>
                    <a:pt x="7313" y="417"/>
                    <a:pt x="7367" y="432"/>
                  </a:cubicBezTo>
                  <a:lnTo>
                    <a:pt x="7375" y="432"/>
                  </a:lnTo>
                  <a:cubicBezTo>
                    <a:pt x="7867" y="558"/>
                    <a:pt x="8211" y="1026"/>
                    <a:pt x="8211" y="1569"/>
                  </a:cubicBezTo>
                  <a:lnTo>
                    <a:pt x="8211" y="1630"/>
                  </a:lnTo>
                  <a:cubicBezTo>
                    <a:pt x="7997" y="1652"/>
                    <a:pt x="7795" y="1743"/>
                    <a:pt x="7632" y="1884"/>
                  </a:cubicBezTo>
                  <a:cubicBezTo>
                    <a:pt x="7411" y="2087"/>
                    <a:pt x="7298" y="2384"/>
                    <a:pt x="7295" y="2768"/>
                  </a:cubicBezTo>
                  <a:cubicBezTo>
                    <a:pt x="7295" y="2869"/>
                    <a:pt x="7367" y="2960"/>
                    <a:pt x="7469" y="2974"/>
                  </a:cubicBezTo>
                  <a:cubicBezTo>
                    <a:pt x="7477" y="2975"/>
                    <a:pt x="7486" y="2976"/>
                    <a:pt x="7494" y="2976"/>
                  </a:cubicBezTo>
                  <a:cubicBezTo>
                    <a:pt x="7603" y="2976"/>
                    <a:pt x="7697" y="2889"/>
                    <a:pt x="7697" y="2775"/>
                  </a:cubicBezTo>
                  <a:cubicBezTo>
                    <a:pt x="7697" y="2507"/>
                    <a:pt x="7766" y="2308"/>
                    <a:pt x="7900" y="2181"/>
                  </a:cubicBezTo>
                  <a:cubicBezTo>
                    <a:pt x="8070" y="2025"/>
                    <a:pt x="8305" y="2022"/>
                    <a:pt x="8363" y="2022"/>
                  </a:cubicBezTo>
                  <a:cubicBezTo>
                    <a:pt x="8867" y="2134"/>
                    <a:pt x="9232" y="2616"/>
                    <a:pt x="9232" y="3166"/>
                  </a:cubicBezTo>
                  <a:cubicBezTo>
                    <a:pt x="9232" y="3336"/>
                    <a:pt x="9196" y="3503"/>
                    <a:pt x="9131" y="3659"/>
                  </a:cubicBezTo>
                  <a:cubicBezTo>
                    <a:pt x="8921" y="3559"/>
                    <a:pt x="8549" y="3431"/>
                    <a:pt x="8019" y="3431"/>
                  </a:cubicBezTo>
                  <a:cubicBezTo>
                    <a:pt x="7973" y="3431"/>
                    <a:pt x="7926" y="3432"/>
                    <a:pt x="7878" y="3434"/>
                  </a:cubicBezTo>
                  <a:cubicBezTo>
                    <a:pt x="7777" y="3434"/>
                    <a:pt x="7690" y="3514"/>
                    <a:pt x="7679" y="3615"/>
                  </a:cubicBezTo>
                  <a:cubicBezTo>
                    <a:pt x="7672" y="3731"/>
                    <a:pt x="7760" y="3833"/>
                    <a:pt x="7877" y="3833"/>
                  </a:cubicBezTo>
                  <a:cubicBezTo>
                    <a:pt x="7881" y="3833"/>
                    <a:pt x="7885" y="3833"/>
                    <a:pt x="7889" y="3832"/>
                  </a:cubicBezTo>
                  <a:cubicBezTo>
                    <a:pt x="7931" y="3831"/>
                    <a:pt x="7973" y="3830"/>
                    <a:pt x="8013" y="3830"/>
                  </a:cubicBezTo>
                  <a:cubicBezTo>
                    <a:pt x="8711" y="3830"/>
                    <a:pt x="9078" y="4083"/>
                    <a:pt x="9091" y="4093"/>
                  </a:cubicBezTo>
                  <a:cubicBezTo>
                    <a:pt x="9098" y="4097"/>
                    <a:pt x="9106" y="4100"/>
                    <a:pt x="9109" y="4104"/>
                  </a:cubicBezTo>
                  <a:cubicBezTo>
                    <a:pt x="9663" y="4419"/>
                    <a:pt x="10008" y="5028"/>
                    <a:pt x="10008" y="5694"/>
                  </a:cubicBezTo>
                  <a:cubicBezTo>
                    <a:pt x="10008" y="6056"/>
                    <a:pt x="9906" y="6411"/>
                    <a:pt x="9707" y="6715"/>
                  </a:cubicBezTo>
                  <a:cubicBezTo>
                    <a:pt x="9649" y="6802"/>
                    <a:pt x="9663" y="6918"/>
                    <a:pt x="9747" y="6987"/>
                  </a:cubicBezTo>
                  <a:cubicBezTo>
                    <a:pt x="9783" y="7018"/>
                    <a:pt x="9828" y="7032"/>
                    <a:pt x="9872" y="7032"/>
                  </a:cubicBezTo>
                  <a:cubicBezTo>
                    <a:pt x="9937" y="7032"/>
                    <a:pt x="10001" y="7000"/>
                    <a:pt x="10040" y="6940"/>
                  </a:cubicBezTo>
                  <a:cubicBezTo>
                    <a:pt x="10283" y="6570"/>
                    <a:pt x="10410" y="6136"/>
                    <a:pt x="10410" y="5694"/>
                  </a:cubicBezTo>
                  <a:cubicBezTo>
                    <a:pt x="10413" y="4970"/>
                    <a:pt x="10062" y="4289"/>
                    <a:pt x="9475" y="3869"/>
                  </a:cubicBezTo>
                  <a:cubicBezTo>
                    <a:pt x="9577" y="3648"/>
                    <a:pt x="9631" y="3409"/>
                    <a:pt x="9631" y="3170"/>
                  </a:cubicBezTo>
                  <a:cubicBezTo>
                    <a:pt x="9631" y="2489"/>
                    <a:pt x="9211" y="1891"/>
                    <a:pt x="8610" y="1677"/>
                  </a:cubicBezTo>
                  <a:cubicBezTo>
                    <a:pt x="8610" y="1641"/>
                    <a:pt x="8610" y="1609"/>
                    <a:pt x="8613" y="1572"/>
                  </a:cubicBezTo>
                  <a:cubicBezTo>
                    <a:pt x="8613" y="841"/>
                    <a:pt x="8142" y="214"/>
                    <a:pt x="7465" y="44"/>
                  </a:cubicBezTo>
                  <a:lnTo>
                    <a:pt x="7461" y="44"/>
                  </a:lnTo>
                  <a:cubicBezTo>
                    <a:pt x="7400" y="30"/>
                    <a:pt x="7338" y="19"/>
                    <a:pt x="7273" y="11"/>
                  </a:cubicBezTo>
                  <a:cubicBezTo>
                    <a:pt x="7255" y="4"/>
                    <a:pt x="7233" y="1"/>
                    <a:pt x="7215" y="1"/>
                  </a:cubicBezTo>
                  <a:lnTo>
                    <a:pt x="6842" y="1"/>
                  </a:lnTo>
                  <a:cubicBezTo>
                    <a:pt x="5969" y="1"/>
                    <a:pt x="5263" y="707"/>
                    <a:pt x="5263" y="1580"/>
                  </a:cubicBezTo>
                  <a:lnTo>
                    <a:pt x="5263" y="5835"/>
                  </a:lnTo>
                  <a:cubicBezTo>
                    <a:pt x="5245" y="5853"/>
                    <a:pt x="5223" y="5875"/>
                    <a:pt x="5205" y="5893"/>
                  </a:cubicBezTo>
                  <a:cubicBezTo>
                    <a:pt x="5183" y="5875"/>
                    <a:pt x="5165" y="5853"/>
                    <a:pt x="5144" y="5835"/>
                  </a:cubicBezTo>
                  <a:lnTo>
                    <a:pt x="5144" y="1580"/>
                  </a:lnTo>
                  <a:cubicBezTo>
                    <a:pt x="5144" y="707"/>
                    <a:pt x="4437" y="1"/>
                    <a:pt x="3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2"/>
            <p:cNvSpPr/>
            <p:nvPr/>
          </p:nvSpPr>
          <p:spPr>
            <a:xfrm>
              <a:off x="1026048" y="3026205"/>
              <a:ext cx="47585" cy="22967"/>
            </a:xfrm>
            <a:custGeom>
              <a:rect b="b" l="l" r="r" t="t"/>
              <a:pathLst>
                <a:path extrusionOk="0" h="876" w="1815">
                  <a:moveTo>
                    <a:pt x="594" y="0"/>
                  </a:moveTo>
                  <a:cubicBezTo>
                    <a:pt x="540" y="0"/>
                    <a:pt x="486" y="4"/>
                    <a:pt x="431" y="10"/>
                  </a:cubicBezTo>
                  <a:lnTo>
                    <a:pt x="254" y="35"/>
                  </a:lnTo>
                  <a:cubicBezTo>
                    <a:pt x="1" y="67"/>
                    <a:pt x="36" y="432"/>
                    <a:pt x="271" y="432"/>
                  </a:cubicBezTo>
                  <a:cubicBezTo>
                    <a:pt x="282" y="432"/>
                    <a:pt x="293" y="432"/>
                    <a:pt x="305" y="430"/>
                  </a:cubicBezTo>
                  <a:lnTo>
                    <a:pt x="482" y="408"/>
                  </a:lnTo>
                  <a:cubicBezTo>
                    <a:pt x="522" y="403"/>
                    <a:pt x="561" y="401"/>
                    <a:pt x="601" y="401"/>
                  </a:cubicBezTo>
                  <a:cubicBezTo>
                    <a:pt x="904" y="401"/>
                    <a:pt x="1194" y="546"/>
                    <a:pt x="1377" y="792"/>
                  </a:cubicBezTo>
                  <a:cubicBezTo>
                    <a:pt x="1421" y="851"/>
                    <a:pt x="1477" y="876"/>
                    <a:pt x="1532" y="876"/>
                  </a:cubicBezTo>
                  <a:cubicBezTo>
                    <a:pt x="1677" y="876"/>
                    <a:pt x="1814" y="708"/>
                    <a:pt x="1699" y="553"/>
                  </a:cubicBezTo>
                  <a:cubicBezTo>
                    <a:pt x="1438" y="202"/>
                    <a:pt x="1026"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2"/>
            <p:cNvSpPr/>
            <p:nvPr/>
          </p:nvSpPr>
          <p:spPr>
            <a:xfrm>
              <a:off x="1091330" y="3122554"/>
              <a:ext cx="30648" cy="38094"/>
            </a:xfrm>
            <a:custGeom>
              <a:rect b="b" l="l" r="r" t="t"/>
              <a:pathLst>
                <a:path extrusionOk="0" h="1453" w="1169">
                  <a:moveTo>
                    <a:pt x="286" y="0"/>
                  </a:moveTo>
                  <a:cubicBezTo>
                    <a:pt x="80" y="0"/>
                    <a:pt x="1" y="319"/>
                    <a:pt x="234" y="391"/>
                  </a:cubicBezTo>
                  <a:cubicBezTo>
                    <a:pt x="716" y="543"/>
                    <a:pt x="763" y="1253"/>
                    <a:pt x="763" y="1261"/>
                  </a:cubicBezTo>
                  <a:cubicBezTo>
                    <a:pt x="766" y="1369"/>
                    <a:pt x="857" y="1452"/>
                    <a:pt x="962" y="1452"/>
                  </a:cubicBezTo>
                  <a:lnTo>
                    <a:pt x="973" y="1452"/>
                  </a:lnTo>
                  <a:cubicBezTo>
                    <a:pt x="1085" y="1445"/>
                    <a:pt x="1168" y="1351"/>
                    <a:pt x="1161" y="1239"/>
                  </a:cubicBezTo>
                  <a:cubicBezTo>
                    <a:pt x="1161" y="1199"/>
                    <a:pt x="1099" y="243"/>
                    <a:pt x="353" y="11"/>
                  </a:cubicBezTo>
                  <a:cubicBezTo>
                    <a:pt x="330" y="4"/>
                    <a:pt x="307"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2"/>
            <p:cNvSpPr/>
            <p:nvPr/>
          </p:nvSpPr>
          <p:spPr>
            <a:xfrm>
              <a:off x="1028146" y="3099718"/>
              <a:ext cx="26794" cy="50102"/>
            </a:xfrm>
            <a:custGeom>
              <a:rect b="b" l="l" r="r" t="t"/>
              <a:pathLst>
                <a:path extrusionOk="0" h="1911" w="1022">
                  <a:moveTo>
                    <a:pt x="813" y="0"/>
                  </a:moveTo>
                  <a:cubicBezTo>
                    <a:pt x="777" y="0"/>
                    <a:pt x="740" y="10"/>
                    <a:pt x="706" y="31"/>
                  </a:cubicBezTo>
                  <a:cubicBezTo>
                    <a:pt x="424" y="208"/>
                    <a:pt x="0" y="650"/>
                    <a:pt x="0" y="1711"/>
                  </a:cubicBezTo>
                  <a:cubicBezTo>
                    <a:pt x="0" y="1821"/>
                    <a:pt x="91" y="1911"/>
                    <a:pt x="200" y="1911"/>
                  </a:cubicBezTo>
                  <a:cubicBezTo>
                    <a:pt x="202" y="1911"/>
                    <a:pt x="204" y="1911"/>
                    <a:pt x="206" y="1911"/>
                  </a:cubicBezTo>
                  <a:cubicBezTo>
                    <a:pt x="315" y="1903"/>
                    <a:pt x="402" y="1813"/>
                    <a:pt x="398" y="1704"/>
                  </a:cubicBezTo>
                  <a:cubicBezTo>
                    <a:pt x="398" y="831"/>
                    <a:pt x="735" y="491"/>
                    <a:pt x="920" y="371"/>
                  </a:cubicBezTo>
                  <a:cubicBezTo>
                    <a:pt x="989" y="324"/>
                    <a:pt x="1021" y="241"/>
                    <a:pt x="1003" y="161"/>
                  </a:cubicBezTo>
                  <a:lnTo>
                    <a:pt x="1003" y="150"/>
                  </a:lnTo>
                  <a:cubicBezTo>
                    <a:pt x="983" y="58"/>
                    <a:pt x="900"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2"/>
            <p:cNvSpPr/>
            <p:nvPr/>
          </p:nvSpPr>
          <p:spPr>
            <a:xfrm>
              <a:off x="925871" y="3026205"/>
              <a:ext cx="47611" cy="22967"/>
            </a:xfrm>
            <a:custGeom>
              <a:rect b="b" l="l" r="r" t="t"/>
              <a:pathLst>
                <a:path extrusionOk="0" h="876" w="1816">
                  <a:moveTo>
                    <a:pt x="1221" y="0"/>
                  </a:moveTo>
                  <a:cubicBezTo>
                    <a:pt x="789" y="0"/>
                    <a:pt x="377" y="202"/>
                    <a:pt x="116" y="553"/>
                  </a:cubicBezTo>
                  <a:cubicBezTo>
                    <a:pt x="1" y="708"/>
                    <a:pt x="138" y="876"/>
                    <a:pt x="283" y="876"/>
                  </a:cubicBezTo>
                  <a:cubicBezTo>
                    <a:pt x="338" y="876"/>
                    <a:pt x="395" y="851"/>
                    <a:pt x="439" y="792"/>
                  </a:cubicBezTo>
                  <a:cubicBezTo>
                    <a:pt x="621" y="546"/>
                    <a:pt x="912" y="401"/>
                    <a:pt x="1214" y="401"/>
                  </a:cubicBezTo>
                  <a:cubicBezTo>
                    <a:pt x="1254" y="401"/>
                    <a:pt x="1294" y="403"/>
                    <a:pt x="1333" y="408"/>
                  </a:cubicBezTo>
                  <a:lnTo>
                    <a:pt x="1511" y="430"/>
                  </a:lnTo>
                  <a:cubicBezTo>
                    <a:pt x="1521" y="431"/>
                    <a:pt x="1531" y="432"/>
                    <a:pt x="1541" y="432"/>
                  </a:cubicBezTo>
                  <a:cubicBezTo>
                    <a:pt x="1779" y="432"/>
                    <a:pt x="1815" y="67"/>
                    <a:pt x="1561" y="35"/>
                  </a:cubicBezTo>
                  <a:lnTo>
                    <a:pt x="1384" y="10"/>
                  </a:lnTo>
                  <a:cubicBezTo>
                    <a:pt x="1329" y="4"/>
                    <a:pt x="1275" y="0"/>
                    <a:pt x="1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2"/>
            <p:cNvSpPr/>
            <p:nvPr/>
          </p:nvSpPr>
          <p:spPr>
            <a:xfrm>
              <a:off x="932426" y="3182592"/>
              <a:ext cx="58806" cy="42603"/>
            </a:xfrm>
            <a:custGeom>
              <a:rect b="b" l="l" r="r" t="t"/>
              <a:pathLst>
                <a:path extrusionOk="0" h="1625" w="2243">
                  <a:moveTo>
                    <a:pt x="1967" y="0"/>
                  </a:moveTo>
                  <a:cubicBezTo>
                    <a:pt x="1951" y="0"/>
                    <a:pt x="1934" y="2"/>
                    <a:pt x="1916" y="6"/>
                  </a:cubicBezTo>
                  <a:cubicBezTo>
                    <a:pt x="221" y="376"/>
                    <a:pt x="29" y="1346"/>
                    <a:pt x="22" y="1390"/>
                  </a:cubicBezTo>
                  <a:cubicBezTo>
                    <a:pt x="0" y="1498"/>
                    <a:pt x="73" y="1600"/>
                    <a:pt x="181" y="1622"/>
                  </a:cubicBezTo>
                  <a:cubicBezTo>
                    <a:pt x="193" y="1623"/>
                    <a:pt x="204" y="1624"/>
                    <a:pt x="215" y="1624"/>
                  </a:cubicBezTo>
                  <a:cubicBezTo>
                    <a:pt x="311" y="1624"/>
                    <a:pt x="397" y="1556"/>
                    <a:pt x="413" y="1459"/>
                  </a:cubicBezTo>
                  <a:cubicBezTo>
                    <a:pt x="413" y="1451"/>
                    <a:pt x="587" y="705"/>
                    <a:pt x="2000" y="397"/>
                  </a:cubicBezTo>
                  <a:cubicBezTo>
                    <a:pt x="2242" y="343"/>
                    <a:pt x="2184" y="0"/>
                    <a:pt x="1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2"/>
            <p:cNvSpPr/>
            <p:nvPr/>
          </p:nvSpPr>
          <p:spPr>
            <a:xfrm>
              <a:off x="877526" y="3122659"/>
              <a:ext cx="30150" cy="37989"/>
            </a:xfrm>
            <a:custGeom>
              <a:rect b="b" l="l" r="r" t="t"/>
              <a:pathLst>
                <a:path extrusionOk="0" h="1449" w="1150">
                  <a:moveTo>
                    <a:pt x="869" y="1"/>
                  </a:moveTo>
                  <a:cubicBezTo>
                    <a:pt x="852" y="1"/>
                    <a:pt x="834" y="3"/>
                    <a:pt x="816" y="7"/>
                  </a:cubicBezTo>
                  <a:cubicBezTo>
                    <a:pt x="70" y="242"/>
                    <a:pt x="8" y="1199"/>
                    <a:pt x="8" y="1238"/>
                  </a:cubicBezTo>
                  <a:cubicBezTo>
                    <a:pt x="1" y="1347"/>
                    <a:pt x="84" y="1441"/>
                    <a:pt x="197" y="1448"/>
                  </a:cubicBezTo>
                  <a:lnTo>
                    <a:pt x="207" y="1448"/>
                  </a:lnTo>
                  <a:cubicBezTo>
                    <a:pt x="312" y="1448"/>
                    <a:pt x="399" y="1365"/>
                    <a:pt x="407" y="1257"/>
                  </a:cubicBezTo>
                  <a:cubicBezTo>
                    <a:pt x="410" y="1249"/>
                    <a:pt x="450" y="539"/>
                    <a:pt x="935" y="387"/>
                  </a:cubicBezTo>
                  <a:cubicBezTo>
                    <a:pt x="1150" y="304"/>
                    <a:pt x="107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2"/>
            <p:cNvSpPr/>
            <p:nvPr/>
          </p:nvSpPr>
          <p:spPr>
            <a:xfrm>
              <a:off x="944486" y="3099666"/>
              <a:ext cx="26978" cy="50154"/>
            </a:xfrm>
            <a:custGeom>
              <a:rect b="b" l="l" r="r" t="t"/>
              <a:pathLst>
                <a:path extrusionOk="0" h="1913" w="1029">
                  <a:moveTo>
                    <a:pt x="213" y="1"/>
                  </a:moveTo>
                  <a:cubicBezTo>
                    <a:pt x="125" y="1"/>
                    <a:pt x="43" y="59"/>
                    <a:pt x="22" y="152"/>
                  </a:cubicBezTo>
                  <a:lnTo>
                    <a:pt x="22" y="156"/>
                  </a:lnTo>
                  <a:cubicBezTo>
                    <a:pt x="0" y="239"/>
                    <a:pt x="37" y="323"/>
                    <a:pt x="105" y="370"/>
                  </a:cubicBezTo>
                  <a:cubicBezTo>
                    <a:pt x="294" y="486"/>
                    <a:pt x="623" y="819"/>
                    <a:pt x="627" y="1706"/>
                  </a:cubicBezTo>
                  <a:cubicBezTo>
                    <a:pt x="623" y="1815"/>
                    <a:pt x="710" y="1905"/>
                    <a:pt x="819" y="1913"/>
                  </a:cubicBezTo>
                  <a:cubicBezTo>
                    <a:pt x="821" y="1913"/>
                    <a:pt x="823" y="1913"/>
                    <a:pt x="826" y="1913"/>
                  </a:cubicBezTo>
                  <a:cubicBezTo>
                    <a:pt x="938" y="1913"/>
                    <a:pt x="1029" y="1823"/>
                    <a:pt x="1029" y="1713"/>
                  </a:cubicBezTo>
                  <a:cubicBezTo>
                    <a:pt x="1029" y="645"/>
                    <a:pt x="598" y="203"/>
                    <a:pt x="315" y="29"/>
                  </a:cubicBezTo>
                  <a:cubicBezTo>
                    <a:pt x="283" y="10"/>
                    <a:pt x="247"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9" name="Google Shape;12299;p82"/>
          <p:cNvGrpSpPr/>
          <p:nvPr/>
        </p:nvGrpSpPr>
        <p:grpSpPr>
          <a:xfrm>
            <a:off x="3087268" y="2469214"/>
            <a:ext cx="358367" cy="297097"/>
            <a:chOff x="3087268" y="2469214"/>
            <a:chExt cx="358367" cy="297097"/>
          </a:xfrm>
        </p:grpSpPr>
        <p:sp>
          <p:nvSpPr>
            <p:cNvPr id="12300" name="Google Shape;12300;p82"/>
            <p:cNvSpPr/>
            <p:nvPr/>
          </p:nvSpPr>
          <p:spPr>
            <a:xfrm>
              <a:off x="3092590" y="2741587"/>
              <a:ext cx="324179" cy="19506"/>
            </a:xfrm>
            <a:custGeom>
              <a:rect b="b" l="l" r="r" t="t"/>
              <a:pathLst>
                <a:path extrusionOk="0" h="744" w="12365">
                  <a:moveTo>
                    <a:pt x="0" y="1"/>
                  </a:moveTo>
                  <a:lnTo>
                    <a:pt x="0" y="743"/>
                  </a:lnTo>
                  <a:lnTo>
                    <a:pt x="12365" y="743"/>
                  </a:lnTo>
                  <a:lnTo>
                    <a:pt x="12365"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2"/>
            <p:cNvSpPr/>
            <p:nvPr/>
          </p:nvSpPr>
          <p:spPr>
            <a:xfrm>
              <a:off x="3092590" y="2715291"/>
              <a:ext cx="324179" cy="26322"/>
            </a:xfrm>
            <a:custGeom>
              <a:rect b="b" l="l" r="r" t="t"/>
              <a:pathLst>
                <a:path extrusionOk="0" h="1004" w="12365">
                  <a:moveTo>
                    <a:pt x="747" y="1"/>
                  </a:moveTo>
                  <a:lnTo>
                    <a:pt x="0" y="1004"/>
                  </a:lnTo>
                  <a:lnTo>
                    <a:pt x="12365" y="1004"/>
                  </a:lnTo>
                  <a:lnTo>
                    <a:pt x="116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2"/>
            <p:cNvSpPr/>
            <p:nvPr/>
          </p:nvSpPr>
          <p:spPr>
            <a:xfrm>
              <a:off x="3112149" y="2531847"/>
              <a:ext cx="284984" cy="183470"/>
            </a:xfrm>
            <a:custGeom>
              <a:rect b="b" l="l" r="r" t="t"/>
              <a:pathLst>
                <a:path extrusionOk="0" h="6998" w="10870">
                  <a:moveTo>
                    <a:pt x="1" y="0"/>
                  </a:moveTo>
                  <a:lnTo>
                    <a:pt x="1" y="6998"/>
                  </a:lnTo>
                  <a:lnTo>
                    <a:pt x="10869" y="6998"/>
                  </a:lnTo>
                  <a:lnTo>
                    <a:pt x="1086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2"/>
            <p:cNvSpPr/>
            <p:nvPr/>
          </p:nvSpPr>
          <p:spPr>
            <a:xfrm>
              <a:off x="3304795" y="2531847"/>
              <a:ext cx="92338" cy="77735"/>
            </a:xfrm>
            <a:custGeom>
              <a:rect b="b" l="l" r="r" t="t"/>
              <a:pathLst>
                <a:path extrusionOk="0" h="2965" w="3522">
                  <a:moveTo>
                    <a:pt x="5" y="0"/>
                  </a:moveTo>
                  <a:cubicBezTo>
                    <a:pt x="1" y="48"/>
                    <a:pt x="1" y="91"/>
                    <a:pt x="1" y="138"/>
                  </a:cubicBezTo>
                  <a:cubicBezTo>
                    <a:pt x="1" y="1735"/>
                    <a:pt x="1309" y="2964"/>
                    <a:pt x="2822" y="2964"/>
                  </a:cubicBezTo>
                  <a:cubicBezTo>
                    <a:pt x="3051" y="2964"/>
                    <a:pt x="3286" y="2936"/>
                    <a:pt x="3521" y="2876"/>
                  </a:cubicBezTo>
                  <a:lnTo>
                    <a:pt x="3521"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2"/>
            <p:cNvSpPr/>
            <p:nvPr/>
          </p:nvSpPr>
          <p:spPr>
            <a:xfrm>
              <a:off x="3112149" y="2701239"/>
              <a:ext cx="284984" cy="14079"/>
            </a:xfrm>
            <a:custGeom>
              <a:rect b="b" l="l" r="r" t="t"/>
              <a:pathLst>
                <a:path extrusionOk="0" h="537" w="10870">
                  <a:moveTo>
                    <a:pt x="1" y="1"/>
                  </a:moveTo>
                  <a:lnTo>
                    <a:pt x="1" y="537"/>
                  </a:lnTo>
                  <a:lnTo>
                    <a:pt x="10869" y="537"/>
                  </a:lnTo>
                  <a:lnTo>
                    <a:pt x="10869"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2"/>
            <p:cNvSpPr/>
            <p:nvPr/>
          </p:nvSpPr>
          <p:spPr>
            <a:xfrm>
              <a:off x="3130370" y="2550934"/>
              <a:ext cx="248516" cy="136095"/>
            </a:xfrm>
            <a:custGeom>
              <a:rect b="b" l="l" r="r" t="t"/>
              <a:pathLst>
                <a:path extrusionOk="0" h="5191" w="9479">
                  <a:moveTo>
                    <a:pt x="1" y="0"/>
                  </a:moveTo>
                  <a:lnTo>
                    <a:pt x="1" y="5190"/>
                  </a:lnTo>
                  <a:lnTo>
                    <a:pt x="9479" y="5190"/>
                  </a:lnTo>
                  <a:lnTo>
                    <a:pt x="947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2"/>
            <p:cNvSpPr/>
            <p:nvPr/>
          </p:nvSpPr>
          <p:spPr>
            <a:xfrm>
              <a:off x="3306420" y="2550934"/>
              <a:ext cx="72465" cy="58622"/>
            </a:xfrm>
            <a:custGeom>
              <a:rect b="b" l="l" r="r" t="t"/>
              <a:pathLst>
                <a:path extrusionOk="0" h="2236" w="2764">
                  <a:moveTo>
                    <a:pt x="1" y="0"/>
                  </a:moveTo>
                  <a:cubicBezTo>
                    <a:pt x="279" y="1304"/>
                    <a:pt x="1431" y="2235"/>
                    <a:pt x="2764" y="2235"/>
                  </a:cubicBezTo>
                  <a:lnTo>
                    <a:pt x="276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2"/>
            <p:cNvSpPr/>
            <p:nvPr/>
          </p:nvSpPr>
          <p:spPr>
            <a:xfrm>
              <a:off x="3282693" y="2592148"/>
              <a:ext cx="70289" cy="70289"/>
            </a:xfrm>
            <a:custGeom>
              <a:rect b="b" l="l" r="r" t="t"/>
              <a:pathLst>
                <a:path extrusionOk="0" h="2681" w="2681">
                  <a:moveTo>
                    <a:pt x="0" y="0"/>
                  </a:moveTo>
                  <a:lnTo>
                    <a:pt x="0" y="2680"/>
                  </a:lnTo>
                  <a:lnTo>
                    <a:pt x="2680" y="2680"/>
                  </a:lnTo>
                  <a:lnTo>
                    <a:pt x="268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2"/>
            <p:cNvSpPr/>
            <p:nvPr/>
          </p:nvSpPr>
          <p:spPr>
            <a:xfrm>
              <a:off x="3331196" y="2592148"/>
              <a:ext cx="21787" cy="12742"/>
            </a:xfrm>
            <a:custGeom>
              <a:rect b="b" l="l" r="r" t="t"/>
              <a:pathLst>
                <a:path extrusionOk="0" h="486" w="831">
                  <a:moveTo>
                    <a:pt x="1" y="0"/>
                  </a:moveTo>
                  <a:cubicBezTo>
                    <a:pt x="247" y="210"/>
                    <a:pt x="526" y="373"/>
                    <a:pt x="830" y="486"/>
                  </a:cubicBezTo>
                  <a:lnTo>
                    <a:pt x="83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2"/>
            <p:cNvSpPr/>
            <p:nvPr/>
          </p:nvSpPr>
          <p:spPr>
            <a:xfrm>
              <a:off x="3130370" y="2550934"/>
              <a:ext cx="248516" cy="136095"/>
            </a:xfrm>
            <a:custGeom>
              <a:rect b="b" l="l" r="r" t="t"/>
              <a:pathLst>
                <a:path extrusionOk="0" h="5191" w="9479">
                  <a:moveTo>
                    <a:pt x="1" y="0"/>
                  </a:moveTo>
                  <a:lnTo>
                    <a:pt x="1" y="5190"/>
                  </a:lnTo>
                  <a:lnTo>
                    <a:pt x="9479" y="5190"/>
                  </a:lnTo>
                  <a:lnTo>
                    <a:pt x="9479" y="4596"/>
                  </a:lnTo>
                  <a:lnTo>
                    <a:pt x="635" y="4596"/>
                  </a:lnTo>
                  <a:lnTo>
                    <a:pt x="63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2"/>
            <p:cNvSpPr/>
            <p:nvPr/>
          </p:nvSpPr>
          <p:spPr>
            <a:xfrm>
              <a:off x="3130370" y="2550934"/>
              <a:ext cx="248516" cy="19768"/>
            </a:xfrm>
            <a:custGeom>
              <a:rect b="b" l="l" r="r" t="t"/>
              <a:pathLst>
                <a:path extrusionOk="0" h="754" w="9479">
                  <a:moveTo>
                    <a:pt x="1" y="0"/>
                  </a:moveTo>
                  <a:lnTo>
                    <a:pt x="1" y="754"/>
                  </a:lnTo>
                  <a:lnTo>
                    <a:pt x="9479" y="754"/>
                  </a:lnTo>
                  <a:lnTo>
                    <a:pt x="94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2"/>
            <p:cNvSpPr/>
            <p:nvPr/>
          </p:nvSpPr>
          <p:spPr>
            <a:xfrm>
              <a:off x="3306420" y="2550934"/>
              <a:ext cx="72465" cy="19768"/>
            </a:xfrm>
            <a:custGeom>
              <a:rect b="b" l="l" r="r" t="t"/>
              <a:pathLst>
                <a:path extrusionOk="0" h="754" w="2764">
                  <a:moveTo>
                    <a:pt x="1" y="0"/>
                  </a:moveTo>
                  <a:cubicBezTo>
                    <a:pt x="55" y="265"/>
                    <a:pt x="149" y="518"/>
                    <a:pt x="279" y="754"/>
                  </a:cubicBezTo>
                  <a:lnTo>
                    <a:pt x="2764" y="754"/>
                  </a:lnTo>
                  <a:lnTo>
                    <a:pt x="276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2"/>
            <p:cNvSpPr/>
            <p:nvPr/>
          </p:nvSpPr>
          <p:spPr>
            <a:xfrm>
              <a:off x="3317432" y="2473933"/>
              <a:ext cx="122986" cy="122986"/>
            </a:xfrm>
            <a:custGeom>
              <a:rect b="b" l="l" r="r" t="t"/>
              <a:pathLst>
                <a:path extrusionOk="0" h="4691" w="4691">
                  <a:moveTo>
                    <a:pt x="2344" y="0"/>
                  </a:moveTo>
                  <a:cubicBezTo>
                    <a:pt x="1051" y="0"/>
                    <a:pt x="1" y="1051"/>
                    <a:pt x="1" y="2347"/>
                  </a:cubicBezTo>
                  <a:cubicBezTo>
                    <a:pt x="1" y="3640"/>
                    <a:pt x="1051" y="4690"/>
                    <a:pt x="2344" y="4690"/>
                  </a:cubicBezTo>
                  <a:cubicBezTo>
                    <a:pt x="3640" y="4690"/>
                    <a:pt x="4691" y="3640"/>
                    <a:pt x="4691" y="2347"/>
                  </a:cubicBezTo>
                  <a:cubicBezTo>
                    <a:pt x="4691" y="1051"/>
                    <a:pt x="3640" y="0"/>
                    <a:pt x="234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2"/>
            <p:cNvSpPr/>
            <p:nvPr/>
          </p:nvSpPr>
          <p:spPr>
            <a:xfrm>
              <a:off x="3343256" y="2499469"/>
              <a:ext cx="71338" cy="71049"/>
            </a:xfrm>
            <a:custGeom>
              <a:rect b="b" l="l" r="r" t="t"/>
              <a:pathLst>
                <a:path extrusionOk="0" h="2710" w="2721">
                  <a:moveTo>
                    <a:pt x="1359" y="0"/>
                  </a:moveTo>
                  <a:cubicBezTo>
                    <a:pt x="606" y="0"/>
                    <a:pt x="1" y="620"/>
                    <a:pt x="15" y="1373"/>
                  </a:cubicBezTo>
                  <a:lnTo>
                    <a:pt x="15" y="1398"/>
                  </a:lnTo>
                  <a:cubicBezTo>
                    <a:pt x="33" y="2129"/>
                    <a:pt x="631" y="2710"/>
                    <a:pt x="1360" y="2710"/>
                  </a:cubicBezTo>
                  <a:cubicBezTo>
                    <a:pt x="1364" y="2710"/>
                    <a:pt x="1369" y="2710"/>
                    <a:pt x="1373" y="2710"/>
                  </a:cubicBezTo>
                  <a:cubicBezTo>
                    <a:pt x="2109" y="2702"/>
                    <a:pt x="2703" y="2108"/>
                    <a:pt x="2706" y="1373"/>
                  </a:cubicBezTo>
                  <a:cubicBezTo>
                    <a:pt x="2721" y="620"/>
                    <a:pt x="2112" y="0"/>
                    <a:pt x="135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2"/>
            <p:cNvSpPr/>
            <p:nvPr/>
          </p:nvSpPr>
          <p:spPr>
            <a:xfrm>
              <a:off x="3372043" y="2501278"/>
              <a:ext cx="42184" cy="69503"/>
            </a:xfrm>
            <a:custGeom>
              <a:rect b="b" l="l" r="r" t="t"/>
              <a:pathLst>
                <a:path extrusionOk="0" h="2651" w="1609">
                  <a:moveTo>
                    <a:pt x="601" y="0"/>
                  </a:moveTo>
                  <a:cubicBezTo>
                    <a:pt x="344" y="203"/>
                    <a:pt x="109" y="464"/>
                    <a:pt x="261" y="678"/>
                  </a:cubicBezTo>
                  <a:cubicBezTo>
                    <a:pt x="554" y="1083"/>
                    <a:pt x="1127" y="779"/>
                    <a:pt x="1145" y="1322"/>
                  </a:cubicBezTo>
                  <a:cubicBezTo>
                    <a:pt x="1159" y="1829"/>
                    <a:pt x="0" y="1985"/>
                    <a:pt x="4" y="2626"/>
                  </a:cubicBezTo>
                  <a:cubicBezTo>
                    <a:pt x="90" y="2643"/>
                    <a:pt x="176" y="2651"/>
                    <a:pt x="261" y="2651"/>
                  </a:cubicBezTo>
                  <a:cubicBezTo>
                    <a:pt x="989" y="2651"/>
                    <a:pt x="1608" y="2060"/>
                    <a:pt x="1608" y="1304"/>
                  </a:cubicBezTo>
                  <a:cubicBezTo>
                    <a:pt x="1608" y="688"/>
                    <a:pt x="1195" y="156"/>
                    <a:pt x="6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2"/>
            <p:cNvSpPr/>
            <p:nvPr/>
          </p:nvSpPr>
          <p:spPr>
            <a:xfrm>
              <a:off x="3343649" y="2525005"/>
              <a:ext cx="29259" cy="31828"/>
            </a:xfrm>
            <a:custGeom>
              <a:rect b="b" l="l" r="r" t="t"/>
              <a:pathLst>
                <a:path extrusionOk="0" h="1214" w="1116">
                  <a:moveTo>
                    <a:pt x="58" y="1"/>
                  </a:moveTo>
                  <a:cubicBezTo>
                    <a:pt x="18" y="127"/>
                    <a:pt x="0" y="261"/>
                    <a:pt x="0" y="399"/>
                  </a:cubicBezTo>
                  <a:lnTo>
                    <a:pt x="0" y="424"/>
                  </a:lnTo>
                  <a:cubicBezTo>
                    <a:pt x="4" y="711"/>
                    <a:pt x="102" y="986"/>
                    <a:pt x="276" y="1214"/>
                  </a:cubicBezTo>
                  <a:cubicBezTo>
                    <a:pt x="1116" y="834"/>
                    <a:pt x="967" y="453"/>
                    <a:pt x="384" y="222"/>
                  </a:cubicBezTo>
                  <a:cubicBezTo>
                    <a:pt x="261" y="171"/>
                    <a:pt x="149" y="99"/>
                    <a:pt x="58"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2"/>
            <p:cNvSpPr/>
            <p:nvPr/>
          </p:nvSpPr>
          <p:spPr>
            <a:xfrm>
              <a:off x="3157243" y="2592148"/>
              <a:ext cx="26349" cy="26427"/>
            </a:xfrm>
            <a:custGeom>
              <a:rect b="b" l="l" r="r" t="t"/>
              <a:pathLst>
                <a:path extrusionOk="0" h="1008" w="1005">
                  <a:moveTo>
                    <a:pt x="1" y="0"/>
                  </a:moveTo>
                  <a:lnTo>
                    <a:pt x="1" y="1007"/>
                  </a:lnTo>
                  <a:lnTo>
                    <a:pt x="1004" y="1007"/>
                  </a:lnTo>
                  <a:lnTo>
                    <a:pt x="100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2"/>
            <p:cNvSpPr/>
            <p:nvPr/>
          </p:nvSpPr>
          <p:spPr>
            <a:xfrm>
              <a:off x="3157243" y="2636114"/>
              <a:ext cx="26349" cy="26322"/>
            </a:xfrm>
            <a:custGeom>
              <a:rect b="b" l="l" r="r" t="t"/>
              <a:pathLst>
                <a:path extrusionOk="0" h="1004" w="1005">
                  <a:moveTo>
                    <a:pt x="1" y="0"/>
                  </a:moveTo>
                  <a:lnTo>
                    <a:pt x="1" y="1003"/>
                  </a:lnTo>
                  <a:lnTo>
                    <a:pt x="1004" y="1003"/>
                  </a:lnTo>
                  <a:lnTo>
                    <a:pt x="100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2"/>
            <p:cNvSpPr/>
            <p:nvPr/>
          </p:nvSpPr>
          <p:spPr>
            <a:xfrm>
              <a:off x="3234637" y="2696021"/>
              <a:ext cx="40008" cy="10566"/>
            </a:xfrm>
            <a:custGeom>
              <a:rect b="b" l="l" r="r" t="t"/>
              <a:pathLst>
                <a:path extrusionOk="0" h="403" w="1526">
                  <a:moveTo>
                    <a:pt x="269" y="0"/>
                  </a:moveTo>
                  <a:cubicBezTo>
                    <a:pt x="1" y="0"/>
                    <a:pt x="1" y="402"/>
                    <a:pt x="269" y="402"/>
                  </a:cubicBezTo>
                  <a:lnTo>
                    <a:pt x="1261" y="402"/>
                  </a:lnTo>
                  <a:cubicBezTo>
                    <a:pt x="1525" y="402"/>
                    <a:pt x="1525"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2"/>
            <p:cNvSpPr/>
            <p:nvPr/>
          </p:nvSpPr>
          <p:spPr>
            <a:xfrm>
              <a:off x="3087268" y="2469214"/>
              <a:ext cx="358367" cy="297097"/>
            </a:xfrm>
            <a:custGeom>
              <a:rect b="b" l="l" r="r" t="t"/>
              <a:pathLst>
                <a:path extrusionOk="0" h="11332" w="13669">
                  <a:moveTo>
                    <a:pt x="8704" y="3320"/>
                  </a:moveTo>
                  <a:cubicBezTo>
                    <a:pt x="8743" y="3440"/>
                    <a:pt x="8794" y="3559"/>
                    <a:pt x="8848" y="3672"/>
                  </a:cubicBezTo>
                  <a:lnTo>
                    <a:pt x="1844" y="3672"/>
                  </a:lnTo>
                  <a:lnTo>
                    <a:pt x="1844" y="3320"/>
                  </a:lnTo>
                  <a:close/>
                  <a:moveTo>
                    <a:pt x="9931" y="4892"/>
                  </a:moveTo>
                  <a:lnTo>
                    <a:pt x="9931" y="7170"/>
                  </a:lnTo>
                  <a:lnTo>
                    <a:pt x="7653" y="7170"/>
                  </a:lnTo>
                  <a:lnTo>
                    <a:pt x="7653" y="4892"/>
                  </a:lnTo>
                  <a:close/>
                  <a:moveTo>
                    <a:pt x="7603" y="10089"/>
                  </a:moveTo>
                  <a:lnTo>
                    <a:pt x="7733" y="10187"/>
                  </a:lnTo>
                  <a:lnTo>
                    <a:pt x="5038" y="10187"/>
                  </a:lnTo>
                  <a:lnTo>
                    <a:pt x="5165" y="10089"/>
                  </a:lnTo>
                  <a:close/>
                  <a:moveTo>
                    <a:pt x="11721" y="9589"/>
                  </a:moveTo>
                  <a:lnTo>
                    <a:pt x="12166" y="10187"/>
                  </a:lnTo>
                  <a:lnTo>
                    <a:pt x="8389" y="10187"/>
                  </a:lnTo>
                  <a:lnTo>
                    <a:pt x="7795" y="9731"/>
                  </a:lnTo>
                  <a:cubicBezTo>
                    <a:pt x="7762" y="9702"/>
                    <a:pt x="7719" y="9687"/>
                    <a:pt x="7671" y="9687"/>
                  </a:cubicBezTo>
                  <a:lnTo>
                    <a:pt x="5100" y="9687"/>
                  </a:lnTo>
                  <a:cubicBezTo>
                    <a:pt x="5053" y="9687"/>
                    <a:pt x="5009" y="9702"/>
                    <a:pt x="4977" y="9731"/>
                  </a:cubicBezTo>
                  <a:lnTo>
                    <a:pt x="4387" y="10187"/>
                  </a:lnTo>
                  <a:lnTo>
                    <a:pt x="602" y="10187"/>
                  </a:lnTo>
                  <a:lnTo>
                    <a:pt x="1047" y="9589"/>
                  </a:lnTo>
                  <a:close/>
                  <a:moveTo>
                    <a:pt x="11412" y="0"/>
                  </a:moveTo>
                  <a:cubicBezTo>
                    <a:pt x="11177" y="0"/>
                    <a:pt x="11142" y="366"/>
                    <a:pt x="11395" y="398"/>
                  </a:cubicBezTo>
                  <a:cubicBezTo>
                    <a:pt x="12517" y="542"/>
                    <a:pt x="13332" y="1535"/>
                    <a:pt x="13263" y="2661"/>
                  </a:cubicBezTo>
                  <a:cubicBezTo>
                    <a:pt x="13191" y="3791"/>
                    <a:pt x="12257" y="4668"/>
                    <a:pt x="11123" y="4671"/>
                  </a:cubicBezTo>
                  <a:lnTo>
                    <a:pt x="11119" y="4671"/>
                  </a:lnTo>
                  <a:cubicBezTo>
                    <a:pt x="10026" y="4671"/>
                    <a:pt x="9106" y="3842"/>
                    <a:pt x="8990" y="2752"/>
                  </a:cubicBezTo>
                  <a:cubicBezTo>
                    <a:pt x="8874" y="1662"/>
                    <a:pt x="9602" y="658"/>
                    <a:pt x="10674" y="430"/>
                  </a:cubicBezTo>
                  <a:cubicBezTo>
                    <a:pt x="10917" y="376"/>
                    <a:pt x="10861" y="33"/>
                    <a:pt x="10642" y="33"/>
                  </a:cubicBezTo>
                  <a:cubicBezTo>
                    <a:pt x="10625" y="33"/>
                    <a:pt x="10608" y="35"/>
                    <a:pt x="10591" y="39"/>
                  </a:cubicBezTo>
                  <a:cubicBezTo>
                    <a:pt x="9537" y="264"/>
                    <a:pt x="8740" y="1126"/>
                    <a:pt x="8599" y="2190"/>
                  </a:cubicBezTo>
                  <a:lnTo>
                    <a:pt x="6581" y="2190"/>
                  </a:lnTo>
                  <a:cubicBezTo>
                    <a:pt x="6313" y="2190"/>
                    <a:pt x="6313" y="2592"/>
                    <a:pt x="6581" y="2592"/>
                  </a:cubicBezTo>
                  <a:lnTo>
                    <a:pt x="8580" y="2592"/>
                  </a:lnTo>
                  <a:cubicBezTo>
                    <a:pt x="8584" y="2701"/>
                    <a:pt x="8591" y="2810"/>
                    <a:pt x="8609" y="2918"/>
                  </a:cubicBezTo>
                  <a:lnTo>
                    <a:pt x="1645" y="2918"/>
                  </a:lnTo>
                  <a:cubicBezTo>
                    <a:pt x="1533" y="2918"/>
                    <a:pt x="1446" y="3009"/>
                    <a:pt x="1446" y="3117"/>
                  </a:cubicBezTo>
                  <a:lnTo>
                    <a:pt x="1446" y="8307"/>
                  </a:lnTo>
                  <a:cubicBezTo>
                    <a:pt x="1446" y="8416"/>
                    <a:pt x="1533" y="8507"/>
                    <a:pt x="1645" y="8507"/>
                  </a:cubicBezTo>
                  <a:lnTo>
                    <a:pt x="8667" y="8507"/>
                  </a:lnTo>
                  <a:cubicBezTo>
                    <a:pt x="8935" y="8507"/>
                    <a:pt x="8935" y="8105"/>
                    <a:pt x="8667" y="8105"/>
                  </a:cubicBezTo>
                  <a:lnTo>
                    <a:pt x="1844" y="8105"/>
                  </a:lnTo>
                  <a:lnTo>
                    <a:pt x="1844" y="4074"/>
                  </a:lnTo>
                  <a:lnTo>
                    <a:pt x="9106" y="4074"/>
                  </a:lnTo>
                  <a:cubicBezTo>
                    <a:pt x="9222" y="4226"/>
                    <a:pt x="9359" y="4367"/>
                    <a:pt x="9508" y="4490"/>
                  </a:cubicBezTo>
                  <a:lnTo>
                    <a:pt x="7454" y="4490"/>
                  </a:lnTo>
                  <a:cubicBezTo>
                    <a:pt x="7342" y="4490"/>
                    <a:pt x="7255" y="4581"/>
                    <a:pt x="7255" y="4689"/>
                  </a:cubicBezTo>
                  <a:lnTo>
                    <a:pt x="7255" y="7369"/>
                  </a:lnTo>
                  <a:cubicBezTo>
                    <a:pt x="7255" y="7478"/>
                    <a:pt x="7342" y="7569"/>
                    <a:pt x="7454" y="7569"/>
                  </a:cubicBezTo>
                  <a:lnTo>
                    <a:pt x="10134" y="7569"/>
                  </a:lnTo>
                  <a:cubicBezTo>
                    <a:pt x="10243" y="7569"/>
                    <a:pt x="10333" y="7478"/>
                    <a:pt x="10333" y="7369"/>
                  </a:cubicBezTo>
                  <a:lnTo>
                    <a:pt x="10333" y="4946"/>
                  </a:lnTo>
                  <a:cubicBezTo>
                    <a:pt x="10525" y="5008"/>
                    <a:pt x="10721" y="5048"/>
                    <a:pt x="10924" y="5062"/>
                  </a:cubicBezTo>
                  <a:lnTo>
                    <a:pt x="10924" y="8105"/>
                  </a:lnTo>
                  <a:lnTo>
                    <a:pt x="9652" y="8105"/>
                  </a:lnTo>
                  <a:cubicBezTo>
                    <a:pt x="9384" y="8105"/>
                    <a:pt x="9384" y="8507"/>
                    <a:pt x="9652" y="8507"/>
                  </a:cubicBezTo>
                  <a:lnTo>
                    <a:pt x="11123" y="8507"/>
                  </a:lnTo>
                  <a:cubicBezTo>
                    <a:pt x="11235" y="8507"/>
                    <a:pt x="11326" y="8416"/>
                    <a:pt x="11326" y="8307"/>
                  </a:cubicBezTo>
                  <a:lnTo>
                    <a:pt x="11326" y="5062"/>
                  </a:lnTo>
                  <a:cubicBezTo>
                    <a:pt x="11424" y="5055"/>
                    <a:pt x="11521" y="5041"/>
                    <a:pt x="11619" y="5022"/>
                  </a:cubicBezTo>
                  <a:lnTo>
                    <a:pt x="11619" y="9187"/>
                  </a:lnTo>
                  <a:lnTo>
                    <a:pt x="1152" y="9187"/>
                  </a:lnTo>
                  <a:lnTo>
                    <a:pt x="1152" y="2592"/>
                  </a:lnTo>
                  <a:lnTo>
                    <a:pt x="5792" y="2592"/>
                  </a:lnTo>
                  <a:cubicBezTo>
                    <a:pt x="6060" y="2592"/>
                    <a:pt x="6060" y="2190"/>
                    <a:pt x="5792" y="2190"/>
                  </a:cubicBezTo>
                  <a:lnTo>
                    <a:pt x="950" y="2190"/>
                  </a:lnTo>
                  <a:cubicBezTo>
                    <a:pt x="841" y="2190"/>
                    <a:pt x="750" y="2281"/>
                    <a:pt x="750" y="2389"/>
                  </a:cubicBezTo>
                  <a:lnTo>
                    <a:pt x="750" y="9321"/>
                  </a:lnTo>
                  <a:lnTo>
                    <a:pt x="40" y="10267"/>
                  </a:lnTo>
                  <a:cubicBezTo>
                    <a:pt x="15" y="10303"/>
                    <a:pt x="4" y="10346"/>
                    <a:pt x="1" y="10390"/>
                  </a:cubicBezTo>
                  <a:lnTo>
                    <a:pt x="1" y="11132"/>
                  </a:lnTo>
                  <a:cubicBezTo>
                    <a:pt x="1" y="11245"/>
                    <a:pt x="91" y="11331"/>
                    <a:pt x="203" y="11331"/>
                  </a:cubicBezTo>
                  <a:lnTo>
                    <a:pt x="9479" y="11331"/>
                  </a:lnTo>
                  <a:cubicBezTo>
                    <a:pt x="9747" y="11331"/>
                    <a:pt x="9747" y="10933"/>
                    <a:pt x="9479" y="10933"/>
                  </a:cubicBezTo>
                  <a:lnTo>
                    <a:pt x="403" y="10933"/>
                  </a:lnTo>
                  <a:lnTo>
                    <a:pt x="403" y="10589"/>
                  </a:lnTo>
                  <a:lnTo>
                    <a:pt x="12369" y="10589"/>
                  </a:lnTo>
                  <a:lnTo>
                    <a:pt x="12369" y="10933"/>
                  </a:lnTo>
                  <a:lnTo>
                    <a:pt x="10265" y="10933"/>
                  </a:lnTo>
                  <a:cubicBezTo>
                    <a:pt x="9997" y="10933"/>
                    <a:pt x="9997" y="11331"/>
                    <a:pt x="10265" y="11331"/>
                  </a:cubicBezTo>
                  <a:lnTo>
                    <a:pt x="12568" y="11331"/>
                  </a:lnTo>
                  <a:cubicBezTo>
                    <a:pt x="12677" y="11331"/>
                    <a:pt x="12767" y="11245"/>
                    <a:pt x="12767" y="11132"/>
                  </a:cubicBezTo>
                  <a:lnTo>
                    <a:pt x="12767" y="10390"/>
                  </a:lnTo>
                  <a:cubicBezTo>
                    <a:pt x="12767" y="10346"/>
                    <a:pt x="12753" y="10303"/>
                    <a:pt x="12727" y="10267"/>
                  </a:cubicBezTo>
                  <a:lnTo>
                    <a:pt x="12021" y="9321"/>
                  </a:lnTo>
                  <a:lnTo>
                    <a:pt x="12021" y="4910"/>
                  </a:lnTo>
                  <a:cubicBezTo>
                    <a:pt x="13010" y="4534"/>
                    <a:pt x="13669" y="3585"/>
                    <a:pt x="13669" y="2527"/>
                  </a:cubicBezTo>
                  <a:cubicBezTo>
                    <a:pt x="13669" y="1245"/>
                    <a:pt x="12716" y="166"/>
                    <a:pt x="11445" y="3"/>
                  </a:cubicBezTo>
                  <a:cubicBezTo>
                    <a:pt x="11434" y="1"/>
                    <a:pt x="11423" y="0"/>
                    <a:pt x="11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2"/>
            <p:cNvSpPr/>
            <p:nvPr/>
          </p:nvSpPr>
          <p:spPr>
            <a:xfrm>
              <a:off x="3151947" y="2586930"/>
              <a:ext cx="36940" cy="36862"/>
            </a:xfrm>
            <a:custGeom>
              <a:rect b="b" l="l" r="r" t="t"/>
              <a:pathLst>
                <a:path extrusionOk="0" h="1406" w="1409">
                  <a:moveTo>
                    <a:pt x="1007" y="402"/>
                  </a:moveTo>
                  <a:lnTo>
                    <a:pt x="1007" y="1007"/>
                  </a:lnTo>
                  <a:lnTo>
                    <a:pt x="402" y="1007"/>
                  </a:lnTo>
                  <a:lnTo>
                    <a:pt x="402" y="402"/>
                  </a:lnTo>
                  <a:close/>
                  <a:moveTo>
                    <a:pt x="203" y="0"/>
                  </a:moveTo>
                  <a:cubicBezTo>
                    <a:pt x="91" y="0"/>
                    <a:pt x="0" y="91"/>
                    <a:pt x="0" y="199"/>
                  </a:cubicBezTo>
                  <a:lnTo>
                    <a:pt x="0" y="1206"/>
                  </a:lnTo>
                  <a:cubicBezTo>
                    <a:pt x="0" y="1315"/>
                    <a:pt x="91" y="1405"/>
                    <a:pt x="203" y="1405"/>
                  </a:cubicBezTo>
                  <a:lnTo>
                    <a:pt x="1206" y="1405"/>
                  </a:lnTo>
                  <a:cubicBezTo>
                    <a:pt x="1318" y="1405"/>
                    <a:pt x="1409" y="1315"/>
                    <a:pt x="1409" y="1206"/>
                  </a:cubicBezTo>
                  <a:lnTo>
                    <a:pt x="1409" y="199"/>
                  </a:lnTo>
                  <a:cubicBezTo>
                    <a:pt x="1409"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2"/>
            <p:cNvSpPr/>
            <p:nvPr/>
          </p:nvSpPr>
          <p:spPr>
            <a:xfrm>
              <a:off x="3193134" y="2586930"/>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2"/>
            <p:cNvSpPr/>
            <p:nvPr/>
          </p:nvSpPr>
          <p:spPr>
            <a:xfrm>
              <a:off x="3193134" y="2600118"/>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2"/>
            <p:cNvSpPr/>
            <p:nvPr/>
          </p:nvSpPr>
          <p:spPr>
            <a:xfrm>
              <a:off x="3193134" y="2613305"/>
              <a:ext cx="76188" cy="10487"/>
            </a:xfrm>
            <a:custGeom>
              <a:rect b="b" l="l" r="r" t="t"/>
              <a:pathLst>
                <a:path extrusionOk="0" h="400" w="2906">
                  <a:moveTo>
                    <a:pt x="265" y="1"/>
                  </a:moveTo>
                  <a:cubicBezTo>
                    <a:pt x="1" y="1"/>
                    <a:pt x="2" y="399"/>
                    <a:pt x="269" y="399"/>
                  </a:cubicBezTo>
                  <a:lnTo>
                    <a:pt x="2637" y="399"/>
                  </a:lnTo>
                  <a:cubicBezTo>
                    <a:pt x="2905" y="399"/>
                    <a:pt x="2905" y="1"/>
                    <a:pt x="2637" y="1"/>
                  </a:cubicBezTo>
                  <a:lnTo>
                    <a:pt x="269" y="1"/>
                  </a:lnTo>
                  <a:cubicBezTo>
                    <a:pt x="268" y="1"/>
                    <a:pt x="26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2"/>
            <p:cNvSpPr/>
            <p:nvPr/>
          </p:nvSpPr>
          <p:spPr>
            <a:xfrm>
              <a:off x="3151947" y="2630792"/>
              <a:ext cx="36862" cy="36862"/>
            </a:xfrm>
            <a:custGeom>
              <a:rect b="b" l="l" r="r" t="t"/>
              <a:pathLst>
                <a:path extrusionOk="0" h="1406" w="1406">
                  <a:moveTo>
                    <a:pt x="1007" y="402"/>
                  </a:moveTo>
                  <a:lnTo>
                    <a:pt x="1007" y="1007"/>
                  </a:lnTo>
                  <a:lnTo>
                    <a:pt x="402" y="1007"/>
                  </a:lnTo>
                  <a:lnTo>
                    <a:pt x="402" y="402"/>
                  </a:lnTo>
                  <a:close/>
                  <a:moveTo>
                    <a:pt x="203" y="0"/>
                  </a:moveTo>
                  <a:cubicBezTo>
                    <a:pt x="91" y="0"/>
                    <a:pt x="0" y="91"/>
                    <a:pt x="0" y="203"/>
                  </a:cubicBezTo>
                  <a:lnTo>
                    <a:pt x="0" y="1206"/>
                  </a:lnTo>
                  <a:cubicBezTo>
                    <a:pt x="0" y="1319"/>
                    <a:pt x="91" y="1406"/>
                    <a:pt x="203" y="1406"/>
                  </a:cubicBezTo>
                  <a:lnTo>
                    <a:pt x="1206" y="1406"/>
                  </a:lnTo>
                  <a:cubicBezTo>
                    <a:pt x="1318" y="1406"/>
                    <a:pt x="1405" y="1319"/>
                    <a:pt x="1405" y="1206"/>
                  </a:cubicBezTo>
                  <a:lnTo>
                    <a:pt x="1405" y="203"/>
                  </a:lnTo>
                  <a:cubicBezTo>
                    <a:pt x="1405"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2"/>
            <p:cNvSpPr/>
            <p:nvPr/>
          </p:nvSpPr>
          <p:spPr>
            <a:xfrm>
              <a:off x="3193134" y="2630792"/>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2"/>
            <p:cNvSpPr/>
            <p:nvPr/>
          </p:nvSpPr>
          <p:spPr>
            <a:xfrm>
              <a:off x="3193134" y="2643980"/>
              <a:ext cx="76188" cy="10566"/>
            </a:xfrm>
            <a:custGeom>
              <a:rect b="b" l="l" r="r" t="t"/>
              <a:pathLst>
                <a:path extrusionOk="0" h="403" w="2906">
                  <a:moveTo>
                    <a:pt x="269" y="1"/>
                  </a:moveTo>
                  <a:cubicBezTo>
                    <a:pt x="1" y="1"/>
                    <a:pt x="1" y="403"/>
                    <a:pt x="269" y="403"/>
                  </a:cubicBezTo>
                  <a:lnTo>
                    <a:pt x="2637" y="403"/>
                  </a:lnTo>
                  <a:cubicBezTo>
                    <a:pt x="2905" y="403"/>
                    <a:pt x="2905" y="1"/>
                    <a:pt x="2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2"/>
            <p:cNvSpPr/>
            <p:nvPr/>
          </p:nvSpPr>
          <p:spPr>
            <a:xfrm>
              <a:off x="3193134" y="2657193"/>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2"/>
            <p:cNvSpPr/>
            <p:nvPr/>
          </p:nvSpPr>
          <p:spPr>
            <a:xfrm>
              <a:off x="3338432" y="2494750"/>
              <a:ext cx="90398" cy="81091"/>
            </a:xfrm>
            <a:custGeom>
              <a:rect b="b" l="l" r="r" t="t"/>
              <a:pathLst>
                <a:path extrusionOk="0" h="3093" w="3448">
                  <a:moveTo>
                    <a:pt x="398" y="1510"/>
                  </a:moveTo>
                  <a:cubicBezTo>
                    <a:pt x="435" y="1528"/>
                    <a:pt x="471" y="1546"/>
                    <a:pt x="507" y="1560"/>
                  </a:cubicBezTo>
                  <a:cubicBezTo>
                    <a:pt x="786" y="1669"/>
                    <a:pt x="862" y="1778"/>
                    <a:pt x="862" y="1821"/>
                  </a:cubicBezTo>
                  <a:cubicBezTo>
                    <a:pt x="862" y="1861"/>
                    <a:pt x="793" y="1977"/>
                    <a:pt x="543" y="2111"/>
                  </a:cubicBezTo>
                  <a:cubicBezTo>
                    <a:pt x="453" y="1944"/>
                    <a:pt x="402" y="1760"/>
                    <a:pt x="398" y="1571"/>
                  </a:cubicBezTo>
                  <a:lnTo>
                    <a:pt x="398" y="1553"/>
                  </a:lnTo>
                  <a:lnTo>
                    <a:pt x="398" y="1510"/>
                  </a:lnTo>
                  <a:close/>
                  <a:moveTo>
                    <a:pt x="1434" y="412"/>
                  </a:moveTo>
                  <a:lnTo>
                    <a:pt x="1434" y="412"/>
                  </a:lnTo>
                  <a:cubicBezTo>
                    <a:pt x="1420" y="434"/>
                    <a:pt x="1402" y="456"/>
                    <a:pt x="1391" y="477"/>
                  </a:cubicBezTo>
                  <a:cubicBezTo>
                    <a:pt x="1224" y="749"/>
                    <a:pt x="1315" y="948"/>
                    <a:pt x="1384" y="1042"/>
                  </a:cubicBezTo>
                  <a:cubicBezTo>
                    <a:pt x="1557" y="1285"/>
                    <a:pt x="1804" y="1339"/>
                    <a:pt x="1985" y="1379"/>
                  </a:cubicBezTo>
                  <a:cubicBezTo>
                    <a:pt x="2198" y="1423"/>
                    <a:pt x="2224" y="1434"/>
                    <a:pt x="2227" y="1578"/>
                  </a:cubicBezTo>
                  <a:cubicBezTo>
                    <a:pt x="2231" y="1705"/>
                    <a:pt x="2014" y="1843"/>
                    <a:pt x="1800" y="1977"/>
                  </a:cubicBezTo>
                  <a:cubicBezTo>
                    <a:pt x="1550" y="2136"/>
                    <a:pt x="1246" y="2325"/>
                    <a:pt x="1134" y="2622"/>
                  </a:cubicBezTo>
                  <a:cubicBezTo>
                    <a:pt x="1036" y="2582"/>
                    <a:pt x="942" y="2531"/>
                    <a:pt x="855" y="2466"/>
                  </a:cubicBezTo>
                  <a:cubicBezTo>
                    <a:pt x="837" y="2451"/>
                    <a:pt x="819" y="2437"/>
                    <a:pt x="804" y="2422"/>
                  </a:cubicBezTo>
                  <a:cubicBezTo>
                    <a:pt x="1119" y="2241"/>
                    <a:pt x="1271" y="2038"/>
                    <a:pt x="1264" y="1810"/>
                  </a:cubicBezTo>
                  <a:cubicBezTo>
                    <a:pt x="1260" y="1636"/>
                    <a:pt x="1152" y="1383"/>
                    <a:pt x="659" y="1187"/>
                  </a:cubicBezTo>
                  <a:cubicBezTo>
                    <a:pt x="601" y="1166"/>
                    <a:pt x="543" y="1133"/>
                    <a:pt x="493" y="1097"/>
                  </a:cubicBezTo>
                  <a:cubicBezTo>
                    <a:pt x="659" y="713"/>
                    <a:pt x="1021" y="448"/>
                    <a:pt x="1434" y="412"/>
                  </a:cubicBezTo>
                  <a:close/>
                  <a:moveTo>
                    <a:pt x="1929" y="475"/>
                  </a:moveTo>
                  <a:cubicBezTo>
                    <a:pt x="2203" y="573"/>
                    <a:pt x="2431" y="768"/>
                    <a:pt x="2561" y="1028"/>
                  </a:cubicBezTo>
                  <a:cubicBezTo>
                    <a:pt x="2955" y="1789"/>
                    <a:pt x="2401" y="2698"/>
                    <a:pt x="1543" y="2698"/>
                  </a:cubicBezTo>
                  <a:lnTo>
                    <a:pt x="1539" y="2698"/>
                  </a:lnTo>
                  <a:cubicBezTo>
                    <a:pt x="1619" y="2571"/>
                    <a:pt x="1789" y="2455"/>
                    <a:pt x="2010" y="2314"/>
                  </a:cubicBezTo>
                  <a:cubicBezTo>
                    <a:pt x="2303" y="2129"/>
                    <a:pt x="2633" y="1919"/>
                    <a:pt x="2622" y="1564"/>
                  </a:cubicBezTo>
                  <a:cubicBezTo>
                    <a:pt x="2611" y="1104"/>
                    <a:pt x="2282" y="1035"/>
                    <a:pt x="2064" y="988"/>
                  </a:cubicBezTo>
                  <a:cubicBezTo>
                    <a:pt x="1916" y="956"/>
                    <a:pt x="1789" y="927"/>
                    <a:pt x="1702" y="807"/>
                  </a:cubicBezTo>
                  <a:cubicBezTo>
                    <a:pt x="1673" y="764"/>
                    <a:pt x="1731" y="644"/>
                    <a:pt x="1929" y="475"/>
                  </a:cubicBezTo>
                  <a:close/>
                  <a:moveTo>
                    <a:pt x="1547" y="1"/>
                  </a:moveTo>
                  <a:cubicBezTo>
                    <a:pt x="1502" y="1"/>
                    <a:pt x="1458" y="3"/>
                    <a:pt x="1413" y="7"/>
                  </a:cubicBezTo>
                  <a:cubicBezTo>
                    <a:pt x="790" y="57"/>
                    <a:pt x="257" y="485"/>
                    <a:pt x="69" y="1082"/>
                  </a:cubicBezTo>
                  <a:lnTo>
                    <a:pt x="69" y="1090"/>
                  </a:lnTo>
                  <a:lnTo>
                    <a:pt x="69" y="1093"/>
                  </a:lnTo>
                  <a:cubicBezTo>
                    <a:pt x="22" y="1242"/>
                    <a:pt x="0" y="1397"/>
                    <a:pt x="0" y="1553"/>
                  </a:cubicBezTo>
                  <a:lnTo>
                    <a:pt x="0" y="1582"/>
                  </a:lnTo>
                  <a:cubicBezTo>
                    <a:pt x="7" y="1908"/>
                    <a:pt x="116" y="2227"/>
                    <a:pt x="319" y="2488"/>
                  </a:cubicBezTo>
                  <a:lnTo>
                    <a:pt x="326" y="2495"/>
                  </a:lnTo>
                  <a:cubicBezTo>
                    <a:pt x="554" y="2792"/>
                    <a:pt x="880" y="2995"/>
                    <a:pt x="1246" y="3067"/>
                  </a:cubicBezTo>
                  <a:lnTo>
                    <a:pt x="1250" y="3067"/>
                  </a:lnTo>
                  <a:cubicBezTo>
                    <a:pt x="1347" y="3085"/>
                    <a:pt x="1445" y="3092"/>
                    <a:pt x="1547" y="3092"/>
                  </a:cubicBezTo>
                  <a:cubicBezTo>
                    <a:pt x="2702" y="3092"/>
                    <a:pt x="3448" y="1868"/>
                    <a:pt x="2923" y="840"/>
                  </a:cubicBezTo>
                  <a:cubicBezTo>
                    <a:pt x="2654" y="322"/>
                    <a:pt x="2123" y="1"/>
                    <a:pt x="15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9" name="Google Shape;12329;p82"/>
          <p:cNvGrpSpPr/>
          <p:nvPr/>
        </p:nvGrpSpPr>
        <p:grpSpPr>
          <a:xfrm>
            <a:off x="2198600" y="2444805"/>
            <a:ext cx="363506" cy="345914"/>
            <a:chOff x="2198600" y="2444805"/>
            <a:chExt cx="363506" cy="345914"/>
          </a:xfrm>
        </p:grpSpPr>
        <p:sp>
          <p:nvSpPr>
            <p:cNvPr id="12330" name="Google Shape;12330;p82"/>
            <p:cNvSpPr/>
            <p:nvPr/>
          </p:nvSpPr>
          <p:spPr>
            <a:xfrm>
              <a:off x="2412168" y="2450049"/>
              <a:ext cx="143305" cy="149440"/>
            </a:xfrm>
            <a:custGeom>
              <a:rect b="b" l="l" r="r" t="t"/>
              <a:pathLst>
                <a:path extrusionOk="0" h="5700" w="5466">
                  <a:moveTo>
                    <a:pt x="2738" y="0"/>
                  </a:moveTo>
                  <a:cubicBezTo>
                    <a:pt x="2705" y="0"/>
                    <a:pt x="2673" y="1"/>
                    <a:pt x="2640" y="2"/>
                  </a:cubicBezTo>
                  <a:cubicBezTo>
                    <a:pt x="1673" y="42"/>
                    <a:pt x="808" y="622"/>
                    <a:pt x="406" y="1505"/>
                  </a:cubicBezTo>
                  <a:cubicBezTo>
                    <a:pt x="0" y="2385"/>
                    <a:pt x="123" y="3417"/>
                    <a:pt x="728" y="4178"/>
                  </a:cubicBezTo>
                  <a:lnTo>
                    <a:pt x="659" y="5699"/>
                  </a:lnTo>
                  <a:lnTo>
                    <a:pt x="2039" y="5054"/>
                  </a:lnTo>
                  <a:cubicBezTo>
                    <a:pt x="2273" y="5121"/>
                    <a:pt x="2511" y="5154"/>
                    <a:pt x="2746" y="5154"/>
                  </a:cubicBezTo>
                  <a:cubicBezTo>
                    <a:pt x="3591" y="5154"/>
                    <a:pt x="4401" y="4736"/>
                    <a:pt x="4886" y="4008"/>
                  </a:cubicBezTo>
                  <a:cubicBezTo>
                    <a:pt x="5426" y="3204"/>
                    <a:pt x="5465" y="2164"/>
                    <a:pt x="4995" y="1317"/>
                  </a:cubicBezTo>
                  <a:cubicBezTo>
                    <a:pt x="4536" y="501"/>
                    <a:pt x="3672" y="0"/>
                    <a:pt x="273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2"/>
            <p:cNvSpPr/>
            <p:nvPr/>
          </p:nvSpPr>
          <p:spPr>
            <a:xfrm>
              <a:off x="2307324" y="2618916"/>
              <a:ext cx="50547" cy="91001"/>
            </a:xfrm>
            <a:custGeom>
              <a:rect b="b" l="l" r="r" t="t"/>
              <a:pathLst>
                <a:path extrusionOk="0" h="3471" w="1928">
                  <a:moveTo>
                    <a:pt x="1" y="1"/>
                  </a:moveTo>
                  <a:lnTo>
                    <a:pt x="1" y="2641"/>
                  </a:lnTo>
                  <a:lnTo>
                    <a:pt x="961" y="3467"/>
                  </a:lnTo>
                  <a:lnTo>
                    <a:pt x="961" y="3470"/>
                  </a:lnTo>
                  <a:lnTo>
                    <a:pt x="964" y="3470"/>
                  </a:lnTo>
                  <a:lnTo>
                    <a:pt x="964" y="3467"/>
                  </a:lnTo>
                  <a:lnTo>
                    <a:pt x="1928" y="2641"/>
                  </a:lnTo>
                  <a:lnTo>
                    <a:pt x="192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2"/>
            <p:cNvSpPr/>
            <p:nvPr/>
          </p:nvSpPr>
          <p:spPr>
            <a:xfrm>
              <a:off x="2203843" y="2675414"/>
              <a:ext cx="257430" cy="110087"/>
            </a:xfrm>
            <a:custGeom>
              <a:rect b="b" l="l" r="r" t="t"/>
              <a:pathLst>
                <a:path extrusionOk="0" h="4199" w="9819">
                  <a:moveTo>
                    <a:pt x="3948" y="1"/>
                  </a:moveTo>
                  <a:lnTo>
                    <a:pt x="2394" y="500"/>
                  </a:lnTo>
                  <a:lnTo>
                    <a:pt x="1760" y="703"/>
                  </a:lnTo>
                  <a:cubicBezTo>
                    <a:pt x="714" y="1036"/>
                    <a:pt x="0" y="2011"/>
                    <a:pt x="4" y="3112"/>
                  </a:cubicBezTo>
                  <a:lnTo>
                    <a:pt x="4" y="4198"/>
                  </a:lnTo>
                  <a:lnTo>
                    <a:pt x="9819" y="4198"/>
                  </a:lnTo>
                  <a:lnTo>
                    <a:pt x="9819" y="3112"/>
                  </a:lnTo>
                  <a:cubicBezTo>
                    <a:pt x="9819" y="2011"/>
                    <a:pt x="9109" y="1036"/>
                    <a:pt x="8062" y="699"/>
                  </a:cubicBezTo>
                  <a:lnTo>
                    <a:pt x="7428" y="497"/>
                  </a:lnTo>
                  <a:lnTo>
                    <a:pt x="5875" y="1"/>
                  </a:lnTo>
                  <a:lnTo>
                    <a:pt x="4911" y="678"/>
                  </a:lnTo>
                  <a:lnTo>
                    <a:pt x="394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2"/>
            <p:cNvSpPr/>
            <p:nvPr/>
          </p:nvSpPr>
          <p:spPr>
            <a:xfrm>
              <a:off x="2398587" y="2688418"/>
              <a:ext cx="62686" cy="97083"/>
            </a:xfrm>
            <a:custGeom>
              <a:rect b="b" l="l" r="r" t="t"/>
              <a:pathLst>
                <a:path extrusionOk="0" h="3703" w="2391">
                  <a:moveTo>
                    <a:pt x="0" y="1"/>
                  </a:moveTo>
                  <a:lnTo>
                    <a:pt x="467" y="207"/>
                  </a:lnTo>
                  <a:cubicBezTo>
                    <a:pt x="1253" y="540"/>
                    <a:pt x="1782" y="1515"/>
                    <a:pt x="1782" y="2616"/>
                  </a:cubicBezTo>
                  <a:lnTo>
                    <a:pt x="1782" y="3702"/>
                  </a:lnTo>
                  <a:lnTo>
                    <a:pt x="2391" y="3702"/>
                  </a:lnTo>
                  <a:lnTo>
                    <a:pt x="2391" y="2616"/>
                  </a:lnTo>
                  <a:cubicBezTo>
                    <a:pt x="2391" y="1515"/>
                    <a:pt x="1681" y="540"/>
                    <a:pt x="634" y="203"/>
                  </a:cubicBez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2"/>
            <p:cNvSpPr/>
            <p:nvPr/>
          </p:nvSpPr>
          <p:spPr>
            <a:xfrm>
              <a:off x="2203843" y="2688418"/>
              <a:ext cx="62791" cy="96979"/>
            </a:xfrm>
            <a:custGeom>
              <a:rect b="b" l="l" r="r" t="t"/>
              <a:pathLst>
                <a:path extrusionOk="0" h="3699" w="2395">
                  <a:moveTo>
                    <a:pt x="2394" y="1"/>
                  </a:moveTo>
                  <a:lnTo>
                    <a:pt x="1760" y="203"/>
                  </a:lnTo>
                  <a:cubicBezTo>
                    <a:pt x="714" y="540"/>
                    <a:pt x="0" y="1515"/>
                    <a:pt x="0" y="2612"/>
                  </a:cubicBezTo>
                  <a:lnTo>
                    <a:pt x="0" y="3698"/>
                  </a:lnTo>
                  <a:lnTo>
                    <a:pt x="612" y="3698"/>
                  </a:lnTo>
                  <a:lnTo>
                    <a:pt x="612" y="2612"/>
                  </a:lnTo>
                  <a:cubicBezTo>
                    <a:pt x="612" y="1515"/>
                    <a:pt x="1141" y="540"/>
                    <a:pt x="1920" y="203"/>
                  </a:cubicBezTo>
                  <a:lnTo>
                    <a:pt x="239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2"/>
            <p:cNvSpPr/>
            <p:nvPr/>
          </p:nvSpPr>
          <p:spPr>
            <a:xfrm>
              <a:off x="2246552" y="2553975"/>
              <a:ext cx="21026" cy="45592"/>
            </a:xfrm>
            <a:custGeom>
              <a:rect b="b" l="l" r="r" t="t"/>
              <a:pathLst>
                <a:path extrusionOk="0" h="1739" w="802">
                  <a:moveTo>
                    <a:pt x="801" y="0"/>
                  </a:moveTo>
                  <a:cubicBezTo>
                    <a:pt x="359" y="0"/>
                    <a:pt x="1" y="359"/>
                    <a:pt x="1" y="801"/>
                  </a:cubicBezTo>
                  <a:lnTo>
                    <a:pt x="1" y="938"/>
                  </a:lnTo>
                  <a:cubicBezTo>
                    <a:pt x="1" y="1380"/>
                    <a:pt x="359" y="1739"/>
                    <a:pt x="801" y="1739"/>
                  </a:cubicBezTo>
                  <a:lnTo>
                    <a:pt x="8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2"/>
            <p:cNvSpPr/>
            <p:nvPr/>
          </p:nvSpPr>
          <p:spPr>
            <a:xfrm>
              <a:off x="2307324" y="2675414"/>
              <a:ext cx="25300" cy="47585"/>
            </a:xfrm>
            <a:custGeom>
              <a:rect b="b" l="l" r="r" t="t"/>
              <a:pathLst>
                <a:path extrusionOk="0" h="1815" w="965">
                  <a:moveTo>
                    <a:pt x="1" y="1"/>
                  </a:moveTo>
                  <a:lnTo>
                    <a:pt x="1" y="1815"/>
                  </a:lnTo>
                  <a:lnTo>
                    <a:pt x="964" y="678"/>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2"/>
            <p:cNvSpPr/>
            <p:nvPr/>
          </p:nvSpPr>
          <p:spPr>
            <a:xfrm>
              <a:off x="2279140" y="2500386"/>
              <a:ext cx="107020" cy="147054"/>
            </a:xfrm>
            <a:custGeom>
              <a:rect b="b" l="l" r="r" t="t"/>
              <a:pathLst>
                <a:path extrusionOk="0" h="5609" w="4082">
                  <a:moveTo>
                    <a:pt x="1544" y="0"/>
                  </a:moveTo>
                  <a:cubicBezTo>
                    <a:pt x="1498" y="0"/>
                    <a:pt x="1452" y="4"/>
                    <a:pt x="1405" y="13"/>
                  </a:cubicBezTo>
                  <a:cubicBezTo>
                    <a:pt x="605" y="103"/>
                    <a:pt x="0" y="784"/>
                    <a:pt x="0" y="1592"/>
                  </a:cubicBezTo>
                  <a:lnTo>
                    <a:pt x="0" y="3214"/>
                  </a:lnTo>
                  <a:cubicBezTo>
                    <a:pt x="0" y="4065"/>
                    <a:pt x="449" y="4848"/>
                    <a:pt x="1181" y="5279"/>
                  </a:cubicBezTo>
                  <a:lnTo>
                    <a:pt x="1478" y="5456"/>
                  </a:lnTo>
                  <a:cubicBezTo>
                    <a:pt x="1652" y="5557"/>
                    <a:pt x="1845" y="5608"/>
                    <a:pt x="2039" y="5608"/>
                  </a:cubicBezTo>
                  <a:cubicBezTo>
                    <a:pt x="2232" y="5608"/>
                    <a:pt x="2425" y="5557"/>
                    <a:pt x="2597" y="5456"/>
                  </a:cubicBezTo>
                  <a:lnTo>
                    <a:pt x="2901" y="5279"/>
                  </a:lnTo>
                  <a:cubicBezTo>
                    <a:pt x="3629" y="4848"/>
                    <a:pt x="4082" y="4062"/>
                    <a:pt x="4082" y="3214"/>
                  </a:cubicBezTo>
                  <a:lnTo>
                    <a:pt x="4082" y="1592"/>
                  </a:lnTo>
                  <a:cubicBezTo>
                    <a:pt x="4082" y="714"/>
                    <a:pt x="3372" y="2"/>
                    <a:pt x="2495" y="2"/>
                  </a:cubicBezTo>
                  <a:cubicBezTo>
                    <a:pt x="2493" y="2"/>
                    <a:pt x="2491" y="2"/>
                    <a:pt x="2488" y="2"/>
                  </a:cubicBezTo>
                  <a:lnTo>
                    <a:pt x="1590" y="2"/>
                  </a:lnTo>
                  <a:cubicBezTo>
                    <a:pt x="1575" y="1"/>
                    <a:pt x="1559" y="0"/>
                    <a:pt x="154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2"/>
            <p:cNvSpPr/>
            <p:nvPr/>
          </p:nvSpPr>
          <p:spPr>
            <a:xfrm>
              <a:off x="2397538" y="2553975"/>
              <a:ext cx="21000" cy="45592"/>
            </a:xfrm>
            <a:custGeom>
              <a:rect b="b" l="l" r="r" t="t"/>
              <a:pathLst>
                <a:path extrusionOk="0" h="1739" w="801">
                  <a:moveTo>
                    <a:pt x="0" y="0"/>
                  </a:moveTo>
                  <a:lnTo>
                    <a:pt x="0" y="1739"/>
                  </a:lnTo>
                  <a:cubicBezTo>
                    <a:pt x="442" y="1739"/>
                    <a:pt x="801" y="1380"/>
                    <a:pt x="801" y="938"/>
                  </a:cubicBezTo>
                  <a:lnTo>
                    <a:pt x="801" y="801"/>
                  </a:lnTo>
                  <a:cubicBezTo>
                    <a:pt x="801" y="359"/>
                    <a:pt x="442" y="0"/>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2"/>
            <p:cNvSpPr/>
            <p:nvPr/>
          </p:nvSpPr>
          <p:spPr>
            <a:xfrm>
              <a:off x="2332493" y="2675414"/>
              <a:ext cx="25379" cy="47585"/>
            </a:xfrm>
            <a:custGeom>
              <a:rect b="b" l="l" r="r" t="t"/>
              <a:pathLst>
                <a:path extrusionOk="0" h="1815" w="968">
                  <a:moveTo>
                    <a:pt x="968" y="1"/>
                  </a:moveTo>
                  <a:lnTo>
                    <a:pt x="1" y="678"/>
                  </a:lnTo>
                  <a:lnTo>
                    <a:pt x="968" y="1815"/>
                  </a:lnTo>
                  <a:lnTo>
                    <a:pt x="96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2"/>
            <p:cNvSpPr/>
            <p:nvPr/>
          </p:nvSpPr>
          <p:spPr>
            <a:xfrm>
              <a:off x="2376171" y="2741797"/>
              <a:ext cx="52356" cy="19873"/>
            </a:xfrm>
            <a:custGeom>
              <a:rect b="b" l="l" r="r" t="t"/>
              <a:pathLst>
                <a:path extrusionOk="0" h="758" w="1997">
                  <a:moveTo>
                    <a:pt x="1720" y="0"/>
                  </a:moveTo>
                  <a:cubicBezTo>
                    <a:pt x="1718" y="0"/>
                    <a:pt x="1716" y="0"/>
                    <a:pt x="1714" y="0"/>
                  </a:cubicBezTo>
                  <a:lnTo>
                    <a:pt x="283" y="0"/>
                  </a:lnTo>
                  <a:cubicBezTo>
                    <a:pt x="127" y="0"/>
                    <a:pt x="1" y="123"/>
                    <a:pt x="1" y="279"/>
                  </a:cubicBezTo>
                  <a:lnTo>
                    <a:pt x="1" y="478"/>
                  </a:lnTo>
                  <a:cubicBezTo>
                    <a:pt x="1" y="630"/>
                    <a:pt x="127" y="757"/>
                    <a:pt x="283" y="757"/>
                  </a:cubicBezTo>
                  <a:lnTo>
                    <a:pt x="1714" y="757"/>
                  </a:lnTo>
                  <a:cubicBezTo>
                    <a:pt x="1869" y="757"/>
                    <a:pt x="1996" y="630"/>
                    <a:pt x="1996" y="478"/>
                  </a:cubicBezTo>
                  <a:lnTo>
                    <a:pt x="1996" y="279"/>
                  </a:lnTo>
                  <a:cubicBezTo>
                    <a:pt x="1996" y="125"/>
                    <a:pt x="1873" y="0"/>
                    <a:pt x="17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2"/>
            <p:cNvSpPr/>
            <p:nvPr/>
          </p:nvSpPr>
          <p:spPr>
            <a:xfrm>
              <a:off x="2321665" y="2654624"/>
              <a:ext cx="21787" cy="21761"/>
            </a:xfrm>
            <a:custGeom>
              <a:rect b="b" l="l" r="r" t="t"/>
              <a:pathLst>
                <a:path extrusionOk="0" h="830" w="831">
                  <a:moveTo>
                    <a:pt x="414" y="0"/>
                  </a:moveTo>
                  <a:cubicBezTo>
                    <a:pt x="185" y="0"/>
                    <a:pt x="1" y="185"/>
                    <a:pt x="1" y="413"/>
                  </a:cubicBezTo>
                  <a:cubicBezTo>
                    <a:pt x="1" y="641"/>
                    <a:pt x="185" y="830"/>
                    <a:pt x="414" y="830"/>
                  </a:cubicBezTo>
                  <a:cubicBezTo>
                    <a:pt x="642" y="830"/>
                    <a:pt x="830" y="641"/>
                    <a:pt x="830" y="413"/>
                  </a:cubicBezTo>
                  <a:cubicBezTo>
                    <a:pt x="830" y="185"/>
                    <a:pt x="642" y="0"/>
                    <a:pt x="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2"/>
            <p:cNvSpPr/>
            <p:nvPr/>
          </p:nvSpPr>
          <p:spPr>
            <a:xfrm>
              <a:off x="2279140" y="2500701"/>
              <a:ext cx="36862" cy="48162"/>
            </a:xfrm>
            <a:custGeom>
              <a:rect b="b" l="l" r="r" t="t"/>
              <a:pathLst>
                <a:path extrusionOk="0" h="1837" w="1406">
                  <a:moveTo>
                    <a:pt x="1405" y="1"/>
                  </a:moveTo>
                  <a:cubicBezTo>
                    <a:pt x="601" y="91"/>
                    <a:pt x="0" y="772"/>
                    <a:pt x="0" y="1580"/>
                  </a:cubicBezTo>
                  <a:lnTo>
                    <a:pt x="0" y="1837"/>
                  </a:lnTo>
                  <a:cubicBezTo>
                    <a:pt x="0" y="1837"/>
                    <a:pt x="1029" y="1525"/>
                    <a:pt x="1405"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2"/>
            <p:cNvSpPr/>
            <p:nvPr/>
          </p:nvSpPr>
          <p:spPr>
            <a:xfrm>
              <a:off x="2315976" y="2500386"/>
              <a:ext cx="70184" cy="69765"/>
            </a:xfrm>
            <a:custGeom>
              <a:rect b="b" l="l" r="r" t="t"/>
              <a:pathLst>
                <a:path extrusionOk="0" h="2661" w="2677">
                  <a:moveTo>
                    <a:pt x="139" y="0"/>
                  </a:moveTo>
                  <a:cubicBezTo>
                    <a:pt x="93" y="0"/>
                    <a:pt x="47" y="4"/>
                    <a:pt x="0" y="13"/>
                  </a:cubicBezTo>
                  <a:cubicBezTo>
                    <a:pt x="0" y="13"/>
                    <a:pt x="279" y="2660"/>
                    <a:pt x="2677" y="2660"/>
                  </a:cubicBezTo>
                  <a:lnTo>
                    <a:pt x="2677" y="1592"/>
                  </a:lnTo>
                  <a:cubicBezTo>
                    <a:pt x="2677" y="712"/>
                    <a:pt x="1963" y="2"/>
                    <a:pt x="1083" y="2"/>
                  </a:cubicBezTo>
                  <a:lnTo>
                    <a:pt x="185" y="2"/>
                  </a:lnTo>
                  <a:cubicBezTo>
                    <a:pt x="170" y="1"/>
                    <a:pt x="154" y="0"/>
                    <a:pt x="139"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2"/>
            <p:cNvSpPr/>
            <p:nvPr/>
          </p:nvSpPr>
          <p:spPr>
            <a:xfrm>
              <a:off x="2458310" y="2493203"/>
              <a:ext cx="50338" cy="51098"/>
            </a:xfrm>
            <a:custGeom>
              <a:rect b="b" l="l" r="r" t="t"/>
              <a:pathLst>
                <a:path extrusionOk="0" h="1949" w="1920">
                  <a:moveTo>
                    <a:pt x="960" y="0"/>
                  </a:moveTo>
                  <a:cubicBezTo>
                    <a:pt x="431" y="0"/>
                    <a:pt x="0" y="439"/>
                    <a:pt x="0" y="975"/>
                  </a:cubicBezTo>
                  <a:cubicBezTo>
                    <a:pt x="0" y="1514"/>
                    <a:pt x="431" y="1949"/>
                    <a:pt x="960" y="1949"/>
                  </a:cubicBezTo>
                  <a:cubicBezTo>
                    <a:pt x="1493" y="1949"/>
                    <a:pt x="1920" y="1514"/>
                    <a:pt x="1920" y="975"/>
                  </a:cubicBezTo>
                  <a:cubicBezTo>
                    <a:pt x="1920" y="439"/>
                    <a:pt x="1493" y="0"/>
                    <a:pt x="96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2"/>
            <p:cNvSpPr/>
            <p:nvPr/>
          </p:nvSpPr>
          <p:spPr>
            <a:xfrm>
              <a:off x="2397905" y="2444805"/>
              <a:ext cx="164200" cy="159927"/>
            </a:xfrm>
            <a:custGeom>
              <a:rect b="b" l="l" r="r" t="t"/>
              <a:pathLst>
                <a:path extrusionOk="0" h="6100" w="6263">
                  <a:moveTo>
                    <a:pt x="3289" y="0"/>
                  </a:moveTo>
                  <a:cubicBezTo>
                    <a:pt x="2913" y="0"/>
                    <a:pt x="2530" y="77"/>
                    <a:pt x="2159" y="242"/>
                  </a:cubicBezTo>
                  <a:cubicBezTo>
                    <a:pt x="533" y="966"/>
                    <a:pt x="1" y="3016"/>
                    <a:pt x="1069" y="4443"/>
                  </a:cubicBezTo>
                  <a:lnTo>
                    <a:pt x="1004" y="5892"/>
                  </a:lnTo>
                  <a:cubicBezTo>
                    <a:pt x="998" y="6010"/>
                    <a:pt x="1093" y="6100"/>
                    <a:pt x="1201" y="6100"/>
                  </a:cubicBezTo>
                  <a:cubicBezTo>
                    <a:pt x="1229" y="6100"/>
                    <a:pt x="1258" y="6094"/>
                    <a:pt x="1287" y="6080"/>
                  </a:cubicBezTo>
                  <a:lnTo>
                    <a:pt x="2601" y="5468"/>
                  </a:lnTo>
                  <a:cubicBezTo>
                    <a:pt x="2822" y="5525"/>
                    <a:pt x="3048" y="5554"/>
                    <a:pt x="3276" y="5554"/>
                  </a:cubicBezTo>
                  <a:cubicBezTo>
                    <a:pt x="3366" y="5554"/>
                    <a:pt x="3456" y="5550"/>
                    <a:pt x="3547" y="5541"/>
                  </a:cubicBezTo>
                  <a:cubicBezTo>
                    <a:pt x="3803" y="5516"/>
                    <a:pt x="3777" y="5141"/>
                    <a:pt x="3534" y="5141"/>
                  </a:cubicBezTo>
                  <a:cubicBezTo>
                    <a:pt x="3526" y="5141"/>
                    <a:pt x="3519" y="5141"/>
                    <a:pt x="3510" y="5142"/>
                  </a:cubicBezTo>
                  <a:cubicBezTo>
                    <a:pt x="3436" y="5150"/>
                    <a:pt x="3361" y="5153"/>
                    <a:pt x="3286" y="5153"/>
                  </a:cubicBezTo>
                  <a:cubicBezTo>
                    <a:pt x="3067" y="5153"/>
                    <a:pt x="2848" y="5122"/>
                    <a:pt x="2638" y="5063"/>
                  </a:cubicBezTo>
                  <a:cubicBezTo>
                    <a:pt x="2619" y="5057"/>
                    <a:pt x="2599" y="5054"/>
                    <a:pt x="2580" y="5054"/>
                  </a:cubicBezTo>
                  <a:cubicBezTo>
                    <a:pt x="2551" y="5054"/>
                    <a:pt x="2522" y="5060"/>
                    <a:pt x="2496" y="5073"/>
                  </a:cubicBezTo>
                  <a:lnTo>
                    <a:pt x="1417" y="5580"/>
                  </a:lnTo>
                  <a:lnTo>
                    <a:pt x="1471" y="4389"/>
                  </a:lnTo>
                  <a:cubicBezTo>
                    <a:pt x="1471" y="4338"/>
                    <a:pt x="1457" y="4291"/>
                    <a:pt x="1424" y="4255"/>
                  </a:cubicBezTo>
                  <a:cubicBezTo>
                    <a:pt x="794" y="3458"/>
                    <a:pt x="740" y="2346"/>
                    <a:pt x="1290" y="1488"/>
                  </a:cubicBezTo>
                  <a:cubicBezTo>
                    <a:pt x="1734" y="799"/>
                    <a:pt x="2493" y="399"/>
                    <a:pt x="3289" y="399"/>
                  </a:cubicBezTo>
                  <a:cubicBezTo>
                    <a:pt x="3480" y="399"/>
                    <a:pt x="3674" y="422"/>
                    <a:pt x="3865" y="470"/>
                  </a:cubicBezTo>
                  <a:cubicBezTo>
                    <a:pt x="4850" y="720"/>
                    <a:pt x="5571" y="1568"/>
                    <a:pt x="5654" y="2582"/>
                  </a:cubicBezTo>
                  <a:cubicBezTo>
                    <a:pt x="5738" y="3596"/>
                    <a:pt x="5166" y="4552"/>
                    <a:pt x="4231" y="4957"/>
                  </a:cubicBezTo>
                  <a:cubicBezTo>
                    <a:pt x="4019" y="5049"/>
                    <a:pt x="4114" y="5343"/>
                    <a:pt x="4303" y="5343"/>
                  </a:cubicBezTo>
                  <a:cubicBezTo>
                    <a:pt x="4331" y="5343"/>
                    <a:pt x="4360" y="5337"/>
                    <a:pt x="4390" y="5323"/>
                  </a:cubicBezTo>
                  <a:cubicBezTo>
                    <a:pt x="5589" y="4805"/>
                    <a:pt x="6263" y="3520"/>
                    <a:pt x="6009" y="2238"/>
                  </a:cubicBezTo>
                  <a:lnTo>
                    <a:pt x="6013" y="2238"/>
                  </a:lnTo>
                  <a:cubicBezTo>
                    <a:pt x="5744" y="887"/>
                    <a:pt x="4562" y="0"/>
                    <a:pt x="3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2"/>
            <p:cNvSpPr/>
            <p:nvPr/>
          </p:nvSpPr>
          <p:spPr>
            <a:xfrm>
              <a:off x="2298226" y="2744812"/>
              <a:ext cx="168264" cy="45907"/>
            </a:xfrm>
            <a:custGeom>
              <a:rect b="b" l="l" r="r" t="t"/>
              <a:pathLst>
                <a:path extrusionOk="0" h="1751" w="6418">
                  <a:moveTo>
                    <a:pt x="6197" y="1"/>
                  </a:moveTo>
                  <a:cubicBezTo>
                    <a:pt x="6192" y="1"/>
                    <a:pt x="6187" y="1"/>
                    <a:pt x="6182" y="1"/>
                  </a:cubicBezTo>
                  <a:cubicBezTo>
                    <a:pt x="6074" y="15"/>
                    <a:pt x="5994" y="113"/>
                    <a:pt x="6005" y="222"/>
                  </a:cubicBezTo>
                  <a:cubicBezTo>
                    <a:pt x="6012" y="302"/>
                    <a:pt x="6019" y="385"/>
                    <a:pt x="6019" y="465"/>
                  </a:cubicBezTo>
                  <a:lnTo>
                    <a:pt x="6019" y="1348"/>
                  </a:lnTo>
                  <a:lnTo>
                    <a:pt x="268" y="1348"/>
                  </a:lnTo>
                  <a:cubicBezTo>
                    <a:pt x="0" y="1348"/>
                    <a:pt x="0" y="1750"/>
                    <a:pt x="268" y="1750"/>
                  </a:cubicBezTo>
                  <a:lnTo>
                    <a:pt x="6215" y="1750"/>
                  </a:lnTo>
                  <a:cubicBezTo>
                    <a:pt x="6327" y="1750"/>
                    <a:pt x="6418" y="1660"/>
                    <a:pt x="6418" y="1547"/>
                  </a:cubicBezTo>
                  <a:lnTo>
                    <a:pt x="6418" y="461"/>
                  </a:lnTo>
                  <a:cubicBezTo>
                    <a:pt x="6418" y="367"/>
                    <a:pt x="6411" y="273"/>
                    <a:pt x="6400" y="178"/>
                  </a:cubicBezTo>
                  <a:cubicBezTo>
                    <a:pt x="6389" y="75"/>
                    <a:pt x="6300" y="1"/>
                    <a:pt x="6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2"/>
            <p:cNvSpPr/>
            <p:nvPr/>
          </p:nvSpPr>
          <p:spPr>
            <a:xfrm>
              <a:off x="2198600" y="2483607"/>
              <a:ext cx="262962" cy="307112"/>
            </a:xfrm>
            <a:custGeom>
              <a:rect b="b" l="l" r="r" t="t"/>
              <a:pathLst>
                <a:path extrusionOk="0" h="11714" w="10030">
                  <a:moveTo>
                    <a:pt x="4186" y="925"/>
                  </a:moveTo>
                  <a:cubicBezTo>
                    <a:pt x="3936" y="1639"/>
                    <a:pt x="3535" y="1997"/>
                    <a:pt x="3271" y="2166"/>
                  </a:cubicBezTo>
                  <a:cubicBezTo>
                    <a:pt x="3297" y="1606"/>
                    <a:pt x="3658" y="1117"/>
                    <a:pt x="4186" y="925"/>
                  </a:cubicBezTo>
                  <a:close/>
                  <a:moveTo>
                    <a:pt x="5557" y="837"/>
                  </a:moveTo>
                  <a:cubicBezTo>
                    <a:pt x="6328" y="837"/>
                    <a:pt x="6951" y="1460"/>
                    <a:pt x="6951" y="2232"/>
                  </a:cubicBezTo>
                  <a:lnTo>
                    <a:pt x="6947" y="2228"/>
                  </a:lnTo>
                  <a:lnTo>
                    <a:pt x="6947" y="3090"/>
                  </a:lnTo>
                  <a:cubicBezTo>
                    <a:pt x="6133" y="3032"/>
                    <a:pt x="5513" y="2630"/>
                    <a:pt x="5093" y="1884"/>
                  </a:cubicBezTo>
                  <a:cubicBezTo>
                    <a:pt x="4912" y="1558"/>
                    <a:pt x="4782" y="1203"/>
                    <a:pt x="4706" y="837"/>
                  </a:cubicBezTo>
                  <a:close/>
                  <a:moveTo>
                    <a:pt x="2431" y="2920"/>
                  </a:moveTo>
                  <a:lnTo>
                    <a:pt x="2431" y="4187"/>
                  </a:lnTo>
                  <a:cubicBezTo>
                    <a:pt x="2192" y="4104"/>
                    <a:pt x="2029" y="3876"/>
                    <a:pt x="2029" y="3622"/>
                  </a:cubicBezTo>
                  <a:lnTo>
                    <a:pt x="2029" y="3485"/>
                  </a:lnTo>
                  <a:cubicBezTo>
                    <a:pt x="2029" y="3231"/>
                    <a:pt x="2192" y="3003"/>
                    <a:pt x="2431" y="2920"/>
                  </a:cubicBezTo>
                  <a:close/>
                  <a:moveTo>
                    <a:pt x="7788" y="2913"/>
                  </a:moveTo>
                  <a:cubicBezTo>
                    <a:pt x="8030" y="2999"/>
                    <a:pt x="8190" y="3228"/>
                    <a:pt x="8190" y="3485"/>
                  </a:cubicBezTo>
                  <a:lnTo>
                    <a:pt x="8190" y="3619"/>
                  </a:lnTo>
                  <a:cubicBezTo>
                    <a:pt x="8190" y="3876"/>
                    <a:pt x="8030" y="4100"/>
                    <a:pt x="7788" y="4187"/>
                  </a:cubicBezTo>
                  <a:lnTo>
                    <a:pt x="7788" y="2913"/>
                  </a:lnTo>
                  <a:close/>
                  <a:moveTo>
                    <a:pt x="4438" y="1373"/>
                  </a:moveTo>
                  <a:cubicBezTo>
                    <a:pt x="4517" y="1616"/>
                    <a:pt x="4619" y="1851"/>
                    <a:pt x="4742" y="2072"/>
                  </a:cubicBezTo>
                  <a:cubicBezTo>
                    <a:pt x="5227" y="2949"/>
                    <a:pt x="5988" y="3434"/>
                    <a:pt x="6951" y="3496"/>
                  </a:cubicBezTo>
                  <a:lnTo>
                    <a:pt x="6951" y="3858"/>
                  </a:lnTo>
                  <a:cubicBezTo>
                    <a:pt x="6947" y="4633"/>
                    <a:pt x="6538" y="5354"/>
                    <a:pt x="5868" y="5748"/>
                  </a:cubicBezTo>
                  <a:lnTo>
                    <a:pt x="5568" y="5926"/>
                  </a:lnTo>
                  <a:cubicBezTo>
                    <a:pt x="5426" y="6009"/>
                    <a:pt x="5268" y="6051"/>
                    <a:pt x="5109" y="6051"/>
                  </a:cubicBezTo>
                  <a:cubicBezTo>
                    <a:pt x="4951" y="6051"/>
                    <a:pt x="4792" y="6009"/>
                    <a:pt x="4651" y="5926"/>
                  </a:cubicBezTo>
                  <a:lnTo>
                    <a:pt x="4351" y="5748"/>
                  </a:lnTo>
                  <a:cubicBezTo>
                    <a:pt x="3684" y="5354"/>
                    <a:pt x="3271" y="4633"/>
                    <a:pt x="3271" y="3854"/>
                  </a:cubicBezTo>
                  <a:lnTo>
                    <a:pt x="3271" y="3851"/>
                  </a:lnTo>
                  <a:lnTo>
                    <a:pt x="3271" y="2623"/>
                  </a:lnTo>
                  <a:cubicBezTo>
                    <a:pt x="3525" y="2503"/>
                    <a:pt x="4068" y="2170"/>
                    <a:pt x="4438" y="1373"/>
                  </a:cubicBezTo>
                  <a:close/>
                  <a:moveTo>
                    <a:pt x="5872" y="6208"/>
                  </a:moveTo>
                  <a:lnTo>
                    <a:pt x="5872" y="6719"/>
                  </a:lnTo>
                  <a:cubicBezTo>
                    <a:pt x="5810" y="6726"/>
                    <a:pt x="5749" y="6733"/>
                    <a:pt x="5691" y="6737"/>
                  </a:cubicBezTo>
                  <a:lnTo>
                    <a:pt x="5687" y="6733"/>
                  </a:lnTo>
                  <a:cubicBezTo>
                    <a:pt x="5640" y="6596"/>
                    <a:pt x="5546" y="6484"/>
                    <a:pt x="5423" y="6407"/>
                  </a:cubicBezTo>
                  <a:cubicBezTo>
                    <a:pt x="5542" y="6378"/>
                    <a:pt x="5662" y="6331"/>
                    <a:pt x="5767" y="6266"/>
                  </a:cubicBezTo>
                  <a:lnTo>
                    <a:pt x="5872" y="6208"/>
                  </a:lnTo>
                  <a:close/>
                  <a:moveTo>
                    <a:pt x="5108" y="6719"/>
                  </a:moveTo>
                  <a:cubicBezTo>
                    <a:pt x="5300" y="6719"/>
                    <a:pt x="5394" y="6951"/>
                    <a:pt x="5260" y="7088"/>
                  </a:cubicBezTo>
                  <a:cubicBezTo>
                    <a:pt x="5216" y="7131"/>
                    <a:pt x="5162" y="7150"/>
                    <a:pt x="5110" y="7150"/>
                  </a:cubicBezTo>
                  <a:cubicBezTo>
                    <a:pt x="4999" y="7150"/>
                    <a:pt x="4894" y="7064"/>
                    <a:pt x="4894" y="6936"/>
                  </a:cubicBezTo>
                  <a:cubicBezTo>
                    <a:pt x="4894" y="6817"/>
                    <a:pt x="4992" y="6723"/>
                    <a:pt x="5108" y="6723"/>
                  </a:cubicBezTo>
                  <a:lnTo>
                    <a:pt x="5108" y="6719"/>
                  </a:lnTo>
                  <a:close/>
                  <a:moveTo>
                    <a:pt x="4347" y="6208"/>
                  </a:moveTo>
                  <a:lnTo>
                    <a:pt x="4445" y="6270"/>
                  </a:lnTo>
                  <a:cubicBezTo>
                    <a:pt x="4553" y="6331"/>
                    <a:pt x="4669" y="6378"/>
                    <a:pt x="4792" y="6411"/>
                  </a:cubicBezTo>
                  <a:cubicBezTo>
                    <a:pt x="4423" y="6628"/>
                    <a:pt x="4387" y="7146"/>
                    <a:pt x="4720" y="7414"/>
                  </a:cubicBezTo>
                  <a:cubicBezTo>
                    <a:pt x="4835" y="7508"/>
                    <a:pt x="4971" y="7552"/>
                    <a:pt x="5105" y="7552"/>
                  </a:cubicBezTo>
                  <a:cubicBezTo>
                    <a:pt x="5354" y="7552"/>
                    <a:pt x="5597" y="7399"/>
                    <a:pt x="5687" y="7135"/>
                  </a:cubicBezTo>
                  <a:cubicBezTo>
                    <a:pt x="5749" y="7135"/>
                    <a:pt x="5810" y="7132"/>
                    <a:pt x="5868" y="7125"/>
                  </a:cubicBezTo>
                  <a:lnTo>
                    <a:pt x="5868" y="7211"/>
                  </a:lnTo>
                  <a:lnTo>
                    <a:pt x="5872" y="7211"/>
                  </a:lnTo>
                  <a:lnTo>
                    <a:pt x="5108" y="7744"/>
                  </a:lnTo>
                  <a:lnTo>
                    <a:pt x="4347" y="7211"/>
                  </a:lnTo>
                  <a:lnTo>
                    <a:pt x="4347" y="6208"/>
                  </a:lnTo>
                  <a:close/>
                  <a:moveTo>
                    <a:pt x="5872" y="7700"/>
                  </a:moveTo>
                  <a:lnTo>
                    <a:pt x="5872" y="7802"/>
                  </a:lnTo>
                  <a:lnTo>
                    <a:pt x="5872" y="8580"/>
                  </a:lnTo>
                  <a:lnTo>
                    <a:pt x="5401" y="8030"/>
                  </a:lnTo>
                  <a:lnTo>
                    <a:pt x="5872" y="7700"/>
                  </a:lnTo>
                  <a:close/>
                  <a:moveTo>
                    <a:pt x="4347" y="7700"/>
                  </a:moveTo>
                  <a:lnTo>
                    <a:pt x="4814" y="8030"/>
                  </a:lnTo>
                  <a:lnTo>
                    <a:pt x="4347" y="8588"/>
                  </a:lnTo>
                  <a:lnTo>
                    <a:pt x="4347" y="7802"/>
                  </a:lnTo>
                  <a:lnTo>
                    <a:pt x="4347" y="7700"/>
                  </a:lnTo>
                  <a:close/>
                  <a:moveTo>
                    <a:pt x="4579" y="1"/>
                  </a:moveTo>
                  <a:cubicBezTo>
                    <a:pt x="3391" y="4"/>
                    <a:pt x="2431" y="964"/>
                    <a:pt x="2431" y="2148"/>
                  </a:cubicBezTo>
                  <a:lnTo>
                    <a:pt x="2431" y="2503"/>
                  </a:lnTo>
                  <a:cubicBezTo>
                    <a:pt x="1964" y="2597"/>
                    <a:pt x="1631" y="3007"/>
                    <a:pt x="1631" y="3485"/>
                  </a:cubicBezTo>
                  <a:lnTo>
                    <a:pt x="1631" y="3619"/>
                  </a:lnTo>
                  <a:cubicBezTo>
                    <a:pt x="1631" y="4173"/>
                    <a:pt x="2076" y="4622"/>
                    <a:pt x="2630" y="4622"/>
                  </a:cubicBezTo>
                  <a:cubicBezTo>
                    <a:pt x="2743" y="4622"/>
                    <a:pt x="2830" y="4531"/>
                    <a:pt x="2830" y="4423"/>
                  </a:cubicBezTo>
                  <a:lnTo>
                    <a:pt x="2830" y="2148"/>
                  </a:lnTo>
                  <a:cubicBezTo>
                    <a:pt x="2833" y="1185"/>
                    <a:pt x="3615" y="403"/>
                    <a:pt x="4579" y="403"/>
                  </a:cubicBezTo>
                  <a:lnTo>
                    <a:pt x="5640" y="403"/>
                  </a:lnTo>
                  <a:cubicBezTo>
                    <a:pt x="6603" y="403"/>
                    <a:pt x="7386" y="1185"/>
                    <a:pt x="7389" y="2148"/>
                  </a:cubicBezTo>
                  <a:lnTo>
                    <a:pt x="7389" y="4988"/>
                  </a:lnTo>
                  <a:cubicBezTo>
                    <a:pt x="7386" y="5708"/>
                    <a:pt x="6944" y="6357"/>
                    <a:pt x="6274" y="6618"/>
                  </a:cubicBezTo>
                  <a:lnTo>
                    <a:pt x="6274" y="5958"/>
                  </a:lnTo>
                  <a:cubicBezTo>
                    <a:pt x="6947" y="5469"/>
                    <a:pt x="7349" y="4687"/>
                    <a:pt x="7349" y="3854"/>
                  </a:cubicBezTo>
                  <a:lnTo>
                    <a:pt x="7349" y="2232"/>
                  </a:lnTo>
                  <a:cubicBezTo>
                    <a:pt x="7349" y="1243"/>
                    <a:pt x="6549" y="443"/>
                    <a:pt x="5560" y="439"/>
                  </a:cubicBezTo>
                  <a:lnTo>
                    <a:pt x="4662" y="439"/>
                  </a:lnTo>
                  <a:cubicBezTo>
                    <a:pt x="4593" y="439"/>
                    <a:pt x="4524" y="443"/>
                    <a:pt x="4456" y="453"/>
                  </a:cubicBezTo>
                  <a:lnTo>
                    <a:pt x="4445" y="453"/>
                  </a:lnTo>
                  <a:cubicBezTo>
                    <a:pt x="3547" y="562"/>
                    <a:pt x="2869" y="1323"/>
                    <a:pt x="2873" y="2228"/>
                  </a:cubicBezTo>
                  <a:lnTo>
                    <a:pt x="2873" y="3854"/>
                  </a:lnTo>
                  <a:cubicBezTo>
                    <a:pt x="2873" y="4687"/>
                    <a:pt x="3275" y="5469"/>
                    <a:pt x="3949" y="5958"/>
                  </a:cubicBezTo>
                  <a:lnTo>
                    <a:pt x="3949" y="7168"/>
                  </a:lnTo>
                  <a:lnTo>
                    <a:pt x="1902" y="7827"/>
                  </a:lnTo>
                  <a:cubicBezTo>
                    <a:pt x="769" y="8186"/>
                    <a:pt x="1" y="9240"/>
                    <a:pt x="5" y="10428"/>
                  </a:cubicBezTo>
                  <a:lnTo>
                    <a:pt x="5" y="11514"/>
                  </a:lnTo>
                  <a:cubicBezTo>
                    <a:pt x="5" y="11623"/>
                    <a:pt x="91" y="11713"/>
                    <a:pt x="204" y="11713"/>
                  </a:cubicBezTo>
                  <a:lnTo>
                    <a:pt x="3282" y="11713"/>
                  </a:lnTo>
                  <a:cubicBezTo>
                    <a:pt x="3550" y="11713"/>
                    <a:pt x="3550" y="11315"/>
                    <a:pt x="3282" y="11315"/>
                  </a:cubicBezTo>
                  <a:lnTo>
                    <a:pt x="3282" y="11311"/>
                  </a:lnTo>
                  <a:lnTo>
                    <a:pt x="403" y="11311"/>
                  </a:lnTo>
                  <a:lnTo>
                    <a:pt x="403" y="10428"/>
                  </a:lnTo>
                  <a:cubicBezTo>
                    <a:pt x="399" y="9413"/>
                    <a:pt x="1055" y="8515"/>
                    <a:pt x="2022" y="8207"/>
                  </a:cubicBezTo>
                  <a:lnTo>
                    <a:pt x="3949" y="7592"/>
                  </a:lnTo>
                  <a:lnTo>
                    <a:pt x="3949" y="9135"/>
                  </a:lnTo>
                  <a:cubicBezTo>
                    <a:pt x="3946" y="9255"/>
                    <a:pt x="4046" y="9334"/>
                    <a:pt x="4148" y="9334"/>
                  </a:cubicBezTo>
                  <a:cubicBezTo>
                    <a:pt x="4203" y="9334"/>
                    <a:pt x="4258" y="9312"/>
                    <a:pt x="4300" y="9261"/>
                  </a:cubicBezTo>
                  <a:lnTo>
                    <a:pt x="5111" y="8305"/>
                  </a:lnTo>
                  <a:lnTo>
                    <a:pt x="5919" y="9261"/>
                  </a:lnTo>
                  <a:cubicBezTo>
                    <a:pt x="5962" y="9312"/>
                    <a:pt x="6018" y="9334"/>
                    <a:pt x="6072" y="9334"/>
                  </a:cubicBezTo>
                  <a:cubicBezTo>
                    <a:pt x="6175" y="9334"/>
                    <a:pt x="6274" y="9255"/>
                    <a:pt x="6274" y="9135"/>
                  </a:cubicBezTo>
                  <a:lnTo>
                    <a:pt x="6274" y="7592"/>
                  </a:lnTo>
                  <a:lnTo>
                    <a:pt x="8201" y="8207"/>
                  </a:lnTo>
                  <a:cubicBezTo>
                    <a:pt x="8823" y="8410"/>
                    <a:pt x="9334" y="8863"/>
                    <a:pt x="9609" y="9461"/>
                  </a:cubicBezTo>
                  <a:cubicBezTo>
                    <a:pt x="9636" y="9541"/>
                    <a:pt x="9713" y="9592"/>
                    <a:pt x="9795" y="9592"/>
                  </a:cubicBezTo>
                  <a:cubicBezTo>
                    <a:pt x="9824" y="9592"/>
                    <a:pt x="9853" y="9586"/>
                    <a:pt x="9881" y="9573"/>
                  </a:cubicBezTo>
                  <a:cubicBezTo>
                    <a:pt x="9986" y="9526"/>
                    <a:pt x="10029" y="9395"/>
                    <a:pt x="9972" y="9294"/>
                  </a:cubicBezTo>
                  <a:cubicBezTo>
                    <a:pt x="9649" y="8595"/>
                    <a:pt x="9052" y="8063"/>
                    <a:pt x="8320" y="7827"/>
                  </a:cubicBezTo>
                  <a:lnTo>
                    <a:pt x="6270" y="7172"/>
                  </a:lnTo>
                  <a:lnTo>
                    <a:pt x="6270" y="7045"/>
                  </a:lnTo>
                  <a:cubicBezTo>
                    <a:pt x="7172" y="6766"/>
                    <a:pt x="7788" y="5933"/>
                    <a:pt x="7788" y="4991"/>
                  </a:cubicBezTo>
                  <a:lnTo>
                    <a:pt x="7788" y="4604"/>
                  </a:lnTo>
                  <a:cubicBezTo>
                    <a:pt x="8255" y="4506"/>
                    <a:pt x="8588" y="4097"/>
                    <a:pt x="8588" y="3622"/>
                  </a:cubicBezTo>
                  <a:lnTo>
                    <a:pt x="8588" y="3485"/>
                  </a:lnTo>
                  <a:cubicBezTo>
                    <a:pt x="8588" y="3010"/>
                    <a:pt x="8255" y="2601"/>
                    <a:pt x="7788" y="2503"/>
                  </a:cubicBezTo>
                  <a:lnTo>
                    <a:pt x="7788" y="2148"/>
                  </a:lnTo>
                  <a:cubicBezTo>
                    <a:pt x="7784" y="964"/>
                    <a:pt x="6824" y="4"/>
                    <a:pt x="56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2"/>
            <p:cNvSpPr/>
            <p:nvPr/>
          </p:nvSpPr>
          <p:spPr>
            <a:xfrm>
              <a:off x="2327275" y="2719434"/>
              <a:ext cx="10566" cy="11614"/>
            </a:xfrm>
            <a:custGeom>
              <a:rect b="b" l="l" r="r" t="t"/>
              <a:pathLst>
                <a:path extrusionOk="0" h="443" w="403">
                  <a:moveTo>
                    <a:pt x="200" y="0"/>
                  </a:moveTo>
                  <a:cubicBezTo>
                    <a:pt x="100" y="0"/>
                    <a:pt x="0" y="67"/>
                    <a:pt x="0" y="201"/>
                  </a:cubicBezTo>
                  <a:lnTo>
                    <a:pt x="0" y="241"/>
                  </a:lnTo>
                  <a:cubicBezTo>
                    <a:pt x="0" y="375"/>
                    <a:pt x="101" y="442"/>
                    <a:pt x="201" y="442"/>
                  </a:cubicBezTo>
                  <a:cubicBezTo>
                    <a:pt x="302" y="442"/>
                    <a:pt x="402" y="375"/>
                    <a:pt x="402" y="241"/>
                  </a:cubicBezTo>
                  <a:lnTo>
                    <a:pt x="402"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2"/>
            <p:cNvSpPr/>
            <p:nvPr/>
          </p:nvSpPr>
          <p:spPr>
            <a:xfrm>
              <a:off x="2327275" y="2737602"/>
              <a:ext cx="10461" cy="11588"/>
            </a:xfrm>
            <a:custGeom>
              <a:rect b="b" l="l" r="r" t="t"/>
              <a:pathLst>
                <a:path extrusionOk="0" h="442" w="399">
                  <a:moveTo>
                    <a:pt x="200" y="1"/>
                  </a:moveTo>
                  <a:cubicBezTo>
                    <a:pt x="91" y="1"/>
                    <a:pt x="0" y="91"/>
                    <a:pt x="0" y="200"/>
                  </a:cubicBezTo>
                  <a:lnTo>
                    <a:pt x="0" y="243"/>
                  </a:lnTo>
                  <a:cubicBezTo>
                    <a:pt x="0" y="376"/>
                    <a:pt x="100" y="442"/>
                    <a:pt x="200" y="442"/>
                  </a:cubicBezTo>
                  <a:cubicBezTo>
                    <a:pt x="299" y="442"/>
                    <a:pt x="399" y="376"/>
                    <a:pt x="399" y="243"/>
                  </a:cubicBezTo>
                  <a:lnTo>
                    <a:pt x="399" y="200"/>
                  </a:lnTo>
                  <a:cubicBezTo>
                    <a:pt x="399" y="91"/>
                    <a:pt x="31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2"/>
            <p:cNvSpPr/>
            <p:nvPr/>
          </p:nvSpPr>
          <p:spPr>
            <a:xfrm>
              <a:off x="2370954" y="2736475"/>
              <a:ext cx="62791" cy="30491"/>
            </a:xfrm>
            <a:custGeom>
              <a:rect b="b" l="l" r="r" t="t"/>
              <a:pathLst>
                <a:path extrusionOk="0" h="1163" w="2395">
                  <a:moveTo>
                    <a:pt x="1913" y="402"/>
                  </a:moveTo>
                  <a:cubicBezTo>
                    <a:pt x="1960" y="402"/>
                    <a:pt x="1996" y="438"/>
                    <a:pt x="1996" y="482"/>
                  </a:cubicBezTo>
                  <a:lnTo>
                    <a:pt x="1996" y="681"/>
                  </a:lnTo>
                  <a:cubicBezTo>
                    <a:pt x="1996" y="725"/>
                    <a:pt x="1960" y="761"/>
                    <a:pt x="1913" y="761"/>
                  </a:cubicBezTo>
                  <a:lnTo>
                    <a:pt x="482" y="761"/>
                  </a:lnTo>
                  <a:cubicBezTo>
                    <a:pt x="435" y="761"/>
                    <a:pt x="399" y="725"/>
                    <a:pt x="399" y="681"/>
                  </a:cubicBezTo>
                  <a:lnTo>
                    <a:pt x="399" y="482"/>
                  </a:lnTo>
                  <a:cubicBezTo>
                    <a:pt x="399" y="438"/>
                    <a:pt x="435" y="402"/>
                    <a:pt x="482" y="402"/>
                  </a:cubicBezTo>
                  <a:close/>
                  <a:moveTo>
                    <a:pt x="482" y="0"/>
                  </a:moveTo>
                  <a:cubicBezTo>
                    <a:pt x="214" y="0"/>
                    <a:pt x="0" y="218"/>
                    <a:pt x="0" y="482"/>
                  </a:cubicBezTo>
                  <a:lnTo>
                    <a:pt x="0" y="681"/>
                  </a:lnTo>
                  <a:cubicBezTo>
                    <a:pt x="0" y="946"/>
                    <a:pt x="214" y="1159"/>
                    <a:pt x="482" y="1163"/>
                  </a:cubicBezTo>
                  <a:lnTo>
                    <a:pt x="1913" y="1163"/>
                  </a:lnTo>
                  <a:cubicBezTo>
                    <a:pt x="2181" y="1159"/>
                    <a:pt x="2394" y="946"/>
                    <a:pt x="2394" y="681"/>
                  </a:cubicBezTo>
                  <a:lnTo>
                    <a:pt x="2394" y="482"/>
                  </a:lnTo>
                  <a:cubicBezTo>
                    <a:pt x="2394" y="218"/>
                    <a:pt x="2181" y="0"/>
                    <a:pt x="1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2"/>
            <p:cNvSpPr/>
            <p:nvPr/>
          </p:nvSpPr>
          <p:spPr>
            <a:xfrm>
              <a:off x="2440823" y="2477394"/>
              <a:ext cx="85207" cy="82769"/>
            </a:xfrm>
            <a:custGeom>
              <a:rect b="b" l="l" r="r" t="t"/>
              <a:pathLst>
                <a:path extrusionOk="0" h="3157" w="3250">
                  <a:moveTo>
                    <a:pt x="1634" y="810"/>
                  </a:moveTo>
                  <a:cubicBezTo>
                    <a:pt x="2058" y="810"/>
                    <a:pt x="2402" y="1154"/>
                    <a:pt x="2402" y="1578"/>
                  </a:cubicBezTo>
                  <a:cubicBezTo>
                    <a:pt x="2402" y="2001"/>
                    <a:pt x="2058" y="2345"/>
                    <a:pt x="1634" y="2345"/>
                  </a:cubicBezTo>
                  <a:cubicBezTo>
                    <a:pt x="1214" y="2345"/>
                    <a:pt x="870" y="2001"/>
                    <a:pt x="870" y="1578"/>
                  </a:cubicBezTo>
                  <a:cubicBezTo>
                    <a:pt x="870" y="1154"/>
                    <a:pt x="1214" y="810"/>
                    <a:pt x="1634" y="810"/>
                  </a:cubicBezTo>
                  <a:close/>
                  <a:moveTo>
                    <a:pt x="1627" y="0"/>
                  </a:moveTo>
                  <a:cubicBezTo>
                    <a:pt x="1528" y="0"/>
                    <a:pt x="1428" y="67"/>
                    <a:pt x="1428" y="201"/>
                  </a:cubicBezTo>
                  <a:lnTo>
                    <a:pt x="1428" y="422"/>
                  </a:lnTo>
                  <a:cubicBezTo>
                    <a:pt x="1258" y="451"/>
                    <a:pt x="1098" y="520"/>
                    <a:pt x="961" y="618"/>
                  </a:cubicBezTo>
                  <a:lnTo>
                    <a:pt x="809" y="462"/>
                  </a:lnTo>
                  <a:cubicBezTo>
                    <a:pt x="766" y="418"/>
                    <a:pt x="717" y="400"/>
                    <a:pt x="671" y="400"/>
                  </a:cubicBezTo>
                  <a:cubicBezTo>
                    <a:pt x="517" y="400"/>
                    <a:pt x="382" y="600"/>
                    <a:pt x="526" y="745"/>
                  </a:cubicBezTo>
                  <a:lnTo>
                    <a:pt x="678" y="904"/>
                  </a:lnTo>
                  <a:cubicBezTo>
                    <a:pt x="580" y="1045"/>
                    <a:pt x="512" y="1208"/>
                    <a:pt x="483" y="1378"/>
                  </a:cubicBezTo>
                  <a:lnTo>
                    <a:pt x="269" y="1378"/>
                  </a:lnTo>
                  <a:cubicBezTo>
                    <a:pt x="1" y="1378"/>
                    <a:pt x="1" y="1777"/>
                    <a:pt x="269" y="1781"/>
                  </a:cubicBezTo>
                  <a:lnTo>
                    <a:pt x="483" y="1781"/>
                  </a:lnTo>
                  <a:cubicBezTo>
                    <a:pt x="512" y="1951"/>
                    <a:pt x="580" y="2114"/>
                    <a:pt x="678" y="2255"/>
                  </a:cubicBezTo>
                  <a:lnTo>
                    <a:pt x="526" y="2414"/>
                  </a:lnTo>
                  <a:cubicBezTo>
                    <a:pt x="382" y="2558"/>
                    <a:pt x="515" y="2757"/>
                    <a:pt x="669" y="2757"/>
                  </a:cubicBezTo>
                  <a:cubicBezTo>
                    <a:pt x="716" y="2757"/>
                    <a:pt x="765" y="2738"/>
                    <a:pt x="809" y="2693"/>
                  </a:cubicBezTo>
                  <a:lnTo>
                    <a:pt x="961" y="2541"/>
                  </a:lnTo>
                  <a:cubicBezTo>
                    <a:pt x="1098" y="2639"/>
                    <a:pt x="1258" y="2704"/>
                    <a:pt x="1428" y="2737"/>
                  </a:cubicBezTo>
                  <a:lnTo>
                    <a:pt x="1428" y="2958"/>
                  </a:lnTo>
                  <a:cubicBezTo>
                    <a:pt x="1428" y="3066"/>
                    <a:pt x="1518" y="3157"/>
                    <a:pt x="1627" y="3157"/>
                  </a:cubicBezTo>
                  <a:cubicBezTo>
                    <a:pt x="1739" y="3157"/>
                    <a:pt x="1830" y="3066"/>
                    <a:pt x="1830" y="2958"/>
                  </a:cubicBezTo>
                  <a:lnTo>
                    <a:pt x="1830" y="2737"/>
                  </a:lnTo>
                  <a:cubicBezTo>
                    <a:pt x="1997" y="2704"/>
                    <a:pt x="2156" y="2639"/>
                    <a:pt x="2294" y="2541"/>
                  </a:cubicBezTo>
                  <a:lnTo>
                    <a:pt x="2446" y="2693"/>
                  </a:lnTo>
                  <a:cubicBezTo>
                    <a:pt x="2490" y="2738"/>
                    <a:pt x="2539" y="2757"/>
                    <a:pt x="2587" y="2757"/>
                  </a:cubicBezTo>
                  <a:cubicBezTo>
                    <a:pt x="2741" y="2757"/>
                    <a:pt x="2873" y="2557"/>
                    <a:pt x="2732" y="2411"/>
                  </a:cubicBezTo>
                  <a:lnTo>
                    <a:pt x="2576" y="2255"/>
                  </a:lnTo>
                  <a:cubicBezTo>
                    <a:pt x="2674" y="2114"/>
                    <a:pt x="2743" y="1951"/>
                    <a:pt x="2772" y="1781"/>
                  </a:cubicBezTo>
                  <a:lnTo>
                    <a:pt x="2985" y="1781"/>
                  </a:lnTo>
                  <a:cubicBezTo>
                    <a:pt x="3250" y="1781"/>
                    <a:pt x="3250" y="1378"/>
                    <a:pt x="2985" y="1378"/>
                  </a:cubicBezTo>
                  <a:lnTo>
                    <a:pt x="2768" y="1378"/>
                  </a:lnTo>
                  <a:cubicBezTo>
                    <a:pt x="2739" y="1208"/>
                    <a:pt x="2674" y="1045"/>
                    <a:pt x="2572" y="904"/>
                  </a:cubicBezTo>
                  <a:lnTo>
                    <a:pt x="2728" y="745"/>
                  </a:lnTo>
                  <a:cubicBezTo>
                    <a:pt x="2873" y="600"/>
                    <a:pt x="2738" y="400"/>
                    <a:pt x="2584" y="400"/>
                  </a:cubicBezTo>
                  <a:cubicBezTo>
                    <a:pt x="2537" y="400"/>
                    <a:pt x="2489" y="418"/>
                    <a:pt x="2446" y="462"/>
                  </a:cubicBezTo>
                  <a:lnTo>
                    <a:pt x="2294" y="618"/>
                  </a:lnTo>
                  <a:cubicBezTo>
                    <a:pt x="2152" y="520"/>
                    <a:pt x="1993" y="451"/>
                    <a:pt x="1826" y="422"/>
                  </a:cubicBezTo>
                  <a:lnTo>
                    <a:pt x="1826" y="201"/>
                  </a:lnTo>
                  <a:cubicBezTo>
                    <a:pt x="1826" y="67"/>
                    <a:pt x="1727" y="0"/>
                    <a:pt x="1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2"/>
            <p:cNvSpPr/>
            <p:nvPr/>
          </p:nvSpPr>
          <p:spPr>
            <a:xfrm>
              <a:off x="2462584" y="2503192"/>
              <a:ext cx="36678" cy="31435"/>
            </a:xfrm>
            <a:custGeom>
              <a:rect b="b" l="l" r="r" t="t"/>
              <a:pathLst>
                <a:path extrusionOk="0" h="1199" w="1399">
                  <a:moveTo>
                    <a:pt x="800" y="402"/>
                  </a:moveTo>
                  <a:cubicBezTo>
                    <a:pt x="850" y="402"/>
                    <a:pt x="901" y="421"/>
                    <a:pt x="942" y="463"/>
                  </a:cubicBezTo>
                  <a:cubicBezTo>
                    <a:pt x="1061" y="586"/>
                    <a:pt x="975" y="800"/>
                    <a:pt x="797" y="800"/>
                  </a:cubicBezTo>
                  <a:cubicBezTo>
                    <a:pt x="688" y="797"/>
                    <a:pt x="598" y="706"/>
                    <a:pt x="602" y="594"/>
                  </a:cubicBezTo>
                  <a:cubicBezTo>
                    <a:pt x="604" y="478"/>
                    <a:pt x="700" y="402"/>
                    <a:pt x="800" y="402"/>
                  </a:cubicBezTo>
                  <a:close/>
                  <a:moveTo>
                    <a:pt x="795" y="0"/>
                  </a:moveTo>
                  <a:cubicBezTo>
                    <a:pt x="647" y="0"/>
                    <a:pt x="496" y="56"/>
                    <a:pt x="373" y="181"/>
                  </a:cubicBezTo>
                  <a:cubicBezTo>
                    <a:pt x="0" y="557"/>
                    <a:pt x="265" y="1199"/>
                    <a:pt x="797" y="1199"/>
                  </a:cubicBezTo>
                  <a:cubicBezTo>
                    <a:pt x="1130" y="1199"/>
                    <a:pt x="1398" y="927"/>
                    <a:pt x="1398" y="594"/>
                  </a:cubicBezTo>
                  <a:cubicBezTo>
                    <a:pt x="1393" y="236"/>
                    <a:pt x="1100" y="0"/>
                    <a:pt x="7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2"/>
            <p:cNvSpPr/>
            <p:nvPr/>
          </p:nvSpPr>
          <p:spPr>
            <a:xfrm>
              <a:off x="2321193" y="2568631"/>
              <a:ext cx="23570" cy="36154"/>
            </a:xfrm>
            <a:custGeom>
              <a:rect b="b" l="l" r="r" t="t"/>
              <a:pathLst>
                <a:path extrusionOk="0" h="1379" w="899">
                  <a:moveTo>
                    <a:pt x="200" y="1"/>
                  </a:moveTo>
                  <a:cubicBezTo>
                    <a:pt x="100" y="1"/>
                    <a:pt x="1" y="68"/>
                    <a:pt x="1" y="202"/>
                  </a:cubicBezTo>
                  <a:lnTo>
                    <a:pt x="1" y="1180"/>
                  </a:lnTo>
                  <a:cubicBezTo>
                    <a:pt x="1" y="1292"/>
                    <a:pt x="88" y="1379"/>
                    <a:pt x="200" y="1379"/>
                  </a:cubicBezTo>
                  <a:lnTo>
                    <a:pt x="634" y="1379"/>
                  </a:lnTo>
                  <a:cubicBezTo>
                    <a:pt x="899" y="1379"/>
                    <a:pt x="899" y="981"/>
                    <a:pt x="634" y="981"/>
                  </a:cubicBezTo>
                  <a:lnTo>
                    <a:pt x="399" y="981"/>
                  </a:ln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4" name="Google Shape;12354;p82"/>
          <p:cNvGrpSpPr/>
          <p:nvPr/>
        </p:nvGrpSpPr>
        <p:grpSpPr>
          <a:xfrm>
            <a:off x="3982779" y="2900833"/>
            <a:ext cx="361251" cy="358341"/>
            <a:chOff x="3982779" y="2900833"/>
            <a:chExt cx="361251" cy="358341"/>
          </a:xfrm>
        </p:grpSpPr>
        <p:sp>
          <p:nvSpPr>
            <p:cNvPr id="12355" name="Google Shape;12355;p82"/>
            <p:cNvSpPr/>
            <p:nvPr/>
          </p:nvSpPr>
          <p:spPr>
            <a:xfrm>
              <a:off x="4061012" y="3076306"/>
              <a:ext cx="105316" cy="105237"/>
            </a:xfrm>
            <a:custGeom>
              <a:rect b="b" l="l" r="r" t="t"/>
              <a:pathLst>
                <a:path extrusionOk="0" h="4014" w="4017">
                  <a:moveTo>
                    <a:pt x="1105" y="0"/>
                  </a:moveTo>
                  <a:lnTo>
                    <a:pt x="0" y="1101"/>
                  </a:lnTo>
                  <a:lnTo>
                    <a:pt x="2912" y="4013"/>
                  </a:lnTo>
                  <a:lnTo>
                    <a:pt x="4017" y="2909"/>
                  </a:lnTo>
                  <a:lnTo>
                    <a:pt x="1105"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2"/>
            <p:cNvSpPr/>
            <p:nvPr/>
          </p:nvSpPr>
          <p:spPr>
            <a:xfrm>
              <a:off x="4066518" y="3079059"/>
              <a:ext cx="52068" cy="51963"/>
            </a:xfrm>
            <a:custGeom>
              <a:rect b="b" l="l" r="r" t="t"/>
              <a:pathLst>
                <a:path extrusionOk="0" h="1982" w="1986">
                  <a:moveTo>
                    <a:pt x="1000" y="0"/>
                  </a:moveTo>
                  <a:lnTo>
                    <a:pt x="0" y="1210"/>
                  </a:lnTo>
                  <a:lnTo>
                    <a:pt x="775" y="1981"/>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2"/>
            <p:cNvSpPr/>
            <p:nvPr/>
          </p:nvSpPr>
          <p:spPr>
            <a:xfrm>
              <a:off x="4111533" y="3123970"/>
              <a:ext cx="52042" cy="52068"/>
            </a:xfrm>
            <a:custGeom>
              <a:rect b="b" l="l" r="r" t="t"/>
              <a:pathLst>
                <a:path extrusionOk="0" h="1986" w="1985">
                  <a:moveTo>
                    <a:pt x="1000" y="0"/>
                  </a:moveTo>
                  <a:lnTo>
                    <a:pt x="0" y="1210"/>
                  </a:lnTo>
                  <a:lnTo>
                    <a:pt x="772" y="1985"/>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2"/>
            <p:cNvSpPr/>
            <p:nvPr/>
          </p:nvSpPr>
          <p:spPr>
            <a:xfrm>
              <a:off x="4137646" y="2955653"/>
              <a:ext cx="68375" cy="60720"/>
            </a:xfrm>
            <a:custGeom>
              <a:rect b="b" l="l" r="r" t="t"/>
              <a:pathLst>
                <a:path extrusionOk="0" h="2316" w="2608">
                  <a:moveTo>
                    <a:pt x="1042" y="1"/>
                  </a:moveTo>
                  <a:cubicBezTo>
                    <a:pt x="797" y="1"/>
                    <a:pt x="568" y="83"/>
                    <a:pt x="398" y="253"/>
                  </a:cubicBezTo>
                  <a:cubicBezTo>
                    <a:pt x="0" y="651"/>
                    <a:pt x="83" y="1375"/>
                    <a:pt x="583" y="1879"/>
                  </a:cubicBezTo>
                  <a:cubicBezTo>
                    <a:pt x="872" y="2166"/>
                    <a:pt x="1235" y="2315"/>
                    <a:pt x="1567" y="2315"/>
                  </a:cubicBezTo>
                  <a:cubicBezTo>
                    <a:pt x="1813" y="2315"/>
                    <a:pt x="2041" y="2233"/>
                    <a:pt x="2209" y="2064"/>
                  </a:cubicBezTo>
                  <a:cubicBezTo>
                    <a:pt x="2608" y="1669"/>
                    <a:pt x="2524" y="941"/>
                    <a:pt x="2025" y="437"/>
                  </a:cubicBezTo>
                  <a:cubicBezTo>
                    <a:pt x="1736" y="150"/>
                    <a:pt x="1374" y="1"/>
                    <a:pt x="104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2"/>
            <p:cNvSpPr/>
            <p:nvPr/>
          </p:nvSpPr>
          <p:spPr>
            <a:xfrm>
              <a:off x="4123489" y="2955155"/>
              <a:ext cx="79203" cy="79308"/>
            </a:xfrm>
            <a:custGeom>
              <a:rect b="b" l="l" r="r" t="t"/>
              <a:pathLst>
                <a:path extrusionOk="0" h="3025" w="3021">
                  <a:moveTo>
                    <a:pt x="873" y="0"/>
                  </a:moveTo>
                  <a:lnTo>
                    <a:pt x="0" y="877"/>
                  </a:lnTo>
                  <a:lnTo>
                    <a:pt x="2144" y="3024"/>
                  </a:lnTo>
                  <a:lnTo>
                    <a:pt x="3021" y="2148"/>
                  </a:lnTo>
                  <a:lnTo>
                    <a:pt x="87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2"/>
            <p:cNvSpPr/>
            <p:nvPr/>
          </p:nvSpPr>
          <p:spPr>
            <a:xfrm>
              <a:off x="4123384" y="2964174"/>
              <a:ext cx="70289" cy="70289"/>
            </a:xfrm>
            <a:custGeom>
              <a:rect b="b" l="l" r="r" t="t"/>
              <a:pathLst>
                <a:path extrusionOk="0" h="2681" w="2681">
                  <a:moveTo>
                    <a:pt x="533" y="0"/>
                  </a:moveTo>
                  <a:lnTo>
                    <a:pt x="1" y="533"/>
                  </a:lnTo>
                  <a:lnTo>
                    <a:pt x="2148" y="2680"/>
                  </a:lnTo>
                  <a:lnTo>
                    <a:pt x="2681" y="2148"/>
                  </a:lnTo>
                  <a:lnTo>
                    <a:pt x="53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2"/>
            <p:cNvSpPr/>
            <p:nvPr/>
          </p:nvSpPr>
          <p:spPr>
            <a:xfrm>
              <a:off x="4011907" y="2970807"/>
              <a:ext cx="175133" cy="175212"/>
            </a:xfrm>
            <a:custGeom>
              <a:rect b="b" l="l" r="r" t="t"/>
              <a:pathLst>
                <a:path extrusionOk="0" h="6683" w="6680">
                  <a:moveTo>
                    <a:pt x="4380" y="1"/>
                  </a:moveTo>
                  <a:lnTo>
                    <a:pt x="1" y="5317"/>
                  </a:lnTo>
                  <a:lnTo>
                    <a:pt x="1366" y="6683"/>
                  </a:lnTo>
                  <a:lnTo>
                    <a:pt x="6679" y="2300"/>
                  </a:lnTo>
                  <a:lnTo>
                    <a:pt x="4380"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2"/>
            <p:cNvSpPr/>
            <p:nvPr/>
          </p:nvSpPr>
          <p:spPr>
            <a:xfrm>
              <a:off x="4011907" y="3022272"/>
              <a:ext cx="175133" cy="123747"/>
            </a:xfrm>
            <a:custGeom>
              <a:rect b="b" l="l" r="r" t="t"/>
              <a:pathLst>
                <a:path extrusionOk="0" h="4720" w="6680">
                  <a:moveTo>
                    <a:pt x="6343" y="1"/>
                  </a:moveTo>
                  <a:lnTo>
                    <a:pt x="1652" y="3865"/>
                  </a:lnTo>
                  <a:lnTo>
                    <a:pt x="515" y="2728"/>
                  </a:lnTo>
                  <a:lnTo>
                    <a:pt x="1" y="3354"/>
                  </a:lnTo>
                  <a:lnTo>
                    <a:pt x="1366" y="4720"/>
                  </a:lnTo>
                  <a:lnTo>
                    <a:pt x="6679" y="337"/>
                  </a:lnTo>
                  <a:lnTo>
                    <a:pt x="63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2"/>
            <p:cNvSpPr/>
            <p:nvPr/>
          </p:nvSpPr>
          <p:spPr>
            <a:xfrm>
              <a:off x="3988547" y="3095393"/>
              <a:ext cx="73907" cy="73907"/>
            </a:xfrm>
            <a:custGeom>
              <a:rect b="b" l="l" r="r" t="t"/>
              <a:pathLst>
                <a:path extrusionOk="0" h="2819" w="2819">
                  <a:moveTo>
                    <a:pt x="877" y="0"/>
                  </a:moveTo>
                  <a:lnTo>
                    <a:pt x="1" y="877"/>
                  </a:lnTo>
                  <a:lnTo>
                    <a:pt x="1942" y="2818"/>
                  </a:lnTo>
                  <a:lnTo>
                    <a:pt x="2819" y="1942"/>
                  </a:lnTo>
                  <a:lnTo>
                    <a:pt x="877"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2"/>
            <p:cNvSpPr/>
            <p:nvPr/>
          </p:nvSpPr>
          <p:spPr>
            <a:xfrm>
              <a:off x="3988547" y="3106876"/>
              <a:ext cx="62424" cy="62424"/>
            </a:xfrm>
            <a:custGeom>
              <a:rect b="b" l="l" r="r" t="t"/>
              <a:pathLst>
                <a:path extrusionOk="0" h="2381" w="2381">
                  <a:moveTo>
                    <a:pt x="439" y="1"/>
                  </a:moveTo>
                  <a:lnTo>
                    <a:pt x="1" y="439"/>
                  </a:lnTo>
                  <a:lnTo>
                    <a:pt x="1942" y="2380"/>
                  </a:lnTo>
                  <a:lnTo>
                    <a:pt x="2380" y="1942"/>
                  </a:lnTo>
                  <a:lnTo>
                    <a:pt x="43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2"/>
            <p:cNvSpPr/>
            <p:nvPr/>
          </p:nvSpPr>
          <p:spPr>
            <a:xfrm>
              <a:off x="4222329" y="3040362"/>
              <a:ext cx="68401" cy="60720"/>
            </a:xfrm>
            <a:custGeom>
              <a:rect b="b" l="l" r="r" t="t"/>
              <a:pathLst>
                <a:path extrusionOk="0" h="2316" w="2609">
                  <a:moveTo>
                    <a:pt x="1040" y="1"/>
                  </a:moveTo>
                  <a:cubicBezTo>
                    <a:pt x="795" y="1"/>
                    <a:pt x="567" y="83"/>
                    <a:pt x="399" y="252"/>
                  </a:cubicBezTo>
                  <a:cubicBezTo>
                    <a:pt x="1" y="651"/>
                    <a:pt x="84" y="1379"/>
                    <a:pt x="584" y="1878"/>
                  </a:cubicBezTo>
                  <a:cubicBezTo>
                    <a:pt x="873" y="2165"/>
                    <a:pt x="1235" y="2315"/>
                    <a:pt x="1566" y="2315"/>
                  </a:cubicBezTo>
                  <a:cubicBezTo>
                    <a:pt x="1812" y="2315"/>
                    <a:pt x="2040" y="2233"/>
                    <a:pt x="2210" y="2063"/>
                  </a:cubicBezTo>
                  <a:cubicBezTo>
                    <a:pt x="2608" y="1668"/>
                    <a:pt x="2525" y="940"/>
                    <a:pt x="2025" y="441"/>
                  </a:cubicBezTo>
                  <a:cubicBezTo>
                    <a:pt x="1736" y="151"/>
                    <a:pt x="1372" y="1"/>
                    <a:pt x="1040"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2"/>
            <p:cNvSpPr/>
            <p:nvPr/>
          </p:nvSpPr>
          <p:spPr>
            <a:xfrm>
              <a:off x="4208197" y="3039838"/>
              <a:ext cx="79203" cy="79308"/>
            </a:xfrm>
            <a:custGeom>
              <a:rect b="b" l="l" r="r" t="t"/>
              <a:pathLst>
                <a:path extrusionOk="0" h="3025" w="3021">
                  <a:moveTo>
                    <a:pt x="873" y="1"/>
                  </a:moveTo>
                  <a:lnTo>
                    <a:pt x="0" y="877"/>
                  </a:lnTo>
                  <a:lnTo>
                    <a:pt x="2144" y="3025"/>
                  </a:lnTo>
                  <a:lnTo>
                    <a:pt x="3021" y="2148"/>
                  </a:lnTo>
                  <a:lnTo>
                    <a:pt x="87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2"/>
            <p:cNvSpPr/>
            <p:nvPr/>
          </p:nvSpPr>
          <p:spPr>
            <a:xfrm>
              <a:off x="4208093" y="3048857"/>
              <a:ext cx="70289" cy="70289"/>
            </a:xfrm>
            <a:custGeom>
              <a:rect b="b" l="l" r="r" t="t"/>
              <a:pathLst>
                <a:path extrusionOk="0" h="2681" w="2681">
                  <a:moveTo>
                    <a:pt x="533" y="1"/>
                  </a:moveTo>
                  <a:lnTo>
                    <a:pt x="0" y="533"/>
                  </a:lnTo>
                  <a:lnTo>
                    <a:pt x="2148" y="2681"/>
                  </a:lnTo>
                  <a:lnTo>
                    <a:pt x="2680" y="2148"/>
                  </a:lnTo>
                  <a:lnTo>
                    <a:pt x="5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2"/>
            <p:cNvSpPr/>
            <p:nvPr/>
          </p:nvSpPr>
          <p:spPr>
            <a:xfrm>
              <a:off x="4096616" y="3055516"/>
              <a:ext cx="175107" cy="175212"/>
            </a:xfrm>
            <a:custGeom>
              <a:rect b="b" l="l" r="r" t="t"/>
              <a:pathLst>
                <a:path extrusionOk="0" h="6683" w="6679">
                  <a:moveTo>
                    <a:pt x="4379" y="0"/>
                  </a:moveTo>
                  <a:lnTo>
                    <a:pt x="0" y="5313"/>
                  </a:lnTo>
                  <a:lnTo>
                    <a:pt x="1366" y="6682"/>
                  </a:lnTo>
                  <a:lnTo>
                    <a:pt x="6679" y="2300"/>
                  </a:lnTo>
                  <a:lnTo>
                    <a:pt x="43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2"/>
            <p:cNvSpPr/>
            <p:nvPr/>
          </p:nvSpPr>
          <p:spPr>
            <a:xfrm>
              <a:off x="4096616" y="3106981"/>
              <a:ext cx="175107" cy="123747"/>
            </a:xfrm>
            <a:custGeom>
              <a:rect b="b" l="l" r="r" t="t"/>
              <a:pathLst>
                <a:path extrusionOk="0" h="4720" w="6679">
                  <a:moveTo>
                    <a:pt x="6342" y="0"/>
                  </a:moveTo>
                  <a:lnTo>
                    <a:pt x="1652" y="3865"/>
                  </a:lnTo>
                  <a:lnTo>
                    <a:pt x="515" y="2727"/>
                  </a:lnTo>
                  <a:lnTo>
                    <a:pt x="0" y="3350"/>
                  </a:lnTo>
                  <a:lnTo>
                    <a:pt x="1366" y="4719"/>
                  </a:lnTo>
                  <a:lnTo>
                    <a:pt x="6679" y="337"/>
                  </a:lnTo>
                  <a:lnTo>
                    <a:pt x="634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2"/>
            <p:cNvSpPr/>
            <p:nvPr/>
          </p:nvSpPr>
          <p:spPr>
            <a:xfrm>
              <a:off x="4073256" y="3180075"/>
              <a:ext cx="73907" cy="73907"/>
            </a:xfrm>
            <a:custGeom>
              <a:rect b="b" l="l" r="r" t="t"/>
              <a:pathLst>
                <a:path extrusionOk="0" h="2819" w="2819">
                  <a:moveTo>
                    <a:pt x="877" y="1"/>
                  </a:moveTo>
                  <a:lnTo>
                    <a:pt x="1" y="877"/>
                  </a:lnTo>
                  <a:lnTo>
                    <a:pt x="1942" y="2819"/>
                  </a:lnTo>
                  <a:lnTo>
                    <a:pt x="2818" y="1942"/>
                  </a:lnTo>
                  <a:lnTo>
                    <a:pt x="87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2"/>
            <p:cNvSpPr/>
            <p:nvPr/>
          </p:nvSpPr>
          <p:spPr>
            <a:xfrm>
              <a:off x="4073256" y="3191585"/>
              <a:ext cx="62424" cy="62398"/>
            </a:xfrm>
            <a:custGeom>
              <a:rect b="b" l="l" r="r" t="t"/>
              <a:pathLst>
                <a:path extrusionOk="0" h="2380" w="2381">
                  <a:moveTo>
                    <a:pt x="439" y="0"/>
                  </a:moveTo>
                  <a:lnTo>
                    <a:pt x="1" y="438"/>
                  </a:lnTo>
                  <a:lnTo>
                    <a:pt x="1942" y="2380"/>
                  </a:lnTo>
                  <a:lnTo>
                    <a:pt x="2380" y="1941"/>
                  </a:lnTo>
                  <a:lnTo>
                    <a:pt x="43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2"/>
            <p:cNvSpPr/>
            <p:nvPr/>
          </p:nvSpPr>
          <p:spPr>
            <a:xfrm>
              <a:off x="4249306" y="2933683"/>
              <a:ext cx="61768" cy="59068"/>
            </a:xfrm>
            <a:custGeom>
              <a:rect b="b" l="l" r="r" t="t"/>
              <a:pathLst>
                <a:path extrusionOk="0" h="2253" w="2356">
                  <a:moveTo>
                    <a:pt x="2065" y="1"/>
                  </a:moveTo>
                  <a:cubicBezTo>
                    <a:pt x="2017" y="1"/>
                    <a:pt x="1968" y="20"/>
                    <a:pt x="1923" y="66"/>
                  </a:cubicBezTo>
                  <a:lnTo>
                    <a:pt x="76" y="1913"/>
                  </a:lnTo>
                  <a:cubicBezTo>
                    <a:pt x="0" y="1989"/>
                    <a:pt x="0" y="2116"/>
                    <a:pt x="76" y="2195"/>
                  </a:cubicBezTo>
                  <a:cubicBezTo>
                    <a:pt x="116" y="2233"/>
                    <a:pt x="168" y="2252"/>
                    <a:pt x="219" y="2252"/>
                  </a:cubicBezTo>
                  <a:cubicBezTo>
                    <a:pt x="270" y="2252"/>
                    <a:pt x="321" y="2233"/>
                    <a:pt x="359" y="2195"/>
                  </a:cubicBezTo>
                  <a:lnTo>
                    <a:pt x="2206" y="348"/>
                  </a:lnTo>
                  <a:cubicBezTo>
                    <a:pt x="2355" y="204"/>
                    <a:pt x="2221" y="1"/>
                    <a:pt x="2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2"/>
            <p:cNvSpPr/>
            <p:nvPr/>
          </p:nvSpPr>
          <p:spPr>
            <a:xfrm>
              <a:off x="4228411" y="2903192"/>
              <a:ext cx="30806" cy="76372"/>
            </a:xfrm>
            <a:custGeom>
              <a:rect b="b" l="l" r="r" t="t"/>
              <a:pathLst>
                <a:path extrusionOk="0" h="2913" w="1175">
                  <a:moveTo>
                    <a:pt x="932" y="0"/>
                  </a:moveTo>
                  <a:cubicBezTo>
                    <a:pt x="853" y="0"/>
                    <a:pt x="775" y="44"/>
                    <a:pt x="747" y="146"/>
                  </a:cubicBezTo>
                  <a:lnTo>
                    <a:pt x="29" y="2659"/>
                  </a:lnTo>
                  <a:cubicBezTo>
                    <a:pt x="0" y="2764"/>
                    <a:pt x="62" y="2873"/>
                    <a:pt x="167" y="2906"/>
                  </a:cubicBezTo>
                  <a:cubicBezTo>
                    <a:pt x="185" y="2910"/>
                    <a:pt x="202" y="2913"/>
                    <a:pt x="220" y="2913"/>
                  </a:cubicBezTo>
                  <a:cubicBezTo>
                    <a:pt x="307" y="2913"/>
                    <a:pt x="389" y="2855"/>
                    <a:pt x="413" y="2768"/>
                  </a:cubicBezTo>
                  <a:lnTo>
                    <a:pt x="1130" y="255"/>
                  </a:lnTo>
                  <a:cubicBezTo>
                    <a:pt x="1174" y="102"/>
                    <a:pt x="1052" y="0"/>
                    <a:pt x="9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2"/>
            <p:cNvSpPr/>
            <p:nvPr/>
          </p:nvSpPr>
          <p:spPr>
            <a:xfrm>
              <a:off x="4186961" y="2900833"/>
              <a:ext cx="32693" cy="76057"/>
            </a:xfrm>
            <a:custGeom>
              <a:rect b="b" l="l" r="r" t="t"/>
              <a:pathLst>
                <a:path extrusionOk="0" h="2901" w="1247">
                  <a:moveTo>
                    <a:pt x="247" y="0"/>
                  </a:moveTo>
                  <a:cubicBezTo>
                    <a:pt x="125" y="0"/>
                    <a:pt x="1" y="104"/>
                    <a:pt x="49" y="261"/>
                  </a:cubicBezTo>
                  <a:lnTo>
                    <a:pt x="817" y="2760"/>
                  </a:lnTo>
                  <a:cubicBezTo>
                    <a:pt x="847" y="2859"/>
                    <a:pt x="923" y="2901"/>
                    <a:pt x="1000" y="2901"/>
                  </a:cubicBezTo>
                  <a:cubicBezTo>
                    <a:pt x="1121" y="2901"/>
                    <a:pt x="1246" y="2796"/>
                    <a:pt x="1198" y="2641"/>
                  </a:cubicBezTo>
                  <a:lnTo>
                    <a:pt x="433" y="142"/>
                  </a:lnTo>
                  <a:cubicBezTo>
                    <a:pt x="402" y="43"/>
                    <a:pt x="325" y="0"/>
                    <a:pt x="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2"/>
            <p:cNvSpPr/>
            <p:nvPr/>
          </p:nvSpPr>
          <p:spPr>
            <a:xfrm>
              <a:off x="4262415" y="2984230"/>
              <a:ext cx="79282" cy="29337"/>
            </a:xfrm>
            <a:custGeom>
              <a:rect b="b" l="l" r="r" t="t"/>
              <a:pathLst>
                <a:path extrusionOk="0" h="1119" w="3024">
                  <a:moveTo>
                    <a:pt x="2745" y="0"/>
                  </a:moveTo>
                  <a:cubicBezTo>
                    <a:pt x="2725" y="0"/>
                    <a:pt x="2703" y="3"/>
                    <a:pt x="2680" y="10"/>
                  </a:cubicBezTo>
                  <a:lnTo>
                    <a:pt x="167" y="724"/>
                  </a:lnTo>
                  <a:cubicBezTo>
                    <a:pt x="62" y="756"/>
                    <a:pt x="0" y="869"/>
                    <a:pt x="29" y="974"/>
                  </a:cubicBezTo>
                  <a:cubicBezTo>
                    <a:pt x="56" y="1061"/>
                    <a:pt x="136" y="1118"/>
                    <a:pt x="225" y="1118"/>
                  </a:cubicBezTo>
                  <a:cubicBezTo>
                    <a:pt x="243" y="1118"/>
                    <a:pt x="261" y="1116"/>
                    <a:pt x="279" y="1111"/>
                  </a:cubicBezTo>
                  <a:lnTo>
                    <a:pt x="2789" y="394"/>
                  </a:lnTo>
                  <a:cubicBezTo>
                    <a:pt x="3023" y="328"/>
                    <a:pt x="2954"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2"/>
            <p:cNvSpPr/>
            <p:nvPr/>
          </p:nvSpPr>
          <p:spPr>
            <a:xfrm>
              <a:off x="4263307" y="3023897"/>
              <a:ext cx="80724" cy="30674"/>
            </a:xfrm>
            <a:custGeom>
              <a:rect b="b" l="l" r="r" t="t"/>
              <a:pathLst>
                <a:path extrusionOk="0" h="1170" w="3079">
                  <a:moveTo>
                    <a:pt x="283" y="0"/>
                  </a:moveTo>
                  <a:cubicBezTo>
                    <a:pt x="77" y="0"/>
                    <a:pt x="1" y="323"/>
                    <a:pt x="234" y="395"/>
                  </a:cubicBezTo>
                  <a:lnTo>
                    <a:pt x="2729" y="1159"/>
                  </a:lnTo>
                  <a:cubicBezTo>
                    <a:pt x="2753" y="1167"/>
                    <a:pt x="2776" y="1170"/>
                    <a:pt x="2797" y="1170"/>
                  </a:cubicBezTo>
                  <a:cubicBezTo>
                    <a:pt x="3005" y="1170"/>
                    <a:pt x="3079" y="848"/>
                    <a:pt x="2849" y="779"/>
                  </a:cubicBezTo>
                  <a:lnTo>
                    <a:pt x="350" y="11"/>
                  </a:lnTo>
                  <a:cubicBezTo>
                    <a:pt x="326" y="4"/>
                    <a:pt x="304"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2"/>
            <p:cNvSpPr/>
            <p:nvPr/>
          </p:nvSpPr>
          <p:spPr>
            <a:xfrm>
              <a:off x="4038544" y="3015560"/>
              <a:ext cx="77840" cy="86832"/>
            </a:xfrm>
            <a:custGeom>
              <a:rect b="b" l="l" r="r" t="t"/>
              <a:pathLst>
                <a:path extrusionOk="0" h="3312" w="2969">
                  <a:moveTo>
                    <a:pt x="2743" y="0"/>
                  </a:moveTo>
                  <a:cubicBezTo>
                    <a:pt x="2686" y="0"/>
                    <a:pt x="2630" y="24"/>
                    <a:pt x="2592" y="72"/>
                  </a:cubicBezTo>
                  <a:lnTo>
                    <a:pt x="129" y="2980"/>
                  </a:lnTo>
                  <a:cubicBezTo>
                    <a:pt x="0" y="3131"/>
                    <a:pt x="137" y="3311"/>
                    <a:pt x="285" y="3311"/>
                  </a:cubicBezTo>
                  <a:cubicBezTo>
                    <a:pt x="337" y="3311"/>
                    <a:pt x="390" y="3290"/>
                    <a:pt x="434" y="3237"/>
                  </a:cubicBezTo>
                  <a:lnTo>
                    <a:pt x="2896" y="329"/>
                  </a:lnTo>
                  <a:cubicBezTo>
                    <a:pt x="2969" y="246"/>
                    <a:pt x="2958" y="119"/>
                    <a:pt x="2875" y="47"/>
                  </a:cubicBezTo>
                  <a:cubicBezTo>
                    <a:pt x="2836" y="16"/>
                    <a:pt x="2789" y="0"/>
                    <a:pt x="2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2"/>
            <p:cNvSpPr/>
            <p:nvPr/>
          </p:nvSpPr>
          <p:spPr>
            <a:xfrm>
              <a:off x="3982779" y="2949885"/>
              <a:ext cx="312696" cy="309288"/>
            </a:xfrm>
            <a:custGeom>
              <a:rect b="b" l="l" r="r" t="t"/>
              <a:pathLst>
                <a:path extrusionOk="0" h="11797" w="11927">
                  <a:moveTo>
                    <a:pt x="6945" y="421"/>
                  </a:moveTo>
                  <a:cubicBezTo>
                    <a:pt x="7228" y="421"/>
                    <a:pt x="7543" y="555"/>
                    <a:pt x="7790" y="802"/>
                  </a:cubicBezTo>
                  <a:cubicBezTo>
                    <a:pt x="8091" y="1103"/>
                    <a:pt x="8221" y="1505"/>
                    <a:pt x="8149" y="1824"/>
                  </a:cubicBezTo>
                  <a:lnTo>
                    <a:pt x="6765" y="440"/>
                  </a:lnTo>
                  <a:cubicBezTo>
                    <a:pt x="6823" y="427"/>
                    <a:pt x="6883" y="421"/>
                    <a:pt x="6945" y="421"/>
                  </a:cubicBezTo>
                  <a:close/>
                  <a:moveTo>
                    <a:pt x="6240" y="487"/>
                  </a:moveTo>
                  <a:lnTo>
                    <a:pt x="8105" y="2349"/>
                  </a:lnTo>
                  <a:lnTo>
                    <a:pt x="7714" y="2740"/>
                  </a:lnTo>
                  <a:lnTo>
                    <a:pt x="5849" y="878"/>
                  </a:lnTo>
                  <a:lnTo>
                    <a:pt x="6240" y="487"/>
                  </a:lnTo>
                  <a:close/>
                  <a:moveTo>
                    <a:pt x="10175" y="3651"/>
                  </a:moveTo>
                  <a:cubicBezTo>
                    <a:pt x="10459" y="3651"/>
                    <a:pt x="10774" y="3786"/>
                    <a:pt x="11021" y="4033"/>
                  </a:cubicBezTo>
                  <a:lnTo>
                    <a:pt x="11017" y="4033"/>
                  </a:lnTo>
                  <a:cubicBezTo>
                    <a:pt x="11322" y="4333"/>
                    <a:pt x="11452" y="4735"/>
                    <a:pt x="11379" y="5054"/>
                  </a:cubicBezTo>
                  <a:lnTo>
                    <a:pt x="9996" y="3671"/>
                  </a:lnTo>
                  <a:cubicBezTo>
                    <a:pt x="10054" y="3658"/>
                    <a:pt x="10114" y="3651"/>
                    <a:pt x="10175" y="3651"/>
                  </a:cubicBezTo>
                  <a:close/>
                  <a:moveTo>
                    <a:pt x="9471" y="3714"/>
                  </a:moveTo>
                  <a:lnTo>
                    <a:pt x="9507" y="3750"/>
                  </a:lnTo>
                  <a:lnTo>
                    <a:pt x="11336" y="5579"/>
                  </a:lnTo>
                  <a:lnTo>
                    <a:pt x="10945" y="5970"/>
                  </a:lnTo>
                  <a:lnTo>
                    <a:pt x="9080" y="4109"/>
                  </a:lnTo>
                  <a:lnTo>
                    <a:pt x="9471" y="3714"/>
                  </a:lnTo>
                  <a:close/>
                  <a:moveTo>
                    <a:pt x="4802" y="5822"/>
                  </a:moveTo>
                  <a:lnTo>
                    <a:pt x="6001" y="7017"/>
                  </a:lnTo>
                  <a:lnTo>
                    <a:pt x="5259" y="7919"/>
                  </a:lnTo>
                  <a:lnTo>
                    <a:pt x="3904" y="6564"/>
                  </a:lnTo>
                  <a:lnTo>
                    <a:pt x="4802" y="5822"/>
                  </a:lnTo>
                  <a:close/>
                  <a:moveTo>
                    <a:pt x="4328" y="9063"/>
                  </a:moveTo>
                  <a:lnTo>
                    <a:pt x="4448" y="9183"/>
                  </a:lnTo>
                  <a:lnTo>
                    <a:pt x="5987" y="10722"/>
                  </a:lnTo>
                  <a:lnTo>
                    <a:pt x="5393" y="11316"/>
                  </a:lnTo>
                  <a:lnTo>
                    <a:pt x="3734" y="9657"/>
                  </a:lnTo>
                  <a:lnTo>
                    <a:pt x="4328" y="9063"/>
                  </a:lnTo>
                  <a:close/>
                  <a:moveTo>
                    <a:pt x="6243" y="0"/>
                  </a:moveTo>
                  <a:cubicBezTo>
                    <a:pt x="6191" y="0"/>
                    <a:pt x="6141" y="20"/>
                    <a:pt x="6103" y="60"/>
                  </a:cubicBezTo>
                  <a:lnTo>
                    <a:pt x="5552" y="610"/>
                  </a:lnTo>
                  <a:cubicBezTo>
                    <a:pt x="5531" y="604"/>
                    <a:pt x="5511" y="601"/>
                    <a:pt x="5490" y="601"/>
                  </a:cubicBezTo>
                  <a:cubicBezTo>
                    <a:pt x="5431" y="601"/>
                    <a:pt x="5376" y="626"/>
                    <a:pt x="5338" y="672"/>
                  </a:cubicBezTo>
                  <a:lnTo>
                    <a:pt x="1347" y="5518"/>
                  </a:lnTo>
                  <a:lnTo>
                    <a:pt x="1242" y="5413"/>
                  </a:lnTo>
                  <a:cubicBezTo>
                    <a:pt x="1202" y="5373"/>
                    <a:pt x="1151" y="5353"/>
                    <a:pt x="1099" y="5353"/>
                  </a:cubicBezTo>
                  <a:cubicBezTo>
                    <a:pt x="1048" y="5353"/>
                    <a:pt x="996" y="5373"/>
                    <a:pt x="956" y="5413"/>
                  </a:cubicBezTo>
                  <a:lnTo>
                    <a:pt x="80" y="6286"/>
                  </a:lnTo>
                  <a:cubicBezTo>
                    <a:pt x="0" y="6362"/>
                    <a:pt x="0" y="6488"/>
                    <a:pt x="80" y="6568"/>
                  </a:cubicBezTo>
                  <a:lnTo>
                    <a:pt x="887" y="7372"/>
                  </a:lnTo>
                  <a:cubicBezTo>
                    <a:pt x="931" y="7415"/>
                    <a:pt x="979" y="7433"/>
                    <a:pt x="1025" y="7433"/>
                  </a:cubicBezTo>
                  <a:cubicBezTo>
                    <a:pt x="1179" y="7433"/>
                    <a:pt x="1309" y="7234"/>
                    <a:pt x="1170" y="7090"/>
                  </a:cubicBezTo>
                  <a:lnTo>
                    <a:pt x="503" y="6427"/>
                  </a:lnTo>
                  <a:lnTo>
                    <a:pt x="1097" y="5833"/>
                  </a:lnTo>
                  <a:lnTo>
                    <a:pt x="1217" y="5949"/>
                  </a:lnTo>
                  <a:lnTo>
                    <a:pt x="1221" y="5952"/>
                  </a:lnTo>
                  <a:lnTo>
                    <a:pt x="2637" y="7372"/>
                  </a:lnTo>
                  <a:lnTo>
                    <a:pt x="2640" y="7376"/>
                  </a:lnTo>
                  <a:lnTo>
                    <a:pt x="2756" y="7492"/>
                  </a:lnTo>
                  <a:lnTo>
                    <a:pt x="2162" y="8086"/>
                  </a:lnTo>
                  <a:lnTo>
                    <a:pt x="1728" y="7647"/>
                  </a:lnTo>
                  <a:cubicBezTo>
                    <a:pt x="1683" y="7606"/>
                    <a:pt x="1635" y="7588"/>
                    <a:pt x="1589" y="7588"/>
                  </a:cubicBezTo>
                  <a:cubicBezTo>
                    <a:pt x="1433" y="7588"/>
                    <a:pt x="1302" y="7785"/>
                    <a:pt x="1441" y="7930"/>
                  </a:cubicBezTo>
                  <a:lnTo>
                    <a:pt x="2021" y="8509"/>
                  </a:lnTo>
                  <a:cubicBezTo>
                    <a:pt x="2059" y="8547"/>
                    <a:pt x="2110" y="8566"/>
                    <a:pt x="2161" y="8566"/>
                  </a:cubicBezTo>
                  <a:cubicBezTo>
                    <a:pt x="2212" y="8566"/>
                    <a:pt x="2264" y="8547"/>
                    <a:pt x="2303" y="8509"/>
                  </a:cubicBezTo>
                  <a:lnTo>
                    <a:pt x="3180" y="7633"/>
                  </a:lnTo>
                  <a:cubicBezTo>
                    <a:pt x="3260" y="7553"/>
                    <a:pt x="3260" y="7426"/>
                    <a:pt x="3180" y="7350"/>
                  </a:cubicBezTo>
                  <a:lnTo>
                    <a:pt x="3075" y="7245"/>
                  </a:lnTo>
                  <a:lnTo>
                    <a:pt x="3593" y="6818"/>
                  </a:lnTo>
                  <a:lnTo>
                    <a:pt x="5002" y="8227"/>
                  </a:lnTo>
                  <a:lnTo>
                    <a:pt x="4574" y="8745"/>
                  </a:lnTo>
                  <a:lnTo>
                    <a:pt x="4469" y="8640"/>
                  </a:lnTo>
                  <a:cubicBezTo>
                    <a:pt x="4429" y="8600"/>
                    <a:pt x="4378" y="8580"/>
                    <a:pt x="4327" y="8580"/>
                  </a:cubicBezTo>
                  <a:cubicBezTo>
                    <a:pt x="4275" y="8580"/>
                    <a:pt x="4225" y="8600"/>
                    <a:pt x="4187" y="8640"/>
                  </a:cubicBezTo>
                  <a:lnTo>
                    <a:pt x="3310" y="9516"/>
                  </a:lnTo>
                  <a:cubicBezTo>
                    <a:pt x="3231" y="9592"/>
                    <a:pt x="3231" y="9719"/>
                    <a:pt x="3310" y="9799"/>
                  </a:cubicBezTo>
                  <a:lnTo>
                    <a:pt x="5252" y="11740"/>
                  </a:lnTo>
                  <a:cubicBezTo>
                    <a:pt x="5290" y="11778"/>
                    <a:pt x="5340" y="11797"/>
                    <a:pt x="5391" y="11797"/>
                  </a:cubicBezTo>
                  <a:cubicBezTo>
                    <a:pt x="5443" y="11797"/>
                    <a:pt x="5494" y="11778"/>
                    <a:pt x="5534" y="11740"/>
                  </a:cubicBezTo>
                  <a:lnTo>
                    <a:pt x="6410" y="10863"/>
                  </a:lnTo>
                  <a:cubicBezTo>
                    <a:pt x="6490" y="10784"/>
                    <a:pt x="6490" y="10657"/>
                    <a:pt x="6410" y="10581"/>
                  </a:cubicBezTo>
                  <a:lnTo>
                    <a:pt x="6305" y="10476"/>
                  </a:lnTo>
                  <a:lnTo>
                    <a:pt x="8591" y="8589"/>
                  </a:lnTo>
                  <a:cubicBezTo>
                    <a:pt x="8755" y="8454"/>
                    <a:pt x="8628" y="8231"/>
                    <a:pt x="8466" y="8231"/>
                  </a:cubicBezTo>
                  <a:cubicBezTo>
                    <a:pt x="8424" y="8231"/>
                    <a:pt x="8380" y="8246"/>
                    <a:pt x="8337" y="8281"/>
                  </a:cubicBezTo>
                  <a:lnTo>
                    <a:pt x="6019" y="10190"/>
                  </a:lnTo>
                  <a:lnTo>
                    <a:pt x="4860" y="9027"/>
                  </a:lnTo>
                  <a:lnTo>
                    <a:pt x="8736" y="4326"/>
                  </a:lnTo>
                  <a:lnTo>
                    <a:pt x="10724" y="6315"/>
                  </a:lnTo>
                  <a:lnTo>
                    <a:pt x="8949" y="7778"/>
                  </a:lnTo>
                  <a:cubicBezTo>
                    <a:pt x="8785" y="7910"/>
                    <a:pt x="8912" y="8135"/>
                    <a:pt x="9075" y="8135"/>
                  </a:cubicBezTo>
                  <a:cubicBezTo>
                    <a:pt x="9117" y="8135"/>
                    <a:pt x="9161" y="8120"/>
                    <a:pt x="9203" y="8086"/>
                  </a:cubicBezTo>
                  <a:lnTo>
                    <a:pt x="11151" y="6481"/>
                  </a:lnTo>
                  <a:cubicBezTo>
                    <a:pt x="11213" y="6430"/>
                    <a:pt x="11238" y="6343"/>
                    <a:pt x="11213" y="6267"/>
                  </a:cubicBezTo>
                  <a:lnTo>
                    <a:pt x="11763" y="5721"/>
                  </a:lnTo>
                  <a:cubicBezTo>
                    <a:pt x="11839" y="5641"/>
                    <a:pt x="11839" y="5514"/>
                    <a:pt x="11763" y="5434"/>
                  </a:cubicBezTo>
                  <a:lnTo>
                    <a:pt x="11691" y="5369"/>
                  </a:lnTo>
                  <a:cubicBezTo>
                    <a:pt x="11926" y="4877"/>
                    <a:pt x="11778" y="4221"/>
                    <a:pt x="11303" y="3747"/>
                  </a:cubicBezTo>
                  <a:cubicBezTo>
                    <a:pt x="10977" y="3423"/>
                    <a:pt x="10565" y="3250"/>
                    <a:pt x="10181" y="3250"/>
                  </a:cubicBezTo>
                  <a:cubicBezTo>
                    <a:pt x="10006" y="3250"/>
                    <a:pt x="9837" y="3286"/>
                    <a:pt x="9685" y="3359"/>
                  </a:cubicBezTo>
                  <a:lnTo>
                    <a:pt x="9616" y="3290"/>
                  </a:lnTo>
                  <a:cubicBezTo>
                    <a:pt x="9576" y="3251"/>
                    <a:pt x="9524" y="3231"/>
                    <a:pt x="9473" y="3231"/>
                  </a:cubicBezTo>
                  <a:cubicBezTo>
                    <a:pt x="9421" y="3231"/>
                    <a:pt x="9369" y="3251"/>
                    <a:pt x="9330" y="3290"/>
                  </a:cubicBezTo>
                  <a:lnTo>
                    <a:pt x="8783" y="3837"/>
                  </a:lnTo>
                  <a:cubicBezTo>
                    <a:pt x="8767" y="3832"/>
                    <a:pt x="8749" y="3829"/>
                    <a:pt x="8732" y="3829"/>
                  </a:cubicBezTo>
                  <a:cubicBezTo>
                    <a:pt x="8726" y="3829"/>
                    <a:pt x="8720" y="3829"/>
                    <a:pt x="8714" y="3830"/>
                  </a:cubicBezTo>
                  <a:cubicBezTo>
                    <a:pt x="8656" y="3830"/>
                    <a:pt x="8605" y="3859"/>
                    <a:pt x="8569" y="3902"/>
                  </a:cubicBezTo>
                  <a:lnTo>
                    <a:pt x="6258" y="6706"/>
                  </a:lnTo>
                  <a:lnTo>
                    <a:pt x="5118" y="5565"/>
                  </a:lnTo>
                  <a:lnTo>
                    <a:pt x="5639" y="5134"/>
                  </a:lnTo>
                  <a:cubicBezTo>
                    <a:pt x="5803" y="4999"/>
                    <a:pt x="5674" y="4776"/>
                    <a:pt x="5511" y="4776"/>
                  </a:cubicBezTo>
                  <a:cubicBezTo>
                    <a:pt x="5469" y="4776"/>
                    <a:pt x="5424" y="4791"/>
                    <a:pt x="5382" y="4826"/>
                  </a:cubicBezTo>
                  <a:lnTo>
                    <a:pt x="4694" y="5391"/>
                  </a:lnTo>
                  <a:lnTo>
                    <a:pt x="2792" y="6959"/>
                  </a:lnTo>
                  <a:lnTo>
                    <a:pt x="1630" y="5797"/>
                  </a:lnTo>
                  <a:lnTo>
                    <a:pt x="5505" y="1096"/>
                  </a:lnTo>
                  <a:lnTo>
                    <a:pt x="7493" y="3084"/>
                  </a:lnTo>
                  <a:lnTo>
                    <a:pt x="5994" y="4323"/>
                  </a:lnTo>
                  <a:cubicBezTo>
                    <a:pt x="5830" y="4458"/>
                    <a:pt x="5956" y="4680"/>
                    <a:pt x="6119" y="4680"/>
                  </a:cubicBezTo>
                  <a:cubicBezTo>
                    <a:pt x="6161" y="4680"/>
                    <a:pt x="6205" y="4665"/>
                    <a:pt x="6248" y="4630"/>
                  </a:cubicBezTo>
                  <a:lnTo>
                    <a:pt x="7917" y="3254"/>
                  </a:lnTo>
                  <a:cubicBezTo>
                    <a:pt x="7982" y="3200"/>
                    <a:pt x="8008" y="3117"/>
                    <a:pt x="7982" y="3037"/>
                  </a:cubicBezTo>
                  <a:lnTo>
                    <a:pt x="8533" y="2490"/>
                  </a:lnTo>
                  <a:cubicBezTo>
                    <a:pt x="8609" y="2410"/>
                    <a:pt x="8609" y="2284"/>
                    <a:pt x="8533" y="2207"/>
                  </a:cubicBezTo>
                  <a:lnTo>
                    <a:pt x="8464" y="2139"/>
                  </a:lnTo>
                  <a:cubicBezTo>
                    <a:pt x="8696" y="1646"/>
                    <a:pt x="8547" y="991"/>
                    <a:pt x="8073" y="520"/>
                  </a:cubicBezTo>
                  <a:cubicBezTo>
                    <a:pt x="7746" y="193"/>
                    <a:pt x="7334" y="19"/>
                    <a:pt x="6950" y="19"/>
                  </a:cubicBezTo>
                  <a:cubicBezTo>
                    <a:pt x="6775" y="19"/>
                    <a:pt x="6606" y="55"/>
                    <a:pt x="6454" y="129"/>
                  </a:cubicBezTo>
                  <a:lnTo>
                    <a:pt x="6385" y="60"/>
                  </a:lnTo>
                  <a:cubicBezTo>
                    <a:pt x="6345" y="20"/>
                    <a:pt x="6294" y="0"/>
                    <a:pt x="6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2"/>
            <p:cNvSpPr/>
            <p:nvPr/>
          </p:nvSpPr>
          <p:spPr>
            <a:xfrm>
              <a:off x="4123200" y="3100217"/>
              <a:ext cx="77787" cy="86859"/>
            </a:xfrm>
            <a:custGeom>
              <a:rect b="b" l="l" r="r" t="t"/>
              <a:pathLst>
                <a:path extrusionOk="0" h="3313" w="2967">
                  <a:moveTo>
                    <a:pt x="2745" y="0"/>
                  </a:moveTo>
                  <a:cubicBezTo>
                    <a:pt x="2688" y="0"/>
                    <a:pt x="2630" y="25"/>
                    <a:pt x="2590" y="73"/>
                  </a:cubicBezTo>
                  <a:lnTo>
                    <a:pt x="127" y="2982"/>
                  </a:lnTo>
                  <a:cubicBezTo>
                    <a:pt x="1" y="3132"/>
                    <a:pt x="136" y="3313"/>
                    <a:pt x="285" y="3313"/>
                  </a:cubicBezTo>
                  <a:cubicBezTo>
                    <a:pt x="337" y="3313"/>
                    <a:pt x="390" y="3291"/>
                    <a:pt x="435" y="3239"/>
                  </a:cubicBezTo>
                  <a:lnTo>
                    <a:pt x="2898" y="331"/>
                  </a:lnTo>
                  <a:cubicBezTo>
                    <a:pt x="2967" y="247"/>
                    <a:pt x="2956" y="121"/>
                    <a:pt x="2873" y="48"/>
                  </a:cubicBezTo>
                  <a:cubicBezTo>
                    <a:pt x="2836" y="16"/>
                    <a:pt x="2790"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0" name="Google Shape;12380;p82"/>
          <p:cNvGrpSpPr/>
          <p:nvPr/>
        </p:nvGrpSpPr>
        <p:grpSpPr>
          <a:xfrm>
            <a:off x="3531550" y="2900937"/>
            <a:ext cx="358288" cy="358262"/>
            <a:chOff x="3531550" y="2900937"/>
            <a:chExt cx="358288" cy="358262"/>
          </a:xfrm>
        </p:grpSpPr>
        <p:sp>
          <p:nvSpPr>
            <p:cNvPr id="12381" name="Google Shape;12381;p82"/>
            <p:cNvSpPr/>
            <p:nvPr/>
          </p:nvSpPr>
          <p:spPr>
            <a:xfrm>
              <a:off x="3593554" y="2962942"/>
              <a:ext cx="234280" cy="234253"/>
            </a:xfrm>
            <a:custGeom>
              <a:rect b="b" l="l" r="r" t="t"/>
              <a:pathLst>
                <a:path extrusionOk="0" h="8935" w="8936">
                  <a:moveTo>
                    <a:pt x="1" y="0"/>
                  </a:moveTo>
                  <a:lnTo>
                    <a:pt x="1" y="8935"/>
                  </a:lnTo>
                  <a:lnTo>
                    <a:pt x="8935" y="8935"/>
                  </a:lnTo>
                  <a:lnTo>
                    <a:pt x="893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2"/>
            <p:cNvSpPr/>
            <p:nvPr/>
          </p:nvSpPr>
          <p:spPr>
            <a:xfrm>
              <a:off x="3610937" y="2980298"/>
              <a:ext cx="199515" cy="199541"/>
            </a:xfrm>
            <a:custGeom>
              <a:rect b="b" l="l" r="r" t="t"/>
              <a:pathLst>
                <a:path extrusionOk="0" h="7611" w="7610">
                  <a:moveTo>
                    <a:pt x="0" y="1"/>
                  </a:moveTo>
                  <a:lnTo>
                    <a:pt x="0" y="7610"/>
                  </a:lnTo>
                  <a:lnTo>
                    <a:pt x="7610" y="7610"/>
                  </a:lnTo>
                  <a:lnTo>
                    <a:pt x="761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2"/>
            <p:cNvSpPr/>
            <p:nvPr/>
          </p:nvSpPr>
          <p:spPr>
            <a:xfrm>
              <a:off x="3610937" y="2980219"/>
              <a:ext cx="199515" cy="199620"/>
            </a:xfrm>
            <a:custGeom>
              <a:rect b="b" l="l" r="r" t="t"/>
              <a:pathLst>
                <a:path extrusionOk="0" h="7614" w="7610">
                  <a:moveTo>
                    <a:pt x="7084" y="0"/>
                  </a:moveTo>
                  <a:lnTo>
                    <a:pt x="7084" y="7084"/>
                  </a:lnTo>
                  <a:lnTo>
                    <a:pt x="0" y="7084"/>
                  </a:lnTo>
                  <a:lnTo>
                    <a:pt x="0" y="7613"/>
                  </a:lnTo>
                  <a:lnTo>
                    <a:pt x="7610" y="7613"/>
                  </a:lnTo>
                  <a:lnTo>
                    <a:pt x="7610"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2"/>
            <p:cNvSpPr/>
            <p:nvPr/>
          </p:nvSpPr>
          <p:spPr>
            <a:xfrm>
              <a:off x="3659832" y="3029220"/>
              <a:ext cx="101724" cy="101698"/>
            </a:xfrm>
            <a:custGeom>
              <a:rect b="b" l="l" r="r" t="t"/>
              <a:pathLst>
                <a:path extrusionOk="0" h="3879" w="3880">
                  <a:moveTo>
                    <a:pt x="341" y="0"/>
                  </a:moveTo>
                  <a:cubicBezTo>
                    <a:pt x="153" y="0"/>
                    <a:pt x="1" y="152"/>
                    <a:pt x="1" y="340"/>
                  </a:cubicBezTo>
                  <a:lnTo>
                    <a:pt x="1" y="3535"/>
                  </a:lnTo>
                  <a:cubicBezTo>
                    <a:pt x="1" y="3723"/>
                    <a:pt x="153" y="3875"/>
                    <a:pt x="341" y="3879"/>
                  </a:cubicBezTo>
                  <a:lnTo>
                    <a:pt x="3539" y="3879"/>
                  </a:lnTo>
                  <a:cubicBezTo>
                    <a:pt x="3727" y="3879"/>
                    <a:pt x="3879" y="3723"/>
                    <a:pt x="3879" y="3535"/>
                  </a:cubicBezTo>
                  <a:lnTo>
                    <a:pt x="3879" y="340"/>
                  </a:lnTo>
                  <a:cubicBezTo>
                    <a:pt x="3879" y="152"/>
                    <a:pt x="3727" y="0"/>
                    <a:pt x="353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2"/>
            <p:cNvSpPr/>
            <p:nvPr/>
          </p:nvSpPr>
          <p:spPr>
            <a:xfrm>
              <a:off x="3674750" y="3044111"/>
              <a:ext cx="71888" cy="71810"/>
            </a:xfrm>
            <a:custGeom>
              <a:rect b="b" l="l" r="r" t="t"/>
              <a:pathLst>
                <a:path extrusionOk="0" h="2739" w="2742">
                  <a:moveTo>
                    <a:pt x="0" y="1"/>
                  </a:moveTo>
                  <a:lnTo>
                    <a:pt x="0" y="2739"/>
                  </a:lnTo>
                  <a:lnTo>
                    <a:pt x="2742" y="2739"/>
                  </a:lnTo>
                  <a:lnTo>
                    <a:pt x="27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2"/>
            <p:cNvSpPr/>
            <p:nvPr/>
          </p:nvSpPr>
          <p:spPr>
            <a:xfrm>
              <a:off x="3531550" y="2900937"/>
              <a:ext cx="358288" cy="358262"/>
            </a:xfrm>
            <a:custGeom>
              <a:rect b="b" l="l" r="r" t="t"/>
              <a:pathLst>
                <a:path extrusionOk="0" h="13665" w="13666">
                  <a:moveTo>
                    <a:pt x="4680" y="398"/>
                  </a:moveTo>
                  <a:cubicBezTo>
                    <a:pt x="4839" y="406"/>
                    <a:pt x="4839" y="641"/>
                    <a:pt x="4680" y="648"/>
                  </a:cubicBezTo>
                  <a:cubicBezTo>
                    <a:pt x="4524" y="641"/>
                    <a:pt x="4524" y="406"/>
                    <a:pt x="4680" y="398"/>
                  </a:cubicBezTo>
                  <a:close/>
                  <a:moveTo>
                    <a:pt x="6831" y="398"/>
                  </a:moveTo>
                  <a:cubicBezTo>
                    <a:pt x="6991" y="406"/>
                    <a:pt x="6991" y="641"/>
                    <a:pt x="6831" y="648"/>
                  </a:cubicBezTo>
                  <a:cubicBezTo>
                    <a:pt x="6675" y="641"/>
                    <a:pt x="6675" y="406"/>
                    <a:pt x="6831" y="398"/>
                  </a:cubicBezTo>
                  <a:close/>
                  <a:moveTo>
                    <a:pt x="8986" y="398"/>
                  </a:moveTo>
                  <a:cubicBezTo>
                    <a:pt x="9142" y="406"/>
                    <a:pt x="9142" y="641"/>
                    <a:pt x="8986" y="648"/>
                  </a:cubicBezTo>
                  <a:cubicBezTo>
                    <a:pt x="8827" y="641"/>
                    <a:pt x="8827" y="406"/>
                    <a:pt x="8986" y="398"/>
                  </a:cubicBezTo>
                  <a:close/>
                  <a:moveTo>
                    <a:pt x="525" y="4555"/>
                  </a:moveTo>
                  <a:cubicBezTo>
                    <a:pt x="590" y="4555"/>
                    <a:pt x="653" y="4604"/>
                    <a:pt x="653" y="4679"/>
                  </a:cubicBezTo>
                  <a:cubicBezTo>
                    <a:pt x="653" y="4748"/>
                    <a:pt x="595" y="4806"/>
                    <a:pt x="526" y="4806"/>
                  </a:cubicBezTo>
                  <a:cubicBezTo>
                    <a:pt x="414" y="4806"/>
                    <a:pt x="356" y="4668"/>
                    <a:pt x="435" y="4592"/>
                  </a:cubicBezTo>
                  <a:cubicBezTo>
                    <a:pt x="461" y="4566"/>
                    <a:pt x="494" y="4555"/>
                    <a:pt x="525" y="4555"/>
                  </a:cubicBezTo>
                  <a:close/>
                  <a:moveTo>
                    <a:pt x="13140" y="4553"/>
                  </a:moveTo>
                  <a:cubicBezTo>
                    <a:pt x="13253" y="4553"/>
                    <a:pt x="13310" y="4690"/>
                    <a:pt x="13231" y="4770"/>
                  </a:cubicBezTo>
                  <a:cubicBezTo>
                    <a:pt x="13205" y="4795"/>
                    <a:pt x="13174" y="4807"/>
                    <a:pt x="13143" y="4807"/>
                  </a:cubicBezTo>
                  <a:cubicBezTo>
                    <a:pt x="13077" y="4807"/>
                    <a:pt x="13013" y="4756"/>
                    <a:pt x="13013" y="4679"/>
                  </a:cubicBezTo>
                  <a:cubicBezTo>
                    <a:pt x="13013" y="4611"/>
                    <a:pt x="13071" y="4553"/>
                    <a:pt x="13140" y="4553"/>
                  </a:cubicBezTo>
                  <a:close/>
                  <a:moveTo>
                    <a:pt x="525" y="6706"/>
                  </a:moveTo>
                  <a:cubicBezTo>
                    <a:pt x="590" y="6706"/>
                    <a:pt x="653" y="6755"/>
                    <a:pt x="653" y="6831"/>
                  </a:cubicBezTo>
                  <a:cubicBezTo>
                    <a:pt x="653" y="6899"/>
                    <a:pt x="595" y="6957"/>
                    <a:pt x="526" y="6957"/>
                  </a:cubicBezTo>
                  <a:cubicBezTo>
                    <a:pt x="414" y="6957"/>
                    <a:pt x="356" y="6823"/>
                    <a:pt x="435" y="6744"/>
                  </a:cubicBezTo>
                  <a:cubicBezTo>
                    <a:pt x="461" y="6718"/>
                    <a:pt x="494" y="6706"/>
                    <a:pt x="525" y="6706"/>
                  </a:cubicBezTo>
                  <a:close/>
                  <a:moveTo>
                    <a:pt x="13140" y="6707"/>
                  </a:moveTo>
                  <a:cubicBezTo>
                    <a:pt x="13253" y="6707"/>
                    <a:pt x="13310" y="6841"/>
                    <a:pt x="13231" y="6921"/>
                  </a:cubicBezTo>
                  <a:cubicBezTo>
                    <a:pt x="13205" y="6947"/>
                    <a:pt x="13174" y="6958"/>
                    <a:pt x="13143" y="6958"/>
                  </a:cubicBezTo>
                  <a:cubicBezTo>
                    <a:pt x="13077" y="6958"/>
                    <a:pt x="13013" y="6907"/>
                    <a:pt x="13013" y="6831"/>
                  </a:cubicBezTo>
                  <a:cubicBezTo>
                    <a:pt x="13013" y="6762"/>
                    <a:pt x="13071" y="6707"/>
                    <a:pt x="13140" y="6707"/>
                  </a:cubicBezTo>
                  <a:close/>
                  <a:moveTo>
                    <a:pt x="525" y="8857"/>
                  </a:moveTo>
                  <a:cubicBezTo>
                    <a:pt x="590" y="8857"/>
                    <a:pt x="653" y="8906"/>
                    <a:pt x="653" y="8982"/>
                  </a:cubicBezTo>
                  <a:cubicBezTo>
                    <a:pt x="653" y="9054"/>
                    <a:pt x="595" y="9109"/>
                    <a:pt x="526" y="9109"/>
                  </a:cubicBezTo>
                  <a:cubicBezTo>
                    <a:pt x="414" y="9109"/>
                    <a:pt x="356" y="8975"/>
                    <a:pt x="435" y="8895"/>
                  </a:cubicBezTo>
                  <a:cubicBezTo>
                    <a:pt x="461" y="8869"/>
                    <a:pt x="494" y="8857"/>
                    <a:pt x="525" y="8857"/>
                  </a:cubicBezTo>
                  <a:close/>
                  <a:moveTo>
                    <a:pt x="13134" y="8859"/>
                  </a:moveTo>
                  <a:cubicBezTo>
                    <a:pt x="13136" y="8859"/>
                    <a:pt x="13138" y="8859"/>
                    <a:pt x="13140" y="8859"/>
                  </a:cubicBezTo>
                  <a:cubicBezTo>
                    <a:pt x="13253" y="8859"/>
                    <a:pt x="13310" y="8993"/>
                    <a:pt x="13231" y="9072"/>
                  </a:cubicBezTo>
                  <a:cubicBezTo>
                    <a:pt x="13205" y="9098"/>
                    <a:pt x="13174" y="9109"/>
                    <a:pt x="13143" y="9109"/>
                  </a:cubicBezTo>
                  <a:cubicBezTo>
                    <a:pt x="13077" y="9109"/>
                    <a:pt x="13013" y="9058"/>
                    <a:pt x="13013" y="8982"/>
                  </a:cubicBezTo>
                  <a:cubicBezTo>
                    <a:pt x="13013" y="8915"/>
                    <a:pt x="13068" y="8859"/>
                    <a:pt x="13134" y="8859"/>
                  </a:cubicBezTo>
                  <a:close/>
                  <a:moveTo>
                    <a:pt x="4680" y="13013"/>
                  </a:moveTo>
                  <a:cubicBezTo>
                    <a:pt x="4839" y="13024"/>
                    <a:pt x="4839" y="13256"/>
                    <a:pt x="4680" y="13266"/>
                  </a:cubicBezTo>
                  <a:cubicBezTo>
                    <a:pt x="4524" y="13256"/>
                    <a:pt x="4524" y="13024"/>
                    <a:pt x="4680" y="13013"/>
                  </a:cubicBezTo>
                  <a:close/>
                  <a:moveTo>
                    <a:pt x="6831" y="13013"/>
                  </a:moveTo>
                  <a:cubicBezTo>
                    <a:pt x="6991" y="13024"/>
                    <a:pt x="6991" y="13256"/>
                    <a:pt x="6831" y="13266"/>
                  </a:cubicBezTo>
                  <a:cubicBezTo>
                    <a:pt x="6675" y="13256"/>
                    <a:pt x="6675" y="13024"/>
                    <a:pt x="6831" y="13013"/>
                  </a:cubicBezTo>
                  <a:close/>
                  <a:moveTo>
                    <a:pt x="8986" y="13013"/>
                  </a:moveTo>
                  <a:cubicBezTo>
                    <a:pt x="9142" y="13024"/>
                    <a:pt x="9142" y="13256"/>
                    <a:pt x="8986" y="13266"/>
                  </a:cubicBezTo>
                  <a:cubicBezTo>
                    <a:pt x="8827" y="13256"/>
                    <a:pt x="8827" y="13024"/>
                    <a:pt x="8986" y="13013"/>
                  </a:cubicBezTo>
                  <a:close/>
                  <a:moveTo>
                    <a:pt x="4680" y="0"/>
                  </a:moveTo>
                  <a:cubicBezTo>
                    <a:pt x="4104" y="0"/>
                    <a:pt x="3948" y="793"/>
                    <a:pt x="4481" y="1011"/>
                  </a:cubicBezTo>
                  <a:lnTo>
                    <a:pt x="4481" y="2166"/>
                  </a:lnTo>
                  <a:lnTo>
                    <a:pt x="2366" y="2166"/>
                  </a:lnTo>
                  <a:cubicBezTo>
                    <a:pt x="2257" y="2166"/>
                    <a:pt x="2166" y="2256"/>
                    <a:pt x="2166" y="2365"/>
                  </a:cubicBezTo>
                  <a:lnTo>
                    <a:pt x="2166" y="4480"/>
                  </a:lnTo>
                  <a:lnTo>
                    <a:pt x="1011" y="4480"/>
                  </a:lnTo>
                  <a:cubicBezTo>
                    <a:pt x="920" y="4256"/>
                    <a:pt x="726" y="4154"/>
                    <a:pt x="532" y="4154"/>
                  </a:cubicBezTo>
                  <a:cubicBezTo>
                    <a:pt x="266" y="4154"/>
                    <a:pt x="1" y="4346"/>
                    <a:pt x="1" y="4679"/>
                  </a:cubicBezTo>
                  <a:cubicBezTo>
                    <a:pt x="1" y="4933"/>
                    <a:pt x="178" y="5147"/>
                    <a:pt x="424" y="5197"/>
                  </a:cubicBezTo>
                  <a:cubicBezTo>
                    <a:pt x="458" y="5204"/>
                    <a:pt x="492" y="5207"/>
                    <a:pt x="525" y="5207"/>
                  </a:cubicBezTo>
                  <a:cubicBezTo>
                    <a:pt x="735" y="5207"/>
                    <a:pt x="930" y="5082"/>
                    <a:pt x="1011" y="4879"/>
                  </a:cubicBezTo>
                  <a:lnTo>
                    <a:pt x="2166" y="4879"/>
                  </a:lnTo>
                  <a:lnTo>
                    <a:pt x="2166" y="6631"/>
                  </a:lnTo>
                  <a:lnTo>
                    <a:pt x="1011" y="6631"/>
                  </a:lnTo>
                  <a:cubicBezTo>
                    <a:pt x="920" y="6407"/>
                    <a:pt x="726" y="6305"/>
                    <a:pt x="532" y="6305"/>
                  </a:cubicBezTo>
                  <a:cubicBezTo>
                    <a:pt x="266" y="6305"/>
                    <a:pt x="1" y="6497"/>
                    <a:pt x="1" y="6831"/>
                  </a:cubicBezTo>
                  <a:cubicBezTo>
                    <a:pt x="1" y="7084"/>
                    <a:pt x="178" y="7298"/>
                    <a:pt x="424" y="7349"/>
                  </a:cubicBezTo>
                  <a:cubicBezTo>
                    <a:pt x="458" y="7355"/>
                    <a:pt x="492" y="7358"/>
                    <a:pt x="525" y="7358"/>
                  </a:cubicBezTo>
                  <a:cubicBezTo>
                    <a:pt x="735" y="7358"/>
                    <a:pt x="930" y="7234"/>
                    <a:pt x="1011" y="7033"/>
                  </a:cubicBezTo>
                  <a:lnTo>
                    <a:pt x="2166" y="7033"/>
                  </a:lnTo>
                  <a:lnTo>
                    <a:pt x="2166" y="8783"/>
                  </a:lnTo>
                  <a:lnTo>
                    <a:pt x="1011" y="8783"/>
                  </a:lnTo>
                  <a:cubicBezTo>
                    <a:pt x="920" y="8557"/>
                    <a:pt x="726" y="8455"/>
                    <a:pt x="533" y="8455"/>
                  </a:cubicBezTo>
                  <a:cubicBezTo>
                    <a:pt x="267" y="8455"/>
                    <a:pt x="1" y="8648"/>
                    <a:pt x="1" y="8982"/>
                  </a:cubicBezTo>
                  <a:cubicBezTo>
                    <a:pt x="1" y="9232"/>
                    <a:pt x="178" y="9449"/>
                    <a:pt x="424" y="9496"/>
                  </a:cubicBezTo>
                  <a:cubicBezTo>
                    <a:pt x="459" y="9503"/>
                    <a:pt x="494" y="9507"/>
                    <a:pt x="529" y="9507"/>
                  </a:cubicBezTo>
                  <a:cubicBezTo>
                    <a:pt x="738" y="9507"/>
                    <a:pt x="930" y="9380"/>
                    <a:pt x="1011" y="9181"/>
                  </a:cubicBezTo>
                  <a:lnTo>
                    <a:pt x="2166" y="9181"/>
                  </a:lnTo>
                  <a:lnTo>
                    <a:pt x="2166" y="11296"/>
                  </a:lnTo>
                  <a:cubicBezTo>
                    <a:pt x="2166" y="11405"/>
                    <a:pt x="2257" y="11495"/>
                    <a:pt x="2366" y="11495"/>
                  </a:cubicBezTo>
                  <a:lnTo>
                    <a:pt x="4481" y="11495"/>
                  </a:lnTo>
                  <a:lnTo>
                    <a:pt x="4481" y="12651"/>
                  </a:lnTo>
                  <a:cubicBezTo>
                    <a:pt x="3945" y="12868"/>
                    <a:pt x="4104" y="13661"/>
                    <a:pt x="4680" y="13661"/>
                  </a:cubicBezTo>
                  <a:cubicBezTo>
                    <a:pt x="4930" y="13661"/>
                    <a:pt x="5147" y="13484"/>
                    <a:pt x="5194" y="13237"/>
                  </a:cubicBezTo>
                  <a:cubicBezTo>
                    <a:pt x="5245" y="12991"/>
                    <a:pt x="5111" y="12745"/>
                    <a:pt x="4879" y="12651"/>
                  </a:cubicBezTo>
                  <a:lnTo>
                    <a:pt x="4879" y="11499"/>
                  </a:lnTo>
                  <a:lnTo>
                    <a:pt x="6632" y="11499"/>
                  </a:lnTo>
                  <a:lnTo>
                    <a:pt x="6632" y="12651"/>
                  </a:lnTo>
                  <a:cubicBezTo>
                    <a:pt x="6096" y="12872"/>
                    <a:pt x="6255" y="13665"/>
                    <a:pt x="6831" y="13665"/>
                  </a:cubicBezTo>
                  <a:cubicBezTo>
                    <a:pt x="7081" y="13665"/>
                    <a:pt x="7298" y="13487"/>
                    <a:pt x="7345" y="13241"/>
                  </a:cubicBezTo>
                  <a:cubicBezTo>
                    <a:pt x="7396" y="12995"/>
                    <a:pt x="7262" y="12748"/>
                    <a:pt x="7030" y="12651"/>
                  </a:cubicBezTo>
                  <a:lnTo>
                    <a:pt x="7030" y="11499"/>
                  </a:lnTo>
                  <a:lnTo>
                    <a:pt x="8783" y="11499"/>
                  </a:lnTo>
                  <a:lnTo>
                    <a:pt x="8783" y="12651"/>
                  </a:lnTo>
                  <a:cubicBezTo>
                    <a:pt x="8247" y="12872"/>
                    <a:pt x="8407" y="13665"/>
                    <a:pt x="8983" y="13665"/>
                  </a:cubicBezTo>
                  <a:cubicBezTo>
                    <a:pt x="9232" y="13665"/>
                    <a:pt x="9450" y="13487"/>
                    <a:pt x="9497" y="13241"/>
                  </a:cubicBezTo>
                  <a:cubicBezTo>
                    <a:pt x="9547" y="12995"/>
                    <a:pt x="9413" y="12748"/>
                    <a:pt x="9182" y="12651"/>
                  </a:cubicBezTo>
                  <a:lnTo>
                    <a:pt x="9182" y="11499"/>
                  </a:lnTo>
                  <a:lnTo>
                    <a:pt x="11297" y="11499"/>
                  </a:lnTo>
                  <a:cubicBezTo>
                    <a:pt x="11409" y="11499"/>
                    <a:pt x="11496" y="11408"/>
                    <a:pt x="11496" y="11296"/>
                  </a:cubicBezTo>
                  <a:lnTo>
                    <a:pt x="11496" y="9181"/>
                  </a:lnTo>
                  <a:lnTo>
                    <a:pt x="12651" y="9181"/>
                  </a:lnTo>
                  <a:cubicBezTo>
                    <a:pt x="12733" y="9384"/>
                    <a:pt x="12927" y="9509"/>
                    <a:pt x="13138" y="9509"/>
                  </a:cubicBezTo>
                  <a:cubicBezTo>
                    <a:pt x="13171" y="9509"/>
                    <a:pt x="13204" y="9506"/>
                    <a:pt x="13238" y="9500"/>
                  </a:cubicBezTo>
                  <a:cubicBezTo>
                    <a:pt x="13488" y="9449"/>
                    <a:pt x="13665" y="9232"/>
                    <a:pt x="13665" y="8982"/>
                  </a:cubicBezTo>
                  <a:cubicBezTo>
                    <a:pt x="13665" y="8649"/>
                    <a:pt x="13400" y="8456"/>
                    <a:pt x="13133" y="8456"/>
                  </a:cubicBezTo>
                  <a:cubicBezTo>
                    <a:pt x="12939" y="8456"/>
                    <a:pt x="12744" y="8558"/>
                    <a:pt x="12651" y="8783"/>
                  </a:cubicBezTo>
                  <a:lnTo>
                    <a:pt x="11496" y="8783"/>
                  </a:lnTo>
                  <a:lnTo>
                    <a:pt x="11496" y="7030"/>
                  </a:lnTo>
                  <a:lnTo>
                    <a:pt x="11500" y="7033"/>
                  </a:lnTo>
                  <a:lnTo>
                    <a:pt x="12655" y="7033"/>
                  </a:lnTo>
                  <a:cubicBezTo>
                    <a:pt x="12736" y="7234"/>
                    <a:pt x="12931" y="7358"/>
                    <a:pt x="13141" y="7358"/>
                  </a:cubicBezTo>
                  <a:cubicBezTo>
                    <a:pt x="13174" y="7358"/>
                    <a:pt x="13208" y="7355"/>
                    <a:pt x="13242" y="7349"/>
                  </a:cubicBezTo>
                  <a:cubicBezTo>
                    <a:pt x="13488" y="7298"/>
                    <a:pt x="13665" y="7084"/>
                    <a:pt x="13665" y="6831"/>
                  </a:cubicBezTo>
                  <a:cubicBezTo>
                    <a:pt x="13665" y="6497"/>
                    <a:pt x="13400" y="6305"/>
                    <a:pt x="13134" y="6305"/>
                  </a:cubicBezTo>
                  <a:cubicBezTo>
                    <a:pt x="12940" y="6305"/>
                    <a:pt x="12747" y="6407"/>
                    <a:pt x="12655" y="6631"/>
                  </a:cubicBezTo>
                  <a:lnTo>
                    <a:pt x="11500" y="6631"/>
                  </a:lnTo>
                  <a:lnTo>
                    <a:pt x="11500" y="4879"/>
                  </a:lnTo>
                  <a:lnTo>
                    <a:pt x="12655" y="4879"/>
                  </a:lnTo>
                  <a:cubicBezTo>
                    <a:pt x="12736" y="5082"/>
                    <a:pt x="12931" y="5207"/>
                    <a:pt x="13141" y="5207"/>
                  </a:cubicBezTo>
                  <a:cubicBezTo>
                    <a:pt x="13174" y="5207"/>
                    <a:pt x="13208" y="5204"/>
                    <a:pt x="13242" y="5197"/>
                  </a:cubicBezTo>
                  <a:cubicBezTo>
                    <a:pt x="13488" y="5147"/>
                    <a:pt x="13665" y="4933"/>
                    <a:pt x="13665" y="4679"/>
                  </a:cubicBezTo>
                  <a:cubicBezTo>
                    <a:pt x="13665" y="4346"/>
                    <a:pt x="13400" y="4154"/>
                    <a:pt x="13134" y="4154"/>
                  </a:cubicBezTo>
                  <a:cubicBezTo>
                    <a:pt x="12940" y="4154"/>
                    <a:pt x="12747" y="4256"/>
                    <a:pt x="12655" y="4480"/>
                  </a:cubicBezTo>
                  <a:lnTo>
                    <a:pt x="11500" y="4480"/>
                  </a:lnTo>
                  <a:lnTo>
                    <a:pt x="11500" y="2365"/>
                  </a:lnTo>
                  <a:cubicBezTo>
                    <a:pt x="11500" y="2256"/>
                    <a:pt x="11409" y="2166"/>
                    <a:pt x="11300" y="2166"/>
                  </a:cubicBezTo>
                  <a:lnTo>
                    <a:pt x="10438" y="2166"/>
                  </a:lnTo>
                  <a:cubicBezTo>
                    <a:pt x="10174" y="2166"/>
                    <a:pt x="10174" y="2564"/>
                    <a:pt x="10438" y="2564"/>
                  </a:cubicBezTo>
                  <a:lnTo>
                    <a:pt x="11098" y="2564"/>
                  </a:lnTo>
                  <a:lnTo>
                    <a:pt x="11098" y="4679"/>
                  </a:lnTo>
                  <a:lnTo>
                    <a:pt x="11098" y="6831"/>
                  </a:lnTo>
                  <a:lnTo>
                    <a:pt x="11098" y="8982"/>
                  </a:lnTo>
                  <a:lnTo>
                    <a:pt x="11098" y="11097"/>
                  </a:lnTo>
                  <a:lnTo>
                    <a:pt x="2568" y="11097"/>
                  </a:lnTo>
                  <a:lnTo>
                    <a:pt x="2568" y="8982"/>
                  </a:lnTo>
                  <a:lnTo>
                    <a:pt x="2568" y="6831"/>
                  </a:lnTo>
                  <a:lnTo>
                    <a:pt x="2568" y="4679"/>
                  </a:lnTo>
                  <a:lnTo>
                    <a:pt x="2568" y="2564"/>
                  </a:lnTo>
                  <a:lnTo>
                    <a:pt x="9653" y="2564"/>
                  </a:lnTo>
                  <a:cubicBezTo>
                    <a:pt x="9917" y="2564"/>
                    <a:pt x="9917" y="2166"/>
                    <a:pt x="9653" y="2166"/>
                  </a:cubicBezTo>
                  <a:lnTo>
                    <a:pt x="9189" y="2166"/>
                  </a:lnTo>
                  <a:lnTo>
                    <a:pt x="9189" y="1011"/>
                  </a:lnTo>
                  <a:cubicBezTo>
                    <a:pt x="9421" y="916"/>
                    <a:pt x="9551" y="670"/>
                    <a:pt x="9504" y="424"/>
                  </a:cubicBezTo>
                  <a:cubicBezTo>
                    <a:pt x="9453" y="178"/>
                    <a:pt x="9240" y="0"/>
                    <a:pt x="8986" y="0"/>
                  </a:cubicBezTo>
                  <a:cubicBezTo>
                    <a:pt x="8410" y="0"/>
                    <a:pt x="8255" y="793"/>
                    <a:pt x="8787" y="1011"/>
                  </a:cubicBezTo>
                  <a:lnTo>
                    <a:pt x="8787" y="2166"/>
                  </a:lnTo>
                  <a:lnTo>
                    <a:pt x="7038" y="2166"/>
                  </a:lnTo>
                  <a:lnTo>
                    <a:pt x="7038" y="1011"/>
                  </a:lnTo>
                  <a:cubicBezTo>
                    <a:pt x="7269" y="916"/>
                    <a:pt x="7400" y="670"/>
                    <a:pt x="7353" y="424"/>
                  </a:cubicBezTo>
                  <a:cubicBezTo>
                    <a:pt x="7302" y="178"/>
                    <a:pt x="7088" y="0"/>
                    <a:pt x="6835" y="0"/>
                  </a:cubicBezTo>
                  <a:cubicBezTo>
                    <a:pt x="6259" y="0"/>
                    <a:pt x="6103" y="790"/>
                    <a:pt x="6636" y="1011"/>
                  </a:cubicBezTo>
                  <a:lnTo>
                    <a:pt x="6636" y="2166"/>
                  </a:lnTo>
                  <a:lnTo>
                    <a:pt x="4883" y="2166"/>
                  </a:lnTo>
                  <a:lnTo>
                    <a:pt x="4883" y="1011"/>
                  </a:lnTo>
                  <a:cubicBezTo>
                    <a:pt x="5115" y="916"/>
                    <a:pt x="5245" y="670"/>
                    <a:pt x="5198" y="424"/>
                  </a:cubicBezTo>
                  <a:cubicBezTo>
                    <a:pt x="5151" y="178"/>
                    <a:pt x="4933" y="0"/>
                    <a:pt x="4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2"/>
            <p:cNvSpPr/>
            <p:nvPr/>
          </p:nvSpPr>
          <p:spPr>
            <a:xfrm>
              <a:off x="3605719" y="2975002"/>
              <a:ext cx="210055" cy="210055"/>
            </a:xfrm>
            <a:custGeom>
              <a:rect b="b" l="l" r="r" t="t"/>
              <a:pathLst>
                <a:path extrusionOk="0" h="8012" w="8012">
                  <a:moveTo>
                    <a:pt x="199" y="0"/>
                  </a:moveTo>
                  <a:cubicBezTo>
                    <a:pt x="87" y="0"/>
                    <a:pt x="0" y="91"/>
                    <a:pt x="0" y="199"/>
                  </a:cubicBezTo>
                  <a:lnTo>
                    <a:pt x="0" y="5762"/>
                  </a:lnTo>
                  <a:cubicBezTo>
                    <a:pt x="0" y="5894"/>
                    <a:pt x="100" y="5960"/>
                    <a:pt x="199" y="5960"/>
                  </a:cubicBezTo>
                  <a:cubicBezTo>
                    <a:pt x="299" y="5960"/>
                    <a:pt x="399" y="5894"/>
                    <a:pt x="399" y="5762"/>
                  </a:cubicBezTo>
                  <a:lnTo>
                    <a:pt x="399" y="402"/>
                  </a:lnTo>
                  <a:lnTo>
                    <a:pt x="7609" y="402"/>
                  </a:lnTo>
                  <a:lnTo>
                    <a:pt x="7609" y="7613"/>
                  </a:lnTo>
                  <a:lnTo>
                    <a:pt x="399" y="7613"/>
                  </a:lnTo>
                  <a:lnTo>
                    <a:pt x="399" y="6552"/>
                  </a:lnTo>
                  <a:cubicBezTo>
                    <a:pt x="399" y="6439"/>
                    <a:pt x="308" y="6349"/>
                    <a:pt x="199" y="6349"/>
                  </a:cubicBezTo>
                  <a:cubicBezTo>
                    <a:pt x="87" y="6349"/>
                    <a:pt x="0" y="6439"/>
                    <a:pt x="0" y="6552"/>
                  </a:cubicBezTo>
                  <a:lnTo>
                    <a:pt x="0" y="7812"/>
                  </a:lnTo>
                  <a:cubicBezTo>
                    <a:pt x="0" y="7924"/>
                    <a:pt x="87" y="8011"/>
                    <a:pt x="199" y="8011"/>
                  </a:cubicBezTo>
                  <a:lnTo>
                    <a:pt x="7809" y="8011"/>
                  </a:lnTo>
                  <a:cubicBezTo>
                    <a:pt x="7921" y="8011"/>
                    <a:pt x="8011" y="7924"/>
                    <a:pt x="8011" y="7812"/>
                  </a:cubicBezTo>
                  <a:lnTo>
                    <a:pt x="8011" y="199"/>
                  </a:lnTo>
                  <a:cubicBezTo>
                    <a:pt x="8011" y="91"/>
                    <a:pt x="7921" y="0"/>
                    <a:pt x="7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2"/>
            <p:cNvSpPr/>
            <p:nvPr/>
          </p:nvSpPr>
          <p:spPr>
            <a:xfrm>
              <a:off x="3669506" y="3038894"/>
              <a:ext cx="82375" cy="82349"/>
            </a:xfrm>
            <a:custGeom>
              <a:rect b="b" l="l" r="r" t="t"/>
              <a:pathLst>
                <a:path extrusionOk="0" h="3141" w="3142">
                  <a:moveTo>
                    <a:pt x="200" y="0"/>
                  </a:moveTo>
                  <a:cubicBezTo>
                    <a:pt x="92" y="0"/>
                    <a:pt x="1" y="87"/>
                    <a:pt x="1" y="200"/>
                  </a:cubicBezTo>
                  <a:lnTo>
                    <a:pt x="1" y="2941"/>
                  </a:lnTo>
                  <a:cubicBezTo>
                    <a:pt x="1" y="3050"/>
                    <a:pt x="92" y="3140"/>
                    <a:pt x="200" y="3140"/>
                  </a:cubicBezTo>
                  <a:lnTo>
                    <a:pt x="1258" y="3140"/>
                  </a:lnTo>
                  <a:cubicBezTo>
                    <a:pt x="1522" y="3140"/>
                    <a:pt x="1522" y="2738"/>
                    <a:pt x="1258" y="2738"/>
                  </a:cubicBezTo>
                  <a:lnTo>
                    <a:pt x="403" y="2738"/>
                  </a:lnTo>
                  <a:lnTo>
                    <a:pt x="403" y="399"/>
                  </a:lnTo>
                  <a:lnTo>
                    <a:pt x="2743" y="399"/>
                  </a:lnTo>
                  <a:lnTo>
                    <a:pt x="2743" y="2738"/>
                  </a:lnTo>
                  <a:lnTo>
                    <a:pt x="2047" y="2738"/>
                  </a:lnTo>
                  <a:cubicBezTo>
                    <a:pt x="1779" y="2738"/>
                    <a:pt x="1779" y="3140"/>
                    <a:pt x="2047" y="3140"/>
                  </a:cubicBezTo>
                  <a:lnTo>
                    <a:pt x="2942" y="3140"/>
                  </a:lnTo>
                  <a:cubicBezTo>
                    <a:pt x="3050" y="3140"/>
                    <a:pt x="3141" y="3050"/>
                    <a:pt x="3141" y="2938"/>
                  </a:cubicBezTo>
                  <a:lnTo>
                    <a:pt x="3141" y="200"/>
                  </a:lnTo>
                  <a:cubicBezTo>
                    <a:pt x="3141" y="87"/>
                    <a:pt x="3050"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2"/>
            <p:cNvSpPr/>
            <p:nvPr/>
          </p:nvSpPr>
          <p:spPr>
            <a:xfrm>
              <a:off x="3632015" y="3001377"/>
              <a:ext cx="19008" cy="18929"/>
            </a:xfrm>
            <a:custGeom>
              <a:rect b="b" l="l" r="r" t="t"/>
              <a:pathLst>
                <a:path extrusionOk="0" h="722" w="725">
                  <a:moveTo>
                    <a:pt x="200" y="1"/>
                  </a:moveTo>
                  <a:cubicBezTo>
                    <a:pt x="91" y="1"/>
                    <a:pt x="0" y="91"/>
                    <a:pt x="0" y="200"/>
                  </a:cubicBezTo>
                  <a:lnTo>
                    <a:pt x="0" y="522"/>
                  </a:lnTo>
                  <a:cubicBezTo>
                    <a:pt x="0" y="635"/>
                    <a:pt x="91" y="722"/>
                    <a:pt x="200"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2"/>
            <p:cNvSpPr/>
            <p:nvPr/>
          </p:nvSpPr>
          <p:spPr>
            <a:xfrm>
              <a:off x="3659727"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2"/>
            <p:cNvSpPr/>
            <p:nvPr/>
          </p:nvSpPr>
          <p:spPr>
            <a:xfrm>
              <a:off x="3687361" y="3001377"/>
              <a:ext cx="19034" cy="18929"/>
            </a:xfrm>
            <a:custGeom>
              <a:rect b="b" l="l" r="r" t="t"/>
              <a:pathLst>
                <a:path extrusionOk="0" h="722" w="726">
                  <a:moveTo>
                    <a:pt x="200" y="1"/>
                  </a:moveTo>
                  <a:cubicBezTo>
                    <a:pt x="91" y="1"/>
                    <a:pt x="1" y="91"/>
                    <a:pt x="1" y="200"/>
                  </a:cubicBezTo>
                  <a:lnTo>
                    <a:pt x="1" y="522"/>
                  </a:lnTo>
                  <a:cubicBezTo>
                    <a:pt x="1" y="635"/>
                    <a:pt x="91" y="722"/>
                    <a:pt x="200" y="722"/>
                  </a:cubicBezTo>
                  <a:lnTo>
                    <a:pt x="522" y="722"/>
                  </a:lnTo>
                  <a:cubicBezTo>
                    <a:pt x="635" y="722"/>
                    <a:pt x="725" y="635"/>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2"/>
            <p:cNvSpPr/>
            <p:nvPr/>
          </p:nvSpPr>
          <p:spPr>
            <a:xfrm>
              <a:off x="3714994" y="3001377"/>
              <a:ext cx="19034" cy="18929"/>
            </a:xfrm>
            <a:custGeom>
              <a:rect b="b" l="l" r="r" t="t"/>
              <a:pathLst>
                <a:path extrusionOk="0" h="722" w="726">
                  <a:moveTo>
                    <a:pt x="204" y="1"/>
                  </a:moveTo>
                  <a:cubicBezTo>
                    <a:pt x="91" y="1"/>
                    <a:pt x="1" y="91"/>
                    <a:pt x="1" y="200"/>
                  </a:cubicBezTo>
                  <a:lnTo>
                    <a:pt x="1" y="522"/>
                  </a:lnTo>
                  <a:cubicBezTo>
                    <a:pt x="1" y="635"/>
                    <a:pt x="91" y="722"/>
                    <a:pt x="204" y="722"/>
                  </a:cubicBezTo>
                  <a:lnTo>
                    <a:pt x="526" y="722"/>
                  </a:lnTo>
                  <a:cubicBezTo>
                    <a:pt x="635" y="722"/>
                    <a:pt x="725" y="635"/>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2"/>
            <p:cNvSpPr/>
            <p:nvPr/>
          </p:nvSpPr>
          <p:spPr>
            <a:xfrm>
              <a:off x="3742811"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2"/>
            <p:cNvSpPr/>
            <p:nvPr/>
          </p:nvSpPr>
          <p:spPr>
            <a:xfrm>
              <a:off x="3770365" y="3001377"/>
              <a:ext cx="19008" cy="18929"/>
            </a:xfrm>
            <a:custGeom>
              <a:rect b="b" l="l" r="r" t="t"/>
              <a:pathLst>
                <a:path extrusionOk="0" h="722" w="725">
                  <a:moveTo>
                    <a:pt x="199" y="1"/>
                  </a:moveTo>
                  <a:cubicBezTo>
                    <a:pt x="91" y="1"/>
                    <a:pt x="0" y="91"/>
                    <a:pt x="0" y="200"/>
                  </a:cubicBezTo>
                  <a:lnTo>
                    <a:pt x="0" y="522"/>
                  </a:lnTo>
                  <a:cubicBezTo>
                    <a:pt x="0" y="635"/>
                    <a:pt x="91" y="722"/>
                    <a:pt x="199"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2"/>
            <p:cNvSpPr/>
            <p:nvPr/>
          </p:nvSpPr>
          <p:spPr>
            <a:xfrm>
              <a:off x="3632015"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2"/>
            <p:cNvSpPr/>
            <p:nvPr/>
          </p:nvSpPr>
          <p:spPr>
            <a:xfrm>
              <a:off x="3659649"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2"/>
            <p:cNvSpPr/>
            <p:nvPr/>
          </p:nvSpPr>
          <p:spPr>
            <a:xfrm>
              <a:off x="3687361" y="3139726"/>
              <a:ext cx="19034" cy="19034"/>
            </a:xfrm>
            <a:custGeom>
              <a:rect b="b" l="l" r="r" t="t"/>
              <a:pathLst>
                <a:path extrusionOk="0" h="726" w="726">
                  <a:moveTo>
                    <a:pt x="200" y="1"/>
                  </a:moveTo>
                  <a:cubicBezTo>
                    <a:pt x="91" y="1"/>
                    <a:pt x="1" y="91"/>
                    <a:pt x="1" y="200"/>
                  </a:cubicBezTo>
                  <a:lnTo>
                    <a:pt x="1" y="522"/>
                  </a:lnTo>
                  <a:cubicBezTo>
                    <a:pt x="1" y="634"/>
                    <a:pt x="91" y="725"/>
                    <a:pt x="200" y="725"/>
                  </a:cubicBezTo>
                  <a:lnTo>
                    <a:pt x="522" y="725"/>
                  </a:lnTo>
                  <a:cubicBezTo>
                    <a:pt x="635" y="725"/>
                    <a:pt x="725" y="634"/>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2"/>
            <p:cNvSpPr/>
            <p:nvPr/>
          </p:nvSpPr>
          <p:spPr>
            <a:xfrm>
              <a:off x="3714994" y="3139726"/>
              <a:ext cx="19034" cy="19034"/>
            </a:xfrm>
            <a:custGeom>
              <a:rect b="b" l="l" r="r" t="t"/>
              <a:pathLst>
                <a:path extrusionOk="0" h="726" w="726">
                  <a:moveTo>
                    <a:pt x="204" y="1"/>
                  </a:moveTo>
                  <a:cubicBezTo>
                    <a:pt x="91" y="1"/>
                    <a:pt x="1" y="91"/>
                    <a:pt x="1" y="200"/>
                  </a:cubicBezTo>
                  <a:lnTo>
                    <a:pt x="1" y="522"/>
                  </a:lnTo>
                  <a:cubicBezTo>
                    <a:pt x="1" y="634"/>
                    <a:pt x="91" y="725"/>
                    <a:pt x="204" y="725"/>
                  </a:cubicBezTo>
                  <a:lnTo>
                    <a:pt x="526" y="725"/>
                  </a:lnTo>
                  <a:cubicBezTo>
                    <a:pt x="635" y="725"/>
                    <a:pt x="725" y="634"/>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2"/>
            <p:cNvSpPr/>
            <p:nvPr/>
          </p:nvSpPr>
          <p:spPr>
            <a:xfrm>
              <a:off x="3742732" y="3139726"/>
              <a:ext cx="18929" cy="19034"/>
            </a:xfrm>
            <a:custGeom>
              <a:rect b="b" l="l" r="r" t="t"/>
              <a:pathLst>
                <a:path extrusionOk="0" h="726" w="722">
                  <a:moveTo>
                    <a:pt x="200" y="1"/>
                  </a:moveTo>
                  <a:cubicBezTo>
                    <a:pt x="91" y="1"/>
                    <a:pt x="0" y="91"/>
                    <a:pt x="0" y="200"/>
                  </a:cubicBezTo>
                  <a:lnTo>
                    <a:pt x="0" y="522"/>
                  </a:lnTo>
                  <a:cubicBezTo>
                    <a:pt x="0" y="634"/>
                    <a:pt x="91" y="725"/>
                    <a:pt x="200" y="725"/>
                  </a:cubicBezTo>
                  <a:lnTo>
                    <a:pt x="522" y="725"/>
                  </a:lnTo>
                  <a:cubicBezTo>
                    <a:pt x="634" y="725"/>
                    <a:pt x="721" y="634"/>
                    <a:pt x="721" y="522"/>
                  </a:cubicBezTo>
                  <a:lnTo>
                    <a:pt x="721" y="200"/>
                  </a:lnTo>
                  <a:cubicBezTo>
                    <a:pt x="721"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2"/>
            <p:cNvSpPr/>
            <p:nvPr/>
          </p:nvSpPr>
          <p:spPr>
            <a:xfrm>
              <a:off x="3770365" y="3139726"/>
              <a:ext cx="19008" cy="19034"/>
            </a:xfrm>
            <a:custGeom>
              <a:rect b="b" l="l" r="r" t="t"/>
              <a:pathLst>
                <a:path extrusionOk="0" h="726" w="725">
                  <a:moveTo>
                    <a:pt x="203" y="1"/>
                  </a:moveTo>
                  <a:cubicBezTo>
                    <a:pt x="91" y="1"/>
                    <a:pt x="0" y="91"/>
                    <a:pt x="0" y="200"/>
                  </a:cubicBezTo>
                  <a:lnTo>
                    <a:pt x="0" y="522"/>
                  </a:lnTo>
                  <a:cubicBezTo>
                    <a:pt x="0" y="634"/>
                    <a:pt x="91" y="725"/>
                    <a:pt x="203" y="725"/>
                  </a:cubicBezTo>
                  <a:lnTo>
                    <a:pt x="525" y="725"/>
                  </a:lnTo>
                  <a:cubicBezTo>
                    <a:pt x="634" y="725"/>
                    <a:pt x="725" y="634"/>
                    <a:pt x="725" y="522"/>
                  </a:cubicBezTo>
                  <a:lnTo>
                    <a:pt x="725" y="200"/>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2"/>
            <p:cNvSpPr/>
            <p:nvPr/>
          </p:nvSpPr>
          <p:spPr>
            <a:xfrm>
              <a:off x="3632015" y="3029010"/>
              <a:ext cx="19008" cy="19034"/>
            </a:xfrm>
            <a:custGeom>
              <a:rect b="b" l="l" r="r" t="t"/>
              <a:pathLst>
                <a:path extrusionOk="0" h="726" w="725">
                  <a:moveTo>
                    <a:pt x="200" y="1"/>
                  </a:moveTo>
                  <a:cubicBezTo>
                    <a:pt x="91" y="1"/>
                    <a:pt x="0" y="91"/>
                    <a:pt x="0" y="204"/>
                  </a:cubicBezTo>
                  <a:lnTo>
                    <a:pt x="0" y="526"/>
                  </a:lnTo>
                  <a:cubicBezTo>
                    <a:pt x="0" y="635"/>
                    <a:pt x="91" y="725"/>
                    <a:pt x="200" y="725"/>
                  </a:cubicBezTo>
                  <a:lnTo>
                    <a:pt x="522" y="725"/>
                  </a:lnTo>
                  <a:cubicBezTo>
                    <a:pt x="634" y="725"/>
                    <a:pt x="725" y="635"/>
                    <a:pt x="725" y="526"/>
                  </a:cubicBezTo>
                  <a:lnTo>
                    <a:pt x="725" y="204"/>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2"/>
            <p:cNvSpPr/>
            <p:nvPr/>
          </p:nvSpPr>
          <p:spPr>
            <a:xfrm>
              <a:off x="3632015" y="3056748"/>
              <a:ext cx="19008" cy="18929"/>
            </a:xfrm>
            <a:custGeom>
              <a:rect b="b" l="l" r="r" t="t"/>
              <a:pathLst>
                <a:path extrusionOk="0" h="722" w="725">
                  <a:moveTo>
                    <a:pt x="200" y="0"/>
                  </a:moveTo>
                  <a:cubicBezTo>
                    <a:pt x="91" y="0"/>
                    <a:pt x="0" y="87"/>
                    <a:pt x="0" y="199"/>
                  </a:cubicBezTo>
                  <a:lnTo>
                    <a:pt x="0" y="522"/>
                  </a:lnTo>
                  <a:cubicBezTo>
                    <a:pt x="0" y="634"/>
                    <a:pt x="91" y="721"/>
                    <a:pt x="200" y="721"/>
                  </a:cubicBezTo>
                  <a:lnTo>
                    <a:pt x="522" y="721"/>
                  </a:lnTo>
                  <a:cubicBezTo>
                    <a:pt x="634" y="721"/>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2"/>
            <p:cNvSpPr/>
            <p:nvPr/>
          </p:nvSpPr>
          <p:spPr>
            <a:xfrm>
              <a:off x="3632015" y="3084381"/>
              <a:ext cx="19008" cy="19008"/>
            </a:xfrm>
            <a:custGeom>
              <a:rect b="b" l="l" r="r" t="t"/>
              <a:pathLst>
                <a:path extrusionOk="0" h="725" w="725">
                  <a:moveTo>
                    <a:pt x="200" y="0"/>
                  </a:moveTo>
                  <a:cubicBezTo>
                    <a:pt x="91" y="0"/>
                    <a:pt x="0" y="87"/>
                    <a:pt x="0" y="199"/>
                  </a:cubicBezTo>
                  <a:lnTo>
                    <a:pt x="0" y="522"/>
                  </a:lnTo>
                  <a:cubicBezTo>
                    <a:pt x="0" y="634"/>
                    <a:pt x="91" y="725"/>
                    <a:pt x="200" y="725"/>
                  </a:cubicBezTo>
                  <a:lnTo>
                    <a:pt x="522" y="725"/>
                  </a:lnTo>
                  <a:cubicBezTo>
                    <a:pt x="634" y="725"/>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2"/>
            <p:cNvSpPr/>
            <p:nvPr/>
          </p:nvSpPr>
          <p:spPr>
            <a:xfrm>
              <a:off x="3632015" y="3112093"/>
              <a:ext cx="19008" cy="18929"/>
            </a:xfrm>
            <a:custGeom>
              <a:rect b="b" l="l" r="r" t="t"/>
              <a:pathLst>
                <a:path extrusionOk="0" h="722" w="725">
                  <a:moveTo>
                    <a:pt x="200" y="1"/>
                  </a:moveTo>
                  <a:cubicBezTo>
                    <a:pt x="91" y="1"/>
                    <a:pt x="0" y="88"/>
                    <a:pt x="0" y="200"/>
                  </a:cubicBezTo>
                  <a:lnTo>
                    <a:pt x="0" y="522"/>
                  </a:lnTo>
                  <a:cubicBezTo>
                    <a:pt x="0" y="631"/>
                    <a:pt x="91" y="721"/>
                    <a:pt x="200" y="721"/>
                  </a:cubicBezTo>
                  <a:lnTo>
                    <a:pt x="522" y="721"/>
                  </a:lnTo>
                  <a:cubicBezTo>
                    <a:pt x="634" y="721"/>
                    <a:pt x="725" y="631"/>
                    <a:pt x="725" y="522"/>
                  </a:cubicBezTo>
                  <a:lnTo>
                    <a:pt x="725" y="200"/>
                  </a:lnTo>
                  <a:cubicBezTo>
                    <a:pt x="725" y="88"/>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2"/>
            <p:cNvSpPr/>
            <p:nvPr/>
          </p:nvSpPr>
          <p:spPr>
            <a:xfrm>
              <a:off x="3770365" y="3029010"/>
              <a:ext cx="19008" cy="19034"/>
            </a:xfrm>
            <a:custGeom>
              <a:rect b="b" l="l" r="r" t="t"/>
              <a:pathLst>
                <a:path extrusionOk="0" h="726" w="725">
                  <a:moveTo>
                    <a:pt x="203" y="1"/>
                  </a:moveTo>
                  <a:cubicBezTo>
                    <a:pt x="91" y="1"/>
                    <a:pt x="0" y="91"/>
                    <a:pt x="0" y="204"/>
                  </a:cubicBezTo>
                  <a:lnTo>
                    <a:pt x="0" y="526"/>
                  </a:lnTo>
                  <a:cubicBezTo>
                    <a:pt x="0" y="635"/>
                    <a:pt x="91" y="725"/>
                    <a:pt x="203" y="725"/>
                  </a:cubicBezTo>
                  <a:lnTo>
                    <a:pt x="525" y="725"/>
                  </a:lnTo>
                  <a:cubicBezTo>
                    <a:pt x="634" y="725"/>
                    <a:pt x="725" y="635"/>
                    <a:pt x="725" y="526"/>
                  </a:cubicBezTo>
                  <a:lnTo>
                    <a:pt x="725" y="204"/>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2"/>
            <p:cNvSpPr/>
            <p:nvPr/>
          </p:nvSpPr>
          <p:spPr>
            <a:xfrm>
              <a:off x="3770365" y="3056748"/>
              <a:ext cx="19008" cy="18929"/>
            </a:xfrm>
            <a:custGeom>
              <a:rect b="b" l="l" r="r" t="t"/>
              <a:pathLst>
                <a:path extrusionOk="0" h="722" w="725">
                  <a:moveTo>
                    <a:pt x="203" y="0"/>
                  </a:moveTo>
                  <a:cubicBezTo>
                    <a:pt x="91" y="0"/>
                    <a:pt x="0" y="87"/>
                    <a:pt x="0" y="199"/>
                  </a:cubicBezTo>
                  <a:lnTo>
                    <a:pt x="0" y="522"/>
                  </a:lnTo>
                  <a:cubicBezTo>
                    <a:pt x="0" y="634"/>
                    <a:pt x="91" y="721"/>
                    <a:pt x="203" y="721"/>
                  </a:cubicBezTo>
                  <a:lnTo>
                    <a:pt x="525" y="721"/>
                  </a:lnTo>
                  <a:cubicBezTo>
                    <a:pt x="634" y="721"/>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2"/>
            <p:cNvSpPr/>
            <p:nvPr/>
          </p:nvSpPr>
          <p:spPr>
            <a:xfrm>
              <a:off x="3770365" y="3084381"/>
              <a:ext cx="19008" cy="19008"/>
            </a:xfrm>
            <a:custGeom>
              <a:rect b="b" l="l" r="r" t="t"/>
              <a:pathLst>
                <a:path extrusionOk="0" h="725" w="725">
                  <a:moveTo>
                    <a:pt x="203" y="0"/>
                  </a:moveTo>
                  <a:cubicBezTo>
                    <a:pt x="91" y="0"/>
                    <a:pt x="0" y="87"/>
                    <a:pt x="0" y="199"/>
                  </a:cubicBezTo>
                  <a:lnTo>
                    <a:pt x="0" y="522"/>
                  </a:lnTo>
                  <a:cubicBezTo>
                    <a:pt x="0" y="634"/>
                    <a:pt x="91" y="725"/>
                    <a:pt x="203" y="725"/>
                  </a:cubicBezTo>
                  <a:lnTo>
                    <a:pt x="525" y="725"/>
                  </a:lnTo>
                  <a:cubicBezTo>
                    <a:pt x="634" y="725"/>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2"/>
            <p:cNvSpPr/>
            <p:nvPr/>
          </p:nvSpPr>
          <p:spPr>
            <a:xfrm>
              <a:off x="3770365" y="3112093"/>
              <a:ext cx="19008" cy="18929"/>
            </a:xfrm>
            <a:custGeom>
              <a:rect b="b" l="l" r="r" t="t"/>
              <a:pathLst>
                <a:path extrusionOk="0" h="722" w="725">
                  <a:moveTo>
                    <a:pt x="203" y="1"/>
                  </a:moveTo>
                  <a:cubicBezTo>
                    <a:pt x="91" y="1"/>
                    <a:pt x="0" y="88"/>
                    <a:pt x="0" y="200"/>
                  </a:cubicBezTo>
                  <a:lnTo>
                    <a:pt x="0" y="522"/>
                  </a:lnTo>
                  <a:cubicBezTo>
                    <a:pt x="0" y="631"/>
                    <a:pt x="91" y="721"/>
                    <a:pt x="203" y="721"/>
                  </a:cubicBezTo>
                  <a:lnTo>
                    <a:pt x="525" y="721"/>
                  </a:lnTo>
                  <a:cubicBezTo>
                    <a:pt x="634" y="721"/>
                    <a:pt x="725" y="631"/>
                    <a:pt x="725" y="522"/>
                  </a:cubicBezTo>
                  <a:lnTo>
                    <a:pt x="725" y="200"/>
                  </a:lnTo>
                  <a:cubicBezTo>
                    <a:pt x="725" y="88"/>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9" name="Google Shape;12409;p82"/>
          <p:cNvGrpSpPr/>
          <p:nvPr/>
        </p:nvGrpSpPr>
        <p:grpSpPr>
          <a:xfrm>
            <a:off x="877343" y="1515946"/>
            <a:ext cx="334824" cy="358393"/>
            <a:chOff x="877343" y="1515946"/>
            <a:chExt cx="334824" cy="358393"/>
          </a:xfrm>
        </p:grpSpPr>
        <p:sp>
          <p:nvSpPr>
            <p:cNvPr id="12410" name="Google Shape;12410;p82"/>
            <p:cNvSpPr/>
            <p:nvPr/>
          </p:nvSpPr>
          <p:spPr>
            <a:xfrm>
              <a:off x="971542" y="1521268"/>
              <a:ext cx="146530" cy="347828"/>
            </a:xfrm>
            <a:custGeom>
              <a:rect b="b" l="l" r="r" t="t"/>
              <a:pathLst>
                <a:path extrusionOk="0" h="13267" w="5589">
                  <a:moveTo>
                    <a:pt x="0" y="1"/>
                  </a:moveTo>
                  <a:lnTo>
                    <a:pt x="0" y="13267"/>
                  </a:lnTo>
                  <a:lnTo>
                    <a:pt x="5589" y="13267"/>
                  </a:lnTo>
                  <a:lnTo>
                    <a:pt x="5589" y="1"/>
                  </a:lnTo>
                  <a:cubicBezTo>
                    <a:pt x="4756" y="605"/>
                    <a:pt x="3775" y="908"/>
                    <a:pt x="2795" y="908"/>
                  </a:cubicBezTo>
                  <a:cubicBezTo>
                    <a:pt x="1814" y="908"/>
                    <a:pt x="833" y="605"/>
                    <a:pt x="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2"/>
            <p:cNvSpPr/>
            <p:nvPr/>
          </p:nvSpPr>
          <p:spPr>
            <a:xfrm>
              <a:off x="882560" y="1521268"/>
              <a:ext cx="153661" cy="347828"/>
            </a:xfrm>
            <a:custGeom>
              <a:rect b="b" l="l" r="r" t="t"/>
              <a:pathLst>
                <a:path extrusionOk="0" h="13267" w="5861">
                  <a:moveTo>
                    <a:pt x="1359" y="1"/>
                  </a:moveTo>
                  <a:lnTo>
                    <a:pt x="1359" y="5125"/>
                  </a:lnTo>
                  <a:cubicBezTo>
                    <a:pt x="1359" y="5875"/>
                    <a:pt x="751" y="6483"/>
                    <a:pt x="1" y="6483"/>
                  </a:cubicBezTo>
                  <a:lnTo>
                    <a:pt x="1" y="13267"/>
                  </a:lnTo>
                  <a:lnTo>
                    <a:pt x="5861" y="13267"/>
                  </a:lnTo>
                  <a:lnTo>
                    <a:pt x="5861" y="6632"/>
                  </a:lnTo>
                  <a:cubicBezTo>
                    <a:pt x="4753" y="6632"/>
                    <a:pt x="3854" y="5734"/>
                    <a:pt x="3854" y="4626"/>
                  </a:cubicBezTo>
                  <a:lnTo>
                    <a:pt x="385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2"/>
            <p:cNvSpPr/>
            <p:nvPr/>
          </p:nvSpPr>
          <p:spPr>
            <a:xfrm>
              <a:off x="882560"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2"/>
            <p:cNvSpPr/>
            <p:nvPr/>
          </p:nvSpPr>
          <p:spPr>
            <a:xfrm>
              <a:off x="882560" y="1521268"/>
              <a:ext cx="153661" cy="266003"/>
            </a:xfrm>
            <a:custGeom>
              <a:rect b="b" l="l" r="r" t="t"/>
              <a:pathLst>
                <a:path extrusionOk="0" h="10146" w="5861">
                  <a:moveTo>
                    <a:pt x="1468" y="1"/>
                  </a:moveTo>
                  <a:lnTo>
                    <a:pt x="1468" y="8273"/>
                  </a:lnTo>
                  <a:lnTo>
                    <a:pt x="1" y="8273"/>
                  </a:lnTo>
                  <a:lnTo>
                    <a:pt x="1" y="10145"/>
                  </a:lnTo>
                  <a:lnTo>
                    <a:pt x="5861" y="10145"/>
                  </a:lnTo>
                  <a:lnTo>
                    <a:pt x="5861" y="8273"/>
                  </a:lnTo>
                  <a:lnTo>
                    <a:pt x="3340" y="8273"/>
                  </a:lnTo>
                  <a:lnTo>
                    <a:pt x="334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2"/>
            <p:cNvSpPr/>
            <p:nvPr/>
          </p:nvSpPr>
          <p:spPr>
            <a:xfrm>
              <a:off x="882560"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2"/>
            <p:cNvSpPr/>
            <p:nvPr/>
          </p:nvSpPr>
          <p:spPr>
            <a:xfrm>
              <a:off x="882560" y="1521268"/>
              <a:ext cx="153661" cy="255358"/>
            </a:xfrm>
            <a:custGeom>
              <a:rect b="b" l="l" r="r" t="t"/>
              <a:pathLst>
                <a:path extrusionOk="0" h="9740" w="5861">
                  <a:moveTo>
                    <a:pt x="1873" y="1"/>
                  </a:moveTo>
                  <a:lnTo>
                    <a:pt x="1873" y="8682"/>
                  </a:lnTo>
                  <a:lnTo>
                    <a:pt x="1" y="8682"/>
                  </a:lnTo>
                  <a:lnTo>
                    <a:pt x="1" y="9739"/>
                  </a:lnTo>
                  <a:lnTo>
                    <a:pt x="5861" y="9739"/>
                  </a:lnTo>
                  <a:lnTo>
                    <a:pt x="5861" y="8682"/>
                  </a:lnTo>
                  <a:lnTo>
                    <a:pt x="2931" y="8682"/>
                  </a:lnTo>
                  <a:lnTo>
                    <a:pt x="293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2"/>
            <p:cNvSpPr/>
            <p:nvPr/>
          </p:nvSpPr>
          <p:spPr>
            <a:xfrm>
              <a:off x="1053288" y="1521268"/>
              <a:ext cx="153766" cy="347828"/>
            </a:xfrm>
            <a:custGeom>
              <a:rect b="b" l="l" r="r" t="t"/>
              <a:pathLst>
                <a:path extrusionOk="0" h="13267" w="5865">
                  <a:moveTo>
                    <a:pt x="2011" y="1"/>
                  </a:moveTo>
                  <a:lnTo>
                    <a:pt x="2011" y="4626"/>
                  </a:lnTo>
                  <a:cubicBezTo>
                    <a:pt x="2011" y="5734"/>
                    <a:pt x="1109" y="6632"/>
                    <a:pt x="1" y="6632"/>
                  </a:cubicBezTo>
                  <a:lnTo>
                    <a:pt x="1" y="13267"/>
                  </a:lnTo>
                  <a:lnTo>
                    <a:pt x="5861" y="13267"/>
                  </a:lnTo>
                  <a:lnTo>
                    <a:pt x="5861" y="6483"/>
                  </a:lnTo>
                  <a:lnTo>
                    <a:pt x="5864" y="6483"/>
                  </a:lnTo>
                  <a:cubicBezTo>
                    <a:pt x="5115" y="6483"/>
                    <a:pt x="4506" y="5875"/>
                    <a:pt x="4506" y="5125"/>
                  </a:cubicBezTo>
                  <a:lnTo>
                    <a:pt x="4506"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2"/>
            <p:cNvSpPr/>
            <p:nvPr/>
          </p:nvSpPr>
          <p:spPr>
            <a:xfrm>
              <a:off x="1053288"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2"/>
            <p:cNvSpPr/>
            <p:nvPr/>
          </p:nvSpPr>
          <p:spPr>
            <a:xfrm>
              <a:off x="1053288" y="1521268"/>
              <a:ext cx="153661" cy="266003"/>
            </a:xfrm>
            <a:custGeom>
              <a:rect b="b" l="l" r="r" t="t"/>
              <a:pathLst>
                <a:path extrusionOk="0" h="10146" w="5861">
                  <a:moveTo>
                    <a:pt x="2525" y="1"/>
                  </a:moveTo>
                  <a:lnTo>
                    <a:pt x="2525" y="8273"/>
                  </a:lnTo>
                  <a:lnTo>
                    <a:pt x="1" y="8273"/>
                  </a:lnTo>
                  <a:lnTo>
                    <a:pt x="1" y="10145"/>
                  </a:lnTo>
                  <a:lnTo>
                    <a:pt x="5861" y="10145"/>
                  </a:lnTo>
                  <a:lnTo>
                    <a:pt x="5861" y="8273"/>
                  </a:lnTo>
                  <a:lnTo>
                    <a:pt x="4398" y="8273"/>
                  </a:lnTo>
                  <a:lnTo>
                    <a:pt x="43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2"/>
            <p:cNvSpPr/>
            <p:nvPr/>
          </p:nvSpPr>
          <p:spPr>
            <a:xfrm>
              <a:off x="1053288"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2"/>
            <p:cNvSpPr/>
            <p:nvPr/>
          </p:nvSpPr>
          <p:spPr>
            <a:xfrm>
              <a:off x="1053288" y="1521268"/>
              <a:ext cx="153661" cy="255358"/>
            </a:xfrm>
            <a:custGeom>
              <a:rect b="b" l="l" r="r" t="t"/>
              <a:pathLst>
                <a:path extrusionOk="0" h="9740" w="5861">
                  <a:moveTo>
                    <a:pt x="2931" y="1"/>
                  </a:moveTo>
                  <a:lnTo>
                    <a:pt x="2931" y="8682"/>
                  </a:lnTo>
                  <a:lnTo>
                    <a:pt x="1" y="8682"/>
                  </a:lnTo>
                  <a:lnTo>
                    <a:pt x="1" y="9739"/>
                  </a:lnTo>
                  <a:lnTo>
                    <a:pt x="5861" y="9739"/>
                  </a:lnTo>
                  <a:lnTo>
                    <a:pt x="5861" y="8682"/>
                  </a:lnTo>
                  <a:lnTo>
                    <a:pt x="3988" y="8682"/>
                  </a:lnTo>
                  <a:lnTo>
                    <a:pt x="398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2"/>
            <p:cNvSpPr/>
            <p:nvPr/>
          </p:nvSpPr>
          <p:spPr>
            <a:xfrm>
              <a:off x="877343" y="1515946"/>
              <a:ext cx="334824" cy="358393"/>
            </a:xfrm>
            <a:custGeom>
              <a:rect b="b" l="l" r="r" t="t"/>
              <a:pathLst>
                <a:path extrusionOk="0" h="13670" w="12771">
                  <a:moveTo>
                    <a:pt x="3854" y="403"/>
                  </a:moveTo>
                  <a:lnTo>
                    <a:pt x="3854" y="493"/>
                  </a:lnTo>
                  <a:lnTo>
                    <a:pt x="3854" y="4825"/>
                  </a:lnTo>
                  <a:cubicBezTo>
                    <a:pt x="3854" y="5966"/>
                    <a:pt x="4723" y="6918"/>
                    <a:pt x="5861" y="7023"/>
                  </a:cubicBezTo>
                  <a:lnTo>
                    <a:pt x="5861" y="8686"/>
                  </a:lnTo>
                  <a:lnTo>
                    <a:pt x="3333" y="8686"/>
                  </a:lnTo>
                  <a:lnTo>
                    <a:pt x="3333" y="403"/>
                  </a:lnTo>
                  <a:close/>
                  <a:moveTo>
                    <a:pt x="9443" y="403"/>
                  </a:moveTo>
                  <a:lnTo>
                    <a:pt x="9443" y="8686"/>
                  </a:lnTo>
                  <a:lnTo>
                    <a:pt x="6911" y="8686"/>
                  </a:lnTo>
                  <a:lnTo>
                    <a:pt x="6911" y="7031"/>
                  </a:lnTo>
                  <a:cubicBezTo>
                    <a:pt x="8048" y="6926"/>
                    <a:pt x="8917" y="5969"/>
                    <a:pt x="8921" y="4829"/>
                  </a:cubicBezTo>
                  <a:lnTo>
                    <a:pt x="8921" y="497"/>
                  </a:lnTo>
                  <a:lnTo>
                    <a:pt x="8921" y="403"/>
                  </a:lnTo>
                  <a:close/>
                  <a:moveTo>
                    <a:pt x="2931" y="403"/>
                  </a:moveTo>
                  <a:lnTo>
                    <a:pt x="2931" y="8885"/>
                  </a:lnTo>
                  <a:cubicBezTo>
                    <a:pt x="2931" y="8993"/>
                    <a:pt x="3021" y="9084"/>
                    <a:pt x="3134" y="9084"/>
                  </a:cubicBezTo>
                  <a:lnTo>
                    <a:pt x="5861" y="9084"/>
                  </a:lnTo>
                  <a:lnTo>
                    <a:pt x="5861" y="9743"/>
                  </a:lnTo>
                  <a:lnTo>
                    <a:pt x="403" y="9743"/>
                  </a:lnTo>
                  <a:lnTo>
                    <a:pt x="403" y="9084"/>
                  </a:lnTo>
                  <a:lnTo>
                    <a:pt x="2072" y="9084"/>
                  </a:lnTo>
                  <a:cubicBezTo>
                    <a:pt x="2185" y="9084"/>
                    <a:pt x="2272" y="8993"/>
                    <a:pt x="2272" y="8885"/>
                  </a:cubicBezTo>
                  <a:lnTo>
                    <a:pt x="2272" y="8349"/>
                  </a:lnTo>
                  <a:cubicBezTo>
                    <a:pt x="2272" y="8215"/>
                    <a:pt x="2172" y="8148"/>
                    <a:pt x="2072" y="8148"/>
                  </a:cubicBezTo>
                  <a:cubicBezTo>
                    <a:pt x="1973" y="8148"/>
                    <a:pt x="1873" y="8215"/>
                    <a:pt x="1873" y="8349"/>
                  </a:cubicBezTo>
                  <a:lnTo>
                    <a:pt x="1873" y="8686"/>
                  </a:lnTo>
                  <a:lnTo>
                    <a:pt x="403" y="8686"/>
                  </a:lnTo>
                  <a:lnTo>
                    <a:pt x="403" y="6875"/>
                  </a:lnTo>
                  <a:cubicBezTo>
                    <a:pt x="743" y="6831"/>
                    <a:pt x="1058" y="6676"/>
                    <a:pt x="1301" y="6429"/>
                  </a:cubicBezTo>
                  <a:cubicBezTo>
                    <a:pt x="1594" y="6140"/>
                    <a:pt x="1757" y="5741"/>
                    <a:pt x="1757" y="5328"/>
                  </a:cubicBezTo>
                  <a:lnTo>
                    <a:pt x="1757" y="403"/>
                  </a:lnTo>
                  <a:lnTo>
                    <a:pt x="1873" y="403"/>
                  </a:lnTo>
                  <a:lnTo>
                    <a:pt x="1873" y="7559"/>
                  </a:lnTo>
                  <a:cubicBezTo>
                    <a:pt x="1873" y="7691"/>
                    <a:pt x="1973" y="7758"/>
                    <a:pt x="2072" y="7758"/>
                  </a:cubicBezTo>
                  <a:cubicBezTo>
                    <a:pt x="2172" y="7758"/>
                    <a:pt x="2272" y="7691"/>
                    <a:pt x="2272" y="7559"/>
                  </a:cubicBezTo>
                  <a:lnTo>
                    <a:pt x="2272" y="403"/>
                  </a:lnTo>
                  <a:close/>
                  <a:moveTo>
                    <a:pt x="10500" y="403"/>
                  </a:moveTo>
                  <a:lnTo>
                    <a:pt x="10500" y="8885"/>
                  </a:lnTo>
                  <a:cubicBezTo>
                    <a:pt x="10500" y="8993"/>
                    <a:pt x="10591" y="9084"/>
                    <a:pt x="10699" y="9084"/>
                  </a:cubicBezTo>
                  <a:lnTo>
                    <a:pt x="12373" y="9084"/>
                  </a:lnTo>
                  <a:lnTo>
                    <a:pt x="12373" y="9743"/>
                  </a:lnTo>
                  <a:lnTo>
                    <a:pt x="6911" y="9743"/>
                  </a:lnTo>
                  <a:lnTo>
                    <a:pt x="6911" y="9084"/>
                  </a:lnTo>
                  <a:lnTo>
                    <a:pt x="9642" y="9084"/>
                  </a:lnTo>
                  <a:cubicBezTo>
                    <a:pt x="9754" y="9084"/>
                    <a:pt x="9841" y="8993"/>
                    <a:pt x="9841" y="8885"/>
                  </a:cubicBezTo>
                  <a:lnTo>
                    <a:pt x="9841" y="403"/>
                  </a:lnTo>
                  <a:close/>
                  <a:moveTo>
                    <a:pt x="5861" y="10142"/>
                  </a:moveTo>
                  <a:lnTo>
                    <a:pt x="5861" y="10909"/>
                  </a:lnTo>
                  <a:lnTo>
                    <a:pt x="403" y="10909"/>
                  </a:lnTo>
                  <a:lnTo>
                    <a:pt x="403" y="10142"/>
                  </a:lnTo>
                  <a:close/>
                  <a:moveTo>
                    <a:pt x="12373" y="10142"/>
                  </a:moveTo>
                  <a:lnTo>
                    <a:pt x="12373" y="10909"/>
                  </a:lnTo>
                  <a:lnTo>
                    <a:pt x="6911" y="10909"/>
                  </a:lnTo>
                  <a:lnTo>
                    <a:pt x="6911" y="10142"/>
                  </a:lnTo>
                  <a:close/>
                  <a:moveTo>
                    <a:pt x="5861" y="11308"/>
                  </a:moveTo>
                  <a:lnTo>
                    <a:pt x="5861" y="11967"/>
                  </a:lnTo>
                  <a:lnTo>
                    <a:pt x="403" y="11967"/>
                  </a:lnTo>
                  <a:lnTo>
                    <a:pt x="403" y="11308"/>
                  </a:lnTo>
                  <a:close/>
                  <a:moveTo>
                    <a:pt x="12373" y="11308"/>
                  </a:moveTo>
                  <a:lnTo>
                    <a:pt x="12373" y="11967"/>
                  </a:lnTo>
                  <a:lnTo>
                    <a:pt x="6911" y="11967"/>
                  </a:lnTo>
                  <a:lnTo>
                    <a:pt x="6911" y="11308"/>
                  </a:lnTo>
                  <a:close/>
                  <a:moveTo>
                    <a:pt x="5861" y="12365"/>
                  </a:moveTo>
                  <a:lnTo>
                    <a:pt x="5861" y="13267"/>
                  </a:lnTo>
                  <a:lnTo>
                    <a:pt x="403" y="13267"/>
                  </a:lnTo>
                  <a:lnTo>
                    <a:pt x="403" y="12365"/>
                  </a:lnTo>
                  <a:close/>
                  <a:moveTo>
                    <a:pt x="8519" y="830"/>
                  </a:moveTo>
                  <a:lnTo>
                    <a:pt x="8519" y="4829"/>
                  </a:lnTo>
                  <a:cubicBezTo>
                    <a:pt x="8515" y="5825"/>
                    <a:pt x="7708" y="6632"/>
                    <a:pt x="6712" y="6636"/>
                  </a:cubicBezTo>
                  <a:cubicBezTo>
                    <a:pt x="6600" y="6636"/>
                    <a:pt x="6513" y="6726"/>
                    <a:pt x="6513" y="6835"/>
                  </a:cubicBezTo>
                  <a:lnTo>
                    <a:pt x="6513" y="8881"/>
                  </a:lnTo>
                  <a:lnTo>
                    <a:pt x="6513" y="8885"/>
                  </a:lnTo>
                  <a:lnTo>
                    <a:pt x="6513" y="9942"/>
                  </a:lnTo>
                  <a:lnTo>
                    <a:pt x="6513" y="11105"/>
                  </a:lnTo>
                  <a:lnTo>
                    <a:pt x="6513" y="11109"/>
                  </a:lnTo>
                  <a:lnTo>
                    <a:pt x="6513" y="12166"/>
                  </a:lnTo>
                  <a:lnTo>
                    <a:pt x="6513" y="12170"/>
                  </a:lnTo>
                  <a:lnTo>
                    <a:pt x="6513" y="13267"/>
                  </a:lnTo>
                  <a:lnTo>
                    <a:pt x="6263" y="13267"/>
                  </a:lnTo>
                  <a:lnTo>
                    <a:pt x="6263" y="6835"/>
                  </a:lnTo>
                  <a:cubicBezTo>
                    <a:pt x="6263" y="6726"/>
                    <a:pt x="6172" y="6636"/>
                    <a:pt x="6060" y="6636"/>
                  </a:cubicBezTo>
                  <a:cubicBezTo>
                    <a:pt x="5064" y="6632"/>
                    <a:pt x="4256" y="5825"/>
                    <a:pt x="4253" y="4829"/>
                  </a:cubicBezTo>
                  <a:lnTo>
                    <a:pt x="4253" y="830"/>
                  </a:lnTo>
                  <a:cubicBezTo>
                    <a:pt x="4919" y="1145"/>
                    <a:pt x="5647" y="1312"/>
                    <a:pt x="6386" y="1312"/>
                  </a:cubicBezTo>
                  <a:cubicBezTo>
                    <a:pt x="7125" y="1312"/>
                    <a:pt x="7853" y="1145"/>
                    <a:pt x="8519" y="830"/>
                  </a:cubicBezTo>
                  <a:close/>
                  <a:moveTo>
                    <a:pt x="1558" y="1"/>
                  </a:moveTo>
                  <a:cubicBezTo>
                    <a:pt x="1446" y="1"/>
                    <a:pt x="1359" y="91"/>
                    <a:pt x="1359" y="204"/>
                  </a:cubicBezTo>
                  <a:lnTo>
                    <a:pt x="1359" y="5328"/>
                  </a:lnTo>
                  <a:cubicBezTo>
                    <a:pt x="1355" y="5969"/>
                    <a:pt x="841" y="6487"/>
                    <a:pt x="200" y="6487"/>
                  </a:cubicBezTo>
                  <a:cubicBezTo>
                    <a:pt x="91" y="6487"/>
                    <a:pt x="1" y="6574"/>
                    <a:pt x="1" y="6686"/>
                  </a:cubicBezTo>
                  <a:lnTo>
                    <a:pt x="1" y="13470"/>
                  </a:lnTo>
                  <a:cubicBezTo>
                    <a:pt x="1" y="13579"/>
                    <a:pt x="91" y="13669"/>
                    <a:pt x="200" y="13669"/>
                  </a:cubicBezTo>
                  <a:lnTo>
                    <a:pt x="10185" y="13669"/>
                  </a:lnTo>
                  <a:cubicBezTo>
                    <a:pt x="10449" y="13669"/>
                    <a:pt x="10449" y="13267"/>
                    <a:pt x="10185" y="13267"/>
                  </a:cubicBezTo>
                  <a:lnTo>
                    <a:pt x="6911" y="13267"/>
                  </a:lnTo>
                  <a:lnTo>
                    <a:pt x="6911" y="12365"/>
                  </a:lnTo>
                  <a:lnTo>
                    <a:pt x="12373" y="12365"/>
                  </a:lnTo>
                  <a:lnTo>
                    <a:pt x="12373" y="13267"/>
                  </a:lnTo>
                  <a:lnTo>
                    <a:pt x="10971" y="13267"/>
                  </a:lnTo>
                  <a:cubicBezTo>
                    <a:pt x="10707" y="13267"/>
                    <a:pt x="10707" y="13669"/>
                    <a:pt x="10971" y="13669"/>
                  </a:cubicBezTo>
                  <a:lnTo>
                    <a:pt x="12572" y="13669"/>
                  </a:lnTo>
                  <a:cubicBezTo>
                    <a:pt x="12684" y="13669"/>
                    <a:pt x="12771" y="13579"/>
                    <a:pt x="12771" y="13470"/>
                  </a:cubicBezTo>
                  <a:lnTo>
                    <a:pt x="12771" y="8276"/>
                  </a:lnTo>
                  <a:cubicBezTo>
                    <a:pt x="12771" y="8142"/>
                    <a:pt x="12671" y="8075"/>
                    <a:pt x="12572" y="8075"/>
                  </a:cubicBezTo>
                  <a:cubicBezTo>
                    <a:pt x="12472" y="8075"/>
                    <a:pt x="12373" y="8142"/>
                    <a:pt x="12373" y="8276"/>
                  </a:cubicBezTo>
                  <a:lnTo>
                    <a:pt x="12373" y="8682"/>
                  </a:lnTo>
                  <a:lnTo>
                    <a:pt x="10902" y="8682"/>
                  </a:lnTo>
                  <a:lnTo>
                    <a:pt x="10902" y="403"/>
                  </a:lnTo>
                  <a:lnTo>
                    <a:pt x="11014" y="403"/>
                  </a:lnTo>
                  <a:lnTo>
                    <a:pt x="11014" y="5328"/>
                  </a:lnTo>
                  <a:cubicBezTo>
                    <a:pt x="11014" y="6114"/>
                    <a:pt x="11597" y="6773"/>
                    <a:pt x="12373" y="6875"/>
                  </a:cubicBezTo>
                  <a:lnTo>
                    <a:pt x="12373" y="7487"/>
                  </a:lnTo>
                  <a:cubicBezTo>
                    <a:pt x="12373" y="7596"/>
                    <a:pt x="12463" y="7686"/>
                    <a:pt x="12572" y="7686"/>
                  </a:cubicBezTo>
                  <a:cubicBezTo>
                    <a:pt x="12684" y="7686"/>
                    <a:pt x="12771" y="7599"/>
                    <a:pt x="12771" y="7487"/>
                  </a:cubicBezTo>
                  <a:lnTo>
                    <a:pt x="12771" y="6686"/>
                  </a:lnTo>
                  <a:cubicBezTo>
                    <a:pt x="12771" y="6574"/>
                    <a:pt x="12684" y="6487"/>
                    <a:pt x="12572" y="6487"/>
                  </a:cubicBezTo>
                  <a:cubicBezTo>
                    <a:pt x="11934" y="6484"/>
                    <a:pt x="11416" y="5969"/>
                    <a:pt x="11416" y="5328"/>
                  </a:cubicBezTo>
                  <a:lnTo>
                    <a:pt x="11416" y="204"/>
                  </a:lnTo>
                  <a:cubicBezTo>
                    <a:pt x="11416" y="91"/>
                    <a:pt x="11326" y="1"/>
                    <a:pt x="11217" y="1"/>
                  </a:cubicBezTo>
                  <a:lnTo>
                    <a:pt x="8718" y="1"/>
                  </a:lnTo>
                  <a:cubicBezTo>
                    <a:pt x="8610" y="1"/>
                    <a:pt x="8519" y="91"/>
                    <a:pt x="8519" y="204"/>
                  </a:cubicBezTo>
                  <a:lnTo>
                    <a:pt x="8519" y="381"/>
                  </a:lnTo>
                  <a:cubicBezTo>
                    <a:pt x="7863" y="729"/>
                    <a:pt x="7128" y="910"/>
                    <a:pt x="6386" y="910"/>
                  </a:cubicBezTo>
                  <a:cubicBezTo>
                    <a:pt x="5643" y="910"/>
                    <a:pt x="4908" y="729"/>
                    <a:pt x="4253" y="381"/>
                  </a:cubicBezTo>
                  <a:lnTo>
                    <a:pt x="4253" y="204"/>
                  </a:lnTo>
                  <a:cubicBezTo>
                    <a:pt x="4253" y="91"/>
                    <a:pt x="4162" y="1"/>
                    <a:pt x="4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2" name="Google Shape;12422;p82"/>
          <p:cNvGrpSpPr/>
          <p:nvPr/>
        </p:nvGrpSpPr>
        <p:grpSpPr>
          <a:xfrm>
            <a:off x="2198521" y="3381478"/>
            <a:ext cx="333959" cy="358341"/>
            <a:chOff x="2198521" y="3381478"/>
            <a:chExt cx="333959" cy="358341"/>
          </a:xfrm>
        </p:grpSpPr>
        <p:sp>
          <p:nvSpPr>
            <p:cNvPr id="12423" name="Google Shape;12423;p82"/>
            <p:cNvSpPr/>
            <p:nvPr/>
          </p:nvSpPr>
          <p:spPr>
            <a:xfrm>
              <a:off x="2213989" y="3485745"/>
              <a:ext cx="248804" cy="248804"/>
            </a:xfrm>
            <a:custGeom>
              <a:rect b="b" l="l" r="r" t="t"/>
              <a:pathLst>
                <a:path extrusionOk="0" h="9490" w="9490">
                  <a:moveTo>
                    <a:pt x="4745" y="0"/>
                  </a:moveTo>
                  <a:cubicBezTo>
                    <a:pt x="2123" y="0"/>
                    <a:pt x="1" y="2126"/>
                    <a:pt x="1" y="4745"/>
                  </a:cubicBezTo>
                  <a:cubicBezTo>
                    <a:pt x="1" y="7367"/>
                    <a:pt x="2123" y="9489"/>
                    <a:pt x="4745" y="9489"/>
                  </a:cubicBezTo>
                  <a:cubicBezTo>
                    <a:pt x="7364" y="9489"/>
                    <a:pt x="9490" y="7367"/>
                    <a:pt x="9490" y="4745"/>
                  </a:cubicBezTo>
                  <a:cubicBezTo>
                    <a:pt x="9490" y="2126"/>
                    <a:pt x="7364" y="0"/>
                    <a:pt x="4745"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2"/>
            <p:cNvSpPr/>
            <p:nvPr/>
          </p:nvSpPr>
          <p:spPr>
            <a:xfrm>
              <a:off x="2213989" y="3485693"/>
              <a:ext cx="153766" cy="248961"/>
            </a:xfrm>
            <a:custGeom>
              <a:rect b="b" l="l" r="r" t="t"/>
              <a:pathLst>
                <a:path extrusionOk="0" h="9496" w="5865">
                  <a:moveTo>
                    <a:pt x="4736" y="0"/>
                  </a:moveTo>
                  <a:cubicBezTo>
                    <a:pt x="2192" y="0"/>
                    <a:pt x="1" y="2066"/>
                    <a:pt x="1" y="4747"/>
                  </a:cubicBezTo>
                  <a:cubicBezTo>
                    <a:pt x="1" y="7432"/>
                    <a:pt x="2194" y="9496"/>
                    <a:pt x="4739" y="9496"/>
                  </a:cubicBezTo>
                  <a:cubicBezTo>
                    <a:pt x="5109" y="9496"/>
                    <a:pt x="5486" y="9452"/>
                    <a:pt x="5864" y="9361"/>
                  </a:cubicBezTo>
                  <a:cubicBezTo>
                    <a:pt x="3738" y="8839"/>
                    <a:pt x="2243" y="6938"/>
                    <a:pt x="2243" y="4747"/>
                  </a:cubicBezTo>
                  <a:cubicBezTo>
                    <a:pt x="2243" y="2559"/>
                    <a:pt x="3738" y="654"/>
                    <a:pt x="5864" y="136"/>
                  </a:cubicBezTo>
                  <a:cubicBezTo>
                    <a:pt x="5484" y="44"/>
                    <a:pt x="5106" y="0"/>
                    <a:pt x="473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2"/>
            <p:cNvSpPr/>
            <p:nvPr/>
          </p:nvSpPr>
          <p:spPr>
            <a:xfrm>
              <a:off x="2362695" y="3386748"/>
              <a:ext cx="160975" cy="167661"/>
            </a:xfrm>
            <a:custGeom>
              <a:rect b="b" l="l" r="r" t="t"/>
              <a:pathLst>
                <a:path extrusionOk="0" h="6395" w="6140">
                  <a:moveTo>
                    <a:pt x="3083" y="0"/>
                  </a:moveTo>
                  <a:cubicBezTo>
                    <a:pt x="3044" y="0"/>
                    <a:pt x="3005" y="1"/>
                    <a:pt x="2966" y="2"/>
                  </a:cubicBezTo>
                  <a:cubicBezTo>
                    <a:pt x="1880" y="46"/>
                    <a:pt x="909" y="698"/>
                    <a:pt x="457" y="1686"/>
                  </a:cubicBezTo>
                  <a:cubicBezTo>
                    <a:pt x="0" y="2675"/>
                    <a:pt x="142" y="3834"/>
                    <a:pt x="819" y="4685"/>
                  </a:cubicBezTo>
                  <a:lnTo>
                    <a:pt x="739" y="6395"/>
                  </a:lnTo>
                  <a:lnTo>
                    <a:pt x="739" y="6395"/>
                  </a:lnTo>
                  <a:lnTo>
                    <a:pt x="2289" y="5670"/>
                  </a:lnTo>
                  <a:cubicBezTo>
                    <a:pt x="2551" y="5745"/>
                    <a:pt x="2818" y="5781"/>
                    <a:pt x="3081" y="5781"/>
                  </a:cubicBezTo>
                  <a:cubicBezTo>
                    <a:pt x="4029" y="5781"/>
                    <a:pt x="4940" y="5313"/>
                    <a:pt x="5487" y="4497"/>
                  </a:cubicBezTo>
                  <a:cubicBezTo>
                    <a:pt x="6092" y="3595"/>
                    <a:pt x="6139" y="2425"/>
                    <a:pt x="5607" y="1476"/>
                  </a:cubicBezTo>
                  <a:cubicBezTo>
                    <a:pt x="5093" y="561"/>
                    <a:pt x="4125" y="0"/>
                    <a:pt x="308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2"/>
            <p:cNvSpPr/>
            <p:nvPr/>
          </p:nvSpPr>
          <p:spPr>
            <a:xfrm>
              <a:off x="2429052" y="3429063"/>
              <a:ext cx="50547" cy="50521"/>
            </a:xfrm>
            <a:custGeom>
              <a:rect b="b" l="l" r="r" t="t"/>
              <a:pathLst>
                <a:path extrusionOk="0" h="1927" w="1928">
                  <a:moveTo>
                    <a:pt x="964" y="0"/>
                  </a:moveTo>
                  <a:cubicBezTo>
                    <a:pt x="432" y="0"/>
                    <a:pt x="1" y="431"/>
                    <a:pt x="1" y="963"/>
                  </a:cubicBezTo>
                  <a:cubicBezTo>
                    <a:pt x="1" y="1496"/>
                    <a:pt x="432" y="1927"/>
                    <a:pt x="964" y="1927"/>
                  </a:cubicBezTo>
                  <a:cubicBezTo>
                    <a:pt x="1497" y="1927"/>
                    <a:pt x="1928" y="1496"/>
                    <a:pt x="1928" y="963"/>
                  </a:cubicBezTo>
                  <a:cubicBezTo>
                    <a:pt x="1928" y="431"/>
                    <a:pt x="1497" y="0"/>
                    <a:pt x="96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2"/>
            <p:cNvSpPr/>
            <p:nvPr/>
          </p:nvSpPr>
          <p:spPr>
            <a:xfrm>
              <a:off x="2240286" y="3566678"/>
              <a:ext cx="196107" cy="86963"/>
            </a:xfrm>
            <a:custGeom>
              <a:rect b="b" l="l" r="r" t="t"/>
              <a:pathLst>
                <a:path extrusionOk="0" h="3317" w="7480">
                  <a:moveTo>
                    <a:pt x="3740" y="1"/>
                  </a:moveTo>
                  <a:cubicBezTo>
                    <a:pt x="3356" y="1"/>
                    <a:pt x="2971" y="35"/>
                    <a:pt x="2590" y="104"/>
                  </a:cubicBezTo>
                  <a:cubicBezTo>
                    <a:pt x="1352" y="332"/>
                    <a:pt x="374" y="919"/>
                    <a:pt x="1" y="1661"/>
                  </a:cubicBezTo>
                  <a:cubicBezTo>
                    <a:pt x="483" y="2617"/>
                    <a:pt x="1975" y="3316"/>
                    <a:pt x="3742" y="3316"/>
                  </a:cubicBezTo>
                  <a:cubicBezTo>
                    <a:pt x="5506" y="3316"/>
                    <a:pt x="6998" y="2617"/>
                    <a:pt x="7480" y="1661"/>
                  </a:cubicBezTo>
                  <a:cubicBezTo>
                    <a:pt x="7107" y="919"/>
                    <a:pt x="6129" y="332"/>
                    <a:pt x="4890" y="104"/>
                  </a:cubicBezTo>
                  <a:cubicBezTo>
                    <a:pt x="4510" y="35"/>
                    <a:pt x="4125" y="1"/>
                    <a:pt x="374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2"/>
            <p:cNvSpPr/>
            <p:nvPr/>
          </p:nvSpPr>
          <p:spPr>
            <a:xfrm>
              <a:off x="2288526" y="3566678"/>
              <a:ext cx="90896" cy="71679"/>
            </a:xfrm>
            <a:custGeom>
              <a:rect b="b" l="l" r="r" t="t"/>
              <a:pathLst>
                <a:path extrusionOk="0" h="2734" w="3467">
                  <a:moveTo>
                    <a:pt x="1899" y="1"/>
                  </a:moveTo>
                  <a:cubicBezTo>
                    <a:pt x="1515" y="1"/>
                    <a:pt x="1131" y="35"/>
                    <a:pt x="750" y="104"/>
                  </a:cubicBezTo>
                  <a:cubicBezTo>
                    <a:pt x="1" y="915"/>
                    <a:pt x="301" y="2223"/>
                    <a:pt x="1330" y="2625"/>
                  </a:cubicBezTo>
                  <a:cubicBezTo>
                    <a:pt x="1520" y="2699"/>
                    <a:pt x="1713" y="2734"/>
                    <a:pt x="1902" y="2734"/>
                  </a:cubicBezTo>
                  <a:cubicBezTo>
                    <a:pt x="2729" y="2734"/>
                    <a:pt x="3467" y="2065"/>
                    <a:pt x="3467" y="1169"/>
                  </a:cubicBezTo>
                  <a:cubicBezTo>
                    <a:pt x="3467" y="774"/>
                    <a:pt x="3318" y="394"/>
                    <a:pt x="3047" y="104"/>
                  </a:cubicBezTo>
                  <a:cubicBezTo>
                    <a:pt x="2666" y="35"/>
                    <a:pt x="2282" y="1"/>
                    <a:pt x="18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2"/>
            <p:cNvSpPr/>
            <p:nvPr/>
          </p:nvSpPr>
          <p:spPr>
            <a:xfrm>
              <a:off x="2198521" y="3570349"/>
              <a:ext cx="218785" cy="169470"/>
            </a:xfrm>
            <a:custGeom>
              <a:rect b="b" l="l" r="r" t="t"/>
              <a:pathLst>
                <a:path extrusionOk="0" h="6464" w="8345">
                  <a:moveTo>
                    <a:pt x="769" y="1"/>
                  </a:moveTo>
                  <a:cubicBezTo>
                    <a:pt x="690" y="1"/>
                    <a:pt x="612" y="45"/>
                    <a:pt x="583" y="145"/>
                  </a:cubicBezTo>
                  <a:cubicBezTo>
                    <a:pt x="0" y="2159"/>
                    <a:pt x="750" y="4321"/>
                    <a:pt x="2456" y="5541"/>
                  </a:cubicBezTo>
                  <a:cubicBezTo>
                    <a:pt x="3315" y="6156"/>
                    <a:pt x="4324" y="6464"/>
                    <a:pt x="5334" y="6464"/>
                  </a:cubicBezTo>
                  <a:cubicBezTo>
                    <a:pt x="6323" y="6464"/>
                    <a:pt x="7314" y="6168"/>
                    <a:pt x="8164" y="5574"/>
                  </a:cubicBezTo>
                  <a:cubicBezTo>
                    <a:pt x="8345" y="5449"/>
                    <a:pt x="8222" y="5205"/>
                    <a:pt x="8052" y="5205"/>
                  </a:cubicBezTo>
                  <a:cubicBezTo>
                    <a:pt x="8014" y="5205"/>
                    <a:pt x="7975" y="5217"/>
                    <a:pt x="7936" y="5244"/>
                  </a:cubicBezTo>
                  <a:cubicBezTo>
                    <a:pt x="7154" y="5789"/>
                    <a:pt x="6246" y="6061"/>
                    <a:pt x="5337" y="6061"/>
                  </a:cubicBezTo>
                  <a:cubicBezTo>
                    <a:pt x="4408" y="6061"/>
                    <a:pt x="3480" y="5777"/>
                    <a:pt x="2688" y="5212"/>
                  </a:cubicBezTo>
                  <a:cubicBezTo>
                    <a:pt x="1123" y="4093"/>
                    <a:pt x="435" y="2108"/>
                    <a:pt x="967" y="257"/>
                  </a:cubicBezTo>
                  <a:cubicBezTo>
                    <a:pt x="1011" y="102"/>
                    <a:pt x="888" y="1"/>
                    <a:pt x="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2"/>
            <p:cNvSpPr/>
            <p:nvPr/>
          </p:nvSpPr>
          <p:spPr>
            <a:xfrm>
              <a:off x="2220072" y="3381478"/>
              <a:ext cx="312408" cy="322869"/>
            </a:xfrm>
            <a:custGeom>
              <a:rect b="b" l="l" r="r" t="t"/>
              <a:pathLst>
                <a:path extrusionOk="0" h="12315" w="11916">
                  <a:moveTo>
                    <a:pt x="8521" y="1"/>
                  </a:moveTo>
                  <a:cubicBezTo>
                    <a:pt x="7159" y="1"/>
                    <a:pt x="5948" y="898"/>
                    <a:pt x="5560" y="2217"/>
                  </a:cubicBezTo>
                  <a:cubicBezTo>
                    <a:pt x="5514" y="2373"/>
                    <a:pt x="5637" y="2476"/>
                    <a:pt x="5758" y="2476"/>
                  </a:cubicBezTo>
                  <a:cubicBezTo>
                    <a:pt x="5836" y="2476"/>
                    <a:pt x="5914" y="2433"/>
                    <a:pt x="5944" y="2333"/>
                  </a:cubicBezTo>
                  <a:cubicBezTo>
                    <a:pt x="6233" y="1344"/>
                    <a:pt x="7063" y="609"/>
                    <a:pt x="8077" y="439"/>
                  </a:cubicBezTo>
                  <a:cubicBezTo>
                    <a:pt x="8226" y="414"/>
                    <a:pt x="8374" y="402"/>
                    <a:pt x="8522" y="402"/>
                  </a:cubicBezTo>
                  <a:cubicBezTo>
                    <a:pt x="9381" y="402"/>
                    <a:pt x="10200" y="815"/>
                    <a:pt x="10714" y="1529"/>
                  </a:cubicBezTo>
                  <a:cubicBezTo>
                    <a:pt x="11311" y="2366"/>
                    <a:pt x="11380" y="3470"/>
                    <a:pt x="10887" y="4376"/>
                  </a:cubicBezTo>
                  <a:cubicBezTo>
                    <a:pt x="10417" y="5247"/>
                    <a:pt x="9506" y="5783"/>
                    <a:pt x="8521" y="5783"/>
                  </a:cubicBezTo>
                  <a:cubicBezTo>
                    <a:pt x="8483" y="5783"/>
                    <a:pt x="8445" y="5782"/>
                    <a:pt x="8406" y="5781"/>
                  </a:cubicBezTo>
                  <a:lnTo>
                    <a:pt x="8377" y="5781"/>
                  </a:lnTo>
                  <a:cubicBezTo>
                    <a:pt x="8175" y="5770"/>
                    <a:pt x="7975" y="5737"/>
                    <a:pt x="7784" y="5683"/>
                  </a:cubicBezTo>
                  <a:cubicBezTo>
                    <a:pt x="7765" y="5677"/>
                    <a:pt x="7746" y="5674"/>
                    <a:pt x="7727" y="5674"/>
                  </a:cubicBezTo>
                  <a:cubicBezTo>
                    <a:pt x="7699" y="5674"/>
                    <a:pt x="7672" y="5681"/>
                    <a:pt x="7646" y="5694"/>
                  </a:cubicBezTo>
                  <a:lnTo>
                    <a:pt x="6396" y="6277"/>
                  </a:lnTo>
                  <a:lnTo>
                    <a:pt x="6458" y="4901"/>
                  </a:lnTo>
                  <a:cubicBezTo>
                    <a:pt x="6458" y="4850"/>
                    <a:pt x="6443" y="4803"/>
                    <a:pt x="6411" y="4767"/>
                  </a:cubicBezTo>
                  <a:cubicBezTo>
                    <a:pt x="6031" y="4281"/>
                    <a:pt x="5824" y="3684"/>
                    <a:pt x="5831" y="3068"/>
                  </a:cubicBezTo>
                  <a:cubicBezTo>
                    <a:pt x="5831" y="2956"/>
                    <a:pt x="5741" y="2865"/>
                    <a:pt x="5632" y="2865"/>
                  </a:cubicBezTo>
                  <a:cubicBezTo>
                    <a:pt x="5524" y="2865"/>
                    <a:pt x="5433" y="2956"/>
                    <a:pt x="5433" y="3065"/>
                  </a:cubicBezTo>
                  <a:cubicBezTo>
                    <a:pt x="5429" y="3343"/>
                    <a:pt x="5466" y="3619"/>
                    <a:pt x="5538" y="3887"/>
                  </a:cubicBezTo>
                  <a:cubicBezTo>
                    <a:pt x="5195" y="3814"/>
                    <a:pt x="4851" y="3779"/>
                    <a:pt x="4511" y="3779"/>
                  </a:cubicBezTo>
                  <a:cubicBezTo>
                    <a:pt x="2659" y="3779"/>
                    <a:pt x="925" y="4820"/>
                    <a:pt x="80" y="6531"/>
                  </a:cubicBezTo>
                  <a:cubicBezTo>
                    <a:pt x="1" y="6690"/>
                    <a:pt x="133" y="6821"/>
                    <a:pt x="265" y="6821"/>
                  </a:cubicBezTo>
                  <a:cubicBezTo>
                    <a:pt x="332" y="6821"/>
                    <a:pt x="399" y="6788"/>
                    <a:pt x="439" y="6708"/>
                  </a:cubicBezTo>
                  <a:cubicBezTo>
                    <a:pt x="1218" y="5132"/>
                    <a:pt x="2815" y="4182"/>
                    <a:pt x="4509" y="4182"/>
                  </a:cubicBezTo>
                  <a:cubicBezTo>
                    <a:pt x="4901" y="4182"/>
                    <a:pt x="5300" y="4233"/>
                    <a:pt x="5694" y="4339"/>
                  </a:cubicBezTo>
                  <a:cubicBezTo>
                    <a:pt x="5788" y="4557"/>
                    <a:pt x="5907" y="4763"/>
                    <a:pt x="6052" y="4955"/>
                  </a:cubicBezTo>
                  <a:lnTo>
                    <a:pt x="5980" y="6588"/>
                  </a:lnTo>
                  <a:cubicBezTo>
                    <a:pt x="5974" y="6710"/>
                    <a:pt x="6070" y="6799"/>
                    <a:pt x="6178" y="6799"/>
                  </a:cubicBezTo>
                  <a:cubicBezTo>
                    <a:pt x="6206" y="6799"/>
                    <a:pt x="6234" y="6793"/>
                    <a:pt x="6262" y="6780"/>
                  </a:cubicBezTo>
                  <a:lnTo>
                    <a:pt x="7747" y="6085"/>
                  </a:lnTo>
                  <a:cubicBezTo>
                    <a:pt x="7918" y="6132"/>
                    <a:pt x="8095" y="6161"/>
                    <a:pt x="8272" y="6176"/>
                  </a:cubicBezTo>
                  <a:cubicBezTo>
                    <a:pt x="9504" y="7994"/>
                    <a:pt x="9258" y="10431"/>
                    <a:pt x="7693" y="11967"/>
                  </a:cubicBezTo>
                  <a:cubicBezTo>
                    <a:pt x="7548" y="12112"/>
                    <a:pt x="7680" y="12314"/>
                    <a:pt x="7836" y="12314"/>
                  </a:cubicBezTo>
                  <a:cubicBezTo>
                    <a:pt x="7882" y="12314"/>
                    <a:pt x="7931" y="12296"/>
                    <a:pt x="7975" y="12253"/>
                  </a:cubicBezTo>
                  <a:cubicBezTo>
                    <a:pt x="9605" y="10652"/>
                    <a:pt x="9924" y="8139"/>
                    <a:pt x="8751" y="6179"/>
                  </a:cubicBezTo>
                  <a:cubicBezTo>
                    <a:pt x="10601" y="6042"/>
                    <a:pt x="11916" y="4314"/>
                    <a:pt x="11557" y="2492"/>
                  </a:cubicBezTo>
                  <a:lnTo>
                    <a:pt x="11557" y="2489"/>
                  </a:lnTo>
                  <a:cubicBezTo>
                    <a:pt x="11278" y="1094"/>
                    <a:pt x="10083" y="69"/>
                    <a:pt x="8664" y="4"/>
                  </a:cubicBezTo>
                  <a:cubicBezTo>
                    <a:pt x="8616" y="2"/>
                    <a:pt x="8568" y="1"/>
                    <a:pt x="8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2"/>
            <p:cNvSpPr/>
            <p:nvPr/>
          </p:nvSpPr>
          <p:spPr>
            <a:xfrm>
              <a:off x="2401812" y="3423819"/>
              <a:ext cx="86046" cy="82533"/>
            </a:xfrm>
            <a:custGeom>
              <a:rect b="b" l="l" r="r" t="t"/>
              <a:pathLst>
                <a:path extrusionOk="0" h="3148" w="3282">
                  <a:moveTo>
                    <a:pt x="1995" y="400"/>
                  </a:moveTo>
                  <a:cubicBezTo>
                    <a:pt x="2387" y="400"/>
                    <a:pt x="2764" y="705"/>
                    <a:pt x="2764" y="1163"/>
                  </a:cubicBezTo>
                  <a:cubicBezTo>
                    <a:pt x="2764" y="1624"/>
                    <a:pt x="2388" y="1929"/>
                    <a:pt x="1996" y="1929"/>
                  </a:cubicBezTo>
                  <a:cubicBezTo>
                    <a:pt x="1809" y="1929"/>
                    <a:pt x="1618" y="1859"/>
                    <a:pt x="1464" y="1703"/>
                  </a:cubicBezTo>
                  <a:cubicBezTo>
                    <a:pt x="1163" y="1406"/>
                    <a:pt x="1163" y="921"/>
                    <a:pt x="1464" y="624"/>
                  </a:cubicBezTo>
                  <a:cubicBezTo>
                    <a:pt x="1618" y="470"/>
                    <a:pt x="1808" y="400"/>
                    <a:pt x="1995" y="400"/>
                  </a:cubicBezTo>
                  <a:close/>
                  <a:moveTo>
                    <a:pt x="2002" y="0"/>
                  </a:moveTo>
                  <a:cubicBezTo>
                    <a:pt x="1737" y="0"/>
                    <a:pt x="1471" y="90"/>
                    <a:pt x="1254" y="272"/>
                  </a:cubicBezTo>
                  <a:cubicBezTo>
                    <a:pt x="790" y="664"/>
                    <a:pt x="703" y="1341"/>
                    <a:pt x="1051" y="1833"/>
                  </a:cubicBezTo>
                  <a:lnTo>
                    <a:pt x="76" y="2808"/>
                  </a:lnTo>
                  <a:cubicBezTo>
                    <a:pt x="0" y="2884"/>
                    <a:pt x="0" y="3010"/>
                    <a:pt x="76" y="3090"/>
                  </a:cubicBezTo>
                  <a:cubicBezTo>
                    <a:pt x="116" y="3128"/>
                    <a:pt x="168" y="3147"/>
                    <a:pt x="219" y="3147"/>
                  </a:cubicBezTo>
                  <a:cubicBezTo>
                    <a:pt x="270" y="3147"/>
                    <a:pt x="321" y="3128"/>
                    <a:pt x="359" y="3090"/>
                  </a:cubicBezTo>
                  <a:lnTo>
                    <a:pt x="1333" y="2116"/>
                  </a:lnTo>
                  <a:cubicBezTo>
                    <a:pt x="1536" y="2259"/>
                    <a:pt x="1770" y="2328"/>
                    <a:pt x="2002" y="2328"/>
                  </a:cubicBezTo>
                  <a:cubicBezTo>
                    <a:pt x="2334" y="2328"/>
                    <a:pt x="2664" y="2186"/>
                    <a:pt x="2894" y="1913"/>
                  </a:cubicBezTo>
                  <a:cubicBezTo>
                    <a:pt x="3282" y="1450"/>
                    <a:pt x="3253" y="769"/>
                    <a:pt x="2825" y="341"/>
                  </a:cubicBezTo>
                  <a:cubicBezTo>
                    <a:pt x="2599" y="115"/>
                    <a:pt x="2301" y="0"/>
                    <a:pt x="2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2"/>
            <p:cNvSpPr/>
            <p:nvPr/>
          </p:nvSpPr>
          <p:spPr>
            <a:xfrm>
              <a:off x="2234885" y="3561382"/>
              <a:ext cx="206935" cy="97582"/>
            </a:xfrm>
            <a:custGeom>
              <a:rect b="b" l="l" r="r" t="t"/>
              <a:pathLst>
                <a:path extrusionOk="0" h="3722" w="7893">
                  <a:moveTo>
                    <a:pt x="3947" y="404"/>
                  </a:moveTo>
                  <a:cubicBezTo>
                    <a:pt x="4297" y="404"/>
                    <a:pt x="4647" y="433"/>
                    <a:pt x="4995" y="491"/>
                  </a:cubicBezTo>
                  <a:lnTo>
                    <a:pt x="4991" y="491"/>
                  </a:lnTo>
                  <a:lnTo>
                    <a:pt x="4998" y="498"/>
                  </a:lnTo>
                  <a:cubicBezTo>
                    <a:pt x="5736" y="1391"/>
                    <a:pt x="5102" y="2736"/>
                    <a:pt x="3946" y="2736"/>
                  </a:cubicBezTo>
                  <a:cubicBezTo>
                    <a:pt x="3944" y="2736"/>
                    <a:pt x="3942" y="2736"/>
                    <a:pt x="3941" y="2736"/>
                  </a:cubicBezTo>
                  <a:cubicBezTo>
                    <a:pt x="2782" y="2732"/>
                    <a:pt x="2155" y="1378"/>
                    <a:pt x="2901" y="491"/>
                  </a:cubicBezTo>
                  <a:cubicBezTo>
                    <a:pt x="3247" y="433"/>
                    <a:pt x="3597" y="404"/>
                    <a:pt x="3947" y="404"/>
                  </a:cubicBezTo>
                  <a:close/>
                  <a:moveTo>
                    <a:pt x="2351" y="614"/>
                  </a:moveTo>
                  <a:cubicBezTo>
                    <a:pt x="1797" y="1784"/>
                    <a:pt x="2652" y="3134"/>
                    <a:pt x="3945" y="3134"/>
                  </a:cubicBezTo>
                  <a:cubicBezTo>
                    <a:pt x="5241" y="3134"/>
                    <a:pt x="6096" y="1784"/>
                    <a:pt x="5542" y="614"/>
                  </a:cubicBezTo>
                  <a:lnTo>
                    <a:pt x="5542" y="614"/>
                  </a:lnTo>
                  <a:cubicBezTo>
                    <a:pt x="6433" y="864"/>
                    <a:pt x="7139" y="1316"/>
                    <a:pt x="7458" y="1860"/>
                  </a:cubicBezTo>
                  <a:cubicBezTo>
                    <a:pt x="6951" y="2725"/>
                    <a:pt x="5531" y="3319"/>
                    <a:pt x="3948" y="3319"/>
                  </a:cubicBezTo>
                  <a:cubicBezTo>
                    <a:pt x="2362" y="3319"/>
                    <a:pt x="942" y="2725"/>
                    <a:pt x="435" y="1860"/>
                  </a:cubicBezTo>
                  <a:cubicBezTo>
                    <a:pt x="754" y="1316"/>
                    <a:pt x="1460" y="864"/>
                    <a:pt x="2351" y="614"/>
                  </a:cubicBezTo>
                  <a:close/>
                  <a:moveTo>
                    <a:pt x="3946" y="1"/>
                  </a:moveTo>
                  <a:cubicBezTo>
                    <a:pt x="3550" y="1"/>
                    <a:pt x="3153" y="36"/>
                    <a:pt x="2760" y="107"/>
                  </a:cubicBezTo>
                  <a:cubicBezTo>
                    <a:pt x="1453" y="346"/>
                    <a:pt x="431" y="969"/>
                    <a:pt x="29" y="1769"/>
                  </a:cubicBezTo>
                  <a:cubicBezTo>
                    <a:pt x="0" y="1827"/>
                    <a:pt x="0" y="1896"/>
                    <a:pt x="29" y="1950"/>
                  </a:cubicBezTo>
                  <a:cubicBezTo>
                    <a:pt x="558" y="3008"/>
                    <a:pt x="2134" y="3721"/>
                    <a:pt x="3945" y="3721"/>
                  </a:cubicBezTo>
                  <a:cubicBezTo>
                    <a:pt x="5759" y="3721"/>
                    <a:pt x="7334" y="3008"/>
                    <a:pt x="7863" y="1950"/>
                  </a:cubicBezTo>
                  <a:cubicBezTo>
                    <a:pt x="7892" y="1896"/>
                    <a:pt x="7892" y="1827"/>
                    <a:pt x="7863" y="1769"/>
                  </a:cubicBezTo>
                  <a:cubicBezTo>
                    <a:pt x="7461" y="969"/>
                    <a:pt x="6440" y="346"/>
                    <a:pt x="5132" y="107"/>
                  </a:cubicBezTo>
                  <a:cubicBezTo>
                    <a:pt x="4739" y="36"/>
                    <a:pt x="4343" y="1"/>
                    <a:pt x="3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2"/>
            <p:cNvSpPr/>
            <p:nvPr/>
          </p:nvSpPr>
          <p:spPr>
            <a:xfrm>
              <a:off x="2239368" y="3637570"/>
              <a:ext cx="87619" cy="39326"/>
            </a:xfrm>
            <a:custGeom>
              <a:rect b="b" l="l" r="r" t="t"/>
              <a:pathLst>
                <a:path extrusionOk="0" h="1500" w="3342">
                  <a:moveTo>
                    <a:pt x="284" y="0"/>
                  </a:moveTo>
                  <a:cubicBezTo>
                    <a:pt x="136" y="0"/>
                    <a:pt x="1" y="180"/>
                    <a:pt x="126" y="330"/>
                  </a:cubicBezTo>
                  <a:cubicBezTo>
                    <a:pt x="695" y="1011"/>
                    <a:pt x="1818" y="1460"/>
                    <a:pt x="3060" y="1500"/>
                  </a:cubicBezTo>
                  <a:lnTo>
                    <a:pt x="3067" y="1500"/>
                  </a:lnTo>
                  <a:cubicBezTo>
                    <a:pt x="3068" y="1500"/>
                    <a:pt x="3070" y="1500"/>
                    <a:pt x="3071" y="1500"/>
                  </a:cubicBezTo>
                  <a:cubicBezTo>
                    <a:pt x="3335" y="1500"/>
                    <a:pt x="3341" y="1105"/>
                    <a:pt x="3075" y="1101"/>
                  </a:cubicBezTo>
                  <a:cubicBezTo>
                    <a:pt x="1941" y="1061"/>
                    <a:pt x="930" y="670"/>
                    <a:pt x="434" y="76"/>
                  </a:cubicBezTo>
                  <a:cubicBezTo>
                    <a:pt x="390" y="23"/>
                    <a:pt x="336"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82"/>
          <p:cNvGrpSpPr/>
          <p:nvPr/>
        </p:nvGrpSpPr>
        <p:grpSpPr>
          <a:xfrm>
            <a:off x="2224450" y="3840232"/>
            <a:ext cx="358367" cy="303966"/>
            <a:chOff x="2224450" y="3840232"/>
            <a:chExt cx="358367" cy="303966"/>
          </a:xfrm>
        </p:grpSpPr>
        <p:sp>
          <p:nvSpPr>
            <p:cNvPr id="12435" name="Google Shape;12435;p82"/>
            <p:cNvSpPr/>
            <p:nvPr/>
          </p:nvSpPr>
          <p:spPr>
            <a:xfrm>
              <a:off x="2451940" y="4067800"/>
              <a:ext cx="44176" cy="23176"/>
            </a:xfrm>
            <a:custGeom>
              <a:rect b="b" l="l" r="r" t="t"/>
              <a:pathLst>
                <a:path extrusionOk="0" h="884" w="1685">
                  <a:moveTo>
                    <a:pt x="1" y="0"/>
                  </a:moveTo>
                  <a:lnTo>
                    <a:pt x="1" y="884"/>
                  </a:lnTo>
                  <a:lnTo>
                    <a:pt x="1685" y="884"/>
                  </a:lnTo>
                  <a:lnTo>
                    <a:pt x="168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2"/>
            <p:cNvSpPr/>
            <p:nvPr/>
          </p:nvSpPr>
          <p:spPr>
            <a:xfrm>
              <a:off x="2489640" y="4017672"/>
              <a:ext cx="87855" cy="39221"/>
            </a:xfrm>
            <a:custGeom>
              <a:rect b="b" l="l" r="r" t="t"/>
              <a:pathLst>
                <a:path extrusionOk="0" h="1496" w="3351">
                  <a:moveTo>
                    <a:pt x="1" y="0"/>
                  </a:moveTo>
                  <a:lnTo>
                    <a:pt x="1123" y="1496"/>
                  </a:lnTo>
                  <a:lnTo>
                    <a:pt x="3351" y="1496"/>
                  </a:lnTo>
                  <a:lnTo>
                    <a:pt x="335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2"/>
            <p:cNvSpPr/>
            <p:nvPr/>
          </p:nvSpPr>
          <p:spPr>
            <a:xfrm>
              <a:off x="2229668" y="3995833"/>
              <a:ext cx="347828" cy="32012"/>
            </a:xfrm>
            <a:custGeom>
              <a:rect b="b" l="l" r="r" t="t"/>
              <a:pathLst>
                <a:path extrusionOk="0" h="1221" w="13267">
                  <a:moveTo>
                    <a:pt x="1797" y="0"/>
                  </a:moveTo>
                  <a:lnTo>
                    <a:pt x="0" y="637"/>
                  </a:lnTo>
                  <a:lnTo>
                    <a:pt x="0" y="1221"/>
                  </a:lnTo>
                  <a:lnTo>
                    <a:pt x="13267" y="1221"/>
                  </a:lnTo>
                  <a:lnTo>
                    <a:pt x="13267"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2"/>
            <p:cNvSpPr/>
            <p:nvPr/>
          </p:nvSpPr>
          <p:spPr>
            <a:xfrm>
              <a:off x="2275994" y="3844191"/>
              <a:ext cx="302262" cy="151668"/>
            </a:xfrm>
            <a:custGeom>
              <a:rect b="b" l="l" r="r" t="t"/>
              <a:pathLst>
                <a:path extrusionOk="0" h="5785" w="11529">
                  <a:moveTo>
                    <a:pt x="5763" y="0"/>
                  </a:moveTo>
                  <a:cubicBezTo>
                    <a:pt x="2576" y="0"/>
                    <a:pt x="1" y="2597"/>
                    <a:pt x="30" y="5784"/>
                  </a:cubicBezTo>
                  <a:lnTo>
                    <a:pt x="11500" y="5784"/>
                  </a:lnTo>
                  <a:cubicBezTo>
                    <a:pt x="11529" y="2597"/>
                    <a:pt x="8954" y="0"/>
                    <a:pt x="576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2"/>
            <p:cNvSpPr/>
            <p:nvPr/>
          </p:nvSpPr>
          <p:spPr>
            <a:xfrm>
              <a:off x="2330028" y="3888996"/>
              <a:ext cx="240624" cy="106863"/>
            </a:xfrm>
            <a:custGeom>
              <a:rect b="b" l="l" r="r" t="t"/>
              <a:pathLst>
                <a:path extrusionOk="0" h="4076" w="9178">
                  <a:moveTo>
                    <a:pt x="4589" y="1"/>
                  </a:moveTo>
                  <a:cubicBezTo>
                    <a:pt x="2246" y="1"/>
                    <a:pt x="276" y="1750"/>
                    <a:pt x="0" y="4075"/>
                  </a:cubicBezTo>
                  <a:lnTo>
                    <a:pt x="9178" y="4075"/>
                  </a:lnTo>
                  <a:cubicBezTo>
                    <a:pt x="8899" y="1750"/>
                    <a:pt x="6929" y="1"/>
                    <a:pt x="45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2"/>
            <p:cNvSpPr/>
            <p:nvPr/>
          </p:nvSpPr>
          <p:spPr>
            <a:xfrm>
              <a:off x="2346650" y="3902944"/>
              <a:ext cx="207302" cy="92915"/>
            </a:xfrm>
            <a:custGeom>
              <a:rect b="b" l="l" r="r" t="t"/>
              <a:pathLst>
                <a:path extrusionOk="0" h="3544" w="7907">
                  <a:moveTo>
                    <a:pt x="3955" y="1"/>
                  </a:moveTo>
                  <a:cubicBezTo>
                    <a:pt x="1923" y="1"/>
                    <a:pt x="221" y="1526"/>
                    <a:pt x="0" y="3543"/>
                  </a:cubicBezTo>
                  <a:lnTo>
                    <a:pt x="7906" y="3543"/>
                  </a:lnTo>
                  <a:cubicBezTo>
                    <a:pt x="7685" y="1526"/>
                    <a:pt x="5983" y="1"/>
                    <a:pt x="395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2"/>
            <p:cNvSpPr/>
            <p:nvPr/>
          </p:nvSpPr>
          <p:spPr>
            <a:xfrm>
              <a:off x="2460198" y="3959548"/>
              <a:ext cx="58911" cy="21105"/>
            </a:xfrm>
            <a:custGeom>
              <a:rect b="b" l="l" r="r" t="t"/>
              <a:pathLst>
                <a:path extrusionOk="0" h="805" w="2247">
                  <a:moveTo>
                    <a:pt x="403" y="1"/>
                  </a:moveTo>
                  <a:cubicBezTo>
                    <a:pt x="182" y="1"/>
                    <a:pt x="1" y="182"/>
                    <a:pt x="1" y="403"/>
                  </a:cubicBezTo>
                  <a:cubicBezTo>
                    <a:pt x="1" y="623"/>
                    <a:pt x="182" y="805"/>
                    <a:pt x="403" y="805"/>
                  </a:cubicBezTo>
                  <a:lnTo>
                    <a:pt x="1844" y="805"/>
                  </a:lnTo>
                  <a:cubicBezTo>
                    <a:pt x="2065" y="805"/>
                    <a:pt x="2246" y="623"/>
                    <a:pt x="2246" y="403"/>
                  </a:cubicBezTo>
                  <a:cubicBezTo>
                    <a:pt x="2246" y="182"/>
                    <a:pt x="2065" y="1"/>
                    <a:pt x="18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2"/>
            <p:cNvSpPr/>
            <p:nvPr/>
          </p:nvSpPr>
          <p:spPr>
            <a:xfrm>
              <a:off x="2224450" y="3840232"/>
              <a:ext cx="358367" cy="303966"/>
            </a:xfrm>
            <a:custGeom>
              <a:rect b="b" l="l" r="r" t="t"/>
              <a:pathLst>
                <a:path extrusionOk="0" h="11594" w="13669">
                  <a:moveTo>
                    <a:pt x="13266" y="7358"/>
                  </a:moveTo>
                  <a:lnTo>
                    <a:pt x="13266" y="8065"/>
                  </a:lnTo>
                  <a:lnTo>
                    <a:pt x="11340" y="8065"/>
                  </a:lnTo>
                  <a:lnTo>
                    <a:pt x="11068" y="7702"/>
                  </a:lnTo>
                  <a:lnTo>
                    <a:pt x="10811" y="7358"/>
                  </a:lnTo>
                  <a:close/>
                  <a:moveTo>
                    <a:pt x="10307" y="7355"/>
                  </a:moveTo>
                  <a:lnTo>
                    <a:pt x="10633" y="7793"/>
                  </a:lnTo>
                  <a:lnTo>
                    <a:pt x="9873" y="8477"/>
                  </a:lnTo>
                  <a:lnTo>
                    <a:pt x="9261" y="8477"/>
                  </a:lnTo>
                  <a:lnTo>
                    <a:pt x="8243" y="7355"/>
                  </a:lnTo>
                  <a:close/>
                  <a:moveTo>
                    <a:pt x="10163" y="8879"/>
                  </a:moveTo>
                  <a:lnTo>
                    <a:pt x="10163" y="9365"/>
                  </a:lnTo>
                  <a:lnTo>
                    <a:pt x="8881" y="9365"/>
                  </a:lnTo>
                  <a:lnTo>
                    <a:pt x="8881" y="8879"/>
                  </a:lnTo>
                  <a:close/>
                  <a:moveTo>
                    <a:pt x="7726" y="1"/>
                  </a:moveTo>
                  <a:cubicBezTo>
                    <a:pt x="5430" y="1"/>
                    <a:pt x="3288" y="1340"/>
                    <a:pt x="2314" y="3505"/>
                  </a:cubicBezTo>
                  <a:cubicBezTo>
                    <a:pt x="2243" y="3664"/>
                    <a:pt x="2376" y="3790"/>
                    <a:pt x="2506" y="3790"/>
                  </a:cubicBezTo>
                  <a:cubicBezTo>
                    <a:pt x="2575" y="3790"/>
                    <a:pt x="2643" y="3755"/>
                    <a:pt x="2680" y="3671"/>
                  </a:cubicBezTo>
                  <a:cubicBezTo>
                    <a:pt x="3586" y="1652"/>
                    <a:pt x="5582" y="400"/>
                    <a:pt x="7728" y="400"/>
                  </a:cubicBezTo>
                  <a:cubicBezTo>
                    <a:pt x="8079" y="400"/>
                    <a:pt x="8435" y="433"/>
                    <a:pt x="8790" y="502"/>
                  </a:cubicBezTo>
                  <a:cubicBezTo>
                    <a:pt x="11318" y="995"/>
                    <a:pt x="13169" y="3164"/>
                    <a:pt x="13263" y="5736"/>
                  </a:cubicBezTo>
                  <a:lnTo>
                    <a:pt x="12745" y="5736"/>
                  </a:lnTo>
                  <a:cubicBezTo>
                    <a:pt x="12455" y="3853"/>
                    <a:pt x="10930" y="2404"/>
                    <a:pt x="9036" y="2212"/>
                  </a:cubicBezTo>
                  <a:cubicBezTo>
                    <a:pt x="9027" y="2211"/>
                    <a:pt x="9018" y="2210"/>
                    <a:pt x="9009" y="2210"/>
                  </a:cubicBezTo>
                  <a:cubicBezTo>
                    <a:pt x="8769" y="2210"/>
                    <a:pt x="8741" y="2582"/>
                    <a:pt x="8996" y="2610"/>
                  </a:cubicBezTo>
                  <a:cubicBezTo>
                    <a:pt x="10684" y="2784"/>
                    <a:pt x="12053" y="4063"/>
                    <a:pt x="12339" y="5736"/>
                  </a:cubicBezTo>
                  <a:lnTo>
                    <a:pt x="4893" y="5736"/>
                  </a:lnTo>
                  <a:cubicBezTo>
                    <a:pt x="5179" y="4059"/>
                    <a:pt x="6552" y="2777"/>
                    <a:pt x="8247" y="2607"/>
                  </a:cubicBezTo>
                  <a:cubicBezTo>
                    <a:pt x="8503" y="2582"/>
                    <a:pt x="8473" y="2207"/>
                    <a:pt x="8231" y="2207"/>
                  </a:cubicBezTo>
                  <a:cubicBezTo>
                    <a:pt x="8223" y="2207"/>
                    <a:pt x="8215" y="2208"/>
                    <a:pt x="8207" y="2208"/>
                  </a:cubicBezTo>
                  <a:cubicBezTo>
                    <a:pt x="6309" y="2400"/>
                    <a:pt x="4777" y="3849"/>
                    <a:pt x="4487" y="5736"/>
                  </a:cubicBezTo>
                  <a:lnTo>
                    <a:pt x="2198" y="5736"/>
                  </a:lnTo>
                  <a:cubicBezTo>
                    <a:pt x="2217" y="5294"/>
                    <a:pt x="2282" y="4856"/>
                    <a:pt x="2401" y="4432"/>
                  </a:cubicBezTo>
                  <a:cubicBezTo>
                    <a:pt x="2445" y="4277"/>
                    <a:pt x="2323" y="4176"/>
                    <a:pt x="2204" y="4176"/>
                  </a:cubicBezTo>
                  <a:cubicBezTo>
                    <a:pt x="2125" y="4176"/>
                    <a:pt x="2046" y="4221"/>
                    <a:pt x="2017" y="4323"/>
                  </a:cubicBezTo>
                  <a:cubicBezTo>
                    <a:pt x="1883" y="4801"/>
                    <a:pt x="1807" y="5298"/>
                    <a:pt x="1796" y="5794"/>
                  </a:cubicBezTo>
                  <a:lnTo>
                    <a:pt x="134" y="6384"/>
                  </a:lnTo>
                  <a:cubicBezTo>
                    <a:pt x="51" y="6409"/>
                    <a:pt x="0" y="6486"/>
                    <a:pt x="0" y="6572"/>
                  </a:cubicBezTo>
                  <a:lnTo>
                    <a:pt x="0" y="7152"/>
                  </a:lnTo>
                  <a:cubicBezTo>
                    <a:pt x="0" y="7264"/>
                    <a:pt x="87" y="7355"/>
                    <a:pt x="199" y="7355"/>
                  </a:cubicBezTo>
                  <a:lnTo>
                    <a:pt x="3031" y="7355"/>
                  </a:lnTo>
                  <a:cubicBezTo>
                    <a:pt x="3296" y="7355"/>
                    <a:pt x="3296" y="6953"/>
                    <a:pt x="3031" y="6953"/>
                  </a:cubicBezTo>
                  <a:lnTo>
                    <a:pt x="398" y="6953"/>
                  </a:lnTo>
                  <a:lnTo>
                    <a:pt x="398" y="6714"/>
                  </a:lnTo>
                  <a:lnTo>
                    <a:pt x="2028" y="6134"/>
                  </a:lnTo>
                  <a:lnTo>
                    <a:pt x="13266" y="6134"/>
                  </a:lnTo>
                  <a:lnTo>
                    <a:pt x="13266" y="6953"/>
                  </a:lnTo>
                  <a:lnTo>
                    <a:pt x="3817" y="6953"/>
                  </a:lnTo>
                  <a:cubicBezTo>
                    <a:pt x="3553" y="6953"/>
                    <a:pt x="3553" y="7355"/>
                    <a:pt x="3817" y="7355"/>
                  </a:cubicBezTo>
                  <a:lnTo>
                    <a:pt x="7707" y="7355"/>
                  </a:lnTo>
                  <a:lnTo>
                    <a:pt x="8721" y="8477"/>
                  </a:lnTo>
                  <a:lnTo>
                    <a:pt x="8681" y="8477"/>
                  </a:lnTo>
                  <a:cubicBezTo>
                    <a:pt x="8569" y="8477"/>
                    <a:pt x="8482" y="8564"/>
                    <a:pt x="8482" y="8677"/>
                  </a:cubicBezTo>
                  <a:lnTo>
                    <a:pt x="8482" y="9564"/>
                  </a:lnTo>
                  <a:cubicBezTo>
                    <a:pt x="8482" y="9673"/>
                    <a:pt x="8569" y="9763"/>
                    <a:pt x="8681" y="9763"/>
                  </a:cubicBezTo>
                  <a:lnTo>
                    <a:pt x="9322" y="9763"/>
                  </a:lnTo>
                  <a:lnTo>
                    <a:pt x="9322" y="11393"/>
                  </a:lnTo>
                  <a:cubicBezTo>
                    <a:pt x="9322" y="11527"/>
                    <a:pt x="9422" y="11594"/>
                    <a:pt x="9522" y="11594"/>
                  </a:cubicBezTo>
                  <a:cubicBezTo>
                    <a:pt x="9621" y="11594"/>
                    <a:pt x="9721" y="11527"/>
                    <a:pt x="9721" y="11393"/>
                  </a:cubicBezTo>
                  <a:lnTo>
                    <a:pt x="9721" y="9763"/>
                  </a:lnTo>
                  <a:lnTo>
                    <a:pt x="10362" y="9763"/>
                  </a:lnTo>
                  <a:cubicBezTo>
                    <a:pt x="10474" y="9763"/>
                    <a:pt x="10565" y="9673"/>
                    <a:pt x="10565" y="9564"/>
                  </a:cubicBezTo>
                  <a:lnTo>
                    <a:pt x="10565" y="8677"/>
                  </a:lnTo>
                  <a:cubicBezTo>
                    <a:pt x="10565" y="8601"/>
                    <a:pt x="10518" y="8528"/>
                    <a:pt x="10449" y="8496"/>
                  </a:cubicBezTo>
                  <a:lnTo>
                    <a:pt x="10876" y="8112"/>
                  </a:lnTo>
                  <a:lnTo>
                    <a:pt x="11079" y="8383"/>
                  </a:lnTo>
                  <a:cubicBezTo>
                    <a:pt x="11115" y="8430"/>
                    <a:pt x="11177" y="8463"/>
                    <a:pt x="11238" y="8463"/>
                  </a:cubicBezTo>
                  <a:lnTo>
                    <a:pt x="13466" y="8463"/>
                  </a:lnTo>
                  <a:cubicBezTo>
                    <a:pt x="13578" y="8463"/>
                    <a:pt x="13668" y="8372"/>
                    <a:pt x="13668" y="8260"/>
                  </a:cubicBezTo>
                  <a:lnTo>
                    <a:pt x="13668" y="5931"/>
                  </a:lnTo>
                  <a:lnTo>
                    <a:pt x="13665" y="5935"/>
                  </a:lnTo>
                  <a:cubicBezTo>
                    <a:pt x="13665" y="3135"/>
                    <a:pt x="11709" y="720"/>
                    <a:pt x="8971" y="133"/>
                  </a:cubicBezTo>
                  <a:cubicBezTo>
                    <a:pt x="8555" y="44"/>
                    <a:pt x="8138" y="1"/>
                    <a:pt x="7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2"/>
            <p:cNvSpPr/>
            <p:nvPr/>
          </p:nvSpPr>
          <p:spPr>
            <a:xfrm>
              <a:off x="2454509" y="3954330"/>
              <a:ext cx="69424" cy="31540"/>
            </a:xfrm>
            <a:custGeom>
              <a:rect b="b" l="l" r="r" t="t"/>
              <a:pathLst>
                <a:path extrusionOk="0" h="1203" w="2648">
                  <a:moveTo>
                    <a:pt x="2061" y="399"/>
                  </a:moveTo>
                  <a:cubicBezTo>
                    <a:pt x="2329" y="399"/>
                    <a:pt x="2329" y="801"/>
                    <a:pt x="2061" y="801"/>
                  </a:cubicBezTo>
                  <a:lnTo>
                    <a:pt x="620" y="801"/>
                  </a:lnTo>
                  <a:cubicBezTo>
                    <a:pt x="511" y="801"/>
                    <a:pt x="421" y="710"/>
                    <a:pt x="421" y="602"/>
                  </a:cubicBezTo>
                  <a:cubicBezTo>
                    <a:pt x="421" y="489"/>
                    <a:pt x="508" y="399"/>
                    <a:pt x="620" y="399"/>
                  </a:cubicBezTo>
                  <a:close/>
                  <a:moveTo>
                    <a:pt x="600" y="0"/>
                  </a:moveTo>
                  <a:cubicBezTo>
                    <a:pt x="272" y="0"/>
                    <a:pt x="0" y="268"/>
                    <a:pt x="0" y="602"/>
                  </a:cubicBezTo>
                  <a:cubicBezTo>
                    <a:pt x="0" y="934"/>
                    <a:pt x="276" y="1203"/>
                    <a:pt x="607" y="1203"/>
                  </a:cubicBezTo>
                  <a:cubicBezTo>
                    <a:pt x="611" y="1203"/>
                    <a:pt x="615" y="1203"/>
                    <a:pt x="620" y="1203"/>
                  </a:cubicBezTo>
                  <a:lnTo>
                    <a:pt x="2061" y="1203"/>
                  </a:lnTo>
                  <a:cubicBezTo>
                    <a:pt x="2387" y="1192"/>
                    <a:pt x="2648" y="928"/>
                    <a:pt x="2648" y="602"/>
                  </a:cubicBezTo>
                  <a:cubicBezTo>
                    <a:pt x="2648" y="276"/>
                    <a:pt x="2387" y="8"/>
                    <a:pt x="2061" y="0"/>
                  </a:cubicBezTo>
                  <a:lnTo>
                    <a:pt x="620" y="0"/>
                  </a:lnTo>
                  <a:cubicBezTo>
                    <a:pt x="613" y="0"/>
                    <a:pt x="607"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4" name="Google Shape;12444;p82"/>
          <p:cNvGrpSpPr/>
          <p:nvPr/>
        </p:nvGrpSpPr>
        <p:grpSpPr>
          <a:xfrm>
            <a:off x="1741498" y="2017172"/>
            <a:ext cx="361723" cy="299587"/>
            <a:chOff x="1741498" y="2017172"/>
            <a:chExt cx="361723" cy="299587"/>
          </a:xfrm>
        </p:grpSpPr>
        <p:sp>
          <p:nvSpPr>
            <p:cNvPr id="12445" name="Google Shape;12445;p82"/>
            <p:cNvSpPr/>
            <p:nvPr/>
          </p:nvSpPr>
          <p:spPr>
            <a:xfrm>
              <a:off x="1805993" y="2051018"/>
              <a:ext cx="141207" cy="229036"/>
            </a:xfrm>
            <a:custGeom>
              <a:rect b="b" l="l" r="r" t="t"/>
              <a:pathLst>
                <a:path extrusionOk="0" h="8736" w="5386">
                  <a:moveTo>
                    <a:pt x="5377" y="0"/>
                  </a:moveTo>
                  <a:cubicBezTo>
                    <a:pt x="3302" y="0"/>
                    <a:pt x="1448" y="1292"/>
                    <a:pt x="724" y="3238"/>
                  </a:cubicBezTo>
                  <a:cubicBezTo>
                    <a:pt x="0" y="5186"/>
                    <a:pt x="565" y="7381"/>
                    <a:pt x="2141" y="8736"/>
                  </a:cubicBezTo>
                  <a:lnTo>
                    <a:pt x="5386" y="4969"/>
                  </a:lnTo>
                  <a:lnTo>
                    <a:pt x="5386" y="2162"/>
                  </a:lnTo>
                  <a:lnTo>
                    <a:pt x="5386" y="0"/>
                  </a:lnTo>
                  <a:cubicBezTo>
                    <a:pt x="5383" y="0"/>
                    <a:pt x="5380" y="0"/>
                    <a:pt x="53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2"/>
            <p:cNvSpPr/>
            <p:nvPr/>
          </p:nvSpPr>
          <p:spPr>
            <a:xfrm>
              <a:off x="1947174" y="2181293"/>
              <a:ext cx="130406" cy="128387"/>
            </a:xfrm>
            <a:custGeom>
              <a:rect b="b" l="l" r="r" t="t"/>
              <a:pathLst>
                <a:path extrusionOk="0" h="4897" w="4974">
                  <a:moveTo>
                    <a:pt x="1" y="0"/>
                  </a:moveTo>
                  <a:lnTo>
                    <a:pt x="700" y="4038"/>
                  </a:lnTo>
                  <a:lnTo>
                    <a:pt x="848" y="4897"/>
                  </a:lnTo>
                  <a:cubicBezTo>
                    <a:pt x="3231" y="4484"/>
                    <a:pt x="4970" y="2419"/>
                    <a:pt x="4973"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2"/>
            <p:cNvSpPr/>
            <p:nvPr/>
          </p:nvSpPr>
          <p:spPr>
            <a:xfrm>
              <a:off x="1817764" y="2064206"/>
              <a:ext cx="80147" cy="119657"/>
            </a:xfrm>
            <a:custGeom>
              <a:rect b="b" l="l" r="r" t="t"/>
              <a:pathLst>
                <a:path extrusionOk="0" h="4564" w="3057">
                  <a:moveTo>
                    <a:pt x="2749" y="1"/>
                  </a:moveTo>
                  <a:lnTo>
                    <a:pt x="2749" y="1"/>
                  </a:lnTo>
                  <a:cubicBezTo>
                    <a:pt x="1232" y="747"/>
                    <a:pt x="196" y="2210"/>
                    <a:pt x="0" y="3890"/>
                  </a:cubicBezTo>
                  <a:cubicBezTo>
                    <a:pt x="210" y="3890"/>
                    <a:pt x="420" y="3865"/>
                    <a:pt x="627" y="3818"/>
                  </a:cubicBezTo>
                  <a:lnTo>
                    <a:pt x="2188" y="4546"/>
                  </a:lnTo>
                  <a:cubicBezTo>
                    <a:pt x="2212" y="4558"/>
                    <a:pt x="2238" y="4563"/>
                    <a:pt x="2263" y="4563"/>
                  </a:cubicBezTo>
                  <a:cubicBezTo>
                    <a:pt x="2358" y="4563"/>
                    <a:pt x="2444" y="4483"/>
                    <a:pt x="2441" y="4379"/>
                  </a:cubicBezTo>
                  <a:lnTo>
                    <a:pt x="2362" y="2659"/>
                  </a:lnTo>
                  <a:cubicBezTo>
                    <a:pt x="2912" y="1887"/>
                    <a:pt x="3057" y="895"/>
                    <a:pt x="2749"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2"/>
            <p:cNvSpPr/>
            <p:nvPr/>
          </p:nvSpPr>
          <p:spPr>
            <a:xfrm>
              <a:off x="1965500" y="2181293"/>
              <a:ext cx="112080" cy="128387"/>
            </a:xfrm>
            <a:custGeom>
              <a:rect b="b" l="l" r="r" t="t"/>
              <a:pathLst>
                <a:path extrusionOk="0" h="4897" w="4275">
                  <a:moveTo>
                    <a:pt x="3586" y="0"/>
                  </a:moveTo>
                  <a:cubicBezTo>
                    <a:pt x="3286" y="1934"/>
                    <a:pt x="1884" y="3513"/>
                    <a:pt x="1" y="4038"/>
                  </a:cubicBezTo>
                  <a:lnTo>
                    <a:pt x="149" y="4897"/>
                  </a:lnTo>
                  <a:cubicBezTo>
                    <a:pt x="2532" y="4484"/>
                    <a:pt x="4271" y="2419"/>
                    <a:pt x="427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2"/>
            <p:cNvSpPr/>
            <p:nvPr/>
          </p:nvSpPr>
          <p:spPr>
            <a:xfrm>
              <a:off x="1967676" y="2031250"/>
              <a:ext cx="130301" cy="130301"/>
            </a:xfrm>
            <a:custGeom>
              <a:rect b="b" l="l" r="r" t="t"/>
              <a:pathLst>
                <a:path extrusionOk="0" h="4970" w="4970">
                  <a:moveTo>
                    <a:pt x="1" y="1"/>
                  </a:moveTo>
                  <a:lnTo>
                    <a:pt x="1" y="4970"/>
                  </a:lnTo>
                  <a:lnTo>
                    <a:pt x="4970" y="4970"/>
                  </a:lnTo>
                  <a:cubicBezTo>
                    <a:pt x="4970" y="2225"/>
                    <a:pt x="2743"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2"/>
            <p:cNvSpPr/>
            <p:nvPr/>
          </p:nvSpPr>
          <p:spPr>
            <a:xfrm>
              <a:off x="1967676" y="2044254"/>
              <a:ext cx="130301" cy="117297"/>
            </a:xfrm>
            <a:custGeom>
              <a:rect b="b" l="l" r="r" t="t"/>
              <a:pathLst>
                <a:path extrusionOk="0" h="4474" w="4970">
                  <a:moveTo>
                    <a:pt x="2170" y="1"/>
                  </a:moveTo>
                  <a:lnTo>
                    <a:pt x="2170" y="1"/>
                  </a:lnTo>
                  <a:cubicBezTo>
                    <a:pt x="3264" y="946"/>
                    <a:pt x="3894" y="2319"/>
                    <a:pt x="3894" y="3768"/>
                  </a:cubicBezTo>
                  <a:lnTo>
                    <a:pt x="1" y="3768"/>
                  </a:lnTo>
                  <a:lnTo>
                    <a:pt x="1" y="4474"/>
                  </a:lnTo>
                  <a:lnTo>
                    <a:pt x="4970" y="4474"/>
                  </a:lnTo>
                  <a:cubicBezTo>
                    <a:pt x="4970" y="2569"/>
                    <a:pt x="3883" y="834"/>
                    <a:pt x="217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2"/>
            <p:cNvSpPr/>
            <p:nvPr/>
          </p:nvSpPr>
          <p:spPr>
            <a:xfrm>
              <a:off x="1862098" y="2181293"/>
              <a:ext cx="107334" cy="130301"/>
            </a:xfrm>
            <a:custGeom>
              <a:rect b="b" l="l" r="r" t="t"/>
              <a:pathLst>
                <a:path extrusionOk="0" h="4970" w="4094">
                  <a:moveTo>
                    <a:pt x="3246" y="0"/>
                  </a:moveTo>
                  <a:lnTo>
                    <a:pt x="167" y="3575"/>
                  </a:lnTo>
                  <a:lnTo>
                    <a:pt x="1" y="3767"/>
                  </a:lnTo>
                  <a:cubicBezTo>
                    <a:pt x="910" y="4548"/>
                    <a:pt x="2065" y="4969"/>
                    <a:pt x="3247" y="4969"/>
                  </a:cubicBezTo>
                  <a:cubicBezTo>
                    <a:pt x="3528" y="4969"/>
                    <a:pt x="3811" y="4945"/>
                    <a:pt x="4093" y="4897"/>
                  </a:cubicBezTo>
                  <a:lnTo>
                    <a:pt x="3945" y="4038"/>
                  </a:lnTo>
                  <a:lnTo>
                    <a:pt x="32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2"/>
            <p:cNvSpPr/>
            <p:nvPr/>
          </p:nvSpPr>
          <p:spPr>
            <a:xfrm>
              <a:off x="1862098" y="2274995"/>
              <a:ext cx="107334" cy="36600"/>
            </a:xfrm>
            <a:custGeom>
              <a:rect b="b" l="l" r="r" t="t"/>
              <a:pathLst>
                <a:path extrusionOk="0" h="1396" w="4094">
                  <a:moveTo>
                    <a:pt x="167" y="1"/>
                  </a:moveTo>
                  <a:lnTo>
                    <a:pt x="1" y="193"/>
                  </a:lnTo>
                  <a:cubicBezTo>
                    <a:pt x="910" y="974"/>
                    <a:pt x="2065" y="1395"/>
                    <a:pt x="3247" y="1395"/>
                  </a:cubicBezTo>
                  <a:cubicBezTo>
                    <a:pt x="3528" y="1395"/>
                    <a:pt x="3811" y="1371"/>
                    <a:pt x="4093" y="1323"/>
                  </a:cubicBezTo>
                  <a:lnTo>
                    <a:pt x="3945" y="464"/>
                  </a:lnTo>
                  <a:cubicBezTo>
                    <a:pt x="3785" y="508"/>
                    <a:pt x="3626" y="544"/>
                    <a:pt x="3463" y="569"/>
                  </a:cubicBezTo>
                  <a:cubicBezTo>
                    <a:pt x="3182" y="618"/>
                    <a:pt x="2899" y="642"/>
                    <a:pt x="2617" y="642"/>
                  </a:cubicBezTo>
                  <a:cubicBezTo>
                    <a:pt x="1764" y="642"/>
                    <a:pt x="918" y="423"/>
                    <a:pt x="167"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2"/>
            <p:cNvSpPr/>
            <p:nvPr/>
          </p:nvSpPr>
          <p:spPr>
            <a:xfrm>
              <a:off x="1746348" y="2022468"/>
              <a:ext cx="141706" cy="147631"/>
            </a:xfrm>
            <a:custGeom>
              <a:rect b="b" l="l" r="r" t="t"/>
              <a:pathLst>
                <a:path extrusionOk="0" h="5631" w="5405">
                  <a:moveTo>
                    <a:pt x="2687" y="0"/>
                  </a:moveTo>
                  <a:cubicBezTo>
                    <a:pt x="1771" y="0"/>
                    <a:pt x="921" y="497"/>
                    <a:pt x="472" y="1299"/>
                  </a:cubicBezTo>
                  <a:cubicBezTo>
                    <a:pt x="1" y="2136"/>
                    <a:pt x="41" y="3164"/>
                    <a:pt x="577" y="3961"/>
                  </a:cubicBezTo>
                  <a:cubicBezTo>
                    <a:pt x="1055" y="4680"/>
                    <a:pt x="1854" y="5092"/>
                    <a:pt x="2689" y="5092"/>
                  </a:cubicBezTo>
                  <a:cubicBezTo>
                    <a:pt x="2922" y="5092"/>
                    <a:pt x="3158" y="5060"/>
                    <a:pt x="3391" y="4993"/>
                  </a:cubicBezTo>
                  <a:lnTo>
                    <a:pt x="4756" y="5631"/>
                  </a:lnTo>
                  <a:lnTo>
                    <a:pt x="4687" y="4128"/>
                  </a:lnTo>
                  <a:cubicBezTo>
                    <a:pt x="5281" y="3374"/>
                    <a:pt x="5404" y="2353"/>
                    <a:pt x="5006" y="1484"/>
                  </a:cubicBezTo>
                  <a:cubicBezTo>
                    <a:pt x="4604" y="615"/>
                    <a:pt x="3749" y="39"/>
                    <a:pt x="2793" y="3"/>
                  </a:cubicBezTo>
                  <a:cubicBezTo>
                    <a:pt x="2758" y="1"/>
                    <a:pt x="2722" y="0"/>
                    <a:pt x="26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2"/>
            <p:cNvSpPr/>
            <p:nvPr/>
          </p:nvSpPr>
          <p:spPr>
            <a:xfrm>
              <a:off x="1962380" y="2026033"/>
              <a:ext cx="140840" cy="140736"/>
            </a:xfrm>
            <a:custGeom>
              <a:rect b="b" l="l" r="r" t="t"/>
              <a:pathLst>
                <a:path extrusionOk="0" h="5368" w="5372">
                  <a:moveTo>
                    <a:pt x="196" y="1"/>
                  </a:moveTo>
                  <a:cubicBezTo>
                    <a:pt x="87" y="1"/>
                    <a:pt x="0" y="90"/>
                    <a:pt x="0" y="200"/>
                  </a:cubicBezTo>
                  <a:lnTo>
                    <a:pt x="0" y="5169"/>
                  </a:lnTo>
                  <a:cubicBezTo>
                    <a:pt x="0" y="5281"/>
                    <a:pt x="91" y="5368"/>
                    <a:pt x="203" y="5368"/>
                  </a:cubicBezTo>
                  <a:lnTo>
                    <a:pt x="5172" y="5368"/>
                  </a:lnTo>
                  <a:cubicBezTo>
                    <a:pt x="5281" y="5368"/>
                    <a:pt x="5371" y="5281"/>
                    <a:pt x="5371" y="5169"/>
                  </a:cubicBezTo>
                  <a:cubicBezTo>
                    <a:pt x="5371" y="4220"/>
                    <a:pt x="5110" y="3289"/>
                    <a:pt x="4618" y="2478"/>
                  </a:cubicBezTo>
                  <a:cubicBezTo>
                    <a:pt x="4576" y="2408"/>
                    <a:pt x="4514" y="2379"/>
                    <a:pt x="4452" y="2379"/>
                  </a:cubicBezTo>
                  <a:cubicBezTo>
                    <a:pt x="4315" y="2379"/>
                    <a:pt x="4180" y="2526"/>
                    <a:pt x="4277" y="2684"/>
                  </a:cubicBezTo>
                  <a:cubicBezTo>
                    <a:pt x="4697" y="3376"/>
                    <a:pt x="4937" y="4162"/>
                    <a:pt x="4969" y="4970"/>
                  </a:cubicBezTo>
                  <a:lnTo>
                    <a:pt x="402" y="4970"/>
                  </a:lnTo>
                  <a:lnTo>
                    <a:pt x="402" y="403"/>
                  </a:lnTo>
                  <a:cubicBezTo>
                    <a:pt x="1724" y="461"/>
                    <a:pt x="2963" y="1062"/>
                    <a:pt x="3825" y="2065"/>
                  </a:cubicBezTo>
                  <a:cubicBezTo>
                    <a:pt x="3869" y="2117"/>
                    <a:pt x="3922" y="2138"/>
                    <a:pt x="3973" y="2138"/>
                  </a:cubicBezTo>
                  <a:cubicBezTo>
                    <a:pt x="4121" y="2138"/>
                    <a:pt x="4256" y="1955"/>
                    <a:pt x="4129" y="1804"/>
                  </a:cubicBezTo>
                  <a:cubicBezTo>
                    <a:pt x="3146" y="663"/>
                    <a:pt x="1717" y="1"/>
                    <a:pt x="215" y="1"/>
                  </a:cubicBezTo>
                  <a:cubicBezTo>
                    <a:pt x="211" y="1"/>
                    <a:pt x="207" y="1"/>
                    <a:pt x="203" y="1"/>
                  </a:cubicBezTo>
                  <a:cubicBezTo>
                    <a:pt x="201" y="1"/>
                    <a:pt x="19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2"/>
            <p:cNvSpPr/>
            <p:nvPr/>
          </p:nvSpPr>
          <p:spPr>
            <a:xfrm>
              <a:off x="1741498" y="2017172"/>
              <a:ext cx="341195" cy="299587"/>
            </a:xfrm>
            <a:custGeom>
              <a:rect b="b" l="l" r="r" t="t"/>
              <a:pathLst>
                <a:path extrusionOk="0" h="11427" w="13014">
                  <a:moveTo>
                    <a:pt x="12612" y="6459"/>
                  </a:moveTo>
                  <a:cubicBezTo>
                    <a:pt x="12525" y="8632"/>
                    <a:pt x="10978" y="10469"/>
                    <a:pt x="8856" y="10921"/>
                  </a:cubicBezTo>
                  <a:lnTo>
                    <a:pt x="8085" y="6459"/>
                  </a:lnTo>
                  <a:close/>
                  <a:moveTo>
                    <a:pt x="7722" y="6713"/>
                  </a:moveTo>
                  <a:lnTo>
                    <a:pt x="8461" y="10990"/>
                  </a:lnTo>
                  <a:cubicBezTo>
                    <a:pt x="8259" y="11015"/>
                    <a:pt x="8052" y="11030"/>
                    <a:pt x="7849" y="11030"/>
                  </a:cubicBezTo>
                  <a:cubicBezTo>
                    <a:pt x="6774" y="11030"/>
                    <a:pt x="5731" y="10668"/>
                    <a:pt x="4887" y="10001"/>
                  </a:cubicBezTo>
                  <a:lnTo>
                    <a:pt x="5386" y="9425"/>
                  </a:lnTo>
                  <a:lnTo>
                    <a:pt x="7722" y="6713"/>
                  </a:lnTo>
                  <a:close/>
                  <a:moveTo>
                    <a:pt x="2877" y="1"/>
                  </a:moveTo>
                  <a:cubicBezTo>
                    <a:pt x="2558" y="1"/>
                    <a:pt x="2236" y="56"/>
                    <a:pt x="1924" y="172"/>
                  </a:cubicBezTo>
                  <a:cubicBezTo>
                    <a:pt x="736" y="610"/>
                    <a:pt x="1" y="1805"/>
                    <a:pt x="146" y="3066"/>
                  </a:cubicBezTo>
                  <a:cubicBezTo>
                    <a:pt x="161" y="3187"/>
                    <a:pt x="253" y="3244"/>
                    <a:pt x="345" y="3244"/>
                  </a:cubicBezTo>
                  <a:cubicBezTo>
                    <a:pt x="453" y="3244"/>
                    <a:pt x="562" y="3165"/>
                    <a:pt x="544" y="3022"/>
                  </a:cubicBezTo>
                  <a:cubicBezTo>
                    <a:pt x="407" y="1820"/>
                    <a:pt x="1200" y="712"/>
                    <a:pt x="2384" y="458"/>
                  </a:cubicBezTo>
                  <a:cubicBezTo>
                    <a:pt x="2551" y="422"/>
                    <a:pt x="2718" y="404"/>
                    <a:pt x="2883" y="404"/>
                  </a:cubicBezTo>
                  <a:cubicBezTo>
                    <a:pt x="3883" y="404"/>
                    <a:pt x="4797" y="1049"/>
                    <a:pt x="5111" y="2037"/>
                  </a:cubicBezTo>
                  <a:cubicBezTo>
                    <a:pt x="5111" y="2044"/>
                    <a:pt x="5115" y="2048"/>
                    <a:pt x="5118" y="2055"/>
                  </a:cubicBezTo>
                  <a:cubicBezTo>
                    <a:pt x="5347" y="2794"/>
                    <a:pt x="5195" y="3598"/>
                    <a:pt x="4713" y="4207"/>
                  </a:cubicBezTo>
                  <a:cubicBezTo>
                    <a:pt x="4684" y="4243"/>
                    <a:pt x="4666" y="4290"/>
                    <a:pt x="4669" y="4341"/>
                  </a:cubicBezTo>
                  <a:lnTo>
                    <a:pt x="4724" y="5514"/>
                  </a:lnTo>
                  <a:lnTo>
                    <a:pt x="3659" y="5014"/>
                  </a:lnTo>
                  <a:cubicBezTo>
                    <a:pt x="3633" y="5001"/>
                    <a:pt x="3604" y="4995"/>
                    <a:pt x="3575" y="4995"/>
                  </a:cubicBezTo>
                  <a:cubicBezTo>
                    <a:pt x="3556" y="4995"/>
                    <a:pt x="3537" y="4998"/>
                    <a:pt x="3518" y="5003"/>
                  </a:cubicBezTo>
                  <a:cubicBezTo>
                    <a:pt x="3344" y="5054"/>
                    <a:pt x="3163" y="5083"/>
                    <a:pt x="2978" y="5094"/>
                  </a:cubicBezTo>
                  <a:lnTo>
                    <a:pt x="2942" y="5094"/>
                  </a:lnTo>
                  <a:cubicBezTo>
                    <a:pt x="2917" y="5095"/>
                    <a:pt x="2893" y="5095"/>
                    <a:pt x="2868" y="5095"/>
                  </a:cubicBezTo>
                  <a:cubicBezTo>
                    <a:pt x="2088" y="5095"/>
                    <a:pt x="1356" y="4704"/>
                    <a:pt x="925" y="4051"/>
                  </a:cubicBezTo>
                  <a:cubicBezTo>
                    <a:pt x="859" y="3957"/>
                    <a:pt x="801" y="3852"/>
                    <a:pt x="751" y="3747"/>
                  </a:cubicBezTo>
                  <a:cubicBezTo>
                    <a:pt x="713" y="3666"/>
                    <a:pt x="646" y="3632"/>
                    <a:pt x="578" y="3632"/>
                  </a:cubicBezTo>
                  <a:cubicBezTo>
                    <a:pt x="447" y="3632"/>
                    <a:pt x="314" y="3760"/>
                    <a:pt x="389" y="3920"/>
                  </a:cubicBezTo>
                  <a:cubicBezTo>
                    <a:pt x="446" y="4044"/>
                    <a:pt x="515" y="4160"/>
                    <a:pt x="591" y="4275"/>
                  </a:cubicBezTo>
                  <a:cubicBezTo>
                    <a:pt x="1069" y="4996"/>
                    <a:pt x="1866" y="5449"/>
                    <a:pt x="2732" y="5492"/>
                  </a:cubicBezTo>
                  <a:cubicBezTo>
                    <a:pt x="2692" y="5746"/>
                    <a:pt x="2674" y="6003"/>
                    <a:pt x="2674" y="6260"/>
                  </a:cubicBezTo>
                  <a:cubicBezTo>
                    <a:pt x="2670" y="6966"/>
                    <a:pt x="2815" y="7662"/>
                    <a:pt x="3094" y="8306"/>
                  </a:cubicBezTo>
                  <a:cubicBezTo>
                    <a:pt x="3131" y="8393"/>
                    <a:pt x="3201" y="8430"/>
                    <a:pt x="3272" y="8430"/>
                  </a:cubicBezTo>
                  <a:cubicBezTo>
                    <a:pt x="3401" y="8430"/>
                    <a:pt x="3531" y="8308"/>
                    <a:pt x="3463" y="8151"/>
                  </a:cubicBezTo>
                  <a:cubicBezTo>
                    <a:pt x="3203" y="7553"/>
                    <a:pt x="3072" y="6912"/>
                    <a:pt x="3072" y="6260"/>
                  </a:cubicBezTo>
                  <a:cubicBezTo>
                    <a:pt x="3072" y="5999"/>
                    <a:pt x="3094" y="5742"/>
                    <a:pt x="3137" y="5481"/>
                  </a:cubicBezTo>
                  <a:cubicBezTo>
                    <a:pt x="3279" y="5471"/>
                    <a:pt x="3416" y="5445"/>
                    <a:pt x="3554" y="5409"/>
                  </a:cubicBezTo>
                  <a:lnTo>
                    <a:pt x="4854" y="6014"/>
                  </a:lnTo>
                  <a:cubicBezTo>
                    <a:pt x="4882" y="6027"/>
                    <a:pt x="4911" y="6034"/>
                    <a:pt x="4939" y="6034"/>
                  </a:cubicBezTo>
                  <a:cubicBezTo>
                    <a:pt x="5046" y="6034"/>
                    <a:pt x="5142" y="5943"/>
                    <a:pt x="5137" y="5826"/>
                  </a:cubicBezTo>
                  <a:lnTo>
                    <a:pt x="5075" y="4391"/>
                  </a:lnTo>
                  <a:cubicBezTo>
                    <a:pt x="5571" y="3732"/>
                    <a:pt x="5741" y="2885"/>
                    <a:pt x="5542" y="2084"/>
                  </a:cubicBezTo>
                  <a:cubicBezTo>
                    <a:pt x="6187" y="1726"/>
                    <a:pt x="6908" y="1527"/>
                    <a:pt x="7646" y="1494"/>
                  </a:cubicBezTo>
                  <a:lnTo>
                    <a:pt x="7646" y="6184"/>
                  </a:lnTo>
                  <a:lnTo>
                    <a:pt x="5651" y="8502"/>
                  </a:lnTo>
                  <a:lnTo>
                    <a:pt x="4586" y="9741"/>
                  </a:lnTo>
                  <a:cubicBezTo>
                    <a:pt x="4300" y="9473"/>
                    <a:pt x="4050" y="9172"/>
                    <a:pt x="3836" y="8842"/>
                  </a:cubicBezTo>
                  <a:cubicBezTo>
                    <a:pt x="3794" y="8777"/>
                    <a:pt x="3734" y="8750"/>
                    <a:pt x="3675" y="8750"/>
                  </a:cubicBezTo>
                  <a:cubicBezTo>
                    <a:pt x="3535" y="8750"/>
                    <a:pt x="3397" y="8904"/>
                    <a:pt x="3500" y="9060"/>
                  </a:cubicBezTo>
                  <a:cubicBezTo>
                    <a:pt x="3768" y="9476"/>
                    <a:pt x="4097" y="9853"/>
                    <a:pt x="4470" y="10175"/>
                  </a:cubicBezTo>
                  <a:cubicBezTo>
                    <a:pt x="5416" y="10989"/>
                    <a:pt x="6617" y="11427"/>
                    <a:pt x="7847" y="11427"/>
                  </a:cubicBezTo>
                  <a:cubicBezTo>
                    <a:pt x="8138" y="11427"/>
                    <a:pt x="8431" y="11402"/>
                    <a:pt x="8722" y="11352"/>
                  </a:cubicBezTo>
                  <a:lnTo>
                    <a:pt x="8726" y="11352"/>
                  </a:lnTo>
                  <a:cubicBezTo>
                    <a:pt x="11203" y="10921"/>
                    <a:pt x="13014" y="8774"/>
                    <a:pt x="13014" y="6257"/>
                  </a:cubicBezTo>
                  <a:cubicBezTo>
                    <a:pt x="13010" y="6148"/>
                    <a:pt x="12923" y="6061"/>
                    <a:pt x="12818" y="6061"/>
                  </a:cubicBezTo>
                  <a:lnTo>
                    <a:pt x="8045" y="6061"/>
                  </a:lnTo>
                  <a:lnTo>
                    <a:pt x="8045" y="1291"/>
                  </a:lnTo>
                  <a:cubicBezTo>
                    <a:pt x="8045" y="1179"/>
                    <a:pt x="7954" y="1088"/>
                    <a:pt x="7846" y="1088"/>
                  </a:cubicBezTo>
                  <a:cubicBezTo>
                    <a:pt x="6998" y="1088"/>
                    <a:pt x="6162" y="1298"/>
                    <a:pt x="5412" y="1697"/>
                  </a:cubicBezTo>
                  <a:cubicBezTo>
                    <a:pt x="5343" y="1530"/>
                    <a:pt x="5260" y="1371"/>
                    <a:pt x="5158" y="1222"/>
                  </a:cubicBezTo>
                  <a:cubicBezTo>
                    <a:pt x="4637" y="442"/>
                    <a:pt x="3773" y="1"/>
                    <a:pt x="28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2"/>
            <p:cNvSpPr/>
            <p:nvPr/>
          </p:nvSpPr>
          <p:spPr>
            <a:xfrm>
              <a:off x="1800566" y="2068873"/>
              <a:ext cx="31356" cy="53274"/>
            </a:xfrm>
            <a:custGeom>
              <a:rect b="b" l="l" r="r" t="t"/>
              <a:pathLst>
                <a:path extrusionOk="0" h="2032" w="1196">
                  <a:moveTo>
                    <a:pt x="287" y="0"/>
                  </a:moveTo>
                  <a:cubicBezTo>
                    <a:pt x="19" y="0"/>
                    <a:pt x="19" y="402"/>
                    <a:pt x="287" y="402"/>
                  </a:cubicBezTo>
                  <a:lnTo>
                    <a:pt x="395" y="402"/>
                  </a:lnTo>
                  <a:lnTo>
                    <a:pt x="395" y="1630"/>
                  </a:lnTo>
                  <a:lnTo>
                    <a:pt x="269" y="1630"/>
                  </a:lnTo>
                  <a:cubicBezTo>
                    <a:pt x="1" y="1630"/>
                    <a:pt x="1" y="2032"/>
                    <a:pt x="269" y="2032"/>
                  </a:cubicBezTo>
                  <a:lnTo>
                    <a:pt x="928" y="2032"/>
                  </a:lnTo>
                  <a:cubicBezTo>
                    <a:pt x="1196" y="2032"/>
                    <a:pt x="1196" y="1630"/>
                    <a:pt x="928" y="1630"/>
                  </a:cubicBezTo>
                  <a:lnTo>
                    <a:pt x="794" y="1630"/>
                  </a:lnTo>
                  <a:lnTo>
                    <a:pt x="794" y="199"/>
                  </a:lnTo>
                  <a:cubicBezTo>
                    <a:pt x="794" y="87"/>
                    <a:pt x="703"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2"/>
            <p:cNvSpPr/>
            <p:nvPr/>
          </p:nvSpPr>
          <p:spPr>
            <a:xfrm>
              <a:off x="1806071" y="2052644"/>
              <a:ext cx="17985" cy="15390"/>
            </a:xfrm>
            <a:custGeom>
              <a:rect b="b" l="l" r="r" t="t"/>
              <a:pathLst>
                <a:path extrusionOk="0" h="587" w="686">
                  <a:moveTo>
                    <a:pt x="296" y="0"/>
                  </a:moveTo>
                  <a:cubicBezTo>
                    <a:pt x="145" y="0"/>
                    <a:pt x="1" y="118"/>
                    <a:pt x="1" y="297"/>
                  </a:cubicBezTo>
                  <a:cubicBezTo>
                    <a:pt x="1" y="456"/>
                    <a:pt x="131" y="586"/>
                    <a:pt x="294" y="586"/>
                  </a:cubicBezTo>
                  <a:cubicBezTo>
                    <a:pt x="555" y="586"/>
                    <a:pt x="685" y="271"/>
                    <a:pt x="501" y="87"/>
                  </a:cubicBezTo>
                  <a:cubicBezTo>
                    <a:pt x="441" y="27"/>
                    <a:pt x="368"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8" name="Google Shape;12458;p82"/>
          <p:cNvGrpSpPr/>
          <p:nvPr/>
        </p:nvGrpSpPr>
        <p:grpSpPr>
          <a:xfrm>
            <a:off x="1767715" y="3813070"/>
            <a:ext cx="366258" cy="357371"/>
            <a:chOff x="1767715" y="3813070"/>
            <a:chExt cx="366258" cy="357371"/>
          </a:xfrm>
        </p:grpSpPr>
        <p:sp>
          <p:nvSpPr>
            <p:cNvPr id="12459" name="Google Shape;12459;p82"/>
            <p:cNvSpPr/>
            <p:nvPr/>
          </p:nvSpPr>
          <p:spPr>
            <a:xfrm>
              <a:off x="1918125" y="3818366"/>
              <a:ext cx="210159" cy="210055"/>
            </a:xfrm>
            <a:custGeom>
              <a:rect b="b" l="l" r="r" t="t"/>
              <a:pathLst>
                <a:path extrusionOk="0" h="8012" w="8016">
                  <a:moveTo>
                    <a:pt x="5140" y="0"/>
                  </a:moveTo>
                  <a:lnTo>
                    <a:pt x="0" y="5139"/>
                  </a:lnTo>
                  <a:lnTo>
                    <a:pt x="2876" y="8011"/>
                  </a:lnTo>
                  <a:lnTo>
                    <a:pt x="8015" y="2872"/>
                  </a:lnTo>
                  <a:lnTo>
                    <a:pt x="514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2"/>
            <p:cNvSpPr/>
            <p:nvPr/>
          </p:nvSpPr>
          <p:spPr>
            <a:xfrm>
              <a:off x="1918125" y="3861180"/>
              <a:ext cx="167241" cy="167241"/>
            </a:xfrm>
            <a:custGeom>
              <a:rect b="b" l="l" r="r" t="t"/>
              <a:pathLst>
                <a:path extrusionOk="0" h="6379" w="6379">
                  <a:moveTo>
                    <a:pt x="3506" y="0"/>
                  </a:moveTo>
                  <a:lnTo>
                    <a:pt x="0" y="3503"/>
                  </a:lnTo>
                  <a:lnTo>
                    <a:pt x="2876" y="6378"/>
                  </a:lnTo>
                  <a:lnTo>
                    <a:pt x="6378" y="2872"/>
                  </a:lnTo>
                  <a:lnTo>
                    <a:pt x="350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2"/>
            <p:cNvSpPr/>
            <p:nvPr/>
          </p:nvSpPr>
          <p:spPr>
            <a:xfrm>
              <a:off x="2039853" y="3857011"/>
              <a:ext cx="19873" cy="19873"/>
            </a:xfrm>
            <a:custGeom>
              <a:rect b="b" l="l" r="r" t="t"/>
              <a:pathLst>
                <a:path extrusionOk="0" h="758" w="758">
                  <a:moveTo>
                    <a:pt x="381" y="0"/>
                  </a:moveTo>
                  <a:lnTo>
                    <a:pt x="0" y="380"/>
                  </a:lnTo>
                  <a:lnTo>
                    <a:pt x="381" y="757"/>
                  </a:lnTo>
                  <a:lnTo>
                    <a:pt x="757" y="380"/>
                  </a:lnTo>
                  <a:lnTo>
                    <a:pt x="38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2"/>
            <p:cNvSpPr/>
            <p:nvPr/>
          </p:nvSpPr>
          <p:spPr>
            <a:xfrm>
              <a:off x="2069662" y="3886820"/>
              <a:ext cx="19873" cy="19873"/>
            </a:xfrm>
            <a:custGeom>
              <a:rect b="b" l="l" r="r" t="t"/>
              <a:pathLst>
                <a:path extrusionOk="0" h="758" w="758">
                  <a:moveTo>
                    <a:pt x="377" y="0"/>
                  </a:moveTo>
                  <a:lnTo>
                    <a:pt x="1" y="377"/>
                  </a:lnTo>
                  <a:lnTo>
                    <a:pt x="377" y="757"/>
                  </a:lnTo>
                  <a:lnTo>
                    <a:pt x="758" y="377"/>
                  </a:lnTo>
                  <a:lnTo>
                    <a:pt x="37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2"/>
            <p:cNvSpPr/>
            <p:nvPr/>
          </p:nvSpPr>
          <p:spPr>
            <a:xfrm>
              <a:off x="1772565" y="3859947"/>
              <a:ext cx="314033" cy="306194"/>
            </a:xfrm>
            <a:custGeom>
              <a:rect b="b" l="l" r="r" t="t"/>
              <a:pathLst>
                <a:path extrusionOk="0" h="11679" w="11978">
                  <a:moveTo>
                    <a:pt x="7653" y="0"/>
                  </a:moveTo>
                  <a:lnTo>
                    <a:pt x="1195" y="6458"/>
                  </a:lnTo>
                  <a:cubicBezTo>
                    <a:pt x="0" y="7653"/>
                    <a:pt x="0" y="9587"/>
                    <a:pt x="1195" y="10782"/>
                  </a:cubicBezTo>
                  <a:cubicBezTo>
                    <a:pt x="1793" y="11380"/>
                    <a:pt x="2575" y="11679"/>
                    <a:pt x="3358" y="11679"/>
                  </a:cubicBezTo>
                  <a:cubicBezTo>
                    <a:pt x="4140" y="11679"/>
                    <a:pt x="4922" y="11380"/>
                    <a:pt x="5520" y="10782"/>
                  </a:cubicBezTo>
                  <a:lnTo>
                    <a:pt x="11977" y="4325"/>
                  </a:lnTo>
                  <a:lnTo>
                    <a:pt x="7653"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2"/>
            <p:cNvSpPr/>
            <p:nvPr/>
          </p:nvSpPr>
          <p:spPr>
            <a:xfrm>
              <a:off x="1777888" y="3958499"/>
              <a:ext cx="308790" cy="207643"/>
            </a:xfrm>
            <a:custGeom>
              <a:rect b="b" l="l" r="r" t="t"/>
              <a:pathLst>
                <a:path extrusionOk="0" h="7920" w="11778">
                  <a:moveTo>
                    <a:pt x="11206" y="1"/>
                  </a:moveTo>
                  <a:lnTo>
                    <a:pt x="5262" y="5944"/>
                  </a:lnTo>
                  <a:cubicBezTo>
                    <a:pt x="4665" y="6542"/>
                    <a:pt x="3883" y="6840"/>
                    <a:pt x="3100" y="6840"/>
                  </a:cubicBezTo>
                  <a:cubicBezTo>
                    <a:pt x="2318" y="6840"/>
                    <a:pt x="1536" y="6542"/>
                    <a:pt x="938" y="5944"/>
                  </a:cubicBezTo>
                  <a:cubicBezTo>
                    <a:pt x="533" y="5538"/>
                    <a:pt x="250" y="5031"/>
                    <a:pt x="123" y="4474"/>
                  </a:cubicBezTo>
                  <a:lnTo>
                    <a:pt x="123" y="4474"/>
                  </a:lnTo>
                  <a:cubicBezTo>
                    <a:pt x="0" y="5412"/>
                    <a:pt x="322" y="6353"/>
                    <a:pt x="992" y="7023"/>
                  </a:cubicBezTo>
                  <a:cubicBezTo>
                    <a:pt x="1590" y="7621"/>
                    <a:pt x="2373" y="7920"/>
                    <a:pt x="3156" y="7920"/>
                  </a:cubicBezTo>
                  <a:cubicBezTo>
                    <a:pt x="3940" y="7920"/>
                    <a:pt x="4723" y="7621"/>
                    <a:pt x="5320" y="7023"/>
                  </a:cubicBezTo>
                  <a:lnTo>
                    <a:pt x="11778" y="566"/>
                  </a:lnTo>
                  <a:lnTo>
                    <a:pt x="1120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2"/>
            <p:cNvSpPr/>
            <p:nvPr/>
          </p:nvSpPr>
          <p:spPr>
            <a:xfrm>
              <a:off x="1858769" y="4056028"/>
              <a:ext cx="27292" cy="27266"/>
            </a:xfrm>
            <a:custGeom>
              <a:rect b="b" l="l" r="r" t="t"/>
              <a:pathLst>
                <a:path extrusionOk="0" h="1040" w="1041">
                  <a:moveTo>
                    <a:pt x="522" y="0"/>
                  </a:moveTo>
                  <a:cubicBezTo>
                    <a:pt x="233" y="0"/>
                    <a:pt x="1" y="232"/>
                    <a:pt x="1" y="518"/>
                  </a:cubicBezTo>
                  <a:cubicBezTo>
                    <a:pt x="1" y="808"/>
                    <a:pt x="233" y="1040"/>
                    <a:pt x="522" y="1040"/>
                  </a:cubicBezTo>
                  <a:cubicBezTo>
                    <a:pt x="808" y="1040"/>
                    <a:pt x="1040" y="808"/>
                    <a:pt x="1040" y="518"/>
                  </a:cubicBezTo>
                  <a:cubicBezTo>
                    <a:pt x="1040" y="232"/>
                    <a:pt x="808" y="0"/>
                    <a:pt x="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2"/>
            <p:cNvSpPr/>
            <p:nvPr/>
          </p:nvSpPr>
          <p:spPr>
            <a:xfrm>
              <a:off x="1950399" y="3969982"/>
              <a:ext cx="21682" cy="21682"/>
            </a:xfrm>
            <a:custGeom>
              <a:rect b="b" l="l" r="r" t="t"/>
              <a:pathLst>
                <a:path extrusionOk="0" h="827" w="827">
                  <a:moveTo>
                    <a:pt x="414" y="1"/>
                  </a:moveTo>
                  <a:cubicBezTo>
                    <a:pt x="185" y="1"/>
                    <a:pt x="1" y="186"/>
                    <a:pt x="1" y="414"/>
                  </a:cubicBezTo>
                  <a:cubicBezTo>
                    <a:pt x="1" y="642"/>
                    <a:pt x="185" y="827"/>
                    <a:pt x="414" y="827"/>
                  </a:cubicBezTo>
                  <a:cubicBezTo>
                    <a:pt x="642" y="827"/>
                    <a:pt x="827" y="642"/>
                    <a:pt x="827" y="414"/>
                  </a:cubicBezTo>
                  <a:cubicBezTo>
                    <a:pt x="827" y="186"/>
                    <a:pt x="642" y="1"/>
                    <a:pt x="4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2"/>
            <p:cNvSpPr/>
            <p:nvPr/>
          </p:nvSpPr>
          <p:spPr>
            <a:xfrm>
              <a:off x="1963403" y="4011117"/>
              <a:ext cx="21787" cy="21761"/>
            </a:xfrm>
            <a:custGeom>
              <a:rect b="b" l="l" r="r" t="t"/>
              <a:pathLst>
                <a:path extrusionOk="0" h="830" w="831">
                  <a:moveTo>
                    <a:pt x="414" y="0"/>
                  </a:moveTo>
                  <a:cubicBezTo>
                    <a:pt x="186" y="0"/>
                    <a:pt x="1" y="188"/>
                    <a:pt x="1" y="417"/>
                  </a:cubicBezTo>
                  <a:cubicBezTo>
                    <a:pt x="1" y="645"/>
                    <a:pt x="186" y="830"/>
                    <a:pt x="414" y="830"/>
                  </a:cubicBezTo>
                  <a:cubicBezTo>
                    <a:pt x="642" y="830"/>
                    <a:pt x="830" y="645"/>
                    <a:pt x="830" y="417"/>
                  </a:cubicBezTo>
                  <a:cubicBezTo>
                    <a:pt x="830" y="188"/>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2"/>
            <p:cNvSpPr/>
            <p:nvPr/>
          </p:nvSpPr>
          <p:spPr>
            <a:xfrm>
              <a:off x="1903679" y="3974177"/>
              <a:ext cx="21682" cy="21682"/>
            </a:xfrm>
            <a:custGeom>
              <a:rect b="b" l="l" r="r" t="t"/>
              <a:pathLst>
                <a:path extrusionOk="0" h="827" w="827">
                  <a:moveTo>
                    <a:pt x="414" y="0"/>
                  </a:moveTo>
                  <a:cubicBezTo>
                    <a:pt x="186" y="0"/>
                    <a:pt x="1" y="185"/>
                    <a:pt x="1" y="413"/>
                  </a:cubicBezTo>
                  <a:cubicBezTo>
                    <a:pt x="1" y="641"/>
                    <a:pt x="186" y="826"/>
                    <a:pt x="414" y="826"/>
                  </a:cubicBezTo>
                  <a:cubicBezTo>
                    <a:pt x="642" y="826"/>
                    <a:pt x="827" y="641"/>
                    <a:pt x="827" y="413"/>
                  </a:cubicBezTo>
                  <a:cubicBezTo>
                    <a:pt x="827" y="185"/>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2"/>
            <p:cNvSpPr/>
            <p:nvPr/>
          </p:nvSpPr>
          <p:spPr>
            <a:xfrm>
              <a:off x="1885982" y="3813070"/>
              <a:ext cx="247991" cy="193564"/>
            </a:xfrm>
            <a:custGeom>
              <a:rect b="b" l="l" r="r" t="t"/>
              <a:pathLst>
                <a:path extrusionOk="0" h="7383" w="9459">
                  <a:moveTo>
                    <a:pt x="6364" y="0"/>
                  </a:moveTo>
                  <a:cubicBezTo>
                    <a:pt x="6313" y="0"/>
                    <a:pt x="6262" y="19"/>
                    <a:pt x="6224" y="57"/>
                  </a:cubicBezTo>
                  <a:lnTo>
                    <a:pt x="4051" y="2230"/>
                  </a:lnTo>
                  <a:lnTo>
                    <a:pt x="3468" y="1647"/>
                  </a:lnTo>
                  <a:cubicBezTo>
                    <a:pt x="3428" y="1607"/>
                    <a:pt x="3377" y="1587"/>
                    <a:pt x="3326" y="1587"/>
                  </a:cubicBezTo>
                  <a:cubicBezTo>
                    <a:pt x="3274" y="1587"/>
                    <a:pt x="3224" y="1607"/>
                    <a:pt x="3186" y="1647"/>
                  </a:cubicBezTo>
                  <a:lnTo>
                    <a:pt x="140" y="4689"/>
                  </a:lnTo>
                  <a:cubicBezTo>
                    <a:pt x="0" y="4835"/>
                    <a:pt x="132" y="5034"/>
                    <a:pt x="286" y="5034"/>
                  </a:cubicBezTo>
                  <a:cubicBezTo>
                    <a:pt x="332" y="5034"/>
                    <a:pt x="379" y="5017"/>
                    <a:pt x="422" y="4975"/>
                  </a:cubicBezTo>
                  <a:lnTo>
                    <a:pt x="3327" y="2071"/>
                  </a:lnTo>
                  <a:lnTo>
                    <a:pt x="7369" y="6113"/>
                  </a:lnTo>
                  <a:lnTo>
                    <a:pt x="6442" y="7040"/>
                  </a:lnTo>
                  <a:cubicBezTo>
                    <a:pt x="6302" y="7185"/>
                    <a:pt x="6433" y="7383"/>
                    <a:pt x="6586" y="7383"/>
                  </a:cubicBezTo>
                  <a:cubicBezTo>
                    <a:pt x="6632" y="7383"/>
                    <a:pt x="6681" y="7365"/>
                    <a:pt x="6724" y="7322"/>
                  </a:cubicBezTo>
                  <a:lnTo>
                    <a:pt x="7793" y="6254"/>
                  </a:lnTo>
                  <a:cubicBezTo>
                    <a:pt x="7872" y="6178"/>
                    <a:pt x="7872" y="6051"/>
                    <a:pt x="7793" y="5971"/>
                  </a:cubicBezTo>
                  <a:lnTo>
                    <a:pt x="7209" y="5388"/>
                  </a:lnTo>
                  <a:lnTo>
                    <a:pt x="9383" y="3215"/>
                  </a:lnTo>
                  <a:cubicBezTo>
                    <a:pt x="9459" y="3136"/>
                    <a:pt x="9459" y="3013"/>
                    <a:pt x="9383" y="2933"/>
                  </a:cubicBezTo>
                  <a:lnTo>
                    <a:pt x="8166" y="1716"/>
                  </a:lnTo>
                  <a:cubicBezTo>
                    <a:pt x="8121" y="1670"/>
                    <a:pt x="8072" y="1651"/>
                    <a:pt x="8024" y="1651"/>
                  </a:cubicBezTo>
                  <a:cubicBezTo>
                    <a:pt x="7868" y="1651"/>
                    <a:pt x="7733" y="1854"/>
                    <a:pt x="7883" y="1998"/>
                  </a:cubicBezTo>
                  <a:lnTo>
                    <a:pt x="8959" y="3074"/>
                  </a:lnTo>
                  <a:lnTo>
                    <a:pt x="6927" y="5106"/>
                  </a:lnTo>
                  <a:lnTo>
                    <a:pt x="4334" y="2513"/>
                  </a:lnTo>
                  <a:lnTo>
                    <a:pt x="6366" y="485"/>
                  </a:lnTo>
                  <a:lnTo>
                    <a:pt x="7325" y="1441"/>
                  </a:lnTo>
                  <a:cubicBezTo>
                    <a:pt x="7370" y="1487"/>
                    <a:pt x="7419" y="1506"/>
                    <a:pt x="7467" y="1506"/>
                  </a:cubicBezTo>
                  <a:cubicBezTo>
                    <a:pt x="7623" y="1506"/>
                    <a:pt x="7758" y="1302"/>
                    <a:pt x="7608" y="1158"/>
                  </a:cubicBezTo>
                  <a:lnTo>
                    <a:pt x="6507" y="57"/>
                  </a:lnTo>
                  <a:cubicBezTo>
                    <a:pt x="6467" y="19"/>
                    <a:pt x="6415" y="0"/>
                    <a:pt x="6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2"/>
            <p:cNvSpPr/>
            <p:nvPr/>
          </p:nvSpPr>
          <p:spPr>
            <a:xfrm>
              <a:off x="2034164" y="3851741"/>
              <a:ext cx="31356" cy="30412"/>
            </a:xfrm>
            <a:custGeom>
              <a:rect b="b" l="l" r="r" t="t"/>
              <a:pathLst>
                <a:path extrusionOk="0" h="1160" w="1196">
                  <a:moveTo>
                    <a:pt x="598" y="484"/>
                  </a:moveTo>
                  <a:lnTo>
                    <a:pt x="692" y="581"/>
                  </a:lnTo>
                  <a:lnTo>
                    <a:pt x="598" y="676"/>
                  </a:lnTo>
                  <a:lnTo>
                    <a:pt x="500" y="581"/>
                  </a:lnTo>
                  <a:lnTo>
                    <a:pt x="598" y="484"/>
                  </a:lnTo>
                  <a:close/>
                  <a:moveTo>
                    <a:pt x="596" y="0"/>
                  </a:moveTo>
                  <a:cubicBezTo>
                    <a:pt x="545" y="0"/>
                    <a:pt x="494" y="20"/>
                    <a:pt x="456" y="60"/>
                  </a:cubicBezTo>
                  <a:lnTo>
                    <a:pt x="76" y="440"/>
                  </a:lnTo>
                  <a:cubicBezTo>
                    <a:pt x="0" y="516"/>
                    <a:pt x="0" y="643"/>
                    <a:pt x="76" y="723"/>
                  </a:cubicBezTo>
                  <a:lnTo>
                    <a:pt x="456" y="1099"/>
                  </a:lnTo>
                  <a:cubicBezTo>
                    <a:pt x="494" y="1139"/>
                    <a:pt x="545" y="1159"/>
                    <a:pt x="596" y="1159"/>
                  </a:cubicBezTo>
                  <a:cubicBezTo>
                    <a:pt x="648" y="1159"/>
                    <a:pt x="699" y="1139"/>
                    <a:pt x="739" y="1099"/>
                  </a:cubicBezTo>
                  <a:lnTo>
                    <a:pt x="1119" y="723"/>
                  </a:lnTo>
                  <a:cubicBezTo>
                    <a:pt x="1195" y="643"/>
                    <a:pt x="1195" y="516"/>
                    <a:pt x="1119" y="440"/>
                  </a:cubicBezTo>
                  <a:lnTo>
                    <a:pt x="739" y="60"/>
                  </a:lnTo>
                  <a:cubicBezTo>
                    <a:pt x="699" y="20"/>
                    <a:pt x="648"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2"/>
            <p:cNvSpPr/>
            <p:nvPr/>
          </p:nvSpPr>
          <p:spPr>
            <a:xfrm>
              <a:off x="2063868" y="3881551"/>
              <a:ext cx="31461" cy="30412"/>
            </a:xfrm>
            <a:custGeom>
              <a:rect b="b" l="l" r="r" t="t"/>
              <a:pathLst>
                <a:path extrusionOk="0" h="1160" w="1200">
                  <a:moveTo>
                    <a:pt x="598" y="484"/>
                  </a:moveTo>
                  <a:lnTo>
                    <a:pt x="696" y="578"/>
                  </a:lnTo>
                  <a:lnTo>
                    <a:pt x="598" y="676"/>
                  </a:lnTo>
                  <a:lnTo>
                    <a:pt x="504" y="578"/>
                  </a:lnTo>
                  <a:lnTo>
                    <a:pt x="598" y="484"/>
                  </a:lnTo>
                  <a:close/>
                  <a:moveTo>
                    <a:pt x="600" y="0"/>
                  </a:moveTo>
                  <a:cubicBezTo>
                    <a:pt x="549" y="0"/>
                    <a:pt x="497" y="20"/>
                    <a:pt x="457" y="60"/>
                  </a:cubicBezTo>
                  <a:lnTo>
                    <a:pt x="80" y="437"/>
                  </a:lnTo>
                  <a:cubicBezTo>
                    <a:pt x="1" y="516"/>
                    <a:pt x="1" y="643"/>
                    <a:pt x="80" y="719"/>
                  </a:cubicBezTo>
                  <a:lnTo>
                    <a:pt x="457" y="1099"/>
                  </a:lnTo>
                  <a:cubicBezTo>
                    <a:pt x="497" y="1139"/>
                    <a:pt x="549" y="1159"/>
                    <a:pt x="600" y="1159"/>
                  </a:cubicBezTo>
                  <a:cubicBezTo>
                    <a:pt x="651" y="1159"/>
                    <a:pt x="702" y="1139"/>
                    <a:pt x="740" y="1099"/>
                  </a:cubicBezTo>
                  <a:lnTo>
                    <a:pt x="1120" y="719"/>
                  </a:lnTo>
                  <a:cubicBezTo>
                    <a:pt x="1200" y="643"/>
                    <a:pt x="1200" y="516"/>
                    <a:pt x="1120" y="437"/>
                  </a:cubicBezTo>
                  <a:lnTo>
                    <a:pt x="740" y="60"/>
                  </a:lnTo>
                  <a:cubicBezTo>
                    <a:pt x="702" y="20"/>
                    <a:pt x="651"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2"/>
            <p:cNvSpPr/>
            <p:nvPr/>
          </p:nvSpPr>
          <p:spPr>
            <a:xfrm>
              <a:off x="1767715" y="3949061"/>
              <a:ext cx="283673" cy="221381"/>
            </a:xfrm>
            <a:custGeom>
              <a:rect b="b" l="l" r="r" t="t"/>
              <a:pathLst>
                <a:path extrusionOk="0" h="8444" w="10820">
                  <a:moveTo>
                    <a:pt x="4231" y="1"/>
                  </a:moveTo>
                  <a:cubicBezTo>
                    <a:pt x="4184" y="1"/>
                    <a:pt x="4136" y="18"/>
                    <a:pt x="4093" y="60"/>
                  </a:cubicBezTo>
                  <a:lnTo>
                    <a:pt x="1239" y="2918"/>
                  </a:lnTo>
                  <a:cubicBezTo>
                    <a:pt x="1" y="4196"/>
                    <a:pt x="19" y="6231"/>
                    <a:pt x="1275" y="7488"/>
                  </a:cubicBezTo>
                  <a:cubicBezTo>
                    <a:pt x="1910" y="8125"/>
                    <a:pt x="2744" y="8444"/>
                    <a:pt x="3578" y="8444"/>
                  </a:cubicBezTo>
                  <a:cubicBezTo>
                    <a:pt x="4395" y="8444"/>
                    <a:pt x="5213" y="8137"/>
                    <a:pt x="5846" y="7524"/>
                  </a:cubicBezTo>
                  <a:lnTo>
                    <a:pt x="10677" y="2697"/>
                  </a:lnTo>
                  <a:cubicBezTo>
                    <a:pt x="10820" y="2549"/>
                    <a:pt x="10687" y="2351"/>
                    <a:pt x="10532" y="2351"/>
                  </a:cubicBezTo>
                  <a:cubicBezTo>
                    <a:pt x="10486" y="2351"/>
                    <a:pt x="10438" y="2369"/>
                    <a:pt x="10395" y="2411"/>
                  </a:cubicBezTo>
                  <a:lnTo>
                    <a:pt x="5564" y="7242"/>
                  </a:lnTo>
                  <a:cubicBezTo>
                    <a:pt x="5006" y="7800"/>
                    <a:pt x="4274" y="8079"/>
                    <a:pt x="3543" y="8079"/>
                  </a:cubicBezTo>
                  <a:cubicBezTo>
                    <a:pt x="2811" y="8079"/>
                    <a:pt x="2079" y="7800"/>
                    <a:pt x="1522" y="7242"/>
                  </a:cubicBezTo>
                  <a:cubicBezTo>
                    <a:pt x="406" y="6126"/>
                    <a:pt x="406" y="4316"/>
                    <a:pt x="1522" y="3200"/>
                  </a:cubicBezTo>
                  <a:lnTo>
                    <a:pt x="4376" y="343"/>
                  </a:lnTo>
                  <a:cubicBezTo>
                    <a:pt x="4518" y="198"/>
                    <a:pt x="4385" y="1"/>
                    <a:pt x="4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2"/>
            <p:cNvSpPr/>
            <p:nvPr/>
          </p:nvSpPr>
          <p:spPr>
            <a:xfrm>
              <a:off x="1852031" y="3964712"/>
              <a:ext cx="140001" cy="123851"/>
            </a:xfrm>
            <a:custGeom>
              <a:rect b="b" l="l" r="r" t="t"/>
              <a:pathLst>
                <a:path extrusionOk="0" h="4724" w="5340">
                  <a:moveTo>
                    <a:pt x="4164" y="401"/>
                  </a:moveTo>
                  <a:cubicBezTo>
                    <a:pt x="4274" y="401"/>
                    <a:pt x="4379" y="487"/>
                    <a:pt x="4379" y="615"/>
                  </a:cubicBezTo>
                  <a:cubicBezTo>
                    <a:pt x="4379" y="745"/>
                    <a:pt x="4275" y="830"/>
                    <a:pt x="4166" y="830"/>
                  </a:cubicBezTo>
                  <a:cubicBezTo>
                    <a:pt x="4114" y="830"/>
                    <a:pt x="4061" y="810"/>
                    <a:pt x="4017" y="767"/>
                  </a:cubicBezTo>
                  <a:cubicBezTo>
                    <a:pt x="3934" y="684"/>
                    <a:pt x="3930" y="546"/>
                    <a:pt x="4017" y="463"/>
                  </a:cubicBezTo>
                  <a:cubicBezTo>
                    <a:pt x="4060" y="420"/>
                    <a:pt x="4113" y="401"/>
                    <a:pt x="4164" y="401"/>
                  </a:cubicBezTo>
                  <a:close/>
                  <a:moveTo>
                    <a:pt x="2383" y="563"/>
                  </a:moveTo>
                  <a:cubicBezTo>
                    <a:pt x="2493" y="563"/>
                    <a:pt x="2597" y="647"/>
                    <a:pt x="2597" y="774"/>
                  </a:cubicBezTo>
                  <a:cubicBezTo>
                    <a:pt x="2597" y="904"/>
                    <a:pt x="2493" y="989"/>
                    <a:pt x="2383" y="989"/>
                  </a:cubicBezTo>
                  <a:cubicBezTo>
                    <a:pt x="2330" y="989"/>
                    <a:pt x="2276" y="970"/>
                    <a:pt x="2232" y="926"/>
                  </a:cubicBezTo>
                  <a:cubicBezTo>
                    <a:pt x="2148" y="843"/>
                    <a:pt x="2148" y="709"/>
                    <a:pt x="2232" y="626"/>
                  </a:cubicBezTo>
                  <a:cubicBezTo>
                    <a:pt x="2276" y="582"/>
                    <a:pt x="2331" y="563"/>
                    <a:pt x="2383" y="563"/>
                  </a:cubicBezTo>
                  <a:close/>
                  <a:moveTo>
                    <a:pt x="4662" y="1972"/>
                  </a:moveTo>
                  <a:cubicBezTo>
                    <a:pt x="4771" y="1972"/>
                    <a:pt x="4876" y="2057"/>
                    <a:pt x="4876" y="2187"/>
                  </a:cubicBezTo>
                  <a:cubicBezTo>
                    <a:pt x="4876" y="2315"/>
                    <a:pt x="4770" y="2401"/>
                    <a:pt x="4661" y="2401"/>
                  </a:cubicBezTo>
                  <a:cubicBezTo>
                    <a:pt x="4609" y="2401"/>
                    <a:pt x="4556" y="2382"/>
                    <a:pt x="4513" y="2339"/>
                  </a:cubicBezTo>
                  <a:cubicBezTo>
                    <a:pt x="4430" y="2255"/>
                    <a:pt x="4426" y="2118"/>
                    <a:pt x="4513" y="2035"/>
                  </a:cubicBezTo>
                  <a:cubicBezTo>
                    <a:pt x="4557" y="1991"/>
                    <a:pt x="4610" y="1972"/>
                    <a:pt x="4662" y="1972"/>
                  </a:cubicBezTo>
                  <a:close/>
                  <a:moveTo>
                    <a:pt x="775" y="3684"/>
                  </a:moveTo>
                  <a:cubicBezTo>
                    <a:pt x="937" y="3684"/>
                    <a:pt x="1098" y="3800"/>
                    <a:pt x="1098" y="4001"/>
                  </a:cubicBezTo>
                  <a:cubicBezTo>
                    <a:pt x="1098" y="4088"/>
                    <a:pt x="1065" y="4168"/>
                    <a:pt x="1004" y="4229"/>
                  </a:cubicBezTo>
                  <a:cubicBezTo>
                    <a:pt x="937" y="4296"/>
                    <a:pt x="859" y="4325"/>
                    <a:pt x="782" y="4325"/>
                  </a:cubicBezTo>
                  <a:cubicBezTo>
                    <a:pt x="576" y="4325"/>
                    <a:pt x="385" y="4117"/>
                    <a:pt x="482" y="3882"/>
                  </a:cubicBezTo>
                  <a:cubicBezTo>
                    <a:pt x="539" y="3746"/>
                    <a:pt x="657" y="3684"/>
                    <a:pt x="775" y="3684"/>
                  </a:cubicBezTo>
                  <a:close/>
                  <a:moveTo>
                    <a:pt x="4170" y="0"/>
                  </a:moveTo>
                  <a:cubicBezTo>
                    <a:pt x="4045" y="0"/>
                    <a:pt x="3920" y="38"/>
                    <a:pt x="3811" y="115"/>
                  </a:cubicBezTo>
                  <a:cubicBezTo>
                    <a:pt x="3568" y="289"/>
                    <a:pt x="3485" y="615"/>
                    <a:pt x="3615" y="883"/>
                  </a:cubicBezTo>
                  <a:lnTo>
                    <a:pt x="2550" y="1951"/>
                  </a:lnTo>
                  <a:lnTo>
                    <a:pt x="1891" y="2607"/>
                  </a:lnTo>
                  <a:lnTo>
                    <a:pt x="1605" y="2317"/>
                  </a:lnTo>
                  <a:cubicBezTo>
                    <a:pt x="1471" y="2187"/>
                    <a:pt x="1471" y="1973"/>
                    <a:pt x="1605" y="1839"/>
                  </a:cubicBezTo>
                  <a:lnTo>
                    <a:pt x="2116" y="1325"/>
                  </a:lnTo>
                  <a:cubicBezTo>
                    <a:pt x="2203" y="1368"/>
                    <a:pt x="2296" y="1388"/>
                    <a:pt x="2387" y="1388"/>
                  </a:cubicBezTo>
                  <a:cubicBezTo>
                    <a:pt x="2580" y="1388"/>
                    <a:pt x="2766" y="1297"/>
                    <a:pt x="2884" y="1133"/>
                  </a:cubicBezTo>
                  <a:cubicBezTo>
                    <a:pt x="3057" y="886"/>
                    <a:pt x="3032" y="553"/>
                    <a:pt x="2818" y="340"/>
                  </a:cubicBezTo>
                  <a:cubicBezTo>
                    <a:pt x="2701" y="222"/>
                    <a:pt x="2543" y="161"/>
                    <a:pt x="2384" y="161"/>
                  </a:cubicBezTo>
                  <a:cubicBezTo>
                    <a:pt x="2260" y="161"/>
                    <a:pt x="2135" y="198"/>
                    <a:pt x="2029" y="274"/>
                  </a:cubicBezTo>
                  <a:cubicBezTo>
                    <a:pt x="1786" y="448"/>
                    <a:pt x="1703" y="774"/>
                    <a:pt x="1833" y="1042"/>
                  </a:cubicBezTo>
                  <a:lnTo>
                    <a:pt x="1323" y="1556"/>
                  </a:lnTo>
                  <a:cubicBezTo>
                    <a:pt x="1033" y="1846"/>
                    <a:pt x="1033" y="2313"/>
                    <a:pt x="1319" y="2603"/>
                  </a:cubicBezTo>
                  <a:lnTo>
                    <a:pt x="1609" y="2889"/>
                  </a:lnTo>
                  <a:lnTo>
                    <a:pt x="1127" y="3371"/>
                  </a:lnTo>
                  <a:cubicBezTo>
                    <a:pt x="1013" y="3309"/>
                    <a:pt x="895" y="3280"/>
                    <a:pt x="780" y="3280"/>
                  </a:cubicBezTo>
                  <a:cubicBezTo>
                    <a:pt x="367" y="3280"/>
                    <a:pt x="1" y="3644"/>
                    <a:pt x="66" y="4103"/>
                  </a:cubicBezTo>
                  <a:cubicBezTo>
                    <a:pt x="120" y="4488"/>
                    <a:pt x="445" y="4724"/>
                    <a:pt x="781" y="4724"/>
                  </a:cubicBezTo>
                  <a:cubicBezTo>
                    <a:pt x="959" y="4724"/>
                    <a:pt x="1141" y="4657"/>
                    <a:pt x="1286" y="4512"/>
                  </a:cubicBezTo>
                  <a:cubicBezTo>
                    <a:pt x="1515" y="4287"/>
                    <a:pt x="1565" y="3936"/>
                    <a:pt x="1410" y="3657"/>
                  </a:cubicBezTo>
                  <a:lnTo>
                    <a:pt x="2692" y="2375"/>
                  </a:lnTo>
                  <a:lnTo>
                    <a:pt x="3025" y="2708"/>
                  </a:lnTo>
                  <a:cubicBezTo>
                    <a:pt x="3216" y="2902"/>
                    <a:pt x="3469" y="2999"/>
                    <a:pt x="3723" y="2999"/>
                  </a:cubicBezTo>
                  <a:cubicBezTo>
                    <a:pt x="3963" y="2999"/>
                    <a:pt x="4204" y="2912"/>
                    <a:pt x="4394" y="2737"/>
                  </a:cubicBezTo>
                  <a:cubicBezTo>
                    <a:pt x="4480" y="2779"/>
                    <a:pt x="4572" y="2799"/>
                    <a:pt x="4663" y="2799"/>
                  </a:cubicBezTo>
                  <a:cubicBezTo>
                    <a:pt x="4855" y="2799"/>
                    <a:pt x="5044" y="2709"/>
                    <a:pt x="5162" y="2542"/>
                  </a:cubicBezTo>
                  <a:cubicBezTo>
                    <a:pt x="5339" y="2299"/>
                    <a:pt x="5310" y="1966"/>
                    <a:pt x="5100" y="1752"/>
                  </a:cubicBezTo>
                  <a:cubicBezTo>
                    <a:pt x="4982" y="1632"/>
                    <a:pt x="4823" y="1570"/>
                    <a:pt x="4664" y="1570"/>
                  </a:cubicBezTo>
                  <a:cubicBezTo>
                    <a:pt x="4541" y="1570"/>
                    <a:pt x="4417" y="1607"/>
                    <a:pt x="4311" y="1683"/>
                  </a:cubicBezTo>
                  <a:cubicBezTo>
                    <a:pt x="4064" y="1857"/>
                    <a:pt x="3981" y="2183"/>
                    <a:pt x="4111" y="2451"/>
                  </a:cubicBezTo>
                  <a:cubicBezTo>
                    <a:pt x="4001" y="2549"/>
                    <a:pt x="3862" y="2598"/>
                    <a:pt x="3724" y="2598"/>
                  </a:cubicBezTo>
                  <a:cubicBezTo>
                    <a:pt x="3573" y="2598"/>
                    <a:pt x="3421" y="2539"/>
                    <a:pt x="3307" y="2426"/>
                  </a:cubicBezTo>
                  <a:lnTo>
                    <a:pt x="2974" y="2092"/>
                  </a:lnTo>
                  <a:lnTo>
                    <a:pt x="3898" y="1165"/>
                  </a:lnTo>
                  <a:cubicBezTo>
                    <a:pt x="3985" y="1207"/>
                    <a:pt x="4078" y="1227"/>
                    <a:pt x="4169" y="1227"/>
                  </a:cubicBezTo>
                  <a:cubicBezTo>
                    <a:pt x="4363" y="1227"/>
                    <a:pt x="4551" y="1137"/>
                    <a:pt x="4669" y="970"/>
                  </a:cubicBezTo>
                  <a:cubicBezTo>
                    <a:pt x="4843" y="727"/>
                    <a:pt x="4814" y="390"/>
                    <a:pt x="4600" y="180"/>
                  </a:cubicBezTo>
                  <a:cubicBezTo>
                    <a:pt x="4483" y="61"/>
                    <a:pt x="4327" y="0"/>
                    <a:pt x="4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4" name="Google Shape;12474;p82"/>
          <p:cNvGrpSpPr/>
          <p:nvPr/>
        </p:nvGrpSpPr>
        <p:grpSpPr>
          <a:xfrm>
            <a:off x="2672770" y="3813070"/>
            <a:ext cx="358315" cy="358393"/>
            <a:chOff x="2672770" y="3813070"/>
            <a:chExt cx="358315" cy="358393"/>
          </a:xfrm>
        </p:grpSpPr>
        <p:sp>
          <p:nvSpPr>
            <p:cNvPr id="12475" name="Google Shape;12475;p82"/>
            <p:cNvSpPr/>
            <p:nvPr/>
          </p:nvSpPr>
          <p:spPr>
            <a:xfrm>
              <a:off x="2853775" y="4020687"/>
              <a:ext cx="73540" cy="73540"/>
            </a:xfrm>
            <a:custGeom>
              <a:rect b="b" l="l" r="r" t="t"/>
              <a:pathLst>
                <a:path extrusionOk="0" h="2805" w="2805">
                  <a:moveTo>
                    <a:pt x="2453" y="1"/>
                  </a:moveTo>
                  <a:lnTo>
                    <a:pt x="1" y="2453"/>
                  </a:lnTo>
                  <a:lnTo>
                    <a:pt x="356" y="2804"/>
                  </a:lnTo>
                  <a:lnTo>
                    <a:pt x="2804" y="356"/>
                  </a:lnTo>
                  <a:lnTo>
                    <a:pt x="2453"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2"/>
            <p:cNvSpPr/>
            <p:nvPr/>
          </p:nvSpPr>
          <p:spPr>
            <a:xfrm>
              <a:off x="2878184" y="4045095"/>
              <a:ext cx="73514" cy="73514"/>
            </a:xfrm>
            <a:custGeom>
              <a:rect b="b" l="l" r="r" t="t"/>
              <a:pathLst>
                <a:path extrusionOk="0" h="2804" w="2804">
                  <a:moveTo>
                    <a:pt x="2452" y="1"/>
                  </a:moveTo>
                  <a:lnTo>
                    <a:pt x="1" y="2453"/>
                  </a:lnTo>
                  <a:lnTo>
                    <a:pt x="352" y="2804"/>
                  </a:lnTo>
                  <a:lnTo>
                    <a:pt x="2804" y="356"/>
                  </a:lnTo>
                  <a:lnTo>
                    <a:pt x="24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2"/>
            <p:cNvSpPr/>
            <p:nvPr/>
          </p:nvSpPr>
          <p:spPr>
            <a:xfrm>
              <a:off x="2902592" y="4069504"/>
              <a:ext cx="73514" cy="73514"/>
            </a:xfrm>
            <a:custGeom>
              <a:rect b="b" l="l" r="r" t="t"/>
              <a:pathLst>
                <a:path extrusionOk="0" h="2804" w="2804">
                  <a:moveTo>
                    <a:pt x="2449" y="0"/>
                  </a:moveTo>
                  <a:lnTo>
                    <a:pt x="0" y="2449"/>
                  </a:lnTo>
                  <a:lnTo>
                    <a:pt x="352" y="2804"/>
                  </a:lnTo>
                  <a:lnTo>
                    <a:pt x="2804" y="352"/>
                  </a:lnTo>
                  <a:lnTo>
                    <a:pt x="244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2"/>
            <p:cNvSpPr/>
            <p:nvPr/>
          </p:nvSpPr>
          <p:spPr>
            <a:xfrm>
              <a:off x="2829183" y="4022548"/>
              <a:ext cx="149571" cy="140736"/>
            </a:xfrm>
            <a:custGeom>
              <a:rect b="b" l="l" r="r" t="t"/>
              <a:pathLst>
                <a:path extrusionOk="0" h="5368" w="5705">
                  <a:moveTo>
                    <a:pt x="1846" y="738"/>
                  </a:moveTo>
                  <a:cubicBezTo>
                    <a:pt x="2087" y="738"/>
                    <a:pt x="2328" y="830"/>
                    <a:pt x="2511" y="1013"/>
                  </a:cubicBezTo>
                  <a:lnTo>
                    <a:pt x="4521" y="3023"/>
                  </a:lnTo>
                  <a:cubicBezTo>
                    <a:pt x="4886" y="3389"/>
                    <a:pt x="4886" y="3983"/>
                    <a:pt x="4521" y="4352"/>
                  </a:cubicBezTo>
                  <a:cubicBezTo>
                    <a:pt x="4338" y="4535"/>
                    <a:pt x="4098" y="4626"/>
                    <a:pt x="3858" y="4626"/>
                  </a:cubicBezTo>
                  <a:cubicBezTo>
                    <a:pt x="3618" y="4626"/>
                    <a:pt x="3378" y="4535"/>
                    <a:pt x="3195" y="4352"/>
                  </a:cubicBezTo>
                  <a:lnTo>
                    <a:pt x="1181" y="2338"/>
                  </a:lnTo>
                  <a:cubicBezTo>
                    <a:pt x="816" y="1973"/>
                    <a:pt x="816" y="1379"/>
                    <a:pt x="1181" y="1013"/>
                  </a:cubicBezTo>
                  <a:cubicBezTo>
                    <a:pt x="1364" y="830"/>
                    <a:pt x="1605" y="738"/>
                    <a:pt x="1846" y="738"/>
                  </a:cubicBezTo>
                  <a:close/>
                  <a:moveTo>
                    <a:pt x="1827" y="1"/>
                  </a:moveTo>
                  <a:cubicBezTo>
                    <a:pt x="1402" y="1"/>
                    <a:pt x="977" y="163"/>
                    <a:pt x="653" y="488"/>
                  </a:cubicBezTo>
                  <a:cubicBezTo>
                    <a:pt x="1" y="1143"/>
                    <a:pt x="8" y="2208"/>
                    <a:pt x="674" y="2853"/>
                  </a:cubicBezTo>
                  <a:lnTo>
                    <a:pt x="2684" y="4859"/>
                  </a:lnTo>
                  <a:lnTo>
                    <a:pt x="2684" y="4863"/>
                  </a:lnTo>
                  <a:cubicBezTo>
                    <a:pt x="3010" y="5199"/>
                    <a:pt x="3442" y="5368"/>
                    <a:pt x="3875" y="5368"/>
                  </a:cubicBezTo>
                  <a:cubicBezTo>
                    <a:pt x="4300" y="5368"/>
                    <a:pt x="4725" y="5205"/>
                    <a:pt x="5049" y="4881"/>
                  </a:cubicBezTo>
                  <a:cubicBezTo>
                    <a:pt x="5705" y="4225"/>
                    <a:pt x="5694" y="3160"/>
                    <a:pt x="5031" y="2516"/>
                  </a:cubicBezTo>
                  <a:lnTo>
                    <a:pt x="3018" y="506"/>
                  </a:lnTo>
                  <a:cubicBezTo>
                    <a:pt x="2692" y="169"/>
                    <a:pt x="2260" y="1"/>
                    <a:pt x="182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2"/>
            <p:cNvSpPr/>
            <p:nvPr/>
          </p:nvSpPr>
          <p:spPr>
            <a:xfrm>
              <a:off x="2913971" y="4006372"/>
              <a:ext cx="27659" cy="27633"/>
            </a:xfrm>
            <a:custGeom>
              <a:rect b="b" l="l" r="r" t="t"/>
              <a:pathLst>
                <a:path extrusionOk="0" h="1054" w="1055">
                  <a:moveTo>
                    <a:pt x="479" y="0"/>
                  </a:moveTo>
                  <a:lnTo>
                    <a:pt x="1" y="478"/>
                  </a:lnTo>
                  <a:lnTo>
                    <a:pt x="580" y="1054"/>
                  </a:lnTo>
                  <a:lnTo>
                    <a:pt x="1055" y="580"/>
                  </a:lnTo>
                  <a:lnTo>
                    <a:pt x="47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2"/>
            <p:cNvSpPr/>
            <p:nvPr/>
          </p:nvSpPr>
          <p:spPr>
            <a:xfrm>
              <a:off x="2938379" y="4030754"/>
              <a:ext cx="27659" cy="27659"/>
            </a:xfrm>
            <a:custGeom>
              <a:rect b="b" l="l" r="r" t="t"/>
              <a:pathLst>
                <a:path extrusionOk="0" h="1055" w="1055">
                  <a:moveTo>
                    <a:pt x="479" y="1"/>
                  </a:moveTo>
                  <a:lnTo>
                    <a:pt x="1" y="479"/>
                  </a:lnTo>
                  <a:lnTo>
                    <a:pt x="580" y="1055"/>
                  </a:lnTo>
                  <a:lnTo>
                    <a:pt x="1055" y="577"/>
                  </a:lnTo>
                  <a:lnTo>
                    <a:pt x="47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2"/>
            <p:cNvSpPr/>
            <p:nvPr/>
          </p:nvSpPr>
          <p:spPr>
            <a:xfrm>
              <a:off x="2962788" y="4055163"/>
              <a:ext cx="27659" cy="27659"/>
            </a:xfrm>
            <a:custGeom>
              <a:rect b="b" l="l" r="r" t="t"/>
              <a:pathLst>
                <a:path extrusionOk="0" h="1055" w="1055">
                  <a:moveTo>
                    <a:pt x="475" y="1"/>
                  </a:moveTo>
                  <a:lnTo>
                    <a:pt x="1" y="475"/>
                  </a:lnTo>
                  <a:lnTo>
                    <a:pt x="576" y="1055"/>
                  </a:lnTo>
                  <a:lnTo>
                    <a:pt x="1054" y="576"/>
                  </a:lnTo>
                  <a:lnTo>
                    <a:pt x="47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2"/>
            <p:cNvSpPr/>
            <p:nvPr/>
          </p:nvSpPr>
          <p:spPr>
            <a:xfrm>
              <a:off x="2755512" y="3896311"/>
              <a:ext cx="258767" cy="258767"/>
            </a:xfrm>
            <a:custGeom>
              <a:rect b="b" l="l" r="r" t="t"/>
              <a:pathLst>
                <a:path extrusionOk="0" h="9870" w="9870">
                  <a:moveTo>
                    <a:pt x="3035" y="0"/>
                  </a:moveTo>
                  <a:lnTo>
                    <a:pt x="0" y="3035"/>
                  </a:lnTo>
                  <a:lnTo>
                    <a:pt x="946" y="3314"/>
                  </a:lnTo>
                  <a:lnTo>
                    <a:pt x="1297" y="3416"/>
                  </a:lnTo>
                  <a:cubicBezTo>
                    <a:pt x="1438" y="3456"/>
                    <a:pt x="1579" y="3503"/>
                    <a:pt x="1721" y="3550"/>
                  </a:cubicBezTo>
                  <a:cubicBezTo>
                    <a:pt x="2876" y="3959"/>
                    <a:pt x="3926" y="4618"/>
                    <a:pt x="4795" y="5487"/>
                  </a:cubicBezTo>
                  <a:lnTo>
                    <a:pt x="9174" y="9870"/>
                  </a:lnTo>
                  <a:lnTo>
                    <a:pt x="9870" y="9174"/>
                  </a:lnTo>
                  <a:lnTo>
                    <a:pt x="5487" y="4796"/>
                  </a:lnTo>
                  <a:cubicBezTo>
                    <a:pt x="4622" y="3926"/>
                    <a:pt x="3959" y="2876"/>
                    <a:pt x="3550" y="1721"/>
                  </a:cubicBezTo>
                  <a:cubicBezTo>
                    <a:pt x="3503" y="1580"/>
                    <a:pt x="3455" y="1438"/>
                    <a:pt x="3416" y="1297"/>
                  </a:cubicBezTo>
                  <a:lnTo>
                    <a:pt x="3314" y="946"/>
                  </a:lnTo>
                  <a:lnTo>
                    <a:pt x="303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2"/>
            <p:cNvSpPr/>
            <p:nvPr/>
          </p:nvSpPr>
          <p:spPr>
            <a:xfrm>
              <a:off x="2755512" y="3896311"/>
              <a:ext cx="93177" cy="93072"/>
            </a:xfrm>
            <a:custGeom>
              <a:rect b="b" l="l" r="r" t="t"/>
              <a:pathLst>
                <a:path extrusionOk="0" h="3550" w="3554">
                  <a:moveTo>
                    <a:pt x="3035" y="0"/>
                  </a:moveTo>
                  <a:lnTo>
                    <a:pt x="0" y="3035"/>
                  </a:lnTo>
                  <a:lnTo>
                    <a:pt x="946" y="3314"/>
                  </a:lnTo>
                  <a:lnTo>
                    <a:pt x="1297" y="3416"/>
                  </a:lnTo>
                  <a:cubicBezTo>
                    <a:pt x="1438" y="3456"/>
                    <a:pt x="1579" y="3503"/>
                    <a:pt x="1721" y="3550"/>
                  </a:cubicBezTo>
                  <a:lnTo>
                    <a:pt x="3553" y="1717"/>
                  </a:lnTo>
                  <a:cubicBezTo>
                    <a:pt x="3503" y="1580"/>
                    <a:pt x="3455" y="1438"/>
                    <a:pt x="3416" y="1297"/>
                  </a:cubicBezTo>
                  <a:lnTo>
                    <a:pt x="3314" y="946"/>
                  </a:lnTo>
                  <a:lnTo>
                    <a:pt x="30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2"/>
            <p:cNvSpPr/>
            <p:nvPr/>
          </p:nvSpPr>
          <p:spPr>
            <a:xfrm>
              <a:off x="2755512" y="3896311"/>
              <a:ext cx="86911" cy="86806"/>
            </a:xfrm>
            <a:custGeom>
              <a:rect b="b" l="l" r="r" t="t"/>
              <a:pathLst>
                <a:path extrusionOk="0" h="3311" w="3315">
                  <a:moveTo>
                    <a:pt x="3035" y="0"/>
                  </a:moveTo>
                  <a:lnTo>
                    <a:pt x="0" y="3035"/>
                  </a:lnTo>
                  <a:lnTo>
                    <a:pt x="946" y="3311"/>
                  </a:lnTo>
                  <a:lnTo>
                    <a:pt x="3314" y="946"/>
                  </a:lnTo>
                  <a:lnTo>
                    <a:pt x="3035"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2"/>
            <p:cNvSpPr/>
            <p:nvPr/>
          </p:nvSpPr>
          <p:spPr>
            <a:xfrm>
              <a:off x="2987773" y="4128572"/>
              <a:ext cx="37622" cy="37622"/>
            </a:xfrm>
            <a:custGeom>
              <a:rect b="b" l="l" r="r" t="t"/>
              <a:pathLst>
                <a:path extrusionOk="0" h="1435" w="1435">
                  <a:moveTo>
                    <a:pt x="963" y="0"/>
                  </a:moveTo>
                  <a:lnTo>
                    <a:pt x="0" y="964"/>
                  </a:lnTo>
                  <a:lnTo>
                    <a:pt x="471" y="1434"/>
                  </a:lnTo>
                  <a:lnTo>
                    <a:pt x="1434" y="471"/>
                  </a:lnTo>
                  <a:lnTo>
                    <a:pt x="963"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2"/>
            <p:cNvSpPr/>
            <p:nvPr/>
          </p:nvSpPr>
          <p:spPr>
            <a:xfrm>
              <a:off x="2708189" y="3848281"/>
              <a:ext cx="66855" cy="62581"/>
            </a:xfrm>
            <a:custGeom>
              <a:rect b="b" l="l" r="r" t="t"/>
              <a:pathLst>
                <a:path extrusionOk="0" h="2387" w="2550">
                  <a:moveTo>
                    <a:pt x="286" y="1"/>
                  </a:moveTo>
                  <a:cubicBezTo>
                    <a:pt x="131" y="1"/>
                    <a:pt x="0" y="199"/>
                    <a:pt x="139" y="344"/>
                  </a:cubicBezTo>
                  <a:lnTo>
                    <a:pt x="2117" y="2321"/>
                  </a:lnTo>
                  <a:cubicBezTo>
                    <a:pt x="2161" y="2367"/>
                    <a:pt x="2211" y="2387"/>
                    <a:pt x="2259" y="2387"/>
                  </a:cubicBezTo>
                  <a:cubicBezTo>
                    <a:pt x="2415" y="2387"/>
                    <a:pt x="2550" y="2183"/>
                    <a:pt x="2403" y="2039"/>
                  </a:cubicBezTo>
                  <a:lnTo>
                    <a:pt x="425" y="61"/>
                  </a:lnTo>
                  <a:cubicBezTo>
                    <a:pt x="381" y="19"/>
                    <a:pt x="332"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2"/>
            <p:cNvSpPr/>
            <p:nvPr/>
          </p:nvSpPr>
          <p:spPr>
            <a:xfrm>
              <a:off x="2675182" y="3902341"/>
              <a:ext cx="85679" cy="30701"/>
            </a:xfrm>
            <a:custGeom>
              <a:rect b="b" l="l" r="r" t="t"/>
              <a:pathLst>
                <a:path extrusionOk="0" h="1171" w="3268">
                  <a:moveTo>
                    <a:pt x="282" y="0"/>
                  </a:moveTo>
                  <a:cubicBezTo>
                    <a:pt x="71" y="0"/>
                    <a:pt x="1" y="327"/>
                    <a:pt x="236" y="393"/>
                  </a:cubicBezTo>
                  <a:lnTo>
                    <a:pt x="2923" y="1161"/>
                  </a:lnTo>
                  <a:cubicBezTo>
                    <a:pt x="2945" y="1167"/>
                    <a:pt x="2966" y="1170"/>
                    <a:pt x="2985" y="1170"/>
                  </a:cubicBezTo>
                  <a:cubicBezTo>
                    <a:pt x="3196" y="1170"/>
                    <a:pt x="3267" y="840"/>
                    <a:pt x="3032" y="774"/>
                  </a:cubicBezTo>
                  <a:lnTo>
                    <a:pt x="344" y="10"/>
                  </a:lnTo>
                  <a:cubicBezTo>
                    <a:pt x="322"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2"/>
            <p:cNvSpPr/>
            <p:nvPr/>
          </p:nvSpPr>
          <p:spPr>
            <a:xfrm>
              <a:off x="2672770" y="3944787"/>
              <a:ext cx="83529" cy="32064"/>
            </a:xfrm>
            <a:custGeom>
              <a:rect b="b" l="l" r="r" t="t"/>
              <a:pathLst>
                <a:path extrusionOk="0" h="1223" w="3186">
                  <a:moveTo>
                    <a:pt x="2962" y="0"/>
                  </a:moveTo>
                  <a:cubicBezTo>
                    <a:pt x="2943" y="0"/>
                    <a:pt x="2923" y="3"/>
                    <a:pt x="2903" y="9"/>
                  </a:cubicBezTo>
                  <a:lnTo>
                    <a:pt x="230" y="828"/>
                  </a:lnTo>
                  <a:cubicBezTo>
                    <a:pt x="0" y="900"/>
                    <a:pt x="74" y="1223"/>
                    <a:pt x="282" y="1223"/>
                  </a:cubicBezTo>
                  <a:cubicBezTo>
                    <a:pt x="303" y="1223"/>
                    <a:pt x="326" y="1219"/>
                    <a:pt x="350" y="1212"/>
                  </a:cubicBezTo>
                  <a:lnTo>
                    <a:pt x="3019" y="393"/>
                  </a:lnTo>
                  <a:cubicBezTo>
                    <a:pt x="3124" y="361"/>
                    <a:pt x="3185" y="248"/>
                    <a:pt x="3153" y="140"/>
                  </a:cubicBezTo>
                  <a:cubicBezTo>
                    <a:pt x="3126" y="55"/>
                    <a:pt x="3047" y="0"/>
                    <a:pt x="2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2"/>
            <p:cNvSpPr/>
            <p:nvPr/>
          </p:nvSpPr>
          <p:spPr>
            <a:xfrm>
              <a:off x="2763377" y="3815482"/>
              <a:ext cx="32510" cy="81091"/>
            </a:xfrm>
            <a:custGeom>
              <a:rect b="b" l="l" r="r" t="t"/>
              <a:pathLst>
                <a:path extrusionOk="0" h="3093" w="1240">
                  <a:moveTo>
                    <a:pt x="244" y="1"/>
                  </a:moveTo>
                  <a:cubicBezTo>
                    <a:pt x="124" y="1"/>
                    <a:pt x="1" y="103"/>
                    <a:pt x="44" y="259"/>
                  </a:cubicBezTo>
                  <a:lnTo>
                    <a:pt x="812" y="2946"/>
                  </a:lnTo>
                  <a:cubicBezTo>
                    <a:pt x="841" y="3048"/>
                    <a:pt x="919" y="3093"/>
                    <a:pt x="999" y="3093"/>
                  </a:cubicBezTo>
                  <a:cubicBezTo>
                    <a:pt x="1118" y="3093"/>
                    <a:pt x="1240" y="2992"/>
                    <a:pt x="1196" y="2837"/>
                  </a:cubicBezTo>
                  <a:lnTo>
                    <a:pt x="432" y="146"/>
                  </a:lnTo>
                  <a:cubicBezTo>
                    <a:pt x="402" y="45"/>
                    <a:pt x="324"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2"/>
            <p:cNvSpPr/>
            <p:nvPr/>
          </p:nvSpPr>
          <p:spPr>
            <a:xfrm>
              <a:off x="2806112" y="3813070"/>
              <a:ext cx="33716" cy="80566"/>
            </a:xfrm>
            <a:custGeom>
              <a:rect b="b" l="l" r="r" t="t"/>
              <a:pathLst>
                <a:path extrusionOk="0" h="3073" w="1286">
                  <a:moveTo>
                    <a:pt x="1041" y="1"/>
                  </a:moveTo>
                  <a:cubicBezTo>
                    <a:pt x="963" y="1"/>
                    <a:pt x="887" y="44"/>
                    <a:pt x="855" y="144"/>
                  </a:cubicBezTo>
                  <a:lnTo>
                    <a:pt x="37" y="2813"/>
                  </a:lnTo>
                  <a:cubicBezTo>
                    <a:pt x="1" y="2918"/>
                    <a:pt x="62" y="3031"/>
                    <a:pt x="167" y="3063"/>
                  </a:cubicBezTo>
                  <a:cubicBezTo>
                    <a:pt x="187" y="3069"/>
                    <a:pt x="207" y="3072"/>
                    <a:pt x="227" y="3072"/>
                  </a:cubicBezTo>
                  <a:cubicBezTo>
                    <a:pt x="312" y="3072"/>
                    <a:pt x="391" y="3018"/>
                    <a:pt x="417" y="2933"/>
                  </a:cubicBezTo>
                  <a:lnTo>
                    <a:pt x="1239" y="260"/>
                  </a:lnTo>
                  <a:cubicBezTo>
                    <a:pt x="1286" y="105"/>
                    <a:pt x="1163" y="1"/>
                    <a:pt x="1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2"/>
            <p:cNvSpPr/>
            <p:nvPr/>
          </p:nvSpPr>
          <p:spPr>
            <a:xfrm>
              <a:off x="2857655" y="3970900"/>
              <a:ext cx="138402" cy="139739"/>
            </a:xfrm>
            <a:custGeom>
              <a:rect b="b" l="l" r="r" t="t"/>
              <a:pathLst>
                <a:path extrusionOk="0" h="5330" w="5279">
                  <a:moveTo>
                    <a:pt x="2627" y="1636"/>
                  </a:moveTo>
                  <a:lnTo>
                    <a:pt x="2920" y="1929"/>
                  </a:lnTo>
                  <a:lnTo>
                    <a:pt x="2728" y="2124"/>
                  </a:lnTo>
                  <a:lnTo>
                    <a:pt x="2431" y="1831"/>
                  </a:lnTo>
                  <a:lnTo>
                    <a:pt x="2627" y="1636"/>
                  </a:lnTo>
                  <a:close/>
                  <a:moveTo>
                    <a:pt x="2261" y="2226"/>
                  </a:moveTo>
                  <a:lnTo>
                    <a:pt x="2330" y="2295"/>
                  </a:lnTo>
                  <a:lnTo>
                    <a:pt x="2276" y="2349"/>
                  </a:lnTo>
                  <a:lnTo>
                    <a:pt x="2207" y="2280"/>
                  </a:lnTo>
                  <a:lnTo>
                    <a:pt x="2261" y="2226"/>
                  </a:lnTo>
                  <a:close/>
                  <a:moveTo>
                    <a:pt x="3558" y="2566"/>
                  </a:moveTo>
                  <a:lnTo>
                    <a:pt x="3851" y="2860"/>
                  </a:lnTo>
                  <a:lnTo>
                    <a:pt x="3659" y="3055"/>
                  </a:lnTo>
                  <a:lnTo>
                    <a:pt x="3362" y="2762"/>
                  </a:lnTo>
                  <a:lnTo>
                    <a:pt x="3558" y="2566"/>
                  </a:lnTo>
                  <a:close/>
                  <a:moveTo>
                    <a:pt x="3192" y="3157"/>
                  </a:moveTo>
                  <a:lnTo>
                    <a:pt x="3261" y="3225"/>
                  </a:lnTo>
                  <a:lnTo>
                    <a:pt x="3207" y="3280"/>
                  </a:lnTo>
                  <a:lnTo>
                    <a:pt x="3138" y="3211"/>
                  </a:lnTo>
                  <a:lnTo>
                    <a:pt x="3192" y="3157"/>
                  </a:lnTo>
                  <a:close/>
                  <a:moveTo>
                    <a:pt x="4489" y="3497"/>
                  </a:moveTo>
                  <a:lnTo>
                    <a:pt x="4782" y="3790"/>
                  </a:lnTo>
                  <a:lnTo>
                    <a:pt x="4586" y="3986"/>
                  </a:lnTo>
                  <a:lnTo>
                    <a:pt x="4293" y="3693"/>
                  </a:lnTo>
                  <a:lnTo>
                    <a:pt x="4489" y="3497"/>
                  </a:lnTo>
                  <a:close/>
                  <a:moveTo>
                    <a:pt x="4123" y="4087"/>
                  </a:moveTo>
                  <a:lnTo>
                    <a:pt x="4192" y="4156"/>
                  </a:lnTo>
                  <a:lnTo>
                    <a:pt x="4137" y="4211"/>
                  </a:lnTo>
                  <a:lnTo>
                    <a:pt x="4068" y="4142"/>
                  </a:lnTo>
                  <a:lnTo>
                    <a:pt x="4123" y="4087"/>
                  </a:lnTo>
                  <a:close/>
                  <a:moveTo>
                    <a:pt x="271" y="0"/>
                  </a:moveTo>
                  <a:cubicBezTo>
                    <a:pt x="134" y="0"/>
                    <a:pt x="0" y="144"/>
                    <a:pt x="92" y="303"/>
                  </a:cubicBezTo>
                  <a:lnTo>
                    <a:pt x="88" y="303"/>
                  </a:lnTo>
                  <a:cubicBezTo>
                    <a:pt x="461" y="958"/>
                    <a:pt x="918" y="1559"/>
                    <a:pt x="1450" y="2088"/>
                  </a:cubicBezTo>
                  <a:lnTo>
                    <a:pt x="2134" y="2773"/>
                  </a:lnTo>
                  <a:lnTo>
                    <a:pt x="2710" y="3349"/>
                  </a:lnTo>
                  <a:lnTo>
                    <a:pt x="2710" y="3352"/>
                  </a:lnTo>
                  <a:lnTo>
                    <a:pt x="3989" y="4627"/>
                  </a:lnTo>
                  <a:lnTo>
                    <a:pt x="3989" y="4631"/>
                  </a:lnTo>
                  <a:lnTo>
                    <a:pt x="3992" y="4631"/>
                  </a:lnTo>
                  <a:lnTo>
                    <a:pt x="4626" y="5264"/>
                  </a:lnTo>
                  <a:cubicBezTo>
                    <a:pt x="4670" y="5310"/>
                    <a:pt x="4720" y="5330"/>
                    <a:pt x="4768" y="5330"/>
                  </a:cubicBezTo>
                  <a:cubicBezTo>
                    <a:pt x="4924" y="5330"/>
                    <a:pt x="5058" y="5126"/>
                    <a:pt x="4909" y="4982"/>
                  </a:cubicBezTo>
                  <a:lnTo>
                    <a:pt x="4413" y="4486"/>
                  </a:lnTo>
                  <a:lnTo>
                    <a:pt x="4471" y="4428"/>
                  </a:lnTo>
                  <a:cubicBezTo>
                    <a:pt x="4505" y="4451"/>
                    <a:pt x="4543" y="4462"/>
                    <a:pt x="4581" y="4462"/>
                  </a:cubicBezTo>
                  <a:cubicBezTo>
                    <a:pt x="4633" y="4462"/>
                    <a:pt x="4683" y="4442"/>
                    <a:pt x="4720" y="4403"/>
                  </a:cubicBezTo>
                  <a:lnTo>
                    <a:pt x="5198" y="3924"/>
                  </a:lnTo>
                  <a:cubicBezTo>
                    <a:pt x="5278" y="3848"/>
                    <a:pt x="5278" y="3722"/>
                    <a:pt x="5198" y="3642"/>
                  </a:cubicBezTo>
                  <a:lnTo>
                    <a:pt x="4619" y="3066"/>
                  </a:lnTo>
                  <a:cubicBezTo>
                    <a:pt x="4581" y="3026"/>
                    <a:pt x="4530" y="3006"/>
                    <a:pt x="4479" y="3006"/>
                  </a:cubicBezTo>
                  <a:cubicBezTo>
                    <a:pt x="4428" y="3006"/>
                    <a:pt x="4376" y="3026"/>
                    <a:pt x="4337" y="3066"/>
                  </a:cubicBezTo>
                  <a:lnTo>
                    <a:pt x="3858" y="3541"/>
                  </a:lnTo>
                  <a:cubicBezTo>
                    <a:pt x="3793" y="3609"/>
                    <a:pt x="3782" y="3714"/>
                    <a:pt x="3833" y="3794"/>
                  </a:cubicBezTo>
                  <a:lnTo>
                    <a:pt x="3779" y="3852"/>
                  </a:lnTo>
                  <a:lnTo>
                    <a:pt x="3482" y="3555"/>
                  </a:lnTo>
                  <a:lnTo>
                    <a:pt x="3540" y="3497"/>
                  </a:lnTo>
                  <a:cubicBezTo>
                    <a:pt x="3574" y="3520"/>
                    <a:pt x="3612" y="3532"/>
                    <a:pt x="3651" y="3532"/>
                  </a:cubicBezTo>
                  <a:cubicBezTo>
                    <a:pt x="3702" y="3532"/>
                    <a:pt x="3752" y="3511"/>
                    <a:pt x="3790" y="3472"/>
                  </a:cubicBezTo>
                  <a:lnTo>
                    <a:pt x="4268" y="2997"/>
                  </a:lnTo>
                  <a:cubicBezTo>
                    <a:pt x="4347" y="2918"/>
                    <a:pt x="4347" y="2791"/>
                    <a:pt x="4268" y="2711"/>
                  </a:cubicBezTo>
                  <a:lnTo>
                    <a:pt x="3699" y="2143"/>
                  </a:lnTo>
                  <a:cubicBezTo>
                    <a:pt x="3659" y="2103"/>
                    <a:pt x="3608" y="2083"/>
                    <a:pt x="3556" y="2083"/>
                  </a:cubicBezTo>
                  <a:cubicBezTo>
                    <a:pt x="3505" y="2083"/>
                    <a:pt x="3455" y="2103"/>
                    <a:pt x="3417" y="2143"/>
                  </a:cubicBezTo>
                  <a:lnTo>
                    <a:pt x="2939" y="2621"/>
                  </a:lnTo>
                  <a:cubicBezTo>
                    <a:pt x="2870" y="2686"/>
                    <a:pt x="2862" y="2791"/>
                    <a:pt x="2913" y="2871"/>
                  </a:cubicBezTo>
                  <a:lnTo>
                    <a:pt x="2855" y="2928"/>
                  </a:lnTo>
                  <a:lnTo>
                    <a:pt x="2562" y="2632"/>
                  </a:lnTo>
                  <a:lnTo>
                    <a:pt x="2620" y="2577"/>
                  </a:lnTo>
                  <a:cubicBezTo>
                    <a:pt x="2652" y="2599"/>
                    <a:pt x="2689" y="2609"/>
                    <a:pt x="2727" y="2609"/>
                  </a:cubicBezTo>
                  <a:cubicBezTo>
                    <a:pt x="2778" y="2609"/>
                    <a:pt x="2830" y="2589"/>
                    <a:pt x="2870" y="2552"/>
                  </a:cubicBezTo>
                  <a:lnTo>
                    <a:pt x="3348" y="2074"/>
                  </a:lnTo>
                  <a:cubicBezTo>
                    <a:pt x="3424" y="1994"/>
                    <a:pt x="3424" y="1867"/>
                    <a:pt x="3348" y="1791"/>
                  </a:cubicBezTo>
                  <a:lnTo>
                    <a:pt x="2768" y="1212"/>
                  </a:lnTo>
                  <a:cubicBezTo>
                    <a:pt x="2730" y="1172"/>
                    <a:pt x="2680" y="1152"/>
                    <a:pt x="2628" y="1152"/>
                  </a:cubicBezTo>
                  <a:cubicBezTo>
                    <a:pt x="2577" y="1152"/>
                    <a:pt x="2526" y="1172"/>
                    <a:pt x="2486" y="1212"/>
                  </a:cubicBezTo>
                  <a:lnTo>
                    <a:pt x="2008" y="1690"/>
                  </a:lnTo>
                  <a:cubicBezTo>
                    <a:pt x="1943" y="1755"/>
                    <a:pt x="1932" y="1860"/>
                    <a:pt x="1982" y="1940"/>
                  </a:cubicBezTo>
                  <a:lnTo>
                    <a:pt x="1924" y="1998"/>
                  </a:lnTo>
                  <a:lnTo>
                    <a:pt x="1736" y="1806"/>
                  </a:lnTo>
                  <a:cubicBezTo>
                    <a:pt x="1229" y="1299"/>
                    <a:pt x="791" y="726"/>
                    <a:pt x="440" y="104"/>
                  </a:cubicBezTo>
                  <a:cubicBezTo>
                    <a:pt x="397"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2"/>
            <p:cNvSpPr/>
            <p:nvPr/>
          </p:nvSpPr>
          <p:spPr>
            <a:xfrm>
              <a:off x="2749062" y="3891146"/>
              <a:ext cx="282022" cy="280318"/>
            </a:xfrm>
            <a:custGeom>
              <a:rect b="b" l="l" r="r" t="t"/>
              <a:pathLst>
                <a:path extrusionOk="0" h="10692" w="10757">
                  <a:moveTo>
                    <a:pt x="4901" y="5951"/>
                  </a:moveTo>
                  <a:cubicBezTo>
                    <a:pt x="4945" y="5951"/>
                    <a:pt x="4990" y="5955"/>
                    <a:pt x="5034" y="5963"/>
                  </a:cubicBezTo>
                  <a:lnTo>
                    <a:pt x="5089" y="6018"/>
                  </a:lnTo>
                  <a:lnTo>
                    <a:pt x="4198" y="6909"/>
                  </a:lnTo>
                  <a:cubicBezTo>
                    <a:pt x="4118" y="6644"/>
                    <a:pt x="4187" y="6362"/>
                    <a:pt x="4379" y="6166"/>
                  </a:cubicBezTo>
                  <a:cubicBezTo>
                    <a:pt x="4520" y="6027"/>
                    <a:pt x="4708" y="5951"/>
                    <a:pt x="4901" y="5951"/>
                  </a:cubicBezTo>
                  <a:close/>
                  <a:moveTo>
                    <a:pt x="5371" y="6304"/>
                  </a:moveTo>
                  <a:lnTo>
                    <a:pt x="5443" y="6369"/>
                  </a:lnTo>
                  <a:lnTo>
                    <a:pt x="4491" y="7321"/>
                  </a:lnTo>
                  <a:lnTo>
                    <a:pt x="4419" y="7253"/>
                  </a:lnTo>
                  <a:lnTo>
                    <a:pt x="5371" y="6304"/>
                  </a:lnTo>
                  <a:close/>
                  <a:moveTo>
                    <a:pt x="5722" y="6651"/>
                  </a:moveTo>
                  <a:lnTo>
                    <a:pt x="6019" y="6948"/>
                  </a:lnTo>
                  <a:lnTo>
                    <a:pt x="5067" y="7897"/>
                  </a:lnTo>
                  <a:lnTo>
                    <a:pt x="4773" y="7604"/>
                  </a:lnTo>
                  <a:lnTo>
                    <a:pt x="5722" y="6651"/>
                  </a:lnTo>
                  <a:close/>
                  <a:moveTo>
                    <a:pt x="6302" y="7231"/>
                  </a:moveTo>
                  <a:lnTo>
                    <a:pt x="6371" y="7300"/>
                  </a:lnTo>
                  <a:lnTo>
                    <a:pt x="5422" y="8249"/>
                  </a:lnTo>
                  <a:lnTo>
                    <a:pt x="5353" y="8180"/>
                  </a:lnTo>
                  <a:lnTo>
                    <a:pt x="6302" y="7231"/>
                  </a:lnTo>
                  <a:close/>
                  <a:moveTo>
                    <a:pt x="6653" y="7582"/>
                  </a:moveTo>
                  <a:lnTo>
                    <a:pt x="6950" y="7876"/>
                  </a:lnTo>
                  <a:lnTo>
                    <a:pt x="5998" y="8828"/>
                  </a:lnTo>
                  <a:lnTo>
                    <a:pt x="5704" y="8531"/>
                  </a:lnTo>
                  <a:lnTo>
                    <a:pt x="6653" y="7582"/>
                  </a:lnTo>
                  <a:close/>
                  <a:moveTo>
                    <a:pt x="7233" y="8158"/>
                  </a:moveTo>
                  <a:lnTo>
                    <a:pt x="7301" y="8227"/>
                  </a:lnTo>
                  <a:lnTo>
                    <a:pt x="6349" y="9179"/>
                  </a:lnTo>
                  <a:lnTo>
                    <a:pt x="6280" y="9111"/>
                  </a:lnTo>
                  <a:lnTo>
                    <a:pt x="7233" y="8158"/>
                  </a:lnTo>
                  <a:close/>
                  <a:moveTo>
                    <a:pt x="7584" y="8509"/>
                  </a:moveTo>
                  <a:lnTo>
                    <a:pt x="7638" y="8564"/>
                  </a:lnTo>
                  <a:cubicBezTo>
                    <a:pt x="7682" y="8803"/>
                    <a:pt x="7606" y="9049"/>
                    <a:pt x="7435" y="9223"/>
                  </a:cubicBezTo>
                  <a:cubicBezTo>
                    <a:pt x="7294" y="9362"/>
                    <a:pt x="7104" y="9436"/>
                    <a:pt x="6911" y="9436"/>
                  </a:cubicBezTo>
                  <a:cubicBezTo>
                    <a:pt x="6838" y="9436"/>
                    <a:pt x="6765" y="9426"/>
                    <a:pt x="6693" y="9404"/>
                  </a:cubicBezTo>
                  <a:lnTo>
                    <a:pt x="7584" y="8509"/>
                  </a:lnTo>
                  <a:close/>
                  <a:moveTo>
                    <a:pt x="4361" y="5333"/>
                  </a:moveTo>
                  <a:cubicBezTo>
                    <a:pt x="4455" y="5413"/>
                    <a:pt x="4549" y="5496"/>
                    <a:pt x="4643" y="5579"/>
                  </a:cubicBezTo>
                  <a:cubicBezTo>
                    <a:pt x="3850" y="5764"/>
                    <a:pt x="3502" y="6695"/>
                    <a:pt x="3977" y="7354"/>
                  </a:cubicBezTo>
                  <a:lnTo>
                    <a:pt x="3980" y="7361"/>
                  </a:lnTo>
                  <a:lnTo>
                    <a:pt x="3984" y="7365"/>
                  </a:lnTo>
                  <a:lnTo>
                    <a:pt x="3988" y="7368"/>
                  </a:lnTo>
                  <a:cubicBezTo>
                    <a:pt x="4020" y="7412"/>
                    <a:pt x="4056" y="7455"/>
                    <a:pt x="4096" y="7492"/>
                  </a:cubicBezTo>
                  <a:lnTo>
                    <a:pt x="4346" y="7742"/>
                  </a:lnTo>
                  <a:lnTo>
                    <a:pt x="6106" y="9502"/>
                  </a:lnTo>
                  <a:cubicBezTo>
                    <a:pt x="6146" y="9545"/>
                    <a:pt x="6190" y="9581"/>
                    <a:pt x="6237" y="9614"/>
                  </a:cubicBezTo>
                  <a:cubicBezTo>
                    <a:pt x="6445" y="9767"/>
                    <a:pt x="6681" y="9838"/>
                    <a:pt x="6912" y="9838"/>
                  </a:cubicBezTo>
                  <a:cubicBezTo>
                    <a:pt x="7417" y="9838"/>
                    <a:pt x="7900" y="9500"/>
                    <a:pt x="8022" y="8951"/>
                  </a:cubicBezTo>
                  <a:lnTo>
                    <a:pt x="8279" y="9205"/>
                  </a:lnTo>
                  <a:cubicBezTo>
                    <a:pt x="8207" y="9404"/>
                    <a:pt x="8091" y="9581"/>
                    <a:pt x="7946" y="9730"/>
                  </a:cubicBezTo>
                  <a:lnTo>
                    <a:pt x="7942" y="9730"/>
                  </a:lnTo>
                  <a:cubicBezTo>
                    <a:pt x="7658" y="10014"/>
                    <a:pt x="7285" y="10156"/>
                    <a:pt x="6912" y="10156"/>
                  </a:cubicBezTo>
                  <a:cubicBezTo>
                    <a:pt x="6539" y="10156"/>
                    <a:pt x="6166" y="10014"/>
                    <a:pt x="5882" y="9730"/>
                  </a:cubicBezTo>
                  <a:lnTo>
                    <a:pt x="3868" y="7720"/>
                  </a:lnTo>
                  <a:cubicBezTo>
                    <a:pt x="3129" y="6981"/>
                    <a:pt x="3386" y="5721"/>
                    <a:pt x="4361" y="5333"/>
                  </a:cubicBezTo>
                  <a:close/>
                  <a:moveTo>
                    <a:pt x="10068" y="9339"/>
                  </a:moveTo>
                  <a:lnTo>
                    <a:pt x="10257" y="9527"/>
                  </a:lnTo>
                  <a:lnTo>
                    <a:pt x="9576" y="10204"/>
                  </a:lnTo>
                  <a:lnTo>
                    <a:pt x="9388" y="10016"/>
                  </a:lnTo>
                  <a:lnTo>
                    <a:pt x="10068" y="9339"/>
                  </a:lnTo>
                  <a:close/>
                  <a:moveTo>
                    <a:pt x="3284" y="0"/>
                  </a:moveTo>
                  <a:cubicBezTo>
                    <a:pt x="3234" y="0"/>
                    <a:pt x="3183" y="19"/>
                    <a:pt x="3144" y="60"/>
                  </a:cubicBezTo>
                  <a:lnTo>
                    <a:pt x="1738" y="1461"/>
                  </a:lnTo>
                  <a:cubicBezTo>
                    <a:pt x="1599" y="1606"/>
                    <a:pt x="1730" y="1805"/>
                    <a:pt x="1883" y="1805"/>
                  </a:cubicBezTo>
                  <a:cubicBezTo>
                    <a:pt x="1929" y="1805"/>
                    <a:pt x="1977" y="1787"/>
                    <a:pt x="2021" y="1744"/>
                  </a:cubicBezTo>
                  <a:lnTo>
                    <a:pt x="3187" y="581"/>
                  </a:lnTo>
                  <a:lnTo>
                    <a:pt x="3336" y="1088"/>
                  </a:lnTo>
                  <a:lnTo>
                    <a:pt x="1137" y="3287"/>
                  </a:lnTo>
                  <a:lnTo>
                    <a:pt x="630" y="3138"/>
                  </a:lnTo>
                  <a:lnTo>
                    <a:pt x="1463" y="2302"/>
                  </a:lnTo>
                  <a:cubicBezTo>
                    <a:pt x="1470" y="2298"/>
                    <a:pt x="1474" y="2291"/>
                    <a:pt x="1478" y="2287"/>
                  </a:cubicBezTo>
                  <a:cubicBezTo>
                    <a:pt x="1606" y="2139"/>
                    <a:pt x="1474" y="1954"/>
                    <a:pt x="1324" y="1954"/>
                  </a:cubicBezTo>
                  <a:cubicBezTo>
                    <a:pt x="1275" y="1954"/>
                    <a:pt x="1225" y="1973"/>
                    <a:pt x="1181" y="2019"/>
                  </a:cubicBezTo>
                  <a:lnTo>
                    <a:pt x="109" y="3095"/>
                  </a:lnTo>
                  <a:cubicBezTo>
                    <a:pt x="0" y="3200"/>
                    <a:pt x="47" y="3381"/>
                    <a:pt x="192" y="3428"/>
                  </a:cubicBezTo>
                  <a:lnTo>
                    <a:pt x="1137" y="3703"/>
                  </a:lnTo>
                  <a:lnTo>
                    <a:pt x="1485" y="3805"/>
                  </a:lnTo>
                  <a:cubicBezTo>
                    <a:pt x="2394" y="4069"/>
                    <a:pt x="3249" y="4496"/>
                    <a:pt x="4009" y="5061"/>
                  </a:cubicBezTo>
                  <a:cubicBezTo>
                    <a:pt x="3854" y="5145"/>
                    <a:pt x="3712" y="5253"/>
                    <a:pt x="3586" y="5377"/>
                  </a:cubicBezTo>
                  <a:cubicBezTo>
                    <a:pt x="2861" y="6104"/>
                    <a:pt x="2861" y="7282"/>
                    <a:pt x="3586" y="8006"/>
                  </a:cubicBezTo>
                  <a:lnTo>
                    <a:pt x="5596" y="10016"/>
                  </a:lnTo>
                  <a:cubicBezTo>
                    <a:pt x="5966" y="10388"/>
                    <a:pt x="6441" y="10565"/>
                    <a:pt x="6911" y="10565"/>
                  </a:cubicBezTo>
                  <a:cubicBezTo>
                    <a:pt x="7589" y="10565"/>
                    <a:pt x="8256" y="10197"/>
                    <a:pt x="8584" y="9516"/>
                  </a:cubicBezTo>
                  <a:lnTo>
                    <a:pt x="8957" y="9886"/>
                  </a:lnTo>
                  <a:cubicBezTo>
                    <a:pt x="8888" y="9965"/>
                    <a:pt x="8888" y="10088"/>
                    <a:pt x="8964" y="10161"/>
                  </a:cubicBezTo>
                  <a:lnTo>
                    <a:pt x="9435" y="10632"/>
                  </a:lnTo>
                  <a:cubicBezTo>
                    <a:pt x="9474" y="10671"/>
                    <a:pt x="9526" y="10691"/>
                    <a:pt x="9578" y="10691"/>
                  </a:cubicBezTo>
                  <a:cubicBezTo>
                    <a:pt x="9629" y="10691"/>
                    <a:pt x="9681" y="10671"/>
                    <a:pt x="9721" y="10632"/>
                  </a:cubicBezTo>
                  <a:lnTo>
                    <a:pt x="10681" y="9672"/>
                  </a:lnTo>
                  <a:cubicBezTo>
                    <a:pt x="10757" y="9596"/>
                    <a:pt x="10757" y="9469"/>
                    <a:pt x="10681" y="9389"/>
                  </a:cubicBezTo>
                  <a:lnTo>
                    <a:pt x="10681" y="9386"/>
                  </a:lnTo>
                  <a:lnTo>
                    <a:pt x="10210" y="8915"/>
                  </a:lnTo>
                  <a:cubicBezTo>
                    <a:pt x="10170" y="8876"/>
                    <a:pt x="10119" y="8856"/>
                    <a:pt x="10068" y="8856"/>
                  </a:cubicBezTo>
                  <a:cubicBezTo>
                    <a:pt x="10020" y="8856"/>
                    <a:pt x="9973" y="8873"/>
                    <a:pt x="9934" y="8908"/>
                  </a:cubicBezTo>
                  <a:lnTo>
                    <a:pt x="9619" y="8593"/>
                  </a:lnTo>
                  <a:cubicBezTo>
                    <a:pt x="9575" y="8550"/>
                    <a:pt x="9526" y="8532"/>
                    <a:pt x="9480" y="8532"/>
                  </a:cubicBezTo>
                  <a:cubicBezTo>
                    <a:pt x="9325" y="8532"/>
                    <a:pt x="9194" y="8730"/>
                    <a:pt x="9333" y="8875"/>
                  </a:cubicBezTo>
                  <a:lnTo>
                    <a:pt x="9652" y="9190"/>
                  </a:lnTo>
                  <a:lnTo>
                    <a:pt x="9243" y="9603"/>
                  </a:lnTo>
                  <a:lnTo>
                    <a:pt x="8649" y="9009"/>
                  </a:lnTo>
                  <a:lnTo>
                    <a:pt x="5183" y="5543"/>
                  </a:lnTo>
                  <a:cubicBezTo>
                    <a:pt x="4976" y="5337"/>
                    <a:pt x="4755" y="5141"/>
                    <a:pt x="4527" y="4956"/>
                  </a:cubicBezTo>
                  <a:cubicBezTo>
                    <a:pt x="3665" y="4254"/>
                    <a:pt x="2669" y="3732"/>
                    <a:pt x="1601" y="3424"/>
                  </a:cubicBezTo>
                  <a:lnTo>
                    <a:pt x="1576" y="3417"/>
                  </a:lnTo>
                  <a:lnTo>
                    <a:pt x="3466" y="1527"/>
                  </a:lnTo>
                  <a:lnTo>
                    <a:pt x="3473" y="1552"/>
                  </a:lnTo>
                  <a:cubicBezTo>
                    <a:pt x="3575" y="1903"/>
                    <a:pt x="3701" y="2251"/>
                    <a:pt x="3850" y="2588"/>
                  </a:cubicBezTo>
                  <a:cubicBezTo>
                    <a:pt x="3888" y="2674"/>
                    <a:pt x="3958" y="2710"/>
                    <a:pt x="4027" y="2710"/>
                  </a:cubicBezTo>
                  <a:cubicBezTo>
                    <a:pt x="4157" y="2710"/>
                    <a:pt x="4286" y="2586"/>
                    <a:pt x="4216" y="2428"/>
                  </a:cubicBezTo>
                  <a:cubicBezTo>
                    <a:pt x="4074" y="2106"/>
                    <a:pt x="3955" y="1777"/>
                    <a:pt x="3854" y="1440"/>
                  </a:cubicBezTo>
                  <a:lnTo>
                    <a:pt x="3477" y="143"/>
                  </a:lnTo>
                  <a:cubicBezTo>
                    <a:pt x="3450" y="53"/>
                    <a:pt x="3367" y="0"/>
                    <a:pt x="3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3" name="Google Shape;12493;p82"/>
          <p:cNvGrpSpPr/>
          <p:nvPr/>
        </p:nvGrpSpPr>
        <p:grpSpPr>
          <a:xfrm>
            <a:off x="3577902" y="3813018"/>
            <a:ext cx="346962" cy="358393"/>
            <a:chOff x="3577903" y="3813018"/>
            <a:chExt cx="346962" cy="358393"/>
          </a:xfrm>
        </p:grpSpPr>
        <p:sp>
          <p:nvSpPr>
            <p:cNvPr id="12494" name="Google Shape;12494;p82"/>
            <p:cNvSpPr/>
            <p:nvPr/>
          </p:nvSpPr>
          <p:spPr>
            <a:xfrm>
              <a:off x="3682904" y="3818314"/>
              <a:ext cx="133919" cy="160818"/>
            </a:xfrm>
            <a:custGeom>
              <a:rect b="b" l="l" r="r" t="t"/>
              <a:pathLst>
                <a:path extrusionOk="0" h="6134" w="5108">
                  <a:moveTo>
                    <a:pt x="2613" y="0"/>
                  </a:moveTo>
                  <a:cubicBezTo>
                    <a:pt x="2094" y="0"/>
                    <a:pt x="1578" y="162"/>
                    <a:pt x="1142" y="480"/>
                  </a:cubicBezTo>
                  <a:cubicBezTo>
                    <a:pt x="385" y="1031"/>
                    <a:pt x="1" y="1965"/>
                    <a:pt x="149" y="2892"/>
                  </a:cubicBezTo>
                  <a:cubicBezTo>
                    <a:pt x="298" y="3816"/>
                    <a:pt x="953" y="4584"/>
                    <a:pt x="1848" y="4870"/>
                  </a:cubicBezTo>
                  <a:lnTo>
                    <a:pt x="2608" y="6134"/>
                  </a:lnTo>
                  <a:lnTo>
                    <a:pt x="3372" y="4870"/>
                  </a:lnTo>
                  <a:cubicBezTo>
                    <a:pt x="4405" y="4540"/>
                    <a:pt x="5107" y="3580"/>
                    <a:pt x="5107" y="2494"/>
                  </a:cubicBezTo>
                  <a:cubicBezTo>
                    <a:pt x="5107" y="1556"/>
                    <a:pt x="4579" y="697"/>
                    <a:pt x="3742" y="270"/>
                  </a:cubicBezTo>
                  <a:cubicBezTo>
                    <a:pt x="3385" y="90"/>
                    <a:pt x="2999" y="0"/>
                    <a:pt x="26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2"/>
            <p:cNvSpPr/>
            <p:nvPr/>
          </p:nvSpPr>
          <p:spPr>
            <a:xfrm>
              <a:off x="3737803" y="3848176"/>
              <a:ext cx="47401" cy="47401"/>
            </a:xfrm>
            <a:custGeom>
              <a:rect b="b" l="l" r="r" t="t"/>
              <a:pathLst>
                <a:path extrusionOk="0" h="1808" w="1808">
                  <a:moveTo>
                    <a:pt x="902" y="0"/>
                  </a:moveTo>
                  <a:cubicBezTo>
                    <a:pt x="402" y="0"/>
                    <a:pt x="0" y="406"/>
                    <a:pt x="0" y="906"/>
                  </a:cubicBezTo>
                  <a:cubicBezTo>
                    <a:pt x="0" y="1402"/>
                    <a:pt x="402" y="1808"/>
                    <a:pt x="902" y="1808"/>
                  </a:cubicBezTo>
                  <a:cubicBezTo>
                    <a:pt x="1402" y="1808"/>
                    <a:pt x="1807" y="1402"/>
                    <a:pt x="1807" y="906"/>
                  </a:cubicBezTo>
                  <a:cubicBezTo>
                    <a:pt x="1807" y="406"/>
                    <a:pt x="1402" y="0"/>
                    <a:pt x="902"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2"/>
            <p:cNvSpPr/>
            <p:nvPr/>
          </p:nvSpPr>
          <p:spPr>
            <a:xfrm>
              <a:off x="3583198" y="3969222"/>
              <a:ext cx="84080" cy="196972"/>
            </a:xfrm>
            <a:custGeom>
              <a:rect b="b" l="l" r="r" t="t"/>
              <a:pathLst>
                <a:path extrusionOk="0" h="7513" w="3207">
                  <a:moveTo>
                    <a:pt x="3206" y="1"/>
                  </a:moveTo>
                  <a:lnTo>
                    <a:pt x="1" y="1073"/>
                  </a:lnTo>
                  <a:lnTo>
                    <a:pt x="1" y="7512"/>
                  </a:lnTo>
                  <a:lnTo>
                    <a:pt x="3206" y="6440"/>
                  </a:lnTo>
                  <a:lnTo>
                    <a:pt x="3206"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2"/>
            <p:cNvSpPr/>
            <p:nvPr/>
          </p:nvSpPr>
          <p:spPr>
            <a:xfrm>
              <a:off x="3667252" y="3969222"/>
              <a:ext cx="84132" cy="196972"/>
            </a:xfrm>
            <a:custGeom>
              <a:rect b="b" l="l" r="r" t="t"/>
              <a:pathLst>
                <a:path extrusionOk="0" h="7513" w="3209">
                  <a:moveTo>
                    <a:pt x="0" y="1"/>
                  </a:moveTo>
                  <a:lnTo>
                    <a:pt x="0" y="6440"/>
                  </a:lnTo>
                  <a:lnTo>
                    <a:pt x="3209" y="7512"/>
                  </a:lnTo>
                  <a:lnTo>
                    <a:pt x="3209" y="1073"/>
                  </a:lnTo>
                  <a:lnTo>
                    <a:pt x="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2"/>
            <p:cNvSpPr/>
            <p:nvPr/>
          </p:nvSpPr>
          <p:spPr>
            <a:xfrm>
              <a:off x="3751357" y="3969222"/>
              <a:ext cx="84158" cy="196972"/>
            </a:xfrm>
            <a:custGeom>
              <a:rect b="b" l="l" r="r" t="t"/>
              <a:pathLst>
                <a:path extrusionOk="0" h="7513" w="3210">
                  <a:moveTo>
                    <a:pt x="3210" y="1"/>
                  </a:moveTo>
                  <a:lnTo>
                    <a:pt x="1" y="1073"/>
                  </a:lnTo>
                  <a:lnTo>
                    <a:pt x="1" y="7512"/>
                  </a:lnTo>
                  <a:lnTo>
                    <a:pt x="3210" y="6440"/>
                  </a:lnTo>
                  <a:lnTo>
                    <a:pt x="3210"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2"/>
            <p:cNvSpPr/>
            <p:nvPr/>
          </p:nvSpPr>
          <p:spPr>
            <a:xfrm>
              <a:off x="3835489" y="3969222"/>
              <a:ext cx="84053" cy="196972"/>
            </a:xfrm>
            <a:custGeom>
              <a:rect b="b" l="l" r="r" t="t"/>
              <a:pathLst>
                <a:path extrusionOk="0" h="7513" w="3206">
                  <a:moveTo>
                    <a:pt x="1" y="1"/>
                  </a:moveTo>
                  <a:lnTo>
                    <a:pt x="1" y="6440"/>
                  </a:lnTo>
                  <a:lnTo>
                    <a:pt x="3206" y="7512"/>
                  </a:lnTo>
                  <a:lnTo>
                    <a:pt x="3206" y="107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2"/>
            <p:cNvSpPr/>
            <p:nvPr/>
          </p:nvSpPr>
          <p:spPr>
            <a:xfrm>
              <a:off x="3596989" y="3983851"/>
              <a:ext cx="308711" cy="167713"/>
            </a:xfrm>
            <a:custGeom>
              <a:rect b="b" l="l" r="r" t="t"/>
              <a:pathLst>
                <a:path extrusionOk="0" h="6397" w="11775">
                  <a:moveTo>
                    <a:pt x="2680" y="1"/>
                  </a:moveTo>
                  <a:lnTo>
                    <a:pt x="0" y="895"/>
                  </a:lnTo>
                  <a:lnTo>
                    <a:pt x="0" y="6219"/>
                  </a:lnTo>
                  <a:lnTo>
                    <a:pt x="2513" y="5383"/>
                  </a:lnTo>
                  <a:cubicBezTo>
                    <a:pt x="2568" y="5364"/>
                    <a:pt x="2624" y="5355"/>
                    <a:pt x="2680" y="5355"/>
                  </a:cubicBezTo>
                  <a:cubicBezTo>
                    <a:pt x="2736" y="5355"/>
                    <a:pt x="2792" y="5364"/>
                    <a:pt x="2847" y="5383"/>
                  </a:cubicBezTo>
                  <a:lnTo>
                    <a:pt x="3118" y="5473"/>
                  </a:lnTo>
                  <a:lnTo>
                    <a:pt x="5889" y="6397"/>
                  </a:lnTo>
                  <a:lnTo>
                    <a:pt x="8928" y="5383"/>
                  </a:lnTo>
                  <a:cubicBezTo>
                    <a:pt x="8982" y="5364"/>
                    <a:pt x="9039" y="5355"/>
                    <a:pt x="9096" y="5355"/>
                  </a:cubicBezTo>
                  <a:cubicBezTo>
                    <a:pt x="9153" y="5355"/>
                    <a:pt x="9210" y="5364"/>
                    <a:pt x="9264" y="5383"/>
                  </a:cubicBezTo>
                  <a:lnTo>
                    <a:pt x="9532" y="5473"/>
                  </a:lnTo>
                  <a:lnTo>
                    <a:pt x="11774" y="6219"/>
                  </a:lnTo>
                  <a:lnTo>
                    <a:pt x="11774" y="895"/>
                  </a:lnTo>
                  <a:lnTo>
                    <a:pt x="9532" y="146"/>
                  </a:lnTo>
                  <a:lnTo>
                    <a:pt x="9094" y="1"/>
                  </a:lnTo>
                  <a:lnTo>
                    <a:pt x="6056" y="1015"/>
                  </a:lnTo>
                  <a:cubicBezTo>
                    <a:pt x="6001" y="1033"/>
                    <a:pt x="5945" y="1042"/>
                    <a:pt x="5889" y="1042"/>
                  </a:cubicBezTo>
                  <a:cubicBezTo>
                    <a:pt x="5833" y="1042"/>
                    <a:pt x="5777" y="1033"/>
                    <a:pt x="5722" y="1015"/>
                  </a:cubicBezTo>
                  <a:lnTo>
                    <a:pt x="3115" y="146"/>
                  </a:lnTo>
                  <a:lnTo>
                    <a:pt x="268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2"/>
            <p:cNvSpPr/>
            <p:nvPr/>
          </p:nvSpPr>
          <p:spPr>
            <a:xfrm>
              <a:off x="3596989" y="3983851"/>
              <a:ext cx="70289" cy="163073"/>
            </a:xfrm>
            <a:custGeom>
              <a:rect b="b" l="l" r="r" t="t"/>
              <a:pathLst>
                <a:path extrusionOk="0" h="6220" w="2681">
                  <a:moveTo>
                    <a:pt x="2680" y="1"/>
                  </a:moveTo>
                  <a:lnTo>
                    <a:pt x="0" y="895"/>
                  </a:lnTo>
                  <a:lnTo>
                    <a:pt x="0" y="6219"/>
                  </a:lnTo>
                  <a:lnTo>
                    <a:pt x="2513" y="5383"/>
                  </a:lnTo>
                  <a:cubicBezTo>
                    <a:pt x="2568" y="5364"/>
                    <a:pt x="2622" y="5357"/>
                    <a:pt x="2680" y="5357"/>
                  </a:cubicBezTo>
                  <a:lnTo>
                    <a:pt x="268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2"/>
            <p:cNvSpPr/>
            <p:nvPr/>
          </p:nvSpPr>
          <p:spPr>
            <a:xfrm>
              <a:off x="3751357" y="3983851"/>
              <a:ext cx="84158" cy="167713"/>
            </a:xfrm>
            <a:custGeom>
              <a:rect b="b" l="l" r="r" t="t"/>
              <a:pathLst>
                <a:path extrusionOk="0" h="6397" w="3210">
                  <a:moveTo>
                    <a:pt x="3210" y="1"/>
                  </a:moveTo>
                  <a:lnTo>
                    <a:pt x="168" y="1015"/>
                  </a:lnTo>
                  <a:cubicBezTo>
                    <a:pt x="113" y="1033"/>
                    <a:pt x="55" y="1040"/>
                    <a:pt x="1" y="1040"/>
                  </a:cubicBezTo>
                  <a:lnTo>
                    <a:pt x="1" y="6397"/>
                  </a:lnTo>
                  <a:lnTo>
                    <a:pt x="3040" y="5383"/>
                  </a:lnTo>
                  <a:cubicBezTo>
                    <a:pt x="3094" y="5364"/>
                    <a:pt x="3152" y="5357"/>
                    <a:pt x="3210" y="5357"/>
                  </a:cubicBezTo>
                  <a:lnTo>
                    <a:pt x="321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2"/>
            <p:cNvSpPr/>
            <p:nvPr/>
          </p:nvSpPr>
          <p:spPr>
            <a:xfrm>
              <a:off x="3680911" y="3813018"/>
              <a:ext cx="144354" cy="171331"/>
            </a:xfrm>
            <a:custGeom>
              <a:rect b="b" l="l" r="r" t="t"/>
              <a:pathLst>
                <a:path extrusionOk="0" h="6535" w="5506">
                  <a:moveTo>
                    <a:pt x="2683" y="1"/>
                  </a:moveTo>
                  <a:cubicBezTo>
                    <a:pt x="2359" y="1"/>
                    <a:pt x="2033" y="59"/>
                    <a:pt x="1721" y="179"/>
                  </a:cubicBezTo>
                  <a:cubicBezTo>
                    <a:pt x="815" y="523"/>
                    <a:pt x="164" y="1330"/>
                    <a:pt x="19" y="2290"/>
                  </a:cubicBezTo>
                  <a:cubicBezTo>
                    <a:pt x="1" y="2402"/>
                    <a:pt x="80" y="2504"/>
                    <a:pt x="193" y="2518"/>
                  </a:cubicBezTo>
                  <a:cubicBezTo>
                    <a:pt x="203" y="2520"/>
                    <a:pt x="214" y="2521"/>
                    <a:pt x="225" y="2521"/>
                  </a:cubicBezTo>
                  <a:cubicBezTo>
                    <a:pt x="320" y="2521"/>
                    <a:pt x="401" y="2450"/>
                    <a:pt x="417" y="2352"/>
                  </a:cubicBezTo>
                  <a:cubicBezTo>
                    <a:pt x="601" y="1150"/>
                    <a:pt x="1626" y="400"/>
                    <a:pt x="2695" y="400"/>
                  </a:cubicBezTo>
                  <a:cubicBezTo>
                    <a:pt x="3207" y="400"/>
                    <a:pt x="3729" y="572"/>
                    <a:pt x="4173" y="950"/>
                  </a:cubicBezTo>
                  <a:cubicBezTo>
                    <a:pt x="4807" y="1490"/>
                    <a:pt x="5100" y="2330"/>
                    <a:pt x="4937" y="3149"/>
                  </a:cubicBezTo>
                  <a:cubicBezTo>
                    <a:pt x="4774" y="3963"/>
                    <a:pt x="4180" y="4626"/>
                    <a:pt x="3387" y="4883"/>
                  </a:cubicBezTo>
                  <a:cubicBezTo>
                    <a:pt x="3343" y="4898"/>
                    <a:pt x="3304" y="4927"/>
                    <a:pt x="3278" y="4970"/>
                  </a:cubicBezTo>
                  <a:lnTo>
                    <a:pt x="2684" y="5948"/>
                  </a:lnTo>
                  <a:lnTo>
                    <a:pt x="2094" y="4970"/>
                  </a:lnTo>
                  <a:cubicBezTo>
                    <a:pt x="2069" y="4927"/>
                    <a:pt x="2029" y="4898"/>
                    <a:pt x="1982" y="4883"/>
                  </a:cubicBezTo>
                  <a:cubicBezTo>
                    <a:pt x="1167" y="4623"/>
                    <a:pt x="562" y="3924"/>
                    <a:pt x="424" y="3076"/>
                  </a:cubicBezTo>
                  <a:cubicBezTo>
                    <a:pt x="405" y="2960"/>
                    <a:pt x="318" y="2908"/>
                    <a:pt x="230" y="2908"/>
                  </a:cubicBezTo>
                  <a:cubicBezTo>
                    <a:pt x="117" y="2908"/>
                    <a:pt x="3" y="2994"/>
                    <a:pt x="30" y="3145"/>
                  </a:cubicBezTo>
                  <a:cubicBezTo>
                    <a:pt x="189" y="4108"/>
                    <a:pt x="866" y="4912"/>
                    <a:pt x="1790" y="5238"/>
                  </a:cubicBezTo>
                  <a:lnTo>
                    <a:pt x="2514" y="6437"/>
                  </a:lnTo>
                  <a:cubicBezTo>
                    <a:pt x="2552" y="6502"/>
                    <a:pt x="2618" y="6535"/>
                    <a:pt x="2684" y="6535"/>
                  </a:cubicBezTo>
                  <a:cubicBezTo>
                    <a:pt x="2750" y="6535"/>
                    <a:pt x="2816" y="6502"/>
                    <a:pt x="2855" y="6437"/>
                  </a:cubicBezTo>
                  <a:lnTo>
                    <a:pt x="3579" y="5238"/>
                  </a:lnTo>
                  <a:cubicBezTo>
                    <a:pt x="4495" y="4916"/>
                    <a:pt x="5165" y="4126"/>
                    <a:pt x="5335" y="3170"/>
                  </a:cubicBezTo>
                  <a:cubicBezTo>
                    <a:pt x="5506" y="2214"/>
                    <a:pt x="5151" y="1240"/>
                    <a:pt x="4401" y="621"/>
                  </a:cubicBezTo>
                  <a:cubicBezTo>
                    <a:pt x="3911" y="214"/>
                    <a:pt x="3301" y="1"/>
                    <a:pt x="2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2"/>
            <p:cNvSpPr/>
            <p:nvPr/>
          </p:nvSpPr>
          <p:spPr>
            <a:xfrm>
              <a:off x="3711769" y="3842958"/>
              <a:ext cx="81510" cy="78102"/>
            </a:xfrm>
            <a:custGeom>
              <a:rect b="b" l="l" r="r" t="t"/>
              <a:pathLst>
                <a:path extrusionOk="0" h="2979" w="3109">
                  <a:moveTo>
                    <a:pt x="1888" y="399"/>
                  </a:moveTo>
                  <a:cubicBezTo>
                    <a:pt x="2250" y="399"/>
                    <a:pt x="2597" y="680"/>
                    <a:pt x="2597" y="1105"/>
                  </a:cubicBezTo>
                  <a:cubicBezTo>
                    <a:pt x="2597" y="1528"/>
                    <a:pt x="2251" y="1810"/>
                    <a:pt x="1891" y="1810"/>
                  </a:cubicBezTo>
                  <a:cubicBezTo>
                    <a:pt x="1718" y="1810"/>
                    <a:pt x="1542" y="1745"/>
                    <a:pt x="1399" y="1601"/>
                  </a:cubicBezTo>
                  <a:cubicBezTo>
                    <a:pt x="1120" y="1326"/>
                    <a:pt x="1120" y="880"/>
                    <a:pt x="1399" y="605"/>
                  </a:cubicBezTo>
                  <a:cubicBezTo>
                    <a:pt x="1541" y="462"/>
                    <a:pt x="1716" y="399"/>
                    <a:pt x="1888" y="399"/>
                  </a:cubicBezTo>
                  <a:close/>
                  <a:moveTo>
                    <a:pt x="1894" y="0"/>
                  </a:moveTo>
                  <a:cubicBezTo>
                    <a:pt x="1644" y="0"/>
                    <a:pt x="1394" y="84"/>
                    <a:pt x="1189" y="254"/>
                  </a:cubicBezTo>
                  <a:cubicBezTo>
                    <a:pt x="750" y="619"/>
                    <a:pt x="660" y="1260"/>
                    <a:pt x="986" y="1731"/>
                  </a:cubicBezTo>
                  <a:lnTo>
                    <a:pt x="80" y="2637"/>
                  </a:lnTo>
                  <a:cubicBezTo>
                    <a:pt x="1" y="2713"/>
                    <a:pt x="1" y="2840"/>
                    <a:pt x="80" y="2919"/>
                  </a:cubicBezTo>
                  <a:cubicBezTo>
                    <a:pt x="118" y="2959"/>
                    <a:pt x="169" y="2979"/>
                    <a:pt x="220" y="2979"/>
                  </a:cubicBezTo>
                  <a:cubicBezTo>
                    <a:pt x="271" y="2979"/>
                    <a:pt x="323" y="2959"/>
                    <a:pt x="363" y="2919"/>
                  </a:cubicBezTo>
                  <a:lnTo>
                    <a:pt x="1268" y="2014"/>
                  </a:lnTo>
                  <a:cubicBezTo>
                    <a:pt x="1459" y="2144"/>
                    <a:pt x="1677" y="2208"/>
                    <a:pt x="1894" y="2208"/>
                  </a:cubicBezTo>
                  <a:cubicBezTo>
                    <a:pt x="2211" y="2208"/>
                    <a:pt x="2525" y="2071"/>
                    <a:pt x="2742" y="1811"/>
                  </a:cubicBezTo>
                  <a:cubicBezTo>
                    <a:pt x="3108" y="1373"/>
                    <a:pt x="3079" y="728"/>
                    <a:pt x="2673" y="322"/>
                  </a:cubicBezTo>
                  <a:cubicBezTo>
                    <a:pt x="2460" y="109"/>
                    <a:pt x="2177"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2"/>
            <p:cNvSpPr/>
            <p:nvPr/>
          </p:nvSpPr>
          <p:spPr>
            <a:xfrm>
              <a:off x="3577902" y="3964109"/>
              <a:ext cx="346962" cy="207302"/>
            </a:xfrm>
            <a:custGeom>
              <a:rect b="b" l="l" r="r" t="t"/>
              <a:pathLst>
                <a:path extrusionOk="0" h="7907" w="13234">
                  <a:moveTo>
                    <a:pt x="3611" y="471"/>
                  </a:moveTo>
                  <a:lnTo>
                    <a:pt x="6418" y="1409"/>
                  </a:lnTo>
                  <a:lnTo>
                    <a:pt x="6418" y="1543"/>
                  </a:lnTo>
                  <a:lnTo>
                    <a:pt x="3611" y="609"/>
                  </a:lnTo>
                  <a:lnTo>
                    <a:pt x="3611" y="471"/>
                  </a:lnTo>
                  <a:close/>
                  <a:moveTo>
                    <a:pt x="9623" y="471"/>
                  </a:moveTo>
                  <a:lnTo>
                    <a:pt x="9623" y="609"/>
                  </a:lnTo>
                  <a:lnTo>
                    <a:pt x="6816" y="1543"/>
                  </a:lnTo>
                  <a:lnTo>
                    <a:pt x="6816" y="1409"/>
                  </a:lnTo>
                  <a:lnTo>
                    <a:pt x="9623" y="471"/>
                  </a:lnTo>
                  <a:close/>
                  <a:moveTo>
                    <a:pt x="3209" y="1033"/>
                  </a:moveTo>
                  <a:lnTo>
                    <a:pt x="3209" y="5936"/>
                  </a:lnTo>
                  <a:lnTo>
                    <a:pt x="3180" y="5947"/>
                  </a:lnTo>
                  <a:lnTo>
                    <a:pt x="931" y="6697"/>
                  </a:lnTo>
                  <a:lnTo>
                    <a:pt x="931" y="1793"/>
                  </a:lnTo>
                  <a:lnTo>
                    <a:pt x="3209" y="1033"/>
                  </a:lnTo>
                  <a:close/>
                  <a:moveTo>
                    <a:pt x="3611" y="1033"/>
                  </a:moveTo>
                  <a:lnTo>
                    <a:pt x="6385" y="1956"/>
                  </a:lnTo>
                  <a:lnTo>
                    <a:pt x="6418" y="1967"/>
                  </a:lnTo>
                  <a:lnTo>
                    <a:pt x="6418" y="6871"/>
                  </a:lnTo>
                  <a:lnTo>
                    <a:pt x="3640" y="5947"/>
                  </a:lnTo>
                  <a:lnTo>
                    <a:pt x="3607" y="5936"/>
                  </a:lnTo>
                  <a:lnTo>
                    <a:pt x="3611" y="1033"/>
                  </a:lnTo>
                  <a:close/>
                  <a:moveTo>
                    <a:pt x="9623" y="1033"/>
                  </a:moveTo>
                  <a:lnTo>
                    <a:pt x="9623" y="5936"/>
                  </a:lnTo>
                  <a:lnTo>
                    <a:pt x="9594" y="5947"/>
                  </a:lnTo>
                  <a:lnTo>
                    <a:pt x="6816" y="6871"/>
                  </a:lnTo>
                  <a:lnTo>
                    <a:pt x="6816" y="1967"/>
                  </a:lnTo>
                  <a:lnTo>
                    <a:pt x="6845" y="1956"/>
                  </a:lnTo>
                  <a:lnTo>
                    <a:pt x="9623" y="1033"/>
                  </a:lnTo>
                  <a:close/>
                  <a:moveTo>
                    <a:pt x="3209" y="478"/>
                  </a:moveTo>
                  <a:lnTo>
                    <a:pt x="3209" y="612"/>
                  </a:lnTo>
                  <a:lnTo>
                    <a:pt x="666" y="1460"/>
                  </a:lnTo>
                  <a:cubicBezTo>
                    <a:pt x="583" y="1485"/>
                    <a:pt x="529" y="1561"/>
                    <a:pt x="529" y="1648"/>
                  </a:cubicBezTo>
                  <a:lnTo>
                    <a:pt x="529" y="6976"/>
                  </a:lnTo>
                  <a:cubicBezTo>
                    <a:pt x="529" y="7090"/>
                    <a:pt x="622" y="7175"/>
                    <a:pt x="728" y="7175"/>
                  </a:cubicBezTo>
                  <a:cubicBezTo>
                    <a:pt x="749" y="7175"/>
                    <a:pt x="771" y="7171"/>
                    <a:pt x="793" y="7164"/>
                  </a:cubicBezTo>
                  <a:lnTo>
                    <a:pt x="3209" y="6360"/>
                  </a:lnTo>
                  <a:lnTo>
                    <a:pt x="3209" y="6494"/>
                  </a:lnTo>
                  <a:lnTo>
                    <a:pt x="402" y="7432"/>
                  </a:lnTo>
                  <a:lnTo>
                    <a:pt x="402" y="1413"/>
                  </a:lnTo>
                  <a:lnTo>
                    <a:pt x="3209" y="478"/>
                  </a:lnTo>
                  <a:close/>
                  <a:moveTo>
                    <a:pt x="3611" y="6360"/>
                  </a:moveTo>
                  <a:lnTo>
                    <a:pt x="6418" y="7295"/>
                  </a:lnTo>
                  <a:lnTo>
                    <a:pt x="6418" y="7432"/>
                  </a:lnTo>
                  <a:lnTo>
                    <a:pt x="3611" y="6498"/>
                  </a:lnTo>
                  <a:lnTo>
                    <a:pt x="3611" y="6360"/>
                  </a:lnTo>
                  <a:close/>
                  <a:moveTo>
                    <a:pt x="9623" y="6360"/>
                  </a:moveTo>
                  <a:lnTo>
                    <a:pt x="9623" y="6498"/>
                  </a:lnTo>
                  <a:lnTo>
                    <a:pt x="6816" y="7432"/>
                  </a:lnTo>
                  <a:lnTo>
                    <a:pt x="6816" y="7295"/>
                  </a:lnTo>
                  <a:lnTo>
                    <a:pt x="9623" y="6360"/>
                  </a:lnTo>
                  <a:close/>
                  <a:moveTo>
                    <a:pt x="3409" y="0"/>
                  </a:moveTo>
                  <a:cubicBezTo>
                    <a:pt x="3387" y="0"/>
                    <a:pt x="3366" y="4"/>
                    <a:pt x="3347" y="11"/>
                  </a:cubicBezTo>
                  <a:lnTo>
                    <a:pt x="138" y="1080"/>
                  </a:lnTo>
                  <a:cubicBezTo>
                    <a:pt x="58" y="1105"/>
                    <a:pt x="0" y="1185"/>
                    <a:pt x="4" y="1268"/>
                  </a:cubicBezTo>
                  <a:lnTo>
                    <a:pt x="4" y="7707"/>
                  </a:lnTo>
                  <a:cubicBezTo>
                    <a:pt x="1" y="7819"/>
                    <a:pt x="94" y="7906"/>
                    <a:pt x="201" y="7906"/>
                  </a:cubicBezTo>
                  <a:cubicBezTo>
                    <a:pt x="222" y="7906"/>
                    <a:pt x="243" y="7903"/>
                    <a:pt x="264" y="7896"/>
                  </a:cubicBezTo>
                  <a:lnTo>
                    <a:pt x="3412" y="6849"/>
                  </a:lnTo>
                  <a:lnTo>
                    <a:pt x="6555" y="7896"/>
                  </a:lnTo>
                  <a:cubicBezTo>
                    <a:pt x="6575" y="7903"/>
                    <a:pt x="6596" y="7907"/>
                    <a:pt x="6617" y="7907"/>
                  </a:cubicBezTo>
                  <a:cubicBezTo>
                    <a:pt x="6639" y="7907"/>
                    <a:pt x="6660" y="7903"/>
                    <a:pt x="6682" y="7896"/>
                  </a:cubicBezTo>
                  <a:lnTo>
                    <a:pt x="9826" y="6849"/>
                  </a:lnTo>
                  <a:lnTo>
                    <a:pt x="12969" y="7896"/>
                  </a:lnTo>
                  <a:cubicBezTo>
                    <a:pt x="12991" y="7903"/>
                    <a:pt x="13012" y="7906"/>
                    <a:pt x="13033" y="7906"/>
                  </a:cubicBezTo>
                  <a:cubicBezTo>
                    <a:pt x="13140" y="7906"/>
                    <a:pt x="13234" y="7819"/>
                    <a:pt x="13234" y="7707"/>
                  </a:cubicBezTo>
                  <a:lnTo>
                    <a:pt x="13234" y="4191"/>
                  </a:lnTo>
                  <a:cubicBezTo>
                    <a:pt x="13234" y="4057"/>
                    <a:pt x="13134" y="3990"/>
                    <a:pt x="13035" y="3990"/>
                  </a:cubicBezTo>
                  <a:cubicBezTo>
                    <a:pt x="12935" y="3990"/>
                    <a:pt x="12835" y="4057"/>
                    <a:pt x="12835" y="4191"/>
                  </a:cubicBezTo>
                  <a:lnTo>
                    <a:pt x="12835" y="7429"/>
                  </a:lnTo>
                  <a:lnTo>
                    <a:pt x="10029" y="6490"/>
                  </a:lnTo>
                  <a:lnTo>
                    <a:pt x="10029" y="6356"/>
                  </a:lnTo>
                  <a:lnTo>
                    <a:pt x="12444" y="7161"/>
                  </a:lnTo>
                  <a:cubicBezTo>
                    <a:pt x="12465" y="7168"/>
                    <a:pt x="12487" y="7171"/>
                    <a:pt x="12508" y="7171"/>
                  </a:cubicBezTo>
                  <a:cubicBezTo>
                    <a:pt x="12612" y="7171"/>
                    <a:pt x="12705" y="7087"/>
                    <a:pt x="12705" y="6972"/>
                  </a:cubicBezTo>
                  <a:lnTo>
                    <a:pt x="12705" y="4187"/>
                  </a:lnTo>
                  <a:cubicBezTo>
                    <a:pt x="12705" y="4055"/>
                    <a:pt x="12605" y="3989"/>
                    <a:pt x="12506" y="3989"/>
                  </a:cubicBezTo>
                  <a:cubicBezTo>
                    <a:pt x="12406" y="3989"/>
                    <a:pt x="12307" y="4055"/>
                    <a:pt x="12307" y="4187"/>
                  </a:cubicBezTo>
                  <a:lnTo>
                    <a:pt x="12307" y="6693"/>
                  </a:lnTo>
                  <a:lnTo>
                    <a:pt x="10058" y="5944"/>
                  </a:lnTo>
                  <a:lnTo>
                    <a:pt x="10029" y="5936"/>
                  </a:lnTo>
                  <a:lnTo>
                    <a:pt x="10029" y="1033"/>
                  </a:lnTo>
                  <a:lnTo>
                    <a:pt x="12307" y="1790"/>
                  </a:lnTo>
                  <a:lnTo>
                    <a:pt x="12307" y="3401"/>
                  </a:lnTo>
                  <a:cubicBezTo>
                    <a:pt x="12307" y="3535"/>
                    <a:pt x="12407" y="3602"/>
                    <a:pt x="12508" y="3602"/>
                  </a:cubicBezTo>
                  <a:cubicBezTo>
                    <a:pt x="12608" y="3602"/>
                    <a:pt x="12709" y="3535"/>
                    <a:pt x="12709" y="3401"/>
                  </a:cubicBezTo>
                  <a:lnTo>
                    <a:pt x="12709" y="1648"/>
                  </a:lnTo>
                  <a:cubicBezTo>
                    <a:pt x="12709" y="1561"/>
                    <a:pt x="12651" y="1485"/>
                    <a:pt x="12571" y="1456"/>
                  </a:cubicBezTo>
                  <a:lnTo>
                    <a:pt x="10029" y="609"/>
                  </a:lnTo>
                  <a:lnTo>
                    <a:pt x="10029" y="475"/>
                  </a:lnTo>
                  <a:lnTo>
                    <a:pt x="12835" y="1409"/>
                  </a:lnTo>
                  <a:lnTo>
                    <a:pt x="12835" y="3401"/>
                  </a:lnTo>
                  <a:cubicBezTo>
                    <a:pt x="12835" y="3510"/>
                    <a:pt x="12922" y="3600"/>
                    <a:pt x="13035" y="3600"/>
                  </a:cubicBezTo>
                  <a:cubicBezTo>
                    <a:pt x="13143" y="3600"/>
                    <a:pt x="13234" y="3513"/>
                    <a:pt x="13234" y="3401"/>
                  </a:cubicBezTo>
                  <a:lnTo>
                    <a:pt x="13234" y="1268"/>
                  </a:lnTo>
                  <a:cubicBezTo>
                    <a:pt x="13234" y="1181"/>
                    <a:pt x="13179" y="1105"/>
                    <a:pt x="13096" y="1076"/>
                  </a:cubicBezTo>
                  <a:lnTo>
                    <a:pt x="9887" y="11"/>
                  </a:lnTo>
                  <a:cubicBezTo>
                    <a:pt x="9867" y="4"/>
                    <a:pt x="9846" y="0"/>
                    <a:pt x="9824" y="0"/>
                  </a:cubicBezTo>
                  <a:cubicBezTo>
                    <a:pt x="9802" y="0"/>
                    <a:pt x="9780" y="4"/>
                    <a:pt x="9761" y="11"/>
                  </a:cubicBezTo>
                  <a:lnTo>
                    <a:pt x="6617" y="1058"/>
                  </a:lnTo>
                  <a:lnTo>
                    <a:pt x="3473" y="11"/>
                  </a:lnTo>
                  <a:cubicBezTo>
                    <a:pt x="3452" y="4"/>
                    <a:pt x="3430" y="0"/>
                    <a:pt x="34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6" name="Google Shape;12506;p82"/>
          <p:cNvGrpSpPr/>
          <p:nvPr/>
        </p:nvGrpSpPr>
        <p:grpSpPr>
          <a:xfrm>
            <a:off x="1783865" y="1516522"/>
            <a:ext cx="337000" cy="357816"/>
            <a:chOff x="1783865" y="1516522"/>
            <a:chExt cx="337000" cy="357816"/>
          </a:xfrm>
        </p:grpSpPr>
        <p:sp>
          <p:nvSpPr>
            <p:cNvPr id="12507" name="Google Shape;12507;p82"/>
            <p:cNvSpPr/>
            <p:nvPr/>
          </p:nvSpPr>
          <p:spPr>
            <a:xfrm>
              <a:off x="1917260" y="1808979"/>
              <a:ext cx="70210" cy="60117"/>
            </a:xfrm>
            <a:custGeom>
              <a:rect b="b" l="l" r="r" t="t"/>
              <a:pathLst>
                <a:path extrusionOk="0" h="2293" w="2678">
                  <a:moveTo>
                    <a:pt x="1" y="0"/>
                  </a:moveTo>
                  <a:lnTo>
                    <a:pt x="1" y="2293"/>
                  </a:lnTo>
                  <a:lnTo>
                    <a:pt x="2677" y="2293"/>
                  </a:lnTo>
                  <a:lnTo>
                    <a:pt x="267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2"/>
            <p:cNvSpPr/>
            <p:nvPr/>
          </p:nvSpPr>
          <p:spPr>
            <a:xfrm>
              <a:off x="1917260" y="1808979"/>
              <a:ext cx="70210" cy="30019"/>
            </a:xfrm>
            <a:custGeom>
              <a:rect b="b" l="l" r="r" t="t"/>
              <a:pathLst>
                <a:path extrusionOk="0" h="1145" w="2678">
                  <a:moveTo>
                    <a:pt x="1" y="0"/>
                  </a:moveTo>
                  <a:lnTo>
                    <a:pt x="1" y="1145"/>
                  </a:lnTo>
                  <a:lnTo>
                    <a:pt x="2677" y="1145"/>
                  </a:lnTo>
                  <a:lnTo>
                    <a:pt x="267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2"/>
            <p:cNvSpPr/>
            <p:nvPr/>
          </p:nvSpPr>
          <p:spPr>
            <a:xfrm>
              <a:off x="1875784" y="1521268"/>
              <a:ext cx="153268" cy="303022"/>
            </a:xfrm>
            <a:custGeom>
              <a:rect b="b" l="l" r="r" t="t"/>
              <a:pathLst>
                <a:path extrusionOk="0" h="11558" w="5846">
                  <a:moveTo>
                    <a:pt x="728" y="1"/>
                  </a:moveTo>
                  <a:cubicBezTo>
                    <a:pt x="326" y="1"/>
                    <a:pt x="0" y="327"/>
                    <a:pt x="0" y="729"/>
                  </a:cubicBezTo>
                  <a:lnTo>
                    <a:pt x="0" y="11557"/>
                  </a:lnTo>
                  <a:lnTo>
                    <a:pt x="5846" y="11557"/>
                  </a:lnTo>
                  <a:lnTo>
                    <a:pt x="5846" y="3173"/>
                  </a:lnTo>
                  <a:lnTo>
                    <a:pt x="1460" y="3173"/>
                  </a:lnTo>
                  <a:lnTo>
                    <a:pt x="1460" y="729"/>
                  </a:lnTo>
                  <a:cubicBezTo>
                    <a:pt x="1460" y="327"/>
                    <a:pt x="1134" y="1"/>
                    <a:pt x="7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2"/>
            <p:cNvSpPr/>
            <p:nvPr/>
          </p:nvSpPr>
          <p:spPr>
            <a:xfrm>
              <a:off x="1875784" y="1806802"/>
              <a:ext cx="153268" cy="17487"/>
            </a:xfrm>
            <a:custGeom>
              <a:rect b="b" l="l" r="r" t="t"/>
              <a:pathLst>
                <a:path extrusionOk="0" h="667" w="5846">
                  <a:moveTo>
                    <a:pt x="0" y="0"/>
                  </a:moveTo>
                  <a:lnTo>
                    <a:pt x="0" y="666"/>
                  </a:lnTo>
                  <a:lnTo>
                    <a:pt x="5846" y="666"/>
                  </a:lnTo>
                  <a:lnTo>
                    <a:pt x="5846"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2"/>
            <p:cNvSpPr/>
            <p:nvPr/>
          </p:nvSpPr>
          <p:spPr>
            <a:xfrm>
              <a:off x="1875784" y="1620317"/>
              <a:ext cx="102091" cy="78443"/>
            </a:xfrm>
            <a:custGeom>
              <a:rect b="b" l="l" r="r" t="t"/>
              <a:pathLst>
                <a:path extrusionOk="0" h="2992" w="3894">
                  <a:moveTo>
                    <a:pt x="692" y="0"/>
                  </a:moveTo>
                  <a:cubicBezTo>
                    <a:pt x="442" y="0"/>
                    <a:pt x="199" y="80"/>
                    <a:pt x="0" y="225"/>
                  </a:cubicBezTo>
                  <a:lnTo>
                    <a:pt x="0" y="2774"/>
                  </a:lnTo>
                  <a:cubicBezTo>
                    <a:pt x="199" y="2912"/>
                    <a:pt x="435" y="2992"/>
                    <a:pt x="676" y="2992"/>
                  </a:cubicBezTo>
                  <a:cubicBezTo>
                    <a:pt x="681" y="2992"/>
                    <a:pt x="686" y="2992"/>
                    <a:pt x="692" y="2992"/>
                  </a:cubicBezTo>
                  <a:lnTo>
                    <a:pt x="2684" y="2992"/>
                  </a:lnTo>
                  <a:cubicBezTo>
                    <a:pt x="3350" y="2992"/>
                    <a:pt x="3893" y="2452"/>
                    <a:pt x="3893" y="1782"/>
                  </a:cubicBezTo>
                  <a:lnTo>
                    <a:pt x="389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2"/>
            <p:cNvSpPr/>
            <p:nvPr/>
          </p:nvSpPr>
          <p:spPr>
            <a:xfrm>
              <a:off x="1914035" y="1604351"/>
              <a:ext cx="115016" cy="62083"/>
            </a:xfrm>
            <a:custGeom>
              <a:rect b="b" l="l" r="r" t="t"/>
              <a:pathLst>
                <a:path extrusionOk="0" h="2368" w="4387">
                  <a:moveTo>
                    <a:pt x="1" y="1"/>
                  </a:moveTo>
                  <a:lnTo>
                    <a:pt x="1" y="2130"/>
                  </a:lnTo>
                  <a:cubicBezTo>
                    <a:pt x="219" y="2289"/>
                    <a:pt x="476" y="2367"/>
                    <a:pt x="733" y="2367"/>
                  </a:cubicBezTo>
                  <a:cubicBezTo>
                    <a:pt x="1032" y="2367"/>
                    <a:pt x="1331" y="2260"/>
                    <a:pt x="1565" y="2047"/>
                  </a:cubicBezTo>
                  <a:cubicBezTo>
                    <a:pt x="1750" y="2152"/>
                    <a:pt x="1960" y="2210"/>
                    <a:pt x="2174" y="2210"/>
                  </a:cubicBezTo>
                  <a:lnTo>
                    <a:pt x="2214" y="2210"/>
                  </a:lnTo>
                  <a:cubicBezTo>
                    <a:pt x="2561" y="2210"/>
                    <a:pt x="2891" y="2061"/>
                    <a:pt x="3123" y="1801"/>
                  </a:cubicBezTo>
                  <a:cubicBezTo>
                    <a:pt x="3275" y="1866"/>
                    <a:pt x="3434" y="1898"/>
                    <a:pt x="3597" y="1898"/>
                  </a:cubicBezTo>
                  <a:lnTo>
                    <a:pt x="3713" y="1898"/>
                  </a:lnTo>
                  <a:cubicBezTo>
                    <a:pt x="3952" y="1898"/>
                    <a:pt x="4187" y="1826"/>
                    <a:pt x="4387" y="1688"/>
                  </a:cubicBezTo>
                  <a:lnTo>
                    <a:pt x="438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2"/>
            <p:cNvSpPr/>
            <p:nvPr/>
          </p:nvSpPr>
          <p:spPr>
            <a:xfrm>
              <a:off x="1914035" y="1572156"/>
              <a:ext cx="38382" cy="80829"/>
            </a:xfrm>
            <a:custGeom>
              <a:rect b="b" l="l" r="r" t="t"/>
              <a:pathLst>
                <a:path extrusionOk="0" h="3083" w="1464">
                  <a:moveTo>
                    <a:pt x="726" y="1"/>
                  </a:moveTo>
                  <a:cubicBezTo>
                    <a:pt x="323" y="1"/>
                    <a:pt x="1" y="329"/>
                    <a:pt x="1" y="729"/>
                  </a:cubicBezTo>
                  <a:lnTo>
                    <a:pt x="1" y="2351"/>
                  </a:lnTo>
                  <a:cubicBezTo>
                    <a:pt x="1" y="2753"/>
                    <a:pt x="327" y="3083"/>
                    <a:pt x="732" y="3083"/>
                  </a:cubicBezTo>
                  <a:cubicBezTo>
                    <a:pt x="1134" y="3083"/>
                    <a:pt x="1464" y="2753"/>
                    <a:pt x="1464" y="2351"/>
                  </a:cubicBezTo>
                  <a:lnTo>
                    <a:pt x="1464" y="729"/>
                  </a:lnTo>
                  <a:cubicBezTo>
                    <a:pt x="1464" y="327"/>
                    <a:pt x="1134" y="1"/>
                    <a:pt x="732" y="1"/>
                  </a:cubicBezTo>
                  <a:cubicBezTo>
                    <a:pt x="730" y="1"/>
                    <a:pt x="728" y="1"/>
                    <a:pt x="7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2"/>
            <p:cNvSpPr/>
            <p:nvPr/>
          </p:nvSpPr>
          <p:spPr>
            <a:xfrm>
              <a:off x="1952391" y="1572156"/>
              <a:ext cx="38304" cy="76555"/>
            </a:xfrm>
            <a:custGeom>
              <a:rect b="b" l="l" r="r" t="t"/>
              <a:pathLst>
                <a:path extrusionOk="0" h="2920" w="1461">
                  <a:moveTo>
                    <a:pt x="711" y="1"/>
                  </a:moveTo>
                  <a:cubicBezTo>
                    <a:pt x="320" y="1"/>
                    <a:pt x="1" y="320"/>
                    <a:pt x="1" y="711"/>
                  </a:cubicBezTo>
                  <a:lnTo>
                    <a:pt x="1" y="2210"/>
                  </a:lnTo>
                  <a:cubicBezTo>
                    <a:pt x="1" y="2601"/>
                    <a:pt x="320" y="2920"/>
                    <a:pt x="711" y="2920"/>
                  </a:cubicBezTo>
                  <a:lnTo>
                    <a:pt x="751" y="2920"/>
                  </a:lnTo>
                  <a:cubicBezTo>
                    <a:pt x="1142" y="2920"/>
                    <a:pt x="1460" y="2601"/>
                    <a:pt x="1460" y="2210"/>
                  </a:cubicBezTo>
                  <a:lnTo>
                    <a:pt x="1460" y="711"/>
                  </a:lnTo>
                  <a:cubicBezTo>
                    <a:pt x="1460" y="316"/>
                    <a:pt x="1142" y="1"/>
                    <a:pt x="75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2"/>
            <p:cNvSpPr/>
            <p:nvPr/>
          </p:nvSpPr>
          <p:spPr>
            <a:xfrm>
              <a:off x="1990669" y="1572156"/>
              <a:ext cx="38382" cy="68506"/>
            </a:xfrm>
            <a:custGeom>
              <a:rect b="b" l="l" r="r" t="t"/>
              <a:pathLst>
                <a:path extrusionOk="0" h="2613" w="1464">
                  <a:moveTo>
                    <a:pt x="674" y="1"/>
                  </a:moveTo>
                  <a:cubicBezTo>
                    <a:pt x="301" y="1"/>
                    <a:pt x="0" y="301"/>
                    <a:pt x="0" y="674"/>
                  </a:cubicBezTo>
                  <a:lnTo>
                    <a:pt x="0" y="1942"/>
                  </a:lnTo>
                  <a:cubicBezTo>
                    <a:pt x="0" y="2311"/>
                    <a:pt x="301" y="2612"/>
                    <a:pt x="674" y="2612"/>
                  </a:cubicBezTo>
                  <a:lnTo>
                    <a:pt x="790" y="2612"/>
                  </a:lnTo>
                  <a:cubicBezTo>
                    <a:pt x="1159" y="2612"/>
                    <a:pt x="1464" y="2311"/>
                    <a:pt x="1464" y="1942"/>
                  </a:cubicBezTo>
                  <a:lnTo>
                    <a:pt x="1464" y="674"/>
                  </a:lnTo>
                  <a:cubicBezTo>
                    <a:pt x="1464" y="301"/>
                    <a:pt x="1159" y="1"/>
                    <a:pt x="79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2"/>
            <p:cNvSpPr/>
            <p:nvPr/>
          </p:nvSpPr>
          <p:spPr>
            <a:xfrm>
              <a:off x="1875784" y="1633793"/>
              <a:ext cx="88615" cy="51491"/>
            </a:xfrm>
            <a:custGeom>
              <a:rect b="b" l="l" r="r" t="t"/>
              <a:pathLst>
                <a:path extrusionOk="0" h="1964" w="3380">
                  <a:moveTo>
                    <a:pt x="692" y="0"/>
                  </a:moveTo>
                  <a:cubicBezTo>
                    <a:pt x="308" y="0"/>
                    <a:pt x="0" y="312"/>
                    <a:pt x="0" y="696"/>
                  </a:cubicBezTo>
                  <a:lnTo>
                    <a:pt x="0" y="1268"/>
                  </a:lnTo>
                  <a:cubicBezTo>
                    <a:pt x="0" y="1652"/>
                    <a:pt x="308" y="1960"/>
                    <a:pt x="692" y="1963"/>
                  </a:cubicBezTo>
                  <a:lnTo>
                    <a:pt x="2684" y="1963"/>
                  </a:lnTo>
                  <a:cubicBezTo>
                    <a:pt x="3068" y="1963"/>
                    <a:pt x="3379" y="1652"/>
                    <a:pt x="3379" y="1268"/>
                  </a:cubicBezTo>
                  <a:lnTo>
                    <a:pt x="3379" y="0"/>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2"/>
            <p:cNvSpPr/>
            <p:nvPr/>
          </p:nvSpPr>
          <p:spPr>
            <a:xfrm>
              <a:off x="1870462" y="1516522"/>
              <a:ext cx="163807" cy="357816"/>
            </a:xfrm>
            <a:custGeom>
              <a:rect b="b" l="l" r="r" t="t"/>
              <a:pathLst>
                <a:path extrusionOk="0" h="13648" w="6248">
                  <a:moveTo>
                    <a:pt x="2390" y="2322"/>
                  </a:moveTo>
                  <a:cubicBezTo>
                    <a:pt x="2663" y="2322"/>
                    <a:pt x="2923" y="2532"/>
                    <a:pt x="2923" y="2851"/>
                  </a:cubicBezTo>
                  <a:lnTo>
                    <a:pt x="2923" y="4274"/>
                  </a:lnTo>
                  <a:lnTo>
                    <a:pt x="1862" y="4274"/>
                  </a:lnTo>
                  <a:lnTo>
                    <a:pt x="1862" y="2851"/>
                  </a:lnTo>
                  <a:cubicBezTo>
                    <a:pt x="1862" y="2710"/>
                    <a:pt x="1920" y="2576"/>
                    <a:pt x="2018" y="2478"/>
                  </a:cubicBezTo>
                  <a:cubicBezTo>
                    <a:pt x="2127" y="2370"/>
                    <a:pt x="2260" y="2322"/>
                    <a:pt x="2390" y="2322"/>
                  </a:cubicBezTo>
                  <a:close/>
                  <a:moveTo>
                    <a:pt x="931" y="381"/>
                  </a:moveTo>
                  <a:cubicBezTo>
                    <a:pt x="1224" y="381"/>
                    <a:pt x="1463" y="616"/>
                    <a:pt x="1463" y="910"/>
                  </a:cubicBezTo>
                  <a:lnTo>
                    <a:pt x="1463" y="4274"/>
                  </a:lnTo>
                  <a:lnTo>
                    <a:pt x="895" y="4274"/>
                  </a:lnTo>
                  <a:cubicBezTo>
                    <a:pt x="889" y="4274"/>
                    <a:pt x="884" y="4274"/>
                    <a:pt x="878" y="4274"/>
                  </a:cubicBezTo>
                  <a:cubicBezTo>
                    <a:pt x="710" y="4274"/>
                    <a:pt x="543" y="4328"/>
                    <a:pt x="402" y="4423"/>
                  </a:cubicBezTo>
                  <a:lnTo>
                    <a:pt x="402" y="910"/>
                  </a:lnTo>
                  <a:cubicBezTo>
                    <a:pt x="402" y="616"/>
                    <a:pt x="638" y="381"/>
                    <a:pt x="931" y="381"/>
                  </a:cubicBezTo>
                  <a:close/>
                  <a:moveTo>
                    <a:pt x="5375" y="2322"/>
                  </a:moveTo>
                  <a:cubicBezTo>
                    <a:pt x="5636" y="2322"/>
                    <a:pt x="5846" y="2532"/>
                    <a:pt x="5846" y="2793"/>
                  </a:cubicBezTo>
                  <a:lnTo>
                    <a:pt x="5846" y="4060"/>
                  </a:lnTo>
                  <a:cubicBezTo>
                    <a:pt x="5846" y="4321"/>
                    <a:pt x="5636" y="4535"/>
                    <a:pt x="5375" y="4535"/>
                  </a:cubicBezTo>
                  <a:lnTo>
                    <a:pt x="5259" y="4535"/>
                  </a:lnTo>
                  <a:cubicBezTo>
                    <a:pt x="4998" y="4535"/>
                    <a:pt x="4785" y="4321"/>
                    <a:pt x="4785" y="4060"/>
                  </a:cubicBezTo>
                  <a:lnTo>
                    <a:pt x="4785" y="2793"/>
                  </a:lnTo>
                  <a:cubicBezTo>
                    <a:pt x="4788" y="2532"/>
                    <a:pt x="4998" y="2322"/>
                    <a:pt x="5259" y="2322"/>
                  </a:cubicBezTo>
                  <a:close/>
                  <a:moveTo>
                    <a:pt x="3876" y="2322"/>
                  </a:moveTo>
                  <a:cubicBezTo>
                    <a:pt x="4158" y="2322"/>
                    <a:pt x="4386" y="2550"/>
                    <a:pt x="4386" y="2833"/>
                  </a:cubicBezTo>
                  <a:lnTo>
                    <a:pt x="4386" y="4332"/>
                  </a:lnTo>
                  <a:cubicBezTo>
                    <a:pt x="4386" y="4615"/>
                    <a:pt x="4158" y="4843"/>
                    <a:pt x="3876" y="4843"/>
                  </a:cubicBezTo>
                  <a:lnTo>
                    <a:pt x="3836" y="4843"/>
                  </a:lnTo>
                  <a:cubicBezTo>
                    <a:pt x="3818" y="4843"/>
                    <a:pt x="3799" y="4843"/>
                    <a:pt x="3781" y="4839"/>
                  </a:cubicBezTo>
                  <a:lnTo>
                    <a:pt x="3781" y="4473"/>
                  </a:lnTo>
                  <a:cubicBezTo>
                    <a:pt x="3781" y="4363"/>
                    <a:pt x="3694" y="4274"/>
                    <a:pt x="3588" y="4274"/>
                  </a:cubicBezTo>
                  <a:cubicBezTo>
                    <a:pt x="3586" y="4274"/>
                    <a:pt x="3584" y="4274"/>
                    <a:pt x="3582" y="4274"/>
                  </a:cubicBezTo>
                  <a:lnTo>
                    <a:pt x="3325" y="4274"/>
                  </a:lnTo>
                  <a:lnTo>
                    <a:pt x="3325" y="2833"/>
                  </a:lnTo>
                  <a:cubicBezTo>
                    <a:pt x="3325" y="2550"/>
                    <a:pt x="3553" y="2322"/>
                    <a:pt x="3836" y="2322"/>
                  </a:cubicBezTo>
                  <a:close/>
                  <a:moveTo>
                    <a:pt x="3379" y="4673"/>
                  </a:moveTo>
                  <a:lnTo>
                    <a:pt x="3379" y="5741"/>
                  </a:lnTo>
                  <a:lnTo>
                    <a:pt x="3383" y="5741"/>
                  </a:lnTo>
                  <a:cubicBezTo>
                    <a:pt x="3379" y="6016"/>
                    <a:pt x="3158" y="6237"/>
                    <a:pt x="2887" y="6237"/>
                  </a:cubicBezTo>
                  <a:lnTo>
                    <a:pt x="895" y="6237"/>
                  </a:lnTo>
                  <a:cubicBezTo>
                    <a:pt x="623" y="6237"/>
                    <a:pt x="402" y="6016"/>
                    <a:pt x="402" y="5741"/>
                  </a:cubicBezTo>
                  <a:lnTo>
                    <a:pt x="402" y="5169"/>
                  </a:lnTo>
                  <a:cubicBezTo>
                    <a:pt x="402" y="4893"/>
                    <a:pt x="623" y="4673"/>
                    <a:pt x="895" y="4673"/>
                  </a:cubicBezTo>
                  <a:close/>
                  <a:moveTo>
                    <a:pt x="931" y="1"/>
                  </a:moveTo>
                  <a:cubicBezTo>
                    <a:pt x="424" y="1"/>
                    <a:pt x="11" y="406"/>
                    <a:pt x="0" y="913"/>
                  </a:cubicBezTo>
                  <a:lnTo>
                    <a:pt x="0" y="8367"/>
                  </a:lnTo>
                  <a:cubicBezTo>
                    <a:pt x="0" y="8501"/>
                    <a:pt x="101" y="8568"/>
                    <a:pt x="201" y="8568"/>
                  </a:cubicBezTo>
                  <a:cubicBezTo>
                    <a:pt x="302" y="8568"/>
                    <a:pt x="402" y="8501"/>
                    <a:pt x="402" y="8367"/>
                  </a:cubicBezTo>
                  <a:lnTo>
                    <a:pt x="402" y="6487"/>
                  </a:lnTo>
                  <a:cubicBezTo>
                    <a:pt x="547" y="6585"/>
                    <a:pt x="721" y="6639"/>
                    <a:pt x="895" y="6639"/>
                  </a:cubicBezTo>
                  <a:lnTo>
                    <a:pt x="2887" y="6639"/>
                  </a:lnTo>
                  <a:cubicBezTo>
                    <a:pt x="3383" y="6635"/>
                    <a:pt x="3781" y="6237"/>
                    <a:pt x="3781" y="5741"/>
                  </a:cubicBezTo>
                  <a:lnTo>
                    <a:pt x="3781" y="5245"/>
                  </a:lnTo>
                  <a:lnTo>
                    <a:pt x="3876" y="5245"/>
                  </a:lnTo>
                  <a:cubicBezTo>
                    <a:pt x="4227" y="5245"/>
                    <a:pt x="4546" y="5042"/>
                    <a:pt x="4698" y="4730"/>
                  </a:cubicBezTo>
                  <a:cubicBezTo>
                    <a:pt x="4853" y="4861"/>
                    <a:pt x="5053" y="4937"/>
                    <a:pt x="5259" y="4937"/>
                  </a:cubicBezTo>
                  <a:lnTo>
                    <a:pt x="5375" y="4937"/>
                  </a:lnTo>
                  <a:cubicBezTo>
                    <a:pt x="5545" y="4937"/>
                    <a:pt x="5708" y="4886"/>
                    <a:pt x="5849" y="4796"/>
                  </a:cubicBezTo>
                  <a:lnTo>
                    <a:pt x="5849" y="10344"/>
                  </a:lnTo>
                  <a:cubicBezTo>
                    <a:pt x="5502" y="10348"/>
                    <a:pt x="5150" y="10350"/>
                    <a:pt x="4797" y="10350"/>
                  </a:cubicBezTo>
                  <a:cubicBezTo>
                    <a:pt x="4444" y="10350"/>
                    <a:pt x="4089" y="10348"/>
                    <a:pt x="3734" y="10344"/>
                  </a:cubicBezTo>
                  <a:cubicBezTo>
                    <a:pt x="3466" y="10344"/>
                    <a:pt x="3466" y="10743"/>
                    <a:pt x="3734" y="10743"/>
                  </a:cubicBezTo>
                  <a:cubicBezTo>
                    <a:pt x="4122" y="10750"/>
                    <a:pt x="4513" y="10750"/>
                    <a:pt x="4900" y="10750"/>
                  </a:cubicBezTo>
                  <a:cubicBezTo>
                    <a:pt x="5219" y="10750"/>
                    <a:pt x="5534" y="10750"/>
                    <a:pt x="5849" y="10746"/>
                  </a:cubicBezTo>
                  <a:lnTo>
                    <a:pt x="5849" y="11539"/>
                  </a:lnTo>
                  <a:lnTo>
                    <a:pt x="402" y="11539"/>
                  </a:lnTo>
                  <a:lnTo>
                    <a:pt x="402" y="10743"/>
                  </a:lnTo>
                  <a:cubicBezTo>
                    <a:pt x="772" y="10746"/>
                    <a:pt x="1145" y="10750"/>
                    <a:pt x="1525" y="10750"/>
                  </a:cubicBezTo>
                  <a:cubicBezTo>
                    <a:pt x="1971" y="10750"/>
                    <a:pt x="2416" y="10750"/>
                    <a:pt x="2851" y="10743"/>
                  </a:cubicBezTo>
                  <a:cubicBezTo>
                    <a:pt x="3119" y="10739"/>
                    <a:pt x="3115" y="10341"/>
                    <a:pt x="2847" y="10341"/>
                  </a:cubicBezTo>
                  <a:cubicBezTo>
                    <a:pt x="2447" y="10346"/>
                    <a:pt x="2037" y="10349"/>
                    <a:pt x="1626" y="10349"/>
                  </a:cubicBezTo>
                  <a:cubicBezTo>
                    <a:pt x="1215" y="10349"/>
                    <a:pt x="804" y="10346"/>
                    <a:pt x="402" y="10341"/>
                  </a:cubicBezTo>
                  <a:lnTo>
                    <a:pt x="402" y="9156"/>
                  </a:lnTo>
                  <a:cubicBezTo>
                    <a:pt x="402" y="9022"/>
                    <a:pt x="303" y="8955"/>
                    <a:pt x="203" y="8955"/>
                  </a:cubicBezTo>
                  <a:cubicBezTo>
                    <a:pt x="103" y="8955"/>
                    <a:pt x="2" y="9022"/>
                    <a:pt x="0" y="9156"/>
                  </a:cubicBezTo>
                  <a:lnTo>
                    <a:pt x="0" y="11738"/>
                  </a:lnTo>
                  <a:cubicBezTo>
                    <a:pt x="0" y="11847"/>
                    <a:pt x="91" y="11938"/>
                    <a:pt x="203" y="11938"/>
                  </a:cubicBezTo>
                  <a:lnTo>
                    <a:pt x="1587" y="11938"/>
                  </a:lnTo>
                  <a:lnTo>
                    <a:pt x="1587" y="13444"/>
                  </a:lnTo>
                  <a:cubicBezTo>
                    <a:pt x="1587" y="13557"/>
                    <a:pt x="1677" y="13647"/>
                    <a:pt x="1786" y="13647"/>
                  </a:cubicBezTo>
                  <a:lnTo>
                    <a:pt x="2720" y="13647"/>
                  </a:lnTo>
                  <a:cubicBezTo>
                    <a:pt x="2988" y="13647"/>
                    <a:pt x="2988" y="13245"/>
                    <a:pt x="2720" y="13245"/>
                  </a:cubicBezTo>
                  <a:lnTo>
                    <a:pt x="1989" y="13245"/>
                  </a:lnTo>
                  <a:lnTo>
                    <a:pt x="1989" y="11938"/>
                  </a:lnTo>
                  <a:lnTo>
                    <a:pt x="4263" y="11938"/>
                  </a:lnTo>
                  <a:lnTo>
                    <a:pt x="4263" y="13245"/>
                  </a:lnTo>
                  <a:lnTo>
                    <a:pt x="3510" y="13245"/>
                  </a:lnTo>
                  <a:cubicBezTo>
                    <a:pt x="3242" y="13245"/>
                    <a:pt x="3242" y="13647"/>
                    <a:pt x="3510" y="13647"/>
                  </a:cubicBezTo>
                  <a:lnTo>
                    <a:pt x="4462" y="13647"/>
                  </a:lnTo>
                  <a:cubicBezTo>
                    <a:pt x="4571" y="13644"/>
                    <a:pt x="4661" y="13557"/>
                    <a:pt x="4661" y="13444"/>
                  </a:cubicBezTo>
                  <a:lnTo>
                    <a:pt x="4661" y="11938"/>
                  </a:lnTo>
                  <a:lnTo>
                    <a:pt x="6045" y="11938"/>
                  </a:lnTo>
                  <a:cubicBezTo>
                    <a:pt x="6157" y="11938"/>
                    <a:pt x="6248" y="11847"/>
                    <a:pt x="6248" y="11738"/>
                  </a:cubicBezTo>
                  <a:lnTo>
                    <a:pt x="6248" y="3354"/>
                  </a:lnTo>
                  <a:lnTo>
                    <a:pt x="6248" y="3351"/>
                  </a:lnTo>
                  <a:lnTo>
                    <a:pt x="6248" y="2793"/>
                  </a:lnTo>
                  <a:cubicBezTo>
                    <a:pt x="6248" y="2311"/>
                    <a:pt x="5857" y="1920"/>
                    <a:pt x="5375" y="1920"/>
                  </a:cubicBezTo>
                  <a:lnTo>
                    <a:pt x="5259" y="1920"/>
                  </a:lnTo>
                  <a:cubicBezTo>
                    <a:pt x="4991" y="1920"/>
                    <a:pt x="4741" y="2043"/>
                    <a:pt x="4575" y="2250"/>
                  </a:cubicBezTo>
                  <a:cubicBezTo>
                    <a:pt x="4401" y="2043"/>
                    <a:pt x="4144" y="1920"/>
                    <a:pt x="3876" y="1920"/>
                  </a:cubicBezTo>
                  <a:lnTo>
                    <a:pt x="3836" y="1920"/>
                  </a:lnTo>
                  <a:cubicBezTo>
                    <a:pt x="3557" y="1920"/>
                    <a:pt x="3292" y="2050"/>
                    <a:pt x="3119" y="2271"/>
                  </a:cubicBezTo>
                  <a:cubicBezTo>
                    <a:pt x="2937" y="2042"/>
                    <a:pt x="2668" y="1921"/>
                    <a:pt x="2394" y="1921"/>
                  </a:cubicBezTo>
                  <a:cubicBezTo>
                    <a:pt x="2210" y="1921"/>
                    <a:pt x="2024" y="1976"/>
                    <a:pt x="1862" y="2090"/>
                  </a:cubicBezTo>
                  <a:lnTo>
                    <a:pt x="1862" y="913"/>
                  </a:lnTo>
                  <a:cubicBezTo>
                    <a:pt x="1851" y="406"/>
                    <a:pt x="1438"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2"/>
            <p:cNvSpPr/>
            <p:nvPr/>
          </p:nvSpPr>
          <p:spPr>
            <a:xfrm>
              <a:off x="1907192" y="1711476"/>
              <a:ext cx="57574" cy="48948"/>
            </a:xfrm>
            <a:custGeom>
              <a:rect b="b" l="l" r="r" t="t"/>
              <a:pathLst>
                <a:path extrusionOk="0" h="1867" w="2196">
                  <a:moveTo>
                    <a:pt x="1388" y="677"/>
                  </a:moveTo>
                  <a:lnTo>
                    <a:pt x="1290" y="1191"/>
                  </a:lnTo>
                  <a:lnTo>
                    <a:pt x="783" y="1191"/>
                  </a:lnTo>
                  <a:lnTo>
                    <a:pt x="877" y="677"/>
                  </a:lnTo>
                  <a:close/>
                  <a:moveTo>
                    <a:pt x="760" y="1"/>
                  </a:moveTo>
                  <a:cubicBezTo>
                    <a:pt x="674" y="1"/>
                    <a:pt x="588" y="52"/>
                    <a:pt x="566" y="166"/>
                  </a:cubicBezTo>
                  <a:lnTo>
                    <a:pt x="544" y="275"/>
                  </a:lnTo>
                  <a:lnTo>
                    <a:pt x="461" y="275"/>
                  </a:lnTo>
                  <a:cubicBezTo>
                    <a:pt x="193" y="275"/>
                    <a:pt x="193" y="677"/>
                    <a:pt x="461" y="677"/>
                  </a:cubicBezTo>
                  <a:lnTo>
                    <a:pt x="472" y="677"/>
                  </a:lnTo>
                  <a:lnTo>
                    <a:pt x="374" y="1191"/>
                  </a:lnTo>
                  <a:lnTo>
                    <a:pt x="269" y="1191"/>
                  </a:lnTo>
                  <a:cubicBezTo>
                    <a:pt x="1" y="1191"/>
                    <a:pt x="1" y="1593"/>
                    <a:pt x="269" y="1593"/>
                  </a:cubicBezTo>
                  <a:lnTo>
                    <a:pt x="298" y="1593"/>
                  </a:lnTo>
                  <a:lnTo>
                    <a:pt x="291" y="1630"/>
                  </a:lnTo>
                  <a:cubicBezTo>
                    <a:pt x="264" y="1778"/>
                    <a:pt x="379" y="1867"/>
                    <a:pt x="493" y="1867"/>
                  </a:cubicBezTo>
                  <a:cubicBezTo>
                    <a:pt x="579" y="1867"/>
                    <a:pt x="664" y="1816"/>
                    <a:pt x="685" y="1702"/>
                  </a:cubicBezTo>
                  <a:lnTo>
                    <a:pt x="707" y="1593"/>
                  </a:lnTo>
                  <a:lnTo>
                    <a:pt x="1214" y="1593"/>
                  </a:lnTo>
                  <a:lnTo>
                    <a:pt x="1207" y="1630"/>
                  </a:lnTo>
                  <a:cubicBezTo>
                    <a:pt x="1180" y="1778"/>
                    <a:pt x="1295" y="1867"/>
                    <a:pt x="1409" y="1867"/>
                  </a:cubicBezTo>
                  <a:cubicBezTo>
                    <a:pt x="1495" y="1867"/>
                    <a:pt x="1580" y="1816"/>
                    <a:pt x="1602" y="1702"/>
                  </a:cubicBezTo>
                  <a:lnTo>
                    <a:pt x="1623" y="1593"/>
                  </a:lnTo>
                  <a:lnTo>
                    <a:pt x="1736" y="1593"/>
                  </a:lnTo>
                  <a:cubicBezTo>
                    <a:pt x="2000" y="1593"/>
                    <a:pt x="2000" y="1191"/>
                    <a:pt x="1736" y="1191"/>
                  </a:cubicBezTo>
                  <a:lnTo>
                    <a:pt x="1699" y="1191"/>
                  </a:lnTo>
                  <a:lnTo>
                    <a:pt x="1794" y="677"/>
                  </a:lnTo>
                  <a:lnTo>
                    <a:pt x="1928" y="677"/>
                  </a:lnTo>
                  <a:cubicBezTo>
                    <a:pt x="2196" y="677"/>
                    <a:pt x="2196" y="275"/>
                    <a:pt x="1928" y="275"/>
                  </a:cubicBezTo>
                  <a:lnTo>
                    <a:pt x="1870" y="275"/>
                  </a:lnTo>
                  <a:lnTo>
                    <a:pt x="1877" y="239"/>
                  </a:lnTo>
                  <a:cubicBezTo>
                    <a:pt x="1906" y="89"/>
                    <a:pt x="1791" y="1"/>
                    <a:pt x="1677" y="1"/>
                  </a:cubicBezTo>
                  <a:cubicBezTo>
                    <a:pt x="1590" y="1"/>
                    <a:pt x="1504" y="52"/>
                    <a:pt x="1482" y="166"/>
                  </a:cubicBezTo>
                  <a:lnTo>
                    <a:pt x="1464" y="275"/>
                  </a:lnTo>
                  <a:lnTo>
                    <a:pt x="953" y="275"/>
                  </a:lnTo>
                  <a:lnTo>
                    <a:pt x="961" y="239"/>
                  </a:lnTo>
                  <a:cubicBezTo>
                    <a:pt x="987" y="89"/>
                    <a:pt x="873" y="1"/>
                    <a:pt x="7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2"/>
            <p:cNvSpPr/>
            <p:nvPr/>
          </p:nvSpPr>
          <p:spPr>
            <a:xfrm>
              <a:off x="1964740" y="1695168"/>
              <a:ext cx="32798" cy="65308"/>
            </a:xfrm>
            <a:custGeom>
              <a:rect b="b" l="l" r="r" t="t"/>
              <a:pathLst>
                <a:path extrusionOk="0" h="2491" w="1251">
                  <a:moveTo>
                    <a:pt x="626" y="0"/>
                  </a:moveTo>
                  <a:cubicBezTo>
                    <a:pt x="593" y="0"/>
                    <a:pt x="559" y="8"/>
                    <a:pt x="529" y="24"/>
                  </a:cubicBezTo>
                  <a:lnTo>
                    <a:pt x="200" y="202"/>
                  </a:lnTo>
                  <a:cubicBezTo>
                    <a:pt x="0" y="309"/>
                    <a:pt x="108" y="581"/>
                    <a:pt x="289" y="581"/>
                  </a:cubicBezTo>
                  <a:cubicBezTo>
                    <a:pt x="322" y="581"/>
                    <a:pt x="356" y="573"/>
                    <a:pt x="392" y="553"/>
                  </a:cubicBezTo>
                  <a:lnTo>
                    <a:pt x="424" y="535"/>
                  </a:lnTo>
                  <a:lnTo>
                    <a:pt x="424" y="2089"/>
                  </a:lnTo>
                  <a:lnTo>
                    <a:pt x="298" y="2089"/>
                  </a:lnTo>
                  <a:cubicBezTo>
                    <a:pt x="30" y="2089"/>
                    <a:pt x="30" y="2491"/>
                    <a:pt x="298" y="2491"/>
                  </a:cubicBezTo>
                  <a:lnTo>
                    <a:pt x="982" y="2491"/>
                  </a:lnTo>
                  <a:cubicBezTo>
                    <a:pt x="1250" y="2491"/>
                    <a:pt x="1250" y="2089"/>
                    <a:pt x="982" y="2089"/>
                  </a:cubicBezTo>
                  <a:lnTo>
                    <a:pt x="826" y="2089"/>
                  </a:lnTo>
                  <a:lnTo>
                    <a:pt x="826" y="202"/>
                  </a:lnTo>
                  <a:cubicBezTo>
                    <a:pt x="826" y="129"/>
                    <a:pt x="790" y="64"/>
                    <a:pt x="729" y="28"/>
                  </a:cubicBezTo>
                  <a:cubicBezTo>
                    <a:pt x="697" y="9"/>
                    <a:pt x="662" y="0"/>
                    <a:pt x="6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2"/>
            <p:cNvSpPr/>
            <p:nvPr/>
          </p:nvSpPr>
          <p:spPr>
            <a:xfrm>
              <a:off x="2052962" y="1716011"/>
              <a:ext cx="67903" cy="10566"/>
            </a:xfrm>
            <a:custGeom>
              <a:rect b="b" l="l" r="r" t="t"/>
              <a:pathLst>
                <a:path extrusionOk="0" h="403" w="2590">
                  <a:moveTo>
                    <a:pt x="268" y="1"/>
                  </a:moveTo>
                  <a:cubicBezTo>
                    <a:pt x="0" y="1"/>
                    <a:pt x="0" y="403"/>
                    <a:pt x="268" y="403"/>
                  </a:cubicBezTo>
                  <a:lnTo>
                    <a:pt x="2322" y="403"/>
                  </a:lnTo>
                  <a:cubicBezTo>
                    <a:pt x="2590" y="403"/>
                    <a:pt x="2590"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2"/>
            <p:cNvSpPr/>
            <p:nvPr/>
          </p:nvSpPr>
          <p:spPr>
            <a:xfrm>
              <a:off x="2052621" y="1768551"/>
              <a:ext cx="52881" cy="48686"/>
            </a:xfrm>
            <a:custGeom>
              <a:rect b="b" l="l" r="r" t="t"/>
              <a:pathLst>
                <a:path extrusionOk="0" h="1857" w="2017">
                  <a:moveTo>
                    <a:pt x="285" y="0"/>
                  </a:moveTo>
                  <a:cubicBezTo>
                    <a:pt x="131" y="0"/>
                    <a:pt x="1" y="199"/>
                    <a:pt x="140" y="344"/>
                  </a:cubicBezTo>
                  <a:lnTo>
                    <a:pt x="1592" y="1796"/>
                  </a:lnTo>
                  <a:cubicBezTo>
                    <a:pt x="1636" y="1839"/>
                    <a:pt x="1684" y="1857"/>
                    <a:pt x="1731" y="1857"/>
                  </a:cubicBezTo>
                  <a:cubicBezTo>
                    <a:pt x="1885" y="1857"/>
                    <a:pt x="2017" y="1658"/>
                    <a:pt x="1875" y="1513"/>
                  </a:cubicBezTo>
                  <a:lnTo>
                    <a:pt x="422" y="61"/>
                  </a:lnTo>
                  <a:cubicBezTo>
                    <a:pt x="379" y="18"/>
                    <a:pt x="331"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2"/>
            <p:cNvSpPr/>
            <p:nvPr/>
          </p:nvSpPr>
          <p:spPr>
            <a:xfrm>
              <a:off x="2052962" y="1621445"/>
              <a:ext cx="52750" cy="48738"/>
            </a:xfrm>
            <a:custGeom>
              <a:rect b="b" l="l" r="r" t="t"/>
              <a:pathLst>
                <a:path extrusionOk="0" h="1859" w="2012">
                  <a:moveTo>
                    <a:pt x="1721" y="1"/>
                  </a:moveTo>
                  <a:cubicBezTo>
                    <a:pt x="1673" y="1"/>
                    <a:pt x="1624" y="20"/>
                    <a:pt x="1579" y="66"/>
                  </a:cubicBezTo>
                  <a:lnTo>
                    <a:pt x="127" y="1518"/>
                  </a:lnTo>
                  <a:cubicBezTo>
                    <a:pt x="0" y="1645"/>
                    <a:pt x="91" y="1858"/>
                    <a:pt x="268" y="1858"/>
                  </a:cubicBezTo>
                  <a:cubicBezTo>
                    <a:pt x="323" y="1858"/>
                    <a:pt x="373" y="1837"/>
                    <a:pt x="409" y="1801"/>
                  </a:cubicBezTo>
                  <a:lnTo>
                    <a:pt x="1862" y="348"/>
                  </a:lnTo>
                  <a:cubicBezTo>
                    <a:pt x="2011" y="204"/>
                    <a:pt x="1877" y="1"/>
                    <a:pt x="1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2"/>
            <p:cNvSpPr/>
            <p:nvPr/>
          </p:nvSpPr>
          <p:spPr>
            <a:xfrm>
              <a:off x="1783865" y="1712210"/>
              <a:ext cx="66094" cy="10487"/>
            </a:xfrm>
            <a:custGeom>
              <a:rect b="b" l="l" r="r" t="t"/>
              <a:pathLst>
                <a:path extrusionOk="0" h="400" w="2521">
                  <a:moveTo>
                    <a:pt x="268" y="1"/>
                  </a:moveTo>
                  <a:cubicBezTo>
                    <a:pt x="0" y="1"/>
                    <a:pt x="0" y="399"/>
                    <a:pt x="268" y="399"/>
                  </a:cubicBezTo>
                  <a:lnTo>
                    <a:pt x="2322" y="399"/>
                  </a:lnTo>
                  <a:cubicBezTo>
                    <a:pt x="2434" y="399"/>
                    <a:pt x="2521" y="312"/>
                    <a:pt x="2521" y="200"/>
                  </a:cubicBezTo>
                  <a:cubicBezTo>
                    <a:pt x="2521" y="91"/>
                    <a:pt x="2434"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2"/>
            <p:cNvSpPr/>
            <p:nvPr/>
          </p:nvSpPr>
          <p:spPr>
            <a:xfrm>
              <a:off x="1799019" y="1621445"/>
              <a:ext cx="53353" cy="48922"/>
            </a:xfrm>
            <a:custGeom>
              <a:rect b="b" l="l" r="r" t="t"/>
              <a:pathLst>
                <a:path extrusionOk="0" h="1866" w="2035">
                  <a:moveTo>
                    <a:pt x="291" y="1"/>
                  </a:moveTo>
                  <a:cubicBezTo>
                    <a:pt x="135" y="1"/>
                    <a:pt x="1" y="204"/>
                    <a:pt x="150" y="348"/>
                  </a:cubicBezTo>
                  <a:lnTo>
                    <a:pt x="1603" y="1801"/>
                  </a:lnTo>
                  <a:cubicBezTo>
                    <a:pt x="1647" y="1846"/>
                    <a:pt x="1697" y="1866"/>
                    <a:pt x="1744" y="1866"/>
                  </a:cubicBezTo>
                  <a:cubicBezTo>
                    <a:pt x="1900" y="1866"/>
                    <a:pt x="2035" y="1662"/>
                    <a:pt x="1885" y="1518"/>
                  </a:cubicBezTo>
                  <a:lnTo>
                    <a:pt x="433"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2"/>
            <p:cNvSpPr/>
            <p:nvPr/>
          </p:nvSpPr>
          <p:spPr>
            <a:xfrm>
              <a:off x="1799229" y="1768446"/>
              <a:ext cx="53143" cy="48791"/>
            </a:xfrm>
            <a:custGeom>
              <a:rect b="b" l="l" r="r" t="t"/>
              <a:pathLst>
                <a:path extrusionOk="0" h="1861" w="2027">
                  <a:moveTo>
                    <a:pt x="1736" y="0"/>
                  </a:moveTo>
                  <a:cubicBezTo>
                    <a:pt x="1689" y="0"/>
                    <a:pt x="1639" y="19"/>
                    <a:pt x="1595" y="65"/>
                  </a:cubicBezTo>
                  <a:lnTo>
                    <a:pt x="142" y="1517"/>
                  </a:lnTo>
                  <a:cubicBezTo>
                    <a:pt x="0" y="1662"/>
                    <a:pt x="132" y="1861"/>
                    <a:pt x="286" y="1861"/>
                  </a:cubicBezTo>
                  <a:cubicBezTo>
                    <a:pt x="333" y="1861"/>
                    <a:pt x="381" y="1843"/>
                    <a:pt x="425" y="1800"/>
                  </a:cubicBezTo>
                  <a:lnTo>
                    <a:pt x="1877" y="348"/>
                  </a:lnTo>
                  <a:cubicBezTo>
                    <a:pt x="2027" y="203"/>
                    <a:pt x="1892" y="0"/>
                    <a:pt x="17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82"/>
          <p:cNvGrpSpPr/>
          <p:nvPr/>
        </p:nvGrpSpPr>
        <p:grpSpPr>
          <a:xfrm>
            <a:off x="848975" y="2018719"/>
            <a:ext cx="361487" cy="296389"/>
            <a:chOff x="848975" y="2018719"/>
            <a:chExt cx="361487" cy="296389"/>
          </a:xfrm>
        </p:grpSpPr>
        <p:sp>
          <p:nvSpPr>
            <p:cNvPr id="12527" name="Google Shape;12527;p82"/>
            <p:cNvSpPr/>
            <p:nvPr/>
          </p:nvSpPr>
          <p:spPr>
            <a:xfrm>
              <a:off x="907073" y="2154787"/>
              <a:ext cx="247100" cy="155077"/>
            </a:xfrm>
            <a:custGeom>
              <a:rect b="b" l="l" r="r" t="t"/>
              <a:pathLst>
                <a:path extrusionOk="0" h="5915" w="9425">
                  <a:moveTo>
                    <a:pt x="0" y="1"/>
                  </a:moveTo>
                  <a:lnTo>
                    <a:pt x="0" y="4528"/>
                  </a:lnTo>
                  <a:cubicBezTo>
                    <a:pt x="0" y="4854"/>
                    <a:pt x="384" y="5154"/>
                    <a:pt x="1025" y="5390"/>
                  </a:cubicBezTo>
                  <a:cubicBezTo>
                    <a:pt x="1380" y="5517"/>
                    <a:pt x="1742" y="5614"/>
                    <a:pt x="2108" y="5683"/>
                  </a:cubicBezTo>
                  <a:cubicBezTo>
                    <a:pt x="2724" y="5799"/>
                    <a:pt x="3343" y="5871"/>
                    <a:pt x="3970" y="5897"/>
                  </a:cubicBezTo>
                  <a:cubicBezTo>
                    <a:pt x="4212" y="5908"/>
                    <a:pt x="4459" y="5915"/>
                    <a:pt x="4712" y="5915"/>
                  </a:cubicBezTo>
                  <a:cubicBezTo>
                    <a:pt x="7313" y="5915"/>
                    <a:pt x="9424" y="5296"/>
                    <a:pt x="9424" y="4528"/>
                  </a:cubicBezTo>
                  <a:lnTo>
                    <a:pt x="94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2"/>
            <p:cNvSpPr/>
            <p:nvPr/>
          </p:nvSpPr>
          <p:spPr>
            <a:xfrm>
              <a:off x="1139046" y="2154787"/>
              <a:ext cx="15127" cy="136095"/>
            </a:xfrm>
            <a:custGeom>
              <a:rect b="b" l="l" r="r" t="t"/>
              <a:pathLst>
                <a:path extrusionOk="0" h="5191" w="577">
                  <a:moveTo>
                    <a:pt x="0" y="1"/>
                  </a:moveTo>
                  <a:lnTo>
                    <a:pt x="0" y="5191"/>
                  </a:lnTo>
                  <a:cubicBezTo>
                    <a:pt x="366" y="4995"/>
                    <a:pt x="576" y="4770"/>
                    <a:pt x="576" y="4528"/>
                  </a:cubicBezTo>
                  <a:lnTo>
                    <a:pt x="57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2"/>
            <p:cNvSpPr/>
            <p:nvPr/>
          </p:nvSpPr>
          <p:spPr>
            <a:xfrm>
              <a:off x="907073" y="2145480"/>
              <a:ext cx="247100" cy="59199"/>
            </a:xfrm>
            <a:custGeom>
              <a:rect b="b" l="l" r="r" t="t"/>
              <a:pathLst>
                <a:path extrusionOk="0" h="2258" w="9425">
                  <a:moveTo>
                    <a:pt x="0" y="1"/>
                  </a:moveTo>
                  <a:lnTo>
                    <a:pt x="0" y="874"/>
                  </a:lnTo>
                  <a:cubicBezTo>
                    <a:pt x="0" y="1562"/>
                    <a:pt x="1717" y="2138"/>
                    <a:pt x="3966" y="2243"/>
                  </a:cubicBezTo>
                  <a:cubicBezTo>
                    <a:pt x="4209" y="2253"/>
                    <a:pt x="4459" y="2257"/>
                    <a:pt x="4712" y="2257"/>
                  </a:cubicBezTo>
                  <a:cubicBezTo>
                    <a:pt x="7313" y="2257"/>
                    <a:pt x="9424" y="1638"/>
                    <a:pt x="9424" y="874"/>
                  </a:cubicBezTo>
                  <a:lnTo>
                    <a:pt x="9424"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2"/>
            <p:cNvSpPr/>
            <p:nvPr/>
          </p:nvSpPr>
          <p:spPr>
            <a:xfrm>
              <a:off x="1139046" y="2145480"/>
              <a:ext cx="15127" cy="40296"/>
            </a:xfrm>
            <a:custGeom>
              <a:rect b="b" l="l" r="r" t="t"/>
              <a:pathLst>
                <a:path extrusionOk="0" h="1537" w="577">
                  <a:moveTo>
                    <a:pt x="0" y="1"/>
                  </a:moveTo>
                  <a:lnTo>
                    <a:pt x="0" y="1536"/>
                  </a:lnTo>
                  <a:cubicBezTo>
                    <a:pt x="366" y="1337"/>
                    <a:pt x="576" y="1113"/>
                    <a:pt x="576" y="874"/>
                  </a:cubicBezTo>
                  <a:lnTo>
                    <a:pt x="57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2"/>
            <p:cNvSpPr/>
            <p:nvPr/>
          </p:nvSpPr>
          <p:spPr>
            <a:xfrm>
              <a:off x="907073" y="2109221"/>
              <a:ext cx="247100" cy="72649"/>
            </a:xfrm>
            <a:custGeom>
              <a:rect b="b" l="l" r="r" t="t"/>
              <a:pathLst>
                <a:path extrusionOk="0" h="2771" w="9425">
                  <a:moveTo>
                    <a:pt x="4712" y="0"/>
                  </a:moveTo>
                  <a:cubicBezTo>
                    <a:pt x="2108" y="0"/>
                    <a:pt x="0" y="620"/>
                    <a:pt x="0" y="1384"/>
                  </a:cubicBezTo>
                  <a:cubicBezTo>
                    <a:pt x="0" y="2148"/>
                    <a:pt x="2108" y="2771"/>
                    <a:pt x="4712" y="2771"/>
                  </a:cubicBezTo>
                  <a:cubicBezTo>
                    <a:pt x="7313" y="2771"/>
                    <a:pt x="9424" y="2148"/>
                    <a:pt x="9424" y="1384"/>
                  </a:cubicBezTo>
                  <a:cubicBezTo>
                    <a:pt x="9424" y="620"/>
                    <a:pt x="7313" y="0"/>
                    <a:pt x="4712"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2"/>
            <p:cNvSpPr/>
            <p:nvPr/>
          </p:nvSpPr>
          <p:spPr>
            <a:xfrm>
              <a:off x="1011131" y="2109221"/>
              <a:ext cx="143043" cy="72649"/>
            </a:xfrm>
            <a:custGeom>
              <a:rect b="b" l="l" r="r" t="t"/>
              <a:pathLst>
                <a:path extrusionOk="0" h="2771" w="5456">
                  <a:moveTo>
                    <a:pt x="743" y="0"/>
                  </a:moveTo>
                  <a:cubicBezTo>
                    <a:pt x="490" y="0"/>
                    <a:pt x="243" y="7"/>
                    <a:pt x="1" y="18"/>
                  </a:cubicBezTo>
                  <a:cubicBezTo>
                    <a:pt x="2250" y="123"/>
                    <a:pt x="3967" y="696"/>
                    <a:pt x="3967" y="1387"/>
                  </a:cubicBezTo>
                  <a:cubicBezTo>
                    <a:pt x="3967" y="2075"/>
                    <a:pt x="2246" y="2651"/>
                    <a:pt x="1" y="2756"/>
                  </a:cubicBezTo>
                  <a:cubicBezTo>
                    <a:pt x="240" y="2767"/>
                    <a:pt x="490" y="2771"/>
                    <a:pt x="743" y="2771"/>
                  </a:cubicBezTo>
                  <a:cubicBezTo>
                    <a:pt x="3344" y="2771"/>
                    <a:pt x="5455" y="2152"/>
                    <a:pt x="5455" y="1387"/>
                  </a:cubicBezTo>
                  <a:cubicBezTo>
                    <a:pt x="5455" y="620"/>
                    <a:pt x="3344" y="0"/>
                    <a:pt x="743"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2"/>
            <p:cNvSpPr/>
            <p:nvPr/>
          </p:nvSpPr>
          <p:spPr>
            <a:xfrm>
              <a:off x="1043509" y="2126971"/>
              <a:ext cx="18536" cy="18536"/>
            </a:xfrm>
            <a:custGeom>
              <a:rect b="b" l="l" r="r" t="t"/>
              <a:pathLst>
                <a:path extrusionOk="0" h="707" w="707">
                  <a:moveTo>
                    <a:pt x="356" y="1"/>
                  </a:moveTo>
                  <a:cubicBezTo>
                    <a:pt x="160" y="1"/>
                    <a:pt x="1" y="160"/>
                    <a:pt x="1" y="355"/>
                  </a:cubicBezTo>
                  <a:cubicBezTo>
                    <a:pt x="1" y="547"/>
                    <a:pt x="160" y="707"/>
                    <a:pt x="356" y="707"/>
                  </a:cubicBezTo>
                  <a:cubicBezTo>
                    <a:pt x="548" y="707"/>
                    <a:pt x="707" y="547"/>
                    <a:pt x="707" y="355"/>
                  </a:cubicBezTo>
                  <a:cubicBezTo>
                    <a:pt x="707" y="160"/>
                    <a:pt x="548" y="1"/>
                    <a:pt x="356"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2"/>
            <p:cNvSpPr/>
            <p:nvPr/>
          </p:nvSpPr>
          <p:spPr>
            <a:xfrm>
              <a:off x="999175" y="2126971"/>
              <a:ext cx="18457" cy="18536"/>
            </a:xfrm>
            <a:custGeom>
              <a:rect b="b" l="l" r="r" t="t"/>
              <a:pathLst>
                <a:path extrusionOk="0" h="707" w="704">
                  <a:moveTo>
                    <a:pt x="352" y="1"/>
                  </a:moveTo>
                  <a:cubicBezTo>
                    <a:pt x="156" y="1"/>
                    <a:pt x="0" y="160"/>
                    <a:pt x="0" y="355"/>
                  </a:cubicBezTo>
                  <a:cubicBezTo>
                    <a:pt x="0" y="547"/>
                    <a:pt x="156" y="707"/>
                    <a:pt x="352" y="707"/>
                  </a:cubicBezTo>
                  <a:cubicBezTo>
                    <a:pt x="547" y="707"/>
                    <a:pt x="703" y="547"/>
                    <a:pt x="703" y="355"/>
                  </a:cubicBezTo>
                  <a:cubicBezTo>
                    <a:pt x="703" y="160"/>
                    <a:pt x="547" y="1"/>
                    <a:pt x="35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2"/>
            <p:cNvSpPr/>
            <p:nvPr/>
          </p:nvSpPr>
          <p:spPr>
            <a:xfrm>
              <a:off x="888695" y="2018719"/>
              <a:ext cx="283778" cy="296389"/>
            </a:xfrm>
            <a:custGeom>
              <a:rect b="b" l="l" r="r" t="t"/>
              <a:pathLst>
                <a:path extrusionOk="0" h="11305" w="10824">
                  <a:moveTo>
                    <a:pt x="4564" y="4330"/>
                  </a:moveTo>
                  <a:cubicBezTo>
                    <a:pt x="4604" y="4330"/>
                    <a:pt x="4644" y="4345"/>
                    <a:pt x="4674" y="4376"/>
                  </a:cubicBezTo>
                  <a:cubicBezTo>
                    <a:pt x="4769" y="4474"/>
                    <a:pt x="4700" y="4637"/>
                    <a:pt x="4566" y="4637"/>
                  </a:cubicBezTo>
                  <a:cubicBezTo>
                    <a:pt x="4428" y="4637"/>
                    <a:pt x="4359" y="4474"/>
                    <a:pt x="4457" y="4376"/>
                  </a:cubicBezTo>
                  <a:cubicBezTo>
                    <a:pt x="4486" y="4345"/>
                    <a:pt x="4525" y="4330"/>
                    <a:pt x="4564" y="4330"/>
                  </a:cubicBezTo>
                  <a:close/>
                  <a:moveTo>
                    <a:pt x="6258" y="4330"/>
                  </a:moveTo>
                  <a:cubicBezTo>
                    <a:pt x="6295" y="4330"/>
                    <a:pt x="6334" y="4344"/>
                    <a:pt x="6366" y="4376"/>
                  </a:cubicBezTo>
                  <a:cubicBezTo>
                    <a:pt x="6424" y="4434"/>
                    <a:pt x="6424" y="4532"/>
                    <a:pt x="6366" y="4593"/>
                  </a:cubicBezTo>
                  <a:cubicBezTo>
                    <a:pt x="6334" y="4623"/>
                    <a:pt x="6297" y="4637"/>
                    <a:pt x="6259" y="4637"/>
                  </a:cubicBezTo>
                  <a:cubicBezTo>
                    <a:pt x="6180" y="4637"/>
                    <a:pt x="6105" y="4576"/>
                    <a:pt x="6105" y="4484"/>
                  </a:cubicBezTo>
                  <a:cubicBezTo>
                    <a:pt x="6105" y="4391"/>
                    <a:pt x="6179" y="4330"/>
                    <a:pt x="6258" y="4330"/>
                  </a:cubicBezTo>
                  <a:close/>
                  <a:moveTo>
                    <a:pt x="9926" y="5499"/>
                  </a:moveTo>
                  <a:lnTo>
                    <a:pt x="9926" y="5709"/>
                  </a:lnTo>
                  <a:lnTo>
                    <a:pt x="9926" y="5716"/>
                  </a:lnTo>
                  <a:cubicBezTo>
                    <a:pt x="9915" y="5933"/>
                    <a:pt x="9524" y="6284"/>
                    <a:pt x="8455" y="6560"/>
                  </a:cubicBezTo>
                  <a:cubicBezTo>
                    <a:pt x="7615" y="6773"/>
                    <a:pt x="6536" y="6893"/>
                    <a:pt x="5413" y="6893"/>
                  </a:cubicBezTo>
                  <a:cubicBezTo>
                    <a:pt x="4290" y="6893"/>
                    <a:pt x="3208" y="6773"/>
                    <a:pt x="2367" y="6556"/>
                  </a:cubicBezTo>
                  <a:cubicBezTo>
                    <a:pt x="1284" y="6281"/>
                    <a:pt x="901" y="5922"/>
                    <a:pt x="901" y="5709"/>
                  </a:cubicBezTo>
                  <a:lnTo>
                    <a:pt x="901" y="5499"/>
                  </a:lnTo>
                  <a:cubicBezTo>
                    <a:pt x="1161" y="5694"/>
                    <a:pt x="1534" y="5864"/>
                    <a:pt x="2023" y="6009"/>
                  </a:cubicBezTo>
                  <a:cubicBezTo>
                    <a:pt x="2932" y="6274"/>
                    <a:pt x="4135" y="6422"/>
                    <a:pt x="5413" y="6422"/>
                  </a:cubicBezTo>
                  <a:cubicBezTo>
                    <a:pt x="6688" y="6422"/>
                    <a:pt x="7894" y="6274"/>
                    <a:pt x="8799" y="6009"/>
                  </a:cubicBezTo>
                  <a:cubicBezTo>
                    <a:pt x="9292" y="5864"/>
                    <a:pt x="9669" y="5690"/>
                    <a:pt x="9926" y="5499"/>
                  </a:cubicBezTo>
                  <a:close/>
                  <a:moveTo>
                    <a:pt x="9922" y="6371"/>
                  </a:moveTo>
                  <a:lnTo>
                    <a:pt x="9922" y="9718"/>
                  </a:lnTo>
                  <a:cubicBezTo>
                    <a:pt x="9926" y="9950"/>
                    <a:pt x="9535" y="10257"/>
                    <a:pt x="8705" y="10504"/>
                  </a:cubicBezTo>
                  <a:lnTo>
                    <a:pt x="8705" y="6907"/>
                  </a:lnTo>
                  <a:cubicBezTo>
                    <a:pt x="9144" y="6784"/>
                    <a:pt x="9604" y="6610"/>
                    <a:pt x="9922" y="6371"/>
                  </a:cubicBezTo>
                  <a:close/>
                  <a:moveTo>
                    <a:pt x="901" y="6371"/>
                  </a:moveTo>
                  <a:cubicBezTo>
                    <a:pt x="1172" y="6578"/>
                    <a:pt x="1581" y="6755"/>
                    <a:pt x="2117" y="6907"/>
                  </a:cubicBezTo>
                  <a:cubicBezTo>
                    <a:pt x="2117" y="7320"/>
                    <a:pt x="2117" y="7755"/>
                    <a:pt x="2121" y="8240"/>
                  </a:cubicBezTo>
                  <a:cubicBezTo>
                    <a:pt x="2121" y="8349"/>
                    <a:pt x="2212" y="8439"/>
                    <a:pt x="2320" y="8439"/>
                  </a:cubicBezTo>
                  <a:cubicBezTo>
                    <a:pt x="2433" y="8436"/>
                    <a:pt x="2519" y="8349"/>
                    <a:pt x="2519" y="8237"/>
                  </a:cubicBezTo>
                  <a:cubicBezTo>
                    <a:pt x="2519" y="7795"/>
                    <a:pt x="2516" y="7389"/>
                    <a:pt x="2519" y="7005"/>
                  </a:cubicBezTo>
                  <a:cubicBezTo>
                    <a:pt x="3298" y="7179"/>
                    <a:pt x="4240" y="7280"/>
                    <a:pt x="5214" y="7291"/>
                  </a:cubicBezTo>
                  <a:lnTo>
                    <a:pt x="5214" y="10902"/>
                  </a:lnTo>
                  <a:cubicBezTo>
                    <a:pt x="5033" y="10902"/>
                    <a:pt x="4855" y="10895"/>
                    <a:pt x="4678" y="10888"/>
                  </a:cubicBezTo>
                  <a:cubicBezTo>
                    <a:pt x="4066" y="10862"/>
                    <a:pt x="3454" y="10793"/>
                    <a:pt x="2849" y="10678"/>
                  </a:cubicBezTo>
                  <a:cubicBezTo>
                    <a:pt x="2733" y="10656"/>
                    <a:pt x="2624" y="10634"/>
                    <a:pt x="2519" y="10605"/>
                  </a:cubicBezTo>
                  <a:cubicBezTo>
                    <a:pt x="2516" y="10091"/>
                    <a:pt x="2516" y="9584"/>
                    <a:pt x="2519" y="9070"/>
                  </a:cubicBezTo>
                  <a:cubicBezTo>
                    <a:pt x="2519" y="8961"/>
                    <a:pt x="2433" y="8870"/>
                    <a:pt x="2320" y="8870"/>
                  </a:cubicBezTo>
                  <a:cubicBezTo>
                    <a:pt x="2212" y="8870"/>
                    <a:pt x="2121" y="8957"/>
                    <a:pt x="2121" y="9066"/>
                  </a:cubicBezTo>
                  <a:cubicBezTo>
                    <a:pt x="2117" y="9548"/>
                    <a:pt x="2117" y="10018"/>
                    <a:pt x="2121" y="10500"/>
                  </a:cubicBezTo>
                  <a:cubicBezTo>
                    <a:pt x="2005" y="10464"/>
                    <a:pt x="1896" y="10428"/>
                    <a:pt x="1799" y="10391"/>
                  </a:cubicBezTo>
                  <a:cubicBezTo>
                    <a:pt x="1237" y="10185"/>
                    <a:pt x="901" y="9931"/>
                    <a:pt x="901" y="9718"/>
                  </a:cubicBezTo>
                  <a:lnTo>
                    <a:pt x="901" y="6371"/>
                  </a:lnTo>
                  <a:close/>
                  <a:moveTo>
                    <a:pt x="290" y="1"/>
                  </a:moveTo>
                  <a:cubicBezTo>
                    <a:pt x="133" y="1"/>
                    <a:pt x="0" y="204"/>
                    <a:pt x="147" y="348"/>
                  </a:cubicBezTo>
                  <a:lnTo>
                    <a:pt x="3208" y="3409"/>
                  </a:lnTo>
                  <a:cubicBezTo>
                    <a:pt x="1686" y="3641"/>
                    <a:pt x="502" y="4126"/>
                    <a:pt x="502" y="4836"/>
                  </a:cubicBezTo>
                  <a:lnTo>
                    <a:pt x="502" y="9718"/>
                  </a:lnTo>
                  <a:cubicBezTo>
                    <a:pt x="502" y="10004"/>
                    <a:pt x="701" y="10417"/>
                    <a:pt x="1657" y="10772"/>
                  </a:cubicBezTo>
                  <a:cubicBezTo>
                    <a:pt x="2020" y="10898"/>
                    <a:pt x="2393" y="11000"/>
                    <a:pt x="2773" y="11072"/>
                  </a:cubicBezTo>
                  <a:cubicBezTo>
                    <a:pt x="3396" y="11188"/>
                    <a:pt x="4026" y="11261"/>
                    <a:pt x="4660" y="11286"/>
                  </a:cubicBezTo>
                  <a:cubicBezTo>
                    <a:pt x="4906" y="11300"/>
                    <a:pt x="5160" y="11304"/>
                    <a:pt x="5413" y="11304"/>
                  </a:cubicBezTo>
                  <a:cubicBezTo>
                    <a:pt x="5909" y="11304"/>
                    <a:pt x="6398" y="11282"/>
                    <a:pt x="6869" y="11239"/>
                  </a:cubicBezTo>
                  <a:cubicBezTo>
                    <a:pt x="7129" y="11214"/>
                    <a:pt x="7099" y="10839"/>
                    <a:pt x="6857" y="10839"/>
                  </a:cubicBezTo>
                  <a:cubicBezTo>
                    <a:pt x="6849" y="10839"/>
                    <a:pt x="6841" y="10840"/>
                    <a:pt x="6833" y="10841"/>
                  </a:cubicBezTo>
                  <a:cubicBezTo>
                    <a:pt x="6438" y="10877"/>
                    <a:pt x="6029" y="10898"/>
                    <a:pt x="5612" y="10902"/>
                  </a:cubicBezTo>
                  <a:lnTo>
                    <a:pt x="5612" y="7291"/>
                  </a:lnTo>
                  <a:cubicBezTo>
                    <a:pt x="6590" y="7280"/>
                    <a:pt x="7528" y="7179"/>
                    <a:pt x="8303" y="7005"/>
                  </a:cubicBezTo>
                  <a:lnTo>
                    <a:pt x="8303" y="10605"/>
                  </a:lnTo>
                  <a:cubicBezTo>
                    <a:pt x="8093" y="10656"/>
                    <a:pt x="7861" y="10699"/>
                    <a:pt x="7608" y="10743"/>
                  </a:cubicBezTo>
                  <a:cubicBezTo>
                    <a:pt x="7356" y="10781"/>
                    <a:pt x="7403" y="11140"/>
                    <a:pt x="7633" y="11140"/>
                  </a:cubicBezTo>
                  <a:cubicBezTo>
                    <a:pt x="7645" y="11140"/>
                    <a:pt x="7657" y="11139"/>
                    <a:pt x="7670" y="11138"/>
                  </a:cubicBezTo>
                  <a:cubicBezTo>
                    <a:pt x="7898" y="11101"/>
                    <a:pt x="8206" y="11047"/>
                    <a:pt x="8535" y="10960"/>
                  </a:cubicBezTo>
                  <a:cubicBezTo>
                    <a:pt x="8550" y="10960"/>
                    <a:pt x="8560" y="10956"/>
                    <a:pt x="8575" y="10953"/>
                  </a:cubicBezTo>
                  <a:cubicBezTo>
                    <a:pt x="9401" y="10739"/>
                    <a:pt x="10324" y="10355"/>
                    <a:pt x="10324" y="9718"/>
                  </a:cubicBezTo>
                  <a:lnTo>
                    <a:pt x="10324" y="5723"/>
                  </a:lnTo>
                  <a:lnTo>
                    <a:pt x="10324" y="5705"/>
                  </a:lnTo>
                  <a:lnTo>
                    <a:pt x="10324" y="4836"/>
                  </a:lnTo>
                  <a:cubicBezTo>
                    <a:pt x="10324" y="4398"/>
                    <a:pt x="9868" y="4014"/>
                    <a:pt x="9002" y="3727"/>
                  </a:cubicBezTo>
                  <a:cubicBezTo>
                    <a:pt x="8550" y="3583"/>
                    <a:pt x="8086" y="3478"/>
                    <a:pt x="7619" y="3412"/>
                  </a:cubicBezTo>
                  <a:lnTo>
                    <a:pt x="10676" y="352"/>
                  </a:lnTo>
                  <a:cubicBezTo>
                    <a:pt x="10823" y="207"/>
                    <a:pt x="10690" y="4"/>
                    <a:pt x="10535" y="4"/>
                  </a:cubicBezTo>
                  <a:cubicBezTo>
                    <a:pt x="10489" y="4"/>
                    <a:pt x="10440" y="23"/>
                    <a:pt x="10397" y="66"/>
                  </a:cubicBezTo>
                  <a:lnTo>
                    <a:pt x="7119" y="3344"/>
                  </a:lnTo>
                  <a:cubicBezTo>
                    <a:pt x="6768" y="3304"/>
                    <a:pt x="6402" y="3275"/>
                    <a:pt x="6029" y="3260"/>
                  </a:cubicBezTo>
                  <a:cubicBezTo>
                    <a:pt x="6026" y="3260"/>
                    <a:pt x="6024" y="3260"/>
                    <a:pt x="6022" y="3260"/>
                  </a:cubicBezTo>
                  <a:cubicBezTo>
                    <a:pt x="5761" y="3260"/>
                    <a:pt x="5749" y="3652"/>
                    <a:pt x="6014" y="3662"/>
                  </a:cubicBezTo>
                  <a:cubicBezTo>
                    <a:pt x="6272" y="3673"/>
                    <a:pt x="6518" y="3688"/>
                    <a:pt x="6753" y="3706"/>
                  </a:cubicBezTo>
                  <a:lnTo>
                    <a:pt x="6482" y="3977"/>
                  </a:lnTo>
                  <a:cubicBezTo>
                    <a:pt x="6408" y="3945"/>
                    <a:pt x="6333" y="3930"/>
                    <a:pt x="6260" y="3930"/>
                  </a:cubicBezTo>
                  <a:cubicBezTo>
                    <a:pt x="5933" y="3930"/>
                    <a:pt x="5649" y="4230"/>
                    <a:pt x="5717" y="4586"/>
                  </a:cubicBezTo>
                  <a:cubicBezTo>
                    <a:pt x="5769" y="4869"/>
                    <a:pt x="6012" y="5037"/>
                    <a:pt x="6261" y="5037"/>
                  </a:cubicBezTo>
                  <a:cubicBezTo>
                    <a:pt x="6399" y="5037"/>
                    <a:pt x="6538" y="4986"/>
                    <a:pt x="6648" y="4876"/>
                  </a:cubicBezTo>
                  <a:cubicBezTo>
                    <a:pt x="6811" y="4713"/>
                    <a:pt x="6855" y="4470"/>
                    <a:pt x="6764" y="4260"/>
                  </a:cubicBezTo>
                  <a:lnTo>
                    <a:pt x="7260" y="3764"/>
                  </a:lnTo>
                  <a:cubicBezTo>
                    <a:pt x="9006" y="3985"/>
                    <a:pt x="9922" y="4484"/>
                    <a:pt x="9922" y="4836"/>
                  </a:cubicBezTo>
                  <a:cubicBezTo>
                    <a:pt x="9922" y="5332"/>
                    <a:pt x="8206" y="6024"/>
                    <a:pt x="5410" y="6024"/>
                  </a:cubicBezTo>
                  <a:cubicBezTo>
                    <a:pt x="2617" y="6024"/>
                    <a:pt x="901" y="5332"/>
                    <a:pt x="901" y="4836"/>
                  </a:cubicBezTo>
                  <a:cubicBezTo>
                    <a:pt x="901" y="4474"/>
                    <a:pt x="1835" y="3977"/>
                    <a:pt x="3559" y="3760"/>
                  </a:cubicBezTo>
                  <a:lnTo>
                    <a:pt x="4062" y="4260"/>
                  </a:lnTo>
                  <a:cubicBezTo>
                    <a:pt x="3968" y="4470"/>
                    <a:pt x="4015" y="4713"/>
                    <a:pt x="4175" y="4876"/>
                  </a:cubicBezTo>
                  <a:cubicBezTo>
                    <a:pt x="4286" y="4987"/>
                    <a:pt x="4426" y="5038"/>
                    <a:pt x="4563" y="5038"/>
                  </a:cubicBezTo>
                  <a:cubicBezTo>
                    <a:pt x="4813" y="5038"/>
                    <a:pt x="5055" y="4869"/>
                    <a:pt x="5109" y="4586"/>
                  </a:cubicBezTo>
                  <a:cubicBezTo>
                    <a:pt x="5177" y="4228"/>
                    <a:pt x="4894" y="3930"/>
                    <a:pt x="4567" y="3930"/>
                  </a:cubicBezTo>
                  <a:cubicBezTo>
                    <a:pt x="4494" y="3930"/>
                    <a:pt x="4419" y="3945"/>
                    <a:pt x="4345" y="3977"/>
                  </a:cubicBezTo>
                  <a:lnTo>
                    <a:pt x="4073" y="3706"/>
                  </a:lnTo>
                  <a:cubicBezTo>
                    <a:pt x="4432" y="3677"/>
                    <a:pt x="4819" y="3655"/>
                    <a:pt x="5236" y="3651"/>
                  </a:cubicBezTo>
                  <a:cubicBezTo>
                    <a:pt x="5499" y="3648"/>
                    <a:pt x="5497" y="3253"/>
                    <a:pt x="5232" y="3253"/>
                  </a:cubicBezTo>
                  <a:cubicBezTo>
                    <a:pt x="5231" y="3253"/>
                    <a:pt x="5230" y="3253"/>
                    <a:pt x="5228" y="3253"/>
                  </a:cubicBezTo>
                  <a:cubicBezTo>
                    <a:pt x="4721" y="3257"/>
                    <a:pt x="4214" y="3286"/>
                    <a:pt x="3707" y="3344"/>
                  </a:cubicBezTo>
                  <a:lnTo>
                    <a:pt x="433" y="66"/>
                  </a:lnTo>
                  <a:cubicBezTo>
                    <a:pt x="388" y="20"/>
                    <a:pt x="338"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2"/>
            <p:cNvSpPr/>
            <p:nvPr/>
          </p:nvSpPr>
          <p:spPr>
            <a:xfrm>
              <a:off x="883215" y="2059460"/>
              <a:ext cx="42970" cy="55057"/>
            </a:xfrm>
            <a:custGeom>
              <a:rect b="b" l="l" r="r" t="t"/>
              <a:pathLst>
                <a:path extrusionOk="0" h="2100" w="1639">
                  <a:moveTo>
                    <a:pt x="277" y="0"/>
                  </a:moveTo>
                  <a:cubicBezTo>
                    <a:pt x="137" y="0"/>
                    <a:pt x="1" y="154"/>
                    <a:pt x="103" y="312"/>
                  </a:cubicBezTo>
                  <a:lnTo>
                    <a:pt x="1200" y="2007"/>
                  </a:lnTo>
                  <a:cubicBezTo>
                    <a:pt x="1243" y="2072"/>
                    <a:pt x="1302" y="2099"/>
                    <a:pt x="1361" y="2099"/>
                  </a:cubicBezTo>
                  <a:cubicBezTo>
                    <a:pt x="1502" y="2099"/>
                    <a:pt x="1639" y="1945"/>
                    <a:pt x="1537" y="1790"/>
                  </a:cubicBezTo>
                  <a:lnTo>
                    <a:pt x="440" y="95"/>
                  </a:lnTo>
                  <a:cubicBezTo>
                    <a:pt x="396" y="28"/>
                    <a:pt x="33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2"/>
            <p:cNvSpPr/>
            <p:nvPr/>
          </p:nvSpPr>
          <p:spPr>
            <a:xfrm>
              <a:off x="848975" y="2099521"/>
              <a:ext cx="59828" cy="29704"/>
            </a:xfrm>
            <a:custGeom>
              <a:rect b="b" l="l" r="r" t="t"/>
              <a:pathLst>
                <a:path extrusionOk="0" h="1133" w="2282">
                  <a:moveTo>
                    <a:pt x="287" y="0"/>
                  </a:moveTo>
                  <a:cubicBezTo>
                    <a:pt x="92" y="0"/>
                    <a:pt x="1" y="299"/>
                    <a:pt x="217" y="388"/>
                  </a:cubicBezTo>
                  <a:lnTo>
                    <a:pt x="1974" y="1116"/>
                  </a:lnTo>
                  <a:cubicBezTo>
                    <a:pt x="2000" y="1127"/>
                    <a:pt x="2027" y="1133"/>
                    <a:pt x="2054" y="1133"/>
                  </a:cubicBezTo>
                  <a:cubicBezTo>
                    <a:pt x="2133" y="1133"/>
                    <a:pt x="2206" y="1087"/>
                    <a:pt x="2238" y="1011"/>
                  </a:cubicBezTo>
                  <a:cubicBezTo>
                    <a:pt x="2282" y="906"/>
                    <a:pt x="2231" y="790"/>
                    <a:pt x="2133" y="747"/>
                  </a:cubicBezTo>
                  <a:lnTo>
                    <a:pt x="373" y="19"/>
                  </a:lnTo>
                  <a:cubicBezTo>
                    <a:pt x="343" y="6"/>
                    <a:pt x="314"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2"/>
            <p:cNvSpPr/>
            <p:nvPr/>
          </p:nvSpPr>
          <p:spPr>
            <a:xfrm>
              <a:off x="1135035" y="2059460"/>
              <a:ext cx="42970" cy="55004"/>
            </a:xfrm>
            <a:custGeom>
              <a:rect b="b" l="l" r="r" t="t"/>
              <a:pathLst>
                <a:path extrusionOk="0" h="2098" w="1639">
                  <a:moveTo>
                    <a:pt x="1362" y="0"/>
                  </a:moveTo>
                  <a:cubicBezTo>
                    <a:pt x="1303" y="0"/>
                    <a:pt x="1243" y="28"/>
                    <a:pt x="1200" y="95"/>
                  </a:cubicBezTo>
                  <a:lnTo>
                    <a:pt x="102" y="1786"/>
                  </a:lnTo>
                  <a:cubicBezTo>
                    <a:pt x="1" y="1944"/>
                    <a:pt x="137" y="2098"/>
                    <a:pt x="277" y="2098"/>
                  </a:cubicBezTo>
                  <a:cubicBezTo>
                    <a:pt x="336" y="2098"/>
                    <a:pt x="396" y="2070"/>
                    <a:pt x="439" y="2003"/>
                  </a:cubicBezTo>
                  <a:lnTo>
                    <a:pt x="1537" y="312"/>
                  </a:lnTo>
                  <a:cubicBezTo>
                    <a:pt x="1638" y="154"/>
                    <a:pt x="1503"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2"/>
            <p:cNvSpPr/>
            <p:nvPr/>
          </p:nvSpPr>
          <p:spPr>
            <a:xfrm>
              <a:off x="1150713" y="2099573"/>
              <a:ext cx="59750" cy="29678"/>
            </a:xfrm>
            <a:custGeom>
              <a:rect b="b" l="l" r="r" t="t"/>
              <a:pathLst>
                <a:path extrusionOk="0" h="1132" w="2279">
                  <a:moveTo>
                    <a:pt x="2053" y="1"/>
                  </a:moveTo>
                  <a:cubicBezTo>
                    <a:pt x="2027" y="1"/>
                    <a:pt x="2000" y="6"/>
                    <a:pt x="1974" y="17"/>
                  </a:cubicBezTo>
                  <a:lnTo>
                    <a:pt x="218" y="745"/>
                  </a:lnTo>
                  <a:cubicBezTo>
                    <a:pt x="1" y="834"/>
                    <a:pt x="93" y="1132"/>
                    <a:pt x="287" y="1132"/>
                  </a:cubicBezTo>
                  <a:cubicBezTo>
                    <a:pt x="313" y="1132"/>
                    <a:pt x="341" y="1126"/>
                    <a:pt x="370" y="1114"/>
                  </a:cubicBezTo>
                  <a:lnTo>
                    <a:pt x="2130" y="386"/>
                  </a:lnTo>
                  <a:cubicBezTo>
                    <a:pt x="2232" y="343"/>
                    <a:pt x="2279" y="227"/>
                    <a:pt x="2239" y="122"/>
                  </a:cubicBezTo>
                  <a:cubicBezTo>
                    <a:pt x="2206" y="46"/>
                    <a:pt x="2131" y="1"/>
                    <a:pt x="2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0" name="Google Shape;12540;p82"/>
          <p:cNvGrpSpPr/>
          <p:nvPr/>
        </p:nvGrpSpPr>
        <p:grpSpPr>
          <a:xfrm>
            <a:off x="3078826" y="2014314"/>
            <a:ext cx="374884" cy="305381"/>
            <a:chOff x="3078826" y="2014314"/>
            <a:chExt cx="374884" cy="305381"/>
          </a:xfrm>
        </p:grpSpPr>
        <p:sp>
          <p:nvSpPr>
            <p:cNvPr id="12541" name="Google Shape;12541;p82"/>
            <p:cNvSpPr/>
            <p:nvPr/>
          </p:nvSpPr>
          <p:spPr>
            <a:xfrm>
              <a:off x="3217831" y="2174267"/>
              <a:ext cx="65727" cy="65727"/>
            </a:xfrm>
            <a:custGeom>
              <a:rect b="b" l="l" r="r" t="t"/>
              <a:pathLst>
                <a:path extrusionOk="0" h="2507" w="2507">
                  <a:moveTo>
                    <a:pt x="1884" y="0"/>
                  </a:moveTo>
                  <a:lnTo>
                    <a:pt x="0" y="1883"/>
                  </a:lnTo>
                  <a:lnTo>
                    <a:pt x="620" y="2506"/>
                  </a:lnTo>
                  <a:lnTo>
                    <a:pt x="2507" y="619"/>
                  </a:lnTo>
                  <a:lnTo>
                    <a:pt x="1884"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2"/>
            <p:cNvSpPr/>
            <p:nvPr/>
          </p:nvSpPr>
          <p:spPr>
            <a:xfrm>
              <a:off x="3217831" y="2203893"/>
              <a:ext cx="36023" cy="36101"/>
            </a:xfrm>
            <a:custGeom>
              <a:rect b="b" l="l" r="r" t="t"/>
              <a:pathLst>
                <a:path extrusionOk="0" h="1377" w="1374">
                  <a:moveTo>
                    <a:pt x="754" y="0"/>
                  </a:moveTo>
                  <a:lnTo>
                    <a:pt x="0" y="753"/>
                  </a:lnTo>
                  <a:lnTo>
                    <a:pt x="620" y="1376"/>
                  </a:lnTo>
                  <a:lnTo>
                    <a:pt x="1373" y="623"/>
                  </a:lnTo>
                  <a:lnTo>
                    <a:pt x="75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2"/>
            <p:cNvSpPr/>
            <p:nvPr/>
          </p:nvSpPr>
          <p:spPr>
            <a:xfrm>
              <a:off x="3143400" y="2209189"/>
              <a:ext cx="105211" cy="105237"/>
            </a:xfrm>
            <a:custGeom>
              <a:rect b="b" l="l" r="r" t="t"/>
              <a:pathLst>
                <a:path extrusionOk="0" h="4014" w="4013">
                  <a:moveTo>
                    <a:pt x="2988" y="1"/>
                  </a:moveTo>
                  <a:lnTo>
                    <a:pt x="0" y="2989"/>
                  </a:lnTo>
                  <a:lnTo>
                    <a:pt x="1021" y="4014"/>
                  </a:lnTo>
                  <a:lnTo>
                    <a:pt x="4013" y="1022"/>
                  </a:lnTo>
                  <a:lnTo>
                    <a:pt x="298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2"/>
            <p:cNvSpPr/>
            <p:nvPr/>
          </p:nvSpPr>
          <p:spPr>
            <a:xfrm>
              <a:off x="3237101" y="2019584"/>
              <a:ext cx="201036" cy="201141"/>
            </a:xfrm>
            <a:custGeom>
              <a:rect b="b" l="l" r="r" t="t"/>
              <a:pathLst>
                <a:path extrusionOk="0" h="7672" w="7668">
                  <a:moveTo>
                    <a:pt x="3836" y="0"/>
                  </a:moveTo>
                  <a:cubicBezTo>
                    <a:pt x="1717" y="0"/>
                    <a:pt x="1" y="1717"/>
                    <a:pt x="1" y="3836"/>
                  </a:cubicBezTo>
                  <a:cubicBezTo>
                    <a:pt x="1" y="5954"/>
                    <a:pt x="1717" y="7671"/>
                    <a:pt x="3836" y="7671"/>
                  </a:cubicBezTo>
                  <a:cubicBezTo>
                    <a:pt x="5951" y="7671"/>
                    <a:pt x="7668" y="5954"/>
                    <a:pt x="7668" y="3836"/>
                  </a:cubicBezTo>
                  <a:cubicBezTo>
                    <a:pt x="7668" y="1717"/>
                    <a:pt x="5951" y="0"/>
                    <a:pt x="38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2"/>
            <p:cNvSpPr/>
            <p:nvPr/>
          </p:nvSpPr>
          <p:spPr>
            <a:xfrm>
              <a:off x="3227243" y="2019557"/>
              <a:ext cx="186223" cy="176470"/>
            </a:xfrm>
            <a:custGeom>
              <a:rect b="b" l="l" r="r" t="t"/>
              <a:pathLst>
                <a:path extrusionOk="0" h="6731" w="7103">
                  <a:moveTo>
                    <a:pt x="4210" y="1"/>
                  </a:moveTo>
                  <a:cubicBezTo>
                    <a:pt x="3228" y="1"/>
                    <a:pt x="2246" y="376"/>
                    <a:pt x="1496" y="1124"/>
                  </a:cubicBezTo>
                  <a:cubicBezTo>
                    <a:pt x="0" y="2623"/>
                    <a:pt x="0" y="5050"/>
                    <a:pt x="1499" y="6549"/>
                  </a:cubicBezTo>
                  <a:cubicBezTo>
                    <a:pt x="1561" y="6611"/>
                    <a:pt x="1626" y="6673"/>
                    <a:pt x="1691" y="6730"/>
                  </a:cubicBezTo>
                  <a:cubicBezTo>
                    <a:pt x="366" y="5209"/>
                    <a:pt x="446" y="2924"/>
                    <a:pt x="1872" y="1497"/>
                  </a:cubicBezTo>
                  <a:cubicBezTo>
                    <a:pt x="2618" y="750"/>
                    <a:pt x="3600" y="372"/>
                    <a:pt x="4584" y="372"/>
                  </a:cubicBezTo>
                  <a:cubicBezTo>
                    <a:pt x="5480" y="372"/>
                    <a:pt x="6378" y="685"/>
                    <a:pt x="7102" y="1316"/>
                  </a:cubicBezTo>
                  <a:cubicBezTo>
                    <a:pt x="7044" y="1251"/>
                    <a:pt x="6983" y="1186"/>
                    <a:pt x="6921" y="1124"/>
                  </a:cubicBezTo>
                  <a:cubicBezTo>
                    <a:pt x="6172" y="375"/>
                    <a:pt x="5191" y="1"/>
                    <a:pt x="421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2"/>
            <p:cNvSpPr/>
            <p:nvPr/>
          </p:nvSpPr>
          <p:spPr>
            <a:xfrm>
              <a:off x="3252779" y="2042839"/>
              <a:ext cx="162208" cy="154605"/>
            </a:xfrm>
            <a:custGeom>
              <a:rect b="b" l="l" r="r" t="t"/>
              <a:pathLst>
                <a:path extrusionOk="0" h="5897" w="6187">
                  <a:moveTo>
                    <a:pt x="3235" y="0"/>
                  </a:moveTo>
                  <a:cubicBezTo>
                    <a:pt x="2469" y="0"/>
                    <a:pt x="1716" y="299"/>
                    <a:pt x="1152" y="863"/>
                  </a:cubicBezTo>
                  <a:cubicBezTo>
                    <a:pt x="0" y="2014"/>
                    <a:pt x="0" y="3883"/>
                    <a:pt x="1152" y="5035"/>
                  </a:cubicBezTo>
                  <a:cubicBezTo>
                    <a:pt x="1717" y="5597"/>
                    <a:pt x="2471" y="5897"/>
                    <a:pt x="3238" y="5897"/>
                  </a:cubicBezTo>
                  <a:cubicBezTo>
                    <a:pt x="3617" y="5897"/>
                    <a:pt x="4000" y="5823"/>
                    <a:pt x="4364" y="5672"/>
                  </a:cubicBezTo>
                  <a:cubicBezTo>
                    <a:pt x="5465" y="5216"/>
                    <a:pt x="6186" y="4140"/>
                    <a:pt x="6186" y="2949"/>
                  </a:cubicBezTo>
                  <a:cubicBezTo>
                    <a:pt x="6186" y="1757"/>
                    <a:pt x="5465" y="682"/>
                    <a:pt x="4364" y="225"/>
                  </a:cubicBezTo>
                  <a:cubicBezTo>
                    <a:pt x="3999" y="74"/>
                    <a:pt x="3615" y="0"/>
                    <a:pt x="323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2"/>
            <p:cNvSpPr/>
            <p:nvPr/>
          </p:nvSpPr>
          <p:spPr>
            <a:xfrm>
              <a:off x="3275379" y="2057835"/>
              <a:ext cx="148706" cy="139608"/>
            </a:xfrm>
            <a:custGeom>
              <a:rect b="b" l="l" r="r" t="t"/>
              <a:pathLst>
                <a:path extrusionOk="0" h="5325" w="5672">
                  <a:moveTo>
                    <a:pt x="4122" y="1"/>
                  </a:moveTo>
                  <a:cubicBezTo>
                    <a:pt x="4987" y="1174"/>
                    <a:pt x="4864" y="2804"/>
                    <a:pt x="3832" y="3833"/>
                  </a:cubicBezTo>
                  <a:cubicBezTo>
                    <a:pt x="3261" y="4405"/>
                    <a:pt x="2506" y="4698"/>
                    <a:pt x="1745" y="4698"/>
                  </a:cubicBezTo>
                  <a:cubicBezTo>
                    <a:pt x="1135" y="4698"/>
                    <a:pt x="523" y="4510"/>
                    <a:pt x="0" y="4126"/>
                  </a:cubicBezTo>
                  <a:lnTo>
                    <a:pt x="0" y="4126"/>
                  </a:lnTo>
                  <a:cubicBezTo>
                    <a:pt x="581" y="4913"/>
                    <a:pt x="1474" y="5325"/>
                    <a:pt x="2376" y="5325"/>
                  </a:cubicBezTo>
                  <a:cubicBezTo>
                    <a:pt x="3054" y="5325"/>
                    <a:pt x="3737" y="5092"/>
                    <a:pt x="4296" y="4611"/>
                  </a:cubicBezTo>
                  <a:cubicBezTo>
                    <a:pt x="5596" y="3492"/>
                    <a:pt x="5672" y="1504"/>
                    <a:pt x="4459" y="291"/>
                  </a:cubicBezTo>
                  <a:cubicBezTo>
                    <a:pt x="4354" y="186"/>
                    <a:pt x="4241" y="91"/>
                    <a:pt x="4122"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2"/>
            <p:cNvSpPr/>
            <p:nvPr/>
          </p:nvSpPr>
          <p:spPr>
            <a:xfrm>
              <a:off x="3086508" y="2019531"/>
              <a:ext cx="142256" cy="148286"/>
            </a:xfrm>
            <a:custGeom>
              <a:rect b="b" l="l" r="r" t="t"/>
              <a:pathLst>
                <a:path extrusionOk="0" h="5656" w="5426">
                  <a:moveTo>
                    <a:pt x="2706" y="1"/>
                  </a:moveTo>
                  <a:cubicBezTo>
                    <a:pt x="1780" y="1"/>
                    <a:pt x="923" y="498"/>
                    <a:pt x="471" y="1310"/>
                  </a:cubicBezTo>
                  <a:cubicBezTo>
                    <a:pt x="1" y="2150"/>
                    <a:pt x="40" y="3182"/>
                    <a:pt x="576" y="3979"/>
                  </a:cubicBezTo>
                  <a:cubicBezTo>
                    <a:pt x="1061" y="4701"/>
                    <a:pt x="1864" y="5113"/>
                    <a:pt x="2700" y="5113"/>
                  </a:cubicBezTo>
                  <a:cubicBezTo>
                    <a:pt x="2933" y="5113"/>
                    <a:pt x="3169" y="5081"/>
                    <a:pt x="3401" y="5015"/>
                  </a:cubicBezTo>
                  <a:lnTo>
                    <a:pt x="4774" y="5656"/>
                  </a:lnTo>
                  <a:lnTo>
                    <a:pt x="4705" y="4146"/>
                  </a:lnTo>
                  <a:cubicBezTo>
                    <a:pt x="5303" y="3392"/>
                    <a:pt x="5426" y="2367"/>
                    <a:pt x="5024" y="1491"/>
                  </a:cubicBezTo>
                  <a:cubicBezTo>
                    <a:pt x="4622" y="618"/>
                    <a:pt x="3764" y="42"/>
                    <a:pt x="2804" y="2"/>
                  </a:cubicBezTo>
                  <a:cubicBezTo>
                    <a:pt x="2771" y="1"/>
                    <a:pt x="2739" y="1"/>
                    <a:pt x="270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2"/>
            <p:cNvSpPr/>
            <p:nvPr/>
          </p:nvSpPr>
          <p:spPr>
            <a:xfrm>
              <a:off x="3137501" y="2014314"/>
              <a:ext cx="316209" cy="305381"/>
            </a:xfrm>
            <a:custGeom>
              <a:rect b="b" l="l" r="r" t="t"/>
              <a:pathLst>
                <a:path extrusionOk="0" h="11648" w="12061">
                  <a:moveTo>
                    <a:pt x="4618" y="6717"/>
                  </a:moveTo>
                  <a:cubicBezTo>
                    <a:pt x="4669" y="6778"/>
                    <a:pt x="4723" y="6836"/>
                    <a:pt x="4781" y="6891"/>
                  </a:cubicBezTo>
                  <a:cubicBezTo>
                    <a:pt x="4836" y="6945"/>
                    <a:pt x="4893" y="6999"/>
                    <a:pt x="4955" y="7054"/>
                  </a:cubicBezTo>
                  <a:lnTo>
                    <a:pt x="4035" y="7974"/>
                  </a:lnTo>
                  <a:lnTo>
                    <a:pt x="3698" y="7637"/>
                  </a:lnTo>
                  <a:lnTo>
                    <a:pt x="4618" y="6717"/>
                  </a:lnTo>
                  <a:close/>
                  <a:moveTo>
                    <a:pt x="7634" y="1"/>
                  </a:moveTo>
                  <a:cubicBezTo>
                    <a:pt x="6705" y="1"/>
                    <a:pt x="5773" y="320"/>
                    <a:pt x="5017" y="966"/>
                  </a:cubicBezTo>
                  <a:cubicBezTo>
                    <a:pt x="3412" y="2331"/>
                    <a:pt x="3130" y="4696"/>
                    <a:pt x="4365" y="6402"/>
                  </a:cubicBezTo>
                  <a:lnTo>
                    <a:pt x="3412" y="7354"/>
                  </a:lnTo>
                  <a:lnTo>
                    <a:pt x="3354" y="7293"/>
                  </a:lnTo>
                  <a:cubicBezTo>
                    <a:pt x="3314" y="7253"/>
                    <a:pt x="3263" y="7233"/>
                    <a:pt x="3212" y="7233"/>
                  </a:cubicBezTo>
                  <a:cubicBezTo>
                    <a:pt x="3160" y="7233"/>
                    <a:pt x="3110" y="7253"/>
                    <a:pt x="3072" y="7293"/>
                  </a:cubicBezTo>
                  <a:lnTo>
                    <a:pt x="1772" y="8593"/>
                  </a:lnTo>
                  <a:cubicBezTo>
                    <a:pt x="1630" y="8738"/>
                    <a:pt x="1762" y="8936"/>
                    <a:pt x="1916" y="8936"/>
                  </a:cubicBezTo>
                  <a:cubicBezTo>
                    <a:pt x="1962" y="8936"/>
                    <a:pt x="2010" y="8918"/>
                    <a:pt x="2054" y="8875"/>
                  </a:cubicBezTo>
                  <a:lnTo>
                    <a:pt x="3213" y="7716"/>
                  </a:lnTo>
                  <a:lnTo>
                    <a:pt x="3271" y="7774"/>
                  </a:lnTo>
                  <a:lnTo>
                    <a:pt x="3890" y="8397"/>
                  </a:lnTo>
                  <a:lnTo>
                    <a:pt x="3948" y="8455"/>
                  </a:lnTo>
                  <a:lnTo>
                    <a:pt x="1243" y="11161"/>
                  </a:lnTo>
                  <a:lnTo>
                    <a:pt x="504" y="10422"/>
                  </a:lnTo>
                  <a:lnTo>
                    <a:pt x="1493" y="9429"/>
                  </a:lnTo>
                  <a:cubicBezTo>
                    <a:pt x="1643" y="9285"/>
                    <a:pt x="1507" y="9083"/>
                    <a:pt x="1351" y="9083"/>
                  </a:cubicBezTo>
                  <a:cubicBezTo>
                    <a:pt x="1304" y="9083"/>
                    <a:pt x="1254" y="9102"/>
                    <a:pt x="1210" y="9147"/>
                  </a:cubicBezTo>
                  <a:lnTo>
                    <a:pt x="77" y="10281"/>
                  </a:lnTo>
                  <a:cubicBezTo>
                    <a:pt x="1" y="10357"/>
                    <a:pt x="1" y="10483"/>
                    <a:pt x="77" y="10563"/>
                  </a:cubicBezTo>
                  <a:lnTo>
                    <a:pt x="1105" y="11588"/>
                  </a:lnTo>
                  <a:cubicBezTo>
                    <a:pt x="1145" y="11628"/>
                    <a:pt x="1197" y="11648"/>
                    <a:pt x="1248" y="11648"/>
                  </a:cubicBezTo>
                  <a:cubicBezTo>
                    <a:pt x="1300" y="11648"/>
                    <a:pt x="1351" y="11628"/>
                    <a:pt x="1391" y="11588"/>
                  </a:cubicBezTo>
                  <a:lnTo>
                    <a:pt x="4379" y="8600"/>
                  </a:lnTo>
                  <a:cubicBezTo>
                    <a:pt x="4455" y="8520"/>
                    <a:pt x="4455" y="8394"/>
                    <a:pt x="4379" y="8318"/>
                  </a:cubicBezTo>
                  <a:lnTo>
                    <a:pt x="4318" y="8256"/>
                  </a:lnTo>
                  <a:lnTo>
                    <a:pt x="5270" y="7307"/>
                  </a:lnTo>
                  <a:cubicBezTo>
                    <a:pt x="5853" y="7731"/>
                    <a:pt x="6541" y="7988"/>
                    <a:pt x="7262" y="8057"/>
                  </a:cubicBezTo>
                  <a:lnTo>
                    <a:pt x="7280" y="8057"/>
                  </a:lnTo>
                  <a:cubicBezTo>
                    <a:pt x="7283" y="8057"/>
                    <a:pt x="7285" y="8057"/>
                    <a:pt x="7287" y="8057"/>
                  </a:cubicBezTo>
                  <a:cubicBezTo>
                    <a:pt x="7541" y="8057"/>
                    <a:pt x="7557" y="7673"/>
                    <a:pt x="7298" y="7655"/>
                  </a:cubicBezTo>
                  <a:cubicBezTo>
                    <a:pt x="6454" y="7579"/>
                    <a:pt x="5665" y="7206"/>
                    <a:pt x="5064" y="6608"/>
                  </a:cubicBezTo>
                  <a:cubicBezTo>
                    <a:pt x="4966" y="6510"/>
                    <a:pt x="4872" y="6405"/>
                    <a:pt x="4785" y="6297"/>
                  </a:cubicBezTo>
                  <a:lnTo>
                    <a:pt x="4785" y="6293"/>
                  </a:lnTo>
                  <a:cubicBezTo>
                    <a:pt x="3756" y="4996"/>
                    <a:pt x="3738" y="3168"/>
                    <a:pt x="4738" y="1846"/>
                  </a:cubicBezTo>
                  <a:cubicBezTo>
                    <a:pt x="5438" y="916"/>
                    <a:pt x="6521" y="403"/>
                    <a:pt x="7634" y="403"/>
                  </a:cubicBezTo>
                  <a:cubicBezTo>
                    <a:pt x="8102" y="403"/>
                    <a:pt x="8576" y="494"/>
                    <a:pt x="9029" y="683"/>
                  </a:cubicBezTo>
                  <a:cubicBezTo>
                    <a:pt x="10561" y="1317"/>
                    <a:pt x="11467" y="2907"/>
                    <a:pt x="11235" y="4547"/>
                  </a:cubicBezTo>
                  <a:cubicBezTo>
                    <a:pt x="11003" y="6184"/>
                    <a:pt x="9692" y="7463"/>
                    <a:pt x="8044" y="7648"/>
                  </a:cubicBezTo>
                  <a:cubicBezTo>
                    <a:pt x="7790" y="7679"/>
                    <a:pt x="7824" y="8048"/>
                    <a:pt x="8061" y="8048"/>
                  </a:cubicBezTo>
                  <a:cubicBezTo>
                    <a:pt x="8071" y="8048"/>
                    <a:pt x="8081" y="8047"/>
                    <a:pt x="8091" y="8046"/>
                  </a:cubicBezTo>
                  <a:cubicBezTo>
                    <a:pt x="8997" y="7948"/>
                    <a:pt x="9844" y="7539"/>
                    <a:pt x="10489" y="6891"/>
                  </a:cubicBezTo>
                  <a:cubicBezTo>
                    <a:pt x="12061" y="5315"/>
                    <a:pt x="12061" y="2758"/>
                    <a:pt x="10485" y="1183"/>
                  </a:cubicBezTo>
                  <a:cubicBezTo>
                    <a:pt x="9702" y="398"/>
                    <a:pt x="8670" y="1"/>
                    <a:pt x="76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2"/>
            <p:cNvSpPr/>
            <p:nvPr/>
          </p:nvSpPr>
          <p:spPr>
            <a:xfrm>
              <a:off x="3255139" y="2037595"/>
              <a:ext cx="173035" cy="165065"/>
            </a:xfrm>
            <a:custGeom>
              <a:rect b="b" l="l" r="r" t="t"/>
              <a:pathLst>
                <a:path extrusionOk="0" h="6296" w="6600">
                  <a:moveTo>
                    <a:pt x="3148" y="400"/>
                  </a:moveTo>
                  <a:cubicBezTo>
                    <a:pt x="4260" y="400"/>
                    <a:pt x="5260" y="1070"/>
                    <a:pt x="5687" y="2095"/>
                  </a:cubicBezTo>
                  <a:cubicBezTo>
                    <a:pt x="6111" y="3123"/>
                    <a:pt x="5875" y="4304"/>
                    <a:pt x="5089" y="5090"/>
                  </a:cubicBezTo>
                  <a:cubicBezTo>
                    <a:pt x="4553" y="5626"/>
                    <a:pt x="3850" y="5894"/>
                    <a:pt x="3146" y="5894"/>
                  </a:cubicBezTo>
                  <a:cubicBezTo>
                    <a:pt x="2443" y="5894"/>
                    <a:pt x="1741" y="5627"/>
                    <a:pt x="1203" y="5094"/>
                  </a:cubicBezTo>
                  <a:lnTo>
                    <a:pt x="1203" y="5090"/>
                  </a:lnTo>
                  <a:cubicBezTo>
                    <a:pt x="417" y="4304"/>
                    <a:pt x="182" y="3123"/>
                    <a:pt x="606" y="2095"/>
                  </a:cubicBezTo>
                  <a:cubicBezTo>
                    <a:pt x="1033" y="1070"/>
                    <a:pt x="2036" y="400"/>
                    <a:pt x="3148" y="400"/>
                  </a:cubicBezTo>
                  <a:close/>
                  <a:moveTo>
                    <a:pt x="3147" y="0"/>
                  </a:moveTo>
                  <a:cubicBezTo>
                    <a:pt x="2741" y="0"/>
                    <a:pt x="2332" y="79"/>
                    <a:pt x="1942" y="241"/>
                  </a:cubicBezTo>
                  <a:cubicBezTo>
                    <a:pt x="769" y="729"/>
                    <a:pt x="1" y="1874"/>
                    <a:pt x="1" y="3149"/>
                  </a:cubicBezTo>
                  <a:cubicBezTo>
                    <a:pt x="1" y="4420"/>
                    <a:pt x="769" y="5568"/>
                    <a:pt x="1942" y="6057"/>
                  </a:cubicBezTo>
                  <a:cubicBezTo>
                    <a:pt x="2332" y="6218"/>
                    <a:pt x="2741" y="6296"/>
                    <a:pt x="3146" y="6296"/>
                  </a:cubicBezTo>
                  <a:cubicBezTo>
                    <a:pt x="3966" y="6296"/>
                    <a:pt x="4771" y="5977"/>
                    <a:pt x="5372" y="5376"/>
                  </a:cubicBezTo>
                  <a:cubicBezTo>
                    <a:pt x="6600" y="4145"/>
                    <a:pt x="6600" y="2153"/>
                    <a:pt x="5372" y="921"/>
                  </a:cubicBezTo>
                  <a:cubicBezTo>
                    <a:pt x="4771" y="321"/>
                    <a:pt x="3966" y="0"/>
                    <a:pt x="3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2"/>
            <p:cNvSpPr/>
            <p:nvPr/>
          </p:nvSpPr>
          <p:spPr>
            <a:xfrm>
              <a:off x="3078826" y="2014366"/>
              <a:ext cx="166560" cy="158721"/>
            </a:xfrm>
            <a:custGeom>
              <a:rect b="b" l="l" r="r" t="t"/>
              <a:pathLst>
                <a:path extrusionOk="0" h="6054" w="6353">
                  <a:moveTo>
                    <a:pt x="2934" y="0"/>
                  </a:moveTo>
                  <a:cubicBezTo>
                    <a:pt x="2931" y="0"/>
                    <a:pt x="2929" y="0"/>
                    <a:pt x="2927" y="0"/>
                  </a:cubicBezTo>
                  <a:cubicBezTo>
                    <a:pt x="1279" y="40"/>
                    <a:pt x="37" y="1503"/>
                    <a:pt x="261" y="3133"/>
                  </a:cubicBezTo>
                  <a:cubicBezTo>
                    <a:pt x="456" y="4530"/>
                    <a:pt x="1649" y="5513"/>
                    <a:pt x="2990" y="5513"/>
                  </a:cubicBezTo>
                  <a:cubicBezTo>
                    <a:pt x="3217" y="5513"/>
                    <a:pt x="3448" y="5485"/>
                    <a:pt x="3680" y="5425"/>
                  </a:cubicBezTo>
                  <a:lnTo>
                    <a:pt x="4980" y="6034"/>
                  </a:lnTo>
                  <a:cubicBezTo>
                    <a:pt x="5009" y="6047"/>
                    <a:pt x="5038" y="6054"/>
                    <a:pt x="5067" y="6054"/>
                  </a:cubicBezTo>
                  <a:cubicBezTo>
                    <a:pt x="5175" y="6054"/>
                    <a:pt x="5272" y="5963"/>
                    <a:pt x="5266" y="5846"/>
                  </a:cubicBezTo>
                  <a:lnTo>
                    <a:pt x="5201" y="4408"/>
                  </a:lnTo>
                  <a:cubicBezTo>
                    <a:pt x="6353" y="2872"/>
                    <a:pt x="5618" y="659"/>
                    <a:pt x="3778" y="112"/>
                  </a:cubicBezTo>
                  <a:cubicBezTo>
                    <a:pt x="3755" y="106"/>
                    <a:pt x="3733" y="103"/>
                    <a:pt x="3712" y="103"/>
                  </a:cubicBezTo>
                  <a:cubicBezTo>
                    <a:pt x="3503" y="103"/>
                    <a:pt x="3431" y="427"/>
                    <a:pt x="3665" y="496"/>
                  </a:cubicBezTo>
                  <a:cubicBezTo>
                    <a:pt x="5266" y="971"/>
                    <a:pt x="5878" y="2912"/>
                    <a:pt x="4843" y="4219"/>
                  </a:cubicBezTo>
                  <a:cubicBezTo>
                    <a:pt x="4810" y="4256"/>
                    <a:pt x="4795" y="4303"/>
                    <a:pt x="4795" y="4353"/>
                  </a:cubicBezTo>
                  <a:lnTo>
                    <a:pt x="4850" y="5531"/>
                  </a:lnTo>
                  <a:lnTo>
                    <a:pt x="3781" y="5031"/>
                  </a:lnTo>
                  <a:cubicBezTo>
                    <a:pt x="3752" y="5019"/>
                    <a:pt x="3723" y="5014"/>
                    <a:pt x="3693" y="5014"/>
                  </a:cubicBezTo>
                  <a:cubicBezTo>
                    <a:pt x="3675" y="5014"/>
                    <a:pt x="3658" y="5016"/>
                    <a:pt x="3640" y="5020"/>
                  </a:cubicBezTo>
                  <a:cubicBezTo>
                    <a:pt x="3424" y="5082"/>
                    <a:pt x="3205" y="5112"/>
                    <a:pt x="2989" y="5112"/>
                  </a:cubicBezTo>
                  <a:cubicBezTo>
                    <a:pt x="2217" y="5112"/>
                    <a:pt x="1477" y="4731"/>
                    <a:pt x="1036" y="4064"/>
                  </a:cubicBezTo>
                  <a:cubicBezTo>
                    <a:pt x="0" y="2521"/>
                    <a:pt x="1076" y="442"/>
                    <a:pt x="2938" y="402"/>
                  </a:cubicBezTo>
                  <a:cubicBezTo>
                    <a:pt x="3200" y="395"/>
                    <a:pt x="3195" y="0"/>
                    <a:pt x="29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2"/>
            <p:cNvSpPr/>
            <p:nvPr/>
          </p:nvSpPr>
          <p:spPr>
            <a:xfrm>
              <a:off x="3141014" y="2066198"/>
              <a:ext cx="31356" cy="53405"/>
            </a:xfrm>
            <a:custGeom>
              <a:rect b="b" l="l" r="r" t="t"/>
              <a:pathLst>
                <a:path extrusionOk="0" h="2037" w="1196">
                  <a:moveTo>
                    <a:pt x="283" y="1"/>
                  </a:moveTo>
                  <a:cubicBezTo>
                    <a:pt x="19" y="1"/>
                    <a:pt x="19" y="399"/>
                    <a:pt x="283" y="399"/>
                  </a:cubicBezTo>
                  <a:lnTo>
                    <a:pt x="395" y="399"/>
                  </a:lnTo>
                  <a:lnTo>
                    <a:pt x="395" y="1638"/>
                  </a:lnTo>
                  <a:lnTo>
                    <a:pt x="265" y="1638"/>
                  </a:lnTo>
                  <a:cubicBezTo>
                    <a:pt x="1" y="1638"/>
                    <a:pt x="1" y="2036"/>
                    <a:pt x="265" y="2036"/>
                  </a:cubicBezTo>
                  <a:lnTo>
                    <a:pt x="928" y="2036"/>
                  </a:lnTo>
                  <a:cubicBezTo>
                    <a:pt x="1196" y="2036"/>
                    <a:pt x="1196" y="1638"/>
                    <a:pt x="928" y="1638"/>
                  </a:cubicBezTo>
                  <a:lnTo>
                    <a:pt x="794" y="1638"/>
                  </a:lnTo>
                  <a:lnTo>
                    <a:pt x="794" y="200"/>
                  </a:lnTo>
                  <a:cubicBezTo>
                    <a:pt x="794" y="88"/>
                    <a:pt x="707"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2"/>
            <p:cNvSpPr/>
            <p:nvPr/>
          </p:nvSpPr>
          <p:spPr>
            <a:xfrm>
              <a:off x="3143872" y="2049970"/>
              <a:ext cx="17959" cy="15468"/>
            </a:xfrm>
            <a:custGeom>
              <a:rect b="b" l="l" r="r" t="t"/>
              <a:pathLst>
                <a:path extrusionOk="0" h="590" w="685">
                  <a:moveTo>
                    <a:pt x="391" y="0"/>
                  </a:moveTo>
                  <a:cubicBezTo>
                    <a:pt x="131" y="0"/>
                    <a:pt x="0" y="315"/>
                    <a:pt x="185" y="504"/>
                  </a:cubicBezTo>
                  <a:cubicBezTo>
                    <a:pt x="244" y="563"/>
                    <a:pt x="317" y="589"/>
                    <a:pt x="388" y="589"/>
                  </a:cubicBezTo>
                  <a:cubicBezTo>
                    <a:pt x="539" y="589"/>
                    <a:pt x="685" y="471"/>
                    <a:pt x="685" y="294"/>
                  </a:cubicBezTo>
                  <a:cubicBezTo>
                    <a:pt x="685" y="134"/>
                    <a:pt x="554" y="0"/>
                    <a:pt x="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4" name="Google Shape;12554;p82"/>
          <p:cNvGrpSpPr/>
          <p:nvPr/>
        </p:nvGrpSpPr>
        <p:grpSpPr>
          <a:xfrm>
            <a:off x="3531183" y="2438618"/>
            <a:ext cx="359416" cy="358315"/>
            <a:chOff x="3531183" y="2438618"/>
            <a:chExt cx="359416" cy="358315"/>
          </a:xfrm>
        </p:grpSpPr>
        <p:sp>
          <p:nvSpPr>
            <p:cNvPr id="12555" name="Google Shape;12555;p82"/>
            <p:cNvSpPr/>
            <p:nvPr/>
          </p:nvSpPr>
          <p:spPr>
            <a:xfrm>
              <a:off x="3653671" y="2571672"/>
              <a:ext cx="216032" cy="204890"/>
            </a:xfrm>
            <a:custGeom>
              <a:rect b="b" l="l" r="r" t="t"/>
              <a:pathLst>
                <a:path extrusionOk="0" h="7815" w="8240">
                  <a:moveTo>
                    <a:pt x="2793" y="1"/>
                  </a:moveTo>
                  <a:cubicBezTo>
                    <a:pt x="2693" y="1"/>
                    <a:pt x="2593" y="39"/>
                    <a:pt x="2517" y="115"/>
                  </a:cubicBezTo>
                  <a:lnTo>
                    <a:pt x="2438" y="195"/>
                  </a:lnTo>
                  <a:cubicBezTo>
                    <a:pt x="2285" y="347"/>
                    <a:pt x="2285" y="593"/>
                    <a:pt x="2438" y="749"/>
                  </a:cubicBezTo>
                  <a:lnTo>
                    <a:pt x="2264" y="571"/>
                  </a:lnTo>
                  <a:cubicBezTo>
                    <a:pt x="2184" y="492"/>
                    <a:pt x="2079" y="452"/>
                    <a:pt x="1974" y="452"/>
                  </a:cubicBezTo>
                  <a:cubicBezTo>
                    <a:pt x="1869" y="452"/>
                    <a:pt x="1764" y="492"/>
                    <a:pt x="1684" y="571"/>
                  </a:cubicBezTo>
                  <a:lnTo>
                    <a:pt x="1630" y="629"/>
                  </a:lnTo>
                  <a:cubicBezTo>
                    <a:pt x="1471" y="789"/>
                    <a:pt x="1471" y="1046"/>
                    <a:pt x="1630" y="1205"/>
                  </a:cubicBezTo>
                  <a:lnTo>
                    <a:pt x="1543" y="1122"/>
                  </a:lnTo>
                  <a:cubicBezTo>
                    <a:pt x="1462" y="1040"/>
                    <a:pt x="1355" y="999"/>
                    <a:pt x="1248" y="999"/>
                  </a:cubicBezTo>
                  <a:cubicBezTo>
                    <a:pt x="1142" y="999"/>
                    <a:pt x="1036" y="1040"/>
                    <a:pt x="956" y="1122"/>
                  </a:cubicBezTo>
                  <a:lnTo>
                    <a:pt x="909" y="1165"/>
                  </a:lnTo>
                  <a:cubicBezTo>
                    <a:pt x="746" y="1328"/>
                    <a:pt x="746" y="1593"/>
                    <a:pt x="909" y="1756"/>
                  </a:cubicBezTo>
                  <a:lnTo>
                    <a:pt x="801" y="1647"/>
                  </a:lnTo>
                  <a:cubicBezTo>
                    <a:pt x="717" y="1564"/>
                    <a:pt x="609" y="1522"/>
                    <a:pt x="500" y="1522"/>
                  </a:cubicBezTo>
                  <a:cubicBezTo>
                    <a:pt x="391" y="1522"/>
                    <a:pt x="283" y="1564"/>
                    <a:pt x="199" y="1647"/>
                  </a:cubicBezTo>
                  <a:lnTo>
                    <a:pt x="167" y="1676"/>
                  </a:lnTo>
                  <a:cubicBezTo>
                    <a:pt x="0" y="1842"/>
                    <a:pt x="0" y="2114"/>
                    <a:pt x="167" y="2281"/>
                  </a:cubicBezTo>
                  <a:lnTo>
                    <a:pt x="3358" y="5468"/>
                  </a:lnTo>
                  <a:lnTo>
                    <a:pt x="2199" y="5939"/>
                  </a:lnTo>
                  <a:cubicBezTo>
                    <a:pt x="1949" y="6080"/>
                    <a:pt x="1826" y="6377"/>
                    <a:pt x="1905" y="6656"/>
                  </a:cubicBezTo>
                  <a:cubicBezTo>
                    <a:pt x="1905" y="6656"/>
                    <a:pt x="2057" y="6897"/>
                    <a:pt x="2159" y="6897"/>
                  </a:cubicBezTo>
                  <a:cubicBezTo>
                    <a:pt x="2165" y="6897"/>
                    <a:pt x="2171" y="6897"/>
                    <a:pt x="2177" y="6895"/>
                  </a:cubicBezTo>
                  <a:cubicBezTo>
                    <a:pt x="2640" y="6746"/>
                    <a:pt x="3760" y="6667"/>
                    <a:pt x="4430" y="6630"/>
                  </a:cubicBezTo>
                  <a:cubicBezTo>
                    <a:pt x="4451" y="6629"/>
                    <a:pt x="4472" y="6629"/>
                    <a:pt x="4492" y="6629"/>
                  </a:cubicBezTo>
                  <a:cubicBezTo>
                    <a:pt x="4743" y="6629"/>
                    <a:pt x="4990" y="6708"/>
                    <a:pt x="5194" y="6859"/>
                  </a:cubicBezTo>
                  <a:cubicBezTo>
                    <a:pt x="5241" y="6891"/>
                    <a:pt x="5288" y="6931"/>
                    <a:pt x="5328" y="6974"/>
                  </a:cubicBezTo>
                  <a:lnTo>
                    <a:pt x="6172" y="7815"/>
                  </a:lnTo>
                  <a:lnTo>
                    <a:pt x="8240" y="5747"/>
                  </a:lnTo>
                  <a:lnTo>
                    <a:pt x="7200" y="4707"/>
                  </a:lnTo>
                  <a:cubicBezTo>
                    <a:pt x="7124" y="4635"/>
                    <a:pt x="7081" y="4537"/>
                    <a:pt x="7073" y="4432"/>
                  </a:cubicBezTo>
                  <a:cubicBezTo>
                    <a:pt x="7059" y="4215"/>
                    <a:pt x="6965" y="4008"/>
                    <a:pt x="6813" y="3856"/>
                  </a:cubicBezTo>
                  <a:lnTo>
                    <a:pt x="3071" y="115"/>
                  </a:lnTo>
                  <a:cubicBezTo>
                    <a:pt x="2994" y="39"/>
                    <a:pt x="2893" y="1"/>
                    <a:pt x="2793"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2"/>
            <p:cNvSpPr/>
            <p:nvPr/>
          </p:nvSpPr>
          <p:spPr>
            <a:xfrm>
              <a:off x="3714810" y="2571672"/>
              <a:ext cx="154788" cy="160556"/>
            </a:xfrm>
            <a:custGeom>
              <a:rect b="b" l="l" r="r" t="t"/>
              <a:pathLst>
                <a:path extrusionOk="0" h="6124" w="5904">
                  <a:moveTo>
                    <a:pt x="462" y="1"/>
                  </a:moveTo>
                  <a:cubicBezTo>
                    <a:pt x="362" y="1"/>
                    <a:pt x="261" y="39"/>
                    <a:pt x="185" y="115"/>
                  </a:cubicBezTo>
                  <a:lnTo>
                    <a:pt x="106" y="195"/>
                  </a:lnTo>
                  <a:cubicBezTo>
                    <a:pt x="55" y="245"/>
                    <a:pt x="15" y="310"/>
                    <a:pt x="1" y="387"/>
                  </a:cubicBezTo>
                  <a:cubicBezTo>
                    <a:pt x="29" y="380"/>
                    <a:pt x="57" y="377"/>
                    <a:pt x="85" y="377"/>
                  </a:cubicBezTo>
                  <a:cubicBezTo>
                    <a:pt x="188" y="377"/>
                    <a:pt x="289" y="418"/>
                    <a:pt x="363" y="492"/>
                  </a:cubicBezTo>
                  <a:lnTo>
                    <a:pt x="4104" y="4233"/>
                  </a:lnTo>
                  <a:cubicBezTo>
                    <a:pt x="4256" y="4385"/>
                    <a:pt x="4350" y="4588"/>
                    <a:pt x="4365" y="4805"/>
                  </a:cubicBezTo>
                  <a:cubicBezTo>
                    <a:pt x="4372" y="4910"/>
                    <a:pt x="4415" y="5011"/>
                    <a:pt x="4491" y="5084"/>
                  </a:cubicBezTo>
                  <a:lnTo>
                    <a:pt x="5531" y="6123"/>
                  </a:lnTo>
                  <a:lnTo>
                    <a:pt x="5904" y="5747"/>
                  </a:lnTo>
                  <a:lnTo>
                    <a:pt x="4868" y="4707"/>
                  </a:lnTo>
                  <a:cubicBezTo>
                    <a:pt x="4792" y="4635"/>
                    <a:pt x="4749" y="4537"/>
                    <a:pt x="4741" y="4432"/>
                  </a:cubicBezTo>
                  <a:cubicBezTo>
                    <a:pt x="4727" y="4215"/>
                    <a:pt x="4633" y="4008"/>
                    <a:pt x="4481" y="3856"/>
                  </a:cubicBezTo>
                  <a:lnTo>
                    <a:pt x="739" y="115"/>
                  </a:lnTo>
                  <a:cubicBezTo>
                    <a:pt x="663" y="39"/>
                    <a:pt x="563" y="1"/>
                    <a:pt x="46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2"/>
            <p:cNvSpPr/>
            <p:nvPr/>
          </p:nvSpPr>
          <p:spPr>
            <a:xfrm>
              <a:off x="3789740" y="2696965"/>
              <a:ext cx="79859" cy="79596"/>
            </a:xfrm>
            <a:custGeom>
              <a:rect b="b" l="l" r="r" t="t"/>
              <a:pathLst>
                <a:path extrusionOk="0" h="3036" w="3046">
                  <a:moveTo>
                    <a:pt x="2079" y="1"/>
                  </a:moveTo>
                  <a:lnTo>
                    <a:pt x="0" y="2080"/>
                  </a:lnTo>
                  <a:cubicBezTo>
                    <a:pt x="51" y="2112"/>
                    <a:pt x="94" y="2152"/>
                    <a:pt x="138" y="2195"/>
                  </a:cubicBezTo>
                  <a:lnTo>
                    <a:pt x="978" y="3036"/>
                  </a:lnTo>
                  <a:lnTo>
                    <a:pt x="3046" y="968"/>
                  </a:lnTo>
                  <a:lnTo>
                    <a:pt x="207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2"/>
            <p:cNvSpPr/>
            <p:nvPr/>
          </p:nvSpPr>
          <p:spPr>
            <a:xfrm>
              <a:off x="3798182" y="2705145"/>
              <a:ext cx="86623" cy="86518"/>
            </a:xfrm>
            <a:custGeom>
              <a:rect b="b" l="l" r="r" t="t"/>
              <a:pathLst>
                <a:path extrusionOk="0" h="3300" w="3304">
                  <a:moveTo>
                    <a:pt x="2384" y="0"/>
                  </a:moveTo>
                  <a:lnTo>
                    <a:pt x="0" y="2383"/>
                  </a:lnTo>
                  <a:lnTo>
                    <a:pt x="920" y="3299"/>
                  </a:lnTo>
                  <a:lnTo>
                    <a:pt x="3303" y="920"/>
                  </a:lnTo>
                  <a:lnTo>
                    <a:pt x="238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2"/>
            <p:cNvSpPr/>
            <p:nvPr/>
          </p:nvSpPr>
          <p:spPr>
            <a:xfrm>
              <a:off x="3847549" y="2705145"/>
              <a:ext cx="37255" cy="37150"/>
            </a:xfrm>
            <a:custGeom>
              <a:rect b="b" l="l" r="r" t="t"/>
              <a:pathLst>
                <a:path extrusionOk="0" h="1417" w="1421">
                  <a:moveTo>
                    <a:pt x="501" y="0"/>
                  </a:moveTo>
                  <a:lnTo>
                    <a:pt x="1" y="496"/>
                  </a:lnTo>
                  <a:lnTo>
                    <a:pt x="921" y="1416"/>
                  </a:lnTo>
                  <a:lnTo>
                    <a:pt x="1420" y="920"/>
                  </a:lnTo>
                  <a:lnTo>
                    <a:pt x="501"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2"/>
            <p:cNvSpPr/>
            <p:nvPr/>
          </p:nvSpPr>
          <p:spPr>
            <a:xfrm>
              <a:off x="3551973" y="2458937"/>
              <a:ext cx="215954" cy="204968"/>
            </a:xfrm>
            <a:custGeom>
              <a:rect b="b" l="l" r="r" t="t"/>
              <a:pathLst>
                <a:path extrusionOk="0" h="7818" w="8237">
                  <a:moveTo>
                    <a:pt x="2072" y="0"/>
                  </a:moveTo>
                  <a:lnTo>
                    <a:pt x="0" y="2068"/>
                  </a:lnTo>
                  <a:lnTo>
                    <a:pt x="1040" y="3107"/>
                  </a:lnTo>
                  <a:cubicBezTo>
                    <a:pt x="1112" y="3183"/>
                    <a:pt x="1159" y="3281"/>
                    <a:pt x="1167" y="3386"/>
                  </a:cubicBezTo>
                  <a:cubicBezTo>
                    <a:pt x="1181" y="3604"/>
                    <a:pt x="1275" y="3806"/>
                    <a:pt x="1427" y="3962"/>
                  </a:cubicBezTo>
                  <a:lnTo>
                    <a:pt x="5169" y="7703"/>
                  </a:lnTo>
                  <a:cubicBezTo>
                    <a:pt x="5245" y="7779"/>
                    <a:pt x="5345" y="7817"/>
                    <a:pt x="5446" y="7817"/>
                  </a:cubicBezTo>
                  <a:cubicBezTo>
                    <a:pt x="5546" y="7817"/>
                    <a:pt x="5647" y="7779"/>
                    <a:pt x="5723" y="7703"/>
                  </a:cubicBezTo>
                  <a:lnTo>
                    <a:pt x="5802" y="7624"/>
                  </a:lnTo>
                  <a:cubicBezTo>
                    <a:pt x="5954" y="7472"/>
                    <a:pt x="5954" y="7222"/>
                    <a:pt x="5802" y="7070"/>
                  </a:cubicBezTo>
                  <a:lnTo>
                    <a:pt x="5802" y="7070"/>
                  </a:lnTo>
                  <a:lnTo>
                    <a:pt x="5976" y="7243"/>
                  </a:lnTo>
                  <a:cubicBezTo>
                    <a:pt x="6056" y="7323"/>
                    <a:pt x="6160" y="7363"/>
                    <a:pt x="6264" y="7363"/>
                  </a:cubicBezTo>
                  <a:cubicBezTo>
                    <a:pt x="6368" y="7363"/>
                    <a:pt x="6472" y="7323"/>
                    <a:pt x="6552" y="7243"/>
                  </a:cubicBezTo>
                  <a:lnTo>
                    <a:pt x="6610" y="7189"/>
                  </a:lnTo>
                  <a:cubicBezTo>
                    <a:pt x="6769" y="7030"/>
                    <a:pt x="6769" y="6769"/>
                    <a:pt x="6610" y="6610"/>
                  </a:cubicBezTo>
                  <a:lnTo>
                    <a:pt x="6610" y="6610"/>
                  </a:lnTo>
                  <a:lnTo>
                    <a:pt x="6697" y="6697"/>
                  </a:lnTo>
                  <a:cubicBezTo>
                    <a:pt x="6777" y="6778"/>
                    <a:pt x="6882" y="6819"/>
                    <a:pt x="6989" y="6819"/>
                  </a:cubicBezTo>
                  <a:cubicBezTo>
                    <a:pt x="7095" y="6819"/>
                    <a:pt x="7202" y="6778"/>
                    <a:pt x="7284" y="6697"/>
                  </a:cubicBezTo>
                  <a:lnTo>
                    <a:pt x="7331" y="6649"/>
                  </a:lnTo>
                  <a:cubicBezTo>
                    <a:pt x="7494" y="6490"/>
                    <a:pt x="7494" y="6226"/>
                    <a:pt x="7331" y="6063"/>
                  </a:cubicBezTo>
                  <a:lnTo>
                    <a:pt x="7331" y="6063"/>
                  </a:lnTo>
                  <a:lnTo>
                    <a:pt x="7439" y="6171"/>
                  </a:lnTo>
                  <a:cubicBezTo>
                    <a:pt x="7521" y="6255"/>
                    <a:pt x="7629" y="6296"/>
                    <a:pt x="7739" y="6296"/>
                  </a:cubicBezTo>
                  <a:cubicBezTo>
                    <a:pt x="7848" y="6296"/>
                    <a:pt x="7957" y="6255"/>
                    <a:pt x="8041" y="6171"/>
                  </a:cubicBezTo>
                  <a:lnTo>
                    <a:pt x="8070" y="6139"/>
                  </a:lnTo>
                  <a:cubicBezTo>
                    <a:pt x="8236" y="5972"/>
                    <a:pt x="8236" y="5704"/>
                    <a:pt x="8070" y="5541"/>
                  </a:cubicBezTo>
                  <a:lnTo>
                    <a:pt x="4886" y="2347"/>
                  </a:lnTo>
                  <a:lnTo>
                    <a:pt x="6041" y="1880"/>
                  </a:lnTo>
                  <a:cubicBezTo>
                    <a:pt x="6291" y="1735"/>
                    <a:pt x="6414" y="1438"/>
                    <a:pt x="6335" y="1163"/>
                  </a:cubicBezTo>
                  <a:cubicBezTo>
                    <a:pt x="6335" y="1163"/>
                    <a:pt x="6183" y="921"/>
                    <a:pt x="6081" y="921"/>
                  </a:cubicBezTo>
                  <a:cubicBezTo>
                    <a:pt x="6075" y="921"/>
                    <a:pt x="6069" y="922"/>
                    <a:pt x="6063" y="924"/>
                  </a:cubicBezTo>
                  <a:cubicBezTo>
                    <a:pt x="5599" y="1068"/>
                    <a:pt x="4480" y="1152"/>
                    <a:pt x="3814" y="1188"/>
                  </a:cubicBezTo>
                  <a:cubicBezTo>
                    <a:pt x="3793" y="1189"/>
                    <a:pt x="3771" y="1190"/>
                    <a:pt x="3750" y="1190"/>
                  </a:cubicBezTo>
                  <a:cubicBezTo>
                    <a:pt x="3497" y="1190"/>
                    <a:pt x="3250" y="1110"/>
                    <a:pt x="3046" y="960"/>
                  </a:cubicBezTo>
                  <a:cubicBezTo>
                    <a:pt x="2999" y="924"/>
                    <a:pt x="2952" y="884"/>
                    <a:pt x="2912" y="844"/>
                  </a:cubicBezTo>
                  <a:lnTo>
                    <a:pt x="207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2"/>
            <p:cNvSpPr/>
            <p:nvPr/>
          </p:nvSpPr>
          <p:spPr>
            <a:xfrm>
              <a:off x="3551973" y="2503349"/>
              <a:ext cx="154893" cy="160530"/>
            </a:xfrm>
            <a:custGeom>
              <a:rect b="b" l="l" r="r" t="t"/>
              <a:pathLst>
                <a:path extrusionOk="0" h="6123" w="5908">
                  <a:moveTo>
                    <a:pt x="377" y="1"/>
                  </a:moveTo>
                  <a:lnTo>
                    <a:pt x="0" y="374"/>
                  </a:lnTo>
                  <a:lnTo>
                    <a:pt x="1040" y="1413"/>
                  </a:lnTo>
                  <a:cubicBezTo>
                    <a:pt x="1116" y="1489"/>
                    <a:pt x="1159" y="1587"/>
                    <a:pt x="1167" y="1692"/>
                  </a:cubicBezTo>
                  <a:cubicBezTo>
                    <a:pt x="1181" y="1910"/>
                    <a:pt x="1275" y="2112"/>
                    <a:pt x="1431" y="2268"/>
                  </a:cubicBezTo>
                  <a:lnTo>
                    <a:pt x="5169" y="6006"/>
                  </a:lnTo>
                  <a:cubicBezTo>
                    <a:pt x="5246" y="6084"/>
                    <a:pt x="5347" y="6123"/>
                    <a:pt x="5447" y="6123"/>
                  </a:cubicBezTo>
                  <a:cubicBezTo>
                    <a:pt x="5548" y="6123"/>
                    <a:pt x="5648" y="6084"/>
                    <a:pt x="5726" y="6006"/>
                  </a:cubicBezTo>
                  <a:lnTo>
                    <a:pt x="5802" y="5930"/>
                  </a:lnTo>
                  <a:cubicBezTo>
                    <a:pt x="5857" y="5875"/>
                    <a:pt x="5893" y="5810"/>
                    <a:pt x="5907" y="5738"/>
                  </a:cubicBezTo>
                  <a:lnTo>
                    <a:pt x="5907" y="5738"/>
                  </a:lnTo>
                  <a:cubicBezTo>
                    <a:pt x="5879" y="5744"/>
                    <a:pt x="5851" y="5747"/>
                    <a:pt x="5823" y="5747"/>
                  </a:cubicBezTo>
                  <a:cubicBezTo>
                    <a:pt x="5720" y="5747"/>
                    <a:pt x="5619" y="5707"/>
                    <a:pt x="5545" y="5633"/>
                  </a:cubicBezTo>
                  <a:lnTo>
                    <a:pt x="1804" y="1892"/>
                  </a:lnTo>
                  <a:cubicBezTo>
                    <a:pt x="1652" y="1736"/>
                    <a:pt x="1558" y="1533"/>
                    <a:pt x="1543" y="1316"/>
                  </a:cubicBezTo>
                  <a:cubicBezTo>
                    <a:pt x="1536" y="1211"/>
                    <a:pt x="1489" y="1113"/>
                    <a:pt x="1416" y="1037"/>
                  </a:cubicBezTo>
                  <a:lnTo>
                    <a:pt x="377"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2"/>
            <p:cNvSpPr/>
            <p:nvPr/>
          </p:nvSpPr>
          <p:spPr>
            <a:xfrm>
              <a:off x="3551973" y="2458937"/>
              <a:ext cx="79963" cy="79675"/>
            </a:xfrm>
            <a:custGeom>
              <a:rect b="b" l="l" r="r" t="t"/>
              <a:pathLst>
                <a:path extrusionOk="0" h="3039" w="3050">
                  <a:moveTo>
                    <a:pt x="2072" y="0"/>
                  </a:moveTo>
                  <a:lnTo>
                    <a:pt x="0" y="2068"/>
                  </a:lnTo>
                  <a:lnTo>
                    <a:pt x="971" y="3039"/>
                  </a:lnTo>
                  <a:lnTo>
                    <a:pt x="3050" y="960"/>
                  </a:lnTo>
                  <a:cubicBezTo>
                    <a:pt x="2999" y="924"/>
                    <a:pt x="2952" y="884"/>
                    <a:pt x="2912" y="844"/>
                  </a:cubicBezTo>
                  <a:lnTo>
                    <a:pt x="207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2"/>
            <p:cNvSpPr/>
            <p:nvPr/>
          </p:nvSpPr>
          <p:spPr>
            <a:xfrm>
              <a:off x="3536872" y="2443835"/>
              <a:ext cx="86623" cy="86623"/>
            </a:xfrm>
            <a:custGeom>
              <a:rect b="b" l="l" r="r" t="t"/>
              <a:pathLst>
                <a:path extrusionOk="0" h="3304" w="3304">
                  <a:moveTo>
                    <a:pt x="2384" y="0"/>
                  </a:moveTo>
                  <a:lnTo>
                    <a:pt x="0" y="2383"/>
                  </a:lnTo>
                  <a:lnTo>
                    <a:pt x="920" y="3303"/>
                  </a:lnTo>
                  <a:lnTo>
                    <a:pt x="3303" y="920"/>
                  </a:lnTo>
                  <a:lnTo>
                    <a:pt x="23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2"/>
            <p:cNvSpPr/>
            <p:nvPr/>
          </p:nvSpPr>
          <p:spPr>
            <a:xfrm>
              <a:off x="3536872" y="2493203"/>
              <a:ext cx="37150" cy="37255"/>
            </a:xfrm>
            <a:custGeom>
              <a:rect b="b" l="l" r="r" t="t"/>
              <a:pathLst>
                <a:path extrusionOk="0" h="1421" w="1417">
                  <a:moveTo>
                    <a:pt x="500" y="0"/>
                  </a:moveTo>
                  <a:lnTo>
                    <a:pt x="0" y="500"/>
                  </a:lnTo>
                  <a:lnTo>
                    <a:pt x="920" y="1420"/>
                  </a:lnTo>
                  <a:lnTo>
                    <a:pt x="1417" y="920"/>
                  </a:lnTo>
                  <a:lnTo>
                    <a:pt x="50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2"/>
            <p:cNvSpPr/>
            <p:nvPr/>
          </p:nvSpPr>
          <p:spPr>
            <a:xfrm>
              <a:off x="3663739" y="2458937"/>
              <a:ext cx="205860" cy="214852"/>
            </a:xfrm>
            <a:custGeom>
              <a:rect b="b" l="l" r="r" t="t"/>
              <a:pathLst>
                <a:path extrusionOk="0" h="8195" w="7852">
                  <a:moveTo>
                    <a:pt x="5784" y="0"/>
                  </a:moveTo>
                  <a:lnTo>
                    <a:pt x="4748" y="1039"/>
                  </a:lnTo>
                  <a:cubicBezTo>
                    <a:pt x="4672" y="1112"/>
                    <a:pt x="4574" y="1159"/>
                    <a:pt x="4469" y="1166"/>
                  </a:cubicBezTo>
                  <a:cubicBezTo>
                    <a:pt x="4252" y="1181"/>
                    <a:pt x="4046" y="1275"/>
                    <a:pt x="3893" y="1427"/>
                  </a:cubicBezTo>
                  <a:lnTo>
                    <a:pt x="152" y="5168"/>
                  </a:lnTo>
                  <a:cubicBezTo>
                    <a:pt x="0" y="5320"/>
                    <a:pt x="0" y="5570"/>
                    <a:pt x="152" y="5722"/>
                  </a:cubicBezTo>
                  <a:lnTo>
                    <a:pt x="232" y="5802"/>
                  </a:lnTo>
                  <a:cubicBezTo>
                    <a:pt x="308" y="5878"/>
                    <a:pt x="408" y="5916"/>
                    <a:pt x="509" y="5916"/>
                  </a:cubicBezTo>
                  <a:cubicBezTo>
                    <a:pt x="609" y="5916"/>
                    <a:pt x="710" y="5878"/>
                    <a:pt x="786" y="5802"/>
                  </a:cubicBezTo>
                  <a:lnTo>
                    <a:pt x="786" y="5802"/>
                  </a:lnTo>
                  <a:lnTo>
                    <a:pt x="612" y="5976"/>
                  </a:lnTo>
                  <a:cubicBezTo>
                    <a:pt x="453" y="6135"/>
                    <a:pt x="453" y="6392"/>
                    <a:pt x="612" y="6552"/>
                  </a:cubicBezTo>
                  <a:lnTo>
                    <a:pt x="666" y="6610"/>
                  </a:lnTo>
                  <a:cubicBezTo>
                    <a:pt x="746" y="6689"/>
                    <a:pt x="851" y="6729"/>
                    <a:pt x="956" y="6729"/>
                  </a:cubicBezTo>
                  <a:cubicBezTo>
                    <a:pt x="1061" y="6729"/>
                    <a:pt x="1166" y="6689"/>
                    <a:pt x="1246" y="6610"/>
                  </a:cubicBezTo>
                  <a:lnTo>
                    <a:pt x="1246" y="6610"/>
                  </a:lnTo>
                  <a:lnTo>
                    <a:pt x="1159" y="6697"/>
                  </a:lnTo>
                  <a:cubicBezTo>
                    <a:pt x="996" y="6856"/>
                    <a:pt x="996" y="7120"/>
                    <a:pt x="1159" y="7283"/>
                  </a:cubicBezTo>
                  <a:lnTo>
                    <a:pt x="1202" y="7330"/>
                  </a:lnTo>
                  <a:cubicBezTo>
                    <a:pt x="1284" y="7410"/>
                    <a:pt x="1391" y="7450"/>
                    <a:pt x="1498" y="7450"/>
                  </a:cubicBezTo>
                  <a:cubicBezTo>
                    <a:pt x="1604" y="7450"/>
                    <a:pt x="1711" y="7410"/>
                    <a:pt x="1793" y="7330"/>
                  </a:cubicBezTo>
                  <a:lnTo>
                    <a:pt x="1793" y="7330"/>
                  </a:lnTo>
                  <a:lnTo>
                    <a:pt x="1684" y="7439"/>
                  </a:lnTo>
                  <a:cubicBezTo>
                    <a:pt x="1518" y="7602"/>
                    <a:pt x="1518" y="7874"/>
                    <a:pt x="1684" y="8040"/>
                  </a:cubicBezTo>
                  <a:lnTo>
                    <a:pt x="1717" y="8069"/>
                  </a:lnTo>
                  <a:cubicBezTo>
                    <a:pt x="1798" y="8152"/>
                    <a:pt x="1907" y="8194"/>
                    <a:pt x="2016" y="8194"/>
                  </a:cubicBezTo>
                  <a:cubicBezTo>
                    <a:pt x="2125" y="8194"/>
                    <a:pt x="2235" y="8152"/>
                    <a:pt x="2318" y="8069"/>
                  </a:cubicBezTo>
                  <a:lnTo>
                    <a:pt x="5505" y="4882"/>
                  </a:lnTo>
                  <a:lnTo>
                    <a:pt x="5976" y="6041"/>
                  </a:lnTo>
                  <a:cubicBezTo>
                    <a:pt x="6088" y="6239"/>
                    <a:pt x="6298" y="6355"/>
                    <a:pt x="6519" y="6355"/>
                  </a:cubicBezTo>
                  <a:cubicBezTo>
                    <a:pt x="6577" y="6355"/>
                    <a:pt x="6635" y="6347"/>
                    <a:pt x="6693" y="6331"/>
                  </a:cubicBezTo>
                  <a:cubicBezTo>
                    <a:pt x="6693" y="6331"/>
                    <a:pt x="6965" y="6161"/>
                    <a:pt x="6932" y="6059"/>
                  </a:cubicBezTo>
                  <a:cubicBezTo>
                    <a:pt x="6784" y="5599"/>
                    <a:pt x="6704" y="4480"/>
                    <a:pt x="6668" y="3810"/>
                  </a:cubicBezTo>
                  <a:cubicBezTo>
                    <a:pt x="6653" y="3538"/>
                    <a:pt x="6733" y="3267"/>
                    <a:pt x="6896" y="3046"/>
                  </a:cubicBezTo>
                  <a:cubicBezTo>
                    <a:pt x="6928" y="2995"/>
                    <a:pt x="6968" y="2952"/>
                    <a:pt x="7012" y="2908"/>
                  </a:cubicBezTo>
                  <a:lnTo>
                    <a:pt x="7852" y="2068"/>
                  </a:lnTo>
                  <a:lnTo>
                    <a:pt x="5784"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2"/>
            <p:cNvSpPr/>
            <p:nvPr/>
          </p:nvSpPr>
          <p:spPr>
            <a:xfrm>
              <a:off x="3790002" y="2459015"/>
              <a:ext cx="79596" cy="79885"/>
            </a:xfrm>
            <a:custGeom>
              <a:rect b="b" l="l" r="r" t="t"/>
              <a:pathLst>
                <a:path extrusionOk="0" h="3047" w="3036">
                  <a:moveTo>
                    <a:pt x="968" y="1"/>
                  </a:moveTo>
                  <a:lnTo>
                    <a:pt x="1" y="968"/>
                  </a:lnTo>
                  <a:lnTo>
                    <a:pt x="2080" y="3046"/>
                  </a:lnTo>
                  <a:cubicBezTo>
                    <a:pt x="2112" y="2999"/>
                    <a:pt x="2152" y="2952"/>
                    <a:pt x="2196" y="2909"/>
                  </a:cubicBezTo>
                  <a:lnTo>
                    <a:pt x="3036" y="2069"/>
                  </a:lnTo>
                  <a:lnTo>
                    <a:pt x="96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2"/>
            <p:cNvSpPr/>
            <p:nvPr/>
          </p:nvSpPr>
          <p:spPr>
            <a:xfrm>
              <a:off x="3663739" y="2459015"/>
              <a:ext cx="161526" cy="154893"/>
            </a:xfrm>
            <a:custGeom>
              <a:rect b="b" l="l" r="r" t="t"/>
              <a:pathLst>
                <a:path extrusionOk="0" h="5908" w="6161">
                  <a:moveTo>
                    <a:pt x="5784" y="1"/>
                  </a:moveTo>
                  <a:lnTo>
                    <a:pt x="4748" y="1040"/>
                  </a:lnTo>
                  <a:cubicBezTo>
                    <a:pt x="4672" y="1112"/>
                    <a:pt x="4574" y="1160"/>
                    <a:pt x="4469" y="1167"/>
                  </a:cubicBezTo>
                  <a:cubicBezTo>
                    <a:pt x="4252" y="1181"/>
                    <a:pt x="4046" y="1272"/>
                    <a:pt x="3893" y="1428"/>
                  </a:cubicBezTo>
                  <a:lnTo>
                    <a:pt x="152" y="5169"/>
                  </a:lnTo>
                  <a:cubicBezTo>
                    <a:pt x="0" y="5321"/>
                    <a:pt x="0" y="5571"/>
                    <a:pt x="152" y="5723"/>
                  </a:cubicBezTo>
                  <a:lnTo>
                    <a:pt x="232" y="5803"/>
                  </a:lnTo>
                  <a:cubicBezTo>
                    <a:pt x="283" y="5853"/>
                    <a:pt x="351" y="5890"/>
                    <a:pt x="424" y="5908"/>
                  </a:cubicBezTo>
                  <a:cubicBezTo>
                    <a:pt x="391" y="5774"/>
                    <a:pt x="431" y="5636"/>
                    <a:pt x="529" y="5542"/>
                  </a:cubicBezTo>
                  <a:lnTo>
                    <a:pt x="4270" y="1801"/>
                  </a:lnTo>
                  <a:cubicBezTo>
                    <a:pt x="4422" y="1649"/>
                    <a:pt x="4629" y="1554"/>
                    <a:pt x="4846" y="1540"/>
                  </a:cubicBezTo>
                  <a:cubicBezTo>
                    <a:pt x="4947" y="1533"/>
                    <a:pt x="5049" y="1486"/>
                    <a:pt x="5121" y="1413"/>
                  </a:cubicBezTo>
                  <a:lnTo>
                    <a:pt x="6161" y="377"/>
                  </a:lnTo>
                  <a:lnTo>
                    <a:pt x="5784"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2"/>
            <p:cNvSpPr/>
            <p:nvPr/>
          </p:nvSpPr>
          <p:spPr>
            <a:xfrm>
              <a:off x="3798182" y="2443835"/>
              <a:ext cx="86518" cy="86623"/>
            </a:xfrm>
            <a:custGeom>
              <a:rect b="b" l="l" r="r" t="t"/>
              <a:pathLst>
                <a:path extrusionOk="0" h="3304" w="3300">
                  <a:moveTo>
                    <a:pt x="920" y="0"/>
                  </a:moveTo>
                  <a:lnTo>
                    <a:pt x="0" y="920"/>
                  </a:lnTo>
                  <a:lnTo>
                    <a:pt x="2384" y="3303"/>
                  </a:lnTo>
                  <a:lnTo>
                    <a:pt x="3300" y="2383"/>
                  </a:lnTo>
                  <a:lnTo>
                    <a:pt x="920"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2"/>
            <p:cNvSpPr/>
            <p:nvPr/>
          </p:nvSpPr>
          <p:spPr>
            <a:xfrm>
              <a:off x="3798182" y="2443835"/>
              <a:ext cx="37150" cy="37150"/>
            </a:xfrm>
            <a:custGeom>
              <a:rect b="b" l="l" r="r" t="t"/>
              <a:pathLst>
                <a:path extrusionOk="0" h="1417" w="1417">
                  <a:moveTo>
                    <a:pt x="920" y="0"/>
                  </a:moveTo>
                  <a:lnTo>
                    <a:pt x="0" y="920"/>
                  </a:lnTo>
                  <a:lnTo>
                    <a:pt x="500" y="1416"/>
                  </a:lnTo>
                  <a:lnTo>
                    <a:pt x="1417" y="500"/>
                  </a:lnTo>
                  <a:lnTo>
                    <a:pt x="9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2"/>
            <p:cNvSpPr/>
            <p:nvPr/>
          </p:nvSpPr>
          <p:spPr>
            <a:xfrm>
              <a:off x="3552052" y="2561709"/>
              <a:ext cx="205886" cy="214852"/>
            </a:xfrm>
            <a:custGeom>
              <a:rect b="b" l="l" r="r" t="t"/>
              <a:pathLst>
                <a:path extrusionOk="0" h="8195" w="7853">
                  <a:moveTo>
                    <a:pt x="5836" y="1"/>
                  </a:moveTo>
                  <a:cubicBezTo>
                    <a:pt x="5727" y="1"/>
                    <a:pt x="5618" y="42"/>
                    <a:pt x="5535" y="125"/>
                  </a:cubicBezTo>
                  <a:lnTo>
                    <a:pt x="2348" y="3313"/>
                  </a:lnTo>
                  <a:lnTo>
                    <a:pt x="1877" y="2157"/>
                  </a:lnTo>
                  <a:cubicBezTo>
                    <a:pt x="1762" y="1956"/>
                    <a:pt x="1554" y="1839"/>
                    <a:pt x="1333" y="1839"/>
                  </a:cubicBezTo>
                  <a:cubicBezTo>
                    <a:pt x="1276" y="1839"/>
                    <a:pt x="1218" y="1847"/>
                    <a:pt x="1160" y="1864"/>
                  </a:cubicBezTo>
                  <a:cubicBezTo>
                    <a:pt x="1160" y="1864"/>
                    <a:pt x="888" y="2034"/>
                    <a:pt x="921" y="2136"/>
                  </a:cubicBezTo>
                  <a:cubicBezTo>
                    <a:pt x="1069" y="2595"/>
                    <a:pt x="1149" y="3715"/>
                    <a:pt x="1185" y="4385"/>
                  </a:cubicBezTo>
                  <a:cubicBezTo>
                    <a:pt x="1200" y="4660"/>
                    <a:pt x="1120" y="4928"/>
                    <a:pt x="957" y="5152"/>
                  </a:cubicBezTo>
                  <a:cubicBezTo>
                    <a:pt x="921" y="5199"/>
                    <a:pt x="881" y="5243"/>
                    <a:pt x="841" y="5286"/>
                  </a:cubicBezTo>
                  <a:lnTo>
                    <a:pt x="1" y="6127"/>
                  </a:lnTo>
                  <a:lnTo>
                    <a:pt x="2069" y="8195"/>
                  </a:lnTo>
                  <a:lnTo>
                    <a:pt x="3105" y="7159"/>
                  </a:lnTo>
                  <a:cubicBezTo>
                    <a:pt x="3181" y="7083"/>
                    <a:pt x="3279" y="7039"/>
                    <a:pt x="3384" y="7032"/>
                  </a:cubicBezTo>
                  <a:cubicBezTo>
                    <a:pt x="3601" y="7014"/>
                    <a:pt x="3804" y="6923"/>
                    <a:pt x="3959" y="6768"/>
                  </a:cubicBezTo>
                  <a:lnTo>
                    <a:pt x="7701" y="3026"/>
                  </a:lnTo>
                  <a:cubicBezTo>
                    <a:pt x="7853" y="2874"/>
                    <a:pt x="7853" y="2628"/>
                    <a:pt x="7701" y="2472"/>
                  </a:cubicBezTo>
                  <a:lnTo>
                    <a:pt x="7621" y="2396"/>
                  </a:lnTo>
                  <a:cubicBezTo>
                    <a:pt x="7545" y="2318"/>
                    <a:pt x="7444" y="2279"/>
                    <a:pt x="7344" y="2279"/>
                  </a:cubicBezTo>
                  <a:cubicBezTo>
                    <a:pt x="7244" y="2279"/>
                    <a:pt x="7144" y="2318"/>
                    <a:pt x="7068" y="2395"/>
                  </a:cubicBezTo>
                  <a:lnTo>
                    <a:pt x="7068" y="2395"/>
                  </a:lnTo>
                  <a:lnTo>
                    <a:pt x="7241" y="2219"/>
                  </a:lnTo>
                  <a:cubicBezTo>
                    <a:pt x="7400" y="2059"/>
                    <a:pt x="7400" y="1802"/>
                    <a:pt x="7241" y="1643"/>
                  </a:cubicBezTo>
                  <a:lnTo>
                    <a:pt x="7186" y="1589"/>
                  </a:lnTo>
                  <a:cubicBezTo>
                    <a:pt x="7107" y="1507"/>
                    <a:pt x="7002" y="1466"/>
                    <a:pt x="6897" y="1466"/>
                  </a:cubicBezTo>
                  <a:cubicBezTo>
                    <a:pt x="6795" y="1466"/>
                    <a:pt x="6692" y="1505"/>
                    <a:pt x="6614" y="1582"/>
                  </a:cubicBezTo>
                  <a:lnTo>
                    <a:pt x="6614" y="1582"/>
                  </a:lnTo>
                  <a:lnTo>
                    <a:pt x="6694" y="1502"/>
                  </a:lnTo>
                  <a:cubicBezTo>
                    <a:pt x="6857" y="1339"/>
                    <a:pt x="6857" y="1074"/>
                    <a:pt x="6694" y="911"/>
                  </a:cubicBezTo>
                  <a:lnTo>
                    <a:pt x="6647" y="868"/>
                  </a:lnTo>
                  <a:cubicBezTo>
                    <a:pt x="6567" y="786"/>
                    <a:pt x="6461" y="746"/>
                    <a:pt x="6355" y="746"/>
                  </a:cubicBezTo>
                  <a:cubicBezTo>
                    <a:pt x="6248" y="746"/>
                    <a:pt x="6142" y="786"/>
                    <a:pt x="6060" y="868"/>
                  </a:cubicBezTo>
                  <a:lnTo>
                    <a:pt x="6169" y="759"/>
                  </a:lnTo>
                  <a:cubicBezTo>
                    <a:pt x="6335" y="593"/>
                    <a:pt x="6335" y="325"/>
                    <a:pt x="6169" y="158"/>
                  </a:cubicBezTo>
                  <a:lnTo>
                    <a:pt x="6136" y="125"/>
                  </a:lnTo>
                  <a:cubicBezTo>
                    <a:pt x="6053" y="42"/>
                    <a:pt x="5944" y="1"/>
                    <a:pt x="583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2"/>
            <p:cNvSpPr/>
            <p:nvPr/>
          </p:nvSpPr>
          <p:spPr>
            <a:xfrm>
              <a:off x="3596412" y="2621773"/>
              <a:ext cx="161526" cy="154893"/>
            </a:xfrm>
            <a:custGeom>
              <a:rect b="b" l="l" r="r" t="t"/>
              <a:pathLst>
                <a:path extrusionOk="0" h="5908" w="6161">
                  <a:moveTo>
                    <a:pt x="5737" y="0"/>
                  </a:moveTo>
                  <a:cubicBezTo>
                    <a:pt x="5766" y="131"/>
                    <a:pt x="5726" y="268"/>
                    <a:pt x="5632" y="362"/>
                  </a:cubicBezTo>
                  <a:lnTo>
                    <a:pt x="1891" y="4104"/>
                  </a:lnTo>
                  <a:cubicBezTo>
                    <a:pt x="1739" y="4256"/>
                    <a:pt x="1532" y="4350"/>
                    <a:pt x="1315" y="4364"/>
                  </a:cubicBezTo>
                  <a:cubicBezTo>
                    <a:pt x="1210" y="4372"/>
                    <a:pt x="1112" y="4415"/>
                    <a:pt x="1040" y="4491"/>
                  </a:cubicBezTo>
                  <a:lnTo>
                    <a:pt x="0" y="5531"/>
                  </a:lnTo>
                  <a:lnTo>
                    <a:pt x="377" y="5907"/>
                  </a:lnTo>
                  <a:lnTo>
                    <a:pt x="1413" y="4868"/>
                  </a:lnTo>
                  <a:cubicBezTo>
                    <a:pt x="1489" y="4792"/>
                    <a:pt x="1587" y="4748"/>
                    <a:pt x="1692" y="4741"/>
                  </a:cubicBezTo>
                  <a:cubicBezTo>
                    <a:pt x="1909" y="4727"/>
                    <a:pt x="2112" y="4632"/>
                    <a:pt x="2267" y="4480"/>
                  </a:cubicBezTo>
                  <a:lnTo>
                    <a:pt x="6009" y="739"/>
                  </a:lnTo>
                  <a:cubicBezTo>
                    <a:pt x="6161" y="583"/>
                    <a:pt x="6161" y="337"/>
                    <a:pt x="6009" y="185"/>
                  </a:cubicBezTo>
                  <a:lnTo>
                    <a:pt x="5929" y="105"/>
                  </a:lnTo>
                  <a:cubicBezTo>
                    <a:pt x="5878" y="51"/>
                    <a:pt x="5810" y="15"/>
                    <a:pt x="573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2"/>
            <p:cNvSpPr/>
            <p:nvPr/>
          </p:nvSpPr>
          <p:spPr>
            <a:xfrm>
              <a:off x="3552052" y="2696782"/>
              <a:ext cx="79596" cy="79780"/>
            </a:xfrm>
            <a:custGeom>
              <a:rect b="b" l="l" r="r" t="t"/>
              <a:pathLst>
                <a:path extrusionOk="0" h="3043" w="3036">
                  <a:moveTo>
                    <a:pt x="957" y="0"/>
                  </a:moveTo>
                  <a:cubicBezTo>
                    <a:pt x="921" y="47"/>
                    <a:pt x="881" y="91"/>
                    <a:pt x="841" y="134"/>
                  </a:cubicBezTo>
                  <a:lnTo>
                    <a:pt x="1" y="975"/>
                  </a:lnTo>
                  <a:lnTo>
                    <a:pt x="2069" y="3043"/>
                  </a:lnTo>
                  <a:lnTo>
                    <a:pt x="3036" y="2076"/>
                  </a:lnTo>
                  <a:lnTo>
                    <a:pt x="957"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2"/>
            <p:cNvSpPr/>
            <p:nvPr/>
          </p:nvSpPr>
          <p:spPr>
            <a:xfrm>
              <a:off x="3536872" y="2705145"/>
              <a:ext cx="86623" cy="86518"/>
            </a:xfrm>
            <a:custGeom>
              <a:rect b="b" l="l" r="r" t="t"/>
              <a:pathLst>
                <a:path extrusionOk="0" h="3300" w="3304">
                  <a:moveTo>
                    <a:pt x="920" y="0"/>
                  </a:moveTo>
                  <a:lnTo>
                    <a:pt x="0" y="920"/>
                  </a:lnTo>
                  <a:lnTo>
                    <a:pt x="2384" y="3299"/>
                  </a:lnTo>
                  <a:lnTo>
                    <a:pt x="3303" y="2383"/>
                  </a:lnTo>
                  <a:lnTo>
                    <a:pt x="920"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2"/>
            <p:cNvSpPr/>
            <p:nvPr/>
          </p:nvSpPr>
          <p:spPr>
            <a:xfrm>
              <a:off x="3586345" y="2754513"/>
              <a:ext cx="37150" cy="37150"/>
            </a:xfrm>
            <a:custGeom>
              <a:rect b="b" l="l" r="r" t="t"/>
              <a:pathLst>
                <a:path extrusionOk="0" h="1417" w="1417">
                  <a:moveTo>
                    <a:pt x="917" y="0"/>
                  </a:moveTo>
                  <a:lnTo>
                    <a:pt x="0" y="920"/>
                  </a:lnTo>
                  <a:lnTo>
                    <a:pt x="497" y="1416"/>
                  </a:lnTo>
                  <a:lnTo>
                    <a:pt x="1416" y="500"/>
                  </a:lnTo>
                  <a:lnTo>
                    <a:pt x="917"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2"/>
            <p:cNvSpPr/>
            <p:nvPr/>
          </p:nvSpPr>
          <p:spPr>
            <a:xfrm>
              <a:off x="3531183" y="2438618"/>
              <a:ext cx="359416" cy="358315"/>
            </a:xfrm>
            <a:custGeom>
              <a:rect b="b" l="l" r="r" t="t"/>
              <a:pathLst>
                <a:path extrusionOk="0" h="13667" w="13709">
                  <a:moveTo>
                    <a:pt x="11104" y="482"/>
                  </a:moveTo>
                  <a:lnTo>
                    <a:pt x="13201" y="2582"/>
                  </a:lnTo>
                  <a:lnTo>
                    <a:pt x="12568" y="3216"/>
                  </a:lnTo>
                  <a:lnTo>
                    <a:pt x="12553" y="3202"/>
                  </a:lnTo>
                  <a:lnTo>
                    <a:pt x="10489" y="1137"/>
                  </a:lnTo>
                  <a:lnTo>
                    <a:pt x="10474" y="1123"/>
                  </a:lnTo>
                  <a:lnTo>
                    <a:pt x="11104" y="482"/>
                  </a:lnTo>
                  <a:close/>
                  <a:moveTo>
                    <a:pt x="3361" y="1557"/>
                  </a:moveTo>
                  <a:lnTo>
                    <a:pt x="3560" y="1760"/>
                  </a:lnTo>
                  <a:cubicBezTo>
                    <a:pt x="3821" y="2021"/>
                    <a:pt x="4173" y="2164"/>
                    <a:pt x="4540" y="2164"/>
                  </a:cubicBezTo>
                  <a:cubicBezTo>
                    <a:pt x="4566" y="2164"/>
                    <a:pt x="4592" y="2164"/>
                    <a:pt x="4618" y="2162"/>
                  </a:cubicBezTo>
                  <a:cubicBezTo>
                    <a:pt x="5375" y="2122"/>
                    <a:pt x="6360" y="2046"/>
                    <a:pt x="6852" y="1912"/>
                  </a:cubicBezTo>
                  <a:cubicBezTo>
                    <a:pt x="6885" y="1945"/>
                    <a:pt x="6914" y="1981"/>
                    <a:pt x="6939" y="2021"/>
                  </a:cubicBezTo>
                  <a:cubicBezTo>
                    <a:pt x="6979" y="2198"/>
                    <a:pt x="6900" y="2383"/>
                    <a:pt x="6744" y="2477"/>
                  </a:cubicBezTo>
                  <a:lnTo>
                    <a:pt x="5599" y="2941"/>
                  </a:lnTo>
                  <a:cubicBezTo>
                    <a:pt x="5469" y="2995"/>
                    <a:pt x="5433" y="3165"/>
                    <a:pt x="5534" y="3267"/>
                  </a:cubicBezTo>
                  <a:lnTo>
                    <a:pt x="6570" y="4303"/>
                  </a:lnTo>
                  <a:lnTo>
                    <a:pt x="6219" y="4650"/>
                  </a:lnTo>
                  <a:lnTo>
                    <a:pt x="5860" y="4295"/>
                  </a:lnTo>
                  <a:cubicBezTo>
                    <a:pt x="5816" y="4249"/>
                    <a:pt x="5766" y="4230"/>
                    <a:pt x="5718" y="4230"/>
                  </a:cubicBezTo>
                  <a:cubicBezTo>
                    <a:pt x="5562" y="4230"/>
                    <a:pt x="5428" y="4434"/>
                    <a:pt x="5578" y="4578"/>
                  </a:cubicBezTo>
                  <a:lnTo>
                    <a:pt x="5936" y="4936"/>
                  </a:lnTo>
                  <a:lnTo>
                    <a:pt x="5585" y="5284"/>
                  </a:lnTo>
                  <a:lnTo>
                    <a:pt x="5005" y="4705"/>
                  </a:lnTo>
                  <a:cubicBezTo>
                    <a:pt x="4961" y="4659"/>
                    <a:pt x="4911" y="4639"/>
                    <a:pt x="4864" y="4639"/>
                  </a:cubicBezTo>
                  <a:cubicBezTo>
                    <a:pt x="4708" y="4639"/>
                    <a:pt x="4573" y="4843"/>
                    <a:pt x="4723" y="4987"/>
                  </a:cubicBezTo>
                  <a:lnTo>
                    <a:pt x="5302" y="5567"/>
                  </a:lnTo>
                  <a:lnTo>
                    <a:pt x="4951" y="5918"/>
                  </a:lnTo>
                  <a:lnTo>
                    <a:pt x="4596" y="5559"/>
                  </a:lnTo>
                  <a:cubicBezTo>
                    <a:pt x="4551" y="5513"/>
                    <a:pt x="4501" y="5494"/>
                    <a:pt x="4453" y="5494"/>
                  </a:cubicBezTo>
                  <a:cubicBezTo>
                    <a:pt x="4296" y="5494"/>
                    <a:pt x="4163" y="5698"/>
                    <a:pt x="4310" y="5842"/>
                  </a:cubicBezTo>
                  <a:lnTo>
                    <a:pt x="4669" y="6200"/>
                  </a:lnTo>
                  <a:lnTo>
                    <a:pt x="4321" y="6552"/>
                  </a:lnTo>
                  <a:lnTo>
                    <a:pt x="2365" y="4596"/>
                  </a:lnTo>
                  <a:cubicBezTo>
                    <a:pt x="2246" y="4473"/>
                    <a:pt x="2173" y="4317"/>
                    <a:pt x="2162" y="4147"/>
                  </a:cubicBezTo>
                  <a:cubicBezTo>
                    <a:pt x="2151" y="3995"/>
                    <a:pt x="2086" y="3850"/>
                    <a:pt x="1978" y="3741"/>
                  </a:cubicBezTo>
                  <a:lnTo>
                    <a:pt x="1579" y="3343"/>
                  </a:lnTo>
                  <a:lnTo>
                    <a:pt x="3361" y="1557"/>
                  </a:lnTo>
                  <a:close/>
                  <a:moveTo>
                    <a:pt x="9388" y="7117"/>
                  </a:moveTo>
                  <a:lnTo>
                    <a:pt x="11343" y="9072"/>
                  </a:lnTo>
                  <a:cubicBezTo>
                    <a:pt x="11463" y="9192"/>
                    <a:pt x="11535" y="9351"/>
                    <a:pt x="11546" y="9521"/>
                  </a:cubicBezTo>
                  <a:cubicBezTo>
                    <a:pt x="11550" y="9597"/>
                    <a:pt x="11572" y="9670"/>
                    <a:pt x="11601" y="9739"/>
                  </a:cubicBezTo>
                  <a:cubicBezTo>
                    <a:pt x="11633" y="9811"/>
                    <a:pt x="11677" y="9873"/>
                    <a:pt x="11731" y="9927"/>
                  </a:cubicBezTo>
                  <a:lnTo>
                    <a:pt x="12129" y="10322"/>
                  </a:lnTo>
                  <a:lnTo>
                    <a:pt x="10340" y="12111"/>
                  </a:lnTo>
                  <a:lnTo>
                    <a:pt x="10145" y="11908"/>
                  </a:lnTo>
                  <a:cubicBezTo>
                    <a:pt x="9884" y="11647"/>
                    <a:pt x="9531" y="11500"/>
                    <a:pt x="9163" y="11500"/>
                  </a:cubicBezTo>
                  <a:cubicBezTo>
                    <a:pt x="9138" y="11500"/>
                    <a:pt x="9112" y="11501"/>
                    <a:pt x="9087" y="11503"/>
                  </a:cubicBezTo>
                  <a:cubicBezTo>
                    <a:pt x="8330" y="11546"/>
                    <a:pt x="7345" y="11622"/>
                    <a:pt x="6852" y="11756"/>
                  </a:cubicBezTo>
                  <a:cubicBezTo>
                    <a:pt x="6820" y="11723"/>
                    <a:pt x="6791" y="11687"/>
                    <a:pt x="6766" y="11647"/>
                  </a:cubicBezTo>
                  <a:cubicBezTo>
                    <a:pt x="6726" y="11466"/>
                    <a:pt x="6805" y="11285"/>
                    <a:pt x="6961" y="11191"/>
                  </a:cubicBezTo>
                  <a:lnTo>
                    <a:pt x="8106" y="10727"/>
                  </a:lnTo>
                  <a:cubicBezTo>
                    <a:pt x="8236" y="10673"/>
                    <a:pt x="8272" y="10499"/>
                    <a:pt x="8171" y="10398"/>
                  </a:cubicBezTo>
                  <a:lnTo>
                    <a:pt x="7139" y="9366"/>
                  </a:lnTo>
                  <a:lnTo>
                    <a:pt x="7486" y="9014"/>
                  </a:lnTo>
                  <a:lnTo>
                    <a:pt x="7845" y="9373"/>
                  </a:lnTo>
                  <a:cubicBezTo>
                    <a:pt x="7888" y="9416"/>
                    <a:pt x="7937" y="9434"/>
                    <a:pt x="7983" y="9434"/>
                  </a:cubicBezTo>
                  <a:cubicBezTo>
                    <a:pt x="8137" y="9434"/>
                    <a:pt x="8269" y="9235"/>
                    <a:pt x="8127" y="9090"/>
                  </a:cubicBezTo>
                  <a:lnTo>
                    <a:pt x="7769" y="8732"/>
                  </a:lnTo>
                  <a:lnTo>
                    <a:pt x="8120" y="8381"/>
                  </a:lnTo>
                  <a:lnTo>
                    <a:pt x="8700" y="8964"/>
                  </a:lnTo>
                  <a:cubicBezTo>
                    <a:pt x="8744" y="9010"/>
                    <a:pt x="8794" y="9029"/>
                    <a:pt x="8841" y="9029"/>
                  </a:cubicBezTo>
                  <a:cubicBezTo>
                    <a:pt x="8997" y="9029"/>
                    <a:pt x="9132" y="8825"/>
                    <a:pt x="8982" y="8681"/>
                  </a:cubicBezTo>
                  <a:lnTo>
                    <a:pt x="8403" y="8098"/>
                  </a:lnTo>
                  <a:lnTo>
                    <a:pt x="8638" y="7863"/>
                  </a:lnTo>
                  <a:lnTo>
                    <a:pt x="8645" y="7855"/>
                  </a:lnTo>
                  <a:lnTo>
                    <a:pt x="8754" y="7750"/>
                  </a:lnTo>
                  <a:lnTo>
                    <a:pt x="9112" y="8109"/>
                  </a:lnTo>
                  <a:cubicBezTo>
                    <a:pt x="9156" y="8151"/>
                    <a:pt x="9203" y="8168"/>
                    <a:pt x="9249" y="8168"/>
                  </a:cubicBezTo>
                  <a:cubicBezTo>
                    <a:pt x="9403" y="8168"/>
                    <a:pt x="9534" y="7971"/>
                    <a:pt x="9395" y="7823"/>
                  </a:cubicBezTo>
                  <a:lnTo>
                    <a:pt x="9036" y="7468"/>
                  </a:lnTo>
                  <a:lnTo>
                    <a:pt x="9388" y="7117"/>
                  </a:lnTo>
                  <a:close/>
                  <a:moveTo>
                    <a:pt x="1134" y="10452"/>
                  </a:moveTo>
                  <a:lnTo>
                    <a:pt x="1148" y="10463"/>
                  </a:lnTo>
                  <a:lnTo>
                    <a:pt x="3213" y="12531"/>
                  </a:lnTo>
                  <a:lnTo>
                    <a:pt x="3231" y="12546"/>
                  </a:lnTo>
                  <a:lnTo>
                    <a:pt x="2601" y="13183"/>
                  </a:lnTo>
                  <a:lnTo>
                    <a:pt x="500" y="11086"/>
                  </a:lnTo>
                  <a:lnTo>
                    <a:pt x="1134" y="10452"/>
                  </a:lnTo>
                  <a:close/>
                  <a:moveTo>
                    <a:pt x="12564" y="10456"/>
                  </a:moveTo>
                  <a:lnTo>
                    <a:pt x="13198" y="11090"/>
                  </a:lnTo>
                  <a:lnTo>
                    <a:pt x="11104" y="13183"/>
                  </a:lnTo>
                  <a:lnTo>
                    <a:pt x="10471" y="12549"/>
                  </a:lnTo>
                  <a:lnTo>
                    <a:pt x="10485" y="12535"/>
                  </a:lnTo>
                  <a:lnTo>
                    <a:pt x="12549" y="10470"/>
                  </a:lnTo>
                  <a:lnTo>
                    <a:pt x="12564" y="10456"/>
                  </a:lnTo>
                  <a:close/>
                  <a:moveTo>
                    <a:pt x="2602" y="1"/>
                  </a:moveTo>
                  <a:cubicBezTo>
                    <a:pt x="2551" y="1"/>
                    <a:pt x="2499" y="20"/>
                    <a:pt x="2459" y="58"/>
                  </a:cubicBezTo>
                  <a:lnTo>
                    <a:pt x="1673" y="847"/>
                  </a:lnTo>
                  <a:cubicBezTo>
                    <a:pt x="1524" y="992"/>
                    <a:pt x="1658" y="1195"/>
                    <a:pt x="1814" y="1195"/>
                  </a:cubicBezTo>
                  <a:cubicBezTo>
                    <a:pt x="1862" y="1195"/>
                    <a:pt x="1912" y="1176"/>
                    <a:pt x="1956" y="1130"/>
                  </a:cubicBezTo>
                  <a:lnTo>
                    <a:pt x="2601" y="482"/>
                  </a:lnTo>
                  <a:lnTo>
                    <a:pt x="3234" y="1115"/>
                  </a:lnTo>
                  <a:lnTo>
                    <a:pt x="3220" y="1130"/>
                  </a:lnTo>
                  <a:lnTo>
                    <a:pt x="1155" y="3194"/>
                  </a:lnTo>
                  <a:lnTo>
                    <a:pt x="1141" y="3209"/>
                  </a:lnTo>
                  <a:lnTo>
                    <a:pt x="507" y="2575"/>
                  </a:lnTo>
                  <a:lnTo>
                    <a:pt x="1402" y="1680"/>
                  </a:lnTo>
                  <a:cubicBezTo>
                    <a:pt x="1551" y="1536"/>
                    <a:pt x="1417" y="1333"/>
                    <a:pt x="1261" y="1333"/>
                  </a:cubicBezTo>
                  <a:cubicBezTo>
                    <a:pt x="1213" y="1333"/>
                    <a:pt x="1163" y="1352"/>
                    <a:pt x="1119" y="1398"/>
                  </a:cubicBezTo>
                  <a:lnTo>
                    <a:pt x="83" y="2434"/>
                  </a:lnTo>
                  <a:cubicBezTo>
                    <a:pt x="4" y="2513"/>
                    <a:pt x="4" y="2640"/>
                    <a:pt x="83" y="2716"/>
                  </a:cubicBezTo>
                  <a:lnTo>
                    <a:pt x="996" y="3643"/>
                  </a:lnTo>
                  <a:cubicBezTo>
                    <a:pt x="1034" y="3683"/>
                    <a:pt x="1085" y="3703"/>
                    <a:pt x="1136" y="3703"/>
                  </a:cubicBezTo>
                  <a:cubicBezTo>
                    <a:pt x="1187" y="3703"/>
                    <a:pt x="1239" y="3683"/>
                    <a:pt x="1279" y="3643"/>
                  </a:cubicBezTo>
                  <a:lnTo>
                    <a:pt x="1293" y="3629"/>
                  </a:lnTo>
                  <a:lnTo>
                    <a:pt x="1691" y="4027"/>
                  </a:lnTo>
                  <a:cubicBezTo>
                    <a:pt x="1731" y="4067"/>
                    <a:pt x="1757" y="4118"/>
                    <a:pt x="1760" y="4176"/>
                  </a:cubicBezTo>
                  <a:cubicBezTo>
                    <a:pt x="1778" y="4440"/>
                    <a:pt x="1891" y="4690"/>
                    <a:pt x="2079" y="4878"/>
                  </a:cubicBezTo>
                  <a:lnTo>
                    <a:pt x="4035" y="6834"/>
                  </a:lnTo>
                  <a:lnTo>
                    <a:pt x="3216" y="7653"/>
                  </a:lnTo>
                  <a:lnTo>
                    <a:pt x="2865" y="6776"/>
                  </a:lnTo>
                  <a:cubicBezTo>
                    <a:pt x="2861" y="6769"/>
                    <a:pt x="2854" y="6762"/>
                    <a:pt x="2850" y="6751"/>
                  </a:cubicBezTo>
                  <a:cubicBezTo>
                    <a:pt x="2701" y="6489"/>
                    <a:pt x="2424" y="6335"/>
                    <a:pt x="2133" y="6335"/>
                  </a:cubicBezTo>
                  <a:cubicBezTo>
                    <a:pt x="2057" y="6335"/>
                    <a:pt x="1981" y="6345"/>
                    <a:pt x="1905" y="6367"/>
                  </a:cubicBezTo>
                  <a:cubicBezTo>
                    <a:pt x="1887" y="6371"/>
                    <a:pt x="1869" y="6381"/>
                    <a:pt x="1854" y="6389"/>
                  </a:cubicBezTo>
                  <a:cubicBezTo>
                    <a:pt x="1670" y="6505"/>
                    <a:pt x="1463" y="6686"/>
                    <a:pt x="1529" y="6888"/>
                  </a:cubicBezTo>
                  <a:cubicBezTo>
                    <a:pt x="1634" y="7218"/>
                    <a:pt x="1724" y="8000"/>
                    <a:pt x="1786" y="9090"/>
                  </a:cubicBezTo>
                  <a:cubicBezTo>
                    <a:pt x="1800" y="9369"/>
                    <a:pt x="1695" y="9641"/>
                    <a:pt x="1496" y="9840"/>
                  </a:cubicBezTo>
                  <a:lnTo>
                    <a:pt x="1297" y="10039"/>
                  </a:lnTo>
                  <a:lnTo>
                    <a:pt x="1282" y="10025"/>
                  </a:lnTo>
                  <a:cubicBezTo>
                    <a:pt x="1242" y="9985"/>
                    <a:pt x="1191" y="9965"/>
                    <a:pt x="1139" y="9965"/>
                  </a:cubicBezTo>
                  <a:cubicBezTo>
                    <a:pt x="1088" y="9965"/>
                    <a:pt x="1036" y="9985"/>
                    <a:pt x="996" y="10025"/>
                  </a:cubicBezTo>
                  <a:lnTo>
                    <a:pt x="80" y="10941"/>
                  </a:lnTo>
                  <a:cubicBezTo>
                    <a:pt x="0" y="11021"/>
                    <a:pt x="0" y="11148"/>
                    <a:pt x="80" y="11227"/>
                  </a:cubicBezTo>
                  <a:lnTo>
                    <a:pt x="2463" y="13607"/>
                  </a:lnTo>
                  <a:cubicBezTo>
                    <a:pt x="2501" y="13647"/>
                    <a:pt x="2552" y="13666"/>
                    <a:pt x="2603" y="13666"/>
                  </a:cubicBezTo>
                  <a:cubicBezTo>
                    <a:pt x="2654" y="13666"/>
                    <a:pt x="2706" y="13647"/>
                    <a:pt x="2745" y="13607"/>
                  </a:cubicBezTo>
                  <a:lnTo>
                    <a:pt x="3662" y="12690"/>
                  </a:lnTo>
                  <a:cubicBezTo>
                    <a:pt x="3741" y="12611"/>
                    <a:pt x="3741" y="12484"/>
                    <a:pt x="3662" y="12408"/>
                  </a:cubicBezTo>
                  <a:lnTo>
                    <a:pt x="3647" y="12390"/>
                  </a:lnTo>
                  <a:lnTo>
                    <a:pt x="4046" y="11991"/>
                  </a:lnTo>
                  <a:cubicBezTo>
                    <a:pt x="4085" y="11952"/>
                    <a:pt x="4140" y="11930"/>
                    <a:pt x="4194" y="11926"/>
                  </a:cubicBezTo>
                  <a:cubicBezTo>
                    <a:pt x="4277" y="11919"/>
                    <a:pt x="4357" y="11905"/>
                    <a:pt x="4437" y="11879"/>
                  </a:cubicBezTo>
                  <a:cubicBezTo>
                    <a:pt x="4513" y="11857"/>
                    <a:pt x="4589" y="11825"/>
                    <a:pt x="4661" y="11785"/>
                  </a:cubicBezTo>
                  <a:cubicBezTo>
                    <a:pt x="4857" y="11675"/>
                    <a:pt x="4748" y="11407"/>
                    <a:pt x="4570" y="11407"/>
                  </a:cubicBezTo>
                  <a:cubicBezTo>
                    <a:pt x="4537" y="11407"/>
                    <a:pt x="4502" y="11416"/>
                    <a:pt x="4466" y="11437"/>
                  </a:cubicBezTo>
                  <a:cubicBezTo>
                    <a:pt x="4419" y="11463"/>
                    <a:pt x="4372" y="11481"/>
                    <a:pt x="4321" y="11495"/>
                  </a:cubicBezTo>
                  <a:cubicBezTo>
                    <a:pt x="4274" y="11510"/>
                    <a:pt x="4223" y="11521"/>
                    <a:pt x="4169" y="11524"/>
                  </a:cubicBezTo>
                  <a:cubicBezTo>
                    <a:pt x="4017" y="11535"/>
                    <a:pt x="3872" y="11600"/>
                    <a:pt x="3763" y="11709"/>
                  </a:cubicBezTo>
                  <a:lnTo>
                    <a:pt x="3361" y="12111"/>
                  </a:lnTo>
                  <a:lnTo>
                    <a:pt x="1576" y="10325"/>
                  </a:lnTo>
                  <a:lnTo>
                    <a:pt x="1778" y="10123"/>
                  </a:lnTo>
                  <a:cubicBezTo>
                    <a:pt x="2054" y="9844"/>
                    <a:pt x="2202" y="9463"/>
                    <a:pt x="2180" y="9069"/>
                  </a:cubicBezTo>
                  <a:cubicBezTo>
                    <a:pt x="2141" y="8312"/>
                    <a:pt x="2065" y="7323"/>
                    <a:pt x="1927" y="6834"/>
                  </a:cubicBezTo>
                  <a:cubicBezTo>
                    <a:pt x="1963" y="6802"/>
                    <a:pt x="1999" y="6773"/>
                    <a:pt x="2039" y="6747"/>
                  </a:cubicBezTo>
                  <a:cubicBezTo>
                    <a:pt x="2070" y="6740"/>
                    <a:pt x="2100" y="6737"/>
                    <a:pt x="2131" y="6737"/>
                  </a:cubicBezTo>
                  <a:cubicBezTo>
                    <a:pt x="2278" y="6737"/>
                    <a:pt x="2418" y="6814"/>
                    <a:pt x="2496" y="6943"/>
                  </a:cubicBezTo>
                  <a:lnTo>
                    <a:pt x="2959" y="8084"/>
                  </a:lnTo>
                  <a:cubicBezTo>
                    <a:pt x="2990" y="8165"/>
                    <a:pt x="3067" y="8211"/>
                    <a:pt x="3145" y="8211"/>
                  </a:cubicBezTo>
                  <a:cubicBezTo>
                    <a:pt x="3195" y="8211"/>
                    <a:pt x="3245" y="8192"/>
                    <a:pt x="3285" y="8152"/>
                  </a:cubicBezTo>
                  <a:lnTo>
                    <a:pt x="5349" y="6088"/>
                  </a:lnTo>
                  <a:lnTo>
                    <a:pt x="6356" y="5081"/>
                  </a:lnTo>
                  <a:lnTo>
                    <a:pt x="6360" y="5078"/>
                  </a:lnTo>
                  <a:lnTo>
                    <a:pt x="6364" y="5074"/>
                  </a:lnTo>
                  <a:lnTo>
                    <a:pt x="6472" y="4965"/>
                  </a:lnTo>
                  <a:cubicBezTo>
                    <a:pt x="6516" y="4922"/>
                    <a:pt x="6573" y="4900"/>
                    <a:pt x="6630" y="4900"/>
                  </a:cubicBezTo>
                  <a:cubicBezTo>
                    <a:pt x="6688" y="4900"/>
                    <a:pt x="6746" y="4922"/>
                    <a:pt x="6791" y="4965"/>
                  </a:cubicBezTo>
                  <a:lnTo>
                    <a:pt x="6820" y="4998"/>
                  </a:lnTo>
                  <a:cubicBezTo>
                    <a:pt x="6907" y="5085"/>
                    <a:pt x="6907" y="5226"/>
                    <a:pt x="6820" y="5313"/>
                  </a:cubicBezTo>
                  <a:lnTo>
                    <a:pt x="6070" y="6063"/>
                  </a:lnTo>
                  <a:lnTo>
                    <a:pt x="5697" y="6436"/>
                  </a:lnTo>
                  <a:lnTo>
                    <a:pt x="4314" y="7826"/>
                  </a:lnTo>
                  <a:cubicBezTo>
                    <a:pt x="4171" y="7972"/>
                    <a:pt x="4304" y="8168"/>
                    <a:pt x="4459" y="8168"/>
                  </a:cubicBezTo>
                  <a:cubicBezTo>
                    <a:pt x="4505" y="8168"/>
                    <a:pt x="4553" y="8151"/>
                    <a:pt x="4596" y="8109"/>
                  </a:cubicBezTo>
                  <a:lnTo>
                    <a:pt x="6997" y="5704"/>
                  </a:lnTo>
                  <a:cubicBezTo>
                    <a:pt x="7019" y="5682"/>
                    <a:pt x="7044" y="5668"/>
                    <a:pt x="7073" y="5657"/>
                  </a:cubicBezTo>
                  <a:cubicBezTo>
                    <a:pt x="7099" y="5647"/>
                    <a:pt x="7125" y="5642"/>
                    <a:pt x="7151" y="5642"/>
                  </a:cubicBezTo>
                  <a:cubicBezTo>
                    <a:pt x="7207" y="5642"/>
                    <a:pt x="7262" y="5665"/>
                    <a:pt x="7302" y="5704"/>
                  </a:cubicBezTo>
                  <a:lnTo>
                    <a:pt x="7349" y="5751"/>
                  </a:lnTo>
                  <a:cubicBezTo>
                    <a:pt x="7432" y="5835"/>
                    <a:pt x="7432" y="5965"/>
                    <a:pt x="7352" y="6052"/>
                  </a:cubicBezTo>
                  <a:lnTo>
                    <a:pt x="6161" y="7243"/>
                  </a:lnTo>
                  <a:lnTo>
                    <a:pt x="6077" y="7323"/>
                  </a:lnTo>
                  <a:lnTo>
                    <a:pt x="4723" y="8678"/>
                  </a:lnTo>
                  <a:cubicBezTo>
                    <a:pt x="4584" y="8822"/>
                    <a:pt x="4714" y="9021"/>
                    <a:pt x="4868" y="9021"/>
                  </a:cubicBezTo>
                  <a:cubicBezTo>
                    <a:pt x="4914" y="9021"/>
                    <a:pt x="4962" y="9003"/>
                    <a:pt x="5005" y="8960"/>
                  </a:cubicBezTo>
                  <a:lnTo>
                    <a:pt x="6360" y="7606"/>
                  </a:lnTo>
                  <a:lnTo>
                    <a:pt x="7544" y="6425"/>
                  </a:lnTo>
                  <a:cubicBezTo>
                    <a:pt x="7584" y="6383"/>
                    <a:pt x="7637" y="6362"/>
                    <a:pt x="7690" y="6362"/>
                  </a:cubicBezTo>
                  <a:cubicBezTo>
                    <a:pt x="7742" y="6362"/>
                    <a:pt x="7796" y="6383"/>
                    <a:pt x="7838" y="6425"/>
                  </a:cubicBezTo>
                  <a:lnTo>
                    <a:pt x="7892" y="6479"/>
                  </a:lnTo>
                  <a:cubicBezTo>
                    <a:pt x="7972" y="6559"/>
                    <a:pt x="7975" y="6689"/>
                    <a:pt x="7896" y="6773"/>
                  </a:cubicBezTo>
                  <a:lnTo>
                    <a:pt x="6704" y="7964"/>
                  </a:lnTo>
                  <a:lnTo>
                    <a:pt x="5578" y="9090"/>
                  </a:lnTo>
                  <a:cubicBezTo>
                    <a:pt x="5435" y="9235"/>
                    <a:pt x="5568" y="9432"/>
                    <a:pt x="5723" y="9432"/>
                  </a:cubicBezTo>
                  <a:cubicBezTo>
                    <a:pt x="5769" y="9432"/>
                    <a:pt x="5817" y="9415"/>
                    <a:pt x="5860" y="9373"/>
                  </a:cubicBezTo>
                  <a:lnTo>
                    <a:pt x="8001" y="7229"/>
                  </a:lnTo>
                  <a:cubicBezTo>
                    <a:pt x="8039" y="7194"/>
                    <a:pt x="8089" y="7175"/>
                    <a:pt x="8139" y="7175"/>
                  </a:cubicBezTo>
                  <a:cubicBezTo>
                    <a:pt x="8151" y="7175"/>
                    <a:pt x="8163" y="7176"/>
                    <a:pt x="8174" y="7178"/>
                  </a:cubicBezTo>
                  <a:cubicBezTo>
                    <a:pt x="8214" y="7185"/>
                    <a:pt x="8247" y="7204"/>
                    <a:pt x="8272" y="7229"/>
                  </a:cubicBezTo>
                  <a:lnTo>
                    <a:pt x="8352" y="7309"/>
                  </a:lnTo>
                  <a:cubicBezTo>
                    <a:pt x="8424" y="7385"/>
                    <a:pt x="8428" y="7504"/>
                    <a:pt x="8355" y="7580"/>
                  </a:cubicBezTo>
                  <a:lnTo>
                    <a:pt x="8348" y="7584"/>
                  </a:lnTo>
                  <a:lnTo>
                    <a:pt x="6711" y="9224"/>
                  </a:lnTo>
                  <a:lnTo>
                    <a:pt x="4998" y="10938"/>
                  </a:lnTo>
                  <a:cubicBezTo>
                    <a:pt x="4859" y="11083"/>
                    <a:pt x="4990" y="11279"/>
                    <a:pt x="5145" y="11279"/>
                  </a:cubicBezTo>
                  <a:cubicBezTo>
                    <a:pt x="5192" y="11279"/>
                    <a:pt x="5240" y="11262"/>
                    <a:pt x="5284" y="11220"/>
                  </a:cubicBezTo>
                  <a:lnTo>
                    <a:pt x="6852" y="9648"/>
                  </a:lnTo>
                  <a:lnTo>
                    <a:pt x="7671" y="10470"/>
                  </a:lnTo>
                  <a:lnTo>
                    <a:pt x="6794" y="10825"/>
                  </a:lnTo>
                  <a:cubicBezTo>
                    <a:pt x="6787" y="10829"/>
                    <a:pt x="6780" y="10833"/>
                    <a:pt x="6773" y="10836"/>
                  </a:cubicBezTo>
                  <a:cubicBezTo>
                    <a:pt x="6440" y="11024"/>
                    <a:pt x="6280" y="11416"/>
                    <a:pt x="6385" y="11781"/>
                  </a:cubicBezTo>
                  <a:cubicBezTo>
                    <a:pt x="6392" y="11799"/>
                    <a:pt x="6400" y="11818"/>
                    <a:pt x="6407" y="11836"/>
                  </a:cubicBezTo>
                  <a:cubicBezTo>
                    <a:pt x="6508" y="11993"/>
                    <a:pt x="6658" y="12170"/>
                    <a:pt x="6832" y="12170"/>
                  </a:cubicBezTo>
                  <a:cubicBezTo>
                    <a:pt x="6858" y="12170"/>
                    <a:pt x="6884" y="12166"/>
                    <a:pt x="6910" y="12158"/>
                  </a:cubicBezTo>
                  <a:cubicBezTo>
                    <a:pt x="7240" y="12053"/>
                    <a:pt x="8019" y="11962"/>
                    <a:pt x="9109" y="11905"/>
                  </a:cubicBezTo>
                  <a:cubicBezTo>
                    <a:pt x="9129" y="11903"/>
                    <a:pt x="9150" y="11903"/>
                    <a:pt x="9171" y="11903"/>
                  </a:cubicBezTo>
                  <a:cubicBezTo>
                    <a:pt x="9428" y="11903"/>
                    <a:pt x="9674" y="12006"/>
                    <a:pt x="9858" y="12191"/>
                  </a:cubicBezTo>
                  <a:lnTo>
                    <a:pt x="10058" y="12390"/>
                  </a:lnTo>
                  <a:lnTo>
                    <a:pt x="10043" y="12408"/>
                  </a:lnTo>
                  <a:cubicBezTo>
                    <a:pt x="9967" y="12484"/>
                    <a:pt x="9967" y="12611"/>
                    <a:pt x="10043" y="12690"/>
                  </a:cubicBezTo>
                  <a:lnTo>
                    <a:pt x="10963" y="13607"/>
                  </a:lnTo>
                  <a:cubicBezTo>
                    <a:pt x="11001" y="13647"/>
                    <a:pt x="11052" y="13666"/>
                    <a:pt x="11103" y="13666"/>
                  </a:cubicBezTo>
                  <a:cubicBezTo>
                    <a:pt x="11154" y="13666"/>
                    <a:pt x="11206" y="13647"/>
                    <a:pt x="11246" y="13607"/>
                  </a:cubicBezTo>
                  <a:lnTo>
                    <a:pt x="13629" y="11227"/>
                  </a:lnTo>
                  <a:cubicBezTo>
                    <a:pt x="13705" y="11148"/>
                    <a:pt x="13705" y="11021"/>
                    <a:pt x="13629" y="10941"/>
                  </a:cubicBezTo>
                  <a:lnTo>
                    <a:pt x="12709" y="10025"/>
                  </a:lnTo>
                  <a:cubicBezTo>
                    <a:pt x="12669" y="9985"/>
                    <a:pt x="12617" y="9965"/>
                    <a:pt x="12566" y="9965"/>
                  </a:cubicBezTo>
                  <a:cubicBezTo>
                    <a:pt x="12515" y="9965"/>
                    <a:pt x="12464" y="9985"/>
                    <a:pt x="12426" y="10025"/>
                  </a:cubicBezTo>
                  <a:lnTo>
                    <a:pt x="12408" y="10039"/>
                  </a:lnTo>
                  <a:lnTo>
                    <a:pt x="12013" y="9641"/>
                  </a:lnTo>
                  <a:cubicBezTo>
                    <a:pt x="11992" y="9623"/>
                    <a:pt x="11977" y="9597"/>
                    <a:pt x="11966" y="9572"/>
                  </a:cubicBezTo>
                  <a:cubicBezTo>
                    <a:pt x="11955" y="9547"/>
                    <a:pt x="11948" y="9521"/>
                    <a:pt x="11948" y="9492"/>
                  </a:cubicBezTo>
                  <a:cubicBezTo>
                    <a:pt x="11926" y="9228"/>
                    <a:pt x="11814" y="8978"/>
                    <a:pt x="11626" y="8790"/>
                  </a:cubicBezTo>
                  <a:lnTo>
                    <a:pt x="9670" y="6834"/>
                  </a:lnTo>
                  <a:lnTo>
                    <a:pt x="10489" y="6012"/>
                  </a:lnTo>
                  <a:lnTo>
                    <a:pt x="10847" y="6888"/>
                  </a:lnTo>
                  <a:cubicBezTo>
                    <a:pt x="10851" y="6899"/>
                    <a:pt x="10854" y="6907"/>
                    <a:pt x="10858" y="6914"/>
                  </a:cubicBezTo>
                  <a:cubicBezTo>
                    <a:pt x="11008" y="7178"/>
                    <a:pt x="11285" y="7333"/>
                    <a:pt x="11576" y="7333"/>
                  </a:cubicBezTo>
                  <a:cubicBezTo>
                    <a:pt x="11652" y="7333"/>
                    <a:pt x="11728" y="7323"/>
                    <a:pt x="11803" y="7301"/>
                  </a:cubicBezTo>
                  <a:cubicBezTo>
                    <a:pt x="11821" y="7294"/>
                    <a:pt x="11840" y="7287"/>
                    <a:pt x="11858" y="7276"/>
                  </a:cubicBezTo>
                  <a:cubicBezTo>
                    <a:pt x="12039" y="7164"/>
                    <a:pt x="12245" y="6983"/>
                    <a:pt x="12180" y="6776"/>
                  </a:cubicBezTo>
                  <a:cubicBezTo>
                    <a:pt x="12075" y="6450"/>
                    <a:pt x="11984" y="5668"/>
                    <a:pt x="11926" y="4578"/>
                  </a:cubicBezTo>
                  <a:cubicBezTo>
                    <a:pt x="11912" y="4299"/>
                    <a:pt x="12017" y="4024"/>
                    <a:pt x="12213" y="3828"/>
                  </a:cubicBezTo>
                  <a:lnTo>
                    <a:pt x="12412" y="3625"/>
                  </a:lnTo>
                  <a:lnTo>
                    <a:pt x="12430" y="3643"/>
                  </a:lnTo>
                  <a:cubicBezTo>
                    <a:pt x="12468" y="3681"/>
                    <a:pt x="12519" y="3700"/>
                    <a:pt x="12570" y="3700"/>
                  </a:cubicBezTo>
                  <a:cubicBezTo>
                    <a:pt x="12621" y="3700"/>
                    <a:pt x="12673" y="3681"/>
                    <a:pt x="12712" y="3643"/>
                  </a:cubicBezTo>
                  <a:lnTo>
                    <a:pt x="13629" y="2723"/>
                  </a:lnTo>
                  <a:cubicBezTo>
                    <a:pt x="13708" y="2644"/>
                    <a:pt x="13708" y="2517"/>
                    <a:pt x="13629" y="2441"/>
                  </a:cubicBezTo>
                  <a:lnTo>
                    <a:pt x="11249" y="58"/>
                  </a:lnTo>
                  <a:cubicBezTo>
                    <a:pt x="11209" y="20"/>
                    <a:pt x="11158" y="1"/>
                    <a:pt x="11106" y="1"/>
                  </a:cubicBezTo>
                  <a:cubicBezTo>
                    <a:pt x="11055" y="1"/>
                    <a:pt x="11003" y="20"/>
                    <a:pt x="10963" y="58"/>
                  </a:cubicBezTo>
                  <a:lnTo>
                    <a:pt x="10043" y="978"/>
                  </a:lnTo>
                  <a:cubicBezTo>
                    <a:pt x="9964" y="1054"/>
                    <a:pt x="9964" y="1181"/>
                    <a:pt x="10043" y="1260"/>
                  </a:cubicBezTo>
                  <a:lnTo>
                    <a:pt x="10058" y="1275"/>
                  </a:lnTo>
                  <a:lnTo>
                    <a:pt x="9659" y="1673"/>
                  </a:lnTo>
                  <a:cubicBezTo>
                    <a:pt x="9619" y="1713"/>
                    <a:pt x="9569" y="1738"/>
                    <a:pt x="9511" y="1742"/>
                  </a:cubicBezTo>
                  <a:cubicBezTo>
                    <a:pt x="9246" y="1760"/>
                    <a:pt x="8997" y="1872"/>
                    <a:pt x="8808" y="2061"/>
                  </a:cubicBezTo>
                  <a:lnTo>
                    <a:pt x="8566" y="2303"/>
                  </a:lnTo>
                  <a:cubicBezTo>
                    <a:pt x="8421" y="2451"/>
                    <a:pt x="8554" y="2652"/>
                    <a:pt x="8709" y="2652"/>
                  </a:cubicBezTo>
                  <a:cubicBezTo>
                    <a:pt x="8756" y="2652"/>
                    <a:pt x="8804" y="2633"/>
                    <a:pt x="8848" y="2589"/>
                  </a:cubicBezTo>
                  <a:lnTo>
                    <a:pt x="9091" y="2343"/>
                  </a:lnTo>
                  <a:cubicBezTo>
                    <a:pt x="9210" y="2224"/>
                    <a:pt x="9370" y="2151"/>
                    <a:pt x="9540" y="2140"/>
                  </a:cubicBezTo>
                  <a:cubicBezTo>
                    <a:pt x="9692" y="2130"/>
                    <a:pt x="9837" y="2064"/>
                    <a:pt x="9945" y="1956"/>
                  </a:cubicBezTo>
                  <a:lnTo>
                    <a:pt x="10340" y="1557"/>
                  </a:lnTo>
                  <a:lnTo>
                    <a:pt x="12126" y="3343"/>
                  </a:lnTo>
                  <a:lnTo>
                    <a:pt x="11926" y="3546"/>
                  </a:lnTo>
                  <a:cubicBezTo>
                    <a:pt x="11648" y="3824"/>
                    <a:pt x="11503" y="4205"/>
                    <a:pt x="11521" y="4600"/>
                  </a:cubicBezTo>
                  <a:cubicBezTo>
                    <a:pt x="11564" y="5356"/>
                    <a:pt x="11640" y="6345"/>
                    <a:pt x="11774" y="6834"/>
                  </a:cubicBezTo>
                  <a:cubicBezTo>
                    <a:pt x="11742" y="6867"/>
                    <a:pt x="11706" y="6896"/>
                    <a:pt x="11666" y="6921"/>
                  </a:cubicBezTo>
                  <a:cubicBezTo>
                    <a:pt x="11635" y="6928"/>
                    <a:pt x="11604" y="6931"/>
                    <a:pt x="11574" y="6931"/>
                  </a:cubicBezTo>
                  <a:cubicBezTo>
                    <a:pt x="11427" y="6931"/>
                    <a:pt x="11287" y="6854"/>
                    <a:pt x="11209" y="6725"/>
                  </a:cubicBezTo>
                  <a:lnTo>
                    <a:pt x="10746" y="5581"/>
                  </a:lnTo>
                  <a:cubicBezTo>
                    <a:pt x="10713" y="5502"/>
                    <a:pt x="10636" y="5457"/>
                    <a:pt x="10558" y="5457"/>
                  </a:cubicBezTo>
                  <a:cubicBezTo>
                    <a:pt x="10508" y="5457"/>
                    <a:pt x="10458" y="5476"/>
                    <a:pt x="10420" y="5516"/>
                  </a:cubicBezTo>
                  <a:lnTo>
                    <a:pt x="8750" y="7185"/>
                  </a:lnTo>
                  <a:cubicBezTo>
                    <a:pt x="8721" y="7127"/>
                    <a:pt x="8681" y="7073"/>
                    <a:pt x="8638" y="7026"/>
                  </a:cubicBezTo>
                  <a:lnTo>
                    <a:pt x="8558" y="6950"/>
                  </a:lnTo>
                  <a:cubicBezTo>
                    <a:pt x="8511" y="6903"/>
                    <a:pt x="8457" y="6863"/>
                    <a:pt x="8399" y="6834"/>
                  </a:cubicBezTo>
                  <a:lnTo>
                    <a:pt x="9391" y="5842"/>
                  </a:lnTo>
                  <a:cubicBezTo>
                    <a:pt x="9541" y="5698"/>
                    <a:pt x="9406" y="5494"/>
                    <a:pt x="9251" y="5494"/>
                  </a:cubicBezTo>
                  <a:cubicBezTo>
                    <a:pt x="9203" y="5494"/>
                    <a:pt x="9153" y="5513"/>
                    <a:pt x="9109" y="5559"/>
                  </a:cubicBezTo>
                  <a:lnTo>
                    <a:pt x="8301" y="6371"/>
                  </a:lnTo>
                  <a:cubicBezTo>
                    <a:pt x="8269" y="6305"/>
                    <a:pt x="8229" y="6247"/>
                    <a:pt x="8178" y="6197"/>
                  </a:cubicBezTo>
                  <a:lnTo>
                    <a:pt x="8124" y="6142"/>
                  </a:lnTo>
                  <a:cubicBezTo>
                    <a:pt x="8073" y="6092"/>
                    <a:pt x="8015" y="6048"/>
                    <a:pt x="7950" y="6019"/>
                  </a:cubicBezTo>
                  <a:lnTo>
                    <a:pt x="8982" y="4987"/>
                  </a:lnTo>
                  <a:cubicBezTo>
                    <a:pt x="9132" y="4843"/>
                    <a:pt x="8997" y="4639"/>
                    <a:pt x="8841" y="4639"/>
                  </a:cubicBezTo>
                  <a:cubicBezTo>
                    <a:pt x="8794" y="4639"/>
                    <a:pt x="8744" y="4659"/>
                    <a:pt x="8700" y="4705"/>
                  </a:cubicBezTo>
                  <a:lnTo>
                    <a:pt x="7754" y="5646"/>
                  </a:lnTo>
                  <a:cubicBezTo>
                    <a:pt x="7725" y="5581"/>
                    <a:pt x="7682" y="5519"/>
                    <a:pt x="7631" y="5465"/>
                  </a:cubicBezTo>
                  <a:lnTo>
                    <a:pt x="7584" y="5422"/>
                  </a:lnTo>
                  <a:cubicBezTo>
                    <a:pt x="7533" y="5367"/>
                    <a:pt x="7472" y="5327"/>
                    <a:pt x="7403" y="5295"/>
                  </a:cubicBezTo>
                  <a:lnTo>
                    <a:pt x="8124" y="4574"/>
                  </a:lnTo>
                  <a:cubicBezTo>
                    <a:pt x="8273" y="4430"/>
                    <a:pt x="8139" y="4227"/>
                    <a:pt x="7983" y="4227"/>
                  </a:cubicBezTo>
                  <a:cubicBezTo>
                    <a:pt x="7935" y="4227"/>
                    <a:pt x="7885" y="4246"/>
                    <a:pt x="7841" y="4292"/>
                  </a:cubicBezTo>
                  <a:lnTo>
                    <a:pt x="7236" y="4900"/>
                  </a:lnTo>
                  <a:cubicBezTo>
                    <a:pt x="7204" y="4828"/>
                    <a:pt x="7160" y="4766"/>
                    <a:pt x="7106" y="4712"/>
                  </a:cubicBezTo>
                  <a:lnTo>
                    <a:pt x="7073" y="4679"/>
                  </a:lnTo>
                  <a:cubicBezTo>
                    <a:pt x="7019" y="4625"/>
                    <a:pt x="6954" y="4581"/>
                    <a:pt x="6885" y="4549"/>
                  </a:cubicBezTo>
                  <a:lnTo>
                    <a:pt x="8290" y="3147"/>
                  </a:lnTo>
                  <a:cubicBezTo>
                    <a:pt x="8440" y="3000"/>
                    <a:pt x="8305" y="2798"/>
                    <a:pt x="8149" y="2798"/>
                  </a:cubicBezTo>
                  <a:cubicBezTo>
                    <a:pt x="8101" y="2798"/>
                    <a:pt x="8052" y="2816"/>
                    <a:pt x="8008" y="2861"/>
                  </a:cubicBezTo>
                  <a:lnTo>
                    <a:pt x="6852" y="4020"/>
                  </a:lnTo>
                  <a:lnTo>
                    <a:pt x="6034" y="3198"/>
                  </a:lnTo>
                  <a:lnTo>
                    <a:pt x="6910" y="2843"/>
                  </a:lnTo>
                  <a:cubicBezTo>
                    <a:pt x="6918" y="2839"/>
                    <a:pt x="6925" y="2836"/>
                    <a:pt x="6932" y="2832"/>
                  </a:cubicBezTo>
                  <a:cubicBezTo>
                    <a:pt x="7265" y="2640"/>
                    <a:pt x="7425" y="2249"/>
                    <a:pt x="7320" y="1883"/>
                  </a:cubicBezTo>
                  <a:cubicBezTo>
                    <a:pt x="7312" y="1865"/>
                    <a:pt x="7305" y="1847"/>
                    <a:pt x="7298" y="1833"/>
                  </a:cubicBezTo>
                  <a:cubicBezTo>
                    <a:pt x="7197" y="1672"/>
                    <a:pt x="7047" y="1498"/>
                    <a:pt x="6874" y="1498"/>
                  </a:cubicBezTo>
                  <a:cubicBezTo>
                    <a:pt x="6848" y="1498"/>
                    <a:pt x="6821" y="1502"/>
                    <a:pt x="6794" y="1510"/>
                  </a:cubicBezTo>
                  <a:cubicBezTo>
                    <a:pt x="6465" y="1615"/>
                    <a:pt x="5686" y="1706"/>
                    <a:pt x="4596" y="1764"/>
                  </a:cubicBezTo>
                  <a:cubicBezTo>
                    <a:pt x="4579" y="1765"/>
                    <a:pt x="4562" y="1765"/>
                    <a:pt x="4545" y="1765"/>
                  </a:cubicBezTo>
                  <a:cubicBezTo>
                    <a:pt x="4284" y="1765"/>
                    <a:pt x="4033" y="1661"/>
                    <a:pt x="3846" y="1478"/>
                  </a:cubicBezTo>
                  <a:lnTo>
                    <a:pt x="3647" y="1275"/>
                  </a:lnTo>
                  <a:lnTo>
                    <a:pt x="3662" y="1260"/>
                  </a:lnTo>
                  <a:cubicBezTo>
                    <a:pt x="3738" y="1181"/>
                    <a:pt x="3738" y="1054"/>
                    <a:pt x="3662" y="978"/>
                  </a:cubicBezTo>
                  <a:lnTo>
                    <a:pt x="2742" y="58"/>
                  </a:lnTo>
                  <a:cubicBezTo>
                    <a:pt x="2704" y="20"/>
                    <a:pt x="2653" y="1"/>
                    <a:pt x="2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6" name="Google Shape;12576;p82"/>
          <p:cNvGrpSpPr/>
          <p:nvPr/>
        </p:nvGrpSpPr>
        <p:grpSpPr>
          <a:xfrm>
            <a:off x="1325898" y="3865479"/>
            <a:ext cx="358288" cy="253418"/>
            <a:chOff x="1325898" y="3865479"/>
            <a:chExt cx="358288" cy="253418"/>
          </a:xfrm>
        </p:grpSpPr>
        <p:sp>
          <p:nvSpPr>
            <p:cNvPr id="12577" name="Google Shape;12577;p82"/>
            <p:cNvSpPr/>
            <p:nvPr/>
          </p:nvSpPr>
          <p:spPr>
            <a:xfrm>
              <a:off x="1442592" y="3870801"/>
              <a:ext cx="236377" cy="240021"/>
            </a:xfrm>
            <a:custGeom>
              <a:rect b="b" l="l" r="r" t="t"/>
              <a:pathLst>
                <a:path extrusionOk="0" h="9155" w="9016">
                  <a:moveTo>
                    <a:pt x="6060" y="1"/>
                  </a:moveTo>
                  <a:cubicBezTo>
                    <a:pt x="5951" y="1"/>
                    <a:pt x="5852" y="20"/>
                    <a:pt x="5821" y="83"/>
                  </a:cubicBezTo>
                  <a:cubicBezTo>
                    <a:pt x="5448" y="800"/>
                    <a:pt x="4220" y="2219"/>
                    <a:pt x="3470" y="3056"/>
                  </a:cubicBezTo>
                  <a:cubicBezTo>
                    <a:pt x="3116" y="3451"/>
                    <a:pt x="2616" y="3686"/>
                    <a:pt x="2087" y="3711"/>
                  </a:cubicBezTo>
                  <a:lnTo>
                    <a:pt x="1" y="3711"/>
                  </a:lnTo>
                  <a:lnTo>
                    <a:pt x="1" y="8601"/>
                  </a:lnTo>
                  <a:lnTo>
                    <a:pt x="2460" y="8601"/>
                  </a:lnTo>
                  <a:cubicBezTo>
                    <a:pt x="2634" y="8601"/>
                    <a:pt x="2804" y="8666"/>
                    <a:pt x="2938" y="8782"/>
                  </a:cubicBezTo>
                  <a:cubicBezTo>
                    <a:pt x="3210" y="9021"/>
                    <a:pt x="3565" y="9151"/>
                    <a:pt x="3927" y="9155"/>
                  </a:cubicBezTo>
                  <a:lnTo>
                    <a:pt x="7433" y="9155"/>
                  </a:lnTo>
                  <a:cubicBezTo>
                    <a:pt x="7795" y="9155"/>
                    <a:pt x="8088" y="8858"/>
                    <a:pt x="8088" y="8496"/>
                  </a:cubicBezTo>
                  <a:lnTo>
                    <a:pt x="8088" y="8311"/>
                  </a:lnTo>
                  <a:cubicBezTo>
                    <a:pt x="8088" y="7949"/>
                    <a:pt x="7795" y="7656"/>
                    <a:pt x="7433" y="7656"/>
                  </a:cubicBezTo>
                  <a:lnTo>
                    <a:pt x="7845" y="7656"/>
                  </a:lnTo>
                  <a:cubicBezTo>
                    <a:pt x="8222" y="7656"/>
                    <a:pt x="8526" y="7348"/>
                    <a:pt x="8526" y="6971"/>
                  </a:cubicBezTo>
                  <a:lnTo>
                    <a:pt x="8526" y="6841"/>
                  </a:lnTo>
                  <a:cubicBezTo>
                    <a:pt x="8526" y="6464"/>
                    <a:pt x="8222" y="6156"/>
                    <a:pt x="7845" y="6156"/>
                  </a:cubicBezTo>
                  <a:lnTo>
                    <a:pt x="8048" y="6156"/>
                  </a:lnTo>
                  <a:cubicBezTo>
                    <a:pt x="8432" y="6156"/>
                    <a:pt x="8744" y="5845"/>
                    <a:pt x="8744" y="5461"/>
                  </a:cubicBezTo>
                  <a:lnTo>
                    <a:pt x="8744" y="5356"/>
                  </a:lnTo>
                  <a:cubicBezTo>
                    <a:pt x="8744" y="4972"/>
                    <a:pt x="8432" y="4660"/>
                    <a:pt x="8048" y="4660"/>
                  </a:cubicBezTo>
                  <a:lnTo>
                    <a:pt x="8305" y="4660"/>
                  </a:lnTo>
                  <a:cubicBezTo>
                    <a:pt x="8697" y="4660"/>
                    <a:pt x="9015" y="4342"/>
                    <a:pt x="9015" y="3951"/>
                  </a:cubicBezTo>
                  <a:lnTo>
                    <a:pt x="9015" y="3874"/>
                  </a:lnTo>
                  <a:cubicBezTo>
                    <a:pt x="9015" y="3480"/>
                    <a:pt x="8697" y="3161"/>
                    <a:pt x="8305" y="3161"/>
                  </a:cubicBezTo>
                  <a:lnTo>
                    <a:pt x="6111" y="3161"/>
                  </a:lnTo>
                  <a:lnTo>
                    <a:pt x="6926" y="1238"/>
                  </a:lnTo>
                  <a:cubicBezTo>
                    <a:pt x="7049" y="771"/>
                    <a:pt x="6842" y="278"/>
                    <a:pt x="6419" y="46"/>
                  </a:cubicBezTo>
                  <a:cubicBezTo>
                    <a:pt x="6419" y="46"/>
                    <a:pt x="6228" y="1"/>
                    <a:pt x="606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2"/>
            <p:cNvSpPr/>
            <p:nvPr/>
          </p:nvSpPr>
          <p:spPr>
            <a:xfrm>
              <a:off x="1442592" y="4073594"/>
              <a:ext cx="212073" cy="37229"/>
            </a:xfrm>
            <a:custGeom>
              <a:rect b="b" l="l" r="r" t="t"/>
              <a:pathLst>
                <a:path extrusionOk="0" h="1420" w="8089">
                  <a:moveTo>
                    <a:pt x="1" y="0"/>
                  </a:moveTo>
                  <a:lnTo>
                    <a:pt x="1" y="866"/>
                  </a:lnTo>
                  <a:lnTo>
                    <a:pt x="2460" y="866"/>
                  </a:lnTo>
                  <a:cubicBezTo>
                    <a:pt x="2634" y="866"/>
                    <a:pt x="2804" y="931"/>
                    <a:pt x="2938" y="1047"/>
                  </a:cubicBezTo>
                  <a:cubicBezTo>
                    <a:pt x="3210" y="1286"/>
                    <a:pt x="3565" y="1416"/>
                    <a:pt x="3927" y="1420"/>
                  </a:cubicBezTo>
                  <a:lnTo>
                    <a:pt x="7433" y="1420"/>
                  </a:lnTo>
                  <a:cubicBezTo>
                    <a:pt x="7795" y="1420"/>
                    <a:pt x="8088" y="1123"/>
                    <a:pt x="8088" y="761"/>
                  </a:cubicBezTo>
                  <a:lnTo>
                    <a:pt x="8088" y="576"/>
                  </a:lnTo>
                  <a:cubicBezTo>
                    <a:pt x="8088" y="457"/>
                    <a:pt x="8056" y="337"/>
                    <a:pt x="7994" y="236"/>
                  </a:cubicBezTo>
                  <a:cubicBezTo>
                    <a:pt x="7874" y="431"/>
                    <a:pt x="7661" y="551"/>
                    <a:pt x="7433" y="551"/>
                  </a:cubicBezTo>
                  <a:lnTo>
                    <a:pt x="3927" y="551"/>
                  </a:lnTo>
                  <a:cubicBezTo>
                    <a:pt x="3565" y="551"/>
                    <a:pt x="3210" y="420"/>
                    <a:pt x="2938" y="181"/>
                  </a:cubicBezTo>
                  <a:cubicBezTo>
                    <a:pt x="2804" y="65"/>
                    <a:pt x="2634" y="0"/>
                    <a:pt x="2460"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2"/>
            <p:cNvSpPr/>
            <p:nvPr/>
          </p:nvSpPr>
          <p:spPr>
            <a:xfrm>
              <a:off x="1442697" y="3967990"/>
              <a:ext cx="54611" cy="128413"/>
            </a:xfrm>
            <a:custGeom>
              <a:rect b="b" l="l" r="r" t="t"/>
              <a:pathLst>
                <a:path extrusionOk="0" h="4898" w="2083">
                  <a:moveTo>
                    <a:pt x="2083" y="1"/>
                  </a:moveTo>
                  <a:cubicBezTo>
                    <a:pt x="2050" y="4"/>
                    <a:pt x="2018" y="4"/>
                    <a:pt x="1992" y="4"/>
                  </a:cubicBezTo>
                  <a:lnTo>
                    <a:pt x="0" y="4"/>
                  </a:lnTo>
                  <a:lnTo>
                    <a:pt x="0" y="4897"/>
                  </a:lnTo>
                  <a:lnTo>
                    <a:pt x="2083" y="4897"/>
                  </a:lnTo>
                  <a:lnTo>
                    <a:pt x="208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2"/>
            <p:cNvSpPr/>
            <p:nvPr/>
          </p:nvSpPr>
          <p:spPr>
            <a:xfrm>
              <a:off x="1416584" y="3958315"/>
              <a:ext cx="56997" cy="147762"/>
            </a:xfrm>
            <a:custGeom>
              <a:rect b="b" l="l" r="r" t="t"/>
              <a:pathLst>
                <a:path extrusionOk="0" h="5636" w="2174">
                  <a:moveTo>
                    <a:pt x="0" y="0"/>
                  </a:moveTo>
                  <a:lnTo>
                    <a:pt x="0" y="5636"/>
                  </a:lnTo>
                  <a:lnTo>
                    <a:pt x="2174" y="5636"/>
                  </a:lnTo>
                  <a:lnTo>
                    <a:pt x="2174" y="0"/>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2"/>
            <p:cNvSpPr/>
            <p:nvPr/>
          </p:nvSpPr>
          <p:spPr>
            <a:xfrm>
              <a:off x="1416584" y="4075193"/>
              <a:ext cx="56997" cy="30884"/>
            </a:xfrm>
            <a:custGeom>
              <a:rect b="b" l="l" r="r" t="t"/>
              <a:pathLst>
                <a:path extrusionOk="0" h="1178" w="2174">
                  <a:moveTo>
                    <a:pt x="0" y="1"/>
                  </a:moveTo>
                  <a:lnTo>
                    <a:pt x="0" y="1178"/>
                  </a:lnTo>
                  <a:lnTo>
                    <a:pt x="2174" y="1178"/>
                  </a:lnTo>
                  <a:lnTo>
                    <a:pt x="217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2"/>
            <p:cNvSpPr/>
            <p:nvPr/>
          </p:nvSpPr>
          <p:spPr>
            <a:xfrm>
              <a:off x="1331115" y="3950712"/>
              <a:ext cx="89664" cy="163073"/>
            </a:xfrm>
            <a:custGeom>
              <a:rect b="b" l="l" r="r" t="t"/>
              <a:pathLst>
                <a:path extrusionOk="0" h="6220" w="3420">
                  <a:moveTo>
                    <a:pt x="1" y="1"/>
                  </a:moveTo>
                  <a:lnTo>
                    <a:pt x="1" y="6219"/>
                  </a:lnTo>
                  <a:lnTo>
                    <a:pt x="3420" y="6219"/>
                  </a:lnTo>
                  <a:lnTo>
                    <a:pt x="342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2"/>
            <p:cNvSpPr/>
            <p:nvPr/>
          </p:nvSpPr>
          <p:spPr>
            <a:xfrm>
              <a:off x="1331115" y="4075193"/>
              <a:ext cx="89664" cy="38487"/>
            </a:xfrm>
            <a:custGeom>
              <a:rect b="b" l="l" r="r" t="t"/>
              <a:pathLst>
                <a:path extrusionOk="0" h="1468" w="3420">
                  <a:moveTo>
                    <a:pt x="1" y="1"/>
                  </a:moveTo>
                  <a:lnTo>
                    <a:pt x="1" y="1468"/>
                  </a:lnTo>
                  <a:lnTo>
                    <a:pt x="3420" y="1468"/>
                  </a:lnTo>
                  <a:lnTo>
                    <a:pt x="342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2"/>
            <p:cNvSpPr/>
            <p:nvPr/>
          </p:nvSpPr>
          <p:spPr>
            <a:xfrm>
              <a:off x="1325898" y="3865479"/>
              <a:ext cx="358288" cy="253418"/>
            </a:xfrm>
            <a:custGeom>
              <a:rect b="b" l="l" r="r" t="t"/>
              <a:pathLst>
                <a:path extrusionOk="0" h="9666" w="13666">
                  <a:moveTo>
                    <a:pt x="10529" y="0"/>
                  </a:moveTo>
                  <a:cubicBezTo>
                    <a:pt x="10344" y="0"/>
                    <a:pt x="10167" y="45"/>
                    <a:pt x="10091" y="191"/>
                  </a:cubicBezTo>
                  <a:cubicBezTo>
                    <a:pt x="9725" y="898"/>
                    <a:pt x="8479" y="2332"/>
                    <a:pt x="7769" y="3121"/>
                  </a:cubicBezTo>
                  <a:cubicBezTo>
                    <a:pt x="7451" y="3476"/>
                    <a:pt x="7005" y="3686"/>
                    <a:pt x="6527" y="3712"/>
                  </a:cubicBezTo>
                  <a:lnTo>
                    <a:pt x="5835" y="3712"/>
                  </a:lnTo>
                  <a:lnTo>
                    <a:pt x="5835" y="3538"/>
                  </a:lnTo>
                  <a:cubicBezTo>
                    <a:pt x="5835" y="3429"/>
                    <a:pt x="5745" y="3339"/>
                    <a:pt x="5633" y="3339"/>
                  </a:cubicBezTo>
                  <a:lnTo>
                    <a:pt x="3818" y="3339"/>
                  </a:lnTo>
                  <a:lnTo>
                    <a:pt x="3818" y="3248"/>
                  </a:lnTo>
                  <a:cubicBezTo>
                    <a:pt x="3818" y="3136"/>
                    <a:pt x="3727" y="3049"/>
                    <a:pt x="3619" y="3049"/>
                  </a:cubicBezTo>
                  <a:lnTo>
                    <a:pt x="200" y="3049"/>
                  </a:lnTo>
                  <a:cubicBezTo>
                    <a:pt x="88" y="3049"/>
                    <a:pt x="1" y="3136"/>
                    <a:pt x="1" y="3248"/>
                  </a:cubicBezTo>
                  <a:lnTo>
                    <a:pt x="1" y="6421"/>
                  </a:lnTo>
                  <a:cubicBezTo>
                    <a:pt x="1" y="6555"/>
                    <a:pt x="100" y="6622"/>
                    <a:pt x="200" y="6622"/>
                  </a:cubicBezTo>
                  <a:cubicBezTo>
                    <a:pt x="300" y="6622"/>
                    <a:pt x="399" y="6555"/>
                    <a:pt x="399" y="6421"/>
                  </a:cubicBezTo>
                  <a:lnTo>
                    <a:pt x="399" y="3455"/>
                  </a:lnTo>
                  <a:lnTo>
                    <a:pt x="3416" y="3455"/>
                  </a:lnTo>
                  <a:lnTo>
                    <a:pt x="3416" y="9271"/>
                  </a:lnTo>
                  <a:lnTo>
                    <a:pt x="399" y="9271"/>
                  </a:lnTo>
                  <a:lnTo>
                    <a:pt x="399" y="7214"/>
                  </a:lnTo>
                  <a:cubicBezTo>
                    <a:pt x="399" y="7080"/>
                    <a:pt x="300" y="7013"/>
                    <a:pt x="200" y="7013"/>
                  </a:cubicBezTo>
                  <a:cubicBezTo>
                    <a:pt x="100" y="7013"/>
                    <a:pt x="1" y="7080"/>
                    <a:pt x="1" y="7214"/>
                  </a:cubicBezTo>
                  <a:lnTo>
                    <a:pt x="1" y="9467"/>
                  </a:lnTo>
                  <a:cubicBezTo>
                    <a:pt x="1" y="9579"/>
                    <a:pt x="88" y="9666"/>
                    <a:pt x="200" y="9666"/>
                  </a:cubicBezTo>
                  <a:lnTo>
                    <a:pt x="3619" y="9666"/>
                  </a:lnTo>
                  <a:cubicBezTo>
                    <a:pt x="3727" y="9666"/>
                    <a:pt x="3818" y="9579"/>
                    <a:pt x="3818" y="9467"/>
                  </a:cubicBezTo>
                  <a:lnTo>
                    <a:pt x="3818" y="9376"/>
                  </a:lnTo>
                  <a:lnTo>
                    <a:pt x="5633" y="9376"/>
                  </a:lnTo>
                  <a:cubicBezTo>
                    <a:pt x="5745" y="9376"/>
                    <a:pt x="5832" y="9285"/>
                    <a:pt x="5832" y="9177"/>
                  </a:cubicBezTo>
                  <a:lnTo>
                    <a:pt x="5832" y="9003"/>
                  </a:lnTo>
                  <a:lnTo>
                    <a:pt x="6911" y="9003"/>
                  </a:lnTo>
                  <a:cubicBezTo>
                    <a:pt x="7038" y="9003"/>
                    <a:pt x="7161" y="9050"/>
                    <a:pt x="7255" y="9133"/>
                  </a:cubicBezTo>
                  <a:cubicBezTo>
                    <a:pt x="7567" y="9405"/>
                    <a:pt x="7965" y="9553"/>
                    <a:pt x="8378" y="9553"/>
                  </a:cubicBezTo>
                  <a:lnTo>
                    <a:pt x="9171" y="9553"/>
                  </a:lnTo>
                  <a:cubicBezTo>
                    <a:pt x="9439" y="9553"/>
                    <a:pt x="9439" y="9155"/>
                    <a:pt x="9171" y="9155"/>
                  </a:cubicBezTo>
                  <a:lnTo>
                    <a:pt x="8378" y="9155"/>
                  </a:lnTo>
                  <a:cubicBezTo>
                    <a:pt x="8063" y="9155"/>
                    <a:pt x="7755" y="9039"/>
                    <a:pt x="7516" y="8833"/>
                  </a:cubicBezTo>
                  <a:cubicBezTo>
                    <a:pt x="7349" y="8684"/>
                    <a:pt x="7132" y="8605"/>
                    <a:pt x="6907" y="8605"/>
                  </a:cubicBezTo>
                  <a:lnTo>
                    <a:pt x="5835" y="8605"/>
                  </a:lnTo>
                  <a:lnTo>
                    <a:pt x="5835" y="5877"/>
                  </a:lnTo>
                  <a:cubicBezTo>
                    <a:pt x="5835" y="5743"/>
                    <a:pt x="5735" y="5676"/>
                    <a:pt x="5634" y="5676"/>
                  </a:cubicBezTo>
                  <a:cubicBezTo>
                    <a:pt x="5534" y="5676"/>
                    <a:pt x="5433" y="5743"/>
                    <a:pt x="5433" y="5877"/>
                  </a:cubicBezTo>
                  <a:lnTo>
                    <a:pt x="5433" y="8978"/>
                  </a:lnTo>
                  <a:lnTo>
                    <a:pt x="3818" y="8978"/>
                  </a:lnTo>
                  <a:lnTo>
                    <a:pt x="3818" y="3744"/>
                  </a:lnTo>
                  <a:lnTo>
                    <a:pt x="5433" y="3744"/>
                  </a:lnTo>
                  <a:lnTo>
                    <a:pt x="5433" y="5092"/>
                  </a:lnTo>
                  <a:cubicBezTo>
                    <a:pt x="5433" y="5224"/>
                    <a:pt x="5533" y="5290"/>
                    <a:pt x="5633" y="5290"/>
                  </a:cubicBezTo>
                  <a:cubicBezTo>
                    <a:pt x="5732" y="5290"/>
                    <a:pt x="5832" y="5224"/>
                    <a:pt x="5832" y="5092"/>
                  </a:cubicBezTo>
                  <a:lnTo>
                    <a:pt x="5832" y="4114"/>
                  </a:lnTo>
                  <a:lnTo>
                    <a:pt x="6545" y="4114"/>
                  </a:lnTo>
                  <a:cubicBezTo>
                    <a:pt x="7128" y="4081"/>
                    <a:pt x="7675" y="3820"/>
                    <a:pt x="8066" y="3389"/>
                  </a:cubicBezTo>
                  <a:cubicBezTo>
                    <a:pt x="8939" y="2419"/>
                    <a:pt x="10047" y="1122"/>
                    <a:pt x="10428" y="405"/>
                  </a:cubicBezTo>
                  <a:cubicBezTo>
                    <a:pt x="10459" y="402"/>
                    <a:pt x="10491" y="401"/>
                    <a:pt x="10523" y="401"/>
                  </a:cubicBezTo>
                  <a:cubicBezTo>
                    <a:pt x="10615" y="401"/>
                    <a:pt x="10708" y="412"/>
                    <a:pt x="10797" y="434"/>
                  </a:cubicBezTo>
                  <a:cubicBezTo>
                    <a:pt x="11119" y="626"/>
                    <a:pt x="11279" y="1010"/>
                    <a:pt x="11185" y="1376"/>
                  </a:cubicBezTo>
                  <a:lnTo>
                    <a:pt x="10373" y="3284"/>
                  </a:lnTo>
                  <a:cubicBezTo>
                    <a:pt x="10319" y="3418"/>
                    <a:pt x="10417" y="3563"/>
                    <a:pt x="10558" y="3563"/>
                  </a:cubicBezTo>
                  <a:lnTo>
                    <a:pt x="12756" y="3563"/>
                  </a:lnTo>
                  <a:cubicBezTo>
                    <a:pt x="13035" y="3563"/>
                    <a:pt x="13267" y="3791"/>
                    <a:pt x="13267" y="4074"/>
                  </a:cubicBezTo>
                  <a:lnTo>
                    <a:pt x="13267" y="4150"/>
                  </a:lnTo>
                  <a:cubicBezTo>
                    <a:pt x="13267" y="4432"/>
                    <a:pt x="13035" y="4661"/>
                    <a:pt x="12756" y="4661"/>
                  </a:cubicBezTo>
                  <a:lnTo>
                    <a:pt x="11612" y="4661"/>
                  </a:lnTo>
                  <a:cubicBezTo>
                    <a:pt x="11348" y="4661"/>
                    <a:pt x="11348" y="5063"/>
                    <a:pt x="11612" y="5063"/>
                  </a:cubicBezTo>
                  <a:lnTo>
                    <a:pt x="12499" y="5063"/>
                  </a:lnTo>
                  <a:cubicBezTo>
                    <a:pt x="12771" y="5063"/>
                    <a:pt x="12992" y="5284"/>
                    <a:pt x="12995" y="5559"/>
                  </a:cubicBezTo>
                  <a:lnTo>
                    <a:pt x="12995" y="5664"/>
                  </a:lnTo>
                  <a:cubicBezTo>
                    <a:pt x="12992" y="5935"/>
                    <a:pt x="12771" y="6156"/>
                    <a:pt x="12499" y="6160"/>
                  </a:cubicBezTo>
                  <a:lnTo>
                    <a:pt x="11612" y="6160"/>
                  </a:lnTo>
                  <a:cubicBezTo>
                    <a:pt x="11348" y="6160"/>
                    <a:pt x="11348" y="6558"/>
                    <a:pt x="11612" y="6558"/>
                  </a:cubicBezTo>
                  <a:lnTo>
                    <a:pt x="12296" y="6558"/>
                  </a:lnTo>
                  <a:cubicBezTo>
                    <a:pt x="12561" y="6558"/>
                    <a:pt x="12778" y="6776"/>
                    <a:pt x="12778" y="7044"/>
                  </a:cubicBezTo>
                  <a:lnTo>
                    <a:pt x="12778" y="7174"/>
                  </a:lnTo>
                  <a:cubicBezTo>
                    <a:pt x="12778" y="7442"/>
                    <a:pt x="12561" y="7659"/>
                    <a:pt x="12296" y="7659"/>
                  </a:cubicBezTo>
                  <a:lnTo>
                    <a:pt x="11612" y="7659"/>
                  </a:lnTo>
                  <a:cubicBezTo>
                    <a:pt x="11348" y="7659"/>
                    <a:pt x="11348" y="8058"/>
                    <a:pt x="11612" y="8058"/>
                  </a:cubicBezTo>
                  <a:lnTo>
                    <a:pt x="11884" y="8058"/>
                  </a:lnTo>
                  <a:cubicBezTo>
                    <a:pt x="12137" y="8058"/>
                    <a:pt x="12340" y="8264"/>
                    <a:pt x="12340" y="8514"/>
                  </a:cubicBezTo>
                  <a:lnTo>
                    <a:pt x="12340" y="8699"/>
                  </a:lnTo>
                  <a:cubicBezTo>
                    <a:pt x="12340" y="8952"/>
                    <a:pt x="12137" y="9155"/>
                    <a:pt x="11884" y="9155"/>
                  </a:cubicBezTo>
                  <a:lnTo>
                    <a:pt x="9960" y="9155"/>
                  </a:lnTo>
                  <a:cubicBezTo>
                    <a:pt x="9692" y="9155"/>
                    <a:pt x="9692" y="9557"/>
                    <a:pt x="9960" y="9557"/>
                  </a:cubicBezTo>
                  <a:lnTo>
                    <a:pt x="11884" y="9557"/>
                  </a:lnTo>
                  <a:cubicBezTo>
                    <a:pt x="12354" y="9557"/>
                    <a:pt x="12738" y="9173"/>
                    <a:pt x="12738" y="8699"/>
                  </a:cubicBezTo>
                  <a:lnTo>
                    <a:pt x="12738" y="8514"/>
                  </a:lnTo>
                  <a:cubicBezTo>
                    <a:pt x="12738" y="8333"/>
                    <a:pt x="12684" y="8159"/>
                    <a:pt x="12575" y="8011"/>
                  </a:cubicBezTo>
                  <a:cubicBezTo>
                    <a:pt x="12934" y="7891"/>
                    <a:pt x="13177" y="7554"/>
                    <a:pt x="13177" y="7174"/>
                  </a:cubicBezTo>
                  <a:lnTo>
                    <a:pt x="13177" y="7044"/>
                  </a:lnTo>
                  <a:cubicBezTo>
                    <a:pt x="13180" y="6819"/>
                    <a:pt x="13093" y="6605"/>
                    <a:pt x="12941" y="6442"/>
                  </a:cubicBezTo>
                  <a:cubicBezTo>
                    <a:pt x="13220" y="6283"/>
                    <a:pt x="13394" y="5986"/>
                    <a:pt x="13394" y="5664"/>
                  </a:cubicBezTo>
                  <a:lnTo>
                    <a:pt x="13394" y="5559"/>
                  </a:lnTo>
                  <a:cubicBezTo>
                    <a:pt x="13394" y="5338"/>
                    <a:pt x="13314" y="5128"/>
                    <a:pt x="13169" y="4965"/>
                  </a:cubicBezTo>
                  <a:cubicBezTo>
                    <a:pt x="13474" y="4809"/>
                    <a:pt x="13665" y="4494"/>
                    <a:pt x="13665" y="4150"/>
                  </a:cubicBezTo>
                  <a:lnTo>
                    <a:pt x="13665" y="4074"/>
                  </a:lnTo>
                  <a:cubicBezTo>
                    <a:pt x="13665" y="3574"/>
                    <a:pt x="13260" y="3165"/>
                    <a:pt x="12756" y="3165"/>
                  </a:cubicBezTo>
                  <a:lnTo>
                    <a:pt x="10862" y="3165"/>
                  </a:lnTo>
                  <a:lnTo>
                    <a:pt x="11558" y="1521"/>
                  </a:lnTo>
                  <a:cubicBezTo>
                    <a:pt x="11561" y="1510"/>
                    <a:pt x="11565" y="1502"/>
                    <a:pt x="11569" y="1495"/>
                  </a:cubicBezTo>
                  <a:cubicBezTo>
                    <a:pt x="11721" y="937"/>
                    <a:pt x="11471" y="351"/>
                    <a:pt x="10967" y="72"/>
                  </a:cubicBezTo>
                  <a:cubicBezTo>
                    <a:pt x="10949" y="61"/>
                    <a:pt x="10935" y="54"/>
                    <a:pt x="10917" y="50"/>
                  </a:cubicBezTo>
                  <a:cubicBezTo>
                    <a:pt x="10809" y="25"/>
                    <a:pt x="10667" y="0"/>
                    <a:pt x="10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5" name="Google Shape;12585;p82"/>
          <p:cNvGrpSpPr/>
          <p:nvPr/>
        </p:nvGrpSpPr>
        <p:grpSpPr>
          <a:xfrm>
            <a:off x="3121823" y="3812992"/>
            <a:ext cx="354933" cy="358524"/>
            <a:chOff x="3121823" y="3812992"/>
            <a:chExt cx="354933" cy="358524"/>
          </a:xfrm>
        </p:grpSpPr>
        <p:sp>
          <p:nvSpPr>
            <p:cNvPr id="12586" name="Google Shape;12586;p82"/>
            <p:cNvSpPr/>
            <p:nvPr/>
          </p:nvSpPr>
          <p:spPr>
            <a:xfrm>
              <a:off x="3127433" y="3915633"/>
              <a:ext cx="154238" cy="174949"/>
            </a:xfrm>
            <a:custGeom>
              <a:rect b="b" l="l" r="r" t="t"/>
              <a:pathLst>
                <a:path extrusionOk="0" h="6673" w="5883">
                  <a:moveTo>
                    <a:pt x="2350" y="0"/>
                  </a:moveTo>
                  <a:cubicBezTo>
                    <a:pt x="1796" y="0"/>
                    <a:pt x="1243" y="214"/>
                    <a:pt x="823" y="640"/>
                  </a:cubicBezTo>
                  <a:cubicBezTo>
                    <a:pt x="1" y="1480"/>
                    <a:pt x="26" y="2831"/>
                    <a:pt x="859" y="3664"/>
                  </a:cubicBezTo>
                  <a:lnTo>
                    <a:pt x="1605" y="4410"/>
                  </a:lnTo>
                  <a:cubicBezTo>
                    <a:pt x="2022" y="4830"/>
                    <a:pt x="2148" y="5453"/>
                    <a:pt x="1931" y="6000"/>
                  </a:cubicBezTo>
                  <a:cubicBezTo>
                    <a:pt x="1859" y="6177"/>
                    <a:pt x="1895" y="6377"/>
                    <a:pt x="2029" y="6514"/>
                  </a:cubicBezTo>
                  <a:lnTo>
                    <a:pt x="2050" y="6536"/>
                  </a:lnTo>
                  <a:cubicBezTo>
                    <a:pt x="2144" y="6629"/>
                    <a:pt x="2263" y="6673"/>
                    <a:pt x="2380" y="6673"/>
                  </a:cubicBezTo>
                  <a:cubicBezTo>
                    <a:pt x="2561" y="6673"/>
                    <a:pt x="2738" y="6570"/>
                    <a:pt x="2815" y="6384"/>
                  </a:cubicBezTo>
                  <a:cubicBezTo>
                    <a:pt x="3191" y="5475"/>
                    <a:pt x="2985" y="4424"/>
                    <a:pt x="2290" y="3729"/>
                  </a:cubicBezTo>
                  <a:lnTo>
                    <a:pt x="1518" y="2958"/>
                  </a:lnTo>
                  <a:cubicBezTo>
                    <a:pt x="1069" y="2509"/>
                    <a:pt x="1062" y="1777"/>
                    <a:pt x="1504" y="1321"/>
                  </a:cubicBezTo>
                  <a:cubicBezTo>
                    <a:pt x="1730" y="1085"/>
                    <a:pt x="2033" y="969"/>
                    <a:pt x="2338" y="969"/>
                  </a:cubicBezTo>
                  <a:cubicBezTo>
                    <a:pt x="2645" y="969"/>
                    <a:pt x="2955" y="1087"/>
                    <a:pt x="3188" y="1321"/>
                  </a:cubicBezTo>
                  <a:lnTo>
                    <a:pt x="5017" y="3146"/>
                  </a:lnTo>
                  <a:cubicBezTo>
                    <a:pt x="5110" y="3241"/>
                    <a:pt x="5233" y="3288"/>
                    <a:pt x="5356" y="3288"/>
                  </a:cubicBezTo>
                  <a:cubicBezTo>
                    <a:pt x="5476" y="3288"/>
                    <a:pt x="5597" y="3243"/>
                    <a:pt x="5690" y="3153"/>
                  </a:cubicBezTo>
                  <a:cubicBezTo>
                    <a:pt x="5882" y="2961"/>
                    <a:pt x="5882" y="2646"/>
                    <a:pt x="5690" y="2454"/>
                  </a:cubicBezTo>
                  <a:lnTo>
                    <a:pt x="3854" y="622"/>
                  </a:lnTo>
                  <a:cubicBezTo>
                    <a:pt x="3438" y="207"/>
                    <a:pt x="2894" y="0"/>
                    <a:pt x="235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2"/>
            <p:cNvSpPr/>
            <p:nvPr/>
          </p:nvSpPr>
          <p:spPr>
            <a:xfrm>
              <a:off x="3241191" y="3962484"/>
              <a:ext cx="40768" cy="39457"/>
            </a:xfrm>
            <a:custGeom>
              <a:rect b="b" l="l" r="r" t="t"/>
              <a:pathLst>
                <a:path extrusionOk="0" h="1505" w="1555">
                  <a:moveTo>
                    <a:pt x="681" y="1"/>
                  </a:moveTo>
                  <a:lnTo>
                    <a:pt x="0" y="682"/>
                  </a:lnTo>
                  <a:lnTo>
                    <a:pt x="678" y="1359"/>
                  </a:lnTo>
                  <a:cubicBezTo>
                    <a:pt x="773" y="1456"/>
                    <a:pt x="898" y="1505"/>
                    <a:pt x="1023" y="1505"/>
                  </a:cubicBezTo>
                  <a:cubicBezTo>
                    <a:pt x="1146" y="1505"/>
                    <a:pt x="1269" y="1458"/>
                    <a:pt x="1362" y="1363"/>
                  </a:cubicBezTo>
                  <a:cubicBezTo>
                    <a:pt x="1554" y="1174"/>
                    <a:pt x="1551" y="866"/>
                    <a:pt x="1359" y="678"/>
                  </a:cubicBezTo>
                  <a:lnTo>
                    <a:pt x="68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2"/>
            <p:cNvSpPr/>
            <p:nvPr/>
          </p:nvSpPr>
          <p:spPr>
            <a:xfrm>
              <a:off x="3249083" y="3970480"/>
              <a:ext cx="44544" cy="44439"/>
            </a:xfrm>
            <a:custGeom>
              <a:rect b="b" l="l" r="r" t="t"/>
              <a:pathLst>
                <a:path extrusionOk="0" h="1695" w="1699">
                  <a:moveTo>
                    <a:pt x="967" y="0"/>
                  </a:moveTo>
                  <a:lnTo>
                    <a:pt x="0" y="963"/>
                  </a:lnTo>
                  <a:lnTo>
                    <a:pt x="732" y="1695"/>
                  </a:lnTo>
                  <a:lnTo>
                    <a:pt x="1699" y="732"/>
                  </a:lnTo>
                  <a:lnTo>
                    <a:pt x="967"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2"/>
            <p:cNvSpPr/>
            <p:nvPr/>
          </p:nvSpPr>
          <p:spPr>
            <a:xfrm>
              <a:off x="3340424" y="3818314"/>
              <a:ext cx="134574" cy="140211"/>
            </a:xfrm>
            <a:custGeom>
              <a:rect b="b" l="l" r="r" t="t"/>
              <a:pathLst>
                <a:path extrusionOk="0" h="5348" w="5133">
                  <a:moveTo>
                    <a:pt x="2578" y="0"/>
                  </a:moveTo>
                  <a:cubicBezTo>
                    <a:pt x="2546" y="0"/>
                    <a:pt x="2513" y="1"/>
                    <a:pt x="2481" y="2"/>
                  </a:cubicBezTo>
                  <a:cubicBezTo>
                    <a:pt x="1572" y="38"/>
                    <a:pt x="761" y="582"/>
                    <a:pt x="380" y="1411"/>
                  </a:cubicBezTo>
                  <a:cubicBezTo>
                    <a:pt x="0" y="2237"/>
                    <a:pt x="116" y="3207"/>
                    <a:pt x="681" y="3921"/>
                  </a:cubicBezTo>
                  <a:lnTo>
                    <a:pt x="616" y="5348"/>
                  </a:lnTo>
                  <a:lnTo>
                    <a:pt x="1912" y="4743"/>
                  </a:lnTo>
                  <a:cubicBezTo>
                    <a:pt x="2133" y="4806"/>
                    <a:pt x="2356" y="4836"/>
                    <a:pt x="2577" y="4836"/>
                  </a:cubicBezTo>
                  <a:cubicBezTo>
                    <a:pt x="3371" y="4836"/>
                    <a:pt x="4133" y="4444"/>
                    <a:pt x="4589" y="3761"/>
                  </a:cubicBezTo>
                  <a:cubicBezTo>
                    <a:pt x="5096" y="3004"/>
                    <a:pt x="5132" y="2030"/>
                    <a:pt x="4687" y="1237"/>
                  </a:cubicBezTo>
                  <a:cubicBezTo>
                    <a:pt x="4257" y="469"/>
                    <a:pt x="3450" y="0"/>
                    <a:pt x="257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2"/>
            <p:cNvSpPr/>
            <p:nvPr/>
          </p:nvSpPr>
          <p:spPr>
            <a:xfrm>
              <a:off x="3242319" y="3967439"/>
              <a:ext cx="207407" cy="198755"/>
            </a:xfrm>
            <a:custGeom>
              <a:rect b="b" l="l" r="r" t="t"/>
              <a:pathLst>
                <a:path extrusionOk="0" h="7581" w="7911">
                  <a:moveTo>
                    <a:pt x="3003" y="0"/>
                  </a:moveTo>
                  <a:cubicBezTo>
                    <a:pt x="2637" y="0"/>
                    <a:pt x="2272" y="141"/>
                    <a:pt x="1996" y="417"/>
                  </a:cubicBezTo>
                  <a:lnTo>
                    <a:pt x="559" y="1854"/>
                  </a:lnTo>
                  <a:cubicBezTo>
                    <a:pt x="52" y="2361"/>
                    <a:pt x="1" y="3169"/>
                    <a:pt x="446" y="3734"/>
                  </a:cubicBezTo>
                  <a:lnTo>
                    <a:pt x="461" y="3752"/>
                  </a:lnTo>
                  <a:lnTo>
                    <a:pt x="3021" y="7034"/>
                  </a:lnTo>
                  <a:cubicBezTo>
                    <a:pt x="3304" y="7396"/>
                    <a:pt x="3723" y="7581"/>
                    <a:pt x="4144" y="7581"/>
                  </a:cubicBezTo>
                  <a:cubicBezTo>
                    <a:pt x="4507" y="7581"/>
                    <a:pt x="4871" y="7444"/>
                    <a:pt x="5151" y="7164"/>
                  </a:cubicBezTo>
                  <a:lnTo>
                    <a:pt x="7306" y="5005"/>
                  </a:lnTo>
                  <a:cubicBezTo>
                    <a:pt x="7911" y="4401"/>
                    <a:pt x="7849" y="3405"/>
                    <a:pt x="7176" y="2879"/>
                  </a:cubicBezTo>
                  <a:lnTo>
                    <a:pt x="3894" y="315"/>
                  </a:lnTo>
                  <a:lnTo>
                    <a:pt x="3876" y="301"/>
                  </a:lnTo>
                  <a:cubicBezTo>
                    <a:pt x="3618" y="99"/>
                    <a:pt x="3310" y="0"/>
                    <a:pt x="300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2"/>
            <p:cNvSpPr/>
            <p:nvPr/>
          </p:nvSpPr>
          <p:spPr>
            <a:xfrm>
              <a:off x="3317537" y="4038829"/>
              <a:ext cx="132294" cy="127365"/>
            </a:xfrm>
            <a:custGeom>
              <a:rect b="b" l="l" r="r" t="t"/>
              <a:pathLst>
                <a:path extrusionOk="0" h="4858" w="5046">
                  <a:moveTo>
                    <a:pt x="4111" y="1"/>
                  </a:moveTo>
                  <a:cubicBezTo>
                    <a:pt x="4451" y="562"/>
                    <a:pt x="4361" y="1279"/>
                    <a:pt x="3901" y="1743"/>
                  </a:cubicBezTo>
                  <a:lnTo>
                    <a:pt x="1742" y="3901"/>
                  </a:lnTo>
                  <a:cubicBezTo>
                    <a:pt x="1468" y="4176"/>
                    <a:pt x="1105" y="4318"/>
                    <a:pt x="738" y="4318"/>
                  </a:cubicBezTo>
                  <a:cubicBezTo>
                    <a:pt x="485" y="4318"/>
                    <a:pt x="229" y="4250"/>
                    <a:pt x="0" y="4111"/>
                  </a:cubicBezTo>
                  <a:lnTo>
                    <a:pt x="0" y="4111"/>
                  </a:lnTo>
                  <a:lnTo>
                    <a:pt x="156" y="4311"/>
                  </a:lnTo>
                  <a:cubicBezTo>
                    <a:pt x="438" y="4672"/>
                    <a:pt x="855" y="4857"/>
                    <a:pt x="1275" y="4857"/>
                  </a:cubicBezTo>
                  <a:cubicBezTo>
                    <a:pt x="1638" y="4857"/>
                    <a:pt x="2002" y="4719"/>
                    <a:pt x="2282" y="4437"/>
                  </a:cubicBezTo>
                  <a:lnTo>
                    <a:pt x="4441" y="2282"/>
                  </a:lnTo>
                  <a:cubicBezTo>
                    <a:pt x="5045" y="1678"/>
                    <a:pt x="4984" y="678"/>
                    <a:pt x="4310" y="153"/>
                  </a:cubicBezTo>
                  <a:lnTo>
                    <a:pt x="411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2"/>
            <p:cNvSpPr/>
            <p:nvPr/>
          </p:nvSpPr>
          <p:spPr>
            <a:xfrm>
              <a:off x="3242423" y="3967387"/>
              <a:ext cx="158983" cy="151223"/>
            </a:xfrm>
            <a:custGeom>
              <a:rect b="b" l="l" r="r" t="t"/>
              <a:pathLst>
                <a:path extrusionOk="0" h="5768" w="6064">
                  <a:moveTo>
                    <a:pt x="2999" y="1"/>
                  </a:moveTo>
                  <a:cubicBezTo>
                    <a:pt x="2633" y="1"/>
                    <a:pt x="2270" y="141"/>
                    <a:pt x="1992" y="419"/>
                  </a:cubicBezTo>
                  <a:lnTo>
                    <a:pt x="558" y="1853"/>
                  </a:lnTo>
                  <a:cubicBezTo>
                    <a:pt x="51" y="2360"/>
                    <a:pt x="1" y="3168"/>
                    <a:pt x="442" y="3736"/>
                  </a:cubicBezTo>
                  <a:lnTo>
                    <a:pt x="457" y="3754"/>
                  </a:lnTo>
                  <a:lnTo>
                    <a:pt x="2333" y="5308"/>
                  </a:lnTo>
                  <a:cubicBezTo>
                    <a:pt x="2702" y="5613"/>
                    <a:pt x="3134" y="5768"/>
                    <a:pt x="3534" y="5768"/>
                  </a:cubicBezTo>
                  <a:cubicBezTo>
                    <a:pt x="3885" y="5768"/>
                    <a:pt x="4212" y="5649"/>
                    <a:pt x="4452" y="5409"/>
                  </a:cubicBezTo>
                  <a:lnTo>
                    <a:pt x="5549" y="4312"/>
                  </a:lnTo>
                  <a:cubicBezTo>
                    <a:pt x="6063" y="3798"/>
                    <a:pt x="6020" y="2885"/>
                    <a:pt x="5448" y="2193"/>
                  </a:cubicBezTo>
                  <a:lnTo>
                    <a:pt x="3894" y="317"/>
                  </a:lnTo>
                  <a:lnTo>
                    <a:pt x="3876" y="303"/>
                  </a:lnTo>
                  <a:cubicBezTo>
                    <a:pt x="3616" y="101"/>
                    <a:pt x="3307" y="1"/>
                    <a:pt x="29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2"/>
            <p:cNvSpPr/>
            <p:nvPr/>
          </p:nvSpPr>
          <p:spPr>
            <a:xfrm>
              <a:off x="3244888" y="3967439"/>
              <a:ext cx="146530" cy="142046"/>
            </a:xfrm>
            <a:custGeom>
              <a:rect b="b" l="l" r="r" t="t"/>
              <a:pathLst>
                <a:path extrusionOk="0" h="5418" w="5589">
                  <a:moveTo>
                    <a:pt x="2912" y="0"/>
                  </a:moveTo>
                  <a:cubicBezTo>
                    <a:pt x="2534" y="0"/>
                    <a:pt x="2168" y="148"/>
                    <a:pt x="1898" y="420"/>
                  </a:cubicBezTo>
                  <a:lnTo>
                    <a:pt x="461" y="1854"/>
                  </a:lnTo>
                  <a:cubicBezTo>
                    <a:pt x="149" y="2166"/>
                    <a:pt x="1" y="2608"/>
                    <a:pt x="59" y="3046"/>
                  </a:cubicBezTo>
                  <a:lnTo>
                    <a:pt x="2463" y="5038"/>
                  </a:lnTo>
                  <a:cubicBezTo>
                    <a:pt x="2766" y="5289"/>
                    <a:pt x="3117" y="5417"/>
                    <a:pt x="3435" y="5417"/>
                  </a:cubicBezTo>
                  <a:cubicBezTo>
                    <a:pt x="3695" y="5417"/>
                    <a:pt x="3933" y="5332"/>
                    <a:pt x="4108" y="5157"/>
                  </a:cubicBezTo>
                  <a:lnTo>
                    <a:pt x="5201" y="4064"/>
                  </a:lnTo>
                  <a:cubicBezTo>
                    <a:pt x="5589" y="3676"/>
                    <a:pt x="5538" y="2970"/>
                    <a:pt x="5082" y="2419"/>
                  </a:cubicBezTo>
                  <a:lnTo>
                    <a:pt x="3090" y="11"/>
                  </a:lnTo>
                  <a:cubicBezTo>
                    <a:pt x="3031" y="4"/>
                    <a:pt x="2971" y="0"/>
                    <a:pt x="29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2"/>
            <p:cNvSpPr/>
            <p:nvPr/>
          </p:nvSpPr>
          <p:spPr>
            <a:xfrm>
              <a:off x="3244888" y="3967413"/>
              <a:ext cx="146530" cy="142073"/>
            </a:xfrm>
            <a:custGeom>
              <a:rect b="b" l="l" r="r" t="t"/>
              <a:pathLst>
                <a:path extrusionOk="0" h="5419" w="5589">
                  <a:moveTo>
                    <a:pt x="2912" y="1"/>
                  </a:moveTo>
                  <a:cubicBezTo>
                    <a:pt x="2535" y="1"/>
                    <a:pt x="2171" y="148"/>
                    <a:pt x="1902" y="418"/>
                  </a:cubicBezTo>
                  <a:lnTo>
                    <a:pt x="1725" y="591"/>
                  </a:lnTo>
                  <a:lnTo>
                    <a:pt x="1754" y="566"/>
                  </a:lnTo>
                  <a:cubicBezTo>
                    <a:pt x="1912" y="423"/>
                    <a:pt x="2109" y="353"/>
                    <a:pt x="2306" y="353"/>
                  </a:cubicBezTo>
                  <a:cubicBezTo>
                    <a:pt x="2543" y="353"/>
                    <a:pt x="2779" y="454"/>
                    <a:pt x="2945" y="649"/>
                  </a:cubicBezTo>
                  <a:lnTo>
                    <a:pt x="4484" y="2457"/>
                  </a:lnTo>
                  <a:cubicBezTo>
                    <a:pt x="4897" y="2942"/>
                    <a:pt x="4988" y="3529"/>
                    <a:pt x="4694" y="3822"/>
                  </a:cubicBezTo>
                  <a:lnTo>
                    <a:pt x="3865" y="4651"/>
                  </a:lnTo>
                  <a:cubicBezTo>
                    <a:pt x="3750" y="4765"/>
                    <a:pt x="3589" y="4820"/>
                    <a:pt x="3408" y="4820"/>
                  </a:cubicBezTo>
                  <a:cubicBezTo>
                    <a:pt x="3127" y="4820"/>
                    <a:pt x="2794" y="4688"/>
                    <a:pt x="2500" y="4438"/>
                  </a:cubicBezTo>
                  <a:lnTo>
                    <a:pt x="696" y="2899"/>
                  </a:lnTo>
                  <a:cubicBezTo>
                    <a:pt x="334" y="2598"/>
                    <a:pt x="298" y="2058"/>
                    <a:pt x="613" y="1707"/>
                  </a:cubicBezTo>
                  <a:lnTo>
                    <a:pt x="638" y="1682"/>
                  </a:lnTo>
                  <a:lnTo>
                    <a:pt x="461" y="1855"/>
                  </a:lnTo>
                  <a:cubicBezTo>
                    <a:pt x="149" y="2167"/>
                    <a:pt x="1" y="2609"/>
                    <a:pt x="59" y="3047"/>
                  </a:cubicBezTo>
                  <a:lnTo>
                    <a:pt x="2463" y="5039"/>
                  </a:lnTo>
                  <a:cubicBezTo>
                    <a:pt x="2766" y="5290"/>
                    <a:pt x="3117" y="5418"/>
                    <a:pt x="3435" y="5418"/>
                  </a:cubicBezTo>
                  <a:cubicBezTo>
                    <a:pt x="3695" y="5418"/>
                    <a:pt x="3933" y="5333"/>
                    <a:pt x="4108" y="5158"/>
                  </a:cubicBezTo>
                  <a:lnTo>
                    <a:pt x="5201" y="4065"/>
                  </a:lnTo>
                  <a:cubicBezTo>
                    <a:pt x="5589" y="3677"/>
                    <a:pt x="5538" y="2971"/>
                    <a:pt x="5082" y="2420"/>
                  </a:cubicBezTo>
                  <a:lnTo>
                    <a:pt x="3090" y="12"/>
                  </a:lnTo>
                  <a:cubicBezTo>
                    <a:pt x="3031" y="5"/>
                    <a:pt x="2971" y="1"/>
                    <a:pt x="29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2"/>
            <p:cNvSpPr/>
            <p:nvPr/>
          </p:nvSpPr>
          <p:spPr>
            <a:xfrm>
              <a:off x="3290480" y="4013110"/>
              <a:ext cx="35918" cy="33244"/>
            </a:xfrm>
            <a:custGeom>
              <a:rect b="b" l="l" r="r" t="t"/>
              <a:pathLst>
                <a:path extrusionOk="0" h="1268" w="1370">
                  <a:moveTo>
                    <a:pt x="569" y="0"/>
                  </a:moveTo>
                  <a:cubicBezTo>
                    <a:pt x="437" y="0"/>
                    <a:pt x="304" y="51"/>
                    <a:pt x="203" y="152"/>
                  </a:cubicBezTo>
                  <a:cubicBezTo>
                    <a:pt x="0" y="355"/>
                    <a:pt x="0" y="681"/>
                    <a:pt x="203" y="884"/>
                  </a:cubicBezTo>
                  <a:lnTo>
                    <a:pt x="435" y="1116"/>
                  </a:lnTo>
                  <a:cubicBezTo>
                    <a:pt x="536" y="1217"/>
                    <a:pt x="668" y="1268"/>
                    <a:pt x="800" y="1268"/>
                  </a:cubicBezTo>
                  <a:cubicBezTo>
                    <a:pt x="933" y="1268"/>
                    <a:pt x="1065" y="1217"/>
                    <a:pt x="1166" y="1116"/>
                  </a:cubicBezTo>
                  <a:cubicBezTo>
                    <a:pt x="1369" y="913"/>
                    <a:pt x="1369" y="587"/>
                    <a:pt x="1166" y="384"/>
                  </a:cubicBezTo>
                  <a:lnTo>
                    <a:pt x="935" y="152"/>
                  </a:lnTo>
                  <a:cubicBezTo>
                    <a:pt x="833" y="51"/>
                    <a:pt x="701" y="0"/>
                    <a:pt x="56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2"/>
            <p:cNvSpPr/>
            <p:nvPr/>
          </p:nvSpPr>
          <p:spPr>
            <a:xfrm>
              <a:off x="3395874" y="3853681"/>
              <a:ext cx="42263" cy="42263"/>
            </a:xfrm>
            <a:custGeom>
              <a:rect b="b" l="l" r="r" t="t"/>
              <a:pathLst>
                <a:path extrusionOk="0" h="1612" w="1612">
                  <a:moveTo>
                    <a:pt x="808" y="0"/>
                  </a:moveTo>
                  <a:cubicBezTo>
                    <a:pt x="362" y="0"/>
                    <a:pt x="0" y="363"/>
                    <a:pt x="0" y="808"/>
                  </a:cubicBezTo>
                  <a:cubicBezTo>
                    <a:pt x="0" y="1253"/>
                    <a:pt x="362" y="1612"/>
                    <a:pt x="808" y="1612"/>
                  </a:cubicBezTo>
                  <a:cubicBezTo>
                    <a:pt x="1253" y="1612"/>
                    <a:pt x="1612" y="1253"/>
                    <a:pt x="1612" y="808"/>
                  </a:cubicBezTo>
                  <a:cubicBezTo>
                    <a:pt x="1612" y="363"/>
                    <a:pt x="1253" y="0"/>
                    <a:pt x="80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2"/>
            <p:cNvSpPr/>
            <p:nvPr/>
          </p:nvSpPr>
          <p:spPr>
            <a:xfrm>
              <a:off x="3325690" y="3812992"/>
              <a:ext cx="151065" cy="150803"/>
            </a:xfrm>
            <a:custGeom>
              <a:rect b="b" l="l" r="r" t="t"/>
              <a:pathLst>
                <a:path extrusionOk="0" h="5752" w="5762">
                  <a:moveTo>
                    <a:pt x="3139" y="0"/>
                  </a:moveTo>
                  <a:cubicBezTo>
                    <a:pt x="2831" y="0"/>
                    <a:pt x="2516" y="55"/>
                    <a:pt x="2206" y="172"/>
                  </a:cubicBezTo>
                  <a:cubicBezTo>
                    <a:pt x="584" y="792"/>
                    <a:pt x="1" y="2795"/>
                    <a:pt x="1040" y="4189"/>
                  </a:cubicBezTo>
                  <a:lnTo>
                    <a:pt x="979" y="5543"/>
                  </a:lnTo>
                  <a:cubicBezTo>
                    <a:pt x="973" y="5661"/>
                    <a:pt x="1069" y="5752"/>
                    <a:pt x="1178" y="5752"/>
                  </a:cubicBezTo>
                  <a:cubicBezTo>
                    <a:pt x="1207" y="5752"/>
                    <a:pt x="1236" y="5745"/>
                    <a:pt x="1265" y="5732"/>
                  </a:cubicBezTo>
                  <a:lnTo>
                    <a:pt x="2492" y="5160"/>
                  </a:lnTo>
                  <a:cubicBezTo>
                    <a:pt x="2709" y="5215"/>
                    <a:pt x="2926" y="5241"/>
                    <a:pt x="3140" y="5241"/>
                  </a:cubicBezTo>
                  <a:cubicBezTo>
                    <a:pt x="4317" y="5241"/>
                    <a:pt x="5389" y="4443"/>
                    <a:pt x="5683" y="3247"/>
                  </a:cubicBezTo>
                  <a:cubicBezTo>
                    <a:pt x="5722" y="3094"/>
                    <a:pt x="5602" y="2998"/>
                    <a:pt x="5485" y="2998"/>
                  </a:cubicBezTo>
                  <a:cubicBezTo>
                    <a:pt x="5403" y="2998"/>
                    <a:pt x="5321" y="3046"/>
                    <a:pt x="5296" y="3153"/>
                  </a:cubicBezTo>
                  <a:cubicBezTo>
                    <a:pt x="5043" y="4165"/>
                    <a:pt x="4133" y="4839"/>
                    <a:pt x="3138" y="4839"/>
                  </a:cubicBezTo>
                  <a:cubicBezTo>
                    <a:pt x="2937" y="4839"/>
                    <a:pt x="2732" y="4812"/>
                    <a:pt x="2529" y="4754"/>
                  </a:cubicBezTo>
                  <a:cubicBezTo>
                    <a:pt x="2511" y="4748"/>
                    <a:pt x="2493" y="4745"/>
                    <a:pt x="2474" y="4745"/>
                  </a:cubicBezTo>
                  <a:cubicBezTo>
                    <a:pt x="2446" y="4745"/>
                    <a:pt x="2417" y="4752"/>
                    <a:pt x="2391" y="4765"/>
                  </a:cubicBezTo>
                  <a:lnTo>
                    <a:pt x="1395" y="5232"/>
                  </a:lnTo>
                  <a:lnTo>
                    <a:pt x="1395" y="5232"/>
                  </a:lnTo>
                  <a:lnTo>
                    <a:pt x="1442" y="4131"/>
                  </a:lnTo>
                  <a:cubicBezTo>
                    <a:pt x="1446" y="4084"/>
                    <a:pt x="1431" y="4037"/>
                    <a:pt x="1399" y="4001"/>
                  </a:cubicBezTo>
                  <a:cubicBezTo>
                    <a:pt x="475" y="2834"/>
                    <a:pt x="935" y="1110"/>
                    <a:pt x="2319" y="560"/>
                  </a:cubicBezTo>
                  <a:cubicBezTo>
                    <a:pt x="2591" y="451"/>
                    <a:pt x="2868" y="401"/>
                    <a:pt x="3140" y="401"/>
                  </a:cubicBezTo>
                  <a:cubicBezTo>
                    <a:pt x="4243" y="401"/>
                    <a:pt x="5242" y="1240"/>
                    <a:pt x="5346" y="2429"/>
                  </a:cubicBezTo>
                  <a:lnTo>
                    <a:pt x="5350" y="2429"/>
                  </a:lnTo>
                  <a:cubicBezTo>
                    <a:pt x="5360" y="2552"/>
                    <a:pt x="5453" y="2610"/>
                    <a:pt x="5546" y="2610"/>
                  </a:cubicBezTo>
                  <a:cubicBezTo>
                    <a:pt x="5654" y="2610"/>
                    <a:pt x="5762" y="2534"/>
                    <a:pt x="5748" y="2393"/>
                  </a:cubicBezTo>
                  <a:cubicBezTo>
                    <a:pt x="5625" y="991"/>
                    <a:pt x="4446" y="0"/>
                    <a:pt x="3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2"/>
            <p:cNvSpPr/>
            <p:nvPr/>
          </p:nvSpPr>
          <p:spPr>
            <a:xfrm>
              <a:off x="3121823" y="3910704"/>
              <a:ext cx="333880" cy="260812"/>
            </a:xfrm>
            <a:custGeom>
              <a:rect b="b" l="l" r="r" t="t"/>
              <a:pathLst>
                <a:path extrusionOk="0" h="9948" w="12735">
                  <a:moveTo>
                    <a:pt x="5817" y="2563"/>
                  </a:moveTo>
                  <a:lnTo>
                    <a:pt x="6075" y="2816"/>
                  </a:lnTo>
                  <a:lnTo>
                    <a:pt x="5734" y="3156"/>
                  </a:lnTo>
                  <a:lnTo>
                    <a:pt x="5394" y="3493"/>
                  </a:lnTo>
                  <a:lnTo>
                    <a:pt x="5140" y="3243"/>
                  </a:lnTo>
                  <a:lnTo>
                    <a:pt x="5817" y="2563"/>
                  </a:lnTo>
                  <a:close/>
                  <a:moveTo>
                    <a:pt x="7000" y="4107"/>
                  </a:moveTo>
                  <a:cubicBezTo>
                    <a:pt x="7080" y="4107"/>
                    <a:pt x="7161" y="4138"/>
                    <a:pt x="7223" y="4200"/>
                  </a:cubicBezTo>
                  <a:lnTo>
                    <a:pt x="7458" y="4431"/>
                  </a:lnTo>
                  <a:cubicBezTo>
                    <a:pt x="7581" y="4554"/>
                    <a:pt x="7581" y="4757"/>
                    <a:pt x="7458" y="4880"/>
                  </a:cubicBezTo>
                  <a:cubicBezTo>
                    <a:pt x="7396" y="4942"/>
                    <a:pt x="7315" y="4973"/>
                    <a:pt x="7233" y="4973"/>
                  </a:cubicBezTo>
                  <a:cubicBezTo>
                    <a:pt x="7152" y="4973"/>
                    <a:pt x="7071" y="4942"/>
                    <a:pt x="7009" y="4880"/>
                  </a:cubicBezTo>
                  <a:lnTo>
                    <a:pt x="6777" y="4649"/>
                  </a:lnTo>
                  <a:cubicBezTo>
                    <a:pt x="6650" y="4525"/>
                    <a:pt x="6650" y="4323"/>
                    <a:pt x="6777" y="4200"/>
                  </a:cubicBezTo>
                  <a:cubicBezTo>
                    <a:pt x="6839" y="4138"/>
                    <a:pt x="6919" y="4107"/>
                    <a:pt x="7000" y="4107"/>
                  </a:cubicBezTo>
                  <a:close/>
                  <a:moveTo>
                    <a:pt x="7589" y="2367"/>
                  </a:moveTo>
                  <a:cubicBezTo>
                    <a:pt x="7618" y="2367"/>
                    <a:pt x="7646" y="2368"/>
                    <a:pt x="7675" y="2371"/>
                  </a:cubicBezTo>
                  <a:lnTo>
                    <a:pt x="9617" y="4714"/>
                  </a:lnTo>
                  <a:cubicBezTo>
                    <a:pt x="10011" y="5181"/>
                    <a:pt x="10069" y="5771"/>
                    <a:pt x="9758" y="6083"/>
                  </a:cubicBezTo>
                  <a:lnTo>
                    <a:pt x="9754" y="6083"/>
                  </a:lnTo>
                  <a:lnTo>
                    <a:pt x="8660" y="7180"/>
                  </a:lnTo>
                  <a:cubicBezTo>
                    <a:pt x="8524" y="7315"/>
                    <a:pt x="8337" y="7381"/>
                    <a:pt x="8130" y="7381"/>
                  </a:cubicBezTo>
                  <a:cubicBezTo>
                    <a:pt x="7857" y="7381"/>
                    <a:pt x="7552" y="7267"/>
                    <a:pt x="7284" y="7043"/>
                  </a:cubicBezTo>
                  <a:lnTo>
                    <a:pt x="4945" y="5105"/>
                  </a:lnTo>
                  <a:cubicBezTo>
                    <a:pt x="4919" y="4750"/>
                    <a:pt x="5050" y="4406"/>
                    <a:pt x="5299" y="4156"/>
                  </a:cubicBezTo>
                  <a:lnTo>
                    <a:pt x="5875" y="3580"/>
                  </a:lnTo>
                  <a:lnTo>
                    <a:pt x="6372" y="4080"/>
                  </a:lnTo>
                  <a:cubicBezTo>
                    <a:pt x="6219" y="4359"/>
                    <a:pt x="6270" y="4707"/>
                    <a:pt x="6495" y="4931"/>
                  </a:cubicBezTo>
                  <a:lnTo>
                    <a:pt x="6726" y="5163"/>
                  </a:lnTo>
                  <a:cubicBezTo>
                    <a:pt x="6864" y="5302"/>
                    <a:pt x="7047" y="5374"/>
                    <a:pt x="7233" y="5374"/>
                  </a:cubicBezTo>
                  <a:cubicBezTo>
                    <a:pt x="7352" y="5374"/>
                    <a:pt x="7471" y="5345"/>
                    <a:pt x="7581" y="5286"/>
                  </a:cubicBezTo>
                  <a:lnTo>
                    <a:pt x="8621" y="6329"/>
                  </a:lnTo>
                  <a:cubicBezTo>
                    <a:pt x="8664" y="6374"/>
                    <a:pt x="8713" y="6392"/>
                    <a:pt x="8761" y="6392"/>
                  </a:cubicBezTo>
                  <a:cubicBezTo>
                    <a:pt x="8917" y="6392"/>
                    <a:pt x="9053" y="6188"/>
                    <a:pt x="8903" y="6043"/>
                  </a:cubicBezTo>
                  <a:lnTo>
                    <a:pt x="7864" y="5004"/>
                  </a:lnTo>
                  <a:cubicBezTo>
                    <a:pt x="8016" y="4725"/>
                    <a:pt x="7969" y="4377"/>
                    <a:pt x="7741" y="4149"/>
                  </a:cubicBezTo>
                  <a:lnTo>
                    <a:pt x="7509" y="3917"/>
                  </a:lnTo>
                  <a:cubicBezTo>
                    <a:pt x="7372" y="3780"/>
                    <a:pt x="7188" y="3708"/>
                    <a:pt x="7002" y="3708"/>
                  </a:cubicBezTo>
                  <a:cubicBezTo>
                    <a:pt x="6884" y="3708"/>
                    <a:pt x="6764" y="3737"/>
                    <a:pt x="6654" y="3798"/>
                  </a:cubicBezTo>
                  <a:lnTo>
                    <a:pt x="6158" y="3298"/>
                  </a:lnTo>
                  <a:lnTo>
                    <a:pt x="6495" y="2961"/>
                  </a:lnTo>
                  <a:lnTo>
                    <a:pt x="6730" y="2726"/>
                  </a:lnTo>
                  <a:cubicBezTo>
                    <a:pt x="6959" y="2496"/>
                    <a:pt x="7268" y="2367"/>
                    <a:pt x="7589" y="2367"/>
                  </a:cubicBezTo>
                  <a:close/>
                  <a:moveTo>
                    <a:pt x="2302" y="0"/>
                  </a:moveTo>
                  <a:cubicBezTo>
                    <a:pt x="2292" y="0"/>
                    <a:pt x="2282" y="1"/>
                    <a:pt x="2272" y="2"/>
                  </a:cubicBezTo>
                  <a:cubicBezTo>
                    <a:pt x="1757" y="67"/>
                    <a:pt x="1276" y="299"/>
                    <a:pt x="910" y="668"/>
                  </a:cubicBezTo>
                  <a:cubicBezTo>
                    <a:pt x="1" y="1581"/>
                    <a:pt x="1" y="3059"/>
                    <a:pt x="910" y="3968"/>
                  </a:cubicBezTo>
                  <a:lnTo>
                    <a:pt x="1678" y="4739"/>
                  </a:lnTo>
                  <a:cubicBezTo>
                    <a:pt x="2105" y="5170"/>
                    <a:pt x="2170" y="5840"/>
                    <a:pt x="1834" y="6344"/>
                  </a:cubicBezTo>
                  <a:cubicBezTo>
                    <a:pt x="1779" y="6423"/>
                    <a:pt x="1790" y="6532"/>
                    <a:pt x="1859" y="6597"/>
                  </a:cubicBezTo>
                  <a:lnTo>
                    <a:pt x="2547" y="7289"/>
                  </a:lnTo>
                  <a:cubicBezTo>
                    <a:pt x="2587" y="7325"/>
                    <a:pt x="2638" y="7347"/>
                    <a:pt x="2688" y="7347"/>
                  </a:cubicBezTo>
                  <a:lnTo>
                    <a:pt x="2703" y="7347"/>
                  </a:lnTo>
                  <a:cubicBezTo>
                    <a:pt x="2757" y="7343"/>
                    <a:pt x="2811" y="7318"/>
                    <a:pt x="2848" y="7271"/>
                  </a:cubicBezTo>
                  <a:cubicBezTo>
                    <a:pt x="3677" y="6224"/>
                    <a:pt x="3590" y="4717"/>
                    <a:pt x="2645" y="3772"/>
                  </a:cubicBezTo>
                  <a:lnTo>
                    <a:pt x="1873" y="3008"/>
                  </a:lnTo>
                  <a:cubicBezTo>
                    <a:pt x="1262" y="2397"/>
                    <a:pt x="1694" y="1353"/>
                    <a:pt x="2553" y="1353"/>
                  </a:cubicBezTo>
                  <a:cubicBezTo>
                    <a:pt x="2555" y="1353"/>
                    <a:pt x="2556" y="1353"/>
                    <a:pt x="2558" y="1353"/>
                  </a:cubicBezTo>
                  <a:cubicBezTo>
                    <a:pt x="2815" y="1353"/>
                    <a:pt x="3065" y="1454"/>
                    <a:pt x="3246" y="1635"/>
                  </a:cubicBezTo>
                  <a:lnTo>
                    <a:pt x="4713" y="3102"/>
                  </a:lnTo>
                  <a:cubicBezTo>
                    <a:pt x="4633" y="3182"/>
                    <a:pt x="4633" y="3309"/>
                    <a:pt x="4713" y="3385"/>
                  </a:cubicBezTo>
                  <a:lnTo>
                    <a:pt x="5111" y="3783"/>
                  </a:lnTo>
                  <a:lnTo>
                    <a:pt x="5017" y="3877"/>
                  </a:lnTo>
                  <a:cubicBezTo>
                    <a:pt x="4658" y="4232"/>
                    <a:pt x="4485" y="4736"/>
                    <a:pt x="4553" y="5235"/>
                  </a:cubicBezTo>
                  <a:lnTo>
                    <a:pt x="4553" y="5239"/>
                  </a:lnTo>
                  <a:cubicBezTo>
                    <a:pt x="4593" y="5525"/>
                    <a:pt x="4706" y="5797"/>
                    <a:pt x="4883" y="6025"/>
                  </a:cubicBezTo>
                  <a:lnTo>
                    <a:pt x="7462" y="9324"/>
                  </a:lnTo>
                  <a:cubicBezTo>
                    <a:pt x="7744" y="9690"/>
                    <a:pt x="8175" y="9915"/>
                    <a:pt x="8639" y="9944"/>
                  </a:cubicBezTo>
                  <a:cubicBezTo>
                    <a:pt x="8671" y="9947"/>
                    <a:pt x="8704" y="9947"/>
                    <a:pt x="8737" y="9947"/>
                  </a:cubicBezTo>
                  <a:cubicBezTo>
                    <a:pt x="9167" y="9947"/>
                    <a:pt x="9580" y="9777"/>
                    <a:pt x="9885" y="9473"/>
                  </a:cubicBezTo>
                  <a:lnTo>
                    <a:pt x="11351" y="8002"/>
                  </a:lnTo>
                  <a:cubicBezTo>
                    <a:pt x="11494" y="7857"/>
                    <a:pt x="11361" y="7661"/>
                    <a:pt x="11206" y="7661"/>
                  </a:cubicBezTo>
                  <a:cubicBezTo>
                    <a:pt x="11160" y="7661"/>
                    <a:pt x="11112" y="7678"/>
                    <a:pt x="11069" y="7720"/>
                  </a:cubicBezTo>
                  <a:lnTo>
                    <a:pt x="9606" y="9183"/>
                  </a:lnTo>
                  <a:cubicBezTo>
                    <a:pt x="9364" y="9424"/>
                    <a:pt x="9051" y="9542"/>
                    <a:pt x="8740" y="9542"/>
                  </a:cubicBezTo>
                  <a:cubicBezTo>
                    <a:pt x="8379" y="9542"/>
                    <a:pt x="8020" y="9384"/>
                    <a:pt x="7777" y="9074"/>
                  </a:cubicBezTo>
                  <a:lnTo>
                    <a:pt x="5339" y="5952"/>
                  </a:lnTo>
                  <a:lnTo>
                    <a:pt x="7031" y="7354"/>
                  </a:lnTo>
                  <a:cubicBezTo>
                    <a:pt x="7371" y="7637"/>
                    <a:pt x="7766" y="7781"/>
                    <a:pt x="8132" y="7781"/>
                  </a:cubicBezTo>
                  <a:cubicBezTo>
                    <a:pt x="8141" y="7782"/>
                    <a:pt x="8149" y="7782"/>
                    <a:pt x="8158" y="7782"/>
                  </a:cubicBezTo>
                  <a:cubicBezTo>
                    <a:pt x="8450" y="7782"/>
                    <a:pt x="8732" y="7667"/>
                    <a:pt x="8943" y="7463"/>
                  </a:cubicBezTo>
                  <a:lnTo>
                    <a:pt x="10040" y="6369"/>
                  </a:lnTo>
                  <a:cubicBezTo>
                    <a:pt x="10500" y="5909"/>
                    <a:pt x="10453" y="5087"/>
                    <a:pt x="9932" y="4453"/>
                  </a:cubicBezTo>
                  <a:lnTo>
                    <a:pt x="8526" y="2762"/>
                  </a:lnTo>
                  <a:lnTo>
                    <a:pt x="11652" y="5203"/>
                  </a:lnTo>
                  <a:cubicBezTo>
                    <a:pt x="12228" y="5652"/>
                    <a:pt x="12282" y="6510"/>
                    <a:pt x="11764" y="7028"/>
                  </a:cubicBezTo>
                  <a:cubicBezTo>
                    <a:pt x="11615" y="7172"/>
                    <a:pt x="11749" y="7376"/>
                    <a:pt x="11905" y="7376"/>
                  </a:cubicBezTo>
                  <a:cubicBezTo>
                    <a:pt x="11953" y="7376"/>
                    <a:pt x="12003" y="7357"/>
                    <a:pt x="12047" y="7311"/>
                  </a:cubicBezTo>
                  <a:cubicBezTo>
                    <a:pt x="12735" y="6622"/>
                    <a:pt x="12666" y="5485"/>
                    <a:pt x="11898" y="4884"/>
                  </a:cubicBezTo>
                  <a:lnTo>
                    <a:pt x="8617" y="2323"/>
                  </a:lnTo>
                  <a:lnTo>
                    <a:pt x="8599" y="2309"/>
                  </a:lnTo>
                  <a:cubicBezTo>
                    <a:pt x="8371" y="2128"/>
                    <a:pt x="8095" y="2016"/>
                    <a:pt x="7809" y="1976"/>
                  </a:cubicBezTo>
                  <a:cubicBezTo>
                    <a:pt x="7739" y="1967"/>
                    <a:pt x="7669" y="1962"/>
                    <a:pt x="7599" y="1962"/>
                  </a:cubicBezTo>
                  <a:cubicBezTo>
                    <a:pt x="7171" y="1962"/>
                    <a:pt x="6756" y="2131"/>
                    <a:pt x="6451" y="2439"/>
                  </a:cubicBezTo>
                  <a:lnTo>
                    <a:pt x="6357" y="2534"/>
                  </a:lnTo>
                  <a:lnTo>
                    <a:pt x="5962" y="2135"/>
                  </a:lnTo>
                  <a:cubicBezTo>
                    <a:pt x="5922" y="2097"/>
                    <a:pt x="5871" y="2078"/>
                    <a:pt x="5819" y="2078"/>
                  </a:cubicBezTo>
                  <a:cubicBezTo>
                    <a:pt x="5768" y="2078"/>
                    <a:pt x="5716" y="2097"/>
                    <a:pt x="5676" y="2135"/>
                  </a:cubicBezTo>
                  <a:lnTo>
                    <a:pt x="4209" y="668"/>
                  </a:lnTo>
                  <a:cubicBezTo>
                    <a:pt x="3912" y="371"/>
                    <a:pt x="3539" y="161"/>
                    <a:pt x="3134" y="56"/>
                  </a:cubicBezTo>
                  <a:cubicBezTo>
                    <a:pt x="3114" y="51"/>
                    <a:pt x="3095" y="49"/>
                    <a:pt x="3077" y="49"/>
                  </a:cubicBezTo>
                  <a:cubicBezTo>
                    <a:pt x="2860" y="49"/>
                    <a:pt x="2795" y="387"/>
                    <a:pt x="3036" y="447"/>
                  </a:cubicBezTo>
                  <a:cubicBezTo>
                    <a:pt x="3373" y="531"/>
                    <a:pt x="3681" y="705"/>
                    <a:pt x="3927" y="951"/>
                  </a:cubicBezTo>
                  <a:lnTo>
                    <a:pt x="5394" y="2421"/>
                  </a:lnTo>
                  <a:lnTo>
                    <a:pt x="4995" y="2820"/>
                  </a:lnTo>
                  <a:lnTo>
                    <a:pt x="3528" y="1353"/>
                  </a:lnTo>
                  <a:cubicBezTo>
                    <a:pt x="3271" y="1092"/>
                    <a:pt x="2924" y="951"/>
                    <a:pt x="2558" y="951"/>
                  </a:cubicBezTo>
                  <a:cubicBezTo>
                    <a:pt x="2004" y="951"/>
                    <a:pt x="1504" y="1284"/>
                    <a:pt x="1294" y="1795"/>
                  </a:cubicBezTo>
                  <a:cubicBezTo>
                    <a:pt x="1080" y="2309"/>
                    <a:pt x="1200" y="2896"/>
                    <a:pt x="1591" y="3290"/>
                  </a:cubicBezTo>
                  <a:lnTo>
                    <a:pt x="2359" y="4055"/>
                  </a:lnTo>
                  <a:cubicBezTo>
                    <a:pt x="3101" y="4797"/>
                    <a:pt x="3228" y="5952"/>
                    <a:pt x="2663" y="6836"/>
                  </a:cubicBezTo>
                  <a:lnTo>
                    <a:pt x="2254" y="6427"/>
                  </a:lnTo>
                  <a:cubicBezTo>
                    <a:pt x="2598" y="5775"/>
                    <a:pt x="2482" y="4978"/>
                    <a:pt x="1960" y="4457"/>
                  </a:cubicBezTo>
                  <a:lnTo>
                    <a:pt x="1192" y="3685"/>
                  </a:lnTo>
                  <a:cubicBezTo>
                    <a:pt x="439" y="2928"/>
                    <a:pt x="439" y="1708"/>
                    <a:pt x="1192" y="951"/>
                  </a:cubicBezTo>
                  <a:cubicBezTo>
                    <a:pt x="1497" y="647"/>
                    <a:pt x="1895" y="451"/>
                    <a:pt x="2322" y="400"/>
                  </a:cubicBezTo>
                  <a:cubicBezTo>
                    <a:pt x="2576" y="369"/>
                    <a:pt x="2540" y="0"/>
                    <a:pt x="2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2"/>
            <p:cNvSpPr/>
            <p:nvPr/>
          </p:nvSpPr>
          <p:spPr>
            <a:xfrm>
              <a:off x="3372121" y="3848516"/>
              <a:ext cx="73907" cy="70682"/>
            </a:xfrm>
            <a:custGeom>
              <a:rect b="b" l="l" r="r" t="t"/>
              <a:pathLst>
                <a:path extrusionOk="0" h="2696" w="2819">
                  <a:moveTo>
                    <a:pt x="1709" y="398"/>
                  </a:moveTo>
                  <a:cubicBezTo>
                    <a:pt x="2021" y="398"/>
                    <a:pt x="2319" y="640"/>
                    <a:pt x="2319" y="1005"/>
                  </a:cubicBezTo>
                  <a:cubicBezTo>
                    <a:pt x="2319" y="1370"/>
                    <a:pt x="2021" y="1611"/>
                    <a:pt x="1709" y="1611"/>
                  </a:cubicBezTo>
                  <a:cubicBezTo>
                    <a:pt x="1560" y="1611"/>
                    <a:pt x="1407" y="1555"/>
                    <a:pt x="1283" y="1432"/>
                  </a:cubicBezTo>
                  <a:cubicBezTo>
                    <a:pt x="1047" y="1197"/>
                    <a:pt x="1047" y="813"/>
                    <a:pt x="1283" y="578"/>
                  </a:cubicBezTo>
                  <a:cubicBezTo>
                    <a:pt x="1407" y="453"/>
                    <a:pt x="1560" y="398"/>
                    <a:pt x="1709" y="398"/>
                  </a:cubicBezTo>
                  <a:close/>
                  <a:moveTo>
                    <a:pt x="1711" y="0"/>
                  </a:moveTo>
                  <a:cubicBezTo>
                    <a:pt x="1487" y="0"/>
                    <a:pt x="1262" y="75"/>
                    <a:pt x="1076" y="226"/>
                  </a:cubicBezTo>
                  <a:cubicBezTo>
                    <a:pt x="674" y="552"/>
                    <a:pt x="587" y="1128"/>
                    <a:pt x="874" y="1559"/>
                  </a:cubicBezTo>
                  <a:lnTo>
                    <a:pt x="80" y="2356"/>
                  </a:lnTo>
                  <a:cubicBezTo>
                    <a:pt x="1" y="2432"/>
                    <a:pt x="1" y="2559"/>
                    <a:pt x="80" y="2638"/>
                  </a:cubicBezTo>
                  <a:cubicBezTo>
                    <a:pt x="118" y="2676"/>
                    <a:pt x="169" y="2695"/>
                    <a:pt x="220" y="2695"/>
                  </a:cubicBezTo>
                  <a:cubicBezTo>
                    <a:pt x="271" y="2695"/>
                    <a:pt x="323" y="2676"/>
                    <a:pt x="363" y="2638"/>
                  </a:cubicBezTo>
                  <a:lnTo>
                    <a:pt x="1156" y="1845"/>
                  </a:lnTo>
                  <a:cubicBezTo>
                    <a:pt x="1326" y="1957"/>
                    <a:pt x="1519" y="2011"/>
                    <a:pt x="1710" y="2011"/>
                  </a:cubicBezTo>
                  <a:cubicBezTo>
                    <a:pt x="2003" y="2011"/>
                    <a:pt x="2293" y="1884"/>
                    <a:pt x="2493" y="1642"/>
                  </a:cubicBezTo>
                  <a:cubicBezTo>
                    <a:pt x="2818" y="1240"/>
                    <a:pt x="2789" y="661"/>
                    <a:pt x="2424" y="295"/>
                  </a:cubicBezTo>
                  <a:cubicBezTo>
                    <a:pt x="2228" y="99"/>
                    <a:pt x="1970" y="0"/>
                    <a:pt x="17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82"/>
          <p:cNvGrpSpPr/>
          <p:nvPr/>
        </p:nvGrpSpPr>
        <p:grpSpPr>
          <a:xfrm>
            <a:off x="876687" y="3814067"/>
            <a:ext cx="362457" cy="356296"/>
            <a:chOff x="876687" y="3814067"/>
            <a:chExt cx="362457" cy="356296"/>
          </a:xfrm>
        </p:grpSpPr>
        <p:sp>
          <p:nvSpPr>
            <p:cNvPr id="12601" name="Google Shape;12601;p82"/>
            <p:cNvSpPr/>
            <p:nvPr/>
          </p:nvSpPr>
          <p:spPr>
            <a:xfrm>
              <a:off x="1006674" y="4110534"/>
              <a:ext cx="41240" cy="37806"/>
            </a:xfrm>
            <a:custGeom>
              <a:rect b="b" l="l" r="r" t="t"/>
              <a:pathLst>
                <a:path extrusionOk="0" h="1442" w="1573">
                  <a:moveTo>
                    <a:pt x="323" y="0"/>
                  </a:moveTo>
                  <a:lnTo>
                    <a:pt x="1" y="1442"/>
                  </a:lnTo>
                  <a:lnTo>
                    <a:pt x="1572" y="1442"/>
                  </a:lnTo>
                  <a:lnTo>
                    <a:pt x="125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2"/>
            <p:cNvSpPr/>
            <p:nvPr/>
          </p:nvSpPr>
          <p:spPr>
            <a:xfrm>
              <a:off x="978385" y="4144905"/>
              <a:ext cx="97817" cy="20240"/>
            </a:xfrm>
            <a:custGeom>
              <a:rect b="b" l="l" r="r" t="t"/>
              <a:pathLst>
                <a:path extrusionOk="0" h="772" w="3731">
                  <a:moveTo>
                    <a:pt x="0" y="0"/>
                  </a:moveTo>
                  <a:lnTo>
                    <a:pt x="0" y="772"/>
                  </a:lnTo>
                  <a:lnTo>
                    <a:pt x="3731" y="772"/>
                  </a:lnTo>
                  <a:lnTo>
                    <a:pt x="3731"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2"/>
            <p:cNvSpPr/>
            <p:nvPr/>
          </p:nvSpPr>
          <p:spPr>
            <a:xfrm>
              <a:off x="881905" y="3923839"/>
              <a:ext cx="290778" cy="190024"/>
            </a:xfrm>
            <a:custGeom>
              <a:rect b="b" l="l" r="r" t="t"/>
              <a:pathLst>
                <a:path extrusionOk="0" h="7248" w="11091">
                  <a:moveTo>
                    <a:pt x="1" y="1"/>
                  </a:moveTo>
                  <a:lnTo>
                    <a:pt x="1" y="7248"/>
                  </a:lnTo>
                  <a:lnTo>
                    <a:pt x="11090" y="7248"/>
                  </a:lnTo>
                  <a:lnTo>
                    <a:pt x="1109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2"/>
            <p:cNvSpPr/>
            <p:nvPr/>
          </p:nvSpPr>
          <p:spPr>
            <a:xfrm>
              <a:off x="881905" y="4099313"/>
              <a:ext cx="290778" cy="14551"/>
            </a:xfrm>
            <a:custGeom>
              <a:rect b="b" l="l" r="r" t="t"/>
              <a:pathLst>
                <a:path extrusionOk="0" h="555" w="11091">
                  <a:moveTo>
                    <a:pt x="1" y="1"/>
                  </a:moveTo>
                  <a:lnTo>
                    <a:pt x="1" y="555"/>
                  </a:lnTo>
                  <a:lnTo>
                    <a:pt x="11090" y="555"/>
                  </a:lnTo>
                  <a:lnTo>
                    <a:pt x="1109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2"/>
            <p:cNvSpPr/>
            <p:nvPr/>
          </p:nvSpPr>
          <p:spPr>
            <a:xfrm>
              <a:off x="900414" y="3943607"/>
              <a:ext cx="253759" cy="140919"/>
            </a:xfrm>
            <a:custGeom>
              <a:rect b="b" l="l" r="r" t="t"/>
              <a:pathLst>
                <a:path extrusionOk="0" h="5375" w="9679">
                  <a:moveTo>
                    <a:pt x="1" y="0"/>
                  </a:moveTo>
                  <a:lnTo>
                    <a:pt x="1" y="5375"/>
                  </a:lnTo>
                  <a:lnTo>
                    <a:pt x="9678" y="5375"/>
                  </a:lnTo>
                  <a:lnTo>
                    <a:pt x="967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2"/>
            <p:cNvSpPr/>
            <p:nvPr/>
          </p:nvSpPr>
          <p:spPr>
            <a:xfrm>
              <a:off x="900414" y="3943607"/>
              <a:ext cx="253759" cy="140919"/>
            </a:xfrm>
            <a:custGeom>
              <a:rect b="b" l="l" r="r" t="t"/>
              <a:pathLst>
                <a:path extrusionOk="0" h="5375" w="9679">
                  <a:moveTo>
                    <a:pt x="1" y="0"/>
                  </a:moveTo>
                  <a:lnTo>
                    <a:pt x="1" y="5375"/>
                  </a:lnTo>
                  <a:lnTo>
                    <a:pt x="9678" y="5375"/>
                  </a:lnTo>
                  <a:lnTo>
                    <a:pt x="9678" y="4763"/>
                  </a:lnTo>
                  <a:lnTo>
                    <a:pt x="649" y="4763"/>
                  </a:lnTo>
                  <a:lnTo>
                    <a:pt x="649"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2"/>
            <p:cNvSpPr/>
            <p:nvPr/>
          </p:nvSpPr>
          <p:spPr>
            <a:xfrm>
              <a:off x="1091461" y="3819258"/>
              <a:ext cx="142073" cy="148103"/>
            </a:xfrm>
            <a:custGeom>
              <a:rect b="b" l="l" r="r" t="t"/>
              <a:pathLst>
                <a:path extrusionOk="0" h="5649" w="5419">
                  <a:moveTo>
                    <a:pt x="2713" y="0"/>
                  </a:moveTo>
                  <a:cubicBezTo>
                    <a:pt x="2680" y="0"/>
                    <a:pt x="2648" y="1"/>
                    <a:pt x="2616" y="2"/>
                  </a:cubicBezTo>
                  <a:cubicBezTo>
                    <a:pt x="1656" y="42"/>
                    <a:pt x="801" y="618"/>
                    <a:pt x="399" y="1491"/>
                  </a:cubicBezTo>
                  <a:cubicBezTo>
                    <a:pt x="1" y="2364"/>
                    <a:pt x="124" y="3389"/>
                    <a:pt x="721" y="4142"/>
                  </a:cubicBezTo>
                  <a:lnTo>
                    <a:pt x="653" y="5649"/>
                  </a:lnTo>
                  <a:lnTo>
                    <a:pt x="2018" y="5007"/>
                  </a:lnTo>
                  <a:cubicBezTo>
                    <a:pt x="2251" y="5074"/>
                    <a:pt x="2488" y="5106"/>
                    <a:pt x="2721" y="5106"/>
                  </a:cubicBezTo>
                  <a:cubicBezTo>
                    <a:pt x="3559" y="5106"/>
                    <a:pt x="4362" y="4694"/>
                    <a:pt x="4843" y="3972"/>
                  </a:cubicBezTo>
                  <a:cubicBezTo>
                    <a:pt x="5375" y="3175"/>
                    <a:pt x="5419" y="2143"/>
                    <a:pt x="4948" y="1306"/>
                  </a:cubicBezTo>
                  <a:cubicBezTo>
                    <a:pt x="4493" y="498"/>
                    <a:pt x="3636" y="0"/>
                    <a:pt x="27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2"/>
            <p:cNvSpPr/>
            <p:nvPr/>
          </p:nvSpPr>
          <p:spPr>
            <a:xfrm>
              <a:off x="971909" y="3886139"/>
              <a:ext cx="26244" cy="26244"/>
            </a:xfrm>
            <a:custGeom>
              <a:rect b="b" l="l" r="r" t="t"/>
              <a:pathLst>
                <a:path extrusionOk="0" h="1001" w="1001">
                  <a:moveTo>
                    <a:pt x="501" y="1"/>
                  </a:moveTo>
                  <a:cubicBezTo>
                    <a:pt x="226" y="1"/>
                    <a:pt x="1" y="222"/>
                    <a:pt x="1" y="501"/>
                  </a:cubicBezTo>
                  <a:cubicBezTo>
                    <a:pt x="1" y="776"/>
                    <a:pt x="226" y="1001"/>
                    <a:pt x="501" y="1001"/>
                  </a:cubicBezTo>
                  <a:cubicBezTo>
                    <a:pt x="776" y="1001"/>
                    <a:pt x="1001" y="776"/>
                    <a:pt x="1001" y="501"/>
                  </a:cubicBezTo>
                  <a:cubicBezTo>
                    <a:pt x="1001" y="222"/>
                    <a:pt x="776" y="1"/>
                    <a:pt x="50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2"/>
            <p:cNvSpPr/>
            <p:nvPr/>
          </p:nvSpPr>
          <p:spPr>
            <a:xfrm>
              <a:off x="1056434" y="3886139"/>
              <a:ext cx="26217" cy="26244"/>
            </a:xfrm>
            <a:custGeom>
              <a:rect b="b" l="l" r="r" t="t"/>
              <a:pathLst>
                <a:path extrusionOk="0" h="1001" w="1000">
                  <a:moveTo>
                    <a:pt x="500" y="1"/>
                  </a:moveTo>
                  <a:cubicBezTo>
                    <a:pt x="225" y="1"/>
                    <a:pt x="0" y="222"/>
                    <a:pt x="0" y="501"/>
                  </a:cubicBezTo>
                  <a:cubicBezTo>
                    <a:pt x="0" y="776"/>
                    <a:pt x="225" y="1001"/>
                    <a:pt x="500" y="1001"/>
                  </a:cubicBezTo>
                  <a:cubicBezTo>
                    <a:pt x="775" y="1001"/>
                    <a:pt x="1000" y="776"/>
                    <a:pt x="1000" y="501"/>
                  </a:cubicBezTo>
                  <a:cubicBezTo>
                    <a:pt x="1000" y="222"/>
                    <a:pt x="775" y="1"/>
                    <a:pt x="500"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2"/>
            <p:cNvSpPr/>
            <p:nvPr/>
          </p:nvSpPr>
          <p:spPr>
            <a:xfrm>
              <a:off x="1007329" y="3924705"/>
              <a:ext cx="39903" cy="71810"/>
            </a:xfrm>
            <a:custGeom>
              <a:rect b="b" l="l" r="r" t="t"/>
              <a:pathLst>
                <a:path extrusionOk="0" h="2739" w="1522">
                  <a:moveTo>
                    <a:pt x="1" y="0"/>
                  </a:moveTo>
                  <a:lnTo>
                    <a:pt x="1" y="2083"/>
                  </a:lnTo>
                  <a:lnTo>
                    <a:pt x="761" y="2738"/>
                  </a:lnTo>
                  <a:lnTo>
                    <a:pt x="1522" y="2083"/>
                  </a:lnTo>
                  <a:lnTo>
                    <a:pt x="1522"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2"/>
            <p:cNvSpPr/>
            <p:nvPr/>
          </p:nvSpPr>
          <p:spPr>
            <a:xfrm>
              <a:off x="925688" y="3969222"/>
              <a:ext cx="203212" cy="86911"/>
            </a:xfrm>
            <a:custGeom>
              <a:rect b="b" l="l" r="r" t="t"/>
              <a:pathLst>
                <a:path extrusionOk="0" h="3315" w="7751">
                  <a:moveTo>
                    <a:pt x="3115" y="1"/>
                  </a:moveTo>
                  <a:lnTo>
                    <a:pt x="1387" y="555"/>
                  </a:lnTo>
                  <a:cubicBezTo>
                    <a:pt x="562" y="819"/>
                    <a:pt x="0" y="1591"/>
                    <a:pt x="0" y="2456"/>
                  </a:cubicBezTo>
                  <a:lnTo>
                    <a:pt x="0" y="3315"/>
                  </a:lnTo>
                  <a:lnTo>
                    <a:pt x="7751" y="3315"/>
                  </a:lnTo>
                  <a:lnTo>
                    <a:pt x="7751" y="2456"/>
                  </a:lnTo>
                  <a:cubicBezTo>
                    <a:pt x="7751" y="1591"/>
                    <a:pt x="7189" y="819"/>
                    <a:pt x="6364" y="555"/>
                  </a:cubicBezTo>
                  <a:lnTo>
                    <a:pt x="4640" y="1"/>
                  </a:lnTo>
                  <a:lnTo>
                    <a:pt x="3875" y="537"/>
                  </a:lnTo>
                  <a:lnTo>
                    <a:pt x="31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2"/>
            <p:cNvSpPr/>
            <p:nvPr/>
          </p:nvSpPr>
          <p:spPr>
            <a:xfrm>
              <a:off x="985018" y="3831082"/>
              <a:ext cx="84551" cy="116065"/>
            </a:xfrm>
            <a:custGeom>
              <a:rect b="b" l="l" r="r" t="t"/>
              <a:pathLst>
                <a:path extrusionOk="0" h="4427" w="3225">
                  <a:moveTo>
                    <a:pt x="1257" y="0"/>
                  </a:moveTo>
                  <a:cubicBezTo>
                    <a:pt x="1207" y="0"/>
                    <a:pt x="1160" y="4"/>
                    <a:pt x="1113" y="8"/>
                  </a:cubicBezTo>
                  <a:cubicBezTo>
                    <a:pt x="479" y="84"/>
                    <a:pt x="1" y="620"/>
                    <a:pt x="1" y="1257"/>
                  </a:cubicBezTo>
                  <a:lnTo>
                    <a:pt x="1" y="2539"/>
                  </a:lnTo>
                  <a:cubicBezTo>
                    <a:pt x="1" y="3209"/>
                    <a:pt x="356" y="3829"/>
                    <a:pt x="932" y="4169"/>
                  </a:cubicBezTo>
                  <a:lnTo>
                    <a:pt x="1171" y="4307"/>
                  </a:lnTo>
                  <a:cubicBezTo>
                    <a:pt x="1306" y="4386"/>
                    <a:pt x="1459" y="4426"/>
                    <a:pt x="1611" y="4426"/>
                  </a:cubicBezTo>
                  <a:cubicBezTo>
                    <a:pt x="1764" y="4426"/>
                    <a:pt x="1917" y="4386"/>
                    <a:pt x="2054" y="4307"/>
                  </a:cubicBezTo>
                  <a:lnTo>
                    <a:pt x="2290" y="4169"/>
                  </a:lnTo>
                  <a:cubicBezTo>
                    <a:pt x="2869" y="3829"/>
                    <a:pt x="3224" y="3209"/>
                    <a:pt x="3224" y="2539"/>
                  </a:cubicBezTo>
                  <a:lnTo>
                    <a:pt x="3224" y="1257"/>
                  </a:lnTo>
                  <a:cubicBezTo>
                    <a:pt x="3224" y="562"/>
                    <a:pt x="2659" y="0"/>
                    <a:pt x="19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2"/>
            <p:cNvSpPr/>
            <p:nvPr/>
          </p:nvSpPr>
          <p:spPr>
            <a:xfrm>
              <a:off x="985018" y="3831265"/>
              <a:ext cx="29180" cy="38094"/>
            </a:xfrm>
            <a:custGeom>
              <a:rect b="b" l="l" r="r" t="t"/>
              <a:pathLst>
                <a:path extrusionOk="0" h="1453" w="1113">
                  <a:moveTo>
                    <a:pt x="1113" y="1"/>
                  </a:moveTo>
                  <a:lnTo>
                    <a:pt x="1113" y="1"/>
                  </a:lnTo>
                  <a:cubicBezTo>
                    <a:pt x="479" y="73"/>
                    <a:pt x="1" y="613"/>
                    <a:pt x="1" y="1250"/>
                  </a:cubicBezTo>
                  <a:lnTo>
                    <a:pt x="1" y="1453"/>
                  </a:lnTo>
                  <a:cubicBezTo>
                    <a:pt x="1" y="1453"/>
                    <a:pt x="812" y="1207"/>
                    <a:pt x="111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2"/>
            <p:cNvSpPr/>
            <p:nvPr/>
          </p:nvSpPr>
          <p:spPr>
            <a:xfrm>
              <a:off x="1014172" y="3831082"/>
              <a:ext cx="55398" cy="55083"/>
            </a:xfrm>
            <a:custGeom>
              <a:rect b="b" l="l" r="r" t="t"/>
              <a:pathLst>
                <a:path extrusionOk="0" h="2101" w="2113">
                  <a:moveTo>
                    <a:pt x="145" y="0"/>
                  </a:moveTo>
                  <a:cubicBezTo>
                    <a:pt x="95" y="0"/>
                    <a:pt x="48" y="0"/>
                    <a:pt x="1" y="8"/>
                  </a:cubicBezTo>
                  <a:cubicBezTo>
                    <a:pt x="1" y="8"/>
                    <a:pt x="218" y="2101"/>
                    <a:pt x="2112" y="2101"/>
                  </a:cubicBezTo>
                  <a:lnTo>
                    <a:pt x="2112" y="1257"/>
                  </a:lnTo>
                  <a:cubicBezTo>
                    <a:pt x="2112" y="562"/>
                    <a:pt x="1551" y="0"/>
                    <a:pt x="85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2"/>
            <p:cNvSpPr/>
            <p:nvPr/>
          </p:nvSpPr>
          <p:spPr>
            <a:xfrm>
              <a:off x="1013123" y="3983274"/>
              <a:ext cx="28420" cy="72858"/>
            </a:xfrm>
            <a:custGeom>
              <a:rect b="b" l="l" r="r" t="t"/>
              <a:pathLst>
                <a:path extrusionOk="0" h="2779" w="1084">
                  <a:moveTo>
                    <a:pt x="1" y="1"/>
                  </a:moveTo>
                  <a:lnTo>
                    <a:pt x="1" y="656"/>
                  </a:lnTo>
                  <a:lnTo>
                    <a:pt x="254" y="1124"/>
                  </a:lnTo>
                  <a:lnTo>
                    <a:pt x="1" y="2779"/>
                  </a:lnTo>
                  <a:lnTo>
                    <a:pt x="1084" y="2779"/>
                  </a:lnTo>
                  <a:lnTo>
                    <a:pt x="830" y="1124"/>
                  </a:lnTo>
                  <a:lnTo>
                    <a:pt x="1084" y="656"/>
                  </a:lnTo>
                  <a:lnTo>
                    <a:pt x="108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2"/>
            <p:cNvSpPr/>
            <p:nvPr/>
          </p:nvSpPr>
          <p:spPr>
            <a:xfrm>
              <a:off x="1007329" y="3969222"/>
              <a:ext cx="19978" cy="37648"/>
            </a:xfrm>
            <a:custGeom>
              <a:rect b="b" l="l" r="r" t="t"/>
              <a:pathLst>
                <a:path extrusionOk="0" h="1436" w="762">
                  <a:moveTo>
                    <a:pt x="1" y="1"/>
                  </a:moveTo>
                  <a:lnTo>
                    <a:pt x="1" y="1435"/>
                  </a:lnTo>
                  <a:lnTo>
                    <a:pt x="761" y="537"/>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2"/>
            <p:cNvSpPr/>
            <p:nvPr/>
          </p:nvSpPr>
          <p:spPr>
            <a:xfrm>
              <a:off x="1027281" y="3969222"/>
              <a:ext cx="19952" cy="37648"/>
            </a:xfrm>
            <a:custGeom>
              <a:rect b="b" l="l" r="r" t="t"/>
              <a:pathLst>
                <a:path extrusionOk="0" h="1436" w="761">
                  <a:moveTo>
                    <a:pt x="761" y="1"/>
                  </a:moveTo>
                  <a:lnTo>
                    <a:pt x="0" y="537"/>
                  </a:lnTo>
                  <a:lnTo>
                    <a:pt x="761" y="1435"/>
                  </a:lnTo>
                  <a:lnTo>
                    <a:pt x="76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2"/>
            <p:cNvSpPr/>
            <p:nvPr/>
          </p:nvSpPr>
          <p:spPr>
            <a:xfrm>
              <a:off x="925688" y="3969222"/>
              <a:ext cx="81668" cy="86911"/>
            </a:xfrm>
            <a:custGeom>
              <a:rect b="b" l="l" r="r" t="t"/>
              <a:pathLst>
                <a:path extrusionOk="0" h="3315" w="3115">
                  <a:moveTo>
                    <a:pt x="3115" y="1"/>
                  </a:moveTo>
                  <a:lnTo>
                    <a:pt x="1387" y="559"/>
                  </a:lnTo>
                  <a:cubicBezTo>
                    <a:pt x="562" y="823"/>
                    <a:pt x="0" y="1591"/>
                    <a:pt x="0" y="2460"/>
                  </a:cubicBezTo>
                  <a:lnTo>
                    <a:pt x="0" y="3315"/>
                  </a:lnTo>
                  <a:lnTo>
                    <a:pt x="3115" y="3315"/>
                  </a:lnTo>
                  <a:lnTo>
                    <a:pt x="31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2"/>
            <p:cNvSpPr/>
            <p:nvPr/>
          </p:nvSpPr>
          <p:spPr>
            <a:xfrm>
              <a:off x="925688" y="3977402"/>
              <a:ext cx="56420" cy="78731"/>
            </a:xfrm>
            <a:custGeom>
              <a:rect b="b" l="l" r="r" t="t"/>
              <a:pathLst>
                <a:path extrusionOk="0" h="3003" w="2152">
                  <a:moveTo>
                    <a:pt x="2151" y="0"/>
                  </a:moveTo>
                  <a:lnTo>
                    <a:pt x="1387" y="247"/>
                  </a:lnTo>
                  <a:cubicBezTo>
                    <a:pt x="562" y="511"/>
                    <a:pt x="0" y="1279"/>
                    <a:pt x="0" y="2148"/>
                  </a:cubicBezTo>
                  <a:lnTo>
                    <a:pt x="0" y="3003"/>
                  </a:lnTo>
                  <a:lnTo>
                    <a:pt x="496" y="3003"/>
                  </a:lnTo>
                  <a:lnTo>
                    <a:pt x="496" y="2148"/>
                  </a:lnTo>
                  <a:cubicBezTo>
                    <a:pt x="496" y="1279"/>
                    <a:pt x="931" y="511"/>
                    <a:pt x="1565" y="247"/>
                  </a:cubicBezTo>
                  <a:lnTo>
                    <a:pt x="215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2"/>
            <p:cNvSpPr/>
            <p:nvPr/>
          </p:nvSpPr>
          <p:spPr>
            <a:xfrm>
              <a:off x="1047311" y="3969222"/>
              <a:ext cx="81589" cy="86911"/>
            </a:xfrm>
            <a:custGeom>
              <a:rect b="b" l="l" r="r" t="t"/>
              <a:pathLst>
                <a:path extrusionOk="0" h="3315" w="3112">
                  <a:moveTo>
                    <a:pt x="1" y="1"/>
                  </a:moveTo>
                  <a:lnTo>
                    <a:pt x="1" y="3315"/>
                  </a:lnTo>
                  <a:lnTo>
                    <a:pt x="3112" y="3315"/>
                  </a:lnTo>
                  <a:lnTo>
                    <a:pt x="3112" y="2460"/>
                  </a:lnTo>
                  <a:cubicBezTo>
                    <a:pt x="3112" y="1591"/>
                    <a:pt x="2554" y="823"/>
                    <a:pt x="1728" y="555"/>
                  </a:cubicBez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2"/>
            <p:cNvSpPr/>
            <p:nvPr/>
          </p:nvSpPr>
          <p:spPr>
            <a:xfrm>
              <a:off x="1081498" y="3980259"/>
              <a:ext cx="47401" cy="75873"/>
            </a:xfrm>
            <a:custGeom>
              <a:rect b="b" l="l" r="r" t="t"/>
              <a:pathLst>
                <a:path extrusionOk="0" h="2894" w="1808">
                  <a:moveTo>
                    <a:pt x="0" y="0"/>
                  </a:moveTo>
                  <a:lnTo>
                    <a:pt x="323" y="138"/>
                  </a:lnTo>
                  <a:cubicBezTo>
                    <a:pt x="960" y="402"/>
                    <a:pt x="1391" y="1170"/>
                    <a:pt x="1391" y="2039"/>
                  </a:cubicBezTo>
                  <a:lnTo>
                    <a:pt x="1391" y="2894"/>
                  </a:lnTo>
                  <a:lnTo>
                    <a:pt x="1808" y="2894"/>
                  </a:lnTo>
                  <a:lnTo>
                    <a:pt x="1808" y="2039"/>
                  </a:lnTo>
                  <a:cubicBezTo>
                    <a:pt x="1808" y="1170"/>
                    <a:pt x="1246" y="402"/>
                    <a:pt x="421" y="138"/>
                  </a:cubicBezTo>
                  <a:lnTo>
                    <a:pt x="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2"/>
            <p:cNvSpPr/>
            <p:nvPr/>
          </p:nvSpPr>
          <p:spPr>
            <a:xfrm>
              <a:off x="1007041" y="4094096"/>
              <a:ext cx="40480" cy="10461"/>
            </a:xfrm>
            <a:custGeom>
              <a:rect b="b" l="l" r="r" t="t"/>
              <a:pathLst>
                <a:path extrusionOk="0" h="399" w="1544">
                  <a:moveTo>
                    <a:pt x="269" y="1"/>
                  </a:moveTo>
                  <a:cubicBezTo>
                    <a:pt x="1" y="1"/>
                    <a:pt x="1" y="399"/>
                    <a:pt x="269" y="399"/>
                  </a:cubicBezTo>
                  <a:lnTo>
                    <a:pt x="1279" y="399"/>
                  </a:lnTo>
                  <a:cubicBezTo>
                    <a:pt x="1544" y="399"/>
                    <a:pt x="1544" y="1"/>
                    <a:pt x="1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2"/>
            <p:cNvSpPr/>
            <p:nvPr/>
          </p:nvSpPr>
          <p:spPr>
            <a:xfrm>
              <a:off x="876687" y="3814067"/>
              <a:ext cx="362457" cy="356296"/>
            </a:xfrm>
            <a:custGeom>
              <a:rect b="b" l="l" r="r" t="t"/>
              <a:pathLst>
                <a:path extrusionOk="0" h="13590" w="13825">
                  <a:moveTo>
                    <a:pt x="4944" y="946"/>
                  </a:moveTo>
                  <a:cubicBezTo>
                    <a:pt x="4774" y="1385"/>
                    <a:pt x="4531" y="1631"/>
                    <a:pt x="4343" y="1768"/>
                  </a:cubicBezTo>
                  <a:cubicBezTo>
                    <a:pt x="4390" y="1410"/>
                    <a:pt x="4614" y="1102"/>
                    <a:pt x="4940" y="946"/>
                  </a:cubicBezTo>
                  <a:close/>
                  <a:moveTo>
                    <a:pt x="6099" y="849"/>
                  </a:moveTo>
                  <a:cubicBezTo>
                    <a:pt x="6682" y="849"/>
                    <a:pt x="7157" y="1319"/>
                    <a:pt x="7157" y="1906"/>
                  </a:cubicBezTo>
                  <a:lnTo>
                    <a:pt x="7157" y="2540"/>
                  </a:lnTo>
                  <a:cubicBezTo>
                    <a:pt x="5973" y="2428"/>
                    <a:pt x="5596" y="1352"/>
                    <a:pt x="5484" y="849"/>
                  </a:cubicBezTo>
                  <a:close/>
                  <a:moveTo>
                    <a:pt x="3934" y="3025"/>
                  </a:moveTo>
                  <a:lnTo>
                    <a:pt x="3934" y="3188"/>
                  </a:lnTo>
                  <a:cubicBezTo>
                    <a:pt x="3934" y="3286"/>
                    <a:pt x="3941" y="3387"/>
                    <a:pt x="3959" y="3489"/>
                  </a:cubicBezTo>
                  <a:cubicBezTo>
                    <a:pt x="3879" y="3434"/>
                    <a:pt x="3832" y="3344"/>
                    <a:pt x="3832" y="3250"/>
                  </a:cubicBezTo>
                  <a:lnTo>
                    <a:pt x="3836" y="3250"/>
                  </a:lnTo>
                  <a:cubicBezTo>
                    <a:pt x="3836" y="3163"/>
                    <a:pt x="3872" y="3083"/>
                    <a:pt x="3934" y="3025"/>
                  </a:cubicBezTo>
                  <a:close/>
                  <a:moveTo>
                    <a:pt x="7555" y="3025"/>
                  </a:moveTo>
                  <a:cubicBezTo>
                    <a:pt x="7620" y="3083"/>
                    <a:pt x="7653" y="3163"/>
                    <a:pt x="7657" y="3250"/>
                  </a:cubicBezTo>
                  <a:cubicBezTo>
                    <a:pt x="7657" y="3344"/>
                    <a:pt x="7610" y="3434"/>
                    <a:pt x="7534" y="3489"/>
                  </a:cubicBezTo>
                  <a:cubicBezTo>
                    <a:pt x="7548" y="3387"/>
                    <a:pt x="7555" y="3286"/>
                    <a:pt x="7555" y="3188"/>
                  </a:cubicBezTo>
                  <a:lnTo>
                    <a:pt x="7555" y="3025"/>
                  </a:lnTo>
                  <a:close/>
                  <a:moveTo>
                    <a:pt x="8696" y="4387"/>
                  </a:moveTo>
                  <a:lnTo>
                    <a:pt x="8707" y="4401"/>
                  </a:lnTo>
                  <a:lnTo>
                    <a:pt x="8693" y="4742"/>
                  </a:lnTo>
                  <a:lnTo>
                    <a:pt x="6864" y="4742"/>
                  </a:lnTo>
                  <a:cubicBezTo>
                    <a:pt x="6979" y="4633"/>
                    <a:pt x="7084" y="4517"/>
                    <a:pt x="7175" y="4387"/>
                  </a:cubicBezTo>
                  <a:close/>
                  <a:moveTo>
                    <a:pt x="5205" y="1337"/>
                  </a:moveTo>
                  <a:cubicBezTo>
                    <a:pt x="5491" y="2142"/>
                    <a:pt x="6110" y="2862"/>
                    <a:pt x="7157" y="2942"/>
                  </a:cubicBezTo>
                  <a:lnTo>
                    <a:pt x="7157" y="3188"/>
                  </a:lnTo>
                  <a:cubicBezTo>
                    <a:pt x="7153" y="3786"/>
                    <a:pt x="6838" y="4340"/>
                    <a:pt x="6320" y="4648"/>
                  </a:cubicBezTo>
                  <a:lnTo>
                    <a:pt x="6085" y="4785"/>
                  </a:lnTo>
                  <a:cubicBezTo>
                    <a:pt x="5980" y="4847"/>
                    <a:pt x="5862" y="4878"/>
                    <a:pt x="5744" y="4878"/>
                  </a:cubicBezTo>
                  <a:cubicBezTo>
                    <a:pt x="5627" y="4878"/>
                    <a:pt x="5509" y="4847"/>
                    <a:pt x="5404" y="4785"/>
                  </a:cubicBezTo>
                  <a:lnTo>
                    <a:pt x="5169" y="4648"/>
                  </a:lnTo>
                  <a:cubicBezTo>
                    <a:pt x="4651" y="4340"/>
                    <a:pt x="4336" y="3786"/>
                    <a:pt x="4336" y="3188"/>
                  </a:cubicBezTo>
                  <a:lnTo>
                    <a:pt x="4336" y="2750"/>
                  </a:lnTo>
                  <a:lnTo>
                    <a:pt x="4336" y="2243"/>
                  </a:lnTo>
                  <a:cubicBezTo>
                    <a:pt x="4538" y="2142"/>
                    <a:pt x="4922" y="1888"/>
                    <a:pt x="5205" y="1337"/>
                  </a:cubicBezTo>
                  <a:close/>
                  <a:moveTo>
                    <a:pt x="6302" y="5140"/>
                  </a:moveTo>
                  <a:lnTo>
                    <a:pt x="6306" y="5818"/>
                  </a:lnTo>
                  <a:lnTo>
                    <a:pt x="5744" y="6209"/>
                  </a:lnTo>
                  <a:lnTo>
                    <a:pt x="5183" y="5818"/>
                  </a:lnTo>
                  <a:lnTo>
                    <a:pt x="5183" y="5140"/>
                  </a:lnTo>
                  <a:lnTo>
                    <a:pt x="5223" y="5140"/>
                  </a:lnTo>
                  <a:cubicBezTo>
                    <a:pt x="5384" y="5231"/>
                    <a:pt x="5563" y="5276"/>
                    <a:pt x="5743" y="5276"/>
                  </a:cubicBezTo>
                  <a:cubicBezTo>
                    <a:pt x="5922" y="5276"/>
                    <a:pt x="6101" y="5231"/>
                    <a:pt x="6262" y="5140"/>
                  </a:cubicBezTo>
                  <a:close/>
                  <a:moveTo>
                    <a:pt x="5183" y="6306"/>
                  </a:moveTo>
                  <a:lnTo>
                    <a:pt x="5451" y="6491"/>
                  </a:lnTo>
                  <a:lnTo>
                    <a:pt x="5183" y="6806"/>
                  </a:lnTo>
                  <a:lnTo>
                    <a:pt x="5183" y="6306"/>
                  </a:lnTo>
                  <a:close/>
                  <a:moveTo>
                    <a:pt x="6306" y="6306"/>
                  </a:moveTo>
                  <a:lnTo>
                    <a:pt x="6306" y="6806"/>
                  </a:lnTo>
                  <a:lnTo>
                    <a:pt x="6038" y="6491"/>
                  </a:lnTo>
                  <a:lnTo>
                    <a:pt x="6306" y="6306"/>
                  </a:lnTo>
                  <a:close/>
                  <a:moveTo>
                    <a:pt x="6306" y="7498"/>
                  </a:moveTo>
                  <a:lnTo>
                    <a:pt x="6306" y="8030"/>
                  </a:lnTo>
                  <a:lnTo>
                    <a:pt x="6241" y="7614"/>
                  </a:lnTo>
                  <a:lnTo>
                    <a:pt x="6306" y="7498"/>
                  </a:lnTo>
                  <a:close/>
                  <a:moveTo>
                    <a:pt x="5183" y="7491"/>
                  </a:moveTo>
                  <a:lnTo>
                    <a:pt x="5252" y="7614"/>
                  </a:lnTo>
                  <a:lnTo>
                    <a:pt x="5183" y="8045"/>
                  </a:lnTo>
                  <a:lnTo>
                    <a:pt x="5183" y="7491"/>
                  </a:lnTo>
                  <a:close/>
                  <a:moveTo>
                    <a:pt x="4785" y="6194"/>
                  </a:moveTo>
                  <a:lnTo>
                    <a:pt x="4785" y="9034"/>
                  </a:lnTo>
                  <a:lnTo>
                    <a:pt x="2072" y="9034"/>
                  </a:lnTo>
                  <a:lnTo>
                    <a:pt x="2072" y="8378"/>
                  </a:lnTo>
                  <a:cubicBezTo>
                    <a:pt x="2068" y="7650"/>
                    <a:pt x="2507" y="6991"/>
                    <a:pt x="3184" y="6716"/>
                  </a:cubicBezTo>
                  <a:cubicBezTo>
                    <a:pt x="3227" y="6698"/>
                    <a:pt x="3271" y="6680"/>
                    <a:pt x="3318" y="6665"/>
                  </a:cubicBezTo>
                  <a:lnTo>
                    <a:pt x="4785" y="6194"/>
                  </a:lnTo>
                  <a:close/>
                  <a:moveTo>
                    <a:pt x="5744" y="6766"/>
                  </a:moveTo>
                  <a:lnTo>
                    <a:pt x="6049" y="7129"/>
                  </a:lnTo>
                  <a:lnTo>
                    <a:pt x="5857" y="7484"/>
                  </a:lnTo>
                  <a:cubicBezTo>
                    <a:pt x="5835" y="7520"/>
                    <a:pt x="5828" y="7563"/>
                    <a:pt x="5835" y="7607"/>
                  </a:cubicBezTo>
                  <a:lnTo>
                    <a:pt x="6056" y="9034"/>
                  </a:lnTo>
                  <a:lnTo>
                    <a:pt x="5437" y="9034"/>
                  </a:lnTo>
                  <a:lnTo>
                    <a:pt x="5658" y="7607"/>
                  </a:lnTo>
                  <a:cubicBezTo>
                    <a:pt x="5661" y="7563"/>
                    <a:pt x="5654" y="7520"/>
                    <a:pt x="5636" y="7480"/>
                  </a:cubicBezTo>
                  <a:lnTo>
                    <a:pt x="5440" y="7125"/>
                  </a:lnTo>
                  <a:lnTo>
                    <a:pt x="5744" y="6766"/>
                  </a:lnTo>
                  <a:close/>
                  <a:moveTo>
                    <a:pt x="8674" y="5140"/>
                  </a:moveTo>
                  <a:lnTo>
                    <a:pt x="8645" y="5836"/>
                  </a:lnTo>
                  <a:cubicBezTo>
                    <a:pt x="8640" y="5953"/>
                    <a:pt x="8734" y="6044"/>
                    <a:pt x="8842" y="6044"/>
                  </a:cubicBezTo>
                  <a:cubicBezTo>
                    <a:pt x="8870" y="6044"/>
                    <a:pt x="8899" y="6038"/>
                    <a:pt x="8928" y="6024"/>
                  </a:cubicBezTo>
                  <a:lnTo>
                    <a:pt x="10228" y="5416"/>
                  </a:lnTo>
                  <a:cubicBezTo>
                    <a:pt x="10279" y="5430"/>
                    <a:pt x="10330" y="5441"/>
                    <a:pt x="10380" y="5452"/>
                  </a:cubicBezTo>
                  <a:lnTo>
                    <a:pt x="10380" y="10113"/>
                  </a:lnTo>
                  <a:lnTo>
                    <a:pt x="10384" y="10117"/>
                  </a:lnTo>
                  <a:lnTo>
                    <a:pt x="1109" y="10117"/>
                  </a:lnTo>
                  <a:lnTo>
                    <a:pt x="1109" y="5140"/>
                  </a:lnTo>
                  <a:lnTo>
                    <a:pt x="4785" y="5140"/>
                  </a:lnTo>
                  <a:lnTo>
                    <a:pt x="4785" y="5774"/>
                  </a:lnTo>
                  <a:lnTo>
                    <a:pt x="3195" y="6285"/>
                  </a:lnTo>
                  <a:cubicBezTo>
                    <a:pt x="2282" y="6574"/>
                    <a:pt x="1666" y="7422"/>
                    <a:pt x="1666" y="8378"/>
                  </a:cubicBezTo>
                  <a:lnTo>
                    <a:pt x="1666" y="9236"/>
                  </a:lnTo>
                  <a:cubicBezTo>
                    <a:pt x="1666" y="9345"/>
                    <a:pt x="1757" y="9436"/>
                    <a:pt x="1869" y="9436"/>
                  </a:cubicBezTo>
                  <a:lnTo>
                    <a:pt x="9620" y="9436"/>
                  </a:lnTo>
                  <a:cubicBezTo>
                    <a:pt x="9732" y="9436"/>
                    <a:pt x="9822" y="9345"/>
                    <a:pt x="9822" y="9236"/>
                  </a:cubicBezTo>
                  <a:lnTo>
                    <a:pt x="9822" y="8498"/>
                  </a:lnTo>
                  <a:cubicBezTo>
                    <a:pt x="9822" y="8364"/>
                    <a:pt x="9722" y="8297"/>
                    <a:pt x="9621" y="8297"/>
                  </a:cubicBezTo>
                  <a:cubicBezTo>
                    <a:pt x="9521" y="8297"/>
                    <a:pt x="9420" y="8364"/>
                    <a:pt x="9420" y="8498"/>
                  </a:cubicBezTo>
                  <a:lnTo>
                    <a:pt x="9420" y="9034"/>
                  </a:lnTo>
                  <a:lnTo>
                    <a:pt x="6704" y="9034"/>
                  </a:lnTo>
                  <a:lnTo>
                    <a:pt x="6704" y="6194"/>
                  </a:lnTo>
                  <a:lnTo>
                    <a:pt x="8171" y="6665"/>
                  </a:lnTo>
                  <a:cubicBezTo>
                    <a:pt x="8703" y="6839"/>
                    <a:pt x="9127" y="7248"/>
                    <a:pt x="9315" y="7777"/>
                  </a:cubicBezTo>
                  <a:cubicBezTo>
                    <a:pt x="9349" y="7870"/>
                    <a:pt x="9423" y="7910"/>
                    <a:pt x="9497" y="7910"/>
                  </a:cubicBezTo>
                  <a:cubicBezTo>
                    <a:pt x="9622" y="7910"/>
                    <a:pt x="9749" y="7798"/>
                    <a:pt x="9692" y="7639"/>
                  </a:cubicBezTo>
                  <a:cubicBezTo>
                    <a:pt x="9460" y="6995"/>
                    <a:pt x="8942" y="6495"/>
                    <a:pt x="8290" y="6281"/>
                  </a:cubicBezTo>
                  <a:lnTo>
                    <a:pt x="6704" y="5774"/>
                  </a:lnTo>
                  <a:lnTo>
                    <a:pt x="6704" y="5140"/>
                  </a:lnTo>
                  <a:close/>
                  <a:moveTo>
                    <a:pt x="6078" y="11638"/>
                  </a:moveTo>
                  <a:lnTo>
                    <a:pt x="6255" y="12420"/>
                  </a:lnTo>
                  <a:lnTo>
                    <a:pt x="5237" y="12420"/>
                  </a:lnTo>
                  <a:lnTo>
                    <a:pt x="5411" y="11638"/>
                  </a:lnTo>
                  <a:close/>
                  <a:moveTo>
                    <a:pt x="7410" y="12818"/>
                  </a:moveTo>
                  <a:lnTo>
                    <a:pt x="7410" y="13191"/>
                  </a:lnTo>
                  <a:lnTo>
                    <a:pt x="4078" y="13191"/>
                  </a:lnTo>
                  <a:lnTo>
                    <a:pt x="4078" y="12818"/>
                  </a:lnTo>
                  <a:close/>
                  <a:moveTo>
                    <a:pt x="10912" y="0"/>
                  </a:moveTo>
                  <a:cubicBezTo>
                    <a:pt x="10273" y="0"/>
                    <a:pt x="9637" y="222"/>
                    <a:pt x="9123" y="657"/>
                  </a:cubicBezTo>
                  <a:cubicBezTo>
                    <a:pt x="8963" y="794"/>
                    <a:pt x="9092" y="1013"/>
                    <a:pt x="9254" y="1013"/>
                  </a:cubicBezTo>
                  <a:cubicBezTo>
                    <a:pt x="9297" y="1013"/>
                    <a:pt x="9342" y="997"/>
                    <a:pt x="9384" y="961"/>
                  </a:cubicBezTo>
                  <a:cubicBezTo>
                    <a:pt x="9834" y="577"/>
                    <a:pt x="10374" y="396"/>
                    <a:pt x="10909" y="396"/>
                  </a:cubicBezTo>
                  <a:cubicBezTo>
                    <a:pt x="11786" y="396"/>
                    <a:pt x="12646" y="885"/>
                    <a:pt x="13053" y="1765"/>
                  </a:cubicBezTo>
                  <a:cubicBezTo>
                    <a:pt x="13705" y="3181"/>
                    <a:pt x="12829" y="4829"/>
                    <a:pt x="11286" y="5075"/>
                  </a:cubicBezTo>
                  <a:cubicBezTo>
                    <a:pt x="11271" y="5075"/>
                    <a:pt x="11253" y="5079"/>
                    <a:pt x="11239" y="5082"/>
                  </a:cubicBezTo>
                  <a:cubicBezTo>
                    <a:pt x="11134" y="5097"/>
                    <a:pt x="11028" y="5104"/>
                    <a:pt x="10922" y="5104"/>
                  </a:cubicBezTo>
                  <a:cubicBezTo>
                    <a:pt x="10816" y="5104"/>
                    <a:pt x="10710" y="5097"/>
                    <a:pt x="10605" y="5082"/>
                  </a:cubicBezTo>
                  <a:cubicBezTo>
                    <a:pt x="10489" y="5068"/>
                    <a:pt x="10377" y="5046"/>
                    <a:pt x="10268" y="5014"/>
                  </a:cubicBezTo>
                  <a:cubicBezTo>
                    <a:pt x="10249" y="5008"/>
                    <a:pt x="10230" y="5005"/>
                    <a:pt x="10210" y="5005"/>
                  </a:cubicBezTo>
                  <a:cubicBezTo>
                    <a:pt x="10181" y="5005"/>
                    <a:pt x="10153" y="5011"/>
                    <a:pt x="10127" y="5024"/>
                  </a:cubicBezTo>
                  <a:lnTo>
                    <a:pt x="9062" y="5524"/>
                  </a:lnTo>
                  <a:lnTo>
                    <a:pt x="9113" y="4347"/>
                  </a:lnTo>
                  <a:cubicBezTo>
                    <a:pt x="9116" y="4296"/>
                    <a:pt x="9098" y="4249"/>
                    <a:pt x="9069" y="4213"/>
                  </a:cubicBezTo>
                  <a:cubicBezTo>
                    <a:pt x="8453" y="3434"/>
                    <a:pt x="8392" y="2359"/>
                    <a:pt x="8910" y="1515"/>
                  </a:cubicBezTo>
                  <a:cubicBezTo>
                    <a:pt x="9008" y="1356"/>
                    <a:pt x="8873" y="1206"/>
                    <a:pt x="8735" y="1206"/>
                  </a:cubicBezTo>
                  <a:cubicBezTo>
                    <a:pt x="8674" y="1206"/>
                    <a:pt x="8612" y="1235"/>
                    <a:pt x="8569" y="1305"/>
                  </a:cubicBezTo>
                  <a:cubicBezTo>
                    <a:pt x="8070" y="2120"/>
                    <a:pt x="8026" y="3130"/>
                    <a:pt x="8453" y="3985"/>
                  </a:cubicBezTo>
                  <a:lnTo>
                    <a:pt x="7396" y="3985"/>
                  </a:lnTo>
                  <a:cubicBezTo>
                    <a:pt x="7400" y="3970"/>
                    <a:pt x="7407" y="3960"/>
                    <a:pt x="7410" y="3945"/>
                  </a:cubicBezTo>
                  <a:cubicBezTo>
                    <a:pt x="7747" y="3916"/>
                    <a:pt x="8015" y="3655"/>
                    <a:pt x="8051" y="3319"/>
                  </a:cubicBezTo>
                  <a:cubicBezTo>
                    <a:pt x="8088" y="2985"/>
                    <a:pt x="7878" y="2674"/>
                    <a:pt x="7555" y="2576"/>
                  </a:cubicBezTo>
                  <a:lnTo>
                    <a:pt x="7555" y="1902"/>
                  </a:lnTo>
                  <a:cubicBezTo>
                    <a:pt x="7555" y="1098"/>
                    <a:pt x="6903" y="450"/>
                    <a:pt x="6099" y="447"/>
                  </a:cubicBezTo>
                  <a:lnTo>
                    <a:pt x="5389" y="447"/>
                  </a:lnTo>
                  <a:cubicBezTo>
                    <a:pt x="5332" y="447"/>
                    <a:pt x="5277" y="450"/>
                    <a:pt x="5219" y="457"/>
                  </a:cubicBezTo>
                  <a:cubicBezTo>
                    <a:pt x="4484" y="544"/>
                    <a:pt x="3930" y="1167"/>
                    <a:pt x="3934" y="1906"/>
                  </a:cubicBezTo>
                  <a:lnTo>
                    <a:pt x="3934" y="2580"/>
                  </a:lnTo>
                  <a:cubicBezTo>
                    <a:pt x="3611" y="2678"/>
                    <a:pt x="3401" y="2989"/>
                    <a:pt x="3437" y="3322"/>
                  </a:cubicBezTo>
                  <a:cubicBezTo>
                    <a:pt x="3474" y="3659"/>
                    <a:pt x="3742" y="3920"/>
                    <a:pt x="4078" y="3949"/>
                  </a:cubicBezTo>
                  <a:cubicBezTo>
                    <a:pt x="4082" y="3963"/>
                    <a:pt x="4089" y="3974"/>
                    <a:pt x="4093" y="3989"/>
                  </a:cubicBezTo>
                  <a:lnTo>
                    <a:pt x="200" y="3989"/>
                  </a:lnTo>
                  <a:cubicBezTo>
                    <a:pt x="87" y="3989"/>
                    <a:pt x="0" y="4079"/>
                    <a:pt x="0" y="4188"/>
                  </a:cubicBezTo>
                  <a:lnTo>
                    <a:pt x="0" y="11438"/>
                  </a:lnTo>
                  <a:cubicBezTo>
                    <a:pt x="0" y="11547"/>
                    <a:pt x="87" y="11638"/>
                    <a:pt x="200" y="11638"/>
                  </a:cubicBezTo>
                  <a:lnTo>
                    <a:pt x="1818" y="11638"/>
                  </a:lnTo>
                  <a:cubicBezTo>
                    <a:pt x="2086" y="11638"/>
                    <a:pt x="2086" y="11236"/>
                    <a:pt x="1818" y="11236"/>
                  </a:cubicBezTo>
                  <a:lnTo>
                    <a:pt x="399" y="11236"/>
                  </a:lnTo>
                  <a:lnTo>
                    <a:pt x="399" y="4387"/>
                  </a:lnTo>
                  <a:lnTo>
                    <a:pt x="4314" y="4387"/>
                  </a:lnTo>
                  <a:cubicBezTo>
                    <a:pt x="4404" y="4517"/>
                    <a:pt x="4509" y="4633"/>
                    <a:pt x="4625" y="4742"/>
                  </a:cubicBezTo>
                  <a:lnTo>
                    <a:pt x="906" y="4742"/>
                  </a:lnTo>
                  <a:cubicBezTo>
                    <a:pt x="797" y="4742"/>
                    <a:pt x="707" y="4829"/>
                    <a:pt x="707" y="4941"/>
                  </a:cubicBezTo>
                  <a:lnTo>
                    <a:pt x="707" y="10316"/>
                  </a:lnTo>
                  <a:cubicBezTo>
                    <a:pt x="707" y="10424"/>
                    <a:pt x="797" y="10515"/>
                    <a:pt x="906" y="10515"/>
                  </a:cubicBezTo>
                  <a:lnTo>
                    <a:pt x="10583" y="10515"/>
                  </a:lnTo>
                  <a:cubicBezTo>
                    <a:pt x="10692" y="10515"/>
                    <a:pt x="10782" y="10424"/>
                    <a:pt x="10782" y="10316"/>
                  </a:cubicBezTo>
                  <a:lnTo>
                    <a:pt x="10782" y="5502"/>
                  </a:lnTo>
                  <a:cubicBezTo>
                    <a:pt x="10826" y="5502"/>
                    <a:pt x="10873" y="5506"/>
                    <a:pt x="10916" y="5506"/>
                  </a:cubicBezTo>
                  <a:cubicBezTo>
                    <a:pt x="10974" y="5506"/>
                    <a:pt x="11032" y="5506"/>
                    <a:pt x="11090" y="5502"/>
                  </a:cubicBezTo>
                  <a:lnTo>
                    <a:pt x="11090" y="11236"/>
                  </a:lnTo>
                  <a:lnTo>
                    <a:pt x="2608" y="11236"/>
                  </a:lnTo>
                  <a:cubicBezTo>
                    <a:pt x="2340" y="11236"/>
                    <a:pt x="2340" y="11638"/>
                    <a:pt x="2608" y="11638"/>
                  </a:cubicBezTo>
                  <a:lnTo>
                    <a:pt x="5002" y="11638"/>
                  </a:lnTo>
                  <a:lnTo>
                    <a:pt x="4825" y="12420"/>
                  </a:lnTo>
                  <a:lnTo>
                    <a:pt x="3879" y="12420"/>
                  </a:lnTo>
                  <a:cubicBezTo>
                    <a:pt x="3767" y="12420"/>
                    <a:pt x="3680" y="12507"/>
                    <a:pt x="3680" y="12619"/>
                  </a:cubicBezTo>
                  <a:lnTo>
                    <a:pt x="3680" y="13387"/>
                  </a:lnTo>
                  <a:cubicBezTo>
                    <a:pt x="3680" y="13499"/>
                    <a:pt x="3767" y="13590"/>
                    <a:pt x="3879" y="13590"/>
                  </a:cubicBezTo>
                  <a:lnTo>
                    <a:pt x="7610" y="13590"/>
                  </a:lnTo>
                  <a:cubicBezTo>
                    <a:pt x="7722" y="13590"/>
                    <a:pt x="7809" y="13499"/>
                    <a:pt x="7809" y="13387"/>
                  </a:cubicBezTo>
                  <a:lnTo>
                    <a:pt x="7809" y="12619"/>
                  </a:lnTo>
                  <a:cubicBezTo>
                    <a:pt x="7809" y="12507"/>
                    <a:pt x="7722" y="12420"/>
                    <a:pt x="7610" y="12420"/>
                  </a:cubicBezTo>
                  <a:lnTo>
                    <a:pt x="6664" y="12420"/>
                  </a:lnTo>
                  <a:lnTo>
                    <a:pt x="6487" y="11638"/>
                  </a:lnTo>
                  <a:lnTo>
                    <a:pt x="11289" y="11638"/>
                  </a:lnTo>
                  <a:cubicBezTo>
                    <a:pt x="11402" y="11638"/>
                    <a:pt x="11492" y="11547"/>
                    <a:pt x="11492" y="11435"/>
                  </a:cubicBezTo>
                  <a:lnTo>
                    <a:pt x="11492" y="5445"/>
                  </a:lnTo>
                  <a:cubicBezTo>
                    <a:pt x="12571" y="5213"/>
                    <a:pt x="13408" y="4354"/>
                    <a:pt x="13614" y="3271"/>
                  </a:cubicBezTo>
                  <a:cubicBezTo>
                    <a:pt x="13824" y="2185"/>
                    <a:pt x="13361" y="1080"/>
                    <a:pt x="12445" y="465"/>
                  </a:cubicBezTo>
                  <a:cubicBezTo>
                    <a:pt x="11977" y="154"/>
                    <a:pt x="11444" y="0"/>
                    <a:pt x="10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2"/>
            <p:cNvSpPr/>
            <p:nvPr/>
          </p:nvSpPr>
          <p:spPr>
            <a:xfrm>
              <a:off x="1147121" y="3866869"/>
              <a:ext cx="31356" cy="53405"/>
            </a:xfrm>
            <a:custGeom>
              <a:rect b="b" l="l" r="r" t="t"/>
              <a:pathLst>
                <a:path extrusionOk="0" h="2037" w="1196">
                  <a:moveTo>
                    <a:pt x="283" y="1"/>
                  </a:moveTo>
                  <a:cubicBezTo>
                    <a:pt x="15" y="1"/>
                    <a:pt x="15" y="403"/>
                    <a:pt x="283" y="403"/>
                  </a:cubicBezTo>
                  <a:lnTo>
                    <a:pt x="391" y="403"/>
                  </a:lnTo>
                  <a:lnTo>
                    <a:pt x="391" y="1638"/>
                  </a:lnTo>
                  <a:lnTo>
                    <a:pt x="268" y="1638"/>
                  </a:lnTo>
                  <a:cubicBezTo>
                    <a:pt x="0" y="1638"/>
                    <a:pt x="0" y="2036"/>
                    <a:pt x="268" y="2036"/>
                  </a:cubicBezTo>
                  <a:lnTo>
                    <a:pt x="927" y="2036"/>
                  </a:lnTo>
                  <a:cubicBezTo>
                    <a:pt x="1195" y="2036"/>
                    <a:pt x="1195" y="1638"/>
                    <a:pt x="927" y="1638"/>
                  </a:cubicBezTo>
                  <a:lnTo>
                    <a:pt x="793" y="1638"/>
                  </a:lnTo>
                  <a:lnTo>
                    <a:pt x="793" y="204"/>
                  </a:lnTo>
                  <a:cubicBezTo>
                    <a:pt x="793" y="91"/>
                    <a:pt x="703"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2"/>
            <p:cNvSpPr/>
            <p:nvPr/>
          </p:nvSpPr>
          <p:spPr>
            <a:xfrm>
              <a:off x="1152626" y="3850745"/>
              <a:ext cx="17959" cy="15390"/>
            </a:xfrm>
            <a:custGeom>
              <a:rect b="b" l="l" r="r" t="t"/>
              <a:pathLst>
                <a:path extrusionOk="0" h="587" w="685">
                  <a:moveTo>
                    <a:pt x="295" y="0"/>
                  </a:moveTo>
                  <a:cubicBezTo>
                    <a:pt x="144" y="0"/>
                    <a:pt x="0" y="117"/>
                    <a:pt x="0" y="293"/>
                  </a:cubicBezTo>
                  <a:cubicBezTo>
                    <a:pt x="0" y="456"/>
                    <a:pt x="130" y="587"/>
                    <a:pt x="293" y="587"/>
                  </a:cubicBezTo>
                  <a:cubicBezTo>
                    <a:pt x="554" y="587"/>
                    <a:pt x="685" y="272"/>
                    <a:pt x="500" y="87"/>
                  </a:cubicBezTo>
                  <a:cubicBezTo>
                    <a:pt x="440" y="27"/>
                    <a:pt x="367"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2"/>
            <p:cNvSpPr/>
            <p:nvPr/>
          </p:nvSpPr>
          <p:spPr>
            <a:xfrm>
              <a:off x="1017108" y="3883831"/>
              <a:ext cx="21210" cy="30832"/>
            </a:xfrm>
            <a:custGeom>
              <a:rect b="b" l="l" r="r" t="t"/>
              <a:pathLst>
                <a:path extrusionOk="0" h="1176" w="809">
                  <a:moveTo>
                    <a:pt x="200" y="0"/>
                  </a:moveTo>
                  <a:cubicBezTo>
                    <a:pt x="100" y="0"/>
                    <a:pt x="1" y="67"/>
                    <a:pt x="1" y="201"/>
                  </a:cubicBezTo>
                  <a:lnTo>
                    <a:pt x="1" y="973"/>
                  </a:lnTo>
                  <a:cubicBezTo>
                    <a:pt x="1" y="1085"/>
                    <a:pt x="88" y="1175"/>
                    <a:pt x="200" y="1175"/>
                  </a:cubicBezTo>
                  <a:lnTo>
                    <a:pt x="544" y="1175"/>
                  </a:lnTo>
                  <a:cubicBezTo>
                    <a:pt x="809" y="1175"/>
                    <a:pt x="809" y="773"/>
                    <a:pt x="544" y="773"/>
                  </a:cubicBezTo>
                  <a:lnTo>
                    <a:pt x="399" y="773"/>
                  </a:ln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7" name="Google Shape;12627;p82"/>
          <p:cNvGrpSpPr/>
          <p:nvPr/>
        </p:nvGrpSpPr>
        <p:grpSpPr>
          <a:xfrm>
            <a:off x="4008787" y="1515946"/>
            <a:ext cx="330734" cy="358367"/>
            <a:chOff x="4008787" y="1515946"/>
            <a:chExt cx="330734" cy="358367"/>
          </a:xfrm>
        </p:grpSpPr>
        <p:sp>
          <p:nvSpPr>
            <p:cNvPr id="12628" name="Google Shape;12628;p82"/>
            <p:cNvSpPr/>
            <p:nvPr/>
          </p:nvSpPr>
          <p:spPr>
            <a:xfrm>
              <a:off x="4190422" y="1521215"/>
              <a:ext cx="140657" cy="146687"/>
            </a:xfrm>
            <a:custGeom>
              <a:rect b="b" l="l" r="r" t="t"/>
              <a:pathLst>
                <a:path extrusionOk="0" h="5595" w="5365">
                  <a:moveTo>
                    <a:pt x="2688" y="1"/>
                  </a:moveTo>
                  <a:cubicBezTo>
                    <a:pt x="2655" y="1"/>
                    <a:pt x="2623" y="1"/>
                    <a:pt x="2590" y="3"/>
                  </a:cubicBezTo>
                  <a:cubicBezTo>
                    <a:pt x="1641" y="42"/>
                    <a:pt x="794" y="611"/>
                    <a:pt x="396" y="1477"/>
                  </a:cubicBezTo>
                  <a:cubicBezTo>
                    <a:pt x="1" y="2339"/>
                    <a:pt x="120" y="3353"/>
                    <a:pt x="714" y="4099"/>
                  </a:cubicBezTo>
                  <a:lnTo>
                    <a:pt x="645" y="5595"/>
                  </a:lnTo>
                  <a:lnTo>
                    <a:pt x="645" y="5595"/>
                  </a:lnTo>
                  <a:lnTo>
                    <a:pt x="2000" y="4961"/>
                  </a:lnTo>
                  <a:cubicBezTo>
                    <a:pt x="2229" y="5026"/>
                    <a:pt x="2461" y="5057"/>
                    <a:pt x="2691" y="5057"/>
                  </a:cubicBezTo>
                  <a:cubicBezTo>
                    <a:pt x="3520" y="5057"/>
                    <a:pt x="4317" y="4648"/>
                    <a:pt x="4796" y="3936"/>
                  </a:cubicBezTo>
                  <a:cubicBezTo>
                    <a:pt x="5325" y="3143"/>
                    <a:pt x="5365" y="2121"/>
                    <a:pt x="4897" y="1292"/>
                  </a:cubicBezTo>
                  <a:cubicBezTo>
                    <a:pt x="4450" y="491"/>
                    <a:pt x="3603" y="1"/>
                    <a:pt x="2688"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2"/>
            <p:cNvSpPr/>
            <p:nvPr/>
          </p:nvSpPr>
          <p:spPr>
            <a:xfrm>
              <a:off x="4216456" y="1553069"/>
              <a:ext cx="81379" cy="69660"/>
            </a:xfrm>
            <a:custGeom>
              <a:rect b="b" l="l" r="r" t="t"/>
              <a:pathLst>
                <a:path extrusionOk="0" h="2657" w="3104">
                  <a:moveTo>
                    <a:pt x="1775" y="1"/>
                  </a:moveTo>
                  <a:cubicBezTo>
                    <a:pt x="590" y="1"/>
                    <a:pt x="0" y="1431"/>
                    <a:pt x="837" y="2268"/>
                  </a:cubicBezTo>
                  <a:cubicBezTo>
                    <a:pt x="1090" y="2522"/>
                    <a:pt x="1428" y="2656"/>
                    <a:pt x="1772" y="2656"/>
                  </a:cubicBezTo>
                  <a:cubicBezTo>
                    <a:pt x="1944" y="2656"/>
                    <a:pt x="2117" y="2623"/>
                    <a:pt x="2282" y="2554"/>
                  </a:cubicBezTo>
                  <a:cubicBezTo>
                    <a:pt x="2778" y="2351"/>
                    <a:pt x="3104" y="1866"/>
                    <a:pt x="3104" y="1330"/>
                  </a:cubicBezTo>
                  <a:lnTo>
                    <a:pt x="1775" y="1330"/>
                  </a:lnTo>
                  <a:lnTo>
                    <a:pt x="1775"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2"/>
            <p:cNvSpPr/>
            <p:nvPr/>
          </p:nvSpPr>
          <p:spPr>
            <a:xfrm>
              <a:off x="4033379" y="1568643"/>
              <a:ext cx="281471" cy="281471"/>
            </a:xfrm>
            <a:custGeom>
              <a:rect b="b" l="l" r="r" t="t"/>
              <a:pathLst>
                <a:path extrusionOk="0" h="10736" w="10736">
                  <a:moveTo>
                    <a:pt x="3477" y="1"/>
                  </a:moveTo>
                  <a:lnTo>
                    <a:pt x="0" y="3478"/>
                  </a:lnTo>
                  <a:lnTo>
                    <a:pt x="1739" y="5216"/>
                  </a:lnTo>
                  <a:cubicBezTo>
                    <a:pt x="2214" y="5689"/>
                    <a:pt x="2843" y="5935"/>
                    <a:pt x="3479" y="5935"/>
                  </a:cubicBezTo>
                  <a:cubicBezTo>
                    <a:pt x="3915" y="5935"/>
                    <a:pt x="4354" y="5819"/>
                    <a:pt x="4749" y="5582"/>
                  </a:cubicBezTo>
                  <a:lnTo>
                    <a:pt x="5154" y="5991"/>
                  </a:lnTo>
                  <a:cubicBezTo>
                    <a:pt x="4571" y="6958"/>
                    <a:pt x="4723" y="8200"/>
                    <a:pt x="5520" y="8997"/>
                  </a:cubicBezTo>
                  <a:lnTo>
                    <a:pt x="7258" y="10736"/>
                  </a:lnTo>
                  <a:lnTo>
                    <a:pt x="10735" y="7259"/>
                  </a:lnTo>
                  <a:lnTo>
                    <a:pt x="8997" y="5524"/>
                  </a:lnTo>
                  <a:cubicBezTo>
                    <a:pt x="8523" y="5050"/>
                    <a:pt x="7895" y="4804"/>
                    <a:pt x="7260" y="4804"/>
                  </a:cubicBezTo>
                  <a:cubicBezTo>
                    <a:pt x="6824" y="4804"/>
                    <a:pt x="6385" y="4921"/>
                    <a:pt x="5991" y="5158"/>
                  </a:cubicBezTo>
                  <a:lnTo>
                    <a:pt x="5581" y="4749"/>
                  </a:lnTo>
                  <a:cubicBezTo>
                    <a:pt x="6165" y="3782"/>
                    <a:pt x="6012" y="2540"/>
                    <a:pt x="5216" y="1743"/>
                  </a:cubicBezTo>
                  <a:lnTo>
                    <a:pt x="3477"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2"/>
            <p:cNvSpPr/>
            <p:nvPr/>
          </p:nvSpPr>
          <p:spPr>
            <a:xfrm>
              <a:off x="4110852" y="1568748"/>
              <a:ext cx="203998" cy="203893"/>
            </a:xfrm>
            <a:custGeom>
              <a:rect b="b" l="l" r="r" t="t"/>
              <a:pathLst>
                <a:path extrusionOk="0" h="7777" w="7781">
                  <a:moveTo>
                    <a:pt x="522" y="0"/>
                  </a:moveTo>
                  <a:lnTo>
                    <a:pt x="1" y="522"/>
                  </a:lnTo>
                  <a:lnTo>
                    <a:pt x="1739" y="2260"/>
                  </a:lnTo>
                  <a:cubicBezTo>
                    <a:pt x="2467" y="2988"/>
                    <a:pt x="2663" y="4097"/>
                    <a:pt x="2232" y="5031"/>
                  </a:cubicBezTo>
                  <a:cubicBezTo>
                    <a:pt x="2163" y="5180"/>
                    <a:pt x="2192" y="5353"/>
                    <a:pt x="2308" y="5469"/>
                  </a:cubicBezTo>
                  <a:cubicBezTo>
                    <a:pt x="2382" y="5544"/>
                    <a:pt x="2480" y="5582"/>
                    <a:pt x="2580" y="5582"/>
                  </a:cubicBezTo>
                  <a:cubicBezTo>
                    <a:pt x="2636" y="5582"/>
                    <a:pt x="2693" y="5570"/>
                    <a:pt x="2746" y="5545"/>
                  </a:cubicBezTo>
                  <a:cubicBezTo>
                    <a:pt x="3077" y="5391"/>
                    <a:pt x="3430" y="5316"/>
                    <a:pt x="3780" y="5316"/>
                  </a:cubicBezTo>
                  <a:cubicBezTo>
                    <a:pt x="4418" y="5316"/>
                    <a:pt x="5048" y="5565"/>
                    <a:pt x="5520" y="6038"/>
                  </a:cubicBezTo>
                  <a:lnTo>
                    <a:pt x="7259" y="7776"/>
                  </a:lnTo>
                  <a:lnTo>
                    <a:pt x="7780" y="7255"/>
                  </a:lnTo>
                  <a:lnTo>
                    <a:pt x="6042" y="5520"/>
                  </a:lnTo>
                  <a:cubicBezTo>
                    <a:pt x="5567" y="5045"/>
                    <a:pt x="4937" y="4798"/>
                    <a:pt x="4301" y="4798"/>
                  </a:cubicBezTo>
                  <a:cubicBezTo>
                    <a:pt x="3866" y="4798"/>
                    <a:pt x="3429" y="4914"/>
                    <a:pt x="3036" y="5151"/>
                  </a:cubicBezTo>
                  <a:lnTo>
                    <a:pt x="2626" y="4745"/>
                  </a:lnTo>
                  <a:cubicBezTo>
                    <a:pt x="3210" y="3778"/>
                    <a:pt x="3057" y="2536"/>
                    <a:pt x="2261" y="1739"/>
                  </a:cubicBezTo>
                  <a:lnTo>
                    <a:pt x="52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2"/>
            <p:cNvSpPr/>
            <p:nvPr/>
          </p:nvSpPr>
          <p:spPr>
            <a:xfrm>
              <a:off x="4014476" y="1549766"/>
              <a:ext cx="128964" cy="128964"/>
            </a:xfrm>
            <a:custGeom>
              <a:rect b="b" l="l" r="r" t="t"/>
              <a:pathLst>
                <a:path extrusionOk="0" h="4919" w="4919">
                  <a:moveTo>
                    <a:pt x="4206" y="0"/>
                  </a:moveTo>
                  <a:lnTo>
                    <a:pt x="1" y="4205"/>
                  </a:lnTo>
                  <a:lnTo>
                    <a:pt x="711" y="4918"/>
                  </a:lnTo>
                  <a:lnTo>
                    <a:pt x="4919" y="714"/>
                  </a:lnTo>
                  <a:lnTo>
                    <a:pt x="420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2"/>
            <p:cNvSpPr/>
            <p:nvPr/>
          </p:nvSpPr>
          <p:spPr>
            <a:xfrm>
              <a:off x="4023967" y="1559257"/>
              <a:ext cx="119473" cy="119473"/>
            </a:xfrm>
            <a:custGeom>
              <a:rect b="b" l="l" r="r" t="t"/>
              <a:pathLst>
                <a:path extrusionOk="0" h="4557" w="4557">
                  <a:moveTo>
                    <a:pt x="4206" y="0"/>
                  </a:moveTo>
                  <a:lnTo>
                    <a:pt x="1" y="4209"/>
                  </a:lnTo>
                  <a:lnTo>
                    <a:pt x="349" y="4556"/>
                  </a:lnTo>
                  <a:lnTo>
                    <a:pt x="4557" y="352"/>
                  </a:lnTo>
                  <a:lnTo>
                    <a:pt x="4206"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2"/>
            <p:cNvSpPr/>
            <p:nvPr/>
          </p:nvSpPr>
          <p:spPr>
            <a:xfrm>
              <a:off x="4204763" y="1740131"/>
              <a:ext cx="128964" cy="128964"/>
            </a:xfrm>
            <a:custGeom>
              <a:rect b="b" l="l" r="r" t="t"/>
              <a:pathLst>
                <a:path extrusionOk="0" h="4919" w="4919">
                  <a:moveTo>
                    <a:pt x="4205" y="1"/>
                  </a:moveTo>
                  <a:lnTo>
                    <a:pt x="1" y="4205"/>
                  </a:lnTo>
                  <a:lnTo>
                    <a:pt x="714" y="4919"/>
                  </a:lnTo>
                  <a:lnTo>
                    <a:pt x="4919" y="711"/>
                  </a:lnTo>
                  <a:lnTo>
                    <a:pt x="4205"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2"/>
            <p:cNvSpPr/>
            <p:nvPr/>
          </p:nvSpPr>
          <p:spPr>
            <a:xfrm>
              <a:off x="4214070" y="1749439"/>
              <a:ext cx="119657" cy="119657"/>
            </a:xfrm>
            <a:custGeom>
              <a:rect b="b" l="l" r="r" t="t"/>
              <a:pathLst>
                <a:path extrusionOk="0" h="4564" w="4564">
                  <a:moveTo>
                    <a:pt x="4209" y="1"/>
                  </a:moveTo>
                  <a:lnTo>
                    <a:pt x="1" y="4205"/>
                  </a:lnTo>
                  <a:lnTo>
                    <a:pt x="359" y="4564"/>
                  </a:lnTo>
                  <a:lnTo>
                    <a:pt x="4564" y="356"/>
                  </a:lnTo>
                  <a:lnTo>
                    <a:pt x="420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2"/>
            <p:cNvSpPr/>
            <p:nvPr/>
          </p:nvSpPr>
          <p:spPr>
            <a:xfrm>
              <a:off x="4075144" y="1678704"/>
              <a:ext cx="92155" cy="30937"/>
            </a:xfrm>
            <a:custGeom>
              <a:rect b="b" l="l" r="r" t="t"/>
              <a:pathLst>
                <a:path extrusionOk="0" h="1180" w="3515">
                  <a:moveTo>
                    <a:pt x="3514" y="0"/>
                  </a:moveTo>
                  <a:lnTo>
                    <a:pt x="1" y="4"/>
                  </a:lnTo>
                  <a:cubicBezTo>
                    <a:pt x="1" y="4"/>
                    <a:pt x="421" y="518"/>
                    <a:pt x="432" y="533"/>
                  </a:cubicBezTo>
                  <a:cubicBezTo>
                    <a:pt x="802" y="966"/>
                    <a:pt x="1277" y="1179"/>
                    <a:pt x="1752" y="1179"/>
                  </a:cubicBezTo>
                  <a:cubicBezTo>
                    <a:pt x="2263" y="1179"/>
                    <a:pt x="2775" y="933"/>
                    <a:pt x="3159" y="449"/>
                  </a:cubicBezTo>
                  <a:lnTo>
                    <a:pt x="3514"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2"/>
            <p:cNvSpPr/>
            <p:nvPr/>
          </p:nvSpPr>
          <p:spPr>
            <a:xfrm>
              <a:off x="4174560" y="1764828"/>
              <a:ext cx="93387" cy="51963"/>
            </a:xfrm>
            <a:custGeom>
              <a:rect b="b" l="l" r="r" t="t"/>
              <a:pathLst>
                <a:path extrusionOk="0" h="1982" w="3562">
                  <a:moveTo>
                    <a:pt x="1" y="0"/>
                  </a:moveTo>
                  <a:cubicBezTo>
                    <a:pt x="1" y="381"/>
                    <a:pt x="254" y="656"/>
                    <a:pt x="298" y="699"/>
                  </a:cubicBezTo>
                  <a:lnTo>
                    <a:pt x="1580" y="1981"/>
                  </a:lnTo>
                  <a:lnTo>
                    <a:pt x="3561"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2"/>
            <p:cNvSpPr/>
            <p:nvPr/>
          </p:nvSpPr>
          <p:spPr>
            <a:xfrm>
              <a:off x="4176081" y="1515946"/>
              <a:ext cx="156361" cy="157174"/>
            </a:xfrm>
            <a:custGeom>
              <a:rect b="b" l="l" r="r" t="t"/>
              <a:pathLst>
                <a:path extrusionOk="0" h="5995" w="5964">
                  <a:moveTo>
                    <a:pt x="3239" y="1"/>
                  </a:moveTo>
                  <a:cubicBezTo>
                    <a:pt x="2876" y="1"/>
                    <a:pt x="2504" y="75"/>
                    <a:pt x="2145" y="233"/>
                  </a:cubicBezTo>
                  <a:cubicBezTo>
                    <a:pt x="537" y="935"/>
                    <a:pt x="1" y="2956"/>
                    <a:pt x="1055" y="4365"/>
                  </a:cubicBezTo>
                  <a:lnTo>
                    <a:pt x="993" y="5785"/>
                  </a:lnTo>
                  <a:cubicBezTo>
                    <a:pt x="987" y="5904"/>
                    <a:pt x="1084" y="5995"/>
                    <a:pt x="1193" y="5995"/>
                  </a:cubicBezTo>
                  <a:cubicBezTo>
                    <a:pt x="1220" y="5995"/>
                    <a:pt x="1248" y="5989"/>
                    <a:pt x="1276" y="5977"/>
                  </a:cubicBezTo>
                  <a:lnTo>
                    <a:pt x="2565" y="5372"/>
                  </a:lnTo>
                  <a:cubicBezTo>
                    <a:pt x="2793" y="5430"/>
                    <a:pt x="3021" y="5458"/>
                    <a:pt x="3245" y="5458"/>
                  </a:cubicBezTo>
                  <a:cubicBezTo>
                    <a:pt x="4578" y="5458"/>
                    <a:pt x="5764" y="4472"/>
                    <a:pt x="5944" y="3083"/>
                  </a:cubicBezTo>
                  <a:cubicBezTo>
                    <a:pt x="5964" y="2938"/>
                    <a:pt x="5853" y="2857"/>
                    <a:pt x="5744" y="2857"/>
                  </a:cubicBezTo>
                  <a:cubicBezTo>
                    <a:pt x="5654" y="2857"/>
                    <a:pt x="5564" y="2913"/>
                    <a:pt x="5549" y="3032"/>
                  </a:cubicBezTo>
                  <a:cubicBezTo>
                    <a:pt x="5393" y="4221"/>
                    <a:pt x="4374" y="5059"/>
                    <a:pt x="3239" y="5059"/>
                  </a:cubicBezTo>
                  <a:cubicBezTo>
                    <a:pt x="3029" y="5059"/>
                    <a:pt x="2815" y="5030"/>
                    <a:pt x="2601" y="4970"/>
                  </a:cubicBezTo>
                  <a:cubicBezTo>
                    <a:pt x="2582" y="4964"/>
                    <a:pt x="2563" y="4961"/>
                    <a:pt x="2544" y="4961"/>
                  </a:cubicBezTo>
                  <a:cubicBezTo>
                    <a:pt x="2515" y="4961"/>
                    <a:pt x="2486" y="4968"/>
                    <a:pt x="2460" y="4981"/>
                  </a:cubicBezTo>
                  <a:lnTo>
                    <a:pt x="1406" y="5473"/>
                  </a:lnTo>
                  <a:lnTo>
                    <a:pt x="1406" y="5473"/>
                  </a:lnTo>
                  <a:lnTo>
                    <a:pt x="1460" y="4311"/>
                  </a:lnTo>
                  <a:cubicBezTo>
                    <a:pt x="1460" y="4260"/>
                    <a:pt x="1446" y="4213"/>
                    <a:pt x="1413" y="4177"/>
                  </a:cubicBezTo>
                  <a:cubicBezTo>
                    <a:pt x="475" y="2989"/>
                    <a:pt x="899" y="1236"/>
                    <a:pt x="2275" y="609"/>
                  </a:cubicBezTo>
                  <a:cubicBezTo>
                    <a:pt x="2591" y="466"/>
                    <a:pt x="2917" y="399"/>
                    <a:pt x="3237" y="399"/>
                  </a:cubicBezTo>
                  <a:cubicBezTo>
                    <a:pt x="4314" y="399"/>
                    <a:pt x="5313" y="1157"/>
                    <a:pt x="5528" y="2304"/>
                  </a:cubicBezTo>
                  <a:cubicBezTo>
                    <a:pt x="5548" y="2417"/>
                    <a:pt x="5633" y="2467"/>
                    <a:pt x="5719" y="2467"/>
                  </a:cubicBezTo>
                  <a:cubicBezTo>
                    <a:pt x="5833" y="2467"/>
                    <a:pt x="5948" y="2380"/>
                    <a:pt x="5919" y="2232"/>
                  </a:cubicBezTo>
                  <a:cubicBezTo>
                    <a:pt x="5671" y="890"/>
                    <a:pt x="4502"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2"/>
            <p:cNvSpPr/>
            <p:nvPr/>
          </p:nvSpPr>
          <p:spPr>
            <a:xfrm>
              <a:off x="4219759" y="1547852"/>
              <a:ext cx="83319" cy="80068"/>
            </a:xfrm>
            <a:custGeom>
              <a:rect b="b" l="l" r="r" t="t"/>
              <a:pathLst>
                <a:path extrusionOk="0" h="3054" w="3178">
                  <a:moveTo>
                    <a:pt x="1450" y="417"/>
                  </a:moveTo>
                  <a:lnTo>
                    <a:pt x="1450" y="1525"/>
                  </a:lnTo>
                  <a:cubicBezTo>
                    <a:pt x="1450" y="1638"/>
                    <a:pt x="1536" y="1728"/>
                    <a:pt x="1649" y="1728"/>
                  </a:cubicBezTo>
                  <a:lnTo>
                    <a:pt x="2757" y="1728"/>
                  </a:lnTo>
                  <a:cubicBezTo>
                    <a:pt x="2654" y="2306"/>
                    <a:pt x="2158" y="2655"/>
                    <a:pt x="1646" y="2655"/>
                  </a:cubicBezTo>
                  <a:cubicBezTo>
                    <a:pt x="1365" y="2655"/>
                    <a:pt x="1080" y="2550"/>
                    <a:pt x="852" y="2322"/>
                  </a:cubicBezTo>
                  <a:cubicBezTo>
                    <a:pt x="207" y="1681"/>
                    <a:pt x="551" y="580"/>
                    <a:pt x="1450" y="417"/>
                  </a:cubicBezTo>
                  <a:close/>
                  <a:moveTo>
                    <a:pt x="1655" y="1"/>
                  </a:moveTo>
                  <a:cubicBezTo>
                    <a:pt x="1653" y="1"/>
                    <a:pt x="1651" y="1"/>
                    <a:pt x="1649" y="1"/>
                  </a:cubicBezTo>
                  <a:cubicBezTo>
                    <a:pt x="1029" y="1"/>
                    <a:pt x="475" y="370"/>
                    <a:pt x="236" y="942"/>
                  </a:cubicBezTo>
                  <a:cubicBezTo>
                    <a:pt x="1" y="1511"/>
                    <a:pt x="131" y="2170"/>
                    <a:pt x="569" y="2605"/>
                  </a:cubicBezTo>
                  <a:cubicBezTo>
                    <a:pt x="860" y="2898"/>
                    <a:pt x="1252" y="3054"/>
                    <a:pt x="1650" y="3054"/>
                  </a:cubicBezTo>
                  <a:cubicBezTo>
                    <a:pt x="1846" y="3054"/>
                    <a:pt x="2044" y="3016"/>
                    <a:pt x="2232" y="2938"/>
                  </a:cubicBezTo>
                  <a:cubicBezTo>
                    <a:pt x="2804" y="2702"/>
                    <a:pt x="3177" y="2145"/>
                    <a:pt x="3177" y="1525"/>
                  </a:cubicBezTo>
                  <a:cubicBezTo>
                    <a:pt x="3177" y="1417"/>
                    <a:pt x="3087" y="1326"/>
                    <a:pt x="2978" y="1326"/>
                  </a:cubicBezTo>
                  <a:lnTo>
                    <a:pt x="1848" y="1326"/>
                  </a:lnTo>
                  <a:lnTo>
                    <a:pt x="1848" y="200"/>
                  </a:lnTo>
                  <a:cubicBezTo>
                    <a:pt x="1851" y="93"/>
                    <a:pt x="1764"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2"/>
            <p:cNvSpPr/>
            <p:nvPr/>
          </p:nvSpPr>
          <p:spPr>
            <a:xfrm>
              <a:off x="4008787" y="1544549"/>
              <a:ext cx="330734" cy="329764"/>
            </a:xfrm>
            <a:custGeom>
              <a:rect b="b" l="l" r="r" t="t"/>
              <a:pathLst>
                <a:path extrusionOk="0" h="12578" w="12615">
                  <a:moveTo>
                    <a:pt x="4770" y="1561"/>
                  </a:moveTo>
                  <a:lnTo>
                    <a:pt x="6012" y="2803"/>
                  </a:lnTo>
                  <a:cubicBezTo>
                    <a:pt x="6748" y="3535"/>
                    <a:pt x="6885" y="4676"/>
                    <a:pt x="6349" y="5563"/>
                  </a:cubicBezTo>
                  <a:cubicBezTo>
                    <a:pt x="6302" y="5643"/>
                    <a:pt x="6313" y="5744"/>
                    <a:pt x="6378" y="5809"/>
                  </a:cubicBezTo>
                  <a:lnTo>
                    <a:pt x="6788" y="6215"/>
                  </a:lnTo>
                  <a:cubicBezTo>
                    <a:pt x="6827" y="6254"/>
                    <a:pt x="6878" y="6275"/>
                    <a:pt x="6930" y="6275"/>
                  </a:cubicBezTo>
                  <a:cubicBezTo>
                    <a:pt x="6964" y="6275"/>
                    <a:pt x="6999" y="6266"/>
                    <a:pt x="7030" y="6247"/>
                  </a:cubicBezTo>
                  <a:cubicBezTo>
                    <a:pt x="7391" y="6028"/>
                    <a:pt x="7794" y="5921"/>
                    <a:pt x="8195" y="5921"/>
                  </a:cubicBezTo>
                  <a:cubicBezTo>
                    <a:pt x="8779" y="5921"/>
                    <a:pt x="9357" y="6148"/>
                    <a:pt x="9794" y="6584"/>
                  </a:cubicBezTo>
                  <a:lnTo>
                    <a:pt x="11036" y="7826"/>
                  </a:lnTo>
                  <a:lnTo>
                    <a:pt x="7841" y="11017"/>
                  </a:lnTo>
                  <a:lnTo>
                    <a:pt x="6599" y="9775"/>
                  </a:lnTo>
                  <a:cubicBezTo>
                    <a:pt x="5864" y="9043"/>
                    <a:pt x="5726" y="7902"/>
                    <a:pt x="6262" y="7015"/>
                  </a:cubicBezTo>
                  <a:cubicBezTo>
                    <a:pt x="6309" y="6936"/>
                    <a:pt x="6299" y="6834"/>
                    <a:pt x="6233" y="6769"/>
                  </a:cubicBezTo>
                  <a:lnTo>
                    <a:pt x="5824" y="6363"/>
                  </a:lnTo>
                  <a:cubicBezTo>
                    <a:pt x="5785" y="6324"/>
                    <a:pt x="5732" y="6303"/>
                    <a:pt x="5680" y="6303"/>
                  </a:cubicBezTo>
                  <a:cubicBezTo>
                    <a:pt x="5646" y="6303"/>
                    <a:pt x="5612" y="6312"/>
                    <a:pt x="5581" y="6331"/>
                  </a:cubicBezTo>
                  <a:cubicBezTo>
                    <a:pt x="5219" y="6550"/>
                    <a:pt x="4815" y="6657"/>
                    <a:pt x="4414" y="6657"/>
                  </a:cubicBezTo>
                  <a:cubicBezTo>
                    <a:pt x="3830" y="6657"/>
                    <a:pt x="3252" y="6430"/>
                    <a:pt x="2818" y="5994"/>
                  </a:cubicBezTo>
                  <a:lnTo>
                    <a:pt x="1579" y="4755"/>
                  </a:lnTo>
                  <a:lnTo>
                    <a:pt x="4770" y="1561"/>
                  </a:lnTo>
                  <a:close/>
                  <a:moveTo>
                    <a:pt x="11680" y="7743"/>
                  </a:moveTo>
                  <a:lnTo>
                    <a:pt x="12108" y="8174"/>
                  </a:lnTo>
                  <a:lnTo>
                    <a:pt x="8189" y="12093"/>
                  </a:lnTo>
                  <a:lnTo>
                    <a:pt x="7758" y="11665"/>
                  </a:lnTo>
                  <a:lnTo>
                    <a:pt x="11456" y="7968"/>
                  </a:lnTo>
                  <a:lnTo>
                    <a:pt x="11680" y="7743"/>
                  </a:lnTo>
                  <a:close/>
                  <a:moveTo>
                    <a:pt x="4424" y="1"/>
                  </a:moveTo>
                  <a:cubicBezTo>
                    <a:pt x="4373" y="1"/>
                    <a:pt x="4321" y="20"/>
                    <a:pt x="4281" y="58"/>
                  </a:cubicBezTo>
                  <a:lnTo>
                    <a:pt x="2720" y="1619"/>
                  </a:lnTo>
                  <a:cubicBezTo>
                    <a:pt x="2578" y="1764"/>
                    <a:pt x="2710" y="1962"/>
                    <a:pt x="2865" y="1962"/>
                  </a:cubicBezTo>
                  <a:cubicBezTo>
                    <a:pt x="2911" y="1962"/>
                    <a:pt x="2959" y="1944"/>
                    <a:pt x="3003" y="1901"/>
                  </a:cubicBezTo>
                  <a:lnTo>
                    <a:pt x="4423" y="482"/>
                  </a:lnTo>
                  <a:lnTo>
                    <a:pt x="4854" y="913"/>
                  </a:lnTo>
                  <a:lnTo>
                    <a:pt x="4629" y="1134"/>
                  </a:lnTo>
                  <a:lnTo>
                    <a:pt x="1156" y="4610"/>
                  </a:lnTo>
                  <a:lnTo>
                    <a:pt x="931" y="4831"/>
                  </a:lnTo>
                  <a:lnTo>
                    <a:pt x="504" y="4404"/>
                  </a:lnTo>
                  <a:lnTo>
                    <a:pt x="2449" y="2455"/>
                  </a:lnTo>
                  <a:cubicBezTo>
                    <a:pt x="2588" y="2310"/>
                    <a:pt x="2457" y="2114"/>
                    <a:pt x="2303" y="2114"/>
                  </a:cubicBezTo>
                  <a:cubicBezTo>
                    <a:pt x="2257" y="2114"/>
                    <a:pt x="2209" y="2131"/>
                    <a:pt x="2166" y="2173"/>
                  </a:cubicBezTo>
                  <a:lnTo>
                    <a:pt x="76" y="4259"/>
                  </a:lnTo>
                  <a:cubicBezTo>
                    <a:pt x="0" y="4339"/>
                    <a:pt x="0" y="4465"/>
                    <a:pt x="76" y="4545"/>
                  </a:cubicBezTo>
                  <a:lnTo>
                    <a:pt x="790" y="5255"/>
                  </a:lnTo>
                  <a:cubicBezTo>
                    <a:pt x="830" y="5295"/>
                    <a:pt x="881" y="5315"/>
                    <a:pt x="933" y="5315"/>
                  </a:cubicBezTo>
                  <a:cubicBezTo>
                    <a:pt x="984" y="5315"/>
                    <a:pt x="1034" y="5295"/>
                    <a:pt x="1072" y="5255"/>
                  </a:cubicBezTo>
                  <a:lnTo>
                    <a:pt x="1297" y="5034"/>
                  </a:lnTo>
                  <a:lnTo>
                    <a:pt x="2539" y="6273"/>
                  </a:lnTo>
                  <a:cubicBezTo>
                    <a:pt x="3048" y="6786"/>
                    <a:pt x="3729" y="7056"/>
                    <a:pt x="4420" y="7056"/>
                  </a:cubicBezTo>
                  <a:cubicBezTo>
                    <a:pt x="4840" y="7056"/>
                    <a:pt x="5264" y="6956"/>
                    <a:pt x="5654" y="6751"/>
                  </a:cubicBezTo>
                  <a:lnTo>
                    <a:pt x="5842" y="6943"/>
                  </a:lnTo>
                  <a:cubicBezTo>
                    <a:pt x="5303" y="7975"/>
                    <a:pt x="5495" y="9235"/>
                    <a:pt x="6317" y="10057"/>
                  </a:cubicBezTo>
                  <a:lnTo>
                    <a:pt x="7559" y="11300"/>
                  </a:lnTo>
                  <a:lnTo>
                    <a:pt x="7334" y="11524"/>
                  </a:lnTo>
                  <a:cubicBezTo>
                    <a:pt x="7258" y="11600"/>
                    <a:pt x="7258" y="11727"/>
                    <a:pt x="7334" y="11807"/>
                  </a:cubicBezTo>
                  <a:lnTo>
                    <a:pt x="8048" y="12520"/>
                  </a:lnTo>
                  <a:cubicBezTo>
                    <a:pt x="8086" y="12558"/>
                    <a:pt x="8137" y="12577"/>
                    <a:pt x="8188" y="12577"/>
                  </a:cubicBezTo>
                  <a:cubicBezTo>
                    <a:pt x="8239" y="12577"/>
                    <a:pt x="8291" y="12558"/>
                    <a:pt x="8330" y="12520"/>
                  </a:cubicBezTo>
                  <a:lnTo>
                    <a:pt x="12535" y="8312"/>
                  </a:lnTo>
                  <a:cubicBezTo>
                    <a:pt x="12615" y="8236"/>
                    <a:pt x="12615" y="8109"/>
                    <a:pt x="12535" y="8029"/>
                  </a:cubicBezTo>
                  <a:lnTo>
                    <a:pt x="11822" y="7319"/>
                  </a:lnTo>
                  <a:cubicBezTo>
                    <a:pt x="11784" y="7280"/>
                    <a:pt x="11733" y="7260"/>
                    <a:pt x="11682" y="7260"/>
                  </a:cubicBezTo>
                  <a:cubicBezTo>
                    <a:pt x="11631" y="7260"/>
                    <a:pt x="11579" y="7280"/>
                    <a:pt x="11539" y="7319"/>
                  </a:cubicBezTo>
                  <a:lnTo>
                    <a:pt x="11318" y="7540"/>
                  </a:lnTo>
                  <a:lnTo>
                    <a:pt x="10076" y="6298"/>
                  </a:lnTo>
                  <a:cubicBezTo>
                    <a:pt x="9565" y="5787"/>
                    <a:pt x="8884" y="5518"/>
                    <a:pt x="8193" y="5518"/>
                  </a:cubicBezTo>
                  <a:cubicBezTo>
                    <a:pt x="7772" y="5518"/>
                    <a:pt x="7348" y="5618"/>
                    <a:pt x="6958" y="5824"/>
                  </a:cubicBezTo>
                  <a:lnTo>
                    <a:pt x="6769" y="5635"/>
                  </a:lnTo>
                  <a:cubicBezTo>
                    <a:pt x="7313" y="4603"/>
                    <a:pt x="7121" y="3339"/>
                    <a:pt x="6295" y="2521"/>
                  </a:cubicBezTo>
                  <a:lnTo>
                    <a:pt x="5053" y="1278"/>
                  </a:lnTo>
                  <a:lnTo>
                    <a:pt x="5277" y="1054"/>
                  </a:lnTo>
                  <a:cubicBezTo>
                    <a:pt x="5353" y="974"/>
                    <a:pt x="5353" y="847"/>
                    <a:pt x="5277" y="771"/>
                  </a:cubicBezTo>
                  <a:lnTo>
                    <a:pt x="4567" y="58"/>
                  </a:lnTo>
                  <a:cubicBezTo>
                    <a:pt x="4528" y="20"/>
                    <a:pt x="4476" y="1"/>
                    <a:pt x="4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2"/>
            <p:cNvSpPr/>
            <p:nvPr/>
          </p:nvSpPr>
          <p:spPr>
            <a:xfrm>
              <a:off x="4068327" y="1673486"/>
              <a:ext cx="105788" cy="41424"/>
            </a:xfrm>
            <a:custGeom>
              <a:rect b="b" l="l" r="r" t="t"/>
              <a:pathLst>
                <a:path extrusionOk="0" h="1580" w="4035">
                  <a:moveTo>
                    <a:pt x="3361" y="402"/>
                  </a:moveTo>
                  <a:lnTo>
                    <a:pt x="3260" y="525"/>
                  </a:lnTo>
                  <a:cubicBezTo>
                    <a:pt x="2934" y="938"/>
                    <a:pt x="2499" y="1170"/>
                    <a:pt x="2039" y="1177"/>
                  </a:cubicBezTo>
                  <a:cubicBezTo>
                    <a:pt x="2032" y="1177"/>
                    <a:pt x="2024" y="1177"/>
                    <a:pt x="2017" y="1177"/>
                  </a:cubicBezTo>
                  <a:cubicBezTo>
                    <a:pt x="1579" y="1177"/>
                    <a:pt x="1165" y="972"/>
                    <a:pt x="848" y="601"/>
                  </a:cubicBezTo>
                  <a:lnTo>
                    <a:pt x="685" y="402"/>
                  </a:lnTo>
                  <a:close/>
                  <a:moveTo>
                    <a:pt x="261" y="0"/>
                  </a:moveTo>
                  <a:cubicBezTo>
                    <a:pt x="94" y="0"/>
                    <a:pt x="0" y="196"/>
                    <a:pt x="105" y="326"/>
                  </a:cubicBezTo>
                  <a:cubicBezTo>
                    <a:pt x="232" y="482"/>
                    <a:pt x="529" y="844"/>
                    <a:pt x="540" y="859"/>
                  </a:cubicBezTo>
                  <a:cubicBezTo>
                    <a:pt x="935" y="1322"/>
                    <a:pt x="1456" y="1579"/>
                    <a:pt x="2014" y="1579"/>
                  </a:cubicBezTo>
                  <a:lnTo>
                    <a:pt x="2046" y="1579"/>
                  </a:lnTo>
                  <a:cubicBezTo>
                    <a:pt x="2630" y="1568"/>
                    <a:pt x="3173" y="1282"/>
                    <a:pt x="3575" y="775"/>
                  </a:cubicBezTo>
                  <a:lnTo>
                    <a:pt x="3930" y="326"/>
                  </a:lnTo>
                  <a:cubicBezTo>
                    <a:pt x="4035" y="196"/>
                    <a:pt x="3941" y="0"/>
                    <a:pt x="3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2"/>
            <p:cNvSpPr/>
            <p:nvPr/>
          </p:nvSpPr>
          <p:spPr>
            <a:xfrm>
              <a:off x="4169264" y="1759611"/>
              <a:ext cx="104372" cy="62450"/>
            </a:xfrm>
            <a:custGeom>
              <a:rect b="b" l="l" r="r" t="t"/>
              <a:pathLst>
                <a:path extrusionOk="0" h="2382" w="3981">
                  <a:moveTo>
                    <a:pt x="199" y="0"/>
                  </a:moveTo>
                  <a:cubicBezTo>
                    <a:pt x="91" y="0"/>
                    <a:pt x="0" y="87"/>
                    <a:pt x="0" y="199"/>
                  </a:cubicBezTo>
                  <a:cubicBezTo>
                    <a:pt x="0" y="652"/>
                    <a:pt x="293" y="978"/>
                    <a:pt x="355" y="1040"/>
                  </a:cubicBezTo>
                  <a:lnTo>
                    <a:pt x="1637" y="2322"/>
                  </a:lnTo>
                  <a:cubicBezTo>
                    <a:pt x="1677" y="2361"/>
                    <a:pt x="1729" y="2381"/>
                    <a:pt x="1780" y="2381"/>
                  </a:cubicBezTo>
                  <a:cubicBezTo>
                    <a:pt x="1831" y="2381"/>
                    <a:pt x="1882" y="2361"/>
                    <a:pt x="1920" y="2322"/>
                  </a:cubicBezTo>
                  <a:lnTo>
                    <a:pt x="3904" y="344"/>
                  </a:lnTo>
                  <a:cubicBezTo>
                    <a:pt x="3962" y="286"/>
                    <a:pt x="3980" y="199"/>
                    <a:pt x="3948" y="123"/>
                  </a:cubicBezTo>
                  <a:cubicBezTo>
                    <a:pt x="3915" y="47"/>
                    <a:pt x="3843" y="0"/>
                    <a:pt x="3763" y="0"/>
                  </a:cubicBezTo>
                  <a:lnTo>
                    <a:pt x="1992" y="0"/>
                  </a:lnTo>
                  <a:cubicBezTo>
                    <a:pt x="1728" y="0"/>
                    <a:pt x="1728" y="398"/>
                    <a:pt x="1992" y="398"/>
                  </a:cubicBezTo>
                  <a:lnTo>
                    <a:pt x="3278" y="398"/>
                  </a:lnTo>
                  <a:lnTo>
                    <a:pt x="1782" y="1898"/>
                  </a:lnTo>
                  <a:lnTo>
                    <a:pt x="641" y="757"/>
                  </a:lnTo>
                  <a:cubicBezTo>
                    <a:pt x="547" y="656"/>
                    <a:pt x="475" y="532"/>
                    <a:pt x="431" y="398"/>
                  </a:cubicBezTo>
                  <a:lnTo>
                    <a:pt x="1203" y="398"/>
                  </a:lnTo>
                  <a:cubicBezTo>
                    <a:pt x="1471" y="398"/>
                    <a:pt x="1471"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3" name="Google Shape;12643;p82"/>
          <p:cNvGrpSpPr/>
          <p:nvPr/>
        </p:nvGrpSpPr>
        <p:grpSpPr>
          <a:xfrm>
            <a:off x="3962539" y="2508435"/>
            <a:ext cx="378502" cy="218470"/>
            <a:chOff x="3962539" y="2508435"/>
            <a:chExt cx="378502" cy="218470"/>
          </a:xfrm>
        </p:grpSpPr>
        <p:sp>
          <p:nvSpPr>
            <p:cNvPr id="12644" name="Google Shape;12644;p82"/>
            <p:cNvSpPr/>
            <p:nvPr/>
          </p:nvSpPr>
          <p:spPr>
            <a:xfrm>
              <a:off x="4134605" y="2513495"/>
              <a:ext cx="205781" cy="208088"/>
            </a:xfrm>
            <a:custGeom>
              <a:rect b="b" l="l" r="r" t="t"/>
              <a:pathLst>
                <a:path extrusionOk="0" h="7937" w="7849">
                  <a:moveTo>
                    <a:pt x="3849" y="0"/>
                  </a:moveTo>
                  <a:cubicBezTo>
                    <a:pt x="2889" y="0"/>
                    <a:pt x="1934" y="384"/>
                    <a:pt x="1232" y="1139"/>
                  </a:cubicBezTo>
                  <a:cubicBezTo>
                    <a:pt x="1177" y="1193"/>
                    <a:pt x="1127" y="1247"/>
                    <a:pt x="1083" y="1305"/>
                  </a:cubicBezTo>
                  <a:cubicBezTo>
                    <a:pt x="1058" y="1338"/>
                    <a:pt x="1032" y="1367"/>
                    <a:pt x="1007" y="1399"/>
                  </a:cubicBezTo>
                  <a:cubicBezTo>
                    <a:pt x="62" y="2616"/>
                    <a:pt x="0" y="4304"/>
                    <a:pt x="859" y="5586"/>
                  </a:cubicBezTo>
                  <a:cubicBezTo>
                    <a:pt x="906" y="5659"/>
                    <a:pt x="956" y="5727"/>
                    <a:pt x="1007" y="5793"/>
                  </a:cubicBezTo>
                  <a:cubicBezTo>
                    <a:pt x="1032" y="5825"/>
                    <a:pt x="1058" y="5854"/>
                    <a:pt x="1083" y="5887"/>
                  </a:cubicBezTo>
                  <a:cubicBezTo>
                    <a:pt x="1119" y="5934"/>
                    <a:pt x="1159" y="5977"/>
                    <a:pt x="1199" y="6021"/>
                  </a:cubicBezTo>
                  <a:cubicBezTo>
                    <a:pt x="1888" y="6769"/>
                    <a:pt x="2851" y="7178"/>
                    <a:pt x="3840" y="7178"/>
                  </a:cubicBezTo>
                  <a:cubicBezTo>
                    <a:pt x="4167" y="7178"/>
                    <a:pt x="4497" y="7134"/>
                    <a:pt x="4821" y="7042"/>
                  </a:cubicBezTo>
                  <a:lnTo>
                    <a:pt x="6740" y="7937"/>
                  </a:lnTo>
                  <a:lnTo>
                    <a:pt x="6642" y="5822"/>
                  </a:lnTo>
                  <a:cubicBezTo>
                    <a:pt x="7848" y="4319"/>
                    <a:pt x="7649" y="2135"/>
                    <a:pt x="6193" y="874"/>
                  </a:cubicBezTo>
                  <a:cubicBezTo>
                    <a:pt x="5517" y="289"/>
                    <a:pt x="4682" y="0"/>
                    <a:pt x="384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2"/>
            <p:cNvSpPr/>
            <p:nvPr/>
          </p:nvSpPr>
          <p:spPr>
            <a:xfrm>
              <a:off x="4134684" y="2547709"/>
              <a:ext cx="53012" cy="120129"/>
            </a:xfrm>
            <a:custGeom>
              <a:rect b="b" l="l" r="r" t="t"/>
              <a:pathLst>
                <a:path extrusionOk="0" h="4582" w="2022">
                  <a:moveTo>
                    <a:pt x="1080" y="0"/>
                  </a:moveTo>
                  <a:cubicBezTo>
                    <a:pt x="1055" y="33"/>
                    <a:pt x="1029" y="65"/>
                    <a:pt x="1004" y="94"/>
                  </a:cubicBezTo>
                  <a:cubicBezTo>
                    <a:pt x="59" y="1311"/>
                    <a:pt x="1" y="2999"/>
                    <a:pt x="856" y="4281"/>
                  </a:cubicBezTo>
                  <a:cubicBezTo>
                    <a:pt x="903" y="4354"/>
                    <a:pt x="953" y="4422"/>
                    <a:pt x="1004" y="4488"/>
                  </a:cubicBezTo>
                  <a:cubicBezTo>
                    <a:pt x="1029" y="4520"/>
                    <a:pt x="1055" y="4553"/>
                    <a:pt x="1080" y="4582"/>
                  </a:cubicBezTo>
                  <a:lnTo>
                    <a:pt x="1102" y="4549"/>
                  </a:lnTo>
                  <a:cubicBezTo>
                    <a:pt x="2022" y="3169"/>
                    <a:pt x="2014" y="1369"/>
                    <a:pt x="10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2"/>
            <p:cNvSpPr/>
            <p:nvPr/>
          </p:nvSpPr>
          <p:spPr>
            <a:xfrm>
              <a:off x="3975071" y="2513915"/>
              <a:ext cx="199253" cy="207669"/>
            </a:xfrm>
            <a:custGeom>
              <a:rect b="b" l="l" r="r" t="t"/>
              <a:pathLst>
                <a:path extrusionOk="0" h="7921" w="7600">
                  <a:moveTo>
                    <a:pt x="3818" y="1"/>
                  </a:moveTo>
                  <a:cubicBezTo>
                    <a:pt x="3770" y="1"/>
                    <a:pt x="3722" y="2"/>
                    <a:pt x="3673" y="4"/>
                  </a:cubicBezTo>
                  <a:cubicBezTo>
                    <a:pt x="2326" y="58"/>
                    <a:pt x="1123" y="862"/>
                    <a:pt x="562" y="2086"/>
                  </a:cubicBezTo>
                  <a:cubicBezTo>
                    <a:pt x="1" y="3310"/>
                    <a:pt x="175" y="4748"/>
                    <a:pt x="1011" y="5806"/>
                  </a:cubicBezTo>
                  <a:lnTo>
                    <a:pt x="913" y="7921"/>
                  </a:lnTo>
                  <a:lnTo>
                    <a:pt x="2833" y="7022"/>
                  </a:lnTo>
                  <a:cubicBezTo>
                    <a:pt x="3159" y="7116"/>
                    <a:pt x="3490" y="7161"/>
                    <a:pt x="3817" y="7161"/>
                  </a:cubicBezTo>
                  <a:cubicBezTo>
                    <a:pt x="4991" y="7161"/>
                    <a:pt x="6118" y="6581"/>
                    <a:pt x="6795" y="5570"/>
                  </a:cubicBezTo>
                  <a:cubicBezTo>
                    <a:pt x="7541" y="4451"/>
                    <a:pt x="7599" y="3002"/>
                    <a:pt x="6940" y="1829"/>
                  </a:cubicBezTo>
                  <a:cubicBezTo>
                    <a:pt x="6305" y="694"/>
                    <a:pt x="5107" y="1"/>
                    <a:pt x="3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2"/>
            <p:cNvSpPr/>
            <p:nvPr/>
          </p:nvSpPr>
          <p:spPr>
            <a:xfrm>
              <a:off x="4116095" y="2509379"/>
              <a:ext cx="224946" cy="217474"/>
            </a:xfrm>
            <a:custGeom>
              <a:rect b="b" l="l" r="r" t="t"/>
              <a:pathLst>
                <a:path extrusionOk="0" h="8295" w="8580">
                  <a:moveTo>
                    <a:pt x="4982" y="0"/>
                  </a:moveTo>
                  <a:cubicBezTo>
                    <a:pt x="4744" y="0"/>
                    <a:pt x="4709" y="367"/>
                    <a:pt x="4965" y="401"/>
                  </a:cubicBezTo>
                  <a:cubicBezTo>
                    <a:pt x="6175" y="553"/>
                    <a:pt x="7211" y="1346"/>
                    <a:pt x="7671" y="2476"/>
                  </a:cubicBezTo>
                  <a:cubicBezTo>
                    <a:pt x="8134" y="3606"/>
                    <a:pt x="7950" y="4896"/>
                    <a:pt x="7193" y="5855"/>
                  </a:cubicBezTo>
                  <a:cubicBezTo>
                    <a:pt x="7160" y="5892"/>
                    <a:pt x="7146" y="5939"/>
                    <a:pt x="7146" y="5989"/>
                  </a:cubicBezTo>
                  <a:lnTo>
                    <a:pt x="7229" y="7771"/>
                  </a:lnTo>
                  <a:lnTo>
                    <a:pt x="5610" y="7018"/>
                  </a:lnTo>
                  <a:cubicBezTo>
                    <a:pt x="5584" y="7005"/>
                    <a:pt x="5555" y="6998"/>
                    <a:pt x="5526" y="6998"/>
                  </a:cubicBezTo>
                  <a:cubicBezTo>
                    <a:pt x="5507" y="6998"/>
                    <a:pt x="5488" y="7001"/>
                    <a:pt x="5469" y="7007"/>
                  </a:cubicBezTo>
                  <a:cubicBezTo>
                    <a:pt x="5166" y="7092"/>
                    <a:pt x="4858" y="7133"/>
                    <a:pt x="4552" y="7133"/>
                  </a:cubicBezTo>
                  <a:cubicBezTo>
                    <a:pt x="3617" y="7133"/>
                    <a:pt x="2705" y="6748"/>
                    <a:pt x="2050" y="6044"/>
                  </a:cubicBezTo>
                  <a:cubicBezTo>
                    <a:pt x="1988" y="5975"/>
                    <a:pt x="1927" y="5903"/>
                    <a:pt x="1869" y="5826"/>
                  </a:cubicBezTo>
                  <a:cubicBezTo>
                    <a:pt x="1822" y="5765"/>
                    <a:pt x="1775" y="5700"/>
                    <a:pt x="1728" y="5635"/>
                  </a:cubicBezTo>
                  <a:lnTo>
                    <a:pt x="1720" y="5624"/>
                  </a:lnTo>
                  <a:cubicBezTo>
                    <a:pt x="2003" y="5131"/>
                    <a:pt x="2169" y="4581"/>
                    <a:pt x="2209" y="4016"/>
                  </a:cubicBezTo>
                  <a:cubicBezTo>
                    <a:pt x="2219" y="3877"/>
                    <a:pt x="2112" y="3803"/>
                    <a:pt x="2006" y="3803"/>
                  </a:cubicBezTo>
                  <a:cubicBezTo>
                    <a:pt x="1911" y="3803"/>
                    <a:pt x="1816" y="3863"/>
                    <a:pt x="1807" y="3990"/>
                  </a:cubicBezTo>
                  <a:cubicBezTo>
                    <a:pt x="1731" y="5084"/>
                    <a:pt x="1130" y="6073"/>
                    <a:pt x="192" y="6645"/>
                  </a:cubicBezTo>
                  <a:cubicBezTo>
                    <a:pt x="1" y="6760"/>
                    <a:pt x="114" y="7018"/>
                    <a:pt x="290" y="7018"/>
                  </a:cubicBezTo>
                  <a:cubicBezTo>
                    <a:pt x="325" y="7018"/>
                    <a:pt x="361" y="7008"/>
                    <a:pt x="398" y="6985"/>
                  </a:cubicBezTo>
                  <a:cubicBezTo>
                    <a:pt x="826" y="6728"/>
                    <a:pt x="1195" y="6388"/>
                    <a:pt x="1485" y="5986"/>
                  </a:cubicBezTo>
                  <a:cubicBezTo>
                    <a:pt x="1507" y="6015"/>
                    <a:pt x="1532" y="6044"/>
                    <a:pt x="1550" y="6073"/>
                  </a:cubicBezTo>
                  <a:cubicBezTo>
                    <a:pt x="1615" y="6156"/>
                    <a:pt x="1684" y="6236"/>
                    <a:pt x="1753" y="6312"/>
                  </a:cubicBezTo>
                  <a:cubicBezTo>
                    <a:pt x="2481" y="7101"/>
                    <a:pt x="3495" y="7535"/>
                    <a:pt x="4540" y="7535"/>
                  </a:cubicBezTo>
                  <a:cubicBezTo>
                    <a:pt x="4861" y="7535"/>
                    <a:pt x="5185" y="7494"/>
                    <a:pt x="5505" y="7409"/>
                  </a:cubicBezTo>
                  <a:lnTo>
                    <a:pt x="7356" y="8275"/>
                  </a:lnTo>
                  <a:cubicBezTo>
                    <a:pt x="7384" y="8288"/>
                    <a:pt x="7414" y="8294"/>
                    <a:pt x="7442" y="8294"/>
                  </a:cubicBezTo>
                  <a:cubicBezTo>
                    <a:pt x="7551" y="8294"/>
                    <a:pt x="7648" y="8204"/>
                    <a:pt x="7642" y="8086"/>
                  </a:cubicBezTo>
                  <a:lnTo>
                    <a:pt x="7551" y="6044"/>
                  </a:lnTo>
                  <a:cubicBezTo>
                    <a:pt x="8525" y="4758"/>
                    <a:pt x="8580" y="2994"/>
                    <a:pt x="7682" y="1651"/>
                  </a:cubicBezTo>
                  <a:lnTo>
                    <a:pt x="7685" y="1651"/>
                  </a:lnTo>
                  <a:cubicBezTo>
                    <a:pt x="7077" y="742"/>
                    <a:pt x="6103" y="140"/>
                    <a:pt x="5016" y="3"/>
                  </a:cubicBezTo>
                  <a:cubicBezTo>
                    <a:pt x="5004" y="1"/>
                    <a:pt x="4993" y="0"/>
                    <a:pt x="4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2"/>
            <p:cNvSpPr/>
            <p:nvPr/>
          </p:nvSpPr>
          <p:spPr>
            <a:xfrm>
              <a:off x="3962539" y="2508435"/>
              <a:ext cx="270905" cy="218470"/>
            </a:xfrm>
            <a:custGeom>
              <a:rect b="b" l="l" r="r" t="t"/>
              <a:pathLst>
                <a:path extrusionOk="0" h="8333" w="10333">
                  <a:moveTo>
                    <a:pt x="4284" y="1"/>
                  </a:moveTo>
                  <a:cubicBezTo>
                    <a:pt x="3497" y="1"/>
                    <a:pt x="2704" y="245"/>
                    <a:pt x="2025" y="752"/>
                  </a:cubicBezTo>
                  <a:cubicBezTo>
                    <a:pt x="334" y="2009"/>
                    <a:pt x="1" y="4407"/>
                    <a:pt x="1283" y="6080"/>
                  </a:cubicBezTo>
                  <a:lnTo>
                    <a:pt x="1192" y="8122"/>
                  </a:lnTo>
                  <a:cubicBezTo>
                    <a:pt x="1186" y="8244"/>
                    <a:pt x="1284" y="8333"/>
                    <a:pt x="1394" y="8333"/>
                  </a:cubicBezTo>
                  <a:cubicBezTo>
                    <a:pt x="1422" y="8333"/>
                    <a:pt x="1450" y="8327"/>
                    <a:pt x="1478" y="8314"/>
                  </a:cubicBezTo>
                  <a:lnTo>
                    <a:pt x="3329" y="7449"/>
                  </a:lnTo>
                  <a:cubicBezTo>
                    <a:pt x="3644" y="7532"/>
                    <a:pt x="3967" y="7573"/>
                    <a:pt x="4289" y="7573"/>
                  </a:cubicBezTo>
                  <a:cubicBezTo>
                    <a:pt x="4681" y="7573"/>
                    <a:pt x="5072" y="7512"/>
                    <a:pt x="5448" y="7391"/>
                  </a:cubicBezTo>
                  <a:cubicBezTo>
                    <a:pt x="5680" y="7319"/>
                    <a:pt x="5602" y="6999"/>
                    <a:pt x="5398" y="6999"/>
                  </a:cubicBezTo>
                  <a:cubicBezTo>
                    <a:pt x="5376" y="6999"/>
                    <a:pt x="5353" y="7002"/>
                    <a:pt x="5328" y="7011"/>
                  </a:cubicBezTo>
                  <a:cubicBezTo>
                    <a:pt x="4993" y="7117"/>
                    <a:pt x="4646" y="7171"/>
                    <a:pt x="4298" y="7171"/>
                  </a:cubicBezTo>
                  <a:cubicBezTo>
                    <a:pt x="3985" y="7171"/>
                    <a:pt x="3671" y="7127"/>
                    <a:pt x="3365" y="7040"/>
                  </a:cubicBezTo>
                  <a:cubicBezTo>
                    <a:pt x="3348" y="7036"/>
                    <a:pt x="3331" y="7034"/>
                    <a:pt x="3315" y="7034"/>
                  </a:cubicBezTo>
                  <a:cubicBezTo>
                    <a:pt x="3285" y="7034"/>
                    <a:pt x="3255" y="7040"/>
                    <a:pt x="3228" y="7054"/>
                  </a:cubicBezTo>
                  <a:lnTo>
                    <a:pt x="1609" y="7807"/>
                  </a:lnTo>
                  <a:lnTo>
                    <a:pt x="1688" y="6025"/>
                  </a:lnTo>
                  <a:cubicBezTo>
                    <a:pt x="1688" y="5975"/>
                    <a:pt x="1674" y="5928"/>
                    <a:pt x="1641" y="5891"/>
                  </a:cubicBezTo>
                  <a:cubicBezTo>
                    <a:pt x="265" y="4149"/>
                    <a:pt x="910" y="1578"/>
                    <a:pt x="2941" y="691"/>
                  </a:cubicBezTo>
                  <a:cubicBezTo>
                    <a:pt x="3386" y="497"/>
                    <a:pt x="3844" y="407"/>
                    <a:pt x="4292" y="407"/>
                  </a:cubicBezTo>
                  <a:cubicBezTo>
                    <a:pt x="5896" y="407"/>
                    <a:pt x="7372" y="1565"/>
                    <a:pt x="7635" y="3280"/>
                  </a:cubicBezTo>
                  <a:cubicBezTo>
                    <a:pt x="7653" y="3397"/>
                    <a:pt x="7740" y="3450"/>
                    <a:pt x="7828" y="3450"/>
                  </a:cubicBezTo>
                  <a:cubicBezTo>
                    <a:pt x="7939" y="3450"/>
                    <a:pt x="8052" y="3366"/>
                    <a:pt x="8030" y="3219"/>
                  </a:cubicBezTo>
                  <a:cubicBezTo>
                    <a:pt x="7961" y="2762"/>
                    <a:pt x="7805" y="2324"/>
                    <a:pt x="7577" y="1922"/>
                  </a:cubicBezTo>
                  <a:cubicBezTo>
                    <a:pt x="7624" y="1853"/>
                    <a:pt x="7675" y="1784"/>
                    <a:pt x="7726" y="1716"/>
                  </a:cubicBezTo>
                  <a:cubicBezTo>
                    <a:pt x="7795" y="1629"/>
                    <a:pt x="7860" y="1545"/>
                    <a:pt x="7936" y="1469"/>
                  </a:cubicBezTo>
                  <a:cubicBezTo>
                    <a:pt x="8501" y="875"/>
                    <a:pt x="9258" y="502"/>
                    <a:pt x="10073" y="423"/>
                  </a:cubicBezTo>
                  <a:cubicBezTo>
                    <a:pt x="10332" y="398"/>
                    <a:pt x="10306" y="23"/>
                    <a:pt x="10061" y="23"/>
                  </a:cubicBezTo>
                  <a:cubicBezTo>
                    <a:pt x="10053" y="23"/>
                    <a:pt x="10045" y="23"/>
                    <a:pt x="10036" y="24"/>
                  </a:cubicBezTo>
                  <a:cubicBezTo>
                    <a:pt x="9124" y="115"/>
                    <a:pt x="8276" y="528"/>
                    <a:pt x="7646" y="1194"/>
                  </a:cubicBezTo>
                  <a:cubicBezTo>
                    <a:pt x="7563" y="1281"/>
                    <a:pt x="7483" y="1375"/>
                    <a:pt x="7411" y="1469"/>
                  </a:cubicBezTo>
                  <a:cubicBezTo>
                    <a:pt x="7389" y="1498"/>
                    <a:pt x="7364" y="1531"/>
                    <a:pt x="7342" y="1560"/>
                  </a:cubicBezTo>
                  <a:cubicBezTo>
                    <a:pt x="6604" y="540"/>
                    <a:pt x="5452" y="1"/>
                    <a:pt x="42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2"/>
            <p:cNvSpPr/>
            <p:nvPr/>
          </p:nvSpPr>
          <p:spPr>
            <a:xfrm>
              <a:off x="4023312" y="2562837"/>
              <a:ext cx="101304" cy="94776"/>
            </a:xfrm>
            <a:custGeom>
              <a:rect b="b" l="l" r="r" t="t"/>
              <a:pathLst>
                <a:path extrusionOk="0" h="3615" w="3864">
                  <a:moveTo>
                    <a:pt x="1868" y="402"/>
                  </a:moveTo>
                  <a:cubicBezTo>
                    <a:pt x="2240" y="402"/>
                    <a:pt x="2606" y="561"/>
                    <a:pt x="2858" y="858"/>
                  </a:cubicBezTo>
                  <a:cubicBezTo>
                    <a:pt x="3249" y="1317"/>
                    <a:pt x="3275" y="1984"/>
                    <a:pt x="2920" y="2469"/>
                  </a:cubicBezTo>
                  <a:lnTo>
                    <a:pt x="2014" y="1564"/>
                  </a:lnTo>
                  <a:cubicBezTo>
                    <a:pt x="1971" y="1521"/>
                    <a:pt x="1922" y="1503"/>
                    <a:pt x="1876" y="1503"/>
                  </a:cubicBezTo>
                  <a:cubicBezTo>
                    <a:pt x="1722" y="1503"/>
                    <a:pt x="1590" y="1701"/>
                    <a:pt x="1732" y="1846"/>
                  </a:cubicBezTo>
                  <a:lnTo>
                    <a:pt x="2637" y="2752"/>
                  </a:lnTo>
                  <a:cubicBezTo>
                    <a:pt x="2413" y="2915"/>
                    <a:pt x="2145" y="3002"/>
                    <a:pt x="1873" y="3002"/>
                  </a:cubicBezTo>
                  <a:lnTo>
                    <a:pt x="1869" y="3002"/>
                  </a:lnTo>
                  <a:cubicBezTo>
                    <a:pt x="1268" y="3002"/>
                    <a:pt x="747" y="2592"/>
                    <a:pt x="605" y="2006"/>
                  </a:cubicBezTo>
                  <a:cubicBezTo>
                    <a:pt x="464" y="1422"/>
                    <a:pt x="743" y="818"/>
                    <a:pt x="1279" y="542"/>
                  </a:cubicBezTo>
                  <a:cubicBezTo>
                    <a:pt x="1466" y="448"/>
                    <a:pt x="1668" y="402"/>
                    <a:pt x="1868" y="402"/>
                  </a:cubicBezTo>
                  <a:close/>
                  <a:moveTo>
                    <a:pt x="1869" y="1"/>
                  </a:moveTo>
                  <a:cubicBezTo>
                    <a:pt x="1433" y="1"/>
                    <a:pt x="998" y="168"/>
                    <a:pt x="667" y="499"/>
                  </a:cubicBezTo>
                  <a:cubicBezTo>
                    <a:pt x="29" y="1136"/>
                    <a:pt x="1" y="2158"/>
                    <a:pt x="598" y="2831"/>
                  </a:cubicBezTo>
                  <a:cubicBezTo>
                    <a:pt x="933" y="3209"/>
                    <a:pt x="1399" y="3403"/>
                    <a:pt x="1870" y="3403"/>
                  </a:cubicBezTo>
                  <a:cubicBezTo>
                    <a:pt x="2239" y="3403"/>
                    <a:pt x="2611" y="3283"/>
                    <a:pt x="2923" y="3038"/>
                  </a:cubicBezTo>
                  <a:lnTo>
                    <a:pt x="3441" y="3556"/>
                  </a:lnTo>
                  <a:cubicBezTo>
                    <a:pt x="3484" y="3597"/>
                    <a:pt x="3532" y="3615"/>
                    <a:pt x="3578" y="3615"/>
                  </a:cubicBezTo>
                  <a:cubicBezTo>
                    <a:pt x="3732" y="3615"/>
                    <a:pt x="3863" y="3418"/>
                    <a:pt x="3724" y="3273"/>
                  </a:cubicBezTo>
                  <a:lnTo>
                    <a:pt x="3206" y="2755"/>
                  </a:lnTo>
                  <a:cubicBezTo>
                    <a:pt x="3763" y="2045"/>
                    <a:pt x="3673" y="1028"/>
                    <a:pt x="2999" y="430"/>
                  </a:cubicBezTo>
                  <a:cubicBezTo>
                    <a:pt x="2676" y="143"/>
                    <a:pt x="2272" y="1"/>
                    <a:pt x="1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2"/>
            <p:cNvSpPr/>
            <p:nvPr/>
          </p:nvSpPr>
          <p:spPr>
            <a:xfrm>
              <a:off x="4195456" y="2561604"/>
              <a:ext cx="78653" cy="89113"/>
            </a:xfrm>
            <a:custGeom>
              <a:rect b="b" l="l" r="r" t="t"/>
              <a:pathLst>
                <a:path extrusionOk="0" h="3399" w="3000">
                  <a:moveTo>
                    <a:pt x="1504" y="720"/>
                  </a:moveTo>
                  <a:lnTo>
                    <a:pt x="1949" y="1803"/>
                  </a:lnTo>
                  <a:lnTo>
                    <a:pt x="1051" y="1803"/>
                  </a:lnTo>
                  <a:lnTo>
                    <a:pt x="1504" y="720"/>
                  </a:lnTo>
                  <a:close/>
                  <a:moveTo>
                    <a:pt x="1499" y="1"/>
                  </a:moveTo>
                  <a:cubicBezTo>
                    <a:pt x="1423" y="1"/>
                    <a:pt x="1348" y="43"/>
                    <a:pt x="1315" y="126"/>
                  </a:cubicBezTo>
                  <a:lnTo>
                    <a:pt x="1315" y="122"/>
                  </a:lnTo>
                  <a:lnTo>
                    <a:pt x="566" y="1926"/>
                  </a:lnTo>
                  <a:lnTo>
                    <a:pt x="66" y="3121"/>
                  </a:lnTo>
                  <a:cubicBezTo>
                    <a:pt x="1" y="3279"/>
                    <a:pt x="130" y="3398"/>
                    <a:pt x="258" y="3398"/>
                  </a:cubicBezTo>
                  <a:cubicBezTo>
                    <a:pt x="330" y="3398"/>
                    <a:pt x="401" y="3361"/>
                    <a:pt x="439" y="3273"/>
                  </a:cubicBezTo>
                  <a:lnTo>
                    <a:pt x="881" y="2205"/>
                  </a:lnTo>
                  <a:lnTo>
                    <a:pt x="2119" y="2205"/>
                  </a:lnTo>
                  <a:lnTo>
                    <a:pt x="2561" y="3273"/>
                  </a:lnTo>
                  <a:cubicBezTo>
                    <a:pt x="2599" y="3361"/>
                    <a:pt x="2670" y="3398"/>
                    <a:pt x="2742" y="3398"/>
                  </a:cubicBezTo>
                  <a:cubicBezTo>
                    <a:pt x="2870" y="3398"/>
                    <a:pt x="2999" y="3279"/>
                    <a:pt x="2934" y="3121"/>
                  </a:cubicBezTo>
                  <a:lnTo>
                    <a:pt x="2434" y="1926"/>
                  </a:lnTo>
                  <a:lnTo>
                    <a:pt x="1685" y="126"/>
                  </a:lnTo>
                  <a:cubicBezTo>
                    <a:pt x="1650" y="43"/>
                    <a:pt x="1574"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1" name="Google Shape;12651;p82"/>
          <p:cNvGrpSpPr/>
          <p:nvPr/>
        </p:nvGrpSpPr>
        <p:grpSpPr>
          <a:xfrm>
            <a:off x="2241439" y="2900937"/>
            <a:ext cx="225811" cy="358262"/>
            <a:chOff x="2241439" y="2900937"/>
            <a:chExt cx="225811" cy="358262"/>
          </a:xfrm>
        </p:grpSpPr>
        <p:sp>
          <p:nvSpPr>
            <p:cNvPr id="12652" name="Google Shape;12652;p82"/>
            <p:cNvSpPr/>
            <p:nvPr/>
          </p:nvSpPr>
          <p:spPr>
            <a:xfrm>
              <a:off x="2352628" y="2967005"/>
              <a:ext cx="109301" cy="203710"/>
            </a:xfrm>
            <a:custGeom>
              <a:rect b="b" l="l" r="r" t="t"/>
              <a:pathLst>
                <a:path extrusionOk="0" h="7770" w="4169">
                  <a:moveTo>
                    <a:pt x="689" y="1"/>
                  </a:moveTo>
                  <a:lnTo>
                    <a:pt x="689" y="1967"/>
                  </a:lnTo>
                  <a:cubicBezTo>
                    <a:pt x="308" y="1967"/>
                    <a:pt x="0" y="2246"/>
                    <a:pt x="0" y="2587"/>
                  </a:cubicBezTo>
                  <a:lnTo>
                    <a:pt x="0" y="7280"/>
                  </a:lnTo>
                  <a:cubicBezTo>
                    <a:pt x="18" y="7556"/>
                    <a:pt x="247" y="7769"/>
                    <a:pt x="522" y="7769"/>
                  </a:cubicBezTo>
                  <a:cubicBezTo>
                    <a:pt x="797" y="7769"/>
                    <a:pt x="1025" y="7556"/>
                    <a:pt x="1043" y="7280"/>
                  </a:cubicBezTo>
                  <a:lnTo>
                    <a:pt x="1043" y="5538"/>
                  </a:lnTo>
                  <a:lnTo>
                    <a:pt x="4169" y="5538"/>
                  </a:lnTo>
                  <a:lnTo>
                    <a:pt x="4169" y="2587"/>
                  </a:lnTo>
                  <a:cubicBezTo>
                    <a:pt x="4169" y="2246"/>
                    <a:pt x="3861" y="1967"/>
                    <a:pt x="3484" y="1967"/>
                  </a:cubicBezTo>
                  <a:lnTo>
                    <a:pt x="348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2"/>
            <p:cNvSpPr/>
            <p:nvPr/>
          </p:nvSpPr>
          <p:spPr>
            <a:xfrm>
              <a:off x="2352628" y="3044767"/>
              <a:ext cx="72858" cy="56053"/>
            </a:xfrm>
            <a:custGeom>
              <a:rect b="b" l="l" r="r" t="t"/>
              <a:pathLst>
                <a:path extrusionOk="0" h="2138" w="2779">
                  <a:moveTo>
                    <a:pt x="497" y="1"/>
                  </a:moveTo>
                  <a:cubicBezTo>
                    <a:pt x="319" y="1"/>
                    <a:pt x="145" y="59"/>
                    <a:pt x="0" y="160"/>
                  </a:cubicBezTo>
                  <a:lnTo>
                    <a:pt x="0" y="1978"/>
                  </a:lnTo>
                  <a:cubicBezTo>
                    <a:pt x="145" y="2083"/>
                    <a:pt x="319" y="2138"/>
                    <a:pt x="497" y="2138"/>
                  </a:cubicBezTo>
                  <a:lnTo>
                    <a:pt x="2778" y="2138"/>
                  </a:lnTo>
                  <a:lnTo>
                    <a:pt x="2778" y="867"/>
                  </a:lnTo>
                  <a:cubicBezTo>
                    <a:pt x="2778" y="388"/>
                    <a:pt x="2391" y="5"/>
                    <a:pt x="191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2"/>
            <p:cNvSpPr/>
            <p:nvPr/>
          </p:nvSpPr>
          <p:spPr>
            <a:xfrm>
              <a:off x="2379972" y="3067890"/>
              <a:ext cx="81956" cy="44334"/>
            </a:xfrm>
            <a:custGeom>
              <a:rect b="b" l="l" r="r" t="t"/>
              <a:pathLst>
                <a:path extrusionOk="0" h="1691" w="3126">
                  <a:moveTo>
                    <a:pt x="519" y="0"/>
                  </a:moveTo>
                  <a:cubicBezTo>
                    <a:pt x="337" y="0"/>
                    <a:pt x="155" y="56"/>
                    <a:pt x="0" y="169"/>
                  </a:cubicBezTo>
                  <a:lnTo>
                    <a:pt x="0" y="1690"/>
                  </a:lnTo>
                  <a:lnTo>
                    <a:pt x="3126" y="1690"/>
                  </a:lnTo>
                  <a:lnTo>
                    <a:pt x="3126" y="484"/>
                  </a:lnTo>
                  <a:cubicBezTo>
                    <a:pt x="2985" y="387"/>
                    <a:pt x="2818" y="336"/>
                    <a:pt x="2648" y="336"/>
                  </a:cubicBezTo>
                  <a:lnTo>
                    <a:pt x="2565" y="336"/>
                  </a:lnTo>
                  <a:cubicBezTo>
                    <a:pt x="2449" y="336"/>
                    <a:pt x="2333" y="358"/>
                    <a:pt x="2228" y="405"/>
                  </a:cubicBezTo>
                  <a:cubicBezTo>
                    <a:pt x="2061" y="220"/>
                    <a:pt x="1826" y="115"/>
                    <a:pt x="1576" y="115"/>
                  </a:cubicBezTo>
                  <a:lnTo>
                    <a:pt x="1551" y="115"/>
                  </a:lnTo>
                  <a:cubicBezTo>
                    <a:pt x="1398" y="115"/>
                    <a:pt x="1246" y="155"/>
                    <a:pt x="1116" y="231"/>
                  </a:cubicBezTo>
                  <a:cubicBezTo>
                    <a:pt x="947" y="78"/>
                    <a:pt x="733" y="0"/>
                    <a:pt x="519"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2"/>
            <p:cNvSpPr/>
            <p:nvPr/>
          </p:nvSpPr>
          <p:spPr>
            <a:xfrm>
              <a:off x="2370665" y="2967110"/>
              <a:ext cx="73225" cy="42367"/>
            </a:xfrm>
            <a:custGeom>
              <a:rect b="b" l="l" r="r" t="t"/>
              <a:pathLst>
                <a:path extrusionOk="0" h="1616" w="2793">
                  <a:moveTo>
                    <a:pt x="1" y="0"/>
                  </a:moveTo>
                  <a:lnTo>
                    <a:pt x="1" y="1616"/>
                  </a:lnTo>
                  <a:lnTo>
                    <a:pt x="2793" y="1616"/>
                  </a:lnTo>
                  <a:lnTo>
                    <a:pt x="279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2"/>
            <p:cNvSpPr/>
            <p:nvPr/>
          </p:nvSpPr>
          <p:spPr>
            <a:xfrm>
              <a:off x="2358789" y="2906155"/>
              <a:ext cx="96979" cy="64600"/>
            </a:xfrm>
            <a:custGeom>
              <a:rect b="b" l="l" r="r" t="t"/>
              <a:pathLst>
                <a:path extrusionOk="0" h="2464" w="3699">
                  <a:moveTo>
                    <a:pt x="1" y="0"/>
                  </a:moveTo>
                  <a:lnTo>
                    <a:pt x="1" y="2463"/>
                  </a:lnTo>
                  <a:lnTo>
                    <a:pt x="3699" y="2463"/>
                  </a:lnTo>
                  <a:lnTo>
                    <a:pt x="36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2"/>
            <p:cNvSpPr/>
            <p:nvPr/>
          </p:nvSpPr>
          <p:spPr>
            <a:xfrm>
              <a:off x="2379972" y="3077538"/>
              <a:ext cx="27371" cy="57652"/>
            </a:xfrm>
            <a:custGeom>
              <a:rect b="b" l="l" r="r" t="t"/>
              <a:pathLst>
                <a:path extrusionOk="0" h="2199" w="1044">
                  <a:moveTo>
                    <a:pt x="522" y="0"/>
                  </a:moveTo>
                  <a:cubicBezTo>
                    <a:pt x="232" y="0"/>
                    <a:pt x="0" y="232"/>
                    <a:pt x="0" y="522"/>
                  </a:cubicBezTo>
                  <a:lnTo>
                    <a:pt x="0" y="1677"/>
                  </a:lnTo>
                  <a:cubicBezTo>
                    <a:pt x="0" y="1963"/>
                    <a:pt x="232" y="2199"/>
                    <a:pt x="522" y="2199"/>
                  </a:cubicBezTo>
                  <a:cubicBezTo>
                    <a:pt x="808" y="2199"/>
                    <a:pt x="1043" y="1963"/>
                    <a:pt x="1043" y="1677"/>
                  </a:cubicBezTo>
                  <a:lnTo>
                    <a:pt x="1043" y="522"/>
                  </a:lnTo>
                  <a:cubicBezTo>
                    <a:pt x="1043" y="232"/>
                    <a:pt x="808" y="0"/>
                    <a:pt x="5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2"/>
            <p:cNvSpPr/>
            <p:nvPr/>
          </p:nvSpPr>
          <p:spPr>
            <a:xfrm>
              <a:off x="2407317" y="3080475"/>
              <a:ext cx="27266" cy="54716"/>
            </a:xfrm>
            <a:custGeom>
              <a:rect b="b" l="l" r="r" t="t"/>
              <a:pathLst>
                <a:path extrusionOk="0" h="2087" w="1040">
                  <a:moveTo>
                    <a:pt x="508" y="1"/>
                  </a:moveTo>
                  <a:cubicBezTo>
                    <a:pt x="225" y="1"/>
                    <a:pt x="0" y="229"/>
                    <a:pt x="0" y="508"/>
                  </a:cubicBezTo>
                  <a:lnTo>
                    <a:pt x="0" y="1580"/>
                  </a:lnTo>
                  <a:cubicBezTo>
                    <a:pt x="0" y="1859"/>
                    <a:pt x="225" y="2087"/>
                    <a:pt x="508" y="2087"/>
                  </a:cubicBezTo>
                  <a:lnTo>
                    <a:pt x="533" y="2087"/>
                  </a:lnTo>
                  <a:cubicBezTo>
                    <a:pt x="815" y="2087"/>
                    <a:pt x="1040" y="1859"/>
                    <a:pt x="1040" y="1580"/>
                  </a:cubicBezTo>
                  <a:lnTo>
                    <a:pt x="1040" y="508"/>
                  </a:lnTo>
                  <a:cubicBezTo>
                    <a:pt x="1040" y="229"/>
                    <a:pt x="815" y="1"/>
                    <a:pt x="5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2"/>
            <p:cNvSpPr/>
            <p:nvPr/>
          </p:nvSpPr>
          <p:spPr>
            <a:xfrm>
              <a:off x="2434662" y="3086269"/>
              <a:ext cx="27266" cy="48922"/>
            </a:xfrm>
            <a:custGeom>
              <a:rect b="b" l="l" r="r" t="t"/>
              <a:pathLst>
                <a:path extrusionOk="0" h="1866" w="1040">
                  <a:moveTo>
                    <a:pt x="479" y="1"/>
                  </a:moveTo>
                  <a:cubicBezTo>
                    <a:pt x="214" y="1"/>
                    <a:pt x="1" y="214"/>
                    <a:pt x="1" y="482"/>
                  </a:cubicBezTo>
                  <a:lnTo>
                    <a:pt x="1" y="1388"/>
                  </a:lnTo>
                  <a:cubicBezTo>
                    <a:pt x="1" y="1652"/>
                    <a:pt x="214" y="1866"/>
                    <a:pt x="479" y="1866"/>
                  </a:cubicBezTo>
                  <a:lnTo>
                    <a:pt x="562" y="1866"/>
                  </a:lnTo>
                  <a:cubicBezTo>
                    <a:pt x="826" y="1866"/>
                    <a:pt x="1040" y="1652"/>
                    <a:pt x="1040" y="1388"/>
                  </a:cubicBezTo>
                  <a:lnTo>
                    <a:pt x="1040" y="482"/>
                  </a:lnTo>
                  <a:cubicBezTo>
                    <a:pt x="1040" y="214"/>
                    <a:pt x="826" y="1"/>
                    <a:pt x="56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2"/>
            <p:cNvSpPr/>
            <p:nvPr/>
          </p:nvSpPr>
          <p:spPr>
            <a:xfrm>
              <a:off x="2358789" y="2965485"/>
              <a:ext cx="96979" cy="27188"/>
            </a:xfrm>
            <a:custGeom>
              <a:rect b="b" l="l" r="r" t="t"/>
              <a:pathLst>
                <a:path extrusionOk="0" h="1037" w="3699">
                  <a:moveTo>
                    <a:pt x="1" y="1"/>
                  </a:moveTo>
                  <a:lnTo>
                    <a:pt x="1" y="1037"/>
                  </a:lnTo>
                  <a:lnTo>
                    <a:pt x="3699" y="1037"/>
                  </a:lnTo>
                  <a:lnTo>
                    <a:pt x="3699"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2"/>
            <p:cNvSpPr/>
            <p:nvPr/>
          </p:nvSpPr>
          <p:spPr>
            <a:xfrm>
              <a:off x="2352523" y="3054467"/>
              <a:ext cx="63263" cy="36757"/>
            </a:xfrm>
            <a:custGeom>
              <a:rect b="b" l="l" r="r" t="t"/>
              <a:pathLst>
                <a:path extrusionOk="0" h="1402" w="2413">
                  <a:moveTo>
                    <a:pt x="497" y="0"/>
                  </a:moveTo>
                  <a:cubicBezTo>
                    <a:pt x="225" y="0"/>
                    <a:pt x="4" y="221"/>
                    <a:pt x="1" y="497"/>
                  </a:cubicBezTo>
                  <a:lnTo>
                    <a:pt x="1" y="902"/>
                  </a:lnTo>
                  <a:cubicBezTo>
                    <a:pt x="4" y="1177"/>
                    <a:pt x="225" y="1398"/>
                    <a:pt x="497" y="1398"/>
                  </a:cubicBezTo>
                  <a:lnTo>
                    <a:pt x="2413" y="1402"/>
                  </a:lnTo>
                  <a:lnTo>
                    <a:pt x="2413" y="497"/>
                  </a:lnTo>
                  <a:cubicBezTo>
                    <a:pt x="2413" y="221"/>
                    <a:pt x="2192" y="0"/>
                    <a:pt x="191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2"/>
            <p:cNvSpPr/>
            <p:nvPr/>
          </p:nvSpPr>
          <p:spPr>
            <a:xfrm>
              <a:off x="2285878" y="3201836"/>
              <a:ext cx="162286" cy="52147"/>
            </a:xfrm>
            <a:custGeom>
              <a:rect b="b" l="l" r="r" t="t"/>
              <a:pathLst>
                <a:path extrusionOk="0" h="1989" w="6190">
                  <a:moveTo>
                    <a:pt x="927" y="0"/>
                  </a:moveTo>
                  <a:lnTo>
                    <a:pt x="0" y="1989"/>
                  </a:lnTo>
                  <a:lnTo>
                    <a:pt x="6190" y="1989"/>
                  </a:lnTo>
                  <a:lnTo>
                    <a:pt x="526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2"/>
            <p:cNvSpPr/>
            <p:nvPr/>
          </p:nvSpPr>
          <p:spPr>
            <a:xfrm>
              <a:off x="2310182" y="3187311"/>
              <a:ext cx="113679" cy="29075"/>
            </a:xfrm>
            <a:custGeom>
              <a:rect b="b" l="l" r="r" t="t"/>
              <a:pathLst>
                <a:path extrusionOk="0" h="1109" w="4336">
                  <a:moveTo>
                    <a:pt x="2170" y="0"/>
                  </a:moveTo>
                  <a:cubicBezTo>
                    <a:pt x="971" y="0"/>
                    <a:pt x="0" y="250"/>
                    <a:pt x="0" y="554"/>
                  </a:cubicBezTo>
                  <a:cubicBezTo>
                    <a:pt x="0" y="859"/>
                    <a:pt x="971" y="1108"/>
                    <a:pt x="2170" y="1108"/>
                  </a:cubicBezTo>
                  <a:cubicBezTo>
                    <a:pt x="3365" y="1108"/>
                    <a:pt x="4336" y="859"/>
                    <a:pt x="4336" y="554"/>
                  </a:cubicBezTo>
                  <a:cubicBezTo>
                    <a:pt x="4336" y="250"/>
                    <a:pt x="3365" y="0"/>
                    <a:pt x="217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2"/>
            <p:cNvSpPr/>
            <p:nvPr/>
          </p:nvSpPr>
          <p:spPr>
            <a:xfrm>
              <a:off x="2347305" y="2900937"/>
              <a:ext cx="119945" cy="275861"/>
            </a:xfrm>
            <a:custGeom>
              <a:rect b="b" l="l" r="r" t="t"/>
              <a:pathLst>
                <a:path extrusionOk="0" h="10522" w="4575">
                  <a:moveTo>
                    <a:pt x="3937" y="2662"/>
                  </a:moveTo>
                  <a:lnTo>
                    <a:pt x="3937" y="3299"/>
                  </a:lnTo>
                  <a:lnTo>
                    <a:pt x="642" y="3299"/>
                  </a:lnTo>
                  <a:lnTo>
                    <a:pt x="642" y="2662"/>
                  </a:lnTo>
                  <a:close/>
                  <a:moveTo>
                    <a:pt x="2119" y="6056"/>
                  </a:moveTo>
                  <a:cubicBezTo>
                    <a:pt x="2282" y="6056"/>
                    <a:pt x="2413" y="6190"/>
                    <a:pt x="2413" y="6353"/>
                  </a:cubicBezTo>
                  <a:lnTo>
                    <a:pt x="2413" y="7055"/>
                  </a:lnTo>
                  <a:lnTo>
                    <a:pt x="700" y="7055"/>
                  </a:lnTo>
                  <a:cubicBezTo>
                    <a:pt x="537" y="7055"/>
                    <a:pt x="403" y="6925"/>
                    <a:pt x="403" y="6762"/>
                  </a:cubicBezTo>
                  <a:lnTo>
                    <a:pt x="403" y="6353"/>
                  </a:lnTo>
                  <a:cubicBezTo>
                    <a:pt x="403" y="6190"/>
                    <a:pt x="537" y="6056"/>
                    <a:pt x="700" y="6056"/>
                  </a:cubicBezTo>
                  <a:close/>
                  <a:moveTo>
                    <a:pt x="2087" y="7457"/>
                  </a:moveTo>
                  <a:lnTo>
                    <a:pt x="2087" y="8413"/>
                  </a:lnTo>
                  <a:cubicBezTo>
                    <a:pt x="2087" y="8591"/>
                    <a:pt x="1945" y="8736"/>
                    <a:pt x="1768" y="8736"/>
                  </a:cubicBezTo>
                  <a:cubicBezTo>
                    <a:pt x="1590" y="8736"/>
                    <a:pt x="1446" y="8591"/>
                    <a:pt x="1446" y="8413"/>
                  </a:cubicBezTo>
                  <a:lnTo>
                    <a:pt x="1446" y="7457"/>
                  </a:lnTo>
                  <a:close/>
                  <a:moveTo>
                    <a:pt x="2822" y="7052"/>
                  </a:moveTo>
                  <a:cubicBezTo>
                    <a:pt x="2992" y="7052"/>
                    <a:pt x="3130" y="7189"/>
                    <a:pt x="3130" y="7359"/>
                  </a:cubicBezTo>
                  <a:lnTo>
                    <a:pt x="3130" y="8428"/>
                  </a:lnTo>
                  <a:cubicBezTo>
                    <a:pt x="3130" y="8598"/>
                    <a:pt x="2992" y="8736"/>
                    <a:pt x="2822" y="8736"/>
                  </a:cubicBezTo>
                  <a:lnTo>
                    <a:pt x="2793" y="8736"/>
                  </a:lnTo>
                  <a:cubicBezTo>
                    <a:pt x="2623" y="8736"/>
                    <a:pt x="2485" y="8598"/>
                    <a:pt x="2485" y="8428"/>
                  </a:cubicBezTo>
                  <a:lnTo>
                    <a:pt x="2489" y="8413"/>
                  </a:lnTo>
                  <a:lnTo>
                    <a:pt x="2489" y="7457"/>
                  </a:lnTo>
                  <a:lnTo>
                    <a:pt x="2612" y="7457"/>
                  </a:lnTo>
                  <a:cubicBezTo>
                    <a:pt x="2724" y="7457"/>
                    <a:pt x="2811" y="7367"/>
                    <a:pt x="2811" y="7258"/>
                  </a:cubicBezTo>
                  <a:lnTo>
                    <a:pt x="2811" y="7052"/>
                  </a:lnTo>
                  <a:close/>
                  <a:moveTo>
                    <a:pt x="3894" y="7272"/>
                  </a:moveTo>
                  <a:cubicBezTo>
                    <a:pt x="4046" y="7272"/>
                    <a:pt x="4173" y="7396"/>
                    <a:pt x="4173" y="7551"/>
                  </a:cubicBezTo>
                  <a:lnTo>
                    <a:pt x="4173" y="8457"/>
                  </a:lnTo>
                  <a:cubicBezTo>
                    <a:pt x="4173" y="8609"/>
                    <a:pt x="4046" y="8736"/>
                    <a:pt x="3894" y="8736"/>
                  </a:cubicBezTo>
                  <a:lnTo>
                    <a:pt x="3811" y="8736"/>
                  </a:lnTo>
                  <a:cubicBezTo>
                    <a:pt x="3655" y="8736"/>
                    <a:pt x="3532" y="8609"/>
                    <a:pt x="3532" y="8457"/>
                  </a:cubicBezTo>
                  <a:lnTo>
                    <a:pt x="3532" y="7551"/>
                  </a:lnTo>
                  <a:cubicBezTo>
                    <a:pt x="3532" y="7396"/>
                    <a:pt x="3655" y="7272"/>
                    <a:pt x="3811" y="7272"/>
                  </a:cubicBezTo>
                  <a:close/>
                  <a:moveTo>
                    <a:pt x="403" y="7392"/>
                  </a:moveTo>
                  <a:cubicBezTo>
                    <a:pt x="497" y="7435"/>
                    <a:pt x="598" y="7457"/>
                    <a:pt x="700" y="7457"/>
                  </a:cubicBezTo>
                  <a:lnTo>
                    <a:pt x="1044" y="7457"/>
                  </a:lnTo>
                  <a:lnTo>
                    <a:pt x="1044" y="9800"/>
                  </a:lnTo>
                  <a:cubicBezTo>
                    <a:pt x="1044" y="9974"/>
                    <a:pt x="902" y="10119"/>
                    <a:pt x="725" y="10119"/>
                  </a:cubicBezTo>
                  <a:cubicBezTo>
                    <a:pt x="547" y="10119"/>
                    <a:pt x="403" y="9974"/>
                    <a:pt x="403" y="9800"/>
                  </a:cubicBezTo>
                  <a:lnTo>
                    <a:pt x="403" y="7392"/>
                  </a:lnTo>
                  <a:close/>
                  <a:moveTo>
                    <a:pt x="439" y="0"/>
                  </a:moveTo>
                  <a:cubicBezTo>
                    <a:pt x="327" y="0"/>
                    <a:pt x="240" y="87"/>
                    <a:pt x="240" y="199"/>
                  </a:cubicBezTo>
                  <a:lnTo>
                    <a:pt x="240" y="931"/>
                  </a:lnTo>
                  <a:cubicBezTo>
                    <a:pt x="240" y="1063"/>
                    <a:pt x="339" y="1129"/>
                    <a:pt x="439" y="1129"/>
                  </a:cubicBezTo>
                  <a:cubicBezTo>
                    <a:pt x="538" y="1129"/>
                    <a:pt x="638" y="1063"/>
                    <a:pt x="638" y="931"/>
                  </a:cubicBezTo>
                  <a:lnTo>
                    <a:pt x="638" y="398"/>
                  </a:lnTo>
                  <a:lnTo>
                    <a:pt x="3934" y="398"/>
                  </a:lnTo>
                  <a:lnTo>
                    <a:pt x="3934" y="2264"/>
                  </a:lnTo>
                  <a:lnTo>
                    <a:pt x="638" y="2264"/>
                  </a:lnTo>
                  <a:lnTo>
                    <a:pt x="638" y="1720"/>
                  </a:lnTo>
                  <a:cubicBezTo>
                    <a:pt x="638" y="1586"/>
                    <a:pt x="538" y="1519"/>
                    <a:pt x="439" y="1519"/>
                  </a:cubicBezTo>
                  <a:cubicBezTo>
                    <a:pt x="339" y="1519"/>
                    <a:pt x="240" y="1586"/>
                    <a:pt x="240" y="1720"/>
                  </a:cubicBezTo>
                  <a:lnTo>
                    <a:pt x="240" y="3499"/>
                  </a:lnTo>
                  <a:cubicBezTo>
                    <a:pt x="240" y="3611"/>
                    <a:pt x="327" y="3701"/>
                    <a:pt x="439" y="3701"/>
                  </a:cubicBezTo>
                  <a:lnTo>
                    <a:pt x="689" y="3701"/>
                  </a:lnTo>
                  <a:lnTo>
                    <a:pt x="689" y="4310"/>
                  </a:lnTo>
                  <a:cubicBezTo>
                    <a:pt x="294" y="4393"/>
                    <a:pt x="1" y="4719"/>
                    <a:pt x="1" y="5107"/>
                  </a:cubicBezTo>
                  <a:lnTo>
                    <a:pt x="1" y="9797"/>
                  </a:lnTo>
                  <a:cubicBezTo>
                    <a:pt x="1" y="10195"/>
                    <a:pt x="323" y="10521"/>
                    <a:pt x="725" y="10521"/>
                  </a:cubicBezTo>
                  <a:cubicBezTo>
                    <a:pt x="1123" y="10521"/>
                    <a:pt x="1446" y="10195"/>
                    <a:pt x="1446" y="9797"/>
                  </a:cubicBezTo>
                  <a:lnTo>
                    <a:pt x="1446" y="9062"/>
                  </a:lnTo>
                  <a:cubicBezTo>
                    <a:pt x="1546" y="9111"/>
                    <a:pt x="1655" y="9136"/>
                    <a:pt x="1764" y="9136"/>
                  </a:cubicBezTo>
                  <a:cubicBezTo>
                    <a:pt x="1955" y="9136"/>
                    <a:pt x="2144" y="9060"/>
                    <a:pt x="2282" y="8917"/>
                  </a:cubicBezTo>
                  <a:cubicBezTo>
                    <a:pt x="2416" y="9054"/>
                    <a:pt x="2601" y="9134"/>
                    <a:pt x="2797" y="9134"/>
                  </a:cubicBezTo>
                  <a:lnTo>
                    <a:pt x="2822" y="9134"/>
                  </a:lnTo>
                  <a:cubicBezTo>
                    <a:pt x="3010" y="9134"/>
                    <a:pt x="3188" y="9062"/>
                    <a:pt x="3322" y="8928"/>
                  </a:cubicBezTo>
                  <a:cubicBezTo>
                    <a:pt x="3448" y="9062"/>
                    <a:pt x="3626" y="9134"/>
                    <a:pt x="3807" y="9134"/>
                  </a:cubicBezTo>
                  <a:lnTo>
                    <a:pt x="3890" y="9134"/>
                  </a:lnTo>
                  <a:cubicBezTo>
                    <a:pt x="4267" y="9134"/>
                    <a:pt x="4571" y="8830"/>
                    <a:pt x="4571" y="8457"/>
                  </a:cubicBezTo>
                  <a:lnTo>
                    <a:pt x="4571" y="8058"/>
                  </a:lnTo>
                  <a:lnTo>
                    <a:pt x="4571" y="6382"/>
                  </a:lnTo>
                  <a:cubicBezTo>
                    <a:pt x="4571" y="6248"/>
                    <a:pt x="4471" y="6181"/>
                    <a:pt x="4370" y="6181"/>
                  </a:cubicBezTo>
                  <a:cubicBezTo>
                    <a:pt x="4270" y="6181"/>
                    <a:pt x="4169" y="6248"/>
                    <a:pt x="4169" y="6382"/>
                  </a:cubicBezTo>
                  <a:lnTo>
                    <a:pt x="4169" y="6932"/>
                  </a:lnTo>
                  <a:cubicBezTo>
                    <a:pt x="4082" y="6892"/>
                    <a:pt x="3988" y="6870"/>
                    <a:pt x="3890" y="6870"/>
                  </a:cubicBezTo>
                  <a:lnTo>
                    <a:pt x="3807" y="6870"/>
                  </a:lnTo>
                  <a:cubicBezTo>
                    <a:pt x="3669" y="6870"/>
                    <a:pt x="3535" y="6910"/>
                    <a:pt x="3423" y="6990"/>
                  </a:cubicBezTo>
                  <a:cubicBezTo>
                    <a:pt x="3296" y="6780"/>
                    <a:pt x="3068" y="6650"/>
                    <a:pt x="2822" y="6650"/>
                  </a:cubicBezTo>
                  <a:lnTo>
                    <a:pt x="2811" y="6650"/>
                  </a:lnTo>
                  <a:lnTo>
                    <a:pt x="2811" y="6353"/>
                  </a:lnTo>
                  <a:cubicBezTo>
                    <a:pt x="2811" y="5969"/>
                    <a:pt x="2500" y="5661"/>
                    <a:pt x="2119" y="5657"/>
                  </a:cubicBezTo>
                  <a:lnTo>
                    <a:pt x="700" y="5657"/>
                  </a:lnTo>
                  <a:cubicBezTo>
                    <a:pt x="598" y="5657"/>
                    <a:pt x="497" y="5679"/>
                    <a:pt x="403" y="5722"/>
                  </a:cubicBezTo>
                  <a:lnTo>
                    <a:pt x="403" y="5107"/>
                  </a:lnTo>
                  <a:cubicBezTo>
                    <a:pt x="403" y="4879"/>
                    <a:pt x="623" y="4690"/>
                    <a:pt x="892" y="4690"/>
                  </a:cubicBezTo>
                  <a:cubicBezTo>
                    <a:pt x="1000" y="4690"/>
                    <a:pt x="1091" y="4600"/>
                    <a:pt x="1091" y="4491"/>
                  </a:cubicBezTo>
                  <a:lnTo>
                    <a:pt x="1091" y="3701"/>
                  </a:lnTo>
                  <a:lnTo>
                    <a:pt x="3485" y="3701"/>
                  </a:lnTo>
                  <a:lnTo>
                    <a:pt x="3485" y="4491"/>
                  </a:lnTo>
                  <a:cubicBezTo>
                    <a:pt x="3485" y="4600"/>
                    <a:pt x="3575" y="4690"/>
                    <a:pt x="3687" y="4690"/>
                  </a:cubicBezTo>
                  <a:cubicBezTo>
                    <a:pt x="3955" y="4690"/>
                    <a:pt x="4173" y="4879"/>
                    <a:pt x="4173" y="5107"/>
                  </a:cubicBezTo>
                  <a:lnTo>
                    <a:pt x="4173" y="5596"/>
                  </a:lnTo>
                  <a:cubicBezTo>
                    <a:pt x="4173" y="5704"/>
                    <a:pt x="4263" y="5795"/>
                    <a:pt x="4372" y="5795"/>
                  </a:cubicBezTo>
                  <a:cubicBezTo>
                    <a:pt x="4484" y="5795"/>
                    <a:pt x="4575" y="5704"/>
                    <a:pt x="4575" y="5592"/>
                  </a:cubicBezTo>
                  <a:lnTo>
                    <a:pt x="4575" y="5107"/>
                  </a:lnTo>
                  <a:cubicBezTo>
                    <a:pt x="4575" y="4719"/>
                    <a:pt x="4278" y="4393"/>
                    <a:pt x="3887" y="4310"/>
                  </a:cubicBezTo>
                  <a:lnTo>
                    <a:pt x="3887" y="3701"/>
                  </a:lnTo>
                  <a:lnTo>
                    <a:pt x="4137" y="3701"/>
                  </a:lnTo>
                  <a:cubicBezTo>
                    <a:pt x="4245" y="3701"/>
                    <a:pt x="4336" y="3611"/>
                    <a:pt x="4336" y="3502"/>
                  </a:cubicBezTo>
                  <a:lnTo>
                    <a:pt x="4336" y="199"/>
                  </a:lnTo>
                  <a:cubicBezTo>
                    <a:pt x="4336" y="87"/>
                    <a:pt x="4245"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2"/>
            <p:cNvSpPr/>
            <p:nvPr/>
          </p:nvSpPr>
          <p:spPr>
            <a:xfrm>
              <a:off x="2279507" y="3182068"/>
              <a:ext cx="175028" cy="77132"/>
            </a:xfrm>
            <a:custGeom>
              <a:rect b="b" l="l" r="r" t="t"/>
              <a:pathLst>
                <a:path extrusionOk="0" h="2942" w="6676">
                  <a:moveTo>
                    <a:pt x="3337" y="400"/>
                  </a:moveTo>
                  <a:cubicBezTo>
                    <a:pt x="3801" y="400"/>
                    <a:pt x="4265" y="445"/>
                    <a:pt x="4723" y="533"/>
                  </a:cubicBezTo>
                  <a:cubicBezTo>
                    <a:pt x="5089" y="617"/>
                    <a:pt x="5245" y="707"/>
                    <a:pt x="5292" y="754"/>
                  </a:cubicBezTo>
                  <a:cubicBezTo>
                    <a:pt x="5245" y="801"/>
                    <a:pt x="5089" y="892"/>
                    <a:pt x="4723" y="975"/>
                  </a:cubicBezTo>
                  <a:cubicBezTo>
                    <a:pt x="4265" y="1064"/>
                    <a:pt x="3801" y="1108"/>
                    <a:pt x="3337" y="1108"/>
                  </a:cubicBezTo>
                  <a:cubicBezTo>
                    <a:pt x="2873" y="1108"/>
                    <a:pt x="2409" y="1064"/>
                    <a:pt x="1953" y="975"/>
                  </a:cubicBezTo>
                  <a:cubicBezTo>
                    <a:pt x="1587" y="892"/>
                    <a:pt x="1431" y="801"/>
                    <a:pt x="1384" y="754"/>
                  </a:cubicBezTo>
                  <a:cubicBezTo>
                    <a:pt x="1431" y="711"/>
                    <a:pt x="1587" y="617"/>
                    <a:pt x="1953" y="533"/>
                  </a:cubicBezTo>
                  <a:cubicBezTo>
                    <a:pt x="2409" y="445"/>
                    <a:pt x="2873" y="400"/>
                    <a:pt x="3337" y="400"/>
                  </a:cubicBezTo>
                  <a:close/>
                  <a:moveTo>
                    <a:pt x="3336" y="1"/>
                  </a:moveTo>
                  <a:cubicBezTo>
                    <a:pt x="3101" y="1"/>
                    <a:pt x="1073" y="19"/>
                    <a:pt x="975" y="700"/>
                  </a:cubicBezTo>
                  <a:lnTo>
                    <a:pt x="62" y="2656"/>
                  </a:lnTo>
                  <a:cubicBezTo>
                    <a:pt x="1" y="2790"/>
                    <a:pt x="95" y="2942"/>
                    <a:pt x="243" y="2942"/>
                  </a:cubicBezTo>
                  <a:lnTo>
                    <a:pt x="3304" y="2942"/>
                  </a:lnTo>
                  <a:cubicBezTo>
                    <a:pt x="3568" y="2942"/>
                    <a:pt x="3568" y="2543"/>
                    <a:pt x="3304" y="2543"/>
                  </a:cubicBezTo>
                  <a:lnTo>
                    <a:pt x="558" y="2543"/>
                  </a:lnTo>
                  <a:lnTo>
                    <a:pt x="1218" y="1131"/>
                  </a:lnTo>
                  <a:cubicBezTo>
                    <a:pt x="1783" y="1497"/>
                    <a:pt x="3148" y="1508"/>
                    <a:pt x="3340" y="1508"/>
                  </a:cubicBezTo>
                  <a:cubicBezTo>
                    <a:pt x="3528" y="1508"/>
                    <a:pt x="4894" y="1497"/>
                    <a:pt x="5459" y="1131"/>
                  </a:cubicBezTo>
                  <a:lnTo>
                    <a:pt x="6118" y="2543"/>
                  </a:lnTo>
                  <a:lnTo>
                    <a:pt x="4093" y="2543"/>
                  </a:lnTo>
                  <a:cubicBezTo>
                    <a:pt x="3825" y="2543"/>
                    <a:pt x="3825" y="2942"/>
                    <a:pt x="4093" y="2942"/>
                  </a:cubicBezTo>
                  <a:lnTo>
                    <a:pt x="6433" y="2942"/>
                  </a:lnTo>
                  <a:cubicBezTo>
                    <a:pt x="6581" y="2942"/>
                    <a:pt x="6675" y="2790"/>
                    <a:pt x="6614" y="2656"/>
                  </a:cubicBezTo>
                  <a:lnTo>
                    <a:pt x="5701" y="700"/>
                  </a:lnTo>
                  <a:cubicBezTo>
                    <a:pt x="5600" y="23"/>
                    <a:pt x="3572" y="1"/>
                    <a:pt x="3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2"/>
            <p:cNvSpPr/>
            <p:nvPr/>
          </p:nvSpPr>
          <p:spPr>
            <a:xfrm>
              <a:off x="2325860" y="3120588"/>
              <a:ext cx="10566" cy="56105"/>
            </a:xfrm>
            <a:custGeom>
              <a:rect b="b" l="l" r="r" t="t"/>
              <a:pathLst>
                <a:path extrusionOk="0" h="2140" w="403">
                  <a:moveTo>
                    <a:pt x="201" y="1"/>
                  </a:moveTo>
                  <a:cubicBezTo>
                    <a:pt x="101" y="1"/>
                    <a:pt x="0" y="68"/>
                    <a:pt x="0" y="202"/>
                  </a:cubicBezTo>
                  <a:lnTo>
                    <a:pt x="0" y="1944"/>
                  </a:lnTo>
                  <a:cubicBezTo>
                    <a:pt x="0" y="2053"/>
                    <a:pt x="91" y="2140"/>
                    <a:pt x="199" y="2140"/>
                  </a:cubicBezTo>
                  <a:cubicBezTo>
                    <a:pt x="312" y="2140"/>
                    <a:pt x="402" y="2053"/>
                    <a:pt x="402" y="1940"/>
                  </a:cubicBezTo>
                  <a:lnTo>
                    <a:pt x="402" y="202"/>
                  </a:lnTo>
                  <a:cubicBezTo>
                    <a:pt x="402" y="6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2"/>
            <p:cNvSpPr/>
            <p:nvPr/>
          </p:nvSpPr>
          <p:spPr>
            <a:xfrm>
              <a:off x="2270331" y="3139438"/>
              <a:ext cx="47296" cy="42918"/>
            </a:xfrm>
            <a:custGeom>
              <a:rect b="b" l="l" r="r" t="t"/>
              <a:pathLst>
                <a:path extrusionOk="0" h="1637" w="1804">
                  <a:moveTo>
                    <a:pt x="291" y="1"/>
                  </a:moveTo>
                  <a:cubicBezTo>
                    <a:pt x="134" y="1"/>
                    <a:pt x="1" y="204"/>
                    <a:pt x="148" y="348"/>
                  </a:cubicBezTo>
                  <a:lnTo>
                    <a:pt x="1379" y="1576"/>
                  </a:lnTo>
                  <a:cubicBezTo>
                    <a:pt x="1423" y="1619"/>
                    <a:pt x="1471" y="1637"/>
                    <a:pt x="1517" y="1637"/>
                  </a:cubicBezTo>
                  <a:cubicBezTo>
                    <a:pt x="1672" y="1637"/>
                    <a:pt x="1804" y="1439"/>
                    <a:pt x="1662" y="1294"/>
                  </a:cubicBezTo>
                  <a:lnTo>
                    <a:pt x="434"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2"/>
            <p:cNvSpPr/>
            <p:nvPr/>
          </p:nvSpPr>
          <p:spPr>
            <a:xfrm>
              <a:off x="2241439" y="3190431"/>
              <a:ext cx="57941" cy="10566"/>
            </a:xfrm>
            <a:custGeom>
              <a:rect b="b" l="l" r="r" t="t"/>
              <a:pathLst>
                <a:path extrusionOk="0" h="403" w="2210">
                  <a:moveTo>
                    <a:pt x="268" y="1"/>
                  </a:moveTo>
                  <a:cubicBezTo>
                    <a:pt x="0" y="1"/>
                    <a:pt x="0" y="403"/>
                    <a:pt x="268" y="403"/>
                  </a:cubicBezTo>
                  <a:lnTo>
                    <a:pt x="2007" y="403"/>
                  </a:lnTo>
                  <a:cubicBezTo>
                    <a:pt x="2119" y="403"/>
                    <a:pt x="2210" y="312"/>
                    <a:pt x="2210" y="200"/>
                  </a:cubicBezTo>
                  <a:cubicBezTo>
                    <a:pt x="2210" y="91"/>
                    <a:pt x="2119" y="1"/>
                    <a:pt x="2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9" name="Google Shape;12669;p82"/>
          <p:cNvGrpSpPr/>
          <p:nvPr/>
        </p:nvGrpSpPr>
        <p:grpSpPr>
          <a:xfrm>
            <a:off x="3533936" y="3437138"/>
            <a:ext cx="361775" cy="246969"/>
            <a:chOff x="3533936" y="3437138"/>
            <a:chExt cx="361775" cy="246969"/>
          </a:xfrm>
        </p:grpSpPr>
        <p:sp>
          <p:nvSpPr>
            <p:cNvPr id="12670" name="Google Shape;12670;p82"/>
            <p:cNvSpPr/>
            <p:nvPr/>
          </p:nvSpPr>
          <p:spPr>
            <a:xfrm>
              <a:off x="3580839" y="3442538"/>
              <a:ext cx="118870" cy="225916"/>
            </a:xfrm>
            <a:custGeom>
              <a:rect b="b" l="l" r="r" t="t"/>
              <a:pathLst>
                <a:path extrusionOk="0" h="8617" w="4534">
                  <a:moveTo>
                    <a:pt x="1834" y="0"/>
                  </a:moveTo>
                  <a:cubicBezTo>
                    <a:pt x="1488" y="0"/>
                    <a:pt x="1199" y="269"/>
                    <a:pt x="1177" y="616"/>
                  </a:cubicBezTo>
                  <a:cubicBezTo>
                    <a:pt x="1040" y="436"/>
                    <a:pt x="850" y="356"/>
                    <a:pt x="661" y="356"/>
                  </a:cubicBezTo>
                  <a:cubicBezTo>
                    <a:pt x="327" y="356"/>
                    <a:pt x="0" y="610"/>
                    <a:pt x="0" y="1011"/>
                  </a:cubicBezTo>
                  <a:lnTo>
                    <a:pt x="0" y="8616"/>
                  </a:lnTo>
                  <a:lnTo>
                    <a:pt x="4531" y="8616"/>
                  </a:lnTo>
                  <a:lnTo>
                    <a:pt x="4531" y="1996"/>
                  </a:lnTo>
                  <a:cubicBezTo>
                    <a:pt x="4534" y="1685"/>
                    <a:pt x="4280" y="1479"/>
                    <a:pt x="4014" y="1479"/>
                  </a:cubicBezTo>
                  <a:cubicBezTo>
                    <a:pt x="3890" y="1479"/>
                    <a:pt x="3762" y="1525"/>
                    <a:pt x="3658" y="1626"/>
                  </a:cubicBezTo>
                  <a:lnTo>
                    <a:pt x="3658" y="1181"/>
                  </a:lnTo>
                  <a:cubicBezTo>
                    <a:pt x="3656" y="779"/>
                    <a:pt x="3329" y="525"/>
                    <a:pt x="2995" y="525"/>
                  </a:cubicBezTo>
                  <a:cubicBezTo>
                    <a:pt x="2809" y="525"/>
                    <a:pt x="2620" y="605"/>
                    <a:pt x="2485" y="783"/>
                  </a:cubicBezTo>
                  <a:lnTo>
                    <a:pt x="2485" y="649"/>
                  </a:lnTo>
                  <a:cubicBezTo>
                    <a:pt x="2481" y="297"/>
                    <a:pt x="2199" y="11"/>
                    <a:pt x="1847" y="0"/>
                  </a:cubicBezTo>
                  <a:cubicBezTo>
                    <a:pt x="1843" y="0"/>
                    <a:pt x="1838" y="0"/>
                    <a:pt x="183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2"/>
            <p:cNvSpPr/>
            <p:nvPr/>
          </p:nvSpPr>
          <p:spPr>
            <a:xfrm>
              <a:off x="3580918" y="3545757"/>
              <a:ext cx="76005" cy="122698"/>
            </a:xfrm>
            <a:custGeom>
              <a:rect b="b" l="l" r="r" t="t"/>
              <a:pathLst>
                <a:path extrusionOk="0" h="4680" w="2899">
                  <a:moveTo>
                    <a:pt x="1" y="0"/>
                  </a:moveTo>
                  <a:lnTo>
                    <a:pt x="1" y="4679"/>
                  </a:lnTo>
                  <a:lnTo>
                    <a:pt x="2898" y="4679"/>
                  </a:lnTo>
                  <a:lnTo>
                    <a:pt x="2898" y="2901"/>
                  </a:lnTo>
                  <a:cubicBezTo>
                    <a:pt x="2898" y="1300"/>
                    <a:pt x="1602" y="4"/>
                    <a:pt x="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2"/>
            <p:cNvSpPr/>
            <p:nvPr/>
          </p:nvSpPr>
          <p:spPr>
            <a:xfrm>
              <a:off x="3539625" y="3528584"/>
              <a:ext cx="87671" cy="139870"/>
            </a:xfrm>
            <a:custGeom>
              <a:rect b="b" l="l" r="r" t="t"/>
              <a:pathLst>
                <a:path extrusionOk="0" h="5335" w="3344">
                  <a:moveTo>
                    <a:pt x="661" y="0"/>
                  </a:moveTo>
                  <a:cubicBezTo>
                    <a:pt x="508" y="0"/>
                    <a:pt x="354" y="59"/>
                    <a:pt x="236" y="177"/>
                  </a:cubicBezTo>
                  <a:cubicBezTo>
                    <a:pt x="0" y="412"/>
                    <a:pt x="0" y="793"/>
                    <a:pt x="236" y="1028"/>
                  </a:cubicBezTo>
                  <a:lnTo>
                    <a:pt x="1576" y="2368"/>
                  </a:lnTo>
                  <a:lnTo>
                    <a:pt x="1576" y="5334"/>
                  </a:lnTo>
                  <a:lnTo>
                    <a:pt x="3343" y="5334"/>
                  </a:lnTo>
                  <a:lnTo>
                    <a:pt x="3343" y="3969"/>
                  </a:lnTo>
                  <a:cubicBezTo>
                    <a:pt x="3343" y="2966"/>
                    <a:pt x="2941" y="2006"/>
                    <a:pt x="2228" y="1300"/>
                  </a:cubicBezTo>
                  <a:lnTo>
                    <a:pt x="1087" y="177"/>
                  </a:lnTo>
                  <a:cubicBezTo>
                    <a:pt x="969" y="59"/>
                    <a:pt x="815" y="0"/>
                    <a:pt x="66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2"/>
            <p:cNvSpPr/>
            <p:nvPr/>
          </p:nvSpPr>
          <p:spPr>
            <a:xfrm>
              <a:off x="3572292" y="3655503"/>
              <a:ext cx="135990" cy="23386"/>
            </a:xfrm>
            <a:custGeom>
              <a:rect b="b" l="l" r="r" t="t"/>
              <a:pathLst>
                <a:path extrusionOk="0" h="892" w="5187">
                  <a:moveTo>
                    <a:pt x="0" y="1"/>
                  </a:moveTo>
                  <a:lnTo>
                    <a:pt x="0" y="892"/>
                  </a:lnTo>
                  <a:lnTo>
                    <a:pt x="5187" y="892"/>
                  </a:lnTo>
                  <a:lnTo>
                    <a:pt x="5187"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2"/>
            <p:cNvSpPr/>
            <p:nvPr/>
          </p:nvSpPr>
          <p:spPr>
            <a:xfrm>
              <a:off x="3730488" y="3442538"/>
              <a:ext cx="118791" cy="225916"/>
            </a:xfrm>
            <a:custGeom>
              <a:rect b="b" l="l" r="r" t="t"/>
              <a:pathLst>
                <a:path extrusionOk="0" h="8617" w="4531">
                  <a:moveTo>
                    <a:pt x="2701" y="0"/>
                  </a:moveTo>
                  <a:cubicBezTo>
                    <a:pt x="2697" y="0"/>
                    <a:pt x="2692" y="0"/>
                    <a:pt x="2687" y="0"/>
                  </a:cubicBezTo>
                  <a:cubicBezTo>
                    <a:pt x="2336" y="11"/>
                    <a:pt x="2054" y="297"/>
                    <a:pt x="2050" y="649"/>
                  </a:cubicBezTo>
                  <a:lnTo>
                    <a:pt x="2050" y="783"/>
                  </a:lnTo>
                  <a:cubicBezTo>
                    <a:pt x="1914" y="605"/>
                    <a:pt x="1724" y="525"/>
                    <a:pt x="1537" y="525"/>
                  </a:cubicBezTo>
                  <a:cubicBezTo>
                    <a:pt x="1203" y="525"/>
                    <a:pt x="877" y="779"/>
                    <a:pt x="877" y="1181"/>
                  </a:cubicBezTo>
                  <a:lnTo>
                    <a:pt x="877" y="1626"/>
                  </a:lnTo>
                  <a:cubicBezTo>
                    <a:pt x="772" y="1525"/>
                    <a:pt x="645" y="1479"/>
                    <a:pt x="520" y="1479"/>
                  </a:cubicBezTo>
                  <a:cubicBezTo>
                    <a:pt x="255" y="1479"/>
                    <a:pt x="0" y="1685"/>
                    <a:pt x="0" y="1996"/>
                  </a:cubicBezTo>
                  <a:lnTo>
                    <a:pt x="0" y="8616"/>
                  </a:lnTo>
                  <a:lnTo>
                    <a:pt x="4531" y="8616"/>
                  </a:lnTo>
                  <a:lnTo>
                    <a:pt x="4531" y="1011"/>
                  </a:lnTo>
                  <a:cubicBezTo>
                    <a:pt x="4531" y="610"/>
                    <a:pt x="4206" y="356"/>
                    <a:pt x="3872" y="356"/>
                  </a:cubicBezTo>
                  <a:cubicBezTo>
                    <a:pt x="3685" y="356"/>
                    <a:pt x="3494" y="436"/>
                    <a:pt x="3357" y="616"/>
                  </a:cubicBezTo>
                  <a:cubicBezTo>
                    <a:pt x="3336" y="269"/>
                    <a:pt x="3046" y="0"/>
                    <a:pt x="270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2"/>
            <p:cNvSpPr/>
            <p:nvPr/>
          </p:nvSpPr>
          <p:spPr>
            <a:xfrm>
              <a:off x="3773302" y="3545757"/>
              <a:ext cx="75978" cy="122698"/>
            </a:xfrm>
            <a:custGeom>
              <a:rect b="b" l="l" r="r" t="t"/>
              <a:pathLst>
                <a:path extrusionOk="0" h="4680" w="2898">
                  <a:moveTo>
                    <a:pt x="2898" y="0"/>
                  </a:moveTo>
                  <a:cubicBezTo>
                    <a:pt x="1297" y="4"/>
                    <a:pt x="1" y="1300"/>
                    <a:pt x="1" y="2901"/>
                  </a:cubicBezTo>
                  <a:lnTo>
                    <a:pt x="1" y="4679"/>
                  </a:lnTo>
                  <a:lnTo>
                    <a:pt x="2898" y="4679"/>
                  </a:lnTo>
                  <a:lnTo>
                    <a:pt x="28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2"/>
            <p:cNvSpPr/>
            <p:nvPr/>
          </p:nvSpPr>
          <p:spPr>
            <a:xfrm>
              <a:off x="3802927" y="3528584"/>
              <a:ext cx="87671" cy="139870"/>
            </a:xfrm>
            <a:custGeom>
              <a:rect b="b" l="l" r="r" t="t"/>
              <a:pathLst>
                <a:path extrusionOk="0" h="5335" w="3344">
                  <a:moveTo>
                    <a:pt x="2682" y="0"/>
                  </a:moveTo>
                  <a:cubicBezTo>
                    <a:pt x="2528" y="0"/>
                    <a:pt x="2375" y="59"/>
                    <a:pt x="2257" y="177"/>
                  </a:cubicBezTo>
                  <a:lnTo>
                    <a:pt x="1116" y="1300"/>
                  </a:lnTo>
                  <a:cubicBezTo>
                    <a:pt x="403" y="2006"/>
                    <a:pt x="1" y="2966"/>
                    <a:pt x="1" y="3969"/>
                  </a:cubicBezTo>
                  <a:lnTo>
                    <a:pt x="1" y="5334"/>
                  </a:lnTo>
                  <a:lnTo>
                    <a:pt x="1768" y="5334"/>
                  </a:lnTo>
                  <a:lnTo>
                    <a:pt x="1768" y="2368"/>
                  </a:lnTo>
                  <a:lnTo>
                    <a:pt x="3108" y="1028"/>
                  </a:lnTo>
                  <a:cubicBezTo>
                    <a:pt x="3343" y="793"/>
                    <a:pt x="3343" y="412"/>
                    <a:pt x="3108" y="177"/>
                  </a:cubicBezTo>
                  <a:cubicBezTo>
                    <a:pt x="2990" y="59"/>
                    <a:pt x="2836" y="0"/>
                    <a:pt x="2682"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2"/>
            <p:cNvSpPr/>
            <p:nvPr/>
          </p:nvSpPr>
          <p:spPr>
            <a:xfrm>
              <a:off x="3721941" y="3655503"/>
              <a:ext cx="135990" cy="23386"/>
            </a:xfrm>
            <a:custGeom>
              <a:rect b="b" l="l" r="r" t="t"/>
              <a:pathLst>
                <a:path extrusionOk="0" h="892" w="5187">
                  <a:moveTo>
                    <a:pt x="0" y="1"/>
                  </a:moveTo>
                  <a:lnTo>
                    <a:pt x="0" y="892"/>
                  </a:lnTo>
                  <a:lnTo>
                    <a:pt x="5186" y="892"/>
                  </a:lnTo>
                  <a:lnTo>
                    <a:pt x="518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2"/>
            <p:cNvSpPr/>
            <p:nvPr/>
          </p:nvSpPr>
          <p:spPr>
            <a:xfrm>
              <a:off x="3533936" y="3437138"/>
              <a:ext cx="179669" cy="246969"/>
            </a:xfrm>
            <a:custGeom>
              <a:rect b="b" l="l" r="r" t="t"/>
              <a:pathLst>
                <a:path extrusionOk="0" h="9420" w="6853">
                  <a:moveTo>
                    <a:pt x="3616" y="387"/>
                  </a:moveTo>
                  <a:cubicBezTo>
                    <a:pt x="3620" y="387"/>
                    <a:pt x="3625" y="387"/>
                    <a:pt x="3629" y="387"/>
                  </a:cubicBezTo>
                  <a:cubicBezTo>
                    <a:pt x="3879" y="395"/>
                    <a:pt x="4075" y="605"/>
                    <a:pt x="4067" y="855"/>
                  </a:cubicBezTo>
                  <a:lnTo>
                    <a:pt x="4067" y="981"/>
                  </a:lnTo>
                  <a:lnTo>
                    <a:pt x="4067" y="985"/>
                  </a:lnTo>
                  <a:cubicBezTo>
                    <a:pt x="4067" y="1003"/>
                    <a:pt x="4071" y="1018"/>
                    <a:pt x="4075" y="1032"/>
                  </a:cubicBezTo>
                  <a:cubicBezTo>
                    <a:pt x="4096" y="1224"/>
                    <a:pt x="4082" y="2876"/>
                    <a:pt x="4067" y="3886"/>
                  </a:cubicBezTo>
                  <a:cubicBezTo>
                    <a:pt x="4067" y="3995"/>
                    <a:pt x="4154" y="4085"/>
                    <a:pt x="4267" y="4089"/>
                  </a:cubicBezTo>
                  <a:cubicBezTo>
                    <a:pt x="4379" y="4089"/>
                    <a:pt x="4466" y="4002"/>
                    <a:pt x="4469" y="3890"/>
                  </a:cubicBezTo>
                  <a:cubicBezTo>
                    <a:pt x="4469" y="3882"/>
                    <a:pt x="4477" y="3176"/>
                    <a:pt x="4484" y="2466"/>
                  </a:cubicBezTo>
                  <a:cubicBezTo>
                    <a:pt x="4487" y="1583"/>
                    <a:pt x="4484" y="1217"/>
                    <a:pt x="4477" y="1050"/>
                  </a:cubicBezTo>
                  <a:cubicBezTo>
                    <a:pt x="4567" y="963"/>
                    <a:pt x="4677" y="924"/>
                    <a:pt x="4785" y="924"/>
                  </a:cubicBezTo>
                  <a:cubicBezTo>
                    <a:pt x="5019" y="924"/>
                    <a:pt x="5243" y="1107"/>
                    <a:pt x="5241" y="1380"/>
                  </a:cubicBezTo>
                  <a:lnTo>
                    <a:pt x="5241" y="1829"/>
                  </a:lnTo>
                  <a:lnTo>
                    <a:pt x="5241" y="3886"/>
                  </a:lnTo>
                  <a:cubicBezTo>
                    <a:pt x="5241" y="4020"/>
                    <a:pt x="5341" y="4087"/>
                    <a:pt x="5442" y="4087"/>
                  </a:cubicBezTo>
                  <a:cubicBezTo>
                    <a:pt x="5542" y="4087"/>
                    <a:pt x="5643" y="4020"/>
                    <a:pt x="5643" y="3886"/>
                  </a:cubicBezTo>
                  <a:lnTo>
                    <a:pt x="5643" y="1923"/>
                  </a:lnTo>
                  <a:cubicBezTo>
                    <a:pt x="5690" y="1894"/>
                    <a:pt x="5744" y="1880"/>
                    <a:pt x="5802" y="1880"/>
                  </a:cubicBezTo>
                  <a:cubicBezTo>
                    <a:pt x="5976" y="1880"/>
                    <a:pt x="6117" y="2021"/>
                    <a:pt x="6117" y="2195"/>
                  </a:cubicBezTo>
                  <a:lnTo>
                    <a:pt x="6117" y="8127"/>
                  </a:lnTo>
                  <a:lnTo>
                    <a:pt x="3756" y="8127"/>
                  </a:lnTo>
                  <a:lnTo>
                    <a:pt x="3756" y="7453"/>
                  </a:lnTo>
                  <a:cubicBezTo>
                    <a:pt x="3756" y="7280"/>
                    <a:pt x="3745" y="7106"/>
                    <a:pt x="3723" y="6935"/>
                  </a:cubicBezTo>
                  <a:cubicBezTo>
                    <a:pt x="3707" y="6816"/>
                    <a:pt x="3617" y="6761"/>
                    <a:pt x="3527" y="6761"/>
                  </a:cubicBezTo>
                  <a:cubicBezTo>
                    <a:pt x="3417" y="6761"/>
                    <a:pt x="3307" y="6841"/>
                    <a:pt x="3325" y="6986"/>
                  </a:cubicBezTo>
                  <a:cubicBezTo>
                    <a:pt x="3347" y="7142"/>
                    <a:pt x="3358" y="7298"/>
                    <a:pt x="3358" y="7453"/>
                  </a:cubicBezTo>
                  <a:lnTo>
                    <a:pt x="3358" y="8127"/>
                  </a:lnTo>
                  <a:lnTo>
                    <a:pt x="1989" y="8127"/>
                  </a:lnTo>
                  <a:lnTo>
                    <a:pt x="1989" y="5853"/>
                  </a:lnTo>
                  <a:cubicBezTo>
                    <a:pt x="1989" y="5847"/>
                    <a:pt x="1989" y="5840"/>
                    <a:pt x="1989" y="5834"/>
                  </a:cubicBezTo>
                  <a:cubicBezTo>
                    <a:pt x="1985" y="5787"/>
                    <a:pt x="1963" y="5748"/>
                    <a:pt x="1931" y="5715"/>
                  </a:cubicBezTo>
                  <a:lnTo>
                    <a:pt x="594" y="4375"/>
                  </a:lnTo>
                  <a:cubicBezTo>
                    <a:pt x="428" y="4219"/>
                    <a:pt x="424" y="3958"/>
                    <a:pt x="583" y="3795"/>
                  </a:cubicBezTo>
                  <a:cubicBezTo>
                    <a:pt x="663" y="3718"/>
                    <a:pt x="766" y="3679"/>
                    <a:pt x="869" y="3679"/>
                  </a:cubicBezTo>
                  <a:cubicBezTo>
                    <a:pt x="976" y="3679"/>
                    <a:pt x="1083" y="3721"/>
                    <a:pt x="1163" y="3806"/>
                  </a:cubicBezTo>
                  <a:lnTo>
                    <a:pt x="1648" y="4284"/>
                  </a:lnTo>
                  <a:lnTo>
                    <a:pt x="2304" y="4933"/>
                  </a:lnTo>
                  <a:cubicBezTo>
                    <a:pt x="2677" y="5302"/>
                    <a:pt x="2963" y="5751"/>
                    <a:pt x="3144" y="6244"/>
                  </a:cubicBezTo>
                  <a:cubicBezTo>
                    <a:pt x="3180" y="6333"/>
                    <a:pt x="3253" y="6370"/>
                    <a:pt x="3325" y="6370"/>
                  </a:cubicBezTo>
                  <a:cubicBezTo>
                    <a:pt x="3448" y="6370"/>
                    <a:pt x="3571" y="6262"/>
                    <a:pt x="3520" y="6110"/>
                  </a:cubicBezTo>
                  <a:cubicBezTo>
                    <a:pt x="3321" y="5559"/>
                    <a:pt x="2999" y="5059"/>
                    <a:pt x="2582" y="4647"/>
                  </a:cubicBezTo>
                  <a:lnTo>
                    <a:pt x="1989" y="4060"/>
                  </a:lnTo>
                  <a:lnTo>
                    <a:pt x="1989" y="1217"/>
                  </a:lnTo>
                  <a:cubicBezTo>
                    <a:pt x="1986" y="942"/>
                    <a:pt x="2211" y="759"/>
                    <a:pt x="2445" y="759"/>
                  </a:cubicBezTo>
                  <a:cubicBezTo>
                    <a:pt x="2557" y="759"/>
                    <a:pt x="2671" y="801"/>
                    <a:pt x="2764" y="894"/>
                  </a:cubicBezTo>
                  <a:lnTo>
                    <a:pt x="2764" y="3893"/>
                  </a:lnTo>
                  <a:cubicBezTo>
                    <a:pt x="2764" y="4025"/>
                    <a:pt x="2863" y="4092"/>
                    <a:pt x="2963" y="4092"/>
                  </a:cubicBezTo>
                  <a:cubicBezTo>
                    <a:pt x="3062" y="4092"/>
                    <a:pt x="3162" y="4025"/>
                    <a:pt x="3162" y="3893"/>
                  </a:cubicBezTo>
                  <a:lnTo>
                    <a:pt x="3162" y="829"/>
                  </a:lnTo>
                  <a:cubicBezTo>
                    <a:pt x="3169" y="580"/>
                    <a:pt x="3372" y="387"/>
                    <a:pt x="3616" y="387"/>
                  </a:cubicBezTo>
                  <a:close/>
                  <a:moveTo>
                    <a:pt x="3619" y="1"/>
                  </a:moveTo>
                  <a:cubicBezTo>
                    <a:pt x="3321" y="1"/>
                    <a:pt x="3021" y="152"/>
                    <a:pt x="2861" y="467"/>
                  </a:cubicBezTo>
                  <a:cubicBezTo>
                    <a:pt x="2727" y="393"/>
                    <a:pt x="2585" y="359"/>
                    <a:pt x="2448" y="359"/>
                  </a:cubicBezTo>
                  <a:cubicBezTo>
                    <a:pt x="1999" y="359"/>
                    <a:pt x="1591" y="718"/>
                    <a:pt x="1594" y="1217"/>
                  </a:cubicBezTo>
                  <a:lnTo>
                    <a:pt x="1594" y="3665"/>
                  </a:lnTo>
                  <a:lnTo>
                    <a:pt x="1449" y="3520"/>
                  </a:lnTo>
                  <a:cubicBezTo>
                    <a:pt x="1292" y="3365"/>
                    <a:pt x="1087" y="3287"/>
                    <a:pt x="882" y="3287"/>
                  </a:cubicBezTo>
                  <a:cubicBezTo>
                    <a:pt x="676" y="3287"/>
                    <a:pt x="470" y="3366"/>
                    <a:pt x="312" y="3524"/>
                  </a:cubicBezTo>
                  <a:cubicBezTo>
                    <a:pt x="0" y="3835"/>
                    <a:pt x="0" y="4346"/>
                    <a:pt x="315" y="4657"/>
                  </a:cubicBezTo>
                  <a:lnTo>
                    <a:pt x="1594" y="5939"/>
                  </a:lnTo>
                  <a:lnTo>
                    <a:pt x="1594" y="8131"/>
                  </a:lnTo>
                  <a:lnTo>
                    <a:pt x="1467" y="8131"/>
                  </a:lnTo>
                  <a:cubicBezTo>
                    <a:pt x="1355" y="8131"/>
                    <a:pt x="1264" y="8221"/>
                    <a:pt x="1264" y="8330"/>
                  </a:cubicBezTo>
                  <a:lnTo>
                    <a:pt x="1264" y="9221"/>
                  </a:lnTo>
                  <a:cubicBezTo>
                    <a:pt x="1264" y="9329"/>
                    <a:pt x="1355" y="9420"/>
                    <a:pt x="1467" y="9420"/>
                  </a:cubicBezTo>
                  <a:lnTo>
                    <a:pt x="4784" y="9420"/>
                  </a:lnTo>
                  <a:cubicBezTo>
                    <a:pt x="5049" y="9420"/>
                    <a:pt x="5049" y="9022"/>
                    <a:pt x="4784" y="9022"/>
                  </a:cubicBezTo>
                  <a:lnTo>
                    <a:pt x="1666" y="9022"/>
                  </a:lnTo>
                  <a:lnTo>
                    <a:pt x="1666" y="8533"/>
                  </a:lnTo>
                  <a:lnTo>
                    <a:pt x="6450" y="8533"/>
                  </a:lnTo>
                  <a:lnTo>
                    <a:pt x="6450" y="9018"/>
                  </a:lnTo>
                  <a:lnTo>
                    <a:pt x="5570" y="9018"/>
                  </a:lnTo>
                  <a:cubicBezTo>
                    <a:pt x="5302" y="9018"/>
                    <a:pt x="5302" y="9420"/>
                    <a:pt x="5570" y="9420"/>
                  </a:cubicBezTo>
                  <a:lnTo>
                    <a:pt x="6653" y="9420"/>
                  </a:lnTo>
                  <a:cubicBezTo>
                    <a:pt x="6762" y="9420"/>
                    <a:pt x="6852" y="9329"/>
                    <a:pt x="6852" y="9217"/>
                  </a:cubicBezTo>
                  <a:lnTo>
                    <a:pt x="6852" y="8330"/>
                  </a:lnTo>
                  <a:cubicBezTo>
                    <a:pt x="6849" y="8218"/>
                    <a:pt x="6762" y="8131"/>
                    <a:pt x="6653" y="8131"/>
                  </a:cubicBezTo>
                  <a:lnTo>
                    <a:pt x="6523" y="8131"/>
                  </a:lnTo>
                  <a:lnTo>
                    <a:pt x="6523" y="2202"/>
                  </a:lnTo>
                  <a:cubicBezTo>
                    <a:pt x="6523" y="1798"/>
                    <a:pt x="6194" y="1484"/>
                    <a:pt x="5812" y="1484"/>
                  </a:cubicBezTo>
                  <a:cubicBezTo>
                    <a:pt x="5759" y="1484"/>
                    <a:pt x="5705" y="1490"/>
                    <a:pt x="5650" y="1503"/>
                  </a:cubicBezTo>
                  <a:lnTo>
                    <a:pt x="5650" y="1383"/>
                  </a:lnTo>
                  <a:cubicBezTo>
                    <a:pt x="5647" y="893"/>
                    <a:pt x="5244" y="529"/>
                    <a:pt x="4796" y="529"/>
                  </a:cubicBezTo>
                  <a:cubicBezTo>
                    <a:pt x="4678" y="529"/>
                    <a:pt x="4558" y="554"/>
                    <a:pt x="4440" y="608"/>
                  </a:cubicBezTo>
                  <a:cubicBezTo>
                    <a:pt x="4319" y="209"/>
                    <a:pt x="3970"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2"/>
            <p:cNvSpPr/>
            <p:nvPr/>
          </p:nvSpPr>
          <p:spPr>
            <a:xfrm>
              <a:off x="3778519" y="3507951"/>
              <a:ext cx="11142" cy="36495"/>
            </a:xfrm>
            <a:custGeom>
              <a:rect b="b" l="l" r="r" t="t"/>
              <a:pathLst>
                <a:path extrusionOk="0" h="1392" w="425">
                  <a:moveTo>
                    <a:pt x="213" y="0"/>
                  </a:moveTo>
                  <a:cubicBezTo>
                    <a:pt x="209" y="0"/>
                    <a:pt x="204" y="0"/>
                    <a:pt x="200" y="1"/>
                  </a:cubicBezTo>
                  <a:cubicBezTo>
                    <a:pt x="88" y="4"/>
                    <a:pt x="1" y="98"/>
                    <a:pt x="8" y="211"/>
                  </a:cubicBezTo>
                  <a:cubicBezTo>
                    <a:pt x="22" y="475"/>
                    <a:pt x="26" y="787"/>
                    <a:pt x="19" y="1189"/>
                  </a:cubicBezTo>
                  <a:cubicBezTo>
                    <a:pt x="15" y="1301"/>
                    <a:pt x="106" y="1391"/>
                    <a:pt x="214" y="1391"/>
                  </a:cubicBezTo>
                  <a:lnTo>
                    <a:pt x="218" y="1391"/>
                  </a:lnTo>
                  <a:cubicBezTo>
                    <a:pt x="327" y="1391"/>
                    <a:pt x="417" y="1304"/>
                    <a:pt x="421" y="1196"/>
                  </a:cubicBezTo>
                  <a:cubicBezTo>
                    <a:pt x="424" y="783"/>
                    <a:pt x="421" y="464"/>
                    <a:pt x="410" y="189"/>
                  </a:cubicBezTo>
                  <a:cubicBezTo>
                    <a:pt x="403" y="81"/>
                    <a:pt x="316"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2"/>
            <p:cNvSpPr/>
            <p:nvPr/>
          </p:nvSpPr>
          <p:spPr>
            <a:xfrm>
              <a:off x="3716698" y="3437164"/>
              <a:ext cx="179013" cy="246943"/>
            </a:xfrm>
            <a:custGeom>
              <a:rect b="b" l="l" r="r" t="t"/>
              <a:pathLst>
                <a:path extrusionOk="0" h="9419" w="6828">
                  <a:moveTo>
                    <a:pt x="5970" y="3686"/>
                  </a:moveTo>
                  <a:cubicBezTo>
                    <a:pt x="6073" y="3686"/>
                    <a:pt x="6176" y="3726"/>
                    <a:pt x="6256" y="3805"/>
                  </a:cubicBezTo>
                  <a:cubicBezTo>
                    <a:pt x="6411" y="3961"/>
                    <a:pt x="6411" y="4215"/>
                    <a:pt x="6256" y="4374"/>
                  </a:cubicBezTo>
                  <a:lnTo>
                    <a:pt x="4916" y="5714"/>
                  </a:lnTo>
                  <a:cubicBezTo>
                    <a:pt x="4879" y="5750"/>
                    <a:pt x="4858" y="5801"/>
                    <a:pt x="4858" y="5855"/>
                  </a:cubicBezTo>
                  <a:lnTo>
                    <a:pt x="4858" y="8130"/>
                  </a:lnTo>
                  <a:lnTo>
                    <a:pt x="3489" y="8130"/>
                  </a:lnTo>
                  <a:lnTo>
                    <a:pt x="3489" y="7452"/>
                  </a:lnTo>
                  <a:cubicBezTo>
                    <a:pt x="3492" y="6507"/>
                    <a:pt x="3869" y="5598"/>
                    <a:pt x="4546" y="4928"/>
                  </a:cubicBezTo>
                  <a:lnTo>
                    <a:pt x="5198" y="4283"/>
                  </a:lnTo>
                  <a:lnTo>
                    <a:pt x="5687" y="3805"/>
                  </a:lnTo>
                  <a:cubicBezTo>
                    <a:pt x="5765" y="3726"/>
                    <a:pt x="5867" y="3686"/>
                    <a:pt x="5970" y="3686"/>
                  </a:cubicBezTo>
                  <a:close/>
                  <a:moveTo>
                    <a:pt x="3237" y="393"/>
                  </a:moveTo>
                  <a:cubicBezTo>
                    <a:pt x="3478" y="393"/>
                    <a:pt x="3677" y="589"/>
                    <a:pt x="3684" y="832"/>
                  </a:cubicBezTo>
                  <a:lnTo>
                    <a:pt x="3684" y="3896"/>
                  </a:lnTo>
                  <a:cubicBezTo>
                    <a:pt x="3684" y="4028"/>
                    <a:pt x="3784" y="4094"/>
                    <a:pt x="3883" y="4094"/>
                  </a:cubicBezTo>
                  <a:cubicBezTo>
                    <a:pt x="3983" y="4094"/>
                    <a:pt x="4083" y="4028"/>
                    <a:pt x="4083" y="3896"/>
                  </a:cubicBezTo>
                  <a:lnTo>
                    <a:pt x="4083" y="897"/>
                  </a:lnTo>
                  <a:cubicBezTo>
                    <a:pt x="4175" y="805"/>
                    <a:pt x="4289" y="763"/>
                    <a:pt x="4400" y="763"/>
                  </a:cubicBezTo>
                  <a:cubicBezTo>
                    <a:pt x="4634" y="763"/>
                    <a:pt x="4858" y="945"/>
                    <a:pt x="4858" y="1219"/>
                  </a:cubicBezTo>
                  <a:lnTo>
                    <a:pt x="4858" y="4062"/>
                  </a:lnTo>
                  <a:lnTo>
                    <a:pt x="4264" y="4653"/>
                  </a:lnTo>
                  <a:cubicBezTo>
                    <a:pt x="3510" y="5395"/>
                    <a:pt x="3087" y="6406"/>
                    <a:pt x="3087" y="7460"/>
                  </a:cubicBezTo>
                  <a:lnTo>
                    <a:pt x="3087" y="8133"/>
                  </a:lnTo>
                  <a:lnTo>
                    <a:pt x="725" y="8133"/>
                  </a:lnTo>
                  <a:lnTo>
                    <a:pt x="725" y="2205"/>
                  </a:lnTo>
                  <a:lnTo>
                    <a:pt x="729" y="2201"/>
                  </a:lnTo>
                  <a:cubicBezTo>
                    <a:pt x="729" y="2027"/>
                    <a:pt x="870" y="1886"/>
                    <a:pt x="1044" y="1886"/>
                  </a:cubicBezTo>
                  <a:cubicBezTo>
                    <a:pt x="1102" y="1886"/>
                    <a:pt x="1156" y="1900"/>
                    <a:pt x="1203" y="1929"/>
                  </a:cubicBezTo>
                  <a:lnTo>
                    <a:pt x="1203" y="3892"/>
                  </a:lnTo>
                  <a:cubicBezTo>
                    <a:pt x="1203" y="4026"/>
                    <a:pt x="1304" y="4093"/>
                    <a:pt x="1404" y="4093"/>
                  </a:cubicBezTo>
                  <a:cubicBezTo>
                    <a:pt x="1505" y="4093"/>
                    <a:pt x="1605" y="4026"/>
                    <a:pt x="1605" y="3892"/>
                  </a:cubicBezTo>
                  <a:lnTo>
                    <a:pt x="1605" y="1831"/>
                  </a:lnTo>
                  <a:lnTo>
                    <a:pt x="1605" y="1386"/>
                  </a:lnTo>
                  <a:cubicBezTo>
                    <a:pt x="1603" y="1111"/>
                    <a:pt x="1826" y="930"/>
                    <a:pt x="2059" y="930"/>
                  </a:cubicBezTo>
                  <a:cubicBezTo>
                    <a:pt x="2171" y="930"/>
                    <a:pt x="2284" y="971"/>
                    <a:pt x="2377" y="1064"/>
                  </a:cubicBezTo>
                  <a:lnTo>
                    <a:pt x="2377" y="2161"/>
                  </a:lnTo>
                  <a:cubicBezTo>
                    <a:pt x="2377" y="2295"/>
                    <a:pt x="2477" y="2362"/>
                    <a:pt x="2578" y="2362"/>
                  </a:cubicBezTo>
                  <a:cubicBezTo>
                    <a:pt x="2678" y="2362"/>
                    <a:pt x="2779" y="2295"/>
                    <a:pt x="2779" y="2161"/>
                  </a:cubicBezTo>
                  <a:lnTo>
                    <a:pt x="2779" y="988"/>
                  </a:lnTo>
                  <a:lnTo>
                    <a:pt x="2779" y="857"/>
                  </a:lnTo>
                  <a:cubicBezTo>
                    <a:pt x="2772" y="607"/>
                    <a:pt x="2967" y="401"/>
                    <a:pt x="3217" y="394"/>
                  </a:cubicBezTo>
                  <a:cubicBezTo>
                    <a:pt x="3224" y="393"/>
                    <a:pt x="3230" y="393"/>
                    <a:pt x="3237" y="393"/>
                  </a:cubicBezTo>
                  <a:close/>
                  <a:moveTo>
                    <a:pt x="5187" y="8528"/>
                  </a:moveTo>
                  <a:lnTo>
                    <a:pt x="5187" y="9017"/>
                  </a:lnTo>
                  <a:lnTo>
                    <a:pt x="399" y="9017"/>
                  </a:lnTo>
                  <a:lnTo>
                    <a:pt x="399" y="8528"/>
                  </a:lnTo>
                  <a:close/>
                  <a:moveTo>
                    <a:pt x="3235" y="1"/>
                  </a:moveTo>
                  <a:cubicBezTo>
                    <a:pt x="2885" y="1"/>
                    <a:pt x="2534" y="210"/>
                    <a:pt x="2413" y="607"/>
                  </a:cubicBezTo>
                  <a:cubicBezTo>
                    <a:pt x="2296" y="554"/>
                    <a:pt x="2176" y="530"/>
                    <a:pt x="2059" y="530"/>
                  </a:cubicBezTo>
                  <a:cubicBezTo>
                    <a:pt x="1609" y="530"/>
                    <a:pt x="1203" y="892"/>
                    <a:pt x="1203" y="1386"/>
                  </a:cubicBezTo>
                  <a:lnTo>
                    <a:pt x="1203" y="1502"/>
                  </a:lnTo>
                  <a:cubicBezTo>
                    <a:pt x="1150" y="1490"/>
                    <a:pt x="1096" y="1484"/>
                    <a:pt x="1043" y="1484"/>
                  </a:cubicBezTo>
                  <a:cubicBezTo>
                    <a:pt x="659" y="1484"/>
                    <a:pt x="330" y="1796"/>
                    <a:pt x="327" y="2201"/>
                  </a:cubicBezTo>
                  <a:lnTo>
                    <a:pt x="327" y="8130"/>
                  </a:lnTo>
                  <a:lnTo>
                    <a:pt x="200" y="8130"/>
                  </a:lnTo>
                  <a:cubicBezTo>
                    <a:pt x="92" y="8130"/>
                    <a:pt x="1" y="8220"/>
                    <a:pt x="1" y="8332"/>
                  </a:cubicBezTo>
                  <a:lnTo>
                    <a:pt x="1" y="9220"/>
                  </a:lnTo>
                  <a:cubicBezTo>
                    <a:pt x="1" y="9332"/>
                    <a:pt x="92" y="9419"/>
                    <a:pt x="200" y="9419"/>
                  </a:cubicBezTo>
                  <a:lnTo>
                    <a:pt x="5386" y="9419"/>
                  </a:lnTo>
                  <a:cubicBezTo>
                    <a:pt x="5495" y="9419"/>
                    <a:pt x="5586" y="9332"/>
                    <a:pt x="5586" y="9220"/>
                  </a:cubicBezTo>
                  <a:lnTo>
                    <a:pt x="5586" y="8332"/>
                  </a:lnTo>
                  <a:cubicBezTo>
                    <a:pt x="5586" y="8220"/>
                    <a:pt x="5495" y="8130"/>
                    <a:pt x="5386" y="8130"/>
                  </a:cubicBezTo>
                  <a:lnTo>
                    <a:pt x="5256" y="8130"/>
                  </a:lnTo>
                  <a:lnTo>
                    <a:pt x="5256" y="5938"/>
                  </a:lnTo>
                  <a:lnTo>
                    <a:pt x="6538" y="4656"/>
                  </a:lnTo>
                  <a:cubicBezTo>
                    <a:pt x="6828" y="4341"/>
                    <a:pt x="6821" y="3852"/>
                    <a:pt x="6516" y="3548"/>
                  </a:cubicBezTo>
                  <a:cubicBezTo>
                    <a:pt x="6360" y="3391"/>
                    <a:pt x="6154" y="3313"/>
                    <a:pt x="5948" y="3313"/>
                  </a:cubicBezTo>
                  <a:cubicBezTo>
                    <a:pt x="5754" y="3313"/>
                    <a:pt x="5559" y="3382"/>
                    <a:pt x="5405" y="3523"/>
                  </a:cubicBezTo>
                  <a:lnTo>
                    <a:pt x="5260" y="3664"/>
                  </a:lnTo>
                  <a:lnTo>
                    <a:pt x="5260" y="1216"/>
                  </a:lnTo>
                  <a:cubicBezTo>
                    <a:pt x="5260" y="719"/>
                    <a:pt x="4851" y="360"/>
                    <a:pt x="4402" y="360"/>
                  </a:cubicBezTo>
                  <a:cubicBezTo>
                    <a:pt x="4266" y="360"/>
                    <a:pt x="4126" y="393"/>
                    <a:pt x="3992" y="466"/>
                  </a:cubicBezTo>
                  <a:cubicBezTo>
                    <a:pt x="3832" y="152"/>
                    <a:pt x="3534" y="1"/>
                    <a:pt x="3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1" name="Google Shape;12681;p82"/>
          <p:cNvGrpSpPr/>
          <p:nvPr/>
        </p:nvGrpSpPr>
        <p:grpSpPr>
          <a:xfrm>
            <a:off x="3531838" y="2005452"/>
            <a:ext cx="358288" cy="323209"/>
            <a:chOff x="3531838" y="2005452"/>
            <a:chExt cx="358288" cy="323209"/>
          </a:xfrm>
        </p:grpSpPr>
        <p:sp>
          <p:nvSpPr>
            <p:cNvPr id="12682" name="Google Shape;12682;p82"/>
            <p:cNvSpPr/>
            <p:nvPr/>
          </p:nvSpPr>
          <p:spPr>
            <a:xfrm>
              <a:off x="3536977" y="2113102"/>
              <a:ext cx="267392" cy="210055"/>
            </a:xfrm>
            <a:custGeom>
              <a:rect b="b" l="l" r="r" t="t"/>
              <a:pathLst>
                <a:path extrusionOk="0" h="8012" w="10199">
                  <a:moveTo>
                    <a:pt x="0" y="1"/>
                  </a:moveTo>
                  <a:lnTo>
                    <a:pt x="0" y="8012"/>
                  </a:lnTo>
                  <a:lnTo>
                    <a:pt x="10199" y="8012"/>
                  </a:lnTo>
                  <a:lnTo>
                    <a:pt x="10199" y="1334"/>
                  </a:lnTo>
                  <a:lnTo>
                    <a:pt x="4125" y="1334"/>
                  </a:lnTo>
                  <a:lnTo>
                    <a:pt x="27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2"/>
            <p:cNvSpPr/>
            <p:nvPr/>
          </p:nvSpPr>
          <p:spPr>
            <a:xfrm>
              <a:off x="3742811" y="2148049"/>
              <a:ext cx="61559" cy="49971"/>
            </a:xfrm>
            <a:custGeom>
              <a:rect b="b" l="l" r="r" t="t"/>
              <a:pathLst>
                <a:path extrusionOk="0" h="1906" w="2348">
                  <a:moveTo>
                    <a:pt x="425" y="1"/>
                  </a:moveTo>
                  <a:lnTo>
                    <a:pt x="84" y="341"/>
                  </a:lnTo>
                  <a:cubicBezTo>
                    <a:pt x="1" y="424"/>
                    <a:pt x="1" y="562"/>
                    <a:pt x="84" y="645"/>
                  </a:cubicBezTo>
                  <a:lnTo>
                    <a:pt x="747" y="1308"/>
                  </a:lnTo>
                  <a:cubicBezTo>
                    <a:pt x="789" y="1350"/>
                    <a:pt x="844" y="1370"/>
                    <a:pt x="899" y="1370"/>
                  </a:cubicBezTo>
                  <a:cubicBezTo>
                    <a:pt x="954" y="1370"/>
                    <a:pt x="1010" y="1350"/>
                    <a:pt x="1051" y="1308"/>
                  </a:cubicBezTo>
                  <a:lnTo>
                    <a:pt x="1482" y="877"/>
                  </a:lnTo>
                  <a:cubicBezTo>
                    <a:pt x="1642" y="964"/>
                    <a:pt x="1805" y="1033"/>
                    <a:pt x="1975" y="1080"/>
                  </a:cubicBezTo>
                  <a:lnTo>
                    <a:pt x="1975" y="1906"/>
                  </a:lnTo>
                  <a:lnTo>
                    <a:pt x="2348" y="1906"/>
                  </a:lnTo>
                  <a:lnTo>
                    <a:pt x="234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2"/>
            <p:cNvSpPr/>
            <p:nvPr/>
          </p:nvSpPr>
          <p:spPr>
            <a:xfrm>
              <a:off x="3536977" y="2215192"/>
              <a:ext cx="267392" cy="107964"/>
            </a:xfrm>
            <a:custGeom>
              <a:rect b="b" l="l" r="r" t="t"/>
              <a:pathLst>
                <a:path extrusionOk="0" h="4118" w="10199">
                  <a:moveTo>
                    <a:pt x="0" y="0"/>
                  </a:moveTo>
                  <a:lnTo>
                    <a:pt x="0" y="4118"/>
                  </a:lnTo>
                  <a:lnTo>
                    <a:pt x="10199" y="4118"/>
                  </a:lnTo>
                  <a:lnTo>
                    <a:pt x="1019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2"/>
            <p:cNvSpPr/>
            <p:nvPr/>
          </p:nvSpPr>
          <p:spPr>
            <a:xfrm>
              <a:off x="3536977" y="2113102"/>
              <a:ext cx="108173" cy="40375"/>
            </a:xfrm>
            <a:custGeom>
              <a:rect b="b" l="l" r="r" t="t"/>
              <a:pathLst>
                <a:path extrusionOk="0" h="1540" w="4126">
                  <a:moveTo>
                    <a:pt x="0" y="1"/>
                  </a:moveTo>
                  <a:lnTo>
                    <a:pt x="0" y="1540"/>
                  </a:lnTo>
                  <a:lnTo>
                    <a:pt x="4125" y="1540"/>
                  </a:lnTo>
                  <a:lnTo>
                    <a:pt x="4125" y="1334"/>
                  </a:lnTo>
                  <a:lnTo>
                    <a:pt x="279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2"/>
            <p:cNvSpPr/>
            <p:nvPr/>
          </p:nvSpPr>
          <p:spPr>
            <a:xfrm>
              <a:off x="3536977" y="2201507"/>
              <a:ext cx="290569" cy="121649"/>
            </a:xfrm>
            <a:custGeom>
              <a:rect b="b" l="l" r="r" t="t"/>
              <a:pathLst>
                <a:path extrusionOk="0" h="4640" w="11083">
                  <a:moveTo>
                    <a:pt x="887" y="1"/>
                  </a:moveTo>
                  <a:lnTo>
                    <a:pt x="159" y="3818"/>
                  </a:lnTo>
                  <a:lnTo>
                    <a:pt x="0" y="4640"/>
                  </a:lnTo>
                  <a:lnTo>
                    <a:pt x="10199" y="4640"/>
                  </a:lnTo>
                  <a:lnTo>
                    <a:pt x="10355" y="3818"/>
                  </a:lnTo>
                  <a:lnTo>
                    <a:pt x="11083"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2"/>
            <p:cNvSpPr/>
            <p:nvPr/>
          </p:nvSpPr>
          <p:spPr>
            <a:xfrm>
              <a:off x="3536977" y="2301579"/>
              <a:ext cx="271482" cy="21577"/>
            </a:xfrm>
            <a:custGeom>
              <a:rect b="b" l="l" r="r" t="t"/>
              <a:pathLst>
                <a:path extrusionOk="0" h="823" w="10355">
                  <a:moveTo>
                    <a:pt x="159" y="1"/>
                  </a:moveTo>
                  <a:lnTo>
                    <a:pt x="0" y="823"/>
                  </a:lnTo>
                  <a:lnTo>
                    <a:pt x="10199" y="823"/>
                  </a:lnTo>
                  <a:lnTo>
                    <a:pt x="1035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2"/>
            <p:cNvSpPr/>
            <p:nvPr/>
          </p:nvSpPr>
          <p:spPr>
            <a:xfrm>
              <a:off x="3740163" y="2042550"/>
              <a:ext cx="144747" cy="144747"/>
            </a:xfrm>
            <a:custGeom>
              <a:rect b="b" l="l" r="r" t="t"/>
              <a:pathLst>
                <a:path extrusionOk="0" h="5521" w="5521">
                  <a:moveTo>
                    <a:pt x="2753" y="1576"/>
                  </a:moveTo>
                  <a:cubicBezTo>
                    <a:pt x="3358" y="1576"/>
                    <a:pt x="3937" y="2045"/>
                    <a:pt x="3937" y="2753"/>
                  </a:cubicBezTo>
                  <a:cubicBezTo>
                    <a:pt x="3937" y="3403"/>
                    <a:pt x="3416" y="3930"/>
                    <a:pt x="2767" y="3930"/>
                  </a:cubicBezTo>
                  <a:cubicBezTo>
                    <a:pt x="2765" y="3930"/>
                    <a:pt x="2763" y="3930"/>
                    <a:pt x="2760" y="3930"/>
                  </a:cubicBezTo>
                  <a:cubicBezTo>
                    <a:pt x="1710" y="3930"/>
                    <a:pt x="1185" y="2663"/>
                    <a:pt x="1927" y="1924"/>
                  </a:cubicBezTo>
                  <a:cubicBezTo>
                    <a:pt x="2168" y="1684"/>
                    <a:pt x="2463" y="1576"/>
                    <a:pt x="2753" y="1576"/>
                  </a:cubicBezTo>
                  <a:close/>
                  <a:moveTo>
                    <a:pt x="2489" y="1"/>
                  </a:moveTo>
                  <a:lnTo>
                    <a:pt x="2489" y="743"/>
                  </a:lnTo>
                  <a:lnTo>
                    <a:pt x="2492" y="743"/>
                  </a:lnTo>
                  <a:cubicBezTo>
                    <a:pt x="2141" y="790"/>
                    <a:pt x="1804" y="928"/>
                    <a:pt x="1522" y="1145"/>
                  </a:cubicBezTo>
                  <a:lnTo>
                    <a:pt x="1525" y="1142"/>
                  </a:lnTo>
                  <a:lnTo>
                    <a:pt x="1000" y="616"/>
                  </a:lnTo>
                  <a:lnTo>
                    <a:pt x="616" y="997"/>
                  </a:lnTo>
                  <a:lnTo>
                    <a:pt x="1145" y="1526"/>
                  </a:lnTo>
                  <a:lnTo>
                    <a:pt x="1149" y="1522"/>
                  </a:lnTo>
                  <a:lnTo>
                    <a:pt x="1149" y="1522"/>
                  </a:lnTo>
                  <a:cubicBezTo>
                    <a:pt x="931" y="1804"/>
                    <a:pt x="790" y="2138"/>
                    <a:pt x="747" y="2493"/>
                  </a:cubicBezTo>
                  <a:lnTo>
                    <a:pt x="747" y="2489"/>
                  </a:lnTo>
                  <a:lnTo>
                    <a:pt x="1" y="2489"/>
                  </a:lnTo>
                  <a:lnTo>
                    <a:pt x="1" y="3025"/>
                  </a:lnTo>
                  <a:lnTo>
                    <a:pt x="747" y="3025"/>
                  </a:lnTo>
                  <a:cubicBezTo>
                    <a:pt x="790" y="3376"/>
                    <a:pt x="931" y="3709"/>
                    <a:pt x="1145" y="3992"/>
                  </a:cubicBezTo>
                  <a:lnTo>
                    <a:pt x="620" y="4521"/>
                  </a:lnTo>
                  <a:lnTo>
                    <a:pt x="1000" y="4901"/>
                  </a:lnTo>
                  <a:lnTo>
                    <a:pt x="1529" y="4372"/>
                  </a:lnTo>
                  <a:cubicBezTo>
                    <a:pt x="1808" y="4590"/>
                    <a:pt x="2145" y="4727"/>
                    <a:pt x="2496" y="4774"/>
                  </a:cubicBezTo>
                  <a:lnTo>
                    <a:pt x="2492" y="4774"/>
                  </a:lnTo>
                  <a:lnTo>
                    <a:pt x="2492" y="5520"/>
                  </a:lnTo>
                  <a:lnTo>
                    <a:pt x="3032" y="5520"/>
                  </a:lnTo>
                  <a:lnTo>
                    <a:pt x="3032" y="4771"/>
                  </a:lnTo>
                  <a:lnTo>
                    <a:pt x="3028" y="4771"/>
                  </a:lnTo>
                  <a:cubicBezTo>
                    <a:pt x="3383" y="4724"/>
                    <a:pt x="3716" y="4586"/>
                    <a:pt x="3999" y="4369"/>
                  </a:cubicBezTo>
                  <a:lnTo>
                    <a:pt x="4520" y="4897"/>
                  </a:lnTo>
                  <a:lnTo>
                    <a:pt x="4901" y="4517"/>
                  </a:lnTo>
                  <a:lnTo>
                    <a:pt x="4376" y="3992"/>
                  </a:lnTo>
                  <a:cubicBezTo>
                    <a:pt x="4589" y="3709"/>
                    <a:pt x="4731" y="3376"/>
                    <a:pt x="4774" y="3025"/>
                  </a:cubicBezTo>
                  <a:lnTo>
                    <a:pt x="5520" y="3025"/>
                  </a:lnTo>
                  <a:lnTo>
                    <a:pt x="5520" y="2489"/>
                  </a:lnTo>
                  <a:lnTo>
                    <a:pt x="4774" y="2489"/>
                  </a:lnTo>
                  <a:lnTo>
                    <a:pt x="4774" y="2493"/>
                  </a:lnTo>
                  <a:cubicBezTo>
                    <a:pt x="4727" y="2138"/>
                    <a:pt x="4589" y="1804"/>
                    <a:pt x="4372" y="1522"/>
                  </a:cubicBezTo>
                  <a:lnTo>
                    <a:pt x="4372" y="1522"/>
                  </a:lnTo>
                  <a:lnTo>
                    <a:pt x="4376" y="1526"/>
                  </a:lnTo>
                  <a:lnTo>
                    <a:pt x="4901" y="997"/>
                  </a:lnTo>
                  <a:lnTo>
                    <a:pt x="4520" y="616"/>
                  </a:lnTo>
                  <a:lnTo>
                    <a:pt x="3992" y="1142"/>
                  </a:lnTo>
                  <a:lnTo>
                    <a:pt x="3995" y="1145"/>
                  </a:lnTo>
                  <a:cubicBezTo>
                    <a:pt x="3713" y="928"/>
                    <a:pt x="3376" y="790"/>
                    <a:pt x="3025" y="743"/>
                  </a:cubicBezTo>
                  <a:lnTo>
                    <a:pt x="3028" y="743"/>
                  </a:lnTo>
                  <a:lnTo>
                    <a:pt x="3028"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2"/>
            <p:cNvSpPr/>
            <p:nvPr/>
          </p:nvSpPr>
          <p:spPr>
            <a:xfrm>
              <a:off x="3669506" y="2005452"/>
              <a:ext cx="93675" cy="90057"/>
            </a:xfrm>
            <a:custGeom>
              <a:rect b="b" l="l" r="r" t="t"/>
              <a:pathLst>
                <a:path extrusionOk="0" h="3435" w="3573">
                  <a:moveTo>
                    <a:pt x="1787" y="844"/>
                  </a:moveTo>
                  <a:cubicBezTo>
                    <a:pt x="2565" y="844"/>
                    <a:pt x="2956" y="1782"/>
                    <a:pt x="2406" y="2336"/>
                  </a:cubicBezTo>
                  <a:cubicBezTo>
                    <a:pt x="2228" y="2514"/>
                    <a:pt x="2009" y="2593"/>
                    <a:pt x="1795" y="2593"/>
                  </a:cubicBezTo>
                  <a:cubicBezTo>
                    <a:pt x="1345" y="2593"/>
                    <a:pt x="914" y="2244"/>
                    <a:pt x="914" y="1716"/>
                  </a:cubicBezTo>
                  <a:cubicBezTo>
                    <a:pt x="914" y="1235"/>
                    <a:pt x="1305" y="844"/>
                    <a:pt x="1787" y="844"/>
                  </a:cubicBezTo>
                  <a:close/>
                  <a:moveTo>
                    <a:pt x="1787" y="1"/>
                  </a:moveTo>
                  <a:cubicBezTo>
                    <a:pt x="1687" y="1"/>
                    <a:pt x="1587" y="67"/>
                    <a:pt x="1587" y="199"/>
                  </a:cubicBezTo>
                  <a:lnTo>
                    <a:pt x="1587" y="460"/>
                  </a:lnTo>
                  <a:cubicBezTo>
                    <a:pt x="1388" y="492"/>
                    <a:pt x="1200" y="568"/>
                    <a:pt x="1040" y="688"/>
                  </a:cubicBezTo>
                  <a:lnTo>
                    <a:pt x="856" y="503"/>
                  </a:lnTo>
                  <a:cubicBezTo>
                    <a:pt x="812" y="458"/>
                    <a:pt x="762" y="440"/>
                    <a:pt x="715" y="440"/>
                  </a:cubicBezTo>
                  <a:cubicBezTo>
                    <a:pt x="560" y="440"/>
                    <a:pt x="425" y="641"/>
                    <a:pt x="570" y="786"/>
                  </a:cubicBezTo>
                  <a:lnTo>
                    <a:pt x="758" y="970"/>
                  </a:lnTo>
                  <a:cubicBezTo>
                    <a:pt x="638" y="1133"/>
                    <a:pt x="562" y="1322"/>
                    <a:pt x="530" y="1517"/>
                  </a:cubicBezTo>
                  <a:lnTo>
                    <a:pt x="269" y="1517"/>
                  </a:lnTo>
                  <a:cubicBezTo>
                    <a:pt x="1" y="1517"/>
                    <a:pt x="1" y="1919"/>
                    <a:pt x="269" y="1919"/>
                  </a:cubicBezTo>
                  <a:lnTo>
                    <a:pt x="269" y="1916"/>
                  </a:lnTo>
                  <a:lnTo>
                    <a:pt x="530" y="1916"/>
                  </a:lnTo>
                  <a:cubicBezTo>
                    <a:pt x="562" y="2115"/>
                    <a:pt x="638" y="2303"/>
                    <a:pt x="758" y="2466"/>
                  </a:cubicBezTo>
                  <a:lnTo>
                    <a:pt x="570" y="2651"/>
                  </a:lnTo>
                  <a:cubicBezTo>
                    <a:pt x="425" y="2795"/>
                    <a:pt x="560" y="2995"/>
                    <a:pt x="716" y="2995"/>
                  </a:cubicBezTo>
                  <a:cubicBezTo>
                    <a:pt x="763" y="2995"/>
                    <a:pt x="812" y="2977"/>
                    <a:pt x="856" y="2933"/>
                  </a:cubicBezTo>
                  <a:lnTo>
                    <a:pt x="1040" y="2749"/>
                  </a:lnTo>
                  <a:cubicBezTo>
                    <a:pt x="1200" y="2864"/>
                    <a:pt x="1388" y="2944"/>
                    <a:pt x="1587" y="2973"/>
                  </a:cubicBezTo>
                  <a:lnTo>
                    <a:pt x="1587" y="3234"/>
                  </a:lnTo>
                  <a:cubicBezTo>
                    <a:pt x="1587" y="3368"/>
                    <a:pt x="1687" y="3435"/>
                    <a:pt x="1787" y="3435"/>
                  </a:cubicBezTo>
                  <a:cubicBezTo>
                    <a:pt x="1886" y="3435"/>
                    <a:pt x="1986" y="3368"/>
                    <a:pt x="1986" y="3234"/>
                  </a:cubicBezTo>
                  <a:lnTo>
                    <a:pt x="1986" y="2977"/>
                  </a:lnTo>
                  <a:cubicBezTo>
                    <a:pt x="2185" y="2944"/>
                    <a:pt x="2373" y="2868"/>
                    <a:pt x="2536" y="2749"/>
                  </a:cubicBezTo>
                  <a:lnTo>
                    <a:pt x="2721" y="2933"/>
                  </a:lnTo>
                  <a:cubicBezTo>
                    <a:pt x="2764" y="2976"/>
                    <a:pt x="2813" y="2994"/>
                    <a:pt x="2859" y="2994"/>
                  </a:cubicBezTo>
                  <a:cubicBezTo>
                    <a:pt x="3012" y="2994"/>
                    <a:pt x="3143" y="2796"/>
                    <a:pt x="3003" y="2651"/>
                  </a:cubicBezTo>
                  <a:lnTo>
                    <a:pt x="2819" y="2466"/>
                  </a:lnTo>
                  <a:cubicBezTo>
                    <a:pt x="2935" y="2303"/>
                    <a:pt x="3014" y="2115"/>
                    <a:pt x="3043" y="1919"/>
                  </a:cubicBezTo>
                  <a:lnTo>
                    <a:pt x="3304" y="1919"/>
                  </a:lnTo>
                  <a:cubicBezTo>
                    <a:pt x="3572" y="1919"/>
                    <a:pt x="3572" y="1517"/>
                    <a:pt x="3304" y="1517"/>
                  </a:cubicBezTo>
                  <a:lnTo>
                    <a:pt x="3043" y="1517"/>
                  </a:lnTo>
                  <a:cubicBezTo>
                    <a:pt x="3014" y="1322"/>
                    <a:pt x="2935" y="1133"/>
                    <a:pt x="2819" y="970"/>
                  </a:cubicBezTo>
                  <a:lnTo>
                    <a:pt x="3003" y="786"/>
                  </a:lnTo>
                  <a:cubicBezTo>
                    <a:pt x="3153" y="642"/>
                    <a:pt x="3019" y="438"/>
                    <a:pt x="2863" y="438"/>
                  </a:cubicBezTo>
                  <a:cubicBezTo>
                    <a:pt x="2815" y="438"/>
                    <a:pt x="2765" y="457"/>
                    <a:pt x="2721" y="503"/>
                  </a:cubicBezTo>
                  <a:lnTo>
                    <a:pt x="2536" y="688"/>
                  </a:lnTo>
                  <a:cubicBezTo>
                    <a:pt x="2373" y="568"/>
                    <a:pt x="2185" y="492"/>
                    <a:pt x="1986" y="460"/>
                  </a:cubicBezTo>
                  <a:lnTo>
                    <a:pt x="1986" y="199"/>
                  </a:lnTo>
                  <a:cubicBezTo>
                    <a:pt x="1986" y="67"/>
                    <a:pt x="1886"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2"/>
            <p:cNvSpPr/>
            <p:nvPr/>
          </p:nvSpPr>
          <p:spPr>
            <a:xfrm>
              <a:off x="3699421" y="2033479"/>
              <a:ext cx="39641" cy="33978"/>
            </a:xfrm>
            <a:custGeom>
              <a:rect b="b" l="l" r="r" t="t"/>
              <a:pathLst>
                <a:path extrusionOk="0" h="1296" w="1512">
                  <a:moveTo>
                    <a:pt x="646" y="401"/>
                  </a:moveTo>
                  <a:cubicBezTo>
                    <a:pt x="866" y="401"/>
                    <a:pt x="975" y="666"/>
                    <a:pt x="819" y="821"/>
                  </a:cubicBezTo>
                  <a:cubicBezTo>
                    <a:pt x="769" y="872"/>
                    <a:pt x="707" y="895"/>
                    <a:pt x="646" y="895"/>
                  </a:cubicBezTo>
                  <a:cubicBezTo>
                    <a:pt x="520" y="895"/>
                    <a:pt x="399" y="797"/>
                    <a:pt x="399" y="647"/>
                  </a:cubicBezTo>
                  <a:cubicBezTo>
                    <a:pt x="399" y="513"/>
                    <a:pt x="512" y="401"/>
                    <a:pt x="646" y="401"/>
                  </a:cubicBezTo>
                  <a:close/>
                  <a:moveTo>
                    <a:pt x="650" y="1"/>
                  </a:moveTo>
                  <a:cubicBezTo>
                    <a:pt x="319" y="1"/>
                    <a:pt x="1" y="258"/>
                    <a:pt x="1" y="647"/>
                  </a:cubicBezTo>
                  <a:cubicBezTo>
                    <a:pt x="1" y="1006"/>
                    <a:pt x="291" y="1292"/>
                    <a:pt x="646" y="1296"/>
                  </a:cubicBezTo>
                  <a:cubicBezTo>
                    <a:pt x="1221" y="1296"/>
                    <a:pt x="1511" y="597"/>
                    <a:pt x="1102" y="191"/>
                  </a:cubicBezTo>
                  <a:cubicBezTo>
                    <a:pt x="971" y="60"/>
                    <a:pt x="809" y="1"/>
                    <a:pt x="6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2"/>
            <p:cNvSpPr/>
            <p:nvPr/>
          </p:nvSpPr>
          <p:spPr>
            <a:xfrm>
              <a:off x="3682825" y="2037228"/>
              <a:ext cx="207302" cy="224264"/>
            </a:xfrm>
            <a:custGeom>
              <a:rect b="b" l="l" r="r" t="t"/>
              <a:pathLst>
                <a:path extrusionOk="0" h="8554" w="7907">
                  <a:moveTo>
                    <a:pt x="5016" y="403"/>
                  </a:moveTo>
                  <a:lnTo>
                    <a:pt x="5016" y="910"/>
                  </a:lnTo>
                  <a:cubicBezTo>
                    <a:pt x="4994" y="1022"/>
                    <a:pt x="5074" y="1131"/>
                    <a:pt x="5186" y="1145"/>
                  </a:cubicBezTo>
                  <a:cubicBezTo>
                    <a:pt x="5505" y="1189"/>
                    <a:pt x="5806" y="1312"/>
                    <a:pt x="6059" y="1508"/>
                  </a:cubicBezTo>
                  <a:cubicBezTo>
                    <a:pt x="6095" y="1536"/>
                    <a:pt x="6138" y="1549"/>
                    <a:pt x="6180" y="1549"/>
                  </a:cubicBezTo>
                  <a:cubicBezTo>
                    <a:pt x="6236" y="1549"/>
                    <a:pt x="6292" y="1526"/>
                    <a:pt x="6331" y="1482"/>
                  </a:cubicBezTo>
                  <a:cubicBezTo>
                    <a:pt x="6338" y="1475"/>
                    <a:pt x="6342" y="1468"/>
                    <a:pt x="6349" y="1461"/>
                  </a:cubicBezTo>
                  <a:lnTo>
                    <a:pt x="6704" y="1102"/>
                  </a:lnTo>
                  <a:lnTo>
                    <a:pt x="6802" y="1200"/>
                  </a:lnTo>
                  <a:lnTo>
                    <a:pt x="6443" y="1558"/>
                  </a:lnTo>
                  <a:cubicBezTo>
                    <a:pt x="6349" y="1624"/>
                    <a:pt x="6327" y="1754"/>
                    <a:pt x="6400" y="1848"/>
                  </a:cubicBezTo>
                  <a:cubicBezTo>
                    <a:pt x="6595" y="2102"/>
                    <a:pt x="6718" y="2402"/>
                    <a:pt x="6762" y="2721"/>
                  </a:cubicBezTo>
                  <a:cubicBezTo>
                    <a:pt x="6776" y="2821"/>
                    <a:pt x="6859" y="2895"/>
                    <a:pt x="6958" y="2895"/>
                  </a:cubicBezTo>
                  <a:cubicBezTo>
                    <a:pt x="6963" y="2895"/>
                    <a:pt x="6967" y="2895"/>
                    <a:pt x="6972" y="2895"/>
                  </a:cubicBezTo>
                  <a:lnTo>
                    <a:pt x="6994" y="2891"/>
                  </a:lnTo>
                  <a:lnTo>
                    <a:pt x="7504" y="2891"/>
                  </a:lnTo>
                  <a:lnTo>
                    <a:pt x="7504" y="3029"/>
                  </a:lnTo>
                  <a:lnTo>
                    <a:pt x="6994" y="3029"/>
                  </a:lnTo>
                  <a:lnTo>
                    <a:pt x="6972" y="3025"/>
                  </a:lnTo>
                  <a:cubicBezTo>
                    <a:pt x="6967" y="3025"/>
                    <a:pt x="6963" y="3025"/>
                    <a:pt x="6958" y="3025"/>
                  </a:cubicBezTo>
                  <a:cubicBezTo>
                    <a:pt x="6859" y="3025"/>
                    <a:pt x="6776" y="3099"/>
                    <a:pt x="6762" y="3199"/>
                  </a:cubicBezTo>
                  <a:cubicBezTo>
                    <a:pt x="6718" y="3518"/>
                    <a:pt x="6595" y="3818"/>
                    <a:pt x="6400" y="4072"/>
                  </a:cubicBezTo>
                  <a:cubicBezTo>
                    <a:pt x="6331" y="4162"/>
                    <a:pt x="6349" y="4293"/>
                    <a:pt x="6443" y="4358"/>
                  </a:cubicBezTo>
                  <a:lnTo>
                    <a:pt x="6805" y="4720"/>
                  </a:lnTo>
                  <a:lnTo>
                    <a:pt x="6707" y="4818"/>
                  </a:lnTo>
                  <a:lnTo>
                    <a:pt x="6345" y="4456"/>
                  </a:lnTo>
                  <a:cubicBezTo>
                    <a:pt x="6342" y="4452"/>
                    <a:pt x="6338" y="4445"/>
                    <a:pt x="6334" y="4441"/>
                  </a:cubicBezTo>
                  <a:cubicBezTo>
                    <a:pt x="6295" y="4396"/>
                    <a:pt x="6239" y="4373"/>
                    <a:pt x="6183" y="4373"/>
                  </a:cubicBezTo>
                  <a:cubicBezTo>
                    <a:pt x="6141" y="4373"/>
                    <a:pt x="6099" y="4386"/>
                    <a:pt x="6063" y="4412"/>
                  </a:cubicBezTo>
                  <a:cubicBezTo>
                    <a:pt x="5809" y="4608"/>
                    <a:pt x="5509" y="4735"/>
                    <a:pt x="5190" y="4774"/>
                  </a:cubicBezTo>
                  <a:cubicBezTo>
                    <a:pt x="5085" y="4789"/>
                    <a:pt x="5009" y="4883"/>
                    <a:pt x="5016" y="4988"/>
                  </a:cubicBezTo>
                  <a:lnTo>
                    <a:pt x="5016" y="4995"/>
                  </a:lnTo>
                  <a:lnTo>
                    <a:pt x="5016" y="5520"/>
                  </a:lnTo>
                  <a:lnTo>
                    <a:pt x="4878" y="5520"/>
                  </a:lnTo>
                  <a:lnTo>
                    <a:pt x="4878" y="5006"/>
                  </a:lnTo>
                  <a:lnTo>
                    <a:pt x="4878" y="4988"/>
                  </a:lnTo>
                  <a:cubicBezTo>
                    <a:pt x="4886" y="4879"/>
                    <a:pt x="4810" y="4789"/>
                    <a:pt x="4705" y="4774"/>
                  </a:cubicBezTo>
                  <a:cubicBezTo>
                    <a:pt x="4386" y="4731"/>
                    <a:pt x="4085" y="4608"/>
                    <a:pt x="3832" y="4412"/>
                  </a:cubicBezTo>
                  <a:cubicBezTo>
                    <a:pt x="3796" y="4386"/>
                    <a:pt x="3754" y="4373"/>
                    <a:pt x="3711" y="4373"/>
                  </a:cubicBezTo>
                  <a:cubicBezTo>
                    <a:pt x="3655" y="4373"/>
                    <a:pt x="3599" y="4396"/>
                    <a:pt x="3560" y="4441"/>
                  </a:cubicBezTo>
                  <a:cubicBezTo>
                    <a:pt x="3557" y="4445"/>
                    <a:pt x="3553" y="4452"/>
                    <a:pt x="3549" y="4456"/>
                  </a:cubicBezTo>
                  <a:lnTo>
                    <a:pt x="3187" y="4818"/>
                  </a:lnTo>
                  <a:lnTo>
                    <a:pt x="3089" y="4720"/>
                  </a:lnTo>
                  <a:lnTo>
                    <a:pt x="3437" y="4372"/>
                  </a:lnTo>
                  <a:lnTo>
                    <a:pt x="3441" y="4369"/>
                  </a:lnTo>
                  <a:lnTo>
                    <a:pt x="3452" y="4358"/>
                  </a:lnTo>
                  <a:cubicBezTo>
                    <a:pt x="3455" y="4354"/>
                    <a:pt x="3462" y="4351"/>
                    <a:pt x="3466" y="4347"/>
                  </a:cubicBezTo>
                  <a:cubicBezTo>
                    <a:pt x="3546" y="4275"/>
                    <a:pt x="3557" y="4159"/>
                    <a:pt x="3495" y="4075"/>
                  </a:cubicBezTo>
                  <a:cubicBezTo>
                    <a:pt x="3299" y="3818"/>
                    <a:pt x="3173" y="3518"/>
                    <a:pt x="3133" y="3203"/>
                  </a:cubicBezTo>
                  <a:cubicBezTo>
                    <a:pt x="3119" y="3102"/>
                    <a:pt x="3032" y="3028"/>
                    <a:pt x="2933" y="3028"/>
                  </a:cubicBezTo>
                  <a:cubicBezTo>
                    <a:pt x="2928" y="3028"/>
                    <a:pt x="2924" y="3028"/>
                    <a:pt x="2919" y="3029"/>
                  </a:cubicBezTo>
                  <a:lnTo>
                    <a:pt x="2387" y="3029"/>
                  </a:lnTo>
                  <a:lnTo>
                    <a:pt x="2387" y="2891"/>
                  </a:lnTo>
                  <a:lnTo>
                    <a:pt x="2897" y="2891"/>
                  </a:lnTo>
                  <a:lnTo>
                    <a:pt x="2919" y="2895"/>
                  </a:lnTo>
                  <a:cubicBezTo>
                    <a:pt x="2924" y="2895"/>
                    <a:pt x="2928" y="2895"/>
                    <a:pt x="2933" y="2895"/>
                  </a:cubicBezTo>
                  <a:cubicBezTo>
                    <a:pt x="3032" y="2895"/>
                    <a:pt x="3119" y="2821"/>
                    <a:pt x="3133" y="2721"/>
                  </a:cubicBezTo>
                  <a:cubicBezTo>
                    <a:pt x="3173" y="2402"/>
                    <a:pt x="3299" y="2102"/>
                    <a:pt x="3495" y="1848"/>
                  </a:cubicBezTo>
                  <a:cubicBezTo>
                    <a:pt x="3564" y="1754"/>
                    <a:pt x="3542" y="1624"/>
                    <a:pt x="3448" y="1558"/>
                  </a:cubicBezTo>
                  <a:lnTo>
                    <a:pt x="3089" y="1200"/>
                  </a:lnTo>
                  <a:lnTo>
                    <a:pt x="3187" y="1102"/>
                  </a:lnTo>
                  <a:lnTo>
                    <a:pt x="3546" y="1461"/>
                  </a:lnTo>
                  <a:cubicBezTo>
                    <a:pt x="3585" y="1517"/>
                    <a:pt x="3648" y="1548"/>
                    <a:pt x="3712" y="1548"/>
                  </a:cubicBezTo>
                  <a:cubicBezTo>
                    <a:pt x="3754" y="1548"/>
                    <a:pt x="3796" y="1535"/>
                    <a:pt x="3832" y="1508"/>
                  </a:cubicBezTo>
                  <a:cubicBezTo>
                    <a:pt x="4085" y="1312"/>
                    <a:pt x="4390" y="1185"/>
                    <a:pt x="4705" y="1145"/>
                  </a:cubicBezTo>
                  <a:cubicBezTo>
                    <a:pt x="4810" y="1131"/>
                    <a:pt x="4886" y="1037"/>
                    <a:pt x="4878" y="932"/>
                  </a:cubicBezTo>
                  <a:cubicBezTo>
                    <a:pt x="4878" y="925"/>
                    <a:pt x="4878" y="917"/>
                    <a:pt x="4878" y="910"/>
                  </a:cubicBezTo>
                  <a:lnTo>
                    <a:pt x="4878" y="403"/>
                  </a:lnTo>
                  <a:close/>
                  <a:moveTo>
                    <a:pt x="4679" y="1"/>
                  </a:moveTo>
                  <a:cubicBezTo>
                    <a:pt x="4567" y="1"/>
                    <a:pt x="4476" y="92"/>
                    <a:pt x="4476" y="204"/>
                  </a:cubicBezTo>
                  <a:lnTo>
                    <a:pt x="4476" y="780"/>
                  </a:lnTo>
                  <a:cubicBezTo>
                    <a:pt x="4216" y="838"/>
                    <a:pt x="3966" y="939"/>
                    <a:pt x="3738" y="1087"/>
                  </a:cubicBezTo>
                  <a:lnTo>
                    <a:pt x="3332" y="678"/>
                  </a:lnTo>
                  <a:cubicBezTo>
                    <a:pt x="3292" y="638"/>
                    <a:pt x="3241" y="618"/>
                    <a:pt x="3189" y="618"/>
                  </a:cubicBezTo>
                  <a:cubicBezTo>
                    <a:pt x="3137" y="618"/>
                    <a:pt x="3086" y="638"/>
                    <a:pt x="3046" y="678"/>
                  </a:cubicBezTo>
                  <a:lnTo>
                    <a:pt x="2666" y="1059"/>
                  </a:lnTo>
                  <a:cubicBezTo>
                    <a:pt x="2590" y="1138"/>
                    <a:pt x="2590" y="1265"/>
                    <a:pt x="2666" y="1341"/>
                  </a:cubicBezTo>
                  <a:lnTo>
                    <a:pt x="3075" y="1750"/>
                  </a:lnTo>
                  <a:cubicBezTo>
                    <a:pt x="2926" y="1975"/>
                    <a:pt x="2825" y="2228"/>
                    <a:pt x="2767" y="2489"/>
                  </a:cubicBezTo>
                  <a:lnTo>
                    <a:pt x="2191" y="2489"/>
                  </a:lnTo>
                  <a:cubicBezTo>
                    <a:pt x="2079" y="2489"/>
                    <a:pt x="1988" y="2580"/>
                    <a:pt x="1988" y="2692"/>
                  </a:cubicBezTo>
                  <a:lnTo>
                    <a:pt x="1988" y="3228"/>
                  </a:lnTo>
                  <a:cubicBezTo>
                    <a:pt x="1988" y="3340"/>
                    <a:pt x="2079" y="3431"/>
                    <a:pt x="2191" y="3431"/>
                  </a:cubicBezTo>
                  <a:lnTo>
                    <a:pt x="2767" y="3431"/>
                  </a:lnTo>
                  <a:cubicBezTo>
                    <a:pt x="2814" y="3637"/>
                    <a:pt x="2887" y="3840"/>
                    <a:pt x="2992" y="4028"/>
                  </a:cubicBezTo>
                  <a:lnTo>
                    <a:pt x="1351" y="4028"/>
                  </a:lnTo>
                  <a:cubicBezTo>
                    <a:pt x="1087" y="4028"/>
                    <a:pt x="1087" y="4427"/>
                    <a:pt x="1351" y="4427"/>
                  </a:cubicBezTo>
                  <a:lnTo>
                    <a:pt x="2818" y="4427"/>
                  </a:lnTo>
                  <a:lnTo>
                    <a:pt x="2666" y="4579"/>
                  </a:lnTo>
                  <a:cubicBezTo>
                    <a:pt x="2590" y="4655"/>
                    <a:pt x="2590" y="4782"/>
                    <a:pt x="2666" y="4861"/>
                  </a:cubicBezTo>
                  <a:lnTo>
                    <a:pt x="3046" y="5242"/>
                  </a:lnTo>
                  <a:cubicBezTo>
                    <a:pt x="3086" y="5281"/>
                    <a:pt x="3137" y="5301"/>
                    <a:pt x="3189" y="5301"/>
                  </a:cubicBezTo>
                  <a:cubicBezTo>
                    <a:pt x="3241" y="5301"/>
                    <a:pt x="3292" y="5281"/>
                    <a:pt x="3332" y="5242"/>
                  </a:cubicBezTo>
                  <a:lnTo>
                    <a:pt x="3738" y="4836"/>
                  </a:lnTo>
                  <a:cubicBezTo>
                    <a:pt x="3951" y="4974"/>
                    <a:pt x="4190" y="5075"/>
                    <a:pt x="4437" y="5133"/>
                  </a:cubicBezTo>
                  <a:cubicBezTo>
                    <a:pt x="4437" y="5140"/>
                    <a:pt x="4437" y="5147"/>
                    <a:pt x="4437" y="5155"/>
                  </a:cubicBezTo>
                  <a:lnTo>
                    <a:pt x="4437" y="6064"/>
                  </a:lnTo>
                  <a:lnTo>
                    <a:pt x="268" y="6064"/>
                  </a:lnTo>
                  <a:cubicBezTo>
                    <a:pt x="0" y="6064"/>
                    <a:pt x="0" y="6466"/>
                    <a:pt x="268" y="6466"/>
                  </a:cubicBezTo>
                  <a:lnTo>
                    <a:pt x="5281" y="6466"/>
                  </a:lnTo>
                  <a:lnTo>
                    <a:pt x="4926" y="8316"/>
                  </a:lnTo>
                  <a:cubicBezTo>
                    <a:pt x="4897" y="8465"/>
                    <a:pt x="5012" y="8553"/>
                    <a:pt x="5126" y="8553"/>
                  </a:cubicBezTo>
                  <a:cubicBezTo>
                    <a:pt x="5213" y="8553"/>
                    <a:pt x="5299" y="8503"/>
                    <a:pt x="5320" y="8389"/>
                  </a:cubicBezTo>
                  <a:lnTo>
                    <a:pt x="5715" y="6303"/>
                  </a:lnTo>
                  <a:cubicBezTo>
                    <a:pt x="5740" y="6180"/>
                    <a:pt x="5646" y="6067"/>
                    <a:pt x="5520" y="6067"/>
                  </a:cubicBezTo>
                  <a:lnTo>
                    <a:pt x="4835" y="6067"/>
                  </a:lnTo>
                  <a:lnTo>
                    <a:pt x="4835" y="5919"/>
                  </a:lnTo>
                  <a:lnTo>
                    <a:pt x="5215" y="5919"/>
                  </a:lnTo>
                  <a:cubicBezTo>
                    <a:pt x="5328" y="5919"/>
                    <a:pt x="5418" y="5832"/>
                    <a:pt x="5418" y="5720"/>
                  </a:cubicBezTo>
                  <a:lnTo>
                    <a:pt x="5418" y="5140"/>
                  </a:lnTo>
                  <a:cubicBezTo>
                    <a:pt x="5679" y="5086"/>
                    <a:pt x="5932" y="4981"/>
                    <a:pt x="6157" y="4836"/>
                  </a:cubicBezTo>
                  <a:lnTo>
                    <a:pt x="6566" y="5242"/>
                  </a:lnTo>
                  <a:cubicBezTo>
                    <a:pt x="6604" y="5281"/>
                    <a:pt x="6655" y="5301"/>
                    <a:pt x="6706" y="5301"/>
                  </a:cubicBezTo>
                  <a:cubicBezTo>
                    <a:pt x="6757" y="5301"/>
                    <a:pt x="6809" y="5281"/>
                    <a:pt x="6849" y="5242"/>
                  </a:cubicBezTo>
                  <a:lnTo>
                    <a:pt x="7229" y="4861"/>
                  </a:lnTo>
                  <a:cubicBezTo>
                    <a:pt x="7309" y="4782"/>
                    <a:pt x="7309" y="4655"/>
                    <a:pt x="7229" y="4579"/>
                  </a:cubicBezTo>
                  <a:lnTo>
                    <a:pt x="6823" y="4170"/>
                  </a:lnTo>
                  <a:cubicBezTo>
                    <a:pt x="6968" y="3945"/>
                    <a:pt x="7073" y="3692"/>
                    <a:pt x="7131" y="3431"/>
                  </a:cubicBezTo>
                  <a:lnTo>
                    <a:pt x="7707" y="3431"/>
                  </a:lnTo>
                  <a:cubicBezTo>
                    <a:pt x="7816" y="3431"/>
                    <a:pt x="7906" y="3340"/>
                    <a:pt x="7906" y="3232"/>
                  </a:cubicBezTo>
                  <a:lnTo>
                    <a:pt x="7906" y="2692"/>
                  </a:lnTo>
                  <a:cubicBezTo>
                    <a:pt x="7906" y="2580"/>
                    <a:pt x="7816" y="2489"/>
                    <a:pt x="7707" y="2489"/>
                  </a:cubicBezTo>
                  <a:lnTo>
                    <a:pt x="7131" y="2489"/>
                  </a:lnTo>
                  <a:cubicBezTo>
                    <a:pt x="7073" y="2228"/>
                    <a:pt x="6968" y="1975"/>
                    <a:pt x="6820" y="1750"/>
                  </a:cubicBezTo>
                  <a:lnTo>
                    <a:pt x="7229" y="1345"/>
                  </a:lnTo>
                  <a:cubicBezTo>
                    <a:pt x="7309" y="1265"/>
                    <a:pt x="7309" y="1138"/>
                    <a:pt x="7229" y="1059"/>
                  </a:cubicBezTo>
                  <a:lnTo>
                    <a:pt x="6849" y="678"/>
                  </a:lnTo>
                  <a:cubicBezTo>
                    <a:pt x="6809" y="640"/>
                    <a:pt x="6757" y="621"/>
                    <a:pt x="6706" y="621"/>
                  </a:cubicBezTo>
                  <a:cubicBezTo>
                    <a:pt x="6655" y="621"/>
                    <a:pt x="6604" y="640"/>
                    <a:pt x="6566" y="678"/>
                  </a:cubicBezTo>
                  <a:lnTo>
                    <a:pt x="6157" y="1087"/>
                  </a:lnTo>
                  <a:cubicBezTo>
                    <a:pt x="5932" y="939"/>
                    <a:pt x="5679" y="838"/>
                    <a:pt x="5418" y="780"/>
                  </a:cubicBezTo>
                  <a:lnTo>
                    <a:pt x="5418" y="204"/>
                  </a:lnTo>
                  <a:cubicBezTo>
                    <a:pt x="5418" y="92"/>
                    <a:pt x="5328" y="1"/>
                    <a:pt x="5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2"/>
            <p:cNvSpPr/>
            <p:nvPr/>
          </p:nvSpPr>
          <p:spPr>
            <a:xfrm>
              <a:off x="3773590" y="2078730"/>
              <a:ext cx="75034" cy="72203"/>
            </a:xfrm>
            <a:custGeom>
              <a:rect b="b" l="l" r="r" t="t"/>
              <a:pathLst>
                <a:path extrusionOk="0" h="2754" w="2862">
                  <a:moveTo>
                    <a:pt x="1479" y="400"/>
                  </a:moveTo>
                  <a:cubicBezTo>
                    <a:pt x="1979" y="400"/>
                    <a:pt x="2460" y="789"/>
                    <a:pt x="2460" y="1377"/>
                  </a:cubicBezTo>
                  <a:cubicBezTo>
                    <a:pt x="2460" y="1917"/>
                    <a:pt x="2025" y="2351"/>
                    <a:pt x="1485" y="2351"/>
                  </a:cubicBezTo>
                  <a:cubicBezTo>
                    <a:pt x="616" y="2351"/>
                    <a:pt x="181" y="1301"/>
                    <a:pt x="797" y="689"/>
                  </a:cubicBezTo>
                  <a:cubicBezTo>
                    <a:pt x="995" y="489"/>
                    <a:pt x="1240" y="400"/>
                    <a:pt x="1479" y="400"/>
                  </a:cubicBezTo>
                  <a:close/>
                  <a:moveTo>
                    <a:pt x="1485" y="1"/>
                  </a:moveTo>
                  <a:cubicBezTo>
                    <a:pt x="928" y="1"/>
                    <a:pt x="428" y="337"/>
                    <a:pt x="214" y="852"/>
                  </a:cubicBezTo>
                  <a:cubicBezTo>
                    <a:pt x="0" y="1366"/>
                    <a:pt x="120" y="1956"/>
                    <a:pt x="511" y="2351"/>
                  </a:cubicBezTo>
                  <a:cubicBezTo>
                    <a:pt x="775" y="2613"/>
                    <a:pt x="1127" y="2753"/>
                    <a:pt x="1485" y="2753"/>
                  </a:cubicBezTo>
                  <a:cubicBezTo>
                    <a:pt x="1662" y="2753"/>
                    <a:pt x="1840" y="2719"/>
                    <a:pt x="2010" y="2648"/>
                  </a:cubicBezTo>
                  <a:cubicBezTo>
                    <a:pt x="2525" y="2434"/>
                    <a:pt x="2862" y="1935"/>
                    <a:pt x="2862" y="1377"/>
                  </a:cubicBezTo>
                  <a:cubicBezTo>
                    <a:pt x="2858" y="616"/>
                    <a:pt x="2246" y="4"/>
                    <a:pt x="14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2"/>
            <p:cNvSpPr/>
            <p:nvPr/>
          </p:nvSpPr>
          <p:spPr>
            <a:xfrm>
              <a:off x="3787538" y="2096217"/>
              <a:ext cx="43705" cy="37360"/>
            </a:xfrm>
            <a:custGeom>
              <a:rect b="b" l="l" r="r" t="t"/>
              <a:pathLst>
                <a:path extrusionOk="0" h="1425" w="1667">
                  <a:moveTo>
                    <a:pt x="949" y="398"/>
                  </a:moveTo>
                  <a:cubicBezTo>
                    <a:pt x="1110" y="398"/>
                    <a:pt x="1265" y="523"/>
                    <a:pt x="1265" y="710"/>
                  </a:cubicBezTo>
                  <a:cubicBezTo>
                    <a:pt x="1265" y="884"/>
                    <a:pt x="1124" y="1021"/>
                    <a:pt x="953" y="1021"/>
                  </a:cubicBezTo>
                  <a:cubicBezTo>
                    <a:pt x="674" y="1021"/>
                    <a:pt x="537" y="688"/>
                    <a:pt x="732" y="489"/>
                  </a:cubicBezTo>
                  <a:cubicBezTo>
                    <a:pt x="795" y="426"/>
                    <a:pt x="873" y="398"/>
                    <a:pt x="949" y="398"/>
                  </a:cubicBezTo>
                  <a:close/>
                  <a:moveTo>
                    <a:pt x="953" y="0"/>
                  </a:moveTo>
                  <a:cubicBezTo>
                    <a:pt x="320" y="0"/>
                    <a:pt x="1" y="764"/>
                    <a:pt x="450" y="1213"/>
                  </a:cubicBezTo>
                  <a:cubicBezTo>
                    <a:pt x="595" y="1359"/>
                    <a:pt x="775" y="1424"/>
                    <a:pt x="950" y="1424"/>
                  </a:cubicBezTo>
                  <a:cubicBezTo>
                    <a:pt x="1316" y="1424"/>
                    <a:pt x="1667" y="1141"/>
                    <a:pt x="1667" y="710"/>
                  </a:cubicBezTo>
                  <a:cubicBezTo>
                    <a:pt x="1667" y="319"/>
                    <a:pt x="1348"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2"/>
            <p:cNvSpPr/>
            <p:nvPr/>
          </p:nvSpPr>
          <p:spPr>
            <a:xfrm>
              <a:off x="3531838" y="2107779"/>
              <a:ext cx="287055" cy="220882"/>
            </a:xfrm>
            <a:custGeom>
              <a:rect b="b" l="l" r="r" t="t"/>
              <a:pathLst>
                <a:path extrusionOk="0" h="8425" w="10949">
                  <a:moveTo>
                    <a:pt x="200" y="1"/>
                  </a:moveTo>
                  <a:cubicBezTo>
                    <a:pt x="87" y="1"/>
                    <a:pt x="1" y="91"/>
                    <a:pt x="1" y="204"/>
                  </a:cubicBezTo>
                  <a:lnTo>
                    <a:pt x="1" y="8215"/>
                  </a:lnTo>
                  <a:cubicBezTo>
                    <a:pt x="1" y="8403"/>
                    <a:pt x="174" y="8418"/>
                    <a:pt x="316" y="8418"/>
                  </a:cubicBezTo>
                  <a:cubicBezTo>
                    <a:pt x="440" y="8418"/>
                    <a:pt x="3701" y="8425"/>
                    <a:pt x="6492" y="8425"/>
                  </a:cubicBezTo>
                  <a:cubicBezTo>
                    <a:pt x="8586" y="8425"/>
                    <a:pt x="10415" y="8421"/>
                    <a:pt x="10456" y="8407"/>
                  </a:cubicBezTo>
                  <a:cubicBezTo>
                    <a:pt x="10525" y="8385"/>
                    <a:pt x="10580" y="8327"/>
                    <a:pt x="10594" y="8255"/>
                  </a:cubicBezTo>
                  <a:lnTo>
                    <a:pt x="10931" y="6487"/>
                  </a:lnTo>
                  <a:cubicBezTo>
                    <a:pt x="10949" y="6379"/>
                    <a:pt x="10880" y="6274"/>
                    <a:pt x="10771" y="6256"/>
                  </a:cubicBezTo>
                  <a:lnTo>
                    <a:pt x="10768" y="6252"/>
                  </a:lnTo>
                  <a:cubicBezTo>
                    <a:pt x="10755" y="6249"/>
                    <a:pt x="10742" y="6248"/>
                    <a:pt x="10729" y="6248"/>
                  </a:cubicBezTo>
                  <a:cubicBezTo>
                    <a:pt x="10635" y="6248"/>
                    <a:pt x="10552" y="6316"/>
                    <a:pt x="10536" y="6411"/>
                  </a:cubicBezTo>
                  <a:lnTo>
                    <a:pt x="10228" y="8016"/>
                  </a:lnTo>
                  <a:lnTo>
                    <a:pt x="439" y="8016"/>
                  </a:lnTo>
                  <a:lnTo>
                    <a:pt x="1246" y="3775"/>
                  </a:lnTo>
                  <a:lnTo>
                    <a:pt x="5238" y="3775"/>
                  </a:lnTo>
                  <a:cubicBezTo>
                    <a:pt x="5506" y="3775"/>
                    <a:pt x="5506" y="3376"/>
                    <a:pt x="5238" y="3376"/>
                  </a:cubicBezTo>
                  <a:lnTo>
                    <a:pt x="1083" y="3376"/>
                  </a:lnTo>
                  <a:cubicBezTo>
                    <a:pt x="989" y="3376"/>
                    <a:pt x="906" y="3442"/>
                    <a:pt x="888" y="3539"/>
                  </a:cubicBezTo>
                  <a:lnTo>
                    <a:pt x="399" y="6096"/>
                  </a:lnTo>
                  <a:lnTo>
                    <a:pt x="399" y="403"/>
                  </a:lnTo>
                  <a:lnTo>
                    <a:pt x="2909" y="403"/>
                  </a:lnTo>
                  <a:lnTo>
                    <a:pt x="4184" y="1678"/>
                  </a:lnTo>
                  <a:cubicBezTo>
                    <a:pt x="4220" y="1714"/>
                    <a:pt x="4271" y="1736"/>
                    <a:pt x="4325" y="1736"/>
                  </a:cubicBezTo>
                  <a:lnTo>
                    <a:pt x="6324" y="1736"/>
                  </a:lnTo>
                  <a:cubicBezTo>
                    <a:pt x="6588" y="1736"/>
                    <a:pt x="6588" y="1337"/>
                    <a:pt x="6324" y="1337"/>
                  </a:cubicBezTo>
                  <a:lnTo>
                    <a:pt x="4408" y="1337"/>
                  </a:lnTo>
                  <a:lnTo>
                    <a:pt x="3133" y="62"/>
                  </a:lnTo>
                  <a:cubicBezTo>
                    <a:pt x="3093" y="23"/>
                    <a:pt x="3043"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5" name="Google Shape;12695;p82"/>
          <p:cNvGrpSpPr/>
          <p:nvPr/>
        </p:nvGrpSpPr>
        <p:grpSpPr>
          <a:xfrm>
            <a:off x="3136452" y="1515946"/>
            <a:ext cx="297988" cy="358393"/>
            <a:chOff x="3136452" y="1515946"/>
            <a:chExt cx="297988" cy="358393"/>
          </a:xfrm>
        </p:grpSpPr>
        <p:sp>
          <p:nvSpPr>
            <p:cNvPr id="12696" name="Google Shape;12696;p82"/>
            <p:cNvSpPr/>
            <p:nvPr/>
          </p:nvSpPr>
          <p:spPr>
            <a:xfrm>
              <a:off x="3141670" y="1581568"/>
              <a:ext cx="287554" cy="287527"/>
            </a:xfrm>
            <a:custGeom>
              <a:rect b="b" l="l" r="r" t="t"/>
              <a:pathLst>
                <a:path extrusionOk="0" h="10967" w="10968">
                  <a:moveTo>
                    <a:pt x="1" y="0"/>
                  </a:moveTo>
                  <a:lnTo>
                    <a:pt x="1" y="8526"/>
                  </a:lnTo>
                  <a:lnTo>
                    <a:pt x="247" y="8783"/>
                  </a:lnTo>
                  <a:lnTo>
                    <a:pt x="2369" y="10967"/>
                  </a:lnTo>
                  <a:lnTo>
                    <a:pt x="10967" y="10967"/>
                  </a:lnTo>
                  <a:lnTo>
                    <a:pt x="10967"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2"/>
            <p:cNvSpPr/>
            <p:nvPr/>
          </p:nvSpPr>
          <p:spPr>
            <a:xfrm>
              <a:off x="3148145" y="1811836"/>
              <a:ext cx="73593" cy="57259"/>
            </a:xfrm>
            <a:custGeom>
              <a:rect b="b" l="l" r="r" t="t"/>
              <a:pathLst>
                <a:path extrusionOk="0" h="2184" w="2807">
                  <a:moveTo>
                    <a:pt x="0" y="0"/>
                  </a:moveTo>
                  <a:lnTo>
                    <a:pt x="2119" y="2184"/>
                  </a:lnTo>
                  <a:lnTo>
                    <a:pt x="2807" y="2184"/>
                  </a:lnTo>
                  <a:lnTo>
                    <a:pt x="2807" y="424"/>
                  </a:lnTo>
                  <a:cubicBezTo>
                    <a:pt x="2807" y="188"/>
                    <a:pt x="2615" y="0"/>
                    <a:pt x="23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2"/>
            <p:cNvSpPr/>
            <p:nvPr/>
          </p:nvSpPr>
          <p:spPr>
            <a:xfrm>
              <a:off x="3278420" y="1581568"/>
              <a:ext cx="120024" cy="43783"/>
            </a:xfrm>
            <a:custGeom>
              <a:rect b="b" l="l" r="r" t="t"/>
              <a:pathLst>
                <a:path extrusionOk="0" h="1670" w="4578">
                  <a:moveTo>
                    <a:pt x="0" y="0"/>
                  </a:moveTo>
                  <a:cubicBezTo>
                    <a:pt x="319" y="996"/>
                    <a:pt x="1242" y="1670"/>
                    <a:pt x="2289" y="1670"/>
                  </a:cubicBezTo>
                  <a:cubicBezTo>
                    <a:pt x="3336" y="1670"/>
                    <a:pt x="4259" y="996"/>
                    <a:pt x="457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2"/>
            <p:cNvSpPr/>
            <p:nvPr/>
          </p:nvSpPr>
          <p:spPr>
            <a:xfrm>
              <a:off x="3181546" y="1581568"/>
              <a:ext cx="247677" cy="287527"/>
            </a:xfrm>
            <a:custGeom>
              <a:rect b="b" l="l" r="r" t="t"/>
              <a:pathLst>
                <a:path extrusionOk="0" h="10967" w="9447">
                  <a:moveTo>
                    <a:pt x="8577" y="0"/>
                  </a:moveTo>
                  <a:lnTo>
                    <a:pt x="8577" y="10098"/>
                  </a:lnTo>
                  <a:lnTo>
                    <a:pt x="1" y="10098"/>
                  </a:lnTo>
                  <a:lnTo>
                    <a:pt x="848" y="10967"/>
                  </a:lnTo>
                  <a:lnTo>
                    <a:pt x="9446" y="10967"/>
                  </a:lnTo>
                  <a:lnTo>
                    <a:pt x="94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2"/>
            <p:cNvSpPr/>
            <p:nvPr/>
          </p:nvSpPr>
          <p:spPr>
            <a:xfrm>
              <a:off x="3141670" y="1805072"/>
              <a:ext cx="62135" cy="64023"/>
            </a:xfrm>
            <a:custGeom>
              <a:rect b="b" l="l" r="r" t="t"/>
              <a:pathLst>
                <a:path extrusionOk="0" h="2442" w="2370">
                  <a:moveTo>
                    <a:pt x="1" y="1"/>
                  </a:moveTo>
                  <a:lnTo>
                    <a:pt x="2369" y="2442"/>
                  </a:lnTo>
                  <a:lnTo>
                    <a:pt x="236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2"/>
            <p:cNvSpPr/>
            <p:nvPr/>
          </p:nvSpPr>
          <p:spPr>
            <a:xfrm>
              <a:off x="3297297" y="1521163"/>
              <a:ext cx="82349" cy="82375"/>
            </a:xfrm>
            <a:custGeom>
              <a:rect b="b" l="l" r="r" t="t"/>
              <a:pathLst>
                <a:path extrusionOk="0" h="3142" w="3141">
                  <a:moveTo>
                    <a:pt x="1569" y="1"/>
                  </a:moveTo>
                  <a:cubicBezTo>
                    <a:pt x="703" y="1"/>
                    <a:pt x="1" y="704"/>
                    <a:pt x="1" y="1573"/>
                  </a:cubicBezTo>
                  <a:cubicBezTo>
                    <a:pt x="1" y="2438"/>
                    <a:pt x="703" y="3141"/>
                    <a:pt x="1569" y="3141"/>
                  </a:cubicBezTo>
                  <a:cubicBezTo>
                    <a:pt x="2435" y="3141"/>
                    <a:pt x="3141" y="2438"/>
                    <a:pt x="3141" y="1573"/>
                  </a:cubicBezTo>
                  <a:cubicBezTo>
                    <a:pt x="3141" y="704"/>
                    <a:pt x="2435" y="1"/>
                    <a:pt x="15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2"/>
            <p:cNvSpPr/>
            <p:nvPr/>
          </p:nvSpPr>
          <p:spPr>
            <a:xfrm>
              <a:off x="3202075" y="1650494"/>
              <a:ext cx="166665" cy="18929"/>
            </a:xfrm>
            <a:custGeom>
              <a:rect b="b" l="l" r="r" t="t"/>
              <a:pathLst>
                <a:path extrusionOk="0" h="722" w="6357">
                  <a:moveTo>
                    <a:pt x="0" y="1"/>
                  </a:moveTo>
                  <a:lnTo>
                    <a:pt x="0" y="721"/>
                  </a:lnTo>
                  <a:lnTo>
                    <a:pt x="6356" y="721"/>
                  </a:lnTo>
                  <a:lnTo>
                    <a:pt x="635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2"/>
            <p:cNvSpPr/>
            <p:nvPr/>
          </p:nvSpPr>
          <p:spPr>
            <a:xfrm>
              <a:off x="3136452" y="1515946"/>
              <a:ext cx="297988" cy="358393"/>
            </a:xfrm>
            <a:custGeom>
              <a:rect b="b" l="l" r="r" t="t"/>
              <a:pathLst>
                <a:path extrusionOk="0" h="13670" w="11366">
                  <a:moveTo>
                    <a:pt x="2366" y="11228"/>
                  </a:moveTo>
                  <a:lnTo>
                    <a:pt x="2366" y="12974"/>
                  </a:lnTo>
                  <a:lnTo>
                    <a:pt x="1688" y="12278"/>
                  </a:lnTo>
                  <a:lnTo>
                    <a:pt x="671" y="11228"/>
                  </a:lnTo>
                  <a:close/>
                  <a:moveTo>
                    <a:pt x="7704" y="1"/>
                  </a:moveTo>
                  <a:cubicBezTo>
                    <a:pt x="7247" y="1"/>
                    <a:pt x="6794" y="178"/>
                    <a:pt x="6451" y="519"/>
                  </a:cubicBezTo>
                  <a:cubicBezTo>
                    <a:pt x="6440" y="533"/>
                    <a:pt x="6426" y="548"/>
                    <a:pt x="6415" y="559"/>
                  </a:cubicBezTo>
                  <a:lnTo>
                    <a:pt x="6411" y="566"/>
                  </a:lnTo>
                  <a:cubicBezTo>
                    <a:pt x="6289" y="713"/>
                    <a:pt x="6417" y="896"/>
                    <a:pt x="6565" y="896"/>
                  </a:cubicBezTo>
                  <a:cubicBezTo>
                    <a:pt x="6611" y="896"/>
                    <a:pt x="6658" y="878"/>
                    <a:pt x="6701" y="837"/>
                  </a:cubicBezTo>
                  <a:lnTo>
                    <a:pt x="6708" y="830"/>
                  </a:lnTo>
                  <a:cubicBezTo>
                    <a:pt x="6715" y="819"/>
                    <a:pt x="6726" y="812"/>
                    <a:pt x="6737" y="801"/>
                  </a:cubicBezTo>
                  <a:cubicBezTo>
                    <a:pt x="6999" y="539"/>
                    <a:pt x="7348" y="401"/>
                    <a:pt x="7705" y="401"/>
                  </a:cubicBezTo>
                  <a:cubicBezTo>
                    <a:pt x="7881" y="401"/>
                    <a:pt x="8059" y="435"/>
                    <a:pt x="8229" y="504"/>
                  </a:cubicBezTo>
                  <a:cubicBezTo>
                    <a:pt x="8740" y="718"/>
                    <a:pt x="9073" y="1218"/>
                    <a:pt x="9073" y="1768"/>
                  </a:cubicBezTo>
                  <a:cubicBezTo>
                    <a:pt x="9073" y="2322"/>
                    <a:pt x="8740" y="2822"/>
                    <a:pt x="8229" y="3036"/>
                  </a:cubicBezTo>
                  <a:cubicBezTo>
                    <a:pt x="8059" y="3105"/>
                    <a:pt x="7881" y="3139"/>
                    <a:pt x="7705" y="3139"/>
                  </a:cubicBezTo>
                  <a:cubicBezTo>
                    <a:pt x="7348" y="3139"/>
                    <a:pt x="6999" y="3001"/>
                    <a:pt x="6737" y="2739"/>
                  </a:cubicBezTo>
                  <a:lnTo>
                    <a:pt x="6733" y="2735"/>
                  </a:lnTo>
                  <a:cubicBezTo>
                    <a:pt x="6415" y="2420"/>
                    <a:pt x="6277" y="1967"/>
                    <a:pt x="6357" y="1526"/>
                  </a:cubicBezTo>
                  <a:cubicBezTo>
                    <a:pt x="6383" y="1376"/>
                    <a:pt x="6268" y="1287"/>
                    <a:pt x="6154" y="1287"/>
                  </a:cubicBezTo>
                  <a:cubicBezTo>
                    <a:pt x="6068" y="1287"/>
                    <a:pt x="5982" y="1339"/>
                    <a:pt x="5962" y="1453"/>
                  </a:cubicBezTo>
                  <a:cubicBezTo>
                    <a:pt x="5911" y="1736"/>
                    <a:pt x="5929" y="2029"/>
                    <a:pt x="6016" y="2304"/>
                  </a:cubicBezTo>
                  <a:lnTo>
                    <a:pt x="3880" y="2304"/>
                  </a:lnTo>
                  <a:cubicBezTo>
                    <a:pt x="3612" y="2304"/>
                    <a:pt x="3612" y="2703"/>
                    <a:pt x="3880" y="2703"/>
                  </a:cubicBezTo>
                  <a:lnTo>
                    <a:pt x="6201" y="2703"/>
                  </a:lnTo>
                  <a:cubicBezTo>
                    <a:pt x="6237" y="2761"/>
                    <a:pt x="6277" y="2818"/>
                    <a:pt x="6321" y="2873"/>
                  </a:cubicBezTo>
                  <a:lnTo>
                    <a:pt x="5354" y="3843"/>
                  </a:lnTo>
                  <a:cubicBezTo>
                    <a:pt x="5211" y="3988"/>
                    <a:pt x="5344" y="4185"/>
                    <a:pt x="5499" y="4185"/>
                  </a:cubicBezTo>
                  <a:cubicBezTo>
                    <a:pt x="5545" y="4185"/>
                    <a:pt x="5593" y="4168"/>
                    <a:pt x="5636" y="4126"/>
                  </a:cubicBezTo>
                  <a:lnTo>
                    <a:pt x="6603" y="3155"/>
                  </a:lnTo>
                  <a:cubicBezTo>
                    <a:pt x="6929" y="3417"/>
                    <a:pt x="7317" y="3542"/>
                    <a:pt x="7701" y="3542"/>
                  </a:cubicBezTo>
                  <a:cubicBezTo>
                    <a:pt x="8289" y="3542"/>
                    <a:pt x="8870" y="3248"/>
                    <a:pt x="9207" y="2703"/>
                  </a:cubicBezTo>
                  <a:lnTo>
                    <a:pt x="10964" y="2703"/>
                  </a:lnTo>
                  <a:lnTo>
                    <a:pt x="10964" y="13267"/>
                  </a:lnTo>
                  <a:lnTo>
                    <a:pt x="2768" y="13267"/>
                  </a:lnTo>
                  <a:lnTo>
                    <a:pt x="2768" y="11029"/>
                  </a:lnTo>
                  <a:cubicBezTo>
                    <a:pt x="2768" y="10917"/>
                    <a:pt x="2677" y="10830"/>
                    <a:pt x="2568" y="10830"/>
                  </a:cubicBezTo>
                  <a:lnTo>
                    <a:pt x="399" y="10830"/>
                  </a:lnTo>
                  <a:lnTo>
                    <a:pt x="399" y="2703"/>
                  </a:lnTo>
                  <a:lnTo>
                    <a:pt x="3090" y="2703"/>
                  </a:lnTo>
                  <a:cubicBezTo>
                    <a:pt x="3358" y="2703"/>
                    <a:pt x="3358" y="2304"/>
                    <a:pt x="3090" y="2304"/>
                  </a:cubicBezTo>
                  <a:lnTo>
                    <a:pt x="200" y="2304"/>
                  </a:lnTo>
                  <a:cubicBezTo>
                    <a:pt x="88" y="2304"/>
                    <a:pt x="1" y="2391"/>
                    <a:pt x="1" y="2503"/>
                  </a:cubicBezTo>
                  <a:lnTo>
                    <a:pt x="1" y="11029"/>
                  </a:lnTo>
                  <a:cubicBezTo>
                    <a:pt x="1" y="11080"/>
                    <a:pt x="19" y="11130"/>
                    <a:pt x="55" y="11167"/>
                  </a:cubicBezTo>
                  <a:lnTo>
                    <a:pt x="1312" y="12463"/>
                  </a:lnTo>
                  <a:lnTo>
                    <a:pt x="2424" y="13608"/>
                  </a:lnTo>
                  <a:cubicBezTo>
                    <a:pt x="2463" y="13647"/>
                    <a:pt x="2514" y="13669"/>
                    <a:pt x="2568" y="13669"/>
                  </a:cubicBezTo>
                  <a:lnTo>
                    <a:pt x="11166" y="13669"/>
                  </a:lnTo>
                  <a:cubicBezTo>
                    <a:pt x="11275" y="13669"/>
                    <a:pt x="11366" y="13579"/>
                    <a:pt x="11366" y="13470"/>
                  </a:cubicBezTo>
                  <a:lnTo>
                    <a:pt x="11366" y="2503"/>
                  </a:lnTo>
                  <a:cubicBezTo>
                    <a:pt x="11366" y="2393"/>
                    <a:pt x="11279" y="2304"/>
                    <a:pt x="11173" y="2304"/>
                  </a:cubicBezTo>
                  <a:cubicBezTo>
                    <a:pt x="11171" y="2304"/>
                    <a:pt x="11169" y="2304"/>
                    <a:pt x="11166" y="2304"/>
                  </a:cubicBezTo>
                  <a:lnTo>
                    <a:pt x="9392" y="2304"/>
                  </a:lnTo>
                  <a:cubicBezTo>
                    <a:pt x="9638" y="1526"/>
                    <a:pt x="9319" y="682"/>
                    <a:pt x="8620" y="258"/>
                  </a:cubicBezTo>
                  <a:cubicBezTo>
                    <a:pt x="8337" y="85"/>
                    <a:pt x="8020" y="1"/>
                    <a:pt x="7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2"/>
            <p:cNvSpPr/>
            <p:nvPr/>
          </p:nvSpPr>
          <p:spPr>
            <a:xfrm>
              <a:off x="3265678" y="1799855"/>
              <a:ext cx="128597" cy="10487"/>
            </a:xfrm>
            <a:custGeom>
              <a:rect b="b" l="l" r="r" t="t"/>
              <a:pathLst>
                <a:path extrusionOk="0" h="400" w="4905">
                  <a:moveTo>
                    <a:pt x="269" y="1"/>
                  </a:moveTo>
                  <a:cubicBezTo>
                    <a:pt x="1" y="1"/>
                    <a:pt x="1" y="399"/>
                    <a:pt x="269" y="399"/>
                  </a:cubicBezTo>
                  <a:lnTo>
                    <a:pt x="4637" y="399"/>
                  </a:lnTo>
                  <a:cubicBezTo>
                    <a:pt x="4905" y="399"/>
                    <a:pt x="4905" y="1"/>
                    <a:pt x="4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2"/>
            <p:cNvSpPr/>
            <p:nvPr/>
          </p:nvSpPr>
          <p:spPr>
            <a:xfrm>
              <a:off x="3196857" y="1645172"/>
              <a:ext cx="177099" cy="29573"/>
            </a:xfrm>
            <a:custGeom>
              <a:rect b="b" l="l" r="r" t="t"/>
              <a:pathLst>
                <a:path extrusionOk="0" h="1128" w="6755">
                  <a:moveTo>
                    <a:pt x="199" y="1"/>
                  </a:moveTo>
                  <a:cubicBezTo>
                    <a:pt x="87" y="1"/>
                    <a:pt x="0" y="91"/>
                    <a:pt x="0" y="204"/>
                  </a:cubicBezTo>
                  <a:lnTo>
                    <a:pt x="0" y="928"/>
                  </a:lnTo>
                  <a:cubicBezTo>
                    <a:pt x="0" y="1037"/>
                    <a:pt x="87" y="1127"/>
                    <a:pt x="199" y="1127"/>
                  </a:cubicBezTo>
                  <a:lnTo>
                    <a:pt x="6555" y="1127"/>
                  </a:lnTo>
                  <a:cubicBezTo>
                    <a:pt x="6668" y="1127"/>
                    <a:pt x="6755" y="1037"/>
                    <a:pt x="6755" y="928"/>
                  </a:cubicBezTo>
                  <a:lnTo>
                    <a:pt x="6755" y="204"/>
                  </a:lnTo>
                  <a:cubicBezTo>
                    <a:pt x="6755" y="91"/>
                    <a:pt x="6668" y="1"/>
                    <a:pt x="6555" y="1"/>
                  </a:cubicBezTo>
                  <a:lnTo>
                    <a:pt x="5241" y="1"/>
                  </a:lnTo>
                  <a:cubicBezTo>
                    <a:pt x="4973" y="1"/>
                    <a:pt x="4973" y="403"/>
                    <a:pt x="5241" y="403"/>
                  </a:cubicBezTo>
                  <a:lnTo>
                    <a:pt x="6356" y="403"/>
                  </a:lnTo>
                  <a:lnTo>
                    <a:pt x="6356" y="725"/>
                  </a:lnTo>
                  <a:lnTo>
                    <a:pt x="398" y="725"/>
                  </a:lnTo>
                  <a:lnTo>
                    <a:pt x="398" y="403"/>
                  </a:lnTo>
                  <a:lnTo>
                    <a:pt x="4451" y="403"/>
                  </a:lnTo>
                  <a:cubicBezTo>
                    <a:pt x="4719" y="403"/>
                    <a:pt x="4719" y="1"/>
                    <a:pt x="4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2"/>
            <p:cNvSpPr/>
            <p:nvPr/>
          </p:nvSpPr>
          <p:spPr>
            <a:xfrm>
              <a:off x="3195048" y="1690292"/>
              <a:ext cx="180717" cy="10461"/>
            </a:xfrm>
            <a:custGeom>
              <a:rect b="b" l="l" r="r" t="t"/>
              <a:pathLst>
                <a:path extrusionOk="0" h="399" w="6893">
                  <a:moveTo>
                    <a:pt x="268" y="0"/>
                  </a:moveTo>
                  <a:cubicBezTo>
                    <a:pt x="0" y="0"/>
                    <a:pt x="0" y="399"/>
                    <a:pt x="268" y="399"/>
                  </a:cubicBezTo>
                  <a:lnTo>
                    <a:pt x="6624" y="399"/>
                  </a:lnTo>
                  <a:cubicBezTo>
                    <a:pt x="6892" y="399"/>
                    <a:pt x="6892"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2"/>
            <p:cNvSpPr/>
            <p:nvPr/>
          </p:nvSpPr>
          <p:spPr>
            <a:xfrm>
              <a:off x="3195048" y="1716300"/>
              <a:ext cx="180717" cy="10461"/>
            </a:xfrm>
            <a:custGeom>
              <a:rect b="b" l="l" r="r" t="t"/>
              <a:pathLst>
                <a:path extrusionOk="0" h="399" w="6893">
                  <a:moveTo>
                    <a:pt x="268" y="1"/>
                  </a:moveTo>
                  <a:cubicBezTo>
                    <a:pt x="0" y="1"/>
                    <a:pt x="0" y="399"/>
                    <a:pt x="268" y="399"/>
                  </a:cubicBezTo>
                  <a:lnTo>
                    <a:pt x="6624" y="399"/>
                  </a:lnTo>
                  <a:cubicBezTo>
                    <a:pt x="6892" y="399"/>
                    <a:pt x="6892" y="1"/>
                    <a:pt x="6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8" name="Google Shape;12708;p82"/>
          <p:cNvGrpSpPr/>
          <p:nvPr/>
        </p:nvGrpSpPr>
        <p:grpSpPr>
          <a:xfrm>
            <a:off x="2674893" y="1515946"/>
            <a:ext cx="332254" cy="358393"/>
            <a:chOff x="2674893" y="1515946"/>
            <a:chExt cx="332254" cy="358393"/>
          </a:xfrm>
        </p:grpSpPr>
        <p:sp>
          <p:nvSpPr>
            <p:cNvPr id="12709" name="Google Shape;12709;p82"/>
            <p:cNvSpPr/>
            <p:nvPr/>
          </p:nvSpPr>
          <p:spPr>
            <a:xfrm>
              <a:off x="2968582" y="1811548"/>
              <a:ext cx="33349" cy="57469"/>
            </a:xfrm>
            <a:custGeom>
              <a:rect b="b" l="l" r="r" t="t"/>
              <a:pathLst>
                <a:path extrusionOk="0" h="2192" w="1272">
                  <a:moveTo>
                    <a:pt x="0" y="0"/>
                  </a:moveTo>
                  <a:lnTo>
                    <a:pt x="243" y="1847"/>
                  </a:lnTo>
                  <a:cubicBezTo>
                    <a:pt x="268" y="2043"/>
                    <a:pt x="439" y="2191"/>
                    <a:pt x="638" y="2191"/>
                  </a:cubicBezTo>
                  <a:cubicBezTo>
                    <a:pt x="833" y="2191"/>
                    <a:pt x="1004" y="2043"/>
                    <a:pt x="1029" y="1847"/>
                  </a:cubicBezTo>
                  <a:lnTo>
                    <a:pt x="1272" y="4"/>
                  </a:lnTo>
                  <a:lnTo>
                    <a:pt x="0"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2"/>
            <p:cNvSpPr/>
            <p:nvPr/>
          </p:nvSpPr>
          <p:spPr>
            <a:xfrm>
              <a:off x="2985282" y="1811548"/>
              <a:ext cx="16648" cy="57469"/>
            </a:xfrm>
            <a:custGeom>
              <a:rect b="b" l="l" r="r" t="t"/>
              <a:pathLst>
                <a:path extrusionOk="0" h="2192" w="635">
                  <a:moveTo>
                    <a:pt x="1" y="0"/>
                  </a:moveTo>
                  <a:lnTo>
                    <a:pt x="1" y="2191"/>
                  </a:lnTo>
                  <a:cubicBezTo>
                    <a:pt x="196" y="2191"/>
                    <a:pt x="367" y="2043"/>
                    <a:pt x="392" y="1847"/>
                  </a:cubicBezTo>
                  <a:lnTo>
                    <a:pt x="635" y="4"/>
                  </a:lnTo>
                  <a:lnTo>
                    <a:pt x="1"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2"/>
            <p:cNvSpPr/>
            <p:nvPr/>
          </p:nvSpPr>
          <p:spPr>
            <a:xfrm>
              <a:off x="2680215" y="1521268"/>
              <a:ext cx="257535" cy="347828"/>
            </a:xfrm>
            <a:custGeom>
              <a:rect b="b" l="l" r="r" t="t"/>
              <a:pathLst>
                <a:path extrusionOk="0" h="13267" w="9823">
                  <a:moveTo>
                    <a:pt x="2930" y="1"/>
                  </a:moveTo>
                  <a:lnTo>
                    <a:pt x="0" y="2931"/>
                  </a:lnTo>
                  <a:lnTo>
                    <a:pt x="0" y="13267"/>
                  </a:lnTo>
                  <a:lnTo>
                    <a:pt x="9822" y="13267"/>
                  </a:lnTo>
                  <a:lnTo>
                    <a:pt x="9822"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2"/>
            <p:cNvSpPr/>
            <p:nvPr/>
          </p:nvSpPr>
          <p:spPr>
            <a:xfrm>
              <a:off x="2680215" y="1521268"/>
              <a:ext cx="89375" cy="89375"/>
            </a:xfrm>
            <a:custGeom>
              <a:rect b="b" l="l" r="r" t="t"/>
              <a:pathLst>
                <a:path extrusionOk="0" h="3409" w="3409">
                  <a:moveTo>
                    <a:pt x="2930" y="1"/>
                  </a:moveTo>
                  <a:lnTo>
                    <a:pt x="0" y="2931"/>
                  </a:lnTo>
                  <a:lnTo>
                    <a:pt x="0" y="3409"/>
                  </a:lnTo>
                  <a:lnTo>
                    <a:pt x="3191" y="3409"/>
                  </a:lnTo>
                  <a:cubicBezTo>
                    <a:pt x="3311" y="3409"/>
                    <a:pt x="3408" y="3311"/>
                    <a:pt x="3408" y="3191"/>
                  </a:cubicBezTo>
                  <a:lnTo>
                    <a:pt x="340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2"/>
            <p:cNvSpPr/>
            <p:nvPr/>
          </p:nvSpPr>
          <p:spPr>
            <a:xfrm>
              <a:off x="2680215" y="1521268"/>
              <a:ext cx="257535" cy="347828"/>
            </a:xfrm>
            <a:custGeom>
              <a:rect b="b" l="l" r="r" t="t"/>
              <a:pathLst>
                <a:path extrusionOk="0" h="13267" w="9823">
                  <a:moveTo>
                    <a:pt x="8946" y="1"/>
                  </a:moveTo>
                  <a:lnTo>
                    <a:pt x="8946" y="12358"/>
                  </a:lnTo>
                  <a:lnTo>
                    <a:pt x="0" y="12358"/>
                  </a:lnTo>
                  <a:lnTo>
                    <a:pt x="0" y="13267"/>
                  </a:lnTo>
                  <a:lnTo>
                    <a:pt x="9822" y="13267"/>
                  </a:lnTo>
                  <a:lnTo>
                    <a:pt x="982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2"/>
            <p:cNvSpPr/>
            <p:nvPr/>
          </p:nvSpPr>
          <p:spPr>
            <a:xfrm>
              <a:off x="2680215" y="1521268"/>
              <a:ext cx="76843" cy="76843"/>
            </a:xfrm>
            <a:custGeom>
              <a:rect b="b" l="l" r="r" t="t"/>
              <a:pathLst>
                <a:path extrusionOk="0" h="2931" w="2931">
                  <a:moveTo>
                    <a:pt x="2930" y="1"/>
                  </a:moveTo>
                  <a:lnTo>
                    <a:pt x="0" y="2931"/>
                  </a:lnTo>
                  <a:lnTo>
                    <a:pt x="2930" y="2931"/>
                  </a:lnTo>
                  <a:lnTo>
                    <a:pt x="293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2"/>
            <p:cNvSpPr/>
            <p:nvPr/>
          </p:nvSpPr>
          <p:spPr>
            <a:xfrm>
              <a:off x="2968582" y="1601310"/>
              <a:ext cx="33349" cy="222691"/>
            </a:xfrm>
            <a:custGeom>
              <a:rect b="b" l="l" r="r" t="t"/>
              <a:pathLst>
                <a:path extrusionOk="0" h="8494" w="1272">
                  <a:moveTo>
                    <a:pt x="0" y="1"/>
                  </a:moveTo>
                  <a:lnTo>
                    <a:pt x="0" y="8494"/>
                  </a:lnTo>
                  <a:lnTo>
                    <a:pt x="1272" y="8494"/>
                  </a:lnTo>
                  <a:lnTo>
                    <a:pt x="12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2"/>
            <p:cNvSpPr/>
            <p:nvPr/>
          </p:nvSpPr>
          <p:spPr>
            <a:xfrm>
              <a:off x="2985282" y="1601310"/>
              <a:ext cx="16648" cy="222691"/>
            </a:xfrm>
            <a:custGeom>
              <a:rect b="b" l="l" r="r" t="t"/>
              <a:pathLst>
                <a:path extrusionOk="0" h="8494" w="635">
                  <a:moveTo>
                    <a:pt x="1" y="1"/>
                  </a:moveTo>
                  <a:lnTo>
                    <a:pt x="1" y="8494"/>
                  </a:lnTo>
                  <a:lnTo>
                    <a:pt x="635" y="8494"/>
                  </a:lnTo>
                  <a:lnTo>
                    <a:pt x="63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2"/>
            <p:cNvSpPr/>
            <p:nvPr/>
          </p:nvSpPr>
          <p:spPr>
            <a:xfrm>
              <a:off x="2968582" y="1569691"/>
              <a:ext cx="33349" cy="38776"/>
            </a:xfrm>
            <a:custGeom>
              <a:rect b="b" l="l" r="r" t="t"/>
              <a:pathLst>
                <a:path extrusionOk="0" h="1479" w="1272">
                  <a:moveTo>
                    <a:pt x="0" y="1"/>
                  </a:moveTo>
                  <a:lnTo>
                    <a:pt x="0" y="1478"/>
                  </a:lnTo>
                  <a:lnTo>
                    <a:pt x="1272" y="1478"/>
                  </a:lnTo>
                  <a:lnTo>
                    <a:pt x="127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2"/>
            <p:cNvSpPr/>
            <p:nvPr/>
          </p:nvSpPr>
          <p:spPr>
            <a:xfrm>
              <a:off x="2985282" y="1569691"/>
              <a:ext cx="16648" cy="38776"/>
            </a:xfrm>
            <a:custGeom>
              <a:rect b="b" l="l" r="r" t="t"/>
              <a:pathLst>
                <a:path extrusionOk="0" h="1479" w="635">
                  <a:moveTo>
                    <a:pt x="1" y="1"/>
                  </a:moveTo>
                  <a:lnTo>
                    <a:pt x="1" y="1478"/>
                  </a:lnTo>
                  <a:lnTo>
                    <a:pt x="635" y="1478"/>
                  </a:lnTo>
                  <a:lnTo>
                    <a:pt x="63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2"/>
            <p:cNvSpPr/>
            <p:nvPr/>
          </p:nvSpPr>
          <p:spPr>
            <a:xfrm>
              <a:off x="2968686" y="1521268"/>
              <a:ext cx="33244" cy="48450"/>
            </a:xfrm>
            <a:custGeom>
              <a:rect b="b" l="l" r="r" t="t"/>
              <a:pathLst>
                <a:path extrusionOk="0" h="1848" w="1268">
                  <a:moveTo>
                    <a:pt x="634" y="1"/>
                  </a:moveTo>
                  <a:cubicBezTo>
                    <a:pt x="283" y="1"/>
                    <a:pt x="0" y="283"/>
                    <a:pt x="0" y="634"/>
                  </a:cubicBezTo>
                  <a:lnTo>
                    <a:pt x="0" y="1848"/>
                  </a:lnTo>
                  <a:lnTo>
                    <a:pt x="1268" y="1848"/>
                  </a:lnTo>
                  <a:lnTo>
                    <a:pt x="1268" y="634"/>
                  </a:lnTo>
                  <a:cubicBezTo>
                    <a:pt x="1268" y="283"/>
                    <a:pt x="982" y="1"/>
                    <a:pt x="6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2"/>
            <p:cNvSpPr/>
            <p:nvPr/>
          </p:nvSpPr>
          <p:spPr>
            <a:xfrm>
              <a:off x="2985282" y="1521268"/>
              <a:ext cx="16648" cy="48450"/>
            </a:xfrm>
            <a:custGeom>
              <a:rect b="b" l="l" r="r" t="t"/>
              <a:pathLst>
                <a:path extrusionOk="0" h="1848" w="635">
                  <a:moveTo>
                    <a:pt x="1" y="1"/>
                  </a:moveTo>
                  <a:lnTo>
                    <a:pt x="1" y="1848"/>
                  </a:lnTo>
                  <a:lnTo>
                    <a:pt x="635" y="1848"/>
                  </a:lnTo>
                  <a:lnTo>
                    <a:pt x="635" y="634"/>
                  </a:lnTo>
                  <a:cubicBezTo>
                    <a:pt x="635" y="283"/>
                    <a:pt x="349" y="1"/>
                    <a:pt x="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2"/>
            <p:cNvSpPr/>
            <p:nvPr/>
          </p:nvSpPr>
          <p:spPr>
            <a:xfrm>
              <a:off x="2674998" y="1515946"/>
              <a:ext cx="268074" cy="358393"/>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2"/>
            <p:cNvSpPr/>
            <p:nvPr/>
          </p:nvSpPr>
          <p:spPr>
            <a:xfrm>
              <a:off x="2674893" y="1515946"/>
              <a:ext cx="171515" cy="290962"/>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2"/>
            <p:cNvSpPr/>
            <p:nvPr/>
          </p:nvSpPr>
          <p:spPr>
            <a:xfrm>
              <a:off x="2729006" y="1758169"/>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2"/>
            <p:cNvSpPr/>
            <p:nvPr/>
          </p:nvSpPr>
          <p:spPr>
            <a:xfrm>
              <a:off x="2801943" y="1822271"/>
              <a:ext cx="86990" cy="10461"/>
            </a:xfrm>
            <a:custGeom>
              <a:rect b="b" l="l" r="r" t="t"/>
              <a:pathLst>
                <a:path extrusionOk="0" h="399" w="3318">
                  <a:moveTo>
                    <a:pt x="3057" y="0"/>
                  </a:moveTo>
                  <a:cubicBezTo>
                    <a:pt x="3056" y="0"/>
                    <a:pt x="3055" y="0"/>
                    <a:pt x="3053" y="0"/>
                  </a:cubicBezTo>
                  <a:lnTo>
                    <a:pt x="268" y="0"/>
                  </a:lnTo>
                  <a:cubicBezTo>
                    <a:pt x="0" y="0"/>
                    <a:pt x="0" y="399"/>
                    <a:pt x="268" y="399"/>
                  </a:cubicBezTo>
                  <a:lnTo>
                    <a:pt x="3053" y="399"/>
                  </a:lnTo>
                  <a:cubicBezTo>
                    <a:pt x="3317" y="399"/>
                    <a:pt x="3318" y="0"/>
                    <a:pt x="30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2"/>
            <p:cNvSpPr/>
            <p:nvPr/>
          </p:nvSpPr>
          <p:spPr>
            <a:xfrm>
              <a:off x="2729006" y="1731584"/>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2"/>
            <p:cNvSpPr/>
            <p:nvPr/>
          </p:nvSpPr>
          <p:spPr>
            <a:xfrm>
              <a:off x="2729006" y="1705000"/>
              <a:ext cx="159927" cy="10487"/>
            </a:xfrm>
            <a:custGeom>
              <a:rect b="b" l="l" r="r" t="t"/>
              <a:pathLst>
                <a:path extrusionOk="0" h="400" w="6100">
                  <a:moveTo>
                    <a:pt x="265" y="1"/>
                  </a:moveTo>
                  <a:cubicBezTo>
                    <a:pt x="1" y="1"/>
                    <a:pt x="1" y="399"/>
                    <a:pt x="265" y="399"/>
                  </a:cubicBezTo>
                  <a:lnTo>
                    <a:pt x="5835" y="399"/>
                  </a:lnTo>
                  <a:cubicBezTo>
                    <a:pt x="6100" y="399"/>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2"/>
            <p:cNvSpPr/>
            <p:nvPr/>
          </p:nvSpPr>
          <p:spPr>
            <a:xfrm>
              <a:off x="2729006" y="1678415"/>
              <a:ext cx="159927" cy="10461"/>
            </a:xfrm>
            <a:custGeom>
              <a:rect b="b" l="l" r="r" t="t"/>
              <a:pathLst>
                <a:path extrusionOk="0" h="399" w="6100">
                  <a:moveTo>
                    <a:pt x="5839" y="1"/>
                  </a:moveTo>
                  <a:cubicBezTo>
                    <a:pt x="5838" y="1"/>
                    <a:pt x="5837" y="1"/>
                    <a:pt x="5835" y="1"/>
                  </a:cubicBezTo>
                  <a:lnTo>
                    <a:pt x="265" y="1"/>
                  </a:lnTo>
                  <a:cubicBezTo>
                    <a:pt x="1" y="1"/>
                    <a:pt x="1" y="399"/>
                    <a:pt x="265" y="399"/>
                  </a:cubicBezTo>
                  <a:lnTo>
                    <a:pt x="5835" y="399"/>
                  </a:lnTo>
                  <a:cubicBezTo>
                    <a:pt x="6099" y="399"/>
                    <a:pt x="6100" y="1"/>
                    <a:pt x="5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2"/>
            <p:cNvSpPr/>
            <p:nvPr/>
          </p:nvSpPr>
          <p:spPr>
            <a:xfrm>
              <a:off x="2791404" y="1599894"/>
              <a:ext cx="35158" cy="62686"/>
            </a:xfrm>
            <a:custGeom>
              <a:rect b="b" l="l" r="r" t="t"/>
              <a:pathLst>
                <a:path extrusionOk="0" h="2391" w="1341">
                  <a:moveTo>
                    <a:pt x="290" y="0"/>
                  </a:moveTo>
                  <a:cubicBezTo>
                    <a:pt x="22" y="0"/>
                    <a:pt x="22" y="402"/>
                    <a:pt x="290" y="402"/>
                  </a:cubicBezTo>
                  <a:lnTo>
                    <a:pt x="468" y="402"/>
                  </a:lnTo>
                  <a:lnTo>
                    <a:pt x="468" y="1989"/>
                  </a:lnTo>
                  <a:lnTo>
                    <a:pt x="268" y="1989"/>
                  </a:lnTo>
                  <a:cubicBezTo>
                    <a:pt x="0" y="1989"/>
                    <a:pt x="0" y="2391"/>
                    <a:pt x="268" y="2391"/>
                  </a:cubicBezTo>
                  <a:lnTo>
                    <a:pt x="1072" y="2391"/>
                  </a:lnTo>
                  <a:cubicBezTo>
                    <a:pt x="1340" y="2391"/>
                    <a:pt x="1340" y="1989"/>
                    <a:pt x="1072" y="1989"/>
                  </a:cubicBezTo>
                  <a:lnTo>
                    <a:pt x="866" y="1989"/>
                  </a:lnTo>
                  <a:lnTo>
                    <a:pt x="866" y="200"/>
                  </a:lnTo>
                  <a:cubicBezTo>
                    <a:pt x="866" y="91"/>
                    <a:pt x="775"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2"/>
            <p:cNvSpPr/>
            <p:nvPr/>
          </p:nvSpPr>
          <p:spPr>
            <a:xfrm>
              <a:off x="2797670" y="1580205"/>
              <a:ext cx="19191" cy="16491"/>
            </a:xfrm>
            <a:custGeom>
              <a:rect b="b" l="l" r="r" t="t"/>
              <a:pathLst>
                <a:path extrusionOk="0" h="629" w="732">
                  <a:moveTo>
                    <a:pt x="316" y="1"/>
                  </a:moveTo>
                  <a:cubicBezTo>
                    <a:pt x="154" y="1"/>
                    <a:pt x="0" y="125"/>
                    <a:pt x="0" y="313"/>
                  </a:cubicBezTo>
                  <a:cubicBezTo>
                    <a:pt x="0" y="487"/>
                    <a:pt x="142" y="628"/>
                    <a:pt x="315" y="628"/>
                  </a:cubicBezTo>
                  <a:cubicBezTo>
                    <a:pt x="594" y="628"/>
                    <a:pt x="732" y="291"/>
                    <a:pt x="536" y="92"/>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2"/>
            <p:cNvSpPr/>
            <p:nvPr/>
          </p:nvSpPr>
          <p:spPr>
            <a:xfrm>
              <a:off x="2963364" y="1515946"/>
              <a:ext cx="43783" cy="358393"/>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1" name="Google Shape;12731;p82"/>
          <p:cNvGrpSpPr/>
          <p:nvPr/>
        </p:nvGrpSpPr>
        <p:grpSpPr>
          <a:xfrm>
            <a:off x="1753768" y="2438513"/>
            <a:ext cx="358839" cy="358419"/>
            <a:chOff x="1753768" y="2438513"/>
            <a:chExt cx="358839" cy="358419"/>
          </a:xfrm>
        </p:grpSpPr>
        <p:sp>
          <p:nvSpPr>
            <p:cNvPr id="12732" name="Google Shape;12732;p82"/>
            <p:cNvSpPr/>
            <p:nvPr/>
          </p:nvSpPr>
          <p:spPr>
            <a:xfrm>
              <a:off x="1873870" y="2524061"/>
              <a:ext cx="55660" cy="62319"/>
            </a:xfrm>
            <a:custGeom>
              <a:rect b="b" l="l" r="r" t="t"/>
              <a:pathLst>
                <a:path extrusionOk="0" h="2377" w="2123">
                  <a:moveTo>
                    <a:pt x="1152" y="1"/>
                  </a:moveTo>
                  <a:lnTo>
                    <a:pt x="316" y="837"/>
                  </a:lnTo>
                  <a:cubicBezTo>
                    <a:pt x="1" y="1152"/>
                    <a:pt x="1" y="1663"/>
                    <a:pt x="316" y="1978"/>
                  </a:cubicBezTo>
                  <a:lnTo>
                    <a:pt x="714" y="2376"/>
                  </a:lnTo>
                  <a:lnTo>
                    <a:pt x="2123" y="971"/>
                  </a:lnTo>
                  <a:lnTo>
                    <a:pt x="115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2"/>
            <p:cNvSpPr/>
            <p:nvPr/>
          </p:nvSpPr>
          <p:spPr>
            <a:xfrm>
              <a:off x="1822588" y="2443835"/>
              <a:ext cx="284801" cy="274130"/>
            </a:xfrm>
            <a:custGeom>
              <a:rect b="b" l="l" r="r" t="t"/>
              <a:pathLst>
                <a:path extrusionOk="0" h="10456" w="10863">
                  <a:moveTo>
                    <a:pt x="2366" y="0"/>
                  </a:moveTo>
                  <a:cubicBezTo>
                    <a:pt x="2073" y="0"/>
                    <a:pt x="1786" y="69"/>
                    <a:pt x="1526" y="196"/>
                  </a:cubicBezTo>
                  <a:lnTo>
                    <a:pt x="2830" y="1500"/>
                  </a:lnTo>
                  <a:cubicBezTo>
                    <a:pt x="2895" y="1565"/>
                    <a:pt x="2945" y="1644"/>
                    <a:pt x="2978" y="1731"/>
                  </a:cubicBezTo>
                  <a:cubicBezTo>
                    <a:pt x="3137" y="2159"/>
                    <a:pt x="2822" y="2611"/>
                    <a:pt x="2366" y="2611"/>
                  </a:cubicBezTo>
                  <a:cubicBezTo>
                    <a:pt x="2286" y="2611"/>
                    <a:pt x="2210" y="2597"/>
                    <a:pt x="2138" y="2568"/>
                  </a:cubicBezTo>
                  <a:cubicBezTo>
                    <a:pt x="2051" y="2535"/>
                    <a:pt x="1971" y="2485"/>
                    <a:pt x="1906" y="2419"/>
                  </a:cubicBezTo>
                  <a:lnTo>
                    <a:pt x="602" y="1119"/>
                  </a:lnTo>
                  <a:lnTo>
                    <a:pt x="602" y="1119"/>
                  </a:lnTo>
                  <a:cubicBezTo>
                    <a:pt x="1" y="2365"/>
                    <a:pt x="852" y="3821"/>
                    <a:pt x="2236" y="3908"/>
                  </a:cubicBezTo>
                  <a:lnTo>
                    <a:pt x="2366" y="3919"/>
                  </a:lnTo>
                  <a:cubicBezTo>
                    <a:pt x="2558" y="3919"/>
                    <a:pt x="2750" y="3890"/>
                    <a:pt x="2935" y="3828"/>
                  </a:cubicBezTo>
                  <a:cubicBezTo>
                    <a:pt x="2974" y="3817"/>
                    <a:pt x="3011" y="3807"/>
                    <a:pt x="3047" y="3792"/>
                  </a:cubicBezTo>
                  <a:lnTo>
                    <a:pt x="7071" y="7816"/>
                  </a:lnTo>
                  <a:cubicBezTo>
                    <a:pt x="7056" y="7852"/>
                    <a:pt x="7042" y="7888"/>
                    <a:pt x="7031" y="7924"/>
                  </a:cubicBezTo>
                  <a:cubicBezTo>
                    <a:pt x="6973" y="8109"/>
                    <a:pt x="6940" y="8301"/>
                    <a:pt x="6940" y="8497"/>
                  </a:cubicBezTo>
                  <a:lnTo>
                    <a:pt x="6955" y="8627"/>
                  </a:lnTo>
                  <a:cubicBezTo>
                    <a:pt x="7019" y="9700"/>
                    <a:pt x="7917" y="10456"/>
                    <a:pt x="8898" y="10456"/>
                  </a:cubicBezTo>
                  <a:cubicBezTo>
                    <a:pt x="9179" y="10456"/>
                    <a:pt x="9466" y="10394"/>
                    <a:pt x="9743" y="10260"/>
                  </a:cubicBezTo>
                  <a:lnTo>
                    <a:pt x="8440" y="8960"/>
                  </a:lnTo>
                  <a:cubicBezTo>
                    <a:pt x="8374" y="8895"/>
                    <a:pt x="8324" y="8815"/>
                    <a:pt x="8295" y="8725"/>
                  </a:cubicBezTo>
                  <a:cubicBezTo>
                    <a:pt x="8132" y="8301"/>
                    <a:pt x="8447" y="7845"/>
                    <a:pt x="8900" y="7845"/>
                  </a:cubicBezTo>
                  <a:cubicBezTo>
                    <a:pt x="8979" y="7845"/>
                    <a:pt x="9055" y="7859"/>
                    <a:pt x="9128" y="7892"/>
                  </a:cubicBezTo>
                  <a:cubicBezTo>
                    <a:pt x="9215" y="7921"/>
                    <a:pt x="9294" y="7972"/>
                    <a:pt x="9363" y="8037"/>
                  </a:cubicBezTo>
                  <a:lnTo>
                    <a:pt x="10663" y="9341"/>
                  </a:lnTo>
                  <a:cubicBezTo>
                    <a:pt x="10794" y="9080"/>
                    <a:pt x="10862" y="8794"/>
                    <a:pt x="10862" y="8500"/>
                  </a:cubicBezTo>
                  <a:cubicBezTo>
                    <a:pt x="10859" y="7472"/>
                    <a:pt x="10062" y="6617"/>
                    <a:pt x="9034" y="6552"/>
                  </a:cubicBezTo>
                  <a:lnTo>
                    <a:pt x="8900" y="6537"/>
                  </a:lnTo>
                  <a:cubicBezTo>
                    <a:pt x="8704" y="6541"/>
                    <a:pt x="8516" y="6570"/>
                    <a:pt x="8331" y="6628"/>
                  </a:cubicBezTo>
                  <a:cubicBezTo>
                    <a:pt x="8295" y="6639"/>
                    <a:pt x="8258" y="6653"/>
                    <a:pt x="8222" y="6664"/>
                  </a:cubicBezTo>
                  <a:lnTo>
                    <a:pt x="4202" y="2640"/>
                  </a:lnTo>
                  <a:cubicBezTo>
                    <a:pt x="4213" y="2604"/>
                    <a:pt x="4227" y="2568"/>
                    <a:pt x="4238" y="2532"/>
                  </a:cubicBezTo>
                  <a:cubicBezTo>
                    <a:pt x="4296" y="2347"/>
                    <a:pt x="4325" y="2155"/>
                    <a:pt x="4329" y="1963"/>
                  </a:cubicBezTo>
                  <a:lnTo>
                    <a:pt x="4314" y="1829"/>
                  </a:lnTo>
                  <a:cubicBezTo>
                    <a:pt x="4249" y="801"/>
                    <a:pt x="3394" y="0"/>
                    <a:pt x="236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2"/>
            <p:cNvSpPr/>
            <p:nvPr/>
          </p:nvSpPr>
          <p:spPr>
            <a:xfrm>
              <a:off x="1899511" y="2510192"/>
              <a:ext cx="141601" cy="141522"/>
            </a:xfrm>
            <a:custGeom>
              <a:rect b="b" l="l" r="r" t="t"/>
              <a:pathLst>
                <a:path extrusionOk="0" h="5398" w="5401">
                  <a:moveTo>
                    <a:pt x="1304" y="1"/>
                  </a:moveTo>
                  <a:lnTo>
                    <a:pt x="1" y="1305"/>
                  </a:lnTo>
                  <a:cubicBezTo>
                    <a:pt x="37" y="1290"/>
                    <a:pt x="73" y="1279"/>
                    <a:pt x="109" y="1265"/>
                  </a:cubicBezTo>
                  <a:lnTo>
                    <a:pt x="4133" y="5288"/>
                  </a:lnTo>
                  <a:cubicBezTo>
                    <a:pt x="4122" y="5325"/>
                    <a:pt x="4108" y="5361"/>
                    <a:pt x="4097" y="5397"/>
                  </a:cubicBezTo>
                  <a:lnTo>
                    <a:pt x="5401" y="4097"/>
                  </a:lnTo>
                  <a:lnTo>
                    <a:pt x="5401" y="4097"/>
                  </a:lnTo>
                  <a:cubicBezTo>
                    <a:pt x="5361" y="4108"/>
                    <a:pt x="5324" y="4119"/>
                    <a:pt x="5292" y="4133"/>
                  </a:cubicBezTo>
                  <a:lnTo>
                    <a:pt x="1265" y="109"/>
                  </a:lnTo>
                  <a:cubicBezTo>
                    <a:pt x="1279" y="73"/>
                    <a:pt x="1290" y="37"/>
                    <a:pt x="130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2"/>
            <p:cNvSpPr/>
            <p:nvPr/>
          </p:nvSpPr>
          <p:spPr>
            <a:xfrm>
              <a:off x="1797053" y="2519447"/>
              <a:ext cx="236167" cy="237373"/>
            </a:xfrm>
            <a:custGeom>
              <a:rect b="b" l="l" r="r" t="t"/>
              <a:pathLst>
                <a:path extrusionOk="0" h="9054" w="9008">
                  <a:moveTo>
                    <a:pt x="5846" y="1"/>
                  </a:moveTo>
                  <a:cubicBezTo>
                    <a:pt x="5699" y="1"/>
                    <a:pt x="5553" y="57"/>
                    <a:pt x="5441" y="169"/>
                  </a:cubicBezTo>
                  <a:lnTo>
                    <a:pt x="2742" y="2867"/>
                  </a:lnTo>
                  <a:cubicBezTo>
                    <a:pt x="2463" y="3146"/>
                    <a:pt x="2463" y="3599"/>
                    <a:pt x="2742" y="3882"/>
                  </a:cubicBezTo>
                  <a:lnTo>
                    <a:pt x="2847" y="3983"/>
                  </a:lnTo>
                  <a:lnTo>
                    <a:pt x="1" y="6830"/>
                  </a:lnTo>
                  <a:lnTo>
                    <a:pt x="2228" y="9053"/>
                  </a:lnTo>
                  <a:lnTo>
                    <a:pt x="5071" y="6210"/>
                  </a:lnTo>
                  <a:cubicBezTo>
                    <a:pt x="5212" y="6350"/>
                    <a:pt x="5396" y="6419"/>
                    <a:pt x="5580" y="6419"/>
                  </a:cubicBezTo>
                  <a:cubicBezTo>
                    <a:pt x="5764" y="6419"/>
                    <a:pt x="5948" y="6350"/>
                    <a:pt x="6089" y="6210"/>
                  </a:cubicBezTo>
                  <a:lnTo>
                    <a:pt x="8783" y="3516"/>
                  </a:lnTo>
                  <a:cubicBezTo>
                    <a:pt x="9008" y="3291"/>
                    <a:pt x="9008" y="2925"/>
                    <a:pt x="8783" y="2701"/>
                  </a:cubicBezTo>
                  <a:lnTo>
                    <a:pt x="8758" y="2675"/>
                  </a:lnTo>
                  <a:cubicBezTo>
                    <a:pt x="8646" y="2565"/>
                    <a:pt x="8499" y="2510"/>
                    <a:pt x="8352" y="2510"/>
                  </a:cubicBezTo>
                  <a:cubicBezTo>
                    <a:pt x="8206" y="2510"/>
                    <a:pt x="8059" y="2565"/>
                    <a:pt x="7947" y="2675"/>
                  </a:cubicBezTo>
                  <a:cubicBezTo>
                    <a:pt x="8171" y="2455"/>
                    <a:pt x="8171" y="2092"/>
                    <a:pt x="7947" y="1868"/>
                  </a:cubicBezTo>
                  <a:lnTo>
                    <a:pt x="7921" y="1842"/>
                  </a:lnTo>
                  <a:cubicBezTo>
                    <a:pt x="7809" y="1730"/>
                    <a:pt x="7662" y="1674"/>
                    <a:pt x="7516" y="1674"/>
                  </a:cubicBezTo>
                  <a:cubicBezTo>
                    <a:pt x="7369" y="1674"/>
                    <a:pt x="7222" y="1730"/>
                    <a:pt x="7110" y="1842"/>
                  </a:cubicBezTo>
                  <a:cubicBezTo>
                    <a:pt x="7335" y="1618"/>
                    <a:pt x="7335" y="1256"/>
                    <a:pt x="7110" y="1031"/>
                  </a:cubicBezTo>
                  <a:lnTo>
                    <a:pt x="7085" y="1006"/>
                  </a:lnTo>
                  <a:cubicBezTo>
                    <a:pt x="6974" y="894"/>
                    <a:pt x="6828" y="837"/>
                    <a:pt x="6681" y="837"/>
                  </a:cubicBezTo>
                  <a:cubicBezTo>
                    <a:pt x="6534" y="837"/>
                    <a:pt x="6388" y="894"/>
                    <a:pt x="6277" y="1006"/>
                  </a:cubicBezTo>
                  <a:cubicBezTo>
                    <a:pt x="6498" y="781"/>
                    <a:pt x="6498" y="419"/>
                    <a:pt x="6277" y="195"/>
                  </a:cubicBezTo>
                  <a:lnTo>
                    <a:pt x="6252" y="169"/>
                  </a:lnTo>
                  <a:cubicBezTo>
                    <a:pt x="6140" y="57"/>
                    <a:pt x="5993" y="1"/>
                    <a:pt x="584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2"/>
            <p:cNvSpPr/>
            <p:nvPr/>
          </p:nvSpPr>
          <p:spPr>
            <a:xfrm>
              <a:off x="1815012" y="2636377"/>
              <a:ext cx="102563" cy="102589"/>
            </a:xfrm>
            <a:custGeom>
              <a:rect b="b" l="l" r="r" t="t"/>
              <a:pathLst>
                <a:path extrusionOk="0" h="3913" w="3912">
                  <a:moveTo>
                    <a:pt x="1684" y="1"/>
                  </a:moveTo>
                  <a:lnTo>
                    <a:pt x="0" y="1685"/>
                  </a:lnTo>
                  <a:lnTo>
                    <a:pt x="2228" y="3912"/>
                  </a:lnTo>
                  <a:lnTo>
                    <a:pt x="3912" y="2228"/>
                  </a:lnTo>
                  <a:lnTo>
                    <a:pt x="1684"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2"/>
            <p:cNvSpPr/>
            <p:nvPr/>
          </p:nvSpPr>
          <p:spPr>
            <a:xfrm>
              <a:off x="1802191" y="2635144"/>
              <a:ext cx="113863" cy="113967"/>
            </a:xfrm>
            <a:custGeom>
              <a:rect b="b" l="l" r="r" t="t"/>
              <a:pathLst>
                <a:path extrusionOk="0" h="4347" w="4343">
                  <a:moveTo>
                    <a:pt x="1076" y="1"/>
                  </a:moveTo>
                  <a:lnTo>
                    <a:pt x="0" y="1077"/>
                  </a:lnTo>
                  <a:lnTo>
                    <a:pt x="3267" y="4347"/>
                  </a:lnTo>
                  <a:lnTo>
                    <a:pt x="4343" y="3268"/>
                  </a:lnTo>
                  <a:lnTo>
                    <a:pt x="1076"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2"/>
            <p:cNvSpPr/>
            <p:nvPr/>
          </p:nvSpPr>
          <p:spPr>
            <a:xfrm>
              <a:off x="1759562" y="2659264"/>
              <a:ext cx="132372" cy="132398"/>
            </a:xfrm>
            <a:custGeom>
              <a:rect b="b" l="l" r="r" t="t"/>
              <a:pathLst>
                <a:path extrusionOk="0" h="5050" w="5049">
                  <a:moveTo>
                    <a:pt x="1782" y="1"/>
                  </a:moveTo>
                  <a:lnTo>
                    <a:pt x="0" y="1783"/>
                  </a:lnTo>
                  <a:lnTo>
                    <a:pt x="3267" y="5049"/>
                  </a:lnTo>
                  <a:lnTo>
                    <a:pt x="5049" y="3268"/>
                  </a:lnTo>
                  <a:lnTo>
                    <a:pt x="17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2"/>
            <p:cNvSpPr/>
            <p:nvPr/>
          </p:nvSpPr>
          <p:spPr>
            <a:xfrm>
              <a:off x="1759562" y="2686347"/>
              <a:ext cx="105316" cy="105316"/>
            </a:xfrm>
            <a:custGeom>
              <a:rect b="b" l="l" r="r" t="t"/>
              <a:pathLst>
                <a:path extrusionOk="0" h="4017" w="4017">
                  <a:moveTo>
                    <a:pt x="750" y="0"/>
                  </a:moveTo>
                  <a:lnTo>
                    <a:pt x="0" y="750"/>
                  </a:lnTo>
                  <a:lnTo>
                    <a:pt x="3267" y="4016"/>
                  </a:lnTo>
                  <a:lnTo>
                    <a:pt x="4017" y="3267"/>
                  </a:lnTo>
                  <a:lnTo>
                    <a:pt x="75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2"/>
            <p:cNvSpPr/>
            <p:nvPr/>
          </p:nvSpPr>
          <p:spPr>
            <a:xfrm>
              <a:off x="1753768" y="2438513"/>
              <a:ext cx="358839" cy="358419"/>
            </a:xfrm>
            <a:custGeom>
              <a:rect b="b" l="l" r="r" t="t"/>
              <a:pathLst>
                <a:path extrusionOk="0" h="13671" w="13687">
                  <a:moveTo>
                    <a:pt x="5614" y="4230"/>
                  </a:moveTo>
                  <a:lnTo>
                    <a:pt x="5726" y="4339"/>
                  </a:lnTo>
                  <a:lnTo>
                    <a:pt x="5002" y="5063"/>
                  </a:lnTo>
                  <a:cubicBezTo>
                    <a:pt x="4824" y="4853"/>
                    <a:pt x="4813" y="4553"/>
                    <a:pt x="4969" y="4328"/>
                  </a:cubicBezTo>
                  <a:lnTo>
                    <a:pt x="4987" y="4328"/>
                  </a:lnTo>
                  <a:cubicBezTo>
                    <a:pt x="5201" y="4325"/>
                    <a:pt x="5411" y="4292"/>
                    <a:pt x="5614" y="4230"/>
                  </a:cubicBezTo>
                  <a:close/>
                  <a:moveTo>
                    <a:pt x="10510" y="6809"/>
                  </a:moveTo>
                  <a:lnTo>
                    <a:pt x="10706" y="7008"/>
                  </a:lnTo>
                  <a:cubicBezTo>
                    <a:pt x="10743" y="7045"/>
                    <a:pt x="10793" y="7066"/>
                    <a:pt x="10845" y="7066"/>
                  </a:cubicBezTo>
                  <a:cubicBezTo>
                    <a:pt x="10869" y="7066"/>
                    <a:pt x="10893" y="7061"/>
                    <a:pt x="10916" y="7052"/>
                  </a:cubicBezTo>
                  <a:cubicBezTo>
                    <a:pt x="11108" y="6979"/>
                    <a:pt x="11311" y="6940"/>
                    <a:pt x="11517" y="6936"/>
                  </a:cubicBezTo>
                  <a:lnTo>
                    <a:pt x="11640" y="6950"/>
                  </a:lnTo>
                  <a:lnTo>
                    <a:pt x="11644" y="6950"/>
                  </a:lnTo>
                  <a:cubicBezTo>
                    <a:pt x="12568" y="7012"/>
                    <a:pt x="13281" y="7776"/>
                    <a:pt x="13288" y="8700"/>
                  </a:cubicBezTo>
                  <a:cubicBezTo>
                    <a:pt x="13288" y="8863"/>
                    <a:pt x="13263" y="9026"/>
                    <a:pt x="13216" y="9185"/>
                  </a:cubicBezTo>
                  <a:lnTo>
                    <a:pt x="12129" y="8098"/>
                  </a:lnTo>
                  <a:cubicBezTo>
                    <a:pt x="12042" y="8012"/>
                    <a:pt x="11937" y="7943"/>
                    <a:pt x="11821" y="7903"/>
                  </a:cubicBezTo>
                  <a:cubicBezTo>
                    <a:pt x="11727" y="7867"/>
                    <a:pt x="11626" y="7845"/>
                    <a:pt x="11525" y="7845"/>
                  </a:cubicBezTo>
                  <a:cubicBezTo>
                    <a:pt x="10931" y="7845"/>
                    <a:pt x="10521" y="8439"/>
                    <a:pt x="10728" y="8993"/>
                  </a:cubicBezTo>
                  <a:cubicBezTo>
                    <a:pt x="10768" y="9109"/>
                    <a:pt x="10836" y="9218"/>
                    <a:pt x="10923" y="9301"/>
                  </a:cubicBezTo>
                  <a:lnTo>
                    <a:pt x="12006" y="10387"/>
                  </a:lnTo>
                  <a:cubicBezTo>
                    <a:pt x="11850" y="10434"/>
                    <a:pt x="11687" y="10460"/>
                    <a:pt x="11525" y="10460"/>
                  </a:cubicBezTo>
                  <a:cubicBezTo>
                    <a:pt x="10601" y="10453"/>
                    <a:pt x="9840" y="9739"/>
                    <a:pt x="9775" y="8819"/>
                  </a:cubicBezTo>
                  <a:lnTo>
                    <a:pt x="9775" y="8812"/>
                  </a:lnTo>
                  <a:lnTo>
                    <a:pt x="9764" y="8692"/>
                  </a:lnTo>
                  <a:cubicBezTo>
                    <a:pt x="9768" y="8486"/>
                    <a:pt x="9808" y="8283"/>
                    <a:pt x="9880" y="8091"/>
                  </a:cubicBezTo>
                  <a:cubicBezTo>
                    <a:pt x="9909" y="8019"/>
                    <a:pt x="9891" y="7936"/>
                    <a:pt x="9837" y="7881"/>
                  </a:cubicBezTo>
                  <a:lnTo>
                    <a:pt x="9638" y="7682"/>
                  </a:lnTo>
                  <a:lnTo>
                    <a:pt x="10510" y="6809"/>
                  </a:lnTo>
                  <a:close/>
                  <a:moveTo>
                    <a:pt x="2919" y="7783"/>
                  </a:moveTo>
                  <a:lnTo>
                    <a:pt x="3350" y="8214"/>
                  </a:lnTo>
                  <a:lnTo>
                    <a:pt x="5578" y="10442"/>
                  </a:lnTo>
                  <a:lnTo>
                    <a:pt x="5904" y="10768"/>
                  </a:lnTo>
                  <a:lnTo>
                    <a:pt x="5270" y="11401"/>
                  </a:lnTo>
                  <a:lnTo>
                    <a:pt x="2286" y="8417"/>
                  </a:lnTo>
                  <a:lnTo>
                    <a:pt x="2919" y="7783"/>
                  </a:lnTo>
                  <a:close/>
                  <a:moveTo>
                    <a:pt x="4987" y="0"/>
                  </a:moveTo>
                  <a:cubicBezTo>
                    <a:pt x="4669" y="4"/>
                    <a:pt x="4350" y="80"/>
                    <a:pt x="4064" y="221"/>
                  </a:cubicBezTo>
                  <a:cubicBezTo>
                    <a:pt x="3941" y="283"/>
                    <a:pt x="3912" y="446"/>
                    <a:pt x="4009" y="544"/>
                  </a:cubicBezTo>
                  <a:lnTo>
                    <a:pt x="5313" y="1844"/>
                  </a:lnTo>
                  <a:lnTo>
                    <a:pt x="5313" y="1847"/>
                  </a:lnTo>
                  <a:cubicBezTo>
                    <a:pt x="5360" y="1894"/>
                    <a:pt x="5393" y="1949"/>
                    <a:pt x="5418" y="2010"/>
                  </a:cubicBezTo>
                  <a:cubicBezTo>
                    <a:pt x="5476" y="2173"/>
                    <a:pt x="5436" y="2358"/>
                    <a:pt x="5313" y="2485"/>
                  </a:cubicBezTo>
                  <a:cubicBezTo>
                    <a:pt x="5226" y="2568"/>
                    <a:pt x="5110" y="2615"/>
                    <a:pt x="4991" y="2615"/>
                  </a:cubicBezTo>
                  <a:cubicBezTo>
                    <a:pt x="4871" y="2612"/>
                    <a:pt x="4759" y="2568"/>
                    <a:pt x="4672" y="2488"/>
                  </a:cubicBezTo>
                  <a:lnTo>
                    <a:pt x="4669" y="2485"/>
                  </a:lnTo>
                  <a:lnTo>
                    <a:pt x="3365" y="1181"/>
                  </a:lnTo>
                  <a:cubicBezTo>
                    <a:pt x="3325" y="1141"/>
                    <a:pt x="3274" y="1123"/>
                    <a:pt x="3224" y="1123"/>
                  </a:cubicBezTo>
                  <a:cubicBezTo>
                    <a:pt x="3150" y="1123"/>
                    <a:pt x="3077" y="1163"/>
                    <a:pt x="3042" y="1239"/>
                  </a:cubicBezTo>
                  <a:cubicBezTo>
                    <a:pt x="2438" y="2496"/>
                    <a:pt x="3176" y="3988"/>
                    <a:pt x="4542" y="4270"/>
                  </a:cubicBezTo>
                  <a:cubicBezTo>
                    <a:pt x="4386" y="4633"/>
                    <a:pt x="4455" y="5053"/>
                    <a:pt x="4716" y="5346"/>
                  </a:cubicBezTo>
                  <a:lnTo>
                    <a:pt x="4252" y="5810"/>
                  </a:lnTo>
                  <a:cubicBezTo>
                    <a:pt x="3908" y="6154"/>
                    <a:pt x="3894" y="6708"/>
                    <a:pt x="4216" y="7070"/>
                  </a:cubicBezTo>
                  <a:lnTo>
                    <a:pt x="3492" y="7791"/>
                  </a:lnTo>
                  <a:lnTo>
                    <a:pt x="3064" y="7360"/>
                  </a:lnTo>
                  <a:cubicBezTo>
                    <a:pt x="3024" y="7320"/>
                    <a:pt x="2973" y="7300"/>
                    <a:pt x="2922" y="7300"/>
                  </a:cubicBezTo>
                  <a:cubicBezTo>
                    <a:pt x="2870" y="7300"/>
                    <a:pt x="2820" y="7320"/>
                    <a:pt x="2782" y="7360"/>
                  </a:cubicBezTo>
                  <a:lnTo>
                    <a:pt x="1706" y="8435"/>
                  </a:lnTo>
                  <a:lnTo>
                    <a:pt x="80" y="10061"/>
                  </a:lnTo>
                  <a:cubicBezTo>
                    <a:pt x="0" y="10138"/>
                    <a:pt x="0" y="10264"/>
                    <a:pt x="80" y="10344"/>
                  </a:cubicBezTo>
                  <a:lnTo>
                    <a:pt x="1329" y="11593"/>
                  </a:lnTo>
                  <a:cubicBezTo>
                    <a:pt x="1374" y="11639"/>
                    <a:pt x="1423" y="11659"/>
                    <a:pt x="1471" y="11659"/>
                  </a:cubicBezTo>
                  <a:cubicBezTo>
                    <a:pt x="1627" y="11659"/>
                    <a:pt x="1762" y="11455"/>
                    <a:pt x="1612" y="11311"/>
                  </a:cubicBezTo>
                  <a:lnTo>
                    <a:pt x="504" y="10203"/>
                  </a:lnTo>
                  <a:lnTo>
                    <a:pt x="2003" y="8703"/>
                  </a:lnTo>
                  <a:lnTo>
                    <a:pt x="4991" y="11688"/>
                  </a:lnTo>
                  <a:lnTo>
                    <a:pt x="3492" y="13187"/>
                  </a:lnTo>
                  <a:lnTo>
                    <a:pt x="2170" y="11869"/>
                  </a:lnTo>
                  <a:cubicBezTo>
                    <a:pt x="2126" y="11826"/>
                    <a:pt x="2078" y="11808"/>
                    <a:pt x="2031" y="11808"/>
                  </a:cubicBezTo>
                  <a:cubicBezTo>
                    <a:pt x="1877" y="11808"/>
                    <a:pt x="1745" y="12006"/>
                    <a:pt x="1887" y="12151"/>
                  </a:cubicBezTo>
                  <a:lnTo>
                    <a:pt x="3350" y="13611"/>
                  </a:lnTo>
                  <a:cubicBezTo>
                    <a:pt x="3388" y="13651"/>
                    <a:pt x="3439" y="13670"/>
                    <a:pt x="3490" y="13670"/>
                  </a:cubicBezTo>
                  <a:cubicBezTo>
                    <a:pt x="3541" y="13670"/>
                    <a:pt x="3593" y="13651"/>
                    <a:pt x="3633" y="13611"/>
                  </a:cubicBezTo>
                  <a:lnTo>
                    <a:pt x="5255" y="11988"/>
                  </a:lnTo>
                  <a:lnTo>
                    <a:pt x="5259" y="11988"/>
                  </a:lnTo>
                  <a:lnTo>
                    <a:pt x="6335" y="10913"/>
                  </a:lnTo>
                  <a:cubicBezTo>
                    <a:pt x="6411" y="10833"/>
                    <a:pt x="6411" y="10706"/>
                    <a:pt x="6335" y="10626"/>
                  </a:cubicBezTo>
                  <a:lnTo>
                    <a:pt x="6005" y="10300"/>
                  </a:lnTo>
                  <a:lnTo>
                    <a:pt x="6740" y="9565"/>
                  </a:lnTo>
                  <a:cubicBezTo>
                    <a:pt x="6891" y="9662"/>
                    <a:pt x="7063" y="9710"/>
                    <a:pt x="7234" y="9710"/>
                  </a:cubicBezTo>
                  <a:cubicBezTo>
                    <a:pt x="7424" y="9710"/>
                    <a:pt x="7613" y="9651"/>
                    <a:pt x="7772" y="9533"/>
                  </a:cubicBezTo>
                  <a:cubicBezTo>
                    <a:pt x="7944" y="9402"/>
                    <a:pt x="7821" y="9168"/>
                    <a:pt x="7653" y="9168"/>
                  </a:cubicBezTo>
                  <a:cubicBezTo>
                    <a:pt x="7616" y="9168"/>
                    <a:pt x="7576" y="9180"/>
                    <a:pt x="7537" y="9207"/>
                  </a:cubicBezTo>
                  <a:cubicBezTo>
                    <a:pt x="7445" y="9275"/>
                    <a:pt x="7338" y="9308"/>
                    <a:pt x="7231" y="9308"/>
                  </a:cubicBezTo>
                  <a:cubicBezTo>
                    <a:pt x="7099" y="9308"/>
                    <a:pt x="6967" y="9256"/>
                    <a:pt x="6867" y="9156"/>
                  </a:cubicBezTo>
                  <a:cubicBezTo>
                    <a:pt x="6827" y="9116"/>
                    <a:pt x="6776" y="9096"/>
                    <a:pt x="6724" y="9096"/>
                  </a:cubicBezTo>
                  <a:cubicBezTo>
                    <a:pt x="6673" y="9096"/>
                    <a:pt x="6623" y="9116"/>
                    <a:pt x="6584" y="9156"/>
                  </a:cubicBezTo>
                  <a:lnTo>
                    <a:pt x="5723" y="10014"/>
                  </a:lnTo>
                  <a:lnTo>
                    <a:pt x="3781" y="8073"/>
                  </a:lnTo>
                  <a:lnTo>
                    <a:pt x="4640" y="7211"/>
                  </a:lnTo>
                  <a:cubicBezTo>
                    <a:pt x="4719" y="7135"/>
                    <a:pt x="4719" y="7008"/>
                    <a:pt x="4640" y="6929"/>
                  </a:cubicBezTo>
                  <a:lnTo>
                    <a:pt x="4538" y="6827"/>
                  </a:lnTo>
                  <a:cubicBezTo>
                    <a:pt x="4335" y="6624"/>
                    <a:pt x="4335" y="6295"/>
                    <a:pt x="4538" y="6096"/>
                  </a:cubicBezTo>
                  <a:lnTo>
                    <a:pt x="5143" y="5491"/>
                  </a:lnTo>
                  <a:lnTo>
                    <a:pt x="6150" y="4484"/>
                  </a:lnTo>
                  <a:lnTo>
                    <a:pt x="7233" y="3398"/>
                  </a:lnTo>
                  <a:cubicBezTo>
                    <a:pt x="7247" y="3383"/>
                    <a:pt x="7265" y="3365"/>
                    <a:pt x="7287" y="3354"/>
                  </a:cubicBezTo>
                  <a:cubicBezTo>
                    <a:pt x="7351" y="3309"/>
                    <a:pt x="7424" y="3287"/>
                    <a:pt x="7497" y="3287"/>
                  </a:cubicBezTo>
                  <a:cubicBezTo>
                    <a:pt x="7594" y="3287"/>
                    <a:pt x="7689" y="3325"/>
                    <a:pt x="7762" y="3398"/>
                  </a:cubicBezTo>
                  <a:lnTo>
                    <a:pt x="7787" y="3423"/>
                  </a:lnTo>
                  <a:cubicBezTo>
                    <a:pt x="7932" y="3568"/>
                    <a:pt x="7932" y="3803"/>
                    <a:pt x="7787" y="3948"/>
                  </a:cubicBezTo>
                  <a:lnTo>
                    <a:pt x="6592" y="5143"/>
                  </a:lnTo>
                  <a:cubicBezTo>
                    <a:pt x="6452" y="5288"/>
                    <a:pt x="6583" y="5485"/>
                    <a:pt x="6739" y="5485"/>
                  </a:cubicBezTo>
                  <a:cubicBezTo>
                    <a:pt x="6785" y="5485"/>
                    <a:pt x="6834" y="5467"/>
                    <a:pt x="6878" y="5426"/>
                  </a:cubicBezTo>
                  <a:lnTo>
                    <a:pt x="8066" y="4238"/>
                  </a:lnTo>
                  <a:cubicBezTo>
                    <a:pt x="8140" y="4163"/>
                    <a:pt x="8236" y="4126"/>
                    <a:pt x="8332" y="4126"/>
                  </a:cubicBezTo>
                  <a:cubicBezTo>
                    <a:pt x="8427" y="4126"/>
                    <a:pt x="8522" y="4163"/>
                    <a:pt x="8595" y="4238"/>
                  </a:cubicBezTo>
                  <a:lnTo>
                    <a:pt x="8620" y="4263"/>
                  </a:lnTo>
                  <a:cubicBezTo>
                    <a:pt x="8747" y="4390"/>
                    <a:pt x="8765" y="4589"/>
                    <a:pt x="8663" y="4738"/>
                  </a:cubicBezTo>
                  <a:cubicBezTo>
                    <a:pt x="8649" y="4756"/>
                    <a:pt x="8634" y="4774"/>
                    <a:pt x="8620" y="4788"/>
                  </a:cubicBezTo>
                  <a:lnTo>
                    <a:pt x="7428" y="5980"/>
                  </a:lnTo>
                  <a:cubicBezTo>
                    <a:pt x="7289" y="6125"/>
                    <a:pt x="7420" y="6321"/>
                    <a:pt x="7574" y="6321"/>
                  </a:cubicBezTo>
                  <a:cubicBezTo>
                    <a:pt x="7620" y="6321"/>
                    <a:pt x="7668" y="6304"/>
                    <a:pt x="7711" y="6262"/>
                  </a:cubicBezTo>
                  <a:lnTo>
                    <a:pt x="8906" y="5071"/>
                  </a:lnTo>
                  <a:cubicBezTo>
                    <a:pt x="8920" y="5053"/>
                    <a:pt x="8939" y="5038"/>
                    <a:pt x="8957" y="5024"/>
                  </a:cubicBezTo>
                  <a:cubicBezTo>
                    <a:pt x="9021" y="4980"/>
                    <a:pt x="9094" y="4959"/>
                    <a:pt x="9167" y="4959"/>
                  </a:cubicBezTo>
                  <a:cubicBezTo>
                    <a:pt x="9263" y="4959"/>
                    <a:pt x="9359" y="4996"/>
                    <a:pt x="9431" y="5071"/>
                  </a:cubicBezTo>
                  <a:lnTo>
                    <a:pt x="9457" y="5096"/>
                  </a:lnTo>
                  <a:cubicBezTo>
                    <a:pt x="9583" y="5223"/>
                    <a:pt x="9601" y="5422"/>
                    <a:pt x="9500" y="5571"/>
                  </a:cubicBezTo>
                  <a:cubicBezTo>
                    <a:pt x="9489" y="5589"/>
                    <a:pt x="9475" y="5607"/>
                    <a:pt x="9457" y="5621"/>
                  </a:cubicBezTo>
                  <a:lnTo>
                    <a:pt x="8265" y="6816"/>
                  </a:lnTo>
                  <a:cubicBezTo>
                    <a:pt x="8126" y="6961"/>
                    <a:pt x="8256" y="7160"/>
                    <a:pt x="8410" y="7160"/>
                  </a:cubicBezTo>
                  <a:cubicBezTo>
                    <a:pt x="8456" y="7160"/>
                    <a:pt x="8504" y="7142"/>
                    <a:pt x="8547" y="7099"/>
                  </a:cubicBezTo>
                  <a:lnTo>
                    <a:pt x="9739" y="5907"/>
                  </a:lnTo>
                  <a:cubicBezTo>
                    <a:pt x="9757" y="5889"/>
                    <a:pt x="9775" y="5875"/>
                    <a:pt x="9793" y="5864"/>
                  </a:cubicBezTo>
                  <a:cubicBezTo>
                    <a:pt x="9858" y="5818"/>
                    <a:pt x="9933" y="5796"/>
                    <a:pt x="10007" y="5796"/>
                  </a:cubicBezTo>
                  <a:cubicBezTo>
                    <a:pt x="10102" y="5796"/>
                    <a:pt x="10196" y="5832"/>
                    <a:pt x="10268" y="5904"/>
                  </a:cubicBezTo>
                  <a:lnTo>
                    <a:pt x="10293" y="5933"/>
                  </a:lnTo>
                  <a:cubicBezTo>
                    <a:pt x="10438" y="6078"/>
                    <a:pt x="10438" y="6313"/>
                    <a:pt x="10293" y="6458"/>
                  </a:cubicBezTo>
                  <a:lnTo>
                    <a:pt x="8073" y="8678"/>
                  </a:lnTo>
                  <a:cubicBezTo>
                    <a:pt x="7934" y="8823"/>
                    <a:pt x="8065" y="9020"/>
                    <a:pt x="8220" y="9020"/>
                  </a:cubicBezTo>
                  <a:cubicBezTo>
                    <a:pt x="8266" y="9020"/>
                    <a:pt x="8315" y="9002"/>
                    <a:pt x="8359" y="8960"/>
                  </a:cubicBezTo>
                  <a:lnTo>
                    <a:pt x="9351" y="7968"/>
                  </a:lnTo>
                  <a:lnTo>
                    <a:pt x="9460" y="8077"/>
                  </a:lnTo>
                  <a:cubicBezTo>
                    <a:pt x="9399" y="8280"/>
                    <a:pt x="9366" y="8490"/>
                    <a:pt x="9362" y="8703"/>
                  </a:cubicBezTo>
                  <a:lnTo>
                    <a:pt x="9362" y="8721"/>
                  </a:lnTo>
                  <a:lnTo>
                    <a:pt x="9377" y="8852"/>
                  </a:lnTo>
                  <a:cubicBezTo>
                    <a:pt x="9413" y="9395"/>
                    <a:pt x="9652" y="9902"/>
                    <a:pt x="10050" y="10279"/>
                  </a:cubicBezTo>
                  <a:cubicBezTo>
                    <a:pt x="10456" y="10661"/>
                    <a:pt x="10984" y="10862"/>
                    <a:pt x="11520" y="10862"/>
                  </a:cubicBezTo>
                  <a:cubicBezTo>
                    <a:pt x="11836" y="10862"/>
                    <a:pt x="12155" y="10792"/>
                    <a:pt x="12452" y="10648"/>
                  </a:cubicBezTo>
                  <a:cubicBezTo>
                    <a:pt x="12575" y="10590"/>
                    <a:pt x="12604" y="10424"/>
                    <a:pt x="12506" y="10326"/>
                  </a:cubicBezTo>
                  <a:lnTo>
                    <a:pt x="11206" y="9022"/>
                  </a:lnTo>
                  <a:lnTo>
                    <a:pt x="11202" y="9018"/>
                  </a:lnTo>
                  <a:cubicBezTo>
                    <a:pt x="11159" y="8975"/>
                    <a:pt x="11126" y="8924"/>
                    <a:pt x="11104" y="8866"/>
                  </a:cubicBezTo>
                  <a:lnTo>
                    <a:pt x="11104" y="8859"/>
                  </a:lnTo>
                  <a:cubicBezTo>
                    <a:pt x="11039" y="8696"/>
                    <a:pt x="11079" y="8508"/>
                    <a:pt x="11206" y="8381"/>
                  </a:cubicBezTo>
                  <a:cubicBezTo>
                    <a:pt x="11289" y="8298"/>
                    <a:pt x="11401" y="8251"/>
                    <a:pt x="11521" y="8251"/>
                  </a:cubicBezTo>
                  <a:cubicBezTo>
                    <a:pt x="11575" y="8251"/>
                    <a:pt x="11626" y="8258"/>
                    <a:pt x="11673" y="8280"/>
                  </a:cubicBezTo>
                  <a:lnTo>
                    <a:pt x="11677" y="8280"/>
                  </a:lnTo>
                  <a:cubicBezTo>
                    <a:pt x="11738" y="8298"/>
                    <a:pt x="11793" y="8330"/>
                    <a:pt x="11840" y="8377"/>
                  </a:cubicBezTo>
                  <a:lnTo>
                    <a:pt x="11843" y="8381"/>
                  </a:lnTo>
                  <a:lnTo>
                    <a:pt x="13147" y="9681"/>
                  </a:lnTo>
                  <a:cubicBezTo>
                    <a:pt x="13186" y="9721"/>
                    <a:pt x="13237" y="9741"/>
                    <a:pt x="13288" y="9741"/>
                  </a:cubicBezTo>
                  <a:cubicBezTo>
                    <a:pt x="13360" y="9741"/>
                    <a:pt x="13432" y="9701"/>
                    <a:pt x="13466" y="9627"/>
                  </a:cubicBezTo>
                  <a:cubicBezTo>
                    <a:pt x="13611" y="9341"/>
                    <a:pt x="13683" y="9022"/>
                    <a:pt x="13687" y="8703"/>
                  </a:cubicBezTo>
                  <a:cubicBezTo>
                    <a:pt x="13687" y="8153"/>
                    <a:pt x="13477" y="7624"/>
                    <a:pt x="13100" y="7226"/>
                  </a:cubicBezTo>
                  <a:cubicBezTo>
                    <a:pt x="12727" y="6827"/>
                    <a:pt x="12220" y="6588"/>
                    <a:pt x="11677" y="6552"/>
                  </a:cubicBezTo>
                  <a:lnTo>
                    <a:pt x="11543" y="6538"/>
                  </a:lnTo>
                  <a:lnTo>
                    <a:pt x="11525" y="6538"/>
                  </a:lnTo>
                  <a:cubicBezTo>
                    <a:pt x="11314" y="6541"/>
                    <a:pt x="11104" y="6574"/>
                    <a:pt x="10902" y="6635"/>
                  </a:cubicBezTo>
                  <a:lnTo>
                    <a:pt x="10746" y="6483"/>
                  </a:lnTo>
                  <a:cubicBezTo>
                    <a:pt x="10862" y="6193"/>
                    <a:pt x="10797" y="5868"/>
                    <a:pt x="10579" y="5650"/>
                  </a:cubicBezTo>
                  <a:lnTo>
                    <a:pt x="10550" y="5621"/>
                  </a:lnTo>
                  <a:cubicBezTo>
                    <a:pt x="10407" y="5475"/>
                    <a:pt x="10210" y="5396"/>
                    <a:pt x="10006" y="5396"/>
                  </a:cubicBezTo>
                  <a:cubicBezTo>
                    <a:pt x="9993" y="5396"/>
                    <a:pt x="9980" y="5396"/>
                    <a:pt x="9967" y="5397"/>
                  </a:cubicBezTo>
                  <a:cubicBezTo>
                    <a:pt x="9978" y="5176"/>
                    <a:pt x="9895" y="4966"/>
                    <a:pt x="9739" y="4810"/>
                  </a:cubicBezTo>
                  <a:lnTo>
                    <a:pt x="9714" y="4785"/>
                  </a:lnTo>
                  <a:cubicBezTo>
                    <a:pt x="9571" y="4638"/>
                    <a:pt x="9373" y="4559"/>
                    <a:pt x="9170" y="4559"/>
                  </a:cubicBezTo>
                  <a:cubicBezTo>
                    <a:pt x="9157" y="4559"/>
                    <a:pt x="9144" y="4559"/>
                    <a:pt x="9131" y="4560"/>
                  </a:cubicBezTo>
                  <a:cubicBezTo>
                    <a:pt x="9141" y="4339"/>
                    <a:pt x="9058" y="4129"/>
                    <a:pt x="8902" y="3973"/>
                  </a:cubicBezTo>
                  <a:lnTo>
                    <a:pt x="8877" y="3948"/>
                  </a:lnTo>
                  <a:cubicBezTo>
                    <a:pt x="8731" y="3802"/>
                    <a:pt x="8536" y="3722"/>
                    <a:pt x="8333" y="3722"/>
                  </a:cubicBezTo>
                  <a:cubicBezTo>
                    <a:pt x="8320" y="3722"/>
                    <a:pt x="8307" y="3723"/>
                    <a:pt x="8294" y="3723"/>
                  </a:cubicBezTo>
                  <a:cubicBezTo>
                    <a:pt x="8305" y="3503"/>
                    <a:pt x="8221" y="3292"/>
                    <a:pt x="8066" y="3137"/>
                  </a:cubicBezTo>
                  <a:lnTo>
                    <a:pt x="8040" y="3111"/>
                  </a:lnTo>
                  <a:cubicBezTo>
                    <a:pt x="7894" y="2963"/>
                    <a:pt x="7697" y="2885"/>
                    <a:pt x="7497" y="2885"/>
                  </a:cubicBezTo>
                  <a:cubicBezTo>
                    <a:pt x="7399" y="2885"/>
                    <a:pt x="7301" y="2903"/>
                    <a:pt x="7207" y="2941"/>
                  </a:cubicBezTo>
                  <a:lnTo>
                    <a:pt x="7052" y="2789"/>
                  </a:lnTo>
                  <a:cubicBezTo>
                    <a:pt x="7117" y="2590"/>
                    <a:pt x="7149" y="2380"/>
                    <a:pt x="7149" y="2166"/>
                  </a:cubicBezTo>
                  <a:lnTo>
                    <a:pt x="7149" y="2148"/>
                  </a:lnTo>
                  <a:lnTo>
                    <a:pt x="7139" y="2018"/>
                  </a:lnTo>
                  <a:cubicBezTo>
                    <a:pt x="7117" y="1713"/>
                    <a:pt x="7030" y="1413"/>
                    <a:pt x="6885" y="1145"/>
                  </a:cubicBezTo>
                  <a:cubicBezTo>
                    <a:pt x="6845" y="1068"/>
                    <a:pt x="6781" y="1037"/>
                    <a:pt x="6716" y="1037"/>
                  </a:cubicBezTo>
                  <a:cubicBezTo>
                    <a:pt x="6582" y="1037"/>
                    <a:pt x="6448" y="1174"/>
                    <a:pt x="6534" y="1333"/>
                  </a:cubicBezTo>
                  <a:cubicBezTo>
                    <a:pt x="6653" y="1554"/>
                    <a:pt x="6722" y="1797"/>
                    <a:pt x="6740" y="2047"/>
                  </a:cubicBezTo>
                  <a:lnTo>
                    <a:pt x="6740" y="2050"/>
                  </a:lnTo>
                  <a:lnTo>
                    <a:pt x="6751" y="2177"/>
                  </a:lnTo>
                  <a:cubicBezTo>
                    <a:pt x="6747" y="2380"/>
                    <a:pt x="6708" y="2583"/>
                    <a:pt x="6635" y="2775"/>
                  </a:cubicBezTo>
                  <a:cubicBezTo>
                    <a:pt x="6606" y="2847"/>
                    <a:pt x="6624" y="2930"/>
                    <a:pt x="6679" y="2985"/>
                  </a:cubicBezTo>
                  <a:lnTo>
                    <a:pt x="6878" y="3184"/>
                  </a:lnTo>
                  <a:lnTo>
                    <a:pt x="6012" y="4057"/>
                  </a:lnTo>
                  <a:lnTo>
                    <a:pt x="5813" y="3857"/>
                  </a:lnTo>
                  <a:cubicBezTo>
                    <a:pt x="5772" y="3819"/>
                    <a:pt x="5721" y="3799"/>
                    <a:pt x="5669" y="3799"/>
                  </a:cubicBezTo>
                  <a:cubicBezTo>
                    <a:pt x="5647" y="3799"/>
                    <a:pt x="5625" y="3803"/>
                    <a:pt x="5603" y="3810"/>
                  </a:cubicBezTo>
                  <a:cubicBezTo>
                    <a:pt x="5411" y="3886"/>
                    <a:pt x="5205" y="3923"/>
                    <a:pt x="5002" y="3926"/>
                  </a:cubicBezTo>
                  <a:lnTo>
                    <a:pt x="4879" y="3915"/>
                  </a:lnTo>
                  <a:lnTo>
                    <a:pt x="4875" y="3915"/>
                  </a:lnTo>
                  <a:cubicBezTo>
                    <a:pt x="3951" y="3854"/>
                    <a:pt x="3238" y="3090"/>
                    <a:pt x="3231" y="2166"/>
                  </a:cubicBezTo>
                  <a:cubicBezTo>
                    <a:pt x="3231" y="2003"/>
                    <a:pt x="3256" y="1840"/>
                    <a:pt x="3300" y="1681"/>
                  </a:cubicBezTo>
                  <a:lnTo>
                    <a:pt x="4386" y="2767"/>
                  </a:lnTo>
                  <a:cubicBezTo>
                    <a:pt x="4549" y="2923"/>
                    <a:pt x="4766" y="3014"/>
                    <a:pt x="4991" y="3017"/>
                  </a:cubicBezTo>
                  <a:cubicBezTo>
                    <a:pt x="5215" y="3017"/>
                    <a:pt x="5433" y="2930"/>
                    <a:pt x="5592" y="2767"/>
                  </a:cubicBezTo>
                  <a:cubicBezTo>
                    <a:pt x="5828" y="2532"/>
                    <a:pt x="5907" y="2181"/>
                    <a:pt x="5791" y="1869"/>
                  </a:cubicBezTo>
                  <a:lnTo>
                    <a:pt x="5788" y="1858"/>
                  </a:lnTo>
                  <a:cubicBezTo>
                    <a:pt x="5744" y="1746"/>
                    <a:pt x="5675" y="1645"/>
                    <a:pt x="5592" y="1561"/>
                  </a:cubicBezTo>
                  <a:lnTo>
                    <a:pt x="4506" y="475"/>
                  </a:lnTo>
                  <a:cubicBezTo>
                    <a:pt x="4661" y="428"/>
                    <a:pt x="4824" y="402"/>
                    <a:pt x="4987" y="402"/>
                  </a:cubicBezTo>
                  <a:cubicBezTo>
                    <a:pt x="5386" y="402"/>
                    <a:pt x="5770" y="536"/>
                    <a:pt x="6077" y="783"/>
                  </a:cubicBezTo>
                  <a:cubicBezTo>
                    <a:pt x="6120" y="816"/>
                    <a:pt x="6163" y="830"/>
                    <a:pt x="6205" y="830"/>
                  </a:cubicBezTo>
                  <a:cubicBezTo>
                    <a:pt x="6369" y="830"/>
                    <a:pt x="6495" y="604"/>
                    <a:pt x="6327" y="471"/>
                  </a:cubicBezTo>
                  <a:cubicBezTo>
                    <a:pt x="5947" y="167"/>
                    <a:pt x="5476" y="0"/>
                    <a:pt x="4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1" name="Google Shape;12741;p82"/>
          <p:cNvGrpSpPr/>
          <p:nvPr/>
        </p:nvGrpSpPr>
        <p:grpSpPr>
          <a:xfrm>
            <a:off x="2246840" y="1515972"/>
            <a:ext cx="301423" cy="358367"/>
            <a:chOff x="2246840" y="1515972"/>
            <a:chExt cx="301423" cy="358367"/>
          </a:xfrm>
        </p:grpSpPr>
        <p:sp>
          <p:nvSpPr>
            <p:cNvPr id="12742" name="Google Shape;12742;p82"/>
            <p:cNvSpPr/>
            <p:nvPr/>
          </p:nvSpPr>
          <p:spPr>
            <a:xfrm>
              <a:off x="2252057" y="1603512"/>
              <a:ext cx="183496" cy="265583"/>
            </a:xfrm>
            <a:custGeom>
              <a:rect b="b" l="l" r="r" t="t"/>
              <a:pathLst>
                <a:path extrusionOk="0" h="10130" w="6999">
                  <a:moveTo>
                    <a:pt x="1" y="0"/>
                  </a:moveTo>
                  <a:lnTo>
                    <a:pt x="1" y="10130"/>
                  </a:lnTo>
                  <a:lnTo>
                    <a:pt x="6998" y="10130"/>
                  </a:lnTo>
                  <a:lnTo>
                    <a:pt x="6998"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2"/>
            <p:cNvSpPr/>
            <p:nvPr/>
          </p:nvSpPr>
          <p:spPr>
            <a:xfrm>
              <a:off x="2252057" y="1859290"/>
              <a:ext cx="183496" cy="9805"/>
            </a:xfrm>
            <a:custGeom>
              <a:rect b="b" l="l" r="r" t="t"/>
              <a:pathLst>
                <a:path extrusionOk="0" h="374" w="6999">
                  <a:moveTo>
                    <a:pt x="1" y="1"/>
                  </a:moveTo>
                  <a:lnTo>
                    <a:pt x="1" y="374"/>
                  </a:lnTo>
                  <a:lnTo>
                    <a:pt x="6998" y="374"/>
                  </a:lnTo>
                  <a:lnTo>
                    <a:pt x="699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2"/>
            <p:cNvSpPr/>
            <p:nvPr/>
          </p:nvSpPr>
          <p:spPr>
            <a:xfrm>
              <a:off x="2286822" y="1603512"/>
              <a:ext cx="113967" cy="36573"/>
            </a:xfrm>
            <a:custGeom>
              <a:rect b="b" l="l" r="r" t="t"/>
              <a:pathLst>
                <a:path extrusionOk="0" h="1395" w="4347">
                  <a:moveTo>
                    <a:pt x="1" y="0"/>
                  </a:moveTo>
                  <a:lnTo>
                    <a:pt x="1" y="1087"/>
                  </a:lnTo>
                  <a:cubicBezTo>
                    <a:pt x="1" y="1257"/>
                    <a:pt x="138" y="1394"/>
                    <a:pt x="308" y="1394"/>
                  </a:cubicBezTo>
                  <a:lnTo>
                    <a:pt x="4039" y="1394"/>
                  </a:lnTo>
                  <a:cubicBezTo>
                    <a:pt x="4209" y="1394"/>
                    <a:pt x="4343" y="1257"/>
                    <a:pt x="4347" y="1087"/>
                  </a:cubicBezTo>
                  <a:lnTo>
                    <a:pt x="434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2"/>
            <p:cNvSpPr/>
            <p:nvPr/>
          </p:nvSpPr>
          <p:spPr>
            <a:xfrm>
              <a:off x="2269440" y="1621550"/>
              <a:ext cx="148627" cy="222403"/>
            </a:xfrm>
            <a:custGeom>
              <a:rect b="b" l="l" r="r" t="t"/>
              <a:pathLst>
                <a:path extrusionOk="0" h="8483" w="5669">
                  <a:moveTo>
                    <a:pt x="1" y="0"/>
                  </a:moveTo>
                  <a:lnTo>
                    <a:pt x="1" y="8482"/>
                  </a:lnTo>
                  <a:lnTo>
                    <a:pt x="5669" y="8482"/>
                  </a:lnTo>
                  <a:lnTo>
                    <a:pt x="566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2"/>
            <p:cNvSpPr/>
            <p:nvPr/>
          </p:nvSpPr>
          <p:spPr>
            <a:xfrm>
              <a:off x="2269440" y="1621550"/>
              <a:ext cx="148732" cy="222403"/>
            </a:xfrm>
            <a:custGeom>
              <a:rect b="b" l="l" r="r" t="t"/>
              <a:pathLst>
                <a:path extrusionOk="0" h="8483" w="5673">
                  <a:moveTo>
                    <a:pt x="1" y="0"/>
                  </a:moveTo>
                  <a:lnTo>
                    <a:pt x="1" y="8482"/>
                  </a:lnTo>
                  <a:lnTo>
                    <a:pt x="5672" y="8482"/>
                  </a:lnTo>
                  <a:lnTo>
                    <a:pt x="5672" y="8033"/>
                  </a:lnTo>
                  <a:lnTo>
                    <a:pt x="367" y="8033"/>
                  </a:lnTo>
                  <a:lnTo>
                    <a:pt x="36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2"/>
            <p:cNvSpPr/>
            <p:nvPr/>
          </p:nvSpPr>
          <p:spPr>
            <a:xfrm>
              <a:off x="2286822" y="1621550"/>
              <a:ext cx="113967" cy="18614"/>
            </a:xfrm>
            <a:custGeom>
              <a:rect b="b" l="l" r="r" t="t"/>
              <a:pathLst>
                <a:path extrusionOk="0" h="710" w="4347">
                  <a:moveTo>
                    <a:pt x="1" y="0"/>
                  </a:moveTo>
                  <a:lnTo>
                    <a:pt x="1" y="402"/>
                  </a:lnTo>
                  <a:cubicBezTo>
                    <a:pt x="1" y="572"/>
                    <a:pt x="138" y="710"/>
                    <a:pt x="308" y="710"/>
                  </a:cubicBezTo>
                  <a:lnTo>
                    <a:pt x="4039" y="710"/>
                  </a:lnTo>
                  <a:cubicBezTo>
                    <a:pt x="4209" y="710"/>
                    <a:pt x="4343" y="572"/>
                    <a:pt x="4347" y="402"/>
                  </a:cubicBezTo>
                  <a:lnTo>
                    <a:pt x="434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2"/>
            <p:cNvSpPr/>
            <p:nvPr/>
          </p:nvSpPr>
          <p:spPr>
            <a:xfrm>
              <a:off x="2295841" y="1567043"/>
              <a:ext cx="95930" cy="64102"/>
            </a:xfrm>
            <a:custGeom>
              <a:rect b="b" l="l" r="r" t="t"/>
              <a:pathLst>
                <a:path extrusionOk="0" h="2445" w="3659">
                  <a:moveTo>
                    <a:pt x="1830" y="0"/>
                  </a:moveTo>
                  <a:cubicBezTo>
                    <a:pt x="1337" y="0"/>
                    <a:pt x="924" y="377"/>
                    <a:pt x="881" y="866"/>
                  </a:cubicBezTo>
                  <a:lnTo>
                    <a:pt x="1" y="866"/>
                  </a:lnTo>
                  <a:lnTo>
                    <a:pt x="1" y="2445"/>
                  </a:lnTo>
                  <a:lnTo>
                    <a:pt x="3659" y="2445"/>
                  </a:lnTo>
                  <a:lnTo>
                    <a:pt x="3659" y="866"/>
                  </a:lnTo>
                  <a:lnTo>
                    <a:pt x="2775" y="866"/>
                  </a:lnTo>
                  <a:cubicBezTo>
                    <a:pt x="2731" y="377"/>
                    <a:pt x="2322" y="0"/>
                    <a:pt x="183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2"/>
            <p:cNvSpPr/>
            <p:nvPr/>
          </p:nvSpPr>
          <p:spPr>
            <a:xfrm>
              <a:off x="2295841" y="1617827"/>
              <a:ext cx="95930" cy="13318"/>
            </a:xfrm>
            <a:custGeom>
              <a:rect b="b" l="l" r="r" t="t"/>
              <a:pathLst>
                <a:path extrusionOk="0" h="508" w="3659">
                  <a:moveTo>
                    <a:pt x="1" y="1"/>
                  </a:moveTo>
                  <a:lnTo>
                    <a:pt x="1" y="508"/>
                  </a:lnTo>
                  <a:lnTo>
                    <a:pt x="3659" y="508"/>
                  </a:lnTo>
                  <a:lnTo>
                    <a:pt x="365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2"/>
            <p:cNvSpPr/>
            <p:nvPr/>
          </p:nvSpPr>
          <p:spPr>
            <a:xfrm>
              <a:off x="2414055" y="1521215"/>
              <a:ext cx="130773" cy="136331"/>
            </a:xfrm>
            <a:custGeom>
              <a:rect b="b" l="l" r="r" t="t"/>
              <a:pathLst>
                <a:path extrusionOk="0" h="5200" w="4988">
                  <a:moveTo>
                    <a:pt x="2506" y="1"/>
                  </a:moveTo>
                  <a:cubicBezTo>
                    <a:pt x="2473" y="1"/>
                    <a:pt x="2441" y="1"/>
                    <a:pt x="2409" y="3"/>
                  </a:cubicBezTo>
                  <a:cubicBezTo>
                    <a:pt x="1525" y="39"/>
                    <a:pt x="736" y="568"/>
                    <a:pt x="370" y="1372"/>
                  </a:cubicBezTo>
                  <a:cubicBezTo>
                    <a:pt x="1" y="2176"/>
                    <a:pt x="113" y="3121"/>
                    <a:pt x="663" y="3813"/>
                  </a:cubicBezTo>
                  <a:lnTo>
                    <a:pt x="602" y="5200"/>
                  </a:lnTo>
                  <a:lnTo>
                    <a:pt x="1859" y="4613"/>
                  </a:lnTo>
                  <a:cubicBezTo>
                    <a:pt x="2072" y="4674"/>
                    <a:pt x="2289" y="4703"/>
                    <a:pt x="2503" y="4703"/>
                  </a:cubicBezTo>
                  <a:cubicBezTo>
                    <a:pt x="3274" y="4703"/>
                    <a:pt x="4014" y="4324"/>
                    <a:pt x="4459" y="3661"/>
                  </a:cubicBezTo>
                  <a:cubicBezTo>
                    <a:pt x="4952" y="2925"/>
                    <a:pt x="4988" y="1973"/>
                    <a:pt x="4557" y="1201"/>
                  </a:cubicBezTo>
                  <a:cubicBezTo>
                    <a:pt x="4138" y="458"/>
                    <a:pt x="3353" y="1"/>
                    <a:pt x="2506"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2"/>
            <p:cNvSpPr/>
            <p:nvPr/>
          </p:nvSpPr>
          <p:spPr>
            <a:xfrm>
              <a:off x="2293088" y="172437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2"/>
            <p:cNvSpPr/>
            <p:nvPr/>
          </p:nvSpPr>
          <p:spPr>
            <a:xfrm>
              <a:off x="2293088" y="1744510"/>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2"/>
            <p:cNvSpPr/>
            <p:nvPr/>
          </p:nvSpPr>
          <p:spPr>
            <a:xfrm>
              <a:off x="2293088" y="176464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2"/>
            <p:cNvSpPr/>
            <p:nvPr/>
          </p:nvSpPr>
          <p:spPr>
            <a:xfrm>
              <a:off x="2293088" y="1784754"/>
              <a:ext cx="101331" cy="10566"/>
            </a:xfrm>
            <a:custGeom>
              <a:rect b="b" l="l" r="r" t="t"/>
              <a:pathLst>
                <a:path extrusionOk="0" h="403" w="3865">
                  <a:moveTo>
                    <a:pt x="269" y="1"/>
                  </a:moveTo>
                  <a:cubicBezTo>
                    <a:pt x="1" y="1"/>
                    <a:pt x="1" y="403"/>
                    <a:pt x="269" y="403"/>
                  </a:cubicBezTo>
                  <a:lnTo>
                    <a:pt x="3601" y="403"/>
                  </a:lnTo>
                  <a:cubicBezTo>
                    <a:pt x="3865" y="403"/>
                    <a:pt x="3865" y="1"/>
                    <a:pt x="3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2"/>
            <p:cNvSpPr/>
            <p:nvPr/>
          </p:nvSpPr>
          <p:spPr>
            <a:xfrm>
              <a:off x="2246840" y="1515972"/>
              <a:ext cx="301423" cy="358367"/>
            </a:xfrm>
            <a:custGeom>
              <a:rect b="b" l="l" r="r" t="t"/>
              <a:pathLst>
                <a:path extrusionOk="0" h="13669" w="11497">
                  <a:moveTo>
                    <a:pt x="3699" y="2122"/>
                  </a:moveTo>
                  <a:cubicBezTo>
                    <a:pt x="4093" y="2122"/>
                    <a:pt x="4419" y="2430"/>
                    <a:pt x="4445" y="2825"/>
                  </a:cubicBezTo>
                  <a:cubicBezTo>
                    <a:pt x="4452" y="2933"/>
                    <a:pt x="4539" y="3013"/>
                    <a:pt x="4644" y="3013"/>
                  </a:cubicBezTo>
                  <a:lnTo>
                    <a:pt x="5325" y="3013"/>
                  </a:lnTo>
                  <a:lnTo>
                    <a:pt x="5325" y="4190"/>
                  </a:lnTo>
                  <a:lnTo>
                    <a:pt x="4963" y="4190"/>
                  </a:lnTo>
                  <a:cubicBezTo>
                    <a:pt x="4698" y="4190"/>
                    <a:pt x="4698" y="4592"/>
                    <a:pt x="4963" y="4592"/>
                  </a:cubicBezTo>
                  <a:lnTo>
                    <a:pt x="5528" y="4592"/>
                  </a:lnTo>
                  <a:cubicBezTo>
                    <a:pt x="5636" y="4592"/>
                    <a:pt x="5727" y="4502"/>
                    <a:pt x="5727" y="4393"/>
                  </a:cubicBezTo>
                  <a:lnTo>
                    <a:pt x="5727" y="4226"/>
                  </a:lnTo>
                  <a:lnTo>
                    <a:pt x="6332" y="4226"/>
                  </a:lnTo>
                  <a:lnTo>
                    <a:pt x="6332" y="12306"/>
                  </a:lnTo>
                  <a:lnTo>
                    <a:pt x="1062" y="12306"/>
                  </a:lnTo>
                  <a:lnTo>
                    <a:pt x="1062" y="4226"/>
                  </a:lnTo>
                  <a:lnTo>
                    <a:pt x="1670" y="4226"/>
                  </a:lnTo>
                  <a:lnTo>
                    <a:pt x="1670" y="4393"/>
                  </a:lnTo>
                  <a:cubicBezTo>
                    <a:pt x="1670" y="4502"/>
                    <a:pt x="1757" y="4592"/>
                    <a:pt x="1870" y="4592"/>
                  </a:cubicBezTo>
                  <a:lnTo>
                    <a:pt x="4177" y="4592"/>
                  </a:lnTo>
                  <a:cubicBezTo>
                    <a:pt x="4441" y="4592"/>
                    <a:pt x="4441" y="4190"/>
                    <a:pt x="4177" y="4190"/>
                  </a:cubicBezTo>
                  <a:lnTo>
                    <a:pt x="2069" y="4190"/>
                  </a:lnTo>
                  <a:lnTo>
                    <a:pt x="2069" y="3013"/>
                  </a:lnTo>
                  <a:lnTo>
                    <a:pt x="2750" y="3013"/>
                  </a:lnTo>
                  <a:cubicBezTo>
                    <a:pt x="2855" y="3013"/>
                    <a:pt x="2945" y="2933"/>
                    <a:pt x="2949" y="2825"/>
                  </a:cubicBezTo>
                  <a:cubicBezTo>
                    <a:pt x="2974" y="2430"/>
                    <a:pt x="3300" y="2122"/>
                    <a:pt x="3699" y="2122"/>
                  </a:cubicBezTo>
                  <a:close/>
                  <a:moveTo>
                    <a:pt x="8884" y="1"/>
                  </a:moveTo>
                  <a:cubicBezTo>
                    <a:pt x="8375" y="1"/>
                    <a:pt x="7867" y="153"/>
                    <a:pt x="7429" y="456"/>
                  </a:cubicBezTo>
                  <a:cubicBezTo>
                    <a:pt x="6567" y="1054"/>
                    <a:pt x="6158" y="2118"/>
                    <a:pt x="6400" y="3140"/>
                  </a:cubicBezTo>
                  <a:lnTo>
                    <a:pt x="5727" y="3140"/>
                  </a:lnTo>
                  <a:lnTo>
                    <a:pt x="5727" y="2814"/>
                  </a:lnTo>
                  <a:cubicBezTo>
                    <a:pt x="5727" y="2705"/>
                    <a:pt x="5636" y="2615"/>
                    <a:pt x="5528" y="2615"/>
                  </a:cubicBezTo>
                  <a:lnTo>
                    <a:pt x="4818" y="2615"/>
                  </a:lnTo>
                  <a:cubicBezTo>
                    <a:pt x="4698" y="2093"/>
                    <a:pt x="4235" y="1724"/>
                    <a:pt x="3699" y="1724"/>
                  </a:cubicBezTo>
                  <a:cubicBezTo>
                    <a:pt x="3163" y="1724"/>
                    <a:pt x="2699" y="2093"/>
                    <a:pt x="2576" y="2615"/>
                  </a:cubicBezTo>
                  <a:lnTo>
                    <a:pt x="1870" y="2615"/>
                  </a:lnTo>
                  <a:cubicBezTo>
                    <a:pt x="1757" y="2615"/>
                    <a:pt x="1667" y="2705"/>
                    <a:pt x="1667" y="2814"/>
                  </a:cubicBezTo>
                  <a:lnTo>
                    <a:pt x="1667" y="3140"/>
                  </a:lnTo>
                  <a:lnTo>
                    <a:pt x="200" y="3140"/>
                  </a:lnTo>
                  <a:cubicBezTo>
                    <a:pt x="88" y="3140"/>
                    <a:pt x="1" y="3230"/>
                    <a:pt x="1" y="3339"/>
                  </a:cubicBezTo>
                  <a:lnTo>
                    <a:pt x="1" y="13469"/>
                  </a:lnTo>
                  <a:cubicBezTo>
                    <a:pt x="1" y="13578"/>
                    <a:pt x="88" y="13668"/>
                    <a:pt x="200" y="13668"/>
                  </a:cubicBezTo>
                  <a:lnTo>
                    <a:pt x="4191" y="13668"/>
                  </a:lnTo>
                  <a:cubicBezTo>
                    <a:pt x="4459" y="13668"/>
                    <a:pt x="4459" y="13270"/>
                    <a:pt x="4191" y="13270"/>
                  </a:cubicBezTo>
                  <a:lnTo>
                    <a:pt x="399" y="13270"/>
                  </a:lnTo>
                  <a:lnTo>
                    <a:pt x="399" y="3542"/>
                  </a:lnTo>
                  <a:lnTo>
                    <a:pt x="1667" y="3542"/>
                  </a:lnTo>
                  <a:lnTo>
                    <a:pt x="1667" y="3824"/>
                  </a:lnTo>
                  <a:lnTo>
                    <a:pt x="863" y="3824"/>
                  </a:lnTo>
                  <a:cubicBezTo>
                    <a:pt x="750" y="3824"/>
                    <a:pt x="664" y="3915"/>
                    <a:pt x="664" y="4027"/>
                  </a:cubicBezTo>
                  <a:lnTo>
                    <a:pt x="664" y="12509"/>
                  </a:lnTo>
                  <a:cubicBezTo>
                    <a:pt x="664" y="12618"/>
                    <a:pt x="750" y="12708"/>
                    <a:pt x="863" y="12708"/>
                  </a:cubicBezTo>
                  <a:lnTo>
                    <a:pt x="6534" y="12708"/>
                  </a:lnTo>
                  <a:cubicBezTo>
                    <a:pt x="6647" y="12708"/>
                    <a:pt x="6734" y="12618"/>
                    <a:pt x="6734" y="12509"/>
                  </a:cubicBezTo>
                  <a:lnTo>
                    <a:pt x="6734" y="4027"/>
                  </a:lnTo>
                  <a:cubicBezTo>
                    <a:pt x="6734" y="3915"/>
                    <a:pt x="6647" y="3824"/>
                    <a:pt x="6534" y="3824"/>
                  </a:cubicBezTo>
                  <a:lnTo>
                    <a:pt x="5730" y="3824"/>
                  </a:lnTo>
                  <a:lnTo>
                    <a:pt x="5730" y="3542"/>
                  </a:lnTo>
                  <a:lnTo>
                    <a:pt x="6531" y="3542"/>
                  </a:lnTo>
                  <a:cubicBezTo>
                    <a:pt x="6614" y="3730"/>
                    <a:pt x="6715" y="3911"/>
                    <a:pt x="6839" y="4078"/>
                  </a:cubicBezTo>
                  <a:lnTo>
                    <a:pt x="6781" y="5393"/>
                  </a:lnTo>
                  <a:cubicBezTo>
                    <a:pt x="6773" y="5508"/>
                    <a:pt x="6864" y="5603"/>
                    <a:pt x="6980" y="5603"/>
                  </a:cubicBezTo>
                  <a:lnTo>
                    <a:pt x="6998" y="5603"/>
                  </a:lnTo>
                  <a:lnTo>
                    <a:pt x="6998" y="13266"/>
                  </a:lnTo>
                  <a:lnTo>
                    <a:pt x="4981" y="13266"/>
                  </a:lnTo>
                  <a:cubicBezTo>
                    <a:pt x="4716" y="13266"/>
                    <a:pt x="4716" y="13668"/>
                    <a:pt x="4981" y="13668"/>
                  </a:cubicBezTo>
                  <a:lnTo>
                    <a:pt x="7197" y="13668"/>
                  </a:lnTo>
                  <a:cubicBezTo>
                    <a:pt x="7306" y="13668"/>
                    <a:pt x="7396" y="13578"/>
                    <a:pt x="7396" y="13469"/>
                  </a:cubicBezTo>
                  <a:lnTo>
                    <a:pt x="7396" y="5425"/>
                  </a:lnTo>
                  <a:lnTo>
                    <a:pt x="8255" y="5023"/>
                  </a:lnTo>
                  <a:cubicBezTo>
                    <a:pt x="8463" y="5074"/>
                    <a:pt x="8674" y="5102"/>
                    <a:pt x="8887" y="5102"/>
                  </a:cubicBezTo>
                  <a:cubicBezTo>
                    <a:pt x="8960" y="5102"/>
                    <a:pt x="9033" y="5098"/>
                    <a:pt x="9106" y="5092"/>
                  </a:cubicBezTo>
                  <a:cubicBezTo>
                    <a:pt x="9362" y="5067"/>
                    <a:pt x="9336" y="4692"/>
                    <a:pt x="9093" y="4692"/>
                  </a:cubicBezTo>
                  <a:cubicBezTo>
                    <a:pt x="9086" y="4692"/>
                    <a:pt x="9078" y="4693"/>
                    <a:pt x="9070" y="4694"/>
                  </a:cubicBezTo>
                  <a:cubicBezTo>
                    <a:pt x="9009" y="4699"/>
                    <a:pt x="8949" y="4701"/>
                    <a:pt x="8889" y="4701"/>
                  </a:cubicBezTo>
                  <a:cubicBezTo>
                    <a:pt x="8688" y="4701"/>
                    <a:pt x="8487" y="4673"/>
                    <a:pt x="8295" y="4617"/>
                  </a:cubicBezTo>
                  <a:cubicBezTo>
                    <a:pt x="8277" y="4613"/>
                    <a:pt x="8259" y="4611"/>
                    <a:pt x="8241" y="4611"/>
                  </a:cubicBezTo>
                  <a:cubicBezTo>
                    <a:pt x="8210" y="4611"/>
                    <a:pt x="8180" y="4617"/>
                    <a:pt x="8153" y="4628"/>
                  </a:cubicBezTo>
                  <a:lnTo>
                    <a:pt x="7194" y="5077"/>
                  </a:lnTo>
                  <a:lnTo>
                    <a:pt x="7241" y="4024"/>
                  </a:lnTo>
                  <a:cubicBezTo>
                    <a:pt x="7244" y="3973"/>
                    <a:pt x="7226" y="3926"/>
                    <a:pt x="7197" y="3890"/>
                  </a:cubicBezTo>
                  <a:cubicBezTo>
                    <a:pt x="7052" y="3708"/>
                    <a:pt x="6940" y="3509"/>
                    <a:pt x="6860" y="3292"/>
                  </a:cubicBezTo>
                  <a:cubicBezTo>
                    <a:pt x="6857" y="3281"/>
                    <a:pt x="6853" y="3267"/>
                    <a:pt x="6849" y="3256"/>
                  </a:cubicBezTo>
                  <a:cubicBezTo>
                    <a:pt x="6571" y="2452"/>
                    <a:pt x="6792" y="1561"/>
                    <a:pt x="7411" y="981"/>
                  </a:cubicBezTo>
                  <a:cubicBezTo>
                    <a:pt x="7819" y="602"/>
                    <a:pt x="8346" y="401"/>
                    <a:pt x="8882" y="401"/>
                  </a:cubicBezTo>
                  <a:cubicBezTo>
                    <a:pt x="9165" y="401"/>
                    <a:pt x="9450" y="457"/>
                    <a:pt x="9721" y="572"/>
                  </a:cubicBezTo>
                  <a:cubicBezTo>
                    <a:pt x="10504" y="902"/>
                    <a:pt x="11018" y="1662"/>
                    <a:pt x="11033" y="2513"/>
                  </a:cubicBezTo>
                  <a:cubicBezTo>
                    <a:pt x="11047" y="3364"/>
                    <a:pt x="10562" y="4143"/>
                    <a:pt x="9790" y="4502"/>
                  </a:cubicBezTo>
                  <a:cubicBezTo>
                    <a:pt x="9595" y="4607"/>
                    <a:pt x="9694" y="4879"/>
                    <a:pt x="9882" y="4879"/>
                  </a:cubicBezTo>
                  <a:cubicBezTo>
                    <a:pt x="9906" y="4879"/>
                    <a:pt x="9933" y="4874"/>
                    <a:pt x="9961" y="4864"/>
                  </a:cubicBezTo>
                  <a:cubicBezTo>
                    <a:pt x="10794" y="4476"/>
                    <a:pt x="11355" y="3665"/>
                    <a:pt x="11427" y="2749"/>
                  </a:cubicBezTo>
                  <a:cubicBezTo>
                    <a:pt x="11496" y="1829"/>
                    <a:pt x="11069" y="941"/>
                    <a:pt x="10301" y="431"/>
                  </a:cubicBezTo>
                  <a:cubicBezTo>
                    <a:pt x="9871" y="144"/>
                    <a:pt x="9377" y="1"/>
                    <a:pt x="88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2"/>
            <p:cNvSpPr/>
            <p:nvPr/>
          </p:nvSpPr>
          <p:spPr>
            <a:xfrm>
              <a:off x="2443497" y="1579916"/>
              <a:ext cx="10461" cy="11536"/>
            </a:xfrm>
            <a:custGeom>
              <a:rect b="b" l="l" r="r" t="t"/>
              <a:pathLst>
                <a:path extrusionOk="0" h="440" w="399">
                  <a:moveTo>
                    <a:pt x="200" y="0"/>
                  </a:moveTo>
                  <a:cubicBezTo>
                    <a:pt x="100" y="0"/>
                    <a:pt x="0" y="67"/>
                    <a:pt x="0" y="201"/>
                  </a:cubicBezTo>
                  <a:lnTo>
                    <a:pt x="0" y="241"/>
                  </a:lnTo>
                  <a:cubicBezTo>
                    <a:pt x="0" y="373"/>
                    <a:pt x="100" y="439"/>
                    <a:pt x="200" y="439"/>
                  </a:cubicBezTo>
                  <a:cubicBezTo>
                    <a:pt x="299" y="439"/>
                    <a:pt x="399" y="373"/>
                    <a:pt x="399" y="241"/>
                  </a:cubicBezTo>
                  <a:lnTo>
                    <a:pt x="399" y="201"/>
                  </a:lnTo>
                  <a:cubicBezTo>
                    <a:pt x="399" y="67"/>
                    <a:pt x="299"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2"/>
            <p:cNvSpPr/>
            <p:nvPr/>
          </p:nvSpPr>
          <p:spPr>
            <a:xfrm>
              <a:off x="2464157" y="1579916"/>
              <a:ext cx="10513" cy="11536"/>
            </a:xfrm>
            <a:custGeom>
              <a:rect b="b" l="l" r="r" t="t"/>
              <a:pathLst>
                <a:path extrusionOk="0" h="440" w="401">
                  <a:moveTo>
                    <a:pt x="201" y="0"/>
                  </a:moveTo>
                  <a:cubicBezTo>
                    <a:pt x="101" y="0"/>
                    <a:pt x="2" y="67"/>
                    <a:pt x="2" y="201"/>
                  </a:cubicBezTo>
                  <a:lnTo>
                    <a:pt x="2" y="241"/>
                  </a:lnTo>
                  <a:cubicBezTo>
                    <a:pt x="0" y="373"/>
                    <a:pt x="100" y="439"/>
                    <a:pt x="200" y="439"/>
                  </a:cubicBezTo>
                  <a:cubicBezTo>
                    <a:pt x="300" y="439"/>
                    <a:pt x="400" y="373"/>
                    <a:pt x="400" y="241"/>
                  </a:cubicBezTo>
                  <a:lnTo>
                    <a:pt x="400" y="201"/>
                  </a:lnTo>
                  <a:cubicBezTo>
                    <a:pt x="400"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2"/>
            <p:cNvSpPr/>
            <p:nvPr/>
          </p:nvSpPr>
          <p:spPr>
            <a:xfrm>
              <a:off x="2484790" y="1579942"/>
              <a:ext cx="10566" cy="11509"/>
            </a:xfrm>
            <a:custGeom>
              <a:rect b="b" l="l" r="r" t="t"/>
              <a:pathLst>
                <a:path extrusionOk="0" h="439" w="403">
                  <a:moveTo>
                    <a:pt x="204" y="1"/>
                  </a:moveTo>
                  <a:cubicBezTo>
                    <a:pt x="91" y="1"/>
                    <a:pt x="1" y="91"/>
                    <a:pt x="1" y="200"/>
                  </a:cubicBezTo>
                  <a:lnTo>
                    <a:pt x="1" y="240"/>
                  </a:lnTo>
                  <a:cubicBezTo>
                    <a:pt x="1" y="372"/>
                    <a:pt x="101" y="438"/>
                    <a:pt x="202" y="438"/>
                  </a:cubicBezTo>
                  <a:cubicBezTo>
                    <a:pt x="302" y="438"/>
                    <a:pt x="403" y="372"/>
                    <a:pt x="403" y="240"/>
                  </a:cubicBezTo>
                  <a:lnTo>
                    <a:pt x="403" y="200"/>
                  </a:lnTo>
                  <a:cubicBezTo>
                    <a:pt x="403" y="91"/>
                    <a:pt x="312"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2"/>
            <p:cNvSpPr/>
            <p:nvPr/>
          </p:nvSpPr>
          <p:spPr>
            <a:xfrm>
              <a:off x="2505502" y="1579916"/>
              <a:ext cx="10566" cy="11536"/>
            </a:xfrm>
            <a:custGeom>
              <a:rect b="b" l="l" r="r" t="t"/>
              <a:pathLst>
                <a:path extrusionOk="0" h="440" w="403">
                  <a:moveTo>
                    <a:pt x="201" y="0"/>
                  </a:moveTo>
                  <a:cubicBezTo>
                    <a:pt x="101" y="0"/>
                    <a:pt x="0" y="67"/>
                    <a:pt x="0" y="201"/>
                  </a:cubicBezTo>
                  <a:lnTo>
                    <a:pt x="0" y="241"/>
                  </a:lnTo>
                  <a:cubicBezTo>
                    <a:pt x="0" y="373"/>
                    <a:pt x="100" y="439"/>
                    <a:pt x="200" y="439"/>
                  </a:cubicBezTo>
                  <a:cubicBezTo>
                    <a:pt x="300" y="439"/>
                    <a:pt x="401" y="373"/>
                    <a:pt x="402" y="241"/>
                  </a:cubicBezTo>
                  <a:lnTo>
                    <a:pt x="402" y="201"/>
                  </a:lnTo>
                  <a:cubicBezTo>
                    <a:pt x="402"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2"/>
            <p:cNvSpPr/>
            <p:nvPr/>
          </p:nvSpPr>
          <p:spPr>
            <a:xfrm>
              <a:off x="2328796" y="1661793"/>
              <a:ext cx="30019" cy="49971"/>
            </a:xfrm>
            <a:custGeom>
              <a:rect b="b" l="l" r="r" t="t"/>
              <a:pathLst>
                <a:path extrusionOk="0" h="1906" w="1145">
                  <a:moveTo>
                    <a:pt x="286" y="1"/>
                  </a:moveTo>
                  <a:cubicBezTo>
                    <a:pt x="18" y="1"/>
                    <a:pt x="18" y="403"/>
                    <a:pt x="286" y="403"/>
                  </a:cubicBezTo>
                  <a:lnTo>
                    <a:pt x="370" y="403"/>
                  </a:lnTo>
                  <a:lnTo>
                    <a:pt x="370" y="1507"/>
                  </a:lnTo>
                  <a:lnTo>
                    <a:pt x="268" y="1507"/>
                  </a:lnTo>
                  <a:cubicBezTo>
                    <a:pt x="0" y="1507"/>
                    <a:pt x="0" y="1906"/>
                    <a:pt x="268" y="1906"/>
                  </a:cubicBezTo>
                  <a:lnTo>
                    <a:pt x="877" y="1906"/>
                  </a:lnTo>
                  <a:cubicBezTo>
                    <a:pt x="1145" y="1906"/>
                    <a:pt x="1145" y="1507"/>
                    <a:pt x="877" y="1507"/>
                  </a:cubicBezTo>
                  <a:lnTo>
                    <a:pt x="768" y="1507"/>
                  </a:lnTo>
                  <a:lnTo>
                    <a:pt x="768" y="200"/>
                  </a:lnTo>
                  <a:cubicBezTo>
                    <a:pt x="768" y="91"/>
                    <a:pt x="681" y="1"/>
                    <a:pt x="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2"/>
            <p:cNvSpPr/>
            <p:nvPr/>
          </p:nvSpPr>
          <p:spPr>
            <a:xfrm>
              <a:off x="2334013" y="1644097"/>
              <a:ext cx="17487" cy="15075"/>
            </a:xfrm>
            <a:custGeom>
              <a:rect b="b" l="l" r="r" t="t"/>
              <a:pathLst>
                <a:path extrusionOk="0" h="575" w="667">
                  <a:moveTo>
                    <a:pt x="285" y="0"/>
                  </a:moveTo>
                  <a:cubicBezTo>
                    <a:pt x="139" y="0"/>
                    <a:pt x="1" y="115"/>
                    <a:pt x="1" y="288"/>
                  </a:cubicBezTo>
                  <a:cubicBezTo>
                    <a:pt x="1" y="444"/>
                    <a:pt x="127" y="574"/>
                    <a:pt x="283" y="574"/>
                  </a:cubicBezTo>
                  <a:cubicBezTo>
                    <a:pt x="540" y="574"/>
                    <a:pt x="667" y="266"/>
                    <a:pt x="486" y="85"/>
                  </a:cubicBezTo>
                  <a:cubicBezTo>
                    <a:pt x="427" y="27"/>
                    <a:pt x="355"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2" name="Google Shape;12762;p82"/>
          <p:cNvGrpSpPr/>
          <p:nvPr/>
        </p:nvGrpSpPr>
        <p:grpSpPr>
          <a:xfrm>
            <a:off x="2703575" y="4286506"/>
            <a:ext cx="339097" cy="358446"/>
            <a:chOff x="2703575" y="4286506"/>
            <a:chExt cx="339097" cy="358446"/>
          </a:xfrm>
        </p:grpSpPr>
        <p:sp>
          <p:nvSpPr>
            <p:cNvPr id="12763" name="Google Shape;12763;p82"/>
            <p:cNvSpPr/>
            <p:nvPr/>
          </p:nvSpPr>
          <p:spPr>
            <a:xfrm>
              <a:off x="2706616" y="4291828"/>
              <a:ext cx="163990" cy="170991"/>
            </a:xfrm>
            <a:custGeom>
              <a:rect b="b" l="l" r="r" t="t"/>
              <a:pathLst>
                <a:path extrusionOk="0" h="6522" w="6255">
                  <a:moveTo>
                    <a:pt x="3118" y="0"/>
                  </a:moveTo>
                  <a:cubicBezTo>
                    <a:pt x="2054" y="0"/>
                    <a:pt x="1068" y="573"/>
                    <a:pt x="543" y="1509"/>
                  </a:cubicBezTo>
                  <a:cubicBezTo>
                    <a:pt x="0" y="2476"/>
                    <a:pt x="47" y="3664"/>
                    <a:pt x="663" y="4588"/>
                  </a:cubicBezTo>
                  <a:cubicBezTo>
                    <a:pt x="1221" y="5420"/>
                    <a:pt x="2146" y="5896"/>
                    <a:pt x="3112" y="5896"/>
                  </a:cubicBezTo>
                  <a:cubicBezTo>
                    <a:pt x="3382" y="5896"/>
                    <a:pt x="3654" y="5859"/>
                    <a:pt x="3922" y="5783"/>
                  </a:cubicBezTo>
                  <a:lnTo>
                    <a:pt x="5502" y="6522"/>
                  </a:lnTo>
                  <a:lnTo>
                    <a:pt x="5425" y="4780"/>
                  </a:lnTo>
                  <a:cubicBezTo>
                    <a:pt x="6114" y="3910"/>
                    <a:pt x="6255" y="2730"/>
                    <a:pt x="5791" y="1719"/>
                  </a:cubicBezTo>
                  <a:cubicBezTo>
                    <a:pt x="5331" y="712"/>
                    <a:pt x="4343" y="50"/>
                    <a:pt x="3234" y="3"/>
                  </a:cubicBezTo>
                  <a:cubicBezTo>
                    <a:pt x="3195" y="1"/>
                    <a:pt x="3157" y="0"/>
                    <a:pt x="311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2"/>
            <p:cNvSpPr/>
            <p:nvPr/>
          </p:nvSpPr>
          <p:spPr>
            <a:xfrm>
              <a:off x="2750583" y="4355222"/>
              <a:ext cx="286872" cy="284460"/>
            </a:xfrm>
            <a:custGeom>
              <a:rect b="b" l="l" r="r" t="t"/>
              <a:pathLst>
                <a:path extrusionOk="0" h="10850" w="10942">
                  <a:moveTo>
                    <a:pt x="7829" y="1"/>
                  </a:moveTo>
                  <a:cubicBezTo>
                    <a:pt x="7743" y="1"/>
                    <a:pt x="7658" y="4"/>
                    <a:pt x="7573" y="11"/>
                  </a:cubicBezTo>
                  <a:cubicBezTo>
                    <a:pt x="6142" y="127"/>
                    <a:pt x="4824" y="1467"/>
                    <a:pt x="4737" y="2901"/>
                  </a:cubicBezTo>
                  <a:cubicBezTo>
                    <a:pt x="4705" y="3419"/>
                    <a:pt x="4802" y="3941"/>
                    <a:pt x="5027" y="4411"/>
                  </a:cubicBezTo>
                  <a:lnTo>
                    <a:pt x="456" y="8337"/>
                  </a:lnTo>
                  <a:cubicBezTo>
                    <a:pt x="29" y="8707"/>
                    <a:pt x="0" y="9362"/>
                    <a:pt x="398" y="9768"/>
                  </a:cubicBezTo>
                  <a:lnTo>
                    <a:pt x="1170" y="10558"/>
                  </a:lnTo>
                  <a:cubicBezTo>
                    <a:pt x="1363" y="10752"/>
                    <a:pt x="1616" y="10850"/>
                    <a:pt x="1869" y="10850"/>
                  </a:cubicBezTo>
                  <a:cubicBezTo>
                    <a:pt x="2143" y="10850"/>
                    <a:pt x="2416" y="10736"/>
                    <a:pt x="2611" y="10510"/>
                  </a:cubicBezTo>
                  <a:lnTo>
                    <a:pt x="6566" y="5925"/>
                  </a:lnTo>
                  <a:cubicBezTo>
                    <a:pt x="6965" y="6104"/>
                    <a:pt x="7394" y="6196"/>
                    <a:pt x="7827" y="6196"/>
                  </a:cubicBezTo>
                  <a:cubicBezTo>
                    <a:pt x="7893" y="6196"/>
                    <a:pt x="7959" y="6194"/>
                    <a:pt x="8026" y="6190"/>
                  </a:cubicBezTo>
                  <a:cubicBezTo>
                    <a:pt x="9471" y="6099"/>
                    <a:pt x="10811" y="4770"/>
                    <a:pt x="10916" y="3332"/>
                  </a:cubicBezTo>
                  <a:cubicBezTo>
                    <a:pt x="10941" y="2999"/>
                    <a:pt x="10912" y="2669"/>
                    <a:pt x="10833" y="2347"/>
                  </a:cubicBezTo>
                  <a:cubicBezTo>
                    <a:pt x="10798" y="2207"/>
                    <a:pt x="10674" y="2125"/>
                    <a:pt x="10546" y="2125"/>
                  </a:cubicBezTo>
                  <a:cubicBezTo>
                    <a:pt x="10474" y="2125"/>
                    <a:pt x="10399" y="2151"/>
                    <a:pt x="10340" y="2209"/>
                  </a:cubicBezTo>
                  <a:lnTo>
                    <a:pt x="9036" y="3517"/>
                  </a:lnTo>
                  <a:cubicBezTo>
                    <a:pt x="8890" y="3662"/>
                    <a:pt x="8698" y="3734"/>
                    <a:pt x="8508" y="3734"/>
                  </a:cubicBezTo>
                  <a:cubicBezTo>
                    <a:pt x="8317" y="3734"/>
                    <a:pt x="8127" y="3662"/>
                    <a:pt x="7982" y="3517"/>
                  </a:cubicBezTo>
                  <a:lnTo>
                    <a:pt x="7385" y="2916"/>
                  </a:lnTo>
                  <a:cubicBezTo>
                    <a:pt x="7095" y="2626"/>
                    <a:pt x="7095" y="2155"/>
                    <a:pt x="7385" y="1865"/>
                  </a:cubicBezTo>
                  <a:lnTo>
                    <a:pt x="8674" y="576"/>
                  </a:lnTo>
                  <a:cubicBezTo>
                    <a:pt x="8837" y="413"/>
                    <a:pt x="8757" y="134"/>
                    <a:pt x="8536" y="84"/>
                  </a:cubicBezTo>
                  <a:cubicBezTo>
                    <a:pt x="8304" y="28"/>
                    <a:pt x="8067" y="1"/>
                    <a:pt x="7829"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2"/>
            <p:cNvSpPr/>
            <p:nvPr/>
          </p:nvSpPr>
          <p:spPr>
            <a:xfrm>
              <a:off x="2750583" y="4563153"/>
              <a:ext cx="79203" cy="76581"/>
            </a:xfrm>
            <a:custGeom>
              <a:rect b="b" l="l" r="r" t="t"/>
              <a:pathLst>
                <a:path extrusionOk="0" h="2921" w="3021">
                  <a:moveTo>
                    <a:pt x="931" y="1"/>
                  </a:moveTo>
                  <a:lnTo>
                    <a:pt x="456" y="410"/>
                  </a:lnTo>
                  <a:cubicBezTo>
                    <a:pt x="29" y="779"/>
                    <a:pt x="0" y="1435"/>
                    <a:pt x="398" y="1837"/>
                  </a:cubicBezTo>
                  <a:lnTo>
                    <a:pt x="1170" y="2627"/>
                  </a:lnTo>
                  <a:cubicBezTo>
                    <a:pt x="1363" y="2823"/>
                    <a:pt x="1616" y="2920"/>
                    <a:pt x="1869" y="2920"/>
                  </a:cubicBezTo>
                  <a:cubicBezTo>
                    <a:pt x="2143" y="2920"/>
                    <a:pt x="2416" y="2807"/>
                    <a:pt x="2611" y="2583"/>
                  </a:cubicBezTo>
                  <a:lnTo>
                    <a:pt x="3021" y="2101"/>
                  </a:lnTo>
                  <a:lnTo>
                    <a:pt x="3021" y="2101"/>
                  </a:lnTo>
                  <a:cubicBezTo>
                    <a:pt x="2879" y="2174"/>
                    <a:pt x="2727" y="2209"/>
                    <a:pt x="2577" y="2209"/>
                  </a:cubicBezTo>
                  <a:cubicBezTo>
                    <a:pt x="2321" y="2209"/>
                    <a:pt x="2069" y="2108"/>
                    <a:pt x="1880" y="1917"/>
                  </a:cubicBezTo>
                  <a:lnTo>
                    <a:pt x="1105" y="1127"/>
                  </a:lnTo>
                  <a:cubicBezTo>
                    <a:pt x="811" y="830"/>
                    <a:pt x="742" y="377"/>
                    <a:pt x="93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2"/>
            <p:cNvSpPr/>
            <p:nvPr/>
          </p:nvSpPr>
          <p:spPr>
            <a:xfrm>
              <a:off x="2918821" y="4404118"/>
              <a:ext cx="68690" cy="65989"/>
            </a:xfrm>
            <a:custGeom>
              <a:rect b="b" l="l" r="r" t="t"/>
              <a:pathLst>
                <a:path extrusionOk="0" h="2517" w="2620">
                  <a:moveTo>
                    <a:pt x="968" y="0"/>
                  </a:moveTo>
                  <a:cubicBezTo>
                    <a:pt x="965" y="3"/>
                    <a:pt x="963" y="5"/>
                    <a:pt x="961" y="7"/>
                  </a:cubicBezTo>
                  <a:lnTo>
                    <a:pt x="961" y="7"/>
                  </a:lnTo>
                  <a:lnTo>
                    <a:pt x="968" y="0"/>
                  </a:lnTo>
                  <a:close/>
                  <a:moveTo>
                    <a:pt x="961" y="7"/>
                  </a:moveTo>
                  <a:lnTo>
                    <a:pt x="410" y="558"/>
                  </a:lnTo>
                  <a:cubicBezTo>
                    <a:pt x="1" y="967"/>
                    <a:pt x="1" y="1627"/>
                    <a:pt x="410" y="2032"/>
                  </a:cubicBezTo>
                  <a:lnTo>
                    <a:pt x="587" y="2210"/>
                  </a:lnTo>
                  <a:cubicBezTo>
                    <a:pt x="790" y="2414"/>
                    <a:pt x="1056" y="2517"/>
                    <a:pt x="1323" y="2517"/>
                  </a:cubicBezTo>
                  <a:cubicBezTo>
                    <a:pt x="1589" y="2517"/>
                    <a:pt x="1855" y="2414"/>
                    <a:pt x="2058" y="2210"/>
                  </a:cubicBezTo>
                  <a:lnTo>
                    <a:pt x="2619" y="1652"/>
                  </a:lnTo>
                  <a:lnTo>
                    <a:pt x="2619" y="1652"/>
                  </a:lnTo>
                  <a:cubicBezTo>
                    <a:pt x="2473" y="1797"/>
                    <a:pt x="2281" y="1869"/>
                    <a:pt x="2091" y="1869"/>
                  </a:cubicBezTo>
                  <a:cubicBezTo>
                    <a:pt x="1900" y="1869"/>
                    <a:pt x="1710" y="1797"/>
                    <a:pt x="1565" y="1652"/>
                  </a:cubicBezTo>
                  <a:lnTo>
                    <a:pt x="968" y="1051"/>
                  </a:lnTo>
                  <a:cubicBezTo>
                    <a:pt x="677" y="763"/>
                    <a:pt x="674" y="297"/>
                    <a:pt x="961" y="7"/>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2"/>
            <p:cNvSpPr/>
            <p:nvPr/>
          </p:nvSpPr>
          <p:spPr>
            <a:xfrm>
              <a:off x="2703575" y="4286506"/>
              <a:ext cx="184991" cy="181582"/>
            </a:xfrm>
            <a:custGeom>
              <a:rect b="b" l="l" r="r" t="t"/>
              <a:pathLst>
                <a:path extrusionOk="0" h="6926" w="7056">
                  <a:moveTo>
                    <a:pt x="3224" y="1"/>
                  </a:moveTo>
                  <a:cubicBezTo>
                    <a:pt x="1496" y="1"/>
                    <a:pt x="1" y="1444"/>
                    <a:pt x="84" y="3295"/>
                  </a:cubicBezTo>
                  <a:cubicBezTo>
                    <a:pt x="89" y="3423"/>
                    <a:pt x="185" y="3484"/>
                    <a:pt x="282" y="3484"/>
                  </a:cubicBezTo>
                  <a:cubicBezTo>
                    <a:pt x="386" y="3484"/>
                    <a:pt x="491" y="3413"/>
                    <a:pt x="486" y="3277"/>
                  </a:cubicBezTo>
                  <a:cubicBezTo>
                    <a:pt x="412" y="1661"/>
                    <a:pt x="1720" y="403"/>
                    <a:pt x="3224" y="403"/>
                  </a:cubicBezTo>
                  <a:cubicBezTo>
                    <a:pt x="3503" y="403"/>
                    <a:pt x="3789" y="446"/>
                    <a:pt x="4075" y="539"/>
                  </a:cubicBezTo>
                  <a:cubicBezTo>
                    <a:pt x="5900" y="1129"/>
                    <a:pt x="6574" y="3356"/>
                    <a:pt x="5382" y="4859"/>
                  </a:cubicBezTo>
                  <a:cubicBezTo>
                    <a:pt x="5353" y="4896"/>
                    <a:pt x="5335" y="4946"/>
                    <a:pt x="5339" y="4993"/>
                  </a:cubicBezTo>
                  <a:lnTo>
                    <a:pt x="5404" y="6402"/>
                  </a:lnTo>
                  <a:lnTo>
                    <a:pt x="5404" y="6402"/>
                  </a:lnTo>
                  <a:lnTo>
                    <a:pt x="4122" y="5805"/>
                  </a:lnTo>
                  <a:cubicBezTo>
                    <a:pt x="4095" y="5793"/>
                    <a:pt x="4065" y="5788"/>
                    <a:pt x="4035" y="5788"/>
                  </a:cubicBezTo>
                  <a:cubicBezTo>
                    <a:pt x="4018" y="5788"/>
                    <a:pt x="4000" y="5790"/>
                    <a:pt x="3984" y="5794"/>
                  </a:cubicBezTo>
                  <a:cubicBezTo>
                    <a:pt x="3732" y="5866"/>
                    <a:pt x="3477" y="5900"/>
                    <a:pt x="3227" y="5900"/>
                  </a:cubicBezTo>
                  <a:cubicBezTo>
                    <a:pt x="2069" y="5900"/>
                    <a:pt x="997" y="5164"/>
                    <a:pt x="616" y="4012"/>
                  </a:cubicBezTo>
                  <a:cubicBezTo>
                    <a:pt x="584" y="3914"/>
                    <a:pt x="508" y="3873"/>
                    <a:pt x="431" y="3873"/>
                  </a:cubicBezTo>
                  <a:cubicBezTo>
                    <a:pt x="309" y="3873"/>
                    <a:pt x="184" y="3979"/>
                    <a:pt x="236" y="4135"/>
                  </a:cubicBezTo>
                  <a:cubicBezTo>
                    <a:pt x="671" y="5454"/>
                    <a:pt x="1898" y="6301"/>
                    <a:pt x="3228" y="6301"/>
                  </a:cubicBezTo>
                  <a:cubicBezTo>
                    <a:pt x="3490" y="6301"/>
                    <a:pt x="3756" y="6268"/>
                    <a:pt x="4020" y="6199"/>
                  </a:cubicBezTo>
                  <a:lnTo>
                    <a:pt x="5534" y="6906"/>
                  </a:lnTo>
                  <a:cubicBezTo>
                    <a:pt x="5563" y="6919"/>
                    <a:pt x="5592" y="6925"/>
                    <a:pt x="5620" y="6925"/>
                  </a:cubicBezTo>
                  <a:cubicBezTo>
                    <a:pt x="5729" y="6925"/>
                    <a:pt x="5826" y="6834"/>
                    <a:pt x="5820" y="6714"/>
                  </a:cubicBezTo>
                  <a:lnTo>
                    <a:pt x="5744" y="5048"/>
                  </a:lnTo>
                  <a:cubicBezTo>
                    <a:pt x="7055" y="3306"/>
                    <a:pt x="6244" y="792"/>
                    <a:pt x="4162" y="144"/>
                  </a:cubicBezTo>
                  <a:cubicBezTo>
                    <a:pt x="3847" y="46"/>
                    <a:pt x="3532" y="1"/>
                    <a:pt x="32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2"/>
            <p:cNvSpPr/>
            <p:nvPr/>
          </p:nvSpPr>
          <p:spPr>
            <a:xfrm>
              <a:off x="2732729" y="4306012"/>
              <a:ext cx="117087" cy="121492"/>
            </a:xfrm>
            <a:custGeom>
              <a:rect b="b" l="l" r="r" t="t"/>
              <a:pathLst>
                <a:path extrusionOk="0" h="4634" w="4466">
                  <a:moveTo>
                    <a:pt x="2748" y="1"/>
                  </a:moveTo>
                  <a:cubicBezTo>
                    <a:pt x="2611" y="1"/>
                    <a:pt x="2475" y="148"/>
                    <a:pt x="2568" y="305"/>
                  </a:cubicBezTo>
                  <a:lnTo>
                    <a:pt x="2669" y="476"/>
                  </a:lnTo>
                  <a:cubicBezTo>
                    <a:pt x="2481" y="424"/>
                    <a:pt x="2294" y="400"/>
                    <a:pt x="2110" y="400"/>
                  </a:cubicBezTo>
                  <a:cubicBezTo>
                    <a:pt x="982" y="400"/>
                    <a:pt x="7" y="1315"/>
                    <a:pt x="7" y="2511"/>
                  </a:cubicBezTo>
                  <a:lnTo>
                    <a:pt x="7" y="2515"/>
                  </a:lnTo>
                  <a:cubicBezTo>
                    <a:pt x="1" y="3694"/>
                    <a:pt x="962" y="4634"/>
                    <a:pt x="2111" y="4634"/>
                  </a:cubicBezTo>
                  <a:cubicBezTo>
                    <a:pt x="2194" y="4634"/>
                    <a:pt x="2277" y="4629"/>
                    <a:pt x="2361" y="4619"/>
                  </a:cubicBezTo>
                  <a:cubicBezTo>
                    <a:pt x="3618" y="4474"/>
                    <a:pt x="4466" y="3261"/>
                    <a:pt x="4172" y="2029"/>
                  </a:cubicBezTo>
                  <a:cubicBezTo>
                    <a:pt x="4148" y="1921"/>
                    <a:pt x="4065" y="1873"/>
                    <a:pt x="3981" y="1873"/>
                  </a:cubicBezTo>
                  <a:cubicBezTo>
                    <a:pt x="3863" y="1873"/>
                    <a:pt x="3743" y="1967"/>
                    <a:pt x="3781" y="2120"/>
                  </a:cubicBezTo>
                  <a:cubicBezTo>
                    <a:pt x="3955" y="2866"/>
                    <a:pt x="3615" y="3637"/>
                    <a:pt x="2945" y="4007"/>
                  </a:cubicBezTo>
                  <a:cubicBezTo>
                    <a:pt x="2685" y="4152"/>
                    <a:pt x="2400" y="4223"/>
                    <a:pt x="2117" y="4223"/>
                  </a:cubicBezTo>
                  <a:cubicBezTo>
                    <a:pt x="1672" y="4223"/>
                    <a:pt x="1233" y="4049"/>
                    <a:pt x="906" y="3717"/>
                  </a:cubicBezTo>
                  <a:cubicBezTo>
                    <a:pt x="366" y="3174"/>
                    <a:pt x="254" y="2337"/>
                    <a:pt x="627" y="1671"/>
                  </a:cubicBezTo>
                  <a:cubicBezTo>
                    <a:pt x="935" y="1126"/>
                    <a:pt x="1507" y="803"/>
                    <a:pt x="2114" y="803"/>
                  </a:cubicBezTo>
                  <a:cubicBezTo>
                    <a:pt x="2249" y="803"/>
                    <a:pt x="2385" y="819"/>
                    <a:pt x="2521" y="852"/>
                  </a:cubicBezTo>
                  <a:lnTo>
                    <a:pt x="2304" y="899"/>
                  </a:lnTo>
                  <a:cubicBezTo>
                    <a:pt x="2062" y="956"/>
                    <a:pt x="2122" y="1297"/>
                    <a:pt x="2340" y="1297"/>
                  </a:cubicBezTo>
                  <a:cubicBezTo>
                    <a:pt x="2357" y="1297"/>
                    <a:pt x="2375" y="1295"/>
                    <a:pt x="2394" y="1290"/>
                  </a:cubicBezTo>
                  <a:lnTo>
                    <a:pt x="3202" y="1106"/>
                  </a:lnTo>
                  <a:cubicBezTo>
                    <a:pt x="3332" y="1073"/>
                    <a:pt x="3397" y="925"/>
                    <a:pt x="3328" y="809"/>
                  </a:cubicBezTo>
                  <a:lnTo>
                    <a:pt x="2916" y="103"/>
                  </a:lnTo>
                  <a:cubicBezTo>
                    <a:pt x="2873" y="31"/>
                    <a:pt x="2810" y="1"/>
                    <a:pt x="27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2"/>
            <p:cNvSpPr/>
            <p:nvPr/>
          </p:nvSpPr>
          <p:spPr>
            <a:xfrm>
              <a:off x="2759602" y="4349428"/>
              <a:ext cx="36469" cy="44360"/>
            </a:xfrm>
            <a:custGeom>
              <a:rect b="b" l="l" r="r" t="t"/>
              <a:pathLst>
                <a:path extrusionOk="0" h="1692" w="1391">
                  <a:moveTo>
                    <a:pt x="620" y="0"/>
                  </a:moveTo>
                  <a:cubicBezTo>
                    <a:pt x="311" y="0"/>
                    <a:pt x="62" y="245"/>
                    <a:pt x="54" y="551"/>
                  </a:cubicBezTo>
                  <a:cubicBezTo>
                    <a:pt x="54" y="685"/>
                    <a:pt x="155" y="752"/>
                    <a:pt x="255" y="752"/>
                  </a:cubicBezTo>
                  <a:cubicBezTo>
                    <a:pt x="356" y="752"/>
                    <a:pt x="456" y="685"/>
                    <a:pt x="456" y="551"/>
                  </a:cubicBezTo>
                  <a:cubicBezTo>
                    <a:pt x="460" y="468"/>
                    <a:pt x="529" y="402"/>
                    <a:pt x="614" y="402"/>
                  </a:cubicBezTo>
                  <a:cubicBezTo>
                    <a:pt x="618" y="402"/>
                    <a:pt x="622" y="402"/>
                    <a:pt x="627" y="402"/>
                  </a:cubicBezTo>
                  <a:lnTo>
                    <a:pt x="688" y="402"/>
                  </a:lnTo>
                  <a:cubicBezTo>
                    <a:pt x="691" y="402"/>
                    <a:pt x="693" y="401"/>
                    <a:pt x="696" y="401"/>
                  </a:cubicBezTo>
                  <a:cubicBezTo>
                    <a:pt x="707" y="401"/>
                    <a:pt x="718" y="408"/>
                    <a:pt x="724" y="420"/>
                  </a:cubicBezTo>
                  <a:cubicBezTo>
                    <a:pt x="728" y="428"/>
                    <a:pt x="728" y="435"/>
                    <a:pt x="724" y="439"/>
                  </a:cubicBezTo>
                  <a:lnTo>
                    <a:pt x="91" y="1380"/>
                  </a:lnTo>
                  <a:cubicBezTo>
                    <a:pt x="0" y="1514"/>
                    <a:pt x="94" y="1692"/>
                    <a:pt x="257" y="1692"/>
                  </a:cubicBezTo>
                  <a:lnTo>
                    <a:pt x="1126" y="1692"/>
                  </a:lnTo>
                  <a:cubicBezTo>
                    <a:pt x="1391" y="1692"/>
                    <a:pt x="1391" y="1293"/>
                    <a:pt x="1126" y="1293"/>
                  </a:cubicBezTo>
                  <a:lnTo>
                    <a:pt x="630" y="1293"/>
                  </a:lnTo>
                  <a:lnTo>
                    <a:pt x="1058" y="663"/>
                  </a:lnTo>
                  <a:cubicBezTo>
                    <a:pt x="1145" y="536"/>
                    <a:pt x="1152" y="370"/>
                    <a:pt x="1079" y="232"/>
                  </a:cubicBezTo>
                  <a:cubicBezTo>
                    <a:pt x="1000" y="87"/>
                    <a:pt x="851" y="0"/>
                    <a:pt x="688" y="0"/>
                  </a:cubicBezTo>
                  <a:lnTo>
                    <a:pt x="627" y="0"/>
                  </a:lnTo>
                  <a:cubicBezTo>
                    <a:pt x="624" y="0"/>
                    <a:pt x="622" y="0"/>
                    <a:pt x="6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2"/>
            <p:cNvSpPr/>
            <p:nvPr/>
          </p:nvSpPr>
          <p:spPr>
            <a:xfrm>
              <a:off x="2791587" y="4349480"/>
              <a:ext cx="25850" cy="44308"/>
            </a:xfrm>
            <a:custGeom>
              <a:rect b="b" l="l" r="r" t="t"/>
              <a:pathLst>
                <a:path extrusionOk="0" h="1690" w="986">
                  <a:moveTo>
                    <a:pt x="202" y="0"/>
                  </a:moveTo>
                  <a:cubicBezTo>
                    <a:pt x="101" y="0"/>
                    <a:pt x="1" y="67"/>
                    <a:pt x="1" y="201"/>
                  </a:cubicBezTo>
                  <a:lnTo>
                    <a:pt x="1" y="886"/>
                  </a:lnTo>
                  <a:cubicBezTo>
                    <a:pt x="1" y="994"/>
                    <a:pt x="91" y="1085"/>
                    <a:pt x="203" y="1085"/>
                  </a:cubicBezTo>
                  <a:lnTo>
                    <a:pt x="587" y="1085"/>
                  </a:lnTo>
                  <a:lnTo>
                    <a:pt x="587" y="1490"/>
                  </a:lnTo>
                  <a:cubicBezTo>
                    <a:pt x="587" y="1603"/>
                    <a:pt x="678" y="1690"/>
                    <a:pt x="786" y="1690"/>
                  </a:cubicBezTo>
                  <a:cubicBezTo>
                    <a:pt x="899" y="1690"/>
                    <a:pt x="986" y="1603"/>
                    <a:pt x="986" y="1490"/>
                  </a:cubicBezTo>
                  <a:lnTo>
                    <a:pt x="986" y="201"/>
                  </a:lnTo>
                  <a:cubicBezTo>
                    <a:pt x="986" y="67"/>
                    <a:pt x="886" y="0"/>
                    <a:pt x="786" y="0"/>
                  </a:cubicBezTo>
                  <a:cubicBezTo>
                    <a:pt x="687" y="0"/>
                    <a:pt x="587" y="67"/>
                    <a:pt x="587" y="201"/>
                  </a:cubicBezTo>
                  <a:lnTo>
                    <a:pt x="587" y="683"/>
                  </a:lnTo>
                  <a:lnTo>
                    <a:pt x="403" y="683"/>
                  </a:lnTo>
                  <a:lnTo>
                    <a:pt x="403" y="201"/>
                  </a:lnTo>
                  <a:cubicBezTo>
                    <a:pt x="403" y="67"/>
                    <a:pt x="302"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2"/>
            <p:cNvSpPr/>
            <p:nvPr/>
          </p:nvSpPr>
          <p:spPr>
            <a:xfrm>
              <a:off x="2825382" y="4349926"/>
              <a:ext cx="217291" cy="168579"/>
            </a:xfrm>
            <a:custGeom>
              <a:rect b="b" l="l" r="r" t="t"/>
              <a:pathLst>
                <a:path extrusionOk="0" h="6430" w="8288">
                  <a:moveTo>
                    <a:pt x="4960" y="1"/>
                  </a:moveTo>
                  <a:cubicBezTo>
                    <a:pt x="4874" y="1"/>
                    <a:pt x="4788" y="4"/>
                    <a:pt x="4702" y="10"/>
                  </a:cubicBezTo>
                  <a:cubicBezTo>
                    <a:pt x="3974" y="72"/>
                    <a:pt x="3224" y="438"/>
                    <a:pt x="2652" y="1021"/>
                  </a:cubicBezTo>
                  <a:cubicBezTo>
                    <a:pt x="2080" y="1604"/>
                    <a:pt x="1725" y="2357"/>
                    <a:pt x="1681" y="3089"/>
                  </a:cubicBezTo>
                  <a:cubicBezTo>
                    <a:pt x="1649" y="3592"/>
                    <a:pt x="1732" y="4096"/>
                    <a:pt x="1928" y="4559"/>
                  </a:cubicBezTo>
                  <a:lnTo>
                    <a:pt x="160" y="6077"/>
                  </a:lnTo>
                  <a:cubicBezTo>
                    <a:pt x="0" y="6214"/>
                    <a:pt x="129" y="6430"/>
                    <a:pt x="289" y="6430"/>
                  </a:cubicBezTo>
                  <a:cubicBezTo>
                    <a:pt x="333" y="6430"/>
                    <a:pt x="378" y="6414"/>
                    <a:pt x="421" y="6377"/>
                  </a:cubicBezTo>
                  <a:lnTo>
                    <a:pt x="2301" y="4766"/>
                  </a:lnTo>
                  <a:cubicBezTo>
                    <a:pt x="2370" y="4708"/>
                    <a:pt x="2388" y="4610"/>
                    <a:pt x="2351" y="4527"/>
                  </a:cubicBezTo>
                  <a:cubicBezTo>
                    <a:pt x="2141" y="4088"/>
                    <a:pt x="2047" y="3599"/>
                    <a:pt x="2080" y="3114"/>
                  </a:cubicBezTo>
                  <a:cubicBezTo>
                    <a:pt x="2163" y="1781"/>
                    <a:pt x="3402" y="517"/>
                    <a:pt x="4731" y="412"/>
                  </a:cubicBezTo>
                  <a:cubicBezTo>
                    <a:pt x="4813" y="405"/>
                    <a:pt x="4894" y="402"/>
                    <a:pt x="4976" y="402"/>
                  </a:cubicBezTo>
                  <a:cubicBezTo>
                    <a:pt x="5197" y="402"/>
                    <a:pt x="5416" y="427"/>
                    <a:pt x="5633" y="477"/>
                  </a:cubicBezTo>
                  <a:cubicBezTo>
                    <a:pt x="5665" y="485"/>
                    <a:pt x="5691" y="510"/>
                    <a:pt x="5702" y="543"/>
                  </a:cubicBezTo>
                  <a:cubicBezTo>
                    <a:pt x="5709" y="575"/>
                    <a:pt x="5702" y="608"/>
                    <a:pt x="5676" y="633"/>
                  </a:cubicBezTo>
                  <a:lnTo>
                    <a:pt x="4387" y="1923"/>
                  </a:lnTo>
                  <a:cubicBezTo>
                    <a:pt x="4017" y="2292"/>
                    <a:pt x="4017" y="2890"/>
                    <a:pt x="4387" y="3255"/>
                  </a:cubicBezTo>
                  <a:lnTo>
                    <a:pt x="4984" y="3857"/>
                  </a:lnTo>
                  <a:cubicBezTo>
                    <a:pt x="5169" y="4041"/>
                    <a:pt x="5411" y="4134"/>
                    <a:pt x="5653" y="4134"/>
                  </a:cubicBezTo>
                  <a:cubicBezTo>
                    <a:pt x="5894" y="4134"/>
                    <a:pt x="6136" y="4041"/>
                    <a:pt x="6321" y="3857"/>
                  </a:cubicBezTo>
                  <a:lnTo>
                    <a:pt x="7628" y="2549"/>
                  </a:lnTo>
                  <a:cubicBezTo>
                    <a:pt x="7644" y="2533"/>
                    <a:pt x="7668" y="2523"/>
                    <a:pt x="7692" y="2523"/>
                  </a:cubicBezTo>
                  <a:cubicBezTo>
                    <a:pt x="7701" y="2523"/>
                    <a:pt x="7710" y="2524"/>
                    <a:pt x="7719" y="2527"/>
                  </a:cubicBezTo>
                  <a:cubicBezTo>
                    <a:pt x="7751" y="2535"/>
                    <a:pt x="7777" y="2560"/>
                    <a:pt x="7784" y="2593"/>
                  </a:cubicBezTo>
                  <a:cubicBezTo>
                    <a:pt x="7856" y="2893"/>
                    <a:pt x="7885" y="3205"/>
                    <a:pt x="7860" y="3516"/>
                  </a:cubicBezTo>
                  <a:cubicBezTo>
                    <a:pt x="7795" y="4440"/>
                    <a:pt x="7172" y="5356"/>
                    <a:pt x="6274" y="5852"/>
                  </a:cubicBezTo>
                  <a:cubicBezTo>
                    <a:pt x="6077" y="5963"/>
                    <a:pt x="6186" y="6231"/>
                    <a:pt x="6368" y="6231"/>
                  </a:cubicBezTo>
                  <a:cubicBezTo>
                    <a:pt x="6400" y="6231"/>
                    <a:pt x="6434" y="6222"/>
                    <a:pt x="6469" y="6203"/>
                  </a:cubicBezTo>
                  <a:cubicBezTo>
                    <a:pt x="7480" y="5642"/>
                    <a:pt x="8186" y="4599"/>
                    <a:pt x="8262" y="3545"/>
                  </a:cubicBezTo>
                  <a:cubicBezTo>
                    <a:pt x="8287" y="3194"/>
                    <a:pt x="8258" y="2842"/>
                    <a:pt x="8175" y="2498"/>
                  </a:cubicBezTo>
                  <a:cubicBezTo>
                    <a:pt x="8115" y="2264"/>
                    <a:pt x="7906" y="2126"/>
                    <a:pt x="7692" y="2126"/>
                  </a:cubicBezTo>
                  <a:cubicBezTo>
                    <a:pt x="7570" y="2126"/>
                    <a:pt x="7445" y="2171"/>
                    <a:pt x="7346" y="2270"/>
                  </a:cubicBezTo>
                  <a:lnTo>
                    <a:pt x="6038" y="3578"/>
                  </a:lnTo>
                  <a:cubicBezTo>
                    <a:pt x="5933" y="3684"/>
                    <a:pt x="5794" y="3738"/>
                    <a:pt x="5654" y="3738"/>
                  </a:cubicBezTo>
                  <a:cubicBezTo>
                    <a:pt x="5515" y="3738"/>
                    <a:pt x="5376" y="3684"/>
                    <a:pt x="5271" y="3578"/>
                  </a:cubicBezTo>
                  <a:lnTo>
                    <a:pt x="4669" y="2976"/>
                  </a:lnTo>
                  <a:cubicBezTo>
                    <a:pt x="4456" y="2766"/>
                    <a:pt x="4456" y="2419"/>
                    <a:pt x="4669" y="2209"/>
                  </a:cubicBezTo>
                  <a:lnTo>
                    <a:pt x="5962" y="916"/>
                  </a:lnTo>
                  <a:cubicBezTo>
                    <a:pt x="6089" y="789"/>
                    <a:pt x="6136" y="604"/>
                    <a:pt x="6085" y="430"/>
                  </a:cubicBezTo>
                  <a:cubicBezTo>
                    <a:pt x="6038" y="260"/>
                    <a:pt x="5901" y="126"/>
                    <a:pt x="5723" y="86"/>
                  </a:cubicBezTo>
                  <a:cubicBezTo>
                    <a:pt x="5473" y="29"/>
                    <a:pt x="5217" y="1"/>
                    <a:pt x="4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2"/>
            <p:cNvSpPr/>
            <p:nvPr/>
          </p:nvSpPr>
          <p:spPr>
            <a:xfrm>
              <a:off x="2744684" y="4505265"/>
              <a:ext cx="234122" cy="139687"/>
            </a:xfrm>
            <a:custGeom>
              <a:rect b="b" l="l" r="r" t="t"/>
              <a:pathLst>
                <a:path extrusionOk="0" h="5328" w="8930">
                  <a:moveTo>
                    <a:pt x="6792" y="0"/>
                  </a:moveTo>
                  <a:cubicBezTo>
                    <a:pt x="6734" y="0"/>
                    <a:pt x="6678" y="25"/>
                    <a:pt x="6639" y="72"/>
                  </a:cubicBezTo>
                  <a:lnTo>
                    <a:pt x="2684" y="4657"/>
                  </a:lnTo>
                  <a:cubicBezTo>
                    <a:pt x="2530" y="4836"/>
                    <a:pt x="2312" y="4927"/>
                    <a:pt x="2095" y="4927"/>
                  </a:cubicBezTo>
                  <a:cubicBezTo>
                    <a:pt x="1894" y="4927"/>
                    <a:pt x="1693" y="4850"/>
                    <a:pt x="1540" y="4693"/>
                  </a:cubicBezTo>
                  <a:lnTo>
                    <a:pt x="765" y="3907"/>
                  </a:lnTo>
                  <a:cubicBezTo>
                    <a:pt x="450" y="3585"/>
                    <a:pt x="471" y="3063"/>
                    <a:pt x="812" y="2770"/>
                  </a:cubicBezTo>
                  <a:lnTo>
                    <a:pt x="2901" y="974"/>
                  </a:lnTo>
                  <a:cubicBezTo>
                    <a:pt x="3062" y="836"/>
                    <a:pt x="2933" y="618"/>
                    <a:pt x="2771" y="618"/>
                  </a:cubicBezTo>
                  <a:cubicBezTo>
                    <a:pt x="2728" y="618"/>
                    <a:pt x="2683" y="633"/>
                    <a:pt x="2641" y="670"/>
                  </a:cubicBezTo>
                  <a:lnTo>
                    <a:pt x="551" y="2466"/>
                  </a:lnTo>
                  <a:cubicBezTo>
                    <a:pt x="33" y="2911"/>
                    <a:pt x="0" y="3701"/>
                    <a:pt x="479" y="4186"/>
                  </a:cubicBezTo>
                  <a:lnTo>
                    <a:pt x="1254" y="4976"/>
                  </a:lnTo>
                  <a:cubicBezTo>
                    <a:pt x="1474" y="5200"/>
                    <a:pt x="1779" y="5327"/>
                    <a:pt x="2094" y="5327"/>
                  </a:cubicBezTo>
                  <a:lnTo>
                    <a:pt x="2134" y="5327"/>
                  </a:lnTo>
                  <a:cubicBezTo>
                    <a:pt x="2463" y="5316"/>
                    <a:pt x="2771" y="5168"/>
                    <a:pt x="2988" y="4921"/>
                  </a:cubicBezTo>
                  <a:lnTo>
                    <a:pt x="6849" y="445"/>
                  </a:lnTo>
                  <a:cubicBezTo>
                    <a:pt x="7236" y="601"/>
                    <a:pt x="7648" y="679"/>
                    <a:pt x="8065" y="679"/>
                  </a:cubicBezTo>
                  <a:cubicBezTo>
                    <a:pt x="8131" y="679"/>
                    <a:pt x="8198" y="677"/>
                    <a:pt x="8265" y="673"/>
                  </a:cubicBezTo>
                  <a:cubicBezTo>
                    <a:pt x="8406" y="662"/>
                    <a:pt x="8544" y="644"/>
                    <a:pt x="8685" y="612"/>
                  </a:cubicBezTo>
                  <a:cubicBezTo>
                    <a:pt x="8929" y="561"/>
                    <a:pt x="8869" y="215"/>
                    <a:pt x="8647" y="215"/>
                  </a:cubicBezTo>
                  <a:cubicBezTo>
                    <a:pt x="8631" y="215"/>
                    <a:pt x="8615" y="217"/>
                    <a:pt x="8598" y="220"/>
                  </a:cubicBezTo>
                  <a:lnTo>
                    <a:pt x="8602" y="217"/>
                  </a:lnTo>
                  <a:lnTo>
                    <a:pt x="8602" y="217"/>
                  </a:lnTo>
                  <a:cubicBezTo>
                    <a:pt x="8483" y="242"/>
                    <a:pt x="8359" y="260"/>
                    <a:pt x="8240" y="268"/>
                  </a:cubicBezTo>
                  <a:cubicBezTo>
                    <a:pt x="8179" y="271"/>
                    <a:pt x="8118" y="273"/>
                    <a:pt x="8058" y="273"/>
                  </a:cubicBezTo>
                  <a:cubicBezTo>
                    <a:pt x="7649" y="273"/>
                    <a:pt x="7247" y="188"/>
                    <a:pt x="6874" y="18"/>
                  </a:cubicBezTo>
                  <a:cubicBezTo>
                    <a:pt x="6848" y="6"/>
                    <a:pt x="6820" y="0"/>
                    <a:pt x="6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2"/>
            <p:cNvSpPr/>
            <p:nvPr/>
          </p:nvSpPr>
          <p:spPr>
            <a:xfrm>
              <a:off x="2888356" y="4371975"/>
              <a:ext cx="46982" cy="46982"/>
            </a:xfrm>
            <a:custGeom>
              <a:rect b="b" l="l" r="r" t="t"/>
              <a:pathLst>
                <a:path extrusionOk="0" h="1792" w="1792">
                  <a:moveTo>
                    <a:pt x="1501" y="1"/>
                  </a:moveTo>
                  <a:cubicBezTo>
                    <a:pt x="1466" y="1"/>
                    <a:pt x="1428" y="11"/>
                    <a:pt x="1391" y="35"/>
                  </a:cubicBezTo>
                  <a:cubicBezTo>
                    <a:pt x="822" y="393"/>
                    <a:pt x="362" y="900"/>
                    <a:pt x="65" y="1505"/>
                  </a:cubicBezTo>
                  <a:cubicBezTo>
                    <a:pt x="0" y="1635"/>
                    <a:pt x="97" y="1790"/>
                    <a:pt x="245" y="1791"/>
                  </a:cubicBezTo>
                  <a:lnTo>
                    <a:pt x="245" y="1791"/>
                  </a:lnTo>
                  <a:cubicBezTo>
                    <a:pt x="320" y="1791"/>
                    <a:pt x="392" y="1747"/>
                    <a:pt x="424" y="1679"/>
                  </a:cubicBezTo>
                  <a:cubicBezTo>
                    <a:pt x="688" y="1143"/>
                    <a:pt x="1097" y="690"/>
                    <a:pt x="1605" y="375"/>
                  </a:cubicBezTo>
                  <a:cubicBezTo>
                    <a:pt x="1792" y="255"/>
                    <a:pt x="1675" y="1"/>
                    <a:pt x="1501" y="1"/>
                  </a:cubicBezTo>
                  <a:close/>
                  <a:moveTo>
                    <a:pt x="245" y="1791"/>
                  </a:moveTo>
                  <a:cubicBezTo>
                    <a:pt x="244" y="1791"/>
                    <a:pt x="243" y="1791"/>
                    <a:pt x="243" y="1791"/>
                  </a:cubicBezTo>
                  <a:lnTo>
                    <a:pt x="246" y="1791"/>
                  </a:lnTo>
                  <a:cubicBezTo>
                    <a:pt x="246" y="1791"/>
                    <a:pt x="245" y="1791"/>
                    <a:pt x="245" y="179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4" name="Google Shape;12774;p82"/>
          <p:cNvGrpSpPr/>
          <p:nvPr/>
        </p:nvGrpSpPr>
        <p:grpSpPr>
          <a:xfrm>
            <a:off x="2638346" y="2005531"/>
            <a:ext cx="358551" cy="322869"/>
            <a:chOff x="2638346" y="2005531"/>
            <a:chExt cx="358551" cy="322869"/>
          </a:xfrm>
        </p:grpSpPr>
        <p:sp>
          <p:nvSpPr>
            <p:cNvPr id="12775" name="Google Shape;12775;p82"/>
            <p:cNvSpPr/>
            <p:nvPr/>
          </p:nvSpPr>
          <p:spPr>
            <a:xfrm>
              <a:off x="2643563" y="2092416"/>
              <a:ext cx="293531" cy="230662"/>
            </a:xfrm>
            <a:custGeom>
              <a:rect b="b" l="l" r="r" t="t"/>
              <a:pathLst>
                <a:path extrusionOk="0" h="8798" w="11196">
                  <a:moveTo>
                    <a:pt x="0" y="0"/>
                  </a:moveTo>
                  <a:lnTo>
                    <a:pt x="0" y="8797"/>
                  </a:lnTo>
                  <a:lnTo>
                    <a:pt x="11195" y="8797"/>
                  </a:lnTo>
                  <a:lnTo>
                    <a:pt x="11195" y="1467"/>
                  </a:lnTo>
                  <a:lnTo>
                    <a:pt x="4531" y="1467"/>
                  </a:lnTo>
                  <a:lnTo>
                    <a:pt x="306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2"/>
            <p:cNvSpPr/>
            <p:nvPr/>
          </p:nvSpPr>
          <p:spPr>
            <a:xfrm>
              <a:off x="2643563" y="2092416"/>
              <a:ext cx="118818" cy="38461"/>
            </a:xfrm>
            <a:custGeom>
              <a:rect b="b" l="l" r="r" t="t"/>
              <a:pathLst>
                <a:path extrusionOk="0" h="1467" w="4532">
                  <a:moveTo>
                    <a:pt x="0" y="0"/>
                  </a:moveTo>
                  <a:lnTo>
                    <a:pt x="0" y="1467"/>
                  </a:lnTo>
                  <a:lnTo>
                    <a:pt x="4531" y="1467"/>
                  </a:lnTo>
                  <a:lnTo>
                    <a:pt x="3064"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2"/>
            <p:cNvSpPr/>
            <p:nvPr/>
          </p:nvSpPr>
          <p:spPr>
            <a:xfrm>
              <a:off x="2643563" y="2302628"/>
              <a:ext cx="293531" cy="20450"/>
            </a:xfrm>
            <a:custGeom>
              <a:rect b="b" l="l" r="r" t="t"/>
              <a:pathLst>
                <a:path extrusionOk="0" h="780" w="11196">
                  <a:moveTo>
                    <a:pt x="0" y="1"/>
                  </a:moveTo>
                  <a:lnTo>
                    <a:pt x="0" y="779"/>
                  </a:lnTo>
                  <a:lnTo>
                    <a:pt x="11195" y="779"/>
                  </a:lnTo>
                  <a:lnTo>
                    <a:pt x="1119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2"/>
            <p:cNvSpPr/>
            <p:nvPr/>
          </p:nvSpPr>
          <p:spPr>
            <a:xfrm>
              <a:off x="2915701" y="2136855"/>
              <a:ext cx="21184" cy="186223"/>
            </a:xfrm>
            <a:custGeom>
              <a:rect b="b" l="l" r="r" t="t"/>
              <a:pathLst>
                <a:path extrusionOk="0" h="7103" w="808">
                  <a:moveTo>
                    <a:pt x="0" y="0"/>
                  </a:moveTo>
                  <a:lnTo>
                    <a:pt x="0" y="7102"/>
                  </a:lnTo>
                  <a:lnTo>
                    <a:pt x="808" y="7102"/>
                  </a:lnTo>
                  <a:lnTo>
                    <a:pt x="8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2"/>
            <p:cNvSpPr/>
            <p:nvPr/>
          </p:nvSpPr>
          <p:spPr>
            <a:xfrm>
              <a:off x="2835370" y="2130851"/>
              <a:ext cx="101724" cy="47847"/>
            </a:xfrm>
            <a:custGeom>
              <a:rect b="b" l="l" r="r" t="t"/>
              <a:pathLst>
                <a:path extrusionOk="0" h="1825" w="3880">
                  <a:moveTo>
                    <a:pt x="0" y="1"/>
                  </a:moveTo>
                  <a:cubicBezTo>
                    <a:pt x="631" y="1142"/>
                    <a:pt x="1826" y="1825"/>
                    <a:pt x="3092" y="1825"/>
                  </a:cubicBezTo>
                  <a:cubicBezTo>
                    <a:pt x="3353" y="1825"/>
                    <a:pt x="3617" y="1796"/>
                    <a:pt x="3879" y="1736"/>
                  </a:cubicBezTo>
                  <a:lnTo>
                    <a:pt x="3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2"/>
            <p:cNvSpPr/>
            <p:nvPr/>
          </p:nvSpPr>
          <p:spPr>
            <a:xfrm>
              <a:off x="2841243" y="2010932"/>
              <a:ext cx="150331" cy="150331"/>
            </a:xfrm>
            <a:custGeom>
              <a:rect b="b" l="l" r="r" t="t"/>
              <a:pathLst>
                <a:path extrusionOk="0" h="5734" w="5734">
                  <a:moveTo>
                    <a:pt x="2869" y="1"/>
                  </a:moveTo>
                  <a:cubicBezTo>
                    <a:pt x="1286" y="1"/>
                    <a:pt x="1" y="1283"/>
                    <a:pt x="1" y="2866"/>
                  </a:cubicBezTo>
                  <a:cubicBezTo>
                    <a:pt x="1" y="4448"/>
                    <a:pt x="1286" y="5734"/>
                    <a:pt x="2869" y="5734"/>
                  </a:cubicBezTo>
                  <a:cubicBezTo>
                    <a:pt x="4452" y="5734"/>
                    <a:pt x="5734" y="4448"/>
                    <a:pt x="5734" y="2866"/>
                  </a:cubicBezTo>
                  <a:cubicBezTo>
                    <a:pt x="5734" y="1283"/>
                    <a:pt x="4452" y="1"/>
                    <a:pt x="2869"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2"/>
            <p:cNvSpPr/>
            <p:nvPr/>
          </p:nvSpPr>
          <p:spPr>
            <a:xfrm>
              <a:off x="2883322" y="2072176"/>
              <a:ext cx="64679" cy="46562"/>
            </a:xfrm>
            <a:custGeom>
              <a:rect b="b" l="l" r="r" t="t"/>
              <a:pathLst>
                <a:path extrusionOk="0" h="1776" w="2467">
                  <a:moveTo>
                    <a:pt x="0" y="1"/>
                  </a:moveTo>
                  <a:lnTo>
                    <a:pt x="0" y="1775"/>
                  </a:lnTo>
                  <a:lnTo>
                    <a:pt x="2467" y="1775"/>
                  </a:lnTo>
                  <a:lnTo>
                    <a:pt x="2467"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2"/>
            <p:cNvSpPr/>
            <p:nvPr/>
          </p:nvSpPr>
          <p:spPr>
            <a:xfrm>
              <a:off x="2726070" y="2207773"/>
              <a:ext cx="32221" cy="32221"/>
            </a:xfrm>
            <a:custGeom>
              <a:rect b="b" l="l" r="r" t="t"/>
              <a:pathLst>
                <a:path extrusionOk="0" h="1229" w="1229">
                  <a:moveTo>
                    <a:pt x="1" y="1"/>
                  </a:moveTo>
                  <a:lnTo>
                    <a:pt x="1" y="1228"/>
                  </a:lnTo>
                  <a:lnTo>
                    <a:pt x="1228" y="1228"/>
                  </a:lnTo>
                  <a:lnTo>
                    <a:pt x="122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2"/>
            <p:cNvSpPr/>
            <p:nvPr/>
          </p:nvSpPr>
          <p:spPr>
            <a:xfrm>
              <a:off x="2638346" y="2087199"/>
              <a:ext cx="225523" cy="241201"/>
            </a:xfrm>
            <a:custGeom>
              <a:rect b="b" l="l" r="r" t="t"/>
              <a:pathLst>
                <a:path extrusionOk="0" h="9200" w="8602">
                  <a:moveTo>
                    <a:pt x="199" y="0"/>
                  </a:moveTo>
                  <a:cubicBezTo>
                    <a:pt x="87" y="0"/>
                    <a:pt x="0" y="91"/>
                    <a:pt x="0" y="199"/>
                  </a:cubicBezTo>
                  <a:lnTo>
                    <a:pt x="0" y="8996"/>
                  </a:lnTo>
                  <a:cubicBezTo>
                    <a:pt x="0" y="9109"/>
                    <a:pt x="87" y="9199"/>
                    <a:pt x="199" y="9199"/>
                  </a:cubicBezTo>
                  <a:lnTo>
                    <a:pt x="8337" y="9199"/>
                  </a:lnTo>
                  <a:cubicBezTo>
                    <a:pt x="8602" y="9199"/>
                    <a:pt x="8602" y="8797"/>
                    <a:pt x="8337" y="8797"/>
                  </a:cubicBezTo>
                  <a:lnTo>
                    <a:pt x="399" y="8797"/>
                  </a:lnTo>
                  <a:lnTo>
                    <a:pt x="399" y="402"/>
                  </a:lnTo>
                  <a:lnTo>
                    <a:pt x="3180" y="402"/>
                  </a:lnTo>
                  <a:lnTo>
                    <a:pt x="4585" y="1807"/>
                  </a:lnTo>
                  <a:cubicBezTo>
                    <a:pt x="4625" y="1843"/>
                    <a:pt x="4676" y="1865"/>
                    <a:pt x="4730" y="1865"/>
                  </a:cubicBezTo>
                  <a:lnTo>
                    <a:pt x="5418" y="1865"/>
                  </a:lnTo>
                  <a:cubicBezTo>
                    <a:pt x="5686" y="1865"/>
                    <a:pt x="5686" y="1463"/>
                    <a:pt x="5418" y="1463"/>
                  </a:cubicBezTo>
                  <a:lnTo>
                    <a:pt x="4810" y="1463"/>
                  </a:lnTo>
                  <a:lnTo>
                    <a:pt x="3405" y="58"/>
                  </a:lnTo>
                  <a:cubicBezTo>
                    <a:pt x="3368" y="22"/>
                    <a:pt x="3318" y="0"/>
                    <a:pt x="3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2"/>
            <p:cNvSpPr/>
            <p:nvPr/>
          </p:nvSpPr>
          <p:spPr>
            <a:xfrm>
              <a:off x="2794052" y="2005531"/>
              <a:ext cx="202845" cy="322869"/>
            </a:xfrm>
            <a:custGeom>
              <a:rect b="b" l="l" r="r" t="t"/>
              <a:pathLst>
                <a:path extrusionOk="0" h="12315" w="7737">
                  <a:moveTo>
                    <a:pt x="4669" y="0"/>
                  </a:moveTo>
                  <a:cubicBezTo>
                    <a:pt x="4313" y="0"/>
                    <a:pt x="3950" y="63"/>
                    <a:pt x="3593" y="196"/>
                  </a:cubicBezTo>
                  <a:cubicBezTo>
                    <a:pt x="1830" y="859"/>
                    <a:pt x="1073" y="2938"/>
                    <a:pt x="2000" y="4578"/>
                  </a:cubicBezTo>
                  <a:lnTo>
                    <a:pt x="269" y="4578"/>
                  </a:lnTo>
                  <a:cubicBezTo>
                    <a:pt x="1" y="4578"/>
                    <a:pt x="1" y="4980"/>
                    <a:pt x="269" y="4980"/>
                  </a:cubicBezTo>
                  <a:lnTo>
                    <a:pt x="2272" y="4980"/>
                  </a:lnTo>
                  <a:cubicBezTo>
                    <a:pt x="2860" y="5721"/>
                    <a:pt x="3751" y="6139"/>
                    <a:pt x="4678" y="6139"/>
                  </a:cubicBezTo>
                  <a:cubicBezTo>
                    <a:pt x="4870" y="6139"/>
                    <a:pt x="5063" y="6121"/>
                    <a:pt x="5256" y="6085"/>
                  </a:cubicBezTo>
                  <a:lnTo>
                    <a:pt x="5256" y="11912"/>
                  </a:lnTo>
                  <a:lnTo>
                    <a:pt x="3188" y="11912"/>
                  </a:lnTo>
                  <a:cubicBezTo>
                    <a:pt x="2920" y="11912"/>
                    <a:pt x="2920" y="12314"/>
                    <a:pt x="3188" y="12314"/>
                  </a:cubicBezTo>
                  <a:lnTo>
                    <a:pt x="5455" y="12314"/>
                  </a:lnTo>
                  <a:cubicBezTo>
                    <a:pt x="5564" y="12314"/>
                    <a:pt x="5654" y="12224"/>
                    <a:pt x="5654" y="12111"/>
                  </a:cubicBezTo>
                  <a:lnTo>
                    <a:pt x="5654" y="5976"/>
                  </a:lnTo>
                  <a:cubicBezTo>
                    <a:pt x="6820" y="5581"/>
                    <a:pt x="7635" y="4527"/>
                    <a:pt x="7726" y="3300"/>
                  </a:cubicBezTo>
                  <a:cubicBezTo>
                    <a:pt x="7737" y="3191"/>
                    <a:pt x="7653" y="3093"/>
                    <a:pt x="7541" y="3086"/>
                  </a:cubicBezTo>
                  <a:cubicBezTo>
                    <a:pt x="7537" y="3086"/>
                    <a:pt x="7532" y="3086"/>
                    <a:pt x="7528" y="3086"/>
                  </a:cubicBezTo>
                  <a:cubicBezTo>
                    <a:pt x="7425" y="3086"/>
                    <a:pt x="7334" y="3166"/>
                    <a:pt x="7327" y="3271"/>
                  </a:cubicBezTo>
                  <a:cubicBezTo>
                    <a:pt x="7219" y="4662"/>
                    <a:pt x="6061" y="5730"/>
                    <a:pt x="4672" y="5730"/>
                  </a:cubicBezTo>
                  <a:cubicBezTo>
                    <a:pt x="4665" y="5730"/>
                    <a:pt x="4658" y="5730"/>
                    <a:pt x="4651" y="5730"/>
                  </a:cubicBezTo>
                  <a:cubicBezTo>
                    <a:pt x="3249" y="5719"/>
                    <a:pt x="2098" y="4629"/>
                    <a:pt x="2014" y="3231"/>
                  </a:cubicBezTo>
                  <a:cubicBezTo>
                    <a:pt x="1928" y="1833"/>
                    <a:pt x="2934" y="609"/>
                    <a:pt x="4325" y="424"/>
                  </a:cubicBezTo>
                  <a:cubicBezTo>
                    <a:pt x="4442" y="409"/>
                    <a:pt x="4558" y="401"/>
                    <a:pt x="4673" y="401"/>
                  </a:cubicBezTo>
                  <a:cubicBezTo>
                    <a:pt x="5923" y="401"/>
                    <a:pt x="7029" y="1279"/>
                    <a:pt x="7284" y="2536"/>
                  </a:cubicBezTo>
                  <a:cubicBezTo>
                    <a:pt x="7306" y="2648"/>
                    <a:pt x="7389" y="2697"/>
                    <a:pt x="7474" y="2697"/>
                  </a:cubicBezTo>
                  <a:cubicBezTo>
                    <a:pt x="7589" y="2697"/>
                    <a:pt x="7706" y="2606"/>
                    <a:pt x="7675" y="2456"/>
                  </a:cubicBezTo>
                  <a:cubicBezTo>
                    <a:pt x="7374" y="981"/>
                    <a:pt x="6079" y="0"/>
                    <a:pt x="4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2"/>
            <p:cNvSpPr/>
            <p:nvPr/>
          </p:nvSpPr>
          <p:spPr>
            <a:xfrm>
              <a:off x="2878079" y="2034475"/>
              <a:ext cx="75139" cy="89480"/>
            </a:xfrm>
            <a:custGeom>
              <a:rect b="b" l="l" r="r" t="t"/>
              <a:pathLst>
                <a:path extrusionOk="0" h="3413" w="2866">
                  <a:moveTo>
                    <a:pt x="1432" y="410"/>
                  </a:moveTo>
                  <a:cubicBezTo>
                    <a:pt x="1620" y="410"/>
                    <a:pt x="1776" y="559"/>
                    <a:pt x="1783" y="747"/>
                  </a:cubicBezTo>
                  <a:lnTo>
                    <a:pt x="1783" y="1240"/>
                  </a:lnTo>
                  <a:lnTo>
                    <a:pt x="1084" y="1240"/>
                  </a:lnTo>
                  <a:lnTo>
                    <a:pt x="1084" y="747"/>
                  </a:lnTo>
                  <a:cubicBezTo>
                    <a:pt x="1091" y="559"/>
                    <a:pt x="1247" y="410"/>
                    <a:pt x="1432" y="410"/>
                  </a:cubicBezTo>
                  <a:close/>
                  <a:moveTo>
                    <a:pt x="2467" y="1642"/>
                  </a:moveTo>
                  <a:lnTo>
                    <a:pt x="2467" y="3011"/>
                  </a:lnTo>
                  <a:lnTo>
                    <a:pt x="403" y="3011"/>
                  </a:lnTo>
                  <a:lnTo>
                    <a:pt x="403" y="1642"/>
                  </a:lnTo>
                  <a:close/>
                  <a:moveTo>
                    <a:pt x="1435" y="1"/>
                  </a:moveTo>
                  <a:cubicBezTo>
                    <a:pt x="1019" y="1"/>
                    <a:pt x="685" y="334"/>
                    <a:pt x="685" y="747"/>
                  </a:cubicBezTo>
                  <a:lnTo>
                    <a:pt x="685" y="1240"/>
                  </a:lnTo>
                  <a:lnTo>
                    <a:pt x="200" y="1240"/>
                  </a:lnTo>
                  <a:cubicBezTo>
                    <a:pt x="92" y="1240"/>
                    <a:pt x="1" y="1330"/>
                    <a:pt x="1" y="1439"/>
                  </a:cubicBezTo>
                  <a:lnTo>
                    <a:pt x="1" y="3213"/>
                  </a:lnTo>
                  <a:cubicBezTo>
                    <a:pt x="1" y="3326"/>
                    <a:pt x="92" y="3413"/>
                    <a:pt x="200" y="3413"/>
                  </a:cubicBezTo>
                  <a:lnTo>
                    <a:pt x="2667" y="3413"/>
                  </a:lnTo>
                  <a:cubicBezTo>
                    <a:pt x="2775" y="3413"/>
                    <a:pt x="2866" y="3326"/>
                    <a:pt x="2866" y="3213"/>
                  </a:cubicBezTo>
                  <a:lnTo>
                    <a:pt x="2866" y="1439"/>
                  </a:lnTo>
                  <a:cubicBezTo>
                    <a:pt x="2866" y="1330"/>
                    <a:pt x="2775" y="1240"/>
                    <a:pt x="2667" y="1240"/>
                  </a:cubicBezTo>
                  <a:lnTo>
                    <a:pt x="2181" y="1240"/>
                  </a:lnTo>
                  <a:lnTo>
                    <a:pt x="2181" y="747"/>
                  </a:lnTo>
                  <a:cubicBezTo>
                    <a:pt x="2181" y="334"/>
                    <a:pt x="1848" y="1"/>
                    <a:pt x="14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2"/>
            <p:cNvSpPr/>
            <p:nvPr/>
          </p:nvSpPr>
          <p:spPr>
            <a:xfrm>
              <a:off x="2720852" y="2202556"/>
              <a:ext cx="42656" cy="42656"/>
            </a:xfrm>
            <a:custGeom>
              <a:rect b="b" l="l" r="r" t="t"/>
              <a:pathLst>
                <a:path extrusionOk="0" h="1627" w="1627">
                  <a:moveTo>
                    <a:pt x="1228" y="399"/>
                  </a:moveTo>
                  <a:lnTo>
                    <a:pt x="1228" y="1228"/>
                  </a:lnTo>
                  <a:lnTo>
                    <a:pt x="399" y="1228"/>
                  </a:lnTo>
                  <a:lnTo>
                    <a:pt x="399" y="399"/>
                  </a:lnTo>
                  <a:close/>
                  <a:moveTo>
                    <a:pt x="193" y="0"/>
                  </a:moveTo>
                  <a:cubicBezTo>
                    <a:pt x="87" y="0"/>
                    <a:pt x="0" y="89"/>
                    <a:pt x="0" y="200"/>
                  </a:cubicBezTo>
                  <a:lnTo>
                    <a:pt x="0" y="1427"/>
                  </a:lnTo>
                  <a:cubicBezTo>
                    <a:pt x="0" y="1536"/>
                    <a:pt x="87" y="1627"/>
                    <a:pt x="200" y="1627"/>
                  </a:cubicBezTo>
                  <a:lnTo>
                    <a:pt x="1427" y="1627"/>
                  </a:lnTo>
                  <a:cubicBezTo>
                    <a:pt x="1540" y="1627"/>
                    <a:pt x="1627" y="1536"/>
                    <a:pt x="1627" y="1427"/>
                  </a:cubicBezTo>
                  <a:lnTo>
                    <a:pt x="1627" y="200"/>
                  </a:lnTo>
                  <a:cubicBezTo>
                    <a:pt x="1627" y="87"/>
                    <a:pt x="1540" y="0"/>
                    <a:pt x="1427" y="0"/>
                  </a:cubicBezTo>
                  <a:lnTo>
                    <a:pt x="200" y="0"/>
                  </a:lnTo>
                  <a:cubicBezTo>
                    <a:pt x="197" y="0"/>
                    <a:pt x="195"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2"/>
            <p:cNvSpPr/>
            <p:nvPr/>
          </p:nvSpPr>
          <p:spPr>
            <a:xfrm>
              <a:off x="2771557" y="2202556"/>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2"/>
            <p:cNvSpPr/>
            <p:nvPr/>
          </p:nvSpPr>
          <p:spPr>
            <a:xfrm>
              <a:off x="2771557" y="2218601"/>
              <a:ext cx="90031" cy="10566"/>
            </a:xfrm>
            <a:custGeom>
              <a:rect b="b" l="l" r="r" t="t"/>
              <a:pathLst>
                <a:path extrusionOk="0" h="403" w="3434">
                  <a:moveTo>
                    <a:pt x="268" y="0"/>
                  </a:moveTo>
                  <a:cubicBezTo>
                    <a:pt x="0" y="0"/>
                    <a:pt x="0" y="402"/>
                    <a:pt x="268" y="402"/>
                  </a:cubicBezTo>
                  <a:lnTo>
                    <a:pt x="3166" y="402"/>
                  </a:lnTo>
                  <a:cubicBezTo>
                    <a:pt x="3434" y="402"/>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2"/>
            <p:cNvSpPr/>
            <p:nvPr/>
          </p:nvSpPr>
          <p:spPr>
            <a:xfrm>
              <a:off x="2771557" y="2234751"/>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2"/>
            <p:cNvSpPr/>
            <p:nvPr/>
          </p:nvSpPr>
          <p:spPr>
            <a:xfrm>
              <a:off x="2906577" y="2086150"/>
              <a:ext cx="19768" cy="18614"/>
            </a:xfrm>
            <a:custGeom>
              <a:rect b="b" l="l" r="r" t="t"/>
              <a:pathLst>
                <a:path extrusionOk="0" h="710" w="754">
                  <a:moveTo>
                    <a:pt x="276" y="0"/>
                  </a:moveTo>
                  <a:cubicBezTo>
                    <a:pt x="73" y="0"/>
                    <a:pt x="0" y="272"/>
                    <a:pt x="174" y="373"/>
                  </a:cubicBezTo>
                  <a:lnTo>
                    <a:pt x="174" y="511"/>
                  </a:lnTo>
                  <a:cubicBezTo>
                    <a:pt x="174" y="643"/>
                    <a:pt x="275" y="709"/>
                    <a:pt x="375" y="709"/>
                  </a:cubicBezTo>
                  <a:cubicBezTo>
                    <a:pt x="476" y="709"/>
                    <a:pt x="576" y="643"/>
                    <a:pt x="576" y="511"/>
                  </a:cubicBezTo>
                  <a:lnTo>
                    <a:pt x="576" y="373"/>
                  </a:lnTo>
                  <a:cubicBezTo>
                    <a:pt x="754" y="272"/>
                    <a:pt x="681"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82"/>
          <p:cNvGrpSpPr/>
          <p:nvPr/>
        </p:nvGrpSpPr>
        <p:grpSpPr>
          <a:xfrm>
            <a:off x="2695605" y="2900833"/>
            <a:ext cx="221826" cy="358419"/>
            <a:chOff x="2695605" y="2900833"/>
            <a:chExt cx="221826" cy="358419"/>
          </a:xfrm>
        </p:grpSpPr>
        <p:sp>
          <p:nvSpPr>
            <p:cNvPr id="12792" name="Google Shape;12792;p82"/>
            <p:cNvSpPr/>
            <p:nvPr/>
          </p:nvSpPr>
          <p:spPr>
            <a:xfrm>
              <a:off x="2701950" y="3037740"/>
              <a:ext cx="30701" cy="43914"/>
            </a:xfrm>
            <a:custGeom>
              <a:rect b="b" l="l" r="r" t="t"/>
              <a:pathLst>
                <a:path extrusionOk="0" h="1675" w="1171">
                  <a:moveTo>
                    <a:pt x="758" y="1"/>
                  </a:moveTo>
                  <a:lnTo>
                    <a:pt x="1" y="1674"/>
                  </a:lnTo>
                  <a:lnTo>
                    <a:pt x="1170" y="1674"/>
                  </a:lnTo>
                  <a:lnTo>
                    <a:pt x="117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2"/>
            <p:cNvSpPr/>
            <p:nvPr/>
          </p:nvSpPr>
          <p:spPr>
            <a:xfrm>
              <a:off x="2724837" y="3074025"/>
              <a:ext cx="162575" cy="179957"/>
            </a:xfrm>
            <a:custGeom>
              <a:rect b="b" l="l" r="r" t="t"/>
              <a:pathLst>
                <a:path extrusionOk="0" h="6864" w="6201">
                  <a:moveTo>
                    <a:pt x="1786" y="0"/>
                  </a:moveTo>
                  <a:lnTo>
                    <a:pt x="1786" y="4245"/>
                  </a:lnTo>
                  <a:lnTo>
                    <a:pt x="1" y="6864"/>
                  </a:lnTo>
                  <a:lnTo>
                    <a:pt x="6201" y="5027"/>
                  </a:lnTo>
                  <a:lnTo>
                    <a:pt x="5245" y="3952"/>
                  </a:lnTo>
                  <a:lnTo>
                    <a:pt x="5238" y="3941"/>
                  </a:lnTo>
                  <a:lnTo>
                    <a:pt x="523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2"/>
            <p:cNvSpPr/>
            <p:nvPr/>
          </p:nvSpPr>
          <p:spPr>
            <a:xfrm>
              <a:off x="2771662" y="3073920"/>
              <a:ext cx="90503" cy="80750"/>
            </a:xfrm>
            <a:custGeom>
              <a:rect b="b" l="l" r="r" t="t"/>
              <a:pathLst>
                <a:path extrusionOk="0" h="3080" w="3452">
                  <a:moveTo>
                    <a:pt x="0" y="1"/>
                  </a:moveTo>
                  <a:lnTo>
                    <a:pt x="0" y="3079"/>
                  </a:lnTo>
                  <a:lnTo>
                    <a:pt x="101" y="3079"/>
                  </a:lnTo>
                  <a:lnTo>
                    <a:pt x="3260" y="1337"/>
                  </a:lnTo>
                  <a:cubicBezTo>
                    <a:pt x="3325" y="1301"/>
                    <a:pt x="3390" y="1265"/>
                    <a:pt x="3452" y="1225"/>
                  </a:cubicBezTo>
                  <a:lnTo>
                    <a:pt x="3452" y="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2"/>
            <p:cNvSpPr/>
            <p:nvPr/>
          </p:nvSpPr>
          <p:spPr>
            <a:xfrm>
              <a:off x="2724837" y="3177427"/>
              <a:ext cx="162575" cy="76555"/>
            </a:xfrm>
            <a:custGeom>
              <a:rect b="b" l="l" r="r" t="t"/>
              <a:pathLst>
                <a:path extrusionOk="0" h="2920" w="6201">
                  <a:moveTo>
                    <a:pt x="5234" y="0"/>
                  </a:moveTo>
                  <a:lnTo>
                    <a:pt x="1" y="2920"/>
                  </a:lnTo>
                  <a:lnTo>
                    <a:pt x="6201" y="1083"/>
                  </a:lnTo>
                  <a:lnTo>
                    <a:pt x="5245" y="8"/>
                  </a:lnTo>
                  <a:cubicBezTo>
                    <a:pt x="5230" y="8"/>
                    <a:pt x="5223" y="8"/>
                    <a:pt x="5234"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2"/>
            <p:cNvSpPr/>
            <p:nvPr/>
          </p:nvSpPr>
          <p:spPr>
            <a:xfrm>
              <a:off x="2721718" y="2906050"/>
              <a:ext cx="190391" cy="238160"/>
            </a:xfrm>
            <a:custGeom>
              <a:rect b="b" l="l" r="r" t="t"/>
              <a:pathLst>
                <a:path extrusionOk="0" h="9084" w="7262">
                  <a:moveTo>
                    <a:pt x="3633" y="1"/>
                  </a:moveTo>
                  <a:cubicBezTo>
                    <a:pt x="1626" y="1"/>
                    <a:pt x="0" y="1572"/>
                    <a:pt x="0" y="3510"/>
                  </a:cubicBezTo>
                  <a:cubicBezTo>
                    <a:pt x="0" y="3575"/>
                    <a:pt x="7" y="6991"/>
                    <a:pt x="7" y="8443"/>
                  </a:cubicBezTo>
                  <a:cubicBezTo>
                    <a:pt x="7" y="8798"/>
                    <a:pt x="297" y="9084"/>
                    <a:pt x="652" y="9084"/>
                  </a:cubicBezTo>
                  <a:lnTo>
                    <a:pt x="1905" y="9084"/>
                  </a:lnTo>
                  <a:lnTo>
                    <a:pt x="4973" y="7393"/>
                  </a:lnTo>
                  <a:cubicBezTo>
                    <a:pt x="6385" y="6614"/>
                    <a:pt x="7262" y="5125"/>
                    <a:pt x="7262" y="3510"/>
                  </a:cubicBezTo>
                  <a:cubicBezTo>
                    <a:pt x="7262" y="1572"/>
                    <a:pt x="5635" y="1"/>
                    <a:pt x="36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2"/>
            <p:cNvSpPr/>
            <p:nvPr/>
          </p:nvSpPr>
          <p:spPr>
            <a:xfrm>
              <a:off x="2766051" y="2929986"/>
              <a:ext cx="119290" cy="119290"/>
            </a:xfrm>
            <a:custGeom>
              <a:rect b="b" l="l" r="r" t="t"/>
              <a:pathLst>
                <a:path extrusionOk="0" h="4550" w="4550">
                  <a:moveTo>
                    <a:pt x="2275" y="0"/>
                  </a:moveTo>
                  <a:cubicBezTo>
                    <a:pt x="1018" y="0"/>
                    <a:pt x="0" y="1018"/>
                    <a:pt x="0" y="2275"/>
                  </a:cubicBezTo>
                  <a:cubicBezTo>
                    <a:pt x="0" y="3531"/>
                    <a:pt x="1018" y="4549"/>
                    <a:pt x="2275" y="4549"/>
                  </a:cubicBezTo>
                  <a:cubicBezTo>
                    <a:pt x="3532" y="4549"/>
                    <a:pt x="4549" y="3531"/>
                    <a:pt x="4549" y="2275"/>
                  </a:cubicBezTo>
                  <a:cubicBezTo>
                    <a:pt x="4549" y="1018"/>
                    <a:pt x="3532" y="0"/>
                    <a:pt x="2275"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2"/>
            <p:cNvSpPr/>
            <p:nvPr/>
          </p:nvSpPr>
          <p:spPr>
            <a:xfrm>
              <a:off x="2813059" y="2953713"/>
              <a:ext cx="46457" cy="46379"/>
            </a:xfrm>
            <a:custGeom>
              <a:rect b="b" l="l" r="r" t="t"/>
              <a:pathLst>
                <a:path extrusionOk="0" h="1769" w="1772">
                  <a:moveTo>
                    <a:pt x="884" y="1"/>
                  </a:moveTo>
                  <a:cubicBezTo>
                    <a:pt x="398" y="1"/>
                    <a:pt x="0" y="396"/>
                    <a:pt x="0" y="884"/>
                  </a:cubicBezTo>
                  <a:cubicBezTo>
                    <a:pt x="0" y="1370"/>
                    <a:pt x="398" y="1768"/>
                    <a:pt x="884" y="1768"/>
                  </a:cubicBezTo>
                  <a:cubicBezTo>
                    <a:pt x="1373" y="1768"/>
                    <a:pt x="1771" y="1370"/>
                    <a:pt x="1771" y="884"/>
                  </a:cubicBezTo>
                  <a:cubicBezTo>
                    <a:pt x="1771" y="396"/>
                    <a:pt x="1373" y="1"/>
                    <a:pt x="88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2"/>
            <p:cNvSpPr/>
            <p:nvPr/>
          </p:nvSpPr>
          <p:spPr>
            <a:xfrm>
              <a:off x="2695605" y="2900833"/>
              <a:ext cx="221826" cy="358419"/>
            </a:xfrm>
            <a:custGeom>
              <a:rect b="b" l="l" r="r" t="t"/>
              <a:pathLst>
                <a:path extrusionOk="0" h="13671" w="8461">
                  <a:moveTo>
                    <a:pt x="800" y="6146"/>
                  </a:moveTo>
                  <a:lnTo>
                    <a:pt x="800" y="6697"/>
                  </a:lnTo>
                  <a:lnTo>
                    <a:pt x="554" y="6697"/>
                  </a:lnTo>
                  <a:lnTo>
                    <a:pt x="800" y="6146"/>
                  </a:lnTo>
                  <a:close/>
                  <a:moveTo>
                    <a:pt x="4629" y="0"/>
                  </a:moveTo>
                  <a:cubicBezTo>
                    <a:pt x="2517" y="0"/>
                    <a:pt x="797" y="1663"/>
                    <a:pt x="797" y="3709"/>
                  </a:cubicBezTo>
                  <a:cubicBezTo>
                    <a:pt x="797" y="3734"/>
                    <a:pt x="797" y="4328"/>
                    <a:pt x="800" y="5180"/>
                  </a:cubicBezTo>
                  <a:lnTo>
                    <a:pt x="62" y="6813"/>
                  </a:lnTo>
                  <a:cubicBezTo>
                    <a:pt x="0" y="6947"/>
                    <a:pt x="98" y="7095"/>
                    <a:pt x="243" y="7095"/>
                  </a:cubicBezTo>
                  <a:lnTo>
                    <a:pt x="800" y="7095"/>
                  </a:lnTo>
                  <a:cubicBezTo>
                    <a:pt x="800" y="7610"/>
                    <a:pt x="800" y="8138"/>
                    <a:pt x="804" y="8642"/>
                  </a:cubicBezTo>
                  <a:cubicBezTo>
                    <a:pt x="804" y="9105"/>
                    <a:pt x="1181" y="9482"/>
                    <a:pt x="1648" y="9482"/>
                  </a:cubicBezTo>
                  <a:lnTo>
                    <a:pt x="2698" y="9482"/>
                  </a:lnTo>
                  <a:lnTo>
                    <a:pt x="2698" y="10790"/>
                  </a:lnTo>
                  <a:lnTo>
                    <a:pt x="949" y="13357"/>
                  </a:lnTo>
                  <a:cubicBezTo>
                    <a:pt x="856" y="13495"/>
                    <a:pt x="962" y="13671"/>
                    <a:pt x="1114" y="13671"/>
                  </a:cubicBezTo>
                  <a:cubicBezTo>
                    <a:pt x="1133" y="13671"/>
                    <a:pt x="1153" y="13668"/>
                    <a:pt x="1173" y="13662"/>
                  </a:cubicBezTo>
                  <a:lnTo>
                    <a:pt x="2995" y="13122"/>
                  </a:lnTo>
                  <a:cubicBezTo>
                    <a:pt x="3229" y="13053"/>
                    <a:pt x="3157" y="12728"/>
                    <a:pt x="2948" y="12728"/>
                  </a:cubicBezTo>
                  <a:cubicBezTo>
                    <a:pt x="2928" y="12728"/>
                    <a:pt x="2906" y="12731"/>
                    <a:pt x="2883" y="12738"/>
                  </a:cubicBezTo>
                  <a:lnTo>
                    <a:pt x="1597" y="13118"/>
                  </a:lnTo>
                  <a:lnTo>
                    <a:pt x="1597" y="13118"/>
                  </a:lnTo>
                  <a:lnTo>
                    <a:pt x="3068" y="10963"/>
                  </a:lnTo>
                  <a:cubicBezTo>
                    <a:pt x="3089" y="10931"/>
                    <a:pt x="3100" y="10891"/>
                    <a:pt x="3100" y="10851"/>
                  </a:cubicBezTo>
                  <a:lnTo>
                    <a:pt x="3100" y="9402"/>
                  </a:lnTo>
                  <a:lnTo>
                    <a:pt x="4317" y="8732"/>
                  </a:lnTo>
                  <a:cubicBezTo>
                    <a:pt x="4514" y="8622"/>
                    <a:pt x="4405" y="8354"/>
                    <a:pt x="4225" y="8354"/>
                  </a:cubicBezTo>
                  <a:cubicBezTo>
                    <a:pt x="4194" y="8354"/>
                    <a:pt x="4160" y="8362"/>
                    <a:pt x="4125" y="8381"/>
                  </a:cubicBezTo>
                  <a:lnTo>
                    <a:pt x="2850" y="9084"/>
                  </a:lnTo>
                  <a:lnTo>
                    <a:pt x="1648" y="9084"/>
                  </a:lnTo>
                  <a:cubicBezTo>
                    <a:pt x="1405" y="9084"/>
                    <a:pt x="1206" y="8888"/>
                    <a:pt x="1206" y="8642"/>
                  </a:cubicBezTo>
                  <a:lnTo>
                    <a:pt x="1206" y="8091"/>
                  </a:lnTo>
                  <a:lnTo>
                    <a:pt x="2238" y="8091"/>
                  </a:lnTo>
                  <a:cubicBezTo>
                    <a:pt x="2506" y="8088"/>
                    <a:pt x="2506" y="7689"/>
                    <a:pt x="2238" y="7689"/>
                  </a:cubicBezTo>
                  <a:lnTo>
                    <a:pt x="1206" y="7689"/>
                  </a:lnTo>
                  <a:cubicBezTo>
                    <a:pt x="1202" y="5730"/>
                    <a:pt x="1199" y="3760"/>
                    <a:pt x="1199" y="3709"/>
                  </a:cubicBezTo>
                  <a:cubicBezTo>
                    <a:pt x="1199" y="1887"/>
                    <a:pt x="2738" y="406"/>
                    <a:pt x="4629" y="406"/>
                  </a:cubicBezTo>
                  <a:cubicBezTo>
                    <a:pt x="6523" y="406"/>
                    <a:pt x="8062" y="1887"/>
                    <a:pt x="8062" y="3709"/>
                  </a:cubicBezTo>
                  <a:cubicBezTo>
                    <a:pt x="8058" y="5252"/>
                    <a:pt x="7222" y="6672"/>
                    <a:pt x="5871" y="7418"/>
                  </a:cubicBezTo>
                  <a:lnTo>
                    <a:pt x="4915" y="7946"/>
                  </a:lnTo>
                  <a:cubicBezTo>
                    <a:pt x="4715" y="8054"/>
                    <a:pt x="4826" y="8326"/>
                    <a:pt x="5005" y="8326"/>
                  </a:cubicBezTo>
                  <a:cubicBezTo>
                    <a:pt x="5037" y="8326"/>
                    <a:pt x="5072" y="8317"/>
                    <a:pt x="5107" y="8298"/>
                  </a:cubicBezTo>
                  <a:lnTo>
                    <a:pt x="6066" y="7769"/>
                  </a:lnTo>
                  <a:cubicBezTo>
                    <a:pt x="6095" y="7751"/>
                    <a:pt x="6124" y="7733"/>
                    <a:pt x="6157" y="7718"/>
                  </a:cubicBezTo>
                  <a:lnTo>
                    <a:pt x="6157" y="10550"/>
                  </a:lnTo>
                  <a:cubicBezTo>
                    <a:pt x="6157" y="10598"/>
                    <a:pt x="6175" y="10645"/>
                    <a:pt x="6204" y="10681"/>
                  </a:cubicBezTo>
                  <a:lnTo>
                    <a:pt x="6961" y="11532"/>
                  </a:lnTo>
                  <a:lnTo>
                    <a:pt x="3676" y="12506"/>
                  </a:lnTo>
                  <a:cubicBezTo>
                    <a:pt x="3442" y="12575"/>
                    <a:pt x="3514" y="12900"/>
                    <a:pt x="3723" y="12900"/>
                  </a:cubicBezTo>
                  <a:cubicBezTo>
                    <a:pt x="3744" y="12900"/>
                    <a:pt x="3765" y="12897"/>
                    <a:pt x="3788" y="12890"/>
                  </a:cubicBezTo>
                  <a:lnTo>
                    <a:pt x="7374" y="11829"/>
                  </a:lnTo>
                  <a:cubicBezTo>
                    <a:pt x="7515" y="11786"/>
                    <a:pt x="7566" y="11612"/>
                    <a:pt x="7468" y="11503"/>
                  </a:cubicBezTo>
                  <a:lnTo>
                    <a:pt x="6552" y="10471"/>
                  </a:lnTo>
                  <a:lnTo>
                    <a:pt x="6552" y="7454"/>
                  </a:lnTo>
                  <a:cubicBezTo>
                    <a:pt x="7751" y="6581"/>
                    <a:pt x="8460" y="5190"/>
                    <a:pt x="8460" y="3709"/>
                  </a:cubicBezTo>
                  <a:cubicBezTo>
                    <a:pt x="8460" y="1663"/>
                    <a:pt x="6740" y="0"/>
                    <a:pt x="4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2"/>
            <p:cNvSpPr/>
            <p:nvPr/>
          </p:nvSpPr>
          <p:spPr>
            <a:xfrm>
              <a:off x="2760703" y="2924743"/>
              <a:ext cx="133080" cy="129829"/>
            </a:xfrm>
            <a:custGeom>
              <a:rect b="b" l="l" r="r" t="t"/>
              <a:pathLst>
                <a:path extrusionOk="0" h="4952" w="5076">
                  <a:moveTo>
                    <a:pt x="2478" y="1"/>
                  </a:moveTo>
                  <a:cubicBezTo>
                    <a:pt x="2464" y="1"/>
                    <a:pt x="2450" y="1"/>
                    <a:pt x="2435" y="1"/>
                  </a:cubicBezTo>
                  <a:cubicBezTo>
                    <a:pt x="1153" y="23"/>
                    <a:pt x="99" y="1022"/>
                    <a:pt x="12" y="2305"/>
                  </a:cubicBezTo>
                  <a:cubicBezTo>
                    <a:pt x="1" y="2443"/>
                    <a:pt x="107" y="2517"/>
                    <a:pt x="212" y="2517"/>
                  </a:cubicBezTo>
                  <a:cubicBezTo>
                    <a:pt x="307" y="2517"/>
                    <a:pt x="402" y="2457"/>
                    <a:pt x="411" y="2330"/>
                  </a:cubicBezTo>
                  <a:cubicBezTo>
                    <a:pt x="487" y="1258"/>
                    <a:pt x="1367" y="421"/>
                    <a:pt x="2443" y="403"/>
                  </a:cubicBezTo>
                  <a:cubicBezTo>
                    <a:pt x="2454" y="403"/>
                    <a:pt x="2466" y="403"/>
                    <a:pt x="2478" y="403"/>
                  </a:cubicBezTo>
                  <a:cubicBezTo>
                    <a:pt x="3535" y="403"/>
                    <a:pt x="4429" y="1201"/>
                    <a:pt x="4540" y="2257"/>
                  </a:cubicBezTo>
                  <a:cubicBezTo>
                    <a:pt x="4652" y="3326"/>
                    <a:pt x="3931" y="4304"/>
                    <a:pt x="2877" y="4510"/>
                  </a:cubicBezTo>
                  <a:cubicBezTo>
                    <a:pt x="2743" y="4536"/>
                    <a:pt x="2609" y="4549"/>
                    <a:pt x="2476" y="4549"/>
                  </a:cubicBezTo>
                  <a:cubicBezTo>
                    <a:pt x="1568" y="4549"/>
                    <a:pt x="746" y="3952"/>
                    <a:pt x="487" y="3051"/>
                  </a:cubicBezTo>
                  <a:cubicBezTo>
                    <a:pt x="457" y="2949"/>
                    <a:pt x="378" y="2905"/>
                    <a:pt x="300" y="2905"/>
                  </a:cubicBezTo>
                  <a:cubicBezTo>
                    <a:pt x="179" y="2905"/>
                    <a:pt x="57" y="3007"/>
                    <a:pt x="103" y="3163"/>
                  </a:cubicBezTo>
                  <a:cubicBezTo>
                    <a:pt x="413" y="4238"/>
                    <a:pt x="1396" y="4951"/>
                    <a:pt x="2477" y="4951"/>
                  </a:cubicBezTo>
                  <a:cubicBezTo>
                    <a:pt x="2634" y="4951"/>
                    <a:pt x="2794" y="4936"/>
                    <a:pt x="2953" y="4905"/>
                  </a:cubicBezTo>
                  <a:cubicBezTo>
                    <a:pt x="4214" y="4662"/>
                    <a:pt x="5076" y="3492"/>
                    <a:pt x="4942" y="2218"/>
                  </a:cubicBezTo>
                  <a:cubicBezTo>
                    <a:pt x="4809" y="953"/>
                    <a:pt x="3745"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2"/>
            <p:cNvSpPr/>
            <p:nvPr/>
          </p:nvSpPr>
          <p:spPr>
            <a:xfrm>
              <a:off x="2787602" y="2948260"/>
              <a:ext cx="85967" cy="76765"/>
            </a:xfrm>
            <a:custGeom>
              <a:rect b="b" l="l" r="r" t="t"/>
              <a:pathLst>
                <a:path extrusionOk="0" h="2928" w="3279">
                  <a:moveTo>
                    <a:pt x="1858" y="406"/>
                  </a:moveTo>
                  <a:cubicBezTo>
                    <a:pt x="2033" y="406"/>
                    <a:pt x="2208" y="473"/>
                    <a:pt x="2340" y="607"/>
                  </a:cubicBezTo>
                  <a:cubicBezTo>
                    <a:pt x="2608" y="875"/>
                    <a:pt x="2608" y="1306"/>
                    <a:pt x="2344" y="1574"/>
                  </a:cubicBezTo>
                  <a:cubicBezTo>
                    <a:pt x="2210" y="1708"/>
                    <a:pt x="2034" y="1775"/>
                    <a:pt x="1858" y="1775"/>
                  </a:cubicBezTo>
                  <a:cubicBezTo>
                    <a:pt x="1683" y="1775"/>
                    <a:pt x="1507" y="1708"/>
                    <a:pt x="1373" y="1574"/>
                  </a:cubicBezTo>
                  <a:cubicBezTo>
                    <a:pt x="1109" y="1306"/>
                    <a:pt x="1109" y="875"/>
                    <a:pt x="1373" y="607"/>
                  </a:cubicBezTo>
                  <a:cubicBezTo>
                    <a:pt x="1507" y="473"/>
                    <a:pt x="1683" y="406"/>
                    <a:pt x="1858" y="406"/>
                  </a:cubicBezTo>
                  <a:close/>
                  <a:moveTo>
                    <a:pt x="1851" y="1"/>
                  </a:moveTo>
                  <a:cubicBezTo>
                    <a:pt x="994" y="1"/>
                    <a:pt x="460" y="974"/>
                    <a:pt x="964" y="1705"/>
                  </a:cubicBezTo>
                  <a:lnTo>
                    <a:pt x="80" y="2588"/>
                  </a:lnTo>
                  <a:cubicBezTo>
                    <a:pt x="0" y="2664"/>
                    <a:pt x="0" y="2791"/>
                    <a:pt x="80" y="2871"/>
                  </a:cubicBezTo>
                  <a:cubicBezTo>
                    <a:pt x="118" y="2909"/>
                    <a:pt x="169" y="2928"/>
                    <a:pt x="220" y="2928"/>
                  </a:cubicBezTo>
                  <a:cubicBezTo>
                    <a:pt x="271" y="2928"/>
                    <a:pt x="323" y="2909"/>
                    <a:pt x="363" y="2871"/>
                  </a:cubicBezTo>
                  <a:lnTo>
                    <a:pt x="1246" y="1987"/>
                  </a:lnTo>
                  <a:cubicBezTo>
                    <a:pt x="1432" y="2113"/>
                    <a:pt x="1644" y="2175"/>
                    <a:pt x="1856" y="2175"/>
                  </a:cubicBezTo>
                  <a:cubicBezTo>
                    <a:pt x="2135" y="2175"/>
                    <a:pt x="2412" y="2067"/>
                    <a:pt x="2623" y="1857"/>
                  </a:cubicBezTo>
                  <a:cubicBezTo>
                    <a:pt x="3278" y="1208"/>
                    <a:pt x="2876" y="93"/>
                    <a:pt x="1960" y="6"/>
                  </a:cubicBezTo>
                  <a:cubicBezTo>
                    <a:pt x="1923" y="2"/>
                    <a:pt x="1887" y="1"/>
                    <a:pt x="1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2" name="Google Shape;12802;p82"/>
          <p:cNvGrpSpPr/>
          <p:nvPr/>
        </p:nvGrpSpPr>
        <p:grpSpPr>
          <a:xfrm>
            <a:off x="1309564" y="3381504"/>
            <a:ext cx="320509" cy="358341"/>
            <a:chOff x="1309564" y="3381504"/>
            <a:chExt cx="320509" cy="358341"/>
          </a:xfrm>
        </p:grpSpPr>
        <p:sp>
          <p:nvSpPr>
            <p:cNvPr id="12803" name="Google Shape;12803;p82"/>
            <p:cNvSpPr/>
            <p:nvPr/>
          </p:nvSpPr>
          <p:spPr>
            <a:xfrm>
              <a:off x="1324299" y="3624750"/>
              <a:ext cx="96952" cy="96979"/>
            </a:xfrm>
            <a:custGeom>
              <a:rect b="b" l="l" r="r" t="t"/>
              <a:pathLst>
                <a:path extrusionOk="0" h="3699" w="3698">
                  <a:moveTo>
                    <a:pt x="2202" y="0"/>
                  </a:moveTo>
                  <a:lnTo>
                    <a:pt x="0" y="2206"/>
                  </a:lnTo>
                  <a:lnTo>
                    <a:pt x="1492" y="3698"/>
                  </a:lnTo>
                  <a:lnTo>
                    <a:pt x="1934" y="3256"/>
                  </a:lnTo>
                  <a:lnTo>
                    <a:pt x="1373" y="2695"/>
                  </a:lnTo>
                  <a:lnTo>
                    <a:pt x="1811" y="2253"/>
                  </a:lnTo>
                  <a:lnTo>
                    <a:pt x="2372" y="2818"/>
                  </a:lnTo>
                  <a:lnTo>
                    <a:pt x="2814" y="2376"/>
                  </a:lnTo>
                  <a:lnTo>
                    <a:pt x="2253" y="1815"/>
                  </a:lnTo>
                  <a:lnTo>
                    <a:pt x="2695" y="1373"/>
                  </a:lnTo>
                  <a:lnTo>
                    <a:pt x="3256" y="1934"/>
                  </a:lnTo>
                  <a:lnTo>
                    <a:pt x="3698" y="1493"/>
                  </a:lnTo>
                  <a:lnTo>
                    <a:pt x="220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2"/>
            <p:cNvSpPr/>
            <p:nvPr/>
          </p:nvSpPr>
          <p:spPr>
            <a:xfrm>
              <a:off x="1450955" y="3563794"/>
              <a:ext cx="149859" cy="170728"/>
            </a:xfrm>
            <a:custGeom>
              <a:rect b="b" l="l" r="r" t="t"/>
              <a:pathLst>
                <a:path extrusionOk="0" h="6512" w="5716">
                  <a:moveTo>
                    <a:pt x="2098" y="0"/>
                  </a:moveTo>
                  <a:lnTo>
                    <a:pt x="1554" y="1492"/>
                  </a:lnTo>
                  <a:cubicBezTo>
                    <a:pt x="537" y="2054"/>
                    <a:pt x="1" y="3213"/>
                    <a:pt x="225" y="4354"/>
                  </a:cubicBezTo>
                  <a:cubicBezTo>
                    <a:pt x="424" y="5342"/>
                    <a:pt x="1159" y="6139"/>
                    <a:pt x="2126" y="6411"/>
                  </a:cubicBezTo>
                  <a:cubicBezTo>
                    <a:pt x="2367" y="6479"/>
                    <a:pt x="2611" y="6512"/>
                    <a:pt x="2854" y="6512"/>
                  </a:cubicBezTo>
                  <a:cubicBezTo>
                    <a:pt x="3591" y="6512"/>
                    <a:pt x="4310" y="6206"/>
                    <a:pt x="4825" y="5650"/>
                  </a:cubicBezTo>
                  <a:cubicBezTo>
                    <a:pt x="5506" y="4908"/>
                    <a:pt x="5716" y="3847"/>
                    <a:pt x="5368" y="2901"/>
                  </a:cubicBezTo>
                  <a:cubicBezTo>
                    <a:pt x="5017" y="1956"/>
                    <a:pt x="4166" y="1290"/>
                    <a:pt x="3166" y="1170"/>
                  </a:cubicBezTo>
                  <a:lnTo>
                    <a:pt x="209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2"/>
            <p:cNvSpPr/>
            <p:nvPr/>
          </p:nvSpPr>
          <p:spPr>
            <a:xfrm>
              <a:off x="1497491" y="3650679"/>
              <a:ext cx="55555" cy="39982"/>
            </a:xfrm>
            <a:custGeom>
              <a:rect b="b" l="l" r="r" t="t"/>
              <a:pathLst>
                <a:path extrusionOk="0" h="1525" w="2119">
                  <a:moveTo>
                    <a:pt x="0" y="0"/>
                  </a:moveTo>
                  <a:lnTo>
                    <a:pt x="0" y="1525"/>
                  </a:lnTo>
                  <a:lnTo>
                    <a:pt x="2119" y="1525"/>
                  </a:lnTo>
                  <a:lnTo>
                    <a:pt x="2119"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2"/>
            <p:cNvSpPr/>
            <p:nvPr/>
          </p:nvSpPr>
          <p:spPr>
            <a:xfrm>
              <a:off x="1315358" y="3495603"/>
              <a:ext cx="195819" cy="195819"/>
            </a:xfrm>
            <a:custGeom>
              <a:rect b="b" l="l" r="r" t="t"/>
              <a:pathLst>
                <a:path extrusionOk="0" h="7469" w="7469">
                  <a:moveTo>
                    <a:pt x="6791" y="1"/>
                  </a:moveTo>
                  <a:lnTo>
                    <a:pt x="1" y="6792"/>
                  </a:lnTo>
                  <a:lnTo>
                    <a:pt x="678" y="7469"/>
                  </a:lnTo>
                  <a:lnTo>
                    <a:pt x="7469" y="678"/>
                  </a:lnTo>
                  <a:lnTo>
                    <a:pt x="679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2"/>
            <p:cNvSpPr/>
            <p:nvPr/>
          </p:nvSpPr>
          <p:spPr>
            <a:xfrm>
              <a:off x="1476124" y="3498827"/>
              <a:ext cx="31828" cy="31854"/>
            </a:xfrm>
            <a:custGeom>
              <a:rect b="b" l="l" r="r" t="t"/>
              <a:pathLst>
                <a:path extrusionOk="0" h="1215" w="1214">
                  <a:moveTo>
                    <a:pt x="536" y="1"/>
                  </a:moveTo>
                  <a:lnTo>
                    <a:pt x="0" y="537"/>
                  </a:lnTo>
                  <a:cubicBezTo>
                    <a:pt x="203" y="783"/>
                    <a:pt x="431" y="1011"/>
                    <a:pt x="681" y="1214"/>
                  </a:cubicBezTo>
                  <a:lnTo>
                    <a:pt x="1214" y="682"/>
                  </a:lnTo>
                  <a:lnTo>
                    <a:pt x="53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2"/>
            <p:cNvSpPr/>
            <p:nvPr/>
          </p:nvSpPr>
          <p:spPr>
            <a:xfrm>
              <a:off x="1456094" y="3386748"/>
              <a:ext cx="173979" cy="153975"/>
            </a:xfrm>
            <a:custGeom>
              <a:rect b="b" l="l" r="r" t="t"/>
              <a:pathLst>
                <a:path extrusionOk="0" h="5873" w="6636">
                  <a:moveTo>
                    <a:pt x="2783" y="799"/>
                  </a:moveTo>
                  <a:cubicBezTo>
                    <a:pt x="3401" y="799"/>
                    <a:pt x="4083" y="1084"/>
                    <a:pt x="4625" y="1629"/>
                  </a:cubicBezTo>
                  <a:cubicBezTo>
                    <a:pt x="5559" y="2559"/>
                    <a:pt x="5730" y="3903"/>
                    <a:pt x="5005" y="4624"/>
                  </a:cubicBezTo>
                  <a:cubicBezTo>
                    <a:pt x="4704" y="4926"/>
                    <a:pt x="4294" y="5073"/>
                    <a:pt x="3851" y="5073"/>
                  </a:cubicBezTo>
                  <a:cubicBezTo>
                    <a:pt x="3233" y="5073"/>
                    <a:pt x="2550" y="4789"/>
                    <a:pt x="2007" y="4247"/>
                  </a:cubicBezTo>
                  <a:cubicBezTo>
                    <a:pt x="1076" y="3313"/>
                    <a:pt x="906" y="1973"/>
                    <a:pt x="1630" y="1248"/>
                  </a:cubicBezTo>
                  <a:cubicBezTo>
                    <a:pt x="1931" y="946"/>
                    <a:pt x="2340" y="799"/>
                    <a:pt x="2783" y="799"/>
                  </a:cubicBezTo>
                  <a:close/>
                  <a:moveTo>
                    <a:pt x="2585" y="1"/>
                  </a:moveTo>
                  <a:cubicBezTo>
                    <a:pt x="1976" y="1"/>
                    <a:pt x="1412" y="202"/>
                    <a:pt x="996" y="618"/>
                  </a:cubicBezTo>
                  <a:cubicBezTo>
                    <a:pt x="0" y="1610"/>
                    <a:pt x="236" y="3454"/>
                    <a:pt x="1518" y="4736"/>
                  </a:cubicBezTo>
                  <a:cubicBezTo>
                    <a:pt x="2264" y="5482"/>
                    <a:pt x="3201" y="5873"/>
                    <a:pt x="4050" y="5873"/>
                  </a:cubicBezTo>
                  <a:cubicBezTo>
                    <a:pt x="4659" y="5873"/>
                    <a:pt x="5223" y="5672"/>
                    <a:pt x="5639" y="5257"/>
                  </a:cubicBezTo>
                  <a:cubicBezTo>
                    <a:pt x="6635" y="4265"/>
                    <a:pt x="6400" y="2418"/>
                    <a:pt x="5118" y="1136"/>
                  </a:cubicBezTo>
                  <a:cubicBezTo>
                    <a:pt x="4371" y="392"/>
                    <a:pt x="3434" y="1"/>
                    <a:pt x="2585"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2"/>
            <p:cNvSpPr/>
            <p:nvPr/>
          </p:nvSpPr>
          <p:spPr>
            <a:xfrm>
              <a:off x="1444034" y="3558551"/>
              <a:ext cx="157357" cy="181294"/>
            </a:xfrm>
            <a:custGeom>
              <a:rect b="b" l="l" r="r" t="t"/>
              <a:pathLst>
                <a:path extrusionOk="0" h="6915" w="6002">
                  <a:moveTo>
                    <a:pt x="2358" y="0"/>
                  </a:moveTo>
                  <a:cubicBezTo>
                    <a:pt x="2278" y="0"/>
                    <a:pt x="2200" y="47"/>
                    <a:pt x="2170" y="131"/>
                  </a:cubicBezTo>
                  <a:lnTo>
                    <a:pt x="1655" y="1555"/>
                  </a:lnTo>
                  <a:cubicBezTo>
                    <a:pt x="536" y="2214"/>
                    <a:pt x="0" y="3539"/>
                    <a:pt x="341" y="4789"/>
                  </a:cubicBezTo>
                  <a:cubicBezTo>
                    <a:pt x="681" y="6042"/>
                    <a:pt x="1815" y="6911"/>
                    <a:pt x="3111" y="6915"/>
                  </a:cubicBezTo>
                  <a:cubicBezTo>
                    <a:pt x="4433" y="6915"/>
                    <a:pt x="5588" y="6017"/>
                    <a:pt x="5911" y="4731"/>
                  </a:cubicBezTo>
                  <a:cubicBezTo>
                    <a:pt x="5949" y="4579"/>
                    <a:pt x="5829" y="4482"/>
                    <a:pt x="5711" y="4482"/>
                  </a:cubicBezTo>
                  <a:cubicBezTo>
                    <a:pt x="5630" y="4482"/>
                    <a:pt x="5550" y="4528"/>
                    <a:pt x="5523" y="4633"/>
                  </a:cubicBezTo>
                  <a:cubicBezTo>
                    <a:pt x="5288" y="5564"/>
                    <a:pt x="4538" y="6277"/>
                    <a:pt x="3600" y="6466"/>
                  </a:cubicBezTo>
                  <a:cubicBezTo>
                    <a:pt x="3439" y="6497"/>
                    <a:pt x="3278" y="6513"/>
                    <a:pt x="3119" y="6513"/>
                  </a:cubicBezTo>
                  <a:cubicBezTo>
                    <a:pt x="2095" y="6513"/>
                    <a:pt x="1153" y="5878"/>
                    <a:pt x="790" y="4887"/>
                  </a:cubicBezTo>
                  <a:cubicBezTo>
                    <a:pt x="370" y="3739"/>
                    <a:pt x="848" y="2460"/>
                    <a:pt x="1912" y="1866"/>
                  </a:cubicBezTo>
                  <a:cubicBezTo>
                    <a:pt x="1956" y="1841"/>
                    <a:pt x="1988" y="1805"/>
                    <a:pt x="2003" y="1758"/>
                  </a:cubicBezTo>
                  <a:lnTo>
                    <a:pt x="2430" y="581"/>
                  </a:lnTo>
                  <a:lnTo>
                    <a:pt x="3278" y="1508"/>
                  </a:lnTo>
                  <a:cubicBezTo>
                    <a:pt x="3310" y="1544"/>
                    <a:pt x="3354" y="1566"/>
                    <a:pt x="3401" y="1573"/>
                  </a:cubicBezTo>
                  <a:cubicBezTo>
                    <a:pt x="4473" y="1692"/>
                    <a:pt x="5342" y="2493"/>
                    <a:pt x="5549" y="3554"/>
                  </a:cubicBezTo>
                  <a:cubicBezTo>
                    <a:pt x="5570" y="3670"/>
                    <a:pt x="5588" y="3786"/>
                    <a:pt x="5592" y="3905"/>
                  </a:cubicBezTo>
                  <a:cubicBezTo>
                    <a:pt x="5599" y="4034"/>
                    <a:pt x="5695" y="4096"/>
                    <a:pt x="5792" y="4096"/>
                  </a:cubicBezTo>
                  <a:cubicBezTo>
                    <a:pt x="5896" y="4096"/>
                    <a:pt x="6002" y="4023"/>
                    <a:pt x="5994" y="3884"/>
                  </a:cubicBezTo>
                  <a:cubicBezTo>
                    <a:pt x="5987" y="3746"/>
                    <a:pt x="5969" y="3608"/>
                    <a:pt x="5943" y="3474"/>
                  </a:cubicBezTo>
                  <a:cubicBezTo>
                    <a:pt x="5708" y="2272"/>
                    <a:pt x="4737" y="1352"/>
                    <a:pt x="3524" y="1182"/>
                  </a:cubicBezTo>
                  <a:lnTo>
                    <a:pt x="2506" y="66"/>
                  </a:lnTo>
                  <a:cubicBezTo>
                    <a:pt x="2466" y="21"/>
                    <a:pt x="2411"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2"/>
            <p:cNvSpPr/>
            <p:nvPr/>
          </p:nvSpPr>
          <p:spPr>
            <a:xfrm>
              <a:off x="1492248" y="3617540"/>
              <a:ext cx="66042" cy="78364"/>
            </a:xfrm>
            <a:custGeom>
              <a:rect b="b" l="l" r="r" t="t"/>
              <a:pathLst>
                <a:path extrusionOk="0" h="2989" w="2519">
                  <a:moveTo>
                    <a:pt x="2120" y="1467"/>
                  </a:moveTo>
                  <a:lnTo>
                    <a:pt x="2120" y="2586"/>
                  </a:lnTo>
                  <a:lnTo>
                    <a:pt x="403" y="2586"/>
                  </a:lnTo>
                  <a:lnTo>
                    <a:pt x="403" y="1467"/>
                  </a:lnTo>
                  <a:close/>
                  <a:moveTo>
                    <a:pt x="1261" y="0"/>
                  </a:moveTo>
                  <a:cubicBezTo>
                    <a:pt x="888" y="0"/>
                    <a:pt x="588" y="301"/>
                    <a:pt x="588" y="670"/>
                  </a:cubicBezTo>
                  <a:lnTo>
                    <a:pt x="588" y="1065"/>
                  </a:lnTo>
                  <a:lnTo>
                    <a:pt x="204" y="1065"/>
                  </a:lnTo>
                  <a:cubicBezTo>
                    <a:pt x="92" y="1065"/>
                    <a:pt x="1" y="1155"/>
                    <a:pt x="1" y="1264"/>
                  </a:cubicBezTo>
                  <a:lnTo>
                    <a:pt x="1" y="2789"/>
                  </a:lnTo>
                  <a:cubicBezTo>
                    <a:pt x="1" y="2898"/>
                    <a:pt x="92" y="2988"/>
                    <a:pt x="204" y="2988"/>
                  </a:cubicBezTo>
                  <a:lnTo>
                    <a:pt x="2319" y="2988"/>
                  </a:lnTo>
                  <a:cubicBezTo>
                    <a:pt x="2431" y="2988"/>
                    <a:pt x="2518" y="2898"/>
                    <a:pt x="2518" y="2789"/>
                  </a:cubicBezTo>
                  <a:lnTo>
                    <a:pt x="2518" y="1264"/>
                  </a:lnTo>
                  <a:cubicBezTo>
                    <a:pt x="2518" y="1155"/>
                    <a:pt x="2431" y="1065"/>
                    <a:pt x="2319" y="1065"/>
                  </a:cubicBezTo>
                  <a:lnTo>
                    <a:pt x="990" y="1065"/>
                  </a:lnTo>
                  <a:lnTo>
                    <a:pt x="990" y="670"/>
                  </a:lnTo>
                  <a:cubicBezTo>
                    <a:pt x="990" y="522"/>
                    <a:pt x="1109" y="399"/>
                    <a:pt x="1261" y="399"/>
                  </a:cubicBezTo>
                  <a:cubicBezTo>
                    <a:pt x="1410" y="399"/>
                    <a:pt x="1533" y="522"/>
                    <a:pt x="1533" y="670"/>
                  </a:cubicBezTo>
                  <a:cubicBezTo>
                    <a:pt x="1533" y="804"/>
                    <a:pt x="1633" y="871"/>
                    <a:pt x="1732" y="871"/>
                  </a:cubicBezTo>
                  <a:cubicBezTo>
                    <a:pt x="1832" y="871"/>
                    <a:pt x="1931" y="804"/>
                    <a:pt x="1931" y="670"/>
                  </a:cubicBezTo>
                  <a:cubicBezTo>
                    <a:pt x="1931" y="301"/>
                    <a:pt x="1631"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2"/>
            <p:cNvSpPr/>
            <p:nvPr/>
          </p:nvSpPr>
          <p:spPr>
            <a:xfrm>
              <a:off x="1309564" y="3381504"/>
              <a:ext cx="317835" cy="345520"/>
            </a:xfrm>
            <a:custGeom>
              <a:rect b="b" l="l" r="r" t="t"/>
              <a:pathLst>
                <a:path extrusionOk="0" h="13179" w="12123">
                  <a:moveTo>
                    <a:pt x="3105" y="9898"/>
                  </a:moveTo>
                  <a:lnTo>
                    <a:pt x="3977" y="10771"/>
                  </a:lnTo>
                  <a:lnTo>
                    <a:pt x="3818" y="10930"/>
                  </a:lnTo>
                  <a:lnTo>
                    <a:pt x="3398" y="10510"/>
                  </a:lnTo>
                  <a:cubicBezTo>
                    <a:pt x="3358" y="10470"/>
                    <a:pt x="3307" y="10450"/>
                    <a:pt x="3255" y="10450"/>
                  </a:cubicBezTo>
                  <a:cubicBezTo>
                    <a:pt x="3204" y="10450"/>
                    <a:pt x="3154" y="10470"/>
                    <a:pt x="3115" y="10510"/>
                  </a:cubicBezTo>
                  <a:lnTo>
                    <a:pt x="2674" y="10952"/>
                  </a:lnTo>
                  <a:cubicBezTo>
                    <a:pt x="2594" y="11028"/>
                    <a:pt x="2594" y="11154"/>
                    <a:pt x="2674" y="11234"/>
                  </a:cubicBezTo>
                  <a:lnTo>
                    <a:pt x="3094" y="11654"/>
                  </a:lnTo>
                  <a:lnTo>
                    <a:pt x="2934" y="11810"/>
                  </a:lnTo>
                  <a:lnTo>
                    <a:pt x="2514" y="11390"/>
                  </a:lnTo>
                  <a:cubicBezTo>
                    <a:pt x="2474" y="11352"/>
                    <a:pt x="2423" y="11333"/>
                    <a:pt x="2372" y="11333"/>
                  </a:cubicBezTo>
                  <a:cubicBezTo>
                    <a:pt x="2321" y="11333"/>
                    <a:pt x="2270" y="11352"/>
                    <a:pt x="2232" y="11390"/>
                  </a:cubicBezTo>
                  <a:lnTo>
                    <a:pt x="1790" y="11832"/>
                  </a:lnTo>
                  <a:cubicBezTo>
                    <a:pt x="1710" y="11908"/>
                    <a:pt x="1710" y="12035"/>
                    <a:pt x="1790" y="12114"/>
                  </a:cubicBezTo>
                  <a:lnTo>
                    <a:pt x="2210" y="12534"/>
                  </a:lnTo>
                  <a:lnTo>
                    <a:pt x="2054" y="12694"/>
                  </a:lnTo>
                  <a:lnTo>
                    <a:pt x="1181" y="11821"/>
                  </a:lnTo>
                  <a:lnTo>
                    <a:pt x="3105" y="9898"/>
                  </a:lnTo>
                  <a:close/>
                  <a:moveTo>
                    <a:pt x="8173" y="0"/>
                  </a:moveTo>
                  <a:cubicBezTo>
                    <a:pt x="7491" y="0"/>
                    <a:pt x="6886" y="234"/>
                    <a:pt x="6444" y="677"/>
                  </a:cubicBezTo>
                  <a:cubicBezTo>
                    <a:pt x="5919" y="1198"/>
                    <a:pt x="5691" y="1952"/>
                    <a:pt x="5796" y="2792"/>
                  </a:cubicBezTo>
                  <a:cubicBezTo>
                    <a:pt x="5886" y="3433"/>
                    <a:pt x="6136" y="4041"/>
                    <a:pt x="6524" y="4559"/>
                  </a:cubicBezTo>
                  <a:lnTo>
                    <a:pt x="4423" y="6660"/>
                  </a:lnTo>
                  <a:cubicBezTo>
                    <a:pt x="4281" y="6805"/>
                    <a:pt x="4413" y="7002"/>
                    <a:pt x="4568" y="7002"/>
                  </a:cubicBezTo>
                  <a:cubicBezTo>
                    <a:pt x="4614" y="7002"/>
                    <a:pt x="4662" y="6984"/>
                    <a:pt x="4705" y="6942"/>
                  </a:cubicBezTo>
                  <a:lnTo>
                    <a:pt x="6773" y="4874"/>
                  </a:lnTo>
                  <a:cubicBezTo>
                    <a:pt x="6835" y="4943"/>
                    <a:pt x="6900" y="5008"/>
                    <a:pt x="6965" y="5077"/>
                  </a:cubicBezTo>
                  <a:cubicBezTo>
                    <a:pt x="7034" y="5142"/>
                    <a:pt x="7099" y="5204"/>
                    <a:pt x="7168" y="5266"/>
                  </a:cubicBezTo>
                  <a:lnTo>
                    <a:pt x="2963" y="9474"/>
                  </a:lnTo>
                  <a:lnTo>
                    <a:pt x="899" y="11538"/>
                  </a:lnTo>
                  <a:lnTo>
                    <a:pt x="504" y="11144"/>
                  </a:lnTo>
                  <a:lnTo>
                    <a:pt x="4148" y="7500"/>
                  </a:lnTo>
                  <a:cubicBezTo>
                    <a:pt x="4297" y="7356"/>
                    <a:pt x="4163" y="7153"/>
                    <a:pt x="4007" y="7153"/>
                  </a:cubicBezTo>
                  <a:cubicBezTo>
                    <a:pt x="3959" y="7153"/>
                    <a:pt x="3909" y="7172"/>
                    <a:pt x="3865" y="7218"/>
                  </a:cubicBezTo>
                  <a:lnTo>
                    <a:pt x="80" y="11006"/>
                  </a:lnTo>
                  <a:cubicBezTo>
                    <a:pt x="1" y="11082"/>
                    <a:pt x="1" y="11209"/>
                    <a:pt x="80" y="11288"/>
                  </a:cubicBezTo>
                  <a:lnTo>
                    <a:pt x="758" y="11966"/>
                  </a:lnTo>
                  <a:lnTo>
                    <a:pt x="765" y="11973"/>
                  </a:lnTo>
                  <a:lnTo>
                    <a:pt x="1913" y="13121"/>
                  </a:lnTo>
                  <a:cubicBezTo>
                    <a:pt x="1953" y="13159"/>
                    <a:pt x="2005" y="13178"/>
                    <a:pt x="2056" y="13178"/>
                  </a:cubicBezTo>
                  <a:cubicBezTo>
                    <a:pt x="2108" y="13178"/>
                    <a:pt x="2159" y="13159"/>
                    <a:pt x="2199" y="13121"/>
                  </a:cubicBezTo>
                  <a:lnTo>
                    <a:pt x="2637" y="12679"/>
                  </a:lnTo>
                  <a:cubicBezTo>
                    <a:pt x="2717" y="12603"/>
                    <a:pt x="2717" y="12476"/>
                    <a:pt x="2637" y="12397"/>
                  </a:cubicBezTo>
                  <a:lnTo>
                    <a:pt x="2217" y="11977"/>
                  </a:lnTo>
                  <a:lnTo>
                    <a:pt x="2377" y="11817"/>
                  </a:lnTo>
                  <a:lnTo>
                    <a:pt x="2797" y="12241"/>
                  </a:lnTo>
                  <a:cubicBezTo>
                    <a:pt x="2835" y="12279"/>
                    <a:pt x="2885" y="12298"/>
                    <a:pt x="2937" y="12298"/>
                  </a:cubicBezTo>
                  <a:cubicBezTo>
                    <a:pt x="2988" y="12298"/>
                    <a:pt x="3039" y="12279"/>
                    <a:pt x="3079" y="12241"/>
                  </a:cubicBezTo>
                  <a:lnTo>
                    <a:pt x="3521" y="11799"/>
                  </a:lnTo>
                  <a:cubicBezTo>
                    <a:pt x="3597" y="11719"/>
                    <a:pt x="3597" y="11593"/>
                    <a:pt x="3521" y="11517"/>
                  </a:cubicBezTo>
                  <a:lnTo>
                    <a:pt x="3101" y="11096"/>
                  </a:lnTo>
                  <a:lnTo>
                    <a:pt x="3257" y="10937"/>
                  </a:lnTo>
                  <a:lnTo>
                    <a:pt x="3677" y="11357"/>
                  </a:lnTo>
                  <a:cubicBezTo>
                    <a:pt x="3717" y="11397"/>
                    <a:pt x="3768" y="11417"/>
                    <a:pt x="3819" y="11417"/>
                  </a:cubicBezTo>
                  <a:cubicBezTo>
                    <a:pt x="3871" y="11417"/>
                    <a:pt x="3921" y="11397"/>
                    <a:pt x="3959" y="11357"/>
                  </a:cubicBezTo>
                  <a:lnTo>
                    <a:pt x="4401" y="10915"/>
                  </a:lnTo>
                  <a:cubicBezTo>
                    <a:pt x="4481" y="10839"/>
                    <a:pt x="4481" y="10713"/>
                    <a:pt x="4401" y="10633"/>
                  </a:cubicBezTo>
                  <a:lnTo>
                    <a:pt x="3387" y="9619"/>
                  </a:lnTo>
                  <a:lnTo>
                    <a:pt x="7483" y="5523"/>
                  </a:lnTo>
                  <a:cubicBezTo>
                    <a:pt x="8153" y="6012"/>
                    <a:pt x="8921" y="6276"/>
                    <a:pt x="9642" y="6276"/>
                  </a:cubicBezTo>
                  <a:cubicBezTo>
                    <a:pt x="9651" y="6276"/>
                    <a:pt x="9661" y="6276"/>
                    <a:pt x="9671" y="6276"/>
                  </a:cubicBezTo>
                  <a:cubicBezTo>
                    <a:pt x="9987" y="6276"/>
                    <a:pt x="10299" y="6218"/>
                    <a:pt x="10594" y="6106"/>
                  </a:cubicBezTo>
                  <a:cubicBezTo>
                    <a:pt x="10812" y="6019"/>
                    <a:pt x="10727" y="5717"/>
                    <a:pt x="10530" y="5717"/>
                  </a:cubicBezTo>
                  <a:cubicBezTo>
                    <a:pt x="10505" y="5717"/>
                    <a:pt x="10478" y="5722"/>
                    <a:pt x="10449" y="5733"/>
                  </a:cubicBezTo>
                  <a:cubicBezTo>
                    <a:pt x="10196" y="5830"/>
                    <a:pt x="9923" y="5877"/>
                    <a:pt x="9641" y="5877"/>
                  </a:cubicBezTo>
                  <a:cubicBezTo>
                    <a:pt x="8831" y="5877"/>
                    <a:pt x="7947" y="5491"/>
                    <a:pt x="7251" y="4798"/>
                  </a:cubicBezTo>
                  <a:cubicBezTo>
                    <a:pt x="6049" y="3596"/>
                    <a:pt x="5817" y="1876"/>
                    <a:pt x="6730" y="959"/>
                  </a:cubicBezTo>
                  <a:cubicBezTo>
                    <a:pt x="7107" y="584"/>
                    <a:pt x="7619" y="403"/>
                    <a:pt x="8175" y="403"/>
                  </a:cubicBezTo>
                  <a:cubicBezTo>
                    <a:pt x="8972" y="403"/>
                    <a:pt x="9859" y="775"/>
                    <a:pt x="10565" y="1481"/>
                  </a:cubicBezTo>
                  <a:cubicBezTo>
                    <a:pt x="11768" y="2683"/>
                    <a:pt x="12003" y="4404"/>
                    <a:pt x="11087" y="5320"/>
                  </a:cubicBezTo>
                  <a:lnTo>
                    <a:pt x="11072" y="5334"/>
                  </a:lnTo>
                  <a:lnTo>
                    <a:pt x="11065" y="5342"/>
                  </a:lnTo>
                  <a:cubicBezTo>
                    <a:pt x="10917" y="5485"/>
                    <a:pt x="11050" y="5691"/>
                    <a:pt x="11207" y="5691"/>
                  </a:cubicBezTo>
                  <a:cubicBezTo>
                    <a:pt x="11253" y="5691"/>
                    <a:pt x="11301" y="5673"/>
                    <a:pt x="11344" y="5631"/>
                  </a:cubicBezTo>
                  <a:lnTo>
                    <a:pt x="11351" y="5624"/>
                  </a:lnTo>
                  <a:lnTo>
                    <a:pt x="11373" y="5602"/>
                  </a:lnTo>
                  <a:cubicBezTo>
                    <a:pt x="11895" y="5074"/>
                    <a:pt x="12123" y="4320"/>
                    <a:pt x="12018" y="3480"/>
                  </a:cubicBezTo>
                  <a:cubicBezTo>
                    <a:pt x="11913" y="2658"/>
                    <a:pt x="11500" y="1847"/>
                    <a:pt x="10848" y="1195"/>
                  </a:cubicBezTo>
                  <a:cubicBezTo>
                    <a:pt x="10196" y="546"/>
                    <a:pt x="9385" y="130"/>
                    <a:pt x="8563" y="25"/>
                  </a:cubicBezTo>
                  <a:cubicBezTo>
                    <a:pt x="8430" y="8"/>
                    <a:pt x="8300" y="0"/>
                    <a:pt x="8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2"/>
            <p:cNvSpPr/>
            <p:nvPr/>
          </p:nvSpPr>
          <p:spPr>
            <a:xfrm>
              <a:off x="1480214" y="3402452"/>
              <a:ext cx="125739" cy="122514"/>
            </a:xfrm>
            <a:custGeom>
              <a:rect b="b" l="l" r="r" t="t"/>
              <a:pathLst>
                <a:path extrusionOk="0" h="4673" w="4796">
                  <a:moveTo>
                    <a:pt x="1865" y="399"/>
                  </a:moveTo>
                  <a:cubicBezTo>
                    <a:pt x="2430" y="399"/>
                    <a:pt x="3064" y="664"/>
                    <a:pt x="3567" y="1171"/>
                  </a:cubicBezTo>
                  <a:cubicBezTo>
                    <a:pt x="4419" y="2022"/>
                    <a:pt x="4589" y="3242"/>
                    <a:pt x="3944" y="3883"/>
                  </a:cubicBezTo>
                  <a:cubicBezTo>
                    <a:pt x="3683" y="4148"/>
                    <a:pt x="3325" y="4275"/>
                    <a:pt x="2934" y="4275"/>
                  </a:cubicBezTo>
                  <a:cubicBezTo>
                    <a:pt x="2369" y="4275"/>
                    <a:pt x="1735" y="4010"/>
                    <a:pt x="1231" y="3507"/>
                  </a:cubicBezTo>
                  <a:cubicBezTo>
                    <a:pt x="811" y="3087"/>
                    <a:pt x="543" y="2565"/>
                    <a:pt x="478" y="2044"/>
                  </a:cubicBezTo>
                  <a:cubicBezTo>
                    <a:pt x="413" y="1540"/>
                    <a:pt x="547" y="1095"/>
                    <a:pt x="851" y="790"/>
                  </a:cubicBezTo>
                  <a:cubicBezTo>
                    <a:pt x="1116" y="526"/>
                    <a:pt x="1474" y="399"/>
                    <a:pt x="1865" y="399"/>
                  </a:cubicBezTo>
                  <a:close/>
                  <a:moveTo>
                    <a:pt x="1860" y="0"/>
                  </a:moveTo>
                  <a:cubicBezTo>
                    <a:pt x="1350" y="0"/>
                    <a:pt x="897" y="176"/>
                    <a:pt x="565" y="508"/>
                  </a:cubicBezTo>
                  <a:cubicBezTo>
                    <a:pt x="170" y="903"/>
                    <a:pt x="0" y="1464"/>
                    <a:pt x="80" y="2094"/>
                  </a:cubicBezTo>
                  <a:cubicBezTo>
                    <a:pt x="156" y="2703"/>
                    <a:pt x="464" y="3308"/>
                    <a:pt x="945" y="3789"/>
                  </a:cubicBezTo>
                  <a:cubicBezTo>
                    <a:pt x="1528" y="4369"/>
                    <a:pt x="2260" y="4673"/>
                    <a:pt x="2934" y="4673"/>
                  </a:cubicBezTo>
                  <a:cubicBezTo>
                    <a:pt x="3426" y="4673"/>
                    <a:pt x="3886" y="4506"/>
                    <a:pt x="4227" y="4166"/>
                  </a:cubicBezTo>
                  <a:cubicBezTo>
                    <a:pt x="4621" y="3775"/>
                    <a:pt x="4795" y="3210"/>
                    <a:pt x="4716" y="2580"/>
                  </a:cubicBezTo>
                  <a:cubicBezTo>
                    <a:pt x="4639" y="1971"/>
                    <a:pt x="4332" y="1370"/>
                    <a:pt x="3846" y="888"/>
                  </a:cubicBezTo>
                  <a:cubicBezTo>
                    <a:pt x="3365" y="403"/>
                    <a:pt x="2763" y="95"/>
                    <a:pt x="2155" y="19"/>
                  </a:cubicBezTo>
                  <a:cubicBezTo>
                    <a:pt x="2055" y="6"/>
                    <a:pt x="1956" y="0"/>
                    <a:pt x="1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2"/>
            <p:cNvSpPr/>
            <p:nvPr/>
          </p:nvSpPr>
          <p:spPr>
            <a:xfrm>
              <a:off x="1515424" y="3662241"/>
              <a:ext cx="19768" cy="18614"/>
            </a:xfrm>
            <a:custGeom>
              <a:rect b="b" l="l" r="r" t="t"/>
              <a:pathLst>
                <a:path extrusionOk="0" h="710" w="754">
                  <a:moveTo>
                    <a:pt x="276" y="1"/>
                  </a:moveTo>
                  <a:cubicBezTo>
                    <a:pt x="73" y="1"/>
                    <a:pt x="1" y="273"/>
                    <a:pt x="175" y="374"/>
                  </a:cubicBezTo>
                  <a:lnTo>
                    <a:pt x="178" y="374"/>
                  </a:lnTo>
                  <a:lnTo>
                    <a:pt x="178" y="512"/>
                  </a:lnTo>
                  <a:cubicBezTo>
                    <a:pt x="176" y="644"/>
                    <a:pt x="276" y="710"/>
                    <a:pt x="376" y="710"/>
                  </a:cubicBezTo>
                  <a:cubicBezTo>
                    <a:pt x="476" y="710"/>
                    <a:pt x="577" y="644"/>
                    <a:pt x="577" y="512"/>
                  </a:cubicBezTo>
                  <a:lnTo>
                    <a:pt x="577" y="374"/>
                  </a:lnTo>
                  <a:cubicBezTo>
                    <a:pt x="754" y="273"/>
                    <a:pt x="678" y="1"/>
                    <a:pt x="4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4" name="Google Shape;12814;p82"/>
          <p:cNvGrpSpPr/>
          <p:nvPr/>
        </p:nvGrpSpPr>
        <p:grpSpPr>
          <a:xfrm>
            <a:off x="1309486" y="2442420"/>
            <a:ext cx="359311" cy="350554"/>
            <a:chOff x="1309486" y="2442420"/>
            <a:chExt cx="359311" cy="350554"/>
          </a:xfrm>
        </p:grpSpPr>
        <p:sp>
          <p:nvSpPr>
            <p:cNvPr id="12815" name="Google Shape;12815;p82"/>
            <p:cNvSpPr/>
            <p:nvPr/>
          </p:nvSpPr>
          <p:spPr>
            <a:xfrm>
              <a:off x="1408798" y="2595189"/>
              <a:ext cx="203028" cy="192568"/>
            </a:xfrm>
            <a:custGeom>
              <a:rect b="b" l="l" r="r" t="t"/>
              <a:pathLst>
                <a:path extrusionOk="0" h="7345" w="7744">
                  <a:moveTo>
                    <a:pt x="5799" y="0"/>
                  </a:moveTo>
                  <a:lnTo>
                    <a:pt x="5009" y="790"/>
                  </a:lnTo>
                  <a:cubicBezTo>
                    <a:pt x="4969" y="830"/>
                    <a:pt x="4926" y="866"/>
                    <a:pt x="4879" y="898"/>
                  </a:cubicBezTo>
                  <a:cubicBezTo>
                    <a:pt x="4685" y="1041"/>
                    <a:pt x="4451" y="1117"/>
                    <a:pt x="4210" y="1117"/>
                  </a:cubicBezTo>
                  <a:cubicBezTo>
                    <a:pt x="4194" y="1117"/>
                    <a:pt x="4178" y="1116"/>
                    <a:pt x="4162" y="1116"/>
                  </a:cubicBezTo>
                  <a:cubicBezTo>
                    <a:pt x="3532" y="1079"/>
                    <a:pt x="2478" y="1003"/>
                    <a:pt x="2047" y="866"/>
                  </a:cubicBezTo>
                  <a:cubicBezTo>
                    <a:pt x="2041" y="864"/>
                    <a:pt x="2036" y="863"/>
                    <a:pt x="2030" y="863"/>
                  </a:cubicBezTo>
                  <a:cubicBezTo>
                    <a:pt x="1933" y="863"/>
                    <a:pt x="1793" y="1090"/>
                    <a:pt x="1793" y="1090"/>
                  </a:cubicBezTo>
                  <a:cubicBezTo>
                    <a:pt x="1717" y="1351"/>
                    <a:pt x="1829" y="1630"/>
                    <a:pt x="2068" y="1768"/>
                  </a:cubicBezTo>
                  <a:lnTo>
                    <a:pt x="3155" y="2206"/>
                  </a:lnTo>
                  <a:lnTo>
                    <a:pt x="156" y="5205"/>
                  </a:lnTo>
                  <a:cubicBezTo>
                    <a:pt x="0" y="5360"/>
                    <a:pt x="4" y="5614"/>
                    <a:pt x="160" y="5770"/>
                  </a:cubicBezTo>
                  <a:lnTo>
                    <a:pt x="189" y="5799"/>
                  </a:lnTo>
                  <a:cubicBezTo>
                    <a:pt x="267" y="5876"/>
                    <a:pt x="369" y="5915"/>
                    <a:pt x="471" y="5915"/>
                  </a:cubicBezTo>
                  <a:cubicBezTo>
                    <a:pt x="574" y="5915"/>
                    <a:pt x="676" y="5876"/>
                    <a:pt x="754" y="5799"/>
                  </a:cubicBezTo>
                  <a:lnTo>
                    <a:pt x="859" y="5697"/>
                  </a:lnTo>
                  <a:lnTo>
                    <a:pt x="859" y="5697"/>
                  </a:lnTo>
                  <a:cubicBezTo>
                    <a:pt x="703" y="5849"/>
                    <a:pt x="703" y="6096"/>
                    <a:pt x="859" y="6248"/>
                  </a:cubicBezTo>
                  <a:lnTo>
                    <a:pt x="899" y="6291"/>
                  </a:lnTo>
                  <a:cubicBezTo>
                    <a:pt x="975" y="6367"/>
                    <a:pt x="1075" y="6405"/>
                    <a:pt x="1176" y="6405"/>
                  </a:cubicBezTo>
                  <a:cubicBezTo>
                    <a:pt x="1276" y="6405"/>
                    <a:pt x="1377" y="6367"/>
                    <a:pt x="1453" y="6291"/>
                  </a:cubicBezTo>
                  <a:lnTo>
                    <a:pt x="1532" y="6211"/>
                  </a:lnTo>
                  <a:lnTo>
                    <a:pt x="1532" y="6211"/>
                  </a:lnTo>
                  <a:cubicBezTo>
                    <a:pt x="1384" y="6360"/>
                    <a:pt x="1384" y="6603"/>
                    <a:pt x="1532" y="6755"/>
                  </a:cubicBezTo>
                  <a:lnTo>
                    <a:pt x="1587" y="6805"/>
                  </a:lnTo>
                  <a:cubicBezTo>
                    <a:pt x="1661" y="6881"/>
                    <a:pt x="1759" y="6919"/>
                    <a:pt x="1857" y="6919"/>
                  </a:cubicBezTo>
                  <a:cubicBezTo>
                    <a:pt x="1955" y="6919"/>
                    <a:pt x="2054" y="6881"/>
                    <a:pt x="2130" y="6805"/>
                  </a:cubicBezTo>
                  <a:lnTo>
                    <a:pt x="2293" y="6642"/>
                  </a:lnTo>
                  <a:lnTo>
                    <a:pt x="2293" y="6642"/>
                  </a:lnTo>
                  <a:cubicBezTo>
                    <a:pt x="2148" y="6787"/>
                    <a:pt x="2148" y="7019"/>
                    <a:pt x="2293" y="7164"/>
                  </a:cubicBezTo>
                  <a:lnTo>
                    <a:pt x="2365" y="7236"/>
                  </a:lnTo>
                  <a:cubicBezTo>
                    <a:pt x="2438" y="7309"/>
                    <a:pt x="2533" y="7345"/>
                    <a:pt x="2628" y="7345"/>
                  </a:cubicBezTo>
                  <a:cubicBezTo>
                    <a:pt x="2722" y="7345"/>
                    <a:pt x="2816" y="7309"/>
                    <a:pt x="2887" y="7236"/>
                  </a:cubicBezTo>
                  <a:lnTo>
                    <a:pt x="6404" y="3720"/>
                  </a:lnTo>
                  <a:cubicBezTo>
                    <a:pt x="6545" y="3575"/>
                    <a:pt x="6635" y="3383"/>
                    <a:pt x="6650" y="3180"/>
                  </a:cubicBezTo>
                  <a:cubicBezTo>
                    <a:pt x="6654" y="3082"/>
                    <a:pt x="6697" y="2988"/>
                    <a:pt x="6766" y="2919"/>
                  </a:cubicBezTo>
                  <a:lnTo>
                    <a:pt x="7744" y="1941"/>
                  </a:lnTo>
                  <a:lnTo>
                    <a:pt x="579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2"/>
            <p:cNvSpPr/>
            <p:nvPr/>
          </p:nvSpPr>
          <p:spPr>
            <a:xfrm>
              <a:off x="1466240" y="2636875"/>
              <a:ext cx="145586" cy="150882"/>
            </a:xfrm>
            <a:custGeom>
              <a:rect b="b" l="l" r="r" t="t"/>
              <a:pathLst>
                <a:path extrusionOk="0" h="5755" w="5553">
                  <a:moveTo>
                    <a:pt x="5201" y="0"/>
                  </a:moveTo>
                  <a:lnTo>
                    <a:pt x="4224" y="974"/>
                  </a:lnTo>
                  <a:cubicBezTo>
                    <a:pt x="4155" y="1047"/>
                    <a:pt x="4111" y="1137"/>
                    <a:pt x="4108" y="1235"/>
                  </a:cubicBezTo>
                  <a:cubicBezTo>
                    <a:pt x="4093" y="1442"/>
                    <a:pt x="4003" y="1633"/>
                    <a:pt x="3861" y="1778"/>
                  </a:cubicBezTo>
                  <a:lnTo>
                    <a:pt x="341" y="5295"/>
                  </a:lnTo>
                  <a:cubicBezTo>
                    <a:pt x="273" y="5363"/>
                    <a:pt x="179" y="5402"/>
                    <a:pt x="82" y="5402"/>
                  </a:cubicBezTo>
                  <a:cubicBezTo>
                    <a:pt x="55" y="5402"/>
                    <a:pt x="27" y="5399"/>
                    <a:pt x="1" y="5393"/>
                  </a:cubicBezTo>
                  <a:lnTo>
                    <a:pt x="1" y="5393"/>
                  </a:lnTo>
                  <a:cubicBezTo>
                    <a:pt x="15" y="5462"/>
                    <a:pt x="48" y="5523"/>
                    <a:pt x="98" y="5574"/>
                  </a:cubicBezTo>
                  <a:lnTo>
                    <a:pt x="171" y="5646"/>
                  </a:lnTo>
                  <a:cubicBezTo>
                    <a:pt x="243" y="5719"/>
                    <a:pt x="338" y="5755"/>
                    <a:pt x="433" y="5755"/>
                  </a:cubicBezTo>
                  <a:cubicBezTo>
                    <a:pt x="528" y="5755"/>
                    <a:pt x="622" y="5719"/>
                    <a:pt x="692" y="5646"/>
                  </a:cubicBezTo>
                  <a:lnTo>
                    <a:pt x="4213" y="2130"/>
                  </a:lnTo>
                  <a:cubicBezTo>
                    <a:pt x="4358" y="1985"/>
                    <a:pt x="4444" y="1793"/>
                    <a:pt x="4459" y="1590"/>
                  </a:cubicBezTo>
                  <a:cubicBezTo>
                    <a:pt x="4466" y="1492"/>
                    <a:pt x="4506" y="1398"/>
                    <a:pt x="4578" y="1329"/>
                  </a:cubicBezTo>
                  <a:lnTo>
                    <a:pt x="5553" y="351"/>
                  </a:lnTo>
                  <a:lnTo>
                    <a:pt x="5201"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2"/>
            <p:cNvSpPr/>
            <p:nvPr/>
          </p:nvSpPr>
          <p:spPr>
            <a:xfrm>
              <a:off x="1536791" y="2595084"/>
              <a:ext cx="75034" cy="74956"/>
            </a:xfrm>
            <a:custGeom>
              <a:rect b="b" l="l" r="r" t="t"/>
              <a:pathLst>
                <a:path extrusionOk="0" h="2859" w="2862">
                  <a:moveTo>
                    <a:pt x="920" y="1"/>
                  </a:moveTo>
                  <a:lnTo>
                    <a:pt x="127" y="794"/>
                  </a:lnTo>
                  <a:cubicBezTo>
                    <a:pt x="87" y="834"/>
                    <a:pt x="44" y="870"/>
                    <a:pt x="1" y="902"/>
                  </a:cubicBezTo>
                  <a:lnTo>
                    <a:pt x="1953" y="2858"/>
                  </a:lnTo>
                  <a:lnTo>
                    <a:pt x="2862" y="1945"/>
                  </a:lnTo>
                  <a:lnTo>
                    <a:pt x="92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2"/>
            <p:cNvSpPr/>
            <p:nvPr/>
          </p:nvSpPr>
          <p:spPr>
            <a:xfrm>
              <a:off x="1544683" y="2580927"/>
              <a:ext cx="81379" cy="81405"/>
            </a:xfrm>
            <a:custGeom>
              <a:rect b="b" l="l" r="r" t="t"/>
              <a:pathLst>
                <a:path extrusionOk="0" h="3105" w="3104">
                  <a:moveTo>
                    <a:pt x="866" y="1"/>
                  </a:moveTo>
                  <a:lnTo>
                    <a:pt x="0" y="863"/>
                  </a:lnTo>
                  <a:lnTo>
                    <a:pt x="2238" y="3105"/>
                  </a:lnTo>
                  <a:lnTo>
                    <a:pt x="3104" y="2239"/>
                  </a:lnTo>
                  <a:lnTo>
                    <a:pt x="86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2"/>
            <p:cNvSpPr/>
            <p:nvPr/>
          </p:nvSpPr>
          <p:spPr>
            <a:xfrm>
              <a:off x="1591114" y="2627358"/>
              <a:ext cx="34948" cy="34895"/>
            </a:xfrm>
            <a:custGeom>
              <a:rect b="b" l="l" r="r" t="t"/>
              <a:pathLst>
                <a:path extrusionOk="0" h="1331" w="1333">
                  <a:moveTo>
                    <a:pt x="866" y="1"/>
                  </a:moveTo>
                  <a:lnTo>
                    <a:pt x="0" y="863"/>
                  </a:lnTo>
                  <a:lnTo>
                    <a:pt x="471" y="1330"/>
                  </a:lnTo>
                  <a:lnTo>
                    <a:pt x="1333" y="468"/>
                  </a:lnTo>
                  <a:lnTo>
                    <a:pt x="86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2"/>
            <p:cNvSpPr/>
            <p:nvPr/>
          </p:nvSpPr>
          <p:spPr>
            <a:xfrm>
              <a:off x="1562721" y="2543907"/>
              <a:ext cx="100387" cy="100387"/>
            </a:xfrm>
            <a:custGeom>
              <a:rect b="b" l="l" r="r" t="t"/>
              <a:pathLst>
                <a:path extrusionOk="0" h="3829" w="3829">
                  <a:moveTo>
                    <a:pt x="1358" y="0"/>
                  </a:moveTo>
                  <a:lnTo>
                    <a:pt x="0" y="1359"/>
                  </a:lnTo>
                  <a:lnTo>
                    <a:pt x="2470" y="3829"/>
                  </a:lnTo>
                  <a:lnTo>
                    <a:pt x="3828" y="2470"/>
                  </a:lnTo>
                  <a:lnTo>
                    <a:pt x="1358"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2"/>
            <p:cNvSpPr/>
            <p:nvPr/>
          </p:nvSpPr>
          <p:spPr>
            <a:xfrm>
              <a:off x="1612088" y="2593380"/>
              <a:ext cx="50914" cy="50914"/>
            </a:xfrm>
            <a:custGeom>
              <a:rect b="b" l="l" r="r" t="t"/>
              <a:pathLst>
                <a:path extrusionOk="0" h="1942" w="1942">
                  <a:moveTo>
                    <a:pt x="1359" y="0"/>
                  </a:moveTo>
                  <a:lnTo>
                    <a:pt x="1" y="1358"/>
                  </a:lnTo>
                  <a:lnTo>
                    <a:pt x="587" y="1942"/>
                  </a:lnTo>
                  <a:lnTo>
                    <a:pt x="1942" y="583"/>
                  </a:lnTo>
                  <a:lnTo>
                    <a:pt x="1359"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2"/>
            <p:cNvSpPr/>
            <p:nvPr/>
          </p:nvSpPr>
          <p:spPr>
            <a:xfrm>
              <a:off x="1366352" y="2586065"/>
              <a:ext cx="203028" cy="192672"/>
            </a:xfrm>
            <a:custGeom>
              <a:rect b="b" l="l" r="r" t="t"/>
              <a:pathLst>
                <a:path extrusionOk="0" h="7349" w="7744">
                  <a:moveTo>
                    <a:pt x="1945" y="0"/>
                  </a:moveTo>
                  <a:lnTo>
                    <a:pt x="1" y="1945"/>
                  </a:lnTo>
                  <a:lnTo>
                    <a:pt x="978" y="2923"/>
                  </a:lnTo>
                  <a:cubicBezTo>
                    <a:pt x="1047" y="2992"/>
                    <a:pt x="1091" y="3086"/>
                    <a:pt x="1098" y="3184"/>
                  </a:cubicBezTo>
                  <a:cubicBezTo>
                    <a:pt x="1112" y="3387"/>
                    <a:pt x="1199" y="3579"/>
                    <a:pt x="1344" y="3724"/>
                  </a:cubicBezTo>
                  <a:lnTo>
                    <a:pt x="4857" y="7240"/>
                  </a:lnTo>
                  <a:cubicBezTo>
                    <a:pt x="4930" y="7313"/>
                    <a:pt x="5025" y="7349"/>
                    <a:pt x="5119" y="7349"/>
                  </a:cubicBezTo>
                  <a:cubicBezTo>
                    <a:pt x="5214" y="7349"/>
                    <a:pt x="5308" y="7313"/>
                    <a:pt x="5379" y="7240"/>
                  </a:cubicBezTo>
                  <a:lnTo>
                    <a:pt x="5455" y="7168"/>
                  </a:lnTo>
                  <a:cubicBezTo>
                    <a:pt x="5596" y="7023"/>
                    <a:pt x="5596" y="6791"/>
                    <a:pt x="5455" y="6646"/>
                  </a:cubicBezTo>
                  <a:lnTo>
                    <a:pt x="5455" y="6646"/>
                  </a:lnTo>
                  <a:lnTo>
                    <a:pt x="5618" y="6809"/>
                  </a:lnTo>
                  <a:cubicBezTo>
                    <a:pt x="5692" y="6885"/>
                    <a:pt x="5791" y="6923"/>
                    <a:pt x="5889" y="6923"/>
                  </a:cubicBezTo>
                  <a:cubicBezTo>
                    <a:pt x="5988" y="6923"/>
                    <a:pt x="6087" y="6885"/>
                    <a:pt x="6161" y="6809"/>
                  </a:cubicBezTo>
                  <a:lnTo>
                    <a:pt x="6212" y="6759"/>
                  </a:lnTo>
                  <a:cubicBezTo>
                    <a:pt x="6364" y="6606"/>
                    <a:pt x="6364" y="6364"/>
                    <a:pt x="6212" y="6215"/>
                  </a:cubicBezTo>
                  <a:lnTo>
                    <a:pt x="6212" y="6215"/>
                  </a:lnTo>
                  <a:lnTo>
                    <a:pt x="6295" y="6295"/>
                  </a:lnTo>
                  <a:cubicBezTo>
                    <a:pt x="6371" y="6371"/>
                    <a:pt x="6471" y="6409"/>
                    <a:pt x="6570" y="6409"/>
                  </a:cubicBezTo>
                  <a:cubicBezTo>
                    <a:pt x="6670" y="6409"/>
                    <a:pt x="6770" y="6371"/>
                    <a:pt x="6846" y="6295"/>
                  </a:cubicBezTo>
                  <a:lnTo>
                    <a:pt x="6889" y="6252"/>
                  </a:lnTo>
                  <a:cubicBezTo>
                    <a:pt x="7041" y="6099"/>
                    <a:pt x="7041" y="5853"/>
                    <a:pt x="6889" y="5701"/>
                  </a:cubicBezTo>
                  <a:lnTo>
                    <a:pt x="6889" y="5701"/>
                  </a:lnTo>
                  <a:lnTo>
                    <a:pt x="6991" y="5802"/>
                  </a:lnTo>
                  <a:cubicBezTo>
                    <a:pt x="7068" y="5880"/>
                    <a:pt x="7171" y="5919"/>
                    <a:pt x="7273" y="5919"/>
                  </a:cubicBezTo>
                  <a:cubicBezTo>
                    <a:pt x="7376" y="5919"/>
                    <a:pt x="7479" y="5880"/>
                    <a:pt x="7559" y="5802"/>
                  </a:cubicBezTo>
                  <a:lnTo>
                    <a:pt x="7588" y="5773"/>
                  </a:lnTo>
                  <a:cubicBezTo>
                    <a:pt x="7744" y="5618"/>
                    <a:pt x="7744" y="5364"/>
                    <a:pt x="7588" y="5209"/>
                  </a:cubicBezTo>
                  <a:lnTo>
                    <a:pt x="4593" y="2210"/>
                  </a:lnTo>
                  <a:lnTo>
                    <a:pt x="5679" y="1771"/>
                  </a:lnTo>
                  <a:cubicBezTo>
                    <a:pt x="5915" y="1634"/>
                    <a:pt x="6027" y="1355"/>
                    <a:pt x="5955" y="1094"/>
                  </a:cubicBezTo>
                  <a:cubicBezTo>
                    <a:pt x="5955" y="1094"/>
                    <a:pt x="5812" y="867"/>
                    <a:pt x="5717" y="867"/>
                  </a:cubicBezTo>
                  <a:cubicBezTo>
                    <a:pt x="5712" y="867"/>
                    <a:pt x="5706" y="868"/>
                    <a:pt x="5701" y="870"/>
                  </a:cubicBezTo>
                  <a:cubicBezTo>
                    <a:pt x="5267" y="1007"/>
                    <a:pt x="4216" y="1083"/>
                    <a:pt x="3586" y="1120"/>
                  </a:cubicBezTo>
                  <a:cubicBezTo>
                    <a:pt x="3570" y="1120"/>
                    <a:pt x="3554" y="1121"/>
                    <a:pt x="3538" y="1121"/>
                  </a:cubicBezTo>
                  <a:cubicBezTo>
                    <a:pt x="3297" y="1121"/>
                    <a:pt x="3059" y="1045"/>
                    <a:pt x="2865" y="902"/>
                  </a:cubicBezTo>
                  <a:cubicBezTo>
                    <a:pt x="2818" y="870"/>
                    <a:pt x="2778" y="833"/>
                    <a:pt x="2739" y="794"/>
                  </a:cubicBezTo>
                  <a:lnTo>
                    <a:pt x="194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2"/>
            <p:cNvSpPr/>
            <p:nvPr/>
          </p:nvSpPr>
          <p:spPr>
            <a:xfrm>
              <a:off x="1366456" y="2627856"/>
              <a:ext cx="145586" cy="150882"/>
            </a:xfrm>
            <a:custGeom>
              <a:rect b="b" l="l" r="r" t="t"/>
              <a:pathLst>
                <a:path extrusionOk="0" h="5755" w="5553">
                  <a:moveTo>
                    <a:pt x="352" y="0"/>
                  </a:moveTo>
                  <a:lnTo>
                    <a:pt x="0" y="351"/>
                  </a:lnTo>
                  <a:lnTo>
                    <a:pt x="974" y="1329"/>
                  </a:lnTo>
                  <a:cubicBezTo>
                    <a:pt x="1047" y="1398"/>
                    <a:pt x="1087" y="1492"/>
                    <a:pt x="1094" y="1590"/>
                  </a:cubicBezTo>
                  <a:cubicBezTo>
                    <a:pt x="1108" y="1793"/>
                    <a:pt x="1195" y="1985"/>
                    <a:pt x="1340" y="2130"/>
                  </a:cubicBezTo>
                  <a:lnTo>
                    <a:pt x="4857" y="5646"/>
                  </a:lnTo>
                  <a:cubicBezTo>
                    <a:pt x="4928" y="5719"/>
                    <a:pt x="5022" y="5755"/>
                    <a:pt x="5116" y="5755"/>
                  </a:cubicBezTo>
                  <a:cubicBezTo>
                    <a:pt x="5211" y="5755"/>
                    <a:pt x="5306" y="5719"/>
                    <a:pt x="5378" y="5646"/>
                  </a:cubicBezTo>
                  <a:lnTo>
                    <a:pt x="5451" y="5574"/>
                  </a:lnTo>
                  <a:cubicBezTo>
                    <a:pt x="5502" y="5523"/>
                    <a:pt x="5534" y="5462"/>
                    <a:pt x="5552" y="5393"/>
                  </a:cubicBezTo>
                  <a:lnTo>
                    <a:pt x="5552" y="5393"/>
                  </a:lnTo>
                  <a:cubicBezTo>
                    <a:pt x="5526" y="5398"/>
                    <a:pt x="5500" y="5401"/>
                    <a:pt x="5474" y="5401"/>
                  </a:cubicBezTo>
                  <a:cubicBezTo>
                    <a:pt x="5376" y="5401"/>
                    <a:pt x="5281" y="5364"/>
                    <a:pt x="5212" y="5295"/>
                  </a:cubicBezTo>
                  <a:lnTo>
                    <a:pt x="1695" y="1778"/>
                  </a:lnTo>
                  <a:cubicBezTo>
                    <a:pt x="1550" y="1633"/>
                    <a:pt x="1460" y="1441"/>
                    <a:pt x="1449" y="1239"/>
                  </a:cubicBezTo>
                  <a:cubicBezTo>
                    <a:pt x="1442" y="1137"/>
                    <a:pt x="1398" y="1047"/>
                    <a:pt x="1329" y="974"/>
                  </a:cubicBezTo>
                  <a:lnTo>
                    <a:pt x="3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2"/>
            <p:cNvSpPr/>
            <p:nvPr/>
          </p:nvSpPr>
          <p:spPr>
            <a:xfrm>
              <a:off x="1366456" y="2586170"/>
              <a:ext cx="75034" cy="74851"/>
            </a:xfrm>
            <a:custGeom>
              <a:rect b="b" l="l" r="r" t="t"/>
              <a:pathLst>
                <a:path extrusionOk="0" h="2855" w="2862">
                  <a:moveTo>
                    <a:pt x="1941" y="0"/>
                  </a:moveTo>
                  <a:lnTo>
                    <a:pt x="0" y="1941"/>
                  </a:lnTo>
                  <a:lnTo>
                    <a:pt x="909" y="2854"/>
                  </a:lnTo>
                  <a:lnTo>
                    <a:pt x="2861" y="898"/>
                  </a:lnTo>
                  <a:cubicBezTo>
                    <a:pt x="2814" y="866"/>
                    <a:pt x="2774" y="829"/>
                    <a:pt x="2735" y="790"/>
                  </a:cubicBezTo>
                  <a:lnTo>
                    <a:pt x="194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2"/>
            <p:cNvSpPr/>
            <p:nvPr/>
          </p:nvSpPr>
          <p:spPr>
            <a:xfrm>
              <a:off x="1352194" y="2571908"/>
              <a:ext cx="81327" cy="81405"/>
            </a:xfrm>
            <a:custGeom>
              <a:rect b="b" l="l" r="r" t="t"/>
              <a:pathLst>
                <a:path extrusionOk="0" h="3105" w="3102">
                  <a:moveTo>
                    <a:pt x="2239" y="1"/>
                  </a:moveTo>
                  <a:lnTo>
                    <a:pt x="1" y="2239"/>
                  </a:lnTo>
                  <a:lnTo>
                    <a:pt x="863" y="3105"/>
                  </a:lnTo>
                  <a:lnTo>
                    <a:pt x="3101" y="863"/>
                  </a:lnTo>
                  <a:lnTo>
                    <a:pt x="2239"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2"/>
            <p:cNvSpPr/>
            <p:nvPr/>
          </p:nvSpPr>
          <p:spPr>
            <a:xfrm>
              <a:off x="1352194" y="2618339"/>
              <a:ext cx="34895" cy="34974"/>
            </a:xfrm>
            <a:custGeom>
              <a:rect b="b" l="l" r="r" t="t"/>
              <a:pathLst>
                <a:path extrusionOk="0" h="1334" w="1331">
                  <a:moveTo>
                    <a:pt x="468" y="1"/>
                  </a:moveTo>
                  <a:lnTo>
                    <a:pt x="1" y="468"/>
                  </a:lnTo>
                  <a:lnTo>
                    <a:pt x="863" y="1334"/>
                  </a:lnTo>
                  <a:lnTo>
                    <a:pt x="1330" y="863"/>
                  </a:lnTo>
                  <a:lnTo>
                    <a:pt x="4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2"/>
            <p:cNvSpPr/>
            <p:nvPr/>
          </p:nvSpPr>
          <p:spPr>
            <a:xfrm>
              <a:off x="1315175" y="2534889"/>
              <a:ext cx="100387" cy="100387"/>
            </a:xfrm>
            <a:custGeom>
              <a:rect b="b" l="l" r="r" t="t"/>
              <a:pathLst>
                <a:path extrusionOk="0" h="3829" w="3829">
                  <a:moveTo>
                    <a:pt x="2470" y="0"/>
                  </a:moveTo>
                  <a:lnTo>
                    <a:pt x="0" y="2470"/>
                  </a:lnTo>
                  <a:lnTo>
                    <a:pt x="1359" y="3829"/>
                  </a:lnTo>
                  <a:lnTo>
                    <a:pt x="3829" y="1359"/>
                  </a:lnTo>
                  <a:lnTo>
                    <a:pt x="2470"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2"/>
            <p:cNvSpPr/>
            <p:nvPr/>
          </p:nvSpPr>
          <p:spPr>
            <a:xfrm>
              <a:off x="1315175" y="2584361"/>
              <a:ext cx="50914" cy="50914"/>
            </a:xfrm>
            <a:custGeom>
              <a:rect b="b" l="l" r="r" t="t"/>
              <a:pathLst>
                <a:path extrusionOk="0" h="1942" w="1942">
                  <a:moveTo>
                    <a:pt x="584" y="0"/>
                  </a:moveTo>
                  <a:lnTo>
                    <a:pt x="0" y="583"/>
                  </a:lnTo>
                  <a:lnTo>
                    <a:pt x="1359" y="1942"/>
                  </a:lnTo>
                  <a:lnTo>
                    <a:pt x="1942" y="1358"/>
                  </a:lnTo>
                  <a:lnTo>
                    <a:pt x="58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2"/>
            <p:cNvSpPr/>
            <p:nvPr/>
          </p:nvSpPr>
          <p:spPr>
            <a:xfrm>
              <a:off x="1479926" y="2447978"/>
              <a:ext cx="91552" cy="92443"/>
            </a:xfrm>
            <a:custGeom>
              <a:rect b="b" l="l" r="r" t="t"/>
              <a:pathLst>
                <a:path extrusionOk="0" h="3526" w="3492">
                  <a:moveTo>
                    <a:pt x="1707" y="0"/>
                  </a:moveTo>
                  <a:cubicBezTo>
                    <a:pt x="1284" y="0"/>
                    <a:pt x="863" y="168"/>
                    <a:pt x="551" y="498"/>
                  </a:cubicBezTo>
                  <a:cubicBezTo>
                    <a:pt x="514" y="534"/>
                    <a:pt x="478" y="574"/>
                    <a:pt x="449" y="614"/>
                  </a:cubicBezTo>
                  <a:cubicBezTo>
                    <a:pt x="29" y="1157"/>
                    <a:pt x="0" y="1910"/>
                    <a:pt x="384" y="2482"/>
                  </a:cubicBezTo>
                  <a:cubicBezTo>
                    <a:pt x="406" y="2511"/>
                    <a:pt x="428" y="2540"/>
                    <a:pt x="449" y="2573"/>
                  </a:cubicBezTo>
                  <a:cubicBezTo>
                    <a:pt x="478" y="2606"/>
                    <a:pt x="504" y="2642"/>
                    <a:pt x="536" y="2674"/>
                  </a:cubicBezTo>
                  <a:cubicBezTo>
                    <a:pt x="844" y="3007"/>
                    <a:pt x="1272" y="3187"/>
                    <a:pt x="1714" y="3187"/>
                  </a:cubicBezTo>
                  <a:cubicBezTo>
                    <a:pt x="1860" y="3187"/>
                    <a:pt x="2007" y="3168"/>
                    <a:pt x="2151" y="3127"/>
                  </a:cubicBezTo>
                  <a:lnTo>
                    <a:pt x="3006" y="3525"/>
                  </a:lnTo>
                  <a:lnTo>
                    <a:pt x="2966" y="2584"/>
                  </a:lnTo>
                  <a:cubicBezTo>
                    <a:pt x="3491" y="1910"/>
                    <a:pt x="3397" y="947"/>
                    <a:pt x="2753" y="389"/>
                  </a:cubicBezTo>
                  <a:cubicBezTo>
                    <a:pt x="2450" y="129"/>
                    <a:pt x="2078" y="0"/>
                    <a:pt x="1707"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2"/>
            <p:cNvSpPr/>
            <p:nvPr/>
          </p:nvSpPr>
          <p:spPr>
            <a:xfrm>
              <a:off x="1399307" y="2447873"/>
              <a:ext cx="107544" cy="92548"/>
            </a:xfrm>
            <a:custGeom>
              <a:rect b="b" l="l" r="r" t="t"/>
              <a:pathLst>
                <a:path extrusionOk="0" h="3530" w="4102">
                  <a:moveTo>
                    <a:pt x="2071" y="0"/>
                  </a:moveTo>
                  <a:cubicBezTo>
                    <a:pt x="2047" y="0"/>
                    <a:pt x="2023" y="1"/>
                    <a:pt x="2000" y="2"/>
                  </a:cubicBezTo>
                  <a:cubicBezTo>
                    <a:pt x="696" y="53"/>
                    <a:pt x="0" y="1563"/>
                    <a:pt x="812" y="2588"/>
                  </a:cubicBezTo>
                  <a:lnTo>
                    <a:pt x="768" y="3529"/>
                  </a:lnTo>
                  <a:lnTo>
                    <a:pt x="1623" y="3131"/>
                  </a:lnTo>
                  <a:cubicBezTo>
                    <a:pt x="1769" y="3173"/>
                    <a:pt x="1917" y="3193"/>
                    <a:pt x="2063" y="3193"/>
                  </a:cubicBezTo>
                  <a:cubicBezTo>
                    <a:pt x="2588" y="3193"/>
                    <a:pt x="3091" y="2933"/>
                    <a:pt x="3394" y="2483"/>
                  </a:cubicBezTo>
                  <a:cubicBezTo>
                    <a:pt x="4101" y="1416"/>
                    <a:pt x="3332" y="0"/>
                    <a:pt x="207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2"/>
            <p:cNvSpPr/>
            <p:nvPr/>
          </p:nvSpPr>
          <p:spPr>
            <a:xfrm>
              <a:off x="1309486" y="2529698"/>
              <a:ext cx="359311" cy="263276"/>
            </a:xfrm>
            <a:custGeom>
              <a:rect b="b" l="l" r="r" t="t"/>
              <a:pathLst>
                <a:path extrusionOk="0" h="10042" w="13705">
                  <a:moveTo>
                    <a:pt x="3930" y="1959"/>
                  </a:moveTo>
                  <a:lnTo>
                    <a:pt x="4448" y="2476"/>
                  </a:lnTo>
                  <a:lnTo>
                    <a:pt x="4440" y="2480"/>
                  </a:lnTo>
                  <a:lnTo>
                    <a:pt x="2499" y="4425"/>
                  </a:lnTo>
                  <a:lnTo>
                    <a:pt x="2492" y="4432"/>
                  </a:lnTo>
                  <a:lnTo>
                    <a:pt x="1974" y="3914"/>
                  </a:lnTo>
                  <a:lnTo>
                    <a:pt x="3930" y="1959"/>
                  </a:lnTo>
                  <a:close/>
                  <a:moveTo>
                    <a:pt x="9775" y="2299"/>
                  </a:moveTo>
                  <a:lnTo>
                    <a:pt x="11731" y="4255"/>
                  </a:lnTo>
                  <a:lnTo>
                    <a:pt x="11213" y="4773"/>
                  </a:lnTo>
                  <a:lnTo>
                    <a:pt x="11206" y="4769"/>
                  </a:lnTo>
                  <a:lnTo>
                    <a:pt x="9265" y="2824"/>
                  </a:lnTo>
                  <a:lnTo>
                    <a:pt x="9257" y="2817"/>
                  </a:lnTo>
                  <a:lnTo>
                    <a:pt x="9775" y="2299"/>
                  </a:lnTo>
                  <a:close/>
                  <a:moveTo>
                    <a:pt x="9120" y="3248"/>
                  </a:moveTo>
                  <a:lnTo>
                    <a:pt x="10778" y="4910"/>
                  </a:lnTo>
                  <a:lnTo>
                    <a:pt x="10416" y="5276"/>
                  </a:lnTo>
                  <a:cubicBezTo>
                    <a:pt x="10311" y="5377"/>
                    <a:pt x="10250" y="5519"/>
                    <a:pt x="10239" y="5664"/>
                  </a:cubicBezTo>
                  <a:cubicBezTo>
                    <a:pt x="10228" y="5819"/>
                    <a:pt x="10163" y="5968"/>
                    <a:pt x="10050" y="6076"/>
                  </a:cubicBezTo>
                  <a:lnTo>
                    <a:pt x="9406" y="6721"/>
                  </a:lnTo>
                  <a:lnTo>
                    <a:pt x="7117" y="4432"/>
                  </a:lnTo>
                  <a:lnTo>
                    <a:pt x="7924" y="4106"/>
                  </a:lnTo>
                  <a:cubicBezTo>
                    <a:pt x="7932" y="4103"/>
                    <a:pt x="7943" y="4099"/>
                    <a:pt x="7950" y="4095"/>
                  </a:cubicBezTo>
                  <a:cubicBezTo>
                    <a:pt x="8073" y="4023"/>
                    <a:pt x="8174" y="3918"/>
                    <a:pt x="8243" y="3791"/>
                  </a:cubicBezTo>
                  <a:cubicBezTo>
                    <a:pt x="8508" y="3744"/>
                    <a:pt x="8747" y="3617"/>
                    <a:pt x="8939" y="3429"/>
                  </a:cubicBezTo>
                  <a:lnTo>
                    <a:pt x="9120" y="3248"/>
                  </a:lnTo>
                  <a:close/>
                  <a:moveTo>
                    <a:pt x="4643" y="7290"/>
                  </a:moveTo>
                  <a:lnTo>
                    <a:pt x="4955" y="7601"/>
                  </a:lnTo>
                  <a:lnTo>
                    <a:pt x="4502" y="8054"/>
                  </a:lnTo>
                  <a:lnTo>
                    <a:pt x="4401" y="8155"/>
                  </a:lnTo>
                  <a:cubicBezTo>
                    <a:pt x="4361" y="8191"/>
                    <a:pt x="4314" y="8213"/>
                    <a:pt x="4259" y="8213"/>
                  </a:cubicBezTo>
                  <a:cubicBezTo>
                    <a:pt x="4205" y="8213"/>
                    <a:pt x="4154" y="8191"/>
                    <a:pt x="4118" y="8155"/>
                  </a:cubicBezTo>
                  <a:lnTo>
                    <a:pt x="4089" y="8126"/>
                  </a:lnTo>
                  <a:cubicBezTo>
                    <a:pt x="4009" y="8047"/>
                    <a:pt x="4009" y="7923"/>
                    <a:pt x="4089" y="7844"/>
                  </a:cubicBezTo>
                  <a:lnTo>
                    <a:pt x="4643" y="7290"/>
                  </a:lnTo>
                  <a:close/>
                  <a:moveTo>
                    <a:pt x="5237" y="7884"/>
                  </a:moveTo>
                  <a:lnTo>
                    <a:pt x="5549" y="8195"/>
                  </a:lnTo>
                  <a:lnTo>
                    <a:pt x="5179" y="8568"/>
                  </a:lnTo>
                  <a:lnTo>
                    <a:pt x="5100" y="8648"/>
                  </a:lnTo>
                  <a:cubicBezTo>
                    <a:pt x="5063" y="8684"/>
                    <a:pt x="5013" y="8702"/>
                    <a:pt x="4962" y="8702"/>
                  </a:cubicBezTo>
                  <a:lnTo>
                    <a:pt x="4962" y="8706"/>
                  </a:lnTo>
                  <a:cubicBezTo>
                    <a:pt x="4911" y="8706"/>
                    <a:pt x="4864" y="8684"/>
                    <a:pt x="4828" y="8648"/>
                  </a:cubicBezTo>
                  <a:lnTo>
                    <a:pt x="4784" y="8604"/>
                  </a:lnTo>
                  <a:cubicBezTo>
                    <a:pt x="4712" y="8532"/>
                    <a:pt x="4712" y="8412"/>
                    <a:pt x="4784" y="8336"/>
                  </a:cubicBezTo>
                  <a:lnTo>
                    <a:pt x="5237" y="7884"/>
                  </a:lnTo>
                  <a:close/>
                  <a:moveTo>
                    <a:pt x="5835" y="8481"/>
                  </a:moveTo>
                  <a:lnTo>
                    <a:pt x="6146" y="8793"/>
                  </a:lnTo>
                  <a:lnTo>
                    <a:pt x="5936" y="8999"/>
                  </a:lnTo>
                  <a:lnTo>
                    <a:pt x="5773" y="9162"/>
                  </a:lnTo>
                  <a:cubicBezTo>
                    <a:pt x="5737" y="9198"/>
                    <a:pt x="5690" y="9216"/>
                    <a:pt x="5643" y="9216"/>
                  </a:cubicBezTo>
                  <a:cubicBezTo>
                    <a:pt x="5597" y="9216"/>
                    <a:pt x="5550" y="9198"/>
                    <a:pt x="5516" y="9162"/>
                  </a:cubicBezTo>
                  <a:lnTo>
                    <a:pt x="5462" y="9111"/>
                  </a:lnTo>
                  <a:cubicBezTo>
                    <a:pt x="5389" y="9039"/>
                    <a:pt x="5389" y="8923"/>
                    <a:pt x="5462" y="8851"/>
                  </a:cubicBezTo>
                  <a:lnTo>
                    <a:pt x="5835" y="8481"/>
                  </a:lnTo>
                  <a:close/>
                  <a:moveTo>
                    <a:pt x="4585" y="2904"/>
                  </a:moveTo>
                  <a:lnTo>
                    <a:pt x="4766" y="3085"/>
                  </a:lnTo>
                  <a:cubicBezTo>
                    <a:pt x="5015" y="3334"/>
                    <a:pt x="5351" y="3470"/>
                    <a:pt x="5701" y="3470"/>
                  </a:cubicBezTo>
                  <a:cubicBezTo>
                    <a:pt x="5722" y="3470"/>
                    <a:pt x="5744" y="3470"/>
                    <a:pt x="5766" y="3469"/>
                  </a:cubicBezTo>
                  <a:cubicBezTo>
                    <a:pt x="6476" y="3429"/>
                    <a:pt x="7399" y="3357"/>
                    <a:pt x="7863" y="3230"/>
                  </a:cubicBezTo>
                  <a:cubicBezTo>
                    <a:pt x="7892" y="3259"/>
                    <a:pt x="7917" y="3291"/>
                    <a:pt x="7939" y="3324"/>
                  </a:cubicBezTo>
                  <a:cubicBezTo>
                    <a:pt x="7972" y="3487"/>
                    <a:pt x="7903" y="3653"/>
                    <a:pt x="7762" y="3740"/>
                  </a:cubicBezTo>
                  <a:lnTo>
                    <a:pt x="6686" y="4175"/>
                  </a:lnTo>
                  <a:cubicBezTo>
                    <a:pt x="6552" y="4229"/>
                    <a:pt x="6519" y="4400"/>
                    <a:pt x="6621" y="4501"/>
                  </a:cubicBezTo>
                  <a:lnTo>
                    <a:pt x="9265" y="7145"/>
                  </a:lnTo>
                  <a:lnTo>
                    <a:pt x="9616" y="7500"/>
                  </a:lnTo>
                  <a:cubicBezTo>
                    <a:pt x="9696" y="7576"/>
                    <a:pt x="9696" y="7703"/>
                    <a:pt x="9616" y="7782"/>
                  </a:cubicBezTo>
                  <a:lnTo>
                    <a:pt x="9583" y="7811"/>
                  </a:lnTo>
                  <a:cubicBezTo>
                    <a:pt x="9545" y="7851"/>
                    <a:pt x="9495" y="7871"/>
                    <a:pt x="9444" y="7871"/>
                  </a:cubicBezTo>
                  <a:cubicBezTo>
                    <a:pt x="9393" y="7871"/>
                    <a:pt x="9342" y="7851"/>
                    <a:pt x="9304" y="7811"/>
                  </a:cubicBezTo>
                  <a:lnTo>
                    <a:pt x="9203" y="7710"/>
                  </a:lnTo>
                  <a:lnTo>
                    <a:pt x="6943" y="5453"/>
                  </a:lnTo>
                  <a:cubicBezTo>
                    <a:pt x="6899" y="5408"/>
                    <a:pt x="6849" y="5388"/>
                    <a:pt x="6801" y="5388"/>
                  </a:cubicBezTo>
                  <a:cubicBezTo>
                    <a:pt x="6645" y="5388"/>
                    <a:pt x="6511" y="5592"/>
                    <a:pt x="6661" y="5736"/>
                  </a:cubicBezTo>
                  <a:lnTo>
                    <a:pt x="8920" y="7992"/>
                  </a:lnTo>
                  <a:cubicBezTo>
                    <a:pt x="8993" y="8068"/>
                    <a:pt x="8993" y="8188"/>
                    <a:pt x="8920" y="8260"/>
                  </a:cubicBezTo>
                  <a:lnTo>
                    <a:pt x="8873" y="8304"/>
                  </a:lnTo>
                  <a:cubicBezTo>
                    <a:pt x="8837" y="8342"/>
                    <a:pt x="8788" y="8361"/>
                    <a:pt x="8739" y="8361"/>
                  </a:cubicBezTo>
                  <a:cubicBezTo>
                    <a:pt x="8690" y="8361"/>
                    <a:pt x="8640" y="8342"/>
                    <a:pt x="8602" y="8304"/>
                  </a:cubicBezTo>
                  <a:lnTo>
                    <a:pt x="8522" y="8224"/>
                  </a:lnTo>
                  <a:lnTo>
                    <a:pt x="6135" y="5837"/>
                  </a:lnTo>
                  <a:cubicBezTo>
                    <a:pt x="6091" y="5791"/>
                    <a:pt x="6041" y="5772"/>
                    <a:pt x="5994" y="5772"/>
                  </a:cubicBezTo>
                  <a:cubicBezTo>
                    <a:pt x="5838" y="5772"/>
                    <a:pt x="5703" y="5976"/>
                    <a:pt x="5853" y="6120"/>
                  </a:cubicBezTo>
                  <a:lnTo>
                    <a:pt x="8243" y="8507"/>
                  </a:lnTo>
                  <a:cubicBezTo>
                    <a:pt x="8316" y="8575"/>
                    <a:pt x="8316" y="8695"/>
                    <a:pt x="8243" y="8764"/>
                  </a:cubicBezTo>
                  <a:lnTo>
                    <a:pt x="8189" y="8818"/>
                  </a:lnTo>
                  <a:cubicBezTo>
                    <a:pt x="8153" y="8852"/>
                    <a:pt x="8106" y="8870"/>
                    <a:pt x="8058" y="8870"/>
                  </a:cubicBezTo>
                  <a:cubicBezTo>
                    <a:pt x="8011" y="8870"/>
                    <a:pt x="7964" y="8852"/>
                    <a:pt x="7928" y="8818"/>
                  </a:cubicBezTo>
                  <a:lnTo>
                    <a:pt x="7765" y="8651"/>
                  </a:lnTo>
                  <a:lnTo>
                    <a:pt x="5751" y="6638"/>
                  </a:lnTo>
                  <a:cubicBezTo>
                    <a:pt x="5708" y="6596"/>
                    <a:pt x="5660" y="6579"/>
                    <a:pt x="5614" y="6579"/>
                  </a:cubicBezTo>
                  <a:cubicBezTo>
                    <a:pt x="5459" y="6579"/>
                    <a:pt x="5327" y="6775"/>
                    <a:pt x="5469" y="6920"/>
                  </a:cubicBezTo>
                  <a:lnTo>
                    <a:pt x="7483" y="8934"/>
                  </a:lnTo>
                  <a:cubicBezTo>
                    <a:pt x="7548" y="8999"/>
                    <a:pt x="7548" y="9108"/>
                    <a:pt x="7483" y="9173"/>
                  </a:cubicBezTo>
                  <a:lnTo>
                    <a:pt x="7410" y="9245"/>
                  </a:lnTo>
                  <a:cubicBezTo>
                    <a:pt x="7378" y="9278"/>
                    <a:pt x="7334" y="9294"/>
                    <a:pt x="7291" y="9294"/>
                  </a:cubicBezTo>
                  <a:cubicBezTo>
                    <a:pt x="7247" y="9294"/>
                    <a:pt x="7204" y="9278"/>
                    <a:pt x="7171" y="9245"/>
                  </a:cubicBezTo>
                  <a:lnTo>
                    <a:pt x="7168" y="9242"/>
                  </a:lnTo>
                  <a:lnTo>
                    <a:pt x="3654" y="5732"/>
                  </a:lnTo>
                  <a:cubicBezTo>
                    <a:pt x="3546" y="5620"/>
                    <a:pt x="3477" y="5475"/>
                    <a:pt x="3466" y="5319"/>
                  </a:cubicBezTo>
                  <a:cubicBezTo>
                    <a:pt x="3455" y="5171"/>
                    <a:pt x="3394" y="5033"/>
                    <a:pt x="3289" y="4928"/>
                  </a:cubicBezTo>
                  <a:lnTo>
                    <a:pt x="2923" y="4563"/>
                  </a:lnTo>
                  <a:lnTo>
                    <a:pt x="4585" y="2904"/>
                  </a:lnTo>
                  <a:close/>
                  <a:moveTo>
                    <a:pt x="6429" y="9075"/>
                  </a:moveTo>
                  <a:lnTo>
                    <a:pt x="6740" y="9387"/>
                  </a:lnTo>
                  <a:lnTo>
                    <a:pt x="6534" y="9593"/>
                  </a:lnTo>
                  <a:cubicBezTo>
                    <a:pt x="6501" y="9626"/>
                    <a:pt x="6458" y="9644"/>
                    <a:pt x="6414" y="9644"/>
                  </a:cubicBezTo>
                  <a:cubicBezTo>
                    <a:pt x="6371" y="9644"/>
                    <a:pt x="6327" y="9626"/>
                    <a:pt x="6295" y="9593"/>
                  </a:cubicBezTo>
                  <a:lnTo>
                    <a:pt x="6222" y="9521"/>
                  </a:lnTo>
                  <a:cubicBezTo>
                    <a:pt x="6157" y="9455"/>
                    <a:pt x="6157" y="9347"/>
                    <a:pt x="6222" y="9282"/>
                  </a:cubicBezTo>
                  <a:lnTo>
                    <a:pt x="6429" y="9075"/>
                  </a:lnTo>
                  <a:close/>
                  <a:moveTo>
                    <a:pt x="2686" y="0"/>
                  </a:moveTo>
                  <a:cubicBezTo>
                    <a:pt x="2635" y="0"/>
                    <a:pt x="2584" y="19"/>
                    <a:pt x="2546" y="57"/>
                  </a:cubicBezTo>
                  <a:lnTo>
                    <a:pt x="1655" y="952"/>
                  </a:lnTo>
                  <a:cubicBezTo>
                    <a:pt x="1513" y="1097"/>
                    <a:pt x="1646" y="1293"/>
                    <a:pt x="1800" y="1293"/>
                  </a:cubicBezTo>
                  <a:cubicBezTo>
                    <a:pt x="1846" y="1293"/>
                    <a:pt x="1895" y="1276"/>
                    <a:pt x="1938" y="1234"/>
                  </a:cubicBezTo>
                  <a:lnTo>
                    <a:pt x="2687" y="484"/>
                  </a:lnTo>
                  <a:lnTo>
                    <a:pt x="3763" y="1557"/>
                  </a:lnTo>
                  <a:lnTo>
                    <a:pt x="1576" y="3748"/>
                  </a:lnTo>
                  <a:lnTo>
                    <a:pt x="504" y="2668"/>
                  </a:lnTo>
                  <a:lnTo>
                    <a:pt x="1380" y="1792"/>
                  </a:lnTo>
                  <a:cubicBezTo>
                    <a:pt x="1522" y="1647"/>
                    <a:pt x="1390" y="1449"/>
                    <a:pt x="1236" y="1449"/>
                  </a:cubicBezTo>
                  <a:cubicBezTo>
                    <a:pt x="1189" y="1449"/>
                    <a:pt x="1141" y="1467"/>
                    <a:pt x="1098" y="1509"/>
                  </a:cubicBezTo>
                  <a:lnTo>
                    <a:pt x="76" y="2527"/>
                  </a:lnTo>
                  <a:cubicBezTo>
                    <a:pt x="0" y="2607"/>
                    <a:pt x="0" y="2734"/>
                    <a:pt x="76" y="2810"/>
                  </a:cubicBezTo>
                  <a:lnTo>
                    <a:pt x="1434" y="4168"/>
                  </a:lnTo>
                  <a:cubicBezTo>
                    <a:pt x="1474" y="4207"/>
                    <a:pt x="1525" y="4228"/>
                    <a:pt x="1577" y="4228"/>
                  </a:cubicBezTo>
                  <a:cubicBezTo>
                    <a:pt x="1615" y="4228"/>
                    <a:pt x="1654" y="4216"/>
                    <a:pt x="1688" y="4193"/>
                  </a:cubicBezTo>
                  <a:lnTo>
                    <a:pt x="2351" y="4856"/>
                  </a:lnTo>
                  <a:cubicBezTo>
                    <a:pt x="2391" y="4894"/>
                    <a:pt x="2442" y="4913"/>
                    <a:pt x="2493" y="4913"/>
                  </a:cubicBezTo>
                  <a:cubicBezTo>
                    <a:pt x="2544" y="4913"/>
                    <a:pt x="2595" y="4894"/>
                    <a:pt x="2633" y="4856"/>
                  </a:cubicBezTo>
                  <a:lnTo>
                    <a:pt x="2640" y="4849"/>
                  </a:lnTo>
                  <a:lnTo>
                    <a:pt x="3006" y="5214"/>
                  </a:lnTo>
                  <a:cubicBezTo>
                    <a:pt x="3042" y="5251"/>
                    <a:pt x="3064" y="5298"/>
                    <a:pt x="3068" y="5348"/>
                  </a:cubicBezTo>
                  <a:cubicBezTo>
                    <a:pt x="3082" y="5602"/>
                    <a:pt x="3191" y="5837"/>
                    <a:pt x="3372" y="6018"/>
                  </a:cubicBezTo>
                  <a:lnTo>
                    <a:pt x="4361" y="7007"/>
                  </a:lnTo>
                  <a:lnTo>
                    <a:pt x="3807" y="7561"/>
                  </a:lnTo>
                  <a:cubicBezTo>
                    <a:pt x="3571" y="7793"/>
                    <a:pt x="3571" y="8173"/>
                    <a:pt x="3807" y="8409"/>
                  </a:cubicBezTo>
                  <a:lnTo>
                    <a:pt x="3836" y="8438"/>
                  </a:lnTo>
                  <a:cubicBezTo>
                    <a:pt x="3945" y="8547"/>
                    <a:pt x="4092" y="8612"/>
                    <a:pt x="4247" y="8612"/>
                  </a:cubicBezTo>
                  <a:cubicBezTo>
                    <a:pt x="4251" y="8612"/>
                    <a:pt x="4255" y="8612"/>
                    <a:pt x="4259" y="8612"/>
                  </a:cubicBezTo>
                  <a:cubicBezTo>
                    <a:pt x="4288" y="8612"/>
                    <a:pt x="4317" y="8612"/>
                    <a:pt x="4346" y="8608"/>
                  </a:cubicBezTo>
                  <a:cubicBezTo>
                    <a:pt x="4372" y="8713"/>
                    <a:pt x="4426" y="8811"/>
                    <a:pt x="4506" y="8887"/>
                  </a:cubicBezTo>
                  <a:lnTo>
                    <a:pt x="4545" y="8930"/>
                  </a:lnTo>
                  <a:cubicBezTo>
                    <a:pt x="4658" y="9043"/>
                    <a:pt x="4806" y="9104"/>
                    <a:pt x="4966" y="9104"/>
                  </a:cubicBezTo>
                  <a:cubicBezTo>
                    <a:pt x="4984" y="9104"/>
                    <a:pt x="5002" y="9104"/>
                    <a:pt x="5020" y="9101"/>
                  </a:cubicBezTo>
                  <a:cubicBezTo>
                    <a:pt x="5045" y="9213"/>
                    <a:pt x="5100" y="9314"/>
                    <a:pt x="5179" y="9394"/>
                  </a:cubicBezTo>
                  <a:lnTo>
                    <a:pt x="5234" y="9445"/>
                  </a:lnTo>
                  <a:cubicBezTo>
                    <a:pt x="5344" y="9555"/>
                    <a:pt x="5494" y="9615"/>
                    <a:pt x="5647" y="9615"/>
                  </a:cubicBezTo>
                  <a:cubicBezTo>
                    <a:pt x="5700" y="9615"/>
                    <a:pt x="5754" y="9608"/>
                    <a:pt x="5806" y="9593"/>
                  </a:cubicBezTo>
                  <a:cubicBezTo>
                    <a:pt x="5835" y="9673"/>
                    <a:pt x="5878" y="9742"/>
                    <a:pt x="5940" y="9803"/>
                  </a:cubicBezTo>
                  <a:lnTo>
                    <a:pt x="6012" y="9876"/>
                  </a:lnTo>
                  <a:cubicBezTo>
                    <a:pt x="6123" y="9986"/>
                    <a:pt x="6268" y="10041"/>
                    <a:pt x="6414" y="10041"/>
                  </a:cubicBezTo>
                  <a:cubicBezTo>
                    <a:pt x="6560" y="10041"/>
                    <a:pt x="6706" y="9986"/>
                    <a:pt x="6816" y="9876"/>
                  </a:cubicBezTo>
                  <a:lnTo>
                    <a:pt x="7048" y="9644"/>
                  </a:lnTo>
                  <a:cubicBezTo>
                    <a:pt x="7126" y="9680"/>
                    <a:pt x="7209" y="9698"/>
                    <a:pt x="7291" y="9698"/>
                  </a:cubicBezTo>
                  <a:cubicBezTo>
                    <a:pt x="7438" y="9698"/>
                    <a:pt x="7583" y="9641"/>
                    <a:pt x="7693" y="9532"/>
                  </a:cubicBezTo>
                  <a:lnTo>
                    <a:pt x="7765" y="9459"/>
                  </a:lnTo>
                  <a:cubicBezTo>
                    <a:pt x="7823" y="9398"/>
                    <a:pt x="7870" y="9329"/>
                    <a:pt x="7899" y="9249"/>
                  </a:cubicBezTo>
                  <a:cubicBezTo>
                    <a:pt x="7951" y="9264"/>
                    <a:pt x="8005" y="9271"/>
                    <a:pt x="8058" y="9271"/>
                  </a:cubicBezTo>
                  <a:cubicBezTo>
                    <a:pt x="8211" y="9271"/>
                    <a:pt x="8361" y="9211"/>
                    <a:pt x="8471" y="9101"/>
                  </a:cubicBezTo>
                  <a:lnTo>
                    <a:pt x="8526" y="9050"/>
                  </a:lnTo>
                  <a:cubicBezTo>
                    <a:pt x="8605" y="8970"/>
                    <a:pt x="8660" y="8869"/>
                    <a:pt x="8685" y="8756"/>
                  </a:cubicBezTo>
                  <a:cubicBezTo>
                    <a:pt x="8705" y="8759"/>
                    <a:pt x="8725" y="8760"/>
                    <a:pt x="8745" y="8760"/>
                  </a:cubicBezTo>
                  <a:cubicBezTo>
                    <a:pt x="8898" y="8760"/>
                    <a:pt x="9047" y="8698"/>
                    <a:pt x="9160" y="8586"/>
                  </a:cubicBezTo>
                  <a:lnTo>
                    <a:pt x="9203" y="8543"/>
                  </a:lnTo>
                  <a:cubicBezTo>
                    <a:pt x="9279" y="8463"/>
                    <a:pt x="9333" y="8365"/>
                    <a:pt x="9359" y="8260"/>
                  </a:cubicBezTo>
                  <a:cubicBezTo>
                    <a:pt x="9388" y="8265"/>
                    <a:pt x="9418" y="8267"/>
                    <a:pt x="9447" y="8267"/>
                  </a:cubicBezTo>
                  <a:cubicBezTo>
                    <a:pt x="9605" y="8267"/>
                    <a:pt x="9756" y="8203"/>
                    <a:pt x="9869" y="8090"/>
                  </a:cubicBezTo>
                  <a:lnTo>
                    <a:pt x="9902" y="8061"/>
                  </a:lnTo>
                  <a:cubicBezTo>
                    <a:pt x="10134" y="7826"/>
                    <a:pt x="10134" y="7445"/>
                    <a:pt x="9902" y="7214"/>
                  </a:cubicBezTo>
                  <a:lnTo>
                    <a:pt x="9688" y="7007"/>
                  </a:lnTo>
                  <a:lnTo>
                    <a:pt x="10333" y="6359"/>
                  </a:lnTo>
                  <a:cubicBezTo>
                    <a:pt x="10510" y="6181"/>
                    <a:pt x="10619" y="5946"/>
                    <a:pt x="10637" y="5693"/>
                  </a:cubicBezTo>
                  <a:cubicBezTo>
                    <a:pt x="10637" y="5667"/>
                    <a:pt x="10644" y="5642"/>
                    <a:pt x="10655" y="5620"/>
                  </a:cubicBezTo>
                  <a:cubicBezTo>
                    <a:pt x="10666" y="5598"/>
                    <a:pt x="10681" y="5577"/>
                    <a:pt x="10699" y="5559"/>
                  </a:cubicBezTo>
                  <a:lnTo>
                    <a:pt x="11065" y="5196"/>
                  </a:lnTo>
                  <a:lnTo>
                    <a:pt x="11068" y="5200"/>
                  </a:lnTo>
                  <a:cubicBezTo>
                    <a:pt x="11108" y="5240"/>
                    <a:pt x="11160" y="5260"/>
                    <a:pt x="11211" y="5260"/>
                  </a:cubicBezTo>
                  <a:cubicBezTo>
                    <a:pt x="11262" y="5260"/>
                    <a:pt x="11313" y="5240"/>
                    <a:pt x="11351" y="5200"/>
                  </a:cubicBezTo>
                  <a:lnTo>
                    <a:pt x="12013" y="4537"/>
                  </a:lnTo>
                  <a:cubicBezTo>
                    <a:pt x="12049" y="4561"/>
                    <a:pt x="12089" y="4573"/>
                    <a:pt x="12130" y="4573"/>
                  </a:cubicBezTo>
                  <a:cubicBezTo>
                    <a:pt x="12181" y="4573"/>
                    <a:pt x="12232" y="4554"/>
                    <a:pt x="12271" y="4515"/>
                  </a:cubicBezTo>
                  <a:lnTo>
                    <a:pt x="13629" y="3157"/>
                  </a:lnTo>
                  <a:cubicBezTo>
                    <a:pt x="13705" y="3078"/>
                    <a:pt x="13705" y="2951"/>
                    <a:pt x="13629" y="2871"/>
                  </a:cubicBezTo>
                  <a:lnTo>
                    <a:pt x="12542" y="1785"/>
                  </a:lnTo>
                  <a:cubicBezTo>
                    <a:pt x="12498" y="1743"/>
                    <a:pt x="12450" y="1726"/>
                    <a:pt x="12403" y="1726"/>
                  </a:cubicBezTo>
                  <a:cubicBezTo>
                    <a:pt x="12248" y="1726"/>
                    <a:pt x="12117" y="1922"/>
                    <a:pt x="12256" y="2067"/>
                  </a:cubicBezTo>
                  <a:lnTo>
                    <a:pt x="13201" y="3012"/>
                  </a:lnTo>
                  <a:lnTo>
                    <a:pt x="12126" y="4088"/>
                  </a:lnTo>
                  <a:lnTo>
                    <a:pt x="9942" y="1901"/>
                  </a:lnTo>
                  <a:lnTo>
                    <a:pt x="11017" y="829"/>
                  </a:lnTo>
                  <a:lnTo>
                    <a:pt x="11702" y="1513"/>
                  </a:lnTo>
                  <a:cubicBezTo>
                    <a:pt x="11745" y="1555"/>
                    <a:pt x="11793" y="1572"/>
                    <a:pt x="11839" y="1572"/>
                  </a:cubicBezTo>
                  <a:cubicBezTo>
                    <a:pt x="11993" y="1572"/>
                    <a:pt x="12124" y="1376"/>
                    <a:pt x="11984" y="1231"/>
                  </a:cubicBezTo>
                  <a:lnTo>
                    <a:pt x="11159" y="401"/>
                  </a:lnTo>
                  <a:cubicBezTo>
                    <a:pt x="11119" y="363"/>
                    <a:pt x="11067" y="344"/>
                    <a:pt x="11016" y="344"/>
                  </a:cubicBezTo>
                  <a:cubicBezTo>
                    <a:pt x="10965" y="344"/>
                    <a:pt x="10914" y="363"/>
                    <a:pt x="10876" y="401"/>
                  </a:cubicBezTo>
                  <a:lnTo>
                    <a:pt x="9518" y="1759"/>
                  </a:lnTo>
                  <a:cubicBezTo>
                    <a:pt x="9449" y="1828"/>
                    <a:pt x="9438" y="1937"/>
                    <a:pt x="9493" y="2016"/>
                  </a:cubicBezTo>
                  <a:lnTo>
                    <a:pt x="8834" y="2676"/>
                  </a:lnTo>
                  <a:cubicBezTo>
                    <a:pt x="8754" y="2755"/>
                    <a:pt x="8754" y="2882"/>
                    <a:pt x="8834" y="2958"/>
                  </a:cubicBezTo>
                  <a:lnTo>
                    <a:pt x="8837" y="2965"/>
                  </a:lnTo>
                  <a:lnTo>
                    <a:pt x="8656" y="3146"/>
                  </a:lnTo>
                  <a:cubicBezTo>
                    <a:pt x="8569" y="3233"/>
                    <a:pt x="8461" y="3306"/>
                    <a:pt x="8345" y="3349"/>
                  </a:cubicBezTo>
                  <a:cubicBezTo>
                    <a:pt x="8341" y="3295"/>
                    <a:pt x="8330" y="3244"/>
                    <a:pt x="8316" y="3190"/>
                  </a:cubicBezTo>
                  <a:cubicBezTo>
                    <a:pt x="8308" y="3172"/>
                    <a:pt x="8301" y="3154"/>
                    <a:pt x="8294" y="3139"/>
                  </a:cubicBezTo>
                  <a:cubicBezTo>
                    <a:pt x="8197" y="2988"/>
                    <a:pt x="8056" y="2819"/>
                    <a:pt x="7888" y="2819"/>
                  </a:cubicBezTo>
                  <a:cubicBezTo>
                    <a:pt x="7862" y="2819"/>
                    <a:pt x="7836" y="2823"/>
                    <a:pt x="7809" y="2831"/>
                  </a:cubicBezTo>
                  <a:cubicBezTo>
                    <a:pt x="7501" y="2929"/>
                    <a:pt x="6766" y="3012"/>
                    <a:pt x="5744" y="3070"/>
                  </a:cubicBezTo>
                  <a:cubicBezTo>
                    <a:pt x="5731" y="3071"/>
                    <a:pt x="5717" y="3071"/>
                    <a:pt x="5704" y="3071"/>
                  </a:cubicBezTo>
                  <a:cubicBezTo>
                    <a:pt x="5457" y="3071"/>
                    <a:pt x="5221" y="2978"/>
                    <a:pt x="5049" y="2802"/>
                  </a:cubicBezTo>
                  <a:lnTo>
                    <a:pt x="4868" y="2621"/>
                  </a:lnTo>
                  <a:lnTo>
                    <a:pt x="4871" y="2614"/>
                  </a:lnTo>
                  <a:cubicBezTo>
                    <a:pt x="4951" y="2538"/>
                    <a:pt x="4951" y="2411"/>
                    <a:pt x="4871" y="2332"/>
                  </a:cubicBezTo>
                  <a:lnTo>
                    <a:pt x="4209" y="1672"/>
                  </a:lnTo>
                  <a:cubicBezTo>
                    <a:pt x="4263" y="1593"/>
                    <a:pt x="4256" y="1484"/>
                    <a:pt x="4187" y="1415"/>
                  </a:cubicBezTo>
                  <a:lnTo>
                    <a:pt x="2829" y="57"/>
                  </a:lnTo>
                  <a:cubicBezTo>
                    <a:pt x="2789" y="19"/>
                    <a:pt x="2737" y="0"/>
                    <a:pt x="26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2"/>
            <p:cNvSpPr/>
            <p:nvPr/>
          </p:nvSpPr>
          <p:spPr>
            <a:xfrm>
              <a:off x="1400251" y="2442420"/>
              <a:ext cx="174163" cy="103271"/>
            </a:xfrm>
            <a:custGeom>
              <a:rect b="b" l="l" r="r" t="t"/>
              <a:pathLst>
                <a:path extrusionOk="0" h="3939" w="6643">
                  <a:moveTo>
                    <a:pt x="2032" y="405"/>
                  </a:moveTo>
                  <a:cubicBezTo>
                    <a:pt x="2880" y="405"/>
                    <a:pt x="3532" y="1159"/>
                    <a:pt x="3412" y="1999"/>
                  </a:cubicBezTo>
                  <a:cubicBezTo>
                    <a:pt x="3311" y="2704"/>
                    <a:pt x="2704" y="3201"/>
                    <a:pt x="2028" y="3201"/>
                  </a:cubicBezTo>
                  <a:cubicBezTo>
                    <a:pt x="1901" y="3201"/>
                    <a:pt x="1773" y="3184"/>
                    <a:pt x="1645" y="3147"/>
                  </a:cubicBezTo>
                  <a:cubicBezTo>
                    <a:pt x="1626" y="3141"/>
                    <a:pt x="1607" y="3138"/>
                    <a:pt x="1589" y="3138"/>
                  </a:cubicBezTo>
                  <a:cubicBezTo>
                    <a:pt x="1561" y="3138"/>
                    <a:pt x="1533" y="3145"/>
                    <a:pt x="1507" y="3158"/>
                  </a:cubicBezTo>
                  <a:lnTo>
                    <a:pt x="949" y="3415"/>
                  </a:lnTo>
                  <a:lnTo>
                    <a:pt x="949" y="3415"/>
                  </a:lnTo>
                  <a:lnTo>
                    <a:pt x="978" y="2803"/>
                  </a:lnTo>
                  <a:cubicBezTo>
                    <a:pt x="978" y="2756"/>
                    <a:pt x="964" y="2709"/>
                    <a:pt x="931" y="2669"/>
                  </a:cubicBezTo>
                  <a:cubicBezTo>
                    <a:pt x="555" y="2195"/>
                    <a:pt x="529" y="1528"/>
                    <a:pt x="870" y="1025"/>
                  </a:cubicBezTo>
                  <a:cubicBezTo>
                    <a:pt x="1073" y="717"/>
                    <a:pt x="1395" y="503"/>
                    <a:pt x="1757" y="431"/>
                  </a:cubicBezTo>
                  <a:cubicBezTo>
                    <a:pt x="1848" y="413"/>
                    <a:pt x="1938" y="405"/>
                    <a:pt x="2032" y="405"/>
                  </a:cubicBezTo>
                  <a:close/>
                  <a:moveTo>
                    <a:pt x="2021" y="0"/>
                  </a:moveTo>
                  <a:cubicBezTo>
                    <a:pt x="1629" y="0"/>
                    <a:pt x="1236" y="127"/>
                    <a:pt x="906" y="387"/>
                  </a:cubicBezTo>
                  <a:cubicBezTo>
                    <a:pt x="149" y="989"/>
                    <a:pt x="1" y="2075"/>
                    <a:pt x="569" y="2857"/>
                  </a:cubicBezTo>
                  <a:lnTo>
                    <a:pt x="533" y="3730"/>
                  </a:lnTo>
                  <a:cubicBezTo>
                    <a:pt x="527" y="3848"/>
                    <a:pt x="624" y="3938"/>
                    <a:pt x="733" y="3938"/>
                  </a:cubicBezTo>
                  <a:cubicBezTo>
                    <a:pt x="761" y="3938"/>
                    <a:pt x="790" y="3932"/>
                    <a:pt x="819" y="3919"/>
                  </a:cubicBezTo>
                  <a:lnTo>
                    <a:pt x="1609" y="3549"/>
                  </a:lnTo>
                  <a:cubicBezTo>
                    <a:pt x="1750" y="3583"/>
                    <a:pt x="1892" y="3600"/>
                    <a:pt x="2033" y="3600"/>
                  </a:cubicBezTo>
                  <a:cubicBezTo>
                    <a:pt x="2548" y="3600"/>
                    <a:pt x="3046" y="3378"/>
                    <a:pt x="3390" y="2977"/>
                  </a:cubicBezTo>
                  <a:cubicBezTo>
                    <a:pt x="3401" y="2991"/>
                    <a:pt x="3416" y="3006"/>
                    <a:pt x="3427" y="3020"/>
                  </a:cubicBezTo>
                  <a:cubicBezTo>
                    <a:pt x="3771" y="3390"/>
                    <a:pt x="4252" y="3600"/>
                    <a:pt x="4756" y="3600"/>
                  </a:cubicBezTo>
                  <a:cubicBezTo>
                    <a:pt x="4897" y="3600"/>
                    <a:pt x="5035" y="3582"/>
                    <a:pt x="5172" y="3549"/>
                  </a:cubicBezTo>
                  <a:lnTo>
                    <a:pt x="5958" y="3919"/>
                  </a:lnTo>
                  <a:cubicBezTo>
                    <a:pt x="5987" y="3932"/>
                    <a:pt x="6016" y="3938"/>
                    <a:pt x="6045" y="3938"/>
                  </a:cubicBezTo>
                  <a:cubicBezTo>
                    <a:pt x="6154" y="3938"/>
                    <a:pt x="6250" y="3848"/>
                    <a:pt x="6244" y="3730"/>
                  </a:cubicBezTo>
                  <a:lnTo>
                    <a:pt x="6205" y="2857"/>
                  </a:lnTo>
                  <a:cubicBezTo>
                    <a:pt x="6559" y="2365"/>
                    <a:pt x="6643" y="1724"/>
                    <a:pt x="6425" y="1155"/>
                  </a:cubicBezTo>
                  <a:cubicBezTo>
                    <a:pt x="6390" y="1064"/>
                    <a:pt x="6317" y="1025"/>
                    <a:pt x="6244" y="1025"/>
                  </a:cubicBezTo>
                  <a:cubicBezTo>
                    <a:pt x="6118" y="1025"/>
                    <a:pt x="5990" y="1141"/>
                    <a:pt x="6052" y="1300"/>
                  </a:cubicBezTo>
                  <a:cubicBezTo>
                    <a:pt x="6226" y="1760"/>
                    <a:pt x="6150" y="2282"/>
                    <a:pt x="5842" y="2669"/>
                  </a:cubicBezTo>
                  <a:cubicBezTo>
                    <a:pt x="5813" y="2705"/>
                    <a:pt x="5795" y="2756"/>
                    <a:pt x="5799" y="2803"/>
                  </a:cubicBezTo>
                  <a:lnTo>
                    <a:pt x="5824" y="3415"/>
                  </a:lnTo>
                  <a:lnTo>
                    <a:pt x="5270" y="3154"/>
                  </a:lnTo>
                  <a:cubicBezTo>
                    <a:pt x="5243" y="3143"/>
                    <a:pt x="5213" y="3137"/>
                    <a:pt x="5183" y="3137"/>
                  </a:cubicBezTo>
                  <a:cubicBezTo>
                    <a:pt x="5165" y="3137"/>
                    <a:pt x="5147" y="3139"/>
                    <a:pt x="5129" y="3143"/>
                  </a:cubicBezTo>
                  <a:cubicBezTo>
                    <a:pt x="5003" y="3179"/>
                    <a:pt x="4875" y="3197"/>
                    <a:pt x="4748" y="3197"/>
                  </a:cubicBezTo>
                  <a:cubicBezTo>
                    <a:pt x="4362" y="3197"/>
                    <a:pt x="3986" y="3037"/>
                    <a:pt x="3716" y="2745"/>
                  </a:cubicBezTo>
                  <a:cubicBezTo>
                    <a:pt x="3691" y="2720"/>
                    <a:pt x="3669" y="2691"/>
                    <a:pt x="3644" y="2655"/>
                  </a:cubicBezTo>
                  <a:lnTo>
                    <a:pt x="3619" y="2626"/>
                  </a:lnTo>
                  <a:cubicBezTo>
                    <a:pt x="3887" y="2108"/>
                    <a:pt x="3887" y="1492"/>
                    <a:pt x="3619" y="974"/>
                  </a:cubicBezTo>
                  <a:cubicBezTo>
                    <a:pt x="3626" y="963"/>
                    <a:pt x="3633" y="952"/>
                    <a:pt x="3644" y="941"/>
                  </a:cubicBezTo>
                  <a:cubicBezTo>
                    <a:pt x="3669" y="905"/>
                    <a:pt x="3698" y="873"/>
                    <a:pt x="3731" y="840"/>
                  </a:cubicBezTo>
                  <a:cubicBezTo>
                    <a:pt x="3803" y="764"/>
                    <a:pt x="3883" y="695"/>
                    <a:pt x="3970" y="637"/>
                  </a:cubicBezTo>
                  <a:cubicBezTo>
                    <a:pt x="4207" y="482"/>
                    <a:pt x="4477" y="405"/>
                    <a:pt x="4746" y="405"/>
                  </a:cubicBezTo>
                  <a:cubicBezTo>
                    <a:pt x="5065" y="405"/>
                    <a:pt x="5384" y="513"/>
                    <a:pt x="5643" y="728"/>
                  </a:cubicBezTo>
                  <a:cubicBezTo>
                    <a:pt x="5685" y="764"/>
                    <a:pt x="5730" y="779"/>
                    <a:pt x="5772" y="779"/>
                  </a:cubicBezTo>
                  <a:cubicBezTo>
                    <a:pt x="5933" y="779"/>
                    <a:pt x="6061" y="558"/>
                    <a:pt x="5900" y="420"/>
                  </a:cubicBezTo>
                  <a:cubicBezTo>
                    <a:pt x="5565" y="141"/>
                    <a:pt x="5156" y="3"/>
                    <a:pt x="4749" y="3"/>
                  </a:cubicBezTo>
                  <a:cubicBezTo>
                    <a:pt x="4270" y="3"/>
                    <a:pt x="3792" y="194"/>
                    <a:pt x="3438" y="568"/>
                  </a:cubicBezTo>
                  <a:cubicBezTo>
                    <a:pt x="3419" y="587"/>
                    <a:pt x="3401" y="605"/>
                    <a:pt x="3387" y="626"/>
                  </a:cubicBezTo>
                  <a:cubicBezTo>
                    <a:pt x="3031" y="213"/>
                    <a:pt x="2528" y="0"/>
                    <a:pt x="2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2"/>
            <p:cNvSpPr/>
            <p:nvPr/>
          </p:nvSpPr>
          <p:spPr>
            <a:xfrm>
              <a:off x="1433285" y="2486045"/>
              <a:ext cx="10487" cy="11169"/>
            </a:xfrm>
            <a:custGeom>
              <a:rect b="b" l="l" r="r" t="t"/>
              <a:pathLst>
                <a:path extrusionOk="0" h="426" w="400">
                  <a:moveTo>
                    <a:pt x="200" y="0"/>
                  </a:moveTo>
                  <a:cubicBezTo>
                    <a:pt x="100" y="0"/>
                    <a:pt x="1" y="67"/>
                    <a:pt x="1" y="201"/>
                  </a:cubicBezTo>
                  <a:lnTo>
                    <a:pt x="1" y="226"/>
                  </a:lnTo>
                  <a:cubicBezTo>
                    <a:pt x="1" y="339"/>
                    <a:pt x="91" y="426"/>
                    <a:pt x="200" y="426"/>
                  </a:cubicBezTo>
                  <a:cubicBezTo>
                    <a:pt x="312" y="426"/>
                    <a:pt x="399" y="339"/>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2"/>
            <p:cNvSpPr/>
            <p:nvPr/>
          </p:nvSpPr>
          <p:spPr>
            <a:xfrm>
              <a:off x="1448150" y="2486045"/>
              <a:ext cx="10513" cy="11169"/>
            </a:xfrm>
            <a:custGeom>
              <a:rect b="b" l="l" r="r" t="t"/>
              <a:pathLst>
                <a:path extrusionOk="0" h="426" w="401">
                  <a:moveTo>
                    <a:pt x="200" y="0"/>
                  </a:moveTo>
                  <a:cubicBezTo>
                    <a:pt x="100" y="0"/>
                    <a:pt x="1" y="67"/>
                    <a:pt x="3" y="201"/>
                  </a:cubicBezTo>
                  <a:lnTo>
                    <a:pt x="3" y="226"/>
                  </a:lnTo>
                  <a:cubicBezTo>
                    <a:pt x="3" y="339"/>
                    <a:pt x="89" y="426"/>
                    <a:pt x="202" y="426"/>
                  </a:cubicBezTo>
                  <a:cubicBezTo>
                    <a:pt x="310" y="426"/>
                    <a:pt x="401" y="339"/>
                    <a:pt x="401" y="226"/>
                  </a:cubicBezTo>
                  <a:lnTo>
                    <a:pt x="401"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2"/>
            <p:cNvSpPr/>
            <p:nvPr/>
          </p:nvSpPr>
          <p:spPr>
            <a:xfrm>
              <a:off x="1463015" y="2486045"/>
              <a:ext cx="10566" cy="11169"/>
            </a:xfrm>
            <a:custGeom>
              <a:rect b="b" l="l" r="r" t="t"/>
              <a:pathLst>
                <a:path extrusionOk="0" h="426" w="403">
                  <a:moveTo>
                    <a:pt x="201" y="0"/>
                  </a:moveTo>
                  <a:cubicBezTo>
                    <a:pt x="101" y="0"/>
                    <a:pt x="0" y="67"/>
                    <a:pt x="0" y="201"/>
                  </a:cubicBezTo>
                  <a:lnTo>
                    <a:pt x="0" y="226"/>
                  </a:lnTo>
                  <a:cubicBezTo>
                    <a:pt x="0" y="339"/>
                    <a:pt x="91" y="426"/>
                    <a:pt x="200" y="426"/>
                  </a:cubicBezTo>
                  <a:cubicBezTo>
                    <a:pt x="312" y="426"/>
                    <a:pt x="403" y="339"/>
                    <a:pt x="403" y="226"/>
                  </a:cubicBezTo>
                  <a:lnTo>
                    <a:pt x="403" y="201"/>
                  </a:lnTo>
                  <a:cubicBezTo>
                    <a:pt x="403"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2"/>
            <p:cNvSpPr/>
            <p:nvPr/>
          </p:nvSpPr>
          <p:spPr>
            <a:xfrm>
              <a:off x="1506038" y="2486045"/>
              <a:ext cx="10461" cy="11221"/>
            </a:xfrm>
            <a:custGeom>
              <a:rect b="b" l="l" r="r" t="t"/>
              <a:pathLst>
                <a:path extrusionOk="0" h="428" w="399">
                  <a:moveTo>
                    <a:pt x="199" y="0"/>
                  </a:moveTo>
                  <a:cubicBezTo>
                    <a:pt x="100" y="0"/>
                    <a:pt x="0" y="67"/>
                    <a:pt x="0" y="201"/>
                  </a:cubicBezTo>
                  <a:lnTo>
                    <a:pt x="0" y="226"/>
                  </a:lnTo>
                  <a:cubicBezTo>
                    <a:pt x="0" y="360"/>
                    <a:pt x="100" y="427"/>
                    <a:pt x="199" y="427"/>
                  </a:cubicBezTo>
                  <a:cubicBezTo>
                    <a:pt x="299" y="427"/>
                    <a:pt x="399" y="360"/>
                    <a:pt x="399" y="226"/>
                  </a:cubicBezTo>
                  <a:lnTo>
                    <a:pt x="399" y="201"/>
                  </a:lnTo>
                  <a:cubicBezTo>
                    <a:pt x="399"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2"/>
            <p:cNvSpPr/>
            <p:nvPr/>
          </p:nvSpPr>
          <p:spPr>
            <a:xfrm>
              <a:off x="1520851" y="2486045"/>
              <a:ext cx="10566" cy="11221"/>
            </a:xfrm>
            <a:custGeom>
              <a:rect b="b" l="l" r="r" t="t"/>
              <a:pathLst>
                <a:path extrusionOk="0" h="428" w="403">
                  <a:moveTo>
                    <a:pt x="200" y="0"/>
                  </a:moveTo>
                  <a:cubicBezTo>
                    <a:pt x="100" y="0"/>
                    <a:pt x="0" y="67"/>
                    <a:pt x="0" y="201"/>
                  </a:cubicBezTo>
                  <a:lnTo>
                    <a:pt x="0" y="226"/>
                  </a:lnTo>
                  <a:cubicBezTo>
                    <a:pt x="0" y="360"/>
                    <a:pt x="101" y="427"/>
                    <a:pt x="201" y="427"/>
                  </a:cubicBezTo>
                  <a:cubicBezTo>
                    <a:pt x="302" y="427"/>
                    <a:pt x="402" y="360"/>
                    <a:pt x="402" y="226"/>
                  </a:cubicBezTo>
                  <a:lnTo>
                    <a:pt x="402" y="201"/>
                  </a:lnTo>
                  <a:cubicBezTo>
                    <a:pt x="400"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2"/>
            <p:cNvSpPr/>
            <p:nvPr/>
          </p:nvSpPr>
          <p:spPr>
            <a:xfrm>
              <a:off x="1535743" y="2486045"/>
              <a:ext cx="10487" cy="11221"/>
            </a:xfrm>
            <a:custGeom>
              <a:rect b="b" l="l" r="r" t="t"/>
              <a:pathLst>
                <a:path extrusionOk="0" h="428" w="400">
                  <a:moveTo>
                    <a:pt x="200" y="0"/>
                  </a:moveTo>
                  <a:cubicBezTo>
                    <a:pt x="100" y="0"/>
                    <a:pt x="1" y="67"/>
                    <a:pt x="1" y="201"/>
                  </a:cubicBezTo>
                  <a:lnTo>
                    <a:pt x="1" y="226"/>
                  </a:lnTo>
                  <a:cubicBezTo>
                    <a:pt x="1" y="360"/>
                    <a:pt x="100" y="427"/>
                    <a:pt x="200" y="427"/>
                  </a:cubicBezTo>
                  <a:cubicBezTo>
                    <a:pt x="300" y="427"/>
                    <a:pt x="399" y="360"/>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9" name="Google Shape;12839;p82"/>
          <p:cNvGrpSpPr/>
          <p:nvPr/>
        </p:nvGrpSpPr>
        <p:grpSpPr>
          <a:xfrm>
            <a:off x="3125755" y="3381504"/>
            <a:ext cx="278115" cy="358341"/>
            <a:chOff x="3125755" y="3381504"/>
            <a:chExt cx="278115" cy="358341"/>
          </a:xfrm>
        </p:grpSpPr>
        <p:sp>
          <p:nvSpPr>
            <p:cNvPr id="12840" name="Google Shape;12840;p82"/>
            <p:cNvSpPr/>
            <p:nvPr/>
          </p:nvSpPr>
          <p:spPr>
            <a:xfrm>
              <a:off x="3190670" y="3505775"/>
              <a:ext cx="149859" cy="173298"/>
            </a:xfrm>
            <a:custGeom>
              <a:rect b="b" l="l" r="r" t="t"/>
              <a:pathLst>
                <a:path extrusionOk="0" h="6610" w="5716">
                  <a:moveTo>
                    <a:pt x="2858" y="0"/>
                  </a:moveTo>
                  <a:cubicBezTo>
                    <a:pt x="1279" y="0"/>
                    <a:pt x="1" y="1279"/>
                    <a:pt x="1" y="2858"/>
                  </a:cubicBezTo>
                  <a:lnTo>
                    <a:pt x="1" y="6610"/>
                  </a:lnTo>
                  <a:lnTo>
                    <a:pt x="5716" y="6610"/>
                  </a:lnTo>
                  <a:lnTo>
                    <a:pt x="5716" y="2858"/>
                  </a:lnTo>
                  <a:cubicBezTo>
                    <a:pt x="5716" y="1279"/>
                    <a:pt x="4437" y="0"/>
                    <a:pt x="285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2"/>
            <p:cNvSpPr/>
            <p:nvPr/>
          </p:nvSpPr>
          <p:spPr>
            <a:xfrm>
              <a:off x="3190670" y="3505775"/>
              <a:ext cx="90713" cy="173219"/>
            </a:xfrm>
            <a:custGeom>
              <a:rect b="b" l="l" r="r" t="t"/>
              <a:pathLst>
                <a:path extrusionOk="0" h="6607" w="3460">
                  <a:moveTo>
                    <a:pt x="2858" y="0"/>
                  </a:moveTo>
                  <a:cubicBezTo>
                    <a:pt x="1279" y="0"/>
                    <a:pt x="1" y="1279"/>
                    <a:pt x="1" y="2858"/>
                  </a:cubicBezTo>
                  <a:lnTo>
                    <a:pt x="1" y="6606"/>
                  </a:lnTo>
                  <a:lnTo>
                    <a:pt x="1199" y="6606"/>
                  </a:lnTo>
                  <a:lnTo>
                    <a:pt x="1199" y="2858"/>
                  </a:lnTo>
                  <a:cubicBezTo>
                    <a:pt x="1199" y="1511"/>
                    <a:pt x="2141" y="344"/>
                    <a:pt x="3459" y="62"/>
                  </a:cubicBezTo>
                  <a:cubicBezTo>
                    <a:pt x="3260" y="18"/>
                    <a:pt x="3061" y="0"/>
                    <a:pt x="285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2"/>
            <p:cNvSpPr/>
            <p:nvPr/>
          </p:nvSpPr>
          <p:spPr>
            <a:xfrm>
              <a:off x="3253828" y="3633952"/>
              <a:ext cx="21944" cy="45042"/>
            </a:xfrm>
            <a:custGeom>
              <a:rect b="b" l="l" r="r" t="t"/>
              <a:pathLst>
                <a:path extrusionOk="0" h="1718" w="837">
                  <a:moveTo>
                    <a:pt x="0" y="1"/>
                  </a:moveTo>
                  <a:lnTo>
                    <a:pt x="0" y="1717"/>
                  </a:lnTo>
                  <a:lnTo>
                    <a:pt x="837" y="1717"/>
                  </a:lnTo>
                  <a:lnTo>
                    <a:pt x="83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2"/>
            <p:cNvSpPr/>
            <p:nvPr/>
          </p:nvSpPr>
          <p:spPr>
            <a:xfrm>
              <a:off x="3175962" y="3667957"/>
              <a:ext cx="179301" cy="34764"/>
            </a:xfrm>
            <a:custGeom>
              <a:rect b="b" l="l" r="r" t="t"/>
              <a:pathLst>
                <a:path extrusionOk="0" h="1326" w="6839">
                  <a:moveTo>
                    <a:pt x="0" y="0"/>
                  </a:moveTo>
                  <a:lnTo>
                    <a:pt x="0" y="1326"/>
                  </a:lnTo>
                  <a:lnTo>
                    <a:pt x="6838" y="1326"/>
                  </a:lnTo>
                  <a:lnTo>
                    <a:pt x="68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2"/>
            <p:cNvSpPr/>
            <p:nvPr/>
          </p:nvSpPr>
          <p:spPr>
            <a:xfrm>
              <a:off x="3175962" y="3667957"/>
              <a:ext cx="14734" cy="34764"/>
            </a:xfrm>
            <a:custGeom>
              <a:rect b="b" l="l" r="r" t="t"/>
              <a:pathLst>
                <a:path extrusionOk="0" h="1326" w="562">
                  <a:moveTo>
                    <a:pt x="0" y="0"/>
                  </a:moveTo>
                  <a:lnTo>
                    <a:pt x="0" y="1326"/>
                  </a:lnTo>
                  <a:lnTo>
                    <a:pt x="562" y="1326"/>
                  </a:lnTo>
                  <a:lnTo>
                    <a:pt x="5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2"/>
            <p:cNvSpPr/>
            <p:nvPr/>
          </p:nvSpPr>
          <p:spPr>
            <a:xfrm>
              <a:off x="3160467" y="3693492"/>
              <a:ext cx="210369" cy="41057"/>
            </a:xfrm>
            <a:custGeom>
              <a:rect b="b" l="l" r="r" t="t"/>
              <a:pathLst>
                <a:path extrusionOk="0" h="1566" w="8024">
                  <a:moveTo>
                    <a:pt x="1" y="1"/>
                  </a:moveTo>
                  <a:lnTo>
                    <a:pt x="1" y="1565"/>
                  </a:lnTo>
                  <a:lnTo>
                    <a:pt x="8023" y="1565"/>
                  </a:lnTo>
                  <a:lnTo>
                    <a:pt x="8023"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2"/>
            <p:cNvSpPr/>
            <p:nvPr/>
          </p:nvSpPr>
          <p:spPr>
            <a:xfrm>
              <a:off x="3160467" y="3693492"/>
              <a:ext cx="15521" cy="41057"/>
            </a:xfrm>
            <a:custGeom>
              <a:rect b="b" l="l" r="r" t="t"/>
              <a:pathLst>
                <a:path extrusionOk="0" h="1566" w="592">
                  <a:moveTo>
                    <a:pt x="1" y="1"/>
                  </a:moveTo>
                  <a:lnTo>
                    <a:pt x="1" y="1565"/>
                  </a:lnTo>
                  <a:lnTo>
                    <a:pt x="591" y="1565"/>
                  </a:lnTo>
                  <a:lnTo>
                    <a:pt x="59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2"/>
            <p:cNvSpPr/>
            <p:nvPr/>
          </p:nvSpPr>
          <p:spPr>
            <a:xfrm>
              <a:off x="3238255" y="3592372"/>
              <a:ext cx="53195" cy="53195"/>
            </a:xfrm>
            <a:custGeom>
              <a:rect b="b" l="l" r="r" t="t"/>
              <a:pathLst>
                <a:path extrusionOk="0" h="2029" w="2029">
                  <a:moveTo>
                    <a:pt x="1014" y="0"/>
                  </a:moveTo>
                  <a:cubicBezTo>
                    <a:pt x="453" y="0"/>
                    <a:pt x="0" y="453"/>
                    <a:pt x="0" y="1014"/>
                  </a:cubicBezTo>
                  <a:cubicBezTo>
                    <a:pt x="0" y="1576"/>
                    <a:pt x="453" y="2029"/>
                    <a:pt x="1014" y="2029"/>
                  </a:cubicBezTo>
                  <a:cubicBezTo>
                    <a:pt x="1572" y="2029"/>
                    <a:pt x="2028" y="1576"/>
                    <a:pt x="2028" y="1014"/>
                  </a:cubicBezTo>
                  <a:cubicBezTo>
                    <a:pt x="2028" y="453"/>
                    <a:pt x="1572" y="0"/>
                    <a:pt x="1014"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2"/>
            <p:cNvSpPr/>
            <p:nvPr/>
          </p:nvSpPr>
          <p:spPr>
            <a:xfrm>
              <a:off x="3278158" y="3523524"/>
              <a:ext cx="46956" cy="47637"/>
            </a:xfrm>
            <a:custGeom>
              <a:rect b="b" l="l" r="r" t="t"/>
              <a:pathLst>
                <a:path extrusionOk="0" h="1817" w="1791">
                  <a:moveTo>
                    <a:pt x="289" y="0"/>
                  </a:moveTo>
                  <a:cubicBezTo>
                    <a:pt x="107" y="0"/>
                    <a:pt x="1" y="276"/>
                    <a:pt x="202" y="381"/>
                  </a:cubicBezTo>
                  <a:cubicBezTo>
                    <a:pt x="778" y="682"/>
                    <a:pt x="1187" y="1138"/>
                    <a:pt x="1361" y="1677"/>
                  </a:cubicBezTo>
                  <a:cubicBezTo>
                    <a:pt x="1392" y="1775"/>
                    <a:pt x="1467" y="1817"/>
                    <a:pt x="1543" y="1817"/>
                  </a:cubicBezTo>
                  <a:cubicBezTo>
                    <a:pt x="1665" y="1817"/>
                    <a:pt x="1790" y="1710"/>
                    <a:pt x="1741" y="1554"/>
                  </a:cubicBezTo>
                  <a:cubicBezTo>
                    <a:pt x="1535" y="917"/>
                    <a:pt x="1057" y="374"/>
                    <a:pt x="387" y="26"/>
                  </a:cubicBez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2"/>
            <p:cNvSpPr/>
            <p:nvPr/>
          </p:nvSpPr>
          <p:spPr>
            <a:xfrm>
              <a:off x="3155172" y="3501502"/>
              <a:ext cx="220882" cy="238343"/>
            </a:xfrm>
            <a:custGeom>
              <a:rect b="b" l="l" r="r" t="t"/>
              <a:pathLst>
                <a:path extrusionOk="0" h="9091" w="8425">
                  <a:moveTo>
                    <a:pt x="3962" y="5672"/>
                  </a:moveTo>
                  <a:cubicBezTo>
                    <a:pt x="4035" y="5686"/>
                    <a:pt x="4111" y="5694"/>
                    <a:pt x="4183" y="5694"/>
                  </a:cubicBezTo>
                  <a:cubicBezTo>
                    <a:pt x="4256" y="5694"/>
                    <a:pt x="4328" y="5686"/>
                    <a:pt x="4401" y="5676"/>
                  </a:cubicBezTo>
                  <a:lnTo>
                    <a:pt x="4401" y="6150"/>
                  </a:lnTo>
                  <a:lnTo>
                    <a:pt x="3962" y="6150"/>
                  </a:lnTo>
                  <a:lnTo>
                    <a:pt x="3962" y="5672"/>
                  </a:lnTo>
                  <a:close/>
                  <a:moveTo>
                    <a:pt x="7432" y="6548"/>
                  </a:moveTo>
                  <a:lnTo>
                    <a:pt x="7432" y="7121"/>
                  </a:lnTo>
                  <a:lnTo>
                    <a:pt x="992" y="7121"/>
                  </a:lnTo>
                  <a:lnTo>
                    <a:pt x="996" y="6548"/>
                  </a:lnTo>
                  <a:close/>
                  <a:moveTo>
                    <a:pt x="4212" y="0"/>
                  </a:moveTo>
                  <a:cubicBezTo>
                    <a:pt x="2539" y="0"/>
                    <a:pt x="1177" y="1348"/>
                    <a:pt x="1155" y="3021"/>
                  </a:cubicBezTo>
                  <a:lnTo>
                    <a:pt x="1155" y="3329"/>
                  </a:lnTo>
                  <a:cubicBezTo>
                    <a:pt x="1155" y="3463"/>
                    <a:pt x="1255" y="3530"/>
                    <a:pt x="1355" y="3530"/>
                  </a:cubicBezTo>
                  <a:cubicBezTo>
                    <a:pt x="1454" y="3530"/>
                    <a:pt x="1554" y="3463"/>
                    <a:pt x="1554" y="3329"/>
                  </a:cubicBezTo>
                  <a:lnTo>
                    <a:pt x="1554" y="3021"/>
                  </a:lnTo>
                  <a:cubicBezTo>
                    <a:pt x="1554" y="1554"/>
                    <a:pt x="2745" y="363"/>
                    <a:pt x="4212" y="363"/>
                  </a:cubicBezTo>
                  <a:cubicBezTo>
                    <a:pt x="5683" y="363"/>
                    <a:pt x="6871" y="1554"/>
                    <a:pt x="6871" y="3021"/>
                  </a:cubicBezTo>
                  <a:lnTo>
                    <a:pt x="6871" y="6150"/>
                  </a:lnTo>
                  <a:lnTo>
                    <a:pt x="4803" y="6150"/>
                  </a:lnTo>
                  <a:lnTo>
                    <a:pt x="4803" y="5527"/>
                  </a:lnTo>
                  <a:cubicBezTo>
                    <a:pt x="5034" y="5386"/>
                    <a:pt x="5215" y="5176"/>
                    <a:pt x="5313" y="4922"/>
                  </a:cubicBezTo>
                  <a:cubicBezTo>
                    <a:pt x="5375" y="4764"/>
                    <a:pt x="5248" y="4647"/>
                    <a:pt x="5121" y="4647"/>
                  </a:cubicBezTo>
                  <a:cubicBezTo>
                    <a:pt x="5048" y="4647"/>
                    <a:pt x="4976" y="4686"/>
                    <a:pt x="4940" y="4777"/>
                  </a:cubicBezTo>
                  <a:cubicBezTo>
                    <a:pt x="4864" y="4969"/>
                    <a:pt x="4716" y="5129"/>
                    <a:pt x="4527" y="5219"/>
                  </a:cubicBezTo>
                  <a:lnTo>
                    <a:pt x="4516" y="5223"/>
                  </a:lnTo>
                  <a:cubicBezTo>
                    <a:pt x="4403" y="5274"/>
                    <a:pt x="4289" y="5297"/>
                    <a:pt x="4178" y="5297"/>
                  </a:cubicBezTo>
                  <a:cubicBezTo>
                    <a:pt x="3645" y="5297"/>
                    <a:pt x="3206" y="4755"/>
                    <a:pt x="3419" y="4191"/>
                  </a:cubicBezTo>
                  <a:cubicBezTo>
                    <a:pt x="3551" y="3842"/>
                    <a:pt x="3867" y="3664"/>
                    <a:pt x="4183" y="3664"/>
                  </a:cubicBezTo>
                  <a:cubicBezTo>
                    <a:pt x="4481" y="3664"/>
                    <a:pt x="4780" y="3822"/>
                    <a:pt x="4926" y="4144"/>
                  </a:cubicBezTo>
                  <a:cubicBezTo>
                    <a:pt x="4966" y="4214"/>
                    <a:pt x="5029" y="4245"/>
                    <a:pt x="5093" y="4245"/>
                  </a:cubicBezTo>
                  <a:cubicBezTo>
                    <a:pt x="5217" y="4245"/>
                    <a:pt x="5341" y="4128"/>
                    <a:pt x="5288" y="3977"/>
                  </a:cubicBezTo>
                  <a:cubicBezTo>
                    <a:pt x="5079" y="3519"/>
                    <a:pt x="4634" y="3266"/>
                    <a:pt x="4181" y="3266"/>
                  </a:cubicBezTo>
                  <a:cubicBezTo>
                    <a:pt x="3895" y="3266"/>
                    <a:pt x="3607" y="3366"/>
                    <a:pt x="3372" y="3579"/>
                  </a:cubicBezTo>
                  <a:cubicBezTo>
                    <a:pt x="2760" y="4126"/>
                    <a:pt x="2858" y="5107"/>
                    <a:pt x="3564" y="5524"/>
                  </a:cubicBezTo>
                  <a:lnTo>
                    <a:pt x="3564" y="6150"/>
                  </a:lnTo>
                  <a:lnTo>
                    <a:pt x="1554" y="6150"/>
                  </a:lnTo>
                  <a:lnTo>
                    <a:pt x="1554" y="4118"/>
                  </a:lnTo>
                  <a:cubicBezTo>
                    <a:pt x="1554" y="3984"/>
                    <a:pt x="1454" y="3917"/>
                    <a:pt x="1355" y="3917"/>
                  </a:cubicBezTo>
                  <a:cubicBezTo>
                    <a:pt x="1255" y="3917"/>
                    <a:pt x="1155" y="3984"/>
                    <a:pt x="1155" y="4118"/>
                  </a:cubicBezTo>
                  <a:lnTo>
                    <a:pt x="1155" y="6150"/>
                  </a:lnTo>
                  <a:lnTo>
                    <a:pt x="793" y="6150"/>
                  </a:lnTo>
                  <a:cubicBezTo>
                    <a:pt x="681" y="6150"/>
                    <a:pt x="594" y="6237"/>
                    <a:pt x="594" y="6349"/>
                  </a:cubicBezTo>
                  <a:lnTo>
                    <a:pt x="594" y="7121"/>
                  </a:lnTo>
                  <a:lnTo>
                    <a:pt x="199" y="7121"/>
                  </a:lnTo>
                  <a:cubicBezTo>
                    <a:pt x="91" y="7121"/>
                    <a:pt x="0" y="7211"/>
                    <a:pt x="0" y="7324"/>
                  </a:cubicBezTo>
                  <a:lnTo>
                    <a:pt x="0" y="8888"/>
                  </a:lnTo>
                  <a:cubicBezTo>
                    <a:pt x="0" y="9000"/>
                    <a:pt x="91" y="9091"/>
                    <a:pt x="199" y="9091"/>
                  </a:cubicBezTo>
                  <a:lnTo>
                    <a:pt x="4860" y="9091"/>
                  </a:lnTo>
                  <a:cubicBezTo>
                    <a:pt x="5125" y="9091"/>
                    <a:pt x="5125" y="8689"/>
                    <a:pt x="4860" y="8689"/>
                  </a:cubicBezTo>
                  <a:lnTo>
                    <a:pt x="402" y="8689"/>
                  </a:lnTo>
                  <a:lnTo>
                    <a:pt x="402" y="7523"/>
                  </a:lnTo>
                  <a:lnTo>
                    <a:pt x="8022" y="7523"/>
                  </a:lnTo>
                  <a:lnTo>
                    <a:pt x="8022" y="8693"/>
                  </a:lnTo>
                  <a:lnTo>
                    <a:pt x="5646" y="8693"/>
                  </a:lnTo>
                  <a:cubicBezTo>
                    <a:pt x="5382" y="8693"/>
                    <a:pt x="5382" y="9091"/>
                    <a:pt x="5646" y="9091"/>
                  </a:cubicBezTo>
                  <a:lnTo>
                    <a:pt x="8225" y="9091"/>
                  </a:lnTo>
                  <a:cubicBezTo>
                    <a:pt x="8334" y="9091"/>
                    <a:pt x="8424" y="9000"/>
                    <a:pt x="8424" y="8892"/>
                  </a:cubicBezTo>
                  <a:lnTo>
                    <a:pt x="8424" y="7324"/>
                  </a:lnTo>
                  <a:cubicBezTo>
                    <a:pt x="8424" y="7211"/>
                    <a:pt x="8334" y="7121"/>
                    <a:pt x="8225" y="7121"/>
                  </a:cubicBezTo>
                  <a:lnTo>
                    <a:pt x="7834" y="7121"/>
                  </a:lnTo>
                  <a:lnTo>
                    <a:pt x="7834" y="6349"/>
                  </a:lnTo>
                  <a:cubicBezTo>
                    <a:pt x="7834" y="6237"/>
                    <a:pt x="7743" y="6150"/>
                    <a:pt x="7635" y="6150"/>
                  </a:cubicBezTo>
                  <a:lnTo>
                    <a:pt x="7273" y="6150"/>
                  </a:lnTo>
                  <a:lnTo>
                    <a:pt x="7273" y="3021"/>
                  </a:lnTo>
                  <a:cubicBezTo>
                    <a:pt x="7251" y="1348"/>
                    <a:pt x="5889" y="0"/>
                    <a:pt x="4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2"/>
            <p:cNvSpPr/>
            <p:nvPr/>
          </p:nvSpPr>
          <p:spPr>
            <a:xfrm>
              <a:off x="3260382" y="3381504"/>
              <a:ext cx="10461" cy="99994"/>
            </a:xfrm>
            <a:custGeom>
              <a:rect b="b" l="l" r="r" t="t"/>
              <a:pathLst>
                <a:path extrusionOk="0" h="3814" w="399">
                  <a:moveTo>
                    <a:pt x="199" y="0"/>
                  </a:moveTo>
                  <a:cubicBezTo>
                    <a:pt x="100" y="0"/>
                    <a:pt x="0" y="67"/>
                    <a:pt x="0" y="199"/>
                  </a:cubicBezTo>
                  <a:lnTo>
                    <a:pt x="0" y="3610"/>
                  </a:lnTo>
                  <a:cubicBezTo>
                    <a:pt x="0" y="3723"/>
                    <a:pt x="87" y="3813"/>
                    <a:pt x="199" y="3813"/>
                  </a:cubicBezTo>
                  <a:cubicBezTo>
                    <a:pt x="311" y="3813"/>
                    <a:pt x="398" y="3723"/>
                    <a:pt x="398" y="3610"/>
                  </a:cubicBezTo>
                  <a:lnTo>
                    <a:pt x="398" y="199"/>
                  </a:lnTo>
                  <a:cubicBezTo>
                    <a:pt x="398"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2"/>
            <p:cNvSpPr/>
            <p:nvPr/>
          </p:nvSpPr>
          <p:spPr>
            <a:xfrm>
              <a:off x="3183801" y="3399725"/>
              <a:ext cx="57311" cy="88772"/>
            </a:xfrm>
            <a:custGeom>
              <a:rect b="b" l="l" r="r" t="t"/>
              <a:pathLst>
                <a:path extrusionOk="0" h="3386" w="2186">
                  <a:moveTo>
                    <a:pt x="271" y="0"/>
                  </a:moveTo>
                  <a:cubicBezTo>
                    <a:pt x="135" y="0"/>
                    <a:pt x="0" y="140"/>
                    <a:pt x="89" y="301"/>
                  </a:cubicBezTo>
                  <a:lnTo>
                    <a:pt x="1748" y="3281"/>
                  </a:lnTo>
                  <a:cubicBezTo>
                    <a:pt x="1789" y="3355"/>
                    <a:pt x="1853" y="3386"/>
                    <a:pt x="1916" y="3386"/>
                  </a:cubicBezTo>
                  <a:cubicBezTo>
                    <a:pt x="2052" y="3386"/>
                    <a:pt x="2185" y="3246"/>
                    <a:pt x="2099" y="3086"/>
                  </a:cubicBezTo>
                  <a:lnTo>
                    <a:pt x="440" y="105"/>
                  </a:lnTo>
                  <a:cubicBezTo>
                    <a:pt x="399"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2"/>
            <p:cNvSpPr/>
            <p:nvPr/>
          </p:nvSpPr>
          <p:spPr>
            <a:xfrm>
              <a:off x="3125755" y="3452790"/>
              <a:ext cx="93990" cy="52435"/>
            </a:xfrm>
            <a:custGeom>
              <a:rect b="b" l="l" r="r" t="t"/>
              <a:pathLst>
                <a:path extrusionOk="0" h="2000" w="3585">
                  <a:moveTo>
                    <a:pt x="289" y="0"/>
                  </a:moveTo>
                  <a:cubicBezTo>
                    <a:pt x="107" y="0"/>
                    <a:pt x="1" y="272"/>
                    <a:pt x="199" y="377"/>
                  </a:cubicBezTo>
                  <a:lnTo>
                    <a:pt x="3212" y="1978"/>
                  </a:lnTo>
                  <a:cubicBezTo>
                    <a:pt x="3241" y="1992"/>
                    <a:pt x="3273" y="2000"/>
                    <a:pt x="3306" y="2000"/>
                  </a:cubicBezTo>
                  <a:cubicBezTo>
                    <a:pt x="3516" y="2000"/>
                    <a:pt x="3585" y="1721"/>
                    <a:pt x="3400" y="1623"/>
                  </a:cubicBezTo>
                  <a:lnTo>
                    <a:pt x="387" y="26"/>
                  </a:ln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2"/>
            <p:cNvSpPr/>
            <p:nvPr/>
          </p:nvSpPr>
          <p:spPr>
            <a:xfrm>
              <a:off x="3291031" y="3399725"/>
              <a:ext cx="56420" cy="88720"/>
            </a:xfrm>
            <a:custGeom>
              <a:rect b="b" l="l" r="r" t="t"/>
              <a:pathLst>
                <a:path extrusionOk="0" h="3384" w="2152">
                  <a:moveTo>
                    <a:pt x="1883" y="0"/>
                  </a:moveTo>
                  <a:cubicBezTo>
                    <a:pt x="1819" y="0"/>
                    <a:pt x="1756" y="31"/>
                    <a:pt x="1714" y="105"/>
                  </a:cubicBezTo>
                  <a:lnTo>
                    <a:pt x="55" y="3086"/>
                  </a:lnTo>
                  <a:cubicBezTo>
                    <a:pt x="1" y="3183"/>
                    <a:pt x="37" y="3307"/>
                    <a:pt x="131" y="3357"/>
                  </a:cubicBezTo>
                  <a:cubicBezTo>
                    <a:pt x="163" y="3375"/>
                    <a:pt x="198" y="3383"/>
                    <a:pt x="231" y="3383"/>
                  </a:cubicBezTo>
                  <a:cubicBezTo>
                    <a:pt x="302" y="3383"/>
                    <a:pt x="369" y="3347"/>
                    <a:pt x="403" y="3281"/>
                  </a:cubicBezTo>
                  <a:lnTo>
                    <a:pt x="2065" y="301"/>
                  </a:lnTo>
                  <a:cubicBezTo>
                    <a:pt x="2152" y="140"/>
                    <a:pt x="2018" y="0"/>
                    <a:pt x="1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2"/>
            <p:cNvSpPr/>
            <p:nvPr/>
          </p:nvSpPr>
          <p:spPr>
            <a:xfrm>
              <a:off x="3310956" y="3452790"/>
              <a:ext cx="92915" cy="52566"/>
            </a:xfrm>
            <a:custGeom>
              <a:rect b="b" l="l" r="r" t="t"/>
              <a:pathLst>
                <a:path extrusionOk="0" h="2005" w="3544">
                  <a:moveTo>
                    <a:pt x="3317" y="1"/>
                  </a:moveTo>
                  <a:cubicBezTo>
                    <a:pt x="3285" y="1"/>
                    <a:pt x="3252" y="9"/>
                    <a:pt x="3221" y="26"/>
                  </a:cubicBezTo>
                  <a:lnTo>
                    <a:pt x="204" y="1623"/>
                  </a:lnTo>
                  <a:cubicBezTo>
                    <a:pt x="0" y="1728"/>
                    <a:pt x="107" y="2005"/>
                    <a:pt x="292" y="2005"/>
                  </a:cubicBezTo>
                  <a:cubicBezTo>
                    <a:pt x="324" y="2005"/>
                    <a:pt x="358" y="1996"/>
                    <a:pt x="393" y="1978"/>
                  </a:cubicBezTo>
                  <a:lnTo>
                    <a:pt x="3406" y="377"/>
                  </a:lnTo>
                  <a:cubicBezTo>
                    <a:pt x="3504" y="326"/>
                    <a:pt x="3543" y="207"/>
                    <a:pt x="3493" y="109"/>
                  </a:cubicBezTo>
                  <a:cubicBezTo>
                    <a:pt x="3455" y="40"/>
                    <a:pt x="3387" y="1"/>
                    <a:pt x="3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5" name="Google Shape;12855;p82"/>
          <p:cNvGrpSpPr/>
          <p:nvPr/>
        </p:nvGrpSpPr>
        <p:grpSpPr>
          <a:xfrm>
            <a:off x="1298081" y="1996591"/>
            <a:ext cx="358577" cy="341011"/>
            <a:chOff x="1298081" y="1996591"/>
            <a:chExt cx="358577" cy="341011"/>
          </a:xfrm>
        </p:grpSpPr>
        <p:sp>
          <p:nvSpPr>
            <p:cNvPr id="12856" name="Google Shape;12856;p82"/>
            <p:cNvSpPr/>
            <p:nvPr/>
          </p:nvSpPr>
          <p:spPr>
            <a:xfrm>
              <a:off x="1512488" y="2001677"/>
              <a:ext cx="142649" cy="148575"/>
            </a:xfrm>
            <a:custGeom>
              <a:rect b="b" l="l" r="r" t="t"/>
              <a:pathLst>
                <a:path extrusionOk="0" h="5667" w="5441">
                  <a:moveTo>
                    <a:pt x="2736" y="0"/>
                  </a:moveTo>
                  <a:cubicBezTo>
                    <a:pt x="2701" y="0"/>
                    <a:pt x="2665" y="1"/>
                    <a:pt x="2630" y="2"/>
                  </a:cubicBezTo>
                  <a:cubicBezTo>
                    <a:pt x="1666" y="39"/>
                    <a:pt x="804" y="618"/>
                    <a:pt x="402" y="1495"/>
                  </a:cubicBezTo>
                  <a:cubicBezTo>
                    <a:pt x="0" y="2371"/>
                    <a:pt x="124" y="3396"/>
                    <a:pt x="725" y="4153"/>
                  </a:cubicBezTo>
                  <a:lnTo>
                    <a:pt x="656" y="5667"/>
                  </a:lnTo>
                  <a:lnTo>
                    <a:pt x="656" y="5667"/>
                  </a:lnTo>
                  <a:lnTo>
                    <a:pt x="2029" y="5026"/>
                  </a:lnTo>
                  <a:cubicBezTo>
                    <a:pt x="2261" y="5092"/>
                    <a:pt x="2496" y="5124"/>
                    <a:pt x="2730" y="5124"/>
                  </a:cubicBezTo>
                  <a:cubicBezTo>
                    <a:pt x="3571" y="5124"/>
                    <a:pt x="4380" y="4709"/>
                    <a:pt x="4864" y="3986"/>
                  </a:cubicBezTo>
                  <a:cubicBezTo>
                    <a:pt x="5397" y="3186"/>
                    <a:pt x="5440" y="2150"/>
                    <a:pt x="4966" y="1310"/>
                  </a:cubicBezTo>
                  <a:cubicBezTo>
                    <a:pt x="4512" y="497"/>
                    <a:pt x="3659" y="0"/>
                    <a:pt x="27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2"/>
            <p:cNvSpPr/>
            <p:nvPr/>
          </p:nvSpPr>
          <p:spPr>
            <a:xfrm>
              <a:off x="1348602" y="2034868"/>
              <a:ext cx="165721" cy="165721"/>
            </a:xfrm>
            <a:custGeom>
              <a:rect b="b" l="l" r="r" t="t"/>
              <a:pathLst>
                <a:path extrusionOk="0" h="6321" w="6321">
                  <a:moveTo>
                    <a:pt x="3162" y="0"/>
                  </a:moveTo>
                  <a:cubicBezTo>
                    <a:pt x="1793" y="0"/>
                    <a:pt x="641" y="1022"/>
                    <a:pt x="475" y="2380"/>
                  </a:cubicBezTo>
                  <a:lnTo>
                    <a:pt x="0" y="6320"/>
                  </a:lnTo>
                  <a:lnTo>
                    <a:pt x="6320" y="6320"/>
                  </a:lnTo>
                  <a:lnTo>
                    <a:pt x="5846" y="2380"/>
                  </a:lnTo>
                  <a:cubicBezTo>
                    <a:pt x="5683" y="1022"/>
                    <a:pt x="4527" y="0"/>
                    <a:pt x="316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2"/>
            <p:cNvSpPr/>
            <p:nvPr/>
          </p:nvSpPr>
          <p:spPr>
            <a:xfrm>
              <a:off x="1406333" y="2166664"/>
              <a:ext cx="50259" cy="90503"/>
            </a:xfrm>
            <a:custGeom>
              <a:rect b="b" l="l" r="r" t="t"/>
              <a:pathLst>
                <a:path extrusionOk="0" h="3452" w="1917">
                  <a:moveTo>
                    <a:pt x="0" y="0"/>
                  </a:moveTo>
                  <a:lnTo>
                    <a:pt x="0" y="2630"/>
                  </a:lnTo>
                  <a:lnTo>
                    <a:pt x="956" y="3452"/>
                  </a:lnTo>
                  <a:lnTo>
                    <a:pt x="960" y="3452"/>
                  </a:lnTo>
                  <a:lnTo>
                    <a:pt x="1916" y="2630"/>
                  </a:lnTo>
                  <a:lnTo>
                    <a:pt x="191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2"/>
            <p:cNvSpPr/>
            <p:nvPr/>
          </p:nvSpPr>
          <p:spPr>
            <a:xfrm>
              <a:off x="1303403" y="2222874"/>
              <a:ext cx="256119" cy="109510"/>
            </a:xfrm>
            <a:custGeom>
              <a:rect b="b" l="l" r="r" t="t"/>
              <a:pathLst>
                <a:path extrusionOk="0" h="4177" w="9769">
                  <a:moveTo>
                    <a:pt x="3923" y="0"/>
                  </a:moveTo>
                  <a:lnTo>
                    <a:pt x="2365" y="500"/>
                  </a:lnTo>
                  <a:lnTo>
                    <a:pt x="1750" y="696"/>
                  </a:lnTo>
                  <a:cubicBezTo>
                    <a:pt x="707" y="1033"/>
                    <a:pt x="0" y="2000"/>
                    <a:pt x="0" y="3097"/>
                  </a:cubicBezTo>
                  <a:lnTo>
                    <a:pt x="0" y="4176"/>
                  </a:lnTo>
                  <a:lnTo>
                    <a:pt x="9768" y="4176"/>
                  </a:lnTo>
                  <a:lnTo>
                    <a:pt x="9768" y="3097"/>
                  </a:lnTo>
                  <a:cubicBezTo>
                    <a:pt x="9768" y="2000"/>
                    <a:pt x="9058" y="1033"/>
                    <a:pt x="8015" y="699"/>
                  </a:cubicBezTo>
                  <a:lnTo>
                    <a:pt x="7400" y="500"/>
                  </a:lnTo>
                  <a:lnTo>
                    <a:pt x="5839" y="0"/>
                  </a:lnTo>
                  <a:lnTo>
                    <a:pt x="4882" y="674"/>
                  </a:lnTo>
                  <a:lnTo>
                    <a:pt x="392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2"/>
            <p:cNvSpPr/>
            <p:nvPr/>
          </p:nvSpPr>
          <p:spPr>
            <a:xfrm>
              <a:off x="1497491" y="2235983"/>
              <a:ext cx="62031" cy="96402"/>
            </a:xfrm>
            <a:custGeom>
              <a:rect b="b" l="l" r="r" t="t"/>
              <a:pathLst>
                <a:path extrusionOk="0" h="3677" w="2366">
                  <a:moveTo>
                    <a:pt x="0" y="0"/>
                  </a:moveTo>
                  <a:lnTo>
                    <a:pt x="460" y="196"/>
                  </a:lnTo>
                  <a:cubicBezTo>
                    <a:pt x="1235" y="533"/>
                    <a:pt x="1764" y="1503"/>
                    <a:pt x="1764" y="2597"/>
                  </a:cubicBezTo>
                  <a:lnTo>
                    <a:pt x="1764" y="3676"/>
                  </a:lnTo>
                  <a:lnTo>
                    <a:pt x="2365" y="3676"/>
                  </a:lnTo>
                  <a:lnTo>
                    <a:pt x="2365" y="2597"/>
                  </a:lnTo>
                  <a:cubicBezTo>
                    <a:pt x="2365" y="1500"/>
                    <a:pt x="1659" y="533"/>
                    <a:pt x="616" y="196"/>
                  </a:cubicBezTo>
                  <a:lnTo>
                    <a:pt x="0"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2"/>
            <p:cNvSpPr/>
            <p:nvPr/>
          </p:nvSpPr>
          <p:spPr>
            <a:xfrm>
              <a:off x="1303403" y="2235983"/>
              <a:ext cx="62031" cy="96402"/>
            </a:xfrm>
            <a:custGeom>
              <a:rect b="b" l="l" r="r" t="t"/>
              <a:pathLst>
                <a:path extrusionOk="0" h="3677" w="2366">
                  <a:moveTo>
                    <a:pt x="2365" y="0"/>
                  </a:moveTo>
                  <a:lnTo>
                    <a:pt x="1750" y="196"/>
                  </a:lnTo>
                  <a:cubicBezTo>
                    <a:pt x="707" y="533"/>
                    <a:pt x="0" y="1500"/>
                    <a:pt x="0" y="2597"/>
                  </a:cubicBezTo>
                  <a:lnTo>
                    <a:pt x="0" y="3676"/>
                  </a:lnTo>
                  <a:lnTo>
                    <a:pt x="602" y="3676"/>
                  </a:lnTo>
                  <a:lnTo>
                    <a:pt x="602" y="2597"/>
                  </a:lnTo>
                  <a:cubicBezTo>
                    <a:pt x="602" y="1503"/>
                    <a:pt x="1127" y="533"/>
                    <a:pt x="1905" y="199"/>
                  </a:cubicBezTo>
                  <a:lnTo>
                    <a:pt x="236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2"/>
            <p:cNvSpPr/>
            <p:nvPr/>
          </p:nvSpPr>
          <p:spPr>
            <a:xfrm>
              <a:off x="1406333" y="2222874"/>
              <a:ext cx="25195" cy="47401"/>
            </a:xfrm>
            <a:custGeom>
              <a:rect b="b" l="l" r="r" t="t"/>
              <a:pathLst>
                <a:path extrusionOk="0" h="1808" w="961">
                  <a:moveTo>
                    <a:pt x="0" y="0"/>
                  </a:moveTo>
                  <a:lnTo>
                    <a:pt x="0" y="1808"/>
                  </a:lnTo>
                  <a:lnTo>
                    <a:pt x="960" y="674"/>
                  </a:lnTo>
                  <a:lnTo>
                    <a:pt x="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2"/>
            <p:cNvSpPr/>
            <p:nvPr/>
          </p:nvSpPr>
          <p:spPr>
            <a:xfrm>
              <a:off x="1431397" y="2222874"/>
              <a:ext cx="25195" cy="47401"/>
            </a:xfrm>
            <a:custGeom>
              <a:rect b="b" l="l" r="r" t="t"/>
              <a:pathLst>
                <a:path extrusionOk="0" h="1808" w="961">
                  <a:moveTo>
                    <a:pt x="960" y="0"/>
                  </a:moveTo>
                  <a:lnTo>
                    <a:pt x="0" y="674"/>
                  </a:lnTo>
                  <a:lnTo>
                    <a:pt x="960" y="1808"/>
                  </a:lnTo>
                  <a:lnTo>
                    <a:pt x="96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2"/>
            <p:cNvSpPr/>
            <p:nvPr/>
          </p:nvSpPr>
          <p:spPr>
            <a:xfrm>
              <a:off x="1474787" y="2288864"/>
              <a:ext cx="52147" cy="19873"/>
            </a:xfrm>
            <a:custGeom>
              <a:rect b="b" l="l" r="r" t="t"/>
              <a:pathLst>
                <a:path extrusionOk="0" h="758" w="1989">
                  <a:moveTo>
                    <a:pt x="283" y="1"/>
                  </a:moveTo>
                  <a:cubicBezTo>
                    <a:pt x="127" y="1"/>
                    <a:pt x="1" y="127"/>
                    <a:pt x="1" y="283"/>
                  </a:cubicBezTo>
                  <a:lnTo>
                    <a:pt x="1" y="479"/>
                  </a:lnTo>
                  <a:cubicBezTo>
                    <a:pt x="1" y="631"/>
                    <a:pt x="127" y="757"/>
                    <a:pt x="283" y="757"/>
                  </a:cubicBezTo>
                  <a:lnTo>
                    <a:pt x="1706" y="757"/>
                  </a:lnTo>
                  <a:cubicBezTo>
                    <a:pt x="1862" y="757"/>
                    <a:pt x="1989" y="631"/>
                    <a:pt x="1989" y="479"/>
                  </a:cubicBezTo>
                  <a:lnTo>
                    <a:pt x="1989" y="283"/>
                  </a:lnTo>
                  <a:cubicBezTo>
                    <a:pt x="1989" y="127"/>
                    <a:pt x="1862" y="1"/>
                    <a:pt x="17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2"/>
            <p:cNvSpPr/>
            <p:nvPr/>
          </p:nvSpPr>
          <p:spPr>
            <a:xfrm>
              <a:off x="1378228" y="2055842"/>
              <a:ext cx="106469" cy="145717"/>
            </a:xfrm>
            <a:custGeom>
              <a:rect b="b" l="l" r="r" t="t"/>
              <a:pathLst>
                <a:path extrusionOk="0" h="5558" w="4061">
                  <a:moveTo>
                    <a:pt x="1326" y="1"/>
                  </a:moveTo>
                  <a:cubicBezTo>
                    <a:pt x="1326" y="1"/>
                    <a:pt x="1326" y="1"/>
                    <a:pt x="1326" y="1"/>
                  </a:cubicBezTo>
                  <a:cubicBezTo>
                    <a:pt x="906" y="1294"/>
                    <a:pt x="0" y="1569"/>
                    <a:pt x="0" y="1569"/>
                  </a:cubicBezTo>
                  <a:lnTo>
                    <a:pt x="0" y="3177"/>
                  </a:lnTo>
                  <a:cubicBezTo>
                    <a:pt x="0" y="4021"/>
                    <a:pt x="446" y="4803"/>
                    <a:pt x="1174" y="5231"/>
                  </a:cubicBezTo>
                  <a:lnTo>
                    <a:pt x="1471" y="5408"/>
                  </a:lnTo>
                  <a:cubicBezTo>
                    <a:pt x="1643" y="5508"/>
                    <a:pt x="1836" y="5557"/>
                    <a:pt x="2028" y="5557"/>
                  </a:cubicBezTo>
                  <a:cubicBezTo>
                    <a:pt x="2221" y="5557"/>
                    <a:pt x="2414" y="5508"/>
                    <a:pt x="2586" y="5408"/>
                  </a:cubicBezTo>
                  <a:lnTo>
                    <a:pt x="2887" y="5231"/>
                  </a:lnTo>
                  <a:cubicBezTo>
                    <a:pt x="3611" y="4803"/>
                    <a:pt x="4060" y="4021"/>
                    <a:pt x="4060" y="3177"/>
                  </a:cubicBezTo>
                  <a:lnTo>
                    <a:pt x="4060" y="2627"/>
                  </a:lnTo>
                  <a:cubicBezTo>
                    <a:pt x="1680" y="2627"/>
                    <a:pt x="1352" y="1"/>
                    <a:pt x="132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2"/>
            <p:cNvSpPr/>
            <p:nvPr/>
          </p:nvSpPr>
          <p:spPr>
            <a:xfrm>
              <a:off x="1420569" y="2205125"/>
              <a:ext cx="21682" cy="21656"/>
            </a:xfrm>
            <a:custGeom>
              <a:rect b="b" l="l" r="r" t="t"/>
              <a:pathLst>
                <a:path extrusionOk="0" h="826" w="827">
                  <a:moveTo>
                    <a:pt x="413" y="0"/>
                  </a:moveTo>
                  <a:cubicBezTo>
                    <a:pt x="185" y="0"/>
                    <a:pt x="1" y="185"/>
                    <a:pt x="1" y="413"/>
                  </a:cubicBezTo>
                  <a:cubicBezTo>
                    <a:pt x="1" y="641"/>
                    <a:pt x="185" y="826"/>
                    <a:pt x="413" y="826"/>
                  </a:cubicBezTo>
                  <a:cubicBezTo>
                    <a:pt x="642" y="826"/>
                    <a:pt x="826" y="641"/>
                    <a:pt x="826" y="413"/>
                  </a:cubicBezTo>
                  <a:cubicBezTo>
                    <a:pt x="826" y="185"/>
                    <a:pt x="642" y="0"/>
                    <a:pt x="41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2"/>
            <p:cNvSpPr/>
            <p:nvPr/>
          </p:nvSpPr>
          <p:spPr>
            <a:xfrm>
              <a:off x="1345849" y="2104948"/>
              <a:ext cx="21000" cy="45409"/>
            </a:xfrm>
            <a:custGeom>
              <a:rect b="b" l="l" r="r" t="t"/>
              <a:pathLst>
                <a:path extrusionOk="0" h="1732" w="801">
                  <a:moveTo>
                    <a:pt x="801" y="0"/>
                  </a:moveTo>
                  <a:cubicBezTo>
                    <a:pt x="359" y="0"/>
                    <a:pt x="0" y="355"/>
                    <a:pt x="0" y="797"/>
                  </a:cubicBezTo>
                  <a:lnTo>
                    <a:pt x="0" y="935"/>
                  </a:lnTo>
                  <a:cubicBezTo>
                    <a:pt x="0" y="1373"/>
                    <a:pt x="359" y="1731"/>
                    <a:pt x="801" y="1731"/>
                  </a:cubicBezTo>
                  <a:lnTo>
                    <a:pt x="801"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2"/>
            <p:cNvSpPr/>
            <p:nvPr/>
          </p:nvSpPr>
          <p:spPr>
            <a:xfrm>
              <a:off x="1496049" y="2104948"/>
              <a:ext cx="21026" cy="45409"/>
            </a:xfrm>
            <a:custGeom>
              <a:rect b="b" l="l" r="r" t="t"/>
              <a:pathLst>
                <a:path extrusionOk="0" h="1732" w="802">
                  <a:moveTo>
                    <a:pt x="1" y="0"/>
                  </a:moveTo>
                  <a:lnTo>
                    <a:pt x="1" y="1731"/>
                  </a:lnTo>
                  <a:cubicBezTo>
                    <a:pt x="443" y="1731"/>
                    <a:pt x="801" y="1373"/>
                    <a:pt x="801" y="935"/>
                  </a:cubicBezTo>
                  <a:lnTo>
                    <a:pt x="801" y="797"/>
                  </a:lnTo>
                  <a:cubicBezTo>
                    <a:pt x="801" y="355"/>
                    <a:pt x="443" y="0"/>
                    <a:pt x="1"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2"/>
            <p:cNvSpPr/>
            <p:nvPr/>
          </p:nvSpPr>
          <p:spPr>
            <a:xfrm>
              <a:off x="1499012" y="1996591"/>
              <a:ext cx="157646" cy="158930"/>
            </a:xfrm>
            <a:custGeom>
              <a:rect b="b" l="l" r="r" t="t"/>
              <a:pathLst>
                <a:path extrusionOk="0" h="6062" w="6013">
                  <a:moveTo>
                    <a:pt x="3246" y="0"/>
                  </a:moveTo>
                  <a:cubicBezTo>
                    <a:pt x="2843" y="0"/>
                    <a:pt x="2431" y="89"/>
                    <a:pt x="2039" y="280"/>
                  </a:cubicBezTo>
                  <a:cubicBezTo>
                    <a:pt x="485" y="1037"/>
                    <a:pt x="0" y="3021"/>
                    <a:pt x="1032" y="4409"/>
                  </a:cubicBezTo>
                  <a:lnTo>
                    <a:pt x="971" y="5854"/>
                  </a:lnTo>
                  <a:cubicBezTo>
                    <a:pt x="965" y="5971"/>
                    <a:pt x="1059" y="6062"/>
                    <a:pt x="1167" y="6062"/>
                  </a:cubicBezTo>
                  <a:cubicBezTo>
                    <a:pt x="1195" y="6062"/>
                    <a:pt x="1225" y="6055"/>
                    <a:pt x="1253" y="6042"/>
                  </a:cubicBezTo>
                  <a:lnTo>
                    <a:pt x="2561" y="5433"/>
                  </a:lnTo>
                  <a:cubicBezTo>
                    <a:pt x="2793" y="5493"/>
                    <a:pt x="3024" y="5521"/>
                    <a:pt x="3251" y="5521"/>
                  </a:cubicBezTo>
                  <a:cubicBezTo>
                    <a:pt x="4682" y="5521"/>
                    <a:pt x="5934" y="4398"/>
                    <a:pt x="6009" y="2891"/>
                  </a:cubicBezTo>
                  <a:cubicBezTo>
                    <a:pt x="6012" y="2779"/>
                    <a:pt x="5925" y="2685"/>
                    <a:pt x="5817" y="2681"/>
                  </a:cubicBezTo>
                  <a:cubicBezTo>
                    <a:pt x="5812" y="2681"/>
                    <a:pt x="5808" y="2681"/>
                    <a:pt x="5804" y="2681"/>
                  </a:cubicBezTo>
                  <a:cubicBezTo>
                    <a:pt x="5697" y="2681"/>
                    <a:pt x="5610" y="2765"/>
                    <a:pt x="5607" y="2869"/>
                  </a:cubicBezTo>
                  <a:cubicBezTo>
                    <a:pt x="5542" y="4163"/>
                    <a:pt x="4468" y="5119"/>
                    <a:pt x="3248" y="5119"/>
                  </a:cubicBezTo>
                  <a:cubicBezTo>
                    <a:pt x="3034" y="5119"/>
                    <a:pt x="2815" y="5090"/>
                    <a:pt x="2597" y="5028"/>
                  </a:cubicBezTo>
                  <a:cubicBezTo>
                    <a:pt x="2578" y="5022"/>
                    <a:pt x="2559" y="5019"/>
                    <a:pt x="2539" y="5019"/>
                  </a:cubicBezTo>
                  <a:cubicBezTo>
                    <a:pt x="2510" y="5019"/>
                    <a:pt x="2482" y="5026"/>
                    <a:pt x="2456" y="5039"/>
                  </a:cubicBezTo>
                  <a:lnTo>
                    <a:pt x="1384" y="5542"/>
                  </a:lnTo>
                  <a:lnTo>
                    <a:pt x="1438" y="4358"/>
                  </a:lnTo>
                  <a:cubicBezTo>
                    <a:pt x="1438" y="4307"/>
                    <a:pt x="1423" y="4260"/>
                    <a:pt x="1391" y="4224"/>
                  </a:cubicBezTo>
                  <a:cubicBezTo>
                    <a:pt x="464" y="3050"/>
                    <a:pt x="844" y="1319"/>
                    <a:pt x="2180" y="646"/>
                  </a:cubicBezTo>
                  <a:cubicBezTo>
                    <a:pt x="2523" y="474"/>
                    <a:pt x="2885" y="393"/>
                    <a:pt x="3240" y="393"/>
                  </a:cubicBezTo>
                  <a:cubicBezTo>
                    <a:pt x="4267" y="393"/>
                    <a:pt x="5236" y="1067"/>
                    <a:pt x="5527" y="2141"/>
                  </a:cubicBezTo>
                  <a:cubicBezTo>
                    <a:pt x="5555" y="2245"/>
                    <a:pt x="5634" y="2289"/>
                    <a:pt x="5714" y="2289"/>
                  </a:cubicBezTo>
                  <a:cubicBezTo>
                    <a:pt x="5833" y="2289"/>
                    <a:pt x="5954" y="2190"/>
                    <a:pt x="5911" y="2036"/>
                  </a:cubicBezTo>
                  <a:cubicBezTo>
                    <a:pt x="5572" y="787"/>
                    <a:pt x="4445" y="0"/>
                    <a:pt x="3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2"/>
            <p:cNvSpPr/>
            <p:nvPr/>
          </p:nvSpPr>
          <p:spPr>
            <a:xfrm>
              <a:off x="1568410" y="2049498"/>
              <a:ext cx="31461" cy="53484"/>
            </a:xfrm>
            <a:custGeom>
              <a:rect b="b" l="l" r="r" t="t"/>
              <a:pathLst>
                <a:path extrusionOk="0" h="2040" w="1200">
                  <a:moveTo>
                    <a:pt x="287" y="0"/>
                  </a:moveTo>
                  <a:cubicBezTo>
                    <a:pt x="19" y="0"/>
                    <a:pt x="19" y="399"/>
                    <a:pt x="287" y="399"/>
                  </a:cubicBezTo>
                  <a:lnTo>
                    <a:pt x="399" y="399"/>
                  </a:lnTo>
                  <a:lnTo>
                    <a:pt x="399" y="1641"/>
                  </a:lnTo>
                  <a:lnTo>
                    <a:pt x="269" y="1641"/>
                  </a:lnTo>
                  <a:cubicBezTo>
                    <a:pt x="1" y="1641"/>
                    <a:pt x="1" y="2039"/>
                    <a:pt x="269" y="2039"/>
                  </a:cubicBezTo>
                  <a:lnTo>
                    <a:pt x="935" y="2039"/>
                  </a:lnTo>
                  <a:cubicBezTo>
                    <a:pt x="1199" y="2039"/>
                    <a:pt x="1199" y="1641"/>
                    <a:pt x="935" y="1641"/>
                  </a:cubicBezTo>
                  <a:lnTo>
                    <a:pt x="797" y="1641"/>
                  </a:lnTo>
                  <a:lnTo>
                    <a:pt x="797" y="199"/>
                  </a:lnTo>
                  <a:cubicBezTo>
                    <a:pt x="797" y="87"/>
                    <a:pt x="707"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2"/>
            <p:cNvSpPr/>
            <p:nvPr/>
          </p:nvSpPr>
          <p:spPr>
            <a:xfrm>
              <a:off x="1573915" y="2033191"/>
              <a:ext cx="17985" cy="15468"/>
            </a:xfrm>
            <a:custGeom>
              <a:rect b="b" l="l" r="r" t="t"/>
              <a:pathLst>
                <a:path extrusionOk="0" h="590" w="686">
                  <a:moveTo>
                    <a:pt x="297" y="0"/>
                  </a:moveTo>
                  <a:cubicBezTo>
                    <a:pt x="146" y="0"/>
                    <a:pt x="1" y="119"/>
                    <a:pt x="1" y="296"/>
                  </a:cubicBezTo>
                  <a:cubicBezTo>
                    <a:pt x="1" y="456"/>
                    <a:pt x="131" y="590"/>
                    <a:pt x="294" y="590"/>
                  </a:cubicBezTo>
                  <a:cubicBezTo>
                    <a:pt x="555" y="590"/>
                    <a:pt x="685" y="275"/>
                    <a:pt x="500" y="86"/>
                  </a:cubicBezTo>
                  <a:cubicBezTo>
                    <a:pt x="441" y="27"/>
                    <a:pt x="369"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2"/>
            <p:cNvSpPr/>
            <p:nvPr/>
          </p:nvSpPr>
          <p:spPr>
            <a:xfrm>
              <a:off x="1298081" y="2029546"/>
              <a:ext cx="266737" cy="308056"/>
            </a:xfrm>
            <a:custGeom>
              <a:rect b="b" l="l" r="r" t="t"/>
              <a:pathLst>
                <a:path extrusionOk="0" h="11750" w="10174">
                  <a:moveTo>
                    <a:pt x="2420" y="3112"/>
                  </a:moveTo>
                  <a:lnTo>
                    <a:pt x="2420" y="4372"/>
                  </a:lnTo>
                  <a:cubicBezTo>
                    <a:pt x="2181" y="4289"/>
                    <a:pt x="2021" y="4061"/>
                    <a:pt x="2025" y="3811"/>
                  </a:cubicBezTo>
                  <a:lnTo>
                    <a:pt x="2025" y="3673"/>
                  </a:lnTo>
                  <a:cubicBezTo>
                    <a:pt x="2025" y="3420"/>
                    <a:pt x="2181" y="3195"/>
                    <a:pt x="2420" y="3112"/>
                  </a:cubicBezTo>
                  <a:close/>
                  <a:moveTo>
                    <a:pt x="7755" y="3112"/>
                  </a:moveTo>
                  <a:cubicBezTo>
                    <a:pt x="7990" y="3195"/>
                    <a:pt x="8149" y="3420"/>
                    <a:pt x="8149" y="3673"/>
                  </a:cubicBezTo>
                  <a:lnTo>
                    <a:pt x="8149" y="3811"/>
                  </a:lnTo>
                  <a:cubicBezTo>
                    <a:pt x="8149" y="4061"/>
                    <a:pt x="7990" y="4285"/>
                    <a:pt x="7755" y="4372"/>
                  </a:cubicBezTo>
                  <a:lnTo>
                    <a:pt x="7755" y="3112"/>
                  </a:lnTo>
                  <a:close/>
                  <a:moveTo>
                    <a:pt x="7834" y="4767"/>
                  </a:moveTo>
                  <a:lnTo>
                    <a:pt x="8023" y="6321"/>
                  </a:lnTo>
                  <a:lnTo>
                    <a:pt x="7418" y="6321"/>
                  </a:lnTo>
                  <a:cubicBezTo>
                    <a:pt x="7635" y="5976"/>
                    <a:pt x="7755" y="5578"/>
                    <a:pt x="7755" y="5172"/>
                  </a:cubicBezTo>
                  <a:lnTo>
                    <a:pt x="7755" y="5169"/>
                  </a:lnTo>
                  <a:lnTo>
                    <a:pt x="7755" y="4785"/>
                  </a:lnTo>
                  <a:cubicBezTo>
                    <a:pt x="7780" y="4781"/>
                    <a:pt x="7809" y="4774"/>
                    <a:pt x="7834" y="4767"/>
                  </a:cubicBezTo>
                  <a:close/>
                  <a:moveTo>
                    <a:pt x="4339" y="1620"/>
                  </a:moveTo>
                  <a:cubicBezTo>
                    <a:pt x="4452" y="1971"/>
                    <a:pt x="4611" y="2304"/>
                    <a:pt x="4814" y="2608"/>
                  </a:cubicBezTo>
                  <a:cubicBezTo>
                    <a:pt x="5317" y="3351"/>
                    <a:pt x="6042" y="3767"/>
                    <a:pt x="6918" y="3822"/>
                  </a:cubicBezTo>
                  <a:lnTo>
                    <a:pt x="6918" y="4180"/>
                  </a:lnTo>
                  <a:cubicBezTo>
                    <a:pt x="6914" y="4952"/>
                    <a:pt x="6509" y="5669"/>
                    <a:pt x="5842" y="6063"/>
                  </a:cubicBezTo>
                  <a:lnTo>
                    <a:pt x="5542" y="6237"/>
                  </a:lnTo>
                  <a:cubicBezTo>
                    <a:pt x="5401" y="6321"/>
                    <a:pt x="5243" y="6362"/>
                    <a:pt x="5086" y="6362"/>
                  </a:cubicBezTo>
                  <a:cubicBezTo>
                    <a:pt x="4929" y="6362"/>
                    <a:pt x="4772" y="6321"/>
                    <a:pt x="4633" y="6237"/>
                  </a:cubicBezTo>
                  <a:lnTo>
                    <a:pt x="4332" y="6063"/>
                  </a:lnTo>
                  <a:cubicBezTo>
                    <a:pt x="3666" y="5669"/>
                    <a:pt x="3260" y="4952"/>
                    <a:pt x="3256" y="4180"/>
                  </a:cubicBezTo>
                  <a:lnTo>
                    <a:pt x="3260" y="4176"/>
                  </a:lnTo>
                  <a:lnTo>
                    <a:pt x="3260" y="2706"/>
                  </a:lnTo>
                  <a:cubicBezTo>
                    <a:pt x="3496" y="2594"/>
                    <a:pt x="3977" y="2300"/>
                    <a:pt x="4339" y="1620"/>
                  </a:cubicBezTo>
                  <a:close/>
                  <a:moveTo>
                    <a:pt x="6400" y="6723"/>
                  </a:moveTo>
                  <a:cubicBezTo>
                    <a:pt x="6349" y="6744"/>
                    <a:pt x="6299" y="6770"/>
                    <a:pt x="6244" y="6788"/>
                  </a:cubicBezTo>
                  <a:lnTo>
                    <a:pt x="6244" y="6723"/>
                  </a:lnTo>
                  <a:close/>
                  <a:moveTo>
                    <a:pt x="5846" y="6520"/>
                  </a:moveTo>
                  <a:lnTo>
                    <a:pt x="5846" y="6893"/>
                  </a:lnTo>
                  <a:cubicBezTo>
                    <a:pt x="5784" y="6900"/>
                    <a:pt x="5723" y="6907"/>
                    <a:pt x="5665" y="6907"/>
                  </a:cubicBezTo>
                  <a:cubicBezTo>
                    <a:pt x="5636" y="6824"/>
                    <a:pt x="5589" y="6748"/>
                    <a:pt x="5524" y="6683"/>
                  </a:cubicBezTo>
                  <a:cubicBezTo>
                    <a:pt x="5600" y="6654"/>
                    <a:pt x="5672" y="6621"/>
                    <a:pt x="5745" y="6581"/>
                  </a:cubicBezTo>
                  <a:lnTo>
                    <a:pt x="5846" y="6520"/>
                  </a:lnTo>
                  <a:close/>
                  <a:moveTo>
                    <a:pt x="5085" y="6896"/>
                  </a:moveTo>
                  <a:cubicBezTo>
                    <a:pt x="5201" y="6896"/>
                    <a:pt x="5299" y="6991"/>
                    <a:pt x="5299" y="7110"/>
                  </a:cubicBezTo>
                  <a:cubicBezTo>
                    <a:pt x="5299" y="7237"/>
                    <a:pt x="5193" y="7321"/>
                    <a:pt x="5083" y="7321"/>
                  </a:cubicBezTo>
                  <a:cubicBezTo>
                    <a:pt x="5031" y="7321"/>
                    <a:pt x="4977" y="7302"/>
                    <a:pt x="4933" y="7259"/>
                  </a:cubicBezTo>
                  <a:cubicBezTo>
                    <a:pt x="4799" y="7125"/>
                    <a:pt x="4897" y="6896"/>
                    <a:pt x="5085" y="6896"/>
                  </a:cubicBezTo>
                  <a:close/>
                  <a:moveTo>
                    <a:pt x="4329" y="6527"/>
                  </a:moveTo>
                  <a:lnTo>
                    <a:pt x="4426" y="6585"/>
                  </a:lnTo>
                  <a:cubicBezTo>
                    <a:pt x="4499" y="6625"/>
                    <a:pt x="4571" y="6657"/>
                    <a:pt x="4647" y="6686"/>
                  </a:cubicBezTo>
                  <a:cubicBezTo>
                    <a:pt x="4450" y="6887"/>
                    <a:pt x="4416" y="7195"/>
                    <a:pt x="4564" y="7433"/>
                  </a:cubicBezTo>
                  <a:lnTo>
                    <a:pt x="4564" y="7433"/>
                  </a:lnTo>
                  <a:lnTo>
                    <a:pt x="4329" y="7269"/>
                  </a:lnTo>
                  <a:lnTo>
                    <a:pt x="4329" y="6527"/>
                  </a:lnTo>
                  <a:close/>
                  <a:moveTo>
                    <a:pt x="5799" y="7302"/>
                  </a:moveTo>
                  <a:lnTo>
                    <a:pt x="5600" y="7440"/>
                  </a:lnTo>
                  <a:cubicBezTo>
                    <a:pt x="5629" y="7400"/>
                    <a:pt x="5650" y="7356"/>
                    <a:pt x="5665" y="7309"/>
                  </a:cubicBezTo>
                  <a:cubicBezTo>
                    <a:pt x="5712" y="7309"/>
                    <a:pt x="5755" y="7306"/>
                    <a:pt x="5799" y="7302"/>
                  </a:cubicBezTo>
                  <a:close/>
                  <a:moveTo>
                    <a:pt x="5223" y="7708"/>
                  </a:moveTo>
                  <a:lnTo>
                    <a:pt x="5085" y="7802"/>
                  </a:lnTo>
                  <a:lnTo>
                    <a:pt x="4951" y="7708"/>
                  </a:lnTo>
                  <a:lnTo>
                    <a:pt x="4951" y="7708"/>
                  </a:lnTo>
                  <a:cubicBezTo>
                    <a:pt x="4995" y="7718"/>
                    <a:pt x="5042" y="7722"/>
                    <a:pt x="5085" y="7722"/>
                  </a:cubicBezTo>
                  <a:cubicBezTo>
                    <a:pt x="5133" y="7722"/>
                    <a:pt x="5176" y="7718"/>
                    <a:pt x="5223" y="7708"/>
                  </a:cubicBezTo>
                  <a:close/>
                  <a:moveTo>
                    <a:pt x="4332" y="7758"/>
                  </a:moveTo>
                  <a:lnTo>
                    <a:pt x="4796" y="8084"/>
                  </a:lnTo>
                  <a:lnTo>
                    <a:pt x="4329" y="8635"/>
                  </a:lnTo>
                  <a:lnTo>
                    <a:pt x="4332" y="7758"/>
                  </a:lnTo>
                  <a:close/>
                  <a:moveTo>
                    <a:pt x="5846" y="7758"/>
                  </a:moveTo>
                  <a:lnTo>
                    <a:pt x="5846" y="8635"/>
                  </a:lnTo>
                  <a:lnTo>
                    <a:pt x="5382" y="8084"/>
                  </a:lnTo>
                  <a:lnTo>
                    <a:pt x="5846" y="7758"/>
                  </a:lnTo>
                  <a:close/>
                  <a:moveTo>
                    <a:pt x="5086" y="1"/>
                  </a:moveTo>
                  <a:cubicBezTo>
                    <a:pt x="3674" y="1"/>
                    <a:pt x="2386" y="1044"/>
                    <a:pt x="2206" y="2558"/>
                  </a:cubicBezTo>
                  <a:lnTo>
                    <a:pt x="2177" y="2778"/>
                  </a:lnTo>
                  <a:cubicBezTo>
                    <a:pt x="1837" y="2949"/>
                    <a:pt x="1623" y="3293"/>
                    <a:pt x="1623" y="3673"/>
                  </a:cubicBezTo>
                  <a:lnTo>
                    <a:pt x="1623" y="3811"/>
                  </a:lnTo>
                  <a:cubicBezTo>
                    <a:pt x="1623" y="4097"/>
                    <a:pt x="1746" y="4368"/>
                    <a:pt x="1964" y="4557"/>
                  </a:cubicBezTo>
                  <a:lnTo>
                    <a:pt x="1728" y="6498"/>
                  </a:lnTo>
                  <a:cubicBezTo>
                    <a:pt x="1714" y="6617"/>
                    <a:pt x="1804" y="6723"/>
                    <a:pt x="1927" y="6723"/>
                  </a:cubicBezTo>
                  <a:lnTo>
                    <a:pt x="3930" y="6723"/>
                  </a:lnTo>
                  <a:lnTo>
                    <a:pt x="3930" y="7230"/>
                  </a:lnTo>
                  <a:lnTo>
                    <a:pt x="1891" y="7881"/>
                  </a:lnTo>
                  <a:cubicBezTo>
                    <a:pt x="765" y="8240"/>
                    <a:pt x="1" y="9287"/>
                    <a:pt x="4" y="10471"/>
                  </a:cubicBezTo>
                  <a:lnTo>
                    <a:pt x="4" y="11550"/>
                  </a:lnTo>
                  <a:cubicBezTo>
                    <a:pt x="4" y="11663"/>
                    <a:pt x="95" y="11749"/>
                    <a:pt x="203" y="11749"/>
                  </a:cubicBezTo>
                  <a:lnTo>
                    <a:pt x="2681" y="11749"/>
                  </a:lnTo>
                  <a:cubicBezTo>
                    <a:pt x="2945" y="11749"/>
                    <a:pt x="2945" y="11351"/>
                    <a:pt x="2681" y="11351"/>
                  </a:cubicBezTo>
                  <a:lnTo>
                    <a:pt x="403" y="11351"/>
                  </a:lnTo>
                  <a:lnTo>
                    <a:pt x="403" y="10471"/>
                  </a:lnTo>
                  <a:cubicBezTo>
                    <a:pt x="399" y="9461"/>
                    <a:pt x="1051" y="8570"/>
                    <a:pt x="2014" y="8262"/>
                  </a:cubicBezTo>
                  <a:lnTo>
                    <a:pt x="3930" y="7650"/>
                  </a:lnTo>
                  <a:lnTo>
                    <a:pt x="3930" y="9182"/>
                  </a:lnTo>
                  <a:cubicBezTo>
                    <a:pt x="3928" y="9305"/>
                    <a:pt x="4027" y="9383"/>
                    <a:pt x="4130" y="9383"/>
                  </a:cubicBezTo>
                  <a:cubicBezTo>
                    <a:pt x="4185" y="9383"/>
                    <a:pt x="4240" y="9361"/>
                    <a:pt x="4281" y="9312"/>
                  </a:cubicBezTo>
                  <a:lnTo>
                    <a:pt x="5089" y="8360"/>
                  </a:lnTo>
                  <a:lnTo>
                    <a:pt x="5893" y="9312"/>
                  </a:lnTo>
                  <a:cubicBezTo>
                    <a:pt x="5935" y="9361"/>
                    <a:pt x="5990" y="9383"/>
                    <a:pt x="6044" y="9383"/>
                  </a:cubicBezTo>
                  <a:cubicBezTo>
                    <a:pt x="6147" y="9383"/>
                    <a:pt x="6247" y="9305"/>
                    <a:pt x="6244" y="9182"/>
                  </a:cubicBezTo>
                  <a:lnTo>
                    <a:pt x="6244" y="7650"/>
                  </a:lnTo>
                  <a:lnTo>
                    <a:pt x="8160" y="8262"/>
                  </a:lnTo>
                  <a:cubicBezTo>
                    <a:pt x="9124" y="8566"/>
                    <a:pt x="9776" y="9461"/>
                    <a:pt x="9772" y="10471"/>
                  </a:cubicBezTo>
                  <a:lnTo>
                    <a:pt x="9772" y="11347"/>
                  </a:lnTo>
                  <a:lnTo>
                    <a:pt x="3467" y="11347"/>
                  </a:lnTo>
                  <a:cubicBezTo>
                    <a:pt x="3202" y="11347"/>
                    <a:pt x="3202" y="11749"/>
                    <a:pt x="3467" y="11749"/>
                  </a:cubicBezTo>
                  <a:lnTo>
                    <a:pt x="9971" y="11749"/>
                  </a:lnTo>
                  <a:cubicBezTo>
                    <a:pt x="10083" y="11749"/>
                    <a:pt x="10170" y="11663"/>
                    <a:pt x="10174" y="11550"/>
                  </a:cubicBezTo>
                  <a:lnTo>
                    <a:pt x="10174" y="10471"/>
                  </a:lnTo>
                  <a:cubicBezTo>
                    <a:pt x="10174" y="9287"/>
                    <a:pt x="9410" y="8240"/>
                    <a:pt x="8283" y="7885"/>
                  </a:cubicBezTo>
                  <a:lnTo>
                    <a:pt x="6244" y="7230"/>
                  </a:lnTo>
                  <a:lnTo>
                    <a:pt x="6244" y="7219"/>
                  </a:lnTo>
                  <a:cubicBezTo>
                    <a:pt x="6560" y="7121"/>
                    <a:pt x="6846" y="6951"/>
                    <a:pt x="7085" y="6726"/>
                  </a:cubicBezTo>
                  <a:lnTo>
                    <a:pt x="8247" y="6726"/>
                  </a:lnTo>
                  <a:cubicBezTo>
                    <a:pt x="8370" y="6726"/>
                    <a:pt x="8461" y="6617"/>
                    <a:pt x="8446" y="6498"/>
                  </a:cubicBezTo>
                  <a:lnTo>
                    <a:pt x="8211" y="4560"/>
                  </a:lnTo>
                  <a:cubicBezTo>
                    <a:pt x="8428" y="4368"/>
                    <a:pt x="8551" y="4097"/>
                    <a:pt x="8551" y="3811"/>
                  </a:cubicBezTo>
                  <a:lnTo>
                    <a:pt x="8551" y="3673"/>
                  </a:lnTo>
                  <a:cubicBezTo>
                    <a:pt x="8551" y="3296"/>
                    <a:pt x="8338" y="2949"/>
                    <a:pt x="8001" y="2782"/>
                  </a:cubicBezTo>
                  <a:lnTo>
                    <a:pt x="7972" y="2558"/>
                  </a:lnTo>
                  <a:cubicBezTo>
                    <a:pt x="7885" y="1830"/>
                    <a:pt x="7523" y="1160"/>
                    <a:pt x="6962" y="689"/>
                  </a:cubicBezTo>
                  <a:cubicBezTo>
                    <a:pt x="6919" y="653"/>
                    <a:pt x="6874" y="637"/>
                    <a:pt x="6832" y="637"/>
                  </a:cubicBezTo>
                  <a:cubicBezTo>
                    <a:pt x="6670" y="637"/>
                    <a:pt x="6541" y="858"/>
                    <a:pt x="6704" y="993"/>
                  </a:cubicBezTo>
                  <a:cubicBezTo>
                    <a:pt x="7186" y="1402"/>
                    <a:pt x="7498" y="1978"/>
                    <a:pt x="7574" y="2608"/>
                  </a:cubicBezTo>
                  <a:lnTo>
                    <a:pt x="7584" y="2677"/>
                  </a:lnTo>
                  <a:lnTo>
                    <a:pt x="7555" y="2677"/>
                  </a:lnTo>
                  <a:cubicBezTo>
                    <a:pt x="7443" y="2677"/>
                    <a:pt x="7356" y="2768"/>
                    <a:pt x="7356" y="2876"/>
                  </a:cubicBezTo>
                  <a:lnTo>
                    <a:pt x="7356" y="4611"/>
                  </a:lnTo>
                  <a:lnTo>
                    <a:pt x="7356" y="4626"/>
                  </a:lnTo>
                  <a:lnTo>
                    <a:pt x="7356" y="4644"/>
                  </a:lnTo>
                  <a:lnTo>
                    <a:pt x="7356" y="5172"/>
                  </a:lnTo>
                  <a:cubicBezTo>
                    <a:pt x="7356" y="5596"/>
                    <a:pt x="7201" y="6005"/>
                    <a:pt x="6918" y="6324"/>
                  </a:cubicBezTo>
                  <a:lnTo>
                    <a:pt x="6244" y="6324"/>
                  </a:lnTo>
                  <a:lnTo>
                    <a:pt x="6244" y="6277"/>
                  </a:lnTo>
                  <a:cubicBezTo>
                    <a:pt x="6918" y="5788"/>
                    <a:pt x="7316" y="5009"/>
                    <a:pt x="7316" y="4180"/>
                  </a:cubicBezTo>
                  <a:lnTo>
                    <a:pt x="7316" y="3630"/>
                  </a:lnTo>
                  <a:cubicBezTo>
                    <a:pt x="7316" y="3517"/>
                    <a:pt x="7230" y="3427"/>
                    <a:pt x="7117" y="3427"/>
                  </a:cubicBezTo>
                  <a:cubicBezTo>
                    <a:pt x="5379" y="3427"/>
                    <a:pt x="4788" y="1920"/>
                    <a:pt x="4593" y="1022"/>
                  </a:cubicBezTo>
                  <a:cubicBezTo>
                    <a:pt x="4589" y="1000"/>
                    <a:pt x="4586" y="982"/>
                    <a:pt x="4582" y="971"/>
                  </a:cubicBezTo>
                  <a:cubicBezTo>
                    <a:pt x="4566" y="873"/>
                    <a:pt x="4479" y="802"/>
                    <a:pt x="4382" y="802"/>
                  </a:cubicBezTo>
                  <a:cubicBezTo>
                    <a:pt x="4372" y="802"/>
                    <a:pt x="4361" y="803"/>
                    <a:pt x="4350" y="805"/>
                  </a:cubicBezTo>
                  <a:cubicBezTo>
                    <a:pt x="4274" y="816"/>
                    <a:pt x="4216" y="870"/>
                    <a:pt x="4191" y="942"/>
                  </a:cubicBezTo>
                  <a:cubicBezTo>
                    <a:pt x="3861" y="1967"/>
                    <a:pt x="3217" y="2293"/>
                    <a:pt x="3043" y="2366"/>
                  </a:cubicBezTo>
                  <a:cubicBezTo>
                    <a:pt x="2938" y="2373"/>
                    <a:pt x="2858" y="2460"/>
                    <a:pt x="2858" y="2565"/>
                  </a:cubicBezTo>
                  <a:lnTo>
                    <a:pt x="2858" y="4180"/>
                  </a:lnTo>
                  <a:cubicBezTo>
                    <a:pt x="2858" y="5009"/>
                    <a:pt x="3256" y="5788"/>
                    <a:pt x="3930" y="6273"/>
                  </a:cubicBezTo>
                  <a:lnTo>
                    <a:pt x="3930" y="6321"/>
                  </a:lnTo>
                  <a:lnTo>
                    <a:pt x="2152" y="6321"/>
                  </a:lnTo>
                  <a:lnTo>
                    <a:pt x="2340" y="4767"/>
                  </a:lnTo>
                  <a:cubicBezTo>
                    <a:pt x="2431" y="4796"/>
                    <a:pt x="2525" y="4807"/>
                    <a:pt x="2619" y="4810"/>
                  </a:cubicBezTo>
                  <a:cubicBezTo>
                    <a:pt x="2731" y="4810"/>
                    <a:pt x="2822" y="4720"/>
                    <a:pt x="2822" y="4607"/>
                  </a:cubicBezTo>
                  <a:lnTo>
                    <a:pt x="2822" y="2876"/>
                  </a:lnTo>
                  <a:cubicBezTo>
                    <a:pt x="2822" y="2764"/>
                    <a:pt x="2731" y="2677"/>
                    <a:pt x="2619" y="2677"/>
                  </a:cubicBezTo>
                  <a:lnTo>
                    <a:pt x="2594" y="2677"/>
                  </a:lnTo>
                  <a:lnTo>
                    <a:pt x="2601" y="2605"/>
                  </a:lnTo>
                  <a:cubicBezTo>
                    <a:pt x="2758" y="1299"/>
                    <a:pt x="3871" y="399"/>
                    <a:pt x="5086" y="399"/>
                  </a:cubicBezTo>
                  <a:cubicBezTo>
                    <a:pt x="5409" y="399"/>
                    <a:pt x="5739" y="462"/>
                    <a:pt x="6060" y="598"/>
                  </a:cubicBezTo>
                  <a:cubicBezTo>
                    <a:pt x="6090" y="611"/>
                    <a:pt x="6119" y="617"/>
                    <a:pt x="6146" y="617"/>
                  </a:cubicBezTo>
                  <a:cubicBezTo>
                    <a:pt x="6338" y="617"/>
                    <a:pt x="6432" y="321"/>
                    <a:pt x="6219" y="232"/>
                  </a:cubicBezTo>
                  <a:cubicBezTo>
                    <a:pt x="5845" y="74"/>
                    <a:pt x="5461" y="1"/>
                    <a:pt x="5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2"/>
            <p:cNvSpPr/>
            <p:nvPr/>
          </p:nvSpPr>
          <p:spPr>
            <a:xfrm>
              <a:off x="1426180" y="2266657"/>
              <a:ext cx="10461" cy="11588"/>
            </a:xfrm>
            <a:custGeom>
              <a:rect b="b" l="l" r="r" t="t"/>
              <a:pathLst>
                <a:path extrusionOk="0" h="442" w="399">
                  <a:moveTo>
                    <a:pt x="199" y="1"/>
                  </a:moveTo>
                  <a:cubicBezTo>
                    <a:pt x="100" y="1"/>
                    <a:pt x="0" y="67"/>
                    <a:pt x="0" y="199"/>
                  </a:cubicBezTo>
                  <a:lnTo>
                    <a:pt x="0" y="243"/>
                  </a:lnTo>
                  <a:cubicBezTo>
                    <a:pt x="0" y="351"/>
                    <a:pt x="91" y="442"/>
                    <a:pt x="199" y="442"/>
                  </a:cubicBezTo>
                  <a:cubicBezTo>
                    <a:pt x="312" y="442"/>
                    <a:pt x="399" y="351"/>
                    <a:pt x="399" y="243"/>
                  </a:cubicBezTo>
                  <a:lnTo>
                    <a:pt x="399" y="199"/>
                  </a:lnTo>
                  <a:cubicBezTo>
                    <a:pt x="399" y="67"/>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2"/>
            <p:cNvSpPr/>
            <p:nvPr/>
          </p:nvSpPr>
          <p:spPr>
            <a:xfrm>
              <a:off x="1426180" y="2284721"/>
              <a:ext cx="10461" cy="11614"/>
            </a:xfrm>
            <a:custGeom>
              <a:rect b="b" l="l" r="r" t="t"/>
              <a:pathLst>
                <a:path extrusionOk="0" h="443" w="399">
                  <a:moveTo>
                    <a:pt x="199" y="1"/>
                  </a:moveTo>
                  <a:cubicBezTo>
                    <a:pt x="100" y="1"/>
                    <a:pt x="0" y="68"/>
                    <a:pt x="0" y="202"/>
                  </a:cubicBezTo>
                  <a:lnTo>
                    <a:pt x="0" y="242"/>
                  </a:lnTo>
                  <a:cubicBezTo>
                    <a:pt x="0" y="376"/>
                    <a:pt x="100" y="443"/>
                    <a:pt x="199" y="443"/>
                  </a:cubicBezTo>
                  <a:cubicBezTo>
                    <a:pt x="299" y="443"/>
                    <a:pt x="399" y="376"/>
                    <a:pt x="399" y="242"/>
                  </a:cubicBezTo>
                  <a:lnTo>
                    <a:pt x="399" y="202"/>
                  </a:lnTo>
                  <a:cubicBezTo>
                    <a:pt x="399" y="68"/>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2"/>
            <p:cNvSpPr/>
            <p:nvPr/>
          </p:nvSpPr>
          <p:spPr>
            <a:xfrm>
              <a:off x="1469570" y="2283646"/>
              <a:ext cx="62607" cy="30307"/>
            </a:xfrm>
            <a:custGeom>
              <a:rect b="b" l="l" r="r" t="t"/>
              <a:pathLst>
                <a:path extrusionOk="0" h="1156" w="2388">
                  <a:moveTo>
                    <a:pt x="1905" y="399"/>
                  </a:moveTo>
                  <a:cubicBezTo>
                    <a:pt x="1952" y="399"/>
                    <a:pt x="1985" y="435"/>
                    <a:pt x="1985" y="482"/>
                  </a:cubicBezTo>
                  <a:lnTo>
                    <a:pt x="1985" y="678"/>
                  </a:lnTo>
                  <a:cubicBezTo>
                    <a:pt x="1985" y="721"/>
                    <a:pt x="1952" y="757"/>
                    <a:pt x="1905" y="757"/>
                  </a:cubicBezTo>
                  <a:lnTo>
                    <a:pt x="482" y="757"/>
                  </a:lnTo>
                  <a:cubicBezTo>
                    <a:pt x="439" y="757"/>
                    <a:pt x="402" y="721"/>
                    <a:pt x="402" y="678"/>
                  </a:cubicBezTo>
                  <a:lnTo>
                    <a:pt x="402" y="482"/>
                  </a:lnTo>
                  <a:cubicBezTo>
                    <a:pt x="402" y="435"/>
                    <a:pt x="439" y="399"/>
                    <a:pt x="482" y="399"/>
                  </a:cubicBezTo>
                  <a:close/>
                  <a:moveTo>
                    <a:pt x="482" y="0"/>
                  </a:moveTo>
                  <a:cubicBezTo>
                    <a:pt x="218" y="0"/>
                    <a:pt x="0" y="214"/>
                    <a:pt x="0" y="482"/>
                  </a:cubicBezTo>
                  <a:lnTo>
                    <a:pt x="0" y="678"/>
                  </a:lnTo>
                  <a:cubicBezTo>
                    <a:pt x="0" y="942"/>
                    <a:pt x="218" y="1156"/>
                    <a:pt x="482" y="1156"/>
                  </a:cubicBezTo>
                  <a:lnTo>
                    <a:pt x="1905" y="1156"/>
                  </a:lnTo>
                  <a:cubicBezTo>
                    <a:pt x="2173" y="1156"/>
                    <a:pt x="2387" y="942"/>
                    <a:pt x="2387" y="678"/>
                  </a:cubicBezTo>
                  <a:lnTo>
                    <a:pt x="2387" y="482"/>
                  </a:lnTo>
                  <a:cubicBezTo>
                    <a:pt x="2387" y="214"/>
                    <a:pt x="2173"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2"/>
            <p:cNvSpPr/>
            <p:nvPr/>
          </p:nvSpPr>
          <p:spPr>
            <a:xfrm>
              <a:off x="1420464" y="2119577"/>
              <a:ext cx="23596" cy="36101"/>
            </a:xfrm>
            <a:custGeom>
              <a:rect b="b" l="l" r="r" t="t"/>
              <a:pathLst>
                <a:path extrusionOk="0" h="1377" w="900">
                  <a:moveTo>
                    <a:pt x="202" y="1"/>
                  </a:moveTo>
                  <a:cubicBezTo>
                    <a:pt x="101" y="1"/>
                    <a:pt x="1" y="67"/>
                    <a:pt x="1" y="199"/>
                  </a:cubicBezTo>
                  <a:lnTo>
                    <a:pt x="1" y="1173"/>
                  </a:lnTo>
                  <a:cubicBezTo>
                    <a:pt x="1" y="1286"/>
                    <a:pt x="92" y="1376"/>
                    <a:pt x="200" y="1376"/>
                  </a:cubicBezTo>
                  <a:lnTo>
                    <a:pt x="635" y="1376"/>
                  </a:lnTo>
                  <a:cubicBezTo>
                    <a:pt x="899" y="1376"/>
                    <a:pt x="899" y="974"/>
                    <a:pt x="635" y="974"/>
                  </a:cubicBezTo>
                  <a:lnTo>
                    <a:pt x="403" y="974"/>
                  </a:lnTo>
                  <a:lnTo>
                    <a:pt x="403" y="199"/>
                  </a:lnTo>
                  <a:cubicBezTo>
                    <a:pt x="403" y="67"/>
                    <a:pt x="302"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7" name="Google Shape;12877;p82"/>
          <p:cNvGrpSpPr/>
          <p:nvPr/>
        </p:nvGrpSpPr>
        <p:grpSpPr>
          <a:xfrm>
            <a:off x="3985322" y="3387403"/>
            <a:ext cx="358682" cy="346386"/>
            <a:chOff x="3985322" y="3387403"/>
            <a:chExt cx="358682" cy="346386"/>
          </a:xfrm>
        </p:grpSpPr>
        <p:sp>
          <p:nvSpPr>
            <p:cNvPr id="12878" name="Google Shape;12878;p82"/>
            <p:cNvSpPr/>
            <p:nvPr/>
          </p:nvSpPr>
          <p:spPr>
            <a:xfrm>
              <a:off x="4049319" y="3512906"/>
              <a:ext cx="33270" cy="33244"/>
            </a:xfrm>
            <a:custGeom>
              <a:rect b="b" l="l" r="r" t="t"/>
              <a:pathLst>
                <a:path extrusionOk="0" h="1268" w="1269">
                  <a:moveTo>
                    <a:pt x="635" y="0"/>
                  </a:moveTo>
                  <a:cubicBezTo>
                    <a:pt x="283" y="0"/>
                    <a:pt x="1" y="286"/>
                    <a:pt x="1" y="634"/>
                  </a:cubicBezTo>
                  <a:cubicBezTo>
                    <a:pt x="1" y="985"/>
                    <a:pt x="283" y="1268"/>
                    <a:pt x="635" y="1268"/>
                  </a:cubicBezTo>
                  <a:cubicBezTo>
                    <a:pt x="986" y="1268"/>
                    <a:pt x="1268" y="985"/>
                    <a:pt x="1268" y="634"/>
                  </a:cubicBezTo>
                  <a:cubicBezTo>
                    <a:pt x="1268" y="286"/>
                    <a:pt x="986" y="0"/>
                    <a:pt x="63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2"/>
            <p:cNvSpPr/>
            <p:nvPr/>
          </p:nvSpPr>
          <p:spPr>
            <a:xfrm>
              <a:off x="4156444" y="3512906"/>
              <a:ext cx="33244" cy="33244"/>
            </a:xfrm>
            <a:custGeom>
              <a:rect b="b" l="l" r="r" t="t"/>
              <a:pathLst>
                <a:path extrusionOk="0" h="1268" w="1268">
                  <a:moveTo>
                    <a:pt x="634" y="0"/>
                  </a:moveTo>
                  <a:cubicBezTo>
                    <a:pt x="283" y="0"/>
                    <a:pt x="0" y="286"/>
                    <a:pt x="0" y="634"/>
                  </a:cubicBezTo>
                  <a:cubicBezTo>
                    <a:pt x="0" y="985"/>
                    <a:pt x="283" y="1268"/>
                    <a:pt x="634" y="1268"/>
                  </a:cubicBezTo>
                  <a:cubicBezTo>
                    <a:pt x="985" y="1268"/>
                    <a:pt x="1268" y="985"/>
                    <a:pt x="1268" y="634"/>
                  </a:cubicBezTo>
                  <a:cubicBezTo>
                    <a:pt x="1268" y="286"/>
                    <a:pt x="985" y="0"/>
                    <a:pt x="634"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2"/>
            <p:cNvSpPr/>
            <p:nvPr/>
          </p:nvSpPr>
          <p:spPr>
            <a:xfrm>
              <a:off x="4199152" y="3392620"/>
              <a:ext cx="143593" cy="149728"/>
            </a:xfrm>
            <a:custGeom>
              <a:rect b="b" l="l" r="r" t="t"/>
              <a:pathLst>
                <a:path extrusionOk="0" h="5711" w="5477">
                  <a:moveTo>
                    <a:pt x="2754" y="1"/>
                  </a:moveTo>
                  <a:cubicBezTo>
                    <a:pt x="2719" y="1"/>
                    <a:pt x="2684" y="1"/>
                    <a:pt x="2648" y="3"/>
                  </a:cubicBezTo>
                  <a:cubicBezTo>
                    <a:pt x="1678" y="43"/>
                    <a:pt x="809" y="622"/>
                    <a:pt x="407" y="1506"/>
                  </a:cubicBezTo>
                  <a:cubicBezTo>
                    <a:pt x="1" y="2390"/>
                    <a:pt x="128" y="3425"/>
                    <a:pt x="729" y="4186"/>
                  </a:cubicBezTo>
                  <a:lnTo>
                    <a:pt x="660" y="5711"/>
                  </a:lnTo>
                  <a:lnTo>
                    <a:pt x="2044" y="5066"/>
                  </a:lnTo>
                  <a:cubicBezTo>
                    <a:pt x="2277" y="5132"/>
                    <a:pt x="2514" y="5164"/>
                    <a:pt x="2748" y="5164"/>
                  </a:cubicBezTo>
                  <a:cubicBezTo>
                    <a:pt x="3594" y="5164"/>
                    <a:pt x="4406" y="4748"/>
                    <a:pt x="4894" y="4019"/>
                  </a:cubicBezTo>
                  <a:cubicBezTo>
                    <a:pt x="5437" y="3212"/>
                    <a:pt x="5477" y="2169"/>
                    <a:pt x="5003" y="1321"/>
                  </a:cubicBezTo>
                  <a:cubicBezTo>
                    <a:pt x="4545" y="505"/>
                    <a:pt x="3685" y="1"/>
                    <a:pt x="275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2"/>
            <p:cNvSpPr/>
            <p:nvPr/>
          </p:nvSpPr>
          <p:spPr>
            <a:xfrm>
              <a:off x="4094230" y="3561802"/>
              <a:ext cx="50547" cy="91080"/>
            </a:xfrm>
            <a:custGeom>
              <a:rect b="b" l="l" r="r" t="t"/>
              <a:pathLst>
                <a:path extrusionOk="0" h="3474" w="1928">
                  <a:moveTo>
                    <a:pt x="1" y="0"/>
                  </a:moveTo>
                  <a:lnTo>
                    <a:pt x="1" y="2644"/>
                  </a:lnTo>
                  <a:lnTo>
                    <a:pt x="964" y="3473"/>
                  </a:lnTo>
                  <a:lnTo>
                    <a:pt x="968" y="3473"/>
                  </a:lnTo>
                  <a:lnTo>
                    <a:pt x="1928" y="2644"/>
                  </a:lnTo>
                  <a:lnTo>
                    <a:pt x="192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2"/>
            <p:cNvSpPr/>
            <p:nvPr/>
          </p:nvSpPr>
          <p:spPr>
            <a:xfrm>
              <a:off x="3990645" y="3618379"/>
              <a:ext cx="257718" cy="110166"/>
            </a:xfrm>
            <a:custGeom>
              <a:rect b="b" l="l" r="r" t="t"/>
              <a:pathLst>
                <a:path extrusionOk="0" h="4202" w="9830">
                  <a:moveTo>
                    <a:pt x="3952" y="1"/>
                  </a:moveTo>
                  <a:lnTo>
                    <a:pt x="1761" y="703"/>
                  </a:lnTo>
                  <a:cubicBezTo>
                    <a:pt x="714" y="1037"/>
                    <a:pt x="1" y="2014"/>
                    <a:pt x="1" y="3115"/>
                  </a:cubicBezTo>
                  <a:lnTo>
                    <a:pt x="1" y="4202"/>
                  </a:lnTo>
                  <a:lnTo>
                    <a:pt x="9830" y="4202"/>
                  </a:lnTo>
                  <a:lnTo>
                    <a:pt x="9830" y="3115"/>
                  </a:lnTo>
                  <a:cubicBezTo>
                    <a:pt x="9830" y="2014"/>
                    <a:pt x="9120" y="1037"/>
                    <a:pt x="8070" y="703"/>
                  </a:cubicBezTo>
                  <a:lnTo>
                    <a:pt x="5879" y="1"/>
                  </a:lnTo>
                  <a:lnTo>
                    <a:pt x="4915" y="674"/>
                  </a:lnTo>
                  <a:lnTo>
                    <a:pt x="39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2"/>
            <p:cNvSpPr/>
            <p:nvPr/>
          </p:nvSpPr>
          <p:spPr>
            <a:xfrm>
              <a:off x="4065941" y="3443115"/>
              <a:ext cx="107125" cy="147185"/>
            </a:xfrm>
            <a:custGeom>
              <a:rect b="b" l="l" r="r" t="t"/>
              <a:pathLst>
                <a:path extrusionOk="0" h="5614" w="4086">
                  <a:moveTo>
                    <a:pt x="1594" y="0"/>
                  </a:moveTo>
                  <a:cubicBezTo>
                    <a:pt x="1533" y="0"/>
                    <a:pt x="1471" y="4"/>
                    <a:pt x="1410" y="11"/>
                  </a:cubicBezTo>
                  <a:cubicBezTo>
                    <a:pt x="606" y="105"/>
                    <a:pt x="1" y="782"/>
                    <a:pt x="1" y="1594"/>
                  </a:cubicBezTo>
                  <a:lnTo>
                    <a:pt x="1" y="3220"/>
                  </a:lnTo>
                  <a:cubicBezTo>
                    <a:pt x="1" y="4067"/>
                    <a:pt x="450" y="4853"/>
                    <a:pt x="1185" y="5288"/>
                  </a:cubicBezTo>
                  <a:lnTo>
                    <a:pt x="1482" y="5462"/>
                  </a:lnTo>
                  <a:cubicBezTo>
                    <a:pt x="1656" y="5563"/>
                    <a:pt x="1850" y="5614"/>
                    <a:pt x="2043" y="5614"/>
                  </a:cubicBezTo>
                  <a:cubicBezTo>
                    <a:pt x="2236" y="5614"/>
                    <a:pt x="2429" y="5563"/>
                    <a:pt x="2601" y="5462"/>
                  </a:cubicBezTo>
                  <a:lnTo>
                    <a:pt x="2905" y="5284"/>
                  </a:lnTo>
                  <a:cubicBezTo>
                    <a:pt x="3637" y="4853"/>
                    <a:pt x="4086" y="4067"/>
                    <a:pt x="4086" y="3216"/>
                  </a:cubicBezTo>
                  <a:lnTo>
                    <a:pt x="4086" y="1594"/>
                  </a:lnTo>
                  <a:cubicBezTo>
                    <a:pt x="4086" y="714"/>
                    <a:pt x="3372" y="0"/>
                    <a:pt x="249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2"/>
            <p:cNvSpPr/>
            <p:nvPr/>
          </p:nvSpPr>
          <p:spPr>
            <a:xfrm>
              <a:off x="4065941" y="3443377"/>
              <a:ext cx="36967" cy="48371"/>
            </a:xfrm>
            <a:custGeom>
              <a:rect b="b" l="l" r="r" t="t"/>
              <a:pathLst>
                <a:path extrusionOk="0" h="1845" w="1410">
                  <a:moveTo>
                    <a:pt x="1410" y="1"/>
                  </a:moveTo>
                  <a:cubicBezTo>
                    <a:pt x="606" y="95"/>
                    <a:pt x="1" y="776"/>
                    <a:pt x="1" y="1584"/>
                  </a:cubicBezTo>
                  <a:lnTo>
                    <a:pt x="1" y="1844"/>
                  </a:lnTo>
                  <a:cubicBezTo>
                    <a:pt x="1" y="1844"/>
                    <a:pt x="1033" y="1529"/>
                    <a:pt x="141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2"/>
            <p:cNvSpPr/>
            <p:nvPr/>
          </p:nvSpPr>
          <p:spPr>
            <a:xfrm>
              <a:off x="4102882" y="3443115"/>
              <a:ext cx="70184" cy="69791"/>
            </a:xfrm>
            <a:custGeom>
              <a:rect b="b" l="l" r="r" t="t"/>
              <a:pathLst>
                <a:path extrusionOk="0" h="2662" w="2677">
                  <a:moveTo>
                    <a:pt x="185" y="0"/>
                  </a:moveTo>
                  <a:cubicBezTo>
                    <a:pt x="124" y="0"/>
                    <a:pt x="62" y="4"/>
                    <a:pt x="1" y="11"/>
                  </a:cubicBezTo>
                  <a:cubicBezTo>
                    <a:pt x="1" y="11"/>
                    <a:pt x="279" y="2662"/>
                    <a:pt x="2677" y="2662"/>
                  </a:cubicBezTo>
                  <a:lnTo>
                    <a:pt x="2677" y="1594"/>
                  </a:lnTo>
                  <a:cubicBezTo>
                    <a:pt x="2677" y="714"/>
                    <a:pt x="1963" y="0"/>
                    <a:pt x="108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2"/>
            <p:cNvSpPr/>
            <p:nvPr/>
          </p:nvSpPr>
          <p:spPr>
            <a:xfrm>
              <a:off x="4101545" y="3636129"/>
              <a:ext cx="36023" cy="92417"/>
            </a:xfrm>
            <a:custGeom>
              <a:rect b="b" l="l" r="r" t="t"/>
              <a:pathLst>
                <a:path extrusionOk="0" h="3525" w="1374">
                  <a:moveTo>
                    <a:pt x="1" y="1"/>
                  </a:moveTo>
                  <a:lnTo>
                    <a:pt x="1" y="830"/>
                  </a:lnTo>
                  <a:lnTo>
                    <a:pt x="222" y="1424"/>
                  </a:lnTo>
                  <a:lnTo>
                    <a:pt x="1" y="3525"/>
                  </a:lnTo>
                  <a:lnTo>
                    <a:pt x="1373" y="3525"/>
                  </a:lnTo>
                  <a:lnTo>
                    <a:pt x="1153" y="1424"/>
                  </a:lnTo>
                  <a:lnTo>
                    <a:pt x="1373" y="830"/>
                  </a:lnTo>
                  <a:lnTo>
                    <a:pt x="137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2"/>
            <p:cNvSpPr/>
            <p:nvPr/>
          </p:nvSpPr>
          <p:spPr>
            <a:xfrm>
              <a:off x="4094230" y="3618379"/>
              <a:ext cx="25379" cy="47690"/>
            </a:xfrm>
            <a:custGeom>
              <a:rect b="b" l="l" r="r" t="t"/>
              <a:pathLst>
                <a:path extrusionOk="0" h="1819" w="968">
                  <a:moveTo>
                    <a:pt x="1" y="1"/>
                  </a:moveTo>
                  <a:lnTo>
                    <a:pt x="1" y="1819"/>
                  </a:lnTo>
                  <a:lnTo>
                    <a:pt x="968" y="678"/>
                  </a:lnTo>
                  <a:lnTo>
                    <a:pt x="1"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2"/>
            <p:cNvSpPr/>
            <p:nvPr/>
          </p:nvSpPr>
          <p:spPr>
            <a:xfrm>
              <a:off x="4119504" y="3618379"/>
              <a:ext cx="25274" cy="47690"/>
            </a:xfrm>
            <a:custGeom>
              <a:rect b="b" l="l" r="r" t="t"/>
              <a:pathLst>
                <a:path extrusionOk="0" h="1819" w="964">
                  <a:moveTo>
                    <a:pt x="964" y="1"/>
                  </a:moveTo>
                  <a:lnTo>
                    <a:pt x="0" y="678"/>
                  </a:lnTo>
                  <a:lnTo>
                    <a:pt x="964" y="1819"/>
                  </a:lnTo>
                  <a:lnTo>
                    <a:pt x="96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2"/>
            <p:cNvSpPr/>
            <p:nvPr/>
          </p:nvSpPr>
          <p:spPr>
            <a:xfrm>
              <a:off x="3990645" y="3618379"/>
              <a:ext cx="103612" cy="110166"/>
            </a:xfrm>
            <a:custGeom>
              <a:rect b="b" l="l" r="r" t="t"/>
              <a:pathLst>
                <a:path extrusionOk="0" h="4202" w="3952">
                  <a:moveTo>
                    <a:pt x="3952" y="1"/>
                  </a:moveTo>
                  <a:lnTo>
                    <a:pt x="2500" y="464"/>
                  </a:lnTo>
                  <a:lnTo>
                    <a:pt x="1761" y="703"/>
                  </a:lnTo>
                  <a:cubicBezTo>
                    <a:pt x="714" y="1037"/>
                    <a:pt x="1" y="2014"/>
                    <a:pt x="1" y="3115"/>
                  </a:cubicBezTo>
                  <a:lnTo>
                    <a:pt x="1" y="4202"/>
                  </a:lnTo>
                  <a:lnTo>
                    <a:pt x="3952" y="4202"/>
                  </a:lnTo>
                  <a:lnTo>
                    <a:pt x="39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2"/>
            <p:cNvSpPr/>
            <p:nvPr/>
          </p:nvSpPr>
          <p:spPr>
            <a:xfrm>
              <a:off x="3990645" y="3630544"/>
              <a:ext cx="65544" cy="98001"/>
            </a:xfrm>
            <a:custGeom>
              <a:rect b="b" l="l" r="r" t="t"/>
              <a:pathLst>
                <a:path extrusionOk="0" h="3738" w="2500">
                  <a:moveTo>
                    <a:pt x="2500" y="0"/>
                  </a:moveTo>
                  <a:lnTo>
                    <a:pt x="1761" y="239"/>
                  </a:lnTo>
                  <a:cubicBezTo>
                    <a:pt x="714" y="576"/>
                    <a:pt x="1" y="1550"/>
                    <a:pt x="1" y="2651"/>
                  </a:cubicBezTo>
                  <a:lnTo>
                    <a:pt x="1" y="3738"/>
                  </a:lnTo>
                  <a:lnTo>
                    <a:pt x="580" y="3738"/>
                  </a:lnTo>
                  <a:lnTo>
                    <a:pt x="580" y="2651"/>
                  </a:lnTo>
                  <a:cubicBezTo>
                    <a:pt x="580" y="1550"/>
                    <a:pt x="1127" y="576"/>
                    <a:pt x="1931" y="239"/>
                  </a:cubicBezTo>
                  <a:lnTo>
                    <a:pt x="250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2"/>
            <p:cNvSpPr/>
            <p:nvPr/>
          </p:nvSpPr>
          <p:spPr>
            <a:xfrm>
              <a:off x="4144751" y="3618379"/>
              <a:ext cx="103612" cy="110166"/>
            </a:xfrm>
            <a:custGeom>
              <a:rect b="b" l="l" r="r" t="t"/>
              <a:pathLst>
                <a:path extrusionOk="0" h="4202" w="3952">
                  <a:moveTo>
                    <a:pt x="1" y="1"/>
                  </a:moveTo>
                  <a:lnTo>
                    <a:pt x="1" y="4202"/>
                  </a:lnTo>
                  <a:lnTo>
                    <a:pt x="3952" y="4202"/>
                  </a:lnTo>
                  <a:lnTo>
                    <a:pt x="3952" y="3115"/>
                  </a:lnTo>
                  <a:cubicBezTo>
                    <a:pt x="3952" y="2014"/>
                    <a:pt x="3239" y="1040"/>
                    <a:pt x="2192" y="703"/>
                  </a:cubicBezTo>
                  <a:lnTo>
                    <a:pt x="1453" y="464"/>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2"/>
            <p:cNvSpPr/>
            <p:nvPr/>
          </p:nvSpPr>
          <p:spPr>
            <a:xfrm>
              <a:off x="4182845" y="3630544"/>
              <a:ext cx="65518" cy="98001"/>
            </a:xfrm>
            <a:custGeom>
              <a:rect b="b" l="l" r="r" t="t"/>
              <a:pathLst>
                <a:path extrusionOk="0" h="3738" w="2499">
                  <a:moveTo>
                    <a:pt x="0" y="0"/>
                  </a:moveTo>
                  <a:lnTo>
                    <a:pt x="569" y="239"/>
                  </a:lnTo>
                  <a:cubicBezTo>
                    <a:pt x="1373" y="573"/>
                    <a:pt x="1920" y="1550"/>
                    <a:pt x="1920" y="2651"/>
                  </a:cubicBezTo>
                  <a:lnTo>
                    <a:pt x="1920" y="3738"/>
                  </a:lnTo>
                  <a:lnTo>
                    <a:pt x="2499" y="3738"/>
                  </a:lnTo>
                  <a:lnTo>
                    <a:pt x="2499" y="2651"/>
                  </a:lnTo>
                  <a:cubicBezTo>
                    <a:pt x="2499" y="1550"/>
                    <a:pt x="1789" y="573"/>
                    <a:pt x="739" y="239"/>
                  </a:cubicBezTo>
                  <a:lnTo>
                    <a:pt x="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2"/>
            <p:cNvSpPr/>
            <p:nvPr/>
          </p:nvSpPr>
          <p:spPr>
            <a:xfrm>
              <a:off x="4184838" y="3387403"/>
              <a:ext cx="159166" cy="160110"/>
            </a:xfrm>
            <a:custGeom>
              <a:rect b="b" l="l" r="r" t="t"/>
              <a:pathLst>
                <a:path extrusionOk="0" h="6107" w="6071">
                  <a:moveTo>
                    <a:pt x="3295" y="0"/>
                  </a:moveTo>
                  <a:cubicBezTo>
                    <a:pt x="2920" y="0"/>
                    <a:pt x="2536" y="77"/>
                    <a:pt x="2166" y="242"/>
                  </a:cubicBezTo>
                  <a:cubicBezTo>
                    <a:pt x="536" y="970"/>
                    <a:pt x="0" y="3020"/>
                    <a:pt x="1072" y="4450"/>
                  </a:cubicBezTo>
                  <a:lnTo>
                    <a:pt x="1007" y="5899"/>
                  </a:lnTo>
                  <a:cubicBezTo>
                    <a:pt x="1001" y="6017"/>
                    <a:pt x="1098" y="6107"/>
                    <a:pt x="1205" y="6107"/>
                  </a:cubicBezTo>
                  <a:cubicBezTo>
                    <a:pt x="1233" y="6107"/>
                    <a:pt x="1262" y="6101"/>
                    <a:pt x="1289" y="6087"/>
                  </a:cubicBezTo>
                  <a:lnTo>
                    <a:pt x="2604" y="5472"/>
                  </a:lnTo>
                  <a:cubicBezTo>
                    <a:pt x="2838" y="5531"/>
                    <a:pt x="3071" y="5560"/>
                    <a:pt x="3300" y="5560"/>
                  </a:cubicBezTo>
                  <a:cubicBezTo>
                    <a:pt x="4676" y="5560"/>
                    <a:pt x="5895" y="4530"/>
                    <a:pt x="6059" y="3092"/>
                  </a:cubicBezTo>
                  <a:cubicBezTo>
                    <a:pt x="6070" y="2983"/>
                    <a:pt x="5990" y="2889"/>
                    <a:pt x="5882" y="2875"/>
                  </a:cubicBezTo>
                  <a:cubicBezTo>
                    <a:pt x="5875" y="2874"/>
                    <a:pt x="5868" y="2874"/>
                    <a:pt x="5861" y="2874"/>
                  </a:cubicBezTo>
                  <a:cubicBezTo>
                    <a:pt x="5761" y="2874"/>
                    <a:pt x="5674" y="2947"/>
                    <a:pt x="5661" y="3052"/>
                  </a:cubicBezTo>
                  <a:cubicBezTo>
                    <a:pt x="5520" y="4286"/>
                    <a:pt x="4471" y="5165"/>
                    <a:pt x="3297" y="5165"/>
                  </a:cubicBezTo>
                  <a:cubicBezTo>
                    <a:pt x="3082" y="5165"/>
                    <a:pt x="2863" y="5135"/>
                    <a:pt x="2644" y="5073"/>
                  </a:cubicBezTo>
                  <a:cubicBezTo>
                    <a:pt x="2625" y="5067"/>
                    <a:pt x="2606" y="5064"/>
                    <a:pt x="2586" y="5064"/>
                  </a:cubicBezTo>
                  <a:cubicBezTo>
                    <a:pt x="2557" y="5064"/>
                    <a:pt x="2529" y="5071"/>
                    <a:pt x="2503" y="5084"/>
                  </a:cubicBezTo>
                  <a:lnTo>
                    <a:pt x="1423" y="5587"/>
                  </a:lnTo>
                  <a:lnTo>
                    <a:pt x="1478" y="4396"/>
                  </a:lnTo>
                  <a:cubicBezTo>
                    <a:pt x="1478" y="4345"/>
                    <a:pt x="1463" y="4298"/>
                    <a:pt x="1431" y="4262"/>
                  </a:cubicBezTo>
                  <a:cubicBezTo>
                    <a:pt x="475" y="3052"/>
                    <a:pt x="902" y="1270"/>
                    <a:pt x="2300" y="626"/>
                  </a:cubicBezTo>
                  <a:cubicBezTo>
                    <a:pt x="2626" y="474"/>
                    <a:pt x="2966" y="404"/>
                    <a:pt x="3298" y="404"/>
                  </a:cubicBezTo>
                  <a:cubicBezTo>
                    <a:pt x="4388" y="404"/>
                    <a:pt x="5401" y="1163"/>
                    <a:pt x="5628" y="2321"/>
                  </a:cubicBezTo>
                  <a:cubicBezTo>
                    <a:pt x="5653" y="2431"/>
                    <a:pt x="5737" y="2480"/>
                    <a:pt x="5822" y="2480"/>
                  </a:cubicBezTo>
                  <a:cubicBezTo>
                    <a:pt x="5936" y="2480"/>
                    <a:pt x="6050" y="2392"/>
                    <a:pt x="6023" y="2245"/>
                  </a:cubicBezTo>
                  <a:cubicBezTo>
                    <a:pt x="5757" y="890"/>
                    <a:pt x="4572" y="0"/>
                    <a:pt x="3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2"/>
            <p:cNvSpPr/>
            <p:nvPr/>
          </p:nvSpPr>
          <p:spPr>
            <a:xfrm>
              <a:off x="4108020" y="3511491"/>
              <a:ext cx="23753" cy="36180"/>
            </a:xfrm>
            <a:custGeom>
              <a:rect b="b" l="l" r="r" t="t"/>
              <a:pathLst>
                <a:path extrusionOk="0" h="1380" w="906">
                  <a:moveTo>
                    <a:pt x="203" y="1"/>
                  </a:moveTo>
                  <a:cubicBezTo>
                    <a:pt x="103" y="1"/>
                    <a:pt x="4" y="67"/>
                    <a:pt x="4" y="199"/>
                  </a:cubicBezTo>
                  <a:lnTo>
                    <a:pt x="4" y="1180"/>
                  </a:lnTo>
                  <a:cubicBezTo>
                    <a:pt x="0" y="1293"/>
                    <a:pt x="91" y="1380"/>
                    <a:pt x="203" y="1380"/>
                  </a:cubicBezTo>
                  <a:lnTo>
                    <a:pt x="638" y="1380"/>
                  </a:lnTo>
                  <a:cubicBezTo>
                    <a:pt x="906" y="1380"/>
                    <a:pt x="906" y="981"/>
                    <a:pt x="638" y="981"/>
                  </a:cubicBezTo>
                  <a:lnTo>
                    <a:pt x="402" y="981"/>
                  </a:lnTo>
                  <a:lnTo>
                    <a:pt x="402" y="199"/>
                  </a:lnTo>
                  <a:cubicBezTo>
                    <a:pt x="402" y="67"/>
                    <a:pt x="303"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2"/>
            <p:cNvSpPr/>
            <p:nvPr/>
          </p:nvSpPr>
          <p:spPr>
            <a:xfrm>
              <a:off x="3985322" y="3437793"/>
              <a:ext cx="268284" cy="295996"/>
            </a:xfrm>
            <a:custGeom>
              <a:rect b="b" l="l" r="r" t="t"/>
              <a:pathLst>
                <a:path extrusionOk="0" h="11290" w="10233">
                  <a:moveTo>
                    <a:pt x="4195" y="486"/>
                  </a:moveTo>
                  <a:lnTo>
                    <a:pt x="4195" y="486"/>
                  </a:lnTo>
                  <a:cubicBezTo>
                    <a:pt x="3941" y="1206"/>
                    <a:pt x="3539" y="1565"/>
                    <a:pt x="3278" y="1731"/>
                  </a:cubicBezTo>
                  <a:cubicBezTo>
                    <a:pt x="3304" y="1170"/>
                    <a:pt x="3662" y="677"/>
                    <a:pt x="4195" y="486"/>
                  </a:cubicBezTo>
                  <a:close/>
                  <a:moveTo>
                    <a:pt x="5567" y="402"/>
                  </a:moveTo>
                  <a:cubicBezTo>
                    <a:pt x="6339" y="402"/>
                    <a:pt x="6962" y="1025"/>
                    <a:pt x="6962" y="1797"/>
                  </a:cubicBezTo>
                  <a:lnTo>
                    <a:pt x="6962" y="2655"/>
                  </a:lnTo>
                  <a:cubicBezTo>
                    <a:pt x="5310" y="2539"/>
                    <a:pt x="4839" y="1000"/>
                    <a:pt x="4720" y="402"/>
                  </a:cubicBezTo>
                  <a:close/>
                  <a:moveTo>
                    <a:pt x="2873" y="3115"/>
                  </a:moveTo>
                  <a:lnTo>
                    <a:pt x="2873" y="3423"/>
                  </a:lnTo>
                  <a:cubicBezTo>
                    <a:pt x="2873" y="3586"/>
                    <a:pt x="2891" y="3745"/>
                    <a:pt x="2920" y="3904"/>
                  </a:cubicBezTo>
                  <a:cubicBezTo>
                    <a:pt x="2753" y="3839"/>
                    <a:pt x="2641" y="3680"/>
                    <a:pt x="2641" y="3499"/>
                  </a:cubicBezTo>
                  <a:cubicBezTo>
                    <a:pt x="2641" y="3339"/>
                    <a:pt x="2732" y="3191"/>
                    <a:pt x="2873" y="3115"/>
                  </a:cubicBezTo>
                  <a:close/>
                  <a:moveTo>
                    <a:pt x="7360" y="3115"/>
                  </a:moveTo>
                  <a:cubicBezTo>
                    <a:pt x="7505" y="3187"/>
                    <a:pt x="7596" y="3339"/>
                    <a:pt x="7596" y="3499"/>
                  </a:cubicBezTo>
                  <a:cubicBezTo>
                    <a:pt x="7596" y="3676"/>
                    <a:pt x="7483" y="3839"/>
                    <a:pt x="7317" y="3904"/>
                  </a:cubicBezTo>
                  <a:cubicBezTo>
                    <a:pt x="7346" y="3745"/>
                    <a:pt x="7360" y="3582"/>
                    <a:pt x="7360" y="3419"/>
                  </a:cubicBezTo>
                  <a:lnTo>
                    <a:pt x="7360" y="3115"/>
                  </a:lnTo>
                  <a:close/>
                  <a:moveTo>
                    <a:pt x="4445" y="935"/>
                  </a:moveTo>
                  <a:cubicBezTo>
                    <a:pt x="4542" y="1246"/>
                    <a:pt x="4680" y="1543"/>
                    <a:pt x="4854" y="1818"/>
                  </a:cubicBezTo>
                  <a:cubicBezTo>
                    <a:pt x="5343" y="2579"/>
                    <a:pt x="6067" y="3006"/>
                    <a:pt x="6958" y="3061"/>
                  </a:cubicBezTo>
                  <a:lnTo>
                    <a:pt x="6958" y="3423"/>
                  </a:lnTo>
                  <a:cubicBezTo>
                    <a:pt x="6958" y="4201"/>
                    <a:pt x="6545" y="4922"/>
                    <a:pt x="5875" y="5317"/>
                  </a:cubicBezTo>
                  <a:lnTo>
                    <a:pt x="5575" y="5494"/>
                  </a:lnTo>
                  <a:cubicBezTo>
                    <a:pt x="5433" y="5578"/>
                    <a:pt x="5275" y="5619"/>
                    <a:pt x="5117" y="5619"/>
                  </a:cubicBezTo>
                  <a:cubicBezTo>
                    <a:pt x="4958" y="5619"/>
                    <a:pt x="4800" y="5578"/>
                    <a:pt x="4658" y="5494"/>
                  </a:cubicBezTo>
                  <a:lnTo>
                    <a:pt x="4358" y="5317"/>
                  </a:lnTo>
                  <a:cubicBezTo>
                    <a:pt x="3688" y="4922"/>
                    <a:pt x="3278" y="4201"/>
                    <a:pt x="3275" y="3423"/>
                  </a:cubicBezTo>
                  <a:lnTo>
                    <a:pt x="3275" y="2869"/>
                  </a:lnTo>
                  <a:lnTo>
                    <a:pt x="3275" y="2865"/>
                  </a:lnTo>
                  <a:lnTo>
                    <a:pt x="3275" y="2188"/>
                  </a:lnTo>
                  <a:cubicBezTo>
                    <a:pt x="3532" y="2068"/>
                    <a:pt x="4075" y="1731"/>
                    <a:pt x="4445" y="935"/>
                  </a:cubicBezTo>
                  <a:close/>
                  <a:moveTo>
                    <a:pt x="5883" y="5777"/>
                  </a:moveTo>
                  <a:lnTo>
                    <a:pt x="5883" y="6784"/>
                  </a:lnTo>
                  <a:lnTo>
                    <a:pt x="5850" y="6805"/>
                  </a:lnTo>
                  <a:lnTo>
                    <a:pt x="5118" y="7316"/>
                  </a:lnTo>
                  <a:lnTo>
                    <a:pt x="4354" y="6784"/>
                  </a:lnTo>
                  <a:lnTo>
                    <a:pt x="4354" y="5780"/>
                  </a:lnTo>
                  <a:lnTo>
                    <a:pt x="4456" y="5838"/>
                  </a:lnTo>
                  <a:cubicBezTo>
                    <a:pt x="4660" y="5958"/>
                    <a:pt x="4889" y="6018"/>
                    <a:pt x="5118" y="6018"/>
                  </a:cubicBezTo>
                  <a:cubicBezTo>
                    <a:pt x="5347" y="6018"/>
                    <a:pt x="5576" y="5958"/>
                    <a:pt x="5781" y="5838"/>
                  </a:cubicBezTo>
                  <a:lnTo>
                    <a:pt x="5883" y="5777"/>
                  </a:lnTo>
                  <a:close/>
                  <a:moveTo>
                    <a:pt x="4354" y="7273"/>
                  </a:moveTo>
                  <a:lnTo>
                    <a:pt x="4825" y="7602"/>
                  </a:lnTo>
                  <a:lnTo>
                    <a:pt x="4354" y="8156"/>
                  </a:lnTo>
                  <a:lnTo>
                    <a:pt x="4354" y="7374"/>
                  </a:lnTo>
                  <a:lnTo>
                    <a:pt x="4354" y="7273"/>
                  </a:lnTo>
                  <a:close/>
                  <a:moveTo>
                    <a:pt x="5883" y="7273"/>
                  </a:moveTo>
                  <a:lnTo>
                    <a:pt x="5883" y="7374"/>
                  </a:lnTo>
                  <a:lnTo>
                    <a:pt x="5883" y="8156"/>
                  </a:lnTo>
                  <a:lnTo>
                    <a:pt x="5412" y="7602"/>
                  </a:lnTo>
                  <a:lnTo>
                    <a:pt x="5883" y="7273"/>
                  </a:lnTo>
                  <a:close/>
                  <a:moveTo>
                    <a:pt x="5879" y="8772"/>
                  </a:moveTo>
                  <a:lnTo>
                    <a:pt x="5883" y="8779"/>
                  </a:lnTo>
                  <a:lnTo>
                    <a:pt x="5883" y="9891"/>
                  </a:lnTo>
                  <a:lnTo>
                    <a:pt x="5792" y="9011"/>
                  </a:lnTo>
                  <a:lnTo>
                    <a:pt x="5879" y="8772"/>
                  </a:lnTo>
                  <a:close/>
                  <a:moveTo>
                    <a:pt x="4361" y="8772"/>
                  </a:moveTo>
                  <a:lnTo>
                    <a:pt x="4452" y="9011"/>
                  </a:lnTo>
                  <a:lnTo>
                    <a:pt x="4354" y="9920"/>
                  </a:lnTo>
                  <a:lnTo>
                    <a:pt x="4354" y="8779"/>
                  </a:lnTo>
                  <a:lnTo>
                    <a:pt x="4361" y="8772"/>
                  </a:lnTo>
                  <a:close/>
                  <a:moveTo>
                    <a:pt x="5118" y="7877"/>
                  </a:moveTo>
                  <a:lnTo>
                    <a:pt x="5582" y="8424"/>
                  </a:lnTo>
                  <a:lnTo>
                    <a:pt x="5397" y="8917"/>
                  </a:lnTo>
                  <a:cubicBezTo>
                    <a:pt x="5386" y="8946"/>
                    <a:pt x="5383" y="8978"/>
                    <a:pt x="5386" y="9011"/>
                  </a:cubicBezTo>
                  <a:lnTo>
                    <a:pt x="5386" y="9007"/>
                  </a:lnTo>
                  <a:lnTo>
                    <a:pt x="5586" y="10887"/>
                  </a:lnTo>
                  <a:lnTo>
                    <a:pt x="4658" y="10887"/>
                  </a:lnTo>
                  <a:lnTo>
                    <a:pt x="4854" y="9007"/>
                  </a:lnTo>
                  <a:cubicBezTo>
                    <a:pt x="4858" y="8978"/>
                    <a:pt x="4854" y="8946"/>
                    <a:pt x="4843" y="8917"/>
                  </a:cubicBezTo>
                  <a:lnTo>
                    <a:pt x="4658" y="8421"/>
                  </a:lnTo>
                  <a:lnTo>
                    <a:pt x="5118" y="7877"/>
                  </a:lnTo>
                  <a:close/>
                  <a:moveTo>
                    <a:pt x="4669" y="0"/>
                  </a:moveTo>
                  <a:cubicBezTo>
                    <a:pt x="4600" y="0"/>
                    <a:pt x="4528" y="4"/>
                    <a:pt x="4459" y="15"/>
                  </a:cubicBezTo>
                  <a:cubicBezTo>
                    <a:pt x="3557" y="120"/>
                    <a:pt x="2876" y="884"/>
                    <a:pt x="2876" y="1797"/>
                  </a:cubicBezTo>
                  <a:lnTo>
                    <a:pt x="2876" y="2688"/>
                  </a:lnTo>
                  <a:cubicBezTo>
                    <a:pt x="2474" y="2789"/>
                    <a:pt x="2206" y="3169"/>
                    <a:pt x="2246" y="3582"/>
                  </a:cubicBezTo>
                  <a:cubicBezTo>
                    <a:pt x="2290" y="3995"/>
                    <a:pt x="2627" y="4314"/>
                    <a:pt x="3043" y="4332"/>
                  </a:cubicBezTo>
                  <a:cubicBezTo>
                    <a:pt x="3224" y="4813"/>
                    <a:pt x="3539" y="5226"/>
                    <a:pt x="3956" y="5527"/>
                  </a:cubicBezTo>
                  <a:lnTo>
                    <a:pt x="3956" y="6740"/>
                  </a:lnTo>
                  <a:lnTo>
                    <a:pt x="1902" y="7399"/>
                  </a:lnTo>
                  <a:cubicBezTo>
                    <a:pt x="769" y="7758"/>
                    <a:pt x="1" y="8812"/>
                    <a:pt x="1" y="10000"/>
                  </a:cubicBezTo>
                  <a:lnTo>
                    <a:pt x="1" y="11086"/>
                  </a:lnTo>
                  <a:cubicBezTo>
                    <a:pt x="1" y="11199"/>
                    <a:pt x="91" y="11289"/>
                    <a:pt x="204" y="11289"/>
                  </a:cubicBezTo>
                  <a:lnTo>
                    <a:pt x="2163" y="11289"/>
                  </a:lnTo>
                  <a:cubicBezTo>
                    <a:pt x="2431" y="11289"/>
                    <a:pt x="2431" y="10887"/>
                    <a:pt x="2163" y="10887"/>
                  </a:cubicBezTo>
                  <a:lnTo>
                    <a:pt x="403" y="10887"/>
                  </a:lnTo>
                  <a:lnTo>
                    <a:pt x="403" y="10003"/>
                  </a:lnTo>
                  <a:cubicBezTo>
                    <a:pt x="403" y="9782"/>
                    <a:pt x="435" y="9565"/>
                    <a:pt x="493" y="9355"/>
                  </a:cubicBezTo>
                  <a:cubicBezTo>
                    <a:pt x="511" y="9297"/>
                    <a:pt x="530" y="9239"/>
                    <a:pt x="551" y="9181"/>
                  </a:cubicBezTo>
                  <a:cubicBezTo>
                    <a:pt x="573" y="9127"/>
                    <a:pt x="595" y="9069"/>
                    <a:pt x="620" y="9015"/>
                  </a:cubicBezTo>
                  <a:cubicBezTo>
                    <a:pt x="895" y="8424"/>
                    <a:pt x="1406" y="7975"/>
                    <a:pt x="2025" y="7780"/>
                  </a:cubicBezTo>
                  <a:lnTo>
                    <a:pt x="3188" y="7407"/>
                  </a:lnTo>
                  <a:lnTo>
                    <a:pt x="3952" y="7160"/>
                  </a:lnTo>
                  <a:lnTo>
                    <a:pt x="3952" y="10887"/>
                  </a:lnTo>
                  <a:lnTo>
                    <a:pt x="2953" y="10887"/>
                  </a:lnTo>
                  <a:cubicBezTo>
                    <a:pt x="2688" y="10887"/>
                    <a:pt x="2688" y="11289"/>
                    <a:pt x="2953" y="11289"/>
                  </a:cubicBezTo>
                  <a:lnTo>
                    <a:pt x="10033" y="11289"/>
                  </a:lnTo>
                  <a:cubicBezTo>
                    <a:pt x="10145" y="11289"/>
                    <a:pt x="10232" y="11199"/>
                    <a:pt x="10232" y="11086"/>
                  </a:cubicBezTo>
                  <a:lnTo>
                    <a:pt x="10232" y="10000"/>
                  </a:lnTo>
                  <a:cubicBezTo>
                    <a:pt x="10232" y="9323"/>
                    <a:pt x="9982" y="8671"/>
                    <a:pt x="9530" y="8167"/>
                  </a:cubicBezTo>
                  <a:cubicBezTo>
                    <a:pt x="9489" y="8125"/>
                    <a:pt x="9435" y="8103"/>
                    <a:pt x="9381" y="8103"/>
                  </a:cubicBezTo>
                  <a:cubicBezTo>
                    <a:pt x="9333" y="8103"/>
                    <a:pt x="9285" y="8121"/>
                    <a:pt x="9247" y="8156"/>
                  </a:cubicBezTo>
                  <a:cubicBezTo>
                    <a:pt x="9164" y="8229"/>
                    <a:pt x="9157" y="8356"/>
                    <a:pt x="9233" y="8439"/>
                  </a:cubicBezTo>
                  <a:cubicBezTo>
                    <a:pt x="9620" y="8866"/>
                    <a:pt x="9834" y="9424"/>
                    <a:pt x="9834" y="10003"/>
                  </a:cubicBezTo>
                  <a:lnTo>
                    <a:pt x="9834" y="10887"/>
                  </a:lnTo>
                  <a:lnTo>
                    <a:pt x="6285" y="10887"/>
                  </a:lnTo>
                  <a:lnTo>
                    <a:pt x="6285" y="7164"/>
                  </a:lnTo>
                  <a:lnTo>
                    <a:pt x="8211" y="7780"/>
                  </a:lnTo>
                  <a:cubicBezTo>
                    <a:pt x="8367" y="7830"/>
                    <a:pt x="8519" y="7899"/>
                    <a:pt x="8664" y="7979"/>
                  </a:cubicBezTo>
                  <a:cubicBezTo>
                    <a:pt x="8702" y="8002"/>
                    <a:pt x="8739" y="8012"/>
                    <a:pt x="8773" y="8012"/>
                  </a:cubicBezTo>
                  <a:cubicBezTo>
                    <a:pt x="8952" y="8012"/>
                    <a:pt x="9067" y="7740"/>
                    <a:pt x="8863" y="7631"/>
                  </a:cubicBezTo>
                  <a:cubicBezTo>
                    <a:pt x="8693" y="7537"/>
                    <a:pt x="8519" y="7457"/>
                    <a:pt x="8334" y="7399"/>
                  </a:cubicBezTo>
                  <a:lnTo>
                    <a:pt x="6285" y="6740"/>
                  </a:lnTo>
                  <a:lnTo>
                    <a:pt x="6285" y="5531"/>
                  </a:lnTo>
                  <a:cubicBezTo>
                    <a:pt x="6697" y="5230"/>
                    <a:pt x="7016" y="4813"/>
                    <a:pt x="7197" y="4335"/>
                  </a:cubicBezTo>
                  <a:cubicBezTo>
                    <a:pt x="7610" y="4317"/>
                    <a:pt x="7951" y="3999"/>
                    <a:pt x="7990" y="3586"/>
                  </a:cubicBezTo>
                  <a:cubicBezTo>
                    <a:pt x="8034" y="3173"/>
                    <a:pt x="7766" y="2789"/>
                    <a:pt x="7360" y="2691"/>
                  </a:cubicBezTo>
                  <a:lnTo>
                    <a:pt x="7360" y="1797"/>
                  </a:lnTo>
                  <a:cubicBezTo>
                    <a:pt x="7360" y="804"/>
                    <a:pt x="6560" y="4"/>
                    <a:pt x="55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2"/>
            <p:cNvSpPr/>
            <p:nvPr/>
          </p:nvSpPr>
          <p:spPr>
            <a:xfrm>
              <a:off x="4250250" y="3417711"/>
              <a:ext cx="43809" cy="63289"/>
            </a:xfrm>
            <a:custGeom>
              <a:rect b="b" l="l" r="r" t="t"/>
              <a:pathLst>
                <a:path extrusionOk="0" h="2414" w="1671">
                  <a:moveTo>
                    <a:pt x="829" y="1"/>
                  </a:moveTo>
                  <a:cubicBezTo>
                    <a:pt x="504" y="1"/>
                    <a:pt x="205" y="191"/>
                    <a:pt x="69" y="495"/>
                  </a:cubicBezTo>
                  <a:cubicBezTo>
                    <a:pt x="1" y="651"/>
                    <a:pt x="130" y="775"/>
                    <a:pt x="260" y="775"/>
                  </a:cubicBezTo>
                  <a:cubicBezTo>
                    <a:pt x="328" y="775"/>
                    <a:pt x="396" y="740"/>
                    <a:pt x="435" y="658"/>
                  </a:cubicBezTo>
                  <a:cubicBezTo>
                    <a:pt x="507" y="488"/>
                    <a:pt x="669" y="395"/>
                    <a:pt x="833" y="395"/>
                  </a:cubicBezTo>
                  <a:cubicBezTo>
                    <a:pt x="949" y="395"/>
                    <a:pt x="1065" y="441"/>
                    <a:pt x="1152" y="538"/>
                  </a:cubicBezTo>
                  <a:cubicBezTo>
                    <a:pt x="1362" y="773"/>
                    <a:pt x="1257" y="1147"/>
                    <a:pt x="957" y="1237"/>
                  </a:cubicBezTo>
                  <a:cubicBezTo>
                    <a:pt x="670" y="1328"/>
                    <a:pt x="489" y="1418"/>
                    <a:pt x="489" y="1599"/>
                  </a:cubicBezTo>
                  <a:lnTo>
                    <a:pt x="489" y="2215"/>
                  </a:lnTo>
                  <a:cubicBezTo>
                    <a:pt x="489" y="2347"/>
                    <a:pt x="590" y="2413"/>
                    <a:pt x="690" y="2413"/>
                  </a:cubicBezTo>
                  <a:cubicBezTo>
                    <a:pt x="791" y="2413"/>
                    <a:pt x="891" y="2347"/>
                    <a:pt x="891" y="2215"/>
                  </a:cubicBezTo>
                  <a:lnTo>
                    <a:pt x="891" y="1690"/>
                  </a:lnTo>
                  <a:cubicBezTo>
                    <a:pt x="953" y="1664"/>
                    <a:pt x="1015" y="1639"/>
                    <a:pt x="1076" y="1621"/>
                  </a:cubicBezTo>
                  <a:cubicBezTo>
                    <a:pt x="1261" y="1563"/>
                    <a:pt x="1420" y="1443"/>
                    <a:pt x="1529" y="1284"/>
                  </a:cubicBezTo>
                  <a:cubicBezTo>
                    <a:pt x="1627" y="1128"/>
                    <a:pt x="1670" y="951"/>
                    <a:pt x="1659" y="770"/>
                  </a:cubicBezTo>
                  <a:cubicBezTo>
                    <a:pt x="1630" y="390"/>
                    <a:pt x="1344" y="78"/>
                    <a:pt x="971" y="13"/>
                  </a:cubicBezTo>
                  <a:cubicBezTo>
                    <a:pt x="923" y="5"/>
                    <a:pt x="876"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2"/>
            <p:cNvSpPr/>
            <p:nvPr/>
          </p:nvSpPr>
          <p:spPr>
            <a:xfrm>
              <a:off x="4261655" y="3486112"/>
              <a:ext cx="16438" cy="14105"/>
            </a:xfrm>
            <a:custGeom>
              <a:rect b="b" l="l" r="r" t="t"/>
              <a:pathLst>
                <a:path extrusionOk="0" h="538" w="627">
                  <a:moveTo>
                    <a:pt x="268" y="1"/>
                  </a:moveTo>
                  <a:cubicBezTo>
                    <a:pt x="120" y="1"/>
                    <a:pt x="0" y="120"/>
                    <a:pt x="0" y="269"/>
                  </a:cubicBezTo>
                  <a:cubicBezTo>
                    <a:pt x="0" y="430"/>
                    <a:pt x="132" y="537"/>
                    <a:pt x="269" y="537"/>
                  </a:cubicBezTo>
                  <a:cubicBezTo>
                    <a:pt x="335" y="537"/>
                    <a:pt x="402" y="512"/>
                    <a:pt x="456" y="457"/>
                  </a:cubicBezTo>
                  <a:cubicBezTo>
                    <a:pt x="627" y="290"/>
                    <a:pt x="507"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8" name="Google Shape;12898;p82"/>
          <p:cNvGrpSpPr/>
          <p:nvPr/>
        </p:nvGrpSpPr>
        <p:grpSpPr>
          <a:xfrm>
            <a:off x="2162341" y="4286611"/>
            <a:ext cx="351341" cy="358262"/>
            <a:chOff x="2162341" y="4286611"/>
            <a:chExt cx="351341" cy="358262"/>
          </a:xfrm>
        </p:grpSpPr>
        <p:sp>
          <p:nvSpPr>
            <p:cNvPr id="12899" name="Google Shape;12899;p82"/>
            <p:cNvSpPr/>
            <p:nvPr/>
          </p:nvSpPr>
          <p:spPr>
            <a:xfrm>
              <a:off x="2168423" y="4380181"/>
              <a:ext cx="266658" cy="259475"/>
            </a:xfrm>
            <a:custGeom>
              <a:rect b="b" l="l" r="r" t="t"/>
              <a:pathLst>
                <a:path extrusionOk="0" h="9897" w="10171">
                  <a:moveTo>
                    <a:pt x="2372" y="1"/>
                  </a:moveTo>
                  <a:lnTo>
                    <a:pt x="1572" y="421"/>
                  </a:lnTo>
                  <a:lnTo>
                    <a:pt x="1355" y="537"/>
                  </a:lnTo>
                  <a:cubicBezTo>
                    <a:pt x="384" y="1044"/>
                    <a:pt x="0" y="2232"/>
                    <a:pt x="486" y="3213"/>
                  </a:cubicBezTo>
                  <a:cubicBezTo>
                    <a:pt x="1130" y="4513"/>
                    <a:pt x="5657" y="9041"/>
                    <a:pt x="6958" y="9685"/>
                  </a:cubicBezTo>
                  <a:cubicBezTo>
                    <a:pt x="7246" y="9829"/>
                    <a:pt x="7552" y="9897"/>
                    <a:pt x="7853" y="9897"/>
                  </a:cubicBezTo>
                  <a:cubicBezTo>
                    <a:pt x="8578" y="9897"/>
                    <a:pt x="9277" y="9503"/>
                    <a:pt x="9638" y="8820"/>
                  </a:cubicBezTo>
                  <a:lnTo>
                    <a:pt x="9750" y="8599"/>
                  </a:lnTo>
                  <a:lnTo>
                    <a:pt x="10170" y="7802"/>
                  </a:lnTo>
                  <a:lnTo>
                    <a:pt x="7863" y="6509"/>
                  </a:lnTo>
                  <a:lnTo>
                    <a:pt x="7657" y="7009"/>
                  </a:lnTo>
                  <a:cubicBezTo>
                    <a:pt x="7504" y="7376"/>
                    <a:pt x="7149" y="7588"/>
                    <a:pt x="6785" y="7588"/>
                  </a:cubicBezTo>
                  <a:cubicBezTo>
                    <a:pt x="6596" y="7588"/>
                    <a:pt x="6405" y="7532"/>
                    <a:pt x="6237" y="7411"/>
                  </a:cubicBezTo>
                  <a:cubicBezTo>
                    <a:pt x="6009" y="7244"/>
                    <a:pt x="2930" y="4162"/>
                    <a:pt x="2764" y="3934"/>
                  </a:cubicBezTo>
                  <a:cubicBezTo>
                    <a:pt x="2409" y="3441"/>
                    <a:pt x="2604" y="2750"/>
                    <a:pt x="3166" y="2518"/>
                  </a:cubicBezTo>
                  <a:lnTo>
                    <a:pt x="3665" y="2311"/>
                  </a:lnTo>
                  <a:lnTo>
                    <a:pt x="23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2"/>
            <p:cNvSpPr/>
            <p:nvPr/>
          </p:nvSpPr>
          <p:spPr>
            <a:xfrm>
              <a:off x="2209716" y="4380181"/>
              <a:ext cx="54821" cy="70289"/>
            </a:xfrm>
            <a:custGeom>
              <a:rect b="b" l="l" r="r" t="t"/>
              <a:pathLst>
                <a:path extrusionOk="0" h="2681" w="2091">
                  <a:moveTo>
                    <a:pt x="797" y="1"/>
                  </a:moveTo>
                  <a:lnTo>
                    <a:pt x="1" y="421"/>
                  </a:lnTo>
                  <a:lnTo>
                    <a:pt x="1330" y="2681"/>
                  </a:lnTo>
                  <a:cubicBezTo>
                    <a:pt x="1406" y="2608"/>
                    <a:pt x="1496" y="2554"/>
                    <a:pt x="1591" y="2514"/>
                  </a:cubicBezTo>
                  <a:lnTo>
                    <a:pt x="2090" y="2308"/>
                  </a:lnTo>
                  <a:lnTo>
                    <a:pt x="797"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2"/>
            <p:cNvSpPr/>
            <p:nvPr/>
          </p:nvSpPr>
          <p:spPr>
            <a:xfrm>
              <a:off x="2364871" y="4550805"/>
              <a:ext cx="70210" cy="54821"/>
            </a:xfrm>
            <a:custGeom>
              <a:rect b="b" l="l" r="r" t="t"/>
              <a:pathLst>
                <a:path extrusionOk="0" h="2091" w="2678">
                  <a:moveTo>
                    <a:pt x="370" y="1"/>
                  </a:moveTo>
                  <a:lnTo>
                    <a:pt x="164" y="497"/>
                  </a:lnTo>
                  <a:cubicBezTo>
                    <a:pt x="124" y="595"/>
                    <a:pt x="69" y="682"/>
                    <a:pt x="1" y="761"/>
                  </a:cubicBezTo>
                  <a:lnTo>
                    <a:pt x="2257" y="2091"/>
                  </a:lnTo>
                  <a:lnTo>
                    <a:pt x="2677" y="1290"/>
                  </a:lnTo>
                  <a:lnTo>
                    <a:pt x="37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2"/>
            <p:cNvSpPr/>
            <p:nvPr/>
          </p:nvSpPr>
          <p:spPr>
            <a:xfrm>
              <a:off x="2309605" y="4291907"/>
              <a:ext cx="199332" cy="207747"/>
            </a:xfrm>
            <a:custGeom>
              <a:rect b="b" l="l" r="r" t="t"/>
              <a:pathLst>
                <a:path extrusionOk="0" h="7924" w="7603">
                  <a:moveTo>
                    <a:pt x="3818" y="0"/>
                  </a:moveTo>
                  <a:cubicBezTo>
                    <a:pt x="3770" y="0"/>
                    <a:pt x="3722" y="1"/>
                    <a:pt x="3673" y="3"/>
                  </a:cubicBezTo>
                  <a:cubicBezTo>
                    <a:pt x="2326" y="57"/>
                    <a:pt x="1123" y="861"/>
                    <a:pt x="562" y="2089"/>
                  </a:cubicBezTo>
                  <a:cubicBezTo>
                    <a:pt x="1" y="3313"/>
                    <a:pt x="175" y="4751"/>
                    <a:pt x="1011" y="5809"/>
                  </a:cubicBezTo>
                  <a:lnTo>
                    <a:pt x="913" y="7924"/>
                  </a:lnTo>
                  <a:lnTo>
                    <a:pt x="2833" y="7026"/>
                  </a:lnTo>
                  <a:cubicBezTo>
                    <a:pt x="3160" y="7119"/>
                    <a:pt x="3491" y="7164"/>
                    <a:pt x="3819" y="7164"/>
                  </a:cubicBezTo>
                  <a:cubicBezTo>
                    <a:pt x="4995" y="7164"/>
                    <a:pt x="6122" y="6585"/>
                    <a:pt x="6799" y="5573"/>
                  </a:cubicBezTo>
                  <a:cubicBezTo>
                    <a:pt x="7548" y="4454"/>
                    <a:pt x="7603" y="3006"/>
                    <a:pt x="6944" y="1828"/>
                  </a:cubicBezTo>
                  <a:cubicBezTo>
                    <a:pt x="6308" y="697"/>
                    <a:pt x="5111" y="0"/>
                    <a:pt x="381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2"/>
            <p:cNvSpPr/>
            <p:nvPr/>
          </p:nvSpPr>
          <p:spPr>
            <a:xfrm>
              <a:off x="2215799" y="4356061"/>
              <a:ext cx="79020" cy="98971"/>
            </a:xfrm>
            <a:custGeom>
              <a:rect b="b" l="l" r="r" t="t"/>
              <a:pathLst>
                <a:path extrusionOk="0" h="3775" w="3014">
                  <a:moveTo>
                    <a:pt x="1210" y="1"/>
                  </a:moveTo>
                  <a:lnTo>
                    <a:pt x="0" y="714"/>
                  </a:lnTo>
                  <a:lnTo>
                    <a:pt x="1804" y="3775"/>
                  </a:lnTo>
                  <a:lnTo>
                    <a:pt x="3014" y="3061"/>
                  </a:lnTo>
                  <a:lnTo>
                    <a:pt x="1210"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2"/>
            <p:cNvSpPr/>
            <p:nvPr/>
          </p:nvSpPr>
          <p:spPr>
            <a:xfrm>
              <a:off x="2359182" y="4530879"/>
              <a:ext cx="98866" cy="79203"/>
            </a:xfrm>
            <a:custGeom>
              <a:rect b="b" l="l" r="r" t="t"/>
              <a:pathLst>
                <a:path extrusionOk="0" h="3021" w="3771">
                  <a:moveTo>
                    <a:pt x="714" y="0"/>
                  </a:moveTo>
                  <a:lnTo>
                    <a:pt x="0" y="1210"/>
                  </a:lnTo>
                  <a:lnTo>
                    <a:pt x="3053" y="3021"/>
                  </a:lnTo>
                  <a:lnTo>
                    <a:pt x="3770" y="1811"/>
                  </a:lnTo>
                  <a:lnTo>
                    <a:pt x="714"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2"/>
            <p:cNvSpPr/>
            <p:nvPr/>
          </p:nvSpPr>
          <p:spPr>
            <a:xfrm>
              <a:off x="2349586" y="4330420"/>
              <a:ext cx="116065" cy="111660"/>
            </a:xfrm>
            <a:custGeom>
              <a:rect b="b" l="l" r="r" t="t"/>
              <a:pathLst>
                <a:path extrusionOk="0" h="4259" w="4427">
                  <a:moveTo>
                    <a:pt x="2300" y="1"/>
                  </a:moveTo>
                  <a:cubicBezTo>
                    <a:pt x="2297" y="1"/>
                    <a:pt x="2295" y="1"/>
                    <a:pt x="2293" y="1"/>
                  </a:cubicBezTo>
                  <a:cubicBezTo>
                    <a:pt x="1435" y="1"/>
                    <a:pt x="660" y="522"/>
                    <a:pt x="330" y="1316"/>
                  </a:cubicBezTo>
                  <a:cubicBezTo>
                    <a:pt x="0" y="2112"/>
                    <a:pt x="182" y="3025"/>
                    <a:pt x="790" y="3634"/>
                  </a:cubicBezTo>
                  <a:cubicBezTo>
                    <a:pt x="1198" y="4041"/>
                    <a:pt x="1744" y="4259"/>
                    <a:pt x="2298" y="4259"/>
                  </a:cubicBezTo>
                  <a:cubicBezTo>
                    <a:pt x="2571" y="4259"/>
                    <a:pt x="2846" y="4206"/>
                    <a:pt x="3108" y="4097"/>
                  </a:cubicBezTo>
                  <a:cubicBezTo>
                    <a:pt x="3905" y="3768"/>
                    <a:pt x="4423" y="2989"/>
                    <a:pt x="4423" y="2131"/>
                  </a:cubicBezTo>
                  <a:cubicBezTo>
                    <a:pt x="4426" y="956"/>
                    <a:pt x="3474" y="1"/>
                    <a:pt x="230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2"/>
            <p:cNvSpPr/>
            <p:nvPr/>
          </p:nvSpPr>
          <p:spPr>
            <a:xfrm>
              <a:off x="2356796" y="4340960"/>
              <a:ext cx="105997" cy="90241"/>
            </a:xfrm>
            <a:custGeom>
              <a:rect b="b" l="l" r="r" t="t"/>
              <a:pathLst>
                <a:path extrusionOk="0" h="3442" w="4043">
                  <a:moveTo>
                    <a:pt x="776" y="1"/>
                  </a:moveTo>
                  <a:cubicBezTo>
                    <a:pt x="414" y="262"/>
                    <a:pt x="146" y="628"/>
                    <a:pt x="1" y="1051"/>
                  </a:cubicBezTo>
                  <a:lnTo>
                    <a:pt x="3278" y="3442"/>
                  </a:lnTo>
                  <a:cubicBezTo>
                    <a:pt x="3637" y="3177"/>
                    <a:pt x="3905" y="2808"/>
                    <a:pt x="4043" y="2388"/>
                  </a:cubicBezTo>
                  <a:lnTo>
                    <a:pt x="77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2"/>
            <p:cNvSpPr/>
            <p:nvPr/>
          </p:nvSpPr>
          <p:spPr>
            <a:xfrm>
              <a:off x="2306275" y="4286611"/>
              <a:ext cx="207407" cy="218313"/>
            </a:xfrm>
            <a:custGeom>
              <a:rect b="b" l="l" r="r" t="t"/>
              <a:pathLst>
                <a:path extrusionOk="0" h="8327" w="7911">
                  <a:moveTo>
                    <a:pt x="3943" y="1"/>
                  </a:moveTo>
                  <a:cubicBezTo>
                    <a:pt x="2697" y="1"/>
                    <a:pt x="1512" y="618"/>
                    <a:pt x="801" y="1679"/>
                  </a:cubicBezTo>
                  <a:cubicBezTo>
                    <a:pt x="722" y="1799"/>
                    <a:pt x="649" y="1922"/>
                    <a:pt x="584" y="2049"/>
                  </a:cubicBezTo>
                  <a:cubicBezTo>
                    <a:pt x="501" y="2209"/>
                    <a:pt x="636" y="2343"/>
                    <a:pt x="769" y="2343"/>
                  </a:cubicBezTo>
                  <a:cubicBezTo>
                    <a:pt x="834" y="2343"/>
                    <a:pt x="900" y="2311"/>
                    <a:pt x="939" y="2233"/>
                  </a:cubicBezTo>
                  <a:cubicBezTo>
                    <a:pt x="1001" y="2117"/>
                    <a:pt x="1066" y="2009"/>
                    <a:pt x="1135" y="1904"/>
                  </a:cubicBezTo>
                  <a:cubicBezTo>
                    <a:pt x="1768" y="956"/>
                    <a:pt x="2826" y="402"/>
                    <a:pt x="3945" y="402"/>
                  </a:cubicBezTo>
                  <a:cubicBezTo>
                    <a:pt x="4080" y="402"/>
                    <a:pt x="4215" y="410"/>
                    <a:pt x="4351" y="426"/>
                  </a:cubicBezTo>
                  <a:cubicBezTo>
                    <a:pt x="5615" y="575"/>
                    <a:pt x="6687" y="1426"/>
                    <a:pt x="7125" y="2621"/>
                  </a:cubicBezTo>
                  <a:cubicBezTo>
                    <a:pt x="7563" y="3816"/>
                    <a:pt x="7292" y="5156"/>
                    <a:pt x="6426" y="6087"/>
                  </a:cubicBezTo>
                  <a:cubicBezTo>
                    <a:pt x="5775" y="6786"/>
                    <a:pt x="4875" y="7167"/>
                    <a:pt x="3950" y="7167"/>
                  </a:cubicBezTo>
                  <a:cubicBezTo>
                    <a:pt x="3639" y="7167"/>
                    <a:pt x="3326" y="7124"/>
                    <a:pt x="3018" y="7036"/>
                  </a:cubicBezTo>
                  <a:cubicBezTo>
                    <a:pt x="3000" y="7032"/>
                    <a:pt x="2982" y="7030"/>
                    <a:pt x="2964" y="7030"/>
                  </a:cubicBezTo>
                  <a:cubicBezTo>
                    <a:pt x="2934" y="7030"/>
                    <a:pt x="2904" y="7035"/>
                    <a:pt x="2877" y="7047"/>
                  </a:cubicBezTo>
                  <a:lnTo>
                    <a:pt x="1258" y="7804"/>
                  </a:lnTo>
                  <a:lnTo>
                    <a:pt x="1258" y="7804"/>
                  </a:lnTo>
                  <a:lnTo>
                    <a:pt x="1337" y="6018"/>
                  </a:lnTo>
                  <a:cubicBezTo>
                    <a:pt x="1341" y="5971"/>
                    <a:pt x="1323" y="5924"/>
                    <a:pt x="1294" y="5884"/>
                  </a:cubicBezTo>
                  <a:cubicBezTo>
                    <a:pt x="646" y="5065"/>
                    <a:pt x="414" y="3993"/>
                    <a:pt x="660" y="2976"/>
                  </a:cubicBezTo>
                  <a:cubicBezTo>
                    <a:pt x="696" y="2824"/>
                    <a:pt x="577" y="2728"/>
                    <a:pt x="459" y="2728"/>
                  </a:cubicBezTo>
                  <a:cubicBezTo>
                    <a:pt x="377" y="2728"/>
                    <a:pt x="296" y="2775"/>
                    <a:pt x="269" y="2882"/>
                  </a:cubicBezTo>
                  <a:cubicBezTo>
                    <a:pt x="1" y="3990"/>
                    <a:pt x="244" y="5163"/>
                    <a:pt x="932" y="6072"/>
                  </a:cubicBezTo>
                  <a:lnTo>
                    <a:pt x="841" y="8115"/>
                  </a:lnTo>
                  <a:cubicBezTo>
                    <a:pt x="835" y="8236"/>
                    <a:pt x="932" y="8327"/>
                    <a:pt x="1039" y="8327"/>
                  </a:cubicBezTo>
                  <a:cubicBezTo>
                    <a:pt x="1067" y="8327"/>
                    <a:pt x="1096" y="8320"/>
                    <a:pt x="1124" y="8307"/>
                  </a:cubicBezTo>
                  <a:lnTo>
                    <a:pt x="2978" y="7441"/>
                  </a:lnTo>
                  <a:cubicBezTo>
                    <a:pt x="3297" y="7526"/>
                    <a:pt x="3621" y="7567"/>
                    <a:pt x="3943" y="7567"/>
                  </a:cubicBezTo>
                  <a:cubicBezTo>
                    <a:pt x="4895" y="7567"/>
                    <a:pt x="5826" y="7208"/>
                    <a:pt x="6535" y="6540"/>
                  </a:cubicBezTo>
                  <a:cubicBezTo>
                    <a:pt x="7487" y="5649"/>
                    <a:pt x="7911" y="4327"/>
                    <a:pt x="7657" y="3045"/>
                  </a:cubicBezTo>
                  <a:lnTo>
                    <a:pt x="7657" y="3045"/>
                  </a:lnTo>
                  <a:lnTo>
                    <a:pt x="7657" y="3048"/>
                  </a:lnTo>
                  <a:cubicBezTo>
                    <a:pt x="7360" y="1545"/>
                    <a:pt x="6187" y="372"/>
                    <a:pt x="4687" y="75"/>
                  </a:cubicBezTo>
                  <a:cubicBezTo>
                    <a:pt x="4439" y="25"/>
                    <a:pt x="4190" y="1"/>
                    <a:pt x="3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2"/>
            <p:cNvSpPr/>
            <p:nvPr/>
          </p:nvSpPr>
          <p:spPr>
            <a:xfrm>
              <a:off x="2162341" y="4350818"/>
              <a:ext cx="302838" cy="294055"/>
            </a:xfrm>
            <a:custGeom>
              <a:rect b="b" l="l" r="r" t="t"/>
              <a:pathLst>
                <a:path extrusionOk="0" h="11216" w="11551">
                  <a:moveTo>
                    <a:pt x="3180" y="476"/>
                  </a:moveTo>
                  <a:lnTo>
                    <a:pt x="4778" y="3192"/>
                  </a:lnTo>
                  <a:lnTo>
                    <a:pt x="3916" y="3699"/>
                  </a:lnTo>
                  <a:lnTo>
                    <a:pt x="2315" y="983"/>
                  </a:lnTo>
                  <a:lnTo>
                    <a:pt x="3180" y="476"/>
                  </a:lnTo>
                  <a:close/>
                  <a:moveTo>
                    <a:pt x="3250" y="1"/>
                  </a:moveTo>
                  <a:cubicBezTo>
                    <a:pt x="3216" y="1"/>
                    <a:pt x="3182" y="9"/>
                    <a:pt x="3151" y="27"/>
                  </a:cubicBezTo>
                  <a:lnTo>
                    <a:pt x="1938" y="744"/>
                  </a:lnTo>
                  <a:cubicBezTo>
                    <a:pt x="1844" y="798"/>
                    <a:pt x="1811" y="922"/>
                    <a:pt x="1869" y="1016"/>
                  </a:cubicBezTo>
                  <a:lnTo>
                    <a:pt x="1989" y="1222"/>
                  </a:lnTo>
                  <a:lnTo>
                    <a:pt x="1493" y="1483"/>
                  </a:lnTo>
                  <a:cubicBezTo>
                    <a:pt x="428" y="2041"/>
                    <a:pt x="0" y="3348"/>
                    <a:pt x="536" y="4424"/>
                  </a:cubicBezTo>
                  <a:cubicBezTo>
                    <a:pt x="790" y="4934"/>
                    <a:pt x="1532" y="5800"/>
                    <a:pt x="2116" y="6441"/>
                  </a:cubicBezTo>
                  <a:cubicBezTo>
                    <a:pt x="2159" y="6489"/>
                    <a:pt x="2210" y="6509"/>
                    <a:pt x="2259" y="6509"/>
                  </a:cubicBezTo>
                  <a:cubicBezTo>
                    <a:pt x="2410" y="6509"/>
                    <a:pt x="2546" y="6320"/>
                    <a:pt x="2413" y="6169"/>
                  </a:cubicBezTo>
                  <a:cubicBezTo>
                    <a:pt x="1616" y="5293"/>
                    <a:pt x="1076" y="4612"/>
                    <a:pt x="895" y="4246"/>
                  </a:cubicBezTo>
                  <a:cubicBezTo>
                    <a:pt x="464" y="3363"/>
                    <a:pt x="808" y="2298"/>
                    <a:pt x="1677" y="1834"/>
                  </a:cubicBezTo>
                  <a:lnTo>
                    <a:pt x="2192" y="1563"/>
                  </a:lnTo>
                  <a:lnTo>
                    <a:pt x="3307" y="3457"/>
                  </a:lnTo>
                  <a:cubicBezTo>
                    <a:pt x="2633" y="3743"/>
                    <a:pt x="2402" y="4579"/>
                    <a:pt x="2829" y="5170"/>
                  </a:cubicBezTo>
                  <a:cubicBezTo>
                    <a:pt x="3010" y="5420"/>
                    <a:pt x="6103" y="8509"/>
                    <a:pt x="6349" y="8690"/>
                  </a:cubicBezTo>
                  <a:cubicBezTo>
                    <a:pt x="6554" y="8837"/>
                    <a:pt x="6786" y="8906"/>
                    <a:pt x="7015" y="8906"/>
                  </a:cubicBezTo>
                  <a:cubicBezTo>
                    <a:pt x="7452" y="8906"/>
                    <a:pt x="7876" y="8655"/>
                    <a:pt x="8066" y="8216"/>
                  </a:cubicBezTo>
                  <a:lnTo>
                    <a:pt x="9957" y="9331"/>
                  </a:lnTo>
                  <a:lnTo>
                    <a:pt x="9685" y="9845"/>
                  </a:lnTo>
                  <a:cubicBezTo>
                    <a:pt x="9359" y="10459"/>
                    <a:pt x="8729" y="10813"/>
                    <a:pt x="8074" y="10813"/>
                  </a:cubicBezTo>
                  <a:cubicBezTo>
                    <a:pt x="7806" y="10813"/>
                    <a:pt x="7534" y="10753"/>
                    <a:pt x="7276" y="10628"/>
                  </a:cubicBezTo>
                  <a:cubicBezTo>
                    <a:pt x="6577" y="10280"/>
                    <a:pt x="4734" y="8632"/>
                    <a:pt x="2992" y="6796"/>
                  </a:cubicBezTo>
                  <a:cubicBezTo>
                    <a:pt x="2949" y="6750"/>
                    <a:pt x="2899" y="6731"/>
                    <a:pt x="2851" y="6731"/>
                  </a:cubicBezTo>
                  <a:cubicBezTo>
                    <a:pt x="2698" y="6731"/>
                    <a:pt x="2562" y="6925"/>
                    <a:pt x="2702" y="7071"/>
                  </a:cubicBezTo>
                  <a:cubicBezTo>
                    <a:pt x="4245" y="8697"/>
                    <a:pt x="6252" y="10563"/>
                    <a:pt x="7099" y="10986"/>
                  </a:cubicBezTo>
                  <a:cubicBezTo>
                    <a:pt x="7414" y="11142"/>
                    <a:pt x="7748" y="11216"/>
                    <a:pt x="8078" y="11216"/>
                  </a:cubicBezTo>
                  <a:cubicBezTo>
                    <a:pt x="8875" y="11216"/>
                    <a:pt x="9645" y="10783"/>
                    <a:pt x="10040" y="10030"/>
                  </a:cubicBezTo>
                  <a:lnTo>
                    <a:pt x="10301" y="9534"/>
                  </a:lnTo>
                  <a:lnTo>
                    <a:pt x="10507" y="9653"/>
                  </a:lnTo>
                  <a:cubicBezTo>
                    <a:pt x="10538" y="9671"/>
                    <a:pt x="10572" y="9680"/>
                    <a:pt x="10606" y="9680"/>
                  </a:cubicBezTo>
                  <a:cubicBezTo>
                    <a:pt x="10675" y="9680"/>
                    <a:pt x="10742" y="9644"/>
                    <a:pt x="10779" y="9581"/>
                  </a:cubicBezTo>
                  <a:lnTo>
                    <a:pt x="11492" y="8371"/>
                  </a:lnTo>
                  <a:cubicBezTo>
                    <a:pt x="11550" y="8277"/>
                    <a:pt x="11518" y="8154"/>
                    <a:pt x="11423" y="8096"/>
                  </a:cubicBezTo>
                  <a:lnTo>
                    <a:pt x="11423" y="8100"/>
                  </a:lnTo>
                  <a:lnTo>
                    <a:pt x="10087" y="7314"/>
                  </a:lnTo>
                  <a:cubicBezTo>
                    <a:pt x="10050" y="7292"/>
                    <a:pt x="10014" y="7282"/>
                    <a:pt x="9980" y="7282"/>
                  </a:cubicBezTo>
                  <a:cubicBezTo>
                    <a:pt x="9805" y="7282"/>
                    <a:pt x="9693" y="7543"/>
                    <a:pt x="9884" y="7658"/>
                  </a:cubicBezTo>
                  <a:lnTo>
                    <a:pt x="11050" y="8342"/>
                  </a:lnTo>
                  <a:lnTo>
                    <a:pt x="10540" y="9208"/>
                  </a:lnTo>
                  <a:lnTo>
                    <a:pt x="7823" y="7611"/>
                  </a:lnTo>
                  <a:lnTo>
                    <a:pt x="8334" y="6745"/>
                  </a:lnTo>
                  <a:lnTo>
                    <a:pt x="9182" y="7241"/>
                  </a:lnTo>
                  <a:cubicBezTo>
                    <a:pt x="9218" y="7263"/>
                    <a:pt x="9254" y="7273"/>
                    <a:pt x="9288" y="7273"/>
                  </a:cubicBezTo>
                  <a:cubicBezTo>
                    <a:pt x="9464" y="7273"/>
                    <a:pt x="9576" y="7010"/>
                    <a:pt x="9384" y="6897"/>
                  </a:cubicBezTo>
                  <a:lnTo>
                    <a:pt x="8363" y="6296"/>
                  </a:lnTo>
                  <a:cubicBezTo>
                    <a:pt x="8331" y="6278"/>
                    <a:pt x="8296" y="6269"/>
                    <a:pt x="8262" y="6269"/>
                  </a:cubicBezTo>
                  <a:cubicBezTo>
                    <a:pt x="8193" y="6269"/>
                    <a:pt x="8126" y="6304"/>
                    <a:pt x="8088" y="6369"/>
                  </a:cubicBezTo>
                  <a:lnTo>
                    <a:pt x="7378" y="7578"/>
                  </a:lnTo>
                  <a:cubicBezTo>
                    <a:pt x="7324" y="7672"/>
                    <a:pt x="7353" y="7796"/>
                    <a:pt x="7450" y="7853"/>
                  </a:cubicBezTo>
                  <a:lnTo>
                    <a:pt x="7722" y="8009"/>
                  </a:lnTo>
                  <a:lnTo>
                    <a:pt x="7704" y="8049"/>
                  </a:lnTo>
                  <a:cubicBezTo>
                    <a:pt x="7585" y="8339"/>
                    <a:pt x="7308" y="8505"/>
                    <a:pt x="7022" y="8505"/>
                  </a:cubicBezTo>
                  <a:cubicBezTo>
                    <a:pt x="6873" y="8505"/>
                    <a:pt x="6721" y="8460"/>
                    <a:pt x="6588" y="8364"/>
                  </a:cubicBezTo>
                  <a:cubicBezTo>
                    <a:pt x="6367" y="8201"/>
                    <a:pt x="3322" y="5155"/>
                    <a:pt x="3159" y="4934"/>
                  </a:cubicBezTo>
                  <a:cubicBezTo>
                    <a:pt x="2880" y="4547"/>
                    <a:pt x="3035" y="4000"/>
                    <a:pt x="3474" y="3819"/>
                  </a:cubicBezTo>
                  <a:lnTo>
                    <a:pt x="3514" y="3804"/>
                  </a:lnTo>
                  <a:lnTo>
                    <a:pt x="3669" y="4076"/>
                  </a:lnTo>
                  <a:cubicBezTo>
                    <a:pt x="3708" y="4138"/>
                    <a:pt x="3774" y="4174"/>
                    <a:pt x="3843" y="4174"/>
                  </a:cubicBezTo>
                  <a:cubicBezTo>
                    <a:pt x="3877" y="4174"/>
                    <a:pt x="3913" y="4164"/>
                    <a:pt x="3945" y="4145"/>
                  </a:cubicBezTo>
                  <a:lnTo>
                    <a:pt x="5154" y="3431"/>
                  </a:lnTo>
                  <a:cubicBezTo>
                    <a:pt x="5248" y="3377"/>
                    <a:pt x="5281" y="3254"/>
                    <a:pt x="5227" y="3160"/>
                  </a:cubicBezTo>
                  <a:lnTo>
                    <a:pt x="3423" y="99"/>
                  </a:lnTo>
                  <a:cubicBezTo>
                    <a:pt x="3386" y="36"/>
                    <a:pt x="3319" y="1"/>
                    <a:pt x="3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2"/>
            <p:cNvSpPr/>
            <p:nvPr/>
          </p:nvSpPr>
          <p:spPr>
            <a:xfrm>
              <a:off x="2343897" y="4325256"/>
              <a:ext cx="126866" cy="122095"/>
            </a:xfrm>
            <a:custGeom>
              <a:rect b="b" l="l" r="r" t="t"/>
              <a:pathLst>
                <a:path extrusionOk="0" h="4657" w="4839">
                  <a:moveTo>
                    <a:pt x="2511" y="397"/>
                  </a:moveTo>
                  <a:cubicBezTo>
                    <a:pt x="3523" y="397"/>
                    <a:pt x="4440" y="1208"/>
                    <a:pt x="4440" y="2328"/>
                  </a:cubicBezTo>
                  <a:cubicBezTo>
                    <a:pt x="4440" y="2436"/>
                    <a:pt x="4430" y="2541"/>
                    <a:pt x="4411" y="2646"/>
                  </a:cubicBezTo>
                  <a:lnTo>
                    <a:pt x="1626" y="614"/>
                  </a:lnTo>
                  <a:cubicBezTo>
                    <a:pt x="1916" y="465"/>
                    <a:pt x="2217" y="397"/>
                    <a:pt x="2511" y="397"/>
                  </a:cubicBezTo>
                  <a:close/>
                  <a:moveTo>
                    <a:pt x="1275" y="850"/>
                  </a:moveTo>
                  <a:lnTo>
                    <a:pt x="4296" y="3059"/>
                  </a:lnTo>
                  <a:cubicBezTo>
                    <a:pt x="4180" y="3342"/>
                    <a:pt x="3999" y="3591"/>
                    <a:pt x="3767" y="3791"/>
                  </a:cubicBezTo>
                  <a:lnTo>
                    <a:pt x="735" y="1578"/>
                  </a:lnTo>
                  <a:cubicBezTo>
                    <a:pt x="855" y="1295"/>
                    <a:pt x="1040" y="1049"/>
                    <a:pt x="1271" y="853"/>
                  </a:cubicBezTo>
                  <a:lnTo>
                    <a:pt x="1275" y="850"/>
                  </a:lnTo>
                  <a:close/>
                  <a:moveTo>
                    <a:pt x="616" y="1983"/>
                  </a:moveTo>
                  <a:lnTo>
                    <a:pt x="3415" y="4030"/>
                  </a:lnTo>
                  <a:cubicBezTo>
                    <a:pt x="3122" y="4186"/>
                    <a:pt x="2814" y="4257"/>
                    <a:pt x="2514" y="4257"/>
                  </a:cubicBezTo>
                  <a:cubicBezTo>
                    <a:pt x="1505" y="4257"/>
                    <a:pt x="583" y="3447"/>
                    <a:pt x="583" y="2328"/>
                  </a:cubicBezTo>
                  <a:cubicBezTo>
                    <a:pt x="583" y="2212"/>
                    <a:pt x="594" y="2099"/>
                    <a:pt x="616" y="1983"/>
                  </a:cubicBezTo>
                  <a:close/>
                  <a:moveTo>
                    <a:pt x="2513" y="0"/>
                  </a:moveTo>
                  <a:cubicBezTo>
                    <a:pt x="1907" y="0"/>
                    <a:pt x="1312" y="236"/>
                    <a:pt x="866" y="680"/>
                  </a:cubicBezTo>
                  <a:cubicBezTo>
                    <a:pt x="199" y="1346"/>
                    <a:pt x="0" y="2349"/>
                    <a:pt x="362" y="3218"/>
                  </a:cubicBezTo>
                  <a:cubicBezTo>
                    <a:pt x="721" y="4088"/>
                    <a:pt x="1572" y="4656"/>
                    <a:pt x="2510" y="4656"/>
                  </a:cubicBezTo>
                  <a:cubicBezTo>
                    <a:pt x="3796" y="4653"/>
                    <a:pt x="4839" y="3613"/>
                    <a:pt x="4839" y="2328"/>
                  </a:cubicBezTo>
                  <a:cubicBezTo>
                    <a:pt x="4839" y="1386"/>
                    <a:pt x="4274" y="538"/>
                    <a:pt x="3401" y="176"/>
                  </a:cubicBezTo>
                  <a:cubicBezTo>
                    <a:pt x="3114" y="58"/>
                    <a:pt x="2812" y="0"/>
                    <a:pt x="2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0" name="Google Shape;12910;p82"/>
          <p:cNvGrpSpPr/>
          <p:nvPr/>
        </p:nvGrpSpPr>
        <p:grpSpPr>
          <a:xfrm>
            <a:off x="869949" y="3381478"/>
            <a:ext cx="303389" cy="358472"/>
            <a:chOff x="869949" y="3381478"/>
            <a:chExt cx="303389" cy="358472"/>
          </a:xfrm>
        </p:grpSpPr>
        <p:sp>
          <p:nvSpPr>
            <p:cNvPr id="12911" name="Google Shape;12911;p82"/>
            <p:cNvSpPr/>
            <p:nvPr/>
          </p:nvSpPr>
          <p:spPr>
            <a:xfrm>
              <a:off x="869949" y="3386538"/>
              <a:ext cx="289913" cy="348011"/>
            </a:xfrm>
            <a:custGeom>
              <a:rect b="b" l="l" r="r" t="t"/>
              <a:pathLst>
                <a:path extrusionOk="0" h="13274" w="11058">
                  <a:moveTo>
                    <a:pt x="5657" y="0"/>
                  </a:moveTo>
                  <a:cubicBezTo>
                    <a:pt x="4534" y="0"/>
                    <a:pt x="3417" y="350"/>
                    <a:pt x="2474" y="1035"/>
                  </a:cubicBezTo>
                  <a:cubicBezTo>
                    <a:pt x="833" y="2234"/>
                    <a:pt x="0" y="4251"/>
                    <a:pt x="323" y="6258"/>
                  </a:cubicBezTo>
                  <a:cubicBezTo>
                    <a:pt x="645" y="8264"/>
                    <a:pt x="2068" y="9919"/>
                    <a:pt x="4002" y="10542"/>
                  </a:cubicBezTo>
                  <a:lnTo>
                    <a:pt x="5654" y="13273"/>
                  </a:lnTo>
                  <a:lnTo>
                    <a:pt x="7309" y="10542"/>
                  </a:lnTo>
                  <a:cubicBezTo>
                    <a:pt x="9540" y="9822"/>
                    <a:pt x="11054" y="7746"/>
                    <a:pt x="11057" y="5399"/>
                  </a:cubicBezTo>
                  <a:cubicBezTo>
                    <a:pt x="11057" y="3368"/>
                    <a:pt x="9917" y="1510"/>
                    <a:pt x="8106" y="586"/>
                  </a:cubicBezTo>
                  <a:cubicBezTo>
                    <a:pt x="7332" y="194"/>
                    <a:pt x="6492" y="0"/>
                    <a:pt x="565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2"/>
            <p:cNvSpPr/>
            <p:nvPr/>
          </p:nvSpPr>
          <p:spPr>
            <a:xfrm>
              <a:off x="933553" y="3463906"/>
              <a:ext cx="146267" cy="139320"/>
            </a:xfrm>
            <a:custGeom>
              <a:rect b="b" l="l" r="r" t="t"/>
              <a:pathLst>
                <a:path extrusionOk="0" h="5314" w="5579">
                  <a:moveTo>
                    <a:pt x="1507" y="0"/>
                  </a:moveTo>
                  <a:cubicBezTo>
                    <a:pt x="1428" y="0"/>
                    <a:pt x="1344" y="4"/>
                    <a:pt x="1254" y="15"/>
                  </a:cubicBezTo>
                  <a:cubicBezTo>
                    <a:pt x="707" y="65"/>
                    <a:pt x="77" y="569"/>
                    <a:pt x="1" y="1525"/>
                  </a:cubicBezTo>
                  <a:lnTo>
                    <a:pt x="1" y="1844"/>
                  </a:lnTo>
                  <a:cubicBezTo>
                    <a:pt x="70" y="2760"/>
                    <a:pt x="765" y="3894"/>
                    <a:pt x="2790" y="5313"/>
                  </a:cubicBezTo>
                  <a:cubicBezTo>
                    <a:pt x="2902" y="5234"/>
                    <a:pt x="3007" y="5158"/>
                    <a:pt x="3112" y="5078"/>
                  </a:cubicBezTo>
                  <a:cubicBezTo>
                    <a:pt x="4546" y="4020"/>
                    <a:pt x="5227" y="3129"/>
                    <a:pt x="5473" y="2369"/>
                  </a:cubicBezTo>
                  <a:cubicBezTo>
                    <a:pt x="5528" y="2199"/>
                    <a:pt x="5564" y="2021"/>
                    <a:pt x="5578" y="1844"/>
                  </a:cubicBezTo>
                  <a:lnTo>
                    <a:pt x="5578" y="1525"/>
                  </a:lnTo>
                  <a:cubicBezTo>
                    <a:pt x="5499" y="569"/>
                    <a:pt x="4868" y="65"/>
                    <a:pt x="4321" y="15"/>
                  </a:cubicBezTo>
                  <a:cubicBezTo>
                    <a:pt x="4231" y="4"/>
                    <a:pt x="4148" y="0"/>
                    <a:pt x="4068" y="0"/>
                  </a:cubicBezTo>
                  <a:cubicBezTo>
                    <a:pt x="3438" y="0"/>
                    <a:pt x="3134" y="272"/>
                    <a:pt x="2790" y="688"/>
                  </a:cubicBezTo>
                  <a:cubicBezTo>
                    <a:pt x="2442" y="275"/>
                    <a:pt x="2138" y="0"/>
                    <a:pt x="150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2"/>
            <p:cNvSpPr/>
            <p:nvPr/>
          </p:nvSpPr>
          <p:spPr>
            <a:xfrm>
              <a:off x="1015037" y="3525989"/>
              <a:ext cx="61926" cy="71154"/>
            </a:xfrm>
            <a:custGeom>
              <a:rect b="b" l="l" r="r" t="t"/>
              <a:pathLst>
                <a:path extrusionOk="0" h="2714" w="2362">
                  <a:moveTo>
                    <a:pt x="1199" y="1"/>
                  </a:moveTo>
                  <a:cubicBezTo>
                    <a:pt x="1047" y="1"/>
                    <a:pt x="924" y="124"/>
                    <a:pt x="924" y="276"/>
                  </a:cubicBezTo>
                  <a:lnTo>
                    <a:pt x="924" y="924"/>
                  </a:lnTo>
                  <a:lnTo>
                    <a:pt x="279" y="924"/>
                  </a:lnTo>
                  <a:cubicBezTo>
                    <a:pt x="127" y="924"/>
                    <a:pt x="0" y="1047"/>
                    <a:pt x="4" y="1200"/>
                  </a:cubicBezTo>
                  <a:lnTo>
                    <a:pt x="4" y="2713"/>
                  </a:lnTo>
                  <a:cubicBezTo>
                    <a:pt x="1434" y="1656"/>
                    <a:pt x="2115" y="761"/>
                    <a:pt x="23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2"/>
            <p:cNvSpPr/>
            <p:nvPr/>
          </p:nvSpPr>
          <p:spPr>
            <a:xfrm>
              <a:off x="1001928" y="3463906"/>
              <a:ext cx="77892" cy="139320"/>
            </a:xfrm>
            <a:custGeom>
              <a:rect b="b" l="l" r="r" t="t"/>
              <a:pathLst>
                <a:path extrusionOk="0" h="5314" w="2971">
                  <a:moveTo>
                    <a:pt x="1460" y="0"/>
                  </a:moveTo>
                  <a:cubicBezTo>
                    <a:pt x="1402" y="0"/>
                    <a:pt x="1344" y="4"/>
                    <a:pt x="1290" y="7"/>
                  </a:cubicBezTo>
                  <a:lnTo>
                    <a:pt x="1359" y="15"/>
                  </a:lnTo>
                  <a:cubicBezTo>
                    <a:pt x="1905" y="69"/>
                    <a:pt x="2536" y="569"/>
                    <a:pt x="2615" y="1525"/>
                  </a:cubicBezTo>
                  <a:lnTo>
                    <a:pt x="2615" y="1844"/>
                  </a:lnTo>
                  <a:cubicBezTo>
                    <a:pt x="2543" y="2735"/>
                    <a:pt x="1891" y="3825"/>
                    <a:pt x="0" y="5186"/>
                  </a:cubicBezTo>
                  <a:cubicBezTo>
                    <a:pt x="62" y="5226"/>
                    <a:pt x="120" y="5270"/>
                    <a:pt x="182" y="5313"/>
                  </a:cubicBezTo>
                  <a:cubicBezTo>
                    <a:pt x="2206" y="3894"/>
                    <a:pt x="2898" y="2760"/>
                    <a:pt x="2970" y="1844"/>
                  </a:cubicBezTo>
                  <a:lnTo>
                    <a:pt x="2970" y="1525"/>
                  </a:lnTo>
                  <a:cubicBezTo>
                    <a:pt x="2891" y="569"/>
                    <a:pt x="2260" y="65"/>
                    <a:pt x="1713" y="15"/>
                  </a:cubicBezTo>
                  <a:cubicBezTo>
                    <a:pt x="1623" y="4"/>
                    <a:pt x="1540" y="0"/>
                    <a:pt x="146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2"/>
            <p:cNvSpPr/>
            <p:nvPr/>
          </p:nvSpPr>
          <p:spPr>
            <a:xfrm>
              <a:off x="1025655" y="3536528"/>
              <a:ext cx="77315" cy="77315"/>
            </a:xfrm>
            <a:custGeom>
              <a:rect b="b" l="l" r="r" t="t"/>
              <a:pathLst>
                <a:path extrusionOk="0" h="2949" w="2949">
                  <a:moveTo>
                    <a:pt x="924" y="1"/>
                  </a:moveTo>
                  <a:lnTo>
                    <a:pt x="924" y="924"/>
                  </a:lnTo>
                  <a:lnTo>
                    <a:pt x="1" y="924"/>
                  </a:lnTo>
                  <a:lnTo>
                    <a:pt x="1" y="2025"/>
                  </a:lnTo>
                  <a:lnTo>
                    <a:pt x="924" y="2025"/>
                  </a:lnTo>
                  <a:lnTo>
                    <a:pt x="924" y="2949"/>
                  </a:lnTo>
                  <a:lnTo>
                    <a:pt x="2025" y="2949"/>
                  </a:lnTo>
                  <a:lnTo>
                    <a:pt x="2025" y="2025"/>
                  </a:lnTo>
                  <a:lnTo>
                    <a:pt x="2949" y="2025"/>
                  </a:lnTo>
                  <a:lnTo>
                    <a:pt x="2949" y="924"/>
                  </a:lnTo>
                  <a:lnTo>
                    <a:pt x="2025" y="924"/>
                  </a:lnTo>
                  <a:lnTo>
                    <a:pt x="202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2"/>
            <p:cNvSpPr/>
            <p:nvPr/>
          </p:nvSpPr>
          <p:spPr>
            <a:xfrm>
              <a:off x="871470" y="3381924"/>
              <a:ext cx="140631" cy="169601"/>
            </a:xfrm>
            <a:custGeom>
              <a:rect b="b" l="l" r="r" t="t"/>
              <a:pathLst>
                <a:path extrusionOk="0" h="6469" w="5364">
                  <a:moveTo>
                    <a:pt x="5094" y="1"/>
                  </a:moveTo>
                  <a:cubicBezTo>
                    <a:pt x="5087" y="1"/>
                    <a:pt x="5079" y="1"/>
                    <a:pt x="5071" y="2"/>
                  </a:cubicBezTo>
                  <a:cubicBezTo>
                    <a:pt x="2195" y="273"/>
                    <a:pt x="0" y="2689"/>
                    <a:pt x="0" y="5575"/>
                  </a:cubicBezTo>
                  <a:cubicBezTo>
                    <a:pt x="0" y="5815"/>
                    <a:pt x="15" y="6054"/>
                    <a:pt x="44" y="6293"/>
                  </a:cubicBezTo>
                  <a:cubicBezTo>
                    <a:pt x="57" y="6396"/>
                    <a:pt x="143" y="6468"/>
                    <a:pt x="244" y="6468"/>
                  </a:cubicBezTo>
                  <a:cubicBezTo>
                    <a:pt x="253" y="6468"/>
                    <a:pt x="263" y="6468"/>
                    <a:pt x="272" y="6466"/>
                  </a:cubicBezTo>
                  <a:lnTo>
                    <a:pt x="268" y="6466"/>
                  </a:lnTo>
                  <a:cubicBezTo>
                    <a:pt x="377" y="6452"/>
                    <a:pt x="457" y="6351"/>
                    <a:pt x="442" y="6242"/>
                  </a:cubicBezTo>
                  <a:cubicBezTo>
                    <a:pt x="413" y="6021"/>
                    <a:pt x="399" y="5800"/>
                    <a:pt x="399" y="5575"/>
                  </a:cubicBezTo>
                  <a:cubicBezTo>
                    <a:pt x="388" y="2892"/>
                    <a:pt x="2430" y="643"/>
                    <a:pt x="5107" y="400"/>
                  </a:cubicBezTo>
                  <a:cubicBezTo>
                    <a:pt x="5363" y="375"/>
                    <a:pt x="5337" y="1"/>
                    <a:pt x="5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2"/>
            <p:cNvSpPr/>
            <p:nvPr/>
          </p:nvSpPr>
          <p:spPr>
            <a:xfrm>
              <a:off x="875822" y="3381478"/>
              <a:ext cx="297516" cy="358472"/>
            </a:xfrm>
            <a:custGeom>
              <a:rect b="b" l="l" r="r" t="t"/>
              <a:pathLst>
                <a:path extrusionOk="0" h="13673" w="11348">
                  <a:moveTo>
                    <a:pt x="5706" y="0"/>
                  </a:moveTo>
                  <a:cubicBezTo>
                    <a:pt x="5454" y="0"/>
                    <a:pt x="5438" y="388"/>
                    <a:pt x="5701" y="403"/>
                  </a:cubicBezTo>
                  <a:cubicBezTo>
                    <a:pt x="8208" y="533"/>
                    <a:pt x="10261" y="2434"/>
                    <a:pt x="10587" y="4922"/>
                  </a:cubicBezTo>
                  <a:cubicBezTo>
                    <a:pt x="10913" y="7411"/>
                    <a:pt x="9414" y="9776"/>
                    <a:pt x="7023" y="10543"/>
                  </a:cubicBezTo>
                  <a:cubicBezTo>
                    <a:pt x="6976" y="10558"/>
                    <a:pt x="6940" y="10590"/>
                    <a:pt x="6915" y="10630"/>
                  </a:cubicBezTo>
                  <a:lnTo>
                    <a:pt x="5433" y="13082"/>
                  </a:lnTo>
                  <a:lnTo>
                    <a:pt x="3952" y="10630"/>
                  </a:lnTo>
                  <a:cubicBezTo>
                    <a:pt x="3927" y="10590"/>
                    <a:pt x="3887" y="10558"/>
                    <a:pt x="3840" y="10543"/>
                  </a:cubicBezTo>
                  <a:cubicBezTo>
                    <a:pt x="2185" y="10015"/>
                    <a:pt x="906" y="8693"/>
                    <a:pt x="432" y="7023"/>
                  </a:cubicBezTo>
                  <a:cubicBezTo>
                    <a:pt x="401" y="6921"/>
                    <a:pt x="322" y="6876"/>
                    <a:pt x="242" y="6876"/>
                  </a:cubicBezTo>
                  <a:cubicBezTo>
                    <a:pt x="122" y="6876"/>
                    <a:pt x="1" y="6977"/>
                    <a:pt x="44" y="7132"/>
                  </a:cubicBezTo>
                  <a:cubicBezTo>
                    <a:pt x="551" y="8903"/>
                    <a:pt x="1899" y="10315"/>
                    <a:pt x="3648" y="10906"/>
                  </a:cubicBezTo>
                  <a:lnTo>
                    <a:pt x="5260" y="13575"/>
                  </a:lnTo>
                  <a:cubicBezTo>
                    <a:pt x="5299" y="13640"/>
                    <a:pt x="5366" y="13673"/>
                    <a:pt x="5433" y="13673"/>
                  </a:cubicBezTo>
                  <a:cubicBezTo>
                    <a:pt x="5499" y="13673"/>
                    <a:pt x="5566" y="13640"/>
                    <a:pt x="5604" y="13575"/>
                  </a:cubicBezTo>
                  <a:lnTo>
                    <a:pt x="7219" y="10906"/>
                  </a:lnTo>
                  <a:cubicBezTo>
                    <a:pt x="9765" y="10047"/>
                    <a:pt x="11348" y="7498"/>
                    <a:pt x="10982" y="4836"/>
                  </a:cubicBezTo>
                  <a:cubicBezTo>
                    <a:pt x="10612" y="2170"/>
                    <a:pt x="8407" y="142"/>
                    <a:pt x="5719" y="4"/>
                  </a:cubicBezTo>
                  <a:lnTo>
                    <a:pt x="5719" y="1"/>
                  </a:lnTo>
                  <a:cubicBezTo>
                    <a:pt x="5715" y="0"/>
                    <a:pt x="5710" y="0"/>
                    <a:pt x="5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2"/>
            <p:cNvSpPr/>
            <p:nvPr/>
          </p:nvSpPr>
          <p:spPr>
            <a:xfrm>
              <a:off x="924351" y="3458007"/>
              <a:ext cx="183863" cy="161159"/>
            </a:xfrm>
            <a:custGeom>
              <a:rect b="b" l="l" r="r" t="t"/>
              <a:pathLst>
                <a:path extrusionOk="0" h="6147" w="7013">
                  <a:moveTo>
                    <a:pt x="1102" y="641"/>
                  </a:moveTo>
                  <a:cubicBezTo>
                    <a:pt x="1025" y="700"/>
                    <a:pt x="841" y="843"/>
                    <a:pt x="841" y="843"/>
                  </a:cubicBezTo>
                  <a:cubicBezTo>
                    <a:pt x="841" y="843"/>
                    <a:pt x="904" y="794"/>
                    <a:pt x="1087" y="653"/>
                  </a:cubicBezTo>
                  <a:cubicBezTo>
                    <a:pt x="1092" y="649"/>
                    <a:pt x="1097" y="645"/>
                    <a:pt x="1102" y="641"/>
                  </a:cubicBezTo>
                  <a:close/>
                  <a:moveTo>
                    <a:pt x="5690" y="3195"/>
                  </a:moveTo>
                  <a:lnTo>
                    <a:pt x="5690" y="3919"/>
                  </a:lnTo>
                  <a:cubicBezTo>
                    <a:pt x="5690" y="4028"/>
                    <a:pt x="5781" y="4119"/>
                    <a:pt x="5889" y="4119"/>
                  </a:cubicBezTo>
                  <a:lnTo>
                    <a:pt x="6614" y="4119"/>
                  </a:lnTo>
                  <a:lnTo>
                    <a:pt x="6614" y="4821"/>
                  </a:lnTo>
                  <a:lnTo>
                    <a:pt x="5889" y="4821"/>
                  </a:lnTo>
                  <a:cubicBezTo>
                    <a:pt x="5781" y="4821"/>
                    <a:pt x="5690" y="4908"/>
                    <a:pt x="5690" y="5020"/>
                  </a:cubicBezTo>
                  <a:lnTo>
                    <a:pt x="5690" y="5745"/>
                  </a:lnTo>
                  <a:lnTo>
                    <a:pt x="4988" y="5745"/>
                  </a:lnTo>
                  <a:lnTo>
                    <a:pt x="4988" y="5020"/>
                  </a:lnTo>
                  <a:cubicBezTo>
                    <a:pt x="4988" y="4908"/>
                    <a:pt x="4897" y="4821"/>
                    <a:pt x="4788" y="4821"/>
                  </a:cubicBezTo>
                  <a:lnTo>
                    <a:pt x="4064" y="4821"/>
                  </a:lnTo>
                  <a:lnTo>
                    <a:pt x="4064" y="4119"/>
                  </a:lnTo>
                  <a:lnTo>
                    <a:pt x="4788" y="4119"/>
                  </a:lnTo>
                  <a:cubicBezTo>
                    <a:pt x="4901" y="4119"/>
                    <a:pt x="4988" y="4028"/>
                    <a:pt x="4988" y="3919"/>
                  </a:cubicBezTo>
                  <a:lnTo>
                    <a:pt x="4988" y="3195"/>
                  </a:lnTo>
                  <a:close/>
                  <a:moveTo>
                    <a:pt x="1828" y="0"/>
                  </a:moveTo>
                  <a:cubicBezTo>
                    <a:pt x="1474" y="0"/>
                    <a:pt x="1127" y="115"/>
                    <a:pt x="841" y="334"/>
                  </a:cubicBezTo>
                  <a:cubicBezTo>
                    <a:pt x="0" y="989"/>
                    <a:pt x="0" y="2134"/>
                    <a:pt x="352" y="2927"/>
                  </a:cubicBezTo>
                  <a:cubicBezTo>
                    <a:pt x="562" y="3369"/>
                    <a:pt x="852" y="3789"/>
                    <a:pt x="1243" y="4209"/>
                  </a:cubicBezTo>
                  <a:cubicBezTo>
                    <a:pt x="1808" y="4799"/>
                    <a:pt x="2420" y="5270"/>
                    <a:pt x="3007" y="5705"/>
                  </a:cubicBezTo>
                  <a:cubicBezTo>
                    <a:pt x="3042" y="5731"/>
                    <a:pt x="3082" y="5743"/>
                    <a:pt x="3123" y="5743"/>
                  </a:cubicBezTo>
                  <a:cubicBezTo>
                    <a:pt x="3162" y="5743"/>
                    <a:pt x="3201" y="5732"/>
                    <a:pt x="3235" y="5708"/>
                  </a:cubicBezTo>
                  <a:cubicBezTo>
                    <a:pt x="3488" y="5542"/>
                    <a:pt x="3713" y="5383"/>
                    <a:pt x="3919" y="5223"/>
                  </a:cubicBezTo>
                  <a:lnTo>
                    <a:pt x="4586" y="5223"/>
                  </a:lnTo>
                  <a:lnTo>
                    <a:pt x="4586" y="5948"/>
                  </a:lnTo>
                  <a:cubicBezTo>
                    <a:pt x="4586" y="6056"/>
                    <a:pt x="4676" y="6147"/>
                    <a:pt x="4785" y="6147"/>
                  </a:cubicBezTo>
                  <a:lnTo>
                    <a:pt x="5889" y="6147"/>
                  </a:lnTo>
                  <a:cubicBezTo>
                    <a:pt x="5998" y="6147"/>
                    <a:pt x="6089" y="6056"/>
                    <a:pt x="6089" y="5948"/>
                  </a:cubicBezTo>
                  <a:lnTo>
                    <a:pt x="6089" y="5223"/>
                  </a:lnTo>
                  <a:lnTo>
                    <a:pt x="6813" y="5223"/>
                  </a:lnTo>
                  <a:cubicBezTo>
                    <a:pt x="6925" y="5223"/>
                    <a:pt x="7012" y="5133"/>
                    <a:pt x="7012" y="5020"/>
                  </a:cubicBezTo>
                  <a:lnTo>
                    <a:pt x="7012" y="3919"/>
                  </a:lnTo>
                  <a:cubicBezTo>
                    <a:pt x="7012" y="3811"/>
                    <a:pt x="6925" y="3720"/>
                    <a:pt x="6813" y="3720"/>
                  </a:cubicBezTo>
                  <a:lnTo>
                    <a:pt x="6089" y="3720"/>
                  </a:lnTo>
                  <a:lnTo>
                    <a:pt x="6089" y="2996"/>
                  </a:lnTo>
                  <a:cubicBezTo>
                    <a:pt x="6089" y="2913"/>
                    <a:pt x="6038" y="2840"/>
                    <a:pt x="5962" y="2807"/>
                  </a:cubicBezTo>
                  <a:cubicBezTo>
                    <a:pt x="6005" y="2695"/>
                    <a:pt x="6042" y="2579"/>
                    <a:pt x="6067" y="2463"/>
                  </a:cubicBezTo>
                  <a:cubicBezTo>
                    <a:pt x="6101" y="2312"/>
                    <a:pt x="5983" y="2219"/>
                    <a:pt x="5866" y="2219"/>
                  </a:cubicBezTo>
                  <a:cubicBezTo>
                    <a:pt x="5783" y="2219"/>
                    <a:pt x="5700" y="2267"/>
                    <a:pt x="5676" y="2376"/>
                  </a:cubicBezTo>
                  <a:cubicBezTo>
                    <a:pt x="5643" y="2521"/>
                    <a:pt x="5596" y="2663"/>
                    <a:pt x="5531" y="2797"/>
                  </a:cubicBezTo>
                  <a:lnTo>
                    <a:pt x="4788" y="2797"/>
                  </a:lnTo>
                  <a:cubicBezTo>
                    <a:pt x="4676" y="2797"/>
                    <a:pt x="4586" y="2884"/>
                    <a:pt x="4586" y="2996"/>
                  </a:cubicBezTo>
                  <a:lnTo>
                    <a:pt x="4586" y="3720"/>
                  </a:lnTo>
                  <a:lnTo>
                    <a:pt x="3861" y="3720"/>
                  </a:lnTo>
                  <a:cubicBezTo>
                    <a:pt x="3753" y="3720"/>
                    <a:pt x="3662" y="3811"/>
                    <a:pt x="3662" y="3919"/>
                  </a:cubicBezTo>
                  <a:lnTo>
                    <a:pt x="3662" y="4915"/>
                  </a:lnTo>
                  <a:cubicBezTo>
                    <a:pt x="3499" y="5042"/>
                    <a:pt x="3322" y="5169"/>
                    <a:pt x="3130" y="5299"/>
                  </a:cubicBezTo>
                  <a:cubicBezTo>
                    <a:pt x="2597" y="4901"/>
                    <a:pt x="2040" y="4466"/>
                    <a:pt x="1536" y="3941"/>
                  </a:cubicBezTo>
                  <a:cubicBezTo>
                    <a:pt x="1203" y="3593"/>
                    <a:pt x="928" y="3195"/>
                    <a:pt x="718" y="2764"/>
                  </a:cubicBezTo>
                  <a:cubicBezTo>
                    <a:pt x="424" y="2112"/>
                    <a:pt x="417" y="1174"/>
                    <a:pt x="1083" y="656"/>
                  </a:cubicBezTo>
                  <a:cubicBezTo>
                    <a:pt x="1095" y="647"/>
                    <a:pt x="1105" y="639"/>
                    <a:pt x="1113" y="634"/>
                  </a:cubicBezTo>
                  <a:lnTo>
                    <a:pt x="1113" y="634"/>
                  </a:lnTo>
                  <a:cubicBezTo>
                    <a:pt x="1323" y="481"/>
                    <a:pt x="1576" y="402"/>
                    <a:pt x="1833" y="402"/>
                  </a:cubicBezTo>
                  <a:cubicBezTo>
                    <a:pt x="1912" y="402"/>
                    <a:pt x="1990" y="410"/>
                    <a:pt x="2068" y="424"/>
                  </a:cubicBezTo>
                  <a:cubicBezTo>
                    <a:pt x="2431" y="486"/>
                    <a:pt x="2753" y="692"/>
                    <a:pt x="2956" y="1000"/>
                  </a:cubicBezTo>
                  <a:cubicBezTo>
                    <a:pt x="2999" y="1077"/>
                    <a:pt x="3063" y="1111"/>
                    <a:pt x="3128" y="1111"/>
                  </a:cubicBezTo>
                  <a:cubicBezTo>
                    <a:pt x="3199" y="1111"/>
                    <a:pt x="3271" y="1071"/>
                    <a:pt x="3322" y="1004"/>
                  </a:cubicBezTo>
                  <a:cubicBezTo>
                    <a:pt x="3635" y="617"/>
                    <a:pt x="3967" y="424"/>
                    <a:pt x="4311" y="424"/>
                  </a:cubicBezTo>
                  <a:cubicBezTo>
                    <a:pt x="4341" y="424"/>
                    <a:pt x="4371" y="425"/>
                    <a:pt x="4401" y="428"/>
                  </a:cubicBezTo>
                  <a:lnTo>
                    <a:pt x="4423" y="428"/>
                  </a:lnTo>
                  <a:cubicBezTo>
                    <a:pt x="4694" y="428"/>
                    <a:pt x="4904" y="479"/>
                    <a:pt x="5082" y="591"/>
                  </a:cubicBezTo>
                  <a:cubicBezTo>
                    <a:pt x="5281" y="718"/>
                    <a:pt x="5444" y="895"/>
                    <a:pt x="5549" y="1109"/>
                  </a:cubicBezTo>
                  <a:cubicBezTo>
                    <a:pt x="5621" y="1257"/>
                    <a:pt x="5676" y="1413"/>
                    <a:pt x="5701" y="1576"/>
                  </a:cubicBezTo>
                  <a:cubicBezTo>
                    <a:pt x="5719" y="1670"/>
                    <a:pt x="5802" y="1743"/>
                    <a:pt x="5900" y="1743"/>
                  </a:cubicBezTo>
                  <a:cubicBezTo>
                    <a:pt x="5911" y="1743"/>
                    <a:pt x="5922" y="1739"/>
                    <a:pt x="5936" y="1739"/>
                  </a:cubicBezTo>
                  <a:cubicBezTo>
                    <a:pt x="6045" y="1721"/>
                    <a:pt x="6118" y="1616"/>
                    <a:pt x="6096" y="1507"/>
                  </a:cubicBezTo>
                  <a:cubicBezTo>
                    <a:pt x="6063" y="1304"/>
                    <a:pt x="5998" y="1109"/>
                    <a:pt x="5908" y="928"/>
                  </a:cubicBezTo>
                  <a:cubicBezTo>
                    <a:pt x="5766" y="649"/>
                    <a:pt x="5556" y="414"/>
                    <a:pt x="5292" y="247"/>
                  </a:cubicBezTo>
                  <a:cubicBezTo>
                    <a:pt x="5049" y="95"/>
                    <a:pt x="4770" y="26"/>
                    <a:pt x="4423" y="22"/>
                  </a:cubicBezTo>
                  <a:cubicBezTo>
                    <a:pt x="4386" y="19"/>
                    <a:pt x="4349" y="18"/>
                    <a:pt x="4313" y="18"/>
                  </a:cubicBezTo>
                  <a:cubicBezTo>
                    <a:pt x="3898" y="18"/>
                    <a:pt x="3507" y="208"/>
                    <a:pt x="3148" y="591"/>
                  </a:cubicBezTo>
                  <a:cubicBezTo>
                    <a:pt x="2887" y="294"/>
                    <a:pt x="2528" y="95"/>
                    <a:pt x="2137" y="30"/>
                  </a:cubicBezTo>
                  <a:cubicBezTo>
                    <a:pt x="2035" y="10"/>
                    <a:pt x="1931" y="0"/>
                    <a:pt x="18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9" name="Google Shape;12919;p82"/>
          <p:cNvGrpSpPr/>
          <p:nvPr/>
        </p:nvGrpSpPr>
        <p:grpSpPr>
          <a:xfrm>
            <a:off x="1772461" y="2900833"/>
            <a:ext cx="261729" cy="358393"/>
            <a:chOff x="1772461" y="2900833"/>
            <a:chExt cx="261729" cy="358393"/>
          </a:xfrm>
        </p:grpSpPr>
        <p:sp>
          <p:nvSpPr>
            <p:cNvPr id="12920" name="Google Shape;12920;p82"/>
            <p:cNvSpPr/>
            <p:nvPr/>
          </p:nvSpPr>
          <p:spPr>
            <a:xfrm>
              <a:off x="1838162" y="2906128"/>
              <a:ext cx="127469" cy="153005"/>
            </a:xfrm>
            <a:custGeom>
              <a:rect b="b" l="l" r="r" t="t"/>
              <a:pathLst>
                <a:path extrusionOk="0" h="5836" w="4862">
                  <a:moveTo>
                    <a:pt x="2489" y="0"/>
                  </a:moveTo>
                  <a:cubicBezTo>
                    <a:pt x="1995" y="0"/>
                    <a:pt x="1504" y="154"/>
                    <a:pt x="1091" y="458"/>
                  </a:cubicBezTo>
                  <a:cubicBezTo>
                    <a:pt x="367" y="983"/>
                    <a:pt x="1" y="1870"/>
                    <a:pt x="142" y="2750"/>
                  </a:cubicBezTo>
                  <a:cubicBezTo>
                    <a:pt x="287" y="3634"/>
                    <a:pt x="910" y="4362"/>
                    <a:pt x="1761" y="4637"/>
                  </a:cubicBezTo>
                  <a:lnTo>
                    <a:pt x="2489" y="5836"/>
                  </a:lnTo>
                  <a:lnTo>
                    <a:pt x="3213" y="4637"/>
                  </a:lnTo>
                  <a:cubicBezTo>
                    <a:pt x="4198" y="4318"/>
                    <a:pt x="4861" y="3406"/>
                    <a:pt x="4861" y="2373"/>
                  </a:cubicBezTo>
                  <a:cubicBezTo>
                    <a:pt x="4861" y="1483"/>
                    <a:pt x="4361" y="664"/>
                    <a:pt x="3565" y="258"/>
                  </a:cubicBezTo>
                  <a:cubicBezTo>
                    <a:pt x="3225" y="85"/>
                    <a:pt x="2856" y="0"/>
                    <a:pt x="248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2"/>
            <p:cNvSpPr/>
            <p:nvPr/>
          </p:nvSpPr>
          <p:spPr>
            <a:xfrm>
              <a:off x="1890387" y="2934548"/>
              <a:ext cx="45225" cy="45120"/>
            </a:xfrm>
            <a:custGeom>
              <a:rect b="b" l="l" r="r" t="t"/>
              <a:pathLst>
                <a:path extrusionOk="0" h="1721" w="1725">
                  <a:moveTo>
                    <a:pt x="863" y="0"/>
                  </a:moveTo>
                  <a:cubicBezTo>
                    <a:pt x="388" y="0"/>
                    <a:pt x="1" y="384"/>
                    <a:pt x="1" y="862"/>
                  </a:cubicBezTo>
                  <a:cubicBezTo>
                    <a:pt x="1" y="1337"/>
                    <a:pt x="388" y="1720"/>
                    <a:pt x="863" y="1720"/>
                  </a:cubicBezTo>
                  <a:cubicBezTo>
                    <a:pt x="1337" y="1720"/>
                    <a:pt x="1725" y="1337"/>
                    <a:pt x="1725" y="862"/>
                  </a:cubicBezTo>
                  <a:cubicBezTo>
                    <a:pt x="1725" y="384"/>
                    <a:pt x="1337" y="0"/>
                    <a:pt x="86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2"/>
            <p:cNvSpPr/>
            <p:nvPr/>
          </p:nvSpPr>
          <p:spPr>
            <a:xfrm>
              <a:off x="1777783" y="3080658"/>
              <a:ext cx="125660" cy="173324"/>
            </a:xfrm>
            <a:custGeom>
              <a:rect b="b" l="l" r="r" t="t"/>
              <a:pathLst>
                <a:path extrusionOk="0" h="6611" w="4793">
                  <a:moveTo>
                    <a:pt x="0" y="1"/>
                  </a:moveTo>
                  <a:lnTo>
                    <a:pt x="0" y="5079"/>
                  </a:lnTo>
                  <a:lnTo>
                    <a:pt x="4792" y="6611"/>
                  </a:lnTo>
                  <a:lnTo>
                    <a:pt x="4792" y="1533"/>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2"/>
            <p:cNvSpPr/>
            <p:nvPr/>
          </p:nvSpPr>
          <p:spPr>
            <a:xfrm>
              <a:off x="1777783" y="3054651"/>
              <a:ext cx="125660" cy="173219"/>
            </a:xfrm>
            <a:custGeom>
              <a:rect b="b" l="l" r="r" t="t"/>
              <a:pathLst>
                <a:path extrusionOk="0" h="6607" w="4793">
                  <a:moveTo>
                    <a:pt x="0" y="1"/>
                  </a:moveTo>
                  <a:lnTo>
                    <a:pt x="0" y="5075"/>
                  </a:lnTo>
                  <a:lnTo>
                    <a:pt x="4792" y="6607"/>
                  </a:lnTo>
                  <a:lnTo>
                    <a:pt x="4792" y="1533"/>
                  </a:lnTo>
                  <a:lnTo>
                    <a:pt x="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2"/>
            <p:cNvSpPr/>
            <p:nvPr/>
          </p:nvSpPr>
          <p:spPr>
            <a:xfrm>
              <a:off x="1777783" y="3054651"/>
              <a:ext cx="125660" cy="173219"/>
            </a:xfrm>
            <a:custGeom>
              <a:rect b="b" l="l" r="r" t="t"/>
              <a:pathLst>
                <a:path extrusionOk="0" h="6607" w="4793">
                  <a:moveTo>
                    <a:pt x="0" y="1"/>
                  </a:moveTo>
                  <a:lnTo>
                    <a:pt x="0" y="5075"/>
                  </a:lnTo>
                  <a:lnTo>
                    <a:pt x="4792" y="6607"/>
                  </a:lnTo>
                  <a:lnTo>
                    <a:pt x="4792" y="5879"/>
                  </a:lnTo>
                  <a:lnTo>
                    <a:pt x="627" y="4549"/>
                  </a:lnTo>
                  <a:lnTo>
                    <a:pt x="627" y="200"/>
                  </a:lnTo>
                  <a:lnTo>
                    <a:pt x="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2"/>
            <p:cNvSpPr/>
            <p:nvPr/>
          </p:nvSpPr>
          <p:spPr>
            <a:xfrm>
              <a:off x="1792124" y="3043351"/>
              <a:ext cx="111320" cy="153477"/>
            </a:xfrm>
            <a:custGeom>
              <a:rect b="b" l="l" r="r" t="t"/>
              <a:pathLst>
                <a:path extrusionOk="0" h="5854" w="4246">
                  <a:moveTo>
                    <a:pt x="0" y="1"/>
                  </a:moveTo>
                  <a:lnTo>
                    <a:pt x="0" y="4495"/>
                  </a:lnTo>
                  <a:lnTo>
                    <a:pt x="4245" y="5853"/>
                  </a:lnTo>
                  <a:lnTo>
                    <a:pt x="4245" y="1359"/>
                  </a:lnTo>
                  <a:lnTo>
                    <a:pt x="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2"/>
            <p:cNvSpPr/>
            <p:nvPr/>
          </p:nvSpPr>
          <p:spPr>
            <a:xfrm>
              <a:off x="1903417" y="3080658"/>
              <a:ext cx="125634" cy="173324"/>
            </a:xfrm>
            <a:custGeom>
              <a:rect b="b" l="l" r="r" t="t"/>
              <a:pathLst>
                <a:path extrusionOk="0" h="6611" w="4792">
                  <a:moveTo>
                    <a:pt x="4792" y="1"/>
                  </a:moveTo>
                  <a:lnTo>
                    <a:pt x="0" y="1533"/>
                  </a:lnTo>
                  <a:lnTo>
                    <a:pt x="0" y="6611"/>
                  </a:lnTo>
                  <a:lnTo>
                    <a:pt x="4792" y="5079"/>
                  </a:lnTo>
                  <a:lnTo>
                    <a:pt x="4792"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2"/>
            <p:cNvSpPr/>
            <p:nvPr/>
          </p:nvSpPr>
          <p:spPr>
            <a:xfrm>
              <a:off x="1903417" y="3054651"/>
              <a:ext cx="125634" cy="173219"/>
            </a:xfrm>
            <a:custGeom>
              <a:rect b="b" l="l" r="r" t="t"/>
              <a:pathLst>
                <a:path extrusionOk="0" h="6607" w="4792">
                  <a:moveTo>
                    <a:pt x="4792" y="1"/>
                  </a:moveTo>
                  <a:lnTo>
                    <a:pt x="0" y="1533"/>
                  </a:lnTo>
                  <a:lnTo>
                    <a:pt x="0" y="6607"/>
                  </a:lnTo>
                  <a:lnTo>
                    <a:pt x="4792" y="5075"/>
                  </a:lnTo>
                  <a:lnTo>
                    <a:pt x="4792"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2"/>
            <p:cNvSpPr/>
            <p:nvPr/>
          </p:nvSpPr>
          <p:spPr>
            <a:xfrm>
              <a:off x="1903417" y="3054651"/>
              <a:ext cx="125634" cy="173219"/>
            </a:xfrm>
            <a:custGeom>
              <a:rect b="b" l="l" r="r" t="t"/>
              <a:pathLst>
                <a:path extrusionOk="0" h="6607" w="4792">
                  <a:moveTo>
                    <a:pt x="4792" y="1"/>
                  </a:moveTo>
                  <a:lnTo>
                    <a:pt x="4161" y="200"/>
                  </a:lnTo>
                  <a:lnTo>
                    <a:pt x="4161" y="4549"/>
                  </a:lnTo>
                  <a:lnTo>
                    <a:pt x="0" y="5879"/>
                  </a:lnTo>
                  <a:lnTo>
                    <a:pt x="0" y="6607"/>
                  </a:lnTo>
                  <a:lnTo>
                    <a:pt x="4792" y="5075"/>
                  </a:lnTo>
                  <a:lnTo>
                    <a:pt x="479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2"/>
            <p:cNvSpPr/>
            <p:nvPr/>
          </p:nvSpPr>
          <p:spPr>
            <a:xfrm>
              <a:off x="1903417" y="3043351"/>
              <a:ext cx="111293" cy="153477"/>
            </a:xfrm>
            <a:custGeom>
              <a:rect b="b" l="l" r="r" t="t"/>
              <a:pathLst>
                <a:path extrusionOk="0" h="5854" w="4245">
                  <a:moveTo>
                    <a:pt x="4245" y="1"/>
                  </a:moveTo>
                  <a:lnTo>
                    <a:pt x="0" y="1359"/>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2"/>
            <p:cNvSpPr/>
            <p:nvPr/>
          </p:nvSpPr>
          <p:spPr>
            <a:xfrm>
              <a:off x="1903417" y="3043351"/>
              <a:ext cx="111293" cy="153477"/>
            </a:xfrm>
            <a:custGeom>
              <a:rect b="b" l="l" r="r" t="t"/>
              <a:pathLst>
                <a:path extrusionOk="0" h="5854" w="4245">
                  <a:moveTo>
                    <a:pt x="4245" y="1"/>
                  </a:moveTo>
                  <a:lnTo>
                    <a:pt x="3607" y="203"/>
                  </a:lnTo>
                  <a:lnTo>
                    <a:pt x="3607" y="3887"/>
                  </a:lnTo>
                  <a:lnTo>
                    <a:pt x="0" y="5042"/>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2"/>
            <p:cNvSpPr/>
            <p:nvPr/>
          </p:nvSpPr>
          <p:spPr>
            <a:xfrm>
              <a:off x="1941957" y="3082100"/>
              <a:ext cx="27843" cy="38566"/>
            </a:xfrm>
            <a:custGeom>
              <a:rect b="b" l="l" r="r" t="t"/>
              <a:pathLst>
                <a:path extrusionOk="0" h="1471" w="1062">
                  <a:moveTo>
                    <a:pt x="1062" y="0"/>
                  </a:moveTo>
                  <a:lnTo>
                    <a:pt x="0" y="341"/>
                  </a:lnTo>
                  <a:lnTo>
                    <a:pt x="0" y="1471"/>
                  </a:lnTo>
                  <a:lnTo>
                    <a:pt x="1062" y="1130"/>
                  </a:lnTo>
                  <a:lnTo>
                    <a:pt x="1062"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2"/>
            <p:cNvSpPr/>
            <p:nvPr/>
          </p:nvSpPr>
          <p:spPr>
            <a:xfrm>
              <a:off x="1835802" y="2900833"/>
              <a:ext cx="138088" cy="163545"/>
            </a:xfrm>
            <a:custGeom>
              <a:rect b="b" l="l" r="r" t="t"/>
              <a:pathLst>
                <a:path extrusionOk="0" h="6238" w="5267">
                  <a:moveTo>
                    <a:pt x="2576" y="0"/>
                  </a:moveTo>
                  <a:cubicBezTo>
                    <a:pt x="2201" y="0"/>
                    <a:pt x="1825" y="82"/>
                    <a:pt x="1474" y="247"/>
                  </a:cubicBezTo>
                  <a:cubicBezTo>
                    <a:pt x="616" y="656"/>
                    <a:pt x="51" y="1503"/>
                    <a:pt x="4" y="2452"/>
                  </a:cubicBezTo>
                  <a:cubicBezTo>
                    <a:pt x="0" y="2565"/>
                    <a:pt x="87" y="2659"/>
                    <a:pt x="196" y="2662"/>
                  </a:cubicBezTo>
                  <a:cubicBezTo>
                    <a:pt x="200" y="2663"/>
                    <a:pt x="205" y="2663"/>
                    <a:pt x="209" y="2663"/>
                  </a:cubicBezTo>
                  <a:cubicBezTo>
                    <a:pt x="315" y="2663"/>
                    <a:pt x="403" y="2578"/>
                    <a:pt x="406" y="2474"/>
                  </a:cubicBezTo>
                  <a:cubicBezTo>
                    <a:pt x="465" y="1232"/>
                    <a:pt x="1495" y="401"/>
                    <a:pt x="2585" y="401"/>
                  </a:cubicBezTo>
                  <a:cubicBezTo>
                    <a:pt x="3034" y="401"/>
                    <a:pt x="3492" y="541"/>
                    <a:pt x="3897" y="852"/>
                  </a:cubicBezTo>
                  <a:cubicBezTo>
                    <a:pt x="4538" y="1344"/>
                    <a:pt x="4857" y="2152"/>
                    <a:pt x="4719" y="2949"/>
                  </a:cubicBezTo>
                  <a:cubicBezTo>
                    <a:pt x="4582" y="3745"/>
                    <a:pt x="4013" y="4397"/>
                    <a:pt x="3245" y="4647"/>
                  </a:cubicBezTo>
                  <a:cubicBezTo>
                    <a:pt x="3198" y="4662"/>
                    <a:pt x="3159" y="4691"/>
                    <a:pt x="3133" y="4734"/>
                  </a:cubicBezTo>
                  <a:lnTo>
                    <a:pt x="2579" y="5654"/>
                  </a:lnTo>
                  <a:lnTo>
                    <a:pt x="2021" y="4734"/>
                  </a:lnTo>
                  <a:cubicBezTo>
                    <a:pt x="1996" y="4691"/>
                    <a:pt x="1956" y="4662"/>
                    <a:pt x="1913" y="4647"/>
                  </a:cubicBezTo>
                  <a:cubicBezTo>
                    <a:pt x="1228" y="4426"/>
                    <a:pt x="696" y="3883"/>
                    <a:pt x="493" y="3195"/>
                  </a:cubicBezTo>
                  <a:cubicBezTo>
                    <a:pt x="463" y="3094"/>
                    <a:pt x="386" y="3050"/>
                    <a:pt x="307" y="3050"/>
                  </a:cubicBezTo>
                  <a:cubicBezTo>
                    <a:pt x="186" y="3050"/>
                    <a:pt x="63" y="3154"/>
                    <a:pt x="109" y="3311"/>
                  </a:cubicBezTo>
                  <a:cubicBezTo>
                    <a:pt x="341" y="4100"/>
                    <a:pt x="942" y="4727"/>
                    <a:pt x="1717" y="5002"/>
                  </a:cubicBezTo>
                  <a:lnTo>
                    <a:pt x="2405" y="6143"/>
                  </a:lnTo>
                  <a:cubicBezTo>
                    <a:pt x="2445" y="6206"/>
                    <a:pt x="2511" y="6238"/>
                    <a:pt x="2577" y="6238"/>
                  </a:cubicBezTo>
                  <a:cubicBezTo>
                    <a:pt x="2643" y="6238"/>
                    <a:pt x="2709" y="6206"/>
                    <a:pt x="2749" y="6143"/>
                  </a:cubicBezTo>
                  <a:lnTo>
                    <a:pt x="3437" y="5002"/>
                  </a:lnTo>
                  <a:cubicBezTo>
                    <a:pt x="4336" y="4687"/>
                    <a:pt x="4984" y="3897"/>
                    <a:pt x="5125" y="2959"/>
                  </a:cubicBezTo>
                  <a:cubicBezTo>
                    <a:pt x="5266" y="2018"/>
                    <a:pt x="4875" y="1076"/>
                    <a:pt x="4115" y="507"/>
                  </a:cubicBezTo>
                  <a:cubicBezTo>
                    <a:pt x="3662" y="173"/>
                    <a:pt x="3121" y="0"/>
                    <a:pt x="2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2"/>
            <p:cNvSpPr/>
            <p:nvPr/>
          </p:nvSpPr>
          <p:spPr>
            <a:xfrm>
              <a:off x="1865428" y="2929331"/>
              <a:ext cx="78181" cy="74799"/>
            </a:xfrm>
            <a:custGeom>
              <a:rect b="b" l="l" r="r" t="t"/>
              <a:pathLst>
                <a:path extrusionOk="0" h="2853" w="2982">
                  <a:moveTo>
                    <a:pt x="1811" y="399"/>
                  </a:moveTo>
                  <a:cubicBezTo>
                    <a:pt x="2149" y="399"/>
                    <a:pt x="2474" y="662"/>
                    <a:pt x="2474" y="1061"/>
                  </a:cubicBezTo>
                  <a:cubicBezTo>
                    <a:pt x="2474" y="1458"/>
                    <a:pt x="2148" y="1721"/>
                    <a:pt x="1809" y="1721"/>
                  </a:cubicBezTo>
                  <a:cubicBezTo>
                    <a:pt x="1647" y="1721"/>
                    <a:pt x="1482" y="1662"/>
                    <a:pt x="1348" y="1528"/>
                  </a:cubicBezTo>
                  <a:cubicBezTo>
                    <a:pt x="1087" y="1268"/>
                    <a:pt x="1090" y="851"/>
                    <a:pt x="1348" y="594"/>
                  </a:cubicBezTo>
                  <a:cubicBezTo>
                    <a:pt x="1483" y="459"/>
                    <a:pt x="1648" y="399"/>
                    <a:pt x="1811" y="399"/>
                  </a:cubicBezTo>
                  <a:close/>
                  <a:moveTo>
                    <a:pt x="1814" y="0"/>
                  </a:moveTo>
                  <a:cubicBezTo>
                    <a:pt x="1575" y="0"/>
                    <a:pt x="1335" y="80"/>
                    <a:pt x="1138" y="243"/>
                  </a:cubicBezTo>
                  <a:cubicBezTo>
                    <a:pt x="717" y="590"/>
                    <a:pt x="631" y="1202"/>
                    <a:pt x="938" y="1655"/>
                  </a:cubicBezTo>
                  <a:lnTo>
                    <a:pt x="80" y="2513"/>
                  </a:lnTo>
                  <a:cubicBezTo>
                    <a:pt x="0" y="2589"/>
                    <a:pt x="0" y="2716"/>
                    <a:pt x="80" y="2796"/>
                  </a:cubicBezTo>
                  <a:cubicBezTo>
                    <a:pt x="118" y="2834"/>
                    <a:pt x="169" y="2853"/>
                    <a:pt x="220" y="2853"/>
                  </a:cubicBezTo>
                  <a:cubicBezTo>
                    <a:pt x="271" y="2853"/>
                    <a:pt x="323" y="2834"/>
                    <a:pt x="363" y="2796"/>
                  </a:cubicBezTo>
                  <a:lnTo>
                    <a:pt x="1221" y="1938"/>
                  </a:lnTo>
                  <a:cubicBezTo>
                    <a:pt x="1403" y="2061"/>
                    <a:pt x="1610" y="2121"/>
                    <a:pt x="1816" y="2121"/>
                  </a:cubicBezTo>
                  <a:cubicBezTo>
                    <a:pt x="2123" y="2121"/>
                    <a:pt x="2425" y="1988"/>
                    <a:pt x="2633" y="1735"/>
                  </a:cubicBezTo>
                  <a:cubicBezTo>
                    <a:pt x="2981" y="1315"/>
                    <a:pt x="2952" y="695"/>
                    <a:pt x="2565" y="311"/>
                  </a:cubicBezTo>
                  <a:cubicBezTo>
                    <a:pt x="2358" y="105"/>
                    <a:pt x="2086" y="0"/>
                    <a:pt x="18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2"/>
            <p:cNvSpPr/>
            <p:nvPr/>
          </p:nvSpPr>
          <p:spPr>
            <a:xfrm>
              <a:off x="1820675" y="3081524"/>
              <a:ext cx="62188" cy="25195"/>
            </a:xfrm>
            <a:custGeom>
              <a:rect b="b" l="l" r="r" t="t"/>
              <a:pathLst>
                <a:path extrusionOk="0" h="961" w="2372">
                  <a:moveTo>
                    <a:pt x="282" y="1"/>
                  </a:moveTo>
                  <a:cubicBezTo>
                    <a:pt x="77" y="1"/>
                    <a:pt x="0" y="320"/>
                    <a:pt x="233" y="392"/>
                  </a:cubicBezTo>
                  <a:lnTo>
                    <a:pt x="2022" y="949"/>
                  </a:lnTo>
                  <a:cubicBezTo>
                    <a:pt x="2046" y="957"/>
                    <a:pt x="2068" y="960"/>
                    <a:pt x="2090" y="960"/>
                  </a:cubicBezTo>
                  <a:cubicBezTo>
                    <a:pt x="2295" y="960"/>
                    <a:pt x="2372" y="638"/>
                    <a:pt x="2138" y="566"/>
                  </a:cubicBezTo>
                  <a:lnTo>
                    <a:pt x="349" y="11"/>
                  </a:lnTo>
                  <a:cubicBezTo>
                    <a:pt x="325"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2"/>
            <p:cNvSpPr/>
            <p:nvPr/>
          </p:nvSpPr>
          <p:spPr>
            <a:xfrm>
              <a:off x="1820675" y="3100033"/>
              <a:ext cx="62188" cy="25300"/>
            </a:xfrm>
            <a:custGeom>
              <a:rect b="b" l="l" r="r" t="t"/>
              <a:pathLst>
                <a:path extrusionOk="0" h="965" w="2372">
                  <a:moveTo>
                    <a:pt x="282" y="1"/>
                  </a:moveTo>
                  <a:cubicBezTo>
                    <a:pt x="77" y="1"/>
                    <a:pt x="0" y="323"/>
                    <a:pt x="233" y="396"/>
                  </a:cubicBezTo>
                  <a:lnTo>
                    <a:pt x="2022" y="953"/>
                  </a:lnTo>
                  <a:cubicBezTo>
                    <a:pt x="2046" y="961"/>
                    <a:pt x="2068" y="964"/>
                    <a:pt x="2090" y="964"/>
                  </a:cubicBezTo>
                  <a:cubicBezTo>
                    <a:pt x="2295" y="964"/>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2"/>
            <p:cNvSpPr/>
            <p:nvPr/>
          </p:nvSpPr>
          <p:spPr>
            <a:xfrm>
              <a:off x="1820675" y="3118648"/>
              <a:ext cx="62214" cy="25274"/>
            </a:xfrm>
            <a:custGeom>
              <a:rect b="b" l="l" r="r" t="t"/>
              <a:pathLst>
                <a:path extrusionOk="0" h="964" w="2373">
                  <a:moveTo>
                    <a:pt x="282" y="1"/>
                  </a:moveTo>
                  <a:cubicBezTo>
                    <a:pt x="77" y="1"/>
                    <a:pt x="0" y="323"/>
                    <a:pt x="233" y="395"/>
                  </a:cubicBezTo>
                  <a:lnTo>
                    <a:pt x="2022" y="953"/>
                  </a:lnTo>
                  <a:cubicBezTo>
                    <a:pt x="2045" y="960"/>
                    <a:pt x="2067" y="963"/>
                    <a:pt x="2087" y="963"/>
                  </a:cubicBezTo>
                  <a:cubicBezTo>
                    <a:pt x="2294" y="963"/>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2"/>
            <p:cNvSpPr/>
            <p:nvPr/>
          </p:nvSpPr>
          <p:spPr>
            <a:xfrm>
              <a:off x="1772461" y="3038055"/>
              <a:ext cx="261729" cy="221171"/>
            </a:xfrm>
            <a:custGeom>
              <a:rect b="b" l="l" r="r" t="t"/>
              <a:pathLst>
                <a:path extrusionOk="0" h="8436" w="9983">
                  <a:moveTo>
                    <a:pt x="9040" y="478"/>
                  </a:moveTo>
                  <a:lnTo>
                    <a:pt x="9040" y="4552"/>
                  </a:lnTo>
                  <a:lnTo>
                    <a:pt x="5194" y="5780"/>
                  </a:lnTo>
                  <a:lnTo>
                    <a:pt x="5194" y="3158"/>
                  </a:lnTo>
                  <a:lnTo>
                    <a:pt x="5194" y="1706"/>
                  </a:lnTo>
                  <a:lnTo>
                    <a:pt x="9040" y="478"/>
                  </a:lnTo>
                  <a:close/>
                  <a:moveTo>
                    <a:pt x="403" y="905"/>
                  </a:moveTo>
                  <a:lnTo>
                    <a:pt x="551" y="952"/>
                  </a:lnTo>
                  <a:lnTo>
                    <a:pt x="551" y="4697"/>
                  </a:lnTo>
                  <a:cubicBezTo>
                    <a:pt x="551" y="4784"/>
                    <a:pt x="606" y="4860"/>
                    <a:pt x="689" y="4889"/>
                  </a:cubicBezTo>
                  <a:lnTo>
                    <a:pt x="4796" y="6200"/>
                  </a:lnTo>
                  <a:lnTo>
                    <a:pt x="4796" y="6964"/>
                  </a:lnTo>
                  <a:lnTo>
                    <a:pt x="403" y="5559"/>
                  </a:lnTo>
                  <a:lnTo>
                    <a:pt x="403" y="905"/>
                  </a:lnTo>
                  <a:close/>
                  <a:moveTo>
                    <a:pt x="9587" y="909"/>
                  </a:moveTo>
                  <a:lnTo>
                    <a:pt x="9587" y="5563"/>
                  </a:lnTo>
                  <a:lnTo>
                    <a:pt x="5194" y="6964"/>
                  </a:lnTo>
                  <a:lnTo>
                    <a:pt x="5194" y="6204"/>
                  </a:lnTo>
                  <a:lnTo>
                    <a:pt x="9301" y="4889"/>
                  </a:lnTo>
                  <a:cubicBezTo>
                    <a:pt x="9385" y="4864"/>
                    <a:pt x="9439" y="4788"/>
                    <a:pt x="9439" y="4701"/>
                  </a:cubicBezTo>
                  <a:lnTo>
                    <a:pt x="9439" y="952"/>
                  </a:lnTo>
                  <a:lnTo>
                    <a:pt x="9587" y="909"/>
                  </a:lnTo>
                  <a:close/>
                  <a:moveTo>
                    <a:pt x="403" y="5983"/>
                  </a:moveTo>
                  <a:lnTo>
                    <a:pt x="4796" y="7384"/>
                  </a:lnTo>
                  <a:lnTo>
                    <a:pt x="4796" y="7960"/>
                  </a:lnTo>
                  <a:lnTo>
                    <a:pt x="403" y="6555"/>
                  </a:lnTo>
                  <a:lnTo>
                    <a:pt x="403" y="5983"/>
                  </a:lnTo>
                  <a:close/>
                  <a:moveTo>
                    <a:pt x="9238" y="0"/>
                  </a:moveTo>
                  <a:cubicBezTo>
                    <a:pt x="9217" y="0"/>
                    <a:pt x="9196" y="4"/>
                    <a:pt x="9174" y="11"/>
                  </a:cubicBezTo>
                  <a:lnTo>
                    <a:pt x="4991" y="1347"/>
                  </a:lnTo>
                  <a:lnTo>
                    <a:pt x="2449" y="532"/>
                  </a:lnTo>
                  <a:cubicBezTo>
                    <a:pt x="2425" y="525"/>
                    <a:pt x="2403" y="521"/>
                    <a:pt x="2381" y="521"/>
                  </a:cubicBezTo>
                  <a:cubicBezTo>
                    <a:pt x="2176" y="521"/>
                    <a:pt x="2096" y="841"/>
                    <a:pt x="2326" y="916"/>
                  </a:cubicBezTo>
                  <a:lnTo>
                    <a:pt x="4792" y="1702"/>
                  </a:lnTo>
                  <a:lnTo>
                    <a:pt x="4792" y="5776"/>
                  </a:lnTo>
                  <a:lnTo>
                    <a:pt x="953" y="4552"/>
                  </a:lnTo>
                  <a:lnTo>
                    <a:pt x="953" y="478"/>
                  </a:lnTo>
                  <a:lnTo>
                    <a:pt x="1540" y="666"/>
                  </a:lnTo>
                  <a:cubicBezTo>
                    <a:pt x="1564" y="674"/>
                    <a:pt x="1588" y="678"/>
                    <a:pt x="1610" y="678"/>
                  </a:cubicBezTo>
                  <a:cubicBezTo>
                    <a:pt x="1814" y="678"/>
                    <a:pt x="1892" y="358"/>
                    <a:pt x="1663" y="286"/>
                  </a:cubicBezTo>
                  <a:lnTo>
                    <a:pt x="812" y="14"/>
                  </a:lnTo>
                  <a:cubicBezTo>
                    <a:pt x="791" y="7"/>
                    <a:pt x="769" y="4"/>
                    <a:pt x="748" y="4"/>
                  </a:cubicBezTo>
                  <a:cubicBezTo>
                    <a:pt x="641" y="4"/>
                    <a:pt x="548" y="91"/>
                    <a:pt x="548" y="206"/>
                  </a:cubicBezTo>
                  <a:lnTo>
                    <a:pt x="548" y="536"/>
                  </a:lnTo>
                  <a:lnTo>
                    <a:pt x="265" y="445"/>
                  </a:lnTo>
                  <a:cubicBezTo>
                    <a:pt x="244" y="438"/>
                    <a:pt x="222" y="435"/>
                    <a:pt x="201" y="435"/>
                  </a:cubicBezTo>
                  <a:cubicBezTo>
                    <a:pt x="94" y="435"/>
                    <a:pt x="1" y="522"/>
                    <a:pt x="1" y="634"/>
                  </a:cubicBezTo>
                  <a:lnTo>
                    <a:pt x="1" y="6704"/>
                  </a:lnTo>
                  <a:cubicBezTo>
                    <a:pt x="1" y="6794"/>
                    <a:pt x="59" y="6870"/>
                    <a:pt x="142" y="6896"/>
                  </a:cubicBezTo>
                  <a:lnTo>
                    <a:pt x="4937" y="8428"/>
                  </a:lnTo>
                  <a:cubicBezTo>
                    <a:pt x="4955" y="8433"/>
                    <a:pt x="4975" y="8436"/>
                    <a:pt x="4995" y="8436"/>
                  </a:cubicBezTo>
                  <a:cubicBezTo>
                    <a:pt x="5016" y="8436"/>
                    <a:pt x="5037" y="8433"/>
                    <a:pt x="5057" y="8428"/>
                  </a:cubicBezTo>
                  <a:lnTo>
                    <a:pt x="7516" y="7638"/>
                  </a:lnTo>
                  <a:cubicBezTo>
                    <a:pt x="7745" y="7566"/>
                    <a:pt x="7666" y="7246"/>
                    <a:pt x="7462" y="7246"/>
                  </a:cubicBezTo>
                  <a:cubicBezTo>
                    <a:pt x="7441" y="7246"/>
                    <a:pt x="7417" y="7250"/>
                    <a:pt x="7393" y="7258"/>
                  </a:cubicBezTo>
                  <a:lnTo>
                    <a:pt x="5194" y="7960"/>
                  </a:lnTo>
                  <a:lnTo>
                    <a:pt x="5194" y="7384"/>
                  </a:lnTo>
                  <a:lnTo>
                    <a:pt x="9584" y="5983"/>
                  </a:lnTo>
                  <a:lnTo>
                    <a:pt x="9584" y="6559"/>
                  </a:lnTo>
                  <a:lnTo>
                    <a:pt x="8182" y="7008"/>
                  </a:lnTo>
                  <a:cubicBezTo>
                    <a:pt x="7949" y="7080"/>
                    <a:pt x="8028" y="7399"/>
                    <a:pt x="8234" y="7399"/>
                  </a:cubicBezTo>
                  <a:cubicBezTo>
                    <a:pt x="8255" y="7399"/>
                    <a:pt x="8278" y="7396"/>
                    <a:pt x="8302" y="7388"/>
                  </a:cubicBezTo>
                  <a:lnTo>
                    <a:pt x="9841" y="6896"/>
                  </a:lnTo>
                  <a:cubicBezTo>
                    <a:pt x="9924" y="6867"/>
                    <a:pt x="9982" y="6791"/>
                    <a:pt x="9982" y="6704"/>
                  </a:cubicBezTo>
                  <a:lnTo>
                    <a:pt x="9982" y="634"/>
                  </a:lnTo>
                  <a:cubicBezTo>
                    <a:pt x="9982" y="568"/>
                    <a:pt x="9950" y="507"/>
                    <a:pt x="9899" y="471"/>
                  </a:cubicBezTo>
                  <a:lnTo>
                    <a:pt x="9902" y="471"/>
                  </a:lnTo>
                  <a:cubicBezTo>
                    <a:pt x="9869" y="444"/>
                    <a:pt x="9828" y="431"/>
                    <a:pt x="9786" y="431"/>
                  </a:cubicBezTo>
                  <a:cubicBezTo>
                    <a:pt x="9764" y="431"/>
                    <a:pt x="9742" y="434"/>
                    <a:pt x="9721" y="442"/>
                  </a:cubicBezTo>
                  <a:lnTo>
                    <a:pt x="9439" y="532"/>
                  </a:lnTo>
                  <a:lnTo>
                    <a:pt x="9439" y="203"/>
                  </a:lnTo>
                  <a:cubicBezTo>
                    <a:pt x="9439" y="88"/>
                    <a:pt x="9345" y="0"/>
                    <a:pt x="9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2"/>
            <p:cNvSpPr/>
            <p:nvPr/>
          </p:nvSpPr>
          <p:spPr>
            <a:xfrm>
              <a:off x="1936635" y="3076857"/>
              <a:ext cx="38382" cy="49027"/>
            </a:xfrm>
            <a:custGeom>
              <a:rect b="b" l="l" r="r" t="t"/>
              <a:pathLst>
                <a:path extrusionOk="0" h="1870" w="1464">
                  <a:moveTo>
                    <a:pt x="1069" y="476"/>
                  </a:moveTo>
                  <a:lnTo>
                    <a:pt x="1069" y="1182"/>
                  </a:lnTo>
                  <a:lnTo>
                    <a:pt x="403" y="1395"/>
                  </a:lnTo>
                  <a:lnTo>
                    <a:pt x="403" y="689"/>
                  </a:lnTo>
                  <a:lnTo>
                    <a:pt x="1069" y="476"/>
                  </a:lnTo>
                  <a:close/>
                  <a:moveTo>
                    <a:pt x="1267" y="1"/>
                  </a:moveTo>
                  <a:cubicBezTo>
                    <a:pt x="1246" y="1"/>
                    <a:pt x="1224" y="5"/>
                    <a:pt x="1203" y="12"/>
                  </a:cubicBezTo>
                  <a:lnTo>
                    <a:pt x="138" y="352"/>
                  </a:lnTo>
                  <a:cubicBezTo>
                    <a:pt x="55" y="378"/>
                    <a:pt x="1" y="454"/>
                    <a:pt x="1" y="541"/>
                  </a:cubicBezTo>
                  <a:lnTo>
                    <a:pt x="1" y="1671"/>
                  </a:lnTo>
                  <a:cubicBezTo>
                    <a:pt x="1" y="1783"/>
                    <a:pt x="92" y="1869"/>
                    <a:pt x="198" y="1869"/>
                  </a:cubicBezTo>
                  <a:cubicBezTo>
                    <a:pt x="219" y="1869"/>
                    <a:pt x="240" y="1866"/>
                    <a:pt x="261" y="1859"/>
                  </a:cubicBezTo>
                  <a:lnTo>
                    <a:pt x="1326" y="1519"/>
                  </a:lnTo>
                  <a:cubicBezTo>
                    <a:pt x="1409" y="1493"/>
                    <a:pt x="1464" y="1417"/>
                    <a:pt x="1464" y="1330"/>
                  </a:cubicBezTo>
                  <a:lnTo>
                    <a:pt x="1464" y="200"/>
                  </a:lnTo>
                  <a:cubicBezTo>
                    <a:pt x="1464" y="139"/>
                    <a:pt x="1435" y="77"/>
                    <a:pt x="1384" y="41"/>
                  </a:cubicBezTo>
                  <a:cubicBezTo>
                    <a:pt x="1351" y="15"/>
                    <a:pt x="1309" y="1"/>
                    <a:pt x="1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9" name="Google Shape;12939;p82"/>
          <p:cNvGrpSpPr/>
          <p:nvPr/>
        </p:nvGrpSpPr>
        <p:grpSpPr>
          <a:xfrm>
            <a:off x="1352587" y="1516077"/>
            <a:ext cx="310992" cy="358262"/>
            <a:chOff x="1352587" y="1516077"/>
            <a:chExt cx="310992" cy="358262"/>
          </a:xfrm>
        </p:grpSpPr>
        <p:sp>
          <p:nvSpPr>
            <p:cNvPr id="12940" name="Google Shape;12940;p82"/>
            <p:cNvSpPr/>
            <p:nvPr/>
          </p:nvSpPr>
          <p:spPr>
            <a:xfrm>
              <a:off x="1457877" y="1589355"/>
              <a:ext cx="27581" cy="76555"/>
            </a:xfrm>
            <a:custGeom>
              <a:rect b="b" l="l" r="r" t="t"/>
              <a:pathLst>
                <a:path extrusionOk="0" h="2920" w="1052">
                  <a:moveTo>
                    <a:pt x="526" y="0"/>
                  </a:moveTo>
                  <a:cubicBezTo>
                    <a:pt x="236" y="0"/>
                    <a:pt x="1" y="236"/>
                    <a:pt x="5" y="526"/>
                  </a:cubicBezTo>
                  <a:lnTo>
                    <a:pt x="5" y="2919"/>
                  </a:lnTo>
                  <a:lnTo>
                    <a:pt x="1051" y="2919"/>
                  </a:lnTo>
                  <a:lnTo>
                    <a:pt x="1051" y="526"/>
                  </a:lnTo>
                  <a:cubicBezTo>
                    <a:pt x="1051"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2"/>
            <p:cNvSpPr/>
            <p:nvPr/>
          </p:nvSpPr>
          <p:spPr>
            <a:xfrm>
              <a:off x="1457877" y="1644805"/>
              <a:ext cx="27581" cy="21105"/>
            </a:xfrm>
            <a:custGeom>
              <a:rect b="b" l="l" r="r" t="t"/>
              <a:pathLst>
                <a:path extrusionOk="0" h="805" w="1052">
                  <a:moveTo>
                    <a:pt x="1" y="0"/>
                  </a:moveTo>
                  <a:lnTo>
                    <a:pt x="1" y="804"/>
                  </a:lnTo>
                  <a:lnTo>
                    <a:pt x="1051" y="804"/>
                  </a:lnTo>
                  <a:lnTo>
                    <a:pt x="105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2"/>
            <p:cNvSpPr/>
            <p:nvPr/>
          </p:nvSpPr>
          <p:spPr>
            <a:xfrm>
              <a:off x="1375554" y="1589355"/>
              <a:ext cx="27476" cy="76555"/>
            </a:xfrm>
            <a:custGeom>
              <a:rect b="b" l="l" r="r" t="t"/>
              <a:pathLst>
                <a:path extrusionOk="0" h="2920" w="1048">
                  <a:moveTo>
                    <a:pt x="526" y="0"/>
                  </a:moveTo>
                  <a:cubicBezTo>
                    <a:pt x="236" y="0"/>
                    <a:pt x="1" y="236"/>
                    <a:pt x="1" y="526"/>
                  </a:cubicBezTo>
                  <a:lnTo>
                    <a:pt x="1" y="2919"/>
                  </a:lnTo>
                  <a:lnTo>
                    <a:pt x="1048" y="2919"/>
                  </a:lnTo>
                  <a:lnTo>
                    <a:pt x="1048" y="526"/>
                  </a:lnTo>
                  <a:cubicBezTo>
                    <a:pt x="1048"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2"/>
            <p:cNvSpPr/>
            <p:nvPr/>
          </p:nvSpPr>
          <p:spPr>
            <a:xfrm>
              <a:off x="1375554" y="1644805"/>
              <a:ext cx="27476" cy="21105"/>
            </a:xfrm>
            <a:custGeom>
              <a:rect b="b" l="l" r="r" t="t"/>
              <a:pathLst>
                <a:path extrusionOk="0" h="805" w="1048">
                  <a:moveTo>
                    <a:pt x="1" y="0"/>
                  </a:moveTo>
                  <a:lnTo>
                    <a:pt x="1" y="804"/>
                  </a:lnTo>
                  <a:lnTo>
                    <a:pt x="1048" y="804"/>
                  </a:lnTo>
                  <a:lnTo>
                    <a:pt x="104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2"/>
            <p:cNvSpPr/>
            <p:nvPr/>
          </p:nvSpPr>
          <p:spPr>
            <a:xfrm>
              <a:off x="1416768" y="1803368"/>
              <a:ext cx="27476" cy="65727"/>
            </a:xfrm>
            <a:custGeom>
              <a:rect b="b" l="l" r="r" t="t"/>
              <a:pathLst>
                <a:path extrusionOk="0" h="2507" w="1048">
                  <a:moveTo>
                    <a:pt x="1" y="1"/>
                  </a:moveTo>
                  <a:lnTo>
                    <a:pt x="1" y="2507"/>
                  </a:lnTo>
                  <a:lnTo>
                    <a:pt x="1047" y="2507"/>
                  </a:lnTo>
                  <a:lnTo>
                    <a:pt x="1047"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2"/>
            <p:cNvSpPr/>
            <p:nvPr/>
          </p:nvSpPr>
          <p:spPr>
            <a:xfrm>
              <a:off x="1416768" y="1803368"/>
              <a:ext cx="27476" cy="21865"/>
            </a:xfrm>
            <a:custGeom>
              <a:rect b="b" l="l" r="r" t="t"/>
              <a:pathLst>
                <a:path extrusionOk="0" h="834" w="1048">
                  <a:moveTo>
                    <a:pt x="1" y="1"/>
                  </a:moveTo>
                  <a:lnTo>
                    <a:pt x="1" y="834"/>
                  </a:lnTo>
                  <a:lnTo>
                    <a:pt x="1047" y="834"/>
                  </a:lnTo>
                  <a:lnTo>
                    <a:pt x="1047"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2"/>
            <p:cNvSpPr/>
            <p:nvPr/>
          </p:nvSpPr>
          <p:spPr>
            <a:xfrm>
              <a:off x="1410502" y="1777937"/>
              <a:ext cx="40008" cy="32116"/>
            </a:xfrm>
            <a:custGeom>
              <a:rect b="b" l="l" r="r" t="t"/>
              <a:pathLst>
                <a:path extrusionOk="0" h="1225" w="1526">
                  <a:moveTo>
                    <a:pt x="1" y="0"/>
                  </a:moveTo>
                  <a:lnTo>
                    <a:pt x="1" y="1224"/>
                  </a:lnTo>
                  <a:lnTo>
                    <a:pt x="1525" y="1224"/>
                  </a:lnTo>
                  <a:lnTo>
                    <a:pt x="1525"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2"/>
            <p:cNvSpPr/>
            <p:nvPr/>
          </p:nvSpPr>
          <p:spPr>
            <a:xfrm>
              <a:off x="1437008" y="1777937"/>
              <a:ext cx="13502" cy="32116"/>
            </a:xfrm>
            <a:custGeom>
              <a:rect b="b" l="l" r="r" t="t"/>
              <a:pathLst>
                <a:path extrusionOk="0" h="1225" w="515">
                  <a:moveTo>
                    <a:pt x="0" y="0"/>
                  </a:moveTo>
                  <a:lnTo>
                    <a:pt x="0" y="1224"/>
                  </a:lnTo>
                  <a:lnTo>
                    <a:pt x="514" y="1224"/>
                  </a:lnTo>
                  <a:lnTo>
                    <a:pt x="5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2"/>
            <p:cNvSpPr/>
            <p:nvPr/>
          </p:nvSpPr>
          <p:spPr>
            <a:xfrm>
              <a:off x="1405573" y="1752087"/>
              <a:ext cx="49866" cy="32510"/>
            </a:xfrm>
            <a:custGeom>
              <a:rect b="b" l="l" r="r" t="t"/>
              <a:pathLst>
                <a:path extrusionOk="0" h="1240" w="1902">
                  <a:moveTo>
                    <a:pt x="0" y="1"/>
                  </a:moveTo>
                  <a:lnTo>
                    <a:pt x="0" y="1240"/>
                  </a:lnTo>
                  <a:lnTo>
                    <a:pt x="1902" y="1240"/>
                  </a:lnTo>
                  <a:lnTo>
                    <a:pt x="1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2"/>
            <p:cNvSpPr/>
            <p:nvPr/>
          </p:nvSpPr>
          <p:spPr>
            <a:xfrm>
              <a:off x="1437008" y="1752087"/>
              <a:ext cx="18431" cy="32510"/>
            </a:xfrm>
            <a:custGeom>
              <a:rect b="b" l="l" r="r" t="t"/>
              <a:pathLst>
                <a:path extrusionOk="0" h="1240" w="703">
                  <a:moveTo>
                    <a:pt x="0" y="1"/>
                  </a:moveTo>
                  <a:lnTo>
                    <a:pt x="0" y="1240"/>
                  </a:lnTo>
                  <a:lnTo>
                    <a:pt x="703" y="1240"/>
                  </a:lnTo>
                  <a:lnTo>
                    <a:pt x="703"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2"/>
            <p:cNvSpPr/>
            <p:nvPr/>
          </p:nvSpPr>
          <p:spPr>
            <a:xfrm>
              <a:off x="1364542" y="1684314"/>
              <a:ext cx="131926" cy="74930"/>
            </a:xfrm>
            <a:custGeom>
              <a:rect b="b" l="l" r="r" t="t"/>
              <a:pathLst>
                <a:path extrusionOk="0" h="2858" w="5032">
                  <a:moveTo>
                    <a:pt x="1" y="0"/>
                  </a:moveTo>
                  <a:lnTo>
                    <a:pt x="1" y="934"/>
                  </a:lnTo>
                  <a:lnTo>
                    <a:pt x="1558" y="2858"/>
                  </a:lnTo>
                  <a:lnTo>
                    <a:pt x="3474" y="2858"/>
                  </a:lnTo>
                  <a:lnTo>
                    <a:pt x="5031" y="934"/>
                  </a:lnTo>
                  <a:lnTo>
                    <a:pt x="503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2"/>
            <p:cNvSpPr/>
            <p:nvPr/>
          </p:nvSpPr>
          <p:spPr>
            <a:xfrm>
              <a:off x="1434517" y="1684314"/>
              <a:ext cx="61952" cy="74930"/>
            </a:xfrm>
            <a:custGeom>
              <a:rect b="b" l="l" r="r" t="t"/>
              <a:pathLst>
                <a:path extrusionOk="0" h="2858" w="2363">
                  <a:moveTo>
                    <a:pt x="1685" y="0"/>
                  </a:moveTo>
                  <a:lnTo>
                    <a:pt x="1685" y="772"/>
                  </a:lnTo>
                  <a:lnTo>
                    <a:pt x="1" y="2858"/>
                  </a:lnTo>
                  <a:lnTo>
                    <a:pt x="805" y="2858"/>
                  </a:lnTo>
                  <a:lnTo>
                    <a:pt x="2362" y="934"/>
                  </a:lnTo>
                  <a:lnTo>
                    <a:pt x="236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2"/>
            <p:cNvSpPr/>
            <p:nvPr/>
          </p:nvSpPr>
          <p:spPr>
            <a:xfrm>
              <a:off x="1357805" y="1657441"/>
              <a:ext cx="145402" cy="26899"/>
            </a:xfrm>
            <a:custGeom>
              <a:rect b="b" l="l" r="r" t="t"/>
              <a:pathLst>
                <a:path extrusionOk="0" h="1026" w="5546">
                  <a:moveTo>
                    <a:pt x="1" y="0"/>
                  </a:moveTo>
                  <a:lnTo>
                    <a:pt x="1" y="1025"/>
                  </a:lnTo>
                  <a:lnTo>
                    <a:pt x="5545" y="1025"/>
                  </a:lnTo>
                  <a:lnTo>
                    <a:pt x="5545"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2"/>
            <p:cNvSpPr/>
            <p:nvPr/>
          </p:nvSpPr>
          <p:spPr>
            <a:xfrm>
              <a:off x="1483150" y="1657441"/>
              <a:ext cx="20056" cy="26899"/>
            </a:xfrm>
            <a:custGeom>
              <a:rect b="b" l="l" r="r" t="t"/>
              <a:pathLst>
                <a:path extrusionOk="0" h="1026" w="765">
                  <a:moveTo>
                    <a:pt x="0" y="0"/>
                  </a:moveTo>
                  <a:lnTo>
                    <a:pt x="0" y="1025"/>
                  </a:lnTo>
                  <a:lnTo>
                    <a:pt x="764" y="1025"/>
                  </a:lnTo>
                  <a:lnTo>
                    <a:pt x="7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2"/>
            <p:cNvSpPr/>
            <p:nvPr/>
          </p:nvSpPr>
          <p:spPr>
            <a:xfrm>
              <a:off x="1505462" y="1521215"/>
              <a:ext cx="157069" cy="163781"/>
            </a:xfrm>
            <a:custGeom>
              <a:rect b="b" l="l" r="r" t="t"/>
              <a:pathLst>
                <a:path extrusionOk="0" h="6247" w="5991">
                  <a:moveTo>
                    <a:pt x="3001" y="1"/>
                  </a:moveTo>
                  <a:cubicBezTo>
                    <a:pt x="2966" y="1"/>
                    <a:pt x="2930" y="1"/>
                    <a:pt x="2894" y="3"/>
                  </a:cubicBezTo>
                  <a:cubicBezTo>
                    <a:pt x="1833" y="46"/>
                    <a:pt x="884" y="683"/>
                    <a:pt x="442" y="1647"/>
                  </a:cubicBezTo>
                  <a:cubicBezTo>
                    <a:pt x="0" y="2614"/>
                    <a:pt x="134" y="3744"/>
                    <a:pt x="797" y="4577"/>
                  </a:cubicBezTo>
                  <a:lnTo>
                    <a:pt x="721" y="6246"/>
                  </a:lnTo>
                  <a:lnTo>
                    <a:pt x="2231" y="5540"/>
                  </a:lnTo>
                  <a:cubicBezTo>
                    <a:pt x="2487" y="5612"/>
                    <a:pt x="2747" y="5647"/>
                    <a:pt x="3004" y="5647"/>
                  </a:cubicBezTo>
                  <a:cubicBezTo>
                    <a:pt x="3932" y="5647"/>
                    <a:pt x="4820" y="5192"/>
                    <a:pt x="5353" y="4392"/>
                  </a:cubicBezTo>
                  <a:cubicBezTo>
                    <a:pt x="5944" y="3512"/>
                    <a:pt x="5991" y="2371"/>
                    <a:pt x="5469" y="1444"/>
                  </a:cubicBezTo>
                  <a:cubicBezTo>
                    <a:pt x="4969" y="548"/>
                    <a:pt x="4022" y="1"/>
                    <a:pt x="300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2"/>
            <p:cNvSpPr/>
            <p:nvPr/>
          </p:nvSpPr>
          <p:spPr>
            <a:xfrm>
              <a:off x="1551132" y="1544811"/>
              <a:ext cx="62791" cy="105630"/>
            </a:xfrm>
            <a:custGeom>
              <a:rect b="b" l="l" r="r" t="t"/>
              <a:pathLst>
                <a:path extrusionOk="0" h="4029" w="2395">
                  <a:moveTo>
                    <a:pt x="1091" y="1"/>
                  </a:moveTo>
                  <a:lnTo>
                    <a:pt x="0" y="1928"/>
                  </a:lnTo>
                  <a:lnTo>
                    <a:pt x="1051" y="1928"/>
                  </a:lnTo>
                  <a:lnTo>
                    <a:pt x="98" y="4028"/>
                  </a:lnTo>
                  <a:lnTo>
                    <a:pt x="98" y="4028"/>
                  </a:lnTo>
                  <a:lnTo>
                    <a:pt x="2394" y="1268"/>
                  </a:lnTo>
                  <a:lnTo>
                    <a:pt x="1206" y="1268"/>
                  </a:lnTo>
                  <a:lnTo>
                    <a:pt x="215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2"/>
            <p:cNvSpPr/>
            <p:nvPr/>
          </p:nvSpPr>
          <p:spPr>
            <a:xfrm>
              <a:off x="1490754" y="1516077"/>
              <a:ext cx="172826" cy="174189"/>
            </a:xfrm>
            <a:custGeom>
              <a:rect b="b" l="l" r="r" t="t"/>
              <a:pathLst>
                <a:path extrusionOk="0" h="6644" w="6592">
                  <a:moveTo>
                    <a:pt x="3565" y="0"/>
                  </a:moveTo>
                  <a:cubicBezTo>
                    <a:pt x="3133" y="0"/>
                    <a:pt x="2693" y="93"/>
                    <a:pt x="2271" y="293"/>
                  </a:cubicBezTo>
                  <a:cubicBezTo>
                    <a:pt x="543" y="1111"/>
                    <a:pt x="0" y="3310"/>
                    <a:pt x="1152" y="4842"/>
                  </a:cubicBezTo>
                  <a:lnTo>
                    <a:pt x="1079" y="6435"/>
                  </a:lnTo>
                  <a:cubicBezTo>
                    <a:pt x="1074" y="6553"/>
                    <a:pt x="1168" y="6643"/>
                    <a:pt x="1276" y="6643"/>
                  </a:cubicBezTo>
                  <a:cubicBezTo>
                    <a:pt x="1304" y="6643"/>
                    <a:pt x="1333" y="6637"/>
                    <a:pt x="1362" y="6624"/>
                  </a:cubicBezTo>
                  <a:lnTo>
                    <a:pt x="2807" y="5950"/>
                  </a:lnTo>
                  <a:cubicBezTo>
                    <a:pt x="3063" y="6016"/>
                    <a:pt x="3319" y="6048"/>
                    <a:pt x="3570" y="6048"/>
                  </a:cubicBezTo>
                  <a:cubicBezTo>
                    <a:pt x="5143" y="6048"/>
                    <a:pt x="6516" y="4809"/>
                    <a:pt x="6584" y="3150"/>
                  </a:cubicBezTo>
                  <a:cubicBezTo>
                    <a:pt x="6592" y="3042"/>
                    <a:pt x="6508" y="2947"/>
                    <a:pt x="6396" y="2940"/>
                  </a:cubicBezTo>
                  <a:lnTo>
                    <a:pt x="6389" y="2940"/>
                  </a:lnTo>
                  <a:cubicBezTo>
                    <a:pt x="6280" y="2940"/>
                    <a:pt x="6193" y="3027"/>
                    <a:pt x="6190" y="3132"/>
                  </a:cubicBezTo>
                  <a:cubicBezTo>
                    <a:pt x="6125" y="4576"/>
                    <a:pt x="4929" y="5645"/>
                    <a:pt x="3567" y="5645"/>
                  </a:cubicBezTo>
                  <a:cubicBezTo>
                    <a:pt x="3330" y="5645"/>
                    <a:pt x="3088" y="5612"/>
                    <a:pt x="2847" y="5544"/>
                  </a:cubicBezTo>
                  <a:cubicBezTo>
                    <a:pt x="2829" y="5538"/>
                    <a:pt x="2811" y="5536"/>
                    <a:pt x="2792" y="5536"/>
                  </a:cubicBezTo>
                  <a:cubicBezTo>
                    <a:pt x="2764" y="5536"/>
                    <a:pt x="2735" y="5542"/>
                    <a:pt x="2709" y="5555"/>
                  </a:cubicBezTo>
                  <a:lnTo>
                    <a:pt x="1496" y="6120"/>
                  </a:lnTo>
                  <a:lnTo>
                    <a:pt x="1557" y="4784"/>
                  </a:lnTo>
                  <a:cubicBezTo>
                    <a:pt x="1557" y="4733"/>
                    <a:pt x="1543" y="4686"/>
                    <a:pt x="1510" y="4650"/>
                  </a:cubicBezTo>
                  <a:cubicBezTo>
                    <a:pt x="471" y="3339"/>
                    <a:pt x="909" y="1401"/>
                    <a:pt x="2412" y="662"/>
                  </a:cubicBezTo>
                  <a:cubicBezTo>
                    <a:pt x="2786" y="480"/>
                    <a:pt x="3178" y="394"/>
                    <a:pt x="3563" y="394"/>
                  </a:cubicBezTo>
                  <a:cubicBezTo>
                    <a:pt x="4726" y="394"/>
                    <a:pt x="5817" y="1175"/>
                    <a:pt x="6113" y="2401"/>
                  </a:cubicBezTo>
                  <a:cubicBezTo>
                    <a:pt x="6139" y="2506"/>
                    <a:pt x="6220" y="2553"/>
                    <a:pt x="6302" y="2553"/>
                  </a:cubicBezTo>
                  <a:cubicBezTo>
                    <a:pt x="6420" y="2553"/>
                    <a:pt x="6539" y="2458"/>
                    <a:pt x="6501" y="2306"/>
                  </a:cubicBezTo>
                  <a:cubicBezTo>
                    <a:pt x="6159" y="898"/>
                    <a:pt x="4905" y="0"/>
                    <a:pt x="3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2"/>
            <p:cNvSpPr/>
            <p:nvPr/>
          </p:nvSpPr>
          <p:spPr>
            <a:xfrm>
              <a:off x="1352587" y="1584137"/>
              <a:ext cx="155837" cy="290202"/>
            </a:xfrm>
            <a:custGeom>
              <a:rect b="b" l="l" r="r" t="t"/>
              <a:pathLst>
                <a:path extrusionOk="0" h="11069" w="5944">
                  <a:moveTo>
                    <a:pt x="1402" y="399"/>
                  </a:moveTo>
                  <a:cubicBezTo>
                    <a:pt x="1580" y="399"/>
                    <a:pt x="1728" y="543"/>
                    <a:pt x="1728" y="725"/>
                  </a:cubicBezTo>
                  <a:lnTo>
                    <a:pt x="1728" y="2601"/>
                  </a:lnTo>
                  <a:lnTo>
                    <a:pt x="1076" y="2601"/>
                  </a:lnTo>
                  <a:lnTo>
                    <a:pt x="1076" y="725"/>
                  </a:lnTo>
                  <a:lnTo>
                    <a:pt x="1080" y="725"/>
                  </a:lnTo>
                  <a:cubicBezTo>
                    <a:pt x="1076" y="543"/>
                    <a:pt x="1225" y="399"/>
                    <a:pt x="1402" y="399"/>
                  </a:cubicBezTo>
                  <a:close/>
                  <a:moveTo>
                    <a:pt x="4546" y="399"/>
                  </a:moveTo>
                  <a:cubicBezTo>
                    <a:pt x="4723" y="399"/>
                    <a:pt x="4868" y="543"/>
                    <a:pt x="4868" y="725"/>
                  </a:cubicBezTo>
                  <a:lnTo>
                    <a:pt x="4868" y="2601"/>
                  </a:lnTo>
                  <a:lnTo>
                    <a:pt x="4220" y="2601"/>
                  </a:lnTo>
                  <a:lnTo>
                    <a:pt x="4220" y="725"/>
                  </a:lnTo>
                  <a:cubicBezTo>
                    <a:pt x="4220" y="543"/>
                    <a:pt x="4365" y="399"/>
                    <a:pt x="4546" y="399"/>
                  </a:cubicBezTo>
                  <a:close/>
                  <a:moveTo>
                    <a:pt x="5545" y="2999"/>
                  </a:moveTo>
                  <a:lnTo>
                    <a:pt x="5545" y="3622"/>
                  </a:lnTo>
                  <a:lnTo>
                    <a:pt x="399" y="3622"/>
                  </a:lnTo>
                  <a:lnTo>
                    <a:pt x="399" y="2999"/>
                  </a:lnTo>
                  <a:close/>
                  <a:moveTo>
                    <a:pt x="3724" y="6878"/>
                  </a:moveTo>
                  <a:lnTo>
                    <a:pt x="3724" y="7446"/>
                  </a:lnTo>
                  <a:lnTo>
                    <a:pt x="2221" y="7446"/>
                  </a:lnTo>
                  <a:lnTo>
                    <a:pt x="2221" y="6878"/>
                  </a:lnTo>
                  <a:close/>
                  <a:moveTo>
                    <a:pt x="3535" y="7848"/>
                  </a:moveTo>
                  <a:lnTo>
                    <a:pt x="3535" y="8417"/>
                  </a:lnTo>
                  <a:lnTo>
                    <a:pt x="2409" y="8417"/>
                  </a:lnTo>
                  <a:lnTo>
                    <a:pt x="2409" y="7848"/>
                  </a:lnTo>
                  <a:close/>
                  <a:moveTo>
                    <a:pt x="1402" y="0"/>
                  </a:moveTo>
                  <a:cubicBezTo>
                    <a:pt x="1000" y="0"/>
                    <a:pt x="678" y="323"/>
                    <a:pt x="678" y="725"/>
                  </a:cubicBezTo>
                  <a:lnTo>
                    <a:pt x="678" y="2601"/>
                  </a:lnTo>
                  <a:lnTo>
                    <a:pt x="200" y="2601"/>
                  </a:lnTo>
                  <a:cubicBezTo>
                    <a:pt x="197" y="2600"/>
                    <a:pt x="195" y="2600"/>
                    <a:pt x="193" y="2600"/>
                  </a:cubicBezTo>
                  <a:cubicBezTo>
                    <a:pt x="84" y="2600"/>
                    <a:pt x="0" y="2690"/>
                    <a:pt x="0" y="2800"/>
                  </a:cubicBezTo>
                  <a:lnTo>
                    <a:pt x="0" y="3821"/>
                  </a:lnTo>
                  <a:cubicBezTo>
                    <a:pt x="0" y="3933"/>
                    <a:pt x="87" y="4020"/>
                    <a:pt x="200" y="4020"/>
                  </a:cubicBezTo>
                  <a:lnTo>
                    <a:pt x="254" y="4020"/>
                  </a:lnTo>
                  <a:lnTo>
                    <a:pt x="254" y="4755"/>
                  </a:lnTo>
                  <a:cubicBezTo>
                    <a:pt x="254" y="4799"/>
                    <a:pt x="272" y="4846"/>
                    <a:pt x="301" y="4879"/>
                  </a:cubicBezTo>
                  <a:lnTo>
                    <a:pt x="917" y="5643"/>
                  </a:lnTo>
                  <a:cubicBezTo>
                    <a:pt x="961" y="5697"/>
                    <a:pt x="1016" y="5719"/>
                    <a:pt x="1069" y="5719"/>
                  </a:cubicBezTo>
                  <a:cubicBezTo>
                    <a:pt x="1217" y="5719"/>
                    <a:pt x="1354" y="5542"/>
                    <a:pt x="1228" y="5389"/>
                  </a:cubicBezTo>
                  <a:lnTo>
                    <a:pt x="656" y="4683"/>
                  </a:lnTo>
                  <a:lnTo>
                    <a:pt x="656" y="4024"/>
                  </a:lnTo>
                  <a:lnTo>
                    <a:pt x="5288" y="4024"/>
                  </a:lnTo>
                  <a:lnTo>
                    <a:pt x="5288" y="4683"/>
                  </a:lnTo>
                  <a:lnTo>
                    <a:pt x="3832" y="6476"/>
                  </a:lnTo>
                  <a:lnTo>
                    <a:pt x="2108" y="6476"/>
                  </a:lnTo>
                  <a:lnTo>
                    <a:pt x="1768" y="6056"/>
                  </a:lnTo>
                  <a:cubicBezTo>
                    <a:pt x="1733" y="5975"/>
                    <a:pt x="1657" y="5932"/>
                    <a:pt x="1580" y="5932"/>
                  </a:cubicBezTo>
                  <a:cubicBezTo>
                    <a:pt x="1522" y="5932"/>
                    <a:pt x="1464" y="5957"/>
                    <a:pt x="1424" y="6009"/>
                  </a:cubicBezTo>
                  <a:lnTo>
                    <a:pt x="1420" y="6019"/>
                  </a:lnTo>
                  <a:cubicBezTo>
                    <a:pt x="1362" y="6092"/>
                    <a:pt x="1362" y="6193"/>
                    <a:pt x="1424" y="6266"/>
                  </a:cubicBezTo>
                  <a:lnTo>
                    <a:pt x="1822" y="6758"/>
                  </a:lnTo>
                  <a:lnTo>
                    <a:pt x="1822" y="7646"/>
                  </a:lnTo>
                  <a:cubicBezTo>
                    <a:pt x="1822" y="7751"/>
                    <a:pt x="1902" y="7841"/>
                    <a:pt x="2010" y="7845"/>
                  </a:cubicBezTo>
                  <a:lnTo>
                    <a:pt x="2010" y="8616"/>
                  </a:lnTo>
                  <a:cubicBezTo>
                    <a:pt x="2010" y="8725"/>
                    <a:pt x="2097" y="8815"/>
                    <a:pt x="2210" y="8815"/>
                  </a:cubicBezTo>
                  <a:lnTo>
                    <a:pt x="2246" y="8815"/>
                  </a:lnTo>
                  <a:lnTo>
                    <a:pt x="2246" y="10865"/>
                  </a:lnTo>
                  <a:cubicBezTo>
                    <a:pt x="2246" y="10978"/>
                    <a:pt x="2336" y="11068"/>
                    <a:pt x="2449" y="11068"/>
                  </a:cubicBezTo>
                  <a:lnTo>
                    <a:pt x="3495" y="11068"/>
                  </a:lnTo>
                  <a:cubicBezTo>
                    <a:pt x="3608" y="11068"/>
                    <a:pt x="3695" y="10978"/>
                    <a:pt x="3695" y="10865"/>
                  </a:cubicBezTo>
                  <a:lnTo>
                    <a:pt x="3695" y="10087"/>
                  </a:lnTo>
                  <a:cubicBezTo>
                    <a:pt x="3695" y="9954"/>
                    <a:pt x="3595" y="9888"/>
                    <a:pt x="3495" y="9888"/>
                  </a:cubicBezTo>
                  <a:cubicBezTo>
                    <a:pt x="3396" y="9888"/>
                    <a:pt x="3296" y="9954"/>
                    <a:pt x="3296" y="10087"/>
                  </a:cubicBezTo>
                  <a:lnTo>
                    <a:pt x="3296" y="10666"/>
                  </a:lnTo>
                  <a:lnTo>
                    <a:pt x="2648" y="10666"/>
                  </a:lnTo>
                  <a:lnTo>
                    <a:pt x="2648" y="8819"/>
                  </a:lnTo>
                  <a:lnTo>
                    <a:pt x="3296" y="8819"/>
                  </a:lnTo>
                  <a:lnTo>
                    <a:pt x="3296" y="9301"/>
                  </a:lnTo>
                  <a:cubicBezTo>
                    <a:pt x="3296" y="9433"/>
                    <a:pt x="3396" y="9499"/>
                    <a:pt x="3495" y="9499"/>
                  </a:cubicBezTo>
                  <a:cubicBezTo>
                    <a:pt x="3595" y="9499"/>
                    <a:pt x="3695" y="9433"/>
                    <a:pt x="3695" y="9301"/>
                  </a:cubicBezTo>
                  <a:lnTo>
                    <a:pt x="3695" y="8819"/>
                  </a:lnTo>
                  <a:lnTo>
                    <a:pt x="3731" y="8819"/>
                  </a:lnTo>
                  <a:cubicBezTo>
                    <a:pt x="3843" y="8819"/>
                    <a:pt x="3934" y="8729"/>
                    <a:pt x="3934" y="8616"/>
                  </a:cubicBezTo>
                  <a:lnTo>
                    <a:pt x="3934" y="7848"/>
                  </a:lnTo>
                  <a:cubicBezTo>
                    <a:pt x="4039" y="7841"/>
                    <a:pt x="4122" y="7754"/>
                    <a:pt x="4122" y="7649"/>
                  </a:cubicBezTo>
                  <a:lnTo>
                    <a:pt x="4122" y="6758"/>
                  </a:lnTo>
                  <a:lnTo>
                    <a:pt x="5643" y="4882"/>
                  </a:lnTo>
                  <a:cubicBezTo>
                    <a:pt x="5672" y="4846"/>
                    <a:pt x="5687" y="4803"/>
                    <a:pt x="5687" y="4755"/>
                  </a:cubicBezTo>
                  <a:lnTo>
                    <a:pt x="5687" y="4024"/>
                  </a:lnTo>
                  <a:lnTo>
                    <a:pt x="5744" y="4024"/>
                  </a:lnTo>
                  <a:cubicBezTo>
                    <a:pt x="5853" y="4024"/>
                    <a:pt x="5944" y="3933"/>
                    <a:pt x="5944" y="3821"/>
                  </a:cubicBezTo>
                  <a:lnTo>
                    <a:pt x="5944" y="2796"/>
                  </a:lnTo>
                  <a:cubicBezTo>
                    <a:pt x="5944" y="2687"/>
                    <a:pt x="5853" y="2601"/>
                    <a:pt x="5744" y="2601"/>
                  </a:cubicBezTo>
                  <a:lnTo>
                    <a:pt x="5266" y="2601"/>
                  </a:lnTo>
                  <a:lnTo>
                    <a:pt x="5266" y="725"/>
                  </a:lnTo>
                  <a:cubicBezTo>
                    <a:pt x="5266" y="323"/>
                    <a:pt x="4944" y="0"/>
                    <a:pt x="4542" y="0"/>
                  </a:cubicBezTo>
                  <a:cubicBezTo>
                    <a:pt x="4144" y="0"/>
                    <a:pt x="3818" y="323"/>
                    <a:pt x="3818" y="725"/>
                  </a:cubicBezTo>
                  <a:lnTo>
                    <a:pt x="3818" y="2601"/>
                  </a:lnTo>
                  <a:lnTo>
                    <a:pt x="2126" y="2601"/>
                  </a:lnTo>
                  <a:lnTo>
                    <a:pt x="2126" y="725"/>
                  </a:lnTo>
                  <a:cubicBezTo>
                    <a:pt x="2126" y="323"/>
                    <a:pt x="1800" y="0"/>
                    <a:pt x="1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2"/>
            <p:cNvSpPr/>
            <p:nvPr/>
          </p:nvSpPr>
          <p:spPr>
            <a:xfrm>
              <a:off x="1394745" y="1695404"/>
              <a:ext cx="71443" cy="10487"/>
            </a:xfrm>
            <a:custGeom>
              <a:rect b="b" l="l" r="r" t="t"/>
              <a:pathLst>
                <a:path extrusionOk="0" h="400" w="2725">
                  <a:moveTo>
                    <a:pt x="268" y="1"/>
                  </a:moveTo>
                  <a:cubicBezTo>
                    <a:pt x="0" y="1"/>
                    <a:pt x="0" y="399"/>
                    <a:pt x="268" y="399"/>
                  </a:cubicBezTo>
                  <a:lnTo>
                    <a:pt x="2460" y="399"/>
                  </a:lnTo>
                  <a:cubicBezTo>
                    <a:pt x="2724" y="399"/>
                    <a:pt x="2724" y="1"/>
                    <a:pt x="2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2"/>
            <p:cNvSpPr/>
            <p:nvPr/>
          </p:nvSpPr>
          <p:spPr>
            <a:xfrm>
              <a:off x="1544578" y="1539594"/>
              <a:ext cx="76188" cy="116117"/>
            </a:xfrm>
            <a:custGeom>
              <a:rect b="b" l="l" r="r" t="t"/>
              <a:pathLst>
                <a:path extrusionOk="0" h="4429" w="2906">
                  <a:moveTo>
                    <a:pt x="2007" y="403"/>
                  </a:moveTo>
                  <a:lnTo>
                    <a:pt x="1297" y="1344"/>
                  </a:lnTo>
                  <a:cubicBezTo>
                    <a:pt x="1199" y="1478"/>
                    <a:pt x="1294" y="1667"/>
                    <a:pt x="1456" y="1667"/>
                  </a:cubicBezTo>
                  <a:lnTo>
                    <a:pt x="2221" y="1667"/>
                  </a:lnTo>
                  <a:lnTo>
                    <a:pt x="1145" y="2956"/>
                  </a:lnTo>
                  <a:lnTo>
                    <a:pt x="1485" y="2210"/>
                  </a:lnTo>
                  <a:cubicBezTo>
                    <a:pt x="1543" y="2076"/>
                    <a:pt x="1449" y="1927"/>
                    <a:pt x="1304" y="1927"/>
                  </a:cubicBezTo>
                  <a:lnTo>
                    <a:pt x="595" y="1927"/>
                  </a:lnTo>
                  <a:lnTo>
                    <a:pt x="1456" y="403"/>
                  </a:lnTo>
                  <a:close/>
                  <a:moveTo>
                    <a:pt x="1341" y="1"/>
                  </a:moveTo>
                  <a:cubicBezTo>
                    <a:pt x="1268" y="1"/>
                    <a:pt x="1203" y="40"/>
                    <a:pt x="1167" y="102"/>
                  </a:cubicBezTo>
                  <a:lnTo>
                    <a:pt x="77" y="2029"/>
                  </a:lnTo>
                  <a:cubicBezTo>
                    <a:pt x="1" y="2163"/>
                    <a:pt x="98" y="2326"/>
                    <a:pt x="250" y="2326"/>
                  </a:cubicBezTo>
                  <a:lnTo>
                    <a:pt x="993" y="2326"/>
                  </a:lnTo>
                  <a:lnTo>
                    <a:pt x="167" y="4144"/>
                  </a:lnTo>
                  <a:cubicBezTo>
                    <a:pt x="124" y="4234"/>
                    <a:pt x="156" y="4343"/>
                    <a:pt x="243" y="4397"/>
                  </a:cubicBezTo>
                  <a:cubicBezTo>
                    <a:pt x="275" y="4418"/>
                    <a:pt x="312" y="4429"/>
                    <a:pt x="348" y="4429"/>
                  </a:cubicBezTo>
                  <a:cubicBezTo>
                    <a:pt x="406" y="4429"/>
                    <a:pt x="464" y="4403"/>
                    <a:pt x="504" y="4354"/>
                  </a:cubicBezTo>
                  <a:lnTo>
                    <a:pt x="2797" y="1594"/>
                  </a:lnTo>
                  <a:cubicBezTo>
                    <a:pt x="2905" y="1464"/>
                    <a:pt x="2815" y="1265"/>
                    <a:pt x="2644" y="1265"/>
                  </a:cubicBezTo>
                  <a:lnTo>
                    <a:pt x="1858" y="1265"/>
                  </a:lnTo>
                  <a:lnTo>
                    <a:pt x="2568" y="323"/>
                  </a:lnTo>
                  <a:cubicBezTo>
                    <a:pt x="2666" y="189"/>
                    <a:pt x="2572" y="1"/>
                    <a:pt x="24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60" name="Google Shape;12960;p82"/>
          <p:cNvSpPr/>
          <p:nvPr/>
        </p:nvSpPr>
        <p:spPr>
          <a:xfrm>
            <a:off x="1324482" y="3241057"/>
            <a:ext cx="181110" cy="12925"/>
          </a:xfrm>
          <a:custGeom>
            <a:rect b="b" l="l" r="r" t="t"/>
            <a:pathLst>
              <a:path extrusionOk="0" h="493" w="6908">
                <a:moveTo>
                  <a:pt x="0" y="0"/>
                </a:moveTo>
                <a:lnTo>
                  <a:pt x="0" y="493"/>
                </a:lnTo>
                <a:lnTo>
                  <a:pt x="6907" y="493"/>
                </a:lnTo>
                <a:lnTo>
                  <a:pt x="690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61" name="Google Shape;12961;p82"/>
          <p:cNvGrpSpPr/>
          <p:nvPr/>
        </p:nvGrpSpPr>
        <p:grpSpPr>
          <a:xfrm>
            <a:off x="1319160" y="2900937"/>
            <a:ext cx="265295" cy="358262"/>
            <a:chOff x="1319160" y="2900937"/>
            <a:chExt cx="265295" cy="358262"/>
          </a:xfrm>
        </p:grpSpPr>
        <p:sp>
          <p:nvSpPr>
            <p:cNvPr id="12962" name="Google Shape;12962;p82"/>
            <p:cNvSpPr/>
            <p:nvPr/>
          </p:nvSpPr>
          <p:spPr>
            <a:xfrm>
              <a:off x="1324482" y="2939294"/>
              <a:ext cx="181110" cy="314689"/>
            </a:xfrm>
            <a:custGeom>
              <a:rect b="b" l="l" r="r" t="t"/>
              <a:pathLst>
                <a:path extrusionOk="0" h="12003" w="6908">
                  <a:moveTo>
                    <a:pt x="0" y="0"/>
                  </a:moveTo>
                  <a:lnTo>
                    <a:pt x="0" y="12003"/>
                  </a:lnTo>
                  <a:lnTo>
                    <a:pt x="6907" y="12003"/>
                  </a:lnTo>
                  <a:lnTo>
                    <a:pt x="6907"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2"/>
            <p:cNvSpPr/>
            <p:nvPr/>
          </p:nvSpPr>
          <p:spPr>
            <a:xfrm>
              <a:off x="1433390" y="2939294"/>
              <a:ext cx="72203" cy="112447"/>
            </a:xfrm>
            <a:custGeom>
              <a:rect b="b" l="l" r="r" t="t"/>
              <a:pathLst>
                <a:path extrusionOk="0" h="4289" w="2754">
                  <a:moveTo>
                    <a:pt x="243" y="0"/>
                  </a:moveTo>
                  <a:cubicBezTo>
                    <a:pt x="80" y="381"/>
                    <a:pt x="1" y="790"/>
                    <a:pt x="1" y="1206"/>
                  </a:cubicBezTo>
                  <a:lnTo>
                    <a:pt x="1" y="1224"/>
                  </a:lnTo>
                  <a:cubicBezTo>
                    <a:pt x="8" y="2528"/>
                    <a:pt x="830" y="3687"/>
                    <a:pt x="2058" y="4125"/>
                  </a:cubicBezTo>
                  <a:cubicBezTo>
                    <a:pt x="2282" y="4209"/>
                    <a:pt x="2514" y="4263"/>
                    <a:pt x="2753" y="4288"/>
                  </a:cubicBezTo>
                  <a:lnTo>
                    <a:pt x="275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2"/>
            <p:cNvSpPr/>
            <p:nvPr/>
          </p:nvSpPr>
          <p:spPr>
            <a:xfrm>
              <a:off x="1342703"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2"/>
            <p:cNvSpPr/>
            <p:nvPr/>
          </p:nvSpPr>
          <p:spPr>
            <a:xfrm>
              <a:off x="1433390"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2"/>
            <p:cNvSpPr/>
            <p:nvPr/>
          </p:nvSpPr>
          <p:spPr>
            <a:xfrm>
              <a:off x="1342703" y="2971489"/>
              <a:ext cx="144642" cy="226677"/>
            </a:xfrm>
            <a:custGeom>
              <a:rect b="b" l="l" r="r" t="t"/>
              <a:pathLst>
                <a:path extrusionOk="0" h="8646" w="5517">
                  <a:moveTo>
                    <a:pt x="1" y="0"/>
                  </a:moveTo>
                  <a:lnTo>
                    <a:pt x="1" y="3339"/>
                  </a:lnTo>
                  <a:lnTo>
                    <a:pt x="1" y="8645"/>
                  </a:lnTo>
                  <a:lnTo>
                    <a:pt x="5517" y="8645"/>
                  </a:lnTo>
                  <a:lnTo>
                    <a:pt x="5517" y="8087"/>
                  </a:lnTo>
                  <a:lnTo>
                    <a:pt x="511" y="8087"/>
                  </a:lnTo>
                  <a:lnTo>
                    <a:pt x="511" y="2781"/>
                  </a:lnTo>
                  <a:lnTo>
                    <a:pt x="51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2"/>
            <p:cNvSpPr/>
            <p:nvPr/>
          </p:nvSpPr>
          <p:spPr>
            <a:xfrm>
              <a:off x="1403292" y="3211143"/>
              <a:ext cx="23465" cy="23465"/>
            </a:xfrm>
            <a:custGeom>
              <a:rect b="b" l="l" r="r" t="t"/>
              <a:pathLst>
                <a:path extrusionOk="0" h="895" w="895">
                  <a:moveTo>
                    <a:pt x="446" y="0"/>
                  </a:moveTo>
                  <a:cubicBezTo>
                    <a:pt x="200" y="0"/>
                    <a:pt x="0" y="199"/>
                    <a:pt x="0" y="446"/>
                  </a:cubicBezTo>
                  <a:cubicBezTo>
                    <a:pt x="0" y="692"/>
                    <a:pt x="200" y="895"/>
                    <a:pt x="446" y="895"/>
                  </a:cubicBezTo>
                  <a:cubicBezTo>
                    <a:pt x="696" y="895"/>
                    <a:pt x="895" y="692"/>
                    <a:pt x="895" y="446"/>
                  </a:cubicBezTo>
                  <a:cubicBezTo>
                    <a:pt x="895" y="199"/>
                    <a:pt x="696" y="0"/>
                    <a:pt x="44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2"/>
            <p:cNvSpPr/>
            <p:nvPr/>
          </p:nvSpPr>
          <p:spPr>
            <a:xfrm>
              <a:off x="1449907" y="2906050"/>
              <a:ext cx="129646" cy="129646"/>
            </a:xfrm>
            <a:custGeom>
              <a:rect b="b" l="l" r="r" t="t"/>
              <a:pathLst>
                <a:path extrusionOk="0" h="4945" w="4945">
                  <a:moveTo>
                    <a:pt x="2471" y="1"/>
                  </a:moveTo>
                  <a:cubicBezTo>
                    <a:pt x="1109" y="1"/>
                    <a:pt x="1" y="1109"/>
                    <a:pt x="1" y="2474"/>
                  </a:cubicBezTo>
                  <a:cubicBezTo>
                    <a:pt x="1" y="3836"/>
                    <a:pt x="1109" y="4944"/>
                    <a:pt x="2471" y="4944"/>
                  </a:cubicBezTo>
                  <a:cubicBezTo>
                    <a:pt x="3836" y="4944"/>
                    <a:pt x="4944" y="3836"/>
                    <a:pt x="4944" y="2474"/>
                  </a:cubicBezTo>
                  <a:cubicBezTo>
                    <a:pt x="4944" y="1109"/>
                    <a:pt x="3836" y="1"/>
                    <a:pt x="247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2"/>
            <p:cNvSpPr/>
            <p:nvPr/>
          </p:nvSpPr>
          <p:spPr>
            <a:xfrm>
              <a:off x="1477173" y="2933028"/>
              <a:ext cx="75113" cy="74851"/>
            </a:xfrm>
            <a:custGeom>
              <a:rect b="b" l="l" r="r" t="t"/>
              <a:pathLst>
                <a:path extrusionOk="0" h="2855" w="2865">
                  <a:moveTo>
                    <a:pt x="1431" y="0"/>
                  </a:moveTo>
                  <a:cubicBezTo>
                    <a:pt x="638" y="0"/>
                    <a:pt x="0" y="652"/>
                    <a:pt x="15" y="1445"/>
                  </a:cubicBezTo>
                  <a:lnTo>
                    <a:pt x="15" y="1471"/>
                  </a:lnTo>
                  <a:cubicBezTo>
                    <a:pt x="33" y="2241"/>
                    <a:pt x="663" y="2854"/>
                    <a:pt x="1432" y="2854"/>
                  </a:cubicBezTo>
                  <a:cubicBezTo>
                    <a:pt x="1436" y="2854"/>
                    <a:pt x="1441" y="2854"/>
                    <a:pt x="1445" y="2854"/>
                  </a:cubicBezTo>
                  <a:cubicBezTo>
                    <a:pt x="2220" y="2847"/>
                    <a:pt x="2847" y="2220"/>
                    <a:pt x="2850" y="1445"/>
                  </a:cubicBezTo>
                  <a:cubicBezTo>
                    <a:pt x="2865" y="652"/>
                    <a:pt x="2224" y="0"/>
                    <a:pt x="1431"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2"/>
            <p:cNvSpPr/>
            <p:nvPr/>
          </p:nvSpPr>
          <p:spPr>
            <a:xfrm>
              <a:off x="1369681" y="3048385"/>
              <a:ext cx="90713" cy="21393"/>
            </a:xfrm>
            <a:custGeom>
              <a:rect b="b" l="l" r="r" t="t"/>
              <a:pathLst>
                <a:path extrusionOk="0" h="816" w="3460">
                  <a:moveTo>
                    <a:pt x="0" y="1"/>
                  </a:moveTo>
                  <a:lnTo>
                    <a:pt x="0" y="815"/>
                  </a:lnTo>
                  <a:lnTo>
                    <a:pt x="3459" y="815"/>
                  </a:lnTo>
                  <a:lnTo>
                    <a:pt x="345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2"/>
            <p:cNvSpPr/>
            <p:nvPr/>
          </p:nvSpPr>
          <p:spPr>
            <a:xfrm>
              <a:off x="1369681" y="3087318"/>
              <a:ext cx="90713" cy="21289"/>
            </a:xfrm>
            <a:custGeom>
              <a:rect b="b" l="l" r="r" t="t"/>
              <a:pathLst>
                <a:path extrusionOk="0" h="812" w="3460">
                  <a:moveTo>
                    <a:pt x="0" y="0"/>
                  </a:moveTo>
                  <a:lnTo>
                    <a:pt x="0" y="812"/>
                  </a:lnTo>
                  <a:lnTo>
                    <a:pt x="3459" y="812"/>
                  </a:lnTo>
                  <a:lnTo>
                    <a:pt x="3459"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2"/>
            <p:cNvSpPr/>
            <p:nvPr/>
          </p:nvSpPr>
          <p:spPr>
            <a:xfrm>
              <a:off x="1369681" y="3126251"/>
              <a:ext cx="90713" cy="21289"/>
            </a:xfrm>
            <a:custGeom>
              <a:rect b="b" l="l" r="r" t="t"/>
              <a:pathLst>
                <a:path extrusionOk="0" h="812" w="3460">
                  <a:moveTo>
                    <a:pt x="0" y="0"/>
                  </a:moveTo>
                  <a:lnTo>
                    <a:pt x="0" y="812"/>
                  </a:lnTo>
                  <a:lnTo>
                    <a:pt x="3459" y="812"/>
                  </a:lnTo>
                  <a:lnTo>
                    <a:pt x="3459"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2"/>
            <p:cNvSpPr/>
            <p:nvPr/>
          </p:nvSpPr>
          <p:spPr>
            <a:xfrm>
              <a:off x="1507454" y="2934915"/>
              <a:ext cx="44465" cy="73173"/>
            </a:xfrm>
            <a:custGeom>
              <a:rect b="b" l="l" r="r" t="t"/>
              <a:pathLst>
                <a:path extrusionOk="0" h="2791" w="1696">
                  <a:moveTo>
                    <a:pt x="634" y="1"/>
                  </a:moveTo>
                  <a:cubicBezTo>
                    <a:pt x="363" y="218"/>
                    <a:pt x="116" y="490"/>
                    <a:pt x="276" y="714"/>
                  </a:cubicBezTo>
                  <a:cubicBezTo>
                    <a:pt x="587" y="1141"/>
                    <a:pt x="1188" y="819"/>
                    <a:pt x="1206" y="1395"/>
                  </a:cubicBezTo>
                  <a:cubicBezTo>
                    <a:pt x="1221" y="1927"/>
                    <a:pt x="0" y="2094"/>
                    <a:pt x="4" y="2764"/>
                  </a:cubicBezTo>
                  <a:cubicBezTo>
                    <a:pt x="96" y="2782"/>
                    <a:pt x="188" y="2791"/>
                    <a:pt x="278" y="2791"/>
                  </a:cubicBezTo>
                  <a:cubicBezTo>
                    <a:pt x="1043" y="2791"/>
                    <a:pt x="1695" y="2170"/>
                    <a:pt x="1695" y="1373"/>
                  </a:cubicBezTo>
                  <a:cubicBezTo>
                    <a:pt x="1695" y="729"/>
                    <a:pt x="1261" y="164"/>
                    <a:pt x="63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2"/>
            <p:cNvSpPr/>
            <p:nvPr/>
          </p:nvSpPr>
          <p:spPr>
            <a:xfrm>
              <a:off x="1477540" y="2959901"/>
              <a:ext cx="30806" cy="33532"/>
            </a:xfrm>
            <a:custGeom>
              <a:rect b="b" l="l" r="r" t="t"/>
              <a:pathLst>
                <a:path extrusionOk="0" h="1279" w="1175">
                  <a:moveTo>
                    <a:pt x="62" y="0"/>
                  </a:moveTo>
                  <a:cubicBezTo>
                    <a:pt x="22" y="134"/>
                    <a:pt x="1" y="279"/>
                    <a:pt x="1" y="420"/>
                  </a:cubicBezTo>
                  <a:lnTo>
                    <a:pt x="1" y="446"/>
                  </a:lnTo>
                  <a:cubicBezTo>
                    <a:pt x="4" y="746"/>
                    <a:pt x="106" y="1040"/>
                    <a:pt x="290" y="1279"/>
                  </a:cubicBezTo>
                  <a:cubicBezTo>
                    <a:pt x="1174" y="880"/>
                    <a:pt x="1018" y="478"/>
                    <a:pt x="406" y="232"/>
                  </a:cubicBezTo>
                  <a:cubicBezTo>
                    <a:pt x="276" y="181"/>
                    <a:pt x="156" y="102"/>
                    <a:pt x="6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2"/>
            <p:cNvSpPr/>
            <p:nvPr/>
          </p:nvSpPr>
          <p:spPr>
            <a:xfrm>
              <a:off x="1319160" y="2934076"/>
              <a:ext cx="55004" cy="285718"/>
            </a:xfrm>
            <a:custGeom>
              <a:rect b="b" l="l" r="r" t="t"/>
              <a:pathLst>
                <a:path extrusionOk="0" h="10898" w="2098">
                  <a:moveTo>
                    <a:pt x="203" y="0"/>
                  </a:moveTo>
                  <a:cubicBezTo>
                    <a:pt x="91" y="0"/>
                    <a:pt x="4" y="91"/>
                    <a:pt x="4" y="199"/>
                  </a:cubicBezTo>
                  <a:lnTo>
                    <a:pt x="4" y="10699"/>
                  </a:lnTo>
                  <a:cubicBezTo>
                    <a:pt x="1" y="10807"/>
                    <a:pt x="91" y="10898"/>
                    <a:pt x="203" y="10898"/>
                  </a:cubicBezTo>
                  <a:cubicBezTo>
                    <a:pt x="312" y="10898"/>
                    <a:pt x="403" y="10811"/>
                    <a:pt x="403" y="10699"/>
                  </a:cubicBezTo>
                  <a:lnTo>
                    <a:pt x="403" y="402"/>
                  </a:lnTo>
                  <a:lnTo>
                    <a:pt x="1833" y="402"/>
                  </a:lnTo>
                  <a:cubicBezTo>
                    <a:pt x="2098" y="402"/>
                    <a:pt x="2098" y="0"/>
                    <a:pt x="1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2"/>
            <p:cNvSpPr/>
            <p:nvPr/>
          </p:nvSpPr>
          <p:spPr>
            <a:xfrm>
              <a:off x="1392281" y="3205821"/>
              <a:ext cx="39720" cy="34004"/>
            </a:xfrm>
            <a:custGeom>
              <a:rect b="b" l="l" r="r" t="t"/>
              <a:pathLst>
                <a:path extrusionOk="0" h="1297" w="1515">
                  <a:moveTo>
                    <a:pt x="869" y="402"/>
                  </a:moveTo>
                  <a:cubicBezTo>
                    <a:pt x="930" y="402"/>
                    <a:pt x="993" y="424"/>
                    <a:pt x="1043" y="475"/>
                  </a:cubicBezTo>
                  <a:cubicBezTo>
                    <a:pt x="1199" y="631"/>
                    <a:pt x="1087" y="899"/>
                    <a:pt x="866" y="899"/>
                  </a:cubicBezTo>
                  <a:cubicBezTo>
                    <a:pt x="732" y="899"/>
                    <a:pt x="620" y="786"/>
                    <a:pt x="620" y="649"/>
                  </a:cubicBezTo>
                  <a:cubicBezTo>
                    <a:pt x="620" y="500"/>
                    <a:pt x="742" y="402"/>
                    <a:pt x="869" y="402"/>
                  </a:cubicBezTo>
                  <a:close/>
                  <a:moveTo>
                    <a:pt x="864" y="1"/>
                  </a:moveTo>
                  <a:cubicBezTo>
                    <a:pt x="704" y="1"/>
                    <a:pt x="542" y="60"/>
                    <a:pt x="410" y="192"/>
                  </a:cubicBezTo>
                  <a:cubicBezTo>
                    <a:pt x="0" y="598"/>
                    <a:pt x="290" y="1297"/>
                    <a:pt x="866" y="1297"/>
                  </a:cubicBezTo>
                  <a:cubicBezTo>
                    <a:pt x="1224" y="1297"/>
                    <a:pt x="1514" y="1007"/>
                    <a:pt x="1514" y="649"/>
                  </a:cubicBezTo>
                  <a:cubicBezTo>
                    <a:pt x="1514" y="259"/>
                    <a:pt x="1196"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2"/>
            <p:cNvSpPr/>
            <p:nvPr/>
          </p:nvSpPr>
          <p:spPr>
            <a:xfrm>
              <a:off x="1319160" y="2900937"/>
              <a:ext cx="265295" cy="358262"/>
            </a:xfrm>
            <a:custGeom>
              <a:rect b="b" l="l" r="r" t="t"/>
              <a:pathLst>
                <a:path extrusionOk="0" h="13665" w="10119">
                  <a:moveTo>
                    <a:pt x="4796" y="2890"/>
                  </a:moveTo>
                  <a:cubicBezTo>
                    <a:pt x="4872" y="3799"/>
                    <a:pt x="5404" y="4603"/>
                    <a:pt x="6212" y="5031"/>
                  </a:cubicBezTo>
                  <a:lnTo>
                    <a:pt x="6212" y="11137"/>
                  </a:lnTo>
                  <a:lnTo>
                    <a:pt x="1098" y="11137"/>
                  </a:lnTo>
                  <a:lnTo>
                    <a:pt x="1098" y="2890"/>
                  </a:lnTo>
                  <a:close/>
                  <a:moveTo>
                    <a:pt x="7460" y="1"/>
                  </a:moveTo>
                  <a:cubicBezTo>
                    <a:pt x="6548" y="1"/>
                    <a:pt x="5681" y="468"/>
                    <a:pt x="5187" y="1268"/>
                  </a:cubicBezTo>
                  <a:lnTo>
                    <a:pt x="2623" y="1268"/>
                  </a:lnTo>
                  <a:cubicBezTo>
                    <a:pt x="2355" y="1268"/>
                    <a:pt x="2355" y="1666"/>
                    <a:pt x="2623" y="1666"/>
                  </a:cubicBezTo>
                  <a:lnTo>
                    <a:pt x="4984" y="1666"/>
                  </a:lnTo>
                  <a:cubicBezTo>
                    <a:pt x="4879" y="1927"/>
                    <a:pt x="4814" y="2206"/>
                    <a:pt x="4796" y="2488"/>
                  </a:cubicBezTo>
                  <a:lnTo>
                    <a:pt x="902" y="2488"/>
                  </a:lnTo>
                  <a:cubicBezTo>
                    <a:pt x="790" y="2488"/>
                    <a:pt x="703" y="2579"/>
                    <a:pt x="703" y="2687"/>
                  </a:cubicBezTo>
                  <a:lnTo>
                    <a:pt x="703" y="11336"/>
                  </a:lnTo>
                  <a:cubicBezTo>
                    <a:pt x="703" y="11445"/>
                    <a:pt x="790" y="11535"/>
                    <a:pt x="902" y="11535"/>
                  </a:cubicBezTo>
                  <a:lnTo>
                    <a:pt x="6415" y="11535"/>
                  </a:lnTo>
                  <a:cubicBezTo>
                    <a:pt x="6527" y="11535"/>
                    <a:pt x="6617" y="11445"/>
                    <a:pt x="6617" y="11336"/>
                  </a:cubicBezTo>
                  <a:lnTo>
                    <a:pt x="6617" y="5201"/>
                  </a:lnTo>
                  <a:cubicBezTo>
                    <a:pt x="6715" y="5233"/>
                    <a:pt x="6813" y="5259"/>
                    <a:pt x="6914" y="5281"/>
                  </a:cubicBezTo>
                  <a:lnTo>
                    <a:pt x="6914" y="13263"/>
                  </a:lnTo>
                  <a:lnTo>
                    <a:pt x="403" y="13263"/>
                  </a:lnTo>
                  <a:lnTo>
                    <a:pt x="403" y="12752"/>
                  </a:lnTo>
                  <a:cubicBezTo>
                    <a:pt x="403" y="12618"/>
                    <a:pt x="302" y="12551"/>
                    <a:pt x="202" y="12551"/>
                  </a:cubicBezTo>
                  <a:cubicBezTo>
                    <a:pt x="101" y="12551"/>
                    <a:pt x="1" y="12618"/>
                    <a:pt x="1" y="12752"/>
                  </a:cubicBezTo>
                  <a:lnTo>
                    <a:pt x="1" y="13466"/>
                  </a:lnTo>
                  <a:cubicBezTo>
                    <a:pt x="1" y="13574"/>
                    <a:pt x="91" y="13665"/>
                    <a:pt x="203" y="13665"/>
                  </a:cubicBezTo>
                  <a:lnTo>
                    <a:pt x="7110" y="13665"/>
                  </a:lnTo>
                  <a:cubicBezTo>
                    <a:pt x="7222" y="13665"/>
                    <a:pt x="7309" y="13574"/>
                    <a:pt x="7309" y="13466"/>
                  </a:cubicBezTo>
                  <a:lnTo>
                    <a:pt x="7309" y="5335"/>
                  </a:lnTo>
                  <a:cubicBezTo>
                    <a:pt x="7360" y="5338"/>
                    <a:pt x="7407" y="5338"/>
                    <a:pt x="7458" y="5338"/>
                  </a:cubicBezTo>
                  <a:cubicBezTo>
                    <a:pt x="8772" y="5338"/>
                    <a:pt x="9892" y="4382"/>
                    <a:pt x="10098" y="3082"/>
                  </a:cubicBezTo>
                  <a:cubicBezTo>
                    <a:pt x="10112" y="2973"/>
                    <a:pt x="10040" y="2872"/>
                    <a:pt x="9931" y="2854"/>
                  </a:cubicBezTo>
                  <a:cubicBezTo>
                    <a:pt x="9922" y="2853"/>
                    <a:pt x="9913" y="2852"/>
                    <a:pt x="9904" y="2852"/>
                  </a:cubicBezTo>
                  <a:cubicBezTo>
                    <a:pt x="9805" y="2852"/>
                    <a:pt x="9716" y="2921"/>
                    <a:pt x="9703" y="3021"/>
                  </a:cubicBezTo>
                  <a:cubicBezTo>
                    <a:pt x="9528" y="4132"/>
                    <a:pt x="8571" y="4940"/>
                    <a:pt x="7463" y="4940"/>
                  </a:cubicBezTo>
                  <a:cubicBezTo>
                    <a:pt x="7405" y="4940"/>
                    <a:pt x="7346" y="4937"/>
                    <a:pt x="7287" y="4933"/>
                  </a:cubicBezTo>
                  <a:cubicBezTo>
                    <a:pt x="6107" y="4842"/>
                    <a:pt x="5194" y="3864"/>
                    <a:pt x="5191" y="2680"/>
                  </a:cubicBezTo>
                  <a:cubicBezTo>
                    <a:pt x="5187" y="1496"/>
                    <a:pt x="6089" y="507"/>
                    <a:pt x="7269" y="406"/>
                  </a:cubicBezTo>
                  <a:cubicBezTo>
                    <a:pt x="7333" y="400"/>
                    <a:pt x="7396" y="398"/>
                    <a:pt x="7459" y="398"/>
                  </a:cubicBezTo>
                  <a:cubicBezTo>
                    <a:pt x="8558" y="398"/>
                    <a:pt x="9515" y="1193"/>
                    <a:pt x="9700" y="2296"/>
                  </a:cubicBezTo>
                  <a:cubicBezTo>
                    <a:pt x="9719" y="2412"/>
                    <a:pt x="9806" y="2465"/>
                    <a:pt x="9893" y="2465"/>
                  </a:cubicBezTo>
                  <a:cubicBezTo>
                    <a:pt x="10005" y="2465"/>
                    <a:pt x="10119" y="2379"/>
                    <a:pt x="10094" y="2231"/>
                  </a:cubicBezTo>
                  <a:cubicBezTo>
                    <a:pt x="9910" y="1134"/>
                    <a:pt x="9066" y="264"/>
                    <a:pt x="7976" y="51"/>
                  </a:cubicBezTo>
                  <a:cubicBezTo>
                    <a:pt x="7804" y="17"/>
                    <a:pt x="7631" y="1"/>
                    <a:pt x="7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2"/>
            <p:cNvSpPr/>
            <p:nvPr/>
          </p:nvSpPr>
          <p:spPr>
            <a:xfrm>
              <a:off x="1472506" y="2928675"/>
              <a:ext cx="94226" cy="84420"/>
            </a:xfrm>
            <a:custGeom>
              <a:rect b="b" l="l" r="r" t="t"/>
              <a:pathLst>
                <a:path extrusionOk="0" h="3220" w="3594">
                  <a:moveTo>
                    <a:pt x="417" y="1568"/>
                  </a:moveTo>
                  <a:cubicBezTo>
                    <a:pt x="453" y="1586"/>
                    <a:pt x="493" y="1604"/>
                    <a:pt x="529" y="1619"/>
                  </a:cubicBezTo>
                  <a:cubicBezTo>
                    <a:pt x="819" y="1734"/>
                    <a:pt x="899" y="1847"/>
                    <a:pt x="899" y="1890"/>
                  </a:cubicBezTo>
                  <a:cubicBezTo>
                    <a:pt x="899" y="1937"/>
                    <a:pt x="826" y="2053"/>
                    <a:pt x="566" y="2191"/>
                  </a:cubicBezTo>
                  <a:cubicBezTo>
                    <a:pt x="471" y="2021"/>
                    <a:pt x="421" y="1829"/>
                    <a:pt x="417" y="1633"/>
                  </a:cubicBezTo>
                  <a:lnTo>
                    <a:pt x="417" y="1611"/>
                  </a:lnTo>
                  <a:lnTo>
                    <a:pt x="417" y="1568"/>
                  </a:lnTo>
                  <a:close/>
                  <a:moveTo>
                    <a:pt x="1496" y="423"/>
                  </a:moveTo>
                  <a:lnTo>
                    <a:pt x="1496" y="423"/>
                  </a:lnTo>
                  <a:cubicBezTo>
                    <a:pt x="1478" y="449"/>
                    <a:pt x="1460" y="470"/>
                    <a:pt x="1449" y="496"/>
                  </a:cubicBezTo>
                  <a:cubicBezTo>
                    <a:pt x="1276" y="775"/>
                    <a:pt x="1370" y="985"/>
                    <a:pt x="1442" y="1083"/>
                  </a:cubicBezTo>
                  <a:cubicBezTo>
                    <a:pt x="1623" y="1332"/>
                    <a:pt x="1877" y="1390"/>
                    <a:pt x="2065" y="1430"/>
                  </a:cubicBezTo>
                  <a:cubicBezTo>
                    <a:pt x="2290" y="1481"/>
                    <a:pt x="2315" y="1492"/>
                    <a:pt x="2319" y="1640"/>
                  </a:cubicBezTo>
                  <a:cubicBezTo>
                    <a:pt x="2322" y="1771"/>
                    <a:pt x="2094" y="1915"/>
                    <a:pt x="1877" y="2053"/>
                  </a:cubicBezTo>
                  <a:cubicBezTo>
                    <a:pt x="1612" y="2220"/>
                    <a:pt x="1297" y="2419"/>
                    <a:pt x="1181" y="2727"/>
                  </a:cubicBezTo>
                  <a:cubicBezTo>
                    <a:pt x="1076" y="2687"/>
                    <a:pt x="979" y="2633"/>
                    <a:pt x="888" y="2564"/>
                  </a:cubicBezTo>
                  <a:cubicBezTo>
                    <a:pt x="870" y="2549"/>
                    <a:pt x="855" y="2535"/>
                    <a:pt x="837" y="2517"/>
                  </a:cubicBezTo>
                  <a:cubicBezTo>
                    <a:pt x="1163" y="2328"/>
                    <a:pt x="1323" y="2118"/>
                    <a:pt x="1315" y="1883"/>
                  </a:cubicBezTo>
                  <a:cubicBezTo>
                    <a:pt x="1312" y="1698"/>
                    <a:pt x="1199" y="1437"/>
                    <a:pt x="685" y="1231"/>
                  </a:cubicBezTo>
                  <a:cubicBezTo>
                    <a:pt x="624" y="1209"/>
                    <a:pt x="566" y="1177"/>
                    <a:pt x="515" y="1137"/>
                  </a:cubicBezTo>
                  <a:cubicBezTo>
                    <a:pt x="685" y="738"/>
                    <a:pt x="1062" y="463"/>
                    <a:pt x="1496" y="423"/>
                  </a:cubicBezTo>
                  <a:close/>
                  <a:moveTo>
                    <a:pt x="2011" y="489"/>
                  </a:moveTo>
                  <a:cubicBezTo>
                    <a:pt x="2297" y="590"/>
                    <a:pt x="2532" y="796"/>
                    <a:pt x="2670" y="1068"/>
                  </a:cubicBezTo>
                  <a:cubicBezTo>
                    <a:pt x="3079" y="1861"/>
                    <a:pt x="2503" y="2806"/>
                    <a:pt x="1609" y="2806"/>
                  </a:cubicBezTo>
                  <a:lnTo>
                    <a:pt x="1605" y="2806"/>
                  </a:lnTo>
                  <a:cubicBezTo>
                    <a:pt x="1688" y="2672"/>
                    <a:pt x="1866" y="2553"/>
                    <a:pt x="2098" y="2408"/>
                  </a:cubicBezTo>
                  <a:cubicBezTo>
                    <a:pt x="2402" y="2212"/>
                    <a:pt x="2746" y="1995"/>
                    <a:pt x="2735" y="1629"/>
                  </a:cubicBezTo>
                  <a:cubicBezTo>
                    <a:pt x="2721" y="1148"/>
                    <a:pt x="2380" y="1075"/>
                    <a:pt x="2156" y="1025"/>
                  </a:cubicBezTo>
                  <a:cubicBezTo>
                    <a:pt x="2000" y="992"/>
                    <a:pt x="1866" y="963"/>
                    <a:pt x="1779" y="840"/>
                  </a:cubicBezTo>
                  <a:cubicBezTo>
                    <a:pt x="1743" y="789"/>
                    <a:pt x="1804" y="662"/>
                    <a:pt x="2011" y="489"/>
                  </a:cubicBezTo>
                  <a:close/>
                  <a:moveTo>
                    <a:pt x="1616" y="1"/>
                  </a:moveTo>
                  <a:cubicBezTo>
                    <a:pt x="1569" y="1"/>
                    <a:pt x="1522" y="3"/>
                    <a:pt x="1475" y="7"/>
                  </a:cubicBezTo>
                  <a:cubicBezTo>
                    <a:pt x="823" y="61"/>
                    <a:pt x="272" y="503"/>
                    <a:pt x="73" y="1126"/>
                  </a:cubicBezTo>
                  <a:lnTo>
                    <a:pt x="73" y="1130"/>
                  </a:lnTo>
                  <a:lnTo>
                    <a:pt x="73" y="1133"/>
                  </a:lnTo>
                  <a:lnTo>
                    <a:pt x="73" y="1137"/>
                  </a:lnTo>
                  <a:cubicBezTo>
                    <a:pt x="26" y="1289"/>
                    <a:pt x="1" y="1452"/>
                    <a:pt x="1" y="1611"/>
                  </a:cubicBezTo>
                  <a:lnTo>
                    <a:pt x="1" y="1644"/>
                  </a:lnTo>
                  <a:cubicBezTo>
                    <a:pt x="8" y="1984"/>
                    <a:pt x="124" y="2318"/>
                    <a:pt x="330" y="2586"/>
                  </a:cubicBezTo>
                  <a:lnTo>
                    <a:pt x="337" y="2596"/>
                  </a:lnTo>
                  <a:cubicBezTo>
                    <a:pt x="577" y="2904"/>
                    <a:pt x="917" y="3114"/>
                    <a:pt x="1297" y="3190"/>
                  </a:cubicBezTo>
                  <a:lnTo>
                    <a:pt x="1304" y="3190"/>
                  </a:lnTo>
                  <a:cubicBezTo>
                    <a:pt x="1402" y="3208"/>
                    <a:pt x="1507" y="3219"/>
                    <a:pt x="1609" y="3219"/>
                  </a:cubicBezTo>
                  <a:cubicBezTo>
                    <a:pt x="2815" y="3219"/>
                    <a:pt x="3593" y="1944"/>
                    <a:pt x="3043" y="872"/>
                  </a:cubicBezTo>
                  <a:cubicBezTo>
                    <a:pt x="2764" y="335"/>
                    <a:pt x="2212" y="1"/>
                    <a:pt x="1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2"/>
            <p:cNvSpPr/>
            <p:nvPr/>
          </p:nvSpPr>
          <p:spPr>
            <a:xfrm>
              <a:off x="1403659" y="2946949"/>
              <a:ext cx="19794" cy="16963"/>
            </a:xfrm>
            <a:custGeom>
              <a:rect b="b" l="l" r="r" t="t"/>
              <a:pathLst>
                <a:path extrusionOk="0" h="647" w="755">
                  <a:moveTo>
                    <a:pt x="432" y="0"/>
                  </a:moveTo>
                  <a:cubicBezTo>
                    <a:pt x="352" y="0"/>
                    <a:pt x="271" y="30"/>
                    <a:pt x="204" y="96"/>
                  </a:cubicBezTo>
                  <a:cubicBezTo>
                    <a:pt x="1" y="299"/>
                    <a:pt x="146" y="646"/>
                    <a:pt x="432" y="646"/>
                  </a:cubicBezTo>
                  <a:cubicBezTo>
                    <a:pt x="609" y="646"/>
                    <a:pt x="754" y="501"/>
                    <a:pt x="754" y="324"/>
                  </a:cubicBezTo>
                  <a:cubicBezTo>
                    <a:pt x="754" y="128"/>
                    <a:pt x="597" y="0"/>
                    <a:pt x="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2"/>
            <p:cNvSpPr/>
            <p:nvPr/>
          </p:nvSpPr>
          <p:spPr>
            <a:xfrm>
              <a:off x="1364464" y="3043062"/>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4"/>
                  </a:cubicBezTo>
                  <a:lnTo>
                    <a:pt x="0" y="1018"/>
                  </a:lnTo>
                  <a:cubicBezTo>
                    <a:pt x="0" y="1127"/>
                    <a:pt x="87" y="1218"/>
                    <a:pt x="199" y="1218"/>
                  </a:cubicBezTo>
                  <a:lnTo>
                    <a:pt x="3658" y="1218"/>
                  </a:lnTo>
                  <a:cubicBezTo>
                    <a:pt x="3767" y="1218"/>
                    <a:pt x="3857" y="1127"/>
                    <a:pt x="3857" y="1018"/>
                  </a:cubicBezTo>
                  <a:lnTo>
                    <a:pt x="3857" y="204"/>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2"/>
            <p:cNvSpPr/>
            <p:nvPr/>
          </p:nvSpPr>
          <p:spPr>
            <a:xfrm>
              <a:off x="1364464" y="3081995"/>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3"/>
                  </a:cubicBezTo>
                  <a:lnTo>
                    <a:pt x="0" y="1018"/>
                  </a:lnTo>
                  <a:cubicBezTo>
                    <a:pt x="0" y="1127"/>
                    <a:pt x="87" y="1218"/>
                    <a:pt x="199" y="1218"/>
                  </a:cubicBezTo>
                  <a:lnTo>
                    <a:pt x="3658" y="1218"/>
                  </a:lnTo>
                  <a:cubicBezTo>
                    <a:pt x="3767" y="1218"/>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2"/>
            <p:cNvSpPr/>
            <p:nvPr/>
          </p:nvSpPr>
          <p:spPr>
            <a:xfrm>
              <a:off x="1364464" y="3120928"/>
              <a:ext cx="101147" cy="31933"/>
            </a:xfrm>
            <a:custGeom>
              <a:rect b="b" l="l" r="r" t="t"/>
              <a:pathLst>
                <a:path extrusionOk="0" h="1218" w="3858">
                  <a:moveTo>
                    <a:pt x="3455" y="403"/>
                  </a:moveTo>
                  <a:lnTo>
                    <a:pt x="3455" y="815"/>
                  </a:lnTo>
                  <a:lnTo>
                    <a:pt x="399" y="815"/>
                  </a:lnTo>
                  <a:lnTo>
                    <a:pt x="399" y="403"/>
                  </a:lnTo>
                  <a:close/>
                  <a:moveTo>
                    <a:pt x="199" y="1"/>
                  </a:moveTo>
                  <a:cubicBezTo>
                    <a:pt x="87" y="1"/>
                    <a:pt x="0" y="91"/>
                    <a:pt x="0" y="203"/>
                  </a:cubicBezTo>
                  <a:lnTo>
                    <a:pt x="0" y="1018"/>
                  </a:lnTo>
                  <a:cubicBezTo>
                    <a:pt x="0" y="1127"/>
                    <a:pt x="87" y="1217"/>
                    <a:pt x="199" y="1217"/>
                  </a:cubicBezTo>
                  <a:lnTo>
                    <a:pt x="3658" y="1217"/>
                  </a:lnTo>
                  <a:cubicBezTo>
                    <a:pt x="3767" y="1217"/>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3" name="Google Shape;12983;p82"/>
          <p:cNvGrpSpPr/>
          <p:nvPr/>
        </p:nvGrpSpPr>
        <p:grpSpPr>
          <a:xfrm>
            <a:off x="3978401" y="2005216"/>
            <a:ext cx="358839" cy="323472"/>
            <a:chOff x="3978401" y="2005216"/>
            <a:chExt cx="358839" cy="323472"/>
          </a:xfrm>
        </p:grpSpPr>
        <p:sp>
          <p:nvSpPr>
            <p:cNvPr id="12984" name="Google Shape;12984;p82"/>
            <p:cNvSpPr/>
            <p:nvPr/>
          </p:nvSpPr>
          <p:spPr>
            <a:xfrm>
              <a:off x="3983723" y="2092206"/>
              <a:ext cx="293898" cy="230950"/>
            </a:xfrm>
            <a:custGeom>
              <a:rect b="b" l="l" r="r" t="t"/>
              <a:pathLst>
                <a:path extrusionOk="0" h="8809" w="11210">
                  <a:moveTo>
                    <a:pt x="0" y="1"/>
                  </a:moveTo>
                  <a:lnTo>
                    <a:pt x="0" y="8809"/>
                  </a:lnTo>
                  <a:lnTo>
                    <a:pt x="11209" y="8809"/>
                  </a:lnTo>
                  <a:lnTo>
                    <a:pt x="11209" y="1468"/>
                  </a:lnTo>
                  <a:lnTo>
                    <a:pt x="4535" y="1468"/>
                  </a:lnTo>
                  <a:lnTo>
                    <a:pt x="306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2"/>
            <p:cNvSpPr/>
            <p:nvPr/>
          </p:nvSpPr>
          <p:spPr>
            <a:xfrm>
              <a:off x="3983723" y="2204443"/>
              <a:ext cx="293898" cy="118713"/>
            </a:xfrm>
            <a:custGeom>
              <a:rect b="b" l="l" r="r" t="t"/>
              <a:pathLst>
                <a:path extrusionOk="0" h="4528" w="11210">
                  <a:moveTo>
                    <a:pt x="0" y="1"/>
                  </a:moveTo>
                  <a:lnTo>
                    <a:pt x="0" y="4528"/>
                  </a:lnTo>
                  <a:lnTo>
                    <a:pt x="11209" y="4528"/>
                  </a:lnTo>
                  <a:lnTo>
                    <a:pt x="1120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2"/>
            <p:cNvSpPr/>
            <p:nvPr/>
          </p:nvSpPr>
          <p:spPr>
            <a:xfrm>
              <a:off x="4175714" y="2130667"/>
              <a:ext cx="101907" cy="47952"/>
            </a:xfrm>
            <a:custGeom>
              <a:rect b="b" l="l" r="r" t="t"/>
              <a:pathLst>
                <a:path extrusionOk="0" h="1829" w="3887">
                  <a:moveTo>
                    <a:pt x="0" y="1"/>
                  </a:moveTo>
                  <a:cubicBezTo>
                    <a:pt x="634" y="1145"/>
                    <a:pt x="1830" y="1828"/>
                    <a:pt x="3098" y="1828"/>
                  </a:cubicBezTo>
                  <a:cubicBezTo>
                    <a:pt x="3359" y="1828"/>
                    <a:pt x="3623" y="1799"/>
                    <a:pt x="3886" y="1739"/>
                  </a:cubicBezTo>
                  <a:lnTo>
                    <a:pt x="388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2"/>
            <p:cNvSpPr/>
            <p:nvPr/>
          </p:nvSpPr>
          <p:spPr>
            <a:xfrm>
              <a:off x="3983723" y="2092206"/>
              <a:ext cx="118896" cy="44465"/>
            </a:xfrm>
            <a:custGeom>
              <a:rect b="b" l="l" r="r" t="t"/>
              <a:pathLst>
                <a:path extrusionOk="0" h="1696" w="4535">
                  <a:moveTo>
                    <a:pt x="0" y="1"/>
                  </a:moveTo>
                  <a:lnTo>
                    <a:pt x="0" y="1696"/>
                  </a:lnTo>
                  <a:lnTo>
                    <a:pt x="4535" y="1696"/>
                  </a:lnTo>
                  <a:lnTo>
                    <a:pt x="4535" y="1468"/>
                  </a:lnTo>
                  <a:lnTo>
                    <a:pt x="306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2"/>
            <p:cNvSpPr/>
            <p:nvPr/>
          </p:nvSpPr>
          <p:spPr>
            <a:xfrm>
              <a:off x="3983723" y="2189342"/>
              <a:ext cx="319355" cy="133814"/>
            </a:xfrm>
            <a:custGeom>
              <a:rect b="b" l="l" r="r" t="t"/>
              <a:pathLst>
                <a:path extrusionOk="0" h="5104" w="12181">
                  <a:moveTo>
                    <a:pt x="975" y="1"/>
                  </a:moveTo>
                  <a:lnTo>
                    <a:pt x="174" y="4202"/>
                  </a:lnTo>
                  <a:lnTo>
                    <a:pt x="0" y="5104"/>
                  </a:lnTo>
                  <a:lnTo>
                    <a:pt x="11209" y="5104"/>
                  </a:lnTo>
                  <a:lnTo>
                    <a:pt x="11380" y="4202"/>
                  </a:lnTo>
                  <a:lnTo>
                    <a:pt x="1218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2"/>
            <p:cNvSpPr/>
            <p:nvPr/>
          </p:nvSpPr>
          <p:spPr>
            <a:xfrm>
              <a:off x="3983723" y="2299508"/>
              <a:ext cx="298355" cy="23648"/>
            </a:xfrm>
            <a:custGeom>
              <a:rect b="b" l="l" r="r" t="t"/>
              <a:pathLst>
                <a:path extrusionOk="0" h="902" w="11380">
                  <a:moveTo>
                    <a:pt x="174" y="0"/>
                  </a:moveTo>
                  <a:lnTo>
                    <a:pt x="0" y="902"/>
                  </a:lnTo>
                  <a:lnTo>
                    <a:pt x="11209" y="902"/>
                  </a:lnTo>
                  <a:lnTo>
                    <a:pt x="1138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2"/>
            <p:cNvSpPr/>
            <p:nvPr/>
          </p:nvSpPr>
          <p:spPr>
            <a:xfrm>
              <a:off x="4181692" y="2010565"/>
              <a:ext cx="150515" cy="150515"/>
            </a:xfrm>
            <a:custGeom>
              <a:rect b="b" l="l" r="r" t="t"/>
              <a:pathLst>
                <a:path extrusionOk="0" h="5741" w="5741">
                  <a:moveTo>
                    <a:pt x="2869" y="0"/>
                  </a:moveTo>
                  <a:cubicBezTo>
                    <a:pt x="1286" y="0"/>
                    <a:pt x="1" y="1286"/>
                    <a:pt x="1" y="2872"/>
                  </a:cubicBezTo>
                  <a:cubicBezTo>
                    <a:pt x="1" y="4455"/>
                    <a:pt x="1286" y="5741"/>
                    <a:pt x="2869" y="5741"/>
                  </a:cubicBezTo>
                  <a:cubicBezTo>
                    <a:pt x="4455" y="5741"/>
                    <a:pt x="5741" y="4455"/>
                    <a:pt x="5741" y="2872"/>
                  </a:cubicBezTo>
                  <a:cubicBezTo>
                    <a:pt x="5741" y="1286"/>
                    <a:pt x="4455" y="0"/>
                    <a:pt x="286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2"/>
            <p:cNvSpPr/>
            <p:nvPr/>
          </p:nvSpPr>
          <p:spPr>
            <a:xfrm>
              <a:off x="3978401" y="2005216"/>
              <a:ext cx="358839" cy="323472"/>
            </a:xfrm>
            <a:custGeom>
              <a:rect b="b" l="l" r="r" t="t"/>
              <a:pathLst>
                <a:path extrusionOk="0" h="12338" w="13687">
                  <a:moveTo>
                    <a:pt x="10626" y="1"/>
                  </a:moveTo>
                  <a:cubicBezTo>
                    <a:pt x="10298" y="1"/>
                    <a:pt x="9962" y="54"/>
                    <a:pt x="9631" y="168"/>
                  </a:cubicBezTo>
                  <a:cubicBezTo>
                    <a:pt x="7813" y="791"/>
                    <a:pt x="7005" y="2913"/>
                    <a:pt x="7950" y="4587"/>
                  </a:cubicBezTo>
                  <a:lnTo>
                    <a:pt x="6701" y="4587"/>
                  </a:lnTo>
                  <a:cubicBezTo>
                    <a:pt x="6433" y="4587"/>
                    <a:pt x="6433" y="4985"/>
                    <a:pt x="6701" y="4985"/>
                  </a:cubicBezTo>
                  <a:lnTo>
                    <a:pt x="8222" y="4985"/>
                  </a:lnTo>
                  <a:cubicBezTo>
                    <a:pt x="8809" y="5727"/>
                    <a:pt x="9700" y="6146"/>
                    <a:pt x="10625" y="6146"/>
                  </a:cubicBezTo>
                  <a:cubicBezTo>
                    <a:pt x="10819" y="6146"/>
                    <a:pt x="11015" y="6127"/>
                    <a:pt x="11210" y="6090"/>
                  </a:cubicBezTo>
                  <a:lnTo>
                    <a:pt x="11210" y="6825"/>
                  </a:lnTo>
                  <a:lnTo>
                    <a:pt x="1178" y="6825"/>
                  </a:lnTo>
                  <a:cubicBezTo>
                    <a:pt x="1080" y="6825"/>
                    <a:pt x="996" y="6894"/>
                    <a:pt x="978" y="6988"/>
                  </a:cubicBezTo>
                  <a:lnTo>
                    <a:pt x="406" y="10001"/>
                  </a:lnTo>
                  <a:lnTo>
                    <a:pt x="406" y="3522"/>
                  </a:lnTo>
                  <a:lnTo>
                    <a:pt x="3191" y="3522"/>
                  </a:lnTo>
                  <a:lnTo>
                    <a:pt x="4596" y="4927"/>
                  </a:lnTo>
                  <a:cubicBezTo>
                    <a:pt x="4636" y="4967"/>
                    <a:pt x="4687" y="4985"/>
                    <a:pt x="4738" y="4989"/>
                  </a:cubicBezTo>
                  <a:lnTo>
                    <a:pt x="5911" y="4989"/>
                  </a:lnTo>
                  <a:cubicBezTo>
                    <a:pt x="6179" y="4989"/>
                    <a:pt x="6179" y="4587"/>
                    <a:pt x="5911" y="4587"/>
                  </a:cubicBezTo>
                  <a:lnTo>
                    <a:pt x="4821" y="4587"/>
                  </a:lnTo>
                  <a:lnTo>
                    <a:pt x="3412" y="3178"/>
                  </a:lnTo>
                  <a:cubicBezTo>
                    <a:pt x="3372" y="3141"/>
                    <a:pt x="3322" y="3120"/>
                    <a:pt x="3271" y="3120"/>
                  </a:cubicBezTo>
                  <a:lnTo>
                    <a:pt x="203" y="3120"/>
                  </a:lnTo>
                  <a:cubicBezTo>
                    <a:pt x="91" y="3120"/>
                    <a:pt x="0" y="3210"/>
                    <a:pt x="0" y="3319"/>
                  </a:cubicBezTo>
                  <a:lnTo>
                    <a:pt x="0" y="12127"/>
                  </a:lnTo>
                  <a:cubicBezTo>
                    <a:pt x="0" y="12323"/>
                    <a:pt x="186" y="12326"/>
                    <a:pt x="329" y="12326"/>
                  </a:cubicBezTo>
                  <a:cubicBezTo>
                    <a:pt x="334" y="12326"/>
                    <a:pt x="340" y="12326"/>
                    <a:pt x="345" y="12326"/>
                  </a:cubicBezTo>
                  <a:cubicBezTo>
                    <a:pt x="485" y="12326"/>
                    <a:pt x="4184" y="12337"/>
                    <a:pt x="7283" y="12337"/>
                  </a:cubicBezTo>
                  <a:cubicBezTo>
                    <a:pt x="9520" y="12337"/>
                    <a:pt x="11445" y="12331"/>
                    <a:pt x="11489" y="12312"/>
                  </a:cubicBezTo>
                  <a:cubicBezTo>
                    <a:pt x="11550" y="12283"/>
                    <a:pt x="11594" y="12228"/>
                    <a:pt x="11604" y="12163"/>
                  </a:cubicBezTo>
                  <a:lnTo>
                    <a:pt x="11992" y="10139"/>
                  </a:lnTo>
                  <a:cubicBezTo>
                    <a:pt x="12017" y="9992"/>
                    <a:pt x="11903" y="9905"/>
                    <a:pt x="11791" y="9905"/>
                  </a:cubicBezTo>
                  <a:cubicBezTo>
                    <a:pt x="11706" y="9905"/>
                    <a:pt x="11622" y="9954"/>
                    <a:pt x="11597" y="10063"/>
                  </a:cubicBezTo>
                  <a:lnTo>
                    <a:pt x="11250" y="11928"/>
                  </a:lnTo>
                  <a:lnTo>
                    <a:pt x="446" y="11928"/>
                  </a:lnTo>
                  <a:lnTo>
                    <a:pt x="1340" y="7227"/>
                  </a:lnTo>
                  <a:lnTo>
                    <a:pt x="12140" y="7227"/>
                  </a:lnTo>
                  <a:lnTo>
                    <a:pt x="11753" y="9273"/>
                  </a:lnTo>
                  <a:cubicBezTo>
                    <a:pt x="11728" y="9420"/>
                    <a:pt x="11842" y="9507"/>
                    <a:pt x="11954" y="9507"/>
                  </a:cubicBezTo>
                  <a:cubicBezTo>
                    <a:pt x="12038" y="9507"/>
                    <a:pt x="12121" y="9458"/>
                    <a:pt x="12144" y="9349"/>
                  </a:cubicBezTo>
                  <a:lnTo>
                    <a:pt x="12579" y="7064"/>
                  </a:lnTo>
                  <a:cubicBezTo>
                    <a:pt x="12604" y="6941"/>
                    <a:pt x="12510" y="6825"/>
                    <a:pt x="12383" y="6825"/>
                  </a:cubicBezTo>
                  <a:lnTo>
                    <a:pt x="11615" y="6825"/>
                  </a:lnTo>
                  <a:lnTo>
                    <a:pt x="11615" y="5981"/>
                  </a:lnTo>
                  <a:cubicBezTo>
                    <a:pt x="12720" y="5604"/>
                    <a:pt x="13517" y="4634"/>
                    <a:pt x="13672" y="3475"/>
                  </a:cubicBezTo>
                  <a:cubicBezTo>
                    <a:pt x="13687" y="3366"/>
                    <a:pt x="13607" y="3265"/>
                    <a:pt x="13499" y="3250"/>
                  </a:cubicBezTo>
                  <a:lnTo>
                    <a:pt x="13495" y="3250"/>
                  </a:lnTo>
                  <a:cubicBezTo>
                    <a:pt x="13486" y="3249"/>
                    <a:pt x="13478" y="3248"/>
                    <a:pt x="13469" y="3248"/>
                  </a:cubicBezTo>
                  <a:cubicBezTo>
                    <a:pt x="13371" y="3248"/>
                    <a:pt x="13284" y="3324"/>
                    <a:pt x="13270" y="3424"/>
                  </a:cubicBezTo>
                  <a:cubicBezTo>
                    <a:pt x="13093" y="4759"/>
                    <a:pt x="11955" y="5747"/>
                    <a:pt x="10624" y="5747"/>
                  </a:cubicBezTo>
                  <a:cubicBezTo>
                    <a:pt x="10568" y="5747"/>
                    <a:pt x="10512" y="5745"/>
                    <a:pt x="10456" y="5742"/>
                  </a:cubicBezTo>
                  <a:cubicBezTo>
                    <a:pt x="9055" y="5651"/>
                    <a:pt x="7961" y="4496"/>
                    <a:pt x="7954" y="3091"/>
                  </a:cubicBezTo>
                  <a:cubicBezTo>
                    <a:pt x="7943" y="1689"/>
                    <a:pt x="9022" y="519"/>
                    <a:pt x="10420" y="411"/>
                  </a:cubicBezTo>
                  <a:cubicBezTo>
                    <a:pt x="10488" y="406"/>
                    <a:pt x="10555" y="403"/>
                    <a:pt x="10622" y="403"/>
                  </a:cubicBezTo>
                  <a:cubicBezTo>
                    <a:pt x="11936" y="403"/>
                    <a:pt x="13074" y="1369"/>
                    <a:pt x="13267" y="2689"/>
                  </a:cubicBezTo>
                  <a:cubicBezTo>
                    <a:pt x="13283" y="2807"/>
                    <a:pt x="13371" y="2860"/>
                    <a:pt x="13460" y="2860"/>
                  </a:cubicBezTo>
                  <a:cubicBezTo>
                    <a:pt x="13571" y="2860"/>
                    <a:pt x="13684" y="2777"/>
                    <a:pt x="13662" y="2631"/>
                  </a:cubicBezTo>
                  <a:cubicBezTo>
                    <a:pt x="13437" y="1076"/>
                    <a:pt x="12100" y="1"/>
                    <a:pt x="10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2"/>
            <p:cNvSpPr/>
            <p:nvPr/>
          </p:nvSpPr>
          <p:spPr>
            <a:xfrm>
              <a:off x="4240183" y="2062685"/>
              <a:ext cx="35263" cy="62896"/>
            </a:xfrm>
            <a:custGeom>
              <a:rect b="b" l="l" r="r" t="t"/>
              <a:pathLst>
                <a:path extrusionOk="0" h="2399" w="1345">
                  <a:moveTo>
                    <a:pt x="290" y="1"/>
                  </a:moveTo>
                  <a:cubicBezTo>
                    <a:pt x="22" y="1"/>
                    <a:pt x="22" y="399"/>
                    <a:pt x="290" y="399"/>
                  </a:cubicBezTo>
                  <a:lnTo>
                    <a:pt x="468" y="399"/>
                  </a:lnTo>
                  <a:lnTo>
                    <a:pt x="468" y="2000"/>
                  </a:lnTo>
                  <a:lnTo>
                    <a:pt x="269" y="2000"/>
                  </a:lnTo>
                  <a:cubicBezTo>
                    <a:pt x="1" y="2000"/>
                    <a:pt x="1" y="2398"/>
                    <a:pt x="269" y="2398"/>
                  </a:cubicBezTo>
                  <a:lnTo>
                    <a:pt x="1076" y="2398"/>
                  </a:lnTo>
                  <a:cubicBezTo>
                    <a:pt x="1344" y="2398"/>
                    <a:pt x="1344" y="2000"/>
                    <a:pt x="1076" y="2000"/>
                  </a:cubicBezTo>
                  <a:lnTo>
                    <a:pt x="870" y="2000"/>
                  </a:lnTo>
                  <a:lnTo>
                    <a:pt x="870" y="200"/>
                  </a:lnTo>
                  <a:cubicBezTo>
                    <a:pt x="870" y="88"/>
                    <a:pt x="779"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2"/>
            <p:cNvSpPr/>
            <p:nvPr/>
          </p:nvSpPr>
          <p:spPr>
            <a:xfrm>
              <a:off x="4246449" y="2042865"/>
              <a:ext cx="19217" cy="16517"/>
            </a:xfrm>
            <a:custGeom>
              <a:rect b="b" l="l" r="r" t="t"/>
              <a:pathLst>
                <a:path extrusionOk="0" h="630" w="733">
                  <a:moveTo>
                    <a:pt x="316" y="1"/>
                  </a:moveTo>
                  <a:cubicBezTo>
                    <a:pt x="155" y="1"/>
                    <a:pt x="1" y="126"/>
                    <a:pt x="1" y="315"/>
                  </a:cubicBezTo>
                  <a:cubicBezTo>
                    <a:pt x="1" y="489"/>
                    <a:pt x="138" y="630"/>
                    <a:pt x="312" y="630"/>
                  </a:cubicBezTo>
                  <a:cubicBezTo>
                    <a:pt x="595" y="630"/>
                    <a:pt x="732" y="293"/>
                    <a:pt x="537" y="94"/>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4" name="Google Shape;12994;p82"/>
          <p:cNvGrpSpPr/>
          <p:nvPr/>
        </p:nvGrpSpPr>
        <p:grpSpPr>
          <a:xfrm>
            <a:off x="865099" y="2438644"/>
            <a:ext cx="360569" cy="358210"/>
            <a:chOff x="865099" y="2438644"/>
            <a:chExt cx="360569" cy="358210"/>
          </a:xfrm>
        </p:grpSpPr>
        <p:sp>
          <p:nvSpPr>
            <p:cNvPr id="12995" name="Google Shape;12995;p82"/>
            <p:cNvSpPr/>
            <p:nvPr/>
          </p:nvSpPr>
          <p:spPr>
            <a:xfrm>
              <a:off x="870893" y="2728007"/>
              <a:ext cx="63656" cy="63656"/>
            </a:xfrm>
            <a:custGeom>
              <a:rect b="b" l="l" r="r" t="t"/>
              <a:pathLst>
                <a:path extrusionOk="0" h="2428" w="2428">
                  <a:moveTo>
                    <a:pt x="1214" y="1"/>
                  </a:moveTo>
                  <a:lnTo>
                    <a:pt x="0" y="1214"/>
                  </a:lnTo>
                  <a:lnTo>
                    <a:pt x="1214" y="2427"/>
                  </a:lnTo>
                  <a:lnTo>
                    <a:pt x="2427" y="1214"/>
                  </a:lnTo>
                  <a:lnTo>
                    <a:pt x="121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2"/>
            <p:cNvSpPr/>
            <p:nvPr/>
          </p:nvSpPr>
          <p:spPr>
            <a:xfrm>
              <a:off x="886755" y="2743973"/>
              <a:ext cx="47795" cy="47690"/>
            </a:xfrm>
            <a:custGeom>
              <a:rect b="b" l="l" r="r" t="t"/>
              <a:pathLst>
                <a:path extrusionOk="0" h="1819" w="1823">
                  <a:moveTo>
                    <a:pt x="1214" y="0"/>
                  </a:moveTo>
                  <a:lnTo>
                    <a:pt x="0" y="1214"/>
                  </a:lnTo>
                  <a:lnTo>
                    <a:pt x="609" y="1818"/>
                  </a:lnTo>
                  <a:lnTo>
                    <a:pt x="1822" y="605"/>
                  </a:lnTo>
                  <a:lnTo>
                    <a:pt x="121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2"/>
            <p:cNvSpPr/>
            <p:nvPr/>
          </p:nvSpPr>
          <p:spPr>
            <a:xfrm>
              <a:off x="884185" y="2600983"/>
              <a:ext cx="177309" cy="177388"/>
            </a:xfrm>
            <a:custGeom>
              <a:rect b="b" l="l" r="r" t="t"/>
              <a:pathLst>
                <a:path extrusionOk="0" h="6766" w="6763">
                  <a:moveTo>
                    <a:pt x="5122" y="0"/>
                  </a:moveTo>
                  <a:lnTo>
                    <a:pt x="0" y="5121"/>
                  </a:lnTo>
                  <a:lnTo>
                    <a:pt x="1645" y="6765"/>
                  </a:lnTo>
                  <a:lnTo>
                    <a:pt x="6762" y="1644"/>
                  </a:lnTo>
                  <a:lnTo>
                    <a:pt x="51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2"/>
            <p:cNvSpPr/>
            <p:nvPr/>
          </p:nvSpPr>
          <p:spPr>
            <a:xfrm>
              <a:off x="905736" y="2622534"/>
              <a:ext cx="155758" cy="155837"/>
            </a:xfrm>
            <a:custGeom>
              <a:rect b="b" l="l" r="r" t="t"/>
              <a:pathLst>
                <a:path extrusionOk="0" h="5944" w="5941">
                  <a:moveTo>
                    <a:pt x="5122" y="0"/>
                  </a:moveTo>
                  <a:lnTo>
                    <a:pt x="1" y="5121"/>
                  </a:lnTo>
                  <a:lnTo>
                    <a:pt x="823" y="5943"/>
                  </a:lnTo>
                  <a:lnTo>
                    <a:pt x="5940" y="822"/>
                  </a:lnTo>
                  <a:lnTo>
                    <a:pt x="5122"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2"/>
            <p:cNvSpPr/>
            <p:nvPr/>
          </p:nvSpPr>
          <p:spPr>
            <a:xfrm>
              <a:off x="974479" y="2635249"/>
              <a:ext cx="52828" cy="52828"/>
            </a:xfrm>
            <a:custGeom>
              <a:rect b="b" l="l" r="r" t="t"/>
              <a:pathLst>
                <a:path extrusionOk="0" h="2015" w="2015">
                  <a:moveTo>
                    <a:pt x="1442" y="1"/>
                  </a:moveTo>
                  <a:lnTo>
                    <a:pt x="1" y="1442"/>
                  </a:lnTo>
                  <a:lnTo>
                    <a:pt x="573" y="2014"/>
                  </a:lnTo>
                  <a:lnTo>
                    <a:pt x="2014" y="573"/>
                  </a:lnTo>
                  <a:lnTo>
                    <a:pt x="144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2"/>
            <p:cNvSpPr/>
            <p:nvPr/>
          </p:nvSpPr>
          <p:spPr>
            <a:xfrm>
              <a:off x="1036404" y="2532319"/>
              <a:ext cx="93832" cy="93832"/>
            </a:xfrm>
            <a:custGeom>
              <a:rect b="b" l="l" r="r" t="t"/>
              <a:pathLst>
                <a:path extrusionOk="0" h="3579" w="3579">
                  <a:moveTo>
                    <a:pt x="1789" y="1"/>
                  </a:moveTo>
                  <a:cubicBezTo>
                    <a:pt x="801" y="1"/>
                    <a:pt x="0" y="801"/>
                    <a:pt x="0" y="1790"/>
                  </a:cubicBezTo>
                  <a:cubicBezTo>
                    <a:pt x="0" y="2778"/>
                    <a:pt x="801" y="3579"/>
                    <a:pt x="1789" y="3579"/>
                  </a:cubicBezTo>
                  <a:cubicBezTo>
                    <a:pt x="2778" y="3579"/>
                    <a:pt x="3578" y="2778"/>
                    <a:pt x="3578" y="1790"/>
                  </a:cubicBezTo>
                  <a:cubicBezTo>
                    <a:pt x="3578" y="801"/>
                    <a:pt x="2778" y="1"/>
                    <a:pt x="1789"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2"/>
            <p:cNvSpPr/>
            <p:nvPr/>
          </p:nvSpPr>
          <p:spPr>
            <a:xfrm>
              <a:off x="1005913" y="2507360"/>
              <a:ext cx="149282" cy="144537"/>
            </a:xfrm>
            <a:custGeom>
              <a:rect b="b" l="l" r="r" t="t"/>
              <a:pathLst>
                <a:path extrusionOk="0" h="5513" w="5694">
                  <a:moveTo>
                    <a:pt x="1417" y="0"/>
                  </a:moveTo>
                  <a:lnTo>
                    <a:pt x="725" y="688"/>
                  </a:lnTo>
                  <a:cubicBezTo>
                    <a:pt x="1" y="1416"/>
                    <a:pt x="1" y="2593"/>
                    <a:pt x="725" y="3321"/>
                  </a:cubicBezTo>
                  <a:lnTo>
                    <a:pt x="2373" y="4969"/>
                  </a:lnTo>
                  <a:cubicBezTo>
                    <a:pt x="2737" y="5331"/>
                    <a:pt x="3213" y="5512"/>
                    <a:pt x="3689" y="5512"/>
                  </a:cubicBezTo>
                  <a:cubicBezTo>
                    <a:pt x="4166" y="5512"/>
                    <a:pt x="4642" y="5331"/>
                    <a:pt x="5006" y="4969"/>
                  </a:cubicBezTo>
                  <a:lnTo>
                    <a:pt x="5694" y="4277"/>
                  </a:lnTo>
                  <a:lnTo>
                    <a:pt x="14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2"/>
            <p:cNvSpPr/>
            <p:nvPr/>
          </p:nvSpPr>
          <p:spPr>
            <a:xfrm>
              <a:off x="1042461" y="2593852"/>
              <a:ext cx="112735" cy="58046"/>
            </a:xfrm>
            <a:custGeom>
              <a:rect b="b" l="l" r="r" t="t"/>
              <a:pathLst>
                <a:path extrusionOk="0" h="2214" w="4300">
                  <a:moveTo>
                    <a:pt x="1" y="689"/>
                  </a:moveTo>
                  <a:cubicBezTo>
                    <a:pt x="1" y="689"/>
                    <a:pt x="2" y="690"/>
                    <a:pt x="3" y="690"/>
                  </a:cubicBezTo>
                  <a:lnTo>
                    <a:pt x="3" y="690"/>
                  </a:lnTo>
                  <a:lnTo>
                    <a:pt x="1" y="689"/>
                  </a:lnTo>
                  <a:close/>
                  <a:moveTo>
                    <a:pt x="3318" y="0"/>
                  </a:moveTo>
                  <a:lnTo>
                    <a:pt x="2630" y="689"/>
                  </a:lnTo>
                  <a:cubicBezTo>
                    <a:pt x="2268" y="1053"/>
                    <a:pt x="1792" y="1235"/>
                    <a:pt x="1316" y="1235"/>
                  </a:cubicBezTo>
                  <a:cubicBezTo>
                    <a:pt x="840" y="1235"/>
                    <a:pt x="365" y="1053"/>
                    <a:pt x="3" y="690"/>
                  </a:cubicBezTo>
                  <a:lnTo>
                    <a:pt x="3" y="690"/>
                  </a:lnTo>
                  <a:lnTo>
                    <a:pt x="979" y="1670"/>
                  </a:lnTo>
                  <a:cubicBezTo>
                    <a:pt x="1343" y="2032"/>
                    <a:pt x="1819" y="2213"/>
                    <a:pt x="2295" y="2213"/>
                  </a:cubicBezTo>
                  <a:cubicBezTo>
                    <a:pt x="2772" y="2213"/>
                    <a:pt x="3248" y="2032"/>
                    <a:pt x="3612" y="1670"/>
                  </a:cubicBezTo>
                  <a:lnTo>
                    <a:pt x="4300" y="978"/>
                  </a:lnTo>
                  <a:lnTo>
                    <a:pt x="331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2"/>
            <p:cNvSpPr/>
            <p:nvPr/>
          </p:nvSpPr>
          <p:spPr>
            <a:xfrm>
              <a:off x="1003344" y="2585960"/>
              <a:ext cx="73252" cy="73252"/>
            </a:xfrm>
            <a:custGeom>
              <a:rect b="b" l="l" r="r" t="t"/>
              <a:pathLst>
                <a:path extrusionOk="0" h="2794" w="2794">
                  <a:moveTo>
                    <a:pt x="504" y="1"/>
                  </a:moveTo>
                  <a:lnTo>
                    <a:pt x="1" y="504"/>
                  </a:lnTo>
                  <a:lnTo>
                    <a:pt x="2290" y="2793"/>
                  </a:lnTo>
                  <a:lnTo>
                    <a:pt x="2793" y="2290"/>
                  </a:lnTo>
                  <a:lnTo>
                    <a:pt x="5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2"/>
            <p:cNvSpPr/>
            <p:nvPr/>
          </p:nvSpPr>
          <p:spPr>
            <a:xfrm>
              <a:off x="1033363" y="2615979"/>
              <a:ext cx="43233" cy="43128"/>
            </a:xfrm>
            <a:custGeom>
              <a:rect b="b" l="l" r="r" t="t"/>
              <a:pathLst>
                <a:path extrusionOk="0" h="1645" w="1649">
                  <a:moveTo>
                    <a:pt x="504" y="0"/>
                  </a:moveTo>
                  <a:lnTo>
                    <a:pt x="0" y="504"/>
                  </a:lnTo>
                  <a:lnTo>
                    <a:pt x="1145" y="1645"/>
                  </a:lnTo>
                  <a:lnTo>
                    <a:pt x="1648" y="1145"/>
                  </a:lnTo>
                  <a:lnTo>
                    <a:pt x="50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2"/>
            <p:cNvSpPr/>
            <p:nvPr/>
          </p:nvSpPr>
          <p:spPr>
            <a:xfrm>
              <a:off x="968684" y="2629875"/>
              <a:ext cx="64416" cy="63420"/>
            </a:xfrm>
            <a:custGeom>
              <a:rect b="b" l="l" r="r" t="t"/>
              <a:pathLst>
                <a:path extrusionOk="0" h="2419" w="2457">
                  <a:moveTo>
                    <a:pt x="1665" y="1"/>
                  </a:moveTo>
                  <a:cubicBezTo>
                    <a:pt x="1613" y="1"/>
                    <a:pt x="1562" y="21"/>
                    <a:pt x="1522" y="61"/>
                  </a:cubicBezTo>
                  <a:lnTo>
                    <a:pt x="1037" y="546"/>
                  </a:lnTo>
                  <a:cubicBezTo>
                    <a:pt x="895" y="691"/>
                    <a:pt x="1027" y="889"/>
                    <a:pt x="1181" y="889"/>
                  </a:cubicBezTo>
                  <a:cubicBezTo>
                    <a:pt x="1227" y="889"/>
                    <a:pt x="1276" y="871"/>
                    <a:pt x="1319" y="828"/>
                  </a:cubicBezTo>
                  <a:lnTo>
                    <a:pt x="1663" y="484"/>
                  </a:lnTo>
                  <a:lnTo>
                    <a:pt x="1953" y="774"/>
                  </a:lnTo>
                  <a:lnTo>
                    <a:pt x="794" y="1933"/>
                  </a:lnTo>
                  <a:lnTo>
                    <a:pt x="504" y="1643"/>
                  </a:lnTo>
                  <a:lnTo>
                    <a:pt x="761" y="1386"/>
                  </a:lnTo>
                  <a:cubicBezTo>
                    <a:pt x="901" y="1241"/>
                    <a:pt x="770" y="1045"/>
                    <a:pt x="616" y="1045"/>
                  </a:cubicBezTo>
                  <a:cubicBezTo>
                    <a:pt x="570" y="1045"/>
                    <a:pt x="522" y="1062"/>
                    <a:pt x="479" y="1104"/>
                  </a:cubicBezTo>
                  <a:lnTo>
                    <a:pt x="81" y="1502"/>
                  </a:lnTo>
                  <a:cubicBezTo>
                    <a:pt x="1" y="1582"/>
                    <a:pt x="1" y="1709"/>
                    <a:pt x="81" y="1785"/>
                  </a:cubicBezTo>
                  <a:lnTo>
                    <a:pt x="653" y="2360"/>
                  </a:lnTo>
                  <a:cubicBezTo>
                    <a:pt x="689" y="2397"/>
                    <a:pt x="740" y="2418"/>
                    <a:pt x="794" y="2418"/>
                  </a:cubicBezTo>
                  <a:cubicBezTo>
                    <a:pt x="848" y="2418"/>
                    <a:pt x="899" y="2397"/>
                    <a:pt x="935" y="2360"/>
                  </a:cubicBezTo>
                  <a:lnTo>
                    <a:pt x="2377" y="919"/>
                  </a:lnTo>
                  <a:cubicBezTo>
                    <a:pt x="2456" y="839"/>
                    <a:pt x="2456" y="713"/>
                    <a:pt x="2377" y="637"/>
                  </a:cubicBezTo>
                  <a:lnTo>
                    <a:pt x="1804" y="61"/>
                  </a:lnTo>
                  <a:cubicBezTo>
                    <a:pt x="1766" y="21"/>
                    <a:pt x="1716" y="1"/>
                    <a:pt x="1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2"/>
            <p:cNvSpPr/>
            <p:nvPr/>
          </p:nvSpPr>
          <p:spPr>
            <a:xfrm>
              <a:off x="865099" y="2502143"/>
              <a:ext cx="295812" cy="294711"/>
            </a:xfrm>
            <a:custGeom>
              <a:rect b="b" l="l" r="r" t="t"/>
              <a:pathLst>
                <a:path extrusionOk="0" h="11241" w="11283">
                  <a:moveTo>
                    <a:pt x="8327" y="1355"/>
                  </a:moveTo>
                  <a:cubicBezTo>
                    <a:pt x="8744" y="1355"/>
                    <a:pt x="9148" y="1520"/>
                    <a:pt x="9446" y="1818"/>
                  </a:cubicBezTo>
                  <a:cubicBezTo>
                    <a:pt x="9768" y="2140"/>
                    <a:pt x="9935" y="2586"/>
                    <a:pt x="9906" y="3039"/>
                  </a:cubicBezTo>
                  <a:lnTo>
                    <a:pt x="8225" y="1358"/>
                  </a:lnTo>
                  <a:cubicBezTo>
                    <a:pt x="8259" y="1356"/>
                    <a:pt x="8293" y="1355"/>
                    <a:pt x="8327" y="1355"/>
                  </a:cubicBezTo>
                  <a:close/>
                  <a:moveTo>
                    <a:pt x="5777" y="3484"/>
                  </a:moveTo>
                  <a:lnTo>
                    <a:pt x="5958" y="3665"/>
                  </a:lnTo>
                  <a:lnTo>
                    <a:pt x="7606" y="5309"/>
                  </a:lnTo>
                  <a:lnTo>
                    <a:pt x="7784" y="5487"/>
                  </a:lnTo>
                  <a:lnTo>
                    <a:pt x="7563" y="5704"/>
                  </a:lnTo>
                  <a:lnTo>
                    <a:pt x="5560" y="3701"/>
                  </a:lnTo>
                  <a:lnTo>
                    <a:pt x="5777" y="3484"/>
                  </a:lnTo>
                  <a:close/>
                  <a:moveTo>
                    <a:pt x="942" y="9387"/>
                  </a:moveTo>
                  <a:lnTo>
                    <a:pt x="1877" y="10322"/>
                  </a:lnTo>
                  <a:lnTo>
                    <a:pt x="1431" y="10760"/>
                  </a:lnTo>
                  <a:lnTo>
                    <a:pt x="500" y="9829"/>
                  </a:lnTo>
                  <a:lnTo>
                    <a:pt x="942" y="9387"/>
                  </a:lnTo>
                  <a:close/>
                  <a:moveTo>
                    <a:pt x="6786" y="1"/>
                  </a:moveTo>
                  <a:cubicBezTo>
                    <a:pt x="6735" y="1"/>
                    <a:pt x="6684" y="20"/>
                    <a:pt x="6646" y="58"/>
                  </a:cubicBezTo>
                  <a:lnTo>
                    <a:pt x="6081" y="623"/>
                  </a:lnTo>
                  <a:cubicBezTo>
                    <a:pt x="5932" y="767"/>
                    <a:pt x="6066" y="970"/>
                    <a:pt x="6222" y="970"/>
                  </a:cubicBezTo>
                  <a:cubicBezTo>
                    <a:pt x="6270" y="970"/>
                    <a:pt x="6320" y="951"/>
                    <a:pt x="6364" y="905"/>
                  </a:cubicBezTo>
                  <a:lnTo>
                    <a:pt x="6788" y="482"/>
                  </a:lnTo>
                  <a:lnTo>
                    <a:pt x="10782" y="4476"/>
                  </a:lnTo>
                  <a:lnTo>
                    <a:pt x="10236" y="5023"/>
                  </a:lnTo>
                  <a:cubicBezTo>
                    <a:pt x="9911" y="5347"/>
                    <a:pt x="9486" y="5509"/>
                    <a:pt x="9060" y="5509"/>
                  </a:cubicBezTo>
                  <a:cubicBezTo>
                    <a:pt x="8635" y="5509"/>
                    <a:pt x="8209" y="5347"/>
                    <a:pt x="7885" y="5023"/>
                  </a:cubicBezTo>
                  <a:lnTo>
                    <a:pt x="7063" y="4201"/>
                  </a:lnTo>
                  <a:lnTo>
                    <a:pt x="6241" y="3375"/>
                  </a:lnTo>
                  <a:cubicBezTo>
                    <a:pt x="5741" y="2876"/>
                    <a:pt x="5611" y="2119"/>
                    <a:pt x="5918" y="1481"/>
                  </a:cubicBezTo>
                  <a:cubicBezTo>
                    <a:pt x="5995" y="1321"/>
                    <a:pt x="5863" y="1191"/>
                    <a:pt x="5731" y="1191"/>
                  </a:cubicBezTo>
                  <a:cubicBezTo>
                    <a:pt x="5663" y="1191"/>
                    <a:pt x="5596" y="1225"/>
                    <a:pt x="5556" y="1307"/>
                  </a:cubicBezTo>
                  <a:cubicBezTo>
                    <a:pt x="5281" y="1883"/>
                    <a:pt x="5285" y="2550"/>
                    <a:pt x="5567" y="3122"/>
                  </a:cubicBezTo>
                  <a:lnTo>
                    <a:pt x="5133" y="3556"/>
                  </a:lnTo>
                  <a:cubicBezTo>
                    <a:pt x="5053" y="3636"/>
                    <a:pt x="5053" y="3763"/>
                    <a:pt x="5133" y="3839"/>
                  </a:cubicBezTo>
                  <a:lnTo>
                    <a:pt x="5314" y="4020"/>
                  </a:lnTo>
                  <a:lnTo>
                    <a:pt x="587" y="8750"/>
                  </a:lnTo>
                  <a:cubicBezTo>
                    <a:pt x="511" y="8826"/>
                    <a:pt x="511" y="8953"/>
                    <a:pt x="587" y="9032"/>
                  </a:cubicBezTo>
                  <a:lnTo>
                    <a:pt x="660" y="9105"/>
                  </a:lnTo>
                  <a:lnTo>
                    <a:pt x="80" y="9688"/>
                  </a:lnTo>
                  <a:cubicBezTo>
                    <a:pt x="1" y="9764"/>
                    <a:pt x="1" y="9891"/>
                    <a:pt x="80" y="9970"/>
                  </a:cubicBezTo>
                  <a:lnTo>
                    <a:pt x="1293" y="11184"/>
                  </a:lnTo>
                  <a:cubicBezTo>
                    <a:pt x="1332" y="11222"/>
                    <a:pt x="1382" y="11241"/>
                    <a:pt x="1433" y="11241"/>
                  </a:cubicBezTo>
                  <a:cubicBezTo>
                    <a:pt x="1485" y="11241"/>
                    <a:pt x="1536" y="11222"/>
                    <a:pt x="1576" y="11184"/>
                  </a:cubicBezTo>
                  <a:lnTo>
                    <a:pt x="2159" y="10601"/>
                  </a:lnTo>
                  <a:lnTo>
                    <a:pt x="2232" y="10673"/>
                  </a:lnTo>
                  <a:cubicBezTo>
                    <a:pt x="2270" y="10711"/>
                    <a:pt x="2320" y="10730"/>
                    <a:pt x="2371" y="10730"/>
                  </a:cubicBezTo>
                  <a:cubicBezTo>
                    <a:pt x="2423" y="10730"/>
                    <a:pt x="2474" y="10711"/>
                    <a:pt x="2514" y="10673"/>
                  </a:cubicBezTo>
                  <a:lnTo>
                    <a:pt x="3901" y="9286"/>
                  </a:lnTo>
                  <a:cubicBezTo>
                    <a:pt x="4040" y="9141"/>
                    <a:pt x="3910" y="8943"/>
                    <a:pt x="3756" y="8943"/>
                  </a:cubicBezTo>
                  <a:cubicBezTo>
                    <a:pt x="3710" y="8943"/>
                    <a:pt x="3662" y="8961"/>
                    <a:pt x="3619" y="9003"/>
                  </a:cubicBezTo>
                  <a:lnTo>
                    <a:pt x="2373" y="10249"/>
                  </a:lnTo>
                  <a:lnTo>
                    <a:pt x="2300" y="10173"/>
                  </a:lnTo>
                  <a:lnTo>
                    <a:pt x="1087" y="8964"/>
                  </a:lnTo>
                  <a:lnTo>
                    <a:pt x="1015" y="8888"/>
                  </a:lnTo>
                  <a:lnTo>
                    <a:pt x="5600" y="4306"/>
                  </a:lnTo>
                  <a:lnTo>
                    <a:pt x="6958" y="5664"/>
                  </a:lnTo>
                  <a:lnTo>
                    <a:pt x="4176" y="8446"/>
                  </a:lnTo>
                  <a:cubicBezTo>
                    <a:pt x="4037" y="8591"/>
                    <a:pt x="4168" y="8787"/>
                    <a:pt x="4322" y="8787"/>
                  </a:cubicBezTo>
                  <a:cubicBezTo>
                    <a:pt x="4368" y="8787"/>
                    <a:pt x="4416" y="8770"/>
                    <a:pt x="4459" y="8728"/>
                  </a:cubicBezTo>
                  <a:lnTo>
                    <a:pt x="7240" y="5947"/>
                  </a:lnTo>
                  <a:lnTo>
                    <a:pt x="7421" y="6128"/>
                  </a:lnTo>
                  <a:cubicBezTo>
                    <a:pt x="7459" y="6168"/>
                    <a:pt x="7510" y="6188"/>
                    <a:pt x="7561" y="6188"/>
                  </a:cubicBezTo>
                  <a:cubicBezTo>
                    <a:pt x="7612" y="6188"/>
                    <a:pt x="7664" y="6168"/>
                    <a:pt x="7704" y="6128"/>
                  </a:cubicBezTo>
                  <a:lnTo>
                    <a:pt x="8139" y="5693"/>
                  </a:lnTo>
                  <a:cubicBezTo>
                    <a:pt x="8431" y="5839"/>
                    <a:pt x="8745" y="5909"/>
                    <a:pt x="9057" y="5909"/>
                  </a:cubicBezTo>
                  <a:cubicBezTo>
                    <a:pt x="9591" y="5909"/>
                    <a:pt x="10119" y="5701"/>
                    <a:pt x="10514" y="5306"/>
                  </a:cubicBezTo>
                  <a:lnTo>
                    <a:pt x="11206" y="4621"/>
                  </a:lnTo>
                  <a:cubicBezTo>
                    <a:pt x="11282" y="4542"/>
                    <a:pt x="11282" y="4415"/>
                    <a:pt x="11206" y="4335"/>
                  </a:cubicBezTo>
                  <a:lnTo>
                    <a:pt x="10261" y="3390"/>
                  </a:lnTo>
                  <a:cubicBezTo>
                    <a:pt x="10555" y="2110"/>
                    <a:pt x="9565" y="951"/>
                    <a:pt x="8329" y="951"/>
                  </a:cubicBezTo>
                  <a:cubicBezTo>
                    <a:pt x="8181" y="951"/>
                    <a:pt x="8028" y="968"/>
                    <a:pt x="7874" y="1003"/>
                  </a:cubicBezTo>
                  <a:lnTo>
                    <a:pt x="6929" y="58"/>
                  </a:lnTo>
                  <a:cubicBezTo>
                    <a:pt x="6889" y="20"/>
                    <a:pt x="6837" y="1"/>
                    <a:pt x="6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2"/>
            <p:cNvSpPr/>
            <p:nvPr/>
          </p:nvSpPr>
          <p:spPr>
            <a:xfrm>
              <a:off x="1128978" y="2478416"/>
              <a:ext cx="57311" cy="53353"/>
            </a:xfrm>
            <a:custGeom>
              <a:rect b="b" l="l" r="r" t="t"/>
              <a:pathLst>
                <a:path extrusionOk="0" h="2035" w="2186">
                  <a:moveTo>
                    <a:pt x="1899" y="0"/>
                  </a:moveTo>
                  <a:cubicBezTo>
                    <a:pt x="1852" y="0"/>
                    <a:pt x="1804" y="18"/>
                    <a:pt x="1760" y="61"/>
                  </a:cubicBezTo>
                  <a:lnTo>
                    <a:pt x="127" y="1694"/>
                  </a:lnTo>
                  <a:cubicBezTo>
                    <a:pt x="1" y="1817"/>
                    <a:pt x="90" y="2033"/>
                    <a:pt x="270" y="2035"/>
                  </a:cubicBezTo>
                  <a:lnTo>
                    <a:pt x="270" y="2035"/>
                  </a:lnTo>
                  <a:cubicBezTo>
                    <a:pt x="324" y="2034"/>
                    <a:pt x="374" y="2013"/>
                    <a:pt x="413" y="1977"/>
                  </a:cubicBezTo>
                  <a:lnTo>
                    <a:pt x="2047" y="344"/>
                  </a:lnTo>
                  <a:cubicBezTo>
                    <a:pt x="2186" y="199"/>
                    <a:pt x="2053" y="0"/>
                    <a:pt x="1899" y="0"/>
                  </a:cubicBezTo>
                  <a:close/>
                  <a:moveTo>
                    <a:pt x="270" y="2035"/>
                  </a:moveTo>
                  <a:cubicBezTo>
                    <a:pt x="269" y="2035"/>
                    <a:pt x="269" y="2035"/>
                    <a:pt x="268" y="2035"/>
                  </a:cubicBezTo>
                  <a:lnTo>
                    <a:pt x="272" y="2035"/>
                  </a:lnTo>
                  <a:cubicBezTo>
                    <a:pt x="271" y="2035"/>
                    <a:pt x="271" y="2035"/>
                    <a:pt x="270" y="2035"/>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2"/>
            <p:cNvSpPr/>
            <p:nvPr/>
          </p:nvSpPr>
          <p:spPr>
            <a:xfrm>
              <a:off x="1101529" y="2438644"/>
              <a:ext cx="10461" cy="70997"/>
            </a:xfrm>
            <a:custGeom>
              <a:rect b="b" l="l" r="r" t="t"/>
              <a:pathLst>
                <a:path extrusionOk="0" h="2708" w="399">
                  <a:moveTo>
                    <a:pt x="200" y="1"/>
                  </a:moveTo>
                  <a:cubicBezTo>
                    <a:pt x="100" y="1"/>
                    <a:pt x="1" y="68"/>
                    <a:pt x="1" y="202"/>
                  </a:cubicBezTo>
                  <a:lnTo>
                    <a:pt x="1" y="2509"/>
                  </a:lnTo>
                  <a:cubicBezTo>
                    <a:pt x="1" y="2621"/>
                    <a:pt x="88" y="2708"/>
                    <a:pt x="200" y="2708"/>
                  </a:cubicBezTo>
                  <a:cubicBezTo>
                    <a:pt x="312" y="2708"/>
                    <a:pt x="399" y="2621"/>
                    <a:pt x="399" y="2509"/>
                  </a:cubicBez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2"/>
            <p:cNvSpPr/>
            <p:nvPr/>
          </p:nvSpPr>
          <p:spPr>
            <a:xfrm>
              <a:off x="1151184" y="2550540"/>
              <a:ext cx="74484" cy="10487"/>
            </a:xfrm>
            <a:custGeom>
              <a:rect b="b" l="l" r="r" t="t"/>
              <a:pathLst>
                <a:path extrusionOk="0" h="400" w="2841">
                  <a:moveTo>
                    <a:pt x="265" y="1"/>
                  </a:moveTo>
                  <a:cubicBezTo>
                    <a:pt x="1" y="1"/>
                    <a:pt x="1" y="399"/>
                    <a:pt x="265" y="399"/>
                  </a:cubicBezTo>
                  <a:lnTo>
                    <a:pt x="2576" y="399"/>
                  </a:lnTo>
                  <a:cubicBezTo>
                    <a:pt x="2840" y="399"/>
                    <a:pt x="2840" y="1"/>
                    <a:pt x="2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0" name="Google Shape;13010;p82"/>
          <p:cNvGrpSpPr/>
          <p:nvPr/>
        </p:nvGrpSpPr>
        <p:grpSpPr>
          <a:xfrm>
            <a:off x="3126490" y="2901016"/>
            <a:ext cx="265242" cy="358288"/>
            <a:chOff x="3126490" y="2901016"/>
            <a:chExt cx="265242" cy="358288"/>
          </a:xfrm>
        </p:grpSpPr>
        <p:sp>
          <p:nvSpPr>
            <p:cNvPr id="13011" name="Google Shape;13011;p82"/>
            <p:cNvSpPr/>
            <p:nvPr/>
          </p:nvSpPr>
          <p:spPr>
            <a:xfrm>
              <a:off x="3131707" y="2939294"/>
              <a:ext cx="181189" cy="314689"/>
            </a:xfrm>
            <a:custGeom>
              <a:rect b="b" l="l" r="r" t="t"/>
              <a:pathLst>
                <a:path extrusionOk="0" h="12003" w="6911">
                  <a:moveTo>
                    <a:pt x="1" y="0"/>
                  </a:moveTo>
                  <a:lnTo>
                    <a:pt x="1" y="12003"/>
                  </a:lnTo>
                  <a:lnTo>
                    <a:pt x="6911" y="12003"/>
                  </a:lnTo>
                  <a:lnTo>
                    <a:pt x="691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2"/>
            <p:cNvSpPr/>
            <p:nvPr/>
          </p:nvSpPr>
          <p:spPr>
            <a:xfrm>
              <a:off x="3240614" y="2939294"/>
              <a:ext cx="72282" cy="112447"/>
            </a:xfrm>
            <a:custGeom>
              <a:rect b="b" l="l" r="r" t="t"/>
              <a:pathLst>
                <a:path extrusionOk="0" h="4289" w="2757">
                  <a:moveTo>
                    <a:pt x="243" y="0"/>
                  </a:moveTo>
                  <a:cubicBezTo>
                    <a:pt x="84" y="381"/>
                    <a:pt x="1" y="790"/>
                    <a:pt x="1" y="1206"/>
                  </a:cubicBezTo>
                  <a:lnTo>
                    <a:pt x="1" y="1224"/>
                  </a:lnTo>
                  <a:cubicBezTo>
                    <a:pt x="8" y="2528"/>
                    <a:pt x="830" y="3687"/>
                    <a:pt x="2058" y="4125"/>
                  </a:cubicBezTo>
                  <a:cubicBezTo>
                    <a:pt x="2282" y="4209"/>
                    <a:pt x="2518" y="4263"/>
                    <a:pt x="2757" y="4288"/>
                  </a:cubicBezTo>
                  <a:lnTo>
                    <a:pt x="275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2"/>
            <p:cNvSpPr/>
            <p:nvPr/>
          </p:nvSpPr>
          <p:spPr>
            <a:xfrm>
              <a:off x="3131707" y="3241057"/>
              <a:ext cx="181189" cy="12925"/>
            </a:xfrm>
            <a:custGeom>
              <a:rect b="b" l="l" r="r" t="t"/>
              <a:pathLst>
                <a:path extrusionOk="0" h="493" w="6911">
                  <a:moveTo>
                    <a:pt x="1" y="0"/>
                  </a:moveTo>
                  <a:lnTo>
                    <a:pt x="1" y="493"/>
                  </a:lnTo>
                  <a:lnTo>
                    <a:pt x="6911" y="493"/>
                  </a:lnTo>
                  <a:lnTo>
                    <a:pt x="691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2"/>
            <p:cNvSpPr/>
            <p:nvPr/>
          </p:nvSpPr>
          <p:spPr>
            <a:xfrm>
              <a:off x="3149928"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2"/>
            <p:cNvSpPr/>
            <p:nvPr/>
          </p:nvSpPr>
          <p:spPr>
            <a:xfrm>
              <a:off x="3240614"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2"/>
            <p:cNvSpPr/>
            <p:nvPr/>
          </p:nvSpPr>
          <p:spPr>
            <a:xfrm>
              <a:off x="3149928" y="2971489"/>
              <a:ext cx="144642" cy="226677"/>
            </a:xfrm>
            <a:custGeom>
              <a:rect b="b" l="l" r="r" t="t"/>
              <a:pathLst>
                <a:path extrusionOk="0" h="8646" w="5517">
                  <a:moveTo>
                    <a:pt x="1" y="0"/>
                  </a:moveTo>
                  <a:lnTo>
                    <a:pt x="1" y="3339"/>
                  </a:lnTo>
                  <a:lnTo>
                    <a:pt x="1" y="8645"/>
                  </a:lnTo>
                  <a:lnTo>
                    <a:pt x="5517" y="8645"/>
                  </a:lnTo>
                  <a:lnTo>
                    <a:pt x="5517" y="8087"/>
                  </a:lnTo>
                  <a:lnTo>
                    <a:pt x="512" y="8087"/>
                  </a:lnTo>
                  <a:lnTo>
                    <a:pt x="512" y="2781"/>
                  </a:lnTo>
                  <a:lnTo>
                    <a:pt x="512"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2"/>
            <p:cNvSpPr/>
            <p:nvPr/>
          </p:nvSpPr>
          <p:spPr>
            <a:xfrm>
              <a:off x="3176906" y="3056932"/>
              <a:ext cx="90713" cy="21393"/>
            </a:xfrm>
            <a:custGeom>
              <a:rect b="b" l="l" r="r" t="t"/>
              <a:pathLst>
                <a:path extrusionOk="0" h="816" w="3460">
                  <a:moveTo>
                    <a:pt x="1" y="1"/>
                  </a:moveTo>
                  <a:lnTo>
                    <a:pt x="1" y="815"/>
                  </a:lnTo>
                  <a:lnTo>
                    <a:pt x="3459" y="815"/>
                  </a:lnTo>
                  <a:lnTo>
                    <a:pt x="3459"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2"/>
            <p:cNvSpPr/>
            <p:nvPr/>
          </p:nvSpPr>
          <p:spPr>
            <a:xfrm>
              <a:off x="3210517" y="3211143"/>
              <a:ext cx="23491" cy="23465"/>
            </a:xfrm>
            <a:custGeom>
              <a:rect b="b" l="l" r="r" t="t"/>
              <a:pathLst>
                <a:path extrusionOk="0" h="895" w="896">
                  <a:moveTo>
                    <a:pt x="450" y="0"/>
                  </a:moveTo>
                  <a:cubicBezTo>
                    <a:pt x="203" y="0"/>
                    <a:pt x="1" y="199"/>
                    <a:pt x="1" y="446"/>
                  </a:cubicBezTo>
                  <a:cubicBezTo>
                    <a:pt x="1" y="692"/>
                    <a:pt x="203" y="895"/>
                    <a:pt x="450" y="895"/>
                  </a:cubicBezTo>
                  <a:cubicBezTo>
                    <a:pt x="696" y="895"/>
                    <a:pt x="895" y="692"/>
                    <a:pt x="895" y="446"/>
                  </a:cubicBezTo>
                  <a:cubicBezTo>
                    <a:pt x="895" y="199"/>
                    <a:pt x="696" y="0"/>
                    <a:pt x="45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2"/>
            <p:cNvSpPr/>
            <p:nvPr/>
          </p:nvSpPr>
          <p:spPr>
            <a:xfrm>
              <a:off x="3257236" y="2906050"/>
              <a:ext cx="129541" cy="129646"/>
            </a:xfrm>
            <a:custGeom>
              <a:rect b="b" l="l" r="r" t="t"/>
              <a:pathLst>
                <a:path extrusionOk="0" h="4945" w="4941">
                  <a:moveTo>
                    <a:pt x="2471" y="1"/>
                  </a:moveTo>
                  <a:cubicBezTo>
                    <a:pt x="1105" y="1"/>
                    <a:pt x="0" y="1109"/>
                    <a:pt x="0" y="2474"/>
                  </a:cubicBezTo>
                  <a:cubicBezTo>
                    <a:pt x="0" y="3836"/>
                    <a:pt x="1105" y="4944"/>
                    <a:pt x="2471" y="4944"/>
                  </a:cubicBezTo>
                  <a:cubicBezTo>
                    <a:pt x="3832" y="4944"/>
                    <a:pt x="4941" y="3836"/>
                    <a:pt x="4941" y="2474"/>
                  </a:cubicBezTo>
                  <a:cubicBezTo>
                    <a:pt x="4941" y="1109"/>
                    <a:pt x="3832" y="1"/>
                    <a:pt x="2471"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2"/>
            <p:cNvSpPr/>
            <p:nvPr/>
          </p:nvSpPr>
          <p:spPr>
            <a:xfrm>
              <a:off x="3201603" y="2949545"/>
              <a:ext cx="41319" cy="10566"/>
            </a:xfrm>
            <a:custGeom>
              <a:rect b="b" l="l" r="r" t="t"/>
              <a:pathLst>
                <a:path extrusionOk="0" h="403" w="1576">
                  <a:moveTo>
                    <a:pt x="268" y="0"/>
                  </a:moveTo>
                  <a:cubicBezTo>
                    <a:pt x="0" y="0"/>
                    <a:pt x="0" y="402"/>
                    <a:pt x="268" y="402"/>
                  </a:cubicBezTo>
                  <a:lnTo>
                    <a:pt x="1311" y="402"/>
                  </a:lnTo>
                  <a:cubicBezTo>
                    <a:pt x="1576" y="402"/>
                    <a:pt x="1576" y="0"/>
                    <a:pt x="1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2"/>
            <p:cNvSpPr/>
            <p:nvPr/>
          </p:nvSpPr>
          <p:spPr>
            <a:xfrm>
              <a:off x="3171689" y="3051714"/>
              <a:ext cx="101147" cy="31828"/>
            </a:xfrm>
            <a:custGeom>
              <a:rect b="b" l="l" r="r" t="t"/>
              <a:pathLst>
                <a:path extrusionOk="0" h="1214" w="3858">
                  <a:moveTo>
                    <a:pt x="3459" y="399"/>
                  </a:moveTo>
                  <a:lnTo>
                    <a:pt x="3459" y="815"/>
                  </a:lnTo>
                  <a:lnTo>
                    <a:pt x="402" y="815"/>
                  </a:lnTo>
                  <a:lnTo>
                    <a:pt x="402" y="399"/>
                  </a:lnTo>
                  <a:close/>
                  <a:moveTo>
                    <a:pt x="200" y="0"/>
                  </a:moveTo>
                  <a:cubicBezTo>
                    <a:pt x="91" y="0"/>
                    <a:pt x="0" y="91"/>
                    <a:pt x="0" y="200"/>
                  </a:cubicBezTo>
                  <a:lnTo>
                    <a:pt x="0" y="1014"/>
                  </a:lnTo>
                  <a:cubicBezTo>
                    <a:pt x="0" y="1127"/>
                    <a:pt x="91" y="1214"/>
                    <a:pt x="200" y="1214"/>
                  </a:cubicBezTo>
                  <a:lnTo>
                    <a:pt x="3658" y="1214"/>
                  </a:lnTo>
                  <a:cubicBezTo>
                    <a:pt x="3771" y="1214"/>
                    <a:pt x="3857" y="1127"/>
                    <a:pt x="3857" y="1014"/>
                  </a:cubicBezTo>
                  <a:lnTo>
                    <a:pt x="3857" y="200"/>
                  </a:lnTo>
                  <a:cubicBezTo>
                    <a:pt x="3857" y="91"/>
                    <a:pt x="3771" y="0"/>
                    <a:pt x="3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2"/>
            <p:cNvSpPr/>
            <p:nvPr/>
          </p:nvSpPr>
          <p:spPr>
            <a:xfrm>
              <a:off x="3169984" y="3096913"/>
              <a:ext cx="104660" cy="10566"/>
            </a:xfrm>
            <a:custGeom>
              <a:rect b="b" l="l" r="r" t="t"/>
              <a:pathLst>
                <a:path extrusionOk="0" h="403" w="3992">
                  <a:moveTo>
                    <a:pt x="265" y="0"/>
                  </a:moveTo>
                  <a:cubicBezTo>
                    <a:pt x="0" y="0"/>
                    <a:pt x="0" y="399"/>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2"/>
            <p:cNvSpPr/>
            <p:nvPr/>
          </p:nvSpPr>
          <p:spPr>
            <a:xfrm>
              <a:off x="3169984" y="3122266"/>
              <a:ext cx="104660" cy="10566"/>
            </a:xfrm>
            <a:custGeom>
              <a:rect b="b" l="l" r="r" t="t"/>
              <a:pathLst>
                <a:path extrusionOk="0" h="403" w="3992">
                  <a:moveTo>
                    <a:pt x="265" y="0"/>
                  </a:moveTo>
                  <a:cubicBezTo>
                    <a:pt x="0" y="0"/>
                    <a:pt x="0" y="402"/>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2"/>
            <p:cNvSpPr/>
            <p:nvPr/>
          </p:nvSpPr>
          <p:spPr>
            <a:xfrm>
              <a:off x="3199610" y="3205821"/>
              <a:ext cx="39693" cy="34004"/>
            </a:xfrm>
            <a:custGeom>
              <a:rect b="b" l="l" r="r" t="t"/>
              <a:pathLst>
                <a:path extrusionOk="0" h="1297" w="1514">
                  <a:moveTo>
                    <a:pt x="866" y="402"/>
                  </a:moveTo>
                  <a:cubicBezTo>
                    <a:pt x="927" y="402"/>
                    <a:pt x="989" y="424"/>
                    <a:pt x="1040" y="475"/>
                  </a:cubicBezTo>
                  <a:cubicBezTo>
                    <a:pt x="1195" y="631"/>
                    <a:pt x="1087" y="899"/>
                    <a:pt x="866" y="899"/>
                  </a:cubicBezTo>
                  <a:cubicBezTo>
                    <a:pt x="728" y="899"/>
                    <a:pt x="616" y="786"/>
                    <a:pt x="616" y="649"/>
                  </a:cubicBezTo>
                  <a:lnTo>
                    <a:pt x="619" y="649"/>
                  </a:lnTo>
                  <a:cubicBezTo>
                    <a:pt x="619" y="500"/>
                    <a:pt x="740" y="402"/>
                    <a:pt x="866" y="402"/>
                  </a:cubicBezTo>
                  <a:close/>
                  <a:moveTo>
                    <a:pt x="861" y="1"/>
                  </a:moveTo>
                  <a:cubicBezTo>
                    <a:pt x="701" y="1"/>
                    <a:pt x="538" y="60"/>
                    <a:pt x="406" y="192"/>
                  </a:cubicBezTo>
                  <a:cubicBezTo>
                    <a:pt x="0" y="598"/>
                    <a:pt x="286" y="1297"/>
                    <a:pt x="866" y="1297"/>
                  </a:cubicBezTo>
                  <a:cubicBezTo>
                    <a:pt x="1221" y="1297"/>
                    <a:pt x="1510" y="1007"/>
                    <a:pt x="1514" y="649"/>
                  </a:cubicBezTo>
                  <a:cubicBezTo>
                    <a:pt x="1514" y="259"/>
                    <a:pt x="1194"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2"/>
            <p:cNvSpPr/>
            <p:nvPr/>
          </p:nvSpPr>
          <p:spPr>
            <a:xfrm>
              <a:off x="3126490" y="2901016"/>
              <a:ext cx="265242" cy="358288"/>
            </a:xfrm>
            <a:custGeom>
              <a:rect b="b" l="l" r="r" t="t"/>
              <a:pathLst>
                <a:path extrusionOk="0" h="13666" w="10117">
                  <a:moveTo>
                    <a:pt x="7453" y="0"/>
                  </a:moveTo>
                  <a:cubicBezTo>
                    <a:pt x="6541" y="0"/>
                    <a:pt x="5678" y="468"/>
                    <a:pt x="5187" y="1265"/>
                  </a:cubicBezTo>
                  <a:lnTo>
                    <a:pt x="200" y="1265"/>
                  </a:lnTo>
                  <a:cubicBezTo>
                    <a:pt x="87" y="1265"/>
                    <a:pt x="0" y="1352"/>
                    <a:pt x="0" y="1464"/>
                  </a:cubicBezTo>
                  <a:lnTo>
                    <a:pt x="0" y="11836"/>
                  </a:lnTo>
                  <a:cubicBezTo>
                    <a:pt x="0" y="11970"/>
                    <a:pt x="100" y="12037"/>
                    <a:pt x="200" y="12037"/>
                  </a:cubicBezTo>
                  <a:cubicBezTo>
                    <a:pt x="299" y="12037"/>
                    <a:pt x="399" y="11970"/>
                    <a:pt x="399" y="11836"/>
                  </a:cubicBezTo>
                  <a:lnTo>
                    <a:pt x="399" y="1663"/>
                  </a:lnTo>
                  <a:lnTo>
                    <a:pt x="4980" y="1663"/>
                  </a:lnTo>
                  <a:cubicBezTo>
                    <a:pt x="4875" y="1924"/>
                    <a:pt x="4810" y="2203"/>
                    <a:pt x="4792" y="2485"/>
                  </a:cubicBezTo>
                  <a:lnTo>
                    <a:pt x="899" y="2485"/>
                  </a:lnTo>
                  <a:cubicBezTo>
                    <a:pt x="786" y="2485"/>
                    <a:pt x="699" y="2576"/>
                    <a:pt x="699" y="2684"/>
                  </a:cubicBezTo>
                  <a:lnTo>
                    <a:pt x="699" y="11333"/>
                  </a:lnTo>
                  <a:cubicBezTo>
                    <a:pt x="699" y="11442"/>
                    <a:pt x="786" y="11532"/>
                    <a:pt x="899" y="11532"/>
                  </a:cubicBezTo>
                  <a:lnTo>
                    <a:pt x="4930" y="11532"/>
                  </a:lnTo>
                  <a:cubicBezTo>
                    <a:pt x="5194" y="11532"/>
                    <a:pt x="5194" y="11134"/>
                    <a:pt x="4930" y="11134"/>
                  </a:cubicBezTo>
                  <a:lnTo>
                    <a:pt x="1098" y="11134"/>
                  </a:lnTo>
                  <a:lnTo>
                    <a:pt x="1098" y="2887"/>
                  </a:lnTo>
                  <a:lnTo>
                    <a:pt x="4796" y="2887"/>
                  </a:lnTo>
                  <a:cubicBezTo>
                    <a:pt x="4872" y="3796"/>
                    <a:pt x="5404" y="4600"/>
                    <a:pt x="6212" y="5028"/>
                  </a:cubicBezTo>
                  <a:lnTo>
                    <a:pt x="6212" y="11134"/>
                  </a:lnTo>
                  <a:lnTo>
                    <a:pt x="5715" y="11134"/>
                  </a:lnTo>
                  <a:cubicBezTo>
                    <a:pt x="5447" y="11134"/>
                    <a:pt x="5447" y="11532"/>
                    <a:pt x="5715" y="11532"/>
                  </a:cubicBezTo>
                  <a:lnTo>
                    <a:pt x="6411" y="11532"/>
                  </a:lnTo>
                  <a:cubicBezTo>
                    <a:pt x="6519" y="11532"/>
                    <a:pt x="6610" y="11442"/>
                    <a:pt x="6610" y="11333"/>
                  </a:cubicBezTo>
                  <a:lnTo>
                    <a:pt x="6610" y="5198"/>
                  </a:lnTo>
                  <a:cubicBezTo>
                    <a:pt x="6708" y="5230"/>
                    <a:pt x="6806" y="5256"/>
                    <a:pt x="6907" y="5278"/>
                  </a:cubicBezTo>
                  <a:lnTo>
                    <a:pt x="6907" y="13260"/>
                  </a:lnTo>
                  <a:lnTo>
                    <a:pt x="399" y="13260"/>
                  </a:lnTo>
                  <a:lnTo>
                    <a:pt x="399" y="12626"/>
                  </a:lnTo>
                  <a:cubicBezTo>
                    <a:pt x="399" y="12492"/>
                    <a:pt x="299" y="12425"/>
                    <a:pt x="200" y="12425"/>
                  </a:cubicBezTo>
                  <a:cubicBezTo>
                    <a:pt x="100" y="12425"/>
                    <a:pt x="0" y="12492"/>
                    <a:pt x="0" y="12626"/>
                  </a:cubicBezTo>
                  <a:lnTo>
                    <a:pt x="0" y="13463"/>
                  </a:lnTo>
                  <a:cubicBezTo>
                    <a:pt x="0" y="13575"/>
                    <a:pt x="87" y="13665"/>
                    <a:pt x="200" y="13665"/>
                  </a:cubicBezTo>
                  <a:lnTo>
                    <a:pt x="7110" y="13665"/>
                  </a:lnTo>
                  <a:cubicBezTo>
                    <a:pt x="7218" y="13665"/>
                    <a:pt x="7309" y="13575"/>
                    <a:pt x="7309" y="13463"/>
                  </a:cubicBezTo>
                  <a:lnTo>
                    <a:pt x="7309" y="5332"/>
                  </a:lnTo>
                  <a:cubicBezTo>
                    <a:pt x="7356" y="5335"/>
                    <a:pt x="7407" y="5335"/>
                    <a:pt x="7458" y="5335"/>
                  </a:cubicBezTo>
                  <a:cubicBezTo>
                    <a:pt x="8761" y="5335"/>
                    <a:pt x="9877" y="4394"/>
                    <a:pt x="10090" y="3105"/>
                  </a:cubicBezTo>
                  <a:cubicBezTo>
                    <a:pt x="10109" y="2996"/>
                    <a:pt x="10033" y="2891"/>
                    <a:pt x="9924" y="2873"/>
                  </a:cubicBezTo>
                  <a:cubicBezTo>
                    <a:pt x="9913" y="2871"/>
                    <a:pt x="9902" y="2870"/>
                    <a:pt x="9892" y="2870"/>
                  </a:cubicBezTo>
                  <a:cubicBezTo>
                    <a:pt x="9795" y="2870"/>
                    <a:pt x="9708" y="2941"/>
                    <a:pt x="9692" y="3039"/>
                  </a:cubicBezTo>
                  <a:cubicBezTo>
                    <a:pt x="9507" y="4140"/>
                    <a:pt x="8554" y="4935"/>
                    <a:pt x="7455" y="4935"/>
                  </a:cubicBezTo>
                  <a:cubicBezTo>
                    <a:pt x="7390" y="4935"/>
                    <a:pt x="7324" y="4932"/>
                    <a:pt x="7258" y="4926"/>
                  </a:cubicBezTo>
                  <a:cubicBezTo>
                    <a:pt x="6078" y="4821"/>
                    <a:pt x="5176" y="3832"/>
                    <a:pt x="5187" y="2648"/>
                  </a:cubicBezTo>
                  <a:cubicBezTo>
                    <a:pt x="5194" y="1464"/>
                    <a:pt x="6114" y="486"/>
                    <a:pt x="7295" y="399"/>
                  </a:cubicBezTo>
                  <a:cubicBezTo>
                    <a:pt x="7349" y="395"/>
                    <a:pt x="7403" y="393"/>
                    <a:pt x="7456" y="393"/>
                  </a:cubicBezTo>
                  <a:cubicBezTo>
                    <a:pt x="8570" y="393"/>
                    <a:pt x="9530" y="1206"/>
                    <a:pt x="9699" y="2322"/>
                  </a:cubicBezTo>
                  <a:cubicBezTo>
                    <a:pt x="9717" y="2440"/>
                    <a:pt x="9805" y="2494"/>
                    <a:pt x="9894" y="2494"/>
                  </a:cubicBezTo>
                  <a:cubicBezTo>
                    <a:pt x="10005" y="2494"/>
                    <a:pt x="10116" y="2411"/>
                    <a:pt x="10094" y="2264"/>
                  </a:cubicBezTo>
                  <a:cubicBezTo>
                    <a:pt x="9924" y="1160"/>
                    <a:pt x="9084" y="276"/>
                    <a:pt x="7990" y="55"/>
                  </a:cubicBezTo>
                  <a:cubicBezTo>
                    <a:pt x="7811" y="18"/>
                    <a:pt x="7631" y="0"/>
                    <a:pt x="7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2"/>
            <p:cNvSpPr/>
            <p:nvPr/>
          </p:nvSpPr>
          <p:spPr>
            <a:xfrm>
              <a:off x="3306525" y="2950200"/>
              <a:ext cx="32300" cy="55686"/>
            </a:xfrm>
            <a:custGeom>
              <a:rect b="b" l="l" r="r" t="t"/>
              <a:pathLst>
                <a:path extrusionOk="0" h="2124" w="1232">
                  <a:moveTo>
                    <a:pt x="286" y="1"/>
                  </a:moveTo>
                  <a:cubicBezTo>
                    <a:pt x="18" y="1"/>
                    <a:pt x="18" y="403"/>
                    <a:pt x="286" y="403"/>
                  </a:cubicBezTo>
                  <a:lnTo>
                    <a:pt x="413" y="403"/>
                  </a:lnTo>
                  <a:lnTo>
                    <a:pt x="413" y="1721"/>
                  </a:lnTo>
                  <a:lnTo>
                    <a:pt x="268" y="1721"/>
                  </a:lnTo>
                  <a:cubicBezTo>
                    <a:pt x="0" y="1721"/>
                    <a:pt x="0" y="2123"/>
                    <a:pt x="268" y="2123"/>
                  </a:cubicBezTo>
                  <a:lnTo>
                    <a:pt x="964" y="2123"/>
                  </a:lnTo>
                  <a:cubicBezTo>
                    <a:pt x="1232" y="2123"/>
                    <a:pt x="1232" y="1721"/>
                    <a:pt x="964" y="1721"/>
                  </a:cubicBezTo>
                  <a:lnTo>
                    <a:pt x="811" y="1721"/>
                  </a:lnTo>
                  <a:lnTo>
                    <a:pt x="811" y="204"/>
                  </a:lnTo>
                  <a:cubicBezTo>
                    <a:pt x="811" y="91"/>
                    <a:pt x="725" y="1"/>
                    <a:pt x="6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2"/>
            <p:cNvSpPr/>
            <p:nvPr/>
          </p:nvSpPr>
          <p:spPr>
            <a:xfrm>
              <a:off x="3312214" y="2933185"/>
              <a:ext cx="18247" cy="15626"/>
            </a:xfrm>
            <a:custGeom>
              <a:rect b="b" l="l" r="r" t="t"/>
              <a:pathLst>
                <a:path extrusionOk="0" h="596" w="696">
                  <a:moveTo>
                    <a:pt x="299" y="0"/>
                  </a:moveTo>
                  <a:cubicBezTo>
                    <a:pt x="146" y="0"/>
                    <a:pt x="0" y="120"/>
                    <a:pt x="0" y="298"/>
                  </a:cubicBezTo>
                  <a:cubicBezTo>
                    <a:pt x="0" y="465"/>
                    <a:pt x="134" y="595"/>
                    <a:pt x="297" y="595"/>
                  </a:cubicBezTo>
                  <a:cubicBezTo>
                    <a:pt x="562" y="595"/>
                    <a:pt x="696" y="277"/>
                    <a:pt x="508" y="88"/>
                  </a:cubicBezTo>
                  <a:cubicBezTo>
                    <a:pt x="447" y="28"/>
                    <a:pt x="372"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8" name="Google Shape;13028;p82"/>
          <p:cNvGrpSpPr/>
          <p:nvPr/>
        </p:nvGrpSpPr>
        <p:grpSpPr>
          <a:xfrm>
            <a:off x="2671485" y="3381452"/>
            <a:ext cx="289336" cy="358393"/>
            <a:chOff x="2671485" y="3381452"/>
            <a:chExt cx="289336" cy="358393"/>
          </a:xfrm>
        </p:grpSpPr>
        <p:sp>
          <p:nvSpPr>
            <p:cNvPr id="13029" name="Google Shape;13029;p82"/>
            <p:cNvSpPr/>
            <p:nvPr/>
          </p:nvSpPr>
          <p:spPr>
            <a:xfrm>
              <a:off x="2744973" y="3660537"/>
              <a:ext cx="60510" cy="41135"/>
            </a:xfrm>
            <a:custGeom>
              <a:rect b="b" l="l" r="r" t="t"/>
              <a:pathLst>
                <a:path extrusionOk="0" h="1569" w="2308">
                  <a:moveTo>
                    <a:pt x="0" y="1"/>
                  </a:moveTo>
                  <a:lnTo>
                    <a:pt x="0" y="1569"/>
                  </a:lnTo>
                  <a:lnTo>
                    <a:pt x="2307" y="1569"/>
                  </a:lnTo>
                  <a:lnTo>
                    <a:pt x="2307"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2"/>
            <p:cNvSpPr/>
            <p:nvPr/>
          </p:nvSpPr>
          <p:spPr>
            <a:xfrm>
              <a:off x="2826824" y="3660537"/>
              <a:ext cx="60589" cy="41135"/>
            </a:xfrm>
            <a:custGeom>
              <a:rect b="b" l="l" r="r" t="t"/>
              <a:pathLst>
                <a:path extrusionOk="0" h="1569" w="2311">
                  <a:moveTo>
                    <a:pt x="0" y="1"/>
                  </a:moveTo>
                  <a:lnTo>
                    <a:pt x="0" y="1569"/>
                  </a:lnTo>
                  <a:lnTo>
                    <a:pt x="2311" y="1569"/>
                  </a:lnTo>
                  <a:lnTo>
                    <a:pt x="23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2"/>
            <p:cNvSpPr/>
            <p:nvPr/>
          </p:nvSpPr>
          <p:spPr>
            <a:xfrm>
              <a:off x="2744973" y="3690740"/>
              <a:ext cx="60510" cy="43809"/>
            </a:xfrm>
            <a:custGeom>
              <a:rect b="b" l="l" r="r" t="t"/>
              <a:pathLst>
                <a:path extrusionOk="0" h="1671" w="2308">
                  <a:moveTo>
                    <a:pt x="0" y="0"/>
                  </a:moveTo>
                  <a:lnTo>
                    <a:pt x="0" y="1670"/>
                  </a:lnTo>
                  <a:lnTo>
                    <a:pt x="2307" y="1670"/>
                  </a:lnTo>
                  <a:lnTo>
                    <a:pt x="230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2"/>
            <p:cNvSpPr/>
            <p:nvPr/>
          </p:nvSpPr>
          <p:spPr>
            <a:xfrm>
              <a:off x="2676781" y="3525228"/>
              <a:ext cx="128780" cy="135335"/>
            </a:xfrm>
            <a:custGeom>
              <a:rect b="b" l="l" r="r" t="t"/>
              <a:pathLst>
                <a:path extrusionOk="0" h="5162" w="4912">
                  <a:moveTo>
                    <a:pt x="1" y="1"/>
                  </a:moveTo>
                  <a:lnTo>
                    <a:pt x="1" y="1938"/>
                  </a:lnTo>
                  <a:cubicBezTo>
                    <a:pt x="1" y="2043"/>
                    <a:pt x="52" y="2145"/>
                    <a:pt x="139" y="2203"/>
                  </a:cubicBezTo>
                  <a:lnTo>
                    <a:pt x="2753" y="4017"/>
                  </a:lnTo>
                  <a:cubicBezTo>
                    <a:pt x="2844" y="4083"/>
                    <a:pt x="2898" y="4184"/>
                    <a:pt x="2898" y="4296"/>
                  </a:cubicBezTo>
                  <a:lnTo>
                    <a:pt x="2898" y="5162"/>
                  </a:lnTo>
                  <a:lnTo>
                    <a:pt x="4912" y="5162"/>
                  </a:lnTo>
                  <a:lnTo>
                    <a:pt x="4912" y="2590"/>
                  </a:lnTo>
                  <a:cubicBezTo>
                    <a:pt x="4912" y="2493"/>
                    <a:pt x="4865" y="2402"/>
                    <a:pt x="4789" y="2340"/>
                  </a:cubicBezTo>
                  <a:lnTo>
                    <a:pt x="3188" y="1084"/>
                  </a:lnTo>
                  <a:lnTo>
                    <a:pt x="2808" y="1464"/>
                  </a:lnTo>
                  <a:cubicBezTo>
                    <a:pt x="2721" y="1551"/>
                    <a:pt x="2724" y="1692"/>
                    <a:pt x="2815" y="1775"/>
                  </a:cubicBezTo>
                  <a:lnTo>
                    <a:pt x="3637" y="2518"/>
                  </a:lnTo>
                  <a:cubicBezTo>
                    <a:pt x="3717" y="2590"/>
                    <a:pt x="3720" y="2710"/>
                    <a:pt x="3644" y="2786"/>
                  </a:cubicBezTo>
                  <a:lnTo>
                    <a:pt x="3586" y="2847"/>
                  </a:lnTo>
                  <a:cubicBezTo>
                    <a:pt x="3518" y="2920"/>
                    <a:pt x="3423" y="2960"/>
                    <a:pt x="3329" y="2960"/>
                  </a:cubicBezTo>
                  <a:lnTo>
                    <a:pt x="3184" y="2960"/>
                  </a:lnTo>
                  <a:cubicBezTo>
                    <a:pt x="3036" y="2960"/>
                    <a:pt x="2891" y="2913"/>
                    <a:pt x="2772" y="2829"/>
                  </a:cubicBezTo>
                  <a:lnTo>
                    <a:pt x="993" y="1623"/>
                  </a:lnTo>
                  <a:cubicBezTo>
                    <a:pt x="903" y="1562"/>
                    <a:pt x="852" y="1464"/>
                    <a:pt x="852" y="1359"/>
                  </a:cubicBezTo>
                  <a:lnTo>
                    <a:pt x="852" y="222"/>
                  </a:lnTo>
                  <a:cubicBezTo>
                    <a:pt x="852" y="99"/>
                    <a:pt x="751" y="1"/>
                    <a:pt x="62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2"/>
            <p:cNvSpPr/>
            <p:nvPr/>
          </p:nvSpPr>
          <p:spPr>
            <a:xfrm>
              <a:off x="2752759"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2"/>
            <p:cNvSpPr/>
            <p:nvPr/>
          </p:nvSpPr>
          <p:spPr>
            <a:xfrm>
              <a:off x="2826824" y="3690740"/>
              <a:ext cx="60589" cy="43809"/>
            </a:xfrm>
            <a:custGeom>
              <a:rect b="b" l="l" r="r" t="t"/>
              <a:pathLst>
                <a:path extrusionOk="0" h="1671" w="2311">
                  <a:moveTo>
                    <a:pt x="0" y="0"/>
                  </a:moveTo>
                  <a:lnTo>
                    <a:pt x="0" y="1670"/>
                  </a:lnTo>
                  <a:lnTo>
                    <a:pt x="2311" y="1670"/>
                  </a:lnTo>
                  <a:lnTo>
                    <a:pt x="2311"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2"/>
            <p:cNvSpPr/>
            <p:nvPr/>
          </p:nvSpPr>
          <p:spPr>
            <a:xfrm>
              <a:off x="2826824" y="3525228"/>
              <a:ext cx="128675" cy="135335"/>
            </a:xfrm>
            <a:custGeom>
              <a:rect b="b" l="l" r="r" t="t"/>
              <a:pathLst>
                <a:path extrusionOk="0" h="5162" w="4908">
                  <a:moveTo>
                    <a:pt x="4281" y="1"/>
                  </a:moveTo>
                  <a:cubicBezTo>
                    <a:pt x="4158" y="1"/>
                    <a:pt x="4057" y="102"/>
                    <a:pt x="4060" y="225"/>
                  </a:cubicBezTo>
                  <a:lnTo>
                    <a:pt x="4060" y="1359"/>
                  </a:lnTo>
                  <a:cubicBezTo>
                    <a:pt x="4060" y="1464"/>
                    <a:pt x="4006" y="1562"/>
                    <a:pt x="3919" y="1623"/>
                  </a:cubicBezTo>
                  <a:lnTo>
                    <a:pt x="2141" y="2829"/>
                  </a:lnTo>
                  <a:cubicBezTo>
                    <a:pt x="2018" y="2913"/>
                    <a:pt x="1873" y="2960"/>
                    <a:pt x="1728" y="2960"/>
                  </a:cubicBezTo>
                  <a:lnTo>
                    <a:pt x="1583" y="2960"/>
                  </a:lnTo>
                  <a:cubicBezTo>
                    <a:pt x="1485" y="2960"/>
                    <a:pt x="1395" y="2920"/>
                    <a:pt x="1326" y="2847"/>
                  </a:cubicBezTo>
                  <a:lnTo>
                    <a:pt x="1264" y="2786"/>
                  </a:lnTo>
                  <a:cubicBezTo>
                    <a:pt x="1192" y="2710"/>
                    <a:pt x="1195" y="2590"/>
                    <a:pt x="1275" y="2518"/>
                  </a:cubicBezTo>
                  <a:lnTo>
                    <a:pt x="2097" y="1775"/>
                  </a:lnTo>
                  <a:cubicBezTo>
                    <a:pt x="2188" y="1692"/>
                    <a:pt x="2191" y="1551"/>
                    <a:pt x="2104" y="1464"/>
                  </a:cubicBezTo>
                  <a:lnTo>
                    <a:pt x="1721" y="1084"/>
                  </a:lnTo>
                  <a:lnTo>
                    <a:pt x="123" y="2340"/>
                  </a:lnTo>
                  <a:cubicBezTo>
                    <a:pt x="44" y="2402"/>
                    <a:pt x="0" y="2493"/>
                    <a:pt x="0" y="2590"/>
                  </a:cubicBezTo>
                  <a:lnTo>
                    <a:pt x="0" y="5162"/>
                  </a:lnTo>
                  <a:lnTo>
                    <a:pt x="2010" y="5162"/>
                  </a:lnTo>
                  <a:lnTo>
                    <a:pt x="2010" y="4296"/>
                  </a:lnTo>
                  <a:cubicBezTo>
                    <a:pt x="2010" y="4184"/>
                    <a:pt x="2065" y="4083"/>
                    <a:pt x="2155" y="4017"/>
                  </a:cubicBezTo>
                  <a:lnTo>
                    <a:pt x="4770" y="2203"/>
                  </a:lnTo>
                  <a:cubicBezTo>
                    <a:pt x="4857" y="2145"/>
                    <a:pt x="4908" y="2043"/>
                    <a:pt x="4908" y="1938"/>
                  </a:cubicBezTo>
                  <a:lnTo>
                    <a:pt x="4908"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2"/>
            <p:cNvSpPr/>
            <p:nvPr/>
          </p:nvSpPr>
          <p:spPr>
            <a:xfrm>
              <a:off x="2826824"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2"/>
            <p:cNvSpPr/>
            <p:nvPr/>
          </p:nvSpPr>
          <p:spPr>
            <a:xfrm>
              <a:off x="2740883" y="3386721"/>
              <a:ext cx="147106" cy="176627"/>
            </a:xfrm>
            <a:custGeom>
              <a:rect b="b" l="l" r="r" t="t"/>
              <a:pathLst>
                <a:path extrusionOk="0" h="6737" w="5611">
                  <a:moveTo>
                    <a:pt x="2872" y="1"/>
                  </a:moveTo>
                  <a:cubicBezTo>
                    <a:pt x="2302" y="1"/>
                    <a:pt x="1735" y="180"/>
                    <a:pt x="1257" y="529"/>
                  </a:cubicBezTo>
                  <a:cubicBezTo>
                    <a:pt x="424" y="1133"/>
                    <a:pt x="1" y="2158"/>
                    <a:pt x="164" y="3176"/>
                  </a:cubicBezTo>
                  <a:cubicBezTo>
                    <a:pt x="330" y="4194"/>
                    <a:pt x="1051" y="5034"/>
                    <a:pt x="2032" y="5349"/>
                  </a:cubicBezTo>
                  <a:lnTo>
                    <a:pt x="2873" y="6736"/>
                  </a:lnTo>
                  <a:lnTo>
                    <a:pt x="3709" y="5349"/>
                  </a:lnTo>
                  <a:cubicBezTo>
                    <a:pt x="4843" y="4987"/>
                    <a:pt x="5611" y="3933"/>
                    <a:pt x="5611" y="2741"/>
                  </a:cubicBezTo>
                  <a:cubicBezTo>
                    <a:pt x="5611" y="1709"/>
                    <a:pt x="5031" y="768"/>
                    <a:pt x="4111" y="300"/>
                  </a:cubicBezTo>
                  <a:cubicBezTo>
                    <a:pt x="3721" y="100"/>
                    <a:pt x="3296" y="1"/>
                    <a:pt x="2872"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2"/>
            <p:cNvSpPr/>
            <p:nvPr/>
          </p:nvSpPr>
          <p:spPr>
            <a:xfrm>
              <a:off x="2786553" y="3428958"/>
              <a:ext cx="59173" cy="59173"/>
            </a:xfrm>
            <a:custGeom>
              <a:rect b="b" l="l" r="r" t="t"/>
              <a:pathLst>
                <a:path extrusionOk="0" h="2257" w="2257">
                  <a:moveTo>
                    <a:pt x="1127" y="0"/>
                  </a:moveTo>
                  <a:cubicBezTo>
                    <a:pt x="508" y="0"/>
                    <a:pt x="1" y="507"/>
                    <a:pt x="1" y="1130"/>
                  </a:cubicBezTo>
                  <a:cubicBezTo>
                    <a:pt x="1" y="1753"/>
                    <a:pt x="508" y="2257"/>
                    <a:pt x="1127" y="2257"/>
                  </a:cubicBezTo>
                  <a:cubicBezTo>
                    <a:pt x="1750" y="2257"/>
                    <a:pt x="2257" y="1753"/>
                    <a:pt x="2257" y="1130"/>
                  </a:cubicBezTo>
                  <a:cubicBezTo>
                    <a:pt x="2257" y="507"/>
                    <a:pt x="1750" y="0"/>
                    <a:pt x="112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2"/>
            <p:cNvSpPr/>
            <p:nvPr/>
          </p:nvSpPr>
          <p:spPr>
            <a:xfrm>
              <a:off x="2671485" y="3520011"/>
              <a:ext cx="139320" cy="219834"/>
            </a:xfrm>
            <a:custGeom>
              <a:rect b="b" l="l" r="r" t="t"/>
              <a:pathLst>
                <a:path extrusionOk="0" h="8385" w="5314">
                  <a:moveTo>
                    <a:pt x="4911" y="5560"/>
                  </a:moveTo>
                  <a:lnTo>
                    <a:pt x="4911" y="6310"/>
                  </a:lnTo>
                  <a:lnTo>
                    <a:pt x="3003" y="6310"/>
                  </a:lnTo>
                  <a:lnTo>
                    <a:pt x="3003" y="5560"/>
                  </a:lnTo>
                  <a:close/>
                  <a:moveTo>
                    <a:pt x="203" y="1"/>
                  </a:moveTo>
                  <a:cubicBezTo>
                    <a:pt x="91" y="1"/>
                    <a:pt x="0" y="91"/>
                    <a:pt x="0" y="203"/>
                  </a:cubicBezTo>
                  <a:lnTo>
                    <a:pt x="0" y="2141"/>
                  </a:lnTo>
                  <a:cubicBezTo>
                    <a:pt x="4" y="2311"/>
                    <a:pt x="87" y="2474"/>
                    <a:pt x="228" y="2568"/>
                  </a:cubicBezTo>
                  <a:lnTo>
                    <a:pt x="1460" y="3423"/>
                  </a:lnTo>
                  <a:cubicBezTo>
                    <a:pt x="1496" y="3445"/>
                    <a:pt x="1532" y="3455"/>
                    <a:pt x="1566" y="3455"/>
                  </a:cubicBezTo>
                  <a:cubicBezTo>
                    <a:pt x="1733" y="3455"/>
                    <a:pt x="1850" y="3223"/>
                    <a:pt x="1684" y="3094"/>
                  </a:cubicBezTo>
                  <a:lnTo>
                    <a:pt x="453" y="2239"/>
                  </a:lnTo>
                  <a:cubicBezTo>
                    <a:pt x="420" y="2217"/>
                    <a:pt x="402" y="2181"/>
                    <a:pt x="402" y="2141"/>
                  </a:cubicBezTo>
                  <a:lnTo>
                    <a:pt x="402" y="403"/>
                  </a:lnTo>
                  <a:lnTo>
                    <a:pt x="829" y="403"/>
                  </a:lnTo>
                  <a:cubicBezTo>
                    <a:pt x="844" y="403"/>
                    <a:pt x="851" y="414"/>
                    <a:pt x="851" y="424"/>
                  </a:cubicBezTo>
                  <a:lnTo>
                    <a:pt x="851" y="1558"/>
                  </a:lnTo>
                  <a:cubicBezTo>
                    <a:pt x="851" y="1728"/>
                    <a:pt x="938" y="1891"/>
                    <a:pt x="1079" y="1989"/>
                  </a:cubicBezTo>
                  <a:lnTo>
                    <a:pt x="2858" y="3195"/>
                  </a:lnTo>
                  <a:cubicBezTo>
                    <a:pt x="3013" y="3300"/>
                    <a:pt x="3198" y="3358"/>
                    <a:pt x="3383" y="3358"/>
                  </a:cubicBezTo>
                  <a:lnTo>
                    <a:pt x="3528" y="3358"/>
                  </a:lnTo>
                  <a:cubicBezTo>
                    <a:pt x="3680" y="3358"/>
                    <a:pt x="3825" y="3296"/>
                    <a:pt x="3930" y="3188"/>
                  </a:cubicBezTo>
                  <a:lnTo>
                    <a:pt x="3988" y="3126"/>
                  </a:lnTo>
                  <a:cubicBezTo>
                    <a:pt x="4140" y="2970"/>
                    <a:pt x="4132" y="2717"/>
                    <a:pt x="3970" y="2572"/>
                  </a:cubicBezTo>
                  <a:lnTo>
                    <a:pt x="3151" y="1826"/>
                  </a:lnTo>
                  <a:cubicBezTo>
                    <a:pt x="3147" y="1822"/>
                    <a:pt x="3144" y="1819"/>
                    <a:pt x="3144" y="1815"/>
                  </a:cubicBezTo>
                  <a:cubicBezTo>
                    <a:pt x="3144" y="1811"/>
                    <a:pt x="3147" y="1808"/>
                    <a:pt x="3147" y="1808"/>
                  </a:cubicBezTo>
                  <a:lnTo>
                    <a:pt x="3408" y="1551"/>
                  </a:lnTo>
                  <a:lnTo>
                    <a:pt x="4868" y="2699"/>
                  </a:lnTo>
                  <a:cubicBezTo>
                    <a:pt x="4893" y="2721"/>
                    <a:pt x="4911" y="2753"/>
                    <a:pt x="4911" y="2789"/>
                  </a:cubicBezTo>
                  <a:lnTo>
                    <a:pt x="4911" y="5162"/>
                  </a:lnTo>
                  <a:lnTo>
                    <a:pt x="3303" y="5162"/>
                  </a:lnTo>
                  <a:lnTo>
                    <a:pt x="3303" y="4492"/>
                  </a:lnTo>
                  <a:cubicBezTo>
                    <a:pt x="3299" y="4318"/>
                    <a:pt x="3216" y="4151"/>
                    <a:pt x="3071" y="4050"/>
                  </a:cubicBezTo>
                  <a:lnTo>
                    <a:pt x="2336" y="3543"/>
                  </a:lnTo>
                  <a:cubicBezTo>
                    <a:pt x="2299" y="3521"/>
                    <a:pt x="2263" y="3511"/>
                    <a:pt x="2228" y="3511"/>
                  </a:cubicBezTo>
                  <a:cubicBezTo>
                    <a:pt x="2059" y="3511"/>
                    <a:pt x="1942" y="3743"/>
                    <a:pt x="2108" y="3872"/>
                  </a:cubicBezTo>
                  <a:lnTo>
                    <a:pt x="2843" y="4383"/>
                  </a:lnTo>
                  <a:cubicBezTo>
                    <a:pt x="2879" y="4408"/>
                    <a:pt x="2901" y="4448"/>
                    <a:pt x="2901" y="4495"/>
                  </a:cubicBezTo>
                  <a:lnTo>
                    <a:pt x="2901" y="5162"/>
                  </a:lnTo>
                  <a:lnTo>
                    <a:pt x="2803" y="5162"/>
                  </a:lnTo>
                  <a:cubicBezTo>
                    <a:pt x="2691" y="5162"/>
                    <a:pt x="2601" y="5252"/>
                    <a:pt x="2601" y="5361"/>
                  </a:cubicBezTo>
                  <a:lnTo>
                    <a:pt x="2601" y="6929"/>
                  </a:lnTo>
                  <a:lnTo>
                    <a:pt x="2601" y="8186"/>
                  </a:lnTo>
                  <a:cubicBezTo>
                    <a:pt x="2601" y="8294"/>
                    <a:pt x="2691" y="8385"/>
                    <a:pt x="2803" y="8385"/>
                  </a:cubicBezTo>
                  <a:lnTo>
                    <a:pt x="3495" y="8385"/>
                  </a:lnTo>
                  <a:cubicBezTo>
                    <a:pt x="3763" y="8385"/>
                    <a:pt x="3763" y="7983"/>
                    <a:pt x="3495" y="7983"/>
                  </a:cubicBezTo>
                  <a:lnTo>
                    <a:pt x="3003" y="7983"/>
                  </a:lnTo>
                  <a:lnTo>
                    <a:pt x="3003" y="6712"/>
                  </a:lnTo>
                  <a:lnTo>
                    <a:pt x="4911" y="6712"/>
                  </a:lnTo>
                  <a:lnTo>
                    <a:pt x="4911" y="7987"/>
                  </a:lnTo>
                  <a:lnTo>
                    <a:pt x="4285" y="7987"/>
                  </a:lnTo>
                  <a:cubicBezTo>
                    <a:pt x="4017" y="7987"/>
                    <a:pt x="4017" y="8385"/>
                    <a:pt x="4285" y="8385"/>
                  </a:cubicBezTo>
                  <a:lnTo>
                    <a:pt x="5110" y="8385"/>
                  </a:lnTo>
                  <a:cubicBezTo>
                    <a:pt x="5223" y="8385"/>
                    <a:pt x="5313" y="8294"/>
                    <a:pt x="5313" y="8186"/>
                  </a:cubicBezTo>
                  <a:lnTo>
                    <a:pt x="5313" y="5364"/>
                  </a:lnTo>
                  <a:lnTo>
                    <a:pt x="5313" y="2789"/>
                  </a:lnTo>
                  <a:cubicBezTo>
                    <a:pt x="5313" y="2630"/>
                    <a:pt x="5241" y="2482"/>
                    <a:pt x="5114" y="2384"/>
                  </a:cubicBezTo>
                  <a:lnTo>
                    <a:pt x="3517" y="1127"/>
                  </a:lnTo>
                  <a:cubicBezTo>
                    <a:pt x="3480" y="1097"/>
                    <a:pt x="3436" y="1082"/>
                    <a:pt x="3391" y="1082"/>
                  </a:cubicBezTo>
                  <a:cubicBezTo>
                    <a:pt x="3340" y="1082"/>
                    <a:pt x="3288" y="1102"/>
                    <a:pt x="3249" y="1141"/>
                  </a:cubicBezTo>
                  <a:lnTo>
                    <a:pt x="2869" y="1525"/>
                  </a:lnTo>
                  <a:cubicBezTo>
                    <a:pt x="2698" y="1692"/>
                    <a:pt x="2706" y="1964"/>
                    <a:pt x="2883" y="2123"/>
                  </a:cubicBezTo>
                  <a:lnTo>
                    <a:pt x="3694" y="2858"/>
                  </a:lnTo>
                  <a:lnTo>
                    <a:pt x="3644" y="2909"/>
                  </a:lnTo>
                  <a:cubicBezTo>
                    <a:pt x="3615" y="2941"/>
                    <a:pt x="3571" y="2956"/>
                    <a:pt x="3531" y="2960"/>
                  </a:cubicBezTo>
                  <a:lnTo>
                    <a:pt x="3386" y="2960"/>
                  </a:lnTo>
                  <a:cubicBezTo>
                    <a:pt x="3278" y="2960"/>
                    <a:pt x="3173" y="2927"/>
                    <a:pt x="3086" y="2869"/>
                  </a:cubicBezTo>
                  <a:lnTo>
                    <a:pt x="1308" y="1659"/>
                  </a:lnTo>
                  <a:cubicBezTo>
                    <a:pt x="1271" y="1638"/>
                    <a:pt x="1253" y="1598"/>
                    <a:pt x="1253" y="1558"/>
                  </a:cubicBezTo>
                  <a:lnTo>
                    <a:pt x="1253" y="424"/>
                  </a:lnTo>
                  <a:cubicBezTo>
                    <a:pt x="1253" y="193"/>
                    <a:pt x="1065"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2"/>
            <p:cNvSpPr/>
            <p:nvPr/>
          </p:nvSpPr>
          <p:spPr>
            <a:xfrm>
              <a:off x="2821501" y="3520011"/>
              <a:ext cx="139320" cy="219755"/>
            </a:xfrm>
            <a:custGeom>
              <a:rect b="b" l="l" r="r" t="t"/>
              <a:pathLst>
                <a:path extrusionOk="0" h="8382" w="5314">
                  <a:moveTo>
                    <a:pt x="4911" y="403"/>
                  </a:moveTo>
                  <a:lnTo>
                    <a:pt x="4911" y="2137"/>
                  </a:lnTo>
                  <a:cubicBezTo>
                    <a:pt x="4911" y="2177"/>
                    <a:pt x="4893" y="2217"/>
                    <a:pt x="4861" y="2239"/>
                  </a:cubicBezTo>
                  <a:lnTo>
                    <a:pt x="2242" y="4053"/>
                  </a:lnTo>
                  <a:cubicBezTo>
                    <a:pt x="2097" y="4151"/>
                    <a:pt x="2014" y="4318"/>
                    <a:pt x="2014" y="4495"/>
                  </a:cubicBezTo>
                  <a:lnTo>
                    <a:pt x="2014" y="5162"/>
                  </a:lnTo>
                  <a:lnTo>
                    <a:pt x="402" y="5162"/>
                  </a:lnTo>
                  <a:lnTo>
                    <a:pt x="402" y="2789"/>
                  </a:lnTo>
                  <a:cubicBezTo>
                    <a:pt x="402" y="2753"/>
                    <a:pt x="421" y="2721"/>
                    <a:pt x="450" y="2699"/>
                  </a:cubicBezTo>
                  <a:lnTo>
                    <a:pt x="790" y="2431"/>
                  </a:lnTo>
                  <a:lnTo>
                    <a:pt x="1909" y="1551"/>
                  </a:lnTo>
                  <a:lnTo>
                    <a:pt x="2166" y="1808"/>
                  </a:lnTo>
                  <a:cubicBezTo>
                    <a:pt x="2170" y="1811"/>
                    <a:pt x="2170" y="1822"/>
                    <a:pt x="2166" y="1826"/>
                  </a:cubicBezTo>
                  <a:lnTo>
                    <a:pt x="1344" y="2572"/>
                  </a:lnTo>
                  <a:cubicBezTo>
                    <a:pt x="1181" y="2717"/>
                    <a:pt x="1174" y="2970"/>
                    <a:pt x="1326" y="3126"/>
                  </a:cubicBezTo>
                  <a:lnTo>
                    <a:pt x="1384" y="3188"/>
                  </a:lnTo>
                  <a:cubicBezTo>
                    <a:pt x="1489" y="3296"/>
                    <a:pt x="1634" y="3358"/>
                    <a:pt x="1786" y="3358"/>
                  </a:cubicBezTo>
                  <a:lnTo>
                    <a:pt x="1931" y="3358"/>
                  </a:lnTo>
                  <a:cubicBezTo>
                    <a:pt x="2116" y="3358"/>
                    <a:pt x="2300" y="3300"/>
                    <a:pt x="2456" y="3195"/>
                  </a:cubicBezTo>
                  <a:lnTo>
                    <a:pt x="4234" y="1989"/>
                  </a:lnTo>
                  <a:cubicBezTo>
                    <a:pt x="4375" y="1891"/>
                    <a:pt x="4462" y="1728"/>
                    <a:pt x="4462" y="1558"/>
                  </a:cubicBezTo>
                  <a:lnTo>
                    <a:pt x="4462" y="424"/>
                  </a:lnTo>
                  <a:cubicBezTo>
                    <a:pt x="4462" y="414"/>
                    <a:pt x="4470" y="403"/>
                    <a:pt x="4484" y="403"/>
                  </a:cubicBezTo>
                  <a:close/>
                  <a:moveTo>
                    <a:pt x="2311" y="5560"/>
                  </a:moveTo>
                  <a:lnTo>
                    <a:pt x="2311" y="6310"/>
                  </a:lnTo>
                  <a:lnTo>
                    <a:pt x="402" y="6310"/>
                  </a:lnTo>
                  <a:lnTo>
                    <a:pt x="402" y="5560"/>
                  </a:lnTo>
                  <a:close/>
                  <a:moveTo>
                    <a:pt x="2311" y="6712"/>
                  </a:moveTo>
                  <a:lnTo>
                    <a:pt x="2311" y="7983"/>
                  </a:lnTo>
                  <a:lnTo>
                    <a:pt x="402" y="7983"/>
                  </a:lnTo>
                  <a:lnTo>
                    <a:pt x="402" y="6929"/>
                  </a:lnTo>
                  <a:lnTo>
                    <a:pt x="402" y="6712"/>
                  </a:lnTo>
                  <a:close/>
                  <a:moveTo>
                    <a:pt x="4484" y="1"/>
                  </a:moveTo>
                  <a:cubicBezTo>
                    <a:pt x="4249" y="1"/>
                    <a:pt x="4060" y="189"/>
                    <a:pt x="4060" y="421"/>
                  </a:cubicBezTo>
                  <a:lnTo>
                    <a:pt x="4060" y="1558"/>
                  </a:lnTo>
                  <a:cubicBezTo>
                    <a:pt x="4060" y="1598"/>
                    <a:pt x="4042" y="1634"/>
                    <a:pt x="4010" y="1656"/>
                  </a:cubicBezTo>
                  <a:lnTo>
                    <a:pt x="2231" y="2865"/>
                  </a:lnTo>
                  <a:cubicBezTo>
                    <a:pt x="2141" y="2923"/>
                    <a:pt x="2036" y="2956"/>
                    <a:pt x="1927" y="2956"/>
                  </a:cubicBezTo>
                  <a:lnTo>
                    <a:pt x="1786" y="2956"/>
                  </a:lnTo>
                  <a:cubicBezTo>
                    <a:pt x="1742" y="2956"/>
                    <a:pt x="1699" y="2938"/>
                    <a:pt x="1670" y="2905"/>
                  </a:cubicBezTo>
                  <a:lnTo>
                    <a:pt x="1619" y="2855"/>
                  </a:lnTo>
                  <a:lnTo>
                    <a:pt x="2434" y="2119"/>
                  </a:lnTo>
                  <a:cubicBezTo>
                    <a:pt x="2608" y="1960"/>
                    <a:pt x="2615" y="1688"/>
                    <a:pt x="2449" y="1522"/>
                  </a:cubicBezTo>
                  <a:lnTo>
                    <a:pt x="2065" y="1138"/>
                  </a:lnTo>
                  <a:cubicBezTo>
                    <a:pt x="2026" y="1099"/>
                    <a:pt x="1976" y="1080"/>
                    <a:pt x="1926" y="1080"/>
                  </a:cubicBezTo>
                  <a:cubicBezTo>
                    <a:pt x="1882" y="1080"/>
                    <a:pt x="1838" y="1095"/>
                    <a:pt x="1800" y="1123"/>
                  </a:cubicBezTo>
                  <a:lnTo>
                    <a:pt x="540" y="2112"/>
                  </a:lnTo>
                  <a:lnTo>
                    <a:pt x="200" y="2380"/>
                  </a:lnTo>
                  <a:cubicBezTo>
                    <a:pt x="73" y="2478"/>
                    <a:pt x="0" y="2630"/>
                    <a:pt x="0" y="2789"/>
                  </a:cubicBezTo>
                  <a:lnTo>
                    <a:pt x="0" y="5361"/>
                  </a:lnTo>
                  <a:lnTo>
                    <a:pt x="0" y="6509"/>
                  </a:lnTo>
                  <a:lnTo>
                    <a:pt x="0" y="8178"/>
                  </a:lnTo>
                  <a:cubicBezTo>
                    <a:pt x="0" y="8291"/>
                    <a:pt x="91" y="8381"/>
                    <a:pt x="203" y="8381"/>
                  </a:cubicBezTo>
                  <a:lnTo>
                    <a:pt x="2510" y="8381"/>
                  </a:lnTo>
                  <a:cubicBezTo>
                    <a:pt x="2623" y="8381"/>
                    <a:pt x="2709" y="8291"/>
                    <a:pt x="2709" y="8178"/>
                  </a:cubicBezTo>
                  <a:lnTo>
                    <a:pt x="2709" y="6925"/>
                  </a:lnTo>
                  <a:lnTo>
                    <a:pt x="2709" y="6922"/>
                  </a:lnTo>
                  <a:lnTo>
                    <a:pt x="2709" y="5357"/>
                  </a:lnTo>
                  <a:cubicBezTo>
                    <a:pt x="2709" y="5245"/>
                    <a:pt x="2623" y="5158"/>
                    <a:pt x="2510" y="5158"/>
                  </a:cubicBezTo>
                  <a:lnTo>
                    <a:pt x="2412" y="5158"/>
                  </a:lnTo>
                  <a:lnTo>
                    <a:pt x="2412" y="4492"/>
                  </a:lnTo>
                  <a:cubicBezTo>
                    <a:pt x="2412" y="4444"/>
                    <a:pt x="2434" y="4405"/>
                    <a:pt x="2470" y="4379"/>
                  </a:cubicBezTo>
                  <a:lnTo>
                    <a:pt x="5085" y="2565"/>
                  </a:lnTo>
                  <a:cubicBezTo>
                    <a:pt x="5227" y="2467"/>
                    <a:pt x="5313" y="2308"/>
                    <a:pt x="5313" y="2134"/>
                  </a:cubicBezTo>
                  <a:lnTo>
                    <a:pt x="5313" y="200"/>
                  </a:lnTo>
                  <a:cubicBezTo>
                    <a:pt x="5313" y="88"/>
                    <a:pt x="5223" y="1"/>
                    <a:pt x="5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2"/>
            <p:cNvSpPr/>
            <p:nvPr/>
          </p:nvSpPr>
          <p:spPr>
            <a:xfrm>
              <a:off x="2739152" y="3381452"/>
              <a:ext cx="154159" cy="187141"/>
            </a:xfrm>
            <a:custGeom>
              <a:rect b="b" l="l" r="r" t="t"/>
              <a:pathLst>
                <a:path extrusionOk="0" h="7138" w="5880">
                  <a:moveTo>
                    <a:pt x="2936" y="0"/>
                  </a:moveTo>
                  <a:cubicBezTo>
                    <a:pt x="1452" y="0"/>
                    <a:pt x="190" y="1113"/>
                    <a:pt x="16" y="2602"/>
                  </a:cubicBezTo>
                  <a:cubicBezTo>
                    <a:pt x="0" y="2745"/>
                    <a:pt x="110" y="2823"/>
                    <a:pt x="218" y="2823"/>
                  </a:cubicBezTo>
                  <a:cubicBezTo>
                    <a:pt x="310" y="2823"/>
                    <a:pt x="401" y="2767"/>
                    <a:pt x="414" y="2645"/>
                  </a:cubicBezTo>
                  <a:cubicBezTo>
                    <a:pt x="523" y="1722"/>
                    <a:pt x="1128" y="932"/>
                    <a:pt x="1990" y="585"/>
                  </a:cubicBezTo>
                  <a:cubicBezTo>
                    <a:pt x="2296" y="461"/>
                    <a:pt x="2618" y="401"/>
                    <a:pt x="2937" y="401"/>
                  </a:cubicBezTo>
                  <a:cubicBezTo>
                    <a:pt x="3516" y="401"/>
                    <a:pt x="4088" y="599"/>
                    <a:pt x="4550" y="979"/>
                  </a:cubicBezTo>
                  <a:cubicBezTo>
                    <a:pt x="5267" y="1570"/>
                    <a:pt x="5608" y="2504"/>
                    <a:pt x="5434" y="3417"/>
                  </a:cubicBezTo>
                  <a:cubicBezTo>
                    <a:pt x="5257" y="4330"/>
                    <a:pt x="4601" y="5076"/>
                    <a:pt x="3714" y="5362"/>
                  </a:cubicBezTo>
                  <a:cubicBezTo>
                    <a:pt x="3670" y="5376"/>
                    <a:pt x="3630" y="5405"/>
                    <a:pt x="3605" y="5449"/>
                  </a:cubicBezTo>
                  <a:lnTo>
                    <a:pt x="2939" y="6550"/>
                  </a:lnTo>
                  <a:lnTo>
                    <a:pt x="2269" y="5449"/>
                  </a:lnTo>
                  <a:cubicBezTo>
                    <a:pt x="2243" y="5405"/>
                    <a:pt x="2207" y="5376"/>
                    <a:pt x="2160" y="5362"/>
                  </a:cubicBezTo>
                  <a:cubicBezTo>
                    <a:pt x="1262" y="5072"/>
                    <a:pt x="595" y="4308"/>
                    <a:pt x="436" y="3377"/>
                  </a:cubicBezTo>
                  <a:cubicBezTo>
                    <a:pt x="415" y="3262"/>
                    <a:pt x="329" y="3210"/>
                    <a:pt x="242" y="3210"/>
                  </a:cubicBezTo>
                  <a:cubicBezTo>
                    <a:pt x="129" y="3210"/>
                    <a:pt x="15" y="3297"/>
                    <a:pt x="41" y="3446"/>
                  </a:cubicBezTo>
                  <a:cubicBezTo>
                    <a:pt x="222" y="4496"/>
                    <a:pt x="958" y="5365"/>
                    <a:pt x="1964" y="5717"/>
                  </a:cubicBezTo>
                  <a:lnTo>
                    <a:pt x="2765" y="7042"/>
                  </a:lnTo>
                  <a:cubicBezTo>
                    <a:pt x="2805" y="7106"/>
                    <a:pt x="2872" y="7137"/>
                    <a:pt x="2938" y="7137"/>
                  </a:cubicBezTo>
                  <a:cubicBezTo>
                    <a:pt x="3005" y="7137"/>
                    <a:pt x="3071" y="7106"/>
                    <a:pt x="3109" y="7042"/>
                  </a:cubicBezTo>
                  <a:lnTo>
                    <a:pt x="3909" y="5717"/>
                  </a:lnTo>
                  <a:cubicBezTo>
                    <a:pt x="5090" y="5307"/>
                    <a:pt x="5879" y="4192"/>
                    <a:pt x="5876" y="2942"/>
                  </a:cubicBezTo>
                  <a:cubicBezTo>
                    <a:pt x="5876" y="1385"/>
                    <a:pt x="4663" y="96"/>
                    <a:pt x="3109" y="5"/>
                  </a:cubicBezTo>
                  <a:cubicBezTo>
                    <a:pt x="3051" y="2"/>
                    <a:pt x="2993" y="0"/>
                    <a:pt x="2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2"/>
            <p:cNvSpPr/>
            <p:nvPr/>
          </p:nvSpPr>
          <p:spPr>
            <a:xfrm>
              <a:off x="2767284" y="3411523"/>
              <a:ext cx="97739" cy="94121"/>
            </a:xfrm>
            <a:custGeom>
              <a:rect b="b" l="l" r="r" t="t"/>
              <a:pathLst>
                <a:path extrusionOk="0" h="3590" w="3728">
                  <a:moveTo>
                    <a:pt x="1866" y="868"/>
                  </a:moveTo>
                  <a:cubicBezTo>
                    <a:pt x="2376" y="868"/>
                    <a:pt x="2789" y="1281"/>
                    <a:pt x="2793" y="1795"/>
                  </a:cubicBezTo>
                  <a:cubicBezTo>
                    <a:pt x="2789" y="2306"/>
                    <a:pt x="2376" y="2723"/>
                    <a:pt x="1866" y="2723"/>
                  </a:cubicBezTo>
                  <a:cubicBezTo>
                    <a:pt x="1351" y="2723"/>
                    <a:pt x="938" y="2306"/>
                    <a:pt x="938" y="1795"/>
                  </a:cubicBezTo>
                  <a:cubicBezTo>
                    <a:pt x="938" y="1285"/>
                    <a:pt x="1351" y="868"/>
                    <a:pt x="1866" y="868"/>
                  </a:cubicBezTo>
                  <a:close/>
                  <a:moveTo>
                    <a:pt x="1864" y="1"/>
                  </a:moveTo>
                  <a:cubicBezTo>
                    <a:pt x="1763" y="1"/>
                    <a:pt x="1663" y="68"/>
                    <a:pt x="1663" y="202"/>
                  </a:cubicBezTo>
                  <a:lnTo>
                    <a:pt x="1663" y="481"/>
                  </a:lnTo>
                  <a:cubicBezTo>
                    <a:pt x="1453" y="513"/>
                    <a:pt x="1250" y="597"/>
                    <a:pt x="1076" y="727"/>
                  </a:cubicBezTo>
                  <a:lnTo>
                    <a:pt x="877" y="524"/>
                  </a:lnTo>
                  <a:cubicBezTo>
                    <a:pt x="834" y="483"/>
                    <a:pt x="786" y="465"/>
                    <a:pt x="740" y="465"/>
                  </a:cubicBezTo>
                  <a:cubicBezTo>
                    <a:pt x="586" y="465"/>
                    <a:pt x="455" y="662"/>
                    <a:pt x="594" y="810"/>
                  </a:cubicBezTo>
                  <a:lnTo>
                    <a:pt x="794" y="1009"/>
                  </a:lnTo>
                  <a:cubicBezTo>
                    <a:pt x="667" y="1180"/>
                    <a:pt x="584" y="1383"/>
                    <a:pt x="551" y="1596"/>
                  </a:cubicBezTo>
                  <a:lnTo>
                    <a:pt x="268" y="1596"/>
                  </a:lnTo>
                  <a:cubicBezTo>
                    <a:pt x="0" y="1596"/>
                    <a:pt x="0" y="1995"/>
                    <a:pt x="268" y="1995"/>
                  </a:cubicBezTo>
                  <a:lnTo>
                    <a:pt x="551" y="1995"/>
                  </a:lnTo>
                  <a:cubicBezTo>
                    <a:pt x="584" y="2208"/>
                    <a:pt x="667" y="2407"/>
                    <a:pt x="794" y="2581"/>
                  </a:cubicBezTo>
                  <a:lnTo>
                    <a:pt x="594" y="2780"/>
                  </a:lnTo>
                  <a:cubicBezTo>
                    <a:pt x="445" y="2925"/>
                    <a:pt x="579" y="3128"/>
                    <a:pt x="735" y="3128"/>
                  </a:cubicBezTo>
                  <a:cubicBezTo>
                    <a:pt x="783" y="3128"/>
                    <a:pt x="833" y="3109"/>
                    <a:pt x="877" y="3063"/>
                  </a:cubicBezTo>
                  <a:lnTo>
                    <a:pt x="1076" y="2864"/>
                  </a:lnTo>
                  <a:cubicBezTo>
                    <a:pt x="1250" y="2991"/>
                    <a:pt x="1453" y="3074"/>
                    <a:pt x="1663" y="3106"/>
                  </a:cubicBezTo>
                  <a:lnTo>
                    <a:pt x="1663" y="3389"/>
                  </a:lnTo>
                  <a:cubicBezTo>
                    <a:pt x="1663" y="3523"/>
                    <a:pt x="1763" y="3590"/>
                    <a:pt x="1864" y="3590"/>
                  </a:cubicBezTo>
                  <a:cubicBezTo>
                    <a:pt x="1964" y="3590"/>
                    <a:pt x="2065" y="3523"/>
                    <a:pt x="2065" y="3389"/>
                  </a:cubicBezTo>
                  <a:lnTo>
                    <a:pt x="2065" y="3106"/>
                  </a:lnTo>
                  <a:cubicBezTo>
                    <a:pt x="2275" y="3074"/>
                    <a:pt x="2478" y="2991"/>
                    <a:pt x="2652" y="2864"/>
                  </a:cubicBezTo>
                  <a:lnTo>
                    <a:pt x="2851" y="3063"/>
                  </a:lnTo>
                  <a:cubicBezTo>
                    <a:pt x="2895" y="3109"/>
                    <a:pt x="2945" y="3128"/>
                    <a:pt x="2993" y="3128"/>
                  </a:cubicBezTo>
                  <a:cubicBezTo>
                    <a:pt x="3148" y="3128"/>
                    <a:pt x="3283" y="2925"/>
                    <a:pt x="3133" y="2780"/>
                  </a:cubicBezTo>
                  <a:lnTo>
                    <a:pt x="2934" y="2581"/>
                  </a:lnTo>
                  <a:cubicBezTo>
                    <a:pt x="3061" y="2407"/>
                    <a:pt x="3144" y="2208"/>
                    <a:pt x="3177" y="1995"/>
                  </a:cubicBezTo>
                  <a:lnTo>
                    <a:pt x="3459" y="1995"/>
                  </a:lnTo>
                  <a:cubicBezTo>
                    <a:pt x="3727" y="1995"/>
                    <a:pt x="3727" y="1596"/>
                    <a:pt x="3459" y="1596"/>
                  </a:cubicBezTo>
                  <a:lnTo>
                    <a:pt x="3177" y="1596"/>
                  </a:lnTo>
                  <a:cubicBezTo>
                    <a:pt x="3144" y="1383"/>
                    <a:pt x="3061" y="1180"/>
                    <a:pt x="2934" y="1009"/>
                  </a:cubicBezTo>
                  <a:lnTo>
                    <a:pt x="3133" y="810"/>
                  </a:lnTo>
                  <a:cubicBezTo>
                    <a:pt x="3273" y="662"/>
                    <a:pt x="3141" y="465"/>
                    <a:pt x="2988" y="465"/>
                  </a:cubicBezTo>
                  <a:cubicBezTo>
                    <a:pt x="2942" y="465"/>
                    <a:pt x="2894" y="483"/>
                    <a:pt x="2851" y="524"/>
                  </a:cubicBezTo>
                  <a:lnTo>
                    <a:pt x="2652" y="727"/>
                  </a:lnTo>
                  <a:cubicBezTo>
                    <a:pt x="2478" y="597"/>
                    <a:pt x="2275" y="513"/>
                    <a:pt x="2065" y="481"/>
                  </a:cubicBezTo>
                  <a:lnTo>
                    <a:pt x="2065" y="202"/>
                  </a:lnTo>
                  <a:cubicBezTo>
                    <a:pt x="2065" y="68"/>
                    <a:pt x="1964"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2"/>
            <p:cNvSpPr/>
            <p:nvPr/>
          </p:nvSpPr>
          <p:spPr>
            <a:xfrm>
              <a:off x="2798614" y="3440992"/>
              <a:ext cx="40952" cy="35079"/>
            </a:xfrm>
            <a:custGeom>
              <a:rect b="b" l="l" r="r" t="t"/>
              <a:pathLst>
                <a:path extrusionOk="0" h="1338" w="1562">
                  <a:moveTo>
                    <a:pt x="671" y="403"/>
                  </a:moveTo>
                  <a:cubicBezTo>
                    <a:pt x="906" y="403"/>
                    <a:pt x="1026" y="693"/>
                    <a:pt x="859" y="860"/>
                  </a:cubicBezTo>
                  <a:cubicBezTo>
                    <a:pt x="804" y="915"/>
                    <a:pt x="736" y="940"/>
                    <a:pt x="670" y="940"/>
                  </a:cubicBezTo>
                  <a:cubicBezTo>
                    <a:pt x="533" y="940"/>
                    <a:pt x="403" y="833"/>
                    <a:pt x="403" y="671"/>
                  </a:cubicBezTo>
                  <a:cubicBezTo>
                    <a:pt x="403" y="525"/>
                    <a:pt x="519" y="407"/>
                    <a:pt x="664" y="407"/>
                  </a:cubicBezTo>
                  <a:cubicBezTo>
                    <a:pt x="666" y="407"/>
                    <a:pt x="668" y="407"/>
                    <a:pt x="671" y="407"/>
                  </a:cubicBezTo>
                  <a:lnTo>
                    <a:pt x="671" y="403"/>
                  </a:lnTo>
                  <a:close/>
                  <a:moveTo>
                    <a:pt x="674" y="0"/>
                  </a:moveTo>
                  <a:cubicBezTo>
                    <a:pt x="331" y="0"/>
                    <a:pt x="1" y="267"/>
                    <a:pt x="1" y="671"/>
                  </a:cubicBezTo>
                  <a:cubicBezTo>
                    <a:pt x="1" y="1041"/>
                    <a:pt x="301" y="1338"/>
                    <a:pt x="671" y="1338"/>
                  </a:cubicBezTo>
                  <a:cubicBezTo>
                    <a:pt x="1265" y="1338"/>
                    <a:pt x="1562" y="621"/>
                    <a:pt x="1141" y="197"/>
                  </a:cubicBezTo>
                  <a:cubicBezTo>
                    <a:pt x="1006" y="61"/>
                    <a:pt x="838"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4" name="Google Shape;13044;p82"/>
          <p:cNvGrpSpPr/>
          <p:nvPr/>
        </p:nvGrpSpPr>
        <p:grpSpPr>
          <a:xfrm>
            <a:off x="7153891" y="1513402"/>
            <a:ext cx="289546" cy="364974"/>
            <a:chOff x="7153891" y="1513402"/>
            <a:chExt cx="289546" cy="364974"/>
          </a:xfrm>
        </p:grpSpPr>
        <p:sp>
          <p:nvSpPr>
            <p:cNvPr id="13045" name="Google Shape;13045;p82"/>
            <p:cNvSpPr/>
            <p:nvPr/>
          </p:nvSpPr>
          <p:spPr>
            <a:xfrm>
              <a:off x="7159213" y="1761027"/>
              <a:ext cx="278797" cy="112080"/>
            </a:xfrm>
            <a:custGeom>
              <a:rect b="b" l="l" r="r" t="t"/>
              <a:pathLst>
                <a:path extrusionOk="0" h="4275" w="10634">
                  <a:moveTo>
                    <a:pt x="3227" y="0"/>
                  </a:moveTo>
                  <a:lnTo>
                    <a:pt x="953" y="670"/>
                  </a:lnTo>
                  <a:cubicBezTo>
                    <a:pt x="388" y="833"/>
                    <a:pt x="0" y="1355"/>
                    <a:pt x="0" y="1945"/>
                  </a:cubicBezTo>
                  <a:lnTo>
                    <a:pt x="0" y="4274"/>
                  </a:lnTo>
                  <a:lnTo>
                    <a:pt x="10634" y="4274"/>
                  </a:lnTo>
                  <a:lnTo>
                    <a:pt x="10634" y="1945"/>
                  </a:lnTo>
                  <a:cubicBezTo>
                    <a:pt x="10634" y="1355"/>
                    <a:pt x="10246" y="837"/>
                    <a:pt x="9681" y="670"/>
                  </a:cubicBezTo>
                  <a:lnTo>
                    <a:pt x="7407" y="0"/>
                  </a:lnTo>
                  <a:lnTo>
                    <a:pt x="5687" y="1145"/>
                  </a:lnTo>
                  <a:cubicBezTo>
                    <a:pt x="5574" y="1221"/>
                    <a:pt x="5446" y="1259"/>
                    <a:pt x="5317" y="1259"/>
                  </a:cubicBezTo>
                  <a:cubicBezTo>
                    <a:pt x="5189" y="1259"/>
                    <a:pt x="5060" y="1221"/>
                    <a:pt x="4948" y="1145"/>
                  </a:cubicBezTo>
                  <a:lnTo>
                    <a:pt x="3227"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2"/>
            <p:cNvSpPr/>
            <p:nvPr/>
          </p:nvSpPr>
          <p:spPr>
            <a:xfrm>
              <a:off x="7199850" y="1710427"/>
              <a:ext cx="197523" cy="104555"/>
            </a:xfrm>
            <a:custGeom>
              <a:rect b="b" l="l" r="r" t="t"/>
              <a:pathLst>
                <a:path extrusionOk="0" h="3988" w="7534">
                  <a:moveTo>
                    <a:pt x="1330" y="0"/>
                  </a:moveTo>
                  <a:cubicBezTo>
                    <a:pt x="598" y="0"/>
                    <a:pt x="1" y="594"/>
                    <a:pt x="1" y="1329"/>
                  </a:cubicBezTo>
                  <a:cubicBezTo>
                    <a:pt x="1" y="2796"/>
                    <a:pt x="1192" y="3988"/>
                    <a:pt x="2659" y="3988"/>
                  </a:cubicBezTo>
                  <a:lnTo>
                    <a:pt x="4875" y="3988"/>
                  </a:lnTo>
                  <a:cubicBezTo>
                    <a:pt x="6342" y="3988"/>
                    <a:pt x="7534" y="2796"/>
                    <a:pt x="7534" y="1329"/>
                  </a:cubicBezTo>
                  <a:cubicBezTo>
                    <a:pt x="7534" y="594"/>
                    <a:pt x="6940" y="0"/>
                    <a:pt x="6205"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2"/>
            <p:cNvSpPr/>
            <p:nvPr/>
          </p:nvSpPr>
          <p:spPr>
            <a:xfrm>
              <a:off x="7218648" y="1727783"/>
              <a:ext cx="159927" cy="66278"/>
            </a:xfrm>
            <a:custGeom>
              <a:rect b="b" l="l" r="r" t="t"/>
              <a:pathLst>
                <a:path extrusionOk="0" h="2528" w="6100">
                  <a:moveTo>
                    <a:pt x="5430" y="1"/>
                  </a:moveTo>
                  <a:lnTo>
                    <a:pt x="674" y="4"/>
                  </a:lnTo>
                  <a:cubicBezTo>
                    <a:pt x="189" y="4"/>
                    <a:pt x="1" y="631"/>
                    <a:pt x="403" y="895"/>
                  </a:cubicBezTo>
                  <a:lnTo>
                    <a:pt x="2681" y="2417"/>
                  </a:lnTo>
                  <a:cubicBezTo>
                    <a:pt x="2793" y="2491"/>
                    <a:pt x="2922" y="2528"/>
                    <a:pt x="3050" y="2528"/>
                  </a:cubicBezTo>
                  <a:cubicBezTo>
                    <a:pt x="3179" y="2528"/>
                    <a:pt x="3307" y="2491"/>
                    <a:pt x="3420" y="2417"/>
                  </a:cubicBezTo>
                  <a:lnTo>
                    <a:pt x="5701" y="895"/>
                  </a:lnTo>
                  <a:cubicBezTo>
                    <a:pt x="6100" y="627"/>
                    <a:pt x="5911" y="1"/>
                    <a:pt x="5430" y="1"/>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2"/>
            <p:cNvSpPr/>
            <p:nvPr/>
          </p:nvSpPr>
          <p:spPr>
            <a:xfrm>
              <a:off x="7243817" y="1716195"/>
              <a:ext cx="109589" cy="77787"/>
            </a:xfrm>
            <a:custGeom>
              <a:rect b="b" l="l" r="r" t="t"/>
              <a:pathLst>
                <a:path extrusionOk="0" h="2967" w="4180">
                  <a:moveTo>
                    <a:pt x="540" y="1"/>
                  </a:moveTo>
                  <a:lnTo>
                    <a:pt x="540" y="1055"/>
                  </a:lnTo>
                  <a:cubicBezTo>
                    <a:pt x="540" y="1348"/>
                    <a:pt x="344" y="1609"/>
                    <a:pt x="62" y="1692"/>
                  </a:cubicBezTo>
                  <a:lnTo>
                    <a:pt x="0" y="1710"/>
                  </a:lnTo>
                  <a:lnTo>
                    <a:pt x="1721" y="2855"/>
                  </a:lnTo>
                  <a:cubicBezTo>
                    <a:pt x="1833" y="2929"/>
                    <a:pt x="1962" y="2966"/>
                    <a:pt x="2090" y="2966"/>
                  </a:cubicBezTo>
                  <a:cubicBezTo>
                    <a:pt x="2219" y="2966"/>
                    <a:pt x="2347" y="2929"/>
                    <a:pt x="2460" y="2855"/>
                  </a:cubicBezTo>
                  <a:lnTo>
                    <a:pt x="4180" y="1710"/>
                  </a:lnTo>
                  <a:lnTo>
                    <a:pt x="4118" y="1692"/>
                  </a:lnTo>
                  <a:cubicBezTo>
                    <a:pt x="3836" y="1609"/>
                    <a:pt x="3640" y="1348"/>
                    <a:pt x="3640" y="1055"/>
                  </a:cubicBezTo>
                  <a:lnTo>
                    <a:pt x="364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2"/>
            <p:cNvSpPr/>
            <p:nvPr/>
          </p:nvSpPr>
          <p:spPr>
            <a:xfrm>
              <a:off x="7257974" y="1716195"/>
              <a:ext cx="81300" cy="29101"/>
            </a:xfrm>
            <a:custGeom>
              <a:rect b="b" l="l" r="r" t="t"/>
              <a:pathLst>
                <a:path extrusionOk="0" h="1110" w="3101">
                  <a:moveTo>
                    <a:pt x="0" y="1"/>
                  </a:moveTo>
                  <a:lnTo>
                    <a:pt x="0" y="718"/>
                  </a:lnTo>
                  <a:cubicBezTo>
                    <a:pt x="484" y="979"/>
                    <a:pt x="1017" y="1109"/>
                    <a:pt x="1550" y="1109"/>
                  </a:cubicBezTo>
                  <a:cubicBezTo>
                    <a:pt x="2083" y="1109"/>
                    <a:pt x="2617" y="979"/>
                    <a:pt x="3100" y="718"/>
                  </a:cubicBezTo>
                  <a:lnTo>
                    <a:pt x="310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2"/>
            <p:cNvSpPr/>
            <p:nvPr/>
          </p:nvSpPr>
          <p:spPr>
            <a:xfrm>
              <a:off x="7199955" y="1559440"/>
              <a:ext cx="197418" cy="168369"/>
            </a:xfrm>
            <a:custGeom>
              <a:rect b="b" l="l" r="r" t="t"/>
              <a:pathLst>
                <a:path extrusionOk="0" h="6422" w="7530">
                  <a:moveTo>
                    <a:pt x="663" y="1"/>
                  </a:moveTo>
                  <a:lnTo>
                    <a:pt x="663" y="2659"/>
                  </a:lnTo>
                  <a:lnTo>
                    <a:pt x="554" y="2659"/>
                  </a:lnTo>
                  <a:cubicBezTo>
                    <a:pt x="246" y="2659"/>
                    <a:pt x="0" y="2905"/>
                    <a:pt x="0" y="3209"/>
                  </a:cubicBezTo>
                  <a:cubicBezTo>
                    <a:pt x="0" y="3517"/>
                    <a:pt x="246" y="3763"/>
                    <a:pt x="554" y="3763"/>
                  </a:cubicBezTo>
                  <a:lnTo>
                    <a:pt x="895" y="3763"/>
                  </a:lnTo>
                  <a:cubicBezTo>
                    <a:pt x="1011" y="5263"/>
                    <a:pt x="2260" y="6422"/>
                    <a:pt x="3763" y="6422"/>
                  </a:cubicBezTo>
                  <a:cubicBezTo>
                    <a:pt x="5270" y="6422"/>
                    <a:pt x="6519" y="5263"/>
                    <a:pt x="6635" y="3763"/>
                  </a:cubicBezTo>
                  <a:lnTo>
                    <a:pt x="6976" y="3763"/>
                  </a:lnTo>
                  <a:cubicBezTo>
                    <a:pt x="7283" y="3763"/>
                    <a:pt x="7530" y="3517"/>
                    <a:pt x="7530" y="3209"/>
                  </a:cubicBezTo>
                  <a:cubicBezTo>
                    <a:pt x="7530" y="2905"/>
                    <a:pt x="7283" y="2659"/>
                    <a:pt x="6976" y="2659"/>
                  </a:cubicBezTo>
                  <a:lnTo>
                    <a:pt x="6863" y="2659"/>
                  </a:lnTo>
                  <a:lnTo>
                    <a:pt x="6863"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2"/>
            <p:cNvSpPr/>
            <p:nvPr/>
          </p:nvSpPr>
          <p:spPr>
            <a:xfrm>
              <a:off x="7223210" y="1518698"/>
              <a:ext cx="174163" cy="52251"/>
            </a:xfrm>
            <a:custGeom>
              <a:rect b="b" l="l" r="r" t="t"/>
              <a:pathLst>
                <a:path extrusionOk="0" h="1993" w="6643">
                  <a:moveTo>
                    <a:pt x="1992" y="1"/>
                  </a:moveTo>
                  <a:cubicBezTo>
                    <a:pt x="891" y="1"/>
                    <a:pt x="0" y="892"/>
                    <a:pt x="0" y="1993"/>
                  </a:cubicBezTo>
                  <a:lnTo>
                    <a:pt x="4651" y="1993"/>
                  </a:lnTo>
                  <a:cubicBezTo>
                    <a:pt x="5654" y="1993"/>
                    <a:pt x="6501" y="1247"/>
                    <a:pt x="6628" y="251"/>
                  </a:cubicBezTo>
                  <a:cubicBezTo>
                    <a:pt x="6643" y="117"/>
                    <a:pt x="6538" y="1"/>
                    <a:pt x="64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2"/>
            <p:cNvSpPr/>
            <p:nvPr/>
          </p:nvSpPr>
          <p:spPr>
            <a:xfrm>
              <a:off x="7199955" y="1571028"/>
              <a:ext cx="150987" cy="156833"/>
            </a:xfrm>
            <a:custGeom>
              <a:rect b="b" l="l" r="r" t="t"/>
              <a:pathLst>
                <a:path extrusionOk="0" h="5982" w="5759">
                  <a:moveTo>
                    <a:pt x="663" y="0"/>
                  </a:moveTo>
                  <a:lnTo>
                    <a:pt x="663" y="2217"/>
                  </a:lnTo>
                  <a:lnTo>
                    <a:pt x="554" y="2217"/>
                  </a:lnTo>
                  <a:cubicBezTo>
                    <a:pt x="246" y="2217"/>
                    <a:pt x="0" y="2463"/>
                    <a:pt x="0" y="2767"/>
                  </a:cubicBezTo>
                  <a:cubicBezTo>
                    <a:pt x="0" y="3075"/>
                    <a:pt x="246" y="3321"/>
                    <a:pt x="554" y="3321"/>
                  </a:cubicBezTo>
                  <a:lnTo>
                    <a:pt x="895" y="3321"/>
                  </a:lnTo>
                  <a:cubicBezTo>
                    <a:pt x="1003" y="4843"/>
                    <a:pt x="2272" y="5982"/>
                    <a:pt x="3743" y="5982"/>
                  </a:cubicBezTo>
                  <a:cubicBezTo>
                    <a:pt x="3896" y="5982"/>
                    <a:pt x="4052" y="5969"/>
                    <a:pt x="4209" y="5944"/>
                  </a:cubicBezTo>
                  <a:cubicBezTo>
                    <a:pt x="2807" y="5726"/>
                    <a:pt x="1771" y="4520"/>
                    <a:pt x="1771" y="3101"/>
                  </a:cubicBezTo>
                  <a:lnTo>
                    <a:pt x="1771" y="1550"/>
                  </a:lnTo>
                  <a:cubicBezTo>
                    <a:pt x="1771" y="1062"/>
                    <a:pt x="2166" y="663"/>
                    <a:pt x="2655" y="663"/>
                  </a:cubicBezTo>
                  <a:lnTo>
                    <a:pt x="5313" y="663"/>
                  </a:lnTo>
                  <a:cubicBezTo>
                    <a:pt x="5559" y="663"/>
                    <a:pt x="5759" y="468"/>
                    <a:pt x="5759" y="221"/>
                  </a:cubicBezTo>
                  <a:lnTo>
                    <a:pt x="575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2"/>
            <p:cNvSpPr/>
            <p:nvPr/>
          </p:nvSpPr>
          <p:spPr>
            <a:xfrm>
              <a:off x="7269930" y="1518698"/>
              <a:ext cx="127443" cy="34895"/>
            </a:xfrm>
            <a:custGeom>
              <a:rect b="b" l="l" r="r" t="t"/>
              <a:pathLst>
                <a:path extrusionOk="0" h="1331" w="4861">
                  <a:moveTo>
                    <a:pt x="511" y="1"/>
                  </a:moveTo>
                  <a:cubicBezTo>
                    <a:pt x="308" y="222"/>
                    <a:pt x="163" y="486"/>
                    <a:pt x="80" y="772"/>
                  </a:cubicBezTo>
                  <a:cubicBezTo>
                    <a:pt x="1" y="1053"/>
                    <a:pt x="211" y="1330"/>
                    <a:pt x="505" y="1330"/>
                  </a:cubicBezTo>
                  <a:cubicBezTo>
                    <a:pt x="507" y="1330"/>
                    <a:pt x="509" y="1330"/>
                    <a:pt x="511" y="1330"/>
                  </a:cubicBezTo>
                  <a:lnTo>
                    <a:pt x="4350" y="1330"/>
                  </a:lnTo>
                  <a:cubicBezTo>
                    <a:pt x="4622" y="1029"/>
                    <a:pt x="4795" y="653"/>
                    <a:pt x="4846" y="251"/>
                  </a:cubicBezTo>
                  <a:cubicBezTo>
                    <a:pt x="4861" y="117"/>
                    <a:pt x="4756" y="1"/>
                    <a:pt x="46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2"/>
            <p:cNvSpPr/>
            <p:nvPr/>
          </p:nvSpPr>
          <p:spPr>
            <a:xfrm>
              <a:off x="7258446" y="1629520"/>
              <a:ext cx="10644" cy="16569"/>
            </a:xfrm>
            <a:custGeom>
              <a:rect b="b" l="l" r="r" t="t"/>
              <a:pathLst>
                <a:path extrusionOk="0" h="632" w="406">
                  <a:moveTo>
                    <a:pt x="203" y="0"/>
                  </a:moveTo>
                  <a:cubicBezTo>
                    <a:pt x="91" y="0"/>
                    <a:pt x="0" y="95"/>
                    <a:pt x="0" y="207"/>
                  </a:cubicBezTo>
                  <a:lnTo>
                    <a:pt x="0" y="428"/>
                  </a:lnTo>
                  <a:cubicBezTo>
                    <a:pt x="0" y="564"/>
                    <a:pt x="102" y="631"/>
                    <a:pt x="203" y="631"/>
                  </a:cubicBezTo>
                  <a:cubicBezTo>
                    <a:pt x="304" y="631"/>
                    <a:pt x="406" y="564"/>
                    <a:pt x="406" y="428"/>
                  </a:cubicBezTo>
                  <a:lnTo>
                    <a:pt x="406" y="207"/>
                  </a:lnTo>
                  <a:cubicBezTo>
                    <a:pt x="406" y="95"/>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2"/>
            <p:cNvSpPr/>
            <p:nvPr/>
          </p:nvSpPr>
          <p:spPr>
            <a:xfrm>
              <a:off x="7328132" y="1629520"/>
              <a:ext cx="10671" cy="16569"/>
            </a:xfrm>
            <a:custGeom>
              <a:rect b="b" l="l" r="r" t="t"/>
              <a:pathLst>
                <a:path extrusionOk="0" h="632" w="407">
                  <a:moveTo>
                    <a:pt x="203" y="0"/>
                  </a:moveTo>
                  <a:cubicBezTo>
                    <a:pt x="91" y="0"/>
                    <a:pt x="0" y="95"/>
                    <a:pt x="0" y="207"/>
                  </a:cubicBezTo>
                  <a:lnTo>
                    <a:pt x="0" y="428"/>
                  </a:lnTo>
                  <a:cubicBezTo>
                    <a:pt x="0" y="564"/>
                    <a:pt x="102" y="631"/>
                    <a:pt x="203" y="631"/>
                  </a:cubicBezTo>
                  <a:cubicBezTo>
                    <a:pt x="305" y="631"/>
                    <a:pt x="406" y="564"/>
                    <a:pt x="406" y="428"/>
                  </a:cubicBezTo>
                  <a:lnTo>
                    <a:pt x="406" y="207"/>
                  </a:lnTo>
                  <a:cubicBezTo>
                    <a:pt x="406" y="95"/>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2"/>
            <p:cNvSpPr/>
            <p:nvPr/>
          </p:nvSpPr>
          <p:spPr>
            <a:xfrm>
              <a:off x="7273495" y="1670104"/>
              <a:ext cx="50259" cy="16596"/>
            </a:xfrm>
            <a:custGeom>
              <a:rect b="b" l="l" r="r" t="t"/>
              <a:pathLst>
                <a:path extrusionOk="0" h="633" w="1917">
                  <a:moveTo>
                    <a:pt x="295" y="1"/>
                  </a:moveTo>
                  <a:cubicBezTo>
                    <a:pt x="136" y="1"/>
                    <a:pt x="0" y="206"/>
                    <a:pt x="150" y="354"/>
                  </a:cubicBezTo>
                  <a:cubicBezTo>
                    <a:pt x="328" y="528"/>
                    <a:pt x="632" y="633"/>
                    <a:pt x="958" y="633"/>
                  </a:cubicBezTo>
                  <a:cubicBezTo>
                    <a:pt x="1288" y="633"/>
                    <a:pt x="1588" y="528"/>
                    <a:pt x="1766" y="354"/>
                  </a:cubicBezTo>
                  <a:cubicBezTo>
                    <a:pt x="1916" y="206"/>
                    <a:pt x="1780" y="1"/>
                    <a:pt x="1621" y="1"/>
                  </a:cubicBezTo>
                  <a:cubicBezTo>
                    <a:pt x="1574" y="1"/>
                    <a:pt x="1524" y="20"/>
                    <a:pt x="1480" y="64"/>
                  </a:cubicBezTo>
                  <a:cubicBezTo>
                    <a:pt x="1404" y="136"/>
                    <a:pt x="1222" y="227"/>
                    <a:pt x="958" y="227"/>
                  </a:cubicBezTo>
                  <a:cubicBezTo>
                    <a:pt x="694" y="227"/>
                    <a:pt x="513" y="136"/>
                    <a:pt x="437" y="64"/>
                  </a:cubicBezTo>
                  <a:cubicBezTo>
                    <a:pt x="392" y="20"/>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2"/>
            <p:cNvSpPr/>
            <p:nvPr/>
          </p:nvSpPr>
          <p:spPr>
            <a:xfrm>
              <a:off x="7153891" y="1513402"/>
              <a:ext cx="289546" cy="364974"/>
            </a:xfrm>
            <a:custGeom>
              <a:rect b="b" l="l" r="r" t="t"/>
              <a:pathLst>
                <a:path extrusionOk="0" h="13921" w="11044">
                  <a:moveTo>
                    <a:pt x="9069" y="409"/>
                  </a:moveTo>
                  <a:cubicBezTo>
                    <a:pt x="8964" y="1311"/>
                    <a:pt x="8200" y="1992"/>
                    <a:pt x="7291" y="1992"/>
                  </a:cubicBezTo>
                  <a:lnTo>
                    <a:pt x="3307" y="1992"/>
                  </a:lnTo>
                  <a:cubicBezTo>
                    <a:pt x="3036" y="1992"/>
                    <a:pt x="3036" y="2401"/>
                    <a:pt x="3307" y="2401"/>
                  </a:cubicBezTo>
                  <a:lnTo>
                    <a:pt x="7295" y="2401"/>
                  </a:lnTo>
                  <a:cubicBezTo>
                    <a:pt x="7690" y="2401"/>
                    <a:pt x="8077" y="2293"/>
                    <a:pt x="8417" y="2090"/>
                  </a:cubicBezTo>
                  <a:lnTo>
                    <a:pt x="8417" y="4415"/>
                  </a:lnTo>
                  <a:cubicBezTo>
                    <a:pt x="8417" y="4527"/>
                    <a:pt x="8508" y="4618"/>
                    <a:pt x="8624" y="4618"/>
                  </a:cubicBezTo>
                  <a:lnTo>
                    <a:pt x="8733" y="4618"/>
                  </a:lnTo>
                  <a:cubicBezTo>
                    <a:pt x="8943" y="4618"/>
                    <a:pt x="9102" y="4795"/>
                    <a:pt x="9080" y="5005"/>
                  </a:cubicBezTo>
                  <a:cubicBezTo>
                    <a:pt x="9062" y="5179"/>
                    <a:pt x="8896" y="5317"/>
                    <a:pt x="8700" y="5317"/>
                  </a:cubicBezTo>
                  <a:lnTo>
                    <a:pt x="8602" y="5317"/>
                  </a:lnTo>
                  <a:lnTo>
                    <a:pt x="8602" y="5302"/>
                  </a:lnTo>
                  <a:cubicBezTo>
                    <a:pt x="8602" y="5190"/>
                    <a:pt x="8512" y="5099"/>
                    <a:pt x="8399" y="5099"/>
                  </a:cubicBezTo>
                  <a:cubicBezTo>
                    <a:pt x="8287" y="5099"/>
                    <a:pt x="8197" y="5190"/>
                    <a:pt x="8197" y="5302"/>
                  </a:cubicBezTo>
                  <a:cubicBezTo>
                    <a:pt x="8175" y="6765"/>
                    <a:pt x="6983" y="7942"/>
                    <a:pt x="5520" y="7942"/>
                  </a:cubicBezTo>
                  <a:cubicBezTo>
                    <a:pt x="4053" y="7942"/>
                    <a:pt x="2862" y="6765"/>
                    <a:pt x="2844" y="5302"/>
                  </a:cubicBezTo>
                  <a:cubicBezTo>
                    <a:pt x="2844" y="5190"/>
                    <a:pt x="2753" y="5096"/>
                    <a:pt x="2641" y="5096"/>
                  </a:cubicBezTo>
                  <a:cubicBezTo>
                    <a:pt x="2529" y="5096"/>
                    <a:pt x="2438" y="5186"/>
                    <a:pt x="2438" y="5299"/>
                  </a:cubicBezTo>
                  <a:lnTo>
                    <a:pt x="2438" y="5317"/>
                  </a:lnTo>
                  <a:lnTo>
                    <a:pt x="2311" y="5317"/>
                  </a:lnTo>
                  <a:cubicBezTo>
                    <a:pt x="2101" y="5317"/>
                    <a:pt x="1938" y="5136"/>
                    <a:pt x="1960" y="4929"/>
                  </a:cubicBezTo>
                  <a:cubicBezTo>
                    <a:pt x="1978" y="4755"/>
                    <a:pt x="2145" y="4618"/>
                    <a:pt x="2340" y="4618"/>
                  </a:cubicBezTo>
                  <a:lnTo>
                    <a:pt x="2420" y="4618"/>
                  </a:lnTo>
                  <a:cubicBezTo>
                    <a:pt x="2532" y="4618"/>
                    <a:pt x="2623" y="4527"/>
                    <a:pt x="2623" y="4415"/>
                  </a:cubicBezTo>
                  <a:lnTo>
                    <a:pt x="2623" y="2198"/>
                  </a:lnTo>
                  <a:cubicBezTo>
                    <a:pt x="2626" y="1210"/>
                    <a:pt x="3427" y="409"/>
                    <a:pt x="4412" y="409"/>
                  </a:cubicBezTo>
                  <a:close/>
                  <a:moveTo>
                    <a:pt x="3767" y="8384"/>
                  </a:moveTo>
                  <a:lnTo>
                    <a:pt x="3767" y="8790"/>
                  </a:lnTo>
                  <a:cubicBezTo>
                    <a:pt x="3767" y="8981"/>
                    <a:pt x="3645" y="9154"/>
                    <a:pt x="3465" y="9220"/>
                  </a:cubicBezTo>
                  <a:lnTo>
                    <a:pt x="3465" y="9220"/>
                  </a:lnTo>
                  <a:lnTo>
                    <a:pt x="2989" y="8902"/>
                  </a:lnTo>
                  <a:cubicBezTo>
                    <a:pt x="2753" y="8746"/>
                    <a:pt x="2862" y="8384"/>
                    <a:pt x="3144" y="8384"/>
                  </a:cubicBezTo>
                  <a:close/>
                  <a:moveTo>
                    <a:pt x="7900" y="8381"/>
                  </a:moveTo>
                  <a:cubicBezTo>
                    <a:pt x="8178" y="8381"/>
                    <a:pt x="8291" y="8746"/>
                    <a:pt x="8055" y="8902"/>
                  </a:cubicBezTo>
                  <a:lnTo>
                    <a:pt x="7577" y="9221"/>
                  </a:lnTo>
                  <a:cubicBezTo>
                    <a:pt x="7396" y="9156"/>
                    <a:pt x="7277" y="8982"/>
                    <a:pt x="7277" y="8790"/>
                  </a:cubicBezTo>
                  <a:lnTo>
                    <a:pt x="7277" y="8381"/>
                  </a:lnTo>
                  <a:close/>
                  <a:moveTo>
                    <a:pt x="7958" y="7718"/>
                  </a:moveTo>
                  <a:cubicBezTo>
                    <a:pt x="8580" y="7718"/>
                    <a:pt x="9084" y="8221"/>
                    <a:pt x="9084" y="8844"/>
                  </a:cubicBezTo>
                  <a:cubicBezTo>
                    <a:pt x="9084" y="10118"/>
                    <a:pt x="8108" y="11182"/>
                    <a:pt x="6835" y="11289"/>
                  </a:cubicBezTo>
                  <a:lnTo>
                    <a:pt x="6835" y="11289"/>
                  </a:lnTo>
                  <a:lnTo>
                    <a:pt x="6835" y="11061"/>
                  </a:lnTo>
                  <a:cubicBezTo>
                    <a:pt x="6835" y="10925"/>
                    <a:pt x="6732" y="10857"/>
                    <a:pt x="6630" y="10857"/>
                  </a:cubicBezTo>
                  <a:cubicBezTo>
                    <a:pt x="6528" y="10857"/>
                    <a:pt x="6426" y="10925"/>
                    <a:pt x="6426" y="11061"/>
                  </a:cubicBezTo>
                  <a:lnTo>
                    <a:pt x="6426" y="11300"/>
                  </a:lnTo>
                  <a:lnTo>
                    <a:pt x="4618" y="11300"/>
                  </a:lnTo>
                  <a:lnTo>
                    <a:pt x="4618" y="11061"/>
                  </a:lnTo>
                  <a:cubicBezTo>
                    <a:pt x="4618" y="10925"/>
                    <a:pt x="4517" y="10857"/>
                    <a:pt x="4415" y="10857"/>
                  </a:cubicBezTo>
                  <a:cubicBezTo>
                    <a:pt x="4314" y="10857"/>
                    <a:pt x="4213" y="10925"/>
                    <a:pt x="4213" y="11061"/>
                  </a:cubicBezTo>
                  <a:lnTo>
                    <a:pt x="4213" y="11289"/>
                  </a:lnTo>
                  <a:cubicBezTo>
                    <a:pt x="2941" y="11180"/>
                    <a:pt x="1964" y="10119"/>
                    <a:pt x="1960" y="8844"/>
                  </a:cubicBezTo>
                  <a:cubicBezTo>
                    <a:pt x="1960" y="8225"/>
                    <a:pt x="2463" y="7721"/>
                    <a:pt x="3086" y="7718"/>
                  </a:cubicBezTo>
                  <a:lnTo>
                    <a:pt x="3611" y="7718"/>
                  </a:lnTo>
                  <a:cubicBezTo>
                    <a:pt x="3662" y="7758"/>
                    <a:pt x="3716" y="7798"/>
                    <a:pt x="3767" y="7834"/>
                  </a:cubicBezTo>
                  <a:lnTo>
                    <a:pt x="3767" y="7975"/>
                  </a:lnTo>
                  <a:lnTo>
                    <a:pt x="3144" y="7975"/>
                  </a:lnTo>
                  <a:cubicBezTo>
                    <a:pt x="2460" y="7975"/>
                    <a:pt x="2188" y="8866"/>
                    <a:pt x="2760" y="9243"/>
                  </a:cubicBezTo>
                  <a:lnTo>
                    <a:pt x="5042" y="10764"/>
                  </a:lnTo>
                  <a:cubicBezTo>
                    <a:pt x="5187" y="10862"/>
                    <a:pt x="5354" y="10910"/>
                    <a:pt x="5522" y="10910"/>
                  </a:cubicBezTo>
                  <a:cubicBezTo>
                    <a:pt x="5690" y="10910"/>
                    <a:pt x="5859" y="10862"/>
                    <a:pt x="6005" y="10764"/>
                  </a:cubicBezTo>
                  <a:lnTo>
                    <a:pt x="6523" y="10420"/>
                  </a:lnTo>
                  <a:cubicBezTo>
                    <a:pt x="6708" y="10294"/>
                    <a:pt x="6586" y="10041"/>
                    <a:pt x="6411" y="10041"/>
                  </a:cubicBezTo>
                  <a:cubicBezTo>
                    <a:pt x="6374" y="10041"/>
                    <a:pt x="6335" y="10052"/>
                    <a:pt x="6295" y="10079"/>
                  </a:cubicBezTo>
                  <a:lnTo>
                    <a:pt x="5777" y="10423"/>
                  </a:lnTo>
                  <a:cubicBezTo>
                    <a:pt x="5699" y="10476"/>
                    <a:pt x="5611" y="10502"/>
                    <a:pt x="5522" y="10502"/>
                  </a:cubicBezTo>
                  <a:cubicBezTo>
                    <a:pt x="5433" y="10502"/>
                    <a:pt x="5344" y="10476"/>
                    <a:pt x="5267" y="10423"/>
                  </a:cubicBezTo>
                  <a:lnTo>
                    <a:pt x="3843" y="9474"/>
                  </a:lnTo>
                  <a:cubicBezTo>
                    <a:pt x="4053" y="9308"/>
                    <a:pt x="4173" y="9058"/>
                    <a:pt x="4176" y="8790"/>
                  </a:cubicBezTo>
                  <a:lnTo>
                    <a:pt x="4176" y="8073"/>
                  </a:lnTo>
                  <a:cubicBezTo>
                    <a:pt x="4602" y="8279"/>
                    <a:pt x="5063" y="8382"/>
                    <a:pt x="5523" y="8382"/>
                  </a:cubicBezTo>
                  <a:cubicBezTo>
                    <a:pt x="5984" y="8382"/>
                    <a:pt x="6444" y="8279"/>
                    <a:pt x="6867" y="8073"/>
                  </a:cubicBezTo>
                  <a:lnTo>
                    <a:pt x="6867" y="8790"/>
                  </a:lnTo>
                  <a:cubicBezTo>
                    <a:pt x="6871" y="9054"/>
                    <a:pt x="6994" y="9308"/>
                    <a:pt x="7204" y="9471"/>
                  </a:cubicBezTo>
                  <a:lnTo>
                    <a:pt x="7070" y="9561"/>
                  </a:lnTo>
                  <a:cubicBezTo>
                    <a:pt x="6885" y="9684"/>
                    <a:pt x="7005" y="9936"/>
                    <a:pt x="7181" y="9936"/>
                  </a:cubicBezTo>
                  <a:cubicBezTo>
                    <a:pt x="7218" y="9936"/>
                    <a:pt x="7258" y="9925"/>
                    <a:pt x="7298" y="9898"/>
                  </a:cubicBezTo>
                  <a:lnTo>
                    <a:pt x="8283" y="9243"/>
                  </a:lnTo>
                  <a:cubicBezTo>
                    <a:pt x="8855" y="8863"/>
                    <a:pt x="8589" y="7975"/>
                    <a:pt x="7904" y="7975"/>
                  </a:cubicBezTo>
                  <a:cubicBezTo>
                    <a:pt x="7902" y="7975"/>
                    <a:pt x="7901" y="7975"/>
                    <a:pt x="7900" y="7975"/>
                  </a:cubicBezTo>
                  <a:lnTo>
                    <a:pt x="7277" y="7975"/>
                  </a:lnTo>
                  <a:lnTo>
                    <a:pt x="7277" y="7834"/>
                  </a:lnTo>
                  <a:cubicBezTo>
                    <a:pt x="7331" y="7794"/>
                    <a:pt x="7382" y="7758"/>
                    <a:pt x="7432" y="7718"/>
                  </a:cubicBezTo>
                  <a:close/>
                  <a:moveTo>
                    <a:pt x="4412" y="0"/>
                  </a:moveTo>
                  <a:cubicBezTo>
                    <a:pt x="3199" y="0"/>
                    <a:pt x="2217" y="985"/>
                    <a:pt x="2217" y="2198"/>
                  </a:cubicBezTo>
                  <a:lnTo>
                    <a:pt x="2217" y="4219"/>
                  </a:lnTo>
                  <a:cubicBezTo>
                    <a:pt x="1869" y="4274"/>
                    <a:pt x="1591" y="4549"/>
                    <a:pt x="1554" y="4889"/>
                  </a:cubicBezTo>
                  <a:cubicBezTo>
                    <a:pt x="1507" y="5335"/>
                    <a:pt x="1859" y="5726"/>
                    <a:pt x="2311" y="5726"/>
                  </a:cubicBezTo>
                  <a:lnTo>
                    <a:pt x="2467" y="5726"/>
                  </a:lnTo>
                  <a:cubicBezTo>
                    <a:pt x="2550" y="6313"/>
                    <a:pt x="2800" y="6860"/>
                    <a:pt x="3188" y="7309"/>
                  </a:cubicBezTo>
                  <a:lnTo>
                    <a:pt x="3086" y="7309"/>
                  </a:lnTo>
                  <a:cubicBezTo>
                    <a:pt x="2239" y="7309"/>
                    <a:pt x="1554" y="7997"/>
                    <a:pt x="1551" y="8841"/>
                  </a:cubicBezTo>
                  <a:cubicBezTo>
                    <a:pt x="1551" y="9148"/>
                    <a:pt x="1601" y="9453"/>
                    <a:pt x="1696" y="9742"/>
                  </a:cubicBezTo>
                  <a:lnTo>
                    <a:pt x="1102" y="9916"/>
                  </a:lnTo>
                  <a:cubicBezTo>
                    <a:pt x="450" y="10112"/>
                    <a:pt x="4" y="10709"/>
                    <a:pt x="1" y="11390"/>
                  </a:cubicBezTo>
                  <a:lnTo>
                    <a:pt x="1" y="13719"/>
                  </a:lnTo>
                  <a:cubicBezTo>
                    <a:pt x="1" y="13853"/>
                    <a:pt x="103" y="13920"/>
                    <a:pt x="205" y="13920"/>
                  </a:cubicBezTo>
                  <a:cubicBezTo>
                    <a:pt x="308" y="13920"/>
                    <a:pt x="410" y="13853"/>
                    <a:pt x="410" y="13719"/>
                  </a:cubicBezTo>
                  <a:lnTo>
                    <a:pt x="410" y="11390"/>
                  </a:lnTo>
                  <a:cubicBezTo>
                    <a:pt x="410" y="10890"/>
                    <a:pt x="739" y="10452"/>
                    <a:pt x="1217" y="10307"/>
                  </a:cubicBezTo>
                  <a:lnTo>
                    <a:pt x="1851" y="10123"/>
                  </a:lnTo>
                  <a:cubicBezTo>
                    <a:pt x="2304" y="11024"/>
                    <a:pt x="3202" y="11626"/>
                    <a:pt x="4213" y="11698"/>
                  </a:cubicBezTo>
                  <a:lnTo>
                    <a:pt x="4213" y="13719"/>
                  </a:lnTo>
                  <a:cubicBezTo>
                    <a:pt x="4213" y="13853"/>
                    <a:pt x="4314" y="13920"/>
                    <a:pt x="4415" y="13920"/>
                  </a:cubicBezTo>
                  <a:cubicBezTo>
                    <a:pt x="4517" y="13920"/>
                    <a:pt x="4618" y="13853"/>
                    <a:pt x="4618" y="13719"/>
                  </a:cubicBezTo>
                  <a:lnTo>
                    <a:pt x="4618" y="11705"/>
                  </a:lnTo>
                  <a:lnTo>
                    <a:pt x="6426" y="11705"/>
                  </a:lnTo>
                  <a:lnTo>
                    <a:pt x="6426" y="13719"/>
                  </a:lnTo>
                  <a:cubicBezTo>
                    <a:pt x="6426" y="13853"/>
                    <a:pt x="6528" y="13920"/>
                    <a:pt x="6630" y="13920"/>
                  </a:cubicBezTo>
                  <a:cubicBezTo>
                    <a:pt x="6732" y="13920"/>
                    <a:pt x="6835" y="13853"/>
                    <a:pt x="6835" y="13719"/>
                  </a:cubicBezTo>
                  <a:lnTo>
                    <a:pt x="6835" y="11698"/>
                  </a:lnTo>
                  <a:cubicBezTo>
                    <a:pt x="7842" y="11626"/>
                    <a:pt x="8736" y="11028"/>
                    <a:pt x="9193" y="10123"/>
                  </a:cubicBezTo>
                  <a:lnTo>
                    <a:pt x="9826" y="10311"/>
                  </a:lnTo>
                  <a:cubicBezTo>
                    <a:pt x="10304" y="10452"/>
                    <a:pt x="10634" y="10890"/>
                    <a:pt x="10634" y="11390"/>
                  </a:cubicBezTo>
                  <a:lnTo>
                    <a:pt x="10634" y="13719"/>
                  </a:lnTo>
                  <a:cubicBezTo>
                    <a:pt x="10634" y="13853"/>
                    <a:pt x="10736" y="13920"/>
                    <a:pt x="10839" y="13920"/>
                  </a:cubicBezTo>
                  <a:cubicBezTo>
                    <a:pt x="10941" y="13920"/>
                    <a:pt x="11043" y="13853"/>
                    <a:pt x="11043" y="13719"/>
                  </a:cubicBezTo>
                  <a:lnTo>
                    <a:pt x="11043" y="11390"/>
                  </a:lnTo>
                  <a:cubicBezTo>
                    <a:pt x="11040" y="10709"/>
                    <a:pt x="10591" y="10112"/>
                    <a:pt x="9942" y="9920"/>
                  </a:cubicBezTo>
                  <a:lnTo>
                    <a:pt x="9345" y="9742"/>
                  </a:lnTo>
                  <a:cubicBezTo>
                    <a:pt x="9442" y="9453"/>
                    <a:pt x="9490" y="9148"/>
                    <a:pt x="9490" y="8844"/>
                  </a:cubicBezTo>
                  <a:cubicBezTo>
                    <a:pt x="9490" y="7997"/>
                    <a:pt x="8805" y="7312"/>
                    <a:pt x="7958" y="7312"/>
                  </a:cubicBezTo>
                  <a:lnTo>
                    <a:pt x="7856" y="7312"/>
                  </a:lnTo>
                  <a:cubicBezTo>
                    <a:pt x="8244" y="6863"/>
                    <a:pt x="8494" y="6313"/>
                    <a:pt x="8577" y="5726"/>
                  </a:cubicBezTo>
                  <a:lnTo>
                    <a:pt x="8700" y="5726"/>
                  </a:lnTo>
                  <a:cubicBezTo>
                    <a:pt x="9106" y="5726"/>
                    <a:pt x="9450" y="5429"/>
                    <a:pt x="9486" y="5049"/>
                  </a:cubicBezTo>
                  <a:cubicBezTo>
                    <a:pt x="9529" y="4636"/>
                    <a:pt x="9236" y="4270"/>
                    <a:pt x="8827" y="4219"/>
                  </a:cubicBezTo>
                  <a:lnTo>
                    <a:pt x="8827" y="1778"/>
                  </a:lnTo>
                  <a:cubicBezTo>
                    <a:pt x="9250" y="1365"/>
                    <a:pt x="9490" y="797"/>
                    <a:pt x="9490" y="203"/>
                  </a:cubicBezTo>
                  <a:cubicBezTo>
                    <a:pt x="9490" y="91"/>
                    <a:pt x="9399" y="0"/>
                    <a:pt x="9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2"/>
            <p:cNvSpPr/>
            <p:nvPr/>
          </p:nvSpPr>
          <p:spPr>
            <a:xfrm>
              <a:off x="7250555" y="1609935"/>
              <a:ext cx="26585" cy="12951"/>
            </a:xfrm>
            <a:custGeom>
              <a:rect b="b" l="l" r="r" t="t"/>
              <a:pathLst>
                <a:path extrusionOk="0" h="494" w="1014">
                  <a:moveTo>
                    <a:pt x="734" y="0"/>
                  </a:moveTo>
                  <a:cubicBezTo>
                    <a:pt x="720" y="0"/>
                    <a:pt x="704" y="2"/>
                    <a:pt x="689" y="5"/>
                  </a:cubicBezTo>
                  <a:lnTo>
                    <a:pt x="247" y="88"/>
                  </a:lnTo>
                  <a:cubicBezTo>
                    <a:pt x="1" y="132"/>
                    <a:pt x="33" y="494"/>
                    <a:pt x="283" y="494"/>
                  </a:cubicBezTo>
                  <a:cubicBezTo>
                    <a:pt x="294" y="490"/>
                    <a:pt x="308" y="490"/>
                    <a:pt x="319" y="490"/>
                  </a:cubicBezTo>
                  <a:lnTo>
                    <a:pt x="765" y="407"/>
                  </a:lnTo>
                  <a:cubicBezTo>
                    <a:pt x="1013" y="359"/>
                    <a:pt x="964" y="0"/>
                    <a:pt x="7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2"/>
            <p:cNvSpPr/>
            <p:nvPr/>
          </p:nvSpPr>
          <p:spPr>
            <a:xfrm>
              <a:off x="7320084" y="1609935"/>
              <a:ext cx="26689" cy="12951"/>
            </a:xfrm>
            <a:custGeom>
              <a:rect b="b" l="l" r="r" t="t"/>
              <a:pathLst>
                <a:path extrusionOk="0" h="494" w="1018">
                  <a:moveTo>
                    <a:pt x="281" y="0"/>
                  </a:moveTo>
                  <a:cubicBezTo>
                    <a:pt x="53" y="0"/>
                    <a:pt x="1" y="359"/>
                    <a:pt x="253" y="407"/>
                  </a:cubicBezTo>
                  <a:lnTo>
                    <a:pt x="695" y="490"/>
                  </a:lnTo>
                  <a:cubicBezTo>
                    <a:pt x="706" y="490"/>
                    <a:pt x="720" y="490"/>
                    <a:pt x="735" y="494"/>
                  </a:cubicBezTo>
                  <a:cubicBezTo>
                    <a:pt x="981" y="494"/>
                    <a:pt x="1017" y="132"/>
                    <a:pt x="771" y="88"/>
                  </a:cubicBezTo>
                  <a:lnTo>
                    <a:pt x="326" y="5"/>
                  </a:lnTo>
                  <a:cubicBezTo>
                    <a:pt x="310" y="2"/>
                    <a:pt x="295"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0" name="Google Shape;13060;p82"/>
          <p:cNvGrpSpPr/>
          <p:nvPr/>
        </p:nvGrpSpPr>
        <p:grpSpPr>
          <a:xfrm>
            <a:off x="6255941" y="3797550"/>
            <a:ext cx="284958" cy="364974"/>
            <a:chOff x="6255941" y="3797550"/>
            <a:chExt cx="284958" cy="364974"/>
          </a:xfrm>
        </p:grpSpPr>
        <p:sp>
          <p:nvSpPr>
            <p:cNvPr id="13061" name="Google Shape;13061;p82"/>
            <p:cNvSpPr/>
            <p:nvPr/>
          </p:nvSpPr>
          <p:spPr>
            <a:xfrm>
              <a:off x="6261342" y="3999818"/>
              <a:ext cx="274235" cy="157357"/>
            </a:xfrm>
            <a:custGeom>
              <a:rect b="b" l="l" r="r" t="t"/>
              <a:pathLst>
                <a:path extrusionOk="0" h="6002" w="10460">
                  <a:moveTo>
                    <a:pt x="3705" y="0"/>
                  </a:moveTo>
                  <a:cubicBezTo>
                    <a:pt x="3705" y="677"/>
                    <a:pt x="3260" y="1275"/>
                    <a:pt x="2608" y="1463"/>
                  </a:cubicBezTo>
                  <a:lnTo>
                    <a:pt x="938" y="1956"/>
                  </a:lnTo>
                  <a:cubicBezTo>
                    <a:pt x="381" y="2119"/>
                    <a:pt x="0" y="2630"/>
                    <a:pt x="0" y="3213"/>
                  </a:cubicBezTo>
                  <a:lnTo>
                    <a:pt x="0" y="6001"/>
                  </a:lnTo>
                  <a:lnTo>
                    <a:pt x="10460" y="6001"/>
                  </a:lnTo>
                  <a:lnTo>
                    <a:pt x="10460" y="3213"/>
                  </a:lnTo>
                  <a:cubicBezTo>
                    <a:pt x="10460" y="2630"/>
                    <a:pt x="10080" y="2119"/>
                    <a:pt x="9522" y="1956"/>
                  </a:cubicBezTo>
                  <a:lnTo>
                    <a:pt x="7849" y="1463"/>
                  </a:lnTo>
                  <a:cubicBezTo>
                    <a:pt x="7200" y="1275"/>
                    <a:pt x="6755" y="677"/>
                    <a:pt x="675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2"/>
            <p:cNvSpPr/>
            <p:nvPr/>
          </p:nvSpPr>
          <p:spPr>
            <a:xfrm>
              <a:off x="6307013" y="3802977"/>
              <a:ext cx="182815" cy="285640"/>
            </a:xfrm>
            <a:custGeom>
              <a:rect b="b" l="l" r="r" t="t"/>
              <a:pathLst>
                <a:path extrusionOk="0" h="10895" w="6973">
                  <a:moveTo>
                    <a:pt x="3488" y="0"/>
                  </a:moveTo>
                  <a:cubicBezTo>
                    <a:pt x="1561" y="0"/>
                    <a:pt x="0" y="1558"/>
                    <a:pt x="0" y="3484"/>
                  </a:cubicBezTo>
                  <a:lnTo>
                    <a:pt x="0" y="5009"/>
                  </a:lnTo>
                  <a:cubicBezTo>
                    <a:pt x="0" y="8280"/>
                    <a:pt x="3488" y="9370"/>
                    <a:pt x="3488" y="10894"/>
                  </a:cubicBezTo>
                  <a:cubicBezTo>
                    <a:pt x="3488" y="9370"/>
                    <a:pt x="6972" y="8280"/>
                    <a:pt x="6972" y="5009"/>
                  </a:cubicBezTo>
                  <a:lnTo>
                    <a:pt x="6972" y="3484"/>
                  </a:lnTo>
                  <a:cubicBezTo>
                    <a:pt x="6972" y="1558"/>
                    <a:pt x="5411" y="0"/>
                    <a:pt x="3488"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2"/>
            <p:cNvSpPr/>
            <p:nvPr/>
          </p:nvSpPr>
          <p:spPr>
            <a:xfrm>
              <a:off x="6381261" y="3997143"/>
              <a:ext cx="34397" cy="80068"/>
            </a:xfrm>
            <a:custGeom>
              <a:rect b="b" l="l" r="r" t="t"/>
              <a:pathLst>
                <a:path extrusionOk="0" h="3054" w="1312">
                  <a:moveTo>
                    <a:pt x="1" y="1"/>
                  </a:moveTo>
                  <a:lnTo>
                    <a:pt x="1" y="2181"/>
                  </a:lnTo>
                  <a:lnTo>
                    <a:pt x="656" y="3054"/>
                  </a:lnTo>
                  <a:lnTo>
                    <a:pt x="1312" y="2181"/>
                  </a:lnTo>
                  <a:lnTo>
                    <a:pt x="13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2"/>
            <p:cNvSpPr/>
            <p:nvPr/>
          </p:nvSpPr>
          <p:spPr>
            <a:xfrm>
              <a:off x="6341279" y="3940094"/>
              <a:ext cx="114256" cy="65439"/>
            </a:xfrm>
            <a:custGeom>
              <a:rect b="b" l="l" r="r" t="t"/>
              <a:pathLst>
                <a:path extrusionOk="0" h="2496" w="4358">
                  <a:moveTo>
                    <a:pt x="1" y="0"/>
                  </a:moveTo>
                  <a:lnTo>
                    <a:pt x="1" y="1152"/>
                  </a:lnTo>
                  <a:cubicBezTo>
                    <a:pt x="1" y="1507"/>
                    <a:pt x="218" y="1829"/>
                    <a:pt x="548" y="1963"/>
                  </a:cubicBezTo>
                  <a:lnTo>
                    <a:pt x="1616" y="2387"/>
                  </a:lnTo>
                  <a:cubicBezTo>
                    <a:pt x="1797" y="2459"/>
                    <a:pt x="1989" y="2495"/>
                    <a:pt x="2181" y="2495"/>
                  </a:cubicBezTo>
                  <a:cubicBezTo>
                    <a:pt x="2373" y="2495"/>
                    <a:pt x="2565" y="2459"/>
                    <a:pt x="2746" y="2387"/>
                  </a:cubicBezTo>
                  <a:lnTo>
                    <a:pt x="3811" y="1963"/>
                  </a:lnTo>
                  <a:cubicBezTo>
                    <a:pt x="4141" y="1829"/>
                    <a:pt x="4358" y="1507"/>
                    <a:pt x="4358" y="1152"/>
                  </a:cubicBezTo>
                  <a:lnTo>
                    <a:pt x="43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2"/>
            <p:cNvSpPr/>
            <p:nvPr/>
          </p:nvSpPr>
          <p:spPr>
            <a:xfrm>
              <a:off x="6329901" y="3825760"/>
              <a:ext cx="137144" cy="137144"/>
            </a:xfrm>
            <a:custGeom>
              <a:rect b="b" l="l" r="r" t="t"/>
              <a:pathLst>
                <a:path extrusionOk="0" h="5231" w="5231">
                  <a:moveTo>
                    <a:pt x="2611" y="0"/>
                  </a:moveTo>
                  <a:cubicBezTo>
                    <a:pt x="2595" y="0"/>
                    <a:pt x="2580" y="0"/>
                    <a:pt x="2565" y="1"/>
                  </a:cubicBezTo>
                  <a:cubicBezTo>
                    <a:pt x="1127" y="26"/>
                    <a:pt x="0" y="1265"/>
                    <a:pt x="0" y="2702"/>
                  </a:cubicBezTo>
                  <a:lnTo>
                    <a:pt x="0" y="3890"/>
                  </a:lnTo>
                  <a:cubicBezTo>
                    <a:pt x="0" y="4169"/>
                    <a:pt x="181" y="4419"/>
                    <a:pt x="446" y="4510"/>
                  </a:cubicBezTo>
                  <a:lnTo>
                    <a:pt x="1308" y="4796"/>
                  </a:lnTo>
                  <a:cubicBezTo>
                    <a:pt x="1308" y="5035"/>
                    <a:pt x="1503" y="5230"/>
                    <a:pt x="1742" y="5230"/>
                  </a:cubicBezTo>
                  <a:lnTo>
                    <a:pt x="3488" y="5230"/>
                  </a:lnTo>
                  <a:cubicBezTo>
                    <a:pt x="3727" y="5230"/>
                    <a:pt x="3923" y="5035"/>
                    <a:pt x="3923" y="4796"/>
                  </a:cubicBezTo>
                  <a:lnTo>
                    <a:pt x="4781" y="4510"/>
                  </a:lnTo>
                  <a:cubicBezTo>
                    <a:pt x="5049" y="4419"/>
                    <a:pt x="5230" y="4169"/>
                    <a:pt x="5230" y="3890"/>
                  </a:cubicBezTo>
                  <a:lnTo>
                    <a:pt x="5230" y="2615"/>
                  </a:lnTo>
                  <a:cubicBezTo>
                    <a:pt x="5230" y="1168"/>
                    <a:pt x="4053" y="0"/>
                    <a:pt x="261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2"/>
            <p:cNvSpPr/>
            <p:nvPr/>
          </p:nvSpPr>
          <p:spPr>
            <a:xfrm>
              <a:off x="6329901" y="3825760"/>
              <a:ext cx="85757" cy="128492"/>
            </a:xfrm>
            <a:custGeom>
              <a:rect b="b" l="l" r="r" t="t"/>
              <a:pathLst>
                <a:path extrusionOk="0" h="4901" w="3271">
                  <a:moveTo>
                    <a:pt x="2604" y="0"/>
                  </a:moveTo>
                  <a:cubicBezTo>
                    <a:pt x="2591" y="0"/>
                    <a:pt x="2578" y="0"/>
                    <a:pt x="2565" y="1"/>
                  </a:cubicBezTo>
                  <a:cubicBezTo>
                    <a:pt x="1127" y="26"/>
                    <a:pt x="0" y="1261"/>
                    <a:pt x="0" y="2702"/>
                  </a:cubicBezTo>
                  <a:lnTo>
                    <a:pt x="0" y="3887"/>
                  </a:lnTo>
                  <a:cubicBezTo>
                    <a:pt x="0" y="4169"/>
                    <a:pt x="181" y="4419"/>
                    <a:pt x="446" y="4510"/>
                  </a:cubicBezTo>
                  <a:lnTo>
                    <a:pt x="1080" y="4720"/>
                  </a:lnTo>
                  <a:cubicBezTo>
                    <a:pt x="1177" y="4752"/>
                    <a:pt x="1257" y="4814"/>
                    <a:pt x="1311" y="4901"/>
                  </a:cubicBezTo>
                  <a:lnTo>
                    <a:pt x="1311" y="2615"/>
                  </a:lnTo>
                  <a:lnTo>
                    <a:pt x="1308" y="2615"/>
                  </a:lnTo>
                  <a:cubicBezTo>
                    <a:pt x="1308" y="1424"/>
                    <a:pt x="2115" y="384"/>
                    <a:pt x="3271" y="87"/>
                  </a:cubicBezTo>
                  <a:cubicBezTo>
                    <a:pt x="3052" y="29"/>
                    <a:pt x="2830" y="0"/>
                    <a:pt x="26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2"/>
            <p:cNvSpPr/>
            <p:nvPr/>
          </p:nvSpPr>
          <p:spPr>
            <a:xfrm>
              <a:off x="6352684" y="3894318"/>
              <a:ext cx="34292" cy="34292"/>
            </a:xfrm>
            <a:custGeom>
              <a:rect b="b" l="l" r="r" t="t"/>
              <a:pathLst>
                <a:path extrusionOk="0" h="1308" w="1308">
                  <a:moveTo>
                    <a:pt x="656" y="0"/>
                  </a:moveTo>
                  <a:cubicBezTo>
                    <a:pt x="294" y="0"/>
                    <a:pt x="1" y="294"/>
                    <a:pt x="1" y="656"/>
                  </a:cubicBezTo>
                  <a:cubicBezTo>
                    <a:pt x="1" y="1015"/>
                    <a:pt x="294" y="1308"/>
                    <a:pt x="656" y="1308"/>
                  </a:cubicBezTo>
                  <a:cubicBezTo>
                    <a:pt x="1018" y="1308"/>
                    <a:pt x="1308" y="1015"/>
                    <a:pt x="1308" y="656"/>
                  </a:cubicBezTo>
                  <a:cubicBezTo>
                    <a:pt x="1308" y="294"/>
                    <a:pt x="1018"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2"/>
            <p:cNvSpPr/>
            <p:nvPr/>
          </p:nvSpPr>
          <p:spPr>
            <a:xfrm>
              <a:off x="6348411" y="3894214"/>
              <a:ext cx="42944" cy="25850"/>
            </a:xfrm>
            <a:custGeom>
              <a:rect b="b" l="l" r="r" t="t"/>
              <a:pathLst>
                <a:path extrusionOk="0" h="986" w="1638">
                  <a:moveTo>
                    <a:pt x="819" y="1"/>
                  </a:moveTo>
                  <a:cubicBezTo>
                    <a:pt x="312" y="1"/>
                    <a:pt x="1" y="551"/>
                    <a:pt x="254" y="986"/>
                  </a:cubicBezTo>
                  <a:cubicBezTo>
                    <a:pt x="370" y="783"/>
                    <a:pt x="587" y="660"/>
                    <a:pt x="819" y="660"/>
                  </a:cubicBezTo>
                  <a:cubicBezTo>
                    <a:pt x="1051" y="660"/>
                    <a:pt x="1268" y="783"/>
                    <a:pt x="1380" y="986"/>
                  </a:cubicBezTo>
                  <a:cubicBezTo>
                    <a:pt x="1638" y="551"/>
                    <a:pt x="1326" y="1"/>
                    <a:pt x="819"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2"/>
            <p:cNvSpPr/>
            <p:nvPr/>
          </p:nvSpPr>
          <p:spPr>
            <a:xfrm>
              <a:off x="6409838" y="3894318"/>
              <a:ext cx="34319" cy="34292"/>
            </a:xfrm>
            <a:custGeom>
              <a:rect b="b" l="l" r="r" t="t"/>
              <a:pathLst>
                <a:path extrusionOk="0" h="1308" w="1309">
                  <a:moveTo>
                    <a:pt x="656" y="0"/>
                  </a:moveTo>
                  <a:cubicBezTo>
                    <a:pt x="294" y="0"/>
                    <a:pt x="1" y="294"/>
                    <a:pt x="1" y="656"/>
                  </a:cubicBezTo>
                  <a:cubicBezTo>
                    <a:pt x="1" y="1015"/>
                    <a:pt x="294" y="1308"/>
                    <a:pt x="656" y="1308"/>
                  </a:cubicBezTo>
                  <a:cubicBezTo>
                    <a:pt x="1019" y="1308"/>
                    <a:pt x="1308" y="1015"/>
                    <a:pt x="1308" y="656"/>
                  </a:cubicBezTo>
                  <a:cubicBezTo>
                    <a:pt x="1308" y="294"/>
                    <a:pt x="1019"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2"/>
            <p:cNvSpPr/>
            <p:nvPr/>
          </p:nvSpPr>
          <p:spPr>
            <a:xfrm>
              <a:off x="6405486" y="3894214"/>
              <a:ext cx="43023" cy="25850"/>
            </a:xfrm>
            <a:custGeom>
              <a:rect b="b" l="l" r="r" t="t"/>
              <a:pathLst>
                <a:path extrusionOk="0" h="986" w="1641">
                  <a:moveTo>
                    <a:pt x="822" y="1"/>
                  </a:moveTo>
                  <a:cubicBezTo>
                    <a:pt x="315" y="1"/>
                    <a:pt x="0" y="551"/>
                    <a:pt x="257" y="986"/>
                  </a:cubicBezTo>
                  <a:cubicBezTo>
                    <a:pt x="373" y="783"/>
                    <a:pt x="591" y="660"/>
                    <a:pt x="822" y="660"/>
                  </a:cubicBezTo>
                  <a:cubicBezTo>
                    <a:pt x="1054" y="660"/>
                    <a:pt x="1268" y="783"/>
                    <a:pt x="1384" y="986"/>
                  </a:cubicBezTo>
                  <a:cubicBezTo>
                    <a:pt x="1641" y="551"/>
                    <a:pt x="1329" y="1"/>
                    <a:pt x="82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2"/>
            <p:cNvSpPr/>
            <p:nvPr/>
          </p:nvSpPr>
          <p:spPr>
            <a:xfrm>
              <a:off x="6339759" y="3888996"/>
              <a:ext cx="52645" cy="45015"/>
            </a:xfrm>
            <a:custGeom>
              <a:rect b="b" l="l" r="r" t="t"/>
              <a:pathLst>
                <a:path extrusionOk="0" h="1717" w="2008">
                  <a:moveTo>
                    <a:pt x="1145" y="408"/>
                  </a:moveTo>
                  <a:cubicBezTo>
                    <a:pt x="1376" y="408"/>
                    <a:pt x="1598" y="587"/>
                    <a:pt x="1598" y="859"/>
                  </a:cubicBezTo>
                  <a:cubicBezTo>
                    <a:pt x="1598" y="1105"/>
                    <a:pt x="1399" y="1308"/>
                    <a:pt x="1149" y="1308"/>
                  </a:cubicBezTo>
                  <a:cubicBezTo>
                    <a:pt x="747" y="1308"/>
                    <a:pt x="548" y="823"/>
                    <a:pt x="830" y="540"/>
                  </a:cubicBezTo>
                  <a:cubicBezTo>
                    <a:pt x="922" y="449"/>
                    <a:pt x="1034" y="408"/>
                    <a:pt x="1145" y="408"/>
                  </a:cubicBezTo>
                  <a:close/>
                  <a:moveTo>
                    <a:pt x="1149" y="1"/>
                  </a:moveTo>
                  <a:cubicBezTo>
                    <a:pt x="385" y="1"/>
                    <a:pt x="1" y="924"/>
                    <a:pt x="544" y="1464"/>
                  </a:cubicBezTo>
                  <a:cubicBezTo>
                    <a:pt x="719" y="1639"/>
                    <a:pt x="934" y="1717"/>
                    <a:pt x="1145" y="1717"/>
                  </a:cubicBezTo>
                  <a:cubicBezTo>
                    <a:pt x="1585" y="1717"/>
                    <a:pt x="2007" y="1376"/>
                    <a:pt x="2007" y="859"/>
                  </a:cubicBezTo>
                  <a:cubicBezTo>
                    <a:pt x="2007" y="385"/>
                    <a:pt x="1624" y="1"/>
                    <a:pt x="1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2"/>
            <p:cNvSpPr/>
            <p:nvPr/>
          </p:nvSpPr>
          <p:spPr>
            <a:xfrm>
              <a:off x="6396939" y="3888996"/>
              <a:ext cx="52619" cy="45015"/>
            </a:xfrm>
            <a:custGeom>
              <a:rect b="b" l="l" r="r" t="t"/>
              <a:pathLst>
                <a:path extrusionOk="0" h="1717" w="2007">
                  <a:moveTo>
                    <a:pt x="1144" y="408"/>
                  </a:moveTo>
                  <a:cubicBezTo>
                    <a:pt x="1375" y="408"/>
                    <a:pt x="1597" y="587"/>
                    <a:pt x="1597" y="859"/>
                  </a:cubicBezTo>
                  <a:cubicBezTo>
                    <a:pt x="1597" y="1105"/>
                    <a:pt x="1395" y="1308"/>
                    <a:pt x="1148" y="1308"/>
                  </a:cubicBezTo>
                  <a:cubicBezTo>
                    <a:pt x="746" y="1308"/>
                    <a:pt x="547" y="823"/>
                    <a:pt x="830" y="540"/>
                  </a:cubicBezTo>
                  <a:cubicBezTo>
                    <a:pt x="921" y="449"/>
                    <a:pt x="1034" y="408"/>
                    <a:pt x="1144" y="408"/>
                  </a:cubicBezTo>
                  <a:close/>
                  <a:moveTo>
                    <a:pt x="1148" y="1"/>
                  </a:moveTo>
                  <a:cubicBezTo>
                    <a:pt x="384" y="1"/>
                    <a:pt x="0" y="924"/>
                    <a:pt x="540" y="1464"/>
                  </a:cubicBezTo>
                  <a:cubicBezTo>
                    <a:pt x="716" y="1639"/>
                    <a:pt x="932" y="1717"/>
                    <a:pt x="1143" y="1717"/>
                  </a:cubicBezTo>
                  <a:cubicBezTo>
                    <a:pt x="1584" y="1717"/>
                    <a:pt x="2007" y="1376"/>
                    <a:pt x="2007" y="859"/>
                  </a:cubicBezTo>
                  <a:cubicBezTo>
                    <a:pt x="2003" y="385"/>
                    <a:pt x="1623" y="1"/>
                    <a:pt x="1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2"/>
            <p:cNvSpPr/>
            <p:nvPr/>
          </p:nvSpPr>
          <p:spPr>
            <a:xfrm>
              <a:off x="6393138" y="3928978"/>
              <a:ext cx="10671" cy="16412"/>
            </a:xfrm>
            <a:custGeom>
              <a:rect b="b" l="l" r="r" t="t"/>
              <a:pathLst>
                <a:path extrusionOk="0" h="626" w="407">
                  <a:moveTo>
                    <a:pt x="203" y="0"/>
                  </a:moveTo>
                  <a:cubicBezTo>
                    <a:pt x="91" y="0"/>
                    <a:pt x="0" y="91"/>
                    <a:pt x="0" y="203"/>
                  </a:cubicBezTo>
                  <a:lnTo>
                    <a:pt x="0" y="424"/>
                  </a:lnTo>
                  <a:cubicBezTo>
                    <a:pt x="0" y="558"/>
                    <a:pt x="102" y="625"/>
                    <a:pt x="203" y="625"/>
                  </a:cubicBezTo>
                  <a:cubicBezTo>
                    <a:pt x="305" y="625"/>
                    <a:pt x="406" y="558"/>
                    <a:pt x="406" y="424"/>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2"/>
            <p:cNvSpPr/>
            <p:nvPr/>
          </p:nvSpPr>
          <p:spPr>
            <a:xfrm>
              <a:off x="6255941" y="3797550"/>
              <a:ext cx="284958" cy="364974"/>
            </a:xfrm>
            <a:custGeom>
              <a:rect b="b" l="l" r="r" t="t"/>
              <a:pathLst>
                <a:path extrusionOk="0" h="13921" w="10869">
                  <a:moveTo>
                    <a:pt x="7410" y="5864"/>
                  </a:moveTo>
                  <a:lnTo>
                    <a:pt x="7410" y="6589"/>
                  </a:lnTo>
                  <a:cubicBezTo>
                    <a:pt x="7410" y="6860"/>
                    <a:pt x="7243" y="7107"/>
                    <a:pt x="6990" y="7208"/>
                  </a:cubicBezTo>
                  <a:lnTo>
                    <a:pt x="5925" y="7635"/>
                  </a:lnTo>
                  <a:cubicBezTo>
                    <a:pt x="5768" y="7699"/>
                    <a:pt x="5601" y="7731"/>
                    <a:pt x="5434" y="7731"/>
                  </a:cubicBezTo>
                  <a:cubicBezTo>
                    <a:pt x="5268" y="7731"/>
                    <a:pt x="5101" y="7699"/>
                    <a:pt x="4944" y="7635"/>
                  </a:cubicBezTo>
                  <a:lnTo>
                    <a:pt x="3879" y="7208"/>
                  </a:lnTo>
                  <a:cubicBezTo>
                    <a:pt x="3625" y="7107"/>
                    <a:pt x="3459" y="6860"/>
                    <a:pt x="3459" y="6589"/>
                  </a:cubicBezTo>
                  <a:lnTo>
                    <a:pt x="3459" y="5864"/>
                  </a:lnTo>
                  <a:lnTo>
                    <a:pt x="3462" y="5864"/>
                  </a:lnTo>
                  <a:lnTo>
                    <a:pt x="3944" y="6024"/>
                  </a:lnTo>
                  <a:cubicBezTo>
                    <a:pt x="4013" y="6310"/>
                    <a:pt x="4270" y="6513"/>
                    <a:pt x="4563" y="6513"/>
                  </a:cubicBezTo>
                  <a:lnTo>
                    <a:pt x="4578" y="6513"/>
                  </a:lnTo>
                  <a:lnTo>
                    <a:pt x="4578" y="6527"/>
                  </a:lnTo>
                  <a:cubicBezTo>
                    <a:pt x="4578" y="6663"/>
                    <a:pt x="4680" y="6731"/>
                    <a:pt x="4782" y="6731"/>
                  </a:cubicBezTo>
                  <a:cubicBezTo>
                    <a:pt x="4885" y="6731"/>
                    <a:pt x="4987" y="6663"/>
                    <a:pt x="4987" y="6527"/>
                  </a:cubicBezTo>
                  <a:lnTo>
                    <a:pt x="4987" y="6513"/>
                  </a:lnTo>
                  <a:lnTo>
                    <a:pt x="5233" y="6513"/>
                  </a:lnTo>
                  <a:lnTo>
                    <a:pt x="5233" y="6527"/>
                  </a:lnTo>
                  <a:cubicBezTo>
                    <a:pt x="5233" y="6663"/>
                    <a:pt x="5335" y="6731"/>
                    <a:pt x="5436" y="6731"/>
                  </a:cubicBezTo>
                  <a:cubicBezTo>
                    <a:pt x="5538" y="6731"/>
                    <a:pt x="5639" y="6663"/>
                    <a:pt x="5639" y="6527"/>
                  </a:cubicBezTo>
                  <a:lnTo>
                    <a:pt x="5639" y="6513"/>
                  </a:lnTo>
                  <a:lnTo>
                    <a:pt x="5885" y="6513"/>
                  </a:lnTo>
                  <a:lnTo>
                    <a:pt x="5885" y="6527"/>
                  </a:lnTo>
                  <a:cubicBezTo>
                    <a:pt x="5885" y="6663"/>
                    <a:pt x="5987" y="6731"/>
                    <a:pt x="6088" y="6731"/>
                  </a:cubicBezTo>
                  <a:cubicBezTo>
                    <a:pt x="6190" y="6731"/>
                    <a:pt x="6291" y="6663"/>
                    <a:pt x="6291" y="6527"/>
                  </a:cubicBezTo>
                  <a:lnTo>
                    <a:pt x="6291" y="6513"/>
                  </a:lnTo>
                  <a:lnTo>
                    <a:pt x="6305" y="6513"/>
                  </a:lnTo>
                  <a:cubicBezTo>
                    <a:pt x="6599" y="6513"/>
                    <a:pt x="6856" y="6310"/>
                    <a:pt x="6928" y="6024"/>
                  </a:cubicBezTo>
                  <a:lnTo>
                    <a:pt x="7410" y="5864"/>
                  </a:lnTo>
                  <a:close/>
                  <a:moveTo>
                    <a:pt x="5885" y="8077"/>
                  </a:moveTo>
                  <a:lnTo>
                    <a:pt x="5885" y="8501"/>
                  </a:lnTo>
                  <a:lnTo>
                    <a:pt x="4987" y="8501"/>
                  </a:lnTo>
                  <a:lnTo>
                    <a:pt x="4987" y="8077"/>
                  </a:lnTo>
                  <a:cubicBezTo>
                    <a:pt x="5132" y="8117"/>
                    <a:pt x="5284" y="8139"/>
                    <a:pt x="5436" y="8139"/>
                  </a:cubicBezTo>
                  <a:cubicBezTo>
                    <a:pt x="5588" y="8139"/>
                    <a:pt x="5740" y="8117"/>
                    <a:pt x="5885" y="8077"/>
                  </a:cubicBezTo>
                  <a:close/>
                  <a:moveTo>
                    <a:pt x="5885" y="8907"/>
                  </a:moveTo>
                  <a:lnTo>
                    <a:pt x="5885" y="9374"/>
                  </a:lnTo>
                  <a:lnTo>
                    <a:pt x="4987" y="9374"/>
                  </a:lnTo>
                  <a:lnTo>
                    <a:pt x="4987" y="8907"/>
                  </a:lnTo>
                  <a:close/>
                  <a:moveTo>
                    <a:pt x="5436" y="370"/>
                  </a:moveTo>
                  <a:cubicBezTo>
                    <a:pt x="7265" y="370"/>
                    <a:pt x="8743" y="1862"/>
                    <a:pt x="8721" y="3691"/>
                  </a:cubicBezTo>
                  <a:lnTo>
                    <a:pt x="8721" y="5216"/>
                  </a:lnTo>
                  <a:cubicBezTo>
                    <a:pt x="8721" y="6042"/>
                    <a:pt x="8489" y="6792"/>
                    <a:pt x="8015" y="7509"/>
                  </a:cubicBezTo>
                  <a:cubicBezTo>
                    <a:pt x="7595" y="8146"/>
                    <a:pt x="7041" y="8671"/>
                    <a:pt x="6552" y="9138"/>
                  </a:cubicBezTo>
                  <a:cubicBezTo>
                    <a:pt x="6465" y="9222"/>
                    <a:pt x="6378" y="9305"/>
                    <a:pt x="6295" y="9385"/>
                  </a:cubicBezTo>
                  <a:lnTo>
                    <a:pt x="6295" y="7929"/>
                  </a:lnTo>
                  <a:lnTo>
                    <a:pt x="7142" y="7588"/>
                  </a:lnTo>
                  <a:cubicBezTo>
                    <a:pt x="7551" y="7425"/>
                    <a:pt x="7819" y="7027"/>
                    <a:pt x="7819" y="6589"/>
                  </a:cubicBezTo>
                  <a:lnTo>
                    <a:pt x="7819" y="5709"/>
                  </a:lnTo>
                  <a:cubicBezTo>
                    <a:pt x="8091" y="5557"/>
                    <a:pt x="8258" y="5274"/>
                    <a:pt x="8258" y="4963"/>
                  </a:cubicBezTo>
                  <a:lnTo>
                    <a:pt x="8258" y="3691"/>
                  </a:lnTo>
                  <a:cubicBezTo>
                    <a:pt x="8258" y="3003"/>
                    <a:pt x="8004" y="2341"/>
                    <a:pt x="7551" y="1826"/>
                  </a:cubicBezTo>
                  <a:cubicBezTo>
                    <a:pt x="7506" y="1776"/>
                    <a:pt x="7453" y="1755"/>
                    <a:pt x="7402" y="1755"/>
                  </a:cubicBezTo>
                  <a:cubicBezTo>
                    <a:pt x="7247" y="1755"/>
                    <a:pt x="7108" y="1946"/>
                    <a:pt x="7243" y="2098"/>
                  </a:cubicBezTo>
                  <a:cubicBezTo>
                    <a:pt x="7635" y="2536"/>
                    <a:pt x="7848" y="3105"/>
                    <a:pt x="7848" y="3695"/>
                  </a:cubicBezTo>
                  <a:lnTo>
                    <a:pt x="7848" y="4966"/>
                  </a:lnTo>
                  <a:cubicBezTo>
                    <a:pt x="7848" y="5158"/>
                    <a:pt x="7725" y="5332"/>
                    <a:pt x="7540" y="5394"/>
                  </a:cubicBezTo>
                  <a:lnTo>
                    <a:pt x="6678" y="5680"/>
                  </a:lnTo>
                  <a:cubicBezTo>
                    <a:pt x="6595" y="5709"/>
                    <a:pt x="6541" y="5785"/>
                    <a:pt x="6541" y="5872"/>
                  </a:cubicBezTo>
                  <a:cubicBezTo>
                    <a:pt x="6541" y="6002"/>
                    <a:pt x="6436" y="6103"/>
                    <a:pt x="6309" y="6103"/>
                  </a:cubicBezTo>
                  <a:lnTo>
                    <a:pt x="4567" y="6103"/>
                  </a:lnTo>
                  <a:cubicBezTo>
                    <a:pt x="4437" y="6103"/>
                    <a:pt x="4335" y="6002"/>
                    <a:pt x="4335" y="5872"/>
                  </a:cubicBezTo>
                  <a:cubicBezTo>
                    <a:pt x="4332" y="5785"/>
                    <a:pt x="4277" y="5709"/>
                    <a:pt x="4194" y="5680"/>
                  </a:cubicBezTo>
                  <a:lnTo>
                    <a:pt x="3336" y="5394"/>
                  </a:lnTo>
                  <a:cubicBezTo>
                    <a:pt x="3151" y="5332"/>
                    <a:pt x="3024" y="5158"/>
                    <a:pt x="3028" y="4966"/>
                  </a:cubicBezTo>
                  <a:lnTo>
                    <a:pt x="3028" y="3691"/>
                  </a:lnTo>
                  <a:cubicBezTo>
                    <a:pt x="3028" y="2282"/>
                    <a:pt x="4182" y="1275"/>
                    <a:pt x="5441" y="1275"/>
                  </a:cubicBezTo>
                  <a:cubicBezTo>
                    <a:pt x="5842" y="1275"/>
                    <a:pt x="6254" y="1378"/>
                    <a:pt x="6642" y="1602"/>
                  </a:cubicBezTo>
                  <a:cubicBezTo>
                    <a:pt x="6679" y="1623"/>
                    <a:pt x="6716" y="1633"/>
                    <a:pt x="6750" y="1633"/>
                  </a:cubicBezTo>
                  <a:cubicBezTo>
                    <a:pt x="6932" y="1633"/>
                    <a:pt x="7047" y="1363"/>
                    <a:pt x="6849" y="1250"/>
                  </a:cubicBezTo>
                  <a:cubicBezTo>
                    <a:pt x="6394" y="988"/>
                    <a:pt x="5912" y="868"/>
                    <a:pt x="5443" y="868"/>
                  </a:cubicBezTo>
                  <a:cubicBezTo>
                    <a:pt x="3970" y="868"/>
                    <a:pt x="2619" y="2046"/>
                    <a:pt x="2619" y="3691"/>
                  </a:cubicBezTo>
                  <a:lnTo>
                    <a:pt x="2619" y="4963"/>
                  </a:lnTo>
                  <a:cubicBezTo>
                    <a:pt x="2619" y="5274"/>
                    <a:pt x="2785" y="5557"/>
                    <a:pt x="3053" y="5709"/>
                  </a:cubicBezTo>
                  <a:lnTo>
                    <a:pt x="3053" y="6589"/>
                  </a:lnTo>
                  <a:cubicBezTo>
                    <a:pt x="3053" y="7031"/>
                    <a:pt x="3321" y="7425"/>
                    <a:pt x="3730" y="7588"/>
                  </a:cubicBezTo>
                  <a:lnTo>
                    <a:pt x="4578" y="7929"/>
                  </a:lnTo>
                  <a:lnTo>
                    <a:pt x="4578" y="9385"/>
                  </a:lnTo>
                  <a:cubicBezTo>
                    <a:pt x="4495" y="9305"/>
                    <a:pt x="4408" y="9222"/>
                    <a:pt x="4321" y="9138"/>
                  </a:cubicBezTo>
                  <a:cubicBezTo>
                    <a:pt x="3832" y="8671"/>
                    <a:pt x="3281" y="8146"/>
                    <a:pt x="2861" y="7512"/>
                  </a:cubicBezTo>
                  <a:cubicBezTo>
                    <a:pt x="2387" y="6792"/>
                    <a:pt x="2155" y="6042"/>
                    <a:pt x="2155" y="5220"/>
                  </a:cubicBezTo>
                  <a:lnTo>
                    <a:pt x="2155" y="3691"/>
                  </a:lnTo>
                  <a:cubicBezTo>
                    <a:pt x="2133" y="1862"/>
                    <a:pt x="3607" y="370"/>
                    <a:pt x="5436" y="370"/>
                  </a:cubicBezTo>
                  <a:close/>
                  <a:moveTo>
                    <a:pt x="5885" y="9780"/>
                  </a:moveTo>
                  <a:lnTo>
                    <a:pt x="5885" y="9801"/>
                  </a:lnTo>
                  <a:cubicBezTo>
                    <a:pt x="5715" y="9982"/>
                    <a:pt x="5563" y="10182"/>
                    <a:pt x="5436" y="10395"/>
                  </a:cubicBezTo>
                  <a:cubicBezTo>
                    <a:pt x="5309" y="10178"/>
                    <a:pt x="5157" y="9979"/>
                    <a:pt x="4987" y="9801"/>
                  </a:cubicBezTo>
                  <a:lnTo>
                    <a:pt x="4987" y="9780"/>
                  </a:lnTo>
                  <a:close/>
                  <a:moveTo>
                    <a:pt x="5436" y="1"/>
                  </a:moveTo>
                  <a:cubicBezTo>
                    <a:pt x="3397" y="1"/>
                    <a:pt x="1746" y="1652"/>
                    <a:pt x="1746" y="3691"/>
                  </a:cubicBezTo>
                  <a:lnTo>
                    <a:pt x="1746" y="5216"/>
                  </a:lnTo>
                  <a:cubicBezTo>
                    <a:pt x="1746" y="6781"/>
                    <a:pt x="2503" y="7860"/>
                    <a:pt x="3317" y="8718"/>
                  </a:cubicBezTo>
                  <a:cubicBezTo>
                    <a:pt x="3162" y="8874"/>
                    <a:pt x="2970" y="8986"/>
                    <a:pt x="2760" y="9048"/>
                  </a:cubicBezTo>
                  <a:lnTo>
                    <a:pt x="1087" y="9540"/>
                  </a:lnTo>
                  <a:cubicBezTo>
                    <a:pt x="445" y="9732"/>
                    <a:pt x="4" y="10319"/>
                    <a:pt x="0" y="10989"/>
                  </a:cubicBezTo>
                  <a:lnTo>
                    <a:pt x="0" y="13716"/>
                  </a:lnTo>
                  <a:cubicBezTo>
                    <a:pt x="0" y="13852"/>
                    <a:pt x="102" y="13920"/>
                    <a:pt x="205" y="13920"/>
                  </a:cubicBezTo>
                  <a:cubicBezTo>
                    <a:pt x="307" y="13920"/>
                    <a:pt x="409" y="13852"/>
                    <a:pt x="409" y="13716"/>
                  </a:cubicBezTo>
                  <a:lnTo>
                    <a:pt x="409" y="10989"/>
                  </a:lnTo>
                  <a:cubicBezTo>
                    <a:pt x="409" y="10844"/>
                    <a:pt x="438" y="10699"/>
                    <a:pt x="496" y="10562"/>
                  </a:cubicBezTo>
                  <a:lnTo>
                    <a:pt x="1735" y="11648"/>
                  </a:lnTo>
                  <a:cubicBezTo>
                    <a:pt x="1876" y="11775"/>
                    <a:pt x="1959" y="11956"/>
                    <a:pt x="1959" y="12152"/>
                  </a:cubicBezTo>
                  <a:lnTo>
                    <a:pt x="1959" y="13716"/>
                  </a:lnTo>
                  <a:cubicBezTo>
                    <a:pt x="1959" y="13852"/>
                    <a:pt x="2062" y="13920"/>
                    <a:pt x="2164" y="13920"/>
                  </a:cubicBezTo>
                  <a:cubicBezTo>
                    <a:pt x="2266" y="13920"/>
                    <a:pt x="2369" y="13852"/>
                    <a:pt x="2369" y="13716"/>
                  </a:cubicBezTo>
                  <a:lnTo>
                    <a:pt x="2369" y="12152"/>
                  </a:lnTo>
                  <a:cubicBezTo>
                    <a:pt x="2369" y="11840"/>
                    <a:pt x="2235" y="11543"/>
                    <a:pt x="1999" y="11340"/>
                  </a:cubicBezTo>
                  <a:lnTo>
                    <a:pt x="721" y="10221"/>
                  </a:lnTo>
                  <a:cubicBezTo>
                    <a:pt x="851" y="10084"/>
                    <a:pt x="1018" y="9982"/>
                    <a:pt x="1199" y="9932"/>
                  </a:cubicBezTo>
                  <a:lnTo>
                    <a:pt x="2868" y="9439"/>
                  </a:lnTo>
                  <a:cubicBezTo>
                    <a:pt x="3144" y="9359"/>
                    <a:pt x="3394" y="9211"/>
                    <a:pt x="3596" y="9008"/>
                  </a:cubicBezTo>
                  <a:cubicBezTo>
                    <a:pt x="3745" y="9157"/>
                    <a:pt x="3893" y="9294"/>
                    <a:pt x="4035" y="9432"/>
                  </a:cubicBezTo>
                  <a:cubicBezTo>
                    <a:pt x="4676" y="10040"/>
                    <a:pt x="5230" y="10569"/>
                    <a:pt x="5230" y="11101"/>
                  </a:cubicBezTo>
                  <a:cubicBezTo>
                    <a:pt x="5230" y="11237"/>
                    <a:pt x="5331" y="11305"/>
                    <a:pt x="5433" y="11305"/>
                  </a:cubicBezTo>
                  <a:cubicBezTo>
                    <a:pt x="5534" y="11305"/>
                    <a:pt x="5635" y="11237"/>
                    <a:pt x="5635" y="11101"/>
                  </a:cubicBezTo>
                  <a:cubicBezTo>
                    <a:pt x="5635" y="10569"/>
                    <a:pt x="6190" y="10040"/>
                    <a:pt x="6831" y="9432"/>
                  </a:cubicBezTo>
                  <a:cubicBezTo>
                    <a:pt x="6972" y="9294"/>
                    <a:pt x="7120" y="9157"/>
                    <a:pt x="7269" y="9008"/>
                  </a:cubicBezTo>
                  <a:cubicBezTo>
                    <a:pt x="7472" y="9211"/>
                    <a:pt x="7722" y="9359"/>
                    <a:pt x="7997" y="9439"/>
                  </a:cubicBezTo>
                  <a:lnTo>
                    <a:pt x="9666" y="9932"/>
                  </a:lnTo>
                  <a:cubicBezTo>
                    <a:pt x="9847" y="9982"/>
                    <a:pt x="10014" y="10084"/>
                    <a:pt x="10144" y="10221"/>
                  </a:cubicBezTo>
                  <a:lnTo>
                    <a:pt x="8870" y="11344"/>
                  </a:lnTo>
                  <a:cubicBezTo>
                    <a:pt x="8634" y="11547"/>
                    <a:pt x="8500" y="11840"/>
                    <a:pt x="8500" y="12152"/>
                  </a:cubicBezTo>
                  <a:lnTo>
                    <a:pt x="8500" y="13716"/>
                  </a:lnTo>
                  <a:cubicBezTo>
                    <a:pt x="8500" y="13852"/>
                    <a:pt x="8602" y="13920"/>
                    <a:pt x="8705" y="13920"/>
                  </a:cubicBezTo>
                  <a:cubicBezTo>
                    <a:pt x="8807" y="13920"/>
                    <a:pt x="8909" y="13852"/>
                    <a:pt x="8909" y="13716"/>
                  </a:cubicBezTo>
                  <a:lnTo>
                    <a:pt x="8909" y="12152"/>
                  </a:lnTo>
                  <a:cubicBezTo>
                    <a:pt x="8909" y="11960"/>
                    <a:pt x="8993" y="11775"/>
                    <a:pt x="9134" y="11648"/>
                  </a:cubicBezTo>
                  <a:lnTo>
                    <a:pt x="10376" y="10565"/>
                  </a:lnTo>
                  <a:cubicBezTo>
                    <a:pt x="10431" y="10699"/>
                    <a:pt x="10460" y="10844"/>
                    <a:pt x="10463" y="10993"/>
                  </a:cubicBezTo>
                  <a:lnTo>
                    <a:pt x="10463" y="13716"/>
                  </a:lnTo>
                  <a:cubicBezTo>
                    <a:pt x="10463" y="13852"/>
                    <a:pt x="10565" y="13920"/>
                    <a:pt x="10666" y="13920"/>
                  </a:cubicBezTo>
                  <a:cubicBezTo>
                    <a:pt x="10767" y="13920"/>
                    <a:pt x="10869" y="13852"/>
                    <a:pt x="10869" y="13716"/>
                  </a:cubicBezTo>
                  <a:lnTo>
                    <a:pt x="10869" y="10993"/>
                  </a:lnTo>
                  <a:cubicBezTo>
                    <a:pt x="10865" y="10323"/>
                    <a:pt x="10427" y="9732"/>
                    <a:pt x="9786" y="9540"/>
                  </a:cubicBezTo>
                  <a:lnTo>
                    <a:pt x="8116" y="9048"/>
                  </a:lnTo>
                  <a:cubicBezTo>
                    <a:pt x="7903" y="8986"/>
                    <a:pt x="7711" y="8874"/>
                    <a:pt x="7559" y="8718"/>
                  </a:cubicBezTo>
                  <a:cubicBezTo>
                    <a:pt x="8373" y="7860"/>
                    <a:pt x="9127" y="6781"/>
                    <a:pt x="9127" y="5216"/>
                  </a:cubicBezTo>
                  <a:lnTo>
                    <a:pt x="9127" y="3691"/>
                  </a:lnTo>
                  <a:cubicBezTo>
                    <a:pt x="9127" y="1652"/>
                    <a:pt x="747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2"/>
            <p:cNvSpPr/>
            <p:nvPr/>
          </p:nvSpPr>
          <p:spPr>
            <a:xfrm>
              <a:off x="6393138" y="4106156"/>
              <a:ext cx="10671" cy="56368"/>
            </a:xfrm>
            <a:custGeom>
              <a:rect b="b" l="l" r="r" t="t"/>
              <a:pathLst>
                <a:path extrusionOk="0" h="2150" w="407">
                  <a:moveTo>
                    <a:pt x="203" y="0"/>
                  </a:moveTo>
                  <a:cubicBezTo>
                    <a:pt x="91" y="0"/>
                    <a:pt x="0" y="91"/>
                    <a:pt x="0" y="203"/>
                  </a:cubicBezTo>
                  <a:lnTo>
                    <a:pt x="0" y="1945"/>
                  </a:lnTo>
                  <a:cubicBezTo>
                    <a:pt x="0" y="2081"/>
                    <a:pt x="102" y="2149"/>
                    <a:pt x="203" y="2149"/>
                  </a:cubicBezTo>
                  <a:cubicBezTo>
                    <a:pt x="305" y="2149"/>
                    <a:pt x="406" y="2081"/>
                    <a:pt x="406" y="1945"/>
                  </a:cubicBezTo>
                  <a:lnTo>
                    <a:pt x="406" y="207"/>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6" name="Google Shape;13076;p82"/>
          <p:cNvGrpSpPr/>
          <p:nvPr/>
        </p:nvGrpSpPr>
        <p:grpSpPr>
          <a:xfrm>
            <a:off x="6698309" y="1513402"/>
            <a:ext cx="300557" cy="364974"/>
            <a:chOff x="6698309" y="1513402"/>
            <a:chExt cx="300557" cy="364974"/>
          </a:xfrm>
        </p:grpSpPr>
        <p:sp>
          <p:nvSpPr>
            <p:cNvPr id="13077" name="Google Shape;13077;p82"/>
            <p:cNvSpPr/>
            <p:nvPr/>
          </p:nvSpPr>
          <p:spPr>
            <a:xfrm>
              <a:off x="6711313" y="1718764"/>
              <a:ext cx="274340" cy="154342"/>
            </a:xfrm>
            <a:custGeom>
              <a:rect b="b" l="l" r="r" t="t"/>
              <a:pathLst>
                <a:path extrusionOk="0" h="5887" w="10464">
                  <a:moveTo>
                    <a:pt x="3709" y="1"/>
                  </a:moveTo>
                  <a:lnTo>
                    <a:pt x="3709" y="1037"/>
                  </a:lnTo>
                  <a:cubicBezTo>
                    <a:pt x="3709" y="1326"/>
                    <a:pt x="3517" y="1580"/>
                    <a:pt x="3239" y="1663"/>
                  </a:cubicBezTo>
                  <a:lnTo>
                    <a:pt x="942" y="2337"/>
                  </a:lnTo>
                  <a:cubicBezTo>
                    <a:pt x="385" y="2503"/>
                    <a:pt x="1" y="3014"/>
                    <a:pt x="1" y="3594"/>
                  </a:cubicBezTo>
                  <a:lnTo>
                    <a:pt x="1" y="5886"/>
                  </a:lnTo>
                  <a:lnTo>
                    <a:pt x="10464" y="5886"/>
                  </a:lnTo>
                  <a:lnTo>
                    <a:pt x="10464" y="3594"/>
                  </a:lnTo>
                  <a:cubicBezTo>
                    <a:pt x="10464" y="3014"/>
                    <a:pt x="10084" y="2503"/>
                    <a:pt x="9526" y="2340"/>
                  </a:cubicBezTo>
                  <a:lnTo>
                    <a:pt x="7230" y="1663"/>
                  </a:lnTo>
                  <a:cubicBezTo>
                    <a:pt x="6951" y="1580"/>
                    <a:pt x="6759" y="1326"/>
                    <a:pt x="6759" y="1037"/>
                  </a:cubicBezTo>
                  <a:lnTo>
                    <a:pt x="675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2"/>
            <p:cNvSpPr/>
            <p:nvPr/>
          </p:nvSpPr>
          <p:spPr>
            <a:xfrm>
              <a:off x="6711418" y="1763124"/>
              <a:ext cx="274340" cy="109982"/>
            </a:xfrm>
            <a:custGeom>
              <a:rect b="b" l="l" r="r" t="t"/>
              <a:pathLst>
                <a:path extrusionOk="0" h="4195" w="10464">
                  <a:moveTo>
                    <a:pt x="3140" y="0"/>
                  </a:moveTo>
                  <a:lnTo>
                    <a:pt x="942" y="645"/>
                  </a:lnTo>
                  <a:cubicBezTo>
                    <a:pt x="384" y="811"/>
                    <a:pt x="0" y="1322"/>
                    <a:pt x="0" y="1902"/>
                  </a:cubicBezTo>
                  <a:lnTo>
                    <a:pt x="0" y="4194"/>
                  </a:lnTo>
                  <a:lnTo>
                    <a:pt x="10464" y="4194"/>
                  </a:lnTo>
                  <a:lnTo>
                    <a:pt x="10464" y="1902"/>
                  </a:lnTo>
                  <a:cubicBezTo>
                    <a:pt x="10464" y="1322"/>
                    <a:pt x="10080" y="811"/>
                    <a:pt x="9522" y="648"/>
                  </a:cubicBezTo>
                  <a:lnTo>
                    <a:pt x="7327" y="0"/>
                  </a:lnTo>
                  <a:cubicBezTo>
                    <a:pt x="7055" y="935"/>
                    <a:pt x="6204" y="1576"/>
                    <a:pt x="5234" y="1576"/>
                  </a:cubicBezTo>
                  <a:cubicBezTo>
                    <a:pt x="4260" y="1576"/>
                    <a:pt x="3408" y="935"/>
                    <a:pt x="31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2"/>
            <p:cNvSpPr/>
            <p:nvPr/>
          </p:nvSpPr>
          <p:spPr>
            <a:xfrm>
              <a:off x="6808554" y="1724480"/>
              <a:ext cx="79963" cy="28551"/>
            </a:xfrm>
            <a:custGeom>
              <a:rect b="b" l="l" r="r" t="t"/>
              <a:pathLst>
                <a:path extrusionOk="0" h="1089" w="3050">
                  <a:moveTo>
                    <a:pt x="0" y="0"/>
                  </a:moveTo>
                  <a:lnTo>
                    <a:pt x="0" y="703"/>
                  </a:lnTo>
                  <a:cubicBezTo>
                    <a:pt x="475" y="960"/>
                    <a:pt x="999" y="1088"/>
                    <a:pt x="1524" y="1088"/>
                  </a:cubicBezTo>
                  <a:cubicBezTo>
                    <a:pt x="2048" y="1088"/>
                    <a:pt x="2574"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2"/>
            <p:cNvSpPr/>
            <p:nvPr/>
          </p:nvSpPr>
          <p:spPr>
            <a:xfrm>
              <a:off x="6751400" y="1610145"/>
              <a:ext cx="194298" cy="125844"/>
            </a:xfrm>
            <a:custGeom>
              <a:rect b="b" l="l" r="r" t="t"/>
              <a:pathLst>
                <a:path extrusionOk="0" h="4800" w="7411">
                  <a:moveTo>
                    <a:pt x="873" y="1"/>
                  </a:moveTo>
                  <a:lnTo>
                    <a:pt x="873" y="1091"/>
                  </a:lnTo>
                  <a:lnTo>
                    <a:pt x="547" y="1091"/>
                  </a:lnTo>
                  <a:cubicBezTo>
                    <a:pt x="243" y="1091"/>
                    <a:pt x="0" y="1333"/>
                    <a:pt x="0" y="1634"/>
                  </a:cubicBezTo>
                  <a:cubicBezTo>
                    <a:pt x="0" y="1938"/>
                    <a:pt x="243" y="2181"/>
                    <a:pt x="547" y="2181"/>
                  </a:cubicBezTo>
                  <a:lnTo>
                    <a:pt x="884" y="2181"/>
                  </a:lnTo>
                  <a:cubicBezTo>
                    <a:pt x="992" y="3658"/>
                    <a:pt x="2224" y="4799"/>
                    <a:pt x="3705" y="4799"/>
                  </a:cubicBezTo>
                  <a:cubicBezTo>
                    <a:pt x="5186" y="4799"/>
                    <a:pt x="6418" y="3658"/>
                    <a:pt x="6526" y="2181"/>
                  </a:cubicBezTo>
                  <a:lnTo>
                    <a:pt x="6867" y="2181"/>
                  </a:lnTo>
                  <a:cubicBezTo>
                    <a:pt x="7168" y="2181"/>
                    <a:pt x="7410" y="1938"/>
                    <a:pt x="7410" y="1634"/>
                  </a:cubicBezTo>
                  <a:cubicBezTo>
                    <a:pt x="7410" y="1333"/>
                    <a:pt x="7168" y="1091"/>
                    <a:pt x="6867" y="1091"/>
                  </a:cubicBezTo>
                  <a:lnTo>
                    <a:pt x="6537" y="1091"/>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2"/>
            <p:cNvSpPr/>
            <p:nvPr/>
          </p:nvSpPr>
          <p:spPr>
            <a:xfrm>
              <a:off x="6750535" y="1610145"/>
              <a:ext cx="149492" cy="125739"/>
            </a:xfrm>
            <a:custGeom>
              <a:rect b="b" l="l" r="r" t="t"/>
              <a:pathLst>
                <a:path extrusionOk="0" h="4796" w="5702">
                  <a:moveTo>
                    <a:pt x="906" y="1"/>
                  </a:moveTo>
                  <a:lnTo>
                    <a:pt x="906" y="1091"/>
                  </a:lnTo>
                  <a:lnTo>
                    <a:pt x="609" y="1091"/>
                  </a:lnTo>
                  <a:cubicBezTo>
                    <a:pt x="323" y="1091"/>
                    <a:pt x="66" y="1297"/>
                    <a:pt x="37" y="1580"/>
                  </a:cubicBezTo>
                  <a:cubicBezTo>
                    <a:pt x="1" y="1902"/>
                    <a:pt x="254" y="2181"/>
                    <a:pt x="580" y="2181"/>
                  </a:cubicBezTo>
                  <a:lnTo>
                    <a:pt x="917" y="2181"/>
                  </a:lnTo>
                  <a:cubicBezTo>
                    <a:pt x="1029" y="3655"/>
                    <a:pt x="2260" y="4796"/>
                    <a:pt x="3738" y="4796"/>
                  </a:cubicBezTo>
                  <a:lnTo>
                    <a:pt x="3738" y="4575"/>
                  </a:lnTo>
                  <a:cubicBezTo>
                    <a:pt x="2684" y="4137"/>
                    <a:pt x="1996" y="3104"/>
                    <a:pt x="1996" y="1963"/>
                  </a:cubicBezTo>
                  <a:cubicBezTo>
                    <a:pt x="1996" y="1362"/>
                    <a:pt x="2485" y="873"/>
                    <a:pt x="3086" y="873"/>
                  </a:cubicBezTo>
                  <a:lnTo>
                    <a:pt x="5049" y="873"/>
                  </a:lnTo>
                  <a:cubicBezTo>
                    <a:pt x="5408" y="873"/>
                    <a:pt x="5701" y="580"/>
                    <a:pt x="5701" y="218"/>
                  </a:cubicBezTo>
                  <a:lnTo>
                    <a:pt x="570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2"/>
            <p:cNvSpPr/>
            <p:nvPr/>
          </p:nvSpPr>
          <p:spPr>
            <a:xfrm>
              <a:off x="6716347" y="1521084"/>
              <a:ext cx="264377" cy="94881"/>
            </a:xfrm>
            <a:custGeom>
              <a:rect b="b" l="l" r="r" t="t"/>
              <a:pathLst>
                <a:path extrusionOk="0" h="3619" w="10084">
                  <a:moveTo>
                    <a:pt x="5042" y="0"/>
                  </a:moveTo>
                  <a:cubicBezTo>
                    <a:pt x="4956" y="0"/>
                    <a:pt x="4870" y="26"/>
                    <a:pt x="4796" y="76"/>
                  </a:cubicBezTo>
                  <a:lnTo>
                    <a:pt x="178" y="3220"/>
                  </a:lnTo>
                  <a:cubicBezTo>
                    <a:pt x="1" y="3340"/>
                    <a:pt x="88" y="3618"/>
                    <a:pt x="301" y="3618"/>
                  </a:cubicBezTo>
                  <a:lnTo>
                    <a:pt x="9783" y="3618"/>
                  </a:lnTo>
                  <a:cubicBezTo>
                    <a:pt x="10000" y="3618"/>
                    <a:pt x="10084" y="3340"/>
                    <a:pt x="9906" y="3220"/>
                  </a:cubicBezTo>
                  <a:lnTo>
                    <a:pt x="5288" y="76"/>
                  </a:lnTo>
                  <a:cubicBezTo>
                    <a:pt x="5214" y="26"/>
                    <a:pt x="5128" y="0"/>
                    <a:pt x="504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2"/>
            <p:cNvSpPr/>
            <p:nvPr/>
          </p:nvSpPr>
          <p:spPr>
            <a:xfrm>
              <a:off x="6716347" y="1521137"/>
              <a:ext cx="135807" cy="94724"/>
            </a:xfrm>
            <a:custGeom>
              <a:rect b="b" l="l" r="r" t="t"/>
              <a:pathLst>
                <a:path extrusionOk="0" h="3613" w="5180">
                  <a:moveTo>
                    <a:pt x="5038" y="1"/>
                  </a:moveTo>
                  <a:cubicBezTo>
                    <a:pt x="4952" y="1"/>
                    <a:pt x="4868" y="25"/>
                    <a:pt x="4796" y="74"/>
                  </a:cubicBezTo>
                  <a:lnTo>
                    <a:pt x="178" y="3214"/>
                  </a:lnTo>
                  <a:cubicBezTo>
                    <a:pt x="1" y="3334"/>
                    <a:pt x="88" y="3613"/>
                    <a:pt x="301" y="3613"/>
                  </a:cubicBezTo>
                  <a:lnTo>
                    <a:pt x="3181" y="3613"/>
                  </a:lnTo>
                  <a:cubicBezTo>
                    <a:pt x="3083" y="3613"/>
                    <a:pt x="3043" y="3330"/>
                    <a:pt x="3123" y="3207"/>
                  </a:cubicBezTo>
                  <a:lnTo>
                    <a:pt x="5180" y="24"/>
                  </a:lnTo>
                  <a:cubicBezTo>
                    <a:pt x="5133" y="8"/>
                    <a:pt x="5085" y="1"/>
                    <a:pt x="503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2"/>
            <p:cNvSpPr/>
            <p:nvPr/>
          </p:nvSpPr>
          <p:spPr>
            <a:xfrm>
              <a:off x="6762778" y="1615834"/>
              <a:ext cx="22914" cy="25850"/>
            </a:xfrm>
            <a:custGeom>
              <a:rect b="b" l="l" r="r" t="t"/>
              <a:pathLst>
                <a:path extrusionOk="0" h="986" w="874">
                  <a:moveTo>
                    <a:pt x="1" y="1"/>
                  </a:moveTo>
                  <a:lnTo>
                    <a:pt x="1" y="986"/>
                  </a:lnTo>
                  <a:lnTo>
                    <a:pt x="301" y="946"/>
                  </a:lnTo>
                  <a:cubicBezTo>
                    <a:pt x="627" y="906"/>
                    <a:pt x="874" y="627"/>
                    <a:pt x="874" y="298"/>
                  </a:cubicBez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2"/>
            <p:cNvSpPr/>
            <p:nvPr/>
          </p:nvSpPr>
          <p:spPr>
            <a:xfrm>
              <a:off x="6911379" y="1615834"/>
              <a:ext cx="22914" cy="25850"/>
            </a:xfrm>
            <a:custGeom>
              <a:rect b="b" l="l" r="r" t="t"/>
              <a:pathLst>
                <a:path extrusionOk="0" h="986" w="874">
                  <a:moveTo>
                    <a:pt x="1" y="1"/>
                  </a:moveTo>
                  <a:lnTo>
                    <a:pt x="1" y="298"/>
                  </a:lnTo>
                  <a:cubicBezTo>
                    <a:pt x="1" y="627"/>
                    <a:pt x="247" y="906"/>
                    <a:pt x="573" y="946"/>
                  </a:cubicBezTo>
                  <a:lnTo>
                    <a:pt x="874" y="986"/>
                  </a:ln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2"/>
            <p:cNvSpPr/>
            <p:nvPr/>
          </p:nvSpPr>
          <p:spPr>
            <a:xfrm>
              <a:off x="6825648" y="1678704"/>
              <a:ext cx="45776" cy="28603"/>
            </a:xfrm>
            <a:custGeom>
              <a:rect b="b" l="l" r="r" t="t"/>
              <a:pathLst>
                <a:path extrusionOk="0" h="1091" w="1746">
                  <a:moveTo>
                    <a:pt x="0" y="0"/>
                  </a:moveTo>
                  <a:lnTo>
                    <a:pt x="0" y="656"/>
                  </a:lnTo>
                  <a:cubicBezTo>
                    <a:pt x="0" y="895"/>
                    <a:pt x="196" y="1091"/>
                    <a:pt x="439" y="1091"/>
                  </a:cubicBezTo>
                  <a:lnTo>
                    <a:pt x="1308" y="1091"/>
                  </a:lnTo>
                  <a:cubicBezTo>
                    <a:pt x="1550" y="1091"/>
                    <a:pt x="1746" y="895"/>
                    <a:pt x="1746" y="656"/>
                  </a:cubicBezTo>
                  <a:lnTo>
                    <a:pt x="174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2"/>
            <p:cNvSpPr/>
            <p:nvPr/>
          </p:nvSpPr>
          <p:spPr>
            <a:xfrm>
              <a:off x="6771718" y="1763124"/>
              <a:ext cx="153661" cy="64207"/>
            </a:xfrm>
            <a:custGeom>
              <a:rect b="b" l="l" r="r" t="t"/>
              <a:pathLst>
                <a:path extrusionOk="0" h="2449" w="5861">
                  <a:moveTo>
                    <a:pt x="840" y="0"/>
                  </a:moveTo>
                  <a:lnTo>
                    <a:pt x="0" y="246"/>
                  </a:lnTo>
                  <a:cubicBezTo>
                    <a:pt x="377" y="1550"/>
                    <a:pt x="1572" y="2448"/>
                    <a:pt x="2930" y="2448"/>
                  </a:cubicBezTo>
                  <a:cubicBezTo>
                    <a:pt x="4288" y="2448"/>
                    <a:pt x="5483" y="1550"/>
                    <a:pt x="5860" y="246"/>
                  </a:cubicBezTo>
                  <a:lnTo>
                    <a:pt x="5027" y="0"/>
                  </a:lnTo>
                  <a:cubicBezTo>
                    <a:pt x="4755" y="935"/>
                    <a:pt x="3904" y="1576"/>
                    <a:pt x="2934" y="1576"/>
                  </a:cubicBezTo>
                  <a:cubicBezTo>
                    <a:pt x="1960" y="1576"/>
                    <a:pt x="1108"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2"/>
            <p:cNvSpPr/>
            <p:nvPr/>
          </p:nvSpPr>
          <p:spPr>
            <a:xfrm>
              <a:off x="6814243" y="1678704"/>
              <a:ext cx="34319" cy="17199"/>
            </a:xfrm>
            <a:custGeom>
              <a:rect b="b" l="l" r="r" t="t"/>
              <a:pathLst>
                <a:path extrusionOk="0" h="656" w="1309">
                  <a:moveTo>
                    <a:pt x="656" y="0"/>
                  </a:moveTo>
                  <a:cubicBezTo>
                    <a:pt x="294" y="0"/>
                    <a:pt x="1" y="294"/>
                    <a:pt x="1" y="656"/>
                  </a:cubicBezTo>
                  <a:lnTo>
                    <a:pt x="656" y="656"/>
                  </a:lnTo>
                  <a:cubicBezTo>
                    <a:pt x="1015" y="656"/>
                    <a:pt x="1308" y="363"/>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2"/>
            <p:cNvSpPr/>
            <p:nvPr/>
          </p:nvSpPr>
          <p:spPr>
            <a:xfrm>
              <a:off x="6848536" y="1678704"/>
              <a:ext cx="34292" cy="17199"/>
            </a:xfrm>
            <a:custGeom>
              <a:rect b="b" l="l" r="r" t="t"/>
              <a:pathLst>
                <a:path extrusionOk="0" h="656" w="1308">
                  <a:moveTo>
                    <a:pt x="0" y="0"/>
                  </a:moveTo>
                  <a:cubicBezTo>
                    <a:pt x="0" y="363"/>
                    <a:pt x="294" y="656"/>
                    <a:pt x="656" y="656"/>
                  </a:cubicBezTo>
                  <a:lnTo>
                    <a:pt x="1308" y="656"/>
                  </a:lnTo>
                  <a:cubicBezTo>
                    <a:pt x="1308" y="294"/>
                    <a:pt x="1014" y="0"/>
                    <a:pt x="6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2"/>
            <p:cNvSpPr/>
            <p:nvPr/>
          </p:nvSpPr>
          <p:spPr>
            <a:xfrm>
              <a:off x="6698309" y="1513402"/>
              <a:ext cx="300557" cy="364974"/>
            </a:xfrm>
            <a:custGeom>
              <a:rect b="b" l="l" r="r" t="t"/>
              <a:pathLst>
                <a:path extrusionOk="0" h="13921" w="11464">
                  <a:moveTo>
                    <a:pt x="3130" y="4114"/>
                  </a:moveTo>
                  <a:lnTo>
                    <a:pt x="3130" y="4346"/>
                  </a:lnTo>
                  <a:cubicBezTo>
                    <a:pt x="3130" y="4473"/>
                    <a:pt x="3025" y="4578"/>
                    <a:pt x="2898" y="4578"/>
                  </a:cubicBezTo>
                  <a:lnTo>
                    <a:pt x="2666" y="4578"/>
                  </a:lnTo>
                  <a:lnTo>
                    <a:pt x="2666" y="4114"/>
                  </a:lnTo>
                  <a:close/>
                  <a:moveTo>
                    <a:pt x="8794" y="4114"/>
                  </a:moveTo>
                  <a:lnTo>
                    <a:pt x="8794" y="4578"/>
                  </a:lnTo>
                  <a:lnTo>
                    <a:pt x="8562" y="4578"/>
                  </a:lnTo>
                  <a:cubicBezTo>
                    <a:pt x="8436" y="4578"/>
                    <a:pt x="8331" y="4473"/>
                    <a:pt x="8331" y="4346"/>
                  </a:cubicBezTo>
                  <a:lnTo>
                    <a:pt x="8331" y="4114"/>
                  </a:lnTo>
                  <a:close/>
                  <a:moveTo>
                    <a:pt x="5730" y="453"/>
                  </a:moveTo>
                  <a:lnTo>
                    <a:pt x="10518" y="3709"/>
                  </a:lnTo>
                  <a:lnTo>
                    <a:pt x="4640" y="3709"/>
                  </a:lnTo>
                  <a:lnTo>
                    <a:pt x="4640" y="3705"/>
                  </a:lnTo>
                  <a:cubicBezTo>
                    <a:pt x="4368" y="3705"/>
                    <a:pt x="4368" y="4114"/>
                    <a:pt x="4640" y="4114"/>
                  </a:cubicBezTo>
                  <a:lnTo>
                    <a:pt x="7925" y="4114"/>
                  </a:lnTo>
                  <a:lnTo>
                    <a:pt x="7925" y="4346"/>
                  </a:lnTo>
                  <a:cubicBezTo>
                    <a:pt x="7925" y="4697"/>
                    <a:pt x="8211" y="4983"/>
                    <a:pt x="8562" y="4987"/>
                  </a:cubicBezTo>
                  <a:lnTo>
                    <a:pt x="8892" y="4987"/>
                  </a:lnTo>
                  <a:cubicBezTo>
                    <a:pt x="9091" y="4987"/>
                    <a:pt x="9250" y="5161"/>
                    <a:pt x="9229" y="5364"/>
                  </a:cubicBezTo>
                  <a:cubicBezTo>
                    <a:pt x="9211" y="5534"/>
                    <a:pt x="9048" y="5668"/>
                    <a:pt x="8859" y="5668"/>
                  </a:cubicBezTo>
                  <a:lnTo>
                    <a:pt x="8769" y="5668"/>
                  </a:lnTo>
                  <a:lnTo>
                    <a:pt x="8769" y="5657"/>
                  </a:lnTo>
                  <a:cubicBezTo>
                    <a:pt x="8769" y="5545"/>
                    <a:pt x="8678" y="5451"/>
                    <a:pt x="8566" y="5451"/>
                  </a:cubicBezTo>
                  <a:cubicBezTo>
                    <a:pt x="8454" y="5451"/>
                    <a:pt x="8360" y="5545"/>
                    <a:pt x="8360" y="5657"/>
                  </a:cubicBezTo>
                  <a:cubicBezTo>
                    <a:pt x="8360" y="7026"/>
                    <a:pt x="7302" y="8167"/>
                    <a:pt x="5937" y="8276"/>
                  </a:cubicBezTo>
                  <a:lnTo>
                    <a:pt x="5937" y="8051"/>
                  </a:lnTo>
                  <a:cubicBezTo>
                    <a:pt x="5937" y="7915"/>
                    <a:pt x="5834" y="7847"/>
                    <a:pt x="5732" y="7847"/>
                  </a:cubicBezTo>
                  <a:cubicBezTo>
                    <a:pt x="5630" y="7847"/>
                    <a:pt x="5527" y="7915"/>
                    <a:pt x="5527" y="8051"/>
                  </a:cubicBezTo>
                  <a:lnTo>
                    <a:pt x="5527" y="8276"/>
                  </a:lnTo>
                  <a:cubicBezTo>
                    <a:pt x="4158" y="8167"/>
                    <a:pt x="3104" y="7026"/>
                    <a:pt x="3101" y="5653"/>
                  </a:cubicBezTo>
                  <a:cubicBezTo>
                    <a:pt x="3101" y="5518"/>
                    <a:pt x="2999" y="5450"/>
                    <a:pt x="2898" y="5450"/>
                  </a:cubicBezTo>
                  <a:cubicBezTo>
                    <a:pt x="2797" y="5450"/>
                    <a:pt x="2695" y="5518"/>
                    <a:pt x="2695" y="5653"/>
                  </a:cubicBezTo>
                  <a:lnTo>
                    <a:pt x="2695" y="5668"/>
                  </a:lnTo>
                  <a:lnTo>
                    <a:pt x="2572" y="5668"/>
                  </a:lnTo>
                  <a:cubicBezTo>
                    <a:pt x="2369" y="5668"/>
                    <a:pt x="2210" y="5494"/>
                    <a:pt x="2232" y="5291"/>
                  </a:cubicBezTo>
                  <a:cubicBezTo>
                    <a:pt x="2250" y="5121"/>
                    <a:pt x="2413" y="4987"/>
                    <a:pt x="2605" y="4987"/>
                  </a:cubicBezTo>
                  <a:lnTo>
                    <a:pt x="2898" y="4987"/>
                  </a:lnTo>
                  <a:cubicBezTo>
                    <a:pt x="3253" y="4983"/>
                    <a:pt x="3535" y="4697"/>
                    <a:pt x="3535" y="4346"/>
                  </a:cubicBezTo>
                  <a:lnTo>
                    <a:pt x="3535" y="4114"/>
                  </a:lnTo>
                  <a:lnTo>
                    <a:pt x="3767" y="4114"/>
                  </a:lnTo>
                  <a:cubicBezTo>
                    <a:pt x="4039" y="4114"/>
                    <a:pt x="4039" y="3705"/>
                    <a:pt x="3767" y="3705"/>
                  </a:cubicBezTo>
                  <a:lnTo>
                    <a:pt x="946" y="3705"/>
                  </a:lnTo>
                  <a:lnTo>
                    <a:pt x="5730" y="453"/>
                  </a:lnTo>
                  <a:close/>
                  <a:moveTo>
                    <a:pt x="7052" y="8388"/>
                  </a:moveTo>
                  <a:lnTo>
                    <a:pt x="7052" y="8870"/>
                  </a:lnTo>
                  <a:cubicBezTo>
                    <a:pt x="7052" y="9210"/>
                    <a:pt x="7255" y="9518"/>
                    <a:pt x="7566" y="9655"/>
                  </a:cubicBezTo>
                  <a:cubicBezTo>
                    <a:pt x="7469" y="9898"/>
                    <a:pt x="7324" y="10119"/>
                    <a:pt x="7139" y="10304"/>
                  </a:cubicBezTo>
                  <a:cubicBezTo>
                    <a:pt x="6995" y="10453"/>
                    <a:pt x="7130" y="10655"/>
                    <a:pt x="7288" y="10655"/>
                  </a:cubicBezTo>
                  <a:cubicBezTo>
                    <a:pt x="7336" y="10655"/>
                    <a:pt x="7387" y="10636"/>
                    <a:pt x="7432" y="10590"/>
                  </a:cubicBezTo>
                  <a:cubicBezTo>
                    <a:pt x="7661" y="10358"/>
                    <a:pt x="7838" y="10079"/>
                    <a:pt x="7954" y="9775"/>
                  </a:cubicBezTo>
                  <a:lnTo>
                    <a:pt x="8403" y="9909"/>
                  </a:lnTo>
                  <a:cubicBezTo>
                    <a:pt x="8211" y="10420"/>
                    <a:pt x="7878" y="10865"/>
                    <a:pt x="7443" y="11198"/>
                  </a:cubicBezTo>
                  <a:cubicBezTo>
                    <a:pt x="6936" y="11578"/>
                    <a:pt x="6334" y="11768"/>
                    <a:pt x="5732" y="11768"/>
                  </a:cubicBezTo>
                  <a:cubicBezTo>
                    <a:pt x="5135" y="11768"/>
                    <a:pt x="4537" y="11581"/>
                    <a:pt x="4032" y="11206"/>
                  </a:cubicBezTo>
                  <a:cubicBezTo>
                    <a:pt x="3590" y="10876"/>
                    <a:pt x="3249" y="10427"/>
                    <a:pt x="3057" y="9909"/>
                  </a:cubicBezTo>
                  <a:lnTo>
                    <a:pt x="3506" y="9775"/>
                  </a:lnTo>
                  <a:cubicBezTo>
                    <a:pt x="3666" y="10195"/>
                    <a:pt x="3945" y="10561"/>
                    <a:pt x="4303" y="10833"/>
                  </a:cubicBezTo>
                  <a:cubicBezTo>
                    <a:pt x="4724" y="11145"/>
                    <a:pt x="5225" y="11305"/>
                    <a:pt x="5731" y="11305"/>
                  </a:cubicBezTo>
                  <a:cubicBezTo>
                    <a:pt x="6053" y="11305"/>
                    <a:pt x="6377" y="11240"/>
                    <a:pt x="6683" y="11108"/>
                  </a:cubicBezTo>
                  <a:cubicBezTo>
                    <a:pt x="6901" y="11013"/>
                    <a:pt x="6804" y="10715"/>
                    <a:pt x="6609" y="10715"/>
                  </a:cubicBezTo>
                  <a:cubicBezTo>
                    <a:pt x="6581" y="10715"/>
                    <a:pt x="6551" y="10721"/>
                    <a:pt x="6520" y="10735"/>
                  </a:cubicBezTo>
                  <a:cubicBezTo>
                    <a:pt x="6263" y="10847"/>
                    <a:pt x="5995" y="10900"/>
                    <a:pt x="5732" y="10900"/>
                  </a:cubicBezTo>
                  <a:cubicBezTo>
                    <a:pt x="4948" y="10900"/>
                    <a:pt x="4203" y="10431"/>
                    <a:pt x="3894" y="9655"/>
                  </a:cubicBezTo>
                  <a:cubicBezTo>
                    <a:pt x="4205" y="9518"/>
                    <a:pt x="4405" y="9210"/>
                    <a:pt x="4408" y="8870"/>
                  </a:cubicBezTo>
                  <a:lnTo>
                    <a:pt x="4408" y="8388"/>
                  </a:lnTo>
                  <a:cubicBezTo>
                    <a:pt x="4760" y="8558"/>
                    <a:pt x="5136" y="8656"/>
                    <a:pt x="5527" y="8685"/>
                  </a:cubicBezTo>
                  <a:lnTo>
                    <a:pt x="5527" y="9359"/>
                  </a:lnTo>
                  <a:cubicBezTo>
                    <a:pt x="5527" y="9494"/>
                    <a:pt x="5629" y="9562"/>
                    <a:pt x="5730" y="9562"/>
                  </a:cubicBezTo>
                  <a:cubicBezTo>
                    <a:pt x="5832" y="9562"/>
                    <a:pt x="5933" y="9494"/>
                    <a:pt x="5933" y="9359"/>
                  </a:cubicBezTo>
                  <a:lnTo>
                    <a:pt x="5933" y="8685"/>
                  </a:lnTo>
                  <a:cubicBezTo>
                    <a:pt x="6320" y="8656"/>
                    <a:pt x="6701" y="8558"/>
                    <a:pt x="7052" y="8388"/>
                  </a:cubicBezTo>
                  <a:close/>
                  <a:moveTo>
                    <a:pt x="5732" y="1"/>
                  </a:moveTo>
                  <a:cubicBezTo>
                    <a:pt x="5691" y="1"/>
                    <a:pt x="5650" y="13"/>
                    <a:pt x="5614" y="36"/>
                  </a:cubicBezTo>
                  <a:lnTo>
                    <a:pt x="167" y="3741"/>
                  </a:lnTo>
                  <a:cubicBezTo>
                    <a:pt x="1" y="3854"/>
                    <a:pt x="80" y="4114"/>
                    <a:pt x="279" y="4114"/>
                  </a:cubicBezTo>
                  <a:lnTo>
                    <a:pt x="2257" y="4114"/>
                  </a:lnTo>
                  <a:lnTo>
                    <a:pt x="2257" y="4658"/>
                  </a:lnTo>
                  <a:cubicBezTo>
                    <a:pt x="1938" y="4802"/>
                    <a:pt x="1764" y="5150"/>
                    <a:pt x="1840" y="5491"/>
                  </a:cubicBezTo>
                  <a:cubicBezTo>
                    <a:pt x="1916" y="5835"/>
                    <a:pt x="2221" y="6077"/>
                    <a:pt x="2568" y="6077"/>
                  </a:cubicBezTo>
                  <a:lnTo>
                    <a:pt x="2721" y="6077"/>
                  </a:lnTo>
                  <a:cubicBezTo>
                    <a:pt x="2840" y="6914"/>
                    <a:pt x="3304" y="7667"/>
                    <a:pt x="3999" y="8149"/>
                  </a:cubicBezTo>
                  <a:lnTo>
                    <a:pt x="3999" y="8870"/>
                  </a:lnTo>
                  <a:cubicBezTo>
                    <a:pt x="3999" y="9069"/>
                    <a:pt x="3869" y="9243"/>
                    <a:pt x="3677" y="9301"/>
                  </a:cubicBezTo>
                  <a:lnTo>
                    <a:pt x="1536" y="9931"/>
                  </a:lnTo>
                  <a:cubicBezTo>
                    <a:pt x="801" y="10148"/>
                    <a:pt x="298" y="10822"/>
                    <a:pt x="294" y="11589"/>
                  </a:cubicBezTo>
                  <a:lnTo>
                    <a:pt x="294" y="13719"/>
                  </a:lnTo>
                  <a:cubicBezTo>
                    <a:pt x="294" y="13853"/>
                    <a:pt x="396" y="13920"/>
                    <a:pt x="499" y="13920"/>
                  </a:cubicBezTo>
                  <a:cubicBezTo>
                    <a:pt x="601" y="13920"/>
                    <a:pt x="703" y="13853"/>
                    <a:pt x="703" y="13719"/>
                  </a:cubicBezTo>
                  <a:lnTo>
                    <a:pt x="703" y="11589"/>
                  </a:lnTo>
                  <a:cubicBezTo>
                    <a:pt x="707" y="11003"/>
                    <a:pt x="1091" y="10488"/>
                    <a:pt x="1652" y="10322"/>
                  </a:cubicBezTo>
                  <a:lnTo>
                    <a:pt x="2666" y="10025"/>
                  </a:lnTo>
                  <a:cubicBezTo>
                    <a:pt x="3104" y="11245"/>
                    <a:pt x="4227" y="12089"/>
                    <a:pt x="5524" y="12169"/>
                  </a:cubicBezTo>
                  <a:lnTo>
                    <a:pt x="5524" y="13719"/>
                  </a:lnTo>
                  <a:cubicBezTo>
                    <a:pt x="5524" y="13853"/>
                    <a:pt x="5626" y="13920"/>
                    <a:pt x="5728" y="13920"/>
                  </a:cubicBezTo>
                  <a:cubicBezTo>
                    <a:pt x="5831" y="13920"/>
                    <a:pt x="5933" y="13853"/>
                    <a:pt x="5933" y="13719"/>
                  </a:cubicBezTo>
                  <a:lnTo>
                    <a:pt x="5933" y="12169"/>
                  </a:lnTo>
                  <a:cubicBezTo>
                    <a:pt x="6570" y="12133"/>
                    <a:pt x="7182" y="11908"/>
                    <a:pt x="7690" y="11524"/>
                  </a:cubicBezTo>
                  <a:cubicBezTo>
                    <a:pt x="8197" y="11140"/>
                    <a:pt x="8577" y="10619"/>
                    <a:pt x="8794" y="10025"/>
                  </a:cubicBezTo>
                  <a:lnTo>
                    <a:pt x="9808" y="10322"/>
                  </a:lnTo>
                  <a:cubicBezTo>
                    <a:pt x="10370" y="10488"/>
                    <a:pt x="10757" y="11003"/>
                    <a:pt x="10761" y="11589"/>
                  </a:cubicBezTo>
                  <a:lnTo>
                    <a:pt x="10761" y="13715"/>
                  </a:lnTo>
                  <a:cubicBezTo>
                    <a:pt x="10761" y="13851"/>
                    <a:pt x="10862" y="13919"/>
                    <a:pt x="10964" y="13919"/>
                  </a:cubicBezTo>
                  <a:cubicBezTo>
                    <a:pt x="11065" y="13919"/>
                    <a:pt x="11166" y="13851"/>
                    <a:pt x="11166" y="13715"/>
                  </a:cubicBezTo>
                  <a:lnTo>
                    <a:pt x="11166" y="11589"/>
                  </a:lnTo>
                  <a:cubicBezTo>
                    <a:pt x="11163" y="10822"/>
                    <a:pt x="10659" y="10148"/>
                    <a:pt x="9924" y="9931"/>
                  </a:cubicBezTo>
                  <a:lnTo>
                    <a:pt x="7787" y="9301"/>
                  </a:lnTo>
                  <a:cubicBezTo>
                    <a:pt x="7595" y="9243"/>
                    <a:pt x="7465" y="9069"/>
                    <a:pt x="7461" y="8870"/>
                  </a:cubicBezTo>
                  <a:lnTo>
                    <a:pt x="7461" y="8149"/>
                  </a:lnTo>
                  <a:cubicBezTo>
                    <a:pt x="8160" y="7667"/>
                    <a:pt x="8624" y="6914"/>
                    <a:pt x="8740" y="6074"/>
                  </a:cubicBezTo>
                  <a:lnTo>
                    <a:pt x="8863" y="6074"/>
                  </a:lnTo>
                  <a:cubicBezTo>
                    <a:pt x="9261" y="6074"/>
                    <a:pt x="9602" y="5780"/>
                    <a:pt x="9638" y="5404"/>
                  </a:cubicBezTo>
                  <a:cubicBezTo>
                    <a:pt x="9671" y="5085"/>
                    <a:pt x="9497" y="4781"/>
                    <a:pt x="9207" y="4647"/>
                  </a:cubicBezTo>
                  <a:lnTo>
                    <a:pt x="9207" y="4114"/>
                  </a:lnTo>
                  <a:lnTo>
                    <a:pt x="11181" y="4114"/>
                  </a:lnTo>
                  <a:cubicBezTo>
                    <a:pt x="11384" y="4114"/>
                    <a:pt x="11463" y="3854"/>
                    <a:pt x="11297" y="3741"/>
                  </a:cubicBezTo>
                  <a:lnTo>
                    <a:pt x="11293" y="3741"/>
                  </a:lnTo>
                  <a:lnTo>
                    <a:pt x="5846" y="36"/>
                  </a:lnTo>
                  <a:cubicBezTo>
                    <a:pt x="5812" y="13"/>
                    <a:pt x="5772" y="1"/>
                    <a:pt x="57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2"/>
            <p:cNvSpPr/>
            <p:nvPr/>
          </p:nvSpPr>
          <p:spPr>
            <a:xfrm>
              <a:off x="6808921" y="1673382"/>
              <a:ext cx="79229" cy="39274"/>
            </a:xfrm>
            <a:custGeom>
              <a:rect b="b" l="l" r="r" t="t"/>
              <a:pathLst>
                <a:path extrusionOk="0" h="1498" w="3022">
                  <a:moveTo>
                    <a:pt x="1258" y="410"/>
                  </a:moveTo>
                  <a:cubicBezTo>
                    <a:pt x="1182" y="558"/>
                    <a:pt x="1026" y="652"/>
                    <a:pt x="856" y="656"/>
                  </a:cubicBezTo>
                  <a:lnTo>
                    <a:pt x="457" y="656"/>
                  </a:lnTo>
                  <a:cubicBezTo>
                    <a:pt x="533" y="504"/>
                    <a:pt x="689" y="410"/>
                    <a:pt x="859" y="410"/>
                  </a:cubicBezTo>
                  <a:close/>
                  <a:moveTo>
                    <a:pt x="2167" y="410"/>
                  </a:moveTo>
                  <a:cubicBezTo>
                    <a:pt x="2333" y="410"/>
                    <a:pt x="2489" y="504"/>
                    <a:pt x="2565" y="656"/>
                  </a:cubicBezTo>
                  <a:lnTo>
                    <a:pt x="2167" y="656"/>
                  </a:lnTo>
                  <a:cubicBezTo>
                    <a:pt x="1996" y="652"/>
                    <a:pt x="1841" y="558"/>
                    <a:pt x="1765" y="410"/>
                  </a:cubicBezTo>
                  <a:close/>
                  <a:moveTo>
                    <a:pt x="856" y="1"/>
                  </a:moveTo>
                  <a:cubicBezTo>
                    <a:pt x="385" y="1"/>
                    <a:pt x="1" y="384"/>
                    <a:pt x="1" y="859"/>
                  </a:cubicBezTo>
                  <a:lnTo>
                    <a:pt x="1" y="1294"/>
                  </a:lnTo>
                  <a:cubicBezTo>
                    <a:pt x="1" y="1429"/>
                    <a:pt x="102" y="1497"/>
                    <a:pt x="204" y="1497"/>
                  </a:cubicBezTo>
                  <a:cubicBezTo>
                    <a:pt x="305" y="1497"/>
                    <a:pt x="407" y="1429"/>
                    <a:pt x="407" y="1294"/>
                  </a:cubicBezTo>
                  <a:lnTo>
                    <a:pt x="407" y="1062"/>
                  </a:lnTo>
                  <a:lnTo>
                    <a:pt x="856" y="1062"/>
                  </a:lnTo>
                  <a:cubicBezTo>
                    <a:pt x="1028" y="859"/>
                    <a:pt x="1269" y="758"/>
                    <a:pt x="1511" y="758"/>
                  </a:cubicBezTo>
                  <a:cubicBezTo>
                    <a:pt x="1753" y="758"/>
                    <a:pt x="1995" y="859"/>
                    <a:pt x="2167" y="1062"/>
                  </a:cubicBezTo>
                  <a:lnTo>
                    <a:pt x="2616" y="1062"/>
                  </a:lnTo>
                  <a:lnTo>
                    <a:pt x="2616" y="1294"/>
                  </a:lnTo>
                  <a:cubicBezTo>
                    <a:pt x="2616" y="1429"/>
                    <a:pt x="2717" y="1497"/>
                    <a:pt x="2819" y="1497"/>
                  </a:cubicBezTo>
                  <a:cubicBezTo>
                    <a:pt x="2920" y="1497"/>
                    <a:pt x="3021" y="1429"/>
                    <a:pt x="3021" y="1294"/>
                  </a:cubicBezTo>
                  <a:lnTo>
                    <a:pt x="3021" y="859"/>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2"/>
            <p:cNvSpPr/>
            <p:nvPr/>
          </p:nvSpPr>
          <p:spPr>
            <a:xfrm>
              <a:off x="6803127" y="1639115"/>
              <a:ext cx="23963" cy="10749"/>
            </a:xfrm>
            <a:custGeom>
              <a:rect b="b" l="l" r="r" t="t"/>
              <a:pathLst>
                <a:path extrusionOk="0" h="410" w="914">
                  <a:moveTo>
                    <a:pt x="207" y="0"/>
                  </a:moveTo>
                  <a:cubicBezTo>
                    <a:pt x="95" y="0"/>
                    <a:pt x="1" y="91"/>
                    <a:pt x="5" y="203"/>
                  </a:cubicBezTo>
                  <a:cubicBezTo>
                    <a:pt x="5" y="315"/>
                    <a:pt x="95" y="409"/>
                    <a:pt x="207" y="409"/>
                  </a:cubicBezTo>
                  <a:lnTo>
                    <a:pt x="642" y="409"/>
                  </a:lnTo>
                  <a:cubicBezTo>
                    <a:pt x="914" y="409"/>
                    <a:pt x="91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2"/>
            <p:cNvSpPr/>
            <p:nvPr/>
          </p:nvSpPr>
          <p:spPr>
            <a:xfrm>
              <a:off x="6869982" y="1639115"/>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4" name="Google Shape;13094;p82"/>
          <p:cNvGrpSpPr/>
          <p:nvPr/>
        </p:nvGrpSpPr>
        <p:grpSpPr>
          <a:xfrm>
            <a:off x="5327187" y="1513402"/>
            <a:ext cx="342243" cy="364974"/>
            <a:chOff x="5327187" y="1513402"/>
            <a:chExt cx="342243" cy="364974"/>
          </a:xfrm>
        </p:grpSpPr>
        <p:sp>
          <p:nvSpPr>
            <p:cNvPr id="13095" name="Google Shape;13095;p82"/>
            <p:cNvSpPr/>
            <p:nvPr/>
          </p:nvSpPr>
          <p:spPr>
            <a:xfrm>
              <a:off x="5328707" y="1518698"/>
              <a:ext cx="339123" cy="342899"/>
            </a:xfrm>
            <a:custGeom>
              <a:rect b="b" l="l" r="r" t="t"/>
              <a:pathLst>
                <a:path extrusionOk="0" h="13079" w="12935">
                  <a:moveTo>
                    <a:pt x="5633" y="1"/>
                  </a:moveTo>
                  <a:cubicBezTo>
                    <a:pt x="4651" y="1"/>
                    <a:pt x="2674" y="946"/>
                    <a:pt x="2453" y="2782"/>
                  </a:cubicBezTo>
                  <a:cubicBezTo>
                    <a:pt x="2326" y="3865"/>
                    <a:pt x="1906" y="3992"/>
                    <a:pt x="1674" y="4756"/>
                  </a:cubicBezTo>
                  <a:cubicBezTo>
                    <a:pt x="1424" y="5575"/>
                    <a:pt x="1638" y="6082"/>
                    <a:pt x="1428" y="6821"/>
                  </a:cubicBezTo>
                  <a:cubicBezTo>
                    <a:pt x="1218" y="7563"/>
                    <a:pt x="801" y="7777"/>
                    <a:pt x="819" y="9030"/>
                  </a:cubicBezTo>
                  <a:cubicBezTo>
                    <a:pt x="841" y="10482"/>
                    <a:pt x="1" y="10808"/>
                    <a:pt x="330" y="11771"/>
                  </a:cubicBezTo>
                  <a:cubicBezTo>
                    <a:pt x="573" y="12488"/>
                    <a:pt x="1891" y="13079"/>
                    <a:pt x="1891" y="13079"/>
                  </a:cubicBezTo>
                  <a:lnTo>
                    <a:pt x="11044" y="13079"/>
                  </a:lnTo>
                  <a:cubicBezTo>
                    <a:pt x="11044" y="13079"/>
                    <a:pt x="12362" y="12492"/>
                    <a:pt x="12608" y="11771"/>
                  </a:cubicBezTo>
                  <a:cubicBezTo>
                    <a:pt x="12934" y="10808"/>
                    <a:pt x="12097" y="10482"/>
                    <a:pt x="12116" y="9030"/>
                  </a:cubicBezTo>
                  <a:cubicBezTo>
                    <a:pt x="12134" y="7777"/>
                    <a:pt x="11717" y="7559"/>
                    <a:pt x="11507" y="6821"/>
                  </a:cubicBezTo>
                  <a:cubicBezTo>
                    <a:pt x="11301" y="6085"/>
                    <a:pt x="11511" y="5575"/>
                    <a:pt x="11264" y="4756"/>
                  </a:cubicBezTo>
                  <a:cubicBezTo>
                    <a:pt x="11033" y="3992"/>
                    <a:pt x="10613" y="3865"/>
                    <a:pt x="10482" y="2782"/>
                  </a:cubicBezTo>
                  <a:cubicBezTo>
                    <a:pt x="10265" y="946"/>
                    <a:pt x="8284" y="1"/>
                    <a:pt x="7302" y="1"/>
                  </a:cubicBezTo>
                  <a:cubicBezTo>
                    <a:pt x="7027" y="1"/>
                    <a:pt x="6839" y="73"/>
                    <a:pt x="6708" y="157"/>
                  </a:cubicBezTo>
                  <a:cubicBezTo>
                    <a:pt x="6636" y="205"/>
                    <a:pt x="6552" y="230"/>
                    <a:pt x="6467" y="230"/>
                  </a:cubicBezTo>
                  <a:cubicBezTo>
                    <a:pt x="6383" y="230"/>
                    <a:pt x="6299" y="205"/>
                    <a:pt x="6227" y="157"/>
                  </a:cubicBezTo>
                  <a:cubicBezTo>
                    <a:pt x="6100" y="73"/>
                    <a:pt x="5912" y="1"/>
                    <a:pt x="563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2"/>
            <p:cNvSpPr/>
            <p:nvPr/>
          </p:nvSpPr>
          <p:spPr>
            <a:xfrm>
              <a:off x="5328812" y="1518698"/>
              <a:ext cx="169522" cy="342899"/>
            </a:xfrm>
            <a:custGeom>
              <a:rect b="b" l="l" r="r" t="t"/>
              <a:pathLst>
                <a:path extrusionOk="0" h="13079" w="6466">
                  <a:moveTo>
                    <a:pt x="5629" y="1"/>
                  </a:moveTo>
                  <a:cubicBezTo>
                    <a:pt x="4647" y="1"/>
                    <a:pt x="2670" y="946"/>
                    <a:pt x="2452" y="2782"/>
                  </a:cubicBezTo>
                  <a:cubicBezTo>
                    <a:pt x="2322" y="3865"/>
                    <a:pt x="1902" y="3992"/>
                    <a:pt x="1670" y="4756"/>
                  </a:cubicBezTo>
                  <a:cubicBezTo>
                    <a:pt x="1420" y="5575"/>
                    <a:pt x="1634" y="6082"/>
                    <a:pt x="1424" y="6824"/>
                  </a:cubicBezTo>
                  <a:cubicBezTo>
                    <a:pt x="1214" y="7563"/>
                    <a:pt x="797" y="7777"/>
                    <a:pt x="815" y="9030"/>
                  </a:cubicBezTo>
                  <a:cubicBezTo>
                    <a:pt x="837" y="10482"/>
                    <a:pt x="1" y="10808"/>
                    <a:pt x="326" y="11771"/>
                  </a:cubicBezTo>
                  <a:cubicBezTo>
                    <a:pt x="569" y="12492"/>
                    <a:pt x="1887" y="13079"/>
                    <a:pt x="1887" y="13079"/>
                  </a:cubicBezTo>
                  <a:lnTo>
                    <a:pt x="6465" y="13079"/>
                  </a:lnTo>
                  <a:lnTo>
                    <a:pt x="6465" y="229"/>
                  </a:lnTo>
                  <a:cubicBezTo>
                    <a:pt x="6378" y="229"/>
                    <a:pt x="6295" y="204"/>
                    <a:pt x="6223" y="157"/>
                  </a:cubicBezTo>
                  <a:cubicBezTo>
                    <a:pt x="6096" y="73"/>
                    <a:pt x="5908" y="1"/>
                    <a:pt x="5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2"/>
            <p:cNvSpPr/>
            <p:nvPr/>
          </p:nvSpPr>
          <p:spPr>
            <a:xfrm>
              <a:off x="5366880" y="1724480"/>
              <a:ext cx="262857" cy="148627"/>
            </a:xfrm>
            <a:custGeom>
              <a:rect b="b" l="l" r="r" t="t"/>
              <a:pathLst>
                <a:path extrusionOk="0" h="5669" w="10026">
                  <a:moveTo>
                    <a:pt x="3706" y="0"/>
                  </a:moveTo>
                  <a:lnTo>
                    <a:pt x="3706" y="1126"/>
                  </a:lnTo>
                  <a:cubicBezTo>
                    <a:pt x="3706" y="1496"/>
                    <a:pt x="3470" y="1825"/>
                    <a:pt x="3123" y="1949"/>
                  </a:cubicBezTo>
                  <a:lnTo>
                    <a:pt x="874" y="2742"/>
                  </a:lnTo>
                  <a:cubicBezTo>
                    <a:pt x="349" y="2926"/>
                    <a:pt x="1" y="3423"/>
                    <a:pt x="1" y="3977"/>
                  </a:cubicBezTo>
                  <a:lnTo>
                    <a:pt x="1" y="5668"/>
                  </a:lnTo>
                  <a:lnTo>
                    <a:pt x="10026" y="5668"/>
                  </a:lnTo>
                  <a:lnTo>
                    <a:pt x="10026" y="3977"/>
                  </a:lnTo>
                  <a:cubicBezTo>
                    <a:pt x="10026" y="3423"/>
                    <a:pt x="9674" y="2926"/>
                    <a:pt x="9153" y="2742"/>
                  </a:cubicBezTo>
                  <a:lnTo>
                    <a:pt x="6904" y="1949"/>
                  </a:lnTo>
                  <a:cubicBezTo>
                    <a:pt x="6553" y="1825"/>
                    <a:pt x="6321" y="1496"/>
                    <a:pt x="6321" y="1126"/>
                  </a:cubicBezTo>
                  <a:lnTo>
                    <a:pt x="632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2"/>
            <p:cNvSpPr/>
            <p:nvPr/>
          </p:nvSpPr>
          <p:spPr>
            <a:xfrm>
              <a:off x="5366880" y="1782473"/>
              <a:ext cx="262857" cy="90634"/>
            </a:xfrm>
            <a:custGeom>
              <a:rect b="b" l="l" r="r" t="t"/>
              <a:pathLst>
                <a:path extrusionOk="0" h="3457" w="10026">
                  <a:moveTo>
                    <a:pt x="2373" y="1"/>
                  </a:moveTo>
                  <a:lnTo>
                    <a:pt x="874" y="530"/>
                  </a:lnTo>
                  <a:cubicBezTo>
                    <a:pt x="349" y="714"/>
                    <a:pt x="1" y="1211"/>
                    <a:pt x="1" y="1765"/>
                  </a:cubicBezTo>
                  <a:lnTo>
                    <a:pt x="1" y="3456"/>
                  </a:lnTo>
                  <a:lnTo>
                    <a:pt x="10026" y="3456"/>
                  </a:lnTo>
                  <a:lnTo>
                    <a:pt x="10026" y="1765"/>
                  </a:lnTo>
                  <a:cubicBezTo>
                    <a:pt x="10026" y="1211"/>
                    <a:pt x="9674" y="714"/>
                    <a:pt x="9153" y="530"/>
                  </a:cubicBezTo>
                  <a:lnTo>
                    <a:pt x="7650" y="1"/>
                  </a:lnTo>
                  <a:cubicBezTo>
                    <a:pt x="7060" y="816"/>
                    <a:pt x="6256" y="1721"/>
                    <a:pt x="5318" y="2217"/>
                  </a:cubicBezTo>
                  <a:cubicBezTo>
                    <a:pt x="5222" y="2268"/>
                    <a:pt x="5117" y="2293"/>
                    <a:pt x="5011" y="2293"/>
                  </a:cubicBezTo>
                  <a:cubicBezTo>
                    <a:pt x="4906" y="2293"/>
                    <a:pt x="4801" y="2268"/>
                    <a:pt x="4705" y="2217"/>
                  </a:cubicBezTo>
                  <a:cubicBezTo>
                    <a:pt x="3771" y="1721"/>
                    <a:pt x="2967" y="819"/>
                    <a:pt x="2373"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2"/>
            <p:cNvSpPr/>
            <p:nvPr/>
          </p:nvSpPr>
          <p:spPr>
            <a:xfrm>
              <a:off x="5464016" y="1724480"/>
              <a:ext cx="68585" cy="28551"/>
            </a:xfrm>
            <a:custGeom>
              <a:rect b="b" l="l" r="r" t="t"/>
              <a:pathLst>
                <a:path extrusionOk="0" h="1089" w="2616">
                  <a:moveTo>
                    <a:pt x="1" y="0"/>
                  </a:moveTo>
                  <a:lnTo>
                    <a:pt x="1" y="811"/>
                  </a:lnTo>
                  <a:cubicBezTo>
                    <a:pt x="416" y="996"/>
                    <a:pt x="861" y="1088"/>
                    <a:pt x="1307" y="1088"/>
                  </a:cubicBezTo>
                  <a:cubicBezTo>
                    <a:pt x="1753" y="1088"/>
                    <a:pt x="2199" y="996"/>
                    <a:pt x="2616" y="811"/>
                  </a:cubicBezTo>
                  <a:lnTo>
                    <a:pt x="261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2"/>
            <p:cNvSpPr/>
            <p:nvPr/>
          </p:nvSpPr>
          <p:spPr>
            <a:xfrm>
              <a:off x="5423955" y="1564474"/>
              <a:ext cx="148627" cy="171410"/>
            </a:xfrm>
            <a:custGeom>
              <a:rect b="b" l="l" r="r" t="t"/>
              <a:pathLst>
                <a:path extrusionOk="0" h="6538" w="5669">
                  <a:moveTo>
                    <a:pt x="1" y="0"/>
                  </a:moveTo>
                  <a:lnTo>
                    <a:pt x="1" y="3705"/>
                  </a:lnTo>
                  <a:cubicBezTo>
                    <a:pt x="1" y="5270"/>
                    <a:pt x="1272" y="6538"/>
                    <a:pt x="2836" y="6538"/>
                  </a:cubicBezTo>
                  <a:cubicBezTo>
                    <a:pt x="4401" y="6538"/>
                    <a:pt x="5668" y="5270"/>
                    <a:pt x="5668" y="3705"/>
                  </a:cubicBezTo>
                  <a:lnTo>
                    <a:pt x="5668"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2"/>
            <p:cNvSpPr/>
            <p:nvPr/>
          </p:nvSpPr>
          <p:spPr>
            <a:xfrm>
              <a:off x="5423693" y="1564474"/>
              <a:ext cx="148889" cy="171436"/>
            </a:xfrm>
            <a:custGeom>
              <a:rect b="b" l="l" r="r" t="t"/>
              <a:pathLst>
                <a:path extrusionOk="0" h="6539" w="5679">
                  <a:moveTo>
                    <a:pt x="11" y="0"/>
                  </a:moveTo>
                  <a:lnTo>
                    <a:pt x="11" y="3705"/>
                  </a:lnTo>
                  <a:cubicBezTo>
                    <a:pt x="1" y="5292"/>
                    <a:pt x="1294" y="6538"/>
                    <a:pt x="2824" y="6538"/>
                  </a:cubicBezTo>
                  <a:cubicBezTo>
                    <a:pt x="2974" y="6538"/>
                    <a:pt x="3127" y="6526"/>
                    <a:pt x="3281" y="6501"/>
                  </a:cubicBezTo>
                  <a:cubicBezTo>
                    <a:pt x="1901" y="6288"/>
                    <a:pt x="883" y="5100"/>
                    <a:pt x="883" y="3705"/>
                  </a:cubicBezTo>
                  <a:lnTo>
                    <a:pt x="883" y="3293"/>
                  </a:lnTo>
                  <a:cubicBezTo>
                    <a:pt x="887" y="2898"/>
                    <a:pt x="1003" y="2514"/>
                    <a:pt x="1217" y="2184"/>
                  </a:cubicBezTo>
                  <a:lnTo>
                    <a:pt x="1220" y="2177"/>
                  </a:lnTo>
                  <a:cubicBezTo>
                    <a:pt x="1532" y="1681"/>
                    <a:pt x="1785" y="1616"/>
                    <a:pt x="2169" y="1518"/>
                  </a:cubicBezTo>
                  <a:cubicBezTo>
                    <a:pt x="2404" y="1467"/>
                    <a:pt x="2633" y="1388"/>
                    <a:pt x="2846" y="1275"/>
                  </a:cubicBezTo>
                  <a:cubicBezTo>
                    <a:pt x="3056" y="1388"/>
                    <a:pt x="3285" y="1467"/>
                    <a:pt x="3520" y="1518"/>
                  </a:cubicBezTo>
                  <a:cubicBezTo>
                    <a:pt x="3904" y="1616"/>
                    <a:pt x="4157" y="1681"/>
                    <a:pt x="4472" y="2181"/>
                  </a:cubicBezTo>
                  <a:cubicBezTo>
                    <a:pt x="4867" y="2818"/>
                    <a:pt x="5331" y="3144"/>
                    <a:pt x="5668" y="3383"/>
                  </a:cubicBezTo>
                  <a:lnTo>
                    <a:pt x="5678" y="3390"/>
                  </a:lnTo>
                  <a:lnTo>
                    <a:pt x="567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2"/>
            <p:cNvSpPr/>
            <p:nvPr/>
          </p:nvSpPr>
          <p:spPr>
            <a:xfrm>
              <a:off x="5498308" y="1518698"/>
              <a:ext cx="149938" cy="256014"/>
            </a:xfrm>
            <a:custGeom>
              <a:rect b="b" l="l" r="r" t="t"/>
              <a:pathLst>
                <a:path extrusionOk="0" h="9765" w="5719">
                  <a:moveTo>
                    <a:pt x="833" y="1"/>
                  </a:moveTo>
                  <a:cubicBezTo>
                    <a:pt x="558" y="1"/>
                    <a:pt x="370" y="73"/>
                    <a:pt x="239" y="157"/>
                  </a:cubicBezTo>
                  <a:cubicBezTo>
                    <a:pt x="171" y="204"/>
                    <a:pt x="84" y="229"/>
                    <a:pt x="0" y="229"/>
                  </a:cubicBezTo>
                  <a:lnTo>
                    <a:pt x="0" y="2181"/>
                  </a:lnTo>
                  <a:cubicBezTo>
                    <a:pt x="562" y="2891"/>
                    <a:pt x="1398" y="2326"/>
                    <a:pt x="2181" y="3579"/>
                  </a:cubicBezTo>
                  <a:cubicBezTo>
                    <a:pt x="2843" y="4644"/>
                    <a:pt x="3676" y="4618"/>
                    <a:pt x="3970" y="5459"/>
                  </a:cubicBezTo>
                  <a:cubicBezTo>
                    <a:pt x="4053" y="5698"/>
                    <a:pt x="4010" y="5955"/>
                    <a:pt x="4028" y="6208"/>
                  </a:cubicBezTo>
                  <a:cubicBezTo>
                    <a:pt x="4140" y="7632"/>
                    <a:pt x="5230" y="8284"/>
                    <a:pt x="5719" y="9765"/>
                  </a:cubicBezTo>
                  <a:cubicBezTo>
                    <a:pt x="5668" y="9526"/>
                    <a:pt x="5643" y="9276"/>
                    <a:pt x="5647" y="9030"/>
                  </a:cubicBezTo>
                  <a:cubicBezTo>
                    <a:pt x="5665" y="7777"/>
                    <a:pt x="5248" y="7559"/>
                    <a:pt x="5038" y="6821"/>
                  </a:cubicBezTo>
                  <a:cubicBezTo>
                    <a:pt x="4828" y="6082"/>
                    <a:pt x="5042" y="5575"/>
                    <a:pt x="4795" y="4756"/>
                  </a:cubicBezTo>
                  <a:cubicBezTo>
                    <a:pt x="4564" y="3992"/>
                    <a:pt x="4144" y="3865"/>
                    <a:pt x="4013" y="2782"/>
                  </a:cubicBezTo>
                  <a:cubicBezTo>
                    <a:pt x="3796" y="946"/>
                    <a:pt x="1815" y="1"/>
                    <a:pt x="8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2"/>
            <p:cNvSpPr/>
            <p:nvPr/>
          </p:nvSpPr>
          <p:spPr>
            <a:xfrm>
              <a:off x="5348265" y="1518698"/>
              <a:ext cx="150069" cy="256014"/>
            </a:xfrm>
            <a:custGeom>
              <a:rect b="b" l="l" r="r" t="t"/>
              <a:pathLst>
                <a:path extrusionOk="0" h="9765" w="5724">
                  <a:moveTo>
                    <a:pt x="4887" y="1"/>
                  </a:moveTo>
                  <a:cubicBezTo>
                    <a:pt x="3909" y="1"/>
                    <a:pt x="1928" y="946"/>
                    <a:pt x="1710" y="2782"/>
                  </a:cubicBezTo>
                  <a:cubicBezTo>
                    <a:pt x="1580" y="3865"/>
                    <a:pt x="1160" y="3992"/>
                    <a:pt x="928" y="4756"/>
                  </a:cubicBezTo>
                  <a:cubicBezTo>
                    <a:pt x="678" y="5575"/>
                    <a:pt x="892" y="6082"/>
                    <a:pt x="682" y="6821"/>
                  </a:cubicBezTo>
                  <a:cubicBezTo>
                    <a:pt x="472" y="7559"/>
                    <a:pt x="55" y="7777"/>
                    <a:pt x="73" y="9030"/>
                  </a:cubicBezTo>
                  <a:cubicBezTo>
                    <a:pt x="77" y="9276"/>
                    <a:pt x="55" y="9526"/>
                    <a:pt x="1" y="9765"/>
                  </a:cubicBezTo>
                  <a:cubicBezTo>
                    <a:pt x="490" y="8284"/>
                    <a:pt x="1580" y="7632"/>
                    <a:pt x="1692" y="6208"/>
                  </a:cubicBezTo>
                  <a:cubicBezTo>
                    <a:pt x="1714" y="5955"/>
                    <a:pt x="1667" y="5698"/>
                    <a:pt x="1750" y="5459"/>
                  </a:cubicBezTo>
                  <a:cubicBezTo>
                    <a:pt x="2044" y="4618"/>
                    <a:pt x="2880" y="4644"/>
                    <a:pt x="3543" y="3579"/>
                  </a:cubicBezTo>
                  <a:cubicBezTo>
                    <a:pt x="4325" y="2326"/>
                    <a:pt x="5158" y="2891"/>
                    <a:pt x="5723" y="2181"/>
                  </a:cubicBezTo>
                  <a:lnTo>
                    <a:pt x="5723" y="229"/>
                  </a:lnTo>
                  <a:cubicBezTo>
                    <a:pt x="5636" y="229"/>
                    <a:pt x="5553" y="204"/>
                    <a:pt x="5481" y="157"/>
                  </a:cubicBezTo>
                  <a:cubicBezTo>
                    <a:pt x="5354" y="73"/>
                    <a:pt x="5166" y="1"/>
                    <a:pt x="488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2"/>
            <p:cNvSpPr/>
            <p:nvPr/>
          </p:nvSpPr>
          <p:spPr>
            <a:xfrm>
              <a:off x="5473480" y="1684734"/>
              <a:ext cx="49604" cy="16491"/>
            </a:xfrm>
            <a:custGeom>
              <a:rect b="b" l="l" r="r" t="t"/>
              <a:pathLst>
                <a:path extrusionOk="0" h="629" w="1892">
                  <a:moveTo>
                    <a:pt x="293" y="1"/>
                  </a:moveTo>
                  <a:cubicBezTo>
                    <a:pt x="134" y="1"/>
                    <a:pt x="0" y="206"/>
                    <a:pt x="151" y="353"/>
                  </a:cubicBezTo>
                  <a:cubicBezTo>
                    <a:pt x="324" y="527"/>
                    <a:pt x="625" y="629"/>
                    <a:pt x="947" y="629"/>
                  </a:cubicBezTo>
                  <a:cubicBezTo>
                    <a:pt x="1270" y="629"/>
                    <a:pt x="1567" y="527"/>
                    <a:pt x="1744" y="353"/>
                  </a:cubicBezTo>
                  <a:cubicBezTo>
                    <a:pt x="1892" y="206"/>
                    <a:pt x="1757" y="1"/>
                    <a:pt x="1599" y="1"/>
                  </a:cubicBezTo>
                  <a:cubicBezTo>
                    <a:pt x="1552" y="1"/>
                    <a:pt x="1502" y="19"/>
                    <a:pt x="1458" y="64"/>
                  </a:cubicBezTo>
                  <a:cubicBezTo>
                    <a:pt x="1382" y="136"/>
                    <a:pt x="1204" y="223"/>
                    <a:pt x="947" y="223"/>
                  </a:cubicBezTo>
                  <a:cubicBezTo>
                    <a:pt x="687"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2"/>
            <p:cNvSpPr/>
            <p:nvPr/>
          </p:nvSpPr>
          <p:spPr>
            <a:xfrm>
              <a:off x="5458615" y="1644805"/>
              <a:ext cx="10749" cy="16386"/>
            </a:xfrm>
            <a:custGeom>
              <a:rect b="b" l="l" r="r" t="t"/>
              <a:pathLst>
                <a:path extrusionOk="0" h="625" w="410">
                  <a:moveTo>
                    <a:pt x="207" y="0"/>
                  </a:moveTo>
                  <a:cubicBezTo>
                    <a:pt x="95" y="0"/>
                    <a:pt x="0" y="91"/>
                    <a:pt x="0" y="203"/>
                  </a:cubicBezTo>
                  <a:lnTo>
                    <a:pt x="0" y="421"/>
                  </a:lnTo>
                  <a:cubicBezTo>
                    <a:pt x="0" y="556"/>
                    <a:pt x="103" y="624"/>
                    <a:pt x="205" y="624"/>
                  </a:cubicBezTo>
                  <a:cubicBezTo>
                    <a:pt x="307" y="624"/>
                    <a:pt x="410" y="556"/>
                    <a:pt x="410" y="421"/>
                  </a:cubicBezTo>
                  <a:lnTo>
                    <a:pt x="410" y="203"/>
                  </a:lnTo>
                  <a:cubicBezTo>
                    <a:pt x="410" y="91"/>
                    <a:pt x="316"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2"/>
            <p:cNvSpPr/>
            <p:nvPr/>
          </p:nvSpPr>
          <p:spPr>
            <a:xfrm>
              <a:off x="5527252" y="1644805"/>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2"/>
            <p:cNvSpPr/>
            <p:nvPr/>
          </p:nvSpPr>
          <p:spPr>
            <a:xfrm>
              <a:off x="5451117" y="1627711"/>
              <a:ext cx="25667" cy="10671"/>
            </a:xfrm>
            <a:custGeom>
              <a:rect b="b" l="l" r="r" t="t"/>
              <a:pathLst>
                <a:path extrusionOk="0" h="407" w="979">
                  <a:moveTo>
                    <a:pt x="272" y="1"/>
                  </a:moveTo>
                  <a:cubicBezTo>
                    <a:pt x="0" y="1"/>
                    <a:pt x="0" y="406"/>
                    <a:pt x="272" y="406"/>
                  </a:cubicBezTo>
                  <a:lnTo>
                    <a:pt x="710" y="406"/>
                  </a:lnTo>
                  <a:cubicBezTo>
                    <a:pt x="978" y="406"/>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2"/>
            <p:cNvSpPr/>
            <p:nvPr/>
          </p:nvSpPr>
          <p:spPr>
            <a:xfrm>
              <a:off x="5519754" y="1627711"/>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2"/>
            <p:cNvSpPr/>
            <p:nvPr/>
          </p:nvSpPr>
          <p:spPr>
            <a:xfrm>
              <a:off x="5327187" y="1513402"/>
              <a:ext cx="342243" cy="364974"/>
            </a:xfrm>
            <a:custGeom>
              <a:rect b="b" l="l" r="r" t="t"/>
              <a:pathLst>
                <a:path extrusionOk="0" h="13921" w="13054">
                  <a:moveTo>
                    <a:pt x="7368" y="406"/>
                  </a:moveTo>
                  <a:cubicBezTo>
                    <a:pt x="7943" y="406"/>
                    <a:pt x="8664" y="739"/>
                    <a:pt x="9120" y="1068"/>
                  </a:cubicBezTo>
                  <a:cubicBezTo>
                    <a:pt x="9617" y="1427"/>
                    <a:pt x="10229" y="2050"/>
                    <a:pt x="10345" y="3006"/>
                  </a:cubicBezTo>
                  <a:cubicBezTo>
                    <a:pt x="10428" y="3701"/>
                    <a:pt x="10627" y="4035"/>
                    <a:pt x="10819" y="4353"/>
                  </a:cubicBezTo>
                  <a:cubicBezTo>
                    <a:pt x="10935" y="4549"/>
                    <a:pt x="11047" y="4737"/>
                    <a:pt x="11134" y="5016"/>
                  </a:cubicBezTo>
                  <a:cubicBezTo>
                    <a:pt x="11257" y="5414"/>
                    <a:pt x="11261" y="5730"/>
                    <a:pt x="11265" y="6063"/>
                  </a:cubicBezTo>
                  <a:cubicBezTo>
                    <a:pt x="11268" y="6374"/>
                    <a:pt x="11272" y="6697"/>
                    <a:pt x="11380" y="7077"/>
                  </a:cubicBezTo>
                  <a:cubicBezTo>
                    <a:pt x="11446" y="7301"/>
                    <a:pt x="11536" y="7519"/>
                    <a:pt x="11645" y="7725"/>
                  </a:cubicBezTo>
                  <a:cubicBezTo>
                    <a:pt x="11826" y="8087"/>
                    <a:pt x="11992" y="8435"/>
                    <a:pt x="11982" y="9228"/>
                  </a:cubicBezTo>
                  <a:cubicBezTo>
                    <a:pt x="11971" y="9974"/>
                    <a:pt x="12174" y="10449"/>
                    <a:pt x="12344" y="10829"/>
                  </a:cubicBezTo>
                  <a:cubicBezTo>
                    <a:pt x="12503" y="11224"/>
                    <a:pt x="12615" y="11484"/>
                    <a:pt x="12474" y="11908"/>
                  </a:cubicBezTo>
                  <a:cubicBezTo>
                    <a:pt x="12344" y="12285"/>
                    <a:pt x="11996" y="12564"/>
                    <a:pt x="11743" y="12723"/>
                  </a:cubicBezTo>
                  <a:lnTo>
                    <a:pt x="11743" y="12028"/>
                  </a:lnTo>
                  <a:cubicBezTo>
                    <a:pt x="11743" y="11387"/>
                    <a:pt x="11341" y="10814"/>
                    <a:pt x="10736" y="10601"/>
                  </a:cubicBezTo>
                  <a:lnTo>
                    <a:pt x="8483" y="9808"/>
                  </a:lnTo>
                  <a:cubicBezTo>
                    <a:pt x="8219" y="9713"/>
                    <a:pt x="8038" y="9460"/>
                    <a:pt x="8038" y="9177"/>
                  </a:cubicBezTo>
                  <a:lnTo>
                    <a:pt x="8038" y="8286"/>
                  </a:lnTo>
                  <a:cubicBezTo>
                    <a:pt x="8983" y="7743"/>
                    <a:pt x="9562" y="6740"/>
                    <a:pt x="9566" y="5650"/>
                  </a:cubicBezTo>
                  <a:lnTo>
                    <a:pt x="9566" y="4926"/>
                  </a:lnTo>
                  <a:lnTo>
                    <a:pt x="9609" y="4958"/>
                  </a:lnTo>
                  <a:cubicBezTo>
                    <a:pt x="10048" y="5266"/>
                    <a:pt x="10337" y="5472"/>
                    <a:pt x="10392" y="6171"/>
                  </a:cubicBezTo>
                  <a:cubicBezTo>
                    <a:pt x="10403" y="6280"/>
                    <a:pt x="10489" y="6360"/>
                    <a:pt x="10594" y="6360"/>
                  </a:cubicBezTo>
                  <a:lnTo>
                    <a:pt x="10613" y="6360"/>
                  </a:lnTo>
                  <a:cubicBezTo>
                    <a:pt x="10725" y="6352"/>
                    <a:pt x="10808" y="6255"/>
                    <a:pt x="10801" y="6142"/>
                  </a:cubicBezTo>
                  <a:cubicBezTo>
                    <a:pt x="10729" y="5248"/>
                    <a:pt x="10301" y="4947"/>
                    <a:pt x="9845" y="4625"/>
                  </a:cubicBezTo>
                  <a:cubicBezTo>
                    <a:pt x="9522" y="4400"/>
                    <a:pt x="9186" y="4161"/>
                    <a:pt x="8881" y="3669"/>
                  </a:cubicBezTo>
                  <a:cubicBezTo>
                    <a:pt x="8385" y="2876"/>
                    <a:pt x="7846" y="2742"/>
                    <a:pt x="7415" y="2633"/>
                  </a:cubicBezTo>
                  <a:cubicBezTo>
                    <a:pt x="7205" y="2579"/>
                    <a:pt x="7023" y="2535"/>
                    <a:pt x="6871" y="2423"/>
                  </a:cubicBezTo>
                  <a:cubicBezTo>
                    <a:pt x="6784" y="2365"/>
                    <a:pt x="6734" y="2264"/>
                    <a:pt x="6734" y="2159"/>
                  </a:cubicBezTo>
                  <a:lnTo>
                    <a:pt x="6734" y="1738"/>
                  </a:lnTo>
                  <a:cubicBezTo>
                    <a:pt x="6737" y="1626"/>
                    <a:pt x="6647" y="1532"/>
                    <a:pt x="6538" y="1525"/>
                  </a:cubicBezTo>
                  <a:cubicBezTo>
                    <a:pt x="6536" y="1525"/>
                    <a:pt x="6534" y="1525"/>
                    <a:pt x="6532" y="1525"/>
                  </a:cubicBezTo>
                  <a:cubicBezTo>
                    <a:pt x="6419" y="1525"/>
                    <a:pt x="6325" y="1617"/>
                    <a:pt x="6328" y="1731"/>
                  </a:cubicBezTo>
                  <a:lnTo>
                    <a:pt x="6328" y="2162"/>
                  </a:lnTo>
                  <a:cubicBezTo>
                    <a:pt x="6328" y="2267"/>
                    <a:pt x="6277" y="2369"/>
                    <a:pt x="6190" y="2430"/>
                  </a:cubicBezTo>
                  <a:cubicBezTo>
                    <a:pt x="6035" y="2539"/>
                    <a:pt x="5857" y="2582"/>
                    <a:pt x="5647" y="2637"/>
                  </a:cubicBezTo>
                  <a:cubicBezTo>
                    <a:pt x="5213" y="2745"/>
                    <a:pt x="4673" y="2879"/>
                    <a:pt x="4180" y="3672"/>
                  </a:cubicBezTo>
                  <a:cubicBezTo>
                    <a:pt x="3876" y="4165"/>
                    <a:pt x="3539" y="4397"/>
                    <a:pt x="3217" y="4629"/>
                  </a:cubicBezTo>
                  <a:cubicBezTo>
                    <a:pt x="2764" y="4951"/>
                    <a:pt x="2330" y="5251"/>
                    <a:pt x="2261" y="6146"/>
                  </a:cubicBezTo>
                  <a:cubicBezTo>
                    <a:pt x="2249" y="6290"/>
                    <a:pt x="2359" y="6367"/>
                    <a:pt x="2467" y="6367"/>
                  </a:cubicBezTo>
                  <a:cubicBezTo>
                    <a:pt x="2563" y="6367"/>
                    <a:pt x="2658" y="6306"/>
                    <a:pt x="2667" y="6179"/>
                  </a:cubicBezTo>
                  <a:cubicBezTo>
                    <a:pt x="2725" y="5476"/>
                    <a:pt x="3014" y="5273"/>
                    <a:pt x="3452" y="4962"/>
                  </a:cubicBezTo>
                  <a:cubicBezTo>
                    <a:pt x="3775" y="4737"/>
                    <a:pt x="4177" y="4451"/>
                    <a:pt x="4528" y="3890"/>
                  </a:cubicBezTo>
                  <a:cubicBezTo>
                    <a:pt x="4934" y="3238"/>
                    <a:pt x="5329" y="3136"/>
                    <a:pt x="5749" y="3031"/>
                  </a:cubicBezTo>
                  <a:cubicBezTo>
                    <a:pt x="6017" y="2963"/>
                    <a:pt x="6288" y="2894"/>
                    <a:pt x="6535" y="2676"/>
                  </a:cubicBezTo>
                  <a:cubicBezTo>
                    <a:pt x="6781" y="2894"/>
                    <a:pt x="7052" y="2963"/>
                    <a:pt x="7320" y="3031"/>
                  </a:cubicBezTo>
                  <a:cubicBezTo>
                    <a:pt x="7737" y="3136"/>
                    <a:pt x="8135" y="3234"/>
                    <a:pt x="8541" y="3890"/>
                  </a:cubicBezTo>
                  <a:cubicBezTo>
                    <a:pt x="8708" y="4161"/>
                    <a:pt x="8914" y="4408"/>
                    <a:pt x="9157" y="4618"/>
                  </a:cubicBezTo>
                  <a:lnTo>
                    <a:pt x="9157" y="5621"/>
                  </a:lnTo>
                  <a:cubicBezTo>
                    <a:pt x="9157" y="7070"/>
                    <a:pt x="8001" y="8268"/>
                    <a:pt x="6553" y="8283"/>
                  </a:cubicBezTo>
                  <a:cubicBezTo>
                    <a:pt x="6546" y="8283"/>
                    <a:pt x="6539" y="8283"/>
                    <a:pt x="6533" y="8283"/>
                  </a:cubicBezTo>
                  <a:cubicBezTo>
                    <a:pt x="5079" y="8283"/>
                    <a:pt x="3898" y="7106"/>
                    <a:pt x="3898" y="5653"/>
                  </a:cubicBezTo>
                  <a:lnTo>
                    <a:pt x="3898" y="5581"/>
                  </a:lnTo>
                  <a:cubicBezTo>
                    <a:pt x="3898" y="5465"/>
                    <a:pt x="3811" y="5375"/>
                    <a:pt x="3699" y="5367"/>
                  </a:cubicBezTo>
                  <a:cubicBezTo>
                    <a:pt x="3697" y="5367"/>
                    <a:pt x="3694" y="5367"/>
                    <a:pt x="3692" y="5367"/>
                  </a:cubicBezTo>
                  <a:cubicBezTo>
                    <a:pt x="3579" y="5367"/>
                    <a:pt x="3489" y="5457"/>
                    <a:pt x="3489" y="5570"/>
                  </a:cubicBezTo>
                  <a:lnTo>
                    <a:pt x="3489" y="5653"/>
                  </a:lnTo>
                  <a:cubicBezTo>
                    <a:pt x="3489" y="6740"/>
                    <a:pt x="4072" y="7743"/>
                    <a:pt x="5013" y="8286"/>
                  </a:cubicBezTo>
                  <a:lnTo>
                    <a:pt x="5013" y="9177"/>
                  </a:lnTo>
                  <a:cubicBezTo>
                    <a:pt x="5013" y="9460"/>
                    <a:pt x="4836" y="9713"/>
                    <a:pt x="4568" y="9808"/>
                  </a:cubicBezTo>
                  <a:lnTo>
                    <a:pt x="2319" y="10601"/>
                  </a:lnTo>
                  <a:cubicBezTo>
                    <a:pt x="1714" y="10814"/>
                    <a:pt x="1308" y="11387"/>
                    <a:pt x="1308" y="12028"/>
                  </a:cubicBezTo>
                  <a:lnTo>
                    <a:pt x="1308" y="12723"/>
                  </a:lnTo>
                  <a:cubicBezTo>
                    <a:pt x="1059" y="12564"/>
                    <a:pt x="711" y="12288"/>
                    <a:pt x="580" y="11908"/>
                  </a:cubicBezTo>
                  <a:cubicBezTo>
                    <a:pt x="436" y="11484"/>
                    <a:pt x="551" y="11224"/>
                    <a:pt x="722" y="10829"/>
                  </a:cubicBezTo>
                  <a:cubicBezTo>
                    <a:pt x="888" y="10445"/>
                    <a:pt x="1091" y="9974"/>
                    <a:pt x="1084" y="9228"/>
                  </a:cubicBezTo>
                  <a:cubicBezTo>
                    <a:pt x="1073" y="8435"/>
                    <a:pt x="1240" y="8091"/>
                    <a:pt x="1421" y="7725"/>
                  </a:cubicBezTo>
                  <a:cubicBezTo>
                    <a:pt x="1529" y="7519"/>
                    <a:pt x="1616" y="7301"/>
                    <a:pt x="1685" y="7077"/>
                  </a:cubicBezTo>
                  <a:cubicBezTo>
                    <a:pt x="1794" y="6697"/>
                    <a:pt x="1797" y="6374"/>
                    <a:pt x="1801" y="6063"/>
                  </a:cubicBezTo>
                  <a:cubicBezTo>
                    <a:pt x="1805" y="5730"/>
                    <a:pt x="1808" y="5414"/>
                    <a:pt x="1928" y="5016"/>
                  </a:cubicBezTo>
                  <a:cubicBezTo>
                    <a:pt x="2015" y="4737"/>
                    <a:pt x="2123" y="4549"/>
                    <a:pt x="2246" y="4353"/>
                  </a:cubicBezTo>
                  <a:cubicBezTo>
                    <a:pt x="2438" y="4031"/>
                    <a:pt x="2638" y="3701"/>
                    <a:pt x="2717" y="3006"/>
                  </a:cubicBezTo>
                  <a:cubicBezTo>
                    <a:pt x="2833" y="2050"/>
                    <a:pt x="3442" y="1427"/>
                    <a:pt x="3938" y="1068"/>
                  </a:cubicBezTo>
                  <a:cubicBezTo>
                    <a:pt x="4572" y="612"/>
                    <a:pt x="5278" y="406"/>
                    <a:pt x="5694" y="406"/>
                  </a:cubicBezTo>
                  <a:cubicBezTo>
                    <a:pt x="5894" y="406"/>
                    <a:pt x="6056" y="445"/>
                    <a:pt x="6176" y="525"/>
                  </a:cubicBezTo>
                  <a:cubicBezTo>
                    <a:pt x="6283" y="598"/>
                    <a:pt x="6406" y="634"/>
                    <a:pt x="6530" y="634"/>
                  </a:cubicBezTo>
                  <a:cubicBezTo>
                    <a:pt x="6653" y="634"/>
                    <a:pt x="6777" y="598"/>
                    <a:pt x="6886" y="525"/>
                  </a:cubicBezTo>
                  <a:cubicBezTo>
                    <a:pt x="7005" y="445"/>
                    <a:pt x="7168" y="406"/>
                    <a:pt x="7368" y="406"/>
                  </a:cubicBezTo>
                  <a:close/>
                  <a:moveTo>
                    <a:pt x="5691" y="0"/>
                  </a:moveTo>
                  <a:cubicBezTo>
                    <a:pt x="5104" y="0"/>
                    <a:pt x="4318" y="290"/>
                    <a:pt x="3695" y="739"/>
                  </a:cubicBezTo>
                  <a:cubicBezTo>
                    <a:pt x="3137" y="1144"/>
                    <a:pt x="2442" y="1858"/>
                    <a:pt x="2312" y="2959"/>
                  </a:cubicBezTo>
                  <a:cubicBezTo>
                    <a:pt x="2239" y="3567"/>
                    <a:pt x="2069" y="3850"/>
                    <a:pt x="1892" y="4143"/>
                  </a:cubicBezTo>
                  <a:cubicBezTo>
                    <a:pt x="1739" y="4379"/>
                    <a:pt x="1620" y="4632"/>
                    <a:pt x="1537" y="4897"/>
                  </a:cubicBezTo>
                  <a:cubicBezTo>
                    <a:pt x="1399" y="5353"/>
                    <a:pt x="1395" y="5711"/>
                    <a:pt x="1392" y="6059"/>
                  </a:cubicBezTo>
                  <a:cubicBezTo>
                    <a:pt x="1388" y="6356"/>
                    <a:pt x="1384" y="6639"/>
                    <a:pt x="1290" y="6968"/>
                  </a:cubicBezTo>
                  <a:cubicBezTo>
                    <a:pt x="1229" y="7167"/>
                    <a:pt x="1149" y="7363"/>
                    <a:pt x="1051" y="7548"/>
                  </a:cubicBezTo>
                  <a:cubicBezTo>
                    <a:pt x="859" y="7939"/>
                    <a:pt x="660" y="8344"/>
                    <a:pt x="675" y="9232"/>
                  </a:cubicBezTo>
                  <a:cubicBezTo>
                    <a:pt x="682" y="9891"/>
                    <a:pt x="504" y="10304"/>
                    <a:pt x="349" y="10666"/>
                  </a:cubicBezTo>
                  <a:cubicBezTo>
                    <a:pt x="168" y="11079"/>
                    <a:pt x="1" y="11466"/>
                    <a:pt x="193" y="12039"/>
                  </a:cubicBezTo>
                  <a:cubicBezTo>
                    <a:pt x="407" y="12672"/>
                    <a:pt x="1037" y="13053"/>
                    <a:pt x="1308" y="13190"/>
                  </a:cubicBezTo>
                  <a:lnTo>
                    <a:pt x="1308" y="13719"/>
                  </a:lnTo>
                  <a:cubicBezTo>
                    <a:pt x="1308" y="13853"/>
                    <a:pt x="1411" y="13920"/>
                    <a:pt x="1513" y="13920"/>
                  </a:cubicBezTo>
                  <a:cubicBezTo>
                    <a:pt x="1615" y="13920"/>
                    <a:pt x="1718" y="13853"/>
                    <a:pt x="1718" y="13719"/>
                  </a:cubicBezTo>
                  <a:lnTo>
                    <a:pt x="1718" y="12028"/>
                  </a:lnTo>
                  <a:cubicBezTo>
                    <a:pt x="1718" y="11832"/>
                    <a:pt x="1768" y="11640"/>
                    <a:pt x="1866" y="11474"/>
                  </a:cubicBezTo>
                  <a:lnTo>
                    <a:pt x="2830" y="12299"/>
                  </a:lnTo>
                  <a:cubicBezTo>
                    <a:pt x="2978" y="12426"/>
                    <a:pt x="3061" y="12611"/>
                    <a:pt x="3061" y="12806"/>
                  </a:cubicBezTo>
                  <a:lnTo>
                    <a:pt x="3061" y="13719"/>
                  </a:lnTo>
                  <a:cubicBezTo>
                    <a:pt x="3061" y="13853"/>
                    <a:pt x="3164" y="13920"/>
                    <a:pt x="3266" y="13920"/>
                  </a:cubicBezTo>
                  <a:cubicBezTo>
                    <a:pt x="3368" y="13920"/>
                    <a:pt x="3471" y="13853"/>
                    <a:pt x="3471" y="13719"/>
                  </a:cubicBezTo>
                  <a:lnTo>
                    <a:pt x="3471" y="12806"/>
                  </a:lnTo>
                  <a:cubicBezTo>
                    <a:pt x="3471" y="12495"/>
                    <a:pt x="3333" y="12198"/>
                    <a:pt x="3094" y="11991"/>
                  </a:cubicBezTo>
                  <a:lnTo>
                    <a:pt x="2131" y="11166"/>
                  </a:lnTo>
                  <a:cubicBezTo>
                    <a:pt x="2228" y="11086"/>
                    <a:pt x="2337" y="11024"/>
                    <a:pt x="2453" y="10985"/>
                  </a:cubicBezTo>
                  <a:lnTo>
                    <a:pt x="3749" y="10525"/>
                  </a:lnTo>
                  <a:cubicBezTo>
                    <a:pt x="4626" y="11676"/>
                    <a:pt x="5535" y="12444"/>
                    <a:pt x="6448" y="12814"/>
                  </a:cubicBezTo>
                  <a:cubicBezTo>
                    <a:pt x="6473" y="12824"/>
                    <a:pt x="6499" y="12830"/>
                    <a:pt x="6525" y="12830"/>
                  </a:cubicBezTo>
                  <a:cubicBezTo>
                    <a:pt x="6551" y="12830"/>
                    <a:pt x="6576" y="12824"/>
                    <a:pt x="6600" y="12814"/>
                  </a:cubicBezTo>
                  <a:cubicBezTo>
                    <a:pt x="7157" y="12589"/>
                    <a:pt x="7719" y="12209"/>
                    <a:pt x="8273" y="11684"/>
                  </a:cubicBezTo>
                  <a:cubicBezTo>
                    <a:pt x="8425" y="11538"/>
                    <a:pt x="8291" y="11326"/>
                    <a:pt x="8131" y="11326"/>
                  </a:cubicBezTo>
                  <a:cubicBezTo>
                    <a:pt x="8084" y="11326"/>
                    <a:pt x="8035" y="11344"/>
                    <a:pt x="7990" y="11387"/>
                  </a:cubicBezTo>
                  <a:cubicBezTo>
                    <a:pt x="7502" y="11854"/>
                    <a:pt x="7009" y="12194"/>
                    <a:pt x="6524" y="12404"/>
                  </a:cubicBezTo>
                  <a:cubicBezTo>
                    <a:pt x="5560" y="11988"/>
                    <a:pt x="4724" y="11111"/>
                    <a:pt x="4155" y="10383"/>
                  </a:cubicBezTo>
                  <a:lnTo>
                    <a:pt x="4702" y="10188"/>
                  </a:lnTo>
                  <a:cubicBezTo>
                    <a:pt x="5133" y="10036"/>
                    <a:pt x="5419" y="9630"/>
                    <a:pt x="5419" y="9174"/>
                  </a:cubicBezTo>
                  <a:lnTo>
                    <a:pt x="5419" y="8482"/>
                  </a:lnTo>
                  <a:cubicBezTo>
                    <a:pt x="5774" y="8621"/>
                    <a:pt x="6149" y="8691"/>
                    <a:pt x="6524" y="8691"/>
                  </a:cubicBezTo>
                  <a:cubicBezTo>
                    <a:pt x="6899" y="8691"/>
                    <a:pt x="7273" y="8621"/>
                    <a:pt x="7628" y="8482"/>
                  </a:cubicBezTo>
                  <a:lnTo>
                    <a:pt x="7628" y="9177"/>
                  </a:lnTo>
                  <a:cubicBezTo>
                    <a:pt x="7628" y="9634"/>
                    <a:pt x="7914" y="10039"/>
                    <a:pt x="8345" y="10191"/>
                  </a:cubicBezTo>
                  <a:lnTo>
                    <a:pt x="8892" y="10387"/>
                  </a:lnTo>
                  <a:cubicBezTo>
                    <a:pt x="8780" y="10532"/>
                    <a:pt x="8664" y="10673"/>
                    <a:pt x="8548" y="10804"/>
                  </a:cubicBezTo>
                  <a:cubicBezTo>
                    <a:pt x="8416" y="10958"/>
                    <a:pt x="8554" y="11146"/>
                    <a:pt x="8706" y="11146"/>
                  </a:cubicBezTo>
                  <a:cubicBezTo>
                    <a:pt x="8758" y="11146"/>
                    <a:pt x="8811" y="11124"/>
                    <a:pt x="8856" y="11072"/>
                  </a:cubicBezTo>
                  <a:cubicBezTo>
                    <a:pt x="9005" y="10901"/>
                    <a:pt x="9153" y="10720"/>
                    <a:pt x="9298" y="10528"/>
                  </a:cubicBezTo>
                  <a:lnTo>
                    <a:pt x="10594" y="10988"/>
                  </a:lnTo>
                  <a:cubicBezTo>
                    <a:pt x="10718" y="11028"/>
                    <a:pt x="10830" y="11093"/>
                    <a:pt x="10928" y="11173"/>
                  </a:cubicBezTo>
                  <a:lnTo>
                    <a:pt x="9975" y="11991"/>
                  </a:lnTo>
                  <a:cubicBezTo>
                    <a:pt x="9736" y="12194"/>
                    <a:pt x="9599" y="12491"/>
                    <a:pt x="9599" y="12806"/>
                  </a:cubicBezTo>
                  <a:lnTo>
                    <a:pt x="9599" y="13719"/>
                  </a:lnTo>
                  <a:cubicBezTo>
                    <a:pt x="9599" y="13853"/>
                    <a:pt x="9701" y="13920"/>
                    <a:pt x="9803" y="13920"/>
                  </a:cubicBezTo>
                  <a:cubicBezTo>
                    <a:pt x="9905" y="13920"/>
                    <a:pt x="10008" y="13853"/>
                    <a:pt x="10008" y="13719"/>
                  </a:cubicBezTo>
                  <a:lnTo>
                    <a:pt x="10008" y="12806"/>
                  </a:lnTo>
                  <a:cubicBezTo>
                    <a:pt x="10008" y="12611"/>
                    <a:pt x="10091" y="12426"/>
                    <a:pt x="10240" y="12299"/>
                  </a:cubicBezTo>
                  <a:lnTo>
                    <a:pt x="11188" y="11484"/>
                  </a:lnTo>
                  <a:cubicBezTo>
                    <a:pt x="11283" y="11651"/>
                    <a:pt x="11333" y="11839"/>
                    <a:pt x="11333" y="12028"/>
                  </a:cubicBezTo>
                  <a:lnTo>
                    <a:pt x="11333" y="13719"/>
                  </a:lnTo>
                  <a:cubicBezTo>
                    <a:pt x="11333" y="13853"/>
                    <a:pt x="11435" y="13920"/>
                    <a:pt x="11536" y="13920"/>
                  </a:cubicBezTo>
                  <a:cubicBezTo>
                    <a:pt x="11638" y="13920"/>
                    <a:pt x="11739" y="13853"/>
                    <a:pt x="11739" y="13719"/>
                  </a:cubicBezTo>
                  <a:lnTo>
                    <a:pt x="11739" y="13190"/>
                  </a:lnTo>
                  <a:cubicBezTo>
                    <a:pt x="12011" y="13053"/>
                    <a:pt x="12641" y="12672"/>
                    <a:pt x="12854" y="12039"/>
                  </a:cubicBezTo>
                  <a:cubicBezTo>
                    <a:pt x="13054" y="11466"/>
                    <a:pt x="12883" y="11079"/>
                    <a:pt x="12706" y="10666"/>
                  </a:cubicBezTo>
                  <a:cubicBezTo>
                    <a:pt x="12547" y="10304"/>
                    <a:pt x="12369" y="9891"/>
                    <a:pt x="12380" y="9235"/>
                  </a:cubicBezTo>
                  <a:cubicBezTo>
                    <a:pt x="12391" y="8344"/>
                    <a:pt x="12192" y="7939"/>
                    <a:pt x="12000" y="7548"/>
                  </a:cubicBezTo>
                  <a:cubicBezTo>
                    <a:pt x="11902" y="7363"/>
                    <a:pt x="11822" y="7167"/>
                    <a:pt x="11764" y="6968"/>
                  </a:cubicBezTo>
                  <a:cubicBezTo>
                    <a:pt x="11670" y="6639"/>
                    <a:pt x="11667" y="6360"/>
                    <a:pt x="11663" y="6059"/>
                  </a:cubicBezTo>
                  <a:cubicBezTo>
                    <a:pt x="11659" y="5711"/>
                    <a:pt x="11656" y="5353"/>
                    <a:pt x="11518" y="4900"/>
                  </a:cubicBezTo>
                  <a:cubicBezTo>
                    <a:pt x="11431" y="4632"/>
                    <a:pt x="11312" y="4379"/>
                    <a:pt x="11159" y="4147"/>
                  </a:cubicBezTo>
                  <a:cubicBezTo>
                    <a:pt x="10982" y="3850"/>
                    <a:pt x="10815" y="3567"/>
                    <a:pt x="10743" y="2959"/>
                  </a:cubicBezTo>
                  <a:cubicBezTo>
                    <a:pt x="10613" y="1858"/>
                    <a:pt x="9917" y="1144"/>
                    <a:pt x="9356" y="742"/>
                  </a:cubicBezTo>
                  <a:cubicBezTo>
                    <a:pt x="8733" y="290"/>
                    <a:pt x="7951" y="0"/>
                    <a:pt x="7360" y="0"/>
                  </a:cubicBezTo>
                  <a:cubicBezTo>
                    <a:pt x="7081" y="0"/>
                    <a:pt x="6846" y="65"/>
                    <a:pt x="6654" y="188"/>
                  </a:cubicBezTo>
                  <a:cubicBezTo>
                    <a:pt x="6616" y="215"/>
                    <a:pt x="6572" y="229"/>
                    <a:pt x="6527" y="229"/>
                  </a:cubicBezTo>
                  <a:cubicBezTo>
                    <a:pt x="6482" y="229"/>
                    <a:pt x="6437" y="215"/>
                    <a:pt x="6397" y="188"/>
                  </a:cubicBezTo>
                  <a:cubicBezTo>
                    <a:pt x="6209" y="65"/>
                    <a:pt x="5970" y="0"/>
                    <a:pt x="5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0" name="Google Shape;13110;p82"/>
          <p:cNvGrpSpPr/>
          <p:nvPr/>
        </p:nvGrpSpPr>
        <p:grpSpPr>
          <a:xfrm>
            <a:off x="5782978" y="1513402"/>
            <a:ext cx="330839" cy="364974"/>
            <a:chOff x="5782978" y="1513402"/>
            <a:chExt cx="330839" cy="364974"/>
          </a:xfrm>
        </p:grpSpPr>
        <p:sp>
          <p:nvSpPr>
            <p:cNvPr id="13111" name="Google Shape;13111;p82"/>
            <p:cNvSpPr/>
            <p:nvPr/>
          </p:nvSpPr>
          <p:spPr>
            <a:xfrm>
              <a:off x="5788379" y="1695876"/>
              <a:ext cx="320011" cy="177230"/>
            </a:xfrm>
            <a:custGeom>
              <a:rect b="b" l="l" r="r" t="t"/>
              <a:pathLst>
                <a:path extrusionOk="0" h="6760" w="12206">
                  <a:moveTo>
                    <a:pt x="4133" y="1"/>
                  </a:moveTo>
                  <a:lnTo>
                    <a:pt x="4140" y="1258"/>
                  </a:lnTo>
                  <a:cubicBezTo>
                    <a:pt x="4140" y="1428"/>
                    <a:pt x="4071" y="1594"/>
                    <a:pt x="3948" y="1718"/>
                  </a:cubicBezTo>
                  <a:lnTo>
                    <a:pt x="3195" y="2471"/>
                  </a:lnTo>
                  <a:cubicBezTo>
                    <a:pt x="3101" y="2565"/>
                    <a:pt x="2981" y="2630"/>
                    <a:pt x="2851" y="2652"/>
                  </a:cubicBezTo>
                  <a:lnTo>
                    <a:pt x="1435" y="2909"/>
                  </a:lnTo>
                  <a:cubicBezTo>
                    <a:pt x="602" y="3058"/>
                    <a:pt x="1" y="3782"/>
                    <a:pt x="1" y="4626"/>
                  </a:cubicBezTo>
                  <a:lnTo>
                    <a:pt x="1" y="6759"/>
                  </a:lnTo>
                  <a:lnTo>
                    <a:pt x="12206" y="6759"/>
                  </a:lnTo>
                  <a:lnTo>
                    <a:pt x="12206" y="4626"/>
                  </a:lnTo>
                  <a:cubicBezTo>
                    <a:pt x="12206" y="3782"/>
                    <a:pt x="11601" y="3058"/>
                    <a:pt x="10772" y="2909"/>
                  </a:cubicBezTo>
                  <a:lnTo>
                    <a:pt x="9356" y="2652"/>
                  </a:lnTo>
                  <a:cubicBezTo>
                    <a:pt x="9225" y="2630"/>
                    <a:pt x="9102" y="2565"/>
                    <a:pt x="9008" y="2471"/>
                  </a:cubicBezTo>
                  <a:lnTo>
                    <a:pt x="8255" y="1718"/>
                  </a:lnTo>
                  <a:cubicBezTo>
                    <a:pt x="8135" y="1594"/>
                    <a:pt x="8066" y="1428"/>
                    <a:pt x="8066" y="1258"/>
                  </a:cubicBezTo>
                  <a:lnTo>
                    <a:pt x="80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2"/>
            <p:cNvSpPr/>
            <p:nvPr/>
          </p:nvSpPr>
          <p:spPr>
            <a:xfrm>
              <a:off x="5896736" y="1695876"/>
              <a:ext cx="103323" cy="45750"/>
            </a:xfrm>
            <a:custGeom>
              <a:rect b="b" l="l" r="r" t="t"/>
              <a:pathLst>
                <a:path extrusionOk="0" h="1745" w="3941">
                  <a:moveTo>
                    <a:pt x="0" y="1"/>
                  </a:moveTo>
                  <a:lnTo>
                    <a:pt x="4" y="1077"/>
                  </a:lnTo>
                  <a:cubicBezTo>
                    <a:pt x="583" y="1522"/>
                    <a:pt x="1276" y="1745"/>
                    <a:pt x="1968" y="1745"/>
                  </a:cubicBezTo>
                  <a:cubicBezTo>
                    <a:pt x="2661" y="1745"/>
                    <a:pt x="3354" y="1522"/>
                    <a:pt x="3933" y="1077"/>
                  </a:cubicBezTo>
                  <a:lnTo>
                    <a:pt x="394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2"/>
            <p:cNvSpPr/>
            <p:nvPr/>
          </p:nvSpPr>
          <p:spPr>
            <a:xfrm>
              <a:off x="5862627" y="1518698"/>
              <a:ext cx="171515" cy="120050"/>
            </a:xfrm>
            <a:custGeom>
              <a:rect b="b" l="l" r="r" t="t"/>
              <a:pathLst>
                <a:path extrusionOk="0" h="4579" w="6542">
                  <a:moveTo>
                    <a:pt x="874" y="1"/>
                  </a:moveTo>
                  <a:cubicBezTo>
                    <a:pt x="392" y="1"/>
                    <a:pt x="1" y="392"/>
                    <a:pt x="1" y="874"/>
                  </a:cubicBezTo>
                  <a:lnTo>
                    <a:pt x="1" y="4579"/>
                  </a:lnTo>
                  <a:lnTo>
                    <a:pt x="6542" y="4579"/>
                  </a:lnTo>
                  <a:lnTo>
                    <a:pt x="6542" y="874"/>
                  </a:lnTo>
                  <a:cubicBezTo>
                    <a:pt x="6542" y="392"/>
                    <a:pt x="6151" y="1"/>
                    <a:pt x="566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2"/>
            <p:cNvSpPr/>
            <p:nvPr/>
          </p:nvSpPr>
          <p:spPr>
            <a:xfrm>
              <a:off x="5851248" y="1575879"/>
              <a:ext cx="194298" cy="148706"/>
            </a:xfrm>
            <a:custGeom>
              <a:rect b="b" l="l" r="r" t="t"/>
              <a:pathLst>
                <a:path extrusionOk="0" h="5672" w="7411">
                  <a:moveTo>
                    <a:pt x="2181" y="0"/>
                  </a:moveTo>
                  <a:cubicBezTo>
                    <a:pt x="1699" y="0"/>
                    <a:pt x="1308" y="391"/>
                    <a:pt x="1308" y="873"/>
                  </a:cubicBezTo>
                  <a:lnTo>
                    <a:pt x="1308" y="1525"/>
                  </a:lnTo>
                  <a:cubicBezTo>
                    <a:pt x="1308" y="1767"/>
                    <a:pt x="1112" y="1963"/>
                    <a:pt x="869" y="1963"/>
                  </a:cubicBezTo>
                  <a:lnTo>
                    <a:pt x="543" y="1963"/>
                  </a:lnTo>
                  <a:cubicBezTo>
                    <a:pt x="243" y="1963"/>
                    <a:pt x="0" y="2206"/>
                    <a:pt x="0" y="2506"/>
                  </a:cubicBezTo>
                  <a:cubicBezTo>
                    <a:pt x="0" y="2807"/>
                    <a:pt x="243" y="3053"/>
                    <a:pt x="543" y="3053"/>
                  </a:cubicBezTo>
                  <a:lnTo>
                    <a:pt x="884" y="3053"/>
                  </a:lnTo>
                  <a:cubicBezTo>
                    <a:pt x="996" y="4527"/>
                    <a:pt x="2224" y="5672"/>
                    <a:pt x="3705" y="5672"/>
                  </a:cubicBezTo>
                  <a:cubicBezTo>
                    <a:pt x="5187" y="5672"/>
                    <a:pt x="6418" y="4527"/>
                    <a:pt x="6530" y="3053"/>
                  </a:cubicBezTo>
                  <a:lnTo>
                    <a:pt x="6867" y="3053"/>
                  </a:lnTo>
                  <a:cubicBezTo>
                    <a:pt x="7168" y="3053"/>
                    <a:pt x="7410" y="2807"/>
                    <a:pt x="7410" y="2506"/>
                  </a:cubicBezTo>
                  <a:cubicBezTo>
                    <a:pt x="7410" y="2206"/>
                    <a:pt x="7168" y="1963"/>
                    <a:pt x="6867" y="1963"/>
                  </a:cubicBezTo>
                  <a:lnTo>
                    <a:pt x="6537" y="1963"/>
                  </a:lnTo>
                  <a:cubicBezTo>
                    <a:pt x="6298" y="1963"/>
                    <a:pt x="6103" y="1767"/>
                    <a:pt x="6103" y="1528"/>
                  </a:cubicBezTo>
                  <a:lnTo>
                    <a:pt x="6103" y="873"/>
                  </a:lnTo>
                  <a:cubicBezTo>
                    <a:pt x="6103" y="391"/>
                    <a:pt x="5712" y="0"/>
                    <a:pt x="523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2"/>
            <p:cNvSpPr/>
            <p:nvPr/>
          </p:nvSpPr>
          <p:spPr>
            <a:xfrm>
              <a:off x="5914091" y="1518698"/>
              <a:ext cx="119971" cy="40113"/>
            </a:xfrm>
            <a:custGeom>
              <a:rect b="b" l="l" r="r" t="t"/>
              <a:pathLst>
                <a:path extrusionOk="0" h="1530" w="4576">
                  <a:moveTo>
                    <a:pt x="1" y="1"/>
                  </a:moveTo>
                  <a:lnTo>
                    <a:pt x="1" y="439"/>
                  </a:lnTo>
                  <a:cubicBezTo>
                    <a:pt x="1" y="1040"/>
                    <a:pt x="490" y="1529"/>
                    <a:pt x="1091" y="1529"/>
                  </a:cubicBezTo>
                  <a:lnTo>
                    <a:pt x="4575" y="1529"/>
                  </a:lnTo>
                  <a:lnTo>
                    <a:pt x="4575" y="874"/>
                  </a:lnTo>
                  <a:cubicBezTo>
                    <a:pt x="4575" y="392"/>
                    <a:pt x="4188" y="1"/>
                    <a:pt x="370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2"/>
            <p:cNvSpPr/>
            <p:nvPr/>
          </p:nvSpPr>
          <p:spPr>
            <a:xfrm>
              <a:off x="5856937" y="1753057"/>
              <a:ext cx="182893" cy="120050"/>
            </a:xfrm>
            <a:custGeom>
              <a:rect b="b" l="l" r="r" t="t"/>
              <a:pathLst>
                <a:path extrusionOk="0" h="4579" w="6976">
                  <a:moveTo>
                    <a:pt x="873" y="0"/>
                  </a:moveTo>
                  <a:lnTo>
                    <a:pt x="580" y="290"/>
                  </a:lnTo>
                  <a:cubicBezTo>
                    <a:pt x="486" y="384"/>
                    <a:pt x="366" y="449"/>
                    <a:pt x="236" y="471"/>
                  </a:cubicBezTo>
                  <a:lnTo>
                    <a:pt x="1" y="514"/>
                  </a:lnTo>
                  <a:lnTo>
                    <a:pt x="1" y="4578"/>
                  </a:lnTo>
                  <a:lnTo>
                    <a:pt x="6976" y="4578"/>
                  </a:lnTo>
                  <a:lnTo>
                    <a:pt x="6976" y="514"/>
                  </a:lnTo>
                  <a:lnTo>
                    <a:pt x="6741" y="471"/>
                  </a:lnTo>
                  <a:cubicBezTo>
                    <a:pt x="6610" y="446"/>
                    <a:pt x="6487" y="384"/>
                    <a:pt x="6393" y="290"/>
                  </a:cubicBezTo>
                  <a:lnTo>
                    <a:pt x="6103" y="0"/>
                  </a:lnTo>
                  <a:lnTo>
                    <a:pt x="6103" y="869"/>
                  </a:lnTo>
                  <a:cubicBezTo>
                    <a:pt x="6103" y="2314"/>
                    <a:pt x="4933" y="3484"/>
                    <a:pt x="3488" y="3484"/>
                  </a:cubicBezTo>
                  <a:cubicBezTo>
                    <a:pt x="2043" y="3484"/>
                    <a:pt x="873" y="2314"/>
                    <a:pt x="873" y="869"/>
                  </a:cubicBezTo>
                  <a:lnTo>
                    <a:pt x="873"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2"/>
            <p:cNvSpPr/>
            <p:nvPr/>
          </p:nvSpPr>
          <p:spPr>
            <a:xfrm>
              <a:off x="5839844" y="1827305"/>
              <a:ext cx="17120" cy="45802"/>
            </a:xfrm>
            <a:custGeom>
              <a:rect b="b" l="l" r="r" t="t"/>
              <a:pathLst>
                <a:path extrusionOk="0" h="1747" w="653">
                  <a:moveTo>
                    <a:pt x="653" y="0"/>
                  </a:moveTo>
                  <a:cubicBezTo>
                    <a:pt x="290" y="0"/>
                    <a:pt x="1" y="294"/>
                    <a:pt x="1" y="656"/>
                  </a:cubicBezTo>
                  <a:lnTo>
                    <a:pt x="1" y="1746"/>
                  </a:lnTo>
                  <a:lnTo>
                    <a:pt x="653" y="1746"/>
                  </a:lnTo>
                  <a:lnTo>
                    <a:pt x="6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2"/>
            <p:cNvSpPr/>
            <p:nvPr/>
          </p:nvSpPr>
          <p:spPr>
            <a:xfrm>
              <a:off x="6039804" y="1827305"/>
              <a:ext cx="17120" cy="45802"/>
            </a:xfrm>
            <a:custGeom>
              <a:rect b="b" l="l" r="r" t="t"/>
              <a:pathLst>
                <a:path extrusionOk="0" h="1747" w="653">
                  <a:moveTo>
                    <a:pt x="1" y="0"/>
                  </a:moveTo>
                  <a:lnTo>
                    <a:pt x="1" y="1746"/>
                  </a:lnTo>
                  <a:lnTo>
                    <a:pt x="653" y="1746"/>
                  </a:lnTo>
                  <a:lnTo>
                    <a:pt x="653" y="656"/>
                  </a:lnTo>
                  <a:cubicBezTo>
                    <a:pt x="653" y="294"/>
                    <a:pt x="360" y="0"/>
                    <a:pt x="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2"/>
            <p:cNvSpPr/>
            <p:nvPr/>
          </p:nvSpPr>
          <p:spPr>
            <a:xfrm>
              <a:off x="5850383" y="1575879"/>
              <a:ext cx="160110" cy="148653"/>
            </a:xfrm>
            <a:custGeom>
              <a:rect b="b" l="l" r="r" t="t"/>
              <a:pathLst>
                <a:path extrusionOk="0" h="5670" w="6107">
                  <a:moveTo>
                    <a:pt x="2214" y="0"/>
                  </a:moveTo>
                  <a:cubicBezTo>
                    <a:pt x="1732" y="0"/>
                    <a:pt x="1341" y="391"/>
                    <a:pt x="1341" y="873"/>
                  </a:cubicBezTo>
                  <a:lnTo>
                    <a:pt x="1341" y="1525"/>
                  </a:lnTo>
                  <a:cubicBezTo>
                    <a:pt x="1341" y="1767"/>
                    <a:pt x="1145" y="1963"/>
                    <a:pt x="902" y="1963"/>
                  </a:cubicBezTo>
                  <a:lnTo>
                    <a:pt x="609" y="1963"/>
                  </a:lnTo>
                  <a:cubicBezTo>
                    <a:pt x="323" y="1963"/>
                    <a:pt x="66" y="2166"/>
                    <a:pt x="37" y="2452"/>
                  </a:cubicBezTo>
                  <a:cubicBezTo>
                    <a:pt x="1" y="2774"/>
                    <a:pt x="254" y="3053"/>
                    <a:pt x="580" y="3053"/>
                  </a:cubicBezTo>
                  <a:lnTo>
                    <a:pt x="917" y="3053"/>
                  </a:lnTo>
                  <a:cubicBezTo>
                    <a:pt x="1022" y="4548"/>
                    <a:pt x="2270" y="5669"/>
                    <a:pt x="3717" y="5669"/>
                  </a:cubicBezTo>
                  <a:cubicBezTo>
                    <a:pt x="3868" y="5669"/>
                    <a:pt x="4022" y="5657"/>
                    <a:pt x="4176" y="5632"/>
                  </a:cubicBezTo>
                  <a:cubicBezTo>
                    <a:pt x="2797" y="5418"/>
                    <a:pt x="1775" y="4230"/>
                    <a:pt x="1779" y="2832"/>
                  </a:cubicBezTo>
                  <a:lnTo>
                    <a:pt x="1779" y="1525"/>
                  </a:lnTo>
                  <a:cubicBezTo>
                    <a:pt x="1779" y="1043"/>
                    <a:pt x="2166" y="656"/>
                    <a:pt x="2648" y="656"/>
                  </a:cubicBezTo>
                  <a:lnTo>
                    <a:pt x="6107" y="656"/>
                  </a:lnTo>
                  <a:cubicBezTo>
                    <a:pt x="6005" y="268"/>
                    <a:pt x="5661" y="0"/>
                    <a:pt x="526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2"/>
            <p:cNvSpPr/>
            <p:nvPr/>
          </p:nvSpPr>
          <p:spPr>
            <a:xfrm>
              <a:off x="5908796" y="1627711"/>
              <a:ext cx="10644" cy="16386"/>
            </a:xfrm>
            <a:custGeom>
              <a:rect b="b" l="l" r="r" t="t"/>
              <a:pathLst>
                <a:path extrusionOk="0" h="625" w="406">
                  <a:moveTo>
                    <a:pt x="203" y="1"/>
                  </a:moveTo>
                  <a:cubicBezTo>
                    <a:pt x="91" y="1"/>
                    <a:pt x="0" y="91"/>
                    <a:pt x="0" y="203"/>
                  </a:cubicBezTo>
                  <a:lnTo>
                    <a:pt x="0" y="421"/>
                  </a:lnTo>
                  <a:cubicBezTo>
                    <a:pt x="0" y="556"/>
                    <a:pt x="101" y="624"/>
                    <a:pt x="203" y="624"/>
                  </a:cubicBezTo>
                  <a:cubicBezTo>
                    <a:pt x="304" y="624"/>
                    <a:pt x="406" y="556"/>
                    <a:pt x="406" y="421"/>
                  </a:cubicBezTo>
                  <a:lnTo>
                    <a:pt x="406" y="203"/>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2"/>
            <p:cNvSpPr/>
            <p:nvPr/>
          </p:nvSpPr>
          <p:spPr>
            <a:xfrm>
              <a:off x="5977328" y="1627711"/>
              <a:ext cx="10671" cy="16386"/>
            </a:xfrm>
            <a:custGeom>
              <a:rect b="b" l="l" r="r" t="t"/>
              <a:pathLst>
                <a:path extrusionOk="0" h="625" w="407">
                  <a:moveTo>
                    <a:pt x="204" y="1"/>
                  </a:moveTo>
                  <a:cubicBezTo>
                    <a:pt x="91" y="1"/>
                    <a:pt x="1" y="91"/>
                    <a:pt x="1" y="203"/>
                  </a:cubicBezTo>
                  <a:lnTo>
                    <a:pt x="1" y="421"/>
                  </a:lnTo>
                  <a:cubicBezTo>
                    <a:pt x="1" y="556"/>
                    <a:pt x="102" y="624"/>
                    <a:pt x="204" y="624"/>
                  </a:cubicBezTo>
                  <a:cubicBezTo>
                    <a:pt x="305" y="624"/>
                    <a:pt x="407" y="556"/>
                    <a:pt x="407" y="421"/>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2"/>
            <p:cNvSpPr/>
            <p:nvPr/>
          </p:nvSpPr>
          <p:spPr>
            <a:xfrm>
              <a:off x="5923530" y="1667561"/>
              <a:ext cx="49630" cy="16569"/>
            </a:xfrm>
            <a:custGeom>
              <a:rect b="b" l="l" r="r" t="t"/>
              <a:pathLst>
                <a:path extrusionOk="0" h="632" w="1893">
                  <a:moveTo>
                    <a:pt x="295" y="1"/>
                  </a:moveTo>
                  <a:cubicBezTo>
                    <a:pt x="136" y="1"/>
                    <a:pt x="1" y="208"/>
                    <a:pt x="151" y="353"/>
                  </a:cubicBezTo>
                  <a:cubicBezTo>
                    <a:pt x="325" y="527"/>
                    <a:pt x="626" y="632"/>
                    <a:pt x="948" y="632"/>
                  </a:cubicBezTo>
                  <a:cubicBezTo>
                    <a:pt x="1271" y="632"/>
                    <a:pt x="1571" y="527"/>
                    <a:pt x="1745" y="353"/>
                  </a:cubicBezTo>
                  <a:cubicBezTo>
                    <a:pt x="1893" y="208"/>
                    <a:pt x="1757" y="1"/>
                    <a:pt x="1599" y="1"/>
                  </a:cubicBezTo>
                  <a:cubicBezTo>
                    <a:pt x="1552" y="1"/>
                    <a:pt x="1503" y="19"/>
                    <a:pt x="1459" y="63"/>
                  </a:cubicBezTo>
                  <a:cubicBezTo>
                    <a:pt x="1383" y="136"/>
                    <a:pt x="1205" y="223"/>
                    <a:pt x="948" y="223"/>
                  </a:cubicBezTo>
                  <a:cubicBezTo>
                    <a:pt x="691" y="223"/>
                    <a:pt x="510" y="139"/>
                    <a:pt x="438" y="63"/>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2"/>
            <p:cNvSpPr/>
            <p:nvPr/>
          </p:nvSpPr>
          <p:spPr>
            <a:xfrm>
              <a:off x="5782978" y="1513402"/>
              <a:ext cx="330839" cy="364974"/>
            </a:xfrm>
            <a:custGeom>
              <a:rect b="b" l="l" r="r" t="t"/>
              <a:pathLst>
                <a:path extrusionOk="0" h="13921" w="12619">
                  <a:moveTo>
                    <a:pt x="8707" y="409"/>
                  </a:moveTo>
                  <a:cubicBezTo>
                    <a:pt x="9076" y="409"/>
                    <a:pt x="9373" y="706"/>
                    <a:pt x="9373" y="1076"/>
                  </a:cubicBezTo>
                  <a:lnTo>
                    <a:pt x="9373" y="4140"/>
                  </a:lnTo>
                  <a:lnTo>
                    <a:pt x="9141" y="4140"/>
                  </a:lnTo>
                  <a:cubicBezTo>
                    <a:pt x="9015" y="4140"/>
                    <a:pt x="8910" y="4038"/>
                    <a:pt x="8910" y="3908"/>
                  </a:cubicBezTo>
                  <a:lnTo>
                    <a:pt x="8910" y="3256"/>
                  </a:lnTo>
                  <a:cubicBezTo>
                    <a:pt x="8910" y="2662"/>
                    <a:pt x="8428" y="2180"/>
                    <a:pt x="7834" y="2180"/>
                  </a:cubicBezTo>
                  <a:lnTo>
                    <a:pt x="5654" y="2180"/>
                  </a:lnTo>
                  <a:cubicBezTo>
                    <a:pt x="5382" y="2180"/>
                    <a:pt x="5382" y="2586"/>
                    <a:pt x="5654" y="2586"/>
                  </a:cubicBezTo>
                  <a:lnTo>
                    <a:pt x="7834" y="2586"/>
                  </a:lnTo>
                  <a:cubicBezTo>
                    <a:pt x="8203" y="2586"/>
                    <a:pt x="8500" y="2887"/>
                    <a:pt x="8500" y="3256"/>
                  </a:cubicBezTo>
                  <a:lnTo>
                    <a:pt x="8500" y="3908"/>
                  </a:lnTo>
                  <a:cubicBezTo>
                    <a:pt x="8504" y="4263"/>
                    <a:pt x="8790" y="4549"/>
                    <a:pt x="9141" y="4549"/>
                  </a:cubicBezTo>
                  <a:lnTo>
                    <a:pt x="9467" y="4549"/>
                  </a:lnTo>
                  <a:cubicBezTo>
                    <a:pt x="9670" y="4549"/>
                    <a:pt x="9830" y="4723"/>
                    <a:pt x="9808" y="4926"/>
                  </a:cubicBezTo>
                  <a:cubicBezTo>
                    <a:pt x="9790" y="5096"/>
                    <a:pt x="9627" y="5230"/>
                    <a:pt x="9438" y="5230"/>
                  </a:cubicBezTo>
                  <a:lnTo>
                    <a:pt x="9348" y="5230"/>
                  </a:lnTo>
                  <a:lnTo>
                    <a:pt x="9348" y="5219"/>
                  </a:lnTo>
                  <a:cubicBezTo>
                    <a:pt x="9348" y="5107"/>
                    <a:pt x="9254" y="5016"/>
                    <a:pt x="9141" y="5016"/>
                  </a:cubicBezTo>
                  <a:cubicBezTo>
                    <a:pt x="9029" y="5016"/>
                    <a:pt x="8939" y="5107"/>
                    <a:pt x="8939" y="5219"/>
                  </a:cubicBezTo>
                  <a:cubicBezTo>
                    <a:pt x="8939" y="6671"/>
                    <a:pt x="7762" y="7848"/>
                    <a:pt x="6309" y="7848"/>
                  </a:cubicBezTo>
                  <a:cubicBezTo>
                    <a:pt x="4857" y="7848"/>
                    <a:pt x="3680" y="6671"/>
                    <a:pt x="3680" y="5219"/>
                  </a:cubicBezTo>
                  <a:cubicBezTo>
                    <a:pt x="3680" y="5107"/>
                    <a:pt x="3589" y="5012"/>
                    <a:pt x="3477" y="5012"/>
                  </a:cubicBezTo>
                  <a:cubicBezTo>
                    <a:pt x="3361" y="5012"/>
                    <a:pt x="3271" y="5103"/>
                    <a:pt x="3271" y="5215"/>
                  </a:cubicBezTo>
                  <a:lnTo>
                    <a:pt x="3271" y="5230"/>
                  </a:lnTo>
                  <a:lnTo>
                    <a:pt x="3147" y="5230"/>
                  </a:lnTo>
                  <a:cubicBezTo>
                    <a:pt x="2945" y="5230"/>
                    <a:pt x="2789" y="5056"/>
                    <a:pt x="2811" y="4853"/>
                  </a:cubicBezTo>
                  <a:cubicBezTo>
                    <a:pt x="2825" y="4683"/>
                    <a:pt x="2992" y="4549"/>
                    <a:pt x="3180" y="4549"/>
                  </a:cubicBezTo>
                  <a:lnTo>
                    <a:pt x="3477" y="4549"/>
                  </a:lnTo>
                  <a:cubicBezTo>
                    <a:pt x="3828" y="4549"/>
                    <a:pt x="4114" y="4263"/>
                    <a:pt x="4114" y="3908"/>
                  </a:cubicBezTo>
                  <a:lnTo>
                    <a:pt x="4114" y="3256"/>
                  </a:lnTo>
                  <a:cubicBezTo>
                    <a:pt x="4114" y="2887"/>
                    <a:pt x="4415" y="2590"/>
                    <a:pt x="4785" y="2590"/>
                  </a:cubicBezTo>
                  <a:cubicBezTo>
                    <a:pt x="5053" y="2590"/>
                    <a:pt x="5053" y="2180"/>
                    <a:pt x="4785" y="2180"/>
                  </a:cubicBezTo>
                  <a:cubicBezTo>
                    <a:pt x="4191" y="2180"/>
                    <a:pt x="3709" y="2662"/>
                    <a:pt x="3709" y="3256"/>
                  </a:cubicBezTo>
                  <a:lnTo>
                    <a:pt x="3709" y="3908"/>
                  </a:lnTo>
                  <a:cubicBezTo>
                    <a:pt x="3705" y="4038"/>
                    <a:pt x="3604" y="4140"/>
                    <a:pt x="3477" y="4140"/>
                  </a:cubicBezTo>
                  <a:lnTo>
                    <a:pt x="3245" y="4140"/>
                  </a:lnTo>
                  <a:lnTo>
                    <a:pt x="3245" y="1076"/>
                  </a:lnTo>
                  <a:cubicBezTo>
                    <a:pt x="3245" y="706"/>
                    <a:pt x="3542" y="409"/>
                    <a:pt x="3912" y="409"/>
                  </a:cubicBezTo>
                  <a:close/>
                  <a:moveTo>
                    <a:pt x="4545" y="7689"/>
                  </a:moveTo>
                  <a:lnTo>
                    <a:pt x="4545" y="7689"/>
                  </a:lnTo>
                  <a:cubicBezTo>
                    <a:pt x="5072" y="8066"/>
                    <a:pt x="5690" y="8254"/>
                    <a:pt x="6307" y="8254"/>
                  </a:cubicBezTo>
                  <a:cubicBezTo>
                    <a:pt x="6925" y="8254"/>
                    <a:pt x="7542" y="8066"/>
                    <a:pt x="8069" y="7689"/>
                  </a:cubicBezTo>
                  <a:lnTo>
                    <a:pt x="8069" y="7689"/>
                  </a:lnTo>
                  <a:lnTo>
                    <a:pt x="8066" y="8218"/>
                  </a:lnTo>
                  <a:cubicBezTo>
                    <a:pt x="8062" y="8442"/>
                    <a:pt x="8153" y="8663"/>
                    <a:pt x="8316" y="8822"/>
                  </a:cubicBezTo>
                  <a:lnTo>
                    <a:pt x="8718" y="9225"/>
                  </a:lnTo>
                  <a:lnTo>
                    <a:pt x="8718" y="10010"/>
                  </a:lnTo>
                  <a:cubicBezTo>
                    <a:pt x="8718" y="11264"/>
                    <a:pt x="7758" y="12307"/>
                    <a:pt x="6512" y="12415"/>
                  </a:cubicBezTo>
                  <a:lnTo>
                    <a:pt x="6512" y="12191"/>
                  </a:lnTo>
                  <a:cubicBezTo>
                    <a:pt x="6512" y="12055"/>
                    <a:pt x="6411" y="11987"/>
                    <a:pt x="6309" y="11987"/>
                  </a:cubicBezTo>
                  <a:cubicBezTo>
                    <a:pt x="6208" y="11987"/>
                    <a:pt x="6106" y="12055"/>
                    <a:pt x="6106" y="12191"/>
                  </a:cubicBezTo>
                  <a:lnTo>
                    <a:pt x="6106" y="12415"/>
                  </a:lnTo>
                  <a:cubicBezTo>
                    <a:pt x="4857" y="12307"/>
                    <a:pt x="3897" y="11264"/>
                    <a:pt x="3897" y="10010"/>
                  </a:cubicBezTo>
                  <a:lnTo>
                    <a:pt x="3897" y="9225"/>
                  </a:lnTo>
                  <a:lnTo>
                    <a:pt x="4299" y="8822"/>
                  </a:lnTo>
                  <a:cubicBezTo>
                    <a:pt x="4459" y="8660"/>
                    <a:pt x="4549" y="8442"/>
                    <a:pt x="4549" y="8214"/>
                  </a:cubicBezTo>
                  <a:lnTo>
                    <a:pt x="4545" y="7689"/>
                  </a:lnTo>
                  <a:close/>
                  <a:moveTo>
                    <a:pt x="3912" y="0"/>
                  </a:moveTo>
                  <a:cubicBezTo>
                    <a:pt x="3318" y="0"/>
                    <a:pt x="2836" y="482"/>
                    <a:pt x="2836" y="1076"/>
                  </a:cubicBezTo>
                  <a:lnTo>
                    <a:pt x="2836" y="4219"/>
                  </a:lnTo>
                  <a:cubicBezTo>
                    <a:pt x="2517" y="4364"/>
                    <a:pt x="2343" y="4712"/>
                    <a:pt x="2420" y="5056"/>
                  </a:cubicBezTo>
                  <a:cubicBezTo>
                    <a:pt x="2496" y="5396"/>
                    <a:pt x="2800" y="5639"/>
                    <a:pt x="3147" y="5639"/>
                  </a:cubicBezTo>
                  <a:lnTo>
                    <a:pt x="3300" y="5639"/>
                  </a:lnTo>
                  <a:cubicBezTo>
                    <a:pt x="3390" y="6276"/>
                    <a:pt x="3684" y="6870"/>
                    <a:pt x="4136" y="7334"/>
                  </a:cubicBezTo>
                  <a:lnTo>
                    <a:pt x="4143" y="8214"/>
                  </a:lnTo>
                  <a:cubicBezTo>
                    <a:pt x="4143" y="8334"/>
                    <a:pt x="4096" y="8446"/>
                    <a:pt x="4013" y="8529"/>
                  </a:cubicBezTo>
                  <a:lnTo>
                    <a:pt x="3260" y="9286"/>
                  </a:lnTo>
                  <a:cubicBezTo>
                    <a:pt x="3195" y="9348"/>
                    <a:pt x="3111" y="9391"/>
                    <a:pt x="3021" y="9409"/>
                  </a:cubicBezTo>
                  <a:lnTo>
                    <a:pt x="1605" y="9666"/>
                  </a:lnTo>
                  <a:cubicBezTo>
                    <a:pt x="674" y="9833"/>
                    <a:pt x="0" y="10641"/>
                    <a:pt x="4" y="11586"/>
                  </a:cubicBezTo>
                  <a:lnTo>
                    <a:pt x="4" y="13719"/>
                  </a:lnTo>
                  <a:cubicBezTo>
                    <a:pt x="4" y="13853"/>
                    <a:pt x="105" y="13920"/>
                    <a:pt x="207" y="13920"/>
                  </a:cubicBezTo>
                  <a:cubicBezTo>
                    <a:pt x="308" y="13920"/>
                    <a:pt x="409" y="13853"/>
                    <a:pt x="409" y="13719"/>
                  </a:cubicBezTo>
                  <a:lnTo>
                    <a:pt x="409" y="11586"/>
                  </a:lnTo>
                  <a:cubicBezTo>
                    <a:pt x="409" y="10840"/>
                    <a:pt x="942" y="10199"/>
                    <a:pt x="1677" y="10068"/>
                  </a:cubicBezTo>
                  <a:lnTo>
                    <a:pt x="2619" y="9898"/>
                  </a:lnTo>
                  <a:lnTo>
                    <a:pt x="2619" y="13719"/>
                  </a:lnTo>
                  <a:cubicBezTo>
                    <a:pt x="2619" y="13853"/>
                    <a:pt x="2721" y="13920"/>
                    <a:pt x="2823" y="13920"/>
                  </a:cubicBezTo>
                  <a:cubicBezTo>
                    <a:pt x="2926" y="13920"/>
                    <a:pt x="3028" y="13853"/>
                    <a:pt x="3028" y="13719"/>
                  </a:cubicBezTo>
                  <a:lnTo>
                    <a:pt x="3028" y="9826"/>
                  </a:lnTo>
                  <a:lnTo>
                    <a:pt x="3093" y="9811"/>
                  </a:lnTo>
                  <a:cubicBezTo>
                    <a:pt x="3238" y="9786"/>
                    <a:pt x="3376" y="9721"/>
                    <a:pt x="3492" y="9627"/>
                  </a:cubicBezTo>
                  <a:lnTo>
                    <a:pt x="3492" y="10010"/>
                  </a:lnTo>
                  <a:cubicBezTo>
                    <a:pt x="3492" y="11568"/>
                    <a:pt x="4752" y="12828"/>
                    <a:pt x="6309" y="12828"/>
                  </a:cubicBezTo>
                  <a:cubicBezTo>
                    <a:pt x="7867" y="12828"/>
                    <a:pt x="9127" y="11568"/>
                    <a:pt x="9131" y="10010"/>
                  </a:cubicBezTo>
                  <a:lnTo>
                    <a:pt x="9131" y="9627"/>
                  </a:lnTo>
                  <a:cubicBezTo>
                    <a:pt x="9243" y="9721"/>
                    <a:pt x="9380" y="9786"/>
                    <a:pt x="9525" y="9811"/>
                  </a:cubicBezTo>
                  <a:lnTo>
                    <a:pt x="9594" y="9826"/>
                  </a:lnTo>
                  <a:lnTo>
                    <a:pt x="9594" y="10231"/>
                  </a:lnTo>
                  <a:cubicBezTo>
                    <a:pt x="9594" y="10367"/>
                    <a:pt x="9696" y="10435"/>
                    <a:pt x="9797" y="10435"/>
                  </a:cubicBezTo>
                  <a:cubicBezTo>
                    <a:pt x="9898" y="10435"/>
                    <a:pt x="10000" y="10367"/>
                    <a:pt x="10000" y="10231"/>
                  </a:cubicBezTo>
                  <a:lnTo>
                    <a:pt x="10000" y="9902"/>
                  </a:lnTo>
                  <a:lnTo>
                    <a:pt x="10941" y="10072"/>
                  </a:lnTo>
                  <a:cubicBezTo>
                    <a:pt x="11677" y="10202"/>
                    <a:pt x="12209" y="10840"/>
                    <a:pt x="12209" y="11586"/>
                  </a:cubicBezTo>
                  <a:lnTo>
                    <a:pt x="12209" y="13719"/>
                  </a:lnTo>
                  <a:cubicBezTo>
                    <a:pt x="12209" y="13853"/>
                    <a:pt x="12311" y="13920"/>
                    <a:pt x="12414" y="13920"/>
                  </a:cubicBezTo>
                  <a:cubicBezTo>
                    <a:pt x="12516" y="13920"/>
                    <a:pt x="12618" y="13853"/>
                    <a:pt x="12618" y="13719"/>
                  </a:cubicBezTo>
                  <a:lnTo>
                    <a:pt x="12618" y="11586"/>
                  </a:lnTo>
                  <a:cubicBezTo>
                    <a:pt x="12618" y="10641"/>
                    <a:pt x="11941" y="9833"/>
                    <a:pt x="11014" y="9666"/>
                  </a:cubicBezTo>
                  <a:lnTo>
                    <a:pt x="9601" y="9413"/>
                  </a:lnTo>
                  <a:cubicBezTo>
                    <a:pt x="9511" y="9395"/>
                    <a:pt x="9428" y="9351"/>
                    <a:pt x="9362" y="9286"/>
                  </a:cubicBezTo>
                  <a:lnTo>
                    <a:pt x="8609" y="8533"/>
                  </a:lnTo>
                  <a:cubicBezTo>
                    <a:pt x="8522" y="8449"/>
                    <a:pt x="8475" y="8334"/>
                    <a:pt x="8475" y="8218"/>
                  </a:cubicBezTo>
                  <a:lnTo>
                    <a:pt x="8486" y="7334"/>
                  </a:lnTo>
                  <a:cubicBezTo>
                    <a:pt x="8935" y="6870"/>
                    <a:pt x="9228" y="6276"/>
                    <a:pt x="9319" y="5639"/>
                  </a:cubicBezTo>
                  <a:lnTo>
                    <a:pt x="9438" y="5639"/>
                  </a:lnTo>
                  <a:cubicBezTo>
                    <a:pt x="9837" y="5639"/>
                    <a:pt x="10177" y="5342"/>
                    <a:pt x="10217" y="4965"/>
                  </a:cubicBezTo>
                  <a:cubicBezTo>
                    <a:pt x="10246" y="4647"/>
                    <a:pt x="10072" y="4342"/>
                    <a:pt x="9782" y="4212"/>
                  </a:cubicBezTo>
                  <a:lnTo>
                    <a:pt x="9782" y="1076"/>
                  </a:lnTo>
                  <a:cubicBezTo>
                    <a:pt x="9779" y="482"/>
                    <a:pt x="9301" y="0"/>
                    <a:pt x="8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2"/>
            <p:cNvSpPr/>
            <p:nvPr/>
          </p:nvSpPr>
          <p:spPr>
            <a:xfrm>
              <a:off x="5900773" y="1610486"/>
              <a:ext cx="26689" cy="13214"/>
            </a:xfrm>
            <a:custGeom>
              <a:rect b="b" l="l" r="r" t="t"/>
              <a:pathLst>
                <a:path extrusionOk="0" h="504" w="1018">
                  <a:moveTo>
                    <a:pt x="283" y="1"/>
                  </a:moveTo>
                  <a:cubicBezTo>
                    <a:pt x="58" y="1"/>
                    <a:pt x="0" y="353"/>
                    <a:pt x="248" y="408"/>
                  </a:cubicBezTo>
                  <a:lnTo>
                    <a:pt x="686" y="498"/>
                  </a:lnTo>
                  <a:cubicBezTo>
                    <a:pt x="703" y="502"/>
                    <a:pt x="719" y="503"/>
                    <a:pt x="734" y="503"/>
                  </a:cubicBezTo>
                  <a:cubicBezTo>
                    <a:pt x="960" y="503"/>
                    <a:pt x="1017" y="150"/>
                    <a:pt x="770" y="96"/>
                  </a:cubicBezTo>
                  <a:lnTo>
                    <a:pt x="331" y="6"/>
                  </a:lnTo>
                  <a:cubicBezTo>
                    <a:pt x="315" y="2"/>
                    <a:pt x="298"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2"/>
            <p:cNvSpPr/>
            <p:nvPr/>
          </p:nvSpPr>
          <p:spPr>
            <a:xfrm>
              <a:off x="5969489" y="1610486"/>
              <a:ext cx="26532" cy="13161"/>
            </a:xfrm>
            <a:custGeom>
              <a:rect b="b" l="l" r="r" t="t"/>
              <a:pathLst>
                <a:path extrusionOk="0" h="502" w="1012">
                  <a:moveTo>
                    <a:pt x="728" y="1"/>
                  </a:moveTo>
                  <a:cubicBezTo>
                    <a:pt x="713" y="1"/>
                    <a:pt x="697" y="2"/>
                    <a:pt x="680" y="6"/>
                  </a:cubicBezTo>
                  <a:lnTo>
                    <a:pt x="242" y="96"/>
                  </a:lnTo>
                  <a:cubicBezTo>
                    <a:pt x="0" y="143"/>
                    <a:pt x="35" y="502"/>
                    <a:pt x="278" y="502"/>
                  </a:cubicBezTo>
                  <a:cubicBezTo>
                    <a:pt x="279" y="502"/>
                    <a:pt x="281" y="502"/>
                    <a:pt x="282" y="502"/>
                  </a:cubicBezTo>
                  <a:lnTo>
                    <a:pt x="285" y="502"/>
                  </a:lnTo>
                  <a:cubicBezTo>
                    <a:pt x="296" y="502"/>
                    <a:pt x="311" y="498"/>
                    <a:pt x="325" y="498"/>
                  </a:cubicBezTo>
                  <a:lnTo>
                    <a:pt x="763" y="408"/>
                  </a:lnTo>
                  <a:cubicBezTo>
                    <a:pt x="1011" y="353"/>
                    <a:pt x="954" y="1"/>
                    <a:pt x="7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2"/>
            <p:cNvSpPr/>
            <p:nvPr/>
          </p:nvSpPr>
          <p:spPr>
            <a:xfrm>
              <a:off x="6034508" y="1799095"/>
              <a:ext cx="10644" cy="79282"/>
            </a:xfrm>
            <a:custGeom>
              <a:rect b="b" l="l" r="r" t="t"/>
              <a:pathLst>
                <a:path extrusionOk="0" h="3024" w="406">
                  <a:moveTo>
                    <a:pt x="203" y="1"/>
                  </a:moveTo>
                  <a:cubicBezTo>
                    <a:pt x="91" y="1"/>
                    <a:pt x="0" y="91"/>
                    <a:pt x="0" y="204"/>
                  </a:cubicBezTo>
                  <a:lnTo>
                    <a:pt x="0" y="2822"/>
                  </a:lnTo>
                  <a:cubicBezTo>
                    <a:pt x="0" y="2956"/>
                    <a:pt x="102" y="3023"/>
                    <a:pt x="203" y="3023"/>
                  </a:cubicBezTo>
                  <a:cubicBezTo>
                    <a:pt x="304" y="3023"/>
                    <a:pt x="406" y="2956"/>
                    <a:pt x="406" y="2822"/>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7" name="Google Shape;13127;p82"/>
          <p:cNvGrpSpPr/>
          <p:nvPr/>
        </p:nvGrpSpPr>
        <p:grpSpPr>
          <a:xfrm>
            <a:off x="4905609" y="3797550"/>
            <a:ext cx="285063" cy="364974"/>
            <a:chOff x="4905609" y="3797550"/>
            <a:chExt cx="285063" cy="364974"/>
          </a:xfrm>
        </p:grpSpPr>
        <p:sp>
          <p:nvSpPr>
            <p:cNvPr id="13128" name="Google Shape;13128;p82"/>
            <p:cNvSpPr/>
            <p:nvPr/>
          </p:nvSpPr>
          <p:spPr>
            <a:xfrm>
              <a:off x="4911115" y="4020031"/>
              <a:ext cx="274261" cy="137144"/>
            </a:xfrm>
            <a:custGeom>
              <a:rect b="b" l="l" r="r" t="t"/>
              <a:pathLst>
                <a:path extrusionOk="0" h="5231" w="10461">
                  <a:moveTo>
                    <a:pt x="3706" y="1"/>
                  </a:moveTo>
                  <a:lnTo>
                    <a:pt x="3706" y="1627"/>
                  </a:lnTo>
                  <a:cubicBezTo>
                    <a:pt x="3706" y="1916"/>
                    <a:pt x="3514" y="2174"/>
                    <a:pt x="3235" y="2253"/>
                  </a:cubicBezTo>
                  <a:lnTo>
                    <a:pt x="939" y="2931"/>
                  </a:lnTo>
                  <a:cubicBezTo>
                    <a:pt x="381" y="3094"/>
                    <a:pt x="1" y="3604"/>
                    <a:pt x="1" y="4184"/>
                  </a:cubicBezTo>
                  <a:lnTo>
                    <a:pt x="1" y="5230"/>
                  </a:lnTo>
                  <a:lnTo>
                    <a:pt x="10460" y="5230"/>
                  </a:lnTo>
                  <a:lnTo>
                    <a:pt x="10460" y="4184"/>
                  </a:lnTo>
                  <a:cubicBezTo>
                    <a:pt x="10460" y="3604"/>
                    <a:pt x="10076" y="3094"/>
                    <a:pt x="9522" y="2931"/>
                  </a:cubicBezTo>
                  <a:lnTo>
                    <a:pt x="7226" y="2253"/>
                  </a:lnTo>
                  <a:cubicBezTo>
                    <a:pt x="6947" y="2174"/>
                    <a:pt x="6755" y="1916"/>
                    <a:pt x="6755" y="1627"/>
                  </a:cubicBezTo>
                  <a:lnTo>
                    <a:pt x="675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2"/>
            <p:cNvSpPr/>
            <p:nvPr/>
          </p:nvSpPr>
          <p:spPr>
            <a:xfrm>
              <a:off x="4939980" y="4020031"/>
              <a:ext cx="216609" cy="130013"/>
            </a:xfrm>
            <a:custGeom>
              <a:rect b="b" l="l" r="r" t="t"/>
              <a:pathLst>
                <a:path extrusionOk="0" h="4959" w="8262">
                  <a:moveTo>
                    <a:pt x="2605" y="1"/>
                  </a:moveTo>
                  <a:lnTo>
                    <a:pt x="2605" y="1627"/>
                  </a:lnTo>
                  <a:cubicBezTo>
                    <a:pt x="2605" y="1916"/>
                    <a:pt x="2413" y="2174"/>
                    <a:pt x="2134" y="2253"/>
                  </a:cubicBezTo>
                  <a:lnTo>
                    <a:pt x="1" y="2883"/>
                  </a:lnTo>
                  <a:cubicBezTo>
                    <a:pt x="490" y="4133"/>
                    <a:pt x="1696" y="4955"/>
                    <a:pt x="3039" y="4959"/>
                  </a:cubicBezTo>
                  <a:lnTo>
                    <a:pt x="5219" y="4959"/>
                  </a:lnTo>
                  <a:cubicBezTo>
                    <a:pt x="6563" y="4959"/>
                    <a:pt x="7769" y="4133"/>
                    <a:pt x="8262" y="2883"/>
                  </a:cubicBezTo>
                  <a:lnTo>
                    <a:pt x="6125" y="2253"/>
                  </a:lnTo>
                  <a:cubicBezTo>
                    <a:pt x="5846" y="2174"/>
                    <a:pt x="5654" y="1916"/>
                    <a:pt x="5654" y="1627"/>
                  </a:cubicBezTo>
                  <a:lnTo>
                    <a:pt x="56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2"/>
            <p:cNvSpPr/>
            <p:nvPr/>
          </p:nvSpPr>
          <p:spPr>
            <a:xfrm>
              <a:off x="4951096" y="4030099"/>
              <a:ext cx="194298" cy="102851"/>
            </a:xfrm>
            <a:custGeom>
              <a:rect b="b" l="l" r="r" t="t"/>
              <a:pathLst>
                <a:path extrusionOk="0" h="3923" w="7411">
                  <a:moveTo>
                    <a:pt x="6110" y="0"/>
                  </a:moveTo>
                  <a:cubicBezTo>
                    <a:pt x="6107" y="0"/>
                    <a:pt x="6105" y="0"/>
                    <a:pt x="6103" y="0"/>
                  </a:cubicBezTo>
                  <a:lnTo>
                    <a:pt x="1308" y="0"/>
                  </a:lnTo>
                  <a:cubicBezTo>
                    <a:pt x="583" y="0"/>
                    <a:pt x="0" y="584"/>
                    <a:pt x="0" y="1308"/>
                  </a:cubicBezTo>
                  <a:cubicBezTo>
                    <a:pt x="0" y="2749"/>
                    <a:pt x="1170" y="3923"/>
                    <a:pt x="2615" y="3923"/>
                  </a:cubicBezTo>
                  <a:lnTo>
                    <a:pt x="4795" y="3923"/>
                  </a:lnTo>
                  <a:cubicBezTo>
                    <a:pt x="6241" y="3923"/>
                    <a:pt x="7410" y="2749"/>
                    <a:pt x="7410" y="1308"/>
                  </a:cubicBezTo>
                  <a:cubicBezTo>
                    <a:pt x="7410" y="586"/>
                    <a:pt x="6827" y="0"/>
                    <a:pt x="611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2"/>
            <p:cNvSpPr/>
            <p:nvPr/>
          </p:nvSpPr>
          <p:spPr>
            <a:xfrm>
              <a:off x="4969501" y="4047193"/>
              <a:ext cx="157384" cy="65072"/>
            </a:xfrm>
            <a:custGeom>
              <a:rect b="b" l="l" r="r" t="t"/>
              <a:pathLst>
                <a:path extrusionOk="0" h="2482" w="6003">
                  <a:moveTo>
                    <a:pt x="664" y="0"/>
                  </a:moveTo>
                  <a:cubicBezTo>
                    <a:pt x="189" y="0"/>
                    <a:pt x="1" y="616"/>
                    <a:pt x="396" y="880"/>
                  </a:cubicBezTo>
                  <a:lnTo>
                    <a:pt x="2641" y="2373"/>
                  </a:lnTo>
                  <a:cubicBezTo>
                    <a:pt x="2750" y="2445"/>
                    <a:pt x="2876" y="2481"/>
                    <a:pt x="3002" y="2481"/>
                  </a:cubicBezTo>
                  <a:cubicBezTo>
                    <a:pt x="3128" y="2481"/>
                    <a:pt x="3255" y="2445"/>
                    <a:pt x="3366" y="2373"/>
                  </a:cubicBezTo>
                  <a:lnTo>
                    <a:pt x="5607" y="880"/>
                  </a:lnTo>
                  <a:cubicBezTo>
                    <a:pt x="6002" y="616"/>
                    <a:pt x="5817" y="0"/>
                    <a:pt x="534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2"/>
            <p:cNvSpPr/>
            <p:nvPr/>
          </p:nvSpPr>
          <p:spPr>
            <a:xfrm>
              <a:off x="4994303" y="4025721"/>
              <a:ext cx="107780" cy="86596"/>
            </a:xfrm>
            <a:custGeom>
              <a:rect b="b" l="l" r="r" t="t"/>
              <a:pathLst>
                <a:path extrusionOk="0" h="3303" w="4111">
                  <a:moveTo>
                    <a:pt x="529" y="1"/>
                  </a:moveTo>
                  <a:lnTo>
                    <a:pt x="529" y="1421"/>
                  </a:lnTo>
                  <a:cubicBezTo>
                    <a:pt x="529" y="1710"/>
                    <a:pt x="337" y="1964"/>
                    <a:pt x="62" y="2047"/>
                  </a:cubicBezTo>
                  <a:lnTo>
                    <a:pt x="0" y="2065"/>
                  </a:lnTo>
                  <a:lnTo>
                    <a:pt x="1695" y="3192"/>
                  </a:lnTo>
                  <a:cubicBezTo>
                    <a:pt x="1804" y="3266"/>
                    <a:pt x="1930" y="3303"/>
                    <a:pt x="2056" y="3303"/>
                  </a:cubicBezTo>
                  <a:cubicBezTo>
                    <a:pt x="2182" y="3303"/>
                    <a:pt x="2309" y="3266"/>
                    <a:pt x="2420" y="3192"/>
                  </a:cubicBezTo>
                  <a:lnTo>
                    <a:pt x="4111" y="2065"/>
                  </a:lnTo>
                  <a:lnTo>
                    <a:pt x="4049" y="2047"/>
                  </a:lnTo>
                  <a:cubicBezTo>
                    <a:pt x="3770" y="1964"/>
                    <a:pt x="3582" y="1710"/>
                    <a:pt x="3582" y="1421"/>
                  </a:cubicBezTo>
                  <a:lnTo>
                    <a:pt x="3582"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2"/>
            <p:cNvSpPr/>
            <p:nvPr/>
          </p:nvSpPr>
          <p:spPr>
            <a:xfrm>
              <a:off x="5008146" y="4025721"/>
              <a:ext cx="80094" cy="34371"/>
            </a:xfrm>
            <a:custGeom>
              <a:rect b="b" l="l" r="r" t="t"/>
              <a:pathLst>
                <a:path extrusionOk="0" h="1311" w="3055">
                  <a:moveTo>
                    <a:pt x="1" y="1"/>
                  </a:moveTo>
                  <a:lnTo>
                    <a:pt x="1" y="924"/>
                  </a:lnTo>
                  <a:cubicBezTo>
                    <a:pt x="477" y="1182"/>
                    <a:pt x="1002" y="1310"/>
                    <a:pt x="1528" y="1310"/>
                  </a:cubicBezTo>
                  <a:cubicBezTo>
                    <a:pt x="2053" y="1310"/>
                    <a:pt x="2578" y="1182"/>
                    <a:pt x="3054" y="924"/>
                  </a:cubicBezTo>
                  <a:lnTo>
                    <a:pt x="305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2"/>
            <p:cNvSpPr/>
            <p:nvPr/>
          </p:nvSpPr>
          <p:spPr>
            <a:xfrm>
              <a:off x="4950231" y="3842906"/>
              <a:ext cx="195923" cy="200040"/>
            </a:xfrm>
            <a:custGeom>
              <a:rect b="b" l="l" r="r" t="t"/>
              <a:pathLst>
                <a:path extrusionOk="0" h="7630" w="7473">
                  <a:moveTo>
                    <a:pt x="3737" y="0"/>
                  </a:moveTo>
                  <a:cubicBezTo>
                    <a:pt x="3632" y="0"/>
                    <a:pt x="3528" y="6"/>
                    <a:pt x="3423" y="17"/>
                  </a:cubicBezTo>
                  <a:cubicBezTo>
                    <a:pt x="1750" y="180"/>
                    <a:pt x="468" y="1585"/>
                    <a:pt x="468" y="3269"/>
                  </a:cubicBezTo>
                  <a:lnTo>
                    <a:pt x="468" y="4015"/>
                  </a:lnTo>
                  <a:cubicBezTo>
                    <a:pt x="240" y="4066"/>
                    <a:pt x="66" y="4254"/>
                    <a:pt x="33" y="4486"/>
                  </a:cubicBezTo>
                  <a:cubicBezTo>
                    <a:pt x="1" y="4806"/>
                    <a:pt x="251" y="5087"/>
                    <a:pt x="570" y="5087"/>
                  </a:cubicBezTo>
                  <a:cubicBezTo>
                    <a:pt x="573" y="5087"/>
                    <a:pt x="575" y="5087"/>
                    <a:pt x="577" y="5087"/>
                  </a:cubicBezTo>
                  <a:lnTo>
                    <a:pt x="924" y="5087"/>
                  </a:lnTo>
                  <a:cubicBezTo>
                    <a:pt x="1073" y="6532"/>
                    <a:pt x="2286" y="7629"/>
                    <a:pt x="3738" y="7629"/>
                  </a:cubicBezTo>
                  <a:cubicBezTo>
                    <a:pt x="5191" y="7629"/>
                    <a:pt x="6404" y="6532"/>
                    <a:pt x="6552" y="5087"/>
                  </a:cubicBezTo>
                  <a:lnTo>
                    <a:pt x="6868" y="5087"/>
                  </a:lnTo>
                  <a:cubicBezTo>
                    <a:pt x="7154" y="5087"/>
                    <a:pt x="7411" y="4881"/>
                    <a:pt x="7440" y="4598"/>
                  </a:cubicBezTo>
                  <a:cubicBezTo>
                    <a:pt x="7472" y="4319"/>
                    <a:pt x="7280" y="4062"/>
                    <a:pt x="7005" y="4008"/>
                  </a:cubicBezTo>
                  <a:lnTo>
                    <a:pt x="7005" y="3269"/>
                  </a:lnTo>
                  <a:cubicBezTo>
                    <a:pt x="7005" y="1585"/>
                    <a:pt x="5727" y="180"/>
                    <a:pt x="4050" y="17"/>
                  </a:cubicBezTo>
                  <a:cubicBezTo>
                    <a:pt x="3945" y="6"/>
                    <a:pt x="3841" y="0"/>
                    <a:pt x="373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2"/>
            <p:cNvSpPr/>
            <p:nvPr/>
          </p:nvSpPr>
          <p:spPr>
            <a:xfrm>
              <a:off x="5031610" y="3802898"/>
              <a:ext cx="33060" cy="67851"/>
            </a:xfrm>
            <a:custGeom>
              <a:rect b="b" l="l" r="r" t="t"/>
              <a:pathLst>
                <a:path extrusionOk="0" h="2588" w="1261">
                  <a:moveTo>
                    <a:pt x="631" y="1"/>
                  </a:moveTo>
                  <a:cubicBezTo>
                    <a:pt x="591" y="1"/>
                    <a:pt x="551" y="23"/>
                    <a:pt x="537" y="69"/>
                  </a:cubicBezTo>
                  <a:lnTo>
                    <a:pt x="40" y="1550"/>
                  </a:lnTo>
                  <a:cubicBezTo>
                    <a:pt x="1" y="1673"/>
                    <a:pt x="19" y="1811"/>
                    <a:pt x="87" y="1919"/>
                  </a:cubicBezTo>
                  <a:lnTo>
                    <a:pt x="439" y="2484"/>
                  </a:lnTo>
                  <a:cubicBezTo>
                    <a:pt x="484" y="2553"/>
                    <a:pt x="557" y="2587"/>
                    <a:pt x="631" y="2587"/>
                  </a:cubicBezTo>
                  <a:cubicBezTo>
                    <a:pt x="704" y="2587"/>
                    <a:pt x="777" y="2553"/>
                    <a:pt x="823" y="2484"/>
                  </a:cubicBezTo>
                  <a:lnTo>
                    <a:pt x="1174" y="1919"/>
                  </a:lnTo>
                  <a:cubicBezTo>
                    <a:pt x="1243" y="1811"/>
                    <a:pt x="1261" y="1673"/>
                    <a:pt x="1221" y="1550"/>
                  </a:cubicBezTo>
                  <a:lnTo>
                    <a:pt x="725" y="69"/>
                  </a:lnTo>
                  <a:cubicBezTo>
                    <a:pt x="710" y="23"/>
                    <a:pt x="671" y="1"/>
                    <a:pt x="63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2"/>
            <p:cNvSpPr/>
            <p:nvPr/>
          </p:nvSpPr>
          <p:spPr>
            <a:xfrm>
              <a:off x="5031715" y="3802977"/>
              <a:ext cx="16543" cy="67903"/>
            </a:xfrm>
            <a:custGeom>
              <a:rect b="b" l="l" r="r" t="t"/>
              <a:pathLst>
                <a:path extrusionOk="0" h="2590" w="631">
                  <a:moveTo>
                    <a:pt x="623" y="0"/>
                  </a:moveTo>
                  <a:cubicBezTo>
                    <a:pt x="582" y="0"/>
                    <a:pt x="546" y="28"/>
                    <a:pt x="533" y="66"/>
                  </a:cubicBezTo>
                  <a:lnTo>
                    <a:pt x="40" y="1550"/>
                  </a:lnTo>
                  <a:cubicBezTo>
                    <a:pt x="0" y="1674"/>
                    <a:pt x="15" y="1808"/>
                    <a:pt x="87" y="1916"/>
                  </a:cubicBezTo>
                  <a:lnTo>
                    <a:pt x="438" y="2481"/>
                  </a:lnTo>
                  <a:cubicBezTo>
                    <a:pt x="478" y="2550"/>
                    <a:pt x="551" y="2590"/>
                    <a:pt x="630" y="2590"/>
                  </a:cubicBezTo>
                  <a:lnTo>
                    <a:pt x="630" y="0"/>
                  </a:lnTo>
                  <a:cubicBezTo>
                    <a:pt x="628" y="0"/>
                    <a:pt x="625" y="0"/>
                    <a:pt x="6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2"/>
            <p:cNvSpPr/>
            <p:nvPr/>
          </p:nvSpPr>
          <p:spPr>
            <a:xfrm>
              <a:off x="4950231" y="3879217"/>
              <a:ext cx="112368" cy="163728"/>
            </a:xfrm>
            <a:custGeom>
              <a:rect b="b" l="l" r="r" t="t"/>
              <a:pathLst>
                <a:path extrusionOk="0" h="6245" w="4286">
                  <a:moveTo>
                    <a:pt x="1395" y="1"/>
                  </a:moveTo>
                  <a:cubicBezTo>
                    <a:pt x="1193" y="1"/>
                    <a:pt x="989" y="100"/>
                    <a:pt x="870" y="319"/>
                  </a:cubicBezTo>
                  <a:cubicBezTo>
                    <a:pt x="606" y="797"/>
                    <a:pt x="468" y="1337"/>
                    <a:pt x="468" y="1884"/>
                  </a:cubicBezTo>
                  <a:lnTo>
                    <a:pt x="468" y="2630"/>
                  </a:lnTo>
                  <a:cubicBezTo>
                    <a:pt x="240" y="2681"/>
                    <a:pt x="66" y="2869"/>
                    <a:pt x="37" y="3101"/>
                  </a:cubicBezTo>
                  <a:cubicBezTo>
                    <a:pt x="1" y="3423"/>
                    <a:pt x="254" y="3702"/>
                    <a:pt x="580" y="3702"/>
                  </a:cubicBezTo>
                  <a:lnTo>
                    <a:pt x="924" y="3702"/>
                  </a:lnTo>
                  <a:cubicBezTo>
                    <a:pt x="1075" y="5172"/>
                    <a:pt x="2316" y="6244"/>
                    <a:pt x="3734" y="6244"/>
                  </a:cubicBezTo>
                  <a:cubicBezTo>
                    <a:pt x="3915" y="6244"/>
                    <a:pt x="4100" y="6227"/>
                    <a:pt x="4285" y="6190"/>
                  </a:cubicBezTo>
                  <a:cubicBezTo>
                    <a:pt x="2956" y="5933"/>
                    <a:pt x="1993" y="4767"/>
                    <a:pt x="1993" y="3412"/>
                  </a:cubicBezTo>
                  <a:lnTo>
                    <a:pt x="1993" y="595"/>
                  </a:lnTo>
                  <a:cubicBezTo>
                    <a:pt x="1993" y="222"/>
                    <a:pt x="1697" y="1"/>
                    <a:pt x="139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2"/>
            <p:cNvSpPr/>
            <p:nvPr/>
          </p:nvSpPr>
          <p:spPr>
            <a:xfrm>
              <a:off x="4905609" y="3797550"/>
              <a:ext cx="285063" cy="364974"/>
            </a:xfrm>
            <a:custGeom>
              <a:rect b="b" l="l" r="r" t="t"/>
              <a:pathLst>
                <a:path extrusionOk="0" h="13921" w="10873">
                  <a:moveTo>
                    <a:pt x="5440" y="635"/>
                  </a:moveTo>
                  <a:lnTo>
                    <a:pt x="5871" y="1924"/>
                  </a:lnTo>
                  <a:lnTo>
                    <a:pt x="5462" y="2580"/>
                  </a:lnTo>
                  <a:cubicBezTo>
                    <a:pt x="5458" y="2587"/>
                    <a:pt x="5450" y="2590"/>
                    <a:pt x="5442" y="2590"/>
                  </a:cubicBezTo>
                  <a:cubicBezTo>
                    <a:pt x="5434" y="2590"/>
                    <a:pt x="5426" y="2587"/>
                    <a:pt x="5422" y="2580"/>
                  </a:cubicBezTo>
                  <a:lnTo>
                    <a:pt x="5013" y="1924"/>
                  </a:lnTo>
                  <a:lnTo>
                    <a:pt x="5440" y="635"/>
                  </a:lnTo>
                  <a:close/>
                  <a:moveTo>
                    <a:pt x="6234" y="2112"/>
                  </a:moveTo>
                  <a:cubicBezTo>
                    <a:pt x="7574" y="2475"/>
                    <a:pt x="8504" y="3688"/>
                    <a:pt x="8508" y="5075"/>
                  </a:cubicBezTo>
                  <a:lnTo>
                    <a:pt x="8508" y="5549"/>
                  </a:lnTo>
                  <a:cubicBezTo>
                    <a:pt x="8316" y="5647"/>
                    <a:pt x="8388" y="5933"/>
                    <a:pt x="8602" y="5933"/>
                  </a:cubicBezTo>
                  <a:cubicBezTo>
                    <a:pt x="8805" y="5933"/>
                    <a:pt x="8961" y="6107"/>
                    <a:pt x="8939" y="6310"/>
                  </a:cubicBezTo>
                  <a:cubicBezTo>
                    <a:pt x="8924" y="6480"/>
                    <a:pt x="8758" y="6614"/>
                    <a:pt x="8570" y="6614"/>
                  </a:cubicBezTo>
                  <a:lnTo>
                    <a:pt x="8479" y="6614"/>
                  </a:lnTo>
                  <a:lnTo>
                    <a:pt x="8479" y="6600"/>
                  </a:lnTo>
                  <a:cubicBezTo>
                    <a:pt x="8479" y="6464"/>
                    <a:pt x="8378" y="6396"/>
                    <a:pt x="8276" y="6396"/>
                  </a:cubicBezTo>
                  <a:cubicBezTo>
                    <a:pt x="8175" y="6396"/>
                    <a:pt x="8073" y="6464"/>
                    <a:pt x="8073" y="6600"/>
                  </a:cubicBezTo>
                  <a:cubicBezTo>
                    <a:pt x="8091" y="8066"/>
                    <a:pt x="6907" y="9265"/>
                    <a:pt x="5444" y="9265"/>
                  </a:cubicBezTo>
                  <a:cubicBezTo>
                    <a:pt x="3977" y="9265"/>
                    <a:pt x="2797" y="8066"/>
                    <a:pt x="2815" y="6600"/>
                  </a:cubicBezTo>
                  <a:cubicBezTo>
                    <a:pt x="2815" y="6464"/>
                    <a:pt x="2712" y="6396"/>
                    <a:pt x="2610" y="6396"/>
                  </a:cubicBezTo>
                  <a:cubicBezTo>
                    <a:pt x="2508" y="6396"/>
                    <a:pt x="2405" y="6464"/>
                    <a:pt x="2405" y="6600"/>
                  </a:cubicBezTo>
                  <a:lnTo>
                    <a:pt x="2405" y="6614"/>
                  </a:lnTo>
                  <a:lnTo>
                    <a:pt x="2282" y="6614"/>
                  </a:lnTo>
                  <a:cubicBezTo>
                    <a:pt x="2079" y="6614"/>
                    <a:pt x="1920" y="6437"/>
                    <a:pt x="1942" y="6237"/>
                  </a:cubicBezTo>
                  <a:cubicBezTo>
                    <a:pt x="1960" y="6064"/>
                    <a:pt x="2123" y="5930"/>
                    <a:pt x="2311" y="5930"/>
                  </a:cubicBezTo>
                  <a:cubicBezTo>
                    <a:pt x="2312" y="5930"/>
                    <a:pt x="2314" y="5930"/>
                    <a:pt x="2315" y="5930"/>
                  </a:cubicBezTo>
                  <a:cubicBezTo>
                    <a:pt x="2544" y="5930"/>
                    <a:pt x="2596" y="5603"/>
                    <a:pt x="2376" y="5535"/>
                  </a:cubicBezTo>
                  <a:lnTo>
                    <a:pt x="2376" y="5075"/>
                  </a:lnTo>
                  <a:cubicBezTo>
                    <a:pt x="2380" y="3688"/>
                    <a:pt x="3311" y="2475"/>
                    <a:pt x="4647" y="2112"/>
                  </a:cubicBezTo>
                  <a:lnTo>
                    <a:pt x="5075" y="2797"/>
                  </a:lnTo>
                  <a:cubicBezTo>
                    <a:pt x="5160" y="2933"/>
                    <a:pt x="5301" y="3001"/>
                    <a:pt x="5442" y="3001"/>
                  </a:cubicBezTo>
                  <a:cubicBezTo>
                    <a:pt x="5583" y="3001"/>
                    <a:pt x="5725" y="2933"/>
                    <a:pt x="5810" y="2797"/>
                  </a:cubicBezTo>
                  <a:lnTo>
                    <a:pt x="6234" y="2112"/>
                  </a:lnTo>
                  <a:close/>
                  <a:moveTo>
                    <a:pt x="3713" y="9780"/>
                  </a:moveTo>
                  <a:lnTo>
                    <a:pt x="3713" y="10178"/>
                  </a:lnTo>
                  <a:cubicBezTo>
                    <a:pt x="3709" y="10365"/>
                    <a:pt x="3594" y="10531"/>
                    <a:pt x="3418" y="10597"/>
                  </a:cubicBezTo>
                  <a:lnTo>
                    <a:pt x="3418" y="10597"/>
                  </a:lnTo>
                  <a:lnTo>
                    <a:pt x="2949" y="10287"/>
                  </a:lnTo>
                  <a:cubicBezTo>
                    <a:pt x="2724" y="10134"/>
                    <a:pt x="2829" y="9780"/>
                    <a:pt x="3101" y="9780"/>
                  </a:cubicBezTo>
                  <a:close/>
                  <a:moveTo>
                    <a:pt x="7780" y="9780"/>
                  </a:moveTo>
                  <a:cubicBezTo>
                    <a:pt x="8052" y="9780"/>
                    <a:pt x="8160" y="10134"/>
                    <a:pt x="7932" y="10287"/>
                  </a:cubicBezTo>
                  <a:lnTo>
                    <a:pt x="7465" y="10598"/>
                  </a:lnTo>
                  <a:cubicBezTo>
                    <a:pt x="7287" y="10533"/>
                    <a:pt x="7172" y="10366"/>
                    <a:pt x="7172" y="10178"/>
                  </a:cubicBezTo>
                  <a:lnTo>
                    <a:pt x="7172" y="9780"/>
                  </a:lnTo>
                  <a:close/>
                  <a:moveTo>
                    <a:pt x="7842" y="9128"/>
                  </a:moveTo>
                  <a:cubicBezTo>
                    <a:pt x="8450" y="9128"/>
                    <a:pt x="8946" y="9620"/>
                    <a:pt x="8946" y="10232"/>
                  </a:cubicBezTo>
                  <a:cubicBezTo>
                    <a:pt x="8943" y="11231"/>
                    <a:pt x="8325" y="12128"/>
                    <a:pt x="7389" y="12484"/>
                  </a:cubicBezTo>
                  <a:lnTo>
                    <a:pt x="7389" y="12484"/>
                  </a:lnTo>
                  <a:lnTo>
                    <a:pt x="7389" y="12409"/>
                  </a:lnTo>
                  <a:cubicBezTo>
                    <a:pt x="7389" y="12273"/>
                    <a:pt x="7287" y="12205"/>
                    <a:pt x="7184" y="12205"/>
                  </a:cubicBezTo>
                  <a:cubicBezTo>
                    <a:pt x="7082" y="12205"/>
                    <a:pt x="6980" y="12273"/>
                    <a:pt x="6980" y="12409"/>
                  </a:cubicBezTo>
                  <a:lnTo>
                    <a:pt x="6980" y="12601"/>
                  </a:lnTo>
                  <a:cubicBezTo>
                    <a:pt x="6831" y="12630"/>
                    <a:pt x="6683" y="12641"/>
                    <a:pt x="6530" y="12641"/>
                  </a:cubicBezTo>
                  <a:lnTo>
                    <a:pt x="4350" y="12641"/>
                  </a:lnTo>
                  <a:cubicBezTo>
                    <a:pt x="4202" y="12641"/>
                    <a:pt x="4050" y="12630"/>
                    <a:pt x="3901" y="12601"/>
                  </a:cubicBezTo>
                  <a:lnTo>
                    <a:pt x="3901" y="12409"/>
                  </a:lnTo>
                  <a:cubicBezTo>
                    <a:pt x="3901" y="12273"/>
                    <a:pt x="3800" y="12205"/>
                    <a:pt x="3698" y="12205"/>
                  </a:cubicBezTo>
                  <a:cubicBezTo>
                    <a:pt x="3597" y="12205"/>
                    <a:pt x="3495" y="12273"/>
                    <a:pt x="3495" y="12409"/>
                  </a:cubicBezTo>
                  <a:lnTo>
                    <a:pt x="3495" y="12485"/>
                  </a:lnTo>
                  <a:cubicBezTo>
                    <a:pt x="2561" y="12126"/>
                    <a:pt x="1942" y="11232"/>
                    <a:pt x="1942" y="10232"/>
                  </a:cubicBezTo>
                  <a:cubicBezTo>
                    <a:pt x="1942" y="9620"/>
                    <a:pt x="2434" y="9128"/>
                    <a:pt x="3043" y="9128"/>
                  </a:cubicBezTo>
                  <a:lnTo>
                    <a:pt x="3713" y="9128"/>
                  </a:lnTo>
                  <a:lnTo>
                    <a:pt x="3713" y="9142"/>
                  </a:lnTo>
                  <a:lnTo>
                    <a:pt x="3713" y="9374"/>
                  </a:lnTo>
                  <a:lnTo>
                    <a:pt x="3104" y="9374"/>
                  </a:lnTo>
                  <a:cubicBezTo>
                    <a:pt x="2427" y="9374"/>
                    <a:pt x="2163" y="10250"/>
                    <a:pt x="2724" y="10627"/>
                  </a:cubicBezTo>
                  <a:lnTo>
                    <a:pt x="5089" y="12202"/>
                  </a:lnTo>
                  <a:cubicBezTo>
                    <a:pt x="5196" y="12273"/>
                    <a:pt x="5319" y="12308"/>
                    <a:pt x="5443" y="12308"/>
                  </a:cubicBezTo>
                  <a:cubicBezTo>
                    <a:pt x="5566" y="12308"/>
                    <a:pt x="5690" y="12273"/>
                    <a:pt x="5799" y="12202"/>
                  </a:cubicBezTo>
                  <a:lnTo>
                    <a:pt x="6429" y="11779"/>
                  </a:lnTo>
                  <a:cubicBezTo>
                    <a:pt x="6614" y="11656"/>
                    <a:pt x="6494" y="11404"/>
                    <a:pt x="6319" y="11404"/>
                  </a:cubicBezTo>
                  <a:cubicBezTo>
                    <a:pt x="6281" y="11404"/>
                    <a:pt x="6241" y="11415"/>
                    <a:pt x="6201" y="11442"/>
                  </a:cubicBezTo>
                  <a:lnTo>
                    <a:pt x="5571" y="11862"/>
                  </a:lnTo>
                  <a:cubicBezTo>
                    <a:pt x="5533" y="11887"/>
                    <a:pt x="5488" y="11900"/>
                    <a:pt x="5444" y="11900"/>
                  </a:cubicBezTo>
                  <a:cubicBezTo>
                    <a:pt x="5399" y="11900"/>
                    <a:pt x="5353" y="11887"/>
                    <a:pt x="5314" y="11862"/>
                  </a:cubicBezTo>
                  <a:lnTo>
                    <a:pt x="3796" y="10848"/>
                  </a:lnTo>
                  <a:cubicBezTo>
                    <a:pt x="3999" y="10685"/>
                    <a:pt x="4122" y="10439"/>
                    <a:pt x="4122" y="10178"/>
                  </a:cubicBezTo>
                  <a:lnTo>
                    <a:pt x="4122" y="9334"/>
                  </a:lnTo>
                  <a:cubicBezTo>
                    <a:pt x="4539" y="9535"/>
                    <a:pt x="4990" y="9636"/>
                    <a:pt x="5443" y="9636"/>
                  </a:cubicBezTo>
                  <a:cubicBezTo>
                    <a:pt x="5895" y="9636"/>
                    <a:pt x="6348" y="9535"/>
                    <a:pt x="6766" y="9334"/>
                  </a:cubicBezTo>
                  <a:lnTo>
                    <a:pt x="6766" y="10178"/>
                  </a:lnTo>
                  <a:cubicBezTo>
                    <a:pt x="6766" y="10439"/>
                    <a:pt x="6885" y="10685"/>
                    <a:pt x="7092" y="10848"/>
                  </a:cubicBezTo>
                  <a:lnTo>
                    <a:pt x="6965" y="10931"/>
                  </a:lnTo>
                  <a:cubicBezTo>
                    <a:pt x="6777" y="11057"/>
                    <a:pt x="6899" y="11310"/>
                    <a:pt x="7073" y="11310"/>
                  </a:cubicBezTo>
                  <a:cubicBezTo>
                    <a:pt x="7111" y="11310"/>
                    <a:pt x="7150" y="11298"/>
                    <a:pt x="7190" y="11272"/>
                  </a:cubicBezTo>
                  <a:lnTo>
                    <a:pt x="8160" y="10627"/>
                  </a:lnTo>
                  <a:cubicBezTo>
                    <a:pt x="8725" y="10250"/>
                    <a:pt x="8457" y="9374"/>
                    <a:pt x="7784" y="9374"/>
                  </a:cubicBezTo>
                  <a:lnTo>
                    <a:pt x="7172" y="9374"/>
                  </a:lnTo>
                  <a:lnTo>
                    <a:pt x="7172" y="9142"/>
                  </a:lnTo>
                  <a:lnTo>
                    <a:pt x="7172" y="9128"/>
                  </a:lnTo>
                  <a:close/>
                  <a:moveTo>
                    <a:pt x="5439" y="1"/>
                  </a:moveTo>
                  <a:cubicBezTo>
                    <a:pt x="5317" y="1"/>
                    <a:pt x="5196" y="70"/>
                    <a:pt x="5151" y="207"/>
                  </a:cubicBezTo>
                  <a:lnTo>
                    <a:pt x="4658" y="1689"/>
                  </a:lnTo>
                  <a:cubicBezTo>
                    <a:pt x="3083" y="2054"/>
                    <a:pt x="1971" y="3456"/>
                    <a:pt x="1967" y="5071"/>
                  </a:cubicBezTo>
                  <a:lnTo>
                    <a:pt x="1967" y="5600"/>
                  </a:lnTo>
                  <a:cubicBezTo>
                    <a:pt x="1648" y="5745"/>
                    <a:pt x="1475" y="6096"/>
                    <a:pt x="1551" y="6437"/>
                  </a:cubicBezTo>
                  <a:cubicBezTo>
                    <a:pt x="1627" y="6777"/>
                    <a:pt x="1927" y="7020"/>
                    <a:pt x="2279" y="7020"/>
                  </a:cubicBezTo>
                  <a:lnTo>
                    <a:pt x="2431" y="7020"/>
                  </a:lnTo>
                  <a:cubicBezTo>
                    <a:pt x="2521" y="7661"/>
                    <a:pt x="2815" y="8258"/>
                    <a:pt x="3267" y="8718"/>
                  </a:cubicBezTo>
                  <a:lnTo>
                    <a:pt x="3039" y="8718"/>
                  </a:lnTo>
                  <a:cubicBezTo>
                    <a:pt x="2206" y="8722"/>
                    <a:pt x="1529" y="9396"/>
                    <a:pt x="1529" y="10232"/>
                  </a:cubicBezTo>
                  <a:cubicBezTo>
                    <a:pt x="1529" y="10529"/>
                    <a:pt x="1576" y="10830"/>
                    <a:pt x="1670" y="11112"/>
                  </a:cubicBezTo>
                  <a:lnTo>
                    <a:pt x="1087" y="11286"/>
                  </a:lnTo>
                  <a:cubicBezTo>
                    <a:pt x="446" y="11474"/>
                    <a:pt x="4" y="12065"/>
                    <a:pt x="1" y="12735"/>
                  </a:cubicBezTo>
                  <a:lnTo>
                    <a:pt x="1" y="13716"/>
                  </a:lnTo>
                  <a:cubicBezTo>
                    <a:pt x="1" y="13852"/>
                    <a:pt x="103" y="13920"/>
                    <a:pt x="205" y="13920"/>
                  </a:cubicBezTo>
                  <a:cubicBezTo>
                    <a:pt x="307" y="13920"/>
                    <a:pt x="410" y="13852"/>
                    <a:pt x="410" y="13716"/>
                  </a:cubicBezTo>
                  <a:lnTo>
                    <a:pt x="410" y="12735"/>
                  </a:lnTo>
                  <a:cubicBezTo>
                    <a:pt x="410" y="12246"/>
                    <a:pt x="732" y="11815"/>
                    <a:pt x="1203" y="11674"/>
                  </a:cubicBezTo>
                  <a:lnTo>
                    <a:pt x="1826" y="11493"/>
                  </a:lnTo>
                  <a:cubicBezTo>
                    <a:pt x="2166" y="12170"/>
                    <a:pt x="2764" y="12684"/>
                    <a:pt x="3488" y="12916"/>
                  </a:cubicBezTo>
                  <a:lnTo>
                    <a:pt x="3488" y="13716"/>
                  </a:lnTo>
                  <a:cubicBezTo>
                    <a:pt x="3488" y="13852"/>
                    <a:pt x="3591" y="13920"/>
                    <a:pt x="3693" y="13920"/>
                  </a:cubicBezTo>
                  <a:cubicBezTo>
                    <a:pt x="3795" y="13920"/>
                    <a:pt x="3898" y="13852"/>
                    <a:pt x="3898" y="13716"/>
                  </a:cubicBezTo>
                  <a:lnTo>
                    <a:pt x="3898" y="13014"/>
                  </a:lnTo>
                  <a:cubicBezTo>
                    <a:pt x="4046" y="13035"/>
                    <a:pt x="4194" y="13050"/>
                    <a:pt x="4347" y="13050"/>
                  </a:cubicBezTo>
                  <a:lnTo>
                    <a:pt x="6530" y="13050"/>
                  </a:lnTo>
                  <a:cubicBezTo>
                    <a:pt x="6683" y="13050"/>
                    <a:pt x="6831" y="13035"/>
                    <a:pt x="6980" y="13014"/>
                  </a:cubicBezTo>
                  <a:lnTo>
                    <a:pt x="6980" y="13716"/>
                  </a:lnTo>
                  <a:cubicBezTo>
                    <a:pt x="6980" y="13852"/>
                    <a:pt x="7082" y="13920"/>
                    <a:pt x="7184" y="13920"/>
                  </a:cubicBezTo>
                  <a:cubicBezTo>
                    <a:pt x="7287" y="13920"/>
                    <a:pt x="7389" y="13852"/>
                    <a:pt x="7389" y="13716"/>
                  </a:cubicBezTo>
                  <a:lnTo>
                    <a:pt x="7389" y="12916"/>
                  </a:lnTo>
                  <a:cubicBezTo>
                    <a:pt x="8110" y="12684"/>
                    <a:pt x="8711" y="12170"/>
                    <a:pt x="9051" y="11493"/>
                  </a:cubicBezTo>
                  <a:lnTo>
                    <a:pt x="9674" y="11674"/>
                  </a:lnTo>
                  <a:cubicBezTo>
                    <a:pt x="10141" y="11815"/>
                    <a:pt x="10464" y="12246"/>
                    <a:pt x="10467" y="12735"/>
                  </a:cubicBezTo>
                  <a:lnTo>
                    <a:pt x="10467" y="13716"/>
                  </a:lnTo>
                  <a:cubicBezTo>
                    <a:pt x="10467" y="13852"/>
                    <a:pt x="10569" y="13920"/>
                    <a:pt x="10670" y="13920"/>
                  </a:cubicBezTo>
                  <a:cubicBezTo>
                    <a:pt x="10772" y="13920"/>
                    <a:pt x="10873" y="13852"/>
                    <a:pt x="10873" y="13716"/>
                  </a:cubicBezTo>
                  <a:lnTo>
                    <a:pt x="10873" y="12735"/>
                  </a:lnTo>
                  <a:cubicBezTo>
                    <a:pt x="10869" y="12065"/>
                    <a:pt x="10431" y="11478"/>
                    <a:pt x="9790" y="11286"/>
                  </a:cubicBezTo>
                  <a:lnTo>
                    <a:pt x="9207" y="11112"/>
                  </a:lnTo>
                  <a:cubicBezTo>
                    <a:pt x="9301" y="10830"/>
                    <a:pt x="9348" y="10529"/>
                    <a:pt x="9348" y="10232"/>
                  </a:cubicBezTo>
                  <a:cubicBezTo>
                    <a:pt x="9348" y="9396"/>
                    <a:pt x="8671" y="8722"/>
                    <a:pt x="7838" y="8718"/>
                  </a:cubicBezTo>
                  <a:lnTo>
                    <a:pt x="7613" y="8718"/>
                  </a:lnTo>
                  <a:cubicBezTo>
                    <a:pt x="8066" y="8258"/>
                    <a:pt x="8356" y="7661"/>
                    <a:pt x="8446" y="7020"/>
                  </a:cubicBezTo>
                  <a:lnTo>
                    <a:pt x="8570" y="7020"/>
                  </a:lnTo>
                  <a:cubicBezTo>
                    <a:pt x="8964" y="7020"/>
                    <a:pt x="9305" y="6726"/>
                    <a:pt x="9345" y="6346"/>
                  </a:cubicBezTo>
                  <a:cubicBezTo>
                    <a:pt x="9377" y="6031"/>
                    <a:pt x="9203" y="5727"/>
                    <a:pt x="8914" y="5593"/>
                  </a:cubicBezTo>
                  <a:lnTo>
                    <a:pt x="8914" y="5071"/>
                  </a:lnTo>
                  <a:cubicBezTo>
                    <a:pt x="8910" y="3456"/>
                    <a:pt x="7794" y="2054"/>
                    <a:pt x="6223" y="1689"/>
                  </a:cubicBezTo>
                  <a:lnTo>
                    <a:pt x="5726" y="207"/>
                  </a:lnTo>
                  <a:cubicBezTo>
                    <a:pt x="5681" y="70"/>
                    <a:pt x="5560" y="1"/>
                    <a:pt x="5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2"/>
            <p:cNvSpPr/>
            <p:nvPr/>
          </p:nvSpPr>
          <p:spPr>
            <a:xfrm>
              <a:off x="5008539" y="3948064"/>
              <a:ext cx="10749" cy="16386"/>
            </a:xfrm>
            <a:custGeom>
              <a:rect b="b" l="l" r="r" t="t"/>
              <a:pathLst>
                <a:path extrusionOk="0" h="625"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2"/>
            <p:cNvSpPr/>
            <p:nvPr/>
          </p:nvSpPr>
          <p:spPr>
            <a:xfrm>
              <a:off x="5077098" y="3948064"/>
              <a:ext cx="10749" cy="16386"/>
            </a:xfrm>
            <a:custGeom>
              <a:rect b="b" l="l" r="r" t="t"/>
              <a:pathLst>
                <a:path extrusionOk="0" h="625" w="410">
                  <a:moveTo>
                    <a:pt x="207" y="0"/>
                  </a:moveTo>
                  <a:cubicBezTo>
                    <a:pt x="95"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2"/>
            <p:cNvSpPr/>
            <p:nvPr/>
          </p:nvSpPr>
          <p:spPr>
            <a:xfrm>
              <a:off x="5023378" y="3987941"/>
              <a:ext cx="49656" cy="16543"/>
            </a:xfrm>
            <a:custGeom>
              <a:rect b="b" l="l" r="r" t="t"/>
              <a:pathLst>
                <a:path extrusionOk="0" h="631" w="1894">
                  <a:moveTo>
                    <a:pt x="296" y="1"/>
                  </a:moveTo>
                  <a:cubicBezTo>
                    <a:pt x="136" y="1"/>
                    <a:pt x="1" y="206"/>
                    <a:pt x="152" y="352"/>
                  </a:cubicBezTo>
                  <a:cubicBezTo>
                    <a:pt x="325" y="526"/>
                    <a:pt x="622" y="631"/>
                    <a:pt x="948" y="631"/>
                  </a:cubicBezTo>
                  <a:cubicBezTo>
                    <a:pt x="1271" y="631"/>
                    <a:pt x="1568" y="526"/>
                    <a:pt x="1745" y="352"/>
                  </a:cubicBezTo>
                  <a:cubicBezTo>
                    <a:pt x="1893" y="206"/>
                    <a:pt x="1757" y="1"/>
                    <a:pt x="1599"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2"/>
            <p:cNvSpPr/>
            <p:nvPr/>
          </p:nvSpPr>
          <p:spPr>
            <a:xfrm>
              <a:off x="5000359" y="3930839"/>
              <a:ext cx="32798" cy="16543"/>
            </a:xfrm>
            <a:custGeom>
              <a:rect b="b" l="l" r="r" t="t"/>
              <a:pathLst>
                <a:path extrusionOk="0" h="631" w="1251">
                  <a:moveTo>
                    <a:pt x="292" y="1"/>
                  </a:moveTo>
                  <a:cubicBezTo>
                    <a:pt x="84" y="1"/>
                    <a:pt x="1" y="322"/>
                    <a:pt x="236" y="400"/>
                  </a:cubicBezTo>
                  <a:lnTo>
                    <a:pt x="888" y="617"/>
                  </a:lnTo>
                  <a:cubicBezTo>
                    <a:pt x="914" y="626"/>
                    <a:pt x="938" y="630"/>
                    <a:pt x="961" y="630"/>
                  </a:cubicBezTo>
                  <a:cubicBezTo>
                    <a:pt x="1168" y="630"/>
                    <a:pt x="1250" y="308"/>
                    <a:pt x="1019" y="230"/>
                  </a:cubicBezTo>
                  <a:lnTo>
                    <a:pt x="363" y="13"/>
                  </a:lnTo>
                  <a:cubicBezTo>
                    <a:pt x="338" y="5"/>
                    <a:pt x="315"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2"/>
            <p:cNvSpPr/>
            <p:nvPr/>
          </p:nvSpPr>
          <p:spPr>
            <a:xfrm>
              <a:off x="5063622" y="3930839"/>
              <a:ext cx="32405" cy="16491"/>
            </a:xfrm>
            <a:custGeom>
              <a:rect b="b" l="l" r="r" t="t"/>
              <a:pathLst>
                <a:path extrusionOk="0" h="629" w="1236">
                  <a:moveTo>
                    <a:pt x="944" y="1"/>
                  </a:moveTo>
                  <a:cubicBezTo>
                    <a:pt x="922" y="1"/>
                    <a:pt x="898" y="5"/>
                    <a:pt x="873" y="13"/>
                  </a:cubicBezTo>
                  <a:lnTo>
                    <a:pt x="221" y="230"/>
                  </a:lnTo>
                  <a:cubicBezTo>
                    <a:pt x="0" y="306"/>
                    <a:pt x="54" y="628"/>
                    <a:pt x="283" y="628"/>
                  </a:cubicBezTo>
                  <a:cubicBezTo>
                    <a:pt x="304" y="628"/>
                    <a:pt x="326" y="625"/>
                    <a:pt x="348" y="617"/>
                  </a:cubicBezTo>
                  <a:lnTo>
                    <a:pt x="1003" y="400"/>
                  </a:lnTo>
                  <a:cubicBezTo>
                    <a:pt x="1236" y="322"/>
                    <a:pt x="1152"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4" name="Google Shape;13144;p82"/>
          <p:cNvGrpSpPr/>
          <p:nvPr/>
        </p:nvGrpSpPr>
        <p:grpSpPr>
          <a:xfrm>
            <a:off x="8056219" y="1513350"/>
            <a:ext cx="285168" cy="365026"/>
            <a:chOff x="8056219" y="1513350"/>
            <a:chExt cx="285168" cy="365026"/>
          </a:xfrm>
        </p:grpSpPr>
        <p:sp>
          <p:nvSpPr>
            <p:cNvPr id="13145" name="Google Shape;13145;p82"/>
            <p:cNvSpPr/>
            <p:nvPr/>
          </p:nvSpPr>
          <p:spPr>
            <a:xfrm>
              <a:off x="8061541" y="1712970"/>
              <a:ext cx="274340" cy="160136"/>
            </a:xfrm>
            <a:custGeom>
              <a:rect b="b" l="l" r="r" t="t"/>
              <a:pathLst>
                <a:path extrusionOk="0" h="6108" w="10464">
                  <a:moveTo>
                    <a:pt x="3709" y="1"/>
                  </a:moveTo>
                  <a:lnTo>
                    <a:pt x="3709" y="1265"/>
                  </a:lnTo>
                  <a:cubicBezTo>
                    <a:pt x="3709" y="1555"/>
                    <a:pt x="3517" y="1808"/>
                    <a:pt x="3238" y="1891"/>
                  </a:cubicBezTo>
                  <a:lnTo>
                    <a:pt x="942" y="2569"/>
                  </a:lnTo>
                  <a:cubicBezTo>
                    <a:pt x="385" y="2732"/>
                    <a:pt x="1" y="3242"/>
                    <a:pt x="1" y="3822"/>
                  </a:cubicBezTo>
                  <a:lnTo>
                    <a:pt x="1" y="6107"/>
                  </a:lnTo>
                  <a:lnTo>
                    <a:pt x="10464" y="6107"/>
                  </a:lnTo>
                  <a:lnTo>
                    <a:pt x="10464" y="3822"/>
                  </a:lnTo>
                  <a:cubicBezTo>
                    <a:pt x="10464" y="3242"/>
                    <a:pt x="10083" y="2732"/>
                    <a:pt x="9529" y="2569"/>
                  </a:cubicBezTo>
                  <a:lnTo>
                    <a:pt x="7230" y="1891"/>
                  </a:lnTo>
                  <a:cubicBezTo>
                    <a:pt x="6951" y="1812"/>
                    <a:pt x="6759" y="1555"/>
                    <a:pt x="6759" y="1265"/>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2"/>
            <p:cNvSpPr/>
            <p:nvPr/>
          </p:nvSpPr>
          <p:spPr>
            <a:xfrm>
              <a:off x="8158781" y="1712970"/>
              <a:ext cx="80068" cy="62896"/>
            </a:xfrm>
            <a:custGeom>
              <a:rect b="b" l="l" r="r" t="t"/>
              <a:pathLst>
                <a:path extrusionOk="0" h="2399" w="3054">
                  <a:moveTo>
                    <a:pt x="0" y="1"/>
                  </a:moveTo>
                  <a:lnTo>
                    <a:pt x="0" y="2398"/>
                  </a:lnTo>
                  <a:lnTo>
                    <a:pt x="3053" y="2398"/>
                  </a:lnTo>
                  <a:lnTo>
                    <a:pt x="30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2"/>
            <p:cNvSpPr/>
            <p:nvPr/>
          </p:nvSpPr>
          <p:spPr>
            <a:xfrm>
              <a:off x="8095912" y="1838683"/>
              <a:ext cx="17225" cy="34319"/>
            </a:xfrm>
            <a:custGeom>
              <a:rect b="b" l="l" r="r" t="t"/>
              <a:pathLst>
                <a:path extrusionOk="0" h="1309" w="657">
                  <a:moveTo>
                    <a:pt x="1" y="1"/>
                  </a:moveTo>
                  <a:lnTo>
                    <a:pt x="1"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2"/>
            <p:cNvSpPr/>
            <p:nvPr/>
          </p:nvSpPr>
          <p:spPr>
            <a:xfrm>
              <a:off x="8284494" y="1838683"/>
              <a:ext cx="17199" cy="34319"/>
            </a:xfrm>
            <a:custGeom>
              <a:rect b="b" l="l" r="r" t="t"/>
              <a:pathLst>
                <a:path extrusionOk="0" h="1309" w="656">
                  <a:moveTo>
                    <a:pt x="0" y="1"/>
                  </a:moveTo>
                  <a:lnTo>
                    <a:pt x="0"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2"/>
            <p:cNvSpPr/>
            <p:nvPr/>
          </p:nvSpPr>
          <p:spPr>
            <a:xfrm>
              <a:off x="8061646" y="1762547"/>
              <a:ext cx="274340" cy="110559"/>
            </a:xfrm>
            <a:custGeom>
              <a:rect b="b" l="l" r="r" t="t"/>
              <a:pathLst>
                <a:path extrusionOk="0" h="4217" w="10464">
                  <a:moveTo>
                    <a:pt x="3238" y="0"/>
                  </a:moveTo>
                  <a:lnTo>
                    <a:pt x="938" y="678"/>
                  </a:lnTo>
                  <a:cubicBezTo>
                    <a:pt x="384" y="841"/>
                    <a:pt x="0" y="1351"/>
                    <a:pt x="0" y="1931"/>
                  </a:cubicBezTo>
                  <a:lnTo>
                    <a:pt x="0" y="2905"/>
                  </a:lnTo>
                  <a:lnTo>
                    <a:pt x="1963" y="3343"/>
                  </a:lnTo>
                  <a:lnTo>
                    <a:pt x="1963" y="4216"/>
                  </a:lnTo>
                  <a:lnTo>
                    <a:pt x="8500" y="4216"/>
                  </a:lnTo>
                  <a:lnTo>
                    <a:pt x="8500" y="3343"/>
                  </a:lnTo>
                  <a:lnTo>
                    <a:pt x="10463" y="2905"/>
                  </a:lnTo>
                  <a:lnTo>
                    <a:pt x="10463" y="1931"/>
                  </a:lnTo>
                  <a:cubicBezTo>
                    <a:pt x="10463" y="1351"/>
                    <a:pt x="10079" y="841"/>
                    <a:pt x="9525" y="678"/>
                  </a:cubicBezTo>
                  <a:lnTo>
                    <a:pt x="7226" y="0"/>
                  </a:lnTo>
                  <a:lnTo>
                    <a:pt x="5230" y="290"/>
                  </a:lnTo>
                  <a:lnTo>
                    <a:pt x="323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2"/>
            <p:cNvSpPr/>
            <p:nvPr/>
          </p:nvSpPr>
          <p:spPr>
            <a:xfrm>
              <a:off x="8187358" y="1770150"/>
              <a:ext cx="22914" cy="62870"/>
            </a:xfrm>
            <a:custGeom>
              <a:rect b="b" l="l" r="r" t="t"/>
              <a:pathLst>
                <a:path extrusionOk="0" h="2398" w="874">
                  <a:moveTo>
                    <a:pt x="0" y="0"/>
                  </a:moveTo>
                  <a:lnTo>
                    <a:pt x="0" y="2180"/>
                  </a:lnTo>
                  <a:cubicBezTo>
                    <a:pt x="0" y="2300"/>
                    <a:pt x="98" y="2398"/>
                    <a:pt x="218" y="2398"/>
                  </a:cubicBezTo>
                  <a:lnTo>
                    <a:pt x="656" y="2398"/>
                  </a:lnTo>
                  <a:cubicBezTo>
                    <a:pt x="775" y="2398"/>
                    <a:pt x="873" y="2300"/>
                    <a:pt x="873" y="2180"/>
                  </a:cubicBezTo>
                  <a:lnTo>
                    <a:pt x="87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2"/>
            <p:cNvSpPr/>
            <p:nvPr/>
          </p:nvSpPr>
          <p:spPr>
            <a:xfrm>
              <a:off x="8095912" y="1518698"/>
              <a:ext cx="205781" cy="137249"/>
            </a:xfrm>
            <a:custGeom>
              <a:rect b="b" l="l" r="r" t="t"/>
              <a:pathLst>
                <a:path extrusionOk="0" h="5235" w="7849">
                  <a:moveTo>
                    <a:pt x="2833" y="1"/>
                  </a:moveTo>
                  <a:lnTo>
                    <a:pt x="1964" y="656"/>
                  </a:lnTo>
                  <a:lnTo>
                    <a:pt x="874" y="656"/>
                  </a:lnTo>
                  <a:lnTo>
                    <a:pt x="874" y="1746"/>
                  </a:lnTo>
                  <a:lnTo>
                    <a:pt x="1" y="1746"/>
                  </a:lnTo>
                  <a:lnTo>
                    <a:pt x="439" y="3054"/>
                  </a:lnTo>
                  <a:lnTo>
                    <a:pt x="1" y="3489"/>
                  </a:lnTo>
                  <a:lnTo>
                    <a:pt x="656" y="5234"/>
                  </a:lnTo>
                  <a:lnTo>
                    <a:pt x="7193" y="5234"/>
                  </a:lnTo>
                  <a:lnTo>
                    <a:pt x="7849" y="3489"/>
                  </a:lnTo>
                  <a:lnTo>
                    <a:pt x="7411" y="3054"/>
                  </a:lnTo>
                  <a:lnTo>
                    <a:pt x="7849" y="1746"/>
                  </a:lnTo>
                  <a:lnTo>
                    <a:pt x="6759" y="1746"/>
                  </a:lnTo>
                  <a:lnTo>
                    <a:pt x="7193" y="656"/>
                  </a:lnTo>
                  <a:lnTo>
                    <a:pt x="5886" y="656"/>
                  </a:lnTo>
                  <a:lnTo>
                    <a:pt x="5230" y="1"/>
                  </a:lnTo>
                  <a:lnTo>
                    <a:pt x="3706" y="222"/>
                  </a:lnTo>
                  <a:lnTo>
                    <a:pt x="28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2"/>
            <p:cNvSpPr/>
            <p:nvPr/>
          </p:nvSpPr>
          <p:spPr>
            <a:xfrm>
              <a:off x="8095912" y="1531519"/>
              <a:ext cx="191073" cy="124323"/>
            </a:xfrm>
            <a:custGeom>
              <a:rect b="b" l="l" r="r" t="t"/>
              <a:pathLst>
                <a:path extrusionOk="0" h="4742" w="7288">
                  <a:moveTo>
                    <a:pt x="2185" y="1"/>
                  </a:moveTo>
                  <a:lnTo>
                    <a:pt x="1964" y="167"/>
                  </a:lnTo>
                  <a:lnTo>
                    <a:pt x="874" y="167"/>
                  </a:lnTo>
                  <a:lnTo>
                    <a:pt x="874" y="1257"/>
                  </a:lnTo>
                  <a:lnTo>
                    <a:pt x="1" y="1257"/>
                  </a:lnTo>
                  <a:lnTo>
                    <a:pt x="435" y="2565"/>
                  </a:lnTo>
                  <a:lnTo>
                    <a:pt x="1" y="3000"/>
                  </a:lnTo>
                  <a:lnTo>
                    <a:pt x="656" y="4742"/>
                  </a:lnTo>
                  <a:lnTo>
                    <a:pt x="7193" y="4742"/>
                  </a:lnTo>
                  <a:lnTo>
                    <a:pt x="7288" y="4492"/>
                  </a:lnTo>
                  <a:lnTo>
                    <a:pt x="7288" y="4492"/>
                  </a:lnTo>
                  <a:cubicBezTo>
                    <a:pt x="7110" y="4513"/>
                    <a:pt x="6936" y="4524"/>
                    <a:pt x="6759" y="4524"/>
                  </a:cubicBezTo>
                  <a:cubicBezTo>
                    <a:pt x="4253" y="4524"/>
                    <a:pt x="2214" y="2507"/>
                    <a:pt x="218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2"/>
            <p:cNvSpPr/>
            <p:nvPr/>
          </p:nvSpPr>
          <p:spPr>
            <a:xfrm>
              <a:off x="8100867" y="1593051"/>
              <a:ext cx="195897" cy="142938"/>
            </a:xfrm>
            <a:custGeom>
              <a:rect b="b" l="l" r="r" t="t"/>
              <a:pathLst>
                <a:path extrusionOk="0" h="5452" w="7472">
                  <a:moveTo>
                    <a:pt x="1340" y="1"/>
                  </a:moveTo>
                  <a:lnTo>
                    <a:pt x="1340" y="1308"/>
                  </a:lnTo>
                  <a:cubicBezTo>
                    <a:pt x="1340" y="1547"/>
                    <a:pt x="1144" y="1743"/>
                    <a:pt x="902" y="1743"/>
                  </a:cubicBezTo>
                  <a:lnTo>
                    <a:pt x="608" y="1743"/>
                  </a:lnTo>
                  <a:cubicBezTo>
                    <a:pt x="322" y="1743"/>
                    <a:pt x="65" y="1949"/>
                    <a:pt x="33" y="2232"/>
                  </a:cubicBezTo>
                  <a:cubicBezTo>
                    <a:pt x="0" y="2552"/>
                    <a:pt x="250" y="2833"/>
                    <a:pt x="570" y="2833"/>
                  </a:cubicBezTo>
                  <a:cubicBezTo>
                    <a:pt x="572" y="2833"/>
                    <a:pt x="574" y="2833"/>
                    <a:pt x="576" y="2833"/>
                  </a:cubicBezTo>
                  <a:lnTo>
                    <a:pt x="913" y="2833"/>
                  </a:lnTo>
                  <a:cubicBezTo>
                    <a:pt x="1025" y="4310"/>
                    <a:pt x="2253" y="5451"/>
                    <a:pt x="3734" y="5451"/>
                  </a:cubicBezTo>
                  <a:cubicBezTo>
                    <a:pt x="5215" y="5451"/>
                    <a:pt x="6447" y="4310"/>
                    <a:pt x="6559" y="2833"/>
                  </a:cubicBezTo>
                  <a:lnTo>
                    <a:pt x="6863" y="2833"/>
                  </a:lnTo>
                  <a:cubicBezTo>
                    <a:pt x="7149" y="2833"/>
                    <a:pt x="7406" y="2630"/>
                    <a:pt x="7439" y="2344"/>
                  </a:cubicBezTo>
                  <a:cubicBezTo>
                    <a:pt x="7472" y="2022"/>
                    <a:pt x="7218" y="1743"/>
                    <a:pt x="6896" y="1743"/>
                  </a:cubicBezTo>
                  <a:lnTo>
                    <a:pt x="6570" y="1743"/>
                  </a:lnTo>
                  <a:cubicBezTo>
                    <a:pt x="6327" y="1743"/>
                    <a:pt x="6132" y="1547"/>
                    <a:pt x="6132" y="1308"/>
                  </a:cubicBezTo>
                  <a:lnTo>
                    <a:pt x="6132" y="870"/>
                  </a:lnTo>
                  <a:lnTo>
                    <a:pt x="4824" y="1"/>
                  </a:lnTo>
                  <a:lnTo>
                    <a:pt x="4824" y="497"/>
                  </a:lnTo>
                  <a:cubicBezTo>
                    <a:pt x="4824" y="623"/>
                    <a:pt x="4720" y="714"/>
                    <a:pt x="4606" y="714"/>
                  </a:cubicBezTo>
                  <a:cubicBezTo>
                    <a:pt x="4570" y="714"/>
                    <a:pt x="4533" y="705"/>
                    <a:pt x="4498" y="685"/>
                  </a:cubicBezTo>
                  <a:lnTo>
                    <a:pt x="3299" y="1"/>
                  </a:lnTo>
                  <a:lnTo>
                    <a:pt x="2963" y="504"/>
                  </a:lnTo>
                  <a:cubicBezTo>
                    <a:pt x="2921" y="566"/>
                    <a:pt x="2852" y="601"/>
                    <a:pt x="2781" y="601"/>
                  </a:cubicBezTo>
                  <a:cubicBezTo>
                    <a:pt x="2753" y="601"/>
                    <a:pt x="2725" y="595"/>
                    <a:pt x="2698" y="584"/>
                  </a:cubicBezTo>
                  <a:lnTo>
                    <a:pt x="134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2"/>
            <p:cNvSpPr/>
            <p:nvPr/>
          </p:nvSpPr>
          <p:spPr>
            <a:xfrm>
              <a:off x="8100867" y="1593051"/>
              <a:ext cx="165328" cy="142964"/>
            </a:xfrm>
            <a:custGeom>
              <a:rect b="b" l="l" r="r" t="t"/>
              <a:pathLst>
                <a:path extrusionOk="0" h="5453" w="6306">
                  <a:moveTo>
                    <a:pt x="1336" y="1"/>
                  </a:moveTo>
                  <a:lnTo>
                    <a:pt x="1336" y="1308"/>
                  </a:lnTo>
                  <a:cubicBezTo>
                    <a:pt x="1336" y="1551"/>
                    <a:pt x="1144" y="1743"/>
                    <a:pt x="902" y="1743"/>
                  </a:cubicBezTo>
                  <a:lnTo>
                    <a:pt x="605" y="1743"/>
                  </a:lnTo>
                  <a:cubicBezTo>
                    <a:pt x="322" y="1743"/>
                    <a:pt x="62" y="1949"/>
                    <a:pt x="33" y="2232"/>
                  </a:cubicBezTo>
                  <a:cubicBezTo>
                    <a:pt x="0" y="2552"/>
                    <a:pt x="250" y="2833"/>
                    <a:pt x="570" y="2833"/>
                  </a:cubicBezTo>
                  <a:cubicBezTo>
                    <a:pt x="572" y="2833"/>
                    <a:pt x="574" y="2833"/>
                    <a:pt x="576" y="2833"/>
                  </a:cubicBezTo>
                  <a:lnTo>
                    <a:pt x="913" y="2833"/>
                  </a:lnTo>
                  <a:cubicBezTo>
                    <a:pt x="1018" y="4328"/>
                    <a:pt x="2266" y="5453"/>
                    <a:pt x="3714" y="5453"/>
                  </a:cubicBezTo>
                  <a:cubicBezTo>
                    <a:pt x="3865" y="5453"/>
                    <a:pt x="4018" y="5440"/>
                    <a:pt x="4172" y="5415"/>
                  </a:cubicBezTo>
                  <a:cubicBezTo>
                    <a:pt x="2792" y="5201"/>
                    <a:pt x="1775" y="4013"/>
                    <a:pt x="1775" y="2619"/>
                  </a:cubicBezTo>
                  <a:lnTo>
                    <a:pt x="1775" y="1337"/>
                  </a:lnTo>
                  <a:cubicBezTo>
                    <a:pt x="1775" y="1164"/>
                    <a:pt x="1916" y="1038"/>
                    <a:pt x="2074" y="1038"/>
                  </a:cubicBezTo>
                  <a:cubicBezTo>
                    <a:pt x="2117" y="1038"/>
                    <a:pt x="2162" y="1048"/>
                    <a:pt x="2206" y="1069"/>
                  </a:cubicBezTo>
                  <a:cubicBezTo>
                    <a:pt x="2322" y="1127"/>
                    <a:pt x="2423" y="1174"/>
                    <a:pt x="2437" y="1181"/>
                  </a:cubicBezTo>
                  <a:cubicBezTo>
                    <a:pt x="2546" y="1228"/>
                    <a:pt x="2662" y="1254"/>
                    <a:pt x="2781" y="1254"/>
                  </a:cubicBezTo>
                  <a:cubicBezTo>
                    <a:pt x="2803" y="1254"/>
                    <a:pt x="2825" y="1254"/>
                    <a:pt x="2847" y="1250"/>
                  </a:cubicBezTo>
                  <a:cubicBezTo>
                    <a:pt x="3111" y="1225"/>
                    <a:pt x="3350" y="1087"/>
                    <a:pt x="3502" y="870"/>
                  </a:cubicBezTo>
                  <a:lnTo>
                    <a:pt x="4172" y="1254"/>
                  </a:lnTo>
                  <a:cubicBezTo>
                    <a:pt x="4308" y="1332"/>
                    <a:pt x="4457" y="1369"/>
                    <a:pt x="4605" y="1369"/>
                  </a:cubicBezTo>
                  <a:cubicBezTo>
                    <a:pt x="4848" y="1369"/>
                    <a:pt x="5088" y="1268"/>
                    <a:pt x="5259" y="1076"/>
                  </a:cubicBezTo>
                  <a:lnTo>
                    <a:pt x="6269" y="1757"/>
                  </a:lnTo>
                  <a:cubicBezTo>
                    <a:pt x="6276" y="1721"/>
                    <a:pt x="6291" y="1685"/>
                    <a:pt x="6305" y="1652"/>
                  </a:cubicBezTo>
                  <a:cubicBezTo>
                    <a:pt x="6197" y="1569"/>
                    <a:pt x="6132" y="1442"/>
                    <a:pt x="6132" y="1308"/>
                  </a:cubicBezTo>
                  <a:lnTo>
                    <a:pt x="6132" y="870"/>
                  </a:lnTo>
                  <a:lnTo>
                    <a:pt x="4824" y="1"/>
                  </a:lnTo>
                  <a:lnTo>
                    <a:pt x="4824" y="497"/>
                  </a:lnTo>
                  <a:cubicBezTo>
                    <a:pt x="4824" y="519"/>
                    <a:pt x="4821" y="537"/>
                    <a:pt x="4817" y="558"/>
                  </a:cubicBezTo>
                  <a:cubicBezTo>
                    <a:pt x="4792" y="649"/>
                    <a:pt x="4708" y="714"/>
                    <a:pt x="4610" y="714"/>
                  </a:cubicBezTo>
                  <a:cubicBezTo>
                    <a:pt x="4605" y="715"/>
                    <a:pt x="4600" y="715"/>
                    <a:pt x="4595" y="715"/>
                  </a:cubicBezTo>
                  <a:cubicBezTo>
                    <a:pt x="4561" y="715"/>
                    <a:pt x="4527" y="704"/>
                    <a:pt x="4498" y="685"/>
                  </a:cubicBezTo>
                  <a:lnTo>
                    <a:pt x="3299" y="1"/>
                  </a:lnTo>
                  <a:lnTo>
                    <a:pt x="2963" y="504"/>
                  </a:lnTo>
                  <a:cubicBezTo>
                    <a:pt x="2921" y="566"/>
                    <a:pt x="2852" y="601"/>
                    <a:pt x="2780" y="601"/>
                  </a:cubicBezTo>
                  <a:cubicBezTo>
                    <a:pt x="2752" y="601"/>
                    <a:pt x="2722" y="595"/>
                    <a:pt x="2695" y="584"/>
                  </a:cubicBezTo>
                  <a:lnTo>
                    <a:pt x="133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2"/>
            <p:cNvSpPr/>
            <p:nvPr/>
          </p:nvSpPr>
          <p:spPr>
            <a:xfrm>
              <a:off x="8136470" y="1743776"/>
              <a:ext cx="62293" cy="57547"/>
            </a:xfrm>
            <a:custGeom>
              <a:rect b="b" l="l" r="r" t="t"/>
              <a:pathLst>
                <a:path extrusionOk="0" h="2195" w="2376">
                  <a:moveTo>
                    <a:pt x="510" y="0"/>
                  </a:moveTo>
                  <a:cubicBezTo>
                    <a:pt x="430" y="0"/>
                    <a:pt x="353" y="45"/>
                    <a:pt x="315" y="122"/>
                  </a:cubicBezTo>
                  <a:lnTo>
                    <a:pt x="33" y="684"/>
                  </a:lnTo>
                  <a:cubicBezTo>
                    <a:pt x="0" y="749"/>
                    <a:pt x="0" y="829"/>
                    <a:pt x="36" y="890"/>
                  </a:cubicBezTo>
                  <a:lnTo>
                    <a:pt x="721" y="2085"/>
                  </a:lnTo>
                  <a:cubicBezTo>
                    <a:pt x="762" y="2157"/>
                    <a:pt x="836" y="2195"/>
                    <a:pt x="910" y="2195"/>
                  </a:cubicBezTo>
                  <a:cubicBezTo>
                    <a:pt x="960" y="2195"/>
                    <a:pt x="1010" y="2178"/>
                    <a:pt x="1050" y="2143"/>
                  </a:cubicBezTo>
                  <a:lnTo>
                    <a:pt x="2376" y="1006"/>
                  </a:lnTo>
                  <a:lnTo>
                    <a:pt x="616" y="28"/>
                  </a:lnTo>
                  <a:cubicBezTo>
                    <a:pt x="582" y="9"/>
                    <a:pt x="546" y="0"/>
                    <a:pt x="51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2"/>
            <p:cNvSpPr/>
            <p:nvPr/>
          </p:nvSpPr>
          <p:spPr>
            <a:xfrm>
              <a:off x="8198763" y="1743776"/>
              <a:ext cx="62398" cy="57547"/>
            </a:xfrm>
            <a:custGeom>
              <a:rect b="b" l="l" r="r" t="t"/>
              <a:pathLst>
                <a:path extrusionOk="0" h="2195" w="2380">
                  <a:moveTo>
                    <a:pt x="1870" y="0"/>
                  </a:moveTo>
                  <a:cubicBezTo>
                    <a:pt x="1834" y="0"/>
                    <a:pt x="1797" y="9"/>
                    <a:pt x="1764" y="28"/>
                  </a:cubicBezTo>
                  <a:lnTo>
                    <a:pt x="0" y="1006"/>
                  </a:lnTo>
                  <a:lnTo>
                    <a:pt x="1326" y="2143"/>
                  </a:lnTo>
                  <a:cubicBezTo>
                    <a:pt x="1368" y="2178"/>
                    <a:pt x="1418" y="2195"/>
                    <a:pt x="1468" y="2195"/>
                  </a:cubicBezTo>
                  <a:cubicBezTo>
                    <a:pt x="1544" y="2195"/>
                    <a:pt x="1617" y="2157"/>
                    <a:pt x="1659" y="2085"/>
                  </a:cubicBezTo>
                  <a:lnTo>
                    <a:pt x="2340" y="890"/>
                  </a:lnTo>
                  <a:cubicBezTo>
                    <a:pt x="2376" y="829"/>
                    <a:pt x="2379" y="749"/>
                    <a:pt x="2347" y="684"/>
                  </a:cubicBezTo>
                  <a:lnTo>
                    <a:pt x="2064" y="122"/>
                  </a:lnTo>
                  <a:cubicBezTo>
                    <a:pt x="2027" y="45"/>
                    <a:pt x="1950" y="0"/>
                    <a:pt x="187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2"/>
            <p:cNvSpPr/>
            <p:nvPr/>
          </p:nvSpPr>
          <p:spPr>
            <a:xfrm>
              <a:off x="8159253" y="1639115"/>
              <a:ext cx="10644" cy="16360"/>
            </a:xfrm>
            <a:custGeom>
              <a:rect b="b" l="l" r="r" t="t"/>
              <a:pathLst>
                <a:path extrusionOk="0" h="624" w="406">
                  <a:moveTo>
                    <a:pt x="203" y="0"/>
                  </a:moveTo>
                  <a:cubicBezTo>
                    <a:pt x="91" y="0"/>
                    <a:pt x="0" y="91"/>
                    <a:pt x="0" y="203"/>
                  </a:cubicBezTo>
                  <a:lnTo>
                    <a:pt x="0" y="420"/>
                  </a:lnTo>
                  <a:cubicBezTo>
                    <a:pt x="0" y="556"/>
                    <a:pt x="102" y="624"/>
                    <a:pt x="203" y="624"/>
                  </a:cubicBezTo>
                  <a:cubicBezTo>
                    <a:pt x="305" y="624"/>
                    <a:pt x="406" y="556"/>
                    <a:pt x="406" y="420"/>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2"/>
            <p:cNvSpPr/>
            <p:nvPr/>
          </p:nvSpPr>
          <p:spPr>
            <a:xfrm>
              <a:off x="8227812" y="1639089"/>
              <a:ext cx="10644" cy="16465"/>
            </a:xfrm>
            <a:custGeom>
              <a:rect b="b" l="l" r="r" t="t"/>
              <a:pathLst>
                <a:path extrusionOk="0" h="628" w="406">
                  <a:moveTo>
                    <a:pt x="203" y="0"/>
                  </a:moveTo>
                  <a:cubicBezTo>
                    <a:pt x="102" y="0"/>
                    <a:pt x="0" y="68"/>
                    <a:pt x="0" y="204"/>
                  </a:cubicBezTo>
                  <a:lnTo>
                    <a:pt x="0" y="425"/>
                  </a:lnTo>
                  <a:cubicBezTo>
                    <a:pt x="0" y="537"/>
                    <a:pt x="91" y="628"/>
                    <a:pt x="203" y="628"/>
                  </a:cubicBezTo>
                  <a:cubicBezTo>
                    <a:pt x="315" y="628"/>
                    <a:pt x="406" y="537"/>
                    <a:pt x="406" y="425"/>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2"/>
            <p:cNvSpPr/>
            <p:nvPr/>
          </p:nvSpPr>
          <p:spPr>
            <a:xfrm>
              <a:off x="8174014" y="1679045"/>
              <a:ext cx="49604" cy="16491"/>
            </a:xfrm>
            <a:custGeom>
              <a:rect b="b" l="l" r="r" t="t"/>
              <a:pathLst>
                <a:path extrusionOk="0" h="629" w="1892">
                  <a:moveTo>
                    <a:pt x="294" y="0"/>
                  </a:moveTo>
                  <a:cubicBezTo>
                    <a:pt x="135" y="0"/>
                    <a:pt x="1" y="206"/>
                    <a:pt x="151" y="353"/>
                  </a:cubicBezTo>
                  <a:cubicBezTo>
                    <a:pt x="325" y="527"/>
                    <a:pt x="625" y="628"/>
                    <a:pt x="948" y="628"/>
                  </a:cubicBezTo>
                  <a:cubicBezTo>
                    <a:pt x="1270" y="628"/>
                    <a:pt x="1571" y="523"/>
                    <a:pt x="1744" y="353"/>
                  </a:cubicBezTo>
                  <a:cubicBezTo>
                    <a:pt x="1892" y="206"/>
                    <a:pt x="1757" y="0"/>
                    <a:pt x="1600" y="0"/>
                  </a:cubicBezTo>
                  <a:cubicBezTo>
                    <a:pt x="1552" y="0"/>
                    <a:pt x="1503" y="19"/>
                    <a:pt x="1458" y="63"/>
                  </a:cubicBezTo>
                  <a:cubicBezTo>
                    <a:pt x="1382" y="136"/>
                    <a:pt x="1205" y="223"/>
                    <a:pt x="948" y="223"/>
                  </a:cubicBezTo>
                  <a:cubicBezTo>
                    <a:pt x="690" y="223"/>
                    <a:pt x="509" y="136"/>
                    <a:pt x="437" y="63"/>
                  </a:cubicBezTo>
                  <a:cubicBezTo>
                    <a:pt x="392" y="19"/>
                    <a:pt x="342"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2"/>
            <p:cNvSpPr/>
            <p:nvPr/>
          </p:nvSpPr>
          <p:spPr>
            <a:xfrm>
              <a:off x="8056219" y="1513350"/>
              <a:ext cx="285168" cy="365026"/>
            </a:xfrm>
            <a:custGeom>
              <a:rect b="b" l="l" r="r" t="t"/>
              <a:pathLst>
                <a:path extrusionOk="0" h="13923" w="10877">
                  <a:moveTo>
                    <a:pt x="6672" y="422"/>
                  </a:moveTo>
                  <a:lnTo>
                    <a:pt x="7255" y="1002"/>
                  </a:lnTo>
                  <a:cubicBezTo>
                    <a:pt x="7291" y="1041"/>
                    <a:pt x="7346" y="1063"/>
                    <a:pt x="7400" y="1063"/>
                  </a:cubicBezTo>
                  <a:lnTo>
                    <a:pt x="8407" y="1063"/>
                  </a:lnTo>
                  <a:lnTo>
                    <a:pt x="8081" y="1874"/>
                  </a:lnTo>
                  <a:cubicBezTo>
                    <a:pt x="8027" y="2008"/>
                    <a:pt x="8128" y="2153"/>
                    <a:pt x="8269" y="2153"/>
                  </a:cubicBezTo>
                  <a:lnTo>
                    <a:pt x="9077" y="2153"/>
                  </a:lnTo>
                  <a:lnTo>
                    <a:pt x="8733" y="3193"/>
                  </a:lnTo>
                  <a:cubicBezTo>
                    <a:pt x="8707" y="3269"/>
                    <a:pt x="8726" y="3348"/>
                    <a:pt x="8780" y="3403"/>
                  </a:cubicBezTo>
                  <a:lnTo>
                    <a:pt x="9120" y="3743"/>
                  </a:lnTo>
                  <a:lnTo>
                    <a:pt x="8776" y="4605"/>
                  </a:lnTo>
                  <a:cubicBezTo>
                    <a:pt x="8718" y="4591"/>
                    <a:pt x="8660" y="4583"/>
                    <a:pt x="8599" y="4583"/>
                  </a:cubicBezTo>
                  <a:lnTo>
                    <a:pt x="8276" y="4583"/>
                  </a:lnTo>
                  <a:cubicBezTo>
                    <a:pt x="8146" y="4583"/>
                    <a:pt x="8041" y="4478"/>
                    <a:pt x="8045" y="4348"/>
                  </a:cubicBezTo>
                  <a:lnTo>
                    <a:pt x="8045" y="3913"/>
                  </a:lnTo>
                  <a:cubicBezTo>
                    <a:pt x="8041" y="3845"/>
                    <a:pt x="8008" y="3783"/>
                    <a:pt x="7954" y="3743"/>
                  </a:cubicBezTo>
                  <a:lnTo>
                    <a:pt x="6643" y="2870"/>
                  </a:lnTo>
                  <a:cubicBezTo>
                    <a:pt x="6608" y="2847"/>
                    <a:pt x="6569" y="2836"/>
                    <a:pt x="6532" y="2836"/>
                  </a:cubicBezTo>
                  <a:cubicBezTo>
                    <a:pt x="6426" y="2836"/>
                    <a:pt x="6328" y="2921"/>
                    <a:pt x="6328" y="3041"/>
                  </a:cubicBezTo>
                  <a:lnTo>
                    <a:pt x="6328" y="3562"/>
                  </a:lnTo>
                  <a:lnTo>
                    <a:pt x="5104" y="2863"/>
                  </a:lnTo>
                  <a:cubicBezTo>
                    <a:pt x="5073" y="2846"/>
                    <a:pt x="5039" y="2837"/>
                    <a:pt x="5004" y="2837"/>
                  </a:cubicBezTo>
                  <a:cubicBezTo>
                    <a:pt x="4938" y="2837"/>
                    <a:pt x="4873" y="2869"/>
                    <a:pt x="4832" y="2928"/>
                  </a:cubicBezTo>
                  <a:lnTo>
                    <a:pt x="4495" y="3435"/>
                  </a:lnTo>
                  <a:lnTo>
                    <a:pt x="3999" y="3207"/>
                  </a:lnTo>
                  <a:cubicBezTo>
                    <a:pt x="3966" y="3192"/>
                    <a:pt x="3935" y="3185"/>
                    <a:pt x="3906" y="3185"/>
                  </a:cubicBezTo>
                  <a:cubicBezTo>
                    <a:pt x="3715" y="3185"/>
                    <a:pt x="3615" y="3476"/>
                    <a:pt x="3829" y="3577"/>
                  </a:cubicBezTo>
                  <a:lnTo>
                    <a:pt x="4481" y="3881"/>
                  </a:lnTo>
                  <a:cubicBezTo>
                    <a:pt x="4508" y="3894"/>
                    <a:pt x="4537" y="3900"/>
                    <a:pt x="4566" y="3900"/>
                  </a:cubicBezTo>
                  <a:cubicBezTo>
                    <a:pt x="4632" y="3900"/>
                    <a:pt x="4697" y="3867"/>
                    <a:pt x="4738" y="3808"/>
                  </a:cubicBezTo>
                  <a:lnTo>
                    <a:pt x="5068" y="3312"/>
                  </a:lnTo>
                  <a:lnTo>
                    <a:pt x="6429" y="4091"/>
                  </a:lnTo>
                  <a:cubicBezTo>
                    <a:pt x="6462" y="4110"/>
                    <a:pt x="6496" y="4119"/>
                    <a:pt x="6529" y="4119"/>
                  </a:cubicBezTo>
                  <a:cubicBezTo>
                    <a:pt x="6635" y="4119"/>
                    <a:pt x="6734" y="4032"/>
                    <a:pt x="6734" y="3913"/>
                  </a:cubicBezTo>
                  <a:lnTo>
                    <a:pt x="6734" y="3421"/>
                  </a:lnTo>
                  <a:lnTo>
                    <a:pt x="7632" y="4022"/>
                  </a:lnTo>
                  <a:lnTo>
                    <a:pt x="7632" y="4348"/>
                  </a:lnTo>
                  <a:cubicBezTo>
                    <a:pt x="7635" y="4699"/>
                    <a:pt x="7922" y="4985"/>
                    <a:pt x="8276" y="4985"/>
                  </a:cubicBezTo>
                  <a:lnTo>
                    <a:pt x="8602" y="4985"/>
                  </a:lnTo>
                  <a:cubicBezTo>
                    <a:pt x="8805" y="4985"/>
                    <a:pt x="8961" y="5163"/>
                    <a:pt x="8939" y="5362"/>
                  </a:cubicBezTo>
                  <a:cubicBezTo>
                    <a:pt x="8925" y="5536"/>
                    <a:pt x="8758" y="5670"/>
                    <a:pt x="8570" y="5670"/>
                  </a:cubicBezTo>
                  <a:lnTo>
                    <a:pt x="8479" y="5670"/>
                  </a:lnTo>
                  <a:lnTo>
                    <a:pt x="8479" y="5655"/>
                  </a:lnTo>
                  <a:cubicBezTo>
                    <a:pt x="8479" y="5543"/>
                    <a:pt x="8389" y="5453"/>
                    <a:pt x="8276" y="5453"/>
                  </a:cubicBezTo>
                  <a:cubicBezTo>
                    <a:pt x="8164" y="5453"/>
                    <a:pt x="8074" y="5543"/>
                    <a:pt x="8074" y="5655"/>
                  </a:cubicBezTo>
                  <a:cubicBezTo>
                    <a:pt x="8074" y="7108"/>
                    <a:pt x="6897" y="8285"/>
                    <a:pt x="5444" y="8285"/>
                  </a:cubicBezTo>
                  <a:cubicBezTo>
                    <a:pt x="3992" y="8285"/>
                    <a:pt x="2815" y="7108"/>
                    <a:pt x="2815" y="5655"/>
                  </a:cubicBezTo>
                  <a:lnTo>
                    <a:pt x="2811" y="5655"/>
                  </a:lnTo>
                  <a:cubicBezTo>
                    <a:pt x="2811" y="5520"/>
                    <a:pt x="2709" y="5452"/>
                    <a:pt x="2607" y="5452"/>
                  </a:cubicBezTo>
                  <a:cubicBezTo>
                    <a:pt x="2504" y="5452"/>
                    <a:pt x="2402" y="5520"/>
                    <a:pt x="2402" y="5655"/>
                  </a:cubicBezTo>
                  <a:lnTo>
                    <a:pt x="2402" y="5670"/>
                  </a:lnTo>
                  <a:lnTo>
                    <a:pt x="2279" y="5670"/>
                  </a:lnTo>
                  <a:cubicBezTo>
                    <a:pt x="2080" y="5670"/>
                    <a:pt x="1920" y="5493"/>
                    <a:pt x="1942" y="5293"/>
                  </a:cubicBezTo>
                  <a:cubicBezTo>
                    <a:pt x="1960" y="5119"/>
                    <a:pt x="2123" y="4985"/>
                    <a:pt x="2311" y="4985"/>
                  </a:cubicBezTo>
                  <a:lnTo>
                    <a:pt x="2608" y="4985"/>
                  </a:lnTo>
                  <a:cubicBezTo>
                    <a:pt x="2960" y="4985"/>
                    <a:pt x="3246" y="4699"/>
                    <a:pt x="3246" y="4348"/>
                  </a:cubicBezTo>
                  <a:lnTo>
                    <a:pt x="3246" y="3041"/>
                  </a:lnTo>
                  <a:cubicBezTo>
                    <a:pt x="3246" y="2928"/>
                    <a:pt x="3155" y="2838"/>
                    <a:pt x="3043" y="2838"/>
                  </a:cubicBezTo>
                  <a:cubicBezTo>
                    <a:pt x="2931" y="2838"/>
                    <a:pt x="2840" y="2928"/>
                    <a:pt x="2840" y="3041"/>
                  </a:cubicBezTo>
                  <a:lnTo>
                    <a:pt x="2840" y="4348"/>
                  </a:lnTo>
                  <a:cubicBezTo>
                    <a:pt x="2840" y="4475"/>
                    <a:pt x="2735" y="4580"/>
                    <a:pt x="2608" y="4580"/>
                  </a:cubicBezTo>
                  <a:lnTo>
                    <a:pt x="2311" y="4580"/>
                  </a:lnTo>
                  <a:cubicBezTo>
                    <a:pt x="2239" y="4580"/>
                    <a:pt x="2170" y="4591"/>
                    <a:pt x="2101" y="4609"/>
                  </a:cubicBezTo>
                  <a:lnTo>
                    <a:pt x="1757" y="3743"/>
                  </a:lnTo>
                  <a:lnTo>
                    <a:pt x="2098" y="3403"/>
                  </a:lnTo>
                  <a:cubicBezTo>
                    <a:pt x="2152" y="3348"/>
                    <a:pt x="2170" y="3265"/>
                    <a:pt x="2145" y="3193"/>
                  </a:cubicBezTo>
                  <a:lnTo>
                    <a:pt x="1801" y="2153"/>
                  </a:lnTo>
                  <a:lnTo>
                    <a:pt x="2388" y="2153"/>
                  </a:lnTo>
                  <a:cubicBezTo>
                    <a:pt x="2500" y="2153"/>
                    <a:pt x="2590" y="2059"/>
                    <a:pt x="2590" y="1947"/>
                  </a:cubicBezTo>
                  <a:lnTo>
                    <a:pt x="2590" y="1063"/>
                  </a:lnTo>
                  <a:lnTo>
                    <a:pt x="3478" y="1063"/>
                  </a:lnTo>
                  <a:cubicBezTo>
                    <a:pt x="3521" y="1063"/>
                    <a:pt x="3565" y="1049"/>
                    <a:pt x="3597" y="1023"/>
                  </a:cubicBezTo>
                  <a:lnTo>
                    <a:pt x="4394" y="426"/>
                  </a:lnTo>
                  <a:lnTo>
                    <a:pt x="5169" y="621"/>
                  </a:lnTo>
                  <a:cubicBezTo>
                    <a:pt x="5184" y="626"/>
                    <a:pt x="5200" y="627"/>
                    <a:pt x="5216" y="627"/>
                  </a:cubicBezTo>
                  <a:cubicBezTo>
                    <a:pt x="5227" y="627"/>
                    <a:pt x="5238" y="626"/>
                    <a:pt x="5249" y="625"/>
                  </a:cubicBezTo>
                  <a:lnTo>
                    <a:pt x="6672" y="422"/>
                  </a:lnTo>
                  <a:close/>
                  <a:moveTo>
                    <a:pt x="3570" y="8992"/>
                  </a:moveTo>
                  <a:cubicBezTo>
                    <a:pt x="3572" y="8992"/>
                    <a:pt x="3574" y="8993"/>
                    <a:pt x="3575" y="8995"/>
                  </a:cubicBezTo>
                  <a:lnTo>
                    <a:pt x="5082" y="9831"/>
                  </a:lnTo>
                  <a:lnTo>
                    <a:pt x="3981" y="10777"/>
                  </a:lnTo>
                  <a:cubicBezTo>
                    <a:pt x="3977" y="10780"/>
                    <a:pt x="3974" y="10780"/>
                    <a:pt x="3970" y="10780"/>
                  </a:cubicBezTo>
                  <a:cubicBezTo>
                    <a:pt x="3963" y="10780"/>
                    <a:pt x="3959" y="10777"/>
                    <a:pt x="3959" y="10773"/>
                  </a:cubicBezTo>
                  <a:lnTo>
                    <a:pt x="3271" y="9571"/>
                  </a:lnTo>
                  <a:lnTo>
                    <a:pt x="3557" y="9002"/>
                  </a:lnTo>
                  <a:cubicBezTo>
                    <a:pt x="3557" y="8998"/>
                    <a:pt x="3561" y="8995"/>
                    <a:pt x="3565" y="8995"/>
                  </a:cubicBezTo>
                  <a:cubicBezTo>
                    <a:pt x="3566" y="8993"/>
                    <a:pt x="3568" y="8992"/>
                    <a:pt x="3570" y="8992"/>
                  </a:cubicBezTo>
                  <a:close/>
                  <a:moveTo>
                    <a:pt x="6759" y="8390"/>
                  </a:moveTo>
                  <a:lnTo>
                    <a:pt x="6759" y="8832"/>
                  </a:lnTo>
                  <a:lnTo>
                    <a:pt x="6516" y="8966"/>
                  </a:lnTo>
                  <a:cubicBezTo>
                    <a:pt x="6317" y="9076"/>
                    <a:pt x="6427" y="9350"/>
                    <a:pt x="6610" y="9350"/>
                  </a:cubicBezTo>
                  <a:cubicBezTo>
                    <a:pt x="6643" y="9350"/>
                    <a:pt x="6679" y="9341"/>
                    <a:pt x="6715" y="9321"/>
                  </a:cubicBezTo>
                  <a:lnTo>
                    <a:pt x="7299" y="8998"/>
                  </a:lnTo>
                  <a:cubicBezTo>
                    <a:pt x="7302" y="8997"/>
                    <a:pt x="7305" y="8996"/>
                    <a:pt x="7309" y="8996"/>
                  </a:cubicBezTo>
                  <a:cubicBezTo>
                    <a:pt x="7314" y="8996"/>
                    <a:pt x="7318" y="8998"/>
                    <a:pt x="7320" y="9002"/>
                  </a:cubicBezTo>
                  <a:lnTo>
                    <a:pt x="7606" y="9574"/>
                  </a:lnTo>
                  <a:lnTo>
                    <a:pt x="6918" y="10773"/>
                  </a:lnTo>
                  <a:cubicBezTo>
                    <a:pt x="6915" y="10777"/>
                    <a:pt x="6911" y="10780"/>
                    <a:pt x="6907" y="10780"/>
                  </a:cubicBezTo>
                  <a:cubicBezTo>
                    <a:pt x="6904" y="10780"/>
                    <a:pt x="6897" y="10780"/>
                    <a:pt x="6897" y="10777"/>
                  </a:cubicBezTo>
                  <a:lnTo>
                    <a:pt x="5792" y="9831"/>
                  </a:lnTo>
                  <a:lnTo>
                    <a:pt x="5973" y="9734"/>
                  </a:lnTo>
                  <a:cubicBezTo>
                    <a:pt x="6176" y="9620"/>
                    <a:pt x="6063" y="9347"/>
                    <a:pt x="5878" y="9347"/>
                  </a:cubicBezTo>
                  <a:cubicBezTo>
                    <a:pt x="5845" y="9347"/>
                    <a:pt x="5810" y="9355"/>
                    <a:pt x="5774" y="9375"/>
                  </a:cubicBezTo>
                  <a:lnTo>
                    <a:pt x="5437" y="9563"/>
                  </a:lnTo>
                  <a:lnTo>
                    <a:pt x="4115" y="8832"/>
                  </a:lnTo>
                  <a:lnTo>
                    <a:pt x="4115" y="8390"/>
                  </a:lnTo>
                  <a:cubicBezTo>
                    <a:pt x="4533" y="8591"/>
                    <a:pt x="4986" y="8691"/>
                    <a:pt x="5438" y="8691"/>
                  </a:cubicBezTo>
                  <a:cubicBezTo>
                    <a:pt x="5891" y="8691"/>
                    <a:pt x="6342" y="8591"/>
                    <a:pt x="6759" y="8390"/>
                  </a:cubicBezTo>
                  <a:close/>
                  <a:moveTo>
                    <a:pt x="5437" y="10063"/>
                  </a:moveTo>
                  <a:lnTo>
                    <a:pt x="5669" y="10262"/>
                  </a:lnTo>
                  <a:lnTo>
                    <a:pt x="5669" y="11975"/>
                  </a:lnTo>
                  <a:cubicBezTo>
                    <a:pt x="5669" y="11983"/>
                    <a:pt x="5665" y="11990"/>
                    <a:pt x="5658" y="11990"/>
                  </a:cubicBezTo>
                  <a:lnTo>
                    <a:pt x="5220" y="11990"/>
                  </a:lnTo>
                  <a:cubicBezTo>
                    <a:pt x="5212" y="11990"/>
                    <a:pt x="5205" y="11983"/>
                    <a:pt x="5205" y="11975"/>
                  </a:cubicBezTo>
                  <a:lnTo>
                    <a:pt x="5205" y="10262"/>
                  </a:lnTo>
                  <a:lnTo>
                    <a:pt x="5437" y="10063"/>
                  </a:lnTo>
                  <a:close/>
                  <a:moveTo>
                    <a:pt x="566" y="10871"/>
                  </a:moveTo>
                  <a:lnTo>
                    <a:pt x="1732" y="11870"/>
                  </a:lnTo>
                  <a:cubicBezTo>
                    <a:pt x="1880" y="11997"/>
                    <a:pt x="1964" y="12182"/>
                    <a:pt x="1964" y="12377"/>
                  </a:cubicBezTo>
                  <a:lnTo>
                    <a:pt x="1964" y="12595"/>
                  </a:lnTo>
                  <a:lnTo>
                    <a:pt x="410" y="12247"/>
                  </a:lnTo>
                  <a:lnTo>
                    <a:pt x="410" y="11429"/>
                  </a:lnTo>
                  <a:cubicBezTo>
                    <a:pt x="410" y="11233"/>
                    <a:pt x="464" y="11037"/>
                    <a:pt x="566" y="10871"/>
                  </a:cubicBezTo>
                  <a:close/>
                  <a:moveTo>
                    <a:pt x="4352" y="0"/>
                  </a:moveTo>
                  <a:cubicBezTo>
                    <a:pt x="4307" y="0"/>
                    <a:pt x="4262" y="15"/>
                    <a:pt x="4227" y="42"/>
                  </a:cubicBezTo>
                  <a:lnTo>
                    <a:pt x="3409" y="654"/>
                  </a:lnTo>
                  <a:lnTo>
                    <a:pt x="2388" y="654"/>
                  </a:lnTo>
                  <a:cubicBezTo>
                    <a:pt x="2275" y="654"/>
                    <a:pt x="2185" y="744"/>
                    <a:pt x="2185" y="857"/>
                  </a:cubicBezTo>
                  <a:lnTo>
                    <a:pt x="2185" y="1748"/>
                  </a:lnTo>
                  <a:lnTo>
                    <a:pt x="1515" y="1748"/>
                  </a:lnTo>
                  <a:cubicBezTo>
                    <a:pt x="1513" y="1748"/>
                    <a:pt x="1511" y="1748"/>
                    <a:pt x="1509" y="1748"/>
                  </a:cubicBezTo>
                  <a:cubicBezTo>
                    <a:pt x="1375" y="1748"/>
                    <a:pt x="1280" y="1883"/>
                    <a:pt x="1323" y="2016"/>
                  </a:cubicBezTo>
                  <a:lnTo>
                    <a:pt x="1717" y="3204"/>
                  </a:lnTo>
                  <a:lnTo>
                    <a:pt x="1370" y="3548"/>
                  </a:lnTo>
                  <a:cubicBezTo>
                    <a:pt x="1312" y="3606"/>
                    <a:pt x="1297" y="3693"/>
                    <a:pt x="1326" y="3769"/>
                  </a:cubicBezTo>
                  <a:lnTo>
                    <a:pt x="1743" y="4815"/>
                  </a:lnTo>
                  <a:cubicBezTo>
                    <a:pt x="1627" y="4931"/>
                    <a:pt x="1555" y="5087"/>
                    <a:pt x="1536" y="5250"/>
                  </a:cubicBezTo>
                  <a:cubicBezTo>
                    <a:pt x="1489" y="5692"/>
                    <a:pt x="1837" y="6076"/>
                    <a:pt x="2279" y="6076"/>
                  </a:cubicBezTo>
                  <a:lnTo>
                    <a:pt x="2431" y="6076"/>
                  </a:lnTo>
                  <a:cubicBezTo>
                    <a:pt x="2550" y="6916"/>
                    <a:pt x="3014" y="7669"/>
                    <a:pt x="3709" y="8151"/>
                  </a:cubicBezTo>
                  <a:lnTo>
                    <a:pt x="3709" y="8611"/>
                  </a:lnTo>
                  <a:cubicBezTo>
                    <a:pt x="3664" y="8595"/>
                    <a:pt x="3617" y="8588"/>
                    <a:pt x="3571" y="8588"/>
                  </a:cubicBezTo>
                  <a:cubicBezTo>
                    <a:pt x="3413" y="8588"/>
                    <a:pt x="3264" y="8675"/>
                    <a:pt x="3192" y="8821"/>
                  </a:cubicBezTo>
                  <a:lnTo>
                    <a:pt x="2876" y="9455"/>
                  </a:lnTo>
                  <a:lnTo>
                    <a:pt x="1087" y="9980"/>
                  </a:lnTo>
                  <a:cubicBezTo>
                    <a:pt x="446" y="10172"/>
                    <a:pt x="4" y="10758"/>
                    <a:pt x="1" y="11429"/>
                  </a:cubicBezTo>
                  <a:lnTo>
                    <a:pt x="1" y="13721"/>
                  </a:lnTo>
                  <a:cubicBezTo>
                    <a:pt x="1" y="13855"/>
                    <a:pt x="103" y="13922"/>
                    <a:pt x="205" y="13922"/>
                  </a:cubicBezTo>
                  <a:cubicBezTo>
                    <a:pt x="308" y="13922"/>
                    <a:pt x="410" y="13855"/>
                    <a:pt x="410" y="13721"/>
                  </a:cubicBezTo>
                  <a:lnTo>
                    <a:pt x="410" y="12667"/>
                  </a:lnTo>
                  <a:lnTo>
                    <a:pt x="1964" y="13011"/>
                  </a:lnTo>
                  <a:lnTo>
                    <a:pt x="1964" y="13721"/>
                  </a:lnTo>
                  <a:cubicBezTo>
                    <a:pt x="1964" y="13855"/>
                    <a:pt x="2065" y="13922"/>
                    <a:pt x="2167" y="13922"/>
                  </a:cubicBezTo>
                  <a:cubicBezTo>
                    <a:pt x="2268" y="13922"/>
                    <a:pt x="2369" y="13855"/>
                    <a:pt x="2369" y="13721"/>
                  </a:cubicBezTo>
                  <a:lnTo>
                    <a:pt x="2369" y="12377"/>
                  </a:lnTo>
                  <a:cubicBezTo>
                    <a:pt x="2369" y="12062"/>
                    <a:pt x="2232" y="11765"/>
                    <a:pt x="1996" y="11563"/>
                  </a:cubicBezTo>
                  <a:lnTo>
                    <a:pt x="830" y="10567"/>
                  </a:lnTo>
                  <a:cubicBezTo>
                    <a:pt x="942" y="10480"/>
                    <a:pt x="1066" y="10414"/>
                    <a:pt x="1203" y="10375"/>
                  </a:cubicBezTo>
                  <a:lnTo>
                    <a:pt x="2960" y="9857"/>
                  </a:lnTo>
                  <a:lnTo>
                    <a:pt x="3601" y="10979"/>
                  </a:lnTo>
                  <a:cubicBezTo>
                    <a:pt x="3666" y="11088"/>
                    <a:pt x="3771" y="11164"/>
                    <a:pt x="3898" y="11186"/>
                  </a:cubicBezTo>
                  <a:cubicBezTo>
                    <a:pt x="3920" y="11189"/>
                    <a:pt x="3945" y="11193"/>
                    <a:pt x="3970" y="11193"/>
                  </a:cubicBezTo>
                  <a:cubicBezTo>
                    <a:pt x="4068" y="11193"/>
                    <a:pt x="4166" y="11157"/>
                    <a:pt x="4242" y="11092"/>
                  </a:cubicBezTo>
                  <a:lnTo>
                    <a:pt x="4796" y="10617"/>
                  </a:lnTo>
                  <a:lnTo>
                    <a:pt x="4796" y="11979"/>
                  </a:lnTo>
                  <a:cubicBezTo>
                    <a:pt x="4796" y="12211"/>
                    <a:pt x="4984" y="12403"/>
                    <a:pt x="5216" y="12403"/>
                  </a:cubicBezTo>
                  <a:lnTo>
                    <a:pt x="5654" y="12403"/>
                  </a:lnTo>
                  <a:cubicBezTo>
                    <a:pt x="5886" y="12403"/>
                    <a:pt x="6074" y="12211"/>
                    <a:pt x="6074" y="11979"/>
                  </a:cubicBezTo>
                  <a:lnTo>
                    <a:pt x="6074" y="10617"/>
                  </a:lnTo>
                  <a:lnTo>
                    <a:pt x="6629" y="11092"/>
                  </a:lnTo>
                  <a:cubicBezTo>
                    <a:pt x="6705" y="11157"/>
                    <a:pt x="6802" y="11193"/>
                    <a:pt x="6904" y="11193"/>
                  </a:cubicBezTo>
                  <a:cubicBezTo>
                    <a:pt x="6926" y="11193"/>
                    <a:pt x="6951" y="11189"/>
                    <a:pt x="6976" y="11186"/>
                  </a:cubicBezTo>
                  <a:cubicBezTo>
                    <a:pt x="7099" y="11164"/>
                    <a:pt x="7208" y="11088"/>
                    <a:pt x="7270" y="10979"/>
                  </a:cubicBezTo>
                  <a:lnTo>
                    <a:pt x="7914" y="9853"/>
                  </a:lnTo>
                  <a:lnTo>
                    <a:pt x="9674" y="10371"/>
                  </a:lnTo>
                  <a:cubicBezTo>
                    <a:pt x="9808" y="10407"/>
                    <a:pt x="9932" y="10476"/>
                    <a:pt x="10044" y="10563"/>
                  </a:cubicBezTo>
                  <a:lnTo>
                    <a:pt x="8878" y="11559"/>
                  </a:lnTo>
                  <a:cubicBezTo>
                    <a:pt x="8642" y="11762"/>
                    <a:pt x="8505" y="12059"/>
                    <a:pt x="8505" y="12374"/>
                  </a:cubicBezTo>
                  <a:lnTo>
                    <a:pt x="8505" y="13721"/>
                  </a:lnTo>
                  <a:cubicBezTo>
                    <a:pt x="8505" y="13855"/>
                    <a:pt x="8606" y="13922"/>
                    <a:pt x="8707" y="13922"/>
                  </a:cubicBezTo>
                  <a:cubicBezTo>
                    <a:pt x="8809" y="13922"/>
                    <a:pt x="8910" y="13855"/>
                    <a:pt x="8910" y="13721"/>
                  </a:cubicBezTo>
                  <a:lnTo>
                    <a:pt x="8910" y="13011"/>
                  </a:lnTo>
                  <a:lnTo>
                    <a:pt x="9185" y="12950"/>
                  </a:lnTo>
                  <a:cubicBezTo>
                    <a:pt x="9434" y="12892"/>
                    <a:pt x="9374" y="12545"/>
                    <a:pt x="9150" y="12545"/>
                  </a:cubicBezTo>
                  <a:cubicBezTo>
                    <a:pt x="9132" y="12545"/>
                    <a:pt x="9114" y="12547"/>
                    <a:pt x="9095" y="12551"/>
                  </a:cubicBezTo>
                  <a:lnTo>
                    <a:pt x="8910" y="12595"/>
                  </a:lnTo>
                  <a:lnTo>
                    <a:pt x="8910" y="12377"/>
                  </a:lnTo>
                  <a:cubicBezTo>
                    <a:pt x="8907" y="12182"/>
                    <a:pt x="8994" y="11997"/>
                    <a:pt x="9142" y="11870"/>
                  </a:cubicBezTo>
                  <a:lnTo>
                    <a:pt x="10312" y="10867"/>
                  </a:lnTo>
                  <a:cubicBezTo>
                    <a:pt x="10413" y="11037"/>
                    <a:pt x="10464" y="11229"/>
                    <a:pt x="10468" y="11425"/>
                  </a:cubicBezTo>
                  <a:lnTo>
                    <a:pt x="10468" y="12247"/>
                  </a:lnTo>
                  <a:lnTo>
                    <a:pt x="9971" y="12356"/>
                  </a:lnTo>
                  <a:cubicBezTo>
                    <a:pt x="9726" y="12413"/>
                    <a:pt x="9786" y="12760"/>
                    <a:pt x="10008" y="12760"/>
                  </a:cubicBezTo>
                  <a:cubicBezTo>
                    <a:pt x="10025" y="12760"/>
                    <a:pt x="10043" y="12758"/>
                    <a:pt x="10062" y="12754"/>
                  </a:cubicBezTo>
                  <a:lnTo>
                    <a:pt x="10471" y="12664"/>
                  </a:lnTo>
                  <a:lnTo>
                    <a:pt x="10471" y="13721"/>
                  </a:lnTo>
                  <a:cubicBezTo>
                    <a:pt x="10471" y="13855"/>
                    <a:pt x="10573" y="13922"/>
                    <a:pt x="10674" y="13922"/>
                  </a:cubicBezTo>
                  <a:cubicBezTo>
                    <a:pt x="10775" y="13922"/>
                    <a:pt x="10877" y="13855"/>
                    <a:pt x="10877" y="13721"/>
                  </a:cubicBezTo>
                  <a:lnTo>
                    <a:pt x="10877" y="11429"/>
                  </a:lnTo>
                  <a:lnTo>
                    <a:pt x="10873" y="11429"/>
                  </a:lnTo>
                  <a:cubicBezTo>
                    <a:pt x="10870" y="10758"/>
                    <a:pt x="10428" y="10172"/>
                    <a:pt x="9787" y="9980"/>
                  </a:cubicBezTo>
                  <a:lnTo>
                    <a:pt x="8005" y="9451"/>
                  </a:lnTo>
                  <a:lnTo>
                    <a:pt x="7686" y="8817"/>
                  </a:lnTo>
                  <a:cubicBezTo>
                    <a:pt x="7614" y="8673"/>
                    <a:pt x="7467" y="8586"/>
                    <a:pt x="7313" y="8586"/>
                  </a:cubicBezTo>
                  <a:cubicBezTo>
                    <a:pt x="7266" y="8586"/>
                    <a:pt x="7218" y="8594"/>
                    <a:pt x="7172" y="8611"/>
                  </a:cubicBezTo>
                  <a:lnTo>
                    <a:pt x="7172" y="8151"/>
                  </a:lnTo>
                  <a:cubicBezTo>
                    <a:pt x="7867" y="7669"/>
                    <a:pt x="8331" y="6916"/>
                    <a:pt x="8450" y="6076"/>
                  </a:cubicBezTo>
                  <a:lnTo>
                    <a:pt x="8573" y="6076"/>
                  </a:lnTo>
                  <a:cubicBezTo>
                    <a:pt x="8968" y="6076"/>
                    <a:pt x="9312" y="5782"/>
                    <a:pt x="9348" y="5406"/>
                  </a:cubicBezTo>
                  <a:cubicBezTo>
                    <a:pt x="9370" y="5192"/>
                    <a:pt x="9301" y="4982"/>
                    <a:pt x="9160" y="4826"/>
                  </a:cubicBezTo>
                  <a:lnTo>
                    <a:pt x="9138" y="4804"/>
                  </a:lnTo>
                  <a:lnTo>
                    <a:pt x="9551" y="3769"/>
                  </a:lnTo>
                  <a:cubicBezTo>
                    <a:pt x="9584" y="3693"/>
                    <a:pt x="9566" y="3606"/>
                    <a:pt x="9508" y="3548"/>
                  </a:cubicBezTo>
                  <a:lnTo>
                    <a:pt x="9160" y="3204"/>
                  </a:lnTo>
                  <a:lnTo>
                    <a:pt x="9559" y="2012"/>
                  </a:lnTo>
                  <a:cubicBezTo>
                    <a:pt x="9602" y="1882"/>
                    <a:pt x="9504" y="1744"/>
                    <a:pt x="9363" y="1744"/>
                  </a:cubicBezTo>
                  <a:lnTo>
                    <a:pt x="8573" y="1744"/>
                  </a:lnTo>
                  <a:lnTo>
                    <a:pt x="8899" y="936"/>
                  </a:lnTo>
                  <a:cubicBezTo>
                    <a:pt x="8954" y="802"/>
                    <a:pt x="8852" y="654"/>
                    <a:pt x="8711" y="654"/>
                  </a:cubicBezTo>
                  <a:lnTo>
                    <a:pt x="7487" y="654"/>
                  </a:lnTo>
                  <a:lnTo>
                    <a:pt x="6889" y="64"/>
                  </a:lnTo>
                  <a:cubicBezTo>
                    <a:pt x="6851" y="22"/>
                    <a:pt x="6797" y="1"/>
                    <a:pt x="6742" y="1"/>
                  </a:cubicBezTo>
                  <a:cubicBezTo>
                    <a:pt x="6735" y="1"/>
                    <a:pt x="6727" y="1"/>
                    <a:pt x="6719" y="2"/>
                  </a:cubicBezTo>
                  <a:lnTo>
                    <a:pt x="5231" y="216"/>
                  </a:lnTo>
                  <a:lnTo>
                    <a:pt x="4398" y="6"/>
                  </a:lnTo>
                  <a:cubicBezTo>
                    <a:pt x="4383" y="2"/>
                    <a:pt x="4367" y="0"/>
                    <a:pt x="43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1" name="Google Shape;13161;p82"/>
          <p:cNvGrpSpPr/>
          <p:nvPr/>
        </p:nvGrpSpPr>
        <p:grpSpPr>
          <a:xfrm>
            <a:off x="6233054" y="1513402"/>
            <a:ext cx="330839" cy="364974"/>
            <a:chOff x="6233054" y="1513402"/>
            <a:chExt cx="330839" cy="364974"/>
          </a:xfrm>
        </p:grpSpPr>
        <p:sp>
          <p:nvSpPr>
            <p:cNvPr id="13162" name="Google Shape;13162;p82"/>
            <p:cNvSpPr/>
            <p:nvPr/>
          </p:nvSpPr>
          <p:spPr>
            <a:xfrm>
              <a:off x="6261342" y="1707281"/>
              <a:ext cx="274340" cy="165826"/>
            </a:xfrm>
            <a:custGeom>
              <a:rect b="b" l="l" r="r" t="t"/>
              <a:pathLst>
                <a:path extrusionOk="0" h="6325" w="10464">
                  <a:moveTo>
                    <a:pt x="3705" y="1"/>
                  </a:moveTo>
                  <a:lnTo>
                    <a:pt x="3705" y="1036"/>
                  </a:lnTo>
                  <a:cubicBezTo>
                    <a:pt x="3705" y="1326"/>
                    <a:pt x="3514" y="1583"/>
                    <a:pt x="3235" y="1667"/>
                  </a:cubicBezTo>
                  <a:lnTo>
                    <a:pt x="938" y="2340"/>
                  </a:lnTo>
                  <a:cubicBezTo>
                    <a:pt x="381" y="2503"/>
                    <a:pt x="0" y="3014"/>
                    <a:pt x="0" y="3597"/>
                  </a:cubicBezTo>
                  <a:lnTo>
                    <a:pt x="0" y="6324"/>
                  </a:lnTo>
                  <a:lnTo>
                    <a:pt x="10464" y="6324"/>
                  </a:lnTo>
                  <a:lnTo>
                    <a:pt x="10464" y="3597"/>
                  </a:lnTo>
                  <a:cubicBezTo>
                    <a:pt x="10464" y="3014"/>
                    <a:pt x="10080" y="2503"/>
                    <a:pt x="9522" y="2340"/>
                  </a:cubicBezTo>
                  <a:lnTo>
                    <a:pt x="7226" y="1667"/>
                  </a:lnTo>
                  <a:cubicBezTo>
                    <a:pt x="6947" y="1583"/>
                    <a:pt x="6755" y="1326"/>
                    <a:pt x="6755" y="1036"/>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2"/>
            <p:cNvSpPr/>
            <p:nvPr/>
          </p:nvSpPr>
          <p:spPr>
            <a:xfrm>
              <a:off x="6238454" y="1724480"/>
              <a:ext cx="320011" cy="97162"/>
            </a:xfrm>
            <a:custGeom>
              <a:rect b="b" l="l" r="r" t="t"/>
              <a:pathLst>
                <a:path extrusionOk="0" h="3706" w="12206">
                  <a:moveTo>
                    <a:pt x="1308" y="0"/>
                  </a:moveTo>
                  <a:cubicBezTo>
                    <a:pt x="587" y="0"/>
                    <a:pt x="1" y="587"/>
                    <a:pt x="1" y="1308"/>
                  </a:cubicBezTo>
                  <a:lnTo>
                    <a:pt x="1" y="2832"/>
                  </a:lnTo>
                  <a:cubicBezTo>
                    <a:pt x="1" y="3314"/>
                    <a:pt x="392" y="3705"/>
                    <a:pt x="873" y="3705"/>
                  </a:cubicBezTo>
                  <a:lnTo>
                    <a:pt x="11337" y="3705"/>
                  </a:lnTo>
                  <a:cubicBezTo>
                    <a:pt x="11818" y="3705"/>
                    <a:pt x="12206" y="3314"/>
                    <a:pt x="12206" y="2832"/>
                  </a:cubicBezTo>
                  <a:lnTo>
                    <a:pt x="12206" y="1308"/>
                  </a:lnTo>
                  <a:cubicBezTo>
                    <a:pt x="12206" y="583"/>
                    <a:pt x="11619" y="0"/>
                    <a:pt x="10898" y="0"/>
                  </a:cubicBezTo>
                  <a:lnTo>
                    <a:pt x="10826" y="0"/>
                  </a:lnTo>
                  <a:cubicBezTo>
                    <a:pt x="10591" y="0"/>
                    <a:pt x="10359" y="76"/>
                    <a:pt x="10170" y="217"/>
                  </a:cubicBezTo>
                  <a:lnTo>
                    <a:pt x="9881" y="435"/>
                  </a:lnTo>
                  <a:cubicBezTo>
                    <a:pt x="9692" y="576"/>
                    <a:pt x="9464" y="652"/>
                    <a:pt x="9229" y="652"/>
                  </a:cubicBezTo>
                  <a:lnTo>
                    <a:pt x="8856" y="652"/>
                  </a:lnTo>
                  <a:cubicBezTo>
                    <a:pt x="8772" y="652"/>
                    <a:pt x="8696" y="699"/>
                    <a:pt x="8660" y="771"/>
                  </a:cubicBezTo>
                  <a:cubicBezTo>
                    <a:pt x="8454" y="1181"/>
                    <a:pt x="7693" y="2332"/>
                    <a:pt x="6382" y="2934"/>
                  </a:cubicBezTo>
                  <a:cubicBezTo>
                    <a:pt x="6293" y="2975"/>
                    <a:pt x="6198" y="2996"/>
                    <a:pt x="6103" y="2996"/>
                  </a:cubicBezTo>
                  <a:cubicBezTo>
                    <a:pt x="6008" y="2996"/>
                    <a:pt x="5913" y="2975"/>
                    <a:pt x="5824" y="2934"/>
                  </a:cubicBezTo>
                  <a:cubicBezTo>
                    <a:pt x="4513" y="2332"/>
                    <a:pt x="3753" y="1177"/>
                    <a:pt x="3546" y="771"/>
                  </a:cubicBezTo>
                  <a:cubicBezTo>
                    <a:pt x="3510" y="699"/>
                    <a:pt x="3434" y="652"/>
                    <a:pt x="3351" y="652"/>
                  </a:cubicBezTo>
                  <a:lnTo>
                    <a:pt x="2978" y="652"/>
                  </a:lnTo>
                  <a:cubicBezTo>
                    <a:pt x="2742" y="652"/>
                    <a:pt x="2514" y="576"/>
                    <a:pt x="2326" y="435"/>
                  </a:cubicBezTo>
                  <a:lnTo>
                    <a:pt x="2036" y="217"/>
                  </a:lnTo>
                  <a:cubicBezTo>
                    <a:pt x="1848" y="76"/>
                    <a:pt x="1616" y="0"/>
                    <a:pt x="138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2"/>
            <p:cNvSpPr/>
            <p:nvPr/>
          </p:nvSpPr>
          <p:spPr>
            <a:xfrm>
              <a:off x="6307013" y="1739948"/>
              <a:ext cx="182893" cy="133159"/>
            </a:xfrm>
            <a:custGeom>
              <a:rect b="b" l="l" r="r" t="t"/>
              <a:pathLst>
                <a:path extrusionOk="0" h="5079" w="6976">
                  <a:moveTo>
                    <a:pt x="0" y="0"/>
                  </a:moveTo>
                  <a:lnTo>
                    <a:pt x="0" y="5078"/>
                  </a:lnTo>
                  <a:lnTo>
                    <a:pt x="6976" y="5078"/>
                  </a:lnTo>
                  <a:lnTo>
                    <a:pt x="6976" y="0"/>
                  </a:lnTo>
                  <a:cubicBezTo>
                    <a:pt x="6860" y="40"/>
                    <a:pt x="6737" y="62"/>
                    <a:pt x="6614" y="62"/>
                  </a:cubicBezTo>
                  <a:lnTo>
                    <a:pt x="6241" y="62"/>
                  </a:lnTo>
                  <a:cubicBezTo>
                    <a:pt x="6157" y="62"/>
                    <a:pt x="6081" y="109"/>
                    <a:pt x="6045" y="181"/>
                  </a:cubicBezTo>
                  <a:cubicBezTo>
                    <a:pt x="5839" y="591"/>
                    <a:pt x="5078" y="1742"/>
                    <a:pt x="3767" y="2344"/>
                  </a:cubicBezTo>
                  <a:cubicBezTo>
                    <a:pt x="3678" y="2385"/>
                    <a:pt x="3583" y="2406"/>
                    <a:pt x="3488" y="2406"/>
                  </a:cubicBezTo>
                  <a:cubicBezTo>
                    <a:pt x="3393" y="2406"/>
                    <a:pt x="3298" y="2385"/>
                    <a:pt x="3209" y="2344"/>
                  </a:cubicBezTo>
                  <a:cubicBezTo>
                    <a:pt x="1898" y="1742"/>
                    <a:pt x="1138" y="587"/>
                    <a:pt x="931" y="181"/>
                  </a:cubicBezTo>
                  <a:cubicBezTo>
                    <a:pt x="891" y="109"/>
                    <a:pt x="819" y="62"/>
                    <a:pt x="736" y="62"/>
                  </a:cubicBezTo>
                  <a:lnTo>
                    <a:pt x="363" y="62"/>
                  </a:lnTo>
                  <a:cubicBezTo>
                    <a:pt x="240" y="62"/>
                    <a:pt x="116" y="40"/>
                    <a:pt x="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2"/>
            <p:cNvSpPr/>
            <p:nvPr/>
          </p:nvSpPr>
          <p:spPr>
            <a:xfrm>
              <a:off x="6358478" y="1707281"/>
              <a:ext cx="79963" cy="28656"/>
            </a:xfrm>
            <a:custGeom>
              <a:rect b="b" l="l" r="r" t="t"/>
              <a:pathLst>
                <a:path extrusionOk="0" h="1093" w="3050">
                  <a:moveTo>
                    <a:pt x="0" y="1"/>
                  </a:moveTo>
                  <a:lnTo>
                    <a:pt x="0" y="707"/>
                  </a:lnTo>
                  <a:cubicBezTo>
                    <a:pt x="477" y="964"/>
                    <a:pt x="1001" y="1092"/>
                    <a:pt x="1525" y="1092"/>
                  </a:cubicBezTo>
                  <a:cubicBezTo>
                    <a:pt x="2049" y="1092"/>
                    <a:pt x="2574" y="964"/>
                    <a:pt x="3050" y="707"/>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2"/>
            <p:cNvSpPr/>
            <p:nvPr/>
          </p:nvSpPr>
          <p:spPr>
            <a:xfrm>
              <a:off x="6312702" y="1518698"/>
              <a:ext cx="171515" cy="85784"/>
            </a:xfrm>
            <a:custGeom>
              <a:rect b="b" l="l" r="r" t="t"/>
              <a:pathLst>
                <a:path extrusionOk="0" h="3272" w="6542">
                  <a:moveTo>
                    <a:pt x="3271" y="1"/>
                  </a:moveTo>
                  <a:cubicBezTo>
                    <a:pt x="1464" y="1"/>
                    <a:pt x="1" y="1464"/>
                    <a:pt x="1" y="3271"/>
                  </a:cubicBezTo>
                  <a:lnTo>
                    <a:pt x="6542" y="3271"/>
                  </a:lnTo>
                  <a:cubicBezTo>
                    <a:pt x="6542" y="1464"/>
                    <a:pt x="5075" y="1"/>
                    <a:pt x="327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2"/>
            <p:cNvSpPr/>
            <p:nvPr/>
          </p:nvSpPr>
          <p:spPr>
            <a:xfrm>
              <a:off x="6375572" y="1518698"/>
              <a:ext cx="45802" cy="85784"/>
            </a:xfrm>
            <a:custGeom>
              <a:rect b="b" l="l" r="r" t="t"/>
              <a:pathLst>
                <a:path extrusionOk="0" h="3272" w="1747">
                  <a:moveTo>
                    <a:pt x="873" y="1"/>
                  </a:moveTo>
                  <a:cubicBezTo>
                    <a:pt x="576" y="1"/>
                    <a:pt x="283" y="44"/>
                    <a:pt x="0" y="124"/>
                  </a:cubicBezTo>
                  <a:lnTo>
                    <a:pt x="0" y="3271"/>
                  </a:lnTo>
                  <a:lnTo>
                    <a:pt x="1746" y="3271"/>
                  </a:lnTo>
                  <a:lnTo>
                    <a:pt x="1746" y="124"/>
                  </a:lnTo>
                  <a:cubicBezTo>
                    <a:pt x="1460" y="44"/>
                    <a:pt x="1167" y="1"/>
                    <a:pt x="873"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2"/>
            <p:cNvSpPr/>
            <p:nvPr/>
          </p:nvSpPr>
          <p:spPr>
            <a:xfrm>
              <a:off x="6312702" y="1518803"/>
              <a:ext cx="171515" cy="85679"/>
            </a:xfrm>
            <a:custGeom>
              <a:rect b="b" l="l" r="r" t="t"/>
              <a:pathLst>
                <a:path extrusionOk="0" h="3268" w="6542">
                  <a:moveTo>
                    <a:pt x="3272" y="0"/>
                  </a:moveTo>
                  <a:cubicBezTo>
                    <a:pt x="1464" y="0"/>
                    <a:pt x="1" y="1462"/>
                    <a:pt x="1" y="3267"/>
                  </a:cubicBezTo>
                  <a:lnTo>
                    <a:pt x="6542" y="3267"/>
                  </a:lnTo>
                  <a:cubicBezTo>
                    <a:pt x="6542" y="3050"/>
                    <a:pt x="6520" y="2829"/>
                    <a:pt x="6476" y="2615"/>
                  </a:cubicBezTo>
                  <a:lnTo>
                    <a:pt x="2435" y="2615"/>
                  </a:lnTo>
                  <a:cubicBezTo>
                    <a:pt x="2163" y="2612"/>
                    <a:pt x="1960" y="2369"/>
                    <a:pt x="2004" y="2105"/>
                  </a:cubicBezTo>
                  <a:cubicBezTo>
                    <a:pt x="2138" y="1261"/>
                    <a:pt x="2594" y="507"/>
                    <a:pt x="3278" y="0"/>
                  </a:cubicBezTo>
                  <a:cubicBezTo>
                    <a:pt x="3276" y="0"/>
                    <a:pt x="3274"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2"/>
            <p:cNvSpPr/>
            <p:nvPr/>
          </p:nvSpPr>
          <p:spPr>
            <a:xfrm>
              <a:off x="6352684" y="1827305"/>
              <a:ext cx="91473" cy="45802"/>
            </a:xfrm>
            <a:custGeom>
              <a:rect b="b" l="l" r="r" t="t"/>
              <a:pathLst>
                <a:path extrusionOk="0" h="1747" w="3489">
                  <a:moveTo>
                    <a:pt x="1746" y="0"/>
                  </a:moveTo>
                  <a:cubicBezTo>
                    <a:pt x="783" y="0"/>
                    <a:pt x="1" y="783"/>
                    <a:pt x="4" y="1746"/>
                  </a:cubicBezTo>
                  <a:lnTo>
                    <a:pt x="3488" y="1746"/>
                  </a:lnTo>
                  <a:cubicBezTo>
                    <a:pt x="3488" y="783"/>
                    <a:pt x="2710" y="0"/>
                    <a:pt x="174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2"/>
            <p:cNvSpPr/>
            <p:nvPr/>
          </p:nvSpPr>
          <p:spPr>
            <a:xfrm>
              <a:off x="6375572" y="1518698"/>
              <a:ext cx="23098" cy="26139"/>
            </a:xfrm>
            <a:custGeom>
              <a:rect b="b" l="l" r="r" t="t"/>
              <a:pathLst>
                <a:path extrusionOk="0" h="997" w="881">
                  <a:moveTo>
                    <a:pt x="880" y="1"/>
                  </a:moveTo>
                  <a:cubicBezTo>
                    <a:pt x="583" y="1"/>
                    <a:pt x="286" y="44"/>
                    <a:pt x="0" y="124"/>
                  </a:cubicBezTo>
                  <a:lnTo>
                    <a:pt x="0" y="997"/>
                  </a:lnTo>
                  <a:cubicBezTo>
                    <a:pt x="225" y="609"/>
                    <a:pt x="522" y="269"/>
                    <a:pt x="88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2"/>
            <p:cNvSpPr/>
            <p:nvPr/>
          </p:nvSpPr>
          <p:spPr>
            <a:xfrm>
              <a:off x="6375572" y="1587178"/>
              <a:ext cx="45697" cy="17304"/>
            </a:xfrm>
            <a:custGeom>
              <a:rect b="b" l="l" r="r" t="t"/>
              <a:pathLst>
                <a:path extrusionOk="0" h="660" w="1743">
                  <a:moveTo>
                    <a:pt x="0" y="0"/>
                  </a:moveTo>
                  <a:lnTo>
                    <a:pt x="0" y="659"/>
                  </a:lnTo>
                  <a:lnTo>
                    <a:pt x="1742" y="659"/>
                  </a:lnTo>
                  <a:lnTo>
                    <a:pt x="1742" y="7"/>
                  </a:lnTo>
                  <a:lnTo>
                    <a:pt x="37" y="7"/>
                  </a:lnTo>
                  <a:cubicBezTo>
                    <a:pt x="22" y="7"/>
                    <a:pt x="11" y="4"/>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2"/>
            <p:cNvSpPr/>
            <p:nvPr/>
          </p:nvSpPr>
          <p:spPr>
            <a:xfrm>
              <a:off x="6289814" y="1793012"/>
              <a:ext cx="17120" cy="28630"/>
            </a:xfrm>
            <a:custGeom>
              <a:rect b="b" l="l" r="r" t="t"/>
              <a:pathLst>
                <a:path extrusionOk="0" h="1092" w="653">
                  <a:moveTo>
                    <a:pt x="653" y="1"/>
                  </a:moveTo>
                  <a:cubicBezTo>
                    <a:pt x="294" y="1"/>
                    <a:pt x="1" y="291"/>
                    <a:pt x="1" y="653"/>
                  </a:cubicBezTo>
                  <a:lnTo>
                    <a:pt x="1" y="1091"/>
                  </a:lnTo>
                  <a:lnTo>
                    <a:pt x="653" y="1091"/>
                  </a:lnTo>
                  <a:lnTo>
                    <a:pt x="65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2"/>
            <p:cNvSpPr/>
            <p:nvPr/>
          </p:nvSpPr>
          <p:spPr>
            <a:xfrm>
              <a:off x="6261342" y="1821615"/>
              <a:ext cx="45697" cy="51491"/>
            </a:xfrm>
            <a:custGeom>
              <a:rect b="b" l="l" r="r" t="t"/>
              <a:pathLst>
                <a:path extrusionOk="0" h="1964" w="1743">
                  <a:moveTo>
                    <a:pt x="0" y="0"/>
                  </a:moveTo>
                  <a:lnTo>
                    <a:pt x="0" y="435"/>
                  </a:lnTo>
                  <a:lnTo>
                    <a:pt x="652" y="435"/>
                  </a:lnTo>
                  <a:cubicBezTo>
                    <a:pt x="895" y="435"/>
                    <a:pt x="1091" y="630"/>
                    <a:pt x="1091" y="873"/>
                  </a:cubicBezTo>
                  <a:lnTo>
                    <a:pt x="1091" y="1963"/>
                  </a:lnTo>
                  <a:lnTo>
                    <a:pt x="1742" y="1963"/>
                  </a:lnTo>
                  <a:lnTo>
                    <a:pt x="17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2"/>
            <p:cNvSpPr/>
            <p:nvPr/>
          </p:nvSpPr>
          <p:spPr>
            <a:xfrm>
              <a:off x="6489880" y="1793012"/>
              <a:ext cx="17225" cy="28630"/>
            </a:xfrm>
            <a:custGeom>
              <a:rect b="b" l="l" r="r" t="t"/>
              <a:pathLst>
                <a:path extrusionOk="0" h="1092" w="657">
                  <a:moveTo>
                    <a:pt x="1" y="1"/>
                  </a:moveTo>
                  <a:lnTo>
                    <a:pt x="1" y="1091"/>
                  </a:lnTo>
                  <a:lnTo>
                    <a:pt x="656" y="1091"/>
                  </a:lnTo>
                  <a:lnTo>
                    <a:pt x="656" y="653"/>
                  </a:lnTo>
                  <a:cubicBezTo>
                    <a:pt x="653" y="291"/>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2"/>
            <p:cNvSpPr/>
            <p:nvPr/>
          </p:nvSpPr>
          <p:spPr>
            <a:xfrm>
              <a:off x="6489880" y="1821615"/>
              <a:ext cx="45697" cy="51491"/>
            </a:xfrm>
            <a:custGeom>
              <a:rect b="b" l="l" r="r" t="t"/>
              <a:pathLst>
                <a:path extrusionOk="0" h="1964" w="1743">
                  <a:moveTo>
                    <a:pt x="1" y="0"/>
                  </a:moveTo>
                  <a:lnTo>
                    <a:pt x="1" y="1963"/>
                  </a:lnTo>
                  <a:lnTo>
                    <a:pt x="653" y="1963"/>
                  </a:lnTo>
                  <a:lnTo>
                    <a:pt x="653" y="873"/>
                  </a:lnTo>
                  <a:cubicBezTo>
                    <a:pt x="653" y="630"/>
                    <a:pt x="848" y="435"/>
                    <a:pt x="1091" y="435"/>
                  </a:cubicBezTo>
                  <a:lnTo>
                    <a:pt x="1743" y="435"/>
                  </a:lnTo>
                  <a:lnTo>
                    <a:pt x="174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2"/>
            <p:cNvSpPr/>
            <p:nvPr/>
          </p:nvSpPr>
          <p:spPr>
            <a:xfrm>
              <a:off x="6369883" y="1844477"/>
              <a:ext cx="57180" cy="28630"/>
            </a:xfrm>
            <a:custGeom>
              <a:rect b="b" l="l" r="r" t="t"/>
              <a:pathLst>
                <a:path extrusionOk="0" h="1092" w="2181">
                  <a:moveTo>
                    <a:pt x="1084" y="1"/>
                  </a:moveTo>
                  <a:cubicBezTo>
                    <a:pt x="485" y="1"/>
                    <a:pt x="0" y="488"/>
                    <a:pt x="0" y="1091"/>
                  </a:cubicBezTo>
                  <a:lnTo>
                    <a:pt x="2180" y="1091"/>
                  </a:lnTo>
                  <a:cubicBezTo>
                    <a:pt x="2180" y="488"/>
                    <a:pt x="1695" y="1"/>
                    <a:pt x="1097" y="1"/>
                  </a:cubicBezTo>
                  <a:cubicBezTo>
                    <a:pt x="1095" y="1"/>
                    <a:pt x="1092" y="1"/>
                    <a:pt x="1090" y="1"/>
                  </a:cubicBezTo>
                  <a:cubicBezTo>
                    <a:pt x="1088" y="1"/>
                    <a:pt x="1086" y="1"/>
                    <a:pt x="1084"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2"/>
            <p:cNvSpPr/>
            <p:nvPr/>
          </p:nvSpPr>
          <p:spPr>
            <a:xfrm>
              <a:off x="6324212" y="1604456"/>
              <a:ext cx="148522" cy="114335"/>
            </a:xfrm>
            <a:custGeom>
              <a:rect b="b" l="l" r="r" t="t"/>
              <a:pathLst>
                <a:path extrusionOk="0" h="4361" w="5665">
                  <a:moveTo>
                    <a:pt x="0" y="0"/>
                  </a:moveTo>
                  <a:lnTo>
                    <a:pt x="0" y="1525"/>
                  </a:lnTo>
                  <a:cubicBezTo>
                    <a:pt x="0" y="3090"/>
                    <a:pt x="1268" y="4361"/>
                    <a:pt x="2832" y="4361"/>
                  </a:cubicBezTo>
                  <a:cubicBezTo>
                    <a:pt x="4397" y="4361"/>
                    <a:pt x="5664" y="3090"/>
                    <a:pt x="5664" y="1525"/>
                  </a:cubicBezTo>
                  <a:lnTo>
                    <a:pt x="5664"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2"/>
            <p:cNvSpPr/>
            <p:nvPr/>
          </p:nvSpPr>
          <p:spPr>
            <a:xfrm>
              <a:off x="6323845" y="1604456"/>
              <a:ext cx="131795" cy="114282"/>
            </a:xfrm>
            <a:custGeom>
              <a:rect b="b" l="l" r="r" t="t"/>
              <a:pathLst>
                <a:path extrusionOk="0" h="4359" w="5027">
                  <a:moveTo>
                    <a:pt x="14" y="0"/>
                  </a:moveTo>
                  <a:lnTo>
                    <a:pt x="14" y="1525"/>
                  </a:lnTo>
                  <a:cubicBezTo>
                    <a:pt x="1" y="3113"/>
                    <a:pt x="1291" y="4359"/>
                    <a:pt x="2819" y="4359"/>
                  </a:cubicBezTo>
                  <a:cubicBezTo>
                    <a:pt x="2971" y="4359"/>
                    <a:pt x="3125" y="4346"/>
                    <a:pt x="3281" y="4321"/>
                  </a:cubicBezTo>
                  <a:cubicBezTo>
                    <a:pt x="1901" y="4111"/>
                    <a:pt x="883" y="2923"/>
                    <a:pt x="883" y="1525"/>
                  </a:cubicBezTo>
                  <a:cubicBezTo>
                    <a:pt x="883" y="1043"/>
                    <a:pt x="1274" y="656"/>
                    <a:pt x="1756" y="652"/>
                  </a:cubicBezTo>
                  <a:lnTo>
                    <a:pt x="4588" y="652"/>
                  </a:lnTo>
                  <a:cubicBezTo>
                    <a:pt x="4590" y="652"/>
                    <a:pt x="4593" y="652"/>
                    <a:pt x="4595" y="652"/>
                  </a:cubicBezTo>
                  <a:cubicBezTo>
                    <a:pt x="4834" y="652"/>
                    <a:pt x="5026" y="458"/>
                    <a:pt x="5026" y="218"/>
                  </a:cubicBezTo>
                  <a:lnTo>
                    <a:pt x="502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2"/>
            <p:cNvSpPr/>
            <p:nvPr/>
          </p:nvSpPr>
          <p:spPr>
            <a:xfrm>
              <a:off x="6361598" y="1621995"/>
              <a:ext cx="10775" cy="16386"/>
            </a:xfrm>
            <a:custGeom>
              <a:rect b="b" l="l" r="r" t="t"/>
              <a:pathLst>
                <a:path extrusionOk="0" h="625" w="411">
                  <a:moveTo>
                    <a:pt x="206" y="0"/>
                  </a:moveTo>
                  <a:cubicBezTo>
                    <a:pt x="103" y="0"/>
                    <a:pt x="1" y="68"/>
                    <a:pt x="1" y="204"/>
                  </a:cubicBezTo>
                  <a:lnTo>
                    <a:pt x="1" y="421"/>
                  </a:lnTo>
                  <a:cubicBezTo>
                    <a:pt x="1" y="534"/>
                    <a:pt x="92" y="624"/>
                    <a:pt x="207" y="624"/>
                  </a:cubicBezTo>
                  <a:cubicBezTo>
                    <a:pt x="320" y="624"/>
                    <a:pt x="410" y="534"/>
                    <a:pt x="410" y="421"/>
                  </a:cubicBezTo>
                  <a:lnTo>
                    <a:pt x="410" y="204"/>
                  </a:lnTo>
                  <a:cubicBezTo>
                    <a:pt x="410" y="68"/>
                    <a:pt x="308"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2"/>
            <p:cNvSpPr/>
            <p:nvPr/>
          </p:nvSpPr>
          <p:spPr>
            <a:xfrm>
              <a:off x="6424572" y="1621995"/>
              <a:ext cx="10644" cy="16386"/>
            </a:xfrm>
            <a:custGeom>
              <a:rect b="b" l="l" r="r" t="t"/>
              <a:pathLst>
                <a:path extrusionOk="0" h="625" w="406">
                  <a:moveTo>
                    <a:pt x="203" y="0"/>
                  </a:moveTo>
                  <a:cubicBezTo>
                    <a:pt x="102"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2"/>
            <p:cNvSpPr/>
            <p:nvPr/>
          </p:nvSpPr>
          <p:spPr>
            <a:xfrm>
              <a:off x="6379924" y="1667692"/>
              <a:ext cx="37072" cy="10749"/>
            </a:xfrm>
            <a:custGeom>
              <a:rect b="b" l="l" r="r" t="t"/>
              <a:pathLst>
                <a:path extrusionOk="0" h="410" w="1414">
                  <a:moveTo>
                    <a:pt x="273" y="0"/>
                  </a:moveTo>
                  <a:cubicBezTo>
                    <a:pt x="1" y="0"/>
                    <a:pt x="1" y="410"/>
                    <a:pt x="273" y="410"/>
                  </a:cubicBezTo>
                  <a:lnTo>
                    <a:pt x="1142" y="410"/>
                  </a:lnTo>
                  <a:cubicBezTo>
                    <a:pt x="1413" y="410"/>
                    <a:pt x="1413" y="0"/>
                    <a:pt x="11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2"/>
            <p:cNvSpPr/>
            <p:nvPr/>
          </p:nvSpPr>
          <p:spPr>
            <a:xfrm>
              <a:off x="6233054" y="1513402"/>
              <a:ext cx="330839" cy="364974"/>
            </a:xfrm>
            <a:custGeom>
              <a:rect b="b" l="l" r="r" t="t"/>
              <a:pathLst>
                <a:path extrusionOk="0" h="13921" w="12619">
                  <a:moveTo>
                    <a:pt x="5234" y="605"/>
                  </a:moveTo>
                  <a:lnTo>
                    <a:pt x="5234" y="3270"/>
                  </a:lnTo>
                  <a:lnTo>
                    <a:pt x="3252" y="3270"/>
                  </a:lnTo>
                  <a:cubicBezTo>
                    <a:pt x="3332" y="2072"/>
                    <a:pt x="4107" y="1029"/>
                    <a:pt x="5234" y="605"/>
                  </a:cubicBezTo>
                  <a:close/>
                  <a:moveTo>
                    <a:pt x="6310" y="408"/>
                  </a:moveTo>
                  <a:cubicBezTo>
                    <a:pt x="6534" y="408"/>
                    <a:pt x="6758" y="433"/>
                    <a:pt x="6979" y="482"/>
                  </a:cubicBezTo>
                  <a:lnTo>
                    <a:pt x="6979" y="2166"/>
                  </a:lnTo>
                  <a:cubicBezTo>
                    <a:pt x="6979" y="2302"/>
                    <a:pt x="7081" y="2370"/>
                    <a:pt x="7182" y="2370"/>
                  </a:cubicBezTo>
                  <a:cubicBezTo>
                    <a:pt x="7283" y="2370"/>
                    <a:pt x="7385" y="2302"/>
                    <a:pt x="7385" y="2166"/>
                  </a:cubicBezTo>
                  <a:lnTo>
                    <a:pt x="7385" y="605"/>
                  </a:lnTo>
                  <a:cubicBezTo>
                    <a:pt x="8511" y="1029"/>
                    <a:pt x="9286" y="2068"/>
                    <a:pt x="9370" y="3270"/>
                  </a:cubicBezTo>
                  <a:lnTo>
                    <a:pt x="7385" y="3270"/>
                  </a:lnTo>
                  <a:lnTo>
                    <a:pt x="7385" y="3039"/>
                  </a:lnTo>
                  <a:cubicBezTo>
                    <a:pt x="7385" y="2903"/>
                    <a:pt x="7283" y="2835"/>
                    <a:pt x="7182" y="2835"/>
                  </a:cubicBezTo>
                  <a:cubicBezTo>
                    <a:pt x="7081" y="2835"/>
                    <a:pt x="6979" y="2903"/>
                    <a:pt x="6979" y="3039"/>
                  </a:cubicBezTo>
                  <a:lnTo>
                    <a:pt x="6979" y="3270"/>
                  </a:lnTo>
                  <a:lnTo>
                    <a:pt x="5643" y="3270"/>
                  </a:lnTo>
                  <a:lnTo>
                    <a:pt x="5643" y="482"/>
                  </a:lnTo>
                  <a:cubicBezTo>
                    <a:pt x="5862" y="433"/>
                    <a:pt x="6086" y="408"/>
                    <a:pt x="6310" y="408"/>
                  </a:cubicBezTo>
                  <a:close/>
                  <a:moveTo>
                    <a:pt x="8939" y="3676"/>
                  </a:moveTo>
                  <a:lnTo>
                    <a:pt x="8939" y="4998"/>
                  </a:lnTo>
                  <a:cubicBezTo>
                    <a:pt x="8939" y="5078"/>
                    <a:pt x="8935" y="5154"/>
                    <a:pt x="8928" y="5230"/>
                  </a:cubicBezTo>
                  <a:lnTo>
                    <a:pt x="3691" y="5230"/>
                  </a:lnTo>
                  <a:cubicBezTo>
                    <a:pt x="3683" y="5154"/>
                    <a:pt x="3680" y="5078"/>
                    <a:pt x="3680" y="4998"/>
                  </a:cubicBezTo>
                  <a:lnTo>
                    <a:pt x="3680" y="4563"/>
                  </a:lnTo>
                  <a:cubicBezTo>
                    <a:pt x="3680" y="4428"/>
                    <a:pt x="3578" y="4360"/>
                    <a:pt x="3477" y="4360"/>
                  </a:cubicBezTo>
                  <a:cubicBezTo>
                    <a:pt x="3376" y="4360"/>
                    <a:pt x="3274" y="4428"/>
                    <a:pt x="3274" y="4563"/>
                  </a:cubicBezTo>
                  <a:lnTo>
                    <a:pt x="3274" y="4998"/>
                  </a:lnTo>
                  <a:cubicBezTo>
                    <a:pt x="3274" y="5078"/>
                    <a:pt x="3274" y="5154"/>
                    <a:pt x="3281" y="5230"/>
                  </a:cubicBezTo>
                  <a:lnTo>
                    <a:pt x="3039" y="5230"/>
                  </a:lnTo>
                  <a:cubicBezTo>
                    <a:pt x="2912" y="5230"/>
                    <a:pt x="2807" y="5128"/>
                    <a:pt x="2807" y="4998"/>
                  </a:cubicBezTo>
                  <a:lnTo>
                    <a:pt x="2807" y="3908"/>
                  </a:lnTo>
                  <a:cubicBezTo>
                    <a:pt x="2807" y="3781"/>
                    <a:pt x="2912" y="3676"/>
                    <a:pt x="3039" y="3676"/>
                  </a:cubicBezTo>
                  <a:lnTo>
                    <a:pt x="3271" y="3676"/>
                  </a:lnTo>
                  <a:lnTo>
                    <a:pt x="3271" y="3691"/>
                  </a:lnTo>
                  <a:cubicBezTo>
                    <a:pt x="3271" y="3826"/>
                    <a:pt x="3373" y="3894"/>
                    <a:pt x="3475" y="3894"/>
                  </a:cubicBezTo>
                  <a:cubicBezTo>
                    <a:pt x="3578" y="3894"/>
                    <a:pt x="3680" y="3826"/>
                    <a:pt x="3680" y="3691"/>
                  </a:cubicBezTo>
                  <a:lnTo>
                    <a:pt x="3680" y="3676"/>
                  </a:lnTo>
                  <a:close/>
                  <a:moveTo>
                    <a:pt x="9580" y="3676"/>
                  </a:moveTo>
                  <a:cubicBezTo>
                    <a:pt x="9706" y="3676"/>
                    <a:pt x="9811" y="3781"/>
                    <a:pt x="9811" y="3908"/>
                  </a:cubicBezTo>
                  <a:lnTo>
                    <a:pt x="9811" y="4998"/>
                  </a:lnTo>
                  <a:lnTo>
                    <a:pt x="9811" y="5002"/>
                  </a:lnTo>
                  <a:cubicBezTo>
                    <a:pt x="9811" y="5128"/>
                    <a:pt x="9706" y="5233"/>
                    <a:pt x="9580" y="5233"/>
                  </a:cubicBezTo>
                  <a:lnTo>
                    <a:pt x="9337" y="5233"/>
                  </a:lnTo>
                  <a:cubicBezTo>
                    <a:pt x="9344" y="5157"/>
                    <a:pt x="9348" y="5078"/>
                    <a:pt x="9348" y="5002"/>
                  </a:cubicBezTo>
                  <a:lnTo>
                    <a:pt x="9348" y="3676"/>
                  </a:lnTo>
                  <a:close/>
                  <a:moveTo>
                    <a:pt x="3339" y="5639"/>
                  </a:moveTo>
                  <a:cubicBezTo>
                    <a:pt x="3405" y="5954"/>
                    <a:pt x="3524" y="6258"/>
                    <a:pt x="3691" y="6537"/>
                  </a:cubicBezTo>
                  <a:lnTo>
                    <a:pt x="3626" y="6537"/>
                  </a:lnTo>
                  <a:cubicBezTo>
                    <a:pt x="3513" y="6537"/>
                    <a:pt x="3415" y="6458"/>
                    <a:pt x="3397" y="6345"/>
                  </a:cubicBezTo>
                  <a:lnTo>
                    <a:pt x="3278" y="5639"/>
                  </a:lnTo>
                  <a:close/>
                  <a:moveTo>
                    <a:pt x="4614" y="5639"/>
                  </a:moveTo>
                  <a:lnTo>
                    <a:pt x="4777" y="6537"/>
                  </a:lnTo>
                  <a:lnTo>
                    <a:pt x="4176" y="6537"/>
                  </a:lnTo>
                  <a:cubicBezTo>
                    <a:pt x="3980" y="6266"/>
                    <a:pt x="3839" y="5961"/>
                    <a:pt x="3760" y="5639"/>
                  </a:cubicBezTo>
                  <a:close/>
                  <a:moveTo>
                    <a:pt x="7591" y="5639"/>
                  </a:moveTo>
                  <a:lnTo>
                    <a:pt x="7428" y="6537"/>
                  </a:lnTo>
                  <a:lnTo>
                    <a:pt x="5190" y="6537"/>
                  </a:lnTo>
                  <a:lnTo>
                    <a:pt x="5027" y="5639"/>
                  </a:lnTo>
                  <a:close/>
                  <a:moveTo>
                    <a:pt x="8859" y="5639"/>
                  </a:moveTo>
                  <a:cubicBezTo>
                    <a:pt x="8783" y="5947"/>
                    <a:pt x="8649" y="6244"/>
                    <a:pt x="8464" y="6505"/>
                  </a:cubicBezTo>
                  <a:lnTo>
                    <a:pt x="8439" y="6537"/>
                  </a:lnTo>
                  <a:lnTo>
                    <a:pt x="7841" y="6537"/>
                  </a:lnTo>
                  <a:lnTo>
                    <a:pt x="8004" y="5639"/>
                  </a:lnTo>
                  <a:close/>
                  <a:moveTo>
                    <a:pt x="9337" y="5639"/>
                  </a:moveTo>
                  <a:lnTo>
                    <a:pt x="9221" y="6345"/>
                  </a:lnTo>
                  <a:cubicBezTo>
                    <a:pt x="9203" y="6455"/>
                    <a:pt x="9109" y="6537"/>
                    <a:pt x="9000" y="6537"/>
                  </a:cubicBezTo>
                  <a:cubicBezTo>
                    <a:pt x="8998" y="6537"/>
                    <a:pt x="8995" y="6537"/>
                    <a:pt x="8993" y="6537"/>
                  </a:cubicBezTo>
                  <a:lnTo>
                    <a:pt x="8993" y="6541"/>
                  </a:lnTo>
                  <a:lnTo>
                    <a:pt x="8928" y="6541"/>
                  </a:lnTo>
                  <a:cubicBezTo>
                    <a:pt x="9094" y="6262"/>
                    <a:pt x="9210" y="5958"/>
                    <a:pt x="9279" y="5639"/>
                  </a:cubicBezTo>
                  <a:close/>
                  <a:moveTo>
                    <a:pt x="8077" y="6946"/>
                  </a:moveTo>
                  <a:cubicBezTo>
                    <a:pt x="7964" y="7048"/>
                    <a:pt x="7845" y="7138"/>
                    <a:pt x="7718" y="7218"/>
                  </a:cubicBezTo>
                  <a:lnTo>
                    <a:pt x="7769" y="6946"/>
                  </a:lnTo>
                  <a:close/>
                  <a:moveTo>
                    <a:pt x="4850" y="6946"/>
                  </a:moveTo>
                  <a:lnTo>
                    <a:pt x="4900" y="7222"/>
                  </a:lnTo>
                  <a:cubicBezTo>
                    <a:pt x="4770" y="7138"/>
                    <a:pt x="4650" y="7048"/>
                    <a:pt x="4538" y="6946"/>
                  </a:cubicBezTo>
                  <a:close/>
                  <a:moveTo>
                    <a:pt x="7352" y="6946"/>
                  </a:moveTo>
                  <a:lnTo>
                    <a:pt x="7294" y="7258"/>
                  </a:lnTo>
                  <a:cubicBezTo>
                    <a:pt x="7258" y="7472"/>
                    <a:pt x="7070" y="7627"/>
                    <a:pt x="6852" y="7627"/>
                  </a:cubicBezTo>
                  <a:lnTo>
                    <a:pt x="5766" y="7627"/>
                  </a:lnTo>
                  <a:cubicBezTo>
                    <a:pt x="5549" y="7627"/>
                    <a:pt x="5360" y="7472"/>
                    <a:pt x="5324" y="7258"/>
                  </a:cubicBezTo>
                  <a:lnTo>
                    <a:pt x="5266" y="6946"/>
                  </a:lnTo>
                  <a:close/>
                  <a:moveTo>
                    <a:pt x="7628" y="7732"/>
                  </a:moveTo>
                  <a:lnTo>
                    <a:pt x="7628" y="8431"/>
                  </a:lnTo>
                  <a:cubicBezTo>
                    <a:pt x="7631" y="8812"/>
                    <a:pt x="7881" y="9148"/>
                    <a:pt x="8247" y="9257"/>
                  </a:cubicBezTo>
                  <a:lnTo>
                    <a:pt x="8330" y="9282"/>
                  </a:lnTo>
                  <a:cubicBezTo>
                    <a:pt x="7961" y="9779"/>
                    <a:pt x="7298" y="10492"/>
                    <a:pt x="6309" y="10883"/>
                  </a:cubicBezTo>
                  <a:cubicBezTo>
                    <a:pt x="5320" y="10492"/>
                    <a:pt x="4658" y="9779"/>
                    <a:pt x="4285" y="9282"/>
                  </a:cubicBezTo>
                  <a:lnTo>
                    <a:pt x="4372" y="9257"/>
                  </a:lnTo>
                  <a:cubicBezTo>
                    <a:pt x="4737" y="9145"/>
                    <a:pt x="4987" y="8812"/>
                    <a:pt x="4987" y="8431"/>
                  </a:cubicBezTo>
                  <a:lnTo>
                    <a:pt x="4987" y="7736"/>
                  </a:lnTo>
                  <a:cubicBezTo>
                    <a:pt x="5052" y="7765"/>
                    <a:pt x="5118" y="7794"/>
                    <a:pt x="5183" y="7823"/>
                  </a:cubicBezTo>
                  <a:lnTo>
                    <a:pt x="5205" y="7827"/>
                  </a:lnTo>
                  <a:cubicBezTo>
                    <a:pt x="5360" y="7961"/>
                    <a:pt x="5560" y="8037"/>
                    <a:pt x="5766" y="8037"/>
                  </a:cubicBezTo>
                  <a:lnTo>
                    <a:pt x="6852" y="8037"/>
                  </a:lnTo>
                  <a:cubicBezTo>
                    <a:pt x="7055" y="8037"/>
                    <a:pt x="7254" y="7964"/>
                    <a:pt x="7410" y="7830"/>
                  </a:cubicBezTo>
                  <a:cubicBezTo>
                    <a:pt x="7483" y="7801"/>
                    <a:pt x="7559" y="7769"/>
                    <a:pt x="7628" y="7732"/>
                  </a:cubicBezTo>
                  <a:close/>
                  <a:moveTo>
                    <a:pt x="11104" y="8258"/>
                  </a:moveTo>
                  <a:cubicBezTo>
                    <a:pt x="11713" y="8258"/>
                    <a:pt x="12205" y="8750"/>
                    <a:pt x="12209" y="9359"/>
                  </a:cubicBezTo>
                  <a:lnTo>
                    <a:pt x="12209" y="10887"/>
                  </a:lnTo>
                  <a:lnTo>
                    <a:pt x="12205" y="10883"/>
                  </a:lnTo>
                  <a:cubicBezTo>
                    <a:pt x="12205" y="11253"/>
                    <a:pt x="11908" y="11553"/>
                    <a:pt x="11539" y="11553"/>
                  </a:cubicBezTo>
                  <a:lnTo>
                    <a:pt x="10000" y="11553"/>
                  </a:lnTo>
                  <a:lnTo>
                    <a:pt x="10000" y="8779"/>
                  </a:lnTo>
                  <a:cubicBezTo>
                    <a:pt x="10072" y="8743"/>
                    <a:pt x="10145" y="8699"/>
                    <a:pt x="10210" y="8652"/>
                  </a:cubicBezTo>
                  <a:lnTo>
                    <a:pt x="10500" y="8431"/>
                  </a:lnTo>
                  <a:cubicBezTo>
                    <a:pt x="10652" y="8319"/>
                    <a:pt x="10840" y="8258"/>
                    <a:pt x="11032" y="8258"/>
                  </a:cubicBezTo>
                  <a:close/>
                  <a:moveTo>
                    <a:pt x="6309" y="0"/>
                  </a:moveTo>
                  <a:cubicBezTo>
                    <a:pt x="4459" y="0"/>
                    <a:pt x="2934" y="1452"/>
                    <a:pt x="2840" y="3303"/>
                  </a:cubicBezTo>
                  <a:cubicBezTo>
                    <a:pt x="2579" y="3390"/>
                    <a:pt x="2401" y="3633"/>
                    <a:pt x="2401" y="3908"/>
                  </a:cubicBezTo>
                  <a:lnTo>
                    <a:pt x="2401" y="4998"/>
                  </a:lnTo>
                  <a:cubicBezTo>
                    <a:pt x="2401" y="5284"/>
                    <a:pt x="2590" y="5534"/>
                    <a:pt x="2861" y="5614"/>
                  </a:cubicBezTo>
                  <a:lnTo>
                    <a:pt x="2995" y="6410"/>
                  </a:lnTo>
                  <a:cubicBezTo>
                    <a:pt x="3046" y="6722"/>
                    <a:pt x="3314" y="6946"/>
                    <a:pt x="3626" y="6946"/>
                  </a:cubicBezTo>
                  <a:lnTo>
                    <a:pt x="3977" y="6946"/>
                  </a:lnTo>
                  <a:cubicBezTo>
                    <a:pt x="4151" y="7157"/>
                    <a:pt x="4353" y="7341"/>
                    <a:pt x="4578" y="7497"/>
                  </a:cubicBezTo>
                  <a:lnTo>
                    <a:pt x="4578" y="8431"/>
                  </a:lnTo>
                  <a:cubicBezTo>
                    <a:pt x="4578" y="8631"/>
                    <a:pt x="4444" y="8808"/>
                    <a:pt x="4256" y="8866"/>
                  </a:cubicBezTo>
                  <a:lnTo>
                    <a:pt x="4042" y="8928"/>
                  </a:lnTo>
                  <a:cubicBezTo>
                    <a:pt x="3973" y="8815"/>
                    <a:pt x="3937" y="8743"/>
                    <a:pt x="3930" y="8728"/>
                  </a:cubicBezTo>
                  <a:cubicBezTo>
                    <a:pt x="3861" y="8587"/>
                    <a:pt x="3712" y="8500"/>
                    <a:pt x="3557" y="8500"/>
                  </a:cubicBezTo>
                  <a:lnTo>
                    <a:pt x="3184" y="8500"/>
                  </a:lnTo>
                  <a:cubicBezTo>
                    <a:pt x="2992" y="8500"/>
                    <a:pt x="2807" y="8439"/>
                    <a:pt x="2651" y="8323"/>
                  </a:cubicBezTo>
                  <a:lnTo>
                    <a:pt x="2362" y="8105"/>
                  </a:lnTo>
                  <a:cubicBezTo>
                    <a:pt x="2137" y="7939"/>
                    <a:pt x="1865" y="7848"/>
                    <a:pt x="1586" y="7845"/>
                  </a:cubicBezTo>
                  <a:lnTo>
                    <a:pt x="1514" y="7845"/>
                  </a:lnTo>
                  <a:cubicBezTo>
                    <a:pt x="677" y="7848"/>
                    <a:pt x="0" y="8522"/>
                    <a:pt x="0" y="9359"/>
                  </a:cubicBezTo>
                  <a:lnTo>
                    <a:pt x="0" y="10883"/>
                  </a:lnTo>
                  <a:cubicBezTo>
                    <a:pt x="0" y="11398"/>
                    <a:pt x="366" y="11839"/>
                    <a:pt x="873" y="11941"/>
                  </a:cubicBezTo>
                  <a:lnTo>
                    <a:pt x="873" y="13719"/>
                  </a:lnTo>
                  <a:cubicBezTo>
                    <a:pt x="873" y="13853"/>
                    <a:pt x="974" y="13920"/>
                    <a:pt x="1076" y="13920"/>
                  </a:cubicBezTo>
                  <a:cubicBezTo>
                    <a:pt x="1177" y="13920"/>
                    <a:pt x="1279" y="13853"/>
                    <a:pt x="1279" y="13719"/>
                  </a:cubicBezTo>
                  <a:lnTo>
                    <a:pt x="1279" y="11959"/>
                  </a:lnTo>
                  <a:lnTo>
                    <a:pt x="2619" y="11959"/>
                  </a:lnTo>
                  <a:lnTo>
                    <a:pt x="2619" y="13719"/>
                  </a:lnTo>
                  <a:cubicBezTo>
                    <a:pt x="2619" y="13853"/>
                    <a:pt x="2721" y="13920"/>
                    <a:pt x="2823" y="13920"/>
                  </a:cubicBezTo>
                  <a:cubicBezTo>
                    <a:pt x="2926" y="13920"/>
                    <a:pt x="3028" y="13853"/>
                    <a:pt x="3028" y="13719"/>
                  </a:cubicBezTo>
                  <a:lnTo>
                    <a:pt x="3028" y="11318"/>
                  </a:lnTo>
                  <a:cubicBezTo>
                    <a:pt x="3028" y="11182"/>
                    <a:pt x="2926" y="11114"/>
                    <a:pt x="2823" y="11114"/>
                  </a:cubicBezTo>
                  <a:cubicBezTo>
                    <a:pt x="2721" y="11114"/>
                    <a:pt x="2619" y="11182"/>
                    <a:pt x="2619" y="11318"/>
                  </a:cubicBezTo>
                  <a:lnTo>
                    <a:pt x="2619" y="11550"/>
                  </a:lnTo>
                  <a:lnTo>
                    <a:pt x="1079" y="11550"/>
                  </a:lnTo>
                  <a:cubicBezTo>
                    <a:pt x="710" y="11550"/>
                    <a:pt x="413" y="11249"/>
                    <a:pt x="413" y="10883"/>
                  </a:cubicBezTo>
                  <a:lnTo>
                    <a:pt x="413" y="9355"/>
                  </a:lnTo>
                  <a:cubicBezTo>
                    <a:pt x="413" y="8746"/>
                    <a:pt x="906" y="8254"/>
                    <a:pt x="1514" y="8254"/>
                  </a:cubicBezTo>
                  <a:lnTo>
                    <a:pt x="1586" y="8254"/>
                  </a:lnTo>
                  <a:cubicBezTo>
                    <a:pt x="1778" y="8254"/>
                    <a:pt x="1967" y="8315"/>
                    <a:pt x="2119" y="8431"/>
                  </a:cubicBezTo>
                  <a:lnTo>
                    <a:pt x="2409" y="8649"/>
                  </a:lnTo>
                  <a:cubicBezTo>
                    <a:pt x="2474" y="8696"/>
                    <a:pt x="2546" y="8739"/>
                    <a:pt x="2619" y="8775"/>
                  </a:cubicBezTo>
                  <a:lnTo>
                    <a:pt x="2619" y="10445"/>
                  </a:lnTo>
                  <a:cubicBezTo>
                    <a:pt x="2619" y="10581"/>
                    <a:pt x="2721" y="10649"/>
                    <a:pt x="2823" y="10649"/>
                  </a:cubicBezTo>
                  <a:cubicBezTo>
                    <a:pt x="2926" y="10649"/>
                    <a:pt x="3028" y="10581"/>
                    <a:pt x="3028" y="10445"/>
                  </a:cubicBezTo>
                  <a:lnTo>
                    <a:pt x="3028" y="8899"/>
                  </a:lnTo>
                  <a:cubicBezTo>
                    <a:pt x="3079" y="8906"/>
                    <a:pt x="3133" y="8909"/>
                    <a:pt x="3187" y="8909"/>
                  </a:cubicBezTo>
                  <a:lnTo>
                    <a:pt x="3557" y="8909"/>
                  </a:lnTo>
                  <a:cubicBezTo>
                    <a:pt x="3564" y="8909"/>
                    <a:pt x="3568" y="8909"/>
                    <a:pt x="3571" y="8913"/>
                  </a:cubicBezTo>
                  <a:cubicBezTo>
                    <a:pt x="3604" y="8982"/>
                    <a:pt x="4451" y="10622"/>
                    <a:pt x="6240" y="11293"/>
                  </a:cubicBezTo>
                  <a:cubicBezTo>
                    <a:pt x="6262" y="11302"/>
                    <a:pt x="6286" y="11306"/>
                    <a:pt x="6310" y="11306"/>
                  </a:cubicBezTo>
                  <a:cubicBezTo>
                    <a:pt x="6334" y="11306"/>
                    <a:pt x="6358" y="11302"/>
                    <a:pt x="6382" y="11293"/>
                  </a:cubicBezTo>
                  <a:cubicBezTo>
                    <a:pt x="8167" y="10622"/>
                    <a:pt x="9015" y="8985"/>
                    <a:pt x="9051" y="8913"/>
                  </a:cubicBezTo>
                  <a:cubicBezTo>
                    <a:pt x="9054" y="8909"/>
                    <a:pt x="9058" y="8909"/>
                    <a:pt x="9062" y="8909"/>
                  </a:cubicBezTo>
                  <a:lnTo>
                    <a:pt x="9435" y="8909"/>
                  </a:lnTo>
                  <a:cubicBezTo>
                    <a:pt x="9489" y="8909"/>
                    <a:pt x="9540" y="8906"/>
                    <a:pt x="9594" y="8899"/>
                  </a:cubicBezTo>
                  <a:lnTo>
                    <a:pt x="9594" y="13719"/>
                  </a:lnTo>
                  <a:cubicBezTo>
                    <a:pt x="9594" y="13853"/>
                    <a:pt x="9696" y="13920"/>
                    <a:pt x="9797" y="13920"/>
                  </a:cubicBezTo>
                  <a:cubicBezTo>
                    <a:pt x="9898" y="13920"/>
                    <a:pt x="10000" y="13853"/>
                    <a:pt x="10000" y="13719"/>
                  </a:cubicBezTo>
                  <a:lnTo>
                    <a:pt x="10000" y="11959"/>
                  </a:lnTo>
                  <a:lnTo>
                    <a:pt x="11336" y="11959"/>
                  </a:lnTo>
                  <a:lnTo>
                    <a:pt x="11336" y="13719"/>
                  </a:lnTo>
                  <a:cubicBezTo>
                    <a:pt x="11336" y="13853"/>
                    <a:pt x="11438" y="13920"/>
                    <a:pt x="11541" y="13920"/>
                  </a:cubicBezTo>
                  <a:cubicBezTo>
                    <a:pt x="11643" y="13920"/>
                    <a:pt x="11745" y="13853"/>
                    <a:pt x="11745" y="13719"/>
                  </a:cubicBezTo>
                  <a:lnTo>
                    <a:pt x="11745" y="11941"/>
                  </a:lnTo>
                  <a:cubicBezTo>
                    <a:pt x="12249" y="11843"/>
                    <a:pt x="12615" y="11398"/>
                    <a:pt x="12618" y="10883"/>
                  </a:cubicBezTo>
                  <a:lnTo>
                    <a:pt x="12618" y="9359"/>
                  </a:lnTo>
                  <a:cubicBezTo>
                    <a:pt x="12615" y="8522"/>
                    <a:pt x="11937" y="7848"/>
                    <a:pt x="11104" y="7848"/>
                  </a:cubicBezTo>
                  <a:lnTo>
                    <a:pt x="11032" y="7848"/>
                  </a:lnTo>
                  <a:cubicBezTo>
                    <a:pt x="10753" y="7848"/>
                    <a:pt x="10478" y="7939"/>
                    <a:pt x="10257" y="8105"/>
                  </a:cubicBezTo>
                  <a:lnTo>
                    <a:pt x="9964" y="8323"/>
                  </a:lnTo>
                  <a:cubicBezTo>
                    <a:pt x="9811" y="8439"/>
                    <a:pt x="9623" y="8500"/>
                    <a:pt x="9435" y="8500"/>
                  </a:cubicBezTo>
                  <a:lnTo>
                    <a:pt x="9062" y="8500"/>
                  </a:lnTo>
                  <a:cubicBezTo>
                    <a:pt x="8902" y="8500"/>
                    <a:pt x="8757" y="8587"/>
                    <a:pt x="8685" y="8728"/>
                  </a:cubicBezTo>
                  <a:cubicBezTo>
                    <a:pt x="8678" y="8743"/>
                    <a:pt x="8642" y="8815"/>
                    <a:pt x="8573" y="8928"/>
                  </a:cubicBezTo>
                  <a:lnTo>
                    <a:pt x="8363" y="8866"/>
                  </a:lnTo>
                  <a:cubicBezTo>
                    <a:pt x="8171" y="8808"/>
                    <a:pt x="8040" y="8631"/>
                    <a:pt x="8040" y="8431"/>
                  </a:cubicBezTo>
                  <a:lnTo>
                    <a:pt x="8040" y="7497"/>
                  </a:lnTo>
                  <a:cubicBezTo>
                    <a:pt x="8261" y="7341"/>
                    <a:pt x="8464" y="7157"/>
                    <a:pt x="8642" y="6946"/>
                  </a:cubicBezTo>
                  <a:lnTo>
                    <a:pt x="8993" y="6946"/>
                  </a:lnTo>
                  <a:cubicBezTo>
                    <a:pt x="9304" y="6946"/>
                    <a:pt x="9572" y="6722"/>
                    <a:pt x="9623" y="6410"/>
                  </a:cubicBezTo>
                  <a:lnTo>
                    <a:pt x="9757" y="5614"/>
                  </a:lnTo>
                  <a:cubicBezTo>
                    <a:pt x="10029" y="5534"/>
                    <a:pt x="10217" y="5284"/>
                    <a:pt x="10217" y="4998"/>
                  </a:cubicBezTo>
                  <a:lnTo>
                    <a:pt x="10217" y="3908"/>
                  </a:lnTo>
                  <a:cubicBezTo>
                    <a:pt x="10217" y="3633"/>
                    <a:pt x="10040" y="3390"/>
                    <a:pt x="9779" y="3303"/>
                  </a:cubicBezTo>
                  <a:cubicBezTo>
                    <a:pt x="9685" y="1452"/>
                    <a:pt x="8160" y="0"/>
                    <a:pt x="63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2"/>
            <p:cNvSpPr/>
            <p:nvPr/>
          </p:nvSpPr>
          <p:spPr>
            <a:xfrm>
              <a:off x="6347362" y="1821982"/>
              <a:ext cx="102117" cy="56394"/>
            </a:xfrm>
            <a:custGeom>
              <a:rect b="b" l="l" r="r" t="t"/>
              <a:pathLst>
                <a:path extrusionOk="0" h="2151" w="3895">
                  <a:moveTo>
                    <a:pt x="1949" y="1"/>
                  </a:moveTo>
                  <a:cubicBezTo>
                    <a:pt x="874" y="1"/>
                    <a:pt x="4" y="873"/>
                    <a:pt x="1" y="1949"/>
                  </a:cubicBezTo>
                  <a:cubicBezTo>
                    <a:pt x="1" y="2083"/>
                    <a:pt x="103" y="2150"/>
                    <a:pt x="205" y="2150"/>
                  </a:cubicBezTo>
                  <a:cubicBezTo>
                    <a:pt x="308" y="2150"/>
                    <a:pt x="410" y="2083"/>
                    <a:pt x="410" y="1949"/>
                  </a:cubicBezTo>
                  <a:cubicBezTo>
                    <a:pt x="410" y="1098"/>
                    <a:pt x="1098" y="410"/>
                    <a:pt x="1949" y="410"/>
                  </a:cubicBezTo>
                  <a:cubicBezTo>
                    <a:pt x="2800" y="410"/>
                    <a:pt x="3488" y="1098"/>
                    <a:pt x="3488" y="1949"/>
                  </a:cubicBezTo>
                  <a:cubicBezTo>
                    <a:pt x="3488" y="2083"/>
                    <a:pt x="3590" y="2150"/>
                    <a:pt x="3691" y="2150"/>
                  </a:cubicBezTo>
                  <a:cubicBezTo>
                    <a:pt x="3793" y="2150"/>
                    <a:pt x="3894" y="2083"/>
                    <a:pt x="3894" y="1949"/>
                  </a:cubicBezTo>
                  <a:cubicBezTo>
                    <a:pt x="3894" y="873"/>
                    <a:pt x="3025" y="1"/>
                    <a:pt x="19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4" name="Google Shape;13184;p82"/>
          <p:cNvGrpSpPr/>
          <p:nvPr/>
        </p:nvGrpSpPr>
        <p:grpSpPr>
          <a:xfrm>
            <a:off x="5805866" y="3797471"/>
            <a:ext cx="285168" cy="365288"/>
            <a:chOff x="5805866" y="3797471"/>
            <a:chExt cx="285168" cy="365288"/>
          </a:xfrm>
        </p:grpSpPr>
        <p:sp>
          <p:nvSpPr>
            <p:cNvPr id="13185" name="Google Shape;13185;p82"/>
            <p:cNvSpPr/>
            <p:nvPr/>
          </p:nvSpPr>
          <p:spPr>
            <a:xfrm>
              <a:off x="5811266" y="4039406"/>
              <a:ext cx="274261" cy="117769"/>
            </a:xfrm>
            <a:custGeom>
              <a:rect b="b" l="l" r="r" t="t"/>
              <a:pathLst>
                <a:path extrusionOk="0" h="4492" w="10461">
                  <a:moveTo>
                    <a:pt x="3235" y="0"/>
                  </a:moveTo>
                  <a:lnTo>
                    <a:pt x="939" y="674"/>
                  </a:lnTo>
                  <a:cubicBezTo>
                    <a:pt x="381" y="837"/>
                    <a:pt x="0" y="1348"/>
                    <a:pt x="0" y="1931"/>
                  </a:cubicBezTo>
                  <a:lnTo>
                    <a:pt x="0" y="4491"/>
                  </a:lnTo>
                  <a:lnTo>
                    <a:pt x="10460" y="4491"/>
                  </a:lnTo>
                  <a:lnTo>
                    <a:pt x="10460" y="1931"/>
                  </a:lnTo>
                  <a:cubicBezTo>
                    <a:pt x="10460" y="1348"/>
                    <a:pt x="10080" y="837"/>
                    <a:pt x="9522" y="674"/>
                  </a:cubicBezTo>
                  <a:lnTo>
                    <a:pt x="722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2"/>
            <p:cNvSpPr/>
            <p:nvPr/>
          </p:nvSpPr>
          <p:spPr>
            <a:xfrm>
              <a:off x="5908402" y="4042919"/>
              <a:ext cx="79963" cy="114256"/>
            </a:xfrm>
            <a:custGeom>
              <a:rect b="b" l="l" r="r" t="t"/>
              <a:pathLst>
                <a:path extrusionOk="0" h="4358" w="3050">
                  <a:moveTo>
                    <a:pt x="1" y="0"/>
                  </a:moveTo>
                  <a:lnTo>
                    <a:pt x="435" y="4357"/>
                  </a:lnTo>
                  <a:lnTo>
                    <a:pt x="2615" y="4357"/>
                  </a:lnTo>
                  <a:lnTo>
                    <a:pt x="305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2"/>
            <p:cNvSpPr/>
            <p:nvPr/>
          </p:nvSpPr>
          <p:spPr>
            <a:xfrm>
              <a:off x="5908297" y="4042919"/>
              <a:ext cx="80068" cy="40008"/>
            </a:xfrm>
            <a:custGeom>
              <a:rect b="b" l="l" r="r" t="t"/>
              <a:pathLst>
                <a:path extrusionOk="0" h="1526" w="3054">
                  <a:moveTo>
                    <a:pt x="1" y="0"/>
                  </a:moveTo>
                  <a:lnTo>
                    <a:pt x="102" y="993"/>
                  </a:lnTo>
                  <a:cubicBezTo>
                    <a:pt x="512" y="1348"/>
                    <a:pt x="1020" y="1525"/>
                    <a:pt x="1529" y="1525"/>
                  </a:cubicBezTo>
                  <a:cubicBezTo>
                    <a:pt x="2038" y="1525"/>
                    <a:pt x="2547" y="1348"/>
                    <a:pt x="2956" y="993"/>
                  </a:cubicBezTo>
                  <a:lnTo>
                    <a:pt x="305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2"/>
            <p:cNvSpPr/>
            <p:nvPr/>
          </p:nvSpPr>
          <p:spPr>
            <a:xfrm>
              <a:off x="5908402" y="3985765"/>
              <a:ext cx="79963" cy="80068"/>
            </a:xfrm>
            <a:custGeom>
              <a:rect b="b" l="l" r="r" t="t"/>
              <a:pathLst>
                <a:path extrusionOk="0" h="3054" w="3050">
                  <a:moveTo>
                    <a:pt x="1" y="0"/>
                  </a:moveTo>
                  <a:lnTo>
                    <a:pt x="1" y="1525"/>
                  </a:lnTo>
                  <a:cubicBezTo>
                    <a:pt x="1" y="2369"/>
                    <a:pt x="681" y="3050"/>
                    <a:pt x="1525" y="3053"/>
                  </a:cubicBezTo>
                  <a:cubicBezTo>
                    <a:pt x="2369" y="3050"/>
                    <a:pt x="3050" y="2369"/>
                    <a:pt x="3050" y="1525"/>
                  </a:cubicBezTo>
                  <a:lnTo>
                    <a:pt x="305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2"/>
            <p:cNvSpPr/>
            <p:nvPr/>
          </p:nvSpPr>
          <p:spPr>
            <a:xfrm>
              <a:off x="5908402" y="3985765"/>
              <a:ext cx="79963" cy="40034"/>
            </a:xfrm>
            <a:custGeom>
              <a:rect b="b" l="l" r="r" t="t"/>
              <a:pathLst>
                <a:path extrusionOk="0" h="1527" w="3050">
                  <a:moveTo>
                    <a:pt x="1" y="0"/>
                  </a:moveTo>
                  <a:lnTo>
                    <a:pt x="1" y="1141"/>
                  </a:lnTo>
                  <a:cubicBezTo>
                    <a:pt x="477" y="1398"/>
                    <a:pt x="1001" y="1527"/>
                    <a:pt x="1525" y="1527"/>
                  </a:cubicBezTo>
                  <a:cubicBezTo>
                    <a:pt x="2050" y="1527"/>
                    <a:pt x="2574" y="1398"/>
                    <a:pt x="3050" y="1141"/>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2"/>
            <p:cNvSpPr/>
            <p:nvPr/>
          </p:nvSpPr>
          <p:spPr>
            <a:xfrm>
              <a:off x="5851248" y="3854337"/>
              <a:ext cx="194298" cy="154421"/>
            </a:xfrm>
            <a:custGeom>
              <a:rect b="b" l="l" r="r" t="t"/>
              <a:pathLst>
                <a:path extrusionOk="0" h="5890" w="7411">
                  <a:moveTo>
                    <a:pt x="873" y="1"/>
                  </a:moveTo>
                  <a:lnTo>
                    <a:pt x="873" y="2181"/>
                  </a:lnTo>
                  <a:lnTo>
                    <a:pt x="543" y="2181"/>
                  </a:lnTo>
                  <a:cubicBezTo>
                    <a:pt x="243" y="2181"/>
                    <a:pt x="0" y="2424"/>
                    <a:pt x="0" y="2724"/>
                  </a:cubicBezTo>
                  <a:cubicBezTo>
                    <a:pt x="0" y="3025"/>
                    <a:pt x="243" y="3271"/>
                    <a:pt x="543" y="3271"/>
                  </a:cubicBezTo>
                  <a:lnTo>
                    <a:pt x="884" y="3271"/>
                  </a:lnTo>
                  <a:cubicBezTo>
                    <a:pt x="996" y="4745"/>
                    <a:pt x="2224" y="5890"/>
                    <a:pt x="3705" y="5890"/>
                  </a:cubicBezTo>
                  <a:cubicBezTo>
                    <a:pt x="5187" y="5890"/>
                    <a:pt x="6418" y="4745"/>
                    <a:pt x="6530" y="3271"/>
                  </a:cubicBezTo>
                  <a:lnTo>
                    <a:pt x="6867" y="3271"/>
                  </a:lnTo>
                  <a:cubicBezTo>
                    <a:pt x="7168" y="3271"/>
                    <a:pt x="7410" y="3025"/>
                    <a:pt x="7410" y="2724"/>
                  </a:cubicBezTo>
                  <a:cubicBezTo>
                    <a:pt x="7410" y="2424"/>
                    <a:pt x="7168" y="2181"/>
                    <a:pt x="6867" y="2181"/>
                  </a:cubicBezTo>
                  <a:lnTo>
                    <a:pt x="6537" y="2181"/>
                  </a:lnTo>
                  <a:lnTo>
                    <a:pt x="653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2"/>
            <p:cNvSpPr/>
            <p:nvPr/>
          </p:nvSpPr>
          <p:spPr>
            <a:xfrm>
              <a:off x="5849334" y="3854337"/>
              <a:ext cx="167163" cy="154369"/>
            </a:xfrm>
            <a:custGeom>
              <a:rect b="b" l="l" r="r" t="t"/>
              <a:pathLst>
                <a:path extrusionOk="0" h="5888" w="6376">
                  <a:moveTo>
                    <a:pt x="946" y="1"/>
                  </a:moveTo>
                  <a:lnTo>
                    <a:pt x="946" y="2181"/>
                  </a:lnTo>
                  <a:lnTo>
                    <a:pt x="642" y="2181"/>
                  </a:lnTo>
                  <a:cubicBezTo>
                    <a:pt x="636" y="2181"/>
                    <a:pt x="631" y="2181"/>
                    <a:pt x="626" y="2181"/>
                  </a:cubicBezTo>
                  <a:cubicBezTo>
                    <a:pt x="382" y="2181"/>
                    <a:pt x="166" y="2342"/>
                    <a:pt x="99" y="2576"/>
                  </a:cubicBezTo>
                  <a:cubicBezTo>
                    <a:pt x="1" y="2923"/>
                    <a:pt x="262" y="3267"/>
                    <a:pt x="624" y="3271"/>
                  </a:cubicBezTo>
                  <a:lnTo>
                    <a:pt x="957" y="3271"/>
                  </a:lnTo>
                  <a:cubicBezTo>
                    <a:pt x="1062" y="4766"/>
                    <a:pt x="2310" y="5887"/>
                    <a:pt x="3757" y="5887"/>
                  </a:cubicBezTo>
                  <a:cubicBezTo>
                    <a:pt x="3908" y="5887"/>
                    <a:pt x="4062" y="5875"/>
                    <a:pt x="4216" y="5850"/>
                  </a:cubicBezTo>
                  <a:cubicBezTo>
                    <a:pt x="2837" y="5636"/>
                    <a:pt x="1819" y="4448"/>
                    <a:pt x="1819" y="3054"/>
                  </a:cubicBezTo>
                  <a:lnTo>
                    <a:pt x="1819" y="1685"/>
                  </a:lnTo>
                  <a:cubicBezTo>
                    <a:pt x="1819" y="1319"/>
                    <a:pt x="2117" y="1035"/>
                    <a:pt x="2469" y="1035"/>
                  </a:cubicBezTo>
                  <a:cubicBezTo>
                    <a:pt x="2497" y="1035"/>
                    <a:pt x="2525" y="1036"/>
                    <a:pt x="2554" y="1040"/>
                  </a:cubicBezTo>
                  <a:cubicBezTo>
                    <a:pt x="2771" y="1065"/>
                    <a:pt x="2992" y="1080"/>
                    <a:pt x="3210" y="1080"/>
                  </a:cubicBezTo>
                  <a:cubicBezTo>
                    <a:pt x="3862" y="1080"/>
                    <a:pt x="4586" y="975"/>
                    <a:pt x="5361" y="772"/>
                  </a:cubicBezTo>
                  <a:cubicBezTo>
                    <a:pt x="5788" y="656"/>
                    <a:pt x="6150" y="381"/>
                    <a:pt x="637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2"/>
            <p:cNvSpPr/>
            <p:nvPr/>
          </p:nvSpPr>
          <p:spPr>
            <a:xfrm>
              <a:off x="5862627" y="3831423"/>
              <a:ext cx="40008" cy="82952"/>
            </a:xfrm>
            <a:custGeom>
              <a:rect b="b" l="l" r="r" t="t"/>
              <a:pathLst>
                <a:path extrusionOk="0" h="3164" w="1526">
                  <a:moveTo>
                    <a:pt x="1432" y="0"/>
                  </a:moveTo>
                  <a:cubicBezTo>
                    <a:pt x="644" y="0"/>
                    <a:pt x="1" y="609"/>
                    <a:pt x="1" y="1313"/>
                  </a:cubicBezTo>
                  <a:lnTo>
                    <a:pt x="1" y="3164"/>
                  </a:lnTo>
                  <a:lnTo>
                    <a:pt x="493" y="3102"/>
                  </a:lnTo>
                  <a:cubicBezTo>
                    <a:pt x="711" y="3077"/>
                    <a:pt x="874" y="2892"/>
                    <a:pt x="874" y="2671"/>
                  </a:cubicBezTo>
                  <a:lnTo>
                    <a:pt x="874" y="2399"/>
                  </a:lnTo>
                  <a:cubicBezTo>
                    <a:pt x="874" y="1527"/>
                    <a:pt x="1526" y="875"/>
                    <a:pt x="1526" y="875"/>
                  </a:cubicBezTo>
                  <a:lnTo>
                    <a:pt x="1500" y="2"/>
                  </a:lnTo>
                  <a:cubicBezTo>
                    <a:pt x="1477" y="1"/>
                    <a:pt x="1455" y="0"/>
                    <a:pt x="143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2"/>
            <p:cNvSpPr/>
            <p:nvPr/>
          </p:nvSpPr>
          <p:spPr>
            <a:xfrm>
              <a:off x="5948384" y="4020031"/>
              <a:ext cx="72858" cy="137144"/>
            </a:xfrm>
            <a:custGeom>
              <a:rect b="b" l="l" r="r" t="t"/>
              <a:pathLst>
                <a:path extrusionOk="0" h="5231" w="2779">
                  <a:moveTo>
                    <a:pt x="1525" y="1"/>
                  </a:moveTo>
                  <a:lnTo>
                    <a:pt x="0" y="5230"/>
                  </a:lnTo>
                  <a:lnTo>
                    <a:pt x="1308" y="5230"/>
                  </a:lnTo>
                  <a:lnTo>
                    <a:pt x="2691" y="2463"/>
                  </a:lnTo>
                  <a:cubicBezTo>
                    <a:pt x="2778" y="2293"/>
                    <a:pt x="2746" y="2090"/>
                    <a:pt x="2612" y="1960"/>
                  </a:cubicBezTo>
                  <a:lnTo>
                    <a:pt x="2181" y="1525"/>
                  </a:lnTo>
                  <a:lnTo>
                    <a:pt x="2640" y="910"/>
                  </a:lnTo>
                  <a:cubicBezTo>
                    <a:pt x="2742" y="776"/>
                    <a:pt x="2698" y="587"/>
                    <a:pt x="2546" y="511"/>
                  </a:cubicBezTo>
                  <a:lnTo>
                    <a:pt x="1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2"/>
            <p:cNvSpPr/>
            <p:nvPr/>
          </p:nvSpPr>
          <p:spPr>
            <a:xfrm>
              <a:off x="5994055" y="3814329"/>
              <a:ext cx="40087" cy="100046"/>
            </a:xfrm>
            <a:custGeom>
              <a:rect b="b" l="l" r="r" t="t"/>
              <a:pathLst>
                <a:path extrusionOk="0" h="3816" w="1529">
                  <a:moveTo>
                    <a:pt x="97" y="0"/>
                  </a:moveTo>
                  <a:cubicBezTo>
                    <a:pt x="75" y="0"/>
                    <a:pt x="52" y="1"/>
                    <a:pt x="29" y="2"/>
                  </a:cubicBezTo>
                  <a:lnTo>
                    <a:pt x="0" y="1527"/>
                  </a:lnTo>
                  <a:cubicBezTo>
                    <a:pt x="0" y="1527"/>
                    <a:pt x="656" y="2179"/>
                    <a:pt x="656" y="3051"/>
                  </a:cubicBezTo>
                  <a:lnTo>
                    <a:pt x="656" y="3323"/>
                  </a:lnTo>
                  <a:cubicBezTo>
                    <a:pt x="656" y="3544"/>
                    <a:pt x="819" y="3729"/>
                    <a:pt x="1036" y="3754"/>
                  </a:cubicBezTo>
                  <a:lnTo>
                    <a:pt x="1525" y="3816"/>
                  </a:lnTo>
                  <a:lnTo>
                    <a:pt x="1525" y="1309"/>
                  </a:lnTo>
                  <a:cubicBezTo>
                    <a:pt x="1529" y="605"/>
                    <a:pt x="882" y="0"/>
                    <a:pt x="97"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2"/>
            <p:cNvSpPr/>
            <p:nvPr/>
          </p:nvSpPr>
          <p:spPr>
            <a:xfrm>
              <a:off x="5875657" y="4020031"/>
              <a:ext cx="72754" cy="137144"/>
            </a:xfrm>
            <a:custGeom>
              <a:rect b="b" l="l" r="r" t="t"/>
              <a:pathLst>
                <a:path extrusionOk="0" h="5231" w="2775">
                  <a:moveTo>
                    <a:pt x="1250" y="1"/>
                  </a:moveTo>
                  <a:lnTo>
                    <a:pt x="228" y="511"/>
                  </a:lnTo>
                  <a:cubicBezTo>
                    <a:pt x="80" y="584"/>
                    <a:pt x="33" y="776"/>
                    <a:pt x="134" y="910"/>
                  </a:cubicBezTo>
                  <a:lnTo>
                    <a:pt x="594" y="1525"/>
                  </a:lnTo>
                  <a:lnTo>
                    <a:pt x="163" y="1960"/>
                  </a:lnTo>
                  <a:cubicBezTo>
                    <a:pt x="29" y="2090"/>
                    <a:pt x="0" y="2293"/>
                    <a:pt x="83" y="2460"/>
                  </a:cubicBezTo>
                  <a:lnTo>
                    <a:pt x="1467" y="5230"/>
                  </a:lnTo>
                  <a:lnTo>
                    <a:pt x="2774" y="5230"/>
                  </a:lnTo>
                  <a:lnTo>
                    <a:pt x="125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2"/>
            <p:cNvSpPr/>
            <p:nvPr/>
          </p:nvSpPr>
          <p:spPr>
            <a:xfrm>
              <a:off x="5862259" y="3802977"/>
              <a:ext cx="145114" cy="62476"/>
            </a:xfrm>
            <a:custGeom>
              <a:rect b="b" l="l" r="r" t="t"/>
              <a:pathLst>
                <a:path extrusionOk="0" h="2383" w="5535">
                  <a:moveTo>
                    <a:pt x="3705" y="0"/>
                  </a:moveTo>
                  <a:cubicBezTo>
                    <a:pt x="1887" y="0"/>
                    <a:pt x="1540" y="551"/>
                    <a:pt x="142" y="996"/>
                  </a:cubicBezTo>
                  <a:cubicBezTo>
                    <a:pt x="44" y="1025"/>
                    <a:pt x="0" y="1138"/>
                    <a:pt x="55" y="1224"/>
                  </a:cubicBezTo>
                  <a:cubicBezTo>
                    <a:pt x="285" y="1584"/>
                    <a:pt x="990" y="2382"/>
                    <a:pt x="2716" y="2382"/>
                  </a:cubicBezTo>
                  <a:cubicBezTo>
                    <a:pt x="3267" y="2382"/>
                    <a:pt x="3923" y="2301"/>
                    <a:pt x="4701" y="2097"/>
                  </a:cubicBezTo>
                  <a:cubicBezTo>
                    <a:pt x="5078" y="2000"/>
                    <a:pt x="5368" y="1692"/>
                    <a:pt x="5444" y="1311"/>
                  </a:cubicBezTo>
                  <a:cubicBezTo>
                    <a:pt x="5534" y="870"/>
                    <a:pt x="5263" y="431"/>
                    <a:pt x="4861" y="232"/>
                  </a:cubicBezTo>
                  <a:cubicBezTo>
                    <a:pt x="4538" y="76"/>
                    <a:pt x="4118" y="0"/>
                    <a:pt x="37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2"/>
            <p:cNvSpPr/>
            <p:nvPr/>
          </p:nvSpPr>
          <p:spPr>
            <a:xfrm>
              <a:off x="5839765" y="4122856"/>
              <a:ext cx="57180" cy="34319"/>
            </a:xfrm>
            <a:custGeom>
              <a:rect b="b" l="l" r="r" t="t"/>
              <a:pathLst>
                <a:path extrusionOk="0" h="1309" w="2181">
                  <a:moveTo>
                    <a:pt x="0" y="1"/>
                  </a:moveTo>
                  <a:lnTo>
                    <a:pt x="0" y="1308"/>
                  </a:lnTo>
                  <a:lnTo>
                    <a:pt x="2180" y="1308"/>
                  </a:lnTo>
                  <a:lnTo>
                    <a:pt x="2180"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2"/>
            <p:cNvSpPr/>
            <p:nvPr/>
          </p:nvSpPr>
          <p:spPr>
            <a:xfrm>
              <a:off x="5908796" y="3911884"/>
              <a:ext cx="10644" cy="16386"/>
            </a:xfrm>
            <a:custGeom>
              <a:rect b="b" l="l" r="r" t="t"/>
              <a:pathLst>
                <a:path extrusionOk="0" h="625" w="406">
                  <a:moveTo>
                    <a:pt x="203" y="0"/>
                  </a:moveTo>
                  <a:cubicBezTo>
                    <a:pt x="91" y="0"/>
                    <a:pt x="0" y="91"/>
                    <a:pt x="0" y="203"/>
                  </a:cubicBezTo>
                  <a:lnTo>
                    <a:pt x="0" y="421"/>
                  </a:lnTo>
                  <a:cubicBezTo>
                    <a:pt x="0" y="556"/>
                    <a:pt x="101" y="624"/>
                    <a:pt x="203" y="624"/>
                  </a:cubicBezTo>
                  <a:cubicBezTo>
                    <a:pt x="304" y="624"/>
                    <a:pt x="406" y="556"/>
                    <a:pt x="406" y="42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2"/>
            <p:cNvSpPr/>
            <p:nvPr/>
          </p:nvSpPr>
          <p:spPr>
            <a:xfrm>
              <a:off x="5977328" y="3911884"/>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2"/>
            <p:cNvSpPr/>
            <p:nvPr/>
          </p:nvSpPr>
          <p:spPr>
            <a:xfrm>
              <a:off x="5923556" y="3951735"/>
              <a:ext cx="49604" cy="16569"/>
            </a:xfrm>
            <a:custGeom>
              <a:rect b="b" l="l" r="r" t="t"/>
              <a:pathLst>
                <a:path extrusionOk="0" h="632" w="1892">
                  <a:moveTo>
                    <a:pt x="293" y="0"/>
                  </a:moveTo>
                  <a:cubicBezTo>
                    <a:pt x="134" y="0"/>
                    <a:pt x="0" y="205"/>
                    <a:pt x="150" y="353"/>
                  </a:cubicBezTo>
                  <a:cubicBezTo>
                    <a:pt x="324" y="527"/>
                    <a:pt x="621" y="632"/>
                    <a:pt x="947" y="632"/>
                  </a:cubicBezTo>
                  <a:cubicBezTo>
                    <a:pt x="1270" y="632"/>
                    <a:pt x="1567" y="527"/>
                    <a:pt x="1744" y="353"/>
                  </a:cubicBezTo>
                  <a:cubicBezTo>
                    <a:pt x="1892" y="205"/>
                    <a:pt x="1757" y="0"/>
                    <a:pt x="1599" y="0"/>
                  </a:cubicBezTo>
                  <a:cubicBezTo>
                    <a:pt x="1552" y="0"/>
                    <a:pt x="1502" y="19"/>
                    <a:pt x="1458" y="63"/>
                  </a:cubicBezTo>
                  <a:cubicBezTo>
                    <a:pt x="1382" y="136"/>
                    <a:pt x="1204"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2"/>
            <p:cNvSpPr/>
            <p:nvPr/>
          </p:nvSpPr>
          <p:spPr>
            <a:xfrm>
              <a:off x="5901271" y="3894686"/>
              <a:ext cx="25667" cy="10775"/>
            </a:xfrm>
            <a:custGeom>
              <a:rect b="b" l="l" r="r" t="t"/>
              <a:pathLst>
                <a:path extrusionOk="0" h="411" w="979">
                  <a:moveTo>
                    <a:pt x="273" y="1"/>
                  </a:moveTo>
                  <a:cubicBezTo>
                    <a:pt x="1" y="1"/>
                    <a:pt x="1" y="410"/>
                    <a:pt x="273"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2"/>
            <p:cNvSpPr/>
            <p:nvPr/>
          </p:nvSpPr>
          <p:spPr>
            <a:xfrm>
              <a:off x="5969830" y="3894686"/>
              <a:ext cx="25667" cy="10775"/>
            </a:xfrm>
            <a:custGeom>
              <a:rect b="b" l="l" r="r" t="t"/>
              <a:pathLst>
                <a:path extrusionOk="0" h="411"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2"/>
            <p:cNvSpPr/>
            <p:nvPr/>
          </p:nvSpPr>
          <p:spPr>
            <a:xfrm>
              <a:off x="5805866" y="3797471"/>
              <a:ext cx="285168" cy="365288"/>
            </a:xfrm>
            <a:custGeom>
              <a:rect b="b" l="l" r="r" t="t"/>
              <a:pathLst>
                <a:path extrusionOk="0" h="13933" w="10877">
                  <a:moveTo>
                    <a:pt x="5856" y="413"/>
                  </a:moveTo>
                  <a:cubicBezTo>
                    <a:pt x="6610" y="413"/>
                    <a:pt x="7283" y="732"/>
                    <a:pt x="7421" y="1145"/>
                  </a:cubicBezTo>
                  <a:cubicBezTo>
                    <a:pt x="7454" y="1243"/>
                    <a:pt x="7532" y="1285"/>
                    <a:pt x="7610" y="1285"/>
                  </a:cubicBezTo>
                  <a:cubicBezTo>
                    <a:pt x="7735" y="1285"/>
                    <a:pt x="7862" y="1177"/>
                    <a:pt x="7808" y="1018"/>
                  </a:cubicBezTo>
                  <a:cubicBezTo>
                    <a:pt x="7798" y="982"/>
                    <a:pt x="7783" y="946"/>
                    <a:pt x="7769" y="913"/>
                  </a:cubicBezTo>
                  <a:lnTo>
                    <a:pt x="7769" y="913"/>
                  </a:lnTo>
                  <a:cubicBezTo>
                    <a:pt x="8207" y="1069"/>
                    <a:pt x="8500" y="1485"/>
                    <a:pt x="8500" y="1956"/>
                  </a:cubicBezTo>
                  <a:lnTo>
                    <a:pt x="8500" y="4147"/>
                  </a:lnTo>
                  <a:lnTo>
                    <a:pt x="8268" y="4147"/>
                  </a:lnTo>
                  <a:cubicBezTo>
                    <a:pt x="8142" y="4147"/>
                    <a:pt x="8037" y="4042"/>
                    <a:pt x="8037" y="3915"/>
                  </a:cubicBezTo>
                  <a:lnTo>
                    <a:pt x="8037" y="3694"/>
                  </a:lnTo>
                  <a:cubicBezTo>
                    <a:pt x="8037" y="2749"/>
                    <a:pt x="7352" y="2054"/>
                    <a:pt x="7323" y="2025"/>
                  </a:cubicBezTo>
                  <a:cubicBezTo>
                    <a:pt x="7284" y="1985"/>
                    <a:pt x="7231" y="1965"/>
                    <a:pt x="7178" y="1965"/>
                  </a:cubicBezTo>
                  <a:cubicBezTo>
                    <a:pt x="7157" y="1965"/>
                    <a:pt x="7137" y="1968"/>
                    <a:pt x="7117" y="1974"/>
                  </a:cubicBezTo>
                  <a:cubicBezTo>
                    <a:pt x="6451" y="2185"/>
                    <a:pt x="5623" y="2376"/>
                    <a:pt x="4816" y="2376"/>
                  </a:cubicBezTo>
                  <a:cubicBezTo>
                    <a:pt x="4252" y="2376"/>
                    <a:pt x="3698" y="2283"/>
                    <a:pt x="3216" y="2039"/>
                  </a:cubicBezTo>
                  <a:cubicBezTo>
                    <a:pt x="2901" y="1884"/>
                    <a:pt x="2629" y="1659"/>
                    <a:pt x="2419" y="1380"/>
                  </a:cubicBezTo>
                  <a:cubicBezTo>
                    <a:pt x="2785" y="1257"/>
                    <a:pt x="3140" y="1112"/>
                    <a:pt x="3491" y="949"/>
                  </a:cubicBezTo>
                  <a:cubicBezTo>
                    <a:pt x="4151" y="649"/>
                    <a:pt x="4672" y="413"/>
                    <a:pt x="5856" y="413"/>
                  </a:cubicBezTo>
                  <a:close/>
                  <a:moveTo>
                    <a:pt x="2557" y="2104"/>
                  </a:moveTo>
                  <a:cubicBezTo>
                    <a:pt x="2695" y="2213"/>
                    <a:pt x="2843" y="2311"/>
                    <a:pt x="2999" y="2391"/>
                  </a:cubicBezTo>
                  <a:cubicBezTo>
                    <a:pt x="3462" y="2630"/>
                    <a:pt x="4013" y="2764"/>
                    <a:pt x="4636" y="2785"/>
                  </a:cubicBezTo>
                  <a:cubicBezTo>
                    <a:pt x="4702" y="2788"/>
                    <a:pt x="4770" y="2789"/>
                    <a:pt x="4838" y="2789"/>
                  </a:cubicBezTo>
                  <a:cubicBezTo>
                    <a:pt x="5517" y="2789"/>
                    <a:pt x="6281" y="2659"/>
                    <a:pt x="7117" y="2409"/>
                  </a:cubicBezTo>
                  <a:cubicBezTo>
                    <a:pt x="7276" y="2604"/>
                    <a:pt x="7631" y="3100"/>
                    <a:pt x="7631" y="3698"/>
                  </a:cubicBezTo>
                  <a:lnTo>
                    <a:pt x="7631" y="3915"/>
                  </a:lnTo>
                  <a:cubicBezTo>
                    <a:pt x="7631" y="4270"/>
                    <a:pt x="7917" y="4556"/>
                    <a:pt x="8268" y="4556"/>
                  </a:cubicBezTo>
                  <a:lnTo>
                    <a:pt x="8598" y="4556"/>
                  </a:lnTo>
                  <a:cubicBezTo>
                    <a:pt x="8801" y="4556"/>
                    <a:pt x="8957" y="4730"/>
                    <a:pt x="8935" y="4933"/>
                  </a:cubicBezTo>
                  <a:cubicBezTo>
                    <a:pt x="8920" y="5103"/>
                    <a:pt x="8754" y="5237"/>
                    <a:pt x="8565" y="5237"/>
                  </a:cubicBezTo>
                  <a:lnTo>
                    <a:pt x="8475" y="5237"/>
                  </a:lnTo>
                  <a:lnTo>
                    <a:pt x="8475" y="5226"/>
                  </a:lnTo>
                  <a:cubicBezTo>
                    <a:pt x="8475" y="5114"/>
                    <a:pt x="8384" y="5024"/>
                    <a:pt x="8272" y="5024"/>
                  </a:cubicBezTo>
                  <a:cubicBezTo>
                    <a:pt x="8160" y="5024"/>
                    <a:pt x="8069" y="5114"/>
                    <a:pt x="8069" y="5226"/>
                  </a:cubicBezTo>
                  <a:cubicBezTo>
                    <a:pt x="8062" y="6675"/>
                    <a:pt x="6885" y="7849"/>
                    <a:pt x="5436" y="7849"/>
                  </a:cubicBezTo>
                  <a:lnTo>
                    <a:pt x="5436" y="7852"/>
                  </a:lnTo>
                  <a:cubicBezTo>
                    <a:pt x="3984" y="7852"/>
                    <a:pt x="2807" y="6675"/>
                    <a:pt x="2807" y="5223"/>
                  </a:cubicBezTo>
                  <a:cubicBezTo>
                    <a:pt x="2807" y="5087"/>
                    <a:pt x="2705" y="5019"/>
                    <a:pt x="2602" y="5019"/>
                  </a:cubicBezTo>
                  <a:cubicBezTo>
                    <a:pt x="2500" y="5019"/>
                    <a:pt x="2398" y="5087"/>
                    <a:pt x="2398" y="5223"/>
                  </a:cubicBezTo>
                  <a:lnTo>
                    <a:pt x="2398" y="5237"/>
                  </a:lnTo>
                  <a:lnTo>
                    <a:pt x="2274" y="5237"/>
                  </a:lnTo>
                  <a:cubicBezTo>
                    <a:pt x="2072" y="5237"/>
                    <a:pt x="1916" y="5063"/>
                    <a:pt x="1938" y="4861"/>
                  </a:cubicBezTo>
                  <a:cubicBezTo>
                    <a:pt x="1952" y="4690"/>
                    <a:pt x="2119" y="4556"/>
                    <a:pt x="2307" y="4556"/>
                  </a:cubicBezTo>
                  <a:lnTo>
                    <a:pt x="2604" y="4556"/>
                  </a:lnTo>
                  <a:cubicBezTo>
                    <a:pt x="2955" y="4556"/>
                    <a:pt x="3241" y="4270"/>
                    <a:pt x="3241" y="3915"/>
                  </a:cubicBezTo>
                  <a:lnTo>
                    <a:pt x="3241" y="3148"/>
                  </a:lnTo>
                  <a:cubicBezTo>
                    <a:pt x="3241" y="3012"/>
                    <a:pt x="3140" y="2944"/>
                    <a:pt x="3039" y="2944"/>
                  </a:cubicBezTo>
                  <a:cubicBezTo>
                    <a:pt x="2937" y="2944"/>
                    <a:pt x="2836" y="3012"/>
                    <a:pt x="2836" y="3148"/>
                  </a:cubicBezTo>
                  <a:lnTo>
                    <a:pt x="2836" y="3915"/>
                  </a:lnTo>
                  <a:cubicBezTo>
                    <a:pt x="2836" y="4046"/>
                    <a:pt x="2731" y="4147"/>
                    <a:pt x="2604" y="4147"/>
                  </a:cubicBezTo>
                  <a:lnTo>
                    <a:pt x="2372" y="4147"/>
                  </a:lnTo>
                  <a:lnTo>
                    <a:pt x="2372" y="2901"/>
                  </a:lnTo>
                  <a:cubicBezTo>
                    <a:pt x="2372" y="2427"/>
                    <a:pt x="2499" y="2188"/>
                    <a:pt x="2557" y="2104"/>
                  </a:cubicBezTo>
                  <a:close/>
                  <a:moveTo>
                    <a:pt x="6758" y="7957"/>
                  </a:moveTo>
                  <a:lnTo>
                    <a:pt x="6758" y="8464"/>
                  </a:lnTo>
                  <a:lnTo>
                    <a:pt x="6367" y="9801"/>
                  </a:lnTo>
                  <a:cubicBezTo>
                    <a:pt x="6075" y="9956"/>
                    <a:pt x="5755" y="10034"/>
                    <a:pt x="5434" y="10034"/>
                  </a:cubicBezTo>
                  <a:cubicBezTo>
                    <a:pt x="5114" y="10034"/>
                    <a:pt x="4793" y="9956"/>
                    <a:pt x="4502" y="9801"/>
                  </a:cubicBezTo>
                  <a:lnTo>
                    <a:pt x="4114" y="8464"/>
                  </a:lnTo>
                  <a:lnTo>
                    <a:pt x="4114" y="7957"/>
                  </a:lnTo>
                  <a:cubicBezTo>
                    <a:pt x="4531" y="8160"/>
                    <a:pt x="4983" y="8261"/>
                    <a:pt x="5435" y="8261"/>
                  </a:cubicBezTo>
                  <a:cubicBezTo>
                    <a:pt x="5887" y="8261"/>
                    <a:pt x="6340" y="8160"/>
                    <a:pt x="6758" y="7957"/>
                  </a:cubicBezTo>
                  <a:close/>
                  <a:moveTo>
                    <a:pt x="3270" y="12618"/>
                  </a:moveTo>
                  <a:lnTo>
                    <a:pt x="3270" y="13520"/>
                  </a:lnTo>
                  <a:lnTo>
                    <a:pt x="1499" y="13520"/>
                  </a:lnTo>
                  <a:lnTo>
                    <a:pt x="1499" y="12618"/>
                  </a:lnTo>
                  <a:lnTo>
                    <a:pt x="2180" y="12618"/>
                  </a:lnTo>
                  <a:lnTo>
                    <a:pt x="2180" y="12633"/>
                  </a:lnTo>
                  <a:cubicBezTo>
                    <a:pt x="2180" y="12769"/>
                    <a:pt x="2282" y="12837"/>
                    <a:pt x="2383" y="12837"/>
                  </a:cubicBezTo>
                  <a:cubicBezTo>
                    <a:pt x="2485" y="12837"/>
                    <a:pt x="2586" y="12769"/>
                    <a:pt x="2586" y="12633"/>
                  </a:cubicBezTo>
                  <a:lnTo>
                    <a:pt x="2586" y="12618"/>
                  </a:lnTo>
                  <a:close/>
                  <a:moveTo>
                    <a:pt x="5856" y="0"/>
                  </a:moveTo>
                  <a:cubicBezTo>
                    <a:pt x="4585" y="0"/>
                    <a:pt x="3998" y="268"/>
                    <a:pt x="3321" y="573"/>
                  </a:cubicBezTo>
                  <a:cubicBezTo>
                    <a:pt x="2912" y="768"/>
                    <a:pt x="2488" y="935"/>
                    <a:pt x="2054" y="1061"/>
                  </a:cubicBezTo>
                  <a:cubicBezTo>
                    <a:pt x="1938" y="1098"/>
                    <a:pt x="1876" y="1224"/>
                    <a:pt x="1923" y="1337"/>
                  </a:cubicBezTo>
                  <a:cubicBezTo>
                    <a:pt x="2010" y="1514"/>
                    <a:pt x="2122" y="1677"/>
                    <a:pt x="2256" y="1822"/>
                  </a:cubicBezTo>
                  <a:cubicBezTo>
                    <a:pt x="2155" y="1945"/>
                    <a:pt x="1963" y="2264"/>
                    <a:pt x="1963" y="2894"/>
                  </a:cubicBezTo>
                  <a:lnTo>
                    <a:pt x="1963" y="4220"/>
                  </a:lnTo>
                  <a:cubicBezTo>
                    <a:pt x="1644" y="4368"/>
                    <a:pt x="1470" y="4716"/>
                    <a:pt x="1547" y="5056"/>
                  </a:cubicBezTo>
                  <a:cubicBezTo>
                    <a:pt x="1622" y="5394"/>
                    <a:pt x="1922" y="5639"/>
                    <a:pt x="2267" y="5639"/>
                  </a:cubicBezTo>
                  <a:cubicBezTo>
                    <a:pt x="2269" y="5639"/>
                    <a:pt x="2272" y="5639"/>
                    <a:pt x="2274" y="5639"/>
                  </a:cubicBezTo>
                  <a:lnTo>
                    <a:pt x="2427" y="5639"/>
                  </a:lnTo>
                  <a:cubicBezTo>
                    <a:pt x="2546" y="6480"/>
                    <a:pt x="3010" y="7229"/>
                    <a:pt x="3705" y="7715"/>
                  </a:cubicBezTo>
                  <a:lnTo>
                    <a:pt x="3705" y="8363"/>
                  </a:lnTo>
                  <a:lnTo>
                    <a:pt x="2796" y="8816"/>
                  </a:lnTo>
                  <a:cubicBezTo>
                    <a:pt x="2629" y="8899"/>
                    <a:pt x="2528" y="9073"/>
                    <a:pt x="2539" y="9261"/>
                  </a:cubicBezTo>
                  <a:lnTo>
                    <a:pt x="1068" y="9714"/>
                  </a:lnTo>
                  <a:cubicBezTo>
                    <a:pt x="431" y="9906"/>
                    <a:pt x="0" y="10492"/>
                    <a:pt x="0" y="11159"/>
                  </a:cubicBezTo>
                  <a:lnTo>
                    <a:pt x="0" y="13719"/>
                  </a:lnTo>
                  <a:cubicBezTo>
                    <a:pt x="0" y="13855"/>
                    <a:pt x="102" y="13923"/>
                    <a:pt x="205" y="13923"/>
                  </a:cubicBezTo>
                  <a:cubicBezTo>
                    <a:pt x="307" y="13923"/>
                    <a:pt x="409" y="13855"/>
                    <a:pt x="409" y="13719"/>
                  </a:cubicBezTo>
                  <a:lnTo>
                    <a:pt x="409" y="11159"/>
                  </a:lnTo>
                  <a:cubicBezTo>
                    <a:pt x="406" y="10673"/>
                    <a:pt x="724" y="10246"/>
                    <a:pt x="1188" y="10105"/>
                  </a:cubicBezTo>
                  <a:lnTo>
                    <a:pt x="2716" y="9634"/>
                  </a:lnTo>
                  <a:lnTo>
                    <a:pt x="2988" y="9993"/>
                  </a:lnTo>
                  <a:lnTo>
                    <a:pt x="2680" y="10300"/>
                  </a:lnTo>
                  <a:cubicBezTo>
                    <a:pt x="2488" y="10496"/>
                    <a:pt x="2437" y="10793"/>
                    <a:pt x="2561" y="11039"/>
                  </a:cubicBezTo>
                  <a:lnTo>
                    <a:pt x="3144" y="12205"/>
                  </a:lnTo>
                  <a:lnTo>
                    <a:pt x="2590" y="12205"/>
                  </a:lnTo>
                  <a:lnTo>
                    <a:pt x="2590" y="11981"/>
                  </a:lnTo>
                  <a:cubicBezTo>
                    <a:pt x="2590" y="11845"/>
                    <a:pt x="2487" y="11777"/>
                    <a:pt x="2385" y="11777"/>
                  </a:cubicBezTo>
                  <a:cubicBezTo>
                    <a:pt x="2283" y="11777"/>
                    <a:pt x="2180" y="11845"/>
                    <a:pt x="2180" y="11981"/>
                  </a:cubicBezTo>
                  <a:lnTo>
                    <a:pt x="2180" y="12213"/>
                  </a:lnTo>
                  <a:lnTo>
                    <a:pt x="1297" y="12213"/>
                  </a:lnTo>
                  <a:cubicBezTo>
                    <a:pt x="1184" y="12213"/>
                    <a:pt x="1094" y="12303"/>
                    <a:pt x="1094" y="12416"/>
                  </a:cubicBezTo>
                  <a:lnTo>
                    <a:pt x="1094" y="13723"/>
                  </a:lnTo>
                  <a:cubicBezTo>
                    <a:pt x="1094" y="13835"/>
                    <a:pt x="1184" y="13926"/>
                    <a:pt x="1297" y="13926"/>
                  </a:cubicBezTo>
                  <a:lnTo>
                    <a:pt x="3477" y="13926"/>
                  </a:lnTo>
                  <a:cubicBezTo>
                    <a:pt x="3589" y="13926"/>
                    <a:pt x="3680" y="13835"/>
                    <a:pt x="3680" y="13723"/>
                  </a:cubicBezTo>
                  <a:lnTo>
                    <a:pt x="3680" y="13277"/>
                  </a:lnTo>
                  <a:lnTo>
                    <a:pt x="3948" y="13813"/>
                  </a:lnTo>
                  <a:cubicBezTo>
                    <a:pt x="3989" y="13892"/>
                    <a:pt x="4055" y="13924"/>
                    <a:pt x="4121" y="13924"/>
                  </a:cubicBezTo>
                  <a:cubicBezTo>
                    <a:pt x="4255" y="13924"/>
                    <a:pt x="4387" y="13792"/>
                    <a:pt x="4310" y="13632"/>
                  </a:cubicBezTo>
                  <a:lnTo>
                    <a:pt x="2926" y="10862"/>
                  </a:lnTo>
                  <a:cubicBezTo>
                    <a:pt x="2883" y="10771"/>
                    <a:pt x="2901" y="10666"/>
                    <a:pt x="2970" y="10594"/>
                  </a:cubicBezTo>
                  <a:lnTo>
                    <a:pt x="3404" y="10163"/>
                  </a:lnTo>
                  <a:cubicBezTo>
                    <a:pt x="3473" y="10090"/>
                    <a:pt x="3484" y="9978"/>
                    <a:pt x="3423" y="9895"/>
                  </a:cubicBezTo>
                  <a:lnTo>
                    <a:pt x="2959" y="9279"/>
                  </a:lnTo>
                  <a:cubicBezTo>
                    <a:pt x="2937" y="9247"/>
                    <a:pt x="2948" y="9203"/>
                    <a:pt x="2981" y="9185"/>
                  </a:cubicBezTo>
                  <a:lnTo>
                    <a:pt x="3785" y="8783"/>
                  </a:lnTo>
                  <a:lnTo>
                    <a:pt x="4353" y="10728"/>
                  </a:lnTo>
                  <a:cubicBezTo>
                    <a:pt x="4384" y="10831"/>
                    <a:pt x="4463" y="10876"/>
                    <a:pt x="4544" y="10876"/>
                  </a:cubicBezTo>
                  <a:cubicBezTo>
                    <a:pt x="4666" y="10876"/>
                    <a:pt x="4790" y="10773"/>
                    <a:pt x="4745" y="10616"/>
                  </a:cubicBezTo>
                  <a:lnTo>
                    <a:pt x="4654" y="10308"/>
                  </a:lnTo>
                  <a:lnTo>
                    <a:pt x="4654" y="10308"/>
                  </a:lnTo>
                  <a:cubicBezTo>
                    <a:pt x="4907" y="10396"/>
                    <a:pt x="5172" y="10441"/>
                    <a:pt x="5437" y="10441"/>
                  </a:cubicBezTo>
                  <a:cubicBezTo>
                    <a:pt x="5702" y="10441"/>
                    <a:pt x="5967" y="10396"/>
                    <a:pt x="6222" y="10308"/>
                  </a:cubicBezTo>
                  <a:lnTo>
                    <a:pt x="6222" y="10308"/>
                  </a:lnTo>
                  <a:lnTo>
                    <a:pt x="5436" y="12995"/>
                  </a:lnTo>
                  <a:lnTo>
                    <a:pt x="4998" y="11485"/>
                  </a:lnTo>
                  <a:cubicBezTo>
                    <a:pt x="4968" y="11382"/>
                    <a:pt x="4889" y="11338"/>
                    <a:pt x="4809" y="11338"/>
                  </a:cubicBezTo>
                  <a:cubicBezTo>
                    <a:pt x="4686" y="11338"/>
                    <a:pt x="4561" y="11443"/>
                    <a:pt x="4607" y="11601"/>
                  </a:cubicBezTo>
                  <a:lnTo>
                    <a:pt x="5241" y="13781"/>
                  </a:lnTo>
                  <a:cubicBezTo>
                    <a:pt x="5268" y="13879"/>
                    <a:pt x="5351" y="13928"/>
                    <a:pt x="5435" y="13928"/>
                  </a:cubicBezTo>
                  <a:cubicBezTo>
                    <a:pt x="5519" y="13928"/>
                    <a:pt x="5603" y="13879"/>
                    <a:pt x="5632" y="13781"/>
                  </a:cubicBezTo>
                  <a:lnTo>
                    <a:pt x="7088" y="8783"/>
                  </a:lnTo>
                  <a:lnTo>
                    <a:pt x="7892" y="9185"/>
                  </a:lnTo>
                  <a:cubicBezTo>
                    <a:pt x="7928" y="9203"/>
                    <a:pt x="7939" y="9247"/>
                    <a:pt x="7914" y="9279"/>
                  </a:cubicBezTo>
                  <a:lnTo>
                    <a:pt x="7450" y="9895"/>
                  </a:lnTo>
                  <a:cubicBezTo>
                    <a:pt x="7392" y="9978"/>
                    <a:pt x="7399" y="10090"/>
                    <a:pt x="7472" y="10163"/>
                  </a:cubicBezTo>
                  <a:lnTo>
                    <a:pt x="7903" y="10594"/>
                  </a:lnTo>
                  <a:cubicBezTo>
                    <a:pt x="7975" y="10663"/>
                    <a:pt x="7993" y="10771"/>
                    <a:pt x="7946" y="10862"/>
                  </a:cubicBezTo>
                  <a:lnTo>
                    <a:pt x="6563" y="13632"/>
                  </a:lnTo>
                  <a:cubicBezTo>
                    <a:pt x="6476" y="13796"/>
                    <a:pt x="6613" y="13932"/>
                    <a:pt x="6750" y="13932"/>
                  </a:cubicBezTo>
                  <a:cubicBezTo>
                    <a:pt x="6819" y="13932"/>
                    <a:pt x="6888" y="13897"/>
                    <a:pt x="6928" y="13813"/>
                  </a:cubicBezTo>
                  <a:lnTo>
                    <a:pt x="8312" y="11043"/>
                  </a:lnTo>
                  <a:cubicBezTo>
                    <a:pt x="8435" y="10797"/>
                    <a:pt x="8388" y="10500"/>
                    <a:pt x="8192" y="10304"/>
                  </a:cubicBezTo>
                  <a:lnTo>
                    <a:pt x="7885" y="9996"/>
                  </a:lnTo>
                  <a:lnTo>
                    <a:pt x="8156" y="9638"/>
                  </a:lnTo>
                  <a:lnTo>
                    <a:pt x="9685" y="10108"/>
                  </a:lnTo>
                  <a:cubicBezTo>
                    <a:pt x="10152" y="10250"/>
                    <a:pt x="10467" y="10677"/>
                    <a:pt x="10467" y="11162"/>
                  </a:cubicBezTo>
                  <a:lnTo>
                    <a:pt x="10467" y="13723"/>
                  </a:lnTo>
                  <a:cubicBezTo>
                    <a:pt x="10467" y="13859"/>
                    <a:pt x="10568" y="13927"/>
                    <a:pt x="10670" y="13927"/>
                  </a:cubicBezTo>
                  <a:cubicBezTo>
                    <a:pt x="10771" y="13927"/>
                    <a:pt x="10872" y="13859"/>
                    <a:pt x="10872" y="13723"/>
                  </a:cubicBezTo>
                  <a:lnTo>
                    <a:pt x="10872" y="11162"/>
                  </a:lnTo>
                  <a:cubicBezTo>
                    <a:pt x="10876" y="10496"/>
                    <a:pt x="10441" y="9909"/>
                    <a:pt x="9804" y="9717"/>
                  </a:cubicBezTo>
                  <a:lnTo>
                    <a:pt x="8334" y="9265"/>
                  </a:lnTo>
                  <a:cubicBezTo>
                    <a:pt x="8344" y="9076"/>
                    <a:pt x="8243" y="8899"/>
                    <a:pt x="8073" y="8816"/>
                  </a:cubicBezTo>
                  <a:lnTo>
                    <a:pt x="7164" y="8363"/>
                  </a:lnTo>
                  <a:lnTo>
                    <a:pt x="7164" y="7715"/>
                  </a:lnTo>
                  <a:cubicBezTo>
                    <a:pt x="7863" y="7233"/>
                    <a:pt x="8326" y="6480"/>
                    <a:pt x="8442" y="5643"/>
                  </a:cubicBezTo>
                  <a:lnTo>
                    <a:pt x="8565" y="5643"/>
                  </a:lnTo>
                  <a:cubicBezTo>
                    <a:pt x="8964" y="5643"/>
                    <a:pt x="9304" y="5346"/>
                    <a:pt x="9340" y="4969"/>
                  </a:cubicBezTo>
                  <a:cubicBezTo>
                    <a:pt x="9373" y="4651"/>
                    <a:pt x="9199" y="4346"/>
                    <a:pt x="8909" y="4212"/>
                  </a:cubicBezTo>
                  <a:lnTo>
                    <a:pt x="8909" y="1949"/>
                  </a:lnTo>
                  <a:cubicBezTo>
                    <a:pt x="8909" y="1116"/>
                    <a:pt x="8232" y="439"/>
                    <a:pt x="7396" y="439"/>
                  </a:cubicBezTo>
                  <a:lnTo>
                    <a:pt x="7363" y="439"/>
                  </a:lnTo>
                  <a:cubicBezTo>
                    <a:pt x="6997" y="167"/>
                    <a:pt x="6458" y="0"/>
                    <a:pt x="58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2"/>
            <p:cNvSpPr/>
            <p:nvPr/>
          </p:nvSpPr>
          <p:spPr>
            <a:xfrm>
              <a:off x="6021295" y="4106235"/>
              <a:ext cx="42761" cy="39117"/>
            </a:xfrm>
            <a:custGeom>
              <a:rect b="b" l="l" r="r" t="t"/>
              <a:pathLst>
                <a:path extrusionOk="0" h="1492" w="1631">
                  <a:moveTo>
                    <a:pt x="816" y="0"/>
                  </a:moveTo>
                  <a:cubicBezTo>
                    <a:pt x="714" y="0"/>
                    <a:pt x="613" y="68"/>
                    <a:pt x="613" y="204"/>
                  </a:cubicBezTo>
                  <a:lnTo>
                    <a:pt x="613" y="544"/>
                  </a:lnTo>
                  <a:lnTo>
                    <a:pt x="272" y="544"/>
                  </a:lnTo>
                  <a:cubicBezTo>
                    <a:pt x="1" y="544"/>
                    <a:pt x="1" y="950"/>
                    <a:pt x="272" y="950"/>
                  </a:cubicBezTo>
                  <a:lnTo>
                    <a:pt x="613" y="950"/>
                  </a:lnTo>
                  <a:lnTo>
                    <a:pt x="613" y="1290"/>
                  </a:lnTo>
                  <a:cubicBezTo>
                    <a:pt x="613" y="1424"/>
                    <a:pt x="714" y="1491"/>
                    <a:pt x="816" y="1491"/>
                  </a:cubicBezTo>
                  <a:cubicBezTo>
                    <a:pt x="917" y="1491"/>
                    <a:pt x="1018" y="1424"/>
                    <a:pt x="1018" y="1290"/>
                  </a:cubicBezTo>
                  <a:lnTo>
                    <a:pt x="1018" y="946"/>
                  </a:lnTo>
                  <a:lnTo>
                    <a:pt x="1359" y="946"/>
                  </a:lnTo>
                  <a:cubicBezTo>
                    <a:pt x="1631" y="946"/>
                    <a:pt x="1631" y="541"/>
                    <a:pt x="1359" y="541"/>
                  </a:cubicBezTo>
                  <a:lnTo>
                    <a:pt x="1018" y="541"/>
                  </a:lnTo>
                  <a:lnTo>
                    <a:pt x="1018" y="204"/>
                  </a:lnTo>
                  <a:cubicBezTo>
                    <a:pt x="1018" y="68"/>
                    <a:pt x="917" y="0"/>
                    <a:pt x="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5" name="Google Shape;13205;p82"/>
          <p:cNvGrpSpPr/>
          <p:nvPr/>
        </p:nvGrpSpPr>
        <p:grpSpPr>
          <a:xfrm>
            <a:off x="5355790" y="3797471"/>
            <a:ext cx="284958" cy="365052"/>
            <a:chOff x="5355790" y="3797471"/>
            <a:chExt cx="284958" cy="365052"/>
          </a:xfrm>
        </p:grpSpPr>
        <p:sp>
          <p:nvSpPr>
            <p:cNvPr id="13206" name="Google Shape;13206;p82"/>
            <p:cNvSpPr/>
            <p:nvPr/>
          </p:nvSpPr>
          <p:spPr>
            <a:xfrm>
              <a:off x="5361086" y="3991454"/>
              <a:ext cx="274366" cy="165721"/>
            </a:xfrm>
            <a:custGeom>
              <a:rect b="b" l="l" r="r" t="t"/>
              <a:pathLst>
                <a:path extrusionOk="0" h="6321" w="10465">
                  <a:moveTo>
                    <a:pt x="3710" y="0"/>
                  </a:moveTo>
                  <a:lnTo>
                    <a:pt x="3710" y="1482"/>
                  </a:lnTo>
                  <a:cubicBezTo>
                    <a:pt x="3710" y="1771"/>
                    <a:pt x="3518" y="2025"/>
                    <a:pt x="3239" y="2108"/>
                  </a:cubicBezTo>
                  <a:lnTo>
                    <a:pt x="943" y="2786"/>
                  </a:lnTo>
                  <a:cubicBezTo>
                    <a:pt x="385" y="2949"/>
                    <a:pt x="1" y="3459"/>
                    <a:pt x="1" y="4039"/>
                  </a:cubicBezTo>
                  <a:lnTo>
                    <a:pt x="1" y="6320"/>
                  </a:lnTo>
                  <a:lnTo>
                    <a:pt x="10464" y="6320"/>
                  </a:lnTo>
                  <a:lnTo>
                    <a:pt x="10464" y="4039"/>
                  </a:lnTo>
                  <a:cubicBezTo>
                    <a:pt x="10464" y="3456"/>
                    <a:pt x="10080" y="2949"/>
                    <a:pt x="9526" y="2786"/>
                  </a:cubicBezTo>
                  <a:lnTo>
                    <a:pt x="7230" y="2108"/>
                  </a:lnTo>
                  <a:cubicBezTo>
                    <a:pt x="6951" y="2025"/>
                    <a:pt x="6759" y="1771"/>
                    <a:pt x="6759" y="1482"/>
                  </a:cubicBezTo>
                  <a:lnTo>
                    <a:pt x="6759"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2"/>
            <p:cNvSpPr/>
            <p:nvPr/>
          </p:nvSpPr>
          <p:spPr>
            <a:xfrm>
              <a:off x="5361191" y="4047088"/>
              <a:ext cx="274261" cy="110087"/>
            </a:xfrm>
            <a:custGeom>
              <a:rect b="b" l="l" r="r" t="t"/>
              <a:pathLst>
                <a:path extrusionOk="0" h="4199" w="10461">
                  <a:moveTo>
                    <a:pt x="3188" y="1"/>
                  </a:moveTo>
                  <a:lnTo>
                    <a:pt x="939" y="664"/>
                  </a:lnTo>
                  <a:cubicBezTo>
                    <a:pt x="381" y="827"/>
                    <a:pt x="1" y="1337"/>
                    <a:pt x="1" y="1917"/>
                  </a:cubicBezTo>
                  <a:lnTo>
                    <a:pt x="1" y="4198"/>
                  </a:lnTo>
                  <a:lnTo>
                    <a:pt x="10460" y="4198"/>
                  </a:lnTo>
                  <a:lnTo>
                    <a:pt x="10460" y="1917"/>
                  </a:lnTo>
                  <a:cubicBezTo>
                    <a:pt x="10460" y="1334"/>
                    <a:pt x="10076" y="827"/>
                    <a:pt x="9522" y="664"/>
                  </a:cubicBezTo>
                  <a:lnTo>
                    <a:pt x="7273" y="1"/>
                  </a:lnTo>
                  <a:cubicBezTo>
                    <a:pt x="6808" y="765"/>
                    <a:pt x="6019" y="1147"/>
                    <a:pt x="5230" y="1147"/>
                  </a:cubicBezTo>
                  <a:cubicBezTo>
                    <a:pt x="4442" y="1147"/>
                    <a:pt x="3653" y="765"/>
                    <a:pt x="318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2"/>
            <p:cNvSpPr/>
            <p:nvPr/>
          </p:nvSpPr>
          <p:spPr>
            <a:xfrm>
              <a:off x="5427757" y="4047088"/>
              <a:ext cx="141129" cy="47218"/>
            </a:xfrm>
            <a:custGeom>
              <a:rect b="b" l="l" r="r" t="t"/>
              <a:pathLst>
                <a:path extrusionOk="0" h="1801" w="5383">
                  <a:moveTo>
                    <a:pt x="649" y="1"/>
                  </a:moveTo>
                  <a:lnTo>
                    <a:pt x="0" y="189"/>
                  </a:lnTo>
                  <a:cubicBezTo>
                    <a:pt x="529" y="1181"/>
                    <a:pt x="1565" y="1801"/>
                    <a:pt x="2691" y="1801"/>
                  </a:cubicBezTo>
                  <a:cubicBezTo>
                    <a:pt x="3814" y="1801"/>
                    <a:pt x="4850" y="1181"/>
                    <a:pt x="5382" y="189"/>
                  </a:cubicBezTo>
                  <a:lnTo>
                    <a:pt x="4734" y="1"/>
                  </a:lnTo>
                  <a:cubicBezTo>
                    <a:pt x="4267" y="765"/>
                    <a:pt x="3478" y="1147"/>
                    <a:pt x="2690" y="1147"/>
                  </a:cubicBezTo>
                  <a:cubicBezTo>
                    <a:pt x="1902" y="1147"/>
                    <a:pt x="1114" y="765"/>
                    <a:pt x="649"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2"/>
            <p:cNvSpPr/>
            <p:nvPr/>
          </p:nvSpPr>
          <p:spPr>
            <a:xfrm>
              <a:off x="5406862" y="4049841"/>
              <a:ext cx="28603" cy="78836"/>
            </a:xfrm>
            <a:custGeom>
              <a:rect b="b" l="l" r="r" t="t"/>
              <a:pathLst>
                <a:path extrusionOk="0" h="3007" w="1091">
                  <a:moveTo>
                    <a:pt x="1091" y="1"/>
                  </a:moveTo>
                  <a:lnTo>
                    <a:pt x="1" y="319"/>
                  </a:lnTo>
                  <a:lnTo>
                    <a:pt x="1" y="3007"/>
                  </a:lnTo>
                  <a:lnTo>
                    <a:pt x="1091" y="3007"/>
                  </a:lnTo>
                  <a:lnTo>
                    <a:pt x="109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2"/>
            <p:cNvSpPr/>
            <p:nvPr/>
          </p:nvSpPr>
          <p:spPr>
            <a:xfrm>
              <a:off x="5561152" y="4049841"/>
              <a:ext cx="28630" cy="78836"/>
            </a:xfrm>
            <a:custGeom>
              <a:rect b="b" l="l" r="r" t="t"/>
              <a:pathLst>
                <a:path extrusionOk="0" h="3007" w="1092">
                  <a:moveTo>
                    <a:pt x="1" y="1"/>
                  </a:moveTo>
                  <a:lnTo>
                    <a:pt x="1" y="3007"/>
                  </a:lnTo>
                  <a:lnTo>
                    <a:pt x="1091" y="3007"/>
                  </a:lnTo>
                  <a:lnTo>
                    <a:pt x="1091" y="319"/>
                  </a:lnTo>
                  <a:lnTo>
                    <a:pt x="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2"/>
            <p:cNvSpPr/>
            <p:nvPr/>
          </p:nvSpPr>
          <p:spPr>
            <a:xfrm>
              <a:off x="5406862" y="4105763"/>
              <a:ext cx="182919" cy="51413"/>
            </a:xfrm>
            <a:custGeom>
              <a:rect b="b" l="l" r="r" t="t"/>
              <a:pathLst>
                <a:path extrusionOk="0" h="1961" w="6977">
                  <a:moveTo>
                    <a:pt x="653" y="1"/>
                  </a:moveTo>
                  <a:cubicBezTo>
                    <a:pt x="294" y="1"/>
                    <a:pt x="1" y="294"/>
                    <a:pt x="1" y="653"/>
                  </a:cubicBezTo>
                  <a:lnTo>
                    <a:pt x="1" y="1960"/>
                  </a:lnTo>
                  <a:lnTo>
                    <a:pt x="6976" y="1960"/>
                  </a:lnTo>
                  <a:lnTo>
                    <a:pt x="6976" y="653"/>
                  </a:lnTo>
                  <a:cubicBezTo>
                    <a:pt x="6976" y="294"/>
                    <a:pt x="6683" y="1"/>
                    <a:pt x="632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2"/>
            <p:cNvSpPr/>
            <p:nvPr/>
          </p:nvSpPr>
          <p:spPr>
            <a:xfrm>
              <a:off x="5458326" y="3997143"/>
              <a:ext cx="79990" cy="34292"/>
            </a:xfrm>
            <a:custGeom>
              <a:rect b="b" l="l" r="r" t="t"/>
              <a:pathLst>
                <a:path extrusionOk="0" h="1308" w="3051">
                  <a:moveTo>
                    <a:pt x="1" y="1"/>
                  </a:moveTo>
                  <a:lnTo>
                    <a:pt x="1" y="924"/>
                  </a:lnTo>
                  <a:cubicBezTo>
                    <a:pt x="475" y="1180"/>
                    <a:pt x="999" y="1307"/>
                    <a:pt x="1524" y="1307"/>
                  </a:cubicBezTo>
                  <a:cubicBezTo>
                    <a:pt x="2049" y="1307"/>
                    <a:pt x="2574" y="1180"/>
                    <a:pt x="3050" y="924"/>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2"/>
            <p:cNvSpPr/>
            <p:nvPr/>
          </p:nvSpPr>
          <p:spPr>
            <a:xfrm>
              <a:off x="5401172" y="3814355"/>
              <a:ext cx="194298" cy="200092"/>
            </a:xfrm>
            <a:custGeom>
              <a:rect b="b" l="l" r="r" t="t"/>
              <a:pathLst>
                <a:path extrusionOk="0" h="7632" w="7411">
                  <a:moveTo>
                    <a:pt x="3705" y="1"/>
                  </a:moveTo>
                  <a:cubicBezTo>
                    <a:pt x="2018" y="1"/>
                    <a:pt x="652" y="1366"/>
                    <a:pt x="652" y="3050"/>
                  </a:cubicBezTo>
                  <a:lnTo>
                    <a:pt x="652" y="3923"/>
                  </a:lnTo>
                  <a:lnTo>
                    <a:pt x="544" y="3923"/>
                  </a:lnTo>
                  <a:cubicBezTo>
                    <a:pt x="243" y="3923"/>
                    <a:pt x="0" y="4166"/>
                    <a:pt x="0" y="4467"/>
                  </a:cubicBezTo>
                  <a:cubicBezTo>
                    <a:pt x="0" y="4767"/>
                    <a:pt x="243" y="5013"/>
                    <a:pt x="544" y="5013"/>
                  </a:cubicBezTo>
                  <a:lnTo>
                    <a:pt x="880" y="5013"/>
                  </a:lnTo>
                  <a:cubicBezTo>
                    <a:pt x="993" y="6487"/>
                    <a:pt x="2224" y="7632"/>
                    <a:pt x="3705" y="7632"/>
                  </a:cubicBezTo>
                  <a:cubicBezTo>
                    <a:pt x="5187" y="7632"/>
                    <a:pt x="6414" y="6487"/>
                    <a:pt x="6527" y="5013"/>
                  </a:cubicBezTo>
                  <a:lnTo>
                    <a:pt x="6863" y="5013"/>
                  </a:lnTo>
                  <a:cubicBezTo>
                    <a:pt x="7164" y="5013"/>
                    <a:pt x="7410" y="4767"/>
                    <a:pt x="7410" y="4467"/>
                  </a:cubicBezTo>
                  <a:cubicBezTo>
                    <a:pt x="7410" y="4166"/>
                    <a:pt x="7164" y="3923"/>
                    <a:pt x="6863" y="3923"/>
                  </a:cubicBezTo>
                  <a:lnTo>
                    <a:pt x="6755" y="3923"/>
                  </a:lnTo>
                  <a:lnTo>
                    <a:pt x="6755" y="3050"/>
                  </a:lnTo>
                  <a:cubicBezTo>
                    <a:pt x="6755" y="1366"/>
                    <a:pt x="5389" y="1"/>
                    <a:pt x="3705"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2"/>
            <p:cNvSpPr/>
            <p:nvPr/>
          </p:nvSpPr>
          <p:spPr>
            <a:xfrm>
              <a:off x="5406862" y="3808587"/>
              <a:ext cx="182919" cy="91447"/>
            </a:xfrm>
            <a:custGeom>
              <a:rect b="b" l="l" r="r" t="t"/>
              <a:pathLst>
                <a:path extrusionOk="0" h="3488" w="6977">
                  <a:moveTo>
                    <a:pt x="3488" y="0"/>
                  </a:moveTo>
                  <a:cubicBezTo>
                    <a:pt x="1562" y="0"/>
                    <a:pt x="1" y="1561"/>
                    <a:pt x="1" y="3488"/>
                  </a:cubicBezTo>
                  <a:lnTo>
                    <a:pt x="6976" y="3488"/>
                  </a:lnTo>
                  <a:cubicBezTo>
                    <a:pt x="6976" y="1561"/>
                    <a:pt x="5415" y="0"/>
                    <a:pt x="348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2"/>
            <p:cNvSpPr/>
            <p:nvPr/>
          </p:nvSpPr>
          <p:spPr>
            <a:xfrm>
              <a:off x="5406862" y="3808587"/>
              <a:ext cx="91473" cy="91447"/>
            </a:xfrm>
            <a:custGeom>
              <a:rect b="b" l="l" r="r" t="t"/>
              <a:pathLst>
                <a:path extrusionOk="0" h="3488" w="3489">
                  <a:moveTo>
                    <a:pt x="3488" y="0"/>
                  </a:moveTo>
                  <a:cubicBezTo>
                    <a:pt x="1562" y="0"/>
                    <a:pt x="1" y="1561"/>
                    <a:pt x="1" y="3488"/>
                  </a:cubicBezTo>
                  <a:lnTo>
                    <a:pt x="1964" y="3488"/>
                  </a:lnTo>
                  <a:cubicBezTo>
                    <a:pt x="1964" y="2332"/>
                    <a:pt x="2536" y="1253"/>
                    <a:pt x="3488" y="608"/>
                  </a:cubicBezTo>
                  <a:lnTo>
                    <a:pt x="348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2"/>
            <p:cNvSpPr/>
            <p:nvPr/>
          </p:nvSpPr>
          <p:spPr>
            <a:xfrm>
              <a:off x="5401172" y="3900008"/>
              <a:ext cx="165721" cy="114361"/>
            </a:xfrm>
            <a:custGeom>
              <a:rect b="b" l="l" r="r" t="t"/>
              <a:pathLst>
                <a:path extrusionOk="0" h="4362" w="6321">
                  <a:moveTo>
                    <a:pt x="652" y="1"/>
                  </a:moveTo>
                  <a:lnTo>
                    <a:pt x="652" y="656"/>
                  </a:lnTo>
                  <a:lnTo>
                    <a:pt x="544" y="656"/>
                  </a:lnTo>
                  <a:cubicBezTo>
                    <a:pt x="243" y="656"/>
                    <a:pt x="0" y="899"/>
                    <a:pt x="0" y="1200"/>
                  </a:cubicBezTo>
                  <a:cubicBezTo>
                    <a:pt x="0" y="1500"/>
                    <a:pt x="243" y="1746"/>
                    <a:pt x="544" y="1746"/>
                  </a:cubicBezTo>
                  <a:lnTo>
                    <a:pt x="880" y="1746"/>
                  </a:lnTo>
                  <a:cubicBezTo>
                    <a:pt x="991" y="3253"/>
                    <a:pt x="2253" y="4362"/>
                    <a:pt x="3691" y="4362"/>
                  </a:cubicBezTo>
                  <a:cubicBezTo>
                    <a:pt x="3905" y="4362"/>
                    <a:pt x="4124" y="4337"/>
                    <a:pt x="4343" y="4285"/>
                  </a:cubicBezTo>
                  <a:cubicBezTo>
                    <a:pt x="2952" y="3974"/>
                    <a:pt x="1960" y="2735"/>
                    <a:pt x="1960" y="1308"/>
                  </a:cubicBezTo>
                  <a:cubicBezTo>
                    <a:pt x="1960" y="950"/>
                    <a:pt x="2253" y="656"/>
                    <a:pt x="2615" y="656"/>
                  </a:cubicBezTo>
                  <a:lnTo>
                    <a:pt x="5882" y="656"/>
                  </a:lnTo>
                  <a:cubicBezTo>
                    <a:pt x="6125" y="656"/>
                    <a:pt x="6320" y="461"/>
                    <a:pt x="6320" y="218"/>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2"/>
            <p:cNvSpPr/>
            <p:nvPr/>
          </p:nvSpPr>
          <p:spPr>
            <a:xfrm>
              <a:off x="5464592" y="3957267"/>
              <a:ext cx="67536" cy="66540"/>
            </a:xfrm>
            <a:custGeom>
              <a:rect b="b" l="l" r="r" t="t"/>
              <a:pathLst>
                <a:path extrusionOk="0" h="2538" w="2576">
                  <a:moveTo>
                    <a:pt x="1797" y="1"/>
                  </a:moveTo>
                  <a:cubicBezTo>
                    <a:pt x="1794" y="1"/>
                    <a:pt x="1792" y="1"/>
                    <a:pt x="1790" y="1"/>
                  </a:cubicBezTo>
                  <a:lnTo>
                    <a:pt x="783" y="1"/>
                  </a:lnTo>
                  <a:cubicBezTo>
                    <a:pt x="450" y="1"/>
                    <a:pt x="171" y="251"/>
                    <a:pt x="135" y="580"/>
                  </a:cubicBezTo>
                  <a:lnTo>
                    <a:pt x="30" y="1507"/>
                  </a:lnTo>
                  <a:cubicBezTo>
                    <a:pt x="1" y="1779"/>
                    <a:pt x="142" y="2043"/>
                    <a:pt x="388" y="2163"/>
                  </a:cubicBezTo>
                  <a:lnTo>
                    <a:pt x="997" y="2467"/>
                  </a:lnTo>
                  <a:cubicBezTo>
                    <a:pt x="1089" y="2514"/>
                    <a:pt x="1189" y="2538"/>
                    <a:pt x="1288" y="2538"/>
                  </a:cubicBezTo>
                  <a:cubicBezTo>
                    <a:pt x="1388" y="2538"/>
                    <a:pt x="1487" y="2514"/>
                    <a:pt x="1580" y="2467"/>
                  </a:cubicBezTo>
                  <a:lnTo>
                    <a:pt x="2188" y="2163"/>
                  </a:lnTo>
                  <a:cubicBezTo>
                    <a:pt x="2434" y="2043"/>
                    <a:pt x="2576" y="1779"/>
                    <a:pt x="2547" y="1507"/>
                  </a:cubicBezTo>
                  <a:lnTo>
                    <a:pt x="2442" y="580"/>
                  </a:lnTo>
                  <a:cubicBezTo>
                    <a:pt x="2406" y="249"/>
                    <a:pt x="2127" y="1"/>
                    <a:pt x="179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2"/>
            <p:cNvSpPr/>
            <p:nvPr/>
          </p:nvSpPr>
          <p:spPr>
            <a:xfrm>
              <a:off x="5464592" y="3957162"/>
              <a:ext cx="41712" cy="66566"/>
            </a:xfrm>
            <a:custGeom>
              <a:rect b="b" l="l" r="r" t="t"/>
              <a:pathLst>
                <a:path extrusionOk="0" h="2539" w="1591">
                  <a:moveTo>
                    <a:pt x="783" y="1"/>
                  </a:moveTo>
                  <a:cubicBezTo>
                    <a:pt x="450" y="1"/>
                    <a:pt x="171" y="251"/>
                    <a:pt x="135" y="584"/>
                  </a:cubicBezTo>
                  <a:lnTo>
                    <a:pt x="30" y="1508"/>
                  </a:lnTo>
                  <a:cubicBezTo>
                    <a:pt x="1" y="1783"/>
                    <a:pt x="142" y="2044"/>
                    <a:pt x="388" y="2167"/>
                  </a:cubicBezTo>
                  <a:lnTo>
                    <a:pt x="997" y="2471"/>
                  </a:lnTo>
                  <a:cubicBezTo>
                    <a:pt x="1089" y="2516"/>
                    <a:pt x="1189" y="2539"/>
                    <a:pt x="1288" y="2539"/>
                  </a:cubicBezTo>
                  <a:cubicBezTo>
                    <a:pt x="1388" y="2539"/>
                    <a:pt x="1487" y="2516"/>
                    <a:pt x="1580" y="2471"/>
                  </a:cubicBezTo>
                  <a:lnTo>
                    <a:pt x="1591" y="2467"/>
                  </a:lnTo>
                  <a:lnTo>
                    <a:pt x="1210" y="2236"/>
                  </a:lnTo>
                  <a:cubicBezTo>
                    <a:pt x="968" y="2083"/>
                    <a:pt x="823" y="1761"/>
                    <a:pt x="852" y="1424"/>
                  </a:cubicBezTo>
                  <a:lnTo>
                    <a:pt x="957" y="283"/>
                  </a:lnTo>
                  <a:cubicBezTo>
                    <a:pt x="964" y="186"/>
                    <a:pt x="989" y="92"/>
                    <a:pt x="10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2"/>
            <p:cNvSpPr/>
            <p:nvPr/>
          </p:nvSpPr>
          <p:spPr>
            <a:xfrm>
              <a:off x="5481109" y="3802872"/>
              <a:ext cx="34319" cy="74379"/>
            </a:xfrm>
            <a:custGeom>
              <a:rect b="b" l="l" r="r" t="t"/>
              <a:pathLst>
                <a:path extrusionOk="0" h="2837" w="1309">
                  <a:moveTo>
                    <a:pt x="218" y="1"/>
                  </a:moveTo>
                  <a:cubicBezTo>
                    <a:pt x="99" y="1"/>
                    <a:pt x="1" y="99"/>
                    <a:pt x="1" y="218"/>
                  </a:cubicBezTo>
                  <a:lnTo>
                    <a:pt x="1" y="2619"/>
                  </a:lnTo>
                  <a:cubicBezTo>
                    <a:pt x="1" y="2739"/>
                    <a:pt x="99" y="2837"/>
                    <a:pt x="218" y="2837"/>
                  </a:cubicBezTo>
                  <a:lnTo>
                    <a:pt x="1091" y="2837"/>
                  </a:lnTo>
                  <a:cubicBezTo>
                    <a:pt x="1210" y="2837"/>
                    <a:pt x="1308" y="2739"/>
                    <a:pt x="1308" y="2619"/>
                  </a:cubicBezTo>
                  <a:lnTo>
                    <a:pt x="1308" y="218"/>
                  </a:lnTo>
                  <a:cubicBezTo>
                    <a:pt x="1308" y="99"/>
                    <a:pt x="1210" y="1"/>
                    <a:pt x="109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2"/>
            <p:cNvSpPr/>
            <p:nvPr/>
          </p:nvSpPr>
          <p:spPr>
            <a:xfrm>
              <a:off x="5543979" y="3817947"/>
              <a:ext cx="22914" cy="59304"/>
            </a:xfrm>
            <a:custGeom>
              <a:rect b="b" l="l" r="r" t="t"/>
              <a:pathLst>
                <a:path extrusionOk="0" h="2262" w="874">
                  <a:moveTo>
                    <a:pt x="143" y="1"/>
                  </a:moveTo>
                  <a:cubicBezTo>
                    <a:pt x="69" y="1"/>
                    <a:pt x="0" y="60"/>
                    <a:pt x="0" y="143"/>
                  </a:cubicBezTo>
                  <a:lnTo>
                    <a:pt x="0" y="2044"/>
                  </a:lnTo>
                  <a:cubicBezTo>
                    <a:pt x="0" y="2164"/>
                    <a:pt x="98" y="2262"/>
                    <a:pt x="218" y="2262"/>
                  </a:cubicBezTo>
                  <a:lnTo>
                    <a:pt x="656" y="2262"/>
                  </a:lnTo>
                  <a:cubicBezTo>
                    <a:pt x="775" y="2262"/>
                    <a:pt x="873" y="2164"/>
                    <a:pt x="873" y="2044"/>
                  </a:cubicBezTo>
                  <a:lnTo>
                    <a:pt x="873" y="733"/>
                  </a:lnTo>
                  <a:cubicBezTo>
                    <a:pt x="873" y="599"/>
                    <a:pt x="812" y="469"/>
                    <a:pt x="699" y="385"/>
                  </a:cubicBezTo>
                  <a:lnTo>
                    <a:pt x="229" y="31"/>
                  </a:lnTo>
                  <a:cubicBezTo>
                    <a:pt x="202" y="10"/>
                    <a:pt x="172" y="1"/>
                    <a:pt x="14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2"/>
            <p:cNvSpPr/>
            <p:nvPr/>
          </p:nvSpPr>
          <p:spPr>
            <a:xfrm>
              <a:off x="5429645" y="3817947"/>
              <a:ext cx="22993" cy="59304"/>
            </a:xfrm>
            <a:custGeom>
              <a:rect b="b" l="l" r="r" t="t"/>
              <a:pathLst>
                <a:path extrusionOk="0" h="2262" w="877">
                  <a:moveTo>
                    <a:pt x="733" y="1"/>
                  </a:moveTo>
                  <a:cubicBezTo>
                    <a:pt x="704" y="1"/>
                    <a:pt x="675" y="10"/>
                    <a:pt x="649" y="31"/>
                  </a:cubicBezTo>
                  <a:lnTo>
                    <a:pt x="175" y="385"/>
                  </a:lnTo>
                  <a:cubicBezTo>
                    <a:pt x="66" y="469"/>
                    <a:pt x="1" y="599"/>
                    <a:pt x="1" y="733"/>
                  </a:cubicBezTo>
                  <a:lnTo>
                    <a:pt x="1" y="2044"/>
                  </a:lnTo>
                  <a:cubicBezTo>
                    <a:pt x="1" y="2164"/>
                    <a:pt x="99" y="2262"/>
                    <a:pt x="222" y="2262"/>
                  </a:cubicBezTo>
                  <a:lnTo>
                    <a:pt x="656" y="2262"/>
                  </a:lnTo>
                  <a:cubicBezTo>
                    <a:pt x="776" y="2262"/>
                    <a:pt x="874" y="2164"/>
                    <a:pt x="874" y="2044"/>
                  </a:cubicBezTo>
                  <a:lnTo>
                    <a:pt x="874" y="143"/>
                  </a:lnTo>
                  <a:cubicBezTo>
                    <a:pt x="876" y="60"/>
                    <a:pt x="806" y="1"/>
                    <a:pt x="73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2"/>
            <p:cNvSpPr/>
            <p:nvPr/>
          </p:nvSpPr>
          <p:spPr>
            <a:xfrm>
              <a:off x="5389689" y="4105763"/>
              <a:ext cx="17199" cy="51413"/>
            </a:xfrm>
            <a:custGeom>
              <a:rect b="b" l="l" r="r" t="t"/>
              <a:pathLst>
                <a:path extrusionOk="0" h="1961" w="656">
                  <a:moveTo>
                    <a:pt x="656" y="1"/>
                  </a:moveTo>
                  <a:cubicBezTo>
                    <a:pt x="293" y="1"/>
                    <a:pt x="0" y="294"/>
                    <a:pt x="0" y="653"/>
                  </a:cubicBezTo>
                  <a:lnTo>
                    <a:pt x="0" y="1960"/>
                  </a:lnTo>
                  <a:lnTo>
                    <a:pt x="656" y="1960"/>
                  </a:lnTo>
                  <a:lnTo>
                    <a:pt x="656"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2"/>
            <p:cNvSpPr/>
            <p:nvPr/>
          </p:nvSpPr>
          <p:spPr>
            <a:xfrm>
              <a:off x="5589755" y="4105763"/>
              <a:ext cx="17094" cy="51413"/>
            </a:xfrm>
            <a:custGeom>
              <a:rect b="b" l="l" r="r" t="t"/>
              <a:pathLst>
                <a:path extrusionOk="0" h="1961" w="652">
                  <a:moveTo>
                    <a:pt x="0" y="1"/>
                  </a:moveTo>
                  <a:lnTo>
                    <a:pt x="0" y="1960"/>
                  </a:lnTo>
                  <a:lnTo>
                    <a:pt x="652" y="1960"/>
                  </a:lnTo>
                  <a:lnTo>
                    <a:pt x="652" y="653"/>
                  </a:lnTo>
                  <a:cubicBezTo>
                    <a:pt x="652" y="294"/>
                    <a:pt x="359" y="1"/>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2"/>
            <p:cNvSpPr/>
            <p:nvPr/>
          </p:nvSpPr>
          <p:spPr>
            <a:xfrm>
              <a:off x="5479956" y="3968724"/>
              <a:ext cx="37360" cy="16674"/>
            </a:xfrm>
            <a:custGeom>
              <a:rect b="b" l="l" r="r" t="t"/>
              <a:pathLst>
                <a:path extrusionOk="0" h="636" w="1425">
                  <a:moveTo>
                    <a:pt x="1134" y="0"/>
                  </a:moveTo>
                  <a:cubicBezTo>
                    <a:pt x="1072" y="0"/>
                    <a:pt x="1009" y="30"/>
                    <a:pt x="965" y="103"/>
                  </a:cubicBezTo>
                  <a:cubicBezTo>
                    <a:pt x="898" y="188"/>
                    <a:pt x="799" y="231"/>
                    <a:pt x="700" y="231"/>
                  </a:cubicBezTo>
                  <a:cubicBezTo>
                    <a:pt x="601" y="231"/>
                    <a:pt x="501" y="188"/>
                    <a:pt x="432" y="103"/>
                  </a:cubicBezTo>
                  <a:cubicBezTo>
                    <a:pt x="387" y="43"/>
                    <a:pt x="329" y="17"/>
                    <a:pt x="272" y="17"/>
                  </a:cubicBezTo>
                  <a:cubicBezTo>
                    <a:pt x="132" y="17"/>
                    <a:pt x="0" y="171"/>
                    <a:pt x="95" y="328"/>
                  </a:cubicBezTo>
                  <a:cubicBezTo>
                    <a:pt x="231" y="520"/>
                    <a:pt x="451" y="636"/>
                    <a:pt x="689" y="636"/>
                  </a:cubicBezTo>
                  <a:cubicBezTo>
                    <a:pt x="693" y="636"/>
                    <a:pt x="697" y="636"/>
                    <a:pt x="700" y="636"/>
                  </a:cubicBezTo>
                  <a:cubicBezTo>
                    <a:pt x="704" y="636"/>
                    <a:pt x="708" y="636"/>
                    <a:pt x="711" y="636"/>
                  </a:cubicBezTo>
                  <a:cubicBezTo>
                    <a:pt x="946" y="636"/>
                    <a:pt x="1170" y="520"/>
                    <a:pt x="1305" y="328"/>
                  </a:cubicBezTo>
                  <a:cubicBezTo>
                    <a:pt x="1425" y="167"/>
                    <a:pt x="1282"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2"/>
            <p:cNvSpPr/>
            <p:nvPr/>
          </p:nvSpPr>
          <p:spPr>
            <a:xfrm>
              <a:off x="5461551" y="3917547"/>
              <a:ext cx="10671" cy="16491"/>
            </a:xfrm>
            <a:custGeom>
              <a:rect b="b" l="l" r="r" t="t"/>
              <a:pathLst>
                <a:path extrusionOk="0" h="629" w="407">
                  <a:moveTo>
                    <a:pt x="204" y="1"/>
                  </a:moveTo>
                  <a:cubicBezTo>
                    <a:pt x="102" y="1"/>
                    <a:pt x="1" y="69"/>
                    <a:pt x="1" y="205"/>
                  </a:cubicBezTo>
                  <a:lnTo>
                    <a:pt x="1" y="422"/>
                  </a:lnTo>
                  <a:cubicBezTo>
                    <a:pt x="1" y="534"/>
                    <a:pt x="91" y="628"/>
                    <a:pt x="204" y="628"/>
                  </a:cubicBezTo>
                  <a:cubicBezTo>
                    <a:pt x="316" y="628"/>
                    <a:pt x="406" y="534"/>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2"/>
            <p:cNvSpPr/>
            <p:nvPr/>
          </p:nvSpPr>
          <p:spPr>
            <a:xfrm>
              <a:off x="5524421" y="3917547"/>
              <a:ext cx="10644" cy="16491"/>
            </a:xfrm>
            <a:custGeom>
              <a:rect b="b" l="l" r="r" t="t"/>
              <a:pathLst>
                <a:path extrusionOk="0" h="629" w="406">
                  <a:moveTo>
                    <a:pt x="203" y="1"/>
                  </a:moveTo>
                  <a:cubicBezTo>
                    <a:pt x="102" y="1"/>
                    <a:pt x="0" y="69"/>
                    <a:pt x="0" y="205"/>
                  </a:cubicBezTo>
                  <a:lnTo>
                    <a:pt x="0" y="422"/>
                  </a:lnTo>
                  <a:cubicBezTo>
                    <a:pt x="0" y="534"/>
                    <a:pt x="91" y="628"/>
                    <a:pt x="203" y="628"/>
                  </a:cubicBezTo>
                  <a:cubicBezTo>
                    <a:pt x="315" y="628"/>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2"/>
            <p:cNvSpPr/>
            <p:nvPr/>
          </p:nvSpPr>
          <p:spPr>
            <a:xfrm>
              <a:off x="5355790" y="3797471"/>
              <a:ext cx="284958" cy="365052"/>
            </a:xfrm>
            <a:custGeom>
              <a:rect b="b" l="l" r="r" t="t"/>
              <a:pathLst>
                <a:path extrusionOk="0" h="13924" w="10869">
                  <a:moveTo>
                    <a:pt x="3484" y="1054"/>
                  </a:moveTo>
                  <a:lnTo>
                    <a:pt x="3484" y="2825"/>
                  </a:lnTo>
                  <a:cubicBezTo>
                    <a:pt x="3484" y="2832"/>
                    <a:pt x="3481" y="2840"/>
                    <a:pt x="3470" y="2840"/>
                  </a:cubicBezTo>
                  <a:lnTo>
                    <a:pt x="3035" y="2840"/>
                  </a:lnTo>
                  <a:cubicBezTo>
                    <a:pt x="3028" y="2840"/>
                    <a:pt x="3021" y="2832"/>
                    <a:pt x="3021" y="2825"/>
                  </a:cubicBezTo>
                  <a:lnTo>
                    <a:pt x="3021" y="1518"/>
                  </a:lnTo>
                  <a:lnTo>
                    <a:pt x="3024" y="1518"/>
                  </a:lnTo>
                  <a:cubicBezTo>
                    <a:pt x="3024" y="1445"/>
                    <a:pt x="3057" y="1377"/>
                    <a:pt x="3115" y="1333"/>
                  </a:cubicBezTo>
                  <a:lnTo>
                    <a:pt x="3484" y="1054"/>
                  </a:lnTo>
                  <a:close/>
                  <a:moveTo>
                    <a:pt x="4995" y="412"/>
                  </a:moveTo>
                  <a:cubicBezTo>
                    <a:pt x="4996" y="412"/>
                    <a:pt x="4997" y="413"/>
                    <a:pt x="4998" y="413"/>
                  </a:cubicBezTo>
                  <a:lnTo>
                    <a:pt x="5871" y="413"/>
                  </a:lnTo>
                  <a:cubicBezTo>
                    <a:pt x="5878" y="413"/>
                    <a:pt x="5885" y="420"/>
                    <a:pt x="5885" y="428"/>
                  </a:cubicBezTo>
                  <a:lnTo>
                    <a:pt x="5885" y="2825"/>
                  </a:lnTo>
                  <a:cubicBezTo>
                    <a:pt x="5885" y="2836"/>
                    <a:pt x="5878" y="2840"/>
                    <a:pt x="5871" y="2840"/>
                  </a:cubicBezTo>
                  <a:lnTo>
                    <a:pt x="4998" y="2840"/>
                  </a:lnTo>
                  <a:cubicBezTo>
                    <a:pt x="4991" y="2840"/>
                    <a:pt x="4984" y="2836"/>
                    <a:pt x="4984" y="2825"/>
                  </a:cubicBezTo>
                  <a:lnTo>
                    <a:pt x="4984" y="428"/>
                  </a:lnTo>
                  <a:cubicBezTo>
                    <a:pt x="4984" y="421"/>
                    <a:pt x="4989" y="412"/>
                    <a:pt x="4995" y="412"/>
                  </a:cubicBezTo>
                  <a:close/>
                  <a:moveTo>
                    <a:pt x="7381" y="1054"/>
                  </a:moveTo>
                  <a:lnTo>
                    <a:pt x="7754" y="1333"/>
                  </a:lnTo>
                  <a:cubicBezTo>
                    <a:pt x="7812" y="1377"/>
                    <a:pt x="7845" y="1445"/>
                    <a:pt x="7845" y="1518"/>
                  </a:cubicBezTo>
                  <a:lnTo>
                    <a:pt x="7845" y="2825"/>
                  </a:lnTo>
                  <a:cubicBezTo>
                    <a:pt x="7845" y="2832"/>
                    <a:pt x="7838" y="2840"/>
                    <a:pt x="7830" y="2840"/>
                  </a:cubicBezTo>
                  <a:lnTo>
                    <a:pt x="7396" y="2840"/>
                  </a:lnTo>
                  <a:cubicBezTo>
                    <a:pt x="7385" y="2840"/>
                    <a:pt x="7381" y="2832"/>
                    <a:pt x="7381" y="2825"/>
                  </a:cubicBezTo>
                  <a:lnTo>
                    <a:pt x="7381" y="1054"/>
                  </a:lnTo>
                  <a:close/>
                  <a:moveTo>
                    <a:pt x="6295" y="743"/>
                  </a:moveTo>
                  <a:cubicBezTo>
                    <a:pt x="6530" y="808"/>
                    <a:pt x="6758" y="898"/>
                    <a:pt x="6976" y="1014"/>
                  </a:cubicBezTo>
                  <a:lnTo>
                    <a:pt x="6976" y="2825"/>
                  </a:lnTo>
                  <a:cubicBezTo>
                    <a:pt x="6976" y="3057"/>
                    <a:pt x="7164" y="3245"/>
                    <a:pt x="7399" y="3245"/>
                  </a:cubicBezTo>
                  <a:lnTo>
                    <a:pt x="7834" y="3245"/>
                  </a:lnTo>
                  <a:cubicBezTo>
                    <a:pt x="8066" y="3245"/>
                    <a:pt x="8254" y="3057"/>
                    <a:pt x="8254" y="2825"/>
                  </a:cubicBezTo>
                  <a:lnTo>
                    <a:pt x="8254" y="2231"/>
                  </a:lnTo>
                  <a:cubicBezTo>
                    <a:pt x="8522" y="2680"/>
                    <a:pt x="8681" y="3187"/>
                    <a:pt x="8714" y="3713"/>
                  </a:cubicBezTo>
                  <a:lnTo>
                    <a:pt x="8051" y="3713"/>
                  </a:lnTo>
                  <a:cubicBezTo>
                    <a:pt x="7780" y="3713"/>
                    <a:pt x="7780" y="4118"/>
                    <a:pt x="8051" y="4118"/>
                  </a:cubicBezTo>
                  <a:lnTo>
                    <a:pt x="8500" y="4118"/>
                  </a:lnTo>
                  <a:lnTo>
                    <a:pt x="8500" y="4390"/>
                  </a:lnTo>
                  <a:cubicBezTo>
                    <a:pt x="8313" y="4487"/>
                    <a:pt x="8383" y="4774"/>
                    <a:pt x="8594" y="4774"/>
                  </a:cubicBezTo>
                  <a:cubicBezTo>
                    <a:pt x="8595" y="4774"/>
                    <a:pt x="8597" y="4774"/>
                    <a:pt x="8598" y="4774"/>
                  </a:cubicBezTo>
                  <a:cubicBezTo>
                    <a:pt x="8801" y="4774"/>
                    <a:pt x="8957" y="4951"/>
                    <a:pt x="8935" y="5150"/>
                  </a:cubicBezTo>
                  <a:cubicBezTo>
                    <a:pt x="8920" y="5321"/>
                    <a:pt x="8754" y="5455"/>
                    <a:pt x="8565" y="5455"/>
                  </a:cubicBezTo>
                  <a:lnTo>
                    <a:pt x="8475" y="5455"/>
                  </a:lnTo>
                  <a:lnTo>
                    <a:pt x="8475" y="5444"/>
                  </a:lnTo>
                  <a:cubicBezTo>
                    <a:pt x="8475" y="5331"/>
                    <a:pt x="8384" y="5241"/>
                    <a:pt x="8272" y="5241"/>
                  </a:cubicBezTo>
                  <a:cubicBezTo>
                    <a:pt x="8160" y="5241"/>
                    <a:pt x="8069" y="5331"/>
                    <a:pt x="8069" y="5444"/>
                  </a:cubicBezTo>
                  <a:cubicBezTo>
                    <a:pt x="8066" y="6320"/>
                    <a:pt x="7627" y="7139"/>
                    <a:pt x="6903" y="7628"/>
                  </a:cubicBezTo>
                  <a:cubicBezTo>
                    <a:pt x="6903" y="7613"/>
                    <a:pt x="6903" y="7599"/>
                    <a:pt x="6899" y="7581"/>
                  </a:cubicBezTo>
                  <a:lnTo>
                    <a:pt x="6794" y="6657"/>
                  </a:lnTo>
                  <a:cubicBezTo>
                    <a:pt x="6747" y="6222"/>
                    <a:pt x="6382" y="5893"/>
                    <a:pt x="5943" y="5893"/>
                  </a:cubicBezTo>
                  <a:lnTo>
                    <a:pt x="4933" y="5893"/>
                  </a:lnTo>
                  <a:cubicBezTo>
                    <a:pt x="4495" y="5893"/>
                    <a:pt x="4129" y="6222"/>
                    <a:pt x="4082" y="6657"/>
                  </a:cubicBezTo>
                  <a:lnTo>
                    <a:pt x="3977" y="7581"/>
                  </a:lnTo>
                  <a:cubicBezTo>
                    <a:pt x="3977" y="7595"/>
                    <a:pt x="3977" y="7613"/>
                    <a:pt x="3973" y="7628"/>
                  </a:cubicBezTo>
                  <a:cubicBezTo>
                    <a:pt x="3673" y="7425"/>
                    <a:pt x="3415" y="7164"/>
                    <a:pt x="3223" y="6860"/>
                  </a:cubicBezTo>
                  <a:lnTo>
                    <a:pt x="3220" y="6860"/>
                  </a:lnTo>
                  <a:cubicBezTo>
                    <a:pt x="2948" y="6436"/>
                    <a:pt x="2803" y="5944"/>
                    <a:pt x="2807" y="5440"/>
                  </a:cubicBezTo>
                  <a:cubicBezTo>
                    <a:pt x="2807" y="5304"/>
                    <a:pt x="2705" y="5236"/>
                    <a:pt x="2602" y="5236"/>
                  </a:cubicBezTo>
                  <a:cubicBezTo>
                    <a:pt x="2500" y="5236"/>
                    <a:pt x="2398" y="5304"/>
                    <a:pt x="2398" y="5440"/>
                  </a:cubicBezTo>
                  <a:lnTo>
                    <a:pt x="2398" y="5455"/>
                  </a:lnTo>
                  <a:lnTo>
                    <a:pt x="2275" y="5455"/>
                  </a:lnTo>
                  <a:cubicBezTo>
                    <a:pt x="2072" y="5455"/>
                    <a:pt x="1916" y="5277"/>
                    <a:pt x="1938" y="5078"/>
                  </a:cubicBezTo>
                  <a:cubicBezTo>
                    <a:pt x="1952" y="4908"/>
                    <a:pt x="2119" y="4774"/>
                    <a:pt x="2307" y="4774"/>
                  </a:cubicBezTo>
                  <a:cubicBezTo>
                    <a:pt x="2539" y="4774"/>
                    <a:pt x="2590" y="4448"/>
                    <a:pt x="2369" y="4375"/>
                  </a:cubicBezTo>
                  <a:lnTo>
                    <a:pt x="2369" y="4118"/>
                  </a:lnTo>
                  <a:lnTo>
                    <a:pt x="7178" y="4118"/>
                  </a:lnTo>
                  <a:cubicBezTo>
                    <a:pt x="7450" y="4118"/>
                    <a:pt x="7450" y="3713"/>
                    <a:pt x="7178" y="3713"/>
                  </a:cubicBezTo>
                  <a:lnTo>
                    <a:pt x="2159" y="3713"/>
                  </a:lnTo>
                  <a:cubicBezTo>
                    <a:pt x="2191" y="3187"/>
                    <a:pt x="2347" y="2680"/>
                    <a:pt x="2615" y="2231"/>
                  </a:cubicBezTo>
                  <a:lnTo>
                    <a:pt x="2615" y="2825"/>
                  </a:lnTo>
                  <a:cubicBezTo>
                    <a:pt x="2615" y="3057"/>
                    <a:pt x="2807" y="3245"/>
                    <a:pt x="3039" y="3245"/>
                  </a:cubicBezTo>
                  <a:lnTo>
                    <a:pt x="3473" y="3245"/>
                  </a:lnTo>
                  <a:cubicBezTo>
                    <a:pt x="3709" y="3245"/>
                    <a:pt x="3897" y="3057"/>
                    <a:pt x="3897" y="2825"/>
                  </a:cubicBezTo>
                  <a:lnTo>
                    <a:pt x="3897" y="1014"/>
                  </a:lnTo>
                  <a:cubicBezTo>
                    <a:pt x="4111" y="898"/>
                    <a:pt x="4343" y="808"/>
                    <a:pt x="4578" y="743"/>
                  </a:cubicBezTo>
                  <a:lnTo>
                    <a:pt x="4578" y="2822"/>
                  </a:lnTo>
                  <a:cubicBezTo>
                    <a:pt x="4578" y="3057"/>
                    <a:pt x="4766" y="3245"/>
                    <a:pt x="5002" y="3245"/>
                  </a:cubicBezTo>
                  <a:lnTo>
                    <a:pt x="5871" y="3245"/>
                  </a:lnTo>
                  <a:cubicBezTo>
                    <a:pt x="6106" y="3245"/>
                    <a:pt x="6295" y="3057"/>
                    <a:pt x="6295" y="2822"/>
                  </a:cubicBezTo>
                  <a:lnTo>
                    <a:pt x="6295" y="743"/>
                  </a:lnTo>
                  <a:close/>
                  <a:moveTo>
                    <a:pt x="5940" y="6298"/>
                  </a:moveTo>
                  <a:cubicBezTo>
                    <a:pt x="6168" y="6298"/>
                    <a:pt x="6363" y="6472"/>
                    <a:pt x="6389" y="6700"/>
                  </a:cubicBezTo>
                  <a:lnTo>
                    <a:pt x="6490" y="7624"/>
                  </a:lnTo>
                  <a:cubicBezTo>
                    <a:pt x="6508" y="7812"/>
                    <a:pt x="6411" y="7993"/>
                    <a:pt x="6244" y="8077"/>
                  </a:cubicBezTo>
                  <a:lnTo>
                    <a:pt x="5636" y="8381"/>
                  </a:lnTo>
                  <a:cubicBezTo>
                    <a:pt x="5572" y="8414"/>
                    <a:pt x="5503" y="8430"/>
                    <a:pt x="5434" y="8430"/>
                  </a:cubicBezTo>
                  <a:cubicBezTo>
                    <a:pt x="5366" y="8430"/>
                    <a:pt x="5297" y="8414"/>
                    <a:pt x="5233" y="8381"/>
                  </a:cubicBezTo>
                  <a:lnTo>
                    <a:pt x="4625" y="8077"/>
                  </a:lnTo>
                  <a:cubicBezTo>
                    <a:pt x="4458" y="7993"/>
                    <a:pt x="4361" y="7812"/>
                    <a:pt x="4382" y="7624"/>
                  </a:cubicBezTo>
                  <a:lnTo>
                    <a:pt x="4484" y="6700"/>
                  </a:lnTo>
                  <a:cubicBezTo>
                    <a:pt x="4509" y="6472"/>
                    <a:pt x="4701" y="6298"/>
                    <a:pt x="4929" y="6298"/>
                  </a:cubicBezTo>
                  <a:close/>
                  <a:moveTo>
                    <a:pt x="6758" y="8174"/>
                  </a:moveTo>
                  <a:lnTo>
                    <a:pt x="6758" y="8873"/>
                  </a:lnTo>
                  <a:cubicBezTo>
                    <a:pt x="6758" y="9174"/>
                    <a:pt x="6918" y="9453"/>
                    <a:pt x="7175" y="9609"/>
                  </a:cubicBezTo>
                  <a:cubicBezTo>
                    <a:pt x="6762" y="10152"/>
                    <a:pt x="6117" y="10467"/>
                    <a:pt x="5436" y="10467"/>
                  </a:cubicBezTo>
                  <a:cubicBezTo>
                    <a:pt x="5432" y="10467"/>
                    <a:pt x="5429" y="10467"/>
                    <a:pt x="5425" y="10467"/>
                  </a:cubicBezTo>
                  <a:cubicBezTo>
                    <a:pt x="4745" y="10467"/>
                    <a:pt x="4105" y="10149"/>
                    <a:pt x="3694" y="9609"/>
                  </a:cubicBezTo>
                  <a:cubicBezTo>
                    <a:pt x="3955" y="9453"/>
                    <a:pt x="4111" y="9174"/>
                    <a:pt x="4114" y="8873"/>
                  </a:cubicBezTo>
                  <a:lnTo>
                    <a:pt x="4114" y="8174"/>
                  </a:lnTo>
                  <a:lnTo>
                    <a:pt x="4125" y="8178"/>
                  </a:lnTo>
                  <a:lnTo>
                    <a:pt x="4140" y="8185"/>
                  </a:lnTo>
                  <a:cubicBezTo>
                    <a:pt x="4223" y="8294"/>
                    <a:pt x="4324" y="8381"/>
                    <a:pt x="4444" y="8439"/>
                  </a:cubicBezTo>
                  <a:lnTo>
                    <a:pt x="5052" y="8743"/>
                  </a:lnTo>
                  <a:cubicBezTo>
                    <a:pt x="5174" y="8805"/>
                    <a:pt x="5305" y="8835"/>
                    <a:pt x="5436" y="8835"/>
                  </a:cubicBezTo>
                  <a:cubicBezTo>
                    <a:pt x="5568" y="8835"/>
                    <a:pt x="5699" y="8805"/>
                    <a:pt x="5820" y="8743"/>
                  </a:cubicBezTo>
                  <a:lnTo>
                    <a:pt x="6425" y="8439"/>
                  </a:lnTo>
                  <a:cubicBezTo>
                    <a:pt x="6545" y="8381"/>
                    <a:pt x="6650" y="8294"/>
                    <a:pt x="6729" y="8189"/>
                  </a:cubicBezTo>
                  <a:lnTo>
                    <a:pt x="6758" y="8174"/>
                  </a:lnTo>
                  <a:close/>
                  <a:moveTo>
                    <a:pt x="2832" y="9891"/>
                  </a:moveTo>
                  <a:lnTo>
                    <a:pt x="2832" y="11557"/>
                  </a:lnTo>
                  <a:lnTo>
                    <a:pt x="2601" y="11557"/>
                  </a:lnTo>
                  <a:cubicBezTo>
                    <a:pt x="2441" y="11557"/>
                    <a:pt x="2285" y="11601"/>
                    <a:pt x="2151" y="11684"/>
                  </a:cubicBezTo>
                  <a:lnTo>
                    <a:pt x="2151" y="10090"/>
                  </a:lnTo>
                  <a:lnTo>
                    <a:pt x="2832" y="9891"/>
                  </a:lnTo>
                  <a:close/>
                  <a:moveTo>
                    <a:pt x="8037" y="9891"/>
                  </a:moveTo>
                  <a:lnTo>
                    <a:pt x="8718" y="10090"/>
                  </a:lnTo>
                  <a:lnTo>
                    <a:pt x="8718" y="11684"/>
                  </a:lnTo>
                  <a:cubicBezTo>
                    <a:pt x="8584" y="11601"/>
                    <a:pt x="8428" y="11557"/>
                    <a:pt x="8268" y="11557"/>
                  </a:cubicBezTo>
                  <a:lnTo>
                    <a:pt x="8037" y="11557"/>
                  </a:lnTo>
                  <a:lnTo>
                    <a:pt x="8037" y="9891"/>
                  </a:lnTo>
                  <a:close/>
                  <a:moveTo>
                    <a:pt x="4998" y="0"/>
                  </a:moveTo>
                  <a:cubicBezTo>
                    <a:pt x="4806" y="0"/>
                    <a:pt x="4640" y="131"/>
                    <a:pt x="4589" y="315"/>
                  </a:cubicBezTo>
                  <a:cubicBezTo>
                    <a:pt x="4295" y="384"/>
                    <a:pt x="4006" y="493"/>
                    <a:pt x="3738" y="634"/>
                  </a:cubicBezTo>
                  <a:cubicBezTo>
                    <a:pt x="3727" y="627"/>
                    <a:pt x="3716" y="620"/>
                    <a:pt x="3705" y="616"/>
                  </a:cubicBezTo>
                  <a:cubicBezTo>
                    <a:pt x="3655" y="590"/>
                    <a:pt x="3602" y="578"/>
                    <a:pt x="3550" y="578"/>
                  </a:cubicBezTo>
                  <a:cubicBezTo>
                    <a:pt x="3476" y="578"/>
                    <a:pt x="3404" y="602"/>
                    <a:pt x="3343" y="649"/>
                  </a:cubicBezTo>
                  <a:lnTo>
                    <a:pt x="2869" y="1003"/>
                  </a:lnTo>
                  <a:cubicBezTo>
                    <a:pt x="2709" y="1123"/>
                    <a:pt x="2615" y="1311"/>
                    <a:pt x="2615" y="1514"/>
                  </a:cubicBezTo>
                  <a:lnTo>
                    <a:pt x="2615" y="1529"/>
                  </a:lnTo>
                  <a:cubicBezTo>
                    <a:pt x="2093" y="2141"/>
                    <a:pt x="1793" y="2905"/>
                    <a:pt x="1746" y="3709"/>
                  </a:cubicBezTo>
                  <a:lnTo>
                    <a:pt x="1510" y="3709"/>
                  </a:lnTo>
                  <a:cubicBezTo>
                    <a:pt x="1239" y="3709"/>
                    <a:pt x="1239" y="4115"/>
                    <a:pt x="1510" y="4115"/>
                  </a:cubicBezTo>
                  <a:lnTo>
                    <a:pt x="1959" y="4115"/>
                  </a:lnTo>
                  <a:lnTo>
                    <a:pt x="1959" y="4440"/>
                  </a:lnTo>
                  <a:cubicBezTo>
                    <a:pt x="1641" y="4585"/>
                    <a:pt x="1467" y="4933"/>
                    <a:pt x="1543" y="5273"/>
                  </a:cubicBezTo>
                  <a:cubicBezTo>
                    <a:pt x="1619" y="5618"/>
                    <a:pt x="1923" y="5860"/>
                    <a:pt x="2271" y="5860"/>
                  </a:cubicBezTo>
                  <a:lnTo>
                    <a:pt x="2423" y="5860"/>
                  </a:lnTo>
                  <a:cubicBezTo>
                    <a:pt x="2543" y="6700"/>
                    <a:pt x="3006" y="7450"/>
                    <a:pt x="3702" y="7935"/>
                  </a:cubicBezTo>
                  <a:lnTo>
                    <a:pt x="3702" y="8870"/>
                  </a:lnTo>
                  <a:cubicBezTo>
                    <a:pt x="3702" y="9069"/>
                    <a:pt x="3571" y="9247"/>
                    <a:pt x="3379" y="9301"/>
                  </a:cubicBezTo>
                  <a:lnTo>
                    <a:pt x="1087" y="9978"/>
                  </a:lnTo>
                  <a:cubicBezTo>
                    <a:pt x="442" y="10170"/>
                    <a:pt x="4" y="10760"/>
                    <a:pt x="0" y="11427"/>
                  </a:cubicBezTo>
                  <a:lnTo>
                    <a:pt x="0" y="13719"/>
                  </a:lnTo>
                  <a:cubicBezTo>
                    <a:pt x="0" y="13855"/>
                    <a:pt x="102" y="13923"/>
                    <a:pt x="203" y="13923"/>
                  </a:cubicBezTo>
                  <a:cubicBezTo>
                    <a:pt x="304" y="13923"/>
                    <a:pt x="406" y="13855"/>
                    <a:pt x="406" y="13719"/>
                  </a:cubicBezTo>
                  <a:lnTo>
                    <a:pt x="406" y="11427"/>
                  </a:lnTo>
                  <a:cubicBezTo>
                    <a:pt x="409" y="10938"/>
                    <a:pt x="728" y="10510"/>
                    <a:pt x="1199" y="10369"/>
                  </a:cubicBezTo>
                  <a:lnTo>
                    <a:pt x="1742" y="10210"/>
                  </a:lnTo>
                  <a:lnTo>
                    <a:pt x="1742" y="13719"/>
                  </a:lnTo>
                  <a:cubicBezTo>
                    <a:pt x="1742" y="13855"/>
                    <a:pt x="1844" y="13923"/>
                    <a:pt x="1945" y="13923"/>
                  </a:cubicBezTo>
                  <a:cubicBezTo>
                    <a:pt x="2046" y="13923"/>
                    <a:pt x="2148" y="13855"/>
                    <a:pt x="2148" y="13719"/>
                  </a:cubicBezTo>
                  <a:lnTo>
                    <a:pt x="2148" y="12412"/>
                  </a:lnTo>
                  <a:cubicBezTo>
                    <a:pt x="2151" y="12162"/>
                    <a:pt x="2351" y="11963"/>
                    <a:pt x="2601" y="11963"/>
                  </a:cubicBezTo>
                  <a:lnTo>
                    <a:pt x="3470" y="11963"/>
                  </a:lnTo>
                  <a:cubicBezTo>
                    <a:pt x="3741" y="11963"/>
                    <a:pt x="3741" y="11554"/>
                    <a:pt x="3470" y="11554"/>
                  </a:cubicBezTo>
                  <a:lnTo>
                    <a:pt x="3238" y="11554"/>
                  </a:lnTo>
                  <a:lnTo>
                    <a:pt x="3238" y="9768"/>
                  </a:lnTo>
                  <a:lnTo>
                    <a:pt x="3296" y="9754"/>
                  </a:lnTo>
                  <a:cubicBezTo>
                    <a:pt x="3812" y="10500"/>
                    <a:pt x="4622" y="10873"/>
                    <a:pt x="5433" y="10873"/>
                  </a:cubicBezTo>
                  <a:cubicBezTo>
                    <a:pt x="6243" y="10873"/>
                    <a:pt x="7053" y="10500"/>
                    <a:pt x="7570" y="9754"/>
                  </a:cubicBezTo>
                  <a:lnTo>
                    <a:pt x="7627" y="9768"/>
                  </a:lnTo>
                  <a:lnTo>
                    <a:pt x="7627" y="11554"/>
                  </a:lnTo>
                  <a:lnTo>
                    <a:pt x="4346" y="11554"/>
                  </a:lnTo>
                  <a:cubicBezTo>
                    <a:pt x="4075" y="11554"/>
                    <a:pt x="4075" y="11963"/>
                    <a:pt x="4346" y="11963"/>
                  </a:cubicBezTo>
                  <a:lnTo>
                    <a:pt x="8268" y="11963"/>
                  </a:lnTo>
                  <a:cubicBezTo>
                    <a:pt x="8515" y="11963"/>
                    <a:pt x="8718" y="12162"/>
                    <a:pt x="8718" y="12412"/>
                  </a:cubicBezTo>
                  <a:lnTo>
                    <a:pt x="8718" y="13719"/>
                  </a:lnTo>
                  <a:cubicBezTo>
                    <a:pt x="8718" y="13855"/>
                    <a:pt x="8820" y="13923"/>
                    <a:pt x="8922" y="13923"/>
                  </a:cubicBezTo>
                  <a:cubicBezTo>
                    <a:pt x="9025" y="13923"/>
                    <a:pt x="9127" y="13855"/>
                    <a:pt x="9127" y="13719"/>
                  </a:cubicBezTo>
                  <a:lnTo>
                    <a:pt x="9127" y="10210"/>
                  </a:lnTo>
                  <a:lnTo>
                    <a:pt x="9670" y="10369"/>
                  </a:lnTo>
                  <a:cubicBezTo>
                    <a:pt x="10137" y="10510"/>
                    <a:pt x="10460" y="10938"/>
                    <a:pt x="10460" y="11427"/>
                  </a:cubicBezTo>
                  <a:lnTo>
                    <a:pt x="10460" y="13719"/>
                  </a:lnTo>
                  <a:cubicBezTo>
                    <a:pt x="10460" y="13855"/>
                    <a:pt x="10562" y="13923"/>
                    <a:pt x="10664" y="13923"/>
                  </a:cubicBezTo>
                  <a:cubicBezTo>
                    <a:pt x="10767" y="13923"/>
                    <a:pt x="10869" y="13855"/>
                    <a:pt x="10869" y="13719"/>
                  </a:cubicBezTo>
                  <a:lnTo>
                    <a:pt x="10869" y="11427"/>
                  </a:lnTo>
                  <a:cubicBezTo>
                    <a:pt x="10865" y="10760"/>
                    <a:pt x="10423" y="10170"/>
                    <a:pt x="9786" y="9978"/>
                  </a:cubicBezTo>
                  <a:lnTo>
                    <a:pt x="7490" y="9304"/>
                  </a:lnTo>
                  <a:cubicBezTo>
                    <a:pt x="7298" y="9247"/>
                    <a:pt x="7167" y="9073"/>
                    <a:pt x="7164" y="8873"/>
                  </a:cubicBezTo>
                  <a:lnTo>
                    <a:pt x="7164" y="7935"/>
                  </a:lnTo>
                  <a:cubicBezTo>
                    <a:pt x="7859" y="7450"/>
                    <a:pt x="8323" y="6700"/>
                    <a:pt x="8442" y="5860"/>
                  </a:cubicBezTo>
                  <a:lnTo>
                    <a:pt x="8565" y="5860"/>
                  </a:lnTo>
                  <a:cubicBezTo>
                    <a:pt x="8964" y="5860"/>
                    <a:pt x="9304" y="5563"/>
                    <a:pt x="9341" y="5187"/>
                  </a:cubicBezTo>
                  <a:cubicBezTo>
                    <a:pt x="9373" y="4868"/>
                    <a:pt x="9199" y="4564"/>
                    <a:pt x="8910" y="4430"/>
                  </a:cubicBezTo>
                  <a:lnTo>
                    <a:pt x="8910" y="4115"/>
                  </a:lnTo>
                  <a:lnTo>
                    <a:pt x="9359" y="4115"/>
                  </a:lnTo>
                  <a:cubicBezTo>
                    <a:pt x="9630" y="4115"/>
                    <a:pt x="9630" y="3705"/>
                    <a:pt x="9359" y="3705"/>
                  </a:cubicBezTo>
                  <a:lnTo>
                    <a:pt x="9120" y="3705"/>
                  </a:lnTo>
                  <a:cubicBezTo>
                    <a:pt x="9076" y="2905"/>
                    <a:pt x="8772" y="2141"/>
                    <a:pt x="8254" y="1529"/>
                  </a:cubicBezTo>
                  <a:lnTo>
                    <a:pt x="8254" y="1514"/>
                  </a:lnTo>
                  <a:cubicBezTo>
                    <a:pt x="8254" y="1311"/>
                    <a:pt x="8160" y="1123"/>
                    <a:pt x="8000" y="1003"/>
                  </a:cubicBezTo>
                  <a:lnTo>
                    <a:pt x="7526" y="649"/>
                  </a:lnTo>
                  <a:cubicBezTo>
                    <a:pt x="7465" y="602"/>
                    <a:pt x="7391" y="578"/>
                    <a:pt x="7318" y="578"/>
                  </a:cubicBezTo>
                  <a:cubicBezTo>
                    <a:pt x="7265" y="578"/>
                    <a:pt x="7212" y="590"/>
                    <a:pt x="7164" y="616"/>
                  </a:cubicBezTo>
                  <a:cubicBezTo>
                    <a:pt x="7153" y="620"/>
                    <a:pt x="7142" y="627"/>
                    <a:pt x="7131" y="634"/>
                  </a:cubicBezTo>
                  <a:cubicBezTo>
                    <a:pt x="6860" y="493"/>
                    <a:pt x="6574" y="384"/>
                    <a:pt x="6277" y="315"/>
                  </a:cubicBezTo>
                  <a:cubicBezTo>
                    <a:pt x="6229" y="131"/>
                    <a:pt x="6063" y="0"/>
                    <a:pt x="5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2"/>
            <p:cNvSpPr/>
            <p:nvPr/>
          </p:nvSpPr>
          <p:spPr>
            <a:xfrm>
              <a:off x="5422723" y="4123250"/>
              <a:ext cx="12453" cy="10697"/>
            </a:xfrm>
            <a:custGeom>
              <a:rect b="b" l="l" r="r" t="t"/>
              <a:pathLst>
                <a:path extrusionOk="0" h="408" w="475">
                  <a:moveTo>
                    <a:pt x="275" y="0"/>
                  </a:moveTo>
                  <a:cubicBezTo>
                    <a:pt x="273" y="0"/>
                    <a:pt x="271"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2"/>
            <p:cNvSpPr/>
            <p:nvPr/>
          </p:nvSpPr>
          <p:spPr>
            <a:xfrm>
              <a:off x="5559736" y="4123250"/>
              <a:ext cx="12558" cy="10697"/>
            </a:xfrm>
            <a:custGeom>
              <a:rect b="b" l="l" r="r" t="t"/>
              <a:pathLst>
                <a:path extrusionOk="0" h="408" w="479">
                  <a:moveTo>
                    <a:pt x="275" y="0"/>
                  </a:moveTo>
                  <a:cubicBezTo>
                    <a:pt x="273" y="0"/>
                    <a:pt x="271" y="0"/>
                    <a:pt x="269" y="0"/>
                  </a:cubicBezTo>
                  <a:lnTo>
                    <a:pt x="272" y="0"/>
                  </a:lnTo>
                  <a:cubicBezTo>
                    <a:pt x="91" y="4"/>
                    <a:pt x="1" y="221"/>
                    <a:pt x="131" y="348"/>
                  </a:cubicBezTo>
                  <a:cubicBezTo>
                    <a:pt x="172" y="389"/>
                    <a:pt x="222" y="407"/>
                    <a:pt x="272" y="407"/>
                  </a:cubicBezTo>
                  <a:cubicBezTo>
                    <a:pt x="377" y="407"/>
                    <a:pt x="479" y="326"/>
                    <a:pt x="479" y="203"/>
                  </a:cubicBezTo>
                  <a:cubicBezTo>
                    <a:pt x="479" y="93"/>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0" name="Google Shape;13230;p82"/>
          <p:cNvGrpSpPr/>
          <p:nvPr/>
        </p:nvGrpSpPr>
        <p:grpSpPr>
          <a:xfrm>
            <a:off x="7156067" y="3797550"/>
            <a:ext cx="285089" cy="364974"/>
            <a:chOff x="7156067" y="3797550"/>
            <a:chExt cx="285089" cy="364974"/>
          </a:xfrm>
        </p:grpSpPr>
        <p:sp>
          <p:nvSpPr>
            <p:cNvPr id="13231" name="Google Shape;13231;p82"/>
            <p:cNvSpPr/>
            <p:nvPr/>
          </p:nvSpPr>
          <p:spPr>
            <a:xfrm>
              <a:off x="7161494" y="3991454"/>
              <a:ext cx="274235" cy="165721"/>
            </a:xfrm>
            <a:custGeom>
              <a:rect b="b" l="l" r="r" t="t"/>
              <a:pathLst>
                <a:path extrusionOk="0" h="6321" w="10460">
                  <a:moveTo>
                    <a:pt x="3705" y="0"/>
                  </a:moveTo>
                  <a:lnTo>
                    <a:pt x="3705" y="1036"/>
                  </a:lnTo>
                  <a:cubicBezTo>
                    <a:pt x="3705" y="1326"/>
                    <a:pt x="3513" y="1583"/>
                    <a:pt x="3235" y="1666"/>
                  </a:cubicBezTo>
                  <a:lnTo>
                    <a:pt x="938" y="2340"/>
                  </a:lnTo>
                  <a:cubicBezTo>
                    <a:pt x="381" y="2503"/>
                    <a:pt x="0" y="3014"/>
                    <a:pt x="0" y="3593"/>
                  </a:cubicBezTo>
                  <a:lnTo>
                    <a:pt x="0" y="6320"/>
                  </a:lnTo>
                  <a:lnTo>
                    <a:pt x="10460" y="6320"/>
                  </a:lnTo>
                  <a:lnTo>
                    <a:pt x="10460" y="3593"/>
                  </a:lnTo>
                  <a:cubicBezTo>
                    <a:pt x="10460" y="3014"/>
                    <a:pt x="10080" y="2503"/>
                    <a:pt x="9522" y="2340"/>
                  </a:cubicBezTo>
                  <a:lnTo>
                    <a:pt x="7226" y="1666"/>
                  </a:lnTo>
                  <a:cubicBezTo>
                    <a:pt x="6947" y="1583"/>
                    <a:pt x="6755" y="1326"/>
                    <a:pt x="6755" y="1036"/>
                  </a:cubicBezTo>
                  <a:lnTo>
                    <a:pt x="6755"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2"/>
            <p:cNvSpPr/>
            <p:nvPr/>
          </p:nvSpPr>
          <p:spPr>
            <a:xfrm>
              <a:off x="7161494" y="4048425"/>
              <a:ext cx="274235" cy="108750"/>
            </a:xfrm>
            <a:custGeom>
              <a:rect b="b" l="l" r="r" t="t"/>
              <a:pathLst>
                <a:path extrusionOk="0" h="4148" w="10460">
                  <a:moveTo>
                    <a:pt x="1511" y="0"/>
                  </a:moveTo>
                  <a:lnTo>
                    <a:pt x="938" y="167"/>
                  </a:lnTo>
                  <a:cubicBezTo>
                    <a:pt x="381" y="330"/>
                    <a:pt x="0" y="841"/>
                    <a:pt x="0" y="1424"/>
                  </a:cubicBezTo>
                  <a:lnTo>
                    <a:pt x="0" y="4147"/>
                  </a:lnTo>
                  <a:lnTo>
                    <a:pt x="10460" y="4147"/>
                  </a:lnTo>
                  <a:lnTo>
                    <a:pt x="10460" y="1424"/>
                  </a:lnTo>
                  <a:cubicBezTo>
                    <a:pt x="10460" y="841"/>
                    <a:pt x="10080" y="330"/>
                    <a:pt x="9522" y="167"/>
                  </a:cubicBezTo>
                  <a:lnTo>
                    <a:pt x="8953" y="0"/>
                  </a:lnTo>
                  <a:lnTo>
                    <a:pt x="5230" y="1862"/>
                  </a:lnTo>
                  <a:lnTo>
                    <a:pt x="15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2"/>
            <p:cNvSpPr/>
            <p:nvPr/>
          </p:nvSpPr>
          <p:spPr>
            <a:xfrm>
              <a:off x="7258630" y="3991454"/>
              <a:ext cx="79963" cy="28577"/>
            </a:xfrm>
            <a:custGeom>
              <a:rect b="b" l="l" r="r" t="t"/>
              <a:pathLst>
                <a:path extrusionOk="0" h="1090" w="3050">
                  <a:moveTo>
                    <a:pt x="0" y="0"/>
                  </a:moveTo>
                  <a:lnTo>
                    <a:pt x="0" y="707"/>
                  </a:lnTo>
                  <a:cubicBezTo>
                    <a:pt x="477" y="962"/>
                    <a:pt x="1001" y="1090"/>
                    <a:pt x="1525" y="1090"/>
                  </a:cubicBezTo>
                  <a:cubicBezTo>
                    <a:pt x="2049" y="1090"/>
                    <a:pt x="2574" y="962"/>
                    <a:pt x="3050" y="707"/>
                  </a:cubicBezTo>
                  <a:lnTo>
                    <a:pt x="305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2"/>
            <p:cNvSpPr/>
            <p:nvPr/>
          </p:nvSpPr>
          <p:spPr>
            <a:xfrm>
              <a:off x="7201476" y="3848648"/>
              <a:ext cx="194298" cy="154316"/>
            </a:xfrm>
            <a:custGeom>
              <a:rect b="b" l="l" r="r" t="t"/>
              <a:pathLst>
                <a:path extrusionOk="0" h="5886" w="7411">
                  <a:moveTo>
                    <a:pt x="873" y="0"/>
                  </a:moveTo>
                  <a:lnTo>
                    <a:pt x="873" y="2181"/>
                  </a:lnTo>
                  <a:lnTo>
                    <a:pt x="547" y="2181"/>
                  </a:lnTo>
                  <a:cubicBezTo>
                    <a:pt x="243" y="2181"/>
                    <a:pt x="0" y="2423"/>
                    <a:pt x="0" y="2724"/>
                  </a:cubicBezTo>
                  <a:cubicBezTo>
                    <a:pt x="0" y="3025"/>
                    <a:pt x="243" y="3267"/>
                    <a:pt x="547" y="3267"/>
                  </a:cubicBezTo>
                  <a:lnTo>
                    <a:pt x="884" y="3267"/>
                  </a:lnTo>
                  <a:cubicBezTo>
                    <a:pt x="992" y="4745"/>
                    <a:pt x="2224" y="5886"/>
                    <a:pt x="3705" y="5886"/>
                  </a:cubicBezTo>
                  <a:cubicBezTo>
                    <a:pt x="5186" y="5886"/>
                    <a:pt x="6418" y="4745"/>
                    <a:pt x="6526" y="3267"/>
                  </a:cubicBezTo>
                  <a:lnTo>
                    <a:pt x="6867" y="3267"/>
                  </a:lnTo>
                  <a:cubicBezTo>
                    <a:pt x="7167" y="3267"/>
                    <a:pt x="7410" y="3025"/>
                    <a:pt x="7410" y="2724"/>
                  </a:cubicBezTo>
                  <a:cubicBezTo>
                    <a:pt x="7410" y="2423"/>
                    <a:pt x="7167" y="2181"/>
                    <a:pt x="6867" y="2181"/>
                  </a:cubicBezTo>
                  <a:lnTo>
                    <a:pt x="6541" y="2181"/>
                  </a:lnTo>
                  <a:lnTo>
                    <a:pt x="654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2"/>
            <p:cNvSpPr/>
            <p:nvPr/>
          </p:nvSpPr>
          <p:spPr>
            <a:xfrm>
              <a:off x="7201476" y="3848648"/>
              <a:ext cx="108645" cy="154342"/>
            </a:xfrm>
            <a:custGeom>
              <a:rect b="b" l="l" r="r" t="t"/>
              <a:pathLst>
                <a:path extrusionOk="0" h="5887" w="4144">
                  <a:moveTo>
                    <a:pt x="873" y="0"/>
                  </a:moveTo>
                  <a:lnTo>
                    <a:pt x="873" y="2181"/>
                  </a:lnTo>
                  <a:lnTo>
                    <a:pt x="547" y="2181"/>
                  </a:lnTo>
                  <a:cubicBezTo>
                    <a:pt x="243" y="2181"/>
                    <a:pt x="0" y="2423"/>
                    <a:pt x="0" y="2724"/>
                  </a:cubicBezTo>
                  <a:cubicBezTo>
                    <a:pt x="0" y="3025"/>
                    <a:pt x="243" y="3267"/>
                    <a:pt x="547" y="3267"/>
                  </a:cubicBezTo>
                  <a:lnTo>
                    <a:pt x="884" y="3267"/>
                  </a:lnTo>
                  <a:cubicBezTo>
                    <a:pt x="989" y="4763"/>
                    <a:pt x="2237" y="5887"/>
                    <a:pt x="3685" y="5887"/>
                  </a:cubicBezTo>
                  <a:cubicBezTo>
                    <a:pt x="3836" y="5887"/>
                    <a:pt x="3989" y="5875"/>
                    <a:pt x="4143" y="5849"/>
                  </a:cubicBezTo>
                  <a:cubicBezTo>
                    <a:pt x="2763" y="5636"/>
                    <a:pt x="1742" y="4448"/>
                    <a:pt x="1746" y="3050"/>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2"/>
            <p:cNvSpPr/>
            <p:nvPr/>
          </p:nvSpPr>
          <p:spPr>
            <a:xfrm>
              <a:off x="7212854" y="3802977"/>
              <a:ext cx="171515" cy="91368"/>
            </a:xfrm>
            <a:custGeom>
              <a:rect b="b" l="l" r="r" t="t"/>
              <a:pathLst>
                <a:path extrusionOk="0" h="3485" w="6542">
                  <a:moveTo>
                    <a:pt x="3264" y="0"/>
                  </a:moveTo>
                  <a:cubicBezTo>
                    <a:pt x="1464" y="0"/>
                    <a:pt x="1" y="1466"/>
                    <a:pt x="1" y="3267"/>
                  </a:cubicBezTo>
                  <a:lnTo>
                    <a:pt x="1" y="3484"/>
                  </a:lnTo>
                  <a:lnTo>
                    <a:pt x="6542" y="3484"/>
                  </a:lnTo>
                  <a:lnTo>
                    <a:pt x="6542" y="3267"/>
                  </a:lnTo>
                  <a:cubicBezTo>
                    <a:pt x="6542" y="1460"/>
                    <a:pt x="5078" y="0"/>
                    <a:pt x="3271" y="0"/>
                  </a:cubicBezTo>
                  <a:cubicBezTo>
                    <a:pt x="3269" y="0"/>
                    <a:pt x="3267" y="0"/>
                    <a:pt x="3264"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2"/>
            <p:cNvSpPr/>
            <p:nvPr/>
          </p:nvSpPr>
          <p:spPr>
            <a:xfrm>
              <a:off x="7252941" y="3802977"/>
              <a:ext cx="91368" cy="91368"/>
            </a:xfrm>
            <a:custGeom>
              <a:rect b="b" l="l" r="r" t="t"/>
              <a:pathLst>
                <a:path extrusionOk="0" h="3485" w="3485">
                  <a:moveTo>
                    <a:pt x="1761" y="0"/>
                  </a:moveTo>
                  <a:cubicBezTo>
                    <a:pt x="1754" y="0"/>
                    <a:pt x="1748" y="0"/>
                    <a:pt x="1742" y="0"/>
                  </a:cubicBezTo>
                  <a:cubicBezTo>
                    <a:pt x="1736" y="0"/>
                    <a:pt x="1730" y="0"/>
                    <a:pt x="1724" y="0"/>
                  </a:cubicBezTo>
                  <a:cubicBezTo>
                    <a:pt x="1114" y="0"/>
                    <a:pt x="516" y="178"/>
                    <a:pt x="0" y="507"/>
                  </a:cubicBezTo>
                  <a:lnTo>
                    <a:pt x="0" y="3484"/>
                  </a:lnTo>
                  <a:lnTo>
                    <a:pt x="3484" y="3484"/>
                  </a:lnTo>
                  <a:lnTo>
                    <a:pt x="3484" y="504"/>
                  </a:lnTo>
                  <a:cubicBezTo>
                    <a:pt x="2968" y="177"/>
                    <a:pt x="2373" y="0"/>
                    <a:pt x="176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2"/>
            <p:cNvSpPr/>
            <p:nvPr/>
          </p:nvSpPr>
          <p:spPr>
            <a:xfrm>
              <a:off x="7281518" y="3888629"/>
              <a:ext cx="34292" cy="34292"/>
            </a:xfrm>
            <a:custGeom>
              <a:rect b="b" l="l" r="r" t="t"/>
              <a:pathLst>
                <a:path extrusionOk="0" h="1308" w="1308">
                  <a:moveTo>
                    <a:pt x="0" y="0"/>
                  </a:moveTo>
                  <a:lnTo>
                    <a:pt x="0" y="1308"/>
                  </a:lnTo>
                  <a:lnTo>
                    <a:pt x="1308" y="1308"/>
                  </a:lnTo>
                  <a:lnTo>
                    <a:pt x="1308"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2"/>
            <p:cNvSpPr/>
            <p:nvPr/>
          </p:nvSpPr>
          <p:spPr>
            <a:xfrm>
              <a:off x="7212854" y="3888629"/>
              <a:ext cx="74379" cy="49577"/>
            </a:xfrm>
            <a:custGeom>
              <a:rect b="b" l="l" r="r" t="t"/>
              <a:pathLst>
                <a:path extrusionOk="0" h="1891" w="2837">
                  <a:moveTo>
                    <a:pt x="4" y="0"/>
                  </a:moveTo>
                  <a:lnTo>
                    <a:pt x="4" y="424"/>
                  </a:lnTo>
                  <a:cubicBezTo>
                    <a:pt x="1" y="569"/>
                    <a:pt x="73" y="703"/>
                    <a:pt x="189" y="782"/>
                  </a:cubicBezTo>
                  <a:lnTo>
                    <a:pt x="1580" y="1746"/>
                  </a:lnTo>
                  <a:cubicBezTo>
                    <a:pt x="1723" y="1846"/>
                    <a:pt x="1881" y="1891"/>
                    <a:pt x="2035" y="1891"/>
                  </a:cubicBezTo>
                  <a:cubicBezTo>
                    <a:pt x="2450" y="1891"/>
                    <a:pt x="2836" y="1561"/>
                    <a:pt x="2836" y="1090"/>
                  </a:cubicBezTo>
                  <a:lnTo>
                    <a:pt x="283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2"/>
            <p:cNvSpPr/>
            <p:nvPr/>
          </p:nvSpPr>
          <p:spPr>
            <a:xfrm>
              <a:off x="7310095" y="3888629"/>
              <a:ext cx="74274" cy="49577"/>
            </a:xfrm>
            <a:custGeom>
              <a:rect b="b" l="l" r="r" t="t"/>
              <a:pathLst>
                <a:path extrusionOk="0" h="1891" w="2833">
                  <a:moveTo>
                    <a:pt x="0" y="0"/>
                  </a:moveTo>
                  <a:lnTo>
                    <a:pt x="0" y="1090"/>
                  </a:lnTo>
                  <a:cubicBezTo>
                    <a:pt x="0" y="1561"/>
                    <a:pt x="384" y="1891"/>
                    <a:pt x="799" y="1891"/>
                  </a:cubicBezTo>
                  <a:cubicBezTo>
                    <a:pt x="952" y="1891"/>
                    <a:pt x="1110" y="1846"/>
                    <a:pt x="1253" y="1746"/>
                  </a:cubicBezTo>
                  <a:lnTo>
                    <a:pt x="2644" y="782"/>
                  </a:lnTo>
                  <a:cubicBezTo>
                    <a:pt x="2760" y="703"/>
                    <a:pt x="2833" y="569"/>
                    <a:pt x="2833" y="424"/>
                  </a:cubicBezTo>
                  <a:lnTo>
                    <a:pt x="2833"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2"/>
            <p:cNvSpPr/>
            <p:nvPr/>
          </p:nvSpPr>
          <p:spPr>
            <a:xfrm>
              <a:off x="7275802" y="4077186"/>
              <a:ext cx="45697" cy="45697"/>
            </a:xfrm>
            <a:custGeom>
              <a:rect b="b" l="l" r="r" t="t"/>
              <a:pathLst>
                <a:path extrusionOk="0" h="1743" w="1743">
                  <a:moveTo>
                    <a:pt x="870" y="1"/>
                  </a:moveTo>
                  <a:cubicBezTo>
                    <a:pt x="388" y="1"/>
                    <a:pt x="1" y="392"/>
                    <a:pt x="1" y="874"/>
                  </a:cubicBezTo>
                  <a:cubicBezTo>
                    <a:pt x="1" y="1355"/>
                    <a:pt x="388" y="1743"/>
                    <a:pt x="870" y="1743"/>
                  </a:cubicBezTo>
                  <a:cubicBezTo>
                    <a:pt x="1352" y="1743"/>
                    <a:pt x="1743" y="1355"/>
                    <a:pt x="1743" y="874"/>
                  </a:cubicBezTo>
                  <a:cubicBezTo>
                    <a:pt x="1743" y="392"/>
                    <a:pt x="1352" y="1"/>
                    <a:pt x="87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2"/>
            <p:cNvSpPr/>
            <p:nvPr/>
          </p:nvSpPr>
          <p:spPr>
            <a:xfrm>
              <a:off x="7271057" y="4079283"/>
              <a:ext cx="48371" cy="43652"/>
            </a:xfrm>
            <a:custGeom>
              <a:rect b="b" l="l" r="r" t="t"/>
              <a:pathLst>
                <a:path extrusionOk="0" h="1665" w="1845">
                  <a:moveTo>
                    <a:pt x="693" y="1"/>
                  </a:moveTo>
                  <a:lnTo>
                    <a:pt x="693" y="1"/>
                  </a:lnTo>
                  <a:cubicBezTo>
                    <a:pt x="135" y="247"/>
                    <a:pt x="1" y="978"/>
                    <a:pt x="432" y="1409"/>
                  </a:cubicBezTo>
                  <a:cubicBezTo>
                    <a:pt x="606" y="1582"/>
                    <a:pt x="828" y="1664"/>
                    <a:pt x="1047" y="1664"/>
                  </a:cubicBezTo>
                  <a:cubicBezTo>
                    <a:pt x="1374" y="1664"/>
                    <a:pt x="1695" y="1482"/>
                    <a:pt x="1844" y="1149"/>
                  </a:cubicBezTo>
                  <a:lnTo>
                    <a:pt x="1844" y="1149"/>
                  </a:lnTo>
                  <a:cubicBezTo>
                    <a:pt x="1732" y="1203"/>
                    <a:pt x="1609" y="1228"/>
                    <a:pt x="1489" y="1232"/>
                  </a:cubicBezTo>
                  <a:cubicBezTo>
                    <a:pt x="1488" y="1232"/>
                    <a:pt x="1486" y="1232"/>
                    <a:pt x="1484" y="1232"/>
                  </a:cubicBezTo>
                  <a:cubicBezTo>
                    <a:pt x="850" y="1232"/>
                    <a:pt x="429" y="575"/>
                    <a:pt x="69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2"/>
            <p:cNvSpPr/>
            <p:nvPr/>
          </p:nvSpPr>
          <p:spPr>
            <a:xfrm>
              <a:off x="7261855" y="3906169"/>
              <a:ext cx="10671" cy="16386"/>
            </a:xfrm>
            <a:custGeom>
              <a:rect b="b" l="l" r="r" t="t"/>
              <a:pathLst>
                <a:path extrusionOk="0" h="625" w="407">
                  <a:moveTo>
                    <a:pt x="203" y="0"/>
                  </a:moveTo>
                  <a:cubicBezTo>
                    <a:pt x="102" y="0"/>
                    <a:pt x="0" y="68"/>
                    <a:pt x="0" y="204"/>
                  </a:cubicBezTo>
                  <a:lnTo>
                    <a:pt x="0" y="421"/>
                  </a:lnTo>
                  <a:cubicBezTo>
                    <a:pt x="0" y="534"/>
                    <a:pt x="91" y="624"/>
                    <a:pt x="203" y="624"/>
                  </a:cubicBezTo>
                  <a:cubicBezTo>
                    <a:pt x="316" y="624"/>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2"/>
            <p:cNvSpPr/>
            <p:nvPr/>
          </p:nvSpPr>
          <p:spPr>
            <a:xfrm>
              <a:off x="7324724" y="3906090"/>
              <a:ext cx="10644" cy="16465"/>
            </a:xfrm>
            <a:custGeom>
              <a:rect b="b" l="l" r="r" t="t"/>
              <a:pathLst>
                <a:path extrusionOk="0" h="628" w="406">
                  <a:moveTo>
                    <a:pt x="203" y="1"/>
                  </a:moveTo>
                  <a:cubicBezTo>
                    <a:pt x="91" y="1"/>
                    <a:pt x="0" y="95"/>
                    <a:pt x="0" y="207"/>
                  </a:cubicBezTo>
                  <a:lnTo>
                    <a:pt x="0" y="424"/>
                  </a:lnTo>
                  <a:cubicBezTo>
                    <a:pt x="0" y="560"/>
                    <a:pt x="101" y="628"/>
                    <a:pt x="203" y="628"/>
                  </a:cubicBezTo>
                  <a:cubicBezTo>
                    <a:pt x="304" y="628"/>
                    <a:pt x="406" y="560"/>
                    <a:pt x="406" y="424"/>
                  </a:cubicBezTo>
                  <a:lnTo>
                    <a:pt x="406" y="207"/>
                  </a:lnTo>
                  <a:cubicBezTo>
                    <a:pt x="406" y="95"/>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2"/>
            <p:cNvSpPr/>
            <p:nvPr/>
          </p:nvSpPr>
          <p:spPr>
            <a:xfrm>
              <a:off x="7156067" y="3797550"/>
              <a:ext cx="285089" cy="364974"/>
            </a:xfrm>
            <a:custGeom>
              <a:rect b="b" l="l" r="r" t="t"/>
              <a:pathLst>
                <a:path extrusionOk="0" h="13921" w="10874">
                  <a:moveTo>
                    <a:pt x="3489" y="1109"/>
                  </a:moveTo>
                  <a:lnTo>
                    <a:pt x="3489" y="3271"/>
                  </a:lnTo>
                  <a:lnTo>
                    <a:pt x="2377" y="3271"/>
                  </a:lnTo>
                  <a:cubicBezTo>
                    <a:pt x="2435" y="2427"/>
                    <a:pt x="2837" y="1645"/>
                    <a:pt x="3489" y="1109"/>
                  </a:cubicBezTo>
                  <a:close/>
                  <a:moveTo>
                    <a:pt x="5437" y="411"/>
                  </a:moveTo>
                  <a:cubicBezTo>
                    <a:pt x="5969" y="411"/>
                    <a:pt x="6500" y="550"/>
                    <a:pt x="6976" y="827"/>
                  </a:cubicBezTo>
                  <a:lnTo>
                    <a:pt x="6976" y="2167"/>
                  </a:lnTo>
                  <a:cubicBezTo>
                    <a:pt x="6976" y="2302"/>
                    <a:pt x="7079" y="2370"/>
                    <a:pt x="7181" y="2370"/>
                  </a:cubicBezTo>
                  <a:cubicBezTo>
                    <a:pt x="7283" y="2370"/>
                    <a:pt x="7386" y="2302"/>
                    <a:pt x="7386" y="2167"/>
                  </a:cubicBezTo>
                  <a:lnTo>
                    <a:pt x="7386" y="1109"/>
                  </a:lnTo>
                  <a:cubicBezTo>
                    <a:pt x="8037" y="1645"/>
                    <a:pt x="8440" y="2427"/>
                    <a:pt x="8494" y="3271"/>
                  </a:cubicBezTo>
                  <a:lnTo>
                    <a:pt x="7386" y="3271"/>
                  </a:lnTo>
                  <a:lnTo>
                    <a:pt x="7386" y="3040"/>
                  </a:lnTo>
                  <a:cubicBezTo>
                    <a:pt x="7386" y="2904"/>
                    <a:pt x="7283" y="2836"/>
                    <a:pt x="7181" y="2836"/>
                  </a:cubicBezTo>
                  <a:cubicBezTo>
                    <a:pt x="7079" y="2836"/>
                    <a:pt x="6976" y="2904"/>
                    <a:pt x="6976" y="3040"/>
                  </a:cubicBezTo>
                  <a:lnTo>
                    <a:pt x="6976" y="3271"/>
                  </a:lnTo>
                  <a:lnTo>
                    <a:pt x="3898" y="3271"/>
                  </a:lnTo>
                  <a:lnTo>
                    <a:pt x="3898" y="827"/>
                  </a:lnTo>
                  <a:cubicBezTo>
                    <a:pt x="4374" y="550"/>
                    <a:pt x="4906" y="411"/>
                    <a:pt x="5437" y="411"/>
                  </a:cubicBezTo>
                  <a:close/>
                  <a:moveTo>
                    <a:pt x="5669" y="3677"/>
                  </a:moveTo>
                  <a:lnTo>
                    <a:pt x="5669" y="4564"/>
                  </a:lnTo>
                  <a:cubicBezTo>
                    <a:pt x="5669" y="4568"/>
                    <a:pt x="5669" y="4572"/>
                    <a:pt x="5669" y="4579"/>
                  </a:cubicBezTo>
                  <a:lnTo>
                    <a:pt x="5205" y="4579"/>
                  </a:lnTo>
                  <a:lnTo>
                    <a:pt x="5205" y="4564"/>
                  </a:lnTo>
                  <a:lnTo>
                    <a:pt x="5205" y="3677"/>
                  </a:lnTo>
                  <a:close/>
                  <a:moveTo>
                    <a:pt x="4796" y="3677"/>
                  </a:moveTo>
                  <a:lnTo>
                    <a:pt x="4796" y="4564"/>
                  </a:lnTo>
                  <a:cubicBezTo>
                    <a:pt x="4796" y="4914"/>
                    <a:pt x="4508" y="5161"/>
                    <a:pt x="4198" y="5161"/>
                  </a:cubicBezTo>
                  <a:cubicBezTo>
                    <a:pt x="4084" y="5161"/>
                    <a:pt x="3968" y="5127"/>
                    <a:pt x="3862" y="5053"/>
                  </a:cubicBezTo>
                  <a:lnTo>
                    <a:pt x="2370" y="4021"/>
                  </a:lnTo>
                  <a:lnTo>
                    <a:pt x="2370" y="3677"/>
                  </a:lnTo>
                  <a:close/>
                  <a:moveTo>
                    <a:pt x="8501" y="3677"/>
                  </a:moveTo>
                  <a:lnTo>
                    <a:pt x="8501" y="4021"/>
                  </a:lnTo>
                  <a:lnTo>
                    <a:pt x="7013" y="5053"/>
                  </a:lnTo>
                  <a:cubicBezTo>
                    <a:pt x="6906" y="5127"/>
                    <a:pt x="6790" y="5161"/>
                    <a:pt x="6676" y="5161"/>
                  </a:cubicBezTo>
                  <a:cubicBezTo>
                    <a:pt x="6367" y="5161"/>
                    <a:pt x="6078" y="4914"/>
                    <a:pt x="6078" y="4564"/>
                  </a:cubicBezTo>
                  <a:lnTo>
                    <a:pt x="6078" y="3677"/>
                  </a:lnTo>
                  <a:close/>
                  <a:moveTo>
                    <a:pt x="2149" y="4361"/>
                  </a:moveTo>
                  <a:lnTo>
                    <a:pt x="3630" y="5386"/>
                  </a:lnTo>
                  <a:cubicBezTo>
                    <a:pt x="3805" y="5508"/>
                    <a:pt x="4004" y="5566"/>
                    <a:pt x="4200" y="5566"/>
                  </a:cubicBezTo>
                  <a:cubicBezTo>
                    <a:pt x="4575" y="5566"/>
                    <a:pt x="4940" y="5355"/>
                    <a:pt x="5111" y="4984"/>
                  </a:cubicBezTo>
                  <a:lnTo>
                    <a:pt x="5759" y="4984"/>
                  </a:lnTo>
                  <a:cubicBezTo>
                    <a:pt x="5933" y="5355"/>
                    <a:pt x="6297" y="5566"/>
                    <a:pt x="6672" y="5566"/>
                  </a:cubicBezTo>
                  <a:cubicBezTo>
                    <a:pt x="6867" y="5566"/>
                    <a:pt x="7065" y="5508"/>
                    <a:pt x="7241" y="5386"/>
                  </a:cubicBezTo>
                  <a:lnTo>
                    <a:pt x="8722" y="4361"/>
                  </a:lnTo>
                  <a:lnTo>
                    <a:pt x="8722" y="4361"/>
                  </a:lnTo>
                  <a:cubicBezTo>
                    <a:pt x="9070" y="4499"/>
                    <a:pt x="8968" y="5013"/>
                    <a:pt x="8595" y="5013"/>
                  </a:cubicBezTo>
                  <a:lnTo>
                    <a:pt x="8476" y="5013"/>
                  </a:lnTo>
                  <a:lnTo>
                    <a:pt x="8476" y="4999"/>
                  </a:lnTo>
                  <a:cubicBezTo>
                    <a:pt x="8476" y="4863"/>
                    <a:pt x="8373" y="4795"/>
                    <a:pt x="8271" y="4795"/>
                  </a:cubicBezTo>
                  <a:cubicBezTo>
                    <a:pt x="8169" y="4795"/>
                    <a:pt x="8066" y="4863"/>
                    <a:pt x="8066" y="4999"/>
                  </a:cubicBezTo>
                  <a:cubicBezTo>
                    <a:pt x="8066" y="6451"/>
                    <a:pt x="6889" y="7628"/>
                    <a:pt x="5437" y="7632"/>
                  </a:cubicBezTo>
                  <a:lnTo>
                    <a:pt x="5437" y="7628"/>
                  </a:lnTo>
                  <a:cubicBezTo>
                    <a:pt x="3985" y="7625"/>
                    <a:pt x="2808" y="6451"/>
                    <a:pt x="2808" y="4999"/>
                  </a:cubicBezTo>
                  <a:cubicBezTo>
                    <a:pt x="2808" y="4863"/>
                    <a:pt x="2705" y="4795"/>
                    <a:pt x="2603" y="4795"/>
                  </a:cubicBezTo>
                  <a:cubicBezTo>
                    <a:pt x="2501" y="4795"/>
                    <a:pt x="2398" y="4863"/>
                    <a:pt x="2398" y="4999"/>
                  </a:cubicBezTo>
                  <a:lnTo>
                    <a:pt x="2398" y="5013"/>
                  </a:lnTo>
                  <a:lnTo>
                    <a:pt x="2275" y="5013"/>
                  </a:lnTo>
                  <a:cubicBezTo>
                    <a:pt x="2274" y="5013"/>
                    <a:pt x="2273" y="5013"/>
                    <a:pt x="2271" y="5013"/>
                  </a:cubicBezTo>
                  <a:cubicBezTo>
                    <a:pt x="1902" y="5013"/>
                    <a:pt x="1802" y="4499"/>
                    <a:pt x="2149" y="4361"/>
                  </a:cubicBezTo>
                  <a:close/>
                  <a:moveTo>
                    <a:pt x="5430" y="10868"/>
                  </a:moveTo>
                  <a:cubicBezTo>
                    <a:pt x="5774" y="10868"/>
                    <a:pt x="6103" y="11134"/>
                    <a:pt x="6103" y="11536"/>
                  </a:cubicBezTo>
                  <a:cubicBezTo>
                    <a:pt x="6103" y="11905"/>
                    <a:pt x="5807" y="12206"/>
                    <a:pt x="5437" y="12206"/>
                  </a:cubicBezTo>
                  <a:lnTo>
                    <a:pt x="5437" y="12202"/>
                  </a:lnTo>
                  <a:cubicBezTo>
                    <a:pt x="4840" y="12202"/>
                    <a:pt x="4543" y="11485"/>
                    <a:pt x="4963" y="11065"/>
                  </a:cubicBezTo>
                  <a:cubicBezTo>
                    <a:pt x="5099" y="10929"/>
                    <a:pt x="5266" y="10868"/>
                    <a:pt x="5430" y="10868"/>
                  </a:cubicBezTo>
                  <a:close/>
                  <a:moveTo>
                    <a:pt x="5437" y="1"/>
                  </a:moveTo>
                  <a:cubicBezTo>
                    <a:pt x="3518" y="1"/>
                    <a:pt x="1964" y="1555"/>
                    <a:pt x="1964" y="3474"/>
                  </a:cubicBezTo>
                  <a:lnTo>
                    <a:pt x="1964" y="4003"/>
                  </a:lnTo>
                  <a:cubicBezTo>
                    <a:pt x="1645" y="4148"/>
                    <a:pt x="1471" y="4495"/>
                    <a:pt x="1547" y="4836"/>
                  </a:cubicBezTo>
                  <a:cubicBezTo>
                    <a:pt x="1623" y="5180"/>
                    <a:pt x="1928" y="5423"/>
                    <a:pt x="2279" y="5423"/>
                  </a:cubicBezTo>
                  <a:lnTo>
                    <a:pt x="2431" y="5423"/>
                  </a:lnTo>
                  <a:cubicBezTo>
                    <a:pt x="2547" y="6259"/>
                    <a:pt x="3011" y="7013"/>
                    <a:pt x="3710" y="7494"/>
                  </a:cubicBezTo>
                  <a:lnTo>
                    <a:pt x="3710" y="8432"/>
                  </a:lnTo>
                  <a:cubicBezTo>
                    <a:pt x="3706" y="8631"/>
                    <a:pt x="3576" y="8805"/>
                    <a:pt x="3387" y="8863"/>
                  </a:cubicBezTo>
                  <a:lnTo>
                    <a:pt x="1087" y="9540"/>
                  </a:lnTo>
                  <a:cubicBezTo>
                    <a:pt x="446" y="9729"/>
                    <a:pt x="5" y="10319"/>
                    <a:pt x="1" y="10989"/>
                  </a:cubicBezTo>
                  <a:lnTo>
                    <a:pt x="1" y="13716"/>
                  </a:lnTo>
                  <a:cubicBezTo>
                    <a:pt x="1" y="13852"/>
                    <a:pt x="103" y="13920"/>
                    <a:pt x="206" y="13920"/>
                  </a:cubicBezTo>
                  <a:cubicBezTo>
                    <a:pt x="308" y="13920"/>
                    <a:pt x="410" y="13852"/>
                    <a:pt x="410" y="13716"/>
                  </a:cubicBezTo>
                  <a:lnTo>
                    <a:pt x="410" y="10989"/>
                  </a:lnTo>
                  <a:cubicBezTo>
                    <a:pt x="410" y="10790"/>
                    <a:pt x="464" y="10598"/>
                    <a:pt x="562" y="10428"/>
                  </a:cubicBezTo>
                  <a:lnTo>
                    <a:pt x="1728" y="11431"/>
                  </a:lnTo>
                  <a:cubicBezTo>
                    <a:pt x="1877" y="11558"/>
                    <a:pt x="1964" y="11742"/>
                    <a:pt x="1964" y="11938"/>
                  </a:cubicBezTo>
                  <a:lnTo>
                    <a:pt x="1964" y="13716"/>
                  </a:lnTo>
                  <a:cubicBezTo>
                    <a:pt x="1964" y="13852"/>
                    <a:pt x="2065" y="13920"/>
                    <a:pt x="2167" y="13920"/>
                  </a:cubicBezTo>
                  <a:cubicBezTo>
                    <a:pt x="2268" y="13920"/>
                    <a:pt x="2370" y="13852"/>
                    <a:pt x="2370" y="13716"/>
                  </a:cubicBezTo>
                  <a:lnTo>
                    <a:pt x="2370" y="11938"/>
                  </a:lnTo>
                  <a:cubicBezTo>
                    <a:pt x="2370" y="11623"/>
                    <a:pt x="2232" y="11326"/>
                    <a:pt x="1993" y="11123"/>
                  </a:cubicBezTo>
                  <a:lnTo>
                    <a:pt x="830" y="10127"/>
                  </a:lnTo>
                  <a:cubicBezTo>
                    <a:pt x="939" y="10037"/>
                    <a:pt x="1066" y="9971"/>
                    <a:pt x="1200" y="9932"/>
                  </a:cubicBezTo>
                  <a:lnTo>
                    <a:pt x="1696" y="9787"/>
                  </a:lnTo>
                  <a:lnTo>
                    <a:pt x="3503" y="10692"/>
                  </a:lnTo>
                  <a:cubicBezTo>
                    <a:pt x="3539" y="10711"/>
                    <a:pt x="3573" y="10719"/>
                    <a:pt x="3605" y="10719"/>
                  </a:cubicBezTo>
                  <a:cubicBezTo>
                    <a:pt x="3794" y="10719"/>
                    <a:pt x="3898" y="10429"/>
                    <a:pt x="3684" y="10330"/>
                  </a:cubicBezTo>
                  <a:lnTo>
                    <a:pt x="2272" y="9617"/>
                  </a:lnTo>
                  <a:lnTo>
                    <a:pt x="3499" y="9254"/>
                  </a:lnTo>
                  <a:cubicBezTo>
                    <a:pt x="3865" y="9146"/>
                    <a:pt x="4115" y="8813"/>
                    <a:pt x="4115" y="8432"/>
                  </a:cubicBezTo>
                  <a:lnTo>
                    <a:pt x="4115" y="7733"/>
                  </a:lnTo>
                  <a:cubicBezTo>
                    <a:pt x="4533" y="7936"/>
                    <a:pt x="4986" y="8037"/>
                    <a:pt x="5438" y="8037"/>
                  </a:cubicBezTo>
                  <a:cubicBezTo>
                    <a:pt x="5891" y="8037"/>
                    <a:pt x="6343" y="7936"/>
                    <a:pt x="6759" y="7733"/>
                  </a:cubicBezTo>
                  <a:lnTo>
                    <a:pt x="6759" y="8432"/>
                  </a:lnTo>
                  <a:cubicBezTo>
                    <a:pt x="6763" y="8813"/>
                    <a:pt x="7013" y="9146"/>
                    <a:pt x="7375" y="9254"/>
                  </a:cubicBezTo>
                  <a:lnTo>
                    <a:pt x="8606" y="9617"/>
                  </a:lnTo>
                  <a:lnTo>
                    <a:pt x="6227" y="10808"/>
                  </a:lnTo>
                  <a:cubicBezTo>
                    <a:pt x="6015" y="10578"/>
                    <a:pt x="5727" y="10463"/>
                    <a:pt x="5439" y="10463"/>
                  </a:cubicBezTo>
                  <a:cubicBezTo>
                    <a:pt x="5151" y="10463"/>
                    <a:pt x="4863" y="10578"/>
                    <a:pt x="4651" y="10808"/>
                  </a:cubicBezTo>
                  <a:lnTo>
                    <a:pt x="4441" y="10703"/>
                  </a:lnTo>
                  <a:cubicBezTo>
                    <a:pt x="4406" y="10684"/>
                    <a:pt x="4371" y="10676"/>
                    <a:pt x="4339" y="10676"/>
                  </a:cubicBezTo>
                  <a:cubicBezTo>
                    <a:pt x="4150" y="10676"/>
                    <a:pt x="4043" y="10966"/>
                    <a:pt x="4260" y="11065"/>
                  </a:cubicBezTo>
                  <a:lnTo>
                    <a:pt x="4434" y="11156"/>
                  </a:lnTo>
                  <a:cubicBezTo>
                    <a:pt x="4195" y="11779"/>
                    <a:pt x="4579" y="12467"/>
                    <a:pt x="5234" y="12594"/>
                  </a:cubicBezTo>
                  <a:lnTo>
                    <a:pt x="5234" y="13716"/>
                  </a:lnTo>
                  <a:cubicBezTo>
                    <a:pt x="5234" y="13852"/>
                    <a:pt x="5337" y="13920"/>
                    <a:pt x="5439" y="13920"/>
                  </a:cubicBezTo>
                  <a:cubicBezTo>
                    <a:pt x="5541" y="13920"/>
                    <a:pt x="5644" y="13852"/>
                    <a:pt x="5644" y="13716"/>
                  </a:cubicBezTo>
                  <a:lnTo>
                    <a:pt x="5644" y="12594"/>
                  </a:lnTo>
                  <a:cubicBezTo>
                    <a:pt x="6299" y="12467"/>
                    <a:pt x="6683" y="11779"/>
                    <a:pt x="6444" y="11156"/>
                  </a:cubicBezTo>
                  <a:lnTo>
                    <a:pt x="9178" y="9787"/>
                  </a:lnTo>
                  <a:lnTo>
                    <a:pt x="9675" y="9932"/>
                  </a:lnTo>
                  <a:cubicBezTo>
                    <a:pt x="9809" y="9971"/>
                    <a:pt x="9935" y="10037"/>
                    <a:pt x="10044" y="10124"/>
                  </a:cubicBezTo>
                  <a:lnTo>
                    <a:pt x="8881" y="11120"/>
                  </a:lnTo>
                  <a:cubicBezTo>
                    <a:pt x="8642" y="11322"/>
                    <a:pt x="8505" y="11623"/>
                    <a:pt x="8505" y="11934"/>
                  </a:cubicBezTo>
                  <a:lnTo>
                    <a:pt x="8505" y="13713"/>
                  </a:lnTo>
                  <a:cubicBezTo>
                    <a:pt x="8505" y="13849"/>
                    <a:pt x="8606" y="13916"/>
                    <a:pt x="8708" y="13916"/>
                  </a:cubicBezTo>
                  <a:cubicBezTo>
                    <a:pt x="8809" y="13916"/>
                    <a:pt x="8910" y="13849"/>
                    <a:pt x="8910" y="13713"/>
                  </a:cubicBezTo>
                  <a:lnTo>
                    <a:pt x="8910" y="11934"/>
                  </a:lnTo>
                  <a:cubicBezTo>
                    <a:pt x="8910" y="11739"/>
                    <a:pt x="8997" y="11554"/>
                    <a:pt x="9146" y="11427"/>
                  </a:cubicBezTo>
                  <a:lnTo>
                    <a:pt x="10312" y="10428"/>
                  </a:lnTo>
                  <a:cubicBezTo>
                    <a:pt x="10410" y="10598"/>
                    <a:pt x="10464" y="10790"/>
                    <a:pt x="10464" y="10986"/>
                  </a:cubicBezTo>
                  <a:lnTo>
                    <a:pt x="10464" y="13713"/>
                  </a:lnTo>
                  <a:cubicBezTo>
                    <a:pt x="10464" y="13849"/>
                    <a:pt x="10566" y="13916"/>
                    <a:pt x="10669" y="13916"/>
                  </a:cubicBezTo>
                  <a:cubicBezTo>
                    <a:pt x="10771" y="13916"/>
                    <a:pt x="10873" y="13849"/>
                    <a:pt x="10873" y="13713"/>
                  </a:cubicBezTo>
                  <a:lnTo>
                    <a:pt x="10873" y="10986"/>
                  </a:lnTo>
                  <a:cubicBezTo>
                    <a:pt x="10866" y="10319"/>
                    <a:pt x="10428" y="9732"/>
                    <a:pt x="9787" y="9540"/>
                  </a:cubicBezTo>
                  <a:lnTo>
                    <a:pt x="7491" y="8867"/>
                  </a:lnTo>
                  <a:cubicBezTo>
                    <a:pt x="7299" y="8809"/>
                    <a:pt x="7168" y="8631"/>
                    <a:pt x="7168" y="8432"/>
                  </a:cubicBezTo>
                  <a:lnTo>
                    <a:pt x="7168" y="7494"/>
                  </a:lnTo>
                  <a:cubicBezTo>
                    <a:pt x="7864" y="7013"/>
                    <a:pt x="8327" y="6259"/>
                    <a:pt x="8447" y="5423"/>
                  </a:cubicBezTo>
                  <a:lnTo>
                    <a:pt x="8599" y="5423"/>
                  </a:lnTo>
                  <a:cubicBezTo>
                    <a:pt x="8950" y="5423"/>
                    <a:pt x="9254" y="5180"/>
                    <a:pt x="9330" y="4840"/>
                  </a:cubicBezTo>
                  <a:cubicBezTo>
                    <a:pt x="9407" y="4495"/>
                    <a:pt x="9229" y="4144"/>
                    <a:pt x="8910" y="4003"/>
                  </a:cubicBezTo>
                  <a:lnTo>
                    <a:pt x="8910" y="3474"/>
                  </a:lnTo>
                  <a:cubicBezTo>
                    <a:pt x="8910" y="1555"/>
                    <a:pt x="7357" y="1"/>
                    <a:pt x="5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2"/>
            <p:cNvSpPr/>
            <p:nvPr/>
          </p:nvSpPr>
          <p:spPr>
            <a:xfrm>
              <a:off x="7273836" y="3946019"/>
              <a:ext cx="49630" cy="16491"/>
            </a:xfrm>
            <a:custGeom>
              <a:rect b="b" l="l" r="r" t="t"/>
              <a:pathLst>
                <a:path extrusionOk="0" h="629" w="1893">
                  <a:moveTo>
                    <a:pt x="293" y="1"/>
                  </a:moveTo>
                  <a:cubicBezTo>
                    <a:pt x="136" y="1"/>
                    <a:pt x="1" y="206"/>
                    <a:pt x="148" y="354"/>
                  </a:cubicBezTo>
                  <a:cubicBezTo>
                    <a:pt x="326" y="527"/>
                    <a:pt x="623" y="629"/>
                    <a:pt x="945" y="629"/>
                  </a:cubicBezTo>
                  <a:cubicBezTo>
                    <a:pt x="1271" y="629"/>
                    <a:pt x="1568" y="527"/>
                    <a:pt x="1742" y="354"/>
                  </a:cubicBezTo>
                  <a:cubicBezTo>
                    <a:pt x="1892" y="206"/>
                    <a:pt x="1758" y="1"/>
                    <a:pt x="1599" y="1"/>
                  </a:cubicBezTo>
                  <a:cubicBezTo>
                    <a:pt x="1551" y="1"/>
                    <a:pt x="1501" y="19"/>
                    <a:pt x="1456" y="64"/>
                  </a:cubicBezTo>
                  <a:cubicBezTo>
                    <a:pt x="1383" y="136"/>
                    <a:pt x="1202" y="223"/>
                    <a:pt x="945" y="223"/>
                  </a:cubicBezTo>
                  <a:cubicBezTo>
                    <a:pt x="688" y="223"/>
                    <a:pt x="510" y="136"/>
                    <a:pt x="434" y="64"/>
                  </a:cubicBezTo>
                  <a:cubicBezTo>
                    <a:pt x="390"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2"/>
            <p:cNvSpPr/>
            <p:nvPr/>
          </p:nvSpPr>
          <p:spPr>
            <a:xfrm>
              <a:off x="7273626" y="3848884"/>
              <a:ext cx="49971" cy="22259"/>
            </a:xfrm>
            <a:custGeom>
              <a:rect b="b" l="l" r="r" t="t"/>
              <a:pathLst>
                <a:path extrusionOk="0" h="849" w="1906">
                  <a:moveTo>
                    <a:pt x="296" y="0"/>
                  </a:moveTo>
                  <a:cubicBezTo>
                    <a:pt x="120" y="0"/>
                    <a:pt x="0" y="254"/>
                    <a:pt x="185" y="379"/>
                  </a:cubicBezTo>
                  <a:lnTo>
                    <a:pt x="189" y="379"/>
                  </a:lnTo>
                  <a:lnTo>
                    <a:pt x="841" y="814"/>
                  </a:lnTo>
                  <a:cubicBezTo>
                    <a:pt x="875" y="837"/>
                    <a:pt x="915" y="849"/>
                    <a:pt x="955" y="849"/>
                  </a:cubicBezTo>
                  <a:cubicBezTo>
                    <a:pt x="995" y="849"/>
                    <a:pt x="1035" y="837"/>
                    <a:pt x="1069" y="814"/>
                  </a:cubicBezTo>
                  <a:lnTo>
                    <a:pt x="1721" y="379"/>
                  </a:lnTo>
                  <a:cubicBezTo>
                    <a:pt x="1906" y="254"/>
                    <a:pt x="1786" y="0"/>
                    <a:pt x="1610" y="0"/>
                  </a:cubicBezTo>
                  <a:cubicBezTo>
                    <a:pt x="1573" y="0"/>
                    <a:pt x="1533" y="12"/>
                    <a:pt x="1493" y="38"/>
                  </a:cubicBezTo>
                  <a:lnTo>
                    <a:pt x="953" y="401"/>
                  </a:lnTo>
                  <a:lnTo>
                    <a:pt x="413" y="38"/>
                  </a:lnTo>
                  <a:cubicBezTo>
                    <a:pt x="373" y="12"/>
                    <a:pt x="333" y="0"/>
                    <a:pt x="2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2"/>
            <p:cNvSpPr/>
            <p:nvPr/>
          </p:nvSpPr>
          <p:spPr>
            <a:xfrm>
              <a:off x="7293289" y="3831921"/>
              <a:ext cx="10644" cy="16360"/>
            </a:xfrm>
            <a:custGeom>
              <a:rect b="b" l="l" r="r" t="t"/>
              <a:pathLst>
                <a:path extrusionOk="0" h="624" w="406">
                  <a:moveTo>
                    <a:pt x="203" y="0"/>
                  </a:moveTo>
                  <a:cubicBezTo>
                    <a:pt x="102" y="0"/>
                    <a:pt x="0" y="68"/>
                    <a:pt x="0" y="204"/>
                  </a:cubicBezTo>
                  <a:lnTo>
                    <a:pt x="0" y="421"/>
                  </a:lnTo>
                  <a:cubicBezTo>
                    <a:pt x="0" y="533"/>
                    <a:pt x="91" y="624"/>
                    <a:pt x="203" y="624"/>
                  </a:cubicBezTo>
                  <a:cubicBezTo>
                    <a:pt x="315" y="624"/>
                    <a:pt x="406" y="533"/>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9" name="Google Shape;13249;p82"/>
          <p:cNvGrpSpPr/>
          <p:nvPr/>
        </p:nvGrpSpPr>
        <p:grpSpPr>
          <a:xfrm>
            <a:off x="6255941" y="4286087"/>
            <a:ext cx="284958" cy="364948"/>
            <a:chOff x="6255941" y="4286087"/>
            <a:chExt cx="284958" cy="364948"/>
          </a:xfrm>
        </p:grpSpPr>
        <p:sp>
          <p:nvSpPr>
            <p:cNvPr id="13250" name="Google Shape;13250;p82"/>
            <p:cNvSpPr/>
            <p:nvPr/>
          </p:nvSpPr>
          <p:spPr>
            <a:xfrm>
              <a:off x="6291912" y="4291409"/>
              <a:ext cx="213017" cy="205781"/>
            </a:xfrm>
            <a:custGeom>
              <a:rect b="b" l="l" r="r" t="t"/>
              <a:pathLst>
                <a:path extrusionOk="0" h="7849" w="8125">
                  <a:moveTo>
                    <a:pt x="4061" y="0"/>
                  </a:moveTo>
                  <a:cubicBezTo>
                    <a:pt x="2018" y="0"/>
                    <a:pt x="356" y="1659"/>
                    <a:pt x="356" y="3705"/>
                  </a:cubicBezTo>
                  <a:lnTo>
                    <a:pt x="356" y="4796"/>
                  </a:lnTo>
                  <a:cubicBezTo>
                    <a:pt x="356" y="5524"/>
                    <a:pt x="211" y="5994"/>
                    <a:pt x="84" y="6262"/>
                  </a:cubicBezTo>
                  <a:cubicBezTo>
                    <a:pt x="1" y="6447"/>
                    <a:pt x="55" y="6668"/>
                    <a:pt x="218" y="6791"/>
                  </a:cubicBezTo>
                  <a:cubicBezTo>
                    <a:pt x="645" y="7113"/>
                    <a:pt x="2101" y="7849"/>
                    <a:pt x="4064" y="7849"/>
                  </a:cubicBezTo>
                  <a:cubicBezTo>
                    <a:pt x="6027" y="7849"/>
                    <a:pt x="7483" y="7113"/>
                    <a:pt x="7907" y="6791"/>
                  </a:cubicBezTo>
                  <a:cubicBezTo>
                    <a:pt x="8070" y="6668"/>
                    <a:pt x="8124" y="6447"/>
                    <a:pt x="8041" y="6262"/>
                  </a:cubicBezTo>
                  <a:cubicBezTo>
                    <a:pt x="7914" y="5994"/>
                    <a:pt x="7769" y="5524"/>
                    <a:pt x="7769" y="4796"/>
                  </a:cubicBezTo>
                  <a:lnTo>
                    <a:pt x="7769" y="3705"/>
                  </a:lnTo>
                  <a:cubicBezTo>
                    <a:pt x="7769" y="1659"/>
                    <a:pt x="6107" y="0"/>
                    <a:pt x="406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2"/>
            <p:cNvSpPr/>
            <p:nvPr/>
          </p:nvSpPr>
          <p:spPr>
            <a:xfrm>
              <a:off x="6358478" y="4474276"/>
              <a:ext cx="79963" cy="68585"/>
            </a:xfrm>
            <a:custGeom>
              <a:rect b="b" l="l" r="r" t="t"/>
              <a:pathLst>
                <a:path extrusionOk="0" h="2616" w="3050">
                  <a:moveTo>
                    <a:pt x="0" y="1"/>
                  </a:moveTo>
                  <a:lnTo>
                    <a:pt x="0" y="2616"/>
                  </a:lnTo>
                  <a:lnTo>
                    <a:pt x="3050" y="2616"/>
                  </a:lnTo>
                  <a:lnTo>
                    <a:pt x="305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2"/>
            <p:cNvSpPr/>
            <p:nvPr/>
          </p:nvSpPr>
          <p:spPr>
            <a:xfrm>
              <a:off x="6358478" y="4474276"/>
              <a:ext cx="79963" cy="39982"/>
            </a:xfrm>
            <a:custGeom>
              <a:rect b="b" l="l" r="r" t="t"/>
              <a:pathLst>
                <a:path extrusionOk="0" h="1525" w="3050">
                  <a:moveTo>
                    <a:pt x="0" y="1"/>
                  </a:moveTo>
                  <a:lnTo>
                    <a:pt x="0" y="1142"/>
                  </a:lnTo>
                  <a:cubicBezTo>
                    <a:pt x="477" y="1397"/>
                    <a:pt x="1001" y="1525"/>
                    <a:pt x="1525" y="1525"/>
                  </a:cubicBezTo>
                  <a:cubicBezTo>
                    <a:pt x="2049" y="1525"/>
                    <a:pt x="2574" y="1397"/>
                    <a:pt x="3050" y="1142"/>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2"/>
            <p:cNvSpPr/>
            <p:nvPr/>
          </p:nvSpPr>
          <p:spPr>
            <a:xfrm>
              <a:off x="6301219" y="4330683"/>
              <a:ext cx="194691" cy="166507"/>
            </a:xfrm>
            <a:custGeom>
              <a:rect b="b" l="l" r="r" t="t"/>
              <a:pathLst>
                <a:path extrusionOk="0" h="6351" w="7426">
                  <a:moveTo>
                    <a:pt x="2441" y="0"/>
                  </a:moveTo>
                  <a:cubicBezTo>
                    <a:pt x="2356" y="0"/>
                    <a:pt x="2270" y="25"/>
                    <a:pt x="2195" y="78"/>
                  </a:cubicBezTo>
                  <a:cubicBezTo>
                    <a:pt x="1478" y="585"/>
                    <a:pt x="1065" y="1418"/>
                    <a:pt x="1094" y="2294"/>
                  </a:cubicBezTo>
                  <a:cubicBezTo>
                    <a:pt x="1105" y="2483"/>
                    <a:pt x="957" y="2642"/>
                    <a:pt x="768" y="2642"/>
                  </a:cubicBezTo>
                  <a:lnTo>
                    <a:pt x="547" y="2642"/>
                  </a:lnTo>
                  <a:cubicBezTo>
                    <a:pt x="247" y="2642"/>
                    <a:pt x="1" y="2885"/>
                    <a:pt x="1" y="3185"/>
                  </a:cubicBezTo>
                  <a:cubicBezTo>
                    <a:pt x="1" y="3490"/>
                    <a:pt x="247" y="3732"/>
                    <a:pt x="547" y="3732"/>
                  </a:cubicBezTo>
                  <a:lnTo>
                    <a:pt x="888" y="3732"/>
                  </a:lnTo>
                  <a:cubicBezTo>
                    <a:pt x="997" y="5210"/>
                    <a:pt x="2228" y="6351"/>
                    <a:pt x="3709" y="6351"/>
                  </a:cubicBezTo>
                  <a:cubicBezTo>
                    <a:pt x="5190" y="6351"/>
                    <a:pt x="6422" y="5210"/>
                    <a:pt x="6531" y="3732"/>
                  </a:cubicBezTo>
                  <a:lnTo>
                    <a:pt x="6882" y="3732"/>
                  </a:lnTo>
                  <a:cubicBezTo>
                    <a:pt x="7182" y="3732"/>
                    <a:pt x="7425" y="3490"/>
                    <a:pt x="7425" y="3185"/>
                  </a:cubicBezTo>
                  <a:cubicBezTo>
                    <a:pt x="7425" y="2885"/>
                    <a:pt x="7182" y="2642"/>
                    <a:pt x="6882" y="2642"/>
                  </a:cubicBezTo>
                  <a:lnTo>
                    <a:pt x="6650" y="2642"/>
                  </a:lnTo>
                  <a:cubicBezTo>
                    <a:pt x="6462" y="2642"/>
                    <a:pt x="6313" y="2483"/>
                    <a:pt x="6324" y="2294"/>
                  </a:cubicBezTo>
                  <a:cubicBezTo>
                    <a:pt x="6353" y="1418"/>
                    <a:pt x="5940" y="585"/>
                    <a:pt x="5223" y="78"/>
                  </a:cubicBezTo>
                  <a:cubicBezTo>
                    <a:pt x="5149" y="25"/>
                    <a:pt x="5063" y="0"/>
                    <a:pt x="4977" y="0"/>
                  </a:cubicBezTo>
                  <a:cubicBezTo>
                    <a:pt x="4838" y="0"/>
                    <a:pt x="4701" y="67"/>
                    <a:pt x="4618" y="190"/>
                  </a:cubicBezTo>
                  <a:cubicBezTo>
                    <a:pt x="4405" y="520"/>
                    <a:pt x="4057" y="685"/>
                    <a:pt x="3709" y="685"/>
                  </a:cubicBezTo>
                  <a:cubicBezTo>
                    <a:pt x="3362" y="685"/>
                    <a:pt x="3014" y="520"/>
                    <a:pt x="2800" y="190"/>
                  </a:cubicBezTo>
                  <a:cubicBezTo>
                    <a:pt x="2717" y="67"/>
                    <a:pt x="2580" y="0"/>
                    <a:pt x="244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2"/>
            <p:cNvSpPr/>
            <p:nvPr/>
          </p:nvSpPr>
          <p:spPr>
            <a:xfrm>
              <a:off x="6301219" y="4343346"/>
              <a:ext cx="108750" cy="153871"/>
            </a:xfrm>
            <a:custGeom>
              <a:rect b="b" l="l" r="r" t="t"/>
              <a:pathLst>
                <a:path extrusionOk="0" h="5869" w="4148">
                  <a:moveTo>
                    <a:pt x="1746" y="0"/>
                  </a:moveTo>
                  <a:cubicBezTo>
                    <a:pt x="1304" y="497"/>
                    <a:pt x="1073" y="1149"/>
                    <a:pt x="1094" y="1815"/>
                  </a:cubicBezTo>
                  <a:cubicBezTo>
                    <a:pt x="1105" y="2003"/>
                    <a:pt x="957" y="2159"/>
                    <a:pt x="768" y="2163"/>
                  </a:cubicBezTo>
                  <a:lnTo>
                    <a:pt x="547" y="2163"/>
                  </a:lnTo>
                  <a:cubicBezTo>
                    <a:pt x="247" y="2163"/>
                    <a:pt x="1" y="2405"/>
                    <a:pt x="1" y="2706"/>
                  </a:cubicBezTo>
                  <a:cubicBezTo>
                    <a:pt x="1" y="3007"/>
                    <a:pt x="247" y="3249"/>
                    <a:pt x="547" y="3249"/>
                  </a:cubicBezTo>
                  <a:lnTo>
                    <a:pt x="888" y="3249"/>
                  </a:lnTo>
                  <a:cubicBezTo>
                    <a:pt x="990" y="4745"/>
                    <a:pt x="2238" y="5869"/>
                    <a:pt x="3688" y="5869"/>
                  </a:cubicBezTo>
                  <a:cubicBezTo>
                    <a:pt x="3839" y="5869"/>
                    <a:pt x="3993" y="5857"/>
                    <a:pt x="4147" y="5831"/>
                  </a:cubicBezTo>
                  <a:cubicBezTo>
                    <a:pt x="2768" y="5618"/>
                    <a:pt x="1746" y="4430"/>
                    <a:pt x="1746" y="3032"/>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2"/>
            <p:cNvSpPr/>
            <p:nvPr/>
          </p:nvSpPr>
          <p:spPr>
            <a:xfrm>
              <a:off x="6261237" y="4531456"/>
              <a:ext cx="274261" cy="114256"/>
            </a:xfrm>
            <a:custGeom>
              <a:rect b="b" l="l" r="r" t="t"/>
              <a:pathLst>
                <a:path extrusionOk="0" h="4358" w="10461">
                  <a:moveTo>
                    <a:pt x="2833" y="0"/>
                  </a:moveTo>
                  <a:lnTo>
                    <a:pt x="1229" y="493"/>
                  </a:lnTo>
                  <a:cubicBezTo>
                    <a:pt x="497" y="717"/>
                    <a:pt x="1" y="1394"/>
                    <a:pt x="1" y="2159"/>
                  </a:cubicBezTo>
                  <a:lnTo>
                    <a:pt x="1" y="4357"/>
                  </a:lnTo>
                  <a:lnTo>
                    <a:pt x="10460" y="4357"/>
                  </a:lnTo>
                  <a:lnTo>
                    <a:pt x="10460" y="2159"/>
                  </a:lnTo>
                  <a:cubicBezTo>
                    <a:pt x="10460" y="1394"/>
                    <a:pt x="9964" y="717"/>
                    <a:pt x="9233" y="493"/>
                  </a:cubicBezTo>
                  <a:lnTo>
                    <a:pt x="7632" y="0"/>
                  </a:lnTo>
                  <a:lnTo>
                    <a:pt x="5231" y="217"/>
                  </a:lnTo>
                  <a:lnTo>
                    <a:pt x="283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2"/>
            <p:cNvSpPr/>
            <p:nvPr/>
          </p:nvSpPr>
          <p:spPr>
            <a:xfrm>
              <a:off x="6381261" y="4479991"/>
              <a:ext cx="34397" cy="28603"/>
            </a:xfrm>
            <a:custGeom>
              <a:rect b="b" l="l" r="r" t="t"/>
              <a:pathLst>
                <a:path extrusionOk="0" h="1091" w="1312">
                  <a:moveTo>
                    <a:pt x="1" y="0"/>
                  </a:moveTo>
                  <a:lnTo>
                    <a:pt x="356" y="887"/>
                  </a:lnTo>
                  <a:cubicBezTo>
                    <a:pt x="406" y="1011"/>
                    <a:pt x="526" y="1090"/>
                    <a:pt x="656" y="1090"/>
                  </a:cubicBezTo>
                  <a:cubicBezTo>
                    <a:pt x="787" y="1090"/>
                    <a:pt x="906" y="1011"/>
                    <a:pt x="957" y="887"/>
                  </a:cubicBezTo>
                  <a:lnTo>
                    <a:pt x="131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2"/>
            <p:cNvSpPr/>
            <p:nvPr/>
          </p:nvSpPr>
          <p:spPr>
            <a:xfrm>
              <a:off x="6375572" y="4445699"/>
              <a:ext cx="45802" cy="22914"/>
            </a:xfrm>
            <a:custGeom>
              <a:rect b="b" l="l" r="r" t="t"/>
              <a:pathLst>
                <a:path extrusionOk="0" h="874" w="1747">
                  <a:moveTo>
                    <a:pt x="0" y="1"/>
                  </a:moveTo>
                  <a:lnTo>
                    <a:pt x="0" y="435"/>
                  </a:lnTo>
                  <a:cubicBezTo>
                    <a:pt x="0" y="678"/>
                    <a:pt x="196" y="874"/>
                    <a:pt x="439" y="874"/>
                  </a:cubicBezTo>
                  <a:lnTo>
                    <a:pt x="1308" y="874"/>
                  </a:lnTo>
                  <a:cubicBezTo>
                    <a:pt x="1550" y="874"/>
                    <a:pt x="1746" y="678"/>
                    <a:pt x="1746" y="435"/>
                  </a:cubicBezTo>
                  <a:lnTo>
                    <a:pt x="174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2"/>
            <p:cNvSpPr/>
            <p:nvPr/>
          </p:nvSpPr>
          <p:spPr>
            <a:xfrm>
              <a:off x="6318680" y="4531456"/>
              <a:ext cx="159455" cy="54034"/>
            </a:xfrm>
            <a:custGeom>
              <a:rect b="b" l="l" r="r" t="t"/>
              <a:pathLst>
                <a:path extrusionOk="0" h="2061" w="6082">
                  <a:moveTo>
                    <a:pt x="642" y="0"/>
                  </a:moveTo>
                  <a:lnTo>
                    <a:pt x="1" y="196"/>
                  </a:lnTo>
                  <a:lnTo>
                    <a:pt x="26" y="239"/>
                  </a:lnTo>
                  <a:lnTo>
                    <a:pt x="73" y="322"/>
                  </a:lnTo>
                  <a:lnTo>
                    <a:pt x="816" y="1619"/>
                  </a:lnTo>
                  <a:cubicBezTo>
                    <a:pt x="972" y="1891"/>
                    <a:pt x="1261" y="2061"/>
                    <a:pt x="1576" y="2061"/>
                  </a:cubicBezTo>
                  <a:cubicBezTo>
                    <a:pt x="1783" y="2057"/>
                    <a:pt x="1986" y="1985"/>
                    <a:pt x="2141" y="1851"/>
                  </a:cubicBezTo>
                  <a:lnTo>
                    <a:pt x="3043" y="1079"/>
                  </a:lnTo>
                  <a:lnTo>
                    <a:pt x="3941" y="1851"/>
                  </a:lnTo>
                  <a:cubicBezTo>
                    <a:pt x="4107" y="1992"/>
                    <a:pt x="4308" y="2059"/>
                    <a:pt x="4506" y="2059"/>
                  </a:cubicBezTo>
                  <a:cubicBezTo>
                    <a:pt x="4807" y="2059"/>
                    <a:pt x="5103" y="1905"/>
                    <a:pt x="5267" y="1619"/>
                  </a:cubicBezTo>
                  <a:lnTo>
                    <a:pt x="6009" y="322"/>
                  </a:lnTo>
                  <a:lnTo>
                    <a:pt x="6056" y="239"/>
                  </a:lnTo>
                  <a:lnTo>
                    <a:pt x="6082" y="196"/>
                  </a:lnTo>
                  <a:lnTo>
                    <a:pt x="5441" y="0"/>
                  </a:lnTo>
                  <a:lnTo>
                    <a:pt x="3040" y="217"/>
                  </a:lnTo>
                  <a:lnTo>
                    <a:pt x="6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2"/>
            <p:cNvSpPr/>
            <p:nvPr/>
          </p:nvSpPr>
          <p:spPr>
            <a:xfrm>
              <a:off x="6364167" y="4440010"/>
              <a:ext cx="34319" cy="17120"/>
            </a:xfrm>
            <a:custGeom>
              <a:rect b="b" l="l" r="r" t="t"/>
              <a:pathLst>
                <a:path extrusionOk="0" h="653" w="1309">
                  <a:moveTo>
                    <a:pt x="653" y="0"/>
                  </a:moveTo>
                  <a:cubicBezTo>
                    <a:pt x="294" y="0"/>
                    <a:pt x="1" y="290"/>
                    <a:pt x="1" y="652"/>
                  </a:cubicBezTo>
                  <a:lnTo>
                    <a:pt x="653" y="652"/>
                  </a:lnTo>
                  <a:cubicBezTo>
                    <a:pt x="1015" y="652"/>
                    <a:pt x="1308" y="359"/>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2"/>
            <p:cNvSpPr/>
            <p:nvPr/>
          </p:nvSpPr>
          <p:spPr>
            <a:xfrm>
              <a:off x="6398538" y="4440010"/>
              <a:ext cx="34214" cy="17120"/>
            </a:xfrm>
            <a:custGeom>
              <a:rect b="b" l="l" r="r" t="t"/>
              <a:pathLst>
                <a:path extrusionOk="0" h="653" w="1305">
                  <a:moveTo>
                    <a:pt x="1" y="0"/>
                  </a:moveTo>
                  <a:cubicBezTo>
                    <a:pt x="1" y="359"/>
                    <a:pt x="291" y="652"/>
                    <a:pt x="653" y="652"/>
                  </a:cubicBezTo>
                  <a:lnTo>
                    <a:pt x="1305" y="652"/>
                  </a:lnTo>
                  <a:cubicBezTo>
                    <a:pt x="1305" y="290"/>
                    <a:pt x="1015" y="0"/>
                    <a:pt x="6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2"/>
            <p:cNvSpPr/>
            <p:nvPr/>
          </p:nvSpPr>
          <p:spPr>
            <a:xfrm>
              <a:off x="6335590" y="4510718"/>
              <a:ext cx="62896" cy="57574"/>
            </a:xfrm>
            <a:custGeom>
              <a:rect b="b" l="l" r="r" t="t"/>
              <a:pathLst>
                <a:path extrusionOk="0" h="2196" w="2399">
                  <a:moveTo>
                    <a:pt x="530" y="0"/>
                  </a:moveTo>
                  <a:cubicBezTo>
                    <a:pt x="450" y="0"/>
                    <a:pt x="374" y="43"/>
                    <a:pt x="334" y="121"/>
                  </a:cubicBezTo>
                  <a:lnTo>
                    <a:pt x="1" y="791"/>
                  </a:lnTo>
                  <a:lnTo>
                    <a:pt x="743" y="2088"/>
                  </a:lnTo>
                  <a:cubicBezTo>
                    <a:pt x="782" y="2157"/>
                    <a:pt x="855" y="2195"/>
                    <a:pt x="930" y="2195"/>
                  </a:cubicBezTo>
                  <a:cubicBezTo>
                    <a:pt x="980" y="2195"/>
                    <a:pt x="1031" y="2178"/>
                    <a:pt x="1073" y="2142"/>
                  </a:cubicBezTo>
                  <a:lnTo>
                    <a:pt x="2398" y="1008"/>
                  </a:lnTo>
                  <a:lnTo>
                    <a:pt x="634" y="27"/>
                  </a:lnTo>
                  <a:cubicBezTo>
                    <a:pt x="601" y="9"/>
                    <a:pt x="565" y="0"/>
                    <a:pt x="5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2"/>
            <p:cNvSpPr/>
            <p:nvPr/>
          </p:nvSpPr>
          <p:spPr>
            <a:xfrm>
              <a:off x="6398460" y="4510718"/>
              <a:ext cx="62870" cy="57574"/>
            </a:xfrm>
            <a:custGeom>
              <a:rect b="b" l="l" r="r" t="t"/>
              <a:pathLst>
                <a:path extrusionOk="0" h="2196" w="2398">
                  <a:moveTo>
                    <a:pt x="1869" y="0"/>
                  </a:moveTo>
                  <a:cubicBezTo>
                    <a:pt x="1833" y="0"/>
                    <a:pt x="1798" y="9"/>
                    <a:pt x="1764" y="27"/>
                  </a:cubicBezTo>
                  <a:lnTo>
                    <a:pt x="0" y="1008"/>
                  </a:lnTo>
                  <a:lnTo>
                    <a:pt x="1326" y="2142"/>
                  </a:lnTo>
                  <a:cubicBezTo>
                    <a:pt x="1368" y="2178"/>
                    <a:pt x="1419" y="2195"/>
                    <a:pt x="1469" y="2195"/>
                  </a:cubicBezTo>
                  <a:cubicBezTo>
                    <a:pt x="1543" y="2195"/>
                    <a:pt x="1616" y="2157"/>
                    <a:pt x="1655" y="2088"/>
                  </a:cubicBezTo>
                  <a:lnTo>
                    <a:pt x="2398" y="791"/>
                  </a:lnTo>
                  <a:lnTo>
                    <a:pt x="2065" y="121"/>
                  </a:lnTo>
                  <a:cubicBezTo>
                    <a:pt x="2025" y="43"/>
                    <a:pt x="1948" y="0"/>
                    <a:pt x="186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2"/>
            <p:cNvSpPr/>
            <p:nvPr/>
          </p:nvSpPr>
          <p:spPr>
            <a:xfrm>
              <a:off x="6358845" y="4400395"/>
              <a:ext cx="10671" cy="16386"/>
            </a:xfrm>
            <a:custGeom>
              <a:rect b="b" l="l" r="r" t="t"/>
              <a:pathLst>
                <a:path extrusionOk="0" h="625"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2"/>
            <p:cNvSpPr/>
            <p:nvPr/>
          </p:nvSpPr>
          <p:spPr>
            <a:xfrm>
              <a:off x="6427404" y="4400316"/>
              <a:ext cx="10671" cy="16465"/>
            </a:xfrm>
            <a:custGeom>
              <a:rect b="b" l="l" r="r" t="t"/>
              <a:pathLst>
                <a:path extrusionOk="0" h="628" w="407">
                  <a:moveTo>
                    <a:pt x="204" y="1"/>
                  </a:moveTo>
                  <a:cubicBezTo>
                    <a:pt x="91" y="1"/>
                    <a:pt x="1" y="91"/>
                    <a:pt x="1" y="207"/>
                  </a:cubicBezTo>
                  <a:lnTo>
                    <a:pt x="1" y="424"/>
                  </a:lnTo>
                  <a:cubicBezTo>
                    <a:pt x="1" y="560"/>
                    <a:pt x="102" y="628"/>
                    <a:pt x="204" y="628"/>
                  </a:cubicBezTo>
                  <a:cubicBezTo>
                    <a:pt x="305" y="628"/>
                    <a:pt x="406" y="560"/>
                    <a:pt x="406" y="424"/>
                  </a:cubicBezTo>
                  <a:lnTo>
                    <a:pt x="406" y="207"/>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2"/>
            <p:cNvSpPr/>
            <p:nvPr/>
          </p:nvSpPr>
          <p:spPr>
            <a:xfrm>
              <a:off x="6351347"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2"/>
            <p:cNvSpPr/>
            <p:nvPr/>
          </p:nvSpPr>
          <p:spPr>
            <a:xfrm>
              <a:off x="6419906"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2"/>
            <p:cNvSpPr/>
            <p:nvPr/>
          </p:nvSpPr>
          <p:spPr>
            <a:xfrm>
              <a:off x="6255941" y="4286087"/>
              <a:ext cx="284958" cy="364948"/>
            </a:xfrm>
            <a:custGeom>
              <a:rect b="b" l="l" r="r" t="t"/>
              <a:pathLst>
                <a:path extrusionOk="0" h="13920" w="10869">
                  <a:moveTo>
                    <a:pt x="1905" y="5542"/>
                  </a:moveTo>
                  <a:cubicBezTo>
                    <a:pt x="2017" y="5603"/>
                    <a:pt x="2144" y="5640"/>
                    <a:pt x="2274" y="5640"/>
                  </a:cubicBezTo>
                  <a:lnTo>
                    <a:pt x="2427" y="5640"/>
                  </a:lnTo>
                  <a:cubicBezTo>
                    <a:pt x="2535" y="6418"/>
                    <a:pt x="2944" y="7125"/>
                    <a:pt x="3564" y="7610"/>
                  </a:cubicBezTo>
                  <a:cubicBezTo>
                    <a:pt x="2731" y="7512"/>
                    <a:pt x="2061" y="7096"/>
                    <a:pt x="1717" y="6831"/>
                  </a:cubicBezTo>
                  <a:cubicBezTo>
                    <a:pt x="1630" y="6766"/>
                    <a:pt x="1597" y="6650"/>
                    <a:pt x="1644" y="6549"/>
                  </a:cubicBezTo>
                  <a:cubicBezTo>
                    <a:pt x="1786" y="6230"/>
                    <a:pt x="1872" y="5890"/>
                    <a:pt x="1905" y="5542"/>
                  </a:cubicBezTo>
                  <a:close/>
                  <a:moveTo>
                    <a:pt x="8964" y="5531"/>
                  </a:moveTo>
                  <a:cubicBezTo>
                    <a:pt x="8996" y="5882"/>
                    <a:pt x="9083" y="6226"/>
                    <a:pt x="9225" y="6549"/>
                  </a:cubicBezTo>
                  <a:cubicBezTo>
                    <a:pt x="9272" y="6650"/>
                    <a:pt x="9243" y="6766"/>
                    <a:pt x="9156" y="6835"/>
                  </a:cubicBezTo>
                  <a:cubicBezTo>
                    <a:pt x="8808" y="7096"/>
                    <a:pt x="8142" y="7512"/>
                    <a:pt x="7309" y="7610"/>
                  </a:cubicBezTo>
                  <a:cubicBezTo>
                    <a:pt x="7928" y="7125"/>
                    <a:pt x="8337" y="6418"/>
                    <a:pt x="8442" y="5640"/>
                  </a:cubicBezTo>
                  <a:lnTo>
                    <a:pt x="8565" y="5640"/>
                  </a:lnTo>
                  <a:cubicBezTo>
                    <a:pt x="8707" y="5640"/>
                    <a:pt x="8844" y="5603"/>
                    <a:pt x="8964" y="5531"/>
                  </a:cubicBezTo>
                  <a:close/>
                  <a:moveTo>
                    <a:pt x="5436" y="406"/>
                  </a:moveTo>
                  <a:lnTo>
                    <a:pt x="5436" y="410"/>
                  </a:lnTo>
                  <a:cubicBezTo>
                    <a:pt x="7370" y="410"/>
                    <a:pt x="8935" y="1978"/>
                    <a:pt x="8938" y="3908"/>
                  </a:cubicBezTo>
                  <a:lnTo>
                    <a:pt x="8938" y="4224"/>
                  </a:lnTo>
                  <a:cubicBezTo>
                    <a:pt x="8830" y="4169"/>
                    <a:pt x="8714" y="4140"/>
                    <a:pt x="8598" y="4140"/>
                  </a:cubicBezTo>
                  <a:lnTo>
                    <a:pt x="8486" y="4140"/>
                  </a:lnTo>
                  <a:cubicBezTo>
                    <a:pt x="8424" y="4140"/>
                    <a:pt x="8366" y="4118"/>
                    <a:pt x="8323" y="4075"/>
                  </a:cubicBezTo>
                  <a:cubicBezTo>
                    <a:pt x="8279" y="4032"/>
                    <a:pt x="8254" y="3974"/>
                    <a:pt x="8254" y="3912"/>
                  </a:cubicBezTo>
                  <a:cubicBezTo>
                    <a:pt x="8254" y="2999"/>
                    <a:pt x="7812" y="2141"/>
                    <a:pt x="7070" y="1612"/>
                  </a:cubicBezTo>
                  <a:cubicBezTo>
                    <a:pt x="6958" y="1534"/>
                    <a:pt x="6830" y="1496"/>
                    <a:pt x="6704" y="1496"/>
                  </a:cubicBezTo>
                  <a:cubicBezTo>
                    <a:pt x="6499" y="1496"/>
                    <a:pt x="6298" y="1595"/>
                    <a:pt x="6175" y="1779"/>
                  </a:cubicBezTo>
                  <a:cubicBezTo>
                    <a:pt x="6001" y="2045"/>
                    <a:pt x="5719" y="2178"/>
                    <a:pt x="5436" y="2178"/>
                  </a:cubicBezTo>
                  <a:cubicBezTo>
                    <a:pt x="5154" y="2178"/>
                    <a:pt x="4871" y="2045"/>
                    <a:pt x="4697" y="1779"/>
                  </a:cubicBezTo>
                  <a:cubicBezTo>
                    <a:pt x="4574" y="1595"/>
                    <a:pt x="4373" y="1496"/>
                    <a:pt x="4168" y="1496"/>
                  </a:cubicBezTo>
                  <a:cubicBezTo>
                    <a:pt x="4042" y="1496"/>
                    <a:pt x="3915" y="1534"/>
                    <a:pt x="3803" y="1612"/>
                  </a:cubicBezTo>
                  <a:cubicBezTo>
                    <a:pt x="3662" y="1714"/>
                    <a:pt x="3528" y="1830"/>
                    <a:pt x="3404" y="1956"/>
                  </a:cubicBezTo>
                  <a:cubicBezTo>
                    <a:pt x="3261" y="2105"/>
                    <a:pt x="3397" y="2305"/>
                    <a:pt x="3553" y="2305"/>
                  </a:cubicBezTo>
                  <a:cubicBezTo>
                    <a:pt x="3602" y="2305"/>
                    <a:pt x="3653" y="2285"/>
                    <a:pt x="3698" y="2239"/>
                  </a:cubicBezTo>
                  <a:cubicBezTo>
                    <a:pt x="3803" y="2130"/>
                    <a:pt x="3919" y="2032"/>
                    <a:pt x="4042" y="1945"/>
                  </a:cubicBezTo>
                  <a:cubicBezTo>
                    <a:pt x="4081" y="1918"/>
                    <a:pt x="4126" y="1904"/>
                    <a:pt x="4171" y="1904"/>
                  </a:cubicBezTo>
                  <a:cubicBezTo>
                    <a:pt x="4243" y="1904"/>
                    <a:pt x="4315" y="1939"/>
                    <a:pt x="4357" y="2003"/>
                  </a:cubicBezTo>
                  <a:cubicBezTo>
                    <a:pt x="4612" y="2393"/>
                    <a:pt x="5025" y="2587"/>
                    <a:pt x="5438" y="2587"/>
                  </a:cubicBezTo>
                  <a:cubicBezTo>
                    <a:pt x="5851" y="2587"/>
                    <a:pt x="6264" y="2393"/>
                    <a:pt x="6519" y="2003"/>
                  </a:cubicBezTo>
                  <a:cubicBezTo>
                    <a:pt x="6564" y="1939"/>
                    <a:pt x="6634" y="1904"/>
                    <a:pt x="6707" y="1904"/>
                  </a:cubicBezTo>
                  <a:cubicBezTo>
                    <a:pt x="6752" y="1904"/>
                    <a:pt x="6797" y="1918"/>
                    <a:pt x="6838" y="1945"/>
                  </a:cubicBezTo>
                  <a:cubicBezTo>
                    <a:pt x="7472" y="2398"/>
                    <a:pt x="7852" y="3130"/>
                    <a:pt x="7852" y="3912"/>
                  </a:cubicBezTo>
                  <a:cubicBezTo>
                    <a:pt x="7852" y="4263"/>
                    <a:pt x="8138" y="4549"/>
                    <a:pt x="8493" y="4549"/>
                  </a:cubicBezTo>
                  <a:lnTo>
                    <a:pt x="8602" y="4549"/>
                  </a:lnTo>
                  <a:cubicBezTo>
                    <a:pt x="8804" y="4549"/>
                    <a:pt x="8960" y="4723"/>
                    <a:pt x="8938" y="4926"/>
                  </a:cubicBezTo>
                  <a:cubicBezTo>
                    <a:pt x="8924" y="5096"/>
                    <a:pt x="8757" y="5230"/>
                    <a:pt x="8569" y="5230"/>
                  </a:cubicBezTo>
                  <a:lnTo>
                    <a:pt x="8478" y="5230"/>
                  </a:lnTo>
                  <a:lnTo>
                    <a:pt x="8478" y="5219"/>
                  </a:lnTo>
                  <a:cubicBezTo>
                    <a:pt x="8478" y="5107"/>
                    <a:pt x="8388" y="5017"/>
                    <a:pt x="8276" y="5017"/>
                  </a:cubicBezTo>
                  <a:cubicBezTo>
                    <a:pt x="8163" y="5017"/>
                    <a:pt x="8073" y="5107"/>
                    <a:pt x="8073" y="5219"/>
                  </a:cubicBezTo>
                  <a:cubicBezTo>
                    <a:pt x="8069" y="6386"/>
                    <a:pt x="7298" y="7414"/>
                    <a:pt x="6179" y="7744"/>
                  </a:cubicBezTo>
                  <a:lnTo>
                    <a:pt x="6284" y="7472"/>
                  </a:lnTo>
                  <a:cubicBezTo>
                    <a:pt x="6338" y="7338"/>
                    <a:pt x="6240" y="7190"/>
                    <a:pt x="6095" y="7190"/>
                  </a:cubicBezTo>
                  <a:lnTo>
                    <a:pt x="4788" y="7190"/>
                  </a:lnTo>
                  <a:cubicBezTo>
                    <a:pt x="4643" y="7190"/>
                    <a:pt x="4545" y="7338"/>
                    <a:pt x="4600" y="7472"/>
                  </a:cubicBezTo>
                  <a:lnTo>
                    <a:pt x="4705" y="7744"/>
                  </a:lnTo>
                  <a:cubicBezTo>
                    <a:pt x="3582" y="7414"/>
                    <a:pt x="2810" y="6386"/>
                    <a:pt x="2810" y="5216"/>
                  </a:cubicBezTo>
                  <a:cubicBezTo>
                    <a:pt x="2810" y="5080"/>
                    <a:pt x="2709" y="5012"/>
                    <a:pt x="2608" y="5012"/>
                  </a:cubicBezTo>
                  <a:cubicBezTo>
                    <a:pt x="2506" y="5012"/>
                    <a:pt x="2405" y="5080"/>
                    <a:pt x="2405" y="5216"/>
                  </a:cubicBezTo>
                  <a:lnTo>
                    <a:pt x="2405" y="5230"/>
                  </a:lnTo>
                  <a:lnTo>
                    <a:pt x="2282" y="5230"/>
                  </a:lnTo>
                  <a:cubicBezTo>
                    <a:pt x="2079" y="5230"/>
                    <a:pt x="1920" y="5057"/>
                    <a:pt x="1941" y="4854"/>
                  </a:cubicBezTo>
                  <a:cubicBezTo>
                    <a:pt x="1959" y="4683"/>
                    <a:pt x="2122" y="4549"/>
                    <a:pt x="2311" y="4549"/>
                  </a:cubicBezTo>
                  <a:lnTo>
                    <a:pt x="2390" y="4549"/>
                  </a:lnTo>
                  <a:cubicBezTo>
                    <a:pt x="2742" y="4549"/>
                    <a:pt x="3028" y="4263"/>
                    <a:pt x="3031" y="3912"/>
                  </a:cubicBezTo>
                  <a:cubicBezTo>
                    <a:pt x="3028" y="3564"/>
                    <a:pt x="3104" y="3220"/>
                    <a:pt x="3249" y="2905"/>
                  </a:cubicBezTo>
                  <a:cubicBezTo>
                    <a:pt x="3325" y="2744"/>
                    <a:pt x="3190" y="2615"/>
                    <a:pt x="3057" y="2615"/>
                  </a:cubicBezTo>
                  <a:cubicBezTo>
                    <a:pt x="2987" y="2615"/>
                    <a:pt x="2918" y="2650"/>
                    <a:pt x="2879" y="2735"/>
                  </a:cubicBezTo>
                  <a:cubicBezTo>
                    <a:pt x="2709" y="3104"/>
                    <a:pt x="2622" y="3506"/>
                    <a:pt x="2622" y="3912"/>
                  </a:cubicBezTo>
                  <a:cubicBezTo>
                    <a:pt x="2622" y="3974"/>
                    <a:pt x="2597" y="4032"/>
                    <a:pt x="2557" y="4071"/>
                  </a:cubicBezTo>
                  <a:cubicBezTo>
                    <a:pt x="2510" y="4115"/>
                    <a:pt x="2452" y="4140"/>
                    <a:pt x="2390" y="4140"/>
                  </a:cubicBezTo>
                  <a:lnTo>
                    <a:pt x="2314" y="4140"/>
                  </a:lnTo>
                  <a:cubicBezTo>
                    <a:pt x="2184" y="4140"/>
                    <a:pt x="2057" y="4173"/>
                    <a:pt x="1941" y="4231"/>
                  </a:cubicBezTo>
                  <a:lnTo>
                    <a:pt x="1941" y="3908"/>
                  </a:lnTo>
                  <a:cubicBezTo>
                    <a:pt x="1945" y="1978"/>
                    <a:pt x="3506" y="413"/>
                    <a:pt x="5436" y="406"/>
                  </a:cubicBezTo>
                  <a:close/>
                  <a:moveTo>
                    <a:pt x="5788" y="7599"/>
                  </a:moveTo>
                  <a:lnTo>
                    <a:pt x="5545" y="8207"/>
                  </a:lnTo>
                  <a:cubicBezTo>
                    <a:pt x="5525" y="8256"/>
                    <a:pt x="5481" y="8281"/>
                    <a:pt x="5436" y="8281"/>
                  </a:cubicBezTo>
                  <a:cubicBezTo>
                    <a:pt x="5392" y="8281"/>
                    <a:pt x="5347" y="8256"/>
                    <a:pt x="5328" y="8207"/>
                  </a:cubicBezTo>
                  <a:lnTo>
                    <a:pt x="5085" y="7599"/>
                  </a:lnTo>
                  <a:close/>
                  <a:moveTo>
                    <a:pt x="3566" y="8774"/>
                  </a:moveTo>
                  <a:cubicBezTo>
                    <a:pt x="3569" y="8774"/>
                    <a:pt x="3572" y="8775"/>
                    <a:pt x="3575" y="8776"/>
                  </a:cubicBezTo>
                  <a:lnTo>
                    <a:pt x="5081" y="9613"/>
                  </a:lnTo>
                  <a:lnTo>
                    <a:pt x="3977" y="10558"/>
                  </a:lnTo>
                  <a:cubicBezTo>
                    <a:pt x="3975" y="10559"/>
                    <a:pt x="3972" y="10560"/>
                    <a:pt x="3969" y="10560"/>
                  </a:cubicBezTo>
                  <a:cubicBezTo>
                    <a:pt x="3965" y="10560"/>
                    <a:pt x="3961" y="10559"/>
                    <a:pt x="3959" y="10554"/>
                  </a:cubicBezTo>
                  <a:lnTo>
                    <a:pt x="3270" y="9352"/>
                  </a:lnTo>
                  <a:lnTo>
                    <a:pt x="3557" y="8780"/>
                  </a:lnTo>
                  <a:cubicBezTo>
                    <a:pt x="3559" y="8775"/>
                    <a:pt x="3562" y="8774"/>
                    <a:pt x="3566" y="8774"/>
                  </a:cubicBezTo>
                  <a:close/>
                  <a:moveTo>
                    <a:pt x="6755" y="7950"/>
                  </a:moveTo>
                  <a:lnTo>
                    <a:pt x="6755" y="8609"/>
                  </a:lnTo>
                  <a:lnTo>
                    <a:pt x="6512" y="8743"/>
                  </a:lnTo>
                  <a:cubicBezTo>
                    <a:pt x="6312" y="8857"/>
                    <a:pt x="6423" y="9130"/>
                    <a:pt x="6607" y="9130"/>
                  </a:cubicBezTo>
                  <a:cubicBezTo>
                    <a:pt x="6640" y="9130"/>
                    <a:pt x="6675" y="9122"/>
                    <a:pt x="6711" y="9102"/>
                  </a:cubicBezTo>
                  <a:lnTo>
                    <a:pt x="7298" y="8776"/>
                  </a:lnTo>
                  <a:cubicBezTo>
                    <a:pt x="7299" y="8775"/>
                    <a:pt x="7300" y="8775"/>
                    <a:pt x="7302" y="8775"/>
                  </a:cubicBezTo>
                  <a:cubicBezTo>
                    <a:pt x="7307" y="8775"/>
                    <a:pt x="7313" y="8778"/>
                    <a:pt x="7316" y="8783"/>
                  </a:cubicBezTo>
                  <a:lnTo>
                    <a:pt x="7602" y="9352"/>
                  </a:lnTo>
                  <a:lnTo>
                    <a:pt x="6917" y="10554"/>
                  </a:lnTo>
                  <a:cubicBezTo>
                    <a:pt x="6914" y="10558"/>
                    <a:pt x="6910" y="10562"/>
                    <a:pt x="6907" y="10562"/>
                  </a:cubicBezTo>
                  <a:cubicBezTo>
                    <a:pt x="6903" y="10562"/>
                    <a:pt x="6896" y="10562"/>
                    <a:pt x="6896" y="10558"/>
                  </a:cubicBezTo>
                  <a:lnTo>
                    <a:pt x="5791" y="9613"/>
                  </a:lnTo>
                  <a:lnTo>
                    <a:pt x="5972" y="9511"/>
                  </a:lnTo>
                  <a:cubicBezTo>
                    <a:pt x="6175" y="9401"/>
                    <a:pt x="6063" y="9127"/>
                    <a:pt x="5879" y="9127"/>
                  </a:cubicBezTo>
                  <a:cubicBezTo>
                    <a:pt x="5845" y="9127"/>
                    <a:pt x="5810" y="9136"/>
                    <a:pt x="5773" y="9156"/>
                  </a:cubicBezTo>
                  <a:lnTo>
                    <a:pt x="5436" y="9341"/>
                  </a:lnTo>
                  <a:lnTo>
                    <a:pt x="4114" y="8609"/>
                  </a:lnTo>
                  <a:lnTo>
                    <a:pt x="4114" y="7950"/>
                  </a:lnTo>
                  <a:cubicBezTo>
                    <a:pt x="4361" y="8070"/>
                    <a:pt x="4618" y="8153"/>
                    <a:pt x="4886" y="8204"/>
                  </a:cubicBezTo>
                  <a:lnTo>
                    <a:pt x="4947" y="8360"/>
                  </a:lnTo>
                  <a:cubicBezTo>
                    <a:pt x="5036" y="8579"/>
                    <a:pt x="5236" y="8688"/>
                    <a:pt x="5436" y="8688"/>
                  </a:cubicBezTo>
                  <a:cubicBezTo>
                    <a:pt x="5636" y="8688"/>
                    <a:pt x="5836" y="8579"/>
                    <a:pt x="5925" y="8360"/>
                  </a:cubicBezTo>
                  <a:lnTo>
                    <a:pt x="5987" y="8204"/>
                  </a:lnTo>
                  <a:cubicBezTo>
                    <a:pt x="6255" y="8153"/>
                    <a:pt x="6512" y="8070"/>
                    <a:pt x="6755" y="7950"/>
                  </a:cubicBezTo>
                  <a:close/>
                  <a:moveTo>
                    <a:pt x="5436" y="1"/>
                  </a:moveTo>
                  <a:cubicBezTo>
                    <a:pt x="3278" y="1"/>
                    <a:pt x="1528" y="1750"/>
                    <a:pt x="1528" y="3908"/>
                  </a:cubicBezTo>
                  <a:lnTo>
                    <a:pt x="1528" y="4999"/>
                  </a:lnTo>
                  <a:cubicBezTo>
                    <a:pt x="1528" y="5690"/>
                    <a:pt x="1391" y="6129"/>
                    <a:pt x="1275" y="6378"/>
                  </a:cubicBezTo>
                  <a:cubicBezTo>
                    <a:pt x="1148" y="6650"/>
                    <a:pt x="1228" y="6976"/>
                    <a:pt x="1470" y="7157"/>
                  </a:cubicBezTo>
                  <a:cubicBezTo>
                    <a:pt x="1880" y="7465"/>
                    <a:pt x="2687" y="7968"/>
                    <a:pt x="3709" y="8030"/>
                  </a:cubicBezTo>
                  <a:lnTo>
                    <a:pt x="3709" y="8388"/>
                  </a:lnTo>
                  <a:cubicBezTo>
                    <a:pt x="3662" y="8373"/>
                    <a:pt x="3615" y="8365"/>
                    <a:pt x="3568" y="8365"/>
                  </a:cubicBezTo>
                  <a:cubicBezTo>
                    <a:pt x="3411" y="8365"/>
                    <a:pt x="3263" y="8451"/>
                    <a:pt x="3191" y="8599"/>
                  </a:cubicBezTo>
                  <a:lnTo>
                    <a:pt x="2876" y="9232"/>
                  </a:lnTo>
                  <a:lnTo>
                    <a:pt x="1087" y="9757"/>
                  </a:lnTo>
                  <a:cubicBezTo>
                    <a:pt x="445" y="9949"/>
                    <a:pt x="4" y="10536"/>
                    <a:pt x="0" y="11206"/>
                  </a:cubicBezTo>
                  <a:lnTo>
                    <a:pt x="0" y="13716"/>
                  </a:lnTo>
                  <a:cubicBezTo>
                    <a:pt x="0" y="13852"/>
                    <a:pt x="102" y="13920"/>
                    <a:pt x="205" y="13920"/>
                  </a:cubicBezTo>
                  <a:cubicBezTo>
                    <a:pt x="307" y="13920"/>
                    <a:pt x="409" y="13852"/>
                    <a:pt x="409" y="13716"/>
                  </a:cubicBezTo>
                  <a:lnTo>
                    <a:pt x="409" y="11206"/>
                  </a:lnTo>
                  <a:cubicBezTo>
                    <a:pt x="409" y="11011"/>
                    <a:pt x="460" y="10815"/>
                    <a:pt x="561" y="10648"/>
                  </a:cubicBezTo>
                  <a:lnTo>
                    <a:pt x="1728" y="11648"/>
                  </a:lnTo>
                  <a:cubicBezTo>
                    <a:pt x="1876" y="11775"/>
                    <a:pt x="1963" y="11959"/>
                    <a:pt x="1963" y="12155"/>
                  </a:cubicBezTo>
                  <a:lnTo>
                    <a:pt x="1963" y="13716"/>
                  </a:lnTo>
                  <a:cubicBezTo>
                    <a:pt x="1963" y="13850"/>
                    <a:pt x="2064" y="13917"/>
                    <a:pt x="2166" y="13917"/>
                  </a:cubicBezTo>
                  <a:cubicBezTo>
                    <a:pt x="2267" y="13917"/>
                    <a:pt x="2369" y="13850"/>
                    <a:pt x="2369" y="13716"/>
                  </a:cubicBezTo>
                  <a:lnTo>
                    <a:pt x="2369" y="12155"/>
                  </a:lnTo>
                  <a:cubicBezTo>
                    <a:pt x="2369" y="11840"/>
                    <a:pt x="2231" y="11543"/>
                    <a:pt x="1992" y="11340"/>
                  </a:cubicBezTo>
                  <a:lnTo>
                    <a:pt x="829" y="10344"/>
                  </a:lnTo>
                  <a:cubicBezTo>
                    <a:pt x="938" y="10257"/>
                    <a:pt x="1065" y="10188"/>
                    <a:pt x="1199" y="10152"/>
                  </a:cubicBezTo>
                  <a:lnTo>
                    <a:pt x="2959" y="9634"/>
                  </a:lnTo>
                  <a:lnTo>
                    <a:pt x="3600" y="10757"/>
                  </a:lnTo>
                  <a:cubicBezTo>
                    <a:pt x="3662" y="10866"/>
                    <a:pt x="3770" y="10942"/>
                    <a:pt x="3897" y="10964"/>
                  </a:cubicBezTo>
                  <a:cubicBezTo>
                    <a:pt x="3919" y="10967"/>
                    <a:pt x="3944" y="10971"/>
                    <a:pt x="3969" y="10971"/>
                  </a:cubicBezTo>
                  <a:cubicBezTo>
                    <a:pt x="4067" y="10971"/>
                    <a:pt x="4165" y="10935"/>
                    <a:pt x="4241" y="10869"/>
                  </a:cubicBezTo>
                  <a:lnTo>
                    <a:pt x="5436" y="9844"/>
                  </a:lnTo>
                  <a:lnTo>
                    <a:pt x="6628" y="10869"/>
                  </a:lnTo>
                  <a:cubicBezTo>
                    <a:pt x="6704" y="10935"/>
                    <a:pt x="6802" y="10971"/>
                    <a:pt x="6903" y="10971"/>
                  </a:cubicBezTo>
                  <a:cubicBezTo>
                    <a:pt x="6925" y="10971"/>
                    <a:pt x="6950" y="10967"/>
                    <a:pt x="6975" y="10964"/>
                  </a:cubicBezTo>
                  <a:cubicBezTo>
                    <a:pt x="7099" y="10942"/>
                    <a:pt x="7207" y="10866"/>
                    <a:pt x="7269" y="10757"/>
                  </a:cubicBezTo>
                  <a:lnTo>
                    <a:pt x="7910" y="9634"/>
                  </a:lnTo>
                  <a:lnTo>
                    <a:pt x="9670" y="10152"/>
                  </a:lnTo>
                  <a:cubicBezTo>
                    <a:pt x="9804" y="10188"/>
                    <a:pt x="9931" y="10257"/>
                    <a:pt x="10039" y="10344"/>
                  </a:cubicBezTo>
                  <a:lnTo>
                    <a:pt x="8877" y="11340"/>
                  </a:lnTo>
                  <a:cubicBezTo>
                    <a:pt x="8638" y="11543"/>
                    <a:pt x="8500" y="11840"/>
                    <a:pt x="8500" y="12155"/>
                  </a:cubicBezTo>
                  <a:lnTo>
                    <a:pt x="8500" y="13716"/>
                  </a:lnTo>
                  <a:cubicBezTo>
                    <a:pt x="8500" y="13850"/>
                    <a:pt x="8602" y="13917"/>
                    <a:pt x="8703" y="13917"/>
                  </a:cubicBezTo>
                  <a:cubicBezTo>
                    <a:pt x="8804" y="13917"/>
                    <a:pt x="8906" y="13850"/>
                    <a:pt x="8906" y="13716"/>
                  </a:cubicBezTo>
                  <a:lnTo>
                    <a:pt x="8906" y="12155"/>
                  </a:lnTo>
                  <a:cubicBezTo>
                    <a:pt x="8906" y="11959"/>
                    <a:pt x="8993" y="11775"/>
                    <a:pt x="9141" y="11648"/>
                  </a:cubicBezTo>
                  <a:lnTo>
                    <a:pt x="10307" y="10648"/>
                  </a:lnTo>
                  <a:cubicBezTo>
                    <a:pt x="10409" y="10815"/>
                    <a:pt x="10460" y="11011"/>
                    <a:pt x="10460" y="11206"/>
                  </a:cubicBezTo>
                  <a:lnTo>
                    <a:pt x="10460" y="13716"/>
                  </a:lnTo>
                  <a:cubicBezTo>
                    <a:pt x="10460" y="13852"/>
                    <a:pt x="10562" y="13920"/>
                    <a:pt x="10664" y="13920"/>
                  </a:cubicBezTo>
                  <a:cubicBezTo>
                    <a:pt x="10766" y="13920"/>
                    <a:pt x="10869" y="13852"/>
                    <a:pt x="10869" y="13716"/>
                  </a:cubicBezTo>
                  <a:lnTo>
                    <a:pt x="10869" y="11206"/>
                  </a:lnTo>
                  <a:cubicBezTo>
                    <a:pt x="10865" y="10536"/>
                    <a:pt x="10427" y="9949"/>
                    <a:pt x="9786" y="9757"/>
                  </a:cubicBezTo>
                  <a:lnTo>
                    <a:pt x="8000" y="9232"/>
                  </a:lnTo>
                  <a:lnTo>
                    <a:pt x="7682" y="8599"/>
                  </a:lnTo>
                  <a:cubicBezTo>
                    <a:pt x="7609" y="8453"/>
                    <a:pt x="7460" y="8366"/>
                    <a:pt x="7304" y="8366"/>
                  </a:cubicBezTo>
                  <a:cubicBezTo>
                    <a:pt x="7258" y="8366"/>
                    <a:pt x="7212" y="8373"/>
                    <a:pt x="7167" y="8388"/>
                  </a:cubicBezTo>
                  <a:lnTo>
                    <a:pt x="7167" y="8030"/>
                  </a:lnTo>
                  <a:cubicBezTo>
                    <a:pt x="8185" y="7968"/>
                    <a:pt x="8996" y="7465"/>
                    <a:pt x="9402" y="7157"/>
                  </a:cubicBezTo>
                  <a:cubicBezTo>
                    <a:pt x="9645" y="6976"/>
                    <a:pt x="9724" y="6650"/>
                    <a:pt x="9598" y="6378"/>
                  </a:cubicBezTo>
                  <a:cubicBezTo>
                    <a:pt x="9482" y="6132"/>
                    <a:pt x="9344" y="5690"/>
                    <a:pt x="9344" y="4999"/>
                  </a:cubicBezTo>
                  <a:lnTo>
                    <a:pt x="9344" y="3908"/>
                  </a:lnTo>
                  <a:cubicBezTo>
                    <a:pt x="9344" y="1750"/>
                    <a:pt x="759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2"/>
            <p:cNvSpPr/>
            <p:nvPr/>
          </p:nvSpPr>
          <p:spPr>
            <a:xfrm>
              <a:off x="6391434" y="4583183"/>
              <a:ext cx="12558" cy="10697"/>
            </a:xfrm>
            <a:custGeom>
              <a:rect b="b" l="l" r="r" t="t"/>
              <a:pathLst>
                <a:path extrusionOk="0" h="408" w="479">
                  <a:moveTo>
                    <a:pt x="274" y="1"/>
                  </a:moveTo>
                  <a:cubicBezTo>
                    <a:pt x="272" y="1"/>
                    <a:pt x="270" y="1"/>
                    <a:pt x="268" y="1"/>
                  </a:cubicBezTo>
                  <a:lnTo>
                    <a:pt x="272" y="1"/>
                  </a:lnTo>
                  <a:cubicBezTo>
                    <a:pt x="91" y="5"/>
                    <a:pt x="0" y="222"/>
                    <a:pt x="131" y="349"/>
                  </a:cubicBezTo>
                  <a:cubicBezTo>
                    <a:pt x="171" y="389"/>
                    <a:pt x="222" y="408"/>
                    <a:pt x="271" y="408"/>
                  </a:cubicBezTo>
                  <a:cubicBezTo>
                    <a:pt x="375" y="408"/>
                    <a:pt x="475" y="327"/>
                    <a:pt x="475" y="204"/>
                  </a:cubicBezTo>
                  <a:cubicBezTo>
                    <a:pt x="478" y="94"/>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2"/>
            <p:cNvSpPr/>
            <p:nvPr/>
          </p:nvSpPr>
          <p:spPr>
            <a:xfrm>
              <a:off x="6391434" y="4623165"/>
              <a:ext cx="12558" cy="10749"/>
            </a:xfrm>
            <a:custGeom>
              <a:rect b="b" l="l" r="r" t="t"/>
              <a:pathLst>
                <a:path extrusionOk="0" h="410" w="479">
                  <a:moveTo>
                    <a:pt x="274" y="1"/>
                  </a:moveTo>
                  <a:cubicBezTo>
                    <a:pt x="272" y="1"/>
                    <a:pt x="270" y="1"/>
                    <a:pt x="268" y="1"/>
                  </a:cubicBezTo>
                  <a:lnTo>
                    <a:pt x="272" y="1"/>
                  </a:lnTo>
                  <a:cubicBezTo>
                    <a:pt x="91" y="4"/>
                    <a:pt x="0" y="222"/>
                    <a:pt x="131" y="348"/>
                  </a:cubicBezTo>
                  <a:cubicBezTo>
                    <a:pt x="172" y="391"/>
                    <a:pt x="222" y="409"/>
                    <a:pt x="271" y="409"/>
                  </a:cubicBezTo>
                  <a:cubicBezTo>
                    <a:pt x="375" y="409"/>
                    <a:pt x="475" y="327"/>
                    <a:pt x="475" y="207"/>
                  </a:cubicBezTo>
                  <a:cubicBezTo>
                    <a:pt x="478" y="93"/>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2"/>
            <p:cNvSpPr/>
            <p:nvPr/>
          </p:nvSpPr>
          <p:spPr>
            <a:xfrm>
              <a:off x="6358845" y="4434687"/>
              <a:ext cx="79229" cy="33506"/>
            </a:xfrm>
            <a:custGeom>
              <a:rect b="b" l="l" r="r" t="t"/>
              <a:pathLst>
                <a:path extrusionOk="0" h="1278" w="3022">
                  <a:moveTo>
                    <a:pt x="1258" y="406"/>
                  </a:moveTo>
                  <a:cubicBezTo>
                    <a:pt x="1182" y="558"/>
                    <a:pt x="1026" y="652"/>
                    <a:pt x="856" y="652"/>
                  </a:cubicBezTo>
                  <a:lnTo>
                    <a:pt x="457" y="652"/>
                  </a:lnTo>
                  <a:cubicBezTo>
                    <a:pt x="533" y="500"/>
                    <a:pt x="689" y="406"/>
                    <a:pt x="856" y="406"/>
                  </a:cubicBezTo>
                  <a:close/>
                  <a:moveTo>
                    <a:pt x="2163" y="406"/>
                  </a:moveTo>
                  <a:cubicBezTo>
                    <a:pt x="2333" y="406"/>
                    <a:pt x="2489" y="500"/>
                    <a:pt x="2565" y="652"/>
                  </a:cubicBezTo>
                  <a:lnTo>
                    <a:pt x="2167" y="652"/>
                  </a:lnTo>
                  <a:cubicBezTo>
                    <a:pt x="1997" y="652"/>
                    <a:pt x="1844" y="558"/>
                    <a:pt x="1765" y="406"/>
                  </a:cubicBezTo>
                  <a:close/>
                  <a:moveTo>
                    <a:pt x="856" y="1"/>
                  </a:moveTo>
                  <a:cubicBezTo>
                    <a:pt x="385" y="1"/>
                    <a:pt x="1" y="384"/>
                    <a:pt x="1" y="855"/>
                  </a:cubicBezTo>
                  <a:lnTo>
                    <a:pt x="1" y="1076"/>
                  </a:lnTo>
                  <a:cubicBezTo>
                    <a:pt x="1" y="1210"/>
                    <a:pt x="102" y="1277"/>
                    <a:pt x="204" y="1277"/>
                  </a:cubicBezTo>
                  <a:cubicBezTo>
                    <a:pt x="305" y="1277"/>
                    <a:pt x="407" y="1210"/>
                    <a:pt x="407" y="1076"/>
                  </a:cubicBezTo>
                  <a:lnTo>
                    <a:pt x="407" y="1062"/>
                  </a:lnTo>
                  <a:lnTo>
                    <a:pt x="856" y="1062"/>
                  </a:lnTo>
                  <a:cubicBezTo>
                    <a:pt x="1028" y="859"/>
                    <a:pt x="1269" y="758"/>
                    <a:pt x="1511" y="758"/>
                  </a:cubicBezTo>
                  <a:cubicBezTo>
                    <a:pt x="1752" y="758"/>
                    <a:pt x="1993" y="859"/>
                    <a:pt x="2163" y="1062"/>
                  </a:cubicBezTo>
                  <a:lnTo>
                    <a:pt x="2616" y="1062"/>
                  </a:lnTo>
                  <a:lnTo>
                    <a:pt x="2616" y="1076"/>
                  </a:lnTo>
                  <a:cubicBezTo>
                    <a:pt x="2616" y="1210"/>
                    <a:pt x="2717" y="1277"/>
                    <a:pt x="2819" y="1277"/>
                  </a:cubicBezTo>
                  <a:cubicBezTo>
                    <a:pt x="2920" y="1277"/>
                    <a:pt x="3021" y="1210"/>
                    <a:pt x="3021" y="1076"/>
                  </a:cubicBezTo>
                  <a:lnTo>
                    <a:pt x="3021" y="855"/>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1" name="Google Shape;13271;p82"/>
          <p:cNvGrpSpPr/>
          <p:nvPr/>
        </p:nvGrpSpPr>
        <p:grpSpPr>
          <a:xfrm>
            <a:off x="7606143" y="3797602"/>
            <a:ext cx="285089" cy="364948"/>
            <a:chOff x="7606143" y="3797602"/>
            <a:chExt cx="285089" cy="364948"/>
          </a:xfrm>
        </p:grpSpPr>
        <p:sp>
          <p:nvSpPr>
            <p:cNvPr id="13272" name="Google Shape;13272;p82"/>
            <p:cNvSpPr/>
            <p:nvPr/>
          </p:nvSpPr>
          <p:spPr>
            <a:xfrm>
              <a:off x="7628742" y="3802872"/>
              <a:ext cx="239969" cy="114361"/>
            </a:xfrm>
            <a:custGeom>
              <a:rect b="b" l="l" r="r" t="t"/>
              <a:pathLst>
                <a:path extrusionOk="0" h="4362" w="9153">
                  <a:moveTo>
                    <a:pt x="4579" y="1"/>
                  </a:moveTo>
                  <a:lnTo>
                    <a:pt x="1308" y="874"/>
                  </a:lnTo>
                  <a:lnTo>
                    <a:pt x="1" y="3054"/>
                  </a:lnTo>
                  <a:lnTo>
                    <a:pt x="1308" y="4361"/>
                  </a:lnTo>
                  <a:lnTo>
                    <a:pt x="7845" y="4361"/>
                  </a:lnTo>
                  <a:lnTo>
                    <a:pt x="9153" y="3054"/>
                  </a:lnTo>
                  <a:lnTo>
                    <a:pt x="7845" y="874"/>
                  </a:lnTo>
                  <a:lnTo>
                    <a:pt x="457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2"/>
            <p:cNvSpPr/>
            <p:nvPr/>
          </p:nvSpPr>
          <p:spPr>
            <a:xfrm>
              <a:off x="7611648" y="4031436"/>
              <a:ext cx="274261" cy="125739"/>
            </a:xfrm>
            <a:custGeom>
              <a:rect b="b" l="l" r="r" t="t"/>
              <a:pathLst>
                <a:path extrusionOk="0" h="4796" w="10461">
                  <a:moveTo>
                    <a:pt x="3706" y="0"/>
                  </a:moveTo>
                  <a:lnTo>
                    <a:pt x="3706" y="819"/>
                  </a:lnTo>
                  <a:cubicBezTo>
                    <a:pt x="3706" y="1108"/>
                    <a:pt x="3514" y="1366"/>
                    <a:pt x="3235" y="1449"/>
                  </a:cubicBezTo>
                  <a:lnTo>
                    <a:pt x="939" y="2122"/>
                  </a:lnTo>
                  <a:cubicBezTo>
                    <a:pt x="381" y="2285"/>
                    <a:pt x="1" y="2796"/>
                    <a:pt x="1" y="3379"/>
                  </a:cubicBezTo>
                  <a:lnTo>
                    <a:pt x="1" y="4795"/>
                  </a:lnTo>
                  <a:lnTo>
                    <a:pt x="10460" y="4795"/>
                  </a:lnTo>
                  <a:lnTo>
                    <a:pt x="10460" y="3379"/>
                  </a:lnTo>
                  <a:cubicBezTo>
                    <a:pt x="10460" y="2796"/>
                    <a:pt x="10080" y="2285"/>
                    <a:pt x="9522" y="2122"/>
                  </a:cubicBezTo>
                  <a:lnTo>
                    <a:pt x="7226" y="1449"/>
                  </a:lnTo>
                  <a:cubicBezTo>
                    <a:pt x="6947" y="1366"/>
                    <a:pt x="6755" y="1108"/>
                    <a:pt x="6755" y="819"/>
                  </a:cubicBezTo>
                  <a:lnTo>
                    <a:pt x="675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2"/>
            <p:cNvSpPr/>
            <p:nvPr/>
          </p:nvSpPr>
          <p:spPr>
            <a:xfrm>
              <a:off x="7611570" y="4062766"/>
              <a:ext cx="274340" cy="94488"/>
            </a:xfrm>
            <a:custGeom>
              <a:rect b="b" l="l" r="r" t="t"/>
              <a:pathLst>
                <a:path extrusionOk="0" h="3604" w="10464">
                  <a:moveTo>
                    <a:pt x="6878" y="0"/>
                  </a:moveTo>
                  <a:lnTo>
                    <a:pt x="5230" y="551"/>
                  </a:lnTo>
                  <a:lnTo>
                    <a:pt x="3586" y="4"/>
                  </a:lnTo>
                  <a:cubicBezTo>
                    <a:pt x="3502" y="123"/>
                    <a:pt x="3379" y="214"/>
                    <a:pt x="3238" y="254"/>
                  </a:cubicBezTo>
                  <a:lnTo>
                    <a:pt x="938" y="931"/>
                  </a:lnTo>
                  <a:cubicBezTo>
                    <a:pt x="384" y="1094"/>
                    <a:pt x="0" y="1605"/>
                    <a:pt x="0" y="2184"/>
                  </a:cubicBezTo>
                  <a:lnTo>
                    <a:pt x="0" y="3604"/>
                  </a:lnTo>
                  <a:lnTo>
                    <a:pt x="10463" y="3604"/>
                  </a:lnTo>
                  <a:lnTo>
                    <a:pt x="10463" y="2184"/>
                  </a:lnTo>
                  <a:cubicBezTo>
                    <a:pt x="10463" y="1605"/>
                    <a:pt x="10083" y="1094"/>
                    <a:pt x="9525" y="927"/>
                  </a:cubicBezTo>
                  <a:lnTo>
                    <a:pt x="7229" y="254"/>
                  </a:lnTo>
                  <a:cubicBezTo>
                    <a:pt x="7088" y="210"/>
                    <a:pt x="6965" y="123"/>
                    <a:pt x="687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2"/>
            <p:cNvSpPr/>
            <p:nvPr/>
          </p:nvSpPr>
          <p:spPr>
            <a:xfrm>
              <a:off x="7733770" y="4108909"/>
              <a:ext cx="30019" cy="48266"/>
            </a:xfrm>
            <a:custGeom>
              <a:rect b="b" l="l" r="r" t="t"/>
              <a:pathLst>
                <a:path extrusionOk="0" h="1841" w="1145">
                  <a:moveTo>
                    <a:pt x="924" y="0"/>
                  </a:moveTo>
                  <a:lnTo>
                    <a:pt x="214" y="26"/>
                  </a:lnTo>
                  <a:lnTo>
                    <a:pt x="0" y="1840"/>
                  </a:lnTo>
                  <a:lnTo>
                    <a:pt x="1145" y="1840"/>
                  </a:lnTo>
                  <a:lnTo>
                    <a:pt x="92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2"/>
            <p:cNvSpPr/>
            <p:nvPr/>
          </p:nvSpPr>
          <p:spPr>
            <a:xfrm>
              <a:off x="7708706" y="4031436"/>
              <a:ext cx="80068" cy="28656"/>
            </a:xfrm>
            <a:custGeom>
              <a:rect b="b" l="l" r="r" t="t"/>
              <a:pathLst>
                <a:path extrusionOk="0" h="1093" w="3054">
                  <a:moveTo>
                    <a:pt x="0" y="0"/>
                  </a:moveTo>
                  <a:lnTo>
                    <a:pt x="0" y="706"/>
                  </a:lnTo>
                  <a:cubicBezTo>
                    <a:pt x="477" y="964"/>
                    <a:pt x="1002" y="1092"/>
                    <a:pt x="1527" y="1092"/>
                  </a:cubicBezTo>
                  <a:cubicBezTo>
                    <a:pt x="2052" y="1092"/>
                    <a:pt x="2577" y="964"/>
                    <a:pt x="3053" y="706"/>
                  </a:cubicBezTo>
                  <a:lnTo>
                    <a:pt x="305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2"/>
            <p:cNvSpPr/>
            <p:nvPr/>
          </p:nvSpPr>
          <p:spPr>
            <a:xfrm>
              <a:off x="7651551" y="3888629"/>
              <a:ext cx="194377" cy="154421"/>
            </a:xfrm>
            <a:custGeom>
              <a:rect b="b" l="l" r="r" t="t"/>
              <a:pathLst>
                <a:path extrusionOk="0" h="5890" w="7414">
                  <a:moveTo>
                    <a:pt x="873" y="0"/>
                  </a:moveTo>
                  <a:lnTo>
                    <a:pt x="873" y="2180"/>
                  </a:lnTo>
                  <a:lnTo>
                    <a:pt x="547" y="2180"/>
                  </a:lnTo>
                  <a:cubicBezTo>
                    <a:pt x="246" y="2180"/>
                    <a:pt x="0" y="2423"/>
                    <a:pt x="0" y="2724"/>
                  </a:cubicBezTo>
                  <a:cubicBezTo>
                    <a:pt x="0" y="3024"/>
                    <a:pt x="246" y="3271"/>
                    <a:pt x="547" y="3271"/>
                  </a:cubicBezTo>
                  <a:lnTo>
                    <a:pt x="884" y="3271"/>
                  </a:lnTo>
                  <a:cubicBezTo>
                    <a:pt x="996" y="4745"/>
                    <a:pt x="2224" y="5889"/>
                    <a:pt x="3705" y="5889"/>
                  </a:cubicBezTo>
                  <a:cubicBezTo>
                    <a:pt x="5186" y="5889"/>
                    <a:pt x="6418" y="4745"/>
                    <a:pt x="6530" y="3271"/>
                  </a:cubicBezTo>
                  <a:lnTo>
                    <a:pt x="6870" y="3271"/>
                  </a:lnTo>
                  <a:cubicBezTo>
                    <a:pt x="7171" y="3271"/>
                    <a:pt x="7414" y="3024"/>
                    <a:pt x="7414" y="2724"/>
                  </a:cubicBezTo>
                  <a:cubicBezTo>
                    <a:pt x="7414" y="2423"/>
                    <a:pt x="7171" y="2180"/>
                    <a:pt x="6870" y="2180"/>
                  </a:cubicBezTo>
                  <a:lnTo>
                    <a:pt x="6541" y="2180"/>
                  </a:lnTo>
                  <a:lnTo>
                    <a:pt x="6541"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2"/>
            <p:cNvSpPr/>
            <p:nvPr/>
          </p:nvSpPr>
          <p:spPr>
            <a:xfrm>
              <a:off x="7649533" y="3888629"/>
              <a:ext cx="173507" cy="154342"/>
            </a:xfrm>
            <a:custGeom>
              <a:rect b="b" l="l" r="r" t="t"/>
              <a:pathLst>
                <a:path extrusionOk="0" h="5887" w="6618">
                  <a:moveTo>
                    <a:pt x="950" y="0"/>
                  </a:moveTo>
                  <a:lnTo>
                    <a:pt x="950" y="2180"/>
                  </a:lnTo>
                  <a:lnTo>
                    <a:pt x="642" y="2180"/>
                  </a:lnTo>
                  <a:cubicBezTo>
                    <a:pt x="639" y="2180"/>
                    <a:pt x="636" y="2180"/>
                    <a:pt x="634" y="2180"/>
                  </a:cubicBezTo>
                  <a:cubicBezTo>
                    <a:pt x="387" y="2180"/>
                    <a:pt x="170" y="2339"/>
                    <a:pt x="99" y="2575"/>
                  </a:cubicBezTo>
                  <a:cubicBezTo>
                    <a:pt x="1" y="2923"/>
                    <a:pt x="265" y="3267"/>
                    <a:pt x="624" y="3271"/>
                  </a:cubicBezTo>
                  <a:lnTo>
                    <a:pt x="961" y="3271"/>
                  </a:lnTo>
                  <a:cubicBezTo>
                    <a:pt x="1066" y="4766"/>
                    <a:pt x="2313" y="5887"/>
                    <a:pt x="3761" y="5887"/>
                  </a:cubicBezTo>
                  <a:cubicBezTo>
                    <a:pt x="3912" y="5887"/>
                    <a:pt x="4066" y="5875"/>
                    <a:pt x="4220" y="5849"/>
                  </a:cubicBezTo>
                  <a:cubicBezTo>
                    <a:pt x="2840" y="5636"/>
                    <a:pt x="1823" y="4448"/>
                    <a:pt x="1823" y="3053"/>
                  </a:cubicBezTo>
                  <a:lnTo>
                    <a:pt x="1823" y="2970"/>
                  </a:lnTo>
                  <a:cubicBezTo>
                    <a:pt x="1823" y="2606"/>
                    <a:pt x="2118" y="2319"/>
                    <a:pt x="2474" y="2319"/>
                  </a:cubicBezTo>
                  <a:cubicBezTo>
                    <a:pt x="2504" y="2319"/>
                    <a:pt x="2534" y="2321"/>
                    <a:pt x="2565" y="2325"/>
                  </a:cubicBezTo>
                  <a:cubicBezTo>
                    <a:pt x="2967" y="2372"/>
                    <a:pt x="3376" y="2398"/>
                    <a:pt x="3786" y="2398"/>
                  </a:cubicBezTo>
                  <a:cubicBezTo>
                    <a:pt x="4825" y="2398"/>
                    <a:pt x="5868" y="2242"/>
                    <a:pt x="6618" y="1916"/>
                  </a:cubicBezTo>
                  <a:lnTo>
                    <a:pt x="661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2"/>
            <p:cNvSpPr/>
            <p:nvPr/>
          </p:nvSpPr>
          <p:spPr>
            <a:xfrm>
              <a:off x="7663035" y="3905723"/>
              <a:ext cx="22914" cy="42944"/>
            </a:xfrm>
            <a:custGeom>
              <a:rect b="b" l="l" r="r" t="t"/>
              <a:pathLst>
                <a:path extrusionOk="0" h="1638" w="874">
                  <a:moveTo>
                    <a:pt x="0" y="0"/>
                  </a:moveTo>
                  <a:lnTo>
                    <a:pt x="0" y="1637"/>
                  </a:lnTo>
                  <a:lnTo>
                    <a:pt x="489" y="1575"/>
                  </a:lnTo>
                  <a:cubicBezTo>
                    <a:pt x="707" y="1547"/>
                    <a:pt x="873" y="1362"/>
                    <a:pt x="873" y="1144"/>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2"/>
            <p:cNvSpPr/>
            <p:nvPr/>
          </p:nvSpPr>
          <p:spPr>
            <a:xfrm>
              <a:off x="7811531" y="3905723"/>
              <a:ext cx="22914" cy="42944"/>
            </a:xfrm>
            <a:custGeom>
              <a:rect b="b" l="l" r="r" t="t"/>
              <a:pathLst>
                <a:path extrusionOk="0" h="1638" w="874">
                  <a:moveTo>
                    <a:pt x="4" y="0"/>
                  </a:moveTo>
                  <a:lnTo>
                    <a:pt x="4" y="1144"/>
                  </a:lnTo>
                  <a:cubicBezTo>
                    <a:pt x="1" y="1362"/>
                    <a:pt x="167" y="1547"/>
                    <a:pt x="385" y="1575"/>
                  </a:cubicBezTo>
                  <a:lnTo>
                    <a:pt x="873" y="1637"/>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2"/>
            <p:cNvSpPr/>
            <p:nvPr/>
          </p:nvSpPr>
          <p:spPr>
            <a:xfrm>
              <a:off x="7663035" y="3905802"/>
              <a:ext cx="171410" cy="28525"/>
            </a:xfrm>
            <a:custGeom>
              <a:rect b="b" l="l" r="r" t="t"/>
              <a:pathLst>
                <a:path extrusionOk="0" h="1088" w="6538">
                  <a:moveTo>
                    <a:pt x="0" y="1"/>
                  </a:moveTo>
                  <a:cubicBezTo>
                    <a:pt x="0" y="602"/>
                    <a:pt x="1463" y="1087"/>
                    <a:pt x="3271"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2"/>
            <p:cNvSpPr/>
            <p:nvPr/>
          </p:nvSpPr>
          <p:spPr>
            <a:xfrm>
              <a:off x="7663035"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2"/>
            <p:cNvSpPr/>
            <p:nvPr/>
          </p:nvSpPr>
          <p:spPr>
            <a:xfrm>
              <a:off x="7670245" y="4062845"/>
              <a:ext cx="156886" cy="62686"/>
            </a:xfrm>
            <a:custGeom>
              <a:rect b="b" l="l" r="r" t="t"/>
              <a:pathLst>
                <a:path extrusionOk="0" h="2391" w="5984">
                  <a:moveTo>
                    <a:pt x="1348" y="1"/>
                  </a:moveTo>
                  <a:cubicBezTo>
                    <a:pt x="1264" y="120"/>
                    <a:pt x="1141" y="211"/>
                    <a:pt x="1000" y="251"/>
                  </a:cubicBezTo>
                  <a:lnTo>
                    <a:pt x="1" y="544"/>
                  </a:lnTo>
                  <a:cubicBezTo>
                    <a:pt x="19" y="617"/>
                    <a:pt x="44" y="689"/>
                    <a:pt x="84" y="754"/>
                  </a:cubicBezTo>
                  <a:lnTo>
                    <a:pt x="765" y="1953"/>
                  </a:lnTo>
                  <a:cubicBezTo>
                    <a:pt x="928" y="2238"/>
                    <a:pt x="1223" y="2391"/>
                    <a:pt x="1522" y="2391"/>
                  </a:cubicBezTo>
                  <a:cubicBezTo>
                    <a:pt x="1722" y="2391"/>
                    <a:pt x="1924" y="2323"/>
                    <a:pt x="2090" y="2181"/>
                  </a:cubicBezTo>
                  <a:lnTo>
                    <a:pt x="2992" y="1413"/>
                  </a:lnTo>
                  <a:lnTo>
                    <a:pt x="3890" y="2181"/>
                  </a:lnTo>
                  <a:cubicBezTo>
                    <a:pt x="4057" y="2323"/>
                    <a:pt x="4258" y="2391"/>
                    <a:pt x="4458" y="2391"/>
                  </a:cubicBezTo>
                  <a:cubicBezTo>
                    <a:pt x="4758" y="2391"/>
                    <a:pt x="5053" y="2238"/>
                    <a:pt x="5216" y="1953"/>
                  </a:cubicBezTo>
                  <a:lnTo>
                    <a:pt x="5897" y="758"/>
                  </a:lnTo>
                  <a:cubicBezTo>
                    <a:pt x="5937" y="689"/>
                    <a:pt x="5962" y="617"/>
                    <a:pt x="5984" y="544"/>
                  </a:cubicBezTo>
                  <a:lnTo>
                    <a:pt x="4988" y="251"/>
                  </a:lnTo>
                  <a:cubicBezTo>
                    <a:pt x="4843" y="207"/>
                    <a:pt x="4720" y="120"/>
                    <a:pt x="4636" y="1"/>
                  </a:cubicBezTo>
                  <a:lnTo>
                    <a:pt x="2988" y="548"/>
                  </a:lnTo>
                  <a:lnTo>
                    <a:pt x="134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2"/>
            <p:cNvSpPr/>
            <p:nvPr/>
          </p:nvSpPr>
          <p:spPr>
            <a:xfrm>
              <a:off x="7725878" y="4077290"/>
              <a:ext cx="45697" cy="34974"/>
            </a:xfrm>
            <a:custGeom>
              <a:rect b="b" l="l" r="r" t="t"/>
              <a:pathLst>
                <a:path extrusionOk="0" h="1334" w="1743">
                  <a:moveTo>
                    <a:pt x="1" y="0"/>
                  </a:moveTo>
                  <a:lnTo>
                    <a:pt x="305" y="996"/>
                  </a:lnTo>
                  <a:cubicBezTo>
                    <a:pt x="363" y="1192"/>
                    <a:pt x="544" y="1330"/>
                    <a:pt x="751" y="1333"/>
                  </a:cubicBezTo>
                  <a:lnTo>
                    <a:pt x="993" y="1333"/>
                  </a:lnTo>
                  <a:cubicBezTo>
                    <a:pt x="1200" y="1330"/>
                    <a:pt x="1381" y="1192"/>
                    <a:pt x="1439" y="996"/>
                  </a:cubicBez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2"/>
            <p:cNvSpPr/>
            <p:nvPr/>
          </p:nvSpPr>
          <p:spPr>
            <a:xfrm>
              <a:off x="7686290" y="4050811"/>
              <a:ext cx="62424" cy="57574"/>
            </a:xfrm>
            <a:custGeom>
              <a:rect b="b" l="l" r="r" t="t"/>
              <a:pathLst>
                <a:path extrusionOk="0" h="2196" w="2381">
                  <a:moveTo>
                    <a:pt x="510" y="1"/>
                  </a:moveTo>
                  <a:cubicBezTo>
                    <a:pt x="432" y="1"/>
                    <a:pt x="356" y="45"/>
                    <a:pt x="316" y="120"/>
                  </a:cubicBezTo>
                  <a:lnTo>
                    <a:pt x="33" y="685"/>
                  </a:lnTo>
                  <a:cubicBezTo>
                    <a:pt x="1" y="750"/>
                    <a:pt x="4" y="826"/>
                    <a:pt x="40" y="891"/>
                  </a:cubicBezTo>
                  <a:lnTo>
                    <a:pt x="725" y="2086"/>
                  </a:lnTo>
                  <a:cubicBezTo>
                    <a:pt x="764" y="2158"/>
                    <a:pt x="837" y="2196"/>
                    <a:pt x="912" y="2196"/>
                  </a:cubicBezTo>
                  <a:cubicBezTo>
                    <a:pt x="962" y="2196"/>
                    <a:pt x="1012" y="2179"/>
                    <a:pt x="1055" y="2144"/>
                  </a:cubicBezTo>
                  <a:lnTo>
                    <a:pt x="2380" y="1007"/>
                  </a:lnTo>
                  <a:lnTo>
                    <a:pt x="616" y="29"/>
                  </a:lnTo>
                  <a:cubicBezTo>
                    <a:pt x="582" y="10"/>
                    <a:pt x="546" y="1"/>
                    <a:pt x="51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2"/>
            <p:cNvSpPr/>
            <p:nvPr/>
          </p:nvSpPr>
          <p:spPr>
            <a:xfrm>
              <a:off x="7748687" y="4050811"/>
              <a:ext cx="62398" cy="57547"/>
            </a:xfrm>
            <a:custGeom>
              <a:rect b="b" l="l" r="r" t="t"/>
              <a:pathLst>
                <a:path extrusionOk="0" h="2195" w="2380">
                  <a:moveTo>
                    <a:pt x="1870" y="1"/>
                  </a:moveTo>
                  <a:cubicBezTo>
                    <a:pt x="1834" y="1"/>
                    <a:pt x="1798" y="10"/>
                    <a:pt x="1764" y="29"/>
                  </a:cubicBezTo>
                  <a:lnTo>
                    <a:pt x="0" y="1007"/>
                  </a:lnTo>
                  <a:lnTo>
                    <a:pt x="1326" y="2144"/>
                  </a:lnTo>
                  <a:cubicBezTo>
                    <a:pt x="1367" y="2178"/>
                    <a:pt x="1417" y="2195"/>
                    <a:pt x="1466" y="2195"/>
                  </a:cubicBezTo>
                  <a:cubicBezTo>
                    <a:pt x="1542" y="2195"/>
                    <a:pt x="1616" y="2156"/>
                    <a:pt x="1655" y="2086"/>
                  </a:cubicBezTo>
                  <a:lnTo>
                    <a:pt x="2340" y="891"/>
                  </a:lnTo>
                  <a:cubicBezTo>
                    <a:pt x="2376" y="826"/>
                    <a:pt x="2380" y="750"/>
                    <a:pt x="2347" y="685"/>
                  </a:cubicBezTo>
                  <a:lnTo>
                    <a:pt x="2064" y="120"/>
                  </a:lnTo>
                  <a:cubicBezTo>
                    <a:pt x="2025" y="45"/>
                    <a:pt x="1949" y="1"/>
                    <a:pt x="187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2"/>
            <p:cNvSpPr/>
            <p:nvPr/>
          </p:nvSpPr>
          <p:spPr>
            <a:xfrm>
              <a:off x="7731593" y="3837164"/>
              <a:ext cx="34292" cy="40087"/>
            </a:xfrm>
            <a:custGeom>
              <a:rect b="b" l="l" r="r" t="t"/>
              <a:pathLst>
                <a:path extrusionOk="0" h="1529" w="1308">
                  <a:moveTo>
                    <a:pt x="0" y="0"/>
                  </a:moveTo>
                  <a:lnTo>
                    <a:pt x="0" y="873"/>
                  </a:lnTo>
                  <a:cubicBezTo>
                    <a:pt x="0" y="1235"/>
                    <a:pt x="294" y="1529"/>
                    <a:pt x="656"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2"/>
            <p:cNvSpPr/>
            <p:nvPr/>
          </p:nvSpPr>
          <p:spPr>
            <a:xfrm>
              <a:off x="7731593" y="3837164"/>
              <a:ext cx="17199" cy="40087"/>
            </a:xfrm>
            <a:custGeom>
              <a:rect b="b" l="l" r="r" t="t"/>
              <a:pathLst>
                <a:path extrusionOk="0" h="1529" w="656">
                  <a:moveTo>
                    <a:pt x="0" y="0"/>
                  </a:moveTo>
                  <a:lnTo>
                    <a:pt x="0" y="873"/>
                  </a:lnTo>
                  <a:cubicBezTo>
                    <a:pt x="0" y="1235"/>
                    <a:pt x="294" y="1529"/>
                    <a:pt x="656" y="1529"/>
                  </a:cubicBezTo>
                  <a:lnTo>
                    <a:pt x="65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2"/>
            <p:cNvSpPr/>
            <p:nvPr/>
          </p:nvSpPr>
          <p:spPr>
            <a:xfrm>
              <a:off x="7606143" y="3797602"/>
              <a:ext cx="285089" cy="364948"/>
            </a:xfrm>
            <a:custGeom>
              <a:rect b="b" l="l" r="r" t="t"/>
              <a:pathLst>
                <a:path extrusionOk="0" h="13920" w="10874">
                  <a:moveTo>
                    <a:pt x="5890" y="1712"/>
                  </a:moveTo>
                  <a:lnTo>
                    <a:pt x="5890" y="2382"/>
                  </a:lnTo>
                  <a:cubicBezTo>
                    <a:pt x="5890" y="2628"/>
                    <a:pt x="5687" y="2831"/>
                    <a:pt x="5441" y="2831"/>
                  </a:cubicBezTo>
                  <a:cubicBezTo>
                    <a:pt x="5191" y="2831"/>
                    <a:pt x="4988" y="2628"/>
                    <a:pt x="4992" y="2382"/>
                  </a:cubicBezTo>
                  <a:lnTo>
                    <a:pt x="4992" y="1712"/>
                  </a:lnTo>
                  <a:close/>
                  <a:moveTo>
                    <a:pt x="5441" y="412"/>
                  </a:moveTo>
                  <a:lnTo>
                    <a:pt x="8577" y="1248"/>
                  </a:lnTo>
                  <a:lnTo>
                    <a:pt x="9761" y="3222"/>
                  </a:lnTo>
                  <a:lnTo>
                    <a:pt x="8914" y="4070"/>
                  </a:lnTo>
                  <a:lnTo>
                    <a:pt x="8914" y="3034"/>
                  </a:lnTo>
                  <a:cubicBezTo>
                    <a:pt x="8914" y="2802"/>
                    <a:pt x="8726" y="2614"/>
                    <a:pt x="8490" y="2614"/>
                  </a:cubicBezTo>
                  <a:lnTo>
                    <a:pt x="8273" y="2614"/>
                  </a:lnTo>
                  <a:cubicBezTo>
                    <a:pt x="8001" y="2614"/>
                    <a:pt x="8001" y="3019"/>
                    <a:pt x="8273" y="3019"/>
                  </a:cubicBezTo>
                  <a:lnTo>
                    <a:pt x="8490" y="3019"/>
                  </a:lnTo>
                  <a:cubicBezTo>
                    <a:pt x="8497" y="3019"/>
                    <a:pt x="8505" y="3027"/>
                    <a:pt x="8505" y="3034"/>
                  </a:cubicBezTo>
                  <a:lnTo>
                    <a:pt x="8505" y="3921"/>
                  </a:lnTo>
                  <a:lnTo>
                    <a:pt x="2373" y="3921"/>
                  </a:lnTo>
                  <a:lnTo>
                    <a:pt x="2373" y="3034"/>
                  </a:lnTo>
                  <a:cubicBezTo>
                    <a:pt x="2373" y="3027"/>
                    <a:pt x="2380" y="3019"/>
                    <a:pt x="2388" y="3019"/>
                  </a:cubicBezTo>
                  <a:lnTo>
                    <a:pt x="4868" y="3019"/>
                  </a:lnTo>
                  <a:cubicBezTo>
                    <a:pt x="5031" y="3164"/>
                    <a:pt x="5236" y="3237"/>
                    <a:pt x="5440" y="3237"/>
                  </a:cubicBezTo>
                  <a:cubicBezTo>
                    <a:pt x="5644" y="3237"/>
                    <a:pt x="5848" y="3164"/>
                    <a:pt x="6009" y="3019"/>
                  </a:cubicBezTo>
                  <a:lnTo>
                    <a:pt x="7400" y="3019"/>
                  </a:lnTo>
                  <a:cubicBezTo>
                    <a:pt x="7672" y="3019"/>
                    <a:pt x="7672" y="2614"/>
                    <a:pt x="7400" y="2614"/>
                  </a:cubicBezTo>
                  <a:lnTo>
                    <a:pt x="6266" y="2614"/>
                  </a:lnTo>
                  <a:cubicBezTo>
                    <a:pt x="6288" y="2538"/>
                    <a:pt x="6299" y="2458"/>
                    <a:pt x="6299" y="2382"/>
                  </a:cubicBezTo>
                  <a:lnTo>
                    <a:pt x="6299" y="1509"/>
                  </a:lnTo>
                  <a:cubicBezTo>
                    <a:pt x="6299" y="1397"/>
                    <a:pt x="6205" y="1306"/>
                    <a:pt x="6093" y="1306"/>
                  </a:cubicBezTo>
                  <a:lnTo>
                    <a:pt x="4785" y="1306"/>
                  </a:lnTo>
                  <a:cubicBezTo>
                    <a:pt x="4673" y="1306"/>
                    <a:pt x="4582" y="1397"/>
                    <a:pt x="4582" y="1509"/>
                  </a:cubicBezTo>
                  <a:lnTo>
                    <a:pt x="4582" y="2382"/>
                  </a:lnTo>
                  <a:cubicBezTo>
                    <a:pt x="4582" y="2458"/>
                    <a:pt x="4593" y="2538"/>
                    <a:pt x="4615" y="2614"/>
                  </a:cubicBezTo>
                  <a:lnTo>
                    <a:pt x="2388" y="2614"/>
                  </a:lnTo>
                  <a:cubicBezTo>
                    <a:pt x="2156" y="2614"/>
                    <a:pt x="1967" y="2802"/>
                    <a:pt x="1967" y="3034"/>
                  </a:cubicBezTo>
                  <a:lnTo>
                    <a:pt x="1967" y="4070"/>
                  </a:lnTo>
                  <a:lnTo>
                    <a:pt x="1120" y="3222"/>
                  </a:lnTo>
                  <a:lnTo>
                    <a:pt x="2304" y="1248"/>
                  </a:lnTo>
                  <a:lnTo>
                    <a:pt x="5441" y="412"/>
                  </a:lnTo>
                  <a:close/>
                  <a:moveTo>
                    <a:pt x="8396" y="4330"/>
                  </a:moveTo>
                  <a:cubicBezTo>
                    <a:pt x="8240" y="4479"/>
                    <a:pt x="7951" y="4617"/>
                    <a:pt x="7686" y="4704"/>
                  </a:cubicBezTo>
                  <a:cubicBezTo>
                    <a:pt x="7092" y="4903"/>
                    <a:pt x="6292" y="5011"/>
                    <a:pt x="5441" y="5011"/>
                  </a:cubicBezTo>
                  <a:cubicBezTo>
                    <a:pt x="4590" y="5011"/>
                    <a:pt x="3789" y="4903"/>
                    <a:pt x="3192" y="4704"/>
                  </a:cubicBezTo>
                  <a:cubicBezTo>
                    <a:pt x="2931" y="4617"/>
                    <a:pt x="2637" y="4479"/>
                    <a:pt x="2485" y="4330"/>
                  </a:cubicBezTo>
                  <a:close/>
                  <a:moveTo>
                    <a:pt x="2377" y="4765"/>
                  </a:moveTo>
                  <a:cubicBezTo>
                    <a:pt x="2522" y="4863"/>
                    <a:pt x="2674" y="4943"/>
                    <a:pt x="2840" y="5008"/>
                  </a:cubicBezTo>
                  <a:lnTo>
                    <a:pt x="2840" y="5214"/>
                  </a:lnTo>
                  <a:cubicBezTo>
                    <a:pt x="2837" y="5341"/>
                    <a:pt x="2735" y="5446"/>
                    <a:pt x="2608" y="5446"/>
                  </a:cubicBezTo>
                  <a:lnTo>
                    <a:pt x="2377" y="5446"/>
                  </a:lnTo>
                  <a:lnTo>
                    <a:pt x="2377" y="4765"/>
                  </a:lnTo>
                  <a:close/>
                  <a:moveTo>
                    <a:pt x="8505" y="4765"/>
                  </a:moveTo>
                  <a:lnTo>
                    <a:pt x="8505" y="5446"/>
                  </a:lnTo>
                  <a:lnTo>
                    <a:pt x="8273" y="5446"/>
                  </a:lnTo>
                  <a:cubicBezTo>
                    <a:pt x="8146" y="5446"/>
                    <a:pt x="8041" y="5341"/>
                    <a:pt x="8041" y="5214"/>
                  </a:cubicBezTo>
                  <a:lnTo>
                    <a:pt x="8041" y="5008"/>
                  </a:lnTo>
                  <a:cubicBezTo>
                    <a:pt x="8204" y="4943"/>
                    <a:pt x="8360" y="4863"/>
                    <a:pt x="8505" y="4765"/>
                  </a:cubicBezTo>
                  <a:close/>
                  <a:moveTo>
                    <a:pt x="7635" y="5145"/>
                  </a:moveTo>
                  <a:lnTo>
                    <a:pt x="7635" y="5214"/>
                  </a:lnTo>
                  <a:cubicBezTo>
                    <a:pt x="7635" y="5565"/>
                    <a:pt x="7922" y="5852"/>
                    <a:pt x="8273" y="5855"/>
                  </a:cubicBezTo>
                  <a:lnTo>
                    <a:pt x="8602" y="5855"/>
                  </a:lnTo>
                  <a:cubicBezTo>
                    <a:pt x="8802" y="5855"/>
                    <a:pt x="8961" y="6029"/>
                    <a:pt x="8939" y="6232"/>
                  </a:cubicBezTo>
                  <a:cubicBezTo>
                    <a:pt x="8921" y="6402"/>
                    <a:pt x="8758" y="6536"/>
                    <a:pt x="8570" y="6536"/>
                  </a:cubicBezTo>
                  <a:lnTo>
                    <a:pt x="8479" y="6536"/>
                  </a:lnTo>
                  <a:lnTo>
                    <a:pt x="8479" y="6525"/>
                  </a:lnTo>
                  <a:cubicBezTo>
                    <a:pt x="8479" y="6413"/>
                    <a:pt x="8389" y="6319"/>
                    <a:pt x="8276" y="6319"/>
                  </a:cubicBezTo>
                  <a:cubicBezTo>
                    <a:pt x="8164" y="6319"/>
                    <a:pt x="8070" y="6413"/>
                    <a:pt x="8070" y="6525"/>
                  </a:cubicBezTo>
                  <a:cubicBezTo>
                    <a:pt x="8070" y="7978"/>
                    <a:pt x="6893" y="9155"/>
                    <a:pt x="5441" y="9155"/>
                  </a:cubicBezTo>
                  <a:cubicBezTo>
                    <a:pt x="3988" y="9155"/>
                    <a:pt x="2811" y="7978"/>
                    <a:pt x="2811" y="6525"/>
                  </a:cubicBezTo>
                  <a:lnTo>
                    <a:pt x="2811" y="6522"/>
                  </a:lnTo>
                  <a:cubicBezTo>
                    <a:pt x="2811" y="6386"/>
                    <a:pt x="2710" y="6318"/>
                    <a:pt x="2608" y="6318"/>
                  </a:cubicBezTo>
                  <a:cubicBezTo>
                    <a:pt x="2507" y="6318"/>
                    <a:pt x="2406" y="6386"/>
                    <a:pt x="2406" y="6522"/>
                  </a:cubicBezTo>
                  <a:lnTo>
                    <a:pt x="2406" y="6536"/>
                  </a:lnTo>
                  <a:lnTo>
                    <a:pt x="2283" y="6536"/>
                  </a:lnTo>
                  <a:cubicBezTo>
                    <a:pt x="2080" y="6536"/>
                    <a:pt x="1920" y="6359"/>
                    <a:pt x="1942" y="6159"/>
                  </a:cubicBezTo>
                  <a:cubicBezTo>
                    <a:pt x="1960" y="5989"/>
                    <a:pt x="2123" y="5855"/>
                    <a:pt x="2312" y="5855"/>
                  </a:cubicBezTo>
                  <a:lnTo>
                    <a:pt x="2608" y="5855"/>
                  </a:lnTo>
                  <a:cubicBezTo>
                    <a:pt x="2960" y="5852"/>
                    <a:pt x="3246" y="5565"/>
                    <a:pt x="3246" y="5214"/>
                  </a:cubicBezTo>
                  <a:lnTo>
                    <a:pt x="3246" y="5145"/>
                  </a:lnTo>
                  <a:cubicBezTo>
                    <a:pt x="3858" y="5323"/>
                    <a:pt x="4629" y="5417"/>
                    <a:pt x="5441" y="5417"/>
                  </a:cubicBezTo>
                  <a:cubicBezTo>
                    <a:pt x="6252" y="5417"/>
                    <a:pt x="7023" y="5319"/>
                    <a:pt x="7635" y="5145"/>
                  </a:cubicBezTo>
                  <a:close/>
                  <a:moveTo>
                    <a:pt x="3575" y="9861"/>
                  </a:moveTo>
                  <a:lnTo>
                    <a:pt x="5082" y="10697"/>
                  </a:lnTo>
                  <a:lnTo>
                    <a:pt x="3981" y="11643"/>
                  </a:lnTo>
                  <a:cubicBezTo>
                    <a:pt x="3978" y="11646"/>
                    <a:pt x="3974" y="11646"/>
                    <a:pt x="3970" y="11646"/>
                  </a:cubicBezTo>
                  <a:cubicBezTo>
                    <a:pt x="3967" y="11646"/>
                    <a:pt x="3963" y="11643"/>
                    <a:pt x="3959" y="11639"/>
                  </a:cubicBezTo>
                  <a:lnTo>
                    <a:pt x="3271" y="10440"/>
                  </a:lnTo>
                  <a:lnTo>
                    <a:pt x="3557" y="9868"/>
                  </a:lnTo>
                  <a:cubicBezTo>
                    <a:pt x="3561" y="9864"/>
                    <a:pt x="3561" y="9861"/>
                    <a:pt x="3565" y="9861"/>
                  </a:cubicBezTo>
                  <a:close/>
                  <a:moveTo>
                    <a:pt x="6763" y="9260"/>
                  </a:moveTo>
                  <a:lnTo>
                    <a:pt x="6763" y="9694"/>
                  </a:lnTo>
                  <a:lnTo>
                    <a:pt x="6520" y="9832"/>
                  </a:lnTo>
                  <a:cubicBezTo>
                    <a:pt x="6317" y="9943"/>
                    <a:pt x="6430" y="10218"/>
                    <a:pt x="6614" y="10218"/>
                  </a:cubicBezTo>
                  <a:cubicBezTo>
                    <a:pt x="6646" y="10218"/>
                    <a:pt x="6680" y="10210"/>
                    <a:pt x="6716" y="10190"/>
                  </a:cubicBezTo>
                  <a:lnTo>
                    <a:pt x="7302" y="9864"/>
                  </a:lnTo>
                  <a:cubicBezTo>
                    <a:pt x="7304" y="9863"/>
                    <a:pt x="7306" y="9863"/>
                    <a:pt x="7308" y="9863"/>
                  </a:cubicBezTo>
                  <a:cubicBezTo>
                    <a:pt x="7313" y="9863"/>
                    <a:pt x="7318" y="9866"/>
                    <a:pt x="7320" y="9872"/>
                  </a:cubicBezTo>
                  <a:lnTo>
                    <a:pt x="7606" y="10440"/>
                  </a:lnTo>
                  <a:lnTo>
                    <a:pt x="6918" y="11639"/>
                  </a:lnTo>
                  <a:cubicBezTo>
                    <a:pt x="6915" y="11643"/>
                    <a:pt x="6911" y="11646"/>
                    <a:pt x="6907" y="11646"/>
                  </a:cubicBezTo>
                  <a:cubicBezTo>
                    <a:pt x="6904" y="11646"/>
                    <a:pt x="6900" y="11646"/>
                    <a:pt x="6897" y="11643"/>
                  </a:cubicBezTo>
                  <a:lnTo>
                    <a:pt x="5796" y="10701"/>
                  </a:lnTo>
                  <a:lnTo>
                    <a:pt x="5977" y="10600"/>
                  </a:lnTo>
                  <a:cubicBezTo>
                    <a:pt x="6176" y="10489"/>
                    <a:pt x="6064" y="10215"/>
                    <a:pt x="5882" y="10215"/>
                  </a:cubicBezTo>
                  <a:cubicBezTo>
                    <a:pt x="5849" y="10215"/>
                    <a:pt x="5814" y="10224"/>
                    <a:pt x="5777" y="10245"/>
                  </a:cubicBezTo>
                  <a:lnTo>
                    <a:pt x="5441" y="10429"/>
                  </a:lnTo>
                  <a:lnTo>
                    <a:pt x="4119" y="9698"/>
                  </a:lnTo>
                  <a:lnTo>
                    <a:pt x="4119" y="9260"/>
                  </a:lnTo>
                  <a:cubicBezTo>
                    <a:pt x="4535" y="9461"/>
                    <a:pt x="4987" y="9561"/>
                    <a:pt x="5439" y="9561"/>
                  </a:cubicBezTo>
                  <a:cubicBezTo>
                    <a:pt x="5892" y="9561"/>
                    <a:pt x="6344" y="9461"/>
                    <a:pt x="6763" y="9260"/>
                  </a:cubicBezTo>
                  <a:close/>
                  <a:moveTo>
                    <a:pt x="5441" y="10933"/>
                  </a:moveTo>
                  <a:lnTo>
                    <a:pt x="5883" y="11310"/>
                  </a:lnTo>
                  <a:lnTo>
                    <a:pt x="5785" y="11606"/>
                  </a:lnTo>
                  <a:cubicBezTo>
                    <a:pt x="5752" y="11704"/>
                    <a:pt x="5662" y="11766"/>
                    <a:pt x="5564" y="11766"/>
                  </a:cubicBezTo>
                  <a:lnTo>
                    <a:pt x="5321" y="11766"/>
                  </a:lnTo>
                  <a:cubicBezTo>
                    <a:pt x="5220" y="11766"/>
                    <a:pt x="5129" y="11704"/>
                    <a:pt x="5100" y="11606"/>
                  </a:cubicBezTo>
                  <a:lnTo>
                    <a:pt x="4999" y="11310"/>
                  </a:lnTo>
                  <a:lnTo>
                    <a:pt x="5441" y="10933"/>
                  </a:lnTo>
                  <a:close/>
                  <a:moveTo>
                    <a:pt x="5441" y="1"/>
                  </a:moveTo>
                  <a:cubicBezTo>
                    <a:pt x="5423" y="1"/>
                    <a:pt x="5406" y="3"/>
                    <a:pt x="5390" y="6"/>
                  </a:cubicBezTo>
                  <a:lnTo>
                    <a:pt x="2120" y="879"/>
                  </a:lnTo>
                  <a:cubicBezTo>
                    <a:pt x="2069" y="893"/>
                    <a:pt x="2025" y="926"/>
                    <a:pt x="1996" y="970"/>
                  </a:cubicBezTo>
                  <a:lnTo>
                    <a:pt x="689" y="3150"/>
                  </a:lnTo>
                  <a:cubicBezTo>
                    <a:pt x="642" y="3229"/>
                    <a:pt x="653" y="3331"/>
                    <a:pt x="718" y="3400"/>
                  </a:cubicBezTo>
                  <a:lnTo>
                    <a:pt x="1967" y="4646"/>
                  </a:lnTo>
                  <a:lnTo>
                    <a:pt x="1967" y="5526"/>
                  </a:lnTo>
                  <a:cubicBezTo>
                    <a:pt x="1649" y="5671"/>
                    <a:pt x="1475" y="6018"/>
                    <a:pt x="1551" y="6362"/>
                  </a:cubicBezTo>
                  <a:cubicBezTo>
                    <a:pt x="1627" y="6703"/>
                    <a:pt x="1931" y="6945"/>
                    <a:pt x="2279" y="6945"/>
                  </a:cubicBezTo>
                  <a:lnTo>
                    <a:pt x="2431" y="6945"/>
                  </a:lnTo>
                  <a:cubicBezTo>
                    <a:pt x="2551" y="7782"/>
                    <a:pt x="3014" y="8535"/>
                    <a:pt x="3709" y="9017"/>
                  </a:cubicBezTo>
                  <a:lnTo>
                    <a:pt x="3709" y="9477"/>
                  </a:lnTo>
                  <a:cubicBezTo>
                    <a:pt x="3664" y="9461"/>
                    <a:pt x="3617" y="9454"/>
                    <a:pt x="3571" y="9454"/>
                  </a:cubicBezTo>
                  <a:cubicBezTo>
                    <a:pt x="3413" y="9454"/>
                    <a:pt x="3264" y="9541"/>
                    <a:pt x="3192" y="9687"/>
                  </a:cubicBezTo>
                  <a:lnTo>
                    <a:pt x="2877" y="10321"/>
                  </a:lnTo>
                  <a:lnTo>
                    <a:pt x="1087" y="10846"/>
                  </a:lnTo>
                  <a:cubicBezTo>
                    <a:pt x="446" y="11038"/>
                    <a:pt x="4" y="11625"/>
                    <a:pt x="1" y="12295"/>
                  </a:cubicBezTo>
                  <a:lnTo>
                    <a:pt x="1" y="13714"/>
                  </a:lnTo>
                  <a:cubicBezTo>
                    <a:pt x="1" y="13850"/>
                    <a:pt x="103" y="13918"/>
                    <a:pt x="205" y="13918"/>
                  </a:cubicBezTo>
                  <a:cubicBezTo>
                    <a:pt x="308" y="13918"/>
                    <a:pt x="410" y="13850"/>
                    <a:pt x="410" y="13714"/>
                  </a:cubicBezTo>
                  <a:lnTo>
                    <a:pt x="410" y="12295"/>
                  </a:lnTo>
                  <a:cubicBezTo>
                    <a:pt x="410" y="12099"/>
                    <a:pt x="464" y="11903"/>
                    <a:pt x="562" y="11737"/>
                  </a:cubicBezTo>
                  <a:lnTo>
                    <a:pt x="1732" y="12736"/>
                  </a:lnTo>
                  <a:cubicBezTo>
                    <a:pt x="1877" y="12863"/>
                    <a:pt x="1964" y="13048"/>
                    <a:pt x="1964" y="13243"/>
                  </a:cubicBezTo>
                  <a:lnTo>
                    <a:pt x="1964" y="13714"/>
                  </a:lnTo>
                  <a:cubicBezTo>
                    <a:pt x="1964" y="13850"/>
                    <a:pt x="2065" y="13918"/>
                    <a:pt x="2167" y="13918"/>
                  </a:cubicBezTo>
                  <a:cubicBezTo>
                    <a:pt x="2268" y="13918"/>
                    <a:pt x="2369" y="13850"/>
                    <a:pt x="2369" y="13714"/>
                  </a:cubicBezTo>
                  <a:lnTo>
                    <a:pt x="2369" y="13243"/>
                  </a:lnTo>
                  <a:cubicBezTo>
                    <a:pt x="2369" y="12928"/>
                    <a:pt x="2232" y="12631"/>
                    <a:pt x="1996" y="12429"/>
                  </a:cubicBezTo>
                  <a:lnTo>
                    <a:pt x="830" y="11433"/>
                  </a:lnTo>
                  <a:cubicBezTo>
                    <a:pt x="943" y="11346"/>
                    <a:pt x="1066" y="11281"/>
                    <a:pt x="1203" y="11241"/>
                  </a:cubicBezTo>
                  <a:lnTo>
                    <a:pt x="2960" y="10723"/>
                  </a:lnTo>
                  <a:lnTo>
                    <a:pt x="3604" y="11846"/>
                  </a:lnTo>
                  <a:cubicBezTo>
                    <a:pt x="3683" y="11985"/>
                    <a:pt x="3825" y="12059"/>
                    <a:pt x="3969" y="12059"/>
                  </a:cubicBezTo>
                  <a:cubicBezTo>
                    <a:pt x="4065" y="12059"/>
                    <a:pt x="4162" y="12026"/>
                    <a:pt x="4242" y="11958"/>
                  </a:cubicBezTo>
                  <a:lnTo>
                    <a:pt x="4662" y="11599"/>
                  </a:lnTo>
                  <a:lnTo>
                    <a:pt x="4709" y="11740"/>
                  </a:lnTo>
                  <a:cubicBezTo>
                    <a:pt x="4745" y="11846"/>
                    <a:pt x="4807" y="11940"/>
                    <a:pt x="4890" y="12012"/>
                  </a:cubicBezTo>
                  <a:lnTo>
                    <a:pt x="4586" y="13678"/>
                  </a:lnTo>
                  <a:cubicBezTo>
                    <a:pt x="4564" y="13790"/>
                    <a:pt x="4637" y="13895"/>
                    <a:pt x="4749" y="13917"/>
                  </a:cubicBezTo>
                  <a:cubicBezTo>
                    <a:pt x="4760" y="13919"/>
                    <a:pt x="4771" y="13920"/>
                    <a:pt x="4782" y="13920"/>
                  </a:cubicBezTo>
                  <a:cubicBezTo>
                    <a:pt x="4879" y="13920"/>
                    <a:pt x="4968" y="13852"/>
                    <a:pt x="4984" y="13754"/>
                  </a:cubicBezTo>
                  <a:lnTo>
                    <a:pt x="5274" y="12175"/>
                  </a:lnTo>
                  <a:lnTo>
                    <a:pt x="5607" y="12175"/>
                  </a:lnTo>
                  <a:lnTo>
                    <a:pt x="5893" y="13754"/>
                  </a:lnTo>
                  <a:cubicBezTo>
                    <a:pt x="5915" y="13868"/>
                    <a:pt x="6003" y="13920"/>
                    <a:pt x="6091" y="13920"/>
                  </a:cubicBezTo>
                  <a:cubicBezTo>
                    <a:pt x="6207" y="13920"/>
                    <a:pt x="6324" y="13830"/>
                    <a:pt x="6295" y="13678"/>
                  </a:cubicBezTo>
                  <a:lnTo>
                    <a:pt x="5991" y="12012"/>
                  </a:lnTo>
                  <a:cubicBezTo>
                    <a:pt x="6074" y="11936"/>
                    <a:pt x="6136" y="11842"/>
                    <a:pt x="6172" y="11740"/>
                  </a:cubicBezTo>
                  <a:lnTo>
                    <a:pt x="6216" y="11599"/>
                  </a:lnTo>
                  <a:lnTo>
                    <a:pt x="6632" y="11954"/>
                  </a:lnTo>
                  <a:cubicBezTo>
                    <a:pt x="6708" y="12019"/>
                    <a:pt x="6806" y="12056"/>
                    <a:pt x="6904" y="12056"/>
                  </a:cubicBezTo>
                  <a:cubicBezTo>
                    <a:pt x="7056" y="12056"/>
                    <a:pt x="7197" y="11976"/>
                    <a:pt x="7273" y="11846"/>
                  </a:cubicBezTo>
                  <a:lnTo>
                    <a:pt x="7914" y="10719"/>
                  </a:lnTo>
                  <a:lnTo>
                    <a:pt x="9674" y="11237"/>
                  </a:lnTo>
                  <a:cubicBezTo>
                    <a:pt x="9808" y="11277"/>
                    <a:pt x="9935" y="11342"/>
                    <a:pt x="10044" y="11429"/>
                  </a:cubicBezTo>
                  <a:lnTo>
                    <a:pt x="8881" y="12425"/>
                  </a:lnTo>
                  <a:cubicBezTo>
                    <a:pt x="8642" y="12631"/>
                    <a:pt x="8505" y="12928"/>
                    <a:pt x="8505" y="13240"/>
                  </a:cubicBezTo>
                  <a:lnTo>
                    <a:pt x="8505" y="13711"/>
                  </a:lnTo>
                  <a:cubicBezTo>
                    <a:pt x="8505" y="13847"/>
                    <a:pt x="8606" y="13914"/>
                    <a:pt x="8707" y="13914"/>
                  </a:cubicBezTo>
                  <a:cubicBezTo>
                    <a:pt x="8809" y="13914"/>
                    <a:pt x="8910" y="13847"/>
                    <a:pt x="8910" y="13711"/>
                  </a:cubicBezTo>
                  <a:lnTo>
                    <a:pt x="8910" y="13240"/>
                  </a:lnTo>
                  <a:cubicBezTo>
                    <a:pt x="8910" y="13048"/>
                    <a:pt x="8997" y="12860"/>
                    <a:pt x="9146" y="12733"/>
                  </a:cubicBezTo>
                  <a:lnTo>
                    <a:pt x="10312" y="11733"/>
                  </a:lnTo>
                  <a:cubicBezTo>
                    <a:pt x="10410" y="11903"/>
                    <a:pt x="10464" y="12095"/>
                    <a:pt x="10464" y="12295"/>
                  </a:cubicBezTo>
                  <a:lnTo>
                    <a:pt x="10464" y="13711"/>
                  </a:lnTo>
                  <a:cubicBezTo>
                    <a:pt x="10464" y="13847"/>
                    <a:pt x="10566" y="13914"/>
                    <a:pt x="10669" y="13914"/>
                  </a:cubicBezTo>
                  <a:cubicBezTo>
                    <a:pt x="10771" y="13914"/>
                    <a:pt x="10873" y="13847"/>
                    <a:pt x="10873" y="13711"/>
                  </a:cubicBezTo>
                  <a:lnTo>
                    <a:pt x="10873" y="12295"/>
                  </a:lnTo>
                  <a:cubicBezTo>
                    <a:pt x="10870" y="11625"/>
                    <a:pt x="10428" y="11038"/>
                    <a:pt x="9787" y="10846"/>
                  </a:cubicBezTo>
                  <a:lnTo>
                    <a:pt x="8001" y="10321"/>
                  </a:lnTo>
                  <a:lnTo>
                    <a:pt x="7683" y="9687"/>
                  </a:lnTo>
                  <a:cubicBezTo>
                    <a:pt x="7610" y="9541"/>
                    <a:pt x="7461" y="9454"/>
                    <a:pt x="7305" y="9454"/>
                  </a:cubicBezTo>
                  <a:cubicBezTo>
                    <a:pt x="7259" y="9454"/>
                    <a:pt x="7213" y="9461"/>
                    <a:pt x="7168" y="9477"/>
                  </a:cubicBezTo>
                  <a:lnTo>
                    <a:pt x="7168" y="9021"/>
                  </a:lnTo>
                  <a:cubicBezTo>
                    <a:pt x="7864" y="8535"/>
                    <a:pt x="8331" y="7786"/>
                    <a:pt x="8450" y="6945"/>
                  </a:cubicBezTo>
                  <a:lnTo>
                    <a:pt x="8570" y="6945"/>
                  </a:lnTo>
                  <a:cubicBezTo>
                    <a:pt x="8968" y="6945"/>
                    <a:pt x="9309" y="6648"/>
                    <a:pt x="9345" y="6272"/>
                  </a:cubicBezTo>
                  <a:cubicBezTo>
                    <a:pt x="9377" y="5953"/>
                    <a:pt x="9204" y="5649"/>
                    <a:pt x="8914" y="5515"/>
                  </a:cubicBezTo>
                  <a:lnTo>
                    <a:pt x="8914" y="4646"/>
                  </a:lnTo>
                  <a:lnTo>
                    <a:pt x="10163" y="3400"/>
                  </a:lnTo>
                  <a:cubicBezTo>
                    <a:pt x="10229" y="3331"/>
                    <a:pt x="10239" y="3229"/>
                    <a:pt x="10192" y="3150"/>
                  </a:cubicBezTo>
                  <a:lnTo>
                    <a:pt x="8885" y="970"/>
                  </a:lnTo>
                  <a:cubicBezTo>
                    <a:pt x="8856" y="926"/>
                    <a:pt x="8812" y="893"/>
                    <a:pt x="8762" y="879"/>
                  </a:cubicBezTo>
                  <a:lnTo>
                    <a:pt x="5495" y="6"/>
                  </a:lnTo>
                  <a:cubicBezTo>
                    <a:pt x="5477" y="3"/>
                    <a:pt x="5459" y="1"/>
                    <a:pt x="5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2"/>
            <p:cNvSpPr/>
            <p:nvPr/>
          </p:nvSpPr>
          <p:spPr>
            <a:xfrm>
              <a:off x="7709177" y="3946150"/>
              <a:ext cx="10671" cy="16412"/>
            </a:xfrm>
            <a:custGeom>
              <a:rect b="b" l="l" r="r" t="t"/>
              <a:pathLst>
                <a:path extrusionOk="0" h="626" w="407">
                  <a:moveTo>
                    <a:pt x="203" y="1"/>
                  </a:moveTo>
                  <a:cubicBezTo>
                    <a:pt x="91" y="1"/>
                    <a:pt x="0" y="91"/>
                    <a:pt x="0" y="204"/>
                  </a:cubicBezTo>
                  <a:lnTo>
                    <a:pt x="0" y="425"/>
                  </a:lnTo>
                  <a:cubicBezTo>
                    <a:pt x="0" y="559"/>
                    <a:pt x="102" y="626"/>
                    <a:pt x="203" y="626"/>
                  </a:cubicBezTo>
                  <a:cubicBezTo>
                    <a:pt x="305" y="626"/>
                    <a:pt x="406" y="559"/>
                    <a:pt x="406" y="425"/>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2"/>
            <p:cNvSpPr/>
            <p:nvPr/>
          </p:nvSpPr>
          <p:spPr>
            <a:xfrm>
              <a:off x="7777736" y="3946124"/>
              <a:ext cx="10644" cy="16386"/>
            </a:xfrm>
            <a:custGeom>
              <a:rect b="b" l="l" r="r" t="t"/>
              <a:pathLst>
                <a:path extrusionOk="0" h="625" w="406">
                  <a:moveTo>
                    <a:pt x="203" y="1"/>
                  </a:moveTo>
                  <a:cubicBezTo>
                    <a:pt x="102" y="1"/>
                    <a:pt x="0" y="69"/>
                    <a:pt x="0" y="205"/>
                  </a:cubicBezTo>
                  <a:lnTo>
                    <a:pt x="0" y="426"/>
                  </a:lnTo>
                  <a:cubicBezTo>
                    <a:pt x="0" y="534"/>
                    <a:pt x="91" y="625"/>
                    <a:pt x="203" y="625"/>
                  </a:cubicBezTo>
                  <a:cubicBezTo>
                    <a:pt x="315" y="625"/>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2"/>
            <p:cNvSpPr/>
            <p:nvPr/>
          </p:nvSpPr>
          <p:spPr>
            <a:xfrm>
              <a:off x="7730256" y="3991821"/>
              <a:ext cx="35341" cy="10775"/>
            </a:xfrm>
            <a:custGeom>
              <a:rect b="b" l="l" r="r" t="t"/>
              <a:pathLst>
                <a:path extrusionOk="0" h="411" w="1348">
                  <a:moveTo>
                    <a:pt x="272" y="1"/>
                  </a:moveTo>
                  <a:cubicBezTo>
                    <a:pt x="0" y="1"/>
                    <a:pt x="0" y="410"/>
                    <a:pt x="272" y="410"/>
                  </a:cubicBezTo>
                  <a:lnTo>
                    <a:pt x="1141" y="410"/>
                  </a:lnTo>
                  <a:cubicBezTo>
                    <a:pt x="1254" y="410"/>
                    <a:pt x="1348" y="316"/>
                    <a:pt x="1348" y="204"/>
                  </a:cubicBezTo>
                  <a:cubicBezTo>
                    <a:pt x="1348" y="91"/>
                    <a:pt x="1254" y="1"/>
                    <a:pt x="11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3" name="Google Shape;13293;p82"/>
          <p:cNvGrpSpPr/>
          <p:nvPr/>
        </p:nvGrpSpPr>
        <p:grpSpPr>
          <a:xfrm>
            <a:off x="7606143" y="3356519"/>
            <a:ext cx="285089" cy="365052"/>
            <a:chOff x="7606143" y="3356519"/>
            <a:chExt cx="285089" cy="365052"/>
          </a:xfrm>
        </p:grpSpPr>
        <p:sp>
          <p:nvSpPr>
            <p:cNvPr id="13294" name="Google Shape;13294;p82"/>
            <p:cNvSpPr/>
            <p:nvPr/>
          </p:nvSpPr>
          <p:spPr>
            <a:xfrm>
              <a:off x="7640147" y="3361920"/>
              <a:ext cx="217186" cy="280029"/>
            </a:xfrm>
            <a:custGeom>
              <a:rect b="b" l="l" r="r" t="t"/>
              <a:pathLst>
                <a:path extrusionOk="0" h="10681" w="8284">
                  <a:moveTo>
                    <a:pt x="4140" y="0"/>
                  </a:moveTo>
                  <a:cubicBezTo>
                    <a:pt x="1855" y="0"/>
                    <a:pt x="0" y="1855"/>
                    <a:pt x="0" y="4140"/>
                  </a:cubicBezTo>
                  <a:lnTo>
                    <a:pt x="0" y="4759"/>
                  </a:lnTo>
                  <a:cubicBezTo>
                    <a:pt x="0" y="6302"/>
                    <a:pt x="681" y="7765"/>
                    <a:pt x="1862" y="8761"/>
                  </a:cubicBezTo>
                  <a:lnTo>
                    <a:pt x="4140" y="10681"/>
                  </a:lnTo>
                  <a:lnTo>
                    <a:pt x="6422" y="8761"/>
                  </a:lnTo>
                  <a:cubicBezTo>
                    <a:pt x="7602" y="7765"/>
                    <a:pt x="8283" y="6302"/>
                    <a:pt x="8283" y="4759"/>
                  </a:cubicBezTo>
                  <a:lnTo>
                    <a:pt x="8283" y="4140"/>
                  </a:lnTo>
                  <a:cubicBezTo>
                    <a:pt x="8283" y="1855"/>
                    <a:pt x="6429" y="0"/>
                    <a:pt x="41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2"/>
            <p:cNvSpPr/>
            <p:nvPr/>
          </p:nvSpPr>
          <p:spPr>
            <a:xfrm>
              <a:off x="7611570" y="3561881"/>
              <a:ext cx="274340" cy="154342"/>
            </a:xfrm>
            <a:custGeom>
              <a:rect b="b" l="l" r="r" t="t"/>
              <a:pathLst>
                <a:path extrusionOk="0" h="5887" w="10464">
                  <a:moveTo>
                    <a:pt x="3705" y="1"/>
                  </a:moveTo>
                  <a:lnTo>
                    <a:pt x="3705" y="1037"/>
                  </a:lnTo>
                  <a:cubicBezTo>
                    <a:pt x="3705" y="1326"/>
                    <a:pt x="3513" y="1584"/>
                    <a:pt x="3234" y="1667"/>
                  </a:cubicBezTo>
                  <a:lnTo>
                    <a:pt x="938" y="2340"/>
                  </a:lnTo>
                  <a:cubicBezTo>
                    <a:pt x="381" y="2503"/>
                    <a:pt x="0" y="3014"/>
                    <a:pt x="0" y="3597"/>
                  </a:cubicBezTo>
                  <a:lnTo>
                    <a:pt x="0" y="5886"/>
                  </a:lnTo>
                  <a:lnTo>
                    <a:pt x="10463" y="5886"/>
                  </a:lnTo>
                  <a:lnTo>
                    <a:pt x="10463" y="3597"/>
                  </a:lnTo>
                  <a:cubicBezTo>
                    <a:pt x="10460" y="3014"/>
                    <a:pt x="10080" y="2503"/>
                    <a:pt x="9522" y="2340"/>
                  </a:cubicBezTo>
                  <a:lnTo>
                    <a:pt x="7226" y="1667"/>
                  </a:lnTo>
                  <a:cubicBezTo>
                    <a:pt x="6947" y="1584"/>
                    <a:pt x="6755" y="1326"/>
                    <a:pt x="6758" y="1037"/>
                  </a:cubicBezTo>
                  <a:lnTo>
                    <a:pt x="675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2"/>
            <p:cNvSpPr/>
            <p:nvPr/>
          </p:nvSpPr>
          <p:spPr>
            <a:xfrm>
              <a:off x="7611570" y="3604327"/>
              <a:ext cx="274340" cy="111896"/>
            </a:xfrm>
            <a:custGeom>
              <a:rect b="b" l="l" r="r" t="t"/>
              <a:pathLst>
                <a:path extrusionOk="0" h="4268" w="10464">
                  <a:moveTo>
                    <a:pt x="3347" y="1"/>
                  </a:moveTo>
                  <a:cubicBezTo>
                    <a:pt x="3311" y="19"/>
                    <a:pt x="3274" y="33"/>
                    <a:pt x="3238" y="48"/>
                  </a:cubicBezTo>
                  <a:lnTo>
                    <a:pt x="938" y="721"/>
                  </a:lnTo>
                  <a:cubicBezTo>
                    <a:pt x="384" y="884"/>
                    <a:pt x="0" y="1395"/>
                    <a:pt x="0" y="1978"/>
                  </a:cubicBezTo>
                  <a:lnTo>
                    <a:pt x="0" y="4267"/>
                  </a:lnTo>
                  <a:lnTo>
                    <a:pt x="10463" y="4267"/>
                  </a:lnTo>
                  <a:lnTo>
                    <a:pt x="10463" y="1978"/>
                  </a:lnTo>
                  <a:cubicBezTo>
                    <a:pt x="10463" y="1395"/>
                    <a:pt x="10080" y="884"/>
                    <a:pt x="9522" y="721"/>
                  </a:cubicBezTo>
                  <a:lnTo>
                    <a:pt x="7226" y="48"/>
                  </a:lnTo>
                  <a:cubicBezTo>
                    <a:pt x="7189" y="33"/>
                    <a:pt x="7150" y="19"/>
                    <a:pt x="7117" y="1"/>
                  </a:cubicBezTo>
                  <a:lnTo>
                    <a:pt x="5230" y="1435"/>
                  </a:lnTo>
                  <a:lnTo>
                    <a:pt x="334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2"/>
            <p:cNvSpPr/>
            <p:nvPr/>
          </p:nvSpPr>
          <p:spPr>
            <a:xfrm>
              <a:off x="7708706" y="3561881"/>
              <a:ext cx="79963" cy="28603"/>
            </a:xfrm>
            <a:custGeom>
              <a:rect b="b" l="l" r="r" t="t"/>
              <a:pathLst>
                <a:path extrusionOk="0" h="1091" w="3050">
                  <a:moveTo>
                    <a:pt x="0" y="1"/>
                  </a:moveTo>
                  <a:lnTo>
                    <a:pt x="0" y="707"/>
                  </a:lnTo>
                  <a:cubicBezTo>
                    <a:pt x="477" y="962"/>
                    <a:pt x="1002" y="1090"/>
                    <a:pt x="1526" y="1090"/>
                  </a:cubicBezTo>
                  <a:cubicBezTo>
                    <a:pt x="2051" y="1090"/>
                    <a:pt x="2575" y="962"/>
                    <a:pt x="3050" y="707"/>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2"/>
            <p:cNvSpPr/>
            <p:nvPr/>
          </p:nvSpPr>
          <p:spPr>
            <a:xfrm>
              <a:off x="7651551" y="3413280"/>
              <a:ext cx="194298" cy="160136"/>
            </a:xfrm>
            <a:custGeom>
              <a:rect b="b" l="l" r="r" t="t"/>
              <a:pathLst>
                <a:path extrusionOk="0" h="6108" w="7411">
                  <a:moveTo>
                    <a:pt x="873" y="1"/>
                  </a:moveTo>
                  <a:lnTo>
                    <a:pt x="873" y="2402"/>
                  </a:lnTo>
                  <a:lnTo>
                    <a:pt x="547" y="2402"/>
                  </a:lnTo>
                  <a:cubicBezTo>
                    <a:pt x="246" y="2402"/>
                    <a:pt x="0" y="2645"/>
                    <a:pt x="0" y="2945"/>
                  </a:cubicBezTo>
                  <a:cubicBezTo>
                    <a:pt x="0" y="3246"/>
                    <a:pt x="246" y="3489"/>
                    <a:pt x="547" y="3489"/>
                  </a:cubicBezTo>
                  <a:lnTo>
                    <a:pt x="884" y="3489"/>
                  </a:lnTo>
                  <a:cubicBezTo>
                    <a:pt x="992" y="4966"/>
                    <a:pt x="2224" y="6107"/>
                    <a:pt x="3705" y="6107"/>
                  </a:cubicBezTo>
                  <a:cubicBezTo>
                    <a:pt x="5186" y="6107"/>
                    <a:pt x="6418" y="4966"/>
                    <a:pt x="6530" y="3489"/>
                  </a:cubicBezTo>
                  <a:lnTo>
                    <a:pt x="6867" y="3489"/>
                  </a:lnTo>
                  <a:cubicBezTo>
                    <a:pt x="7167" y="3489"/>
                    <a:pt x="7410" y="3246"/>
                    <a:pt x="7410" y="2945"/>
                  </a:cubicBezTo>
                  <a:cubicBezTo>
                    <a:pt x="7410" y="2645"/>
                    <a:pt x="7167" y="2402"/>
                    <a:pt x="6867" y="2402"/>
                  </a:cubicBezTo>
                  <a:lnTo>
                    <a:pt x="6541" y="2402"/>
                  </a:lnTo>
                  <a:lnTo>
                    <a:pt x="654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2"/>
            <p:cNvSpPr/>
            <p:nvPr/>
          </p:nvSpPr>
          <p:spPr>
            <a:xfrm>
              <a:off x="7650686" y="3413490"/>
              <a:ext cx="172354" cy="159953"/>
            </a:xfrm>
            <a:custGeom>
              <a:rect b="b" l="l" r="r" t="t"/>
              <a:pathLst>
                <a:path extrusionOk="0" h="6101" w="6574">
                  <a:moveTo>
                    <a:pt x="906" y="0"/>
                  </a:moveTo>
                  <a:lnTo>
                    <a:pt x="906" y="2394"/>
                  </a:lnTo>
                  <a:lnTo>
                    <a:pt x="609" y="2394"/>
                  </a:lnTo>
                  <a:cubicBezTo>
                    <a:pt x="323" y="2394"/>
                    <a:pt x="66" y="2600"/>
                    <a:pt x="37" y="2883"/>
                  </a:cubicBezTo>
                  <a:cubicBezTo>
                    <a:pt x="0" y="3205"/>
                    <a:pt x="254" y="3484"/>
                    <a:pt x="580" y="3484"/>
                  </a:cubicBezTo>
                  <a:lnTo>
                    <a:pt x="917" y="3484"/>
                  </a:lnTo>
                  <a:cubicBezTo>
                    <a:pt x="1022" y="4979"/>
                    <a:pt x="2269" y="6100"/>
                    <a:pt x="3717" y="6100"/>
                  </a:cubicBezTo>
                  <a:cubicBezTo>
                    <a:pt x="3868" y="6100"/>
                    <a:pt x="4022" y="6088"/>
                    <a:pt x="4176" y="6063"/>
                  </a:cubicBezTo>
                  <a:cubicBezTo>
                    <a:pt x="2796" y="5853"/>
                    <a:pt x="1779" y="4665"/>
                    <a:pt x="1779" y="3267"/>
                  </a:cubicBezTo>
                  <a:lnTo>
                    <a:pt x="1779" y="2198"/>
                  </a:lnTo>
                  <a:cubicBezTo>
                    <a:pt x="1776" y="1831"/>
                    <a:pt x="2077" y="1545"/>
                    <a:pt x="2429" y="1545"/>
                  </a:cubicBezTo>
                  <a:cubicBezTo>
                    <a:pt x="2476" y="1545"/>
                    <a:pt x="2524" y="1550"/>
                    <a:pt x="2572" y="1561"/>
                  </a:cubicBezTo>
                  <a:cubicBezTo>
                    <a:pt x="2934" y="1641"/>
                    <a:pt x="3303" y="1702"/>
                    <a:pt x="3673" y="1738"/>
                  </a:cubicBezTo>
                  <a:cubicBezTo>
                    <a:pt x="3695" y="1738"/>
                    <a:pt x="3720" y="1742"/>
                    <a:pt x="3738" y="1742"/>
                  </a:cubicBezTo>
                  <a:cubicBezTo>
                    <a:pt x="4078" y="1742"/>
                    <a:pt x="4361" y="1481"/>
                    <a:pt x="4390" y="1145"/>
                  </a:cubicBezTo>
                  <a:cubicBezTo>
                    <a:pt x="5038" y="1355"/>
                    <a:pt x="5878" y="1742"/>
                    <a:pt x="6570" y="2445"/>
                  </a:cubicBezTo>
                  <a:lnTo>
                    <a:pt x="6574" y="2445"/>
                  </a:lnTo>
                  <a:lnTo>
                    <a:pt x="65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2"/>
            <p:cNvSpPr/>
            <p:nvPr/>
          </p:nvSpPr>
          <p:spPr>
            <a:xfrm>
              <a:off x="7662930" y="3413385"/>
              <a:ext cx="22914" cy="65544"/>
            </a:xfrm>
            <a:custGeom>
              <a:rect b="b" l="l" r="r" t="t"/>
              <a:pathLst>
                <a:path extrusionOk="0" h="2500" w="874">
                  <a:moveTo>
                    <a:pt x="1" y="0"/>
                  </a:moveTo>
                  <a:lnTo>
                    <a:pt x="4" y="2499"/>
                  </a:lnTo>
                  <a:lnTo>
                    <a:pt x="490" y="2441"/>
                  </a:lnTo>
                  <a:cubicBezTo>
                    <a:pt x="707" y="2416"/>
                    <a:pt x="873" y="2231"/>
                    <a:pt x="873" y="2011"/>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2"/>
            <p:cNvSpPr/>
            <p:nvPr/>
          </p:nvSpPr>
          <p:spPr>
            <a:xfrm>
              <a:off x="7811531" y="3413385"/>
              <a:ext cx="22914" cy="65544"/>
            </a:xfrm>
            <a:custGeom>
              <a:rect b="b" l="l" r="r" t="t"/>
              <a:pathLst>
                <a:path extrusionOk="0" h="2500" w="874">
                  <a:moveTo>
                    <a:pt x="1" y="0"/>
                  </a:moveTo>
                  <a:lnTo>
                    <a:pt x="1" y="2011"/>
                  </a:lnTo>
                  <a:cubicBezTo>
                    <a:pt x="1" y="2231"/>
                    <a:pt x="167" y="2416"/>
                    <a:pt x="388" y="2441"/>
                  </a:cubicBezTo>
                  <a:lnTo>
                    <a:pt x="873" y="2499"/>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2"/>
            <p:cNvSpPr/>
            <p:nvPr/>
          </p:nvSpPr>
          <p:spPr>
            <a:xfrm>
              <a:off x="7656192" y="3361815"/>
              <a:ext cx="186406" cy="102956"/>
            </a:xfrm>
            <a:custGeom>
              <a:rect b="b" l="l" r="r" t="t"/>
              <a:pathLst>
                <a:path extrusionOk="0" h="3927" w="7110">
                  <a:moveTo>
                    <a:pt x="3537" y="1"/>
                  </a:moveTo>
                  <a:cubicBezTo>
                    <a:pt x="2094" y="1"/>
                    <a:pt x="754" y="751"/>
                    <a:pt x="1" y="1982"/>
                  </a:cubicBezTo>
                  <a:lnTo>
                    <a:pt x="1" y="2047"/>
                  </a:lnTo>
                  <a:cubicBezTo>
                    <a:pt x="747" y="2388"/>
                    <a:pt x="2090" y="2909"/>
                    <a:pt x="3528" y="3054"/>
                  </a:cubicBezTo>
                  <a:lnTo>
                    <a:pt x="3191" y="2217"/>
                  </a:lnTo>
                  <a:lnTo>
                    <a:pt x="3191" y="2217"/>
                  </a:lnTo>
                  <a:cubicBezTo>
                    <a:pt x="3192" y="2217"/>
                    <a:pt x="5274" y="2399"/>
                    <a:pt x="6798" y="3927"/>
                  </a:cubicBezTo>
                  <a:lnTo>
                    <a:pt x="7110" y="2069"/>
                  </a:lnTo>
                  <a:cubicBezTo>
                    <a:pt x="6378" y="805"/>
                    <a:pt x="5038" y="19"/>
                    <a:pt x="3579" y="1"/>
                  </a:cubicBezTo>
                  <a:cubicBezTo>
                    <a:pt x="3565" y="1"/>
                    <a:pt x="3551" y="1"/>
                    <a:pt x="3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2"/>
            <p:cNvSpPr/>
            <p:nvPr/>
          </p:nvSpPr>
          <p:spPr>
            <a:xfrm>
              <a:off x="7656192" y="3361920"/>
              <a:ext cx="186406" cy="86046"/>
            </a:xfrm>
            <a:custGeom>
              <a:rect b="b" l="l" r="r" t="t"/>
              <a:pathLst>
                <a:path extrusionOk="0" h="3282" w="7110">
                  <a:moveTo>
                    <a:pt x="3528" y="0"/>
                  </a:moveTo>
                  <a:cubicBezTo>
                    <a:pt x="2087" y="0"/>
                    <a:pt x="750" y="750"/>
                    <a:pt x="1" y="1982"/>
                  </a:cubicBezTo>
                  <a:lnTo>
                    <a:pt x="1" y="2047"/>
                  </a:lnTo>
                  <a:cubicBezTo>
                    <a:pt x="167" y="2119"/>
                    <a:pt x="363" y="2202"/>
                    <a:pt x="580" y="2289"/>
                  </a:cubicBezTo>
                  <a:cubicBezTo>
                    <a:pt x="1222" y="1264"/>
                    <a:pt x="2342" y="653"/>
                    <a:pt x="3530" y="653"/>
                  </a:cubicBezTo>
                  <a:cubicBezTo>
                    <a:pt x="3709" y="653"/>
                    <a:pt x="3890" y="667"/>
                    <a:pt x="4071" y="696"/>
                  </a:cubicBezTo>
                  <a:cubicBezTo>
                    <a:pt x="5448" y="913"/>
                    <a:pt x="6563" y="1931"/>
                    <a:pt x="6907" y="3282"/>
                  </a:cubicBezTo>
                  <a:lnTo>
                    <a:pt x="7110" y="2065"/>
                  </a:lnTo>
                  <a:cubicBezTo>
                    <a:pt x="6367" y="786"/>
                    <a:pt x="5006" y="0"/>
                    <a:pt x="3528"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2"/>
            <p:cNvSpPr/>
            <p:nvPr/>
          </p:nvSpPr>
          <p:spPr>
            <a:xfrm>
              <a:off x="7737283" y="3641923"/>
              <a:ext cx="22914" cy="34319"/>
            </a:xfrm>
            <a:custGeom>
              <a:rect b="b" l="l" r="r" t="t"/>
              <a:pathLst>
                <a:path extrusionOk="0" h="1309" w="874">
                  <a:moveTo>
                    <a:pt x="435" y="1"/>
                  </a:moveTo>
                  <a:cubicBezTo>
                    <a:pt x="196" y="1"/>
                    <a:pt x="0" y="196"/>
                    <a:pt x="0" y="436"/>
                  </a:cubicBezTo>
                  <a:lnTo>
                    <a:pt x="0" y="874"/>
                  </a:lnTo>
                  <a:cubicBezTo>
                    <a:pt x="0" y="1113"/>
                    <a:pt x="196" y="1308"/>
                    <a:pt x="435" y="1308"/>
                  </a:cubicBezTo>
                  <a:cubicBezTo>
                    <a:pt x="678" y="1308"/>
                    <a:pt x="870" y="1113"/>
                    <a:pt x="873" y="874"/>
                  </a:cubicBezTo>
                  <a:lnTo>
                    <a:pt x="873" y="439"/>
                  </a:lnTo>
                  <a:cubicBezTo>
                    <a:pt x="873" y="196"/>
                    <a:pt x="678"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2"/>
            <p:cNvSpPr/>
            <p:nvPr/>
          </p:nvSpPr>
          <p:spPr>
            <a:xfrm>
              <a:off x="7709073" y="3476516"/>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2"/>
            <p:cNvSpPr/>
            <p:nvPr/>
          </p:nvSpPr>
          <p:spPr>
            <a:xfrm>
              <a:off x="7777631" y="3476516"/>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2"/>
            <p:cNvSpPr/>
            <p:nvPr/>
          </p:nvSpPr>
          <p:spPr>
            <a:xfrm>
              <a:off x="7723912" y="3516472"/>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7"/>
                    <a:pt x="1742" y="353"/>
                  </a:cubicBezTo>
                  <a:cubicBezTo>
                    <a:pt x="1892"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2"/>
            <p:cNvSpPr/>
            <p:nvPr/>
          </p:nvSpPr>
          <p:spPr>
            <a:xfrm>
              <a:off x="7606143" y="3356519"/>
              <a:ext cx="285089" cy="365052"/>
            </a:xfrm>
            <a:custGeom>
              <a:rect b="b" l="l" r="r" t="t"/>
              <a:pathLst>
                <a:path extrusionOk="0" h="13924" w="10874">
                  <a:moveTo>
                    <a:pt x="5437" y="409"/>
                  </a:moveTo>
                  <a:cubicBezTo>
                    <a:pt x="6759" y="413"/>
                    <a:pt x="7990" y="1076"/>
                    <a:pt x="8718" y="2177"/>
                  </a:cubicBezTo>
                  <a:lnTo>
                    <a:pt x="8577" y="3730"/>
                  </a:lnTo>
                  <a:cubicBezTo>
                    <a:pt x="7060" y="2405"/>
                    <a:pt x="5202" y="2227"/>
                    <a:pt x="5118" y="2220"/>
                  </a:cubicBezTo>
                  <a:cubicBezTo>
                    <a:pt x="5112" y="2220"/>
                    <a:pt x="5105" y="2219"/>
                    <a:pt x="5098" y="2219"/>
                  </a:cubicBezTo>
                  <a:cubicBezTo>
                    <a:pt x="4957" y="2219"/>
                    <a:pt x="4857" y="2364"/>
                    <a:pt x="4912" y="2499"/>
                  </a:cubicBezTo>
                  <a:lnTo>
                    <a:pt x="5118" y="3017"/>
                  </a:lnTo>
                  <a:cubicBezTo>
                    <a:pt x="3930" y="2847"/>
                    <a:pt x="2833" y="2434"/>
                    <a:pt x="2178" y="2148"/>
                  </a:cubicBezTo>
                  <a:cubicBezTo>
                    <a:pt x="2909" y="1061"/>
                    <a:pt x="4130" y="413"/>
                    <a:pt x="5437" y="409"/>
                  </a:cubicBezTo>
                  <a:close/>
                  <a:moveTo>
                    <a:pt x="8037" y="3817"/>
                  </a:moveTo>
                  <a:cubicBezTo>
                    <a:pt x="8211" y="3948"/>
                    <a:pt x="8374" y="4093"/>
                    <a:pt x="8530" y="4245"/>
                  </a:cubicBezTo>
                  <a:lnTo>
                    <a:pt x="8519" y="4361"/>
                  </a:lnTo>
                  <a:lnTo>
                    <a:pt x="8269" y="4361"/>
                  </a:lnTo>
                  <a:cubicBezTo>
                    <a:pt x="8142" y="4361"/>
                    <a:pt x="8037" y="4259"/>
                    <a:pt x="8037" y="4129"/>
                  </a:cubicBezTo>
                  <a:lnTo>
                    <a:pt x="8037" y="3817"/>
                  </a:lnTo>
                  <a:close/>
                  <a:moveTo>
                    <a:pt x="2373" y="2669"/>
                  </a:moveTo>
                  <a:cubicBezTo>
                    <a:pt x="3137" y="2977"/>
                    <a:pt x="4249" y="3343"/>
                    <a:pt x="5419" y="3459"/>
                  </a:cubicBezTo>
                  <a:cubicBezTo>
                    <a:pt x="5427" y="3460"/>
                    <a:pt x="5435" y="3460"/>
                    <a:pt x="5444" y="3460"/>
                  </a:cubicBezTo>
                  <a:cubicBezTo>
                    <a:pt x="5583" y="3460"/>
                    <a:pt x="5680" y="3317"/>
                    <a:pt x="5625" y="3180"/>
                  </a:cubicBezTo>
                  <a:lnTo>
                    <a:pt x="5423" y="2676"/>
                  </a:lnTo>
                  <a:lnTo>
                    <a:pt x="5423" y="2676"/>
                  </a:lnTo>
                  <a:cubicBezTo>
                    <a:pt x="6205" y="2829"/>
                    <a:pt x="6955" y="3118"/>
                    <a:pt x="7632" y="3538"/>
                  </a:cubicBezTo>
                  <a:lnTo>
                    <a:pt x="7632" y="4129"/>
                  </a:lnTo>
                  <a:cubicBezTo>
                    <a:pt x="7632" y="4484"/>
                    <a:pt x="7918" y="4770"/>
                    <a:pt x="8269" y="4770"/>
                  </a:cubicBezTo>
                  <a:lnTo>
                    <a:pt x="8599" y="4770"/>
                  </a:lnTo>
                  <a:cubicBezTo>
                    <a:pt x="8802" y="4770"/>
                    <a:pt x="8957" y="4947"/>
                    <a:pt x="8936" y="5146"/>
                  </a:cubicBezTo>
                  <a:cubicBezTo>
                    <a:pt x="8921" y="5317"/>
                    <a:pt x="8755" y="5451"/>
                    <a:pt x="8566" y="5451"/>
                  </a:cubicBezTo>
                  <a:lnTo>
                    <a:pt x="8476" y="5451"/>
                  </a:lnTo>
                  <a:lnTo>
                    <a:pt x="8476" y="5440"/>
                  </a:lnTo>
                  <a:cubicBezTo>
                    <a:pt x="8476" y="5324"/>
                    <a:pt x="8385" y="5233"/>
                    <a:pt x="8273" y="5233"/>
                  </a:cubicBezTo>
                  <a:cubicBezTo>
                    <a:pt x="8161" y="5233"/>
                    <a:pt x="8070" y="5324"/>
                    <a:pt x="8070" y="5440"/>
                  </a:cubicBezTo>
                  <a:cubicBezTo>
                    <a:pt x="8066" y="6889"/>
                    <a:pt x="6889" y="8066"/>
                    <a:pt x="5441" y="8066"/>
                  </a:cubicBezTo>
                  <a:cubicBezTo>
                    <a:pt x="3988" y="8066"/>
                    <a:pt x="2811" y="6889"/>
                    <a:pt x="2811" y="5440"/>
                  </a:cubicBezTo>
                  <a:cubicBezTo>
                    <a:pt x="2811" y="5304"/>
                    <a:pt x="2709" y="5236"/>
                    <a:pt x="2607" y="5236"/>
                  </a:cubicBezTo>
                  <a:cubicBezTo>
                    <a:pt x="2504" y="5236"/>
                    <a:pt x="2402" y="5304"/>
                    <a:pt x="2402" y="5440"/>
                  </a:cubicBezTo>
                  <a:lnTo>
                    <a:pt x="2402" y="5451"/>
                  </a:lnTo>
                  <a:lnTo>
                    <a:pt x="2279" y="5451"/>
                  </a:lnTo>
                  <a:cubicBezTo>
                    <a:pt x="2076" y="5451"/>
                    <a:pt x="1920" y="5277"/>
                    <a:pt x="1938" y="5074"/>
                  </a:cubicBezTo>
                  <a:cubicBezTo>
                    <a:pt x="1957" y="4904"/>
                    <a:pt x="2120" y="4770"/>
                    <a:pt x="2308" y="4770"/>
                  </a:cubicBezTo>
                  <a:lnTo>
                    <a:pt x="2605" y="4770"/>
                  </a:lnTo>
                  <a:cubicBezTo>
                    <a:pt x="2956" y="4770"/>
                    <a:pt x="3242" y="4484"/>
                    <a:pt x="3242" y="4129"/>
                  </a:cubicBezTo>
                  <a:lnTo>
                    <a:pt x="3242" y="3622"/>
                  </a:lnTo>
                  <a:cubicBezTo>
                    <a:pt x="3242" y="3486"/>
                    <a:pt x="3141" y="3418"/>
                    <a:pt x="3039" y="3418"/>
                  </a:cubicBezTo>
                  <a:cubicBezTo>
                    <a:pt x="2938" y="3418"/>
                    <a:pt x="2837" y="3486"/>
                    <a:pt x="2837" y="3622"/>
                  </a:cubicBezTo>
                  <a:lnTo>
                    <a:pt x="2837" y="4129"/>
                  </a:lnTo>
                  <a:cubicBezTo>
                    <a:pt x="2837" y="4256"/>
                    <a:pt x="2732" y="4361"/>
                    <a:pt x="2605" y="4361"/>
                  </a:cubicBezTo>
                  <a:lnTo>
                    <a:pt x="2373" y="4361"/>
                  </a:lnTo>
                  <a:lnTo>
                    <a:pt x="2373" y="2669"/>
                  </a:lnTo>
                  <a:close/>
                  <a:moveTo>
                    <a:pt x="1960" y="2499"/>
                  </a:moveTo>
                  <a:lnTo>
                    <a:pt x="1960" y="4440"/>
                  </a:lnTo>
                  <a:cubicBezTo>
                    <a:pt x="1641" y="4585"/>
                    <a:pt x="1468" y="4933"/>
                    <a:pt x="1544" y="5273"/>
                  </a:cubicBezTo>
                  <a:cubicBezTo>
                    <a:pt x="1620" y="5617"/>
                    <a:pt x="1924" y="5860"/>
                    <a:pt x="2275" y="5860"/>
                  </a:cubicBezTo>
                  <a:lnTo>
                    <a:pt x="2427" y="5860"/>
                  </a:lnTo>
                  <a:cubicBezTo>
                    <a:pt x="2543" y="6697"/>
                    <a:pt x="3007" y="7450"/>
                    <a:pt x="3702" y="7932"/>
                  </a:cubicBezTo>
                  <a:lnTo>
                    <a:pt x="3702" y="8870"/>
                  </a:lnTo>
                  <a:cubicBezTo>
                    <a:pt x="3702" y="8953"/>
                    <a:pt x="3681" y="9036"/>
                    <a:pt x="3637" y="9105"/>
                  </a:cubicBezTo>
                  <a:lnTo>
                    <a:pt x="3286" y="8808"/>
                  </a:lnTo>
                  <a:cubicBezTo>
                    <a:pt x="2152" y="7856"/>
                    <a:pt x="1497" y="6447"/>
                    <a:pt x="1500" y="4965"/>
                  </a:cubicBezTo>
                  <a:lnTo>
                    <a:pt x="1500" y="4346"/>
                  </a:lnTo>
                  <a:cubicBezTo>
                    <a:pt x="1497" y="3701"/>
                    <a:pt x="1656" y="3068"/>
                    <a:pt x="1960" y="2499"/>
                  </a:cubicBezTo>
                  <a:close/>
                  <a:moveTo>
                    <a:pt x="9070" y="2829"/>
                  </a:moveTo>
                  <a:cubicBezTo>
                    <a:pt x="9272" y="3307"/>
                    <a:pt x="9374" y="3825"/>
                    <a:pt x="9374" y="4346"/>
                  </a:cubicBezTo>
                  <a:lnTo>
                    <a:pt x="9374" y="4965"/>
                  </a:lnTo>
                  <a:cubicBezTo>
                    <a:pt x="9377" y="6447"/>
                    <a:pt x="8722" y="7856"/>
                    <a:pt x="7585" y="8812"/>
                  </a:cubicBezTo>
                  <a:lnTo>
                    <a:pt x="7233" y="9105"/>
                  </a:lnTo>
                  <a:cubicBezTo>
                    <a:pt x="7190" y="9036"/>
                    <a:pt x="7168" y="8953"/>
                    <a:pt x="7168" y="8870"/>
                  </a:cubicBezTo>
                  <a:lnTo>
                    <a:pt x="7168" y="8707"/>
                  </a:lnTo>
                  <a:cubicBezTo>
                    <a:pt x="7168" y="8571"/>
                    <a:pt x="7066" y="8503"/>
                    <a:pt x="6964" y="8503"/>
                  </a:cubicBezTo>
                  <a:cubicBezTo>
                    <a:pt x="6861" y="8503"/>
                    <a:pt x="6759" y="8571"/>
                    <a:pt x="6759" y="8707"/>
                  </a:cubicBezTo>
                  <a:lnTo>
                    <a:pt x="6759" y="8870"/>
                  </a:lnTo>
                  <a:cubicBezTo>
                    <a:pt x="6759" y="9051"/>
                    <a:pt x="6817" y="9225"/>
                    <a:pt x="6922" y="9369"/>
                  </a:cubicBezTo>
                  <a:lnTo>
                    <a:pt x="5437" y="10619"/>
                  </a:lnTo>
                  <a:lnTo>
                    <a:pt x="3956" y="9369"/>
                  </a:lnTo>
                  <a:cubicBezTo>
                    <a:pt x="4057" y="9225"/>
                    <a:pt x="4115" y="9051"/>
                    <a:pt x="4115" y="8870"/>
                  </a:cubicBezTo>
                  <a:lnTo>
                    <a:pt x="4115" y="8171"/>
                  </a:lnTo>
                  <a:cubicBezTo>
                    <a:pt x="4547" y="8380"/>
                    <a:pt x="4997" y="8477"/>
                    <a:pt x="5437" y="8477"/>
                  </a:cubicBezTo>
                  <a:cubicBezTo>
                    <a:pt x="6887" y="8477"/>
                    <a:pt x="8227" y="7424"/>
                    <a:pt x="8447" y="5860"/>
                  </a:cubicBezTo>
                  <a:lnTo>
                    <a:pt x="8566" y="5860"/>
                  </a:lnTo>
                  <a:cubicBezTo>
                    <a:pt x="8965" y="5860"/>
                    <a:pt x="9305" y="5563"/>
                    <a:pt x="9345" y="5186"/>
                  </a:cubicBezTo>
                  <a:cubicBezTo>
                    <a:pt x="9374" y="4871"/>
                    <a:pt x="9207" y="4571"/>
                    <a:pt x="8925" y="4437"/>
                  </a:cubicBezTo>
                  <a:lnTo>
                    <a:pt x="9070" y="2829"/>
                  </a:lnTo>
                  <a:close/>
                  <a:moveTo>
                    <a:pt x="5437" y="11092"/>
                  </a:moveTo>
                  <a:cubicBezTo>
                    <a:pt x="5553" y="11092"/>
                    <a:pt x="5669" y="11169"/>
                    <a:pt x="5669" y="11325"/>
                  </a:cubicBezTo>
                  <a:lnTo>
                    <a:pt x="5669" y="11756"/>
                  </a:lnTo>
                  <a:cubicBezTo>
                    <a:pt x="5669" y="11883"/>
                    <a:pt x="5564" y="11988"/>
                    <a:pt x="5437" y="11988"/>
                  </a:cubicBezTo>
                  <a:cubicBezTo>
                    <a:pt x="5307" y="11988"/>
                    <a:pt x="5205" y="11883"/>
                    <a:pt x="5205" y="11756"/>
                  </a:cubicBezTo>
                  <a:lnTo>
                    <a:pt x="5205" y="11325"/>
                  </a:lnTo>
                  <a:cubicBezTo>
                    <a:pt x="5205" y="11169"/>
                    <a:pt x="5321" y="11092"/>
                    <a:pt x="5437" y="11092"/>
                  </a:cubicBezTo>
                  <a:close/>
                  <a:moveTo>
                    <a:pt x="5437" y="0"/>
                  </a:moveTo>
                  <a:cubicBezTo>
                    <a:pt x="3036" y="0"/>
                    <a:pt x="1091" y="1949"/>
                    <a:pt x="1091" y="4346"/>
                  </a:cubicBezTo>
                  <a:lnTo>
                    <a:pt x="1091" y="4965"/>
                  </a:lnTo>
                  <a:cubicBezTo>
                    <a:pt x="1091" y="6570"/>
                    <a:pt x="1797" y="8091"/>
                    <a:pt x="3025" y="9123"/>
                  </a:cubicBezTo>
                  <a:lnTo>
                    <a:pt x="3279" y="9333"/>
                  </a:lnTo>
                  <a:lnTo>
                    <a:pt x="1087" y="9978"/>
                  </a:lnTo>
                  <a:cubicBezTo>
                    <a:pt x="446" y="10170"/>
                    <a:pt x="4" y="10757"/>
                    <a:pt x="1" y="11427"/>
                  </a:cubicBezTo>
                  <a:lnTo>
                    <a:pt x="1" y="13719"/>
                  </a:lnTo>
                  <a:cubicBezTo>
                    <a:pt x="1" y="13855"/>
                    <a:pt x="102" y="13923"/>
                    <a:pt x="204" y="13923"/>
                  </a:cubicBezTo>
                  <a:cubicBezTo>
                    <a:pt x="305" y="13923"/>
                    <a:pt x="406" y="13855"/>
                    <a:pt x="406" y="13719"/>
                  </a:cubicBezTo>
                  <a:lnTo>
                    <a:pt x="406" y="11427"/>
                  </a:lnTo>
                  <a:cubicBezTo>
                    <a:pt x="406" y="11282"/>
                    <a:pt x="435" y="11137"/>
                    <a:pt x="493" y="11003"/>
                  </a:cubicBezTo>
                  <a:lnTo>
                    <a:pt x="1732" y="12086"/>
                  </a:lnTo>
                  <a:cubicBezTo>
                    <a:pt x="1877" y="12212"/>
                    <a:pt x="1960" y="12397"/>
                    <a:pt x="1960" y="12589"/>
                  </a:cubicBezTo>
                  <a:lnTo>
                    <a:pt x="1960" y="13719"/>
                  </a:lnTo>
                  <a:cubicBezTo>
                    <a:pt x="1960" y="13855"/>
                    <a:pt x="2062" y="13923"/>
                    <a:pt x="2163" y="13923"/>
                  </a:cubicBezTo>
                  <a:cubicBezTo>
                    <a:pt x="2264" y="13923"/>
                    <a:pt x="2366" y="13855"/>
                    <a:pt x="2366" y="13719"/>
                  </a:cubicBezTo>
                  <a:lnTo>
                    <a:pt x="2366" y="12589"/>
                  </a:lnTo>
                  <a:cubicBezTo>
                    <a:pt x="2366" y="12278"/>
                    <a:pt x="2232" y="11984"/>
                    <a:pt x="2000" y="11778"/>
                  </a:cubicBezTo>
                  <a:lnTo>
                    <a:pt x="725" y="10659"/>
                  </a:lnTo>
                  <a:cubicBezTo>
                    <a:pt x="856" y="10521"/>
                    <a:pt x="1019" y="10423"/>
                    <a:pt x="1203" y="10369"/>
                  </a:cubicBezTo>
                  <a:lnTo>
                    <a:pt x="3499" y="9692"/>
                  </a:lnTo>
                  <a:cubicBezTo>
                    <a:pt x="3547" y="9681"/>
                    <a:pt x="3594" y="9659"/>
                    <a:pt x="3637" y="9637"/>
                  </a:cubicBezTo>
                  <a:lnTo>
                    <a:pt x="5042" y="10818"/>
                  </a:lnTo>
                  <a:cubicBezTo>
                    <a:pt x="4887" y="10941"/>
                    <a:pt x="4796" y="11126"/>
                    <a:pt x="4796" y="11322"/>
                  </a:cubicBezTo>
                  <a:lnTo>
                    <a:pt x="4796" y="11756"/>
                  </a:lnTo>
                  <a:cubicBezTo>
                    <a:pt x="4800" y="12031"/>
                    <a:pt x="4973" y="12274"/>
                    <a:pt x="5234" y="12365"/>
                  </a:cubicBezTo>
                  <a:lnTo>
                    <a:pt x="5234" y="13719"/>
                  </a:lnTo>
                  <a:cubicBezTo>
                    <a:pt x="5234" y="13855"/>
                    <a:pt x="5336" y="13923"/>
                    <a:pt x="5437" y="13923"/>
                  </a:cubicBezTo>
                  <a:cubicBezTo>
                    <a:pt x="5538" y="13923"/>
                    <a:pt x="5640" y="13855"/>
                    <a:pt x="5640" y="13719"/>
                  </a:cubicBezTo>
                  <a:lnTo>
                    <a:pt x="5640" y="12365"/>
                  </a:lnTo>
                  <a:cubicBezTo>
                    <a:pt x="5901" y="12278"/>
                    <a:pt x="6078" y="12031"/>
                    <a:pt x="6078" y="11760"/>
                  </a:cubicBezTo>
                  <a:lnTo>
                    <a:pt x="6078" y="11325"/>
                  </a:lnTo>
                  <a:cubicBezTo>
                    <a:pt x="6078" y="11126"/>
                    <a:pt x="5988" y="10941"/>
                    <a:pt x="5832" y="10822"/>
                  </a:cubicBezTo>
                  <a:lnTo>
                    <a:pt x="7237" y="9641"/>
                  </a:lnTo>
                  <a:cubicBezTo>
                    <a:pt x="7281" y="9663"/>
                    <a:pt x="7328" y="9681"/>
                    <a:pt x="7375" y="9695"/>
                  </a:cubicBezTo>
                  <a:lnTo>
                    <a:pt x="9674" y="10373"/>
                  </a:lnTo>
                  <a:cubicBezTo>
                    <a:pt x="9856" y="10423"/>
                    <a:pt x="10019" y="10525"/>
                    <a:pt x="10153" y="10662"/>
                  </a:cubicBezTo>
                  <a:lnTo>
                    <a:pt x="8874" y="11781"/>
                  </a:lnTo>
                  <a:cubicBezTo>
                    <a:pt x="8639" y="11984"/>
                    <a:pt x="8505" y="12278"/>
                    <a:pt x="8505" y="12589"/>
                  </a:cubicBezTo>
                  <a:lnTo>
                    <a:pt x="8505" y="13723"/>
                  </a:lnTo>
                  <a:cubicBezTo>
                    <a:pt x="8505" y="13857"/>
                    <a:pt x="8607" y="13924"/>
                    <a:pt x="8709" y="13924"/>
                  </a:cubicBezTo>
                  <a:cubicBezTo>
                    <a:pt x="8812" y="13924"/>
                    <a:pt x="8914" y="13857"/>
                    <a:pt x="8914" y="13723"/>
                  </a:cubicBezTo>
                  <a:lnTo>
                    <a:pt x="8914" y="12589"/>
                  </a:lnTo>
                  <a:cubicBezTo>
                    <a:pt x="8914" y="12397"/>
                    <a:pt x="8994" y="12212"/>
                    <a:pt x="9138" y="12086"/>
                  </a:cubicBezTo>
                  <a:lnTo>
                    <a:pt x="10377" y="11003"/>
                  </a:lnTo>
                  <a:cubicBezTo>
                    <a:pt x="10435" y="11137"/>
                    <a:pt x="10464" y="11282"/>
                    <a:pt x="10464" y="11430"/>
                  </a:cubicBezTo>
                  <a:lnTo>
                    <a:pt x="10464" y="13719"/>
                  </a:lnTo>
                  <a:cubicBezTo>
                    <a:pt x="10464" y="13855"/>
                    <a:pt x="10566" y="13923"/>
                    <a:pt x="10669" y="13923"/>
                  </a:cubicBezTo>
                  <a:cubicBezTo>
                    <a:pt x="10771" y="13923"/>
                    <a:pt x="10873" y="13855"/>
                    <a:pt x="10873" y="13719"/>
                  </a:cubicBezTo>
                  <a:lnTo>
                    <a:pt x="10873" y="11430"/>
                  </a:lnTo>
                  <a:cubicBezTo>
                    <a:pt x="10870" y="10760"/>
                    <a:pt x="10428" y="10170"/>
                    <a:pt x="9787" y="9978"/>
                  </a:cubicBezTo>
                  <a:lnTo>
                    <a:pt x="7599" y="9333"/>
                  </a:lnTo>
                  <a:lnTo>
                    <a:pt x="7849" y="9123"/>
                  </a:lnTo>
                  <a:cubicBezTo>
                    <a:pt x="9077" y="8091"/>
                    <a:pt x="9783" y="6570"/>
                    <a:pt x="9783" y="4965"/>
                  </a:cubicBezTo>
                  <a:lnTo>
                    <a:pt x="9783" y="4346"/>
                  </a:lnTo>
                  <a:cubicBezTo>
                    <a:pt x="9783" y="1949"/>
                    <a:pt x="7838"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2"/>
            <p:cNvSpPr/>
            <p:nvPr/>
          </p:nvSpPr>
          <p:spPr>
            <a:xfrm>
              <a:off x="7701574" y="3459423"/>
              <a:ext cx="25667" cy="10671"/>
            </a:xfrm>
            <a:custGeom>
              <a:rect b="b" l="l" r="r" t="t"/>
              <a:pathLst>
                <a:path extrusionOk="0" h="407" w="979">
                  <a:moveTo>
                    <a:pt x="272" y="1"/>
                  </a:moveTo>
                  <a:cubicBezTo>
                    <a:pt x="1" y="1"/>
                    <a:pt x="1" y="407"/>
                    <a:pt x="272" y="407"/>
                  </a:cubicBezTo>
                  <a:lnTo>
                    <a:pt x="707" y="407"/>
                  </a:lnTo>
                  <a:cubicBezTo>
                    <a:pt x="979" y="407"/>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2"/>
            <p:cNvSpPr/>
            <p:nvPr/>
          </p:nvSpPr>
          <p:spPr>
            <a:xfrm>
              <a:off x="7770133" y="3459423"/>
              <a:ext cx="25667" cy="10671"/>
            </a:xfrm>
            <a:custGeom>
              <a:rect b="b" l="l" r="r" t="t"/>
              <a:pathLst>
                <a:path extrusionOk="0" h="407" w="979">
                  <a:moveTo>
                    <a:pt x="272" y="1"/>
                  </a:moveTo>
                  <a:cubicBezTo>
                    <a:pt x="1" y="1"/>
                    <a:pt x="1" y="407"/>
                    <a:pt x="272" y="407"/>
                  </a:cubicBezTo>
                  <a:lnTo>
                    <a:pt x="710" y="407"/>
                  </a:lnTo>
                  <a:cubicBezTo>
                    <a:pt x="978" y="407"/>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1" name="Google Shape;13311;p82"/>
          <p:cNvGrpSpPr/>
          <p:nvPr/>
        </p:nvGrpSpPr>
        <p:grpSpPr>
          <a:xfrm>
            <a:off x="4905557" y="4285510"/>
            <a:ext cx="285797" cy="366390"/>
            <a:chOff x="4905557" y="4285510"/>
            <a:chExt cx="285797" cy="366390"/>
          </a:xfrm>
        </p:grpSpPr>
        <p:sp>
          <p:nvSpPr>
            <p:cNvPr id="13312" name="Google Shape;13312;p82"/>
            <p:cNvSpPr/>
            <p:nvPr/>
          </p:nvSpPr>
          <p:spPr>
            <a:xfrm>
              <a:off x="4976632" y="4290727"/>
              <a:ext cx="148915" cy="57967"/>
            </a:xfrm>
            <a:custGeom>
              <a:rect b="b" l="l" r="r" t="t"/>
              <a:pathLst>
                <a:path extrusionOk="0" h="2211" w="5680">
                  <a:moveTo>
                    <a:pt x="2759" y="0"/>
                  </a:moveTo>
                  <a:cubicBezTo>
                    <a:pt x="1887" y="0"/>
                    <a:pt x="1085" y="144"/>
                    <a:pt x="439" y="392"/>
                  </a:cubicBezTo>
                  <a:cubicBezTo>
                    <a:pt x="185" y="486"/>
                    <a:pt x="15" y="729"/>
                    <a:pt x="11" y="1001"/>
                  </a:cubicBezTo>
                  <a:lnTo>
                    <a:pt x="1" y="2152"/>
                  </a:lnTo>
                  <a:lnTo>
                    <a:pt x="5665" y="2210"/>
                  </a:lnTo>
                  <a:lnTo>
                    <a:pt x="5679" y="1059"/>
                  </a:lnTo>
                  <a:cubicBezTo>
                    <a:pt x="5679" y="787"/>
                    <a:pt x="5513" y="541"/>
                    <a:pt x="5263" y="439"/>
                  </a:cubicBezTo>
                  <a:cubicBezTo>
                    <a:pt x="4600" y="175"/>
                    <a:pt x="3764" y="8"/>
                    <a:pt x="2855" y="1"/>
                  </a:cubicBezTo>
                  <a:cubicBezTo>
                    <a:pt x="2823" y="1"/>
                    <a:pt x="2791" y="0"/>
                    <a:pt x="27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2"/>
            <p:cNvSpPr/>
            <p:nvPr/>
          </p:nvSpPr>
          <p:spPr>
            <a:xfrm>
              <a:off x="4947478" y="4325020"/>
              <a:ext cx="206358" cy="102877"/>
            </a:xfrm>
            <a:custGeom>
              <a:rect b="b" l="l" r="r" t="t"/>
              <a:pathLst>
                <a:path extrusionOk="0" h="3924" w="7871">
                  <a:moveTo>
                    <a:pt x="3876" y="0"/>
                  </a:moveTo>
                  <a:cubicBezTo>
                    <a:pt x="1746" y="0"/>
                    <a:pt x="22" y="854"/>
                    <a:pt x="12" y="1924"/>
                  </a:cubicBezTo>
                  <a:cubicBezTo>
                    <a:pt x="1" y="3007"/>
                    <a:pt x="1750" y="3901"/>
                    <a:pt x="3916" y="3923"/>
                  </a:cubicBezTo>
                  <a:cubicBezTo>
                    <a:pt x="3943" y="3923"/>
                    <a:pt x="3969" y="3923"/>
                    <a:pt x="3996" y="3923"/>
                  </a:cubicBezTo>
                  <a:cubicBezTo>
                    <a:pt x="6125" y="3923"/>
                    <a:pt x="7849" y="3073"/>
                    <a:pt x="7860" y="2003"/>
                  </a:cubicBezTo>
                  <a:cubicBezTo>
                    <a:pt x="7871" y="920"/>
                    <a:pt x="6121" y="22"/>
                    <a:pt x="3956" y="1"/>
                  </a:cubicBezTo>
                  <a:cubicBezTo>
                    <a:pt x="3929" y="0"/>
                    <a:pt x="3902" y="0"/>
                    <a:pt x="3876"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2"/>
            <p:cNvSpPr/>
            <p:nvPr/>
          </p:nvSpPr>
          <p:spPr>
            <a:xfrm>
              <a:off x="4910748" y="4490242"/>
              <a:ext cx="274995" cy="156125"/>
            </a:xfrm>
            <a:custGeom>
              <a:rect b="b" l="l" r="r" t="t"/>
              <a:pathLst>
                <a:path extrusionOk="0" h="5955" w="10489">
                  <a:moveTo>
                    <a:pt x="3767" y="0"/>
                  </a:moveTo>
                  <a:lnTo>
                    <a:pt x="3756" y="1040"/>
                  </a:lnTo>
                  <a:cubicBezTo>
                    <a:pt x="3752" y="1329"/>
                    <a:pt x="3557" y="1583"/>
                    <a:pt x="3278" y="1659"/>
                  </a:cubicBezTo>
                  <a:lnTo>
                    <a:pt x="974" y="2315"/>
                  </a:lnTo>
                  <a:cubicBezTo>
                    <a:pt x="417" y="2470"/>
                    <a:pt x="29" y="2977"/>
                    <a:pt x="25" y="3557"/>
                  </a:cubicBezTo>
                  <a:lnTo>
                    <a:pt x="0" y="5849"/>
                  </a:lnTo>
                  <a:lnTo>
                    <a:pt x="10463" y="5954"/>
                  </a:lnTo>
                  <a:lnTo>
                    <a:pt x="10485" y="3665"/>
                  </a:lnTo>
                  <a:cubicBezTo>
                    <a:pt x="10489" y="3082"/>
                    <a:pt x="10112" y="2572"/>
                    <a:pt x="9558" y="2401"/>
                  </a:cubicBezTo>
                  <a:lnTo>
                    <a:pt x="7269" y="1702"/>
                  </a:lnTo>
                  <a:cubicBezTo>
                    <a:pt x="6990" y="1616"/>
                    <a:pt x="6802" y="1358"/>
                    <a:pt x="6805" y="1069"/>
                  </a:cubicBezTo>
                  <a:lnTo>
                    <a:pt x="6816" y="33"/>
                  </a:lnTo>
                  <a:lnTo>
                    <a:pt x="37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2"/>
            <p:cNvSpPr/>
            <p:nvPr/>
          </p:nvSpPr>
          <p:spPr>
            <a:xfrm>
              <a:off x="5009299" y="4490321"/>
              <a:ext cx="80173" cy="28997"/>
            </a:xfrm>
            <a:custGeom>
              <a:rect b="b" l="l" r="r" t="t"/>
              <a:pathLst>
                <a:path extrusionOk="0" h="1106" w="3058">
                  <a:moveTo>
                    <a:pt x="8" y="1"/>
                  </a:moveTo>
                  <a:lnTo>
                    <a:pt x="0" y="704"/>
                  </a:lnTo>
                  <a:cubicBezTo>
                    <a:pt x="483" y="972"/>
                    <a:pt x="1019" y="1106"/>
                    <a:pt x="1554" y="1106"/>
                  </a:cubicBezTo>
                  <a:cubicBezTo>
                    <a:pt x="2068" y="1106"/>
                    <a:pt x="2582" y="983"/>
                    <a:pt x="3050" y="736"/>
                  </a:cubicBezTo>
                  <a:lnTo>
                    <a:pt x="3057" y="30"/>
                  </a:lnTo>
                  <a:lnTo>
                    <a:pt x="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2"/>
            <p:cNvSpPr/>
            <p:nvPr/>
          </p:nvSpPr>
          <p:spPr>
            <a:xfrm>
              <a:off x="4952984" y="4347881"/>
              <a:ext cx="194403" cy="154342"/>
            </a:xfrm>
            <a:custGeom>
              <a:rect b="b" l="l" r="r" t="t"/>
              <a:pathLst>
                <a:path extrusionOk="0" h="5887" w="7415">
                  <a:moveTo>
                    <a:pt x="3662" y="1"/>
                  </a:moveTo>
                  <a:cubicBezTo>
                    <a:pt x="2370" y="1"/>
                    <a:pt x="1337" y="376"/>
                    <a:pt x="1330" y="849"/>
                  </a:cubicBezTo>
                  <a:lnTo>
                    <a:pt x="1319" y="1722"/>
                  </a:lnTo>
                  <a:cubicBezTo>
                    <a:pt x="1319" y="1961"/>
                    <a:pt x="1120" y="2153"/>
                    <a:pt x="881" y="2153"/>
                  </a:cubicBezTo>
                  <a:lnTo>
                    <a:pt x="551" y="2149"/>
                  </a:lnTo>
                  <a:cubicBezTo>
                    <a:pt x="549" y="2149"/>
                    <a:pt x="547" y="2149"/>
                    <a:pt x="545" y="2149"/>
                  </a:cubicBezTo>
                  <a:cubicBezTo>
                    <a:pt x="247" y="2149"/>
                    <a:pt x="4" y="2390"/>
                    <a:pt x="1" y="2689"/>
                  </a:cubicBezTo>
                  <a:cubicBezTo>
                    <a:pt x="1" y="2989"/>
                    <a:pt x="240" y="3236"/>
                    <a:pt x="540" y="3239"/>
                  </a:cubicBezTo>
                  <a:lnTo>
                    <a:pt x="881" y="3243"/>
                  </a:lnTo>
                  <a:cubicBezTo>
                    <a:pt x="975" y="4720"/>
                    <a:pt x="2196" y="5872"/>
                    <a:pt x="3677" y="5887"/>
                  </a:cubicBezTo>
                  <a:cubicBezTo>
                    <a:pt x="3686" y="5887"/>
                    <a:pt x="3696" y="5887"/>
                    <a:pt x="3705" y="5887"/>
                  </a:cubicBezTo>
                  <a:cubicBezTo>
                    <a:pt x="5170" y="5887"/>
                    <a:pt x="6398" y="4765"/>
                    <a:pt x="6523" y="3301"/>
                  </a:cubicBezTo>
                  <a:lnTo>
                    <a:pt x="6860" y="3304"/>
                  </a:lnTo>
                  <a:cubicBezTo>
                    <a:pt x="7161" y="3304"/>
                    <a:pt x="7407" y="3065"/>
                    <a:pt x="7411" y="2765"/>
                  </a:cubicBezTo>
                  <a:cubicBezTo>
                    <a:pt x="7414" y="2460"/>
                    <a:pt x="7172" y="2214"/>
                    <a:pt x="6871" y="2214"/>
                  </a:cubicBezTo>
                  <a:lnTo>
                    <a:pt x="6875" y="2214"/>
                  </a:lnTo>
                  <a:lnTo>
                    <a:pt x="6545" y="2211"/>
                  </a:lnTo>
                  <a:cubicBezTo>
                    <a:pt x="6306" y="2207"/>
                    <a:pt x="6111" y="2008"/>
                    <a:pt x="6114" y="1769"/>
                  </a:cubicBezTo>
                  <a:lnTo>
                    <a:pt x="6125" y="896"/>
                  </a:lnTo>
                  <a:cubicBezTo>
                    <a:pt x="6129" y="414"/>
                    <a:pt x="5060" y="12"/>
                    <a:pt x="3735" y="1"/>
                  </a:cubicBezTo>
                  <a:cubicBezTo>
                    <a:pt x="3710" y="1"/>
                    <a:pt x="3686" y="1"/>
                    <a:pt x="366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2"/>
            <p:cNvSpPr/>
            <p:nvPr/>
          </p:nvSpPr>
          <p:spPr>
            <a:xfrm>
              <a:off x="4952145" y="4347881"/>
              <a:ext cx="161526" cy="154342"/>
            </a:xfrm>
            <a:custGeom>
              <a:rect b="b" l="l" r="r" t="t"/>
              <a:pathLst>
                <a:path extrusionOk="0" h="5887" w="6161">
                  <a:moveTo>
                    <a:pt x="3691" y="1"/>
                  </a:moveTo>
                  <a:cubicBezTo>
                    <a:pt x="2455" y="1"/>
                    <a:pt x="1458" y="347"/>
                    <a:pt x="1369" y="791"/>
                  </a:cubicBezTo>
                  <a:cubicBezTo>
                    <a:pt x="1362" y="809"/>
                    <a:pt x="1358" y="827"/>
                    <a:pt x="1358" y="849"/>
                  </a:cubicBezTo>
                  <a:lnTo>
                    <a:pt x="1351" y="1718"/>
                  </a:lnTo>
                  <a:cubicBezTo>
                    <a:pt x="1347" y="1961"/>
                    <a:pt x="1152" y="2153"/>
                    <a:pt x="909" y="2153"/>
                  </a:cubicBezTo>
                  <a:lnTo>
                    <a:pt x="616" y="2149"/>
                  </a:lnTo>
                  <a:cubicBezTo>
                    <a:pt x="613" y="2149"/>
                    <a:pt x="611" y="2149"/>
                    <a:pt x="608" y="2149"/>
                  </a:cubicBezTo>
                  <a:cubicBezTo>
                    <a:pt x="325" y="2149"/>
                    <a:pt x="69" y="2351"/>
                    <a:pt x="36" y="2631"/>
                  </a:cubicBezTo>
                  <a:cubicBezTo>
                    <a:pt x="0" y="2953"/>
                    <a:pt x="250" y="3236"/>
                    <a:pt x="572" y="3239"/>
                  </a:cubicBezTo>
                  <a:lnTo>
                    <a:pt x="909" y="3243"/>
                  </a:lnTo>
                  <a:cubicBezTo>
                    <a:pt x="1002" y="4748"/>
                    <a:pt x="2253" y="5887"/>
                    <a:pt x="3714" y="5887"/>
                  </a:cubicBezTo>
                  <a:cubicBezTo>
                    <a:pt x="3855" y="5887"/>
                    <a:pt x="3999" y="5876"/>
                    <a:pt x="4143" y="5854"/>
                  </a:cubicBezTo>
                  <a:cubicBezTo>
                    <a:pt x="2767" y="5626"/>
                    <a:pt x="1760" y="4427"/>
                    <a:pt x="1775" y="3033"/>
                  </a:cubicBezTo>
                  <a:lnTo>
                    <a:pt x="1782" y="1986"/>
                  </a:lnTo>
                  <a:cubicBezTo>
                    <a:pt x="1789" y="1331"/>
                    <a:pt x="2282" y="780"/>
                    <a:pt x="2934" y="700"/>
                  </a:cubicBezTo>
                  <a:cubicBezTo>
                    <a:pt x="3179" y="668"/>
                    <a:pt x="3429" y="653"/>
                    <a:pt x="3678" y="653"/>
                  </a:cubicBezTo>
                  <a:cubicBezTo>
                    <a:pt x="3705" y="653"/>
                    <a:pt x="3732" y="653"/>
                    <a:pt x="3760" y="653"/>
                  </a:cubicBezTo>
                  <a:cubicBezTo>
                    <a:pt x="5081" y="668"/>
                    <a:pt x="6150" y="1070"/>
                    <a:pt x="6146" y="1551"/>
                  </a:cubicBezTo>
                  <a:lnTo>
                    <a:pt x="6153" y="896"/>
                  </a:lnTo>
                  <a:cubicBezTo>
                    <a:pt x="6161" y="414"/>
                    <a:pt x="5092" y="12"/>
                    <a:pt x="3767" y="1"/>
                  </a:cubicBezTo>
                  <a:cubicBezTo>
                    <a:pt x="3741" y="1"/>
                    <a:pt x="3716" y="1"/>
                    <a:pt x="369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2"/>
            <p:cNvSpPr/>
            <p:nvPr/>
          </p:nvSpPr>
          <p:spPr>
            <a:xfrm>
              <a:off x="4910748" y="4544827"/>
              <a:ext cx="274995" cy="101540"/>
            </a:xfrm>
            <a:custGeom>
              <a:rect b="b" l="l" r="r" t="t"/>
              <a:pathLst>
                <a:path extrusionOk="0" h="3873" w="10489">
                  <a:moveTo>
                    <a:pt x="1789" y="1"/>
                  </a:moveTo>
                  <a:lnTo>
                    <a:pt x="974" y="233"/>
                  </a:lnTo>
                  <a:cubicBezTo>
                    <a:pt x="417" y="392"/>
                    <a:pt x="29" y="899"/>
                    <a:pt x="22" y="1478"/>
                  </a:cubicBezTo>
                  <a:lnTo>
                    <a:pt x="0" y="3767"/>
                  </a:lnTo>
                  <a:lnTo>
                    <a:pt x="10463" y="3872"/>
                  </a:lnTo>
                  <a:lnTo>
                    <a:pt x="10485" y="1583"/>
                  </a:lnTo>
                  <a:cubicBezTo>
                    <a:pt x="10489" y="1004"/>
                    <a:pt x="10112" y="490"/>
                    <a:pt x="9558" y="319"/>
                  </a:cubicBezTo>
                  <a:lnTo>
                    <a:pt x="8750" y="73"/>
                  </a:lnTo>
                  <a:cubicBezTo>
                    <a:pt x="8337" y="555"/>
                    <a:pt x="6871" y="2170"/>
                    <a:pt x="5241" y="2949"/>
                  </a:cubicBezTo>
                  <a:cubicBezTo>
                    <a:pt x="3625" y="2138"/>
                    <a:pt x="2195" y="490"/>
                    <a:pt x="178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2"/>
            <p:cNvSpPr/>
            <p:nvPr/>
          </p:nvSpPr>
          <p:spPr>
            <a:xfrm>
              <a:off x="4958490" y="4432800"/>
              <a:ext cx="17304" cy="17120"/>
            </a:xfrm>
            <a:custGeom>
              <a:rect b="b" l="l" r="r" t="t"/>
              <a:pathLst>
                <a:path extrusionOk="0" h="653" w="660">
                  <a:moveTo>
                    <a:pt x="327" y="0"/>
                  </a:moveTo>
                  <a:cubicBezTo>
                    <a:pt x="149" y="0"/>
                    <a:pt x="4" y="144"/>
                    <a:pt x="4" y="322"/>
                  </a:cubicBezTo>
                  <a:cubicBezTo>
                    <a:pt x="1" y="504"/>
                    <a:pt x="146" y="652"/>
                    <a:pt x="327" y="652"/>
                  </a:cubicBezTo>
                  <a:cubicBezTo>
                    <a:pt x="329" y="652"/>
                    <a:pt x="331" y="652"/>
                    <a:pt x="333" y="652"/>
                  </a:cubicBezTo>
                  <a:cubicBezTo>
                    <a:pt x="511" y="652"/>
                    <a:pt x="656" y="509"/>
                    <a:pt x="656" y="330"/>
                  </a:cubicBezTo>
                  <a:cubicBezTo>
                    <a:pt x="660" y="149"/>
                    <a:pt x="515" y="0"/>
                    <a:pt x="334" y="0"/>
                  </a:cubicBezTo>
                  <a:cubicBezTo>
                    <a:pt x="332" y="0"/>
                    <a:pt x="330" y="0"/>
                    <a:pt x="327"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2"/>
            <p:cNvSpPr/>
            <p:nvPr/>
          </p:nvSpPr>
          <p:spPr>
            <a:xfrm>
              <a:off x="5124184" y="4434399"/>
              <a:ext cx="17304" cy="17225"/>
            </a:xfrm>
            <a:custGeom>
              <a:rect b="b" l="l" r="r" t="t"/>
              <a:pathLst>
                <a:path extrusionOk="0" h="657" w="660">
                  <a:moveTo>
                    <a:pt x="334" y="1"/>
                  </a:moveTo>
                  <a:cubicBezTo>
                    <a:pt x="153" y="1"/>
                    <a:pt x="4" y="146"/>
                    <a:pt x="4" y="327"/>
                  </a:cubicBezTo>
                  <a:cubicBezTo>
                    <a:pt x="1" y="504"/>
                    <a:pt x="146" y="653"/>
                    <a:pt x="327" y="656"/>
                  </a:cubicBezTo>
                  <a:cubicBezTo>
                    <a:pt x="508" y="656"/>
                    <a:pt x="656" y="511"/>
                    <a:pt x="656" y="330"/>
                  </a:cubicBezTo>
                  <a:cubicBezTo>
                    <a:pt x="660" y="153"/>
                    <a:pt x="515" y="4"/>
                    <a:pt x="33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2"/>
            <p:cNvSpPr/>
            <p:nvPr/>
          </p:nvSpPr>
          <p:spPr>
            <a:xfrm>
              <a:off x="5020783" y="4485025"/>
              <a:ext cx="57285" cy="32877"/>
            </a:xfrm>
            <a:custGeom>
              <a:rect b="b" l="l" r="r" t="t"/>
              <a:pathLst>
                <a:path extrusionOk="0" h="1254" w="2185">
                  <a:moveTo>
                    <a:pt x="1098" y="0"/>
                  </a:moveTo>
                  <a:lnTo>
                    <a:pt x="1" y="424"/>
                  </a:lnTo>
                  <a:lnTo>
                    <a:pt x="624" y="1058"/>
                  </a:lnTo>
                  <a:cubicBezTo>
                    <a:pt x="752" y="1188"/>
                    <a:pt x="922" y="1253"/>
                    <a:pt x="1092" y="1253"/>
                  </a:cubicBezTo>
                  <a:cubicBezTo>
                    <a:pt x="1257" y="1253"/>
                    <a:pt x="1422" y="1192"/>
                    <a:pt x="1551" y="1068"/>
                  </a:cubicBezTo>
                  <a:lnTo>
                    <a:pt x="2185" y="446"/>
                  </a:lnTo>
                  <a:lnTo>
                    <a:pt x="1098"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2"/>
            <p:cNvSpPr/>
            <p:nvPr/>
          </p:nvSpPr>
          <p:spPr>
            <a:xfrm>
              <a:off x="5010584" y="4405062"/>
              <a:ext cx="10802" cy="16386"/>
            </a:xfrm>
            <a:custGeom>
              <a:rect b="b" l="l" r="r" t="t"/>
              <a:pathLst>
                <a:path extrusionOk="0" h="625" w="412">
                  <a:moveTo>
                    <a:pt x="202" y="1"/>
                  </a:moveTo>
                  <a:cubicBezTo>
                    <a:pt x="93" y="1"/>
                    <a:pt x="2" y="90"/>
                    <a:pt x="2" y="200"/>
                  </a:cubicBezTo>
                  <a:lnTo>
                    <a:pt x="2" y="421"/>
                  </a:lnTo>
                  <a:cubicBezTo>
                    <a:pt x="0" y="556"/>
                    <a:pt x="104" y="625"/>
                    <a:pt x="207" y="625"/>
                  </a:cubicBezTo>
                  <a:cubicBezTo>
                    <a:pt x="308" y="625"/>
                    <a:pt x="410" y="559"/>
                    <a:pt x="411" y="424"/>
                  </a:cubicBezTo>
                  <a:lnTo>
                    <a:pt x="411" y="207"/>
                  </a:lnTo>
                  <a:cubicBezTo>
                    <a:pt x="411" y="91"/>
                    <a:pt x="321" y="1"/>
                    <a:pt x="209" y="1"/>
                  </a:cubicBezTo>
                  <a:cubicBezTo>
                    <a:pt x="206" y="1"/>
                    <a:pt x="204"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2"/>
            <p:cNvSpPr/>
            <p:nvPr/>
          </p:nvSpPr>
          <p:spPr>
            <a:xfrm>
              <a:off x="5079143" y="4405717"/>
              <a:ext cx="10802" cy="16438"/>
            </a:xfrm>
            <a:custGeom>
              <a:rect b="b" l="l" r="r" t="t"/>
              <a:pathLst>
                <a:path extrusionOk="0" h="627" w="412">
                  <a:moveTo>
                    <a:pt x="208" y="1"/>
                  </a:moveTo>
                  <a:cubicBezTo>
                    <a:pt x="96" y="1"/>
                    <a:pt x="2" y="92"/>
                    <a:pt x="2" y="204"/>
                  </a:cubicBezTo>
                  <a:lnTo>
                    <a:pt x="2" y="421"/>
                  </a:lnTo>
                  <a:cubicBezTo>
                    <a:pt x="0" y="558"/>
                    <a:pt x="103" y="627"/>
                    <a:pt x="206" y="627"/>
                  </a:cubicBezTo>
                  <a:cubicBezTo>
                    <a:pt x="308" y="627"/>
                    <a:pt x="409" y="560"/>
                    <a:pt x="411" y="425"/>
                  </a:cubicBezTo>
                  <a:lnTo>
                    <a:pt x="411" y="207"/>
                  </a:lnTo>
                  <a:cubicBezTo>
                    <a:pt x="411" y="95"/>
                    <a:pt x="321" y="1"/>
                    <a:pt x="2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2"/>
            <p:cNvSpPr/>
            <p:nvPr/>
          </p:nvSpPr>
          <p:spPr>
            <a:xfrm>
              <a:off x="5025082" y="4445096"/>
              <a:ext cx="49630" cy="16674"/>
            </a:xfrm>
            <a:custGeom>
              <a:rect b="b" l="l" r="r" t="t"/>
              <a:pathLst>
                <a:path extrusionOk="0" h="636" w="1893">
                  <a:moveTo>
                    <a:pt x="295" y="0"/>
                  </a:moveTo>
                  <a:cubicBezTo>
                    <a:pt x="137" y="0"/>
                    <a:pt x="1" y="203"/>
                    <a:pt x="148" y="353"/>
                  </a:cubicBezTo>
                  <a:cubicBezTo>
                    <a:pt x="322" y="527"/>
                    <a:pt x="619" y="632"/>
                    <a:pt x="941" y="636"/>
                  </a:cubicBezTo>
                  <a:cubicBezTo>
                    <a:pt x="947" y="636"/>
                    <a:pt x="952" y="636"/>
                    <a:pt x="958" y="636"/>
                  </a:cubicBezTo>
                  <a:cubicBezTo>
                    <a:pt x="1274" y="636"/>
                    <a:pt x="1567" y="535"/>
                    <a:pt x="1742" y="368"/>
                  </a:cubicBezTo>
                  <a:cubicBezTo>
                    <a:pt x="1893" y="222"/>
                    <a:pt x="1758" y="14"/>
                    <a:pt x="1599" y="14"/>
                  </a:cubicBezTo>
                  <a:cubicBezTo>
                    <a:pt x="1552" y="14"/>
                    <a:pt x="1504" y="32"/>
                    <a:pt x="1459" y="74"/>
                  </a:cubicBezTo>
                  <a:cubicBezTo>
                    <a:pt x="1383" y="147"/>
                    <a:pt x="1202" y="230"/>
                    <a:pt x="945" y="230"/>
                  </a:cubicBezTo>
                  <a:cubicBezTo>
                    <a:pt x="688" y="227"/>
                    <a:pt x="510" y="140"/>
                    <a:pt x="438" y="64"/>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2"/>
            <p:cNvSpPr/>
            <p:nvPr/>
          </p:nvSpPr>
          <p:spPr>
            <a:xfrm>
              <a:off x="4905557" y="4285510"/>
              <a:ext cx="285797" cy="366390"/>
            </a:xfrm>
            <a:custGeom>
              <a:rect b="b" l="l" r="r" t="t"/>
              <a:pathLst>
                <a:path extrusionOk="0" h="13975" w="10901">
                  <a:moveTo>
                    <a:pt x="5498" y="403"/>
                  </a:moveTo>
                  <a:cubicBezTo>
                    <a:pt x="5520" y="403"/>
                    <a:pt x="5543" y="403"/>
                    <a:pt x="5566" y="403"/>
                  </a:cubicBezTo>
                  <a:cubicBezTo>
                    <a:pt x="6420" y="414"/>
                    <a:pt x="7228" y="559"/>
                    <a:pt x="7894" y="830"/>
                  </a:cubicBezTo>
                  <a:cubicBezTo>
                    <a:pt x="8072" y="899"/>
                    <a:pt x="8188" y="1066"/>
                    <a:pt x="8184" y="1254"/>
                  </a:cubicBezTo>
                  <a:lnTo>
                    <a:pt x="8180" y="1815"/>
                  </a:lnTo>
                  <a:cubicBezTo>
                    <a:pt x="7474" y="1504"/>
                    <a:pt x="6561" y="1316"/>
                    <a:pt x="5555" y="1305"/>
                  </a:cubicBezTo>
                  <a:cubicBezTo>
                    <a:pt x="5524" y="1304"/>
                    <a:pt x="5494" y="1304"/>
                    <a:pt x="5464" y="1304"/>
                  </a:cubicBezTo>
                  <a:cubicBezTo>
                    <a:pt x="4489" y="1304"/>
                    <a:pt x="3610" y="1473"/>
                    <a:pt x="2918" y="1761"/>
                  </a:cubicBezTo>
                  <a:lnTo>
                    <a:pt x="2925" y="1203"/>
                  </a:lnTo>
                  <a:cubicBezTo>
                    <a:pt x="2929" y="1015"/>
                    <a:pt x="3048" y="848"/>
                    <a:pt x="3222" y="783"/>
                  </a:cubicBezTo>
                  <a:cubicBezTo>
                    <a:pt x="3882" y="533"/>
                    <a:pt x="4665" y="403"/>
                    <a:pt x="5498" y="403"/>
                  </a:cubicBezTo>
                  <a:close/>
                  <a:moveTo>
                    <a:pt x="2348" y="5820"/>
                  </a:moveTo>
                  <a:cubicBezTo>
                    <a:pt x="2411" y="5820"/>
                    <a:pt x="2471" y="5870"/>
                    <a:pt x="2469" y="5944"/>
                  </a:cubicBezTo>
                  <a:cubicBezTo>
                    <a:pt x="2469" y="6013"/>
                    <a:pt x="2415" y="6067"/>
                    <a:pt x="2346" y="6067"/>
                  </a:cubicBezTo>
                  <a:cubicBezTo>
                    <a:pt x="2237" y="6067"/>
                    <a:pt x="2183" y="5933"/>
                    <a:pt x="2262" y="5857"/>
                  </a:cubicBezTo>
                  <a:cubicBezTo>
                    <a:pt x="2287" y="5832"/>
                    <a:pt x="2318" y="5820"/>
                    <a:pt x="2348" y="5820"/>
                  </a:cubicBezTo>
                  <a:close/>
                  <a:moveTo>
                    <a:pt x="8665" y="5884"/>
                  </a:moveTo>
                  <a:cubicBezTo>
                    <a:pt x="8729" y="5884"/>
                    <a:pt x="8791" y="5935"/>
                    <a:pt x="8789" y="6009"/>
                  </a:cubicBezTo>
                  <a:cubicBezTo>
                    <a:pt x="8789" y="6078"/>
                    <a:pt x="8735" y="6132"/>
                    <a:pt x="8666" y="6132"/>
                  </a:cubicBezTo>
                  <a:cubicBezTo>
                    <a:pt x="8557" y="6129"/>
                    <a:pt x="8503" y="5995"/>
                    <a:pt x="8582" y="5919"/>
                  </a:cubicBezTo>
                  <a:cubicBezTo>
                    <a:pt x="8606" y="5895"/>
                    <a:pt x="8636" y="5884"/>
                    <a:pt x="8665" y="5884"/>
                  </a:cubicBezTo>
                  <a:close/>
                  <a:moveTo>
                    <a:pt x="5473" y="1714"/>
                  </a:moveTo>
                  <a:cubicBezTo>
                    <a:pt x="5500" y="1714"/>
                    <a:pt x="5527" y="1714"/>
                    <a:pt x="5555" y="1714"/>
                  </a:cubicBezTo>
                  <a:cubicBezTo>
                    <a:pt x="7572" y="1732"/>
                    <a:pt x="9267" y="2554"/>
                    <a:pt x="9256" y="3507"/>
                  </a:cubicBezTo>
                  <a:cubicBezTo>
                    <a:pt x="9252" y="3891"/>
                    <a:pt x="8974" y="4191"/>
                    <a:pt x="8720" y="4387"/>
                  </a:cubicBezTo>
                  <a:lnTo>
                    <a:pt x="8361" y="4383"/>
                  </a:lnTo>
                  <a:cubicBezTo>
                    <a:pt x="8235" y="4383"/>
                    <a:pt x="8130" y="4278"/>
                    <a:pt x="8133" y="4151"/>
                  </a:cubicBezTo>
                  <a:lnTo>
                    <a:pt x="8141" y="3279"/>
                  </a:lnTo>
                  <a:cubicBezTo>
                    <a:pt x="8141" y="3097"/>
                    <a:pt x="8050" y="2826"/>
                    <a:pt x="7601" y="2590"/>
                  </a:cubicBezTo>
                  <a:cubicBezTo>
                    <a:pt x="7566" y="2572"/>
                    <a:pt x="7532" y="2564"/>
                    <a:pt x="7500" y="2564"/>
                  </a:cubicBezTo>
                  <a:cubicBezTo>
                    <a:pt x="7313" y="2564"/>
                    <a:pt x="7205" y="2844"/>
                    <a:pt x="7409" y="2953"/>
                  </a:cubicBezTo>
                  <a:cubicBezTo>
                    <a:pt x="7612" y="3061"/>
                    <a:pt x="7735" y="3177"/>
                    <a:pt x="7731" y="3275"/>
                  </a:cubicBezTo>
                  <a:lnTo>
                    <a:pt x="7724" y="4148"/>
                  </a:lnTo>
                  <a:cubicBezTo>
                    <a:pt x="7720" y="4503"/>
                    <a:pt x="8003" y="4789"/>
                    <a:pt x="8358" y="4796"/>
                  </a:cubicBezTo>
                  <a:lnTo>
                    <a:pt x="8684" y="4796"/>
                  </a:lnTo>
                  <a:cubicBezTo>
                    <a:pt x="8887" y="4800"/>
                    <a:pt x="9042" y="4977"/>
                    <a:pt x="9021" y="5176"/>
                  </a:cubicBezTo>
                  <a:cubicBezTo>
                    <a:pt x="9003" y="5350"/>
                    <a:pt x="8840" y="5481"/>
                    <a:pt x="8648" y="5481"/>
                  </a:cubicBezTo>
                  <a:lnTo>
                    <a:pt x="8557" y="5481"/>
                  </a:lnTo>
                  <a:lnTo>
                    <a:pt x="8557" y="5466"/>
                  </a:lnTo>
                  <a:cubicBezTo>
                    <a:pt x="8557" y="5354"/>
                    <a:pt x="8466" y="5263"/>
                    <a:pt x="8354" y="5263"/>
                  </a:cubicBezTo>
                  <a:cubicBezTo>
                    <a:pt x="8352" y="5263"/>
                    <a:pt x="8350" y="5263"/>
                    <a:pt x="8348" y="5263"/>
                  </a:cubicBezTo>
                  <a:cubicBezTo>
                    <a:pt x="8238" y="5263"/>
                    <a:pt x="8148" y="5352"/>
                    <a:pt x="8148" y="5462"/>
                  </a:cubicBezTo>
                  <a:cubicBezTo>
                    <a:pt x="8137" y="6495"/>
                    <a:pt x="7521" y="7422"/>
                    <a:pt x="6580" y="7835"/>
                  </a:cubicBezTo>
                  <a:lnTo>
                    <a:pt x="6576" y="7835"/>
                  </a:lnTo>
                  <a:lnTo>
                    <a:pt x="5696" y="7472"/>
                  </a:lnTo>
                  <a:lnTo>
                    <a:pt x="5696" y="7393"/>
                  </a:lnTo>
                  <a:cubicBezTo>
                    <a:pt x="5698" y="7256"/>
                    <a:pt x="5595" y="7187"/>
                    <a:pt x="5492" y="7187"/>
                  </a:cubicBezTo>
                  <a:cubicBezTo>
                    <a:pt x="5391" y="7187"/>
                    <a:pt x="5290" y="7254"/>
                    <a:pt x="5290" y="7389"/>
                  </a:cubicBezTo>
                  <a:lnTo>
                    <a:pt x="5290" y="7469"/>
                  </a:lnTo>
                  <a:lnTo>
                    <a:pt x="4403" y="7813"/>
                  </a:lnTo>
                  <a:cubicBezTo>
                    <a:pt x="3465" y="7378"/>
                    <a:pt x="2871" y="6437"/>
                    <a:pt x="2885" y="5404"/>
                  </a:cubicBezTo>
                  <a:cubicBezTo>
                    <a:pt x="2885" y="5268"/>
                    <a:pt x="2783" y="5199"/>
                    <a:pt x="2680" y="5199"/>
                  </a:cubicBezTo>
                  <a:cubicBezTo>
                    <a:pt x="2579" y="5199"/>
                    <a:pt x="2478" y="5266"/>
                    <a:pt x="2476" y="5401"/>
                  </a:cubicBezTo>
                  <a:lnTo>
                    <a:pt x="2476" y="5415"/>
                  </a:lnTo>
                  <a:lnTo>
                    <a:pt x="2353" y="5415"/>
                  </a:lnTo>
                  <a:cubicBezTo>
                    <a:pt x="2150" y="5412"/>
                    <a:pt x="1994" y="5234"/>
                    <a:pt x="2020" y="5035"/>
                  </a:cubicBezTo>
                  <a:cubicBezTo>
                    <a:pt x="2038" y="4867"/>
                    <a:pt x="2197" y="4734"/>
                    <a:pt x="2385" y="4734"/>
                  </a:cubicBezTo>
                  <a:cubicBezTo>
                    <a:pt x="2388" y="4734"/>
                    <a:pt x="2390" y="4734"/>
                    <a:pt x="2393" y="4734"/>
                  </a:cubicBezTo>
                  <a:lnTo>
                    <a:pt x="2686" y="4734"/>
                  </a:lnTo>
                  <a:cubicBezTo>
                    <a:pt x="2688" y="4734"/>
                    <a:pt x="2691" y="4734"/>
                    <a:pt x="2693" y="4734"/>
                  </a:cubicBezTo>
                  <a:cubicBezTo>
                    <a:pt x="3045" y="4734"/>
                    <a:pt x="3331" y="4453"/>
                    <a:pt x="3335" y="4101"/>
                  </a:cubicBezTo>
                  <a:lnTo>
                    <a:pt x="3342" y="3231"/>
                  </a:lnTo>
                  <a:cubicBezTo>
                    <a:pt x="3342" y="3130"/>
                    <a:pt x="3494" y="2960"/>
                    <a:pt x="3914" y="2811"/>
                  </a:cubicBezTo>
                  <a:cubicBezTo>
                    <a:pt x="4339" y="2663"/>
                    <a:pt x="4899" y="2583"/>
                    <a:pt x="5503" y="2583"/>
                  </a:cubicBezTo>
                  <a:cubicBezTo>
                    <a:pt x="5517" y="2583"/>
                    <a:pt x="5530" y="2583"/>
                    <a:pt x="5544" y="2583"/>
                  </a:cubicBezTo>
                  <a:cubicBezTo>
                    <a:pt x="5899" y="2587"/>
                    <a:pt x="6250" y="2619"/>
                    <a:pt x="6598" y="2688"/>
                  </a:cubicBezTo>
                  <a:cubicBezTo>
                    <a:pt x="6613" y="2691"/>
                    <a:pt x="6629" y="2693"/>
                    <a:pt x="6643" y="2693"/>
                  </a:cubicBezTo>
                  <a:cubicBezTo>
                    <a:pt x="6870" y="2693"/>
                    <a:pt x="6926" y="2337"/>
                    <a:pt x="6674" y="2286"/>
                  </a:cubicBezTo>
                  <a:cubicBezTo>
                    <a:pt x="6304" y="2217"/>
                    <a:pt x="5928" y="2178"/>
                    <a:pt x="5547" y="2178"/>
                  </a:cubicBezTo>
                  <a:cubicBezTo>
                    <a:pt x="5522" y="2177"/>
                    <a:pt x="5496" y="2177"/>
                    <a:pt x="5471" y="2177"/>
                  </a:cubicBezTo>
                  <a:cubicBezTo>
                    <a:pt x="4837" y="2177"/>
                    <a:pt x="4240" y="2264"/>
                    <a:pt x="3784" y="2427"/>
                  </a:cubicBezTo>
                  <a:cubicBezTo>
                    <a:pt x="3088" y="2670"/>
                    <a:pt x="2940" y="2996"/>
                    <a:pt x="2940" y="3224"/>
                  </a:cubicBezTo>
                  <a:lnTo>
                    <a:pt x="2929" y="4097"/>
                  </a:lnTo>
                  <a:cubicBezTo>
                    <a:pt x="2929" y="4227"/>
                    <a:pt x="2824" y="4329"/>
                    <a:pt x="2697" y="4329"/>
                  </a:cubicBezTo>
                  <a:lnTo>
                    <a:pt x="2335" y="4325"/>
                  </a:lnTo>
                  <a:cubicBezTo>
                    <a:pt x="2085" y="4122"/>
                    <a:pt x="1813" y="3815"/>
                    <a:pt x="1817" y="3434"/>
                  </a:cubicBezTo>
                  <a:cubicBezTo>
                    <a:pt x="1828" y="2495"/>
                    <a:pt x="3492" y="1714"/>
                    <a:pt x="5473" y="1714"/>
                  </a:cubicBezTo>
                  <a:close/>
                  <a:moveTo>
                    <a:pt x="5489" y="7831"/>
                  </a:moveTo>
                  <a:lnTo>
                    <a:pt x="6214" y="8128"/>
                  </a:lnTo>
                  <a:lnTo>
                    <a:pt x="5801" y="8534"/>
                  </a:lnTo>
                  <a:cubicBezTo>
                    <a:pt x="5713" y="8618"/>
                    <a:pt x="5599" y="8660"/>
                    <a:pt x="5484" y="8660"/>
                  </a:cubicBezTo>
                  <a:cubicBezTo>
                    <a:pt x="5368" y="8660"/>
                    <a:pt x="5251" y="8616"/>
                    <a:pt x="5163" y="8526"/>
                  </a:cubicBezTo>
                  <a:lnTo>
                    <a:pt x="4758" y="8114"/>
                  </a:lnTo>
                  <a:lnTo>
                    <a:pt x="5489" y="7831"/>
                  </a:lnTo>
                  <a:close/>
                  <a:moveTo>
                    <a:pt x="5505" y="1"/>
                  </a:moveTo>
                  <a:cubicBezTo>
                    <a:pt x="4624" y="1"/>
                    <a:pt x="3791" y="138"/>
                    <a:pt x="3085" y="407"/>
                  </a:cubicBezTo>
                  <a:cubicBezTo>
                    <a:pt x="2751" y="530"/>
                    <a:pt x="2527" y="848"/>
                    <a:pt x="2523" y="1203"/>
                  </a:cubicBezTo>
                  <a:lnTo>
                    <a:pt x="2516" y="1964"/>
                  </a:lnTo>
                  <a:cubicBezTo>
                    <a:pt x="1832" y="2341"/>
                    <a:pt x="1419" y="2855"/>
                    <a:pt x="1411" y="3434"/>
                  </a:cubicBezTo>
                  <a:cubicBezTo>
                    <a:pt x="1408" y="3807"/>
                    <a:pt x="1578" y="4169"/>
                    <a:pt x="1911" y="4492"/>
                  </a:cubicBezTo>
                  <a:cubicBezTo>
                    <a:pt x="1748" y="4611"/>
                    <a:pt x="1643" y="4792"/>
                    <a:pt x="1618" y="4992"/>
                  </a:cubicBezTo>
                  <a:cubicBezTo>
                    <a:pt x="1589" y="5252"/>
                    <a:pt x="1698" y="5509"/>
                    <a:pt x="1904" y="5669"/>
                  </a:cubicBezTo>
                  <a:cubicBezTo>
                    <a:pt x="1666" y="6052"/>
                    <a:pt x="1974" y="6484"/>
                    <a:pt x="2352" y="6484"/>
                  </a:cubicBezTo>
                  <a:cubicBezTo>
                    <a:pt x="2446" y="6484"/>
                    <a:pt x="2544" y="6457"/>
                    <a:pt x="2639" y="6397"/>
                  </a:cubicBezTo>
                  <a:cubicBezTo>
                    <a:pt x="2907" y="7208"/>
                    <a:pt x="3505" y="7867"/>
                    <a:pt x="4287" y="8211"/>
                  </a:cubicBezTo>
                  <a:lnTo>
                    <a:pt x="4881" y="8816"/>
                  </a:lnTo>
                  <a:cubicBezTo>
                    <a:pt x="5048" y="8987"/>
                    <a:pt x="5271" y="9073"/>
                    <a:pt x="5494" y="9073"/>
                  </a:cubicBezTo>
                  <a:cubicBezTo>
                    <a:pt x="5710" y="9073"/>
                    <a:pt x="5927" y="8993"/>
                    <a:pt x="6094" y="8831"/>
                  </a:cubicBezTo>
                  <a:lnTo>
                    <a:pt x="6699" y="8237"/>
                  </a:lnTo>
                  <a:cubicBezTo>
                    <a:pt x="6739" y="8219"/>
                    <a:pt x="6775" y="8200"/>
                    <a:pt x="6815" y="8182"/>
                  </a:cubicBezTo>
                  <a:lnTo>
                    <a:pt x="6815" y="8182"/>
                  </a:lnTo>
                  <a:lnTo>
                    <a:pt x="6808" y="8881"/>
                  </a:lnTo>
                  <a:cubicBezTo>
                    <a:pt x="6804" y="9262"/>
                    <a:pt x="7050" y="9598"/>
                    <a:pt x="7416" y="9711"/>
                  </a:cubicBezTo>
                  <a:lnTo>
                    <a:pt x="8615" y="10080"/>
                  </a:lnTo>
                  <a:cubicBezTo>
                    <a:pt x="8148" y="10598"/>
                    <a:pt x="6862" y="11931"/>
                    <a:pt x="5446" y="12619"/>
                  </a:cubicBezTo>
                  <a:cubicBezTo>
                    <a:pt x="4052" y="11905"/>
                    <a:pt x="2791" y="10544"/>
                    <a:pt x="2331" y="10015"/>
                  </a:cubicBezTo>
                  <a:lnTo>
                    <a:pt x="3541" y="9674"/>
                  </a:lnTo>
                  <a:cubicBezTo>
                    <a:pt x="3903" y="9569"/>
                    <a:pt x="4157" y="9236"/>
                    <a:pt x="4164" y="8860"/>
                  </a:cubicBezTo>
                  <a:lnTo>
                    <a:pt x="4164" y="8693"/>
                  </a:lnTo>
                  <a:cubicBezTo>
                    <a:pt x="4164" y="8556"/>
                    <a:pt x="4061" y="8487"/>
                    <a:pt x="3959" y="8487"/>
                  </a:cubicBezTo>
                  <a:cubicBezTo>
                    <a:pt x="3857" y="8487"/>
                    <a:pt x="3756" y="8554"/>
                    <a:pt x="3755" y="8689"/>
                  </a:cubicBezTo>
                  <a:lnTo>
                    <a:pt x="3755" y="8852"/>
                  </a:lnTo>
                  <a:cubicBezTo>
                    <a:pt x="3751" y="9055"/>
                    <a:pt x="3621" y="9229"/>
                    <a:pt x="3429" y="9283"/>
                  </a:cubicBezTo>
                  <a:lnTo>
                    <a:pt x="1125" y="9935"/>
                  </a:lnTo>
                  <a:cubicBezTo>
                    <a:pt x="481" y="10120"/>
                    <a:pt x="35" y="10703"/>
                    <a:pt x="24" y="11373"/>
                  </a:cubicBezTo>
                  <a:lnTo>
                    <a:pt x="3" y="13666"/>
                  </a:lnTo>
                  <a:cubicBezTo>
                    <a:pt x="1" y="13802"/>
                    <a:pt x="103" y="13871"/>
                    <a:pt x="206" y="13871"/>
                  </a:cubicBezTo>
                  <a:cubicBezTo>
                    <a:pt x="307" y="13871"/>
                    <a:pt x="408" y="13804"/>
                    <a:pt x="408" y="13669"/>
                  </a:cubicBezTo>
                  <a:lnTo>
                    <a:pt x="434" y="11377"/>
                  </a:lnTo>
                  <a:cubicBezTo>
                    <a:pt x="441" y="10888"/>
                    <a:pt x="767" y="10464"/>
                    <a:pt x="1234" y="10326"/>
                  </a:cubicBezTo>
                  <a:lnTo>
                    <a:pt x="1900" y="10138"/>
                  </a:lnTo>
                  <a:cubicBezTo>
                    <a:pt x="2234" y="10544"/>
                    <a:pt x="3682" y="12210"/>
                    <a:pt x="5355" y="13032"/>
                  </a:cubicBezTo>
                  <a:cubicBezTo>
                    <a:pt x="5383" y="13044"/>
                    <a:pt x="5412" y="13051"/>
                    <a:pt x="5442" y="13051"/>
                  </a:cubicBezTo>
                  <a:cubicBezTo>
                    <a:pt x="5472" y="13051"/>
                    <a:pt x="5502" y="13044"/>
                    <a:pt x="5529" y="13032"/>
                  </a:cubicBezTo>
                  <a:cubicBezTo>
                    <a:pt x="7217" y="12246"/>
                    <a:pt x="8698" y="10609"/>
                    <a:pt x="9046" y="10210"/>
                  </a:cubicBezTo>
                  <a:lnTo>
                    <a:pt x="9705" y="10410"/>
                  </a:lnTo>
                  <a:cubicBezTo>
                    <a:pt x="10172" y="10555"/>
                    <a:pt x="10487" y="10989"/>
                    <a:pt x="10484" y="11478"/>
                  </a:cubicBezTo>
                  <a:lnTo>
                    <a:pt x="10462" y="13767"/>
                  </a:lnTo>
                  <a:cubicBezTo>
                    <a:pt x="10460" y="13905"/>
                    <a:pt x="10564" y="13974"/>
                    <a:pt x="10668" y="13974"/>
                  </a:cubicBezTo>
                  <a:cubicBezTo>
                    <a:pt x="10769" y="13974"/>
                    <a:pt x="10870" y="13908"/>
                    <a:pt x="10871" y="13774"/>
                  </a:cubicBezTo>
                  <a:lnTo>
                    <a:pt x="10893" y="11482"/>
                  </a:lnTo>
                  <a:cubicBezTo>
                    <a:pt x="10900" y="10808"/>
                    <a:pt x="10462" y="10210"/>
                    <a:pt x="9817" y="10015"/>
                  </a:cubicBezTo>
                  <a:lnTo>
                    <a:pt x="7528" y="9316"/>
                  </a:lnTo>
                  <a:cubicBezTo>
                    <a:pt x="7340" y="9258"/>
                    <a:pt x="7210" y="9081"/>
                    <a:pt x="7213" y="8881"/>
                  </a:cubicBezTo>
                  <a:lnTo>
                    <a:pt x="7221" y="7947"/>
                  </a:lnTo>
                  <a:cubicBezTo>
                    <a:pt x="7757" y="7585"/>
                    <a:pt x="8162" y="7060"/>
                    <a:pt x="8380" y="6451"/>
                  </a:cubicBezTo>
                  <a:cubicBezTo>
                    <a:pt x="8477" y="6516"/>
                    <a:pt x="8578" y="6544"/>
                    <a:pt x="8674" y="6544"/>
                  </a:cubicBezTo>
                  <a:cubicBezTo>
                    <a:pt x="9050" y="6544"/>
                    <a:pt x="9361" y="6116"/>
                    <a:pt x="9122" y="5730"/>
                  </a:cubicBezTo>
                  <a:cubicBezTo>
                    <a:pt x="9292" y="5611"/>
                    <a:pt x="9401" y="5426"/>
                    <a:pt x="9426" y="5220"/>
                  </a:cubicBezTo>
                  <a:cubicBezTo>
                    <a:pt x="9455" y="4966"/>
                    <a:pt x="9350" y="4716"/>
                    <a:pt x="9155" y="4557"/>
                  </a:cubicBezTo>
                  <a:cubicBezTo>
                    <a:pt x="9484" y="4242"/>
                    <a:pt x="9662" y="3887"/>
                    <a:pt x="9665" y="3514"/>
                  </a:cubicBezTo>
                  <a:cubicBezTo>
                    <a:pt x="9673" y="2938"/>
                    <a:pt x="9267" y="2417"/>
                    <a:pt x="8590" y="2022"/>
                  </a:cubicBezTo>
                  <a:lnTo>
                    <a:pt x="8597" y="1261"/>
                  </a:lnTo>
                  <a:cubicBezTo>
                    <a:pt x="8601" y="906"/>
                    <a:pt x="8387" y="584"/>
                    <a:pt x="8054" y="454"/>
                  </a:cubicBezTo>
                  <a:cubicBezTo>
                    <a:pt x="7340" y="167"/>
                    <a:pt x="6482" y="8"/>
                    <a:pt x="5573" y="1"/>
                  </a:cubicBezTo>
                  <a:cubicBezTo>
                    <a:pt x="5550" y="1"/>
                    <a:pt x="5527" y="1"/>
                    <a:pt x="55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2"/>
            <p:cNvSpPr/>
            <p:nvPr/>
          </p:nvSpPr>
          <p:spPr>
            <a:xfrm>
              <a:off x="5003217" y="4387784"/>
              <a:ext cx="24041" cy="10854"/>
            </a:xfrm>
            <a:custGeom>
              <a:rect b="b" l="l" r="r" t="t"/>
              <a:pathLst>
                <a:path extrusionOk="0" h="414" w="917">
                  <a:moveTo>
                    <a:pt x="280" y="0"/>
                  </a:moveTo>
                  <a:cubicBezTo>
                    <a:pt x="8" y="0"/>
                    <a:pt x="1" y="406"/>
                    <a:pt x="272" y="410"/>
                  </a:cubicBezTo>
                  <a:lnTo>
                    <a:pt x="711" y="413"/>
                  </a:lnTo>
                  <a:cubicBezTo>
                    <a:pt x="823" y="413"/>
                    <a:pt x="913" y="326"/>
                    <a:pt x="917" y="214"/>
                  </a:cubicBezTo>
                  <a:cubicBezTo>
                    <a:pt x="917" y="98"/>
                    <a:pt x="826" y="8"/>
                    <a:pt x="714" y="8"/>
                  </a:cubicBezTo>
                  <a:lnTo>
                    <a:pt x="2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2"/>
            <p:cNvSpPr/>
            <p:nvPr/>
          </p:nvSpPr>
          <p:spPr>
            <a:xfrm>
              <a:off x="5071907" y="4388545"/>
              <a:ext cx="25719" cy="10854"/>
            </a:xfrm>
            <a:custGeom>
              <a:rect b="b" l="l" r="r" t="t"/>
              <a:pathLst>
                <a:path extrusionOk="0" h="414" w="981">
                  <a:moveTo>
                    <a:pt x="271" y="0"/>
                  </a:moveTo>
                  <a:cubicBezTo>
                    <a:pt x="3" y="0"/>
                    <a:pt x="0" y="406"/>
                    <a:pt x="271" y="406"/>
                  </a:cubicBezTo>
                  <a:lnTo>
                    <a:pt x="705" y="413"/>
                  </a:lnTo>
                  <a:cubicBezTo>
                    <a:pt x="977" y="413"/>
                    <a:pt x="981" y="8"/>
                    <a:pt x="709" y="4"/>
                  </a:cubicBezTo>
                  <a:lnTo>
                    <a:pt x="274" y="0"/>
                  </a:lnTo>
                  <a:cubicBezTo>
                    <a:pt x="273" y="0"/>
                    <a:pt x="272"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8" name="Google Shape;13328;p82"/>
          <p:cNvGrpSpPr/>
          <p:nvPr/>
        </p:nvGrpSpPr>
        <p:grpSpPr>
          <a:xfrm>
            <a:off x="7606248" y="2431303"/>
            <a:ext cx="284984" cy="364843"/>
            <a:chOff x="7606248" y="2431303"/>
            <a:chExt cx="284984" cy="364843"/>
          </a:xfrm>
        </p:grpSpPr>
        <p:sp>
          <p:nvSpPr>
            <p:cNvPr id="13329" name="Google Shape;13329;p82"/>
            <p:cNvSpPr/>
            <p:nvPr/>
          </p:nvSpPr>
          <p:spPr>
            <a:xfrm>
              <a:off x="7611281" y="2636586"/>
              <a:ext cx="274340" cy="154316"/>
            </a:xfrm>
            <a:custGeom>
              <a:rect b="b" l="l" r="r" t="t"/>
              <a:pathLst>
                <a:path extrusionOk="0" h="5886" w="10464">
                  <a:moveTo>
                    <a:pt x="3705" y="0"/>
                  </a:moveTo>
                  <a:lnTo>
                    <a:pt x="3705" y="1036"/>
                  </a:lnTo>
                  <a:cubicBezTo>
                    <a:pt x="3705" y="1326"/>
                    <a:pt x="3517" y="1583"/>
                    <a:pt x="3238" y="1663"/>
                  </a:cubicBezTo>
                  <a:lnTo>
                    <a:pt x="942" y="2340"/>
                  </a:lnTo>
                  <a:cubicBezTo>
                    <a:pt x="384" y="2503"/>
                    <a:pt x="0" y="3013"/>
                    <a:pt x="0" y="3593"/>
                  </a:cubicBezTo>
                  <a:lnTo>
                    <a:pt x="0" y="5886"/>
                  </a:lnTo>
                  <a:lnTo>
                    <a:pt x="10464" y="5886"/>
                  </a:lnTo>
                  <a:lnTo>
                    <a:pt x="10464" y="3593"/>
                  </a:lnTo>
                  <a:cubicBezTo>
                    <a:pt x="10464" y="3013"/>
                    <a:pt x="10080" y="2503"/>
                    <a:pt x="9526" y="2340"/>
                  </a:cubicBezTo>
                  <a:lnTo>
                    <a:pt x="7229" y="1663"/>
                  </a:lnTo>
                  <a:cubicBezTo>
                    <a:pt x="6951" y="1583"/>
                    <a:pt x="6759" y="1326"/>
                    <a:pt x="6759" y="1036"/>
                  </a:cubicBezTo>
                  <a:lnTo>
                    <a:pt x="6759"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2"/>
            <p:cNvSpPr/>
            <p:nvPr/>
          </p:nvSpPr>
          <p:spPr>
            <a:xfrm>
              <a:off x="7611281" y="2684617"/>
              <a:ext cx="274340" cy="106286"/>
            </a:xfrm>
            <a:custGeom>
              <a:rect b="b" l="l" r="r" t="t"/>
              <a:pathLst>
                <a:path extrusionOk="0" h="4054" w="10464">
                  <a:moveTo>
                    <a:pt x="2670" y="1"/>
                  </a:moveTo>
                  <a:lnTo>
                    <a:pt x="942" y="508"/>
                  </a:lnTo>
                  <a:cubicBezTo>
                    <a:pt x="384" y="671"/>
                    <a:pt x="0" y="1181"/>
                    <a:pt x="0" y="1761"/>
                  </a:cubicBezTo>
                  <a:lnTo>
                    <a:pt x="0" y="4054"/>
                  </a:lnTo>
                  <a:lnTo>
                    <a:pt x="10464" y="4054"/>
                  </a:lnTo>
                  <a:lnTo>
                    <a:pt x="10464" y="1761"/>
                  </a:lnTo>
                  <a:cubicBezTo>
                    <a:pt x="10464" y="1181"/>
                    <a:pt x="10080" y="671"/>
                    <a:pt x="9526" y="508"/>
                  </a:cubicBezTo>
                  <a:lnTo>
                    <a:pt x="7794" y="1"/>
                  </a:lnTo>
                  <a:cubicBezTo>
                    <a:pt x="7548" y="1218"/>
                    <a:pt x="6476" y="2091"/>
                    <a:pt x="5234" y="2091"/>
                  </a:cubicBezTo>
                  <a:cubicBezTo>
                    <a:pt x="3992" y="2091"/>
                    <a:pt x="2920" y="1218"/>
                    <a:pt x="26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2"/>
            <p:cNvSpPr/>
            <p:nvPr/>
          </p:nvSpPr>
          <p:spPr>
            <a:xfrm>
              <a:off x="7708522" y="2636586"/>
              <a:ext cx="79963" cy="28551"/>
            </a:xfrm>
            <a:custGeom>
              <a:rect b="b" l="l" r="r" t="t"/>
              <a:pathLst>
                <a:path extrusionOk="0" h="1089" w="3050">
                  <a:moveTo>
                    <a:pt x="0" y="0"/>
                  </a:moveTo>
                  <a:lnTo>
                    <a:pt x="0" y="703"/>
                  </a:lnTo>
                  <a:cubicBezTo>
                    <a:pt x="475" y="960"/>
                    <a:pt x="999" y="1089"/>
                    <a:pt x="1523" y="1089"/>
                  </a:cubicBezTo>
                  <a:cubicBezTo>
                    <a:pt x="2048" y="1089"/>
                    <a:pt x="2573"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2"/>
            <p:cNvSpPr/>
            <p:nvPr/>
          </p:nvSpPr>
          <p:spPr>
            <a:xfrm>
              <a:off x="7651342" y="2487986"/>
              <a:ext cx="194298" cy="160110"/>
            </a:xfrm>
            <a:custGeom>
              <a:rect b="b" l="l" r="r" t="t"/>
              <a:pathLst>
                <a:path extrusionOk="0" h="6107" w="7411">
                  <a:moveTo>
                    <a:pt x="870" y="0"/>
                  </a:moveTo>
                  <a:lnTo>
                    <a:pt x="870" y="2398"/>
                  </a:lnTo>
                  <a:lnTo>
                    <a:pt x="544" y="2398"/>
                  </a:lnTo>
                  <a:cubicBezTo>
                    <a:pt x="243" y="2398"/>
                    <a:pt x="1" y="2640"/>
                    <a:pt x="1" y="2945"/>
                  </a:cubicBezTo>
                  <a:cubicBezTo>
                    <a:pt x="1" y="3245"/>
                    <a:pt x="243" y="3488"/>
                    <a:pt x="544" y="3488"/>
                  </a:cubicBezTo>
                  <a:lnTo>
                    <a:pt x="881" y="3488"/>
                  </a:lnTo>
                  <a:cubicBezTo>
                    <a:pt x="993" y="4966"/>
                    <a:pt x="2225" y="6106"/>
                    <a:pt x="3706" y="6106"/>
                  </a:cubicBezTo>
                  <a:cubicBezTo>
                    <a:pt x="5187" y="6106"/>
                    <a:pt x="6415" y="4966"/>
                    <a:pt x="6527" y="3488"/>
                  </a:cubicBezTo>
                  <a:lnTo>
                    <a:pt x="6864" y="3488"/>
                  </a:lnTo>
                  <a:cubicBezTo>
                    <a:pt x="7165" y="3488"/>
                    <a:pt x="7411" y="3245"/>
                    <a:pt x="7411" y="2945"/>
                  </a:cubicBezTo>
                  <a:cubicBezTo>
                    <a:pt x="7411" y="2640"/>
                    <a:pt x="7165" y="2398"/>
                    <a:pt x="6864" y="2398"/>
                  </a:cubicBezTo>
                  <a:lnTo>
                    <a:pt x="6538" y="2398"/>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2"/>
            <p:cNvSpPr/>
            <p:nvPr/>
          </p:nvSpPr>
          <p:spPr>
            <a:xfrm>
              <a:off x="7650503" y="2487986"/>
              <a:ext cx="172249" cy="160136"/>
            </a:xfrm>
            <a:custGeom>
              <a:rect b="b" l="l" r="r" t="t"/>
              <a:pathLst>
                <a:path extrusionOk="0" h="6108" w="6570">
                  <a:moveTo>
                    <a:pt x="902" y="0"/>
                  </a:moveTo>
                  <a:lnTo>
                    <a:pt x="902" y="2401"/>
                  </a:lnTo>
                  <a:lnTo>
                    <a:pt x="609" y="2401"/>
                  </a:lnTo>
                  <a:cubicBezTo>
                    <a:pt x="323" y="2401"/>
                    <a:pt x="65" y="2604"/>
                    <a:pt x="36" y="2890"/>
                  </a:cubicBezTo>
                  <a:cubicBezTo>
                    <a:pt x="0" y="3213"/>
                    <a:pt x="254" y="3492"/>
                    <a:pt x="580" y="3492"/>
                  </a:cubicBezTo>
                  <a:lnTo>
                    <a:pt x="916" y="3492"/>
                  </a:lnTo>
                  <a:cubicBezTo>
                    <a:pt x="1021" y="4987"/>
                    <a:pt x="2269" y="6108"/>
                    <a:pt x="3717" y="6108"/>
                  </a:cubicBezTo>
                  <a:cubicBezTo>
                    <a:pt x="3868" y="6108"/>
                    <a:pt x="4021" y="6096"/>
                    <a:pt x="4176" y="6070"/>
                  </a:cubicBezTo>
                  <a:cubicBezTo>
                    <a:pt x="2796" y="5857"/>
                    <a:pt x="1778" y="4669"/>
                    <a:pt x="1775" y="3274"/>
                  </a:cubicBezTo>
                  <a:lnTo>
                    <a:pt x="1775" y="1525"/>
                  </a:lnTo>
                  <a:cubicBezTo>
                    <a:pt x="1775" y="1043"/>
                    <a:pt x="2166" y="656"/>
                    <a:pt x="2648" y="656"/>
                  </a:cubicBezTo>
                  <a:lnTo>
                    <a:pt x="3962" y="656"/>
                  </a:lnTo>
                  <a:cubicBezTo>
                    <a:pt x="4151" y="799"/>
                    <a:pt x="4379" y="872"/>
                    <a:pt x="4607" y="872"/>
                  </a:cubicBezTo>
                  <a:cubicBezTo>
                    <a:pt x="4777" y="872"/>
                    <a:pt x="4947" y="832"/>
                    <a:pt x="5103" y="750"/>
                  </a:cubicBezTo>
                  <a:cubicBezTo>
                    <a:pt x="5403" y="972"/>
                    <a:pt x="5764" y="1090"/>
                    <a:pt x="6131" y="1090"/>
                  </a:cubicBezTo>
                  <a:cubicBezTo>
                    <a:pt x="6277" y="1090"/>
                    <a:pt x="6425" y="1071"/>
                    <a:pt x="6570" y="1032"/>
                  </a:cubicBezTo>
                  <a:lnTo>
                    <a:pt x="65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2"/>
            <p:cNvSpPr/>
            <p:nvPr/>
          </p:nvSpPr>
          <p:spPr>
            <a:xfrm>
              <a:off x="7659338" y="2436599"/>
              <a:ext cx="173874" cy="114256"/>
            </a:xfrm>
            <a:custGeom>
              <a:rect b="b" l="l" r="r" t="t"/>
              <a:pathLst>
                <a:path extrusionOk="0" h="4358" w="6632">
                  <a:moveTo>
                    <a:pt x="1840" y="1"/>
                  </a:moveTo>
                  <a:cubicBezTo>
                    <a:pt x="808" y="1"/>
                    <a:pt x="0" y="892"/>
                    <a:pt x="105" y="1917"/>
                  </a:cubicBezTo>
                  <a:lnTo>
                    <a:pt x="348" y="4358"/>
                  </a:lnTo>
                  <a:lnTo>
                    <a:pt x="565" y="4358"/>
                  </a:lnTo>
                  <a:cubicBezTo>
                    <a:pt x="804" y="4358"/>
                    <a:pt x="1000" y="4162"/>
                    <a:pt x="1000" y="3923"/>
                  </a:cubicBezTo>
                  <a:lnTo>
                    <a:pt x="1000" y="2960"/>
                  </a:lnTo>
                  <a:cubicBezTo>
                    <a:pt x="1000" y="2478"/>
                    <a:pt x="1391" y="2087"/>
                    <a:pt x="1872" y="2087"/>
                  </a:cubicBezTo>
                  <a:lnTo>
                    <a:pt x="5795" y="2087"/>
                  </a:lnTo>
                  <a:lnTo>
                    <a:pt x="5795" y="3923"/>
                  </a:lnTo>
                  <a:cubicBezTo>
                    <a:pt x="5795" y="4162"/>
                    <a:pt x="5990" y="4358"/>
                    <a:pt x="6233" y="4358"/>
                  </a:cubicBezTo>
                  <a:lnTo>
                    <a:pt x="6450" y="4358"/>
                  </a:lnTo>
                  <a:lnTo>
                    <a:pt x="6631" y="2000"/>
                  </a:lnTo>
                  <a:lnTo>
                    <a:pt x="6617" y="1996"/>
                  </a:lnTo>
                  <a:lnTo>
                    <a:pt x="579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2"/>
            <p:cNvSpPr/>
            <p:nvPr/>
          </p:nvSpPr>
          <p:spPr>
            <a:xfrm>
              <a:off x="7659417" y="2436599"/>
              <a:ext cx="71915" cy="114256"/>
            </a:xfrm>
            <a:custGeom>
              <a:rect b="b" l="l" r="r" t="t"/>
              <a:pathLst>
                <a:path extrusionOk="0" h="4358" w="2743">
                  <a:moveTo>
                    <a:pt x="1837" y="1"/>
                  </a:moveTo>
                  <a:cubicBezTo>
                    <a:pt x="805" y="1"/>
                    <a:pt x="1" y="888"/>
                    <a:pt x="102" y="1917"/>
                  </a:cubicBezTo>
                  <a:lnTo>
                    <a:pt x="348" y="4358"/>
                  </a:lnTo>
                  <a:lnTo>
                    <a:pt x="566" y="4358"/>
                  </a:lnTo>
                  <a:cubicBezTo>
                    <a:pt x="805" y="4358"/>
                    <a:pt x="1000" y="4162"/>
                    <a:pt x="1000" y="3923"/>
                  </a:cubicBezTo>
                  <a:lnTo>
                    <a:pt x="1000" y="1743"/>
                  </a:lnTo>
                  <a:cubicBezTo>
                    <a:pt x="1000" y="780"/>
                    <a:pt x="177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2"/>
            <p:cNvSpPr/>
            <p:nvPr/>
          </p:nvSpPr>
          <p:spPr>
            <a:xfrm>
              <a:off x="7777055" y="2436599"/>
              <a:ext cx="68585" cy="68585"/>
            </a:xfrm>
            <a:custGeom>
              <a:rect b="b" l="l" r="r" t="t"/>
              <a:pathLst>
                <a:path extrusionOk="0" h="2616" w="2616">
                  <a:moveTo>
                    <a:pt x="1308" y="1"/>
                  </a:moveTo>
                  <a:cubicBezTo>
                    <a:pt x="584" y="1"/>
                    <a:pt x="1" y="584"/>
                    <a:pt x="1" y="1308"/>
                  </a:cubicBezTo>
                  <a:cubicBezTo>
                    <a:pt x="1" y="2029"/>
                    <a:pt x="584" y="2616"/>
                    <a:pt x="1308" y="2616"/>
                  </a:cubicBezTo>
                  <a:cubicBezTo>
                    <a:pt x="2029" y="2616"/>
                    <a:pt x="2616" y="2029"/>
                    <a:pt x="2616" y="1308"/>
                  </a:cubicBezTo>
                  <a:cubicBezTo>
                    <a:pt x="2616" y="584"/>
                    <a:pt x="2029" y="1"/>
                    <a:pt x="130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2"/>
            <p:cNvSpPr/>
            <p:nvPr/>
          </p:nvSpPr>
          <p:spPr>
            <a:xfrm>
              <a:off x="7754193" y="2465203"/>
              <a:ext cx="34292" cy="34292"/>
            </a:xfrm>
            <a:custGeom>
              <a:rect b="b" l="l" r="r" t="t"/>
              <a:pathLst>
                <a:path extrusionOk="0" h="1308" w="1308">
                  <a:moveTo>
                    <a:pt x="652" y="0"/>
                  </a:moveTo>
                  <a:cubicBezTo>
                    <a:pt x="293" y="0"/>
                    <a:pt x="0" y="290"/>
                    <a:pt x="0" y="652"/>
                  </a:cubicBezTo>
                  <a:cubicBezTo>
                    <a:pt x="0" y="1014"/>
                    <a:pt x="293" y="1307"/>
                    <a:pt x="652" y="1307"/>
                  </a:cubicBezTo>
                  <a:cubicBezTo>
                    <a:pt x="1014" y="1307"/>
                    <a:pt x="1308" y="1014"/>
                    <a:pt x="1308" y="652"/>
                  </a:cubicBezTo>
                  <a:cubicBezTo>
                    <a:pt x="1308" y="290"/>
                    <a:pt x="1014" y="0"/>
                    <a:pt x="65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2"/>
            <p:cNvSpPr/>
            <p:nvPr/>
          </p:nvSpPr>
          <p:spPr>
            <a:xfrm>
              <a:off x="7659338" y="2684538"/>
              <a:ext cx="178227" cy="77682"/>
            </a:xfrm>
            <a:custGeom>
              <a:rect b="b" l="l" r="r" t="t"/>
              <a:pathLst>
                <a:path extrusionOk="0" h="2963" w="6798">
                  <a:moveTo>
                    <a:pt x="837" y="0"/>
                  </a:moveTo>
                  <a:lnTo>
                    <a:pt x="0" y="246"/>
                  </a:lnTo>
                  <a:cubicBezTo>
                    <a:pt x="362" y="1836"/>
                    <a:pt x="1771" y="2963"/>
                    <a:pt x="3401" y="2963"/>
                  </a:cubicBezTo>
                  <a:cubicBezTo>
                    <a:pt x="5027" y="2963"/>
                    <a:pt x="6439" y="1836"/>
                    <a:pt x="6798" y="246"/>
                  </a:cubicBezTo>
                  <a:lnTo>
                    <a:pt x="5961" y="0"/>
                  </a:lnTo>
                  <a:cubicBezTo>
                    <a:pt x="5715" y="1221"/>
                    <a:pt x="4643" y="2094"/>
                    <a:pt x="3401" y="2094"/>
                  </a:cubicBezTo>
                  <a:cubicBezTo>
                    <a:pt x="2159" y="2094"/>
                    <a:pt x="1087" y="1221"/>
                    <a:pt x="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2"/>
            <p:cNvSpPr/>
            <p:nvPr/>
          </p:nvSpPr>
          <p:spPr>
            <a:xfrm>
              <a:off x="7709073" y="2551222"/>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2"/>
            <p:cNvSpPr/>
            <p:nvPr/>
          </p:nvSpPr>
          <p:spPr>
            <a:xfrm>
              <a:off x="7777631" y="2551222"/>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2"/>
            <p:cNvSpPr/>
            <p:nvPr/>
          </p:nvSpPr>
          <p:spPr>
            <a:xfrm>
              <a:off x="7723912" y="2591151"/>
              <a:ext cx="49630" cy="16491"/>
            </a:xfrm>
            <a:custGeom>
              <a:rect b="b" l="l" r="r" t="t"/>
              <a:pathLst>
                <a:path extrusionOk="0" h="629" w="1893">
                  <a:moveTo>
                    <a:pt x="293" y="1"/>
                  </a:moveTo>
                  <a:cubicBezTo>
                    <a:pt x="136" y="1"/>
                    <a:pt x="1" y="206"/>
                    <a:pt x="148" y="353"/>
                  </a:cubicBezTo>
                  <a:cubicBezTo>
                    <a:pt x="326" y="527"/>
                    <a:pt x="623" y="629"/>
                    <a:pt x="945" y="629"/>
                  </a:cubicBezTo>
                  <a:cubicBezTo>
                    <a:pt x="1271" y="629"/>
                    <a:pt x="1568" y="527"/>
                    <a:pt x="1742" y="353"/>
                  </a:cubicBezTo>
                  <a:cubicBezTo>
                    <a:pt x="1892" y="206"/>
                    <a:pt x="1758" y="1"/>
                    <a:pt x="1599" y="1"/>
                  </a:cubicBezTo>
                  <a:cubicBezTo>
                    <a:pt x="1551" y="1"/>
                    <a:pt x="1501" y="19"/>
                    <a:pt x="1456" y="64"/>
                  </a:cubicBezTo>
                  <a:cubicBezTo>
                    <a:pt x="1383" y="136"/>
                    <a:pt x="1206" y="223"/>
                    <a:pt x="945" y="223"/>
                  </a:cubicBezTo>
                  <a:cubicBezTo>
                    <a:pt x="688" y="223"/>
                    <a:pt x="510" y="136"/>
                    <a:pt x="434" y="64"/>
                  </a:cubicBezTo>
                  <a:cubicBezTo>
                    <a:pt x="390"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2"/>
            <p:cNvSpPr/>
            <p:nvPr/>
          </p:nvSpPr>
          <p:spPr>
            <a:xfrm>
              <a:off x="7606248" y="2431303"/>
              <a:ext cx="284984" cy="364843"/>
            </a:xfrm>
            <a:custGeom>
              <a:rect b="b" l="l" r="r" t="t"/>
              <a:pathLst>
                <a:path extrusionOk="0" h="13916" w="10870">
                  <a:moveTo>
                    <a:pt x="8410" y="2897"/>
                  </a:moveTo>
                  <a:lnTo>
                    <a:pt x="8298" y="4357"/>
                  </a:lnTo>
                  <a:lnTo>
                    <a:pt x="8269" y="4357"/>
                  </a:lnTo>
                  <a:cubicBezTo>
                    <a:pt x="8138" y="4357"/>
                    <a:pt x="8037" y="4252"/>
                    <a:pt x="8037" y="4125"/>
                  </a:cubicBezTo>
                  <a:lnTo>
                    <a:pt x="8037" y="3006"/>
                  </a:lnTo>
                  <a:cubicBezTo>
                    <a:pt x="8164" y="2984"/>
                    <a:pt x="8291" y="2948"/>
                    <a:pt x="8410" y="2897"/>
                  </a:cubicBezTo>
                  <a:close/>
                  <a:moveTo>
                    <a:pt x="7813" y="406"/>
                  </a:moveTo>
                  <a:cubicBezTo>
                    <a:pt x="8664" y="406"/>
                    <a:pt x="9192" y="1329"/>
                    <a:pt x="8765" y="2064"/>
                  </a:cubicBezTo>
                  <a:cubicBezTo>
                    <a:pt x="8552" y="2430"/>
                    <a:pt x="8182" y="2613"/>
                    <a:pt x="7812" y="2613"/>
                  </a:cubicBezTo>
                  <a:cubicBezTo>
                    <a:pt x="7438" y="2613"/>
                    <a:pt x="7064" y="2427"/>
                    <a:pt x="6853" y="2054"/>
                  </a:cubicBezTo>
                  <a:cubicBezTo>
                    <a:pt x="6811" y="1980"/>
                    <a:pt x="6747" y="1949"/>
                    <a:pt x="6683" y="1949"/>
                  </a:cubicBezTo>
                  <a:cubicBezTo>
                    <a:pt x="6544" y="1949"/>
                    <a:pt x="6406" y="2095"/>
                    <a:pt x="6498" y="2256"/>
                  </a:cubicBezTo>
                  <a:cubicBezTo>
                    <a:pt x="6509" y="2278"/>
                    <a:pt x="6523" y="2300"/>
                    <a:pt x="6534" y="2318"/>
                  </a:cubicBezTo>
                  <a:cubicBezTo>
                    <a:pt x="6456" y="2371"/>
                    <a:pt x="6370" y="2394"/>
                    <a:pt x="6286" y="2394"/>
                  </a:cubicBezTo>
                  <a:cubicBezTo>
                    <a:pt x="6053" y="2394"/>
                    <a:pt x="5835" y="2209"/>
                    <a:pt x="5835" y="1945"/>
                  </a:cubicBezTo>
                  <a:cubicBezTo>
                    <a:pt x="5835" y="1809"/>
                    <a:pt x="5734" y="1741"/>
                    <a:pt x="5632" y="1741"/>
                  </a:cubicBezTo>
                  <a:cubicBezTo>
                    <a:pt x="5531" y="1741"/>
                    <a:pt x="5429" y="1809"/>
                    <a:pt x="5429" y="1945"/>
                  </a:cubicBezTo>
                  <a:cubicBezTo>
                    <a:pt x="5429" y="2452"/>
                    <a:pt x="5846" y="2804"/>
                    <a:pt x="6290" y="2804"/>
                  </a:cubicBezTo>
                  <a:cubicBezTo>
                    <a:pt x="6464" y="2804"/>
                    <a:pt x="6643" y="2750"/>
                    <a:pt x="6802" y="2629"/>
                  </a:cubicBezTo>
                  <a:cubicBezTo>
                    <a:pt x="7030" y="2840"/>
                    <a:pt x="7320" y="2970"/>
                    <a:pt x="7628" y="3010"/>
                  </a:cubicBezTo>
                  <a:lnTo>
                    <a:pt x="7628" y="4125"/>
                  </a:lnTo>
                  <a:cubicBezTo>
                    <a:pt x="7628" y="4477"/>
                    <a:pt x="7914" y="4763"/>
                    <a:pt x="8265" y="4763"/>
                  </a:cubicBezTo>
                  <a:lnTo>
                    <a:pt x="8595" y="4763"/>
                  </a:lnTo>
                  <a:cubicBezTo>
                    <a:pt x="8798" y="4763"/>
                    <a:pt x="8953" y="4940"/>
                    <a:pt x="8932" y="5139"/>
                  </a:cubicBezTo>
                  <a:cubicBezTo>
                    <a:pt x="8917" y="5313"/>
                    <a:pt x="8751" y="5447"/>
                    <a:pt x="8562" y="5447"/>
                  </a:cubicBezTo>
                  <a:lnTo>
                    <a:pt x="8472" y="5447"/>
                  </a:lnTo>
                  <a:lnTo>
                    <a:pt x="8472" y="5433"/>
                  </a:lnTo>
                  <a:cubicBezTo>
                    <a:pt x="8472" y="5320"/>
                    <a:pt x="8381" y="5230"/>
                    <a:pt x="8269" y="5230"/>
                  </a:cubicBezTo>
                  <a:cubicBezTo>
                    <a:pt x="8157" y="5230"/>
                    <a:pt x="8066" y="5320"/>
                    <a:pt x="8066" y="5433"/>
                  </a:cubicBezTo>
                  <a:cubicBezTo>
                    <a:pt x="8062" y="6885"/>
                    <a:pt x="6885" y="8062"/>
                    <a:pt x="5437" y="8062"/>
                  </a:cubicBezTo>
                  <a:cubicBezTo>
                    <a:pt x="3984" y="8062"/>
                    <a:pt x="2807" y="6885"/>
                    <a:pt x="2807" y="5433"/>
                  </a:cubicBezTo>
                  <a:lnTo>
                    <a:pt x="2804" y="5433"/>
                  </a:lnTo>
                  <a:cubicBezTo>
                    <a:pt x="2804" y="5297"/>
                    <a:pt x="2702" y="5229"/>
                    <a:pt x="2601" y="5229"/>
                  </a:cubicBezTo>
                  <a:cubicBezTo>
                    <a:pt x="2499" y="5229"/>
                    <a:pt x="2398" y="5297"/>
                    <a:pt x="2398" y="5433"/>
                  </a:cubicBezTo>
                  <a:lnTo>
                    <a:pt x="2398" y="5447"/>
                  </a:lnTo>
                  <a:lnTo>
                    <a:pt x="2275" y="5447"/>
                  </a:lnTo>
                  <a:cubicBezTo>
                    <a:pt x="2072" y="5447"/>
                    <a:pt x="1913" y="5270"/>
                    <a:pt x="1934" y="5070"/>
                  </a:cubicBezTo>
                  <a:cubicBezTo>
                    <a:pt x="1953" y="4897"/>
                    <a:pt x="2116" y="4763"/>
                    <a:pt x="2304" y="4763"/>
                  </a:cubicBezTo>
                  <a:lnTo>
                    <a:pt x="2601" y="4763"/>
                  </a:lnTo>
                  <a:cubicBezTo>
                    <a:pt x="2952" y="4763"/>
                    <a:pt x="3238" y="4477"/>
                    <a:pt x="3242" y="4125"/>
                  </a:cubicBezTo>
                  <a:lnTo>
                    <a:pt x="3242" y="3173"/>
                  </a:lnTo>
                  <a:cubicBezTo>
                    <a:pt x="3242" y="2803"/>
                    <a:pt x="3539" y="2503"/>
                    <a:pt x="3908" y="2503"/>
                  </a:cubicBezTo>
                  <a:lnTo>
                    <a:pt x="4763" y="2503"/>
                  </a:lnTo>
                  <a:cubicBezTo>
                    <a:pt x="5035" y="2503"/>
                    <a:pt x="5035" y="2097"/>
                    <a:pt x="4763" y="2097"/>
                  </a:cubicBezTo>
                  <a:lnTo>
                    <a:pt x="3908" y="2097"/>
                  </a:lnTo>
                  <a:cubicBezTo>
                    <a:pt x="3314" y="2097"/>
                    <a:pt x="2833" y="2579"/>
                    <a:pt x="2833" y="3173"/>
                  </a:cubicBezTo>
                  <a:lnTo>
                    <a:pt x="2833" y="4125"/>
                  </a:lnTo>
                  <a:cubicBezTo>
                    <a:pt x="2833" y="4252"/>
                    <a:pt x="2728" y="4357"/>
                    <a:pt x="2601" y="4357"/>
                  </a:cubicBezTo>
                  <a:lnTo>
                    <a:pt x="2568" y="4357"/>
                  </a:lnTo>
                  <a:lnTo>
                    <a:pt x="2340" y="2097"/>
                  </a:lnTo>
                  <a:cubicBezTo>
                    <a:pt x="2250" y="1192"/>
                    <a:pt x="2963" y="406"/>
                    <a:pt x="3872" y="406"/>
                  </a:cubicBezTo>
                  <a:close/>
                  <a:moveTo>
                    <a:pt x="6755" y="8167"/>
                  </a:moveTo>
                  <a:lnTo>
                    <a:pt x="6755" y="8866"/>
                  </a:lnTo>
                  <a:cubicBezTo>
                    <a:pt x="6759" y="9246"/>
                    <a:pt x="7009" y="9580"/>
                    <a:pt x="7371" y="9688"/>
                  </a:cubicBezTo>
                  <a:lnTo>
                    <a:pt x="7733" y="9797"/>
                  </a:lnTo>
                  <a:cubicBezTo>
                    <a:pt x="7635" y="10145"/>
                    <a:pt x="7461" y="10463"/>
                    <a:pt x="7222" y="10731"/>
                  </a:cubicBezTo>
                  <a:cubicBezTo>
                    <a:pt x="7087" y="10886"/>
                    <a:pt x="7223" y="11077"/>
                    <a:pt x="7376" y="11077"/>
                  </a:cubicBezTo>
                  <a:cubicBezTo>
                    <a:pt x="7427" y="11077"/>
                    <a:pt x="7481" y="11055"/>
                    <a:pt x="7526" y="11003"/>
                  </a:cubicBezTo>
                  <a:cubicBezTo>
                    <a:pt x="7805" y="10688"/>
                    <a:pt x="8008" y="10318"/>
                    <a:pt x="8124" y="9913"/>
                  </a:cubicBezTo>
                  <a:lnTo>
                    <a:pt x="8569" y="10043"/>
                  </a:lnTo>
                  <a:cubicBezTo>
                    <a:pt x="8381" y="10695"/>
                    <a:pt x="7997" y="11274"/>
                    <a:pt x="7468" y="11702"/>
                  </a:cubicBezTo>
                  <a:cubicBezTo>
                    <a:pt x="6867" y="12182"/>
                    <a:pt x="6140" y="12422"/>
                    <a:pt x="5414" y="12422"/>
                  </a:cubicBezTo>
                  <a:cubicBezTo>
                    <a:pt x="4687" y="12422"/>
                    <a:pt x="3961" y="12182"/>
                    <a:pt x="3361" y="11702"/>
                  </a:cubicBezTo>
                  <a:cubicBezTo>
                    <a:pt x="2836" y="11278"/>
                    <a:pt x="2449" y="10702"/>
                    <a:pt x="2260" y="10054"/>
                  </a:cubicBezTo>
                  <a:lnTo>
                    <a:pt x="2706" y="9924"/>
                  </a:lnTo>
                  <a:cubicBezTo>
                    <a:pt x="3072" y="11183"/>
                    <a:pt x="4217" y="11959"/>
                    <a:pt x="5420" y="11959"/>
                  </a:cubicBezTo>
                  <a:cubicBezTo>
                    <a:pt x="5895" y="11959"/>
                    <a:pt x="6379" y="11838"/>
                    <a:pt x="6827" y="11579"/>
                  </a:cubicBezTo>
                  <a:cubicBezTo>
                    <a:pt x="7026" y="11466"/>
                    <a:pt x="6911" y="11196"/>
                    <a:pt x="6729" y="11196"/>
                  </a:cubicBezTo>
                  <a:cubicBezTo>
                    <a:pt x="6695" y="11196"/>
                    <a:pt x="6658" y="11206"/>
                    <a:pt x="6621" y="11227"/>
                  </a:cubicBezTo>
                  <a:cubicBezTo>
                    <a:pt x="6239" y="11448"/>
                    <a:pt x="5826" y="11551"/>
                    <a:pt x="5421" y="11551"/>
                  </a:cubicBezTo>
                  <a:cubicBezTo>
                    <a:pt x="4392" y="11551"/>
                    <a:pt x="3412" y="10886"/>
                    <a:pt x="3097" y="9808"/>
                  </a:cubicBezTo>
                  <a:lnTo>
                    <a:pt x="3495" y="9692"/>
                  </a:lnTo>
                  <a:cubicBezTo>
                    <a:pt x="3861" y="9583"/>
                    <a:pt x="4111" y="9246"/>
                    <a:pt x="4111" y="8870"/>
                  </a:cubicBezTo>
                  <a:lnTo>
                    <a:pt x="4111" y="8167"/>
                  </a:lnTo>
                  <a:cubicBezTo>
                    <a:pt x="4529" y="8368"/>
                    <a:pt x="4982" y="8469"/>
                    <a:pt x="5434" y="8469"/>
                  </a:cubicBezTo>
                  <a:cubicBezTo>
                    <a:pt x="5887" y="8469"/>
                    <a:pt x="6338" y="8368"/>
                    <a:pt x="6755" y="8167"/>
                  </a:cubicBezTo>
                  <a:close/>
                  <a:moveTo>
                    <a:pt x="3876" y="0"/>
                  </a:moveTo>
                  <a:cubicBezTo>
                    <a:pt x="2724" y="0"/>
                    <a:pt x="1822" y="992"/>
                    <a:pt x="1938" y="2141"/>
                  </a:cubicBezTo>
                  <a:lnTo>
                    <a:pt x="2163" y="4371"/>
                  </a:lnTo>
                  <a:cubicBezTo>
                    <a:pt x="1829" y="4433"/>
                    <a:pt x="1565" y="4701"/>
                    <a:pt x="1532" y="5031"/>
                  </a:cubicBezTo>
                  <a:cubicBezTo>
                    <a:pt x="1485" y="5472"/>
                    <a:pt x="1833" y="5856"/>
                    <a:pt x="2279" y="5856"/>
                  </a:cubicBezTo>
                  <a:lnTo>
                    <a:pt x="2431" y="5856"/>
                  </a:lnTo>
                  <a:cubicBezTo>
                    <a:pt x="2550" y="6697"/>
                    <a:pt x="3010" y="7446"/>
                    <a:pt x="3709" y="7928"/>
                  </a:cubicBezTo>
                  <a:lnTo>
                    <a:pt x="3709" y="8866"/>
                  </a:lnTo>
                  <a:cubicBezTo>
                    <a:pt x="3705" y="9065"/>
                    <a:pt x="3575" y="9239"/>
                    <a:pt x="3387" y="9297"/>
                  </a:cubicBezTo>
                  <a:lnTo>
                    <a:pt x="1087" y="9974"/>
                  </a:lnTo>
                  <a:cubicBezTo>
                    <a:pt x="446" y="10163"/>
                    <a:pt x="4" y="10753"/>
                    <a:pt x="0" y="11423"/>
                  </a:cubicBezTo>
                  <a:lnTo>
                    <a:pt x="0" y="13712"/>
                  </a:lnTo>
                  <a:cubicBezTo>
                    <a:pt x="0" y="13848"/>
                    <a:pt x="103" y="13916"/>
                    <a:pt x="205" y="13916"/>
                  </a:cubicBezTo>
                  <a:cubicBezTo>
                    <a:pt x="307" y="13916"/>
                    <a:pt x="410" y="13848"/>
                    <a:pt x="410" y="13712"/>
                  </a:cubicBezTo>
                  <a:lnTo>
                    <a:pt x="410" y="11423"/>
                  </a:lnTo>
                  <a:cubicBezTo>
                    <a:pt x="410" y="10934"/>
                    <a:pt x="732" y="10503"/>
                    <a:pt x="1203" y="10362"/>
                  </a:cubicBezTo>
                  <a:lnTo>
                    <a:pt x="1873" y="10166"/>
                  </a:lnTo>
                  <a:cubicBezTo>
                    <a:pt x="2333" y="11745"/>
                    <a:pt x="3778" y="12828"/>
                    <a:pt x="5422" y="12828"/>
                  </a:cubicBezTo>
                  <a:cubicBezTo>
                    <a:pt x="7066" y="12825"/>
                    <a:pt x="8512" y="11734"/>
                    <a:pt x="8968" y="10155"/>
                  </a:cubicBezTo>
                  <a:lnTo>
                    <a:pt x="9670" y="10362"/>
                  </a:lnTo>
                  <a:cubicBezTo>
                    <a:pt x="10138" y="10503"/>
                    <a:pt x="10460" y="10934"/>
                    <a:pt x="10464" y="11423"/>
                  </a:cubicBezTo>
                  <a:lnTo>
                    <a:pt x="10464" y="13712"/>
                  </a:lnTo>
                  <a:cubicBezTo>
                    <a:pt x="10464" y="13848"/>
                    <a:pt x="10565" y="13916"/>
                    <a:pt x="10666" y="13916"/>
                  </a:cubicBezTo>
                  <a:cubicBezTo>
                    <a:pt x="10768" y="13916"/>
                    <a:pt x="10869" y="13848"/>
                    <a:pt x="10869" y="13712"/>
                  </a:cubicBezTo>
                  <a:lnTo>
                    <a:pt x="10869" y="11423"/>
                  </a:lnTo>
                  <a:cubicBezTo>
                    <a:pt x="10866" y="10753"/>
                    <a:pt x="10424" y="10163"/>
                    <a:pt x="9783" y="9974"/>
                  </a:cubicBezTo>
                  <a:lnTo>
                    <a:pt x="7487" y="9297"/>
                  </a:lnTo>
                  <a:cubicBezTo>
                    <a:pt x="7295" y="9239"/>
                    <a:pt x="7164" y="9065"/>
                    <a:pt x="7164" y="8866"/>
                  </a:cubicBezTo>
                  <a:lnTo>
                    <a:pt x="7164" y="7928"/>
                  </a:lnTo>
                  <a:cubicBezTo>
                    <a:pt x="7860" y="7443"/>
                    <a:pt x="8323" y="6693"/>
                    <a:pt x="8443" y="5853"/>
                  </a:cubicBezTo>
                  <a:lnTo>
                    <a:pt x="8562" y="5853"/>
                  </a:lnTo>
                  <a:cubicBezTo>
                    <a:pt x="8961" y="5853"/>
                    <a:pt x="9301" y="5559"/>
                    <a:pt x="9341" y="5183"/>
                  </a:cubicBezTo>
                  <a:cubicBezTo>
                    <a:pt x="9381" y="4784"/>
                    <a:pt x="9102" y="4426"/>
                    <a:pt x="8707" y="4368"/>
                  </a:cubicBezTo>
                  <a:lnTo>
                    <a:pt x="8841" y="2619"/>
                  </a:lnTo>
                  <a:cubicBezTo>
                    <a:pt x="9297" y="2198"/>
                    <a:pt x="9450" y="1539"/>
                    <a:pt x="9221" y="960"/>
                  </a:cubicBezTo>
                  <a:cubicBezTo>
                    <a:pt x="8997" y="380"/>
                    <a:pt x="8439" y="0"/>
                    <a:pt x="7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2"/>
            <p:cNvSpPr/>
            <p:nvPr/>
          </p:nvSpPr>
          <p:spPr>
            <a:xfrm>
              <a:off x="7701574" y="2534128"/>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2"/>
            <p:cNvSpPr/>
            <p:nvPr/>
          </p:nvSpPr>
          <p:spPr>
            <a:xfrm>
              <a:off x="7770133" y="2534128"/>
              <a:ext cx="25667" cy="10749"/>
            </a:xfrm>
            <a:custGeom>
              <a:rect b="b" l="l" r="r" t="t"/>
              <a:pathLst>
                <a:path extrusionOk="0" h="410" w="979">
                  <a:moveTo>
                    <a:pt x="272" y="0"/>
                  </a:moveTo>
                  <a:cubicBezTo>
                    <a:pt x="1" y="0"/>
                    <a:pt x="1" y="410"/>
                    <a:pt x="272" y="410"/>
                  </a:cubicBezTo>
                  <a:lnTo>
                    <a:pt x="710" y="410"/>
                  </a:lnTo>
                  <a:cubicBezTo>
                    <a:pt x="978" y="410"/>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5" name="Google Shape;13345;p82"/>
          <p:cNvGrpSpPr/>
          <p:nvPr/>
        </p:nvGrpSpPr>
        <p:grpSpPr>
          <a:xfrm>
            <a:off x="5805866" y="4286087"/>
            <a:ext cx="284879" cy="364948"/>
            <a:chOff x="5805866" y="4286087"/>
            <a:chExt cx="284879" cy="364948"/>
          </a:xfrm>
        </p:grpSpPr>
        <p:sp>
          <p:nvSpPr>
            <p:cNvPr id="13346" name="Google Shape;13346;p82"/>
            <p:cNvSpPr/>
            <p:nvPr/>
          </p:nvSpPr>
          <p:spPr>
            <a:xfrm>
              <a:off x="5811266" y="4542835"/>
              <a:ext cx="274261" cy="102956"/>
            </a:xfrm>
            <a:custGeom>
              <a:rect b="b" l="l" r="r" t="t"/>
              <a:pathLst>
                <a:path extrusionOk="0" h="3927" w="10461">
                  <a:moveTo>
                    <a:pt x="3706" y="1"/>
                  </a:moveTo>
                  <a:lnTo>
                    <a:pt x="939" y="816"/>
                  </a:lnTo>
                  <a:cubicBezTo>
                    <a:pt x="381" y="979"/>
                    <a:pt x="0" y="1489"/>
                    <a:pt x="0" y="2069"/>
                  </a:cubicBezTo>
                  <a:lnTo>
                    <a:pt x="0" y="3927"/>
                  </a:lnTo>
                  <a:lnTo>
                    <a:pt x="10460" y="3927"/>
                  </a:lnTo>
                  <a:lnTo>
                    <a:pt x="10460" y="2069"/>
                  </a:lnTo>
                  <a:cubicBezTo>
                    <a:pt x="10460" y="1489"/>
                    <a:pt x="10080" y="979"/>
                    <a:pt x="9522" y="816"/>
                  </a:cubicBezTo>
                  <a:lnTo>
                    <a:pt x="675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2"/>
            <p:cNvSpPr/>
            <p:nvPr/>
          </p:nvSpPr>
          <p:spPr>
            <a:xfrm>
              <a:off x="5872327" y="4542835"/>
              <a:ext cx="152140" cy="51413"/>
            </a:xfrm>
            <a:custGeom>
              <a:rect b="b" l="l" r="r" t="t"/>
              <a:pathLst>
                <a:path extrusionOk="0" h="1961" w="5803">
                  <a:moveTo>
                    <a:pt x="1377" y="1"/>
                  </a:moveTo>
                  <a:lnTo>
                    <a:pt x="0" y="406"/>
                  </a:lnTo>
                  <a:cubicBezTo>
                    <a:pt x="645" y="1377"/>
                    <a:pt x="1735" y="1960"/>
                    <a:pt x="2901" y="1960"/>
                  </a:cubicBezTo>
                  <a:cubicBezTo>
                    <a:pt x="4067" y="1960"/>
                    <a:pt x="5158" y="1377"/>
                    <a:pt x="5802" y="406"/>
                  </a:cubicBezTo>
                  <a:lnTo>
                    <a:pt x="44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2"/>
            <p:cNvSpPr/>
            <p:nvPr/>
          </p:nvSpPr>
          <p:spPr>
            <a:xfrm>
              <a:off x="5856937" y="4546164"/>
              <a:ext cx="40008" cy="99548"/>
            </a:xfrm>
            <a:custGeom>
              <a:rect b="b" l="l" r="r" t="t"/>
              <a:pathLst>
                <a:path extrusionOk="0" h="3797" w="1526">
                  <a:moveTo>
                    <a:pt x="1525" y="0"/>
                  </a:moveTo>
                  <a:lnTo>
                    <a:pt x="1" y="450"/>
                  </a:lnTo>
                  <a:lnTo>
                    <a:pt x="1" y="3796"/>
                  </a:lnTo>
                  <a:lnTo>
                    <a:pt x="1525" y="3796"/>
                  </a:lnTo>
                  <a:lnTo>
                    <a:pt x="1525"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2"/>
            <p:cNvSpPr/>
            <p:nvPr/>
          </p:nvSpPr>
          <p:spPr>
            <a:xfrm>
              <a:off x="5999849" y="4546164"/>
              <a:ext cx="39982" cy="99548"/>
            </a:xfrm>
            <a:custGeom>
              <a:rect b="b" l="l" r="r" t="t"/>
              <a:pathLst>
                <a:path extrusionOk="0" h="3797" w="1525">
                  <a:moveTo>
                    <a:pt x="0" y="0"/>
                  </a:moveTo>
                  <a:lnTo>
                    <a:pt x="0" y="3796"/>
                  </a:lnTo>
                  <a:lnTo>
                    <a:pt x="1525" y="3796"/>
                  </a:lnTo>
                  <a:lnTo>
                    <a:pt x="1525" y="450"/>
                  </a:lnTo>
                  <a:lnTo>
                    <a:pt x="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2"/>
            <p:cNvSpPr/>
            <p:nvPr/>
          </p:nvSpPr>
          <p:spPr>
            <a:xfrm>
              <a:off x="5999849" y="4546164"/>
              <a:ext cx="24618" cy="32221"/>
            </a:xfrm>
            <a:custGeom>
              <a:rect b="b" l="l" r="r" t="t"/>
              <a:pathLst>
                <a:path extrusionOk="0" h="1229" w="939">
                  <a:moveTo>
                    <a:pt x="0" y="0"/>
                  </a:moveTo>
                  <a:lnTo>
                    <a:pt x="0" y="1228"/>
                  </a:lnTo>
                  <a:cubicBezTo>
                    <a:pt x="370" y="975"/>
                    <a:pt x="688" y="652"/>
                    <a:pt x="938" y="279"/>
                  </a:cubicBezTo>
                  <a:lnTo>
                    <a:pt x="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2"/>
            <p:cNvSpPr/>
            <p:nvPr/>
          </p:nvSpPr>
          <p:spPr>
            <a:xfrm>
              <a:off x="5874136" y="4365657"/>
              <a:ext cx="148522" cy="34319"/>
            </a:xfrm>
            <a:custGeom>
              <a:rect b="b" l="l" r="r" t="t"/>
              <a:pathLst>
                <a:path extrusionOk="0" h="1309" w="5665">
                  <a:moveTo>
                    <a:pt x="0" y="1"/>
                  </a:moveTo>
                  <a:lnTo>
                    <a:pt x="0" y="1308"/>
                  </a:lnTo>
                  <a:lnTo>
                    <a:pt x="5664" y="1308"/>
                  </a:lnTo>
                  <a:lnTo>
                    <a:pt x="566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2"/>
            <p:cNvSpPr/>
            <p:nvPr/>
          </p:nvSpPr>
          <p:spPr>
            <a:xfrm>
              <a:off x="5851248" y="4399949"/>
              <a:ext cx="194298" cy="74274"/>
            </a:xfrm>
            <a:custGeom>
              <a:rect b="b" l="l" r="r" t="t"/>
              <a:pathLst>
                <a:path extrusionOk="0" h="2833" w="7411">
                  <a:moveTo>
                    <a:pt x="873" y="0"/>
                  </a:moveTo>
                  <a:lnTo>
                    <a:pt x="873" y="1090"/>
                  </a:lnTo>
                  <a:lnTo>
                    <a:pt x="543" y="1090"/>
                  </a:lnTo>
                  <a:cubicBezTo>
                    <a:pt x="243" y="1090"/>
                    <a:pt x="0" y="1333"/>
                    <a:pt x="0" y="1633"/>
                  </a:cubicBezTo>
                  <a:cubicBezTo>
                    <a:pt x="0" y="1934"/>
                    <a:pt x="243" y="2180"/>
                    <a:pt x="543" y="2180"/>
                  </a:cubicBezTo>
                  <a:lnTo>
                    <a:pt x="873" y="2180"/>
                  </a:lnTo>
                  <a:lnTo>
                    <a:pt x="873" y="2832"/>
                  </a:lnTo>
                  <a:lnTo>
                    <a:pt x="6537" y="2832"/>
                  </a:lnTo>
                  <a:lnTo>
                    <a:pt x="6537" y="2180"/>
                  </a:lnTo>
                  <a:lnTo>
                    <a:pt x="6863" y="2180"/>
                  </a:lnTo>
                  <a:cubicBezTo>
                    <a:pt x="7164" y="2180"/>
                    <a:pt x="7410" y="1934"/>
                    <a:pt x="7410" y="1633"/>
                  </a:cubicBezTo>
                  <a:cubicBezTo>
                    <a:pt x="7410" y="1333"/>
                    <a:pt x="7164" y="1090"/>
                    <a:pt x="6863" y="1090"/>
                  </a:cubicBezTo>
                  <a:lnTo>
                    <a:pt x="6537" y="1090"/>
                  </a:lnTo>
                  <a:lnTo>
                    <a:pt x="6537"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2"/>
            <p:cNvSpPr/>
            <p:nvPr/>
          </p:nvSpPr>
          <p:spPr>
            <a:xfrm>
              <a:off x="5850488" y="4399949"/>
              <a:ext cx="172170" cy="74274"/>
            </a:xfrm>
            <a:custGeom>
              <a:rect b="b" l="l" r="r" t="t"/>
              <a:pathLst>
                <a:path extrusionOk="0" h="2833" w="6567">
                  <a:moveTo>
                    <a:pt x="902" y="0"/>
                  </a:moveTo>
                  <a:lnTo>
                    <a:pt x="902" y="1090"/>
                  </a:lnTo>
                  <a:lnTo>
                    <a:pt x="609" y="1090"/>
                  </a:lnTo>
                  <a:cubicBezTo>
                    <a:pt x="323" y="1090"/>
                    <a:pt x="65" y="1297"/>
                    <a:pt x="33" y="1579"/>
                  </a:cubicBezTo>
                  <a:cubicBezTo>
                    <a:pt x="0" y="1901"/>
                    <a:pt x="254" y="2180"/>
                    <a:pt x="576" y="2180"/>
                  </a:cubicBezTo>
                  <a:lnTo>
                    <a:pt x="902" y="2180"/>
                  </a:lnTo>
                  <a:lnTo>
                    <a:pt x="902" y="2832"/>
                  </a:lnTo>
                  <a:lnTo>
                    <a:pt x="1775" y="2832"/>
                  </a:lnTo>
                  <a:lnTo>
                    <a:pt x="1775" y="1963"/>
                  </a:lnTo>
                  <a:cubicBezTo>
                    <a:pt x="1775" y="1239"/>
                    <a:pt x="2358" y="652"/>
                    <a:pt x="3082" y="652"/>
                  </a:cubicBezTo>
                  <a:lnTo>
                    <a:pt x="6566" y="652"/>
                  </a:lnTo>
                  <a:lnTo>
                    <a:pt x="656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2"/>
            <p:cNvSpPr/>
            <p:nvPr/>
          </p:nvSpPr>
          <p:spPr>
            <a:xfrm>
              <a:off x="5891204" y="4291409"/>
              <a:ext cx="159927" cy="138271"/>
            </a:xfrm>
            <a:custGeom>
              <a:rect b="b" l="l" r="r" t="t"/>
              <a:pathLst>
                <a:path extrusionOk="0" h="5274" w="6100">
                  <a:moveTo>
                    <a:pt x="2156" y="0"/>
                  </a:moveTo>
                  <a:cubicBezTo>
                    <a:pt x="1403" y="0"/>
                    <a:pt x="661" y="189"/>
                    <a:pt x="1" y="551"/>
                  </a:cubicBezTo>
                  <a:cubicBezTo>
                    <a:pt x="2109" y="3626"/>
                    <a:pt x="4539" y="5002"/>
                    <a:pt x="5010" y="5230"/>
                  </a:cubicBezTo>
                  <a:cubicBezTo>
                    <a:pt x="5084" y="5266"/>
                    <a:pt x="5176" y="5274"/>
                    <a:pt x="5239" y="5274"/>
                  </a:cubicBezTo>
                  <a:cubicBezTo>
                    <a:pt x="5284" y="5274"/>
                    <a:pt x="5314" y="5270"/>
                    <a:pt x="5314" y="5270"/>
                  </a:cubicBezTo>
                  <a:cubicBezTo>
                    <a:pt x="5814" y="4720"/>
                    <a:pt x="6093" y="4010"/>
                    <a:pt x="6100" y="3271"/>
                  </a:cubicBezTo>
                  <a:cubicBezTo>
                    <a:pt x="6100" y="1464"/>
                    <a:pt x="4343" y="0"/>
                    <a:pt x="2178" y="0"/>
                  </a:cubicBezTo>
                  <a:cubicBezTo>
                    <a:pt x="2170" y="0"/>
                    <a:pt x="2163" y="0"/>
                    <a:pt x="215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2"/>
            <p:cNvSpPr/>
            <p:nvPr/>
          </p:nvSpPr>
          <p:spPr>
            <a:xfrm>
              <a:off x="5845533" y="4291409"/>
              <a:ext cx="159927" cy="138271"/>
            </a:xfrm>
            <a:custGeom>
              <a:rect b="b" l="l" r="r" t="t"/>
              <a:pathLst>
                <a:path extrusionOk="0" h="5274" w="6100">
                  <a:moveTo>
                    <a:pt x="3945" y="0"/>
                  </a:moveTo>
                  <a:cubicBezTo>
                    <a:pt x="3938" y="0"/>
                    <a:pt x="3930" y="0"/>
                    <a:pt x="3923" y="0"/>
                  </a:cubicBezTo>
                  <a:cubicBezTo>
                    <a:pt x="1757" y="0"/>
                    <a:pt x="1" y="1464"/>
                    <a:pt x="1" y="3271"/>
                  </a:cubicBezTo>
                  <a:cubicBezTo>
                    <a:pt x="8" y="4010"/>
                    <a:pt x="287" y="4720"/>
                    <a:pt x="783" y="5270"/>
                  </a:cubicBezTo>
                  <a:cubicBezTo>
                    <a:pt x="783" y="5270"/>
                    <a:pt x="814" y="5274"/>
                    <a:pt x="860" y="5274"/>
                  </a:cubicBezTo>
                  <a:cubicBezTo>
                    <a:pt x="924" y="5274"/>
                    <a:pt x="1017" y="5266"/>
                    <a:pt x="1091" y="5230"/>
                  </a:cubicBezTo>
                  <a:cubicBezTo>
                    <a:pt x="1562" y="5002"/>
                    <a:pt x="3992" y="3626"/>
                    <a:pt x="6100" y="551"/>
                  </a:cubicBezTo>
                  <a:cubicBezTo>
                    <a:pt x="5440" y="189"/>
                    <a:pt x="4698" y="0"/>
                    <a:pt x="394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2"/>
            <p:cNvSpPr/>
            <p:nvPr/>
          </p:nvSpPr>
          <p:spPr>
            <a:xfrm>
              <a:off x="5839844" y="4594221"/>
              <a:ext cx="17120" cy="51491"/>
            </a:xfrm>
            <a:custGeom>
              <a:rect b="b" l="l" r="r" t="t"/>
              <a:pathLst>
                <a:path extrusionOk="0" h="1964" w="653">
                  <a:moveTo>
                    <a:pt x="653" y="0"/>
                  </a:moveTo>
                  <a:cubicBezTo>
                    <a:pt x="290" y="0"/>
                    <a:pt x="1" y="293"/>
                    <a:pt x="1" y="656"/>
                  </a:cubicBezTo>
                  <a:lnTo>
                    <a:pt x="1" y="1963"/>
                  </a:lnTo>
                  <a:lnTo>
                    <a:pt x="653" y="1963"/>
                  </a:lnTo>
                  <a:lnTo>
                    <a:pt x="65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2"/>
            <p:cNvSpPr/>
            <p:nvPr/>
          </p:nvSpPr>
          <p:spPr>
            <a:xfrm>
              <a:off x="6039804" y="4594221"/>
              <a:ext cx="17120" cy="51491"/>
            </a:xfrm>
            <a:custGeom>
              <a:rect b="b" l="l" r="r" t="t"/>
              <a:pathLst>
                <a:path extrusionOk="0" h="1964" w="653">
                  <a:moveTo>
                    <a:pt x="1" y="0"/>
                  </a:moveTo>
                  <a:lnTo>
                    <a:pt x="1" y="1963"/>
                  </a:lnTo>
                  <a:lnTo>
                    <a:pt x="653" y="1963"/>
                  </a:lnTo>
                  <a:lnTo>
                    <a:pt x="653" y="656"/>
                  </a:lnTo>
                  <a:cubicBezTo>
                    <a:pt x="653" y="293"/>
                    <a:pt x="360" y="0"/>
                    <a:pt x="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2"/>
            <p:cNvSpPr/>
            <p:nvPr/>
          </p:nvSpPr>
          <p:spPr>
            <a:xfrm>
              <a:off x="5872327" y="4546164"/>
              <a:ext cx="24697" cy="32221"/>
            </a:xfrm>
            <a:custGeom>
              <a:rect b="b" l="l" r="r" t="t"/>
              <a:pathLst>
                <a:path extrusionOk="0" h="1229" w="942">
                  <a:moveTo>
                    <a:pt x="942" y="0"/>
                  </a:moveTo>
                  <a:lnTo>
                    <a:pt x="0" y="279"/>
                  </a:lnTo>
                  <a:cubicBezTo>
                    <a:pt x="250" y="652"/>
                    <a:pt x="569" y="975"/>
                    <a:pt x="942" y="1228"/>
                  </a:cubicBezTo>
                  <a:lnTo>
                    <a:pt x="942"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2"/>
            <p:cNvSpPr/>
            <p:nvPr/>
          </p:nvSpPr>
          <p:spPr>
            <a:xfrm>
              <a:off x="5874136" y="4462897"/>
              <a:ext cx="148522" cy="114256"/>
            </a:xfrm>
            <a:custGeom>
              <a:rect b="b" l="l" r="r" t="t"/>
              <a:pathLst>
                <a:path extrusionOk="0" h="4358" w="5665">
                  <a:moveTo>
                    <a:pt x="0" y="0"/>
                  </a:moveTo>
                  <a:lnTo>
                    <a:pt x="0" y="1525"/>
                  </a:lnTo>
                  <a:cubicBezTo>
                    <a:pt x="0" y="3090"/>
                    <a:pt x="1268" y="4357"/>
                    <a:pt x="2832" y="4357"/>
                  </a:cubicBezTo>
                  <a:cubicBezTo>
                    <a:pt x="4397" y="4357"/>
                    <a:pt x="5664" y="3090"/>
                    <a:pt x="5664" y="1525"/>
                  </a:cubicBezTo>
                  <a:lnTo>
                    <a:pt x="566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2"/>
            <p:cNvSpPr/>
            <p:nvPr/>
          </p:nvSpPr>
          <p:spPr>
            <a:xfrm>
              <a:off x="5873874" y="4462897"/>
              <a:ext cx="86020" cy="114282"/>
            </a:xfrm>
            <a:custGeom>
              <a:rect b="b" l="l" r="r" t="t"/>
              <a:pathLst>
                <a:path extrusionOk="0" h="4359" w="3281">
                  <a:moveTo>
                    <a:pt x="10" y="0"/>
                  </a:moveTo>
                  <a:lnTo>
                    <a:pt x="10" y="1525"/>
                  </a:lnTo>
                  <a:cubicBezTo>
                    <a:pt x="0" y="3110"/>
                    <a:pt x="1288" y="4359"/>
                    <a:pt x="2819" y="4359"/>
                  </a:cubicBezTo>
                  <a:cubicBezTo>
                    <a:pt x="2970" y="4359"/>
                    <a:pt x="3125" y="4346"/>
                    <a:pt x="3280" y="4321"/>
                  </a:cubicBezTo>
                  <a:cubicBezTo>
                    <a:pt x="1901" y="4107"/>
                    <a:pt x="883" y="2919"/>
                    <a:pt x="883" y="1525"/>
                  </a:cubicBezTo>
                  <a:lnTo>
                    <a:pt x="8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2"/>
            <p:cNvSpPr/>
            <p:nvPr/>
          </p:nvSpPr>
          <p:spPr>
            <a:xfrm>
              <a:off x="5908796" y="4428893"/>
              <a:ext cx="10644" cy="16491"/>
            </a:xfrm>
            <a:custGeom>
              <a:rect b="b" l="l" r="r" t="t"/>
              <a:pathLst>
                <a:path extrusionOk="0" h="629" w="406">
                  <a:moveTo>
                    <a:pt x="203" y="1"/>
                  </a:moveTo>
                  <a:cubicBezTo>
                    <a:pt x="91" y="1"/>
                    <a:pt x="0" y="91"/>
                    <a:pt x="0" y="207"/>
                  </a:cubicBezTo>
                  <a:lnTo>
                    <a:pt x="0" y="424"/>
                  </a:lnTo>
                  <a:cubicBezTo>
                    <a:pt x="0" y="560"/>
                    <a:pt x="101" y="628"/>
                    <a:pt x="203" y="628"/>
                  </a:cubicBezTo>
                  <a:cubicBezTo>
                    <a:pt x="304" y="628"/>
                    <a:pt x="406" y="560"/>
                    <a:pt x="406" y="424"/>
                  </a:cubicBezTo>
                  <a:lnTo>
                    <a:pt x="406" y="207"/>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2"/>
            <p:cNvSpPr/>
            <p:nvPr/>
          </p:nvSpPr>
          <p:spPr>
            <a:xfrm>
              <a:off x="5977328" y="4428893"/>
              <a:ext cx="10671" cy="16491"/>
            </a:xfrm>
            <a:custGeom>
              <a:rect b="b" l="l" r="r" t="t"/>
              <a:pathLst>
                <a:path extrusionOk="0" h="629" w="407">
                  <a:moveTo>
                    <a:pt x="204" y="1"/>
                  </a:moveTo>
                  <a:cubicBezTo>
                    <a:pt x="91" y="1"/>
                    <a:pt x="1" y="91"/>
                    <a:pt x="1" y="207"/>
                  </a:cubicBezTo>
                  <a:lnTo>
                    <a:pt x="1" y="424"/>
                  </a:lnTo>
                  <a:cubicBezTo>
                    <a:pt x="1" y="560"/>
                    <a:pt x="102" y="628"/>
                    <a:pt x="204" y="628"/>
                  </a:cubicBezTo>
                  <a:cubicBezTo>
                    <a:pt x="305" y="628"/>
                    <a:pt x="407" y="560"/>
                    <a:pt x="407" y="424"/>
                  </a:cubicBezTo>
                  <a:lnTo>
                    <a:pt x="407" y="207"/>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2"/>
            <p:cNvSpPr/>
            <p:nvPr/>
          </p:nvSpPr>
          <p:spPr>
            <a:xfrm>
              <a:off x="5923556" y="4480227"/>
              <a:ext cx="49604" cy="16491"/>
            </a:xfrm>
            <a:custGeom>
              <a:rect b="b" l="l" r="r" t="t"/>
              <a:pathLst>
                <a:path extrusionOk="0" h="629" w="1892">
                  <a:moveTo>
                    <a:pt x="293" y="1"/>
                  </a:moveTo>
                  <a:cubicBezTo>
                    <a:pt x="134" y="1"/>
                    <a:pt x="0" y="206"/>
                    <a:pt x="150" y="353"/>
                  </a:cubicBezTo>
                  <a:cubicBezTo>
                    <a:pt x="324" y="524"/>
                    <a:pt x="625" y="629"/>
                    <a:pt x="947" y="629"/>
                  </a:cubicBezTo>
                  <a:cubicBezTo>
                    <a:pt x="1270" y="629"/>
                    <a:pt x="1570" y="524"/>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2"/>
            <p:cNvSpPr/>
            <p:nvPr/>
          </p:nvSpPr>
          <p:spPr>
            <a:xfrm>
              <a:off x="5805866" y="4286087"/>
              <a:ext cx="284879" cy="364895"/>
            </a:xfrm>
            <a:custGeom>
              <a:rect b="b" l="l" r="r" t="t"/>
              <a:pathLst>
                <a:path extrusionOk="0" h="13918" w="10866">
                  <a:moveTo>
                    <a:pt x="5436" y="3579"/>
                  </a:moveTo>
                  <a:cubicBezTo>
                    <a:pt x="5664" y="3782"/>
                    <a:pt x="5882" y="3970"/>
                    <a:pt x="6092" y="4140"/>
                  </a:cubicBezTo>
                  <a:lnTo>
                    <a:pt x="4781" y="4140"/>
                  </a:lnTo>
                  <a:cubicBezTo>
                    <a:pt x="4994" y="3970"/>
                    <a:pt x="5212" y="3785"/>
                    <a:pt x="5436" y="3579"/>
                  </a:cubicBezTo>
                  <a:close/>
                  <a:moveTo>
                    <a:pt x="5460" y="406"/>
                  </a:moveTo>
                  <a:cubicBezTo>
                    <a:pt x="6097" y="406"/>
                    <a:pt x="6729" y="547"/>
                    <a:pt x="7305" y="819"/>
                  </a:cubicBezTo>
                  <a:cubicBezTo>
                    <a:pt x="5317" y="3716"/>
                    <a:pt x="2868" y="4980"/>
                    <a:pt x="2376" y="5212"/>
                  </a:cubicBezTo>
                  <a:cubicBezTo>
                    <a:pt x="1945" y="4698"/>
                    <a:pt x="1717" y="4100"/>
                    <a:pt x="1717" y="3470"/>
                  </a:cubicBezTo>
                  <a:cubicBezTo>
                    <a:pt x="1717" y="1782"/>
                    <a:pt x="3386" y="406"/>
                    <a:pt x="5436" y="406"/>
                  </a:cubicBezTo>
                  <a:cubicBezTo>
                    <a:pt x="5444" y="406"/>
                    <a:pt x="5452" y="406"/>
                    <a:pt x="5460" y="406"/>
                  </a:cubicBezTo>
                  <a:close/>
                  <a:moveTo>
                    <a:pt x="7660" y="1018"/>
                  </a:moveTo>
                  <a:cubicBezTo>
                    <a:pt x="8569" y="1579"/>
                    <a:pt x="9155" y="2470"/>
                    <a:pt x="9156" y="3472"/>
                  </a:cubicBezTo>
                  <a:lnTo>
                    <a:pt x="9156" y="3472"/>
                  </a:lnTo>
                  <a:cubicBezTo>
                    <a:pt x="9155" y="4102"/>
                    <a:pt x="8927" y="4698"/>
                    <a:pt x="8497" y="5212"/>
                  </a:cubicBezTo>
                  <a:cubicBezTo>
                    <a:pt x="8163" y="5053"/>
                    <a:pt x="7037" y="4473"/>
                    <a:pt x="5733" y="3296"/>
                  </a:cubicBezTo>
                  <a:cubicBezTo>
                    <a:pt x="6454" y="2605"/>
                    <a:pt x="7099" y="1840"/>
                    <a:pt x="7660" y="1018"/>
                  </a:cubicBezTo>
                  <a:close/>
                  <a:moveTo>
                    <a:pt x="6628" y="4546"/>
                  </a:moveTo>
                  <a:cubicBezTo>
                    <a:pt x="7454" y="5147"/>
                    <a:pt x="8095" y="5473"/>
                    <a:pt x="8330" y="5585"/>
                  </a:cubicBezTo>
                  <a:cubicBezTo>
                    <a:pt x="8406" y="5618"/>
                    <a:pt x="8486" y="5636"/>
                    <a:pt x="8569" y="5636"/>
                  </a:cubicBezTo>
                  <a:cubicBezTo>
                    <a:pt x="8757" y="5636"/>
                    <a:pt x="8920" y="5774"/>
                    <a:pt x="8938" y="5944"/>
                  </a:cubicBezTo>
                  <a:cubicBezTo>
                    <a:pt x="8960" y="6143"/>
                    <a:pt x="8801" y="6320"/>
                    <a:pt x="8598" y="6320"/>
                  </a:cubicBezTo>
                  <a:lnTo>
                    <a:pt x="8475" y="6320"/>
                  </a:lnTo>
                  <a:lnTo>
                    <a:pt x="8475" y="6306"/>
                  </a:lnTo>
                  <a:cubicBezTo>
                    <a:pt x="8475" y="6170"/>
                    <a:pt x="8373" y="6102"/>
                    <a:pt x="8270" y="6102"/>
                  </a:cubicBezTo>
                  <a:cubicBezTo>
                    <a:pt x="8168" y="6102"/>
                    <a:pt x="8066" y="6170"/>
                    <a:pt x="8066" y="6306"/>
                  </a:cubicBezTo>
                  <a:lnTo>
                    <a:pt x="8066" y="6538"/>
                  </a:lnTo>
                  <a:lnTo>
                    <a:pt x="7834" y="6538"/>
                  </a:lnTo>
                  <a:cubicBezTo>
                    <a:pt x="7562" y="6538"/>
                    <a:pt x="7562" y="6943"/>
                    <a:pt x="7834" y="6943"/>
                  </a:cubicBezTo>
                  <a:lnTo>
                    <a:pt x="8066" y="6943"/>
                  </a:lnTo>
                  <a:lnTo>
                    <a:pt x="8066" y="8265"/>
                  </a:lnTo>
                  <a:cubicBezTo>
                    <a:pt x="8066" y="9718"/>
                    <a:pt x="6889" y="10895"/>
                    <a:pt x="5436" y="10895"/>
                  </a:cubicBezTo>
                  <a:cubicBezTo>
                    <a:pt x="3984" y="10895"/>
                    <a:pt x="2807" y="9718"/>
                    <a:pt x="2807" y="8265"/>
                  </a:cubicBezTo>
                  <a:lnTo>
                    <a:pt x="2807" y="6943"/>
                  </a:lnTo>
                  <a:lnTo>
                    <a:pt x="6961" y="6943"/>
                  </a:lnTo>
                  <a:cubicBezTo>
                    <a:pt x="7233" y="6943"/>
                    <a:pt x="7233" y="6538"/>
                    <a:pt x="6961" y="6538"/>
                  </a:cubicBezTo>
                  <a:lnTo>
                    <a:pt x="2807" y="6538"/>
                  </a:lnTo>
                  <a:lnTo>
                    <a:pt x="2807" y="6306"/>
                  </a:lnTo>
                  <a:cubicBezTo>
                    <a:pt x="2807" y="6170"/>
                    <a:pt x="2705" y="6102"/>
                    <a:pt x="2602" y="6102"/>
                  </a:cubicBezTo>
                  <a:cubicBezTo>
                    <a:pt x="2500" y="6102"/>
                    <a:pt x="2398" y="6170"/>
                    <a:pt x="2398" y="6306"/>
                  </a:cubicBezTo>
                  <a:lnTo>
                    <a:pt x="2398" y="6320"/>
                  </a:lnTo>
                  <a:lnTo>
                    <a:pt x="2274" y="6320"/>
                  </a:lnTo>
                  <a:cubicBezTo>
                    <a:pt x="2072" y="6320"/>
                    <a:pt x="1916" y="6143"/>
                    <a:pt x="1938" y="5944"/>
                  </a:cubicBezTo>
                  <a:cubicBezTo>
                    <a:pt x="1952" y="5770"/>
                    <a:pt x="2119" y="5636"/>
                    <a:pt x="2307" y="5636"/>
                  </a:cubicBezTo>
                  <a:cubicBezTo>
                    <a:pt x="2390" y="5636"/>
                    <a:pt x="2470" y="5618"/>
                    <a:pt x="2546" y="5585"/>
                  </a:cubicBezTo>
                  <a:cubicBezTo>
                    <a:pt x="2771" y="5477"/>
                    <a:pt x="3419" y="5151"/>
                    <a:pt x="4248" y="4546"/>
                  </a:cubicBezTo>
                  <a:close/>
                  <a:moveTo>
                    <a:pt x="5433" y="1"/>
                  </a:moveTo>
                  <a:cubicBezTo>
                    <a:pt x="3158" y="1"/>
                    <a:pt x="1307" y="1558"/>
                    <a:pt x="1307" y="3474"/>
                  </a:cubicBezTo>
                  <a:cubicBezTo>
                    <a:pt x="1311" y="4140"/>
                    <a:pt x="1532" y="4789"/>
                    <a:pt x="1938" y="5321"/>
                  </a:cubicBezTo>
                  <a:cubicBezTo>
                    <a:pt x="1630" y="5477"/>
                    <a:pt x="1470" y="5821"/>
                    <a:pt x="1550" y="6158"/>
                  </a:cubicBezTo>
                  <a:cubicBezTo>
                    <a:pt x="1630" y="6494"/>
                    <a:pt x="1930" y="6730"/>
                    <a:pt x="2274" y="6730"/>
                  </a:cubicBezTo>
                  <a:lnTo>
                    <a:pt x="2398" y="6730"/>
                  </a:lnTo>
                  <a:lnTo>
                    <a:pt x="2398" y="8269"/>
                  </a:lnTo>
                  <a:cubicBezTo>
                    <a:pt x="2398" y="8841"/>
                    <a:pt x="2561" y="9403"/>
                    <a:pt x="2865" y="9888"/>
                  </a:cubicBezTo>
                  <a:lnTo>
                    <a:pt x="1087" y="10409"/>
                  </a:lnTo>
                  <a:cubicBezTo>
                    <a:pt x="446" y="10601"/>
                    <a:pt x="4" y="11188"/>
                    <a:pt x="0" y="11858"/>
                  </a:cubicBezTo>
                  <a:lnTo>
                    <a:pt x="0" y="13716"/>
                  </a:lnTo>
                  <a:cubicBezTo>
                    <a:pt x="0" y="13850"/>
                    <a:pt x="101" y="13917"/>
                    <a:pt x="203" y="13917"/>
                  </a:cubicBezTo>
                  <a:cubicBezTo>
                    <a:pt x="304" y="13917"/>
                    <a:pt x="406" y="13850"/>
                    <a:pt x="406" y="13716"/>
                  </a:cubicBezTo>
                  <a:lnTo>
                    <a:pt x="406" y="11858"/>
                  </a:lnTo>
                  <a:cubicBezTo>
                    <a:pt x="409" y="11369"/>
                    <a:pt x="732" y="10938"/>
                    <a:pt x="1199" y="10801"/>
                  </a:cubicBezTo>
                  <a:lnTo>
                    <a:pt x="1742" y="10641"/>
                  </a:lnTo>
                  <a:lnTo>
                    <a:pt x="1742" y="13712"/>
                  </a:lnTo>
                  <a:cubicBezTo>
                    <a:pt x="1742" y="13848"/>
                    <a:pt x="1844" y="13916"/>
                    <a:pt x="1947" y="13916"/>
                  </a:cubicBezTo>
                  <a:cubicBezTo>
                    <a:pt x="2049" y="13916"/>
                    <a:pt x="2151" y="13848"/>
                    <a:pt x="2151" y="13712"/>
                  </a:cubicBezTo>
                  <a:lnTo>
                    <a:pt x="2151" y="10518"/>
                  </a:lnTo>
                  <a:lnTo>
                    <a:pt x="3122" y="10232"/>
                  </a:lnTo>
                  <a:cubicBezTo>
                    <a:pt x="3169" y="10286"/>
                    <a:pt x="3216" y="10341"/>
                    <a:pt x="3267" y="10391"/>
                  </a:cubicBezTo>
                  <a:lnTo>
                    <a:pt x="3267" y="11098"/>
                  </a:lnTo>
                  <a:cubicBezTo>
                    <a:pt x="3267" y="11233"/>
                    <a:pt x="3369" y="11301"/>
                    <a:pt x="3471" y="11301"/>
                  </a:cubicBezTo>
                  <a:cubicBezTo>
                    <a:pt x="3574" y="11301"/>
                    <a:pt x="3676" y="11233"/>
                    <a:pt x="3676" y="11098"/>
                  </a:cubicBezTo>
                  <a:lnTo>
                    <a:pt x="3676" y="10739"/>
                  </a:lnTo>
                  <a:cubicBezTo>
                    <a:pt x="4201" y="11114"/>
                    <a:pt x="4817" y="11301"/>
                    <a:pt x="5433" y="11301"/>
                  </a:cubicBezTo>
                  <a:cubicBezTo>
                    <a:pt x="6048" y="11301"/>
                    <a:pt x="6664" y="11114"/>
                    <a:pt x="7189" y="10739"/>
                  </a:cubicBezTo>
                  <a:lnTo>
                    <a:pt x="7189" y="13712"/>
                  </a:lnTo>
                  <a:cubicBezTo>
                    <a:pt x="7189" y="13848"/>
                    <a:pt x="7291" y="13916"/>
                    <a:pt x="7394" y="13916"/>
                  </a:cubicBezTo>
                  <a:cubicBezTo>
                    <a:pt x="7496" y="13916"/>
                    <a:pt x="7598" y="13848"/>
                    <a:pt x="7598" y="13712"/>
                  </a:cubicBezTo>
                  <a:lnTo>
                    <a:pt x="7598" y="10391"/>
                  </a:lnTo>
                  <a:cubicBezTo>
                    <a:pt x="7649" y="10341"/>
                    <a:pt x="7696" y="10286"/>
                    <a:pt x="7743" y="10236"/>
                  </a:cubicBezTo>
                  <a:lnTo>
                    <a:pt x="8714" y="10518"/>
                  </a:lnTo>
                  <a:lnTo>
                    <a:pt x="8714" y="13712"/>
                  </a:lnTo>
                  <a:cubicBezTo>
                    <a:pt x="8714" y="13848"/>
                    <a:pt x="8816" y="13916"/>
                    <a:pt x="8919" y="13916"/>
                  </a:cubicBezTo>
                  <a:cubicBezTo>
                    <a:pt x="9021" y="13916"/>
                    <a:pt x="9123" y="13848"/>
                    <a:pt x="9123" y="13712"/>
                  </a:cubicBezTo>
                  <a:lnTo>
                    <a:pt x="9123" y="10638"/>
                  </a:lnTo>
                  <a:lnTo>
                    <a:pt x="9666" y="10797"/>
                  </a:lnTo>
                  <a:cubicBezTo>
                    <a:pt x="10134" y="10938"/>
                    <a:pt x="10456" y="11369"/>
                    <a:pt x="10460" y="11858"/>
                  </a:cubicBezTo>
                  <a:lnTo>
                    <a:pt x="10460" y="13712"/>
                  </a:lnTo>
                  <a:cubicBezTo>
                    <a:pt x="10460" y="13848"/>
                    <a:pt x="10561" y="13916"/>
                    <a:pt x="10662" y="13916"/>
                  </a:cubicBezTo>
                  <a:cubicBezTo>
                    <a:pt x="10764" y="13916"/>
                    <a:pt x="10865" y="13848"/>
                    <a:pt x="10865" y="13712"/>
                  </a:cubicBezTo>
                  <a:lnTo>
                    <a:pt x="10865" y="11858"/>
                  </a:lnTo>
                  <a:cubicBezTo>
                    <a:pt x="10862" y="11188"/>
                    <a:pt x="10423" y="10601"/>
                    <a:pt x="9786" y="10409"/>
                  </a:cubicBezTo>
                  <a:lnTo>
                    <a:pt x="8004" y="9888"/>
                  </a:lnTo>
                  <a:cubicBezTo>
                    <a:pt x="8308" y="9403"/>
                    <a:pt x="8471" y="8841"/>
                    <a:pt x="8471" y="8269"/>
                  </a:cubicBezTo>
                  <a:lnTo>
                    <a:pt x="8471" y="6730"/>
                  </a:lnTo>
                  <a:lnTo>
                    <a:pt x="8598" y="6730"/>
                  </a:lnTo>
                  <a:cubicBezTo>
                    <a:pt x="8601" y="6730"/>
                    <a:pt x="8603" y="6730"/>
                    <a:pt x="8606" y="6730"/>
                  </a:cubicBezTo>
                  <a:cubicBezTo>
                    <a:pt x="8947" y="6730"/>
                    <a:pt x="9247" y="6492"/>
                    <a:pt x="9326" y="6158"/>
                  </a:cubicBezTo>
                  <a:cubicBezTo>
                    <a:pt x="9406" y="5821"/>
                    <a:pt x="9243" y="5473"/>
                    <a:pt x="8931" y="5321"/>
                  </a:cubicBezTo>
                  <a:cubicBezTo>
                    <a:pt x="9337" y="4789"/>
                    <a:pt x="9558" y="4140"/>
                    <a:pt x="9561" y="3474"/>
                  </a:cubicBezTo>
                  <a:cubicBezTo>
                    <a:pt x="9561" y="1558"/>
                    <a:pt x="7711" y="1"/>
                    <a:pt x="5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2"/>
            <p:cNvSpPr/>
            <p:nvPr/>
          </p:nvSpPr>
          <p:spPr>
            <a:xfrm>
              <a:off x="5891597" y="4594588"/>
              <a:ext cx="10749" cy="56446"/>
            </a:xfrm>
            <a:custGeom>
              <a:rect b="b" l="l" r="r" t="t"/>
              <a:pathLst>
                <a:path extrusionOk="0" h="2153" w="410">
                  <a:moveTo>
                    <a:pt x="207" y="1"/>
                  </a:moveTo>
                  <a:cubicBezTo>
                    <a:pt x="91" y="1"/>
                    <a:pt x="0" y="91"/>
                    <a:pt x="0" y="203"/>
                  </a:cubicBezTo>
                  <a:lnTo>
                    <a:pt x="0" y="1949"/>
                  </a:lnTo>
                  <a:cubicBezTo>
                    <a:pt x="0" y="2085"/>
                    <a:pt x="103" y="2153"/>
                    <a:pt x="205" y="2153"/>
                  </a:cubicBezTo>
                  <a:cubicBezTo>
                    <a:pt x="307" y="2153"/>
                    <a:pt x="410" y="2085"/>
                    <a:pt x="410" y="1949"/>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2"/>
            <p:cNvSpPr/>
            <p:nvPr/>
          </p:nvSpPr>
          <p:spPr>
            <a:xfrm>
              <a:off x="5941358" y="4600382"/>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2"/>
            <p:cNvSpPr/>
            <p:nvPr/>
          </p:nvSpPr>
          <p:spPr>
            <a:xfrm>
              <a:off x="5941358" y="4634648"/>
              <a:ext cx="12453" cy="10697"/>
            </a:xfrm>
            <a:custGeom>
              <a:rect b="b" l="l" r="r" t="t"/>
              <a:pathLst>
                <a:path extrusionOk="0" h="408" w="475">
                  <a:moveTo>
                    <a:pt x="275" y="1"/>
                  </a:moveTo>
                  <a:cubicBezTo>
                    <a:pt x="273" y="1"/>
                    <a:pt x="270" y="1"/>
                    <a:pt x="268" y="1"/>
                  </a:cubicBezTo>
                  <a:cubicBezTo>
                    <a:pt x="87" y="1"/>
                    <a:pt x="0" y="222"/>
                    <a:pt x="127" y="349"/>
                  </a:cubicBezTo>
                  <a:cubicBezTo>
                    <a:pt x="169" y="389"/>
                    <a:pt x="220" y="408"/>
                    <a:pt x="270" y="408"/>
                  </a:cubicBezTo>
                  <a:cubicBezTo>
                    <a:pt x="375" y="408"/>
                    <a:pt x="475" y="327"/>
                    <a:pt x="475" y="204"/>
                  </a:cubicBezTo>
                  <a:cubicBezTo>
                    <a:pt x="475" y="90"/>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8" name="Google Shape;13368;p82"/>
          <p:cNvGrpSpPr/>
          <p:nvPr/>
        </p:nvGrpSpPr>
        <p:grpSpPr>
          <a:xfrm>
            <a:off x="5355790" y="4286087"/>
            <a:ext cx="284958" cy="364948"/>
            <a:chOff x="5355790" y="4286087"/>
            <a:chExt cx="284958" cy="364948"/>
          </a:xfrm>
        </p:grpSpPr>
        <p:sp>
          <p:nvSpPr>
            <p:cNvPr id="13369" name="Google Shape;13369;p82"/>
            <p:cNvSpPr/>
            <p:nvPr/>
          </p:nvSpPr>
          <p:spPr>
            <a:xfrm>
              <a:off x="5361086" y="4525662"/>
              <a:ext cx="274366" cy="120050"/>
            </a:xfrm>
            <a:custGeom>
              <a:rect b="b" l="l" r="r" t="t"/>
              <a:pathLst>
                <a:path extrusionOk="0" h="4579" w="10465">
                  <a:moveTo>
                    <a:pt x="5234" y="0"/>
                  </a:moveTo>
                  <a:lnTo>
                    <a:pt x="1102" y="1206"/>
                  </a:lnTo>
                  <a:cubicBezTo>
                    <a:pt x="450" y="1398"/>
                    <a:pt x="5" y="1992"/>
                    <a:pt x="1" y="2673"/>
                  </a:cubicBezTo>
                  <a:lnTo>
                    <a:pt x="1" y="4578"/>
                  </a:lnTo>
                  <a:lnTo>
                    <a:pt x="10464" y="4578"/>
                  </a:lnTo>
                  <a:lnTo>
                    <a:pt x="10464" y="2673"/>
                  </a:lnTo>
                  <a:cubicBezTo>
                    <a:pt x="10464" y="1992"/>
                    <a:pt x="10019" y="1398"/>
                    <a:pt x="9367" y="1206"/>
                  </a:cubicBezTo>
                  <a:lnTo>
                    <a:pt x="5234"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2"/>
            <p:cNvSpPr/>
            <p:nvPr/>
          </p:nvSpPr>
          <p:spPr>
            <a:xfrm>
              <a:off x="5458222" y="4491370"/>
              <a:ext cx="80094" cy="154342"/>
            </a:xfrm>
            <a:custGeom>
              <a:rect b="b" l="l" r="r" t="t"/>
              <a:pathLst>
                <a:path extrusionOk="0" h="5887" w="3055">
                  <a:moveTo>
                    <a:pt x="1" y="1"/>
                  </a:moveTo>
                  <a:lnTo>
                    <a:pt x="1" y="5886"/>
                  </a:lnTo>
                  <a:lnTo>
                    <a:pt x="3054" y="5886"/>
                  </a:lnTo>
                  <a:lnTo>
                    <a:pt x="30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2"/>
            <p:cNvSpPr/>
            <p:nvPr/>
          </p:nvSpPr>
          <p:spPr>
            <a:xfrm>
              <a:off x="5458326" y="4491370"/>
              <a:ext cx="79990" cy="34319"/>
            </a:xfrm>
            <a:custGeom>
              <a:rect b="b" l="l" r="r" t="t"/>
              <a:pathLst>
                <a:path extrusionOk="0" h="1309" w="3051">
                  <a:moveTo>
                    <a:pt x="1" y="1"/>
                  </a:moveTo>
                  <a:lnTo>
                    <a:pt x="1" y="928"/>
                  </a:lnTo>
                  <a:cubicBezTo>
                    <a:pt x="477" y="1181"/>
                    <a:pt x="1001" y="1308"/>
                    <a:pt x="1525" y="1308"/>
                  </a:cubicBezTo>
                  <a:cubicBezTo>
                    <a:pt x="2050" y="1308"/>
                    <a:pt x="2574" y="1181"/>
                    <a:pt x="3050" y="928"/>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2"/>
            <p:cNvSpPr/>
            <p:nvPr/>
          </p:nvSpPr>
          <p:spPr>
            <a:xfrm>
              <a:off x="5538290" y="4479991"/>
              <a:ext cx="64783" cy="165799"/>
            </a:xfrm>
            <a:custGeom>
              <a:rect b="b" l="l" r="r" t="t"/>
              <a:pathLst>
                <a:path extrusionOk="0" h="6324" w="2471">
                  <a:moveTo>
                    <a:pt x="0" y="0"/>
                  </a:moveTo>
                  <a:lnTo>
                    <a:pt x="0" y="6324"/>
                  </a:lnTo>
                  <a:lnTo>
                    <a:pt x="873" y="6324"/>
                  </a:lnTo>
                  <a:lnTo>
                    <a:pt x="873" y="3937"/>
                  </a:lnTo>
                  <a:cubicBezTo>
                    <a:pt x="873" y="3788"/>
                    <a:pt x="924" y="3644"/>
                    <a:pt x="1014" y="3528"/>
                  </a:cubicBezTo>
                  <a:lnTo>
                    <a:pt x="2303" y="1920"/>
                  </a:lnTo>
                  <a:cubicBezTo>
                    <a:pt x="2470" y="1713"/>
                    <a:pt x="2416" y="1405"/>
                    <a:pt x="2188" y="1268"/>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2"/>
            <p:cNvSpPr/>
            <p:nvPr/>
          </p:nvSpPr>
          <p:spPr>
            <a:xfrm>
              <a:off x="5393464" y="4479991"/>
              <a:ext cx="64783" cy="165799"/>
            </a:xfrm>
            <a:custGeom>
              <a:rect b="b" l="l" r="r" t="t"/>
              <a:pathLst>
                <a:path extrusionOk="0" h="6324" w="2471">
                  <a:moveTo>
                    <a:pt x="2471" y="0"/>
                  </a:moveTo>
                  <a:lnTo>
                    <a:pt x="283" y="1268"/>
                  </a:lnTo>
                  <a:cubicBezTo>
                    <a:pt x="55" y="1405"/>
                    <a:pt x="1" y="1713"/>
                    <a:pt x="168" y="1920"/>
                  </a:cubicBezTo>
                  <a:lnTo>
                    <a:pt x="1457" y="3528"/>
                  </a:lnTo>
                  <a:cubicBezTo>
                    <a:pt x="1551" y="3644"/>
                    <a:pt x="1602" y="3788"/>
                    <a:pt x="1602" y="3937"/>
                  </a:cubicBezTo>
                  <a:lnTo>
                    <a:pt x="1602" y="6324"/>
                  </a:lnTo>
                  <a:lnTo>
                    <a:pt x="2471" y="6324"/>
                  </a:lnTo>
                  <a:lnTo>
                    <a:pt x="247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2"/>
            <p:cNvSpPr/>
            <p:nvPr/>
          </p:nvSpPr>
          <p:spPr>
            <a:xfrm>
              <a:off x="5406862" y="4297098"/>
              <a:ext cx="182919" cy="125739"/>
            </a:xfrm>
            <a:custGeom>
              <a:rect b="b" l="l" r="r" t="t"/>
              <a:pathLst>
                <a:path extrusionOk="0" h="4796" w="6977">
                  <a:moveTo>
                    <a:pt x="3488" y="1"/>
                  </a:moveTo>
                  <a:cubicBezTo>
                    <a:pt x="1562" y="1"/>
                    <a:pt x="1" y="1562"/>
                    <a:pt x="1" y="3488"/>
                  </a:cubicBezTo>
                  <a:lnTo>
                    <a:pt x="1" y="4796"/>
                  </a:lnTo>
                  <a:lnTo>
                    <a:pt x="6976" y="4796"/>
                  </a:lnTo>
                  <a:lnTo>
                    <a:pt x="6976" y="3488"/>
                  </a:lnTo>
                  <a:cubicBezTo>
                    <a:pt x="6976" y="1562"/>
                    <a:pt x="5415"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2"/>
            <p:cNvSpPr/>
            <p:nvPr/>
          </p:nvSpPr>
          <p:spPr>
            <a:xfrm>
              <a:off x="5406521" y="4297098"/>
              <a:ext cx="106050" cy="125739"/>
            </a:xfrm>
            <a:custGeom>
              <a:rect b="b" l="l" r="r" t="t"/>
              <a:pathLst>
                <a:path extrusionOk="0" h="4796" w="4045">
                  <a:moveTo>
                    <a:pt x="3471" y="0"/>
                  </a:moveTo>
                  <a:cubicBezTo>
                    <a:pt x="1591" y="0"/>
                    <a:pt x="0" y="1536"/>
                    <a:pt x="14" y="3488"/>
                  </a:cubicBezTo>
                  <a:lnTo>
                    <a:pt x="14" y="4796"/>
                  </a:lnTo>
                  <a:lnTo>
                    <a:pt x="1104" y="4796"/>
                  </a:lnTo>
                  <a:lnTo>
                    <a:pt x="1104" y="3488"/>
                  </a:lnTo>
                  <a:cubicBezTo>
                    <a:pt x="1104" y="1775"/>
                    <a:pt x="2353" y="316"/>
                    <a:pt x="4045" y="48"/>
                  </a:cubicBezTo>
                  <a:cubicBezTo>
                    <a:pt x="3851" y="16"/>
                    <a:pt x="3660" y="0"/>
                    <a:pt x="347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2"/>
            <p:cNvSpPr/>
            <p:nvPr/>
          </p:nvSpPr>
          <p:spPr>
            <a:xfrm>
              <a:off x="5372595" y="4382855"/>
              <a:ext cx="251452" cy="91447"/>
            </a:xfrm>
            <a:custGeom>
              <a:rect b="b" l="l" r="r" t="t"/>
              <a:pathLst>
                <a:path extrusionOk="0" h="3488" w="9591">
                  <a:moveTo>
                    <a:pt x="1742" y="0"/>
                  </a:moveTo>
                  <a:cubicBezTo>
                    <a:pt x="779" y="0"/>
                    <a:pt x="0" y="782"/>
                    <a:pt x="0" y="1742"/>
                  </a:cubicBezTo>
                  <a:cubicBezTo>
                    <a:pt x="0" y="2706"/>
                    <a:pt x="779" y="3488"/>
                    <a:pt x="1742" y="3488"/>
                  </a:cubicBezTo>
                  <a:lnTo>
                    <a:pt x="7845" y="3488"/>
                  </a:lnTo>
                  <a:cubicBezTo>
                    <a:pt x="8808" y="3488"/>
                    <a:pt x="9590" y="2706"/>
                    <a:pt x="9590" y="1742"/>
                  </a:cubicBezTo>
                  <a:cubicBezTo>
                    <a:pt x="9590" y="782"/>
                    <a:pt x="8808" y="0"/>
                    <a:pt x="784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2"/>
            <p:cNvSpPr/>
            <p:nvPr/>
          </p:nvSpPr>
          <p:spPr>
            <a:xfrm>
              <a:off x="5401172" y="4382855"/>
              <a:ext cx="194298" cy="125818"/>
            </a:xfrm>
            <a:custGeom>
              <a:rect b="b" l="l" r="r" t="t"/>
              <a:pathLst>
                <a:path extrusionOk="0" h="4799" w="7411">
                  <a:moveTo>
                    <a:pt x="870" y="0"/>
                  </a:moveTo>
                  <a:lnTo>
                    <a:pt x="870" y="1090"/>
                  </a:lnTo>
                  <a:lnTo>
                    <a:pt x="544" y="1090"/>
                  </a:lnTo>
                  <a:cubicBezTo>
                    <a:pt x="243" y="1090"/>
                    <a:pt x="0" y="1333"/>
                    <a:pt x="0" y="1634"/>
                  </a:cubicBezTo>
                  <a:cubicBezTo>
                    <a:pt x="0" y="1934"/>
                    <a:pt x="243" y="2180"/>
                    <a:pt x="544" y="2180"/>
                  </a:cubicBezTo>
                  <a:lnTo>
                    <a:pt x="880" y="2180"/>
                  </a:lnTo>
                  <a:cubicBezTo>
                    <a:pt x="993" y="3654"/>
                    <a:pt x="2224" y="4799"/>
                    <a:pt x="3705" y="4799"/>
                  </a:cubicBezTo>
                  <a:cubicBezTo>
                    <a:pt x="5187" y="4799"/>
                    <a:pt x="6414" y="3654"/>
                    <a:pt x="6527" y="2180"/>
                  </a:cubicBezTo>
                  <a:lnTo>
                    <a:pt x="6863" y="2180"/>
                  </a:lnTo>
                  <a:cubicBezTo>
                    <a:pt x="7164" y="2180"/>
                    <a:pt x="7410" y="1934"/>
                    <a:pt x="7410" y="1634"/>
                  </a:cubicBezTo>
                  <a:cubicBezTo>
                    <a:pt x="7410" y="1333"/>
                    <a:pt x="7164" y="1090"/>
                    <a:pt x="6863"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2"/>
            <p:cNvSpPr/>
            <p:nvPr/>
          </p:nvSpPr>
          <p:spPr>
            <a:xfrm>
              <a:off x="5401172" y="4382855"/>
              <a:ext cx="148522" cy="125765"/>
            </a:xfrm>
            <a:custGeom>
              <a:rect b="b" l="l" r="r" t="t"/>
              <a:pathLst>
                <a:path extrusionOk="0" h="4797" w="5665">
                  <a:moveTo>
                    <a:pt x="870" y="0"/>
                  </a:moveTo>
                  <a:lnTo>
                    <a:pt x="870" y="1090"/>
                  </a:lnTo>
                  <a:lnTo>
                    <a:pt x="544" y="1090"/>
                  </a:lnTo>
                  <a:cubicBezTo>
                    <a:pt x="243" y="1090"/>
                    <a:pt x="0" y="1333"/>
                    <a:pt x="0" y="1634"/>
                  </a:cubicBezTo>
                  <a:cubicBezTo>
                    <a:pt x="0" y="1934"/>
                    <a:pt x="243" y="2180"/>
                    <a:pt x="544" y="2180"/>
                  </a:cubicBezTo>
                  <a:lnTo>
                    <a:pt x="880" y="2180"/>
                  </a:lnTo>
                  <a:cubicBezTo>
                    <a:pt x="985" y="3676"/>
                    <a:pt x="2233" y="4797"/>
                    <a:pt x="3680" y="4797"/>
                  </a:cubicBezTo>
                  <a:cubicBezTo>
                    <a:pt x="3832" y="4797"/>
                    <a:pt x="3985" y="4784"/>
                    <a:pt x="4140" y="4759"/>
                  </a:cubicBezTo>
                  <a:cubicBezTo>
                    <a:pt x="2760" y="4545"/>
                    <a:pt x="1742" y="3361"/>
                    <a:pt x="1742" y="1963"/>
                  </a:cubicBezTo>
                  <a:cubicBezTo>
                    <a:pt x="1742" y="1242"/>
                    <a:pt x="2329" y="656"/>
                    <a:pt x="3050" y="656"/>
                  </a:cubicBezTo>
                  <a:lnTo>
                    <a:pt x="5230" y="656"/>
                  </a:lnTo>
                  <a:cubicBezTo>
                    <a:pt x="5469" y="656"/>
                    <a:pt x="5665" y="460"/>
                    <a:pt x="5665" y="221"/>
                  </a:cubicBezTo>
                  <a:lnTo>
                    <a:pt x="566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2"/>
            <p:cNvSpPr/>
            <p:nvPr/>
          </p:nvSpPr>
          <p:spPr>
            <a:xfrm>
              <a:off x="5475420" y="4291409"/>
              <a:ext cx="45802" cy="65124"/>
            </a:xfrm>
            <a:custGeom>
              <a:rect b="b" l="l" r="r" t="t"/>
              <a:pathLst>
                <a:path extrusionOk="0" h="2484" w="1747">
                  <a:moveTo>
                    <a:pt x="218" y="0"/>
                  </a:moveTo>
                  <a:cubicBezTo>
                    <a:pt x="98" y="0"/>
                    <a:pt x="0" y="98"/>
                    <a:pt x="0" y="218"/>
                  </a:cubicBezTo>
                  <a:lnTo>
                    <a:pt x="0" y="1145"/>
                  </a:lnTo>
                  <a:cubicBezTo>
                    <a:pt x="0" y="1391"/>
                    <a:pt x="87" y="1630"/>
                    <a:pt x="240" y="1822"/>
                  </a:cubicBezTo>
                  <a:lnTo>
                    <a:pt x="703" y="2402"/>
                  </a:lnTo>
                  <a:cubicBezTo>
                    <a:pt x="747" y="2456"/>
                    <a:pt x="810" y="2483"/>
                    <a:pt x="873" y="2483"/>
                  </a:cubicBezTo>
                  <a:cubicBezTo>
                    <a:pt x="937" y="2483"/>
                    <a:pt x="1000" y="2456"/>
                    <a:pt x="1044" y="2402"/>
                  </a:cubicBezTo>
                  <a:lnTo>
                    <a:pt x="1507" y="1822"/>
                  </a:lnTo>
                  <a:cubicBezTo>
                    <a:pt x="1659" y="1630"/>
                    <a:pt x="1743" y="1391"/>
                    <a:pt x="1746" y="1145"/>
                  </a:cubicBezTo>
                  <a:lnTo>
                    <a:pt x="1746" y="218"/>
                  </a:lnTo>
                  <a:cubicBezTo>
                    <a:pt x="1746" y="98"/>
                    <a:pt x="1648" y="0"/>
                    <a:pt x="152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2"/>
            <p:cNvSpPr/>
            <p:nvPr/>
          </p:nvSpPr>
          <p:spPr>
            <a:xfrm>
              <a:off x="5475420" y="4291409"/>
              <a:ext cx="22914" cy="65150"/>
            </a:xfrm>
            <a:custGeom>
              <a:rect b="b" l="l" r="r" t="t"/>
              <a:pathLst>
                <a:path extrusionOk="0" h="2485" w="874">
                  <a:moveTo>
                    <a:pt x="218" y="0"/>
                  </a:moveTo>
                  <a:cubicBezTo>
                    <a:pt x="98" y="0"/>
                    <a:pt x="0" y="98"/>
                    <a:pt x="0" y="218"/>
                  </a:cubicBezTo>
                  <a:lnTo>
                    <a:pt x="0" y="1145"/>
                  </a:lnTo>
                  <a:cubicBezTo>
                    <a:pt x="0" y="1391"/>
                    <a:pt x="84" y="1630"/>
                    <a:pt x="240" y="1822"/>
                  </a:cubicBezTo>
                  <a:lnTo>
                    <a:pt x="703" y="2402"/>
                  </a:lnTo>
                  <a:cubicBezTo>
                    <a:pt x="743" y="2452"/>
                    <a:pt x="804" y="2485"/>
                    <a:pt x="873" y="2485"/>
                  </a:cubicBezTo>
                  <a:lnTo>
                    <a:pt x="873"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2"/>
            <p:cNvSpPr/>
            <p:nvPr/>
          </p:nvSpPr>
          <p:spPr>
            <a:xfrm>
              <a:off x="5458326" y="4546531"/>
              <a:ext cx="79990" cy="99181"/>
            </a:xfrm>
            <a:custGeom>
              <a:rect b="b" l="l" r="r" t="t"/>
              <a:pathLst>
                <a:path extrusionOk="0" h="3783" w="3051">
                  <a:moveTo>
                    <a:pt x="1" y="1"/>
                  </a:moveTo>
                  <a:lnTo>
                    <a:pt x="1" y="3782"/>
                  </a:lnTo>
                  <a:lnTo>
                    <a:pt x="3050" y="3782"/>
                  </a:lnTo>
                  <a:lnTo>
                    <a:pt x="3050" y="1"/>
                  </a:lnTo>
                  <a:cubicBezTo>
                    <a:pt x="2677" y="465"/>
                    <a:pt x="2116" y="733"/>
                    <a:pt x="1525" y="733"/>
                  </a:cubicBezTo>
                  <a:cubicBezTo>
                    <a:pt x="931" y="733"/>
                    <a:pt x="370" y="465"/>
                    <a:pt x="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2"/>
            <p:cNvSpPr/>
            <p:nvPr/>
          </p:nvSpPr>
          <p:spPr>
            <a:xfrm>
              <a:off x="5458326" y="4546531"/>
              <a:ext cx="79990" cy="42079"/>
            </a:xfrm>
            <a:custGeom>
              <a:rect b="b" l="l" r="r" t="t"/>
              <a:pathLst>
                <a:path extrusionOk="0" h="1605" w="3051">
                  <a:moveTo>
                    <a:pt x="1" y="1"/>
                  </a:moveTo>
                  <a:lnTo>
                    <a:pt x="1" y="1156"/>
                  </a:lnTo>
                  <a:cubicBezTo>
                    <a:pt x="464" y="1455"/>
                    <a:pt x="994" y="1604"/>
                    <a:pt x="1524" y="1604"/>
                  </a:cubicBezTo>
                  <a:cubicBezTo>
                    <a:pt x="2054" y="1604"/>
                    <a:pt x="2585" y="1455"/>
                    <a:pt x="3050" y="1156"/>
                  </a:cubicBezTo>
                  <a:lnTo>
                    <a:pt x="3050" y="1"/>
                  </a:lnTo>
                  <a:cubicBezTo>
                    <a:pt x="2677" y="465"/>
                    <a:pt x="2116" y="733"/>
                    <a:pt x="1525" y="733"/>
                  </a:cubicBezTo>
                  <a:cubicBezTo>
                    <a:pt x="931" y="733"/>
                    <a:pt x="370" y="465"/>
                    <a:pt x="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2"/>
            <p:cNvSpPr/>
            <p:nvPr/>
          </p:nvSpPr>
          <p:spPr>
            <a:xfrm>
              <a:off x="5412551" y="4382855"/>
              <a:ext cx="22914" cy="30203"/>
            </a:xfrm>
            <a:custGeom>
              <a:rect b="b" l="l" r="r" t="t"/>
              <a:pathLst>
                <a:path extrusionOk="0" h="1152" w="874">
                  <a:moveTo>
                    <a:pt x="1" y="0"/>
                  </a:moveTo>
                  <a:lnTo>
                    <a:pt x="1" y="1152"/>
                  </a:lnTo>
                  <a:lnTo>
                    <a:pt x="468" y="1119"/>
                  </a:lnTo>
                  <a:cubicBezTo>
                    <a:pt x="696" y="1101"/>
                    <a:pt x="874" y="913"/>
                    <a:pt x="874" y="681"/>
                  </a:cubicBezTo>
                  <a:lnTo>
                    <a:pt x="87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2"/>
            <p:cNvSpPr/>
            <p:nvPr/>
          </p:nvSpPr>
          <p:spPr>
            <a:xfrm>
              <a:off x="5561073" y="4382855"/>
              <a:ext cx="22914" cy="30203"/>
            </a:xfrm>
            <a:custGeom>
              <a:rect b="b" l="l" r="r" t="t"/>
              <a:pathLst>
                <a:path extrusionOk="0" h="1152" w="874">
                  <a:moveTo>
                    <a:pt x="4" y="0"/>
                  </a:moveTo>
                  <a:lnTo>
                    <a:pt x="4" y="681"/>
                  </a:lnTo>
                  <a:cubicBezTo>
                    <a:pt x="0" y="913"/>
                    <a:pt x="178" y="1101"/>
                    <a:pt x="410" y="1119"/>
                  </a:cubicBezTo>
                  <a:lnTo>
                    <a:pt x="873" y="1152"/>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2"/>
            <p:cNvSpPr/>
            <p:nvPr/>
          </p:nvSpPr>
          <p:spPr>
            <a:xfrm>
              <a:off x="5458615" y="4411799"/>
              <a:ext cx="10749" cy="16386"/>
            </a:xfrm>
            <a:custGeom>
              <a:rect b="b" l="l" r="r" t="t"/>
              <a:pathLst>
                <a:path extrusionOk="0" h="625" w="410">
                  <a:moveTo>
                    <a:pt x="207" y="1"/>
                  </a:moveTo>
                  <a:cubicBezTo>
                    <a:pt x="95" y="1"/>
                    <a:pt x="0" y="91"/>
                    <a:pt x="0" y="204"/>
                  </a:cubicBezTo>
                  <a:lnTo>
                    <a:pt x="0" y="421"/>
                  </a:lnTo>
                  <a:cubicBezTo>
                    <a:pt x="0" y="557"/>
                    <a:pt x="103" y="625"/>
                    <a:pt x="205" y="625"/>
                  </a:cubicBezTo>
                  <a:cubicBezTo>
                    <a:pt x="307" y="625"/>
                    <a:pt x="410" y="557"/>
                    <a:pt x="410" y="421"/>
                  </a:cubicBezTo>
                  <a:lnTo>
                    <a:pt x="410" y="204"/>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2"/>
            <p:cNvSpPr/>
            <p:nvPr/>
          </p:nvSpPr>
          <p:spPr>
            <a:xfrm>
              <a:off x="5527252" y="4411799"/>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2"/>
            <p:cNvSpPr/>
            <p:nvPr/>
          </p:nvSpPr>
          <p:spPr>
            <a:xfrm>
              <a:off x="5473480" y="4451755"/>
              <a:ext cx="49604" cy="16491"/>
            </a:xfrm>
            <a:custGeom>
              <a:rect b="b" l="l" r="r" t="t"/>
              <a:pathLst>
                <a:path extrusionOk="0" h="629" w="1892">
                  <a:moveTo>
                    <a:pt x="293" y="0"/>
                  </a:moveTo>
                  <a:cubicBezTo>
                    <a:pt x="134" y="0"/>
                    <a:pt x="0" y="205"/>
                    <a:pt x="151" y="353"/>
                  </a:cubicBezTo>
                  <a:cubicBezTo>
                    <a:pt x="324" y="523"/>
                    <a:pt x="621" y="628"/>
                    <a:pt x="947" y="628"/>
                  </a:cubicBezTo>
                  <a:cubicBezTo>
                    <a:pt x="1270" y="628"/>
                    <a:pt x="1567" y="523"/>
                    <a:pt x="1744" y="353"/>
                  </a:cubicBezTo>
                  <a:cubicBezTo>
                    <a:pt x="1892" y="205"/>
                    <a:pt x="1757" y="0"/>
                    <a:pt x="1599" y="0"/>
                  </a:cubicBezTo>
                  <a:cubicBezTo>
                    <a:pt x="1552" y="0"/>
                    <a:pt x="1502" y="19"/>
                    <a:pt x="1458" y="63"/>
                  </a:cubicBezTo>
                  <a:cubicBezTo>
                    <a:pt x="1382" y="135"/>
                    <a:pt x="1204" y="222"/>
                    <a:pt x="947" y="222"/>
                  </a:cubicBezTo>
                  <a:cubicBezTo>
                    <a:pt x="687" y="222"/>
                    <a:pt x="509" y="135"/>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2"/>
            <p:cNvSpPr/>
            <p:nvPr/>
          </p:nvSpPr>
          <p:spPr>
            <a:xfrm>
              <a:off x="5452926" y="4606071"/>
              <a:ext cx="10749" cy="44963"/>
            </a:xfrm>
            <a:custGeom>
              <a:rect b="b" l="l" r="r" t="t"/>
              <a:pathLst>
                <a:path extrusionOk="0" h="1715" w="410">
                  <a:moveTo>
                    <a:pt x="207" y="1"/>
                  </a:moveTo>
                  <a:cubicBezTo>
                    <a:pt x="91" y="1"/>
                    <a:pt x="0" y="91"/>
                    <a:pt x="0" y="204"/>
                  </a:cubicBezTo>
                  <a:lnTo>
                    <a:pt x="0" y="1511"/>
                  </a:lnTo>
                  <a:cubicBezTo>
                    <a:pt x="0" y="1647"/>
                    <a:pt x="102" y="1715"/>
                    <a:pt x="205" y="1715"/>
                  </a:cubicBezTo>
                  <a:cubicBezTo>
                    <a:pt x="307" y="1715"/>
                    <a:pt x="409" y="1647"/>
                    <a:pt x="409" y="151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2"/>
            <p:cNvSpPr/>
            <p:nvPr/>
          </p:nvSpPr>
          <p:spPr>
            <a:xfrm>
              <a:off x="5355790" y="4286087"/>
              <a:ext cx="284958" cy="364948"/>
            </a:xfrm>
            <a:custGeom>
              <a:rect b="b" l="l" r="r" t="t"/>
              <a:pathLst>
                <a:path extrusionOk="0" h="13920" w="10869">
                  <a:moveTo>
                    <a:pt x="6088" y="410"/>
                  </a:moveTo>
                  <a:cubicBezTo>
                    <a:pt x="6099" y="410"/>
                    <a:pt x="6103" y="413"/>
                    <a:pt x="6103" y="424"/>
                  </a:cubicBezTo>
                  <a:lnTo>
                    <a:pt x="6103" y="1348"/>
                  </a:lnTo>
                  <a:cubicBezTo>
                    <a:pt x="6103" y="1551"/>
                    <a:pt x="6034" y="1743"/>
                    <a:pt x="5911" y="1902"/>
                  </a:cubicBezTo>
                  <a:lnTo>
                    <a:pt x="5447" y="2481"/>
                  </a:lnTo>
                  <a:cubicBezTo>
                    <a:pt x="5444" y="2485"/>
                    <a:pt x="5439" y="2487"/>
                    <a:pt x="5435" y="2487"/>
                  </a:cubicBezTo>
                  <a:cubicBezTo>
                    <a:pt x="5431" y="2487"/>
                    <a:pt x="5427" y="2485"/>
                    <a:pt x="5425" y="2481"/>
                  </a:cubicBezTo>
                  <a:lnTo>
                    <a:pt x="4962" y="1898"/>
                  </a:lnTo>
                  <a:cubicBezTo>
                    <a:pt x="4835" y="1743"/>
                    <a:pt x="4766" y="1547"/>
                    <a:pt x="4766" y="1344"/>
                  </a:cubicBezTo>
                  <a:lnTo>
                    <a:pt x="4766" y="424"/>
                  </a:lnTo>
                  <a:cubicBezTo>
                    <a:pt x="4766" y="413"/>
                    <a:pt x="4774" y="410"/>
                    <a:pt x="4781" y="410"/>
                  </a:cubicBezTo>
                  <a:close/>
                  <a:moveTo>
                    <a:pt x="2836" y="3894"/>
                  </a:moveTo>
                  <a:lnTo>
                    <a:pt x="2836" y="4343"/>
                  </a:lnTo>
                  <a:cubicBezTo>
                    <a:pt x="2832" y="4470"/>
                    <a:pt x="2731" y="4575"/>
                    <a:pt x="2604" y="4575"/>
                  </a:cubicBezTo>
                  <a:lnTo>
                    <a:pt x="2369" y="4578"/>
                  </a:lnTo>
                  <a:lnTo>
                    <a:pt x="2369" y="3894"/>
                  </a:lnTo>
                  <a:close/>
                  <a:moveTo>
                    <a:pt x="8500" y="3894"/>
                  </a:moveTo>
                  <a:lnTo>
                    <a:pt x="8500" y="4578"/>
                  </a:lnTo>
                  <a:lnTo>
                    <a:pt x="8268" y="4578"/>
                  </a:lnTo>
                  <a:cubicBezTo>
                    <a:pt x="8142" y="4575"/>
                    <a:pt x="8037" y="4473"/>
                    <a:pt x="8037" y="4347"/>
                  </a:cubicBezTo>
                  <a:lnTo>
                    <a:pt x="8037" y="3894"/>
                  </a:lnTo>
                  <a:close/>
                  <a:moveTo>
                    <a:pt x="1963" y="3956"/>
                  </a:moveTo>
                  <a:lnTo>
                    <a:pt x="1963" y="4655"/>
                  </a:lnTo>
                  <a:cubicBezTo>
                    <a:pt x="1644" y="4803"/>
                    <a:pt x="1471" y="5151"/>
                    <a:pt x="1547" y="5491"/>
                  </a:cubicBezTo>
                  <a:cubicBezTo>
                    <a:pt x="1622" y="5833"/>
                    <a:pt x="1919" y="6074"/>
                    <a:pt x="2267" y="6074"/>
                  </a:cubicBezTo>
                  <a:cubicBezTo>
                    <a:pt x="2269" y="6074"/>
                    <a:pt x="2272" y="6074"/>
                    <a:pt x="2275" y="6074"/>
                  </a:cubicBezTo>
                  <a:lnTo>
                    <a:pt x="2427" y="6074"/>
                  </a:lnTo>
                  <a:cubicBezTo>
                    <a:pt x="2470" y="6389"/>
                    <a:pt x="2561" y="6694"/>
                    <a:pt x="2698" y="6976"/>
                  </a:cubicBezTo>
                  <a:lnTo>
                    <a:pt x="2383" y="6976"/>
                  </a:lnTo>
                  <a:cubicBezTo>
                    <a:pt x="1615" y="6976"/>
                    <a:pt x="963" y="6411"/>
                    <a:pt x="858" y="5650"/>
                  </a:cubicBezTo>
                  <a:cubicBezTo>
                    <a:pt x="750" y="4890"/>
                    <a:pt x="1224" y="4166"/>
                    <a:pt x="1963" y="3956"/>
                  </a:cubicBezTo>
                  <a:close/>
                  <a:moveTo>
                    <a:pt x="8910" y="3956"/>
                  </a:moveTo>
                  <a:cubicBezTo>
                    <a:pt x="9648" y="4166"/>
                    <a:pt x="10119" y="4886"/>
                    <a:pt x="10014" y="5647"/>
                  </a:cubicBezTo>
                  <a:cubicBezTo>
                    <a:pt x="9906" y="6407"/>
                    <a:pt x="9254" y="6976"/>
                    <a:pt x="8486" y="6976"/>
                  </a:cubicBezTo>
                  <a:lnTo>
                    <a:pt x="8171" y="6976"/>
                  </a:lnTo>
                  <a:cubicBezTo>
                    <a:pt x="8308" y="6690"/>
                    <a:pt x="8399" y="6386"/>
                    <a:pt x="8442" y="6074"/>
                  </a:cubicBezTo>
                  <a:lnTo>
                    <a:pt x="8565" y="6074"/>
                  </a:lnTo>
                  <a:cubicBezTo>
                    <a:pt x="8964" y="6074"/>
                    <a:pt x="9304" y="5777"/>
                    <a:pt x="9341" y="5401"/>
                  </a:cubicBezTo>
                  <a:cubicBezTo>
                    <a:pt x="9373" y="5082"/>
                    <a:pt x="9199" y="4778"/>
                    <a:pt x="8910" y="4644"/>
                  </a:cubicBezTo>
                  <a:lnTo>
                    <a:pt x="8910" y="3956"/>
                  </a:lnTo>
                  <a:close/>
                  <a:moveTo>
                    <a:pt x="6512" y="805"/>
                  </a:moveTo>
                  <a:cubicBezTo>
                    <a:pt x="7685" y="1214"/>
                    <a:pt x="8529" y="2253"/>
                    <a:pt x="8692" y="3488"/>
                  </a:cubicBezTo>
                  <a:lnTo>
                    <a:pt x="7396" y="3488"/>
                  </a:lnTo>
                  <a:cubicBezTo>
                    <a:pt x="7124" y="3488"/>
                    <a:pt x="7124" y="3894"/>
                    <a:pt x="7396" y="3894"/>
                  </a:cubicBezTo>
                  <a:lnTo>
                    <a:pt x="7627" y="3894"/>
                  </a:lnTo>
                  <a:lnTo>
                    <a:pt x="7627" y="4343"/>
                  </a:lnTo>
                  <a:cubicBezTo>
                    <a:pt x="7627" y="4694"/>
                    <a:pt x="7914" y="4980"/>
                    <a:pt x="8268" y="4984"/>
                  </a:cubicBezTo>
                  <a:lnTo>
                    <a:pt x="8594" y="4984"/>
                  </a:lnTo>
                  <a:cubicBezTo>
                    <a:pt x="8797" y="4984"/>
                    <a:pt x="8953" y="5158"/>
                    <a:pt x="8935" y="5361"/>
                  </a:cubicBezTo>
                  <a:cubicBezTo>
                    <a:pt x="8917" y="5531"/>
                    <a:pt x="8754" y="5665"/>
                    <a:pt x="8562" y="5665"/>
                  </a:cubicBezTo>
                  <a:lnTo>
                    <a:pt x="8471" y="5665"/>
                  </a:lnTo>
                  <a:lnTo>
                    <a:pt x="8471" y="5658"/>
                  </a:lnTo>
                  <a:cubicBezTo>
                    <a:pt x="8471" y="5542"/>
                    <a:pt x="8381" y="5451"/>
                    <a:pt x="8268" y="5451"/>
                  </a:cubicBezTo>
                  <a:cubicBezTo>
                    <a:pt x="8156" y="5451"/>
                    <a:pt x="8066" y="5542"/>
                    <a:pt x="8066" y="5658"/>
                  </a:cubicBezTo>
                  <a:cubicBezTo>
                    <a:pt x="8062" y="7106"/>
                    <a:pt x="6885" y="8280"/>
                    <a:pt x="5436" y="8283"/>
                  </a:cubicBezTo>
                  <a:cubicBezTo>
                    <a:pt x="3984" y="8280"/>
                    <a:pt x="2807" y="7103"/>
                    <a:pt x="2807" y="5654"/>
                  </a:cubicBezTo>
                  <a:cubicBezTo>
                    <a:pt x="2807" y="5518"/>
                    <a:pt x="2705" y="5450"/>
                    <a:pt x="2602" y="5450"/>
                  </a:cubicBezTo>
                  <a:cubicBezTo>
                    <a:pt x="2500" y="5450"/>
                    <a:pt x="2398" y="5518"/>
                    <a:pt x="2398" y="5654"/>
                  </a:cubicBezTo>
                  <a:lnTo>
                    <a:pt x="2398" y="5665"/>
                  </a:lnTo>
                  <a:lnTo>
                    <a:pt x="2275" y="5665"/>
                  </a:lnTo>
                  <a:cubicBezTo>
                    <a:pt x="2072" y="5665"/>
                    <a:pt x="1916" y="5491"/>
                    <a:pt x="1938" y="5288"/>
                  </a:cubicBezTo>
                  <a:cubicBezTo>
                    <a:pt x="1952" y="5118"/>
                    <a:pt x="2119" y="4984"/>
                    <a:pt x="2307" y="4984"/>
                  </a:cubicBezTo>
                  <a:lnTo>
                    <a:pt x="2604" y="4984"/>
                  </a:lnTo>
                  <a:cubicBezTo>
                    <a:pt x="2955" y="4984"/>
                    <a:pt x="3242" y="4698"/>
                    <a:pt x="3242" y="4347"/>
                  </a:cubicBezTo>
                  <a:lnTo>
                    <a:pt x="3242" y="3894"/>
                  </a:lnTo>
                  <a:lnTo>
                    <a:pt x="6526" y="3894"/>
                  </a:lnTo>
                  <a:cubicBezTo>
                    <a:pt x="6798" y="3894"/>
                    <a:pt x="6798" y="3488"/>
                    <a:pt x="6526" y="3488"/>
                  </a:cubicBezTo>
                  <a:lnTo>
                    <a:pt x="2180" y="3488"/>
                  </a:lnTo>
                  <a:cubicBezTo>
                    <a:pt x="2340" y="2253"/>
                    <a:pt x="3184" y="1214"/>
                    <a:pt x="4361" y="805"/>
                  </a:cubicBezTo>
                  <a:lnTo>
                    <a:pt x="4361" y="1348"/>
                  </a:lnTo>
                  <a:cubicBezTo>
                    <a:pt x="4361" y="1641"/>
                    <a:pt x="4458" y="1927"/>
                    <a:pt x="4643" y="2156"/>
                  </a:cubicBezTo>
                  <a:lnTo>
                    <a:pt x="5107" y="2735"/>
                  </a:lnTo>
                  <a:cubicBezTo>
                    <a:pt x="5190" y="2840"/>
                    <a:pt x="5312" y="2893"/>
                    <a:pt x="5435" y="2893"/>
                  </a:cubicBezTo>
                  <a:cubicBezTo>
                    <a:pt x="5558" y="2893"/>
                    <a:pt x="5681" y="2840"/>
                    <a:pt x="5766" y="2735"/>
                  </a:cubicBezTo>
                  <a:lnTo>
                    <a:pt x="6226" y="2156"/>
                  </a:lnTo>
                  <a:cubicBezTo>
                    <a:pt x="6411" y="1927"/>
                    <a:pt x="6512" y="1641"/>
                    <a:pt x="6512" y="1348"/>
                  </a:cubicBezTo>
                  <a:lnTo>
                    <a:pt x="6512" y="805"/>
                  </a:lnTo>
                  <a:close/>
                  <a:moveTo>
                    <a:pt x="6758" y="8388"/>
                  </a:moveTo>
                  <a:lnTo>
                    <a:pt x="6758" y="9863"/>
                  </a:lnTo>
                  <a:cubicBezTo>
                    <a:pt x="6409" y="10263"/>
                    <a:pt x="5923" y="10463"/>
                    <a:pt x="5436" y="10463"/>
                  </a:cubicBezTo>
                  <a:cubicBezTo>
                    <a:pt x="4950" y="10463"/>
                    <a:pt x="4464" y="10263"/>
                    <a:pt x="4114" y="9863"/>
                  </a:cubicBezTo>
                  <a:lnTo>
                    <a:pt x="4114" y="8388"/>
                  </a:lnTo>
                  <a:cubicBezTo>
                    <a:pt x="4531" y="8589"/>
                    <a:pt x="4983" y="8690"/>
                    <a:pt x="5435" y="8690"/>
                  </a:cubicBezTo>
                  <a:cubicBezTo>
                    <a:pt x="5887" y="8690"/>
                    <a:pt x="6340" y="8589"/>
                    <a:pt x="6758" y="8388"/>
                  </a:cubicBezTo>
                  <a:close/>
                  <a:moveTo>
                    <a:pt x="6758" y="10417"/>
                  </a:moveTo>
                  <a:lnTo>
                    <a:pt x="6758" y="10974"/>
                  </a:lnTo>
                  <a:cubicBezTo>
                    <a:pt x="6349" y="11213"/>
                    <a:pt x="5892" y="11333"/>
                    <a:pt x="5435" y="11333"/>
                  </a:cubicBezTo>
                  <a:cubicBezTo>
                    <a:pt x="4978" y="11333"/>
                    <a:pt x="4522" y="11213"/>
                    <a:pt x="4114" y="10974"/>
                  </a:cubicBezTo>
                  <a:lnTo>
                    <a:pt x="4114" y="10417"/>
                  </a:lnTo>
                  <a:cubicBezTo>
                    <a:pt x="4504" y="10717"/>
                    <a:pt x="4970" y="10868"/>
                    <a:pt x="5436" y="10868"/>
                  </a:cubicBezTo>
                  <a:cubicBezTo>
                    <a:pt x="5903" y="10868"/>
                    <a:pt x="6369" y="10717"/>
                    <a:pt x="6758" y="10417"/>
                  </a:cubicBezTo>
                  <a:close/>
                  <a:moveTo>
                    <a:pt x="4781" y="1"/>
                  </a:moveTo>
                  <a:cubicBezTo>
                    <a:pt x="4567" y="1"/>
                    <a:pt x="4386" y="164"/>
                    <a:pt x="4361" y="377"/>
                  </a:cubicBezTo>
                  <a:cubicBezTo>
                    <a:pt x="2919" y="815"/>
                    <a:pt x="1887" y="2087"/>
                    <a:pt x="1760" y="3590"/>
                  </a:cubicBezTo>
                  <a:cubicBezTo>
                    <a:pt x="855" y="3894"/>
                    <a:pt x="304" y="4810"/>
                    <a:pt x="460" y="5752"/>
                  </a:cubicBezTo>
                  <a:cubicBezTo>
                    <a:pt x="615" y="6691"/>
                    <a:pt x="1426" y="7382"/>
                    <a:pt x="2376" y="7382"/>
                  </a:cubicBezTo>
                  <a:cubicBezTo>
                    <a:pt x="2378" y="7382"/>
                    <a:pt x="2381" y="7382"/>
                    <a:pt x="2383" y="7382"/>
                  </a:cubicBezTo>
                  <a:lnTo>
                    <a:pt x="2941" y="7382"/>
                  </a:lnTo>
                  <a:cubicBezTo>
                    <a:pt x="2992" y="7458"/>
                    <a:pt x="3046" y="7530"/>
                    <a:pt x="3108" y="7599"/>
                  </a:cubicBezTo>
                  <a:lnTo>
                    <a:pt x="1619" y="8490"/>
                  </a:lnTo>
                  <a:cubicBezTo>
                    <a:pt x="1286" y="8689"/>
                    <a:pt x="1206" y="9135"/>
                    <a:pt x="1449" y="9439"/>
                  </a:cubicBezTo>
                  <a:lnTo>
                    <a:pt x="1869" y="9964"/>
                  </a:lnTo>
                  <a:lnTo>
                    <a:pt x="1242" y="10149"/>
                  </a:lnTo>
                  <a:cubicBezTo>
                    <a:pt x="511" y="10366"/>
                    <a:pt x="4" y="11040"/>
                    <a:pt x="0" y="11807"/>
                  </a:cubicBezTo>
                  <a:lnTo>
                    <a:pt x="0" y="13716"/>
                  </a:lnTo>
                  <a:cubicBezTo>
                    <a:pt x="0" y="13852"/>
                    <a:pt x="102" y="13920"/>
                    <a:pt x="205" y="13920"/>
                  </a:cubicBezTo>
                  <a:cubicBezTo>
                    <a:pt x="307" y="13920"/>
                    <a:pt x="409" y="13852"/>
                    <a:pt x="409" y="13716"/>
                  </a:cubicBezTo>
                  <a:lnTo>
                    <a:pt x="409" y="11807"/>
                  </a:lnTo>
                  <a:cubicBezTo>
                    <a:pt x="413" y="11221"/>
                    <a:pt x="797" y="10706"/>
                    <a:pt x="1358" y="10540"/>
                  </a:cubicBezTo>
                  <a:lnTo>
                    <a:pt x="2144" y="10308"/>
                  </a:lnTo>
                  <a:lnTo>
                    <a:pt x="2738" y="11050"/>
                  </a:lnTo>
                  <a:cubicBezTo>
                    <a:pt x="2800" y="11130"/>
                    <a:pt x="2836" y="11228"/>
                    <a:pt x="2836" y="11333"/>
                  </a:cubicBezTo>
                  <a:lnTo>
                    <a:pt x="2836" y="13716"/>
                  </a:lnTo>
                  <a:cubicBezTo>
                    <a:pt x="2836" y="13852"/>
                    <a:pt x="2938" y="13920"/>
                    <a:pt x="3041" y="13920"/>
                  </a:cubicBezTo>
                  <a:cubicBezTo>
                    <a:pt x="3143" y="13920"/>
                    <a:pt x="3245" y="13852"/>
                    <a:pt x="3245" y="13716"/>
                  </a:cubicBezTo>
                  <a:lnTo>
                    <a:pt x="3245" y="11333"/>
                  </a:lnTo>
                  <a:cubicBezTo>
                    <a:pt x="3245" y="11137"/>
                    <a:pt x="3176" y="10949"/>
                    <a:pt x="3057" y="10797"/>
                  </a:cubicBezTo>
                  <a:lnTo>
                    <a:pt x="1764" y="9185"/>
                  </a:lnTo>
                  <a:cubicBezTo>
                    <a:pt x="1677" y="9073"/>
                    <a:pt x="1706" y="8914"/>
                    <a:pt x="1825" y="8841"/>
                  </a:cubicBezTo>
                  <a:lnTo>
                    <a:pt x="3394" y="7900"/>
                  </a:lnTo>
                  <a:cubicBezTo>
                    <a:pt x="3491" y="7990"/>
                    <a:pt x="3596" y="8073"/>
                    <a:pt x="3705" y="8149"/>
                  </a:cubicBezTo>
                  <a:lnTo>
                    <a:pt x="3705" y="11536"/>
                  </a:lnTo>
                  <a:cubicBezTo>
                    <a:pt x="3705" y="11672"/>
                    <a:pt x="3807" y="11739"/>
                    <a:pt x="3908" y="11739"/>
                  </a:cubicBezTo>
                  <a:cubicBezTo>
                    <a:pt x="4009" y="11739"/>
                    <a:pt x="4111" y="11672"/>
                    <a:pt x="4111" y="11536"/>
                  </a:cubicBezTo>
                  <a:lnTo>
                    <a:pt x="4111" y="11434"/>
                  </a:lnTo>
                  <a:cubicBezTo>
                    <a:pt x="4529" y="11639"/>
                    <a:pt x="4982" y="11741"/>
                    <a:pt x="5434" y="11741"/>
                  </a:cubicBezTo>
                  <a:cubicBezTo>
                    <a:pt x="5886" y="11741"/>
                    <a:pt x="6338" y="11639"/>
                    <a:pt x="6755" y="11434"/>
                  </a:cubicBezTo>
                  <a:lnTo>
                    <a:pt x="6755" y="13716"/>
                  </a:lnTo>
                  <a:cubicBezTo>
                    <a:pt x="6755" y="13852"/>
                    <a:pt x="6857" y="13920"/>
                    <a:pt x="6959" y="13920"/>
                  </a:cubicBezTo>
                  <a:cubicBezTo>
                    <a:pt x="7062" y="13920"/>
                    <a:pt x="7164" y="13852"/>
                    <a:pt x="7164" y="13716"/>
                  </a:cubicBezTo>
                  <a:lnTo>
                    <a:pt x="7164" y="8146"/>
                  </a:lnTo>
                  <a:cubicBezTo>
                    <a:pt x="7273" y="8070"/>
                    <a:pt x="7378" y="7986"/>
                    <a:pt x="7475" y="7900"/>
                  </a:cubicBezTo>
                  <a:lnTo>
                    <a:pt x="9044" y="8838"/>
                  </a:lnTo>
                  <a:cubicBezTo>
                    <a:pt x="9163" y="8910"/>
                    <a:pt x="9192" y="9073"/>
                    <a:pt x="9105" y="9182"/>
                  </a:cubicBezTo>
                  <a:lnTo>
                    <a:pt x="7816" y="10793"/>
                  </a:lnTo>
                  <a:cubicBezTo>
                    <a:pt x="7693" y="10945"/>
                    <a:pt x="7627" y="11134"/>
                    <a:pt x="7627" y="11329"/>
                  </a:cubicBezTo>
                  <a:lnTo>
                    <a:pt x="7627" y="13716"/>
                  </a:lnTo>
                  <a:cubicBezTo>
                    <a:pt x="7627" y="13852"/>
                    <a:pt x="7730" y="13920"/>
                    <a:pt x="7832" y="13920"/>
                  </a:cubicBezTo>
                  <a:cubicBezTo>
                    <a:pt x="7934" y="13920"/>
                    <a:pt x="8037" y="13852"/>
                    <a:pt x="8037" y="13716"/>
                  </a:cubicBezTo>
                  <a:lnTo>
                    <a:pt x="8037" y="11329"/>
                  </a:lnTo>
                  <a:cubicBezTo>
                    <a:pt x="8037" y="11228"/>
                    <a:pt x="8069" y="11127"/>
                    <a:pt x="8134" y="11047"/>
                  </a:cubicBezTo>
                  <a:lnTo>
                    <a:pt x="8728" y="10308"/>
                  </a:lnTo>
                  <a:lnTo>
                    <a:pt x="9511" y="10536"/>
                  </a:lnTo>
                  <a:cubicBezTo>
                    <a:pt x="10072" y="10703"/>
                    <a:pt x="10460" y="11221"/>
                    <a:pt x="10463" y="11804"/>
                  </a:cubicBezTo>
                  <a:lnTo>
                    <a:pt x="10463" y="13716"/>
                  </a:lnTo>
                  <a:cubicBezTo>
                    <a:pt x="10463" y="13852"/>
                    <a:pt x="10565" y="13920"/>
                    <a:pt x="10666" y="13920"/>
                  </a:cubicBezTo>
                  <a:cubicBezTo>
                    <a:pt x="10767" y="13920"/>
                    <a:pt x="10869" y="13852"/>
                    <a:pt x="10869" y="13716"/>
                  </a:cubicBezTo>
                  <a:lnTo>
                    <a:pt x="10869" y="11804"/>
                  </a:lnTo>
                  <a:cubicBezTo>
                    <a:pt x="10865" y="11040"/>
                    <a:pt x="10362" y="10366"/>
                    <a:pt x="9630" y="10149"/>
                  </a:cubicBezTo>
                  <a:lnTo>
                    <a:pt x="9004" y="9964"/>
                  </a:lnTo>
                  <a:lnTo>
                    <a:pt x="9424" y="9439"/>
                  </a:lnTo>
                  <a:cubicBezTo>
                    <a:pt x="9666" y="9135"/>
                    <a:pt x="9587" y="8689"/>
                    <a:pt x="9254" y="8490"/>
                  </a:cubicBezTo>
                  <a:lnTo>
                    <a:pt x="7765" y="7599"/>
                  </a:lnTo>
                  <a:cubicBezTo>
                    <a:pt x="7823" y="7527"/>
                    <a:pt x="7877" y="7458"/>
                    <a:pt x="7932" y="7382"/>
                  </a:cubicBezTo>
                  <a:lnTo>
                    <a:pt x="8486" y="7382"/>
                  </a:lnTo>
                  <a:cubicBezTo>
                    <a:pt x="8488" y="7382"/>
                    <a:pt x="8491" y="7382"/>
                    <a:pt x="8493" y="7382"/>
                  </a:cubicBezTo>
                  <a:cubicBezTo>
                    <a:pt x="9446" y="7382"/>
                    <a:pt x="10257" y="6691"/>
                    <a:pt x="10413" y="5752"/>
                  </a:cubicBezTo>
                  <a:cubicBezTo>
                    <a:pt x="10568" y="4810"/>
                    <a:pt x="10018" y="3894"/>
                    <a:pt x="9112" y="3590"/>
                  </a:cubicBezTo>
                  <a:cubicBezTo>
                    <a:pt x="8982" y="2087"/>
                    <a:pt x="7953" y="815"/>
                    <a:pt x="6508" y="377"/>
                  </a:cubicBezTo>
                  <a:cubicBezTo>
                    <a:pt x="6487" y="164"/>
                    <a:pt x="6306" y="1"/>
                    <a:pt x="60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2"/>
            <p:cNvSpPr/>
            <p:nvPr/>
          </p:nvSpPr>
          <p:spPr>
            <a:xfrm>
              <a:off x="5451117" y="4394627"/>
              <a:ext cx="25667" cy="10749"/>
            </a:xfrm>
            <a:custGeom>
              <a:rect b="b" l="l" r="r" t="t"/>
              <a:pathLst>
                <a:path extrusionOk="0" h="410" w="979">
                  <a:moveTo>
                    <a:pt x="272" y="0"/>
                  </a:moveTo>
                  <a:cubicBezTo>
                    <a:pt x="0" y="0"/>
                    <a:pt x="0"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2"/>
            <p:cNvSpPr/>
            <p:nvPr/>
          </p:nvSpPr>
          <p:spPr>
            <a:xfrm>
              <a:off x="5521484" y="4394627"/>
              <a:ext cx="23937" cy="10644"/>
            </a:xfrm>
            <a:custGeom>
              <a:rect b="b" l="l" r="r" t="t"/>
              <a:pathLst>
                <a:path extrusionOk="0" h="406" w="913">
                  <a:moveTo>
                    <a:pt x="206" y="0"/>
                  </a:moveTo>
                  <a:cubicBezTo>
                    <a:pt x="94" y="0"/>
                    <a:pt x="0" y="91"/>
                    <a:pt x="0" y="203"/>
                  </a:cubicBezTo>
                  <a:cubicBezTo>
                    <a:pt x="0" y="315"/>
                    <a:pt x="94" y="406"/>
                    <a:pt x="206"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2" name="Google Shape;13392;p82"/>
          <p:cNvGrpSpPr/>
          <p:nvPr/>
        </p:nvGrpSpPr>
        <p:grpSpPr>
          <a:xfrm>
            <a:off x="8056219" y="1983508"/>
            <a:ext cx="284984" cy="364869"/>
            <a:chOff x="8056219" y="1983508"/>
            <a:chExt cx="284984" cy="364869"/>
          </a:xfrm>
        </p:grpSpPr>
        <p:sp>
          <p:nvSpPr>
            <p:cNvPr id="13393" name="Google Shape;13393;p82"/>
            <p:cNvSpPr/>
            <p:nvPr/>
          </p:nvSpPr>
          <p:spPr>
            <a:xfrm>
              <a:off x="8061646" y="2230005"/>
              <a:ext cx="274340" cy="112447"/>
            </a:xfrm>
            <a:custGeom>
              <a:rect b="b" l="l" r="r" t="t"/>
              <a:pathLst>
                <a:path extrusionOk="0" h="4289" w="10464">
                  <a:moveTo>
                    <a:pt x="2506" y="0"/>
                  </a:moveTo>
                  <a:lnTo>
                    <a:pt x="938" y="460"/>
                  </a:lnTo>
                  <a:cubicBezTo>
                    <a:pt x="384" y="623"/>
                    <a:pt x="0" y="1134"/>
                    <a:pt x="0" y="1717"/>
                  </a:cubicBezTo>
                  <a:lnTo>
                    <a:pt x="0" y="4288"/>
                  </a:lnTo>
                  <a:lnTo>
                    <a:pt x="10463" y="4288"/>
                  </a:lnTo>
                  <a:lnTo>
                    <a:pt x="10463" y="1717"/>
                  </a:lnTo>
                  <a:cubicBezTo>
                    <a:pt x="10463" y="1137"/>
                    <a:pt x="10079" y="623"/>
                    <a:pt x="9525" y="460"/>
                  </a:cubicBezTo>
                  <a:lnTo>
                    <a:pt x="79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2"/>
            <p:cNvSpPr/>
            <p:nvPr/>
          </p:nvSpPr>
          <p:spPr>
            <a:xfrm>
              <a:off x="8090511" y="2165327"/>
              <a:ext cx="216609" cy="130013"/>
            </a:xfrm>
            <a:custGeom>
              <a:rect b="b" l="l" r="r" t="t"/>
              <a:pathLst>
                <a:path extrusionOk="0" h="4959" w="8262">
                  <a:moveTo>
                    <a:pt x="2604" y="1"/>
                  </a:moveTo>
                  <a:lnTo>
                    <a:pt x="2604" y="1627"/>
                  </a:lnTo>
                  <a:cubicBezTo>
                    <a:pt x="2604" y="1913"/>
                    <a:pt x="2412" y="2170"/>
                    <a:pt x="2137" y="2253"/>
                  </a:cubicBezTo>
                  <a:lnTo>
                    <a:pt x="0" y="2880"/>
                  </a:lnTo>
                  <a:cubicBezTo>
                    <a:pt x="489" y="4133"/>
                    <a:pt x="1695" y="4955"/>
                    <a:pt x="3039" y="4959"/>
                  </a:cubicBezTo>
                  <a:lnTo>
                    <a:pt x="5219" y="4959"/>
                  </a:lnTo>
                  <a:cubicBezTo>
                    <a:pt x="6563" y="4955"/>
                    <a:pt x="7769" y="4133"/>
                    <a:pt x="8261" y="2880"/>
                  </a:cubicBezTo>
                  <a:lnTo>
                    <a:pt x="6125" y="2253"/>
                  </a:lnTo>
                  <a:cubicBezTo>
                    <a:pt x="5846" y="2170"/>
                    <a:pt x="5654" y="1917"/>
                    <a:pt x="5654" y="1627"/>
                  </a:cubicBezTo>
                  <a:lnTo>
                    <a:pt x="5654"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2"/>
            <p:cNvSpPr/>
            <p:nvPr/>
          </p:nvSpPr>
          <p:spPr>
            <a:xfrm>
              <a:off x="8101601" y="2175289"/>
              <a:ext cx="194298" cy="102877"/>
            </a:xfrm>
            <a:custGeom>
              <a:rect b="b" l="l" r="r" t="t"/>
              <a:pathLst>
                <a:path extrusionOk="0" h="3924" w="7411">
                  <a:moveTo>
                    <a:pt x="1308" y="1"/>
                  </a:moveTo>
                  <a:cubicBezTo>
                    <a:pt x="588" y="1"/>
                    <a:pt x="1" y="588"/>
                    <a:pt x="1" y="1308"/>
                  </a:cubicBezTo>
                  <a:cubicBezTo>
                    <a:pt x="1" y="2753"/>
                    <a:pt x="1174" y="3923"/>
                    <a:pt x="2616" y="3923"/>
                  </a:cubicBezTo>
                  <a:lnTo>
                    <a:pt x="4796" y="3923"/>
                  </a:lnTo>
                  <a:cubicBezTo>
                    <a:pt x="6241" y="3923"/>
                    <a:pt x="7411" y="2753"/>
                    <a:pt x="7411" y="1308"/>
                  </a:cubicBezTo>
                  <a:cubicBezTo>
                    <a:pt x="7411" y="588"/>
                    <a:pt x="6828" y="1"/>
                    <a:pt x="61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2"/>
            <p:cNvSpPr/>
            <p:nvPr/>
          </p:nvSpPr>
          <p:spPr>
            <a:xfrm>
              <a:off x="8120137" y="2192488"/>
              <a:ext cx="157253" cy="65072"/>
            </a:xfrm>
            <a:custGeom>
              <a:rect b="b" l="l" r="r" t="t"/>
              <a:pathLst>
                <a:path extrusionOk="0" h="2482" w="5998">
                  <a:moveTo>
                    <a:pt x="659" y="0"/>
                  </a:moveTo>
                  <a:cubicBezTo>
                    <a:pt x="185" y="0"/>
                    <a:pt x="0" y="613"/>
                    <a:pt x="395" y="877"/>
                  </a:cubicBezTo>
                  <a:lnTo>
                    <a:pt x="2637" y="2373"/>
                  </a:lnTo>
                  <a:cubicBezTo>
                    <a:pt x="2747" y="2445"/>
                    <a:pt x="2874" y="2481"/>
                    <a:pt x="3000" y="2481"/>
                  </a:cubicBezTo>
                  <a:cubicBezTo>
                    <a:pt x="3127" y="2481"/>
                    <a:pt x="3253" y="2445"/>
                    <a:pt x="3361" y="2373"/>
                  </a:cubicBezTo>
                  <a:lnTo>
                    <a:pt x="5603" y="877"/>
                  </a:lnTo>
                  <a:cubicBezTo>
                    <a:pt x="5998" y="613"/>
                    <a:pt x="5813" y="0"/>
                    <a:pt x="533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2"/>
            <p:cNvSpPr/>
            <p:nvPr/>
          </p:nvSpPr>
          <p:spPr>
            <a:xfrm>
              <a:off x="8144807" y="2171016"/>
              <a:ext cx="107911" cy="86544"/>
            </a:xfrm>
            <a:custGeom>
              <a:rect b="b" l="l" r="r" t="t"/>
              <a:pathLst>
                <a:path extrusionOk="0" h="3301" w="4116">
                  <a:moveTo>
                    <a:pt x="533" y="1"/>
                  </a:moveTo>
                  <a:lnTo>
                    <a:pt x="533" y="1417"/>
                  </a:lnTo>
                  <a:cubicBezTo>
                    <a:pt x="533" y="1707"/>
                    <a:pt x="341" y="1964"/>
                    <a:pt x="62" y="2047"/>
                  </a:cubicBezTo>
                  <a:lnTo>
                    <a:pt x="1" y="2062"/>
                  </a:lnTo>
                  <a:lnTo>
                    <a:pt x="8" y="2062"/>
                  </a:lnTo>
                  <a:lnTo>
                    <a:pt x="1699" y="3192"/>
                  </a:lnTo>
                  <a:cubicBezTo>
                    <a:pt x="1808" y="3264"/>
                    <a:pt x="1934" y="3300"/>
                    <a:pt x="2060" y="3300"/>
                  </a:cubicBezTo>
                  <a:cubicBezTo>
                    <a:pt x="2187" y="3300"/>
                    <a:pt x="2313" y="3264"/>
                    <a:pt x="2424" y="3192"/>
                  </a:cubicBezTo>
                  <a:lnTo>
                    <a:pt x="4115" y="2062"/>
                  </a:lnTo>
                  <a:lnTo>
                    <a:pt x="4057" y="2047"/>
                  </a:lnTo>
                  <a:cubicBezTo>
                    <a:pt x="3775" y="1964"/>
                    <a:pt x="3583" y="1710"/>
                    <a:pt x="3583" y="1417"/>
                  </a:cubicBezTo>
                  <a:lnTo>
                    <a:pt x="358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2"/>
            <p:cNvSpPr/>
            <p:nvPr/>
          </p:nvSpPr>
          <p:spPr>
            <a:xfrm>
              <a:off x="8158781" y="2171016"/>
              <a:ext cx="80068" cy="34292"/>
            </a:xfrm>
            <a:custGeom>
              <a:rect b="b" l="l" r="r" t="t"/>
              <a:pathLst>
                <a:path extrusionOk="0" h="1308" w="3054">
                  <a:moveTo>
                    <a:pt x="0" y="1"/>
                  </a:moveTo>
                  <a:lnTo>
                    <a:pt x="0" y="925"/>
                  </a:lnTo>
                  <a:cubicBezTo>
                    <a:pt x="477" y="1180"/>
                    <a:pt x="1002" y="1308"/>
                    <a:pt x="1527" y="1308"/>
                  </a:cubicBezTo>
                  <a:cubicBezTo>
                    <a:pt x="2052" y="1308"/>
                    <a:pt x="2577" y="1180"/>
                    <a:pt x="3053" y="925"/>
                  </a:cubicBezTo>
                  <a:lnTo>
                    <a:pt x="305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2"/>
            <p:cNvSpPr/>
            <p:nvPr/>
          </p:nvSpPr>
          <p:spPr>
            <a:xfrm>
              <a:off x="8100474" y="1989434"/>
              <a:ext cx="196684" cy="200144"/>
            </a:xfrm>
            <a:custGeom>
              <a:rect b="b" l="l" r="r" t="t"/>
              <a:pathLst>
                <a:path extrusionOk="0" h="7634" w="7502">
                  <a:moveTo>
                    <a:pt x="3751" y="0"/>
                  </a:moveTo>
                  <a:cubicBezTo>
                    <a:pt x="3647" y="0"/>
                    <a:pt x="3543" y="6"/>
                    <a:pt x="3438" y="17"/>
                  </a:cubicBezTo>
                  <a:cubicBezTo>
                    <a:pt x="1761" y="180"/>
                    <a:pt x="482" y="1585"/>
                    <a:pt x="482" y="3273"/>
                  </a:cubicBezTo>
                  <a:lnTo>
                    <a:pt x="482" y="3935"/>
                  </a:lnTo>
                  <a:cubicBezTo>
                    <a:pt x="200" y="3983"/>
                    <a:pt x="1" y="4240"/>
                    <a:pt x="29" y="4526"/>
                  </a:cubicBezTo>
                  <a:cubicBezTo>
                    <a:pt x="58" y="4805"/>
                    <a:pt x="293" y="5015"/>
                    <a:pt x="570" y="5015"/>
                  </a:cubicBezTo>
                  <a:cubicBezTo>
                    <a:pt x="577" y="5015"/>
                    <a:pt x="584" y="5015"/>
                    <a:pt x="591" y="5015"/>
                  </a:cubicBezTo>
                  <a:lnTo>
                    <a:pt x="928" y="5015"/>
                  </a:lnTo>
                  <a:cubicBezTo>
                    <a:pt x="1040" y="6492"/>
                    <a:pt x="2268" y="7633"/>
                    <a:pt x="3749" y="7633"/>
                  </a:cubicBezTo>
                  <a:cubicBezTo>
                    <a:pt x="5230" y="7633"/>
                    <a:pt x="6462" y="6492"/>
                    <a:pt x="6574" y="5015"/>
                  </a:cubicBezTo>
                  <a:lnTo>
                    <a:pt x="6911" y="5015"/>
                  </a:lnTo>
                  <a:cubicBezTo>
                    <a:pt x="6918" y="5015"/>
                    <a:pt x="6925" y="5015"/>
                    <a:pt x="6932" y="5015"/>
                  </a:cubicBezTo>
                  <a:cubicBezTo>
                    <a:pt x="7209" y="5015"/>
                    <a:pt x="7444" y="4805"/>
                    <a:pt x="7472" y="4526"/>
                  </a:cubicBezTo>
                  <a:cubicBezTo>
                    <a:pt x="7501" y="4240"/>
                    <a:pt x="7302" y="3983"/>
                    <a:pt x="7019" y="3935"/>
                  </a:cubicBezTo>
                  <a:lnTo>
                    <a:pt x="7019" y="3273"/>
                  </a:lnTo>
                  <a:cubicBezTo>
                    <a:pt x="7019" y="1585"/>
                    <a:pt x="5737" y="180"/>
                    <a:pt x="4064" y="17"/>
                  </a:cubicBezTo>
                  <a:cubicBezTo>
                    <a:pt x="3959" y="6"/>
                    <a:pt x="3855" y="0"/>
                    <a:pt x="37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2"/>
            <p:cNvSpPr/>
            <p:nvPr/>
          </p:nvSpPr>
          <p:spPr>
            <a:xfrm>
              <a:off x="8100474" y="2023621"/>
              <a:ext cx="112735" cy="165852"/>
            </a:xfrm>
            <a:custGeom>
              <a:rect b="b" l="l" r="r" t="t"/>
              <a:pathLst>
                <a:path extrusionOk="0" h="6326" w="4300">
                  <a:moveTo>
                    <a:pt x="1434" y="1"/>
                  </a:moveTo>
                  <a:cubicBezTo>
                    <a:pt x="1252" y="1"/>
                    <a:pt x="1069" y="85"/>
                    <a:pt x="953" y="274"/>
                  </a:cubicBezTo>
                  <a:cubicBezTo>
                    <a:pt x="645" y="784"/>
                    <a:pt x="479" y="1371"/>
                    <a:pt x="482" y="1969"/>
                  </a:cubicBezTo>
                  <a:lnTo>
                    <a:pt x="482" y="2631"/>
                  </a:lnTo>
                  <a:cubicBezTo>
                    <a:pt x="189" y="2689"/>
                    <a:pt x="1" y="2972"/>
                    <a:pt x="55" y="3262"/>
                  </a:cubicBezTo>
                  <a:cubicBezTo>
                    <a:pt x="98" y="3526"/>
                    <a:pt x="345" y="3711"/>
                    <a:pt x="613" y="3711"/>
                  </a:cubicBezTo>
                  <a:lnTo>
                    <a:pt x="928" y="3711"/>
                  </a:lnTo>
                  <a:cubicBezTo>
                    <a:pt x="1043" y="5212"/>
                    <a:pt x="2299" y="6326"/>
                    <a:pt x="3745" y="6326"/>
                  </a:cubicBezTo>
                  <a:cubicBezTo>
                    <a:pt x="3927" y="6326"/>
                    <a:pt x="4113" y="6308"/>
                    <a:pt x="4300" y="6271"/>
                  </a:cubicBezTo>
                  <a:cubicBezTo>
                    <a:pt x="2967" y="6014"/>
                    <a:pt x="2007" y="4848"/>
                    <a:pt x="2007" y="3493"/>
                  </a:cubicBezTo>
                  <a:lnTo>
                    <a:pt x="2007" y="567"/>
                  </a:lnTo>
                  <a:cubicBezTo>
                    <a:pt x="2007" y="215"/>
                    <a:pt x="1723" y="1"/>
                    <a:pt x="143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2"/>
            <p:cNvSpPr/>
            <p:nvPr/>
          </p:nvSpPr>
          <p:spPr>
            <a:xfrm>
              <a:off x="8165047" y="2132293"/>
              <a:ext cx="67536" cy="66619"/>
            </a:xfrm>
            <a:custGeom>
              <a:rect b="b" l="l" r="r" t="t"/>
              <a:pathLst>
                <a:path extrusionOk="0" h="2541" w="2576">
                  <a:moveTo>
                    <a:pt x="783" y="0"/>
                  </a:moveTo>
                  <a:cubicBezTo>
                    <a:pt x="449" y="0"/>
                    <a:pt x="171" y="254"/>
                    <a:pt x="134" y="583"/>
                  </a:cubicBezTo>
                  <a:lnTo>
                    <a:pt x="29" y="1511"/>
                  </a:lnTo>
                  <a:cubicBezTo>
                    <a:pt x="0" y="1782"/>
                    <a:pt x="142" y="2043"/>
                    <a:pt x="388" y="2166"/>
                  </a:cubicBezTo>
                  <a:lnTo>
                    <a:pt x="996" y="2470"/>
                  </a:lnTo>
                  <a:cubicBezTo>
                    <a:pt x="1089" y="2517"/>
                    <a:pt x="1188" y="2541"/>
                    <a:pt x="1288" y="2541"/>
                  </a:cubicBezTo>
                  <a:cubicBezTo>
                    <a:pt x="1387" y="2541"/>
                    <a:pt x="1487" y="2517"/>
                    <a:pt x="1579" y="2470"/>
                  </a:cubicBezTo>
                  <a:lnTo>
                    <a:pt x="2188" y="2166"/>
                  </a:lnTo>
                  <a:cubicBezTo>
                    <a:pt x="2434" y="2043"/>
                    <a:pt x="2575" y="1782"/>
                    <a:pt x="2546" y="1511"/>
                  </a:cubicBezTo>
                  <a:lnTo>
                    <a:pt x="2441" y="583"/>
                  </a:lnTo>
                  <a:cubicBezTo>
                    <a:pt x="2405" y="250"/>
                    <a:pt x="2126" y="0"/>
                    <a:pt x="179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2"/>
            <p:cNvSpPr/>
            <p:nvPr/>
          </p:nvSpPr>
          <p:spPr>
            <a:xfrm>
              <a:off x="8165047" y="2132293"/>
              <a:ext cx="41712" cy="66566"/>
            </a:xfrm>
            <a:custGeom>
              <a:rect b="b" l="l" r="r" t="t"/>
              <a:pathLst>
                <a:path extrusionOk="0" h="2539" w="1591">
                  <a:moveTo>
                    <a:pt x="783" y="0"/>
                  </a:moveTo>
                  <a:cubicBezTo>
                    <a:pt x="449" y="0"/>
                    <a:pt x="171" y="250"/>
                    <a:pt x="134" y="583"/>
                  </a:cubicBezTo>
                  <a:lnTo>
                    <a:pt x="29" y="1511"/>
                  </a:lnTo>
                  <a:cubicBezTo>
                    <a:pt x="0" y="1782"/>
                    <a:pt x="142" y="2043"/>
                    <a:pt x="388" y="2166"/>
                  </a:cubicBezTo>
                  <a:lnTo>
                    <a:pt x="996" y="2470"/>
                  </a:lnTo>
                  <a:cubicBezTo>
                    <a:pt x="1087" y="2516"/>
                    <a:pt x="1186" y="2538"/>
                    <a:pt x="1286" y="2538"/>
                  </a:cubicBezTo>
                  <a:cubicBezTo>
                    <a:pt x="1387" y="2538"/>
                    <a:pt x="1487" y="2516"/>
                    <a:pt x="1579" y="2470"/>
                  </a:cubicBezTo>
                  <a:lnTo>
                    <a:pt x="1590" y="2467"/>
                  </a:lnTo>
                  <a:lnTo>
                    <a:pt x="1214" y="2235"/>
                  </a:lnTo>
                  <a:cubicBezTo>
                    <a:pt x="967" y="2083"/>
                    <a:pt x="826" y="1760"/>
                    <a:pt x="855" y="1424"/>
                  </a:cubicBezTo>
                  <a:lnTo>
                    <a:pt x="956" y="283"/>
                  </a:lnTo>
                  <a:cubicBezTo>
                    <a:pt x="967" y="185"/>
                    <a:pt x="989" y="91"/>
                    <a:pt x="10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2"/>
            <p:cNvSpPr/>
            <p:nvPr/>
          </p:nvSpPr>
          <p:spPr>
            <a:xfrm>
              <a:off x="8180463" y="2143173"/>
              <a:ext cx="37308" cy="16674"/>
            </a:xfrm>
            <a:custGeom>
              <a:rect b="b" l="l" r="r" t="t"/>
              <a:pathLst>
                <a:path extrusionOk="0" h="636" w="1423">
                  <a:moveTo>
                    <a:pt x="1134" y="0"/>
                  </a:moveTo>
                  <a:cubicBezTo>
                    <a:pt x="1073" y="0"/>
                    <a:pt x="1010" y="30"/>
                    <a:pt x="966" y="103"/>
                  </a:cubicBezTo>
                  <a:cubicBezTo>
                    <a:pt x="897" y="188"/>
                    <a:pt x="798" y="231"/>
                    <a:pt x="698" y="231"/>
                  </a:cubicBezTo>
                  <a:cubicBezTo>
                    <a:pt x="599" y="231"/>
                    <a:pt x="501" y="188"/>
                    <a:pt x="434" y="103"/>
                  </a:cubicBezTo>
                  <a:cubicBezTo>
                    <a:pt x="389" y="44"/>
                    <a:pt x="331" y="19"/>
                    <a:pt x="274" y="19"/>
                  </a:cubicBezTo>
                  <a:cubicBezTo>
                    <a:pt x="133" y="19"/>
                    <a:pt x="0" y="171"/>
                    <a:pt x="93" y="331"/>
                  </a:cubicBezTo>
                  <a:cubicBezTo>
                    <a:pt x="227" y="521"/>
                    <a:pt x="446" y="636"/>
                    <a:pt x="677" y="636"/>
                  </a:cubicBezTo>
                  <a:cubicBezTo>
                    <a:pt x="684" y="636"/>
                    <a:pt x="691" y="636"/>
                    <a:pt x="698" y="636"/>
                  </a:cubicBezTo>
                  <a:cubicBezTo>
                    <a:pt x="705" y="636"/>
                    <a:pt x="712" y="636"/>
                    <a:pt x="719" y="636"/>
                  </a:cubicBezTo>
                  <a:cubicBezTo>
                    <a:pt x="954" y="636"/>
                    <a:pt x="1169" y="521"/>
                    <a:pt x="1303" y="331"/>
                  </a:cubicBezTo>
                  <a:cubicBezTo>
                    <a:pt x="1423" y="168"/>
                    <a:pt x="1281"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2"/>
            <p:cNvSpPr/>
            <p:nvPr/>
          </p:nvSpPr>
          <p:spPr>
            <a:xfrm>
              <a:off x="8151650" y="2063446"/>
              <a:ext cx="31461" cy="10749"/>
            </a:xfrm>
            <a:custGeom>
              <a:rect b="b" l="l" r="r" t="t"/>
              <a:pathLst>
                <a:path extrusionOk="0" h="410" w="1200">
                  <a:moveTo>
                    <a:pt x="272" y="1"/>
                  </a:moveTo>
                  <a:cubicBezTo>
                    <a:pt x="1" y="1"/>
                    <a:pt x="1" y="410"/>
                    <a:pt x="272" y="410"/>
                  </a:cubicBezTo>
                  <a:lnTo>
                    <a:pt x="928" y="410"/>
                  </a:lnTo>
                  <a:cubicBezTo>
                    <a:pt x="1199" y="410"/>
                    <a:pt x="1199" y="1"/>
                    <a:pt x="9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2"/>
            <p:cNvSpPr/>
            <p:nvPr/>
          </p:nvSpPr>
          <p:spPr>
            <a:xfrm>
              <a:off x="8214520" y="2063446"/>
              <a:ext cx="31356" cy="10749"/>
            </a:xfrm>
            <a:custGeom>
              <a:rect b="b" l="l" r="r" t="t"/>
              <a:pathLst>
                <a:path extrusionOk="0" h="410" w="1196">
                  <a:moveTo>
                    <a:pt x="272" y="1"/>
                  </a:moveTo>
                  <a:cubicBezTo>
                    <a:pt x="0" y="1"/>
                    <a:pt x="0" y="410"/>
                    <a:pt x="272" y="410"/>
                  </a:cubicBezTo>
                  <a:lnTo>
                    <a:pt x="924" y="410"/>
                  </a:lnTo>
                  <a:cubicBezTo>
                    <a:pt x="1195" y="410"/>
                    <a:pt x="1195"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2"/>
            <p:cNvSpPr/>
            <p:nvPr/>
          </p:nvSpPr>
          <p:spPr>
            <a:xfrm>
              <a:off x="8056219" y="1983508"/>
              <a:ext cx="284984" cy="364869"/>
            </a:xfrm>
            <a:custGeom>
              <a:rect b="b" l="l" r="r" t="t"/>
              <a:pathLst>
                <a:path extrusionOk="0" h="13917" w="10870">
                  <a:moveTo>
                    <a:pt x="5437" y="406"/>
                  </a:moveTo>
                  <a:cubicBezTo>
                    <a:pt x="7132" y="406"/>
                    <a:pt x="8505" y="1778"/>
                    <a:pt x="8505" y="3473"/>
                  </a:cubicBezTo>
                  <a:lnTo>
                    <a:pt x="8505" y="3926"/>
                  </a:lnTo>
                  <a:lnTo>
                    <a:pt x="7603" y="3926"/>
                  </a:lnTo>
                  <a:lnTo>
                    <a:pt x="7603" y="3912"/>
                  </a:lnTo>
                  <a:cubicBezTo>
                    <a:pt x="7603" y="3799"/>
                    <a:pt x="7512" y="3709"/>
                    <a:pt x="7400" y="3709"/>
                  </a:cubicBezTo>
                  <a:lnTo>
                    <a:pt x="5875" y="3709"/>
                  </a:lnTo>
                  <a:cubicBezTo>
                    <a:pt x="5763" y="3709"/>
                    <a:pt x="5672" y="3799"/>
                    <a:pt x="5672" y="3912"/>
                  </a:cubicBezTo>
                  <a:lnTo>
                    <a:pt x="5672" y="3969"/>
                  </a:lnTo>
                  <a:cubicBezTo>
                    <a:pt x="5598" y="3941"/>
                    <a:pt x="5519" y="3926"/>
                    <a:pt x="5441" y="3926"/>
                  </a:cubicBezTo>
                  <a:cubicBezTo>
                    <a:pt x="5362" y="3926"/>
                    <a:pt x="5283" y="3941"/>
                    <a:pt x="5209" y="3969"/>
                  </a:cubicBezTo>
                  <a:lnTo>
                    <a:pt x="5209" y="3908"/>
                  </a:lnTo>
                  <a:cubicBezTo>
                    <a:pt x="5209" y="3796"/>
                    <a:pt x="5115" y="3705"/>
                    <a:pt x="5002" y="3705"/>
                  </a:cubicBezTo>
                  <a:lnTo>
                    <a:pt x="3478" y="3705"/>
                  </a:lnTo>
                  <a:cubicBezTo>
                    <a:pt x="3362" y="3705"/>
                    <a:pt x="3271" y="3796"/>
                    <a:pt x="3271" y="3908"/>
                  </a:cubicBezTo>
                  <a:lnTo>
                    <a:pt x="3271" y="3922"/>
                  </a:lnTo>
                  <a:lnTo>
                    <a:pt x="2373" y="3922"/>
                  </a:lnTo>
                  <a:lnTo>
                    <a:pt x="2373" y="3473"/>
                  </a:lnTo>
                  <a:cubicBezTo>
                    <a:pt x="2373" y="1778"/>
                    <a:pt x="3746" y="406"/>
                    <a:pt x="5437" y="406"/>
                  </a:cubicBezTo>
                  <a:close/>
                  <a:moveTo>
                    <a:pt x="4796" y="4111"/>
                  </a:moveTo>
                  <a:lnTo>
                    <a:pt x="4796" y="4563"/>
                  </a:lnTo>
                  <a:cubicBezTo>
                    <a:pt x="4796" y="4690"/>
                    <a:pt x="4691" y="4795"/>
                    <a:pt x="4564" y="4795"/>
                  </a:cubicBezTo>
                  <a:lnTo>
                    <a:pt x="3912" y="4795"/>
                  </a:lnTo>
                  <a:cubicBezTo>
                    <a:pt x="3782" y="4795"/>
                    <a:pt x="3680" y="4690"/>
                    <a:pt x="3680" y="4563"/>
                  </a:cubicBezTo>
                  <a:lnTo>
                    <a:pt x="3680" y="4111"/>
                  </a:lnTo>
                  <a:lnTo>
                    <a:pt x="4035" y="4111"/>
                  </a:lnTo>
                  <a:lnTo>
                    <a:pt x="4035" y="4343"/>
                  </a:lnTo>
                  <a:cubicBezTo>
                    <a:pt x="4032" y="4455"/>
                    <a:pt x="4126" y="4549"/>
                    <a:pt x="4238" y="4549"/>
                  </a:cubicBezTo>
                  <a:cubicBezTo>
                    <a:pt x="4350" y="4549"/>
                    <a:pt x="4441" y="4455"/>
                    <a:pt x="4441" y="4343"/>
                  </a:cubicBezTo>
                  <a:lnTo>
                    <a:pt x="4441" y="4111"/>
                  </a:lnTo>
                  <a:close/>
                  <a:moveTo>
                    <a:pt x="7197" y="4111"/>
                  </a:moveTo>
                  <a:lnTo>
                    <a:pt x="7197" y="4563"/>
                  </a:lnTo>
                  <a:cubicBezTo>
                    <a:pt x="7197" y="4690"/>
                    <a:pt x="7092" y="4795"/>
                    <a:pt x="6962" y="4795"/>
                  </a:cubicBezTo>
                  <a:lnTo>
                    <a:pt x="6310" y="4795"/>
                  </a:lnTo>
                  <a:cubicBezTo>
                    <a:pt x="6183" y="4795"/>
                    <a:pt x="6078" y="4690"/>
                    <a:pt x="6078" y="4563"/>
                  </a:cubicBezTo>
                  <a:lnTo>
                    <a:pt x="6078" y="4114"/>
                  </a:lnTo>
                  <a:lnTo>
                    <a:pt x="6433" y="4114"/>
                  </a:lnTo>
                  <a:lnTo>
                    <a:pt x="6433" y="4343"/>
                  </a:lnTo>
                  <a:cubicBezTo>
                    <a:pt x="6433" y="4455"/>
                    <a:pt x="6524" y="4549"/>
                    <a:pt x="6636" y="4549"/>
                  </a:cubicBezTo>
                  <a:cubicBezTo>
                    <a:pt x="6748" y="4549"/>
                    <a:pt x="6842" y="4455"/>
                    <a:pt x="6842" y="4343"/>
                  </a:cubicBezTo>
                  <a:lnTo>
                    <a:pt x="6842" y="4111"/>
                  </a:lnTo>
                  <a:close/>
                  <a:moveTo>
                    <a:pt x="3271" y="4328"/>
                  </a:moveTo>
                  <a:lnTo>
                    <a:pt x="3271" y="4560"/>
                  </a:lnTo>
                  <a:cubicBezTo>
                    <a:pt x="3271" y="4915"/>
                    <a:pt x="3557" y="5204"/>
                    <a:pt x="3912" y="5204"/>
                  </a:cubicBezTo>
                  <a:lnTo>
                    <a:pt x="4568" y="5204"/>
                  </a:lnTo>
                  <a:cubicBezTo>
                    <a:pt x="4919" y="5201"/>
                    <a:pt x="5205" y="4915"/>
                    <a:pt x="5205" y="4563"/>
                  </a:cubicBezTo>
                  <a:cubicBezTo>
                    <a:pt x="5205" y="4408"/>
                    <a:pt x="5321" y="4330"/>
                    <a:pt x="5437" y="4330"/>
                  </a:cubicBezTo>
                  <a:cubicBezTo>
                    <a:pt x="5553" y="4330"/>
                    <a:pt x="5669" y="4408"/>
                    <a:pt x="5669" y="4563"/>
                  </a:cubicBezTo>
                  <a:cubicBezTo>
                    <a:pt x="5672" y="4915"/>
                    <a:pt x="5959" y="5201"/>
                    <a:pt x="6310" y="5204"/>
                  </a:cubicBezTo>
                  <a:lnTo>
                    <a:pt x="6962" y="5204"/>
                  </a:lnTo>
                  <a:cubicBezTo>
                    <a:pt x="7313" y="5201"/>
                    <a:pt x="7599" y="4915"/>
                    <a:pt x="7603" y="4563"/>
                  </a:cubicBezTo>
                  <a:lnTo>
                    <a:pt x="7603" y="4332"/>
                  </a:lnTo>
                  <a:lnTo>
                    <a:pt x="8599" y="4332"/>
                  </a:lnTo>
                  <a:cubicBezTo>
                    <a:pt x="8802" y="4332"/>
                    <a:pt x="8957" y="4506"/>
                    <a:pt x="8936" y="4708"/>
                  </a:cubicBezTo>
                  <a:cubicBezTo>
                    <a:pt x="8921" y="4879"/>
                    <a:pt x="8754" y="5013"/>
                    <a:pt x="8566" y="5013"/>
                  </a:cubicBezTo>
                  <a:lnTo>
                    <a:pt x="8476" y="5013"/>
                  </a:lnTo>
                  <a:lnTo>
                    <a:pt x="8476" y="5002"/>
                  </a:lnTo>
                  <a:cubicBezTo>
                    <a:pt x="8476" y="4889"/>
                    <a:pt x="8385" y="4799"/>
                    <a:pt x="8273" y="4799"/>
                  </a:cubicBezTo>
                  <a:cubicBezTo>
                    <a:pt x="8161" y="4799"/>
                    <a:pt x="8070" y="4889"/>
                    <a:pt x="8070" y="5002"/>
                  </a:cubicBezTo>
                  <a:cubicBezTo>
                    <a:pt x="8066" y="5878"/>
                    <a:pt x="7628" y="6697"/>
                    <a:pt x="6900" y="7186"/>
                  </a:cubicBezTo>
                  <a:cubicBezTo>
                    <a:pt x="6900" y="7167"/>
                    <a:pt x="6900" y="7153"/>
                    <a:pt x="6900" y="7138"/>
                  </a:cubicBezTo>
                  <a:lnTo>
                    <a:pt x="6795" y="6211"/>
                  </a:lnTo>
                  <a:cubicBezTo>
                    <a:pt x="6748" y="5777"/>
                    <a:pt x="6382" y="5447"/>
                    <a:pt x="5944" y="5447"/>
                  </a:cubicBezTo>
                  <a:lnTo>
                    <a:pt x="4934" y="5447"/>
                  </a:lnTo>
                  <a:cubicBezTo>
                    <a:pt x="4495" y="5447"/>
                    <a:pt x="4130" y="5777"/>
                    <a:pt x="4082" y="6211"/>
                  </a:cubicBezTo>
                  <a:lnTo>
                    <a:pt x="3977" y="7138"/>
                  </a:lnTo>
                  <a:cubicBezTo>
                    <a:pt x="3977" y="7153"/>
                    <a:pt x="3977" y="7167"/>
                    <a:pt x="3974" y="7186"/>
                  </a:cubicBezTo>
                  <a:cubicBezTo>
                    <a:pt x="3673" y="6983"/>
                    <a:pt x="3420" y="6722"/>
                    <a:pt x="3224" y="6418"/>
                  </a:cubicBezTo>
                  <a:cubicBezTo>
                    <a:pt x="2953" y="5994"/>
                    <a:pt x="2808" y="5501"/>
                    <a:pt x="2808" y="4998"/>
                  </a:cubicBezTo>
                  <a:cubicBezTo>
                    <a:pt x="2808" y="4862"/>
                    <a:pt x="2705" y="4794"/>
                    <a:pt x="2603" y="4794"/>
                  </a:cubicBezTo>
                  <a:cubicBezTo>
                    <a:pt x="2501" y="4794"/>
                    <a:pt x="2398" y="4862"/>
                    <a:pt x="2398" y="4998"/>
                  </a:cubicBezTo>
                  <a:lnTo>
                    <a:pt x="2398" y="5013"/>
                  </a:lnTo>
                  <a:lnTo>
                    <a:pt x="2275" y="5013"/>
                  </a:lnTo>
                  <a:cubicBezTo>
                    <a:pt x="2072" y="5013"/>
                    <a:pt x="1917" y="4835"/>
                    <a:pt x="1938" y="4636"/>
                  </a:cubicBezTo>
                  <a:cubicBezTo>
                    <a:pt x="1957" y="4462"/>
                    <a:pt x="2120" y="4328"/>
                    <a:pt x="2308" y="4328"/>
                  </a:cubicBezTo>
                  <a:close/>
                  <a:moveTo>
                    <a:pt x="5940" y="5856"/>
                  </a:moveTo>
                  <a:cubicBezTo>
                    <a:pt x="6172" y="5856"/>
                    <a:pt x="6364" y="6027"/>
                    <a:pt x="6390" y="6255"/>
                  </a:cubicBezTo>
                  <a:lnTo>
                    <a:pt x="6491" y="7182"/>
                  </a:lnTo>
                  <a:cubicBezTo>
                    <a:pt x="6513" y="7370"/>
                    <a:pt x="6415" y="7548"/>
                    <a:pt x="6248" y="7635"/>
                  </a:cubicBezTo>
                  <a:lnTo>
                    <a:pt x="6245" y="7635"/>
                  </a:lnTo>
                  <a:lnTo>
                    <a:pt x="5636" y="7939"/>
                  </a:lnTo>
                  <a:cubicBezTo>
                    <a:pt x="5573" y="7970"/>
                    <a:pt x="5504" y="7985"/>
                    <a:pt x="5435" y="7985"/>
                  </a:cubicBezTo>
                  <a:cubicBezTo>
                    <a:pt x="5366" y="7985"/>
                    <a:pt x="5298" y="7970"/>
                    <a:pt x="5234" y="7939"/>
                  </a:cubicBezTo>
                  <a:lnTo>
                    <a:pt x="4629" y="7635"/>
                  </a:lnTo>
                  <a:cubicBezTo>
                    <a:pt x="4459" y="7551"/>
                    <a:pt x="4361" y="7370"/>
                    <a:pt x="4383" y="7182"/>
                  </a:cubicBezTo>
                  <a:lnTo>
                    <a:pt x="4484" y="6255"/>
                  </a:lnTo>
                  <a:cubicBezTo>
                    <a:pt x="4510" y="6027"/>
                    <a:pt x="4702" y="5856"/>
                    <a:pt x="4934" y="5856"/>
                  </a:cubicBezTo>
                  <a:close/>
                  <a:moveTo>
                    <a:pt x="3709" y="8182"/>
                  </a:moveTo>
                  <a:lnTo>
                    <a:pt x="3709" y="8576"/>
                  </a:lnTo>
                  <a:cubicBezTo>
                    <a:pt x="3709" y="8765"/>
                    <a:pt x="3590" y="8931"/>
                    <a:pt x="3416" y="9000"/>
                  </a:cubicBezTo>
                  <a:lnTo>
                    <a:pt x="2945" y="8685"/>
                  </a:lnTo>
                  <a:cubicBezTo>
                    <a:pt x="2721" y="8533"/>
                    <a:pt x="2826" y="8182"/>
                    <a:pt x="3097" y="8182"/>
                  </a:cubicBezTo>
                  <a:close/>
                  <a:moveTo>
                    <a:pt x="7777" y="8182"/>
                  </a:moveTo>
                  <a:cubicBezTo>
                    <a:pt x="8048" y="8182"/>
                    <a:pt x="8157" y="8533"/>
                    <a:pt x="7929" y="8685"/>
                  </a:cubicBezTo>
                  <a:lnTo>
                    <a:pt x="7462" y="9000"/>
                  </a:lnTo>
                  <a:cubicBezTo>
                    <a:pt x="7284" y="8931"/>
                    <a:pt x="7168" y="8765"/>
                    <a:pt x="7168" y="8576"/>
                  </a:cubicBezTo>
                  <a:lnTo>
                    <a:pt x="7168" y="8182"/>
                  </a:lnTo>
                  <a:close/>
                  <a:moveTo>
                    <a:pt x="7838" y="7526"/>
                  </a:moveTo>
                  <a:cubicBezTo>
                    <a:pt x="8447" y="7526"/>
                    <a:pt x="8943" y="8022"/>
                    <a:pt x="8943" y="8631"/>
                  </a:cubicBezTo>
                  <a:cubicBezTo>
                    <a:pt x="8939" y="9630"/>
                    <a:pt x="8320" y="10528"/>
                    <a:pt x="7385" y="10883"/>
                  </a:cubicBezTo>
                  <a:lnTo>
                    <a:pt x="7385" y="10811"/>
                  </a:lnTo>
                  <a:cubicBezTo>
                    <a:pt x="7385" y="10675"/>
                    <a:pt x="7284" y="10607"/>
                    <a:pt x="7183" y="10607"/>
                  </a:cubicBezTo>
                  <a:cubicBezTo>
                    <a:pt x="7081" y="10607"/>
                    <a:pt x="6980" y="10675"/>
                    <a:pt x="6980" y="10811"/>
                  </a:cubicBezTo>
                  <a:lnTo>
                    <a:pt x="6980" y="10999"/>
                  </a:lnTo>
                  <a:cubicBezTo>
                    <a:pt x="6831" y="11025"/>
                    <a:pt x="6679" y="11039"/>
                    <a:pt x="6527" y="11039"/>
                  </a:cubicBezTo>
                  <a:lnTo>
                    <a:pt x="5643" y="11039"/>
                  </a:lnTo>
                  <a:lnTo>
                    <a:pt x="5643" y="10699"/>
                  </a:lnTo>
                  <a:lnTo>
                    <a:pt x="6422" y="10184"/>
                  </a:lnTo>
                  <a:cubicBezTo>
                    <a:pt x="6610" y="10059"/>
                    <a:pt x="6488" y="9806"/>
                    <a:pt x="6314" y="9806"/>
                  </a:cubicBezTo>
                  <a:cubicBezTo>
                    <a:pt x="6277" y="9806"/>
                    <a:pt x="6237" y="9817"/>
                    <a:pt x="6198" y="9844"/>
                  </a:cubicBezTo>
                  <a:lnTo>
                    <a:pt x="5437" y="10347"/>
                  </a:lnTo>
                  <a:lnTo>
                    <a:pt x="3793" y="9250"/>
                  </a:lnTo>
                  <a:cubicBezTo>
                    <a:pt x="3999" y="9087"/>
                    <a:pt x="4119" y="8837"/>
                    <a:pt x="4119" y="8576"/>
                  </a:cubicBezTo>
                  <a:lnTo>
                    <a:pt x="4119" y="7732"/>
                  </a:lnTo>
                  <a:lnTo>
                    <a:pt x="4151" y="7751"/>
                  </a:lnTo>
                  <a:cubicBezTo>
                    <a:pt x="4227" y="7856"/>
                    <a:pt x="4332" y="7939"/>
                    <a:pt x="4448" y="8000"/>
                  </a:cubicBezTo>
                  <a:lnTo>
                    <a:pt x="5057" y="8305"/>
                  </a:lnTo>
                  <a:cubicBezTo>
                    <a:pt x="5178" y="8364"/>
                    <a:pt x="5309" y="8394"/>
                    <a:pt x="5441" y="8394"/>
                  </a:cubicBezTo>
                  <a:cubicBezTo>
                    <a:pt x="5572" y="8394"/>
                    <a:pt x="5703" y="8364"/>
                    <a:pt x="5825" y="8305"/>
                  </a:cubicBezTo>
                  <a:lnTo>
                    <a:pt x="6433" y="8000"/>
                  </a:lnTo>
                  <a:cubicBezTo>
                    <a:pt x="6552" y="7939"/>
                    <a:pt x="6654" y="7852"/>
                    <a:pt x="6734" y="7747"/>
                  </a:cubicBezTo>
                  <a:lnTo>
                    <a:pt x="6763" y="7732"/>
                  </a:lnTo>
                  <a:lnTo>
                    <a:pt x="6763" y="8576"/>
                  </a:lnTo>
                  <a:cubicBezTo>
                    <a:pt x="6763" y="8841"/>
                    <a:pt x="6882" y="9087"/>
                    <a:pt x="7089" y="9250"/>
                  </a:cubicBezTo>
                  <a:lnTo>
                    <a:pt x="6962" y="9333"/>
                  </a:lnTo>
                  <a:cubicBezTo>
                    <a:pt x="6776" y="9459"/>
                    <a:pt x="6897" y="9711"/>
                    <a:pt x="7074" y="9711"/>
                  </a:cubicBezTo>
                  <a:cubicBezTo>
                    <a:pt x="7111" y="9711"/>
                    <a:pt x="7150" y="9700"/>
                    <a:pt x="7190" y="9674"/>
                  </a:cubicBezTo>
                  <a:lnTo>
                    <a:pt x="8161" y="9025"/>
                  </a:lnTo>
                  <a:cubicBezTo>
                    <a:pt x="8722" y="8649"/>
                    <a:pt x="8458" y="7772"/>
                    <a:pt x="7780" y="7772"/>
                  </a:cubicBezTo>
                  <a:lnTo>
                    <a:pt x="7172" y="7772"/>
                  </a:lnTo>
                  <a:lnTo>
                    <a:pt x="7172" y="7526"/>
                  </a:lnTo>
                  <a:close/>
                  <a:moveTo>
                    <a:pt x="3709" y="7526"/>
                  </a:moveTo>
                  <a:lnTo>
                    <a:pt x="3709" y="7772"/>
                  </a:lnTo>
                  <a:lnTo>
                    <a:pt x="3097" y="7772"/>
                  </a:lnTo>
                  <a:cubicBezTo>
                    <a:pt x="2424" y="7772"/>
                    <a:pt x="2156" y="8649"/>
                    <a:pt x="2721" y="9025"/>
                  </a:cubicBezTo>
                  <a:lnTo>
                    <a:pt x="5234" y="10699"/>
                  </a:lnTo>
                  <a:lnTo>
                    <a:pt x="5234" y="11043"/>
                  </a:lnTo>
                  <a:lnTo>
                    <a:pt x="4347" y="11043"/>
                  </a:lnTo>
                  <a:cubicBezTo>
                    <a:pt x="4198" y="11043"/>
                    <a:pt x="4046" y="11028"/>
                    <a:pt x="3898" y="10999"/>
                  </a:cubicBezTo>
                  <a:lnTo>
                    <a:pt x="3898" y="10811"/>
                  </a:lnTo>
                  <a:cubicBezTo>
                    <a:pt x="3898" y="10675"/>
                    <a:pt x="3796" y="10607"/>
                    <a:pt x="3695" y="10607"/>
                  </a:cubicBezTo>
                  <a:cubicBezTo>
                    <a:pt x="3594" y="10607"/>
                    <a:pt x="3492" y="10675"/>
                    <a:pt x="3492" y="10811"/>
                  </a:cubicBezTo>
                  <a:lnTo>
                    <a:pt x="3492" y="10887"/>
                  </a:lnTo>
                  <a:cubicBezTo>
                    <a:pt x="2554" y="10528"/>
                    <a:pt x="1938" y="9630"/>
                    <a:pt x="1938" y="8631"/>
                  </a:cubicBezTo>
                  <a:cubicBezTo>
                    <a:pt x="1938" y="8022"/>
                    <a:pt x="2431" y="7526"/>
                    <a:pt x="3039" y="7526"/>
                  </a:cubicBezTo>
                  <a:close/>
                  <a:moveTo>
                    <a:pt x="5437" y="0"/>
                  </a:moveTo>
                  <a:cubicBezTo>
                    <a:pt x="3517" y="0"/>
                    <a:pt x="1964" y="1554"/>
                    <a:pt x="1964" y="3473"/>
                  </a:cubicBezTo>
                  <a:lnTo>
                    <a:pt x="1964" y="3998"/>
                  </a:lnTo>
                  <a:cubicBezTo>
                    <a:pt x="1645" y="4147"/>
                    <a:pt x="1471" y="4495"/>
                    <a:pt x="1547" y="4835"/>
                  </a:cubicBezTo>
                  <a:cubicBezTo>
                    <a:pt x="1623" y="5177"/>
                    <a:pt x="1923" y="5418"/>
                    <a:pt x="2268" y="5418"/>
                  </a:cubicBezTo>
                  <a:cubicBezTo>
                    <a:pt x="2270" y="5418"/>
                    <a:pt x="2273" y="5418"/>
                    <a:pt x="2275" y="5418"/>
                  </a:cubicBezTo>
                  <a:lnTo>
                    <a:pt x="2427" y="5418"/>
                  </a:lnTo>
                  <a:cubicBezTo>
                    <a:pt x="2489" y="5853"/>
                    <a:pt x="2645" y="6269"/>
                    <a:pt x="2880" y="6639"/>
                  </a:cubicBezTo>
                  <a:cubicBezTo>
                    <a:pt x="2992" y="6809"/>
                    <a:pt x="3119" y="6972"/>
                    <a:pt x="3264" y="7117"/>
                  </a:cubicBezTo>
                  <a:lnTo>
                    <a:pt x="3039" y="7117"/>
                  </a:lnTo>
                  <a:cubicBezTo>
                    <a:pt x="2206" y="7120"/>
                    <a:pt x="1529" y="7798"/>
                    <a:pt x="1529" y="8631"/>
                  </a:cubicBezTo>
                  <a:cubicBezTo>
                    <a:pt x="1529" y="8931"/>
                    <a:pt x="1576" y="9228"/>
                    <a:pt x="1670" y="9514"/>
                  </a:cubicBezTo>
                  <a:lnTo>
                    <a:pt x="1087" y="9685"/>
                  </a:lnTo>
                  <a:cubicBezTo>
                    <a:pt x="446" y="9877"/>
                    <a:pt x="4" y="10463"/>
                    <a:pt x="1" y="11133"/>
                  </a:cubicBezTo>
                  <a:lnTo>
                    <a:pt x="1" y="13716"/>
                  </a:lnTo>
                  <a:cubicBezTo>
                    <a:pt x="1" y="13850"/>
                    <a:pt x="103" y="13917"/>
                    <a:pt x="205" y="13917"/>
                  </a:cubicBezTo>
                  <a:cubicBezTo>
                    <a:pt x="308" y="13917"/>
                    <a:pt x="410" y="13850"/>
                    <a:pt x="410" y="13716"/>
                  </a:cubicBezTo>
                  <a:lnTo>
                    <a:pt x="410" y="11133"/>
                  </a:lnTo>
                  <a:cubicBezTo>
                    <a:pt x="410" y="10644"/>
                    <a:pt x="732" y="10213"/>
                    <a:pt x="1203" y="10076"/>
                  </a:cubicBezTo>
                  <a:lnTo>
                    <a:pt x="1826" y="9891"/>
                  </a:lnTo>
                  <a:cubicBezTo>
                    <a:pt x="2167" y="10568"/>
                    <a:pt x="2768" y="11083"/>
                    <a:pt x="3492" y="11314"/>
                  </a:cubicBezTo>
                  <a:lnTo>
                    <a:pt x="3492" y="13716"/>
                  </a:lnTo>
                  <a:cubicBezTo>
                    <a:pt x="3492" y="13850"/>
                    <a:pt x="3594" y="13917"/>
                    <a:pt x="3695" y="13917"/>
                  </a:cubicBezTo>
                  <a:cubicBezTo>
                    <a:pt x="3796" y="13917"/>
                    <a:pt x="3898" y="13850"/>
                    <a:pt x="3898" y="13716"/>
                  </a:cubicBezTo>
                  <a:lnTo>
                    <a:pt x="3898" y="11412"/>
                  </a:lnTo>
                  <a:cubicBezTo>
                    <a:pt x="4046" y="11437"/>
                    <a:pt x="4198" y="11448"/>
                    <a:pt x="4347" y="11448"/>
                  </a:cubicBezTo>
                  <a:lnTo>
                    <a:pt x="5234" y="11448"/>
                  </a:lnTo>
                  <a:lnTo>
                    <a:pt x="5234" y="13716"/>
                  </a:lnTo>
                  <a:cubicBezTo>
                    <a:pt x="5234" y="13850"/>
                    <a:pt x="5336" y="13917"/>
                    <a:pt x="5437" y="13917"/>
                  </a:cubicBezTo>
                  <a:cubicBezTo>
                    <a:pt x="5538" y="13917"/>
                    <a:pt x="5640" y="13850"/>
                    <a:pt x="5640" y="13716"/>
                  </a:cubicBezTo>
                  <a:lnTo>
                    <a:pt x="5640" y="11452"/>
                  </a:lnTo>
                  <a:lnTo>
                    <a:pt x="6527" y="11452"/>
                  </a:lnTo>
                  <a:cubicBezTo>
                    <a:pt x="6679" y="11448"/>
                    <a:pt x="6828" y="11437"/>
                    <a:pt x="6976" y="11416"/>
                  </a:cubicBezTo>
                  <a:lnTo>
                    <a:pt x="6976" y="13716"/>
                  </a:lnTo>
                  <a:cubicBezTo>
                    <a:pt x="6976" y="13850"/>
                    <a:pt x="7079" y="13917"/>
                    <a:pt x="7181" y="13917"/>
                  </a:cubicBezTo>
                  <a:cubicBezTo>
                    <a:pt x="7283" y="13917"/>
                    <a:pt x="7385" y="13850"/>
                    <a:pt x="7385" y="13716"/>
                  </a:cubicBezTo>
                  <a:lnTo>
                    <a:pt x="7385" y="11314"/>
                  </a:lnTo>
                  <a:cubicBezTo>
                    <a:pt x="8106" y="11083"/>
                    <a:pt x="8707" y="10568"/>
                    <a:pt x="9048" y="9891"/>
                  </a:cubicBezTo>
                  <a:lnTo>
                    <a:pt x="9671" y="10072"/>
                  </a:lnTo>
                  <a:cubicBezTo>
                    <a:pt x="10142" y="10213"/>
                    <a:pt x="10460" y="10644"/>
                    <a:pt x="10464" y="11133"/>
                  </a:cubicBezTo>
                  <a:lnTo>
                    <a:pt x="10464" y="13712"/>
                  </a:lnTo>
                  <a:cubicBezTo>
                    <a:pt x="10464" y="13848"/>
                    <a:pt x="10565" y="13916"/>
                    <a:pt x="10667" y="13916"/>
                  </a:cubicBezTo>
                  <a:cubicBezTo>
                    <a:pt x="10768" y="13916"/>
                    <a:pt x="10870" y="13848"/>
                    <a:pt x="10870" y="13712"/>
                  </a:cubicBezTo>
                  <a:lnTo>
                    <a:pt x="10870" y="11133"/>
                  </a:lnTo>
                  <a:cubicBezTo>
                    <a:pt x="10870" y="10463"/>
                    <a:pt x="10428" y="9877"/>
                    <a:pt x="9787" y="9685"/>
                  </a:cubicBezTo>
                  <a:lnTo>
                    <a:pt x="9207" y="9514"/>
                  </a:lnTo>
                  <a:cubicBezTo>
                    <a:pt x="9301" y="9228"/>
                    <a:pt x="9348" y="8931"/>
                    <a:pt x="9348" y="8631"/>
                  </a:cubicBezTo>
                  <a:cubicBezTo>
                    <a:pt x="9345" y="7798"/>
                    <a:pt x="8671" y="7120"/>
                    <a:pt x="7835" y="7120"/>
                  </a:cubicBezTo>
                  <a:lnTo>
                    <a:pt x="7610" y="7120"/>
                  </a:lnTo>
                  <a:cubicBezTo>
                    <a:pt x="8063" y="6657"/>
                    <a:pt x="8352" y="6059"/>
                    <a:pt x="8447" y="5422"/>
                  </a:cubicBezTo>
                  <a:lnTo>
                    <a:pt x="8566" y="5422"/>
                  </a:lnTo>
                  <a:cubicBezTo>
                    <a:pt x="8965" y="5422"/>
                    <a:pt x="9305" y="5125"/>
                    <a:pt x="9341" y="4748"/>
                  </a:cubicBezTo>
                  <a:cubicBezTo>
                    <a:pt x="9374" y="4429"/>
                    <a:pt x="9200" y="4125"/>
                    <a:pt x="8910" y="3991"/>
                  </a:cubicBezTo>
                  <a:lnTo>
                    <a:pt x="8910" y="3473"/>
                  </a:lnTo>
                  <a:cubicBezTo>
                    <a:pt x="8910" y="1554"/>
                    <a:pt x="7357"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7" name="Google Shape;13407;p82"/>
          <p:cNvGrpSpPr/>
          <p:nvPr/>
        </p:nvGrpSpPr>
        <p:grpSpPr>
          <a:xfrm>
            <a:off x="7161782" y="4285982"/>
            <a:ext cx="273580" cy="365131"/>
            <a:chOff x="7161782" y="4285982"/>
            <a:chExt cx="273580" cy="365131"/>
          </a:xfrm>
        </p:grpSpPr>
        <p:sp>
          <p:nvSpPr>
            <p:cNvPr id="13408" name="Google Shape;13408;p82"/>
            <p:cNvSpPr/>
            <p:nvPr/>
          </p:nvSpPr>
          <p:spPr>
            <a:xfrm>
              <a:off x="7173449" y="4291409"/>
              <a:ext cx="250325" cy="280029"/>
            </a:xfrm>
            <a:custGeom>
              <a:rect b="b" l="l" r="r" t="t"/>
              <a:pathLst>
                <a:path extrusionOk="0" h="10681" w="9548">
                  <a:moveTo>
                    <a:pt x="4774" y="0"/>
                  </a:moveTo>
                  <a:cubicBezTo>
                    <a:pt x="3010" y="0"/>
                    <a:pt x="1496" y="1268"/>
                    <a:pt x="1189" y="3006"/>
                  </a:cubicBezTo>
                  <a:lnTo>
                    <a:pt x="33" y="9515"/>
                  </a:lnTo>
                  <a:cubicBezTo>
                    <a:pt x="1" y="9692"/>
                    <a:pt x="80" y="9870"/>
                    <a:pt x="236" y="9964"/>
                  </a:cubicBezTo>
                  <a:lnTo>
                    <a:pt x="1504" y="10681"/>
                  </a:lnTo>
                  <a:lnTo>
                    <a:pt x="8045" y="10681"/>
                  </a:lnTo>
                  <a:lnTo>
                    <a:pt x="9312" y="9964"/>
                  </a:lnTo>
                  <a:cubicBezTo>
                    <a:pt x="9468" y="9870"/>
                    <a:pt x="9548" y="9692"/>
                    <a:pt x="9519" y="9511"/>
                  </a:cubicBezTo>
                  <a:lnTo>
                    <a:pt x="8360" y="3006"/>
                  </a:lnTo>
                  <a:cubicBezTo>
                    <a:pt x="8052" y="1268"/>
                    <a:pt x="6541" y="0"/>
                    <a:pt x="47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2"/>
            <p:cNvSpPr/>
            <p:nvPr/>
          </p:nvSpPr>
          <p:spPr>
            <a:xfrm>
              <a:off x="7167104" y="4497164"/>
              <a:ext cx="262935" cy="148548"/>
            </a:xfrm>
            <a:custGeom>
              <a:rect b="b" l="l" r="r" t="t"/>
              <a:pathLst>
                <a:path extrusionOk="0" h="5666" w="10029">
                  <a:moveTo>
                    <a:pt x="3709" y="1"/>
                  </a:moveTo>
                  <a:lnTo>
                    <a:pt x="3709" y="1127"/>
                  </a:lnTo>
                  <a:cubicBezTo>
                    <a:pt x="3705" y="1496"/>
                    <a:pt x="3473" y="1826"/>
                    <a:pt x="3126" y="1949"/>
                  </a:cubicBezTo>
                  <a:lnTo>
                    <a:pt x="873" y="2742"/>
                  </a:lnTo>
                  <a:cubicBezTo>
                    <a:pt x="351" y="2927"/>
                    <a:pt x="4" y="3420"/>
                    <a:pt x="0" y="3974"/>
                  </a:cubicBezTo>
                  <a:lnTo>
                    <a:pt x="0" y="5665"/>
                  </a:lnTo>
                  <a:lnTo>
                    <a:pt x="10029" y="5665"/>
                  </a:lnTo>
                  <a:lnTo>
                    <a:pt x="10029" y="3974"/>
                  </a:lnTo>
                  <a:cubicBezTo>
                    <a:pt x="10029" y="3423"/>
                    <a:pt x="9681" y="2927"/>
                    <a:pt x="9156" y="2742"/>
                  </a:cubicBezTo>
                  <a:lnTo>
                    <a:pt x="6907" y="1949"/>
                  </a:lnTo>
                  <a:cubicBezTo>
                    <a:pt x="6559" y="1826"/>
                    <a:pt x="6324" y="1496"/>
                    <a:pt x="6324" y="1127"/>
                  </a:cubicBezTo>
                  <a:lnTo>
                    <a:pt x="632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2"/>
            <p:cNvSpPr/>
            <p:nvPr/>
          </p:nvSpPr>
          <p:spPr>
            <a:xfrm>
              <a:off x="7167183" y="4570468"/>
              <a:ext cx="262857" cy="75244"/>
            </a:xfrm>
            <a:custGeom>
              <a:rect b="b" l="l" r="r" t="t"/>
              <a:pathLst>
                <a:path extrusionOk="0" h="2870" w="10026">
                  <a:moveTo>
                    <a:pt x="750" y="1"/>
                  </a:moveTo>
                  <a:cubicBezTo>
                    <a:pt x="294" y="214"/>
                    <a:pt x="4" y="674"/>
                    <a:pt x="1" y="1178"/>
                  </a:cubicBezTo>
                  <a:lnTo>
                    <a:pt x="1" y="2869"/>
                  </a:lnTo>
                  <a:lnTo>
                    <a:pt x="10026" y="2869"/>
                  </a:lnTo>
                  <a:lnTo>
                    <a:pt x="10026" y="1178"/>
                  </a:lnTo>
                  <a:cubicBezTo>
                    <a:pt x="10026" y="674"/>
                    <a:pt x="9732" y="214"/>
                    <a:pt x="9276" y="1"/>
                  </a:cubicBezTo>
                  <a:cubicBezTo>
                    <a:pt x="8392" y="808"/>
                    <a:pt x="6813" y="1344"/>
                    <a:pt x="5013" y="1344"/>
                  </a:cubicBezTo>
                  <a:cubicBezTo>
                    <a:pt x="3213" y="1344"/>
                    <a:pt x="1634" y="808"/>
                    <a:pt x="75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2"/>
            <p:cNvSpPr/>
            <p:nvPr/>
          </p:nvSpPr>
          <p:spPr>
            <a:xfrm>
              <a:off x="7264319" y="4497164"/>
              <a:ext cx="68585" cy="28577"/>
            </a:xfrm>
            <a:custGeom>
              <a:rect b="b" l="l" r="r" t="t"/>
              <a:pathLst>
                <a:path extrusionOk="0" h="1090" w="2616">
                  <a:moveTo>
                    <a:pt x="1" y="1"/>
                  </a:moveTo>
                  <a:lnTo>
                    <a:pt x="1" y="816"/>
                  </a:lnTo>
                  <a:cubicBezTo>
                    <a:pt x="417" y="998"/>
                    <a:pt x="863" y="1090"/>
                    <a:pt x="1308" y="1090"/>
                  </a:cubicBezTo>
                  <a:cubicBezTo>
                    <a:pt x="1754" y="1090"/>
                    <a:pt x="2199" y="998"/>
                    <a:pt x="2616" y="816"/>
                  </a:cubicBezTo>
                  <a:lnTo>
                    <a:pt x="261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82"/>
            <p:cNvSpPr/>
            <p:nvPr/>
          </p:nvSpPr>
          <p:spPr>
            <a:xfrm>
              <a:off x="7224337" y="4314297"/>
              <a:ext cx="148627" cy="194298"/>
            </a:xfrm>
            <a:custGeom>
              <a:rect b="b" l="l" r="r" t="t"/>
              <a:pathLst>
                <a:path extrusionOk="0" h="7411" w="5669">
                  <a:moveTo>
                    <a:pt x="2833" y="0"/>
                  </a:moveTo>
                  <a:cubicBezTo>
                    <a:pt x="1450" y="0"/>
                    <a:pt x="269" y="1000"/>
                    <a:pt x="44" y="2365"/>
                  </a:cubicBezTo>
                  <a:cubicBezTo>
                    <a:pt x="15" y="2532"/>
                    <a:pt x="1" y="2698"/>
                    <a:pt x="1" y="2869"/>
                  </a:cubicBezTo>
                  <a:lnTo>
                    <a:pt x="1" y="4578"/>
                  </a:lnTo>
                  <a:cubicBezTo>
                    <a:pt x="1" y="6143"/>
                    <a:pt x="1269" y="7410"/>
                    <a:pt x="2833" y="7410"/>
                  </a:cubicBezTo>
                  <a:cubicBezTo>
                    <a:pt x="4398" y="7410"/>
                    <a:pt x="5669" y="6143"/>
                    <a:pt x="5669" y="4578"/>
                  </a:cubicBezTo>
                  <a:lnTo>
                    <a:pt x="5669" y="2869"/>
                  </a:lnTo>
                  <a:cubicBezTo>
                    <a:pt x="5669" y="2698"/>
                    <a:pt x="5654" y="2532"/>
                    <a:pt x="5625" y="2365"/>
                  </a:cubicBezTo>
                  <a:cubicBezTo>
                    <a:pt x="5397" y="1000"/>
                    <a:pt x="4217" y="0"/>
                    <a:pt x="283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2"/>
            <p:cNvSpPr/>
            <p:nvPr/>
          </p:nvSpPr>
          <p:spPr>
            <a:xfrm>
              <a:off x="7224101" y="4314218"/>
              <a:ext cx="148784" cy="194481"/>
            </a:xfrm>
            <a:custGeom>
              <a:rect b="b" l="l" r="r" t="t"/>
              <a:pathLst>
                <a:path extrusionOk="0" h="7418" w="5675">
                  <a:moveTo>
                    <a:pt x="2842" y="1"/>
                  </a:moveTo>
                  <a:cubicBezTo>
                    <a:pt x="2801" y="1"/>
                    <a:pt x="2760" y="1"/>
                    <a:pt x="2719" y="3"/>
                  </a:cubicBezTo>
                  <a:cubicBezTo>
                    <a:pt x="1440" y="61"/>
                    <a:pt x="329" y="999"/>
                    <a:pt x="71" y="2256"/>
                  </a:cubicBezTo>
                  <a:cubicBezTo>
                    <a:pt x="32" y="2459"/>
                    <a:pt x="10" y="2665"/>
                    <a:pt x="10" y="2872"/>
                  </a:cubicBezTo>
                  <a:lnTo>
                    <a:pt x="10" y="3045"/>
                  </a:lnTo>
                  <a:lnTo>
                    <a:pt x="10" y="4585"/>
                  </a:lnTo>
                  <a:cubicBezTo>
                    <a:pt x="0" y="6171"/>
                    <a:pt x="1290" y="7418"/>
                    <a:pt x="2822" y="7418"/>
                  </a:cubicBezTo>
                  <a:cubicBezTo>
                    <a:pt x="2973" y="7418"/>
                    <a:pt x="3126" y="7406"/>
                    <a:pt x="3280" y="7381"/>
                  </a:cubicBezTo>
                  <a:cubicBezTo>
                    <a:pt x="1900" y="7167"/>
                    <a:pt x="879" y="5979"/>
                    <a:pt x="879" y="4585"/>
                  </a:cubicBezTo>
                  <a:lnTo>
                    <a:pt x="879" y="3375"/>
                  </a:lnTo>
                  <a:cubicBezTo>
                    <a:pt x="883" y="2948"/>
                    <a:pt x="1187" y="2586"/>
                    <a:pt x="1607" y="2513"/>
                  </a:cubicBezTo>
                  <a:cubicBezTo>
                    <a:pt x="2016" y="2441"/>
                    <a:pt x="2429" y="2404"/>
                    <a:pt x="2842" y="2404"/>
                  </a:cubicBezTo>
                  <a:cubicBezTo>
                    <a:pt x="3820" y="2404"/>
                    <a:pt x="4751" y="2596"/>
                    <a:pt x="5464" y="2944"/>
                  </a:cubicBezTo>
                  <a:lnTo>
                    <a:pt x="5674" y="3045"/>
                  </a:lnTo>
                  <a:lnTo>
                    <a:pt x="5674" y="2875"/>
                  </a:lnTo>
                  <a:cubicBezTo>
                    <a:pt x="5674" y="2705"/>
                    <a:pt x="5663" y="2535"/>
                    <a:pt x="5634" y="2368"/>
                  </a:cubicBezTo>
                  <a:cubicBezTo>
                    <a:pt x="5406" y="997"/>
                    <a:pt x="4221"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2"/>
            <p:cNvSpPr/>
            <p:nvPr/>
          </p:nvSpPr>
          <p:spPr>
            <a:xfrm>
              <a:off x="7225674" y="4314297"/>
              <a:ext cx="145874" cy="60589"/>
            </a:xfrm>
            <a:custGeom>
              <a:rect b="b" l="l" r="r" t="t"/>
              <a:pathLst>
                <a:path extrusionOk="0" h="2311" w="5564">
                  <a:moveTo>
                    <a:pt x="2782" y="0"/>
                  </a:moveTo>
                  <a:cubicBezTo>
                    <a:pt x="1420" y="0"/>
                    <a:pt x="251" y="971"/>
                    <a:pt x="1" y="2311"/>
                  </a:cubicBezTo>
                  <a:cubicBezTo>
                    <a:pt x="736" y="1960"/>
                    <a:pt x="1710" y="1742"/>
                    <a:pt x="2782" y="1742"/>
                  </a:cubicBezTo>
                  <a:cubicBezTo>
                    <a:pt x="3854" y="1742"/>
                    <a:pt x="4828" y="1960"/>
                    <a:pt x="5564" y="2311"/>
                  </a:cubicBezTo>
                  <a:cubicBezTo>
                    <a:pt x="5314" y="971"/>
                    <a:pt x="4144" y="0"/>
                    <a:pt x="278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2"/>
            <p:cNvSpPr/>
            <p:nvPr/>
          </p:nvSpPr>
          <p:spPr>
            <a:xfrm>
              <a:off x="7225674" y="4314297"/>
              <a:ext cx="84447" cy="60589"/>
            </a:xfrm>
            <a:custGeom>
              <a:rect b="b" l="l" r="r" t="t"/>
              <a:pathLst>
                <a:path extrusionOk="0" h="2311" w="3221">
                  <a:moveTo>
                    <a:pt x="2782" y="0"/>
                  </a:moveTo>
                  <a:cubicBezTo>
                    <a:pt x="1420" y="0"/>
                    <a:pt x="251" y="971"/>
                    <a:pt x="1" y="2311"/>
                  </a:cubicBezTo>
                  <a:cubicBezTo>
                    <a:pt x="308" y="2166"/>
                    <a:pt x="631" y="2050"/>
                    <a:pt x="960" y="1967"/>
                  </a:cubicBezTo>
                  <a:cubicBezTo>
                    <a:pt x="1286" y="949"/>
                    <a:pt x="2163" y="199"/>
                    <a:pt x="3220" y="36"/>
                  </a:cubicBezTo>
                  <a:cubicBezTo>
                    <a:pt x="3075" y="11"/>
                    <a:pt x="2927" y="0"/>
                    <a:pt x="278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2"/>
            <p:cNvSpPr/>
            <p:nvPr/>
          </p:nvSpPr>
          <p:spPr>
            <a:xfrm>
              <a:off x="7173921" y="4570468"/>
              <a:ext cx="249486" cy="52356"/>
            </a:xfrm>
            <a:custGeom>
              <a:rect b="b" l="l" r="r" t="t"/>
              <a:pathLst>
                <a:path extrusionOk="0" h="1997" w="9516">
                  <a:moveTo>
                    <a:pt x="493" y="1"/>
                  </a:moveTo>
                  <a:cubicBezTo>
                    <a:pt x="298" y="95"/>
                    <a:pt x="128" y="232"/>
                    <a:pt x="1" y="406"/>
                  </a:cubicBezTo>
                  <a:cubicBezTo>
                    <a:pt x="957" y="1402"/>
                    <a:pt x="2732" y="1996"/>
                    <a:pt x="4756" y="1996"/>
                  </a:cubicBezTo>
                  <a:cubicBezTo>
                    <a:pt x="6781" y="1996"/>
                    <a:pt x="8559" y="1402"/>
                    <a:pt x="9515" y="406"/>
                  </a:cubicBezTo>
                  <a:cubicBezTo>
                    <a:pt x="9385" y="232"/>
                    <a:pt x="9214" y="95"/>
                    <a:pt x="9019" y="1"/>
                  </a:cubicBezTo>
                  <a:cubicBezTo>
                    <a:pt x="8135" y="808"/>
                    <a:pt x="6560" y="1344"/>
                    <a:pt x="4756" y="1344"/>
                  </a:cubicBezTo>
                  <a:cubicBezTo>
                    <a:pt x="2956" y="1344"/>
                    <a:pt x="1377" y="808"/>
                    <a:pt x="49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2"/>
            <p:cNvSpPr/>
            <p:nvPr/>
          </p:nvSpPr>
          <p:spPr>
            <a:xfrm>
              <a:off x="7161782" y="4285982"/>
              <a:ext cx="273580" cy="365131"/>
            </a:xfrm>
            <a:custGeom>
              <a:rect b="b" l="l" r="r" t="t"/>
              <a:pathLst>
                <a:path extrusionOk="0" h="13927" w="10435">
                  <a:moveTo>
                    <a:pt x="5223" y="1283"/>
                  </a:moveTo>
                  <a:cubicBezTo>
                    <a:pt x="6356" y="1283"/>
                    <a:pt x="7360" y="2007"/>
                    <a:pt x="7714" y="3083"/>
                  </a:cubicBezTo>
                  <a:cubicBezTo>
                    <a:pt x="7490" y="2985"/>
                    <a:pt x="7258" y="2902"/>
                    <a:pt x="7019" y="2840"/>
                  </a:cubicBezTo>
                  <a:cubicBezTo>
                    <a:pt x="6998" y="2835"/>
                    <a:pt x="6978" y="2832"/>
                    <a:pt x="6959" y="2832"/>
                  </a:cubicBezTo>
                  <a:cubicBezTo>
                    <a:pt x="6744" y="2832"/>
                    <a:pt x="6674" y="3169"/>
                    <a:pt x="6914" y="3235"/>
                  </a:cubicBezTo>
                  <a:cubicBezTo>
                    <a:pt x="7233" y="3315"/>
                    <a:pt x="7541" y="3438"/>
                    <a:pt x="7830" y="3601"/>
                  </a:cubicBezTo>
                  <a:cubicBezTo>
                    <a:pt x="7845" y="3717"/>
                    <a:pt x="7852" y="3833"/>
                    <a:pt x="7852" y="3949"/>
                  </a:cubicBezTo>
                  <a:lnTo>
                    <a:pt x="7852" y="5654"/>
                  </a:lnTo>
                  <a:cubicBezTo>
                    <a:pt x="7852" y="7107"/>
                    <a:pt x="6675" y="8284"/>
                    <a:pt x="5223" y="8284"/>
                  </a:cubicBezTo>
                  <a:cubicBezTo>
                    <a:pt x="3770" y="8284"/>
                    <a:pt x="2593" y="7107"/>
                    <a:pt x="2593" y="5654"/>
                  </a:cubicBezTo>
                  <a:lnTo>
                    <a:pt x="2593" y="3949"/>
                  </a:lnTo>
                  <a:cubicBezTo>
                    <a:pt x="2593" y="3833"/>
                    <a:pt x="2601" y="3717"/>
                    <a:pt x="2615" y="3601"/>
                  </a:cubicBezTo>
                  <a:cubicBezTo>
                    <a:pt x="3227" y="3239"/>
                    <a:pt x="4194" y="3025"/>
                    <a:pt x="5223" y="3025"/>
                  </a:cubicBezTo>
                  <a:cubicBezTo>
                    <a:pt x="5505" y="3025"/>
                    <a:pt x="5788" y="3043"/>
                    <a:pt x="6070" y="3076"/>
                  </a:cubicBezTo>
                  <a:cubicBezTo>
                    <a:pt x="6081" y="3077"/>
                    <a:pt x="6091" y="3078"/>
                    <a:pt x="6100" y="3078"/>
                  </a:cubicBezTo>
                  <a:cubicBezTo>
                    <a:pt x="6342" y="3078"/>
                    <a:pt x="6378" y="2702"/>
                    <a:pt x="6117" y="2670"/>
                  </a:cubicBezTo>
                  <a:cubicBezTo>
                    <a:pt x="5820" y="2634"/>
                    <a:pt x="5520" y="2619"/>
                    <a:pt x="5223" y="2619"/>
                  </a:cubicBezTo>
                  <a:cubicBezTo>
                    <a:pt x="4270" y="2619"/>
                    <a:pt x="3390" y="2786"/>
                    <a:pt x="2727" y="3083"/>
                  </a:cubicBezTo>
                  <a:cubicBezTo>
                    <a:pt x="3082" y="2007"/>
                    <a:pt x="4089" y="1283"/>
                    <a:pt x="5223" y="1283"/>
                  </a:cubicBezTo>
                  <a:close/>
                  <a:moveTo>
                    <a:pt x="5219" y="410"/>
                  </a:moveTo>
                  <a:cubicBezTo>
                    <a:pt x="6885" y="410"/>
                    <a:pt x="8312" y="1605"/>
                    <a:pt x="8605" y="3246"/>
                  </a:cubicBezTo>
                  <a:lnTo>
                    <a:pt x="9761" y="9754"/>
                  </a:lnTo>
                  <a:cubicBezTo>
                    <a:pt x="9779" y="9852"/>
                    <a:pt x="9735" y="9946"/>
                    <a:pt x="9652" y="9997"/>
                  </a:cubicBezTo>
                  <a:lnTo>
                    <a:pt x="8928" y="10428"/>
                  </a:lnTo>
                  <a:lnTo>
                    <a:pt x="7175" y="9812"/>
                  </a:lnTo>
                  <a:cubicBezTo>
                    <a:pt x="6910" y="9714"/>
                    <a:pt x="6733" y="9465"/>
                    <a:pt x="6733" y="9182"/>
                  </a:cubicBezTo>
                  <a:lnTo>
                    <a:pt x="6733" y="8291"/>
                  </a:lnTo>
                  <a:cubicBezTo>
                    <a:pt x="7678" y="7748"/>
                    <a:pt x="8258" y="6745"/>
                    <a:pt x="8258" y="5658"/>
                  </a:cubicBezTo>
                  <a:lnTo>
                    <a:pt x="8258" y="3949"/>
                  </a:lnTo>
                  <a:cubicBezTo>
                    <a:pt x="8258" y="3768"/>
                    <a:pt x="8243" y="3586"/>
                    <a:pt x="8214" y="3409"/>
                  </a:cubicBezTo>
                  <a:cubicBezTo>
                    <a:pt x="7972" y="1946"/>
                    <a:pt x="6704" y="870"/>
                    <a:pt x="5223" y="870"/>
                  </a:cubicBezTo>
                  <a:cubicBezTo>
                    <a:pt x="3738" y="870"/>
                    <a:pt x="2470" y="1946"/>
                    <a:pt x="2228" y="3409"/>
                  </a:cubicBezTo>
                  <a:cubicBezTo>
                    <a:pt x="2199" y="3586"/>
                    <a:pt x="2184" y="3768"/>
                    <a:pt x="2184" y="3949"/>
                  </a:cubicBezTo>
                  <a:lnTo>
                    <a:pt x="2184" y="5654"/>
                  </a:lnTo>
                  <a:cubicBezTo>
                    <a:pt x="2184" y="6745"/>
                    <a:pt x="2767" y="7748"/>
                    <a:pt x="3709" y="8291"/>
                  </a:cubicBezTo>
                  <a:lnTo>
                    <a:pt x="3709" y="9182"/>
                  </a:lnTo>
                  <a:cubicBezTo>
                    <a:pt x="3709" y="9465"/>
                    <a:pt x="3531" y="9714"/>
                    <a:pt x="3263" y="9809"/>
                  </a:cubicBezTo>
                  <a:lnTo>
                    <a:pt x="1510" y="10428"/>
                  </a:lnTo>
                  <a:lnTo>
                    <a:pt x="786" y="9997"/>
                  </a:lnTo>
                  <a:cubicBezTo>
                    <a:pt x="703" y="9946"/>
                    <a:pt x="659" y="9852"/>
                    <a:pt x="677" y="9754"/>
                  </a:cubicBezTo>
                  <a:lnTo>
                    <a:pt x="1833" y="3246"/>
                  </a:lnTo>
                  <a:cubicBezTo>
                    <a:pt x="2126" y="1605"/>
                    <a:pt x="3553" y="410"/>
                    <a:pt x="5219" y="410"/>
                  </a:cubicBezTo>
                  <a:close/>
                  <a:moveTo>
                    <a:pt x="5219" y="1"/>
                  </a:moveTo>
                  <a:cubicBezTo>
                    <a:pt x="3354" y="1"/>
                    <a:pt x="1760" y="1341"/>
                    <a:pt x="1434" y="3177"/>
                  </a:cubicBezTo>
                  <a:lnTo>
                    <a:pt x="275" y="9685"/>
                  </a:lnTo>
                  <a:cubicBezTo>
                    <a:pt x="232" y="9946"/>
                    <a:pt x="352" y="10207"/>
                    <a:pt x="576" y="10345"/>
                  </a:cubicBezTo>
                  <a:lnTo>
                    <a:pt x="1011" y="10605"/>
                  </a:lnTo>
                  <a:cubicBezTo>
                    <a:pt x="406" y="10819"/>
                    <a:pt x="4" y="11391"/>
                    <a:pt x="0" y="12032"/>
                  </a:cubicBezTo>
                  <a:lnTo>
                    <a:pt x="0" y="13720"/>
                  </a:lnTo>
                  <a:cubicBezTo>
                    <a:pt x="0" y="13856"/>
                    <a:pt x="103" y="13924"/>
                    <a:pt x="205" y="13924"/>
                  </a:cubicBezTo>
                  <a:cubicBezTo>
                    <a:pt x="307" y="13924"/>
                    <a:pt x="409" y="13856"/>
                    <a:pt x="409" y="13720"/>
                  </a:cubicBezTo>
                  <a:lnTo>
                    <a:pt x="409" y="12032"/>
                  </a:lnTo>
                  <a:cubicBezTo>
                    <a:pt x="409" y="11634"/>
                    <a:pt x="623" y="11268"/>
                    <a:pt x="964" y="11073"/>
                  </a:cubicBezTo>
                  <a:cubicBezTo>
                    <a:pt x="1311" y="11388"/>
                    <a:pt x="1771" y="11663"/>
                    <a:pt x="2304" y="11877"/>
                  </a:cubicBezTo>
                  <a:cubicBezTo>
                    <a:pt x="2333" y="11888"/>
                    <a:pt x="2361" y="11894"/>
                    <a:pt x="2388" y="11894"/>
                  </a:cubicBezTo>
                  <a:cubicBezTo>
                    <a:pt x="2587" y="11894"/>
                    <a:pt x="2680" y="11589"/>
                    <a:pt x="2456" y="11500"/>
                  </a:cubicBezTo>
                  <a:cubicBezTo>
                    <a:pt x="2075" y="11351"/>
                    <a:pt x="1717" y="11149"/>
                    <a:pt x="1395" y="10902"/>
                  </a:cubicBezTo>
                  <a:lnTo>
                    <a:pt x="3397" y="10196"/>
                  </a:lnTo>
                  <a:cubicBezTo>
                    <a:pt x="3828" y="10044"/>
                    <a:pt x="4114" y="9638"/>
                    <a:pt x="4114" y="9182"/>
                  </a:cubicBezTo>
                  <a:lnTo>
                    <a:pt x="4114" y="8487"/>
                  </a:lnTo>
                  <a:cubicBezTo>
                    <a:pt x="4469" y="8624"/>
                    <a:pt x="4844" y="8693"/>
                    <a:pt x="5219" y="8693"/>
                  </a:cubicBezTo>
                  <a:cubicBezTo>
                    <a:pt x="5593" y="8693"/>
                    <a:pt x="5967" y="8624"/>
                    <a:pt x="6320" y="8487"/>
                  </a:cubicBezTo>
                  <a:lnTo>
                    <a:pt x="6320" y="9182"/>
                  </a:lnTo>
                  <a:cubicBezTo>
                    <a:pt x="6324" y="9638"/>
                    <a:pt x="6610" y="10044"/>
                    <a:pt x="7041" y="10196"/>
                  </a:cubicBezTo>
                  <a:lnTo>
                    <a:pt x="9044" y="10902"/>
                  </a:lnTo>
                  <a:cubicBezTo>
                    <a:pt x="8189" y="11583"/>
                    <a:pt x="6762" y="11992"/>
                    <a:pt x="5219" y="11992"/>
                  </a:cubicBezTo>
                  <a:cubicBezTo>
                    <a:pt x="4564" y="11992"/>
                    <a:pt x="3912" y="11916"/>
                    <a:pt x="3274" y="11761"/>
                  </a:cubicBezTo>
                  <a:cubicBezTo>
                    <a:pt x="3254" y="11756"/>
                    <a:pt x="3235" y="11753"/>
                    <a:pt x="3217" y="11753"/>
                  </a:cubicBezTo>
                  <a:cubicBezTo>
                    <a:pt x="2997" y="11753"/>
                    <a:pt x="2932" y="12095"/>
                    <a:pt x="3176" y="12155"/>
                  </a:cubicBezTo>
                  <a:cubicBezTo>
                    <a:pt x="3506" y="12239"/>
                    <a:pt x="3839" y="12300"/>
                    <a:pt x="4176" y="12337"/>
                  </a:cubicBezTo>
                  <a:lnTo>
                    <a:pt x="4585" y="13778"/>
                  </a:lnTo>
                  <a:cubicBezTo>
                    <a:pt x="4615" y="13881"/>
                    <a:pt x="4695" y="13926"/>
                    <a:pt x="4776" y="13926"/>
                  </a:cubicBezTo>
                  <a:cubicBezTo>
                    <a:pt x="4899" y="13926"/>
                    <a:pt x="5024" y="13823"/>
                    <a:pt x="4980" y="13666"/>
                  </a:cubicBezTo>
                  <a:lnTo>
                    <a:pt x="4611" y="12376"/>
                  </a:lnTo>
                  <a:lnTo>
                    <a:pt x="4611" y="12376"/>
                  </a:lnTo>
                  <a:cubicBezTo>
                    <a:pt x="4810" y="12391"/>
                    <a:pt x="5013" y="12398"/>
                    <a:pt x="5219" y="12398"/>
                  </a:cubicBezTo>
                  <a:cubicBezTo>
                    <a:pt x="5422" y="12398"/>
                    <a:pt x="5625" y="12391"/>
                    <a:pt x="5824" y="12376"/>
                  </a:cubicBezTo>
                  <a:lnTo>
                    <a:pt x="5824" y="12376"/>
                  </a:lnTo>
                  <a:lnTo>
                    <a:pt x="5458" y="13666"/>
                  </a:lnTo>
                  <a:cubicBezTo>
                    <a:pt x="5412" y="13823"/>
                    <a:pt x="5538" y="13926"/>
                    <a:pt x="5660" y="13926"/>
                  </a:cubicBezTo>
                  <a:cubicBezTo>
                    <a:pt x="5741" y="13926"/>
                    <a:pt x="5821" y="13881"/>
                    <a:pt x="5849" y="13778"/>
                  </a:cubicBezTo>
                  <a:lnTo>
                    <a:pt x="6262" y="12337"/>
                  </a:lnTo>
                  <a:cubicBezTo>
                    <a:pt x="7584" y="12177"/>
                    <a:pt x="8750" y="11724"/>
                    <a:pt x="9471" y="11073"/>
                  </a:cubicBezTo>
                  <a:cubicBezTo>
                    <a:pt x="9815" y="11268"/>
                    <a:pt x="10025" y="11634"/>
                    <a:pt x="10025" y="12029"/>
                  </a:cubicBezTo>
                  <a:lnTo>
                    <a:pt x="10025" y="13720"/>
                  </a:lnTo>
                  <a:cubicBezTo>
                    <a:pt x="10025" y="13856"/>
                    <a:pt x="10127" y="13924"/>
                    <a:pt x="10230" y="13924"/>
                  </a:cubicBezTo>
                  <a:cubicBezTo>
                    <a:pt x="10332" y="13924"/>
                    <a:pt x="10434" y="13856"/>
                    <a:pt x="10434" y="13720"/>
                  </a:cubicBezTo>
                  <a:lnTo>
                    <a:pt x="10434" y="12029"/>
                  </a:lnTo>
                  <a:cubicBezTo>
                    <a:pt x="10434" y="11391"/>
                    <a:pt x="10032" y="10819"/>
                    <a:pt x="9428" y="10605"/>
                  </a:cubicBezTo>
                  <a:lnTo>
                    <a:pt x="9862" y="10345"/>
                  </a:lnTo>
                  <a:cubicBezTo>
                    <a:pt x="10090" y="10207"/>
                    <a:pt x="10210" y="9946"/>
                    <a:pt x="10163" y="9685"/>
                  </a:cubicBezTo>
                  <a:lnTo>
                    <a:pt x="9007" y="3177"/>
                  </a:lnTo>
                  <a:cubicBezTo>
                    <a:pt x="8681" y="1341"/>
                    <a:pt x="7084"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2"/>
            <p:cNvSpPr/>
            <p:nvPr/>
          </p:nvSpPr>
          <p:spPr>
            <a:xfrm>
              <a:off x="7273836" y="4457392"/>
              <a:ext cx="49630" cy="16543"/>
            </a:xfrm>
            <a:custGeom>
              <a:rect b="b" l="l" r="r" t="t"/>
              <a:pathLst>
                <a:path extrusionOk="0" h="631" w="1893">
                  <a:moveTo>
                    <a:pt x="295" y="1"/>
                  </a:moveTo>
                  <a:cubicBezTo>
                    <a:pt x="137" y="1"/>
                    <a:pt x="0" y="206"/>
                    <a:pt x="148" y="351"/>
                  </a:cubicBezTo>
                  <a:cubicBezTo>
                    <a:pt x="326" y="525"/>
                    <a:pt x="623" y="630"/>
                    <a:pt x="945" y="630"/>
                  </a:cubicBezTo>
                  <a:cubicBezTo>
                    <a:pt x="1271" y="630"/>
                    <a:pt x="1568" y="525"/>
                    <a:pt x="1742" y="351"/>
                  </a:cubicBezTo>
                  <a:cubicBezTo>
                    <a:pt x="1893" y="206"/>
                    <a:pt x="1757" y="1"/>
                    <a:pt x="1597" y="1"/>
                  </a:cubicBezTo>
                  <a:cubicBezTo>
                    <a:pt x="1550" y="1"/>
                    <a:pt x="1500" y="19"/>
                    <a:pt x="1456" y="62"/>
                  </a:cubicBezTo>
                  <a:cubicBezTo>
                    <a:pt x="1383" y="138"/>
                    <a:pt x="1202" y="221"/>
                    <a:pt x="945" y="221"/>
                  </a:cubicBezTo>
                  <a:cubicBezTo>
                    <a:pt x="688" y="221"/>
                    <a:pt x="510" y="138"/>
                    <a:pt x="434" y="62"/>
                  </a:cubicBezTo>
                  <a:cubicBezTo>
                    <a:pt x="391" y="19"/>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2"/>
            <p:cNvSpPr/>
            <p:nvPr/>
          </p:nvSpPr>
          <p:spPr>
            <a:xfrm>
              <a:off x="7258918" y="4417515"/>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2"/>
            <p:cNvSpPr/>
            <p:nvPr/>
          </p:nvSpPr>
          <p:spPr>
            <a:xfrm>
              <a:off x="7327556" y="4417515"/>
              <a:ext cx="10749" cy="16360"/>
            </a:xfrm>
            <a:custGeom>
              <a:rect b="b" l="l" r="r" t="t"/>
              <a:pathLst>
                <a:path extrusionOk="0" h="624" w="410">
                  <a:moveTo>
                    <a:pt x="204" y="0"/>
                  </a:moveTo>
                  <a:cubicBezTo>
                    <a:pt x="91" y="0"/>
                    <a:pt x="1" y="91"/>
                    <a:pt x="1" y="203"/>
                  </a:cubicBezTo>
                  <a:lnTo>
                    <a:pt x="1" y="420"/>
                  </a:lnTo>
                  <a:cubicBezTo>
                    <a:pt x="1" y="556"/>
                    <a:pt x="103" y="624"/>
                    <a:pt x="205" y="624"/>
                  </a:cubicBezTo>
                  <a:cubicBezTo>
                    <a:pt x="308" y="624"/>
                    <a:pt x="410" y="556"/>
                    <a:pt x="410" y="420"/>
                  </a:cubicBezTo>
                  <a:lnTo>
                    <a:pt x="410" y="203"/>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2"/>
            <p:cNvSpPr/>
            <p:nvPr/>
          </p:nvSpPr>
          <p:spPr>
            <a:xfrm>
              <a:off x="7251499" y="4400316"/>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2"/>
            <p:cNvSpPr/>
            <p:nvPr/>
          </p:nvSpPr>
          <p:spPr>
            <a:xfrm>
              <a:off x="7320057" y="4400316"/>
              <a:ext cx="25667" cy="10749"/>
            </a:xfrm>
            <a:custGeom>
              <a:rect b="b" l="l" r="r" t="t"/>
              <a:pathLst>
                <a:path extrusionOk="0" h="410" w="979">
                  <a:moveTo>
                    <a:pt x="272" y="1"/>
                  </a:moveTo>
                  <a:cubicBezTo>
                    <a:pt x="1" y="1"/>
                    <a:pt x="1" y="410"/>
                    <a:pt x="272" y="410"/>
                  </a:cubicBezTo>
                  <a:lnTo>
                    <a:pt x="707" y="410"/>
                  </a:lnTo>
                  <a:cubicBezTo>
                    <a:pt x="978" y="410"/>
                    <a:pt x="978"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3" name="Google Shape;13423;p82"/>
          <p:cNvGrpSpPr/>
          <p:nvPr/>
        </p:nvGrpSpPr>
        <p:grpSpPr>
          <a:xfrm>
            <a:off x="7606352" y="1983508"/>
            <a:ext cx="285063" cy="364869"/>
            <a:chOff x="7606352" y="1983508"/>
            <a:chExt cx="285063" cy="364869"/>
          </a:xfrm>
        </p:grpSpPr>
        <p:sp>
          <p:nvSpPr>
            <p:cNvPr id="13424" name="Google Shape;13424;p82"/>
            <p:cNvSpPr/>
            <p:nvPr/>
          </p:nvSpPr>
          <p:spPr>
            <a:xfrm>
              <a:off x="7611570" y="2205964"/>
              <a:ext cx="274340" cy="137144"/>
            </a:xfrm>
            <a:custGeom>
              <a:rect b="b" l="l" r="r" t="t"/>
              <a:pathLst>
                <a:path extrusionOk="0" h="5231" w="10464">
                  <a:moveTo>
                    <a:pt x="3053" y="1"/>
                  </a:moveTo>
                  <a:cubicBezTo>
                    <a:pt x="2930" y="1"/>
                    <a:pt x="2832" y="99"/>
                    <a:pt x="2832" y="218"/>
                  </a:cubicBezTo>
                  <a:lnTo>
                    <a:pt x="2832" y="1261"/>
                  </a:lnTo>
                  <a:cubicBezTo>
                    <a:pt x="2832" y="1547"/>
                    <a:pt x="2648" y="1801"/>
                    <a:pt x="2373" y="1884"/>
                  </a:cubicBezTo>
                  <a:lnTo>
                    <a:pt x="924" y="2333"/>
                  </a:lnTo>
                  <a:cubicBezTo>
                    <a:pt x="377" y="2500"/>
                    <a:pt x="0" y="3007"/>
                    <a:pt x="0" y="3583"/>
                  </a:cubicBezTo>
                  <a:lnTo>
                    <a:pt x="0" y="5231"/>
                  </a:lnTo>
                  <a:lnTo>
                    <a:pt x="10463" y="5231"/>
                  </a:lnTo>
                  <a:lnTo>
                    <a:pt x="10463" y="3583"/>
                  </a:lnTo>
                  <a:cubicBezTo>
                    <a:pt x="10463" y="3007"/>
                    <a:pt x="10087" y="2500"/>
                    <a:pt x="9540" y="2333"/>
                  </a:cubicBezTo>
                  <a:lnTo>
                    <a:pt x="8091" y="1884"/>
                  </a:lnTo>
                  <a:cubicBezTo>
                    <a:pt x="7816" y="1801"/>
                    <a:pt x="7628" y="1547"/>
                    <a:pt x="7628" y="1261"/>
                  </a:cubicBezTo>
                  <a:lnTo>
                    <a:pt x="7628" y="218"/>
                  </a:lnTo>
                  <a:cubicBezTo>
                    <a:pt x="7628" y="99"/>
                    <a:pt x="7530" y="1"/>
                    <a:pt x="741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2"/>
            <p:cNvSpPr/>
            <p:nvPr/>
          </p:nvSpPr>
          <p:spPr>
            <a:xfrm>
              <a:off x="7674334" y="2206069"/>
              <a:ext cx="148811" cy="91368"/>
            </a:xfrm>
            <a:custGeom>
              <a:rect b="b" l="l" r="r" t="t"/>
              <a:pathLst>
                <a:path extrusionOk="0" h="3485" w="5676">
                  <a:moveTo>
                    <a:pt x="659" y="0"/>
                  </a:moveTo>
                  <a:cubicBezTo>
                    <a:pt x="536" y="0"/>
                    <a:pt x="438" y="98"/>
                    <a:pt x="438" y="218"/>
                  </a:cubicBezTo>
                  <a:lnTo>
                    <a:pt x="438" y="1257"/>
                  </a:lnTo>
                  <a:cubicBezTo>
                    <a:pt x="438" y="1536"/>
                    <a:pt x="261" y="1786"/>
                    <a:pt x="0" y="1876"/>
                  </a:cubicBezTo>
                  <a:cubicBezTo>
                    <a:pt x="337" y="2804"/>
                    <a:pt x="1478" y="3484"/>
                    <a:pt x="2836" y="3484"/>
                  </a:cubicBezTo>
                  <a:cubicBezTo>
                    <a:pt x="4198" y="3484"/>
                    <a:pt x="5335" y="2804"/>
                    <a:pt x="5675" y="1876"/>
                  </a:cubicBezTo>
                  <a:cubicBezTo>
                    <a:pt x="5411" y="1782"/>
                    <a:pt x="5234" y="1536"/>
                    <a:pt x="5234" y="1257"/>
                  </a:cubicBezTo>
                  <a:lnTo>
                    <a:pt x="5234" y="218"/>
                  </a:lnTo>
                  <a:cubicBezTo>
                    <a:pt x="5234" y="98"/>
                    <a:pt x="5136" y="0"/>
                    <a:pt x="5016"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2"/>
            <p:cNvSpPr/>
            <p:nvPr/>
          </p:nvSpPr>
          <p:spPr>
            <a:xfrm>
              <a:off x="7685818" y="2205964"/>
              <a:ext cx="125739" cy="39982"/>
            </a:xfrm>
            <a:custGeom>
              <a:rect b="b" l="l" r="r" t="t"/>
              <a:pathLst>
                <a:path extrusionOk="0" h="1525" w="4796">
                  <a:moveTo>
                    <a:pt x="221" y="1"/>
                  </a:moveTo>
                  <a:cubicBezTo>
                    <a:pt x="98" y="1"/>
                    <a:pt x="0" y="99"/>
                    <a:pt x="0" y="218"/>
                  </a:cubicBezTo>
                  <a:lnTo>
                    <a:pt x="0" y="359"/>
                  </a:lnTo>
                  <a:cubicBezTo>
                    <a:pt x="611" y="1136"/>
                    <a:pt x="1505" y="1525"/>
                    <a:pt x="2399" y="1525"/>
                  </a:cubicBezTo>
                  <a:cubicBezTo>
                    <a:pt x="3294" y="1525"/>
                    <a:pt x="4187" y="1136"/>
                    <a:pt x="4796" y="359"/>
                  </a:cubicBezTo>
                  <a:lnTo>
                    <a:pt x="4796" y="218"/>
                  </a:lnTo>
                  <a:cubicBezTo>
                    <a:pt x="4796" y="99"/>
                    <a:pt x="4698" y="1"/>
                    <a:pt x="4578"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2"/>
            <p:cNvSpPr/>
            <p:nvPr/>
          </p:nvSpPr>
          <p:spPr>
            <a:xfrm>
              <a:off x="7651551" y="2051674"/>
              <a:ext cx="194298" cy="154421"/>
            </a:xfrm>
            <a:custGeom>
              <a:rect b="b" l="l" r="r" t="t"/>
              <a:pathLst>
                <a:path extrusionOk="0" h="5890" w="7411">
                  <a:moveTo>
                    <a:pt x="873" y="0"/>
                  </a:moveTo>
                  <a:lnTo>
                    <a:pt x="873" y="2181"/>
                  </a:lnTo>
                  <a:lnTo>
                    <a:pt x="547" y="2181"/>
                  </a:lnTo>
                  <a:cubicBezTo>
                    <a:pt x="246" y="2181"/>
                    <a:pt x="0" y="2423"/>
                    <a:pt x="0" y="2724"/>
                  </a:cubicBezTo>
                  <a:cubicBezTo>
                    <a:pt x="0" y="3025"/>
                    <a:pt x="246" y="3271"/>
                    <a:pt x="547" y="3271"/>
                  </a:cubicBezTo>
                  <a:lnTo>
                    <a:pt x="884" y="3271"/>
                  </a:lnTo>
                  <a:cubicBezTo>
                    <a:pt x="992" y="4745"/>
                    <a:pt x="2224" y="5889"/>
                    <a:pt x="3705" y="5889"/>
                  </a:cubicBezTo>
                  <a:cubicBezTo>
                    <a:pt x="5186" y="5889"/>
                    <a:pt x="6418" y="4745"/>
                    <a:pt x="6530" y="3271"/>
                  </a:cubicBezTo>
                  <a:lnTo>
                    <a:pt x="6867" y="3271"/>
                  </a:lnTo>
                  <a:cubicBezTo>
                    <a:pt x="7167" y="3271"/>
                    <a:pt x="7410" y="3025"/>
                    <a:pt x="7410" y="2724"/>
                  </a:cubicBezTo>
                  <a:cubicBezTo>
                    <a:pt x="7410" y="2423"/>
                    <a:pt x="7167" y="2181"/>
                    <a:pt x="6867" y="2181"/>
                  </a:cubicBezTo>
                  <a:lnTo>
                    <a:pt x="6541" y="2181"/>
                  </a:lnTo>
                  <a:lnTo>
                    <a:pt x="65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2"/>
            <p:cNvSpPr/>
            <p:nvPr/>
          </p:nvSpPr>
          <p:spPr>
            <a:xfrm>
              <a:off x="7649533" y="2051674"/>
              <a:ext cx="144930" cy="154369"/>
            </a:xfrm>
            <a:custGeom>
              <a:rect b="b" l="l" r="r" t="t"/>
              <a:pathLst>
                <a:path extrusionOk="0" h="5888" w="5528">
                  <a:moveTo>
                    <a:pt x="950" y="0"/>
                  </a:moveTo>
                  <a:lnTo>
                    <a:pt x="950" y="2181"/>
                  </a:lnTo>
                  <a:lnTo>
                    <a:pt x="642" y="2181"/>
                  </a:lnTo>
                  <a:cubicBezTo>
                    <a:pt x="639" y="2181"/>
                    <a:pt x="636" y="2181"/>
                    <a:pt x="634" y="2181"/>
                  </a:cubicBezTo>
                  <a:cubicBezTo>
                    <a:pt x="387" y="2181"/>
                    <a:pt x="170" y="2339"/>
                    <a:pt x="99" y="2576"/>
                  </a:cubicBezTo>
                  <a:cubicBezTo>
                    <a:pt x="1" y="2923"/>
                    <a:pt x="262" y="3267"/>
                    <a:pt x="624" y="3271"/>
                  </a:cubicBezTo>
                  <a:lnTo>
                    <a:pt x="961" y="3271"/>
                  </a:lnTo>
                  <a:cubicBezTo>
                    <a:pt x="1066" y="4766"/>
                    <a:pt x="2313" y="5887"/>
                    <a:pt x="3761" y="5887"/>
                  </a:cubicBezTo>
                  <a:cubicBezTo>
                    <a:pt x="3912" y="5887"/>
                    <a:pt x="4066" y="5875"/>
                    <a:pt x="4220" y="5850"/>
                  </a:cubicBezTo>
                  <a:cubicBezTo>
                    <a:pt x="2840" y="5636"/>
                    <a:pt x="1823" y="4448"/>
                    <a:pt x="1823" y="3054"/>
                  </a:cubicBezTo>
                  <a:lnTo>
                    <a:pt x="1823" y="1963"/>
                  </a:lnTo>
                  <a:cubicBezTo>
                    <a:pt x="1823" y="1359"/>
                    <a:pt x="2308" y="873"/>
                    <a:pt x="2909" y="873"/>
                  </a:cubicBezTo>
                  <a:lnTo>
                    <a:pt x="4872" y="873"/>
                  </a:lnTo>
                  <a:cubicBezTo>
                    <a:pt x="5234" y="873"/>
                    <a:pt x="5528" y="580"/>
                    <a:pt x="5528" y="218"/>
                  </a:cubicBezTo>
                  <a:lnTo>
                    <a:pt x="552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2"/>
            <p:cNvSpPr/>
            <p:nvPr/>
          </p:nvSpPr>
          <p:spPr>
            <a:xfrm>
              <a:off x="7660570" y="2001441"/>
              <a:ext cx="105421" cy="107701"/>
            </a:xfrm>
            <a:custGeom>
              <a:rect b="b" l="l" r="r" t="t"/>
              <a:pathLst>
                <a:path extrusionOk="0" h="4108" w="4021">
                  <a:moveTo>
                    <a:pt x="1836" y="1"/>
                  </a:moveTo>
                  <a:cubicBezTo>
                    <a:pt x="743" y="229"/>
                    <a:pt x="0" y="1250"/>
                    <a:pt x="116" y="2362"/>
                  </a:cubicBezTo>
                  <a:lnTo>
                    <a:pt x="301" y="4108"/>
                  </a:lnTo>
                  <a:lnTo>
                    <a:pt x="525" y="4104"/>
                  </a:lnTo>
                  <a:cubicBezTo>
                    <a:pt x="764" y="4100"/>
                    <a:pt x="953" y="3905"/>
                    <a:pt x="953" y="3669"/>
                  </a:cubicBezTo>
                  <a:lnTo>
                    <a:pt x="953" y="2789"/>
                  </a:lnTo>
                  <a:cubicBezTo>
                    <a:pt x="953" y="2427"/>
                    <a:pt x="1246" y="2134"/>
                    <a:pt x="1608" y="2134"/>
                  </a:cubicBezTo>
                  <a:lnTo>
                    <a:pt x="4020" y="2134"/>
                  </a:lnTo>
                  <a:lnTo>
                    <a:pt x="183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2"/>
            <p:cNvSpPr/>
            <p:nvPr/>
          </p:nvSpPr>
          <p:spPr>
            <a:xfrm>
              <a:off x="7685818" y="2143121"/>
              <a:ext cx="125844" cy="85757"/>
            </a:xfrm>
            <a:custGeom>
              <a:rect b="b" l="l" r="r" t="t"/>
              <a:pathLst>
                <a:path extrusionOk="0" h="3271" w="4800">
                  <a:moveTo>
                    <a:pt x="4150" y="0"/>
                  </a:moveTo>
                  <a:cubicBezTo>
                    <a:pt x="4148" y="0"/>
                    <a:pt x="4146" y="0"/>
                    <a:pt x="4144" y="0"/>
                  </a:cubicBezTo>
                  <a:lnTo>
                    <a:pt x="656" y="0"/>
                  </a:lnTo>
                  <a:cubicBezTo>
                    <a:pt x="294" y="0"/>
                    <a:pt x="0" y="294"/>
                    <a:pt x="0" y="656"/>
                  </a:cubicBezTo>
                  <a:lnTo>
                    <a:pt x="0" y="873"/>
                  </a:lnTo>
                  <a:cubicBezTo>
                    <a:pt x="0" y="2199"/>
                    <a:pt x="1076" y="3271"/>
                    <a:pt x="2402" y="3271"/>
                  </a:cubicBezTo>
                  <a:cubicBezTo>
                    <a:pt x="3727" y="3271"/>
                    <a:pt x="4799" y="2199"/>
                    <a:pt x="4799" y="873"/>
                  </a:cubicBezTo>
                  <a:lnTo>
                    <a:pt x="4799" y="656"/>
                  </a:lnTo>
                  <a:cubicBezTo>
                    <a:pt x="4799" y="292"/>
                    <a:pt x="4509" y="0"/>
                    <a:pt x="4150"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2"/>
            <p:cNvSpPr/>
            <p:nvPr/>
          </p:nvSpPr>
          <p:spPr>
            <a:xfrm>
              <a:off x="7685739" y="2143121"/>
              <a:ext cx="77289" cy="85757"/>
            </a:xfrm>
            <a:custGeom>
              <a:rect b="b" l="l" r="r" t="t"/>
              <a:pathLst>
                <a:path extrusionOk="0" h="3271" w="2948">
                  <a:moveTo>
                    <a:pt x="659" y="0"/>
                  </a:moveTo>
                  <a:cubicBezTo>
                    <a:pt x="297" y="0"/>
                    <a:pt x="3" y="294"/>
                    <a:pt x="3" y="656"/>
                  </a:cubicBezTo>
                  <a:lnTo>
                    <a:pt x="3" y="873"/>
                  </a:lnTo>
                  <a:cubicBezTo>
                    <a:pt x="0" y="2227"/>
                    <a:pt x="1105" y="3271"/>
                    <a:pt x="2392" y="3271"/>
                  </a:cubicBezTo>
                  <a:cubicBezTo>
                    <a:pt x="2574" y="3271"/>
                    <a:pt x="2761" y="3250"/>
                    <a:pt x="2948" y="3205"/>
                  </a:cubicBezTo>
                  <a:cubicBezTo>
                    <a:pt x="1861" y="2952"/>
                    <a:pt x="1094" y="1985"/>
                    <a:pt x="1094" y="869"/>
                  </a:cubicBezTo>
                  <a:lnTo>
                    <a:pt x="1094" y="656"/>
                  </a:lnTo>
                  <a:cubicBezTo>
                    <a:pt x="1094" y="294"/>
                    <a:pt x="1387" y="0"/>
                    <a:pt x="17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2"/>
            <p:cNvSpPr/>
            <p:nvPr/>
          </p:nvSpPr>
          <p:spPr>
            <a:xfrm>
              <a:off x="7663035" y="1988804"/>
              <a:ext cx="174058" cy="120338"/>
            </a:xfrm>
            <a:custGeom>
              <a:rect b="b" l="l" r="r" t="t"/>
              <a:pathLst>
                <a:path extrusionOk="0" h="4590" w="6639">
                  <a:moveTo>
                    <a:pt x="435" y="1"/>
                  </a:moveTo>
                  <a:lnTo>
                    <a:pt x="435" y="1"/>
                  </a:lnTo>
                  <a:cubicBezTo>
                    <a:pt x="435" y="1"/>
                    <a:pt x="0" y="2616"/>
                    <a:pt x="3923" y="2616"/>
                  </a:cubicBezTo>
                  <a:lnTo>
                    <a:pt x="5009" y="2616"/>
                  </a:lnTo>
                  <a:cubicBezTo>
                    <a:pt x="5371" y="2616"/>
                    <a:pt x="5665" y="2909"/>
                    <a:pt x="5665" y="3271"/>
                  </a:cubicBezTo>
                  <a:lnTo>
                    <a:pt x="5665" y="4151"/>
                  </a:lnTo>
                  <a:cubicBezTo>
                    <a:pt x="5665" y="4387"/>
                    <a:pt x="5853" y="4582"/>
                    <a:pt x="6092" y="4586"/>
                  </a:cubicBezTo>
                  <a:lnTo>
                    <a:pt x="6317" y="4590"/>
                  </a:lnTo>
                  <a:lnTo>
                    <a:pt x="6501" y="2844"/>
                  </a:lnTo>
                  <a:cubicBezTo>
                    <a:pt x="6639" y="1558"/>
                    <a:pt x="5628" y="436"/>
                    <a:pt x="4335" y="436"/>
                  </a:cubicBezTo>
                  <a:lnTo>
                    <a:pt x="2177" y="436"/>
                  </a:lnTo>
                  <a:cubicBezTo>
                    <a:pt x="1525" y="436"/>
                    <a:pt x="761" y="327"/>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2"/>
            <p:cNvSpPr/>
            <p:nvPr/>
          </p:nvSpPr>
          <p:spPr>
            <a:xfrm>
              <a:off x="7709073"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2"/>
            <p:cNvSpPr/>
            <p:nvPr/>
          </p:nvSpPr>
          <p:spPr>
            <a:xfrm>
              <a:off x="7777631" y="2109221"/>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2"/>
            <p:cNvSpPr/>
            <p:nvPr/>
          </p:nvSpPr>
          <p:spPr>
            <a:xfrm>
              <a:off x="7723912" y="2160555"/>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2" y="353"/>
                  </a:cubicBezTo>
                  <a:cubicBezTo>
                    <a:pt x="1892" y="205"/>
                    <a:pt x="1758" y="0"/>
                    <a:pt x="1599" y="0"/>
                  </a:cubicBezTo>
                  <a:cubicBezTo>
                    <a:pt x="1551" y="0"/>
                    <a:pt x="1501" y="19"/>
                    <a:pt x="1456" y="63"/>
                  </a:cubicBezTo>
                  <a:cubicBezTo>
                    <a:pt x="1383" y="136"/>
                    <a:pt x="1202"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2"/>
            <p:cNvSpPr/>
            <p:nvPr/>
          </p:nvSpPr>
          <p:spPr>
            <a:xfrm>
              <a:off x="7701574" y="2092023"/>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2"/>
            <p:cNvSpPr/>
            <p:nvPr/>
          </p:nvSpPr>
          <p:spPr>
            <a:xfrm>
              <a:off x="7770133" y="2092023"/>
              <a:ext cx="25667" cy="10749"/>
            </a:xfrm>
            <a:custGeom>
              <a:rect b="b" l="l" r="r" t="t"/>
              <a:pathLst>
                <a:path extrusionOk="0" h="410" w="979">
                  <a:moveTo>
                    <a:pt x="272" y="1"/>
                  </a:moveTo>
                  <a:cubicBezTo>
                    <a:pt x="1" y="1"/>
                    <a:pt x="1"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2"/>
            <p:cNvSpPr/>
            <p:nvPr/>
          </p:nvSpPr>
          <p:spPr>
            <a:xfrm>
              <a:off x="7606352" y="1983508"/>
              <a:ext cx="285063" cy="364869"/>
            </a:xfrm>
            <a:custGeom>
              <a:rect b="b" l="l" r="r" t="t"/>
              <a:pathLst>
                <a:path extrusionOk="0" h="13917" w="10873">
                  <a:moveTo>
                    <a:pt x="2792" y="576"/>
                  </a:moveTo>
                  <a:cubicBezTo>
                    <a:pt x="2955" y="652"/>
                    <a:pt x="3126" y="706"/>
                    <a:pt x="3303" y="743"/>
                  </a:cubicBezTo>
                  <a:cubicBezTo>
                    <a:pt x="3644" y="811"/>
                    <a:pt x="3991" y="844"/>
                    <a:pt x="4339" y="844"/>
                  </a:cubicBezTo>
                  <a:lnTo>
                    <a:pt x="6497" y="844"/>
                  </a:lnTo>
                  <a:cubicBezTo>
                    <a:pt x="7667" y="844"/>
                    <a:pt x="8584" y="1858"/>
                    <a:pt x="8460" y="3024"/>
                  </a:cubicBezTo>
                  <a:lnTo>
                    <a:pt x="8297" y="4578"/>
                  </a:lnTo>
                  <a:lnTo>
                    <a:pt x="8261" y="4578"/>
                  </a:lnTo>
                  <a:cubicBezTo>
                    <a:pt x="8134" y="4574"/>
                    <a:pt x="8029" y="4473"/>
                    <a:pt x="8029" y="4346"/>
                  </a:cubicBezTo>
                  <a:lnTo>
                    <a:pt x="8029" y="3473"/>
                  </a:lnTo>
                  <a:cubicBezTo>
                    <a:pt x="8029" y="2999"/>
                    <a:pt x="7646" y="2615"/>
                    <a:pt x="7175" y="2615"/>
                  </a:cubicBezTo>
                  <a:lnTo>
                    <a:pt x="6085" y="2615"/>
                  </a:lnTo>
                  <a:cubicBezTo>
                    <a:pt x="4726" y="2615"/>
                    <a:pt x="3767" y="2296"/>
                    <a:pt x="3234" y="1673"/>
                  </a:cubicBezTo>
                  <a:cubicBezTo>
                    <a:pt x="2974" y="1365"/>
                    <a:pt x="2818" y="982"/>
                    <a:pt x="2792" y="576"/>
                  </a:cubicBezTo>
                  <a:close/>
                  <a:moveTo>
                    <a:pt x="2742" y="1691"/>
                  </a:moveTo>
                  <a:cubicBezTo>
                    <a:pt x="2796" y="1775"/>
                    <a:pt x="2854" y="1854"/>
                    <a:pt x="2919" y="1930"/>
                  </a:cubicBezTo>
                  <a:cubicBezTo>
                    <a:pt x="3531" y="2655"/>
                    <a:pt x="4596" y="3017"/>
                    <a:pt x="6085" y="3017"/>
                  </a:cubicBezTo>
                  <a:lnTo>
                    <a:pt x="7175" y="3017"/>
                  </a:lnTo>
                  <a:cubicBezTo>
                    <a:pt x="7421" y="3021"/>
                    <a:pt x="7624" y="3220"/>
                    <a:pt x="7624" y="3470"/>
                  </a:cubicBezTo>
                  <a:lnTo>
                    <a:pt x="7624" y="4343"/>
                  </a:lnTo>
                  <a:cubicBezTo>
                    <a:pt x="7624" y="4694"/>
                    <a:pt x="7910" y="4980"/>
                    <a:pt x="8265" y="4984"/>
                  </a:cubicBezTo>
                  <a:lnTo>
                    <a:pt x="8591" y="4984"/>
                  </a:lnTo>
                  <a:cubicBezTo>
                    <a:pt x="8794" y="4984"/>
                    <a:pt x="8949" y="5157"/>
                    <a:pt x="8928" y="5360"/>
                  </a:cubicBezTo>
                  <a:cubicBezTo>
                    <a:pt x="8913" y="5530"/>
                    <a:pt x="8747" y="5664"/>
                    <a:pt x="8558" y="5664"/>
                  </a:cubicBezTo>
                  <a:lnTo>
                    <a:pt x="8468" y="5664"/>
                  </a:lnTo>
                  <a:lnTo>
                    <a:pt x="8468" y="5657"/>
                  </a:lnTo>
                  <a:cubicBezTo>
                    <a:pt x="8468" y="5541"/>
                    <a:pt x="8377" y="5451"/>
                    <a:pt x="8265" y="5451"/>
                  </a:cubicBezTo>
                  <a:cubicBezTo>
                    <a:pt x="8153" y="5451"/>
                    <a:pt x="8062" y="5541"/>
                    <a:pt x="8062" y="5657"/>
                  </a:cubicBezTo>
                  <a:cubicBezTo>
                    <a:pt x="8062" y="5903"/>
                    <a:pt x="8026" y="6150"/>
                    <a:pt x="7957" y="6389"/>
                  </a:cubicBezTo>
                  <a:cubicBezTo>
                    <a:pt x="7816" y="6081"/>
                    <a:pt x="7512" y="5882"/>
                    <a:pt x="7175" y="5882"/>
                  </a:cubicBezTo>
                  <a:lnTo>
                    <a:pt x="3687" y="5882"/>
                  </a:lnTo>
                  <a:cubicBezTo>
                    <a:pt x="3350" y="5882"/>
                    <a:pt x="3046" y="6081"/>
                    <a:pt x="2905" y="6389"/>
                  </a:cubicBezTo>
                  <a:cubicBezTo>
                    <a:pt x="2836" y="6150"/>
                    <a:pt x="2800" y="5900"/>
                    <a:pt x="2800" y="5654"/>
                  </a:cubicBezTo>
                  <a:cubicBezTo>
                    <a:pt x="2800" y="5518"/>
                    <a:pt x="2698" y="5450"/>
                    <a:pt x="2597" y="5450"/>
                  </a:cubicBezTo>
                  <a:cubicBezTo>
                    <a:pt x="2495" y="5450"/>
                    <a:pt x="2394" y="5518"/>
                    <a:pt x="2394" y="5654"/>
                  </a:cubicBezTo>
                  <a:lnTo>
                    <a:pt x="2394" y="5664"/>
                  </a:lnTo>
                  <a:lnTo>
                    <a:pt x="2271" y="5664"/>
                  </a:lnTo>
                  <a:cubicBezTo>
                    <a:pt x="2068" y="5664"/>
                    <a:pt x="1909" y="5491"/>
                    <a:pt x="1930" y="5288"/>
                  </a:cubicBezTo>
                  <a:cubicBezTo>
                    <a:pt x="1949" y="5118"/>
                    <a:pt x="2112" y="4984"/>
                    <a:pt x="2300" y="4984"/>
                  </a:cubicBezTo>
                  <a:lnTo>
                    <a:pt x="2597" y="4984"/>
                  </a:lnTo>
                  <a:cubicBezTo>
                    <a:pt x="2952" y="4984"/>
                    <a:pt x="3238" y="4697"/>
                    <a:pt x="3238" y="4343"/>
                  </a:cubicBezTo>
                  <a:lnTo>
                    <a:pt x="3238" y="3256"/>
                  </a:lnTo>
                  <a:cubicBezTo>
                    <a:pt x="3238" y="3173"/>
                    <a:pt x="3281" y="3097"/>
                    <a:pt x="3354" y="3057"/>
                  </a:cubicBezTo>
                  <a:cubicBezTo>
                    <a:pt x="3552" y="2941"/>
                    <a:pt x="3437" y="2671"/>
                    <a:pt x="3255" y="2671"/>
                  </a:cubicBezTo>
                  <a:cubicBezTo>
                    <a:pt x="3221" y="2671"/>
                    <a:pt x="3184" y="2680"/>
                    <a:pt x="3147" y="2702"/>
                  </a:cubicBezTo>
                  <a:cubicBezTo>
                    <a:pt x="2952" y="2818"/>
                    <a:pt x="2829" y="3028"/>
                    <a:pt x="2829" y="3256"/>
                  </a:cubicBezTo>
                  <a:lnTo>
                    <a:pt x="2829" y="4343"/>
                  </a:lnTo>
                  <a:cubicBezTo>
                    <a:pt x="2829" y="4469"/>
                    <a:pt x="2724" y="4574"/>
                    <a:pt x="2597" y="4574"/>
                  </a:cubicBezTo>
                  <a:lnTo>
                    <a:pt x="2561" y="4574"/>
                  </a:lnTo>
                  <a:lnTo>
                    <a:pt x="2398" y="3024"/>
                  </a:lnTo>
                  <a:cubicBezTo>
                    <a:pt x="2351" y="2553"/>
                    <a:pt x="2470" y="2079"/>
                    <a:pt x="2742" y="1691"/>
                  </a:cubicBezTo>
                  <a:close/>
                  <a:moveTo>
                    <a:pt x="7171" y="6291"/>
                  </a:moveTo>
                  <a:cubicBezTo>
                    <a:pt x="7421" y="6295"/>
                    <a:pt x="7620" y="6494"/>
                    <a:pt x="7624" y="6744"/>
                  </a:cubicBezTo>
                  <a:lnTo>
                    <a:pt x="7624" y="6961"/>
                  </a:lnTo>
                  <a:cubicBezTo>
                    <a:pt x="7624" y="8171"/>
                    <a:pt x="6642" y="9152"/>
                    <a:pt x="5429" y="9152"/>
                  </a:cubicBezTo>
                  <a:cubicBezTo>
                    <a:pt x="4219" y="9152"/>
                    <a:pt x="3238" y="8171"/>
                    <a:pt x="3238" y="6961"/>
                  </a:cubicBezTo>
                  <a:lnTo>
                    <a:pt x="3238" y="6744"/>
                  </a:lnTo>
                  <a:cubicBezTo>
                    <a:pt x="3238" y="6494"/>
                    <a:pt x="3437" y="6295"/>
                    <a:pt x="3687" y="6291"/>
                  </a:cubicBezTo>
                  <a:close/>
                  <a:moveTo>
                    <a:pt x="2600" y="0"/>
                  </a:moveTo>
                  <a:cubicBezTo>
                    <a:pt x="2506" y="0"/>
                    <a:pt x="2416" y="65"/>
                    <a:pt x="2398" y="170"/>
                  </a:cubicBezTo>
                  <a:cubicBezTo>
                    <a:pt x="2354" y="551"/>
                    <a:pt x="2401" y="934"/>
                    <a:pt x="2539" y="1289"/>
                  </a:cubicBezTo>
                  <a:cubicBezTo>
                    <a:pt x="2126" y="1786"/>
                    <a:pt x="1930" y="2427"/>
                    <a:pt x="1996" y="3068"/>
                  </a:cubicBezTo>
                  <a:lnTo>
                    <a:pt x="2159" y="4592"/>
                  </a:lnTo>
                  <a:cubicBezTo>
                    <a:pt x="1825" y="4654"/>
                    <a:pt x="1561" y="4918"/>
                    <a:pt x="1528" y="5248"/>
                  </a:cubicBezTo>
                  <a:cubicBezTo>
                    <a:pt x="1481" y="5690"/>
                    <a:pt x="1829" y="6074"/>
                    <a:pt x="2275" y="6074"/>
                  </a:cubicBezTo>
                  <a:lnTo>
                    <a:pt x="2427" y="6074"/>
                  </a:lnTo>
                  <a:cubicBezTo>
                    <a:pt x="2485" y="6490"/>
                    <a:pt x="2626" y="6889"/>
                    <a:pt x="2847" y="7247"/>
                  </a:cubicBezTo>
                  <a:cubicBezTo>
                    <a:pt x="2887" y="7613"/>
                    <a:pt x="3006" y="7971"/>
                    <a:pt x="3194" y="8287"/>
                  </a:cubicBezTo>
                  <a:cubicBezTo>
                    <a:pt x="2988" y="8319"/>
                    <a:pt x="2836" y="8497"/>
                    <a:pt x="2832" y="8707"/>
                  </a:cubicBezTo>
                  <a:lnTo>
                    <a:pt x="2832" y="9746"/>
                  </a:lnTo>
                  <a:cubicBezTo>
                    <a:pt x="2836" y="9945"/>
                    <a:pt x="2706" y="10119"/>
                    <a:pt x="2517" y="10177"/>
                  </a:cubicBezTo>
                  <a:lnTo>
                    <a:pt x="1069" y="10623"/>
                  </a:lnTo>
                  <a:cubicBezTo>
                    <a:pt x="431" y="10815"/>
                    <a:pt x="0" y="11401"/>
                    <a:pt x="0" y="12068"/>
                  </a:cubicBezTo>
                  <a:lnTo>
                    <a:pt x="0" y="13716"/>
                  </a:lnTo>
                  <a:cubicBezTo>
                    <a:pt x="0" y="13850"/>
                    <a:pt x="102" y="13917"/>
                    <a:pt x="205" y="13917"/>
                  </a:cubicBezTo>
                  <a:cubicBezTo>
                    <a:pt x="307" y="13917"/>
                    <a:pt x="409" y="13850"/>
                    <a:pt x="409" y="13716"/>
                  </a:cubicBezTo>
                  <a:lnTo>
                    <a:pt x="409" y="12068"/>
                  </a:lnTo>
                  <a:cubicBezTo>
                    <a:pt x="406" y="11582"/>
                    <a:pt x="724" y="11151"/>
                    <a:pt x="1188" y="11010"/>
                  </a:cubicBezTo>
                  <a:lnTo>
                    <a:pt x="2514" y="10604"/>
                  </a:lnTo>
                  <a:cubicBezTo>
                    <a:pt x="2876" y="11528"/>
                    <a:pt x="4064" y="12176"/>
                    <a:pt x="5436" y="12176"/>
                  </a:cubicBezTo>
                  <a:cubicBezTo>
                    <a:pt x="5446" y="12176"/>
                    <a:pt x="5457" y="12176"/>
                    <a:pt x="5467" y="12176"/>
                  </a:cubicBezTo>
                  <a:cubicBezTo>
                    <a:pt x="5924" y="12176"/>
                    <a:pt x="6380" y="12097"/>
                    <a:pt x="6813" y="11945"/>
                  </a:cubicBezTo>
                  <a:cubicBezTo>
                    <a:pt x="7039" y="11860"/>
                    <a:pt x="6954" y="11546"/>
                    <a:pt x="6753" y="11546"/>
                  </a:cubicBezTo>
                  <a:cubicBezTo>
                    <a:pt x="6728" y="11546"/>
                    <a:pt x="6702" y="11550"/>
                    <a:pt x="6675" y="11561"/>
                  </a:cubicBezTo>
                  <a:cubicBezTo>
                    <a:pt x="6277" y="11698"/>
                    <a:pt x="5856" y="11771"/>
                    <a:pt x="5436" y="11771"/>
                  </a:cubicBezTo>
                  <a:cubicBezTo>
                    <a:pt x="4802" y="11771"/>
                    <a:pt x="4187" y="11615"/>
                    <a:pt x="3709" y="11332"/>
                  </a:cubicBezTo>
                  <a:cubicBezTo>
                    <a:pt x="3303" y="11097"/>
                    <a:pt x="3017" y="10786"/>
                    <a:pt x="2887" y="10441"/>
                  </a:cubicBezTo>
                  <a:cubicBezTo>
                    <a:pt x="3111" y="10282"/>
                    <a:pt x="3242" y="10021"/>
                    <a:pt x="3242" y="9746"/>
                  </a:cubicBezTo>
                  <a:lnTo>
                    <a:pt x="3242" y="8707"/>
                  </a:lnTo>
                  <a:cubicBezTo>
                    <a:pt x="3242" y="8696"/>
                    <a:pt x="3249" y="8692"/>
                    <a:pt x="3256" y="8692"/>
                  </a:cubicBezTo>
                  <a:lnTo>
                    <a:pt x="3495" y="8692"/>
                  </a:lnTo>
                  <a:cubicBezTo>
                    <a:pt x="4011" y="9273"/>
                    <a:pt x="4723" y="9564"/>
                    <a:pt x="5435" y="9564"/>
                  </a:cubicBezTo>
                  <a:cubicBezTo>
                    <a:pt x="6147" y="9564"/>
                    <a:pt x="6860" y="9273"/>
                    <a:pt x="7378" y="8692"/>
                  </a:cubicBezTo>
                  <a:lnTo>
                    <a:pt x="7613" y="8692"/>
                  </a:lnTo>
                  <a:cubicBezTo>
                    <a:pt x="7620" y="8692"/>
                    <a:pt x="7627" y="8696"/>
                    <a:pt x="7627" y="8707"/>
                  </a:cubicBezTo>
                  <a:lnTo>
                    <a:pt x="7627" y="9746"/>
                  </a:lnTo>
                  <a:cubicBezTo>
                    <a:pt x="7627" y="10021"/>
                    <a:pt x="7758" y="10282"/>
                    <a:pt x="7982" y="10441"/>
                  </a:cubicBezTo>
                  <a:cubicBezTo>
                    <a:pt x="7881" y="10706"/>
                    <a:pt x="7689" y="10949"/>
                    <a:pt x="7421" y="11159"/>
                  </a:cubicBezTo>
                  <a:cubicBezTo>
                    <a:pt x="7249" y="11293"/>
                    <a:pt x="7377" y="11527"/>
                    <a:pt x="7545" y="11527"/>
                  </a:cubicBezTo>
                  <a:cubicBezTo>
                    <a:pt x="7586" y="11527"/>
                    <a:pt x="7629" y="11514"/>
                    <a:pt x="7671" y="11481"/>
                  </a:cubicBezTo>
                  <a:cubicBezTo>
                    <a:pt x="7993" y="11231"/>
                    <a:pt x="8229" y="10930"/>
                    <a:pt x="8359" y="10604"/>
                  </a:cubicBezTo>
                  <a:lnTo>
                    <a:pt x="9681" y="11014"/>
                  </a:lnTo>
                  <a:cubicBezTo>
                    <a:pt x="10148" y="11151"/>
                    <a:pt x="10463" y="11582"/>
                    <a:pt x="10463" y="12068"/>
                  </a:cubicBezTo>
                  <a:lnTo>
                    <a:pt x="10463" y="13716"/>
                  </a:lnTo>
                  <a:cubicBezTo>
                    <a:pt x="10463" y="13850"/>
                    <a:pt x="10565" y="13917"/>
                    <a:pt x="10666" y="13917"/>
                  </a:cubicBezTo>
                  <a:cubicBezTo>
                    <a:pt x="10767" y="13917"/>
                    <a:pt x="10869" y="13850"/>
                    <a:pt x="10869" y="13716"/>
                  </a:cubicBezTo>
                  <a:lnTo>
                    <a:pt x="10869" y="12068"/>
                  </a:lnTo>
                  <a:cubicBezTo>
                    <a:pt x="10872" y="11401"/>
                    <a:pt x="10434" y="10815"/>
                    <a:pt x="9797" y="10623"/>
                  </a:cubicBezTo>
                  <a:lnTo>
                    <a:pt x="8348" y="10177"/>
                  </a:lnTo>
                  <a:cubicBezTo>
                    <a:pt x="8160" y="10119"/>
                    <a:pt x="8033" y="9942"/>
                    <a:pt x="8033" y="9746"/>
                  </a:cubicBezTo>
                  <a:lnTo>
                    <a:pt x="8033" y="8703"/>
                  </a:lnTo>
                  <a:cubicBezTo>
                    <a:pt x="8033" y="8493"/>
                    <a:pt x="7877" y="8316"/>
                    <a:pt x="7671" y="8287"/>
                  </a:cubicBezTo>
                  <a:cubicBezTo>
                    <a:pt x="7859" y="7968"/>
                    <a:pt x="7979" y="7613"/>
                    <a:pt x="8019" y="7247"/>
                  </a:cubicBezTo>
                  <a:cubicBezTo>
                    <a:pt x="8240" y="6889"/>
                    <a:pt x="8384" y="6490"/>
                    <a:pt x="8442" y="6074"/>
                  </a:cubicBezTo>
                  <a:lnTo>
                    <a:pt x="8562" y="6074"/>
                  </a:lnTo>
                  <a:cubicBezTo>
                    <a:pt x="8960" y="6074"/>
                    <a:pt x="9301" y="5780"/>
                    <a:pt x="9337" y="5400"/>
                  </a:cubicBezTo>
                  <a:cubicBezTo>
                    <a:pt x="9377" y="5005"/>
                    <a:pt x="9101" y="4647"/>
                    <a:pt x="8710" y="4585"/>
                  </a:cubicBezTo>
                  <a:lnTo>
                    <a:pt x="8870" y="3068"/>
                  </a:lnTo>
                  <a:cubicBezTo>
                    <a:pt x="9018" y="1662"/>
                    <a:pt x="7914" y="435"/>
                    <a:pt x="6501" y="435"/>
                  </a:cubicBezTo>
                  <a:lnTo>
                    <a:pt x="4343" y="435"/>
                  </a:lnTo>
                  <a:cubicBezTo>
                    <a:pt x="3589" y="435"/>
                    <a:pt x="2977" y="293"/>
                    <a:pt x="2745" y="62"/>
                  </a:cubicBezTo>
                  <a:cubicBezTo>
                    <a:pt x="2703" y="19"/>
                    <a:pt x="2651" y="0"/>
                    <a:pt x="2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9" name="Google Shape;13439;p82"/>
          <p:cNvGrpSpPr/>
          <p:nvPr/>
        </p:nvGrpSpPr>
        <p:grpSpPr>
          <a:xfrm>
            <a:off x="7611937" y="4286087"/>
            <a:ext cx="273580" cy="365052"/>
            <a:chOff x="7611937" y="4286087"/>
            <a:chExt cx="273580" cy="365052"/>
          </a:xfrm>
        </p:grpSpPr>
        <p:sp>
          <p:nvSpPr>
            <p:cNvPr id="13440" name="Google Shape;13440;p82"/>
            <p:cNvSpPr/>
            <p:nvPr/>
          </p:nvSpPr>
          <p:spPr>
            <a:xfrm>
              <a:off x="7617259" y="4536752"/>
              <a:ext cx="262857" cy="109039"/>
            </a:xfrm>
            <a:custGeom>
              <a:rect b="b" l="l" r="r" t="t"/>
              <a:pathLst>
                <a:path extrusionOk="0" h="4159" w="10026">
                  <a:moveTo>
                    <a:pt x="3126" y="1"/>
                  </a:moveTo>
                  <a:lnTo>
                    <a:pt x="873" y="798"/>
                  </a:lnTo>
                  <a:cubicBezTo>
                    <a:pt x="352" y="982"/>
                    <a:pt x="1" y="1475"/>
                    <a:pt x="1" y="2029"/>
                  </a:cubicBezTo>
                  <a:lnTo>
                    <a:pt x="1" y="4159"/>
                  </a:lnTo>
                  <a:lnTo>
                    <a:pt x="10026" y="4159"/>
                  </a:lnTo>
                  <a:lnTo>
                    <a:pt x="10026" y="2029"/>
                  </a:lnTo>
                  <a:cubicBezTo>
                    <a:pt x="10026" y="1475"/>
                    <a:pt x="9678" y="982"/>
                    <a:pt x="9156" y="798"/>
                  </a:cubicBezTo>
                  <a:lnTo>
                    <a:pt x="690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2"/>
            <p:cNvSpPr/>
            <p:nvPr/>
          </p:nvSpPr>
          <p:spPr>
            <a:xfrm>
              <a:off x="7720084" y="4537145"/>
              <a:ext cx="57207" cy="108567"/>
            </a:xfrm>
            <a:custGeom>
              <a:rect b="b" l="l" r="r" t="t"/>
              <a:pathLst>
                <a:path extrusionOk="0" h="4141" w="2182">
                  <a:moveTo>
                    <a:pt x="1" y="0"/>
                  </a:moveTo>
                  <a:lnTo>
                    <a:pt x="1" y="4140"/>
                  </a:lnTo>
                  <a:lnTo>
                    <a:pt x="2181" y="4140"/>
                  </a:lnTo>
                  <a:lnTo>
                    <a:pt x="2181"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2"/>
            <p:cNvSpPr/>
            <p:nvPr/>
          </p:nvSpPr>
          <p:spPr>
            <a:xfrm>
              <a:off x="7720084" y="4537145"/>
              <a:ext cx="57207" cy="40034"/>
            </a:xfrm>
            <a:custGeom>
              <a:rect b="b" l="l" r="r" t="t"/>
              <a:pathLst>
                <a:path extrusionOk="0" h="1527" w="2182">
                  <a:moveTo>
                    <a:pt x="1" y="0"/>
                  </a:moveTo>
                  <a:lnTo>
                    <a:pt x="1" y="1196"/>
                  </a:lnTo>
                  <a:cubicBezTo>
                    <a:pt x="330" y="1417"/>
                    <a:pt x="711" y="1527"/>
                    <a:pt x="1091" y="1527"/>
                  </a:cubicBezTo>
                  <a:cubicBezTo>
                    <a:pt x="1471" y="1527"/>
                    <a:pt x="1852" y="1417"/>
                    <a:pt x="2181" y="1196"/>
                  </a:cubicBezTo>
                  <a:lnTo>
                    <a:pt x="2181"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2"/>
            <p:cNvSpPr/>
            <p:nvPr/>
          </p:nvSpPr>
          <p:spPr>
            <a:xfrm>
              <a:off x="7643555" y="4291409"/>
              <a:ext cx="210264" cy="208639"/>
            </a:xfrm>
            <a:custGeom>
              <a:rect b="b" l="l" r="r" t="t"/>
              <a:pathLst>
                <a:path extrusionOk="0" h="7958" w="8020">
                  <a:moveTo>
                    <a:pt x="4010" y="0"/>
                  </a:moveTo>
                  <a:cubicBezTo>
                    <a:pt x="1964" y="0"/>
                    <a:pt x="305" y="1659"/>
                    <a:pt x="305" y="3705"/>
                  </a:cubicBezTo>
                  <a:lnTo>
                    <a:pt x="305" y="5447"/>
                  </a:lnTo>
                  <a:cubicBezTo>
                    <a:pt x="305" y="6096"/>
                    <a:pt x="200" y="6530"/>
                    <a:pt x="91" y="6802"/>
                  </a:cubicBezTo>
                  <a:cubicBezTo>
                    <a:pt x="1" y="7034"/>
                    <a:pt x="124" y="7291"/>
                    <a:pt x="356" y="7367"/>
                  </a:cubicBezTo>
                  <a:cubicBezTo>
                    <a:pt x="1120" y="7628"/>
                    <a:pt x="1906" y="7827"/>
                    <a:pt x="2703" y="7957"/>
                  </a:cubicBezTo>
                  <a:lnTo>
                    <a:pt x="5317" y="7957"/>
                  </a:lnTo>
                  <a:cubicBezTo>
                    <a:pt x="6114" y="7827"/>
                    <a:pt x="6900" y="7628"/>
                    <a:pt x="7664" y="7367"/>
                  </a:cubicBezTo>
                  <a:cubicBezTo>
                    <a:pt x="7896" y="7291"/>
                    <a:pt x="8019" y="7034"/>
                    <a:pt x="7932" y="6806"/>
                  </a:cubicBezTo>
                  <a:cubicBezTo>
                    <a:pt x="7824" y="6534"/>
                    <a:pt x="7715" y="6096"/>
                    <a:pt x="7715" y="5451"/>
                  </a:cubicBezTo>
                  <a:lnTo>
                    <a:pt x="7715" y="3705"/>
                  </a:lnTo>
                  <a:cubicBezTo>
                    <a:pt x="7715" y="1659"/>
                    <a:pt x="6056" y="0"/>
                    <a:pt x="4010"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2"/>
            <p:cNvSpPr/>
            <p:nvPr/>
          </p:nvSpPr>
          <p:spPr>
            <a:xfrm>
              <a:off x="7714395" y="4485680"/>
              <a:ext cx="68585" cy="74379"/>
            </a:xfrm>
            <a:custGeom>
              <a:rect b="b" l="l" r="r" t="t"/>
              <a:pathLst>
                <a:path extrusionOk="0" h="2837" w="2616">
                  <a:moveTo>
                    <a:pt x="1" y="0"/>
                  </a:moveTo>
                  <a:lnTo>
                    <a:pt x="1" y="1525"/>
                  </a:lnTo>
                  <a:cubicBezTo>
                    <a:pt x="1" y="2250"/>
                    <a:pt x="587" y="2836"/>
                    <a:pt x="1308" y="2836"/>
                  </a:cubicBezTo>
                  <a:cubicBezTo>
                    <a:pt x="2032" y="2833"/>
                    <a:pt x="2615" y="2250"/>
                    <a:pt x="2615" y="1525"/>
                  </a:cubicBezTo>
                  <a:lnTo>
                    <a:pt x="261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2"/>
            <p:cNvSpPr/>
            <p:nvPr/>
          </p:nvSpPr>
          <p:spPr>
            <a:xfrm>
              <a:off x="7714395" y="4485680"/>
              <a:ext cx="68585" cy="34266"/>
            </a:xfrm>
            <a:custGeom>
              <a:rect b="b" l="l" r="r" t="t"/>
              <a:pathLst>
                <a:path extrusionOk="0" h="1307" w="2616">
                  <a:moveTo>
                    <a:pt x="1" y="0"/>
                  </a:moveTo>
                  <a:lnTo>
                    <a:pt x="1" y="1033"/>
                  </a:lnTo>
                  <a:cubicBezTo>
                    <a:pt x="417" y="1216"/>
                    <a:pt x="863" y="1307"/>
                    <a:pt x="1308" y="1307"/>
                  </a:cubicBezTo>
                  <a:cubicBezTo>
                    <a:pt x="1754" y="1307"/>
                    <a:pt x="2199" y="1216"/>
                    <a:pt x="2615" y="1033"/>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2"/>
            <p:cNvSpPr/>
            <p:nvPr/>
          </p:nvSpPr>
          <p:spPr>
            <a:xfrm>
              <a:off x="7674413" y="4342874"/>
              <a:ext cx="148627" cy="160005"/>
            </a:xfrm>
            <a:custGeom>
              <a:rect b="b" l="l" r="r" t="t"/>
              <a:pathLst>
                <a:path extrusionOk="0" h="6103" w="5669">
                  <a:moveTo>
                    <a:pt x="1" y="0"/>
                  </a:moveTo>
                  <a:lnTo>
                    <a:pt x="1" y="3267"/>
                  </a:lnTo>
                  <a:cubicBezTo>
                    <a:pt x="1" y="4832"/>
                    <a:pt x="1268" y="6103"/>
                    <a:pt x="2833" y="6103"/>
                  </a:cubicBezTo>
                  <a:cubicBezTo>
                    <a:pt x="4398" y="6103"/>
                    <a:pt x="5669" y="4832"/>
                    <a:pt x="5669" y="3267"/>
                  </a:cubicBezTo>
                  <a:lnTo>
                    <a:pt x="566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2"/>
            <p:cNvSpPr/>
            <p:nvPr/>
          </p:nvSpPr>
          <p:spPr>
            <a:xfrm>
              <a:off x="7674151" y="4342769"/>
              <a:ext cx="148811" cy="160084"/>
            </a:xfrm>
            <a:custGeom>
              <a:rect b="b" l="l" r="r" t="t"/>
              <a:pathLst>
                <a:path extrusionOk="0" h="6106" w="5676">
                  <a:moveTo>
                    <a:pt x="11" y="1"/>
                  </a:moveTo>
                  <a:lnTo>
                    <a:pt x="11" y="3271"/>
                  </a:lnTo>
                  <a:cubicBezTo>
                    <a:pt x="1" y="4859"/>
                    <a:pt x="1288" y="6105"/>
                    <a:pt x="2818" y="6105"/>
                  </a:cubicBezTo>
                  <a:cubicBezTo>
                    <a:pt x="2971" y="6105"/>
                    <a:pt x="3125" y="6093"/>
                    <a:pt x="3281" y="6067"/>
                  </a:cubicBezTo>
                  <a:cubicBezTo>
                    <a:pt x="1901" y="5853"/>
                    <a:pt x="880" y="4669"/>
                    <a:pt x="880" y="3271"/>
                  </a:cubicBezTo>
                  <a:lnTo>
                    <a:pt x="880" y="2330"/>
                  </a:lnTo>
                  <a:cubicBezTo>
                    <a:pt x="880" y="2033"/>
                    <a:pt x="1036" y="1754"/>
                    <a:pt x="1289" y="1594"/>
                  </a:cubicBezTo>
                  <a:cubicBezTo>
                    <a:pt x="1485" y="1471"/>
                    <a:pt x="1673" y="1337"/>
                    <a:pt x="1858" y="1192"/>
                  </a:cubicBezTo>
                  <a:cubicBezTo>
                    <a:pt x="1894" y="1163"/>
                    <a:pt x="1938" y="1145"/>
                    <a:pt x="1985" y="1145"/>
                  </a:cubicBezTo>
                  <a:cubicBezTo>
                    <a:pt x="2032" y="1145"/>
                    <a:pt x="2075" y="1160"/>
                    <a:pt x="2111" y="1189"/>
                  </a:cubicBezTo>
                  <a:cubicBezTo>
                    <a:pt x="2702" y="1627"/>
                    <a:pt x="3890" y="2362"/>
                    <a:pt x="5675" y="2753"/>
                  </a:cubicBezTo>
                  <a:lnTo>
                    <a:pt x="56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2"/>
            <p:cNvSpPr/>
            <p:nvPr/>
          </p:nvSpPr>
          <p:spPr>
            <a:xfrm>
              <a:off x="7645836" y="4611393"/>
              <a:ext cx="57180" cy="34319"/>
            </a:xfrm>
            <a:custGeom>
              <a:rect b="b" l="l" r="r" t="t"/>
              <a:pathLst>
                <a:path extrusionOk="0" h="1309" w="2181">
                  <a:moveTo>
                    <a:pt x="1" y="1"/>
                  </a:moveTo>
                  <a:lnTo>
                    <a:pt x="1" y="1308"/>
                  </a:lnTo>
                  <a:lnTo>
                    <a:pt x="2181" y="1308"/>
                  </a:lnTo>
                  <a:lnTo>
                    <a:pt x="218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2"/>
            <p:cNvSpPr/>
            <p:nvPr/>
          </p:nvSpPr>
          <p:spPr>
            <a:xfrm>
              <a:off x="7722942" y="4448556"/>
              <a:ext cx="51491" cy="22914"/>
            </a:xfrm>
            <a:custGeom>
              <a:rect b="b" l="l" r="r" t="t"/>
              <a:pathLst>
                <a:path extrusionOk="0" h="874" w="1964">
                  <a:moveTo>
                    <a:pt x="1" y="0"/>
                  </a:moveTo>
                  <a:cubicBezTo>
                    <a:pt x="1" y="482"/>
                    <a:pt x="442"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2"/>
            <p:cNvSpPr/>
            <p:nvPr/>
          </p:nvSpPr>
          <p:spPr>
            <a:xfrm>
              <a:off x="7651551" y="4291382"/>
              <a:ext cx="194298" cy="108672"/>
            </a:xfrm>
            <a:custGeom>
              <a:rect b="b" l="l" r="r" t="t"/>
              <a:pathLst>
                <a:path extrusionOk="0" h="4145" w="7411">
                  <a:moveTo>
                    <a:pt x="3699" y="1"/>
                  </a:moveTo>
                  <a:cubicBezTo>
                    <a:pt x="3678" y="1"/>
                    <a:pt x="3657" y="1"/>
                    <a:pt x="3636" y="1"/>
                  </a:cubicBezTo>
                  <a:cubicBezTo>
                    <a:pt x="1615" y="41"/>
                    <a:pt x="0" y="1689"/>
                    <a:pt x="0" y="3706"/>
                  </a:cubicBezTo>
                  <a:lnTo>
                    <a:pt x="0" y="3848"/>
                  </a:lnTo>
                  <a:cubicBezTo>
                    <a:pt x="467" y="3670"/>
                    <a:pt x="1590" y="3207"/>
                    <a:pt x="2445" y="2526"/>
                  </a:cubicBezTo>
                  <a:cubicBezTo>
                    <a:pt x="2563" y="2432"/>
                    <a:pt x="2705" y="2384"/>
                    <a:pt x="2846" y="2384"/>
                  </a:cubicBezTo>
                  <a:cubicBezTo>
                    <a:pt x="2983" y="2384"/>
                    <a:pt x="3119" y="2428"/>
                    <a:pt x="3234" y="2515"/>
                  </a:cubicBezTo>
                  <a:cubicBezTo>
                    <a:pt x="3868" y="2989"/>
                    <a:pt x="5262" y="3837"/>
                    <a:pt x="7410" y="4145"/>
                  </a:cubicBezTo>
                  <a:lnTo>
                    <a:pt x="7410" y="3804"/>
                  </a:lnTo>
                  <a:cubicBezTo>
                    <a:pt x="7410" y="1750"/>
                    <a:pt x="5746" y="1"/>
                    <a:pt x="369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2"/>
            <p:cNvSpPr/>
            <p:nvPr/>
          </p:nvSpPr>
          <p:spPr>
            <a:xfrm>
              <a:off x="7748687" y="4515201"/>
              <a:ext cx="65622" cy="130511"/>
            </a:xfrm>
            <a:custGeom>
              <a:rect b="b" l="l" r="r" t="t"/>
              <a:pathLst>
                <a:path extrusionOk="0" h="4978" w="2503">
                  <a:moveTo>
                    <a:pt x="1307" y="1"/>
                  </a:moveTo>
                  <a:lnTo>
                    <a:pt x="0" y="4977"/>
                  </a:lnTo>
                  <a:lnTo>
                    <a:pt x="1090" y="4977"/>
                  </a:lnTo>
                  <a:lnTo>
                    <a:pt x="2296" y="2366"/>
                  </a:lnTo>
                  <a:cubicBezTo>
                    <a:pt x="2358" y="2228"/>
                    <a:pt x="2347" y="2069"/>
                    <a:pt x="2264" y="1942"/>
                  </a:cubicBezTo>
                  <a:lnTo>
                    <a:pt x="1963" y="1489"/>
                  </a:lnTo>
                  <a:lnTo>
                    <a:pt x="2387" y="921"/>
                  </a:lnTo>
                  <a:cubicBezTo>
                    <a:pt x="2503" y="765"/>
                    <a:pt x="2448" y="540"/>
                    <a:pt x="2274" y="457"/>
                  </a:cubicBezTo>
                  <a:lnTo>
                    <a:pt x="130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2"/>
            <p:cNvSpPr/>
            <p:nvPr/>
          </p:nvSpPr>
          <p:spPr>
            <a:xfrm>
              <a:off x="7683065" y="4515201"/>
              <a:ext cx="65649" cy="130511"/>
            </a:xfrm>
            <a:custGeom>
              <a:rect b="b" l="l" r="r" t="t"/>
              <a:pathLst>
                <a:path extrusionOk="0" h="4978" w="2504">
                  <a:moveTo>
                    <a:pt x="1196" y="1"/>
                  </a:moveTo>
                  <a:lnTo>
                    <a:pt x="232" y="457"/>
                  </a:lnTo>
                  <a:cubicBezTo>
                    <a:pt x="55" y="540"/>
                    <a:pt x="0" y="765"/>
                    <a:pt x="116" y="921"/>
                  </a:cubicBezTo>
                  <a:lnTo>
                    <a:pt x="544" y="1489"/>
                  </a:lnTo>
                  <a:lnTo>
                    <a:pt x="243" y="1942"/>
                  </a:lnTo>
                  <a:cubicBezTo>
                    <a:pt x="156" y="2069"/>
                    <a:pt x="145" y="2228"/>
                    <a:pt x="211" y="2366"/>
                  </a:cubicBezTo>
                  <a:lnTo>
                    <a:pt x="1413" y="4977"/>
                  </a:lnTo>
                  <a:lnTo>
                    <a:pt x="2503" y="4977"/>
                  </a:lnTo>
                  <a:lnTo>
                    <a:pt x="119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2"/>
            <p:cNvSpPr/>
            <p:nvPr/>
          </p:nvSpPr>
          <p:spPr>
            <a:xfrm>
              <a:off x="7716309" y="4291382"/>
              <a:ext cx="129436" cy="92731"/>
            </a:xfrm>
            <a:custGeom>
              <a:rect b="b" l="l" r="r" t="t"/>
              <a:pathLst>
                <a:path extrusionOk="0" h="3537" w="4937">
                  <a:moveTo>
                    <a:pt x="1235" y="1"/>
                  </a:moveTo>
                  <a:cubicBezTo>
                    <a:pt x="1212" y="1"/>
                    <a:pt x="1189" y="1"/>
                    <a:pt x="1166" y="1"/>
                  </a:cubicBezTo>
                  <a:cubicBezTo>
                    <a:pt x="768" y="9"/>
                    <a:pt x="373" y="81"/>
                    <a:pt x="0" y="215"/>
                  </a:cubicBezTo>
                  <a:cubicBezTo>
                    <a:pt x="858" y="1331"/>
                    <a:pt x="2499" y="2975"/>
                    <a:pt x="4936" y="3536"/>
                  </a:cubicBezTo>
                  <a:cubicBezTo>
                    <a:pt x="4847" y="1531"/>
                    <a:pt x="3190" y="1"/>
                    <a:pt x="123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2"/>
            <p:cNvSpPr/>
            <p:nvPr/>
          </p:nvSpPr>
          <p:spPr>
            <a:xfrm>
              <a:off x="7611937" y="4286087"/>
              <a:ext cx="273580" cy="365052"/>
            </a:xfrm>
            <a:custGeom>
              <a:rect b="b" l="l" r="r" t="t"/>
              <a:pathLst>
                <a:path extrusionOk="0" h="13924" w="10435">
                  <a:moveTo>
                    <a:pt x="8255" y="4434"/>
                  </a:moveTo>
                  <a:cubicBezTo>
                    <a:pt x="8407" y="4463"/>
                    <a:pt x="8563" y="4492"/>
                    <a:pt x="8718" y="4517"/>
                  </a:cubicBezTo>
                  <a:lnTo>
                    <a:pt x="8718" y="5650"/>
                  </a:lnTo>
                  <a:cubicBezTo>
                    <a:pt x="8718" y="6215"/>
                    <a:pt x="8794" y="6694"/>
                    <a:pt x="8946" y="7081"/>
                  </a:cubicBezTo>
                  <a:cubicBezTo>
                    <a:pt x="8968" y="7135"/>
                    <a:pt x="8968" y="7201"/>
                    <a:pt x="8943" y="7255"/>
                  </a:cubicBezTo>
                  <a:lnTo>
                    <a:pt x="8939" y="7255"/>
                  </a:lnTo>
                  <a:cubicBezTo>
                    <a:pt x="8914" y="7313"/>
                    <a:pt x="8863" y="7360"/>
                    <a:pt x="8805" y="7378"/>
                  </a:cubicBezTo>
                  <a:cubicBezTo>
                    <a:pt x="8229" y="7574"/>
                    <a:pt x="7643" y="7733"/>
                    <a:pt x="7045" y="7856"/>
                  </a:cubicBezTo>
                  <a:cubicBezTo>
                    <a:pt x="7806" y="7284"/>
                    <a:pt x="8255" y="6386"/>
                    <a:pt x="8255" y="5433"/>
                  </a:cubicBezTo>
                  <a:lnTo>
                    <a:pt x="8255" y="4434"/>
                  </a:lnTo>
                  <a:close/>
                  <a:moveTo>
                    <a:pt x="5212" y="415"/>
                  </a:moveTo>
                  <a:cubicBezTo>
                    <a:pt x="5248" y="415"/>
                    <a:pt x="5285" y="416"/>
                    <a:pt x="5321" y="417"/>
                  </a:cubicBezTo>
                  <a:cubicBezTo>
                    <a:pt x="7208" y="475"/>
                    <a:pt x="8711" y="2018"/>
                    <a:pt x="8715" y="3908"/>
                  </a:cubicBezTo>
                  <a:lnTo>
                    <a:pt x="8715" y="4108"/>
                  </a:lnTo>
                  <a:cubicBezTo>
                    <a:pt x="8363" y="4050"/>
                    <a:pt x="8012" y="3974"/>
                    <a:pt x="7668" y="3876"/>
                  </a:cubicBezTo>
                  <a:cubicBezTo>
                    <a:pt x="7647" y="3870"/>
                    <a:pt x="7627" y="3868"/>
                    <a:pt x="7607" y="3868"/>
                  </a:cubicBezTo>
                  <a:cubicBezTo>
                    <a:pt x="7389" y="3868"/>
                    <a:pt x="7316" y="4204"/>
                    <a:pt x="7559" y="4271"/>
                  </a:cubicBezTo>
                  <a:cubicBezTo>
                    <a:pt x="7653" y="4296"/>
                    <a:pt x="7748" y="4321"/>
                    <a:pt x="7845" y="4347"/>
                  </a:cubicBezTo>
                  <a:lnTo>
                    <a:pt x="7845" y="5437"/>
                  </a:lnTo>
                  <a:cubicBezTo>
                    <a:pt x="7842" y="6885"/>
                    <a:pt x="6668" y="8059"/>
                    <a:pt x="5216" y="8063"/>
                  </a:cubicBezTo>
                  <a:lnTo>
                    <a:pt x="5216" y="8066"/>
                  </a:lnTo>
                  <a:cubicBezTo>
                    <a:pt x="3764" y="8063"/>
                    <a:pt x="2587" y="6889"/>
                    <a:pt x="2587" y="5437"/>
                  </a:cubicBezTo>
                  <a:lnTo>
                    <a:pt x="2587" y="4564"/>
                  </a:lnTo>
                  <a:cubicBezTo>
                    <a:pt x="2587" y="4428"/>
                    <a:pt x="2484" y="4360"/>
                    <a:pt x="2382" y="4360"/>
                  </a:cubicBezTo>
                  <a:cubicBezTo>
                    <a:pt x="2280" y="4360"/>
                    <a:pt x="2177" y="4428"/>
                    <a:pt x="2177" y="4564"/>
                  </a:cubicBezTo>
                  <a:lnTo>
                    <a:pt x="2177" y="5437"/>
                  </a:lnTo>
                  <a:cubicBezTo>
                    <a:pt x="2177" y="6389"/>
                    <a:pt x="2627" y="7287"/>
                    <a:pt x="3387" y="7860"/>
                  </a:cubicBezTo>
                  <a:cubicBezTo>
                    <a:pt x="2790" y="7737"/>
                    <a:pt x="2203" y="7577"/>
                    <a:pt x="1627" y="7382"/>
                  </a:cubicBezTo>
                  <a:cubicBezTo>
                    <a:pt x="1569" y="7360"/>
                    <a:pt x="1518" y="7316"/>
                    <a:pt x="1493" y="7259"/>
                  </a:cubicBezTo>
                  <a:cubicBezTo>
                    <a:pt x="1464" y="7204"/>
                    <a:pt x="1464" y="7139"/>
                    <a:pt x="1486" y="7085"/>
                  </a:cubicBezTo>
                  <a:cubicBezTo>
                    <a:pt x="1638" y="6701"/>
                    <a:pt x="1714" y="6219"/>
                    <a:pt x="1714" y="5654"/>
                  </a:cubicBezTo>
                  <a:lnTo>
                    <a:pt x="1714" y="4118"/>
                  </a:lnTo>
                  <a:cubicBezTo>
                    <a:pt x="1746" y="4111"/>
                    <a:pt x="1775" y="4108"/>
                    <a:pt x="1786" y="4104"/>
                  </a:cubicBezTo>
                  <a:cubicBezTo>
                    <a:pt x="1837" y="4090"/>
                    <a:pt x="3036" y="3742"/>
                    <a:pt x="4090" y="2887"/>
                  </a:cubicBezTo>
                  <a:cubicBezTo>
                    <a:pt x="4169" y="2823"/>
                    <a:pt x="4265" y="2791"/>
                    <a:pt x="4361" y="2791"/>
                  </a:cubicBezTo>
                  <a:cubicBezTo>
                    <a:pt x="4454" y="2791"/>
                    <a:pt x="4547" y="2821"/>
                    <a:pt x="4626" y="2880"/>
                  </a:cubicBezTo>
                  <a:cubicBezTo>
                    <a:pt x="5252" y="3340"/>
                    <a:pt x="5940" y="3709"/>
                    <a:pt x="6668" y="3977"/>
                  </a:cubicBezTo>
                  <a:cubicBezTo>
                    <a:pt x="6697" y="3988"/>
                    <a:pt x="6724" y="3993"/>
                    <a:pt x="6749" y="3993"/>
                  </a:cubicBezTo>
                  <a:cubicBezTo>
                    <a:pt x="6949" y="3993"/>
                    <a:pt x="7038" y="3684"/>
                    <a:pt x="6813" y="3597"/>
                  </a:cubicBezTo>
                  <a:cubicBezTo>
                    <a:pt x="6121" y="3340"/>
                    <a:pt x="5466" y="2992"/>
                    <a:pt x="4872" y="2558"/>
                  </a:cubicBezTo>
                  <a:cubicBezTo>
                    <a:pt x="4720" y="2443"/>
                    <a:pt x="4539" y="2385"/>
                    <a:pt x="4359" y="2385"/>
                  </a:cubicBezTo>
                  <a:cubicBezTo>
                    <a:pt x="4170" y="2385"/>
                    <a:pt x="3983" y="2448"/>
                    <a:pt x="3829" y="2572"/>
                  </a:cubicBezTo>
                  <a:cubicBezTo>
                    <a:pt x="2960" y="3278"/>
                    <a:pt x="1949" y="3626"/>
                    <a:pt x="1721" y="3698"/>
                  </a:cubicBezTo>
                  <a:cubicBezTo>
                    <a:pt x="1835" y="1848"/>
                    <a:pt x="3370" y="415"/>
                    <a:pt x="5212" y="415"/>
                  </a:cubicBezTo>
                  <a:close/>
                  <a:moveTo>
                    <a:pt x="6321" y="8265"/>
                  </a:moveTo>
                  <a:lnTo>
                    <a:pt x="6321" y="8714"/>
                  </a:lnTo>
                  <a:lnTo>
                    <a:pt x="5969" y="10047"/>
                  </a:lnTo>
                  <a:cubicBezTo>
                    <a:pt x="5738" y="10178"/>
                    <a:pt x="5480" y="10243"/>
                    <a:pt x="5216" y="10243"/>
                  </a:cubicBezTo>
                  <a:cubicBezTo>
                    <a:pt x="5209" y="10243"/>
                    <a:pt x="5203" y="10243"/>
                    <a:pt x="5196" y="10243"/>
                  </a:cubicBezTo>
                  <a:cubicBezTo>
                    <a:pt x="4939" y="10243"/>
                    <a:pt x="4685" y="10174"/>
                    <a:pt x="4463" y="10047"/>
                  </a:cubicBezTo>
                  <a:lnTo>
                    <a:pt x="4111" y="8714"/>
                  </a:lnTo>
                  <a:lnTo>
                    <a:pt x="4111" y="8265"/>
                  </a:lnTo>
                  <a:cubicBezTo>
                    <a:pt x="4466" y="8403"/>
                    <a:pt x="4841" y="8472"/>
                    <a:pt x="5216" y="8472"/>
                  </a:cubicBezTo>
                  <a:cubicBezTo>
                    <a:pt x="5591" y="8472"/>
                    <a:pt x="5966" y="8403"/>
                    <a:pt x="6321" y="8265"/>
                  </a:cubicBezTo>
                  <a:close/>
                  <a:moveTo>
                    <a:pt x="3268" y="12611"/>
                  </a:moveTo>
                  <a:lnTo>
                    <a:pt x="3268" y="13513"/>
                  </a:lnTo>
                  <a:lnTo>
                    <a:pt x="1500" y="13513"/>
                  </a:lnTo>
                  <a:lnTo>
                    <a:pt x="1500" y="12611"/>
                  </a:lnTo>
                  <a:lnTo>
                    <a:pt x="2177" y="12611"/>
                  </a:lnTo>
                  <a:lnTo>
                    <a:pt x="2177" y="12626"/>
                  </a:lnTo>
                  <a:cubicBezTo>
                    <a:pt x="2177" y="12762"/>
                    <a:pt x="2280" y="12830"/>
                    <a:pt x="2382" y="12830"/>
                  </a:cubicBezTo>
                  <a:cubicBezTo>
                    <a:pt x="2484" y="12830"/>
                    <a:pt x="2587" y="12762"/>
                    <a:pt x="2587" y="12626"/>
                  </a:cubicBezTo>
                  <a:lnTo>
                    <a:pt x="2587" y="12611"/>
                  </a:lnTo>
                  <a:close/>
                  <a:moveTo>
                    <a:pt x="5216" y="1"/>
                  </a:moveTo>
                  <a:cubicBezTo>
                    <a:pt x="3058" y="1"/>
                    <a:pt x="1308" y="1750"/>
                    <a:pt x="1308" y="3908"/>
                  </a:cubicBezTo>
                  <a:lnTo>
                    <a:pt x="1308" y="5650"/>
                  </a:lnTo>
                  <a:cubicBezTo>
                    <a:pt x="1308" y="6292"/>
                    <a:pt x="1200" y="6701"/>
                    <a:pt x="1109" y="6933"/>
                  </a:cubicBezTo>
                  <a:cubicBezTo>
                    <a:pt x="1044" y="7092"/>
                    <a:pt x="1047" y="7273"/>
                    <a:pt x="1124" y="7429"/>
                  </a:cubicBezTo>
                  <a:cubicBezTo>
                    <a:pt x="1196" y="7588"/>
                    <a:pt x="1334" y="7711"/>
                    <a:pt x="1497" y="7766"/>
                  </a:cubicBezTo>
                  <a:cubicBezTo>
                    <a:pt x="2217" y="8012"/>
                    <a:pt x="2956" y="8200"/>
                    <a:pt x="3706" y="8334"/>
                  </a:cubicBezTo>
                  <a:lnTo>
                    <a:pt x="3706" y="8613"/>
                  </a:lnTo>
                  <a:lnTo>
                    <a:pt x="2858" y="9011"/>
                  </a:lnTo>
                  <a:cubicBezTo>
                    <a:pt x="2630" y="9120"/>
                    <a:pt x="2514" y="9370"/>
                    <a:pt x="2579" y="9613"/>
                  </a:cubicBezTo>
                  <a:lnTo>
                    <a:pt x="1008" y="10167"/>
                  </a:lnTo>
                  <a:cubicBezTo>
                    <a:pt x="403" y="10380"/>
                    <a:pt x="1" y="10953"/>
                    <a:pt x="1" y="11594"/>
                  </a:cubicBezTo>
                  <a:lnTo>
                    <a:pt x="1" y="13720"/>
                  </a:lnTo>
                  <a:cubicBezTo>
                    <a:pt x="1" y="13855"/>
                    <a:pt x="102" y="13923"/>
                    <a:pt x="204" y="13923"/>
                  </a:cubicBezTo>
                  <a:cubicBezTo>
                    <a:pt x="305" y="13923"/>
                    <a:pt x="406" y="13855"/>
                    <a:pt x="406" y="13720"/>
                  </a:cubicBezTo>
                  <a:lnTo>
                    <a:pt x="406" y="11594"/>
                  </a:lnTo>
                  <a:cubicBezTo>
                    <a:pt x="406" y="11123"/>
                    <a:pt x="703" y="10706"/>
                    <a:pt x="1145" y="10551"/>
                  </a:cubicBezTo>
                  <a:lnTo>
                    <a:pt x="2800" y="9968"/>
                  </a:lnTo>
                  <a:lnTo>
                    <a:pt x="3007" y="10239"/>
                  </a:lnTo>
                  <a:lnTo>
                    <a:pt x="2786" y="10569"/>
                  </a:lnTo>
                  <a:cubicBezTo>
                    <a:pt x="2663" y="10753"/>
                    <a:pt x="2645" y="10989"/>
                    <a:pt x="2735" y="11192"/>
                  </a:cubicBezTo>
                  <a:lnTo>
                    <a:pt x="3206" y="12206"/>
                  </a:lnTo>
                  <a:lnTo>
                    <a:pt x="2587" y="12206"/>
                  </a:lnTo>
                  <a:lnTo>
                    <a:pt x="2587" y="11974"/>
                  </a:lnTo>
                  <a:cubicBezTo>
                    <a:pt x="2587" y="11838"/>
                    <a:pt x="2485" y="11770"/>
                    <a:pt x="2384" y="11770"/>
                  </a:cubicBezTo>
                  <a:cubicBezTo>
                    <a:pt x="2282" y="11770"/>
                    <a:pt x="2181" y="11838"/>
                    <a:pt x="2181" y="11974"/>
                  </a:cubicBezTo>
                  <a:lnTo>
                    <a:pt x="2181" y="12206"/>
                  </a:lnTo>
                  <a:lnTo>
                    <a:pt x="1294" y="12206"/>
                  </a:lnTo>
                  <a:cubicBezTo>
                    <a:pt x="1181" y="12206"/>
                    <a:pt x="1091" y="12296"/>
                    <a:pt x="1091" y="12409"/>
                  </a:cubicBezTo>
                  <a:lnTo>
                    <a:pt x="1091" y="13720"/>
                  </a:lnTo>
                  <a:cubicBezTo>
                    <a:pt x="1091" y="13832"/>
                    <a:pt x="1181" y="13922"/>
                    <a:pt x="1294" y="13922"/>
                  </a:cubicBezTo>
                  <a:lnTo>
                    <a:pt x="3474" y="13922"/>
                  </a:lnTo>
                  <a:cubicBezTo>
                    <a:pt x="3586" y="13922"/>
                    <a:pt x="3677" y="13832"/>
                    <a:pt x="3677" y="13720"/>
                  </a:cubicBezTo>
                  <a:lnTo>
                    <a:pt x="3677" y="13231"/>
                  </a:lnTo>
                  <a:lnTo>
                    <a:pt x="3941" y="13803"/>
                  </a:lnTo>
                  <a:cubicBezTo>
                    <a:pt x="3981" y="13888"/>
                    <a:pt x="4051" y="13923"/>
                    <a:pt x="4121" y="13923"/>
                  </a:cubicBezTo>
                  <a:cubicBezTo>
                    <a:pt x="4254" y="13923"/>
                    <a:pt x="4387" y="13794"/>
                    <a:pt x="4311" y="13633"/>
                  </a:cubicBezTo>
                  <a:lnTo>
                    <a:pt x="3108" y="11021"/>
                  </a:lnTo>
                  <a:cubicBezTo>
                    <a:pt x="3072" y="10945"/>
                    <a:pt x="3079" y="10862"/>
                    <a:pt x="3123" y="10793"/>
                  </a:cubicBezTo>
                  <a:lnTo>
                    <a:pt x="3423" y="10341"/>
                  </a:lnTo>
                  <a:cubicBezTo>
                    <a:pt x="3474" y="10268"/>
                    <a:pt x="3470" y="10174"/>
                    <a:pt x="3420" y="10105"/>
                  </a:cubicBezTo>
                  <a:lnTo>
                    <a:pt x="2992" y="9537"/>
                  </a:lnTo>
                  <a:cubicBezTo>
                    <a:pt x="2952" y="9482"/>
                    <a:pt x="2971" y="9410"/>
                    <a:pt x="3032" y="9381"/>
                  </a:cubicBezTo>
                  <a:lnTo>
                    <a:pt x="3775" y="9030"/>
                  </a:lnTo>
                  <a:lnTo>
                    <a:pt x="4216" y="10717"/>
                  </a:lnTo>
                  <a:cubicBezTo>
                    <a:pt x="4244" y="10823"/>
                    <a:pt x="4326" y="10869"/>
                    <a:pt x="4408" y="10869"/>
                  </a:cubicBezTo>
                  <a:cubicBezTo>
                    <a:pt x="4529" y="10869"/>
                    <a:pt x="4652" y="10769"/>
                    <a:pt x="4611" y="10612"/>
                  </a:cubicBezTo>
                  <a:lnTo>
                    <a:pt x="4597" y="10547"/>
                  </a:lnTo>
                  <a:lnTo>
                    <a:pt x="4597" y="10547"/>
                  </a:lnTo>
                  <a:cubicBezTo>
                    <a:pt x="4798" y="10616"/>
                    <a:pt x="5007" y="10650"/>
                    <a:pt x="5217" y="10650"/>
                  </a:cubicBezTo>
                  <a:cubicBezTo>
                    <a:pt x="5426" y="10650"/>
                    <a:pt x="5636" y="10616"/>
                    <a:pt x="5839" y="10547"/>
                  </a:cubicBezTo>
                  <a:lnTo>
                    <a:pt x="5839" y="10547"/>
                  </a:lnTo>
                  <a:lnTo>
                    <a:pt x="5216" y="12912"/>
                  </a:lnTo>
                  <a:lnTo>
                    <a:pt x="4839" y="11485"/>
                  </a:lnTo>
                  <a:cubicBezTo>
                    <a:pt x="4812" y="11378"/>
                    <a:pt x="4730" y="11331"/>
                    <a:pt x="4648" y="11331"/>
                  </a:cubicBezTo>
                  <a:cubicBezTo>
                    <a:pt x="4527" y="11331"/>
                    <a:pt x="4405" y="11431"/>
                    <a:pt x="4448" y="11586"/>
                  </a:cubicBezTo>
                  <a:lnTo>
                    <a:pt x="5020" y="13767"/>
                  </a:lnTo>
                  <a:cubicBezTo>
                    <a:pt x="5046" y="13868"/>
                    <a:pt x="5131" y="13919"/>
                    <a:pt x="5217" y="13919"/>
                  </a:cubicBezTo>
                  <a:cubicBezTo>
                    <a:pt x="5302" y="13919"/>
                    <a:pt x="5388" y="13868"/>
                    <a:pt x="5415" y="13767"/>
                  </a:cubicBezTo>
                  <a:lnTo>
                    <a:pt x="6661" y="9030"/>
                  </a:lnTo>
                  <a:lnTo>
                    <a:pt x="7404" y="9381"/>
                  </a:lnTo>
                  <a:cubicBezTo>
                    <a:pt x="7462" y="9410"/>
                    <a:pt x="7483" y="9486"/>
                    <a:pt x="7443" y="9537"/>
                  </a:cubicBezTo>
                  <a:lnTo>
                    <a:pt x="7016" y="10109"/>
                  </a:lnTo>
                  <a:cubicBezTo>
                    <a:pt x="6962" y="10178"/>
                    <a:pt x="6962" y="10272"/>
                    <a:pt x="7009" y="10344"/>
                  </a:cubicBezTo>
                  <a:lnTo>
                    <a:pt x="7309" y="10797"/>
                  </a:lnTo>
                  <a:cubicBezTo>
                    <a:pt x="7353" y="10862"/>
                    <a:pt x="7360" y="10949"/>
                    <a:pt x="7328" y="11021"/>
                  </a:cubicBezTo>
                  <a:lnTo>
                    <a:pt x="6121" y="13633"/>
                  </a:lnTo>
                  <a:cubicBezTo>
                    <a:pt x="6048" y="13794"/>
                    <a:pt x="6181" y="13923"/>
                    <a:pt x="6314" y="13923"/>
                  </a:cubicBezTo>
                  <a:cubicBezTo>
                    <a:pt x="6383" y="13923"/>
                    <a:pt x="6452" y="13888"/>
                    <a:pt x="6491" y="13803"/>
                  </a:cubicBezTo>
                  <a:lnTo>
                    <a:pt x="7697" y="11192"/>
                  </a:lnTo>
                  <a:cubicBezTo>
                    <a:pt x="7791" y="10989"/>
                    <a:pt x="7773" y="10753"/>
                    <a:pt x="7650" y="10569"/>
                  </a:cubicBezTo>
                  <a:lnTo>
                    <a:pt x="7429" y="10239"/>
                  </a:lnTo>
                  <a:lnTo>
                    <a:pt x="7632" y="9968"/>
                  </a:lnTo>
                  <a:lnTo>
                    <a:pt x="9290" y="10551"/>
                  </a:lnTo>
                  <a:cubicBezTo>
                    <a:pt x="9732" y="10706"/>
                    <a:pt x="10026" y="11127"/>
                    <a:pt x="10026" y="11594"/>
                  </a:cubicBezTo>
                  <a:lnTo>
                    <a:pt x="10026" y="13720"/>
                  </a:lnTo>
                  <a:cubicBezTo>
                    <a:pt x="10026" y="13855"/>
                    <a:pt x="10128" y="13923"/>
                    <a:pt x="10230" y="13923"/>
                  </a:cubicBezTo>
                  <a:cubicBezTo>
                    <a:pt x="10333" y="13923"/>
                    <a:pt x="10435" y="13855"/>
                    <a:pt x="10435" y="13720"/>
                  </a:cubicBezTo>
                  <a:lnTo>
                    <a:pt x="10435" y="11594"/>
                  </a:lnTo>
                  <a:cubicBezTo>
                    <a:pt x="10435" y="10953"/>
                    <a:pt x="10029" y="10380"/>
                    <a:pt x="9424" y="10167"/>
                  </a:cubicBezTo>
                  <a:lnTo>
                    <a:pt x="7853" y="9609"/>
                  </a:lnTo>
                  <a:cubicBezTo>
                    <a:pt x="7918" y="9370"/>
                    <a:pt x="7802" y="9116"/>
                    <a:pt x="7577" y="9011"/>
                  </a:cubicBezTo>
                  <a:lnTo>
                    <a:pt x="6730" y="8609"/>
                  </a:lnTo>
                  <a:lnTo>
                    <a:pt x="6730" y="8331"/>
                  </a:lnTo>
                  <a:cubicBezTo>
                    <a:pt x="7480" y="8200"/>
                    <a:pt x="8215" y="8012"/>
                    <a:pt x="8936" y="7766"/>
                  </a:cubicBezTo>
                  <a:cubicBezTo>
                    <a:pt x="9102" y="7708"/>
                    <a:pt x="9236" y="7588"/>
                    <a:pt x="9312" y="7429"/>
                  </a:cubicBezTo>
                  <a:cubicBezTo>
                    <a:pt x="9385" y="7269"/>
                    <a:pt x="9392" y="7092"/>
                    <a:pt x="9327" y="6929"/>
                  </a:cubicBezTo>
                  <a:cubicBezTo>
                    <a:pt x="9236" y="6697"/>
                    <a:pt x="9128" y="6288"/>
                    <a:pt x="9128" y="5650"/>
                  </a:cubicBezTo>
                  <a:lnTo>
                    <a:pt x="9128" y="3908"/>
                  </a:lnTo>
                  <a:cubicBezTo>
                    <a:pt x="9128"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2"/>
            <p:cNvSpPr/>
            <p:nvPr/>
          </p:nvSpPr>
          <p:spPr>
            <a:xfrm>
              <a:off x="7701574" y="4394627"/>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2"/>
            <p:cNvSpPr/>
            <p:nvPr/>
          </p:nvSpPr>
          <p:spPr>
            <a:xfrm>
              <a:off x="7770133" y="4394627"/>
              <a:ext cx="25667" cy="10749"/>
            </a:xfrm>
            <a:custGeom>
              <a:rect b="b" l="l" r="r" t="t"/>
              <a:pathLst>
                <a:path extrusionOk="0" h="410" w="979">
                  <a:moveTo>
                    <a:pt x="272" y="0"/>
                  </a:moveTo>
                  <a:cubicBezTo>
                    <a:pt x="1" y="0"/>
                    <a:pt x="1"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2"/>
            <p:cNvSpPr/>
            <p:nvPr/>
          </p:nvSpPr>
          <p:spPr>
            <a:xfrm>
              <a:off x="7815909" y="4594667"/>
              <a:ext cx="42735" cy="39221"/>
            </a:xfrm>
            <a:custGeom>
              <a:rect b="b" l="l" r="r" t="t"/>
              <a:pathLst>
                <a:path extrusionOk="0" h="1496" w="1630">
                  <a:moveTo>
                    <a:pt x="815" y="0"/>
                  </a:moveTo>
                  <a:cubicBezTo>
                    <a:pt x="714" y="0"/>
                    <a:pt x="612" y="68"/>
                    <a:pt x="612" y="204"/>
                  </a:cubicBezTo>
                  <a:lnTo>
                    <a:pt x="612" y="544"/>
                  </a:lnTo>
                  <a:lnTo>
                    <a:pt x="272" y="544"/>
                  </a:lnTo>
                  <a:cubicBezTo>
                    <a:pt x="0" y="544"/>
                    <a:pt x="0" y="950"/>
                    <a:pt x="272" y="950"/>
                  </a:cubicBezTo>
                  <a:lnTo>
                    <a:pt x="612" y="950"/>
                  </a:lnTo>
                  <a:lnTo>
                    <a:pt x="612" y="1294"/>
                  </a:lnTo>
                  <a:cubicBezTo>
                    <a:pt x="612" y="1428"/>
                    <a:pt x="714" y="1495"/>
                    <a:pt x="815" y="1495"/>
                  </a:cubicBezTo>
                  <a:cubicBezTo>
                    <a:pt x="917" y="1495"/>
                    <a:pt x="1018" y="1428"/>
                    <a:pt x="1018" y="1294"/>
                  </a:cubicBezTo>
                  <a:lnTo>
                    <a:pt x="1018" y="950"/>
                  </a:lnTo>
                  <a:lnTo>
                    <a:pt x="1362" y="950"/>
                  </a:lnTo>
                  <a:cubicBezTo>
                    <a:pt x="1630" y="950"/>
                    <a:pt x="1630" y="544"/>
                    <a:pt x="1362" y="544"/>
                  </a:cubicBezTo>
                  <a:lnTo>
                    <a:pt x="1018" y="544"/>
                  </a:lnTo>
                  <a:lnTo>
                    <a:pt x="1018" y="204"/>
                  </a:lnTo>
                  <a:cubicBezTo>
                    <a:pt x="1018" y="68"/>
                    <a:pt x="917" y="0"/>
                    <a:pt x="8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2"/>
            <p:cNvSpPr/>
            <p:nvPr/>
          </p:nvSpPr>
          <p:spPr>
            <a:xfrm>
              <a:off x="7709073" y="4411773"/>
              <a:ext cx="10775" cy="16412"/>
            </a:xfrm>
            <a:custGeom>
              <a:rect b="b" l="l" r="r" t="t"/>
              <a:pathLst>
                <a:path extrusionOk="0" h="626" w="411">
                  <a:moveTo>
                    <a:pt x="205" y="1"/>
                  </a:moveTo>
                  <a:cubicBezTo>
                    <a:pt x="103" y="1"/>
                    <a:pt x="1" y="69"/>
                    <a:pt x="1" y="205"/>
                  </a:cubicBezTo>
                  <a:lnTo>
                    <a:pt x="1" y="422"/>
                  </a:lnTo>
                  <a:cubicBezTo>
                    <a:pt x="1" y="558"/>
                    <a:pt x="103" y="626"/>
                    <a:pt x="205" y="626"/>
                  </a:cubicBezTo>
                  <a:cubicBezTo>
                    <a:pt x="308" y="626"/>
                    <a:pt x="410" y="558"/>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2"/>
            <p:cNvSpPr/>
            <p:nvPr/>
          </p:nvSpPr>
          <p:spPr>
            <a:xfrm>
              <a:off x="7777631" y="4411799"/>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2"/>
            <p:cNvSpPr/>
            <p:nvPr/>
          </p:nvSpPr>
          <p:spPr>
            <a:xfrm>
              <a:off x="7717620" y="4443234"/>
              <a:ext cx="62214" cy="33532"/>
            </a:xfrm>
            <a:custGeom>
              <a:rect b="b" l="l" r="r" t="t"/>
              <a:pathLst>
                <a:path extrusionOk="0" h="1279" w="2373">
                  <a:moveTo>
                    <a:pt x="1928" y="406"/>
                  </a:moveTo>
                  <a:cubicBezTo>
                    <a:pt x="1826" y="674"/>
                    <a:pt x="1533" y="870"/>
                    <a:pt x="1189" y="870"/>
                  </a:cubicBezTo>
                  <a:cubicBezTo>
                    <a:pt x="841" y="870"/>
                    <a:pt x="548" y="674"/>
                    <a:pt x="446" y="406"/>
                  </a:cubicBezTo>
                  <a:close/>
                  <a:moveTo>
                    <a:pt x="201" y="0"/>
                  </a:moveTo>
                  <a:cubicBezTo>
                    <a:pt x="91" y="0"/>
                    <a:pt x="1" y="93"/>
                    <a:pt x="4" y="203"/>
                  </a:cubicBezTo>
                  <a:cubicBezTo>
                    <a:pt x="4" y="797"/>
                    <a:pt x="533" y="1279"/>
                    <a:pt x="1189" y="1279"/>
                  </a:cubicBezTo>
                  <a:cubicBezTo>
                    <a:pt x="1841" y="1279"/>
                    <a:pt x="2373" y="797"/>
                    <a:pt x="2373" y="203"/>
                  </a:cubicBezTo>
                  <a:cubicBezTo>
                    <a:pt x="2373" y="91"/>
                    <a:pt x="2282" y="1"/>
                    <a:pt x="2170" y="1"/>
                  </a:cubicBezTo>
                  <a:lnTo>
                    <a:pt x="207" y="1"/>
                  </a:lnTo>
                  <a:cubicBezTo>
                    <a:pt x="205" y="0"/>
                    <a:pt x="203"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1" name="Google Shape;13461;p82"/>
          <p:cNvGrpSpPr/>
          <p:nvPr/>
        </p:nvGrpSpPr>
        <p:grpSpPr>
          <a:xfrm>
            <a:off x="8061934" y="2431198"/>
            <a:ext cx="273658" cy="365052"/>
            <a:chOff x="8061934" y="2431198"/>
            <a:chExt cx="273658" cy="365052"/>
          </a:xfrm>
        </p:grpSpPr>
        <p:sp>
          <p:nvSpPr>
            <p:cNvPr id="13462" name="Google Shape;13462;p82"/>
            <p:cNvSpPr/>
            <p:nvPr/>
          </p:nvSpPr>
          <p:spPr>
            <a:xfrm>
              <a:off x="8084533" y="2453693"/>
              <a:ext cx="97162" cy="257167"/>
            </a:xfrm>
            <a:custGeom>
              <a:rect b="b" l="l" r="r" t="t"/>
              <a:pathLst>
                <a:path extrusionOk="0" h="9809" w="3706">
                  <a:moveTo>
                    <a:pt x="2398" y="1"/>
                  </a:moveTo>
                  <a:cubicBezTo>
                    <a:pt x="873" y="874"/>
                    <a:pt x="0" y="2333"/>
                    <a:pt x="0" y="3977"/>
                  </a:cubicBezTo>
                  <a:cubicBezTo>
                    <a:pt x="0" y="6933"/>
                    <a:pt x="1525" y="9808"/>
                    <a:pt x="1525" y="9808"/>
                  </a:cubicBezTo>
                  <a:lnTo>
                    <a:pt x="3705" y="9808"/>
                  </a:lnTo>
                  <a:lnTo>
                    <a:pt x="370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2"/>
            <p:cNvSpPr/>
            <p:nvPr/>
          </p:nvSpPr>
          <p:spPr>
            <a:xfrm>
              <a:off x="8135894" y="2436599"/>
              <a:ext cx="182893" cy="268572"/>
            </a:xfrm>
            <a:custGeom>
              <a:rect b="b" l="l" r="r" t="t"/>
              <a:pathLst>
                <a:path extrusionOk="0" h="10244" w="6976">
                  <a:moveTo>
                    <a:pt x="1963" y="1"/>
                  </a:moveTo>
                  <a:cubicBezTo>
                    <a:pt x="873" y="1"/>
                    <a:pt x="0" y="682"/>
                    <a:pt x="0" y="1526"/>
                  </a:cubicBezTo>
                  <a:cubicBezTo>
                    <a:pt x="0" y="2007"/>
                    <a:pt x="392" y="2398"/>
                    <a:pt x="873" y="2398"/>
                  </a:cubicBezTo>
                  <a:lnTo>
                    <a:pt x="1746" y="2398"/>
                  </a:lnTo>
                  <a:lnTo>
                    <a:pt x="1746" y="10243"/>
                  </a:lnTo>
                  <a:lnTo>
                    <a:pt x="5234" y="10243"/>
                  </a:lnTo>
                  <a:cubicBezTo>
                    <a:pt x="5234" y="10243"/>
                    <a:pt x="6976" y="7411"/>
                    <a:pt x="6976" y="4575"/>
                  </a:cubicBezTo>
                  <a:cubicBezTo>
                    <a:pt x="6976" y="2047"/>
                    <a:pt x="4926" y="1"/>
                    <a:pt x="23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2"/>
            <p:cNvSpPr/>
            <p:nvPr/>
          </p:nvSpPr>
          <p:spPr>
            <a:xfrm>
              <a:off x="8107316" y="2579406"/>
              <a:ext cx="22914" cy="45697"/>
            </a:xfrm>
            <a:custGeom>
              <a:rect b="b" l="l" r="r" t="t"/>
              <a:pathLst>
                <a:path extrusionOk="0" h="1743" w="874">
                  <a:moveTo>
                    <a:pt x="439" y="1"/>
                  </a:moveTo>
                  <a:cubicBezTo>
                    <a:pt x="439" y="1"/>
                    <a:pt x="0" y="874"/>
                    <a:pt x="0" y="1308"/>
                  </a:cubicBezTo>
                  <a:cubicBezTo>
                    <a:pt x="0" y="1551"/>
                    <a:pt x="196" y="1743"/>
                    <a:pt x="439" y="1743"/>
                  </a:cubicBezTo>
                  <a:cubicBezTo>
                    <a:pt x="678" y="1743"/>
                    <a:pt x="873" y="1551"/>
                    <a:pt x="873" y="1308"/>
                  </a:cubicBezTo>
                  <a:cubicBezTo>
                    <a:pt x="873" y="874"/>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2"/>
            <p:cNvSpPr/>
            <p:nvPr/>
          </p:nvSpPr>
          <p:spPr>
            <a:xfrm>
              <a:off x="8267401" y="2579406"/>
              <a:ext cx="22809" cy="45697"/>
            </a:xfrm>
            <a:custGeom>
              <a:rect b="b" l="l" r="r" t="t"/>
              <a:pathLst>
                <a:path extrusionOk="0" h="1743" w="870">
                  <a:moveTo>
                    <a:pt x="435" y="1"/>
                  </a:moveTo>
                  <a:cubicBezTo>
                    <a:pt x="435" y="1"/>
                    <a:pt x="1" y="874"/>
                    <a:pt x="1" y="1308"/>
                  </a:cubicBezTo>
                  <a:cubicBezTo>
                    <a:pt x="1" y="1551"/>
                    <a:pt x="192" y="1743"/>
                    <a:pt x="435" y="1743"/>
                  </a:cubicBezTo>
                  <a:cubicBezTo>
                    <a:pt x="674" y="1743"/>
                    <a:pt x="870" y="1551"/>
                    <a:pt x="870" y="1308"/>
                  </a:cubicBezTo>
                  <a:cubicBezTo>
                    <a:pt x="870" y="874"/>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2"/>
            <p:cNvSpPr/>
            <p:nvPr/>
          </p:nvSpPr>
          <p:spPr>
            <a:xfrm>
              <a:off x="8067335" y="2642276"/>
              <a:ext cx="262962" cy="148627"/>
            </a:xfrm>
            <a:custGeom>
              <a:rect b="b" l="l" r="r" t="t"/>
              <a:pathLst>
                <a:path extrusionOk="0" h="5669" w="10030">
                  <a:moveTo>
                    <a:pt x="3706" y="1"/>
                  </a:moveTo>
                  <a:lnTo>
                    <a:pt x="3706" y="1127"/>
                  </a:lnTo>
                  <a:cubicBezTo>
                    <a:pt x="3706" y="1496"/>
                    <a:pt x="3474" y="1826"/>
                    <a:pt x="3126" y="1949"/>
                  </a:cubicBezTo>
                  <a:lnTo>
                    <a:pt x="873" y="2742"/>
                  </a:lnTo>
                  <a:cubicBezTo>
                    <a:pt x="352" y="2927"/>
                    <a:pt x="1" y="3423"/>
                    <a:pt x="1" y="3977"/>
                  </a:cubicBezTo>
                  <a:lnTo>
                    <a:pt x="1" y="5669"/>
                  </a:lnTo>
                  <a:lnTo>
                    <a:pt x="10025" y="5669"/>
                  </a:lnTo>
                  <a:lnTo>
                    <a:pt x="10025" y="3981"/>
                  </a:lnTo>
                  <a:cubicBezTo>
                    <a:pt x="10029" y="3423"/>
                    <a:pt x="9678" y="2927"/>
                    <a:pt x="9156" y="2746"/>
                  </a:cubicBezTo>
                  <a:lnTo>
                    <a:pt x="6904" y="1949"/>
                  </a:lnTo>
                  <a:cubicBezTo>
                    <a:pt x="6556" y="1826"/>
                    <a:pt x="6320" y="1496"/>
                    <a:pt x="6320" y="1127"/>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2"/>
            <p:cNvSpPr/>
            <p:nvPr/>
          </p:nvSpPr>
          <p:spPr>
            <a:xfrm>
              <a:off x="8164471" y="2642276"/>
              <a:ext cx="68690" cy="28603"/>
            </a:xfrm>
            <a:custGeom>
              <a:rect b="b" l="l" r="r" t="t"/>
              <a:pathLst>
                <a:path extrusionOk="0" h="1091" w="2620">
                  <a:moveTo>
                    <a:pt x="1" y="1"/>
                  </a:moveTo>
                  <a:lnTo>
                    <a:pt x="1" y="812"/>
                  </a:lnTo>
                  <a:cubicBezTo>
                    <a:pt x="413" y="993"/>
                    <a:pt x="859" y="1091"/>
                    <a:pt x="1308" y="1091"/>
                  </a:cubicBezTo>
                  <a:cubicBezTo>
                    <a:pt x="1761" y="1091"/>
                    <a:pt x="2206" y="993"/>
                    <a:pt x="2619" y="812"/>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2"/>
            <p:cNvSpPr/>
            <p:nvPr/>
          </p:nvSpPr>
          <p:spPr>
            <a:xfrm>
              <a:off x="8101601" y="2499469"/>
              <a:ext cx="194298" cy="154316"/>
            </a:xfrm>
            <a:custGeom>
              <a:rect b="b" l="l" r="r" t="t"/>
              <a:pathLst>
                <a:path extrusionOk="0" h="5886" w="7411">
                  <a:moveTo>
                    <a:pt x="5237" y="0"/>
                  </a:moveTo>
                  <a:cubicBezTo>
                    <a:pt x="5235" y="0"/>
                    <a:pt x="5233" y="0"/>
                    <a:pt x="5231" y="0"/>
                  </a:cubicBezTo>
                  <a:lnTo>
                    <a:pt x="2181" y="0"/>
                  </a:lnTo>
                  <a:cubicBezTo>
                    <a:pt x="1457" y="0"/>
                    <a:pt x="870" y="584"/>
                    <a:pt x="870" y="1308"/>
                  </a:cubicBezTo>
                  <a:lnTo>
                    <a:pt x="870" y="2177"/>
                  </a:lnTo>
                  <a:lnTo>
                    <a:pt x="544" y="2177"/>
                  </a:lnTo>
                  <a:cubicBezTo>
                    <a:pt x="244" y="2177"/>
                    <a:pt x="1" y="2423"/>
                    <a:pt x="1" y="2724"/>
                  </a:cubicBezTo>
                  <a:cubicBezTo>
                    <a:pt x="1" y="3025"/>
                    <a:pt x="244" y="3267"/>
                    <a:pt x="544" y="3267"/>
                  </a:cubicBezTo>
                  <a:lnTo>
                    <a:pt x="885" y="3267"/>
                  </a:lnTo>
                  <a:cubicBezTo>
                    <a:pt x="997" y="4745"/>
                    <a:pt x="2225" y="5886"/>
                    <a:pt x="3706" y="5886"/>
                  </a:cubicBezTo>
                  <a:cubicBezTo>
                    <a:pt x="5187" y="5886"/>
                    <a:pt x="6419" y="4745"/>
                    <a:pt x="6531" y="3267"/>
                  </a:cubicBezTo>
                  <a:lnTo>
                    <a:pt x="6868" y="3267"/>
                  </a:lnTo>
                  <a:cubicBezTo>
                    <a:pt x="7168" y="3267"/>
                    <a:pt x="7411" y="3025"/>
                    <a:pt x="7411" y="2724"/>
                  </a:cubicBezTo>
                  <a:cubicBezTo>
                    <a:pt x="7411" y="2423"/>
                    <a:pt x="7168" y="2177"/>
                    <a:pt x="6868" y="2177"/>
                  </a:cubicBezTo>
                  <a:lnTo>
                    <a:pt x="6542" y="2177"/>
                  </a:lnTo>
                  <a:lnTo>
                    <a:pt x="6542" y="1308"/>
                  </a:lnTo>
                  <a:cubicBezTo>
                    <a:pt x="6542" y="586"/>
                    <a:pt x="5959" y="0"/>
                    <a:pt x="523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2"/>
            <p:cNvSpPr/>
            <p:nvPr/>
          </p:nvSpPr>
          <p:spPr>
            <a:xfrm>
              <a:off x="8067335" y="2709497"/>
              <a:ext cx="262962" cy="81405"/>
            </a:xfrm>
            <a:custGeom>
              <a:rect b="b" l="l" r="r" t="t"/>
              <a:pathLst>
                <a:path extrusionOk="0" h="3105" w="10030">
                  <a:moveTo>
                    <a:pt x="1384" y="1"/>
                  </a:moveTo>
                  <a:lnTo>
                    <a:pt x="873" y="182"/>
                  </a:lnTo>
                  <a:cubicBezTo>
                    <a:pt x="352" y="363"/>
                    <a:pt x="1" y="859"/>
                    <a:pt x="1" y="1413"/>
                  </a:cubicBezTo>
                  <a:lnTo>
                    <a:pt x="1" y="3105"/>
                  </a:lnTo>
                  <a:lnTo>
                    <a:pt x="10025" y="3105"/>
                  </a:lnTo>
                  <a:lnTo>
                    <a:pt x="10025" y="1417"/>
                  </a:lnTo>
                  <a:cubicBezTo>
                    <a:pt x="10029" y="859"/>
                    <a:pt x="9678" y="366"/>
                    <a:pt x="9156" y="182"/>
                  </a:cubicBezTo>
                  <a:lnTo>
                    <a:pt x="8642" y="1"/>
                  </a:lnTo>
                  <a:cubicBezTo>
                    <a:pt x="7729" y="1198"/>
                    <a:pt x="6372" y="1796"/>
                    <a:pt x="5014" y="1796"/>
                  </a:cubicBezTo>
                  <a:cubicBezTo>
                    <a:pt x="3657" y="1796"/>
                    <a:pt x="2299" y="1198"/>
                    <a:pt x="1384"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2"/>
            <p:cNvSpPr/>
            <p:nvPr/>
          </p:nvSpPr>
          <p:spPr>
            <a:xfrm>
              <a:off x="8100867" y="2499469"/>
              <a:ext cx="143672" cy="154342"/>
            </a:xfrm>
            <a:custGeom>
              <a:rect b="b" l="l" r="r" t="t"/>
              <a:pathLst>
                <a:path extrusionOk="0" h="5887" w="5480">
                  <a:moveTo>
                    <a:pt x="2209" y="0"/>
                  </a:moveTo>
                  <a:cubicBezTo>
                    <a:pt x="1489" y="0"/>
                    <a:pt x="902" y="584"/>
                    <a:pt x="902" y="1308"/>
                  </a:cubicBezTo>
                  <a:lnTo>
                    <a:pt x="902" y="2177"/>
                  </a:lnTo>
                  <a:lnTo>
                    <a:pt x="605" y="2177"/>
                  </a:lnTo>
                  <a:cubicBezTo>
                    <a:pt x="322" y="2177"/>
                    <a:pt x="62" y="2384"/>
                    <a:pt x="33" y="2666"/>
                  </a:cubicBezTo>
                  <a:cubicBezTo>
                    <a:pt x="0" y="2986"/>
                    <a:pt x="250" y="3267"/>
                    <a:pt x="570" y="3267"/>
                  </a:cubicBezTo>
                  <a:cubicBezTo>
                    <a:pt x="572" y="3267"/>
                    <a:pt x="574" y="3267"/>
                    <a:pt x="576" y="3267"/>
                  </a:cubicBezTo>
                  <a:lnTo>
                    <a:pt x="913" y="3267"/>
                  </a:lnTo>
                  <a:cubicBezTo>
                    <a:pt x="1018" y="4764"/>
                    <a:pt x="2268" y="5886"/>
                    <a:pt x="3718" y="5886"/>
                  </a:cubicBezTo>
                  <a:cubicBezTo>
                    <a:pt x="3868" y="5886"/>
                    <a:pt x="4019" y="5874"/>
                    <a:pt x="4172" y="5850"/>
                  </a:cubicBezTo>
                  <a:cubicBezTo>
                    <a:pt x="2792" y="5636"/>
                    <a:pt x="1775" y="4448"/>
                    <a:pt x="1775" y="3054"/>
                  </a:cubicBezTo>
                  <a:lnTo>
                    <a:pt x="1775" y="1525"/>
                  </a:lnTo>
                  <a:cubicBezTo>
                    <a:pt x="1775" y="1044"/>
                    <a:pt x="2162" y="652"/>
                    <a:pt x="2644" y="652"/>
                  </a:cubicBezTo>
                  <a:lnTo>
                    <a:pt x="5045" y="652"/>
                  </a:lnTo>
                  <a:cubicBezTo>
                    <a:pt x="5047" y="652"/>
                    <a:pt x="5049" y="652"/>
                    <a:pt x="5052" y="652"/>
                  </a:cubicBezTo>
                  <a:cubicBezTo>
                    <a:pt x="5288" y="652"/>
                    <a:pt x="5480" y="458"/>
                    <a:pt x="5480" y="218"/>
                  </a:cubicBezTo>
                  <a:lnTo>
                    <a:pt x="548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2"/>
            <p:cNvSpPr/>
            <p:nvPr/>
          </p:nvSpPr>
          <p:spPr>
            <a:xfrm>
              <a:off x="8086788" y="2709497"/>
              <a:ext cx="223924" cy="64207"/>
            </a:xfrm>
            <a:custGeom>
              <a:rect b="b" l="l" r="r" t="t"/>
              <a:pathLst>
                <a:path extrusionOk="0" h="2449" w="8541">
                  <a:moveTo>
                    <a:pt x="642" y="1"/>
                  </a:moveTo>
                  <a:lnTo>
                    <a:pt x="131" y="182"/>
                  </a:lnTo>
                  <a:cubicBezTo>
                    <a:pt x="88" y="196"/>
                    <a:pt x="44" y="218"/>
                    <a:pt x="1" y="240"/>
                  </a:cubicBezTo>
                  <a:cubicBezTo>
                    <a:pt x="982" y="1623"/>
                    <a:pt x="2572" y="2449"/>
                    <a:pt x="4271" y="2449"/>
                  </a:cubicBezTo>
                  <a:cubicBezTo>
                    <a:pt x="5970" y="2449"/>
                    <a:pt x="7563" y="1623"/>
                    <a:pt x="8541" y="240"/>
                  </a:cubicBezTo>
                  <a:cubicBezTo>
                    <a:pt x="8501" y="218"/>
                    <a:pt x="8458" y="196"/>
                    <a:pt x="8411" y="182"/>
                  </a:cubicBezTo>
                  <a:lnTo>
                    <a:pt x="7904" y="1"/>
                  </a:lnTo>
                  <a:cubicBezTo>
                    <a:pt x="6989" y="1198"/>
                    <a:pt x="5631" y="1796"/>
                    <a:pt x="4273" y="1796"/>
                  </a:cubicBezTo>
                  <a:cubicBezTo>
                    <a:pt x="2915" y="1796"/>
                    <a:pt x="1557" y="1198"/>
                    <a:pt x="64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2"/>
            <p:cNvSpPr/>
            <p:nvPr/>
          </p:nvSpPr>
          <p:spPr>
            <a:xfrm>
              <a:off x="8159148" y="2557488"/>
              <a:ext cx="10749" cy="16412"/>
            </a:xfrm>
            <a:custGeom>
              <a:rect b="b" l="l" r="r" t="t"/>
              <a:pathLst>
                <a:path extrusionOk="0" h="626" w="410">
                  <a:moveTo>
                    <a:pt x="210" y="0"/>
                  </a:moveTo>
                  <a:cubicBezTo>
                    <a:pt x="208" y="0"/>
                    <a:pt x="206" y="0"/>
                    <a:pt x="204"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2"/>
            <p:cNvSpPr/>
            <p:nvPr/>
          </p:nvSpPr>
          <p:spPr>
            <a:xfrm>
              <a:off x="8227707" y="2557488"/>
              <a:ext cx="10749" cy="16412"/>
            </a:xfrm>
            <a:custGeom>
              <a:rect b="b" l="l" r="r" t="t"/>
              <a:pathLst>
                <a:path extrusionOk="0" h="626" w="410">
                  <a:moveTo>
                    <a:pt x="210" y="0"/>
                  </a:moveTo>
                  <a:cubicBezTo>
                    <a:pt x="208" y="0"/>
                    <a:pt x="206" y="0"/>
                    <a:pt x="203"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2"/>
            <p:cNvSpPr/>
            <p:nvPr/>
          </p:nvSpPr>
          <p:spPr>
            <a:xfrm>
              <a:off x="8061934" y="2431198"/>
              <a:ext cx="273658" cy="365052"/>
            </a:xfrm>
            <a:custGeom>
              <a:rect b="b" l="l" r="r" t="t"/>
              <a:pathLst>
                <a:path extrusionOk="0" h="13924" w="10438">
                  <a:moveTo>
                    <a:pt x="2170" y="6273"/>
                  </a:moveTo>
                  <a:cubicBezTo>
                    <a:pt x="2285" y="6491"/>
                    <a:pt x="2401" y="6766"/>
                    <a:pt x="2401" y="6961"/>
                  </a:cubicBezTo>
                  <a:cubicBezTo>
                    <a:pt x="2401" y="7088"/>
                    <a:pt x="2300" y="7193"/>
                    <a:pt x="2170" y="7193"/>
                  </a:cubicBezTo>
                  <a:cubicBezTo>
                    <a:pt x="2043" y="7193"/>
                    <a:pt x="1938" y="7088"/>
                    <a:pt x="1938" y="6961"/>
                  </a:cubicBezTo>
                  <a:cubicBezTo>
                    <a:pt x="1938" y="6766"/>
                    <a:pt x="2057" y="6491"/>
                    <a:pt x="2170" y="6273"/>
                  </a:cubicBezTo>
                  <a:close/>
                  <a:moveTo>
                    <a:pt x="8272" y="6273"/>
                  </a:moveTo>
                  <a:cubicBezTo>
                    <a:pt x="8384" y="6491"/>
                    <a:pt x="8504" y="6766"/>
                    <a:pt x="8504" y="6961"/>
                  </a:cubicBezTo>
                  <a:cubicBezTo>
                    <a:pt x="8504" y="7088"/>
                    <a:pt x="8399" y="7193"/>
                    <a:pt x="8272" y="7193"/>
                  </a:cubicBezTo>
                  <a:cubicBezTo>
                    <a:pt x="8142" y="7193"/>
                    <a:pt x="8040" y="7088"/>
                    <a:pt x="8040" y="6961"/>
                  </a:cubicBezTo>
                  <a:cubicBezTo>
                    <a:pt x="8040" y="6766"/>
                    <a:pt x="8156" y="6491"/>
                    <a:pt x="8272" y="6273"/>
                  </a:cubicBezTo>
                  <a:close/>
                  <a:moveTo>
                    <a:pt x="5223" y="410"/>
                  </a:moveTo>
                  <a:cubicBezTo>
                    <a:pt x="7635" y="413"/>
                    <a:pt x="9590" y="2369"/>
                    <a:pt x="9594" y="4785"/>
                  </a:cubicBezTo>
                  <a:cubicBezTo>
                    <a:pt x="9594" y="7313"/>
                    <a:pt x="8149" y="9699"/>
                    <a:pt x="7917" y="10069"/>
                  </a:cubicBezTo>
                  <a:lnTo>
                    <a:pt x="7178" y="9804"/>
                  </a:lnTo>
                  <a:cubicBezTo>
                    <a:pt x="6914" y="9710"/>
                    <a:pt x="6733" y="9460"/>
                    <a:pt x="6733" y="9178"/>
                  </a:cubicBezTo>
                  <a:lnTo>
                    <a:pt x="6733" y="8287"/>
                  </a:lnTo>
                  <a:cubicBezTo>
                    <a:pt x="7142" y="8052"/>
                    <a:pt x="7490" y="7726"/>
                    <a:pt x="7754" y="7331"/>
                  </a:cubicBezTo>
                  <a:cubicBezTo>
                    <a:pt x="7886" y="7518"/>
                    <a:pt x="8078" y="7601"/>
                    <a:pt x="8268" y="7601"/>
                  </a:cubicBezTo>
                  <a:cubicBezTo>
                    <a:pt x="8594" y="7601"/>
                    <a:pt x="8913" y="7355"/>
                    <a:pt x="8913" y="6961"/>
                  </a:cubicBezTo>
                  <a:cubicBezTo>
                    <a:pt x="8913" y="6657"/>
                    <a:pt x="8747" y="6291"/>
                    <a:pt x="8613" y="6041"/>
                  </a:cubicBezTo>
                  <a:cubicBezTo>
                    <a:pt x="8964" y="5929"/>
                    <a:pt x="9178" y="5574"/>
                    <a:pt x="9123" y="5212"/>
                  </a:cubicBezTo>
                  <a:cubicBezTo>
                    <a:pt x="9065" y="4846"/>
                    <a:pt x="8750" y="4578"/>
                    <a:pt x="8384" y="4578"/>
                  </a:cubicBezTo>
                  <a:lnTo>
                    <a:pt x="8272" y="4578"/>
                  </a:lnTo>
                  <a:cubicBezTo>
                    <a:pt x="8265" y="4578"/>
                    <a:pt x="8261" y="4571"/>
                    <a:pt x="8261" y="4564"/>
                  </a:cubicBezTo>
                  <a:lnTo>
                    <a:pt x="8261" y="3912"/>
                  </a:lnTo>
                  <a:cubicBezTo>
                    <a:pt x="8258" y="3075"/>
                    <a:pt x="7580" y="2398"/>
                    <a:pt x="6744" y="2398"/>
                  </a:cubicBezTo>
                  <a:lnTo>
                    <a:pt x="6526" y="2398"/>
                  </a:lnTo>
                  <a:cubicBezTo>
                    <a:pt x="6255" y="2398"/>
                    <a:pt x="6255" y="2807"/>
                    <a:pt x="6526" y="2807"/>
                  </a:cubicBezTo>
                  <a:lnTo>
                    <a:pt x="6744" y="2807"/>
                  </a:lnTo>
                  <a:cubicBezTo>
                    <a:pt x="7352" y="2807"/>
                    <a:pt x="7848" y="3300"/>
                    <a:pt x="7848" y="3912"/>
                  </a:cubicBezTo>
                  <a:lnTo>
                    <a:pt x="7848" y="4564"/>
                  </a:lnTo>
                  <a:cubicBezTo>
                    <a:pt x="7848" y="4796"/>
                    <a:pt x="8037" y="4984"/>
                    <a:pt x="8268" y="4988"/>
                  </a:cubicBezTo>
                  <a:lnTo>
                    <a:pt x="8377" y="4988"/>
                  </a:lnTo>
                  <a:cubicBezTo>
                    <a:pt x="8379" y="4988"/>
                    <a:pt x="8381" y="4988"/>
                    <a:pt x="8384" y="4988"/>
                  </a:cubicBezTo>
                  <a:cubicBezTo>
                    <a:pt x="8569" y="4988"/>
                    <a:pt x="8718" y="5142"/>
                    <a:pt x="8718" y="5328"/>
                  </a:cubicBezTo>
                  <a:cubicBezTo>
                    <a:pt x="8718" y="5516"/>
                    <a:pt x="8565" y="5668"/>
                    <a:pt x="8377" y="5668"/>
                  </a:cubicBezTo>
                  <a:lnTo>
                    <a:pt x="8254" y="5668"/>
                  </a:lnTo>
                  <a:lnTo>
                    <a:pt x="8254" y="5654"/>
                  </a:lnTo>
                  <a:cubicBezTo>
                    <a:pt x="8254" y="5518"/>
                    <a:pt x="8153" y="5450"/>
                    <a:pt x="8051" y="5450"/>
                  </a:cubicBezTo>
                  <a:cubicBezTo>
                    <a:pt x="7950" y="5450"/>
                    <a:pt x="7848" y="5518"/>
                    <a:pt x="7848" y="5654"/>
                  </a:cubicBezTo>
                  <a:cubicBezTo>
                    <a:pt x="7848" y="7106"/>
                    <a:pt x="6671" y="8283"/>
                    <a:pt x="5219" y="8283"/>
                  </a:cubicBezTo>
                  <a:cubicBezTo>
                    <a:pt x="3767" y="8283"/>
                    <a:pt x="2590" y="7106"/>
                    <a:pt x="2590" y="5654"/>
                  </a:cubicBezTo>
                  <a:cubicBezTo>
                    <a:pt x="2590" y="5518"/>
                    <a:pt x="2487" y="5450"/>
                    <a:pt x="2385" y="5450"/>
                  </a:cubicBezTo>
                  <a:cubicBezTo>
                    <a:pt x="2283" y="5450"/>
                    <a:pt x="2180" y="5518"/>
                    <a:pt x="2180" y="5654"/>
                  </a:cubicBezTo>
                  <a:lnTo>
                    <a:pt x="2180" y="5668"/>
                  </a:lnTo>
                  <a:lnTo>
                    <a:pt x="2057" y="5668"/>
                  </a:lnTo>
                  <a:cubicBezTo>
                    <a:pt x="1869" y="5668"/>
                    <a:pt x="1717" y="5516"/>
                    <a:pt x="1717" y="5328"/>
                  </a:cubicBezTo>
                  <a:cubicBezTo>
                    <a:pt x="1717" y="5140"/>
                    <a:pt x="1869" y="4988"/>
                    <a:pt x="2057" y="4988"/>
                  </a:cubicBezTo>
                  <a:lnTo>
                    <a:pt x="2166" y="4988"/>
                  </a:lnTo>
                  <a:cubicBezTo>
                    <a:pt x="2401" y="4984"/>
                    <a:pt x="2590" y="4796"/>
                    <a:pt x="2590" y="4564"/>
                  </a:cubicBezTo>
                  <a:lnTo>
                    <a:pt x="2590" y="3912"/>
                  </a:lnTo>
                  <a:cubicBezTo>
                    <a:pt x="2590" y="3300"/>
                    <a:pt x="3086" y="2807"/>
                    <a:pt x="3694" y="2807"/>
                  </a:cubicBezTo>
                  <a:lnTo>
                    <a:pt x="5657" y="2807"/>
                  </a:lnTo>
                  <a:cubicBezTo>
                    <a:pt x="5929" y="2807"/>
                    <a:pt x="5929" y="2398"/>
                    <a:pt x="5657" y="2398"/>
                  </a:cubicBezTo>
                  <a:lnTo>
                    <a:pt x="3694" y="2398"/>
                  </a:lnTo>
                  <a:cubicBezTo>
                    <a:pt x="3328" y="2398"/>
                    <a:pt x="3028" y="2101"/>
                    <a:pt x="3028" y="1732"/>
                  </a:cubicBezTo>
                  <a:cubicBezTo>
                    <a:pt x="3028" y="1004"/>
                    <a:pt x="3817" y="410"/>
                    <a:pt x="4784" y="410"/>
                  </a:cubicBezTo>
                  <a:close/>
                  <a:moveTo>
                    <a:pt x="2626" y="1601"/>
                  </a:moveTo>
                  <a:lnTo>
                    <a:pt x="2626" y="1601"/>
                  </a:lnTo>
                  <a:cubicBezTo>
                    <a:pt x="2622" y="1645"/>
                    <a:pt x="2619" y="1688"/>
                    <a:pt x="2619" y="1732"/>
                  </a:cubicBezTo>
                  <a:cubicBezTo>
                    <a:pt x="2619" y="2054"/>
                    <a:pt x="2763" y="2358"/>
                    <a:pt x="3013" y="2561"/>
                  </a:cubicBezTo>
                  <a:cubicBezTo>
                    <a:pt x="2503" y="2818"/>
                    <a:pt x="2184" y="3340"/>
                    <a:pt x="2184" y="3912"/>
                  </a:cubicBezTo>
                  <a:lnTo>
                    <a:pt x="2184" y="4564"/>
                  </a:lnTo>
                  <a:cubicBezTo>
                    <a:pt x="2184" y="4571"/>
                    <a:pt x="2177" y="4578"/>
                    <a:pt x="2170" y="4578"/>
                  </a:cubicBezTo>
                  <a:lnTo>
                    <a:pt x="2061" y="4578"/>
                  </a:lnTo>
                  <a:cubicBezTo>
                    <a:pt x="1691" y="4578"/>
                    <a:pt x="1376" y="4846"/>
                    <a:pt x="1318" y="5212"/>
                  </a:cubicBezTo>
                  <a:cubicBezTo>
                    <a:pt x="1264" y="5574"/>
                    <a:pt x="1478" y="5926"/>
                    <a:pt x="1829" y="6041"/>
                  </a:cubicBezTo>
                  <a:cubicBezTo>
                    <a:pt x="1695" y="6291"/>
                    <a:pt x="1528" y="6657"/>
                    <a:pt x="1528" y="6961"/>
                  </a:cubicBezTo>
                  <a:cubicBezTo>
                    <a:pt x="1528" y="7355"/>
                    <a:pt x="1848" y="7601"/>
                    <a:pt x="2174" y="7601"/>
                  </a:cubicBezTo>
                  <a:cubicBezTo>
                    <a:pt x="2363" y="7601"/>
                    <a:pt x="2555" y="7518"/>
                    <a:pt x="2687" y="7331"/>
                  </a:cubicBezTo>
                  <a:cubicBezTo>
                    <a:pt x="2952" y="7726"/>
                    <a:pt x="3299" y="8052"/>
                    <a:pt x="3709" y="8287"/>
                  </a:cubicBezTo>
                  <a:lnTo>
                    <a:pt x="3709" y="9178"/>
                  </a:lnTo>
                  <a:lnTo>
                    <a:pt x="3712" y="9178"/>
                  </a:lnTo>
                  <a:cubicBezTo>
                    <a:pt x="3709" y="9460"/>
                    <a:pt x="3531" y="9714"/>
                    <a:pt x="3267" y="9808"/>
                  </a:cubicBezTo>
                  <a:lnTo>
                    <a:pt x="2474" y="10087"/>
                  </a:lnTo>
                  <a:cubicBezTo>
                    <a:pt x="2162" y="9504"/>
                    <a:pt x="1069" y="7298"/>
                    <a:pt x="1069" y="4835"/>
                  </a:cubicBezTo>
                  <a:cubicBezTo>
                    <a:pt x="1069" y="4075"/>
                    <a:pt x="1250" y="3376"/>
                    <a:pt x="1605" y="2764"/>
                  </a:cubicBezTo>
                  <a:cubicBezTo>
                    <a:pt x="1865" y="2315"/>
                    <a:pt x="2209" y="1920"/>
                    <a:pt x="2626" y="1601"/>
                  </a:cubicBezTo>
                  <a:close/>
                  <a:moveTo>
                    <a:pt x="4784" y="0"/>
                  </a:moveTo>
                  <a:cubicBezTo>
                    <a:pt x="4212" y="0"/>
                    <a:pt x="3676" y="174"/>
                    <a:pt x="3271" y="493"/>
                  </a:cubicBezTo>
                  <a:cubicBezTo>
                    <a:pt x="3100" y="623"/>
                    <a:pt x="2952" y="783"/>
                    <a:pt x="2840" y="964"/>
                  </a:cubicBezTo>
                  <a:cubicBezTo>
                    <a:pt x="2180" y="1351"/>
                    <a:pt x="1634" y="1902"/>
                    <a:pt x="1250" y="2561"/>
                  </a:cubicBezTo>
                  <a:cubicBezTo>
                    <a:pt x="855" y="3242"/>
                    <a:pt x="659" y="4006"/>
                    <a:pt x="659" y="4835"/>
                  </a:cubicBezTo>
                  <a:cubicBezTo>
                    <a:pt x="659" y="6393"/>
                    <a:pt x="1079" y="7834"/>
                    <a:pt x="1431" y="8769"/>
                  </a:cubicBezTo>
                  <a:cubicBezTo>
                    <a:pt x="1619" y="9268"/>
                    <a:pt x="1833" y="9754"/>
                    <a:pt x="2083" y="10225"/>
                  </a:cubicBezTo>
                  <a:lnTo>
                    <a:pt x="1011" y="10601"/>
                  </a:lnTo>
                  <a:cubicBezTo>
                    <a:pt x="406" y="10815"/>
                    <a:pt x="0" y="11387"/>
                    <a:pt x="0" y="12028"/>
                  </a:cubicBezTo>
                  <a:lnTo>
                    <a:pt x="0" y="13720"/>
                  </a:lnTo>
                  <a:cubicBezTo>
                    <a:pt x="0" y="13855"/>
                    <a:pt x="102" y="13923"/>
                    <a:pt x="205" y="13923"/>
                  </a:cubicBezTo>
                  <a:cubicBezTo>
                    <a:pt x="307" y="13923"/>
                    <a:pt x="409" y="13855"/>
                    <a:pt x="409" y="13720"/>
                  </a:cubicBezTo>
                  <a:lnTo>
                    <a:pt x="409" y="12032"/>
                  </a:lnTo>
                  <a:cubicBezTo>
                    <a:pt x="409" y="11561"/>
                    <a:pt x="703" y="11144"/>
                    <a:pt x="1145" y="10989"/>
                  </a:cubicBezTo>
                  <a:lnTo>
                    <a:pt x="1478" y="10873"/>
                  </a:lnTo>
                  <a:cubicBezTo>
                    <a:pt x="2260" y="11952"/>
                    <a:pt x="3680" y="12615"/>
                    <a:pt x="5219" y="12615"/>
                  </a:cubicBezTo>
                  <a:cubicBezTo>
                    <a:pt x="5228" y="12615"/>
                    <a:pt x="5237" y="12615"/>
                    <a:pt x="5246" y="12615"/>
                  </a:cubicBezTo>
                  <a:cubicBezTo>
                    <a:pt x="5921" y="12615"/>
                    <a:pt x="6589" y="12481"/>
                    <a:pt x="7215" y="12220"/>
                  </a:cubicBezTo>
                  <a:cubicBezTo>
                    <a:pt x="7434" y="12128"/>
                    <a:pt x="7338" y="11825"/>
                    <a:pt x="7141" y="11825"/>
                  </a:cubicBezTo>
                  <a:cubicBezTo>
                    <a:pt x="7114" y="11825"/>
                    <a:pt x="7085" y="11831"/>
                    <a:pt x="7055" y="11843"/>
                  </a:cubicBezTo>
                  <a:cubicBezTo>
                    <a:pt x="6480" y="12083"/>
                    <a:pt x="5867" y="12206"/>
                    <a:pt x="5246" y="12206"/>
                  </a:cubicBezTo>
                  <a:cubicBezTo>
                    <a:pt x="5237" y="12206"/>
                    <a:pt x="5228" y="12206"/>
                    <a:pt x="5219" y="12206"/>
                  </a:cubicBezTo>
                  <a:cubicBezTo>
                    <a:pt x="3854" y="12206"/>
                    <a:pt x="2601" y="11644"/>
                    <a:pt x="1880" y="10728"/>
                  </a:cubicBezTo>
                  <a:lnTo>
                    <a:pt x="3397" y="10192"/>
                  </a:lnTo>
                  <a:cubicBezTo>
                    <a:pt x="3828" y="10043"/>
                    <a:pt x="4118" y="9634"/>
                    <a:pt x="4118" y="9178"/>
                  </a:cubicBezTo>
                  <a:lnTo>
                    <a:pt x="4118" y="8483"/>
                  </a:lnTo>
                  <a:cubicBezTo>
                    <a:pt x="4473" y="8622"/>
                    <a:pt x="4848" y="8692"/>
                    <a:pt x="5223" y="8692"/>
                  </a:cubicBezTo>
                  <a:cubicBezTo>
                    <a:pt x="5597" y="8692"/>
                    <a:pt x="5972" y="8622"/>
                    <a:pt x="6327" y="8483"/>
                  </a:cubicBezTo>
                  <a:lnTo>
                    <a:pt x="6327" y="9178"/>
                  </a:lnTo>
                  <a:cubicBezTo>
                    <a:pt x="6327" y="9634"/>
                    <a:pt x="6613" y="10040"/>
                    <a:pt x="7044" y="10192"/>
                  </a:cubicBezTo>
                  <a:lnTo>
                    <a:pt x="8558" y="10728"/>
                  </a:lnTo>
                  <a:cubicBezTo>
                    <a:pt x="8341" y="11003"/>
                    <a:pt x="8080" y="11242"/>
                    <a:pt x="7790" y="11441"/>
                  </a:cubicBezTo>
                  <a:cubicBezTo>
                    <a:pt x="7609" y="11569"/>
                    <a:pt x="7733" y="11817"/>
                    <a:pt x="7906" y="11817"/>
                  </a:cubicBezTo>
                  <a:cubicBezTo>
                    <a:pt x="7943" y="11817"/>
                    <a:pt x="7983" y="11805"/>
                    <a:pt x="8022" y="11778"/>
                  </a:cubicBezTo>
                  <a:cubicBezTo>
                    <a:pt x="8384" y="11532"/>
                    <a:pt x="8703" y="11224"/>
                    <a:pt x="8960" y="10873"/>
                  </a:cubicBezTo>
                  <a:lnTo>
                    <a:pt x="9293" y="10989"/>
                  </a:lnTo>
                  <a:cubicBezTo>
                    <a:pt x="9735" y="11144"/>
                    <a:pt x="10032" y="11561"/>
                    <a:pt x="10032" y="12032"/>
                  </a:cubicBezTo>
                  <a:lnTo>
                    <a:pt x="10032" y="13720"/>
                  </a:lnTo>
                  <a:cubicBezTo>
                    <a:pt x="10032" y="13855"/>
                    <a:pt x="10134" y="13923"/>
                    <a:pt x="10235" y="13923"/>
                  </a:cubicBezTo>
                  <a:cubicBezTo>
                    <a:pt x="10336" y="13923"/>
                    <a:pt x="10438" y="13855"/>
                    <a:pt x="10438" y="13720"/>
                  </a:cubicBezTo>
                  <a:lnTo>
                    <a:pt x="10438" y="12032"/>
                  </a:lnTo>
                  <a:cubicBezTo>
                    <a:pt x="10438" y="11387"/>
                    <a:pt x="10032" y="10815"/>
                    <a:pt x="9427" y="10601"/>
                  </a:cubicBezTo>
                  <a:lnTo>
                    <a:pt x="8308" y="10206"/>
                  </a:lnTo>
                  <a:cubicBezTo>
                    <a:pt x="8613" y="9707"/>
                    <a:pt x="8881" y="9189"/>
                    <a:pt x="9112" y="8649"/>
                  </a:cubicBezTo>
                  <a:cubicBezTo>
                    <a:pt x="9848" y="6951"/>
                    <a:pt x="10000" y="5610"/>
                    <a:pt x="10000" y="4781"/>
                  </a:cubicBezTo>
                  <a:cubicBezTo>
                    <a:pt x="9996" y="2145"/>
                    <a:pt x="7859" y="4"/>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2"/>
            <p:cNvSpPr/>
            <p:nvPr/>
          </p:nvSpPr>
          <p:spPr>
            <a:xfrm>
              <a:off x="8173988" y="2602556"/>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5" y="353"/>
                  </a:cubicBezTo>
                  <a:cubicBezTo>
                    <a:pt x="1893"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2"/>
            <p:cNvSpPr/>
            <p:nvPr/>
          </p:nvSpPr>
          <p:spPr>
            <a:xfrm>
              <a:off x="8150890" y="2536855"/>
              <a:ext cx="22547" cy="14105"/>
            </a:xfrm>
            <a:custGeom>
              <a:rect b="b" l="l" r="r" t="t"/>
              <a:pathLst>
                <a:path extrusionOk="0" h="538" w="860">
                  <a:moveTo>
                    <a:pt x="565" y="1"/>
                  </a:moveTo>
                  <a:cubicBezTo>
                    <a:pt x="536" y="1"/>
                    <a:pt x="504" y="8"/>
                    <a:pt x="471" y="23"/>
                  </a:cubicBezTo>
                  <a:lnTo>
                    <a:pt x="214" y="146"/>
                  </a:lnTo>
                  <a:cubicBezTo>
                    <a:pt x="1" y="247"/>
                    <a:pt x="103" y="538"/>
                    <a:pt x="295" y="538"/>
                  </a:cubicBezTo>
                  <a:cubicBezTo>
                    <a:pt x="324" y="538"/>
                    <a:pt x="355" y="531"/>
                    <a:pt x="388" y="516"/>
                  </a:cubicBezTo>
                  <a:lnTo>
                    <a:pt x="649" y="393"/>
                  </a:lnTo>
                  <a:cubicBezTo>
                    <a:pt x="859" y="292"/>
                    <a:pt x="757" y="1"/>
                    <a:pt x="5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2"/>
            <p:cNvSpPr/>
            <p:nvPr/>
          </p:nvSpPr>
          <p:spPr>
            <a:xfrm>
              <a:off x="8224115" y="2536855"/>
              <a:ext cx="22599" cy="14105"/>
            </a:xfrm>
            <a:custGeom>
              <a:rect b="b" l="l" r="r" t="t"/>
              <a:pathLst>
                <a:path extrusionOk="0" h="538" w="862">
                  <a:moveTo>
                    <a:pt x="294" y="1"/>
                  </a:moveTo>
                  <a:cubicBezTo>
                    <a:pt x="102" y="1"/>
                    <a:pt x="0" y="292"/>
                    <a:pt x="214" y="393"/>
                  </a:cubicBezTo>
                  <a:lnTo>
                    <a:pt x="474" y="516"/>
                  </a:lnTo>
                  <a:cubicBezTo>
                    <a:pt x="507" y="531"/>
                    <a:pt x="538" y="538"/>
                    <a:pt x="567" y="538"/>
                  </a:cubicBezTo>
                  <a:cubicBezTo>
                    <a:pt x="757" y="538"/>
                    <a:pt x="862" y="247"/>
                    <a:pt x="648" y="146"/>
                  </a:cubicBezTo>
                  <a:lnTo>
                    <a:pt x="388" y="23"/>
                  </a:lnTo>
                  <a:cubicBezTo>
                    <a:pt x="355" y="8"/>
                    <a:pt x="323"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8" name="Google Shape;13478;p82"/>
          <p:cNvGrpSpPr/>
          <p:nvPr/>
        </p:nvGrpSpPr>
        <p:grpSpPr>
          <a:xfrm>
            <a:off x="7161861" y="3356519"/>
            <a:ext cx="273501" cy="365131"/>
            <a:chOff x="7161861" y="3356519"/>
            <a:chExt cx="273501" cy="365131"/>
          </a:xfrm>
        </p:grpSpPr>
        <p:sp>
          <p:nvSpPr>
            <p:cNvPr id="13479" name="Google Shape;13479;p82"/>
            <p:cNvSpPr/>
            <p:nvPr/>
          </p:nvSpPr>
          <p:spPr>
            <a:xfrm>
              <a:off x="7327189" y="3504726"/>
              <a:ext cx="68847" cy="125739"/>
            </a:xfrm>
            <a:custGeom>
              <a:rect b="b" l="l" r="r" t="t"/>
              <a:pathLst>
                <a:path extrusionOk="0" h="4796" w="2626">
                  <a:moveTo>
                    <a:pt x="0" y="1"/>
                  </a:moveTo>
                  <a:lnTo>
                    <a:pt x="0" y="4796"/>
                  </a:lnTo>
                  <a:lnTo>
                    <a:pt x="2626" y="4796"/>
                  </a:lnTo>
                  <a:cubicBezTo>
                    <a:pt x="2467" y="3626"/>
                    <a:pt x="1797" y="2746"/>
                    <a:pt x="1568" y="1692"/>
                  </a:cubicBezTo>
                  <a:cubicBezTo>
                    <a:pt x="1405" y="942"/>
                    <a:pt x="1525" y="1"/>
                    <a:pt x="1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2"/>
            <p:cNvSpPr/>
            <p:nvPr/>
          </p:nvSpPr>
          <p:spPr>
            <a:xfrm>
              <a:off x="7167183" y="3556191"/>
              <a:ext cx="262857" cy="160032"/>
            </a:xfrm>
            <a:custGeom>
              <a:rect b="b" l="l" r="r" t="t"/>
              <a:pathLst>
                <a:path extrusionOk="0" h="6104" w="10026">
                  <a:moveTo>
                    <a:pt x="3706" y="1"/>
                  </a:moveTo>
                  <a:lnTo>
                    <a:pt x="3706" y="1348"/>
                  </a:lnTo>
                  <a:cubicBezTo>
                    <a:pt x="3706" y="1714"/>
                    <a:pt x="3474" y="2043"/>
                    <a:pt x="3126" y="2170"/>
                  </a:cubicBezTo>
                  <a:lnTo>
                    <a:pt x="873" y="2963"/>
                  </a:lnTo>
                  <a:cubicBezTo>
                    <a:pt x="352" y="3148"/>
                    <a:pt x="1" y="3640"/>
                    <a:pt x="1" y="4194"/>
                  </a:cubicBezTo>
                  <a:lnTo>
                    <a:pt x="1" y="6103"/>
                  </a:lnTo>
                  <a:lnTo>
                    <a:pt x="10026" y="6103"/>
                  </a:lnTo>
                  <a:lnTo>
                    <a:pt x="10026" y="4194"/>
                  </a:lnTo>
                  <a:cubicBezTo>
                    <a:pt x="10026" y="3640"/>
                    <a:pt x="9678" y="3148"/>
                    <a:pt x="9153" y="2963"/>
                  </a:cubicBezTo>
                  <a:lnTo>
                    <a:pt x="6904" y="2170"/>
                  </a:lnTo>
                  <a:cubicBezTo>
                    <a:pt x="6556" y="2047"/>
                    <a:pt x="6321" y="1717"/>
                    <a:pt x="6321" y="1348"/>
                  </a:cubicBezTo>
                  <a:lnTo>
                    <a:pt x="632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2"/>
            <p:cNvSpPr/>
            <p:nvPr/>
          </p:nvSpPr>
          <p:spPr>
            <a:xfrm>
              <a:off x="7230053" y="3612978"/>
              <a:ext cx="199987" cy="103245"/>
            </a:xfrm>
            <a:custGeom>
              <a:rect b="b" l="l" r="r" t="t"/>
              <a:pathLst>
                <a:path extrusionOk="0" h="3938" w="7628">
                  <a:moveTo>
                    <a:pt x="4498" y="0"/>
                  </a:moveTo>
                  <a:cubicBezTo>
                    <a:pt x="4201" y="583"/>
                    <a:pt x="2999" y="2590"/>
                    <a:pt x="0" y="3937"/>
                  </a:cubicBezTo>
                  <a:lnTo>
                    <a:pt x="7628" y="3937"/>
                  </a:lnTo>
                  <a:lnTo>
                    <a:pt x="7628" y="2028"/>
                  </a:lnTo>
                  <a:cubicBezTo>
                    <a:pt x="7628" y="1474"/>
                    <a:pt x="7280" y="982"/>
                    <a:pt x="6755" y="797"/>
                  </a:cubicBezTo>
                  <a:lnTo>
                    <a:pt x="4506"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2"/>
            <p:cNvSpPr/>
            <p:nvPr/>
          </p:nvSpPr>
          <p:spPr>
            <a:xfrm>
              <a:off x="7167183" y="3612978"/>
              <a:ext cx="199987" cy="103245"/>
            </a:xfrm>
            <a:custGeom>
              <a:rect b="b" l="l" r="r" t="t"/>
              <a:pathLst>
                <a:path extrusionOk="0" h="3938" w="7628">
                  <a:moveTo>
                    <a:pt x="3123" y="0"/>
                  </a:moveTo>
                  <a:lnTo>
                    <a:pt x="873" y="797"/>
                  </a:lnTo>
                  <a:cubicBezTo>
                    <a:pt x="352" y="982"/>
                    <a:pt x="1" y="1474"/>
                    <a:pt x="1" y="2028"/>
                  </a:cubicBezTo>
                  <a:lnTo>
                    <a:pt x="1" y="3937"/>
                  </a:lnTo>
                  <a:lnTo>
                    <a:pt x="7628" y="3937"/>
                  </a:lnTo>
                  <a:cubicBezTo>
                    <a:pt x="4629" y="2590"/>
                    <a:pt x="3430" y="583"/>
                    <a:pt x="313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2"/>
            <p:cNvSpPr/>
            <p:nvPr/>
          </p:nvSpPr>
          <p:spPr>
            <a:xfrm>
              <a:off x="7264319" y="3556086"/>
              <a:ext cx="68585" cy="34345"/>
            </a:xfrm>
            <a:custGeom>
              <a:rect b="b" l="l" r="r" t="t"/>
              <a:pathLst>
                <a:path extrusionOk="0" h="1310" w="2616">
                  <a:moveTo>
                    <a:pt x="1" y="1"/>
                  </a:moveTo>
                  <a:lnTo>
                    <a:pt x="1" y="1040"/>
                  </a:lnTo>
                  <a:cubicBezTo>
                    <a:pt x="417" y="1220"/>
                    <a:pt x="862" y="1309"/>
                    <a:pt x="1307" y="1309"/>
                  </a:cubicBezTo>
                  <a:cubicBezTo>
                    <a:pt x="1752" y="1309"/>
                    <a:pt x="2197" y="1220"/>
                    <a:pt x="2616" y="1040"/>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2"/>
            <p:cNvSpPr/>
            <p:nvPr/>
          </p:nvSpPr>
          <p:spPr>
            <a:xfrm>
              <a:off x="72014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5" y="1743"/>
                    <a:pt x="1742" y="1352"/>
                    <a:pt x="1742" y="874"/>
                  </a:cubicBezTo>
                  <a:cubicBezTo>
                    <a:pt x="1742" y="392"/>
                    <a:pt x="1355"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2"/>
            <p:cNvSpPr/>
            <p:nvPr/>
          </p:nvSpPr>
          <p:spPr>
            <a:xfrm>
              <a:off x="7218543"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2"/>
            <p:cNvSpPr/>
            <p:nvPr/>
          </p:nvSpPr>
          <p:spPr>
            <a:xfrm>
              <a:off x="73500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1" y="1743"/>
                    <a:pt x="1742" y="1352"/>
                    <a:pt x="1742" y="874"/>
                  </a:cubicBezTo>
                  <a:cubicBezTo>
                    <a:pt x="1742" y="392"/>
                    <a:pt x="1351"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2"/>
            <p:cNvSpPr/>
            <p:nvPr/>
          </p:nvSpPr>
          <p:spPr>
            <a:xfrm>
              <a:off x="7367144"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2"/>
            <p:cNvSpPr/>
            <p:nvPr/>
          </p:nvSpPr>
          <p:spPr>
            <a:xfrm>
              <a:off x="7207270" y="3361920"/>
              <a:ext cx="182893" cy="134286"/>
            </a:xfrm>
            <a:custGeom>
              <a:rect b="b" l="l" r="r" t="t"/>
              <a:pathLst>
                <a:path extrusionOk="0" h="5122" w="6976">
                  <a:moveTo>
                    <a:pt x="3491" y="0"/>
                  </a:moveTo>
                  <a:cubicBezTo>
                    <a:pt x="3489" y="0"/>
                    <a:pt x="3486" y="0"/>
                    <a:pt x="3484" y="0"/>
                  </a:cubicBezTo>
                  <a:cubicBezTo>
                    <a:pt x="1561" y="0"/>
                    <a:pt x="0" y="1561"/>
                    <a:pt x="0" y="3485"/>
                  </a:cubicBezTo>
                  <a:lnTo>
                    <a:pt x="0" y="5122"/>
                  </a:lnTo>
                  <a:lnTo>
                    <a:pt x="6975" y="5122"/>
                  </a:lnTo>
                  <a:lnTo>
                    <a:pt x="6975" y="3485"/>
                  </a:lnTo>
                  <a:cubicBezTo>
                    <a:pt x="6975" y="1560"/>
                    <a:pt x="5414" y="0"/>
                    <a:pt x="34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2"/>
            <p:cNvSpPr/>
            <p:nvPr/>
          </p:nvSpPr>
          <p:spPr>
            <a:xfrm>
              <a:off x="7201554" y="3430190"/>
              <a:ext cx="194219" cy="143226"/>
            </a:xfrm>
            <a:custGeom>
              <a:rect b="b" l="l" r="r" t="t"/>
              <a:pathLst>
                <a:path extrusionOk="0" h="5463" w="7408">
                  <a:moveTo>
                    <a:pt x="3703" y="0"/>
                  </a:moveTo>
                  <a:cubicBezTo>
                    <a:pt x="3634" y="0"/>
                    <a:pt x="3564" y="33"/>
                    <a:pt x="3521" y="98"/>
                  </a:cubicBezTo>
                  <a:cubicBezTo>
                    <a:pt x="2710" y="1348"/>
                    <a:pt x="1638" y="1775"/>
                    <a:pt x="1142" y="1913"/>
                  </a:cubicBezTo>
                  <a:cubicBezTo>
                    <a:pt x="1051" y="1938"/>
                    <a:pt x="761" y="1974"/>
                    <a:pt x="761" y="1974"/>
                  </a:cubicBezTo>
                  <a:lnTo>
                    <a:pt x="544" y="1974"/>
                  </a:lnTo>
                  <a:cubicBezTo>
                    <a:pt x="243" y="1974"/>
                    <a:pt x="1" y="2217"/>
                    <a:pt x="1" y="2518"/>
                  </a:cubicBezTo>
                  <a:cubicBezTo>
                    <a:pt x="1" y="2818"/>
                    <a:pt x="243" y="3064"/>
                    <a:pt x="544" y="3064"/>
                  </a:cubicBezTo>
                  <a:lnTo>
                    <a:pt x="906" y="3064"/>
                  </a:lnTo>
                  <a:cubicBezTo>
                    <a:pt x="1120" y="4441"/>
                    <a:pt x="2308" y="5462"/>
                    <a:pt x="3702" y="5462"/>
                  </a:cubicBezTo>
                  <a:cubicBezTo>
                    <a:pt x="5100" y="5462"/>
                    <a:pt x="6288" y="4441"/>
                    <a:pt x="6498" y="3064"/>
                  </a:cubicBezTo>
                  <a:lnTo>
                    <a:pt x="6860" y="3064"/>
                  </a:lnTo>
                  <a:cubicBezTo>
                    <a:pt x="7161" y="3064"/>
                    <a:pt x="7407" y="2818"/>
                    <a:pt x="7407" y="2518"/>
                  </a:cubicBezTo>
                  <a:cubicBezTo>
                    <a:pt x="7407" y="2217"/>
                    <a:pt x="7161" y="1974"/>
                    <a:pt x="6860" y="1974"/>
                  </a:cubicBezTo>
                  <a:lnTo>
                    <a:pt x="6647" y="1974"/>
                  </a:lnTo>
                  <a:cubicBezTo>
                    <a:pt x="6647" y="1974"/>
                    <a:pt x="6353" y="1938"/>
                    <a:pt x="6263" y="1913"/>
                  </a:cubicBezTo>
                  <a:cubicBezTo>
                    <a:pt x="5770" y="1779"/>
                    <a:pt x="4698" y="1348"/>
                    <a:pt x="3883" y="98"/>
                  </a:cubicBezTo>
                  <a:cubicBezTo>
                    <a:pt x="3842" y="33"/>
                    <a:pt x="3773" y="0"/>
                    <a:pt x="370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2"/>
            <p:cNvSpPr/>
            <p:nvPr/>
          </p:nvSpPr>
          <p:spPr>
            <a:xfrm>
              <a:off x="7200715" y="3430111"/>
              <a:ext cx="160871" cy="143226"/>
            </a:xfrm>
            <a:custGeom>
              <a:rect b="b" l="l" r="r" t="t"/>
              <a:pathLst>
                <a:path extrusionOk="0" h="5463" w="6136">
                  <a:moveTo>
                    <a:pt x="3736" y="1"/>
                  </a:moveTo>
                  <a:cubicBezTo>
                    <a:pt x="3666" y="1"/>
                    <a:pt x="3596" y="34"/>
                    <a:pt x="3553" y="101"/>
                  </a:cubicBezTo>
                  <a:cubicBezTo>
                    <a:pt x="2992" y="963"/>
                    <a:pt x="2307" y="1438"/>
                    <a:pt x="1775" y="1691"/>
                  </a:cubicBezTo>
                  <a:cubicBezTo>
                    <a:pt x="1583" y="1782"/>
                    <a:pt x="1380" y="1858"/>
                    <a:pt x="1174" y="1916"/>
                  </a:cubicBezTo>
                  <a:cubicBezTo>
                    <a:pt x="1083" y="1941"/>
                    <a:pt x="793" y="1977"/>
                    <a:pt x="793" y="1977"/>
                  </a:cubicBezTo>
                  <a:lnTo>
                    <a:pt x="605" y="1977"/>
                  </a:lnTo>
                  <a:cubicBezTo>
                    <a:pt x="322" y="1977"/>
                    <a:pt x="62" y="2180"/>
                    <a:pt x="33" y="2463"/>
                  </a:cubicBezTo>
                  <a:cubicBezTo>
                    <a:pt x="0" y="2786"/>
                    <a:pt x="250" y="3064"/>
                    <a:pt x="570" y="3064"/>
                  </a:cubicBezTo>
                  <a:cubicBezTo>
                    <a:pt x="572" y="3064"/>
                    <a:pt x="574" y="3064"/>
                    <a:pt x="576" y="3064"/>
                  </a:cubicBezTo>
                  <a:lnTo>
                    <a:pt x="938" y="3064"/>
                  </a:lnTo>
                  <a:cubicBezTo>
                    <a:pt x="1150" y="4463"/>
                    <a:pt x="2349" y="5463"/>
                    <a:pt x="3717" y="5463"/>
                  </a:cubicBezTo>
                  <a:cubicBezTo>
                    <a:pt x="3868" y="5463"/>
                    <a:pt x="4022" y="5450"/>
                    <a:pt x="4176" y="5425"/>
                  </a:cubicBezTo>
                  <a:cubicBezTo>
                    <a:pt x="2854" y="5222"/>
                    <a:pt x="1854" y="4121"/>
                    <a:pt x="1778" y="2789"/>
                  </a:cubicBezTo>
                  <a:cubicBezTo>
                    <a:pt x="1778" y="2760"/>
                    <a:pt x="1775" y="2731"/>
                    <a:pt x="1775" y="2705"/>
                  </a:cubicBezTo>
                  <a:cubicBezTo>
                    <a:pt x="1768" y="2528"/>
                    <a:pt x="1865" y="2365"/>
                    <a:pt x="2028" y="2292"/>
                  </a:cubicBezTo>
                  <a:cubicBezTo>
                    <a:pt x="2687" y="1977"/>
                    <a:pt x="3271" y="1521"/>
                    <a:pt x="3734" y="956"/>
                  </a:cubicBezTo>
                  <a:cubicBezTo>
                    <a:pt x="4201" y="1525"/>
                    <a:pt x="4792" y="1981"/>
                    <a:pt x="5454" y="2296"/>
                  </a:cubicBezTo>
                  <a:cubicBezTo>
                    <a:pt x="5549" y="2339"/>
                    <a:pt x="5638" y="2360"/>
                    <a:pt x="5720" y="2360"/>
                  </a:cubicBezTo>
                  <a:cubicBezTo>
                    <a:pt x="5964" y="2360"/>
                    <a:pt x="6135" y="2175"/>
                    <a:pt x="6135" y="1865"/>
                  </a:cubicBezTo>
                  <a:cubicBezTo>
                    <a:pt x="5592" y="1688"/>
                    <a:pt x="4650" y="1228"/>
                    <a:pt x="3919" y="101"/>
                  </a:cubicBezTo>
                  <a:cubicBezTo>
                    <a:pt x="3875" y="34"/>
                    <a:pt x="3806" y="1"/>
                    <a:pt x="373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2"/>
            <p:cNvSpPr/>
            <p:nvPr/>
          </p:nvSpPr>
          <p:spPr>
            <a:xfrm>
              <a:off x="7272866" y="3519067"/>
              <a:ext cx="51491" cy="22809"/>
            </a:xfrm>
            <a:custGeom>
              <a:rect b="b" l="l" r="r" t="t"/>
              <a:pathLst>
                <a:path extrusionOk="0" h="870" w="1964">
                  <a:moveTo>
                    <a:pt x="1" y="0"/>
                  </a:moveTo>
                  <a:cubicBezTo>
                    <a:pt x="1" y="482"/>
                    <a:pt x="442" y="870"/>
                    <a:pt x="982" y="870"/>
                  </a:cubicBezTo>
                  <a:cubicBezTo>
                    <a:pt x="1525" y="870"/>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2"/>
            <p:cNvSpPr/>
            <p:nvPr/>
          </p:nvSpPr>
          <p:spPr>
            <a:xfrm>
              <a:off x="7296042" y="3363545"/>
              <a:ext cx="94016" cy="101226"/>
            </a:xfrm>
            <a:custGeom>
              <a:rect b="b" l="l" r="r" t="t"/>
              <a:pathLst>
                <a:path extrusionOk="0" h="3861" w="3586">
                  <a:moveTo>
                    <a:pt x="732" y="0"/>
                  </a:moveTo>
                  <a:cubicBezTo>
                    <a:pt x="1" y="1853"/>
                    <a:pt x="1370" y="3861"/>
                    <a:pt x="3363" y="3861"/>
                  </a:cubicBezTo>
                  <a:cubicBezTo>
                    <a:pt x="3365" y="3861"/>
                    <a:pt x="3367" y="3861"/>
                    <a:pt x="3369" y="3861"/>
                  </a:cubicBezTo>
                  <a:cubicBezTo>
                    <a:pt x="3441" y="3861"/>
                    <a:pt x="3513" y="3857"/>
                    <a:pt x="3586" y="3850"/>
                  </a:cubicBezTo>
                  <a:lnTo>
                    <a:pt x="3586" y="3426"/>
                  </a:lnTo>
                  <a:cubicBezTo>
                    <a:pt x="3586" y="1742"/>
                    <a:pt x="2383" y="301"/>
                    <a:pt x="732"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2"/>
            <p:cNvSpPr/>
            <p:nvPr/>
          </p:nvSpPr>
          <p:spPr>
            <a:xfrm>
              <a:off x="7372938" y="3481550"/>
              <a:ext cx="2884" cy="2124"/>
            </a:xfrm>
            <a:custGeom>
              <a:rect b="b" l="l" r="r" t="t"/>
              <a:pathLst>
                <a:path extrusionOk="0" h="81" w="110">
                  <a:moveTo>
                    <a:pt x="1" y="1"/>
                  </a:moveTo>
                  <a:lnTo>
                    <a:pt x="1" y="81"/>
                  </a:lnTo>
                  <a:cubicBezTo>
                    <a:pt x="37" y="59"/>
                    <a:pt x="73" y="37"/>
                    <a:pt x="110" y="12"/>
                  </a:cubicBez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2"/>
            <p:cNvSpPr/>
            <p:nvPr/>
          </p:nvSpPr>
          <p:spPr>
            <a:xfrm>
              <a:off x="7258997" y="3482284"/>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6" y="558"/>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2"/>
            <p:cNvSpPr/>
            <p:nvPr/>
          </p:nvSpPr>
          <p:spPr>
            <a:xfrm>
              <a:off x="7327556" y="3482284"/>
              <a:ext cx="10749" cy="16386"/>
            </a:xfrm>
            <a:custGeom>
              <a:rect b="b" l="l" r="r" t="t"/>
              <a:pathLst>
                <a:path extrusionOk="0" h="625" w="410">
                  <a:moveTo>
                    <a:pt x="205" y="1"/>
                  </a:moveTo>
                  <a:cubicBezTo>
                    <a:pt x="103" y="1"/>
                    <a:pt x="1" y="69"/>
                    <a:pt x="1" y="205"/>
                  </a:cubicBezTo>
                  <a:lnTo>
                    <a:pt x="1" y="422"/>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2"/>
            <p:cNvSpPr/>
            <p:nvPr/>
          </p:nvSpPr>
          <p:spPr>
            <a:xfrm>
              <a:off x="7161861" y="3356519"/>
              <a:ext cx="273501" cy="365131"/>
            </a:xfrm>
            <a:custGeom>
              <a:rect b="b" l="l" r="r" t="t"/>
              <a:pathLst>
                <a:path extrusionOk="0" h="13927" w="10432">
                  <a:moveTo>
                    <a:pt x="5221" y="409"/>
                  </a:moveTo>
                  <a:cubicBezTo>
                    <a:pt x="5225" y="409"/>
                    <a:pt x="5230" y="409"/>
                    <a:pt x="5234" y="409"/>
                  </a:cubicBezTo>
                  <a:cubicBezTo>
                    <a:pt x="7045" y="420"/>
                    <a:pt x="8501" y="1916"/>
                    <a:pt x="8501" y="3730"/>
                  </a:cubicBezTo>
                  <a:lnTo>
                    <a:pt x="8501" y="4578"/>
                  </a:lnTo>
                  <a:lnTo>
                    <a:pt x="8233" y="4578"/>
                  </a:lnTo>
                  <a:cubicBezTo>
                    <a:pt x="8095" y="4578"/>
                    <a:pt x="7961" y="4560"/>
                    <a:pt x="7831" y="4527"/>
                  </a:cubicBezTo>
                  <a:cubicBezTo>
                    <a:pt x="7386" y="4400"/>
                    <a:pt x="6292" y="3977"/>
                    <a:pt x="5499" y="2680"/>
                  </a:cubicBezTo>
                  <a:cubicBezTo>
                    <a:pt x="5448" y="2597"/>
                    <a:pt x="5419" y="2499"/>
                    <a:pt x="5419" y="2401"/>
                  </a:cubicBezTo>
                  <a:lnTo>
                    <a:pt x="5419" y="1956"/>
                  </a:lnTo>
                  <a:cubicBezTo>
                    <a:pt x="5423" y="1843"/>
                    <a:pt x="5336" y="1749"/>
                    <a:pt x="5223" y="1746"/>
                  </a:cubicBezTo>
                  <a:cubicBezTo>
                    <a:pt x="5221" y="1746"/>
                    <a:pt x="5219" y="1746"/>
                    <a:pt x="5217" y="1746"/>
                  </a:cubicBezTo>
                  <a:cubicBezTo>
                    <a:pt x="5104" y="1746"/>
                    <a:pt x="5013" y="1835"/>
                    <a:pt x="5013" y="1949"/>
                  </a:cubicBezTo>
                  <a:lnTo>
                    <a:pt x="5013" y="2401"/>
                  </a:lnTo>
                  <a:cubicBezTo>
                    <a:pt x="5013" y="2499"/>
                    <a:pt x="4984" y="2597"/>
                    <a:pt x="4934" y="2684"/>
                  </a:cubicBezTo>
                  <a:cubicBezTo>
                    <a:pt x="4140" y="3980"/>
                    <a:pt x="3047" y="4404"/>
                    <a:pt x="2601" y="4527"/>
                  </a:cubicBezTo>
                  <a:cubicBezTo>
                    <a:pt x="2471" y="4563"/>
                    <a:pt x="2337" y="4582"/>
                    <a:pt x="2203" y="4582"/>
                  </a:cubicBezTo>
                  <a:lnTo>
                    <a:pt x="2058" y="4582"/>
                  </a:lnTo>
                  <a:cubicBezTo>
                    <a:pt x="2015" y="4582"/>
                    <a:pt x="1975" y="4582"/>
                    <a:pt x="1935" y="4589"/>
                  </a:cubicBezTo>
                  <a:lnTo>
                    <a:pt x="1935" y="3694"/>
                  </a:lnTo>
                  <a:cubicBezTo>
                    <a:pt x="1935" y="1877"/>
                    <a:pt x="3409" y="409"/>
                    <a:pt x="5221" y="409"/>
                  </a:cubicBezTo>
                  <a:close/>
                  <a:moveTo>
                    <a:pt x="8128" y="6298"/>
                  </a:moveTo>
                  <a:cubicBezTo>
                    <a:pt x="8464" y="6338"/>
                    <a:pt x="8717" y="6623"/>
                    <a:pt x="8718" y="6963"/>
                  </a:cubicBezTo>
                  <a:lnTo>
                    <a:pt x="8718" y="6963"/>
                  </a:lnTo>
                  <a:cubicBezTo>
                    <a:pt x="8717" y="7369"/>
                    <a:pt x="8387" y="7630"/>
                    <a:pt x="8046" y="7630"/>
                  </a:cubicBezTo>
                  <a:cubicBezTo>
                    <a:pt x="7865" y="7630"/>
                    <a:pt x="7681" y="7556"/>
                    <a:pt x="7541" y="7392"/>
                  </a:cubicBezTo>
                  <a:cubicBezTo>
                    <a:pt x="7809" y="7073"/>
                    <a:pt x="8012" y="6700"/>
                    <a:pt x="8128" y="6298"/>
                  </a:cubicBezTo>
                  <a:close/>
                  <a:moveTo>
                    <a:pt x="2304" y="6302"/>
                  </a:moveTo>
                  <a:cubicBezTo>
                    <a:pt x="2420" y="6700"/>
                    <a:pt x="2623" y="7073"/>
                    <a:pt x="2891" y="7396"/>
                  </a:cubicBezTo>
                  <a:cubicBezTo>
                    <a:pt x="2764" y="7544"/>
                    <a:pt x="2579" y="7631"/>
                    <a:pt x="2384" y="7631"/>
                  </a:cubicBezTo>
                  <a:cubicBezTo>
                    <a:pt x="2029" y="7631"/>
                    <a:pt x="1736" y="7356"/>
                    <a:pt x="1714" y="7004"/>
                  </a:cubicBezTo>
                  <a:cubicBezTo>
                    <a:pt x="1692" y="6650"/>
                    <a:pt x="1953" y="6342"/>
                    <a:pt x="2304" y="6302"/>
                  </a:cubicBezTo>
                  <a:close/>
                  <a:moveTo>
                    <a:pt x="5212" y="3002"/>
                  </a:moveTo>
                  <a:cubicBezTo>
                    <a:pt x="6078" y="4339"/>
                    <a:pt x="7237" y="4788"/>
                    <a:pt x="7722" y="4922"/>
                  </a:cubicBezTo>
                  <a:cubicBezTo>
                    <a:pt x="7885" y="4965"/>
                    <a:pt x="8056" y="4987"/>
                    <a:pt x="8229" y="4987"/>
                  </a:cubicBezTo>
                  <a:lnTo>
                    <a:pt x="8374" y="4987"/>
                  </a:lnTo>
                  <a:cubicBezTo>
                    <a:pt x="8577" y="4987"/>
                    <a:pt x="8733" y="5165"/>
                    <a:pt x="8715" y="5364"/>
                  </a:cubicBezTo>
                  <a:cubicBezTo>
                    <a:pt x="8697" y="5538"/>
                    <a:pt x="8534" y="5672"/>
                    <a:pt x="8342" y="5672"/>
                  </a:cubicBezTo>
                  <a:lnTo>
                    <a:pt x="8240" y="5672"/>
                  </a:lnTo>
                  <a:cubicBezTo>
                    <a:pt x="8252" y="5528"/>
                    <a:pt x="8142" y="5451"/>
                    <a:pt x="8034" y="5451"/>
                  </a:cubicBezTo>
                  <a:cubicBezTo>
                    <a:pt x="7938" y="5451"/>
                    <a:pt x="7843" y="5511"/>
                    <a:pt x="7835" y="5639"/>
                  </a:cubicBezTo>
                  <a:cubicBezTo>
                    <a:pt x="7755" y="6646"/>
                    <a:pt x="7107" y="7519"/>
                    <a:pt x="6169" y="7885"/>
                  </a:cubicBezTo>
                  <a:cubicBezTo>
                    <a:pt x="5858" y="8005"/>
                    <a:pt x="5534" y="8064"/>
                    <a:pt x="5212" y="8064"/>
                  </a:cubicBezTo>
                  <a:cubicBezTo>
                    <a:pt x="4558" y="8064"/>
                    <a:pt x="3915" y="7821"/>
                    <a:pt x="3420" y="7359"/>
                  </a:cubicBezTo>
                  <a:lnTo>
                    <a:pt x="3420" y="7359"/>
                  </a:lnTo>
                  <a:lnTo>
                    <a:pt x="3423" y="7363"/>
                  </a:lnTo>
                  <a:cubicBezTo>
                    <a:pt x="2942" y="6914"/>
                    <a:pt x="2645" y="6298"/>
                    <a:pt x="2594" y="5639"/>
                  </a:cubicBezTo>
                  <a:cubicBezTo>
                    <a:pt x="2584" y="5511"/>
                    <a:pt x="2489" y="5451"/>
                    <a:pt x="2393" y="5451"/>
                  </a:cubicBezTo>
                  <a:cubicBezTo>
                    <a:pt x="2285" y="5451"/>
                    <a:pt x="2175" y="5528"/>
                    <a:pt x="2185" y="5672"/>
                  </a:cubicBezTo>
                  <a:lnTo>
                    <a:pt x="2087" y="5672"/>
                  </a:lnTo>
                  <a:cubicBezTo>
                    <a:pt x="1895" y="5672"/>
                    <a:pt x="1732" y="5534"/>
                    <a:pt x="1714" y="5364"/>
                  </a:cubicBezTo>
                  <a:cubicBezTo>
                    <a:pt x="1692" y="5165"/>
                    <a:pt x="1852" y="4987"/>
                    <a:pt x="2054" y="4987"/>
                  </a:cubicBezTo>
                  <a:lnTo>
                    <a:pt x="2199" y="4987"/>
                  </a:lnTo>
                  <a:cubicBezTo>
                    <a:pt x="2369" y="4987"/>
                    <a:pt x="2543" y="4965"/>
                    <a:pt x="2706" y="4922"/>
                  </a:cubicBezTo>
                  <a:cubicBezTo>
                    <a:pt x="3188" y="4784"/>
                    <a:pt x="4351" y="4339"/>
                    <a:pt x="5212" y="3002"/>
                  </a:cubicBezTo>
                  <a:close/>
                  <a:moveTo>
                    <a:pt x="7255" y="7685"/>
                  </a:moveTo>
                  <a:cubicBezTo>
                    <a:pt x="7418" y="7863"/>
                    <a:pt x="7635" y="7982"/>
                    <a:pt x="7871" y="8022"/>
                  </a:cubicBezTo>
                  <a:cubicBezTo>
                    <a:pt x="7950" y="8475"/>
                    <a:pt x="8099" y="8750"/>
                    <a:pt x="8251" y="9040"/>
                  </a:cubicBezTo>
                  <a:cubicBezTo>
                    <a:pt x="8400" y="9319"/>
                    <a:pt x="8552" y="9612"/>
                    <a:pt x="8671" y="10119"/>
                  </a:cubicBezTo>
                  <a:lnTo>
                    <a:pt x="7172" y="9590"/>
                  </a:lnTo>
                  <a:cubicBezTo>
                    <a:pt x="6907" y="9496"/>
                    <a:pt x="6726" y="9243"/>
                    <a:pt x="6726" y="8960"/>
                  </a:cubicBezTo>
                  <a:lnTo>
                    <a:pt x="6726" y="8073"/>
                  </a:lnTo>
                  <a:cubicBezTo>
                    <a:pt x="6915" y="7961"/>
                    <a:pt x="7092" y="7834"/>
                    <a:pt x="7255" y="7685"/>
                  </a:cubicBezTo>
                  <a:close/>
                  <a:moveTo>
                    <a:pt x="6321" y="8268"/>
                  </a:moveTo>
                  <a:lnTo>
                    <a:pt x="6321" y="8960"/>
                  </a:lnTo>
                  <a:cubicBezTo>
                    <a:pt x="6321" y="9333"/>
                    <a:pt x="6509" y="9677"/>
                    <a:pt x="6824" y="9873"/>
                  </a:cubicBezTo>
                  <a:cubicBezTo>
                    <a:pt x="6632" y="10199"/>
                    <a:pt x="6125" y="10945"/>
                    <a:pt x="5126" y="11756"/>
                  </a:cubicBezTo>
                  <a:lnTo>
                    <a:pt x="5122" y="11756"/>
                  </a:lnTo>
                  <a:cubicBezTo>
                    <a:pt x="4883" y="11535"/>
                    <a:pt x="4655" y="11303"/>
                    <a:pt x="4437" y="11061"/>
                  </a:cubicBezTo>
                  <a:cubicBezTo>
                    <a:pt x="4115" y="10699"/>
                    <a:pt x="3836" y="10300"/>
                    <a:pt x="3601" y="9876"/>
                  </a:cubicBezTo>
                  <a:cubicBezTo>
                    <a:pt x="3920" y="9681"/>
                    <a:pt x="4111" y="9333"/>
                    <a:pt x="4111" y="8960"/>
                  </a:cubicBezTo>
                  <a:lnTo>
                    <a:pt x="4111" y="8268"/>
                  </a:lnTo>
                  <a:cubicBezTo>
                    <a:pt x="4466" y="8406"/>
                    <a:pt x="4841" y="8475"/>
                    <a:pt x="5216" y="8475"/>
                  </a:cubicBezTo>
                  <a:cubicBezTo>
                    <a:pt x="5591" y="8475"/>
                    <a:pt x="5966" y="8406"/>
                    <a:pt x="6321" y="8268"/>
                  </a:cubicBezTo>
                  <a:close/>
                  <a:moveTo>
                    <a:pt x="5216" y="0"/>
                  </a:moveTo>
                  <a:cubicBezTo>
                    <a:pt x="3177" y="0"/>
                    <a:pt x="1526" y="1655"/>
                    <a:pt x="1526" y="3691"/>
                  </a:cubicBezTo>
                  <a:lnTo>
                    <a:pt x="1526" y="4799"/>
                  </a:lnTo>
                  <a:cubicBezTo>
                    <a:pt x="1518" y="4806"/>
                    <a:pt x="1507" y="4817"/>
                    <a:pt x="1500" y="4824"/>
                  </a:cubicBezTo>
                  <a:cubicBezTo>
                    <a:pt x="1131" y="5230"/>
                    <a:pt x="1312" y="5878"/>
                    <a:pt x="1837" y="6037"/>
                  </a:cubicBezTo>
                  <a:cubicBezTo>
                    <a:pt x="1272" y="6371"/>
                    <a:pt x="1134" y="7131"/>
                    <a:pt x="1547" y="7638"/>
                  </a:cubicBezTo>
                  <a:cubicBezTo>
                    <a:pt x="1763" y="7902"/>
                    <a:pt x="2073" y="8036"/>
                    <a:pt x="2384" y="8036"/>
                  </a:cubicBezTo>
                  <a:cubicBezTo>
                    <a:pt x="2674" y="8036"/>
                    <a:pt x="2964" y="7920"/>
                    <a:pt x="3177" y="7685"/>
                  </a:cubicBezTo>
                  <a:cubicBezTo>
                    <a:pt x="3340" y="7834"/>
                    <a:pt x="3518" y="7964"/>
                    <a:pt x="3706" y="8073"/>
                  </a:cubicBezTo>
                  <a:lnTo>
                    <a:pt x="3706" y="8960"/>
                  </a:lnTo>
                  <a:cubicBezTo>
                    <a:pt x="3706" y="9243"/>
                    <a:pt x="3528" y="9496"/>
                    <a:pt x="3260" y="9590"/>
                  </a:cubicBezTo>
                  <a:lnTo>
                    <a:pt x="1011" y="10387"/>
                  </a:lnTo>
                  <a:cubicBezTo>
                    <a:pt x="406" y="10601"/>
                    <a:pt x="1" y="11169"/>
                    <a:pt x="1" y="11810"/>
                  </a:cubicBezTo>
                  <a:lnTo>
                    <a:pt x="1" y="13719"/>
                  </a:lnTo>
                  <a:cubicBezTo>
                    <a:pt x="1" y="13855"/>
                    <a:pt x="103" y="13923"/>
                    <a:pt x="205" y="13923"/>
                  </a:cubicBezTo>
                  <a:cubicBezTo>
                    <a:pt x="308" y="13923"/>
                    <a:pt x="410" y="13855"/>
                    <a:pt x="410" y="13719"/>
                  </a:cubicBezTo>
                  <a:lnTo>
                    <a:pt x="410" y="11810"/>
                  </a:lnTo>
                  <a:cubicBezTo>
                    <a:pt x="410" y="11343"/>
                    <a:pt x="703" y="10927"/>
                    <a:pt x="1145" y="10771"/>
                  </a:cubicBezTo>
                  <a:lnTo>
                    <a:pt x="1732" y="10561"/>
                  </a:lnTo>
                  <a:cubicBezTo>
                    <a:pt x="1844" y="11195"/>
                    <a:pt x="1964" y="11850"/>
                    <a:pt x="2094" y="12455"/>
                  </a:cubicBezTo>
                  <a:cubicBezTo>
                    <a:pt x="2120" y="12566"/>
                    <a:pt x="2205" y="12615"/>
                    <a:pt x="2291" y="12615"/>
                  </a:cubicBezTo>
                  <a:cubicBezTo>
                    <a:pt x="2409" y="12615"/>
                    <a:pt x="2528" y="12522"/>
                    <a:pt x="2493" y="12368"/>
                  </a:cubicBezTo>
                  <a:cubicBezTo>
                    <a:pt x="2359" y="11749"/>
                    <a:pt x="2235" y="11072"/>
                    <a:pt x="2123" y="10423"/>
                  </a:cubicBezTo>
                  <a:lnTo>
                    <a:pt x="2431" y="10315"/>
                  </a:lnTo>
                  <a:cubicBezTo>
                    <a:pt x="2819" y="11579"/>
                    <a:pt x="3304" y="12962"/>
                    <a:pt x="3963" y="13842"/>
                  </a:cubicBezTo>
                  <a:cubicBezTo>
                    <a:pt x="4008" y="13902"/>
                    <a:pt x="4065" y="13927"/>
                    <a:pt x="4120" y="13927"/>
                  </a:cubicBezTo>
                  <a:cubicBezTo>
                    <a:pt x="4268" y="13927"/>
                    <a:pt x="4407" y="13754"/>
                    <a:pt x="4289" y="13596"/>
                  </a:cubicBezTo>
                  <a:cubicBezTo>
                    <a:pt x="3594" y="12669"/>
                    <a:pt x="3065" y="10999"/>
                    <a:pt x="2815" y="10177"/>
                  </a:cubicBezTo>
                  <a:lnTo>
                    <a:pt x="3221" y="10036"/>
                  </a:lnTo>
                  <a:cubicBezTo>
                    <a:pt x="3470" y="10496"/>
                    <a:pt x="3771" y="10923"/>
                    <a:pt x="4115" y="11311"/>
                  </a:cubicBezTo>
                  <a:cubicBezTo>
                    <a:pt x="4760" y="12053"/>
                    <a:pt x="5911" y="13103"/>
                    <a:pt x="7748" y="13904"/>
                  </a:cubicBezTo>
                  <a:cubicBezTo>
                    <a:pt x="7780" y="13918"/>
                    <a:pt x="7810" y="13924"/>
                    <a:pt x="7838" y="13924"/>
                  </a:cubicBezTo>
                  <a:cubicBezTo>
                    <a:pt x="8032" y="13924"/>
                    <a:pt x="8129" y="13626"/>
                    <a:pt x="7911" y="13531"/>
                  </a:cubicBezTo>
                  <a:cubicBezTo>
                    <a:pt x="7020" y="13147"/>
                    <a:pt x="6187" y="12640"/>
                    <a:pt x="5433" y="12024"/>
                  </a:cubicBezTo>
                  <a:cubicBezTo>
                    <a:pt x="6491" y="11159"/>
                    <a:pt x="7012" y="10365"/>
                    <a:pt x="7201" y="10032"/>
                  </a:cubicBezTo>
                  <a:lnTo>
                    <a:pt x="7610" y="10177"/>
                  </a:lnTo>
                  <a:cubicBezTo>
                    <a:pt x="7411" y="10840"/>
                    <a:pt x="7165" y="11488"/>
                    <a:pt x="6875" y="12118"/>
                  </a:cubicBezTo>
                  <a:cubicBezTo>
                    <a:pt x="6799" y="12280"/>
                    <a:pt x="6932" y="12409"/>
                    <a:pt x="7065" y="12409"/>
                  </a:cubicBezTo>
                  <a:cubicBezTo>
                    <a:pt x="7135" y="12409"/>
                    <a:pt x="7204" y="12373"/>
                    <a:pt x="7244" y="12289"/>
                  </a:cubicBezTo>
                  <a:cubicBezTo>
                    <a:pt x="7541" y="11651"/>
                    <a:pt x="7791" y="10988"/>
                    <a:pt x="7998" y="10315"/>
                  </a:cubicBezTo>
                  <a:lnTo>
                    <a:pt x="9287" y="10771"/>
                  </a:lnTo>
                  <a:cubicBezTo>
                    <a:pt x="9729" y="10927"/>
                    <a:pt x="10022" y="11343"/>
                    <a:pt x="10022" y="11810"/>
                  </a:cubicBezTo>
                  <a:lnTo>
                    <a:pt x="10022" y="13719"/>
                  </a:lnTo>
                  <a:cubicBezTo>
                    <a:pt x="10022" y="13855"/>
                    <a:pt x="10124" y="13923"/>
                    <a:pt x="10227" y="13923"/>
                  </a:cubicBezTo>
                  <a:cubicBezTo>
                    <a:pt x="10329" y="13923"/>
                    <a:pt x="10431" y="13855"/>
                    <a:pt x="10431" y="13719"/>
                  </a:cubicBezTo>
                  <a:lnTo>
                    <a:pt x="10431" y="11810"/>
                  </a:lnTo>
                  <a:cubicBezTo>
                    <a:pt x="10431" y="11169"/>
                    <a:pt x="10029" y="10601"/>
                    <a:pt x="9425" y="10387"/>
                  </a:cubicBezTo>
                  <a:lnTo>
                    <a:pt x="9120" y="10278"/>
                  </a:lnTo>
                  <a:cubicBezTo>
                    <a:pt x="9033" y="9775"/>
                    <a:pt x="8863" y="9290"/>
                    <a:pt x="8610" y="8848"/>
                  </a:cubicBezTo>
                  <a:cubicBezTo>
                    <a:pt x="8476" y="8591"/>
                    <a:pt x="8356" y="8366"/>
                    <a:pt x="8287" y="8011"/>
                  </a:cubicBezTo>
                  <a:cubicBezTo>
                    <a:pt x="8715" y="7913"/>
                    <a:pt x="9044" y="7566"/>
                    <a:pt x="9113" y="7128"/>
                  </a:cubicBezTo>
                  <a:cubicBezTo>
                    <a:pt x="9182" y="6693"/>
                    <a:pt x="8975" y="6258"/>
                    <a:pt x="8595" y="6034"/>
                  </a:cubicBezTo>
                  <a:cubicBezTo>
                    <a:pt x="9120" y="5878"/>
                    <a:pt x="9301" y="5230"/>
                    <a:pt x="8932" y="4824"/>
                  </a:cubicBezTo>
                  <a:cubicBezTo>
                    <a:pt x="8925" y="4817"/>
                    <a:pt x="8917" y="4806"/>
                    <a:pt x="8907" y="4799"/>
                  </a:cubicBezTo>
                  <a:lnTo>
                    <a:pt x="8907" y="3691"/>
                  </a:lnTo>
                  <a:cubicBezTo>
                    <a:pt x="8907" y="1655"/>
                    <a:pt x="7255"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2"/>
            <p:cNvSpPr/>
            <p:nvPr/>
          </p:nvSpPr>
          <p:spPr>
            <a:xfrm>
              <a:off x="7221401" y="3699391"/>
              <a:ext cx="16255" cy="22180"/>
            </a:xfrm>
            <a:custGeom>
              <a:rect b="b" l="l" r="r" t="t"/>
              <a:pathLst>
                <a:path extrusionOk="0" h="846" w="620">
                  <a:moveTo>
                    <a:pt x="248" y="0"/>
                  </a:moveTo>
                  <a:cubicBezTo>
                    <a:pt x="125" y="0"/>
                    <a:pt x="0" y="104"/>
                    <a:pt x="44" y="261"/>
                  </a:cubicBezTo>
                  <a:cubicBezTo>
                    <a:pt x="91" y="424"/>
                    <a:pt x="135" y="572"/>
                    <a:pt x="182" y="706"/>
                  </a:cubicBezTo>
                  <a:cubicBezTo>
                    <a:pt x="215" y="804"/>
                    <a:pt x="291" y="846"/>
                    <a:pt x="368" y="846"/>
                  </a:cubicBezTo>
                  <a:cubicBezTo>
                    <a:pt x="493" y="846"/>
                    <a:pt x="619" y="735"/>
                    <a:pt x="566" y="576"/>
                  </a:cubicBezTo>
                  <a:cubicBezTo>
                    <a:pt x="526" y="449"/>
                    <a:pt x="482" y="308"/>
                    <a:pt x="439" y="149"/>
                  </a:cubicBezTo>
                  <a:cubicBezTo>
                    <a:pt x="409" y="45"/>
                    <a:pt x="329"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2"/>
            <p:cNvSpPr/>
            <p:nvPr/>
          </p:nvSpPr>
          <p:spPr>
            <a:xfrm>
              <a:off x="7267544" y="3513640"/>
              <a:ext cx="62135" cy="33663"/>
            </a:xfrm>
            <a:custGeom>
              <a:rect b="b" l="l" r="r" t="t"/>
              <a:pathLst>
                <a:path extrusionOk="0" h="1284" w="2370">
                  <a:moveTo>
                    <a:pt x="1928" y="410"/>
                  </a:moveTo>
                  <a:cubicBezTo>
                    <a:pt x="1826" y="678"/>
                    <a:pt x="1533" y="874"/>
                    <a:pt x="1185" y="874"/>
                  </a:cubicBezTo>
                  <a:cubicBezTo>
                    <a:pt x="841" y="874"/>
                    <a:pt x="548" y="678"/>
                    <a:pt x="446" y="410"/>
                  </a:cubicBezTo>
                  <a:close/>
                  <a:moveTo>
                    <a:pt x="204" y="1"/>
                  </a:moveTo>
                  <a:cubicBezTo>
                    <a:pt x="91" y="1"/>
                    <a:pt x="1" y="95"/>
                    <a:pt x="1" y="207"/>
                  </a:cubicBezTo>
                  <a:cubicBezTo>
                    <a:pt x="1" y="798"/>
                    <a:pt x="533" y="1283"/>
                    <a:pt x="1185" y="1283"/>
                  </a:cubicBezTo>
                  <a:cubicBezTo>
                    <a:pt x="1841" y="1283"/>
                    <a:pt x="2369" y="798"/>
                    <a:pt x="2369" y="207"/>
                  </a:cubicBezTo>
                  <a:cubicBezTo>
                    <a:pt x="2369" y="95"/>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9" name="Google Shape;13499;p82"/>
          <p:cNvGrpSpPr/>
          <p:nvPr/>
        </p:nvGrpSpPr>
        <p:grpSpPr>
          <a:xfrm>
            <a:off x="7156067" y="1983508"/>
            <a:ext cx="285089" cy="365131"/>
            <a:chOff x="7156067" y="1983508"/>
            <a:chExt cx="285089" cy="365131"/>
          </a:xfrm>
        </p:grpSpPr>
        <p:sp>
          <p:nvSpPr>
            <p:cNvPr id="13500" name="Google Shape;13500;p82"/>
            <p:cNvSpPr/>
            <p:nvPr/>
          </p:nvSpPr>
          <p:spPr>
            <a:xfrm>
              <a:off x="7161494" y="2228196"/>
              <a:ext cx="274235" cy="114911"/>
            </a:xfrm>
            <a:custGeom>
              <a:rect b="b" l="l" r="r" t="t"/>
              <a:pathLst>
                <a:path extrusionOk="0" h="4383" w="10460">
                  <a:moveTo>
                    <a:pt x="3046" y="0"/>
                  </a:moveTo>
                  <a:lnTo>
                    <a:pt x="938" y="620"/>
                  </a:lnTo>
                  <a:cubicBezTo>
                    <a:pt x="381" y="783"/>
                    <a:pt x="0" y="1293"/>
                    <a:pt x="0" y="1873"/>
                  </a:cubicBezTo>
                  <a:lnTo>
                    <a:pt x="0" y="4383"/>
                  </a:lnTo>
                  <a:lnTo>
                    <a:pt x="10460" y="4383"/>
                  </a:lnTo>
                  <a:lnTo>
                    <a:pt x="10460" y="1873"/>
                  </a:lnTo>
                  <a:cubicBezTo>
                    <a:pt x="10460" y="1293"/>
                    <a:pt x="10080" y="783"/>
                    <a:pt x="9522" y="620"/>
                  </a:cubicBezTo>
                  <a:lnTo>
                    <a:pt x="7414" y="0"/>
                  </a:lnTo>
                  <a:lnTo>
                    <a:pt x="5230" y="1985"/>
                  </a:lnTo>
                  <a:lnTo>
                    <a:pt x="3046"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2"/>
            <p:cNvSpPr/>
            <p:nvPr/>
          </p:nvSpPr>
          <p:spPr>
            <a:xfrm>
              <a:off x="7191880" y="2131611"/>
              <a:ext cx="213568" cy="211497"/>
            </a:xfrm>
            <a:custGeom>
              <a:rect b="b" l="l" r="r" t="t"/>
              <a:pathLst>
                <a:path extrusionOk="0" h="8067" w="8146">
                  <a:moveTo>
                    <a:pt x="4071" y="1"/>
                  </a:moveTo>
                  <a:lnTo>
                    <a:pt x="228" y="609"/>
                  </a:lnTo>
                  <a:cubicBezTo>
                    <a:pt x="84" y="631"/>
                    <a:pt x="0" y="794"/>
                    <a:pt x="69" y="925"/>
                  </a:cubicBezTo>
                  <a:lnTo>
                    <a:pt x="2546" y="5669"/>
                  </a:lnTo>
                  <a:lnTo>
                    <a:pt x="2228" y="6306"/>
                  </a:lnTo>
                  <a:cubicBezTo>
                    <a:pt x="2155" y="6451"/>
                    <a:pt x="2170" y="6625"/>
                    <a:pt x="2264" y="6755"/>
                  </a:cubicBezTo>
                  <a:lnTo>
                    <a:pt x="3202" y="8067"/>
                  </a:lnTo>
                  <a:lnTo>
                    <a:pt x="4944" y="8067"/>
                  </a:lnTo>
                  <a:lnTo>
                    <a:pt x="5882" y="6755"/>
                  </a:lnTo>
                  <a:cubicBezTo>
                    <a:pt x="5976" y="6625"/>
                    <a:pt x="5991" y="6451"/>
                    <a:pt x="5918" y="6306"/>
                  </a:cubicBezTo>
                  <a:lnTo>
                    <a:pt x="5599" y="5669"/>
                  </a:lnTo>
                  <a:lnTo>
                    <a:pt x="8077" y="925"/>
                  </a:lnTo>
                  <a:cubicBezTo>
                    <a:pt x="8146" y="794"/>
                    <a:pt x="8062" y="631"/>
                    <a:pt x="7914" y="609"/>
                  </a:cubicBezTo>
                  <a:lnTo>
                    <a:pt x="40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2"/>
            <p:cNvSpPr/>
            <p:nvPr/>
          </p:nvSpPr>
          <p:spPr>
            <a:xfrm>
              <a:off x="7193112" y="2131611"/>
              <a:ext cx="210998" cy="148627"/>
            </a:xfrm>
            <a:custGeom>
              <a:rect b="b" l="l" r="r" t="t"/>
              <a:pathLst>
                <a:path extrusionOk="0" h="5669" w="8048">
                  <a:moveTo>
                    <a:pt x="4024" y="1"/>
                  </a:moveTo>
                  <a:lnTo>
                    <a:pt x="181" y="609"/>
                  </a:lnTo>
                  <a:cubicBezTo>
                    <a:pt x="87" y="624"/>
                    <a:pt x="11" y="704"/>
                    <a:pt x="0" y="801"/>
                  </a:cubicBezTo>
                  <a:lnTo>
                    <a:pt x="4024" y="5669"/>
                  </a:lnTo>
                  <a:lnTo>
                    <a:pt x="8048" y="801"/>
                  </a:lnTo>
                  <a:cubicBezTo>
                    <a:pt x="8037" y="704"/>
                    <a:pt x="7961" y="624"/>
                    <a:pt x="7867" y="609"/>
                  </a:cubicBezTo>
                  <a:lnTo>
                    <a:pt x="4024"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2"/>
            <p:cNvSpPr/>
            <p:nvPr/>
          </p:nvSpPr>
          <p:spPr>
            <a:xfrm>
              <a:off x="7251971" y="2183076"/>
              <a:ext cx="93282" cy="93911"/>
            </a:xfrm>
            <a:custGeom>
              <a:rect b="b" l="l" r="r" t="t"/>
              <a:pathLst>
                <a:path extrusionOk="0" h="3582" w="3558">
                  <a:moveTo>
                    <a:pt x="254" y="1"/>
                  </a:moveTo>
                  <a:lnTo>
                    <a:pt x="254" y="1037"/>
                  </a:lnTo>
                  <a:cubicBezTo>
                    <a:pt x="254" y="1240"/>
                    <a:pt x="160" y="1428"/>
                    <a:pt x="1" y="1551"/>
                  </a:cubicBezTo>
                  <a:lnTo>
                    <a:pt x="1613" y="3503"/>
                  </a:lnTo>
                  <a:cubicBezTo>
                    <a:pt x="1656" y="3556"/>
                    <a:pt x="1718" y="3582"/>
                    <a:pt x="1780" y="3582"/>
                  </a:cubicBezTo>
                  <a:cubicBezTo>
                    <a:pt x="1842" y="3582"/>
                    <a:pt x="1904" y="3556"/>
                    <a:pt x="1949" y="3503"/>
                  </a:cubicBezTo>
                  <a:lnTo>
                    <a:pt x="3557" y="1555"/>
                  </a:lnTo>
                  <a:cubicBezTo>
                    <a:pt x="3398" y="1428"/>
                    <a:pt x="3307" y="1240"/>
                    <a:pt x="3304" y="1037"/>
                  </a:cubicBezTo>
                  <a:lnTo>
                    <a:pt x="330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2"/>
            <p:cNvSpPr/>
            <p:nvPr/>
          </p:nvSpPr>
          <p:spPr>
            <a:xfrm>
              <a:off x="7258630" y="2183076"/>
              <a:ext cx="79963" cy="28577"/>
            </a:xfrm>
            <a:custGeom>
              <a:rect b="b" l="l" r="r" t="t"/>
              <a:pathLst>
                <a:path extrusionOk="0" h="1090" w="3050">
                  <a:moveTo>
                    <a:pt x="0" y="1"/>
                  </a:moveTo>
                  <a:lnTo>
                    <a:pt x="0" y="704"/>
                  </a:lnTo>
                  <a:cubicBezTo>
                    <a:pt x="477" y="961"/>
                    <a:pt x="1001" y="1089"/>
                    <a:pt x="1525" y="1089"/>
                  </a:cubicBezTo>
                  <a:cubicBezTo>
                    <a:pt x="2049" y="1089"/>
                    <a:pt x="2574" y="961"/>
                    <a:pt x="3050" y="704"/>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2"/>
            <p:cNvSpPr/>
            <p:nvPr/>
          </p:nvSpPr>
          <p:spPr>
            <a:xfrm>
              <a:off x="7201476" y="2028786"/>
              <a:ext cx="194298" cy="165826"/>
            </a:xfrm>
            <a:custGeom>
              <a:rect b="b" l="l" r="r" t="t"/>
              <a:pathLst>
                <a:path extrusionOk="0" h="6325" w="7411">
                  <a:moveTo>
                    <a:pt x="873" y="1"/>
                  </a:moveTo>
                  <a:lnTo>
                    <a:pt x="873" y="2616"/>
                  </a:lnTo>
                  <a:lnTo>
                    <a:pt x="547" y="2616"/>
                  </a:lnTo>
                  <a:cubicBezTo>
                    <a:pt x="243" y="2616"/>
                    <a:pt x="0" y="2858"/>
                    <a:pt x="0" y="3159"/>
                  </a:cubicBezTo>
                  <a:cubicBezTo>
                    <a:pt x="0" y="3463"/>
                    <a:pt x="243" y="3706"/>
                    <a:pt x="547" y="3706"/>
                  </a:cubicBezTo>
                  <a:lnTo>
                    <a:pt x="884" y="3706"/>
                  </a:lnTo>
                  <a:cubicBezTo>
                    <a:pt x="992" y="5183"/>
                    <a:pt x="2224" y="6324"/>
                    <a:pt x="3705" y="6324"/>
                  </a:cubicBezTo>
                  <a:cubicBezTo>
                    <a:pt x="5186" y="6324"/>
                    <a:pt x="6418" y="5183"/>
                    <a:pt x="6526" y="3706"/>
                  </a:cubicBezTo>
                  <a:lnTo>
                    <a:pt x="6867" y="3706"/>
                  </a:lnTo>
                  <a:cubicBezTo>
                    <a:pt x="7167" y="3706"/>
                    <a:pt x="7410" y="3463"/>
                    <a:pt x="7410" y="3159"/>
                  </a:cubicBezTo>
                  <a:cubicBezTo>
                    <a:pt x="7410" y="2858"/>
                    <a:pt x="7167" y="2616"/>
                    <a:pt x="6867" y="2616"/>
                  </a:cubicBezTo>
                  <a:lnTo>
                    <a:pt x="6541" y="2616"/>
                  </a:lnTo>
                  <a:lnTo>
                    <a:pt x="65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2"/>
            <p:cNvSpPr/>
            <p:nvPr/>
          </p:nvSpPr>
          <p:spPr>
            <a:xfrm>
              <a:off x="7281518" y="2137405"/>
              <a:ext cx="34292" cy="17120"/>
            </a:xfrm>
            <a:custGeom>
              <a:rect b="b" l="l" r="r" t="t"/>
              <a:pathLst>
                <a:path extrusionOk="0" h="653" w="1308">
                  <a:moveTo>
                    <a:pt x="0" y="1"/>
                  </a:moveTo>
                  <a:cubicBezTo>
                    <a:pt x="0" y="359"/>
                    <a:pt x="290" y="653"/>
                    <a:pt x="652" y="653"/>
                  </a:cubicBezTo>
                  <a:cubicBezTo>
                    <a:pt x="1014" y="653"/>
                    <a:pt x="1308" y="359"/>
                    <a:pt x="13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2"/>
            <p:cNvSpPr/>
            <p:nvPr/>
          </p:nvSpPr>
          <p:spPr>
            <a:xfrm>
              <a:off x="7201476" y="2028786"/>
              <a:ext cx="154316" cy="165747"/>
            </a:xfrm>
            <a:custGeom>
              <a:rect b="b" l="l" r="r" t="t"/>
              <a:pathLst>
                <a:path extrusionOk="0" h="6322" w="5886">
                  <a:moveTo>
                    <a:pt x="873" y="1"/>
                  </a:moveTo>
                  <a:lnTo>
                    <a:pt x="873" y="2616"/>
                  </a:lnTo>
                  <a:lnTo>
                    <a:pt x="547" y="2616"/>
                  </a:lnTo>
                  <a:cubicBezTo>
                    <a:pt x="243" y="2616"/>
                    <a:pt x="0" y="2858"/>
                    <a:pt x="0" y="3159"/>
                  </a:cubicBezTo>
                  <a:cubicBezTo>
                    <a:pt x="0" y="3463"/>
                    <a:pt x="243" y="3706"/>
                    <a:pt x="547" y="3706"/>
                  </a:cubicBezTo>
                  <a:lnTo>
                    <a:pt x="884" y="3706"/>
                  </a:lnTo>
                  <a:cubicBezTo>
                    <a:pt x="989" y="5201"/>
                    <a:pt x="2236" y="6322"/>
                    <a:pt x="3684" y="6322"/>
                  </a:cubicBezTo>
                  <a:cubicBezTo>
                    <a:pt x="3835" y="6322"/>
                    <a:pt x="3989" y="6310"/>
                    <a:pt x="4143" y="6284"/>
                  </a:cubicBezTo>
                  <a:cubicBezTo>
                    <a:pt x="2763" y="6071"/>
                    <a:pt x="1746" y="4886"/>
                    <a:pt x="1746" y="3488"/>
                  </a:cubicBezTo>
                  <a:lnTo>
                    <a:pt x="1746" y="2815"/>
                  </a:lnTo>
                  <a:cubicBezTo>
                    <a:pt x="1739" y="2185"/>
                    <a:pt x="1930" y="1565"/>
                    <a:pt x="2285" y="1047"/>
                  </a:cubicBezTo>
                  <a:lnTo>
                    <a:pt x="2293" y="1033"/>
                  </a:lnTo>
                  <a:cubicBezTo>
                    <a:pt x="2336" y="971"/>
                    <a:pt x="2406" y="938"/>
                    <a:pt x="2475" y="938"/>
                  </a:cubicBezTo>
                  <a:cubicBezTo>
                    <a:pt x="2520" y="938"/>
                    <a:pt x="2566" y="952"/>
                    <a:pt x="2604" y="982"/>
                  </a:cubicBezTo>
                  <a:cubicBezTo>
                    <a:pt x="2868" y="1189"/>
                    <a:pt x="3162" y="1355"/>
                    <a:pt x="3473" y="1486"/>
                  </a:cubicBezTo>
                  <a:cubicBezTo>
                    <a:pt x="3548" y="1513"/>
                    <a:pt x="3626" y="1526"/>
                    <a:pt x="3706" y="1526"/>
                  </a:cubicBezTo>
                  <a:cubicBezTo>
                    <a:pt x="3785" y="1526"/>
                    <a:pt x="3864" y="1513"/>
                    <a:pt x="3941" y="1486"/>
                  </a:cubicBezTo>
                  <a:cubicBezTo>
                    <a:pt x="4328" y="1333"/>
                    <a:pt x="5885" y="1"/>
                    <a:pt x="588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2"/>
            <p:cNvSpPr/>
            <p:nvPr/>
          </p:nvSpPr>
          <p:spPr>
            <a:xfrm>
              <a:off x="7212854" y="1988804"/>
              <a:ext cx="171515" cy="111503"/>
            </a:xfrm>
            <a:custGeom>
              <a:rect b="b" l="l" r="r" t="t"/>
              <a:pathLst>
                <a:path extrusionOk="0" h="4253" w="6542">
                  <a:moveTo>
                    <a:pt x="2619" y="1"/>
                  </a:moveTo>
                  <a:cubicBezTo>
                    <a:pt x="1174" y="1"/>
                    <a:pt x="1" y="1171"/>
                    <a:pt x="1" y="2616"/>
                  </a:cubicBezTo>
                  <a:lnTo>
                    <a:pt x="1" y="4253"/>
                  </a:lnTo>
                  <a:cubicBezTo>
                    <a:pt x="95" y="4180"/>
                    <a:pt x="211" y="4141"/>
                    <a:pt x="330" y="4141"/>
                  </a:cubicBezTo>
                  <a:lnTo>
                    <a:pt x="475" y="4141"/>
                  </a:lnTo>
                  <a:cubicBezTo>
                    <a:pt x="580" y="4141"/>
                    <a:pt x="667" y="4068"/>
                    <a:pt x="689" y="3970"/>
                  </a:cubicBezTo>
                  <a:cubicBezTo>
                    <a:pt x="776" y="3565"/>
                    <a:pt x="1058" y="2529"/>
                    <a:pt x="1815" y="1685"/>
                  </a:cubicBezTo>
                  <a:cubicBezTo>
                    <a:pt x="1858" y="1639"/>
                    <a:pt x="1915" y="1615"/>
                    <a:pt x="1974" y="1615"/>
                  </a:cubicBezTo>
                  <a:cubicBezTo>
                    <a:pt x="2025" y="1615"/>
                    <a:pt x="2077" y="1633"/>
                    <a:pt x="2119" y="1671"/>
                  </a:cubicBezTo>
                  <a:cubicBezTo>
                    <a:pt x="2337" y="1862"/>
                    <a:pt x="2760" y="2203"/>
                    <a:pt x="3195" y="2370"/>
                  </a:cubicBezTo>
                  <a:cubicBezTo>
                    <a:pt x="3220" y="2380"/>
                    <a:pt x="3247" y="2386"/>
                    <a:pt x="3273" y="2386"/>
                  </a:cubicBezTo>
                  <a:cubicBezTo>
                    <a:pt x="3299" y="2386"/>
                    <a:pt x="3325" y="2380"/>
                    <a:pt x="3351" y="2370"/>
                  </a:cubicBezTo>
                  <a:cubicBezTo>
                    <a:pt x="3785" y="2203"/>
                    <a:pt x="4209" y="1862"/>
                    <a:pt x="4426" y="1671"/>
                  </a:cubicBezTo>
                  <a:cubicBezTo>
                    <a:pt x="4467" y="1633"/>
                    <a:pt x="4518" y="1615"/>
                    <a:pt x="4569" y="1615"/>
                  </a:cubicBezTo>
                  <a:cubicBezTo>
                    <a:pt x="4627" y="1615"/>
                    <a:pt x="4685" y="1639"/>
                    <a:pt x="4727" y="1685"/>
                  </a:cubicBezTo>
                  <a:cubicBezTo>
                    <a:pt x="5484" y="2529"/>
                    <a:pt x="5770" y="3565"/>
                    <a:pt x="5853" y="3970"/>
                  </a:cubicBezTo>
                  <a:cubicBezTo>
                    <a:pt x="5875" y="4068"/>
                    <a:pt x="5966" y="4141"/>
                    <a:pt x="6067" y="4141"/>
                  </a:cubicBezTo>
                  <a:lnTo>
                    <a:pt x="6216" y="4141"/>
                  </a:lnTo>
                  <a:cubicBezTo>
                    <a:pt x="6331" y="4141"/>
                    <a:pt x="6447" y="4180"/>
                    <a:pt x="6542" y="4253"/>
                  </a:cubicBezTo>
                  <a:lnTo>
                    <a:pt x="6542" y="2616"/>
                  </a:lnTo>
                  <a:cubicBezTo>
                    <a:pt x="6542" y="1171"/>
                    <a:pt x="5372" y="1"/>
                    <a:pt x="3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2"/>
            <p:cNvSpPr/>
            <p:nvPr/>
          </p:nvSpPr>
          <p:spPr>
            <a:xfrm>
              <a:off x="7304301" y="2135622"/>
              <a:ext cx="22914" cy="21236"/>
            </a:xfrm>
            <a:custGeom>
              <a:rect b="b" l="l" r="r" t="t"/>
              <a:pathLst>
                <a:path extrusionOk="0" h="810" w="874">
                  <a:moveTo>
                    <a:pt x="873" y="0"/>
                  </a:moveTo>
                  <a:lnTo>
                    <a:pt x="0" y="69"/>
                  </a:lnTo>
                  <a:lnTo>
                    <a:pt x="344" y="757"/>
                  </a:lnTo>
                  <a:cubicBezTo>
                    <a:pt x="364" y="792"/>
                    <a:pt x="399" y="810"/>
                    <a:pt x="434" y="810"/>
                  </a:cubicBezTo>
                  <a:cubicBezTo>
                    <a:pt x="470" y="810"/>
                    <a:pt x="507" y="791"/>
                    <a:pt x="526" y="753"/>
                  </a:cubicBezTo>
                  <a:lnTo>
                    <a:pt x="8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2"/>
            <p:cNvSpPr/>
            <p:nvPr/>
          </p:nvSpPr>
          <p:spPr>
            <a:xfrm>
              <a:off x="7270008" y="2135622"/>
              <a:ext cx="22914" cy="21262"/>
            </a:xfrm>
            <a:custGeom>
              <a:rect b="b" l="l" r="r" t="t"/>
              <a:pathLst>
                <a:path extrusionOk="0" h="811" w="874">
                  <a:moveTo>
                    <a:pt x="1" y="0"/>
                  </a:moveTo>
                  <a:lnTo>
                    <a:pt x="352" y="753"/>
                  </a:lnTo>
                  <a:cubicBezTo>
                    <a:pt x="369" y="791"/>
                    <a:pt x="404" y="810"/>
                    <a:pt x="440" y="810"/>
                  </a:cubicBezTo>
                  <a:cubicBezTo>
                    <a:pt x="475" y="810"/>
                    <a:pt x="512" y="791"/>
                    <a:pt x="530" y="753"/>
                  </a:cubicBezTo>
                  <a:lnTo>
                    <a:pt x="874" y="6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2"/>
            <p:cNvSpPr/>
            <p:nvPr/>
          </p:nvSpPr>
          <p:spPr>
            <a:xfrm>
              <a:off x="7258918" y="2097790"/>
              <a:ext cx="10749" cy="16386"/>
            </a:xfrm>
            <a:custGeom>
              <a:rect b="b" l="l" r="r" t="t"/>
              <a:pathLst>
                <a:path extrusionOk="0" h="625" w="410">
                  <a:moveTo>
                    <a:pt x="205" y="1"/>
                  </a:moveTo>
                  <a:cubicBezTo>
                    <a:pt x="103" y="1"/>
                    <a:pt x="0" y="69"/>
                    <a:pt x="0" y="204"/>
                  </a:cubicBezTo>
                  <a:lnTo>
                    <a:pt x="0" y="422"/>
                  </a:lnTo>
                  <a:cubicBezTo>
                    <a:pt x="0" y="534"/>
                    <a:pt x="91" y="625"/>
                    <a:pt x="207" y="625"/>
                  </a:cubicBezTo>
                  <a:cubicBezTo>
                    <a:pt x="319" y="625"/>
                    <a:pt x="409" y="534"/>
                    <a:pt x="409" y="422"/>
                  </a:cubicBezTo>
                  <a:lnTo>
                    <a:pt x="409" y="204"/>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2"/>
            <p:cNvSpPr/>
            <p:nvPr/>
          </p:nvSpPr>
          <p:spPr>
            <a:xfrm>
              <a:off x="7327556" y="2097738"/>
              <a:ext cx="10749" cy="16465"/>
            </a:xfrm>
            <a:custGeom>
              <a:rect b="b" l="l" r="r" t="t"/>
              <a:pathLst>
                <a:path extrusionOk="0" h="628" w="410">
                  <a:moveTo>
                    <a:pt x="204" y="0"/>
                  </a:moveTo>
                  <a:cubicBezTo>
                    <a:pt x="91" y="0"/>
                    <a:pt x="1" y="91"/>
                    <a:pt x="1" y="206"/>
                  </a:cubicBezTo>
                  <a:lnTo>
                    <a:pt x="1" y="424"/>
                  </a:lnTo>
                  <a:cubicBezTo>
                    <a:pt x="1" y="560"/>
                    <a:pt x="103" y="627"/>
                    <a:pt x="205" y="627"/>
                  </a:cubicBezTo>
                  <a:cubicBezTo>
                    <a:pt x="308" y="627"/>
                    <a:pt x="410" y="560"/>
                    <a:pt x="410" y="424"/>
                  </a:cubicBezTo>
                  <a:lnTo>
                    <a:pt x="410" y="206"/>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2"/>
            <p:cNvSpPr/>
            <p:nvPr/>
          </p:nvSpPr>
          <p:spPr>
            <a:xfrm>
              <a:off x="7250843" y="2080592"/>
              <a:ext cx="32693" cy="16517"/>
            </a:xfrm>
            <a:custGeom>
              <a:rect b="b" l="l" r="r" t="t"/>
              <a:pathLst>
                <a:path extrusionOk="0" h="630" w="1247">
                  <a:moveTo>
                    <a:pt x="290" y="0"/>
                  </a:moveTo>
                  <a:cubicBezTo>
                    <a:pt x="83" y="0"/>
                    <a:pt x="1" y="322"/>
                    <a:pt x="232" y="397"/>
                  </a:cubicBezTo>
                  <a:lnTo>
                    <a:pt x="888" y="618"/>
                  </a:lnTo>
                  <a:cubicBezTo>
                    <a:pt x="912" y="626"/>
                    <a:pt x="936" y="629"/>
                    <a:pt x="958" y="629"/>
                  </a:cubicBezTo>
                  <a:cubicBezTo>
                    <a:pt x="1166" y="629"/>
                    <a:pt x="1247" y="306"/>
                    <a:pt x="1014" y="230"/>
                  </a:cubicBezTo>
                  <a:lnTo>
                    <a:pt x="363" y="13"/>
                  </a:lnTo>
                  <a:cubicBezTo>
                    <a:pt x="337" y="4"/>
                    <a:pt x="312"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2"/>
            <p:cNvSpPr/>
            <p:nvPr/>
          </p:nvSpPr>
          <p:spPr>
            <a:xfrm>
              <a:off x="7314080" y="2080592"/>
              <a:ext cx="32300" cy="16491"/>
            </a:xfrm>
            <a:custGeom>
              <a:rect b="b" l="l" r="r" t="t"/>
              <a:pathLst>
                <a:path extrusionOk="0" h="629" w="1232">
                  <a:moveTo>
                    <a:pt x="946" y="0"/>
                  </a:moveTo>
                  <a:cubicBezTo>
                    <a:pt x="923" y="0"/>
                    <a:pt x="899" y="4"/>
                    <a:pt x="873" y="13"/>
                  </a:cubicBezTo>
                  <a:lnTo>
                    <a:pt x="218" y="230"/>
                  </a:lnTo>
                  <a:cubicBezTo>
                    <a:pt x="0" y="303"/>
                    <a:pt x="51" y="625"/>
                    <a:pt x="283" y="629"/>
                  </a:cubicBezTo>
                  <a:cubicBezTo>
                    <a:pt x="305" y="629"/>
                    <a:pt x="326" y="625"/>
                    <a:pt x="348" y="618"/>
                  </a:cubicBezTo>
                  <a:lnTo>
                    <a:pt x="1000" y="400"/>
                  </a:lnTo>
                  <a:cubicBezTo>
                    <a:pt x="1232" y="322"/>
                    <a:pt x="1152" y="0"/>
                    <a:pt x="9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2"/>
            <p:cNvSpPr/>
            <p:nvPr/>
          </p:nvSpPr>
          <p:spPr>
            <a:xfrm>
              <a:off x="7293289" y="2297778"/>
              <a:ext cx="10644" cy="50600"/>
            </a:xfrm>
            <a:custGeom>
              <a:rect b="b" l="l" r="r" t="t"/>
              <a:pathLst>
                <a:path extrusionOk="0" h="1930" w="406">
                  <a:moveTo>
                    <a:pt x="210" y="1"/>
                  </a:moveTo>
                  <a:cubicBezTo>
                    <a:pt x="207" y="1"/>
                    <a:pt x="205" y="1"/>
                    <a:pt x="203" y="1"/>
                  </a:cubicBezTo>
                  <a:cubicBezTo>
                    <a:pt x="91" y="1"/>
                    <a:pt x="0" y="92"/>
                    <a:pt x="0" y="204"/>
                  </a:cubicBezTo>
                  <a:lnTo>
                    <a:pt x="0" y="1729"/>
                  </a:lnTo>
                  <a:cubicBezTo>
                    <a:pt x="0" y="1863"/>
                    <a:pt x="102" y="1930"/>
                    <a:pt x="203" y="1930"/>
                  </a:cubicBezTo>
                  <a:cubicBezTo>
                    <a:pt x="305" y="1930"/>
                    <a:pt x="406" y="1863"/>
                    <a:pt x="406" y="1729"/>
                  </a:cubicBezTo>
                  <a:lnTo>
                    <a:pt x="406" y="200"/>
                  </a:lnTo>
                  <a:cubicBezTo>
                    <a:pt x="406" y="90"/>
                    <a:pt x="319"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2"/>
            <p:cNvSpPr/>
            <p:nvPr/>
          </p:nvSpPr>
          <p:spPr>
            <a:xfrm>
              <a:off x="7156067" y="1983508"/>
              <a:ext cx="285089" cy="365131"/>
            </a:xfrm>
            <a:custGeom>
              <a:rect b="b" l="l" r="r" t="t"/>
              <a:pathLst>
                <a:path extrusionOk="0" h="13927" w="10874">
                  <a:moveTo>
                    <a:pt x="6093" y="406"/>
                  </a:moveTo>
                  <a:cubicBezTo>
                    <a:pt x="7422" y="409"/>
                    <a:pt x="8501" y="1489"/>
                    <a:pt x="8505" y="2818"/>
                  </a:cubicBezTo>
                  <a:lnTo>
                    <a:pt x="8505" y="4140"/>
                  </a:lnTo>
                  <a:lnTo>
                    <a:pt x="8233" y="4140"/>
                  </a:lnTo>
                  <a:cubicBezTo>
                    <a:pt x="8226" y="4140"/>
                    <a:pt x="8222" y="4136"/>
                    <a:pt x="8219" y="4129"/>
                  </a:cubicBezTo>
                  <a:cubicBezTo>
                    <a:pt x="8121" y="3665"/>
                    <a:pt x="7791" y="2485"/>
                    <a:pt x="6889" y="1583"/>
                  </a:cubicBezTo>
                  <a:cubicBezTo>
                    <a:pt x="6850" y="1545"/>
                    <a:pt x="6797" y="1526"/>
                    <a:pt x="6745" y="1526"/>
                  </a:cubicBezTo>
                  <a:cubicBezTo>
                    <a:pt x="6692" y="1526"/>
                    <a:pt x="6640" y="1545"/>
                    <a:pt x="6600" y="1583"/>
                  </a:cubicBezTo>
                  <a:cubicBezTo>
                    <a:pt x="6596" y="1590"/>
                    <a:pt x="6017" y="2162"/>
                    <a:pt x="5437" y="2383"/>
                  </a:cubicBezTo>
                  <a:cubicBezTo>
                    <a:pt x="4858" y="2162"/>
                    <a:pt x="4282" y="1590"/>
                    <a:pt x="4275" y="1583"/>
                  </a:cubicBezTo>
                  <a:cubicBezTo>
                    <a:pt x="4235" y="1543"/>
                    <a:pt x="4182" y="1523"/>
                    <a:pt x="4130" y="1523"/>
                  </a:cubicBezTo>
                  <a:cubicBezTo>
                    <a:pt x="4077" y="1523"/>
                    <a:pt x="4025" y="1543"/>
                    <a:pt x="3985" y="1583"/>
                  </a:cubicBezTo>
                  <a:cubicBezTo>
                    <a:pt x="3909" y="1662"/>
                    <a:pt x="3829" y="1746"/>
                    <a:pt x="3757" y="1833"/>
                  </a:cubicBezTo>
                  <a:cubicBezTo>
                    <a:pt x="3625" y="1986"/>
                    <a:pt x="3763" y="2172"/>
                    <a:pt x="3916" y="2172"/>
                  </a:cubicBezTo>
                  <a:cubicBezTo>
                    <a:pt x="3968" y="2172"/>
                    <a:pt x="4023" y="2150"/>
                    <a:pt x="4068" y="2097"/>
                  </a:cubicBezTo>
                  <a:cubicBezTo>
                    <a:pt x="4090" y="2068"/>
                    <a:pt x="4115" y="2043"/>
                    <a:pt x="4141" y="2014"/>
                  </a:cubicBezTo>
                  <a:cubicBezTo>
                    <a:pt x="4380" y="2231"/>
                    <a:pt x="4872" y="2626"/>
                    <a:pt x="5376" y="2792"/>
                  </a:cubicBezTo>
                  <a:cubicBezTo>
                    <a:pt x="5395" y="2800"/>
                    <a:pt x="5417" y="2803"/>
                    <a:pt x="5439" y="2803"/>
                  </a:cubicBezTo>
                  <a:cubicBezTo>
                    <a:pt x="5461" y="2803"/>
                    <a:pt x="5482" y="2800"/>
                    <a:pt x="5502" y="2792"/>
                  </a:cubicBezTo>
                  <a:cubicBezTo>
                    <a:pt x="6006" y="2626"/>
                    <a:pt x="6498" y="2227"/>
                    <a:pt x="6737" y="2014"/>
                  </a:cubicBezTo>
                  <a:cubicBezTo>
                    <a:pt x="7462" y="2818"/>
                    <a:pt x="7733" y="3810"/>
                    <a:pt x="7824" y="4212"/>
                  </a:cubicBezTo>
                  <a:cubicBezTo>
                    <a:pt x="7864" y="4408"/>
                    <a:pt x="8037" y="4549"/>
                    <a:pt x="8237" y="4549"/>
                  </a:cubicBezTo>
                  <a:lnTo>
                    <a:pt x="8599" y="4549"/>
                  </a:lnTo>
                  <a:cubicBezTo>
                    <a:pt x="8802" y="4549"/>
                    <a:pt x="8957" y="4723"/>
                    <a:pt x="8939" y="4926"/>
                  </a:cubicBezTo>
                  <a:cubicBezTo>
                    <a:pt x="8921" y="5096"/>
                    <a:pt x="8758" y="5230"/>
                    <a:pt x="8566" y="5230"/>
                  </a:cubicBezTo>
                  <a:lnTo>
                    <a:pt x="8476" y="5230"/>
                  </a:lnTo>
                  <a:lnTo>
                    <a:pt x="8476" y="5219"/>
                  </a:lnTo>
                  <a:cubicBezTo>
                    <a:pt x="8476" y="5107"/>
                    <a:pt x="8385" y="5013"/>
                    <a:pt x="8273" y="5013"/>
                  </a:cubicBezTo>
                  <a:cubicBezTo>
                    <a:pt x="8161" y="5013"/>
                    <a:pt x="8070" y="5107"/>
                    <a:pt x="8070" y="5219"/>
                  </a:cubicBezTo>
                  <a:cubicBezTo>
                    <a:pt x="8070" y="6671"/>
                    <a:pt x="6893" y="7848"/>
                    <a:pt x="5441" y="7848"/>
                  </a:cubicBezTo>
                  <a:cubicBezTo>
                    <a:pt x="3988" y="7848"/>
                    <a:pt x="2811" y="6671"/>
                    <a:pt x="2811" y="5219"/>
                  </a:cubicBezTo>
                  <a:cubicBezTo>
                    <a:pt x="2811" y="5083"/>
                    <a:pt x="2709" y="5015"/>
                    <a:pt x="2607" y="5015"/>
                  </a:cubicBezTo>
                  <a:cubicBezTo>
                    <a:pt x="2504" y="5015"/>
                    <a:pt x="2402" y="5083"/>
                    <a:pt x="2402" y="5219"/>
                  </a:cubicBezTo>
                  <a:lnTo>
                    <a:pt x="2402" y="5230"/>
                  </a:lnTo>
                  <a:lnTo>
                    <a:pt x="2279" y="5230"/>
                  </a:lnTo>
                  <a:cubicBezTo>
                    <a:pt x="2076" y="5230"/>
                    <a:pt x="1920" y="5056"/>
                    <a:pt x="1942" y="4853"/>
                  </a:cubicBezTo>
                  <a:cubicBezTo>
                    <a:pt x="1957" y="4683"/>
                    <a:pt x="2123" y="4549"/>
                    <a:pt x="2312" y="4549"/>
                  </a:cubicBezTo>
                  <a:lnTo>
                    <a:pt x="2645" y="4549"/>
                  </a:lnTo>
                  <a:cubicBezTo>
                    <a:pt x="2844" y="4549"/>
                    <a:pt x="3014" y="4408"/>
                    <a:pt x="3058" y="4216"/>
                  </a:cubicBezTo>
                  <a:cubicBezTo>
                    <a:pt x="3166" y="3709"/>
                    <a:pt x="3351" y="3227"/>
                    <a:pt x="3601" y="2774"/>
                  </a:cubicBezTo>
                  <a:cubicBezTo>
                    <a:pt x="3690" y="2614"/>
                    <a:pt x="3553" y="2470"/>
                    <a:pt x="3415" y="2470"/>
                  </a:cubicBezTo>
                  <a:cubicBezTo>
                    <a:pt x="3351" y="2470"/>
                    <a:pt x="3287" y="2501"/>
                    <a:pt x="3246" y="2575"/>
                  </a:cubicBezTo>
                  <a:cubicBezTo>
                    <a:pt x="2974" y="3060"/>
                    <a:pt x="2775" y="3586"/>
                    <a:pt x="2656" y="4129"/>
                  </a:cubicBezTo>
                  <a:cubicBezTo>
                    <a:pt x="2656" y="4136"/>
                    <a:pt x="2648" y="4140"/>
                    <a:pt x="2641" y="4140"/>
                  </a:cubicBezTo>
                  <a:lnTo>
                    <a:pt x="2373" y="4140"/>
                  </a:lnTo>
                  <a:lnTo>
                    <a:pt x="2373" y="2818"/>
                  </a:lnTo>
                  <a:cubicBezTo>
                    <a:pt x="2373" y="1489"/>
                    <a:pt x="3452" y="409"/>
                    <a:pt x="4785" y="406"/>
                  </a:cubicBezTo>
                  <a:close/>
                  <a:moveTo>
                    <a:pt x="2601" y="6295"/>
                  </a:moveTo>
                  <a:cubicBezTo>
                    <a:pt x="2819" y="6867"/>
                    <a:pt x="3206" y="7359"/>
                    <a:pt x="3710" y="7711"/>
                  </a:cubicBezTo>
                  <a:lnTo>
                    <a:pt x="3710" y="8906"/>
                  </a:lnTo>
                  <a:lnTo>
                    <a:pt x="1681" y="6450"/>
                  </a:lnTo>
                  <a:lnTo>
                    <a:pt x="2601" y="6295"/>
                  </a:lnTo>
                  <a:close/>
                  <a:moveTo>
                    <a:pt x="8280" y="6295"/>
                  </a:moveTo>
                  <a:lnTo>
                    <a:pt x="9200" y="6450"/>
                  </a:lnTo>
                  <a:lnTo>
                    <a:pt x="7168" y="8906"/>
                  </a:lnTo>
                  <a:lnTo>
                    <a:pt x="7168" y="7711"/>
                  </a:lnTo>
                  <a:cubicBezTo>
                    <a:pt x="7672" y="7359"/>
                    <a:pt x="8059" y="6867"/>
                    <a:pt x="8280" y="6295"/>
                  </a:cubicBezTo>
                  <a:close/>
                  <a:moveTo>
                    <a:pt x="6763" y="7950"/>
                  </a:moveTo>
                  <a:lnTo>
                    <a:pt x="6763" y="9398"/>
                  </a:lnTo>
                  <a:lnTo>
                    <a:pt x="5441" y="10999"/>
                  </a:lnTo>
                  <a:lnTo>
                    <a:pt x="4119" y="9398"/>
                  </a:lnTo>
                  <a:lnTo>
                    <a:pt x="4119" y="7950"/>
                  </a:lnTo>
                  <a:cubicBezTo>
                    <a:pt x="4535" y="8153"/>
                    <a:pt x="4987" y="8254"/>
                    <a:pt x="5439" y="8254"/>
                  </a:cubicBezTo>
                  <a:cubicBezTo>
                    <a:pt x="5892" y="8254"/>
                    <a:pt x="6344" y="8153"/>
                    <a:pt x="6763" y="7950"/>
                  </a:cubicBezTo>
                  <a:close/>
                  <a:moveTo>
                    <a:pt x="4785" y="0"/>
                  </a:moveTo>
                  <a:cubicBezTo>
                    <a:pt x="3228" y="0"/>
                    <a:pt x="1964" y="1260"/>
                    <a:pt x="1964" y="2818"/>
                  </a:cubicBezTo>
                  <a:lnTo>
                    <a:pt x="1964" y="4219"/>
                  </a:lnTo>
                  <a:cubicBezTo>
                    <a:pt x="1645" y="4364"/>
                    <a:pt x="1471" y="4712"/>
                    <a:pt x="1547" y="5052"/>
                  </a:cubicBezTo>
                  <a:cubicBezTo>
                    <a:pt x="1623" y="5396"/>
                    <a:pt x="1928" y="5639"/>
                    <a:pt x="2275" y="5639"/>
                  </a:cubicBezTo>
                  <a:lnTo>
                    <a:pt x="2427" y="5639"/>
                  </a:lnTo>
                  <a:cubicBezTo>
                    <a:pt x="2442" y="5730"/>
                    <a:pt x="2456" y="5817"/>
                    <a:pt x="2478" y="5903"/>
                  </a:cubicBezTo>
                  <a:lnTo>
                    <a:pt x="1558" y="6056"/>
                  </a:lnTo>
                  <a:cubicBezTo>
                    <a:pt x="1276" y="6103"/>
                    <a:pt x="1120" y="6411"/>
                    <a:pt x="1254" y="6668"/>
                  </a:cubicBezTo>
                  <a:lnTo>
                    <a:pt x="2609" y="9264"/>
                  </a:lnTo>
                  <a:lnTo>
                    <a:pt x="1062" y="9746"/>
                  </a:lnTo>
                  <a:cubicBezTo>
                    <a:pt x="432" y="9942"/>
                    <a:pt x="1" y="10528"/>
                    <a:pt x="1" y="11191"/>
                  </a:cubicBezTo>
                  <a:lnTo>
                    <a:pt x="1" y="13716"/>
                  </a:lnTo>
                  <a:cubicBezTo>
                    <a:pt x="1" y="13850"/>
                    <a:pt x="103" y="13917"/>
                    <a:pt x="206" y="13917"/>
                  </a:cubicBezTo>
                  <a:cubicBezTo>
                    <a:pt x="308" y="13917"/>
                    <a:pt x="410" y="13850"/>
                    <a:pt x="410" y="13716"/>
                  </a:cubicBezTo>
                  <a:lnTo>
                    <a:pt x="410" y="11191"/>
                  </a:lnTo>
                  <a:cubicBezTo>
                    <a:pt x="410" y="11046"/>
                    <a:pt x="436" y="10905"/>
                    <a:pt x="490" y="10771"/>
                  </a:cubicBezTo>
                  <a:lnTo>
                    <a:pt x="1511" y="11648"/>
                  </a:lnTo>
                  <a:cubicBezTo>
                    <a:pt x="1660" y="11774"/>
                    <a:pt x="1747" y="11959"/>
                    <a:pt x="1747" y="12155"/>
                  </a:cubicBezTo>
                  <a:lnTo>
                    <a:pt x="1747" y="13716"/>
                  </a:lnTo>
                  <a:cubicBezTo>
                    <a:pt x="1747" y="13850"/>
                    <a:pt x="1848" y="13917"/>
                    <a:pt x="1949" y="13917"/>
                  </a:cubicBezTo>
                  <a:cubicBezTo>
                    <a:pt x="2051" y="13917"/>
                    <a:pt x="2152" y="13850"/>
                    <a:pt x="2152" y="13716"/>
                  </a:cubicBezTo>
                  <a:lnTo>
                    <a:pt x="2152" y="12155"/>
                  </a:lnTo>
                  <a:cubicBezTo>
                    <a:pt x="2152" y="11843"/>
                    <a:pt x="2015" y="11542"/>
                    <a:pt x="1776" y="11340"/>
                  </a:cubicBezTo>
                  <a:lnTo>
                    <a:pt x="714" y="10431"/>
                  </a:lnTo>
                  <a:cubicBezTo>
                    <a:pt x="845" y="10293"/>
                    <a:pt x="1004" y="10192"/>
                    <a:pt x="1185" y="10137"/>
                  </a:cubicBezTo>
                  <a:lnTo>
                    <a:pt x="2800" y="9634"/>
                  </a:lnTo>
                  <a:lnTo>
                    <a:pt x="3684" y="11322"/>
                  </a:lnTo>
                  <a:lnTo>
                    <a:pt x="3413" y="11865"/>
                  </a:lnTo>
                  <a:cubicBezTo>
                    <a:pt x="3304" y="12075"/>
                    <a:pt x="3326" y="12328"/>
                    <a:pt x="3463" y="12524"/>
                  </a:cubicBezTo>
                  <a:lnTo>
                    <a:pt x="4401" y="13835"/>
                  </a:lnTo>
                  <a:cubicBezTo>
                    <a:pt x="4445" y="13898"/>
                    <a:pt x="4504" y="13924"/>
                    <a:pt x="4561" y="13924"/>
                  </a:cubicBezTo>
                  <a:cubicBezTo>
                    <a:pt x="4706" y="13924"/>
                    <a:pt x="4845" y="13758"/>
                    <a:pt x="4731" y="13600"/>
                  </a:cubicBezTo>
                  <a:lnTo>
                    <a:pt x="3796" y="12285"/>
                  </a:lnTo>
                  <a:cubicBezTo>
                    <a:pt x="3746" y="12216"/>
                    <a:pt x="3739" y="12122"/>
                    <a:pt x="3778" y="12046"/>
                  </a:cubicBezTo>
                  <a:lnTo>
                    <a:pt x="4093" y="11408"/>
                  </a:lnTo>
                  <a:cubicBezTo>
                    <a:pt x="4122" y="11351"/>
                    <a:pt x="4122" y="11282"/>
                    <a:pt x="4093" y="11224"/>
                  </a:cubicBezTo>
                  <a:lnTo>
                    <a:pt x="2373" y="7932"/>
                  </a:lnTo>
                  <a:lnTo>
                    <a:pt x="5281" y="11452"/>
                  </a:lnTo>
                  <a:cubicBezTo>
                    <a:pt x="5321" y="11501"/>
                    <a:pt x="5379" y="11525"/>
                    <a:pt x="5438" y="11525"/>
                  </a:cubicBezTo>
                  <a:cubicBezTo>
                    <a:pt x="5496" y="11525"/>
                    <a:pt x="5555" y="11501"/>
                    <a:pt x="5596" y="11452"/>
                  </a:cubicBezTo>
                  <a:lnTo>
                    <a:pt x="8501" y="7932"/>
                  </a:lnTo>
                  <a:lnTo>
                    <a:pt x="6781" y="11227"/>
                  </a:lnTo>
                  <a:cubicBezTo>
                    <a:pt x="6752" y="11285"/>
                    <a:pt x="6752" y="11354"/>
                    <a:pt x="6781" y="11412"/>
                  </a:cubicBezTo>
                  <a:lnTo>
                    <a:pt x="7099" y="12050"/>
                  </a:lnTo>
                  <a:cubicBezTo>
                    <a:pt x="7136" y="12126"/>
                    <a:pt x="7128" y="12216"/>
                    <a:pt x="7078" y="12289"/>
                  </a:cubicBezTo>
                  <a:lnTo>
                    <a:pt x="6143" y="13600"/>
                  </a:lnTo>
                  <a:cubicBezTo>
                    <a:pt x="6029" y="13758"/>
                    <a:pt x="6169" y="13927"/>
                    <a:pt x="6314" y="13927"/>
                  </a:cubicBezTo>
                  <a:cubicBezTo>
                    <a:pt x="6371" y="13927"/>
                    <a:pt x="6429" y="13901"/>
                    <a:pt x="6473" y="13839"/>
                  </a:cubicBezTo>
                  <a:lnTo>
                    <a:pt x="7411" y="12524"/>
                  </a:lnTo>
                  <a:cubicBezTo>
                    <a:pt x="7549" y="12332"/>
                    <a:pt x="7570" y="12079"/>
                    <a:pt x="7462" y="11868"/>
                  </a:cubicBezTo>
                  <a:lnTo>
                    <a:pt x="7190" y="11325"/>
                  </a:lnTo>
                  <a:lnTo>
                    <a:pt x="8074" y="9634"/>
                  </a:lnTo>
                  <a:lnTo>
                    <a:pt x="9689" y="10137"/>
                  </a:lnTo>
                  <a:cubicBezTo>
                    <a:pt x="9870" y="10192"/>
                    <a:pt x="10029" y="10293"/>
                    <a:pt x="10160" y="10427"/>
                  </a:cubicBezTo>
                  <a:lnTo>
                    <a:pt x="9095" y="11340"/>
                  </a:lnTo>
                  <a:cubicBezTo>
                    <a:pt x="8860" y="11542"/>
                    <a:pt x="8722" y="11839"/>
                    <a:pt x="8722" y="12155"/>
                  </a:cubicBezTo>
                  <a:lnTo>
                    <a:pt x="8722" y="13716"/>
                  </a:lnTo>
                  <a:cubicBezTo>
                    <a:pt x="8722" y="13850"/>
                    <a:pt x="8823" y="13917"/>
                    <a:pt x="8925" y="13917"/>
                  </a:cubicBezTo>
                  <a:cubicBezTo>
                    <a:pt x="9026" y="13917"/>
                    <a:pt x="9128" y="13850"/>
                    <a:pt x="9128" y="13716"/>
                  </a:cubicBezTo>
                  <a:lnTo>
                    <a:pt x="9128" y="12155"/>
                  </a:lnTo>
                  <a:cubicBezTo>
                    <a:pt x="9128" y="11959"/>
                    <a:pt x="9215" y="11774"/>
                    <a:pt x="9363" y="11648"/>
                  </a:cubicBezTo>
                  <a:lnTo>
                    <a:pt x="10384" y="10771"/>
                  </a:lnTo>
                  <a:cubicBezTo>
                    <a:pt x="10439" y="10905"/>
                    <a:pt x="10464" y="11046"/>
                    <a:pt x="10464" y="11188"/>
                  </a:cubicBezTo>
                  <a:lnTo>
                    <a:pt x="10464" y="13716"/>
                  </a:lnTo>
                  <a:cubicBezTo>
                    <a:pt x="10464" y="13850"/>
                    <a:pt x="10566" y="13917"/>
                    <a:pt x="10669" y="13917"/>
                  </a:cubicBezTo>
                  <a:cubicBezTo>
                    <a:pt x="10771" y="13917"/>
                    <a:pt x="10873" y="13850"/>
                    <a:pt x="10873" y="13716"/>
                  </a:cubicBezTo>
                  <a:lnTo>
                    <a:pt x="10873" y="11191"/>
                  </a:lnTo>
                  <a:cubicBezTo>
                    <a:pt x="10873" y="10528"/>
                    <a:pt x="10442" y="9942"/>
                    <a:pt x="9812" y="9746"/>
                  </a:cubicBezTo>
                  <a:lnTo>
                    <a:pt x="8266" y="9264"/>
                  </a:lnTo>
                  <a:lnTo>
                    <a:pt x="9620" y="6668"/>
                  </a:lnTo>
                  <a:cubicBezTo>
                    <a:pt x="9754" y="6411"/>
                    <a:pt x="9598" y="6103"/>
                    <a:pt x="9316" y="6056"/>
                  </a:cubicBezTo>
                  <a:lnTo>
                    <a:pt x="8396" y="5903"/>
                  </a:lnTo>
                  <a:cubicBezTo>
                    <a:pt x="8418" y="5817"/>
                    <a:pt x="8432" y="5726"/>
                    <a:pt x="8447" y="5639"/>
                  </a:cubicBezTo>
                  <a:lnTo>
                    <a:pt x="8566" y="5639"/>
                  </a:lnTo>
                  <a:cubicBezTo>
                    <a:pt x="8965" y="5639"/>
                    <a:pt x="9305" y="5342"/>
                    <a:pt x="9341" y="4965"/>
                  </a:cubicBezTo>
                  <a:cubicBezTo>
                    <a:pt x="9374" y="4647"/>
                    <a:pt x="9204" y="4343"/>
                    <a:pt x="8910" y="4209"/>
                  </a:cubicBezTo>
                  <a:lnTo>
                    <a:pt x="8910" y="2818"/>
                  </a:lnTo>
                  <a:cubicBezTo>
                    <a:pt x="8910" y="1260"/>
                    <a:pt x="7646" y="0"/>
                    <a:pt x="60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2"/>
            <p:cNvSpPr/>
            <p:nvPr/>
          </p:nvSpPr>
          <p:spPr>
            <a:xfrm>
              <a:off x="7258446" y="2128308"/>
              <a:ext cx="82035" cy="37334"/>
            </a:xfrm>
            <a:custGeom>
              <a:rect b="b" l="l" r="r" t="t"/>
              <a:pathLst>
                <a:path extrusionOk="0" h="1424" w="3129">
                  <a:moveTo>
                    <a:pt x="775" y="504"/>
                  </a:moveTo>
                  <a:cubicBezTo>
                    <a:pt x="848" y="514"/>
                    <a:pt x="920" y="522"/>
                    <a:pt x="996" y="525"/>
                  </a:cubicBezTo>
                  <a:lnTo>
                    <a:pt x="887" y="746"/>
                  </a:lnTo>
                  <a:lnTo>
                    <a:pt x="775" y="504"/>
                  </a:lnTo>
                  <a:close/>
                  <a:moveTo>
                    <a:pt x="2293" y="504"/>
                  </a:moveTo>
                  <a:lnTo>
                    <a:pt x="2180" y="746"/>
                  </a:lnTo>
                  <a:lnTo>
                    <a:pt x="2068" y="525"/>
                  </a:lnTo>
                  <a:cubicBezTo>
                    <a:pt x="2144" y="522"/>
                    <a:pt x="2220" y="514"/>
                    <a:pt x="2293" y="504"/>
                  </a:cubicBezTo>
                  <a:close/>
                  <a:moveTo>
                    <a:pt x="2843" y="1"/>
                  </a:moveTo>
                  <a:cubicBezTo>
                    <a:pt x="2826" y="1"/>
                    <a:pt x="2808" y="3"/>
                    <a:pt x="2789" y="7"/>
                  </a:cubicBezTo>
                  <a:cubicBezTo>
                    <a:pt x="2374" y="98"/>
                    <a:pt x="1951" y="143"/>
                    <a:pt x="1528" y="143"/>
                  </a:cubicBezTo>
                  <a:cubicBezTo>
                    <a:pt x="1106" y="143"/>
                    <a:pt x="683" y="98"/>
                    <a:pt x="268" y="7"/>
                  </a:cubicBezTo>
                  <a:cubicBezTo>
                    <a:pt x="253" y="4"/>
                    <a:pt x="238" y="2"/>
                    <a:pt x="223" y="2"/>
                  </a:cubicBezTo>
                  <a:cubicBezTo>
                    <a:pt x="131" y="2"/>
                    <a:pt x="50" y="66"/>
                    <a:pt x="25" y="156"/>
                  </a:cubicBezTo>
                  <a:cubicBezTo>
                    <a:pt x="0" y="268"/>
                    <a:pt x="69" y="377"/>
                    <a:pt x="178" y="406"/>
                  </a:cubicBezTo>
                  <a:cubicBezTo>
                    <a:pt x="214" y="413"/>
                    <a:pt x="250" y="420"/>
                    <a:pt x="286" y="428"/>
                  </a:cubicBezTo>
                  <a:lnTo>
                    <a:pt x="695" y="1304"/>
                  </a:lnTo>
                  <a:cubicBezTo>
                    <a:pt x="728" y="1376"/>
                    <a:pt x="797" y="1420"/>
                    <a:pt x="877" y="1424"/>
                  </a:cubicBezTo>
                  <a:lnTo>
                    <a:pt x="880" y="1424"/>
                  </a:lnTo>
                  <a:cubicBezTo>
                    <a:pt x="956" y="1424"/>
                    <a:pt x="1025" y="1380"/>
                    <a:pt x="1061" y="1311"/>
                  </a:cubicBezTo>
                  <a:lnTo>
                    <a:pt x="1438" y="551"/>
                  </a:lnTo>
                  <a:lnTo>
                    <a:pt x="1619" y="551"/>
                  </a:lnTo>
                  <a:lnTo>
                    <a:pt x="1999" y="1311"/>
                  </a:lnTo>
                  <a:cubicBezTo>
                    <a:pt x="2036" y="1380"/>
                    <a:pt x="2104" y="1424"/>
                    <a:pt x="2180" y="1424"/>
                  </a:cubicBezTo>
                  <a:lnTo>
                    <a:pt x="2184" y="1424"/>
                  </a:lnTo>
                  <a:cubicBezTo>
                    <a:pt x="2264" y="1420"/>
                    <a:pt x="2332" y="1376"/>
                    <a:pt x="2365" y="1304"/>
                  </a:cubicBezTo>
                  <a:lnTo>
                    <a:pt x="2774" y="428"/>
                  </a:lnTo>
                  <a:cubicBezTo>
                    <a:pt x="2811" y="420"/>
                    <a:pt x="2847" y="413"/>
                    <a:pt x="2883" y="406"/>
                  </a:cubicBezTo>
                  <a:cubicBezTo>
                    <a:pt x="3128" y="345"/>
                    <a:pt x="3065" y="1"/>
                    <a:pt x="28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8" name="Google Shape;13518;p82"/>
          <p:cNvGrpSpPr/>
          <p:nvPr/>
        </p:nvGrpSpPr>
        <p:grpSpPr>
          <a:xfrm>
            <a:off x="5355790" y="1983508"/>
            <a:ext cx="284879" cy="364974"/>
            <a:chOff x="5355790" y="1983508"/>
            <a:chExt cx="284879" cy="364974"/>
          </a:xfrm>
        </p:grpSpPr>
        <p:sp>
          <p:nvSpPr>
            <p:cNvPr id="13519" name="Google Shape;13519;p82"/>
            <p:cNvSpPr/>
            <p:nvPr/>
          </p:nvSpPr>
          <p:spPr>
            <a:xfrm>
              <a:off x="5361086" y="2183076"/>
              <a:ext cx="274366" cy="160032"/>
            </a:xfrm>
            <a:custGeom>
              <a:rect b="b" l="l" r="r" t="t"/>
              <a:pathLst>
                <a:path extrusionOk="0" h="6104" w="10465">
                  <a:moveTo>
                    <a:pt x="3710" y="1"/>
                  </a:moveTo>
                  <a:lnTo>
                    <a:pt x="3710" y="1627"/>
                  </a:lnTo>
                  <a:cubicBezTo>
                    <a:pt x="3706" y="1917"/>
                    <a:pt x="3514" y="2174"/>
                    <a:pt x="3239" y="2254"/>
                  </a:cubicBezTo>
                  <a:lnTo>
                    <a:pt x="939" y="2927"/>
                  </a:lnTo>
                  <a:cubicBezTo>
                    <a:pt x="385" y="3094"/>
                    <a:pt x="1" y="3605"/>
                    <a:pt x="1" y="4184"/>
                  </a:cubicBezTo>
                  <a:lnTo>
                    <a:pt x="1" y="6104"/>
                  </a:lnTo>
                  <a:lnTo>
                    <a:pt x="10464" y="6104"/>
                  </a:lnTo>
                  <a:lnTo>
                    <a:pt x="10464" y="4184"/>
                  </a:lnTo>
                  <a:cubicBezTo>
                    <a:pt x="10460" y="3605"/>
                    <a:pt x="10080" y="3094"/>
                    <a:pt x="9526" y="2931"/>
                  </a:cubicBezTo>
                  <a:lnTo>
                    <a:pt x="7230" y="2254"/>
                  </a:lnTo>
                  <a:cubicBezTo>
                    <a:pt x="6951" y="2170"/>
                    <a:pt x="6759" y="1917"/>
                    <a:pt x="6759" y="1627"/>
                  </a:cubicBezTo>
                  <a:lnTo>
                    <a:pt x="675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2"/>
            <p:cNvSpPr/>
            <p:nvPr/>
          </p:nvSpPr>
          <p:spPr>
            <a:xfrm>
              <a:off x="5401172" y="2193065"/>
              <a:ext cx="194193" cy="102956"/>
            </a:xfrm>
            <a:custGeom>
              <a:rect b="b" l="l" r="r" t="t"/>
              <a:pathLst>
                <a:path extrusionOk="0" h="3927" w="7407">
                  <a:moveTo>
                    <a:pt x="1308" y="0"/>
                  </a:moveTo>
                  <a:cubicBezTo>
                    <a:pt x="583" y="0"/>
                    <a:pt x="0" y="587"/>
                    <a:pt x="0" y="1308"/>
                  </a:cubicBezTo>
                  <a:cubicBezTo>
                    <a:pt x="0" y="2753"/>
                    <a:pt x="1170" y="3923"/>
                    <a:pt x="2615" y="3926"/>
                  </a:cubicBezTo>
                  <a:lnTo>
                    <a:pt x="4792" y="3926"/>
                  </a:lnTo>
                  <a:cubicBezTo>
                    <a:pt x="6237" y="3926"/>
                    <a:pt x="7407" y="2753"/>
                    <a:pt x="7407" y="1311"/>
                  </a:cubicBezTo>
                  <a:cubicBezTo>
                    <a:pt x="7407" y="587"/>
                    <a:pt x="6824" y="4"/>
                    <a:pt x="6103"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2"/>
            <p:cNvSpPr/>
            <p:nvPr/>
          </p:nvSpPr>
          <p:spPr>
            <a:xfrm>
              <a:off x="5419577" y="2210237"/>
              <a:ext cx="157384" cy="68585"/>
            </a:xfrm>
            <a:custGeom>
              <a:rect b="b" l="l" r="r" t="t"/>
              <a:pathLst>
                <a:path extrusionOk="0" h="2616" w="6003">
                  <a:moveTo>
                    <a:pt x="664" y="1"/>
                  </a:moveTo>
                  <a:cubicBezTo>
                    <a:pt x="189" y="1"/>
                    <a:pt x="1" y="616"/>
                    <a:pt x="396" y="877"/>
                  </a:cubicBezTo>
                  <a:lnTo>
                    <a:pt x="3003" y="2616"/>
                  </a:lnTo>
                  <a:lnTo>
                    <a:pt x="5607" y="877"/>
                  </a:lnTo>
                  <a:cubicBezTo>
                    <a:pt x="6002" y="616"/>
                    <a:pt x="5817" y="1"/>
                    <a:pt x="534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2"/>
            <p:cNvSpPr/>
            <p:nvPr/>
          </p:nvSpPr>
          <p:spPr>
            <a:xfrm>
              <a:off x="5444379" y="2188791"/>
              <a:ext cx="107780" cy="90031"/>
            </a:xfrm>
            <a:custGeom>
              <a:rect b="b" l="l" r="r" t="t"/>
              <a:pathLst>
                <a:path extrusionOk="0" h="3434" w="4111">
                  <a:moveTo>
                    <a:pt x="529" y="0"/>
                  </a:moveTo>
                  <a:lnTo>
                    <a:pt x="529" y="1420"/>
                  </a:lnTo>
                  <a:cubicBezTo>
                    <a:pt x="529" y="1710"/>
                    <a:pt x="337" y="1963"/>
                    <a:pt x="62" y="2047"/>
                  </a:cubicBezTo>
                  <a:lnTo>
                    <a:pt x="0" y="2065"/>
                  </a:lnTo>
                  <a:lnTo>
                    <a:pt x="2057" y="3434"/>
                  </a:lnTo>
                  <a:lnTo>
                    <a:pt x="4111" y="2065"/>
                  </a:lnTo>
                  <a:lnTo>
                    <a:pt x="4053" y="2047"/>
                  </a:lnTo>
                  <a:cubicBezTo>
                    <a:pt x="3774" y="1963"/>
                    <a:pt x="3582" y="1710"/>
                    <a:pt x="3582" y="1420"/>
                  </a:cubicBezTo>
                  <a:lnTo>
                    <a:pt x="358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2"/>
            <p:cNvSpPr/>
            <p:nvPr/>
          </p:nvSpPr>
          <p:spPr>
            <a:xfrm>
              <a:off x="5458326" y="2188791"/>
              <a:ext cx="79990" cy="34345"/>
            </a:xfrm>
            <a:custGeom>
              <a:rect b="b" l="l" r="r" t="t"/>
              <a:pathLst>
                <a:path extrusionOk="0" h="1310" w="3051">
                  <a:moveTo>
                    <a:pt x="1" y="0"/>
                  </a:moveTo>
                  <a:lnTo>
                    <a:pt x="1" y="924"/>
                  </a:lnTo>
                  <a:cubicBezTo>
                    <a:pt x="475" y="1181"/>
                    <a:pt x="999" y="1309"/>
                    <a:pt x="1524" y="1309"/>
                  </a:cubicBezTo>
                  <a:cubicBezTo>
                    <a:pt x="2049" y="1309"/>
                    <a:pt x="2574" y="1181"/>
                    <a:pt x="3050" y="924"/>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2"/>
            <p:cNvSpPr/>
            <p:nvPr/>
          </p:nvSpPr>
          <p:spPr>
            <a:xfrm>
              <a:off x="5401172" y="2091656"/>
              <a:ext cx="194298" cy="114439"/>
            </a:xfrm>
            <a:custGeom>
              <a:rect b="b" l="l" r="r" t="t"/>
              <a:pathLst>
                <a:path extrusionOk="0" h="4365" w="7411">
                  <a:moveTo>
                    <a:pt x="870" y="0"/>
                  </a:moveTo>
                  <a:lnTo>
                    <a:pt x="870" y="656"/>
                  </a:lnTo>
                  <a:lnTo>
                    <a:pt x="544" y="656"/>
                  </a:lnTo>
                  <a:cubicBezTo>
                    <a:pt x="243" y="656"/>
                    <a:pt x="0" y="898"/>
                    <a:pt x="0" y="1199"/>
                  </a:cubicBezTo>
                  <a:cubicBezTo>
                    <a:pt x="0" y="1500"/>
                    <a:pt x="243" y="1746"/>
                    <a:pt x="544" y="1746"/>
                  </a:cubicBezTo>
                  <a:lnTo>
                    <a:pt x="880" y="1746"/>
                  </a:lnTo>
                  <a:cubicBezTo>
                    <a:pt x="993" y="3220"/>
                    <a:pt x="2224" y="4364"/>
                    <a:pt x="3705" y="4364"/>
                  </a:cubicBezTo>
                  <a:cubicBezTo>
                    <a:pt x="5187" y="4364"/>
                    <a:pt x="6414" y="3220"/>
                    <a:pt x="6527" y="1746"/>
                  </a:cubicBezTo>
                  <a:lnTo>
                    <a:pt x="6863" y="1746"/>
                  </a:lnTo>
                  <a:cubicBezTo>
                    <a:pt x="7164" y="1746"/>
                    <a:pt x="7410" y="1500"/>
                    <a:pt x="7410" y="1199"/>
                  </a:cubicBezTo>
                  <a:cubicBezTo>
                    <a:pt x="7410" y="898"/>
                    <a:pt x="7164" y="656"/>
                    <a:pt x="6863" y="656"/>
                  </a:cubicBezTo>
                  <a:lnTo>
                    <a:pt x="6537" y="656"/>
                  </a:lnTo>
                  <a:lnTo>
                    <a:pt x="6537"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2"/>
            <p:cNvSpPr/>
            <p:nvPr/>
          </p:nvSpPr>
          <p:spPr>
            <a:xfrm>
              <a:off x="5401172" y="2091656"/>
              <a:ext cx="108540" cy="114387"/>
            </a:xfrm>
            <a:custGeom>
              <a:rect b="b" l="l" r="r" t="t"/>
              <a:pathLst>
                <a:path extrusionOk="0" h="4363" w="4140">
                  <a:moveTo>
                    <a:pt x="870" y="0"/>
                  </a:moveTo>
                  <a:lnTo>
                    <a:pt x="870" y="656"/>
                  </a:lnTo>
                  <a:lnTo>
                    <a:pt x="544" y="656"/>
                  </a:lnTo>
                  <a:cubicBezTo>
                    <a:pt x="243" y="656"/>
                    <a:pt x="0" y="898"/>
                    <a:pt x="0" y="1199"/>
                  </a:cubicBezTo>
                  <a:cubicBezTo>
                    <a:pt x="0" y="1500"/>
                    <a:pt x="243" y="1746"/>
                    <a:pt x="544" y="1746"/>
                  </a:cubicBezTo>
                  <a:lnTo>
                    <a:pt x="880" y="1746"/>
                  </a:lnTo>
                  <a:cubicBezTo>
                    <a:pt x="985" y="3241"/>
                    <a:pt x="2233" y="4362"/>
                    <a:pt x="3680" y="4362"/>
                  </a:cubicBezTo>
                  <a:cubicBezTo>
                    <a:pt x="3832" y="4362"/>
                    <a:pt x="3985" y="4350"/>
                    <a:pt x="4140" y="4325"/>
                  </a:cubicBezTo>
                  <a:cubicBezTo>
                    <a:pt x="2760" y="4111"/>
                    <a:pt x="1742" y="2923"/>
                    <a:pt x="1742" y="1525"/>
                  </a:cubicBezTo>
                  <a:lnTo>
                    <a:pt x="174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2"/>
            <p:cNvSpPr/>
            <p:nvPr/>
          </p:nvSpPr>
          <p:spPr>
            <a:xfrm>
              <a:off x="5413416" y="1988804"/>
              <a:ext cx="169811" cy="74300"/>
            </a:xfrm>
            <a:custGeom>
              <a:rect b="b" l="l" r="r" t="t"/>
              <a:pathLst>
                <a:path extrusionOk="0" h="2834" w="6477">
                  <a:moveTo>
                    <a:pt x="3238" y="1"/>
                  </a:moveTo>
                  <a:cubicBezTo>
                    <a:pt x="1601" y="1"/>
                    <a:pt x="218" y="1214"/>
                    <a:pt x="0" y="2833"/>
                  </a:cubicBezTo>
                  <a:lnTo>
                    <a:pt x="6476" y="2833"/>
                  </a:lnTo>
                  <a:cubicBezTo>
                    <a:pt x="6259" y="1214"/>
                    <a:pt x="4875" y="1"/>
                    <a:pt x="32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2"/>
            <p:cNvSpPr/>
            <p:nvPr/>
          </p:nvSpPr>
          <p:spPr>
            <a:xfrm>
              <a:off x="5486825" y="2285927"/>
              <a:ext cx="22888" cy="22914"/>
            </a:xfrm>
            <a:custGeom>
              <a:rect b="b" l="l" r="r" t="t"/>
              <a:pathLst>
                <a:path extrusionOk="0" h="874" w="873">
                  <a:moveTo>
                    <a:pt x="438" y="0"/>
                  </a:moveTo>
                  <a:cubicBezTo>
                    <a:pt x="196" y="0"/>
                    <a:pt x="0" y="196"/>
                    <a:pt x="0" y="438"/>
                  </a:cubicBezTo>
                  <a:cubicBezTo>
                    <a:pt x="0" y="678"/>
                    <a:pt x="196" y="873"/>
                    <a:pt x="438" y="873"/>
                  </a:cubicBezTo>
                  <a:cubicBezTo>
                    <a:pt x="677" y="873"/>
                    <a:pt x="873" y="678"/>
                    <a:pt x="873" y="438"/>
                  </a:cubicBezTo>
                  <a:cubicBezTo>
                    <a:pt x="873" y="196"/>
                    <a:pt x="677" y="0"/>
                    <a:pt x="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2"/>
            <p:cNvSpPr/>
            <p:nvPr/>
          </p:nvSpPr>
          <p:spPr>
            <a:xfrm>
              <a:off x="5406862" y="2063157"/>
              <a:ext cx="182919" cy="28525"/>
            </a:xfrm>
            <a:custGeom>
              <a:rect b="b" l="l" r="r" t="t"/>
              <a:pathLst>
                <a:path extrusionOk="0" h="1088" w="6977">
                  <a:moveTo>
                    <a:pt x="218" y="1"/>
                  </a:moveTo>
                  <a:cubicBezTo>
                    <a:pt x="98" y="1"/>
                    <a:pt x="1" y="98"/>
                    <a:pt x="1" y="218"/>
                  </a:cubicBezTo>
                  <a:lnTo>
                    <a:pt x="1" y="1087"/>
                  </a:lnTo>
                  <a:lnTo>
                    <a:pt x="6976" y="1087"/>
                  </a:lnTo>
                  <a:lnTo>
                    <a:pt x="6976" y="218"/>
                  </a:lnTo>
                  <a:cubicBezTo>
                    <a:pt x="6976" y="98"/>
                    <a:pt x="6878" y="1"/>
                    <a:pt x="675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2"/>
            <p:cNvSpPr/>
            <p:nvPr/>
          </p:nvSpPr>
          <p:spPr>
            <a:xfrm>
              <a:off x="5406862" y="2063079"/>
              <a:ext cx="40008" cy="28603"/>
            </a:xfrm>
            <a:custGeom>
              <a:rect b="b" l="l" r="r" t="t"/>
              <a:pathLst>
                <a:path extrusionOk="0" h="1091" w="1526">
                  <a:moveTo>
                    <a:pt x="218" y="0"/>
                  </a:moveTo>
                  <a:cubicBezTo>
                    <a:pt x="98" y="0"/>
                    <a:pt x="1" y="98"/>
                    <a:pt x="1" y="217"/>
                  </a:cubicBezTo>
                  <a:lnTo>
                    <a:pt x="1" y="1090"/>
                  </a:lnTo>
                  <a:lnTo>
                    <a:pt x="1312" y="1090"/>
                  </a:lnTo>
                  <a:lnTo>
                    <a:pt x="1312" y="221"/>
                  </a:lnTo>
                  <a:cubicBezTo>
                    <a:pt x="1308" y="101"/>
                    <a:pt x="1406" y="4"/>
                    <a:pt x="15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2"/>
            <p:cNvSpPr/>
            <p:nvPr/>
          </p:nvSpPr>
          <p:spPr>
            <a:xfrm>
              <a:off x="5412656" y="2091656"/>
              <a:ext cx="171515" cy="49604"/>
            </a:xfrm>
            <a:custGeom>
              <a:rect b="b" l="l" r="r" t="t"/>
              <a:pathLst>
                <a:path extrusionOk="0" h="1892" w="6542">
                  <a:moveTo>
                    <a:pt x="1" y="0"/>
                  </a:moveTo>
                  <a:lnTo>
                    <a:pt x="1" y="656"/>
                  </a:lnTo>
                  <a:lnTo>
                    <a:pt x="1580" y="1750"/>
                  </a:lnTo>
                  <a:cubicBezTo>
                    <a:pt x="1720" y="1846"/>
                    <a:pt x="1878" y="1891"/>
                    <a:pt x="2034" y="1891"/>
                  </a:cubicBezTo>
                  <a:cubicBezTo>
                    <a:pt x="2340" y="1891"/>
                    <a:pt x="2637" y="1716"/>
                    <a:pt x="2771" y="1409"/>
                  </a:cubicBezTo>
                  <a:cubicBezTo>
                    <a:pt x="2858" y="1214"/>
                    <a:pt x="3054" y="1090"/>
                    <a:pt x="3267" y="1090"/>
                  </a:cubicBezTo>
                  <a:cubicBezTo>
                    <a:pt x="3481" y="1090"/>
                    <a:pt x="3677" y="1214"/>
                    <a:pt x="3767" y="1409"/>
                  </a:cubicBezTo>
                  <a:cubicBezTo>
                    <a:pt x="3899" y="1716"/>
                    <a:pt x="4196" y="1891"/>
                    <a:pt x="4503" y="1891"/>
                  </a:cubicBezTo>
                  <a:cubicBezTo>
                    <a:pt x="4659" y="1891"/>
                    <a:pt x="4818" y="1846"/>
                    <a:pt x="4959" y="1750"/>
                  </a:cubicBezTo>
                  <a:lnTo>
                    <a:pt x="6534" y="656"/>
                  </a:lnTo>
                  <a:lnTo>
                    <a:pt x="6541" y="656"/>
                  </a:lnTo>
                  <a:lnTo>
                    <a:pt x="654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2"/>
            <p:cNvSpPr/>
            <p:nvPr/>
          </p:nvSpPr>
          <p:spPr>
            <a:xfrm>
              <a:off x="5406862" y="2091656"/>
              <a:ext cx="182815" cy="17199"/>
            </a:xfrm>
            <a:custGeom>
              <a:rect b="b" l="l" r="r" t="t"/>
              <a:pathLst>
                <a:path extrusionOk="0" h="656" w="6973">
                  <a:moveTo>
                    <a:pt x="1" y="0"/>
                  </a:moveTo>
                  <a:lnTo>
                    <a:pt x="1" y="638"/>
                  </a:lnTo>
                  <a:cubicBezTo>
                    <a:pt x="1" y="645"/>
                    <a:pt x="1" y="649"/>
                    <a:pt x="1" y="656"/>
                  </a:cubicBezTo>
                  <a:lnTo>
                    <a:pt x="6972" y="656"/>
                  </a:lnTo>
                  <a:lnTo>
                    <a:pt x="6972" y="638"/>
                  </a:lnTo>
                  <a:lnTo>
                    <a:pt x="69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2"/>
            <p:cNvSpPr/>
            <p:nvPr/>
          </p:nvSpPr>
          <p:spPr>
            <a:xfrm>
              <a:off x="5355790" y="1983508"/>
              <a:ext cx="284879" cy="364974"/>
            </a:xfrm>
            <a:custGeom>
              <a:rect b="b" l="l" r="r" t="t"/>
              <a:pathLst>
                <a:path extrusionOk="0" h="13921" w="10866">
                  <a:moveTo>
                    <a:pt x="4803" y="561"/>
                  </a:moveTo>
                  <a:cubicBezTo>
                    <a:pt x="4545" y="1116"/>
                    <a:pt x="4411" y="1999"/>
                    <a:pt x="4364" y="2829"/>
                  </a:cubicBezTo>
                  <a:lnTo>
                    <a:pt x="3484" y="2829"/>
                  </a:lnTo>
                  <a:cubicBezTo>
                    <a:pt x="3495" y="2763"/>
                    <a:pt x="3502" y="2698"/>
                    <a:pt x="3517" y="2637"/>
                  </a:cubicBezTo>
                  <a:cubicBezTo>
                    <a:pt x="3544" y="2484"/>
                    <a:pt x="3426" y="2394"/>
                    <a:pt x="3310" y="2394"/>
                  </a:cubicBezTo>
                  <a:cubicBezTo>
                    <a:pt x="3223" y="2394"/>
                    <a:pt x="3137" y="2445"/>
                    <a:pt x="3115" y="2561"/>
                  </a:cubicBezTo>
                  <a:cubicBezTo>
                    <a:pt x="3097" y="2651"/>
                    <a:pt x="3086" y="2738"/>
                    <a:pt x="3071" y="2832"/>
                  </a:cubicBezTo>
                  <a:lnTo>
                    <a:pt x="2438" y="2832"/>
                  </a:lnTo>
                  <a:cubicBezTo>
                    <a:pt x="2618" y="2009"/>
                    <a:pt x="3127" y="1289"/>
                    <a:pt x="3848" y="854"/>
                  </a:cubicBezTo>
                  <a:lnTo>
                    <a:pt x="3848" y="854"/>
                  </a:lnTo>
                  <a:cubicBezTo>
                    <a:pt x="3659" y="1099"/>
                    <a:pt x="3505" y="1364"/>
                    <a:pt x="3386" y="1648"/>
                  </a:cubicBezTo>
                  <a:cubicBezTo>
                    <a:pt x="3319" y="1809"/>
                    <a:pt x="3452" y="1933"/>
                    <a:pt x="3583" y="1933"/>
                  </a:cubicBezTo>
                  <a:cubicBezTo>
                    <a:pt x="3655" y="1933"/>
                    <a:pt x="3726" y="1896"/>
                    <a:pt x="3763" y="1807"/>
                  </a:cubicBezTo>
                  <a:cubicBezTo>
                    <a:pt x="4017" y="1210"/>
                    <a:pt x="4386" y="779"/>
                    <a:pt x="4803" y="561"/>
                  </a:cubicBezTo>
                  <a:close/>
                  <a:moveTo>
                    <a:pt x="5436" y="406"/>
                  </a:moveTo>
                  <a:cubicBezTo>
                    <a:pt x="5480" y="406"/>
                    <a:pt x="5654" y="529"/>
                    <a:pt x="5820" y="1079"/>
                  </a:cubicBezTo>
                  <a:cubicBezTo>
                    <a:pt x="5961" y="1536"/>
                    <a:pt x="6056" y="2151"/>
                    <a:pt x="6092" y="2832"/>
                  </a:cubicBezTo>
                  <a:lnTo>
                    <a:pt x="4777" y="2832"/>
                  </a:lnTo>
                  <a:cubicBezTo>
                    <a:pt x="4813" y="2151"/>
                    <a:pt x="4908" y="1536"/>
                    <a:pt x="5049" y="1079"/>
                  </a:cubicBezTo>
                  <a:cubicBezTo>
                    <a:pt x="5215" y="529"/>
                    <a:pt x="5389" y="406"/>
                    <a:pt x="5436" y="406"/>
                  </a:cubicBezTo>
                  <a:close/>
                  <a:moveTo>
                    <a:pt x="6063" y="565"/>
                  </a:moveTo>
                  <a:lnTo>
                    <a:pt x="6063" y="565"/>
                  </a:lnTo>
                  <a:cubicBezTo>
                    <a:pt x="6722" y="906"/>
                    <a:pt x="7236" y="1760"/>
                    <a:pt x="7385" y="2832"/>
                  </a:cubicBezTo>
                  <a:lnTo>
                    <a:pt x="6501" y="2832"/>
                  </a:lnTo>
                  <a:cubicBezTo>
                    <a:pt x="6458" y="1999"/>
                    <a:pt x="6320" y="1119"/>
                    <a:pt x="6063" y="565"/>
                  </a:cubicBezTo>
                  <a:close/>
                  <a:moveTo>
                    <a:pt x="7012" y="848"/>
                  </a:moveTo>
                  <a:lnTo>
                    <a:pt x="7012" y="848"/>
                  </a:lnTo>
                  <a:cubicBezTo>
                    <a:pt x="7740" y="1286"/>
                    <a:pt x="8254" y="2003"/>
                    <a:pt x="8431" y="2832"/>
                  </a:cubicBezTo>
                  <a:lnTo>
                    <a:pt x="7798" y="2832"/>
                  </a:lnTo>
                  <a:cubicBezTo>
                    <a:pt x="7700" y="2086"/>
                    <a:pt x="7439" y="1405"/>
                    <a:pt x="7052" y="895"/>
                  </a:cubicBezTo>
                  <a:lnTo>
                    <a:pt x="7012" y="848"/>
                  </a:lnTo>
                  <a:close/>
                  <a:moveTo>
                    <a:pt x="8703" y="3242"/>
                  </a:moveTo>
                  <a:cubicBezTo>
                    <a:pt x="8714" y="3242"/>
                    <a:pt x="8718" y="3249"/>
                    <a:pt x="8718" y="3256"/>
                  </a:cubicBezTo>
                  <a:lnTo>
                    <a:pt x="8718" y="3922"/>
                  </a:lnTo>
                  <a:lnTo>
                    <a:pt x="2151" y="3919"/>
                  </a:lnTo>
                  <a:lnTo>
                    <a:pt x="2151" y="3256"/>
                  </a:lnTo>
                  <a:cubicBezTo>
                    <a:pt x="2151" y="3249"/>
                    <a:pt x="2159" y="3242"/>
                    <a:pt x="2166" y="3242"/>
                  </a:cubicBezTo>
                  <a:close/>
                  <a:moveTo>
                    <a:pt x="8718" y="4328"/>
                  </a:moveTo>
                  <a:lnTo>
                    <a:pt x="8718" y="4585"/>
                  </a:lnTo>
                  <a:cubicBezTo>
                    <a:pt x="8678" y="4578"/>
                    <a:pt x="8638" y="4574"/>
                    <a:pt x="8594" y="4574"/>
                  </a:cubicBezTo>
                  <a:lnTo>
                    <a:pt x="8471" y="4574"/>
                  </a:lnTo>
                  <a:lnTo>
                    <a:pt x="8471" y="4328"/>
                  </a:lnTo>
                  <a:close/>
                  <a:moveTo>
                    <a:pt x="2398" y="4328"/>
                  </a:moveTo>
                  <a:lnTo>
                    <a:pt x="2398" y="4574"/>
                  </a:lnTo>
                  <a:lnTo>
                    <a:pt x="2307" y="4574"/>
                  </a:lnTo>
                  <a:cubicBezTo>
                    <a:pt x="2256" y="4574"/>
                    <a:pt x="2202" y="4582"/>
                    <a:pt x="2151" y="4592"/>
                  </a:cubicBezTo>
                  <a:lnTo>
                    <a:pt x="2151" y="4589"/>
                  </a:lnTo>
                  <a:lnTo>
                    <a:pt x="2151" y="4328"/>
                  </a:lnTo>
                  <a:close/>
                  <a:moveTo>
                    <a:pt x="2398" y="4984"/>
                  </a:moveTo>
                  <a:lnTo>
                    <a:pt x="2398" y="5650"/>
                  </a:lnTo>
                  <a:lnTo>
                    <a:pt x="2398" y="5664"/>
                  </a:lnTo>
                  <a:lnTo>
                    <a:pt x="2275" y="5664"/>
                  </a:lnTo>
                  <a:cubicBezTo>
                    <a:pt x="2072" y="5664"/>
                    <a:pt x="1916" y="5487"/>
                    <a:pt x="1938" y="5288"/>
                  </a:cubicBezTo>
                  <a:cubicBezTo>
                    <a:pt x="1952" y="5118"/>
                    <a:pt x="2119" y="4984"/>
                    <a:pt x="2307" y="4984"/>
                  </a:cubicBezTo>
                  <a:close/>
                  <a:moveTo>
                    <a:pt x="8604" y="4984"/>
                  </a:moveTo>
                  <a:cubicBezTo>
                    <a:pt x="8804" y="4984"/>
                    <a:pt x="8956" y="5159"/>
                    <a:pt x="8935" y="5360"/>
                  </a:cubicBezTo>
                  <a:cubicBezTo>
                    <a:pt x="8917" y="5530"/>
                    <a:pt x="8754" y="5664"/>
                    <a:pt x="8565" y="5664"/>
                  </a:cubicBezTo>
                  <a:lnTo>
                    <a:pt x="8475" y="5664"/>
                  </a:lnTo>
                  <a:lnTo>
                    <a:pt x="8475" y="5654"/>
                  </a:lnTo>
                  <a:lnTo>
                    <a:pt x="8475" y="4984"/>
                  </a:lnTo>
                  <a:lnTo>
                    <a:pt x="8598" y="4984"/>
                  </a:lnTo>
                  <a:cubicBezTo>
                    <a:pt x="8600" y="4984"/>
                    <a:pt x="8602" y="4984"/>
                    <a:pt x="8604" y="4984"/>
                  </a:cubicBezTo>
                  <a:close/>
                  <a:moveTo>
                    <a:pt x="8066" y="4332"/>
                  </a:moveTo>
                  <a:lnTo>
                    <a:pt x="8066" y="4973"/>
                  </a:lnTo>
                  <a:lnTo>
                    <a:pt x="7008" y="5704"/>
                  </a:lnTo>
                  <a:cubicBezTo>
                    <a:pt x="6909" y="5774"/>
                    <a:pt x="6790" y="5811"/>
                    <a:pt x="6671" y="5811"/>
                  </a:cubicBezTo>
                  <a:cubicBezTo>
                    <a:pt x="6616" y="5811"/>
                    <a:pt x="6562" y="5803"/>
                    <a:pt x="6508" y="5788"/>
                  </a:cubicBezTo>
                  <a:cubicBezTo>
                    <a:pt x="6338" y="5737"/>
                    <a:pt x="6197" y="5614"/>
                    <a:pt x="6124" y="5451"/>
                  </a:cubicBezTo>
                  <a:cubicBezTo>
                    <a:pt x="6003" y="5182"/>
                    <a:pt x="5739" y="5009"/>
                    <a:pt x="5445" y="5009"/>
                  </a:cubicBezTo>
                  <a:cubicBezTo>
                    <a:pt x="5442" y="5009"/>
                    <a:pt x="5439" y="5009"/>
                    <a:pt x="5436" y="5009"/>
                  </a:cubicBezTo>
                  <a:cubicBezTo>
                    <a:pt x="5433" y="5009"/>
                    <a:pt x="5430" y="5009"/>
                    <a:pt x="5427" y="5009"/>
                  </a:cubicBezTo>
                  <a:cubicBezTo>
                    <a:pt x="5134" y="5009"/>
                    <a:pt x="4866" y="5182"/>
                    <a:pt x="4748" y="5451"/>
                  </a:cubicBezTo>
                  <a:cubicBezTo>
                    <a:pt x="4676" y="5614"/>
                    <a:pt x="4535" y="5737"/>
                    <a:pt x="4361" y="5788"/>
                  </a:cubicBezTo>
                  <a:cubicBezTo>
                    <a:pt x="4308" y="5802"/>
                    <a:pt x="4253" y="5810"/>
                    <a:pt x="4200" y="5810"/>
                  </a:cubicBezTo>
                  <a:cubicBezTo>
                    <a:pt x="4081" y="5810"/>
                    <a:pt x="3964" y="5774"/>
                    <a:pt x="3864" y="5704"/>
                  </a:cubicBezTo>
                  <a:lnTo>
                    <a:pt x="2807" y="4976"/>
                  </a:lnTo>
                  <a:lnTo>
                    <a:pt x="2807" y="4332"/>
                  </a:lnTo>
                  <a:close/>
                  <a:moveTo>
                    <a:pt x="5445" y="5418"/>
                  </a:moveTo>
                  <a:cubicBezTo>
                    <a:pt x="5576" y="5418"/>
                    <a:pt x="5691" y="5497"/>
                    <a:pt x="5748" y="5614"/>
                  </a:cubicBezTo>
                  <a:cubicBezTo>
                    <a:pt x="5913" y="6000"/>
                    <a:pt x="6287" y="6221"/>
                    <a:pt x="6671" y="6221"/>
                  </a:cubicBezTo>
                  <a:cubicBezTo>
                    <a:pt x="6867" y="6221"/>
                    <a:pt x="7065" y="6163"/>
                    <a:pt x="7240" y="6041"/>
                  </a:cubicBezTo>
                  <a:lnTo>
                    <a:pt x="8066" y="5469"/>
                  </a:lnTo>
                  <a:lnTo>
                    <a:pt x="8066" y="5650"/>
                  </a:lnTo>
                  <a:cubicBezTo>
                    <a:pt x="8066" y="7102"/>
                    <a:pt x="6885" y="8279"/>
                    <a:pt x="5436" y="8279"/>
                  </a:cubicBezTo>
                  <a:cubicBezTo>
                    <a:pt x="3984" y="8279"/>
                    <a:pt x="2807" y="7102"/>
                    <a:pt x="2807" y="5650"/>
                  </a:cubicBezTo>
                  <a:lnTo>
                    <a:pt x="2807" y="5469"/>
                  </a:lnTo>
                  <a:lnTo>
                    <a:pt x="3629" y="6041"/>
                  </a:lnTo>
                  <a:cubicBezTo>
                    <a:pt x="3804" y="6162"/>
                    <a:pt x="4002" y="6219"/>
                    <a:pt x="4197" y="6219"/>
                  </a:cubicBezTo>
                  <a:cubicBezTo>
                    <a:pt x="4581" y="6219"/>
                    <a:pt x="4953" y="6000"/>
                    <a:pt x="5121" y="5614"/>
                  </a:cubicBezTo>
                  <a:cubicBezTo>
                    <a:pt x="5178" y="5497"/>
                    <a:pt x="5297" y="5418"/>
                    <a:pt x="5428" y="5418"/>
                  </a:cubicBezTo>
                  <a:cubicBezTo>
                    <a:pt x="5430" y="5418"/>
                    <a:pt x="5433" y="5418"/>
                    <a:pt x="5436" y="5418"/>
                  </a:cubicBezTo>
                  <a:cubicBezTo>
                    <a:pt x="5439" y="5418"/>
                    <a:pt x="5442" y="5418"/>
                    <a:pt x="5445" y="5418"/>
                  </a:cubicBezTo>
                  <a:close/>
                  <a:moveTo>
                    <a:pt x="3705" y="8906"/>
                  </a:moveTo>
                  <a:lnTo>
                    <a:pt x="3705" y="9301"/>
                  </a:lnTo>
                  <a:cubicBezTo>
                    <a:pt x="3705" y="9489"/>
                    <a:pt x="3589" y="9656"/>
                    <a:pt x="3412" y="9724"/>
                  </a:cubicBezTo>
                  <a:lnTo>
                    <a:pt x="2941" y="9413"/>
                  </a:lnTo>
                  <a:cubicBezTo>
                    <a:pt x="2716" y="9261"/>
                    <a:pt x="2821" y="8910"/>
                    <a:pt x="3093" y="8910"/>
                  </a:cubicBezTo>
                  <a:lnTo>
                    <a:pt x="3705" y="8906"/>
                  </a:lnTo>
                  <a:close/>
                  <a:moveTo>
                    <a:pt x="7776" y="8906"/>
                  </a:moveTo>
                  <a:cubicBezTo>
                    <a:pt x="8048" y="8906"/>
                    <a:pt x="8153" y="9261"/>
                    <a:pt x="7928" y="9413"/>
                  </a:cubicBezTo>
                  <a:lnTo>
                    <a:pt x="7457" y="9724"/>
                  </a:lnTo>
                  <a:cubicBezTo>
                    <a:pt x="7283" y="9659"/>
                    <a:pt x="7164" y="9493"/>
                    <a:pt x="7164" y="9304"/>
                  </a:cubicBezTo>
                  <a:lnTo>
                    <a:pt x="7164" y="8906"/>
                  </a:lnTo>
                  <a:close/>
                  <a:moveTo>
                    <a:pt x="3705" y="8250"/>
                  </a:moveTo>
                  <a:lnTo>
                    <a:pt x="3705" y="8497"/>
                  </a:lnTo>
                  <a:lnTo>
                    <a:pt x="3093" y="8497"/>
                  </a:lnTo>
                  <a:cubicBezTo>
                    <a:pt x="2419" y="8497"/>
                    <a:pt x="2155" y="9373"/>
                    <a:pt x="2716" y="9750"/>
                  </a:cubicBezTo>
                  <a:lnTo>
                    <a:pt x="5172" y="11387"/>
                  </a:lnTo>
                  <a:cubicBezTo>
                    <a:pt x="5009" y="11463"/>
                    <a:pt x="4886" y="11600"/>
                    <a:pt x="4828" y="11767"/>
                  </a:cubicBezTo>
                  <a:lnTo>
                    <a:pt x="4346" y="11767"/>
                  </a:lnTo>
                  <a:cubicBezTo>
                    <a:pt x="3013" y="11767"/>
                    <a:pt x="1934" y="10688"/>
                    <a:pt x="1934" y="9355"/>
                  </a:cubicBezTo>
                  <a:cubicBezTo>
                    <a:pt x="1934" y="8747"/>
                    <a:pt x="2427" y="8254"/>
                    <a:pt x="3035" y="8250"/>
                  </a:cubicBezTo>
                  <a:close/>
                  <a:moveTo>
                    <a:pt x="7834" y="8254"/>
                  </a:moveTo>
                  <a:cubicBezTo>
                    <a:pt x="8442" y="8254"/>
                    <a:pt x="8935" y="8747"/>
                    <a:pt x="8935" y="9359"/>
                  </a:cubicBezTo>
                  <a:cubicBezTo>
                    <a:pt x="8935" y="10688"/>
                    <a:pt x="7856" y="11767"/>
                    <a:pt x="6526" y="11767"/>
                  </a:cubicBezTo>
                  <a:lnTo>
                    <a:pt x="6041" y="11767"/>
                  </a:lnTo>
                  <a:cubicBezTo>
                    <a:pt x="5983" y="11597"/>
                    <a:pt x="5860" y="11463"/>
                    <a:pt x="5697" y="11387"/>
                  </a:cubicBezTo>
                  <a:lnTo>
                    <a:pt x="6421" y="10905"/>
                  </a:lnTo>
                  <a:cubicBezTo>
                    <a:pt x="6610" y="10779"/>
                    <a:pt x="6487" y="10528"/>
                    <a:pt x="6312" y="10528"/>
                  </a:cubicBezTo>
                  <a:cubicBezTo>
                    <a:pt x="6275" y="10528"/>
                    <a:pt x="6236" y="10539"/>
                    <a:pt x="6197" y="10565"/>
                  </a:cubicBezTo>
                  <a:lnTo>
                    <a:pt x="5436" y="11072"/>
                  </a:lnTo>
                  <a:lnTo>
                    <a:pt x="3788" y="9974"/>
                  </a:lnTo>
                  <a:cubicBezTo>
                    <a:pt x="3995" y="9811"/>
                    <a:pt x="4114" y="9565"/>
                    <a:pt x="4114" y="9301"/>
                  </a:cubicBezTo>
                  <a:lnTo>
                    <a:pt x="4114" y="8384"/>
                  </a:lnTo>
                  <a:cubicBezTo>
                    <a:pt x="4533" y="8587"/>
                    <a:pt x="4985" y="8689"/>
                    <a:pt x="5438" y="8689"/>
                  </a:cubicBezTo>
                  <a:cubicBezTo>
                    <a:pt x="5890" y="8689"/>
                    <a:pt x="6342" y="8587"/>
                    <a:pt x="6758" y="8384"/>
                  </a:cubicBezTo>
                  <a:lnTo>
                    <a:pt x="6758" y="9304"/>
                  </a:lnTo>
                  <a:cubicBezTo>
                    <a:pt x="6758" y="9565"/>
                    <a:pt x="6878" y="9811"/>
                    <a:pt x="7084" y="9974"/>
                  </a:cubicBezTo>
                  <a:lnTo>
                    <a:pt x="6957" y="10058"/>
                  </a:lnTo>
                  <a:cubicBezTo>
                    <a:pt x="6772" y="10183"/>
                    <a:pt x="6892" y="10436"/>
                    <a:pt x="7068" y="10436"/>
                  </a:cubicBezTo>
                  <a:cubicBezTo>
                    <a:pt x="7106" y="10436"/>
                    <a:pt x="7145" y="10425"/>
                    <a:pt x="7186" y="10398"/>
                  </a:cubicBezTo>
                  <a:lnTo>
                    <a:pt x="8156" y="9750"/>
                  </a:lnTo>
                  <a:cubicBezTo>
                    <a:pt x="8718" y="9377"/>
                    <a:pt x="8453" y="8500"/>
                    <a:pt x="7776" y="8500"/>
                  </a:cubicBezTo>
                  <a:lnTo>
                    <a:pt x="7164" y="8500"/>
                  </a:lnTo>
                  <a:lnTo>
                    <a:pt x="7164" y="8254"/>
                  </a:lnTo>
                  <a:close/>
                  <a:moveTo>
                    <a:pt x="5436" y="11740"/>
                  </a:moveTo>
                  <a:cubicBezTo>
                    <a:pt x="5552" y="11740"/>
                    <a:pt x="5668" y="11818"/>
                    <a:pt x="5668" y="11973"/>
                  </a:cubicBezTo>
                  <a:cubicBezTo>
                    <a:pt x="5668" y="12100"/>
                    <a:pt x="5563" y="12205"/>
                    <a:pt x="5436" y="12205"/>
                  </a:cubicBezTo>
                  <a:cubicBezTo>
                    <a:pt x="5306" y="12205"/>
                    <a:pt x="5205" y="12100"/>
                    <a:pt x="5205" y="11973"/>
                  </a:cubicBezTo>
                  <a:cubicBezTo>
                    <a:pt x="5205" y="11818"/>
                    <a:pt x="5320" y="11740"/>
                    <a:pt x="5436" y="11740"/>
                  </a:cubicBezTo>
                  <a:close/>
                  <a:moveTo>
                    <a:pt x="5436" y="0"/>
                  </a:moveTo>
                  <a:cubicBezTo>
                    <a:pt x="3756" y="0"/>
                    <a:pt x="2314" y="1206"/>
                    <a:pt x="2021" y="2861"/>
                  </a:cubicBezTo>
                  <a:cubicBezTo>
                    <a:pt x="1854" y="2923"/>
                    <a:pt x="1746" y="3079"/>
                    <a:pt x="1742" y="3256"/>
                  </a:cubicBezTo>
                  <a:lnTo>
                    <a:pt x="1742" y="4810"/>
                  </a:lnTo>
                  <a:cubicBezTo>
                    <a:pt x="1623" y="4926"/>
                    <a:pt x="1547" y="5081"/>
                    <a:pt x="1528" y="5252"/>
                  </a:cubicBezTo>
                  <a:cubicBezTo>
                    <a:pt x="1485" y="5693"/>
                    <a:pt x="1829" y="6074"/>
                    <a:pt x="2275" y="6077"/>
                  </a:cubicBezTo>
                  <a:lnTo>
                    <a:pt x="2427" y="6077"/>
                  </a:lnTo>
                  <a:cubicBezTo>
                    <a:pt x="2521" y="6751"/>
                    <a:pt x="2843" y="7374"/>
                    <a:pt x="3336" y="7848"/>
                  </a:cubicBezTo>
                  <a:lnTo>
                    <a:pt x="3039" y="7848"/>
                  </a:lnTo>
                  <a:cubicBezTo>
                    <a:pt x="2202" y="7848"/>
                    <a:pt x="1528" y="8526"/>
                    <a:pt x="1525" y="9359"/>
                  </a:cubicBezTo>
                  <a:cubicBezTo>
                    <a:pt x="1525" y="9659"/>
                    <a:pt x="1572" y="9956"/>
                    <a:pt x="1666" y="10242"/>
                  </a:cubicBezTo>
                  <a:lnTo>
                    <a:pt x="1087" y="10409"/>
                  </a:lnTo>
                  <a:cubicBezTo>
                    <a:pt x="442" y="10601"/>
                    <a:pt x="4" y="11188"/>
                    <a:pt x="0" y="11858"/>
                  </a:cubicBezTo>
                  <a:lnTo>
                    <a:pt x="0" y="13716"/>
                  </a:lnTo>
                  <a:cubicBezTo>
                    <a:pt x="0" y="13850"/>
                    <a:pt x="102" y="13917"/>
                    <a:pt x="203" y="13917"/>
                  </a:cubicBezTo>
                  <a:cubicBezTo>
                    <a:pt x="304" y="13917"/>
                    <a:pt x="406" y="13850"/>
                    <a:pt x="406" y="13716"/>
                  </a:cubicBezTo>
                  <a:lnTo>
                    <a:pt x="406" y="11858"/>
                  </a:lnTo>
                  <a:cubicBezTo>
                    <a:pt x="406" y="11695"/>
                    <a:pt x="442" y="11535"/>
                    <a:pt x="511" y="11390"/>
                  </a:cubicBezTo>
                  <a:lnTo>
                    <a:pt x="1507" y="12245"/>
                  </a:lnTo>
                  <a:cubicBezTo>
                    <a:pt x="1655" y="12372"/>
                    <a:pt x="1742" y="12557"/>
                    <a:pt x="1742" y="12752"/>
                  </a:cubicBezTo>
                  <a:lnTo>
                    <a:pt x="1742" y="13716"/>
                  </a:lnTo>
                  <a:cubicBezTo>
                    <a:pt x="1742" y="13850"/>
                    <a:pt x="1844" y="13917"/>
                    <a:pt x="1945" y="13917"/>
                  </a:cubicBezTo>
                  <a:cubicBezTo>
                    <a:pt x="2046" y="13917"/>
                    <a:pt x="2148" y="13850"/>
                    <a:pt x="2148" y="13716"/>
                  </a:cubicBezTo>
                  <a:lnTo>
                    <a:pt x="2148" y="12756"/>
                  </a:lnTo>
                  <a:cubicBezTo>
                    <a:pt x="2148" y="12441"/>
                    <a:pt x="2010" y="12144"/>
                    <a:pt x="1771" y="11941"/>
                  </a:cubicBezTo>
                  <a:lnTo>
                    <a:pt x="750" y="11064"/>
                  </a:lnTo>
                  <a:cubicBezTo>
                    <a:pt x="877" y="10941"/>
                    <a:pt x="1029" y="10854"/>
                    <a:pt x="1195" y="10804"/>
                  </a:cubicBezTo>
                  <a:lnTo>
                    <a:pt x="1822" y="10623"/>
                  </a:lnTo>
                  <a:cubicBezTo>
                    <a:pt x="2300" y="11575"/>
                    <a:pt x="3278" y="12176"/>
                    <a:pt x="4346" y="12176"/>
                  </a:cubicBezTo>
                  <a:lnTo>
                    <a:pt x="4828" y="12176"/>
                  </a:lnTo>
                  <a:cubicBezTo>
                    <a:pt x="4893" y="12365"/>
                    <a:pt x="5042" y="12513"/>
                    <a:pt x="5230" y="12578"/>
                  </a:cubicBezTo>
                  <a:lnTo>
                    <a:pt x="5230" y="13716"/>
                  </a:lnTo>
                  <a:cubicBezTo>
                    <a:pt x="5230" y="13850"/>
                    <a:pt x="5332" y="13917"/>
                    <a:pt x="5434" y="13917"/>
                  </a:cubicBezTo>
                  <a:cubicBezTo>
                    <a:pt x="5537" y="13917"/>
                    <a:pt x="5639" y="13850"/>
                    <a:pt x="5639" y="13716"/>
                  </a:cubicBezTo>
                  <a:lnTo>
                    <a:pt x="5639" y="12578"/>
                  </a:lnTo>
                  <a:cubicBezTo>
                    <a:pt x="5827" y="12513"/>
                    <a:pt x="5976" y="12365"/>
                    <a:pt x="6041" y="12176"/>
                  </a:cubicBezTo>
                  <a:lnTo>
                    <a:pt x="6523" y="12176"/>
                  </a:lnTo>
                  <a:cubicBezTo>
                    <a:pt x="7591" y="12176"/>
                    <a:pt x="8565" y="11571"/>
                    <a:pt x="9044" y="10619"/>
                  </a:cubicBezTo>
                  <a:lnTo>
                    <a:pt x="9666" y="10800"/>
                  </a:lnTo>
                  <a:cubicBezTo>
                    <a:pt x="9837" y="10851"/>
                    <a:pt x="9989" y="10941"/>
                    <a:pt x="10116" y="11061"/>
                  </a:cubicBezTo>
                  <a:lnTo>
                    <a:pt x="9094" y="11937"/>
                  </a:lnTo>
                  <a:cubicBezTo>
                    <a:pt x="8855" y="12144"/>
                    <a:pt x="8718" y="12441"/>
                    <a:pt x="8718" y="12752"/>
                  </a:cubicBezTo>
                  <a:lnTo>
                    <a:pt x="8718" y="13716"/>
                  </a:lnTo>
                  <a:cubicBezTo>
                    <a:pt x="8718" y="13850"/>
                    <a:pt x="8819" y="13917"/>
                    <a:pt x="8920" y="13917"/>
                  </a:cubicBezTo>
                  <a:cubicBezTo>
                    <a:pt x="9022" y="13917"/>
                    <a:pt x="9123" y="13850"/>
                    <a:pt x="9123" y="13716"/>
                  </a:cubicBezTo>
                  <a:lnTo>
                    <a:pt x="9123" y="12756"/>
                  </a:lnTo>
                  <a:cubicBezTo>
                    <a:pt x="9123" y="12560"/>
                    <a:pt x="9210" y="12375"/>
                    <a:pt x="9359" y="12249"/>
                  </a:cubicBezTo>
                  <a:lnTo>
                    <a:pt x="10355" y="11394"/>
                  </a:lnTo>
                  <a:cubicBezTo>
                    <a:pt x="10423" y="11539"/>
                    <a:pt x="10460" y="11698"/>
                    <a:pt x="10460" y="11861"/>
                  </a:cubicBezTo>
                  <a:lnTo>
                    <a:pt x="10460" y="13719"/>
                  </a:lnTo>
                  <a:cubicBezTo>
                    <a:pt x="10460" y="13853"/>
                    <a:pt x="10561" y="13920"/>
                    <a:pt x="10662" y="13920"/>
                  </a:cubicBezTo>
                  <a:cubicBezTo>
                    <a:pt x="10764" y="13920"/>
                    <a:pt x="10865" y="13853"/>
                    <a:pt x="10865" y="13719"/>
                  </a:cubicBezTo>
                  <a:lnTo>
                    <a:pt x="10865" y="11861"/>
                  </a:lnTo>
                  <a:cubicBezTo>
                    <a:pt x="10865" y="11191"/>
                    <a:pt x="10427" y="10601"/>
                    <a:pt x="9786" y="10409"/>
                  </a:cubicBezTo>
                  <a:lnTo>
                    <a:pt x="9203" y="10239"/>
                  </a:lnTo>
                  <a:cubicBezTo>
                    <a:pt x="9297" y="9953"/>
                    <a:pt x="9344" y="9656"/>
                    <a:pt x="9344" y="9355"/>
                  </a:cubicBezTo>
                  <a:cubicBezTo>
                    <a:pt x="9344" y="8522"/>
                    <a:pt x="8667" y="7845"/>
                    <a:pt x="7834" y="7845"/>
                  </a:cubicBezTo>
                  <a:lnTo>
                    <a:pt x="7533" y="7845"/>
                  </a:lnTo>
                  <a:cubicBezTo>
                    <a:pt x="8026" y="7370"/>
                    <a:pt x="8348" y="6747"/>
                    <a:pt x="8442" y="6074"/>
                  </a:cubicBezTo>
                  <a:lnTo>
                    <a:pt x="8565" y="6074"/>
                  </a:lnTo>
                  <a:cubicBezTo>
                    <a:pt x="8964" y="6074"/>
                    <a:pt x="9304" y="5777"/>
                    <a:pt x="9341" y="5400"/>
                  </a:cubicBezTo>
                  <a:cubicBezTo>
                    <a:pt x="9362" y="5190"/>
                    <a:pt x="9293" y="4980"/>
                    <a:pt x="9152" y="4821"/>
                  </a:cubicBezTo>
                  <a:lnTo>
                    <a:pt x="9127" y="4795"/>
                  </a:lnTo>
                  <a:lnTo>
                    <a:pt x="9127" y="3256"/>
                  </a:lnTo>
                  <a:cubicBezTo>
                    <a:pt x="9127" y="3079"/>
                    <a:pt x="9015" y="2923"/>
                    <a:pt x="8852" y="2861"/>
                  </a:cubicBezTo>
                  <a:cubicBezTo>
                    <a:pt x="8555" y="1206"/>
                    <a:pt x="7117" y="0"/>
                    <a:pt x="5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2"/>
            <p:cNvSpPr/>
            <p:nvPr/>
          </p:nvSpPr>
          <p:spPr>
            <a:xfrm>
              <a:off x="5458615" y="2109195"/>
              <a:ext cx="10749" cy="16386"/>
            </a:xfrm>
            <a:custGeom>
              <a:rect b="b" l="l" r="r" t="t"/>
              <a:pathLst>
                <a:path extrusionOk="0" h="625" w="410">
                  <a:moveTo>
                    <a:pt x="205" y="0"/>
                  </a:moveTo>
                  <a:cubicBezTo>
                    <a:pt x="103" y="0"/>
                    <a:pt x="0" y="68"/>
                    <a:pt x="0" y="204"/>
                  </a:cubicBezTo>
                  <a:lnTo>
                    <a:pt x="0" y="421"/>
                  </a:lnTo>
                  <a:cubicBezTo>
                    <a:pt x="0" y="534"/>
                    <a:pt x="95" y="624"/>
                    <a:pt x="207" y="624"/>
                  </a:cubicBezTo>
                  <a:cubicBezTo>
                    <a:pt x="319" y="624"/>
                    <a:pt x="410" y="534"/>
                    <a:pt x="410" y="421"/>
                  </a:cubicBezTo>
                  <a:lnTo>
                    <a:pt x="410" y="204"/>
                  </a:lnTo>
                  <a:cubicBezTo>
                    <a:pt x="410" y="68"/>
                    <a:pt x="307" y="0"/>
                    <a:pt x="2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2"/>
            <p:cNvSpPr/>
            <p:nvPr/>
          </p:nvSpPr>
          <p:spPr>
            <a:xfrm>
              <a:off x="5527252" y="2109195"/>
              <a:ext cx="10671" cy="16386"/>
            </a:xfrm>
            <a:custGeom>
              <a:rect b="b" l="l" r="r" t="t"/>
              <a:pathLst>
                <a:path extrusionOk="0" h="625" w="407">
                  <a:moveTo>
                    <a:pt x="204" y="0"/>
                  </a:moveTo>
                  <a:cubicBezTo>
                    <a:pt x="102" y="0"/>
                    <a:pt x="1" y="68"/>
                    <a:pt x="1" y="204"/>
                  </a:cubicBezTo>
                  <a:lnTo>
                    <a:pt x="1" y="421"/>
                  </a:lnTo>
                  <a:cubicBezTo>
                    <a:pt x="1" y="534"/>
                    <a:pt x="91" y="624"/>
                    <a:pt x="204" y="624"/>
                  </a:cubicBezTo>
                  <a:cubicBezTo>
                    <a:pt x="316" y="624"/>
                    <a:pt x="407" y="534"/>
                    <a:pt x="407" y="421"/>
                  </a:cubicBezTo>
                  <a:lnTo>
                    <a:pt x="407" y="204"/>
                  </a:lnTo>
                  <a:cubicBezTo>
                    <a:pt x="407" y="68"/>
                    <a:pt x="305" y="0"/>
                    <a:pt x="2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2"/>
            <p:cNvSpPr/>
            <p:nvPr/>
          </p:nvSpPr>
          <p:spPr>
            <a:xfrm>
              <a:off x="5479694" y="2154892"/>
              <a:ext cx="37150" cy="10749"/>
            </a:xfrm>
            <a:custGeom>
              <a:rect b="b" l="l" r="r" t="t"/>
              <a:pathLst>
                <a:path extrusionOk="0" h="410" w="1417">
                  <a:moveTo>
                    <a:pt x="272" y="0"/>
                  </a:moveTo>
                  <a:cubicBezTo>
                    <a:pt x="0" y="0"/>
                    <a:pt x="0" y="410"/>
                    <a:pt x="272" y="410"/>
                  </a:cubicBezTo>
                  <a:lnTo>
                    <a:pt x="1145" y="410"/>
                  </a:lnTo>
                  <a:cubicBezTo>
                    <a:pt x="1417" y="410"/>
                    <a:pt x="1417" y="0"/>
                    <a:pt x="1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6" name="Google Shape;13536;p82"/>
          <p:cNvGrpSpPr/>
          <p:nvPr/>
        </p:nvGrpSpPr>
        <p:grpSpPr>
          <a:xfrm>
            <a:off x="7161573" y="2894750"/>
            <a:ext cx="273868" cy="365131"/>
            <a:chOff x="7161573" y="2894750"/>
            <a:chExt cx="273868" cy="365131"/>
          </a:xfrm>
        </p:grpSpPr>
        <p:sp>
          <p:nvSpPr>
            <p:cNvPr id="13537" name="Google Shape;13537;p82"/>
            <p:cNvSpPr/>
            <p:nvPr/>
          </p:nvSpPr>
          <p:spPr>
            <a:xfrm>
              <a:off x="7167104" y="3145520"/>
              <a:ext cx="262830" cy="109039"/>
            </a:xfrm>
            <a:custGeom>
              <a:rect b="b" l="l" r="r" t="t"/>
              <a:pathLst>
                <a:path extrusionOk="0" h="4159" w="10025">
                  <a:moveTo>
                    <a:pt x="3122" y="1"/>
                  </a:moveTo>
                  <a:lnTo>
                    <a:pt x="873" y="797"/>
                  </a:lnTo>
                  <a:cubicBezTo>
                    <a:pt x="348" y="978"/>
                    <a:pt x="0" y="1475"/>
                    <a:pt x="0" y="2029"/>
                  </a:cubicBezTo>
                  <a:lnTo>
                    <a:pt x="0" y="4158"/>
                  </a:lnTo>
                  <a:lnTo>
                    <a:pt x="10025" y="4158"/>
                  </a:lnTo>
                  <a:lnTo>
                    <a:pt x="10025" y="2029"/>
                  </a:lnTo>
                  <a:cubicBezTo>
                    <a:pt x="10025" y="1475"/>
                    <a:pt x="9674" y="978"/>
                    <a:pt x="9152" y="797"/>
                  </a:cubicBezTo>
                  <a:lnTo>
                    <a:pt x="69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2"/>
            <p:cNvSpPr/>
            <p:nvPr/>
          </p:nvSpPr>
          <p:spPr>
            <a:xfrm>
              <a:off x="7201371" y="2940237"/>
              <a:ext cx="194298" cy="291434"/>
            </a:xfrm>
            <a:custGeom>
              <a:rect b="b" l="l" r="r" t="t"/>
              <a:pathLst>
                <a:path extrusionOk="0" h="11116" w="7411">
                  <a:moveTo>
                    <a:pt x="3705" y="0"/>
                  </a:moveTo>
                  <a:cubicBezTo>
                    <a:pt x="2398" y="0"/>
                    <a:pt x="1091" y="3054"/>
                    <a:pt x="1091" y="5451"/>
                  </a:cubicBezTo>
                  <a:lnTo>
                    <a:pt x="1091" y="6309"/>
                  </a:lnTo>
                  <a:cubicBezTo>
                    <a:pt x="1087" y="6722"/>
                    <a:pt x="891" y="7110"/>
                    <a:pt x="562" y="7356"/>
                  </a:cubicBezTo>
                  <a:cubicBezTo>
                    <a:pt x="207" y="7624"/>
                    <a:pt x="0" y="7943"/>
                    <a:pt x="0" y="8280"/>
                  </a:cubicBezTo>
                  <a:cubicBezTo>
                    <a:pt x="0" y="9243"/>
                    <a:pt x="935" y="11115"/>
                    <a:pt x="3705" y="11115"/>
                  </a:cubicBezTo>
                  <a:cubicBezTo>
                    <a:pt x="6472" y="11115"/>
                    <a:pt x="7410" y="9243"/>
                    <a:pt x="7410" y="8280"/>
                  </a:cubicBezTo>
                  <a:cubicBezTo>
                    <a:pt x="7410" y="7943"/>
                    <a:pt x="7204" y="7624"/>
                    <a:pt x="6849" y="7356"/>
                  </a:cubicBezTo>
                  <a:cubicBezTo>
                    <a:pt x="6516" y="7110"/>
                    <a:pt x="6320" y="6722"/>
                    <a:pt x="6320" y="6309"/>
                  </a:cubicBezTo>
                  <a:lnTo>
                    <a:pt x="6320" y="5451"/>
                  </a:lnTo>
                  <a:cubicBezTo>
                    <a:pt x="6320" y="3050"/>
                    <a:pt x="5013" y="0"/>
                    <a:pt x="370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2"/>
            <p:cNvSpPr/>
            <p:nvPr/>
          </p:nvSpPr>
          <p:spPr>
            <a:xfrm>
              <a:off x="7224154" y="3020096"/>
              <a:ext cx="148627" cy="125844"/>
            </a:xfrm>
            <a:custGeom>
              <a:rect b="b" l="l" r="r" t="t"/>
              <a:pathLst>
                <a:path extrusionOk="0" h="4800" w="5669">
                  <a:moveTo>
                    <a:pt x="2836" y="0"/>
                  </a:moveTo>
                  <a:cubicBezTo>
                    <a:pt x="1272" y="0"/>
                    <a:pt x="1" y="1076"/>
                    <a:pt x="1" y="2402"/>
                  </a:cubicBezTo>
                  <a:cubicBezTo>
                    <a:pt x="1" y="3723"/>
                    <a:pt x="1272" y="4799"/>
                    <a:pt x="2836" y="4799"/>
                  </a:cubicBezTo>
                  <a:cubicBezTo>
                    <a:pt x="4397" y="4799"/>
                    <a:pt x="5669" y="3723"/>
                    <a:pt x="5669" y="2402"/>
                  </a:cubicBezTo>
                  <a:cubicBezTo>
                    <a:pt x="5669" y="1076"/>
                    <a:pt x="4397" y="0"/>
                    <a:pt x="28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2"/>
            <p:cNvSpPr/>
            <p:nvPr/>
          </p:nvSpPr>
          <p:spPr>
            <a:xfrm>
              <a:off x="7224154" y="2974504"/>
              <a:ext cx="148627" cy="142833"/>
            </a:xfrm>
            <a:custGeom>
              <a:rect b="b" l="l" r="r" t="t"/>
              <a:pathLst>
                <a:path extrusionOk="0" h="5448" w="5669">
                  <a:moveTo>
                    <a:pt x="1" y="1"/>
                  </a:moveTo>
                  <a:lnTo>
                    <a:pt x="1" y="2616"/>
                  </a:lnTo>
                  <a:cubicBezTo>
                    <a:pt x="1" y="4180"/>
                    <a:pt x="1272" y="5448"/>
                    <a:pt x="2836" y="5448"/>
                  </a:cubicBezTo>
                  <a:cubicBezTo>
                    <a:pt x="4401" y="5448"/>
                    <a:pt x="5669" y="4180"/>
                    <a:pt x="5669" y="2616"/>
                  </a:cubicBez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2"/>
            <p:cNvSpPr/>
            <p:nvPr/>
          </p:nvSpPr>
          <p:spPr>
            <a:xfrm>
              <a:off x="7223918" y="2974504"/>
              <a:ext cx="148863" cy="142885"/>
            </a:xfrm>
            <a:custGeom>
              <a:rect b="b" l="l" r="r" t="t"/>
              <a:pathLst>
                <a:path extrusionOk="0" h="5450" w="5678">
                  <a:moveTo>
                    <a:pt x="13" y="1"/>
                  </a:moveTo>
                  <a:lnTo>
                    <a:pt x="13" y="2616"/>
                  </a:lnTo>
                  <a:cubicBezTo>
                    <a:pt x="0" y="4201"/>
                    <a:pt x="1291" y="5450"/>
                    <a:pt x="2819" y="5450"/>
                  </a:cubicBezTo>
                  <a:cubicBezTo>
                    <a:pt x="2971" y="5450"/>
                    <a:pt x="3125" y="5437"/>
                    <a:pt x="3280" y="5412"/>
                  </a:cubicBezTo>
                  <a:cubicBezTo>
                    <a:pt x="1900" y="5198"/>
                    <a:pt x="883" y="4010"/>
                    <a:pt x="883" y="2616"/>
                  </a:cubicBezTo>
                  <a:lnTo>
                    <a:pt x="883" y="2398"/>
                  </a:lnTo>
                  <a:cubicBezTo>
                    <a:pt x="883" y="1435"/>
                    <a:pt x="1665" y="656"/>
                    <a:pt x="2628" y="656"/>
                  </a:cubicBezTo>
                  <a:lnTo>
                    <a:pt x="5678" y="656"/>
                  </a:lnTo>
                  <a:lnTo>
                    <a:pt x="567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2"/>
            <p:cNvSpPr/>
            <p:nvPr/>
          </p:nvSpPr>
          <p:spPr>
            <a:xfrm>
              <a:off x="7193112" y="2900177"/>
              <a:ext cx="208927" cy="285351"/>
            </a:xfrm>
            <a:custGeom>
              <a:rect b="b" l="l" r="r" t="t"/>
              <a:pathLst>
                <a:path extrusionOk="0" h="10884" w="7969">
                  <a:moveTo>
                    <a:pt x="4018" y="1"/>
                  </a:moveTo>
                  <a:cubicBezTo>
                    <a:pt x="2074" y="1"/>
                    <a:pt x="441" y="1515"/>
                    <a:pt x="323" y="3481"/>
                  </a:cubicBezTo>
                  <a:lnTo>
                    <a:pt x="127" y="6765"/>
                  </a:lnTo>
                  <a:cubicBezTo>
                    <a:pt x="0" y="8899"/>
                    <a:pt x="1616" y="10735"/>
                    <a:pt x="3749" y="10883"/>
                  </a:cubicBezTo>
                  <a:cubicBezTo>
                    <a:pt x="2416" y="10746"/>
                    <a:pt x="1406" y="9623"/>
                    <a:pt x="1406" y="8283"/>
                  </a:cubicBezTo>
                  <a:lnTo>
                    <a:pt x="1406" y="6976"/>
                  </a:lnTo>
                  <a:cubicBezTo>
                    <a:pt x="1406" y="4574"/>
                    <a:pt x="2713" y="1525"/>
                    <a:pt x="4020" y="1525"/>
                  </a:cubicBezTo>
                  <a:cubicBezTo>
                    <a:pt x="5328" y="1525"/>
                    <a:pt x="6635" y="4578"/>
                    <a:pt x="6635" y="6976"/>
                  </a:cubicBezTo>
                  <a:lnTo>
                    <a:pt x="6635" y="9087"/>
                  </a:lnTo>
                  <a:cubicBezTo>
                    <a:pt x="6635" y="9275"/>
                    <a:pt x="6791" y="9394"/>
                    <a:pt x="6948" y="9394"/>
                  </a:cubicBezTo>
                  <a:cubicBezTo>
                    <a:pt x="7036" y="9394"/>
                    <a:pt x="7125" y="9356"/>
                    <a:pt x="7186" y="9272"/>
                  </a:cubicBezTo>
                  <a:cubicBezTo>
                    <a:pt x="7711" y="8544"/>
                    <a:pt x="7968" y="7660"/>
                    <a:pt x="7914" y="6765"/>
                  </a:cubicBezTo>
                  <a:lnTo>
                    <a:pt x="7722" y="3582"/>
                  </a:lnTo>
                  <a:cubicBezTo>
                    <a:pt x="7610" y="1691"/>
                    <a:pt x="6128" y="116"/>
                    <a:pt x="4238" y="7"/>
                  </a:cubicBezTo>
                  <a:cubicBezTo>
                    <a:pt x="4164" y="3"/>
                    <a:pt x="4091" y="1"/>
                    <a:pt x="401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2"/>
            <p:cNvSpPr/>
            <p:nvPr/>
          </p:nvSpPr>
          <p:spPr>
            <a:xfrm>
              <a:off x="7161573" y="2894750"/>
              <a:ext cx="273868" cy="365131"/>
            </a:xfrm>
            <a:custGeom>
              <a:rect b="b" l="l" r="r" t="t"/>
              <a:pathLst>
                <a:path extrusionOk="0" h="13927" w="10446">
                  <a:moveTo>
                    <a:pt x="5223" y="1935"/>
                  </a:moveTo>
                  <a:cubicBezTo>
                    <a:pt x="5607" y="1935"/>
                    <a:pt x="6020" y="2282"/>
                    <a:pt x="6390" y="2836"/>
                  </a:cubicBezTo>
                  <a:lnTo>
                    <a:pt x="4057" y="2836"/>
                  </a:lnTo>
                  <a:cubicBezTo>
                    <a:pt x="4427" y="2286"/>
                    <a:pt x="4836" y="1938"/>
                    <a:pt x="5223" y="1938"/>
                  </a:cubicBezTo>
                  <a:lnTo>
                    <a:pt x="5223" y="1935"/>
                  </a:lnTo>
                  <a:close/>
                  <a:moveTo>
                    <a:pt x="6636" y="3246"/>
                  </a:moveTo>
                  <a:cubicBezTo>
                    <a:pt x="7147" y="4184"/>
                    <a:pt x="7545" y="5502"/>
                    <a:pt x="7621" y="6755"/>
                  </a:cubicBezTo>
                  <a:cubicBezTo>
                    <a:pt x="7191" y="7692"/>
                    <a:pt x="6258" y="8287"/>
                    <a:pt x="5237" y="8287"/>
                  </a:cubicBezTo>
                  <a:cubicBezTo>
                    <a:pt x="5193" y="8287"/>
                    <a:pt x="5149" y="8286"/>
                    <a:pt x="5104" y="8284"/>
                  </a:cubicBezTo>
                  <a:cubicBezTo>
                    <a:pt x="4604" y="8258"/>
                    <a:pt x="4122" y="8088"/>
                    <a:pt x="3720" y="7791"/>
                  </a:cubicBezTo>
                  <a:cubicBezTo>
                    <a:pt x="3329" y="7505"/>
                    <a:pt x="3021" y="7117"/>
                    <a:pt x="2830" y="6672"/>
                  </a:cubicBezTo>
                  <a:cubicBezTo>
                    <a:pt x="2920" y="5444"/>
                    <a:pt x="3308" y="4166"/>
                    <a:pt x="3811" y="3246"/>
                  </a:cubicBezTo>
                  <a:close/>
                  <a:moveTo>
                    <a:pt x="2811" y="7454"/>
                  </a:moveTo>
                  <a:cubicBezTo>
                    <a:pt x="3000" y="7711"/>
                    <a:pt x="3224" y="7936"/>
                    <a:pt x="3478" y="8121"/>
                  </a:cubicBezTo>
                  <a:cubicBezTo>
                    <a:pt x="3945" y="8465"/>
                    <a:pt x="4506" y="8664"/>
                    <a:pt x="5086" y="8689"/>
                  </a:cubicBezTo>
                  <a:cubicBezTo>
                    <a:pt x="5133" y="8693"/>
                    <a:pt x="5184" y="8693"/>
                    <a:pt x="5231" y="8693"/>
                  </a:cubicBezTo>
                  <a:cubicBezTo>
                    <a:pt x="5235" y="8693"/>
                    <a:pt x="5238" y="8693"/>
                    <a:pt x="5242" y="8693"/>
                  </a:cubicBezTo>
                  <a:cubicBezTo>
                    <a:pt x="6176" y="8693"/>
                    <a:pt x="7058" y="8259"/>
                    <a:pt x="7632" y="7523"/>
                  </a:cubicBezTo>
                  <a:lnTo>
                    <a:pt x="7632" y="7523"/>
                  </a:lnTo>
                  <a:cubicBezTo>
                    <a:pt x="7596" y="7990"/>
                    <a:pt x="7360" y="8428"/>
                    <a:pt x="6958" y="8772"/>
                  </a:cubicBezTo>
                  <a:cubicBezTo>
                    <a:pt x="6795" y="8910"/>
                    <a:pt x="6926" y="9133"/>
                    <a:pt x="7090" y="9133"/>
                  </a:cubicBezTo>
                  <a:cubicBezTo>
                    <a:pt x="7134" y="9133"/>
                    <a:pt x="7179" y="9117"/>
                    <a:pt x="7223" y="9080"/>
                  </a:cubicBezTo>
                  <a:cubicBezTo>
                    <a:pt x="7375" y="8954"/>
                    <a:pt x="7512" y="8805"/>
                    <a:pt x="7632" y="8646"/>
                  </a:cubicBezTo>
                  <a:lnTo>
                    <a:pt x="7632" y="8646"/>
                  </a:lnTo>
                  <a:cubicBezTo>
                    <a:pt x="7552" y="9917"/>
                    <a:pt x="6498" y="10906"/>
                    <a:pt x="5223" y="10906"/>
                  </a:cubicBezTo>
                  <a:cubicBezTo>
                    <a:pt x="3950" y="10906"/>
                    <a:pt x="2898" y="9916"/>
                    <a:pt x="2819" y="8644"/>
                  </a:cubicBezTo>
                  <a:lnTo>
                    <a:pt x="2819" y="8644"/>
                  </a:lnTo>
                  <a:cubicBezTo>
                    <a:pt x="3316" y="9329"/>
                    <a:pt x="4205" y="9783"/>
                    <a:pt x="5220" y="9783"/>
                  </a:cubicBezTo>
                  <a:cubicBezTo>
                    <a:pt x="5229" y="9783"/>
                    <a:pt x="5239" y="9783"/>
                    <a:pt x="5248" y="9783"/>
                  </a:cubicBezTo>
                  <a:cubicBezTo>
                    <a:pt x="5637" y="9783"/>
                    <a:pt x="6022" y="9711"/>
                    <a:pt x="6382" y="9573"/>
                  </a:cubicBezTo>
                  <a:cubicBezTo>
                    <a:pt x="6607" y="9486"/>
                    <a:pt x="6519" y="9177"/>
                    <a:pt x="6318" y="9177"/>
                  </a:cubicBezTo>
                  <a:cubicBezTo>
                    <a:pt x="6293" y="9177"/>
                    <a:pt x="6266" y="9182"/>
                    <a:pt x="6238" y="9193"/>
                  </a:cubicBezTo>
                  <a:cubicBezTo>
                    <a:pt x="5912" y="9316"/>
                    <a:pt x="5568" y="9377"/>
                    <a:pt x="5220" y="9377"/>
                  </a:cubicBezTo>
                  <a:cubicBezTo>
                    <a:pt x="3916" y="9377"/>
                    <a:pt x="2848" y="8519"/>
                    <a:pt x="2811" y="7454"/>
                  </a:cubicBezTo>
                  <a:close/>
                  <a:moveTo>
                    <a:pt x="8679" y="9761"/>
                  </a:moveTo>
                  <a:cubicBezTo>
                    <a:pt x="8711" y="9848"/>
                    <a:pt x="8726" y="9935"/>
                    <a:pt x="8726" y="10026"/>
                  </a:cubicBezTo>
                  <a:cubicBezTo>
                    <a:pt x="8726" y="11471"/>
                    <a:pt x="7154" y="12644"/>
                    <a:pt x="5223" y="12644"/>
                  </a:cubicBezTo>
                  <a:lnTo>
                    <a:pt x="5220" y="12644"/>
                  </a:lnTo>
                  <a:cubicBezTo>
                    <a:pt x="4926" y="12644"/>
                    <a:pt x="4630" y="12615"/>
                    <a:pt x="4340" y="12561"/>
                  </a:cubicBezTo>
                  <a:cubicBezTo>
                    <a:pt x="5647" y="12477"/>
                    <a:pt x="6795" y="12007"/>
                    <a:pt x="7654" y="11192"/>
                  </a:cubicBezTo>
                  <a:cubicBezTo>
                    <a:pt x="8081" y="10782"/>
                    <a:pt x="8429" y="10297"/>
                    <a:pt x="8679" y="9761"/>
                  </a:cubicBezTo>
                  <a:close/>
                  <a:moveTo>
                    <a:pt x="5230" y="1"/>
                  </a:moveTo>
                  <a:cubicBezTo>
                    <a:pt x="5228" y="1"/>
                    <a:pt x="5226" y="1"/>
                    <a:pt x="5223" y="1"/>
                  </a:cubicBezTo>
                  <a:cubicBezTo>
                    <a:pt x="3152" y="4"/>
                    <a:pt x="1442" y="1620"/>
                    <a:pt x="1323" y="3688"/>
                  </a:cubicBezTo>
                  <a:lnTo>
                    <a:pt x="1127" y="6962"/>
                  </a:lnTo>
                  <a:cubicBezTo>
                    <a:pt x="1077" y="7748"/>
                    <a:pt x="1254" y="8533"/>
                    <a:pt x="1645" y="9222"/>
                  </a:cubicBezTo>
                  <a:cubicBezTo>
                    <a:pt x="1432" y="9435"/>
                    <a:pt x="1312" y="9725"/>
                    <a:pt x="1312" y="10029"/>
                  </a:cubicBezTo>
                  <a:lnTo>
                    <a:pt x="1312" y="10069"/>
                  </a:lnTo>
                  <a:lnTo>
                    <a:pt x="1011" y="10178"/>
                  </a:lnTo>
                  <a:cubicBezTo>
                    <a:pt x="407" y="10391"/>
                    <a:pt x="5" y="10960"/>
                    <a:pt x="5" y="11601"/>
                  </a:cubicBezTo>
                  <a:lnTo>
                    <a:pt x="5" y="13712"/>
                  </a:lnTo>
                  <a:cubicBezTo>
                    <a:pt x="1" y="13825"/>
                    <a:pt x="92" y="13919"/>
                    <a:pt x="204" y="13926"/>
                  </a:cubicBezTo>
                  <a:cubicBezTo>
                    <a:pt x="206" y="13926"/>
                    <a:pt x="208" y="13926"/>
                    <a:pt x="210" y="13926"/>
                  </a:cubicBezTo>
                  <a:cubicBezTo>
                    <a:pt x="320" y="13926"/>
                    <a:pt x="414" y="13834"/>
                    <a:pt x="414" y="13723"/>
                  </a:cubicBezTo>
                  <a:lnTo>
                    <a:pt x="414" y="11601"/>
                  </a:lnTo>
                  <a:cubicBezTo>
                    <a:pt x="410" y="11134"/>
                    <a:pt x="707" y="10717"/>
                    <a:pt x="1149" y="10562"/>
                  </a:cubicBezTo>
                  <a:lnTo>
                    <a:pt x="1355" y="10489"/>
                  </a:lnTo>
                  <a:cubicBezTo>
                    <a:pt x="1406" y="10739"/>
                    <a:pt x="1493" y="10978"/>
                    <a:pt x="1616" y="11203"/>
                  </a:cubicBezTo>
                  <a:cubicBezTo>
                    <a:pt x="1655" y="11273"/>
                    <a:pt x="1724" y="11310"/>
                    <a:pt x="1795" y="11310"/>
                  </a:cubicBezTo>
                  <a:cubicBezTo>
                    <a:pt x="1838" y="11310"/>
                    <a:pt x="1882" y="11296"/>
                    <a:pt x="1920" y="11268"/>
                  </a:cubicBezTo>
                  <a:cubicBezTo>
                    <a:pt x="2000" y="11206"/>
                    <a:pt x="2022" y="11094"/>
                    <a:pt x="1971" y="11003"/>
                  </a:cubicBezTo>
                  <a:cubicBezTo>
                    <a:pt x="1808" y="10706"/>
                    <a:pt x="1721" y="10370"/>
                    <a:pt x="1721" y="10029"/>
                  </a:cubicBezTo>
                  <a:cubicBezTo>
                    <a:pt x="1718" y="9866"/>
                    <a:pt x="1772" y="9707"/>
                    <a:pt x="1873" y="9580"/>
                  </a:cubicBezTo>
                  <a:cubicBezTo>
                    <a:pt x="1982" y="9736"/>
                    <a:pt x="2105" y="9881"/>
                    <a:pt x="2236" y="10022"/>
                  </a:cubicBezTo>
                  <a:cubicBezTo>
                    <a:pt x="3003" y="10842"/>
                    <a:pt x="4079" y="11312"/>
                    <a:pt x="5205" y="11312"/>
                  </a:cubicBezTo>
                  <a:cubicBezTo>
                    <a:pt x="5222" y="11312"/>
                    <a:pt x="5239" y="11311"/>
                    <a:pt x="5256" y="11311"/>
                  </a:cubicBezTo>
                  <a:cubicBezTo>
                    <a:pt x="6803" y="11293"/>
                    <a:pt x="8045" y="10036"/>
                    <a:pt x="8041" y="8490"/>
                  </a:cubicBezTo>
                  <a:lnTo>
                    <a:pt x="8041" y="7183"/>
                  </a:lnTo>
                  <a:cubicBezTo>
                    <a:pt x="8041" y="5995"/>
                    <a:pt x="7730" y="4607"/>
                    <a:pt x="7205" y="3474"/>
                  </a:cubicBezTo>
                  <a:cubicBezTo>
                    <a:pt x="6944" y="2909"/>
                    <a:pt x="6643" y="2438"/>
                    <a:pt x="6332" y="2108"/>
                  </a:cubicBezTo>
                  <a:cubicBezTo>
                    <a:pt x="5970" y="1725"/>
                    <a:pt x="5593" y="1529"/>
                    <a:pt x="5223" y="1529"/>
                  </a:cubicBezTo>
                  <a:cubicBezTo>
                    <a:pt x="4850" y="1529"/>
                    <a:pt x="4477" y="1725"/>
                    <a:pt x="4115" y="2108"/>
                  </a:cubicBezTo>
                  <a:cubicBezTo>
                    <a:pt x="3800" y="2438"/>
                    <a:pt x="3500" y="2909"/>
                    <a:pt x="3239" y="3474"/>
                  </a:cubicBezTo>
                  <a:cubicBezTo>
                    <a:pt x="2714" y="4607"/>
                    <a:pt x="2402" y="5995"/>
                    <a:pt x="2402" y="7183"/>
                  </a:cubicBezTo>
                  <a:lnTo>
                    <a:pt x="2402" y="8490"/>
                  </a:lnTo>
                  <a:cubicBezTo>
                    <a:pt x="2402" y="9055"/>
                    <a:pt x="2572" y="9609"/>
                    <a:pt x="2891" y="10076"/>
                  </a:cubicBezTo>
                  <a:cubicBezTo>
                    <a:pt x="2764" y="9971"/>
                    <a:pt x="2641" y="9859"/>
                    <a:pt x="2529" y="9739"/>
                  </a:cubicBezTo>
                  <a:cubicBezTo>
                    <a:pt x="1826" y="9001"/>
                    <a:pt x="1464" y="8001"/>
                    <a:pt x="1529" y="6983"/>
                  </a:cubicBezTo>
                  <a:lnTo>
                    <a:pt x="1729" y="3709"/>
                  </a:lnTo>
                  <a:cubicBezTo>
                    <a:pt x="1837" y="1862"/>
                    <a:pt x="3369" y="417"/>
                    <a:pt x="5220" y="417"/>
                  </a:cubicBezTo>
                  <a:cubicBezTo>
                    <a:pt x="5222" y="417"/>
                    <a:pt x="5225" y="417"/>
                    <a:pt x="5227" y="417"/>
                  </a:cubicBezTo>
                  <a:cubicBezTo>
                    <a:pt x="7074" y="417"/>
                    <a:pt x="8606" y="1854"/>
                    <a:pt x="8722" y="3702"/>
                  </a:cubicBezTo>
                  <a:lnTo>
                    <a:pt x="8860" y="6107"/>
                  </a:lnTo>
                  <a:cubicBezTo>
                    <a:pt x="9001" y="8178"/>
                    <a:pt x="8483" y="9834"/>
                    <a:pt x="7371" y="10895"/>
                  </a:cubicBezTo>
                  <a:cubicBezTo>
                    <a:pt x="6500" y="11728"/>
                    <a:pt x="5285" y="12168"/>
                    <a:pt x="3901" y="12168"/>
                  </a:cubicBezTo>
                  <a:cubicBezTo>
                    <a:pt x="3703" y="12168"/>
                    <a:pt x="3501" y="12159"/>
                    <a:pt x="3297" y="12141"/>
                  </a:cubicBezTo>
                  <a:cubicBezTo>
                    <a:pt x="3174" y="12130"/>
                    <a:pt x="3058" y="12090"/>
                    <a:pt x="2956" y="12025"/>
                  </a:cubicBezTo>
                  <a:cubicBezTo>
                    <a:pt x="2782" y="11912"/>
                    <a:pt x="2619" y="11786"/>
                    <a:pt x="2471" y="11644"/>
                  </a:cubicBezTo>
                  <a:cubicBezTo>
                    <a:pt x="2428" y="11606"/>
                    <a:pt x="2374" y="11586"/>
                    <a:pt x="2321" y="11586"/>
                  </a:cubicBezTo>
                  <a:cubicBezTo>
                    <a:pt x="2270" y="11586"/>
                    <a:pt x="2220" y="11604"/>
                    <a:pt x="2181" y="11641"/>
                  </a:cubicBezTo>
                  <a:cubicBezTo>
                    <a:pt x="2098" y="11721"/>
                    <a:pt x="2098" y="11855"/>
                    <a:pt x="2181" y="11934"/>
                  </a:cubicBezTo>
                  <a:cubicBezTo>
                    <a:pt x="2927" y="12644"/>
                    <a:pt x="4032" y="13053"/>
                    <a:pt x="5216" y="13053"/>
                  </a:cubicBezTo>
                  <a:cubicBezTo>
                    <a:pt x="6252" y="13053"/>
                    <a:pt x="7226" y="12745"/>
                    <a:pt x="7961" y="12184"/>
                  </a:cubicBezTo>
                  <a:cubicBezTo>
                    <a:pt x="8570" y="11721"/>
                    <a:pt x="8957" y="11127"/>
                    <a:pt x="9084" y="10482"/>
                  </a:cubicBezTo>
                  <a:lnTo>
                    <a:pt x="9298" y="10562"/>
                  </a:lnTo>
                  <a:cubicBezTo>
                    <a:pt x="9740" y="10717"/>
                    <a:pt x="10037" y="11134"/>
                    <a:pt x="10037" y="11601"/>
                  </a:cubicBezTo>
                  <a:lnTo>
                    <a:pt x="10037" y="13712"/>
                  </a:lnTo>
                  <a:cubicBezTo>
                    <a:pt x="10033" y="13825"/>
                    <a:pt x="10120" y="13919"/>
                    <a:pt x="10232" y="13926"/>
                  </a:cubicBezTo>
                  <a:cubicBezTo>
                    <a:pt x="10234" y="13926"/>
                    <a:pt x="10237" y="13926"/>
                    <a:pt x="10239" y="13926"/>
                  </a:cubicBezTo>
                  <a:cubicBezTo>
                    <a:pt x="10352" y="13926"/>
                    <a:pt x="10442" y="13833"/>
                    <a:pt x="10442" y="13720"/>
                  </a:cubicBezTo>
                  <a:lnTo>
                    <a:pt x="10442" y="11601"/>
                  </a:lnTo>
                  <a:cubicBezTo>
                    <a:pt x="10446" y="10960"/>
                    <a:pt x="10044" y="10391"/>
                    <a:pt x="9443" y="10178"/>
                  </a:cubicBezTo>
                  <a:lnTo>
                    <a:pt x="9131" y="10065"/>
                  </a:lnTo>
                  <a:lnTo>
                    <a:pt x="9131" y="10029"/>
                  </a:lnTo>
                  <a:cubicBezTo>
                    <a:pt x="9139" y="9761"/>
                    <a:pt x="9044" y="9504"/>
                    <a:pt x="8874" y="9305"/>
                  </a:cubicBezTo>
                  <a:cubicBezTo>
                    <a:pt x="9215" y="8381"/>
                    <a:pt x="9349" y="7298"/>
                    <a:pt x="9269" y="6082"/>
                  </a:cubicBezTo>
                  <a:lnTo>
                    <a:pt x="9131" y="3677"/>
                  </a:lnTo>
                  <a:cubicBezTo>
                    <a:pt x="9008" y="1615"/>
                    <a:pt x="7295" y="1"/>
                    <a:pt x="5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2"/>
            <p:cNvSpPr/>
            <p:nvPr/>
          </p:nvSpPr>
          <p:spPr>
            <a:xfrm>
              <a:off x="7273862" y="3066186"/>
              <a:ext cx="49682" cy="16517"/>
            </a:xfrm>
            <a:custGeom>
              <a:rect b="b" l="l" r="r" t="t"/>
              <a:pathLst>
                <a:path extrusionOk="0" h="630" w="1895">
                  <a:moveTo>
                    <a:pt x="295" y="1"/>
                  </a:moveTo>
                  <a:cubicBezTo>
                    <a:pt x="137" y="1"/>
                    <a:pt x="1" y="206"/>
                    <a:pt x="151" y="354"/>
                  </a:cubicBezTo>
                  <a:cubicBezTo>
                    <a:pt x="328" y="528"/>
                    <a:pt x="625" y="629"/>
                    <a:pt x="948" y="629"/>
                  </a:cubicBezTo>
                  <a:cubicBezTo>
                    <a:pt x="1270" y="629"/>
                    <a:pt x="1571" y="528"/>
                    <a:pt x="1744" y="354"/>
                  </a:cubicBezTo>
                  <a:cubicBezTo>
                    <a:pt x="1895" y="206"/>
                    <a:pt x="1758" y="1"/>
                    <a:pt x="1600" y="1"/>
                  </a:cubicBezTo>
                  <a:cubicBezTo>
                    <a:pt x="1552" y="1"/>
                    <a:pt x="1503" y="20"/>
                    <a:pt x="1458" y="64"/>
                  </a:cubicBezTo>
                  <a:cubicBezTo>
                    <a:pt x="1386" y="136"/>
                    <a:pt x="1205" y="223"/>
                    <a:pt x="948" y="223"/>
                  </a:cubicBezTo>
                  <a:cubicBezTo>
                    <a:pt x="691" y="223"/>
                    <a:pt x="513" y="136"/>
                    <a:pt x="437" y="64"/>
                  </a:cubicBezTo>
                  <a:cubicBezTo>
                    <a:pt x="393" y="20"/>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2"/>
            <p:cNvSpPr/>
            <p:nvPr/>
          </p:nvSpPr>
          <p:spPr>
            <a:xfrm>
              <a:off x="7259102" y="3026178"/>
              <a:ext cx="10749" cy="16360"/>
            </a:xfrm>
            <a:custGeom>
              <a:rect b="b" l="l" r="r" t="t"/>
              <a:pathLst>
                <a:path extrusionOk="0" h="624"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2"/>
            <p:cNvSpPr/>
            <p:nvPr/>
          </p:nvSpPr>
          <p:spPr>
            <a:xfrm>
              <a:off x="7327660"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2"/>
            <p:cNvSpPr/>
            <p:nvPr/>
          </p:nvSpPr>
          <p:spPr>
            <a:xfrm>
              <a:off x="7251682" y="3009085"/>
              <a:ext cx="25667" cy="10644"/>
            </a:xfrm>
            <a:custGeom>
              <a:rect b="b" l="l" r="r" t="t"/>
              <a:pathLst>
                <a:path extrusionOk="0" h="406" w="979">
                  <a:moveTo>
                    <a:pt x="273" y="0"/>
                  </a:moveTo>
                  <a:cubicBezTo>
                    <a:pt x="1" y="0"/>
                    <a:pt x="1" y="406"/>
                    <a:pt x="273"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2"/>
            <p:cNvSpPr/>
            <p:nvPr/>
          </p:nvSpPr>
          <p:spPr>
            <a:xfrm>
              <a:off x="7320162"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9" name="Google Shape;13549;p82"/>
          <p:cNvGrpSpPr/>
          <p:nvPr/>
        </p:nvGrpSpPr>
        <p:grpSpPr>
          <a:xfrm>
            <a:off x="4911692" y="1513402"/>
            <a:ext cx="273108" cy="364974"/>
            <a:chOff x="4911692" y="1513402"/>
            <a:chExt cx="273108" cy="364974"/>
          </a:xfrm>
        </p:grpSpPr>
        <p:sp>
          <p:nvSpPr>
            <p:cNvPr id="13550" name="Google Shape;13550;p82"/>
            <p:cNvSpPr/>
            <p:nvPr/>
          </p:nvSpPr>
          <p:spPr>
            <a:xfrm>
              <a:off x="4924224" y="1610014"/>
              <a:ext cx="112919" cy="102746"/>
            </a:xfrm>
            <a:custGeom>
              <a:rect b="b" l="l" r="r" t="t"/>
              <a:pathLst>
                <a:path extrusionOk="0" h="3919" w="4307">
                  <a:moveTo>
                    <a:pt x="1246" y="0"/>
                  </a:moveTo>
                  <a:cubicBezTo>
                    <a:pt x="1042" y="0"/>
                    <a:pt x="834" y="58"/>
                    <a:pt x="645" y="183"/>
                  </a:cubicBezTo>
                  <a:cubicBezTo>
                    <a:pt x="4" y="610"/>
                    <a:pt x="0" y="1556"/>
                    <a:pt x="638" y="1987"/>
                  </a:cubicBezTo>
                  <a:cubicBezTo>
                    <a:pt x="757" y="2074"/>
                    <a:pt x="823" y="2215"/>
                    <a:pt x="815" y="2363"/>
                  </a:cubicBezTo>
                  <a:cubicBezTo>
                    <a:pt x="812" y="2523"/>
                    <a:pt x="833" y="2678"/>
                    <a:pt x="877" y="2830"/>
                  </a:cubicBezTo>
                  <a:cubicBezTo>
                    <a:pt x="1086" y="3532"/>
                    <a:pt x="1710" y="3918"/>
                    <a:pt x="2343" y="3918"/>
                  </a:cubicBezTo>
                  <a:cubicBezTo>
                    <a:pt x="2794" y="3918"/>
                    <a:pt x="3249" y="3722"/>
                    <a:pt x="3561" y="3305"/>
                  </a:cubicBezTo>
                  <a:cubicBezTo>
                    <a:pt x="4307" y="2298"/>
                    <a:pt x="3590" y="871"/>
                    <a:pt x="2336" y="871"/>
                  </a:cubicBezTo>
                  <a:lnTo>
                    <a:pt x="2315" y="871"/>
                  </a:lnTo>
                  <a:cubicBezTo>
                    <a:pt x="2205" y="336"/>
                    <a:pt x="1738" y="0"/>
                    <a:pt x="12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2"/>
            <p:cNvSpPr/>
            <p:nvPr/>
          </p:nvSpPr>
          <p:spPr>
            <a:xfrm>
              <a:off x="5059244" y="1610014"/>
              <a:ext cx="112919" cy="102720"/>
            </a:xfrm>
            <a:custGeom>
              <a:rect b="b" l="l" r="r" t="t"/>
              <a:pathLst>
                <a:path extrusionOk="0" h="3918" w="4307">
                  <a:moveTo>
                    <a:pt x="3063" y="0"/>
                  </a:moveTo>
                  <a:cubicBezTo>
                    <a:pt x="2571" y="0"/>
                    <a:pt x="2104" y="336"/>
                    <a:pt x="1996" y="871"/>
                  </a:cubicBezTo>
                  <a:lnTo>
                    <a:pt x="1971" y="871"/>
                  </a:lnTo>
                  <a:cubicBezTo>
                    <a:pt x="718" y="871"/>
                    <a:pt x="0" y="2298"/>
                    <a:pt x="750" y="3305"/>
                  </a:cubicBezTo>
                  <a:cubicBezTo>
                    <a:pt x="1060" y="3722"/>
                    <a:pt x="1514" y="3917"/>
                    <a:pt x="1963" y="3917"/>
                  </a:cubicBezTo>
                  <a:cubicBezTo>
                    <a:pt x="2596" y="3917"/>
                    <a:pt x="3221" y="3531"/>
                    <a:pt x="3430" y="2830"/>
                  </a:cubicBezTo>
                  <a:cubicBezTo>
                    <a:pt x="3477" y="2678"/>
                    <a:pt x="3495" y="2523"/>
                    <a:pt x="3495" y="2363"/>
                  </a:cubicBezTo>
                  <a:cubicBezTo>
                    <a:pt x="3485" y="2215"/>
                    <a:pt x="3550" y="2074"/>
                    <a:pt x="3669" y="1987"/>
                  </a:cubicBezTo>
                  <a:cubicBezTo>
                    <a:pt x="4307" y="1556"/>
                    <a:pt x="4303" y="610"/>
                    <a:pt x="3662" y="183"/>
                  </a:cubicBezTo>
                  <a:cubicBezTo>
                    <a:pt x="3474" y="58"/>
                    <a:pt x="3266" y="0"/>
                    <a:pt x="30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2"/>
            <p:cNvSpPr/>
            <p:nvPr/>
          </p:nvSpPr>
          <p:spPr>
            <a:xfrm>
              <a:off x="4962580" y="1518698"/>
              <a:ext cx="171226" cy="119866"/>
            </a:xfrm>
            <a:custGeom>
              <a:rect b="b" l="l" r="r" t="t"/>
              <a:pathLst>
                <a:path extrusionOk="0" h="4572" w="6531">
                  <a:moveTo>
                    <a:pt x="3267" y="1"/>
                  </a:moveTo>
                  <a:cubicBezTo>
                    <a:pt x="1464" y="1"/>
                    <a:pt x="1" y="1464"/>
                    <a:pt x="1" y="3268"/>
                  </a:cubicBezTo>
                  <a:lnTo>
                    <a:pt x="1" y="4571"/>
                  </a:lnTo>
                  <a:lnTo>
                    <a:pt x="6531" y="4571"/>
                  </a:lnTo>
                  <a:lnTo>
                    <a:pt x="6531" y="3268"/>
                  </a:lnTo>
                  <a:cubicBezTo>
                    <a:pt x="6531" y="1464"/>
                    <a:pt x="5067" y="1"/>
                    <a:pt x="32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2"/>
            <p:cNvSpPr/>
            <p:nvPr/>
          </p:nvSpPr>
          <p:spPr>
            <a:xfrm>
              <a:off x="4916909" y="1695614"/>
              <a:ext cx="262463" cy="176916"/>
            </a:xfrm>
            <a:custGeom>
              <a:rect b="b" l="l" r="r" t="t"/>
              <a:pathLst>
                <a:path extrusionOk="0" h="6748" w="10011">
                  <a:moveTo>
                    <a:pt x="3702" y="0"/>
                  </a:moveTo>
                  <a:lnTo>
                    <a:pt x="3702" y="1344"/>
                  </a:lnTo>
                  <a:cubicBezTo>
                    <a:pt x="3698" y="1713"/>
                    <a:pt x="3467" y="2043"/>
                    <a:pt x="3119" y="2166"/>
                  </a:cubicBezTo>
                  <a:lnTo>
                    <a:pt x="873" y="2959"/>
                  </a:lnTo>
                  <a:cubicBezTo>
                    <a:pt x="348" y="3144"/>
                    <a:pt x="1" y="3636"/>
                    <a:pt x="1" y="4190"/>
                  </a:cubicBezTo>
                  <a:lnTo>
                    <a:pt x="1" y="6747"/>
                  </a:lnTo>
                  <a:lnTo>
                    <a:pt x="10011" y="6747"/>
                  </a:lnTo>
                  <a:lnTo>
                    <a:pt x="10011" y="4190"/>
                  </a:lnTo>
                  <a:cubicBezTo>
                    <a:pt x="10011" y="3636"/>
                    <a:pt x="9663" y="3144"/>
                    <a:pt x="9142" y="2959"/>
                  </a:cubicBezTo>
                  <a:lnTo>
                    <a:pt x="6896" y="2166"/>
                  </a:lnTo>
                  <a:cubicBezTo>
                    <a:pt x="6549" y="2043"/>
                    <a:pt x="6313" y="1713"/>
                    <a:pt x="6313" y="1344"/>
                  </a:cubicBezTo>
                  <a:lnTo>
                    <a:pt x="6313"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2"/>
            <p:cNvSpPr/>
            <p:nvPr/>
          </p:nvSpPr>
          <p:spPr>
            <a:xfrm>
              <a:off x="4917014" y="1745821"/>
              <a:ext cx="262463" cy="126788"/>
            </a:xfrm>
            <a:custGeom>
              <a:rect b="b" l="l" r="r" t="t"/>
              <a:pathLst>
                <a:path extrusionOk="0" h="4836" w="10011">
                  <a:moveTo>
                    <a:pt x="6530" y="1"/>
                  </a:moveTo>
                  <a:lnTo>
                    <a:pt x="6530" y="302"/>
                  </a:lnTo>
                  <a:cubicBezTo>
                    <a:pt x="6530" y="1196"/>
                    <a:pt x="5838" y="1978"/>
                    <a:pt x="4947" y="2004"/>
                  </a:cubicBezTo>
                  <a:cubicBezTo>
                    <a:pt x="4932" y="2004"/>
                    <a:pt x="4917" y="2004"/>
                    <a:pt x="4901" y="2004"/>
                  </a:cubicBezTo>
                  <a:cubicBezTo>
                    <a:pt x="4002" y="2004"/>
                    <a:pt x="3263" y="1278"/>
                    <a:pt x="3263" y="374"/>
                  </a:cubicBezTo>
                  <a:lnTo>
                    <a:pt x="3263" y="182"/>
                  </a:lnTo>
                  <a:cubicBezTo>
                    <a:pt x="3216" y="211"/>
                    <a:pt x="3169" y="233"/>
                    <a:pt x="3118" y="251"/>
                  </a:cubicBezTo>
                  <a:lnTo>
                    <a:pt x="869" y="1044"/>
                  </a:lnTo>
                  <a:cubicBezTo>
                    <a:pt x="348" y="1229"/>
                    <a:pt x="0" y="1721"/>
                    <a:pt x="0" y="2275"/>
                  </a:cubicBezTo>
                  <a:lnTo>
                    <a:pt x="0" y="4836"/>
                  </a:lnTo>
                  <a:lnTo>
                    <a:pt x="10011" y="4836"/>
                  </a:lnTo>
                  <a:lnTo>
                    <a:pt x="10011" y="2275"/>
                  </a:lnTo>
                  <a:cubicBezTo>
                    <a:pt x="10011" y="1721"/>
                    <a:pt x="9663" y="1229"/>
                    <a:pt x="9138" y="1044"/>
                  </a:cubicBezTo>
                  <a:lnTo>
                    <a:pt x="6892" y="251"/>
                  </a:lnTo>
                  <a:cubicBezTo>
                    <a:pt x="6751" y="200"/>
                    <a:pt x="6628" y="113"/>
                    <a:pt x="6530"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2"/>
            <p:cNvSpPr/>
            <p:nvPr/>
          </p:nvSpPr>
          <p:spPr>
            <a:xfrm>
              <a:off x="4967509" y="1745821"/>
              <a:ext cx="161447" cy="87330"/>
            </a:xfrm>
            <a:custGeom>
              <a:rect b="b" l="l" r="r" t="t"/>
              <a:pathLst>
                <a:path extrusionOk="0" h="3331" w="6158">
                  <a:moveTo>
                    <a:pt x="4604" y="1"/>
                  </a:moveTo>
                  <a:lnTo>
                    <a:pt x="4604" y="302"/>
                  </a:lnTo>
                  <a:cubicBezTo>
                    <a:pt x="4604" y="1196"/>
                    <a:pt x="3916" y="1978"/>
                    <a:pt x="3021" y="2004"/>
                  </a:cubicBezTo>
                  <a:cubicBezTo>
                    <a:pt x="3006" y="2004"/>
                    <a:pt x="2991" y="2004"/>
                    <a:pt x="2975" y="2004"/>
                  </a:cubicBezTo>
                  <a:cubicBezTo>
                    <a:pt x="2076" y="2004"/>
                    <a:pt x="1337" y="1278"/>
                    <a:pt x="1337" y="374"/>
                  </a:cubicBezTo>
                  <a:lnTo>
                    <a:pt x="1337" y="182"/>
                  </a:lnTo>
                  <a:cubicBezTo>
                    <a:pt x="1290" y="211"/>
                    <a:pt x="1243" y="233"/>
                    <a:pt x="1192" y="251"/>
                  </a:cubicBezTo>
                  <a:lnTo>
                    <a:pt x="1" y="671"/>
                  </a:lnTo>
                  <a:cubicBezTo>
                    <a:pt x="15" y="1261"/>
                    <a:pt x="139" y="1844"/>
                    <a:pt x="363" y="2391"/>
                  </a:cubicBezTo>
                  <a:cubicBezTo>
                    <a:pt x="601" y="2970"/>
                    <a:pt x="1166" y="3331"/>
                    <a:pt x="1770" y="3331"/>
                  </a:cubicBezTo>
                  <a:cubicBezTo>
                    <a:pt x="1892" y="3331"/>
                    <a:pt x="2015" y="3316"/>
                    <a:pt x="2138" y="3286"/>
                  </a:cubicBezTo>
                  <a:lnTo>
                    <a:pt x="3079" y="3050"/>
                  </a:lnTo>
                  <a:lnTo>
                    <a:pt x="4017" y="3286"/>
                  </a:lnTo>
                  <a:cubicBezTo>
                    <a:pt x="4140" y="3316"/>
                    <a:pt x="4263" y="3331"/>
                    <a:pt x="4385" y="3331"/>
                  </a:cubicBezTo>
                  <a:cubicBezTo>
                    <a:pt x="4989" y="3331"/>
                    <a:pt x="5554" y="2970"/>
                    <a:pt x="5796" y="2391"/>
                  </a:cubicBezTo>
                  <a:cubicBezTo>
                    <a:pt x="6020" y="1844"/>
                    <a:pt x="6143" y="1261"/>
                    <a:pt x="6158" y="671"/>
                  </a:cubicBezTo>
                  <a:lnTo>
                    <a:pt x="4966" y="251"/>
                  </a:lnTo>
                  <a:cubicBezTo>
                    <a:pt x="4825" y="200"/>
                    <a:pt x="4702" y="113"/>
                    <a:pt x="460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2"/>
            <p:cNvSpPr/>
            <p:nvPr/>
          </p:nvSpPr>
          <p:spPr>
            <a:xfrm>
              <a:off x="5013940" y="1706992"/>
              <a:ext cx="68506" cy="34345"/>
            </a:xfrm>
            <a:custGeom>
              <a:rect b="b" l="l" r="r" t="t"/>
              <a:pathLst>
                <a:path extrusionOk="0" h="1310" w="2613">
                  <a:moveTo>
                    <a:pt x="1" y="1"/>
                  </a:moveTo>
                  <a:lnTo>
                    <a:pt x="1" y="1040"/>
                  </a:lnTo>
                  <a:cubicBezTo>
                    <a:pt x="417" y="1219"/>
                    <a:pt x="861" y="1309"/>
                    <a:pt x="1305" y="1309"/>
                  </a:cubicBezTo>
                  <a:cubicBezTo>
                    <a:pt x="1749" y="1309"/>
                    <a:pt x="2194" y="1219"/>
                    <a:pt x="2612" y="1040"/>
                  </a:cubicBezTo>
                  <a:lnTo>
                    <a:pt x="26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2"/>
            <p:cNvSpPr/>
            <p:nvPr/>
          </p:nvSpPr>
          <p:spPr>
            <a:xfrm>
              <a:off x="4951280" y="1575485"/>
              <a:ext cx="193931" cy="148627"/>
            </a:xfrm>
            <a:custGeom>
              <a:rect b="b" l="l" r="r" t="t"/>
              <a:pathLst>
                <a:path extrusionOk="0" h="5669" w="7397">
                  <a:moveTo>
                    <a:pt x="3697" y="1"/>
                  </a:moveTo>
                  <a:cubicBezTo>
                    <a:pt x="3628" y="1"/>
                    <a:pt x="3559" y="33"/>
                    <a:pt x="3517" y="98"/>
                  </a:cubicBezTo>
                  <a:cubicBezTo>
                    <a:pt x="2706" y="1348"/>
                    <a:pt x="1634" y="1775"/>
                    <a:pt x="1141" y="1913"/>
                  </a:cubicBezTo>
                  <a:cubicBezTo>
                    <a:pt x="1051" y="1938"/>
                    <a:pt x="761" y="1971"/>
                    <a:pt x="761" y="1971"/>
                  </a:cubicBezTo>
                  <a:lnTo>
                    <a:pt x="544" y="1971"/>
                  </a:lnTo>
                  <a:cubicBezTo>
                    <a:pt x="243" y="1971"/>
                    <a:pt x="1" y="2213"/>
                    <a:pt x="1" y="2514"/>
                  </a:cubicBezTo>
                  <a:cubicBezTo>
                    <a:pt x="1" y="2815"/>
                    <a:pt x="243" y="3057"/>
                    <a:pt x="544" y="3057"/>
                  </a:cubicBezTo>
                  <a:lnTo>
                    <a:pt x="881" y="3057"/>
                  </a:lnTo>
                  <a:cubicBezTo>
                    <a:pt x="993" y="4531"/>
                    <a:pt x="2221" y="5669"/>
                    <a:pt x="3698" y="5669"/>
                  </a:cubicBezTo>
                  <a:cubicBezTo>
                    <a:pt x="5176" y="5669"/>
                    <a:pt x="6404" y="4531"/>
                    <a:pt x="6516" y="3057"/>
                  </a:cubicBezTo>
                  <a:lnTo>
                    <a:pt x="6853" y="3057"/>
                  </a:lnTo>
                  <a:cubicBezTo>
                    <a:pt x="7153" y="3057"/>
                    <a:pt x="7396" y="2815"/>
                    <a:pt x="7396" y="2514"/>
                  </a:cubicBezTo>
                  <a:cubicBezTo>
                    <a:pt x="7396" y="2213"/>
                    <a:pt x="7153" y="1971"/>
                    <a:pt x="6853" y="1971"/>
                  </a:cubicBezTo>
                  <a:lnTo>
                    <a:pt x="6636" y="1971"/>
                  </a:lnTo>
                  <a:cubicBezTo>
                    <a:pt x="6636" y="1971"/>
                    <a:pt x="6342" y="1935"/>
                    <a:pt x="6255" y="1913"/>
                  </a:cubicBezTo>
                  <a:cubicBezTo>
                    <a:pt x="5759" y="1775"/>
                    <a:pt x="4691" y="1348"/>
                    <a:pt x="3879" y="98"/>
                  </a:cubicBezTo>
                  <a:cubicBezTo>
                    <a:pt x="3836" y="33"/>
                    <a:pt x="3766" y="1"/>
                    <a:pt x="369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82"/>
            <p:cNvSpPr/>
            <p:nvPr/>
          </p:nvSpPr>
          <p:spPr>
            <a:xfrm>
              <a:off x="4983659" y="1735570"/>
              <a:ext cx="129069" cy="80435"/>
            </a:xfrm>
            <a:custGeom>
              <a:rect b="b" l="l" r="r" t="t"/>
              <a:pathLst>
                <a:path extrusionOk="0" h="3068" w="4923">
                  <a:moveTo>
                    <a:pt x="1156" y="1"/>
                  </a:moveTo>
                  <a:lnTo>
                    <a:pt x="334" y="280"/>
                  </a:lnTo>
                  <a:cubicBezTo>
                    <a:pt x="167" y="338"/>
                    <a:pt x="51" y="493"/>
                    <a:pt x="40" y="667"/>
                  </a:cubicBezTo>
                  <a:cubicBezTo>
                    <a:pt x="1" y="1305"/>
                    <a:pt x="106" y="1942"/>
                    <a:pt x="348" y="2529"/>
                  </a:cubicBezTo>
                  <a:cubicBezTo>
                    <a:pt x="487" y="2861"/>
                    <a:pt x="811" y="3068"/>
                    <a:pt x="1158" y="3068"/>
                  </a:cubicBezTo>
                  <a:cubicBezTo>
                    <a:pt x="1227" y="3068"/>
                    <a:pt x="1297" y="3060"/>
                    <a:pt x="1366" y="3043"/>
                  </a:cubicBezTo>
                  <a:lnTo>
                    <a:pt x="2463" y="2768"/>
                  </a:lnTo>
                  <a:lnTo>
                    <a:pt x="3561" y="3043"/>
                  </a:lnTo>
                  <a:cubicBezTo>
                    <a:pt x="3629" y="3060"/>
                    <a:pt x="3699" y="3068"/>
                    <a:pt x="3767" y="3068"/>
                  </a:cubicBezTo>
                  <a:cubicBezTo>
                    <a:pt x="4113" y="3068"/>
                    <a:pt x="4439" y="2861"/>
                    <a:pt x="4575" y="2529"/>
                  </a:cubicBezTo>
                  <a:cubicBezTo>
                    <a:pt x="4817" y="1942"/>
                    <a:pt x="4923" y="1305"/>
                    <a:pt x="4883" y="667"/>
                  </a:cubicBezTo>
                  <a:cubicBezTo>
                    <a:pt x="4872" y="493"/>
                    <a:pt x="4756" y="338"/>
                    <a:pt x="4589" y="280"/>
                  </a:cubicBezTo>
                  <a:lnTo>
                    <a:pt x="3767" y="1"/>
                  </a:lnTo>
                  <a:lnTo>
                    <a:pt x="3767" y="645"/>
                  </a:lnTo>
                  <a:cubicBezTo>
                    <a:pt x="3756" y="1359"/>
                    <a:pt x="3173" y="1928"/>
                    <a:pt x="2463" y="1928"/>
                  </a:cubicBezTo>
                  <a:cubicBezTo>
                    <a:pt x="1750" y="1928"/>
                    <a:pt x="1170" y="1359"/>
                    <a:pt x="1156" y="645"/>
                  </a:cubicBezTo>
                  <a:lnTo>
                    <a:pt x="1156"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2"/>
            <p:cNvSpPr/>
            <p:nvPr/>
          </p:nvSpPr>
          <p:spPr>
            <a:xfrm>
              <a:off x="5082420" y="1735386"/>
              <a:ext cx="26" cy="210"/>
            </a:xfrm>
            <a:custGeom>
              <a:rect b="b" l="l" r="r" t="t"/>
              <a:pathLst>
                <a:path extrusionOk="0" h="8" w="1">
                  <a:moveTo>
                    <a:pt x="0" y="8"/>
                  </a:moveTo>
                  <a:lnTo>
                    <a:pt x="0" y="8"/>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2"/>
            <p:cNvSpPr/>
            <p:nvPr/>
          </p:nvSpPr>
          <p:spPr>
            <a:xfrm>
              <a:off x="5013940" y="1735386"/>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2"/>
            <p:cNvSpPr/>
            <p:nvPr/>
          </p:nvSpPr>
          <p:spPr>
            <a:xfrm>
              <a:off x="4950441" y="1575485"/>
              <a:ext cx="166271" cy="148732"/>
            </a:xfrm>
            <a:custGeom>
              <a:rect b="b" l="l" r="r" t="t"/>
              <a:pathLst>
                <a:path extrusionOk="0" h="5673" w="6342">
                  <a:moveTo>
                    <a:pt x="3730" y="1"/>
                  </a:moveTo>
                  <a:cubicBezTo>
                    <a:pt x="3662" y="1"/>
                    <a:pt x="3593" y="33"/>
                    <a:pt x="3549" y="98"/>
                  </a:cubicBezTo>
                  <a:cubicBezTo>
                    <a:pt x="2977" y="978"/>
                    <a:pt x="2274" y="1449"/>
                    <a:pt x="1738" y="1699"/>
                  </a:cubicBezTo>
                  <a:cubicBezTo>
                    <a:pt x="1702" y="1717"/>
                    <a:pt x="1409" y="1837"/>
                    <a:pt x="1376" y="1848"/>
                  </a:cubicBezTo>
                  <a:cubicBezTo>
                    <a:pt x="1304" y="1873"/>
                    <a:pt x="1235" y="1891"/>
                    <a:pt x="1173" y="1909"/>
                  </a:cubicBezTo>
                  <a:cubicBezTo>
                    <a:pt x="1083" y="1935"/>
                    <a:pt x="793" y="1971"/>
                    <a:pt x="793" y="1971"/>
                  </a:cubicBezTo>
                  <a:lnTo>
                    <a:pt x="608" y="1971"/>
                  </a:lnTo>
                  <a:cubicBezTo>
                    <a:pt x="322" y="1971"/>
                    <a:pt x="65" y="2174"/>
                    <a:pt x="36" y="2460"/>
                  </a:cubicBezTo>
                  <a:cubicBezTo>
                    <a:pt x="0" y="2780"/>
                    <a:pt x="250" y="3057"/>
                    <a:pt x="573" y="3057"/>
                  </a:cubicBezTo>
                  <a:cubicBezTo>
                    <a:pt x="575" y="3057"/>
                    <a:pt x="577" y="3057"/>
                    <a:pt x="579" y="3057"/>
                  </a:cubicBezTo>
                  <a:lnTo>
                    <a:pt x="916" y="3057"/>
                  </a:lnTo>
                  <a:cubicBezTo>
                    <a:pt x="1018" y="4554"/>
                    <a:pt x="2268" y="5673"/>
                    <a:pt x="3714" y="5673"/>
                  </a:cubicBezTo>
                  <a:cubicBezTo>
                    <a:pt x="3864" y="5673"/>
                    <a:pt x="4016" y="5661"/>
                    <a:pt x="4169" y="5636"/>
                  </a:cubicBezTo>
                  <a:cubicBezTo>
                    <a:pt x="2923" y="5440"/>
                    <a:pt x="1952" y="4444"/>
                    <a:pt x="1796" y="3191"/>
                  </a:cubicBezTo>
                  <a:cubicBezTo>
                    <a:pt x="1793" y="3155"/>
                    <a:pt x="1789" y="3101"/>
                    <a:pt x="1782" y="3039"/>
                  </a:cubicBezTo>
                  <a:cubicBezTo>
                    <a:pt x="1760" y="2699"/>
                    <a:pt x="1938" y="2376"/>
                    <a:pt x="2242" y="2213"/>
                  </a:cubicBezTo>
                  <a:cubicBezTo>
                    <a:pt x="2868" y="1888"/>
                    <a:pt x="3379" y="1428"/>
                    <a:pt x="3730" y="1047"/>
                  </a:cubicBezTo>
                  <a:cubicBezTo>
                    <a:pt x="4158" y="1511"/>
                    <a:pt x="4820" y="2098"/>
                    <a:pt x="5639" y="2405"/>
                  </a:cubicBezTo>
                  <a:cubicBezTo>
                    <a:pt x="5701" y="2429"/>
                    <a:pt x="5765" y="2440"/>
                    <a:pt x="5826" y="2440"/>
                  </a:cubicBezTo>
                  <a:cubicBezTo>
                    <a:pt x="6100" y="2440"/>
                    <a:pt x="6342" y="2220"/>
                    <a:pt x="6342" y="1924"/>
                  </a:cubicBezTo>
                  <a:cubicBezTo>
                    <a:pt x="6320" y="1920"/>
                    <a:pt x="6298" y="1913"/>
                    <a:pt x="6287" y="1909"/>
                  </a:cubicBezTo>
                  <a:cubicBezTo>
                    <a:pt x="5791" y="1775"/>
                    <a:pt x="4723" y="1348"/>
                    <a:pt x="3911" y="98"/>
                  </a:cubicBezTo>
                  <a:cubicBezTo>
                    <a:pt x="3868" y="33"/>
                    <a:pt x="3799" y="1"/>
                    <a:pt x="37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2"/>
            <p:cNvSpPr/>
            <p:nvPr/>
          </p:nvSpPr>
          <p:spPr>
            <a:xfrm>
              <a:off x="5059611" y="1519852"/>
              <a:ext cx="74196" cy="90214"/>
            </a:xfrm>
            <a:custGeom>
              <a:rect b="b" l="l" r="r" t="t"/>
              <a:pathLst>
                <a:path extrusionOk="0" h="3441" w="2830">
                  <a:moveTo>
                    <a:pt x="70" y="0"/>
                  </a:moveTo>
                  <a:cubicBezTo>
                    <a:pt x="26" y="199"/>
                    <a:pt x="1" y="406"/>
                    <a:pt x="1" y="612"/>
                  </a:cubicBezTo>
                  <a:cubicBezTo>
                    <a:pt x="1" y="2173"/>
                    <a:pt x="1269" y="3441"/>
                    <a:pt x="2830" y="3441"/>
                  </a:cubicBezTo>
                  <a:lnTo>
                    <a:pt x="2830" y="3224"/>
                  </a:lnTo>
                  <a:cubicBezTo>
                    <a:pt x="2830" y="1695"/>
                    <a:pt x="1772" y="373"/>
                    <a:pt x="283" y="40"/>
                  </a:cubicBezTo>
                  <a:cubicBezTo>
                    <a:pt x="233" y="29"/>
                    <a:pt x="178" y="18"/>
                    <a:pt x="128" y="11"/>
                  </a:cubicBezTo>
                  <a:lnTo>
                    <a:pt x="7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2"/>
            <p:cNvSpPr/>
            <p:nvPr/>
          </p:nvSpPr>
          <p:spPr>
            <a:xfrm>
              <a:off x="5008539" y="1627999"/>
              <a:ext cx="10749" cy="16412"/>
            </a:xfrm>
            <a:custGeom>
              <a:rect b="b" l="l" r="r" t="t"/>
              <a:pathLst>
                <a:path extrusionOk="0" h="626" w="410">
                  <a:moveTo>
                    <a:pt x="207"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2"/>
            <p:cNvSpPr/>
            <p:nvPr/>
          </p:nvSpPr>
          <p:spPr>
            <a:xfrm>
              <a:off x="5077098" y="1627999"/>
              <a:ext cx="10749" cy="16412"/>
            </a:xfrm>
            <a:custGeom>
              <a:rect b="b" l="l" r="r" t="t"/>
              <a:pathLst>
                <a:path extrusionOk="0" h="626" w="410">
                  <a:moveTo>
                    <a:pt x="203"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2"/>
            <p:cNvSpPr/>
            <p:nvPr/>
          </p:nvSpPr>
          <p:spPr>
            <a:xfrm>
              <a:off x="5023404" y="1667850"/>
              <a:ext cx="49604" cy="16569"/>
            </a:xfrm>
            <a:custGeom>
              <a:rect b="b" l="l" r="r" t="t"/>
              <a:pathLst>
                <a:path extrusionOk="0" h="632" w="1892">
                  <a:moveTo>
                    <a:pt x="293" y="0"/>
                  </a:moveTo>
                  <a:cubicBezTo>
                    <a:pt x="134" y="0"/>
                    <a:pt x="0" y="205"/>
                    <a:pt x="151" y="353"/>
                  </a:cubicBezTo>
                  <a:cubicBezTo>
                    <a:pt x="324" y="527"/>
                    <a:pt x="621" y="632"/>
                    <a:pt x="947" y="632"/>
                  </a:cubicBezTo>
                  <a:cubicBezTo>
                    <a:pt x="1270" y="632"/>
                    <a:pt x="1567" y="527"/>
                    <a:pt x="1744" y="353"/>
                  </a:cubicBezTo>
                  <a:cubicBezTo>
                    <a:pt x="1892" y="205"/>
                    <a:pt x="1757" y="0"/>
                    <a:pt x="1598" y="0"/>
                  </a:cubicBezTo>
                  <a:cubicBezTo>
                    <a:pt x="1550" y="0"/>
                    <a:pt x="1500" y="19"/>
                    <a:pt x="1454" y="63"/>
                  </a:cubicBezTo>
                  <a:cubicBezTo>
                    <a:pt x="1382" y="136"/>
                    <a:pt x="1205"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2"/>
            <p:cNvSpPr/>
            <p:nvPr/>
          </p:nvSpPr>
          <p:spPr>
            <a:xfrm>
              <a:off x="4911692" y="1513402"/>
              <a:ext cx="273108" cy="364974"/>
            </a:xfrm>
            <a:custGeom>
              <a:rect b="b" l="l" r="r" t="t"/>
              <a:pathLst>
                <a:path extrusionOk="0" h="13921" w="10417">
                  <a:moveTo>
                    <a:pt x="1739" y="3890"/>
                  </a:moveTo>
                  <a:lnTo>
                    <a:pt x="1739" y="4205"/>
                  </a:lnTo>
                  <a:cubicBezTo>
                    <a:pt x="1420" y="4350"/>
                    <a:pt x="1246" y="4701"/>
                    <a:pt x="1319" y="5045"/>
                  </a:cubicBezTo>
                  <a:cubicBezTo>
                    <a:pt x="1395" y="5385"/>
                    <a:pt x="1699" y="5632"/>
                    <a:pt x="2050" y="5632"/>
                  </a:cubicBezTo>
                  <a:lnTo>
                    <a:pt x="2202" y="5632"/>
                  </a:lnTo>
                  <a:cubicBezTo>
                    <a:pt x="2293" y="6280"/>
                    <a:pt x="2593" y="6885"/>
                    <a:pt x="3057" y="7348"/>
                  </a:cubicBezTo>
                  <a:cubicBezTo>
                    <a:pt x="2939" y="7382"/>
                    <a:pt x="2817" y="7399"/>
                    <a:pt x="2696" y="7399"/>
                  </a:cubicBezTo>
                  <a:cubicBezTo>
                    <a:pt x="2623" y="7399"/>
                    <a:pt x="2550" y="7393"/>
                    <a:pt x="2478" y="7381"/>
                  </a:cubicBezTo>
                  <a:cubicBezTo>
                    <a:pt x="1866" y="7262"/>
                    <a:pt x="1442" y="6700"/>
                    <a:pt x="1500" y="6081"/>
                  </a:cubicBezTo>
                  <a:cubicBezTo>
                    <a:pt x="1521" y="5853"/>
                    <a:pt x="1416" y="5632"/>
                    <a:pt x="1228" y="5501"/>
                  </a:cubicBezTo>
                  <a:cubicBezTo>
                    <a:pt x="931" y="5302"/>
                    <a:pt x="783" y="4940"/>
                    <a:pt x="859" y="4592"/>
                  </a:cubicBezTo>
                  <a:cubicBezTo>
                    <a:pt x="935" y="4241"/>
                    <a:pt x="1214" y="3969"/>
                    <a:pt x="1565" y="3904"/>
                  </a:cubicBezTo>
                  <a:cubicBezTo>
                    <a:pt x="1623" y="3893"/>
                    <a:pt x="1681" y="3890"/>
                    <a:pt x="1739" y="3890"/>
                  </a:cubicBezTo>
                  <a:close/>
                  <a:moveTo>
                    <a:pt x="8720" y="3892"/>
                  </a:moveTo>
                  <a:cubicBezTo>
                    <a:pt x="8766" y="3892"/>
                    <a:pt x="8812" y="3896"/>
                    <a:pt x="8855" y="3904"/>
                  </a:cubicBezTo>
                  <a:cubicBezTo>
                    <a:pt x="9207" y="3969"/>
                    <a:pt x="9486" y="4241"/>
                    <a:pt x="9562" y="4592"/>
                  </a:cubicBezTo>
                  <a:cubicBezTo>
                    <a:pt x="9634" y="4944"/>
                    <a:pt x="9489" y="5302"/>
                    <a:pt x="9192" y="5501"/>
                  </a:cubicBezTo>
                  <a:cubicBezTo>
                    <a:pt x="9004" y="5632"/>
                    <a:pt x="8899" y="5853"/>
                    <a:pt x="8921" y="6081"/>
                  </a:cubicBezTo>
                  <a:cubicBezTo>
                    <a:pt x="8979" y="6700"/>
                    <a:pt x="8555" y="7262"/>
                    <a:pt x="7943" y="7381"/>
                  </a:cubicBezTo>
                  <a:cubicBezTo>
                    <a:pt x="7868" y="7395"/>
                    <a:pt x="7792" y="7402"/>
                    <a:pt x="7716" y="7402"/>
                  </a:cubicBezTo>
                  <a:cubicBezTo>
                    <a:pt x="7595" y="7402"/>
                    <a:pt x="7474" y="7384"/>
                    <a:pt x="7356" y="7348"/>
                  </a:cubicBezTo>
                  <a:cubicBezTo>
                    <a:pt x="7820" y="6881"/>
                    <a:pt x="8120" y="6280"/>
                    <a:pt x="8211" y="5632"/>
                  </a:cubicBezTo>
                  <a:lnTo>
                    <a:pt x="8363" y="5632"/>
                  </a:lnTo>
                  <a:cubicBezTo>
                    <a:pt x="8714" y="5632"/>
                    <a:pt x="9018" y="5389"/>
                    <a:pt x="9094" y="5045"/>
                  </a:cubicBezTo>
                  <a:cubicBezTo>
                    <a:pt x="9171" y="4701"/>
                    <a:pt x="8997" y="4350"/>
                    <a:pt x="8674" y="4205"/>
                  </a:cubicBezTo>
                  <a:lnTo>
                    <a:pt x="8674" y="3893"/>
                  </a:lnTo>
                  <a:cubicBezTo>
                    <a:pt x="8690" y="3892"/>
                    <a:pt x="8705" y="3892"/>
                    <a:pt x="8720" y="3892"/>
                  </a:cubicBezTo>
                  <a:close/>
                  <a:moveTo>
                    <a:pt x="5208" y="409"/>
                  </a:moveTo>
                  <a:cubicBezTo>
                    <a:pt x="6896" y="409"/>
                    <a:pt x="8265" y="1778"/>
                    <a:pt x="8269" y="3470"/>
                  </a:cubicBezTo>
                  <a:lnTo>
                    <a:pt x="8269" y="4136"/>
                  </a:lnTo>
                  <a:lnTo>
                    <a:pt x="8254" y="4136"/>
                  </a:lnTo>
                  <a:cubicBezTo>
                    <a:pt x="8051" y="4136"/>
                    <a:pt x="7849" y="4107"/>
                    <a:pt x="7653" y="4053"/>
                  </a:cubicBezTo>
                  <a:cubicBezTo>
                    <a:pt x="7631" y="4047"/>
                    <a:pt x="7611" y="4044"/>
                    <a:pt x="7591" y="4044"/>
                  </a:cubicBezTo>
                  <a:cubicBezTo>
                    <a:pt x="7377" y="4044"/>
                    <a:pt x="7306" y="4381"/>
                    <a:pt x="7548" y="4447"/>
                  </a:cubicBezTo>
                  <a:cubicBezTo>
                    <a:pt x="7776" y="4509"/>
                    <a:pt x="8015" y="4542"/>
                    <a:pt x="8254" y="4542"/>
                  </a:cubicBezTo>
                  <a:lnTo>
                    <a:pt x="8363" y="4542"/>
                  </a:lnTo>
                  <a:cubicBezTo>
                    <a:pt x="8367" y="4541"/>
                    <a:pt x="8372" y="4541"/>
                    <a:pt x="8376" y="4541"/>
                  </a:cubicBezTo>
                  <a:cubicBezTo>
                    <a:pt x="8566" y="4541"/>
                    <a:pt x="8721" y="4691"/>
                    <a:pt x="8721" y="4882"/>
                  </a:cubicBezTo>
                  <a:cubicBezTo>
                    <a:pt x="8721" y="5071"/>
                    <a:pt x="8569" y="5223"/>
                    <a:pt x="8382" y="5223"/>
                  </a:cubicBezTo>
                  <a:cubicBezTo>
                    <a:pt x="8376" y="5223"/>
                    <a:pt x="8369" y="5223"/>
                    <a:pt x="8363" y="5223"/>
                  </a:cubicBezTo>
                  <a:lnTo>
                    <a:pt x="8240" y="5223"/>
                  </a:lnTo>
                  <a:lnTo>
                    <a:pt x="8240" y="5208"/>
                  </a:lnTo>
                  <a:cubicBezTo>
                    <a:pt x="8240" y="5072"/>
                    <a:pt x="8138" y="5004"/>
                    <a:pt x="8037" y="5004"/>
                  </a:cubicBezTo>
                  <a:cubicBezTo>
                    <a:pt x="7936" y="5004"/>
                    <a:pt x="7834" y="5072"/>
                    <a:pt x="7834" y="5208"/>
                  </a:cubicBezTo>
                  <a:cubicBezTo>
                    <a:pt x="7834" y="6660"/>
                    <a:pt x="6657" y="7834"/>
                    <a:pt x="5208" y="7834"/>
                  </a:cubicBezTo>
                  <a:cubicBezTo>
                    <a:pt x="3756" y="7834"/>
                    <a:pt x="2583" y="6660"/>
                    <a:pt x="2583" y="5208"/>
                  </a:cubicBezTo>
                  <a:cubicBezTo>
                    <a:pt x="2583" y="5072"/>
                    <a:pt x="2480" y="5004"/>
                    <a:pt x="2378" y="5004"/>
                  </a:cubicBezTo>
                  <a:cubicBezTo>
                    <a:pt x="2276" y="5004"/>
                    <a:pt x="2173" y="5072"/>
                    <a:pt x="2173" y="5208"/>
                  </a:cubicBezTo>
                  <a:lnTo>
                    <a:pt x="2173" y="5223"/>
                  </a:lnTo>
                  <a:lnTo>
                    <a:pt x="2050" y="5223"/>
                  </a:lnTo>
                  <a:cubicBezTo>
                    <a:pt x="2044" y="5223"/>
                    <a:pt x="2038" y="5223"/>
                    <a:pt x="2031" y="5223"/>
                  </a:cubicBezTo>
                  <a:cubicBezTo>
                    <a:pt x="1848" y="5223"/>
                    <a:pt x="1695" y="5071"/>
                    <a:pt x="1695" y="4882"/>
                  </a:cubicBezTo>
                  <a:cubicBezTo>
                    <a:pt x="1695" y="4691"/>
                    <a:pt x="1851" y="4541"/>
                    <a:pt x="2037" y="4541"/>
                  </a:cubicBezTo>
                  <a:cubicBezTo>
                    <a:pt x="2041" y="4541"/>
                    <a:pt x="2046" y="4541"/>
                    <a:pt x="2050" y="4542"/>
                  </a:cubicBezTo>
                  <a:lnTo>
                    <a:pt x="2159" y="4542"/>
                  </a:lnTo>
                  <a:cubicBezTo>
                    <a:pt x="3615" y="4542"/>
                    <a:pt x="4770" y="3281"/>
                    <a:pt x="5197" y="2738"/>
                  </a:cubicBezTo>
                  <a:cubicBezTo>
                    <a:pt x="5199" y="2734"/>
                    <a:pt x="5203" y="2733"/>
                    <a:pt x="5207" y="2733"/>
                  </a:cubicBezTo>
                  <a:cubicBezTo>
                    <a:pt x="5211" y="2733"/>
                    <a:pt x="5216" y="2734"/>
                    <a:pt x="5219" y="2738"/>
                  </a:cubicBezTo>
                  <a:cubicBezTo>
                    <a:pt x="5480" y="3068"/>
                    <a:pt x="6023" y="3687"/>
                    <a:pt x="6744" y="4103"/>
                  </a:cubicBezTo>
                  <a:cubicBezTo>
                    <a:pt x="6781" y="4125"/>
                    <a:pt x="6818" y="4135"/>
                    <a:pt x="6852" y="4135"/>
                  </a:cubicBezTo>
                  <a:cubicBezTo>
                    <a:pt x="7034" y="4135"/>
                    <a:pt x="7149" y="3865"/>
                    <a:pt x="6950" y="3752"/>
                  </a:cubicBezTo>
                  <a:cubicBezTo>
                    <a:pt x="6288" y="3368"/>
                    <a:pt x="5781" y="2792"/>
                    <a:pt x="5538" y="2484"/>
                  </a:cubicBezTo>
                  <a:cubicBezTo>
                    <a:pt x="5458" y="2383"/>
                    <a:pt x="5335" y="2325"/>
                    <a:pt x="5208" y="2325"/>
                  </a:cubicBezTo>
                  <a:cubicBezTo>
                    <a:pt x="5078" y="2325"/>
                    <a:pt x="4955" y="2383"/>
                    <a:pt x="4875" y="2484"/>
                  </a:cubicBezTo>
                  <a:cubicBezTo>
                    <a:pt x="3702" y="3973"/>
                    <a:pt x="2586" y="4136"/>
                    <a:pt x="2159" y="4136"/>
                  </a:cubicBezTo>
                  <a:lnTo>
                    <a:pt x="2144" y="4136"/>
                  </a:lnTo>
                  <a:lnTo>
                    <a:pt x="2144" y="3470"/>
                  </a:lnTo>
                  <a:cubicBezTo>
                    <a:pt x="2148" y="1778"/>
                    <a:pt x="3517" y="409"/>
                    <a:pt x="5208" y="409"/>
                  </a:cubicBezTo>
                  <a:close/>
                  <a:moveTo>
                    <a:pt x="6309" y="8037"/>
                  </a:moveTo>
                  <a:lnTo>
                    <a:pt x="6309" y="9123"/>
                  </a:lnTo>
                  <a:cubicBezTo>
                    <a:pt x="6309" y="9732"/>
                    <a:pt x="5817" y="10224"/>
                    <a:pt x="5208" y="10224"/>
                  </a:cubicBezTo>
                  <a:cubicBezTo>
                    <a:pt x="4600" y="10224"/>
                    <a:pt x="4104" y="9732"/>
                    <a:pt x="4104" y="9123"/>
                  </a:cubicBezTo>
                  <a:lnTo>
                    <a:pt x="4104" y="8037"/>
                  </a:lnTo>
                  <a:cubicBezTo>
                    <a:pt x="4455" y="8174"/>
                    <a:pt x="4832" y="8243"/>
                    <a:pt x="5208" y="8243"/>
                  </a:cubicBezTo>
                  <a:cubicBezTo>
                    <a:pt x="5585" y="8243"/>
                    <a:pt x="5958" y="8174"/>
                    <a:pt x="6309" y="8037"/>
                  </a:cubicBezTo>
                  <a:close/>
                  <a:moveTo>
                    <a:pt x="6719" y="8761"/>
                  </a:moveTo>
                  <a:lnTo>
                    <a:pt x="7269" y="8949"/>
                  </a:lnTo>
                  <a:cubicBezTo>
                    <a:pt x="7360" y="8978"/>
                    <a:pt x="7421" y="9062"/>
                    <a:pt x="7425" y="9156"/>
                  </a:cubicBezTo>
                  <a:cubicBezTo>
                    <a:pt x="7461" y="9761"/>
                    <a:pt x="7363" y="10365"/>
                    <a:pt x="7131" y="10927"/>
                  </a:cubicBezTo>
                  <a:cubicBezTo>
                    <a:pt x="7029" y="11180"/>
                    <a:pt x="6781" y="11338"/>
                    <a:pt x="6515" y="11338"/>
                  </a:cubicBezTo>
                  <a:cubicBezTo>
                    <a:pt x="6461" y="11338"/>
                    <a:pt x="6407" y="11331"/>
                    <a:pt x="6353" y="11318"/>
                  </a:cubicBezTo>
                  <a:lnTo>
                    <a:pt x="5259" y="11043"/>
                  </a:lnTo>
                  <a:cubicBezTo>
                    <a:pt x="5243" y="11039"/>
                    <a:pt x="5226" y="11037"/>
                    <a:pt x="5208" y="11037"/>
                  </a:cubicBezTo>
                  <a:cubicBezTo>
                    <a:pt x="5191" y="11037"/>
                    <a:pt x="5174" y="11039"/>
                    <a:pt x="5158" y="11043"/>
                  </a:cubicBezTo>
                  <a:lnTo>
                    <a:pt x="4060" y="11318"/>
                  </a:lnTo>
                  <a:cubicBezTo>
                    <a:pt x="4006" y="11331"/>
                    <a:pt x="3952" y="11338"/>
                    <a:pt x="3898" y="11338"/>
                  </a:cubicBezTo>
                  <a:cubicBezTo>
                    <a:pt x="3633" y="11338"/>
                    <a:pt x="3387" y="11180"/>
                    <a:pt x="3282" y="10927"/>
                  </a:cubicBezTo>
                  <a:cubicBezTo>
                    <a:pt x="3050" y="10365"/>
                    <a:pt x="2952" y="9761"/>
                    <a:pt x="2988" y="9156"/>
                  </a:cubicBezTo>
                  <a:cubicBezTo>
                    <a:pt x="2995" y="9062"/>
                    <a:pt x="3053" y="8978"/>
                    <a:pt x="3144" y="8949"/>
                  </a:cubicBezTo>
                  <a:lnTo>
                    <a:pt x="3698" y="8761"/>
                  </a:lnTo>
                  <a:lnTo>
                    <a:pt x="3698" y="9123"/>
                  </a:lnTo>
                  <a:cubicBezTo>
                    <a:pt x="3698" y="9956"/>
                    <a:pt x="4372" y="10630"/>
                    <a:pt x="5208" y="10630"/>
                  </a:cubicBezTo>
                  <a:cubicBezTo>
                    <a:pt x="6041" y="10630"/>
                    <a:pt x="6715" y="9956"/>
                    <a:pt x="6719" y="9123"/>
                  </a:cubicBezTo>
                  <a:lnTo>
                    <a:pt x="6719" y="8761"/>
                  </a:lnTo>
                  <a:close/>
                  <a:moveTo>
                    <a:pt x="5208" y="0"/>
                  </a:moveTo>
                  <a:cubicBezTo>
                    <a:pt x="3292" y="0"/>
                    <a:pt x="1739" y="1554"/>
                    <a:pt x="1739" y="3470"/>
                  </a:cubicBezTo>
                  <a:lnTo>
                    <a:pt x="1739" y="3484"/>
                  </a:lnTo>
                  <a:cubicBezTo>
                    <a:pt x="1655" y="3484"/>
                    <a:pt x="1576" y="3491"/>
                    <a:pt x="1496" y="3502"/>
                  </a:cubicBezTo>
                  <a:cubicBezTo>
                    <a:pt x="978" y="3596"/>
                    <a:pt x="569" y="3991"/>
                    <a:pt x="460" y="4505"/>
                  </a:cubicBezTo>
                  <a:cubicBezTo>
                    <a:pt x="352" y="5016"/>
                    <a:pt x="562" y="5545"/>
                    <a:pt x="996" y="5842"/>
                  </a:cubicBezTo>
                  <a:cubicBezTo>
                    <a:pt x="1061" y="5885"/>
                    <a:pt x="1098" y="5965"/>
                    <a:pt x="1090" y="6045"/>
                  </a:cubicBezTo>
                  <a:cubicBezTo>
                    <a:pt x="1018" y="6874"/>
                    <a:pt x="1583" y="7627"/>
                    <a:pt x="2405" y="7783"/>
                  </a:cubicBezTo>
                  <a:cubicBezTo>
                    <a:pt x="2503" y="7801"/>
                    <a:pt x="2604" y="7808"/>
                    <a:pt x="2706" y="7808"/>
                  </a:cubicBezTo>
                  <a:cubicBezTo>
                    <a:pt x="2948" y="7808"/>
                    <a:pt x="3187" y="7754"/>
                    <a:pt x="3405" y="7649"/>
                  </a:cubicBezTo>
                  <a:cubicBezTo>
                    <a:pt x="3499" y="7718"/>
                    <a:pt x="3597" y="7783"/>
                    <a:pt x="3698" y="7841"/>
                  </a:cubicBezTo>
                  <a:lnTo>
                    <a:pt x="3698" y="8330"/>
                  </a:lnTo>
                  <a:lnTo>
                    <a:pt x="3014" y="8565"/>
                  </a:lnTo>
                  <a:cubicBezTo>
                    <a:pt x="2767" y="8649"/>
                    <a:pt x="2597" y="8873"/>
                    <a:pt x="2583" y="9134"/>
                  </a:cubicBezTo>
                  <a:lnTo>
                    <a:pt x="2583" y="9174"/>
                  </a:lnTo>
                  <a:lnTo>
                    <a:pt x="1007" y="9728"/>
                  </a:lnTo>
                  <a:cubicBezTo>
                    <a:pt x="402" y="9942"/>
                    <a:pt x="0" y="10514"/>
                    <a:pt x="0" y="11155"/>
                  </a:cubicBezTo>
                  <a:lnTo>
                    <a:pt x="0" y="13719"/>
                  </a:lnTo>
                  <a:cubicBezTo>
                    <a:pt x="0" y="13853"/>
                    <a:pt x="102" y="13920"/>
                    <a:pt x="203" y="13920"/>
                  </a:cubicBezTo>
                  <a:cubicBezTo>
                    <a:pt x="305" y="13920"/>
                    <a:pt x="406" y="13853"/>
                    <a:pt x="406" y="13719"/>
                  </a:cubicBezTo>
                  <a:lnTo>
                    <a:pt x="406" y="11151"/>
                  </a:lnTo>
                  <a:cubicBezTo>
                    <a:pt x="406" y="11017"/>
                    <a:pt x="431" y="10887"/>
                    <a:pt x="478" y="10764"/>
                  </a:cubicBezTo>
                  <a:lnTo>
                    <a:pt x="1507" y="11647"/>
                  </a:lnTo>
                  <a:cubicBezTo>
                    <a:pt x="1655" y="11771"/>
                    <a:pt x="1742" y="11959"/>
                    <a:pt x="1742" y="12151"/>
                  </a:cubicBezTo>
                  <a:lnTo>
                    <a:pt x="1742" y="13719"/>
                  </a:lnTo>
                  <a:cubicBezTo>
                    <a:pt x="1742" y="13853"/>
                    <a:pt x="1844" y="13920"/>
                    <a:pt x="1945" y="13920"/>
                  </a:cubicBezTo>
                  <a:cubicBezTo>
                    <a:pt x="2047" y="13920"/>
                    <a:pt x="2148" y="13853"/>
                    <a:pt x="2148" y="13719"/>
                  </a:cubicBezTo>
                  <a:lnTo>
                    <a:pt x="2148" y="12151"/>
                  </a:lnTo>
                  <a:cubicBezTo>
                    <a:pt x="2148" y="11839"/>
                    <a:pt x="2010" y="11542"/>
                    <a:pt x="1771" y="11336"/>
                  </a:cubicBezTo>
                  <a:lnTo>
                    <a:pt x="692" y="10412"/>
                  </a:lnTo>
                  <a:cubicBezTo>
                    <a:pt x="815" y="10278"/>
                    <a:pt x="967" y="10173"/>
                    <a:pt x="1141" y="10115"/>
                  </a:cubicBezTo>
                  <a:lnTo>
                    <a:pt x="2579" y="9605"/>
                  </a:lnTo>
                  <a:cubicBezTo>
                    <a:pt x="2601" y="10115"/>
                    <a:pt x="2713" y="10615"/>
                    <a:pt x="2905" y="11082"/>
                  </a:cubicBezTo>
                  <a:cubicBezTo>
                    <a:pt x="3074" y="11492"/>
                    <a:pt x="3473" y="11749"/>
                    <a:pt x="3898" y="11749"/>
                  </a:cubicBezTo>
                  <a:cubicBezTo>
                    <a:pt x="3984" y="11749"/>
                    <a:pt x="4071" y="11738"/>
                    <a:pt x="4158" y="11716"/>
                  </a:cubicBezTo>
                  <a:lnTo>
                    <a:pt x="5002" y="11503"/>
                  </a:lnTo>
                  <a:lnTo>
                    <a:pt x="5002" y="12176"/>
                  </a:lnTo>
                  <a:cubicBezTo>
                    <a:pt x="5002" y="12312"/>
                    <a:pt x="5104" y="12380"/>
                    <a:pt x="5207" y="12380"/>
                  </a:cubicBezTo>
                  <a:cubicBezTo>
                    <a:pt x="5309" y="12380"/>
                    <a:pt x="5411" y="12312"/>
                    <a:pt x="5411" y="12176"/>
                  </a:cubicBezTo>
                  <a:lnTo>
                    <a:pt x="5411" y="11503"/>
                  </a:lnTo>
                  <a:lnTo>
                    <a:pt x="6255" y="11713"/>
                  </a:lnTo>
                  <a:cubicBezTo>
                    <a:pt x="6342" y="11734"/>
                    <a:pt x="6429" y="11745"/>
                    <a:pt x="6519" y="11745"/>
                  </a:cubicBezTo>
                  <a:cubicBezTo>
                    <a:pt x="6954" y="11745"/>
                    <a:pt x="7345" y="11484"/>
                    <a:pt x="7508" y="11082"/>
                  </a:cubicBezTo>
                  <a:cubicBezTo>
                    <a:pt x="7704" y="10612"/>
                    <a:pt x="7812" y="10112"/>
                    <a:pt x="7834" y="9605"/>
                  </a:cubicBezTo>
                  <a:lnTo>
                    <a:pt x="9276" y="10112"/>
                  </a:lnTo>
                  <a:cubicBezTo>
                    <a:pt x="9446" y="10173"/>
                    <a:pt x="9602" y="10275"/>
                    <a:pt x="9721" y="10412"/>
                  </a:cubicBezTo>
                  <a:lnTo>
                    <a:pt x="8642" y="11336"/>
                  </a:lnTo>
                  <a:cubicBezTo>
                    <a:pt x="8406" y="11539"/>
                    <a:pt x="8269" y="11836"/>
                    <a:pt x="8269" y="12151"/>
                  </a:cubicBezTo>
                  <a:lnTo>
                    <a:pt x="8269" y="13719"/>
                  </a:lnTo>
                  <a:cubicBezTo>
                    <a:pt x="8269" y="13853"/>
                    <a:pt x="8370" y="13920"/>
                    <a:pt x="8472" y="13920"/>
                  </a:cubicBezTo>
                  <a:cubicBezTo>
                    <a:pt x="8573" y="13920"/>
                    <a:pt x="8674" y="13853"/>
                    <a:pt x="8674" y="13719"/>
                  </a:cubicBezTo>
                  <a:lnTo>
                    <a:pt x="8674" y="12151"/>
                  </a:lnTo>
                  <a:cubicBezTo>
                    <a:pt x="8674" y="11959"/>
                    <a:pt x="8761" y="11771"/>
                    <a:pt x="8910" y="11647"/>
                  </a:cubicBezTo>
                  <a:lnTo>
                    <a:pt x="9938" y="10764"/>
                  </a:lnTo>
                  <a:cubicBezTo>
                    <a:pt x="9985" y="10887"/>
                    <a:pt x="10007" y="11017"/>
                    <a:pt x="10007" y="11151"/>
                  </a:cubicBezTo>
                  <a:lnTo>
                    <a:pt x="10007" y="13719"/>
                  </a:lnTo>
                  <a:cubicBezTo>
                    <a:pt x="10007" y="13853"/>
                    <a:pt x="10109" y="13920"/>
                    <a:pt x="10212" y="13920"/>
                  </a:cubicBezTo>
                  <a:cubicBezTo>
                    <a:pt x="10314" y="13920"/>
                    <a:pt x="10416" y="13853"/>
                    <a:pt x="10416" y="13719"/>
                  </a:cubicBezTo>
                  <a:lnTo>
                    <a:pt x="10416" y="11151"/>
                  </a:lnTo>
                  <a:cubicBezTo>
                    <a:pt x="10416" y="10510"/>
                    <a:pt x="10014" y="9942"/>
                    <a:pt x="9410" y="9728"/>
                  </a:cubicBezTo>
                  <a:lnTo>
                    <a:pt x="7834" y="9170"/>
                  </a:lnTo>
                  <a:lnTo>
                    <a:pt x="7834" y="9130"/>
                  </a:lnTo>
                  <a:cubicBezTo>
                    <a:pt x="7820" y="8870"/>
                    <a:pt x="7649" y="8645"/>
                    <a:pt x="7403" y="8562"/>
                  </a:cubicBezTo>
                  <a:lnTo>
                    <a:pt x="6715" y="8330"/>
                  </a:lnTo>
                  <a:lnTo>
                    <a:pt x="6715" y="7841"/>
                  </a:lnTo>
                  <a:cubicBezTo>
                    <a:pt x="6820" y="7783"/>
                    <a:pt x="6918" y="7718"/>
                    <a:pt x="7012" y="7645"/>
                  </a:cubicBezTo>
                  <a:cubicBezTo>
                    <a:pt x="7229" y="7754"/>
                    <a:pt x="7468" y="7808"/>
                    <a:pt x="7715" y="7808"/>
                  </a:cubicBezTo>
                  <a:cubicBezTo>
                    <a:pt x="7816" y="7808"/>
                    <a:pt x="7917" y="7798"/>
                    <a:pt x="8015" y="7779"/>
                  </a:cubicBezTo>
                  <a:cubicBezTo>
                    <a:pt x="8837" y="7624"/>
                    <a:pt x="9402" y="6874"/>
                    <a:pt x="9330" y="6041"/>
                  </a:cubicBezTo>
                  <a:cubicBezTo>
                    <a:pt x="9323" y="5961"/>
                    <a:pt x="9355" y="5885"/>
                    <a:pt x="9424" y="5842"/>
                  </a:cubicBezTo>
                  <a:cubicBezTo>
                    <a:pt x="9855" y="5545"/>
                    <a:pt x="10069" y="5016"/>
                    <a:pt x="9960" y="4505"/>
                  </a:cubicBezTo>
                  <a:cubicBezTo>
                    <a:pt x="9848" y="3991"/>
                    <a:pt x="9442" y="3596"/>
                    <a:pt x="8924" y="3502"/>
                  </a:cubicBezTo>
                  <a:cubicBezTo>
                    <a:pt x="8841" y="3488"/>
                    <a:pt x="8758" y="3484"/>
                    <a:pt x="8674" y="3484"/>
                  </a:cubicBezTo>
                  <a:lnTo>
                    <a:pt x="8674" y="3470"/>
                  </a:lnTo>
                  <a:cubicBezTo>
                    <a:pt x="8674" y="1554"/>
                    <a:pt x="7121" y="0"/>
                    <a:pt x="5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2"/>
            <p:cNvSpPr/>
            <p:nvPr/>
          </p:nvSpPr>
          <p:spPr>
            <a:xfrm>
              <a:off x="5042805" y="1850088"/>
              <a:ext cx="10775" cy="16412"/>
            </a:xfrm>
            <a:custGeom>
              <a:rect b="b" l="l" r="r" t="t"/>
              <a:pathLst>
                <a:path extrusionOk="0" h="626" w="411">
                  <a:moveTo>
                    <a:pt x="207" y="1"/>
                  </a:moveTo>
                  <a:cubicBezTo>
                    <a:pt x="95" y="1"/>
                    <a:pt x="1" y="91"/>
                    <a:pt x="1" y="203"/>
                  </a:cubicBezTo>
                  <a:lnTo>
                    <a:pt x="1" y="424"/>
                  </a:lnTo>
                  <a:cubicBezTo>
                    <a:pt x="1" y="558"/>
                    <a:pt x="103" y="625"/>
                    <a:pt x="206" y="625"/>
                  </a:cubicBezTo>
                  <a:cubicBezTo>
                    <a:pt x="308" y="625"/>
                    <a:pt x="410" y="558"/>
                    <a:pt x="410" y="424"/>
                  </a:cubicBezTo>
                  <a:lnTo>
                    <a:pt x="410" y="203"/>
                  </a:lnTo>
                  <a:cubicBezTo>
                    <a:pt x="410" y="91"/>
                    <a:pt x="32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8" name="Google Shape;13568;p82"/>
          <p:cNvGrpSpPr/>
          <p:nvPr/>
        </p:nvGrpSpPr>
        <p:grpSpPr>
          <a:xfrm>
            <a:off x="8062013" y="3797628"/>
            <a:ext cx="273580" cy="364921"/>
            <a:chOff x="8062013" y="3797628"/>
            <a:chExt cx="273580" cy="364921"/>
          </a:xfrm>
        </p:grpSpPr>
        <p:sp>
          <p:nvSpPr>
            <p:cNvPr id="13569" name="Google Shape;13569;p82"/>
            <p:cNvSpPr/>
            <p:nvPr/>
          </p:nvSpPr>
          <p:spPr>
            <a:xfrm>
              <a:off x="8078818" y="3802872"/>
              <a:ext cx="239969" cy="114361"/>
            </a:xfrm>
            <a:custGeom>
              <a:rect b="b" l="l" r="r" t="t"/>
              <a:pathLst>
                <a:path extrusionOk="0" h="4362" w="9153">
                  <a:moveTo>
                    <a:pt x="4575" y="1"/>
                  </a:moveTo>
                  <a:lnTo>
                    <a:pt x="1308" y="874"/>
                  </a:lnTo>
                  <a:lnTo>
                    <a:pt x="1" y="3054"/>
                  </a:lnTo>
                  <a:lnTo>
                    <a:pt x="1308" y="4361"/>
                  </a:lnTo>
                  <a:lnTo>
                    <a:pt x="7845" y="4361"/>
                  </a:lnTo>
                  <a:lnTo>
                    <a:pt x="9153" y="3054"/>
                  </a:lnTo>
                  <a:lnTo>
                    <a:pt x="7845" y="874"/>
                  </a:lnTo>
                  <a:lnTo>
                    <a:pt x="457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2"/>
            <p:cNvSpPr/>
            <p:nvPr/>
          </p:nvSpPr>
          <p:spPr>
            <a:xfrm>
              <a:off x="8090223" y="3968566"/>
              <a:ext cx="79963" cy="125739"/>
            </a:xfrm>
            <a:custGeom>
              <a:rect b="b" l="l" r="r" t="t"/>
              <a:pathLst>
                <a:path extrusionOk="0" h="4796" w="3050">
                  <a:moveTo>
                    <a:pt x="873" y="1"/>
                  </a:moveTo>
                  <a:cubicBezTo>
                    <a:pt x="873" y="1373"/>
                    <a:pt x="0" y="1833"/>
                    <a:pt x="0" y="3890"/>
                  </a:cubicBezTo>
                  <a:lnTo>
                    <a:pt x="0" y="4796"/>
                  </a:lnTo>
                  <a:lnTo>
                    <a:pt x="3050" y="4796"/>
                  </a:lnTo>
                  <a:lnTo>
                    <a:pt x="30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2"/>
            <p:cNvSpPr/>
            <p:nvPr/>
          </p:nvSpPr>
          <p:spPr>
            <a:xfrm>
              <a:off x="8067335" y="4031515"/>
              <a:ext cx="262962" cy="125739"/>
            </a:xfrm>
            <a:custGeom>
              <a:rect b="b" l="l" r="r" t="t"/>
              <a:pathLst>
                <a:path extrusionOk="0" h="4796" w="10030">
                  <a:moveTo>
                    <a:pt x="3706" y="1"/>
                  </a:moveTo>
                  <a:lnTo>
                    <a:pt x="3706" y="693"/>
                  </a:lnTo>
                  <a:cubicBezTo>
                    <a:pt x="3706" y="1062"/>
                    <a:pt x="3474" y="1392"/>
                    <a:pt x="3126" y="1515"/>
                  </a:cubicBezTo>
                  <a:lnTo>
                    <a:pt x="873" y="2308"/>
                  </a:lnTo>
                  <a:cubicBezTo>
                    <a:pt x="352" y="2493"/>
                    <a:pt x="1" y="2985"/>
                    <a:pt x="1" y="3539"/>
                  </a:cubicBezTo>
                  <a:lnTo>
                    <a:pt x="1" y="4796"/>
                  </a:lnTo>
                  <a:lnTo>
                    <a:pt x="10025" y="4796"/>
                  </a:lnTo>
                  <a:lnTo>
                    <a:pt x="10025" y="3539"/>
                  </a:lnTo>
                  <a:cubicBezTo>
                    <a:pt x="10029" y="2985"/>
                    <a:pt x="9678" y="2489"/>
                    <a:pt x="9156" y="2304"/>
                  </a:cubicBezTo>
                  <a:lnTo>
                    <a:pt x="6904" y="1515"/>
                  </a:lnTo>
                  <a:cubicBezTo>
                    <a:pt x="6556" y="1392"/>
                    <a:pt x="6320" y="1062"/>
                    <a:pt x="6320" y="693"/>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2"/>
            <p:cNvSpPr/>
            <p:nvPr/>
          </p:nvSpPr>
          <p:spPr>
            <a:xfrm>
              <a:off x="8067440" y="4070081"/>
              <a:ext cx="262857" cy="87173"/>
            </a:xfrm>
            <a:custGeom>
              <a:rect b="b" l="l" r="r" t="t"/>
              <a:pathLst>
                <a:path extrusionOk="0" h="3325" w="10026">
                  <a:moveTo>
                    <a:pt x="3213" y="0"/>
                  </a:moveTo>
                  <a:cubicBezTo>
                    <a:pt x="3184" y="15"/>
                    <a:pt x="3155" y="29"/>
                    <a:pt x="3122" y="44"/>
                  </a:cubicBezTo>
                  <a:lnTo>
                    <a:pt x="873" y="837"/>
                  </a:lnTo>
                  <a:cubicBezTo>
                    <a:pt x="348" y="1022"/>
                    <a:pt x="0" y="1514"/>
                    <a:pt x="0" y="2068"/>
                  </a:cubicBezTo>
                  <a:lnTo>
                    <a:pt x="0" y="3325"/>
                  </a:lnTo>
                  <a:lnTo>
                    <a:pt x="10025" y="3325"/>
                  </a:lnTo>
                  <a:lnTo>
                    <a:pt x="10025" y="2068"/>
                  </a:lnTo>
                  <a:cubicBezTo>
                    <a:pt x="10025" y="1514"/>
                    <a:pt x="9674" y="1018"/>
                    <a:pt x="9152" y="833"/>
                  </a:cubicBezTo>
                  <a:lnTo>
                    <a:pt x="6900" y="44"/>
                  </a:lnTo>
                  <a:cubicBezTo>
                    <a:pt x="6867" y="29"/>
                    <a:pt x="6838" y="15"/>
                    <a:pt x="6809" y="0"/>
                  </a:cubicBezTo>
                  <a:lnTo>
                    <a:pt x="5013" y="1145"/>
                  </a:lnTo>
                  <a:lnTo>
                    <a:pt x="321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2"/>
            <p:cNvSpPr/>
            <p:nvPr/>
          </p:nvSpPr>
          <p:spPr>
            <a:xfrm>
              <a:off x="8164471" y="4031515"/>
              <a:ext cx="68690" cy="28525"/>
            </a:xfrm>
            <a:custGeom>
              <a:rect b="b" l="l" r="r" t="t"/>
              <a:pathLst>
                <a:path extrusionOk="0" h="1088" w="2620">
                  <a:moveTo>
                    <a:pt x="1" y="1"/>
                  </a:moveTo>
                  <a:lnTo>
                    <a:pt x="1" y="808"/>
                  </a:lnTo>
                  <a:cubicBezTo>
                    <a:pt x="413" y="993"/>
                    <a:pt x="859" y="1087"/>
                    <a:pt x="1308" y="1087"/>
                  </a:cubicBezTo>
                  <a:cubicBezTo>
                    <a:pt x="1761" y="1087"/>
                    <a:pt x="2206" y="993"/>
                    <a:pt x="2619" y="808"/>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2"/>
            <p:cNvSpPr/>
            <p:nvPr/>
          </p:nvSpPr>
          <p:spPr>
            <a:xfrm>
              <a:off x="8101601" y="3888629"/>
              <a:ext cx="194298" cy="154421"/>
            </a:xfrm>
            <a:custGeom>
              <a:rect b="b" l="l" r="r" t="t"/>
              <a:pathLst>
                <a:path extrusionOk="0" h="5890" w="7411">
                  <a:moveTo>
                    <a:pt x="2181" y="0"/>
                  </a:moveTo>
                  <a:cubicBezTo>
                    <a:pt x="1457" y="0"/>
                    <a:pt x="870" y="587"/>
                    <a:pt x="870" y="1308"/>
                  </a:cubicBezTo>
                  <a:lnTo>
                    <a:pt x="870" y="2180"/>
                  </a:lnTo>
                  <a:lnTo>
                    <a:pt x="544" y="2180"/>
                  </a:lnTo>
                  <a:cubicBezTo>
                    <a:pt x="244" y="2180"/>
                    <a:pt x="1" y="2423"/>
                    <a:pt x="1" y="2724"/>
                  </a:cubicBezTo>
                  <a:cubicBezTo>
                    <a:pt x="1" y="3024"/>
                    <a:pt x="244" y="3271"/>
                    <a:pt x="544" y="3271"/>
                  </a:cubicBezTo>
                  <a:lnTo>
                    <a:pt x="885" y="3271"/>
                  </a:lnTo>
                  <a:cubicBezTo>
                    <a:pt x="997" y="4748"/>
                    <a:pt x="2225" y="5889"/>
                    <a:pt x="3706" y="5889"/>
                  </a:cubicBezTo>
                  <a:cubicBezTo>
                    <a:pt x="5187" y="5889"/>
                    <a:pt x="6419" y="4748"/>
                    <a:pt x="6531" y="3271"/>
                  </a:cubicBezTo>
                  <a:lnTo>
                    <a:pt x="6868" y="3271"/>
                  </a:lnTo>
                  <a:cubicBezTo>
                    <a:pt x="7168" y="3271"/>
                    <a:pt x="7411" y="3024"/>
                    <a:pt x="7411" y="2724"/>
                  </a:cubicBezTo>
                  <a:cubicBezTo>
                    <a:pt x="7411" y="2423"/>
                    <a:pt x="7168" y="2180"/>
                    <a:pt x="6868" y="2180"/>
                  </a:cubicBezTo>
                  <a:lnTo>
                    <a:pt x="6542" y="2180"/>
                  </a:lnTo>
                  <a:lnTo>
                    <a:pt x="6542" y="1308"/>
                  </a:lnTo>
                  <a:cubicBezTo>
                    <a:pt x="6542" y="583"/>
                    <a:pt x="5955" y="0"/>
                    <a:pt x="523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2"/>
            <p:cNvSpPr/>
            <p:nvPr/>
          </p:nvSpPr>
          <p:spPr>
            <a:xfrm>
              <a:off x="8100867" y="3894318"/>
              <a:ext cx="172249" cy="148653"/>
            </a:xfrm>
            <a:custGeom>
              <a:rect b="b" l="l" r="r" t="t"/>
              <a:pathLst>
                <a:path extrusionOk="0" h="5670" w="6570">
                  <a:moveTo>
                    <a:pt x="1489" y="0"/>
                  </a:moveTo>
                  <a:cubicBezTo>
                    <a:pt x="1123" y="243"/>
                    <a:pt x="902" y="652"/>
                    <a:pt x="902" y="1091"/>
                  </a:cubicBezTo>
                  <a:lnTo>
                    <a:pt x="902" y="1963"/>
                  </a:lnTo>
                  <a:lnTo>
                    <a:pt x="605" y="1963"/>
                  </a:lnTo>
                  <a:cubicBezTo>
                    <a:pt x="322" y="1963"/>
                    <a:pt x="62" y="2166"/>
                    <a:pt x="33" y="2452"/>
                  </a:cubicBezTo>
                  <a:cubicBezTo>
                    <a:pt x="0" y="2775"/>
                    <a:pt x="254" y="3054"/>
                    <a:pt x="576" y="3054"/>
                  </a:cubicBezTo>
                  <a:lnTo>
                    <a:pt x="913" y="3054"/>
                  </a:lnTo>
                  <a:cubicBezTo>
                    <a:pt x="1018" y="4549"/>
                    <a:pt x="2265" y="5670"/>
                    <a:pt x="3713" y="5670"/>
                  </a:cubicBezTo>
                  <a:cubicBezTo>
                    <a:pt x="3864" y="5670"/>
                    <a:pt x="4018" y="5658"/>
                    <a:pt x="4172" y="5632"/>
                  </a:cubicBezTo>
                  <a:cubicBezTo>
                    <a:pt x="2792" y="5419"/>
                    <a:pt x="1775" y="4231"/>
                    <a:pt x="1775" y="2836"/>
                  </a:cubicBezTo>
                  <a:cubicBezTo>
                    <a:pt x="1775" y="2458"/>
                    <a:pt x="2081" y="2164"/>
                    <a:pt x="2447" y="2164"/>
                  </a:cubicBezTo>
                  <a:cubicBezTo>
                    <a:pt x="2477" y="2164"/>
                    <a:pt x="2508" y="2166"/>
                    <a:pt x="2539" y="2170"/>
                  </a:cubicBezTo>
                  <a:cubicBezTo>
                    <a:pt x="2934" y="2221"/>
                    <a:pt x="3336" y="2242"/>
                    <a:pt x="3734" y="2242"/>
                  </a:cubicBezTo>
                  <a:cubicBezTo>
                    <a:pt x="4770" y="2242"/>
                    <a:pt x="5845" y="2083"/>
                    <a:pt x="6570" y="1746"/>
                  </a:cubicBezTo>
                  <a:lnTo>
                    <a:pt x="6570" y="1091"/>
                  </a:lnTo>
                  <a:cubicBezTo>
                    <a:pt x="6570" y="652"/>
                    <a:pt x="6349" y="243"/>
                    <a:pt x="598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2"/>
            <p:cNvSpPr/>
            <p:nvPr/>
          </p:nvSpPr>
          <p:spPr>
            <a:xfrm>
              <a:off x="8261606" y="3905802"/>
              <a:ext cx="22914" cy="42761"/>
            </a:xfrm>
            <a:custGeom>
              <a:rect b="b" l="l" r="r" t="t"/>
              <a:pathLst>
                <a:path extrusionOk="0" h="1631" w="874">
                  <a:moveTo>
                    <a:pt x="1" y="1"/>
                  </a:moveTo>
                  <a:lnTo>
                    <a:pt x="1" y="1138"/>
                  </a:lnTo>
                  <a:cubicBezTo>
                    <a:pt x="1" y="1359"/>
                    <a:pt x="167" y="1544"/>
                    <a:pt x="384" y="1572"/>
                  </a:cubicBezTo>
                  <a:lnTo>
                    <a:pt x="873" y="1630"/>
                  </a:lnTo>
                  <a:lnTo>
                    <a:pt x="87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2"/>
            <p:cNvSpPr/>
            <p:nvPr/>
          </p:nvSpPr>
          <p:spPr>
            <a:xfrm>
              <a:off x="8113111" y="3905802"/>
              <a:ext cx="22809" cy="42761"/>
            </a:xfrm>
            <a:custGeom>
              <a:rect b="b" l="l" r="r" t="t"/>
              <a:pathLst>
                <a:path extrusionOk="0" h="1631" w="870">
                  <a:moveTo>
                    <a:pt x="0" y="1"/>
                  </a:moveTo>
                  <a:lnTo>
                    <a:pt x="0" y="1630"/>
                  </a:lnTo>
                  <a:lnTo>
                    <a:pt x="486" y="1572"/>
                  </a:lnTo>
                  <a:cubicBezTo>
                    <a:pt x="706" y="1544"/>
                    <a:pt x="869" y="1359"/>
                    <a:pt x="869" y="1138"/>
                  </a:cubicBezTo>
                  <a:lnTo>
                    <a:pt x="8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2"/>
            <p:cNvSpPr/>
            <p:nvPr/>
          </p:nvSpPr>
          <p:spPr>
            <a:xfrm>
              <a:off x="8113111" y="3905802"/>
              <a:ext cx="171410" cy="28525"/>
            </a:xfrm>
            <a:custGeom>
              <a:rect b="b" l="l" r="r" t="t"/>
              <a:pathLst>
                <a:path extrusionOk="0" h="1088" w="6538">
                  <a:moveTo>
                    <a:pt x="0" y="1"/>
                  </a:moveTo>
                  <a:cubicBezTo>
                    <a:pt x="0" y="602"/>
                    <a:pt x="1463" y="1087"/>
                    <a:pt x="3267"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2"/>
            <p:cNvSpPr/>
            <p:nvPr/>
          </p:nvSpPr>
          <p:spPr>
            <a:xfrm>
              <a:off x="8184789" y="4122856"/>
              <a:ext cx="27948" cy="34319"/>
            </a:xfrm>
            <a:custGeom>
              <a:rect b="b" l="l" r="r" t="t"/>
              <a:pathLst>
                <a:path extrusionOk="0" h="1309" w="1066">
                  <a:moveTo>
                    <a:pt x="863" y="1"/>
                  </a:moveTo>
                  <a:lnTo>
                    <a:pt x="203" y="19"/>
                  </a:lnTo>
                  <a:lnTo>
                    <a:pt x="1" y="1308"/>
                  </a:lnTo>
                  <a:lnTo>
                    <a:pt x="1065" y="1308"/>
                  </a:lnTo>
                  <a:lnTo>
                    <a:pt x="863"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2"/>
            <p:cNvSpPr/>
            <p:nvPr/>
          </p:nvSpPr>
          <p:spPr>
            <a:xfrm>
              <a:off x="8113111"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2"/>
            <p:cNvSpPr/>
            <p:nvPr/>
          </p:nvSpPr>
          <p:spPr>
            <a:xfrm>
              <a:off x="8181669" y="3837164"/>
              <a:ext cx="34292" cy="40087"/>
            </a:xfrm>
            <a:custGeom>
              <a:rect b="b" l="l" r="r" t="t"/>
              <a:pathLst>
                <a:path extrusionOk="0" h="1529" w="1308">
                  <a:moveTo>
                    <a:pt x="0" y="0"/>
                  </a:moveTo>
                  <a:lnTo>
                    <a:pt x="0" y="873"/>
                  </a:lnTo>
                  <a:cubicBezTo>
                    <a:pt x="0" y="1235"/>
                    <a:pt x="293" y="1529"/>
                    <a:pt x="652"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2"/>
            <p:cNvSpPr/>
            <p:nvPr/>
          </p:nvSpPr>
          <p:spPr>
            <a:xfrm>
              <a:off x="8126586" y="4070081"/>
              <a:ext cx="144458" cy="66514"/>
            </a:xfrm>
            <a:custGeom>
              <a:rect b="b" l="l" r="r" t="t"/>
              <a:pathLst>
                <a:path extrusionOk="0" h="2537" w="5510">
                  <a:moveTo>
                    <a:pt x="960" y="0"/>
                  </a:moveTo>
                  <a:cubicBezTo>
                    <a:pt x="928" y="15"/>
                    <a:pt x="899" y="29"/>
                    <a:pt x="870" y="40"/>
                  </a:cubicBezTo>
                  <a:lnTo>
                    <a:pt x="0" y="344"/>
                  </a:lnTo>
                  <a:cubicBezTo>
                    <a:pt x="11" y="384"/>
                    <a:pt x="22" y="420"/>
                    <a:pt x="37" y="457"/>
                  </a:cubicBezTo>
                  <a:lnTo>
                    <a:pt x="732" y="2018"/>
                  </a:lnTo>
                  <a:cubicBezTo>
                    <a:pt x="880" y="2350"/>
                    <a:pt x="1201" y="2536"/>
                    <a:pt x="1530" y="2536"/>
                  </a:cubicBezTo>
                  <a:cubicBezTo>
                    <a:pt x="1724" y="2536"/>
                    <a:pt x="1921" y="2471"/>
                    <a:pt x="2087" y="2333"/>
                  </a:cubicBezTo>
                  <a:lnTo>
                    <a:pt x="2757" y="1778"/>
                  </a:lnTo>
                  <a:lnTo>
                    <a:pt x="3423" y="2333"/>
                  </a:lnTo>
                  <a:cubicBezTo>
                    <a:pt x="3588" y="2471"/>
                    <a:pt x="3785" y="2536"/>
                    <a:pt x="3980" y="2536"/>
                  </a:cubicBezTo>
                  <a:cubicBezTo>
                    <a:pt x="4308" y="2536"/>
                    <a:pt x="4630" y="2350"/>
                    <a:pt x="4778" y="2018"/>
                  </a:cubicBezTo>
                  <a:lnTo>
                    <a:pt x="5473" y="457"/>
                  </a:lnTo>
                  <a:cubicBezTo>
                    <a:pt x="5487" y="420"/>
                    <a:pt x="5498" y="384"/>
                    <a:pt x="5509" y="344"/>
                  </a:cubicBezTo>
                  <a:lnTo>
                    <a:pt x="4644" y="40"/>
                  </a:lnTo>
                  <a:cubicBezTo>
                    <a:pt x="4615" y="29"/>
                    <a:pt x="4582" y="15"/>
                    <a:pt x="4553" y="0"/>
                  </a:cubicBezTo>
                  <a:lnTo>
                    <a:pt x="2757" y="1141"/>
                  </a:lnTo>
                  <a:lnTo>
                    <a:pt x="96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2"/>
            <p:cNvSpPr/>
            <p:nvPr/>
          </p:nvSpPr>
          <p:spPr>
            <a:xfrm>
              <a:off x="8177474" y="4094279"/>
              <a:ext cx="42577" cy="31749"/>
            </a:xfrm>
            <a:custGeom>
              <a:rect b="b" l="l" r="r" t="t"/>
              <a:pathLst>
                <a:path extrusionOk="0" h="1211" w="1624">
                  <a:moveTo>
                    <a:pt x="1" y="1"/>
                  </a:moveTo>
                  <a:lnTo>
                    <a:pt x="283" y="906"/>
                  </a:lnTo>
                  <a:cubicBezTo>
                    <a:pt x="341" y="1087"/>
                    <a:pt x="508" y="1210"/>
                    <a:pt x="700" y="1210"/>
                  </a:cubicBezTo>
                  <a:lnTo>
                    <a:pt x="924" y="1210"/>
                  </a:lnTo>
                  <a:cubicBezTo>
                    <a:pt x="1116" y="1210"/>
                    <a:pt x="1283" y="1087"/>
                    <a:pt x="1341" y="906"/>
                  </a:cubicBezTo>
                  <a:lnTo>
                    <a:pt x="162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2"/>
            <p:cNvSpPr/>
            <p:nvPr/>
          </p:nvSpPr>
          <p:spPr>
            <a:xfrm>
              <a:off x="8142264" y="4056683"/>
              <a:ext cx="56499" cy="62738"/>
            </a:xfrm>
            <a:custGeom>
              <a:rect b="b" l="l" r="r" t="t"/>
              <a:pathLst>
                <a:path extrusionOk="0" h="2393" w="2155">
                  <a:moveTo>
                    <a:pt x="627" y="1"/>
                  </a:moveTo>
                  <a:cubicBezTo>
                    <a:pt x="571" y="1"/>
                    <a:pt x="516" y="22"/>
                    <a:pt x="475" y="66"/>
                  </a:cubicBezTo>
                  <a:lnTo>
                    <a:pt x="80" y="461"/>
                  </a:lnTo>
                  <a:cubicBezTo>
                    <a:pt x="15" y="522"/>
                    <a:pt x="0" y="620"/>
                    <a:pt x="36" y="703"/>
                  </a:cubicBezTo>
                  <a:lnTo>
                    <a:pt x="728" y="2264"/>
                  </a:lnTo>
                  <a:cubicBezTo>
                    <a:pt x="765" y="2347"/>
                    <a:pt x="846" y="2393"/>
                    <a:pt x="930" y="2393"/>
                  </a:cubicBezTo>
                  <a:cubicBezTo>
                    <a:pt x="978" y="2393"/>
                    <a:pt x="1027" y="2377"/>
                    <a:pt x="1068" y="2344"/>
                  </a:cubicBezTo>
                  <a:lnTo>
                    <a:pt x="2155" y="1438"/>
                  </a:lnTo>
                  <a:lnTo>
                    <a:pt x="782" y="66"/>
                  </a:lnTo>
                  <a:cubicBezTo>
                    <a:pt x="739" y="22"/>
                    <a:pt x="683" y="1"/>
                    <a:pt x="62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2"/>
            <p:cNvSpPr/>
            <p:nvPr/>
          </p:nvSpPr>
          <p:spPr>
            <a:xfrm>
              <a:off x="8198763" y="4056683"/>
              <a:ext cx="56499" cy="62738"/>
            </a:xfrm>
            <a:custGeom>
              <a:rect b="b" l="l" r="r" t="t"/>
              <a:pathLst>
                <a:path extrusionOk="0" h="2393" w="2155">
                  <a:moveTo>
                    <a:pt x="1528" y="1"/>
                  </a:moveTo>
                  <a:cubicBezTo>
                    <a:pt x="1472" y="1"/>
                    <a:pt x="1416" y="22"/>
                    <a:pt x="1373" y="66"/>
                  </a:cubicBezTo>
                  <a:lnTo>
                    <a:pt x="0" y="1438"/>
                  </a:lnTo>
                  <a:lnTo>
                    <a:pt x="1087" y="2344"/>
                  </a:lnTo>
                  <a:cubicBezTo>
                    <a:pt x="1128" y="2377"/>
                    <a:pt x="1177" y="2393"/>
                    <a:pt x="1225" y="2393"/>
                  </a:cubicBezTo>
                  <a:cubicBezTo>
                    <a:pt x="1309" y="2393"/>
                    <a:pt x="1390" y="2347"/>
                    <a:pt x="1427" y="2264"/>
                  </a:cubicBezTo>
                  <a:lnTo>
                    <a:pt x="2119" y="703"/>
                  </a:lnTo>
                  <a:cubicBezTo>
                    <a:pt x="2155" y="620"/>
                    <a:pt x="2140" y="522"/>
                    <a:pt x="2075" y="461"/>
                  </a:cubicBezTo>
                  <a:lnTo>
                    <a:pt x="1680" y="66"/>
                  </a:lnTo>
                  <a:cubicBezTo>
                    <a:pt x="1639" y="22"/>
                    <a:pt x="1584" y="1"/>
                    <a:pt x="1528"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2"/>
            <p:cNvSpPr/>
            <p:nvPr/>
          </p:nvSpPr>
          <p:spPr>
            <a:xfrm>
              <a:off x="8181669" y="3837164"/>
              <a:ext cx="17094" cy="40087"/>
            </a:xfrm>
            <a:custGeom>
              <a:rect b="b" l="l" r="r" t="t"/>
              <a:pathLst>
                <a:path extrusionOk="0" h="1529" w="652">
                  <a:moveTo>
                    <a:pt x="0" y="0"/>
                  </a:moveTo>
                  <a:lnTo>
                    <a:pt x="0" y="873"/>
                  </a:lnTo>
                  <a:cubicBezTo>
                    <a:pt x="0" y="1235"/>
                    <a:pt x="293" y="1529"/>
                    <a:pt x="652" y="1529"/>
                  </a:cubicBezTo>
                  <a:lnTo>
                    <a:pt x="65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2"/>
            <p:cNvSpPr/>
            <p:nvPr/>
          </p:nvSpPr>
          <p:spPr>
            <a:xfrm>
              <a:off x="8173988" y="3991795"/>
              <a:ext cx="49630" cy="16491"/>
            </a:xfrm>
            <a:custGeom>
              <a:rect b="b" l="l" r="r" t="t"/>
              <a:pathLst>
                <a:path extrusionOk="0" h="629" w="1893">
                  <a:moveTo>
                    <a:pt x="293" y="0"/>
                  </a:moveTo>
                  <a:cubicBezTo>
                    <a:pt x="136" y="0"/>
                    <a:pt x="1" y="206"/>
                    <a:pt x="148" y="353"/>
                  </a:cubicBezTo>
                  <a:cubicBezTo>
                    <a:pt x="326" y="523"/>
                    <a:pt x="623" y="628"/>
                    <a:pt x="945" y="628"/>
                  </a:cubicBezTo>
                  <a:cubicBezTo>
                    <a:pt x="1271" y="628"/>
                    <a:pt x="1568" y="523"/>
                    <a:pt x="1745" y="353"/>
                  </a:cubicBezTo>
                  <a:cubicBezTo>
                    <a:pt x="1893" y="206"/>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2"/>
            <p:cNvSpPr/>
            <p:nvPr/>
          </p:nvSpPr>
          <p:spPr>
            <a:xfrm>
              <a:off x="8159148" y="3946124"/>
              <a:ext cx="10749" cy="16386"/>
            </a:xfrm>
            <a:custGeom>
              <a:rect b="b" l="l" r="r" t="t"/>
              <a:pathLst>
                <a:path extrusionOk="0" h="625" w="410">
                  <a:moveTo>
                    <a:pt x="205" y="1"/>
                  </a:moveTo>
                  <a:cubicBezTo>
                    <a:pt x="103" y="1"/>
                    <a:pt x="1" y="69"/>
                    <a:pt x="1" y="205"/>
                  </a:cubicBezTo>
                  <a:lnTo>
                    <a:pt x="1" y="426"/>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2"/>
            <p:cNvSpPr/>
            <p:nvPr/>
          </p:nvSpPr>
          <p:spPr>
            <a:xfrm>
              <a:off x="8227707" y="3946124"/>
              <a:ext cx="10749" cy="16386"/>
            </a:xfrm>
            <a:custGeom>
              <a:rect b="b" l="l" r="r" t="t"/>
              <a:pathLst>
                <a:path extrusionOk="0" h="625" w="410">
                  <a:moveTo>
                    <a:pt x="205" y="1"/>
                  </a:moveTo>
                  <a:cubicBezTo>
                    <a:pt x="103" y="1"/>
                    <a:pt x="1" y="69"/>
                    <a:pt x="1" y="205"/>
                  </a:cubicBezTo>
                  <a:lnTo>
                    <a:pt x="1" y="426"/>
                  </a:lnTo>
                  <a:cubicBezTo>
                    <a:pt x="1" y="534"/>
                    <a:pt x="91" y="625"/>
                    <a:pt x="203"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2"/>
            <p:cNvSpPr/>
            <p:nvPr/>
          </p:nvSpPr>
          <p:spPr>
            <a:xfrm>
              <a:off x="8062013" y="3797628"/>
              <a:ext cx="273580" cy="364921"/>
            </a:xfrm>
            <a:custGeom>
              <a:rect b="b" l="l" r="r" t="t"/>
              <a:pathLst>
                <a:path extrusionOk="0" h="13919" w="10435">
                  <a:moveTo>
                    <a:pt x="5669" y="1715"/>
                  </a:moveTo>
                  <a:lnTo>
                    <a:pt x="5669" y="2381"/>
                  </a:lnTo>
                  <a:cubicBezTo>
                    <a:pt x="5665" y="2627"/>
                    <a:pt x="5466" y="2830"/>
                    <a:pt x="5216" y="2830"/>
                  </a:cubicBezTo>
                  <a:cubicBezTo>
                    <a:pt x="4970" y="2830"/>
                    <a:pt x="4767" y="2627"/>
                    <a:pt x="4767" y="2381"/>
                  </a:cubicBezTo>
                  <a:lnTo>
                    <a:pt x="4767" y="1715"/>
                  </a:lnTo>
                  <a:close/>
                  <a:moveTo>
                    <a:pt x="5216" y="411"/>
                  </a:moveTo>
                  <a:lnTo>
                    <a:pt x="8352" y="1247"/>
                  </a:lnTo>
                  <a:lnTo>
                    <a:pt x="9537" y="3221"/>
                  </a:lnTo>
                  <a:lnTo>
                    <a:pt x="8689" y="4069"/>
                  </a:lnTo>
                  <a:lnTo>
                    <a:pt x="8689" y="3033"/>
                  </a:lnTo>
                  <a:cubicBezTo>
                    <a:pt x="8689" y="2801"/>
                    <a:pt x="8501" y="2613"/>
                    <a:pt x="8269" y="2613"/>
                  </a:cubicBezTo>
                  <a:lnTo>
                    <a:pt x="8052" y="2613"/>
                  </a:lnTo>
                  <a:cubicBezTo>
                    <a:pt x="7780" y="2613"/>
                    <a:pt x="7780" y="3018"/>
                    <a:pt x="8052" y="3018"/>
                  </a:cubicBezTo>
                  <a:lnTo>
                    <a:pt x="8269" y="3018"/>
                  </a:lnTo>
                  <a:cubicBezTo>
                    <a:pt x="8276" y="3018"/>
                    <a:pt x="8284" y="3026"/>
                    <a:pt x="8284" y="3033"/>
                  </a:cubicBezTo>
                  <a:lnTo>
                    <a:pt x="8284" y="3920"/>
                  </a:lnTo>
                  <a:lnTo>
                    <a:pt x="2152" y="3920"/>
                  </a:lnTo>
                  <a:lnTo>
                    <a:pt x="2152" y="3033"/>
                  </a:lnTo>
                  <a:cubicBezTo>
                    <a:pt x="2152" y="3026"/>
                    <a:pt x="2159" y="3018"/>
                    <a:pt x="2167" y="3018"/>
                  </a:cubicBezTo>
                  <a:lnTo>
                    <a:pt x="4647" y="3018"/>
                  </a:lnTo>
                  <a:cubicBezTo>
                    <a:pt x="4810" y="3165"/>
                    <a:pt x="5014" y="3238"/>
                    <a:pt x="5218" y="3238"/>
                  </a:cubicBezTo>
                  <a:cubicBezTo>
                    <a:pt x="5422" y="3238"/>
                    <a:pt x="5625" y="3165"/>
                    <a:pt x="5788" y="3018"/>
                  </a:cubicBezTo>
                  <a:lnTo>
                    <a:pt x="7179" y="3018"/>
                  </a:lnTo>
                  <a:cubicBezTo>
                    <a:pt x="7451" y="3018"/>
                    <a:pt x="7451" y="2613"/>
                    <a:pt x="7179" y="2613"/>
                  </a:cubicBezTo>
                  <a:lnTo>
                    <a:pt x="6042" y="2613"/>
                  </a:lnTo>
                  <a:cubicBezTo>
                    <a:pt x="6063" y="2537"/>
                    <a:pt x="6074" y="2461"/>
                    <a:pt x="6074" y="2381"/>
                  </a:cubicBezTo>
                  <a:lnTo>
                    <a:pt x="6074" y="1508"/>
                  </a:lnTo>
                  <a:cubicBezTo>
                    <a:pt x="6074" y="1396"/>
                    <a:pt x="5984" y="1305"/>
                    <a:pt x="5872" y="1305"/>
                  </a:cubicBezTo>
                  <a:lnTo>
                    <a:pt x="4564" y="1305"/>
                  </a:lnTo>
                  <a:cubicBezTo>
                    <a:pt x="4452" y="1305"/>
                    <a:pt x="4361" y="1396"/>
                    <a:pt x="4361" y="1508"/>
                  </a:cubicBezTo>
                  <a:lnTo>
                    <a:pt x="4361" y="2381"/>
                  </a:lnTo>
                  <a:cubicBezTo>
                    <a:pt x="4361" y="2461"/>
                    <a:pt x="4369" y="2537"/>
                    <a:pt x="4390" y="2613"/>
                  </a:cubicBezTo>
                  <a:lnTo>
                    <a:pt x="2167" y="2613"/>
                  </a:lnTo>
                  <a:cubicBezTo>
                    <a:pt x="1935" y="2613"/>
                    <a:pt x="1743" y="2801"/>
                    <a:pt x="1743" y="3033"/>
                  </a:cubicBezTo>
                  <a:lnTo>
                    <a:pt x="1743" y="4069"/>
                  </a:lnTo>
                  <a:lnTo>
                    <a:pt x="899" y="3221"/>
                  </a:lnTo>
                  <a:lnTo>
                    <a:pt x="2080" y="1247"/>
                  </a:lnTo>
                  <a:lnTo>
                    <a:pt x="5216" y="411"/>
                  </a:lnTo>
                  <a:close/>
                  <a:moveTo>
                    <a:pt x="8175" y="4329"/>
                  </a:moveTo>
                  <a:cubicBezTo>
                    <a:pt x="8019" y="4478"/>
                    <a:pt x="7726" y="4616"/>
                    <a:pt x="7465" y="4703"/>
                  </a:cubicBezTo>
                  <a:cubicBezTo>
                    <a:pt x="6868" y="4902"/>
                    <a:pt x="6071" y="5010"/>
                    <a:pt x="5216" y="5010"/>
                  </a:cubicBezTo>
                  <a:cubicBezTo>
                    <a:pt x="4365" y="5010"/>
                    <a:pt x="3568" y="4902"/>
                    <a:pt x="2971" y="4703"/>
                  </a:cubicBezTo>
                  <a:cubicBezTo>
                    <a:pt x="2710" y="4616"/>
                    <a:pt x="2416" y="4478"/>
                    <a:pt x="2261" y="4329"/>
                  </a:cubicBezTo>
                  <a:close/>
                  <a:moveTo>
                    <a:pt x="2152" y="4764"/>
                  </a:moveTo>
                  <a:cubicBezTo>
                    <a:pt x="2297" y="4862"/>
                    <a:pt x="2453" y="4942"/>
                    <a:pt x="2616" y="5007"/>
                  </a:cubicBezTo>
                  <a:lnTo>
                    <a:pt x="2616" y="5213"/>
                  </a:lnTo>
                  <a:cubicBezTo>
                    <a:pt x="2616" y="5344"/>
                    <a:pt x="2511" y="5445"/>
                    <a:pt x="2384" y="5445"/>
                  </a:cubicBezTo>
                  <a:lnTo>
                    <a:pt x="2152" y="5445"/>
                  </a:lnTo>
                  <a:lnTo>
                    <a:pt x="2152" y="4764"/>
                  </a:lnTo>
                  <a:close/>
                  <a:moveTo>
                    <a:pt x="8284" y="4764"/>
                  </a:moveTo>
                  <a:lnTo>
                    <a:pt x="8284" y="5449"/>
                  </a:lnTo>
                  <a:lnTo>
                    <a:pt x="8052" y="5449"/>
                  </a:lnTo>
                  <a:cubicBezTo>
                    <a:pt x="7921" y="5449"/>
                    <a:pt x="7820" y="5344"/>
                    <a:pt x="7820" y="5217"/>
                  </a:cubicBezTo>
                  <a:lnTo>
                    <a:pt x="7820" y="5007"/>
                  </a:lnTo>
                  <a:cubicBezTo>
                    <a:pt x="7983" y="4942"/>
                    <a:pt x="8139" y="4862"/>
                    <a:pt x="8284" y="4764"/>
                  </a:cubicBezTo>
                  <a:close/>
                  <a:moveTo>
                    <a:pt x="7411" y="5144"/>
                  </a:moveTo>
                  <a:lnTo>
                    <a:pt x="7411" y="5213"/>
                  </a:lnTo>
                  <a:cubicBezTo>
                    <a:pt x="7411" y="5568"/>
                    <a:pt x="7697" y="5854"/>
                    <a:pt x="8052" y="5854"/>
                  </a:cubicBezTo>
                  <a:lnTo>
                    <a:pt x="8378" y="5854"/>
                  </a:lnTo>
                  <a:cubicBezTo>
                    <a:pt x="8566" y="5854"/>
                    <a:pt x="8718" y="6006"/>
                    <a:pt x="8718" y="6195"/>
                  </a:cubicBezTo>
                  <a:cubicBezTo>
                    <a:pt x="8718" y="6383"/>
                    <a:pt x="8566" y="6535"/>
                    <a:pt x="8378" y="6535"/>
                  </a:cubicBezTo>
                  <a:lnTo>
                    <a:pt x="8255" y="6535"/>
                  </a:lnTo>
                  <a:lnTo>
                    <a:pt x="8255" y="6521"/>
                  </a:lnTo>
                  <a:cubicBezTo>
                    <a:pt x="8255" y="6385"/>
                    <a:pt x="8152" y="6317"/>
                    <a:pt x="8050" y="6317"/>
                  </a:cubicBezTo>
                  <a:cubicBezTo>
                    <a:pt x="7948" y="6317"/>
                    <a:pt x="7845" y="6385"/>
                    <a:pt x="7845" y="6521"/>
                  </a:cubicBezTo>
                  <a:cubicBezTo>
                    <a:pt x="7845" y="7973"/>
                    <a:pt x="6668" y="9150"/>
                    <a:pt x="5216" y="9150"/>
                  </a:cubicBezTo>
                  <a:cubicBezTo>
                    <a:pt x="3764" y="9150"/>
                    <a:pt x="2587" y="7973"/>
                    <a:pt x="2587" y="6521"/>
                  </a:cubicBezTo>
                  <a:cubicBezTo>
                    <a:pt x="2587" y="6385"/>
                    <a:pt x="2485" y="6317"/>
                    <a:pt x="2384" y="6317"/>
                  </a:cubicBezTo>
                  <a:cubicBezTo>
                    <a:pt x="2282" y="6317"/>
                    <a:pt x="2181" y="6385"/>
                    <a:pt x="2181" y="6521"/>
                  </a:cubicBezTo>
                  <a:lnTo>
                    <a:pt x="2181" y="6535"/>
                  </a:lnTo>
                  <a:lnTo>
                    <a:pt x="2058" y="6535"/>
                  </a:lnTo>
                  <a:cubicBezTo>
                    <a:pt x="1870" y="6535"/>
                    <a:pt x="1717" y="6383"/>
                    <a:pt x="1717" y="6195"/>
                  </a:cubicBezTo>
                  <a:cubicBezTo>
                    <a:pt x="1717" y="6006"/>
                    <a:pt x="1870" y="5854"/>
                    <a:pt x="2058" y="5854"/>
                  </a:cubicBezTo>
                  <a:lnTo>
                    <a:pt x="2384" y="5854"/>
                  </a:lnTo>
                  <a:cubicBezTo>
                    <a:pt x="2735" y="5854"/>
                    <a:pt x="3021" y="5568"/>
                    <a:pt x="3025" y="5213"/>
                  </a:cubicBezTo>
                  <a:lnTo>
                    <a:pt x="3025" y="5144"/>
                  </a:lnTo>
                  <a:cubicBezTo>
                    <a:pt x="3637" y="5322"/>
                    <a:pt x="4405" y="5416"/>
                    <a:pt x="5216" y="5416"/>
                  </a:cubicBezTo>
                  <a:cubicBezTo>
                    <a:pt x="6027" y="5416"/>
                    <a:pt x="6799" y="5318"/>
                    <a:pt x="7411" y="5144"/>
                  </a:cubicBezTo>
                  <a:close/>
                  <a:moveTo>
                    <a:pt x="2210" y="6944"/>
                  </a:moveTo>
                  <a:cubicBezTo>
                    <a:pt x="2340" y="7872"/>
                    <a:pt x="2891" y="8686"/>
                    <a:pt x="3706" y="9154"/>
                  </a:cubicBezTo>
                  <a:lnTo>
                    <a:pt x="3706" y="9679"/>
                  </a:lnTo>
                  <a:cubicBezTo>
                    <a:pt x="3701" y="9679"/>
                    <a:pt x="3697" y="9679"/>
                    <a:pt x="3692" y="9679"/>
                  </a:cubicBezTo>
                  <a:cubicBezTo>
                    <a:pt x="3581" y="9679"/>
                    <a:pt x="3471" y="9722"/>
                    <a:pt x="3394" y="9802"/>
                  </a:cubicBezTo>
                  <a:lnTo>
                    <a:pt x="2894" y="10298"/>
                  </a:lnTo>
                  <a:cubicBezTo>
                    <a:pt x="2873" y="10323"/>
                    <a:pt x="2855" y="10352"/>
                    <a:pt x="2844" y="10385"/>
                  </a:cubicBezTo>
                  <a:lnTo>
                    <a:pt x="1283" y="10935"/>
                  </a:lnTo>
                  <a:lnTo>
                    <a:pt x="1283" y="10443"/>
                  </a:lnTo>
                  <a:cubicBezTo>
                    <a:pt x="1279" y="9407"/>
                    <a:pt x="1529" y="8831"/>
                    <a:pt x="1765" y="8274"/>
                  </a:cubicBezTo>
                  <a:cubicBezTo>
                    <a:pt x="1942" y="7861"/>
                    <a:pt x="2109" y="7466"/>
                    <a:pt x="2145" y="6944"/>
                  </a:cubicBezTo>
                  <a:close/>
                  <a:moveTo>
                    <a:pt x="6324" y="9353"/>
                  </a:moveTo>
                  <a:lnTo>
                    <a:pt x="6324" y="9925"/>
                  </a:lnTo>
                  <a:lnTo>
                    <a:pt x="5216" y="11030"/>
                  </a:lnTo>
                  <a:lnTo>
                    <a:pt x="4115" y="9925"/>
                  </a:lnTo>
                  <a:lnTo>
                    <a:pt x="4115" y="9353"/>
                  </a:lnTo>
                  <a:cubicBezTo>
                    <a:pt x="4470" y="9490"/>
                    <a:pt x="4845" y="9559"/>
                    <a:pt x="5220" y="9559"/>
                  </a:cubicBezTo>
                  <a:cubicBezTo>
                    <a:pt x="5594" y="9559"/>
                    <a:pt x="5969" y="9490"/>
                    <a:pt x="6324" y="9353"/>
                  </a:cubicBezTo>
                  <a:close/>
                  <a:moveTo>
                    <a:pt x="3691" y="10085"/>
                  </a:moveTo>
                  <a:cubicBezTo>
                    <a:pt x="3695" y="10085"/>
                    <a:pt x="3699" y="10086"/>
                    <a:pt x="3702" y="10088"/>
                  </a:cubicBezTo>
                  <a:lnTo>
                    <a:pt x="4915" y="11305"/>
                  </a:lnTo>
                  <a:lnTo>
                    <a:pt x="3999" y="12065"/>
                  </a:lnTo>
                  <a:cubicBezTo>
                    <a:pt x="3995" y="12069"/>
                    <a:pt x="3992" y="12069"/>
                    <a:pt x="3988" y="12069"/>
                  </a:cubicBezTo>
                  <a:cubicBezTo>
                    <a:pt x="3985" y="12069"/>
                    <a:pt x="3981" y="12065"/>
                    <a:pt x="3977" y="12062"/>
                  </a:cubicBezTo>
                  <a:lnTo>
                    <a:pt x="3282" y="10490"/>
                  </a:lnTo>
                  <a:lnTo>
                    <a:pt x="3680" y="10088"/>
                  </a:lnTo>
                  <a:cubicBezTo>
                    <a:pt x="3684" y="10086"/>
                    <a:pt x="3688" y="10085"/>
                    <a:pt x="3691" y="10085"/>
                  </a:cubicBezTo>
                  <a:close/>
                  <a:moveTo>
                    <a:pt x="5216" y="11584"/>
                  </a:moveTo>
                  <a:lnTo>
                    <a:pt x="5640" y="11935"/>
                  </a:lnTo>
                  <a:lnTo>
                    <a:pt x="5560" y="12170"/>
                  </a:lnTo>
                  <a:cubicBezTo>
                    <a:pt x="5527" y="12265"/>
                    <a:pt x="5441" y="12330"/>
                    <a:pt x="5339" y="12330"/>
                  </a:cubicBezTo>
                  <a:lnTo>
                    <a:pt x="5096" y="12330"/>
                  </a:lnTo>
                  <a:cubicBezTo>
                    <a:pt x="4995" y="12330"/>
                    <a:pt x="4908" y="12265"/>
                    <a:pt x="4876" y="12170"/>
                  </a:cubicBezTo>
                  <a:lnTo>
                    <a:pt x="4796" y="11935"/>
                  </a:lnTo>
                  <a:lnTo>
                    <a:pt x="5216" y="11584"/>
                  </a:lnTo>
                  <a:close/>
                  <a:moveTo>
                    <a:pt x="5220" y="1"/>
                  </a:moveTo>
                  <a:cubicBezTo>
                    <a:pt x="5202" y="1"/>
                    <a:pt x="5185" y="3"/>
                    <a:pt x="5169" y="9"/>
                  </a:cubicBezTo>
                  <a:lnTo>
                    <a:pt x="1899" y="878"/>
                  </a:lnTo>
                  <a:cubicBezTo>
                    <a:pt x="1844" y="889"/>
                    <a:pt x="1801" y="921"/>
                    <a:pt x="1775" y="969"/>
                  </a:cubicBezTo>
                  <a:lnTo>
                    <a:pt x="468" y="3145"/>
                  </a:lnTo>
                  <a:cubicBezTo>
                    <a:pt x="417" y="3228"/>
                    <a:pt x="432" y="3330"/>
                    <a:pt x="497" y="3395"/>
                  </a:cubicBezTo>
                  <a:lnTo>
                    <a:pt x="1746" y="4645"/>
                  </a:lnTo>
                  <a:lnTo>
                    <a:pt x="1746" y="5514"/>
                  </a:lnTo>
                  <a:cubicBezTo>
                    <a:pt x="1167" y="5782"/>
                    <a:pt x="1163" y="6604"/>
                    <a:pt x="1743" y="6872"/>
                  </a:cubicBezTo>
                  <a:cubicBezTo>
                    <a:pt x="1717" y="7350"/>
                    <a:pt x="1565" y="7705"/>
                    <a:pt x="1391" y="8111"/>
                  </a:cubicBezTo>
                  <a:cubicBezTo>
                    <a:pt x="1149" y="8679"/>
                    <a:pt x="874" y="9324"/>
                    <a:pt x="874" y="10443"/>
                  </a:cubicBezTo>
                  <a:lnTo>
                    <a:pt x="874" y="11091"/>
                  </a:lnTo>
                  <a:cubicBezTo>
                    <a:pt x="341" y="11337"/>
                    <a:pt x="4" y="11873"/>
                    <a:pt x="1" y="12460"/>
                  </a:cubicBezTo>
                  <a:lnTo>
                    <a:pt x="1" y="13713"/>
                  </a:lnTo>
                  <a:cubicBezTo>
                    <a:pt x="1" y="13849"/>
                    <a:pt x="103" y="13917"/>
                    <a:pt x="205" y="13917"/>
                  </a:cubicBezTo>
                  <a:cubicBezTo>
                    <a:pt x="308" y="13917"/>
                    <a:pt x="410" y="13849"/>
                    <a:pt x="410" y="13713"/>
                  </a:cubicBezTo>
                  <a:lnTo>
                    <a:pt x="410" y="12460"/>
                  </a:lnTo>
                  <a:cubicBezTo>
                    <a:pt x="410" y="12326"/>
                    <a:pt x="435" y="12192"/>
                    <a:pt x="482" y="12069"/>
                  </a:cubicBezTo>
                  <a:lnTo>
                    <a:pt x="1511" y="12953"/>
                  </a:lnTo>
                  <a:cubicBezTo>
                    <a:pt x="1659" y="13080"/>
                    <a:pt x="1746" y="13264"/>
                    <a:pt x="1746" y="13460"/>
                  </a:cubicBezTo>
                  <a:lnTo>
                    <a:pt x="1746" y="13713"/>
                  </a:lnTo>
                  <a:cubicBezTo>
                    <a:pt x="1746" y="13849"/>
                    <a:pt x="1848" y="13917"/>
                    <a:pt x="1949" y="13917"/>
                  </a:cubicBezTo>
                  <a:cubicBezTo>
                    <a:pt x="2051" y="13917"/>
                    <a:pt x="2152" y="13849"/>
                    <a:pt x="2152" y="13713"/>
                  </a:cubicBezTo>
                  <a:lnTo>
                    <a:pt x="2152" y="13460"/>
                  </a:lnTo>
                  <a:cubicBezTo>
                    <a:pt x="2152" y="13148"/>
                    <a:pt x="2014" y="12848"/>
                    <a:pt x="1775" y="12645"/>
                  </a:cubicBezTo>
                  <a:lnTo>
                    <a:pt x="696" y="11718"/>
                  </a:lnTo>
                  <a:cubicBezTo>
                    <a:pt x="819" y="11584"/>
                    <a:pt x="975" y="11482"/>
                    <a:pt x="1145" y="11421"/>
                  </a:cubicBezTo>
                  <a:lnTo>
                    <a:pt x="2963" y="10780"/>
                  </a:lnTo>
                  <a:lnTo>
                    <a:pt x="3608" y="12228"/>
                  </a:lnTo>
                  <a:cubicBezTo>
                    <a:pt x="3659" y="12348"/>
                    <a:pt x="3767" y="12438"/>
                    <a:pt x="3898" y="12467"/>
                  </a:cubicBezTo>
                  <a:cubicBezTo>
                    <a:pt x="3930" y="12475"/>
                    <a:pt x="3959" y="12478"/>
                    <a:pt x="3992" y="12478"/>
                  </a:cubicBezTo>
                  <a:cubicBezTo>
                    <a:pt x="4093" y="12478"/>
                    <a:pt x="4187" y="12442"/>
                    <a:pt x="4263" y="12381"/>
                  </a:cubicBezTo>
                  <a:lnTo>
                    <a:pt x="4459" y="12214"/>
                  </a:lnTo>
                  <a:lnTo>
                    <a:pt x="4488" y="12301"/>
                  </a:lnTo>
                  <a:cubicBezTo>
                    <a:pt x="4524" y="12406"/>
                    <a:pt x="4586" y="12500"/>
                    <a:pt x="4669" y="12572"/>
                  </a:cubicBezTo>
                  <a:lnTo>
                    <a:pt x="4488" y="13681"/>
                  </a:lnTo>
                  <a:cubicBezTo>
                    <a:pt x="4462" y="13831"/>
                    <a:pt x="4578" y="13919"/>
                    <a:pt x="4692" y="13919"/>
                  </a:cubicBezTo>
                  <a:cubicBezTo>
                    <a:pt x="4782" y="13919"/>
                    <a:pt x="4871" y="13865"/>
                    <a:pt x="4890" y="13746"/>
                  </a:cubicBezTo>
                  <a:lnTo>
                    <a:pt x="5057" y="12735"/>
                  </a:lnTo>
                  <a:lnTo>
                    <a:pt x="5379" y="12735"/>
                  </a:lnTo>
                  <a:lnTo>
                    <a:pt x="5546" y="13746"/>
                  </a:lnTo>
                  <a:cubicBezTo>
                    <a:pt x="5566" y="13865"/>
                    <a:pt x="5655" y="13919"/>
                    <a:pt x="5745" y="13919"/>
                  </a:cubicBezTo>
                  <a:cubicBezTo>
                    <a:pt x="5860" y="13919"/>
                    <a:pt x="5976" y="13831"/>
                    <a:pt x="5951" y="13681"/>
                  </a:cubicBezTo>
                  <a:lnTo>
                    <a:pt x="5767" y="12572"/>
                  </a:lnTo>
                  <a:cubicBezTo>
                    <a:pt x="5850" y="12500"/>
                    <a:pt x="5911" y="12406"/>
                    <a:pt x="5948" y="12301"/>
                  </a:cubicBezTo>
                  <a:lnTo>
                    <a:pt x="5977" y="12214"/>
                  </a:lnTo>
                  <a:lnTo>
                    <a:pt x="6172" y="12381"/>
                  </a:lnTo>
                  <a:cubicBezTo>
                    <a:pt x="6248" y="12442"/>
                    <a:pt x="6342" y="12478"/>
                    <a:pt x="6444" y="12478"/>
                  </a:cubicBezTo>
                  <a:cubicBezTo>
                    <a:pt x="6476" y="12478"/>
                    <a:pt x="6505" y="12475"/>
                    <a:pt x="6538" y="12467"/>
                  </a:cubicBezTo>
                  <a:cubicBezTo>
                    <a:pt x="6668" y="12438"/>
                    <a:pt x="6777" y="12348"/>
                    <a:pt x="6828" y="12228"/>
                  </a:cubicBezTo>
                  <a:lnTo>
                    <a:pt x="7139" y="11533"/>
                  </a:lnTo>
                  <a:cubicBezTo>
                    <a:pt x="7210" y="11370"/>
                    <a:pt x="7076" y="11243"/>
                    <a:pt x="6945" y="11243"/>
                  </a:cubicBezTo>
                  <a:cubicBezTo>
                    <a:pt x="6874" y="11243"/>
                    <a:pt x="6804" y="11279"/>
                    <a:pt x="6766" y="11366"/>
                  </a:cubicBezTo>
                  <a:lnTo>
                    <a:pt x="6455" y="12062"/>
                  </a:lnTo>
                  <a:cubicBezTo>
                    <a:pt x="6455" y="12065"/>
                    <a:pt x="6451" y="12069"/>
                    <a:pt x="6447" y="12069"/>
                  </a:cubicBezTo>
                  <a:cubicBezTo>
                    <a:pt x="6446" y="12070"/>
                    <a:pt x="6445" y="12071"/>
                    <a:pt x="6443" y="12071"/>
                  </a:cubicBezTo>
                  <a:cubicBezTo>
                    <a:pt x="6439" y="12071"/>
                    <a:pt x="6435" y="12069"/>
                    <a:pt x="6433" y="12069"/>
                  </a:cubicBezTo>
                  <a:lnTo>
                    <a:pt x="5520" y="11305"/>
                  </a:lnTo>
                  <a:lnTo>
                    <a:pt x="6734" y="10092"/>
                  </a:lnTo>
                  <a:cubicBezTo>
                    <a:pt x="6737" y="10088"/>
                    <a:pt x="6741" y="10086"/>
                    <a:pt x="6744" y="10086"/>
                  </a:cubicBezTo>
                  <a:cubicBezTo>
                    <a:pt x="6748" y="10086"/>
                    <a:pt x="6752" y="10088"/>
                    <a:pt x="6755" y="10092"/>
                  </a:cubicBezTo>
                  <a:lnTo>
                    <a:pt x="7154" y="10490"/>
                  </a:lnTo>
                  <a:lnTo>
                    <a:pt x="7114" y="10581"/>
                  </a:lnTo>
                  <a:cubicBezTo>
                    <a:pt x="7044" y="10738"/>
                    <a:pt x="7174" y="10871"/>
                    <a:pt x="7306" y="10871"/>
                  </a:cubicBezTo>
                  <a:cubicBezTo>
                    <a:pt x="7366" y="10871"/>
                    <a:pt x="7426" y="10844"/>
                    <a:pt x="7469" y="10780"/>
                  </a:cubicBezTo>
                  <a:lnTo>
                    <a:pt x="9290" y="11421"/>
                  </a:lnTo>
                  <a:cubicBezTo>
                    <a:pt x="9464" y="11482"/>
                    <a:pt x="9616" y="11584"/>
                    <a:pt x="9740" y="11721"/>
                  </a:cubicBezTo>
                  <a:lnTo>
                    <a:pt x="8660" y="12645"/>
                  </a:lnTo>
                  <a:cubicBezTo>
                    <a:pt x="8421" y="12851"/>
                    <a:pt x="8284" y="13148"/>
                    <a:pt x="8284" y="13460"/>
                  </a:cubicBezTo>
                  <a:lnTo>
                    <a:pt x="8284" y="13713"/>
                  </a:lnTo>
                  <a:cubicBezTo>
                    <a:pt x="8284" y="13849"/>
                    <a:pt x="8385" y="13917"/>
                    <a:pt x="8486" y="13917"/>
                  </a:cubicBezTo>
                  <a:cubicBezTo>
                    <a:pt x="8588" y="13917"/>
                    <a:pt x="8689" y="13849"/>
                    <a:pt x="8689" y="13713"/>
                  </a:cubicBezTo>
                  <a:lnTo>
                    <a:pt x="8689" y="13460"/>
                  </a:lnTo>
                  <a:cubicBezTo>
                    <a:pt x="8689" y="13268"/>
                    <a:pt x="8776" y="13080"/>
                    <a:pt x="8925" y="12953"/>
                  </a:cubicBezTo>
                  <a:lnTo>
                    <a:pt x="9957" y="12069"/>
                  </a:lnTo>
                  <a:cubicBezTo>
                    <a:pt x="10004" y="12196"/>
                    <a:pt x="10026" y="12326"/>
                    <a:pt x="10026" y="12460"/>
                  </a:cubicBezTo>
                  <a:lnTo>
                    <a:pt x="10026" y="13713"/>
                  </a:lnTo>
                  <a:cubicBezTo>
                    <a:pt x="10026" y="13849"/>
                    <a:pt x="10128" y="13917"/>
                    <a:pt x="10230" y="13917"/>
                  </a:cubicBezTo>
                  <a:cubicBezTo>
                    <a:pt x="10333" y="13917"/>
                    <a:pt x="10435" y="13849"/>
                    <a:pt x="10435" y="13713"/>
                  </a:cubicBezTo>
                  <a:lnTo>
                    <a:pt x="10435" y="12460"/>
                  </a:lnTo>
                  <a:cubicBezTo>
                    <a:pt x="10431" y="11819"/>
                    <a:pt x="10029" y="11251"/>
                    <a:pt x="9424" y="11037"/>
                  </a:cubicBezTo>
                  <a:lnTo>
                    <a:pt x="7592" y="10389"/>
                  </a:lnTo>
                  <a:cubicBezTo>
                    <a:pt x="7581" y="10356"/>
                    <a:pt x="7566" y="10327"/>
                    <a:pt x="7541" y="10302"/>
                  </a:cubicBezTo>
                  <a:lnTo>
                    <a:pt x="7045" y="9802"/>
                  </a:lnTo>
                  <a:cubicBezTo>
                    <a:pt x="6967" y="9728"/>
                    <a:pt x="6861" y="9682"/>
                    <a:pt x="6753" y="9682"/>
                  </a:cubicBezTo>
                  <a:cubicBezTo>
                    <a:pt x="6746" y="9682"/>
                    <a:pt x="6738" y="9682"/>
                    <a:pt x="6730" y="9682"/>
                  </a:cubicBezTo>
                  <a:lnTo>
                    <a:pt x="6730" y="9157"/>
                  </a:lnTo>
                  <a:cubicBezTo>
                    <a:pt x="7545" y="8690"/>
                    <a:pt x="8095" y="7875"/>
                    <a:pt x="8226" y="6944"/>
                  </a:cubicBezTo>
                  <a:lnTo>
                    <a:pt x="8381" y="6944"/>
                  </a:lnTo>
                  <a:cubicBezTo>
                    <a:pt x="8733" y="6944"/>
                    <a:pt x="9037" y="6702"/>
                    <a:pt x="9109" y="6358"/>
                  </a:cubicBezTo>
                  <a:cubicBezTo>
                    <a:pt x="9185" y="6014"/>
                    <a:pt x="9012" y="5666"/>
                    <a:pt x="8693" y="5517"/>
                  </a:cubicBezTo>
                  <a:lnTo>
                    <a:pt x="8693" y="4648"/>
                  </a:lnTo>
                  <a:lnTo>
                    <a:pt x="9942" y="3399"/>
                  </a:lnTo>
                  <a:cubicBezTo>
                    <a:pt x="10008" y="3333"/>
                    <a:pt x="10018" y="3228"/>
                    <a:pt x="9971" y="3149"/>
                  </a:cubicBezTo>
                  <a:lnTo>
                    <a:pt x="8664" y="969"/>
                  </a:lnTo>
                  <a:cubicBezTo>
                    <a:pt x="8635" y="925"/>
                    <a:pt x="8591" y="892"/>
                    <a:pt x="8541" y="878"/>
                  </a:cubicBezTo>
                  <a:lnTo>
                    <a:pt x="5274" y="9"/>
                  </a:lnTo>
                  <a:cubicBezTo>
                    <a:pt x="5256" y="3"/>
                    <a:pt x="5238" y="1"/>
                    <a:pt x="5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1" name="Google Shape;13591;p82"/>
          <p:cNvGrpSpPr/>
          <p:nvPr/>
        </p:nvGrpSpPr>
        <p:grpSpPr>
          <a:xfrm>
            <a:off x="6711785" y="3356598"/>
            <a:ext cx="273501" cy="365052"/>
            <a:chOff x="6711785" y="3356598"/>
            <a:chExt cx="273501" cy="365052"/>
          </a:xfrm>
        </p:grpSpPr>
        <p:sp>
          <p:nvSpPr>
            <p:cNvPr id="13592" name="Google Shape;13592;p82"/>
            <p:cNvSpPr/>
            <p:nvPr/>
          </p:nvSpPr>
          <p:spPr>
            <a:xfrm>
              <a:off x="6774261" y="3481943"/>
              <a:ext cx="148548" cy="148522"/>
            </a:xfrm>
            <a:custGeom>
              <a:rect b="b" l="l" r="r" t="t"/>
              <a:pathLst>
                <a:path extrusionOk="0" h="5665" w="5666">
                  <a:moveTo>
                    <a:pt x="1" y="0"/>
                  </a:moveTo>
                  <a:lnTo>
                    <a:pt x="1" y="5665"/>
                  </a:lnTo>
                  <a:lnTo>
                    <a:pt x="5665" y="5665"/>
                  </a:lnTo>
                  <a:lnTo>
                    <a:pt x="566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2"/>
            <p:cNvSpPr/>
            <p:nvPr/>
          </p:nvSpPr>
          <p:spPr>
            <a:xfrm>
              <a:off x="6717107" y="3561881"/>
              <a:ext cx="262857" cy="154342"/>
            </a:xfrm>
            <a:custGeom>
              <a:rect b="b" l="l" r="r" t="t"/>
              <a:pathLst>
                <a:path extrusionOk="0" h="5887" w="10026">
                  <a:moveTo>
                    <a:pt x="3706" y="1"/>
                  </a:moveTo>
                  <a:lnTo>
                    <a:pt x="3706" y="1131"/>
                  </a:lnTo>
                  <a:cubicBezTo>
                    <a:pt x="3706" y="1500"/>
                    <a:pt x="3474" y="1826"/>
                    <a:pt x="3126" y="1953"/>
                  </a:cubicBezTo>
                  <a:lnTo>
                    <a:pt x="874" y="2746"/>
                  </a:lnTo>
                  <a:cubicBezTo>
                    <a:pt x="352" y="2931"/>
                    <a:pt x="1" y="3423"/>
                    <a:pt x="1" y="3977"/>
                  </a:cubicBezTo>
                  <a:lnTo>
                    <a:pt x="1" y="5886"/>
                  </a:lnTo>
                  <a:lnTo>
                    <a:pt x="10026" y="5886"/>
                  </a:lnTo>
                  <a:lnTo>
                    <a:pt x="10026" y="3977"/>
                  </a:lnTo>
                  <a:cubicBezTo>
                    <a:pt x="10026" y="3423"/>
                    <a:pt x="9678" y="2931"/>
                    <a:pt x="9153" y="2746"/>
                  </a:cubicBezTo>
                  <a:lnTo>
                    <a:pt x="6904" y="1953"/>
                  </a:lnTo>
                  <a:cubicBezTo>
                    <a:pt x="6556" y="1830"/>
                    <a:pt x="6321" y="1500"/>
                    <a:pt x="6321" y="1131"/>
                  </a:cubicBezTo>
                  <a:lnTo>
                    <a:pt x="632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2"/>
            <p:cNvSpPr/>
            <p:nvPr/>
          </p:nvSpPr>
          <p:spPr>
            <a:xfrm>
              <a:off x="6760209" y="3561881"/>
              <a:ext cx="176654" cy="148627"/>
            </a:xfrm>
            <a:custGeom>
              <a:rect b="b" l="l" r="r" t="t"/>
              <a:pathLst>
                <a:path extrusionOk="0" h="5669" w="6738">
                  <a:moveTo>
                    <a:pt x="2062" y="1"/>
                  </a:moveTo>
                  <a:lnTo>
                    <a:pt x="2062" y="1131"/>
                  </a:lnTo>
                  <a:cubicBezTo>
                    <a:pt x="2062" y="1500"/>
                    <a:pt x="1830" y="1826"/>
                    <a:pt x="1482" y="1953"/>
                  </a:cubicBezTo>
                  <a:lnTo>
                    <a:pt x="1" y="2474"/>
                  </a:lnTo>
                  <a:cubicBezTo>
                    <a:pt x="95" y="4264"/>
                    <a:pt x="1576" y="5669"/>
                    <a:pt x="3369" y="5669"/>
                  </a:cubicBezTo>
                  <a:cubicBezTo>
                    <a:pt x="5162" y="5669"/>
                    <a:pt x="6643" y="4264"/>
                    <a:pt x="6737" y="2474"/>
                  </a:cubicBezTo>
                  <a:lnTo>
                    <a:pt x="5260" y="1953"/>
                  </a:lnTo>
                  <a:cubicBezTo>
                    <a:pt x="4912" y="1830"/>
                    <a:pt x="4677" y="1500"/>
                    <a:pt x="4677" y="1131"/>
                  </a:cubicBezTo>
                  <a:lnTo>
                    <a:pt x="467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2"/>
            <p:cNvSpPr/>
            <p:nvPr/>
          </p:nvSpPr>
          <p:spPr>
            <a:xfrm>
              <a:off x="6777119" y="3561881"/>
              <a:ext cx="142833" cy="131455"/>
            </a:xfrm>
            <a:custGeom>
              <a:rect b="b" l="l" r="r" t="t"/>
              <a:pathLst>
                <a:path extrusionOk="0" h="5014" w="5448">
                  <a:moveTo>
                    <a:pt x="1417" y="1"/>
                  </a:moveTo>
                  <a:lnTo>
                    <a:pt x="1417" y="1127"/>
                  </a:lnTo>
                  <a:cubicBezTo>
                    <a:pt x="1417" y="1497"/>
                    <a:pt x="1185" y="1826"/>
                    <a:pt x="837" y="1953"/>
                  </a:cubicBezTo>
                  <a:lnTo>
                    <a:pt x="4" y="2246"/>
                  </a:lnTo>
                  <a:cubicBezTo>
                    <a:pt x="4" y="2261"/>
                    <a:pt x="1" y="2275"/>
                    <a:pt x="1" y="2290"/>
                  </a:cubicBezTo>
                  <a:cubicBezTo>
                    <a:pt x="1" y="3793"/>
                    <a:pt x="1221" y="5013"/>
                    <a:pt x="2724" y="5013"/>
                  </a:cubicBezTo>
                  <a:cubicBezTo>
                    <a:pt x="4227" y="5013"/>
                    <a:pt x="5448" y="3793"/>
                    <a:pt x="5448" y="2290"/>
                  </a:cubicBezTo>
                  <a:cubicBezTo>
                    <a:pt x="5448" y="2275"/>
                    <a:pt x="5448" y="2261"/>
                    <a:pt x="5448" y="2246"/>
                  </a:cubicBezTo>
                  <a:lnTo>
                    <a:pt x="4615" y="1949"/>
                  </a:lnTo>
                  <a:cubicBezTo>
                    <a:pt x="4267" y="1826"/>
                    <a:pt x="4032" y="1497"/>
                    <a:pt x="4032" y="1127"/>
                  </a:cubicBezTo>
                  <a:lnTo>
                    <a:pt x="403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2"/>
            <p:cNvSpPr/>
            <p:nvPr/>
          </p:nvSpPr>
          <p:spPr>
            <a:xfrm>
              <a:off x="6814243" y="3561881"/>
              <a:ext cx="68585" cy="34371"/>
            </a:xfrm>
            <a:custGeom>
              <a:rect b="b" l="l" r="r" t="t"/>
              <a:pathLst>
                <a:path extrusionOk="0" h="1311" w="2616">
                  <a:moveTo>
                    <a:pt x="1" y="1"/>
                  </a:moveTo>
                  <a:lnTo>
                    <a:pt x="1" y="1033"/>
                  </a:lnTo>
                  <a:cubicBezTo>
                    <a:pt x="417" y="1218"/>
                    <a:pt x="863" y="1310"/>
                    <a:pt x="1308" y="1310"/>
                  </a:cubicBezTo>
                  <a:cubicBezTo>
                    <a:pt x="1754" y="1310"/>
                    <a:pt x="2199" y="1218"/>
                    <a:pt x="2616" y="1033"/>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2"/>
            <p:cNvSpPr/>
            <p:nvPr/>
          </p:nvSpPr>
          <p:spPr>
            <a:xfrm>
              <a:off x="6774261" y="3430478"/>
              <a:ext cx="148548" cy="148627"/>
            </a:xfrm>
            <a:custGeom>
              <a:rect b="b" l="l" r="r" t="t"/>
              <a:pathLst>
                <a:path extrusionOk="0" h="5669" w="5666">
                  <a:moveTo>
                    <a:pt x="1" y="0"/>
                  </a:moveTo>
                  <a:lnTo>
                    <a:pt x="1" y="2833"/>
                  </a:lnTo>
                  <a:cubicBezTo>
                    <a:pt x="1" y="4397"/>
                    <a:pt x="1269" y="5668"/>
                    <a:pt x="2833" y="5668"/>
                  </a:cubicBezTo>
                  <a:cubicBezTo>
                    <a:pt x="4398" y="5668"/>
                    <a:pt x="5665" y="4397"/>
                    <a:pt x="5665" y="2833"/>
                  </a:cubicBezTo>
                  <a:lnTo>
                    <a:pt x="566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2"/>
            <p:cNvSpPr/>
            <p:nvPr/>
          </p:nvSpPr>
          <p:spPr>
            <a:xfrm>
              <a:off x="6774025" y="3430478"/>
              <a:ext cx="148784" cy="148653"/>
            </a:xfrm>
            <a:custGeom>
              <a:rect b="b" l="l" r="r" t="t"/>
              <a:pathLst>
                <a:path extrusionOk="0" h="5670" w="5675">
                  <a:moveTo>
                    <a:pt x="10" y="0"/>
                  </a:moveTo>
                  <a:lnTo>
                    <a:pt x="10" y="2833"/>
                  </a:lnTo>
                  <a:cubicBezTo>
                    <a:pt x="0" y="4422"/>
                    <a:pt x="1290" y="5669"/>
                    <a:pt x="2823" y="5669"/>
                  </a:cubicBezTo>
                  <a:cubicBezTo>
                    <a:pt x="2973" y="5669"/>
                    <a:pt x="3126" y="5657"/>
                    <a:pt x="3280" y="5632"/>
                  </a:cubicBezTo>
                  <a:cubicBezTo>
                    <a:pt x="1901" y="5418"/>
                    <a:pt x="879" y="4231"/>
                    <a:pt x="879" y="2833"/>
                  </a:cubicBezTo>
                  <a:lnTo>
                    <a:pt x="879" y="2825"/>
                  </a:lnTo>
                  <a:cubicBezTo>
                    <a:pt x="879" y="2641"/>
                    <a:pt x="995" y="2478"/>
                    <a:pt x="1169" y="2420"/>
                  </a:cubicBezTo>
                  <a:cubicBezTo>
                    <a:pt x="1843" y="2177"/>
                    <a:pt x="2426" y="1739"/>
                    <a:pt x="2842" y="1156"/>
                  </a:cubicBezTo>
                  <a:cubicBezTo>
                    <a:pt x="3494" y="2072"/>
                    <a:pt x="4552" y="2615"/>
                    <a:pt x="5674" y="2615"/>
                  </a:cubicBezTo>
                  <a:lnTo>
                    <a:pt x="56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2"/>
            <p:cNvSpPr/>
            <p:nvPr/>
          </p:nvSpPr>
          <p:spPr>
            <a:xfrm>
              <a:off x="6751295" y="3361920"/>
              <a:ext cx="194298" cy="267890"/>
            </a:xfrm>
            <a:custGeom>
              <a:rect b="b" l="l" r="r" t="t"/>
              <a:pathLst>
                <a:path extrusionOk="0" h="10218" w="7411">
                  <a:moveTo>
                    <a:pt x="3706" y="0"/>
                  </a:moveTo>
                  <a:cubicBezTo>
                    <a:pt x="1659" y="0"/>
                    <a:pt x="1" y="1659"/>
                    <a:pt x="1" y="3705"/>
                  </a:cubicBezTo>
                  <a:lnTo>
                    <a:pt x="1" y="10217"/>
                  </a:lnTo>
                  <a:lnTo>
                    <a:pt x="877" y="9909"/>
                  </a:lnTo>
                  <a:lnTo>
                    <a:pt x="877" y="4991"/>
                  </a:lnTo>
                  <a:cubicBezTo>
                    <a:pt x="873" y="4774"/>
                    <a:pt x="1025" y="4589"/>
                    <a:pt x="1239" y="4549"/>
                  </a:cubicBezTo>
                  <a:cubicBezTo>
                    <a:pt x="2376" y="4368"/>
                    <a:pt x="3188" y="3387"/>
                    <a:pt x="3528" y="2894"/>
                  </a:cubicBezTo>
                  <a:cubicBezTo>
                    <a:pt x="3572" y="2833"/>
                    <a:pt x="3639" y="2802"/>
                    <a:pt x="3707" y="2802"/>
                  </a:cubicBezTo>
                  <a:cubicBezTo>
                    <a:pt x="3775" y="2802"/>
                    <a:pt x="3843" y="2833"/>
                    <a:pt x="3887" y="2894"/>
                  </a:cubicBezTo>
                  <a:cubicBezTo>
                    <a:pt x="4227" y="3387"/>
                    <a:pt x="5038" y="4368"/>
                    <a:pt x="6176" y="4549"/>
                  </a:cubicBezTo>
                  <a:cubicBezTo>
                    <a:pt x="6389" y="4589"/>
                    <a:pt x="6541" y="4774"/>
                    <a:pt x="6538" y="4991"/>
                  </a:cubicBezTo>
                  <a:lnTo>
                    <a:pt x="6538" y="9909"/>
                  </a:lnTo>
                  <a:lnTo>
                    <a:pt x="7411" y="10217"/>
                  </a:lnTo>
                  <a:lnTo>
                    <a:pt x="7411" y="3705"/>
                  </a:lnTo>
                  <a:cubicBezTo>
                    <a:pt x="7411" y="1659"/>
                    <a:pt x="5752" y="0"/>
                    <a:pt x="370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2"/>
            <p:cNvSpPr/>
            <p:nvPr/>
          </p:nvSpPr>
          <p:spPr>
            <a:xfrm>
              <a:off x="6777119" y="3608312"/>
              <a:ext cx="142833" cy="85023"/>
            </a:xfrm>
            <a:custGeom>
              <a:rect b="b" l="l" r="r" t="t"/>
              <a:pathLst>
                <a:path extrusionOk="0" h="3243" w="5448">
                  <a:moveTo>
                    <a:pt x="1131" y="1"/>
                  </a:moveTo>
                  <a:cubicBezTo>
                    <a:pt x="1044" y="77"/>
                    <a:pt x="946" y="138"/>
                    <a:pt x="837" y="182"/>
                  </a:cubicBezTo>
                  <a:lnTo>
                    <a:pt x="4" y="475"/>
                  </a:lnTo>
                  <a:cubicBezTo>
                    <a:pt x="4" y="490"/>
                    <a:pt x="1" y="504"/>
                    <a:pt x="1" y="519"/>
                  </a:cubicBezTo>
                  <a:cubicBezTo>
                    <a:pt x="1" y="2025"/>
                    <a:pt x="1221" y="3242"/>
                    <a:pt x="2724" y="3242"/>
                  </a:cubicBezTo>
                  <a:cubicBezTo>
                    <a:pt x="4231" y="3242"/>
                    <a:pt x="5448" y="2025"/>
                    <a:pt x="5448" y="519"/>
                  </a:cubicBezTo>
                  <a:cubicBezTo>
                    <a:pt x="5448" y="504"/>
                    <a:pt x="5448" y="490"/>
                    <a:pt x="5448" y="475"/>
                  </a:cubicBezTo>
                  <a:lnTo>
                    <a:pt x="4615" y="178"/>
                  </a:lnTo>
                  <a:cubicBezTo>
                    <a:pt x="4506" y="138"/>
                    <a:pt x="4405" y="77"/>
                    <a:pt x="4321" y="1"/>
                  </a:cubicBezTo>
                  <a:lnTo>
                    <a:pt x="2728" y="1062"/>
                  </a:lnTo>
                  <a:lnTo>
                    <a:pt x="113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2"/>
            <p:cNvSpPr/>
            <p:nvPr/>
          </p:nvSpPr>
          <p:spPr>
            <a:xfrm>
              <a:off x="6777119" y="3608312"/>
              <a:ext cx="142938" cy="70158"/>
            </a:xfrm>
            <a:custGeom>
              <a:rect b="b" l="l" r="r" t="t"/>
              <a:pathLst>
                <a:path extrusionOk="0" h="2676" w="5452">
                  <a:moveTo>
                    <a:pt x="1131" y="1"/>
                  </a:moveTo>
                  <a:cubicBezTo>
                    <a:pt x="1044" y="77"/>
                    <a:pt x="946" y="138"/>
                    <a:pt x="837" y="182"/>
                  </a:cubicBezTo>
                  <a:lnTo>
                    <a:pt x="4" y="475"/>
                  </a:lnTo>
                  <a:cubicBezTo>
                    <a:pt x="4" y="490"/>
                    <a:pt x="1" y="504"/>
                    <a:pt x="1" y="519"/>
                  </a:cubicBezTo>
                  <a:cubicBezTo>
                    <a:pt x="1" y="533"/>
                    <a:pt x="4" y="562"/>
                    <a:pt x="4" y="584"/>
                  </a:cubicBezTo>
                  <a:lnTo>
                    <a:pt x="703" y="2156"/>
                  </a:lnTo>
                  <a:cubicBezTo>
                    <a:pt x="852" y="2489"/>
                    <a:pt x="1174" y="2675"/>
                    <a:pt x="1503" y="2675"/>
                  </a:cubicBezTo>
                  <a:cubicBezTo>
                    <a:pt x="1697" y="2675"/>
                    <a:pt x="1893" y="2611"/>
                    <a:pt x="2058" y="2474"/>
                  </a:cubicBezTo>
                  <a:lnTo>
                    <a:pt x="2724" y="1917"/>
                  </a:lnTo>
                  <a:lnTo>
                    <a:pt x="3394" y="2474"/>
                  </a:lnTo>
                  <a:cubicBezTo>
                    <a:pt x="3559" y="2611"/>
                    <a:pt x="3755" y="2675"/>
                    <a:pt x="3948" y="2675"/>
                  </a:cubicBezTo>
                  <a:cubicBezTo>
                    <a:pt x="4278" y="2675"/>
                    <a:pt x="4600" y="2489"/>
                    <a:pt x="4749" y="2156"/>
                  </a:cubicBezTo>
                  <a:lnTo>
                    <a:pt x="5448" y="584"/>
                  </a:lnTo>
                  <a:cubicBezTo>
                    <a:pt x="5448" y="562"/>
                    <a:pt x="5451" y="540"/>
                    <a:pt x="5451" y="519"/>
                  </a:cubicBezTo>
                  <a:cubicBezTo>
                    <a:pt x="5451" y="497"/>
                    <a:pt x="5451" y="490"/>
                    <a:pt x="5448" y="475"/>
                  </a:cubicBezTo>
                  <a:lnTo>
                    <a:pt x="4615" y="182"/>
                  </a:lnTo>
                  <a:cubicBezTo>
                    <a:pt x="4506" y="138"/>
                    <a:pt x="4405" y="77"/>
                    <a:pt x="4321" y="1"/>
                  </a:cubicBezTo>
                  <a:lnTo>
                    <a:pt x="2728" y="1062"/>
                  </a:lnTo>
                  <a:lnTo>
                    <a:pt x="113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2"/>
            <p:cNvSpPr/>
            <p:nvPr/>
          </p:nvSpPr>
          <p:spPr>
            <a:xfrm>
              <a:off x="6791827" y="3598533"/>
              <a:ext cx="56735" cy="62738"/>
            </a:xfrm>
            <a:custGeom>
              <a:rect b="b" l="l" r="r" t="t"/>
              <a:pathLst>
                <a:path extrusionOk="0" h="2393" w="2164">
                  <a:moveTo>
                    <a:pt x="638" y="1"/>
                  </a:moveTo>
                  <a:cubicBezTo>
                    <a:pt x="582" y="1"/>
                    <a:pt x="526" y="23"/>
                    <a:pt x="483" y="66"/>
                  </a:cubicBezTo>
                  <a:lnTo>
                    <a:pt x="59" y="490"/>
                  </a:lnTo>
                  <a:cubicBezTo>
                    <a:pt x="12" y="537"/>
                    <a:pt x="1" y="606"/>
                    <a:pt x="26" y="664"/>
                  </a:cubicBezTo>
                  <a:lnTo>
                    <a:pt x="740" y="2264"/>
                  </a:lnTo>
                  <a:cubicBezTo>
                    <a:pt x="776" y="2347"/>
                    <a:pt x="856" y="2393"/>
                    <a:pt x="939" y="2393"/>
                  </a:cubicBezTo>
                  <a:cubicBezTo>
                    <a:pt x="987" y="2393"/>
                    <a:pt x="1035" y="2377"/>
                    <a:pt x="1077" y="2344"/>
                  </a:cubicBezTo>
                  <a:lnTo>
                    <a:pt x="2163" y="1439"/>
                  </a:lnTo>
                  <a:lnTo>
                    <a:pt x="791" y="66"/>
                  </a:lnTo>
                  <a:cubicBezTo>
                    <a:pt x="749" y="23"/>
                    <a:pt x="694" y="1"/>
                    <a:pt x="6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2"/>
            <p:cNvSpPr/>
            <p:nvPr/>
          </p:nvSpPr>
          <p:spPr>
            <a:xfrm>
              <a:off x="6848536" y="3598533"/>
              <a:ext cx="56708" cy="62738"/>
            </a:xfrm>
            <a:custGeom>
              <a:rect b="b" l="l" r="r" t="t"/>
              <a:pathLst>
                <a:path extrusionOk="0" h="2393" w="2163">
                  <a:moveTo>
                    <a:pt x="1525" y="1"/>
                  </a:moveTo>
                  <a:cubicBezTo>
                    <a:pt x="1470" y="1"/>
                    <a:pt x="1414" y="23"/>
                    <a:pt x="1373" y="66"/>
                  </a:cubicBezTo>
                  <a:lnTo>
                    <a:pt x="0" y="1439"/>
                  </a:lnTo>
                  <a:lnTo>
                    <a:pt x="1087" y="2344"/>
                  </a:lnTo>
                  <a:cubicBezTo>
                    <a:pt x="1127" y="2377"/>
                    <a:pt x="1175" y="2393"/>
                    <a:pt x="1223" y="2393"/>
                  </a:cubicBezTo>
                  <a:cubicBezTo>
                    <a:pt x="1305" y="2393"/>
                    <a:pt x="1387" y="2347"/>
                    <a:pt x="1423" y="2264"/>
                  </a:cubicBezTo>
                  <a:lnTo>
                    <a:pt x="2137" y="664"/>
                  </a:lnTo>
                  <a:cubicBezTo>
                    <a:pt x="2162" y="606"/>
                    <a:pt x="2148" y="537"/>
                    <a:pt x="2104" y="490"/>
                  </a:cubicBezTo>
                  <a:lnTo>
                    <a:pt x="1681" y="66"/>
                  </a:lnTo>
                  <a:cubicBezTo>
                    <a:pt x="1637" y="23"/>
                    <a:pt x="1581" y="1"/>
                    <a:pt x="15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2"/>
            <p:cNvSpPr/>
            <p:nvPr/>
          </p:nvSpPr>
          <p:spPr>
            <a:xfrm>
              <a:off x="6808921" y="3482782"/>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2"/>
            <p:cNvSpPr/>
            <p:nvPr/>
          </p:nvSpPr>
          <p:spPr>
            <a:xfrm>
              <a:off x="6877480" y="3482782"/>
              <a:ext cx="10671" cy="16465"/>
            </a:xfrm>
            <a:custGeom>
              <a:rect b="b" l="l" r="r" t="t"/>
              <a:pathLst>
                <a:path extrusionOk="0" h="628" w="407">
                  <a:moveTo>
                    <a:pt x="204" y="0"/>
                  </a:moveTo>
                  <a:cubicBezTo>
                    <a:pt x="102" y="0"/>
                    <a:pt x="1" y="68"/>
                    <a:pt x="1" y="204"/>
                  </a:cubicBezTo>
                  <a:lnTo>
                    <a:pt x="1" y="421"/>
                  </a:lnTo>
                  <a:cubicBezTo>
                    <a:pt x="1" y="533"/>
                    <a:pt x="91" y="627"/>
                    <a:pt x="204" y="627"/>
                  </a:cubicBezTo>
                  <a:cubicBezTo>
                    <a:pt x="316" y="627"/>
                    <a:pt x="406" y="533"/>
                    <a:pt x="406" y="421"/>
                  </a:cubicBezTo>
                  <a:lnTo>
                    <a:pt x="406" y="204"/>
                  </a:lnTo>
                  <a:cubicBezTo>
                    <a:pt x="406"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2"/>
            <p:cNvSpPr/>
            <p:nvPr/>
          </p:nvSpPr>
          <p:spPr>
            <a:xfrm>
              <a:off x="6823681" y="3522685"/>
              <a:ext cx="49708" cy="16543"/>
            </a:xfrm>
            <a:custGeom>
              <a:rect b="b" l="l" r="r" t="t"/>
              <a:pathLst>
                <a:path extrusionOk="0" h="631" w="1896">
                  <a:moveTo>
                    <a:pt x="298" y="1"/>
                  </a:moveTo>
                  <a:cubicBezTo>
                    <a:pt x="139" y="1"/>
                    <a:pt x="0" y="207"/>
                    <a:pt x="151" y="355"/>
                  </a:cubicBezTo>
                  <a:cubicBezTo>
                    <a:pt x="329" y="525"/>
                    <a:pt x="626" y="630"/>
                    <a:pt x="948" y="630"/>
                  </a:cubicBezTo>
                  <a:cubicBezTo>
                    <a:pt x="1270" y="630"/>
                    <a:pt x="1571" y="525"/>
                    <a:pt x="1745" y="355"/>
                  </a:cubicBezTo>
                  <a:cubicBezTo>
                    <a:pt x="1896" y="207"/>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2"/>
            <p:cNvSpPr/>
            <p:nvPr/>
          </p:nvSpPr>
          <p:spPr>
            <a:xfrm>
              <a:off x="6917461" y="3504726"/>
              <a:ext cx="26" cy="131"/>
            </a:xfrm>
            <a:custGeom>
              <a:rect b="b" l="l" r="r" t="t"/>
              <a:pathLst>
                <a:path extrusionOk="0" h="5" w="1">
                  <a:moveTo>
                    <a:pt x="1" y="1"/>
                  </a:moveTo>
                  <a:cubicBezTo>
                    <a:pt x="1" y="1"/>
                    <a:pt x="1" y="4"/>
                    <a:pt x="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2"/>
            <p:cNvSpPr/>
            <p:nvPr/>
          </p:nvSpPr>
          <p:spPr>
            <a:xfrm>
              <a:off x="6711785" y="3356598"/>
              <a:ext cx="273501" cy="365052"/>
            </a:xfrm>
            <a:custGeom>
              <a:rect b="b" l="l" r="r" t="t"/>
              <a:pathLst>
                <a:path extrusionOk="0" h="13924" w="10432">
                  <a:moveTo>
                    <a:pt x="5220" y="406"/>
                  </a:moveTo>
                  <a:cubicBezTo>
                    <a:pt x="7154" y="406"/>
                    <a:pt x="8722" y="1971"/>
                    <a:pt x="8722" y="3905"/>
                  </a:cubicBezTo>
                  <a:lnTo>
                    <a:pt x="8718" y="10134"/>
                  </a:lnTo>
                  <a:lnTo>
                    <a:pt x="7592" y="9736"/>
                  </a:lnTo>
                  <a:cubicBezTo>
                    <a:pt x="7581" y="9703"/>
                    <a:pt x="7563" y="9674"/>
                    <a:pt x="7541" y="9649"/>
                  </a:cubicBezTo>
                  <a:lnTo>
                    <a:pt x="7041" y="9153"/>
                  </a:lnTo>
                  <a:cubicBezTo>
                    <a:pt x="6964" y="9075"/>
                    <a:pt x="6861" y="9029"/>
                    <a:pt x="6753" y="9029"/>
                  </a:cubicBezTo>
                  <a:cubicBezTo>
                    <a:pt x="6746" y="9029"/>
                    <a:pt x="6738" y="9029"/>
                    <a:pt x="6730" y="9030"/>
                  </a:cubicBezTo>
                  <a:lnTo>
                    <a:pt x="6730" y="8287"/>
                  </a:lnTo>
                  <a:cubicBezTo>
                    <a:pt x="7194" y="8019"/>
                    <a:pt x="7578" y="7635"/>
                    <a:pt x="7849" y="7172"/>
                  </a:cubicBezTo>
                  <a:lnTo>
                    <a:pt x="7849" y="9142"/>
                  </a:lnTo>
                  <a:cubicBezTo>
                    <a:pt x="7849" y="9278"/>
                    <a:pt x="7951" y="9346"/>
                    <a:pt x="8052" y="9346"/>
                  </a:cubicBezTo>
                  <a:cubicBezTo>
                    <a:pt x="8153" y="9346"/>
                    <a:pt x="8255" y="9278"/>
                    <a:pt x="8255" y="9142"/>
                  </a:cubicBezTo>
                  <a:lnTo>
                    <a:pt x="8255" y="5194"/>
                  </a:lnTo>
                  <a:cubicBezTo>
                    <a:pt x="8258" y="4879"/>
                    <a:pt x="8030" y="4607"/>
                    <a:pt x="7719" y="4553"/>
                  </a:cubicBezTo>
                  <a:cubicBezTo>
                    <a:pt x="7357" y="4495"/>
                    <a:pt x="6426" y="4227"/>
                    <a:pt x="5564" y="2981"/>
                  </a:cubicBezTo>
                  <a:cubicBezTo>
                    <a:pt x="5481" y="2862"/>
                    <a:pt x="5349" y="2802"/>
                    <a:pt x="5218" y="2802"/>
                  </a:cubicBezTo>
                  <a:cubicBezTo>
                    <a:pt x="5087" y="2802"/>
                    <a:pt x="4955" y="2862"/>
                    <a:pt x="4872" y="2981"/>
                  </a:cubicBezTo>
                  <a:cubicBezTo>
                    <a:pt x="4731" y="3181"/>
                    <a:pt x="4579" y="3369"/>
                    <a:pt x="4416" y="3546"/>
                  </a:cubicBezTo>
                  <a:cubicBezTo>
                    <a:pt x="4273" y="3697"/>
                    <a:pt x="4409" y="3894"/>
                    <a:pt x="4565" y="3894"/>
                  </a:cubicBezTo>
                  <a:cubicBezTo>
                    <a:pt x="4615" y="3894"/>
                    <a:pt x="4667" y="3874"/>
                    <a:pt x="4713" y="3825"/>
                  </a:cubicBezTo>
                  <a:cubicBezTo>
                    <a:pt x="4890" y="3633"/>
                    <a:pt x="5057" y="3430"/>
                    <a:pt x="5205" y="3213"/>
                  </a:cubicBezTo>
                  <a:cubicBezTo>
                    <a:pt x="5207" y="3210"/>
                    <a:pt x="5212" y="3208"/>
                    <a:pt x="5216" y="3208"/>
                  </a:cubicBezTo>
                  <a:cubicBezTo>
                    <a:pt x="5221" y="3208"/>
                    <a:pt x="5225" y="3210"/>
                    <a:pt x="5227" y="3213"/>
                  </a:cubicBezTo>
                  <a:cubicBezTo>
                    <a:pt x="5477" y="3579"/>
                    <a:pt x="5774" y="3908"/>
                    <a:pt x="6111" y="4198"/>
                  </a:cubicBezTo>
                  <a:cubicBezTo>
                    <a:pt x="6600" y="4615"/>
                    <a:pt x="7121" y="4868"/>
                    <a:pt x="7654" y="4952"/>
                  </a:cubicBezTo>
                  <a:cubicBezTo>
                    <a:pt x="7769" y="4977"/>
                    <a:pt x="7849" y="5078"/>
                    <a:pt x="7846" y="5194"/>
                  </a:cubicBezTo>
                  <a:lnTo>
                    <a:pt x="7846" y="5651"/>
                  </a:lnTo>
                  <a:cubicBezTo>
                    <a:pt x="7853" y="7103"/>
                    <a:pt x="6679" y="8284"/>
                    <a:pt x="5227" y="8291"/>
                  </a:cubicBezTo>
                  <a:cubicBezTo>
                    <a:pt x="5225" y="8291"/>
                    <a:pt x="5223" y="8291"/>
                    <a:pt x="5220" y="8291"/>
                  </a:cubicBezTo>
                  <a:cubicBezTo>
                    <a:pt x="3771" y="8291"/>
                    <a:pt x="2594" y="7119"/>
                    <a:pt x="2587" y="5669"/>
                  </a:cubicBezTo>
                  <a:lnTo>
                    <a:pt x="2587" y="5194"/>
                  </a:lnTo>
                  <a:cubicBezTo>
                    <a:pt x="2587" y="5078"/>
                    <a:pt x="2666" y="4977"/>
                    <a:pt x="2779" y="4952"/>
                  </a:cubicBezTo>
                  <a:cubicBezTo>
                    <a:pt x="3231" y="4875"/>
                    <a:pt x="3659" y="4694"/>
                    <a:pt x="4028" y="4426"/>
                  </a:cubicBezTo>
                  <a:cubicBezTo>
                    <a:pt x="4209" y="4299"/>
                    <a:pt x="4087" y="4053"/>
                    <a:pt x="3913" y="4053"/>
                  </a:cubicBezTo>
                  <a:cubicBezTo>
                    <a:pt x="3875" y="4053"/>
                    <a:pt x="3834" y="4065"/>
                    <a:pt x="3793" y="4093"/>
                  </a:cubicBezTo>
                  <a:cubicBezTo>
                    <a:pt x="3474" y="4325"/>
                    <a:pt x="3105" y="4481"/>
                    <a:pt x="2717" y="4550"/>
                  </a:cubicBezTo>
                  <a:cubicBezTo>
                    <a:pt x="2406" y="4604"/>
                    <a:pt x="2178" y="4879"/>
                    <a:pt x="2181" y="5194"/>
                  </a:cubicBezTo>
                  <a:lnTo>
                    <a:pt x="2181" y="9138"/>
                  </a:lnTo>
                  <a:cubicBezTo>
                    <a:pt x="2181" y="9274"/>
                    <a:pt x="2283" y="9342"/>
                    <a:pt x="2384" y="9342"/>
                  </a:cubicBezTo>
                  <a:cubicBezTo>
                    <a:pt x="2485" y="9342"/>
                    <a:pt x="2587" y="9274"/>
                    <a:pt x="2587" y="9138"/>
                  </a:cubicBezTo>
                  <a:lnTo>
                    <a:pt x="2587" y="7172"/>
                  </a:lnTo>
                  <a:cubicBezTo>
                    <a:pt x="2858" y="7635"/>
                    <a:pt x="3242" y="8019"/>
                    <a:pt x="3706" y="8287"/>
                  </a:cubicBezTo>
                  <a:lnTo>
                    <a:pt x="3706" y="9026"/>
                  </a:lnTo>
                  <a:cubicBezTo>
                    <a:pt x="3701" y="9026"/>
                    <a:pt x="3697" y="9026"/>
                    <a:pt x="3693" y="9026"/>
                  </a:cubicBezTo>
                  <a:cubicBezTo>
                    <a:pt x="3581" y="9026"/>
                    <a:pt x="3475" y="9069"/>
                    <a:pt x="3394" y="9149"/>
                  </a:cubicBezTo>
                  <a:lnTo>
                    <a:pt x="2895" y="9645"/>
                  </a:lnTo>
                  <a:cubicBezTo>
                    <a:pt x="2873" y="9671"/>
                    <a:pt x="2855" y="9700"/>
                    <a:pt x="2844" y="9732"/>
                  </a:cubicBezTo>
                  <a:lnTo>
                    <a:pt x="1718" y="10131"/>
                  </a:lnTo>
                  <a:lnTo>
                    <a:pt x="1718" y="3905"/>
                  </a:lnTo>
                  <a:cubicBezTo>
                    <a:pt x="1718" y="1971"/>
                    <a:pt x="3286" y="406"/>
                    <a:pt x="5220" y="406"/>
                  </a:cubicBezTo>
                  <a:close/>
                  <a:moveTo>
                    <a:pt x="6321" y="8483"/>
                  </a:moveTo>
                  <a:lnTo>
                    <a:pt x="6321" y="9272"/>
                  </a:lnTo>
                  <a:lnTo>
                    <a:pt x="5216" y="10377"/>
                  </a:lnTo>
                  <a:lnTo>
                    <a:pt x="4112" y="9272"/>
                  </a:lnTo>
                  <a:lnTo>
                    <a:pt x="4112" y="8483"/>
                  </a:lnTo>
                  <a:cubicBezTo>
                    <a:pt x="4466" y="8620"/>
                    <a:pt x="4841" y="8689"/>
                    <a:pt x="5216" y="8689"/>
                  </a:cubicBezTo>
                  <a:cubicBezTo>
                    <a:pt x="5591" y="8689"/>
                    <a:pt x="5966" y="8620"/>
                    <a:pt x="6321" y="8483"/>
                  </a:cubicBezTo>
                  <a:close/>
                  <a:moveTo>
                    <a:pt x="3693" y="9433"/>
                  </a:moveTo>
                  <a:cubicBezTo>
                    <a:pt x="3697" y="9433"/>
                    <a:pt x="3700" y="9435"/>
                    <a:pt x="3702" y="9439"/>
                  </a:cubicBezTo>
                  <a:lnTo>
                    <a:pt x="4916" y="10652"/>
                  </a:lnTo>
                  <a:lnTo>
                    <a:pt x="3999" y="11413"/>
                  </a:lnTo>
                  <a:cubicBezTo>
                    <a:pt x="3996" y="11415"/>
                    <a:pt x="3993" y="11417"/>
                    <a:pt x="3990" y="11417"/>
                  </a:cubicBezTo>
                  <a:cubicBezTo>
                    <a:pt x="3985" y="11417"/>
                    <a:pt x="3980" y="11414"/>
                    <a:pt x="3978" y="11409"/>
                  </a:cubicBezTo>
                  <a:lnTo>
                    <a:pt x="3282" y="9837"/>
                  </a:lnTo>
                  <a:lnTo>
                    <a:pt x="3684" y="9439"/>
                  </a:lnTo>
                  <a:cubicBezTo>
                    <a:pt x="3686" y="9435"/>
                    <a:pt x="3690" y="9433"/>
                    <a:pt x="3693" y="9433"/>
                  </a:cubicBezTo>
                  <a:close/>
                  <a:moveTo>
                    <a:pt x="6741" y="9433"/>
                  </a:moveTo>
                  <a:cubicBezTo>
                    <a:pt x="6745" y="9433"/>
                    <a:pt x="6748" y="9435"/>
                    <a:pt x="6752" y="9439"/>
                  </a:cubicBezTo>
                  <a:lnTo>
                    <a:pt x="7154" y="9837"/>
                  </a:lnTo>
                  <a:lnTo>
                    <a:pt x="7114" y="9928"/>
                  </a:lnTo>
                  <a:cubicBezTo>
                    <a:pt x="7044" y="10084"/>
                    <a:pt x="7171" y="10215"/>
                    <a:pt x="7303" y="10215"/>
                  </a:cubicBezTo>
                  <a:cubicBezTo>
                    <a:pt x="7363" y="10215"/>
                    <a:pt x="7425" y="10188"/>
                    <a:pt x="7469" y="10123"/>
                  </a:cubicBezTo>
                  <a:lnTo>
                    <a:pt x="7759" y="10228"/>
                  </a:lnTo>
                  <a:lnTo>
                    <a:pt x="7730" y="10442"/>
                  </a:lnTo>
                  <a:cubicBezTo>
                    <a:pt x="7559" y="11699"/>
                    <a:pt x="6484" y="12637"/>
                    <a:pt x="5216" y="12637"/>
                  </a:cubicBezTo>
                  <a:cubicBezTo>
                    <a:pt x="3945" y="12637"/>
                    <a:pt x="2873" y="11699"/>
                    <a:pt x="2703" y="10442"/>
                  </a:cubicBezTo>
                  <a:lnTo>
                    <a:pt x="2674" y="10228"/>
                  </a:lnTo>
                  <a:lnTo>
                    <a:pt x="2960" y="10127"/>
                  </a:lnTo>
                  <a:lnTo>
                    <a:pt x="3604" y="11576"/>
                  </a:lnTo>
                  <a:cubicBezTo>
                    <a:pt x="3659" y="11695"/>
                    <a:pt x="3764" y="11786"/>
                    <a:pt x="3894" y="11815"/>
                  </a:cubicBezTo>
                  <a:cubicBezTo>
                    <a:pt x="3927" y="11822"/>
                    <a:pt x="3959" y="11826"/>
                    <a:pt x="3992" y="11826"/>
                  </a:cubicBezTo>
                  <a:cubicBezTo>
                    <a:pt x="4090" y="11826"/>
                    <a:pt x="4184" y="11789"/>
                    <a:pt x="4260" y="11728"/>
                  </a:cubicBezTo>
                  <a:lnTo>
                    <a:pt x="5216" y="10931"/>
                  </a:lnTo>
                  <a:lnTo>
                    <a:pt x="6172" y="11728"/>
                  </a:lnTo>
                  <a:cubicBezTo>
                    <a:pt x="6248" y="11789"/>
                    <a:pt x="6343" y="11826"/>
                    <a:pt x="6440" y="11826"/>
                  </a:cubicBezTo>
                  <a:cubicBezTo>
                    <a:pt x="6473" y="11826"/>
                    <a:pt x="6505" y="11822"/>
                    <a:pt x="6538" y="11815"/>
                  </a:cubicBezTo>
                  <a:cubicBezTo>
                    <a:pt x="6665" y="11786"/>
                    <a:pt x="6773" y="11695"/>
                    <a:pt x="6828" y="11576"/>
                  </a:cubicBezTo>
                  <a:lnTo>
                    <a:pt x="7136" y="10880"/>
                  </a:lnTo>
                  <a:cubicBezTo>
                    <a:pt x="7209" y="10718"/>
                    <a:pt x="7076" y="10590"/>
                    <a:pt x="6944" y="10590"/>
                  </a:cubicBezTo>
                  <a:cubicBezTo>
                    <a:pt x="6873" y="10590"/>
                    <a:pt x="6802" y="10627"/>
                    <a:pt x="6763" y="10714"/>
                  </a:cubicBezTo>
                  <a:lnTo>
                    <a:pt x="6455" y="11409"/>
                  </a:lnTo>
                  <a:cubicBezTo>
                    <a:pt x="6453" y="11414"/>
                    <a:pt x="6448" y="11417"/>
                    <a:pt x="6442" y="11417"/>
                  </a:cubicBezTo>
                  <a:cubicBezTo>
                    <a:pt x="6439" y="11417"/>
                    <a:pt x="6436" y="11415"/>
                    <a:pt x="6433" y="11413"/>
                  </a:cubicBezTo>
                  <a:lnTo>
                    <a:pt x="5517" y="10652"/>
                  </a:lnTo>
                  <a:lnTo>
                    <a:pt x="6734" y="9439"/>
                  </a:lnTo>
                  <a:cubicBezTo>
                    <a:pt x="6735" y="9435"/>
                    <a:pt x="6738" y="9433"/>
                    <a:pt x="6741" y="9433"/>
                  </a:cubicBezTo>
                  <a:close/>
                  <a:moveTo>
                    <a:pt x="5216" y="1"/>
                  </a:moveTo>
                  <a:cubicBezTo>
                    <a:pt x="3058" y="1"/>
                    <a:pt x="1308" y="1750"/>
                    <a:pt x="1308" y="3908"/>
                  </a:cubicBezTo>
                  <a:lnTo>
                    <a:pt x="1308" y="10279"/>
                  </a:lnTo>
                  <a:lnTo>
                    <a:pt x="1008" y="10384"/>
                  </a:lnTo>
                  <a:cubicBezTo>
                    <a:pt x="403" y="10598"/>
                    <a:pt x="1" y="11170"/>
                    <a:pt x="1" y="11811"/>
                  </a:cubicBezTo>
                  <a:lnTo>
                    <a:pt x="1" y="13720"/>
                  </a:lnTo>
                  <a:cubicBezTo>
                    <a:pt x="1" y="13856"/>
                    <a:pt x="102" y="13923"/>
                    <a:pt x="204" y="13923"/>
                  </a:cubicBezTo>
                  <a:cubicBezTo>
                    <a:pt x="305" y="13923"/>
                    <a:pt x="407" y="13856"/>
                    <a:pt x="407" y="13720"/>
                  </a:cubicBezTo>
                  <a:lnTo>
                    <a:pt x="407" y="11811"/>
                  </a:lnTo>
                  <a:cubicBezTo>
                    <a:pt x="407" y="11677"/>
                    <a:pt x="432" y="11547"/>
                    <a:pt x="479" y="11420"/>
                  </a:cubicBezTo>
                  <a:lnTo>
                    <a:pt x="1511" y="12304"/>
                  </a:lnTo>
                  <a:cubicBezTo>
                    <a:pt x="1656" y="12430"/>
                    <a:pt x="1743" y="12615"/>
                    <a:pt x="1743" y="12811"/>
                  </a:cubicBezTo>
                  <a:lnTo>
                    <a:pt x="1743" y="13716"/>
                  </a:lnTo>
                  <a:cubicBezTo>
                    <a:pt x="1743" y="13852"/>
                    <a:pt x="1844" y="13920"/>
                    <a:pt x="1946" y="13920"/>
                  </a:cubicBezTo>
                  <a:cubicBezTo>
                    <a:pt x="2047" y="13920"/>
                    <a:pt x="2149" y="13852"/>
                    <a:pt x="2149" y="13716"/>
                  </a:cubicBezTo>
                  <a:lnTo>
                    <a:pt x="2149" y="12811"/>
                  </a:lnTo>
                  <a:cubicBezTo>
                    <a:pt x="2149" y="12499"/>
                    <a:pt x="2011" y="12202"/>
                    <a:pt x="1776" y="11996"/>
                  </a:cubicBezTo>
                  <a:lnTo>
                    <a:pt x="693" y="11069"/>
                  </a:lnTo>
                  <a:cubicBezTo>
                    <a:pt x="816" y="10935"/>
                    <a:pt x="971" y="10833"/>
                    <a:pt x="1142" y="10772"/>
                  </a:cubicBezTo>
                  <a:lnTo>
                    <a:pt x="2283" y="10370"/>
                  </a:lnTo>
                  <a:lnTo>
                    <a:pt x="2301" y="10500"/>
                  </a:lnTo>
                  <a:cubicBezTo>
                    <a:pt x="2496" y="11960"/>
                    <a:pt x="3742" y="13050"/>
                    <a:pt x="5216" y="13050"/>
                  </a:cubicBezTo>
                  <a:cubicBezTo>
                    <a:pt x="6690" y="13050"/>
                    <a:pt x="7936" y="11960"/>
                    <a:pt x="8132" y="10500"/>
                  </a:cubicBezTo>
                  <a:lnTo>
                    <a:pt x="8150" y="10370"/>
                  </a:lnTo>
                  <a:lnTo>
                    <a:pt x="9287" y="10772"/>
                  </a:lnTo>
                  <a:cubicBezTo>
                    <a:pt x="9461" y="10833"/>
                    <a:pt x="9617" y="10935"/>
                    <a:pt x="9736" y="11069"/>
                  </a:cubicBezTo>
                  <a:lnTo>
                    <a:pt x="8657" y="11996"/>
                  </a:lnTo>
                  <a:cubicBezTo>
                    <a:pt x="8418" y="12202"/>
                    <a:pt x="8280" y="12499"/>
                    <a:pt x="8280" y="12811"/>
                  </a:cubicBezTo>
                  <a:lnTo>
                    <a:pt x="8280" y="13716"/>
                  </a:lnTo>
                  <a:cubicBezTo>
                    <a:pt x="8280" y="13852"/>
                    <a:pt x="8382" y="13920"/>
                    <a:pt x="8485" y="13920"/>
                  </a:cubicBezTo>
                  <a:cubicBezTo>
                    <a:pt x="8587" y="13920"/>
                    <a:pt x="8689" y="13852"/>
                    <a:pt x="8689" y="13716"/>
                  </a:cubicBezTo>
                  <a:lnTo>
                    <a:pt x="8689" y="12811"/>
                  </a:lnTo>
                  <a:cubicBezTo>
                    <a:pt x="8689" y="12615"/>
                    <a:pt x="8773" y="12430"/>
                    <a:pt x="8921" y="12304"/>
                  </a:cubicBezTo>
                  <a:lnTo>
                    <a:pt x="9953" y="11420"/>
                  </a:lnTo>
                  <a:cubicBezTo>
                    <a:pt x="10000" y="11547"/>
                    <a:pt x="10022" y="11677"/>
                    <a:pt x="10026" y="11811"/>
                  </a:cubicBezTo>
                  <a:lnTo>
                    <a:pt x="10026" y="13720"/>
                  </a:lnTo>
                  <a:cubicBezTo>
                    <a:pt x="10026" y="13856"/>
                    <a:pt x="10127" y="13923"/>
                    <a:pt x="10229" y="13923"/>
                  </a:cubicBezTo>
                  <a:cubicBezTo>
                    <a:pt x="10330" y="13923"/>
                    <a:pt x="10431" y="13856"/>
                    <a:pt x="10431" y="13720"/>
                  </a:cubicBezTo>
                  <a:lnTo>
                    <a:pt x="10431" y="11811"/>
                  </a:lnTo>
                  <a:cubicBezTo>
                    <a:pt x="10431" y="11170"/>
                    <a:pt x="10029" y="10598"/>
                    <a:pt x="9425" y="10384"/>
                  </a:cubicBezTo>
                  <a:lnTo>
                    <a:pt x="9124" y="10279"/>
                  </a:lnTo>
                  <a:lnTo>
                    <a:pt x="9124" y="3908"/>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9" name="Google Shape;13609;p82"/>
          <p:cNvGrpSpPr/>
          <p:nvPr/>
        </p:nvGrpSpPr>
        <p:grpSpPr>
          <a:xfrm>
            <a:off x="6261814" y="3356598"/>
            <a:ext cx="273501" cy="364948"/>
            <a:chOff x="6261814" y="3356598"/>
            <a:chExt cx="273501" cy="364948"/>
          </a:xfrm>
        </p:grpSpPr>
        <p:sp>
          <p:nvSpPr>
            <p:cNvPr id="13610" name="Google Shape;13610;p82"/>
            <p:cNvSpPr/>
            <p:nvPr/>
          </p:nvSpPr>
          <p:spPr>
            <a:xfrm>
              <a:off x="6272826" y="3361920"/>
              <a:ext cx="251373" cy="236665"/>
            </a:xfrm>
            <a:custGeom>
              <a:rect b="b" l="l" r="r" t="t"/>
              <a:pathLst>
                <a:path extrusionOk="0" h="9027" w="9588">
                  <a:moveTo>
                    <a:pt x="4792" y="0"/>
                  </a:moveTo>
                  <a:cubicBezTo>
                    <a:pt x="4383" y="0"/>
                    <a:pt x="4043" y="486"/>
                    <a:pt x="3666" y="587"/>
                  </a:cubicBezTo>
                  <a:cubicBezTo>
                    <a:pt x="3592" y="606"/>
                    <a:pt x="3514" y="613"/>
                    <a:pt x="3433" y="613"/>
                  </a:cubicBezTo>
                  <a:cubicBezTo>
                    <a:pt x="3216" y="613"/>
                    <a:pt x="2979" y="564"/>
                    <a:pt x="2764" y="564"/>
                  </a:cubicBezTo>
                  <a:cubicBezTo>
                    <a:pt x="2630" y="564"/>
                    <a:pt x="2504" y="583"/>
                    <a:pt x="2398" y="645"/>
                  </a:cubicBezTo>
                  <a:cubicBezTo>
                    <a:pt x="2058" y="841"/>
                    <a:pt x="1996" y="1435"/>
                    <a:pt x="1714" y="1714"/>
                  </a:cubicBezTo>
                  <a:cubicBezTo>
                    <a:pt x="1431" y="1996"/>
                    <a:pt x="845" y="2050"/>
                    <a:pt x="642" y="2398"/>
                  </a:cubicBezTo>
                  <a:cubicBezTo>
                    <a:pt x="443" y="2746"/>
                    <a:pt x="689" y="3278"/>
                    <a:pt x="584" y="3666"/>
                  </a:cubicBezTo>
                  <a:cubicBezTo>
                    <a:pt x="482" y="4046"/>
                    <a:pt x="1" y="4386"/>
                    <a:pt x="1" y="4796"/>
                  </a:cubicBezTo>
                  <a:cubicBezTo>
                    <a:pt x="1" y="5205"/>
                    <a:pt x="482" y="5545"/>
                    <a:pt x="584" y="5926"/>
                  </a:cubicBezTo>
                  <a:cubicBezTo>
                    <a:pt x="689" y="6317"/>
                    <a:pt x="443" y="6849"/>
                    <a:pt x="642" y="7193"/>
                  </a:cubicBezTo>
                  <a:cubicBezTo>
                    <a:pt x="841" y="7534"/>
                    <a:pt x="1431" y="7595"/>
                    <a:pt x="1714" y="7874"/>
                  </a:cubicBezTo>
                  <a:cubicBezTo>
                    <a:pt x="1993" y="8157"/>
                    <a:pt x="2051" y="8747"/>
                    <a:pt x="2398" y="8946"/>
                  </a:cubicBezTo>
                  <a:cubicBezTo>
                    <a:pt x="2504" y="9008"/>
                    <a:pt x="2628" y="9027"/>
                    <a:pt x="2760" y="9027"/>
                  </a:cubicBezTo>
                  <a:cubicBezTo>
                    <a:pt x="2974" y="9027"/>
                    <a:pt x="3209" y="8977"/>
                    <a:pt x="3426" y="8977"/>
                  </a:cubicBezTo>
                  <a:cubicBezTo>
                    <a:pt x="3447" y="8977"/>
                    <a:pt x="3468" y="8978"/>
                    <a:pt x="3488" y="8979"/>
                  </a:cubicBezTo>
                  <a:lnTo>
                    <a:pt x="6103" y="8979"/>
                  </a:lnTo>
                  <a:cubicBezTo>
                    <a:pt x="6124" y="8978"/>
                    <a:pt x="6145" y="8977"/>
                    <a:pt x="6166" y="8977"/>
                  </a:cubicBezTo>
                  <a:cubicBezTo>
                    <a:pt x="6381" y="8977"/>
                    <a:pt x="6616" y="9027"/>
                    <a:pt x="6830" y="9027"/>
                  </a:cubicBezTo>
                  <a:cubicBezTo>
                    <a:pt x="6963" y="9027"/>
                    <a:pt x="7087" y="9008"/>
                    <a:pt x="7193" y="8946"/>
                  </a:cubicBezTo>
                  <a:cubicBezTo>
                    <a:pt x="7541" y="8747"/>
                    <a:pt x="7595" y="8157"/>
                    <a:pt x="7878" y="7874"/>
                  </a:cubicBezTo>
                  <a:cubicBezTo>
                    <a:pt x="8160" y="7595"/>
                    <a:pt x="8747" y="7537"/>
                    <a:pt x="8950" y="7190"/>
                  </a:cubicBezTo>
                  <a:cubicBezTo>
                    <a:pt x="9149" y="6842"/>
                    <a:pt x="8899" y="6317"/>
                    <a:pt x="9004" y="5926"/>
                  </a:cubicBezTo>
                  <a:cubicBezTo>
                    <a:pt x="9106" y="5545"/>
                    <a:pt x="9587" y="5205"/>
                    <a:pt x="9587" y="4796"/>
                  </a:cubicBezTo>
                  <a:cubicBezTo>
                    <a:pt x="9587" y="4386"/>
                    <a:pt x="9106" y="4046"/>
                    <a:pt x="9004" y="3666"/>
                  </a:cubicBezTo>
                  <a:cubicBezTo>
                    <a:pt x="8899" y="3275"/>
                    <a:pt x="9142" y="2738"/>
                    <a:pt x="8946" y="2398"/>
                  </a:cubicBezTo>
                  <a:cubicBezTo>
                    <a:pt x="8747" y="2058"/>
                    <a:pt x="8157" y="1996"/>
                    <a:pt x="7874" y="1714"/>
                  </a:cubicBezTo>
                  <a:cubicBezTo>
                    <a:pt x="7592" y="1431"/>
                    <a:pt x="7537" y="844"/>
                    <a:pt x="7190" y="645"/>
                  </a:cubicBezTo>
                  <a:cubicBezTo>
                    <a:pt x="7081" y="582"/>
                    <a:pt x="6955" y="562"/>
                    <a:pt x="6821" y="562"/>
                  </a:cubicBezTo>
                  <a:cubicBezTo>
                    <a:pt x="6605" y="562"/>
                    <a:pt x="6368" y="613"/>
                    <a:pt x="6151" y="613"/>
                  </a:cubicBezTo>
                  <a:cubicBezTo>
                    <a:pt x="6072" y="613"/>
                    <a:pt x="5995" y="606"/>
                    <a:pt x="5922" y="587"/>
                  </a:cubicBezTo>
                  <a:cubicBezTo>
                    <a:pt x="5546" y="486"/>
                    <a:pt x="5205" y="0"/>
                    <a:pt x="47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2"/>
            <p:cNvSpPr/>
            <p:nvPr/>
          </p:nvSpPr>
          <p:spPr>
            <a:xfrm>
              <a:off x="6347074" y="3361920"/>
              <a:ext cx="177125" cy="198335"/>
            </a:xfrm>
            <a:custGeom>
              <a:rect b="b" l="l" r="r" t="t"/>
              <a:pathLst>
                <a:path extrusionOk="0" h="7565" w="6756">
                  <a:moveTo>
                    <a:pt x="1960" y="0"/>
                  </a:moveTo>
                  <a:cubicBezTo>
                    <a:pt x="1551" y="0"/>
                    <a:pt x="1211" y="486"/>
                    <a:pt x="834" y="587"/>
                  </a:cubicBezTo>
                  <a:cubicBezTo>
                    <a:pt x="759" y="606"/>
                    <a:pt x="679" y="613"/>
                    <a:pt x="597" y="613"/>
                  </a:cubicBezTo>
                  <a:cubicBezTo>
                    <a:pt x="411" y="613"/>
                    <a:pt x="211" y="578"/>
                    <a:pt x="23" y="565"/>
                  </a:cubicBezTo>
                  <a:cubicBezTo>
                    <a:pt x="8" y="739"/>
                    <a:pt x="1" y="913"/>
                    <a:pt x="1" y="1091"/>
                  </a:cubicBezTo>
                  <a:cubicBezTo>
                    <a:pt x="1" y="3999"/>
                    <a:pt x="1779" y="6212"/>
                    <a:pt x="4307" y="7258"/>
                  </a:cubicBezTo>
                  <a:cubicBezTo>
                    <a:pt x="4649" y="7401"/>
                    <a:pt x="5028" y="7565"/>
                    <a:pt x="5383" y="7565"/>
                  </a:cubicBezTo>
                  <a:cubicBezTo>
                    <a:pt x="5543" y="7565"/>
                    <a:pt x="5698" y="7531"/>
                    <a:pt x="5843" y="7447"/>
                  </a:cubicBezTo>
                  <a:cubicBezTo>
                    <a:pt x="5951" y="7389"/>
                    <a:pt x="6046" y="7302"/>
                    <a:pt x="6114" y="7193"/>
                  </a:cubicBezTo>
                  <a:cubicBezTo>
                    <a:pt x="6314" y="6853"/>
                    <a:pt x="6067" y="6317"/>
                    <a:pt x="6172" y="5926"/>
                  </a:cubicBezTo>
                  <a:cubicBezTo>
                    <a:pt x="6274" y="5545"/>
                    <a:pt x="6755" y="5205"/>
                    <a:pt x="6755" y="4796"/>
                  </a:cubicBezTo>
                  <a:cubicBezTo>
                    <a:pt x="6755" y="4386"/>
                    <a:pt x="6274" y="4046"/>
                    <a:pt x="6172" y="3666"/>
                  </a:cubicBezTo>
                  <a:cubicBezTo>
                    <a:pt x="6067" y="3275"/>
                    <a:pt x="6310" y="2738"/>
                    <a:pt x="6114" y="2398"/>
                  </a:cubicBezTo>
                  <a:cubicBezTo>
                    <a:pt x="5915" y="2058"/>
                    <a:pt x="5325" y="1996"/>
                    <a:pt x="5042" y="1714"/>
                  </a:cubicBezTo>
                  <a:cubicBezTo>
                    <a:pt x="4760" y="1431"/>
                    <a:pt x="4705" y="844"/>
                    <a:pt x="4358" y="645"/>
                  </a:cubicBezTo>
                  <a:cubicBezTo>
                    <a:pt x="4249" y="582"/>
                    <a:pt x="4123" y="562"/>
                    <a:pt x="3989" y="562"/>
                  </a:cubicBezTo>
                  <a:cubicBezTo>
                    <a:pt x="3773" y="562"/>
                    <a:pt x="3536" y="613"/>
                    <a:pt x="3319" y="613"/>
                  </a:cubicBezTo>
                  <a:cubicBezTo>
                    <a:pt x="3240" y="613"/>
                    <a:pt x="3163" y="606"/>
                    <a:pt x="3090" y="587"/>
                  </a:cubicBezTo>
                  <a:cubicBezTo>
                    <a:pt x="2714" y="486"/>
                    <a:pt x="2373" y="0"/>
                    <a:pt x="196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2"/>
            <p:cNvSpPr/>
            <p:nvPr/>
          </p:nvSpPr>
          <p:spPr>
            <a:xfrm>
              <a:off x="6267031" y="3590458"/>
              <a:ext cx="262857" cy="125844"/>
            </a:xfrm>
            <a:custGeom>
              <a:rect b="b" l="l" r="r" t="t"/>
              <a:pathLst>
                <a:path extrusionOk="0" h="4800" w="10026">
                  <a:moveTo>
                    <a:pt x="3706" y="1"/>
                  </a:moveTo>
                  <a:lnTo>
                    <a:pt x="3706" y="693"/>
                  </a:lnTo>
                  <a:cubicBezTo>
                    <a:pt x="3706" y="1062"/>
                    <a:pt x="3474" y="1392"/>
                    <a:pt x="3126" y="1515"/>
                  </a:cubicBezTo>
                  <a:lnTo>
                    <a:pt x="874" y="2312"/>
                  </a:lnTo>
                  <a:cubicBezTo>
                    <a:pt x="348" y="2493"/>
                    <a:pt x="1" y="2989"/>
                    <a:pt x="1" y="3543"/>
                  </a:cubicBezTo>
                  <a:lnTo>
                    <a:pt x="1" y="4800"/>
                  </a:lnTo>
                  <a:lnTo>
                    <a:pt x="10026" y="4800"/>
                  </a:lnTo>
                  <a:lnTo>
                    <a:pt x="10026" y="3543"/>
                  </a:lnTo>
                  <a:cubicBezTo>
                    <a:pt x="10026" y="2989"/>
                    <a:pt x="9678" y="2496"/>
                    <a:pt x="9156" y="2312"/>
                  </a:cubicBezTo>
                  <a:lnTo>
                    <a:pt x="6904" y="1515"/>
                  </a:lnTo>
                  <a:cubicBezTo>
                    <a:pt x="6556" y="1392"/>
                    <a:pt x="6321" y="1062"/>
                    <a:pt x="6321" y="693"/>
                  </a:cubicBezTo>
                  <a:lnTo>
                    <a:pt x="632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2"/>
            <p:cNvSpPr/>
            <p:nvPr/>
          </p:nvSpPr>
          <p:spPr>
            <a:xfrm>
              <a:off x="6307485" y="3626743"/>
              <a:ext cx="181871" cy="89480"/>
            </a:xfrm>
            <a:custGeom>
              <a:rect b="b" l="l" r="r" t="t"/>
              <a:pathLst>
                <a:path extrusionOk="0" h="3413" w="6937">
                  <a:moveTo>
                    <a:pt x="1819" y="0"/>
                  </a:moveTo>
                  <a:cubicBezTo>
                    <a:pt x="1746" y="55"/>
                    <a:pt x="1663" y="98"/>
                    <a:pt x="1580" y="131"/>
                  </a:cubicBezTo>
                  <a:lnTo>
                    <a:pt x="1" y="685"/>
                  </a:lnTo>
                  <a:cubicBezTo>
                    <a:pt x="109" y="1833"/>
                    <a:pt x="779" y="2854"/>
                    <a:pt x="1786" y="3412"/>
                  </a:cubicBezTo>
                  <a:lnTo>
                    <a:pt x="5147" y="3412"/>
                  </a:lnTo>
                  <a:cubicBezTo>
                    <a:pt x="6158" y="2854"/>
                    <a:pt x="6828" y="1833"/>
                    <a:pt x="6936" y="685"/>
                  </a:cubicBezTo>
                  <a:lnTo>
                    <a:pt x="5361" y="131"/>
                  </a:lnTo>
                  <a:cubicBezTo>
                    <a:pt x="5274" y="98"/>
                    <a:pt x="5194" y="55"/>
                    <a:pt x="5122" y="0"/>
                  </a:cubicBezTo>
                  <a:lnTo>
                    <a:pt x="3470" y="775"/>
                  </a:lnTo>
                  <a:lnTo>
                    <a:pt x="18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2"/>
            <p:cNvSpPr/>
            <p:nvPr/>
          </p:nvSpPr>
          <p:spPr>
            <a:xfrm>
              <a:off x="6348883" y="3590458"/>
              <a:ext cx="99076" cy="62896"/>
            </a:xfrm>
            <a:custGeom>
              <a:rect b="b" l="l" r="r" t="t"/>
              <a:pathLst>
                <a:path extrusionOk="0" h="2399" w="3779">
                  <a:moveTo>
                    <a:pt x="584" y="1"/>
                  </a:moveTo>
                  <a:lnTo>
                    <a:pt x="584" y="693"/>
                  </a:lnTo>
                  <a:cubicBezTo>
                    <a:pt x="584" y="1062"/>
                    <a:pt x="348" y="1392"/>
                    <a:pt x="1" y="1515"/>
                  </a:cubicBezTo>
                  <a:lnTo>
                    <a:pt x="1891" y="2399"/>
                  </a:lnTo>
                  <a:lnTo>
                    <a:pt x="3778" y="1515"/>
                  </a:lnTo>
                  <a:cubicBezTo>
                    <a:pt x="3430" y="1392"/>
                    <a:pt x="3199" y="1062"/>
                    <a:pt x="3199" y="693"/>
                  </a:cubicBezTo>
                  <a:lnTo>
                    <a:pt x="319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2"/>
            <p:cNvSpPr/>
            <p:nvPr/>
          </p:nvSpPr>
          <p:spPr>
            <a:xfrm>
              <a:off x="6324290" y="3630151"/>
              <a:ext cx="148443" cy="81589"/>
            </a:xfrm>
            <a:custGeom>
              <a:rect b="b" l="l" r="r" t="t"/>
              <a:pathLst>
                <a:path extrusionOk="0" h="3112" w="5662">
                  <a:moveTo>
                    <a:pt x="939" y="1"/>
                  </a:moveTo>
                  <a:lnTo>
                    <a:pt x="1" y="334"/>
                  </a:lnTo>
                  <a:cubicBezTo>
                    <a:pt x="30" y="1877"/>
                    <a:pt x="1286" y="3112"/>
                    <a:pt x="2829" y="3112"/>
                  </a:cubicBezTo>
                  <a:cubicBezTo>
                    <a:pt x="4372" y="3112"/>
                    <a:pt x="5632" y="1877"/>
                    <a:pt x="5661" y="334"/>
                  </a:cubicBezTo>
                  <a:lnTo>
                    <a:pt x="4720" y="1"/>
                  </a:lnTo>
                  <a:lnTo>
                    <a:pt x="2829" y="888"/>
                  </a:lnTo>
                  <a:lnTo>
                    <a:pt x="93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2"/>
            <p:cNvSpPr/>
            <p:nvPr/>
          </p:nvSpPr>
          <p:spPr>
            <a:xfrm>
              <a:off x="6364167" y="3590458"/>
              <a:ext cx="68585" cy="28630"/>
            </a:xfrm>
            <a:custGeom>
              <a:rect b="b" l="l" r="r" t="t"/>
              <a:pathLst>
                <a:path extrusionOk="0" h="1092" w="2616">
                  <a:moveTo>
                    <a:pt x="1" y="1"/>
                  </a:moveTo>
                  <a:lnTo>
                    <a:pt x="1" y="812"/>
                  </a:lnTo>
                  <a:cubicBezTo>
                    <a:pt x="414" y="997"/>
                    <a:pt x="855" y="1091"/>
                    <a:pt x="1308" y="1091"/>
                  </a:cubicBezTo>
                  <a:cubicBezTo>
                    <a:pt x="1757" y="1091"/>
                    <a:pt x="2203" y="997"/>
                    <a:pt x="2616" y="812"/>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2"/>
            <p:cNvSpPr/>
            <p:nvPr/>
          </p:nvSpPr>
          <p:spPr>
            <a:xfrm>
              <a:off x="6301324" y="3447651"/>
              <a:ext cx="194298" cy="154342"/>
            </a:xfrm>
            <a:custGeom>
              <a:rect b="b" l="l" r="r" t="t"/>
              <a:pathLst>
                <a:path extrusionOk="0" h="5887" w="7411">
                  <a:moveTo>
                    <a:pt x="3705" y="1"/>
                  </a:moveTo>
                  <a:cubicBezTo>
                    <a:pt x="2137" y="1"/>
                    <a:pt x="869" y="486"/>
                    <a:pt x="869" y="1091"/>
                  </a:cubicBezTo>
                  <a:lnTo>
                    <a:pt x="869" y="2178"/>
                  </a:lnTo>
                  <a:lnTo>
                    <a:pt x="543" y="2178"/>
                  </a:lnTo>
                  <a:cubicBezTo>
                    <a:pt x="243" y="2178"/>
                    <a:pt x="0" y="2424"/>
                    <a:pt x="0" y="2724"/>
                  </a:cubicBezTo>
                  <a:cubicBezTo>
                    <a:pt x="0" y="3025"/>
                    <a:pt x="243" y="3268"/>
                    <a:pt x="543" y="3268"/>
                  </a:cubicBezTo>
                  <a:lnTo>
                    <a:pt x="880" y="3268"/>
                  </a:lnTo>
                  <a:cubicBezTo>
                    <a:pt x="993" y="4745"/>
                    <a:pt x="2224" y="5886"/>
                    <a:pt x="3705" y="5886"/>
                  </a:cubicBezTo>
                  <a:cubicBezTo>
                    <a:pt x="5186" y="5886"/>
                    <a:pt x="6418" y="4745"/>
                    <a:pt x="6527" y="3268"/>
                  </a:cubicBezTo>
                  <a:lnTo>
                    <a:pt x="6863" y="3268"/>
                  </a:lnTo>
                  <a:cubicBezTo>
                    <a:pt x="7164" y="3268"/>
                    <a:pt x="7410" y="3025"/>
                    <a:pt x="7410" y="2724"/>
                  </a:cubicBezTo>
                  <a:cubicBezTo>
                    <a:pt x="7410" y="2424"/>
                    <a:pt x="7164" y="2178"/>
                    <a:pt x="6863" y="2178"/>
                  </a:cubicBezTo>
                  <a:lnTo>
                    <a:pt x="6537" y="2178"/>
                  </a:lnTo>
                  <a:lnTo>
                    <a:pt x="6537" y="1091"/>
                  </a:lnTo>
                  <a:cubicBezTo>
                    <a:pt x="6537" y="486"/>
                    <a:pt x="5270" y="1"/>
                    <a:pt x="370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2"/>
            <p:cNvSpPr/>
            <p:nvPr/>
          </p:nvSpPr>
          <p:spPr>
            <a:xfrm>
              <a:off x="6301324" y="3447651"/>
              <a:ext cx="154316" cy="154342"/>
            </a:xfrm>
            <a:custGeom>
              <a:rect b="b" l="l" r="r" t="t"/>
              <a:pathLst>
                <a:path extrusionOk="0" h="5887" w="5886">
                  <a:moveTo>
                    <a:pt x="3705" y="1"/>
                  </a:moveTo>
                  <a:cubicBezTo>
                    <a:pt x="2945" y="1"/>
                    <a:pt x="2253" y="117"/>
                    <a:pt x="1742" y="305"/>
                  </a:cubicBezTo>
                  <a:cubicBezTo>
                    <a:pt x="1206" y="501"/>
                    <a:pt x="873" y="780"/>
                    <a:pt x="873" y="1087"/>
                  </a:cubicBezTo>
                  <a:lnTo>
                    <a:pt x="873" y="2178"/>
                  </a:lnTo>
                  <a:lnTo>
                    <a:pt x="543" y="2178"/>
                  </a:lnTo>
                  <a:cubicBezTo>
                    <a:pt x="243" y="2178"/>
                    <a:pt x="0" y="2424"/>
                    <a:pt x="0" y="2724"/>
                  </a:cubicBezTo>
                  <a:cubicBezTo>
                    <a:pt x="0" y="3025"/>
                    <a:pt x="243" y="3268"/>
                    <a:pt x="543" y="3268"/>
                  </a:cubicBezTo>
                  <a:lnTo>
                    <a:pt x="884" y="3268"/>
                  </a:lnTo>
                  <a:cubicBezTo>
                    <a:pt x="986" y="4765"/>
                    <a:pt x="2236" y="5887"/>
                    <a:pt x="3688" y="5887"/>
                  </a:cubicBezTo>
                  <a:cubicBezTo>
                    <a:pt x="3838" y="5887"/>
                    <a:pt x="3990" y="5875"/>
                    <a:pt x="4143" y="5850"/>
                  </a:cubicBezTo>
                  <a:cubicBezTo>
                    <a:pt x="2760" y="5636"/>
                    <a:pt x="1742" y="4445"/>
                    <a:pt x="1742" y="3050"/>
                  </a:cubicBezTo>
                  <a:lnTo>
                    <a:pt x="1742" y="2478"/>
                  </a:lnTo>
                  <a:cubicBezTo>
                    <a:pt x="1742" y="2272"/>
                    <a:pt x="1887" y="2094"/>
                    <a:pt x="2090" y="2051"/>
                  </a:cubicBezTo>
                  <a:cubicBezTo>
                    <a:pt x="3100" y="1841"/>
                    <a:pt x="4795" y="1308"/>
                    <a:pt x="5885" y="218"/>
                  </a:cubicBezTo>
                  <a:lnTo>
                    <a:pt x="5885" y="218"/>
                  </a:lnTo>
                  <a:lnTo>
                    <a:pt x="5588" y="276"/>
                  </a:lnTo>
                  <a:cubicBezTo>
                    <a:pt x="5085" y="106"/>
                    <a:pt x="4430" y="1"/>
                    <a:pt x="370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2"/>
            <p:cNvSpPr/>
            <p:nvPr/>
          </p:nvSpPr>
          <p:spPr>
            <a:xfrm>
              <a:off x="6318418" y="3447651"/>
              <a:ext cx="120024" cy="40008"/>
            </a:xfrm>
            <a:custGeom>
              <a:rect b="b" l="l" r="r" t="t"/>
              <a:pathLst>
                <a:path extrusionOk="0" h="1526" w="4578">
                  <a:moveTo>
                    <a:pt x="0" y="1"/>
                  </a:moveTo>
                  <a:lnTo>
                    <a:pt x="0" y="1526"/>
                  </a:lnTo>
                  <a:cubicBezTo>
                    <a:pt x="0" y="1526"/>
                    <a:pt x="2836" y="1312"/>
                    <a:pt x="45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2"/>
            <p:cNvSpPr/>
            <p:nvPr/>
          </p:nvSpPr>
          <p:spPr>
            <a:xfrm>
              <a:off x="6324212" y="3424789"/>
              <a:ext cx="148522" cy="51491"/>
            </a:xfrm>
            <a:custGeom>
              <a:rect b="b" l="l" r="r" t="t"/>
              <a:pathLst>
                <a:path extrusionOk="0" h="1964" w="5665">
                  <a:moveTo>
                    <a:pt x="2832" y="0"/>
                  </a:moveTo>
                  <a:cubicBezTo>
                    <a:pt x="1268" y="0"/>
                    <a:pt x="0" y="489"/>
                    <a:pt x="0" y="1090"/>
                  </a:cubicBezTo>
                  <a:lnTo>
                    <a:pt x="0" y="1963"/>
                  </a:lnTo>
                  <a:cubicBezTo>
                    <a:pt x="0" y="1358"/>
                    <a:pt x="1268" y="873"/>
                    <a:pt x="2832" y="873"/>
                  </a:cubicBezTo>
                  <a:cubicBezTo>
                    <a:pt x="4397" y="873"/>
                    <a:pt x="5664" y="1358"/>
                    <a:pt x="5664" y="1963"/>
                  </a:cubicBezTo>
                  <a:lnTo>
                    <a:pt x="5664" y="1090"/>
                  </a:lnTo>
                  <a:cubicBezTo>
                    <a:pt x="5664" y="489"/>
                    <a:pt x="4397" y="0"/>
                    <a:pt x="283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2"/>
            <p:cNvSpPr/>
            <p:nvPr/>
          </p:nvSpPr>
          <p:spPr>
            <a:xfrm>
              <a:off x="6326100" y="3630151"/>
              <a:ext cx="144721" cy="65491"/>
            </a:xfrm>
            <a:custGeom>
              <a:rect b="b" l="l" r="r" t="t"/>
              <a:pathLst>
                <a:path extrusionOk="0" h="2498" w="5520">
                  <a:moveTo>
                    <a:pt x="870" y="1"/>
                  </a:moveTo>
                  <a:lnTo>
                    <a:pt x="0" y="309"/>
                  </a:lnTo>
                  <a:cubicBezTo>
                    <a:pt x="8" y="327"/>
                    <a:pt x="11" y="345"/>
                    <a:pt x="19" y="363"/>
                  </a:cubicBezTo>
                  <a:lnTo>
                    <a:pt x="736" y="1978"/>
                  </a:lnTo>
                  <a:cubicBezTo>
                    <a:pt x="884" y="2311"/>
                    <a:pt x="1206" y="2497"/>
                    <a:pt x="1536" y="2497"/>
                  </a:cubicBezTo>
                  <a:cubicBezTo>
                    <a:pt x="1731" y="2497"/>
                    <a:pt x="1928" y="2432"/>
                    <a:pt x="2094" y="2293"/>
                  </a:cubicBezTo>
                  <a:lnTo>
                    <a:pt x="2760" y="1739"/>
                  </a:lnTo>
                  <a:lnTo>
                    <a:pt x="3427" y="2293"/>
                  </a:lnTo>
                  <a:cubicBezTo>
                    <a:pt x="3592" y="2432"/>
                    <a:pt x="3790" y="2497"/>
                    <a:pt x="3984" y="2497"/>
                  </a:cubicBezTo>
                  <a:cubicBezTo>
                    <a:pt x="4314" y="2497"/>
                    <a:pt x="4635" y="2311"/>
                    <a:pt x="4781" y="1978"/>
                  </a:cubicBezTo>
                  <a:lnTo>
                    <a:pt x="5502" y="359"/>
                  </a:lnTo>
                  <a:cubicBezTo>
                    <a:pt x="5509" y="345"/>
                    <a:pt x="5513" y="323"/>
                    <a:pt x="5520" y="309"/>
                  </a:cubicBezTo>
                  <a:lnTo>
                    <a:pt x="4651" y="1"/>
                  </a:lnTo>
                  <a:lnTo>
                    <a:pt x="2760" y="888"/>
                  </a:lnTo>
                  <a:lnTo>
                    <a:pt x="87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2"/>
            <p:cNvSpPr/>
            <p:nvPr/>
          </p:nvSpPr>
          <p:spPr>
            <a:xfrm>
              <a:off x="6341673" y="3615705"/>
              <a:ext cx="56813" cy="62738"/>
            </a:xfrm>
            <a:custGeom>
              <a:rect b="b" l="l" r="r" t="t"/>
              <a:pathLst>
                <a:path extrusionOk="0" h="2393" w="2167">
                  <a:moveTo>
                    <a:pt x="641" y="0"/>
                  </a:moveTo>
                  <a:cubicBezTo>
                    <a:pt x="585" y="0"/>
                    <a:pt x="529" y="21"/>
                    <a:pt x="486" y="63"/>
                  </a:cubicBezTo>
                  <a:lnTo>
                    <a:pt x="51" y="501"/>
                  </a:lnTo>
                  <a:cubicBezTo>
                    <a:pt x="11" y="541"/>
                    <a:pt x="0" y="599"/>
                    <a:pt x="22" y="646"/>
                  </a:cubicBezTo>
                  <a:lnTo>
                    <a:pt x="743" y="2261"/>
                  </a:lnTo>
                  <a:cubicBezTo>
                    <a:pt x="779" y="2345"/>
                    <a:pt x="859" y="2392"/>
                    <a:pt x="940" y="2392"/>
                  </a:cubicBezTo>
                  <a:cubicBezTo>
                    <a:pt x="989" y="2392"/>
                    <a:pt x="1038" y="2376"/>
                    <a:pt x="1080" y="2341"/>
                  </a:cubicBezTo>
                  <a:lnTo>
                    <a:pt x="2166" y="1436"/>
                  </a:lnTo>
                  <a:lnTo>
                    <a:pt x="794" y="63"/>
                  </a:lnTo>
                  <a:cubicBezTo>
                    <a:pt x="752" y="21"/>
                    <a:pt x="697" y="0"/>
                    <a:pt x="64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2"/>
            <p:cNvSpPr/>
            <p:nvPr/>
          </p:nvSpPr>
          <p:spPr>
            <a:xfrm>
              <a:off x="6398460" y="3615705"/>
              <a:ext cx="56787" cy="62738"/>
            </a:xfrm>
            <a:custGeom>
              <a:rect b="b" l="l" r="r" t="t"/>
              <a:pathLst>
                <a:path extrusionOk="0" h="2393" w="2166">
                  <a:moveTo>
                    <a:pt x="1525" y="0"/>
                  </a:moveTo>
                  <a:cubicBezTo>
                    <a:pt x="1470" y="0"/>
                    <a:pt x="1414" y="21"/>
                    <a:pt x="1373" y="63"/>
                  </a:cubicBezTo>
                  <a:lnTo>
                    <a:pt x="0" y="1436"/>
                  </a:lnTo>
                  <a:lnTo>
                    <a:pt x="1087" y="2341"/>
                  </a:lnTo>
                  <a:cubicBezTo>
                    <a:pt x="1128" y="2376"/>
                    <a:pt x="1178" y="2392"/>
                    <a:pt x="1226" y="2392"/>
                  </a:cubicBezTo>
                  <a:cubicBezTo>
                    <a:pt x="1308" y="2392"/>
                    <a:pt x="1387" y="2345"/>
                    <a:pt x="1424" y="2261"/>
                  </a:cubicBezTo>
                  <a:lnTo>
                    <a:pt x="2144" y="646"/>
                  </a:lnTo>
                  <a:cubicBezTo>
                    <a:pt x="2166" y="599"/>
                    <a:pt x="2155" y="541"/>
                    <a:pt x="2115" y="501"/>
                  </a:cubicBezTo>
                  <a:lnTo>
                    <a:pt x="1681" y="63"/>
                  </a:lnTo>
                  <a:cubicBezTo>
                    <a:pt x="1637" y="21"/>
                    <a:pt x="1581" y="0"/>
                    <a:pt x="1525"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2"/>
            <p:cNvSpPr/>
            <p:nvPr/>
          </p:nvSpPr>
          <p:spPr>
            <a:xfrm>
              <a:off x="6301324" y="3533303"/>
              <a:ext cx="22914" cy="28603"/>
            </a:xfrm>
            <a:custGeom>
              <a:rect b="b" l="l" r="r" t="t"/>
              <a:pathLst>
                <a:path extrusionOk="0" h="1091" w="874">
                  <a:moveTo>
                    <a:pt x="435" y="1"/>
                  </a:moveTo>
                  <a:cubicBezTo>
                    <a:pt x="435" y="1"/>
                    <a:pt x="0" y="218"/>
                    <a:pt x="0" y="656"/>
                  </a:cubicBezTo>
                  <a:cubicBezTo>
                    <a:pt x="0" y="895"/>
                    <a:pt x="196" y="1091"/>
                    <a:pt x="435" y="1091"/>
                  </a:cubicBezTo>
                  <a:cubicBezTo>
                    <a:pt x="677" y="1091"/>
                    <a:pt x="873" y="895"/>
                    <a:pt x="873" y="656"/>
                  </a:cubicBezTo>
                  <a:cubicBezTo>
                    <a:pt x="873" y="222"/>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2"/>
            <p:cNvSpPr/>
            <p:nvPr/>
          </p:nvSpPr>
          <p:spPr>
            <a:xfrm>
              <a:off x="6472708" y="3533303"/>
              <a:ext cx="22914" cy="28603"/>
            </a:xfrm>
            <a:custGeom>
              <a:rect b="b" l="l" r="r" t="t"/>
              <a:pathLst>
                <a:path extrusionOk="0" h="1091" w="874">
                  <a:moveTo>
                    <a:pt x="439" y="1"/>
                  </a:moveTo>
                  <a:cubicBezTo>
                    <a:pt x="439" y="1"/>
                    <a:pt x="0" y="218"/>
                    <a:pt x="0" y="656"/>
                  </a:cubicBezTo>
                  <a:cubicBezTo>
                    <a:pt x="0" y="895"/>
                    <a:pt x="196" y="1091"/>
                    <a:pt x="439" y="1091"/>
                  </a:cubicBezTo>
                  <a:cubicBezTo>
                    <a:pt x="678" y="1091"/>
                    <a:pt x="873" y="895"/>
                    <a:pt x="873" y="656"/>
                  </a:cubicBezTo>
                  <a:cubicBezTo>
                    <a:pt x="873" y="222"/>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2"/>
            <p:cNvSpPr/>
            <p:nvPr/>
          </p:nvSpPr>
          <p:spPr>
            <a:xfrm>
              <a:off x="6261814" y="3356598"/>
              <a:ext cx="273501" cy="364948"/>
            </a:xfrm>
            <a:custGeom>
              <a:rect b="b" l="l" r="r" t="t"/>
              <a:pathLst>
                <a:path extrusionOk="0" h="13920" w="10432">
                  <a:moveTo>
                    <a:pt x="5209" y="3677"/>
                  </a:moveTo>
                  <a:cubicBezTo>
                    <a:pt x="5469" y="3677"/>
                    <a:pt x="5730" y="3691"/>
                    <a:pt x="5991" y="3720"/>
                  </a:cubicBezTo>
                  <a:cubicBezTo>
                    <a:pt x="4774" y="4452"/>
                    <a:pt x="3159" y="4702"/>
                    <a:pt x="2579" y="4770"/>
                  </a:cubicBezTo>
                  <a:lnTo>
                    <a:pt x="2579" y="4564"/>
                  </a:lnTo>
                  <a:cubicBezTo>
                    <a:pt x="2579" y="4191"/>
                    <a:pt x="3582" y="3677"/>
                    <a:pt x="5209" y="3677"/>
                  </a:cubicBezTo>
                  <a:close/>
                  <a:moveTo>
                    <a:pt x="5212" y="2804"/>
                  </a:moveTo>
                  <a:cubicBezTo>
                    <a:pt x="6842" y="2804"/>
                    <a:pt x="7842" y="3322"/>
                    <a:pt x="7842" y="3691"/>
                  </a:cubicBezTo>
                  <a:lnTo>
                    <a:pt x="7842" y="3890"/>
                  </a:lnTo>
                  <a:cubicBezTo>
                    <a:pt x="7800" y="3861"/>
                    <a:pt x="7759" y="3848"/>
                    <a:pt x="7719" y="3848"/>
                  </a:cubicBezTo>
                  <a:cubicBezTo>
                    <a:pt x="7547" y="3848"/>
                    <a:pt x="7422" y="4090"/>
                    <a:pt x="7599" y="4220"/>
                  </a:cubicBezTo>
                  <a:cubicBezTo>
                    <a:pt x="7711" y="4300"/>
                    <a:pt x="7842" y="4423"/>
                    <a:pt x="7842" y="4560"/>
                  </a:cubicBezTo>
                  <a:lnTo>
                    <a:pt x="7842" y="5448"/>
                  </a:lnTo>
                  <a:lnTo>
                    <a:pt x="5647" y="5448"/>
                  </a:lnTo>
                  <a:cubicBezTo>
                    <a:pt x="5535" y="5448"/>
                    <a:pt x="5444" y="5538"/>
                    <a:pt x="5444" y="5651"/>
                  </a:cubicBezTo>
                  <a:lnTo>
                    <a:pt x="5444" y="5665"/>
                  </a:lnTo>
                  <a:lnTo>
                    <a:pt x="4980" y="5665"/>
                  </a:lnTo>
                  <a:lnTo>
                    <a:pt x="4980" y="5651"/>
                  </a:lnTo>
                  <a:cubicBezTo>
                    <a:pt x="4980" y="5538"/>
                    <a:pt x="4890" y="5448"/>
                    <a:pt x="4778" y="5448"/>
                  </a:cubicBezTo>
                  <a:lnTo>
                    <a:pt x="2583" y="5448"/>
                  </a:lnTo>
                  <a:lnTo>
                    <a:pt x="2583" y="5183"/>
                  </a:lnTo>
                  <a:lnTo>
                    <a:pt x="2579" y="5183"/>
                  </a:lnTo>
                  <a:cubicBezTo>
                    <a:pt x="3206" y="5115"/>
                    <a:pt x="5216" y="4821"/>
                    <a:pt x="6581" y="3818"/>
                  </a:cubicBezTo>
                  <a:cubicBezTo>
                    <a:pt x="6690" y="3840"/>
                    <a:pt x="6795" y="3869"/>
                    <a:pt x="6896" y="3898"/>
                  </a:cubicBezTo>
                  <a:cubicBezTo>
                    <a:pt x="6920" y="3905"/>
                    <a:pt x="6943" y="3908"/>
                    <a:pt x="6964" y="3908"/>
                  </a:cubicBezTo>
                  <a:cubicBezTo>
                    <a:pt x="7176" y="3908"/>
                    <a:pt x="7253" y="3579"/>
                    <a:pt x="7016" y="3506"/>
                  </a:cubicBezTo>
                  <a:cubicBezTo>
                    <a:pt x="6494" y="3351"/>
                    <a:pt x="5871" y="3267"/>
                    <a:pt x="5212" y="3267"/>
                  </a:cubicBezTo>
                  <a:cubicBezTo>
                    <a:pt x="4198" y="3267"/>
                    <a:pt x="3144" y="3481"/>
                    <a:pt x="2583" y="3890"/>
                  </a:cubicBezTo>
                  <a:lnTo>
                    <a:pt x="2583" y="3691"/>
                  </a:lnTo>
                  <a:cubicBezTo>
                    <a:pt x="2583" y="3318"/>
                    <a:pt x="3582" y="2804"/>
                    <a:pt x="5212" y="2804"/>
                  </a:cubicBezTo>
                  <a:close/>
                  <a:moveTo>
                    <a:pt x="4571" y="5857"/>
                  </a:moveTo>
                  <a:lnTo>
                    <a:pt x="4571" y="6089"/>
                  </a:lnTo>
                  <a:cubicBezTo>
                    <a:pt x="4571" y="6458"/>
                    <a:pt x="4271" y="6755"/>
                    <a:pt x="3901" y="6755"/>
                  </a:cubicBezTo>
                  <a:cubicBezTo>
                    <a:pt x="3532" y="6755"/>
                    <a:pt x="3235" y="6458"/>
                    <a:pt x="3235" y="6089"/>
                  </a:cubicBezTo>
                  <a:lnTo>
                    <a:pt x="3235" y="5857"/>
                  </a:lnTo>
                  <a:lnTo>
                    <a:pt x="3698" y="5857"/>
                  </a:lnTo>
                  <a:lnTo>
                    <a:pt x="3698" y="6107"/>
                  </a:lnTo>
                  <a:cubicBezTo>
                    <a:pt x="3698" y="6243"/>
                    <a:pt x="3801" y="6311"/>
                    <a:pt x="3903" y="6311"/>
                  </a:cubicBezTo>
                  <a:cubicBezTo>
                    <a:pt x="4005" y="6311"/>
                    <a:pt x="4108" y="6243"/>
                    <a:pt x="4108" y="6107"/>
                  </a:cubicBezTo>
                  <a:lnTo>
                    <a:pt x="4108" y="5857"/>
                  </a:lnTo>
                  <a:close/>
                  <a:moveTo>
                    <a:pt x="7186" y="5857"/>
                  </a:moveTo>
                  <a:lnTo>
                    <a:pt x="7186" y="6089"/>
                  </a:lnTo>
                  <a:cubicBezTo>
                    <a:pt x="7186" y="6458"/>
                    <a:pt x="6885" y="6755"/>
                    <a:pt x="6516" y="6755"/>
                  </a:cubicBezTo>
                  <a:cubicBezTo>
                    <a:pt x="6150" y="6755"/>
                    <a:pt x="5850" y="6458"/>
                    <a:pt x="5850" y="6089"/>
                  </a:cubicBezTo>
                  <a:lnTo>
                    <a:pt x="5850" y="5857"/>
                  </a:lnTo>
                  <a:lnTo>
                    <a:pt x="6313" y="5857"/>
                  </a:lnTo>
                  <a:lnTo>
                    <a:pt x="6313" y="6107"/>
                  </a:lnTo>
                  <a:cubicBezTo>
                    <a:pt x="6313" y="6243"/>
                    <a:pt x="6416" y="6311"/>
                    <a:pt x="6518" y="6311"/>
                  </a:cubicBezTo>
                  <a:cubicBezTo>
                    <a:pt x="6620" y="6311"/>
                    <a:pt x="6722" y="6243"/>
                    <a:pt x="6722" y="6107"/>
                  </a:cubicBezTo>
                  <a:lnTo>
                    <a:pt x="6722" y="5857"/>
                  </a:lnTo>
                  <a:close/>
                  <a:moveTo>
                    <a:pt x="5212" y="406"/>
                  </a:moveTo>
                  <a:cubicBezTo>
                    <a:pt x="5375" y="406"/>
                    <a:pt x="5553" y="537"/>
                    <a:pt x="5741" y="674"/>
                  </a:cubicBezTo>
                  <a:cubicBezTo>
                    <a:pt x="5911" y="797"/>
                    <a:pt x="6085" y="928"/>
                    <a:pt x="6288" y="982"/>
                  </a:cubicBezTo>
                  <a:cubicBezTo>
                    <a:pt x="6382" y="1008"/>
                    <a:pt x="6478" y="1017"/>
                    <a:pt x="6576" y="1017"/>
                  </a:cubicBezTo>
                  <a:cubicBezTo>
                    <a:pt x="6695" y="1017"/>
                    <a:pt x="6816" y="1003"/>
                    <a:pt x="6936" y="989"/>
                  </a:cubicBezTo>
                  <a:cubicBezTo>
                    <a:pt x="7044" y="979"/>
                    <a:pt x="7150" y="968"/>
                    <a:pt x="7245" y="968"/>
                  </a:cubicBezTo>
                  <a:cubicBezTo>
                    <a:pt x="7348" y="968"/>
                    <a:pt x="7439" y="981"/>
                    <a:pt x="7508" y="1022"/>
                  </a:cubicBezTo>
                  <a:cubicBezTo>
                    <a:pt x="7642" y="1098"/>
                    <a:pt x="7733" y="1297"/>
                    <a:pt x="7823" y="1507"/>
                  </a:cubicBezTo>
                  <a:cubicBezTo>
                    <a:pt x="7910" y="1703"/>
                    <a:pt x="8001" y="1909"/>
                    <a:pt x="8149" y="2058"/>
                  </a:cubicBezTo>
                  <a:cubicBezTo>
                    <a:pt x="8302" y="2210"/>
                    <a:pt x="8504" y="2300"/>
                    <a:pt x="8704" y="2384"/>
                  </a:cubicBezTo>
                  <a:cubicBezTo>
                    <a:pt x="8910" y="2474"/>
                    <a:pt x="9109" y="2565"/>
                    <a:pt x="9189" y="2702"/>
                  </a:cubicBezTo>
                  <a:cubicBezTo>
                    <a:pt x="9269" y="2840"/>
                    <a:pt x="9243" y="3050"/>
                    <a:pt x="9218" y="3275"/>
                  </a:cubicBezTo>
                  <a:cubicBezTo>
                    <a:pt x="9196" y="3488"/>
                    <a:pt x="9171" y="3713"/>
                    <a:pt x="9225" y="3923"/>
                  </a:cubicBezTo>
                  <a:cubicBezTo>
                    <a:pt x="9279" y="4122"/>
                    <a:pt x="9410" y="4300"/>
                    <a:pt x="9537" y="4470"/>
                  </a:cubicBezTo>
                  <a:cubicBezTo>
                    <a:pt x="9671" y="4658"/>
                    <a:pt x="9805" y="4832"/>
                    <a:pt x="9805" y="4999"/>
                  </a:cubicBezTo>
                  <a:cubicBezTo>
                    <a:pt x="9805" y="5165"/>
                    <a:pt x="9674" y="5339"/>
                    <a:pt x="9537" y="5527"/>
                  </a:cubicBezTo>
                  <a:cubicBezTo>
                    <a:pt x="9410" y="5698"/>
                    <a:pt x="9279" y="5871"/>
                    <a:pt x="9225" y="6074"/>
                  </a:cubicBezTo>
                  <a:cubicBezTo>
                    <a:pt x="9171" y="6284"/>
                    <a:pt x="9196" y="6505"/>
                    <a:pt x="9218" y="6723"/>
                  </a:cubicBezTo>
                  <a:cubicBezTo>
                    <a:pt x="9243" y="6951"/>
                    <a:pt x="9265" y="7161"/>
                    <a:pt x="9189" y="7295"/>
                  </a:cubicBezTo>
                  <a:cubicBezTo>
                    <a:pt x="9171" y="7324"/>
                    <a:pt x="9149" y="7353"/>
                    <a:pt x="9120" y="7378"/>
                  </a:cubicBezTo>
                  <a:cubicBezTo>
                    <a:pt x="9113" y="7146"/>
                    <a:pt x="9019" y="6933"/>
                    <a:pt x="8852" y="6770"/>
                  </a:cubicBezTo>
                  <a:cubicBezTo>
                    <a:pt x="9392" y="6324"/>
                    <a:pt x="9073" y="5448"/>
                    <a:pt x="8374" y="5448"/>
                  </a:cubicBezTo>
                  <a:lnTo>
                    <a:pt x="8251" y="5448"/>
                  </a:lnTo>
                  <a:lnTo>
                    <a:pt x="8251" y="3691"/>
                  </a:lnTo>
                  <a:cubicBezTo>
                    <a:pt x="8251" y="2851"/>
                    <a:pt x="6686" y="2398"/>
                    <a:pt x="5212" y="2398"/>
                  </a:cubicBezTo>
                  <a:cubicBezTo>
                    <a:pt x="3742" y="2398"/>
                    <a:pt x="2174" y="2851"/>
                    <a:pt x="2174" y="3691"/>
                  </a:cubicBezTo>
                  <a:lnTo>
                    <a:pt x="2174" y="5448"/>
                  </a:lnTo>
                  <a:lnTo>
                    <a:pt x="2050" y="5448"/>
                  </a:lnTo>
                  <a:cubicBezTo>
                    <a:pt x="1351" y="5448"/>
                    <a:pt x="1033" y="6324"/>
                    <a:pt x="1572" y="6770"/>
                  </a:cubicBezTo>
                  <a:cubicBezTo>
                    <a:pt x="1406" y="6933"/>
                    <a:pt x="1312" y="7146"/>
                    <a:pt x="1304" y="7378"/>
                  </a:cubicBezTo>
                  <a:cubicBezTo>
                    <a:pt x="1275" y="7353"/>
                    <a:pt x="1254" y="7324"/>
                    <a:pt x="1236" y="7295"/>
                  </a:cubicBezTo>
                  <a:lnTo>
                    <a:pt x="1232" y="7295"/>
                  </a:lnTo>
                  <a:cubicBezTo>
                    <a:pt x="1156" y="7161"/>
                    <a:pt x="1181" y="6947"/>
                    <a:pt x="1203" y="6723"/>
                  </a:cubicBezTo>
                  <a:cubicBezTo>
                    <a:pt x="1228" y="6505"/>
                    <a:pt x="1250" y="6284"/>
                    <a:pt x="1196" y="6074"/>
                  </a:cubicBezTo>
                  <a:cubicBezTo>
                    <a:pt x="1141" y="5871"/>
                    <a:pt x="1011" y="5698"/>
                    <a:pt x="888" y="5527"/>
                  </a:cubicBezTo>
                  <a:cubicBezTo>
                    <a:pt x="750" y="5339"/>
                    <a:pt x="620" y="5165"/>
                    <a:pt x="620" y="4999"/>
                  </a:cubicBezTo>
                  <a:cubicBezTo>
                    <a:pt x="620" y="4832"/>
                    <a:pt x="750" y="4658"/>
                    <a:pt x="888" y="4470"/>
                  </a:cubicBezTo>
                  <a:cubicBezTo>
                    <a:pt x="1011" y="4300"/>
                    <a:pt x="1141" y="4122"/>
                    <a:pt x="1196" y="3923"/>
                  </a:cubicBezTo>
                  <a:cubicBezTo>
                    <a:pt x="1254" y="3713"/>
                    <a:pt x="1228" y="3488"/>
                    <a:pt x="1203" y="3275"/>
                  </a:cubicBezTo>
                  <a:cubicBezTo>
                    <a:pt x="1181" y="3047"/>
                    <a:pt x="1156" y="2836"/>
                    <a:pt x="1232" y="2702"/>
                  </a:cubicBezTo>
                  <a:cubicBezTo>
                    <a:pt x="1312" y="2568"/>
                    <a:pt x="1511" y="2478"/>
                    <a:pt x="1721" y="2384"/>
                  </a:cubicBezTo>
                  <a:cubicBezTo>
                    <a:pt x="1916" y="2300"/>
                    <a:pt x="2123" y="2210"/>
                    <a:pt x="2271" y="2058"/>
                  </a:cubicBezTo>
                  <a:cubicBezTo>
                    <a:pt x="2423" y="1909"/>
                    <a:pt x="2510" y="1703"/>
                    <a:pt x="2597" y="1507"/>
                  </a:cubicBezTo>
                  <a:cubicBezTo>
                    <a:pt x="2688" y="1297"/>
                    <a:pt x="2778" y="1102"/>
                    <a:pt x="2916" y="1022"/>
                  </a:cubicBezTo>
                  <a:cubicBezTo>
                    <a:pt x="2987" y="981"/>
                    <a:pt x="3077" y="968"/>
                    <a:pt x="3179" y="968"/>
                  </a:cubicBezTo>
                  <a:cubicBezTo>
                    <a:pt x="3273" y="968"/>
                    <a:pt x="3378" y="979"/>
                    <a:pt x="3488" y="989"/>
                  </a:cubicBezTo>
                  <a:cubicBezTo>
                    <a:pt x="3606" y="1003"/>
                    <a:pt x="3727" y="1017"/>
                    <a:pt x="3848" y="1017"/>
                  </a:cubicBezTo>
                  <a:cubicBezTo>
                    <a:pt x="3945" y="1017"/>
                    <a:pt x="4042" y="1008"/>
                    <a:pt x="4137" y="982"/>
                  </a:cubicBezTo>
                  <a:cubicBezTo>
                    <a:pt x="4336" y="928"/>
                    <a:pt x="4513" y="797"/>
                    <a:pt x="4683" y="674"/>
                  </a:cubicBezTo>
                  <a:cubicBezTo>
                    <a:pt x="4868" y="537"/>
                    <a:pt x="5046" y="406"/>
                    <a:pt x="5212" y="406"/>
                  </a:cubicBezTo>
                  <a:close/>
                  <a:moveTo>
                    <a:pt x="1942" y="6983"/>
                  </a:moveTo>
                  <a:cubicBezTo>
                    <a:pt x="2036" y="7059"/>
                    <a:pt x="2174" y="7201"/>
                    <a:pt x="2174" y="7396"/>
                  </a:cubicBezTo>
                  <a:cubicBezTo>
                    <a:pt x="2174" y="7523"/>
                    <a:pt x="2069" y="7628"/>
                    <a:pt x="1942" y="7628"/>
                  </a:cubicBezTo>
                  <a:cubicBezTo>
                    <a:pt x="1811" y="7628"/>
                    <a:pt x="1710" y="7523"/>
                    <a:pt x="1710" y="7396"/>
                  </a:cubicBezTo>
                  <a:cubicBezTo>
                    <a:pt x="1710" y="7201"/>
                    <a:pt x="1848" y="7059"/>
                    <a:pt x="1942" y="6983"/>
                  </a:cubicBezTo>
                  <a:close/>
                  <a:moveTo>
                    <a:pt x="8479" y="6987"/>
                  </a:moveTo>
                  <a:cubicBezTo>
                    <a:pt x="8577" y="7059"/>
                    <a:pt x="8711" y="7201"/>
                    <a:pt x="8711" y="7396"/>
                  </a:cubicBezTo>
                  <a:cubicBezTo>
                    <a:pt x="8711" y="7523"/>
                    <a:pt x="8609" y="7628"/>
                    <a:pt x="8483" y="7628"/>
                  </a:cubicBezTo>
                  <a:lnTo>
                    <a:pt x="8479" y="7628"/>
                  </a:lnTo>
                  <a:cubicBezTo>
                    <a:pt x="8352" y="7628"/>
                    <a:pt x="8247" y="7523"/>
                    <a:pt x="8247" y="7396"/>
                  </a:cubicBezTo>
                  <a:cubicBezTo>
                    <a:pt x="8247" y="7201"/>
                    <a:pt x="8385" y="7059"/>
                    <a:pt x="8479" y="6987"/>
                  </a:cubicBezTo>
                  <a:close/>
                  <a:moveTo>
                    <a:pt x="2445" y="7787"/>
                  </a:moveTo>
                  <a:cubicBezTo>
                    <a:pt x="2670" y="8276"/>
                    <a:pt x="3021" y="8696"/>
                    <a:pt x="3463" y="9008"/>
                  </a:cubicBezTo>
                  <a:cubicBezTo>
                    <a:pt x="3365" y="9018"/>
                    <a:pt x="3269" y="9027"/>
                    <a:pt x="3181" y="9027"/>
                  </a:cubicBezTo>
                  <a:cubicBezTo>
                    <a:pt x="3078" y="9027"/>
                    <a:pt x="2986" y="9014"/>
                    <a:pt x="2916" y="8975"/>
                  </a:cubicBezTo>
                  <a:cubicBezTo>
                    <a:pt x="2778" y="8896"/>
                    <a:pt x="2691" y="8696"/>
                    <a:pt x="2597" y="8486"/>
                  </a:cubicBezTo>
                  <a:cubicBezTo>
                    <a:pt x="2510" y="8294"/>
                    <a:pt x="2423" y="8092"/>
                    <a:pt x="2275" y="7939"/>
                  </a:cubicBezTo>
                  <a:cubicBezTo>
                    <a:pt x="2340" y="7900"/>
                    <a:pt x="2398" y="7845"/>
                    <a:pt x="2445" y="7787"/>
                  </a:cubicBezTo>
                  <a:close/>
                  <a:moveTo>
                    <a:pt x="7972" y="7784"/>
                  </a:moveTo>
                  <a:cubicBezTo>
                    <a:pt x="8019" y="7845"/>
                    <a:pt x="8077" y="7900"/>
                    <a:pt x="8142" y="7939"/>
                  </a:cubicBezTo>
                  <a:cubicBezTo>
                    <a:pt x="7997" y="8092"/>
                    <a:pt x="7910" y="8294"/>
                    <a:pt x="7823" y="8486"/>
                  </a:cubicBezTo>
                  <a:cubicBezTo>
                    <a:pt x="7733" y="8696"/>
                    <a:pt x="7642" y="8896"/>
                    <a:pt x="7505" y="8975"/>
                  </a:cubicBezTo>
                  <a:cubicBezTo>
                    <a:pt x="7436" y="9015"/>
                    <a:pt x="7347" y="9028"/>
                    <a:pt x="7246" y="9028"/>
                  </a:cubicBezTo>
                  <a:cubicBezTo>
                    <a:pt x="7157" y="9028"/>
                    <a:pt x="7059" y="9018"/>
                    <a:pt x="6958" y="9008"/>
                  </a:cubicBezTo>
                  <a:cubicBezTo>
                    <a:pt x="7396" y="8696"/>
                    <a:pt x="7747" y="8276"/>
                    <a:pt x="7972" y="7784"/>
                  </a:cubicBezTo>
                  <a:close/>
                  <a:moveTo>
                    <a:pt x="8370" y="5857"/>
                  </a:moveTo>
                  <a:cubicBezTo>
                    <a:pt x="8559" y="5857"/>
                    <a:pt x="8711" y="6009"/>
                    <a:pt x="8711" y="6197"/>
                  </a:cubicBezTo>
                  <a:cubicBezTo>
                    <a:pt x="8711" y="6386"/>
                    <a:pt x="8559" y="6538"/>
                    <a:pt x="8370" y="6538"/>
                  </a:cubicBezTo>
                  <a:lnTo>
                    <a:pt x="8247" y="6538"/>
                  </a:lnTo>
                  <a:lnTo>
                    <a:pt x="8247" y="6523"/>
                  </a:lnTo>
                  <a:cubicBezTo>
                    <a:pt x="8247" y="6388"/>
                    <a:pt x="8146" y="6320"/>
                    <a:pt x="8044" y="6320"/>
                  </a:cubicBezTo>
                  <a:cubicBezTo>
                    <a:pt x="7943" y="6320"/>
                    <a:pt x="7842" y="6388"/>
                    <a:pt x="7842" y="6523"/>
                  </a:cubicBezTo>
                  <a:cubicBezTo>
                    <a:pt x="7842" y="7976"/>
                    <a:pt x="6661" y="9153"/>
                    <a:pt x="5212" y="9153"/>
                  </a:cubicBezTo>
                  <a:cubicBezTo>
                    <a:pt x="3760" y="9153"/>
                    <a:pt x="2579" y="7976"/>
                    <a:pt x="2583" y="6523"/>
                  </a:cubicBezTo>
                  <a:lnTo>
                    <a:pt x="2579" y="6523"/>
                  </a:lnTo>
                  <a:cubicBezTo>
                    <a:pt x="2579" y="6388"/>
                    <a:pt x="2478" y="6320"/>
                    <a:pt x="2376" y="6320"/>
                  </a:cubicBezTo>
                  <a:cubicBezTo>
                    <a:pt x="2275" y="6320"/>
                    <a:pt x="2174" y="6388"/>
                    <a:pt x="2174" y="6523"/>
                  </a:cubicBezTo>
                  <a:lnTo>
                    <a:pt x="2174" y="6538"/>
                  </a:lnTo>
                  <a:lnTo>
                    <a:pt x="2050" y="6538"/>
                  </a:lnTo>
                  <a:cubicBezTo>
                    <a:pt x="1862" y="6538"/>
                    <a:pt x="1710" y="6386"/>
                    <a:pt x="1710" y="6197"/>
                  </a:cubicBezTo>
                  <a:cubicBezTo>
                    <a:pt x="1710" y="6009"/>
                    <a:pt x="1862" y="5857"/>
                    <a:pt x="2050" y="5857"/>
                  </a:cubicBezTo>
                  <a:lnTo>
                    <a:pt x="2825" y="5857"/>
                  </a:lnTo>
                  <a:lnTo>
                    <a:pt x="2825" y="6089"/>
                  </a:lnTo>
                  <a:cubicBezTo>
                    <a:pt x="2825" y="6683"/>
                    <a:pt x="3307" y="7164"/>
                    <a:pt x="3901" y="7164"/>
                  </a:cubicBezTo>
                  <a:cubicBezTo>
                    <a:pt x="4495" y="7164"/>
                    <a:pt x="4977" y="6683"/>
                    <a:pt x="4977" y="6089"/>
                  </a:cubicBezTo>
                  <a:lnTo>
                    <a:pt x="4977" y="6074"/>
                  </a:lnTo>
                  <a:lnTo>
                    <a:pt x="5444" y="6074"/>
                  </a:lnTo>
                  <a:lnTo>
                    <a:pt x="5444" y="6089"/>
                  </a:lnTo>
                  <a:cubicBezTo>
                    <a:pt x="5444" y="6683"/>
                    <a:pt x="5922" y="7164"/>
                    <a:pt x="6520" y="7164"/>
                  </a:cubicBezTo>
                  <a:cubicBezTo>
                    <a:pt x="7114" y="7164"/>
                    <a:pt x="7595" y="6683"/>
                    <a:pt x="7595" y="6089"/>
                  </a:cubicBezTo>
                  <a:lnTo>
                    <a:pt x="7595" y="5857"/>
                  </a:lnTo>
                  <a:close/>
                  <a:moveTo>
                    <a:pt x="6313" y="9352"/>
                  </a:moveTo>
                  <a:lnTo>
                    <a:pt x="6313" y="9928"/>
                  </a:lnTo>
                  <a:lnTo>
                    <a:pt x="5209" y="11029"/>
                  </a:lnTo>
                  <a:lnTo>
                    <a:pt x="4108" y="9928"/>
                  </a:lnTo>
                  <a:lnTo>
                    <a:pt x="4108" y="9352"/>
                  </a:lnTo>
                  <a:cubicBezTo>
                    <a:pt x="4463" y="9491"/>
                    <a:pt x="4836" y="9561"/>
                    <a:pt x="5210" y="9561"/>
                  </a:cubicBezTo>
                  <a:cubicBezTo>
                    <a:pt x="5584" y="9561"/>
                    <a:pt x="5958" y="9491"/>
                    <a:pt x="6313" y="9352"/>
                  </a:cubicBezTo>
                  <a:close/>
                  <a:moveTo>
                    <a:pt x="3684" y="10088"/>
                  </a:moveTo>
                  <a:cubicBezTo>
                    <a:pt x="3687" y="10088"/>
                    <a:pt x="3691" y="10089"/>
                    <a:pt x="3695" y="10091"/>
                  </a:cubicBezTo>
                  <a:lnTo>
                    <a:pt x="4908" y="11304"/>
                  </a:lnTo>
                  <a:lnTo>
                    <a:pt x="3995" y="12068"/>
                  </a:lnTo>
                  <a:cubicBezTo>
                    <a:pt x="3992" y="12072"/>
                    <a:pt x="3984" y="12072"/>
                    <a:pt x="3981" y="12072"/>
                  </a:cubicBezTo>
                  <a:cubicBezTo>
                    <a:pt x="3977" y="12068"/>
                    <a:pt x="3974" y="12068"/>
                    <a:pt x="3974" y="12061"/>
                  </a:cubicBezTo>
                  <a:lnTo>
                    <a:pt x="3275" y="10493"/>
                  </a:lnTo>
                  <a:lnTo>
                    <a:pt x="3677" y="10091"/>
                  </a:lnTo>
                  <a:cubicBezTo>
                    <a:pt x="3678" y="10089"/>
                    <a:pt x="3681" y="10088"/>
                    <a:pt x="3684" y="10088"/>
                  </a:cubicBezTo>
                  <a:close/>
                  <a:moveTo>
                    <a:pt x="2956" y="10779"/>
                  </a:moveTo>
                  <a:lnTo>
                    <a:pt x="3597" y="12228"/>
                  </a:lnTo>
                  <a:cubicBezTo>
                    <a:pt x="3651" y="12347"/>
                    <a:pt x="3760" y="12438"/>
                    <a:pt x="3887" y="12467"/>
                  </a:cubicBezTo>
                  <a:cubicBezTo>
                    <a:pt x="3919" y="12474"/>
                    <a:pt x="3952" y="12477"/>
                    <a:pt x="3984" y="12477"/>
                  </a:cubicBezTo>
                  <a:cubicBezTo>
                    <a:pt x="4082" y="12477"/>
                    <a:pt x="4180" y="12445"/>
                    <a:pt x="4252" y="12380"/>
                  </a:cubicBezTo>
                  <a:lnTo>
                    <a:pt x="5006" y="11753"/>
                  </a:lnTo>
                  <a:lnTo>
                    <a:pt x="5006" y="13285"/>
                  </a:lnTo>
                  <a:cubicBezTo>
                    <a:pt x="3731" y="13187"/>
                    <a:pt x="2710" y="12184"/>
                    <a:pt x="2594" y="10909"/>
                  </a:cubicBezTo>
                  <a:lnTo>
                    <a:pt x="2594" y="10906"/>
                  </a:lnTo>
                  <a:lnTo>
                    <a:pt x="2956" y="10779"/>
                  </a:lnTo>
                  <a:close/>
                  <a:moveTo>
                    <a:pt x="6737" y="10085"/>
                  </a:moveTo>
                  <a:cubicBezTo>
                    <a:pt x="6741" y="10085"/>
                    <a:pt x="6744" y="10087"/>
                    <a:pt x="6748" y="10091"/>
                  </a:cubicBezTo>
                  <a:lnTo>
                    <a:pt x="7146" y="10489"/>
                  </a:lnTo>
                  <a:lnTo>
                    <a:pt x="7106" y="10580"/>
                  </a:lnTo>
                  <a:cubicBezTo>
                    <a:pt x="7036" y="10737"/>
                    <a:pt x="7166" y="10870"/>
                    <a:pt x="7299" y="10870"/>
                  </a:cubicBezTo>
                  <a:cubicBezTo>
                    <a:pt x="7358" y="10870"/>
                    <a:pt x="7419" y="10843"/>
                    <a:pt x="7461" y="10779"/>
                  </a:cubicBezTo>
                  <a:lnTo>
                    <a:pt x="7831" y="10906"/>
                  </a:lnTo>
                  <a:cubicBezTo>
                    <a:pt x="7711" y="12184"/>
                    <a:pt x="6693" y="13187"/>
                    <a:pt x="5415" y="13285"/>
                  </a:cubicBezTo>
                  <a:lnTo>
                    <a:pt x="5415" y="11753"/>
                  </a:lnTo>
                  <a:lnTo>
                    <a:pt x="6165" y="12380"/>
                  </a:lnTo>
                  <a:cubicBezTo>
                    <a:pt x="6241" y="12441"/>
                    <a:pt x="6335" y="12477"/>
                    <a:pt x="6436" y="12477"/>
                  </a:cubicBezTo>
                  <a:cubicBezTo>
                    <a:pt x="6469" y="12477"/>
                    <a:pt x="6502" y="12474"/>
                    <a:pt x="6531" y="12467"/>
                  </a:cubicBezTo>
                  <a:cubicBezTo>
                    <a:pt x="6661" y="12438"/>
                    <a:pt x="6770" y="12347"/>
                    <a:pt x="6820" y="12228"/>
                  </a:cubicBezTo>
                  <a:lnTo>
                    <a:pt x="7132" y="11532"/>
                  </a:lnTo>
                  <a:cubicBezTo>
                    <a:pt x="7202" y="11369"/>
                    <a:pt x="7069" y="11242"/>
                    <a:pt x="6937" y="11242"/>
                  </a:cubicBezTo>
                  <a:cubicBezTo>
                    <a:pt x="6867" y="11242"/>
                    <a:pt x="6797" y="11278"/>
                    <a:pt x="6759" y="11366"/>
                  </a:cubicBezTo>
                  <a:lnTo>
                    <a:pt x="6451" y="12061"/>
                  </a:lnTo>
                  <a:cubicBezTo>
                    <a:pt x="6447" y="12065"/>
                    <a:pt x="6444" y="12068"/>
                    <a:pt x="6440" y="12068"/>
                  </a:cubicBezTo>
                  <a:cubicBezTo>
                    <a:pt x="6436" y="12068"/>
                    <a:pt x="6429" y="12068"/>
                    <a:pt x="6429" y="12065"/>
                  </a:cubicBezTo>
                  <a:lnTo>
                    <a:pt x="5513" y="11304"/>
                  </a:lnTo>
                  <a:lnTo>
                    <a:pt x="6726" y="10091"/>
                  </a:lnTo>
                  <a:cubicBezTo>
                    <a:pt x="6730" y="10087"/>
                    <a:pt x="6733" y="10085"/>
                    <a:pt x="6737" y="10085"/>
                  </a:cubicBezTo>
                  <a:close/>
                  <a:moveTo>
                    <a:pt x="5216" y="1"/>
                  </a:moveTo>
                  <a:cubicBezTo>
                    <a:pt x="4915" y="1"/>
                    <a:pt x="4665" y="185"/>
                    <a:pt x="4444" y="348"/>
                  </a:cubicBezTo>
                  <a:cubicBezTo>
                    <a:pt x="4300" y="457"/>
                    <a:pt x="4162" y="558"/>
                    <a:pt x="4035" y="591"/>
                  </a:cubicBezTo>
                  <a:cubicBezTo>
                    <a:pt x="3977" y="606"/>
                    <a:pt x="3912" y="612"/>
                    <a:pt x="3842" y="612"/>
                  </a:cubicBezTo>
                  <a:cubicBezTo>
                    <a:pt x="3746" y="612"/>
                    <a:pt x="3642" y="601"/>
                    <a:pt x="3535" y="591"/>
                  </a:cubicBezTo>
                  <a:cubicBezTo>
                    <a:pt x="3416" y="577"/>
                    <a:pt x="3294" y="563"/>
                    <a:pt x="3175" y="563"/>
                  </a:cubicBezTo>
                  <a:cubicBezTo>
                    <a:pt x="3015" y="563"/>
                    <a:pt x="2860" y="588"/>
                    <a:pt x="2717" y="671"/>
                  </a:cubicBezTo>
                  <a:cubicBezTo>
                    <a:pt x="2467" y="816"/>
                    <a:pt x="2340" y="1098"/>
                    <a:pt x="2232" y="1348"/>
                  </a:cubicBezTo>
                  <a:cubicBezTo>
                    <a:pt x="2155" y="1518"/>
                    <a:pt x="2087" y="1678"/>
                    <a:pt x="1989" y="1775"/>
                  </a:cubicBezTo>
                  <a:cubicBezTo>
                    <a:pt x="1895" y="1869"/>
                    <a:pt x="1732" y="1942"/>
                    <a:pt x="1562" y="2014"/>
                  </a:cubicBezTo>
                  <a:cubicBezTo>
                    <a:pt x="1315" y="2127"/>
                    <a:pt x="1033" y="2250"/>
                    <a:pt x="888" y="2500"/>
                  </a:cubicBezTo>
                  <a:cubicBezTo>
                    <a:pt x="739" y="2753"/>
                    <a:pt x="772" y="3039"/>
                    <a:pt x="805" y="3322"/>
                  </a:cubicBezTo>
                  <a:cubicBezTo>
                    <a:pt x="823" y="3506"/>
                    <a:pt x="844" y="3684"/>
                    <a:pt x="808" y="3818"/>
                  </a:cubicBezTo>
                  <a:cubicBezTo>
                    <a:pt x="772" y="3945"/>
                    <a:pt x="671" y="4086"/>
                    <a:pt x="562" y="4231"/>
                  </a:cubicBezTo>
                  <a:cubicBezTo>
                    <a:pt x="403" y="4452"/>
                    <a:pt x="218" y="4702"/>
                    <a:pt x="218" y="4999"/>
                  </a:cubicBezTo>
                  <a:cubicBezTo>
                    <a:pt x="218" y="5299"/>
                    <a:pt x="403" y="5549"/>
                    <a:pt x="562" y="5770"/>
                  </a:cubicBezTo>
                  <a:cubicBezTo>
                    <a:pt x="671" y="5915"/>
                    <a:pt x="772" y="6053"/>
                    <a:pt x="808" y="6179"/>
                  </a:cubicBezTo>
                  <a:cubicBezTo>
                    <a:pt x="844" y="6317"/>
                    <a:pt x="823" y="6494"/>
                    <a:pt x="805" y="6679"/>
                  </a:cubicBezTo>
                  <a:cubicBezTo>
                    <a:pt x="772" y="6958"/>
                    <a:pt x="743" y="7251"/>
                    <a:pt x="888" y="7498"/>
                  </a:cubicBezTo>
                  <a:cubicBezTo>
                    <a:pt x="1029" y="7748"/>
                    <a:pt x="1315" y="7874"/>
                    <a:pt x="1562" y="7983"/>
                  </a:cubicBezTo>
                  <a:cubicBezTo>
                    <a:pt x="1732" y="8059"/>
                    <a:pt x="1895" y="8128"/>
                    <a:pt x="1989" y="8226"/>
                  </a:cubicBezTo>
                  <a:cubicBezTo>
                    <a:pt x="2087" y="8323"/>
                    <a:pt x="2155" y="8483"/>
                    <a:pt x="2232" y="8653"/>
                  </a:cubicBezTo>
                  <a:cubicBezTo>
                    <a:pt x="2340" y="8899"/>
                    <a:pt x="2463" y="9182"/>
                    <a:pt x="2717" y="9330"/>
                  </a:cubicBezTo>
                  <a:cubicBezTo>
                    <a:pt x="2862" y="9413"/>
                    <a:pt x="3017" y="9438"/>
                    <a:pt x="3176" y="9438"/>
                  </a:cubicBezTo>
                  <a:cubicBezTo>
                    <a:pt x="3295" y="9438"/>
                    <a:pt x="3416" y="9424"/>
                    <a:pt x="3535" y="9410"/>
                  </a:cubicBezTo>
                  <a:cubicBezTo>
                    <a:pt x="3593" y="9403"/>
                    <a:pt x="3651" y="9399"/>
                    <a:pt x="3706" y="9395"/>
                  </a:cubicBezTo>
                  <a:lnTo>
                    <a:pt x="3706" y="9682"/>
                  </a:lnTo>
                  <a:lnTo>
                    <a:pt x="3691" y="9682"/>
                  </a:lnTo>
                  <a:cubicBezTo>
                    <a:pt x="3579" y="9682"/>
                    <a:pt x="3470" y="9725"/>
                    <a:pt x="3390" y="9805"/>
                  </a:cubicBezTo>
                  <a:lnTo>
                    <a:pt x="2894" y="10301"/>
                  </a:lnTo>
                  <a:cubicBezTo>
                    <a:pt x="2869" y="10326"/>
                    <a:pt x="2851" y="10355"/>
                    <a:pt x="2844" y="10388"/>
                  </a:cubicBezTo>
                  <a:lnTo>
                    <a:pt x="1011" y="11036"/>
                  </a:lnTo>
                  <a:cubicBezTo>
                    <a:pt x="406" y="11250"/>
                    <a:pt x="1" y="11822"/>
                    <a:pt x="1" y="12463"/>
                  </a:cubicBezTo>
                  <a:lnTo>
                    <a:pt x="1" y="13716"/>
                  </a:lnTo>
                  <a:cubicBezTo>
                    <a:pt x="1" y="13852"/>
                    <a:pt x="103" y="13920"/>
                    <a:pt x="205" y="13920"/>
                  </a:cubicBezTo>
                  <a:cubicBezTo>
                    <a:pt x="307" y="13920"/>
                    <a:pt x="410" y="13852"/>
                    <a:pt x="410" y="13716"/>
                  </a:cubicBezTo>
                  <a:lnTo>
                    <a:pt x="410" y="12463"/>
                  </a:lnTo>
                  <a:cubicBezTo>
                    <a:pt x="410" y="12329"/>
                    <a:pt x="432" y="12199"/>
                    <a:pt x="479" y="12072"/>
                  </a:cubicBezTo>
                  <a:lnTo>
                    <a:pt x="1511" y="12956"/>
                  </a:lnTo>
                  <a:cubicBezTo>
                    <a:pt x="1659" y="13082"/>
                    <a:pt x="1746" y="13267"/>
                    <a:pt x="1743" y="13463"/>
                  </a:cubicBezTo>
                  <a:lnTo>
                    <a:pt x="1743" y="13716"/>
                  </a:lnTo>
                  <a:cubicBezTo>
                    <a:pt x="1743" y="13852"/>
                    <a:pt x="1845" y="13920"/>
                    <a:pt x="1947" y="13920"/>
                  </a:cubicBezTo>
                  <a:cubicBezTo>
                    <a:pt x="2050" y="13920"/>
                    <a:pt x="2152" y="13852"/>
                    <a:pt x="2152" y="13716"/>
                  </a:cubicBezTo>
                  <a:lnTo>
                    <a:pt x="2152" y="13463"/>
                  </a:lnTo>
                  <a:cubicBezTo>
                    <a:pt x="2152" y="13151"/>
                    <a:pt x="2014" y="12854"/>
                    <a:pt x="1775" y="12648"/>
                  </a:cubicBezTo>
                  <a:lnTo>
                    <a:pt x="696" y="11721"/>
                  </a:lnTo>
                  <a:cubicBezTo>
                    <a:pt x="819" y="11587"/>
                    <a:pt x="971" y="11485"/>
                    <a:pt x="1145" y="11424"/>
                  </a:cubicBezTo>
                  <a:lnTo>
                    <a:pt x="2203" y="11051"/>
                  </a:lnTo>
                  <a:cubicBezTo>
                    <a:pt x="2395" y="12564"/>
                    <a:pt x="3684" y="13705"/>
                    <a:pt x="5216" y="13705"/>
                  </a:cubicBezTo>
                  <a:cubicBezTo>
                    <a:pt x="6744" y="13705"/>
                    <a:pt x="8034" y="12564"/>
                    <a:pt x="8229" y="11051"/>
                  </a:cubicBezTo>
                  <a:lnTo>
                    <a:pt x="9287" y="11424"/>
                  </a:lnTo>
                  <a:cubicBezTo>
                    <a:pt x="9460" y="11485"/>
                    <a:pt x="9613" y="11587"/>
                    <a:pt x="9736" y="11721"/>
                  </a:cubicBezTo>
                  <a:lnTo>
                    <a:pt x="8656" y="12648"/>
                  </a:lnTo>
                  <a:cubicBezTo>
                    <a:pt x="8417" y="12854"/>
                    <a:pt x="8280" y="13151"/>
                    <a:pt x="8280" y="13463"/>
                  </a:cubicBezTo>
                  <a:lnTo>
                    <a:pt x="8280" y="13716"/>
                  </a:lnTo>
                  <a:cubicBezTo>
                    <a:pt x="8280" y="13852"/>
                    <a:pt x="8382" y="13920"/>
                    <a:pt x="8484" y="13920"/>
                  </a:cubicBezTo>
                  <a:cubicBezTo>
                    <a:pt x="8587" y="13920"/>
                    <a:pt x="8689" y="13852"/>
                    <a:pt x="8689" y="13716"/>
                  </a:cubicBezTo>
                  <a:lnTo>
                    <a:pt x="8689" y="13463"/>
                  </a:lnTo>
                  <a:cubicBezTo>
                    <a:pt x="8685" y="13267"/>
                    <a:pt x="8772" y="13082"/>
                    <a:pt x="8921" y="12956"/>
                  </a:cubicBezTo>
                  <a:lnTo>
                    <a:pt x="9953" y="12072"/>
                  </a:lnTo>
                  <a:cubicBezTo>
                    <a:pt x="10000" y="12199"/>
                    <a:pt x="10022" y="12329"/>
                    <a:pt x="10022" y="12463"/>
                  </a:cubicBezTo>
                  <a:lnTo>
                    <a:pt x="10022" y="13716"/>
                  </a:lnTo>
                  <a:cubicBezTo>
                    <a:pt x="10022" y="13852"/>
                    <a:pt x="10124" y="13920"/>
                    <a:pt x="10226" y="13920"/>
                  </a:cubicBezTo>
                  <a:cubicBezTo>
                    <a:pt x="10329" y="13920"/>
                    <a:pt x="10431" y="13852"/>
                    <a:pt x="10431" y="13716"/>
                  </a:cubicBezTo>
                  <a:lnTo>
                    <a:pt x="10431" y="12463"/>
                  </a:lnTo>
                  <a:cubicBezTo>
                    <a:pt x="10431" y="11822"/>
                    <a:pt x="10025" y="11250"/>
                    <a:pt x="9421" y="11036"/>
                  </a:cubicBezTo>
                  <a:lnTo>
                    <a:pt x="7588" y="10388"/>
                  </a:lnTo>
                  <a:cubicBezTo>
                    <a:pt x="7577" y="10355"/>
                    <a:pt x="7559" y="10326"/>
                    <a:pt x="7537" y="10304"/>
                  </a:cubicBezTo>
                  <a:lnTo>
                    <a:pt x="7038" y="9805"/>
                  </a:lnTo>
                  <a:cubicBezTo>
                    <a:pt x="6958" y="9725"/>
                    <a:pt x="6853" y="9682"/>
                    <a:pt x="6741" y="9682"/>
                  </a:cubicBezTo>
                  <a:lnTo>
                    <a:pt x="6726" y="9682"/>
                  </a:lnTo>
                  <a:lnTo>
                    <a:pt x="6726" y="9395"/>
                  </a:lnTo>
                  <a:cubicBezTo>
                    <a:pt x="6780" y="9399"/>
                    <a:pt x="6835" y="9406"/>
                    <a:pt x="6893" y="9410"/>
                  </a:cubicBezTo>
                  <a:cubicBezTo>
                    <a:pt x="7012" y="9424"/>
                    <a:pt x="7132" y="9435"/>
                    <a:pt x="7251" y="9435"/>
                  </a:cubicBezTo>
                  <a:cubicBezTo>
                    <a:pt x="7265" y="9436"/>
                    <a:pt x="7278" y="9436"/>
                    <a:pt x="7291" y="9436"/>
                  </a:cubicBezTo>
                  <a:cubicBezTo>
                    <a:pt x="7438" y="9436"/>
                    <a:pt x="7585" y="9400"/>
                    <a:pt x="7715" y="9330"/>
                  </a:cubicBezTo>
                  <a:cubicBezTo>
                    <a:pt x="7965" y="9182"/>
                    <a:pt x="8091" y="8899"/>
                    <a:pt x="8200" y="8653"/>
                  </a:cubicBezTo>
                  <a:cubicBezTo>
                    <a:pt x="8273" y="8483"/>
                    <a:pt x="8345" y="8323"/>
                    <a:pt x="8439" y="8226"/>
                  </a:cubicBezTo>
                  <a:cubicBezTo>
                    <a:pt x="8537" y="8128"/>
                    <a:pt x="8696" y="8059"/>
                    <a:pt x="8867" y="7983"/>
                  </a:cubicBezTo>
                  <a:cubicBezTo>
                    <a:pt x="9116" y="7874"/>
                    <a:pt x="9399" y="7751"/>
                    <a:pt x="9544" y="7498"/>
                  </a:cubicBezTo>
                  <a:cubicBezTo>
                    <a:pt x="9689" y="7244"/>
                    <a:pt x="9656" y="6958"/>
                    <a:pt x="9627" y="6679"/>
                  </a:cubicBezTo>
                  <a:cubicBezTo>
                    <a:pt x="9605" y="6494"/>
                    <a:pt x="9587" y="6317"/>
                    <a:pt x="9623" y="6179"/>
                  </a:cubicBezTo>
                  <a:cubicBezTo>
                    <a:pt x="9656" y="6053"/>
                    <a:pt x="9757" y="5915"/>
                    <a:pt x="9866" y="5770"/>
                  </a:cubicBezTo>
                  <a:cubicBezTo>
                    <a:pt x="10029" y="5549"/>
                    <a:pt x="10214" y="5299"/>
                    <a:pt x="10214" y="4999"/>
                  </a:cubicBezTo>
                  <a:cubicBezTo>
                    <a:pt x="10214" y="4702"/>
                    <a:pt x="10029" y="4452"/>
                    <a:pt x="9866" y="4231"/>
                  </a:cubicBezTo>
                  <a:cubicBezTo>
                    <a:pt x="9757" y="4086"/>
                    <a:pt x="9656" y="3945"/>
                    <a:pt x="9623" y="3818"/>
                  </a:cubicBezTo>
                  <a:cubicBezTo>
                    <a:pt x="9587" y="3684"/>
                    <a:pt x="9605" y="3506"/>
                    <a:pt x="9627" y="3322"/>
                  </a:cubicBezTo>
                  <a:cubicBezTo>
                    <a:pt x="9656" y="3039"/>
                    <a:pt x="9689" y="2750"/>
                    <a:pt x="9544" y="2500"/>
                  </a:cubicBezTo>
                  <a:cubicBezTo>
                    <a:pt x="9399" y="2253"/>
                    <a:pt x="9116" y="2127"/>
                    <a:pt x="8867" y="2014"/>
                  </a:cubicBezTo>
                  <a:cubicBezTo>
                    <a:pt x="8696" y="1942"/>
                    <a:pt x="8537" y="1869"/>
                    <a:pt x="8439" y="1775"/>
                  </a:cubicBezTo>
                  <a:cubicBezTo>
                    <a:pt x="8345" y="1678"/>
                    <a:pt x="8273" y="1518"/>
                    <a:pt x="8200" y="1348"/>
                  </a:cubicBezTo>
                  <a:cubicBezTo>
                    <a:pt x="8091" y="1098"/>
                    <a:pt x="7968" y="819"/>
                    <a:pt x="7715" y="671"/>
                  </a:cubicBezTo>
                  <a:cubicBezTo>
                    <a:pt x="7570" y="588"/>
                    <a:pt x="7414" y="563"/>
                    <a:pt x="7255" y="563"/>
                  </a:cubicBezTo>
                  <a:cubicBezTo>
                    <a:pt x="7135" y="563"/>
                    <a:pt x="7014" y="577"/>
                    <a:pt x="6893" y="591"/>
                  </a:cubicBezTo>
                  <a:cubicBezTo>
                    <a:pt x="6786" y="601"/>
                    <a:pt x="6682" y="612"/>
                    <a:pt x="6587" y="612"/>
                  </a:cubicBezTo>
                  <a:cubicBezTo>
                    <a:pt x="6518" y="612"/>
                    <a:pt x="6453" y="606"/>
                    <a:pt x="6397" y="591"/>
                  </a:cubicBezTo>
                  <a:cubicBezTo>
                    <a:pt x="6270" y="558"/>
                    <a:pt x="6132" y="457"/>
                    <a:pt x="5984" y="348"/>
                  </a:cubicBezTo>
                  <a:cubicBezTo>
                    <a:pt x="5763" y="185"/>
                    <a:pt x="5513"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2"/>
            <p:cNvSpPr/>
            <p:nvPr/>
          </p:nvSpPr>
          <p:spPr>
            <a:xfrm>
              <a:off x="6373606" y="3556454"/>
              <a:ext cx="49630" cy="16569"/>
            </a:xfrm>
            <a:custGeom>
              <a:rect b="b" l="l" r="r" t="t"/>
              <a:pathLst>
                <a:path extrusionOk="0" h="632" w="1893">
                  <a:moveTo>
                    <a:pt x="295" y="0"/>
                  </a:moveTo>
                  <a:cubicBezTo>
                    <a:pt x="136" y="0"/>
                    <a:pt x="1" y="208"/>
                    <a:pt x="151" y="353"/>
                  </a:cubicBezTo>
                  <a:cubicBezTo>
                    <a:pt x="325" y="530"/>
                    <a:pt x="626" y="632"/>
                    <a:pt x="948" y="632"/>
                  </a:cubicBezTo>
                  <a:cubicBezTo>
                    <a:pt x="1271" y="632"/>
                    <a:pt x="1571" y="527"/>
                    <a:pt x="1745" y="353"/>
                  </a:cubicBezTo>
                  <a:cubicBezTo>
                    <a:pt x="1893" y="208"/>
                    <a:pt x="1757" y="0"/>
                    <a:pt x="1599" y="0"/>
                  </a:cubicBezTo>
                  <a:cubicBezTo>
                    <a:pt x="1552" y="0"/>
                    <a:pt x="1503" y="19"/>
                    <a:pt x="1459" y="63"/>
                  </a:cubicBezTo>
                  <a:cubicBezTo>
                    <a:pt x="1383" y="135"/>
                    <a:pt x="1205" y="222"/>
                    <a:pt x="948" y="222"/>
                  </a:cubicBezTo>
                  <a:cubicBezTo>
                    <a:pt x="691" y="222"/>
                    <a:pt x="510" y="139"/>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2"/>
            <p:cNvSpPr/>
            <p:nvPr/>
          </p:nvSpPr>
          <p:spPr>
            <a:xfrm>
              <a:off x="6419906" y="3482310"/>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9" name="Google Shape;13629;p82"/>
          <p:cNvGrpSpPr/>
          <p:nvPr/>
        </p:nvGrpSpPr>
        <p:grpSpPr>
          <a:xfrm>
            <a:off x="7611753" y="2894671"/>
            <a:ext cx="273868" cy="365131"/>
            <a:chOff x="7611753" y="2894671"/>
            <a:chExt cx="273868" cy="365131"/>
          </a:xfrm>
        </p:grpSpPr>
        <p:sp>
          <p:nvSpPr>
            <p:cNvPr id="13630" name="Google Shape;13630;p82"/>
            <p:cNvSpPr/>
            <p:nvPr/>
          </p:nvSpPr>
          <p:spPr>
            <a:xfrm>
              <a:off x="7644787" y="2900177"/>
              <a:ext cx="208088" cy="261887"/>
            </a:xfrm>
            <a:custGeom>
              <a:rect b="b" l="l" r="r" t="t"/>
              <a:pathLst>
                <a:path extrusionOk="0" h="9989" w="7937">
                  <a:moveTo>
                    <a:pt x="3970" y="0"/>
                  </a:moveTo>
                  <a:cubicBezTo>
                    <a:pt x="2011" y="0"/>
                    <a:pt x="388" y="1525"/>
                    <a:pt x="273" y="3481"/>
                  </a:cubicBezTo>
                  <a:lnTo>
                    <a:pt x="77" y="6765"/>
                  </a:lnTo>
                  <a:cubicBezTo>
                    <a:pt x="1" y="8000"/>
                    <a:pt x="515" y="9196"/>
                    <a:pt x="1464" y="9989"/>
                  </a:cubicBezTo>
                  <a:lnTo>
                    <a:pt x="6484" y="9982"/>
                  </a:lnTo>
                  <a:cubicBezTo>
                    <a:pt x="7425" y="9188"/>
                    <a:pt x="7936" y="7993"/>
                    <a:pt x="7864" y="6765"/>
                  </a:cubicBezTo>
                  <a:lnTo>
                    <a:pt x="7664" y="3481"/>
                  </a:lnTo>
                  <a:cubicBezTo>
                    <a:pt x="7549" y="1525"/>
                    <a:pt x="5930" y="0"/>
                    <a:pt x="397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2"/>
            <p:cNvSpPr/>
            <p:nvPr/>
          </p:nvSpPr>
          <p:spPr>
            <a:xfrm>
              <a:off x="7644787" y="2900177"/>
              <a:ext cx="104110" cy="261887"/>
            </a:xfrm>
            <a:custGeom>
              <a:rect b="b" l="l" r="r" t="t"/>
              <a:pathLst>
                <a:path extrusionOk="0" h="9989" w="3971">
                  <a:moveTo>
                    <a:pt x="3970" y="0"/>
                  </a:moveTo>
                  <a:cubicBezTo>
                    <a:pt x="2011" y="0"/>
                    <a:pt x="388" y="1525"/>
                    <a:pt x="273" y="3481"/>
                  </a:cubicBezTo>
                  <a:lnTo>
                    <a:pt x="77" y="6765"/>
                  </a:lnTo>
                  <a:cubicBezTo>
                    <a:pt x="1" y="8000"/>
                    <a:pt x="515" y="9196"/>
                    <a:pt x="1464" y="9989"/>
                  </a:cubicBezTo>
                  <a:lnTo>
                    <a:pt x="3970" y="9985"/>
                  </a:lnTo>
                  <a:lnTo>
                    <a:pt x="397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2"/>
            <p:cNvSpPr/>
            <p:nvPr/>
          </p:nvSpPr>
          <p:spPr>
            <a:xfrm>
              <a:off x="7617442" y="3088655"/>
              <a:ext cx="262857" cy="165799"/>
            </a:xfrm>
            <a:custGeom>
              <a:rect b="b" l="l" r="r" t="t"/>
              <a:pathLst>
                <a:path extrusionOk="0" h="6324" w="10026">
                  <a:moveTo>
                    <a:pt x="3706" y="0"/>
                  </a:moveTo>
                  <a:lnTo>
                    <a:pt x="3706" y="1347"/>
                  </a:lnTo>
                  <a:cubicBezTo>
                    <a:pt x="3706" y="1717"/>
                    <a:pt x="3470" y="2046"/>
                    <a:pt x="3123" y="2170"/>
                  </a:cubicBezTo>
                  <a:lnTo>
                    <a:pt x="874" y="2963"/>
                  </a:lnTo>
                  <a:cubicBezTo>
                    <a:pt x="349" y="3147"/>
                    <a:pt x="1" y="3640"/>
                    <a:pt x="1" y="4198"/>
                  </a:cubicBezTo>
                  <a:lnTo>
                    <a:pt x="1" y="6324"/>
                  </a:lnTo>
                  <a:lnTo>
                    <a:pt x="10026" y="6324"/>
                  </a:lnTo>
                  <a:lnTo>
                    <a:pt x="10026" y="4198"/>
                  </a:lnTo>
                  <a:cubicBezTo>
                    <a:pt x="10026" y="3640"/>
                    <a:pt x="9674" y="3147"/>
                    <a:pt x="9153" y="2963"/>
                  </a:cubicBezTo>
                  <a:lnTo>
                    <a:pt x="6904" y="2170"/>
                  </a:lnTo>
                  <a:cubicBezTo>
                    <a:pt x="6553" y="2046"/>
                    <a:pt x="6321" y="1717"/>
                    <a:pt x="6321" y="1347"/>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2"/>
            <p:cNvSpPr/>
            <p:nvPr/>
          </p:nvSpPr>
          <p:spPr>
            <a:xfrm>
              <a:off x="7617442" y="3138966"/>
              <a:ext cx="262857" cy="115488"/>
            </a:xfrm>
            <a:custGeom>
              <a:rect b="b" l="l" r="r" t="t"/>
              <a:pathLst>
                <a:path extrusionOk="0" h="4405" w="10026">
                  <a:moveTo>
                    <a:pt x="6542" y="1"/>
                  </a:moveTo>
                  <a:lnTo>
                    <a:pt x="6542" y="301"/>
                  </a:lnTo>
                  <a:cubicBezTo>
                    <a:pt x="6542" y="1199"/>
                    <a:pt x="5850" y="1978"/>
                    <a:pt x="4955" y="2004"/>
                  </a:cubicBezTo>
                  <a:cubicBezTo>
                    <a:pt x="4938" y="2004"/>
                    <a:pt x="4920" y="2004"/>
                    <a:pt x="4903" y="2004"/>
                  </a:cubicBezTo>
                  <a:cubicBezTo>
                    <a:pt x="4003" y="2004"/>
                    <a:pt x="3271" y="1276"/>
                    <a:pt x="3271" y="370"/>
                  </a:cubicBezTo>
                  <a:lnTo>
                    <a:pt x="3271" y="182"/>
                  </a:lnTo>
                  <a:cubicBezTo>
                    <a:pt x="3224" y="207"/>
                    <a:pt x="3173" y="232"/>
                    <a:pt x="3126" y="251"/>
                  </a:cubicBezTo>
                  <a:lnTo>
                    <a:pt x="874" y="1044"/>
                  </a:lnTo>
                  <a:cubicBezTo>
                    <a:pt x="352" y="1228"/>
                    <a:pt x="1" y="1721"/>
                    <a:pt x="1" y="2279"/>
                  </a:cubicBezTo>
                  <a:lnTo>
                    <a:pt x="1" y="4405"/>
                  </a:lnTo>
                  <a:lnTo>
                    <a:pt x="10026" y="4405"/>
                  </a:lnTo>
                  <a:lnTo>
                    <a:pt x="10026" y="2279"/>
                  </a:lnTo>
                  <a:cubicBezTo>
                    <a:pt x="10026" y="1721"/>
                    <a:pt x="9674" y="1228"/>
                    <a:pt x="9153" y="1044"/>
                  </a:cubicBezTo>
                  <a:lnTo>
                    <a:pt x="6904" y="251"/>
                  </a:lnTo>
                  <a:cubicBezTo>
                    <a:pt x="6763" y="200"/>
                    <a:pt x="6636" y="113"/>
                    <a:pt x="654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2"/>
            <p:cNvSpPr/>
            <p:nvPr/>
          </p:nvSpPr>
          <p:spPr>
            <a:xfrm>
              <a:off x="7714578" y="3100138"/>
              <a:ext cx="68585" cy="34292"/>
            </a:xfrm>
            <a:custGeom>
              <a:rect b="b" l="l" r="r" t="t"/>
              <a:pathLst>
                <a:path extrusionOk="0" h="1308" w="2616">
                  <a:moveTo>
                    <a:pt x="1" y="0"/>
                  </a:moveTo>
                  <a:lnTo>
                    <a:pt x="1" y="1036"/>
                  </a:lnTo>
                  <a:cubicBezTo>
                    <a:pt x="417" y="1217"/>
                    <a:pt x="862" y="1308"/>
                    <a:pt x="1307" y="1308"/>
                  </a:cubicBezTo>
                  <a:cubicBezTo>
                    <a:pt x="1752" y="1308"/>
                    <a:pt x="2197" y="1217"/>
                    <a:pt x="2616" y="1036"/>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2"/>
            <p:cNvSpPr/>
            <p:nvPr/>
          </p:nvSpPr>
          <p:spPr>
            <a:xfrm>
              <a:off x="7674518" y="2962942"/>
              <a:ext cx="148627" cy="154316"/>
            </a:xfrm>
            <a:custGeom>
              <a:rect b="b" l="l" r="r" t="t"/>
              <a:pathLst>
                <a:path extrusionOk="0" h="5886" w="5669">
                  <a:moveTo>
                    <a:pt x="0" y="0"/>
                  </a:moveTo>
                  <a:lnTo>
                    <a:pt x="0" y="3053"/>
                  </a:lnTo>
                  <a:cubicBezTo>
                    <a:pt x="0" y="4618"/>
                    <a:pt x="1272" y="5885"/>
                    <a:pt x="2836" y="5885"/>
                  </a:cubicBezTo>
                  <a:cubicBezTo>
                    <a:pt x="4401" y="5885"/>
                    <a:pt x="5668" y="4618"/>
                    <a:pt x="5668" y="3053"/>
                  </a:cubicBezTo>
                  <a:lnTo>
                    <a:pt x="5668"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2"/>
            <p:cNvSpPr/>
            <p:nvPr/>
          </p:nvSpPr>
          <p:spPr>
            <a:xfrm>
              <a:off x="7674256" y="2962942"/>
              <a:ext cx="148889" cy="154342"/>
            </a:xfrm>
            <a:custGeom>
              <a:rect b="b" l="l" r="r" t="t"/>
              <a:pathLst>
                <a:path extrusionOk="0" h="5887" w="5679">
                  <a:moveTo>
                    <a:pt x="10" y="0"/>
                  </a:moveTo>
                  <a:lnTo>
                    <a:pt x="10" y="3053"/>
                  </a:lnTo>
                  <a:cubicBezTo>
                    <a:pt x="1" y="4638"/>
                    <a:pt x="1291" y="5887"/>
                    <a:pt x="2820" y="5887"/>
                  </a:cubicBezTo>
                  <a:cubicBezTo>
                    <a:pt x="2972" y="5887"/>
                    <a:pt x="3126" y="5875"/>
                    <a:pt x="3281" y="5849"/>
                  </a:cubicBezTo>
                  <a:cubicBezTo>
                    <a:pt x="1901" y="5635"/>
                    <a:pt x="883" y="4448"/>
                    <a:pt x="883" y="3053"/>
                  </a:cubicBezTo>
                  <a:lnTo>
                    <a:pt x="883" y="2303"/>
                  </a:lnTo>
                  <a:cubicBezTo>
                    <a:pt x="883" y="2039"/>
                    <a:pt x="1079" y="1818"/>
                    <a:pt x="1329" y="1749"/>
                  </a:cubicBezTo>
                  <a:cubicBezTo>
                    <a:pt x="1923" y="1597"/>
                    <a:pt x="2502" y="1398"/>
                    <a:pt x="3064" y="1148"/>
                  </a:cubicBezTo>
                  <a:cubicBezTo>
                    <a:pt x="3093" y="1485"/>
                    <a:pt x="3375" y="1746"/>
                    <a:pt x="3716" y="1746"/>
                  </a:cubicBezTo>
                  <a:cubicBezTo>
                    <a:pt x="4255" y="1735"/>
                    <a:pt x="4788" y="1652"/>
                    <a:pt x="5305" y="1499"/>
                  </a:cubicBezTo>
                  <a:cubicBezTo>
                    <a:pt x="5458" y="1456"/>
                    <a:pt x="5584" y="1355"/>
                    <a:pt x="5668" y="1221"/>
                  </a:cubicBezTo>
                  <a:cubicBezTo>
                    <a:pt x="5668" y="1217"/>
                    <a:pt x="5664" y="1210"/>
                    <a:pt x="5664" y="1206"/>
                  </a:cubicBezTo>
                  <a:lnTo>
                    <a:pt x="5678" y="1202"/>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2"/>
            <p:cNvSpPr/>
            <p:nvPr/>
          </p:nvSpPr>
          <p:spPr>
            <a:xfrm>
              <a:off x="7783137" y="3128531"/>
              <a:ext cx="26" cy="210"/>
            </a:xfrm>
            <a:custGeom>
              <a:rect b="b" l="l" r="r" t="t"/>
              <a:pathLst>
                <a:path extrusionOk="0" h="8" w="1">
                  <a:moveTo>
                    <a:pt x="1" y="8"/>
                  </a:moveTo>
                  <a:lnTo>
                    <a:pt x="1" y="8"/>
                  </a:lnTo>
                  <a:lnTo>
                    <a:pt x="1"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2"/>
            <p:cNvSpPr/>
            <p:nvPr/>
          </p:nvSpPr>
          <p:spPr>
            <a:xfrm>
              <a:off x="7714578" y="3128531"/>
              <a:ext cx="26" cy="210"/>
            </a:xfrm>
            <a:custGeom>
              <a:rect b="b" l="l" r="r" t="t"/>
              <a:pathLst>
                <a:path extrusionOk="0" h="8" w="1">
                  <a:moveTo>
                    <a:pt x="1" y="0"/>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2"/>
            <p:cNvSpPr/>
            <p:nvPr/>
          </p:nvSpPr>
          <p:spPr>
            <a:xfrm>
              <a:off x="7651342" y="2900177"/>
              <a:ext cx="193931" cy="102746"/>
            </a:xfrm>
            <a:custGeom>
              <a:rect b="b" l="l" r="r" t="t"/>
              <a:pathLst>
                <a:path extrusionOk="0" h="3919" w="7397">
                  <a:moveTo>
                    <a:pt x="3723" y="0"/>
                  </a:moveTo>
                  <a:cubicBezTo>
                    <a:pt x="3648" y="0"/>
                    <a:pt x="3572" y="3"/>
                    <a:pt x="3496" y="7"/>
                  </a:cubicBezTo>
                  <a:cubicBezTo>
                    <a:pt x="1620" y="120"/>
                    <a:pt x="135" y="1641"/>
                    <a:pt x="23" y="3517"/>
                  </a:cubicBezTo>
                  <a:lnTo>
                    <a:pt x="1" y="3835"/>
                  </a:lnTo>
                  <a:lnTo>
                    <a:pt x="15" y="3919"/>
                  </a:lnTo>
                  <a:cubicBezTo>
                    <a:pt x="15" y="3919"/>
                    <a:pt x="3282" y="3484"/>
                    <a:pt x="4590" y="2394"/>
                  </a:cubicBezTo>
                  <a:lnTo>
                    <a:pt x="4590" y="3484"/>
                  </a:lnTo>
                  <a:cubicBezTo>
                    <a:pt x="5068" y="3473"/>
                    <a:pt x="5538" y="3401"/>
                    <a:pt x="5995" y="3267"/>
                  </a:cubicBezTo>
                  <a:cubicBezTo>
                    <a:pt x="6037" y="3254"/>
                    <a:pt x="6079" y="3248"/>
                    <a:pt x="6119" y="3248"/>
                  </a:cubicBezTo>
                  <a:cubicBezTo>
                    <a:pt x="6351" y="3248"/>
                    <a:pt x="6552" y="3437"/>
                    <a:pt x="6552" y="3683"/>
                  </a:cubicBezTo>
                  <a:cubicBezTo>
                    <a:pt x="7088" y="3557"/>
                    <a:pt x="7396" y="2999"/>
                    <a:pt x="7215" y="2477"/>
                  </a:cubicBezTo>
                  <a:cubicBezTo>
                    <a:pt x="6694" y="988"/>
                    <a:pt x="5286" y="0"/>
                    <a:pt x="372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2"/>
            <p:cNvSpPr/>
            <p:nvPr/>
          </p:nvSpPr>
          <p:spPr>
            <a:xfrm>
              <a:off x="7668068" y="3138966"/>
              <a:ext cx="161526" cy="87383"/>
            </a:xfrm>
            <a:custGeom>
              <a:rect b="b" l="l" r="r" t="t"/>
              <a:pathLst>
                <a:path extrusionOk="0" h="3333" w="6161">
                  <a:moveTo>
                    <a:pt x="4607" y="1"/>
                  </a:moveTo>
                  <a:lnTo>
                    <a:pt x="4607" y="301"/>
                  </a:lnTo>
                  <a:cubicBezTo>
                    <a:pt x="4607" y="1199"/>
                    <a:pt x="3919" y="1978"/>
                    <a:pt x="3024" y="2004"/>
                  </a:cubicBezTo>
                  <a:cubicBezTo>
                    <a:pt x="3007" y="2004"/>
                    <a:pt x="2989" y="2004"/>
                    <a:pt x="2972" y="2004"/>
                  </a:cubicBezTo>
                  <a:cubicBezTo>
                    <a:pt x="2072" y="2004"/>
                    <a:pt x="1337" y="1276"/>
                    <a:pt x="1337" y="370"/>
                  </a:cubicBezTo>
                  <a:lnTo>
                    <a:pt x="1337" y="182"/>
                  </a:lnTo>
                  <a:cubicBezTo>
                    <a:pt x="1290" y="207"/>
                    <a:pt x="1242" y="232"/>
                    <a:pt x="1192" y="251"/>
                  </a:cubicBezTo>
                  <a:lnTo>
                    <a:pt x="0" y="671"/>
                  </a:lnTo>
                  <a:cubicBezTo>
                    <a:pt x="15" y="1261"/>
                    <a:pt x="138" y="1844"/>
                    <a:pt x="362" y="2391"/>
                  </a:cubicBezTo>
                  <a:cubicBezTo>
                    <a:pt x="600" y="2971"/>
                    <a:pt x="1165" y="3332"/>
                    <a:pt x="1768" y="3332"/>
                  </a:cubicBezTo>
                  <a:cubicBezTo>
                    <a:pt x="1891" y="3332"/>
                    <a:pt x="2016" y="3317"/>
                    <a:pt x="2141" y="3286"/>
                  </a:cubicBezTo>
                  <a:lnTo>
                    <a:pt x="3082" y="3054"/>
                  </a:lnTo>
                  <a:lnTo>
                    <a:pt x="4020" y="3286"/>
                  </a:lnTo>
                  <a:cubicBezTo>
                    <a:pt x="4145" y="3317"/>
                    <a:pt x="4270" y="3332"/>
                    <a:pt x="4393" y="3332"/>
                  </a:cubicBezTo>
                  <a:cubicBezTo>
                    <a:pt x="4997" y="3332"/>
                    <a:pt x="5562" y="2971"/>
                    <a:pt x="5802" y="2391"/>
                  </a:cubicBezTo>
                  <a:cubicBezTo>
                    <a:pt x="6023" y="1844"/>
                    <a:pt x="6146" y="1261"/>
                    <a:pt x="6161" y="671"/>
                  </a:cubicBezTo>
                  <a:lnTo>
                    <a:pt x="4969" y="251"/>
                  </a:lnTo>
                  <a:cubicBezTo>
                    <a:pt x="4828" y="200"/>
                    <a:pt x="4705" y="113"/>
                    <a:pt x="460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2"/>
            <p:cNvSpPr/>
            <p:nvPr/>
          </p:nvSpPr>
          <p:spPr>
            <a:xfrm>
              <a:off x="7684192" y="3128715"/>
              <a:ext cx="129278" cy="80488"/>
            </a:xfrm>
            <a:custGeom>
              <a:rect b="b" l="l" r="r" t="t"/>
              <a:pathLst>
                <a:path extrusionOk="0" h="3070" w="4931">
                  <a:moveTo>
                    <a:pt x="1160" y="1"/>
                  </a:moveTo>
                  <a:lnTo>
                    <a:pt x="334" y="279"/>
                  </a:lnTo>
                  <a:cubicBezTo>
                    <a:pt x="168" y="337"/>
                    <a:pt x="52" y="489"/>
                    <a:pt x="41" y="667"/>
                  </a:cubicBezTo>
                  <a:cubicBezTo>
                    <a:pt x="1" y="1304"/>
                    <a:pt x="106" y="1942"/>
                    <a:pt x="349" y="2532"/>
                  </a:cubicBezTo>
                  <a:cubicBezTo>
                    <a:pt x="487" y="2863"/>
                    <a:pt x="808" y="3069"/>
                    <a:pt x="1153" y="3069"/>
                  </a:cubicBezTo>
                  <a:cubicBezTo>
                    <a:pt x="1224" y="3069"/>
                    <a:pt x="1295" y="3061"/>
                    <a:pt x="1366" y="3043"/>
                  </a:cubicBezTo>
                  <a:lnTo>
                    <a:pt x="2467" y="2768"/>
                  </a:lnTo>
                  <a:lnTo>
                    <a:pt x="3565" y="3043"/>
                  </a:lnTo>
                  <a:cubicBezTo>
                    <a:pt x="3636" y="3061"/>
                    <a:pt x="3707" y="3069"/>
                    <a:pt x="3778" y="3069"/>
                  </a:cubicBezTo>
                  <a:cubicBezTo>
                    <a:pt x="4123" y="3069"/>
                    <a:pt x="4444" y="2863"/>
                    <a:pt x="4582" y="2532"/>
                  </a:cubicBezTo>
                  <a:cubicBezTo>
                    <a:pt x="4825" y="1942"/>
                    <a:pt x="4930" y="1304"/>
                    <a:pt x="4890" y="667"/>
                  </a:cubicBezTo>
                  <a:cubicBezTo>
                    <a:pt x="4879" y="489"/>
                    <a:pt x="4763" y="337"/>
                    <a:pt x="4597" y="279"/>
                  </a:cubicBezTo>
                  <a:lnTo>
                    <a:pt x="3775" y="1"/>
                  </a:lnTo>
                  <a:lnTo>
                    <a:pt x="3775" y="645"/>
                  </a:lnTo>
                  <a:cubicBezTo>
                    <a:pt x="3789" y="1377"/>
                    <a:pt x="3199" y="1978"/>
                    <a:pt x="2467" y="1978"/>
                  </a:cubicBezTo>
                  <a:cubicBezTo>
                    <a:pt x="1736" y="1978"/>
                    <a:pt x="1145" y="1377"/>
                    <a:pt x="1160" y="645"/>
                  </a:cubicBezTo>
                  <a:lnTo>
                    <a:pt x="11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2"/>
            <p:cNvSpPr/>
            <p:nvPr/>
          </p:nvSpPr>
          <p:spPr>
            <a:xfrm>
              <a:off x="7611753" y="2894671"/>
              <a:ext cx="273868" cy="365131"/>
            </a:xfrm>
            <a:custGeom>
              <a:rect b="b" l="l" r="r" t="t"/>
              <a:pathLst>
                <a:path extrusionOk="0" h="13927" w="10446">
                  <a:moveTo>
                    <a:pt x="5897" y="3002"/>
                  </a:moveTo>
                  <a:lnTo>
                    <a:pt x="5897" y="3694"/>
                  </a:lnTo>
                  <a:cubicBezTo>
                    <a:pt x="5897" y="3806"/>
                    <a:pt x="5987" y="3897"/>
                    <a:pt x="6100" y="3897"/>
                  </a:cubicBezTo>
                  <a:cubicBezTo>
                    <a:pt x="6596" y="3890"/>
                    <a:pt x="7088" y="3814"/>
                    <a:pt x="7563" y="3672"/>
                  </a:cubicBezTo>
                  <a:cubicBezTo>
                    <a:pt x="7584" y="3666"/>
                    <a:pt x="7606" y="3662"/>
                    <a:pt x="7628" y="3662"/>
                  </a:cubicBezTo>
                  <a:cubicBezTo>
                    <a:pt x="7677" y="3662"/>
                    <a:pt x="7725" y="3679"/>
                    <a:pt x="7766" y="3709"/>
                  </a:cubicBezTo>
                  <a:cubicBezTo>
                    <a:pt x="7823" y="3752"/>
                    <a:pt x="7860" y="3821"/>
                    <a:pt x="7860" y="3893"/>
                  </a:cubicBezTo>
                  <a:lnTo>
                    <a:pt x="7860" y="5661"/>
                  </a:lnTo>
                  <a:cubicBezTo>
                    <a:pt x="7856" y="7120"/>
                    <a:pt x="6674" y="8290"/>
                    <a:pt x="5230" y="8290"/>
                  </a:cubicBezTo>
                  <a:cubicBezTo>
                    <a:pt x="5187" y="8290"/>
                    <a:pt x="5143" y="8289"/>
                    <a:pt x="5100" y="8287"/>
                  </a:cubicBezTo>
                  <a:cubicBezTo>
                    <a:pt x="4419" y="8254"/>
                    <a:pt x="3778" y="7950"/>
                    <a:pt x="3322" y="7443"/>
                  </a:cubicBezTo>
                  <a:cubicBezTo>
                    <a:pt x="2854" y="6936"/>
                    <a:pt x="2597" y="6269"/>
                    <a:pt x="2597" y="5581"/>
                  </a:cubicBezTo>
                  <a:lnTo>
                    <a:pt x="2597" y="4784"/>
                  </a:lnTo>
                  <a:cubicBezTo>
                    <a:pt x="2597" y="4649"/>
                    <a:pt x="2496" y="4581"/>
                    <a:pt x="2394" y="4581"/>
                  </a:cubicBezTo>
                  <a:cubicBezTo>
                    <a:pt x="2293" y="4581"/>
                    <a:pt x="2192" y="4649"/>
                    <a:pt x="2192" y="4784"/>
                  </a:cubicBezTo>
                  <a:lnTo>
                    <a:pt x="2192" y="5581"/>
                  </a:lnTo>
                  <a:cubicBezTo>
                    <a:pt x="2188" y="6371"/>
                    <a:pt x="2485" y="7135"/>
                    <a:pt x="3021" y="7718"/>
                  </a:cubicBezTo>
                  <a:cubicBezTo>
                    <a:pt x="3224" y="7939"/>
                    <a:pt x="3456" y="8131"/>
                    <a:pt x="3716" y="8283"/>
                  </a:cubicBezTo>
                  <a:lnTo>
                    <a:pt x="3716" y="8786"/>
                  </a:lnTo>
                  <a:lnTo>
                    <a:pt x="3028" y="9018"/>
                  </a:lnTo>
                  <a:cubicBezTo>
                    <a:pt x="2782" y="9105"/>
                    <a:pt x="2612" y="9330"/>
                    <a:pt x="2597" y="9590"/>
                  </a:cubicBezTo>
                  <a:lnTo>
                    <a:pt x="2597" y="9619"/>
                  </a:lnTo>
                  <a:lnTo>
                    <a:pt x="2467" y="9663"/>
                  </a:lnTo>
                  <a:cubicBezTo>
                    <a:pt x="1811" y="8931"/>
                    <a:pt x="1478" y="7968"/>
                    <a:pt x="1540" y="6986"/>
                  </a:cubicBezTo>
                  <a:lnTo>
                    <a:pt x="1699" y="4313"/>
                  </a:lnTo>
                  <a:cubicBezTo>
                    <a:pt x="2311" y="4223"/>
                    <a:pt x="4596" y="3828"/>
                    <a:pt x="5897" y="3002"/>
                  </a:cubicBezTo>
                  <a:close/>
                  <a:moveTo>
                    <a:pt x="5230" y="413"/>
                  </a:moveTo>
                  <a:cubicBezTo>
                    <a:pt x="7081" y="413"/>
                    <a:pt x="8609" y="1854"/>
                    <a:pt x="8722" y="3701"/>
                  </a:cubicBezTo>
                  <a:lnTo>
                    <a:pt x="8917" y="6986"/>
                  </a:lnTo>
                  <a:cubicBezTo>
                    <a:pt x="8982" y="7968"/>
                    <a:pt x="8646" y="8935"/>
                    <a:pt x="7990" y="9666"/>
                  </a:cubicBezTo>
                  <a:lnTo>
                    <a:pt x="7860" y="9619"/>
                  </a:lnTo>
                  <a:lnTo>
                    <a:pt x="7860" y="9587"/>
                  </a:lnTo>
                  <a:cubicBezTo>
                    <a:pt x="7842" y="9330"/>
                    <a:pt x="7671" y="9105"/>
                    <a:pt x="7425" y="9022"/>
                  </a:cubicBezTo>
                  <a:lnTo>
                    <a:pt x="7425" y="9018"/>
                  </a:lnTo>
                  <a:lnTo>
                    <a:pt x="6741" y="8786"/>
                  </a:lnTo>
                  <a:lnTo>
                    <a:pt x="6741" y="8297"/>
                  </a:lnTo>
                  <a:cubicBezTo>
                    <a:pt x="6951" y="8174"/>
                    <a:pt x="7146" y="8026"/>
                    <a:pt x="7324" y="7859"/>
                  </a:cubicBezTo>
                  <a:cubicBezTo>
                    <a:pt x="7928" y="7287"/>
                    <a:pt x="8269" y="6490"/>
                    <a:pt x="8265" y="5661"/>
                  </a:cubicBezTo>
                  <a:lnTo>
                    <a:pt x="8265" y="3893"/>
                  </a:lnTo>
                  <a:cubicBezTo>
                    <a:pt x="8265" y="3531"/>
                    <a:pt x="7968" y="3254"/>
                    <a:pt x="7628" y="3254"/>
                  </a:cubicBezTo>
                  <a:cubicBezTo>
                    <a:pt x="7567" y="3254"/>
                    <a:pt x="7505" y="3263"/>
                    <a:pt x="7443" y="3281"/>
                  </a:cubicBezTo>
                  <a:cubicBezTo>
                    <a:pt x="7074" y="3390"/>
                    <a:pt x="6690" y="3455"/>
                    <a:pt x="6306" y="3481"/>
                  </a:cubicBezTo>
                  <a:lnTo>
                    <a:pt x="6306" y="2604"/>
                  </a:lnTo>
                  <a:cubicBezTo>
                    <a:pt x="6306" y="2482"/>
                    <a:pt x="6206" y="2400"/>
                    <a:pt x="6101" y="2400"/>
                  </a:cubicBezTo>
                  <a:cubicBezTo>
                    <a:pt x="6056" y="2400"/>
                    <a:pt x="6009" y="2415"/>
                    <a:pt x="5969" y="2448"/>
                  </a:cubicBezTo>
                  <a:cubicBezTo>
                    <a:pt x="4919" y="3325"/>
                    <a:pt x="2481" y="3770"/>
                    <a:pt x="1724" y="3893"/>
                  </a:cubicBezTo>
                  <a:lnTo>
                    <a:pt x="1735" y="3701"/>
                  </a:lnTo>
                  <a:cubicBezTo>
                    <a:pt x="1848" y="1854"/>
                    <a:pt x="3376" y="413"/>
                    <a:pt x="5230" y="413"/>
                  </a:cubicBezTo>
                  <a:close/>
                  <a:moveTo>
                    <a:pt x="4126" y="8486"/>
                  </a:moveTo>
                  <a:cubicBezTo>
                    <a:pt x="4430" y="8609"/>
                    <a:pt x="4752" y="8678"/>
                    <a:pt x="5082" y="8692"/>
                  </a:cubicBezTo>
                  <a:cubicBezTo>
                    <a:pt x="5129" y="8696"/>
                    <a:pt x="5180" y="8696"/>
                    <a:pt x="5230" y="8696"/>
                  </a:cubicBezTo>
                  <a:cubicBezTo>
                    <a:pt x="5239" y="8696"/>
                    <a:pt x="5248" y="8696"/>
                    <a:pt x="5257" y="8696"/>
                  </a:cubicBezTo>
                  <a:cubicBezTo>
                    <a:pt x="5625" y="8696"/>
                    <a:pt x="5988" y="8624"/>
                    <a:pt x="6331" y="8493"/>
                  </a:cubicBezTo>
                  <a:lnTo>
                    <a:pt x="6331" y="9579"/>
                  </a:lnTo>
                  <a:cubicBezTo>
                    <a:pt x="6331" y="9703"/>
                    <a:pt x="6310" y="9829"/>
                    <a:pt x="6270" y="9945"/>
                  </a:cubicBezTo>
                  <a:cubicBezTo>
                    <a:pt x="6213" y="10106"/>
                    <a:pt x="6342" y="10220"/>
                    <a:pt x="6469" y="10220"/>
                  </a:cubicBezTo>
                  <a:cubicBezTo>
                    <a:pt x="6545" y="10220"/>
                    <a:pt x="6620" y="10179"/>
                    <a:pt x="6654" y="10083"/>
                  </a:cubicBezTo>
                  <a:cubicBezTo>
                    <a:pt x="6712" y="9920"/>
                    <a:pt x="6741" y="9750"/>
                    <a:pt x="6741" y="9579"/>
                  </a:cubicBezTo>
                  <a:lnTo>
                    <a:pt x="6741" y="9217"/>
                  </a:lnTo>
                  <a:lnTo>
                    <a:pt x="7291" y="9402"/>
                  </a:lnTo>
                  <a:cubicBezTo>
                    <a:pt x="7382" y="9435"/>
                    <a:pt x="7443" y="9518"/>
                    <a:pt x="7450" y="9612"/>
                  </a:cubicBezTo>
                  <a:cubicBezTo>
                    <a:pt x="7487" y="10217"/>
                    <a:pt x="7389" y="10825"/>
                    <a:pt x="7157" y="11387"/>
                  </a:cubicBezTo>
                  <a:cubicBezTo>
                    <a:pt x="7052" y="11643"/>
                    <a:pt x="6803" y="11801"/>
                    <a:pt x="6539" y="11801"/>
                  </a:cubicBezTo>
                  <a:cubicBezTo>
                    <a:pt x="6486" y="11801"/>
                    <a:pt x="6432" y="11795"/>
                    <a:pt x="6378" y="11781"/>
                  </a:cubicBezTo>
                  <a:lnTo>
                    <a:pt x="5277" y="11506"/>
                  </a:lnTo>
                  <a:cubicBezTo>
                    <a:pt x="5261" y="11501"/>
                    <a:pt x="5245" y="11498"/>
                    <a:pt x="5228" y="11498"/>
                  </a:cubicBezTo>
                  <a:cubicBezTo>
                    <a:pt x="5212" y="11498"/>
                    <a:pt x="5196" y="11501"/>
                    <a:pt x="5180" y="11506"/>
                  </a:cubicBezTo>
                  <a:lnTo>
                    <a:pt x="4079" y="11781"/>
                  </a:lnTo>
                  <a:cubicBezTo>
                    <a:pt x="4025" y="11795"/>
                    <a:pt x="3971" y="11801"/>
                    <a:pt x="3918" y="11801"/>
                  </a:cubicBezTo>
                  <a:cubicBezTo>
                    <a:pt x="3654" y="11801"/>
                    <a:pt x="3405" y="11643"/>
                    <a:pt x="3300" y="11387"/>
                  </a:cubicBezTo>
                  <a:cubicBezTo>
                    <a:pt x="3068" y="10825"/>
                    <a:pt x="2970" y="10221"/>
                    <a:pt x="3007" y="9612"/>
                  </a:cubicBezTo>
                  <a:cubicBezTo>
                    <a:pt x="3014" y="9518"/>
                    <a:pt x="3072" y="9438"/>
                    <a:pt x="3162" y="9406"/>
                  </a:cubicBezTo>
                  <a:lnTo>
                    <a:pt x="3716" y="9217"/>
                  </a:lnTo>
                  <a:lnTo>
                    <a:pt x="3716" y="9579"/>
                  </a:lnTo>
                  <a:cubicBezTo>
                    <a:pt x="3716" y="10469"/>
                    <a:pt x="4447" y="11094"/>
                    <a:pt x="5233" y="11094"/>
                  </a:cubicBezTo>
                  <a:cubicBezTo>
                    <a:pt x="5513" y="11094"/>
                    <a:pt x="5800" y="11015"/>
                    <a:pt x="6063" y="10840"/>
                  </a:cubicBezTo>
                  <a:cubicBezTo>
                    <a:pt x="6251" y="10714"/>
                    <a:pt x="6129" y="10461"/>
                    <a:pt x="5955" y="10461"/>
                  </a:cubicBezTo>
                  <a:cubicBezTo>
                    <a:pt x="5918" y="10461"/>
                    <a:pt x="5878" y="10473"/>
                    <a:pt x="5839" y="10499"/>
                  </a:cubicBezTo>
                  <a:cubicBezTo>
                    <a:pt x="5646" y="10627"/>
                    <a:pt x="5436" y="10685"/>
                    <a:pt x="5232" y="10685"/>
                  </a:cubicBezTo>
                  <a:cubicBezTo>
                    <a:pt x="4658" y="10685"/>
                    <a:pt x="4126" y="10229"/>
                    <a:pt x="4126" y="9579"/>
                  </a:cubicBezTo>
                  <a:lnTo>
                    <a:pt x="4126" y="8486"/>
                  </a:lnTo>
                  <a:close/>
                  <a:moveTo>
                    <a:pt x="5230" y="0"/>
                  </a:moveTo>
                  <a:cubicBezTo>
                    <a:pt x="3162" y="0"/>
                    <a:pt x="1453" y="1612"/>
                    <a:pt x="1330" y="3680"/>
                  </a:cubicBezTo>
                  <a:lnTo>
                    <a:pt x="1131" y="6961"/>
                  </a:lnTo>
                  <a:cubicBezTo>
                    <a:pt x="1065" y="7993"/>
                    <a:pt x="1395" y="9011"/>
                    <a:pt x="2054" y="9808"/>
                  </a:cubicBezTo>
                  <a:lnTo>
                    <a:pt x="1011" y="10177"/>
                  </a:lnTo>
                  <a:cubicBezTo>
                    <a:pt x="406" y="10391"/>
                    <a:pt x="4" y="10963"/>
                    <a:pt x="1" y="11604"/>
                  </a:cubicBezTo>
                  <a:lnTo>
                    <a:pt x="1" y="13723"/>
                  </a:lnTo>
                  <a:cubicBezTo>
                    <a:pt x="1" y="13859"/>
                    <a:pt x="103" y="13926"/>
                    <a:pt x="205" y="13926"/>
                  </a:cubicBezTo>
                  <a:cubicBezTo>
                    <a:pt x="307" y="13926"/>
                    <a:pt x="410" y="13859"/>
                    <a:pt x="410" y="13723"/>
                  </a:cubicBezTo>
                  <a:lnTo>
                    <a:pt x="410" y="11604"/>
                  </a:lnTo>
                  <a:cubicBezTo>
                    <a:pt x="410" y="11466"/>
                    <a:pt x="435" y="11329"/>
                    <a:pt x="486" y="11198"/>
                  </a:cubicBezTo>
                  <a:lnTo>
                    <a:pt x="1522" y="12089"/>
                  </a:lnTo>
                  <a:cubicBezTo>
                    <a:pt x="1670" y="12216"/>
                    <a:pt x="1757" y="12401"/>
                    <a:pt x="1753" y="12596"/>
                  </a:cubicBezTo>
                  <a:lnTo>
                    <a:pt x="1753" y="13719"/>
                  </a:lnTo>
                  <a:cubicBezTo>
                    <a:pt x="1753" y="13855"/>
                    <a:pt x="1856" y="13923"/>
                    <a:pt x="1958" y="13923"/>
                  </a:cubicBezTo>
                  <a:cubicBezTo>
                    <a:pt x="2060" y="13923"/>
                    <a:pt x="2163" y="13855"/>
                    <a:pt x="2163" y="13719"/>
                  </a:cubicBezTo>
                  <a:lnTo>
                    <a:pt x="2163" y="12596"/>
                  </a:lnTo>
                  <a:cubicBezTo>
                    <a:pt x="2163" y="12281"/>
                    <a:pt x="2025" y="11984"/>
                    <a:pt x="1786" y="11781"/>
                  </a:cubicBezTo>
                  <a:lnTo>
                    <a:pt x="707" y="10854"/>
                  </a:lnTo>
                  <a:cubicBezTo>
                    <a:pt x="826" y="10724"/>
                    <a:pt x="978" y="10626"/>
                    <a:pt x="1145" y="10565"/>
                  </a:cubicBezTo>
                  <a:lnTo>
                    <a:pt x="2594" y="10054"/>
                  </a:lnTo>
                  <a:cubicBezTo>
                    <a:pt x="2615" y="10565"/>
                    <a:pt x="2724" y="11072"/>
                    <a:pt x="2920" y="11546"/>
                  </a:cubicBezTo>
                  <a:cubicBezTo>
                    <a:pt x="3088" y="11956"/>
                    <a:pt x="3487" y="12212"/>
                    <a:pt x="3915" y="12212"/>
                  </a:cubicBezTo>
                  <a:cubicBezTo>
                    <a:pt x="4001" y="12212"/>
                    <a:pt x="4089" y="12202"/>
                    <a:pt x="4176" y="12180"/>
                  </a:cubicBezTo>
                  <a:lnTo>
                    <a:pt x="5227" y="11915"/>
                  </a:lnTo>
                  <a:lnTo>
                    <a:pt x="6273" y="12180"/>
                  </a:lnTo>
                  <a:cubicBezTo>
                    <a:pt x="6360" y="12202"/>
                    <a:pt x="6451" y="12212"/>
                    <a:pt x="6541" y="12212"/>
                  </a:cubicBezTo>
                  <a:cubicBezTo>
                    <a:pt x="6976" y="12212"/>
                    <a:pt x="7367" y="11948"/>
                    <a:pt x="7530" y="11546"/>
                  </a:cubicBezTo>
                  <a:cubicBezTo>
                    <a:pt x="7726" y="11075"/>
                    <a:pt x="7838" y="10572"/>
                    <a:pt x="7856" y="10058"/>
                  </a:cubicBezTo>
                  <a:lnTo>
                    <a:pt x="9297" y="10568"/>
                  </a:lnTo>
                  <a:cubicBezTo>
                    <a:pt x="9468" y="10626"/>
                    <a:pt x="9620" y="10728"/>
                    <a:pt x="9743" y="10862"/>
                  </a:cubicBezTo>
                  <a:lnTo>
                    <a:pt x="8671" y="11781"/>
                  </a:lnTo>
                  <a:cubicBezTo>
                    <a:pt x="8432" y="11984"/>
                    <a:pt x="8294" y="12281"/>
                    <a:pt x="8294" y="12596"/>
                  </a:cubicBezTo>
                  <a:lnTo>
                    <a:pt x="8294" y="13723"/>
                  </a:lnTo>
                  <a:cubicBezTo>
                    <a:pt x="8294" y="13857"/>
                    <a:pt x="8397" y="13924"/>
                    <a:pt x="8499" y="13924"/>
                  </a:cubicBezTo>
                  <a:cubicBezTo>
                    <a:pt x="8601" y="13924"/>
                    <a:pt x="8704" y="13857"/>
                    <a:pt x="8704" y="13723"/>
                  </a:cubicBezTo>
                  <a:lnTo>
                    <a:pt x="8704" y="12596"/>
                  </a:lnTo>
                  <a:cubicBezTo>
                    <a:pt x="8700" y="12401"/>
                    <a:pt x="8787" y="12216"/>
                    <a:pt x="8935" y="12089"/>
                  </a:cubicBezTo>
                  <a:lnTo>
                    <a:pt x="9964" y="11209"/>
                  </a:lnTo>
                  <a:cubicBezTo>
                    <a:pt x="10011" y="11336"/>
                    <a:pt x="10036" y="11470"/>
                    <a:pt x="10036" y="11604"/>
                  </a:cubicBezTo>
                  <a:lnTo>
                    <a:pt x="10036" y="13723"/>
                  </a:lnTo>
                  <a:cubicBezTo>
                    <a:pt x="10036" y="13859"/>
                    <a:pt x="10139" y="13926"/>
                    <a:pt x="10241" y="13926"/>
                  </a:cubicBezTo>
                  <a:cubicBezTo>
                    <a:pt x="10343" y="13926"/>
                    <a:pt x="10446" y="13859"/>
                    <a:pt x="10446" y="13723"/>
                  </a:cubicBezTo>
                  <a:lnTo>
                    <a:pt x="10446" y="11604"/>
                  </a:lnTo>
                  <a:cubicBezTo>
                    <a:pt x="10446" y="10963"/>
                    <a:pt x="10040" y="10394"/>
                    <a:pt x="9439" y="10181"/>
                  </a:cubicBezTo>
                  <a:lnTo>
                    <a:pt x="8399" y="9815"/>
                  </a:lnTo>
                  <a:cubicBezTo>
                    <a:pt x="9062" y="9014"/>
                    <a:pt x="9392" y="7993"/>
                    <a:pt x="9326" y="6961"/>
                  </a:cubicBezTo>
                  <a:lnTo>
                    <a:pt x="9127" y="3680"/>
                  </a:lnTo>
                  <a:cubicBezTo>
                    <a:pt x="9008" y="1612"/>
                    <a:pt x="7298" y="0"/>
                    <a:pt x="5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2"/>
            <p:cNvSpPr/>
            <p:nvPr/>
          </p:nvSpPr>
          <p:spPr>
            <a:xfrm>
              <a:off x="7724043" y="3066186"/>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4"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2"/>
            <p:cNvSpPr/>
            <p:nvPr/>
          </p:nvSpPr>
          <p:spPr>
            <a:xfrm>
              <a:off x="7709177"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2"/>
            <p:cNvSpPr/>
            <p:nvPr/>
          </p:nvSpPr>
          <p:spPr>
            <a:xfrm>
              <a:off x="7777736" y="3026178"/>
              <a:ext cx="10749" cy="16360"/>
            </a:xfrm>
            <a:custGeom>
              <a:rect b="b" l="l" r="r" t="t"/>
              <a:pathLst>
                <a:path extrusionOk="0" h="624" w="410">
                  <a:moveTo>
                    <a:pt x="207" y="0"/>
                  </a:moveTo>
                  <a:cubicBezTo>
                    <a:pt x="94"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2"/>
            <p:cNvSpPr/>
            <p:nvPr/>
          </p:nvSpPr>
          <p:spPr>
            <a:xfrm>
              <a:off x="7701679"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2"/>
            <p:cNvSpPr/>
            <p:nvPr/>
          </p:nvSpPr>
          <p:spPr>
            <a:xfrm>
              <a:off x="7770317" y="3009085"/>
              <a:ext cx="25667" cy="10644"/>
            </a:xfrm>
            <a:custGeom>
              <a:rect b="b" l="l" r="r" t="t"/>
              <a:pathLst>
                <a:path extrusionOk="0" h="406" w="979">
                  <a:moveTo>
                    <a:pt x="272" y="0"/>
                  </a:moveTo>
                  <a:cubicBezTo>
                    <a:pt x="1" y="0"/>
                    <a:pt x="1" y="406"/>
                    <a:pt x="272"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8" name="Google Shape;13648;p82"/>
          <p:cNvGrpSpPr/>
          <p:nvPr/>
        </p:nvGrpSpPr>
        <p:grpSpPr>
          <a:xfrm>
            <a:off x="6706096" y="1983482"/>
            <a:ext cx="284984" cy="364895"/>
            <a:chOff x="6706096" y="1983482"/>
            <a:chExt cx="284984" cy="364895"/>
          </a:xfrm>
        </p:grpSpPr>
        <p:sp>
          <p:nvSpPr>
            <p:cNvPr id="13649" name="Google Shape;13649;p82"/>
            <p:cNvSpPr/>
            <p:nvPr/>
          </p:nvSpPr>
          <p:spPr>
            <a:xfrm>
              <a:off x="6768572" y="1988804"/>
              <a:ext cx="160032" cy="57207"/>
            </a:xfrm>
            <a:custGeom>
              <a:rect b="b" l="l" r="r" t="t"/>
              <a:pathLst>
                <a:path extrusionOk="0" h="2182" w="6104">
                  <a:moveTo>
                    <a:pt x="3050" y="1"/>
                  </a:moveTo>
                  <a:cubicBezTo>
                    <a:pt x="1565" y="1"/>
                    <a:pt x="327" y="932"/>
                    <a:pt x="1" y="2181"/>
                  </a:cubicBezTo>
                  <a:lnTo>
                    <a:pt x="6103" y="2181"/>
                  </a:lnTo>
                  <a:cubicBezTo>
                    <a:pt x="5774" y="932"/>
                    <a:pt x="4535" y="1"/>
                    <a:pt x="305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2"/>
            <p:cNvSpPr/>
            <p:nvPr/>
          </p:nvSpPr>
          <p:spPr>
            <a:xfrm>
              <a:off x="6732313" y="2131611"/>
              <a:ext cx="232471" cy="112263"/>
            </a:xfrm>
            <a:custGeom>
              <a:rect b="b" l="l" r="r" t="t"/>
              <a:pathLst>
                <a:path extrusionOk="0" h="4282" w="8867">
                  <a:moveTo>
                    <a:pt x="1329" y="1"/>
                  </a:moveTo>
                  <a:cubicBezTo>
                    <a:pt x="1203" y="700"/>
                    <a:pt x="786" y="743"/>
                    <a:pt x="761" y="1736"/>
                  </a:cubicBezTo>
                  <a:cubicBezTo>
                    <a:pt x="746" y="2257"/>
                    <a:pt x="772" y="2551"/>
                    <a:pt x="464" y="3018"/>
                  </a:cubicBezTo>
                  <a:cubicBezTo>
                    <a:pt x="0" y="3720"/>
                    <a:pt x="337" y="4282"/>
                    <a:pt x="337" y="4282"/>
                  </a:cubicBezTo>
                  <a:lnTo>
                    <a:pt x="8529" y="4282"/>
                  </a:lnTo>
                  <a:cubicBezTo>
                    <a:pt x="8529" y="4282"/>
                    <a:pt x="8866" y="3720"/>
                    <a:pt x="8403" y="3018"/>
                  </a:cubicBezTo>
                  <a:cubicBezTo>
                    <a:pt x="8095" y="2551"/>
                    <a:pt x="8120" y="2257"/>
                    <a:pt x="8109" y="1736"/>
                  </a:cubicBezTo>
                  <a:cubicBezTo>
                    <a:pt x="8084" y="747"/>
                    <a:pt x="7664" y="700"/>
                    <a:pt x="75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2"/>
            <p:cNvSpPr/>
            <p:nvPr/>
          </p:nvSpPr>
          <p:spPr>
            <a:xfrm>
              <a:off x="6711418" y="2217369"/>
              <a:ext cx="274340" cy="125739"/>
            </a:xfrm>
            <a:custGeom>
              <a:rect b="b" l="l" r="r" t="t"/>
              <a:pathLst>
                <a:path extrusionOk="0" h="4796" w="10464">
                  <a:moveTo>
                    <a:pt x="4361" y="0"/>
                  </a:moveTo>
                  <a:lnTo>
                    <a:pt x="938" y="1033"/>
                  </a:lnTo>
                  <a:cubicBezTo>
                    <a:pt x="384" y="1196"/>
                    <a:pt x="0" y="1706"/>
                    <a:pt x="0" y="2286"/>
                  </a:cubicBezTo>
                  <a:lnTo>
                    <a:pt x="0" y="4796"/>
                  </a:lnTo>
                  <a:lnTo>
                    <a:pt x="10464" y="4796"/>
                  </a:lnTo>
                  <a:lnTo>
                    <a:pt x="10464" y="2286"/>
                  </a:lnTo>
                  <a:cubicBezTo>
                    <a:pt x="10464" y="1706"/>
                    <a:pt x="10080" y="1196"/>
                    <a:pt x="9522" y="1033"/>
                  </a:cubicBezTo>
                  <a:lnTo>
                    <a:pt x="610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2"/>
            <p:cNvSpPr/>
            <p:nvPr/>
          </p:nvSpPr>
          <p:spPr>
            <a:xfrm>
              <a:off x="6771718" y="2217369"/>
              <a:ext cx="153739" cy="74379"/>
            </a:xfrm>
            <a:custGeom>
              <a:rect b="b" l="l" r="r" t="t"/>
              <a:pathLst>
                <a:path extrusionOk="0" h="2837" w="5864">
                  <a:moveTo>
                    <a:pt x="2061" y="0"/>
                  </a:moveTo>
                  <a:lnTo>
                    <a:pt x="0" y="623"/>
                  </a:lnTo>
                  <a:cubicBezTo>
                    <a:pt x="373" y="1931"/>
                    <a:pt x="1568" y="2836"/>
                    <a:pt x="2930" y="2836"/>
                  </a:cubicBezTo>
                  <a:cubicBezTo>
                    <a:pt x="4292" y="2836"/>
                    <a:pt x="5491" y="1931"/>
                    <a:pt x="5864" y="623"/>
                  </a:cubicBezTo>
                  <a:lnTo>
                    <a:pt x="5860" y="623"/>
                  </a:lnTo>
                  <a:lnTo>
                    <a:pt x="380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2"/>
            <p:cNvSpPr/>
            <p:nvPr/>
          </p:nvSpPr>
          <p:spPr>
            <a:xfrm>
              <a:off x="6762778" y="2227724"/>
              <a:ext cx="28603" cy="115383"/>
            </a:xfrm>
            <a:custGeom>
              <a:rect b="b" l="l" r="r" t="t"/>
              <a:pathLst>
                <a:path extrusionOk="0" h="4401" w="1091">
                  <a:moveTo>
                    <a:pt x="1091" y="0"/>
                  </a:moveTo>
                  <a:lnTo>
                    <a:pt x="1" y="330"/>
                  </a:lnTo>
                  <a:lnTo>
                    <a:pt x="1" y="4401"/>
                  </a:lnTo>
                  <a:lnTo>
                    <a:pt x="1091" y="4401"/>
                  </a:lnTo>
                  <a:lnTo>
                    <a:pt x="109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2"/>
            <p:cNvSpPr/>
            <p:nvPr/>
          </p:nvSpPr>
          <p:spPr>
            <a:xfrm>
              <a:off x="6905690" y="2227724"/>
              <a:ext cx="28603" cy="115383"/>
            </a:xfrm>
            <a:custGeom>
              <a:rect b="b" l="l" r="r" t="t"/>
              <a:pathLst>
                <a:path extrusionOk="0" h="4401" w="1091">
                  <a:moveTo>
                    <a:pt x="0" y="0"/>
                  </a:moveTo>
                  <a:lnTo>
                    <a:pt x="0" y="4401"/>
                  </a:lnTo>
                  <a:lnTo>
                    <a:pt x="1091" y="4401"/>
                  </a:lnTo>
                  <a:lnTo>
                    <a:pt x="1091" y="330"/>
                  </a:ln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2"/>
            <p:cNvSpPr/>
            <p:nvPr/>
          </p:nvSpPr>
          <p:spPr>
            <a:xfrm>
              <a:off x="6751400" y="2068873"/>
              <a:ext cx="194298" cy="137222"/>
            </a:xfrm>
            <a:custGeom>
              <a:rect b="b" l="l" r="r" t="t"/>
              <a:pathLst>
                <a:path extrusionOk="0" h="5234" w="7411">
                  <a:moveTo>
                    <a:pt x="873" y="0"/>
                  </a:moveTo>
                  <a:lnTo>
                    <a:pt x="873" y="1525"/>
                  </a:lnTo>
                  <a:lnTo>
                    <a:pt x="547" y="1525"/>
                  </a:lnTo>
                  <a:cubicBezTo>
                    <a:pt x="243" y="1525"/>
                    <a:pt x="0" y="1771"/>
                    <a:pt x="0" y="2072"/>
                  </a:cubicBezTo>
                  <a:cubicBezTo>
                    <a:pt x="0" y="2372"/>
                    <a:pt x="243" y="2615"/>
                    <a:pt x="547" y="2615"/>
                  </a:cubicBezTo>
                  <a:lnTo>
                    <a:pt x="884" y="2615"/>
                  </a:lnTo>
                  <a:cubicBezTo>
                    <a:pt x="992" y="4093"/>
                    <a:pt x="2224" y="5233"/>
                    <a:pt x="3705" y="5233"/>
                  </a:cubicBezTo>
                  <a:cubicBezTo>
                    <a:pt x="5186" y="5233"/>
                    <a:pt x="6418" y="4093"/>
                    <a:pt x="6526" y="2615"/>
                  </a:cubicBezTo>
                  <a:lnTo>
                    <a:pt x="6867" y="2615"/>
                  </a:lnTo>
                  <a:cubicBezTo>
                    <a:pt x="7168" y="2615"/>
                    <a:pt x="7410" y="2372"/>
                    <a:pt x="7410" y="2072"/>
                  </a:cubicBezTo>
                  <a:cubicBezTo>
                    <a:pt x="7410" y="1771"/>
                    <a:pt x="7168" y="1525"/>
                    <a:pt x="6867" y="1525"/>
                  </a:cubicBezTo>
                  <a:lnTo>
                    <a:pt x="6537" y="1525"/>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2"/>
            <p:cNvSpPr/>
            <p:nvPr/>
          </p:nvSpPr>
          <p:spPr>
            <a:xfrm>
              <a:off x="6751400" y="2068873"/>
              <a:ext cx="171410" cy="116327"/>
            </a:xfrm>
            <a:custGeom>
              <a:rect b="b" l="l" r="r" t="t"/>
              <a:pathLst>
                <a:path extrusionOk="0" h="4437" w="6538">
                  <a:moveTo>
                    <a:pt x="873" y="0"/>
                  </a:moveTo>
                  <a:lnTo>
                    <a:pt x="873" y="1525"/>
                  </a:lnTo>
                  <a:lnTo>
                    <a:pt x="547" y="1525"/>
                  </a:lnTo>
                  <a:cubicBezTo>
                    <a:pt x="243" y="1525"/>
                    <a:pt x="0" y="1771"/>
                    <a:pt x="0" y="2072"/>
                  </a:cubicBezTo>
                  <a:cubicBezTo>
                    <a:pt x="0" y="2372"/>
                    <a:pt x="243" y="2615"/>
                    <a:pt x="547" y="2615"/>
                  </a:cubicBezTo>
                  <a:lnTo>
                    <a:pt x="884" y="2615"/>
                  </a:lnTo>
                  <a:cubicBezTo>
                    <a:pt x="935" y="3307"/>
                    <a:pt x="1242" y="3959"/>
                    <a:pt x="1742" y="4437"/>
                  </a:cubicBezTo>
                  <a:lnTo>
                    <a:pt x="1742" y="2177"/>
                  </a:lnTo>
                  <a:cubicBezTo>
                    <a:pt x="1742" y="1575"/>
                    <a:pt x="2231" y="1087"/>
                    <a:pt x="2832" y="1087"/>
                  </a:cubicBezTo>
                  <a:lnTo>
                    <a:pt x="6537" y="1087"/>
                  </a:lnTo>
                  <a:lnTo>
                    <a:pt x="653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2"/>
            <p:cNvSpPr/>
            <p:nvPr/>
          </p:nvSpPr>
          <p:spPr>
            <a:xfrm>
              <a:off x="6762778" y="2080251"/>
              <a:ext cx="22914" cy="31356"/>
            </a:xfrm>
            <a:custGeom>
              <a:rect b="b" l="l" r="r" t="t"/>
              <a:pathLst>
                <a:path extrusionOk="0" h="1196" w="874">
                  <a:moveTo>
                    <a:pt x="1" y="1"/>
                  </a:moveTo>
                  <a:lnTo>
                    <a:pt x="1" y="1196"/>
                  </a:lnTo>
                  <a:lnTo>
                    <a:pt x="493" y="1138"/>
                  </a:lnTo>
                  <a:cubicBezTo>
                    <a:pt x="711" y="1109"/>
                    <a:pt x="874" y="924"/>
                    <a:pt x="874" y="703"/>
                  </a:cubicBez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2"/>
            <p:cNvSpPr/>
            <p:nvPr/>
          </p:nvSpPr>
          <p:spPr>
            <a:xfrm>
              <a:off x="6911379" y="2080251"/>
              <a:ext cx="22914" cy="31461"/>
            </a:xfrm>
            <a:custGeom>
              <a:rect b="b" l="l" r="r" t="t"/>
              <a:pathLst>
                <a:path extrusionOk="0" h="1200" w="874">
                  <a:moveTo>
                    <a:pt x="1" y="1"/>
                  </a:moveTo>
                  <a:lnTo>
                    <a:pt x="1" y="703"/>
                  </a:lnTo>
                  <a:cubicBezTo>
                    <a:pt x="1" y="924"/>
                    <a:pt x="164" y="1109"/>
                    <a:pt x="385" y="1138"/>
                  </a:cubicBezTo>
                  <a:lnTo>
                    <a:pt x="874" y="1199"/>
                  </a:ln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2"/>
            <p:cNvSpPr/>
            <p:nvPr/>
          </p:nvSpPr>
          <p:spPr>
            <a:xfrm>
              <a:off x="6757089" y="2045985"/>
              <a:ext cx="182893" cy="34292"/>
            </a:xfrm>
            <a:custGeom>
              <a:rect b="b" l="l" r="r" t="t"/>
              <a:pathLst>
                <a:path extrusionOk="0" h="1308" w="6976">
                  <a:moveTo>
                    <a:pt x="218" y="0"/>
                  </a:moveTo>
                  <a:cubicBezTo>
                    <a:pt x="98" y="0"/>
                    <a:pt x="0" y="98"/>
                    <a:pt x="0" y="217"/>
                  </a:cubicBezTo>
                  <a:lnTo>
                    <a:pt x="0" y="1090"/>
                  </a:lnTo>
                  <a:cubicBezTo>
                    <a:pt x="0" y="1210"/>
                    <a:pt x="98" y="1308"/>
                    <a:pt x="218" y="1308"/>
                  </a:cubicBezTo>
                  <a:lnTo>
                    <a:pt x="6759" y="1308"/>
                  </a:lnTo>
                  <a:cubicBezTo>
                    <a:pt x="6878" y="1308"/>
                    <a:pt x="6976" y="1210"/>
                    <a:pt x="6976" y="1090"/>
                  </a:cubicBezTo>
                  <a:lnTo>
                    <a:pt x="6976" y="217"/>
                  </a:lnTo>
                  <a:cubicBezTo>
                    <a:pt x="6976" y="98"/>
                    <a:pt x="6878" y="0"/>
                    <a:pt x="675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2"/>
            <p:cNvSpPr/>
            <p:nvPr/>
          </p:nvSpPr>
          <p:spPr>
            <a:xfrm>
              <a:off x="6818150" y="1988857"/>
              <a:ext cx="106260" cy="45750"/>
            </a:xfrm>
            <a:custGeom>
              <a:rect b="b" l="l" r="r" t="t"/>
              <a:pathLst>
                <a:path extrusionOk="0" h="1745" w="4053">
                  <a:moveTo>
                    <a:pt x="1163" y="0"/>
                  </a:moveTo>
                  <a:cubicBezTo>
                    <a:pt x="1122" y="0"/>
                    <a:pt x="1081" y="1"/>
                    <a:pt x="1040" y="3"/>
                  </a:cubicBezTo>
                  <a:lnTo>
                    <a:pt x="1032" y="3"/>
                  </a:lnTo>
                  <a:cubicBezTo>
                    <a:pt x="754" y="191"/>
                    <a:pt x="511" y="426"/>
                    <a:pt x="315" y="702"/>
                  </a:cubicBezTo>
                  <a:cubicBezTo>
                    <a:pt x="0" y="1133"/>
                    <a:pt x="308" y="1741"/>
                    <a:pt x="844" y="1745"/>
                  </a:cubicBezTo>
                  <a:lnTo>
                    <a:pt x="4053" y="1745"/>
                  </a:lnTo>
                  <a:cubicBezTo>
                    <a:pt x="3582" y="719"/>
                    <a:pt x="2465" y="0"/>
                    <a:pt x="116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2"/>
            <p:cNvSpPr/>
            <p:nvPr/>
          </p:nvSpPr>
          <p:spPr>
            <a:xfrm>
              <a:off x="6745684"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2"/>
            <p:cNvSpPr/>
            <p:nvPr/>
          </p:nvSpPr>
          <p:spPr>
            <a:xfrm>
              <a:off x="6934267" y="2291721"/>
              <a:ext cx="17120" cy="51386"/>
            </a:xfrm>
            <a:custGeom>
              <a:rect b="b" l="l" r="r" t="t"/>
              <a:pathLst>
                <a:path extrusionOk="0" h="1960" w="653">
                  <a:moveTo>
                    <a:pt x="1" y="0"/>
                  </a:moveTo>
                  <a:lnTo>
                    <a:pt x="1" y="1960"/>
                  </a:lnTo>
                  <a:lnTo>
                    <a:pt x="652" y="1960"/>
                  </a:lnTo>
                  <a:lnTo>
                    <a:pt x="652" y="652"/>
                  </a:lnTo>
                  <a:cubicBezTo>
                    <a:pt x="652" y="290"/>
                    <a:pt x="35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2"/>
            <p:cNvSpPr/>
            <p:nvPr/>
          </p:nvSpPr>
          <p:spPr>
            <a:xfrm>
              <a:off x="6771718" y="2227724"/>
              <a:ext cx="19768" cy="39720"/>
            </a:xfrm>
            <a:custGeom>
              <a:rect b="b" l="l" r="r" t="t"/>
              <a:pathLst>
                <a:path extrusionOk="0" h="1515" w="754">
                  <a:moveTo>
                    <a:pt x="750" y="0"/>
                  </a:moveTo>
                  <a:lnTo>
                    <a:pt x="562" y="58"/>
                  </a:lnTo>
                  <a:lnTo>
                    <a:pt x="0" y="228"/>
                  </a:lnTo>
                  <a:cubicBezTo>
                    <a:pt x="141" y="714"/>
                    <a:pt x="399" y="1155"/>
                    <a:pt x="753" y="1514"/>
                  </a:cubicBezTo>
                  <a:lnTo>
                    <a:pt x="75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2"/>
            <p:cNvSpPr/>
            <p:nvPr/>
          </p:nvSpPr>
          <p:spPr>
            <a:xfrm>
              <a:off x="6905690" y="2227724"/>
              <a:ext cx="19689" cy="39720"/>
            </a:xfrm>
            <a:custGeom>
              <a:rect b="b" l="l" r="r" t="t"/>
              <a:pathLst>
                <a:path extrusionOk="0" h="1515" w="751">
                  <a:moveTo>
                    <a:pt x="0" y="0"/>
                  </a:moveTo>
                  <a:lnTo>
                    <a:pt x="0" y="1514"/>
                  </a:lnTo>
                  <a:cubicBezTo>
                    <a:pt x="355" y="1155"/>
                    <a:pt x="612" y="714"/>
                    <a:pt x="750" y="228"/>
                  </a:cubicBezTo>
                  <a:lnTo>
                    <a:pt x="189" y="58"/>
                  </a:ln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2"/>
            <p:cNvSpPr/>
            <p:nvPr/>
          </p:nvSpPr>
          <p:spPr>
            <a:xfrm>
              <a:off x="6785666" y="2143121"/>
              <a:ext cx="125844" cy="131533"/>
            </a:xfrm>
            <a:custGeom>
              <a:rect b="b" l="l" r="r" t="t"/>
              <a:pathLst>
                <a:path extrusionOk="0" h="5017" w="4800">
                  <a:moveTo>
                    <a:pt x="4150" y="0"/>
                  </a:moveTo>
                  <a:cubicBezTo>
                    <a:pt x="4148" y="0"/>
                    <a:pt x="4146" y="0"/>
                    <a:pt x="4144" y="0"/>
                  </a:cubicBezTo>
                  <a:lnTo>
                    <a:pt x="656" y="0"/>
                  </a:lnTo>
                  <a:cubicBezTo>
                    <a:pt x="654" y="0"/>
                    <a:pt x="652" y="0"/>
                    <a:pt x="650" y="0"/>
                  </a:cubicBezTo>
                  <a:cubicBezTo>
                    <a:pt x="290" y="0"/>
                    <a:pt x="1" y="296"/>
                    <a:pt x="1" y="656"/>
                  </a:cubicBezTo>
                  <a:lnTo>
                    <a:pt x="1" y="2615"/>
                  </a:lnTo>
                  <a:cubicBezTo>
                    <a:pt x="1" y="3941"/>
                    <a:pt x="1076" y="5016"/>
                    <a:pt x="2402" y="5016"/>
                  </a:cubicBezTo>
                  <a:cubicBezTo>
                    <a:pt x="3724" y="5016"/>
                    <a:pt x="4799" y="3941"/>
                    <a:pt x="4799" y="2615"/>
                  </a:cubicBezTo>
                  <a:lnTo>
                    <a:pt x="4799" y="656"/>
                  </a:lnTo>
                  <a:cubicBezTo>
                    <a:pt x="4799" y="292"/>
                    <a:pt x="4510" y="0"/>
                    <a:pt x="415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2"/>
            <p:cNvSpPr/>
            <p:nvPr/>
          </p:nvSpPr>
          <p:spPr>
            <a:xfrm>
              <a:off x="6785666" y="2143121"/>
              <a:ext cx="99731" cy="131428"/>
            </a:xfrm>
            <a:custGeom>
              <a:rect b="b" l="l" r="r" t="t"/>
              <a:pathLst>
                <a:path extrusionOk="0" h="5013" w="3804">
                  <a:moveTo>
                    <a:pt x="652" y="0"/>
                  </a:moveTo>
                  <a:cubicBezTo>
                    <a:pt x="290" y="0"/>
                    <a:pt x="1" y="294"/>
                    <a:pt x="1" y="656"/>
                  </a:cubicBezTo>
                  <a:lnTo>
                    <a:pt x="1" y="2615"/>
                  </a:lnTo>
                  <a:cubicBezTo>
                    <a:pt x="1" y="3517"/>
                    <a:pt x="504" y="4343"/>
                    <a:pt x="1308" y="4752"/>
                  </a:cubicBezTo>
                  <a:cubicBezTo>
                    <a:pt x="1651" y="4927"/>
                    <a:pt x="2024" y="5013"/>
                    <a:pt x="2395" y="5013"/>
                  </a:cubicBezTo>
                  <a:cubicBezTo>
                    <a:pt x="2892" y="5013"/>
                    <a:pt x="3386" y="4858"/>
                    <a:pt x="3803" y="4553"/>
                  </a:cubicBezTo>
                  <a:lnTo>
                    <a:pt x="3803" y="4553"/>
                  </a:lnTo>
                  <a:cubicBezTo>
                    <a:pt x="3698" y="4567"/>
                    <a:pt x="3593" y="4574"/>
                    <a:pt x="3488" y="4578"/>
                  </a:cubicBezTo>
                  <a:cubicBezTo>
                    <a:pt x="2163" y="4578"/>
                    <a:pt x="1087" y="3502"/>
                    <a:pt x="1087" y="2177"/>
                  </a:cubicBezTo>
                  <a:lnTo>
                    <a:pt x="108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2"/>
            <p:cNvSpPr/>
            <p:nvPr/>
          </p:nvSpPr>
          <p:spPr>
            <a:xfrm>
              <a:off x="6808921"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2"/>
            <p:cNvSpPr/>
            <p:nvPr/>
          </p:nvSpPr>
          <p:spPr>
            <a:xfrm>
              <a:off x="6877480"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2"/>
            <p:cNvSpPr/>
            <p:nvPr/>
          </p:nvSpPr>
          <p:spPr>
            <a:xfrm>
              <a:off x="6823708" y="2160555"/>
              <a:ext cx="49682" cy="16491"/>
            </a:xfrm>
            <a:custGeom>
              <a:rect b="b" l="l" r="r" t="t"/>
              <a:pathLst>
                <a:path extrusionOk="0" h="629" w="1895">
                  <a:moveTo>
                    <a:pt x="295" y="0"/>
                  </a:moveTo>
                  <a:cubicBezTo>
                    <a:pt x="136" y="0"/>
                    <a:pt x="0" y="205"/>
                    <a:pt x="150" y="353"/>
                  </a:cubicBezTo>
                  <a:cubicBezTo>
                    <a:pt x="324" y="527"/>
                    <a:pt x="625" y="628"/>
                    <a:pt x="947" y="628"/>
                  </a:cubicBezTo>
                  <a:cubicBezTo>
                    <a:pt x="1269" y="628"/>
                    <a:pt x="1570" y="523"/>
                    <a:pt x="1744" y="353"/>
                  </a:cubicBezTo>
                  <a:cubicBezTo>
                    <a:pt x="1894" y="205"/>
                    <a:pt x="1758" y="0"/>
                    <a:pt x="1600" y="0"/>
                  </a:cubicBezTo>
                  <a:cubicBezTo>
                    <a:pt x="1552" y="0"/>
                    <a:pt x="1502" y="19"/>
                    <a:pt x="1458" y="63"/>
                  </a:cubicBezTo>
                  <a:cubicBezTo>
                    <a:pt x="1382" y="136"/>
                    <a:pt x="1204" y="223"/>
                    <a:pt x="947" y="223"/>
                  </a:cubicBezTo>
                  <a:cubicBezTo>
                    <a:pt x="690" y="223"/>
                    <a:pt x="513" y="136"/>
                    <a:pt x="436" y="63"/>
                  </a:cubicBezTo>
                  <a:cubicBezTo>
                    <a:pt x="392" y="19"/>
                    <a:pt x="342"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2"/>
            <p:cNvSpPr/>
            <p:nvPr/>
          </p:nvSpPr>
          <p:spPr>
            <a:xfrm>
              <a:off x="6706096" y="1983482"/>
              <a:ext cx="284984" cy="364895"/>
            </a:xfrm>
            <a:custGeom>
              <a:rect b="b" l="l" r="r" t="t"/>
              <a:pathLst>
                <a:path extrusionOk="0" h="13918" w="10870">
                  <a:moveTo>
                    <a:pt x="5435" y="409"/>
                  </a:moveTo>
                  <a:cubicBezTo>
                    <a:pt x="6079" y="409"/>
                    <a:pt x="6722" y="602"/>
                    <a:pt x="7273" y="990"/>
                  </a:cubicBezTo>
                  <a:cubicBezTo>
                    <a:pt x="7693" y="1290"/>
                    <a:pt x="8015" y="1703"/>
                    <a:pt x="8204" y="2181"/>
                  </a:cubicBezTo>
                  <a:lnTo>
                    <a:pt x="7831" y="2181"/>
                  </a:lnTo>
                  <a:cubicBezTo>
                    <a:pt x="7559" y="2181"/>
                    <a:pt x="7559" y="2587"/>
                    <a:pt x="7831" y="2587"/>
                  </a:cubicBezTo>
                  <a:lnTo>
                    <a:pt x="8704" y="2587"/>
                  </a:lnTo>
                  <a:cubicBezTo>
                    <a:pt x="8711" y="2587"/>
                    <a:pt x="8718" y="2594"/>
                    <a:pt x="8718" y="2601"/>
                  </a:cubicBezTo>
                  <a:lnTo>
                    <a:pt x="8718" y="3474"/>
                  </a:lnTo>
                  <a:cubicBezTo>
                    <a:pt x="8718" y="3482"/>
                    <a:pt x="8711" y="3489"/>
                    <a:pt x="8704" y="3489"/>
                  </a:cubicBezTo>
                  <a:lnTo>
                    <a:pt x="2163" y="3489"/>
                  </a:lnTo>
                  <a:cubicBezTo>
                    <a:pt x="2155" y="3489"/>
                    <a:pt x="2152" y="3482"/>
                    <a:pt x="2152" y="3474"/>
                  </a:cubicBezTo>
                  <a:lnTo>
                    <a:pt x="2152" y="2601"/>
                  </a:lnTo>
                  <a:cubicBezTo>
                    <a:pt x="2152" y="2594"/>
                    <a:pt x="2155" y="2587"/>
                    <a:pt x="2166" y="2587"/>
                  </a:cubicBezTo>
                  <a:lnTo>
                    <a:pt x="6962" y="2587"/>
                  </a:lnTo>
                  <a:cubicBezTo>
                    <a:pt x="7230" y="2587"/>
                    <a:pt x="7230" y="2181"/>
                    <a:pt x="6962" y="2181"/>
                  </a:cubicBezTo>
                  <a:lnTo>
                    <a:pt x="2663" y="2181"/>
                  </a:lnTo>
                  <a:cubicBezTo>
                    <a:pt x="2854" y="1703"/>
                    <a:pt x="3177" y="1290"/>
                    <a:pt x="3593" y="990"/>
                  </a:cubicBezTo>
                  <a:cubicBezTo>
                    <a:pt x="4146" y="602"/>
                    <a:pt x="4790" y="409"/>
                    <a:pt x="5435" y="409"/>
                  </a:cubicBezTo>
                  <a:close/>
                  <a:moveTo>
                    <a:pt x="2833" y="3894"/>
                  </a:moveTo>
                  <a:lnTo>
                    <a:pt x="2833" y="4344"/>
                  </a:lnTo>
                  <a:cubicBezTo>
                    <a:pt x="2833" y="4470"/>
                    <a:pt x="2728" y="4575"/>
                    <a:pt x="2601" y="4575"/>
                  </a:cubicBezTo>
                  <a:lnTo>
                    <a:pt x="2369" y="4575"/>
                  </a:lnTo>
                  <a:lnTo>
                    <a:pt x="2369" y="3894"/>
                  </a:lnTo>
                  <a:close/>
                  <a:moveTo>
                    <a:pt x="8501" y="3894"/>
                  </a:moveTo>
                  <a:lnTo>
                    <a:pt x="8501" y="4575"/>
                  </a:lnTo>
                  <a:lnTo>
                    <a:pt x="8269" y="4575"/>
                  </a:lnTo>
                  <a:cubicBezTo>
                    <a:pt x="8139" y="4575"/>
                    <a:pt x="8037" y="4474"/>
                    <a:pt x="8037" y="4344"/>
                  </a:cubicBezTo>
                  <a:lnTo>
                    <a:pt x="8037" y="3894"/>
                  </a:lnTo>
                  <a:close/>
                  <a:moveTo>
                    <a:pt x="7628" y="3894"/>
                  </a:moveTo>
                  <a:lnTo>
                    <a:pt x="7628" y="4344"/>
                  </a:lnTo>
                  <a:cubicBezTo>
                    <a:pt x="7628" y="4695"/>
                    <a:pt x="7914" y="4981"/>
                    <a:pt x="8265" y="4985"/>
                  </a:cubicBezTo>
                  <a:lnTo>
                    <a:pt x="8595" y="4985"/>
                  </a:lnTo>
                  <a:cubicBezTo>
                    <a:pt x="8798" y="4985"/>
                    <a:pt x="8953" y="5158"/>
                    <a:pt x="8932" y="5361"/>
                  </a:cubicBezTo>
                  <a:cubicBezTo>
                    <a:pt x="8917" y="5531"/>
                    <a:pt x="8751" y="5665"/>
                    <a:pt x="8562" y="5665"/>
                  </a:cubicBezTo>
                  <a:lnTo>
                    <a:pt x="8472" y="5665"/>
                  </a:lnTo>
                  <a:lnTo>
                    <a:pt x="8472" y="5658"/>
                  </a:lnTo>
                  <a:cubicBezTo>
                    <a:pt x="8472" y="5542"/>
                    <a:pt x="8381" y="5452"/>
                    <a:pt x="8269" y="5452"/>
                  </a:cubicBezTo>
                  <a:cubicBezTo>
                    <a:pt x="8157" y="5452"/>
                    <a:pt x="8066" y="5542"/>
                    <a:pt x="8066" y="5658"/>
                  </a:cubicBezTo>
                  <a:cubicBezTo>
                    <a:pt x="8063" y="5904"/>
                    <a:pt x="8030" y="6151"/>
                    <a:pt x="7961" y="6390"/>
                  </a:cubicBezTo>
                  <a:cubicBezTo>
                    <a:pt x="7820" y="6082"/>
                    <a:pt x="7516" y="5883"/>
                    <a:pt x="7179" y="5883"/>
                  </a:cubicBezTo>
                  <a:lnTo>
                    <a:pt x="3691" y="5883"/>
                  </a:lnTo>
                  <a:cubicBezTo>
                    <a:pt x="3354" y="5883"/>
                    <a:pt x="3050" y="6082"/>
                    <a:pt x="2912" y="6390"/>
                  </a:cubicBezTo>
                  <a:cubicBezTo>
                    <a:pt x="2840" y="6151"/>
                    <a:pt x="2807" y="5901"/>
                    <a:pt x="2807" y="5651"/>
                  </a:cubicBezTo>
                  <a:cubicBezTo>
                    <a:pt x="2807" y="5517"/>
                    <a:pt x="2705" y="5450"/>
                    <a:pt x="2603" y="5450"/>
                  </a:cubicBezTo>
                  <a:cubicBezTo>
                    <a:pt x="2500" y="5450"/>
                    <a:pt x="2398" y="5517"/>
                    <a:pt x="2398" y="5651"/>
                  </a:cubicBezTo>
                  <a:lnTo>
                    <a:pt x="2398" y="5665"/>
                  </a:lnTo>
                  <a:lnTo>
                    <a:pt x="2275" y="5665"/>
                  </a:lnTo>
                  <a:cubicBezTo>
                    <a:pt x="2072" y="5665"/>
                    <a:pt x="1916" y="5492"/>
                    <a:pt x="1935" y="5289"/>
                  </a:cubicBezTo>
                  <a:cubicBezTo>
                    <a:pt x="1953" y="5119"/>
                    <a:pt x="2116" y="4985"/>
                    <a:pt x="2304" y="4985"/>
                  </a:cubicBezTo>
                  <a:lnTo>
                    <a:pt x="2601" y="4985"/>
                  </a:lnTo>
                  <a:cubicBezTo>
                    <a:pt x="2952" y="4985"/>
                    <a:pt x="3238" y="4698"/>
                    <a:pt x="3238" y="4344"/>
                  </a:cubicBezTo>
                  <a:lnTo>
                    <a:pt x="3238" y="3894"/>
                  </a:lnTo>
                  <a:close/>
                  <a:moveTo>
                    <a:pt x="2456" y="6249"/>
                  </a:moveTo>
                  <a:cubicBezTo>
                    <a:pt x="2525" y="6593"/>
                    <a:pt x="2652" y="6922"/>
                    <a:pt x="2833" y="7219"/>
                  </a:cubicBezTo>
                  <a:lnTo>
                    <a:pt x="2833" y="8704"/>
                  </a:lnTo>
                  <a:cubicBezTo>
                    <a:pt x="2833" y="8878"/>
                    <a:pt x="2851" y="9055"/>
                    <a:pt x="2887" y="9229"/>
                  </a:cubicBezTo>
                  <a:lnTo>
                    <a:pt x="1467" y="9646"/>
                  </a:lnTo>
                  <a:cubicBezTo>
                    <a:pt x="1413" y="9501"/>
                    <a:pt x="1359" y="9193"/>
                    <a:pt x="1630" y="8816"/>
                  </a:cubicBezTo>
                  <a:cubicBezTo>
                    <a:pt x="1945" y="8378"/>
                    <a:pt x="1953" y="8074"/>
                    <a:pt x="1960" y="7654"/>
                  </a:cubicBezTo>
                  <a:cubicBezTo>
                    <a:pt x="1960" y="7618"/>
                    <a:pt x="1960" y="7578"/>
                    <a:pt x="1964" y="7534"/>
                  </a:cubicBezTo>
                  <a:cubicBezTo>
                    <a:pt x="1974" y="7067"/>
                    <a:pt x="2101" y="6875"/>
                    <a:pt x="2239" y="6651"/>
                  </a:cubicBezTo>
                  <a:cubicBezTo>
                    <a:pt x="2326" y="6524"/>
                    <a:pt x="2398" y="6390"/>
                    <a:pt x="2456" y="6249"/>
                  </a:cubicBezTo>
                  <a:close/>
                  <a:moveTo>
                    <a:pt x="8414" y="6249"/>
                  </a:moveTo>
                  <a:cubicBezTo>
                    <a:pt x="8468" y="6390"/>
                    <a:pt x="8541" y="6527"/>
                    <a:pt x="8628" y="6651"/>
                  </a:cubicBezTo>
                  <a:cubicBezTo>
                    <a:pt x="8769" y="6875"/>
                    <a:pt x="8892" y="7067"/>
                    <a:pt x="8903" y="7534"/>
                  </a:cubicBezTo>
                  <a:cubicBezTo>
                    <a:pt x="8903" y="7578"/>
                    <a:pt x="8903" y="7618"/>
                    <a:pt x="8906" y="7654"/>
                  </a:cubicBezTo>
                  <a:cubicBezTo>
                    <a:pt x="8914" y="8074"/>
                    <a:pt x="8921" y="8378"/>
                    <a:pt x="9240" y="8816"/>
                  </a:cubicBezTo>
                  <a:cubicBezTo>
                    <a:pt x="9508" y="9189"/>
                    <a:pt x="9453" y="9497"/>
                    <a:pt x="9399" y="9646"/>
                  </a:cubicBezTo>
                  <a:lnTo>
                    <a:pt x="7983" y="9229"/>
                  </a:lnTo>
                  <a:cubicBezTo>
                    <a:pt x="8015" y="9055"/>
                    <a:pt x="8034" y="8882"/>
                    <a:pt x="8034" y="8704"/>
                  </a:cubicBezTo>
                  <a:lnTo>
                    <a:pt x="8034" y="7219"/>
                  </a:lnTo>
                  <a:cubicBezTo>
                    <a:pt x="8215" y="6922"/>
                    <a:pt x="8345" y="6593"/>
                    <a:pt x="8414" y="6249"/>
                  </a:cubicBezTo>
                  <a:close/>
                  <a:moveTo>
                    <a:pt x="7175" y="6292"/>
                  </a:moveTo>
                  <a:cubicBezTo>
                    <a:pt x="7425" y="6296"/>
                    <a:pt x="7624" y="6495"/>
                    <a:pt x="7628" y="6745"/>
                  </a:cubicBezTo>
                  <a:lnTo>
                    <a:pt x="7628" y="8704"/>
                  </a:lnTo>
                  <a:cubicBezTo>
                    <a:pt x="7624" y="9914"/>
                    <a:pt x="6643" y="10895"/>
                    <a:pt x="5433" y="10899"/>
                  </a:cubicBezTo>
                  <a:cubicBezTo>
                    <a:pt x="4223" y="10895"/>
                    <a:pt x="3242" y="9914"/>
                    <a:pt x="3242" y="8704"/>
                  </a:cubicBezTo>
                  <a:lnTo>
                    <a:pt x="3242" y="6745"/>
                  </a:lnTo>
                  <a:cubicBezTo>
                    <a:pt x="3242" y="6495"/>
                    <a:pt x="3441" y="6296"/>
                    <a:pt x="3691" y="6292"/>
                  </a:cubicBezTo>
                  <a:close/>
                  <a:moveTo>
                    <a:pt x="5433" y="0"/>
                  </a:moveTo>
                  <a:cubicBezTo>
                    <a:pt x="4705" y="0"/>
                    <a:pt x="3977" y="220"/>
                    <a:pt x="3354" y="660"/>
                  </a:cubicBezTo>
                  <a:cubicBezTo>
                    <a:pt x="2829" y="1037"/>
                    <a:pt x="2438" y="1566"/>
                    <a:pt x="2232" y="2181"/>
                  </a:cubicBezTo>
                  <a:lnTo>
                    <a:pt x="2166" y="2181"/>
                  </a:lnTo>
                  <a:cubicBezTo>
                    <a:pt x="1931" y="2181"/>
                    <a:pt x="1743" y="2370"/>
                    <a:pt x="1743" y="2601"/>
                  </a:cubicBezTo>
                  <a:lnTo>
                    <a:pt x="1743" y="3474"/>
                  </a:lnTo>
                  <a:cubicBezTo>
                    <a:pt x="1743" y="3626"/>
                    <a:pt x="1826" y="3768"/>
                    <a:pt x="1960" y="3844"/>
                  </a:cubicBezTo>
                  <a:lnTo>
                    <a:pt x="1960" y="4659"/>
                  </a:lnTo>
                  <a:cubicBezTo>
                    <a:pt x="1323" y="4948"/>
                    <a:pt x="1409" y="5886"/>
                    <a:pt x="2094" y="6053"/>
                  </a:cubicBezTo>
                  <a:cubicBezTo>
                    <a:pt x="2047" y="6191"/>
                    <a:pt x="1978" y="6317"/>
                    <a:pt x="1898" y="6433"/>
                  </a:cubicBezTo>
                  <a:cubicBezTo>
                    <a:pt x="1746" y="6672"/>
                    <a:pt x="1572" y="6944"/>
                    <a:pt x="1558" y="7527"/>
                  </a:cubicBezTo>
                  <a:cubicBezTo>
                    <a:pt x="1558" y="7570"/>
                    <a:pt x="1558" y="7610"/>
                    <a:pt x="1554" y="7650"/>
                  </a:cubicBezTo>
                  <a:cubicBezTo>
                    <a:pt x="1547" y="8045"/>
                    <a:pt x="1543" y="8244"/>
                    <a:pt x="1301" y="8581"/>
                  </a:cubicBezTo>
                  <a:cubicBezTo>
                    <a:pt x="939" y="9077"/>
                    <a:pt x="997" y="9519"/>
                    <a:pt x="1076" y="9762"/>
                  </a:cubicBezTo>
                  <a:cubicBezTo>
                    <a:pt x="439" y="9957"/>
                    <a:pt x="4" y="10544"/>
                    <a:pt x="1" y="11210"/>
                  </a:cubicBezTo>
                  <a:lnTo>
                    <a:pt x="1" y="13717"/>
                  </a:lnTo>
                  <a:cubicBezTo>
                    <a:pt x="1" y="13851"/>
                    <a:pt x="102" y="13918"/>
                    <a:pt x="203" y="13918"/>
                  </a:cubicBezTo>
                  <a:cubicBezTo>
                    <a:pt x="305" y="13918"/>
                    <a:pt x="406" y="13851"/>
                    <a:pt x="406" y="13717"/>
                  </a:cubicBezTo>
                  <a:lnTo>
                    <a:pt x="406" y="11207"/>
                  </a:lnTo>
                  <a:cubicBezTo>
                    <a:pt x="410" y="10718"/>
                    <a:pt x="732" y="10290"/>
                    <a:pt x="1199" y="10149"/>
                  </a:cubicBezTo>
                  <a:lnTo>
                    <a:pt x="1960" y="9925"/>
                  </a:lnTo>
                  <a:lnTo>
                    <a:pt x="1960" y="13717"/>
                  </a:lnTo>
                  <a:cubicBezTo>
                    <a:pt x="1960" y="13851"/>
                    <a:pt x="2062" y="13918"/>
                    <a:pt x="2165" y="13918"/>
                  </a:cubicBezTo>
                  <a:cubicBezTo>
                    <a:pt x="2267" y="13918"/>
                    <a:pt x="2369" y="13851"/>
                    <a:pt x="2369" y="13717"/>
                  </a:cubicBezTo>
                  <a:lnTo>
                    <a:pt x="2369" y="9805"/>
                  </a:lnTo>
                  <a:lnTo>
                    <a:pt x="2999" y="9617"/>
                  </a:lnTo>
                  <a:cubicBezTo>
                    <a:pt x="3014" y="9660"/>
                    <a:pt x="3032" y="9704"/>
                    <a:pt x="3050" y="9744"/>
                  </a:cubicBezTo>
                  <a:lnTo>
                    <a:pt x="3050" y="13717"/>
                  </a:lnTo>
                  <a:cubicBezTo>
                    <a:pt x="3050" y="13851"/>
                    <a:pt x="3152" y="13918"/>
                    <a:pt x="3255" y="13918"/>
                  </a:cubicBezTo>
                  <a:cubicBezTo>
                    <a:pt x="3357" y="13918"/>
                    <a:pt x="3459" y="13851"/>
                    <a:pt x="3459" y="13717"/>
                  </a:cubicBezTo>
                  <a:lnTo>
                    <a:pt x="3459" y="10395"/>
                  </a:lnTo>
                  <a:cubicBezTo>
                    <a:pt x="3957" y="10978"/>
                    <a:pt x="4680" y="11304"/>
                    <a:pt x="5433" y="11304"/>
                  </a:cubicBezTo>
                  <a:cubicBezTo>
                    <a:pt x="5583" y="11304"/>
                    <a:pt x="5735" y="11291"/>
                    <a:pt x="5886" y="11265"/>
                  </a:cubicBezTo>
                  <a:cubicBezTo>
                    <a:pt x="6791" y="11105"/>
                    <a:pt x="7545" y="10482"/>
                    <a:pt x="7867" y="9620"/>
                  </a:cubicBezTo>
                  <a:lnTo>
                    <a:pt x="8501" y="9805"/>
                  </a:lnTo>
                  <a:lnTo>
                    <a:pt x="8501" y="13717"/>
                  </a:lnTo>
                  <a:cubicBezTo>
                    <a:pt x="8501" y="13851"/>
                    <a:pt x="8602" y="13918"/>
                    <a:pt x="8704" y="13918"/>
                  </a:cubicBezTo>
                  <a:cubicBezTo>
                    <a:pt x="8805" y="13918"/>
                    <a:pt x="8906" y="13851"/>
                    <a:pt x="8906" y="13717"/>
                  </a:cubicBezTo>
                  <a:lnTo>
                    <a:pt x="8906" y="9925"/>
                  </a:lnTo>
                  <a:lnTo>
                    <a:pt x="9667" y="10149"/>
                  </a:lnTo>
                  <a:cubicBezTo>
                    <a:pt x="10138" y="10290"/>
                    <a:pt x="10456" y="10718"/>
                    <a:pt x="10460" y="11207"/>
                  </a:cubicBezTo>
                  <a:lnTo>
                    <a:pt x="10460" y="13717"/>
                  </a:lnTo>
                  <a:cubicBezTo>
                    <a:pt x="10460" y="13851"/>
                    <a:pt x="10562" y="13918"/>
                    <a:pt x="10665" y="13918"/>
                  </a:cubicBezTo>
                  <a:cubicBezTo>
                    <a:pt x="10767" y="13918"/>
                    <a:pt x="10869" y="13851"/>
                    <a:pt x="10869" y="13717"/>
                  </a:cubicBezTo>
                  <a:lnTo>
                    <a:pt x="10869" y="11207"/>
                  </a:lnTo>
                  <a:cubicBezTo>
                    <a:pt x="10866" y="10540"/>
                    <a:pt x="10428" y="9954"/>
                    <a:pt x="9794" y="9762"/>
                  </a:cubicBezTo>
                  <a:cubicBezTo>
                    <a:pt x="9873" y="9519"/>
                    <a:pt x="9931" y="9077"/>
                    <a:pt x="9569" y="8577"/>
                  </a:cubicBezTo>
                  <a:cubicBezTo>
                    <a:pt x="9327" y="8244"/>
                    <a:pt x="9323" y="8041"/>
                    <a:pt x="9316" y="7647"/>
                  </a:cubicBezTo>
                  <a:cubicBezTo>
                    <a:pt x="9316" y="7607"/>
                    <a:pt x="9312" y="7567"/>
                    <a:pt x="9312" y="7527"/>
                  </a:cubicBezTo>
                  <a:cubicBezTo>
                    <a:pt x="9298" y="6944"/>
                    <a:pt x="9124" y="6672"/>
                    <a:pt x="8972" y="6433"/>
                  </a:cubicBezTo>
                  <a:cubicBezTo>
                    <a:pt x="8888" y="6314"/>
                    <a:pt x="8823" y="6183"/>
                    <a:pt x="8772" y="6046"/>
                  </a:cubicBezTo>
                  <a:cubicBezTo>
                    <a:pt x="9077" y="5966"/>
                    <a:pt x="9301" y="5713"/>
                    <a:pt x="9341" y="5401"/>
                  </a:cubicBezTo>
                  <a:cubicBezTo>
                    <a:pt x="9374" y="5082"/>
                    <a:pt x="9200" y="4778"/>
                    <a:pt x="8906" y="4644"/>
                  </a:cubicBezTo>
                  <a:lnTo>
                    <a:pt x="8906" y="3844"/>
                  </a:lnTo>
                  <a:cubicBezTo>
                    <a:pt x="9040" y="3768"/>
                    <a:pt x="9124" y="3626"/>
                    <a:pt x="9124" y="3474"/>
                  </a:cubicBezTo>
                  <a:lnTo>
                    <a:pt x="9124" y="2601"/>
                  </a:lnTo>
                  <a:cubicBezTo>
                    <a:pt x="9124" y="2370"/>
                    <a:pt x="8935" y="2178"/>
                    <a:pt x="8704" y="2178"/>
                  </a:cubicBezTo>
                  <a:lnTo>
                    <a:pt x="8638" y="2178"/>
                  </a:lnTo>
                  <a:cubicBezTo>
                    <a:pt x="8432" y="1566"/>
                    <a:pt x="8037" y="1033"/>
                    <a:pt x="7512" y="660"/>
                  </a:cubicBezTo>
                  <a:cubicBezTo>
                    <a:pt x="6889" y="220"/>
                    <a:pt x="6161" y="0"/>
                    <a:pt x="5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2"/>
            <p:cNvSpPr/>
            <p:nvPr/>
          </p:nvSpPr>
          <p:spPr>
            <a:xfrm>
              <a:off x="6900368" y="2269201"/>
              <a:ext cx="10671" cy="79177"/>
            </a:xfrm>
            <a:custGeom>
              <a:rect b="b" l="l" r="r" t="t"/>
              <a:pathLst>
                <a:path extrusionOk="0" h="3020" w="407">
                  <a:moveTo>
                    <a:pt x="203" y="1"/>
                  </a:moveTo>
                  <a:cubicBezTo>
                    <a:pt x="91" y="1"/>
                    <a:pt x="1" y="91"/>
                    <a:pt x="1" y="204"/>
                  </a:cubicBezTo>
                  <a:lnTo>
                    <a:pt x="1" y="2819"/>
                  </a:lnTo>
                  <a:cubicBezTo>
                    <a:pt x="1" y="2953"/>
                    <a:pt x="102" y="3020"/>
                    <a:pt x="203" y="3020"/>
                  </a:cubicBezTo>
                  <a:cubicBezTo>
                    <a:pt x="305" y="3020"/>
                    <a:pt x="406" y="2953"/>
                    <a:pt x="406" y="2819"/>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2"/>
            <p:cNvSpPr/>
            <p:nvPr/>
          </p:nvSpPr>
          <p:spPr>
            <a:xfrm>
              <a:off x="6801134" y="2091996"/>
              <a:ext cx="26532" cy="13817"/>
            </a:xfrm>
            <a:custGeom>
              <a:rect b="b" l="l" r="r" t="t"/>
              <a:pathLst>
                <a:path extrusionOk="0" h="527" w="1012">
                  <a:moveTo>
                    <a:pt x="726" y="0"/>
                  </a:moveTo>
                  <a:cubicBezTo>
                    <a:pt x="707" y="0"/>
                    <a:pt x="686" y="3"/>
                    <a:pt x="664" y="9"/>
                  </a:cubicBezTo>
                  <a:lnTo>
                    <a:pt x="229" y="128"/>
                  </a:lnTo>
                  <a:cubicBezTo>
                    <a:pt x="1" y="190"/>
                    <a:pt x="44" y="523"/>
                    <a:pt x="280" y="527"/>
                  </a:cubicBezTo>
                  <a:lnTo>
                    <a:pt x="283" y="527"/>
                  </a:lnTo>
                  <a:cubicBezTo>
                    <a:pt x="298" y="527"/>
                    <a:pt x="316" y="527"/>
                    <a:pt x="334" y="520"/>
                  </a:cubicBezTo>
                  <a:lnTo>
                    <a:pt x="772" y="404"/>
                  </a:lnTo>
                  <a:cubicBezTo>
                    <a:pt x="1011" y="337"/>
                    <a:pt x="943" y="0"/>
                    <a:pt x="7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2"/>
            <p:cNvSpPr/>
            <p:nvPr/>
          </p:nvSpPr>
          <p:spPr>
            <a:xfrm>
              <a:off x="6869405" y="2091996"/>
              <a:ext cx="26899" cy="13869"/>
            </a:xfrm>
            <a:custGeom>
              <a:rect b="b" l="l" r="r" t="t"/>
              <a:pathLst>
                <a:path extrusionOk="0" h="529" w="1026">
                  <a:moveTo>
                    <a:pt x="286" y="0"/>
                  </a:moveTo>
                  <a:cubicBezTo>
                    <a:pt x="69" y="0"/>
                    <a:pt x="1" y="337"/>
                    <a:pt x="240" y="404"/>
                  </a:cubicBezTo>
                  <a:lnTo>
                    <a:pt x="678" y="520"/>
                  </a:lnTo>
                  <a:cubicBezTo>
                    <a:pt x="700" y="526"/>
                    <a:pt x="721" y="528"/>
                    <a:pt x="740" y="528"/>
                  </a:cubicBezTo>
                  <a:cubicBezTo>
                    <a:pt x="954" y="528"/>
                    <a:pt x="1026" y="192"/>
                    <a:pt x="783" y="128"/>
                  </a:cubicBezTo>
                  <a:lnTo>
                    <a:pt x="349" y="9"/>
                  </a:lnTo>
                  <a:cubicBezTo>
                    <a:pt x="327" y="3"/>
                    <a:pt x="306"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4" name="Google Shape;13674;p82"/>
          <p:cNvGrpSpPr/>
          <p:nvPr/>
        </p:nvGrpSpPr>
        <p:grpSpPr>
          <a:xfrm>
            <a:off x="6261526" y="2894671"/>
            <a:ext cx="273868" cy="365026"/>
            <a:chOff x="6261526" y="2894671"/>
            <a:chExt cx="273868" cy="365026"/>
          </a:xfrm>
        </p:grpSpPr>
        <p:sp>
          <p:nvSpPr>
            <p:cNvPr id="13675" name="Google Shape;13675;p82"/>
            <p:cNvSpPr/>
            <p:nvPr/>
          </p:nvSpPr>
          <p:spPr>
            <a:xfrm>
              <a:off x="6266848" y="3094239"/>
              <a:ext cx="263224" cy="160215"/>
            </a:xfrm>
            <a:custGeom>
              <a:rect b="b" l="l" r="r" t="t"/>
              <a:pathLst>
                <a:path extrusionOk="0" h="6111" w="10040">
                  <a:moveTo>
                    <a:pt x="3709" y="1"/>
                  </a:moveTo>
                  <a:lnTo>
                    <a:pt x="3709" y="1127"/>
                  </a:lnTo>
                  <a:cubicBezTo>
                    <a:pt x="3709" y="1497"/>
                    <a:pt x="3477" y="1830"/>
                    <a:pt x="3126" y="1953"/>
                  </a:cubicBezTo>
                  <a:lnTo>
                    <a:pt x="873" y="2746"/>
                  </a:lnTo>
                  <a:cubicBezTo>
                    <a:pt x="348" y="2931"/>
                    <a:pt x="1" y="3427"/>
                    <a:pt x="1" y="3981"/>
                  </a:cubicBezTo>
                  <a:lnTo>
                    <a:pt x="1" y="6111"/>
                  </a:lnTo>
                  <a:lnTo>
                    <a:pt x="10040" y="6111"/>
                  </a:lnTo>
                  <a:lnTo>
                    <a:pt x="10040" y="3981"/>
                  </a:lnTo>
                  <a:cubicBezTo>
                    <a:pt x="10040" y="3427"/>
                    <a:pt x="9689" y="2934"/>
                    <a:pt x="9167" y="2750"/>
                  </a:cubicBezTo>
                  <a:lnTo>
                    <a:pt x="6911" y="1953"/>
                  </a:lnTo>
                  <a:cubicBezTo>
                    <a:pt x="6563" y="1830"/>
                    <a:pt x="6328" y="1497"/>
                    <a:pt x="6328" y="1127"/>
                  </a:cubicBezTo>
                  <a:lnTo>
                    <a:pt x="632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2"/>
            <p:cNvSpPr/>
            <p:nvPr/>
          </p:nvSpPr>
          <p:spPr>
            <a:xfrm>
              <a:off x="6364089" y="3094239"/>
              <a:ext cx="68769" cy="36416"/>
            </a:xfrm>
            <a:custGeom>
              <a:rect b="b" l="l" r="r" t="t"/>
              <a:pathLst>
                <a:path extrusionOk="0" h="1389" w="2623">
                  <a:moveTo>
                    <a:pt x="0" y="1"/>
                  </a:moveTo>
                  <a:lnTo>
                    <a:pt x="0" y="1131"/>
                  </a:lnTo>
                  <a:cubicBezTo>
                    <a:pt x="420" y="1303"/>
                    <a:pt x="866" y="1389"/>
                    <a:pt x="1311" y="1389"/>
                  </a:cubicBezTo>
                  <a:cubicBezTo>
                    <a:pt x="1757" y="1389"/>
                    <a:pt x="2202" y="1303"/>
                    <a:pt x="2622" y="1131"/>
                  </a:cubicBezTo>
                  <a:lnTo>
                    <a:pt x="262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2"/>
            <p:cNvSpPr/>
            <p:nvPr/>
          </p:nvSpPr>
          <p:spPr>
            <a:xfrm>
              <a:off x="6319440" y="3019912"/>
              <a:ext cx="158039" cy="85862"/>
            </a:xfrm>
            <a:custGeom>
              <a:rect b="b" l="l" r="r" t="t"/>
              <a:pathLst>
                <a:path extrusionOk="0" h="3275" w="6028">
                  <a:moveTo>
                    <a:pt x="1" y="0"/>
                  </a:moveTo>
                  <a:lnTo>
                    <a:pt x="23" y="438"/>
                  </a:lnTo>
                  <a:cubicBezTo>
                    <a:pt x="110" y="2028"/>
                    <a:pt x="1424" y="3274"/>
                    <a:pt x="3014" y="3274"/>
                  </a:cubicBezTo>
                  <a:cubicBezTo>
                    <a:pt x="4608" y="3274"/>
                    <a:pt x="5919" y="2028"/>
                    <a:pt x="6006" y="438"/>
                  </a:cubicBezTo>
                  <a:lnTo>
                    <a:pt x="602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2"/>
            <p:cNvSpPr/>
            <p:nvPr/>
          </p:nvSpPr>
          <p:spPr>
            <a:xfrm>
              <a:off x="6319440" y="3019912"/>
              <a:ext cx="158039" cy="85836"/>
            </a:xfrm>
            <a:custGeom>
              <a:rect b="b" l="l" r="r" t="t"/>
              <a:pathLst>
                <a:path extrusionOk="0" h="3274" w="6028">
                  <a:moveTo>
                    <a:pt x="1" y="0"/>
                  </a:moveTo>
                  <a:lnTo>
                    <a:pt x="23" y="438"/>
                  </a:lnTo>
                  <a:cubicBezTo>
                    <a:pt x="107" y="2055"/>
                    <a:pt x="1449" y="3273"/>
                    <a:pt x="3004" y="3273"/>
                  </a:cubicBezTo>
                  <a:cubicBezTo>
                    <a:pt x="3184" y="3273"/>
                    <a:pt x="3367" y="3257"/>
                    <a:pt x="3550" y="3223"/>
                  </a:cubicBezTo>
                  <a:cubicBezTo>
                    <a:pt x="2670" y="3060"/>
                    <a:pt x="1906" y="2514"/>
                    <a:pt x="1468" y="1728"/>
                  </a:cubicBezTo>
                  <a:cubicBezTo>
                    <a:pt x="1149" y="1152"/>
                    <a:pt x="1576" y="438"/>
                    <a:pt x="2239" y="438"/>
                  </a:cubicBezTo>
                  <a:lnTo>
                    <a:pt x="6006" y="435"/>
                  </a:lnTo>
                  <a:lnTo>
                    <a:pt x="602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2"/>
            <p:cNvSpPr/>
            <p:nvPr/>
          </p:nvSpPr>
          <p:spPr>
            <a:xfrm>
              <a:off x="6313069" y="2900230"/>
              <a:ext cx="170781" cy="85338"/>
            </a:xfrm>
            <a:custGeom>
              <a:rect b="b" l="l" r="r" t="t"/>
              <a:pathLst>
                <a:path extrusionOk="0" h="3255" w="6514">
                  <a:moveTo>
                    <a:pt x="225" y="0"/>
                  </a:moveTo>
                  <a:cubicBezTo>
                    <a:pt x="109" y="0"/>
                    <a:pt x="1" y="96"/>
                    <a:pt x="9" y="230"/>
                  </a:cubicBezTo>
                  <a:lnTo>
                    <a:pt x="172" y="3254"/>
                  </a:lnTo>
                  <a:lnTo>
                    <a:pt x="6343" y="3254"/>
                  </a:lnTo>
                  <a:lnTo>
                    <a:pt x="6506" y="230"/>
                  </a:lnTo>
                  <a:cubicBezTo>
                    <a:pt x="6514" y="96"/>
                    <a:pt x="6404" y="0"/>
                    <a:pt x="6288" y="0"/>
                  </a:cubicBezTo>
                  <a:cubicBezTo>
                    <a:pt x="6243" y="0"/>
                    <a:pt x="6198" y="14"/>
                    <a:pt x="6158" y="45"/>
                  </a:cubicBezTo>
                  <a:lnTo>
                    <a:pt x="4786" y="1074"/>
                  </a:lnTo>
                  <a:lnTo>
                    <a:pt x="1729" y="1074"/>
                  </a:lnTo>
                  <a:lnTo>
                    <a:pt x="356" y="45"/>
                  </a:lnTo>
                  <a:cubicBezTo>
                    <a:pt x="315" y="14"/>
                    <a:pt x="270" y="0"/>
                    <a:pt x="2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2"/>
            <p:cNvSpPr/>
            <p:nvPr/>
          </p:nvSpPr>
          <p:spPr>
            <a:xfrm>
              <a:off x="6317553" y="2909484"/>
              <a:ext cx="161814" cy="110454"/>
            </a:xfrm>
            <a:custGeom>
              <a:rect b="b" l="l" r="r" t="t"/>
              <a:pathLst>
                <a:path extrusionOk="0" h="4213" w="6172">
                  <a:moveTo>
                    <a:pt x="3086" y="0"/>
                  </a:moveTo>
                  <a:cubicBezTo>
                    <a:pt x="1464" y="4"/>
                    <a:pt x="116" y="1257"/>
                    <a:pt x="1" y="2876"/>
                  </a:cubicBezTo>
                  <a:lnTo>
                    <a:pt x="73" y="4212"/>
                  </a:lnTo>
                  <a:lnTo>
                    <a:pt x="6099" y="4212"/>
                  </a:lnTo>
                  <a:lnTo>
                    <a:pt x="6172" y="2876"/>
                  </a:lnTo>
                  <a:cubicBezTo>
                    <a:pt x="6056" y="1257"/>
                    <a:pt x="4709" y="0"/>
                    <a:pt x="308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2"/>
            <p:cNvSpPr/>
            <p:nvPr/>
          </p:nvSpPr>
          <p:spPr>
            <a:xfrm>
              <a:off x="6317553" y="2909484"/>
              <a:ext cx="95641" cy="110454"/>
            </a:xfrm>
            <a:custGeom>
              <a:rect b="b" l="l" r="r" t="t"/>
              <a:pathLst>
                <a:path extrusionOk="0" h="4213" w="3648">
                  <a:moveTo>
                    <a:pt x="3073" y="1"/>
                  </a:moveTo>
                  <a:cubicBezTo>
                    <a:pt x="1488" y="1"/>
                    <a:pt x="114" y="1229"/>
                    <a:pt x="1" y="2876"/>
                  </a:cubicBezTo>
                  <a:lnTo>
                    <a:pt x="73" y="4212"/>
                  </a:lnTo>
                  <a:lnTo>
                    <a:pt x="1196" y="4212"/>
                  </a:lnTo>
                  <a:lnTo>
                    <a:pt x="1123" y="2876"/>
                  </a:lnTo>
                  <a:cubicBezTo>
                    <a:pt x="1225" y="1470"/>
                    <a:pt x="2260" y="311"/>
                    <a:pt x="3648" y="54"/>
                  </a:cubicBezTo>
                  <a:cubicBezTo>
                    <a:pt x="3454" y="18"/>
                    <a:pt x="3262" y="1"/>
                    <a:pt x="30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2"/>
            <p:cNvSpPr/>
            <p:nvPr/>
          </p:nvSpPr>
          <p:spPr>
            <a:xfrm>
              <a:off x="6355542" y="3121977"/>
              <a:ext cx="85862" cy="29547"/>
            </a:xfrm>
            <a:custGeom>
              <a:rect b="b" l="l" r="r" t="t"/>
              <a:pathLst>
                <a:path extrusionOk="0" h="1127" w="3275">
                  <a:moveTo>
                    <a:pt x="326" y="0"/>
                  </a:moveTo>
                  <a:lnTo>
                    <a:pt x="326" y="73"/>
                  </a:lnTo>
                  <a:cubicBezTo>
                    <a:pt x="326" y="337"/>
                    <a:pt x="207" y="587"/>
                    <a:pt x="0" y="750"/>
                  </a:cubicBezTo>
                  <a:cubicBezTo>
                    <a:pt x="196" y="953"/>
                    <a:pt x="855" y="1127"/>
                    <a:pt x="1637" y="1127"/>
                  </a:cubicBezTo>
                  <a:cubicBezTo>
                    <a:pt x="2419" y="1127"/>
                    <a:pt x="3079" y="953"/>
                    <a:pt x="3274" y="750"/>
                  </a:cubicBezTo>
                  <a:cubicBezTo>
                    <a:pt x="3068" y="587"/>
                    <a:pt x="2948" y="337"/>
                    <a:pt x="2945" y="73"/>
                  </a:cubicBezTo>
                  <a:lnTo>
                    <a:pt x="2945" y="0"/>
                  </a:lnTo>
                  <a:cubicBezTo>
                    <a:pt x="2521" y="149"/>
                    <a:pt x="2078" y="223"/>
                    <a:pt x="1635" y="223"/>
                  </a:cubicBezTo>
                  <a:cubicBezTo>
                    <a:pt x="1193" y="223"/>
                    <a:pt x="750" y="149"/>
                    <a:pt x="3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2"/>
            <p:cNvSpPr/>
            <p:nvPr/>
          </p:nvSpPr>
          <p:spPr>
            <a:xfrm>
              <a:off x="6266848" y="3164790"/>
              <a:ext cx="263224" cy="89664"/>
            </a:xfrm>
            <a:custGeom>
              <a:rect b="b" l="l" r="r" t="t"/>
              <a:pathLst>
                <a:path extrusionOk="0" h="3420" w="10040">
                  <a:moveTo>
                    <a:pt x="1033" y="1"/>
                  </a:moveTo>
                  <a:lnTo>
                    <a:pt x="873" y="59"/>
                  </a:lnTo>
                  <a:cubicBezTo>
                    <a:pt x="352" y="243"/>
                    <a:pt x="1" y="736"/>
                    <a:pt x="1" y="1294"/>
                  </a:cubicBezTo>
                  <a:lnTo>
                    <a:pt x="1" y="3420"/>
                  </a:lnTo>
                  <a:lnTo>
                    <a:pt x="10040" y="3420"/>
                  </a:lnTo>
                  <a:lnTo>
                    <a:pt x="10040" y="1294"/>
                  </a:lnTo>
                  <a:cubicBezTo>
                    <a:pt x="10040" y="736"/>
                    <a:pt x="9689" y="243"/>
                    <a:pt x="9167" y="59"/>
                  </a:cubicBezTo>
                  <a:lnTo>
                    <a:pt x="9008" y="1"/>
                  </a:lnTo>
                  <a:cubicBezTo>
                    <a:pt x="8196" y="1439"/>
                    <a:pt x="6672" y="2330"/>
                    <a:pt x="5020" y="2330"/>
                  </a:cubicBezTo>
                  <a:cubicBezTo>
                    <a:pt x="3369" y="2330"/>
                    <a:pt x="1844" y="1439"/>
                    <a:pt x="10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2"/>
            <p:cNvSpPr/>
            <p:nvPr/>
          </p:nvSpPr>
          <p:spPr>
            <a:xfrm>
              <a:off x="6341201" y="2996920"/>
              <a:ext cx="45776" cy="41004"/>
            </a:xfrm>
            <a:custGeom>
              <a:rect b="b" l="l" r="r" t="t"/>
              <a:pathLst>
                <a:path extrusionOk="0" h="1564" w="1746">
                  <a:moveTo>
                    <a:pt x="630" y="1"/>
                  </a:moveTo>
                  <a:cubicBezTo>
                    <a:pt x="283" y="1"/>
                    <a:pt x="0" y="283"/>
                    <a:pt x="0" y="627"/>
                  </a:cubicBezTo>
                  <a:cubicBezTo>
                    <a:pt x="0" y="1029"/>
                    <a:pt x="272" y="1377"/>
                    <a:pt x="663" y="1475"/>
                  </a:cubicBezTo>
                  <a:lnTo>
                    <a:pt x="935" y="1543"/>
                  </a:lnTo>
                  <a:cubicBezTo>
                    <a:pt x="989" y="1557"/>
                    <a:pt x="1043" y="1564"/>
                    <a:pt x="1096" y="1564"/>
                  </a:cubicBezTo>
                  <a:cubicBezTo>
                    <a:pt x="1445" y="1564"/>
                    <a:pt x="1746" y="1278"/>
                    <a:pt x="1746" y="910"/>
                  </a:cubicBezTo>
                  <a:lnTo>
                    <a:pt x="1746" y="627"/>
                  </a:lnTo>
                  <a:cubicBezTo>
                    <a:pt x="1746" y="283"/>
                    <a:pt x="1467" y="1"/>
                    <a:pt x="111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2"/>
            <p:cNvSpPr/>
            <p:nvPr/>
          </p:nvSpPr>
          <p:spPr>
            <a:xfrm>
              <a:off x="6409838" y="2997025"/>
              <a:ext cx="45802" cy="40978"/>
            </a:xfrm>
            <a:custGeom>
              <a:rect b="b" l="l" r="r" t="t"/>
              <a:pathLst>
                <a:path extrusionOk="0" h="1563" w="1747">
                  <a:moveTo>
                    <a:pt x="631" y="0"/>
                  </a:moveTo>
                  <a:cubicBezTo>
                    <a:pt x="283" y="0"/>
                    <a:pt x="1" y="283"/>
                    <a:pt x="1" y="627"/>
                  </a:cubicBezTo>
                  <a:lnTo>
                    <a:pt x="1" y="909"/>
                  </a:lnTo>
                  <a:cubicBezTo>
                    <a:pt x="1" y="1278"/>
                    <a:pt x="306" y="1562"/>
                    <a:pt x="657" y="1562"/>
                  </a:cubicBezTo>
                  <a:cubicBezTo>
                    <a:pt x="709" y="1562"/>
                    <a:pt x="762" y="1556"/>
                    <a:pt x="816" y="1543"/>
                  </a:cubicBezTo>
                  <a:lnTo>
                    <a:pt x="1087" y="1474"/>
                  </a:lnTo>
                  <a:cubicBezTo>
                    <a:pt x="1475" y="1376"/>
                    <a:pt x="1746" y="1029"/>
                    <a:pt x="1746" y="627"/>
                  </a:cubicBezTo>
                  <a:cubicBezTo>
                    <a:pt x="1746" y="283"/>
                    <a:pt x="1468" y="0"/>
                    <a:pt x="11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82"/>
            <p:cNvSpPr/>
            <p:nvPr/>
          </p:nvSpPr>
          <p:spPr>
            <a:xfrm>
              <a:off x="6341201" y="2997025"/>
              <a:ext cx="45776" cy="28420"/>
            </a:xfrm>
            <a:custGeom>
              <a:rect b="b" l="l" r="r" t="t"/>
              <a:pathLst>
                <a:path extrusionOk="0" h="1084" w="1746">
                  <a:moveTo>
                    <a:pt x="630" y="0"/>
                  </a:moveTo>
                  <a:cubicBezTo>
                    <a:pt x="283" y="0"/>
                    <a:pt x="0" y="283"/>
                    <a:pt x="0" y="627"/>
                  </a:cubicBezTo>
                  <a:cubicBezTo>
                    <a:pt x="0" y="743"/>
                    <a:pt x="26" y="859"/>
                    <a:pt x="73" y="964"/>
                  </a:cubicBezTo>
                  <a:cubicBezTo>
                    <a:pt x="178" y="754"/>
                    <a:pt x="395" y="620"/>
                    <a:pt x="630" y="620"/>
                  </a:cubicBezTo>
                  <a:lnTo>
                    <a:pt x="1119" y="620"/>
                  </a:lnTo>
                  <a:cubicBezTo>
                    <a:pt x="1402" y="620"/>
                    <a:pt x="1648" y="808"/>
                    <a:pt x="1721" y="1083"/>
                  </a:cubicBezTo>
                  <a:cubicBezTo>
                    <a:pt x="1739" y="1025"/>
                    <a:pt x="1746" y="967"/>
                    <a:pt x="1746" y="909"/>
                  </a:cubicBezTo>
                  <a:lnTo>
                    <a:pt x="1746" y="627"/>
                  </a:lnTo>
                  <a:cubicBezTo>
                    <a:pt x="1746" y="283"/>
                    <a:pt x="1467" y="0"/>
                    <a:pt x="1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2"/>
            <p:cNvSpPr/>
            <p:nvPr/>
          </p:nvSpPr>
          <p:spPr>
            <a:xfrm>
              <a:off x="6409838" y="2997025"/>
              <a:ext cx="45802" cy="28315"/>
            </a:xfrm>
            <a:custGeom>
              <a:rect b="b" l="l" r="r" t="t"/>
              <a:pathLst>
                <a:path extrusionOk="0" h="1080" w="1747">
                  <a:moveTo>
                    <a:pt x="631" y="0"/>
                  </a:moveTo>
                  <a:cubicBezTo>
                    <a:pt x="283" y="0"/>
                    <a:pt x="1" y="279"/>
                    <a:pt x="1" y="627"/>
                  </a:cubicBezTo>
                  <a:lnTo>
                    <a:pt x="1" y="906"/>
                  </a:lnTo>
                  <a:cubicBezTo>
                    <a:pt x="1" y="964"/>
                    <a:pt x="12" y="1022"/>
                    <a:pt x="26" y="1080"/>
                  </a:cubicBezTo>
                  <a:cubicBezTo>
                    <a:pt x="102" y="808"/>
                    <a:pt x="348" y="620"/>
                    <a:pt x="631" y="620"/>
                  </a:cubicBezTo>
                  <a:lnTo>
                    <a:pt x="1120" y="620"/>
                  </a:lnTo>
                  <a:cubicBezTo>
                    <a:pt x="1355" y="620"/>
                    <a:pt x="1569" y="754"/>
                    <a:pt x="1678" y="964"/>
                  </a:cubicBezTo>
                  <a:cubicBezTo>
                    <a:pt x="1721" y="859"/>
                    <a:pt x="1746" y="743"/>
                    <a:pt x="1746" y="627"/>
                  </a:cubicBezTo>
                  <a:cubicBezTo>
                    <a:pt x="1746" y="279"/>
                    <a:pt x="1468" y="0"/>
                    <a:pt x="112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2"/>
            <p:cNvSpPr/>
            <p:nvPr/>
          </p:nvSpPr>
          <p:spPr>
            <a:xfrm>
              <a:off x="6261526" y="2894671"/>
              <a:ext cx="273868" cy="365026"/>
            </a:xfrm>
            <a:custGeom>
              <a:rect b="b" l="l" r="r" t="t"/>
              <a:pathLst>
                <a:path extrusionOk="0" h="13923" w="10446">
                  <a:moveTo>
                    <a:pt x="8253" y="417"/>
                  </a:moveTo>
                  <a:cubicBezTo>
                    <a:pt x="8262" y="417"/>
                    <a:pt x="8269" y="423"/>
                    <a:pt x="8269" y="431"/>
                  </a:cubicBezTo>
                  <a:lnTo>
                    <a:pt x="8175" y="2184"/>
                  </a:lnTo>
                  <a:cubicBezTo>
                    <a:pt x="8001" y="1836"/>
                    <a:pt x="7766" y="1521"/>
                    <a:pt x="7483" y="1257"/>
                  </a:cubicBezTo>
                  <a:cubicBezTo>
                    <a:pt x="7429" y="1206"/>
                    <a:pt x="7378" y="1159"/>
                    <a:pt x="7320" y="1116"/>
                  </a:cubicBezTo>
                  <a:lnTo>
                    <a:pt x="8244" y="420"/>
                  </a:lnTo>
                  <a:cubicBezTo>
                    <a:pt x="8247" y="418"/>
                    <a:pt x="8250" y="417"/>
                    <a:pt x="8253" y="417"/>
                  </a:cubicBezTo>
                  <a:close/>
                  <a:moveTo>
                    <a:pt x="2192" y="415"/>
                  </a:moveTo>
                  <a:cubicBezTo>
                    <a:pt x="2195" y="415"/>
                    <a:pt x="2199" y="417"/>
                    <a:pt x="2203" y="420"/>
                  </a:cubicBezTo>
                  <a:lnTo>
                    <a:pt x="3126" y="1116"/>
                  </a:lnTo>
                  <a:lnTo>
                    <a:pt x="3112" y="1126"/>
                  </a:lnTo>
                  <a:cubicBezTo>
                    <a:pt x="2945" y="1264"/>
                    <a:pt x="3074" y="1490"/>
                    <a:pt x="3240" y="1490"/>
                  </a:cubicBezTo>
                  <a:cubicBezTo>
                    <a:pt x="3283" y="1490"/>
                    <a:pt x="3329" y="1475"/>
                    <a:pt x="3373" y="1438"/>
                  </a:cubicBezTo>
                  <a:cubicBezTo>
                    <a:pt x="3902" y="998"/>
                    <a:pt x="4558" y="770"/>
                    <a:pt x="5221" y="770"/>
                  </a:cubicBezTo>
                  <a:cubicBezTo>
                    <a:pt x="5603" y="770"/>
                    <a:pt x="5986" y="845"/>
                    <a:pt x="6350" y="1000"/>
                  </a:cubicBezTo>
                  <a:cubicBezTo>
                    <a:pt x="7349" y="1420"/>
                    <a:pt x="8026" y="2365"/>
                    <a:pt x="8106" y="3448"/>
                  </a:cubicBezTo>
                  <a:lnTo>
                    <a:pt x="8045" y="4571"/>
                  </a:lnTo>
                  <a:lnTo>
                    <a:pt x="7610" y="4571"/>
                  </a:lnTo>
                  <a:lnTo>
                    <a:pt x="7610" y="4531"/>
                  </a:lnTo>
                  <a:cubicBezTo>
                    <a:pt x="7606" y="4071"/>
                    <a:pt x="7237" y="3698"/>
                    <a:pt x="6777" y="3698"/>
                  </a:cubicBezTo>
                  <a:lnTo>
                    <a:pt x="6288" y="3698"/>
                  </a:lnTo>
                  <a:cubicBezTo>
                    <a:pt x="5882" y="3698"/>
                    <a:pt x="5538" y="3988"/>
                    <a:pt x="5469" y="4382"/>
                  </a:cubicBezTo>
                  <a:cubicBezTo>
                    <a:pt x="5388" y="4362"/>
                    <a:pt x="5305" y="4352"/>
                    <a:pt x="5222" y="4352"/>
                  </a:cubicBezTo>
                  <a:cubicBezTo>
                    <a:pt x="5139" y="4352"/>
                    <a:pt x="5057" y="4362"/>
                    <a:pt x="4977" y="4382"/>
                  </a:cubicBezTo>
                  <a:cubicBezTo>
                    <a:pt x="4904" y="3988"/>
                    <a:pt x="4560" y="3698"/>
                    <a:pt x="4158" y="3698"/>
                  </a:cubicBezTo>
                  <a:lnTo>
                    <a:pt x="3666" y="3698"/>
                  </a:lnTo>
                  <a:cubicBezTo>
                    <a:pt x="3210" y="3698"/>
                    <a:pt x="2836" y="4071"/>
                    <a:pt x="2836" y="4531"/>
                  </a:cubicBezTo>
                  <a:lnTo>
                    <a:pt x="2836" y="4571"/>
                  </a:lnTo>
                  <a:lnTo>
                    <a:pt x="2398" y="4571"/>
                  </a:lnTo>
                  <a:lnTo>
                    <a:pt x="2340" y="3448"/>
                  </a:lnTo>
                  <a:cubicBezTo>
                    <a:pt x="2377" y="2948"/>
                    <a:pt x="2543" y="2466"/>
                    <a:pt x="2822" y="2050"/>
                  </a:cubicBezTo>
                  <a:cubicBezTo>
                    <a:pt x="2934" y="1889"/>
                    <a:pt x="2793" y="1727"/>
                    <a:pt x="2648" y="1727"/>
                  </a:cubicBezTo>
                  <a:cubicBezTo>
                    <a:pt x="2587" y="1727"/>
                    <a:pt x="2526" y="1756"/>
                    <a:pt x="2482" y="1825"/>
                  </a:cubicBezTo>
                  <a:cubicBezTo>
                    <a:pt x="2406" y="1941"/>
                    <a:pt x="2333" y="2061"/>
                    <a:pt x="2272" y="2188"/>
                  </a:cubicBezTo>
                  <a:lnTo>
                    <a:pt x="2177" y="431"/>
                  </a:lnTo>
                  <a:cubicBezTo>
                    <a:pt x="2177" y="424"/>
                    <a:pt x="2181" y="420"/>
                    <a:pt x="2185" y="420"/>
                  </a:cubicBezTo>
                  <a:cubicBezTo>
                    <a:pt x="2186" y="417"/>
                    <a:pt x="2189" y="415"/>
                    <a:pt x="2192" y="415"/>
                  </a:cubicBezTo>
                  <a:close/>
                  <a:moveTo>
                    <a:pt x="4158" y="4107"/>
                  </a:moveTo>
                  <a:cubicBezTo>
                    <a:pt x="4394" y="4107"/>
                    <a:pt x="4582" y="4295"/>
                    <a:pt x="4582" y="4531"/>
                  </a:cubicBezTo>
                  <a:lnTo>
                    <a:pt x="4582" y="4810"/>
                  </a:lnTo>
                  <a:cubicBezTo>
                    <a:pt x="4582" y="5066"/>
                    <a:pt x="4373" y="5261"/>
                    <a:pt x="4129" y="5261"/>
                  </a:cubicBezTo>
                  <a:cubicBezTo>
                    <a:pt x="4094" y="5261"/>
                    <a:pt x="4057" y="5257"/>
                    <a:pt x="4021" y="5248"/>
                  </a:cubicBezTo>
                  <a:lnTo>
                    <a:pt x="3749" y="5179"/>
                  </a:lnTo>
                  <a:cubicBezTo>
                    <a:pt x="3452" y="5107"/>
                    <a:pt x="3242" y="4839"/>
                    <a:pt x="3242" y="4531"/>
                  </a:cubicBezTo>
                  <a:cubicBezTo>
                    <a:pt x="3242" y="4295"/>
                    <a:pt x="3434" y="4107"/>
                    <a:pt x="3669" y="4107"/>
                  </a:cubicBezTo>
                  <a:close/>
                  <a:moveTo>
                    <a:pt x="6777" y="4107"/>
                  </a:moveTo>
                  <a:cubicBezTo>
                    <a:pt x="7012" y="4107"/>
                    <a:pt x="7201" y="4295"/>
                    <a:pt x="7201" y="4531"/>
                  </a:cubicBezTo>
                  <a:cubicBezTo>
                    <a:pt x="7201" y="4839"/>
                    <a:pt x="6994" y="5107"/>
                    <a:pt x="6694" y="5179"/>
                  </a:cubicBezTo>
                  <a:lnTo>
                    <a:pt x="6422" y="5248"/>
                  </a:lnTo>
                  <a:cubicBezTo>
                    <a:pt x="6386" y="5257"/>
                    <a:pt x="6350" y="5261"/>
                    <a:pt x="6315" y="5261"/>
                  </a:cubicBezTo>
                  <a:cubicBezTo>
                    <a:pt x="6074" y="5261"/>
                    <a:pt x="5864" y="5066"/>
                    <a:pt x="5864" y="4810"/>
                  </a:cubicBezTo>
                  <a:lnTo>
                    <a:pt x="5864" y="4531"/>
                  </a:lnTo>
                  <a:cubicBezTo>
                    <a:pt x="5864" y="4295"/>
                    <a:pt x="6053" y="4107"/>
                    <a:pt x="6288" y="4107"/>
                  </a:cubicBezTo>
                  <a:close/>
                  <a:moveTo>
                    <a:pt x="5225" y="4762"/>
                  </a:moveTo>
                  <a:cubicBezTo>
                    <a:pt x="5305" y="4762"/>
                    <a:pt x="5384" y="4779"/>
                    <a:pt x="5459" y="4813"/>
                  </a:cubicBezTo>
                  <a:cubicBezTo>
                    <a:pt x="5459" y="5284"/>
                    <a:pt x="5843" y="5668"/>
                    <a:pt x="6313" y="5668"/>
                  </a:cubicBezTo>
                  <a:cubicBezTo>
                    <a:pt x="6386" y="5668"/>
                    <a:pt x="6455" y="5661"/>
                    <a:pt x="6523" y="5643"/>
                  </a:cubicBezTo>
                  <a:lnTo>
                    <a:pt x="6795" y="5574"/>
                  </a:lnTo>
                  <a:cubicBezTo>
                    <a:pt x="7114" y="5498"/>
                    <a:pt x="7378" y="5277"/>
                    <a:pt x="7516" y="4980"/>
                  </a:cubicBezTo>
                  <a:lnTo>
                    <a:pt x="8023" y="4980"/>
                  </a:lnTo>
                  <a:lnTo>
                    <a:pt x="8012" y="5204"/>
                  </a:lnTo>
                  <a:cubicBezTo>
                    <a:pt x="7936" y="6689"/>
                    <a:pt x="6708" y="7852"/>
                    <a:pt x="5227" y="7852"/>
                  </a:cubicBezTo>
                  <a:cubicBezTo>
                    <a:pt x="3742" y="7852"/>
                    <a:pt x="2518" y="6689"/>
                    <a:pt x="2438" y="5204"/>
                  </a:cubicBezTo>
                  <a:lnTo>
                    <a:pt x="2434" y="5204"/>
                  </a:lnTo>
                  <a:lnTo>
                    <a:pt x="2424" y="4980"/>
                  </a:lnTo>
                  <a:lnTo>
                    <a:pt x="2938" y="4980"/>
                  </a:lnTo>
                  <a:cubicBezTo>
                    <a:pt x="3072" y="5277"/>
                    <a:pt x="3336" y="5498"/>
                    <a:pt x="3655" y="5574"/>
                  </a:cubicBezTo>
                  <a:lnTo>
                    <a:pt x="3927" y="5643"/>
                  </a:lnTo>
                  <a:cubicBezTo>
                    <a:pt x="3995" y="5661"/>
                    <a:pt x="4064" y="5668"/>
                    <a:pt x="4137" y="5668"/>
                  </a:cubicBezTo>
                  <a:cubicBezTo>
                    <a:pt x="4608" y="5668"/>
                    <a:pt x="4991" y="5284"/>
                    <a:pt x="4991" y="4813"/>
                  </a:cubicBezTo>
                  <a:cubicBezTo>
                    <a:pt x="5066" y="4779"/>
                    <a:pt x="5145" y="4762"/>
                    <a:pt x="5225" y="4762"/>
                  </a:cubicBezTo>
                  <a:close/>
                  <a:moveTo>
                    <a:pt x="6328" y="8058"/>
                  </a:moveTo>
                  <a:lnTo>
                    <a:pt x="6328" y="8471"/>
                  </a:lnTo>
                  <a:cubicBezTo>
                    <a:pt x="6306" y="8497"/>
                    <a:pt x="6284" y="8515"/>
                    <a:pt x="6255" y="8529"/>
                  </a:cubicBezTo>
                  <a:cubicBezTo>
                    <a:pt x="6187" y="8565"/>
                    <a:pt x="6114" y="8598"/>
                    <a:pt x="6038" y="8620"/>
                  </a:cubicBezTo>
                  <a:cubicBezTo>
                    <a:pt x="5800" y="8689"/>
                    <a:pt x="5876" y="9021"/>
                    <a:pt x="6089" y="9021"/>
                  </a:cubicBezTo>
                  <a:cubicBezTo>
                    <a:pt x="6109" y="9021"/>
                    <a:pt x="6131" y="9018"/>
                    <a:pt x="6154" y="9011"/>
                  </a:cubicBezTo>
                  <a:cubicBezTo>
                    <a:pt x="6219" y="8989"/>
                    <a:pt x="6284" y="8967"/>
                    <a:pt x="6346" y="8938"/>
                  </a:cubicBezTo>
                  <a:cubicBezTo>
                    <a:pt x="6375" y="9091"/>
                    <a:pt x="6433" y="9235"/>
                    <a:pt x="6523" y="9362"/>
                  </a:cubicBezTo>
                  <a:cubicBezTo>
                    <a:pt x="6397" y="9453"/>
                    <a:pt x="5948" y="9594"/>
                    <a:pt x="5223" y="9594"/>
                  </a:cubicBezTo>
                  <a:cubicBezTo>
                    <a:pt x="4499" y="9594"/>
                    <a:pt x="4050" y="9453"/>
                    <a:pt x="3923" y="9362"/>
                  </a:cubicBezTo>
                  <a:cubicBezTo>
                    <a:pt x="4010" y="9235"/>
                    <a:pt x="4071" y="9091"/>
                    <a:pt x="4097" y="8938"/>
                  </a:cubicBezTo>
                  <a:cubicBezTo>
                    <a:pt x="4140" y="8957"/>
                    <a:pt x="4184" y="8975"/>
                    <a:pt x="4231" y="8993"/>
                  </a:cubicBezTo>
                  <a:cubicBezTo>
                    <a:pt x="4542" y="9084"/>
                    <a:pt x="4863" y="9131"/>
                    <a:pt x="5187" y="9131"/>
                  </a:cubicBezTo>
                  <a:cubicBezTo>
                    <a:pt x="5199" y="9131"/>
                    <a:pt x="5211" y="9131"/>
                    <a:pt x="5223" y="9130"/>
                  </a:cubicBezTo>
                  <a:cubicBezTo>
                    <a:pt x="5495" y="9130"/>
                    <a:pt x="5495" y="8721"/>
                    <a:pt x="5223" y="8721"/>
                  </a:cubicBezTo>
                  <a:cubicBezTo>
                    <a:pt x="4546" y="8721"/>
                    <a:pt x="4173" y="8555"/>
                    <a:pt x="4119" y="8475"/>
                  </a:cubicBezTo>
                  <a:lnTo>
                    <a:pt x="4119" y="8062"/>
                  </a:lnTo>
                  <a:cubicBezTo>
                    <a:pt x="4470" y="8189"/>
                    <a:pt x="4847" y="8254"/>
                    <a:pt x="5223" y="8254"/>
                  </a:cubicBezTo>
                  <a:cubicBezTo>
                    <a:pt x="5600" y="8254"/>
                    <a:pt x="5973" y="8189"/>
                    <a:pt x="6328" y="8058"/>
                  </a:cubicBezTo>
                  <a:close/>
                  <a:moveTo>
                    <a:pt x="6813" y="9645"/>
                  </a:moveTo>
                  <a:cubicBezTo>
                    <a:pt x="6886" y="9692"/>
                    <a:pt x="6965" y="9728"/>
                    <a:pt x="7045" y="9757"/>
                  </a:cubicBezTo>
                  <a:lnTo>
                    <a:pt x="8906" y="10416"/>
                  </a:lnTo>
                  <a:cubicBezTo>
                    <a:pt x="8537" y="10992"/>
                    <a:pt x="8034" y="11477"/>
                    <a:pt x="7443" y="11829"/>
                  </a:cubicBezTo>
                  <a:lnTo>
                    <a:pt x="7440" y="11825"/>
                  </a:lnTo>
                  <a:cubicBezTo>
                    <a:pt x="6828" y="12187"/>
                    <a:pt x="6136" y="12394"/>
                    <a:pt x="5426" y="12426"/>
                  </a:cubicBezTo>
                  <a:lnTo>
                    <a:pt x="5426" y="12198"/>
                  </a:lnTo>
                  <a:cubicBezTo>
                    <a:pt x="5426" y="12062"/>
                    <a:pt x="5324" y="11994"/>
                    <a:pt x="5221" y="11994"/>
                  </a:cubicBezTo>
                  <a:cubicBezTo>
                    <a:pt x="5119" y="11994"/>
                    <a:pt x="5017" y="12062"/>
                    <a:pt x="5017" y="12198"/>
                  </a:cubicBezTo>
                  <a:lnTo>
                    <a:pt x="5017" y="12426"/>
                  </a:lnTo>
                  <a:cubicBezTo>
                    <a:pt x="3597" y="12361"/>
                    <a:pt x="2300" y="11611"/>
                    <a:pt x="1536" y="10416"/>
                  </a:cubicBezTo>
                  <a:lnTo>
                    <a:pt x="3398" y="9757"/>
                  </a:lnTo>
                  <a:cubicBezTo>
                    <a:pt x="3478" y="9728"/>
                    <a:pt x="3557" y="9692"/>
                    <a:pt x="3630" y="9645"/>
                  </a:cubicBezTo>
                  <a:cubicBezTo>
                    <a:pt x="3727" y="9732"/>
                    <a:pt x="3880" y="9808"/>
                    <a:pt x="4086" y="9866"/>
                  </a:cubicBezTo>
                  <a:cubicBezTo>
                    <a:pt x="4390" y="9953"/>
                    <a:pt x="4796" y="10000"/>
                    <a:pt x="5223" y="10000"/>
                  </a:cubicBezTo>
                  <a:cubicBezTo>
                    <a:pt x="5647" y="10000"/>
                    <a:pt x="6053" y="9953"/>
                    <a:pt x="6357" y="9866"/>
                  </a:cubicBezTo>
                  <a:cubicBezTo>
                    <a:pt x="6563" y="9808"/>
                    <a:pt x="6715" y="9732"/>
                    <a:pt x="6813" y="9645"/>
                  </a:cubicBezTo>
                  <a:close/>
                  <a:moveTo>
                    <a:pt x="2194" y="1"/>
                  </a:moveTo>
                  <a:cubicBezTo>
                    <a:pt x="1968" y="1"/>
                    <a:pt x="1756" y="189"/>
                    <a:pt x="1772" y="449"/>
                  </a:cubicBezTo>
                  <a:lnTo>
                    <a:pt x="2029" y="5223"/>
                  </a:lnTo>
                  <a:cubicBezTo>
                    <a:pt x="2087" y="6338"/>
                    <a:pt x="2724" y="7341"/>
                    <a:pt x="3709" y="7870"/>
                  </a:cubicBezTo>
                  <a:lnTo>
                    <a:pt x="3709" y="8739"/>
                  </a:lnTo>
                  <a:cubicBezTo>
                    <a:pt x="3709" y="9022"/>
                    <a:pt x="3532" y="9275"/>
                    <a:pt x="3264" y="9369"/>
                  </a:cubicBezTo>
                  <a:lnTo>
                    <a:pt x="1008" y="10166"/>
                  </a:lnTo>
                  <a:cubicBezTo>
                    <a:pt x="403" y="10380"/>
                    <a:pt x="1" y="10952"/>
                    <a:pt x="1" y="11593"/>
                  </a:cubicBezTo>
                  <a:lnTo>
                    <a:pt x="1" y="13719"/>
                  </a:lnTo>
                  <a:cubicBezTo>
                    <a:pt x="1" y="13855"/>
                    <a:pt x="102" y="13923"/>
                    <a:pt x="204" y="13923"/>
                  </a:cubicBezTo>
                  <a:cubicBezTo>
                    <a:pt x="305" y="13923"/>
                    <a:pt x="406" y="13855"/>
                    <a:pt x="406" y="13719"/>
                  </a:cubicBezTo>
                  <a:lnTo>
                    <a:pt x="406" y="11593"/>
                  </a:lnTo>
                  <a:cubicBezTo>
                    <a:pt x="406" y="11126"/>
                    <a:pt x="703" y="10709"/>
                    <a:pt x="1142" y="10550"/>
                  </a:cubicBezTo>
                  <a:cubicBezTo>
                    <a:pt x="2011" y="11970"/>
                    <a:pt x="3557" y="12835"/>
                    <a:pt x="5223" y="12835"/>
                  </a:cubicBezTo>
                  <a:cubicBezTo>
                    <a:pt x="6889" y="12835"/>
                    <a:pt x="8432" y="11970"/>
                    <a:pt x="9305" y="10550"/>
                  </a:cubicBezTo>
                  <a:cubicBezTo>
                    <a:pt x="9743" y="10709"/>
                    <a:pt x="10036" y="11126"/>
                    <a:pt x="10040" y="11593"/>
                  </a:cubicBezTo>
                  <a:lnTo>
                    <a:pt x="10040" y="13719"/>
                  </a:lnTo>
                  <a:cubicBezTo>
                    <a:pt x="10040" y="13855"/>
                    <a:pt x="10141" y="13923"/>
                    <a:pt x="10243" y="13923"/>
                  </a:cubicBezTo>
                  <a:cubicBezTo>
                    <a:pt x="10344" y="13923"/>
                    <a:pt x="10446" y="13855"/>
                    <a:pt x="10446" y="13719"/>
                  </a:cubicBezTo>
                  <a:lnTo>
                    <a:pt x="10446" y="11593"/>
                  </a:lnTo>
                  <a:cubicBezTo>
                    <a:pt x="10446" y="10952"/>
                    <a:pt x="10040" y="10383"/>
                    <a:pt x="9439" y="10166"/>
                  </a:cubicBezTo>
                  <a:lnTo>
                    <a:pt x="7183" y="9373"/>
                  </a:lnTo>
                  <a:cubicBezTo>
                    <a:pt x="6915" y="9275"/>
                    <a:pt x="6737" y="9025"/>
                    <a:pt x="6737" y="8739"/>
                  </a:cubicBezTo>
                  <a:lnTo>
                    <a:pt x="6737" y="7874"/>
                  </a:lnTo>
                  <a:cubicBezTo>
                    <a:pt x="7719" y="7345"/>
                    <a:pt x="8356" y="6342"/>
                    <a:pt x="8418" y="5226"/>
                  </a:cubicBezTo>
                  <a:lnTo>
                    <a:pt x="8675" y="453"/>
                  </a:lnTo>
                  <a:cubicBezTo>
                    <a:pt x="8690" y="192"/>
                    <a:pt x="8479" y="4"/>
                    <a:pt x="8252" y="4"/>
                  </a:cubicBezTo>
                  <a:cubicBezTo>
                    <a:pt x="8167" y="4"/>
                    <a:pt x="8079" y="31"/>
                    <a:pt x="8001" y="91"/>
                  </a:cubicBezTo>
                  <a:lnTo>
                    <a:pt x="6976" y="858"/>
                  </a:lnTo>
                  <a:cubicBezTo>
                    <a:pt x="6440" y="523"/>
                    <a:pt x="5832" y="356"/>
                    <a:pt x="5223" y="356"/>
                  </a:cubicBezTo>
                  <a:cubicBezTo>
                    <a:pt x="4615" y="356"/>
                    <a:pt x="4006" y="523"/>
                    <a:pt x="3470" y="858"/>
                  </a:cubicBezTo>
                  <a:lnTo>
                    <a:pt x="2445" y="87"/>
                  </a:lnTo>
                  <a:cubicBezTo>
                    <a:pt x="2367" y="28"/>
                    <a:pt x="2280" y="1"/>
                    <a:pt x="2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2"/>
            <p:cNvSpPr/>
            <p:nvPr/>
          </p:nvSpPr>
          <p:spPr>
            <a:xfrm>
              <a:off x="6373606" y="3054467"/>
              <a:ext cx="49708" cy="16543"/>
            </a:xfrm>
            <a:custGeom>
              <a:rect b="b" l="l" r="r" t="t"/>
              <a:pathLst>
                <a:path extrusionOk="0" h="631" w="1896">
                  <a:moveTo>
                    <a:pt x="296" y="1"/>
                  </a:moveTo>
                  <a:cubicBezTo>
                    <a:pt x="136" y="1"/>
                    <a:pt x="1" y="206"/>
                    <a:pt x="151" y="352"/>
                  </a:cubicBezTo>
                  <a:cubicBezTo>
                    <a:pt x="325" y="526"/>
                    <a:pt x="622" y="631"/>
                    <a:pt x="948" y="631"/>
                  </a:cubicBezTo>
                  <a:cubicBezTo>
                    <a:pt x="1271" y="631"/>
                    <a:pt x="1571" y="526"/>
                    <a:pt x="1745" y="352"/>
                  </a:cubicBezTo>
                  <a:cubicBezTo>
                    <a:pt x="1896" y="206"/>
                    <a:pt x="1760" y="1"/>
                    <a:pt x="1600" y="1"/>
                  </a:cubicBezTo>
                  <a:cubicBezTo>
                    <a:pt x="1553" y="1"/>
                    <a:pt x="1504" y="19"/>
                    <a:pt x="1459" y="62"/>
                  </a:cubicBezTo>
                  <a:cubicBezTo>
                    <a:pt x="1386" y="138"/>
                    <a:pt x="1205" y="221"/>
                    <a:pt x="948" y="221"/>
                  </a:cubicBezTo>
                  <a:cubicBezTo>
                    <a:pt x="691" y="221"/>
                    <a:pt x="510" y="134"/>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2"/>
            <p:cNvSpPr/>
            <p:nvPr/>
          </p:nvSpPr>
          <p:spPr>
            <a:xfrm>
              <a:off x="6358767" y="3008796"/>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2"/>
            <p:cNvSpPr/>
            <p:nvPr/>
          </p:nvSpPr>
          <p:spPr>
            <a:xfrm>
              <a:off x="6427404" y="3008770"/>
              <a:ext cx="10775" cy="16465"/>
            </a:xfrm>
            <a:custGeom>
              <a:rect b="b" l="l" r="r" t="t"/>
              <a:pathLst>
                <a:path extrusionOk="0" h="628" w="411">
                  <a:moveTo>
                    <a:pt x="205" y="0"/>
                  </a:moveTo>
                  <a:cubicBezTo>
                    <a:pt x="103" y="0"/>
                    <a:pt x="1" y="68"/>
                    <a:pt x="1" y="204"/>
                  </a:cubicBezTo>
                  <a:lnTo>
                    <a:pt x="1" y="425"/>
                  </a:lnTo>
                  <a:cubicBezTo>
                    <a:pt x="1" y="537"/>
                    <a:pt x="91" y="628"/>
                    <a:pt x="204" y="628"/>
                  </a:cubicBezTo>
                  <a:cubicBezTo>
                    <a:pt x="320" y="628"/>
                    <a:pt x="410" y="537"/>
                    <a:pt x="410" y="425"/>
                  </a:cubicBezTo>
                  <a:lnTo>
                    <a:pt x="410" y="204"/>
                  </a:lnTo>
                  <a:cubicBezTo>
                    <a:pt x="410" y="68"/>
                    <a:pt x="308"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2" name="Google Shape;13692;p82"/>
          <p:cNvGrpSpPr/>
          <p:nvPr/>
        </p:nvGrpSpPr>
        <p:grpSpPr>
          <a:xfrm>
            <a:off x="4905609" y="1983508"/>
            <a:ext cx="285063" cy="364869"/>
            <a:chOff x="4905609" y="1983508"/>
            <a:chExt cx="285063" cy="364869"/>
          </a:xfrm>
        </p:grpSpPr>
        <p:sp>
          <p:nvSpPr>
            <p:cNvPr id="13693" name="Google Shape;13693;p82"/>
            <p:cNvSpPr/>
            <p:nvPr/>
          </p:nvSpPr>
          <p:spPr>
            <a:xfrm>
              <a:off x="4911115" y="2177387"/>
              <a:ext cx="274261" cy="165721"/>
            </a:xfrm>
            <a:custGeom>
              <a:rect b="b" l="l" r="r" t="t"/>
              <a:pathLst>
                <a:path extrusionOk="0" h="6321" w="10461">
                  <a:moveTo>
                    <a:pt x="3706" y="1"/>
                  </a:moveTo>
                  <a:lnTo>
                    <a:pt x="3706" y="1036"/>
                  </a:lnTo>
                  <a:cubicBezTo>
                    <a:pt x="3706" y="1326"/>
                    <a:pt x="3514" y="1583"/>
                    <a:pt x="3235" y="1663"/>
                  </a:cubicBezTo>
                  <a:lnTo>
                    <a:pt x="939" y="2340"/>
                  </a:lnTo>
                  <a:cubicBezTo>
                    <a:pt x="381" y="2503"/>
                    <a:pt x="1" y="3014"/>
                    <a:pt x="1" y="3593"/>
                  </a:cubicBezTo>
                  <a:lnTo>
                    <a:pt x="1" y="6321"/>
                  </a:lnTo>
                  <a:lnTo>
                    <a:pt x="10460" y="6321"/>
                  </a:lnTo>
                  <a:lnTo>
                    <a:pt x="10460" y="3593"/>
                  </a:lnTo>
                  <a:cubicBezTo>
                    <a:pt x="10460" y="3014"/>
                    <a:pt x="10080" y="2503"/>
                    <a:pt x="9522" y="2340"/>
                  </a:cubicBezTo>
                  <a:lnTo>
                    <a:pt x="7226" y="1663"/>
                  </a:lnTo>
                  <a:cubicBezTo>
                    <a:pt x="6947" y="1583"/>
                    <a:pt x="6755" y="1326"/>
                    <a:pt x="6755" y="1036"/>
                  </a:cubicBezTo>
                  <a:lnTo>
                    <a:pt x="675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2"/>
            <p:cNvSpPr/>
            <p:nvPr/>
          </p:nvSpPr>
          <p:spPr>
            <a:xfrm>
              <a:off x="4911010" y="2224106"/>
              <a:ext cx="274366" cy="119001"/>
            </a:xfrm>
            <a:custGeom>
              <a:rect b="b" l="l" r="r" t="t"/>
              <a:pathLst>
                <a:path extrusionOk="0" h="4539" w="10465">
                  <a:moveTo>
                    <a:pt x="2833" y="1"/>
                  </a:moveTo>
                  <a:lnTo>
                    <a:pt x="943" y="558"/>
                  </a:lnTo>
                  <a:cubicBezTo>
                    <a:pt x="385" y="721"/>
                    <a:pt x="5" y="1232"/>
                    <a:pt x="1" y="1811"/>
                  </a:cubicBezTo>
                  <a:lnTo>
                    <a:pt x="1" y="4539"/>
                  </a:lnTo>
                  <a:lnTo>
                    <a:pt x="10464" y="4539"/>
                  </a:lnTo>
                  <a:lnTo>
                    <a:pt x="10464" y="1811"/>
                  </a:lnTo>
                  <a:cubicBezTo>
                    <a:pt x="10464" y="1232"/>
                    <a:pt x="10084" y="721"/>
                    <a:pt x="9526" y="558"/>
                  </a:cubicBezTo>
                  <a:lnTo>
                    <a:pt x="7632" y="1"/>
                  </a:lnTo>
                  <a:cubicBezTo>
                    <a:pt x="7230" y="620"/>
                    <a:pt x="6306" y="1051"/>
                    <a:pt x="5234" y="1051"/>
                  </a:cubicBezTo>
                  <a:cubicBezTo>
                    <a:pt x="4159" y="1051"/>
                    <a:pt x="3235" y="620"/>
                    <a:pt x="283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2"/>
            <p:cNvSpPr/>
            <p:nvPr/>
          </p:nvSpPr>
          <p:spPr>
            <a:xfrm>
              <a:off x="5008146" y="2177387"/>
              <a:ext cx="80094" cy="28577"/>
            </a:xfrm>
            <a:custGeom>
              <a:rect b="b" l="l" r="r" t="t"/>
              <a:pathLst>
                <a:path extrusionOk="0" h="1090" w="3055">
                  <a:moveTo>
                    <a:pt x="1" y="1"/>
                  </a:moveTo>
                  <a:lnTo>
                    <a:pt x="1" y="707"/>
                  </a:lnTo>
                  <a:cubicBezTo>
                    <a:pt x="477" y="962"/>
                    <a:pt x="1002" y="1090"/>
                    <a:pt x="1528" y="1090"/>
                  </a:cubicBezTo>
                  <a:cubicBezTo>
                    <a:pt x="2053" y="1090"/>
                    <a:pt x="2578" y="962"/>
                    <a:pt x="3054" y="70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2"/>
            <p:cNvSpPr/>
            <p:nvPr/>
          </p:nvSpPr>
          <p:spPr>
            <a:xfrm>
              <a:off x="4951096" y="2034475"/>
              <a:ext cx="194298" cy="154421"/>
            </a:xfrm>
            <a:custGeom>
              <a:rect b="b" l="l" r="r" t="t"/>
              <a:pathLst>
                <a:path extrusionOk="0" h="5890" w="7411">
                  <a:moveTo>
                    <a:pt x="870" y="1"/>
                  </a:moveTo>
                  <a:lnTo>
                    <a:pt x="870" y="2181"/>
                  </a:lnTo>
                  <a:lnTo>
                    <a:pt x="544" y="2181"/>
                  </a:lnTo>
                  <a:cubicBezTo>
                    <a:pt x="243" y="2181"/>
                    <a:pt x="0" y="2424"/>
                    <a:pt x="0" y="2728"/>
                  </a:cubicBezTo>
                  <a:cubicBezTo>
                    <a:pt x="0" y="3029"/>
                    <a:pt x="243" y="3271"/>
                    <a:pt x="544" y="3271"/>
                  </a:cubicBezTo>
                  <a:lnTo>
                    <a:pt x="880" y="3271"/>
                  </a:lnTo>
                  <a:cubicBezTo>
                    <a:pt x="993" y="4749"/>
                    <a:pt x="2224" y="5890"/>
                    <a:pt x="3705" y="5890"/>
                  </a:cubicBezTo>
                  <a:cubicBezTo>
                    <a:pt x="5187" y="5890"/>
                    <a:pt x="6414" y="4749"/>
                    <a:pt x="6527" y="3271"/>
                  </a:cubicBezTo>
                  <a:lnTo>
                    <a:pt x="6864" y="3271"/>
                  </a:lnTo>
                  <a:cubicBezTo>
                    <a:pt x="7164" y="3271"/>
                    <a:pt x="7410" y="3029"/>
                    <a:pt x="7410" y="2728"/>
                  </a:cubicBezTo>
                  <a:cubicBezTo>
                    <a:pt x="7410" y="2424"/>
                    <a:pt x="7164" y="2181"/>
                    <a:pt x="6864" y="2181"/>
                  </a:cubicBezTo>
                  <a:lnTo>
                    <a:pt x="6538" y="2181"/>
                  </a:lnTo>
                  <a:lnTo>
                    <a:pt x="653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2"/>
            <p:cNvSpPr/>
            <p:nvPr/>
          </p:nvSpPr>
          <p:spPr>
            <a:xfrm>
              <a:off x="4949104" y="2057363"/>
              <a:ext cx="150620" cy="131559"/>
            </a:xfrm>
            <a:custGeom>
              <a:rect b="b" l="l" r="r" t="t"/>
              <a:pathLst>
                <a:path extrusionOk="0" h="5018" w="5745">
                  <a:moveTo>
                    <a:pt x="946" y="1"/>
                  </a:moveTo>
                  <a:lnTo>
                    <a:pt x="946" y="1308"/>
                  </a:lnTo>
                  <a:lnTo>
                    <a:pt x="638" y="1308"/>
                  </a:lnTo>
                  <a:cubicBezTo>
                    <a:pt x="635" y="1308"/>
                    <a:pt x="632" y="1308"/>
                    <a:pt x="630" y="1308"/>
                  </a:cubicBezTo>
                  <a:cubicBezTo>
                    <a:pt x="383" y="1308"/>
                    <a:pt x="166" y="1470"/>
                    <a:pt x="94" y="1707"/>
                  </a:cubicBezTo>
                  <a:cubicBezTo>
                    <a:pt x="0" y="2054"/>
                    <a:pt x="261" y="2398"/>
                    <a:pt x="620" y="2398"/>
                  </a:cubicBezTo>
                  <a:lnTo>
                    <a:pt x="960" y="2398"/>
                  </a:lnTo>
                  <a:cubicBezTo>
                    <a:pt x="1062" y="3895"/>
                    <a:pt x="2312" y="5017"/>
                    <a:pt x="3764" y="5017"/>
                  </a:cubicBezTo>
                  <a:cubicBezTo>
                    <a:pt x="3914" y="5017"/>
                    <a:pt x="4066" y="5005"/>
                    <a:pt x="4220" y="4981"/>
                  </a:cubicBezTo>
                  <a:cubicBezTo>
                    <a:pt x="2836" y="4767"/>
                    <a:pt x="1818" y="3579"/>
                    <a:pt x="1818" y="2181"/>
                  </a:cubicBezTo>
                  <a:lnTo>
                    <a:pt x="1818" y="1964"/>
                  </a:lnTo>
                  <a:cubicBezTo>
                    <a:pt x="1818" y="1243"/>
                    <a:pt x="2405" y="656"/>
                    <a:pt x="3126" y="656"/>
                  </a:cubicBezTo>
                  <a:lnTo>
                    <a:pt x="5089" y="656"/>
                  </a:lnTo>
                  <a:cubicBezTo>
                    <a:pt x="5451" y="656"/>
                    <a:pt x="5744" y="363"/>
                    <a:pt x="57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2"/>
            <p:cNvSpPr/>
            <p:nvPr/>
          </p:nvSpPr>
          <p:spPr>
            <a:xfrm>
              <a:off x="4962475" y="1988804"/>
              <a:ext cx="171436" cy="68585"/>
            </a:xfrm>
            <a:custGeom>
              <a:rect b="b" l="l" r="r" t="t"/>
              <a:pathLst>
                <a:path extrusionOk="0" h="2616" w="6539">
                  <a:moveTo>
                    <a:pt x="1164" y="1"/>
                  </a:moveTo>
                  <a:cubicBezTo>
                    <a:pt x="863" y="1"/>
                    <a:pt x="602" y="204"/>
                    <a:pt x="530" y="497"/>
                  </a:cubicBezTo>
                  <a:lnTo>
                    <a:pt x="1" y="2616"/>
                  </a:lnTo>
                  <a:lnTo>
                    <a:pt x="6538" y="2616"/>
                  </a:lnTo>
                  <a:lnTo>
                    <a:pt x="6009" y="497"/>
                  </a:lnTo>
                  <a:cubicBezTo>
                    <a:pt x="5937" y="204"/>
                    <a:pt x="5676" y="1"/>
                    <a:pt x="5376"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2"/>
            <p:cNvSpPr/>
            <p:nvPr/>
          </p:nvSpPr>
          <p:spPr>
            <a:xfrm>
              <a:off x="4981666" y="2200406"/>
              <a:ext cx="55188" cy="50600"/>
            </a:xfrm>
            <a:custGeom>
              <a:rect b="b" l="l" r="r" t="t"/>
              <a:pathLst>
                <a:path extrusionOk="0" h="1930" w="2105">
                  <a:moveTo>
                    <a:pt x="826" y="0"/>
                  </a:moveTo>
                  <a:cubicBezTo>
                    <a:pt x="738" y="0"/>
                    <a:pt x="649" y="40"/>
                    <a:pt x="591" y="119"/>
                  </a:cubicBezTo>
                  <a:lnTo>
                    <a:pt x="1" y="908"/>
                  </a:lnTo>
                  <a:cubicBezTo>
                    <a:pt x="468" y="1455"/>
                    <a:pt x="1221" y="1835"/>
                    <a:pt x="2101" y="1929"/>
                  </a:cubicBezTo>
                  <a:lnTo>
                    <a:pt x="2101" y="789"/>
                  </a:lnTo>
                  <a:cubicBezTo>
                    <a:pt x="2105" y="687"/>
                    <a:pt x="2036" y="600"/>
                    <a:pt x="1942" y="575"/>
                  </a:cubicBezTo>
                  <a:cubicBezTo>
                    <a:pt x="1561" y="484"/>
                    <a:pt x="1239" y="307"/>
                    <a:pt x="1033" y="90"/>
                  </a:cubicBezTo>
                  <a:cubicBezTo>
                    <a:pt x="976" y="30"/>
                    <a:pt x="901" y="0"/>
                    <a:pt x="826"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2"/>
            <p:cNvSpPr/>
            <p:nvPr/>
          </p:nvSpPr>
          <p:spPr>
            <a:xfrm>
              <a:off x="5059611" y="2200406"/>
              <a:ext cx="55109" cy="50705"/>
            </a:xfrm>
            <a:custGeom>
              <a:rect b="b" l="l" r="r" t="t"/>
              <a:pathLst>
                <a:path extrusionOk="0" h="1934" w="2102">
                  <a:moveTo>
                    <a:pt x="1280" y="0"/>
                  </a:moveTo>
                  <a:cubicBezTo>
                    <a:pt x="1205" y="0"/>
                    <a:pt x="1130" y="30"/>
                    <a:pt x="1073" y="90"/>
                  </a:cubicBezTo>
                  <a:cubicBezTo>
                    <a:pt x="867" y="311"/>
                    <a:pt x="541" y="484"/>
                    <a:pt x="160" y="579"/>
                  </a:cubicBezTo>
                  <a:cubicBezTo>
                    <a:pt x="66" y="600"/>
                    <a:pt x="1" y="687"/>
                    <a:pt x="1" y="789"/>
                  </a:cubicBezTo>
                  <a:lnTo>
                    <a:pt x="1" y="1933"/>
                  </a:lnTo>
                  <a:cubicBezTo>
                    <a:pt x="885" y="1835"/>
                    <a:pt x="1634" y="1459"/>
                    <a:pt x="2102" y="908"/>
                  </a:cubicBezTo>
                  <a:lnTo>
                    <a:pt x="1511" y="119"/>
                  </a:lnTo>
                  <a:cubicBezTo>
                    <a:pt x="1455" y="40"/>
                    <a:pt x="1367" y="0"/>
                    <a:pt x="12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2"/>
            <p:cNvSpPr/>
            <p:nvPr/>
          </p:nvSpPr>
          <p:spPr>
            <a:xfrm>
              <a:off x="4962475" y="2057363"/>
              <a:ext cx="22914" cy="37150"/>
            </a:xfrm>
            <a:custGeom>
              <a:rect b="b" l="l" r="r" t="t"/>
              <a:pathLst>
                <a:path extrusionOk="0" h="1417" w="874">
                  <a:moveTo>
                    <a:pt x="1" y="1"/>
                  </a:moveTo>
                  <a:lnTo>
                    <a:pt x="1" y="1417"/>
                  </a:lnTo>
                  <a:lnTo>
                    <a:pt x="490" y="1355"/>
                  </a:lnTo>
                  <a:cubicBezTo>
                    <a:pt x="707" y="1330"/>
                    <a:pt x="874" y="1145"/>
                    <a:pt x="874" y="924"/>
                  </a:cubicBezTo>
                  <a:lnTo>
                    <a:pt x="8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2"/>
            <p:cNvSpPr/>
            <p:nvPr/>
          </p:nvSpPr>
          <p:spPr>
            <a:xfrm>
              <a:off x="5111076" y="2057363"/>
              <a:ext cx="22835" cy="37150"/>
            </a:xfrm>
            <a:custGeom>
              <a:rect b="b" l="l" r="r" t="t"/>
              <a:pathLst>
                <a:path extrusionOk="0" h="1417" w="871">
                  <a:moveTo>
                    <a:pt x="1" y="1"/>
                  </a:moveTo>
                  <a:lnTo>
                    <a:pt x="1" y="924"/>
                  </a:lnTo>
                  <a:cubicBezTo>
                    <a:pt x="1" y="1145"/>
                    <a:pt x="164" y="1330"/>
                    <a:pt x="381" y="1355"/>
                  </a:cubicBezTo>
                  <a:lnTo>
                    <a:pt x="870" y="1417"/>
                  </a:lnTo>
                  <a:lnTo>
                    <a:pt x="870"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2"/>
            <p:cNvSpPr/>
            <p:nvPr/>
          </p:nvSpPr>
          <p:spPr>
            <a:xfrm>
              <a:off x="4962475" y="1988804"/>
              <a:ext cx="70578" cy="68585"/>
            </a:xfrm>
            <a:custGeom>
              <a:rect b="b" l="l" r="r" t="t"/>
              <a:pathLst>
                <a:path extrusionOk="0" h="2616" w="2692">
                  <a:moveTo>
                    <a:pt x="1167" y="1"/>
                  </a:moveTo>
                  <a:cubicBezTo>
                    <a:pt x="867" y="1"/>
                    <a:pt x="606" y="204"/>
                    <a:pt x="533" y="497"/>
                  </a:cubicBezTo>
                  <a:lnTo>
                    <a:pt x="1" y="2616"/>
                  </a:lnTo>
                  <a:lnTo>
                    <a:pt x="1526" y="2616"/>
                  </a:lnTo>
                  <a:lnTo>
                    <a:pt x="2058" y="497"/>
                  </a:lnTo>
                  <a:cubicBezTo>
                    <a:pt x="2131" y="204"/>
                    <a:pt x="2391" y="1"/>
                    <a:pt x="269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2"/>
            <p:cNvSpPr/>
            <p:nvPr/>
          </p:nvSpPr>
          <p:spPr>
            <a:xfrm>
              <a:off x="5008539" y="2092023"/>
              <a:ext cx="10749" cy="16412"/>
            </a:xfrm>
            <a:custGeom>
              <a:rect b="b" l="l" r="r" t="t"/>
              <a:pathLst>
                <a:path extrusionOk="0" h="626" w="410">
                  <a:moveTo>
                    <a:pt x="207" y="1"/>
                  </a:moveTo>
                  <a:cubicBezTo>
                    <a:pt x="91" y="1"/>
                    <a:pt x="0" y="91"/>
                    <a:pt x="0" y="204"/>
                  </a:cubicBezTo>
                  <a:lnTo>
                    <a:pt x="0" y="424"/>
                  </a:lnTo>
                  <a:cubicBezTo>
                    <a:pt x="0" y="558"/>
                    <a:pt x="103" y="625"/>
                    <a:pt x="205" y="625"/>
                  </a:cubicBezTo>
                  <a:cubicBezTo>
                    <a:pt x="307" y="625"/>
                    <a:pt x="410" y="558"/>
                    <a:pt x="410" y="424"/>
                  </a:cubicBezTo>
                  <a:lnTo>
                    <a:pt x="410" y="204"/>
                  </a:lnTo>
                  <a:cubicBezTo>
                    <a:pt x="410" y="91"/>
                    <a:pt x="316"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2"/>
            <p:cNvSpPr/>
            <p:nvPr/>
          </p:nvSpPr>
          <p:spPr>
            <a:xfrm>
              <a:off x="5077176" y="2092023"/>
              <a:ext cx="10671" cy="16412"/>
            </a:xfrm>
            <a:custGeom>
              <a:rect b="b" l="l" r="r" t="t"/>
              <a:pathLst>
                <a:path extrusionOk="0" h="626" w="407">
                  <a:moveTo>
                    <a:pt x="204" y="1"/>
                  </a:moveTo>
                  <a:cubicBezTo>
                    <a:pt x="92" y="1"/>
                    <a:pt x="1" y="91"/>
                    <a:pt x="1" y="204"/>
                  </a:cubicBezTo>
                  <a:lnTo>
                    <a:pt x="1" y="424"/>
                  </a:lnTo>
                  <a:cubicBezTo>
                    <a:pt x="1" y="558"/>
                    <a:pt x="102" y="625"/>
                    <a:pt x="204" y="625"/>
                  </a:cubicBezTo>
                  <a:cubicBezTo>
                    <a:pt x="305" y="625"/>
                    <a:pt x="407" y="558"/>
                    <a:pt x="407" y="424"/>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2"/>
            <p:cNvSpPr/>
            <p:nvPr/>
          </p:nvSpPr>
          <p:spPr>
            <a:xfrm>
              <a:off x="5023404" y="2131952"/>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5"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2"/>
            <p:cNvSpPr/>
            <p:nvPr/>
          </p:nvSpPr>
          <p:spPr>
            <a:xfrm>
              <a:off x="4905609" y="1983508"/>
              <a:ext cx="285063" cy="364869"/>
            </a:xfrm>
            <a:custGeom>
              <a:rect b="b" l="l" r="r" t="t"/>
              <a:pathLst>
                <a:path extrusionOk="0" h="13917" w="10873">
                  <a:moveTo>
                    <a:pt x="7545" y="406"/>
                  </a:moveTo>
                  <a:cubicBezTo>
                    <a:pt x="7751" y="406"/>
                    <a:pt x="7932" y="547"/>
                    <a:pt x="7979" y="746"/>
                  </a:cubicBezTo>
                  <a:lnTo>
                    <a:pt x="8229" y="1742"/>
                  </a:lnTo>
                  <a:lnTo>
                    <a:pt x="7617" y="1742"/>
                  </a:lnTo>
                  <a:cubicBezTo>
                    <a:pt x="7345" y="1742"/>
                    <a:pt x="7345" y="2151"/>
                    <a:pt x="7617" y="2151"/>
                  </a:cubicBezTo>
                  <a:lnTo>
                    <a:pt x="8330" y="2151"/>
                  </a:lnTo>
                  <a:lnTo>
                    <a:pt x="8446" y="2615"/>
                  </a:lnTo>
                  <a:lnTo>
                    <a:pt x="2431" y="2615"/>
                  </a:lnTo>
                  <a:lnTo>
                    <a:pt x="2547" y="2151"/>
                  </a:lnTo>
                  <a:lnTo>
                    <a:pt x="6748" y="2151"/>
                  </a:lnTo>
                  <a:cubicBezTo>
                    <a:pt x="7019" y="2151"/>
                    <a:pt x="7019" y="1742"/>
                    <a:pt x="6748" y="1742"/>
                  </a:cubicBezTo>
                  <a:lnTo>
                    <a:pt x="2648" y="1742"/>
                  </a:lnTo>
                  <a:lnTo>
                    <a:pt x="2898" y="746"/>
                  </a:lnTo>
                  <a:cubicBezTo>
                    <a:pt x="2945" y="547"/>
                    <a:pt x="3126" y="406"/>
                    <a:pt x="3333" y="406"/>
                  </a:cubicBezTo>
                  <a:close/>
                  <a:moveTo>
                    <a:pt x="2836" y="3024"/>
                  </a:moveTo>
                  <a:lnTo>
                    <a:pt x="2836" y="3691"/>
                  </a:lnTo>
                  <a:cubicBezTo>
                    <a:pt x="2836" y="3817"/>
                    <a:pt x="2735" y="3922"/>
                    <a:pt x="2605" y="3922"/>
                  </a:cubicBezTo>
                  <a:lnTo>
                    <a:pt x="2373" y="3922"/>
                  </a:lnTo>
                  <a:lnTo>
                    <a:pt x="2373" y="3024"/>
                  </a:lnTo>
                  <a:close/>
                  <a:moveTo>
                    <a:pt x="8504" y="3021"/>
                  </a:moveTo>
                  <a:lnTo>
                    <a:pt x="8504" y="3024"/>
                  </a:lnTo>
                  <a:lnTo>
                    <a:pt x="8504" y="3922"/>
                  </a:lnTo>
                  <a:lnTo>
                    <a:pt x="8273" y="3922"/>
                  </a:lnTo>
                  <a:cubicBezTo>
                    <a:pt x="8146" y="3922"/>
                    <a:pt x="8041" y="3817"/>
                    <a:pt x="8041" y="3691"/>
                  </a:cubicBezTo>
                  <a:lnTo>
                    <a:pt x="8041" y="3021"/>
                  </a:lnTo>
                  <a:close/>
                  <a:moveTo>
                    <a:pt x="7632" y="3021"/>
                  </a:moveTo>
                  <a:lnTo>
                    <a:pt x="7632" y="3691"/>
                  </a:lnTo>
                  <a:cubicBezTo>
                    <a:pt x="7635" y="4042"/>
                    <a:pt x="7921" y="4328"/>
                    <a:pt x="8273" y="4328"/>
                  </a:cubicBezTo>
                  <a:lnTo>
                    <a:pt x="8599" y="4328"/>
                  </a:lnTo>
                  <a:cubicBezTo>
                    <a:pt x="8801" y="4328"/>
                    <a:pt x="8961" y="4506"/>
                    <a:pt x="8939" y="4705"/>
                  </a:cubicBezTo>
                  <a:cubicBezTo>
                    <a:pt x="8921" y="4879"/>
                    <a:pt x="8758" y="5013"/>
                    <a:pt x="8570" y="5013"/>
                  </a:cubicBezTo>
                  <a:lnTo>
                    <a:pt x="8479" y="5013"/>
                  </a:lnTo>
                  <a:lnTo>
                    <a:pt x="8479" y="4998"/>
                  </a:lnTo>
                  <a:cubicBezTo>
                    <a:pt x="8479" y="4886"/>
                    <a:pt x="8385" y="4795"/>
                    <a:pt x="8273" y="4795"/>
                  </a:cubicBezTo>
                  <a:cubicBezTo>
                    <a:pt x="8160" y="4795"/>
                    <a:pt x="8070" y="4886"/>
                    <a:pt x="8070" y="4998"/>
                  </a:cubicBezTo>
                  <a:cubicBezTo>
                    <a:pt x="8070" y="6450"/>
                    <a:pt x="6893" y="7627"/>
                    <a:pt x="5440" y="7627"/>
                  </a:cubicBezTo>
                  <a:cubicBezTo>
                    <a:pt x="3988" y="7627"/>
                    <a:pt x="2811" y="6450"/>
                    <a:pt x="2811" y="4998"/>
                  </a:cubicBezTo>
                  <a:cubicBezTo>
                    <a:pt x="2811" y="4862"/>
                    <a:pt x="2709" y="4794"/>
                    <a:pt x="2606" y="4794"/>
                  </a:cubicBezTo>
                  <a:cubicBezTo>
                    <a:pt x="2504" y="4794"/>
                    <a:pt x="2402" y="4862"/>
                    <a:pt x="2402" y="4998"/>
                  </a:cubicBezTo>
                  <a:lnTo>
                    <a:pt x="2402" y="5013"/>
                  </a:lnTo>
                  <a:lnTo>
                    <a:pt x="2279" y="5013"/>
                  </a:lnTo>
                  <a:cubicBezTo>
                    <a:pt x="2076" y="5013"/>
                    <a:pt x="1920" y="4835"/>
                    <a:pt x="1942" y="4636"/>
                  </a:cubicBezTo>
                  <a:cubicBezTo>
                    <a:pt x="1956" y="4466"/>
                    <a:pt x="2123" y="4332"/>
                    <a:pt x="2311" y="4332"/>
                  </a:cubicBezTo>
                  <a:lnTo>
                    <a:pt x="2605" y="4332"/>
                  </a:lnTo>
                  <a:cubicBezTo>
                    <a:pt x="2959" y="4328"/>
                    <a:pt x="3246" y="4042"/>
                    <a:pt x="3246" y="3691"/>
                  </a:cubicBezTo>
                  <a:lnTo>
                    <a:pt x="3246" y="3021"/>
                  </a:lnTo>
                  <a:close/>
                  <a:moveTo>
                    <a:pt x="3732" y="8478"/>
                  </a:moveTo>
                  <a:cubicBezTo>
                    <a:pt x="3751" y="8478"/>
                    <a:pt x="3770" y="8488"/>
                    <a:pt x="3785" y="8500"/>
                  </a:cubicBezTo>
                  <a:cubicBezTo>
                    <a:pt x="4021" y="8754"/>
                    <a:pt x="4379" y="8946"/>
                    <a:pt x="4796" y="9047"/>
                  </a:cubicBezTo>
                  <a:cubicBezTo>
                    <a:pt x="4799" y="9051"/>
                    <a:pt x="4799" y="9054"/>
                    <a:pt x="4799" y="9062"/>
                  </a:cubicBezTo>
                  <a:lnTo>
                    <a:pt x="4799" y="9971"/>
                  </a:lnTo>
                  <a:cubicBezTo>
                    <a:pt x="4147" y="9858"/>
                    <a:pt x="3568" y="9576"/>
                    <a:pt x="3166" y="9167"/>
                  </a:cubicBezTo>
                  <a:lnTo>
                    <a:pt x="3658" y="8515"/>
                  </a:lnTo>
                  <a:cubicBezTo>
                    <a:pt x="3673" y="8493"/>
                    <a:pt x="3698" y="8479"/>
                    <a:pt x="3724" y="8479"/>
                  </a:cubicBezTo>
                  <a:cubicBezTo>
                    <a:pt x="3727" y="8478"/>
                    <a:pt x="3729" y="8478"/>
                    <a:pt x="3732" y="8478"/>
                  </a:cubicBezTo>
                  <a:close/>
                  <a:moveTo>
                    <a:pt x="7153" y="8479"/>
                  </a:moveTo>
                  <a:cubicBezTo>
                    <a:pt x="7179" y="8479"/>
                    <a:pt x="7204" y="8493"/>
                    <a:pt x="7222" y="8515"/>
                  </a:cubicBezTo>
                  <a:lnTo>
                    <a:pt x="7711" y="9167"/>
                  </a:lnTo>
                  <a:cubicBezTo>
                    <a:pt x="7309" y="9576"/>
                    <a:pt x="6730" y="9858"/>
                    <a:pt x="6078" y="9971"/>
                  </a:cubicBezTo>
                  <a:lnTo>
                    <a:pt x="6078" y="9062"/>
                  </a:lnTo>
                  <a:cubicBezTo>
                    <a:pt x="6078" y="9054"/>
                    <a:pt x="6078" y="9051"/>
                    <a:pt x="6081" y="9047"/>
                  </a:cubicBezTo>
                  <a:cubicBezTo>
                    <a:pt x="6498" y="8946"/>
                    <a:pt x="6856" y="8754"/>
                    <a:pt x="7092" y="8500"/>
                  </a:cubicBezTo>
                  <a:cubicBezTo>
                    <a:pt x="7106" y="8486"/>
                    <a:pt x="7128" y="8479"/>
                    <a:pt x="7150" y="8479"/>
                  </a:cubicBezTo>
                  <a:close/>
                  <a:moveTo>
                    <a:pt x="6759" y="7732"/>
                  </a:moveTo>
                  <a:lnTo>
                    <a:pt x="6759" y="8258"/>
                  </a:lnTo>
                  <a:cubicBezTo>
                    <a:pt x="6578" y="8435"/>
                    <a:pt x="6299" y="8576"/>
                    <a:pt x="5987" y="8652"/>
                  </a:cubicBezTo>
                  <a:cubicBezTo>
                    <a:pt x="5799" y="8699"/>
                    <a:pt x="5669" y="8866"/>
                    <a:pt x="5672" y="9062"/>
                  </a:cubicBezTo>
                  <a:lnTo>
                    <a:pt x="5672" y="10018"/>
                  </a:lnTo>
                  <a:cubicBezTo>
                    <a:pt x="5594" y="10023"/>
                    <a:pt x="5516" y="10026"/>
                    <a:pt x="5439" y="10026"/>
                  </a:cubicBezTo>
                  <a:cubicBezTo>
                    <a:pt x="5361" y="10026"/>
                    <a:pt x="5283" y="10023"/>
                    <a:pt x="5205" y="10018"/>
                  </a:cubicBezTo>
                  <a:lnTo>
                    <a:pt x="5205" y="9062"/>
                  </a:lnTo>
                  <a:cubicBezTo>
                    <a:pt x="5209" y="8866"/>
                    <a:pt x="5078" y="8699"/>
                    <a:pt x="4890" y="8652"/>
                  </a:cubicBezTo>
                  <a:cubicBezTo>
                    <a:pt x="4575" y="8576"/>
                    <a:pt x="4296" y="8435"/>
                    <a:pt x="4115" y="8258"/>
                  </a:cubicBezTo>
                  <a:lnTo>
                    <a:pt x="4115" y="7732"/>
                  </a:lnTo>
                  <a:cubicBezTo>
                    <a:pt x="4533" y="7933"/>
                    <a:pt x="4986" y="8034"/>
                    <a:pt x="5438" y="8034"/>
                  </a:cubicBezTo>
                  <a:cubicBezTo>
                    <a:pt x="5890" y="8034"/>
                    <a:pt x="6342" y="7933"/>
                    <a:pt x="6759" y="7732"/>
                  </a:cubicBezTo>
                  <a:close/>
                  <a:moveTo>
                    <a:pt x="3333" y="0"/>
                  </a:moveTo>
                  <a:cubicBezTo>
                    <a:pt x="2941" y="0"/>
                    <a:pt x="2597" y="268"/>
                    <a:pt x="2503" y="648"/>
                  </a:cubicBezTo>
                  <a:lnTo>
                    <a:pt x="1971" y="2767"/>
                  </a:lnTo>
                  <a:cubicBezTo>
                    <a:pt x="1967" y="2785"/>
                    <a:pt x="1964" y="2800"/>
                    <a:pt x="1967" y="2818"/>
                  </a:cubicBezTo>
                  <a:lnTo>
                    <a:pt x="1967" y="3998"/>
                  </a:lnTo>
                  <a:cubicBezTo>
                    <a:pt x="1648" y="4147"/>
                    <a:pt x="1475" y="4495"/>
                    <a:pt x="1551" y="4835"/>
                  </a:cubicBezTo>
                  <a:cubicBezTo>
                    <a:pt x="1623" y="5173"/>
                    <a:pt x="1923" y="5418"/>
                    <a:pt x="2271" y="5418"/>
                  </a:cubicBezTo>
                  <a:cubicBezTo>
                    <a:pt x="2274" y="5418"/>
                    <a:pt x="2276" y="5418"/>
                    <a:pt x="2279" y="5418"/>
                  </a:cubicBezTo>
                  <a:lnTo>
                    <a:pt x="2431" y="5418"/>
                  </a:lnTo>
                  <a:cubicBezTo>
                    <a:pt x="2550" y="6258"/>
                    <a:pt x="3014" y="7008"/>
                    <a:pt x="3709" y="7493"/>
                  </a:cubicBezTo>
                  <a:lnTo>
                    <a:pt x="3709" y="8069"/>
                  </a:lnTo>
                  <a:lnTo>
                    <a:pt x="3698" y="8069"/>
                  </a:lnTo>
                  <a:cubicBezTo>
                    <a:pt x="3553" y="8077"/>
                    <a:pt x="3419" y="8149"/>
                    <a:pt x="3329" y="8268"/>
                  </a:cubicBezTo>
                  <a:lnTo>
                    <a:pt x="2742" y="9051"/>
                  </a:lnTo>
                  <a:lnTo>
                    <a:pt x="1087" y="9540"/>
                  </a:lnTo>
                  <a:cubicBezTo>
                    <a:pt x="446" y="9728"/>
                    <a:pt x="4" y="10318"/>
                    <a:pt x="1" y="10988"/>
                  </a:cubicBezTo>
                  <a:lnTo>
                    <a:pt x="1" y="13716"/>
                  </a:lnTo>
                  <a:cubicBezTo>
                    <a:pt x="1" y="13850"/>
                    <a:pt x="103" y="13917"/>
                    <a:pt x="205" y="13917"/>
                  </a:cubicBezTo>
                  <a:cubicBezTo>
                    <a:pt x="307" y="13917"/>
                    <a:pt x="410" y="13850"/>
                    <a:pt x="410" y="13716"/>
                  </a:cubicBezTo>
                  <a:lnTo>
                    <a:pt x="410" y="10988"/>
                  </a:lnTo>
                  <a:cubicBezTo>
                    <a:pt x="410" y="10499"/>
                    <a:pt x="732" y="10072"/>
                    <a:pt x="1203" y="9931"/>
                  </a:cubicBezTo>
                  <a:lnTo>
                    <a:pt x="2865" y="9442"/>
                  </a:lnTo>
                  <a:cubicBezTo>
                    <a:pt x="3097" y="9677"/>
                    <a:pt x="3369" y="9877"/>
                    <a:pt x="3669" y="10025"/>
                  </a:cubicBezTo>
                  <a:lnTo>
                    <a:pt x="2822" y="10025"/>
                  </a:lnTo>
                  <a:cubicBezTo>
                    <a:pt x="2228" y="10025"/>
                    <a:pt x="1746" y="10507"/>
                    <a:pt x="1746" y="11101"/>
                  </a:cubicBezTo>
                  <a:cubicBezTo>
                    <a:pt x="1746" y="11236"/>
                    <a:pt x="1849" y="11304"/>
                    <a:pt x="1951" y="11304"/>
                  </a:cubicBezTo>
                  <a:cubicBezTo>
                    <a:pt x="2053" y="11304"/>
                    <a:pt x="2155" y="11236"/>
                    <a:pt x="2155" y="11101"/>
                  </a:cubicBezTo>
                  <a:cubicBezTo>
                    <a:pt x="2155" y="10731"/>
                    <a:pt x="2452" y="10434"/>
                    <a:pt x="2822" y="10434"/>
                  </a:cubicBezTo>
                  <a:lnTo>
                    <a:pt x="5437" y="10434"/>
                  </a:lnTo>
                  <a:cubicBezTo>
                    <a:pt x="6458" y="10434"/>
                    <a:pt x="7403" y="10065"/>
                    <a:pt x="8012" y="9442"/>
                  </a:cubicBezTo>
                  <a:lnTo>
                    <a:pt x="9671" y="9931"/>
                  </a:lnTo>
                  <a:cubicBezTo>
                    <a:pt x="10141" y="10072"/>
                    <a:pt x="10460" y="10499"/>
                    <a:pt x="10464" y="10988"/>
                  </a:cubicBezTo>
                  <a:lnTo>
                    <a:pt x="10464" y="13716"/>
                  </a:lnTo>
                  <a:cubicBezTo>
                    <a:pt x="10464" y="13850"/>
                    <a:pt x="10566" y="13917"/>
                    <a:pt x="10668" y="13917"/>
                  </a:cubicBezTo>
                  <a:cubicBezTo>
                    <a:pt x="10771" y="13917"/>
                    <a:pt x="10873" y="13850"/>
                    <a:pt x="10873" y="13716"/>
                  </a:cubicBezTo>
                  <a:lnTo>
                    <a:pt x="10873" y="10988"/>
                  </a:lnTo>
                  <a:cubicBezTo>
                    <a:pt x="10869" y="10322"/>
                    <a:pt x="10431" y="9732"/>
                    <a:pt x="9790" y="9540"/>
                  </a:cubicBezTo>
                  <a:lnTo>
                    <a:pt x="8135" y="9051"/>
                  </a:lnTo>
                  <a:lnTo>
                    <a:pt x="7548" y="8265"/>
                  </a:lnTo>
                  <a:cubicBezTo>
                    <a:pt x="7458" y="8149"/>
                    <a:pt x="7324" y="8077"/>
                    <a:pt x="7179" y="8069"/>
                  </a:cubicBezTo>
                  <a:lnTo>
                    <a:pt x="7168" y="8069"/>
                  </a:lnTo>
                  <a:lnTo>
                    <a:pt x="7168" y="7493"/>
                  </a:lnTo>
                  <a:cubicBezTo>
                    <a:pt x="7863" y="7012"/>
                    <a:pt x="8327" y="6258"/>
                    <a:pt x="8446" y="5418"/>
                  </a:cubicBezTo>
                  <a:lnTo>
                    <a:pt x="8570" y="5418"/>
                  </a:lnTo>
                  <a:cubicBezTo>
                    <a:pt x="8964" y="5418"/>
                    <a:pt x="9305" y="5125"/>
                    <a:pt x="9345" y="4748"/>
                  </a:cubicBezTo>
                  <a:cubicBezTo>
                    <a:pt x="9377" y="4429"/>
                    <a:pt x="9203" y="4125"/>
                    <a:pt x="8914" y="3991"/>
                  </a:cubicBezTo>
                  <a:lnTo>
                    <a:pt x="8914" y="2818"/>
                  </a:lnTo>
                  <a:cubicBezTo>
                    <a:pt x="8914" y="2803"/>
                    <a:pt x="8910" y="2785"/>
                    <a:pt x="8906" y="2771"/>
                  </a:cubicBezTo>
                  <a:lnTo>
                    <a:pt x="8378" y="648"/>
                  </a:lnTo>
                  <a:cubicBezTo>
                    <a:pt x="8280" y="268"/>
                    <a:pt x="7936" y="0"/>
                    <a:pt x="75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2"/>
            <p:cNvSpPr/>
            <p:nvPr/>
          </p:nvSpPr>
          <p:spPr>
            <a:xfrm>
              <a:off x="5001041" y="2074929"/>
              <a:ext cx="25746" cy="10671"/>
            </a:xfrm>
            <a:custGeom>
              <a:rect b="b" l="l" r="r" t="t"/>
              <a:pathLst>
                <a:path extrusionOk="0" h="407" w="982">
                  <a:moveTo>
                    <a:pt x="272" y="1"/>
                  </a:moveTo>
                  <a:cubicBezTo>
                    <a:pt x="0" y="1"/>
                    <a:pt x="0" y="406"/>
                    <a:pt x="272" y="406"/>
                  </a:cubicBezTo>
                  <a:lnTo>
                    <a:pt x="710" y="406"/>
                  </a:lnTo>
                  <a:cubicBezTo>
                    <a:pt x="982" y="406"/>
                    <a:pt x="98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2"/>
            <p:cNvSpPr/>
            <p:nvPr/>
          </p:nvSpPr>
          <p:spPr>
            <a:xfrm>
              <a:off x="5069678" y="2074929"/>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2"/>
            <p:cNvSpPr/>
            <p:nvPr/>
          </p:nvSpPr>
          <p:spPr>
            <a:xfrm>
              <a:off x="4951464" y="2292010"/>
              <a:ext cx="10671" cy="56368"/>
            </a:xfrm>
            <a:custGeom>
              <a:rect b="b" l="l" r="r" t="t"/>
              <a:pathLst>
                <a:path extrusionOk="0" h="2150" w="407">
                  <a:moveTo>
                    <a:pt x="204" y="0"/>
                  </a:moveTo>
                  <a:cubicBezTo>
                    <a:pt x="91" y="0"/>
                    <a:pt x="1" y="91"/>
                    <a:pt x="1" y="203"/>
                  </a:cubicBezTo>
                  <a:lnTo>
                    <a:pt x="1" y="1949"/>
                  </a:lnTo>
                  <a:cubicBezTo>
                    <a:pt x="1" y="2083"/>
                    <a:pt x="102" y="2150"/>
                    <a:pt x="204" y="2150"/>
                  </a:cubicBezTo>
                  <a:cubicBezTo>
                    <a:pt x="305" y="2150"/>
                    <a:pt x="406" y="2083"/>
                    <a:pt x="406" y="1949"/>
                  </a:cubicBezTo>
                  <a:lnTo>
                    <a:pt x="406" y="206"/>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2"/>
            <p:cNvSpPr/>
            <p:nvPr/>
          </p:nvSpPr>
          <p:spPr>
            <a:xfrm>
              <a:off x="4972647" y="2274916"/>
              <a:ext cx="12453" cy="10671"/>
            </a:xfrm>
            <a:custGeom>
              <a:rect b="b" l="l" r="r" t="t"/>
              <a:pathLst>
                <a:path extrusionOk="0" h="407"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2"/>
            <p:cNvSpPr/>
            <p:nvPr/>
          </p:nvSpPr>
          <p:spPr>
            <a:xfrm>
              <a:off x="5109765" y="2274916"/>
              <a:ext cx="12453" cy="10671"/>
            </a:xfrm>
            <a:custGeom>
              <a:rect b="b" l="l" r="r" t="t"/>
              <a:pathLst>
                <a:path extrusionOk="0" h="407"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2"/>
            <p:cNvSpPr/>
            <p:nvPr/>
          </p:nvSpPr>
          <p:spPr>
            <a:xfrm>
              <a:off x="5109765" y="2303493"/>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2"/>
            <p:cNvSpPr/>
            <p:nvPr/>
          </p:nvSpPr>
          <p:spPr>
            <a:xfrm>
              <a:off x="4972647" y="2303493"/>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2"/>
            <p:cNvSpPr/>
            <p:nvPr/>
          </p:nvSpPr>
          <p:spPr>
            <a:xfrm>
              <a:off x="5109765" y="2332070"/>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2"/>
            <p:cNvSpPr/>
            <p:nvPr/>
          </p:nvSpPr>
          <p:spPr>
            <a:xfrm>
              <a:off x="4972647" y="2332070"/>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7" name="Google Shape;13717;p82"/>
          <p:cNvGrpSpPr/>
          <p:nvPr/>
        </p:nvGrpSpPr>
        <p:grpSpPr>
          <a:xfrm>
            <a:off x="5811555" y="2894750"/>
            <a:ext cx="273684" cy="365052"/>
            <a:chOff x="5811555" y="2894750"/>
            <a:chExt cx="273684" cy="365052"/>
          </a:xfrm>
        </p:grpSpPr>
        <p:sp>
          <p:nvSpPr>
            <p:cNvPr id="13718" name="Google Shape;13718;p82"/>
            <p:cNvSpPr/>
            <p:nvPr/>
          </p:nvSpPr>
          <p:spPr>
            <a:xfrm>
              <a:off x="5817165" y="3157004"/>
              <a:ext cx="262830" cy="97450"/>
            </a:xfrm>
            <a:custGeom>
              <a:rect b="b" l="l" r="r" t="t"/>
              <a:pathLst>
                <a:path extrusionOk="0" h="3717" w="10025">
                  <a:moveTo>
                    <a:pt x="3118" y="1"/>
                  </a:moveTo>
                  <a:lnTo>
                    <a:pt x="873" y="794"/>
                  </a:lnTo>
                  <a:cubicBezTo>
                    <a:pt x="348" y="979"/>
                    <a:pt x="0" y="1475"/>
                    <a:pt x="0" y="2029"/>
                  </a:cubicBezTo>
                  <a:lnTo>
                    <a:pt x="0" y="3717"/>
                  </a:lnTo>
                  <a:lnTo>
                    <a:pt x="10025" y="3717"/>
                  </a:lnTo>
                  <a:lnTo>
                    <a:pt x="10025" y="2029"/>
                  </a:lnTo>
                  <a:cubicBezTo>
                    <a:pt x="10025" y="1475"/>
                    <a:pt x="9674" y="979"/>
                    <a:pt x="9149" y="794"/>
                  </a:cubicBezTo>
                  <a:lnTo>
                    <a:pt x="6899"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2"/>
            <p:cNvSpPr/>
            <p:nvPr/>
          </p:nvSpPr>
          <p:spPr>
            <a:xfrm>
              <a:off x="5867765" y="3157004"/>
              <a:ext cx="161526" cy="81484"/>
            </a:xfrm>
            <a:custGeom>
              <a:rect b="b" l="l" r="r" t="t"/>
              <a:pathLst>
                <a:path extrusionOk="0" h="3108" w="6161">
                  <a:moveTo>
                    <a:pt x="1192" y="1"/>
                  </a:moveTo>
                  <a:lnTo>
                    <a:pt x="0" y="421"/>
                  </a:lnTo>
                  <a:cubicBezTo>
                    <a:pt x="15" y="1019"/>
                    <a:pt x="138" y="1612"/>
                    <a:pt x="363" y="2167"/>
                  </a:cubicBezTo>
                  <a:cubicBezTo>
                    <a:pt x="603" y="2745"/>
                    <a:pt x="1167" y="3107"/>
                    <a:pt x="1773" y="3107"/>
                  </a:cubicBezTo>
                  <a:cubicBezTo>
                    <a:pt x="1896" y="3107"/>
                    <a:pt x="2020" y="3092"/>
                    <a:pt x="2144" y="3061"/>
                  </a:cubicBezTo>
                  <a:lnTo>
                    <a:pt x="2141" y="3061"/>
                  </a:lnTo>
                  <a:lnTo>
                    <a:pt x="3028" y="2840"/>
                  </a:lnTo>
                  <a:cubicBezTo>
                    <a:pt x="3043" y="2833"/>
                    <a:pt x="3061" y="2833"/>
                    <a:pt x="3079" y="2833"/>
                  </a:cubicBezTo>
                  <a:cubicBezTo>
                    <a:pt x="3097" y="2833"/>
                    <a:pt x="3115" y="2833"/>
                    <a:pt x="3133" y="2840"/>
                  </a:cubicBezTo>
                  <a:lnTo>
                    <a:pt x="4021" y="3061"/>
                  </a:lnTo>
                  <a:cubicBezTo>
                    <a:pt x="4144" y="3092"/>
                    <a:pt x="4268" y="3107"/>
                    <a:pt x="4391" y="3107"/>
                  </a:cubicBezTo>
                  <a:cubicBezTo>
                    <a:pt x="4994" y="3107"/>
                    <a:pt x="5558" y="2745"/>
                    <a:pt x="5799" y="2167"/>
                  </a:cubicBezTo>
                  <a:cubicBezTo>
                    <a:pt x="6027" y="1612"/>
                    <a:pt x="6150" y="1019"/>
                    <a:pt x="6161" y="421"/>
                  </a:cubicBezTo>
                  <a:lnTo>
                    <a:pt x="497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2"/>
            <p:cNvSpPr/>
            <p:nvPr/>
          </p:nvSpPr>
          <p:spPr>
            <a:xfrm>
              <a:off x="5883915" y="3140775"/>
              <a:ext cx="129252" cy="80566"/>
            </a:xfrm>
            <a:custGeom>
              <a:rect b="b" l="l" r="r" t="t"/>
              <a:pathLst>
                <a:path extrusionOk="0" h="3073" w="4930">
                  <a:moveTo>
                    <a:pt x="1155" y="1"/>
                  </a:moveTo>
                  <a:lnTo>
                    <a:pt x="333" y="279"/>
                  </a:lnTo>
                  <a:cubicBezTo>
                    <a:pt x="167" y="341"/>
                    <a:pt x="51" y="493"/>
                    <a:pt x="40" y="671"/>
                  </a:cubicBezTo>
                  <a:cubicBezTo>
                    <a:pt x="0" y="1304"/>
                    <a:pt x="105" y="1942"/>
                    <a:pt x="348" y="2532"/>
                  </a:cubicBezTo>
                  <a:cubicBezTo>
                    <a:pt x="486" y="2864"/>
                    <a:pt x="808" y="3072"/>
                    <a:pt x="1155" y="3072"/>
                  </a:cubicBezTo>
                  <a:cubicBezTo>
                    <a:pt x="1224" y="3072"/>
                    <a:pt x="1295" y="3064"/>
                    <a:pt x="1365" y="3046"/>
                  </a:cubicBezTo>
                  <a:lnTo>
                    <a:pt x="2253" y="2825"/>
                  </a:lnTo>
                  <a:cubicBezTo>
                    <a:pt x="2322" y="2807"/>
                    <a:pt x="2393" y="2798"/>
                    <a:pt x="2465" y="2798"/>
                  </a:cubicBezTo>
                  <a:cubicBezTo>
                    <a:pt x="2536" y="2798"/>
                    <a:pt x="2608" y="2807"/>
                    <a:pt x="2677" y="2825"/>
                  </a:cubicBezTo>
                  <a:lnTo>
                    <a:pt x="3564" y="3046"/>
                  </a:lnTo>
                  <a:cubicBezTo>
                    <a:pt x="3634" y="3064"/>
                    <a:pt x="3705" y="3072"/>
                    <a:pt x="3775" y="3072"/>
                  </a:cubicBezTo>
                  <a:cubicBezTo>
                    <a:pt x="4121" y="3072"/>
                    <a:pt x="4443" y="2864"/>
                    <a:pt x="4582" y="2532"/>
                  </a:cubicBezTo>
                  <a:cubicBezTo>
                    <a:pt x="4824" y="1942"/>
                    <a:pt x="4929" y="1304"/>
                    <a:pt x="4889" y="671"/>
                  </a:cubicBezTo>
                  <a:cubicBezTo>
                    <a:pt x="4879" y="493"/>
                    <a:pt x="4763" y="341"/>
                    <a:pt x="4596" y="279"/>
                  </a:cubicBezTo>
                  <a:lnTo>
                    <a:pt x="37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2"/>
            <p:cNvSpPr/>
            <p:nvPr/>
          </p:nvSpPr>
          <p:spPr>
            <a:xfrm>
              <a:off x="5914196" y="3111726"/>
              <a:ext cx="68585" cy="79963"/>
            </a:xfrm>
            <a:custGeom>
              <a:rect b="b" l="l" r="r" t="t"/>
              <a:pathLst>
                <a:path extrusionOk="0" h="3050" w="2616">
                  <a:moveTo>
                    <a:pt x="0" y="0"/>
                  </a:moveTo>
                  <a:lnTo>
                    <a:pt x="0" y="1742"/>
                  </a:lnTo>
                  <a:cubicBezTo>
                    <a:pt x="0" y="2463"/>
                    <a:pt x="587" y="3050"/>
                    <a:pt x="1308" y="3050"/>
                  </a:cubicBezTo>
                  <a:cubicBezTo>
                    <a:pt x="2032" y="3050"/>
                    <a:pt x="2615" y="2463"/>
                    <a:pt x="2615" y="1742"/>
                  </a:cubicBezTo>
                  <a:lnTo>
                    <a:pt x="261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2"/>
            <p:cNvSpPr/>
            <p:nvPr/>
          </p:nvSpPr>
          <p:spPr>
            <a:xfrm>
              <a:off x="5914196" y="3111621"/>
              <a:ext cx="68585" cy="34319"/>
            </a:xfrm>
            <a:custGeom>
              <a:rect b="b" l="l" r="r" t="t"/>
              <a:pathLst>
                <a:path extrusionOk="0" h="1309" w="2616">
                  <a:moveTo>
                    <a:pt x="0" y="1"/>
                  </a:moveTo>
                  <a:lnTo>
                    <a:pt x="0" y="1029"/>
                  </a:lnTo>
                  <a:cubicBezTo>
                    <a:pt x="417" y="1216"/>
                    <a:pt x="862" y="1309"/>
                    <a:pt x="1308" y="1309"/>
                  </a:cubicBezTo>
                  <a:cubicBezTo>
                    <a:pt x="1753" y="1309"/>
                    <a:pt x="2199" y="1216"/>
                    <a:pt x="2615" y="1029"/>
                  </a:cubicBezTo>
                  <a:lnTo>
                    <a:pt x="261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2"/>
            <p:cNvSpPr/>
            <p:nvPr/>
          </p:nvSpPr>
          <p:spPr>
            <a:xfrm>
              <a:off x="5914091" y="2900177"/>
              <a:ext cx="68690" cy="45776"/>
            </a:xfrm>
            <a:custGeom>
              <a:rect b="b" l="l" r="r" t="t"/>
              <a:pathLst>
                <a:path extrusionOk="0" h="1746" w="2620">
                  <a:moveTo>
                    <a:pt x="874" y="0"/>
                  </a:moveTo>
                  <a:cubicBezTo>
                    <a:pt x="392" y="0"/>
                    <a:pt x="1" y="391"/>
                    <a:pt x="1" y="873"/>
                  </a:cubicBezTo>
                  <a:cubicBezTo>
                    <a:pt x="1" y="1355"/>
                    <a:pt x="392" y="1746"/>
                    <a:pt x="874" y="1746"/>
                  </a:cubicBezTo>
                  <a:lnTo>
                    <a:pt x="1746" y="1746"/>
                  </a:lnTo>
                  <a:cubicBezTo>
                    <a:pt x="2228" y="1746"/>
                    <a:pt x="2619" y="1355"/>
                    <a:pt x="2619" y="873"/>
                  </a:cubicBezTo>
                  <a:cubicBezTo>
                    <a:pt x="2619" y="391"/>
                    <a:pt x="2228"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2"/>
            <p:cNvSpPr/>
            <p:nvPr/>
          </p:nvSpPr>
          <p:spPr>
            <a:xfrm>
              <a:off x="5845638" y="2934443"/>
              <a:ext cx="205703" cy="137222"/>
            </a:xfrm>
            <a:custGeom>
              <a:rect b="b" l="l" r="r" t="t"/>
              <a:pathLst>
                <a:path extrusionOk="0" h="5234" w="7846">
                  <a:moveTo>
                    <a:pt x="2615" y="1"/>
                  </a:moveTo>
                  <a:cubicBezTo>
                    <a:pt x="1170" y="1"/>
                    <a:pt x="1" y="1174"/>
                    <a:pt x="1" y="2619"/>
                  </a:cubicBezTo>
                  <a:cubicBezTo>
                    <a:pt x="1" y="4060"/>
                    <a:pt x="1170" y="5234"/>
                    <a:pt x="2615" y="5234"/>
                  </a:cubicBezTo>
                  <a:lnTo>
                    <a:pt x="5230" y="5234"/>
                  </a:lnTo>
                  <a:cubicBezTo>
                    <a:pt x="6675" y="5234"/>
                    <a:pt x="7845" y="4060"/>
                    <a:pt x="7845" y="2619"/>
                  </a:cubicBezTo>
                  <a:cubicBezTo>
                    <a:pt x="7845" y="1174"/>
                    <a:pt x="6675" y="1"/>
                    <a:pt x="5230"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2"/>
            <p:cNvSpPr/>
            <p:nvPr/>
          </p:nvSpPr>
          <p:spPr>
            <a:xfrm>
              <a:off x="5862836" y="2963020"/>
              <a:ext cx="171410" cy="102956"/>
            </a:xfrm>
            <a:custGeom>
              <a:rect b="b" l="l" r="r" t="t"/>
              <a:pathLst>
                <a:path extrusionOk="0" h="3927" w="6538">
                  <a:moveTo>
                    <a:pt x="1959" y="1"/>
                  </a:moveTo>
                  <a:cubicBezTo>
                    <a:pt x="877" y="1"/>
                    <a:pt x="0" y="881"/>
                    <a:pt x="0" y="1964"/>
                  </a:cubicBezTo>
                  <a:cubicBezTo>
                    <a:pt x="0" y="3047"/>
                    <a:pt x="877" y="3923"/>
                    <a:pt x="1959" y="3927"/>
                  </a:cubicBezTo>
                  <a:lnTo>
                    <a:pt x="4574" y="3927"/>
                  </a:lnTo>
                  <a:cubicBezTo>
                    <a:pt x="5657" y="3927"/>
                    <a:pt x="6537" y="3047"/>
                    <a:pt x="6537" y="1964"/>
                  </a:cubicBezTo>
                  <a:cubicBezTo>
                    <a:pt x="6537" y="881"/>
                    <a:pt x="5657" y="1"/>
                    <a:pt x="457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2"/>
            <p:cNvSpPr/>
            <p:nvPr/>
          </p:nvSpPr>
          <p:spPr>
            <a:xfrm>
              <a:off x="5850593" y="2980219"/>
              <a:ext cx="196448" cy="148627"/>
            </a:xfrm>
            <a:custGeom>
              <a:rect b="b" l="l" r="r" t="t"/>
              <a:pathLst>
                <a:path extrusionOk="0" h="5669" w="7493">
                  <a:moveTo>
                    <a:pt x="2426" y="0"/>
                  </a:moveTo>
                  <a:cubicBezTo>
                    <a:pt x="1706" y="0"/>
                    <a:pt x="1119" y="583"/>
                    <a:pt x="1119" y="1308"/>
                  </a:cubicBezTo>
                  <a:lnTo>
                    <a:pt x="1119" y="1666"/>
                  </a:lnTo>
                  <a:cubicBezTo>
                    <a:pt x="1119" y="1829"/>
                    <a:pt x="985" y="1960"/>
                    <a:pt x="822" y="1960"/>
                  </a:cubicBezTo>
                  <a:lnTo>
                    <a:pt x="605" y="1960"/>
                  </a:lnTo>
                  <a:cubicBezTo>
                    <a:pt x="322" y="1960"/>
                    <a:pt x="61" y="2166"/>
                    <a:pt x="32" y="2448"/>
                  </a:cubicBezTo>
                  <a:cubicBezTo>
                    <a:pt x="0" y="2769"/>
                    <a:pt x="250" y="3050"/>
                    <a:pt x="570" y="3050"/>
                  </a:cubicBezTo>
                  <a:cubicBezTo>
                    <a:pt x="572" y="3050"/>
                    <a:pt x="574" y="3050"/>
                    <a:pt x="576" y="3050"/>
                  </a:cubicBezTo>
                  <a:lnTo>
                    <a:pt x="913" y="3050"/>
                  </a:lnTo>
                  <a:cubicBezTo>
                    <a:pt x="1025" y="4527"/>
                    <a:pt x="2256" y="5668"/>
                    <a:pt x="3738" y="5668"/>
                  </a:cubicBezTo>
                  <a:cubicBezTo>
                    <a:pt x="5219" y="5668"/>
                    <a:pt x="6447" y="4527"/>
                    <a:pt x="6559" y="3050"/>
                  </a:cubicBezTo>
                  <a:lnTo>
                    <a:pt x="6914" y="3050"/>
                  </a:lnTo>
                  <a:cubicBezTo>
                    <a:pt x="6916" y="3050"/>
                    <a:pt x="6918" y="3050"/>
                    <a:pt x="6920" y="3050"/>
                  </a:cubicBezTo>
                  <a:cubicBezTo>
                    <a:pt x="7243" y="3050"/>
                    <a:pt x="7493" y="2769"/>
                    <a:pt x="7457" y="2448"/>
                  </a:cubicBezTo>
                  <a:cubicBezTo>
                    <a:pt x="7428" y="2166"/>
                    <a:pt x="7167" y="1960"/>
                    <a:pt x="6881" y="1960"/>
                  </a:cubicBezTo>
                  <a:lnTo>
                    <a:pt x="6646" y="1960"/>
                  </a:lnTo>
                  <a:cubicBezTo>
                    <a:pt x="6483" y="1960"/>
                    <a:pt x="6349" y="1829"/>
                    <a:pt x="6349" y="1666"/>
                  </a:cubicBezTo>
                  <a:lnTo>
                    <a:pt x="6349" y="1308"/>
                  </a:lnTo>
                  <a:cubicBezTo>
                    <a:pt x="6349" y="583"/>
                    <a:pt x="5766" y="0"/>
                    <a:pt x="504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2"/>
            <p:cNvSpPr/>
            <p:nvPr/>
          </p:nvSpPr>
          <p:spPr>
            <a:xfrm>
              <a:off x="5850383" y="2980219"/>
              <a:ext cx="138088" cy="148653"/>
            </a:xfrm>
            <a:custGeom>
              <a:rect b="b" l="l" r="r" t="t"/>
              <a:pathLst>
                <a:path extrusionOk="0" h="5670" w="5267">
                  <a:moveTo>
                    <a:pt x="2434" y="0"/>
                  </a:moveTo>
                  <a:cubicBezTo>
                    <a:pt x="1714" y="0"/>
                    <a:pt x="1127" y="583"/>
                    <a:pt x="1127" y="1308"/>
                  </a:cubicBezTo>
                  <a:lnTo>
                    <a:pt x="1127" y="1666"/>
                  </a:lnTo>
                  <a:cubicBezTo>
                    <a:pt x="1127" y="1833"/>
                    <a:pt x="768" y="1960"/>
                    <a:pt x="605" y="1963"/>
                  </a:cubicBezTo>
                  <a:cubicBezTo>
                    <a:pt x="319" y="1963"/>
                    <a:pt x="66" y="2170"/>
                    <a:pt x="37" y="2448"/>
                  </a:cubicBezTo>
                  <a:cubicBezTo>
                    <a:pt x="1" y="2769"/>
                    <a:pt x="251" y="3050"/>
                    <a:pt x="574" y="3050"/>
                  </a:cubicBezTo>
                  <a:cubicBezTo>
                    <a:pt x="576" y="3050"/>
                    <a:pt x="578" y="3050"/>
                    <a:pt x="580" y="3050"/>
                  </a:cubicBezTo>
                  <a:lnTo>
                    <a:pt x="921" y="3050"/>
                  </a:lnTo>
                  <a:cubicBezTo>
                    <a:pt x="1026" y="4545"/>
                    <a:pt x="2274" y="5670"/>
                    <a:pt x="3722" y="5670"/>
                  </a:cubicBezTo>
                  <a:cubicBezTo>
                    <a:pt x="3873" y="5670"/>
                    <a:pt x="4026" y="5657"/>
                    <a:pt x="4180" y="5632"/>
                  </a:cubicBezTo>
                  <a:cubicBezTo>
                    <a:pt x="2800" y="5418"/>
                    <a:pt x="1783" y="4230"/>
                    <a:pt x="1783" y="2836"/>
                  </a:cubicBezTo>
                  <a:lnTo>
                    <a:pt x="1783" y="1746"/>
                  </a:lnTo>
                  <a:cubicBezTo>
                    <a:pt x="1783" y="1145"/>
                    <a:pt x="2268" y="656"/>
                    <a:pt x="2873" y="656"/>
                  </a:cubicBezTo>
                  <a:lnTo>
                    <a:pt x="4618" y="656"/>
                  </a:lnTo>
                  <a:cubicBezTo>
                    <a:pt x="4970" y="652"/>
                    <a:pt x="5256" y="377"/>
                    <a:pt x="5267" y="29"/>
                  </a:cubicBezTo>
                  <a:lnTo>
                    <a:pt x="5267" y="22"/>
                  </a:lnTo>
                  <a:cubicBezTo>
                    <a:pt x="5194" y="7"/>
                    <a:pt x="5122" y="0"/>
                    <a:pt x="504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2"/>
            <p:cNvSpPr/>
            <p:nvPr/>
          </p:nvSpPr>
          <p:spPr>
            <a:xfrm>
              <a:off x="5886956" y="3020096"/>
              <a:ext cx="54611" cy="31540"/>
            </a:xfrm>
            <a:custGeom>
              <a:rect b="b" l="l" r="r" t="t"/>
              <a:pathLst>
                <a:path extrusionOk="0" h="1203" w="2083">
                  <a:moveTo>
                    <a:pt x="1039" y="0"/>
                  </a:moveTo>
                  <a:cubicBezTo>
                    <a:pt x="420" y="0"/>
                    <a:pt x="0" y="631"/>
                    <a:pt x="232" y="1203"/>
                  </a:cubicBezTo>
                  <a:cubicBezTo>
                    <a:pt x="366" y="873"/>
                    <a:pt x="685" y="659"/>
                    <a:pt x="1039" y="659"/>
                  </a:cubicBezTo>
                  <a:cubicBezTo>
                    <a:pt x="1394" y="659"/>
                    <a:pt x="1713" y="873"/>
                    <a:pt x="1847" y="1203"/>
                  </a:cubicBezTo>
                  <a:cubicBezTo>
                    <a:pt x="2082" y="631"/>
                    <a:pt x="1659" y="0"/>
                    <a:pt x="103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2"/>
            <p:cNvSpPr/>
            <p:nvPr/>
          </p:nvSpPr>
          <p:spPr>
            <a:xfrm>
              <a:off x="5955489" y="3020096"/>
              <a:ext cx="54637" cy="31540"/>
            </a:xfrm>
            <a:custGeom>
              <a:rect b="b" l="l" r="r" t="t"/>
              <a:pathLst>
                <a:path extrusionOk="0" h="1203" w="2084">
                  <a:moveTo>
                    <a:pt x="1040" y="0"/>
                  </a:moveTo>
                  <a:cubicBezTo>
                    <a:pt x="421" y="0"/>
                    <a:pt x="1" y="631"/>
                    <a:pt x="233" y="1203"/>
                  </a:cubicBezTo>
                  <a:cubicBezTo>
                    <a:pt x="367" y="873"/>
                    <a:pt x="685" y="659"/>
                    <a:pt x="1040" y="659"/>
                  </a:cubicBezTo>
                  <a:cubicBezTo>
                    <a:pt x="1395" y="659"/>
                    <a:pt x="1714" y="873"/>
                    <a:pt x="1848" y="1203"/>
                  </a:cubicBezTo>
                  <a:cubicBezTo>
                    <a:pt x="2083" y="631"/>
                    <a:pt x="1660" y="0"/>
                    <a:pt x="10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2"/>
            <p:cNvSpPr/>
            <p:nvPr/>
          </p:nvSpPr>
          <p:spPr>
            <a:xfrm>
              <a:off x="5811555" y="2894750"/>
              <a:ext cx="273684" cy="365052"/>
            </a:xfrm>
            <a:custGeom>
              <a:rect b="b" l="l" r="r" t="t"/>
              <a:pathLst>
                <a:path extrusionOk="0" h="13924" w="10439">
                  <a:moveTo>
                    <a:pt x="4782" y="414"/>
                  </a:moveTo>
                  <a:cubicBezTo>
                    <a:pt x="4784" y="414"/>
                    <a:pt x="4786" y="414"/>
                    <a:pt x="4788" y="414"/>
                  </a:cubicBezTo>
                  <a:lnTo>
                    <a:pt x="5657" y="414"/>
                  </a:lnTo>
                  <a:cubicBezTo>
                    <a:pt x="6027" y="414"/>
                    <a:pt x="6324" y="711"/>
                    <a:pt x="6324" y="1080"/>
                  </a:cubicBezTo>
                  <a:cubicBezTo>
                    <a:pt x="6324" y="1160"/>
                    <a:pt x="6309" y="1239"/>
                    <a:pt x="6280" y="1312"/>
                  </a:cubicBezTo>
                  <a:lnTo>
                    <a:pt x="4165" y="1312"/>
                  </a:lnTo>
                  <a:cubicBezTo>
                    <a:pt x="4133" y="1239"/>
                    <a:pt x="4118" y="1160"/>
                    <a:pt x="4118" y="1080"/>
                  </a:cubicBezTo>
                  <a:cubicBezTo>
                    <a:pt x="4118" y="713"/>
                    <a:pt x="4415" y="414"/>
                    <a:pt x="4782" y="414"/>
                  </a:cubicBezTo>
                  <a:close/>
                  <a:moveTo>
                    <a:pt x="6530" y="1721"/>
                  </a:moveTo>
                  <a:cubicBezTo>
                    <a:pt x="8272" y="1721"/>
                    <a:pt x="9439" y="3510"/>
                    <a:pt x="8736" y="5107"/>
                  </a:cubicBezTo>
                  <a:cubicBezTo>
                    <a:pt x="8627" y="5046"/>
                    <a:pt x="8508" y="5017"/>
                    <a:pt x="8385" y="5017"/>
                  </a:cubicBezTo>
                  <a:lnTo>
                    <a:pt x="8041" y="5017"/>
                  </a:lnTo>
                  <a:lnTo>
                    <a:pt x="8041" y="4564"/>
                  </a:lnTo>
                  <a:cubicBezTo>
                    <a:pt x="8041" y="3731"/>
                    <a:pt x="7367" y="3054"/>
                    <a:pt x="6530" y="3054"/>
                  </a:cubicBezTo>
                  <a:cubicBezTo>
                    <a:pt x="6259" y="3054"/>
                    <a:pt x="6259" y="3463"/>
                    <a:pt x="6530" y="3463"/>
                  </a:cubicBezTo>
                  <a:cubicBezTo>
                    <a:pt x="7139" y="3463"/>
                    <a:pt x="7635" y="3956"/>
                    <a:pt x="7635" y="4564"/>
                  </a:cubicBezTo>
                  <a:lnTo>
                    <a:pt x="7635" y="5017"/>
                  </a:lnTo>
                  <a:lnTo>
                    <a:pt x="7396" y="5017"/>
                  </a:lnTo>
                  <a:cubicBezTo>
                    <a:pt x="7178" y="4719"/>
                    <a:pt x="6854" y="4576"/>
                    <a:pt x="6531" y="4576"/>
                  </a:cubicBezTo>
                  <a:cubicBezTo>
                    <a:pt x="6126" y="4576"/>
                    <a:pt x="5723" y="4802"/>
                    <a:pt x="5542" y="5230"/>
                  </a:cubicBezTo>
                  <a:lnTo>
                    <a:pt x="4904" y="5230"/>
                  </a:lnTo>
                  <a:cubicBezTo>
                    <a:pt x="4722" y="4802"/>
                    <a:pt x="4320" y="4576"/>
                    <a:pt x="3914" y="4576"/>
                  </a:cubicBezTo>
                  <a:cubicBezTo>
                    <a:pt x="3591" y="4576"/>
                    <a:pt x="3266" y="4719"/>
                    <a:pt x="3046" y="5017"/>
                  </a:cubicBezTo>
                  <a:lnTo>
                    <a:pt x="2811" y="5017"/>
                  </a:lnTo>
                  <a:lnTo>
                    <a:pt x="2811" y="4564"/>
                  </a:lnTo>
                  <a:cubicBezTo>
                    <a:pt x="2811" y="3956"/>
                    <a:pt x="3303" y="3463"/>
                    <a:pt x="3915" y="3463"/>
                  </a:cubicBezTo>
                  <a:lnTo>
                    <a:pt x="5657" y="3463"/>
                  </a:lnTo>
                  <a:cubicBezTo>
                    <a:pt x="5929" y="3463"/>
                    <a:pt x="5929" y="3054"/>
                    <a:pt x="5657" y="3054"/>
                  </a:cubicBezTo>
                  <a:lnTo>
                    <a:pt x="3915" y="3054"/>
                  </a:lnTo>
                  <a:cubicBezTo>
                    <a:pt x="3079" y="3054"/>
                    <a:pt x="2405" y="3731"/>
                    <a:pt x="2402" y="4564"/>
                  </a:cubicBezTo>
                  <a:lnTo>
                    <a:pt x="2402" y="5017"/>
                  </a:lnTo>
                  <a:lnTo>
                    <a:pt x="2061" y="5017"/>
                  </a:lnTo>
                  <a:cubicBezTo>
                    <a:pt x="1938" y="5017"/>
                    <a:pt x="1815" y="5046"/>
                    <a:pt x="1706" y="5107"/>
                  </a:cubicBezTo>
                  <a:cubicBezTo>
                    <a:pt x="1004" y="3510"/>
                    <a:pt x="2170" y="1721"/>
                    <a:pt x="3915" y="1721"/>
                  </a:cubicBezTo>
                  <a:close/>
                  <a:moveTo>
                    <a:pt x="3915" y="4988"/>
                  </a:moveTo>
                  <a:cubicBezTo>
                    <a:pt x="4509" y="4988"/>
                    <a:pt x="4810" y="5708"/>
                    <a:pt x="4386" y="6129"/>
                  </a:cubicBezTo>
                  <a:cubicBezTo>
                    <a:pt x="4250" y="6264"/>
                    <a:pt x="4084" y="6325"/>
                    <a:pt x="3920" y="6325"/>
                  </a:cubicBezTo>
                  <a:cubicBezTo>
                    <a:pt x="3577" y="6325"/>
                    <a:pt x="3249" y="6059"/>
                    <a:pt x="3249" y="5654"/>
                  </a:cubicBezTo>
                  <a:cubicBezTo>
                    <a:pt x="3249" y="5288"/>
                    <a:pt x="3546" y="4988"/>
                    <a:pt x="3915" y="4988"/>
                  </a:cubicBezTo>
                  <a:close/>
                  <a:moveTo>
                    <a:pt x="6530" y="4988"/>
                  </a:moveTo>
                  <a:cubicBezTo>
                    <a:pt x="7128" y="4988"/>
                    <a:pt x="7425" y="5708"/>
                    <a:pt x="7005" y="6129"/>
                  </a:cubicBezTo>
                  <a:cubicBezTo>
                    <a:pt x="6868" y="6264"/>
                    <a:pt x="6700" y="6325"/>
                    <a:pt x="6536" y="6325"/>
                  </a:cubicBezTo>
                  <a:cubicBezTo>
                    <a:pt x="6192" y="6325"/>
                    <a:pt x="5864" y="6059"/>
                    <a:pt x="5864" y="5654"/>
                  </a:cubicBezTo>
                  <a:cubicBezTo>
                    <a:pt x="5864" y="5288"/>
                    <a:pt x="6161" y="4988"/>
                    <a:pt x="6530" y="4988"/>
                  </a:cubicBezTo>
                  <a:close/>
                  <a:moveTo>
                    <a:pt x="8388" y="5426"/>
                  </a:moveTo>
                  <a:cubicBezTo>
                    <a:pt x="8577" y="5426"/>
                    <a:pt x="8729" y="5578"/>
                    <a:pt x="8729" y="5766"/>
                  </a:cubicBezTo>
                  <a:cubicBezTo>
                    <a:pt x="8729" y="5955"/>
                    <a:pt x="8577" y="6110"/>
                    <a:pt x="8388" y="6110"/>
                  </a:cubicBezTo>
                  <a:lnTo>
                    <a:pt x="8265" y="6110"/>
                  </a:lnTo>
                  <a:lnTo>
                    <a:pt x="8265" y="6096"/>
                  </a:lnTo>
                  <a:cubicBezTo>
                    <a:pt x="8265" y="5960"/>
                    <a:pt x="8163" y="5892"/>
                    <a:pt x="8060" y="5892"/>
                  </a:cubicBezTo>
                  <a:cubicBezTo>
                    <a:pt x="7958" y="5892"/>
                    <a:pt x="7856" y="5960"/>
                    <a:pt x="7856" y="6096"/>
                  </a:cubicBezTo>
                  <a:cubicBezTo>
                    <a:pt x="7856" y="7548"/>
                    <a:pt x="6679" y="8725"/>
                    <a:pt x="5227" y="8725"/>
                  </a:cubicBezTo>
                  <a:cubicBezTo>
                    <a:pt x="3774" y="8725"/>
                    <a:pt x="2597" y="7548"/>
                    <a:pt x="2597" y="6096"/>
                  </a:cubicBezTo>
                  <a:lnTo>
                    <a:pt x="2594" y="6096"/>
                  </a:lnTo>
                  <a:cubicBezTo>
                    <a:pt x="2594" y="5960"/>
                    <a:pt x="2492" y="5892"/>
                    <a:pt x="2391" y="5892"/>
                  </a:cubicBezTo>
                  <a:cubicBezTo>
                    <a:pt x="2289" y="5892"/>
                    <a:pt x="2188" y="5960"/>
                    <a:pt x="2188" y="6096"/>
                  </a:cubicBezTo>
                  <a:lnTo>
                    <a:pt x="2188" y="6110"/>
                  </a:lnTo>
                  <a:lnTo>
                    <a:pt x="2065" y="6110"/>
                  </a:lnTo>
                  <a:cubicBezTo>
                    <a:pt x="1876" y="6110"/>
                    <a:pt x="1724" y="5955"/>
                    <a:pt x="1724" y="5766"/>
                  </a:cubicBezTo>
                  <a:cubicBezTo>
                    <a:pt x="1724" y="5578"/>
                    <a:pt x="1876" y="5426"/>
                    <a:pt x="2065" y="5426"/>
                  </a:cubicBezTo>
                  <a:lnTo>
                    <a:pt x="2865" y="5426"/>
                  </a:lnTo>
                  <a:cubicBezTo>
                    <a:pt x="2731" y="6049"/>
                    <a:pt x="3169" y="6650"/>
                    <a:pt x="3803" y="6719"/>
                  </a:cubicBezTo>
                  <a:cubicBezTo>
                    <a:pt x="3843" y="6723"/>
                    <a:pt x="3882" y="6725"/>
                    <a:pt x="3921" y="6725"/>
                  </a:cubicBezTo>
                  <a:cubicBezTo>
                    <a:pt x="4504" y="6725"/>
                    <a:pt x="4991" y="6255"/>
                    <a:pt x="4995" y="5658"/>
                  </a:cubicBezTo>
                  <a:lnTo>
                    <a:pt x="4995" y="5643"/>
                  </a:lnTo>
                  <a:lnTo>
                    <a:pt x="5458" y="5643"/>
                  </a:lnTo>
                  <a:lnTo>
                    <a:pt x="5458" y="5658"/>
                  </a:lnTo>
                  <a:cubicBezTo>
                    <a:pt x="5462" y="6255"/>
                    <a:pt x="5949" y="6725"/>
                    <a:pt x="6532" y="6725"/>
                  </a:cubicBezTo>
                  <a:cubicBezTo>
                    <a:pt x="6571" y="6725"/>
                    <a:pt x="6610" y="6723"/>
                    <a:pt x="6650" y="6719"/>
                  </a:cubicBezTo>
                  <a:cubicBezTo>
                    <a:pt x="7284" y="6650"/>
                    <a:pt x="7718" y="6049"/>
                    <a:pt x="7584" y="5426"/>
                  </a:cubicBezTo>
                  <a:close/>
                  <a:moveTo>
                    <a:pt x="6328" y="8921"/>
                  </a:moveTo>
                  <a:lnTo>
                    <a:pt x="6328" y="10033"/>
                  </a:lnTo>
                  <a:cubicBezTo>
                    <a:pt x="6328" y="10156"/>
                    <a:pt x="6306" y="10283"/>
                    <a:pt x="6262" y="10399"/>
                  </a:cubicBezTo>
                  <a:cubicBezTo>
                    <a:pt x="6206" y="10559"/>
                    <a:pt x="6334" y="10672"/>
                    <a:pt x="6461" y="10672"/>
                  </a:cubicBezTo>
                  <a:cubicBezTo>
                    <a:pt x="6537" y="10672"/>
                    <a:pt x="6612" y="10631"/>
                    <a:pt x="6646" y="10536"/>
                  </a:cubicBezTo>
                  <a:cubicBezTo>
                    <a:pt x="6704" y="10373"/>
                    <a:pt x="6733" y="10203"/>
                    <a:pt x="6733" y="10029"/>
                  </a:cubicBezTo>
                  <a:lnTo>
                    <a:pt x="6733" y="9667"/>
                  </a:lnTo>
                  <a:lnTo>
                    <a:pt x="7287" y="9855"/>
                  </a:lnTo>
                  <a:cubicBezTo>
                    <a:pt x="7378" y="9888"/>
                    <a:pt x="7439" y="9971"/>
                    <a:pt x="7443" y="10065"/>
                  </a:cubicBezTo>
                  <a:cubicBezTo>
                    <a:pt x="7483" y="10670"/>
                    <a:pt x="7381" y="11275"/>
                    <a:pt x="7153" y="11840"/>
                  </a:cubicBezTo>
                  <a:cubicBezTo>
                    <a:pt x="7048" y="12092"/>
                    <a:pt x="6801" y="12252"/>
                    <a:pt x="6536" y="12252"/>
                  </a:cubicBezTo>
                  <a:cubicBezTo>
                    <a:pt x="6482" y="12252"/>
                    <a:pt x="6426" y="12245"/>
                    <a:pt x="6371" y="12231"/>
                  </a:cubicBezTo>
                  <a:lnTo>
                    <a:pt x="5274" y="11956"/>
                  </a:lnTo>
                  <a:cubicBezTo>
                    <a:pt x="5257" y="11952"/>
                    <a:pt x="5240" y="11951"/>
                    <a:pt x="5223" y="11951"/>
                  </a:cubicBezTo>
                  <a:cubicBezTo>
                    <a:pt x="5206" y="11951"/>
                    <a:pt x="5188" y="11952"/>
                    <a:pt x="5172" y="11956"/>
                  </a:cubicBezTo>
                  <a:lnTo>
                    <a:pt x="4075" y="12231"/>
                  </a:lnTo>
                  <a:cubicBezTo>
                    <a:pt x="4020" y="12245"/>
                    <a:pt x="3964" y="12252"/>
                    <a:pt x="3909" y="12252"/>
                  </a:cubicBezTo>
                  <a:cubicBezTo>
                    <a:pt x="3645" y="12252"/>
                    <a:pt x="3398" y="12092"/>
                    <a:pt x="3296" y="11840"/>
                  </a:cubicBezTo>
                  <a:cubicBezTo>
                    <a:pt x="3064" y="11279"/>
                    <a:pt x="2963" y="10670"/>
                    <a:pt x="3003" y="10065"/>
                  </a:cubicBezTo>
                  <a:cubicBezTo>
                    <a:pt x="3006" y="9971"/>
                    <a:pt x="3068" y="9888"/>
                    <a:pt x="3158" y="9859"/>
                  </a:cubicBezTo>
                  <a:lnTo>
                    <a:pt x="3713" y="9671"/>
                  </a:lnTo>
                  <a:lnTo>
                    <a:pt x="3713" y="10033"/>
                  </a:lnTo>
                  <a:cubicBezTo>
                    <a:pt x="3713" y="10920"/>
                    <a:pt x="4443" y="11545"/>
                    <a:pt x="5230" y="11545"/>
                  </a:cubicBezTo>
                  <a:cubicBezTo>
                    <a:pt x="5509" y="11545"/>
                    <a:pt x="5796" y="11467"/>
                    <a:pt x="6059" y="11293"/>
                  </a:cubicBezTo>
                  <a:cubicBezTo>
                    <a:pt x="6245" y="11168"/>
                    <a:pt x="6125" y="10914"/>
                    <a:pt x="5949" y="10914"/>
                  </a:cubicBezTo>
                  <a:cubicBezTo>
                    <a:pt x="5911" y="10914"/>
                    <a:pt x="5871" y="10926"/>
                    <a:pt x="5831" y="10953"/>
                  </a:cubicBezTo>
                  <a:cubicBezTo>
                    <a:pt x="5638" y="11080"/>
                    <a:pt x="5429" y="11138"/>
                    <a:pt x="5224" y="11138"/>
                  </a:cubicBezTo>
                  <a:cubicBezTo>
                    <a:pt x="4650" y="11138"/>
                    <a:pt x="4118" y="10682"/>
                    <a:pt x="4118" y="10033"/>
                  </a:cubicBezTo>
                  <a:lnTo>
                    <a:pt x="4118" y="8921"/>
                  </a:lnTo>
                  <a:cubicBezTo>
                    <a:pt x="4473" y="9060"/>
                    <a:pt x="4848" y="9130"/>
                    <a:pt x="5223" y="9130"/>
                  </a:cubicBezTo>
                  <a:cubicBezTo>
                    <a:pt x="5598" y="9130"/>
                    <a:pt x="5973" y="9060"/>
                    <a:pt x="6328" y="8921"/>
                  </a:cubicBezTo>
                  <a:close/>
                  <a:moveTo>
                    <a:pt x="4788" y="1"/>
                  </a:moveTo>
                  <a:cubicBezTo>
                    <a:pt x="4194" y="4"/>
                    <a:pt x="3716" y="482"/>
                    <a:pt x="3713" y="1076"/>
                  </a:cubicBezTo>
                  <a:cubicBezTo>
                    <a:pt x="3713" y="1156"/>
                    <a:pt x="3723" y="1236"/>
                    <a:pt x="3742" y="1315"/>
                  </a:cubicBezTo>
                  <a:cubicBezTo>
                    <a:pt x="1717" y="1442"/>
                    <a:pt x="486" y="3601"/>
                    <a:pt x="1406" y="5412"/>
                  </a:cubicBezTo>
                  <a:cubicBezTo>
                    <a:pt x="1138" y="5908"/>
                    <a:pt x="1500" y="6513"/>
                    <a:pt x="2065" y="6513"/>
                  </a:cubicBezTo>
                  <a:lnTo>
                    <a:pt x="2217" y="6513"/>
                  </a:lnTo>
                  <a:cubicBezTo>
                    <a:pt x="2347" y="7440"/>
                    <a:pt x="2901" y="8258"/>
                    <a:pt x="3713" y="8725"/>
                  </a:cubicBezTo>
                  <a:lnTo>
                    <a:pt x="3713" y="9236"/>
                  </a:lnTo>
                  <a:lnTo>
                    <a:pt x="3024" y="9471"/>
                  </a:lnTo>
                  <a:cubicBezTo>
                    <a:pt x="2782" y="9555"/>
                    <a:pt x="2612" y="9779"/>
                    <a:pt x="2597" y="10040"/>
                  </a:cubicBezTo>
                  <a:lnTo>
                    <a:pt x="2597" y="10069"/>
                  </a:lnTo>
                  <a:lnTo>
                    <a:pt x="1007" y="10630"/>
                  </a:lnTo>
                  <a:cubicBezTo>
                    <a:pt x="402" y="10844"/>
                    <a:pt x="0" y="11413"/>
                    <a:pt x="0" y="12054"/>
                  </a:cubicBezTo>
                  <a:lnTo>
                    <a:pt x="0" y="13720"/>
                  </a:lnTo>
                  <a:cubicBezTo>
                    <a:pt x="0" y="13856"/>
                    <a:pt x="102" y="13923"/>
                    <a:pt x="203" y="13923"/>
                  </a:cubicBezTo>
                  <a:cubicBezTo>
                    <a:pt x="305" y="13923"/>
                    <a:pt x="406" y="13856"/>
                    <a:pt x="406" y="13720"/>
                  </a:cubicBezTo>
                  <a:lnTo>
                    <a:pt x="406" y="12054"/>
                  </a:lnTo>
                  <a:cubicBezTo>
                    <a:pt x="406" y="11916"/>
                    <a:pt x="431" y="11778"/>
                    <a:pt x="482" y="11652"/>
                  </a:cubicBezTo>
                  <a:lnTo>
                    <a:pt x="1518" y="12539"/>
                  </a:lnTo>
                  <a:cubicBezTo>
                    <a:pt x="1666" y="12666"/>
                    <a:pt x="1753" y="12850"/>
                    <a:pt x="1753" y="13046"/>
                  </a:cubicBezTo>
                  <a:lnTo>
                    <a:pt x="1753" y="13716"/>
                  </a:lnTo>
                  <a:cubicBezTo>
                    <a:pt x="1753" y="13852"/>
                    <a:pt x="1855" y="13920"/>
                    <a:pt x="1956" y="13920"/>
                  </a:cubicBezTo>
                  <a:cubicBezTo>
                    <a:pt x="2057" y="13920"/>
                    <a:pt x="2159" y="13852"/>
                    <a:pt x="2159" y="13716"/>
                  </a:cubicBezTo>
                  <a:lnTo>
                    <a:pt x="2159" y="13046"/>
                  </a:lnTo>
                  <a:cubicBezTo>
                    <a:pt x="2159" y="12731"/>
                    <a:pt x="2021" y="12434"/>
                    <a:pt x="1782" y="12231"/>
                  </a:cubicBezTo>
                  <a:lnTo>
                    <a:pt x="703" y="11304"/>
                  </a:lnTo>
                  <a:cubicBezTo>
                    <a:pt x="822" y="11174"/>
                    <a:pt x="975" y="11076"/>
                    <a:pt x="1141" y="11014"/>
                  </a:cubicBezTo>
                  <a:lnTo>
                    <a:pt x="2590" y="10504"/>
                  </a:lnTo>
                  <a:cubicBezTo>
                    <a:pt x="2612" y="11014"/>
                    <a:pt x="2724" y="11521"/>
                    <a:pt x="2919" y="11996"/>
                  </a:cubicBezTo>
                  <a:cubicBezTo>
                    <a:pt x="3085" y="12405"/>
                    <a:pt x="3484" y="12662"/>
                    <a:pt x="3911" y="12662"/>
                  </a:cubicBezTo>
                  <a:cubicBezTo>
                    <a:pt x="3997" y="12662"/>
                    <a:pt x="4085" y="12652"/>
                    <a:pt x="4173" y="12630"/>
                  </a:cubicBezTo>
                  <a:lnTo>
                    <a:pt x="5223" y="12365"/>
                  </a:lnTo>
                  <a:lnTo>
                    <a:pt x="6270" y="12630"/>
                  </a:lnTo>
                  <a:cubicBezTo>
                    <a:pt x="6356" y="12651"/>
                    <a:pt x="6447" y="12662"/>
                    <a:pt x="6538" y="12662"/>
                  </a:cubicBezTo>
                  <a:cubicBezTo>
                    <a:pt x="6972" y="12662"/>
                    <a:pt x="7363" y="12398"/>
                    <a:pt x="7526" y="11996"/>
                  </a:cubicBezTo>
                  <a:cubicBezTo>
                    <a:pt x="7722" y="11525"/>
                    <a:pt x="7834" y="11022"/>
                    <a:pt x="7856" y="10507"/>
                  </a:cubicBezTo>
                  <a:lnTo>
                    <a:pt x="9294" y="11018"/>
                  </a:lnTo>
                  <a:cubicBezTo>
                    <a:pt x="9464" y="11076"/>
                    <a:pt x="9616" y="11177"/>
                    <a:pt x="9739" y="11311"/>
                  </a:cubicBezTo>
                  <a:lnTo>
                    <a:pt x="8664" y="12231"/>
                  </a:lnTo>
                  <a:cubicBezTo>
                    <a:pt x="8428" y="12434"/>
                    <a:pt x="8290" y="12731"/>
                    <a:pt x="8290" y="13046"/>
                  </a:cubicBezTo>
                  <a:lnTo>
                    <a:pt x="8290" y="13716"/>
                  </a:lnTo>
                  <a:cubicBezTo>
                    <a:pt x="8290" y="13852"/>
                    <a:pt x="8392" y="13920"/>
                    <a:pt x="8493" y="13920"/>
                  </a:cubicBezTo>
                  <a:cubicBezTo>
                    <a:pt x="8595" y="13920"/>
                    <a:pt x="8696" y="13852"/>
                    <a:pt x="8696" y="13716"/>
                  </a:cubicBezTo>
                  <a:lnTo>
                    <a:pt x="8696" y="13046"/>
                  </a:lnTo>
                  <a:cubicBezTo>
                    <a:pt x="8696" y="12850"/>
                    <a:pt x="8779" y="12666"/>
                    <a:pt x="8928" y="12539"/>
                  </a:cubicBezTo>
                  <a:lnTo>
                    <a:pt x="9956" y="11659"/>
                  </a:lnTo>
                  <a:cubicBezTo>
                    <a:pt x="10007" y="11786"/>
                    <a:pt x="10033" y="11920"/>
                    <a:pt x="10033" y="12054"/>
                  </a:cubicBezTo>
                  <a:lnTo>
                    <a:pt x="10033" y="13720"/>
                  </a:lnTo>
                  <a:cubicBezTo>
                    <a:pt x="10033" y="13856"/>
                    <a:pt x="10134" y="13923"/>
                    <a:pt x="10235" y="13923"/>
                  </a:cubicBezTo>
                  <a:cubicBezTo>
                    <a:pt x="10337" y="13923"/>
                    <a:pt x="10438" y="13856"/>
                    <a:pt x="10438" y="13720"/>
                  </a:cubicBezTo>
                  <a:lnTo>
                    <a:pt x="10438" y="12054"/>
                  </a:lnTo>
                  <a:cubicBezTo>
                    <a:pt x="10438" y="11413"/>
                    <a:pt x="10036" y="10844"/>
                    <a:pt x="9431" y="10630"/>
                  </a:cubicBezTo>
                  <a:lnTo>
                    <a:pt x="7852" y="10073"/>
                  </a:lnTo>
                  <a:lnTo>
                    <a:pt x="7852" y="10040"/>
                  </a:lnTo>
                  <a:cubicBezTo>
                    <a:pt x="7838" y="9783"/>
                    <a:pt x="7668" y="9555"/>
                    <a:pt x="7425" y="9471"/>
                  </a:cubicBezTo>
                  <a:lnTo>
                    <a:pt x="6737" y="9236"/>
                  </a:lnTo>
                  <a:lnTo>
                    <a:pt x="6737" y="8725"/>
                  </a:lnTo>
                  <a:cubicBezTo>
                    <a:pt x="7552" y="8258"/>
                    <a:pt x="8102" y="7440"/>
                    <a:pt x="8233" y="6513"/>
                  </a:cubicBezTo>
                  <a:lnTo>
                    <a:pt x="8385" y="6513"/>
                  </a:lnTo>
                  <a:cubicBezTo>
                    <a:pt x="8953" y="6513"/>
                    <a:pt x="9315" y="5908"/>
                    <a:pt x="9047" y="5412"/>
                  </a:cubicBezTo>
                  <a:cubicBezTo>
                    <a:pt x="9967" y="3601"/>
                    <a:pt x="8732" y="1442"/>
                    <a:pt x="6708" y="1315"/>
                  </a:cubicBezTo>
                  <a:cubicBezTo>
                    <a:pt x="6726" y="1236"/>
                    <a:pt x="6737" y="1156"/>
                    <a:pt x="6737" y="1076"/>
                  </a:cubicBezTo>
                  <a:cubicBezTo>
                    <a:pt x="6737" y="482"/>
                    <a:pt x="6255" y="4"/>
                    <a:pt x="5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2"/>
            <p:cNvSpPr/>
            <p:nvPr/>
          </p:nvSpPr>
          <p:spPr>
            <a:xfrm>
              <a:off x="5923635" y="3078115"/>
              <a:ext cx="49630" cy="16543"/>
            </a:xfrm>
            <a:custGeom>
              <a:rect b="b" l="l" r="r" t="t"/>
              <a:pathLst>
                <a:path extrusionOk="0" h="631" w="1893">
                  <a:moveTo>
                    <a:pt x="296" y="1"/>
                  </a:moveTo>
                  <a:cubicBezTo>
                    <a:pt x="136" y="1"/>
                    <a:pt x="0" y="206"/>
                    <a:pt x="151" y="351"/>
                  </a:cubicBezTo>
                  <a:cubicBezTo>
                    <a:pt x="325" y="525"/>
                    <a:pt x="626" y="630"/>
                    <a:pt x="948" y="630"/>
                  </a:cubicBezTo>
                  <a:cubicBezTo>
                    <a:pt x="1270" y="630"/>
                    <a:pt x="1571" y="525"/>
                    <a:pt x="1745" y="351"/>
                  </a:cubicBezTo>
                  <a:cubicBezTo>
                    <a:pt x="1893" y="206"/>
                    <a:pt x="1756" y="1"/>
                    <a:pt x="1598" y="1"/>
                  </a:cubicBezTo>
                  <a:cubicBezTo>
                    <a:pt x="1551" y="1"/>
                    <a:pt x="1502" y="19"/>
                    <a:pt x="1459" y="62"/>
                  </a:cubicBezTo>
                  <a:cubicBezTo>
                    <a:pt x="1382" y="134"/>
                    <a:pt x="1205" y="221"/>
                    <a:pt x="948" y="221"/>
                  </a:cubicBezTo>
                  <a:cubicBezTo>
                    <a:pt x="691" y="221"/>
                    <a:pt x="510" y="138"/>
                    <a:pt x="437" y="62"/>
                  </a:cubicBezTo>
                  <a:cubicBezTo>
                    <a:pt x="392"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2"/>
            <p:cNvSpPr/>
            <p:nvPr/>
          </p:nvSpPr>
          <p:spPr>
            <a:xfrm>
              <a:off x="5908874" y="3032418"/>
              <a:ext cx="10671" cy="16465"/>
            </a:xfrm>
            <a:custGeom>
              <a:rect b="b" l="l" r="r" t="t"/>
              <a:pathLst>
                <a:path extrusionOk="0" h="628" w="407">
                  <a:moveTo>
                    <a:pt x="203" y="0"/>
                  </a:moveTo>
                  <a:cubicBezTo>
                    <a:pt x="102" y="0"/>
                    <a:pt x="1" y="68"/>
                    <a:pt x="1" y="204"/>
                  </a:cubicBezTo>
                  <a:lnTo>
                    <a:pt x="1" y="421"/>
                  </a:lnTo>
                  <a:cubicBezTo>
                    <a:pt x="1" y="534"/>
                    <a:pt x="91" y="628"/>
                    <a:pt x="203" y="628"/>
                  </a:cubicBezTo>
                  <a:cubicBezTo>
                    <a:pt x="316" y="628"/>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2"/>
            <p:cNvSpPr/>
            <p:nvPr/>
          </p:nvSpPr>
          <p:spPr>
            <a:xfrm>
              <a:off x="5977433" y="3032418"/>
              <a:ext cx="10749" cy="16465"/>
            </a:xfrm>
            <a:custGeom>
              <a:rect b="b" l="l" r="r" t="t"/>
              <a:pathLst>
                <a:path extrusionOk="0" h="628" w="410">
                  <a:moveTo>
                    <a:pt x="205" y="0"/>
                  </a:moveTo>
                  <a:cubicBezTo>
                    <a:pt x="103" y="0"/>
                    <a:pt x="1" y="68"/>
                    <a:pt x="1" y="204"/>
                  </a:cubicBezTo>
                  <a:lnTo>
                    <a:pt x="1" y="421"/>
                  </a:lnTo>
                  <a:cubicBezTo>
                    <a:pt x="1" y="534"/>
                    <a:pt x="91" y="628"/>
                    <a:pt x="203" y="628"/>
                  </a:cubicBezTo>
                  <a:cubicBezTo>
                    <a:pt x="316" y="628"/>
                    <a:pt x="410" y="534"/>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2"/>
            <p:cNvSpPr/>
            <p:nvPr/>
          </p:nvSpPr>
          <p:spPr>
            <a:xfrm>
              <a:off x="5941436" y="3237727"/>
              <a:ext cx="12558" cy="10697"/>
            </a:xfrm>
            <a:custGeom>
              <a:rect b="b" l="l" r="r" t="t"/>
              <a:pathLst>
                <a:path extrusionOk="0" h="408" w="479">
                  <a:moveTo>
                    <a:pt x="276" y="0"/>
                  </a:moveTo>
                  <a:cubicBezTo>
                    <a:pt x="273" y="0"/>
                    <a:pt x="271" y="0"/>
                    <a:pt x="269" y="0"/>
                  </a:cubicBezTo>
                  <a:lnTo>
                    <a:pt x="273" y="0"/>
                  </a:lnTo>
                  <a:cubicBezTo>
                    <a:pt x="91" y="0"/>
                    <a:pt x="1" y="221"/>
                    <a:pt x="131" y="348"/>
                  </a:cubicBezTo>
                  <a:cubicBezTo>
                    <a:pt x="172" y="389"/>
                    <a:pt x="223" y="407"/>
                    <a:pt x="272" y="407"/>
                  </a:cubicBezTo>
                  <a:cubicBezTo>
                    <a:pt x="377" y="407"/>
                    <a:pt x="479" y="326"/>
                    <a:pt x="479" y="203"/>
                  </a:cubicBezTo>
                  <a:cubicBezTo>
                    <a:pt x="479" y="89"/>
                    <a:pt x="388" y="0"/>
                    <a:pt x="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5" name="Google Shape;13735;p82"/>
          <p:cNvGrpSpPr/>
          <p:nvPr/>
        </p:nvGrpSpPr>
        <p:grpSpPr>
          <a:xfrm>
            <a:off x="5361296" y="2894750"/>
            <a:ext cx="274052" cy="365157"/>
            <a:chOff x="5361296" y="2894750"/>
            <a:chExt cx="274052" cy="365157"/>
          </a:xfrm>
        </p:grpSpPr>
        <p:sp>
          <p:nvSpPr>
            <p:cNvPr id="13736" name="Google Shape;13736;p82"/>
            <p:cNvSpPr/>
            <p:nvPr/>
          </p:nvSpPr>
          <p:spPr>
            <a:xfrm>
              <a:off x="5401172" y="3140198"/>
              <a:ext cx="194298" cy="51491"/>
            </a:xfrm>
            <a:custGeom>
              <a:rect b="b" l="l" r="r" t="t"/>
              <a:pathLst>
                <a:path extrusionOk="0" h="1964" w="7411">
                  <a:moveTo>
                    <a:pt x="870" y="1"/>
                  </a:moveTo>
                  <a:cubicBezTo>
                    <a:pt x="388" y="1"/>
                    <a:pt x="0" y="392"/>
                    <a:pt x="0" y="874"/>
                  </a:cubicBezTo>
                  <a:lnTo>
                    <a:pt x="0" y="1964"/>
                  </a:lnTo>
                  <a:lnTo>
                    <a:pt x="7410" y="1964"/>
                  </a:lnTo>
                  <a:lnTo>
                    <a:pt x="7410" y="874"/>
                  </a:lnTo>
                  <a:cubicBezTo>
                    <a:pt x="7410" y="392"/>
                    <a:pt x="7019" y="1"/>
                    <a:pt x="6537"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2"/>
            <p:cNvSpPr/>
            <p:nvPr/>
          </p:nvSpPr>
          <p:spPr>
            <a:xfrm>
              <a:off x="5458222" y="2900177"/>
              <a:ext cx="80094" cy="45776"/>
            </a:xfrm>
            <a:custGeom>
              <a:rect b="b" l="l" r="r" t="t"/>
              <a:pathLst>
                <a:path extrusionOk="0" h="1746" w="3055">
                  <a:moveTo>
                    <a:pt x="874" y="0"/>
                  </a:moveTo>
                  <a:cubicBezTo>
                    <a:pt x="392" y="0"/>
                    <a:pt x="1" y="391"/>
                    <a:pt x="1" y="873"/>
                  </a:cubicBezTo>
                  <a:cubicBezTo>
                    <a:pt x="1" y="1355"/>
                    <a:pt x="392" y="1746"/>
                    <a:pt x="874" y="1746"/>
                  </a:cubicBezTo>
                  <a:lnTo>
                    <a:pt x="2181" y="1746"/>
                  </a:lnTo>
                  <a:cubicBezTo>
                    <a:pt x="2663" y="1746"/>
                    <a:pt x="3054" y="1355"/>
                    <a:pt x="3054" y="873"/>
                  </a:cubicBezTo>
                  <a:cubicBezTo>
                    <a:pt x="3054" y="391"/>
                    <a:pt x="2663" y="0"/>
                    <a:pt x="218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2"/>
            <p:cNvSpPr/>
            <p:nvPr/>
          </p:nvSpPr>
          <p:spPr>
            <a:xfrm>
              <a:off x="5366880" y="3111621"/>
              <a:ext cx="262857" cy="142833"/>
            </a:xfrm>
            <a:custGeom>
              <a:rect b="b" l="l" r="r" t="t"/>
              <a:pathLst>
                <a:path extrusionOk="0" h="5448" w="10026">
                  <a:moveTo>
                    <a:pt x="3706" y="1"/>
                  </a:moveTo>
                  <a:lnTo>
                    <a:pt x="3706" y="1127"/>
                  </a:lnTo>
                  <a:cubicBezTo>
                    <a:pt x="3706" y="1496"/>
                    <a:pt x="3470" y="1826"/>
                    <a:pt x="3123" y="1949"/>
                  </a:cubicBezTo>
                  <a:lnTo>
                    <a:pt x="874" y="2742"/>
                  </a:lnTo>
                  <a:cubicBezTo>
                    <a:pt x="349" y="2927"/>
                    <a:pt x="1" y="3423"/>
                    <a:pt x="1" y="3977"/>
                  </a:cubicBezTo>
                  <a:lnTo>
                    <a:pt x="1" y="5448"/>
                  </a:lnTo>
                  <a:lnTo>
                    <a:pt x="10026" y="5448"/>
                  </a:lnTo>
                  <a:lnTo>
                    <a:pt x="10026" y="3977"/>
                  </a:lnTo>
                  <a:cubicBezTo>
                    <a:pt x="10026" y="3423"/>
                    <a:pt x="9674" y="2927"/>
                    <a:pt x="9153" y="2742"/>
                  </a:cubicBezTo>
                  <a:lnTo>
                    <a:pt x="6904" y="1949"/>
                  </a:lnTo>
                  <a:cubicBezTo>
                    <a:pt x="6553" y="1826"/>
                    <a:pt x="6321" y="1496"/>
                    <a:pt x="6321" y="1127"/>
                  </a:cubicBezTo>
                  <a:lnTo>
                    <a:pt x="632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2"/>
            <p:cNvSpPr/>
            <p:nvPr/>
          </p:nvSpPr>
          <p:spPr>
            <a:xfrm>
              <a:off x="5366880" y="3164790"/>
              <a:ext cx="262857" cy="89664"/>
            </a:xfrm>
            <a:custGeom>
              <a:rect b="b" l="l" r="r" t="t"/>
              <a:pathLst>
                <a:path extrusionOk="0" h="3420" w="10026">
                  <a:moveTo>
                    <a:pt x="2895" y="1"/>
                  </a:moveTo>
                  <a:lnTo>
                    <a:pt x="874" y="714"/>
                  </a:lnTo>
                  <a:cubicBezTo>
                    <a:pt x="349" y="899"/>
                    <a:pt x="1" y="1395"/>
                    <a:pt x="1" y="1949"/>
                  </a:cubicBezTo>
                  <a:lnTo>
                    <a:pt x="1" y="3420"/>
                  </a:lnTo>
                  <a:lnTo>
                    <a:pt x="10026" y="3420"/>
                  </a:lnTo>
                  <a:lnTo>
                    <a:pt x="10026" y="1949"/>
                  </a:lnTo>
                  <a:cubicBezTo>
                    <a:pt x="10026" y="1395"/>
                    <a:pt x="9674" y="899"/>
                    <a:pt x="9153" y="714"/>
                  </a:cubicBezTo>
                  <a:lnTo>
                    <a:pt x="7132" y="1"/>
                  </a:lnTo>
                  <a:cubicBezTo>
                    <a:pt x="6900" y="982"/>
                    <a:pt x="6020" y="1678"/>
                    <a:pt x="5013" y="1678"/>
                  </a:cubicBezTo>
                  <a:cubicBezTo>
                    <a:pt x="4003" y="1678"/>
                    <a:pt x="3126" y="982"/>
                    <a:pt x="28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2"/>
            <p:cNvSpPr/>
            <p:nvPr/>
          </p:nvSpPr>
          <p:spPr>
            <a:xfrm>
              <a:off x="5464016" y="3111621"/>
              <a:ext cx="68585" cy="40034"/>
            </a:xfrm>
            <a:custGeom>
              <a:rect b="b" l="l" r="r" t="t"/>
              <a:pathLst>
                <a:path extrusionOk="0" h="1527" w="2616">
                  <a:moveTo>
                    <a:pt x="1" y="1"/>
                  </a:moveTo>
                  <a:lnTo>
                    <a:pt x="1" y="1247"/>
                  </a:lnTo>
                  <a:cubicBezTo>
                    <a:pt x="416" y="1433"/>
                    <a:pt x="861" y="1526"/>
                    <a:pt x="1307" y="1526"/>
                  </a:cubicBezTo>
                  <a:cubicBezTo>
                    <a:pt x="1753" y="1526"/>
                    <a:pt x="2199" y="1433"/>
                    <a:pt x="2616" y="1247"/>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2"/>
            <p:cNvSpPr/>
            <p:nvPr/>
          </p:nvSpPr>
          <p:spPr>
            <a:xfrm>
              <a:off x="5401172" y="3014485"/>
              <a:ext cx="194298" cy="120155"/>
            </a:xfrm>
            <a:custGeom>
              <a:rect b="b" l="l" r="r" t="t"/>
              <a:pathLst>
                <a:path extrusionOk="0" h="4583" w="7411">
                  <a:moveTo>
                    <a:pt x="870" y="1"/>
                  </a:moveTo>
                  <a:lnTo>
                    <a:pt x="696" y="873"/>
                  </a:lnTo>
                  <a:lnTo>
                    <a:pt x="544" y="873"/>
                  </a:lnTo>
                  <a:cubicBezTo>
                    <a:pt x="243" y="873"/>
                    <a:pt x="0" y="1116"/>
                    <a:pt x="0" y="1417"/>
                  </a:cubicBezTo>
                  <a:cubicBezTo>
                    <a:pt x="0" y="1721"/>
                    <a:pt x="243" y="1964"/>
                    <a:pt x="544" y="1964"/>
                  </a:cubicBezTo>
                  <a:lnTo>
                    <a:pt x="880" y="1964"/>
                  </a:lnTo>
                  <a:cubicBezTo>
                    <a:pt x="993" y="3441"/>
                    <a:pt x="2224" y="4582"/>
                    <a:pt x="3705" y="4582"/>
                  </a:cubicBezTo>
                  <a:cubicBezTo>
                    <a:pt x="5187" y="4582"/>
                    <a:pt x="6414" y="3441"/>
                    <a:pt x="6527" y="1964"/>
                  </a:cubicBezTo>
                  <a:lnTo>
                    <a:pt x="6863" y="1964"/>
                  </a:lnTo>
                  <a:cubicBezTo>
                    <a:pt x="7164" y="1964"/>
                    <a:pt x="7410" y="1721"/>
                    <a:pt x="7410" y="1417"/>
                  </a:cubicBezTo>
                  <a:cubicBezTo>
                    <a:pt x="7410" y="1116"/>
                    <a:pt x="7164" y="873"/>
                    <a:pt x="6863" y="873"/>
                  </a:cubicBezTo>
                  <a:lnTo>
                    <a:pt x="6711" y="873"/>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2"/>
            <p:cNvSpPr/>
            <p:nvPr/>
          </p:nvSpPr>
          <p:spPr>
            <a:xfrm>
              <a:off x="5400307" y="3003107"/>
              <a:ext cx="149492" cy="131455"/>
            </a:xfrm>
            <a:custGeom>
              <a:rect b="b" l="l" r="r" t="t"/>
              <a:pathLst>
                <a:path extrusionOk="0" h="5014" w="5702">
                  <a:moveTo>
                    <a:pt x="903" y="0"/>
                  </a:moveTo>
                  <a:lnTo>
                    <a:pt x="718" y="1307"/>
                  </a:lnTo>
                  <a:lnTo>
                    <a:pt x="609" y="1307"/>
                  </a:lnTo>
                  <a:cubicBezTo>
                    <a:pt x="323" y="1307"/>
                    <a:pt x="66" y="1510"/>
                    <a:pt x="37" y="1796"/>
                  </a:cubicBezTo>
                  <a:cubicBezTo>
                    <a:pt x="1" y="2119"/>
                    <a:pt x="254" y="2398"/>
                    <a:pt x="580" y="2398"/>
                  </a:cubicBezTo>
                  <a:lnTo>
                    <a:pt x="917" y="2398"/>
                  </a:lnTo>
                  <a:cubicBezTo>
                    <a:pt x="1022" y="3893"/>
                    <a:pt x="2270" y="5014"/>
                    <a:pt x="3717" y="5014"/>
                  </a:cubicBezTo>
                  <a:cubicBezTo>
                    <a:pt x="3868" y="5014"/>
                    <a:pt x="4022" y="5002"/>
                    <a:pt x="4177" y="4976"/>
                  </a:cubicBezTo>
                  <a:cubicBezTo>
                    <a:pt x="2909" y="4781"/>
                    <a:pt x="1931" y="3756"/>
                    <a:pt x="1793" y="2481"/>
                  </a:cubicBezTo>
                  <a:cubicBezTo>
                    <a:pt x="1743" y="1967"/>
                    <a:pt x="2148" y="1525"/>
                    <a:pt x="2663" y="1525"/>
                  </a:cubicBezTo>
                  <a:lnTo>
                    <a:pt x="5046" y="1525"/>
                  </a:lnTo>
                  <a:cubicBezTo>
                    <a:pt x="5408" y="1525"/>
                    <a:pt x="5701" y="1231"/>
                    <a:pt x="5701" y="873"/>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2"/>
            <p:cNvSpPr/>
            <p:nvPr/>
          </p:nvSpPr>
          <p:spPr>
            <a:xfrm>
              <a:off x="5401172" y="2940133"/>
              <a:ext cx="194377" cy="111503"/>
            </a:xfrm>
            <a:custGeom>
              <a:rect b="b" l="l" r="r" t="t"/>
              <a:pathLst>
                <a:path extrusionOk="0" h="4253" w="7414">
                  <a:moveTo>
                    <a:pt x="3010" y="1"/>
                  </a:moveTo>
                  <a:cubicBezTo>
                    <a:pt x="1348" y="1"/>
                    <a:pt x="0" y="1268"/>
                    <a:pt x="0" y="2837"/>
                  </a:cubicBezTo>
                  <a:lnTo>
                    <a:pt x="0" y="4253"/>
                  </a:lnTo>
                  <a:cubicBezTo>
                    <a:pt x="0" y="3954"/>
                    <a:pt x="257" y="3709"/>
                    <a:pt x="573" y="3709"/>
                  </a:cubicBezTo>
                  <a:cubicBezTo>
                    <a:pt x="575" y="3709"/>
                    <a:pt x="577" y="3709"/>
                    <a:pt x="580" y="3709"/>
                  </a:cubicBezTo>
                  <a:cubicBezTo>
                    <a:pt x="641" y="3709"/>
                    <a:pt x="692" y="3662"/>
                    <a:pt x="692" y="3601"/>
                  </a:cubicBezTo>
                  <a:lnTo>
                    <a:pt x="692" y="3492"/>
                  </a:lnTo>
                  <a:cubicBezTo>
                    <a:pt x="699" y="3371"/>
                    <a:pt x="797" y="3275"/>
                    <a:pt x="917" y="3275"/>
                  </a:cubicBezTo>
                  <a:cubicBezTo>
                    <a:pt x="919" y="3275"/>
                    <a:pt x="922" y="3275"/>
                    <a:pt x="924" y="3275"/>
                  </a:cubicBezTo>
                  <a:lnTo>
                    <a:pt x="3977" y="3275"/>
                  </a:lnTo>
                  <a:cubicBezTo>
                    <a:pt x="4096" y="3275"/>
                    <a:pt x="4212" y="3228"/>
                    <a:pt x="4303" y="3144"/>
                  </a:cubicBezTo>
                  <a:lnTo>
                    <a:pt x="4806" y="2674"/>
                  </a:lnTo>
                  <a:cubicBezTo>
                    <a:pt x="4853" y="2630"/>
                    <a:pt x="4910" y="2609"/>
                    <a:pt x="4967" y="2609"/>
                  </a:cubicBezTo>
                  <a:cubicBezTo>
                    <a:pt x="5064" y="2609"/>
                    <a:pt x="5159" y="2670"/>
                    <a:pt x="5194" y="2775"/>
                  </a:cubicBezTo>
                  <a:lnTo>
                    <a:pt x="5284" y="3108"/>
                  </a:lnTo>
                  <a:cubicBezTo>
                    <a:pt x="5313" y="3207"/>
                    <a:pt x="5399" y="3275"/>
                    <a:pt x="5501" y="3275"/>
                  </a:cubicBezTo>
                  <a:cubicBezTo>
                    <a:pt x="5504" y="3275"/>
                    <a:pt x="5506" y="3275"/>
                    <a:pt x="5509" y="3275"/>
                  </a:cubicBezTo>
                  <a:lnTo>
                    <a:pt x="6487" y="3275"/>
                  </a:lnTo>
                  <a:cubicBezTo>
                    <a:pt x="6489" y="3275"/>
                    <a:pt x="6491" y="3275"/>
                    <a:pt x="6493" y="3275"/>
                  </a:cubicBezTo>
                  <a:cubicBezTo>
                    <a:pt x="6614" y="3275"/>
                    <a:pt x="6715" y="3371"/>
                    <a:pt x="6719" y="3492"/>
                  </a:cubicBezTo>
                  <a:lnTo>
                    <a:pt x="6719" y="3601"/>
                  </a:lnTo>
                  <a:cubicBezTo>
                    <a:pt x="6719" y="3662"/>
                    <a:pt x="6769" y="3709"/>
                    <a:pt x="6831" y="3709"/>
                  </a:cubicBezTo>
                  <a:cubicBezTo>
                    <a:pt x="7153" y="3709"/>
                    <a:pt x="7414" y="3952"/>
                    <a:pt x="7414" y="4253"/>
                  </a:cubicBezTo>
                  <a:lnTo>
                    <a:pt x="7414" y="2837"/>
                  </a:lnTo>
                  <a:cubicBezTo>
                    <a:pt x="7410" y="1272"/>
                    <a:pt x="6063" y="1"/>
                    <a:pt x="440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2"/>
            <p:cNvSpPr/>
            <p:nvPr/>
          </p:nvSpPr>
          <p:spPr>
            <a:xfrm>
              <a:off x="5462416" y="2940133"/>
              <a:ext cx="132765" cy="68690"/>
            </a:xfrm>
            <a:custGeom>
              <a:rect b="b" l="l" r="r" t="t"/>
              <a:pathLst>
                <a:path extrusionOk="0" h="2620" w="5064">
                  <a:moveTo>
                    <a:pt x="1855" y="1"/>
                  </a:moveTo>
                  <a:cubicBezTo>
                    <a:pt x="1195" y="254"/>
                    <a:pt x="649" y="732"/>
                    <a:pt x="312" y="1352"/>
                  </a:cubicBezTo>
                  <a:cubicBezTo>
                    <a:pt x="0" y="1931"/>
                    <a:pt x="446" y="2619"/>
                    <a:pt x="1138" y="2619"/>
                  </a:cubicBezTo>
                  <a:lnTo>
                    <a:pt x="2568" y="2619"/>
                  </a:lnTo>
                  <a:cubicBezTo>
                    <a:pt x="2590" y="2612"/>
                    <a:pt x="2612" y="2608"/>
                    <a:pt x="2633" y="2608"/>
                  </a:cubicBezTo>
                  <a:cubicBezTo>
                    <a:pt x="2655" y="2608"/>
                    <a:pt x="2677" y="2612"/>
                    <a:pt x="2698" y="2619"/>
                  </a:cubicBezTo>
                  <a:lnTo>
                    <a:pt x="5063" y="2619"/>
                  </a:lnTo>
                  <a:cubicBezTo>
                    <a:pt x="4944" y="1156"/>
                    <a:pt x="3647" y="1"/>
                    <a:pt x="206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2"/>
            <p:cNvSpPr/>
            <p:nvPr/>
          </p:nvSpPr>
          <p:spPr>
            <a:xfrm>
              <a:off x="5426525" y="3164790"/>
              <a:ext cx="143488" cy="61087"/>
            </a:xfrm>
            <a:custGeom>
              <a:rect b="b" l="l" r="r" t="t"/>
              <a:pathLst>
                <a:path extrusionOk="0" h="2330" w="5473">
                  <a:moveTo>
                    <a:pt x="620" y="1"/>
                  </a:moveTo>
                  <a:lnTo>
                    <a:pt x="0" y="222"/>
                  </a:lnTo>
                  <a:cubicBezTo>
                    <a:pt x="326" y="1464"/>
                    <a:pt x="1453" y="2330"/>
                    <a:pt x="2738" y="2330"/>
                  </a:cubicBezTo>
                  <a:cubicBezTo>
                    <a:pt x="4024" y="2330"/>
                    <a:pt x="5147" y="1464"/>
                    <a:pt x="5473" y="222"/>
                  </a:cubicBezTo>
                  <a:lnTo>
                    <a:pt x="4857" y="1"/>
                  </a:lnTo>
                  <a:cubicBezTo>
                    <a:pt x="4622" y="982"/>
                    <a:pt x="3745" y="1678"/>
                    <a:pt x="2738" y="1678"/>
                  </a:cubicBezTo>
                  <a:cubicBezTo>
                    <a:pt x="1728" y="1678"/>
                    <a:pt x="851" y="982"/>
                    <a:pt x="6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2"/>
            <p:cNvSpPr/>
            <p:nvPr/>
          </p:nvSpPr>
          <p:spPr>
            <a:xfrm>
              <a:off x="5418266" y="3159521"/>
              <a:ext cx="28603" cy="94934"/>
            </a:xfrm>
            <a:custGeom>
              <a:rect b="b" l="l" r="r" t="t"/>
              <a:pathLst>
                <a:path extrusionOk="0" h="3621" w="1091">
                  <a:moveTo>
                    <a:pt x="913" y="1"/>
                  </a:moveTo>
                  <a:cubicBezTo>
                    <a:pt x="892" y="1"/>
                    <a:pt x="869" y="5"/>
                    <a:pt x="848" y="13"/>
                  </a:cubicBezTo>
                  <a:lnTo>
                    <a:pt x="218" y="267"/>
                  </a:lnTo>
                  <a:cubicBezTo>
                    <a:pt x="87" y="318"/>
                    <a:pt x="0" y="444"/>
                    <a:pt x="0" y="586"/>
                  </a:cubicBezTo>
                  <a:lnTo>
                    <a:pt x="0" y="3621"/>
                  </a:lnTo>
                  <a:lnTo>
                    <a:pt x="1090" y="3621"/>
                  </a:lnTo>
                  <a:lnTo>
                    <a:pt x="1090" y="180"/>
                  </a:lnTo>
                  <a:cubicBezTo>
                    <a:pt x="1090" y="77"/>
                    <a:pt x="1007" y="1"/>
                    <a:pt x="91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2"/>
            <p:cNvSpPr/>
            <p:nvPr/>
          </p:nvSpPr>
          <p:spPr>
            <a:xfrm>
              <a:off x="5549668" y="3159521"/>
              <a:ext cx="28603" cy="94934"/>
            </a:xfrm>
            <a:custGeom>
              <a:rect b="b" l="l" r="r" t="t"/>
              <a:pathLst>
                <a:path extrusionOk="0" h="3621" w="1091">
                  <a:moveTo>
                    <a:pt x="178" y="1"/>
                  </a:moveTo>
                  <a:cubicBezTo>
                    <a:pt x="84" y="1"/>
                    <a:pt x="1" y="77"/>
                    <a:pt x="1" y="180"/>
                  </a:cubicBezTo>
                  <a:lnTo>
                    <a:pt x="1" y="3621"/>
                  </a:lnTo>
                  <a:lnTo>
                    <a:pt x="1091" y="3621"/>
                  </a:lnTo>
                  <a:lnTo>
                    <a:pt x="1091" y="586"/>
                  </a:lnTo>
                  <a:cubicBezTo>
                    <a:pt x="1091" y="444"/>
                    <a:pt x="1007" y="318"/>
                    <a:pt x="873" y="267"/>
                  </a:cubicBezTo>
                  <a:lnTo>
                    <a:pt x="243" y="13"/>
                  </a:lnTo>
                  <a:cubicBezTo>
                    <a:pt x="222" y="5"/>
                    <a:pt x="199"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2"/>
            <p:cNvSpPr/>
            <p:nvPr/>
          </p:nvSpPr>
          <p:spPr>
            <a:xfrm>
              <a:off x="5473454" y="3083306"/>
              <a:ext cx="49630" cy="16569"/>
            </a:xfrm>
            <a:custGeom>
              <a:rect b="b" l="l" r="r" t="t"/>
              <a:pathLst>
                <a:path extrusionOk="0" h="632" w="1893">
                  <a:moveTo>
                    <a:pt x="295" y="0"/>
                  </a:moveTo>
                  <a:cubicBezTo>
                    <a:pt x="136" y="0"/>
                    <a:pt x="1" y="208"/>
                    <a:pt x="152" y="353"/>
                  </a:cubicBezTo>
                  <a:cubicBezTo>
                    <a:pt x="325" y="527"/>
                    <a:pt x="622" y="632"/>
                    <a:pt x="948" y="632"/>
                  </a:cubicBezTo>
                  <a:cubicBezTo>
                    <a:pt x="1271" y="632"/>
                    <a:pt x="1568" y="527"/>
                    <a:pt x="1745" y="353"/>
                  </a:cubicBezTo>
                  <a:cubicBezTo>
                    <a:pt x="1893" y="208"/>
                    <a:pt x="1757" y="0"/>
                    <a:pt x="1599" y="0"/>
                  </a:cubicBezTo>
                  <a:cubicBezTo>
                    <a:pt x="1552" y="0"/>
                    <a:pt x="1503" y="19"/>
                    <a:pt x="1459" y="63"/>
                  </a:cubicBezTo>
                  <a:cubicBezTo>
                    <a:pt x="1383" y="135"/>
                    <a:pt x="1205" y="222"/>
                    <a:pt x="948" y="222"/>
                  </a:cubicBezTo>
                  <a:cubicBezTo>
                    <a:pt x="688" y="222"/>
                    <a:pt x="510" y="135"/>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2"/>
            <p:cNvSpPr/>
            <p:nvPr/>
          </p:nvSpPr>
          <p:spPr>
            <a:xfrm>
              <a:off x="5458615" y="3043351"/>
              <a:ext cx="10749" cy="16386"/>
            </a:xfrm>
            <a:custGeom>
              <a:rect b="b" l="l" r="r" t="t"/>
              <a:pathLst>
                <a:path extrusionOk="0" h="625" w="410">
                  <a:moveTo>
                    <a:pt x="207" y="1"/>
                  </a:moveTo>
                  <a:cubicBezTo>
                    <a:pt x="95" y="1"/>
                    <a:pt x="0" y="91"/>
                    <a:pt x="0" y="203"/>
                  </a:cubicBezTo>
                  <a:lnTo>
                    <a:pt x="0" y="421"/>
                  </a:lnTo>
                  <a:cubicBezTo>
                    <a:pt x="0" y="557"/>
                    <a:pt x="103" y="624"/>
                    <a:pt x="205" y="624"/>
                  </a:cubicBezTo>
                  <a:cubicBezTo>
                    <a:pt x="307" y="624"/>
                    <a:pt x="410" y="557"/>
                    <a:pt x="410" y="421"/>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2"/>
            <p:cNvSpPr/>
            <p:nvPr/>
          </p:nvSpPr>
          <p:spPr>
            <a:xfrm>
              <a:off x="5527252" y="3043325"/>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2"/>
            <p:cNvSpPr/>
            <p:nvPr/>
          </p:nvSpPr>
          <p:spPr>
            <a:xfrm>
              <a:off x="5361296" y="2894750"/>
              <a:ext cx="274052" cy="365079"/>
            </a:xfrm>
            <a:custGeom>
              <a:rect b="b" l="l" r="r" t="t"/>
              <a:pathLst>
                <a:path extrusionOk="0" h="13925" w="10453">
                  <a:moveTo>
                    <a:pt x="5878" y="410"/>
                  </a:moveTo>
                  <a:cubicBezTo>
                    <a:pt x="6248" y="410"/>
                    <a:pt x="6545" y="711"/>
                    <a:pt x="6548" y="1076"/>
                  </a:cubicBezTo>
                  <a:cubicBezTo>
                    <a:pt x="6548" y="1261"/>
                    <a:pt x="6472" y="1435"/>
                    <a:pt x="6335" y="1562"/>
                  </a:cubicBezTo>
                  <a:cubicBezTo>
                    <a:pt x="6186" y="1540"/>
                    <a:pt x="6030" y="1529"/>
                    <a:pt x="5878" y="1529"/>
                  </a:cubicBezTo>
                  <a:lnTo>
                    <a:pt x="4571" y="1529"/>
                  </a:lnTo>
                  <a:cubicBezTo>
                    <a:pt x="4419" y="1529"/>
                    <a:pt x="4267" y="1540"/>
                    <a:pt x="4114" y="1562"/>
                  </a:cubicBezTo>
                  <a:cubicBezTo>
                    <a:pt x="3980" y="1435"/>
                    <a:pt x="3904" y="1261"/>
                    <a:pt x="3904" y="1080"/>
                  </a:cubicBezTo>
                  <a:lnTo>
                    <a:pt x="3904" y="1076"/>
                  </a:lnTo>
                  <a:cubicBezTo>
                    <a:pt x="3904" y="711"/>
                    <a:pt x="4201" y="410"/>
                    <a:pt x="4571" y="410"/>
                  </a:cubicBezTo>
                  <a:close/>
                  <a:moveTo>
                    <a:pt x="5878" y="1938"/>
                  </a:moveTo>
                  <a:cubicBezTo>
                    <a:pt x="7450" y="1938"/>
                    <a:pt x="8725" y="3213"/>
                    <a:pt x="8729" y="4785"/>
                  </a:cubicBezTo>
                  <a:lnTo>
                    <a:pt x="8729" y="5317"/>
                  </a:lnTo>
                  <a:cubicBezTo>
                    <a:pt x="8620" y="5263"/>
                    <a:pt x="8504" y="5234"/>
                    <a:pt x="8384" y="5234"/>
                  </a:cubicBezTo>
                  <a:lnTo>
                    <a:pt x="8276" y="5234"/>
                  </a:lnTo>
                  <a:cubicBezTo>
                    <a:pt x="8272" y="5234"/>
                    <a:pt x="8269" y="5234"/>
                    <a:pt x="8269" y="5230"/>
                  </a:cubicBezTo>
                  <a:cubicBezTo>
                    <a:pt x="8265" y="5227"/>
                    <a:pt x="8261" y="5223"/>
                    <a:pt x="8261" y="5220"/>
                  </a:cubicBezTo>
                  <a:lnTo>
                    <a:pt x="8261" y="5002"/>
                  </a:lnTo>
                  <a:cubicBezTo>
                    <a:pt x="8261" y="4890"/>
                    <a:pt x="8171" y="4799"/>
                    <a:pt x="8058" y="4799"/>
                  </a:cubicBezTo>
                  <a:lnTo>
                    <a:pt x="6910" y="4799"/>
                  </a:lnTo>
                  <a:lnTo>
                    <a:pt x="6729" y="4082"/>
                  </a:lnTo>
                  <a:cubicBezTo>
                    <a:pt x="6704" y="3984"/>
                    <a:pt x="6620" y="3928"/>
                    <a:pt x="6533" y="3928"/>
                  </a:cubicBezTo>
                  <a:cubicBezTo>
                    <a:pt x="6482" y="3928"/>
                    <a:pt x="6430" y="3947"/>
                    <a:pt x="6389" y="3988"/>
                  </a:cubicBezTo>
                  <a:lnTo>
                    <a:pt x="5574" y="4799"/>
                  </a:lnTo>
                  <a:lnTo>
                    <a:pt x="3702" y="4799"/>
                  </a:lnTo>
                  <a:cubicBezTo>
                    <a:pt x="3430" y="4799"/>
                    <a:pt x="3430" y="5205"/>
                    <a:pt x="3702" y="5205"/>
                  </a:cubicBezTo>
                  <a:lnTo>
                    <a:pt x="5661" y="5205"/>
                  </a:lnTo>
                  <a:cubicBezTo>
                    <a:pt x="5715" y="5205"/>
                    <a:pt x="5766" y="5183"/>
                    <a:pt x="5806" y="5147"/>
                  </a:cubicBezTo>
                  <a:lnTo>
                    <a:pt x="6421" y="4531"/>
                  </a:lnTo>
                  <a:lnTo>
                    <a:pt x="6552" y="5053"/>
                  </a:lnTo>
                  <a:cubicBezTo>
                    <a:pt x="6577" y="5143"/>
                    <a:pt x="6657" y="5205"/>
                    <a:pt x="6751" y="5205"/>
                  </a:cubicBezTo>
                  <a:lnTo>
                    <a:pt x="7856" y="5205"/>
                  </a:lnTo>
                  <a:lnTo>
                    <a:pt x="7856" y="5220"/>
                  </a:lnTo>
                  <a:cubicBezTo>
                    <a:pt x="7856" y="5455"/>
                    <a:pt x="8044" y="5643"/>
                    <a:pt x="8276" y="5643"/>
                  </a:cubicBezTo>
                  <a:lnTo>
                    <a:pt x="8384" y="5643"/>
                  </a:lnTo>
                  <a:cubicBezTo>
                    <a:pt x="8573" y="5643"/>
                    <a:pt x="8725" y="5795"/>
                    <a:pt x="8725" y="5984"/>
                  </a:cubicBezTo>
                  <a:cubicBezTo>
                    <a:pt x="8725" y="6172"/>
                    <a:pt x="8573" y="6324"/>
                    <a:pt x="8384" y="6324"/>
                  </a:cubicBezTo>
                  <a:lnTo>
                    <a:pt x="8261" y="6324"/>
                  </a:lnTo>
                  <a:lnTo>
                    <a:pt x="8261" y="6310"/>
                  </a:lnTo>
                  <a:cubicBezTo>
                    <a:pt x="8261" y="6174"/>
                    <a:pt x="8160" y="6106"/>
                    <a:pt x="8058" y="6106"/>
                  </a:cubicBezTo>
                  <a:cubicBezTo>
                    <a:pt x="7957" y="6106"/>
                    <a:pt x="7856" y="6174"/>
                    <a:pt x="7856" y="6310"/>
                  </a:cubicBezTo>
                  <a:cubicBezTo>
                    <a:pt x="7856" y="7762"/>
                    <a:pt x="6679" y="8939"/>
                    <a:pt x="5226" y="8939"/>
                  </a:cubicBezTo>
                  <a:cubicBezTo>
                    <a:pt x="3774" y="8939"/>
                    <a:pt x="2597" y="7762"/>
                    <a:pt x="2597" y="6310"/>
                  </a:cubicBezTo>
                  <a:cubicBezTo>
                    <a:pt x="2597" y="6174"/>
                    <a:pt x="2495" y="6106"/>
                    <a:pt x="2392" y="6106"/>
                  </a:cubicBezTo>
                  <a:cubicBezTo>
                    <a:pt x="2290" y="6106"/>
                    <a:pt x="2188" y="6174"/>
                    <a:pt x="2188" y="6310"/>
                  </a:cubicBezTo>
                  <a:lnTo>
                    <a:pt x="2188" y="6324"/>
                  </a:lnTo>
                  <a:lnTo>
                    <a:pt x="2065" y="6324"/>
                  </a:lnTo>
                  <a:cubicBezTo>
                    <a:pt x="1876" y="6324"/>
                    <a:pt x="1724" y="6172"/>
                    <a:pt x="1724" y="5984"/>
                  </a:cubicBezTo>
                  <a:cubicBezTo>
                    <a:pt x="1724" y="5795"/>
                    <a:pt x="1876" y="5643"/>
                    <a:pt x="2065" y="5643"/>
                  </a:cubicBezTo>
                  <a:lnTo>
                    <a:pt x="2173" y="5643"/>
                  </a:lnTo>
                  <a:cubicBezTo>
                    <a:pt x="2405" y="5643"/>
                    <a:pt x="2597" y="5455"/>
                    <a:pt x="2597" y="5220"/>
                  </a:cubicBezTo>
                  <a:lnTo>
                    <a:pt x="2597" y="5209"/>
                  </a:lnTo>
                  <a:lnTo>
                    <a:pt x="2829" y="5209"/>
                  </a:lnTo>
                  <a:cubicBezTo>
                    <a:pt x="3100" y="5209"/>
                    <a:pt x="3100" y="4799"/>
                    <a:pt x="2829" y="4799"/>
                  </a:cubicBezTo>
                  <a:lnTo>
                    <a:pt x="2391" y="4799"/>
                  </a:lnTo>
                  <a:cubicBezTo>
                    <a:pt x="2278" y="4799"/>
                    <a:pt x="2188" y="4890"/>
                    <a:pt x="2188" y="5002"/>
                  </a:cubicBezTo>
                  <a:lnTo>
                    <a:pt x="2188" y="5220"/>
                  </a:lnTo>
                  <a:cubicBezTo>
                    <a:pt x="2188" y="5230"/>
                    <a:pt x="2180" y="5234"/>
                    <a:pt x="2173" y="5234"/>
                  </a:cubicBezTo>
                  <a:lnTo>
                    <a:pt x="2065" y="5234"/>
                  </a:lnTo>
                  <a:cubicBezTo>
                    <a:pt x="1945" y="5234"/>
                    <a:pt x="1829" y="5263"/>
                    <a:pt x="1724" y="5317"/>
                  </a:cubicBezTo>
                  <a:lnTo>
                    <a:pt x="1724" y="4785"/>
                  </a:lnTo>
                  <a:cubicBezTo>
                    <a:pt x="1728" y="3213"/>
                    <a:pt x="2999" y="1938"/>
                    <a:pt x="4571" y="1938"/>
                  </a:cubicBezTo>
                  <a:close/>
                  <a:moveTo>
                    <a:pt x="3712" y="9566"/>
                  </a:moveTo>
                  <a:cubicBezTo>
                    <a:pt x="3705" y="9750"/>
                    <a:pt x="3589" y="9917"/>
                    <a:pt x="3412" y="9978"/>
                  </a:cubicBezTo>
                  <a:lnTo>
                    <a:pt x="3347" y="10000"/>
                  </a:lnTo>
                  <a:cubicBezTo>
                    <a:pt x="3277" y="9933"/>
                    <a:pt x="3182" y="9896"/>
                    <a:pt x="3087" y="9896"/>
                  </a:cubicBezTo>
                  <a:cubicBezTo>
                    <a:pt x="3039" y="9896"/>
                    <a:pt x="2991" y="9905"/>
                    <a:pt x="2945" y="9924"/>
                  </a:cubicBezTo>
                  <a:lnTo>
                    <a:pt x="2314" y="10178"/>
                  </a:lnTo>
                  <a:cubicBezTo>
                    <a:pt x="2177" y="10232"/>
                    <a:pt x="2068" y="10337"/>
                    <a:pt x="2010" y="10475"/>
                  </a:cubicBezTo>
                  <a:lnTo>
                    <a:pt x="1724" y="10576"/>
                  </a:lnTo>
                  <a:lnTo>
                    <a:pt x="1724" y="10236"/>
                  </a:lnTo>
                  <a:cubicBezTo>
                    <a:pt x="1724" y="9866"/>
                    <a:pt x="2021" y="9566"/>
                    <a:pt x="2391" y="9566"/>
                  </a:cubicBezTo>
                  <a:close/>
                  <a:moveTo>
                    <a:pt x="8058" y="9566"/>
                  </a:moveTo>
                  <a:cubicBezTo>
                    <a:pt x="8428" y="9566"/>
                    <a:pt x="8729" y="9866"/>
                    <a:pt x="8729" y="10236"/>
                  </a:cubicBezTo>
                  <a:lnTo>
                    <a:pt x="8729" y="10576"/>
                  </a:lnTo>
                  <a:lnTo>
                    <a:pt x="8439" y="10471"/>
                  </a:lnTo>
                  <a:cubicBezTo>
                    <a:pt x="8381" y="10337"/>
                    <a:pt x="8272" y="10228"/>
                    <a:pt x="8135" y="10174"/>
                  </a:cubicBezTo>
                  <a:lnTo>
                    <a:pt x="7504" y="9921"/>
                  </a:lnTo>
                  <a:cubicBezTo>
                    <a:pt x="7459" y="9903"/>
                    <a:pt x="7411" y="9894"/>
                    <a:pt x="7364" y="9894"/>
                  </a:cubicBezTo>
                  <a:cubicBezTo>
                    <a:pt x="7269" y="9894"/>
                    <a:pt x="7175" y="9930"/>
                    <a:pt x="7102" y="10000"/>
                  </a:cubicBezTo>
                  <a:lnTo>
                    <a:pt x="7037" y="9975"/>
                  </a:lnTo>
                  <a:cubicBezTo>
                    <a:pt x="6863" y="9913"/>
                    <a:pt x="6744" y="9750"/>
                    <a:pt x="6737" y="9566"/>
                  </a:cubicBezTo>
                  <a:close/>
                  <a:moveTo>
                    <a:pt x="3061" y="10319"/>
                  </a:moveTo>
                  <a:lnTo>
                    <a:pt x="3061" y="11558"/>
                  </a:lnTo>
                  <a:lnTo>
                    <a:pt x="2376" y="11558"/>
                  </a:lnTo>
                  <a:lnTo>
                    <a:pt x="2376" y="10685"/>
                  </a:lnTo>
                  <a:cubicBezTo>
                    <a:pt x="2376" y="10627"/>
                    <a:pt x="2412" y="10576"/>
                    <a:pt x="2467" y="10554"/>
                  </a:cubicBezTo>
                  <a:lnTo>
                    <a:pt x="3061" y="10319"/>
                  </a:lnTo>
                  <a:close/>
                  <a:moveTo>
                    <a:pt x="7388" y="10319"/>
                  </a:moveTo>
                  <a:lnTo>
                    <a:pt x="7982" y="10558"/>
                  </a:lnTo>
                  <a:cubicBezTo>
                    <a:pt x="8037" y="10576"/>
                    <a:pt x="8073" y="10630"/>
                    <a:pt x="8073" y="10688"/>
                  </a:cubicBezTo>
                  <a:lnTo>
                    <a:pt x="8073" y="11558"/>
                  </a:lnTo>
                  <a:lnTo>
                    <a:pt x="7388" y="11558"/>
                  </a:lnTo>
                  <a:lnTo>
                    <a:pt x="7388" y="10319"/>
                  </a:lnTo>
                  <a:close/>
                  <a:moveTo>
                    <a:pt x="6327" y="9142"/>
                  </a:moveTo>
                  <a:lnTo>
                    <a:pt x="6327" y="9555"/>
                  </a:lnTo>
                  <a:cubicBezTo>
                    <a:pt x="6331" y="9917"/>
                    <a:pt x="6559" y="10239"/>
                    <a:pt x="6900" y="10362"/>
                  </a:cubicBezTo>
                  <a:lnTo>
                    <a:pt x="6983" y="10391"/>
                  </a:lnTo>
                  <a:lnTo>
                    <a:pt x="6983" y="10696"/>
                  </a:lnTo>
                  <a:cubicBezTo>
                    <a:pt x="6650" y="11358"/>
                    <a:pt x="5969" y="11775"/>
                    <a:pt x="5226" y="11775"/>
                  </a:cubicBezTo>
                  <a:cubicBezTo>
                    <a:pt x="4480" y="11775"/>
                    <a:pt x="3799" y="11358"/>
                    <a:pt x="3466" y="10696"/>
                  </a:cubicBezTo>
                  <a:lnTo>
                    <a:pt x="3466" y="10391"/>
                  </a:lnTo>
                  <a:lnTo>
                    <a:pt x="3549" y="10362"/>
                  </a:lnTo>
                  <a:cubicBezTo>
                    <a:pt x="3890" y="10239"/>
                    <a:pt x="4122" y="9917"/>
                    <a:pt x="4122" y="9555"/>
                  </a:cubicBezTo>
                  <a:lnTo>
                    <a:pt x="4122" y="9142"/>
                  </a:lnTo>
                  <a:cubicBezTo>
                    <a:pt x="4477" y="9279"/>
                    <a:pt x="4851" y="9348"/>
                    <a:pt x="5224" y="9348"/>
                  </a:cubicBezTo>
                  <a:cubicBezTo>
                    <a:pt x="5598" y="9348"/>
                    <a:pt x="5972" y="9279"/>
                    <a:pt x="6327" y="9142"/>
                  </a:cubicBezTo>
                  <a:close/>
                  <a:moveTo>
                    <a:pt x="4571" y="1"/>
                  </a:moveTo>
                  <a:cubicBezTo>
                    <a:pt x="3977" y="4"/>
                    <a:pt x="3495" y="482"/>
                    <a:pt x="3495" y="1076"/>
                  </a:cubicBezTo>
                  <a:cubicBezTo>
                    <a:pt x="3495" y="1283"/>
                    <a:pt x="3557" y="1482"/>
                    <a:pt x="3669" y="1656"/>
                  </a:cubicBezTo>
                  <a:cubicBezTo>
                    <a:pt x="2275" y="2058"/>
                    <a:pt x="1318" y="3333"/>
                    <a:pt x="1318" y="4781"/>
                  </a:cubicBezTo>
                  <a:lnTo>
                    <a:pt x="1318" y="5984"/>
                  </a:lnTo>
                  <a:cubicBezTo>
                    <a:pt x="1318" y="6397"/>
                    <a:pt x="1652" y="6733"/>
                    <a:pt x="2065" y="6733"/>
                  </a:cubicBezTo>
                  <a:lnTo>
                    <a:pt x="2217" y="6733"/>
                  </a:lnTo>
                  <a:cubicBezTo>
                    <a:pt x="2351" y="7661"/>
                    <a:pt x="2901" y="8475"/>
                    <a:pt x="3716" y="8946"/>
                  </a:cubicBezTo>
                  <a:lnTo>
                    <a:pt x="3716" y="9160"/>
                  </a:lnTo>
                  <a:lnTo>
                    <a:pt x="2394" y="9160"/>
                  </a:lnTo>
                  <a:cubicBezTo>
                    <a:pt x="1800" y="9160"/>
                    <a:pt x="1318" y="9642"/>
                    <a:pt x="1318" y="10236"/>
                  </a:cubicBezTo>
                  <a:lnTo>
                    <a:pt x="1318" y="10721"/>
                  </a:lnTo>
                  <a:lnTo>
                    <a:pt x="1007" y="10830"/>
                  </a:lnTo>
                  <a:cubicBezTo>
                    <a:pt x="402" y="11043"/>
                    <a:pt x="0" y="11615"/>
                    <a:pt x="0" y="12257"/>
                  </a:cubicBezTo>
                  <a:lnTo>
                    <a:pt x="0" y="13720"/>
                  </a:lnTo>
                  <a:cubicBezTo>
                    <a:pt x="0" y="13856"/>
                    <a:pt x="102" y="13923"/>
                    <a:pt x="203" y="13923"/>
                  </a:cubicBezTo>
                  <a:cubicBezTo>
                    <a:pt x="304" y="13923"/>
                    <a:pt x="406" y="13856"/>
                    <a:pt x="406" y="13720"/>
                  </a:cubicBezTo>
                  <a:lnTo>
                    <a:pt x="406" y="12257"/>
                  </a:lnTo>
                  <a:cubicBezTo>
                    <a:pt x="406" y="11786"/>
                    <a:pt x="703" y="11369"/>
                    <a:pt x="1145" y="11213"/>
                  </a:cubicBezTo>
                  <a:lnTo>
                    <a:pt x="1970" y="10920"/>
                  </a:lnTo>
                  <a:lnTo>
                    <a:pt x="1970" y="13720"/>
                  </a:lnTo>
                  <a:cubicBezTo>
                    <a:pt x="1970" y="13856"/>
                    <a:pt x="2073" y="13923"/>
                    <a:pt x="2175" y="13923"/>
                  </a:cubicBezTo>
                  <a:cubicBezTo>
                    <a:pt x="2277" y="13923"/>
                    <a:pt x="2380" y="13856"/>
                    <a:pt x="2380" y="13720"/>
                  </a:cubicBezTo>
                  <a:lnTo>
                    <a:pt x="2380" y="11963"/>
                  </a:lnTo>
                  <a:lnTo>
                    <a:pt x="3061" y="11963"/>
                  </a:lnTo>
                  <a:lnTo>
                    <a:pt x="3061" y="13720"/>
                  </a:lnTo>
                  <a:cubicBezTo>
                    <a:pt x="3061" y="13856"/>
                    <a:pt x="3162" y="13923"/>
                    <a:pt x="3263" y="13923"/>
                  </a:cubicBezTo>
                  <a:cubicBezTo>
                    <a:pt x="3365" y="13923"/>
                    <a:pt x="3466" y="13856"/>
                    <a:pt x="3466" y="13720"/>
                  </a:cubicBezTo>
                  <a:lnTo>
                    <a:pt x="3466" y="11405"/>
                  </a:lnTo>
                  <a:cubicBezTo>
                    <a:pt x="3607" y="11558"/>
                    <a:pt x="3767" y="11692"/>
                    <a:pt x="3941" y="11804"/>
                  </a:cubicBezTo>
                  <a:cubicBezTo>
                    <a:pt x="4332" y="12056"/>
                    <a:pt x="4778" y="12181"/>
                    <a:pt x="5224" y="12181"/>
                  </a:cubicBezTo>
                  <a:cubicBezTo>
                    <a:pt x="5671" y="12181"/>
                    <a:pt x="6117" y="12056"/>
                    <a:pt x="6508" y="11804"/>
                  </a:cubicBezTo>
                  <a:cubicBezTo>
                    <a:pt x="6682" y="11692"/>
                    <a:pt x="6842" y="11558"/>
                    <a:pt x="6983" y="11405"/>
                  </a:cubicBezTo>
                  <a:lnTo>
                    <a:pt x="6983" y="12195"/>
                  </a:lnTo>
                  <a:cubicBezTo>
                    <a:pt x="6983" y="12331"/>
                    <a:pt x="7084" y="12399"/>
                    <a:pt x="7186" y="12399"/>
                  </a:cubicBezTo>
                  <a:cubicBezTo>
                    <a:pt x="7287" y="12399"/>
                    <a:pt x="7388" y="12331"/>
                    <a:pt x="7388" y="12195"/>
                  </a:cubicBezTo>
                  <a:lnTo>
                    <a:pt x="7388" y="11963"/>
                  </a:lnTo>
                  <a:lnTo>
                    <a:pt x="8073" y="11963"/>
                  </a:lnTo>
                  <a:lnTo>
                    <a:pt x="8073" y="13720"/>
                  </a:lnTo>
                  <a:cubicBezTo>
                    <a:pt x="8073" y="13856"/>
                    <a:pt x="8175" y="13923"/>
                    <a:pt x="8278" y="13923"/>
                  </a:cubicBezTo>
                  <a:cubicBezTo>
                    <a:pt x="8380" y="13923"/>
                    <a:pt x="8482" y="13856"/>
                    <a:pt x="8482" y="13720"/>
                  </a:cubicBezTo>
                  <a:lnTo>
                    <a:pt x="8482" y="10920"/>
                  </a:lnTo>
                  <a:lnTo>
                    <a:pt x="9308" y="11213"/>
                  </a:lnTo>
                  <a:cubicBezTo>
                    <a:pt x="9750" y="11369"/>
                    <a:pt x="10043" y="11789"/>
                    <a:pt x="10043" y="12257"/>
                  </a:cubicBezTo>
                  <a:lnTo>
                    <a:pt x="10043" y="13723"/>
                  </a:lnTo>
                  <a:cubicBezTo>
                    <a:pt x="10043" y="13857"/>
                    <a:pt x="10146" y="13924"/>
                    <a:pt x="10248" y="13924"/>
                  </a:cubicBezTo>
                  <a:cubicBezTo>
                    <a:pt x="10350" y="13924"/>
                    <a:pt x="10452" y="13857"/>
                    <a:pt x="10452" y="13723"/>
                  </a:cubicBezTo>
                  <a:lnTo>
                    <a:pt x="10452" y="12257"/>
                  </a:lnTo>
                  <a:cubicBezTo>
                    <a:pt x="10452" y="11615"/>
                    <a:pt x="10047" y="11043"/>
                    <a:pt x="9446" y="10830"/>
                  </a:cubicBezTo>
                  <a:lnTo>
                    <a:pt x="9134" y="10717"/>
                  </a:lnTo>
                  <a:lnTo>
                    <a:pt x="9134" y="10232"/>
                  </a:lnTo>
                  <a:cubicBezTo>
                    <a:pt x="9134" y="9638"/>
                    <a:pt x="8652" y="9156"/>
                    <a:pt x="8058" y="9156"/>
                  </a:cubicBezTo>
                  <a:lnTo>
                    <a:pt x="6737" y="9156"/>
                  </a:lnTo>
                  <a:lnTo>
                    <a:pt x="6737" y="8943"/>
                  </a:lnTo>
                  <a:cubicBezTo>
                    <a:pt x="7551" y="8475"/>
                    <a:pt x="8102" y="7657"/>
                    <a:pt x="8232" y="6730"/>
                  </a:cubicBezTo>
                  <a:lnTo>
                    <a:pt x="8384" y="6730"/>
                  </a:lnTo>
                  <a:cubicBezTo>
                    <a:pt x="8801" y="6730"/>
                    <a:pt x="9134" y="6397"/>
                    <a:pt x="9134" y="5980"/>
                  </a:cubicBezTo>
                  <a:lnTo>
                    <a:pt x="9134" y="4781"/>
                  </a:lnTo>
                  <a:cubicBezTo>
                    <a:pt x="9134" y="3333"/>
                    <a:pt x="8174" y="2058"/>
                    <a:pt x="6784" y="1656"/>
                  </a:cubicBezTo>
                  <a:cubicBezTo>
                    <a:pt x="6896" y="1482"/>
                    <a:pt x="6954" y="1283"/>
                    <a:pt x="6954" y="1076"/>
                  </a:cubicBezTo>
                  <a:cubicBezTo>
                    <a:pt x="6954" y="482"/>
                    <a:pt x="6472" y="4"/>
                    <a:pt x="58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2"/>
            <p:cNvSpPr/>
            <p:nvPr/>
          </p:nvSpPr>
          <p:spPr>
            <a:xfrm>
              <a:off x="5544346" y="3232012"/>
              <a:ext cx="10775" cy="27895"/>
            </a:xfrm>
            <a:custGeom>
              <a:rect b="b" l="l" r="r" t="t"/>
              <a:pathLst>
                <a:path extrusionOk="0" h="1064" w="411">
                  <a:moveTo>
                    <a:pt x="204" y="1"/>
                  </a:moveTo>
                  <a:cubicBezTo>
                    <a:pt x="91" y="1"/>
                    <a:pt x="1" y="92"/>
                    <a:pt x="1" y="204"/>
                  </a:cubicBezTo>
                  <a:lnTo>
                    <a:pt x="1" y="859"/>
                  </a:lnTo>
                  <a:cubicBezTo>
                    <a:pt x="1" y="995"/>
                    <a:pt x="103" y="1063"/>
                    <a:pt x="205" y="1063"/>
                  </a:cubicBezTo>
                  <a:cubicBezTo>
                    <a:pt x="308" y="1063"/>
                    <a:pt x="410" y="995"/>
                    <a:pt x="410" y="859"/>
                  </a:cubicBezTo>
                  <a:lnTo>
                    <a:pt x="410" y="204"/>
                  </a:lnTo>
                  <a:cubicBezTo>
                    <a:pt x="410" y="92"/>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3" name="Google Shape;13753;p82"/>
          <p:cNvGrpSpPr/>
          <p:nvPr/>
        </p:nvGrpSpPr>
        <p:grpSpPr>
          <a:xfrm>
            <a:off x="5805866" y="1983430"/>
            <a:ext cx="284958" cy="365079"/>
            <a:chOff x="5805866" y="1983430"/>
            <a:chExt cx="284958" cy="365079"/>
          </a:xfrm>
        </p:grpSpPr>
        <p:sp>
          <p:nvSpPr>
            <p:cNvPr id="13754" name="Google Shape;13754;p82"/>
            <p:cNvSpPr/>
            <p:nvPr/>
          </p:nvSpPr>
          <p:spPr>
            <a:xfrm>
              <a:off x="5811266" y="2225811"/>
              <a:ext cx="274261" cy="117297"/>
            </a:xfrm>
            <a:custGeom>
              <a:rect b="b" l="l" r="r" t="t"/>
              <a:pathLst>
                <a:path extrusionOk="0" h="4474" w="10461">
                  <a:moveTo>
                    <a:pt x="3582" y="1"/>
                  </a:moveTo>
                  <a:cubicBezTo>
                    <a:pt x="3499" y="124"/>
                    <a:pt x="3376" y="211"/>
                    <a:pt x="3235" y="254"/>
                  </a:cubicBezTo>
                  <a:lnTo>
                    <a:pt x="939" y="928"/>
                  </a:lnTo>
                  <a:cubicBezTo>
                    <a:pt x="381" y="1091"/>
                    <a:pt x="0" y="1602"/>
                    <a:pt x="0" y="2185"/>
                  </a:cubicBezTo>
                  <a:lnTo>
                    <a:pt x="0" y="4474"/>
                  </a:lnTo>
                  <a:lnTo>
                    <a:pt x="10460" y="4474"/>
                  </a:lnTo>
                  <a:lnTo>
                    <a:pt x="10460" y="2181"/>
                  </a:lnTo>
                  <a:cubicBezTo>
                    <a:pt x="10460" y="1602"/>
                    <a:pt x="10076" y="1091"/>
                    <a:pt x="9522" y="928"/>
                  </a:cubicBezTo>
                  <a:lnTo>
                    <a:pt x="7226" y="254"/>
                  </a:lnTo>
                  <a:cubicBezTo>
                    <a:pt x="7085" y="211"/>
                    <a:pt x="6961" y="124"/>
                    <a:pt x="687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2"/>
            <p:cNvSpPr/>
            <p:nvPr/>
          </p:nvSpPr>
          <p:spPr>
            <a:xfrm>
              <a:off x="5880769" y="2285927"/>
              <a:ext cx="135151" cy="57180"/>
            </a:xfrm>
            <a:custGeom>
              <a:rect b="b" l="l" r="r" t="t"/>
              <a:pathLst>
                <a:path extrusionOk="0" h="2181" w="5155">
                  <a:moveTo>
                    <a:pt x="2579" y="0"/>
                  </a:moveTo>
                  <a:cubicBezTo>
                    <a:pt x="1304" y="0"/>
                    <a:pt x="214" y="920"/>
                    <a:pt x="1" y="2181"/>
                  </a:cubicBezTo>
                  <a:lnTo>
                    <a:pt x="5154" y="2181"/>
                  </a:lnTo>
                  <a:cubicBezTo>
                    <a:pt x="4941" y="920"/>
                    <a:pt x="3854" y="0"/>
                    <a:pt x="257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2"/>
            <p:cNvSpPr/>
            <p:nvPr/>
          </p:nvSpPr>
          <p:spPr>
            <a:xfrm>
              <a:off x="5884859" y="2225811"/>
              <a:ext cx="127076" cy="25850"/>
            </a:xfrm>
            <a:custGeom>
              <a:rect b="b" l="l" r="r" t="t"/>
              <a:pathLst>
                <a:path extrusionOk="0" h="986" w="4847">
                  <a:moveTo>
                    <a:pt x="775" y="1"/>
                  </a:moveTo>
                  <a:cubicBezTo>
                    <a:pt x="692" y="120"/>
                    <a:pt x="569" y="211"/>
                    <a:pt x="428" y="251"/>
                  </a:cubicBezTo>
                  <a:lnTo>
                    <a:pt x="0" y="377"/>
                  </a:lnTo>
                  <a:cubicBezTo>
                    <a:pt x="746" y="779"/>
                    <a:pt x="1579" y="986"/>
                    <a:pt x="2423" y="986"/>
                  </a:cubicBezTo>
                  <a:cubicBezTo>
                    <a:pt x="3267" y="986"/>
                    <a:pt x="4100" y="779"/>
                    <a:pt x="4846" y="377"/>
                  </a:cubicBezTo>
                  <a:lnTo>
                    <a:pt x="4419" y="251"/>
                  </a:lnTo>
                  <a:cubicBezTo>
                    <a:pt x="4278" y="211"/>
                    <a:pt x="4154" y="120"/>
                    <a:pt x="4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2"/>
            <p:cNvSpPr/>
            <p:nvPr/>
          </p:nvSpPr>
          <p:spPr>
            <a:xfrm>
              <a:off x="5999744" y="1988804"/>
              <a:ext cx="68690" cy="68585"/>
            </a:xfrm>
            <a:custGeom>
              <a:rect b="b" l="l" r="r" t="t"/>
              <a:pathLst>
                <a:path extrusionOk="0" h="2616" w="2620">
                  <a:moveTo>
                    <a:pt x="1312" y="1"/>
                  </a:moveTo>
                  <a:cubicBezTo>
                    <a:pt x="587" y="1"/>
                    <a:pt x="1" y="588"/>
                    <a:pt x="1" y="1308"/>
                  </a:cubicBezTo>
                  <a:cubicBezTo>
                    <a:pt x="1" y="2029"/>
                    <a:pt x="587" y="2616"/>
                    <a:pt x="1312" y="2616"/>
                  </a:cubicBezTo>
                  <a:cubicBezTo>
                    <a:pt x="2032" y="2616"/>
                    <a:pt x="2619" y="2029"/>
                    <a:pt x="2619" y="1308"/>
                  </a:cubicBezTo>
                  <a:cubicBezTo>
                    <a:pt x="2619" y="588"/>
                    <a:pt x="2032" y="1"/>
                    <a:pt x="1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2"/>
            <p:cNvSpPr/>
            <p:nvPr/>
          </p:nvSpPr>
          <p:spPr>
            <a:xfrm>
              <a:off x="6022632" y="2011692"/>
              <a:ext cx="22914" cy="22809"/>
            </a:xfrm>
            <a:custGeom>
              <a:rect b="b" l="l" r="r" t="t"/>
              <a:pathLst>
                <a:path extrusionOk="0" h="870" w="874">
                  <a:moveTo>
                    <a:pt x="439" y="1"/>
                  </a:moveTo>
                  <a:cubicBezTo>
                    <a:pt x="196" y="1"/>
                    <a:pt x="0" y="196"/>
                    <a:pt x="0" y="435"/>
                  </a:cubicBezTo>
                  <a:cubicBezTo>
                    <a:pt x="0" y="674"/>
                    <a:pt x="196" y="870"/>
                    <a:pt x="439" y="870"/>
                  </a:cubicBezTo>
                  <a:cubicBezTo>
                    <a:pt x="678" y="870"/>
                    <a:pt x="873" y="674"/>
                    <a:pt x="873" y="435"/>
                  </a:cubicBezTo>
                  <a:cubicBezTo>
                    <a:pt x="873" y="196"/>
                    <a:pt x="678" y="1"/>
                    <a:pt x="4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2"/>
            <p:cNvSpPr/>
            <p:nvPr/>
          </p:nvSpPr>
          <p:spPr>
            <a:xfrm>
              <a:off x="5828360" y="1988804"/>
              <a:ext cx="68585" cy="68585"/>
            </a:xfrm>
            <a:custGeom>
              <a:rect b="b" l="l" r="r" t="t"/>
              <a:pathLst>
                <a:path extrusionOk="0" h="2616" w="2616">
                  <a:moveTo>
                    <a:pt x="1308" y="1"/>
                  </a:moveTo>
                  <a:cubicBezTo>
                    <a:pt x="587" y="1"/>
                    <a:pt x="0" y="588"/>
                    <a:pt x="0" y="1308"/>
                  </a:cubicBezTo>
                  <a:cubicBezTo>
                    <a:pt x="0" y="2029"/>
                    <a:pt x="587" y="2616"/>
                    <a:pt x="1308" y="2616"/>
                  </a:cubicBezTo>
                  <a:cubicBezTo>
                    <a:pt x="2032" y="2616"/>
                    <a:pt x="2615" y="2029"/>
                    <a:pt x="2615" y="1308"/>
                  </a:cubicBezTo>
                  <a:cubicBezTo>
                    <a:pt x="2615" y="588"/>
                    <a:pt x="2032" y="1"/>
                    <a:pt x="130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2"/>
            <p:cNvSpPr/>
            <p:nvPr/>
          </p:nvSpPr>
          <p:spPr>
            <a:xfrm>
              <a:off x="5851248" y="2011692"/>
              <a:ext cx="22809" cy="22809"/>
            </a:xfrm>
            <a:custGeom>
              <a:rect b="b" l="l" r="r" t="t"/>
              <a:pathLst>
                <a:path extrusionOk="0" h="870" w="870">
                  <a:moveTo>
                    <a:pt x="435" y="1"/>
                  </a:moveTo>
                  <a:cubicBezTo>
                    <a:pt x="196" y="1"/>
                    <a:pt x="0" y="196"/>
                    <a:pt x="0" y="435"/>
                  </a:cubicBezTo>
                  <a:cubicBezTo>
                    <a:pt x="0" y="674"/>
                    <a:pt x="196" y="870"/>
                    <a:pt x="435" y="870"/>
                  </a:cubicBezTo>
                  <a:cubicBezTo>
                    <a:pt x="674" y="870"/>
                    <a:pt x="869" y="674"/>
                    <a:pt x="869" y="435"/>
                  </a:cubicBezTo>
                  <a:cubicBezTo>
                    <a:pt x="869" y="196"/>
                    <a:pt x="674"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2"/>
            <p:cNvSpPr/>
            <p:nvPr/>
          </p:nvSpPr>
          <p:spPr>
            <a:xfrm>
              <a:off x="5831218" y="2000209"/>
              <a:ext cx="234358" cy="234358"/>
            </a:xfrm>
            <a:custGeom>
              <a:rect b="b" l="l" r="r" t="t"/>
              <a:pathLst>
                <a:path extrusionOk="0" h="8939" w="8939">
                  <a:moveTo>
                    <a:pt x="4469" y="1"/>
                  </a:moveTo>
                  <a:cubicBezTo>
                    <a:pt x="2003" y="1"/>
                    <a:pt x="0" y="2003"/>
                    <a:pt x="0" y="4470"/>
                  </a:cubicBezTo>
                  <a:cubicBezTo>
                    <a:pt x="0" y="6936"/>
                    <a:pt x="2003" y="8939"/>
                    <a:pt x="4469" y="8939"/>
                  </a:cubicBezTo>
                  <a:cubicBezTo>
                    <a:pt x="6936" y="8939"/>
                    <a:pt x="8938" y="6936"/>
                    <a:pt x="8938" y="4470"/>
                  </a:cubicBezTo>
                  <a:cubicBezTo>
                    <a:pt x="8938" y="2003"/>
                    <a:pt x="6936" y="1"/>
                    <a:pt x="446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2"/>
            <p:cNvSpPr/>
            <p:nvPr/>
          </p:nvSpPr>
          <p:spPr>
            <a:xfrm>
              <a:off x="5874136" y="2051674"/>
              <a:ext cx="148522" cy="148627"/>
            </a:xfrm>
            <a:custGeom>
              <a:rect b="b" l="l" r="r" t="t"/>
              <a:pathLst>
                <a:path extrusionOk="0" h="5669" w="5665">
                  <a:moveTo>
                    <a:pt x="2832" y="0"/>
                  </a:moveTo>
                  <a:cubicBezTo>
                    <a:pt x="1268" y="0"/>
                    <a:pt x="0" y="1268"/>
                    <a:pt x="0" y="2833"/>
                  </a:cubicBezTo>
                  <a:cubicBezTo>
                    <a:pt x="0" y="4397"/>
                    <a:pt x="1268" y="5668"/>
                    <a:pt x="2832" y="5668"/>
                  </a:cubicBezTo>
                  <a:cubicBezTo>
                    <a:pt x="4397" y="5668"/>
                    <a:pt x="5664" y="4397"/>
                    <a:pt x="5664" y="2833"/>
                  </a:cubicBezTo>
                  <a:cubicBezTo>
                    <a:pt x="5664" y="1268"/>
                    <a:pt x="4397" y="0"/>
                    <a:pt x="28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2"/>
            <p:cNvSpPr/>
            <p:nvPr/>
          </p:nvSpPr>
          <p:spPr>
            <a:xfrm>
              <a:off x="5873559" y="2051621"/>
              <a:ext cx="86334" cy="148627"/>
            </a:xfrm>
            <a:custGeom>
              <a:rect b="b" l="l" r="r" t="t"/>
              <a:pathLst>
                <a:path extrusionOk="0" h="5669" w="3293">
                  <a:moveTo>
                    <a:pt x="2829" y="1"/>
                  </a:moveTo>
                  <a:cubicBezTo>
                    <a:pt x="1298" y="1"/>
                    <a:pt x="0" y="1247"/>
                    <a:pt x="0" y="2835"/>
                  </a:cubicBezTo>
                  <a:cubicBezTo>
                    <a:pt x="0" y="4425"/>
                    <a:pt x="1297" y="5669"/>
                    <a:pt x="2828" y="5669"/>
                  </a:cubicBezTo>
                  <a:cubicBezTo>
                    <a:pt x="2981" y="5669"/>
                    <a:pt x="3136" y="5656"/>
                    <a:pt x="3292" y="5631"/>
                  </a:cubicBezTo>
                  <a:cubicBezTo>
                    <a:pt x="1913" y="5421"/>
                    <a:pt x="895" y="4233"/>
                    <a:pt x="895" y="2835"/>
                  </a:cubicBezTo>
                  <a:cubicBezTo>
                    <a:pt x="895" y="1440"/>
                    <a:pt x="1913" y="252"/>
                    <a:pt x="3292" y="39"/>
                  </a:cubicBezTo>
                  <a:cubicBezTo>
                    <a:pt x="3136" y="13"/>
                    <a:pt x="2982" y="1"/>
                    <a:pt x="282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2"/>
            <p:cNvSpPr/>
            <p:nvPr/>
          </p:nvSpPr>
          <p:spPr>
            <a:xfrm>
              <a:off x="5922638" y="2145952"/>
              <a:ext cx="51491" cy="22835"/>
            </a:xfrm>
            <a:custGeom>
              <a:rect b="b" l="l" r="r" t="t"/>
              <a:pathLst>
                <a:path extrusionOk="0" h="871" w="1964">
                  <a:moveTo>
                    <a:pt x="1" y="1"/>
                  </a:moveTo>
                  <a:cubicBezTo>
                    <a:pt x="1" y="483"/>
                    <a:pt x="439" y="870"/>
                    <a:pt x="982" y="870"/>
                  </a:cubicBezTo>
                  <a:cubicBezTo>
                    <a:pt x="1522" y="870"/>
                    <a:pt x="1964" y="483"/>
                    <a:pt x="19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2"/>
            <p:cNvSpPr/>
            <p:nvPr/>
          </p:nvSpPr>
          <p:spPr>
            <a:xfrm>
              <a:off x="5816772" y="2027082"/>
              <a:ext cx="221931" cy="207407"/>
            </a:xfrm>
            <a:custGeom>
              <a:rect b="b" l="l" r="r" t="t"/>
              <a:pathLst>
                <a:path extrusionOk="0" h="7911" w="8465">
                  <a:moveTo>
                    <a:pt x="2174" y="0"/>
                  </a:moveTo>
                  <a:lnTo>
                    <a:pt x="2174" y="0"/>
                  </a:lnTo>
                  <a:cubicBezTo>
                    <a:pt x="145" y="1677"/>
                    <a:pt x="1" y="4741"/>
                    <a:pt x="1862" y="6603"/>
                  </a:cubicBezTo>
                  <a:cubicBezTo>
                    <a:pt x="2738" y="7479"/>
                    <a:pt x="3881" y="7911"/>
                    <a:pt x="5020" y="7911"/>
                  </a:cubicBezTo>
                  <a:cubicBezTo>
                    <a:pt x="6301" y="7911"/>
                    <a:pt x="7577" y="7365"/>
                    <a:pt x="8465" y="6291"/>
                  </a:cubicBezTo>
                  <a:lnTo>
                    <a:pt x="8465" y="6291"/>
                  </a:lnTo>
                  <a:cubicBezTo>
                    <a:pt x="7668" y="6951"/>
                    <a:pt x="6667" y="7313"/>
                    <a:pt x="5633" y="7313"/>
                  </a:cubicBezTo>
                  <a:cubicBezTo>
                    <a:pt x="5628" y="7313"/>
                    <a:pt x="5623" y="7313"/>
                    <a:pt x="5618" y="7313"/>
                  </a:cubicBezTo>
                  <a:cubicBezTo>
                    <a:pt x="3890" y="7313"/>
                    <a:pt x="2315" y="6313"/>
                    <a:pt x="1576" y="4749"/>
                  </a:cubicBezTo>
                  <a:cubicBezTo>
                    <a:pt x="841" y="3184"/>
                    <a:pt x="1073" y="1333"/>
                    <a:pt x="217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2"/>
            <p:cNvSpPr/>
            <p:nvPr/>
          </p:nvSpPr>
          <p:spPr>
            <a:xfrm>
              <a:off x="5919807" y="2034580"/>
              <a:ext cx="57180" cy="34319"/>
            </a:xfrm>
            <a:custGeom>
              <a:rect b="b" l="l" r="r" t="t"/>
              <a:pathLst>
                <a:path extrusionOk="0" h="1309" w="2181">
                  <a:moveTo>
                    <a:pt x="652" y="1"/>
                  </a:moveTo>
                  <a:cubicBezTo>
                    <a:pt x="293" y="1"/>
                    <a:pt x="0" y="294"/>
                    <a:pt x="0" y="656"/>
                  </a:cubicBezTo>
                  <a:cubicBezTo>
                    <a:pt x="0" y="1015"/>
                    <a:pt x="293" y="1308"/>
                    <a:pt x="652" y="1308"/>
                  </a:cubicBezTo>
                  <a:lnTo>
                    <a:pt x="1525" y="1308"/>
                  </a:lnTo>
                  <a:cubicBezTo>
                    <a:pt x="1887" y="1308"/>
                    <a:pt x="2180" y="1015"/>
                    <a:pt x="2180" y="656"/>
                  </a:cubicBezTo>
                  <a:cubicBezTo>
                    <a:pt x="2180" y="294"/>
                    <a:pt x="1887" y="1"/>
                    <a:pt x="15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2"/>
            <p:cNvSpPr/>
            <p:nvPr/>
          </p:nvSpPr>
          <p:spPr>
            <a:xfrm>
              <a:off x="5936979" y="2023097"/>
              <a:ext cx="22809" cy="22914"/>
            </a:xfrm>
            <a:custGeom>
              <a:rect b="b" l="l" r="r" t="t"/>
              <a:pathLst>
                <a:path extrusionOk="0" h="874" w="870">
                  <a:moveTo>
                    <a:pt x="435" y="0"/>
                  </a:moveTo>
                  <a:cubicBezTo>
                    <a:pt x="193" y="0"/>
                    <a:pt x="1" y="196"/>
                    <a:pt x="1" y="435"/>
                  </a:cubicBezTo>
                  <a:cubicBezTo>
                    <a:pt x="1" y="678"/>
                    <a:pt x="193" y="873"/>
                    <a:pt x="435" y="873"/>
                  </a:cubicBezTo>
                  <a:cubicBezTo>
                    <a:pt x="674" y="873"/>
                    <a:pt x="870" y="678"/>
                    <a:pt x="870" y="435"/>
                  </a:cubicBezTo>
                  <a:cubicBezTo>
                    <a:pt x="870" y="196"/>
                    <a:pt x="674" y="0"/>
                    <a:pt x="4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2"/>
            <p:cNvSpPr/>
            <p:nvPr/>
          </p:nvSpPr>
          <p:spPr>
            <a:xfrm>
              <a:off x="5908796" y="2109195"/>
              <a:ext cx="10644" cy="16386"/>
            </a:xfrm>
            <a:custGeom>
              <a:rect b="b" l="l" r="r" t="t"/>
              <a:pathLst>
                <a:path extrusionOk="0" h="625" w="406">
                  <a:moveTo>
                    <a:pt x="203" y="0"/>
                  </a:moveTo>
                  <a:cubicBezTo>
                    <a:pt x="101"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2"/>
            <p:cNvSpPr/>
            <p:nvPr/>
          </p:nvSpPr>
          <p:spPr>
            <a:xfrm>
              <a:off x="5977328" y="2109195"/>
              <a:ext cx="10671" cy="16412"/>
            </a:xfrm>
            <a:custGeom>
              <a:rect b="b" l="l" r="r" t="t"/>
              <a:pathLst>
                <a:path extrusionOk="0" h="626"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2"/>
            <p:cNvSpPr/>
            <p:nvPr/>
          </p:nvSpPr>
          <p:spPr>
            <a:xfrm>
              <a:off x="5805866" y="1983430"/>
              <a:ext cx="284958" cy="364948"/>
            </a:xfrm>
            <a:custGeom>
              <a:rect b="b" l="l" r="r" t="t"/>
              <a:pathLst>
                <a:path extrusionOk="0" h="13920" w="10869">
                  <a:moveTo>
                    <a:pt x="2163" y="1276"/>
                  </a:moveTo>
                  <a:cubicBezTo>
                    <a:pt x="2305" y="1276"/>
                    <a:pt x="2435" y="1408"/>
                    <a:pt x="2394" y="1568"/>
                  </a:cubicBezTo>
                  <a:lnTo>
                    <a:pt x="2390" y="1568"/>
                  </a:lnTo>
                  <a:cubicBezTo>
                    <a:pt x="2325" y="1626"/>
                    <a:pt x="2264" y="1684"/>
                    <a:pt x="2202" y="1742"/>
                  </a:cubicBezTo>
                  <a:cubicBezTo>
                    <a:pt x="2188" y="1745"/>
                    <a:pt x="2177" y="1745"/>
                    <a:pt x="2166" y="1745"/>
                  </a:cubicBezTo>
                  <a:cubicBezTo>
                    <a:pt x="1945" y="1745"/>
                    <a:pt x="1847" y="1463"/>
                    <a:pt x="2021" y="1325"/>
                  </a:cubicBezTo>
                  <a:cubicBezTo>
                    <a:pt x="2066" y="1291"/>
                    <a:pt x="2115" y="1276"/>
                    <a:pt x="2163" y="1276"/>
                  </a:cubicBezTo>
                  <a:close/>
                  <a:moveTo>
                    <a:pt x="8706" y="1281"/>
                  </a:moveTo>
                  <a:cubicBezTo>
                    <a:pt x="8763" y="1281"/>
                    <a:pt x="8821" y="1302"/>
                    <a:pt x="8870" y="1350"/>
                  </a:cubicBezTo>
                  <a:cubicBezTo>
                    <a:pt x="9015" y="1495"/>
                    <a:pt x="8913" y="1745"/>
                    <a:pt x="8707" y="1745"/>
                  </a:cubicBezTo>
                  <a:cubicBezTo>
                    <a:pt x="8692" y="1745"/>
                    <a:pt x="8681" y="1745"/>
                    <a:pt x="8670" y="1742"/>
                  </a:cubicBezTo>
                  <a:cubicBezTo>
                    <a:pt x="8609" y="1684"/>
                    <a:pt x="8544" y="1626"/>
                    <a:pt x="8479" y="1568"/>
                  </a:cubicBezTo>
                  <a:cubicBezTo>
                    <a:pt x="8475" y="1550"/>
                    <a:pt x="8475" y="1531"/>
                    <a:pt x="8475" y="1513"/>
                  </a:cubicBezTo>
                  <a:cubicBezTo>
                    <a:pt x="8475" y="1374"/>
                    <a:pt x="8587" y="1281"/>
                    <a:pt x="8706" y="1281"/>
                  </a:cubicBezTo>
                  <a:close/>
                  <a:moveTo>
                    <a:pt x="2170" y="413"/>
                  </a:moveTo>
                  <a:cubicBezTo>
                    <a:pt x="2583" y="413"/>
                    <a:pt x="2971" y="645"/>
                    <a:pt x="3158" y="1032"/>
                  </a:cubicBezTo>
                  <a:cubicBezTo>
                    <a:pt x="3021" y="1108"/>
                    <a:pt x="2890" y="1191"/>
                    <a:pt x="2760" y="1282"/>
                  </a:cubicBezTo>
                  <a:cubicBezTo>
                    <a:pt x="2658" y="1019"/>
                    <a:pt x="2412" y="873"/>
                    <a:pt x="2162" y="873"/>
                  </a:cubicBezTo>
                  <a:cubicBezTo>
                    <a:pt x="2011" y="873"/>
                    <a:pt x="1859" y="926"/>
                    <a:pt x="1735" y="1039"/>
                  </a:cubicBezTo>
                  <a:cubicBezTo>
                    <a:pt x="1402" y="1343"/>
                    <a:pt x="1478" y="1883"/>
                    <a:pt x="1876" y="2086"/>
                  </a:cubicBezTo>
                  <a:cubicBezTo>
                    <a:pt x="1775" y="2205"/>
                    <a:pt x="1681" y="2328"/>
                    <a:pt x="1590" y="2459"/>
                  </a:cubicBezTo>
                  <a:cubicBezTo>
                    <a:pt x="1260" y="2256"/>
                    <a:pt x="1061" y="1897"/>
                    <a:pt x="1061" y="1513"/>
                  </a:cubicBezTo>
                  <a:cubicBezTo>
                    <a:pt x="1065" y="999"/>
                    <a:pt x="1420" y="554"/>
                    <a:pt x="1920" y="441"/>
                  </a:cubicBezTo>
                  <a:cubicBezTo>
                    <a:pt x="2003" y="422"/>
                    <a:pt x="2087" y="413"/>
                    <a:pt x="2170" y="413"/>
                  </a:cubicBezTo>
                  <a:close/>
                  <a:moveTo>
                    <a:pt x="8707" y="409"/>
                  </a:moveTo>
                  <a:cubicBezTo>
                    <a:pt x="9199" y="409"/>
                    <a:pt x="9634" y="738"/>
                    <a:pt x="9768" y="1216"/>
                  </a:cubicBezTo>
                  <a:cubicBezTo>
                    <a:pt x="9902" y="1691"/>
                    <a:pt x="9703" y="2198"/>
                    <a:pt x="9279" y="2459"/>
                  </a:cubicBezTo>
                  <a:cubicBezTo>
                    <a:pt x="9188" y="2328"/>
                    <a:pt x="9094" y="2205"/>
                    <a:pt x="8993" y="2086"/>
                  </a:cubicBezTo>
                  <a:cubicBezTo>
                    <a:pt x="9395" y="1883"/>
                    <a:pt x="9467" y="1343"/>
                    <a:pt x="9134" y="1039"/>
                  </a:cubicBezTo>
                  <a:cubicBezTo>
                    <a:pt x="9010" y="926"/>
                    <a:pt x="8858" y="873"/>
                    <a:pt x="8707" y="873"/>
                  </a:cubicBezTo>
                  <a:cubicBezTo>
                    <a:pt x="8456" y="873"/>
                    <a:pt x="8211" y="1019"/>
                    <a:pt x="8109" y="1282"/>
                  </a:cubicBezTo>
                  <a:cubicBezTo>
                    <a:pt x="7982" y="1191"/>
                    <a:pt x="7848" y="1108"/>
                    <a:pt x="7711" y="1032"/>
                  </a:cubicBezTo>
                  <a:cubicBezTo>
                    <a:pt x="7895" y="651"/>
                    <a:pt x="8283" y="409"/>
                    <a:pt x="8707" y="409"/>
                  </a:cubicBezTo>
                  <a:close/>
                  <a:moveTo>
                    <a:pt x="5433" y="845"/>
                  </a:moveTo>
                  <a:cubicBezTo>
                    <a:pt x="6544" y="845"/>
                    <a:pt x="7635" y="1279"/>
                    <a:pt x="8450" y="2093"/>
                  </a:cubicBezTo>
                  <a:cubicBezTo>
                    <a:pt x="9670" y="3313"/>
                    <a:pt x="10036" y="5146"/>
                    <a:pt x="9377" y="6739"/>
                  </a:cubicBezTo>
                  <a:cubicBezTo>
                    <a:pt x="8714" y="8333"/>
                    <a:pt x="7160" y="9372"/>
                    <a:pt x="5436" y="9372"/>
                  </a:cubicBezTo>
                  <a:cubicBezTo>
                    <a:pt x="3082" y="9369"/>
                    <a:pt x="1173" y="7464"/>
                    <a:pt x="1173" y="5110"/>
                  </a:cubicBezTo>
                  <a:cubicBezTo>
                    <a:pt x="1173" y="3386"/>
                    <a:pt x="2209" y="1828"/>
                    <a:pt x="3803" y="1169"/>
                  </a:cubicBezTo>
                  <a:cubicBezTo>
                    <a:pt x="4330" y="951"/>
                    <a:pt x="4884" y="845"/>
                    <a:pt x="5433" y="845"/>
                  </a:cubicBezTo>
                  <a:close/>
                  <a:moveTo>
                    <a:pt x="2164" y="0"/>
                  </a:moveTo>
                  <a:cubicBezTo>
                    <a:pt x="1805" y="0"/>
                    <a:pt x="1443" y="127"/>
                    <a:pt x="1148" y="394"/>
                  </a:cubicBezTo>
                  <a:cubicBezTo>
                    <a:pt x="402" y="1072"/>
                    <a:pt x="518" y="2274"/>
                    <a:pt x="1376" y="2803"/>
                  </a:cubicBezTo>
                  <a:cubicBezTo>
                    <a:pt x="44" y="5142"/>
                    <a:pt x="960" y="8119"/>
                    <a:pt x="3379" y="9304"/>
                  </a:cubicBezTo>
                  <a:lnTo>
                    <a:pt x="1087" y="9977"/>
                  </a:lnTo>
                  <a:cubicBezTo>
                    <a:pt x="446" y="10169"/>
                    <a:pt x="4" y="10756"/>
                    <a:pt x="0" y="11426"/>
                  </a:cubicBezTo>
                  <a:lnTo>
                    <a:pt x="0" y="13719"/>
                  </a:lnTo>
                  <a:cubicBezTo>
                    <a:pt x="0" y="13853"/>
                    <a:pt x="101" y="13920"/>
                    <a:pt x="203" y="13920"/>
                  </a:cubicBezTo>
                  <a:cubicBezTo>
                    <a:pt x="304" y="13920"/>
                    <a:pt x="406" y="13853"/>
                    <a:pt x="406" y="13719"/>
                  </a:cubicBezTo>
                  <a:lnTo>
                    <a:pt x="406" y="11426"/>
                  </a:lnTo>
                  <a:cubicBezTo>
                    <a:pt x="409" y="10937"/>
                    <a:pt x="732" y="10506"/>
                    <a:pt x="1199" y="10368"/>
                  </a:cubicBezTo>
                  <a:lnTo>
                    <a:pt x="3495" y="9691"/>
                  </a:lnTo>
                  <a:cubicBezTo>
                    <a:pt x="3622" y="9655"/>
                    <a:pt x="3741" y="9590"/>
                    <a:pt x="3835" y="9499"/>
                  </a:cubicBezTo>
                  <a:cubicBezTo>
                    <a:pt x="4352" y="9686"/>
                    <a:pt x="4892" y="9779"/>
                    <a:pt x="5433" y="9779"/>
                  </a:cubicBezTo>
                  <a:cubicBezTo>
                    <a:pt x="5973" y="9779"/>
                    <a:pt x="6514" y="9686"/>
                    <a:pt x="7030" y="9499"/>
                  </a:cubicBezTo>
                  <a:cubicBezTo>
                    <a:pt x="7128" y="9590"/>
                    <a:pt x="7243" y="9655"/>
                    <a:pt x="7370" y="9691"/>
                  </a:cubicBezTo>
                  <a:lnTo>
                    <a:pt x="9670" y="10368"/>
                  </a:lnTo>
                  <a:cubicBezTo>
                    <a:pt x="10137" y="10506"/>
                    <a:pt x="10460" y="10937"/>
                    <a:pt x="10460" y="11426"/>
                  </a:cubicBezTo>
                  <a:lnTo>
                    <a:pt x="10460" y="13719"/>
                  </a:lnTo>
                  <a:cubicBezTo>
                    <a:pt x="10460" y="13853"/>
                    <a:pt x="10562" y="13920"/>
                    <a:pt x="10664" y="13920"/>
                  </a:cubicBezTo>
                  <a:cubicBezTo>
                    <a:pt x="10767" y="13920"/>
                    <a:pt x="10869" y="13853"/>
                    <a:pt x="10869" y="13719"/>
                  </a:cubicBezTo>
                  <a:lnTo>
                    <a:pt x="10869" y="11426"/>
                  </a:lnTo>
                  <a:cubicBezTo>
                    <a:pt x="10865" y="10756"/>
                    <a:pt x="10427" y="10169"/>
                    <a:pt x="9786" y="9977"/>
                  </a:cubicBezTo>
                  <a:lnTo>
                    <a:pt x="7493" y="9304"/>
                  </a:lnTo>
                  <a:cubicBezTo>
                    <a:pt x="9909" y="8119"/>
                    <a:pt x="10829" y="5142"/>
                    <a:pt x="9496" y="2803"/>
                  </a:cubicBezTo>
                  <a:cubicBezTo>
                    <a:pt x="10355" y="2274"/>
                    <a:pt x="10467" y="1072"/>
                    <a:pt x="9724" y="394"/>
                  </a:cubicBezTo>
                  <a:cubicBezTo>
                    <a:pt x="9430" y="127"/>
                    <a:pt x="9067" y="0"/>
                    <a:pt x="8708" y="0"/>
                  </a:cubicBezTo>
                  <a:cubicBezTo>
                    <a:pt x="8157" y="0"/>
                    <a:pt x="7616" y="299"/>
                    <a:pt x="7349" y="847"/>
                  </a:cubicBezTo>
                  <a:cubicBezTo>
                    <a:pt x="6740" y="574"/>
                    <a:pt x="6088" y="437"/>
                    <a:pt x="5436" y="437"/>
                  </a:cubicBezTo>
                  <a:cubicBezTo>
                    <a:pt x="4784" y="437"/>
                    <a:pt x="4132" y="574"/>
                    <a:pt x="3524" y="847"/>
                  </a:cubicBezTo>
                  <a:cubicBezTo>
                    <a:pt x="3254" y="299"/>
                    <a:pt x="2714" y="0"/>
                    <a:pt x="21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2"/>
            <p:cNvSpPr/>
            <p:nvPr/>
          </p:nvSpPr>
          <p:spPr>
            <a:xfrm>
              <a:off x="5901271" y="2092023"/>
              <a:ext cx="23858" cy="10671"/>
            </a:xfrm>
            <a:custGeom>
              <a:rect b="b" l="l" r="r" t="t"/>
              <a:pathLst>
                <a:path extrusionOk="0" h="407" w="910">
                  <a:moveTo>
                    <a:pt x="273" y="1"/>
                  </a:moveTo>
                  <a:cubicBezTo>
                    <a:pt x="1" y="1"/>
                    <a:pt x="1" y="406"/>
                    <a:pt x="273"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2"/>
            <p:cNvSpPr/>
            <p:nvPr/>
          </p:nvSpPr>
          <p:spPr>
            <a:xfrm>
              <a:off x="5969830" y="2092023"/>
              <a:ext cx="23858" cy="10671"/>
            </a:xfrm>
            <a:custGeom>
              <a:rect b="b" l="l" r="r" t="t"/>
              <a:pathLst>
                <a:path extrusionOk="0" h="407" w="910">
                  <a:moveTo>
                    <a:pt x="272" y="1"/>
                  </a:moveTo>
                  <a:cubicBezTo>
                    <a:pt x="1" y="1"/>
                    <a:pt x="1" y="406"/>
                    <a:pt x="272"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2"/>
            <p:cNvSpPr/>
            <p:nvPr/>
          </p:nvSpPr>
          <p:spPr>
            <a:xfrm>
              <a:off x="5851615" y="2303493"/>
              <a:ext cx="10671" cy="44884"/>
            </a:xfrm>
            <a:custGeom>
              <a:rect b="b" l="l" r="r" t="t"/>
              <a:pathLst>
                <a:path extrusionOk="0" h="1712" w="407">
                  <a:moveTo>
                    <a:pt x="204" y="0"/>
                  </a:moveTo>
                  <a:cubicBezTo>
                    <a:pt x="91" y="0"/>
                    <a:pt x="1" y="91"/>
                    <a:pt x="1" y="203"/>
                  </a:cubicBezTo>
                  <a:lnTo>
                    <a:pt x="1" y="1511"/>
                  </a:lnTo>
                  <a:cubicBezTo>
                    <a:pt x="1" y="1645"/>
                    <a:pt x="102" y="1712"/>
                    <a:pt x="204" y="1712"/>
                  </a:cubicBezTo>
                  <a:cubicBezTo>
                    <a:pt x="305" y="1712"/>
                    <a:pt x="406" y="1645"/>
                    <a:pt x="406" y="1511"/>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2"/>
            <p:cNvSpPr/>
            <p:nvPr/>
          </p:nvSpPr>
          <p:spPr>
            <a:xfrm>
              <a:off x="6034508" y="2303493"/>
              <a:ext cx="10644" cy="44884"/>
            </a:xfrm>
            <a:custGeom>
              <a:rect b="b" l="l" r="r" t="t"/>
              <a:pathLst>
                <a:path extrusionOk="0" h="1712" w="406">
                  <a:moveTo>
                    <a:pt x="203" y="0"/>
                  </a:moveTo>
                  <a:cubicBezTo>
                    <a:pt x="91" y="0"/>
                    <a:pt x="0" y="91"/>
                    <a:pt x="0" y="203"/>
                  </a:cubicBezTo>
                  <a:lnTo>
                    <a:pt x="0" y="1511"/>
                  </a:lnTo>
                  <a:cubicBezTo>
                    <a:pt x="0" y="1645"/>
                    <a:pt x="102" y="1712"/>
                    <a:pt x="203" y="1712"/>
                  </a:cubicBezTo>
                  <a:cubicBezTo>
                    <a:pt x="304" y="1712"/>
                    <a:pt x="406" y="1645"/>
                    <a:pt x="406" y="151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2"/>
            <p:cNvSpPr/>
            <p:nvPr/>
          </p:nvSpPr>
          <p:spPr>
            <a:xfrm>
              <a:off x="5874896" y="2280605"/>
              <a:ext cx="146818" cy="67903"/>
            </a:xfrm>
            <a:custGeom>
              <a:rect b="b" l="l" r="r" t="t"/>
              <a:pathLst>
                <a:path extrusionOk="0" h="2590" w="5600">
                  <a:moveTo>
                    <a:pt x="2801" y="1"/>
                  </a:moveTo>
                  <a:cubicBezTo>
                    <a:pt x="2478" y="1"/>
                    <a:pt x="2153" y="57"/>
                    <a:pt x="1840" y="171"/>
                  </a:cubicBezTo>
                  <a:cubicBezTo>
                    <a:pt x="887" y="518"/>
                    <a:pt x="192" y="1351"/>
                    <a:pt x="25" y="2351"/>
                  </a:cubicBezTo>
                  <a:cubicBezTo>
                    <a:pt x="1" y="2502"/>
                    <a:pt x="117" y="2588"/>
                    <a:pt x="232" y="2588"/>
                  </a:cubicBezTo>
                  <a:cubicBezTo>
                    <a:pt x="321" y="2588"/>
                    <a:pt x="408" y="2536"/>
                    <a:pt x="427" y="2420"/>
                  </a:cubicBezTo>
                  <a:cubicBezTo>
                    <a:pt x="623" y="1257"/>
                    <a:pt x="1626" y="410"/>
                    <a:pt x="2803" y="410"/>
                  </a:cubicBezTo>
                  <a:cubicBezTo>
                    <a:pt x="3980" y="410"/>
                    <a:pt x="4984" y="1257"/>
                    <a:pt x="5179" y="2420"/>
                  </a:cubicBezTo>
                  <a:cubicBezTo>
                    <a:pt x="5194" y="2518"/>
                    <a:pt x="5281" y="2586"/>
                    <a:pt x="5378" y="2590"/>
                  </a:cubicBezTo>
                  <a:cubicBezTo>
                    <a:pt x="5389" y="2590"/>
                    <a:pt x="5400" y="2586"/>
                    <a:pt x="5415" y="2586"/>
                  </a:cubicBezTo>
                  <a:cubicBezTo>
                    <a:pt x="5523" y="2568"/>
                    <a:pt x="5599" y="2463"/>
                    <a:pt x="5581" y="2351"/>
                  </a:cubicBezTo>
                  <a:cubicBezTo>
                    <a:pt x="5469" y="1699"/>
                    <a:pt x="5132" y="1105"/>
                    <a:pt x="4632" y="674"/>
                  </a:cubicBezTo>
                  <a:cubicBezTo>
                    <a:pt x="4114" y="234"/>
                    <a:pt x="3462" y="1"/>
                    <a:pt x="2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2"/>
            <p:cNvSpPr/>
            <p:nvPr/>
          </p:nvSpPr>
          <p:spPr>
            <a:xfrm>
              <a:off x="5897207" y="2029127"/>
              <a:ext cx="12558" cy="10802"/>
            </a:xfrm>
            <a:custGeom>
              <a:rect b="b" l="l" r="r" t="t"/>
              <a:pathLst>
                <a:path extrusionOk="0" h="412" w="479">
                  <a:moveTo>
                    <a:pt x="208" y="1"/>
                  </a:moveTo>
                  <a:cubicBezTo>
                    <a:pt x="104" y="1"/>
                    <a:pt x="4" y="82"/>
                    <a:pt x="4" y="205"/>
                  </a:cubicBezTo>
                  <a:cubicBezTo>
                    <a:pt x="0" y="320"/>
                    <a:pt x="93" y="410"/>
                    <a:pt x="207" y="411"/>
                  </a:cubicBezTo>
                  <a:lnTo>
                    <a:pt x="207" y="411"/>
                  </a:lnTo>
                  <a:cubicBezTo>
                    <a:pt x="388" y="407"/>
                    <a:pt x="478" y="190"/>
                    <a:pt x="348" y="60"/>
                  </a:cubicBezTo>
                  <a:cubicBezTo>
                    <a:pt x="307" y="19"/>
                    <a:pt x="257" y="1"/>
                    <a:pt x="208" y="1"/>
                  </a:cubicBezTo>
                  <a:close/>
                  <a:moveTo>
                    <a:pt x="207" y="411"/>
                  </a:moveTo>
                  <a:lnTo>
                    <a:pt x="207" y="411"/>
                  </a:lnTo>
                  <a:cubicBezTo>
                    <a:pt x="207" y="411"/>
                    <a:pt x="207" y="411"/>
                    <a:pt x="207" y="411"/>
                  </a:cubicBezTo>
                  <a:lnTo>
                    <a:pt x="210" y="411"/>
                  </a:lnTo>
                  <a:cubicBezTo>
                    <a:pt x="209" y="411"/>
                    <a:pt x="208" y="411"/>
                    <a:pt x="207"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2"/>
            <p:cNvSpPr/>
            <p:nvPr/>
          </p:nvSpPr>
          <p:spPr>
            <a:xfrm>
              <a:off x="5988628" y="2029127"/>
              <a:ext cx="12558" cy="10802"/>
            </a:xfrm>
            <a:custGeom>
              <a:rect b="b" l="l" r="r" t="t"/>
              <a:pathLst>
                <a:path extrusionOk="0" h="412" w="479">
                  <a:moveTo>
                    <a:pt x="207" y="1"/>
                  </a:moveTo>
                  <a:cubicBezTo>
                    <a:pt x="102" y="1"/>
                    <a:pt x="1" y="82"/>
                    <a:pt x="1" y="205"/>
                  </a:cubicBezTo>
                  <a:cubicBezTo>
                    <a:pt x="1" y="320"/>
                    <a:pt x="94" y="410"/>
                    <a:pt x="208" y="411"/>
                  </a:cubicBezTo>
                  <a:lnTo>
                    <a:pt x="208" y="411"/>
                  </a:lnTo>
                  <a:cubicBezTo>
                    <a:pt x="389" y="407"/>
                    <a:pt x="479" y="190"/>
                    <a:pt x="349" y="60"/>
                  </a:cubicBezTo>
                  <a:cubicBezTo>
                    <a:pt x="308" y="19"/>
                    <a:pt x="257" y="1"/>
                    <a:pt x="207" y="1"/>
                  </a:cubicBezTo>
                  <a:close/>
                  <a:moveTo>
                    <a:pt x="208" y="411"/>
                  </a:moveTo>
                  <a:cubicBezTo>
                    <a:pt x="208" y="411"/>
                    <a:pt x="208" y="411"/>
                    <a:pt x="207" y="411"/>
                  </a:cubicBezTo>
                  <a:lnTo>
                    <a:pt x="211" y="411"/>
                  </a:lnTo>
                  <a:cubicBezTo>
                    <a:pt x="210" y="411"/>
                    <a:pt x="209" y="411"/>
                    <a:pt x="208"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2"/>
            <p:cNvSpPr/>
            <p:nvPr/>
          </p:nvSpPr>
          <p:spPr>
            <a:xfrm>
              <a:off x="5854552" y="2017827"/>
              <a:ext cx="145481" cy="157331"/>
            </a:xfrm>
            <a:custGeom>
              <a:rect b="b" l="l" r="r" t="t"/>
              <a:pathLst>
                <a:path extrusionOk="0" h="6001" w="5549">
                  <a:moveTo>
                    <a:pt x="3579" y="404"/>
                  </a:moveTo>
                  <a:cubicBezTo>
                    <a:pt x="3786" y="404"/>
                    <a:pt x="3887" y="654"/>
                    <a:pt x="3742" y="803"/>
                  </a:cubicBezTo>
                  <a:cubicBezTo>
                    <a:pt x="3696" y="849"/>
                    <a:pt x="3639" y="870"/>
                    <a:pt x="3582" y="870"/>
                  </a:cubicBezTo>
                  <a:cubicBezTo>
                    <a:pt x="3463" y="870"/>
                    <a:pt x="3347" y="776"/>
                    <a:pt x="3347" y="636"/>
                  </a:cubicBezTo>
                  <a:cubicBezTo>
                    <a:pt x="3347" y="509"/>
                    <a:pt x="3452" y="404"/>
                    <a:pt x="3579" y="404"/>
                  </a:cubicBezTo>
                  <a:close/>
                  <a:moveTo>
                    <a:pt x="4173" y="871"/>
                  </a:moveTo>
                  <a:cubicBezTo>
                    <a:pt x="4376" y="947"/>
                    <a:pt x="4496" y="1157"/>
                    <a:pt x="4459" y="1371"/>
                  </a:cubicBezTo>
                  <a:cubicBezTo>
                    <a:pt x="4419" y="1585"/>
                    <a:pt x="4231" y="1741"/>
                    <a:pt x="4014" y="1741"/>
                  </a:cubicBezTo>
                  <a:lnTo>
                    <a:pt x="3145" y="1741"/>
                  </a:lnTo>
                  <a:cubicBezTo>
                    <a:pt x="2642" y="1741"/>
                    <a:pt x="2515" y="1052"/>
                    <a:pt x="2982" y="873"/>
                  </a:cubicBezTo>
                  <a:lnTo>
                    <a:pt x="2982" y="873"/>
                  </a:lnTo>
                  <a:cubicBezTo>
                    <a:pt x="3089" y="1142"/>
                    <a:pt x="3334" y="1276"/>
                    <a:pt x="3579" y="1276"/>
                  </a:cubicBezTo>
                  <a:cubicBezTo>
                    <a:pt x="3824" y="1276"/>
                    <a:pt x="4068" y="1141"/>
                    <a:pt x="4173" y="871"/>
                  </a:cubicBezTo>
                  <a:close/>
                  <a:moveTo>
                    <a:pt x="3577" y="0"/>
                  </a:moveTo>
                  <a:cubicBezTo>
                    <a:pt x="3318" y="0"/>
                    <a:pt x="3060" y="151"/>
                    <a:pt x="2967" y="451"/>
                  </a:cubicBezTo>
                  <a:cubicBezTo>
                    <a:pt x="2569" y="535"/>
                    <a:pt x="2286" y="886"/>
                    <a:pt x="2286" y="1291"/>
                  </a:cubicBezTo>
                  <a:cubicBezTo>
                    <a:pt x="2286" y="1320"/>
                    <a:pt x="2286" y="1346"/>
                    <a:pt x="2290" y="1375"/>
                  </a:cubicBezTo>
                  <a:cubicBezTo>
                    <a:pt x="559" y="2182"/>
                    <a:pt x="1" y="4374"/>
                    <a:pt x="1127" y="5913"/>
                  </a:cubicBezTo>
                  <a:cubicBezTo>
                    <a:pt x="1173" y="5975"/>
                    <a:pt x="1231" y="6000"/>
                    <a:pt x="1289" y="6000"/>
                  </a:cubicBezTo>
                  <a:cubicBezTo>
                    <a:pt x="1436" y="6000"/>
                    <a:pt x="1574" y="5830"/>
                    <a:pt x="1457" y="5674"/>
                  </a:cubicBezTo>
                  <a:cubicBezTo>
                    <a:pt x="1091" y="5170"/>
                    <a:pt x="914" y="4555"/>
                    <a:pt x="957" y="3932"/>
                  </a:cubicBezTo>
                  <a:cubicBezTo>
                    <a:pt x="1026" y="2997"/>
                    <a:pt x="1584" y="2172"/>
                    <a:pt x="2428" y="1762"/>
                  </a:cubicBezTo>
                  <a:cubicBezTo>
                    <a:pt x="2583" y="2005"/>
                    <a:pt x="2855" y="2150"/>
                    <a:pt x="3145" y="2150"/>
                  </a:cubicBezTo>
                  <a:lnTo>
                    <a:pt x="4014" y="2150"/>
                  </a:lnTo>
                  <a:cubicBezTo>
                    <a:pt x="4304" y="2150"/>
                    <a:pt x="4572" y="2005"/>
                    <a:pt x="4731" y="1762"/>
                  </a:cubicBezTo>
                  <a:cubicBezTo>
                    <a:pt x="4869" y="1831"/>
                    <a:pt x="5003" y="1911"/>
                    <a:pt x="5129" y="2005"/>
                  </a:cubicBezTo>
                  <a:cubicBezTo>
                    <a:pt x="5170" y="2035"/>
                    <a:pt x="5211" y="2047"/>
                    <a:pt x="5250" y="2047"/>
                  </a:cubicBezTo>
                  <a:cubicBezTo>
                    <a:pt x="5421" y="2047"/>
                    <a:pt x="5548" y="1805"/>
                    <a:pt x="5368" y="1675"/>
                  </a:cubicBezTo>
                  <a:cubicBezTo>
                    <a:pt x="5213" y="1559"/>
                    <a:pt x="5042" y="1462"/>
                    <a:pt x="4869" y="1378"/>
                  </a:cubicBezTo>
                  <a:cubicBezTo>
                    <a:pt x="4912" y="940"/>
                    <a:pt x="4619" y="542"/>
                    <a:pt x="4188" y="451"/>
                  </a:cubicBezTo>
                  <a:cubicBezTo>
                    <a:pt x="4095" y="151"/>
                    <a:pt x="3836" y="0"/>
                    <a:pt x="35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2"/>
            <p:cNvSpPr/>
            <p:nvPr/>
          </p:nvSpPr>
          <p:spPr>
            <a:xfrm>
              <a:off x="5896788" y="2076764"/>
              <a:ext cx="136016" cy="128859"/>
            </a:xfrm>
            <a:custGeom>
              <a:rect b="b" l="l" r="r" t="t"/>
              <a:pathLst>
                <a:path extrusionOk="0" h="4915" w="5188">
                  <a:moveTo>
                    <a:pt x="4258" y="1"/>
                  </a:moveTo>
                  <a:cubicBezTo>
                    <a:pt x="4112" y="1"/>
                    <a:pt x="3973" y="170"/>
                    <a:pt x="4091" y="329"/>
                  </a:cubicBezTo>
                  <a:cubicBezTo>
                    <a:pt x="4858" y="1372"/>
                    <a:pt x="4746" y="2821"/>
                    <a:pt x="3830" y="3741"/>
                  </a:cubicBezTo>
                  <a:cubicBezTo>
                    <a:pt x="3321" y="4250"/>
                    <a:pt x="2648" y="4510"/>
                    <a:pt x="1971" y="4510"/>
                  </a:cubicBezTo>
                  <a:cubicBezTo>
                    <a:pt x="1429" y="4510"/>
                    <a:pt x="884" y="4343"/>
                    <a:pt x="418" y="4002"/>
                  </a:cubicBezTo>
                  <a:cubicBezTo>
                    <a:pt x="377" y="3971"/>
                    <a:pt x="335" y="3958"/>
                    <a:pt x="295" y="3958"/>
                  </a:cubicBezTo>
                  <a:cubicBezTo>
                    <a:pt x="125" y="3958"/>
                    <a:pt x="0" y="4198"/>
                    <a:pt x="179" y="4328"/>
                  </a:cubicBezTo>
                  <a:cubicBezTo>
                    <a:pt x="701" y="4708"/>
                    <a:pt x="1327" y="4914"/>
                    <a:pt x="1972" y="4914"/>
                  </a:cubicBezTo>
                  <a:cubicBezTo>
                    <a:pt x="2044" y="4914"/>
                    <a:pt x="2117" y="4911"/>
                    <a:pt x="2189" y="4907"/>
                  </a:cubicBezTo>
                  <a:cubicBezTo>
                    <a:pt x="3290" y="4827"/>
                    <a:pt x="4261" y="4157"/>
                    <a:pt x="4724" y="3154"/>
                  </a:cubicBezTo>
                  <a:cubicBezTo>
                    <a:pt x="5188" y="2155"/>
                    <a:pt x="5068" y="981"/>
                    <a:pt x="4417" y="90"/>
                  </a:cubicBezTo>
                  <a:lnTo>
                    <a:pt x="4417" y="87"/>
                  </a:lnTo>
                  <a:cubicBezTo>
                    <a:pt x="4372" y="26"/>
                    <a:pt x="4315" y="1"/>
                    <a:pt x="4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2"/>
            <p:cNvSpPr/>
            <p:nvPr/>
          </p:nvSpPr>
          <p:spPr>
            <a:xfrm>
              <a:off x="5917316" y="2140656"/>
              <a:ext cx="62135" cy="33532"/>
            </a:xfrm>
            <a:custGeom>
              <a:rect b="b" l="l" r="r" t="t"/>
              <a:pathLst>
                <a:path extrusionOk="0" h="1279" w="2370">
                  <a:moveTo>
                    <a:pt x="1924" y="406"/>
                  </a:moveTo>
                  <a:cubicBezTo>
                    <a:pt x="1823" y="674"/>
                    <a:pt x="1529" y="869"/>
                    <a:pt x="1185" y="869"/>
                  </a:cubicBezTo>
                  <a:cubicBezTo>
                    <a:pt x="841" y="869"/>
                    <a:pt x="544" y="674"/>
                    <a:pt x="446" y="406"/>
                  </a:cubicBezTo>
                  <a:close/>
                  <a:moveTo>
                    <a:pt x="204" y="0"/>
                  </a:moveTo>
                  <a:cubicBezTo>
                    <a:pt x="91" y="0"/>
                    <a:pt x="1" y="91"/>
                    <a:pt x="1" y="203"/>
                  </a:cubicBezTo>
                  <a:cubicBezTo>
                    <a:pt x="1" y="793"/>
                    <a:pt x="533" y="1278"/>
                    <a:pt x="1185" y="1278"/>
                  </a:cubicBezTo>
                  <a:cubicBezTo>
                    <a:pt x="1837" y="1278"/>
                    <a:pt x="2370" y="797"/>
                    <a:pt x="2370" y="203"/>
                  </a:cubicBezTo>
                  <a:cubicBezTo>
                    <a:pt x="2370" y="91"/>
                    <a:pt x="2279" y="0"/>
                    <a:pt x="2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1" name="Google Shape;13781;p82"/>
          <p:cNvGrpSpPr/>
          <p:nvPr/>
        </p:nvGrpSpPr>
        <p:grpSpPr>
          <a:xfrm>
            <a:off x="6255941" y="1983508"/>
            <a:ext cx="284958" cy="364948"/>
            <a:chOff x="6255941" y="1983508"/>
            <a:chExt cx="284958" cy="364948"/>
          </a:xfrm>
        </p:grpSpPr>
        <p:sp>
          <p:nvSpPr>
            <p:cNvPr id="13782" name="Google Shape;13782;p82"/>
            <p:cNvSpPr/>
            <p:nvPr/>
          </p:nvSpPr>
          <p:spPr>
            <a:xfrm>
              <a:off x="6391434" y="2337759"/>
              <a:ext cx="12558" cy="10697"/>
            </a:xfrm>
            <a:custGeom>
              <a:rect b="b" l="l" r="r" t="t"/>
              <a:pathLst>
                <a:path extrusionOk="0" h="408" w="479">
                  <a:moveTo>
                    <a:pt x="275" y="1"/>
                  </a:moveTo>
                  <a:cubicBezTo>
                    <a:pt x="273" y="1"/>
                    <a:pt x="270" y="1"/>
                    <a:pt x="268" y="1"/>
                  </a:cubicBezTo>
                  <a:lnTo>
                    <a:pt x="272" y="1"/>
                  </a:lnTo>
                  <a:cubicBezTo>
                    <a:pt x="91" y="1"/>
                    <a:pt x="0" y="222"/>
                    <a:pt x="131" y="348"/>
                  </a:cubicBezTo>
                  <a:cubicBezTo>
                    <a:pt x="171" y="389"/>
                    <a:pt x="222" y="407"/>
                    <a:pt x="271" y="407"/>
                  </a:cubicBezTo>
                  <a:cubicBezTo>
                    <a:pt x="375" y="407"/>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2"/>
            <p:cNvSpPr/>
            <p:nvPr/>
          </p:nvSpPr>
          <p:spPr>
            <a:xfrm>
              <a:off x="6261342" y="2188791"/>
              <a:ext cx="274340" cy="154316"/>
            </a:xfrm>
            <a:custGeom>
              <a:rect b="b" l="l" r="r" t="t"/>
              <a:pathLst>
                <a:path extrusionOk="0" h="5886" w="10464">
                  <a:moveTo>
                    <a:pt x="3705" y="0"/>
                  </a:moveTo>
                  <a:lnTo>
                    <a:pt x="3705" y="1040"/>
                  </a:lnTo>
                  <a:cubicBezTo>
                    <a:pt x="3705" y="1329"/>
                    <a:pt x="3514" y="1587"/>
                    <a:pt x="3235" y="1666"/>
                  </a:cubicBezTo>
                  <a:lnTo>
                    <a:pt x="938" y="2343"/>
                  </a:lnTo>
                  <a:cubicBezTo>
                    <a:pt x="384" y="2506"/>
                    <a:pt x="0" y="3017"/>
                    <a:pt x="0" y="3597"/>
                  </a:cubicBezTo>
                  <a:lnTo>
                    <a:pt x="0" y="5886"/>
                  </a:lnTo>
                  <a:lnTo>
                    <a:pt x="10464" y="5886"/>
                  </a:lnTo>
                  <a:lnTo>
                    <a:pt x="10464" y="3593"/>
                  </a:lnTo>
                  <a:cubicBezTo>
                    <a:pt x="10460" y="3014"/>
                    <a:pt x="10080" y="2503"/>
                    <a:pt x="9522" y="2340"/>
                  </a:cubicBezTo>
                  <a:lnTo>
                    <a:pt x="7226" y="1666"/>
                  </a:lnTo>
                  <a:cubicBezTo>
                    <a:pt x="6947" y="1583"/>
                    <a:pt x="6755" y="1329"/>
                    <a:pt x="6755" y="1040"/>
                  </a:cubicBezTo>
                  <a:lnTo>
                    <a:pt x="67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2"/>
            <p:cNvSpPr/>
            <p:nvPr/>
          </p:nvSpPr>
          <p:spPr>
            <a:xfrm>
              <a:off x="6261342" y="2225811"/>
              <a:ext cx="274340" cy="117297"/>
            </a:xfrm>
            <a:custGeom>
              <a:rect b="b" l="l" r="r" t="t"/>
              <a:pathLst>
                <a:path extrusionOk="0" h="4474" w="10464">
                  <a:moveTo>
                    <a:pt x="3586" y="1"/>
                  </a:moveTo>
                  <a:cubicBezTo>
                    <a:pt x="3499" y="124"/>
                    <a:pt x="3376" y="211"/>
                    <a:pt x="3235" y="254"/>
                  </a:cubicBezTo>
                  <a:lnTo>
                    <a:pt x="938" y="928"/>
                  </a:lnTo>
                  <a:cubicBezTo>
                    <a:pt x="381" y="1091"/>
                    <a:pt x="0" y="1602"/>
                    <a:pt x="0" y="2185"/>
                  </a:cubicBezTo>
                  <a:lnTo>
                    <a:pt x="0" y="4474"/>
                  </a:lnTo>
                  <a:lnTo>
                    <a:pt x="10464" y="4474"/>
                  </a:lnTo>
                  <a:lnTo>
                    <a:pt x="10464" y="2181"/>
                  </a:lnTo>
                  <a:cubicBezTo>
                    <a:pt x="10460" y="1602"/>
                    <a:pt x="10080" y="1091"/>
                    <a:pt x="9522" y="928"/>
                  </a:cubicBezTo>
                  <a:lnTo>
                    <a:pt x="7226" y="254"/>
                  </a:lnTo>
                  <a:cubicBezTo>
                    <a:pt x="7085" y="211"/>
                    <a:pt x="6961" y="124"/>
                    <a:pt x="6878" y="1"/>
                  </a:cubicBezTo>
                  <a:lnTo>
                    <a:pt x="5230" y="551"/>
                  </a:lnTo>
                  <a:lnTo>
                    <a:pt x="3586"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2"/>
            <p:cNvSpPr/>
            <p:nvPr/>
          </p:nvSpPr>
          <p:spPr>
            <a:xfrm>
              <a:off x="6316897" y="2225811"/>
              <a:ext cx="163152" cy="55188"/>
            </a:xfrm>
            <a:custGeom>
              <a:rect b="b" l="l" r="r" t="t"/>
              <a:pathLst>
                <a:path extrusionOk="0" h="2105" w="6223">
                  <a:moveTo>
                    <a:pt x="1463" y="1"/>
                  </a:moveTo>
                  <a:cubicBezTo>
                    <a:pt x="1380" y="124"/>
                    <a:pt x="1257" y="211"/>
                    <a:pt x="1116" y="254"/>
                  </a:cubicBezTo>
                  <a:lnTo>
                    <a:pt x="0" y="580"/>
                  </a:lnTo>
                  <a:lnTo>
                    <a:pt x="105" y="671"/>
                  </a:lnTo>
                  <a:lnTo>
                    <a:pt x="1471" y="1841"/>
                  </a:lnTo>
                  <a:cubicBezTo>
                    <a:pt x="1676" y="2018"/>
                    <a:pt x="1930" y="2104"/>
                    <a:pt x="2181" y="2104"/>
                  </a:cubicBezTo>
                  <a:cubicBezTo>
                    <a:pt x="2500" y="2104"/>
                    <a:pt x="2817" y="1965"/>
                    <a:pt x="3032" y="1696"/>
                  </a:cubicBezTo>
                  <a:lnTo>
                    <a:pt x="3111" y="1594"/>
                  </a:lnTo>
                  <a:lnTo>
                    <a:pt x="3191" y="1696"/>
                  </a:lnTo>
                  <a:cubicBezTo>
                    <a:pt x="3406" y="1965"/>
                    <a:pt x="3721" y="2104"/>
                    <a:pt x="4040" y="2104"/>
                  </a:cubicBezTo>
                  <a:cubicBezTo>
                    <a:pt x="4291" y="2104"/>
                    <a:pt x="4544" y="2018"/>
                    <a:pt x="4752" y="1841"/>
                  </a:cubicBezTo>
                  <a:lnTo>
                    <a:pt x="6117" y="671"/>
                  </a:lnTo>
                  <a:lnTo>
                    <a:pt x="6222" y="580"/>
                  </a:lnTo>
                  <a:lnTo>
                    <a:pt x="5107" y="254"/>
                  </a:lnTo>
                  <a:cubicBezTo>
                    <a:pt x="4966" y="211"/>
                    <a:pt x="4842" y="124"/>
                    <a:pt x="4755" y="1"/>
                  </a:cubicBezTo>
                  <a:lnTo>
                    <a:pt x="3111" y="551"/>
                  </a:lnTo>
                  <a:lnTo>
                    <a:pt x="14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2"/>
            <p:cNvSpPr/>
            <p:nvPr/>
          </p:nvSpPr>
          <p:spPr>
            <a:xfrm>
              <a:off x="6301324" y="2074562"/>
              <a:ext cx="194298" cy="132372"/>
            </a:xfrm>
            <a:custGeom>
              <a:rect b="b" l="l" r="r" t="t"/>
              <a:pathLst>
                <a:path extrusionOk="0" h="5049" w="7411">
                  <a:moveTo>
                    <a:pt x="873" y="0"/>
                  </a:moveTo>
                  <a:lnTo>
                    <a:pt x="873" y="1090"/>
                  </a:lnTo>
                  <a:lnTo>
                    <a:pt x="543" y="1090"/>
                  </a:lnTo>
                  <a:cubicBezTo>
                    <a:pt x="243" y="1090"/>
                    <a:pt x="0" y="1333"/>
                    <a:pt x="0" y="1634"/>
                  </a:cubicBezTo>
                  <a:cubicBezTo>
                    <a:pt x="0" y="1934"/>
                    <a:pt x="243" y="2177"/>
                    <a:pt x="543" y="2177"/>
                  </a:cubicBezTo>
                  <a:lnTo>
                    <a:pt x="873" y="2177"/>
                  </a:lnTo>
                  <a:cubicBezTo>
                    <a:pt x="851" y="3756"/>
                    <a:pt x="2126" y="5049"/>
                    <a:pt x="3705" y="5049"/>
                  </a:cubicBezTo>
                  <a:cubicBezTo>
                    <a:pt x="5284" y="5049"/>
                    <a:pt x="6559" y="3756"/>
                    <a:pt x="6537" y="2177"/>
                  </a:cubicBezTo>
                  <a:lnTo>
                    <a:pt x="6867" y="2177"/>
                  </a:lnTo>
                  <a:cubicBezTo>
                    <a:pt x="7168" y="2177"/>
                    <a:pt x="7410" y="1934"/>
                    <a:pt x="7410" y="1634"/>
                  </a:cubicBezTo>
                  <a:cubicBezTo>
                    <a:pt x="7410" y="1333"/>
                    <a:pt x="7168" y="1090"/>
                    <a:pt x="6867"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2"/>
            <p:cNvSpPr/>
            <p:nvPr/>
          </p:nvSpPr>
          <p:spPr>
            <a:xfrm>
              <a:off x="6300564" y="2074562"/>
              <a:ext cx="160766" cy="131481"/>
            </a:xfrm>
            <a:custGeom>
              <a:rect b="b" l="l" r="r" t="t"/>
              <a:pathLst>
                <a:path extrusionOk="0" h="5015" w="6132">
                  <a:moveTo>
                    <a:pt x="902" y="0"/>
                  </a:moveTo>
                  <a:lnTo>
                    <a:pt x="902" y="1090"/>
                  </a:lnTo>
                  <a:lnTo>
                    <a:pt x="587" y="1090"/>
                  </a:lnTo>
                  <a:cubicBezTo>
                    <a:pt x="585" y="1090"/>
                    <a:pt x="582" y="1090"/>
                    <a:pt x="580" y="1090"/>
                  </a:cubicBezTo>
                  <a:cubicBezTo>
                    <a:pt x="297" y="1090"/>
                    <a:pt x="58" y="1303"/>
                    <a:pt x="33" y="1587"/>
                  </a:cubicBezTo>
                  <a:cubicBezTo>
                    <a:pt x="0" y="1905"/>
                    <a:pt x="254" y="2181"/>
                    <a:pt x="576" y="2181"/>
                  </a:cubicBezTo>
                  <a:lnTo>
                    <a:pt x="902" y="2181"/>
                  </a:lnTo>
                  <a:cubicBezTo>
                    <a:pt x="892" y="3765"/>
                    <a:pt x="2180" y="5014"/>
                    <a:pt x="3711" y="5014"/>
                  </a:cubicBezTo>
                  <a:cubicBezTo>
                    <a:pt x="3862" y="5014"/>
                    <a:pt x="4017" y="5002"/>
                    <a:pt x="4172" y="4977"/>
                  </a:cubicBezTo>
                  <a:cubicBezTo>
                    <a:pt x="2793" y="4763"/>
                    <a:pt x="1771" y="3575"/>
                    <a:pt x="1771" y="2177"/>
                  </a:cubicBezTo>
                  <a:lnTo>
                    <a:pt x="1771" y="1000"/>
                  </a:lnTo>
                  <a:lnTo>
                    <a:pt x="6132" y="1000"/>
                  </a:lnTo>
                  <a:lnTo>
                    <a:pt x="613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2"/>
            <p:cNvSpPr/>
            <p:nvPr/>
          </p:nvSpPr>
          <p:spPr>
            <a:xfrm>
              <a:off x="6324212" y="2132109"/>
              <a:ext cx="148522" cy="74274"/>
            </a:xfrm>
            <a:custGeom>
              <a:rect b="b" l="l" r="r" t="t"/>
              <a:pathLst>
                <a:path extrusionOk="0" h="2833" w="5665">
                  <a:moveTo>
                    <a:pt x="0" y="0"/>
                  </a:moveTo>
                  <a:cubicBezTo>
                    <a:pt x="0" y="1565"/>
                    <a:pt x="1268" y="2832"/>
                    <a:pt x="2832" y="2832"/>
                  </a:cubicBezTo>
                  <a:cubicBezTo>
                    <a:pt x="4397" y="2832"/>
                    <a:pt x="5664" y="1565"/>
                    <a:pt x="5664" y="0"/>
                  </a:cubicBezTo>
                  <a:lnTo>
                    <a:pt x="5664" y="0"/>
                  </a:lnTo>
                  <a:cubicBezTo>
                    <a:pt x="5031" y="384"/>
                    <a:pt x="4002" y="637"/>
                    <a:pt x="2832" y="637"/>
                  </a:cubicBezTo>
                  <a:cubicBezTo>
                    <a:pt x="1662" y="637"/>
                    <a:pt x="634" y="384"/>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2"/>
            <p:cNvSpPr/>
            <p:nvPr/>
          </p:nvSpPr>
          <p:spPr>
            <a:xfrm>
              <a:off x="6312702"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2"/>
            <p:cNvSpPr/>
            <p:nvPr/>
          </p:nvSpPr>
          <p:spPr>
            <a:xfrm>
              <a:off x="6461303"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2"/>
            <p:cNvSpPr/>
            <p:nvPr/>
          </p:nvSpPr>
          <p:spPr>
            <a:xfrm>
              <a:off x="6336062" y="2213882"/>
              <a:ext cx="62424" cy="50023"/>
            </a:xfrm>
            <a:custGeom>
              <a:rect b="b" l="l" r="r" t="t"/>
              <a:pathLst>
                <a:path extrusionOk="0" h="1908" w="2381">
                  <a:moveTo>
                    <a:pt x="511" y="0"/>
                  </a:moveTo>
                  <a:cubicBezTo>
                    <a:pt x="432" y="0"/>
                    <a:pt x="356" y="44"/>
                    <a:pt x="316" y="119"/>
                  </a:cubicBezTo>
                  <a:lnTo>
                    <a:pt x="30" y="695"/>
                  </a:lnTo>
                  <a:cubicBezTo>
                    <a:pt x="1" y="749"/>
                    <a:pt x="15" y="814"/>
                    <a:pt x="62" y="854"/>
                  </a:cubicBezTo>
                  <a:lnTo>
                    <a:pt x="1167" y="1803"/>
                  </a:lnTo>
                  <a:cubicBezTo>
                    <a:pt x="1248" y="1873"/>
                    <a:pt x="1349" y="1908"/>
                    <a:pt x="1449" y="1908"/>
                  </a:cubicBezTo>
                  <a:cubicBezTo>
                    <a:pt x="1576" y="1908"/>
                    <a:pt x="1703" y="1852"/>
                    <a:pt x="1790" y="1745"/>
                  </a:cubicBezTo>
                  <a:lnTo>
                    <a:pt x="2380" y="1006"/>
                  </a:lnTo>
                  <a:lnTo>
                    <a:pt x="616" y="28"/>
                  </a:lnTo>
                  <a:cubicBezTo>
                    <a:pt x="583" y="9"/>
                    <a:pt x="546"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2"/>
            <p:cNvSpPr/>
            <p:nvPr/>
          </p:nvSpPr>
          <p:spPr>
            <a:xfrm>
              <a:off x="6398460" y="2213882"/>
              <a:ext cx="62398" cy="50023"/>
            </a:xfrm>
            <a:custGeom>
              <a:rect b="b" l="l" r="r" t="t"/>
              <a:pathLst>
                <a:path extrusionOk="0" h="1908" w="2380">
                  <a:moveTo>
                    <a:pt x="1870" y="0"/>
                  </a:moveTo>
                  <a:cubicBezTo>
                    <a:pt x="1834" y="0"/>
                    <a:pt x="1798" y="9"/>
                    <a:pt x="1764" y="28"/>
                  </a:cubicBezTo>
                  <a:lnTo>
                    <a:pt x="0" y="1006"/>
                  </a:lnTo>
                  <a:lnTo>
                    <a:pt x="591" y="1745"/>
                  </a:lnTo>
                  <a:cubicBezTo>
                    <a:pt x="676" y="1852"/>
                    <a:pt x="803" y="1908"/>
                    <a:pt x="930" y="1908"/>
                  </a:cubicBezTo>
                  <a:cubicBezTo>
                    <a:pt x="1031" y="1908"/>
                    <a:pt x="1132" y="1873"/>
                    <a:pt x="1213" y="1803"/>
                  </a:cubicBezTo>
                  <a:lnTo>
                    <a:pt x="2322" y="854"/>
                  </a:lnTo>
                  <a:cubicBezTo>
                    <a:pt x="2365" y="814"/>
                    <a:pt x="2380" y="749"/>
                    <a:pt x="2351" y="695"/>
                  </a:cubicBezTo>
                  <a:lnTo>
                    <a:pt x="2065" y="119"/>
                  </a:lnTo>
                  <a:cubicBezTo>
                    <a:pt x="2025" y="44"/>
                    <a:pt x="1949" y="0"/>
                    <a:pt x="187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2"/>
            <p:cNvSpPr/>
            <p:nvPr/>
          </p:nvSpPr>
          <p:spPr>
            <a:xfrm>
              <a:off x="6312702" y="1988804"/>
              <a:ext cx="171515" cy="85784"/>
            </a:xfrm>
            <a:custGeom>
              <a:rect b="b" l="l" r="r" t="t"/>
              <a:pathLst>
                <a:path extrusionOk="0" h="3272" w="6542">
                  <a:moveTo>
                    <a:pt x="1877" y="1"/>
                  </a:moveTo>
                  <a:cubicBezTo>
                    <a:pt x="1287" y="1"/>
                    <a:pt x="769" y="399"/>
                    <a:pt x="616" y="972"/>
                  </a:cubicBezTo>
                  <a:lnTo>
                    <a:pt x="1" y="3271"/>
                  </a:lnTo>
                  <a:lnTo>
                    <a:pt x="6542" y="3271"/>
                  </a:lnTo>
                  <a:lnTo>
                    <a:pt x="5926" y="972"/>
                  </a:lnTo>
                  <a:cubicBezTo>
                    <a:pt x="5774" y="399"/>
                    <a:pt x="5256" y="1"/>
                    <a:pt x="466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2"/>
            <p:cNvSpPr/>
            <p:nvPr/>
          </p:nvSpPr>
          <p:spPr>
            <a:xfrm>
              <a:off x="6375572" y="2143121"/>
              <a:ext cx="45802" cy="28970"/>
            </a:xfrm>
            <a:custGeom>
              <a:rect b="b" l="l" r="r" t="t"/>
              <a:pathLst>
                <a:path extrusionOk="0" h="1105" w="1747">
                  <a:moveTo>
                    <a:pt x="0" y="0"/>
                  </a:moveTo>
                  <a:lnTo>
                    <a:pt x="0" y="667"/>
                  </a:lnTo>
                  <a:cubicBezTo>
                    <a:pt x="0" y="909"/>
                    <a:pt x="196" y="1105"/>
                    <a:pt x="439" y="1105"/>
                  </a:cubicBezTo>
                  <a:lnTo>
                    <a:pt x="1308" y="1105"/>
                  </a:lnTo>
                  <a:cubicBezTo>
                    <a:pt x="1550" y="1105"/>
                    <a:pt x="1746" y="909"/>
                    <a:pt x="1746" y="667"/>
                  </a:cubicBezTo>
                  <a:lnTo>
                    <a:pt x="1746" y="0"/>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2"/>
            <p:cNvSpPr/>
            <p:nvPr/>
          </p:nvSpPr>
          <p:spPr>
            <a:xfrm>
              <a:off x="6312702" y="1988804"/>
              <a:ext cx="72098" cy="85784"/>
            </a:xfrm>
            <a:custGeom>
              <a:rect b="b" l="l" r="r" t="t"/>
              <a:pathLst>
                <a:path extrusionOk="0" h="3272" w="2750">
                  <a:moveTo>
                    <a:pt x="1877" y="1"/>
                  </a:moveTo>
                  <a:cubicBezTo>
                    <a:pt x="1287" y="1"/>
                    <a:pt x="769" y="399"/>
                    <a:pt x="616" y="972"/>
                  </a:cubicBezTo>
                  <a:lnTo>
                    <a:pt x="1" y="3271"/>
                  </a:lnTo>
                  <a:lnTo>
                    <a:pt x="874" y="3271"/>
                  </a:lnTo>
                  <a:lnTo>
                    <a:pt x="1486" y="972"/>
                  </a:lnTo>
                  <a:cubicBezTo>
                    <a:pt x="1638" y="399"/>
                    <a:pt x="2156" y="1"/>
                    <a:pt x="275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2"/>
            <p:cNvSpPr/>
            <p:nvPr/>
          </p:nvSpPr>
          <p:spPr>
            <a:xfrm>
              <a:off x="6314223" y="2051674"/>
              <a:ext cx="168474" cy="17225"/>
            </a:xfrm>
            <a:custGeom>
              <a:rect b="b" l="l" r="r" t="t"/>
              <a:pathLst>
                <a:path extrusionOk="0" h="657" w="6426">
                  <a:moveTo>
                    <a:pt x="175" y="0"/>
                  </a:moveTo>
                  <a:lnTo>
                    <a:pt x="1" y="656"/>
                  </a:lnTo>
                  <a:lnTo>
                    <a:pt x="6426" y="656"/>
                  </a:lnTo>
                  <a:lnTo>
                    <a:pt x="6252"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2"/>
            <p:cNvSpPr/>
            <p:nvPr/>
          </p:nvSpPr>
          <p:spPr>
            <a:xfrm>
              <a:off x="6314223" y="2051674"/>
              <a:ext cx="27476" cy="17225"/>
            </a:xfrm>
            <a:custGeom>
              <a:rect b="b" l="l" r="r" t="t"/>
              <a:pathLst>
                <a:path extrusionOk="0" h="657" w="1048">
                  <a:moveTo>
                    <a:pt x="175" y="0"/>
                  </a:moveTo>
                  <a:lnTo>
                    <a:pt x="1" y="656"/>
                  </a:lnTo>
                  <a:lnTo>
                    <a:pt x="874" y="656"/>
                  </a:lnTo>
                  <a:lnTo>
                    <a:pt x="104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2"/>
            <p:cNvSpPr/>
            <p:nvPr/>
          </p:nvSpPr>
          <p:spPr>
            <a:xfrm>
              <a:off x="6312702" y="2235511"/>
              <a:ext cx="22914" cy="107597"/>
            </a:xfrm>
            <a:custGeom>
              <a:rect b="b" l="l" r="r" t="t"/>
              <a:pathLst>
                <a:path extrusionOk="0" h="4104" w="874">
                  <a:moveTo>
                    <a:pt x="874" y="0"/>
                  </a:moveTo>
                  <a:lnTo>
                    <a:pt x="1" y="257"/>
                  </a:lnTo>
                  <a:lnTo>
                    <a:pt x="1" y="4104"/>
                  </a:lnTo>
                  <a:lnTo>
                    <a:pt x="874" y="4104"/>
                  </a:lnTo>
                  <a:lnTo>
                    <a:pt x="8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2"/>
            <p:cNvSpPr/>
            <p:nvPr/>
          </p:nvSpPr>
          <p:spPr>
            <a:xfrm>
              <a:off x="6461303" y="2235511"/>
              <a:ext cx="22914" cy="107597"/>
            </a:xfrm>
            <a:custGeom>
              <a:rect b="b" l="l" r="r" t="t"/>
              <a:pathLst>
                <a:path extrusionOk="0" h="4104" w="874">
                  <a:moveTo>
                    <a:pt x="1" y="0"/>
                  </a:moveTo>
                  <a:lnTo>
                    <a:pt x="1" y="4104"/>
                  </a:lnTo>
                  <a:lnTo>
                    <a:pt x="874" y="4104"/>
                  </a:lnTo>
                  <a:lnTo>
                    <a:pt x="874" y="257"/>
                  </a:lnTo>
                  <a:lnTo>
                    <a:pt x="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2"/>
            <p:cNvSpPr/>
            <p:nvPr/>
          </p:nvSpPr>
          <p:spPr>
            <a:xfrm>
              <a:off x="6295609"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2"/>
            <p:cNvSpPr/>
            <p:nvPr/>
          </p:nvSpPr>
          <p:spPr>
            <a:xfrm>
              <a:off x="6484191" y="2291721"/>
              <a:ext cx="17120" cy="51386"/>
            </a:xfrm>
            <a:custGeom>
              <a:rect b="b" l="l" r="r" t="t"/>
              <a:pathLst>
                <a:path extrusionOk="0" h="1960" w="653">
                  <a:moveTo>
                    <a:pt x="1" y="0"/>
                  </a:moveTo>
                  <a:lnTo>
                    <a:pt x="1" y="1960"/>
                  </a:lnTo>
                  <a:lnTo>
                    <a:pt x="653" y="1960"/>
                  </a:lnTo>
                  <a:lnTo>
                    <a:pt x="653" y="652"/>
                  </a:lnTo>
                  <a:cubicBezTo>
                    <a:pt x="653" y="290"/>
                    <a:pt x="359" y="0"/>
                    <a:pt x="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2"/>
            <p:cNvSpPr/>
            <p:nvPr/>
          </p:nvSpPr>
          <p:spPr>
            <a:xfrm>
              <a:off x="6364167" y="2143121"/>
              <a:ext cx="34319" cy="17199"/>
            </a:xfrm>
            <a:custGeom>
              <a:rect b="b" l="l" r="r" t="t"/>
              <a:pathLst>
                <a:path extrusionOk="0" h="656" w="1309">
                  <a:moveTo>
                    <a:pt x="656" y="0"/>
                  </a:moveTo>
                  <a:cubicBezTo>
                    <a:pt x="294" y="0"/>
                    <a:pt x="1" y="294"/>
                    <a:pt x="1" y="656"/>
                  </a:cubicBezTo>
                  <a:lnTo>
                    <a:pt x="653" y="656"/>
                  </a:lnTo>
                  <a:cubicBezTo>
                    <a:pt x="1015" y="652"/>
                    <a:pt x="1308" y="362"/>
                    <a:pt x="130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2"/>
            <p:cNvSpPr/>
            <p:nvPr/>
          </p:nvSpPr>
          <p:spPr>
            <a:xfrm>
              <a:off x="6398538" y="2143121"/>
              <a:ext cx="34214" cy="17199"/>
            </a:xfrm>
            <a:custGeom>
              <a:rect b="b" l="l" r="r" t="t"/>
              <a:pathLst>
                <a:path extrusionOk="0" h="656" w="1305">
                  <a:moveTo>
                    <a:pt x="1" y="0"/>
                  </a:moveTo>
                  <a:cubicBezTo>
                    <a:pt x="1" y="362"/>
                    <a:pt x="291" y="652"/>
                    <a:pt x="653" y="656"/>
                  </a:cubicBezTo>
                  <a:lnTo>
                    <a:pt x="1305" y="656"/>
                  </a:lnTo>
                  <a:cubicBezTo>
                    <a:pt x="1305" y="294"/>
                    <a:pt x="1015" y="0"/>
                    <a:pt x="6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2"/>
            <p:cNvSpPr/>
            <p:nvPr/>
          </p:nvSpPr>
          <p:spPr>
            <a:xfrm>
              <a:off x="6324212" y="2132109"/>
              <a:ext cx="85653" cy="73907"/>
            </a:xfrm>
            <a:custGeom>
              <a:rect b="b" l="l" r="r" t="t"/>
              <a:pathLst>
                <a:path extrusionOk="0" h="2819" w="3267">
                  <a:moveTo>
                    <a:pt x="0" y="0"/>
                  </a:moveTo>
                  <a:cubicBezTo>
                    <a:pt x="0" y="91"/>
                    <a:pt x="4" y="178"/>
                    <a:pt x="15" y="264"/>
                  </a:cubicBezTo>
                  <a:lnTo>
                    <a:pt x="15" y="275"/>
                  </a:lnTo>
                  <a:cubicBezTo>
                    <a:pt x="155" y="1739"/>
                    <a:pt x="1389" y="2819"/>
                    <a:pt x="2811" y="2819"/>
                  </a:cubicBezTo>
                  <a:cubicBezTo>
                    <a:pt x="2961" y="2819"/>
                    <a:pt x="3113" y="2806"/>
                    <a:pt x="3267" y="2782"/>
                  </a:cubicBezTo>
                  <a:cubicBezTo>
                    <a:pt x="2035" y="2586"/>
                    <a:pt x="1076" y="1612"/>
                    <a:pt x="902" y="380"/>
                  </a:cubicBezTo>
                  <a:cubicBezTo>
                    <a:pt x="587" y="293"/>
                    <a:pt x="283" y="163"/>
                    <a:pt x="0"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2"/>
            <p:cNvSpPr/>
            <p:nvPr/>
          </p:nvSpPr>
          <p:spPr>
            <a:xfrm>
              <a:off x="6255941" y="1983508"/>
              <a:ext cx="284958" cy="364869"/>
            </a:xfrm>
            <a:custGeom>
              <a:rect b="b" l="l" r="r" t="t"/>
              <a:pathLst>
                <a:path extrusionOk="0" h="13917" w="10869">
                  <a:moveTo>
                    <a:pt x="6831" y="406"/>
                  </a:moveTo>
                  <a:cubicBezTo>
                    <a:pt x="7330" y="406"/>
                    <a:pt x="7769" y="743"/>
                    <a:pt x="7895" y="1228"/>
                  </a:cubicBezTo>
                  <a:lnTo>
                    <a:pt x="8207" y="2398"/>
                  </a:lnTo>
                  <a:lnTo>
                    <a:pt x="7399" y="2398"/>
                  </a:lnTo>
                  <a:cubicBezTo>
                    <a:pt x="7128" y="2398"/>
                    <a:pt x="7128" y="2803"/>
                    <a:pt x="7399" y="2803"/>
                  </a:cubicBezTo>
                  <a:lnTo>
                    <a:pt x="8315" y="2803"/>
                  </a:lnTo>
                  <a:lnTo>
                    <a:pt x="8442" y="3267"/>
                  </a:lnTo>
                  <a:lnTo>
                    <a:pt x="2434" y="3267"/>
                  </a:lnTo>
                  <a:lnTo>
                    <a:pt x="2557" y="2803"/>
                  </a:lnTo>
                  <a:lnTo>
                    <a:pt x="6526" y="2803"/>
                  </a:lnTo>
                  <a:cubicBezTo>
                    <a:pt x="6798" y="2803"/>
                    <a:pt x="6798" y="2398"/>
                    <a:pt x="6526" y="2398"/>
                  </a:cubicBezTo>
                  <a:lnTo>
                    <a:pt x="2666" y="2398"/>
                  </a:lnTo>
                  <a:lnTo>
                    <a:pt x="2977" y="1224"/>
                  </a:lnTo>
                  <a:cubicBezTo>
                    <a:pt x="3107" y="743"/>
                    <a:pt x="3542" y="406"/>
                    <a:pt x="4042" y="406"/>
                  </a:cubicBezTo>
                  <a:lnTo>
                    <a:pt x="4926" y="406"/>
                  </a:lnTo>
                  <a:cubicBezTo>
                    <a:pt x="5132" y="406"/>
                    <a:pt x="5313" y="547"/>
                    <a:pt x="5364" y="746"/>
                  </a:cubicBezTo>
                  <a:lnTo>
                    <a:pt x="5458" y="1123"/>
                  </a:lnTo>
                  <a:cubicBezTo>
                    <a:pt x="5485" y="1231"/>
                    <a:pt x="5567" y="1279"/>
                    <a:pt x="5650" y="1279"/>
                  </a:cubicBezTo>
                  <a:cubicBezTo>
                    <a:pt x="5770" y="1279"/>
                    <a:pt x="5891" y="1181"/>
                    <a:pt x="5853" y="1025"/>
                  </a:cubicBezTo>
                  <a:lnTo>
                    <a:pt x="5759" y="648"/>
                  </a:lnTo>
                  <a:cubicBezTo>
                    <a:pt x="5737" y="561"/>
                    <a:pt x="5704" y="482"/>
                    <a:pt x="5657" y="406"/>
                  </a:cubicBezTo>
                  <a:close/>
                  <a:moveTo>
                    <a:pt x="2836" y="3676"/>
                  </a:moveTo>
                  <a:lnTo>
                    <a:pt x="2836" y="4357"/>
                  </a:lnTo>
                  <a:lnTo>
                    <a:pt x="2372" y="4357"/>
                  </a:lnTo>
                  <a:lnTo>
                    <a:pt x="2372" y="3676"/>
                  </a:lnTo>
                  <a:close/>
                  <a:moveTo>
                    <a:pt x="8504" y="3676"/>
                  </a:moveTo>
                  <a:lnTo>
                    <a:pt x="8504" y="4357"/>
                  </a:lnTo>
                  <a:lnTo>
                    <a:pt x="8040" y="4357"/>
                  </a:lnTo>
                  <a:lnTo>
                    <a:pt x="8040" y="3676"/>
                  </a:lnTo>
                  <a:close/>
                  <a:moveTo>
                    <a:pt x="7631" y="3676"/>
                  </a:moveTo>
                  <a:lnTo>
                    <a:pt x="7631" y="4357"/>
                  </a:lnTo>
                  <a:lnTo>
                    <a:pt x="7602" y="4357"/>
                  </a:lnTo>
                  <a:lnTo>
                    <a:pt x="7602" y="4343"/>
                  </a:lnTo>
                  <a:cubicBezTo>
                    <a:pt x="7602" y="4230"/>
                    <a:pt x="7511" y="4140"/>
                    <a:pt x="7399" y="4140"/>
                  </a:cubicBezTo>
                  <a:lnTo>
                    <a:pt x="5871" y="4140"/>
                  </a:lnTo>
                  <a:cubicBezTo>
                    <a:pt x="5759" y="4140"/>
                    <a:pt x="5668" y="4230"/>
                    <a:pt x="5668" y="4343"/>
                  </a:cubicBezTo>
                  <a:lnTo>
                    <a:pt x="5668" y="4400"/>
                  </a:lnTo>
                  <a:cubicBezTo>
                    <a:pt x="5594" y="4372"/>
                    <a:pt x="5515" y="4357"/>
                    <a:pt x="5436" y="4357"/>
                  </a:cubicBezTo>
                  <a:cubicBezTo>
                    <a:pt x="5357" y="4357"/>
                    <a:pt x="5279" y="4372"/>
                    <a:pt x="5204" y="4400"/>
                  </a:cubicBezTo>
                  <a:lnTo>
                    <a:pt x="5204" y="4343"/>
                  </a:lnTo>
                  <a:cubicBezTo>
                    <a:pt x="5204" y="4230"/>
                    <a:pt x="5114" y="4140"/>
                    <a:pt x="5002" y="4140"/>
                  </a:cubicBezTo>
                  <a:lnTo>
                    <a:pt x="3477" y="4140"/>
                  </a:lnTo>
                  <a:cubicBezTo>
                    <a:pt x="3361" y="4140"/>
                    <a:pt x="3270" y="4230"/>
                    <a:pt x="3270" y="4343"/>
                  </a:cubicBezTo>
                  <a:lnTo>
                    <a:pt x="3270" y="4357"/>
                  </a:lnTo>
                  <a:lnTo>
                    <a:pt x="3245" y="4357"/>
                  </a:lnTo>
                  <a:lnTo>
                    <a:pt x="3245" y="3676"/>
                  </a:lnTo>
                  <a:close/>
                  <a:moveTo>
                    <a:pt x="4799" y="4549"/>
                  </a:moveTo>
                  <a:lnTo>
                    <a:pt x="4799" y="4998"/>
                  </a:lnTo>
                  <a:cubicBezTo>
                    <a:pt x="4799" y="5125"/>
                    <a:pt x="4694" y="5230"/>
                    <a:pt x="4567" y="5230"/>
                  </a:cubicBezTo>
                  <a:lnTo>
                    <a:pt x="3911" y="5230"/>
                  </a:lnTo>
                  <a:cubicBezTo>
                    <a:pt x="3785" y="5230"/>
                    <a:pt x="3680" y="5125"/>
                    <a:pt x="3680" y="4998"/>
                  </a:cubicBezTo>
                  <a:lnTo>
                    <a:pt x="3680" y="4549"/>
                  </a:lnTo>
                  <a:lnTo>
                    <a:pt x="4035" y="4549"/>
                  </a:lnTo>
                  <a:lnTo>
                    <a:pt x="4035" y="4563"/>
                  </a:lnTo>
                  <a:lnTo>
                    <a:pt x="4035" y="4781"/>
                  </a:lnTo>
                  <a:cubicBezTo>
                    <a:pt x="4035" y="4917"/>
                    <a:pt x="4136" y="4984"/>
                    <a:pt x="4237" y="4984"/>
                  </a:cubicBezTo>
                  <a:cubicBezTo>
                    <a:pt x="4339" y="4984"/>
                    <a:pt x="4440" y="4917"/>
                    <a:pt x="4440" y="4781"/>
                  </a:cubicBezTo>
                  <a:lnTo>
                    <a:pt x="4440" y="4563"/>
                  </a:lnTo>
                  <a:lnTo>
                    <a:pt x="4440" y="4549"/>
                  </a:lnTo>
                  <a:close/>
                  <a:moveTo>
                    <a:pt x="7193" y="4549"/>
                  </a:moveTo>
                  <a:lnTo>
                    <a:pt x="7193" y="4998"/>
                  </a:lnTo>
                  <a:cubicBezTo>
                    <a:pt x="7193" y="5125"/>
                    <a:pt x="7091" y="5230"/>
                    <a:pt x="6965" y="5230"/>
                  </a:cubicBezTo>
                  <a:lnTo>
                    <a:pt x="6309" y="5230"/>
                  </a:lnTo>
                  <a:cubicBezTo>
                    <a:pt x="6182" y="5230"/>
                    <a:pt x="6077" y="5125"/>
                    <a:pt x="6077" y="4998"/>
                  </a:cubicBezTo>
                  <a:lnTo>
                    <a:pt x="6077" y="4549"/>
                  </a:lnTo>
                  <a:lnTo>
                    <a:pt x="6432" y="4549"/>
                  </a:lnTo>
                  <a:lnTo>
                    <a:pt x="6432" y="4563"/>
                  </a:lnTo>
                  <a:lnTo>
                    <a:pt x="6432" y="4781"/>
                  </a:lnTo>
                  <a:cubicBezTo>
                    <a:pt x="6432" y="4893"/>
                    <a:pt x="6523" y="4984"/>
                    <a:pt x="6635" y="4984"/>
                  </a:cubicBezTo>
                  <a:cubicBezTo>
                    <a:pt x="6747" y="4984"/>
                    <a:pt x="6838" y="4893"/>
                    <a:pt x="6838" y="4781"/>
                  </a:cubicBezTo>
                  <a:lnTo>
                    <a:pt x="6838" y="4563"/>
                  </a:lnTo>
                  <a:lnTo>
                    <a:pt x="6838" y="4549"/>
                  </a:lnTo>
                  <a:close/>
                  <a:moveTo>
                    <a:pt x="5436" y="4764"/>
                  </a:moveTo>
                  <a:cubicBezTo>
                    <a:pt x="5552" y="4764"/>
                    <a:pt x="5668" y="4842"/>
                    <a:pt x="5668" y="4998"/>
                  </a:cubicBezTo>
                  <a:cubicBezTo>
                    <a:pt x="5668" y="5349"/>
                    <a:pt x="5954" y="5635"/>
                    <a:pt x="6309" y="5639"/>
                  </a:cubicBezTo>
                  <a:lnTo>
                    <a:pt x="6961" y="5639"/>
                  </a:lnTo>
                  <a:cubicBezTo>
                    <a:pt x="7316" y="5635"/>
                    <a:pt x="7602" y="5349"/>
                    <a:pt x="7602" y="4998"/>
                  </a:cubicBezTo>
                  <a:lnTo>
                    <a:pt x="7602" y="4766"/>
                  </a:lnTo>
                  <a:lnTo>
                    <a:pt x="8598" y="4766"/>
                  </a:lnTo>
                  <a:cubicBezTo>
                    <a:pt x="8801" y="4766"/>
                    <a:pt x="8957" y="4940"/>
                    <a:pt x="8938" y="5143"/>
                  </a:cubicBezTo>
                  <a:cubicBezTo>
                    <a:pt x="8920" y="5313"/>
                    <a:pt x="8757" y="5447"/>
                    <a:pt x="8565" y="5447"/>
                  </a:cubicBezTo>
                  <a:lnTo>
                    <a:pt x="8475" y="5447"/>
                  </a:lnTo>
                  <a:lnTo>
                    <a:pt x="8475" y="5433"/>
                  </a:lnTo>
                  <a:cubicBezTo>
                    <a:pt x="8475" y="5297"/>
                    <a:pt x="8373" y="5229"/>
                    <a:pt x="8272" y="5229"/>
                  </a:cubicBezTo>
                  <a:cubicBezTo>
                    <a:pt x="8171" y="5229"/>
                    <a:pt x="8069" y="5297"/>
                    <a:pt x="8069" y="5433"/>
                  </a:cubicBezTo>
                  <a:lnTo>
                    <a:pt x="8069" y="5549"/>
                  </a:lnTo>
                  <a:cubicBezTo>
                    <a:pt x="7526" y="5940"/>
                    <a:pt x="6831" y="6048"/>
                    <a:pt x="6628" y="6070"/>
                  </a:cubicBezTo>
                  <a:cubicBezTo>
                    <a:pt x="6476" y="5947"/>
                    <a:pt x="6287" y="5882"/>
                    <a:pt x="6092" y="5882"/>
                  </a:cubicBezTo>
                  <a:lnTo>
                    <a:pt x="4784" y="5882"/>
                  </a:lnTo>
                  <a:cubicBezTo>
                    <a:pt x="4589" y="5882"/>
                    <a:pt x="4400" y="5947"/>
                    <a:pt x="4248" y="6070"/>
                  </a:cubicBezTo>
                  <a:cubicBezTo>
                    <a:pt x="4045" y="6045"/>
                    <a:pt x="3354" y="5940"/>
                    <a:pt x="2807" y="5549"/>
                  </a:cubicBezTo>
                  <a:lnTo>
                    <a:pt x="2807" y="5433"/>
                  </a:lnTo>
                  <a:cubicBezTo>
                    <a:pt x="2807" y="5297"/>
                    <a:pt x="2705" y="5229"/>
                    <a:pt x="2604" y="5229"/>
                  </a:cubicBezTo>
                  <a:cubicBezTo>
                    <a:pt x="2503" y="5229"/>
                    <a:pt x="2401" y="5297"/>
                    <a:pt x="2401" y="5433"/>
                  </a:cubicBezTo>
                  <a:lnTo>
                    <a:pt x="2401" y="5447"/>
                  </a:lnTo>
                  <a:lnTo>
                    <a:pt x="2278" y="5447"/>
                  </a:lnTo>
                  <a:cubicBezTo>
                    <a:pt x="2180" y="5447"/>
                    <a:pt x="2086" y="5407"/>
                    <a:pt x="2025" y="5335"/>
                  </a:cubicBezTo>
                  <a:cubicBezTo>
                    <a:pt x="1959" y="5262"/>
                    <a:pt x="1927" y="5168"/>
                    <a:pt x="1938" y="5070"/>
                  </a:cubicBezTo>
                  <a:cubicBezTo>
                    <a:pt x="1956" y="4900"/>
                    <a:pt x="2119" y="4766"/>
                    <a:pt x="2307" y="4766"/>
                  </a:cubicBezTo>
                  <a:lnTo>
                    <a:pt x="3270" y="4766"/>
                  </a:lnTo>
                  <a:lnTo>
                    <a:pt x="3270" y="4998"/>
                  </a:lnTo>
                  <a:cubicBezTo>
                    <a:pt x="3274" y="5349"/>
                    <a:pt x="3560" y="5635"/>
                    <a:pt x="3911" y="5639"/>
                  </a:cubicBezTo>
                  <a:lnTo>
                    <a:pt x="4567" y="5639"/>
                  </a:lnTo>
                  <a:cubicBezTo>
                    <a:pt x="4918" y="5635"/>
                    <a:pt x="5204" y="5349"/>
                    <a:pt x="5204" y="4998"/>
                  </a:cubicBezTo>
                  <a:cubicBezTo>
                    <a:pt x="5204" y="4842"/>
                    <a:pt x="5320" y="4764"/>
                    <a:pt x="5436" y="4764"/>
                  </a:cubicBezTo>
                  <a:close/>
                  <a:moveTo>
                    <a:pt x="5183" y="6291"/>
                  </a:moveTo>
                  <a:cubicBezTo>
                    <a:pt x="5107" y="6440"/>
                    <a:pt x="4951" y="6534"/>
                    <a:pt x="4781" y="6534"/>
                  </a:cubicBezTo>
                  <a:lnTo>
                    <a:pt x="4382" y="6534"/>
                  </a:lnTo>
                  <a:cubicBezTo>
                    <a:pt x="4458" y="6385"/>
                    <a:pt x="4614" y="6291"/>
                    <a:pt x="4781" y="6291"/>
                  </a:cubicBezTo>
                  <a:close/>
                  <a:moveTo>
                    <a:pt x="6092" y="6291"/>
                  </a:moveTo>
                  <a:cubicBezTo>
                    <a:pt x="6262" y="6291"/>
                    <a:pt x="6414" y="6389"/>
                    <a:pt x="6490" y="6537"/>
                  </a:cubicBezTo>
                  <a:lnTo>
                    <a:pt x="6092" y="6537"/>
                  </a:lnTo>
                  <a:cubicBezTo>
                    <a:pt x="5922" y="6537"/>
                    <a:pt x="5769" y="6443"/>
                    <a:pt x="5690" y="6291"/>
                  </a:cubicBezTo>
                  <a:close/>
                  <a:moveTo>
                    <a:pt x="2836" y="6048"/>
                  </a:moveTo>
                  <a:cubicBezTo>
                    <a:pt x="3191" y="6240"/>
                    <a:pt x="3578" y="6371"/>
                    <a:pt x="3977" y="6443"/>
                  </a:cubicBezTo>
                  <a:cubicBezTo>
                    <a:pt x="3940" y="6537"/>
                    <a:pt x="3922" y="6639"/>
                    <a:pt x="3922" y="6740"/>
                  </a:cubicBezTo>
                  <a:cubicBezTo>
                    <a:pt x="3922" y="6852"/>
                    <a:pt x="4013" y="6943"/>
                    <a:pt x="4125" y="6943"/>
                  </a:cubicBezTo>
                  <a:lnTo>
                    <a:pt x="4781" y="6943"/>
                  </a:lnTo>
                  <a:cubicBezTo>
                    <a:pt x="4951" y="6740"/>
                    <a:pt x="5193" y="6639"/>
                    <a:pt x="5434" y="6639"/>
                  </a:cubicBezTo>
                  <a:cubicBezTo>
                    <a:pt x="5676" y="6639"/>
                    <a:pt x="5918" y="6740"/>
                    <a:pt x="6088" y="6943"/>
                  </a:cubicBezTo>
                  <a:lnTo>
                    <a:pt x="6740" y="6943"/>
                  </a:lnTo>
                  <a:cubicBezTo>
                    <a:pt x="6856" y="6943"/>
                    <a:pt x="6946" y="6852"/>
                    <a:pt x="6946" y="6740"/>
                  </a:cubicBezTo>
                  <a:cubicBezTo>
                    <a:pt x="6946" y="6639"/>
                    <a:pt x="6928" y="6537"/>
                    <a:pt x="6892" y="6443"/>
                  </a:cubicBezTo>
                  <a:cubicBezTo>
                    <a:pt x="7291" y="6371"/>
                    <a:pt x="7674" y="6240"/>
                    <a:pt x="8033" y="6048"/>
                  </a:cubicBezTo>
                  <a:lnTo>
                    <a:pt x="8033" y="6048"/>
                  </a:lnTo>
                  <a:cubicBezTo>
                    <a:pt x="7837" y="7330"/>
                    <a:pt x="6733" y="8279"/>
                    <a:pt x="5433" y="8279"/>
                  </a:cubicBezTo>
                  <a:cubicBezTo>
                    <a:pt x="4136" y="8279"/>
                    <a:pt x="3031" y="7330"/>
                    <a:pt x="2836" y="6048"/>
                  </a:cubicBezTo>
                  <a:close/>
                  <a:moveTo>
                    <a:pt x="6758" y="8384"/>
                  </a:moveTo>
                  <a:lnTo>
                    <a:pt x="6758" y="8826"/>
                  </a:lnTo>
                  <a:lnTo>
                    <a:pt x="5436" y="9558"/>
                  </a:lnTo>
                  <a:lnTo>
                    <a:pt x="4114" y="8826"/>
                  </a:lnTo>
                  <a:lnTo>
                    <a:pt x="4114" y="8384"/>
                  </a:lnTo>
                  <a:cubicBezTo>
                    <a:pt x="4527" y="8584"/>
                    <a:pt x="4980" y="8689"/>
                    <a:pt x="5436" y="8689"/>
                  </a:cubicBezTo>
                  <a:lnTo>
                    <a:pt x="5436" y="8685"/>
                  </a:lnTo>
                  <a:cubicBezTo>
                    <a:pt x="5444" y="8685"/>
                    <a:pt x="5451" y="8685"/>
                    <a:pt x="5459" y="8685"/>
                  </a:cubicBezTo>
                  <a:cubicBezTo>
                    <a:pt x="5908" y="8685"/>
                    <a:pt x="6352" y="8580"/>
                    <a:pt x="6758" y="8384"/>
                  </a:cubicBezTo>
                  <a:close/>
                  <a:moveTo>
                    <a:pt x="3566" y="8990"/>
                  </a:moveTo>
                  <a:cubicBezTo>
                    <a:pt x="3569" y="8990"/>
                    <a:pt x="3572" y="8991"/>
                    <a:pt x="3575" y="8993"/>
                  </a:cubicBezTo>
                  <a:lnTo>
                    <a:pt x="5128" y="9851"/>
                  </a:lnTo>
                  <a:lnTo>
                    <a:pt x="4690" y="10402"/>
                  </a:lnTo>
                  <a:cubicBezTo>
                    <a:pt x="4643" y="10461"/>
                    <a:pt x="4575" y="10491"/>
                    <a:pt x="4507" y="10491"/>
                  </a:cubicBezTo>
                  <a:cubicBezTo>
                    <a:pt x="4453" y="10491"/>
                    <a:pt x="4400" y="10472"/>
                    <a:pt x="4357" y="10434"/>
                  </a:cubicBezTo>
                  <a:lnTo>
                    <a:pt x="3292" y="9525"/>
                  </a:lnTo>
                  <a:lnTo>
                    <a:pt x="3557" y="8996"/>
                  </a:lnTo>
                  <a:cubicBezTo>
                    <a:pt x="3559" y="8992"/>
                    <a:pt x="3562" y="8990"/>
                    <a:pt x="3566" y="8990"/>
                  </a:cubicBezTo>
                  <a:close/>
                  <a:moveTo>
                    <a:pt x="7309" y="8993"/>
                  </a:moveTo>
                  <a:cubicBezTo>
                    <a:pt x="7312" y="8996"/>
                    <a:pt x="7316" y="8996"/>
                    <a:pt x="7319" y="9000"/>
                  </a:cubicBezTo>
                  <a:lnTo>
                    <a:pt x="7580" y="9525"/>
                  </a:lnTo>
                  <a:lnTo>
                    <a:pt x="6519" y="10434"/>
                  </a:lnTo>
                  <a:cubicBezTo>
                    <a:pt x="6475" y="10472"/>
                    <a:pt x="6421" y="10491"/>
                    <a:pt x="6368" y="10491"/>
                  </a:cubicBezTo>
                  <a:cubicBezTo>
                    <a:pt x="6300" y="10491"/>
                    <a:pt x="6233" y="10461"/>
                    <a:pt x="6186" y="10402"/>
                  </a:cubicBezTo>
                  <a:lnTo>
                    <a:pt x="5748" y="9855"/>
                  </a:lnTo>
                  <a:lnTo>
                    <a:pt x="7298" y="8993"/>
                  </a:lnTo>
                  <a:close/>
                  <a:moveTo>
                    <a:pt x="4045" y="0"/>
                  </a:moveTo>
                  <a:cubicBezTo>
                    <a:pt x="3357" y="0"/>
                    <a:pt x="2760" y="460"/>
                    <a:pt x="2582" y="1123"/>
                  </a:cubicBezTo>
                  <a:lnTo>
                    <a:pt x="2010" y="3271"/>
                  </a:lnTo>
                  <a:lnTo>
                    <a:pt x="1293" y="3271"/>
                  </a:lnTo>
                  <a:cubicBezTo>
                    <a:pt x="1021" y="3271"/>
                    <a:pt x="1021" y="3676"/>
                    <a:pt x="1293" y="3676"/>
                  </a:cubicBezTo>
                  <a:lnTo>
                    <a:pt x="1959" y="3676"/>
                  </a:lnTo>
                  <a:lnTo>
                    <a:pt x="1959" y="4437"/>
                  </a:lnTo>
                  <a:cubicBezTo>
                    <a:pt x="1644" y="4582"/>
                    <a:pt x="1470" y="4929"/>
                    <a:pt x="1546" y="5273"/>
                  </a:cubicBezTo>
                  <a:cubicBezTo>
                    <a:pt x="1619" y="5614"/>
                    <a:pt x="1923" y="5856"/>
                    <a:pt x="2274" y="5856"/>
                  </a:cubicBezTo>
                  <a:lnTo>
                    <a:pt x="2405" y="5856"/>
                  </a:lnTo>
                  <a:cubicBezTo>
                    <a:pt x="2466" y="6776"/>
                    <a:pt x="2948" y="7620"/>
                    <a:pt x="3705" y="8145"/>
                  </a:cubicBezTo>
                  <a:lnTo>
                    <a:pt x="3705" y="8605"/>
                  </a:lnTo>
                  <a:cubicBezTo>
                    <a:pt x="3659" y="8588"/>
                    <a:pt x="3611" y="8580"/>
                    <a:pt x="3564" y="8580"/>
                  </a:cubicBezTo>
                  <a:cubicBezTo>
                    <a:pt x="3410" y="8580"/>
                    <a:pt x="3263" y="8668"/>
                    <a:pt x="3191" y="8815"/>
                  </a:cubicBezTo>
                  <a:lnTo>
                    <a:pt x="2872" y="9449"/>
                  </a:lnTo>
                  <a:lnTo>
                    <a:pt x="1087" y="9974"/>
                  </a:lnTo>
                  <a:cubicBezTo>
                    <a:pt x="445" y="10163"/>
                    <a:pt x="4" y="10753"/>
                    <a:pt x="0" y="11423"/>
                  </a:cubicBezTo>
                  <a:lnTo>
                    <a:pt x="0" y="13716"/>
                  </a:lnTo>
                  <a:cubicBezTo>
                    <a:pt x="0" y="13850"/>
                    <a:pt x="102" y="13917"/>
                    <a:pt x="205" y="13917"/>
                  </a:cubicBezTo>
                  <a:cubicBezTo>
                    <a:pt x="307" y="13917"/>
                    <a:pt x="409" y="13850"/>
                    <a:pt x="409" y="13716"/>
                  </a:cubicBezTo>
                  <a:lnTo>
                    <a:pt x="409" y="11423"/>
                  </a:lnTo>
                  <a:cubicBezTo>
                    <a:pt x="409" y="10934"/>
                    <a:pt x="732" y="10503"/>
                    <a:pt x="1199" y="10365"/>
                  </a:cubicBezTo>
                  <a:lnTo>
                    <a:pt x="1963" y="10141"/>
                  </a:lnTo>
                  <a:lnTo>
                    <a:pt x="1963" y="13716"/>
                  </a:lnTo>
                  <a:cubicBezTo>
                    <a:pt x="1963" y="13850"/>
                    <a:pt x="2064" y="13917"/>
                    <a:pt x="2166" y="13917"/>
                  </a:cubicBezTo>
                  <a:cubicBezTo>
                    <a:pt x="2267" y="13917"/>
                    <a:pt x="2369" y="13850"/>
                    <a:pt x="2369" y="13716"/>
                  </a:cubicBezTo>
                  <a:lnTo>
                    <a:pt x="2369" y="10021"/>
                  </a:lnTo>
                  <a:lnTo>
                    <a:pt x="2832" y="9887"/>
                  </a:lnTo>
                  <a:lnTo>
                    <a:pt x="2832" y="13716"/>
                  </a:lnTo>
                  <a:cubicBezTo>
                    <a:pt x="2832" y="13850"/>
                    <a:pt x="2935" y="13917"/>
                    <a:pt x="3037" y="13917"/>
                  </a:cubicBezTo>
                  <a:cubicBezTo>
                    <a:pt x="3139" y="13917"/>
                    <a:pt x="3241" y="13850"/>
                    <a:pt x="3241" y="13716"/>
                  </a:cubicBezTo>
                  <a:lnTo>
                    <a:pt x="3241" y="10018"/>
                  </a:lnTo>
                  <a:lnTo>
                    <a:pt x="4085" y="10742"/>
                  </a:lnTo>
                  <a:cubicBezTo>
                    <a:pt x="4201" y="10844"/>
                    <a:pt x="4350" y="10898"/>
                    <a:pt x="4502" y="10898"/>
                  </a:cubicBezTo>
                  <a:cubicBezTo>
                    <a:pt x="4524" y="10898"/>
                    <a:pt x="4542" y="10894"/>
                    <a:pt x="4563" y="10894"/>
                  </a:cubicBezTo>
                  <a:cubicBezTo>
                    <a:pt x="4737" y="10880"/>
                    <a:pt x="4893" y="10793"/>
                    <a:pt x="5002" y="10655"/>
                  </a:cubicBezTo>
                  <a:lnTo>
                    <a:pt x="5433" y="10119"/>
                  </a:lnTo>
                  <a:lnTo>
                    <a:pt x="5864" y="10655"/>
                  </a:lnTo>
                  <a:cubicBezTo>
                    <a:pt x="5972" y="10793"/>
                    <a:pt x="6132" y="10880"/>
                    <a:pt x="6305" y="10894"/>
                  </a:cubicBezTo>
                  <a:cubicBezTo>
                    <a:pt x="6324" y="10894"/>
                    <a:pt x="6345" y="10898"/>
                    <a:pt x="6367" y="10898"/>
                  </a:cubicBezTo>
                  <a:cubicBezTo>
                    <a:pt x="6519" y="10898"/>
                    <a:pt x="6664" y="10844"/>
                    <a:pt x="6780" y="10742"/>
                  </a:cubicBezTo>
                  <a:lnTo>
                    <a:pt x="7845" y="9829"/>
                  </a:lnTo>
                  <a:lnTo>
                    <a:pt x="8500" y="10021"/>
                  </a:lnTo>
                  <a:lnTo>
                    <a:pt x="8500" y="13716"/>
                  </a:lnTo>
                  <a:cubicBezTo>
                    <a:pt x="8500" y="13850"/>
                    <a:pt x="8602" y="13917"/>
                    <a:pt x="8703" y="13917"/>
                  </a:cubicBezTo>
                  <a:cubicBezTo>
                    <a:pt x="8804" y="13917"/>
                    <a:pt x="8906" y="13850"/>
                    <a:pt x="8906" y="13716"/>
                  </a:cubicBezTo>
                  <a:lnTo>
                    <a:pt x="8906" y="10141"/>
                  </a:lnTo>
                  <a:lnTo>
                    <a:pt x="9666" y="10365"/>
                  </a:lnTo>
                  <a:cubicBezTo>
                    <a:pt x="10137" y="10507"/>
                    <a:pt x="10460" y="10938"/>
                    <a:pt x="10460" y="11427"/>
                  </a:cubicBezTo>
                  <a:lnTo>
                    <a:pt x="10460" y="13716"/>
                  </a:lnTo>
                  <a:cubicBezTo>
                    <a:pt x="10460" y="13850"/>
                    <a:pt x="10562" y="13917"/>
                    <a:pt x="10664" y="13917"/>
                  </a:cubicBezTo>
                  <a:cubicBezTo>
                    <a:pt x="10766" y="13917"/>
                    <a:pt x="10869" y="13850"/>
                    <a:pt x="10869" y="13716"/>
                  </a:cubicBezTo>
                  <a:lnTo>
                    <a:pt x="10869" y="11423"/>
                  </a:lnTo>
                  <a:cubicBezTo>
                    <a:pt x="10865" y="10757"/>
                    <a:pt x="10427" y="10166"/>
                    <a:pt x="9786" y="9974"/>
                  </a:cubicBezTo>
                  <a:lnTo>
                    <a:pt x="8000" y="9449"/>
                  </a:lnTo>
                  <a:lnTo>
                    <a:pt x="7682" y="8815"/>
                  </a:lnTo>
                  <a:cubicBezTo>
                    <a:pt x="7609" y="8670"/>
                    <a:pt x="7460" y="8582"/>
                    <a:pt x="7304" y="8582"/>
                  </a:cubicBezTo>
                  <a:cubicBezTo>
                    <a:pt x="7258" y="8582"/>
                    <a:pt x="7212" y="8590"/>
                    <a:pt x="7167" y="8605"/>
                  </a:cubicBezTo>
                  <a:lnTo>
                    <a:pt x="7167" y="8145"/>
                  </a:lnTo>
                  <a:cubicBezTo>
                    <a:pt x="7924" y="7620"/>
                    <a:pt x="8402" y="6776"/>
                    <a:pt x="8468" y="5853"/>
                  </a:cubicBezTo>
                  <a:lnTo>
                    <a:pt x="8565" y="5853"/>
                  </a:lnTo>
                  <a:cubicBezTo>
                    <a:pt x="8964" y="5853"/>
                    <a:pt x="9304" y="5559"/>
                    <a:pt x="9340" y="5183"/>
                  </a:cubicBezTo>
                  <a:cubicBezTo>
                    <a:pt x="9373" y="4864"/>
                    <a:pt x="9203" y="4560"/>
                    <a:pt x="8909" y="4426"/>
                  </a:cubicBezTo>
                  <a:lnTo>
                    <a:pt x="8909" y="3676"/>
                  </a:lnTo>
                  <a:lnTo>
                    <a:pt x="9579" y="3676"/>
                  </a:lnTo>
                  <a:cubicBezTo>
                    <a:pt x="9847" y="3676"/>
                    <a:pt x="9847" y="3271"/>
                    <a:pt x="9579" y="3271"/>
                  </a:cubicBezTo>
                  <a:lnTo>
                    <a:pt x="8862" y="3271"/>
                  </a:lnTo>
                  <a:lnTo>
                    <a:pt x="8290" y="1123"/>
                  </a:lnTo>
                  <a:cubicBezTo>
                    <a:pt x="8113" y="460"/>
                    <a:pt x="7515" y="0"/>
                    <a:pt x="6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2"/>
            <p:cNvSpPr/>
            <p:nvPr/>
          </p:nvSpPr>
          <p:spPr>
            <a:xfrm>
              <a:off x="6455981" y="2257717"/>
              <a:ext cx="10671" cy="90660"/>
            </a:xfrm>
            <a:custGeom>
              <a:rect b="b" l="l" r="r" t="t"/>
              <a:pathLst>
                <a:path extrusionOk="0" h="3458" w="407">
                  <a:moveTo>
                    <a:pt x="204" y="1"/>
                  </a:moveTo>
                  <a:cubicBezTo>
                    <a:pt x="92" y="1"/>
                    <a:pt x="1" y="91"/>
                    <a:pt x="1" y="207"/>
                  </a:cubicBezTo>
                  <a:lnTo>
                    <a:pt x="1" y="3257"/>
                  </a:lnTo>
                  <a:cubicBezTo>
                    <a:pt x="1" y="3391"/>
                    <a:pt x="102" y="3458"/>
                    <a:pt x="204" y="3458"/>
                  </a:cubicBezTo>
                  <a:cubicBezTo>
                    <a:pt x="305" y="3458"/>
                    <a:pt x="407" y="3391"/>
                    <a:pt x="407" y="3257"/>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2"/>
            <p:cNvSpPr/>
            <p:nvPr/>
          </p:nvSpPr>
          <p:spPr>
            <a:xfrm>
              <a:off x="6391434" y="2269201"/>
              <a:ext cx="12558" cy="10697"/>
            </a:xfrm>
            <a:custGeom>
              <a:rect b="b" l="l" r="r" t="t"/>
              <a:pathLst>
                <a:path extrusionOk="0" h="408" w="479">
                  <a:moveTo>
                    <a:pt x="275" y="1"/>
                  </a:moveTo>
                  <a:cubicBezTo>
                    <a:pt x="273" y="1"/>
                    <a:pt x="270" y="1"/>
                    <a:pt x="268" y="1"/>
                  </a:cubicBezTo>
                  <a:lnTo>
                    <a:pt x="272" y="1"/>
                  </a:lnTo>
                  <a:cubicBezTo>
                    <a:pt x="91" y="1"/>
                    <a:pt x="0" y="222"/>
                    <a:pt x="131" y="349"/>
                  </a:cubicBezTo>
                  <a:cubicBezTo>
                    <a:pt x="171" y="389"/>
                    <a:pt x="222" y="408"/>
                    <a:pt x="271" y="408"/>
                  </a:cubicBezTo>
                  <a:cubicBezTo>
                    <a:pt x="375" y="408"/>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2"/>
            <p:cNvSpPr/>
            <p:nvPr/>
          </p:nvSpPr>
          <p:spPr>
            <a:xfrm>
              <a:off x="6391434" y="2303493"/>
              <a:ext cx="12558" cy="10697"/>
            </a:xfrm>
            <a:custGeom>
              <a:rect b="b" l="l" r="r" t="t"/>
              <a:pathLst>
                <a:path extrusionOk="0" h="408" w="479">
                  <a:moveTo>
                    <a:pt x="275" y="0"/>
                  </a:moveTo>
                  <a:cubicBezTo>
                    <a:pt x="273" y="0"/>
                    <a:pt x="270" y="0"/>
                    <a:pt x="268" y="0"/>
                  </a:cubicBezTo>
                  <a:lnTo>
                    <a:pt x="272" y="0"/>
                  </a:lnTo>
                  <a:cubicBezTo>
                    <a:pt x="91" y="0"/>
                    <a:pt x="0" y="221"/>
                    <a:pt x="131" y="348"/>
                  </a:cubicBezTo>
                  <a:cubicBezTo>
                    <a:pt x="171" y="389"/>
                    <a:pt x="222" y="407"/>
                    <a:pt x="271" y="407"/>
                  </a:cubicBezTo>
                  <a:cubicBezTo>
                    <a:pt x="375" y="407"/>
                    <a:pt x="475" y="326"/>
                    <a:pt x="475" y="203"/>
                  </a:cubicBezTo>
                  <a:cubicBezTo>
                    <a:pt x="478" y="89"/>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2"/>
            <p:cNvSpPr/>
            <p:nvPr/>
          </p:nvSpPr>
          <p:spPr>
            <a:xfrm>
              <a:off x="6385639" y="2172065"/>
              <a:ext cx="23858" cy="10671"/>
            </a:xfrm>
            <a:custGeom>
              <a:rect b="b" l="l" r="r" t="t"/>
              <a:pathLst>
                <a:path extrusionOk="0" h="407" w="910">
                  <a:moveTo>
                    <a:pt x="272" y="1"/>
                  </a:moveTo>
                  <a:cubicBezTo>
                    <a:pt x="0" y="1"/>
                    <a:pt x="0" y="406"/>
                    <a:pt x="272" y="406"/>
                  </a:cubicBezTo>
                  <a:lnTo>
                    <a:pt x="707" y="406"/>
                  </a:lnTo>
                  <a:cubicBezTo>
                    <a:pt x="819" y="406"/>
                    <a:pt x="909" y="316"/>
                    <a:pt x="909" y="204"/>
                  </a:cubicBezTo>
                  <a:cubicBezTo>
                    <a:pt x="909"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0" name="Google Shape;13810;p82"/>
          <p:cNvGrpSpPr/>
          <p:nvPr/>
        </p:nvGrpSpPr>
        <p:grpSpPr>
          <a:xfrm>
            <a:off x="6711706" y="2894855"/>
            <a:ext cx="273763" cy="364948"/>
            <a:chOff x="6711706" y="2894855"/>
            <a:chExt cx="273763" cy="364948"/>
          </a:xfrm>
        </p:grpSpPr>
        <p:sp>
          <p:nvSpPr>
            <p:cNvPr id="13811" name="Google Shape;13811;p82"/>
            <p:cNvSpPr/>
            <p:nvPr/>
          </p:nvSpPr>
          <p:spPr>
            <a:xfrm>
              <a:off x="6734857" y="2900177"/>
              <a:ext cx="227542" cy="208980"/>
            </a:xfrm>
            <a:custGeom>
              <a:rect b="b" l="l" r="r" t="t"/>
              <a:pathLst>
                <a:path extrusionOk="0" h="7971" w="8679">
                  <a:moveTo>
                    <a:pt x="4343" y="0"/>
                  </a:moveTo>
                  <a:cubicBezTo>
                    <a:pt x="2815" y="0"/>
                    <a:pt x="638" y="1079"/>
                    <a:pt x="638" y="3271"/>
                  </a:cubicBezTo>
                  <a:lnTo>
                    <a:pt x="638" y="5824"/>
                  </a:lnTo>
                  <a:cubicBezTo>
                    <a:pt x="638" y="6262"/>
                    <a:pt x="378" y="6432"/>
                    <a:pt x="186" y="6497"/>
                  </a:cubicBezTo>
                  <a:cubicBezTo>
                    <a:pt x="66" y="6534"/>
                    <a:pt x="1" y="6664"/>
                    <a:pt x="44" y="6780"/>
                  </a:cubicBezTo>
                  <a:cubicBezTo>
                    <a:pt x="141" y="7040"/>
                    <a:pt x="384" y="7412"/>
                    <a:pt x="989" y="7412"/>
                  </a:cubicBezTo>
                  <a:cubicBezTo>
                    <a:pt x="1016" y="7412"/>
                    <a:pt x="1044" y="7412"/>
                    <a:pt x="1073" y="7410"/>
                  </a:cubicBezTo>
                  <a:cubicBezTo>
                    <a:pt x="1337" y="7768"/>
                    <a:pt x="1753" y="7970"/>
                    <a:pt x="2189" y="7970"/>
                  </a:cubicBezTo>
                  <a:cubicBezTo>
                    <a:pt x="2261" y="7970"/>
                    <a:pt x="2333" y="7965"/>
                    <a:pt x="2406" y="7953"/>
                  </a:cubicBezTo>
                  <a:cubicBezTo>
                    <a:pt x="2801" y="7892"/>
                    <a:pt x="3199" y="7856"/>
                    <a:pt x="3597" y="7848"/>
                  </a:cubicBezTo>
                  <a:lnTo>
                    <a:pt x="5082" y="7848"/>
                  </a:lnTo>
                  <a:cubicBezTo>
                    <a:pt x="5484" y="7856"/>
                    <a:pt x="5879" y="7892"/>
                    <a:pt x="6274" y="7953"/>
                  </a:cubicBezTo>
                  <a:cubicBezTo>
                    <a:pt x="6347" y="7965"/>
                    <a:pt x="6420" y="7970"/>
                    <a:pt x="6492" y="7970"/>
                  </a:cubicBezTo>
                  <a:cubicBezTo>
                    <a:pt x="6929" y="7970"/>
                    <a:pt x="7343" y="7768"/>
                    <a:pt x="7610" y="7410"/>
                  </a:cubicBezTo>
                  <a:cubicBezTo>
                    <a:pt x="7639" y="7412"/>
                    <a:pt x="7666" y="7412"/>
                    <a:pt x="7693" y="7412"/>
                  </a:cubicBezTo>
                  <a:cubicBezTo>
                    <a:pt x="8295" y="7412"/>
                    <a:pt x="8542" y="7036"/>
                    <a:pt x="8639" y="6780"/>
                  </a:cubicBezTo>
                  <a:cubicBezTo>
                    <a:pt x="8679" y="6664"/>
                    <a:pt x="8617" y="6534"/>
                    <a:pt x="8498" y="6497"/>
                  </a:cubicBezTo>
                  <a:cubicBezTo>
                    <a:pt x="8306" y="6432"/>
                    <a:pt x="8048" y="6262"/>
                    <a:pt x="8048" y="5824"/>
                  </a:cubicBezTo>
                  <a:lnTo>
                    <a:pt x="8048" y="2836"/>
                  </a:lnTo>
                  <a:cubicBezTo>
                    <a:pt x="8045" y="1724"/>
                    <a:pt x="7215" y="793"/>
                    <a:pt x="6114" y="670"/>
                  </a:cubicBezTo>
                  <a:cubicBezTo>
                    <a:pt x="5980" y="656"/>
                    <a:pt x="5861" y="590"/>
                    <a:pt x="5785" y="482"/>
                  </a:cubicBezTo>
                  <a:cubicBezTo>
                    <a:pt x="5571" y="167"/>
                    <a:pt x="5089" y="0"/>
                    <a:pt x="434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2"/>
            <p:cNvSpPr/>
            <p:nvPr/>
          </p:nvSpPr>
          <p:spPr>
            <a:xfrm>
              <a:off x="6848719" y="2900177"/>
              <a:ext cx="113784" cy="208980"/>
            </a:xfrm>
            <a:custGeom>
              <a:rect b="b" l="l" r="r" t="t"/>
              <a:pathLst>
                <a:path extrusionOk="0" h="7971" w="4340">
                  <a:moveTo>
                    <a:pt x="0" y="0"/>
                  </a:moveTo>
                  <a:lnTo>
                    <a:pt x="0" y="7848"/>
                  </a:lnTo>
                  <a:lnTo>
                    <a:pt x="743" y="7848"/>
                  </a:lnTo>
                  <a:cubicBezTo>
                    <a:pt x="1141" y="7856"/>
                    <a:pt x="1540" y="7892"/>
                    <a:pt x="1934" y="7953"/>
                  </a:cubicBezTo>
                  <a:cubicBezTo>
                    <a:pt x="2006" y="7965"/>
                    <a:pt x="2078" y="7970"/>
                    <a:pt x="2149" y="7970"/>
                  </a:cubicBezTo>
                  <a:cubicBezTo>
                    <a:pt x="2585" y="7970"/>
                    <a:pt x="3003" y="7765"/>
                    <a:pt x="3267" y="7410"/>
                  </a:cubicBezTo>
                  <a:cubicBezTo>
                    <a:pt x="3296" y="7412"/>
                    <a:pt x="3323" y="7412"/>
                    <a:pt x="3350" y="7412"/>
                  </a:cubicBezTo>
                  <a:cubicBezTo>
                    <a:pt x="3952" y="7412"/>
                    <a:pt x="4199" y="7036"/>
                    <a:pt x="4296" y="6780"/>
                  </a:cubicBezTo>
                  <a:cubicBezTo>
                    <a:pt x="4339" y="6660"/>
                    <a:pt x="4274" y="6534"/>
                    <a:pt x="4155" y="6497"/>
                  </a:cubicBezTo>
                  <a:cubicBezTo>
                    <a:pt x="3963" y="6432"/>
                    <a:pt x="3705" y="6262"/>
                    <a:pt x="3705" y="5824"/>
                  </a:cubicBezTo>
                  <a:lnTo>
                    <a:pt x="3705" y="2836"/>
                  </a:lnTo>
                  <a:cubicBezTo>
                    <a:pt x="3702" y="1724"/>
                    <a:pt x="2872" y="793"/>
                    <a:pt x="1771" y="670"/>
                  </a:cubicBezTo>
                  <a:cubicBezTo>
                    <a:pt x="1637" y="656"/>
                    <a:pt x="1518" y="590"/>
                    <a:pt x="1442" y="482"/>
                  </a:cubicBezTo>
                  <a:cubicBezTo>
                    <a:pt x="1228" y="167"/>
                    <a:pt x="746"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2"/>
            <p:cNvSpPr/>
            <p:nvPr/>
          </p:nvSpPr>
          <p:spPr>
            <a:xfrm>
              <a:off x="6717291" y="3139071"/>
              <a:ext cx="262857" cy="115488"/>
            </a:xfrm>
            <a:custGeom>
              <a:rect b="b" l="l" r="r" t="t"/>
              <a:pathLst>
                <a:path extrusionOk="0" h="4405" w="10026">
                  <a:moveTo>
                    <a:pt x="6538" y="0"/>
                  </a:moveTo>
                  <a:lnTo>
                    <a:pt x="6538" y="301"/>
                  </a:lnTo>
                  <a:cubicBezTo>
                    <a:pt x="6538" y="1195"/>
                    <a:pt x="5850" y="1978"/>
                    <a:pt x="4955" y="2003"/>
                  </a:cubicBezTo>
                  <a:cubicBezTo>
                    <a:pt x="4938" y="2004"/>
                    <a:pt x="4920" y="2004"/>
                    <a:pt x="4903" y="2004"/>
                  </a:cubicBezTo>
                  <a:cubicBezTo>
                    <a:pt x="4003" y="2004"/>
                    <a:pt x="3268" y="1276"/>
                    <a:pt x="3268" y="370"/>
                  </a:cubicBezTo>
                  <a:lnTo>
                    <a:pt x="3268" y="181"/>
                  </a:lnTo>
                  <a:cubicBezTo>
                    <a:pt x="3224" y="207"/>
                    <a:pt x="3174" y="228"/>
                    <a:pt x="3123" y="250"/>
                  </a:cubicBezTo>
                  <a:lnTo>
                    <a:pt x="874" y="1043"/>
                  </a:lnTo>
                  <a:cubicBezTo>
                    <a:pt x="349" y="1228"/>
                    <a:pt x="1" y="1721"/>
                    <a:pt x="1" y="2275"/>
                  </a:cubicBezTo>
                  <a:lnTo>
                    <a:pt x="1" y="4404"/>
                  </a:lnTo>
                  <a:lnTo>
                    <a:pt x="10026" y="4404"/>
                  </a:lnTo>
                  <a:lnTo>
                    <a:pt x="10026" y="2275"/>
                  </a:lnTo>
                  <a:cubicBezTo>
                    <a:pt x="10026" y="1721"/>
                    <a:pt x="9675" y="1228"/>
                    <a:pt x="9153" y="1043"/>
                  </a:cubicBezTo>
                  <a:lnTo>
                    <a:pt x="6900" y="250"/>
                  </a:lnTo>
                  <a:cubicBezTo>
                    <a:pt x="6759" y="200"/>
                    <a:pt x="6636" y="113"/>
                    <a:pt x="6538"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2"/>
            <p:cNvSpPr/>
            <p:nvPr/>
          </p:nvSpPr>
          <p:spPr>
            <a:xfrm>
              <a:off x="6882907" y="3128610"/>
              <a:ext cx="105" cy="131"/>
            </a:xfrm>
            <a:custGeom>
              <a:rect b="b" l="l" r="r" t="t"/>
              <a:pathLst>
                <a:path extrusionOk="0" h="5" w="4">
                  <a:moveTo>
                    <a:pt x="4" y="1"/>
                  </a:moveTo>
                  <a:lnTo>
                    <a:pt x="0" y="5"/>
                  </a:lnTo>
                  <a:lnTo>
                    <a:pt x="4" y="5"/>
                  </a:lnTo>
                  <a:lnTo>
                    <a:pt x="4"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2"/>
            <p:cNvSpPr/>
            <p:nvPr/>
          </p:nvSpPr>
          <p:spPr>
            <a:xfrm>
              <a:off x="6814348" y="3128610"/>
              <a:ext cx="26" cy="131"/>
            </a:xfrm>
            <a:custGeom>
              <a:rect b="b" l="l" r="r" t="t"/>
              <a:pathLst>
                <a:path extrusionOk="0" h="5" w="1">
                  <a:moveTo>
                    <a:pt x="0" y="1"/>
                  </a:moveTo>
                  <a:lnTo>
                    <a:pt x="0" y="5"/>
                  </a:lnTo>
                  <a:lnTo>
                    <a:pt x="0" y="5"/>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2"/>
            <p:cNvSpPr/>
            <p:nvPr/>
          </p:nvSpPr>
          <p:spPr>
            <a:xfrm>
              <a:off x="6814348" y="3100138"/>
              <a:ext cx="68585" cy="80068"/>
            </a:xfrm>
            <a:custGeom>
              <a:rect b="b" l="l" r="r" t="t"/>
              <a:pathLst>
                <a:path extrusionOk="0" h="3054" w="2616">
                  <a:moveTo>
                    <a:pt x="0" y="0"/>
                  </a:moveTo>
                  <a:lnTo>
                    <a:pt x="0" y="1746"/>
                  </a:lnTo>
                  <a:cubicBezTo>
                    <a:pt x="0" y="2467"/>
                    <a:pt x="587" y="3054"/>
                    <a:pt x="1308" y="3054"/>
                  </a:cubicBezTo>
                  <a:cubicBezTo>
                    <a:pt x="2032" y="3054"/>
                    <a:pt x="2615" y="2467"/>
                    <a:pt x="2615" y="1746"/>
                  </a:cubicBezTo>
                  <a:lnTo>
                    <a:pt x="26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2"/>
            <p:cNvSpPr/>
            <p:nvPr/>
          </p:nvSpPr>
          <p:spPr>
            <a:xfrm>
              <a:off x="6814348" y="3100243"/>
              <a:ext cx="68585" cy="34240"/>
            </a:xfrm>
            <a:custGeom>
              <a:rect b="b" l="l" r="r" t="t"/>
              <a:pathLst>
                <a:path extrusionOk="0" h="1306" w="2616">
                  <a:moveTo>
                    <a:pt x="0" y="0"/>
                  </a:moveTo>
                  <a:lnTo>
                    <a:pt x="0" y="1029"/>
                  </a:lnTo>
                  <a:cubicBezTo>
                    <a:pt x="417" y="1213"/>
                    <a:pt x="863" y="1306"/>
                    <a:pt x="1309" y="1306"/>
                  </a:cubicBezTo>
                  <a:cubicBezTo>
                    <a:pt x="1755" y="1306"/>
                    <a:pt x="2201" y="1213"/>
                    <a:pt x="2615" y="1029"/>
                  </a:cubicBezTo>
                  <a:lnTo>
                    <a:pt x="2615"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2"/>
            <p:cNvSpPr/>
            <p:nvPr/>
          </p:nvSpPr>
          <p:spPr>
            <a:xfrm>
              <a:off x="6751478" y="2940133"/>
              <a:ext cx="194298" cy="177204"/>
            </a:xfrm>
            <a:custGeom>
              <a:rect b="b" l="l" r="r" t="t"/>
              <a:pathLst>
                <a:path extrusionOk="0" h="6759" w="7411">
                  <a:moveTo>
                    <a:pt x="874" y="1"/>
                  </a:moveTo>
                  <a:lnTo>
                    <a:pt x="874" y="3054"/>
                  </a:lnTo>
                  <a:lnTo>
                    <a:pt x="548" y="3054"/>
                  </a:lnTo>
                  <a:cubicBezTo>
                    <a:pt x="243" y="3054"/>
                    <a:pt x="1" y="3297"/>
                    <a:pt x="1" y="3597"/>
                  </a:cubicBezTo>
                  <a:cubicBezTo>
                    <a:pt x="1" y="3898"/>
                    <a:pt x="243" y="4140"/>
                    <a:pt x="548" y="4140"/>
                  </a:cubicBezTo>
                  <a:lnTo>
                    <a:pt x="884" y="4140"/>
                  </a:lnTo>
                  <a:cubicBezTo>
                    <a:pt x="993" y="5618"/>
                    <a:pt x="2224" y="6759"/>
                    <a:pt x="3706" y="6759"/>
                  </a:cubicBezTo>
                  <a:cubicBezTo>
                    <a:pt x="5187" y="6759"/>
                    <a:pt x="6418" y="5618"/>
                    <a:pt x="6527" y="4140"/>
                  </a:cubicBezTo>
                  <a:lnTo>
                    <a:pt x="6868" y="4140"/>
                  </a:lnTo>
                  <a:cubicBezTo>
                    <a:pt x="7168" y="4140"/>
                    <a:pt x="7411" y="3898"/>
                    <a:pt x="7411" y="3597"/>
                  </a:cubicBezTo>
                  <a:cubicBezTo>
                    <a:pt x="7411" y="3297"/>
                    <a:pt x="7168" y="3054"/>
                    <a:pt x="6868" y="3054"/>
                  </a:cubicBezTo>
                  <a:lnTo>
                    <a:pt x="6542" y="3054"/>
                  </a:lnTo>
                  <a:lnTo>
                    <a:pt x="6542" y="2619"/>
                  </a:lnTo>
                  <a:cubicBezTo>
                    <a:pt x="6542" y="1812"/>
                    <a:pt x="5451" y="1308"/>
                    <a:pt x="4796" y="218"/>
                  </a:cubicBezTo>
                  <a:lnTo>
                    <a:pt x="4796"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2"/>
            <p:cNvSpPr/>
            <p:nvPr/>
          </p:nvSpPr>
          <p:spPr>
            <a:xfrm>
              <a:off x="6750718" y="2940237"/>
              <a:ext cx="140001" cy="177152"/>
            </a:xfrm>
            <a:custGeom>
              <a:rect b="b" l="l" r="r" t="t"/>
              <a:pathLst>
                <a:path extrusionOk="0" h="6757" w="5340">
                  <a:moveTo>
                    <a:pt x="903" y="0"/>
                  </a:moveTo>
                  <a:lnTo>
                    <a:pt x="903" y="3050"/>
                  </a:lnTo>
                  <a:lnTo>
                    <a:pt x="609" y="3050"/>
                  </a:lnTo>
                  <a:cubicBezTo>
                    <a:pt x="323" y="3050"/>
                    <a:pt x="66" y="3256"/>
                    <a:pt x="33" y="3539"/>
                  </a:cubicBezTo>
                  <a:cubicBezTo>
                    <a:pt x="1" y="3861"/>
                    <a:pt x="254" y="4140"/>
                    <a:pt x="577" y="4140"/>
                  </a:cubicBezTo>
                  <a:lnTo>
                    <a:pt x="917" y="4140"/>
                  </a:lnTo>
                  <a:cubicBezTo>
                    <a:pt x="1019" y="5635"/>
                    <a:pt x="2266" y="6756"/>
                    <a:pt x="3716" y="6756"/>
                  </a:cubicBezTo>
                  <a:cubicBezTo>
                    <a:pt x="3868" y="6756"/>
                    <a:pt x="4022" y="6744"/>
                    <a:pt x="4177" y="6719"/>
                  </a:cubicBezTo>
                  <a:cubicBezTo>
                    <a:pt x="2793" y="6509"/>
                    <a:pt x="1775" y="5321"/>
                    <a:pt x="1775" y="3923"/>
                  </a:cubicBezTo>
                  <a:lnTo>
                    <a:pt x="1775" y="2974"/>
                  </a:lnTo>
                  <a:cubicBezTo>
                    <a:pt x="1775" y="2633"/>
                    <a:pt x="1971" y="2326"/>
                    <a:pt x="2279" y="2181"/>
                  </a:cubicBezTo>
                  <a:cubicBezTo>
                    <a:pt x="2637" y="2007"/>
                    <a:pt x="3086" y="1862"/>
                    <a:pt x="3510" y="1724"/>
                  </a:cubicBezTo>
                  <a:cubicBezTo>
                    <a:pt x="4242" y="1489"/>
                    <a:pt x="4923" y="1264"/>
                    <a:pt x="5339" y="895"/>
                  </a:cubicBezTo>
                  <a:cubicBezTo>
                    <a:pt x="5147" y="685"/>
                    <a:pt x="4973" y="457"/>
                    <a:pt x="4825" y="218"/>
                  </a:cubicBezTo>
                  <a:lnTo>
                    <a:pt x="482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2"/>
            <p:cNvSpPr/>
            <p:nvPr/>
          </p:nvSpPr>
          <p:spPr>
            <a:xfrm>
              <a:off x="6751478" y="2900177"/>
              <a:ext cx="137327" cy="120024"/>
            </a:xfrm>
            <a:custGeom>
              <a:rect b="b" l="l" r="r" t="t"/>
              <a:pathLst>
                <a:path extrusionOk="0" h="4578" w="5238">
                  <a:moveTo>
                    <a:pt x="3706" y="0"/>
                  </a:moveTo>
                  <a:cubicBezTo>
                    <a:pt x="2181" y="0"/>
                    <a:pt x="1" y="1079"/>
                    <a:pt x="1" y="3271"/>
                  </a:cubicBezTo>
                  <a:lnTo>
                    <a:pt x="1" y="4578"/>
                  </a:lnTo>
                  <a:lnTo>
                    <a:pt x="874" y="4578"/>
                  </a:lnTo>
                  <a:cubicBezTo>
                    <a:pt x="993" y="4578"/>
                    <a:pt x="1091" y="4480"/>
                    <a:pt x="1091" y="4361"/>
                  </a:cubicBezTo>
                  <a:lnTo>
                    <a:pt x="1091" y="4143"/>
                  </a:lnTo>
                  <a:cubicBezTo>
                    <a:pt x="1091" y="2829"/>
                    <a:pt x="3847" y="2648"/>
                    <a:pt x="4886" y="1923"/>
                  </a:cubicBezTo>
                  <a:cubicBezTo>
                    <a:pt x="5107" y="1764"/>
                    <a:pt x="5238" y="1503"/>
                    <a:pt x="5234" y="1228"/>
                  </a:cubicBezTo>
                  <a:lnTo>
                    <a:pt x="5234" y="572"/>
                  </a:lnTo>
                  <a:cubicBezTo>
                    <a:pt x="5202" y="547"/>
                    <a:pt x="5173" y="518"/>
                    <a:pt x="5147" y="482"/>
                  </a:cubicBezTo>
                  <a:cubicBezTo>
                    <a:pt x="4937" y="167"/>
                    <a:pt x="4455" y="0"/>
                    <a:pt x="370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2"/>
            <p:cNvSpPr/>
            <p:nvPr/>
          </p:nvSpPr>
          <p:spPr>
            <a:xfrm>
              <a:off x="6767917" y="3139071"/>
              <a:ext cx="161526" cy="87357"/>
            </a:xfrm>
            <a:custGeom>
              <a:rect b="b" l="l" r="r" t="t"/>
              <a:pathLst>
                <a:path extrusionOk="0" h="3332" w="6161">
                  <a:moveTo>
                    <a:pt x="4607" y="0"/>
                  </a:moveTo>
                  <a:lnTo>
                    <a:pt x="4607" y="301"/>
                  </a:lnTo>
                  <a:cubicBezTo>
                    <a:pt x="4607" y="1195"/>
                    <a:pt x="3919" y="1978"/>
                    <a:pt x="3021" y="2003"/>
                  </a:cubicBezTo>
                  <a:cubicBezTo>
                    <a:pt x="3003" y="2004"/>
                    <a:pt x="2986" y="2004"/>
                    <a:pt x="2969" y="2004"/>
                  </a:cubicBezTo>
                  <a:cubicBezTo>
                    <a:pt x="2072" y="2004"/>
                    <a:pt x="1337" y="1276"/>
                    <a:pt x="1337" y="370"/>
                  </a:cubicBezTo>
                  <a:lnTo>
                    <a:pt x="1337" y="181"/>
                  </a:lnTo>
                  <a:cubicBezTo>
                    <a:pt x="1290" y="207"/>
                    <a:pt x="1243" y="228"/>
                    <a:pt x="1192" y="250"/>
                  </a:cubicBezTo>
                  <a:lnTo>
                    <a:pt x="0" y="670"/>
                  </a:lnTo>
                  <a:cubicBezTo>
                    <a:pt x="15" y="1261"/>
                    <a:pt x="138" y="1844"/>
                    <a:pt x="359" y="2391"/>
                  </a:cubicBezTo>
                  <a:cubicBezTo>
                    <a:pt x="599" y="2971"/>
                    <a:pt x="1162" y="3332"/>
                    <a:pt x="1767" y="3332"/>
                  </a:cubicBezTo>
                  <a:cubicBezTo>
                    <a:pt x="1891" y="3332"/>
                    <a:pt x="2016" y="3317"/>
                    <a:pt x="2141" y="3285"/>
                  </a:cubicBezTo>
                  <a:lnTo>
                    <a:pt x="3079" y="3053"/>
                  </a:lnTo>
                  <a:lnTo>
                    <a:pt x="4020" y="3285"/>
                  </a:lnTo>
                  <a:cubicBezTo>
                    <a:pt x="4145" y="3317"/>
                    <a:pt x="4270" y="3332"/>
                    <a:pt x="4393" y="3332"/>
                  </a:cubicBezTo>
                  <a:cubicBezTo>
                    <a:pt x="4996" y="3332"/>
                    <a:pt x="5558" y="2971"/>
                    <a:pt x="5799" y="2391"/>
                  </a:cubicBezTo>
                  <a:cubicBezTo>
                    <a:pt x="6023" y="1844"/>
                    <a:pt x="6146" y="1261"/>
                    <a:pt x="6161" y="670"/>
                  </a:cubicBezTo>
                  <a:lnTo>
                    <a:pt x="4969" y="250"/>
                  </a:lnTo>
                  <a:cubicBezTo>
                    <a:pt x="4828" y="200"/>
                    <a:pt x="4705" y="113"/>
                    <a:pt x="460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2"/>
            <p:cNvSpPr/>
            <p:nvPr/>
          </p:nvSpPr>
          <p:spPr>
            <a:xfrm>
              <a:off x="6784067" y="3128610"/>
              <a:ext cx="129252" cy="80671"/>
            </a:xfrm>
            <a:custGeom>
              <a:rect b="b" l="l" r="r" t="t"/>
              <a:pathLst>
                <a:path extrusionOk="0" h="3077" w="4930">
                  <a:moveTo>
                    <a:pt x="3774" y="1"/>
                  </a:moveTo>
                  <a:lnTo>
                    <a:pt x="3770" y="8"/>
                  </a:lnTo>
                  <a:lnTo>
                    <a:pt x="3774" y="9"/>
                  </a:lnTo>
                  <a:lnTo>
                    <a:pt x="3774" y="1"/>
                  </a:lnTo>
                  <a:close/>
                  <a:moveTo>
                    <a:pt x="1155" y="8"/>
                  </a:moveTo>
                  <a:lnTo>
                    <a:pt x="333" y="287"/>
                  </a:lnTo>
                  <a:cubicBezTo>
                    <a:pt x="167" y="345"/>
                    <a:pt x="51" y="497"/>
                    <a:pt x="40" y="675"/>
                  </a:cubicBezTo>
                  <a:cubicBezTo>
                    <a:pt x="0" y="1312"/>
                    <a:pt x="105" y="1949"/>
                    <a:pt x="348" y="2540"/>
                  </a:cubicBezTo>
                  <a:cubicBezTo>
                    <a:pt x="486" y="2871"/>
                    <a:pt x="807" y="3077"/>
                    <a:pt x="1153" y="3077"/>
                  </a:cubicBezTo>
                  <a:cubicBezTo>
                    <a:pt x="1223" y="3077"/>
                    <a:pt x="1294" y="3068"/>
                    <a:pt x="1365" y="3050"/>
                  </a:cubicBezTo>
                  <a:lnTo>
                    <a:pt x="2463" y="2775"/>
                  </a:lnTo>
                  <a:lnTo>
                    <a:pt x="3564" y="3050"/>
                  </a:lnTo>
                  <a:cubicBezTo>
                    <a:pt x="3635" y="3068"/>
                    <a:pt x="3706" y="3077"/>
                    <a:pt x="3777" y="3077"/>
                  </a:cubicBezTo>
                  <a:cubicBezTo>
                    <a:pt x="4122" y="3077"/>
                    <a:pt x="4443" y="2871"/>
                    <a:pt x="4581" y="2540"/>
                  </a:cubicBezTo>
                  <a:cubicBezTo>
                    <a:pt x="4824" y="1949"/>
                    <a:pt x="4929" y="1312"/>
                    <a:pt x="4889" y="675"/>
                  </a:cubicBezTo>
                  <a:cubicBezTo>
                    <a:pt x="4878" y="497"/>
                    <a:pt x="4763" y="345"/>
                    <a:pt x="4596" y="287"/>
                  </a:cubicBezTo>
                  <a:lnTo>
                    <a:pt x="3774" y="9"/>
                  </a:lnTo>
                  <a:lnTo>
                    <a:pt x="3774" y="653"/>
                  </a:lnTo>
                  <a:cubicBezTo>
                    <a:pt x="3785" y="1384"/>
                    <a:pt x="3198" y="1986"/>
                    <a:pt x="2463" y="1986"/>
                  </a:cubicBezTo>
                  <a:cubicBezTo>
                    <a:pt x="1731" y="1986"/>
                    <a:pt x="1144" y="1384"/>
                    <a:pt x="1155" y="653"/>
                  </a:cubicBezTo>
                  <a:lnTo>
                    <a:pt x="1155" y="8"/>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2"/>
            <p:cNvSpPr/>
            <p:nvPr/>
          </p:nvSpPr>
          <p:spPr>
            <a:xfrm>
              <a:off x="6711706" y="2894855"/>
              <a:ext cx="273763" cy="364948"/>
            </a:xfrm>
            <a:custGeom>
              <a:rect b="b" l="l" r="r" t="t"/>
              <a:pathLst>
                <a:path extrusionOk="0" h="13920" w="10442">
                  <a:moveTo>
                    <a:pt x="8729" y="5994"/>
                  </a:moveTo>
                  <a:lnTo>
                    <a:pt x="8729" y="6027"/>
                  </a:lnTo>
                  <a:cubicBezTo>
                    <a:pt x="8725" y="6570"/>
                    <a:pt x="9051" y="6816"/>
                    <a:pt x="9337" y="6903"/>
                  </a:cubicBezTo>
                  <a:cubicBezTo>
                    <a:pt x="9264" y="7111"/>
                    <a:pt x="9069" y="7412"/>
                    <a:pt x="8573" y="7412"/>
                  </a:cubicBezTo>
                  <a:cubicBezTo>
                    <a:pt x="8550" y="7412"/>
                    <a:pt x="8527" y="7412"/>
                    <a:pt x="8504" y="7410"/>
                  </a:cubicBezTo>
                  <a:cubicBezTo>
                    <a:pt x="8501" y="7410"/>
                    <a:pt x="8498" y="7410"/>
                    <a:pt x="8494" y="7410"/>
                  </a:cubicBezTo>
                  <a:cubicBezTo>
                    <a:pt x="8422" y="7410"/>
                    <a:pt x="8350" y="7449"/>
                    <a:pt x="8316" y="7515"/>
                  </a:cubicBezTo>
                  <a:cubicBezTo>
                    <a:pt x="8303" y="7538"/>
                    <a:pt x="8067" y="7951"/>
                    <a:pt x="7497" y="7951"/>
                  </a:cubicBezTo>
                  <a:cubicBezTo>
                    <a:pt x="7418" y="7951"/>
                    <a:pt x="7332" y="7943"/>
                    <a:pt x="7240" y="7925"/>
                  </a:cubicBezTo>
                  <a:cubicBezTo>
                    <a:pt x="7780" y="7447"/>
                    <a:pt x="8135" y="6791"/>
                    <a:pt x="8236" y="6074"/>
                  </a:cubicBezTo>
                  <a:lnTo>
                    <a:pt x="8388" y="6074"/>
                  </a:lnTo>
                  <a:cubicBezTo>
                    <a:pt x="8504" y="6074"/>
                    <a:pt x="8624" y="6049"/>
                    <a:pt x="8729" y="5994"/>
                  </a:cubicBezTo>
                  <a:close/>
                  <a:moveTo>
                    <a:pt x="1724" y="5991"/>
                  </a:moveTo>
                  <a:cubicBezTo>
                    <a:pt x="1829" y="6045"/>
                    <a:pt x="1945" y="6074"/>
                    <a:pt x="2065" y="6074"/>
                  </a:cubicBezTo>
                  <a:lnTo>
                    <a:pt x="2217" y="6074"/>
                  </a:lnTo>
                  <a:cubicBezTo>
                    <a:pt x="2318" y="6791"/>
                    <a:pt x="2669" y="7447"/>
                    <a:pt x="3213" y="7925"/>
                  </a:cubicBezTo>
                  <a:cubicBezTo>
                    <a:pt x="3119" y="7943"/>
                    <a:pt x="3033" y="7951"/>
                    <a:pt x="2953" y="7951"/>
                  </a:cubicBezTo>
                  <a:cubicBezTo>
                    <a:pt x="2382" y="7951"/>
                    <a:pt x="2146" y="7541"/>
                    <a:pt x="2133" y="7519"/>
                  </a:cubicBezTo>
                  <a:cubicBezTo>
                    <a:pt x="2099" y="7453"/>
                    <a:pt x="2027" y="7410"/>
                    <a:pt x="1954" y="7410"/>
                  </a:cubicBezTo>
                  <a:cubicBezTo>
                    <a:pt x="1951" y="7410"/>
                    <a:pt x="1948" y="7410"/>
                    <a:pt x="1945" y="7410"/>
                  </a:cubicBezTo>
                  <a:cubicBezTo>
                    <a:pt x="1919" y="7412"/>
                    <a:pt x="1894" y="7413"/>
                    <a:pt x="1869" y="7413"/>
                  </a:cubicBezTo>
                  <a:cubicBezTo>
                    <a:pt x="1375" y="7413"/>
                    <a:pt x="1185" y="7110"/>
                    <a:pt x="1112" y="6903"/>
                  </a:cubicBezTo>
                  <a:cubicBezTo>
                    <a:pt x="1398" y="6813"/>
                    <a:pt x="1724" y="6566"/>
                    <a:pt x="1724" y="6027"/>
                  </a:cubicBezTo>
                  <a:lnTo>
                    <a:pt x="1724" y="5991"/>
                  </a:lnTo>
                  <a:close/>
                  <a:moveTo>
                    <a:pt x="5223" y="410"/>
                  </a:moveTo>
                  <a:cubicBezTo>
                    <a:pt x="5886" y="410"/>
                    <a:pt x="6324" y="544"/>
                    <a:pt x="6498" y="801"/>
                  </a:cubicBezTo>
                  <a:cubicBezTo>
                    <a:pt x="6606" y="956"/>
                    <a:pt x="6780" y="1058"/>
                    <a:pt x="6972" y="1076"/>
                  </a:cubicBezTo>
                  <a:cubicBezTo>
                    <a:pt x="7972" y="1185"/>
                    <a:pt x="8729" y="2032"/>
                    <a:pt x="8725" y="3039"/>
                  </a:cubicBezTo>
                  <a:lnTo>
                    <a:pt x="8725" y="4658"/>
                  </a:lnTo>
                  <a:cubicBezTo>
                    <a:pt x="8620" y="4607"/>
                    <a:pt x="8504" y="4578"/>
                    <a:pt x="8385" y="4578"/>
                  </a:cubicBezTo>
                  <a:lnTo>
                    <a:pt x="8261" y="4578"/>
                  </a:lnTo>
                  <a:lnTo>
                    <a:pt x="8261" y="4346"/>
                  </a:lnTo>
                  <a:cubicBezTo>
                    <a:pt x="8261" y="3665"/>
                    <a:pt x="7903" y="3379"/>
                    <a:pt x="7523" y="3075"/>
                  </a:cubicBezTo>
                  <a:cubicBezTo>
                    <a:pt x="7363" y="2952"/>
                    <a:pt x="7211" y="2818"/>
                    <a:pt x="7070" y="2677"/>
                  </a:cubicBezTo>
                  <a:cubicBezTo>
                    <a:pt x="7025" y="2632"/>
                    <a:pt x="6974" y="2613"/>
                    <a:pt x="6926" y="2613"/>
                  </a:cubicBezTo>
                  <a:cubicBezTo>
                    <a:pt x="6768" y="2613"/>
                    <a:pt x="6632" y="2813"/>
                    <a:pt x="6776" y="2963"/>
                  </a:cubicBezTo>
                  <a:cubicBezTo>
                    <a:pt x="6932" y="3115"/>
                    <a:pt x="7095" y="3260"/>
                    <a:pt x="7265" y="3394"/>
                  </a:cubicBezTo>
                  <a:cubicBezTo>
                    <a:pt x="7631" y="3687"/>
                    <a:pt x="7856" y="3865"/>
                    <a:pt x="7856" y="4346"/>
                  </a:cubicBezTo>
                  <a:lnTo>
                    <a:pt x="7856" y="4781"/>
                  </a:lnTo>
                  <a:cubicBezTo>
                    <a:pt x="7856" y="4853"/>
                    <a:pt x="7892" y="4919"/>
                    <a:pt x="7954" y="4958"/>
                  </a:cubicBezTo>
                  <a:cubicBezTo>
                    <a:pt x="8001" y="4987"/>
                    <a:pt x="8001" y="4987"/>
                    <a:pt x="8222" y="4987"/>
                  </a:cubicBezTo>
                  <a:lnTo>
                    <a:pt x="8385" y="4987"/>
                  </a:lnTo>
                  <a:cubicBezTo>
                    <a:pt x="8387" y="4987"/>
                    <a:pt x="8389" y="4987"/>
                    <a:pt x="8391" y="4987"/>
                  </a:cubicBezTo>
                  <a:cubicBezTo>
                    <a:pt x="8576" y="4987"/>
                    <a:pt x="8725" y="5142"/>
                    <a:pt x="8725" y="5328"/>
                  </a:cubicBezTo>
                  <a:cubicBezTo>
                    <a:pt x="8725" y="5516"/>
                    <a:pt x="8573" y="5668"/>
                    <a:pt x="8385" y="5668"/>
                  </a:cubicBezTo>
                  <a:lnTo>
                    <a:pt x="8261" y="5668"/>
                  </a:lnTo>
                  <a:lnTo>
                    <a:pt x="8261" y="5654"/>
                  </a:lnTo>
                  <a:cubicBezTo>
                    <a:pt x="8261" y="5518"/>
                    <a:pt x="8160" y="5450"/>
                    <a:pt x="8059" y="5450"/>
                  </a:cubicBezTo>
                  <a:cubicBezTo>
                    <a:pt x="7957" y="5450"/>
                    <a:pt x="7856" y="5518"/>
                    <a:pt x="7856" y="5654"/>
                  </a:cubicBezTo>
                  <a:cubicBezTo>
                    <a:pt x="7856" y="7106"/>
                    <a:pt x="6679" y="8283"/>
                    <a:pt x="5226" y="8283"/>
                  </a:cubicBezTo>
                  <a:cubicBezTo>
                    <a:pt x="3774" y="8283"/>
                    <a:pt x="2597" y="7106"/>
                    <a:pt x="2597" y="5654"/>
                  </a:cubicBezTo>
                  <a:cubicBezTo>
                    <a:pt x="2597" y="5518"/>
                    <a:pt x="2495" y="5450"/>
                    <a:pt x="2392" y="5450"/>
                  </a:cubicBezTo>
                  <a:cubicBezTo>
                    <a:pt x="2290" y="5450"/>
                    <a:pt x="2188" y="5518"/>
                    <a:pt x="2188" y="5654"/>
                  </a:cubicBezTo>
                  <a:lnTo>
                    <a:pt x="2188" y="5668"/>
                  </a:lnTo>
                  <a:lnTo>
                    <a:pt x="2065" y="5668"/>
                  </a:lnTo>
                  <a:cubicBezTo>
                    <a:pt x="1876" y="5668"/>
                    <a:pt x="1721" y="5516"/>
                    <a:pt x="1721" y="5328"/>
                  </a:cubicBezTo>
                  <a:cubicBezTo>
                    <a:pt x="1721" y="5142"/>
                    <a:pt x="1873" y="4987"/>
                    <a:pt x="2058" y="4987"/>
                  </a:cubicBezTo>
                  <a:cubicBezTo>
                    <a:pt x="2060" y="4987"/>
                    <a:pt x="2062" y="4987"/>
                    <a:pt x="2065" y="4987"/>
                  </a:cubicBezTo>
                  <a:lnTo>
                    <a:pt x="2173" y="4987"/>
                  </a:lnTo>
                  <a:cubicBezTo>
                    <a:pt x="2525" y="4984"/>
                    <a:pt x="2811" y="4698"/>
                    <a:pt x="2811" y="4346"/>
                  </a:cubicBezTo>
                  <a:cubicBezTo>
                    <a:pt x="2811" y="4118"/>
                    <a:pt x="2927" y="3926"/>
                    <a:pt x="3115" y="3760"/>
                  </a:cubicBezTo>
                  <a:lnTo>
                    <a:pt x="3129" y="3778"/>
                  </a:lnTo>
                  <a:cubicBezTo>
                    <a:pt x="3173" y="3826"/>
                    <a:pt x="3225" y="3846"/>
                    <a:pt x="3275" y="3846"/>
                  </a:cubicBezTo>
                  <a:cubicBezTo>
                    <a:pt x="3418" y="3846"/>
                    <a:pt x="3551" y="3683"/>
                    <a:pt x="3452" y="3528"/>
                  </a:cubicBezTo>
                  <a:cubicBezTo>
                    <a:pt x="3854" y="3303"/>
                    <a:pt x="4393" y="3126"/>
                    <a:pt x="4926" y="2956"/>
                  </a:cubicBezTo>
                  <a:cubicBezTo>
                    <a:pt x="5842" y="2655"/>
                    <a:pt x="6711" y="2376"/>
                    <a:pt x="6939" y="1808"/>
                  </a:cubicBezTo>
                  <a:cubicBezTo>
                    <a:pt x="7004" y="1646"/>
                    <a:pt x="6873" y="1525"/>
                    <a:pt x="6743" y="1525"/>
                  </a:cubicBezTo>
                  <a:cubicBezTo>
                    <a:pt x="6669" y="1525"/>
                    <a:pt x="6596" y="1564"/>
                    <a:pt x="6559" y="1655"/>
                  </a:cubicBezTo>
                  <a:cubicBezTo>
                    <a:pt x="6403" y="2047"/>
                    <a:pt x="5589" y="2311"/>
                    <a:pt x="4799" y="2568"/>
                  </a:cubicBezTo>
                  <a:cubicBezTo>
                    <a:pt x="4238" y="2749"/>
                    <a:pt x="3633" y="2945"/>
                    <a:pt x="3169" y="3224"/>
                  </a:cubicBezTo>
                  <a:lnTo>
                    <a:pt x="2590" y="2590"/>
                  </a:lnTo>
                  <a:cubicBezTo>
                    <a:pt x="2545" y="2541"/>
                    <a:pt x="2493" y="2521"/>
                    <a:pt x="2442" y="2521"/>
                  </a:cubicBezTo>
                  <a:cubicBezTo>
                    <a:pt x="2287" y="2521"/>
                    <a:pt x="2150" y="2715"/>
                    <a:pt x="2289" y="2869"/>
                  </a:cubicBezTo>
                  <a:lnTo>
                    <a:pt x="2836" y="3463"/>
                  </a:lnTo>
                  <a:cubicBezTo>
                    <a:pt x="2572" y="3698"/>
                    <a:pt x="2401" y="3981"/>
                    <a:pt x="2401" y="4346"/>
                  </a:cubicBezTo>
                  <a:cubicBezTo>
                    <a:pt x="2401" y="4473"/>
                    <a:pt x="2296" y="4578"/>
                    <a:pt x="2170" y="4578"/>
                  </a:cubicBezTo>
                  <a:lnTo>
                    <a:pt x="2065" y="4578"/>
                  </a:lnTo>
                  <a:cubicBezTo>
                    <a:pt x="1945" y="4578"/>
                    <a:pt x="1826" y="4607"/>
                    <a:pt x="1721" y="4658"/>
                  </a:cubicBezTo>
                  <a:lnTo>
                    <a:pt x="1721" y="3474"/>
                  </a:lnTo>
                  <a:cubicBezTo>
                    <a:pt x="1724" y="2311"/>
                    <a:pt x="2376" y="1587"/>
                    <a:pt x="2919" y="1181"/>
                  </a:cubicBezTo>
                  <a:cubicBezTo>
                    <a:pt x="3575" y="696"/>
                    <a:pt x="4437" y="410"/>
                    <a:pt x="5223" y="410"/>
                  </a:cubicBezTo>
                  <a:close/>
                  <a:moveTo>
                    <a:pt x="6327" y="8482"/>
                  </a:moveTo>
                  <a:lnTo>
                    <a:pt x="6327" y="9572"/>
                  </a:lnTo>
                  <a:cubicBezTo>
                    <a:pt x="6327" y="9699"/>
                    <a:pt x="6306" y="9822"/>
                    <a:pt x="6266" y="9942"/>
                  </a:cubicBezTo>
                  <a:cubicBezTo>
                    <a:pt x="6209" y="10100"/>
                    <a:pt x="6338" y="10213"/>
                    <a:pt x="6464" y="10213"/>
                  </a:cubicBezTo>
                  <a:cubicBezTo>
                    <a:pt x="6540" y="10213"/>
                    <a:pt x="6616" y="10172"/>
                    <a:pt x="6650" y="10076"/>
                  </a:cubicBezTo>
                  <a:cubicBezTo>
                    <a:pt x="6704" y="9913"/>
                    <a:pt x="6737" y="9743"/>
                    <a:pt x="6737" y="9572"/>
                  </a:cubicBezTo>
                  <a:lnTo>
                    <a:pt x="6737" y="9210"/>
                  </a:lnTo>
                  <a:lnTo>
                    <a:pt x="7287" y="9399"/>
                  </a:lnTo>
                  <a:cubicBezTo>
                    <a:pt x="7378" y="9428"/>
                    <a:pt x="7439" y="9511"/>
                    <a:pt x="7443" y="9605"/>
                  </a:cubicBezTo>
                  <a:cubicBezTo>
                    <a:pt x="7483" y="10210"/>
                    <a:pt x="7381" y="10818"/>
                    <a:pt x="7153" y="11380"/>
                  </a:cubicBezTo>
                  <a:cubicBezTo>
                    <a:pt x="7048" y="11636"/>
                    <a:pt x="6799" y="11794"/>
                    <a:pt x="6533" y="11794"/>
                  </a:cubicBezTo>
                  <a:cubicBezTo>
                    <a:pt x="6479" y="11794"/>
                    <a:pt x="6425" y="11788"/>
                    <a:pt x="6371" y="11774"/>
                  </a:cubicBezTo>
                  <a:lnTo>
                    <a:pt x="5273" y="11499"/>
                  </a:lnTo>
                  <a:cubicBezTo>
                    <a:pt x="5257" y="11494"/>
                    <a:pt x="5241" y="11491"/>
                    <a:pt x="5225" y="11491"/>
                  </a:cubicBezTo>
                  <a:cubicBezTo>
                    <a:pt x="5208" y="11491"/>
                    <a:pt x="5192" y="11494"/>
                    <a:pt x="5176" y="11499"/>
                  </a:cubicBezTo>
                  <a:lnTo>
                    <a:pt x="4075" y="11774"/>
                  </a:lnTo>
                  <a:cubicBezTo>
                    <a:pt x="4021" y="11788"/>
                    <a:pt x="3966" y="11794"/>
                    <a:pt x="3913" y="11794"/>
                  </a:cubicBezTo>
                  <a:cubicBezTo>
                    <a:pt x="3647" y="11794"/>
                    <a:pt x="3402" y="11636"/>
                    <a:pt x="3296" y="11380"/>
                  </a:cubicBezTo>
                  <a:cubicBezTo>
                    <a:pt x="3064" y="10818"/>
                    <a:pt x="2966" y="10214"/>
                    <a:pt x="3003" y="9605"/>
                  </a:cubicBezTo>
                  <a:cubicBezTo>
                    <a:pt x="3006" y="9511"/>
                    <a:pt x="3068" y="9431"/>
                    <a:pt x="3158" y="9399"/>
                  </a:cubicBezTo>
                  <a:lnTo>
                    <a:pt x="3713" y="9210"/>
                  </a:lnTo>
                  <a:lnTo>
                    <a:pt x="3713" y="9572"/>
                  </a:lnTo>
                  <a:cubicBezTo>
                    <a:pt x="3713" y="10462"/>
                    <a:pt x="4441" y="11087"/>
                    <a:pt x="5227" y="11087"/>
                  </a:cubicBezTo>
                  <a:cubicBezTo>
                    <a:pt x="5508" y="11087"/>
                    <a:pt x="5795" y="11008"/>
                    <a:pt x="6059" y="10833"/>
                  </a:cubicBezTo>
                  <a:cubicBezTo>
                    <a:pt x="6244" y="10707"/>
                    <a:pt x="6124" y="10454"/>
                    <a:pt x="5949" y="10454"/>
                  </a:cubicBezTo>
                  <a:cubicBezTo>
                    <a:pt x="5911" y="10454"/>
                    <a:pt x="5871" y="10466"/>
                    <a:pt x="5831" y="10492"/>
                  </a:cubicBezTo>
                  <a:cubicBezTo>
                    <a:pt x="5639" y="10620"/>
                    <a:pt x="5430" y="10678"/>
                    <a:pt x="5226" y="10678"/>
                  </a:cubicBezTo>
                  <a:cubicBezTo>
                    <a:pt x="4653" y="10678"/>
                    <a:pt x="4121" y="10222"/>
                    <a:pt x="4118" y="9572"/>
                  </a:cubicBezTo>
                  <a:lnTo>
                    <a:pt x="4118" y="8482"/>
                  </a:lnTo>
                  <a:cubicBezTo>
                    <a:pt x="4473" y="8622"/>
                    <a:pt x="4848" y="8691"/>
                    <a:pt x="5223" y="8691"/>
                  </a:cubicBezTo>
                  <a:cubicBezTo>
                    <a:pt x="5598" y="8691"/>
                    <a:pt x="5972" y="8622"/>
                    <a:pt x="6327" y="8482"/>
                  </a:cubicBezTo>
                  <a:close/>
                  <a:moveTo>
                    <a:pt x="5226" y="0"/>
                  </a:moveTo>
                  <a:cubicBezTo>
                    <a:pt x="4354" y="0"/>
                    <a:pt x="3401" y="319"/>
                    <a:pt x="2680" y="855"/>
                  </a:cubicBezTo>
                  <a:cubicBezTo>
                    <a:pt x="2057" y="1315"/>
                    <a:pt x="1315" y="2141"/>
                    <a:pt x="1315" y="3474"/>
                  </a:cubicBezTo>
                  <a:lnTo>
                    <a:pt x="1315" y="6027"/>
                  </a:lnTo>
                  <a:cubicBezTo>
                    <a:pt x="1315" y="6494"/>
                    <a:pt x="935" y="6534"/>
                    <a:pt x="862" y="6537"/>
                  </a:cubicBezTo>
                  <a:cubicBezTo>
                    <a:pt x="743" y="6541"/>
                    <a:pt x="652" y="6643"/>
                    <a:pt x="663" y="6762"/>
                  </a:cubicBezTo>
                  <a:cubicBezTo>
                    <a:pt x="663" y="6773"/>
                    <a:pt x="779" y="7805"/>
                    <a:pt x="1847" y="7820"/>
                  </a:cubicBezTo>
                  <a:cubicBezTo>
                    <a:pt x="1949" y="7957"/>
                    <a:pt x="2076" y="8069"/>
                    <a:pt x="2220" y="8160"/>
                  </a:cubicBezTo>
                  <a:cubicBezTo>
                    <a:pt x="2388" y="8263"/>
                    <a:pt x="2630" y="8359"/>
                    <a:pt x="2948" y="8359"/>
                  </a:cubicBezTo>
                  <a:cubicBezTo>
                    <a:pt x="3143" y="8359"/>
                    <a:pt x="3368" y="8323"/>
                    <a:pt x="3622" y="8229"/>
                  </a:cubicBezTo>
                  <a:cubicBezTo>
                    <a:pt x="3651" y="8251"/>
                    <a:pt x="3684" y="8269"/>
                    <a:pt x="3713" y="8287"/>
                  </a:cubicBezTo>
                  <a:lnTo>
                    <a:pt x="3713" y="8779"/>
                  </a:lnTo>
                  <a:lnTo>
                    <a:pt x="3024" y="9011"/>
                  </a:lnTo>
                  <a:cubicBezTo>
                    <a:pt x="2782" y="9098"/>
                    <a:pt x="2612" y="9323"/>
                    <a:pt x="2597" y="9583"/>
                  </a:cubicBezTo>
                  <a:lnTo>
                    <a:pt x="2597" y="9609"/>
                  </a:lnTo>
                  <a:lnTo>
                    <a:pt x="1007" y="10170"/>
                  </a:lnTo>
                  <a:cubicBezTo>
                    <a:pt x="402" y="10384"/>
                    <a:pt x="0" y="10956"/>
                    <a:pt x="0" y="11597"/>
                  </a:cubicBezTo>
                  <a:lnTo>
                    <a:pt x="0" y="13716"/>
                  </a:lnTo>
                  <a:cubicBezTo>
                    <a:pt x="0" y="13852"/>
                    <a:pt x="102" y="13919"/>
                    <a:pt x="203" y="13919"/>
                  </a:cubicBezTo>
                  <a:cubicBezTo>
                    <a:pt x="304" y="13919"/>
                    <a:pt x="406" y="13852"/>
                    <a:pt x="406" y="13716"/>
                  </a:cubicBezTo>
                  <a:lnTo>
                    <a:pt x="406" y="11597"/>
                  </a:lnTo>
                  <a:cubicBezTo>
                    <a:pt x="406" y="11459"/>
                    <a:pt x="431" y="11322"/>
                    <a:pt x="482" y="11195"/>
                  </a:cubicBezTo>
                  <a:lnTo>
                    <a:pt x="1518" y="12082"/>
                  </a:lnTo>
                  <a:cubicBezTo>
                    <a:pt x="1666" y="12209"/>
                    <a:pt x="1753" y="12394"/>
                    <a:pt x="1753" y="12589"/>
                  </a:cubicBezTo>
                  <a:lnTo>
                    <a:pt x="1753" y="13712"/>
                  </a:lnTo>
                  <a:cubicBezTo>
                    <a:pt x="1753" y="13848"/>
                    <a:pt x="1855" y="13916"/>
                    <a:pt x="1956" y="13916"/>
                  </a:cubicBezTo>
                  <a:cubicBezTo>
                    <a:pt x="2057" y="13916"/>
                    <a:pt x="2159" y="13848"/>
                    <a:pt x="2159" y="13712"/>
                  </a:cubicBezTo>
                  <a:lnTo>
                    <a:pt x="2159" y="12589"/>
                  </a:lnTo>
                  <a:cubicBezTo>
                    <a:pt x="2159" y="12274"/>
                    <a:pt x="2021" y="11977"/>
                    <a:pt x="1782" y="11774"/>
                  </a:cubicBezTo>
                  <a:lnTo>
                    <a:pt x="703" y="10847"/>
                  </a:lnTo>
                  <a:cubicBezTo>
                    <a:pt x="822" y="10717"/>
                    <a:pt x="974" y="10619"/>
                    <a:pt x="1141" y="10558"/>
                  </a:cubicBezTo>
                  <a:lnTo>
                    <a:pt x="2590" y="10047"/>
                  </a:lnTo>
                  <a:cubicBezTo>
                    <a:pt x="2612" y="10558"/>
                    <a:pt x="2720" y="11065"/>
                    <a:pt x="2916" y="11539"/>
                  </a:cubicBezTo>
                  <a:cubicBezTo>
                    <a:pt x="3084" y="11949"/>
                    <a:pt x="3483" y="12205"/>
                    <a:pt x="3911" y="12205"/>
                  </a:cubicBezTo>
                  <a:cubicBezTo>
                    <a:pt x="3997" y="12205"/>
                    <a:pt x="4085" y="12195"/>
                    <a:pt x="4172" y="12173"/>
                  </a:cubicBezTo>
                  <a:lnTo>
                    <a:pt x="5223" y="11908"/>
                  </a:lnTo>
                  <a:lnTo>
                    <a:pt x="6269" y="12173"/>
                  </a:lnTo>
                  <a:cubicBezTo>
                    <a:pt x="6356" y="12195"/>
                    <a:pt x="6447" y="12205"/>
                    <a:pt x="6537" y="12205"/>
                  </a:cubicBezTo>
                  <a:cubicBezTo>
                    <a:pt x="6972" y="12205"/>
                    <a:pt x="7363" y="11941"/>
                    <a:pt x="7526" y="11539"/>
                  </a:cubicBezTo>
                  <a:cubicBezTo>
                    <a:pt x="7722" y="11068"/>
                    <a:pt x="7834" y="10565"/>
                    <a:pt x="7852" y="10051"/>
                  </a:cubicBezTo>
                  <a:lnTo>
                    <a:pt x="9294" y="10561"/>
                  </a:lnTo>
                  <a:cubicBezTo>
                    <a:pt x="9464" y="10619"/>
                    <a:pt x="9616" y="10721"/>
                    <a:pt x="9739" y="10855"/>
                  </a:cubicBezTo>
                  <a:lnTo>
                    <a:pt x="8667" y="11774"/>
                  </a:lnTo>
                  <a:cubicBezTo>
                    <a:pt x="8428" y="11977"/>
                    <a:pt x="8290" y="12274"/>
                    <a:pt x="8290" y="12589"/>
                  </a:cubicBezTo>
                  <a:lnTo>
                    <a:pt x="8290" y="13716"/>
                  </a:lnTo>
                  <a:cubicBezTo>
                    <a:pt x="8290" y="13850"/>
                    <a:pt x="8392" y="13917"/>
                    <a:pt x="8493" y="13917"/>
                  </a:cubicBezTo>
                  <a:cubicBezTo>
                    <a:pt x="8595" y="13917"/>
                    <a:pt x="8696" y="13850"/>
                    <a:pt x="8696" y="13716"/>
                  </a:cubicBezTo>
                  <a:lnTo>
                    <a:pt x="8696" y="12589"/>
                  </a:lnTo>
                  <a:cubicBezTo>
                    <a:pt x="8696" y="12394"/>
                    <a:pt x="8783" y="12209"/>
                    <a:pt x="8931" y="12082"/>
                  </a:cubicBezTo>
                  <a:lnTo>
                    <a:pt x="9960" y="11202"/>
                  </a:lnTo>
                  <a:cubicBezTo>
                    <a:pt x="10007" y="11329"/>
                    <a:pt x="10032" y="11463"/>
                    <a:pt x="10032" y="11597"/>
                  </a:cubicBezTo>
                  <a:lnTo>
                    <a:pt x="10032" y="13716"/>
                  </a:lnTo>
                  <a:cubicBezTo>
                    <a:pt x="10032" y="13852"/>
                    <a:pt x="10135" y="13919"/>
                    <a:pt x="10237" y="13919"/>
                  </a:cubicBezTo>
                  <a:cubicBezTo>
                    <a:pt x="10339" y="13919"/>
                    <a:pt x="10442" y="13852"/>
                    <a:pt x="10442" y="13716"/>
                  </a:cubicBezTo>
                  <a:lnTo>
                    <a:pt x="10442" y="11597"/>
                  </a:lnTo>
                  <a:cubicBezTo>
                    <a:pt x="10438" y="10956"/>
                    <a:pt x="10036" y="10387"/>
                    <a:pt x="9431" y="10174"/>
                  </a:cubicBezTo>
                  <a:lnTo>
                    <a:pt x="7856" y="9616"/>
                  </a:lnTo>
                  <a:lnTo>
                    <a:pt x="7856" y="9583"/>
                  </a:lnTo>
                  <a:cubicBezTo>
                    <a:pt x="7838" y="9323"/>
                    <a:pt x="7667" y="9098"/>
                    <a:pt x="7421" y="9011"/>
                  </a:cubicBezTo>
                  <a:lnTo>
                    <a:pt x="6737" y="8779"/>
                  </a:lnTo>
                  <a:lnTo>
                    <a:pt x="6737" y="8290"/>
                  </a:lnTo>
                  <a:cubicBezTo>
                    <a:pt x="6769" y="8272"/>
                    <a:pt x="6798" y="8251"/>
                    <a:pt x="6827" y="8232"/>
                  </a:cubicBezTo>
                  <a:cubicBezTo>
                    <a:pt x="7041" y="8316"/>
                    <a:pt x="7269" y="8359"/>
                    <a:pt x="7501" y="8363"/>
                  </a:cubicBezTo>
                  <a:cubicBezTo>
                    <a:pt x="7754" y="8363"/>
                    <a:pt x="8008" y="8294"/>
                    <a:pt x="8229" y="8164"/>
                  </a:cubicBezTo>
                  <a:cubicBezTo>
                    <a:pt x="8374" y="8073"/>
                    <a:pt x="8500" y="7957"/>
                    <a:pt x="8602" y="7823"/>
                  </a:cubicBezTo>
                  <a:cubicBezTo>
                    <a:pt x="9670" y="7809"/>
                    <a:pt x="9786" y="6777"/>
                    <a:pt x="9786" y="6766"/>
                  </a:cubicBezTo>
                  <a:cubicBezTo>
                    <a:pt x="9797" y="6646"/>
                    <a:pt x="9706" y="6545"/>
                    <a:pt x="9587" y="6541"/>
                  </a:cubicBezTo>
                  <a:cubicBezTo>
                    <a:pt x="9507" y="6534"/>
                    <a:pt x="9428" y="6509"/>
                    <a:pt x="9355" y="6469"/>
                  </a:cubicBezTo>
                  <a:cubicBezTo>
                    <a:pt x="9207" y="6385"/>
                    <a:pt x="9134" y="6240"/>
                    <a:pt x="9134" y="6027"/>
                  </a:cubicBezTo>
                  <a:lnTo>
                    <a:pt x="9134" y="3039"/>
                  </a:lnTo>
                  <a:cubicBezTo>
                    <a:pt x="9134" y="1826"/>
                    <a:pt x="8222" y="804"/>
                    <a:pt x="7016" y="670"/>
                  </a:cubicBezTo>
                  <a:cubicBezTo>
                    <a:pt x="6947" y="667"/>
                    <a:pt x="6882" y="630"/>
                    <a:pt x="6834" y="573"/>
                  </a:cubicBezTo>
                  <a:cubicBezTo>
                    <a:pt x="6581" y="192"/>
                    <a:pt x="6041" y="0"/>
                    <a:pt x="52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2"/>
            <p:cNvSpPr/>
            <p:nvPr/>
          </p:nvSpPr>
          <p:spPr>
            <a:xfrm>
              <a:off x="6823865" y="3066186"/>
              <a:ext cx="49604" cy="16517"/>
            </a:xfrm>
            <a:custGeom>
              <a:rect b="b" l="l" r="r" t="t"/>
              <a:pathLst>
                <a:path extrusionOk="0" h="630" w="1892">
                  <a:moveTo>
                    <a:pt x="293" y="1"/>
                  </a:moveTo>
                  <a:cubicBezTo>
                    <a:pt x="135" y="1"/>
                    <a:pt x="0" y="206"/>
                    <a:pt x="148" y="354"/>
                  </a:cubicBezTo>
                  <a:cubicBezTo>
                    <a:pt x="325" y="528"/>
                    <a:pt x="622" y="629"/>
                    <a:pt x="945" y="629"/>
                  </a:cubicBezTo>
                  <a:cubicBezTo>
                    <a:pt x="1271" y="629"/>
                    <a:pt x="1568" y="524"/>
                    <a:pt x="1742" y="354"/>
                  </a:cubicBezTo>
                  <a:cubicBezTo>
                    <a:pt x="1892" y="206"/>
                    <a:pt x="1758" y="1"/>
                    <a:pt x="1599" y="1"/>
                  </a:cubicBezTo>
                  <a:cubicBezTo>
                    <a:pt x="1551" y="1"/>
                    <a:pt x="1501" y="20"/>
                    <a:pt x="1455" y="64"/>
                  </a:cubicBezTo>
                  <a:cubicBezTo>
                    <a:pt x="1383" y="136"/>
                    <a:pt x="1206" y="223"/>
                    <a:pt x="945" y="223"/>
                  </a:cubicBezTo>
                  <a:cubicBezTo>
                    <a:pt x="688" y="223"/>
                    <a:pt x="510" y="136"/>
                    <a:pt x="434" y="64"/>
                  </a:cubicBezTo>
                  <a:cubicBezTo>
                    <a:pt x="390" y="20"/>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2"/>
            <p:cNvSpPr/>
            <p:nvPr/>
          </p:nvSpPr>
          <p:spPr>
            <a:xfrm>
              <a:off x="6809026" y="3026178"/>
              <a:ext cx="10671" cy="16360"/>
            </a:xfrm>
            <a:custGeom>
              <a:rect b="b" l="l" r="r" t="t"/>
              <a:pathLst>
                <a:path extrusionOk="0" h="624"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2"/>
            <p:cNvSpPr/>
            <p:nvPr/>
          </p:nvSpPr>
          <p:spPr>
            <a:xfrm>
              <a:off x="6877585"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2"/>
            <p:cNvSpPr/>
            <p:nvPr/>
          </p:nvSpPr>
          <p:spPr>
            <a:xfrm>
              <a:off x="6801528" y="3009085"/>
              <a:ext cx="25667" cy="10644"/>
            </a:xfrm>
            <a:custGeom>
              <a:rect b="b" l="l" r="r" t="t"/>
              <a:pathLst>
                <a:path extrusionOk="0" h="406"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2"/>
            <p:cNvSpPr/>
            <p:nvPr/>
          </p:nvSpPr>
          <p:spPr>
            <a:xfrm>
              <a:off x="6871895" y="3009085"/>
              <a:ext cx="23937" cy="10644"/>
            </a:xfrm>
            <a:custGeom>
              <a:rect b="b" l="l" r="r" t="t"/>
              <a:pathLst>
                <a:path extrusionOk="0" h="406" w="913">
                  <a:moveTo>
                    <a:pt x="203" y="0"/>
                  </a:moveTo>
                  <a:cubicBezTo>
                    <a:pt x="91" y="0"/>
                    <a:pt x="0" y="91"/>
                    <a:pt x="0" y="203"/>
                  </a:cubicBezTo>
                  <a:cubicBezTo>
                    <a:pt x="0" y="315"/>
                    <a:pt x="91" y="406"/>
                    <a:pt x="203"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9" name="Google Shape;13829;p82"/>
          <p:cNvGrpSpPr/>
          <p:nvPr/>
        </p:nvGrpSpPr>
        <p:grpSpPr>
          <a:xfrm>
            <a:off x="7611753" y="1513402"/>
            <a:ext cx="273501" cy="364974"/>
            <a:chOff x="7611753" y="1513402"/>
            <a:chExt cx="273501" cy="364974"/>
          </a:xfrm>
        </p:grpSpPr>
        <p:sp>
          <p:nvSpPr>
            <p:cNvPr id="13830" name="Google Shape;13830;p82"/>
            <p:cNvSpPr/>
            <p:nvPr/>
          </p:nvSpPr>
          <p:spPr>
            <a:xfrm>
              <a:off x="7617259" y="1718214"/>
              <a:ext cx="262857" cy="154316"/>
            </a:xfrm>
            <a:custGeom>
              <a:rect b="b" l="l" r="r" t="t"/>
              <a:pathLst>
                <a:path extrusionOk="0" h="5886" w="10026">
                  <a:moveTo>
                    <a:pt x="3706" y="0"/>
                  </a:moveTo>
                  <a:lnTo>
                    <a:pt x="3706" y="1347"/>
                  </a:lnTo>
                  <a:cubicBezTo>
                    <a:pt x="3706" y="1717"/>
                    <a:pt x="3470" y="2046"/>
                    <a:pt x="3123" y="2169"/>
                  </a:cubicBezTo>
                  <a:lnTo>
                    <a:pt x="873" y="2963"/>
                  </a:lnTo>
                  <a:cubicBezTo>
                    <a:pt x="352" y="3147"/>
                    <a:pt x="1" y="3640"/>
                    <a:pt x="1" y="4198"/>
                  </a:cubicBezTo>
                  <a:lnTo>
                    <a:pt x="1" y="5885"/>
                  </a:lnTo>
                  <a:lnTo>
                    <a:pt x="10026" y="5885"/>
                  </a:lnTo>
                  <a:lnTo>
                    <a:pt x="10026" y="4198"/>
                  </a:lnTo>
                  <a:cubicBezTo>
                    <a:pt x="10026" y="3640"/>
                    <a:pt x="9678" y="3147"/>
                    <a:pt x="9156" y="2963"/>
                  </a:cubicBezTo>
                  <a:lnTo>
                    <a:pt x="6904" y="2169"/>
                  </a:lnTo>
                  <a:cubicBezTo>
                    <a:pt x="6556" y="2046"/>
                    <a:pt x="6320" y="1717"/>
                    <a:pt x="6320" y="1347"/>
                  </a:cubicBezTo>
                  <a:lnTo>
                    <a:pt x="6320" y="0"/>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2"/>
            <p:cNvSpPr/>
            <p:nvPr/>
          </p:nvSpPr>
          <p:spPr>
            <a:xfrm>
              <a:off x="7636922" y="1518698"/>
              <a:ext cx="223635" cy="239602"/>
            </a:xfrm>
            <a:custGeom>
              <a:rect b="b" l="l" r="r" t="t"/>
              <a:pathLst>
                <a:path extrusionOk="0" h="9139" w="8530">
                  <a:moveTo>
                    <a:pt x="4263" y="1"/>
                  </a:moveTo>
                  <a:cubicBezTo>
                    <a:pt x="2217" y="1"/>
                    <a:pt x="558" y="1660"/>
                    <a:pt x="558" y="3706"/>
                  </a:cubicBezTo>
                  <a:lnTo>
                    <a:pt x="558" y="5231"/>
                  </a:lnTo>
                  <a:cubicBezTo>
                    <a:pt x="565" y="6067"/>
                    <a:pt x="406" y="6900"/>
                    <a:pt x="91" y="7675"/>
                  </a:cubicBezTo>
                  <a:cubicBezTo>
                    <a:pt x="0" y="7900"/>
                    <a:pt x="109" y="8153"/>
                    <a:pt x="333" y="8244"/>
                  </a:cubicBezTo>
                  <a:cubicBezTo>
                    <a:pt x="877" y="8461"/>
                    <a:pt x="2956" y="9138"/>
                    <a:pt x="4263" y="9138"/>
                  </a:cubicBezTo>
                  <a:cubicBezTo>
                    <a:pt x="5570" y="9138"/>
                    <a:pt x="7653" y="8461"/>
                    <a:pt x="8196" y="8247"/>
                  </a:cubicBezTo>
                  <a:cubicBezTo>
                    <a:pt x="8421" y="8157"/>
                    <a:pt x="8529" y="7900"/>
                    <a:pt x="8435" y="7679"/>
                  </a:cubicBezTo>
                  <a:cubicBezTo>
                    <a:pt x="8120" y="6900"/>
                    <a:pt x="7964" y="6071"/>
                    <a:pt x="7972" y="5231"/>
                  </a:cubicBezTo>
                  <a:lnTo>
                    <a:pt x="7972" y="3706"/>
                  </a:lnTo>
                  <a:cubicBezTo>
                    <a:pt x="7972" y="1660"/>
                    <a:pt x="6309" y="1"/>
                    <a:pt x="426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2"/>
            <p:cNvSpPr/>
            <p:nvPr/>
          </p:nvSpPr>
          <p:spPr>
            <a:xfrm>
              <a:off x="7651551" y="1723981"/>
              <a:ext cx="194377" cy="102877"/>
            </a:xfrm>
            <a:custGeom>
              <a:rect b="b" l="l" r="r" t="t"/>
              <a:pathLst>
                <a:path extrusionOk="0" h="3924" w="7414">
                  <a:moveTo>
                    <a:pt x="6109" y="1"/>
                  </a:moveTo>
                  <a:cubicBezTo>
                    <a:pt x="6107" y="1"/>
                    <a:pt x="6105" y="1"/>
                    <a:pt x="6103" y="1"/>
                  </a:cubicBezTo>
                  <a:lnTo>
                    <a:pt x="1307" y="1"/>
                  </a:lnTo>
                  <a:cubicBezTo>
                    <a:pt x="587" y="1"/>
                    <a:pt x="0" y="584"/>
                    <a:pt x="0" y="1308"/>
                  </a:cubicBezTo>
                  <a:cubicBezTo>
                    <a:pt x="0" y="2750"/>
                    <a:pt x="1170" y="3923"/>
                    <a:pt x="2615" y="3923"/>
                  </a:cubicBezTo>
                  <a:lnTo>
                    <a:pt x="4795" y="3923"/>
                  </a:lnTo>
                  <a:cubicBezTo>
                    <a:pt x="6240" y="3923"/>
                    <a:pt x="7414" y="2753"/>
                    <a:pt x="7414" y="1308"/>
                  </a:cubicBezTo>
                  <a:cubicBezTo>
                    <a:pt x="7414" y="586"/>
                    <a:pt x="6831" y="1"/>
                    <a:pt x="61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2"/>
            <p:cNvSpPr/>
            <p:nvPr/>
          </p:nvSpPr>
          <p:spPr>
            <a:xfrm>
              <a:off x="7670061" y="1741075"/>
              <a:ext cx="157357" cy="65072"/>
            </a:xfrm>
            <a:custGeom>
              <a:rect b="b" l="l" r="r" t="t"/>
              <a:pathLst>
                <a:path extrusionOk="0" h="2482" w="6002">
                  <a:moveTo>
                    <a:pt x="659" y="1"/>
                  </a:moveTo>
                  <a:cubicBezTo>
                    <a:pt x="189" y="1"/>
                    <a:pt x="0" y="617"/>
                    <a:pt x="395" y="881"/>
                  </a:cubicBezTo>
                  <a:lnTo>
                    <a:pt x="2637" y="2373"/>
                  </a:lnTo>
                  <a:cubicBezTo>
                    <a:pt x="2747" y="2446"/>
                    <a:pt x="2874" y="2482"/>
                    <a:pt x="3000" y="2482"/>
                  </a:cubicBezTo>
                  <a:cubicBezTo>
                    <a:pt x="3127" y="2482"/>
                    <a:pt x="3253" y="2446"/>
                    <a:pt x="3361" y="2373"/>
                  </a:cubicBezTo>
                  <a:lnTo>
                    <a:pt x="5607" y="881"/>
                  </a:lnTo>
                  <a:cubicBezTo>
                    <a:pt x="6001" y="617"/>
                    <a:pt x="5813" y="1"/>
                    <a:pt x="5339"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2"/>
            <p:cNvSpPr/>
            <p:nvPr/>
          </p:nvSpPr>
          <p:spPr>
            <a:xfrm>
              <a:off x="7703016" y="1518698"/>
              <a:ext cx="142073" cy="85312"/>
            </a:xfrm>
            <a:custGeom>
              <a:rect b="b" l="l" r="r" t="t"/>
              <a:pathLst>
                <a:path extrusionOk="0" h="3254" w="5419">
                  <a:moveTo>
                    <a:pt x="1742" y="1"/>
                  </a:moveTo>
                  <a:cubicBezTo>
                    <a:pt x="1134" y="1"/>
                    <a:pt x="536" y="149"/>
                    <a:pt x="0" y="439"/>
                  </a:cubicBezTo>
                  <a:lnTo>
                    <a:pt x="0" y="638"/>
                  </a:lnTo>
                  <a:cubicBezTo>
                    <a:pt x="0" y="2080"/>
                    <a:pt x="1170" y="3253"/>
                    <a:pt x="2615" y="3253"/>
                  </a:cubicBezTo>
                  <a:lnTo>
                    <a:pt x="5418" y="3253"/>
                  </a:lnTo>
                  <a:cubicBezTo>
                    <a:pt x="5190" y="1395"/>
                    <a:pt x="3614" y="1"/>
                    <a:pt x="174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2"/>
            <p:cNvSpPr/>
            <p:nvPr/>
          </p:nvSpPr>
          <p:spPr>
            <a:xfrm>
              <a:off x="7697589" y="1718214"/>
              <a:ext cx="102196" cy="88038"/>
            </a:xfrm>
            <a:custGeom>
              <a:rect b="b" l="l" r="r" t="t"/>
              <a:pathLst>
                <a:path extrusionOk="0" h="3358" w="3898">
                  <a:moveTo>
                    <a:pt x="642" y="0"/>
                  </a:moveTo>
                  <a:lnTo>
                    <a:pt x="642" y="1347"/>
                  </a:lnTo>
                  <a:cubicBezTo>
                    <a:pt x="642" y="1717"/>
                    <a:pt x="406" y="2046"/>
                    <a:pt x="59" y="2169"/>
                  </a:cubicBezTo>
                  <a:lnTo>
                    <a:pt x="1" y="2188"/>
                  </a:lnTo>
                  <a:lnTo>
                    <a:pt x="1587" y="3249"/>
                  </a:lnTo>
                  <a:cubicBezTo>
                    <a:pt x="1697" y="3321"/>
                    <a:pt x="1824" y="3357"/>
                    <a:pt x="1950" y="3357"/>
                  </a:cubicBezTo>
                  <a:cubicBezTo>
                    <a:pt x="2077" y="3357"/>
                    <a:pt x="2203" y="3321"/>
                    <a:pt x="2311" y="3249"/>
                  </a:cubicBezTo>
                  <a:lnTo>
                    <a:pt x="3898" y="2191"/>
                  </a:lnTo>
                  <a:lnTo>
                    <a:pt x="3836" y="2169"/>
                  </a:lnTo>
                  <a:cubicBezTo>
                    <a:pt x="3488" y="2046"/>
                    <a:pt x="3256" y="1717"/>
                    <a:pt x="3256" y="1347"/>
                  </a:cubicBezTo>
                  <a:lnTo>
                    <a:pt x="325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2"/>
            <p:cNvSpPr/>
            <p:nvPr/>
          </p:nvSpPr>
          <p:spPr>
            <a:xfrm>
              <a:off x="7714395" y="1718214"/>
              <a:ext cx="68585" cy="34397"/>
            </a:xfrm>
            <a:custGeom>
              <a:rect b="b" l="l" r="r" t="t"/>
              <a:pathLst>
                <a:path extrusionOk="0" h="1312" w="2616">
                  <a:moveTo>
                    <a:pt x="1" y="0"/>
                  </a:moveTo>
                  <a:lnTo>
                    <a:pt x="1" y="1032"/>
                  </a:lnTo>
                  <a:cubicBezTo>
                    <a:pt x="363" y="1192"/>
                    <a:pt x="754" y="1286"/>
                    <a:pt x="1152" y="1307"/>
                  </a:cubicBezTo>
                  <a:cubicBezTo>
                    <a:pt x="1203" y="1307"/>
                    <a:pt x="1257" y="1311"/>
                    <a:pt x="1308" y="1311"/>
                  </a:cubicBezTo>
                  <a:cubicBezTo>
                    <a:pt x="1757" y="1307"/>
                    <a:pt x="2203" y="1217"/>
                    <a:pt x="2615" y="1036"/>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2"/>
            <p:cNvSpPr/>
            <p:nvPr/>
          </p:nvSpPr>
          <p:spPr>
            <a:xfrm>
              <a:off x="7674413" y="1591635"/>
              <a:ext cx="148627" cy="143777"/>
            </a:xfrm>
            <a:custGeom>
              <a:rect b="b" l="l" r="r" t="t"/>
              <a:pathLst>
                <a:path extrusionOk="0" h="5484" w="5669">
                  <a:moveTo>
                    <a:pt x="3402" y="1"/>
                  </a:moveTo>
                  <a:cubicBezTo>
                    <a:pt x="3335" y="1"/>
                    <a:pt x="3271" y="53"/>
                    <a:pt x="3271" y="131"/>
                  </a:cubicBezTo>
                  <a:lnTo>
                    <a:pt x="3271" y="688"/>
                  </a:lnTo>
                  <a:cubicBezTo>
                    <a:pt x="3271" y="808"/>
                    <a:pt x="3173" y="906"/>
                    <a:pt x="3050" y="906"/>
                  </a:cubicBezTo>
                  <a:lnTo>
                    <a:pt x="874" y="906"/>
                  </a:lnTo>
                  <a:cubicBezTo>
                    <a:pt x="392" y="906"/>
                    <a:pt x="1" y="1297"/>
                    <a:pt x="1" y="1779"/>
                  </a:cubicBezTo>
                  <a:lnTo>
                    <a:pt x="1" y="2572"/>
                  </a:lnTo>
                  <a:cubicBezTo>
                    <a:pt x="1" y="4096"/>
                    <a:pt x="1174" y="5408"/>
                    <a:pt x="2695" y="5480"/>
                  </a:cubicBezTo>
                  <a:cubicBezTo>
                    <a:pt x="2743" y="5482"/>
                    <a:pt x="2790" y="5483"/>
                    <a:pt x="2837" y="5483"/>
                  </a:cubicBezTo>
                  <a:cubicBezTo>
                    <a:pt x="4393" y="5483"/>
                    <a:pt x="5669" y="4219"/>
                    <a:pt x="5669" y="2651"/>
                  </a:cubicBezTo>
                  <a:lnTo>
                    <a:pt x="5669" y="1779"/>
                  </a:lnTo>
                  <a:cubicBezTo>
                    <a:pt x="5669" y="1297"/>
                    <a:pt x="5278" y="906"/>
                    <a:pt x="4796" y="906"/>
                  </a:cubicBezTo>
                  <a:lnTo>
                    <a:pt x="4452" y="906"/>
                  </a:lnTo>
                  <a:cubicBezTo>
                    <a:pt x="4394" y="906"/>
                    <a:pt x="4336" y="884"/>
                    <a:pt x="4296" y="844"/>
                  </a:cubicBezTo>
                  <a:lnTo>
                    <a:pt x="3492" y="40"/>
                  </a:lnTo>
                  <a:cubicBezTo>
                    <a:pt x="3466" y="13"/>
                    <a:pt x="3434" y="1"/>
                    <a:pt x="340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2"/>
            <p:cNvSpPr/>
            <p:nvPr/>
          </p:nvSpPr>
          <p:spPr>
            <a:xfrm>
              <a:off x="7674334" y="1586785"/>
              <a:ext cx="125818" cy="148601"/>
            </a:xfrm>
            <a:custGeom>
              <a:rect b="b" l="l" r="r" t="t"/>
              <a:pathLst>
                <a:path extrusionOk="0" h="5668" w="4799">
                  <a:moveTo>
                    <a:pt x="3274" y="1"/>
                  </a:moveTo>
                  <a:lnTo>
                    <a:pt x="3274" y="1091"/>
                  </a:lnTo>
                  <a:lnTo>
                    <a:pt x="873" y="1091"/>
                  </a:lnTo>
                  <a:cubicBezTo>
                    <a:pt x="391" y="1091"/>
                    <a:pt x="0" y="1482"/>
                    <a:pt x="0" y="1964"/>
                  </a:cubicBezTo>
                  <a:lnTo>
                    <a:pt x="0" y="2749"/>
                  </a:lnTo>
                  <a:cubicBezTo>
                    <a:pt x="0" y="4028"/>
                    <a:pt x="815" y="5198"/>
                    <a:pt x="2043" y="5556"/>
                  </a:cubicBezTo>
                  <a:cubicBezTo>
                    <a:pt x="2298" y="5630"/>
                    <a:pt x="2562" y="5668"/>
                    <a:pt x="2826" y="5668"/>
                  </a:cubicBezTo>
                  <a:cubicBezTo>
                    <a:pt x="2975" y="5668"/>
                    <a:pt x="3123" y="5656"/>
                    <a:pt x="3271" y="5632"/>
                  </a:cubicBezTo>
                  <a:cubicBezTo>
                    <a:pt x="1894" y="5415"/>
                    <a:pt x="873" y="4180"/>
                    <a:pt x="873" y="2753"/>
                  </a:cubicBezTo>
                  <a:lnTo>
                    <a:pt x="873" y="2619"/>
                  </a:lnTo>
                  <a:cubicBezTo>
                    <a:pt x="873" y="2137"/>
                    <a:pt x="1264" y="1746"/>
                    <a:pt x="1746" y="1746"/>
                  </a:cubicBezTo>
                  <a:lnTo>
                    <a:pt x="4361" y="1746"/>
                  </a:lnTo>
                  <a:cubicBezTo>
                    <a:pt x="4603" y="1746"/>
                    <a:pt x="4799" y="1551"/>
                    <a:pt x="4799" y="1308"/>
                  </a:cubicBezTo>
                  <a:lnTo>
                    <a:pt x="4799" y="1091"/>
                  </a:lnTo>
                  <a:lnTo>
                    <a:pt x="4364" y="1091"/>
                  </a:lnTo>
                  <a:lnTo>
                    <a:pt x="327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2"/>
            <p:cNvSpPr/>
            <p:nvPr/>
          </p:nvSpPr>
          <p:spPr>
            <a:xfrm>
              <a:off x="7722942" y="1681561"/>
              <a:ext cx="51491" cy="22888"/>
            </a:xfrm>
            <a:custGeom>
              <a:rect b="b" l="l" r="r" t="t"/>
              <a:pathLst>
                <a:path extrusionOk="0" h="873" w="1964">
                  <a:moveTo>
                    <a:pt x="124" y="0"/>
                  </a:moveTo>
                  <a:cubicBezTo>
                    <a:pt x="55" y="0"/>
                    <a:pt x="1" y="65"/>
                    <a:pt x="15" y="134"/>
                  </a:cubicBezTo>
                  <a:cubicBezTo>
                    <a:pt x="84" y="554"/>
                    <a:pt x="493" y="873"/>
                    <a:pt x="982" y="873"/>
                  </a:cubicBezTo>
                  <a:cubicBezTo>
                    <a:pt x="1475" y="873"/>
                    <a:pt x="1880" y="551"/>
                    <a:pt x="1953" y="134"/>
                  </a:cubicBezTo>
                  <a:cubicBezTo>
                    <a:pt x="1964" y="65"/>
                    <a:pt x="1913" y="0"/>
                    <a:pt x="18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2"/>
            <p:cNvSpPr/>
            <p:nvPr/>
          </p:nvSpPr>
          <p:spPr>
            <a:xfrm>
              <a:off x="7709073" y="1644778"/>
              <a:ext cx="10775" cy="16412"/>
            </a:xfrm>
            <a:custGeom>
              <a:rect b="b" l="l" r="r" t="t"/>
              <a:pathLst>
                <a:path extrusionOk="0" h="626" w="411">
                  <a:moveTo>
                    <a:pt x="205" y="1"/>
                  </a:moveTo>
                  <a:cubicBezTo>
                    <a:pt x="103" y="1"/>
                    <a:pt x="1" y="68"/>
                    <a:pt x="1" y="204"/>
                  </a:cubicBezTo>
                  <a:lnTo>
                    <a:pt x="1" y="422"/>
                  </a:lnTo>
                  <a:cubicBezTo>
                    <a:pt x="1" y="557"/>
                    <a:pt x="103" y="625"/>
                    <a:pt x="205" y="625"/>
                  </a:cubicBezTo>
                  <a:cubicBezTo>
                    <a:pt x="308" y="625"/>
                    <a:pt x="410" y="557"/>
                    <a:pt x="410" y="422"/>
                  </a:cubicBezTo>
                  <a:lnTo>
                    <a:pt x="410" y="204"/>
                  </a:lnTo>
                  <a:cubicBezTo>
                    <a:pt x="410" y="68"/>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2"/>
            <p:cNvSpPr/>
            <p:nvPr/>
          </p:nvSpPr>
          <p:spPr>
            <a:xfrm>
              <a:off x="7777631" y="1644805"/>
              <a:ext cx="10671" cy="16386"/>
            </a:xfrm>
            <a:custGeom>
              <a:rect b="b" l="l" r="r" t="t"/>
              <a:pathLst>
                <a:path extrusionOk="0" h="625" w="407">
                  <a:moveTo>
                    <a:pt x="203" y="0"/>
                  </a:moveTo>
                  <a:cubicBezTo>
                    <a:pt x="91" y="0"/>
                    <a:pt x="1" y="91"/>
                    <a:pt x="1" y="203"/>
                  </a:cubicBezTo>
                  <a:lnTo>
                    <a:pt x="1" y="421"/>
                  </a:lnTo>
                  <a:cubicBezTo>
                    <a:pt x="1" y="556"/>
                    <a:pt x="102" y="624"/>
                    <a:pt x="203" y="624"/>
                  </a:cubicBezTo>
                  <a:cubicBezTo>
                    <a:pt x="305" y="624"/>
                    <a:pt x="406" y="556"/>
                    <a:pt x="406" y="421"/>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2"/>
            <p:cNvSpPr/>
            <p:nvPr/>
          </p:nvSpPr>
          <p:spPr>
            <a:xfrm>
              <a:off x="7611753" y="1513402"/>
              <a:ext cx="273501" cy="364974"/>
            </a:xfrm>
            <a:custGeom>
              <a:rect b="b" l="l" r="r" t="t"/>
              <a:pathLst>
                <a:path extrusionOk="0" h="13921" w="10432">
                  <a:moveTo>
                    <a:pt x="5223" y="409"/>
                  </a:moveTo>
                  <a:cubicBezTo>
                    <a:pt x="7157" y="409"/>
                    <a:pt x="8725" y="1974"/>
                    <a:pt x="8725" y="3908"/>
                  </a:cubicBezTo>
                  <a:lnTo>
                    <a:pt x="8725" y="5433"/>
                  </a:lnTo>
                  <a:cubicBezTo>
                    <a:pt x="8725" y="6566"/>
                    <a:pt x="8990" y="7428"/>
                    <a:pt x="9207" y="7957"/>
                  </a:cubicBezTo>
                  <a:cubicBezTo>
                    <a:pt x="9232" y="8011"/>
                    <a:pt x="9232" y="8076"/>
                    <a:pt x="9207" y="8131"/>
                  </a:cubicBezTo>
                  <a:cubicBezTo>
                    <a:pt x="9185" y="8189"/>
                    <a:pt x="9138" y="8232"/>
                    <a:pt x="9080" y="8258"/>
                  </a:cubicBezTo>
                  <a:cubicBezTo>
                    <a:pt x="8982" y="8294"/>
                    <a:pt x="8885" y="8334"/>
                    <a:pt x="8783" y="8370"/>
                  </a:cubicBezTo>
                  <a:cubicBezTo>
                    <a:pt x="8497" y="8026"/>
                    <a:pt x="8070" y="7827"/>
                    <a:pt x="7621" y="7827"/>
                  </a:cubicBezTo>
                  <a:lnTo>
                    <a:pt x="7342" y="7827"/>
                  </a:lnTo>
                  <a:cubicBezTo>
                    <a:pt x="7928" y="7258"/>
                    <a:pt x="8262" y="6472"/>
                    <a:pt x="8262" y="5653"/>
                  </a:cubicBezTo>
                  <a:lnTo>
                    <a:pt x="8262" y="4781"/>
                  </a:lnTo>
                  <a:cubicBezTo>
                    <a:pt x="8262" y="4187"/>
                    <a:pt x="7780" y="3705"/>
                    <a:pt x="7186" y="3705"/>
                  </a:cubicBezTo>
                  <a:lnTo>
                    <a:pt x="6835" y="3705"/>
                  </a:lnTo>
                  <a:lnTo>
                    <a:pt x="5806" y="2676"/>
                  </a:lnTo>
                  <a:cubicBezTo>
                    <a:pt x="5765" y="2634"/>
                    <a:pt x="5713" y="2615"/>
                    <a:pt x="5663" y="2615"/>
                  </a:cubicBezTo>
                  <a:cubicBezTo>
                    <a:pt x="5559" y="2615"/>
                    <a:pt x="5458" y="2696"/>
                    <a:pt x="5458" y="2818"/>
                  </a:cubicBezTo>
                  <a:lnTo>
                    <a:pt x="5458" y="3705"/>
                  </a:lnTo>
                  <a:lnTo>
                    <a:pt x="4354" y="3705"/>
                  </a:lnTo>
                  <a:cubicBezTo>
                    <a:pt x="4082" y="3705"/>
                    <a:pt x="4082" y="4114"/>
                    <a:pt x="4354" y="4114"/>
                  </a:cubicBezTo>
                  <a:lnTo>
                    <a:pt x="5661" y="4114"/>
                  </a:lnTo>
                  <a:cubicBezTo>
                    <a:pt x="5774" y="4114"/>
                    <a:pt x="5868" y="4020"/>
                    <a:pt x="5868" y="3908"/>
                  </a:cubicBezTo>
                  <a:lnTo>
                    <a:pt x="5868" y="3310"/>
                  </a:lnTo>
                  <a:lnTo>
                    <a:pt x="6607" y="4053"/>
                  </a:lnTo>
                  <a:cubicBezTo>
                    <a:pt x="6646" y="4093"/>
                    <a:pt x="6697" y="4114"/>
                    <a:pt x="6751" y="4114"/>
                  </a:cubicBezTo>
                  <a:lnTo>
                    <a:pt x="7186" y="4114"/>
                  </a:lnTo>
                  <a:cubicBezTo>
                    <a:pt x="7555" y="4114"/>
                    <a:pt x="7856" y="4411"/>
                    <a:pt x="7856" y="4781"/>
                  </a:cubicBezTo>
                  <a:lnTo>
                    <a:pt x="7856" y="5653"/>
                  </a:lnTo>
                  <a:cubicBezTo>
                    <a:pt x="7856" y="7106"/>
                    <a:pt x="6679" y="8283"/>
                    <a:pt x="5227" y="8283"/>
                  </a:cubicBezTo>
                  <a:cubicBezTo>
                    <a:pt x="3774" y="8283"/>
                    <a:pt x="2597" y="7106"/>
                    <a:pt x="2597" y="5653"/>
                  </a:cubicBezTo>
                  <a:lnTo>
                    <a:pt x="2597" y="4781"/>
                  </a:lnTo>
                  <a:cubicBezTo>
                    <a:pt x="2597" y="4411"/>
                    <a:pt x="2894" y="4114"/>
                    <a:pt x="3264" y="4114"/>
                  </a:cubicBezTo>
                  <a:lnTo>
                    <a:pt x="3481" y="4114"/>
                  </a:lnTo>
                  <a:cubicBezTo>
                    <a:pt x="3753" y="4114"/>
                    <a:pt x="3753" y="3705"/>
                    <a:pt x="3481" y="3705"/>
                  </a:cubicBezTo>
                  <a:lnTo>
                    <a:pt x="3264" y="3705"/>
                  </a:lnTo>
                  <a:cubicBezTo>
                    <a:pt x="2670" y="3705"/>
                    <a:pt x="2184" y="4187"/>
                    <a:pt x="2184" y="4781"/>
                  </a:cubicBezTo>
                  <a:lnTo>
                    <a:pt x="2184" y="5653"/>
                  </a:lnTo>
                  <a:cubicBezTo>
                    <a:pt x="2184" y="6472"/>
                    <a:pt x="2518" y="7254"/>
                    <a:pt x="3104" y="7827"/>
                  </a:cubicBezTo>
                  <a:lnTo>
                    <a:pt x="2825" y="7827"/>
                  </a:lnTo>
                  <a:cubicBezTo>
                    <a:pt x="2376" y="7827"/>
                    <a:pt x="1949" y="8026"/>
                    <a:pt x="1663" y="8370"/>
                  </a:cubicBezTo>
                  <a:cubicBezTo>
                    <a:pt x="1565" y="8334"/>
                    <a:pt x="1467" y="8297"/>
                    <a:pt x="1370" y="8258"/>
                  </a:cubicBezTo>
                  <a:cubicBezTo>
                    <a:pt x="1312" y="8236"/>
                    <a:pt x="1265" y="8189"/>
                    <a:pt x="1243" y="8134"/>
                  </a:cubicBezTo>
                  <a:cubicBezTo>
                    <a:pt x="1217" y="8076"/>
                    <a:pt x="1217" y="8015"/>
                    <a:pt x="1243" y="7961"/>
                  </a:cubicBezTo>
                  <a:cubicBezTo>
                    <a:pt x="1460" y="7432"/>
                    <a:pt x="1724" y="6566"/>
                    <a:pt x="1724" y="5433"/>
                  </a:cubicBezTo>
                  <a:lnTo>
                    <a:pt x="1724" y="3908"/>
                  </a:lnTo>
                  <a:cubicBezTo>
                    <a:pt x="1724" y="1974"/>
                    <a:pt x="3289" y="409"/>
                    <a:pt x="5223" y="409"/>
                  </a:cubicBezTo>
                  <a:close/>
                  <a:moveTo>
                    <a:pt x="3713" y="8891"/>
                  </a:moveTo>
                  <a:lnTo>
                    <a:pt x="3713" y="9177"/>
                  </a:lnTo>
                  <a:cubicBezTo>
                    <a:pt x="3713" y="9437"/>
                    <a:pt x="3558" y="9676"/>
                    <a:pt x="3320" y="9785"/>
                  </a:cubicBezTo>
                  <a:lnTo>
                    <a:pt x="3320" y="9785"/>
                  </a:lnTo>
                  <a:lnTo>
                    <a:pt x="2731" y="9395"/>
                  </a:lnTo>
                  <a:cubicBezTo>
                    <a:pt x="2507" y="9243"/>
                    <a:pt x="2612" y="8891"/>
                    <a:pt x="2883" y="8891"/>
                  </a:cubicBezTo>
                  <a:close/>
                  <a:moveTo>
                    <a:pt x="7566" y="8891"/>
                  </a:moveTo>
                  <a:cubicBezTo>
                    <a:pt x="7838" y="8891"/>
                    <a:pt x="7943" y="9243"/>
                    <a:pt x="7718" y="9395"/>
                  </a:cubicBezTo>
                  <a:lnTo>
                    <a:pt x="7132" y="9786"/>
                  </a:lnTo>
                  <a:cubicBezTo>
                    <a:pt x="6893" y="9677"/>
                    <a:pt x="6737" y="9438"/>
                    <a:pt x="6737" y="9177"/>
                  </a:cubicBezTo>
                  <a:lnTo>
                    <a:pt x="6737" y="8891"/>
                  </a:lnTo>
                  <a:close/>
                  <a:moveTo>
                    <a:pt x="7624" y="8232"/>
                  </a:moveTo>
                  <a:cubicBezTo>
                    <a:pt x="8233" y="8236"/>
                    <a:pt x="8725" y="8728"/>
                    <a:pt x="8729" y="9337"/>
                  </a:cubicBezTo>
                  <a:cubicBezTo>
                    <a:pt x="8725" y="10589"/>
                    <a:pt x="7767" y="11635"/>
                    <a:pt x="6520" y="11741"/>
                  </a:cubicBezTo>
                  <a:lnTo>
                    <a:pt x="6520" y="11741"/>
                  </a:lnTo>
                  <a:lnTo>
                    <a:pt x="6520" y="11521"/>
                  </a:lnTo>
                  <a:cubicBezTo>
                    <a:pt x="6520" y="11385"/>
                    <a:pt x="6417" y="11317"/>
                    <a:pt x="6315" y="11317"/>
                  </a:cubicBezTo>
                  <a:cubicBezTo>
                    <a:pt x="6213" y="11317"/>
                    <a:pt x="6110" y="11385"/>
                    <a:pt x="6110" y="11521"/>
                  </a:cubicBezTo>
                  <a:lnTo>
                    <a:pt x="6110" y="11752"/>
                  </a:lnTo>
                  <a:lnTo>
                    <a:pt x="4339" y="11752"/>
                  </a:lnTo>
                  <a:lnTo>
                    <a:pt x="4339" y="11521"/>
                  </a:lnTo>
                  <a:cubicBezTo>
                    <a:pt x="4339" y="11385"/>
                    <a:pt x="4238" y="11317"/>
                    <a:pt x="4137" y="11317"/>
                  </a:cubicBezTo>
                  <a:cubicBezTo>
                    <a:pt x="4035" y="11317"/>
                    <a:pt x="3934" y="11385"/>
                    <a:pt x="3934" y="11521"/>
                  </a:cubicBezTo>
                  <a:lnTo>
                    <a:pt x="3934" y="11742"/>
                  </a:lnTo>
                  <a:cubicBezTo>
                    <a:pt x="2684" y="11633"/>
                    <a:pt x="1728" y="10590"/>
                    <a:pt x="1724" y="9340"/>
                  </a:cubicBezTo>
                  <a:cubicBezTo>
                    <a:pt x="1724" y="8728"/>
                    <a:pt x="2221" y="8236"/>
                    <a:pt x="2829" y="8236"/>
                  </a:cubicBezTo>
                  <a:lnTo>
                    <a:pt x="3629" y="8236"/>
                  </a:lnTo>
                  <a:cubicBezTo>
                    <a:pt x="3658" y="8254"/>
                    <a:pt x="3687" y="8272"/>
                    <a:pt x="3716" y="8286"/>
                  </a:cubicBezTo>
                  <a:lnTo>
                    <a:pt x="3716" y="8482"/>
                  </a:lnTo>
                  <a:lnTo>
                    <a:pt x="2887" y="8482"/>
                  </a:lnTo>
                  <a:cubicBezTo>
                    <a:pt x="2210" y="8482"/>
                    <a:pt x="1945" y="9359"/>
                    <a:pt x="2507" y="9735"/>
                  </a:cubicBezTo>
                  <a:lnTo>
                    <a:pt x="4752" y="11227"/>
                  </a:lnTo>
                  <a:cubicBezTo>
                    <a:pt x="4895" y="11323"/>
                    <a:pt x="5061" y="11371"/>
                    <a:pt x="5227" y="11371"/>
                  </a:cubicBezTo>
                  <a:cubicBezTo>
                    <a:pt x="5392" y="11371"/>
                    <a:pt x="5558" y="11323"/>
                    <a:pt x="5701" y="11227"/>
                  </a:cubicBezTo>
                  <a:lnTo>
                    <a:pt x="6212" y="10887"/>
                  </a:lnTo>
                  <a:cubicBezTo>
                    <a:pt x="6397" y="10764"/>
                    <a:pt x="6277" y="10512"/>
                    <a:pt x="6101" y="10512"/>
                  </a:cubicBezTo>
                  <a:cubicBezTo>
                    <a:pt x="6064" y="10512"/>
                    <a:pt x="6024" y="10523"/>
                    <a:pt x="5984" y="10550"/>
                  </a:cubicBezTo>
                  <a:lnTo>
                    <a:pt x="5477" y="10887"/>
                  </a:lnTo>
                  <a:cubicBezTo>
                    <a:pt x="5401" y="10938"/>
                    <a:pt x="5314" y="10963"/>
                    <a:pt x="5227" y="10963"/>
                  </a:cubicBezTo>
                  <a:cubicBezTo>
                    <a:pt x="5140" y="10963"/>
                    <a:pt x="5053" y="10938"/>
                    <a:pt x="4977" y="10887"/>
                  </a:cubicBezTo>
                  <a:lnTo>
                    <a:pt x="3695" y="10032"/>
                  </a:lnTo>
                  <a:cubicBezTo>
                    <a:pt x="3966" y="9829"/>
                    <a:pt x="4122" y="9511"/>
                    <a:pt x="4122" y="9174"/>
                  </a:cubicBezTo>
                  <a:lnTo>
                    <a:pt x="4122" y="8482"/>
                  </a:lnTo>
                  <a:cubicBezTo>
                    <a:pt x="4477" y="8621"/>
                    <a:pt x="4852" y="8691"/>
                    <a:pt x="5227" y="8691"/>
                  </a:cubicBezTo>
                  <a:cubicBezTo>
                    <a:pt x="5602" y="8691"/>
                    <a:pt x="5976" y="8621"/>
                    <a:pt x="6331" y="8482"/>
                  </a:cubicBezTo>
                  <a:lnTo>
                    <a:pt x="6331" y="9177"/>
                  </a:lnTo>
                  <a:cubicBezTo>
                    <a:pt x="6331" y="9514"/>
                    <a:pt x="6487" y="9833"/>
                    <a:pt x="6759" y="10036"/>
                  </a:cubicBezTo>
                  <a:lnTo>
                    <a:pt x="6748" y="10043"/>
                  </a:lnTo>
                  <a:cubicBezTo>
                    <a:pt x="6563" y="10168"/>
                    <a:pt x="6683" y="10422"/>
                    <a:pt x="6858" y="10422"/>
                  </a:cubicBezTo>
                  <a:cubicBezTo>
                    <a:pt x="6896" y="10422"/>
                    <a:pt x="6936" y="10410"/>
                    <a:pt x="6976" y="10383"/>
                  </a:cubicBezTo>
                  <a:lnTo>
                    <a:pt x="7947" y="9735"/>
                  </a:lnTo>
                  <a:cubicBezTo>
                    <a:pt x="8508" y="9362"/>
                    <a:pt x="8244" y="8486"/>
                    <a:pt x="7566" y="8482"/>
                  </a:cubicBezTo>
                  <a:lnTo>
                    <a:pt x="6737" y="8482"/>
                  </a:lnTo>
                  <a:lnTo>
                    <a:pt x="6737" y="8286"/>
                  </a:lnTo>
                  <a:cubicBezTo>
                    <a:pt x="6766" y="8268"/>
                    <a:pt x="6795" y="8250"/>
                    <a:pt x="6824" y="8232"/>
                  </a:cubicBezTo>
                  <a:close/>
                  <a:moveTo>
                    <a:pt x="5219" y="0"/>
                  </a:moveTo>
                  <a:cubicBezTo>
                    <a:pt x="3061" y="0"/>
                    <a:pt x="1312" y="1749"/>
                    <a:pt x="1312" y="3908"/>
                  </a:cubicBezTo>
                  <a:lnTo>
                    <a:pt x="1312" y="5433"/>
                  </a:lnTo>
                  <a:cubicBezTo>
                    <a:pt x="1315" y="6244"/>
                    <a:pt x="1163" y="7048"/>
                    <a:pt x="859" y="7801"/>
                  </a:cubicBezTo>
                  <a:cubicBezTo>
                    <a:pt x="794" y="7957"/>
                    <a:pt x="794" y="8131"/>
                    <a:pt x="859" y="8290"/>
                  </a:cubicBezTo>
                  <a:cubicBezTo>
                    <a:pt x="924" y="8446"/>
                    <a:pt x="1051" y="8573"/>
                    <a:pt x="1210" y="8634"/>
                  </a:cubicBezTo>
                  <a:cubicBezTo>
                    <a:pt x="1286" y="8667"/>
                    <a:pt x="1362" y="8696"/>
                    <a:pt x="1438" y="8725"/>
                  </a:cubicBezTo>
                  <a:cubicBezTo>
                    <a:pt x="1351" y="8920"/>
                    <a:pt x="1308" y="9127"/>
                    <a:pt x="1308" y="9340"/>
                  </a:cubicBezTo>
                  <a:cubicBezTo>
                    <a:pt x="1308" y="9710"/>
                    <a:pt x="1380" y="10076"/>
                    <a:pt x="1522" y="10420"/>
                  </a:cubicBezTo>
                  <a:lnTo>
                    <a:pt x="1007" y="10601"/>
                  </a:lnTo>
                  <a:cubicBezTo>
                    <a:pt x="403" y="10814"/>
                    <a:pt x="1" y="11387"/>
                    <a:pt x="1" y="12028"/>
                  </a:cubicBezTo>
                  <a:lnTo>
                    <a:pt x="1" y="13719"/>
                  </a:lnTo>
                  <a:cubicBezTo>
                    <a:pt x="1" y="13853"/>
                    <a:pt x="102" y="13920"/>
                    <a:pt x="203" y="13920"/>
                  </a:cubicBezTo>
                  <a:cubicBezTo>
                    <a:pt x="305" y="13920"/>
                    <a:pt x="406" y="13853"/>
                    <a:pt x="406" y="13719"/>
                  </a:cubicBezTo>
                  <a:lnTo>
                    <a:pt x="406" y="12028"/>
                  </a:lnTo>
                  <a:cubicBezTo>
                    <a:pt x="406" y="11894"/>
                    <a:pt x="432" y="11763"/>
                    <a:pt x="479" y="11637"/>
                  </a:cubicBezTo>
                  <a:lnTo>
                    <a:pt x="1511" y="12520"/>
                  </a:lnTo>
                  <a:cubicBezTo>
                    <a:pt x="1659" y="12647"/>
                    <a:pt x="1743" y="12832"/>
                    <a:pt x="1743" y="13027"/>
                  </a:cubicBezTo>
                  <a:lnTo>
                    <a:pt x="1743" y="13719"/>
                  </a:lnTo>
                  <a:cubicBezTo>
                    <a:pt x="1743" y="13853"/>
                    <a:pt x="1845" y="13920"/>
                    <a:pt x="1947" y="13920"/>
                  </a:cubicBezTo>
                  <a:cubicBezTo>
                    <a:pt x="2050" y="13920"/>
                    <a:pt x="2152" y="13853"/>
                    <a:pt x="2152" y="13719"/>
                  </a:cubicBezTo>
                  <a:lnTo>
                    <a:pt x="2152" y="13027"/>
                  </a:lnTo>
                  <a:cubicBezTo>
                    <a:pt x="2152" y="12716"/>
                    <a:pt x="2014" y="12419"/>
                    <a:pt x="1775" y="12212"/>
                  </a:cubicBezTo>
                  <a:lnTo>
                    <a:pt x="692" y="11285"/>
                  </a:lnTo>
                  <a:cubicBezTo>
                    <a:pt x="815" y="11151"/>
                    <a:pt x="971" y="11050"/>
                    <a:pt x="1145" y="10988"/>
                  </a:cubicBezTo>
                  <a:lnTo>
                    <a:pt x="1706" y="10789"/>
                  </a:lnTo>
                  <a:cubicBezTo>
                    <a:pt x="2181" y="11575"/>
                    <a:pt x="3007" y="12086"/>
                    <a:pt x="3923" y="12151"/>
                  </a:cubicBezTo>
                  <a:lnTo>
                    <a:pt x="3923" y="13701"/>
                  </a:lnTo>
                  <a:cubicBezTo>
                    <a:pt x="3923" y="13837"/>
                    <a:pt x="4024" y="13905"/>
                    <a:pt x="4126" y="13905"/>
                  </a:cubicBezTo>
                  <a:cubicBezTo>
                    <a:pt x="4227" y="13905"/>
                    <a:pt x="4328" y="13837"/>
                    <a:pt x="4328" y="13701"/>
                  </a:cubicBezTo>
                  <a:lnTo>
                    <a:pt x="4328" y="12162"/>
                  </a:lnTo>
                  <a:lnTo>
                    <a:pt x="6103" y="12162"/>
                  </a:lnTo>
                  <a:lnTo>
                    <a:pt x="6103" y="13701"/>
                  </a:lnTo>
                  <a:cubicBezTo>
                    <a:pt x="6103" y="13837"/>
                    <a:pt x="6205" y="13905"/>
                    <a:pt x="6306" y="13905"/>
                  </a:cubicBezTo>
                  <a:cubicBezTo>
                    <a:pt x="6407" y="13905"/>
                    <a:pt x="6509" y="13837"/>
                    <a:pt x="6509" y="13701"/>
                  </a:cubicBezTo>
                  <a:lnTo>
                    <a:pt x="6509" y="12151"/>
                  </a:lnTo>
                  <a:cubicBezTo>
                    <a:pt x="7425" y="12082"/>
                    <a:pt x="8251" y="11575"/>
                    <a:pt x="8725" y="10785"/>
                  </a:cubicBezTo>
                  <a:lnTo>
                    <a:pt x="9287" y="10985"/>
                  </a:lnTo>
                  <a:cubicBezTo>
                    <a:pt x="9460" y="11046"/>
                    <a:pt x="9616" y="11151"/>
                    <a:pt x="9739" y="11285"/>
                  </a:cubicBezTo>
                  <a:lnTo>
                    <a:pt x="8656" y="12212"/>
                  </a:lnTo>
                  <a:cubicBezTo>
                    <a:pt x="8417" y="12415"/>
                    <a:pt x="8280" y="12712"/>
                    <a:pt x="8280" y="13027"/>
                  </a:cubicBezTo>
                  <a:lnTo>
                    <a:pt x="8280" y="13719"/>
                  </a:lnTo>
                  <a:cubicBezTo>
                    <a:pt x="8280" y="13853"/>
                    <a:pt x="8382" y="13920"/>
                    <a:pt x="8484" y="13920"/>
                  </a:cubicBezTo>
                  <a:cubicBezTo>
                    <a:pt x="8587" y="13920"/>
                    <a:pt x="8689" y="13853"/>
                    <a:pt x="8689" y="13719"/>
                  </a:cubicBezTo>
                  <a:lnTo>
                    <a:pt x="8689" y="13027"/>
                  </a:lnTo>
                  <a:cubicBezTo>
                    <a:pt x="8689" y="12832"/>
                    <a:pt x="8772" y="12647"/>
                    <a:pt x="8921" y="12520"/>
                  </a:cubicBezTo>
                  <a:lnTo>
                    <a:pt x="9953" y="11637"/>
                  </a:lnTo>
                  <a:cubicBezTo>
                    <a:pt x="10000" y="11763"/>
                    <a:pt x="10025" y="11894"/>
                    <a:pt x="10025" y="12028"/>
                  </a:cubicBezTo>
                  <a:lnTo>
                    <a:pt x="10025" y="13719"/>
                  </a:lnTo>
                  <a:cubicBezTo>
                    <a:pt x="10025" y="13853"/>
                    <a:pt x="10127" y="13920"/>
                    <a:pt x="10228" y="13920"/>
                  </a:cubicBezTo>
                  <a:cubicBezTo>
                    <a:pt x="10330" y="13920"/>
                    <a:pt x="10431" y="13853"/>
                    <a:pt x="10431" y="13719"/>
                  </a:cubicBezTo>
                  <a:lnTo>
                    <a:pt x="10431" y="12028"/>
                  </a:lnTo>
                  <a:cubicBezTo>
                    <a:pt x="10431" y="11390"/>
                    <a:pt x="10033" y="10818"/>
                    <a:pt x="9431" y="10601"/>
                  </a:cubicBezTo>
                  <a:lnTo>
                    <a:pt x="8917" y="10420"/>
                  </a:lnTo>
                  <a:cubicBezTo>
                    <a:pt x="9058" y="10079"/>
                    <a:pt x="9135" y="9710"/>
                    <a:pt x="9135" y="9340"/>
                  </a:cubicBezTo>
                  <a:cubicBezTo>
                    <a:pt x="9135" y="9127"/>
                    <a:pt x="9087" y="8920"/>
                    <a:pt x="9004" y="8725"/>
                  </a:cubicBezTo>
                  <a:cubicBezTo>
                    <a:pt x="9080" y="8696"/>
                    <a:pt x="9156" y="8667"/>
                    <a:pt x="9229" y="8634"/>
                  </a:cubicBezTo>
                  <a:cubicBezTo>
                    <a:pt x="9388" y="8573"/>
                    <a:pt x="9515" y="8449"/>
                    <a:pt x="9584" y="8290"/>
                  </a:cubicBezTo>
                  <a:cubicBezTo>
                    <a:pt x="9649" y="8134"/>
                    <a:pt x="9649" y="7957"/>
                    <a:pt x="9584" y="7801"/>
                  </a:cubicBezTo>
                  <a:cubicBezTo>
                    <a:pt x="9279" y="7048"/>
                    <a:pt x="9124" y="6244"/>
                    <a:pt x="9131" y="5433"/>
                  </a:cubicBezTo>
                  <a:lnTo>
                    <a:pt x="9131" y="3908"/>
                  </a:lnTo>
                  <a:cubicBezTo>
                    <a:pt x="9131" y="1749"/>
                    <a:pt x="7378" y="0"/>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2"/>
            <p:cNvSpPr/>
            <p:nvPr/>
          </p:nvSpPr>
          <p:spPr>
            <a:xfrm>
              <a:off x="7703383" y="1627134"/>
              <a:ext cx="23858" cy="10775"/>
            </a:xfrm>
            <a:custGeom>
              <a:rect b="b" l="l" r="r" t="t"/>
              <a:pathLst>
                <a:path extrusionOk="0" h="411" w="910">
                  <a:moveTo>
                    <a:pt x="203" y="1"/>
                  </a:moveTo>
                  <a:cubicBezTo>
                    <a:pt x="91" y="1"/>
                    <a:pt x="0" y="95"/>
                    <a:pt x="0" y="207"/>
                  </a:cubicBezTo>
                  <a:cubicBezTo>
                    <a:pt x="0" y="320"/>
                    <a:pt x="91" y="410"/>
                    <a:pt x="203" y="410"/>
                  </a:cubicBezTo>
                  <a:lnTo>
                    <a:pt x="638" y="410"/>
                  </a:lnTo>
                  <a:cubicBezTo>
                    <a:pt x="910" y="410"/>
                    <a:pt x="910" y="1"/>
                    <a:pt x="6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2"/>
            <p:cNvSpPr/>
            <p:nvPr/>
          </p:nvSpPr>
          <p:spPr>
            <a:xfrm>
              <a:off x="7770133" y="1627239"/>
              <a:ext cx="25667" cy="10671"/>
            </a:xfrm>
            <a:custGeom>
              <a:rect b="b" l="l" r="r" t="t"/>
              <a:pathLst>
                <a:path extrusionOk="0" h="407" w="979">
                  <a:moveTo>
                    <a:pt x="272" y="0"/>
                  </a:moveTo>
                  <a:cubicBezTo>
                    <a:pt x="1" y="0"/>
                    <a:pt x="1"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2"/>
            <p:cNvSpPr/>
            <p:nvPr/>
          </p:nvSpPr>
          <p:spPr>
            <a:xfrm>
              <a:off x="7717620" y="1676239"/>
              <a:ext cx="62214" cy="33532"/>
            </a:xfrm>
            <a:custGeom>
              <a:rect b="b" l="l" r="r" t="t"/>
              <a:pathLst>
                <a:path extrusionOk="0" h="1279" w="2373">
                  <a:moveTo>
                    <a:pt x="1928" y="406"/>
                  </a:moveTo>
                  <a:cubicBezTo>
                    <a:pt x="1826" y="677"/>
                    <a:pt x="1533" y="873"/>
                    <a:pt x="1189" y="873"/>
                  </a:cubicBezTo>
                  <a:cubicBezTo>
                    <a:pt x="841" y="873"/>
                    <a:pt x="548" y="677"/>
                    <a:pt x="446" y="406"/>
                  </a:cubicBezTo>
                  <a:close/>
                  <a:moveTo>
                    <a:pt x="207" y="0"/>
                  </a:moveTo>
                  <a:cubicBezTo>
                    <a:pt x="95" y="0"/>
                    <a:pt x="1" y="91"/>
                    <a:pt x="4" y="203"/>
                  </a:cubicBezTo>
                  <a:cubicBezTo>
                    <a:pt x="4" y="797"/>
                    <a:pt x="533" y="1279"/>
                    <a:pt x="1189" y="1279"/>
                  </a:cubicBezTo>
                  <a:cubicBezTo>
                    <a:pt x="1841" y="1279"/>
                    <a:pt x="2373" y="797"/>
                    <a:pt x="2373" y="203"/>
                  </a:cubicBezTo>
                  <a:cubicBezTo>
                    <a:pt x="2373" y="91"/>
                    <a:pt x="2282"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6" name="Google Shape;13846;p82"/>
          <p:cNvGrpSpPr/>
          <p:nvPr/>
        </p:nvGrpSpPr>
        <p:grpSpPr>
          <a:xfrm>
            <a:off x="6711706" y="4286087"/>
            <a:ext cx="273580" cy="365052"/>
            <a:chOff x="6711706" y="4286087"/>
            <a:chExt cx="273580" cy="365052"/>
          </a:xfrm>
        </p:grpSpPr>
        <p:sp>
          <p:nvSpPr>
            <p:cNvPr id="13847" name="Google Shape;13847;p82"/>
            <p:cNvSpPr/>
            <p:nvPr/>
          </p:nvSpPr>
          <p:spPr>
            <a:xfrm>
              <a:off x="6751400" y="4291409"/>
              <a:ext cx="194298" cy="131428"/>
            </a:xfrm>
            <a:custGeom>
              <a:rect b="b" l="l" r="r" t="t"/>
              <a:pathLst>
                <a:path extrusionOk="0" h="5013" w="7411">
                  <a:moveTo>
                    <a:pt x="3705" y="0"/>
                  </a:moveTo>
                  <a:cubicBezTo>
                    <a:pt x="1659" y="0"/>
                    <a:pt x="0" y="1659"/>
                    <a:pt x="0" y="3705"/>
                  </a:cubicBezTo>
                  <a:lnTo>
                    <a:pt x="0" y="5013"/>
                  </a:lnTo>
                  <a:lnTo>
                    <a:pt x="7410" y="5013"/>
                  </a:lnTo>
                  <a:lnTo>
                    <a:pt x="7410" y="3705"/>
                  </a:lnTo>
                  <a:cubicBezTo>
                    <a:pt x="7410" y="1659"/>
                    <a:pt x="5751" y="0"/>
                    <a:pt x="370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2"/>
            <p:cNvSpPr/>
            <p:nvPr/>
          </p:nvSpPr>
          <p:spPr>
            <a:xfrm>
              <a:off x="6748149" y="4441714"/>
              <a:ext cx="37648" cy="119657"/>
            </a:xfrm>
            <a:custGeom>
              <a:rect b="b" l="l" r="r" t="t"/>
              <a:pathLst>
                <a:path extrusionOk="0" h="4564" w="1436">
                  <a:moveTo>
                    <a:pt x="671" y="1"/>
                  </a:moveTo>
                  <a:cubicBezTo>
                    <a:pt x="338" y="145"/>
                    <a:pt x="121" y="475"/>
                    <a:pt x="128" y="837"/>
                  </a:cubicBezTo>
                  <a:cubicBezTo>
                    <a:pt x="124" y="1044"/>
                    <a:pt x="193" y="1246"/>
                    <a:pt x="323" y="1409"/>
                  </a:cubicBezTo>
                  <a:cubicBezTo>
                    <a:pt x="396" y="1504"/>
                    <a:pt x="396" y="1634"/>
                    <a:pt x="323" y="1728"/>
                  </a:cubicBezTo>
                  <a:cubicBezTo>
                    <a:pt x="55" y="2069"/>
                    <a:pt x="59" y="2550"/>
                    <a:pt x="334" y="2887"/>
                  </a:cubicBezTo>
                  <a:cubicBezTo>
                    <a:pt x="421" y="2989"/>
                    <a:pt x="421" y="3137"/>
                    <a:pt x="334" y="3238"/>
                  </a:cubicBezTo>
                  <a:cubicBezTo>
                    <a:pt x="1" y="3644"/>
                    <a:pt x="73" y="4245"/>
                    <a:pt x="494" y="4564"/>
                  </a:cubicBezTo>
                  <a:lnTo>
                    <a:pt x="1417" y="4169"/>
                  </a:lnTo>
                  <a:cubicBezTo>
                    <a:pt x="1392" y="4013"/>
                    <a:pt x="1323" y="3869"/>
                    <a:pt x="1225" y="3745"/>
                  </a:cubicBezTo>
                  <a:cubicBezTo>
                    <a:pt x="1138" y="3644"/>
                    <a:pt x="1138" y="3496"/>
                    <a:pt x="1225" y="3394"/>
                  </a:cubicBezTo>
                  <a:cubicBezTo>
                    <a:pt x="1359" y="3231"/>
                    <a:pt x="1435" y="3021"/>
                    <a:pt x="1432" y="2807"/>
                  </a:cubicBezTo>
                  <a:cubicBezTo>
                    <a:pt x="1432" y="2601"/>
                    <a:pt x="1363" y="2398"/>
                    <a:pt x="1236" y="2235"/>
                  </a:cubicBezTo>
                  <a:cubicBezTo>
                    <a:pt x="1160" y="2141"/>
                    <a:pt x="1160" y="2011"/>
                    <a:pt x="1236" y="1916"/>
                  </a:cubicBezTo>
                  <a:cubicBezTo>
                    <a:pt x="1363" y="1753"/>
                    <a:pt x="1432" y="1554"/>
                    <a:pt x="1432" y="1348"/>
                  </a:cubicBezTo>
                  <a:cubicBezTo>
                    <a:pt x="1432" y="1319"/>
                    <a:pt x="997" y="182"/>
                    <a:pt x="997" y="153"/>
                  </a:cubicBezTo>
                  <a:lnTo>
                    <a:pt x="67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2"/>
            <p:cNvSpPr/>
            <p:nvPr/>
          </p:nvSpPr>
          <p:spPr>
            <a:xfrm>
              <a:off x="6911379" y="4441714"/>
              <a:ext cx="37543" cy="119657"/>
            </a:xfrm>
            <a:custGeom>
              <a:rect b="b" l="l" r="r" t="t"/>
              <a:pathLst>
                <a:path extrusionOk="0" h="4564" w="1432">
                  <a:moveTo>
                    <a:pt x="765" y="1"/>
                  </a:moveTo>
                  <a:lnTo>
                    <a:pt x="435" y="153"/>
                  </a:lnTo>
                  <a:cubicBezTo>
                    <a:pt x="435" y="182"/>
                    <a:pt x="1" y="1319"/>
                    <a:pt x="1" y="1348"/>
                  </a:cubicBezTo>
                  <a:cubicBezTo>
                    <a:pt x="1" y="1554"/>
                    <a:pt x="70" y="1753"/>
                    <a:pt x="196" y="1916"/>
                  </a:cubicBezTo>
                  <a:cubicBezTo>
                    <a:pt x="272" y="2011"/>
                    <a:pt x="272" y="2141"/>
                    <a:pt x="196" y="2235"/>
                  </a:cubicBezTo>
                  <a:cubicBezTo>
                    <a:pt x="70" y="2398"/>
                    <a:pt x="1" y="2601"/>
                    <a:pt x="1" y="2807"/>
                  </a:cubicBezTo>
                  <a:cubicBezTo>
                    <a:pt x="1" y="3021"/>
                    <a:pt x="73" y="3228"/>
                    <a:pt x="211" y="3394"/>
                  </a:cubicBezTo>
                  <a:cubicBezTo>
                    <a:pt x="294" y="3496"/>
                    <a:pt x="294" y="3644"/>
                    <a:pt x="211" y="3745"/>
                  </a:cubicBezTo>
                  <a:cubicBezTo>
                    <a:pt x="109" y="3865"/>
                    <a:pt x="41" y="4013"/>
                    <a:pt x="15" y="4169"/>
                  </a:cubicBezTo>
                  <a:lnTo>
                    <a:pt x="942" y="4564"/>
                  </a:lnTo>
                  <a:cubicBezTo>
                    <a:pt x="1359" y="4245"/>
                    <a:pt x="1431" y="3644"/>
                    <a:pt x="1098" y="3238"/>
                  </a:cubicBezTo>
                  <a:cubicBezTo>
                    <a:pt x="1011" y="3137"/>
                    <a:pt x="1011" y="2989"/>
                    <a:pt x="1098" y="2887"/>
                  </a:cubicBezTo>
                  <a:cubicBezTo>
                    <a:pt x="1373" y="2550"/>
                    <a:pt x="1377" y="2069"/>
                    <a:pt x="1109" y="1728"/>
                  </a:cubicBezTo>
                  <a:cubicBezTo>
                    <a:pt x="1037" y="1634"/>
                    <a:pt x="1037" y="1504"/>
                    <a:pt x="1109" y="1409"/>
                  </a:cubicBezTo>
                  <a:cubicBezTo>
                    <a:pt x="1239" y="1246"/>
                    <a:pt x="1308" y="1044"/>
                    <a:pt x="1308" y="837"/>
                  </a:cubicBezTo>
                  <a:cubicBezTo>
                    <a:pt x="1312" y="475"/>
                    <a:pt x="1098" y="145"/>
                    <a:pt x="76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2"/>
            <p:cNvSpPr/>
            <p:nvPr/>
          </p:nvSpPr>
          <p:spPr>
            <a:xfrm>
              <a:off x="6717107" y="4479991"/>
              <a:ext cx="262857" cy="165721"/>
            </a:xfrm>
            <a:custGeom>
              <a:rect b="b" l="l" r="r" t="t"/>
              <a:pathLst>
                <a:path extrusionOk="0" h="6321" w="10026">
                  <a:moveTo>
                    <a:pt x="3706" y="0"/>
                  </a:moveTo>
                  <a:lnTo>
                    <a:pt x="3706" y="1782"/>
                  </a:lnTo>
                  <a:cubicBezTo>
                    <a:pt x="3706" y="2151"/>
                    <a:pt x="3474" y="2481"/>
                    <a:pt x="3123" y="2604"/>
                  </a:cubicBezTo>
                  <a:lnTo>
                    <a:pt x="874" y="3397"/>
                  </a:lnTo>
                  <a:cubicBezTo>
                    <a:pt x="352" y="3582"/>
                    <a:pt x="1" y="4075"/>
                    <a:pt x="1" y="4629"/>
                  </a:cubicBezTo>
                  <a:lnTo>
                    <a:pt x="1" y="6320"/>
                  </a:lnTo>
                  <a:lnTo>
                    <a:pt x="10026" y="6320"/>
                  </a:lnTo>
                  <a:lnTo>
                    <a:pt x="10026" y="4629"/>
                  </a:lnTo>
                  <a:cubicBezTo>
                    <a:pt x="10026" y="4075"/>
                    <a:pt x="9678" y="3582"/>
                    <a:pt x="9153" y="3397"/>
                  </a:cubicBezTo>
                  <a:lnTo>
                    <a:pt x="6904" y="2604"/>
                  </a:lnTo>
                  <a:cubicBezTo>
                    <a:pt x="6556" y="2481"/>
                    <a:pt x="6321" y="2151"/>
                    <a:pt x="6321" y="1782"/>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2"/>
            <p:cNvSpPr/>
            <p:nvPr/>
          </p:nvSpPr>
          <p:spPr>
            <a:xfrm>
              <a:off x="6717107" y="4552797"/>
              <a:ext cx="262857" cy="92915"/>
            </a:xfrm>
            <a:custGeom>
              <a:rect b="b" l="l" r="r" t="t"/>
              <a:pathLst>
                <a:path extrusionOk="0" h="3544" w="10026">
                  <a:moveTo>
                    <a:pt x="2623" y="1"/>
                  </a:moveTo>
                  <a:lnTo>
                    <a:pt x="874" y="620"/>
                  </a:lnTo>
                  <a:cubicBezTo>
                    <a:pt x="352" y="805"/>
                    <a:pt x="1" y="1298"/>
                    <a:pt x="1" y="1852"/>
                  </a:cubicBezTo>
                  <a:lnTo>
                    <a:pt x="1" y="3543"/>
                  </a:lnTo>
                  <a:lnTo>
                    <a:pt x="10026" y="3543"/>
                  </a:lnTo>
                  <a:lnTo>
                    <a:pt x="10026" y="1852"/>
                  </a:lnTo>
                  <a:cubicBezTo>
                    <a:pt x="10026" y="1298"/>
                    <a:pt x="9678" y="805"/>
                    <a:pt x="9153" y="620"/>
                  </a:cubicBezTo>
                  <a:lnTo>
                    <a:pt x="7403" y="1"/>
                  </a:lnTo>
                  <a:cubicBezTo>
                    <a:pt x="7317" y="1258"/>
                    <a:pt x="6274" y="2232"/>
                    <a:pt x="5013" y="2232"/>
                  </a:cubicBezTo>
                  <a:cubicBezTo>
                    <a:pt x="3753" y="2232"/>
                    <a:pt x="2710" y="1258"/>
                    <a:pt x="262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2"/>
            <p:cNvSpPr/>
            <p:nvPr/>
          </p:nvSpPr>
          <p:spPr>
            <a:xfrm>
              <a:off x="6814243" y="4491370"/>
              <a:ext cx="68585" cy="34345"/>
            </a:xfrm>
            <a:custGeom>
              <a:rect b="b" l="l" r="r" t="t"/>
              <a:pathLst>
                <a:path extrusionOk="0" h="1310" w="2616">
                  <a:moveTo>
                    <a:pt x="1" y="1"/>
                  </a:moveTo>
                  <a:lnTo>
                    <a:pt x="1" y="1040"/>
                  </a:lnTo>
                  <a:cubicBezTo>
                    <a:pt x="417" y="1219"/>
                    <a:pt x="863" y="1309"/>
                    <a:pt x="1308" y="1309"/>
                  </a:cubicBezTo>
                  <a:cubicBezTo>
                    <a:pt x="1754" y="1309"/>
                    <a:pt x="2199"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2"/>
            <p:cNvSpPr/>
            <p:nvPr/>
          </p:nvSpPr>
          <p:spPr>
            <a:xfrm>
              <a:off x="6751400" y="4359679"/>
              <a:ext cx="194298" cy="148994"/>
            </a:xfrm>
            <a:custGeom>
              <a:rect b="b" l="l" r="r" t="t"/>
              <a:pathLst>
                <a:path extrusionOk="0" h="5683" w="7411">
                  <a:moveTo>
                    <a:pt x="3707" y="0"/>
                  </a:moveTo>
                  <a:cubicBezTo>
                    <a:pt x="3637" y="0"/>
                    <a:pt x="3568" y="33"/>
                    <a:pt x="3524" y="98"/>
                  </a:cubicBezTo>
                  <a:cubicBezTo>
                    <a:pt x="2713" y="1348"/>
                    <a:pt x="1641" y="1775"/>
                    <a:pt x="1145" y="1913"/>
                  </a:cubicBezTo>
                  <a:cubicBezTo>
                    <a:pt x="1054" y="1938"/>
                    <a:pt x="764" y="1974"/>
                    <a:pt x="764" y="1974"/>
                  </a:cubicBezTo>
                  <a:lnTo>
                    <a:pt x="547" y="1974"/>
                  </a:lnTo>
                  <a:cubicBezTo>
                    <a:pt x="246" y="1974"/>
                    <a:pt x="0" y="2217"/>
                    <a:pt x="0" y="2518"/>
                  </a:cubicBezTo>
                  <a:cubicBezTo>
                    <a:pt x="0" y="2818"/>
                    <a:pt x="246" y="3064"/>
                    <a:pt x="547" y="3064"/>
                  </a:cubicBezTo>
                  <a:lnTo>
                    <a:pt x="884" y="3064"/>
                  </a:lnTo>
                  <a:cubicBezTo>
                    <a:pt x="996" y="4538"/>
                    <a:pt x="2224" y="5683"/>
                    <a:pt x="3705" y="5683"/>
                  </a:cubicBezTo>
                  <a:cubicBezTo>
                    <a:pt x="5186" y="5683"/>
                    <a:pt x="6418" y="4538"/>
                    <a:pt x="6530" y="3064"/>
                  </a:cubicBezTo>
                  <a:lnTo>
                    <a:pt x="6867" y="3064"/>
                  </a:lnTo>
                  <a:cubicBezTo>
                    <a:pt x="7168" y="3064"/>
                    <a:pt x="7410" y="2818"/>
                    <a:pt x="7410" y="2518"/>
                  </a:cubicBezTo>
                  <a:cubicBezTo>
                    <a:pt x="7410" y="2217"/>
                    <a:pt x="7168" y="1974"/>
                    <a:pt x="6867" y="1974"/>
                  </a:cubicBezTo>
                  <a:lnTo>
                    <a:pt x="6646" y="1974"/>
                  </a:lnTo>
                  <a:cubicBezTo>
                    <a:pt x="6646" y="1974"/>
                    <a:pt x="6356" y="1938"/>
                    <a:pt x="6266" y="1913"/>
                  </a:cubicBezTo>
                  <a:cubicBezTo>
                    <a:pt x="5770" y="1779"/>
                    <a:pt x="4698" y="1348"/>
                    <a:pt x="3886" y="98"/>
                  </a:cubicBezTo>
                  <a:cubicBezTo>
                    <a:pt x="3845" y="33"/>
                    <a:pt x="3776" y="0"/>
                    <a:pt x="370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2"/>
            <p:cNvSpPr/>
            <p:nvPr/>
          </p:nvSpPr>
          <p:spPr>
            <a:xfrm>
              <a:off x="6882802" y="4519763"/>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2"/>
            <p:cNvSpPr/>
            <p:nvPr/>
          </p:nvSpPr>
          <p:spPr>
            <a:xfrm>
              <a:off x="6814243" y="4519763"/>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2"/>
            <p:cNvSpPr/>
            <p:nvPr/>
          </p:nvSpPr>
          <p:spPr>
            <a:xfrm>
              <a:off x="6822790" y="4449028"/>
              <a:ext cx="51491" cy="22914"/>
            </a:xfrm>
            <a:custGeom>
              <a:rect b="b" l="l" r="r" t="t"/>
              <a:pathLst>
                <a:path extrusionOk="0" h="874" w="1964">
                  <a:moveTo>
                    <a:pt x="1" y="0"/>
                  </a:moveTo>
                  <a:cubicBezTo>
                    <a:pt x="1" y="482"/>
                    <a:pt x="443"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2"/>
            <p:cNvSpPr/>
            <p:nvPr/>
          </p:nvSpPr>
          <p:spPr>
            <a:xfrm>
              <a:off x="6752816" y="4552797"/>
              <a:ext cx="191440" cy="92915"/>
            </a:xfrm>
            <a:custGeom>
              <a:rect b="b" l="l" r="r" t="t"/>
              <a:pathLst>
                <a:path extrusionOk="0" h="3544" w="7302">
                  <a:moveTo>
                    <a:pt x="1261" y="1"/>
                  </a:moveTo>
                  <a:lnTo>
                    <a:pt x="0" y="446"/>
                  </a:lnTo>
                  <a:cubicBezTo>
                    <a:pt x="297" y="2236"/>
                    <a:pt x="1840" y="3543"/>
                    <a:pt x="3651" y="3543"/>
                  </a:cubicBezTo>
                  <a:cubicBezTo>
                    <a:pt x="5462" y="3543"/>
                    <a:pt x="7008" y="2236"/>
                    <a:pt x="7302" y="446"/>
                  </a:cubicBezTo>
                  <a:lnTo>
                    <a:pt x="6041" y="1"/>
                  </a:lnTo>
                  <a:cubicBezTo>
                    <a:pt x="5955" y="1258"/>
                    <a:pt x="4912" y="2232"/>
                    <a:pt x="3651" y="2232"/>
                  </a:cubicBezTo>
                  <a:cubicBezTo>
                    <a:pt x="2391" y="2232"/>
                    <a:pt x="1348" y="1258"/>
                    <a:pt x="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2"/>
            <p:cNvSpPr/>
            <p:nvPr/>
          </p:nvSpPr>
          <p:spPr>
            <a:xfrm>
              <a:off x="6769254" y="4548917"/>
              <a:ext cx="158590" cy="79701"/>
            </a:xfrm>
            <a:custGeom>
              <a:rect b="b" l="l" r="r" t="t"/>
              <a:pathLst>
                <a:path extrusionOk="0" h="3040" w="6049">
                  <a:moveTo>
                    <a:pt x="1065" y="1"/>
                  </a:moveTo>
                  <a:lnTo>
                    <a:pt x="0" y="374"/>
                  </a:lnTo>
                  <a:cubicBezTo>
                    <a:pt x="196" y="1895"/>
                    <a:pt x="1489" y="3035"/>
                    <a:pt x="3024" y="3039"/>
                  </a:cubicBezTo>
                  <a:cubicBezTo>
                    <a:pt x="4560" y="3035"/>
                    <a:pt x="5853" y="1895"/>
                    <a:pt x="6048" y="374"/>
                  </a:cubicBezTo>
                  <a:lnTo>
                    <a:pt x="4987" y="1"/>
                  </a:lnTo>
                  <a:cubicBezTo>
                    <a:pt x="4969" y="1069"/>
                    <a:pt x="4096" y="1931"/>
                    <a:pt x="3024" y="1931"/>
                  </a:cubicBezTo>
                  <a:cubicBezTo>
                    <a:pt x="1952" y="1931"/>
                    <a:pt x="1079" y="1069"/>
                    <a:pt x="106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2"/>
            <p:cNvSpPr/>
            <p:nvPr/>
          </p:nvSpPr>
          <p:spPr>
            <a:xfrm>
              <a:off x="6750535" y="4359600"/>
              <a:ext cx="166586" cy="149046"/>
            </a:xfrm>
            <a:custGeom>
              <a:rect b="b" l="l" r="r" t="t"/>
              <a:pathLst>
                <a:path extrusionOk="0" h="5685" w="6354">
                  <a:moveTo>
                    <a:pt x="3738" y="1"/>
                  </a:moveTo>
                  <a:cubicBezTo>
                    <a:pt x="3668" y="1"/>
                    <a:pt x="3599" y="34"/>
                    <a:pt x="3557" y="101"/>
                  </a:cubicBezTo>
                  <a:cubicBezTo>
                    <a:pt x="2981" y="985"/>
                    <a:pt x="2279" y="1456"/>
                    <a:pt x="1743" y="1706"/>
                  </a:cubicBezTo>
                  <a:cubicBezTo>
                    <a:pt x="1706" y="1724"/>
                    <a:pt x="1413" y="1843"/>
                    <a:pt x="1380" y="1854"/>
                  </a:cubicBezTo>
                  <a:cubicBezTo>
                    <a:pt x="1308" y="1879"/>
                    <a:pt x="1236" y="1898"/>
                    <a:pt x="1178" y="1916"/>
                  </a:cubicBezTo>
                  <a:cubicBezTo>
                    <a:pt x="1087" y="1941"/>
                    <a:pt x="797" y="1977"/>
                    <a:pt x="797" y="1977"/>
                  </a:cubicBezTo>
                  <a:lnTo>
                    <a:pt x="609" y="1977"/>
                  </a:lnTo>
                  <a:cubicBezTo>
                    <a:pt x="326" y="1977"/>
                    <a:pt x="66" y="2184"/>
                    <a:pt x="37" y="2466"/>
                  </a:cubicBezTo>
                  <a:cubicBezTo>
                    <a:pt x="1" y="2789"/>
                    <a:pt x="254" y="3067"/>
                    <a:pt x="580" y="3067"/>
                  </a:cubicBezTo>
                  <a:lnTo>
                    <a:pt x="917" y="3067"/>
                  </a:lnTo>
                  <a:cubicBezTo>
                    <a:pt x="1022" y="4561"/>
                    <a:pt x="2267" y="5685"/>
                    <a:pt x="3713" y="5685"/>
                  </a:cubicBezTo>
                  <a:cubicBezTo>
                    <a:pt x="3865" y="5685"/>
                    <a:pt x="4020" y="5672"/>
                    <a:pt x="4176" y="5646"/>
                  </a:cubicBezTo>
                  <a:cubicBezTo>
                    <a:pt x="2927" y="5454"/>
                    <a:pt x="1956" y="4455"/>
                    <a:pt x="1801" y="3198"/>
                  </a:cubicBezTo>
                  <a:cubicBezTo>
                    <a:pt x="1797" y="3162"/>
                    <a:pt x="1793" y="3107"/>
                    <a:pt x="1790" y="3049"/>
                  </a:cubicBezTo>
                  <a:cubicBezTo>
                    <a:pt x="1768" y="2705"/>
                    <a:pt x="1949" y="2383"/>
                    <a:pt x="2253" y="2224"/>
                  </a:cubicBezTo>
                  <a:cubicBezTo>
                    <a:pt x="2876" y="1894"/>
                    <a:pt x="3390" y="1430"/>
                    <a:pt x="3738" y="1050"/>
                  </a:cubicBezTo>
                  <a:cubicBezTo>
                    <a:pt x="4166" y="1514"/>
                    <a:pt x="4832" y="2100"/>
                    <a:pt x="5650" y="2412"/>
                  </a:cubicBezTo>
                  <a:cubicBezTo>
                    <a:pt x="5713" y="2436"/>
                    <a:pt x="5776" y="2447"/>
                    <a:pt x="5837" y="2447"/>
                  </a:cubicBezTo>
                  <a:cubicBezTo>
                    <a:pt x="6111" y="2447"/>
                    <a:pt x="6353" y="2226"/>
                    <a:pt x="6353" y="1930"/>
                  </a:cubicBezTo>
                  <a:cubicBezTo>
                    <a:pt x="6331" y="1927"/>
                    <a:pt x="6313" y="1919"/>
                    <a:pt x="6299" y="1916"/>
                  </a:cubicBezTo>
                  <a:cubicBezTo>
                    <a:pt x="5803" y="1782"/>
                    <a:pt x="4734" y="1351"/>
                    <a:pt x="3919" y="101"/>
                  </a:cubicBezTo>
                  <a:cubicBezTo>
                    <a:pt x="3878" y="34"/>
                    <a:pt x="3808" y="1"/>
                    <a:pt x="373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2"/>
            <p:cNvSpPr/>
            <p:nvPr/>
          </p:nvSpPr>
          <p:spPr>
            <a:xfrm>
              <a:off x="6844760" y="4293113"/>
              <a:ext cx="100937" cy="101147"/>
            </a:xfrm>
            <a:custGeom>
              <a:rect b="b" l="l" r="r" t="t"/>
              <a:pathLst>
                <a:path extrusionOk="0" h="3858" w="3850">
                  <a:moveTo>
                    <a:pt x="829" y="1"/>
                  </a:moveTo>
                  <a:cubicBezTo>
                    <a:pt x="0" y="1803"/>
                    <a:pt x="1315" y="3858"/>
                    <a:pt x="3301" y="3858"/>
                  </a:cubicBezTo>
                  <a:cubicBezTo>
                    <a:pt x="3302" y="3858"/>
                    <a:pt x="3304" y="3858"/>
                    <a:pt x="3306" y="3858"/>
                  </a:cubicBezTo>
                  <a:cubicBezTo>
                    <a:pt x="3487" y="3858"/>
                    <a:pt x="3668" y="3840"/>
                    <a:pt x="3849" y="3803"/>
                  </a:cubicBezTo>
                  <a:lnTo>
                    <a:pt x="3849" y="3640"/>
                  </a:lnTo>
                  <a:cubicBezTo>
                    <a:pt x="3846" y="1859"/>
                    <a:pt x="2578" y="330"/>
                    <a:pt x="82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2"/>
            <p:cNvSpPr/>
            <p:nvPr/>
          </p:nvSpPr>
          <p:spPr>
            <a:xfrm>
              <a:off x="6808921" y="4412245"/>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7" y="558"/>
                    <a:pt x="407" y="422"/>
                  </a:cubicBezTo>
                  <a:lnTo>
                    <a:pt x="407" y="205"/>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2"/>
            <p:cNvSpPr/>
            <p:nvPr/>
          </p:nvSpPr>
          <p:spPr>
            <a:xfrm>
              <a:off x="6877480" y="4412271"/>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2"/>
            <p:cNvSpPr/>
            <p:nvPr/>
          </p:nvSpPr>
          <p:spPr>
            <a:xfrm>
              <a:off x="6711706" y="4286087"/>
              <a:ext cx="273580" cy="365052"/>
            </a:xfrm>
            <a:custGeom>
              <a:rect b="b" l="l" r="r" t="t"/>
              <a:pathLst>
                <a:path extrusionOk="0" h="13924" w="10435">
                  <a:moveTo>
                    <a:pt x="5219" y="406"/>
                  </a:moveTo>
                  <a:lnTo>
                    <a:pt x="5223" y="410"/>
                  </a:lnTo>
                  <a:cubicBezTo>
                    <a:pt x="7153" y="410"/>
                    <a:pt x="8721" y="1978"/>
                    <a:pt x="8721" y="3908"/>
                  </a:cubicBezTo>
                  <a:lnTo>
                    <a:pt x="8721" y="4662"/>
                  </a:lnTo>
                  <a:cubicBezTo>
                    <a:pt x="8616" y="4607"/>
                    <a:pt x="8500" y="4578"/>
                    <a:pt x="8381" y="4578"/>
                  </a:cubicBezTo>
                  <a:lnTo>
                    <a:pt x="8272" y="4578"/>
                  </a:lnTo>
                  <a:cubicBezTo>
                    <a:pt x="8069" y="4578"/>
                    <a:pt x="7867" y="4549"/>
                    <a:pt x="7671" y="4495"/>
                  </a:cubicBezTo>
                  <a:cubicBezTo>
                    <a:pt x="7649" y="4489"/>
                    <a:pt x="7629" y="4486"/>
                    <a:pt x="7609" y="4486"/>
                  </a:cubicBezTo>
                  <a:cubicBezTo>
                    <a:pt x="7395" y="4486"/>
                    <a:pt x="7323" y="4823"/>
                    <a:pt x="7562" y="4886"/>
                  </a:cubicBezTo>
                  <a:cubicBezTo>
                    <a:pt x="7794" y="4951"/>
                    <a:pt x="8033" y="4984"/>
                    <a:pt x="8272" y="4984"/>
                  </a:cubicBezTo>
                  <a:lnTo>
                    <a:pt x="8381" y="4984"/>
                  </a:lnTo>
                  <a:cubicBezTo>
                    <a:pt x="8569" y="4984"/>
                    <a:pt x="8721" y="5140"/>
                    <a:pt x="8721" y="5325"/>
                  </a:cubicBezTo>
                  <a:cubicBezTo>
                    <a:pt x="8721" y="5513"/>
                    <a:pt x="8569" y="5669"/>
                    <a:pt x="8381" y="5669"/>
                  </a:cubicBezTo>
                  <a:lnTo>
                    <a:pt x="8258" y="5669"/>
                  </a:lnTo>
                  <a:lnTo>
                    <a:pt x="8258" y="5654"/>
                  </a:lnTo>
                  <a:cubicBezTo>
                    <a:pt x="8258" y="5518"/>
                    <a:pt x="8156" y="5450"/>
                    <a:pt x="8055" y="5450"/>
                  </a:cubicBezTo>
                  <a:cubicBezTo>
                    <a:pt x="7954" y="5450"/>
                    <a:pt x="7852" y="5518"/>
                    <a:pt x="7852" y="5654"/>
                  </a:cubicBezTo>
                  <a:cubicBezTo>
                    <a:pt x="7852" y="7106"/>
                    <a:pt x="6675" y="8283"/>
                    <a:pt x="5223" y="8283"/>
                  </a:cubicBezTo>
                  <a:cubicBezTo>
                    <a:pt x="3770" y="8283"/>
                    <a:pt x="2590" y="7106"/>
                    <a:pt x="2590" y="5654"/>
                  </a:cubicBezTo>
                  <a:cubicBezTo>
                    <a:pt x="2590" y="5518"/>
                    <a:pt x="2488" y="5450"/>
                    <a:pt x="2387" y="5450"/>
                  </a:cubicBezTo>
                  <a:cubicBezTo>
                    <a:pt x="2286" y="5450"/>
                    <a:pt x="2184" y="5518"/>
                    <a:pt x="2184" y="5654"/>
                  </a:cubicBezTo>
                  <a:lnTo>
                    <a:pt x="2184" y="5669"/>
                  </a:lnTo>
                  <a:lnTo>
                    <a:pt x="2061" y="5669"/>
                  </a:lnTo>
                  <a:cubicBezTo>
                    <a:pt x="1873" y="5669"/>
                    <a:pt x="1721" y="5516"/>
                    <a:pt x="1721" y="5328"/>
                  </a:cubicBezTo>
                  <a:lnTo>
                    <a:pt x="1721" y="5325"/>
                  </a:lnTo>
                  <a:cubicBezTo>
                    <a:pt x="1724" y="5136"/>
                    <a:pt x="1873" y="4988"/>
                    <a:pt x="2061" y="4988"/>
                  </a:cubicBezTo>
                  <a:lnTo>
                    <a:pt x="2170" y="4988"/>
                  </a:lnTo>
                  <a:cubicBezTo>
                    <a:pt x="3629" y="4988"/>
                    <a:pt x="4781" y="3724"/>
                    <a:pt x="5208" y="3180"/>
                  </a:cubicBezTo>
                  <a:cubicBezTo>
                    <a:pt x="5212" y="3177"/>
                    <a:pt x="5216" y="3175"/>
                    <a:pt x="5221" y="3175"/>
                  </a:cubicBezTo>
                  <a:cubicBezTo>
                    <a:pt x="5225" y="3175"/>
                    <a:pt x="5230" y="3177"/>
                    <a:pt x="5234" y="3180"/>
                  </a:cubicBezTo>
                  <a:cubicBezTo>
                    <a:pt x="5494" y="3510"/>
                    <a:pt x="6038" y="4129"/>
                    <a:pt x="6762" y="4546"/>
                  </a:cubicBezTo>
                  <a:cubicBezTo>
                    <a:pt x="6799" y="4568"/>
                    <a:pt x="6836" y="4577"/>
                    <a:pt x="6870" y="4577"/>
                  </a:cubicBezTo>
                  <a:cubicBezTo>
                    <a:pt x="7051" y="4577"/>
                    <a:pt x="7163" y="4310"/>
                    <a:pt x="6965" y="4195"/>
                  </a:cubicBezTo>
                  <a:cubicBezTo>
                    <a:pt x="6302" y="3811"/>
                    <a:pt x="5795" y="3235"/>
                    <a:pt x="5552" y="2927"/>
                  </a:cubicBezTo>
                  <a:cubicBezTo>
                    <a:pt x="5469" y="2820"/>
                    <a:pt x="5346" y="2767"/>
                    <a:pt x="5222" y="2767"/>
                  </a:cubicBezTo>
                  <a:cubicBezTo>
                    <a:pt x="5099" y="2767"/>
                    <a:pt x="4975" y="2820"/>
                    <a:pt x="4890" y="2927"/>
                  </a:cubicBezTo>
                  <a:cubicBezTo>
                    <a:pt x="3713" y="4419"/>
                    <a:pt x="2597" y="4578"/>
                    <a:pt x="2170" y="4578"/>
                  </a:cubicBezTo>
                  <a:lnTo>
                    <a:pt x="2061" y="4578"/>
                  </a:lnTo>
                  <a:cubicBezTo>
                    <a:pt x="1941" y="4578"/>
                    <a:pt x="1826" y="4607"/>
                    <a:pt x="1721" y="4662"/>
                  </a:cubicBezTo>
                  <a:lnTo>
                    <a:pt x="1721" y="3908"/>
                  </a:lnTo>
                  <a:cubicBezTo>
                    <a:pt x="1721" y="1978"/>
                    <a:pt x="3289" y="410"/>
                    <a:pt x="5219" y="406"/>
                  </a:cubicBezTo>
                  <a:close/>
                  <a:moveTo>
                    <a:pt x="7486" y="7675"/>
                  </a:moveTo>
                  <a:cubicBezTo>
                    <a:pt x="7526" y="7787"/>
                    <a:pt x="7584" y="7889"/>
                    <a:pt x="7657" y="7979"/>
                  </a:cubicBezTo>
                  <a:cubicBezTo>
                    <a:pt x="7671" y="8001"/>
                    <a:pt x="7671" y="8026"/>
                    <a:pt x="7657" y="8048"/>
                  </a:cubicBezTo>
                  <a:cubicBezTo>
                    <a:pt x="7331" y="8465"/>
                    <a:pt x="7334" y="9051"/>
                    <a:pt x="7671" y="9461"/>
                  </a:cubicBezTo>
                  <a:cubicBezTo>
                    <a:pt x="7693" y="9489"/>
                    <a:pt x="7693" y="9526"/>
                    <a:pt x="7671" y="9551"/>
                  </a:cubicBezTo>
                  <a:cubicBezTo>
                    <a:pt x="7584" y="9660"/>
                    <a:pt x="7515" y="9779"/>
                    <a:pt x="7472" y="9910"/>
                  </a:cubicBezTo>
                  <a:lnTo>
                    <a:pt x="7179" y="9808"/>
                  </a:lnTo>
                  <a:cubicBezTo>
                    <a:pt x="6910" y="9714"/>
                    <a:pt x="6733" y="9461"/>
                    <a:pt x="6733" y="9178"/>
                  </a:cubicBezTo>
                  <a:lnTo>
                    <a:pt x="6733" y="8287"/>
                  </a:lnTo>
                  <a:cubicBezTo>
                    <a:pt x="7016" y="8124"/>
                    <a:pt x="7269" y="7918"/>
                    <a:pt x="7486" y="7675"/>
                  </a:cubicBezTo>
                  <a:close/>
                  <a:moveTo>
                    <a:pt x="2956" y="7675"/>
                  </a:moveTo>
                  <a:cubicBezTo>
                    <a:pt x="3173" y="7918"/>
                    <a:pt x="3426" y="8124"/>
                    <a:pt x="3709" y="8287"/>
                  </a:cubicBezTo>
                  <a:lnTo>
                    <a:pt x="3709" y="9178"/>
                  </a:lnTo>
                  <a:cubicBezTo>
                    <a:pt x="3709" y="9461"/>
                    <a:pt x="3528" y="9714"/>
                    <a:pt x="3263" y="9805"/>
                  </a:cubicBezTo>
                  <a:lnTo>
                    <a:pt x="3263" y="9808"/>
                  </a:lnTo>
                  <a:lnTo>
                    <a:pt x="2970" y="9913"/>
                  </a:lnTo>
                  <a:cubicBezTo>
                    <a:pt x="2923" y="9779"/>
                    <a:pt x="2858" y="9660"/>
                    <a:pt x="2771" y="9551"/>
                  </a:cubicBezTo>
                  <a:cubicBezTo>
                    <a:pt x="2746" y="9526"/>
                    <a:pt x="2746" y="9489"/>
                    <a:pt x="2771" y="9461"/>
                  </a:cubicBezTo>
                  <a:cubicBezTo>
                    <a:pt x="3108" y="9051"/>
                    <a:pt x="3111" y="8465"/>
                    <a:pt x="2785" y="8048"/>
                  </a:cubicBezTo>
                  <a:cubicBezTo>
                    <a:pt x="2771" y="8026"/>
                    <a:pt x="2771" y="8001"/>
                    <a:pt x="2785" y="7979"/>
                  </a:cubicBezTo>
                  <a:cubicBezTo>
                    <a:pt x="2858" y="7889"/>
                    <a:pt x="2916" y="7787"/>
                    <a:pt x="2956" y="7675"/>
                  </a:cubicBezTo>
                  <a:close/>
                  <a:moveTo>
                    <a:pt x="8232" y="6074"/>
                  </a:moveTo>
                  <a:cubicBezTo>
                    <a:pt x="8251" y="6096"/>
                    <a:pt x="8276" y="6114"/>
                    <a:pt x="8301" y="6125"/>
                  </a:cubicBezTo>
                  <a:cubicBezTo>
                    <a:pt x="8562" y="6237"/>
                    <a:pt x="8725" y="6494"/>
                    <a:pt x="8721" y="6777"/>
                  </a:cubicBezTo>
                  <a:cubicBezTo>
                    <a:pt x="8725" y="6936"/>
                    <a:pt x="8671" y="7092"/>
                    <a:pt x="8569" y="7219"/>
                  </a:cubicBezTo>
                  <a:cubicBezTo>
                    <a:pt x="8439" y="7389"/>
                    <a:pt x="8439" y="7624"/>
                    <a:pt x="8569" y="7791"/>
                  </a:cubicBezTo>
                  <a:cubicBezTo>
                    <a:pt x="8671" y="7918"/>
                    <a:pt x="8725" y="8077"/>
                    <a:pt x="8721" y="8236"/>
                  </a:cubicBezTo>
                  <a:cubicBezTo>
                    <a:pt x="8721" y="8403"/>
                    <a:pt x="8663" y="8566"/>
                    <a:pt x="8558" y="8693"/>
                  </a:cubicBezTo>
                  <a:cubicBezTo>
                    <a:pt x="8410" y="8870"/>
                    <a:pt x="8410" y="9127"/>
                    <a:pt x="8558" y="9305"/>
                  </a:cubicBezTo>
                  <a:cubicBezTo>
                    <a:pt x="8794" y="9595"/>
                    <a:pt x="8772" y="10015"/>
                    <a:pt x="8508" y="10275"/>
                  </a:cubicBezTo>
                  <a:lnTo>
                    <a:pt x="7859" y="10047"/>
                  </a:lnTo>
                  <a:cubicBezTo>
                    <a:pt x="7885" y="9960"/>
                    <a:pt x="7928" y="9881"/>
                    <a:pt x="7986" y="9812"/>
                  </a:cubicBezTo>
                  <a:cubicBezTo>
                    <a:pt x="8135" y="9634"/>
                    <a:pt x="8135" y="9377"/>
                    <a:pt x="7986" y="9200"/>
                  </a:cubicBezTo>
                  <a:cubicBezTo>
                    <a:pt x="7881" y="9073"/>
                    <a:pt x="7823" y="8910"/>
                    <a:pt x="7823" y="8743"/>
                  </a:cubicBezTo>
                  <a:cubicBezTo>
                    <a:pt x="7823" y="8584"/>
                    <a:pt x="7874" y="8428"/>
                    <a:pt x="7975" y="8302"/>
                  </a:cubicBezTo>
                  <a:cubicBezTo>
                    <a:pt x="8106" y="8131"/>
                    <a:pt x="8106" y="7896"/>
                    <a:pt x="7975" y="7726"/>
                  </a:cubicBezTo>
                  <a:cubicBezTo>
                    <a:pt x="7874" y="7599"/>
                    <a:pt x="7823" y="7443"/>
                    <a:pt x="7823" y="7284"/>
                  </a:cubicBezTo>
                  <a:cubicBezTo>
                    <a:pt x="7823" y="7262"/>
                    <a:pt x="7823" y="7237"/>
                    <a:pt x="7827" y="7219"/>
                  </a:cubicBezTo>
                  <a:lnTo>
                    <a:pt x="7827" y="7215"/>
                  </a:lnTo>
                  <a:cubicBezTo>
                    <a:pt x="8037" y="6867"/>
                    <a:pt x="8171" y="6480"/>
                    <a:pt x="8229" y="6074"/>
                  </a:cubicBezTo>
                  <a:close/>
                  <a:moveTo>
                    <a:pt x="2213" y="6074"/>
                  </a:moveTo>
                  <a:cubicBezTo>
                    <a:pt x="2271" y="6480"/>
                    <a:pt x="2409" y="6867"/>
                    <a:pt x="2619" y="7215"/>
                  </a:cubicBezTo>
                  <a:lnTo>
                    <a:pt x="2619" y="7219"/>
                  </a:lnTo>
                  <a:cubicBezTo>
                    <a:pt x="2619" y="7240"/>
                    <a:pt x="2619" y="7262"/>
                    <a:pt x="2619" y="7284"/>
                  </a:cubicBezTo>
                  <a:cubicBezTo>
                    <a:pt x="2622" y="7443"/>
                    <a:pt x="2568" y="7603"/>
                    <a:pt x="2467" y="7726"/>
                  </a:cubicBezTo>
                  <a:cubicBezTo>
                    <a:pt x="2336" y="7896"/>
                    <a:pt x="2336" y="8131"/>
                    <a:pt x="2467" y="8302"/>
                  </a:cubicBezTo>
                  <a:cubicBezTo>
                    <a:pt x="2568" y="8428"/>
                    <a:pt x="2622" y="8584"/>
                    <a:pt x="2619" y="8743"/>
                  </a:cubicBezTo>
                  <a:cubicBezTo>
                    <a:pt x="2619" y="8910"/>
                    <a:pt x="2564" y="9073"/>
                    <a:pt x="2456" y="9200"/>
                  </a:cubicBezTo>
                  <a:cubicBezTo>
                    <a:pt x="2307" y="9377"/>
                    <a:pt x="2307" y="9638"/>
                    <a:pt x="2456" y="9812"/>
                  </a:cubicBezTo>
                  <a:cubicBezTo>
                    <a:pt x="2514" y="9884"/>
                    <a:pt x="2557" y="9960"/>
                    <a:pt x="2586" y="10047"/>
                  </a:cubicBezTo>
                  <a:lnTo>
                    <a:pt x="1934" y="10279"/>
                  </a:lnTo>
                  <a:cubicBezTo>
                    <a:pt x="1797" y="10141"/>
                    <a:pt x="1717" y="9957"/>
                    <a:pt x="1717" y="9761"/>
                  </a:cubicBezTo>
                  <a:lnTo>
                    <a:pt x="1721" y="9761"/>
                  </a:lnTo>
                  <a:cubicBezTo>
                    <a:pt x="1721" y="9595"/>
                    <a:pt x="1779" y="9435"/>
                    <a:pt x="1884" y="9305"/>
                  </a:cubicBezTo>
                  <a:cubicBezTo>
                    <a:pt x="2032" y="9127"/>
                    <a:pt x="2032" y="8870"/>
                    <a:pt x="1884" y="8693"/>
                  </a:cubicBezTo>
                  <a:cubicBezTo>
                    <a:pt x="1779" y="8566"/>
                    <a:pt x="1721" y="8403"/>
                    <a:pt x="1721" y="8236"/>
                  </a:cubicBezTo>
                  <a:cubicBezTo>
                    <a:pt x="1721" y="8077"/>
                    <a:pt x="1771" y="7918"/>
                    <a:pt x="1873" y="7791"/>
                  </a:cubicBezTo>
                  <a:cubicBezTo>
                    <a:pt x="2003" y="7624"/>
                    <a:pt x="2003" y="7389"/>
                    <a:pt x="1873" y="7219"/>
                  </a:cubicBezTo>
                  <a:cubicBezTo>
                    <a:pt x="1771" y="7092"/>
                    <a:pt x="1721" y="6936"/>
                    <a:pt x="1721" y="6777"/>
                  </a:cubicBezTo>
                  <a:cubicBezTo>
                    <a:pt x="1717" y="6494"/>
                    <a:pt x="1884" y="6237"/>
                    <a:pt x="2141" y="6125"/>
                  </a:cubicBezTo>
                  <a:cubicBezTo>
                    <a:pt x="2166" y="6114"/>
                    <a:pt x="2191" y="6096"/>
                    <a:pt x="2210" y="6074"/>
                  </a:cubicBezTo>
                  <a:close/>
                  <a:moveTo>
                    <a:pt x="6324" y="8483"/>
                  </a:moveTo>
                  <a:lnTo>
                    <a:pt x="6324" y="9178"/>
                  </a:lnTo>
                  <a:cubicBezTo>
                    <a:pt x="6324" y="9605"/>
                    <a:pt x="6577" y="9993"/>
                    <a:pt x="6968" y="10163"/>
                  </a:cubicBezTo>
                  <a:cubicBezTo>
                    <a:pt x="6943" y="10482"/>
                    <a:pt x="6827" y="10790"/>
                    <a:pt x="6639" y="11047"/>
                  </a:cubicBezTo>
                  <a:cubicBezTo>
                    <a:pt x="6524" y="11206"/>
                    <a:pt x="6662" y="11375"/>
                    <a:pt x="6808" y="11375"/>
                  </a:cubicBezTo>
                  <a:cubicBezTo>
                    <a:pt x="6865" y="11375"/>
                    <a:pt x="6923" y="11350"/>
                    <a:pt x="6968" y="11289"/>
                  </a:cubicBezTo>
                  <a:cubicBezTo>
                    <a:pt x="7179" y="11000"/>
                    <a:pt x="7316" y="10663"/>
                    <a:pt x="7363" y="10304"/>
                  </a:cubicBezTo>
                  <a:lnTo>
                    <a:pt x="8019" y="10536"/>
                  </a:lnTo>
                  <a:cubicBezTo>
                    <a:pt x="7899" y="11166"/>
                    <a:pt x="7573" y="11735"/>
                    <a:pt x="7092" y="12155"/>
                  </a:cubicBezTo>
                  <a:lnTo>
                    <a:pt x="7095" y="12159"/>
                  </a:lnTo>
                  <a:cubicBezTo>
                    <a:pt x="6567" y="12617"/>
                    <a:pt x="5901" y="12860"/>
                    <a:pt x="5223" y="12860"/>
                  </a:cubicBezTo>
                  <a:cubicBezTo>
                    <a:pt x="4909" y="12860"/>
                    <a:pt x="4594" y="12808"/>
                    <a:pt x="4288" y="12702"/>
                  </a:cubicBezTo>
                  <a:cubicBezTo>
                    <a:pt x="3325" y="12369"/>
                    <a:pt x="2612" y="11543"/>
                    <a:pt x="2423" y="10536"/>
                  </a:cubicBezTo>
                  <a:lnTo>
                    <a:pt x="3075" y="10308"/>
                  </a:lnTo>
                  <a:cubicBezTo>
                    <a:pt x="3232" y="11432"/>
                    <a:pt x="4196" y="12178"/>
                    <a:pt x="5227" y="12178"/>
                  </a:cubicBezTo>
                  <a:cubicBezTo>
                    <a:pt x="5578" y="12178"/>
                    <a:pt x="5936" y="12092"/>
                    <a:pt x="6273" y="11905"/>
                  </a:cubicBezTo>
                  <a:cubicBezTo>
                    <a:pt x="6476" y="11791"/>
                    <a:pt x="6363" y="11518"/>
                    <a:pt x="6178" y="11518"/>
                  </a:cubicBezTo>
                  <a:cubicBezTo>
                    <a:pt x="6145" y="11518"/>
                    <a:pt x="6110" y="11527"/>
                    <a:pt x="6074" y="11547"/>
                  </a:cubicBezTo>
                  <a:cubicBezTo>
                    <a:pt x="5799" y="11700"/>
                    <a:pt x="5507" y="11771"/>
                    <a:pt x="5221" y="11771"/>
                  </a:cubicBezTo>
                  <a:cubicBezTo>
                    <a:pt x="4355" y="11771"/>
                    <a:pt x="3551" y="11120"/>
                    <a:pt x="3466" y="10163"/>
                  </a:cubicBezTo>
                  <a:cubicBezTo>
                    <a:pt x="3861" y="9993"/>
                    <a:pt x="4115" y="9605"/>
                    <a:pt x="4115" y="9178"/>
                  </a:cubicBezTo>
                  <a:lnTo>
                    <a:pt x="4115" y="8483"/>
                  </a:lnTo>
                  <a:cubicBezTo>
                    <a:pt x="4469" y="8620"/>
                    <a:pt x="4844" y="8689"/>
                    <a:pt x="5219" y="8689"/>
                  </a:cubicBezTo>
                  <a:cubicBezTo>
                    <a:pt x="5594" y="8689"/>
                    <a:pt x="5969" y="8620"/>
                    <a:pt x="6324" y="8483"/>
                  </a:cubicBezTo>
                  <a:close/>
                  <a:moveTo>
                    <a:pt x="5219" y="1"/>
                  </a:moveTo>
                  <a:cubicBezTo>
                    <a:pt x="3061" y="1"/>
                    <a:pt x="1311" y="1750"/>
                    <a:pt x="1311" y="3908"/>
                  </a:cubicBezTo>
                  <a:lnTo>
                    <a:pt x="1311" y="5317"/>
                  </a:lnTo>
                  <a:lnTo>
                    <a:pt x="1311" y="5325"/>
                  </a:lnTo>
                  <a:cubicBezTo>
                    <a:pt x="1308" y="5582"/>
                    <a:pt x="1442" y="5821"/>
                    <a:pt x="1659" y="5958"/>
                  </a:cubicBezTo>
                  <a:cubicBezTo>
                    <a:pt x="1239" y="6360"/>
                    <a:pt x="1192" y="7016"/>
                    <a:pt x="1550" y="7472"/>
                  </a:cubicBezTo>
                  <a:cubicBezTo>
                    <a:pt x="1565" y="7494"/>
                    <a:pt x="1565" y="7519"/>
                    <a:pt x="1550" y="7541"/>
                  </a:cubicBezTo>
                  <a:cubicBezTo>
                    <a:pt x="1224" y="7958"/>
                    <a:pt x="1232" y="8544"/>
                    <a:pt x="1568" y="8953"/>
                  </a:cubicBezTo>
                  <a:cubicBezTo>
                    <a:pt x="1590" y="8979"/>
                    <a:pt x="1590" y="9019"/>
                    <a:pt x="1568" y="9044"/>
                  </a:cubicBezTo>
                  <a:cubicBezTo>
                    <a:pt x="1243" y="9439"/>
                    <a:pt x="1224" y="10004"/>
                    <a:pt x="1521" y="10420"/>
                  </a:cubicBezTo>
                  <a:lnTo>
                    <a:pt x="1011" y="10601"/>
                  </a:lnTo>
                  <a:cubicBezTo>
                    <a:pt x="406" y="10815"/>
                    <a:pt x="4" y="11387"/>
                    <a:pt x="0" y="12028"/>
                  </a:cubicBezTo>
                  <a:lnTo>
                    <a:pt x="0" y="13720"/>
                  </a:lnTo>
                  <a:cubicBezTo>
                    <a:pt x="0" y="13855"/>
                    <a:pt x="103" y="13923"/>
                    <a:pt x="205" y="13923"/>
                  </a:cubicBezTo>
                  <a:cubicBezTo>
                    <a:pt x="307" y="13923"/>
                    <a:pt x="410" y="13855"/>
                    <a:pt x="410" y="13720"/>
                  </a:cubicBezTo>
                  <a:lnTo>
                    <a:pt x="410" y="12028"/>
                  </a:lnTo>
                  <a:cubicBezTo>
                    <a:pt x="410" y="11561"/>
                    <a:pt x="703" y="11145"/>
                    <a:pt x="1145" y="10985"/>
                  </a:cubicBezTo>
                  <a:lnTo>
                    <a:pt x="2032" y="10674"/>
                  </a:lnTo>
                  <a:cubicBezTo>
                    <a:pt x="2344" y="12184"/>
                    <a:pt x="3676" y="13267"/>
                    <a:pt x="5219" y="13267"/>
                  </a:cubicBezTo>
                  <a:cubicBezTo>
                    <a:pt x="6762" y="13267"/>
                    <a:pt x="8091" y="12184"/>
                    <a:pt x="8406" y="10674"/>
                  </a:cubicBezTo>
                  <a:lnTo>
                    <a:pt x="9290" y="10985"/>
                  </a:lnTo>
                  <a:cubicBezTo>
                    <a:pt x="9732" y="11145"/>
                    <a:pt x="10029" y="11561"/>
                    <a:pt x="10029" y="12028"/>
                  </a:cubicBezTo>
                  <a:lnTo>
                    <a:pt x="10029" y="13720"/>
                  </a:lnTo>
                  <a:cubicBezTo>
                    <a:pt x="10029" y="13855"/>
                    <a:pt x="10130" y="13923"/>
                    <a:pt x="10232" y="13923"/>
                  </a:cubicBezTo>
                  <a:cubicBezTo>
                    <a:pt x="10333" y="13923"/>
                    <a:pt x="10434" y="13855"/>
                    <a:pt x="10434" y="13720"/>
                  </a:cubicBezTo>
                  <a:lnTo>
                    <a:pt x="10434" y="12028"/>
                  </a:lnTo>
                  <a:cubicBezTo>
                    <a:pt x="10434" y="11387"/>
                    <a:pt x="10032" y="10815"/>
                    <a:pt x="9428" y="10601"/>
                  </a:cubicBezTo>
                  <a:lnTo>
                    <a:pt x="8917" y="10420"/>
                  </a:lnTo>
                  <a:cubicBezTo>
                    <a:pt x="9214" y="10004"/>
                    <a:pt x="9196" y="9439"/>
                    <a:pt x="8870" y="9044"/>
                  </a:cubicBezTo>
                  <a:cubicBezTo>
                    <a:pt x="8848" y="9019"/>
                    <a:pt x="8848" y="8979"/>
                    <a:pt x="8870" y="8953"/>
                  </a:cubicBezTo>
                  <a:cubicBezTo>
                    <a:pt x="9207" y="8544"/>
                    <a:pt x="9214" y="7954"/>
                    <a:pt x="8888" y="7537"/>
                  </a:cubicBezTo>
                  <a:cubicBezTo>
                    <a:pt x="8873" y="7519"/>
                    <a:pt x="8873" y="7490"/>
                    <a:pt x="8888" y="7472"/>
                  </a:cubicBezTo>
                  <a:cubicBezTo>
                    <a:pt x="9247" y="7012"/>
                    <a:pt x="9199" y="6360"/>
                    <a:pt x="8779" y="5958"/>
                  </a:cubicBezTo>
                  <a:cubicBezTo>
                    <a:pt x="8993" y="5821"/>
                    <a:pt x="9123" y="5585"/>
                    <a:pt x="9127" y="5335"/>
                  </a:cubicBezTo>
                  <a:lnTo>
                    <a:pt x="9127" y="5325"/>
                  </a:lnTo>
                  <a:lnTo>
                    <a:pt x="9127" y="3908"/>
                  </a:lnTo>
                  <a:cubicBezTo>
                    <a:pt x="9127" y="1750"/>
                    <a:pt x="7378"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2"/>
            <p:cNvSpPr/>
            <p:nvPr/>
          </p:nvSpPr>
          <p:spPr>
            <a:xfrm>
              <a:off x="6817468" y="4443706"/>
              <a:ext cx="62135" cy="33558"/>
            </a:xfrm>
            <a:custGeom>
              <a:rect b="b" l="l" r="r" t="t"/>
              <a:pathLst>
                <a:path extrusionOk="0" h="1280" w="2370">
                  <a:moveTo>
                    <a:pt x="1928" y="406"/>
                  </a:moveTo>
                  <a:cubicBezTo>
                    <a:pt x="1826" y="678"/>
                    <a:pt x="1529" y="870"/>
                    <a:pt x="1185" y="870"/>
                  </a:cubicBezTo>
                  <a:cubicBezTo>
                    <a:pt x="841" y="870"/>
                    <a:pt x="548" y="678"/>
                    <a:pt x="446" y="406"/>
                  </a:cubicBezTo>
                  <a:close/>
                  <a:moveTo>
                    <a:pt x="204" y="1"/>
                  </a:moveTo>
                  <a:cubicBezTo>
                    <a:pt x="91" y="1"/>
                    <a:pt x="1" y="91"/>
                    <a:pt x="1" y="203"/>
                  </a:cubicBezTo>
                  <a:cubicBezTo>
                    <a:pt x="1" y="797"/>
                    <a:pt x="533" y="1279"/>
                    <a:pt x="1185" y="1279"/>
                  </a:cubicBezTo>
                  <a:cubicBezTo>
                    <a:pt x="1841" y="1279"/>
                    <a:pt x="2369" y="797"/>
                    <a:pt x="2369" y="203"/>
                  </a:cubicBezTo>
                  <a:cubicBezTo>
                    <a:pt x="2369" y="91"/>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5" name="Google Shape;13865;p82"/>
          <p:cNvGrpSpPr/>
          <p:nvPr/>
        </p:nvGrpSpPr>
        <p:grpSpPr>
          <a:xfrm>
            <a:off x="8058499" y="4286087"/>
            <a:ext cx="280606" cy="365052"/>
            <a:chOff x="8058499" y="4286087"/>
            <a:chExt cx="280606" cy="365052"/>
          </a:xfrm>
        </p:grpSpPr>
        <p:sp>
          <p:nvSpPr>
            <p:cNvPr id="13866" name="Google Shape;13866;p82"/>
            <p:cNvSpPr/>
            <p:nvPr/>
          </p:nvSpPr>
          <p:spPr>
            <a:xfrm>
              <a:off x="8075016" y="4291409"/>
              <a:ext cx="247493" cy="196867"/>
            </a:xfrm>
            <a:custGeom>
              <a:rect b="b" l="l" r="r" t="t"/>
              <a:pathLst>
                <a:path extrusionOk="0" h="7509" w="9440">
                  <a:moveTo>
                    <a:pt x="3757" y="0"/>
                  </a:moveTo>
                  <a:cubicBezTo>
                    <a:pt x="1681" y="0"/>
                    <a:pt x="1" y="1681"/>
                    <a:pt x="1" y="3756"/>
                  </a:cubicBezTo>
                  <a:cubicBezTo>
                    <a:pt x="1" y="5828"/>
                    <a:pt x="1681" y="7508"/>
                    <a:pt x="3757" y="7508"/>
                  </a:cubicBezTo>
                  <a:lnTo>
                    <a:pt x="5687" y="7508"/>
                  </a:lnTo>
                  <a:cubicBezTo>
                    <a:pt x="7759" y="7508"/>
                    <a:pt x="9439" y="5828"/>
                    <a:pt x="9439" y="3756"/>
                  </a:cubicBezTo>
                  <a:cubicBezTo>
                    <a:pt x="9439" y="1681"/>
                    <a:pt x="7759" y="0"/>
                    <a:pt x="5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2"/>
            <p:cNvSpPr/>
            <p:nvPr/>
          </p:nvSpPr>
          <p:spPr>
            <a:xfrm>
              <a:off x="8063822" y="4493834"/>
              <a:ext cx="269988" cy="151878"/>
            </a:xfrm>
            <a:custGeom>
              <a:rect b="b" l="l" r="r" t="t"/>
              <a:pathLst>
                <a:path extrusionOk="0" h="5793" w="10298">
                  <a:moveTo>
                    <a:pt x="3648" y="1"/>
                  </a:moveTo>
                  <a:lnTo>
                    <a:pt x="3648" y="1022"/>
                  </a:lnTo>
                  <a:cubicBezTo>
                    <a:pt x="3648" y="1308"/>
                    <a:pt x="3459" y="1558"/>
                    <a:pt x="3184" y="1638"/>
                  </a:cubicBezTo>
                  <a:lnTo>
                    <a:pt x="1080" y="2261"/>
                  </a:lnTo>
                  <a:cubicBezTo>
                    <a:pt x="439" y="2446"/>
                    <a:pt x="1" y="3032"/>
                    <a:pt x="1" y="3699"/>
                  </a:cubicBezTo>
                  <a:lnTo>
                    <a:pt x="1" y="5792"/>
                  </a:lnTo>
                  <a:lnTo>
                    <a:pt x="10297" y="5792"/>
                  </a:lnTo>
                  <a:lnTo>
                    <a:pt x="10297" y="3699"/>
                  </a:lnTo>
                  <a:cubicBezTo>
                    <a:pt x="10297" y="3032"/>
                    <a:pt x="9855" y="2446"/>
                    <a:pt x="9218" y="2261"/>
                  </a:cubicBezTo>
                  <a:lnTo>
                    <a:pt x="7114" y="1638"/>
                  </a:lnTo>
                  <a:cubicBezTo>
                    <a:pt x="6838" y="1558"/>
                    <a:pt x="6650" y="1308"/>
                    <a:pt x="6650" y="1022"/>
                  </a:cubicBezTo>
                  <a:lnTo>
                    <a:pt x="665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2"/>
            <p:cNvSpPr/>
            <p:nvPr/>
          </p:nvSpPr>
          <p:spPr>
            <a:xfrm>
              <a:off x="8159437" y="4493834"/>
              <a:ext cx="78731" cy="28158"/>
            </a:xfrm>
            <a:custGeom>
              <a:rect b="b" l="l" r="r" t="t"/>
              <a:pathLst>
                <a:path extrusionOk="0" h="1074" w="3003">
                  <a:moveTo>
                    <a:pt x="1" y="1"/>
                  </a:moveTo>
                  <a:lnTo>
                    <a:pt x="1" y="696"/>
                  </a:lnTo>
                  <a:cubicBezTo>
                    <a:pt x="468" y="948"/>
                    <a:pt x="984" y="1074"/>
                    <a:pt x="1500" y="1074"/>
                  </a:cubicBezTo>
                  <a:cubicBezTo>
                    <a:pt x="2017" y="1074"/>
                    <a:pt x="2534" y="948"/>
                    <a:pt x="3003" y="696"/>
                  </a:cubicBezTo>
                  <a:lnTo>
                    <a:pt x="300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2"/>
            <p:cNvSpPr/>
            <p:nvPr/>
          </p:nvSpPr>
          <p:spPr>
            <a:xfrm>
              <a:off x="8103122" y="4358919"/>
              <a:ext cx="191283" cy="146241"/>
            </a:xfrm>
            <a:custGeom>
              <a:rect b="b" l="l" r="r" t="t"/>
              <a:pathLst>
                <a:path extrusionOk="0" h="5578" w="7296">
                  <a:moveTo>
                    <a:pt x="1718" y="0"/>
                  </a:moveTo>
                  <a:cubicBezTo>
                    <a:pt x="1479" y="0"/>
                    <a:pt x="1287" y="192"/>
                    <a:pt x="1287" y="428"/>
                  </a:cubicBezTo>
                  <a:lnTo>
                    <a:pt x="1287" y="1500"/>
                  </a:lnTo>
                  <a:cubicBezTo>
                    <a:pt x="1287" y="1739"/>
                    <a:pt x="1095" y="1931"/>
                    <a:pt x="859" y="1931"/>
                  </a:cubicBezTo>
                  <a:lnTo>
                    <a:pt x="537" y="1931"/>
                  </a:lnTo>
                  <a:cubicBezTo>
                    <a:pt x="240" y="1931"/>
                    <a:pt x="1" y="2170"/>
                    <a:pt x="1" y="2467"/>
                  </a:cubicBezTo>
                  <a:cubicBezTo>
                    <a:pt x="1" y="2764"/>
                    <a:pt x="240" y="3003"/>
                    <a:pt x="537" y="3003"/>
                  </a:cubicBezTo>
                  <a:lnTo>
                    <a:pt x="874" y="3003"/>
                  </a:lnTo>
                  <a:cubicBezTo>
                    <a:pt x="982" y="4455"/>
                    <a:pt x="2192" y="5578"/>
                    <a:pt x="3648" y="5578"/>
                  </a:cubicBezTo>
                  <a:cubicBezTo>
                    <a:pt x="5108" y="5578"/>
                    <a:pt x="6317" y="4455"/>
                    <a:pt x="6426" y="3003"/>
                  </a:cubicBezTo>
                  <a:lnTo>
                    <a:pt x="6759" y="3003"/>
                  </a:lnTo>
                  <a:cubicBezTo>
                    <a:pt x="7052" y="3003"/>
                    <a:pt x="7295" y="2764"/>
                    <a:pt x="7295" y="2467"/>
                  </a:cubicBezTo>
                  <a:cubicBezTo>
                    <a:pt x="7295" y="2170"/>
                    <a:pt x="7052" y="1931"/>
                    <a:pt x="6759" y="1931"/>
                  </a:cubicBezTo>
                  <a:lnTo>
                    <a:pt x="6437" y="1931"/>
                  </a:lnTo>
                  <a:cubicBezTo>
                    <a:pt x="6198" y="1931"/>
                    <a:pt x="6006" y="1739"/>
                    <a:pt x="6006" y="1500"/>
                  </a:cubicBezTo>
                  <a:lnTo>
                    <a:pt x="6006" y="428"/>
                  </a:lnTo>
                  <a:cubicBezTo>
                    <a:pt x="6006" y="192"/>
                    <a:pt x="5814" y="0"/>
                    <a:pt x="5578"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2"/>
            <p:cNvSpPr/>
            <p:nvPr/>
          </p:nvSpPr>
          <p:spPr>
            <a:xfrm>
              <a:off x="8103122" y="4358814"/>
              <a:ext cx="146346" cy="146346"/>
            </a:xfrm>
            <a:custGeom>
              <a:rect b="b" l="l" r="r" t="t"/>
              <a:pathLst>
                <a:path extrusionOk="0" h="5582" w="5582">
                  <a:moveTo>
                    <a:pt x="5582" y="1"/>
                  </a:moveTo>
                  <a:lnTo>
                    <a:pt x="1718" y="4"/>
                  </a:lnTo>
                  <a:cubicBezTo>
                    <a:pt x="1482" y="4"/>
                    <a:pt x="1290" y="196"/>
                    <a:pt x="1290" y="432"/>
                  </a:cubicBezTo>
                  <a:lnTo>
                    <a:pt x="1290" y="1504"/>
                  </a:lnTo>
                  <a:cubicBezTo>
                    <a:pt x="1290" y="1743"/>
                    <a:pt x="1098" y="1935"/>
                    <a:pt x="859" y="1935"/>
                  </a:cubicBezTo>
                  <a:lnTo>
                    <a:pt x="541" y="1935"/>
                  </a:lnTo>
                  <a:cubicBezTo>
                    <a:pt x="244" y="1935"/>
                    <a:pt x="1" y="2174"/>
                    <a:pt x="1" y="2471"/>
                  </a:cubicBezTo>
                  <a:cubicBezTo>
                    <a:pt x="1" y="2768"/>
                    <a:pt x="244" y="3007"/>
                    <a:pt x="541" y="3007"/>
                  </a:cubicBezTo>
                  <a:lnTo>
                    <a:pt x="874" y="3007"/>
                  </a:lnTo>
                  <a:cubicBezTo>
                    <a:pt x="975" y="4480"/>
                    <a:pt x="2204" y="5582"/>
                    <a:pt x="3630" y="5582"/>
                  </a:cubicBezTo>
                  <a:cubicBezTo>
                    <a:pt x="3778" y="5582"/>
                    <a:pt x="3928" y="5570"/>
                    <a:pt x="4079" y="5546"/>
                  </a:cubicBezTo>
                  <a:cubicBezTo>
                    <a:pt x="2721" y="5336"/>
                    <a:pt x="1721" y="4166"/>
                    <a:pt x="1718" y="2793"/>
                  </a:cubicBezTo>
                  <a:lnTo>
                    <a:pt x="1718" y="1507"/>
                  </a:lnTo>
                  <a:cubicBezTo>
                    <a:pt x="1718" y="1029"/>
                    <a:pt x="2105" y="646"/>
                    <a:pt x="2580" y="646"/>
                  </a:cubicBezTo>
                  <a:lnTo>
                    <a:pt x="5155" y="646"/>
                  </a:lnTo>
                  <a:cubicBezTo>
                    <a:pt x="5390" y="646"/>
                    <a:pt x="5582" y="454"/>
                    <a:pt x="5582" y="218"/>
                  </a:cubicBezTo>
                  <a:lnTo>
                    <a:pt x="55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2"/>
            <p:cNvSpPr/>
            <p:nvPr/>
          </p:nvSpPr>
          <p:spPr>
            <a:xfrm>
              <a:off x="8238168" y="4521939"/>
              <a:ext cx="95641" cy="123773"/>
            </a:xfrm>
            <a:custGeom>
              <a:rect b="b" l="l" r="r" t="t"/>
              <a:pathLst>
                <a:path extrusionOk="0" h="4721" w="3648">
                  <a:moveTo>
                    <a:pt x="0" y="1"/>
                  </a:moveTo>
                  <a:lnTo>
                    <a:pt x="0" y="4720"/>
                  </a:lnTo>
                  <a:lnTo>
                    <a:pt x="3647" y="4720"/>
                  </a:lnTo>
                  <a:lnTo>
                    <a:pt x="3647" y="2627"/>
                  </a:lnTo>
                  <a:cubicBezTo>
                    <a:pt x="3647" y="1960"/>
                    <a:pt x="3209" y="1374"/>
                    <a:pt x="2568" y="1185"/>
                  </a:cubicBezTo>
                  <a:lnTo>
                    <a:pt x="464" y="566"/>
                  </a:lnTo>
                  <a:cubicBezTo>
                    <a:pt x="206" y="490"/>
                    <a:pt x="25" y="265"/>
                    <a:pt x="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2"/>
            <p:cNvSpPr/>
            <p:nvPr/>
          </p:nvSpPr>
          <p:spPr>
            <a:xfrm>
              <a:off x="8238168" y="4520628"/>
              <a:ext cx="44360" cy="125084"/>
            </a:xfrm>
            <a:custGeom>
              <a:rect b="b" l="l" r="r" t="t"/>
              <a:pathLst>
                <a:path extrusionOk="0" h="4771" w="1692">
                  <a:moveTo>
                    <a:pt x="0" y="0"/>
                  </a:moveTo>
                  <a:lnTo>
                    <a:pt x="0" y="4770"/>
                  </a:lnTo>
                  <a:lnTo>
                    <a:pt x="1286" y="4770"/>
                  </a:lnTo>
                  <a:lnTo>
                    <a:pt x="1655" y="3111"/>
                  </a:lnTo>
                  <a:cubicBezTo>
                    <a:pt x="1691" y="2945"/>
                    <a:pt x="1630" y="2774"/>
                    <a:pt x="1496" y="2673"/>
                  </a:cubicBezTo>
                  <a:lnTo>
                    <a:pt x="1061" y="2351"/>
                  </a:lnTo>
                  <a:cubicBezTo>
                    <a:pt x="934" y="2257"/>
                    <a:pt x="873" y="2101"/>
                    <a:pt x="895" y="1945"/>
                  </a:cubicBezTo>
                  <a:lnTo>
                    <a:pt x="1047" y="877"/>
                  </a:lnTo>
                  <a:cubicBezTo>
                    <a:pt x="1065" y="754"/>
                    <a:pt x="1029" y="630"/>
                    <a:pt x="945" y="536"/>
                  </a:cubicBezTo>
                  <a:cubicBezTo>
                    <a:pt x="771" y="341"/>
                    <a:pt x="435" y="36"/>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2"/>
            <p:cNvSpPr/>
            <p:nvPr/>
          </p:nvSpPr>
          <p:spPr>
            <a:xfrm>
              <a:off x="8063822" y="4521939"/>
              <a:ext cx="95641" cy="123773"/>
            </a:xfrm>
            <a:custGeom>
              <a:rect b="b" l="l" r="r" t="t"/>
              <a:pathLst>
                <a:path extrusionOk="0" h="4721" w="3648">
                  <a:moveTo>
                    <a:pt x="3644" y="1"/>
                  </a:moveTo>
                  <a:cubicBezTo>
                    <a:pt x="3622" y="265"/>
                    <a:pt x="3438" y="490"/>
                    <a:pt x="3184" y="566"/>
                  </a:cubicBezTo>
                  <a:lnTo>
                    <a:pt x="1080" y="1185"/>
                  </a:lnTo>
                  <a:cubicBezTo>
                    <a:pt x="439" y="1374"/>
                    <a:pt x="1" y="1960"/>
                    <a:pt x="1" y="2627"/>
                  </a:cubicBezTo>
                  <a:lnTo>
                    <a:pt x="1" y="4720"/>
                  </a:lnTo>
                  <a:lnTo>
                    <a:pt x="3648" y="4720"/>
                  </a:lnTo>
                  <a:lnTo>
                    <a:pt x="364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2"/>
            <p:cNvSpPr/>
            <p:nvPr/>
          </p:nvSpPr>
          <p:spPr>
            <a:xfrm>
              <a:off x="8114998" y="4520628"/>
              <a:ext cx="44465" cy="125084"/>
            </a:xfrm>
            <a:custGeom>
              <a:rect b="b" l="l" r="r" t="t"/>
              <a:pathLst>
                <a:path extrusionOk="0" h="4771" w="1696">
                  <a:moveTo>
                    <a:pt x="1696" y="0"/>
                  </a:moveTo>
                  <a:cubicBezTo>
                    <a:pt x="1257" y="36"/>
                    <a:pt x="921" y="341"/>
                    <a:pt x="750" y="536"/>
                  </a:cubicBezTo>
                  <a:cubicBezTo>
                    <a:pt x="667" y="630"/>
                    <a:pt x="631" y="754"/>
                    <a:pt x="649" y="877"/>
                  </a:cubicBezTo>
                  <a:lnTo>
                    <a:pt x="801" y="1945"/>
                  </a:lnTo>
                  <a:cubicBezTo>
                    <a:pt x="823" y="2101"/>
                    <a:pt x="758" y="2257"/>
                    <a:pt x="634" y="2351"/>
                  </a:cubicBezTo>
                  <a:lnTo>
                    <a:pt x="200" y="2673"/>
                  </a:lnTo>
                  <a:cubicBezTo>
                    <a:pt x="66" y="2774"/>
                    <a:pt x="1" y="2945"/>
                    <a:pt x="40" y="3111"/>
                  </a:cubicBezTo>
                  <a:lnTo>
                    <a:pt x="406" y="4770"/>
                  </a:lnTo>
                  <a:lnTo>
                    <a:pt x="1696" y="4770"/>
                  </a:lnTo>
                  <a:lnTo>
                    <a:pt x="16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2"/>
            <p:cNvSpPr/>
            <p:nvPr/>
          </p:nvSpPr>
          <p:spPr>
            <a:xfrm>
              <a:off x="8159437" y="4564097"/>
              <a:ext cx="78731" cy="81615"/>
            </a:xfrm>
            <a:custGeom>
              <a:rect b="b" l="l" r="r" t="t"/>
              <a:pathLst>
                <a:path extrusionOk="0" h="3113" w="3003">
                  <a:moveTo>
                    <a:pt x="1" y="1"/>
                  </a:moveTo>
                  <a:lnTo>
                    <a:pt x="1" y="3112"/>
                  </a:lnTo>
                  <a:lnTo>
                    <a:pt x="3003" y="3112"/>
                  </a:lnTo>
                  <a:lnTo>
                    <a:pt x="3003" y="1"/>
                  </a:lnTo>
                  <a:cubicBezTo>
                    <a:pt x="2583" y="345"/>
                    <a:pt x="2060" y="537"/>
                    <a:pt x="1515" y="537"/>
                  </a:cubicBezTo>
                  <a:cubicBezTo>
                    <a:pt x="1510" y="537"/>
                    <a:pt x="1505" y="537"/>
                    <a:pt x="1500" y="537"/>
                  </a:cubicBezTo>
                  <a:cubicBezTo>
                    <a:pt x="1495" y="537"/>
                    <a:pt x="1490" y="537"/>
                    <a:pt x="1485" y="537"/>
                  </a:cubicBezTo>
                  <a:cubicBezTo>
                    <a:pt x="943" y="537"/>
                    <a:pt x="417" y="345"/>
                    <a:pt x="1"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2"/>
            <p:cNvSpPr/>
            <p:nvPr/>
          </p:nvSpPr>
          <p:spPr>
            <a:xfrm>
              <a:off x="8159437" y="4548052"/>
              <a:ext cx="78731" cy="41450"/>
            </a:xfrm>
            <a:custGeom>
              <a:rect b="b" l="l" r="r" t="t"/>
              <a:pathLst>
                <a:path extrusionOk="0" h="1581" w="3003">
                  <a:moveTo>
                    <a:pt x="1" y="1"/>
                  </a:moveTo>
                  <a:lnTo>
                    <a:pt x="1" y="1138"/>
                  </a:lnTo>
                  <a:cubicBezTo>
                    <a:pt x="457" y="1433"/>
                    <a:pt x="979" y="1581"/>
                    <a:pt x="1502" y="1581"/>
                  </a:cubicBezTo>
                  <a:cubicBezTo>
                    <a:pt x="2024" y="1581"/>
                    <a:pt x="2547" y="1433"/>
                    <a:pt x="3003" y="1138"/>
                  </a:cubicBezTo>
                  <a:lnTo>
                    <a:pt x="3003" y="1"/>
                  </a:lnTo>
                  <a:cubicBezTo>
                    <a:pt x="2617" y="481"/>
                    <a:pt x="2060" y="721"/>
                    <a:pt x="1502" y="721"/>
                  </a:cubicBezTo>
                  <a:cubicBezTo>
                    <a:pt x="944" y="721"/>
                    <a:pt x="386" y="481"/>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2"/>
            <p:cNvSpPr/>
            <p:nvPr/>
          </p:nvSpPr>
          <p:spPr>
            <a:xfrm>
              <a:off x="8142527" y="4409519"/>
              <a:ext cx="45042" cy="32248"/>
            </a:xfrm>
            <a:custGeom>
              <a:rect b="b" l="l" r="r" t="t"/>
              <a:pathLst>
                <a:path extrusionOk="0" h="1230" w="1718">
                  <a:moveTo>
                    <a:pt x="617" y="1"/>
                  </a:moveTo>
                  <a:cubicBezTo>
                    <a:pt x="276" y="1"/>
                    <a:pt x="1" y="276"/>
                    <a:pt x="1" y="617"/>
                  </a:cubicBezTo>
                  <a:cubicBezTo>
                    <a:pt x="1" y="967"/>
                    <a:pt x="290" y="1229"/>
                    <a:pt x="614" y="1229"/>
                  </a:cubicBezTo>
                  <a:cubicBezTo>
                    <a:pt x="685" y="1229"/>
                    <a:pt x="758" y="1216"/>
                    <a:pt x="830" y="1189"/>
                  </a:cubicBezTo>
                  <a:lnTo>
                    <a:pt x="1319" y="1008"/>
                  </a:lnTo>
                  <a:cubicBezTo>
                    <a:pt x="1558" y="917"/>
                    <a:pt x="1718" y="689"/>
                    <a:pt x="1718" y="432"/>
                  </a:cubicBezTo>
                  <a:lnTo>
                    <a:pt x="171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2"/>
            <p:cNvSpPr/>
            <p:nvPr/>
          </p:nvSpPr>
          <p:spPr>
            <a:xfrm>
              <a:off x="8210037" y="4409519"/>
              <a:ext cx="45042" cy="32248"/>
            </a:xfrm>
            <a:custGeom>
              <a:rect b="b" l="l" r="r" t="t"/>
              <a:pathLst>
                <a:path extrusionOk="0" h="1230" w="1718">
                  <a:moveTo>
                    <a:pt x="1" y="1"/>
                  </a:moveTo>
                  <a:lnTo>
                    <a:pt x="1" y="432"/>
                  </a:lnTo>
                  <a:cubicBezTo>
                    <a:pt x="1" y="689"/>
                    <a:pt x="160" y="917"/>
                    <a:pt x="399" y="1008"/>
                  </a:cubicBezTo>
                  <a:lnTo>
                    <a:pt x="885" y="1189"/>
                  </a:lnTo>
                  <a:cubicBezTo>
                    <a:pt x="957" y="1216"/>
                    <a:pt x="1031" y="1229"/>
                    <a:pt x="1103" y="1229"/>
                  </a:cubicBezTo>
                  <a:cubicBezTo>
                    <a:pt x="1428" y="1229"/>
                    <a:pt x="1715" y="967"/>
                    <a:pt x="1718" y="617"/>
                  </a:cubicBezTo>
                  <a:cubicBezTo>
                    <a:pt x="1718" y="276"/>
                    <a:pt x="1442" y="1"/>
                    <a:pt x="110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2"/>
            <p:cNvSpPr/>
            <p:nvPr/>
          </p:nvSpPr>
          <p:spPr>
            <a:xfrm>
              <a:off x="8174276" y="4454691"/>
              <a:ext cx="49079" cy="16386"/>
            </a:xfrm>
            <a:custGeom>
              <a:rect b="b" l="l" r="r" t="t"/>
              <a:pathLst>
                <a:path extrusionOk="0" h="625" w="1872">
                  <a:moveTo>
                    <a:pt x="293" y="0"/>
                  </a:moveTo>
                  <a:cubicBezTo>
                    <a:pt x="135" y="0"/>
                    <a:pt x="1" y="206"/>
                    <a:pt x="148" y="353"/>
                  </a:cubicBezTo>
                  <a:cubicBezTo>
                    <a:pt x="322" y="523"/>
                    <a:pt x="615" y="625"/>
                    <a:pt x="934" y="625"/>
                  </a:cubicBezTo>
                  <a:cubicBezTo>
                    <a:pt x="1256" y="625"/>
                    <a:pt x="1550" y="520"/>
                    <a:pt x="1724" y="353"/>
                  </a:cubicBezTo>
                  <a:cubicBezTo>
                    <a:pt x="1871" y="206"/>
                    <a:pt x="1736" y="0"/>
                    <a:pt x="1579" y="0"/>
                  </a:cubicBezTo>
                  <a:cubicBezTo>
                    <a:pt x="1531" y="0"/>
                    <a:pt x="1482" y="19"/>
                    <a:pt x="1437" y="63"/>
                  </a:cubicBezTo>
                  <a:cubicBezTo>
                    <a:pt x="1361" y="136"/>
                    <a:pt x="1188" y="219"/>
                    <a:pt x="934" y="219"/>
                  </a:cubicBezTo>
                  <a:cubicBezTo>
                    <a:pt x="684" y="219"/>
                    <a:pt x="507"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2"/>
            <p:cNvSpPr/>
            <p:nvPr/>
          </p:nvSpPr>
          <p:spPr>
            <a:xfrm>
              <a:off x="8154115" y="4606648"/>
              <a:ext cx="10671" cy="44386"/>
            </a:xfrm>
            <a:custGeom>
              <a:rect b="b" l="l" r="r" t="t"/>
              <a:pathLst>
                <a:path extrusionOk="0" h="1693" w="407">
                  <a:moveTo>
                    <a:pt x="204" y="1"/>
                  </a:moveTo>
                  <a:cubicBezTo>
                    <a:pt x="91" y="1"/>
                    <a:pt x="1" y="91"/>
                    <a:pt x="1" y="203"/>
                  </a:cubicBezTo>
                  <a:lnTo>
                    <a:pt x="1" y="1489"/>
                  </a:lnTo>
                  <a:cubicBezTo>
                    <a:pt x="1" y="1625"/>
                    <a:pt x="102" y="1693"/>
                    <a:pt x="204" y="1693"/>
                  </a:cubicBezTo>
                  <a:cubicBezTo>
                    <a:pt x="305" y="1693"/>
                    <a:pt x="406" y="1625"/>
                    <a:pt x="406" y="1489"/>
                  </a:cubicBezTo>
                  <a:lnTo>
                    <a:pt x="406" y="203"/>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2"/>
            <p:cNvSpPr/>
            <p:nvPr/>
          </p:nvSpPr>
          <p:spPr>
            <a:xfrm>
              <a:off x="8135133" y="4404118"/>
              <a:ext cx="127365" cy="43023"/>
            </a:xfrm>
            <a:custGeom>
              <a:rect b="b" l="l" r="r" t="t"/>
              <a:pathLst>
                <a:path extrusionOk="0" h="1641" w="4858">
                  <a:moveTo>
                    <a:pt x="1793" y="406"/>
                  </a:moveTo>
                  <a:lnTo>
                    <a:pt x="1793" y="634"/>
                  </a:lnTo>
                  <a:lnTo>
                    <a:pt x="1797" y="634"/>
                  </a:lnTo>
                  <a:cubicBezTo>
                    <a:pt x="1793" y="808"/>
                    <a:pt x="1688" y="960"/>
                    <a:pt x="1529" y="1022"/>
                  </a:cubicBezTo>
                  <a:lnTo>
                    <a:pt x="1044" y="1203"/>
                  </a:lnTo>
                  <a:cubicBezTo>
                    <a:pt x="995" y="1220"/>
                    <a:pt x="947" y="1228"/>
                    <a:pt x="899" y="1228"/>
                  </a:cubicBezTo>
                  <a:cubicBezTo>
                    <a:pt x="679" y="1228"/>
                    <a:pt x="486" y="1054"/>
                    <a:pt x="486" y="815"/>
                  </a:cubicBezTo>
                  <a:cubicBezTo>
                    <a:pt x="486" y="591"/>
                    <a:pt x="670" y="406"/>
                    <a:pt x="899" y="406"/>
                  </a:cubicBezTo>
                  <a:lnTo>
                    <a:pt x="938" y="406"/>
                  </a:lnTo>
                  <a:lnTo>
                    <a:pt x="938" y="609"/>
                  </a:lnTo>
                  <a:cubicBezTo>
                    <a:pt x="938" y="745"/>
                    <a:pt x="1040" y="813"/>
                    <a:pt x="1141" y="813"/>
                  </a:cubicBezTo>
                  <a:cubicBezTo>
                    <a:pt x="1243" y="813"/>
                    <a:pt x="1344" y="745"/>
                    <a:pt x="1344" y="609"/>
                  </a:cubicBezTo>
                  <a:lnTo>
                    <a:pt x="1344" y="406"/>
                  </a:lnTo>
                  <a:close/>
                  <a:moveTo>
                    <a:pt x="3959" y="410"/>
                  </a:moveTo>
                  <a:cubicBezTo>
                    <a:pt x="4187" y="410"/>
                    <a:pt x="4372" y="594"/>
                    <a:pt x="4372" y="819"/>
                  </a:cubicBezTo>
                  <a:cubicBezTo>
                    <a:pt x="4372" y="957"/>
                    <a:pt x="4303" y="1083"/>
                    <a:pt x="4194" y="1159"/>
                  </a:cubicBezTo>
                  <a:lnTo>
                    <a:pt x="4194" y="1156"/>
                  </a:lnTo>
                  <a:cubicBezTo>
                    <a:pt x="4126" y="1204"/>
                    <a:pt x="4043" y="1229"/>
                    <a:pt x="3960" y="1229"/>
                  </a:cubicBezTo>
                  <a:cubicBezTo>
                    <a:pt x="3911" y="1229"/>
                    <a:pt x="3863" y="1220"/>
                    <a:pt x="3818" y="1203"/>
                  </a:cubicBezTo>
                  <a:lnTo>
                    <a:pt x="3329" y="1022"/>
                  </a:lnTo>
                  <a:cubicBezTo>
                    <a:pt x="3169" y="960"/>
                    <a:pt x="3064" y="808"/>
                    <a:pt x="3064" y="634"/>
                  </a:cubicBezTo>
                  <a:lnTo>
                    <a:pt x="3064" y="410"/>
                  </a:lnTo>
                  <a:lnTo>
                    <a:pt x="3514" y="410"/>
                  </a:lnTo>
                  <a:lnTo>
                    <a:pt x="3514" y="612"/>
                  </a:lnTo>
                  <a:cubicBezTo>
                    <a:pt x="3514" y="748"/>
                    <a:pt x="3615" y="816"/>
                    <a:pt x="3716" y="816"/>
                  </a:cubicBezTo>
                  <a:cubicBezTo>
                    <a:pt x="3818" y="816"/>
                    <a:pt x="3919" y="748"/>
                    <a:pt x="3919" y="612"/>
                  </a:cubicBezTo>
                  <a:lnTo>
                    <a:pt x="3919" y="410"/>
                  </a:lnTo>
                  <a:close/>
                  <a:moveTo>
                    <a:pt x="899" y="0"/>
                  </a:moveTo>
                  <a:cubicBezTo>
                    <a:pt x="388" y="0"/>
                    <a:pt x="0" y="464"/>
                    <a:pt x="91" y="967"/>
                  </a:cubicBezTo>
                  <a:cubicBezTo>
                    <a:pt x="163" y="1370"/>
                    <a:pt x="513" y="1640"/>
                    <a:pt x="895" y="1640"/>
                  </a:cubicBezTo>
                  <a:cubicBezTo>
                    <a:pt x="991" y="1640"/>
                    <a:pt x="1089" y="1623"/>
                    <a:pt x="1185" y="1587"/>
                  </a:cubicBezTo>
                  <a:lnTo>
                    <a:pt x="1674" y="1406"/>
                  </a:lnTo>
                  <a:cubicBezTo>
                    <a:pt x="1992" y="1286"/>
                    <a:pt x="2202" y="978"/>
                    <a:pt x="2202" y="638"/>
                  </a:cubicBezTo>
                  <a:lnTo>
                    <a:pt x="2202" y="413"/>
                  </a:lnTo>
                  <a:lnTo>
                    <a:pt x="2652" y="413"/>
                  </a:lnTo>
                  <a:lnTo>
                    <a:pt x="2652" y="638"/>
                  </a:lnTo>
                  <a:cubicBezTo>
                    <a:pt x="2655" y="978"/>
                    <a:pt x="2865" y="1286"/>
                    <a:pt x="3184" y="1406"/>
                  </a:cubicBezTo>
                  <a:lnTo>
                    <a:pt x="3669" y="1587"/>
                  </a:lnTo>
                  <a:cubicBezTo>
                    <a:pt x="3765" y="1623"/>
                    <a:pt x="3863" y="1640"/>
                    <a:pt x="3959" y="1640"/>
                  </a:cubicBezTo>
                  <a:cubicBezTo>
                    <a:pt x="4341" y="1640"/>
                    <a:pt x="4691" y="1370"/>
                    <a:pt x="4763" y="967"/>
                  </a:cubicBezTo>
                  <a:cubicBezTo>
                    <a:pt x="4857" y="464"/>
                    <a:pt x="4470" y="0"/>
                    <a:pt x="39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2"/>
            <p:cNvSpPr/>
            <p:nvPr/>
          </p:nvSpPr>
          <p:spPr>
            <a:xfrm>
              <a:off x="8058499" y="4286087"/>
              <a:ext cx="280606" cy="365052"/>
            </a:xfrm>
            <a:custGeom>
              <a:rect b="b" l="l" r="r" t="t"/>
              <a:pathLst>
                <a:path extrusionOk="0" h="13924" w="10703">
                  <a:moveTo>
                    <a:pt x="6317" y="406"/>
                  </a:moveTo>
                  <a:cubicBezTo>
                    <a:pt x="7965" y="406"/>
                    <a:pt x="9395" y="1543"/>
                    <a:pt x="9772" y="3144"/>
                  </a:cubicBezTo>
                  <a:cubicBezTo>
                    <a:pt x="10149" y="4749"/>
                    <a:pt x="9374" y="6404"/>
                    <a:pt x="7896" y="7135"/>
                  </a:cubicBezTo>
                  <a:cubicBezTo>
                    <a:pt x="8113" y="6784"/>
                    <a:pt x="8255" y="6393"/>
                    <a:pt x="8313" y="5984"/>
                  </a:cubicBezTo>
                  <a:lnTo>
                    <a:pt x="8432" y="5984"/>
                  </a:lnTo>
                  <a:cubicBezTo>
                    <a:pt x="8823" y="5984"/>
                    <a:pt x="9160" y="5694"/>
                    <a:pt x="9196" y="5321"/>
                  </a:cubicBezTo>
                  <a:cubicBezTo>
                    <a:pt x="9240" y="4883"/>
                    <a:pt x="8899" y="4506"/>
                    <a:pt x="8461" y="4506"/>
                  </a:cubicBezTo>
                  <a:lnTo>
                    <a:pt x="8139" y="4506"/>
                  </a:lnTo>
                  <a:cubicBezTo>
                    <a:pt x="8012" y="4506"/>
                    <a:pt x="7914" y="4405"/>
                    <a:pt x="7914" y="4278"/>
                  </a:cubicBezTo>
                  <a:lnTo>
                    <a:pt x="7914" y="3206"/>
                  </a:lnTo>
                  <a:cubicBezTo>
                    <a:pt x="7914" y="2855"/>
                    <a:pt x="7628" y="2572"/>
                    <a:pt x="7280" y="2572"/>
                  </a:cubicBezTo>
                  <a:lnTo>
                    <a:pt x="7063" y="2572"/>
                  </a:lnTo>
                  <a:cubicBezTo>
                    <a:pt x="6791" y="2572"/>
                    <a:pt x="6791" y="2981"/>
                    <a:pt x="7063" y="2981"/>
                  </a:cubicBezTo>
                  <a:lnTo>
                    <a:pt x="7284" y="2981"/>
                  </a:lnTo>
                  <a:cubicBezTo>
                    <a:pt x="7407" y="2981"/>
                    <a:pt x="7509" y="3079"/>
                    <a:pt x="7509" y="3206"/>
                  </a:cubicBezTo>
                  <a:lnTo>
                    <a:pt x="7509" y="4278"/>
                  </a:lnTo>
                  <a:cubicBezTo>
                    <a:pt x="7509" y="4629"/>
                    <a:pt x="7791" y="4912"/>
                    <a:pt x="8142" y="4912"/>
                  </a:cubicBezTo>
                  <a:lnTo>
                    <a:pt x="8461" y="4912"/>
                  </a:lnTo>
                  <a:cubicBezTo>
                    <a:pt x="8657" y="4912"/>
                    <a:pt x="8809" y="5082"/>
                    <a:pt x="8791" y="5281"/>
                  </a:cubicBezTo>
                  <a:cubicBezTo>
                    <a:pt x="8773" y="5448"/>
                    <a:pt x="8613" y="5578"/>
                    <a:pt x="8428" y="5578"/>
                  </a:cubicBezTo>
                  <a:lnTo>
                    <a:pt x="8342" y="5578"/>
                  </a:lnTo>
                  <a:lnTo>
                    <a:pt x="8342" y="5567"/>
                  </a:lnTo>
                  <a:cubicBezTo>
                    <a:pt x="8342" y="5455"/>
                    <a:pt x="8247" y="5364"/>
                    <a:pt x="8135" y="5364"/>
                  </a:cubicBezTo>
                  <a:cubicBezTo>
                    <a:pt x="8023" y="5364"/>
                    <a:pt x="7932" y="5455"/>
                    <a:pt x="7932" y="5567"/>
                  </a:cubicBezTo>
                  <a:cubicBezTo>
                    <a:pt x="7932" y="6994"/>
                    <a:pt x="6777" y="8153"/>
                    <a:pt x="5350" y="8153"/>
                  </a:cubicBezTo>
                  <a:cubicBezTo>
                    <a:pt x="3919" y="8153"/>
                    <a:pt x="2764" y="6994"/>
                    <a:pt x="2764" y="5567"/>
                  </a:cubicBezTo>
                  <a:cubicBezTo>
                    <a:pt x="2764" y="5431"/>
                    <a:pt x="2662" y="5363"/>
                    <a:pt x="2559" y="5363"/>
                  </a:cubicBezTo>
                  <a:cubicBezTo>
                    <a:pt x="2457" y="5363"/>
                    <a:pt x="2355" y="5431"/>
                    <a:pt x="2355" y="5567"/>
                  </a:cubicBezTo>
                  <a:lnTo>
                    <a:pt x="2355" y="5578"/>
                  </a:lnTo>
                  <a:lnTo>
                    <a:pt x="2239" y="5578"/>
                  </a:lnTo>
                  <a:cubicBezTo>
                    <a:pt x="2040" y="5578"/>
                    <a:pt x="1888" y="5408"/>
                    <a:pt x="1909" y="5212"/>
                  </a:cubicBezTo>
                  <a:cubicBezTo>
                    <a:pt x="1924" y="5046"/>
                    <a:pt x="2083" y="4915"/>
                    <a:pt x="2272" y="4915"/>
                  </a:cubicBezTo>
                  <a:lnTo>
                    <a:pt x="2561" y="4915"/>
                  </a:lnTo>
                  <a:cubicBezTo>
                    <a:pt x="2913" y="4915"/>
                    <a:pt x="3195" y="4629"/>
                    <a:pt x="3195" y="4281"/>
                  </a:cubicBezTo>
                  <a:lnTo>
                    <a:pt x="3195" y="3209"/>
                  </a:lnTo>
                  <a:cubicBezTo>
                    <a:pt x="3195" y="3083"/>
                    <a:pt x="3296" y="2981"/>
                    <a:pt x="3420" y="2981"/>
                  </a:cubicBezTo>
                  <a:lnTo>
                    <a:pt x="6208" y="2981"/>
                  </a:lnTo>
                  <a:cubicBezTo>
                    <a:pt x="6480" y="2981"/>
                    <a:pt x="6480" y="2576"/>
                    <a:pt x="6208" y="2576"/>
                  </a:cubicBezTo>
                  <a:lnTo>
                    <a:pt x="3420" y="2576"/>
                  </a:lnTo>
                  <a:cubicBezTo>
                    <a:pt x="3072" y="2576"/>
                    <a:pt x="2786" y="2858"/>
                    <a:pt x="2786" y="3209"/>
                  </a:cubicBezTo>
                  <a:lnTo>
                    <a:pt x="2786" y="4281"/>
                  </a:lnTo>
                  <a:cubicBezTo>
                    <a:pt x="2786" y="4405"/>
                    <a:pt x="2688" y="4506"/>
                    <a:pt x="2561" y="4506"/>
                  </a:cubicBezTo>
                  <a:lnTo>
                    <a:pt x="2272" y="4506"/>
                  </a:lnTo>
                  <a:cubicBezTo>
                    <a:pt x="1877" y="4506"/>
                    <a:pt x="1540" y="4799"/>
                    <a:pt x="1504" y="5172"/>
                  </a:cubicBezTo>
                  <a:cubicBezTo>
                    <a:pt x="1460" y="5607"/>
                    <a:pt x="1801" y="5987"/>
                    <a:pt x="2239" y="5987"/>
                  </a:cubicBezTo>
                  <a:lnTo>
                    <a:pt x="2387" y="5987"/>
                  </a:lnTo>
                  <a:cubicBezTo>
                    <a:pt x="2445" y="6397"/>
                    <a:pt x="2587" y="6788"/>
                    <a:pt x="2804" y="7139"/>
                  </a:cubicBezTo>
                  <a:cubicBezTo>
                    <a:pt x="1598" y="6534"/>
                    <a:pt x="838" y="5304"/>
                    <a:pt x="837" y="3957"/>
                  </a:cubicBezTo>
                  <a:lnTo>
                    <a:pt x="837" y="3957"/>
                  </a:lnTo>
                  <a:cubicBezTo>
                    <a:pt x="838" y="1995"/>
                    <a:pt x="2428" y="410"/>
                    <a:pt x="4387" y="406"/>
                  </a:cubicBezTo>
                  <a:close/>
                  <a:moveTo>
                    <a:pt x="6650" y="8262"/>
                  </a:moveTo>
                  <a:lnTo>
                    <a:pt x="6650" y="9920"/>
                  </a:lnTo>
                  <a:cubicBezTo>
                    <a:pt x="6306" y="10313"/>
                    <a:pt x="5828" y="10510"/>
                    <a:pt x="5350" y="10510"/>
                  </a:cubicBezTo>
                  <a:cubicBezTo>
                    <a:pt x="4873" y="10510"/>
                    <a:pt x="4396" y="10313"/>
                    <a:pt x="4053" y="9920"/>
                  </a:cubicBezTo>
                  <a:lnTo>
                    <a:pt x="4053" y="8262"/>
                  </a:lnTo>
                  <a:cubicBezTo>
                    <a:pt x="4459" y="8457"/>
                    <a:pt x="4901" y="8559"/>
                    <a:pt x="5350" y="8559"/>
                  </a:cubicBezTo>
                  <a:cubicBezTo>
                    <a:pt x="5799" y="8559"/>
                    <a:pt x="6245" y="8457"/>
                    <a:pt x="6650" y="8262"/>
                  </a:cubicBezTo>
                  <a:close/>
                  <a:moveTo>
                    <a:pt x="6650" y="10478"/>
                  </a:moveTo>
                  <a:lnTo>
                    <a:pt x="6650" y="11014"/>
                  </a:lnTo>
                  <a:cubicBezTo>
                    <a:pt x="6255" y="11246"/>
                    <a:pt x="5806" y="11369"/>
                    <a:pt x="5350" y="11369"/>
                  </a:cubicBezTo>
                  <a:cubicBezTo>
                    <a:pt x="4894" y="11369"/>
                    <a:pt x="4448" y="11246"/>
                    <a:pt x="4053" y="11018"/>
                  </a:cubicBezTo>
                  <a:lnTo>
                    <a:pt x="4053" y="10478"/>
                  </a:lnTo>
                  <a:cubicBezTo>
                    <a:pt x="4436" y="10772"/>
                    <a:pt x="4893" y="10918"/>
                    <a:pt x="5350" y="10918"/>
                  </a:cubicBezTo>
                  <a:cubicBezTo>
                    <a:pt x="5808" y="10918"/>
                    <a:pt x="6266" y="10772"/>
                    <a:pt x="6650" y="10478"/>
                  </a:cubicBezTo>
                  <a:close/>
                  <a:moveTo>
                    <a:pt x="4387" y="1"/>
                  </a:moveTo>
                  <a:cubicBezTo>
                    <a:pt x="2406" y="1"/>
                    <a:pt x="729" y="1464"/>
                    <a:pt x="464" y="3427"/>
                  </a:cubicBezTo>
                  <a:cubicBezTo>
                    <a:pt x="196" y="5390"/>
                    <a:pt x="1424" y="7244"/>
                    <a:pt x="3333" y="7773"/>
                  </a:cubicBezTo>
                  <a:cubicBezTo>
                    <a:pt x="3430" y="7863"/>
                    <a:pt x="3536" y="7947"/>
                    <a:pt x="3644" y="8023"/>
                  </a:cubicBezTo>
                  <a:lnTo>
                    <a:pt x="3644" y="8772"/>
                  </a:lnTo>
                  <a:cubicBezTo>
                    <a:pt x="3228" y="8870"/>
                    <a:pt x="2913" y="9164"/>
                    <a:pt x="2750" y="9345"/>
                  </a:cubicBezTo>
                  <a:cubicBezTo>
                    <a:pt x="2692" y="9413"/>
                    <a:pt x="2648" y="9489"/>
                    <a:pt x="2623" y="9576"/>
                  </a:cubicBezTo>
                  <a:lnTo>
                    <a:pt x="1221" y="9986"/>
                  </a:lnTo>
                  <a:cubicBezTo>
                    <a:pt x="501" y="10203"/>
                    <a:pt x="4" y="10866"/>
                    <a:pt x="1" y="11623"/>
                  </a:cubicBezTo>
                  <a:lnTo>
                    <a:pt x="1" y="13716"/>
                  </a:lnTo>
                  <a:cubicBezTo>
                    <a:pt x="1" y="13852"/>
                    <a:pt x="102" y="13920"/>
                    <a:pt x="204" y="13920"/>
                  </a:cubicBezTo>
                  <a:cubicBezTo>
                    <a:pt x="305" y="13920"/>
                    <a:pt x="406" y="13852"/>
                    <a:pt x="406" y="13716"/>
                  </a:cubicBezTo>
                  <a:lnTo>
                    <a:pt x="406" y="11623"/>
                  </a:lnTo>
                  <a:cubicBezTo>
                    <a:pt x="410" y="11047"/>
                    <a:pt x="787" y="10543"/>
                    <a:pt x="1337" y="10377"/>
                  </a:cubicBezTo>
                  <a:lnTo>
                    <a:pt x="2623" y="10000"/>
                  </a:lnTo>
                  <a:lnTo>
                    <a:pt x="2753" y="10920"/>
                  </a:lnTo>
                  <a:cubicBezTo>
                    <a:pt x="2764" y="11003"/>
                    <a:pt x="2732" y="11083"/>
                    <a:pt x="2666" y="11134"/>
                  </a:cubicBezTo>
                  <a:lnTo>
                    <a:pt x="2232" y="11460"/>
                  </a:lnTo>
                  <a:cubicBezTo>
                    <a:pt x="2033" y="11608"/>
                    <a:pt x="1938" y="11858"/>
                    <a:pt x="1993" y="12101"/>
                  </a:cubicBezTo>
                  <a:lnTo>
                    <a:pt x="2362" y="13763"/>
                  </a:lnTo>
                  <a:cubicBezTo>
                    <a:pt x="2388" y="13873"/>
                    <a:pt x="2472" y="13922"/>
                    <a:pt x="2557" y="13922"/>
                  </a:cubicBezTo>
                  <a:cubicBezTo>
                    <a:pt x="2676" y="13922"/>
                    <a:pt x="2796" y="13827"/>
                    <a:pt x="2760" y="13673"/>
                  </a:cubicBezTo>
                  <a:lnTo>
                    <a:pt x="2395" y="12014"/>
                  </a:lnTo>
                  <a:cubicBezTo>
                    <a:pt x="2373" y="11927"/>
                    <a:pt x="2406" y="11836"/>
                    <a:pt x="2478" y="11782"/>
                  </a:cubicBezTo>
                  <a:lnTo>
                    <a:pt x="2913" y="11460"/>
                  </a:lnTo>
                  <a:cubicBezTo>
                    <a:pt x="3094" y="11318"/>
                    <a:pt x="3191" y="11090"/>
                    <a:pt x="3159" y="10862"/>
                  </a:cubicBezTo>
                  <a:lnTo>
                    <a:pt x="3007" y="9794"/>
                  </a:lnTo>
                  <a:cubicBezTo>
                    <a:pt x="2996" y="9732"/>
                    <a:pt x="3014" y="9667"/>
                    <a:pt x="3057" y="9616"/>
                  </a:cubicBezTo>
                  <a:cubicBezTo>
                    <a:pt x="3170" y="9489"/>
                    <a:pt x="3380" y="9290"/>
                    <a:pt x="3644" y="9196"/>
                  </a:cubicBezTo>
                  <a:lnTo>
                    <a:pt x="3644" y="11572"/>
                  </a:lnTo>
                  <a:cubicBezTo>
                    <a:pt x="3644" y="11708"/>
                    <a:pt x="3746" y="11776"/>
                    <a:pt x="3849" y="11776"/>
                  </a:cubicBezTo>
                  <a:cubicBezTo>
                    <a:pt x="3951" y="11776"/>
                    <a:pt x="4053" y="11708"/>
                    <a:pt x="4053" y="11572"/>
                  </a:cubicBezTo>
                  <a:lnTo>
                    <a:pt x="4053" y="11478"/>
                  </a:lnTo>
                  <a:cubicBezTo>
                    <a:pt x="4463" y="11677"/>
                    <a:pt x="4906" y="11777"/>
                    <a:pt x="5350" y="11777"/>
                  </a:cubicBezTo>
                  <a:cubicBezTo>
                    <a:pt x="5794" y="11777"/>
                    <a:pt x="6237" y="11677"/>
                    <a:pt x="6647" y="11478"/>
                  </a:cubicBezTo>
                  <a:lnTo>
                    <a:pt x="6647" y="13716"/>
                  </a:lnTo>
                  <a:cubicBezTo>
                    <a:pt x="6647" y="13852"/>
                    <a:pt x="6749" y="13920"/>
                    <a:pt x="6851" y="13920"/>
                  </a:cubicBezTo>
                  <a:cubicBezTo>
                    <a:pt x="6954" y="13920"/>
                    <a:pt x="7056" y="13852"/>
                    <a:pt x="7056" y="13716"/>
                  </a:cubicBezTo>
                  <a:lnTo>
                    <a:pt x="7056" y="9196"/>
                  </a:lnTo>
                  <a:cubicBezTo>
                    <a:pt x="7320" y="9287"/>
                    <a:pt x="7530" y="9489"/>
                    <a:pt x="7643" y="9616"/>
                  </a:cubicBezTo>
                  <a:cubicBezTo>
                    <a:pt x="7686" y="9667"/>
                    <a:pt x="7704" y="9732"/>
                    <a:pt x="7697" y="9794"/>
                  </a:cubicBezTo>
                  <a:lnTo>
                    <a:pt x="7545" y="10862"/>
                  </a:lnTo>
                  <a:cubicBezTo>
                    <a:pt x="7512" y="11090"/>
                    <a:pt x="7606" y="11318"/>
                    <a:pt x="7791" y="11460"/>
                  </a:cubicBezTo>
                  <a:lnTo>
                    <a:pt x="8226" y="11782"/>
                  </a:lnTo>
                  <a:cubicBezTo>
                    <a:pt x="8294" y="11836"/>
                    <a:pt x="8327" y="11927"/>
                    <a:pt x="8309" y="12010"/>
                  </a:cubicBezTo>
                  <a:lnTo>
                    <a:pt x="7940" y="13673"/>
                  </a:lnTo>
                  <a:cubicBezTo>
                    <a:pt x="7906" y="13827"/>
                    <a:pt x="8026" y="13922"/>
                    <a:pt x="8144" y="13922"/>
                  </a:cubicBezTo>
                  <a:cubicBezTo>
                    <a:pt x="8229" y="13922"/>
                    <a:pt x="8312" y="13873"/>
                    <a:pt x="8338" y="13763"/>
                  </a:cubicBezTo>
                  <a:lnTo>
                    <a:pt x="8707" y="12101"/>
                  </a:lnTo>
                  <a:cubicBezTo>
                    <a:pt x="8762" y="11858"/>
                    <a:pt x="8667" y="11608"/>
                    <a:pt x="8468" y="11460"/>
                  </a:cubicBezTo>
                  <a:lnTo>
                    <a:pt x="8037" y="11134"/>
                  </a:lnTo>
                  <a:cubicBezTo>
                    <a:pt x="7972" y="11083"/>
                    <a:pt x="7936" y="11003"/>
                    <a:pt x="7947" y="10924"/>
                  </a:cubicBezTo>
                  <a:lnTo>
                    <a:pt x="8081" y="10004"/>
                  </a:lnTo>
                  <a:lnTo>
                    <a:pt x="9363" y="10380"/>
                  </a:lnTo>
                  <a:cubicBezTo>
                    <a:pt x="9913" y="10543"/>
                    <a:pt x="10294" y="11050"/>
                    <a:pt x="10294" y="11626"/>
                  </a:cubicBezTo>
                  <a:lnTo>
                    <a:pt x="10294" y="13720"/>
                  </a:lnTo>
                  <a:cubicBezTo>
                    <a:pt x="10294" y="13855"/>
                    <a:pt x="10396" y="13923"/>
                    <a:pt x="10498" y="13923"/>
                  </a:cubicBezTo>
                  <a:cubicBezTo>
                    <a:pt x="10601" y="13923"/>
                    <a:pt x="10703" y="13855"/>
                    <a:pt x="10703" y="13720"/>
                  </a:cubicBezTo>
                  <a:lnTo>
                    <a:pt x="10703" y="11623"/>
                  </a:lnTo>
                  <a:cubicBezTo>
                    <a:pt x="10699" y="10866"/>
                    <a:pt x="10203" y="10203"/>
                    <a:pt x="9479" y="9986"/>
                  </a:cubicBezTo>
                  <a:lnTo>
                    <a:pt x="8081" y="9576"/>
                  </a:lnTo>
                  <a:cubicBezTo>
                    <a:pt x="8052" y="9489"/>
                    <a:pt x="8008" y="9413"/>
                    <a:pt x="7950" y="9345"/>
                  </a:cubicBezTo>
                  <a:cubicBezTo>
                    <a:pt x="7791" y="9164"/>
                    <a:pt x="7476" y="8870"/>
                    <a:pt x="7056" y="8772"/>
                  </a:cubicBezTo>
                  <a:lnTo>
                    <a:pt x="7056" y="8023"/>
                  </a:lnTo>
                  <a:cubicBezTo>
                    <a:pt x="7164" y="7947"/>
                    <a:pt x="7270" y="7863"/>
                    <a:pt x="7371" y="7773"/>
                  </a:cubicBezTo>
                  <a:cubicBezTo>
                    <a:pt x="9276" y="7244"/>
                    <a:pt x="10504" y="5390"/>
                    <a:pt x="10236" y="3427"/>
                  </a:cubicBezTo>
                  <a:cubicBezTo>
                    <a:pt x="9971" y="1464"/>
                    <a:pt x="8294" y="1"/>
                    <a:pt x="63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3" name="Google Shape;13883;p82"/>
          <p:cNvGrpSpPr/>
          <p:nvPr/>
        </p:nvGrpSpPr>
        <p:grpSpPr>
          <a:xfrm>
            <a:off x="6711785" y="3797550"/>
            <a:ext cx="273606" cy="365052"/>
            <a:chOff x="6711785" y="3797550"/>
            <a:chExt cx="273606" cy="365052"/>
          </a:xfrm>
        </p:grpSpPr>
        <p:sp>
          <p:nvSpPr>
            <p:cNvPr id="13884" name="Google Shape;13884;p82"/>
            <p:cNvSpPr/>
            <p:nvPr/>
          </p:nvSpPr>
          <p:spPr>
            <a:xfrm>
              <a:off x="6751400" y="3802977"/>
              <a:ext cx="194298" cy="256774"/>
            </a:xfrm>
            <a:custGeom>
              <a:rect b="b" l="l" r="r" t="t"/>
              <a:pathLst>
                <a:path extrusionOk="0" h="9794" w="7411">
                  <a:moveTo>
                    <a:pt x="3712" y="0"/>
                  </a:moveTo>
                  <a:cubicBezTo>
                    <a:pt x="3710" y="0"/>
                    <a:pt x="3707" y="0"/>
                    <a:pt x="3705" y="0"/>
                  </a:cubicBezTo>
                  <a:cubicBezTo>
                    <a:pt x="1659" y="0"/>
                    <a:pt x="0" y="1659"/>
                    <a:pt x="0" y="3705"/>
                  </a:cubicBezTo>
                  <a:lnTo>
                    <a:pt x="0" y="5375"/>
                  </a:lnTo>
                  <a:cubicBezTo>
                    <a:pt x="0" y="8298"/>
                    <a:pt x="1815" y="9793"/>
                    <a:pt x="1815" y="9793"/>
                  </a:cubicBezTo>
                  <a:lnTo>
                    <a:pt x="7410" y="9793"/>
                  </a:lnTo>
                  <a:lnTo>
                    <a:pt x="7410" y="3702"/>
                  </a:lnTo>
                  <a:cubicBezTo>
                    <a:pt x="7410" y="1658"/>
                    <a:pt x="5755" y="0"/>
                    <a:pt x="371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2"/>
            <p:cNvSpPr/>
            <p:nvPr/>
          </p:nvSpPr>
          <p:spPr>
            <a:xfrm>
              <a:off x="6751400" y="3802977"/>
              <a:ext cx="97162" cy="256774"/>
            </a:xfrm>
            <a:custGeom>
              <a:rect b="b" l="l" r="r" t="t"/>
              <a:pathLst>
                <a:path extrusionOk="0" h="9794" w="3706">
                  <a:moveTo>
                    <a:pt x="3698" y="0"/>
                  </a:moveTo>
                  <a:cubicBezTo>
                    <a:pt x="1655" y="0"/>
                    <a:pt x="0" y="1658"/>
                    <a:pt x="0" y="3702"/>
                  </a:cubicBezTo>
                  <a:lnTo>
                    <a:pt x="0" y="5375"/>
                  </a:lnTo>
                  <a:cubicBezTo>
                    <a:pt x="0" y="8298"/>
                    <a:pt x="1815" y="9793"/>
                    <a:pt x="1815" y="9793"/>
                  </a:cubicBezTo>
                  <a:lnTo>
                    <a:pt x="3705" y="9793"/>
                  </a:lnTo>
                  <a:lnTo>
                    <a:pt x="3705" y="0"/>
                  </a:lnTo>
                  <a:cubicBezTo>
                    <a:pt x="3703" y="0"/>
                    <a:pt x="3701" y="0"/>
                    <a:pt x="3698"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2"/>
            <p:cNvSpPr/>
            <p:nvPr/>
          </p:nvSpPr>
          <p:spPr>
            <a:xfrm>
              <a:off x="6717107" y="4002938"/>
              <a:ext cx="262857" cy="154316"/>
            </a:xfrm>
            <a:custGeom>
              <a:rect b="b" l="l" r="r" t="t"/>
              <a:pathLst>
                <a:path extrusionOk="0" h="5886" w="10026">
                  <a:moveTo>
                    <a:pt x="3706" y="1"/>
                  </a:moveTo>
                  <a:lnTo>
                    <a:pt x="3706" y="1344"/>
                  </a:lnTo>
                  <a:cubicBezTo>
                    <a:pt x="3706" y="1714"/>
                    <a:pt x="3474" y="2043"/>
                    <a:pt x="3123" y="2166"/>
                  </a:cubicBezTo>
                  <a:lnTo>
                    <a:pt x="874" y="2960"/>
                  </a:lnTo>
                  <a:cubicBezTo>
                    <a:pt x="352" y="3144"/>
                    <a:pt x="1" y="3640"/>
                    <a:pt x="1" y="4195"/>
                  </a:cubicBezTo>
                  <a:lnTo>
                    <a:pt x="1" y="5886"/>
                  </a:lnTo>
                  <a:lnTo>
                    <a:pt x="10026" y="5886"/>
                  </a:lnTo>
                  <a:lnTo>
                    <a:pt x="10026" y="4195"/>
                  </a:lnTo>
                  <a:cubicBezTo>
                    <a:pt x="10026" y="3640"/>
                    <a:pt x="9678" y="3144"/>
                    <a:pt x="9153" y="2960"/>
                  </a:cubicBezTo>
                  <a:lnTo>
                    <a:pt x="6904" y="2166"/>
                  </a:lnTo>
                  <a:cubicBezTo>
                    <a:pt x="6556" y="2043"/>
                    <a:pt x="6321" y="1714"/>
                    <a:pt x="6321" y="1344"/>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2"/>
            <p:cNvSpPr/>
            <p:nvPr/>
          </p:nvSpPr>
          <p:spPr>
            <a:xfrm>
              <a:off x="6717107" y="4063238"/>
              <a:ext cx="262857" cy="94016"/>
            </a:xfrm>
            <a:custGeom>
              <a:rect b="b" l="l" r="r" t="t"/>
              <a:pathLst>
                <a:path extrusionOk="0" h="3586" w="10026">
                  <a:moveTo>
                    <a:pt x="2746" y="0"/>
                  </a:moveTo>
                  <a:lnTo>
                    <a:pt x="874" y="660"/>
                  </a:lnTo>
                  <a:cubicBezTo>
                    <a:pt x="348" y="844"/>
                    <a:pt x="1" y="1340"/>
                    <a:pt x="1" y="1895"/>
                  </a:cubicBezTo>
                  <a:lnTo>
                    <a:pt x="1" y="3586"/>
                  </a:lnTo>
                  <a:lnTo>
                    <a:pt x="10026" y="3586"/>
                  </a:lnTo>
                  <a:lnTo>
                    <a:pt x="10026" y="1895"/>
                  </a:lnTo>
                  <a:cubicBezTo>
                    <a:pt x="10026" y="1340"/>
                    <a:pt x="9678" y="844"/>
                    <a:pt x="9153" y="660"/>
                  </a:cubicBezTo>
                  <a:lnTo>
                    <a:pt x="7280" y="0"/>
                  </a:lnTo>
                  <a:cubicBezTo>
                    <a:pt x="6951" y="971"/>
                    <a:pt x="6038" y="1623"/>
                    <a:pt x="5013" y="1623"/>
                  </a:cubicBezTo>
                  <a:cubicBezTo>
                    <a:pt x="3988" y="1623"/>
                    <a:pt x="3076" y="971"/>
                    <a:pt x="274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2"/>
            <p:cNvSpPr/>
            <p:nvPr/>
          </p:nvSpPr>
          <p:spPr>
            <a:xfrm>
              <a:off x="6767524" y="4063238"/>
              <a:ext cx="162024" cy="65439"/>
            </a:xfrm>
            <a:custGeom>
              <a:rect b="b" l="l" r="r" t="t"/>
              <a:pathLst>
                <a:path extrusionOk="0" h="2496" w="6180">
                  <a:moveTo>
                    <a:pt x="823" y="0"/>
                  </a:moveTo>
                  <a:lnTo>
                    <a:pt x="1" y="290"/>
                  </a:lnTo>
                  <a:cubicBezTo>
                    <a:pt x="457" y="1608"/>
                    <a:pt x="1696" y="2492"/>
                    <a:pt x="3090" y="2496"/>
                  </a:cubicBezTo>
                  <a:cubicBezTo>
                    <a:pt x="4485" y="2492"/>
                    <a:pt x="5723" y="1608"/>
                    <a:pt x="6179" y="290"/>
                  </a:cubicBezTo>
                  <a:lnTo>
                    <a:pt x="5357" y="0"/>
                  </a:lnTo>
                  <a:cubicBezTo>
                    <a:pt x="5028" y="971"/>
                    <a:pt x="4115" y="1623"/>
                    <a:pt x="3090" y="1623"/>
                  </a:cubicBezTo>
                  <a:cubicBezTo>
                    <a:pt x="2065" y="1623"/>
                    <a:pt x="1153" y="971"/>
                    <a:pt x="8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2"/>
            <p:cNvSpPr/>
            <p:nvPr/>
          </p:nvSpPr>
          <p:spPr>
            <a:xfrm>
              <a:off x="6814243" y="4002938"/>
              <a:ext cx="68585" cy="34319"/>
            </a:xfrm>
            <a:custGeom>
              <a:rect b="b" l="l" r="r" t="t"/>
              <a:pathLst>
                <a:path extrusionOk="0" h="1309" w="2616">
                  <a:moveTo>
                    <a:pt x="1" y="1"/>
                  </a:moveTo>
                  <a:lnTo>
                    <a:pt x="1" y="1029"/>
                  </a:lnTo>
                  <a:cubicBezTo>
                    <a:pt x="363" y="1192"/>
                    <a:pt x="754" y="1283"/>
                    <a:pt x="1152" y="1304"/>
                  </a:cubicBezTo>
                  <a:cubicBezTo>
                    <a:pt x="1203" y="1304"/>
                    <a:pt x="1257"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2"/>
            <p:cNvSpPr/>
            <p:nvPr/>
          </p:nvSpPr>
          <p:spPr>
            <a:xfrm>
              <a:off x="6751400" y="3871431"/>
              <a:ext cx="194298" cy="148732"/>
            </a:xfrm>
            <a:custGeom>
              <a:rect b="b" l="l" r="r" t="t"/>
              <a:pathLst>
                <a:path extrusionOk="0" h="5673" w="7411">
                  <a:moveTo>
                    <a:pt x="2398" y="1"/>
                  </a:moveTo>
                  <a:cubicBezTo>
                    <a:pt x="1793" y="1"/>
                    <a:pt x="1308" y="490"/>
                    <a:pt x="1308" y="1091"/>
                  </a:cubicBezTo>
                  <a:lnTo>
                    <a:pt x="1308" y="1449"/>
                  </a:lnTo>
                  <a:cubicBezTo>
                    <a:pt x="1308" y="1732"/>
                    <a:pt x="1076" y="1964"/>
                    <a:pt x="793" y="1964"/>
                  </a:cubicBezTo>
                  <a:lnTo>
                    <a:pt x="543" y="1964"/>
                  </a:lnTo>
                  <a:cubicBezTo>
                    <a:pt x="243" y="1964"/>
                    <a:pt x="0" y="2206"/>
                    <a:pt x="0" y="2507"/>
                  </a:cubicBezTo>
                  <a:cubicBezTo>
                    <a:pt x="0" y="2811"/>
                    <a:pt x="243" y="3054"/>
                    <a:pt x="543" y="3054"/>
                  </a:cubicBezTo>
                  <a:lnTo>
                    <a:pt x="880" y="3054"/>
                  </a:lnTo>
                  <a:cubicBezTo>
                    <a:pt x="992" y="4531"/>
                    <a:pt x="2224" y="5672"/>
                    <a:pt x="3705" y="5672"/>
                  </a:cubicBezTo>
                  <a:cubicBezTo>
                    <a:pt x="5186" y="5672"/>
                    <a:pt x="6414" y="4531"/>
                    <a:pt x="6526" y="3054"/>
                  </a:cubicBezTo>
                  <a:lnTo>
                    <a:pt x="6863" y="3054"/>
                  </a:lnTo>
                  <a:cubicBezTo>
                    <a:pt x="7164" y="3054"/>
                    <a:pt x="7410" y="2811"/>
                    <a:pt x="7410" y="2507"/>
                  </a:cubicBezTo>
                  <a:cubicBezTo>
                    <a:pt x="7410" y="2206"/>
                    <a:pt x="7164" y="1964"/>
                    <a:pt x="6863" y="1964"/>
                  </a:cubicBezTo>
                  <a:lnTo>
                    <a:pt x="6617" y="1964"/>
                  </a:lnTo>
                  <a:cubicBezTo>
                    <a:pt x="6331" y="1964"/>
                    <a:pt x="6103" y="1732"/>
                    <a:pt x="6103" y="1449"/>
                  </a:cubicBezTo>
                  <a:lnTo>
                    <a:pt x="6103" y="1091"/>
                  </a:lnTo>
                  <a:cubicBezTo>
                    <a:pt x="6103" y="490"/>
                    <a:pt x="5614" y="1"/>
                    <a:pt x="5013"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2"/>
            <p:cNvSpPr/>
            <p:nvPr/>
          </p:nvSpPr>
          <p:spPr>
            <a:xfrm>
              <a:off x="6882802" y="4020031"/>
              <a:ext cx="62896" cy="137222"/>
            </a:xfrm>
            <a:custGeom>
              <a:rect b="b" l="l" r="r" t="t"/>
              <a:pathLst>
                <a:path extrusionOk="0" h="5234" w="2399">
                  <a:moveTo>
                    <a:pt x="1" y="1"/>
                  </a:moveTo>
                  <a:lnTo>
                    <a:pt x="1" y="873"/>
                  </a:lnTo>
                  <a:cubicBezTo>
                    <a:pt x="1" y="2797"/>
                    <a:pt x="1525" y="3488"/>
                    <a:pt x="1525" y="5234"/>
                  </a:cubicBezTo>
                  <a:lnTo>
                    <a:pt x="2398" y="5234"/>
                  </a:lnTo>
                  <a:lnTo>
                    <a:pt x="2398"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2"/>
            <p:cNvSpPr/>
            <p:nvPr/>
          </p:nvSpPr>
          <p:spPr>
            <a:xfrm>
              <a:off x="6750535" y="3871431"/>
              <a:ext cx="195163" cy="148653"/>
            </a:xfrm>
            <a:custGeom>
              <a:rect b="b" l="l" r="r" t="t"/>
              <a:pathLst>
                <a:path extrusionOk="0" h="5670" w="7444">
                  <a:moveTo>
                    <a:pt x="2431" y="1"/>
                  </a:moveTo>
                  <a:cubicBezTo>
                    <a:pt x="2376" y="1"/>
                    <a:pt x="2326" y="8"/>
                    <a:pt x="2275" y="15"/>
                  </a:cubicBezTo>
                  <a:cubicBezTo>
                    <a:pt x="2257" y="19"/>
                    <a:pt x="2239" y="22"/>
                    <a:pt x="2221" y="26"/>
                  </a:cubicBezTo>
                  <a:cubicBezTo>
                    <a:pt x="2188" y="33"/>
                    <a:pt x="2155" y="40"/>
                    <a:pt x="2123" y="51"/>
                  </a:cubicBezTo>
                  <a:cubicBezTo>
                    <a:pt x="2090" y="59"/>
                    <a:pt x="2061" y="69"/>
                    <a:pt x="2032" y="80"/>
                  </a:cubicBezTo>
                  <a:cubicBezTo>
                    <a:pt x="2011" y="91"/>
                    <a:pt x="1989" y="98"/>
                    <a:pt x="1967" y="109"/>
                  </a:cubicBezTo>
                  <a:cubicBezTo>
                    <a:pt x="1898" y="142"/>
                    <a:pt x="1833" y="178"/>
                    <a:pt x="1775" y="222"/>
                  </a:cubicBezTo>
                  <a:cubicBezTo>
                    <a:pt x="1500" y="428"/>
                    <a:pt x="1341" y="747"/>
                    <a:pt x="1341" y="1091"/>
                  </a:cubicBezTo>
                  <a:lnTo>
                    <a:pt x="1341" y="1471"/>
                  </a:lnTo>
                  <a:cubicBezTo>
                    <a:pt x="1341" y="1754"/>
                    <a:pt x="1102" y="1960"/>
                    <a:pt x="819" y="1964"/>
                  </a:cubicBezTo>
                  <a:lnTo>
                    <a:pt x="609" y="1964"/>
                  </a:lnTo>
                  <a:cubicBezTo>
                    <a:pt x="323" y="1964"/>
                    <a:pt x="66" y="2166"/>
                    <a:pt x="33" y="2449"/>
                  </a:cubicBezTo>
                  <a:cubicBezTo>
                    <a:pt x="1" y="2769"/>
                    <a:pt x="251" y="3050"/>
                    <a:pt x="570" y="3050"/>
                  </a:cubicBezTo>
                  <a:cubicBezTo>
                    <a:pt x="572" y="3050"/>
                    <a:pt x="574" y="3050"/>
                    <a:pt x="576" y="3050"/>
                  </a:cubicBezTo>
                  <a:lnTo>
                    <a:pt x="917" y="3050"/>
                  </a:lnTo>
                  <a:cubicBezTo>
                    <a:pt x="1019" y="4546"/>
                    <a:pt x="2267" y="5670"/>
                    <a:pt x="3717" y="5670"/>
                  </a:cubicBezTo>
                  <a:cubicBezTo>
                    <a:pt x="3868" y="5670"/>
                    <a:pt x="4022" y="5658"/>
                    <a:pt x="4176" y="5632"/>
                  </a:cubicBezTo>
                  <a:cubicBezTo>
                    <a:pt x="2793" y="5419"/>
                    <a:pt x="1775" y="4231"/>
                    <a:pt x="1775" y="2836"/>
                  </a:cubicBezTo>
                  <a:lnTo>
                    <a:pt x="1775" y="1504"/>
                  </a:lnTo>
                  <a:lnTo>
                    <a:pt x="1775" y="1493"/>
                  </a:lnTo>
                  <a:cubicBezTo>
                    <a:pt x="1780" y="1126"/>
                    <a:pt x="2090" y="890"/>
                    <a:pt x="2413" y="890"/>
                  </a:cubicBezTo>
                  <a:cubicBezTo>
                    <a:pt x="2562" y="890"/>
                    <a:pt x="2714" y="940"/>
                    <a:pt x="2840" y="1051"/>
                  </a:cubicBezTo>
                  <a:cubicBezTo>
                    <a:pt x="3988" y="2058"/>
                    <a:pt x="5463" y="2615"/>
                    <a:pt x="6990" y="2615"/>
                  </a:cubicBezTo>
                  <a:cubicBezTo>
                    <a:pt x="6995" y="2615"/>
                    <a:pt x="7000" y="2615"/>
                    <a:pt x="7005" y="2615"/>
                  </a:cubicBezTo>
                  <a:cubicBezTo>
                    <a:pt x="7114" y="2615"/>
                    <a:pt x="7226" y="2612"/>
                    <a:pt x="7349" y="2605"/>
                  </a:cubicBezTo>
                  <a:lnTo>
                    <a:pt x="7443" y="2503"/>
                  </a:lnTo>
                  <a:cubicBezTo>
                    <a:pt x="7440" y="2203"/>
                    <a:pt x="7197" y="1964"/>
                    <a:pt x="6900" y="1964"/>
                  </a:cubicBezTo>
                  <a:lnTo>
                    <a:pt x="6650" y="1964"/>
                  </a:lnTo>
                  <a:cubicBezTo>
                    <a:pt x="6364" y="1964"/>
                    <a:pt x="6136" y="1732"/>
                    <a:pt x="6136" y="1449"/>
                  </a:cubicBezTo>
                  <a:lnTo>
                    <a:pt x="6136" y="1091"/>
                  </a:lnTo>
                  <a:cubicBezTo>
                    <a:pt x="6136" y="490"/>
                    <a:pt x="5647" y="1"/>
                    <a:pt x="504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2"/>
            <p:cNvSpPr/>
            <p:nvPr/>
          </p:nvSpPr>
          <p:spPr>
            <a:xfrm>
              <a:off x="6792981" y="3802977"/>
              <a:ext cx="152717" cy="119945"/>
            </a:xfrm>
            <a:custGeom>
              <a:rect b="b" l="l" r="r" t="t"/>
              <a:pathLst>
                <a:path extrusionOk="0" h="4575" w="5825">
                  <a:moveTo>
                    <a:pt x="2102" y="0"/>
                  </a:moveTo>
                  <a:cubicBezTo>
                    <a:pt x="1351" y="0"/>
                    <a:pt x="615" y="235"/>
                    <a:pt x="0" y="667"/>
                  </a:cubicBezTo>
                  <a:cubicBezTo>
                    <a:pt x="761" y="2999"/>
                    <a:pt x="2938" y="4575"/>
                    <a:pt x="5390" y="4575"/>
                  </a:cubicBezTo>
                  <a:cubicBezTo>
                    <a:pt x="5534" y="4575"/>
                    <a:pt x="5679" y="4567"/>
                    <a:pt x="5824" y="4556"/>
                  </a:cubicBezTo>
                  <a:lnTo>
                    <a:pt x="5824" y="3705"/>
                  </a:lnTo>
                  <a:cubicBezTo>
                    <a:pt x="5824" y="1659"/>
                    <a:pt x="4165" y="0"/>
                    <a:pt x="2119" y="0"/>
                  </a:cubicBezTo>
                  <a:cubicBezTo>
                    <a:pt x="2113" y="0"/>
                    <a:pt x="2108" y="0"/>
                    <a:pt x="210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2"/>
            <p:cNvSpPr/>
            <p:nvPr/>
          </p:nvSpPr>
          <p:spPr>
            <a:xfrm>
              <a:off x="6808921"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2"/>
            <p:cNvSpPr/>
            <p:nvPr/>
          </p:nvSpPr>
          <p:spPr>
            <a:xfrm>
              <a:off x="6877480"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2"/>
            <p:cNvSpPr/>
            <p:nvPr/>
          </p:nvSpPr>
          <p:spPr>
            <a:xfrm>
              <a:off x="6823681" y="3963166"/>
              <a:ext cx="49708" cy="16543"/>
            </a:xfrm>
            <a:custGeom>
              <a:rect b="b" l="l" r="r" t="t"/>
              <a:pathLst>
                <a:path extrusionOk="0" h="631" w="1896">
                  <a:moveTo>
                    <a:pt x="297" y="1"/>
                  </a:moveTo>
                  <a:cubicBezTo>
                    <a:pt x="138" y="1"/>
                    <a:pt x="1" y="206"/>
                    <a:pt x="151" y="351"/>
                  </a:cubicBezTo>
                  <a:cubicBezTo>
                    <a:pt x="325" y="525"/>
                    <a:pt x="626" y="630"/>
                    <a:pt x="948" y="630"/>
                  </a:cubicBezTo>
                  <a:cubicBezTo>
                    <a:pt x="1270" y="630"/>
                    <a:pt x="1571" y="525"/>
                    <a:pt x="1745" y="351"/>
                  </a:cubicBezTo>
                  <a:cubicBezTo>
                    <a:pt x="1896" y="206"/>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2"/>
            <p:cNvSpPr/>
            <p:nvPr/>
          </p:nvSpPr>
          <p:spPr>
            <a:xfrm>
              <a:off x="6711785" y="3797550"/>
              <a:ext cx="273606" cy="365052"/>
            </a:xfrm>
            <a:custGeom>
              <a:rect b="b" l="l" r="r" t="t"/>
              <a:pathLst>
                <a:path extrusionOk="0" h="13924" w="10436">
                  <a:moveTo>
                    <a:pt x="5215" y="409"/>
                  </a:moveTo>
                  <a:cubicBezTo>
                    <a:pt x="5789" y="409"/>
                    <a:pt x="6364" y="550"/>
                    <a:pt x="6886" y="834"/>
                  </a:cubicBezTo>
                  <a:cubicBezTo>
                    <a:pt x="8016" y="1446"/>
                    <a:pt x="8718" y="2627"/>
                    <a:pt x="8718" y="3909"/>
                  </a:cubicBezTo>
                  <a:lnTo>
                    <a:pt x="8718" y="4658"/>
                  </a:lnTo>
                  <a:cubicBezTo>
                    <a:pt x="8610" y="4608"/>
                    <a:pt x="8494" y="4579"/>
                    <a:pt x="8378" y="4579"/>
                  </a:cubicBezTo>
                  <a:lnTo>
                    <a:pt x="8048" y="4579"/>
                  </a:lnTo>
                  <a:cubicBezTo>
                    <a:pt x="7132" y="4579"/>
                    <a:pt x="6158" y="4220"/>
                    <a:pt x="5307" y="3568"/>
                  </a:cubicBezTo>
                  <a:cubicBezTo>
                    <a:pt x="4456" y="2913"/>
                    <a:pt x="3767" y="2022"/>
                    <a:pt x="3311" y="975"/>
                  </a:cubicBezTo>
                  <a:cubicBezTo>
                    <a:pt x="3888" y="598"/>
                    <a:pt x="4551" y="409"/>
                    <a:pt x="5215" y="409"/>
                  </a:cubicBezTo>
                  <a:close/>
                  <a:moveTo>
                    <a:pt x="2978" y="1221"/>
                  </a:moveTo>
                  <a:cubicBezTo>
                    <a:pt x="3463" y="2297"/>
                    <a:pt x="4177" y="3213"/>
                    <a:pt x="5060" y="3891"/>
                  </a:cubicBezTo>
                  <a:cubicBezTo>
                    <a:pt x="5984" y="4597"/>
                    <a:pt x="7045" y="4984"/>
                    <a:pt x="8052" y="4984"/>
                  </a:cubicBezTo>
                  <a:lnTo>
                    <a:pt x="8378" y="4984"/>
                  </a:lnTo>
                  <a:cubicBezTo>
                    <a:pt x="8581" y="4984"/>
                    <a:pt x="8736" y="5162"/>
                    <a:pt x="8718" y="5361"/>
                  </a:cubicBezTo>
                  <a:lnTo>
                    <a:pt x="8715" y="5361"/>
                  </a:lnTo>
                  <a:cubicBezTo>
                    <a:pt x="8697" y="5535"/>
                    <a:pt x="8534" y="5669"/>
                    <a:pt x="8345" y="5669"/>
                  </a:cubicBezTo>
                  <a:lnTo>
                    <a:pt x="8255" y="5669"/>
                  </a:lnTo>
                  <a:lnTo>
                    <a:pt x="8255" y="5654"/>
                  </a:lnTo>
                  <a:cubicBezTo>
                    <a:pt x="8255" y="5542"/>
                    <a:pt x="8164" y="5452"/>
                    <a:pt x="8052" y="5452"/>
                  </a:cubicBezTo>
                  <a:cubicBezTo>
                    <a:pt x="7936" y="5452"/>
                    <a:pt x="7846" y="5542"/>
                    <a:pt x="7846" y="5654"/>
                  </a:cubicBezTo>
                  <a:cubicBezTo>
                    <a:pt x="7846" y="7107"/>
                    <a:pt x="6668" y="8284"/>
                    <a:pt x="5216" y="8284"/>
                  </a:cubicBezTo>
                  <a:cubicBezTo>
                    <a:pt x="3764" y="8284"/>
                    <a:pt x="2587" y="7107"/>
                    <a:pt x="2587" y="5654"/>
                  </a:cubicBezTo>
                  <a:cubicBezTo>
                    <a:pt x="2587" y="5519"/>
                    <a:pt x="2485" y="5451"/>
                    <a:pt x="2384" y="5451"/>
                  </a:cubicBezTo>
                  <a:cubicBezTo>
                    <a:pt x="2283" y="5451"/>
                    <a:pt x="2181" y="5519"/>
                    <a:pt x="2181" y="5654"/>
                  </a:cubicBezTo>
                  <a:lnTo>
                    <a:pt x="2181" y="5669"/>
                  </a:lnTo>
                  <a:lnTo>
                    <a:pt x="2058" y="5669"/>
                  </a:lnTo>
                  <a:cubicBezTo>
                    <a:pt x="1855" y="5669"/>
                    <a:pt x="1696" y="5495"/>
                    <a:pt x="1718" y="5292"/>
                  </a:cubicBezTo>
                  <a:cubicBezTo>
                    <a:pt x="1736" y="5122"/>
                    <a:pt x="1899" y="4988"/>
                    <a:pt x="2087" y="4988"/>
                  </a:cubicBezTo>
                  <a:lnTo>
                    <a:pt x="2167" y="4988"/>
                  </a:lnTo>
                  <a:cubicBezTo>
                    <a:pt x="2641" y="4988"/>
                    <a:pt x="3025" y="4604"/>
                    <a:pt x="3025" y="4130"/>
                  </a:cubicBezTo>
                  <a:lnTo>
                    <a:pt x="3025" y="3912"/>
                  </a:lnTo>
                  <a:cubicBezTo>
                    <a:pt x="3021" y="3633"/>
                    <a:pt x="3155" y="3369"/>
                    <a:pt x="3380" y="3202"/>
                  </a:cubicBezTo>
                  <a:cubicBezTo>
                    <a:pt x="3556" y="3071"/>
                    <a:pt x="3428" y="2832"/>
                    <a:pt x="3258" y="2832"/>
                  </a:cubicBezTo>
                  <a:cubicBezTo>
                    <a:pt x="3218" y="2832"/>
                    <a:pt x="3175" y="2845"/>
                    <a:pt x="3134" y="2877"/>
                  </a:cubicBezTo>
                  <a:cubicBezTo>
                    <a:pt x="2808" y="3119"/>
                    <a:pt x="2616" y="3503"/>
                    <a:pt x="2616" y="3912"/>
                  </a:cubicBezTo>
                  <a:lnTo>
                    <a:pt x="2616" y="4130"/>
                  </a:lnTo>
                  <a:cubicBezTo>
                    <a:pt x="2616" y="4380"/>
                    <a:pt x="2417" y="4579"/>
                    <a:pt x="2167" y="4579"/>
                  </a:cubicBezTo>
                  <a:lnTo>
                    <a:pt x="2091" y="4579"/>
                  </a:lnTo>
                  <a:cubicBezTo>
                    <a:pt x="1960" y="4579"/>
                    <a:pt x="1830" y="4611"/>
                    <a:pt x="1718" y="4669"/>
                  </a:cubicBezTo>
                  <a:lnTo>
                    <a:pt x="1718" y="3909"/>
                  </a:lnTo>
                  <a:cubicBezTo>
                    <a:pt x="1718" y="2873"/>
                    <a:pt x="2178" y="1888"/>
                    <a:pt x="2978" y="1221"/>
                  </a:cubicBezTo>
                  <a:close/>
                  <a:moveTo>
                    <a:pt x="1725" y="6002"/>
                  </a:moveTo>
                  <a:lnTo>
                    <a:pt x="1725" y="6002"/>
                  </a:lnTo>
                  <a:cubicBezTo>
                    <a:pt x="1830" y="6053"/>
                    <a:pt x="1942" y="6078"/>
                    <a:pt x="2054" y="6078"/>
                  </a:cubicBezTo>
                  <a:lnTo>
                    <a:pt x="2207" y="6078"/>
                  </a:lnTo>
                  <a:cubicBezTo>
                    <a:pt x="2337" y="7005"/>
                    <a:pt x="2891" y="7824"/>
                    <a:pt x="3702" y="8291"/>
                  </a:cubicBezTo>
                  <a:lnTo>
                    <a:pt x="3702" y="9178"/>
                  </a:lnTo>
                  <a:cubicBezTo>
                    <a:pt x="3702" y="9417"/>
                    <a:pt x="3572" y="9642"/>
                    <a:pt x="3362" y="9758"/>
                  </a:cubicBezTo>
                  <a:cubicBezTo>
                    <a:pt x="3025" y="9435"/>
                    <a:pt x="1862" y="8164"/>
                    <a:pt x="1725" y="6002"/>
                  </a:cubicBezTo>
                  <a:close/>
                  <a:moveTo>
                    <a:pt x="9124" y="10931"/>
                  </a:moveTo>
                  <a:lnTo>
                    <a:pt x="9287" y="10986"/>
                  </a:lnTo>
                  <a:cubicBezTo>
                    <a:pt x="9461" y="11047"/>
                    <a:pt x="9617" y="11152"/>
                    <a:pt x="9736" y="11286"/>
                  </a:cubicBezTo>
                  <a:lnTo>
                    <a:pt x="9124" y="11811"/>
                  </a:lnTo>
                  <a:lnTo>
                    <a:pt x="9124" y="10931"/>
                  </a:lnTo>
                  <a:close/>
                  <a:moveTo>
                    <a:pt x="2829" y="10392"/>
                  </a:moveTo>
                  <a:cubicBezTo>
                    <a:pt x="3242" y="11344"/>
                    <a:pt x="4180" y="11960"/>
                    <a:pt x="5216" y="11960"/>
                  </a:cubicBezTo>
                  <a:cubicBezTo>
                    <a:pt x="5221" y="11960"/>
                    <a:pt x="5226" y="11960"/>
                    <a:pt x="5231" y="11960"/>
                  </a:cubicBezTo>
                  <a:cubicBezTo>
                    <a:pt x="5838" y="11960"/>
                    <a:pt x="6430" y="11739"/>
                    <a:pt x="6893" y="11344"/>
                  </a:cubicBezTo>
                  <a:cubicBezTo>
                    <a:pt x="6973" y="11482"/>
                    <a:pt x="7052" y="11616"/>
                    <a:pt x="7132" y="11750"/>
                  </a:cubicBezTo>
                  <a:cubicBezTo>
                    <a:pt x="6560" y="12209"/>
                    <a:pt x="5886" y="12425"/>
                    <a:pt x="5221" y="12425"/>
                  </a:cubicBezTo>
                  <a:cubicBezTo>
                    <a:pt x="4043" y="12425"/>
                    <a:pt x="2892" y="11747"/>
                    <a:pt x="2388" y="10547"/>
                  </a:cubicBezTo>
                  <a:lnTo>
                    <a:pt x="2829" y="10392"/>
                  </a:lnTo>
                  <a:close/>
                  <a:moveTo>
                    <a:pt x="5216" y="1"/>
                  </a:moveTo>
                  <a:cubicBezTo>
                    <a:pt x="3058" y="1"/>
                    <a:pt x="1308" y="1750"/>
                    <a:pt x="1308" y="3909"/>
                  </a:cubicBezTo>
                  <a:lnTo>
                    <a:pt x="1308" y="5582"/>
                  </a:lnTo>
                  <a:cubicBezTo>
                    <a:pt x="1308" y="7139"/>
                    <a:pt x="1819" y="8298"/>
                    <a:pt x="2246" y="8994"/>
                  </a:cubicBezTo>
                  <a:cubicBezTo>
                    <a:pt x="2446" y="9323"/>
                    <a:pt x="2681" y="9635"/>
                    <a:pt x="2949" y="9917"/>
                  </a:cubicBezTo>
                  <a:lnTo>
                    <a:pt x="1008" y="10602"/>
                  </a:lnTo>
                  <a:cubicBezTo>
                    <a:pt x="403" y="10815"/>
                    <a:pt x="1" y="11388"/>
                    <a:pt x="1" y="12029"/>
                  </a:cubicBezTo>
                  <a:lnTo>
                    <a:pt x="1" y="13716"/>
                  </a:lnTo>
                  <a:cubicBezTo>
                    <a:pt x="1" y="13852"/>
                    <a:pt x="102" y="13920"/>
                    <a:pt x="204" y="13920"/>
                  </a:cubicBezTo>
                  <a:cubicBezTo>
                    <a:pt x="305" y="13920"/>
                    <a:pt x="407" y="13852"/>
                    <a:pt x="407" y="13716"/>
                  </a:cubicBezTo>
                  <a:lnTo>
                    <a:pt x="407" y="12029"/>
                  </a:lnTo>
                  <a:cubicBezTo>
                    <a:pt x="407" y="11895"/>
                    <a:pt x="432" y="11761"/>
                    <a:pt x="479" y="11637"/>
                  </a:cubicBezTo>
                  <a:lnTo>
                    <a:pt x="1511" y="12521"/>
                  </a:lnTo>
                  <a:cubicBezTo>
                    <a:pt x="1656" y="12648"/>
                    <a:pt x="1743" y="12833"/>
                    <a:pt x="1743" y="13028"/>
                  </a:cubicBezTo>
                  <a:lnTo>
                    <a:pt x="1743" y="13716"/>
                  </a:lnTo>
                  <a:cubicBezTo>
                    <a:pt x="1743" y="13852"/>
                    <a:pt x="1844" y="13920"/>
                    <a:pt x="1946" y="13920"/>
                  </a:cubicBezTo>
                  <a:cubicBezTo>
                    <a:pt x="2047" y="13920"/>
                    <a:pt x="2149" y="13852"/>
                    <a:pt x="2149" y="13716"/>
                  </a:cubicBezTo>
                  <a:lnTo>
                    <a:pt x="2149" y="13028"/>
                  </a:lnTo>
                  <a:cubicBezTo>
                    <a:pt x="2149" y="12717"/>
                    <a:pt x="2011" y="12416"/>
                    <a:pt x="1776" y="12213"/>
                  </a:cubicBezTo>
                  <a:lnTo>
                    <a:pt x="693" y="11286"/>
                  </a:lnTo>
                  <a:cubicBezTo>
                    <a:pt x="816" y="11152"/>
                    <a:pt x="971" y="11051"/>
                    <a:pt x="1142" y="10989"/>
                  </a:cubicBezTo>
                  <a:lnTo>
                    <a:pt x="2004" y="10685"/>
                  </a:lnTo>
                  <a:cubicBezTo>
                    <a:pt x="2568" y="12056"/>
                    <a:pt x="3876" y="12835"/>
                    <a:pt x="5221" y="12835"/>
                  </a:cubicBezTo>
                  <a:cubicBezTo>
                    <a:pt x="5957" y="12835"/>
                    <a:pt x="6704" y="12602"/>
                    <a:pt x="7346" y="12105"/>
                  </a:cubicBezTo>
                  <a:cubicBezTo>
                    <a:pt x="7621" y="12586"/>
                    <a:pt x="7846" y="13079"/>
                    <a:pt x="7846" y="13720"/>
                  </a:cubicBezTo>
                  <a:cubicBezTo>
                    <a:pt x="7846" y="13856"/>
                    <a:pt x="7947" y="13924"/>
                    <a:pt x="8048" y="13924"/>
                  </a:cubicBezTo>
                  <a:cubicBezTo>
                    <a:pt x="8150" y="13924"/>
                    <a:pt x="8251" y="13856"/>
                    <a:pt x="8251" y="13720"/>
                  </a:cubicBezTo>
                  <a:cubicBezTo>
                    <a:pt x="8251" y="12815"/>
                    <a:pt x="7864" y="12170"/>
                    <a:pt x="7487" y="11551"/>
                  </a:cubicBezTo>
                  <a:cubicBezTo>
                    <a:pt x="7096" y="10902"/>
                    <a:pt x="6726" y="10290"/>
                    <a:pt x="6726" y="9359"/>
                  </a:cubicBezTo>
                  <a:lnTo>
                    <a:pt x="6726" y="9142"/>
                  </a:lnTo>
                  <a:cubicBezTo>
                    <a:pt x="6726" y="9006"/>
                    <a:pt x="6625" y="8938"/>
                    <a:pt x="6524" y="8938"/>
                  </a:cubicBezTo>
                  <a:cubicBezTo>
                    <a:pt x="6422" y="8938"/>
                    <a:pt x="6321" y="9006"/>
                    <a:pt x="6321" y="9142"/>
                  </a:cubicBezTo>
                  <a:lnTo>
                    <a:pt x="6321" y="9359"/>
                  </a:lnTo>
                  <a:cubicBezTo>
                    <a:pt x="6317" y="9921"/>
                    <a:pt x="6448" y="10475"/>
                    <a:pt x="6701" y="10975"/>
                  </a:cubicBezTo>
                  <a:cubicBezTo>
                    <a:pt x="6272" y="11368"/>
                    <a:pt x="5743" y="11554"/>
                    <a:pt x="5220" y="11554"/>
                  </a:cubicBezTo>
                  <a:cubicBezTo>
                    <a:pt x="4396" y="11554"/>
                    <a:pt x="3588" y="11093"/>
                    <a:pt x="3213" y="10258"/>
                  </a:cubicBezTo>
                  <a:lnTo>
                    <a:pt x="3394" y="10192"/>
                  </a:lnTo>
                  <a:cubicBezTo>
                    <a:pt x="3825" y="10040"/>
                    <a:pt x="4112" y="9635"/>
                    <a:pt x="4112" y="9178"/>
                  </a:cubicBezTo>
                  <a:lnTo>
                    <a:pt x="4112" y="8487"/>
                  </a:lnTo>
                  <a:cubicBezTo>
                    <a:pt x="4477" y="8629"/>
                    <a:pt x="4850" y="8695"/>
                    <a:pt x="5215" y="8695"/>
                  </a:cubicBezTo>
                  <a:cubicBezTo>
                    <a:pt x="6675" y="8695"/>
                    <a:pt x="8006" y="7631"/>
                    <a:pt x="8226" y="6078"/>
                  </a:cubicBezTo>
                  <a:lnTo>
                    <a:pt x="8345" y="6078"/>
                  </a:lnTo>
                  <a:cubicBezTo>
                    <a:pt x="8476" y="6078"/>
                    <a:pt x="8602" y="6046"/>
                    <a:pt x="8718" y="5988"/>
                  </a:cubicBezTo>
                  <a:lnTo>
                    <a:pt x="8718" y="13720"/>
                  </a:lnTo>
                  <a:cubicBezTo>
                    <a:pt x="8718" y="13856"/>
                    <a:pt x="8820" y="13924"/>
                    <a:pt x="8921" y="13924"/>
                  </a:cubicBezTo>
                  <a:cubicBezTo>
                    <a:pt x="9023" y="13924"/>
                    <a:pt x="9124" y="13856"/>
                    <a:pt x="9124" y="13720"/>
                  </a:cubicBezTo>
                  <a:lnTo>
                    <a:pt x="9124" y="12351"/>
                  </a:lnTo>
                  <a:lnTo>
                    <a:pt x="9953" y="11641"/>
                  </a:lnTo>
                  <a:cubicBezTo>
                    <a:pt x="10000" y="11768"/>
                    <a:pt x="10026" y="11898"/>
                    <a:pt x="10026" y="12032"/>
                  </a:cubicBezTo>
                  <a:lnTo>
                    <a:pt x="10026" y="13720"/>
                  </a:lnTo>
                  <a:cubicBezTo>
                    <a:pt x="10026" y="13856"/>
                    <a:pt x="10127" y="13924"/>
                    <a:pt x="10229" y="13924"/>
                  </a:cubicBezTo>
                  <a:cubicBezTo>
                    <a:pt x="10330" y="13924"/>
                    <a:pt x="10431" y="13856"/>
                    <a:pt x="10431" y="13720"/>
                  </a:cubicBezTo>
                  <a:lnTo>
                    <a:pt x="10431" y="12032"/>
                  </a:lnTo>
                  <a:cubicBezTo>
                    <a:pt x="10435" y="11388"/>
                    <a:pt x="10029" y="10815"/>
                    <a:pt x="9425" y="10602"/>
                  </a:cubicBezTo>
                  <a:lnTo>
                    <a:pt x="9124" y="10497"/>
                  </a:lnTo>
                  <a:lnTo>
                    <a:pt x="9124" y="3909"/>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2"/>
            <p:cNvSpPr/>
            <p:nvPr/>
          </p:nvSpPr>
          <p:spPr>
            <a:xfrm>
              <a:off x="6795078" y="3900348"/>
              <a:ext cx="32667" cy="16543"/>
            </a:xfrm>
            <a:custGeom>
              <a:rect b="b" l="l" r="r" t="t"/>
              <a:pathLst>
                <a:path extrusionOk="0" h="631" w="1246">
                  <a:moveTo>
                    <a:pt x="958" y="0"/>
                  </a:moveTo>
                  <a:cubicBezTo>
                    <a:pt x="935" y="0"/>
                    <a:pt x="910" y="4"/>
                    <a:pt x="884" y="13"/>
                  </a:cubicBezTo>
                  <a:lnTo>
                    <a:pt x="232" y="230"/>
                  </a:lnTo>
                  <a:cubicBezTo>
                    <a:pt x="0" y="309"/>
                    <a:pt x="80" y="631"/>
                    <a:pt x="289" y="631"/>
                  </a:cubicBezTo>
                  <a:cubicBezTo>
                    <a:pt x="312" y="631"/>
                    <a:pt x="336" y="627"/>
                    <a:pt x="362" y="618"/>
                  </a:cubicBezTo>
                  <a:lnTo>
                    <a:pt x="1014" y="401"/>
                  </a:lnTo>
                  <a:cubicBezTo>
                    <a:pt x="1246" y="322"/>
                    <a:pt x="1166" y="0"/>
                    <a:pt x="9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9" name="Google Shape;13899;p82"/>
          <p:cNvGrpSpPr/>
          <p:nvPr/>
        </p:nvGrpSpPr>
        <p:grpSpPr>
          <a:xfrm>
            <a:off x="7156067" y="2431198"/>
            <a:ext cx="285089" cy="364948"/>
            <a:chOff x="7156067" y="2431198"/>
            <a:chExt cx="285089" cy="364948"/>
          </a:xfrm>
        </p:grpSpPr>
        <p:sp>
          <p:nvSpPr>
            <p:cNvPr id="13900" name="Google Shape;13900;p82"/>
            <p:cNvSpPr/>
            <p:nvPr/>
          </p:nvSpPr>
          <p:spPr>
            <a:xfrm>
              <a:off x="7218648" y="2436599"/>
              <a:ext cx="160032" cy="68585"/>
            </a:xfrm>
            <a:custGeom>
              <a:rect b="b" l="l" r="r" t="t"/>
              <a:pathLst>
                <a:path extrusionOk="0" h="2616" w="6104">
                  <a:moveTo>
                    <a:pt x="2615" y="1"/>
                  </a:moveTo>
                  <a:cubicBezTo>
                    <a:pt x="1170" y="1"/>
                    <a:pt x="1" y="1171"/>
                    <a:pt x="1" y="2616"/>
                  </a:cubicBezTo>
                  <a:lnTo>
                    <a:pt x="6103" y="2616"/>
                  </a:lnTo>
                  <a:cubicBezTo>
                    <a:pt x="6103" y="1171"/>
                    <a:pt x="4930" y="1"/>
                    <a:pt x="34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2"/>
            <p:cNvSpPr/>
            <p:nvPr/>
          </p:nvSpPr>
          <p:spPr>
            <a:xfrm>
              <a:off x="7161494" y="2619388"/>
              <a:ext cx="274235" cy="171515"/>
            </a:xfrm>
            <a:custGeom>
              <a:rect b="b" l="l" r="r" t="t"/>
              <a:pathLst>
                <a:path extrusionOk="0" h="6542" w="10460">
                  <a:moveTo>
                    <a:pt x="3705" y="1"/>
                  </a:moveTo>
                  <a:lnTo>
                    <a:pt x="3705" y="1257"/>
                  </a:lnTo>
                  <a:cubicBezTo>
                    <a:pt x="3705" y="1547"/>
                    <a:pt x="3513" y="1801"/>
                    <a:pt x="3235" y="1884"/>
                  </a:cubicBezTo>
                  <a:lnTo>
                    <a:pt x="938" y="2558"/>
                  </a:lnTo>
                  <a:cubicBezTo>
                    <a:pt x="381" y="2724"/>
                    <a:pt x="0" y="3235"/>
                    <a:pt x="0" y="3814"/>
                  </a:cubicBezTo>
                  <a:lnTo>
                    <a:pt x="0" y="6542"/>
                  </a:lnTo>
                  <a:lnTo>
                    <a:pt x="10460" y="6542"/>
                  </a:lnTo>
                  <a:lnTo>
                    <a:pt x="10460" y="3814"/>
                  </a:lnTo>
                  <a:cubicBezTo>
                    <a:pt x="10460" y="3235"/>
                    <a:pt x="10080" y="2724"/>
                    <a:pt x="9522" y="2558"/>
                  </a:cubicBezTo>
                  <a:lnTo>
                    <a:pt x="7226" y="1884"/>
                  </a:lnTo>
                  <a:cubicBezTo>
                    <a:pt x="6947" y="1801"/>
                    <a:pt x="6755" y="1547"/>
                    <a:pt x="6755" y="125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2"/>
            <p:cNvSpPr/>
            <p:nvPr/>
          </p:nvSpPr>
          <p:spPr>
            <a:xfrm>
              <a:off x="7161494" y="2671534"/>
              <a:ext cx="274340" cy="119368"/>
            </a:xfrm>
            <a:custGeom>
              <a:rect b="b" l="l" r="r" t="t"/>
              <a:pathLst>
                <a:path extrusionOk="0" h="4553" w="10464">
                  <a:moveTo>
                    <a:pt x="2880" y="0"/>
                  </a:moveTo>
                  <a:lnTo>
                    <a:pt x="938" y="569"/>
                  </a:lnTo>
                  <a:cubicBezTo>
                    <a:pt x="381" y="735"/>
                    <a:pt x="0" y="1246"/>
                    <a:pt x="0" y="1825"/>
                  </a:cubicBezTo>
                  <a:lnTo>
                    <a:pt x="0" y="4553"/>
                  </a:lnTo>
                  <a:lnTo>
                    <a:pt x="10463" y="4553"/>
                  </a:lnTo>
                  <a:lnTo>
                    <a:pt x="10463" y="1825"/>
                  </a:lnTo>
                  <a:cubicBezTo>
                    <a:pt x="10460" y="1246"/>
                    <a:pt x="10080" y="735"/>
                    <a:pt x="9522" y="569"/>
                  </a:cubicBezTo>
                  <a:lnTo>
                    <a:pt x="7584" y="0"/>
                  </a:lnTo>
                  <a:cubicBezTo>
                    <a:pt x="7363" y="1123"/>
                    <a:pt x="6378" y="1938"/>
                    <a:pt x="5230" y="1938"/>
                  </a:cubicBezTo>
                  <a:cubicBezTo>
                    <a:pt x="4086" y="1938"/>
                    <a:pt x="3101" y="1123"/>
                    <a:pt x="288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2"/>
            <p:cNvSpPr/>
            <p:nvPr/>
          </p:nvSpPr>
          <p:spPr>
            <a:xfrm>
              <a:off x="7258630" y="2619388"/>
              <a:ext cx="79963" cy="34345"/>
            </a:xfrm>
            <a:custGeom>
              <a:rect b="b" l="l" r="r" t="t"/>
              <a:pathLst>
                <a:path extrusionOk="0" h="1310" w="3050">
                  <a:moveTo>
                    <a:pt x="0" y="1"/>
                  </a:moveTo>
                  <a:lnTo>
                    <a:pt x="0" y="924"/>
                  </a:lnTo>
                  <a:cubicBezTo>
                    <a:pt x="477" y="1181"/>
                    <a:pt x="1001" y="1310"/>
                    <a:pt x="1525" y="1310"/>
                  </a:cubicBezTo>
                  <a:cubicBezTo>
                    <a:pt x="2049" y="1310"/>
                    <a:pt x="2574" y="1181"/>
                    <a:pt x="3050" y="924"/>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2"/>
            <p:cNvSpPr/>
            <p:nvPr/>
          </p:nvSpPr>
          <p:spPr>
            <a:xfrm>
              <a:off x="7201476" y="2505158"/>
              <a:ext cx="194298" cy="131533"/>
            </a:xfrm>
            <a:custGeom>
              <a:rect b="b" l="l" r="r" t="t"/>
              <a:pathLst>
                <a:path extrusionOk="0" h="5017" w="7411">
                  <a:moveTo>
                    <a:pt x="873" y="1"/>
                  </a:moveTo>
                  <a:lnTo>
                    <a:pt x="873" y="1308"/>
                  </a:lnTo>
                  <a:lnTo>
                    <a:pt x="547" y="1308"/>
                  </a:lnTo>
                  <a:cubicBezTo>
                    <a:pt x="243" y="1308"/>
                    <a:pt x="0" y="1551"/>
                    <a:pt x="0" y="1851"/>
                  </a:cubicBezTo>
                  <a:cubicBezTo>
                    <a:pt x="0" y="2152"/>
                    <a:pt x="243" y="2398"/>
                    <a:pt x="547" y="2398"/>
                  </a:cubicBezTo>
                  <a:lnTo>
                    <a:pt x="884" y="2398"/>
                  </a:lnTo>
                  <a:cubicBezTo>
                    <a:pt x="992" y="3876"/>
                    <a:pt x="2224" y="5017"/>
                    <a:pt x="3705" y="5017"/>
                  </a:cubicBezTo>
                  <a:cubicBezTo>
                    <a:pt x="5186" y="5017"/>
                    <a:pt x="6418" y="3876"/>
                    <a:pt x="6526" y="2398"/>
                  </a:cubicBezTo>
                  <a:lnTo>
                    <a:pt x="6867" y="2398"/>
                  </a:lnTo>
                  <a:cubicBezTo>
                    <a:pt x="7167" y="2398"/>
                    <a:pt x="7410" y="2152"/>
                    <a:pt x="7410" y="1851"/>
                  </a:cubicBezTo>
                  <a:cubicBezTo>
                    <a:pt x="7410" y="1551"/>
                    <a:pt x="7167" y="1308"/>
                    <a:pt x="6867" y="1308"/>
                  </a:cubicBezTo>
                  <a:lnTo>
                    <a:pt x="6541" y="1308"/>
                  </a:lnTo>
                  <a:lnTo>
                    <a:pt x="654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2"/>
            <p:cNvSpPr/>
            <p:nvPr/>
          </p:nvSpPr>
          <p:spPr>
            <a:xfrm>
              <a:off x="7200610" y="2516563"/>
              <a:ext cx="160871" cy="120076"/>
            </a:xfrm>
            <a:custGeom>
              <a:rect b="b" l="l" r="r" t="t"/>
              <a:pathLst>
                <a:path extrusionOk="0" h="4580" w="6136">
                  <a:moveTo>
                    <a:pt x="906" y="0"/>
                  </a:moveTo>
                  <a:lnTo>
                    <a:pt x="906" y="873"/>
                  </a:lnTo>
                  <a:lnTo>
                    <a:pt x="609" y="873"/>
                  </a:lnTo>
                  <a:cubicBezTo>
                    <a:pt x="323" y="873"/>
                    <a:pt x="66" y="1080"/>
                    <a:pt x="37" y="1362"/>
                  </a:cubicBezTo>
                  <a:cubicBezTo>
                    <a:pt x="0" y="1684"/>
                    <a:pt x="254" y="1963"/>
                    <a:pt x="580" y="1963"/>
                  </a:cubicBezTo>
                  <a:lnTo>
                    <a:pt x="917" y="1963"/>
                  </a:lnTo>
                  <a:cubicBezTo>
                    <a:pt x="1022" y="3459"/>
                    <a:pt x="2269" y="4580"/>
                    <a:pt x="3717" y="4580"/>
                  </a:cubicBezTo>
                  <a:cubicBezTo>
                    <a:pt x="3868" y="4580"/>
                    <a:pt x="4022" y="4567"/>
                    <a:pt x="4176" y="4542"/>
                  </a:cubicBezTo>
                  <a:cubicBezTo>
                    <a:pt x="2796" y="4328"/>
                    <a:pt x="1779" y="3144"/>
                    <a:pt x="1779" y="1746"/>
                  </a:cubicBezTo>
                  <a:cubicBezTo>
                    <a:pt x="1775" y="1384"/>
                    <a:pt x="2068" y="1091"/>
                    <a:pt x="2431" y="1091"/>
                  </a:cubicBezTo>
                  <a:lnTo>
                    <a:pt x="5697" y="1091"/>
                  </a:lnTo>
                  <a:cubicBezTo>
                    <a:pt x="5940" y="1091"/>
                    <a:pt x="6136" y="895"/>
                    <a:pt x="6136" y="656"/>
                  </a:cubicBezTo>
                  <a:lnTo>
                    <a:pt x="613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2"/>
            <p:cNvSpPr/>
            <p:nvPr/>
          </p:nvSpPr>
          <p:spPr>
            <a:xfrm>
              <a:off x="7224337" y="2505158"/>
              <a:ext cx="148548" cy="22809"/>
            </a:xfrm>
            <a:custGeom>
              <a:rect b="b" l="l" r="r" t="t"/>
              <a:pathLst>
                <a:path extrusionOk="0" h="870" w="5666">
                  <a:moveTo>
                    <a:pt x="1" y="1"/>
                  </a:moveTo>
                  <a:lnTo>
                    <a:pt x="1" y="870"/>
                  </a:lnTo>
                  <a:lnTo>
                    <a:pt x="5665" y="870"/>
                  </a:lnTo>
                  <a:lnTo>
                    <a:pt x="5665"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2"/>
            <p:cNvSpPr/>
            <p:nvPr/>
          </p:nvSpPr>
          <p:spPr>
            <a:xfrm>
              <a:off x="7218648" y="2436599"/>
              <a:ext cx="100020" cy="68585"/>
            </a:xfrm>
            <a:custGeom>
              <a:rect b="b" l="l" r="r" t="t"/>
              <a:pathLst>
                <a:path extrusionOk="0" h="2616" w="3815">
                  <a:moveTo>
                    <a:pt x="2615" y="1"/>
                  </a:moveTo>
                  <a:cubicBezTo>
                    <a:pt x="1170" y="1"/>
                    <a:pt x="1" y="1171"/>
                    <a:pt x="1" y="2616"/>
                  </a:cubicBezTo>
                  <a:lnTo>
                    <a:pt x="1525" y="2616"/>
                  </a:lnTo>
                  <a:cubicBezTo>
                    <a:pt x="1525" y="1297"/>
                    <a:pt x="2507" y="186"/>
                    <a:pt x="3814" y="23"/>
                  </a:cubicBezTo>
                  <a:cubicBezTo>
                    <a:pt x="3706" y="8"/>
                    <a:pt x="3597"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2"/>
            <p:cNvSpPr/>
            <p:nvPr/>
          </p:nvSpPr>
          <p:spPr>
            <a:xfrm>
              <a:off x="7220457" y="2671534"/>
              <a:ext cx="156309" cy="67903"/>
            </a:xfrm>
            <a:custGeom>
              <a:rect b="b" l="l" r="r" t="t"/>
              <a:pathLst>
                <a:path extrusionOk="0" h="2590" w="5962">
                  <a:moveTo>
                    <a:pt x="631" y="0"/>
                  </a:moveTo>
                  <a:lnTo>
                    <a:pt x="0" y="185"/>
                  </a:lnTo>
                  <a:cubicBezTo>
                    <a:pt x="305" y="1590"/>
                    <a:pt x="1547" y="2590"/>
                    <a:pt x="2981" y="2590"/>
                  </a:cubicBezTo>
                  <a:cubicBezTo>
                    <a:pt x="4419" y="2590"/>
                    <a:pt x="5658" y="1590"/>
                    <a:pt x="5962" y="185"/>
                  </a:cubicBezTo>
                  <a:lnTo>
                    <a:pt x="5335" y="0"/>
                  </a:lnTo>
                  <a:cubicBezTo>
                    <a:pt x="5114" y="1123"/>
                    <a:pt x="4129" y="1938"/>
                    <a:pt x="2981" y="1938"/>
                  </a:cubicBezTo>
                  <a:cubicBezTo>
                    <a:pt x="1837" y="1938"/>
                    <a:pt x="852" y="1123"/>
                    <a:pt x="63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2"/>
            <p:cNvSpPr/>
            <p:nvPr/>
          </p:nvSpPr>
          <p:spPr>
            <a:xfrm>
              <a:off x="7258918" y="2539818"/>
              <a:ext cx="10749" cy="16386"/>
            </a:xfrm>
            <a:custGeom>
              <a:rect b="b" l="l" r="r" t="t"/>
              <a:pathLst>
                <a:path extrusionOk="0" h="625" w="410">
                  <a:moveTo>
                    <a:pt x="207" y="1"/>
                  </a:moveTo>
                  <a:cubicBezTo>
                    <a:pt x="91" y="1"/>
                    <a:pt x="0" y="91"/>
                    <a:pt x="0" y="204"/>
                  </a:cubicBezTo>
                  <a:lnTo>
                    <a:pt x="0" y="421"/>
                  </a:lnTo>
                  <a:cubicBezTo>
                    <a:pt x="0" y="557"/>
                    <a:pt x="103" y="625"/>
                    <a:pt x="205" y="625"/>
                  </a:cubicBezTo>
                  <a:cubicBezTo>
                    <a:pt x="307" y="625"/>
                    <a:pt x="409" y="557"/>
                    <a:pt x="409" y="42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2"/>
            <p:cNvSpPr/>
            <p:nvPr/>
          </p:nvSpPr>
          <p:spPr>
            <a:xfrm>
              <a:off x="7327556" y="2539818"/>
              <a:ext cx="10749" cy="16386"/>
            </a:xfrm>
            <a:custGeom>
              <a:rect b="b" l="l" r="r" t="t"/>
              <a:pathLst>
                <a:path extrusionOk="0" h="625" w="410">
                  <a:moveTo>
                    <a:pt x="204" y="1"/>
                  </a:moveTo>
                  <a:cubicBezTo>
                    <a:pt x="91" y="1"/>
                    <a:pt x="1" y="91"/>
                    <a:pt x="1" y="204"/>
                  </a:cubicBezTo>
                  <a:lnTo>
                    <a:pt x="1" y="421"/>
                  </a:lnTo>
                  <a:cubicBezTo>
                    <a:pt x="1" y="557"/>
                    <a:pt x="103" y="625"/>
                    <a:pt x="205" y="625"/>
                  </a:cubicBezTo>
                  <a:cubicBezTo>
                    <a:pt x="308" y="625"/>
                    <a:pt x="410" y="557"/>
                    <a:pt x="410" y="421"/>
                  </a:cubicBezTo>
                  <a:lnTo>
                    <a:pt x="410" y="204"/>
                  </a:lnTo>
                  <a:cubicBezTo>
                    <a:pt x="410"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2"/>
            <p:cNvSpPr/>
            <p:nvPr/>
          </p:nvSpPr>
          <p:spPr>
            <a:xfrm>
              <a:off x="7156067" y="2431198"/>
              <a:ext cx="285089" cy="364948"/>
            </a:xfrm>
            <a:custGeom>
              <a:rect b="b" l="l" r="r" t="t"/>
              <a:pathLst>
                <a:path extrusionOk="0" h="13920" w="10874">
                  <a:moveTo>
                    <a:pt x="5875" y="410"/>
                  </a:moveTo>
                  <a:cubicBezTo>
                    <a:pt x="6788" y="410"/>
                    <a:pt x="7625" y="928"/>
                    <a:pt x="8030" y="1746"/>
                  </a:cubicBezTo>
                  <a:lnTo>
                    <a:pt x="7617" y="1746"/>
                  </a:lnTo>
                  <a:cubicBezTo>
                    <a:pt x="7346" y="1746"/>
                    <a:pt x="7346" y="2152"/>
                    <a:pt x="7617" y="2152"/>
                  </a:cubicBezTo>
                  <a:lnTo>
                    <a:pt x="8190" y="2152"/>
                  </a:lnTo>
                  <a:cubicBezTo>
                    <a:pt x="8233" y="2304"/>
                    <a:pt x="8262" y="2460"/>
                    <a:pt x="8277" y="2615"/>
                  </a:cubicBezTo>
                  <a:lnTo>
                    <a:pt x="2598" y="2615"/>
                  </a:lnTo>
                  <a:cubicBezTo>
                    <a:pt x="2706" y="1369"/>
                    <a:pt x="3749" y="410"/>
                    <a:pt x="5002" y="410"/>
                  </a:cubicBezTo>
                  <a:close/>
                  <a:moveTo>
                    <a:pt x="8066" y="3025"/>
                  </a:moveTo>
                  <a:lnTo>
                    <a:pt x="8066" y="3488"/>
                  </a:lnTo>
                  <a:lnTo>
                    <a:pt x="7835" y="3488"/>
                  </a:lnTo>
                  <a:cubicBezTo>
                    <a:pt x="7563" y="3488"/>
                    <a:pt x="7563" y="3897"/>
                    <a:pt x="7835" y="3897"/>
                  </a:cubicBezTo>
                  <a:lnTo>
                    <a:pt x="8066" y="3897"/>
                  </a:lnTo>
                  <a:lnTo>
                    <a:pt x="8066" y="4129"/>
                  </a:lnTo>
                  <a:cubicBezTo>
                    <a:pt x="8066" y="4241"/>
                    <a:pt x="8157" y="4332"/>
                    <a:pt x="8269" y="4332"/>
                  </a:cubicBezTo>
                  <a:lnTo>
                    <a:pt x="8599" y="4332"/>
                  </a:lnTo>
                  <a:cubicBezTo>
                    <a:pt x="8798" y="4332"/>
                    <a:pt x="8957" y="4506"/>
                    <a:pt x="8936" y="4709"/>
                  </a:cubicBezTo>
                  <a:cubicBezTo>
                    <a:pt x="8918" y="4879"/>
                    <a:pt x="8755" y="5013"/>
                    <a:pt x="8566" y="5013"/>
                  </a:cubicBezTo>
                  <a:lnTo>
                    <a:pt x="8476" y="5013"/>
                  </a:lnTo>
                  <a:lnTo>
                    <a:pt x="8476" y="5002"/>
                  </a:lnTo>
                  <a:cubicBezTo>
                    <a:pt x="8476" y="4890"/>
                    <a:pt x="8385" y="4799"/>
                    <a:pt x="8273" y="4799"/>
                  </a:cubicBezTo>
                  <a:cubicBezTo>
                    <a:pt x="8161" y="4799"/>
                    <a:pt x="8066" y="4890"/>
                    <a:pt x="8066" y="5002"/>
                  </a:cubicBezTo>
                  <a:cubicBezTo>
                    <a:pt x="8066" y="6454"/>
                    <a:pt x="6889" y="7631"/>
                    <a:pt x="5437" y="7631"/>
                  </a:cubicBezTo>
                  <a:cubicBezTo>
                    <a:pt x="3985" y="7631"/>
                    <a:pt x="2808" y="6454"/>
                    <a:pt x="2808" y="5002"/>
                  </a:cubicBezTo>
                  <a:lnTo>
                    <a:pt x="2808" y="4998"/>
                  </a:lnTo>
                  <a:cubicBezTo>
                    <a:pt x="2808" y="4864"/>
                    <a:pt x="2706" y="4797"/>
                    <a:pt x="2605" y="4797"/>
                  </a:cubicBezTo>
                  <a:cubicBezTo>
                    <a:pt x="2504" y="4797"/>
                    <a:pt x="2402" y="4864"/>
                    <a:pt x="2402" y="4998"/>
                  </a:cubicBezTo>
                  <a:lnTo>
                    <a:pt x="2402" y="5013"/>
                  </a:lnTo>
                  <a:lnTo>
                    <a:pt x="2279" y="5013"/>
                  </a:lnTo>
                  <a:cubicBezTo>
                    <a:pt x="2076" y="5013"/>
                    <a:pt x="1917" y="4839"/>
                    <a:pt x="1939" y="4636"/>
                  </a:cubicBezTo>
                  <a:cubicBezTo>
                    <a:pt x="1957" y="4466"/>
                    <a:pt x="2120" y="4332"/>
                    <a:pt x="2308" y="4332"/>
                  </a:cubicBezTo>
                  <a:lnTo>
                    <a:pt x="2605" y="4332"/>
                  </a:lnTo>
                  <a:cubicBezTo>
                    <a:pt x="2717" y="4332"/>
                    <a:pt x="2808" y="4241"/>
                    <a:pt x="2808" y="4129"/>
                  </a:cubicBezTo>
                  <a:lnTo>
                    <a:pt x="2808" y="3897"/>
                  </a:lnTo>
                  <a:lnTo>
                    <a:pt x="6962" y="3897"/>
                  </a:lnTo>
                  <a:cubicBezTo>
                    <a:pt x="7233" y="3897"/>
                    <a:pt x="7233" y="3488"/>
                    <a:pt x="6962" y="3488"/>
                  </a:cubicBezTo>
                  <a:lnTo>
                    <a:pt x="2808" y="3488"/>
                  </a:lnTo>
                  <a:lnTo>
                    <a:pt x="2808" y="3025"/>
                  </a:lnTo>
                  <a:close/>
                  <a:moveTo>
                    <a:pt x="5002" y="0"/>
                  </a:moveTo>
                  <a:cubicBezTo>
                    <a:pt x="3525" y="4"/>
                    <a:pt x="2297" y="1145"/>
                    <a:pt x="2188" y="2615"/>
                  </a:cubicBezTo>
                  <a:lnTo>
                    <a:pt x="642" y="2615"/>
                  </a:lnTo>
                  <a:cubicBezTo>
                    <a:pt x="370" y="2615"/>
                    <a:pt x="370" y="3025"/>
                    <a:pt x="642" y="3025"/>
                  </a:cubicBezTo>
                  <a:lnTo>
                    <a:pt x="2398" y="3025"/>
                  </a:lnTo>
                  <a:lnTo>
                    <a:pt x="2398" y="3926"/>
                  </a:lnTo>
                  <a:lnTo>
                    <a:pt x="2308" y="3926"/>
                  </a:lnTo>
                  <a:cubicBezTo>
                    <a:pt x="1913" y="3926"/>
                    <a:pt x="1569" y="4223"/>
                    <a:pt x="1533" y="4600"/>
                  </a:cubicBezTo>
                  <a:cubicBezTo>
                    <a:pt x="1489" y="5038"/>
                    <a:pt x="1833" y="5419"/>
                    <a:pt x="2279" y="5422"/>
                  </a:cubicBezTo>
                  <a:lnTo>
                    <a:pt x="2431" y="5422"/>
                  </a:lnTo>
                  <a:cubicBezTo>
                    <a:pt x="2547" y="6259"/>
                    <a:pt x="3011" y="7012"/>
                    <a:pt x="3706" y="7494"/>
                  </a:cubicBezTo>
                  <a:lnTo>
                    <a:pt x="3706" y="8432"/>
                  </a:lnTo>
                  <a:cubicBezTo>
                    <a:pt x="3706" y="8631"/>
                    <a:pt x="3576" y="8805"/>
                    <a:pt x="3384" y="8863"/>
                  </a:cubicBezTo>
                  <a:lnTo>
                    <a:pt x="1087" y="9540"/>
                  </a:lnTo>
                  <a:cubicBezTo>
                    <a:pt x="446" y="9732"/>
                    <a:pt x="5" y="10319"/>
                    <a:pt x="1" y="10989"/>
                  </a:cubicBezTo>
                  <a:lnTo>
                    <a:pt x="1" y="13716"/>
                  </a:lnTo>
                  <a:cubicBezTo>
                    <a:pt x="1" y="13852"/>
                    <a:pt x="103" y="13920"/>
                    <a:pt x="206" y="13920"/>
                  </a:cubicBezTo>
                  <a:cubicBezTo>
                    <a:pt x="308" y="13920"/>
                    <a:pt x="410" y="13852"/>
                    <a:pt x="410" y="13716"/>
                  </a:cubicBezTo>
                  <a:lnTo>
                    <a:pt x="410" y="10989"/>
                  </a:lnTo>
                  <a:cubicBezTo>
                    <a:pt x="410" y="10500"/>
                    <a:pt x="732" y="10069"/>
                    <a:pt x="1200" y="9931"/>
                  </a:cubicBezTo>
                  <a:lnTo>
                    <a:pt x="1873" y="9732"/>
                  </a:lnTo>
                  <a:cubicBezTo>
                    <a:pt x="1877" y="9743"/>
                    <a:pt x="1877" y="9754"/>
                    <a:pt x="1881" y="9761"/>
                  </a:cubicBezTo>
                  <a:cubicBezTo>
                    <a:pt x="1911" y="9864"/>
                    <a:pt x="1989" y="9908"/>
                    <a:pt x="2069" y="9908"/>
                  </a:cubicBezTo>
                  <a:cubicBezTo>
                    <a:pt x="2192" y="9908"/>
                    <a:pt x="2318" y="9803"/>
                    <a:pt x="2272" y="9645"/>
                  </a:cubicBezTo>
                  <a:cubicBezTo>
                    <a:pt x="2268" y="9634"/>
                    <a:pt x="2268" y="9627"/>
                    <a:pt x="2264" y="9616"/>
                  </a:cubicBezTo>
                  <a:lnTo>
                    <a:pt x="2934" y="9421"/>
                  </a:lnTo>
                  <a:cubicBezTo>
                    <a:pt x="3257" y="10532"/>
                    <a:pt x="4275" y="11300"/>
                    <a:pt x="5437" y="11304"/>
                  </a:cubicBezTo>
                  <a:cubicBezTo>
                    <a:pt x="5846" y="11304"/>
                    <a:pt x="6252" y="11210"/>
                    <a:pt x="6618" y="11021"/>
                  </a:cubicBezTo>
                  <a:cubicBezTo>
                    <a:pt x="6812" y="10908"/>
                    <a:pt x="6708" y="10638"/>
                    <a:pt x="6524" y="10638"/>
                  </a:cubicBezTo>
                  <a:cubicBezTo>
                    <a:pt x="6495" y="10638"/>
                    <a:pt x="6465" y="10645"/>
                    <a:pt x="6433" y="10659"/>
                  </a:cubicBezTo>
                  <a:cubicBezTo>
                    <a:pt x="6125" y="10815"/>
                    <a:pt x="5781" y="10898"/>
                    <a:pt x="5437" y="10898"/>
                  </a:cubicBezTo>
                  <a:cubicBezTo>
                    <a:pt x="4459" y="10895"/>
                    <a:pt x="3597" y="10246"/>
                    <a:pt x="3326" y="9305"/>
                  </a:cubicBezTo>
                  <a:lnTo>
                    <a:pt x="3499" y="9254"/>
                  </a:lnTo>
                  <a:cubicBezTo>
                    <a:pt x="3862" y="9145"/>
                    <a:pt x="4112" y="8812"/>
                    <a:pt x="4115" y="8432"/>
                  </a:cubicBezTo>
                  <a:lnTo>
                    <a:pt x="4115" y="7736"/>
                  </a:lnTo>
                  <a:cubicBezTo>
                    <a:pt x="4532" y="7937"/>
                    <a:pt x="4983" y="8038"/>
                    <a:pt x="5436" y="8038"/>
                  </a:cubicBezTo>
                  <a:cubicBezTo>
                    <a:pt x="5888" y="8038"/>
                    <a:pt x="6341" y="7937"/>
                    <a:pt x="6759" y="7736"/>
                  </a:cubicBezTo>
                  <a:lnTo>
                    <a:pt x="6759" y="8435"/>
                  </a:lnTo>
                  <a:cubicBezTo>
                    <a:pt x="6759" y="8816"/>
                    <a:pt x="7009" y="9149"/>
                    <a:pt x="7375" y="9258"/>
                  </a:cubicBezTo>
                  <a:lnTo>
                    <a:pt x="7545" y="9308"/>
                  </a:lnTo>
                  <a:cubicBezTo>
                    <a:pt x="7458" y="9616"/>
                    <a:pt x="7302" y="9902"/>
                    <a:pt x="7092" y="10149"/>
                  </a:cubicBezTo>
                  <a:cubicBezTo>
                    <a:pt x="6957" y="10300"/>
                    <a:pt x="7095" y="10489"/>
                    <a:pt x="7248" y="10489"/>
                  </a:cubicBezTo>
                  <a:cubicBezTo>
                    <a:pt x="7299" y="10489"/>
                    <a:pt x="7352" y="10467"/>
                    <a:pt x="7396" y="10417"/>
                  </a:cubicBezTo>
                  <a:cubicBezTo>
                    <a:pt x="7646" y="10127"/>
                    <a:pt x="7831" y="9790"/>
                    <a:pt x="7936" y="9424"/>
                  </a:cubicBezTo>
                  <a:lnTo>
                    <a:pt x="8574" y="9612"/>
                  </a:lnTo>
                  <a:cubicBezTo>
                    <a:pt x="8552" y="9692"/>
                    <a:pt x="8526" y="9772"/>
                    <a:pt x="8497" y="9852"/>
                  </a:cubicBezTo>
                  <a:cubicBezTo>
                    <a:pt x="8438" y="10013"/>
                    <a:pt x="8568" y="10129"/>
                    <a:pt x="8696" y="10129"/>
                  </a:cubicBezTo>
                  <a:cubicBezTo>
                    <a:pt x="8771" y="10129"/>
                    <a:pt x="8846" y="10088"/>
                    <a:pt x="8881" y="9993"/>
                  </a:cubicBezTo>
                  <a:cubicBezTo>
                    <a:pt x="8914" y="9906"/>
                    <a:pt x="8943" y="9815"/>
                    <a:pt x="8968" y="9725"/>
                  </a:cubicBezTo>
                  <a:lnTo>
                    <a:pt x="9675" y="9931"/>
                  </a:lnTo>
                  <a:cubicBezTo>
                    <a:pt x="10142" y="10072"/>
                    <a:pt x="10464" y="10503"/>
                    <a:pt x="10468" y="10992"/>
                  </a:cubicBezTo>
                  <a:lnTo>
                    <a:pt x="10468" y="13716"/>
                  </a:lnTo>
                  <a:cubicBezTo>
                    <a:pt x="10468" y="13852"/>
                    <a:pt x="10569" y="13920"/>
                    <a:pt x="10670" y="13920"/>
                  </a:cubicBezTo>
                  <a:cubicBezTo>
                    <a:pt x="10772" y="13920"/>
                    <a:pt x="10873" y="13852"/>
                    <a:pt x="10873" y="13716"/>
                  </a:cubicBezTo>
                  <a:lnTo>
                    <a:pt x="10873" y="10992"/>
                  </a:lnTo>
                  <a:cubicBezTo>
                    <a:pt x="10870" y="10319"/>
                    <a:pt x="10428" y="9732"/>
                    <a:pt x="9787" y="9540"/>
                  </a:cubicBezTo>
                  <a:lnTo>
                    <a:pt x="7491" y="8866"/>
                  </a:lnTo>
                  <a:cubicBezTo>
                    <a:pt x="7299" y="8808"/>
                    <a:pt x="7168" y="8631"/>
                    <a:pt x="7168" y="8432"/>
                  </a:cubicBezTo>
                  <a:lnTo>
                    <a:pt x="7168" y="7497"/>
                  </a:lnTo>
                  <a:cubicBezTo>
                    <a:pt x="7864" y="7012"/>
                    <a:pt x="8327" y="6262"/>
                    <a:pt x="8447" y="5422"/>
                  </a:cubicBezTo>
                  <a:lnTo>
                    <a:pt x="8566" y="5422"/>
                  </a:lnTo>
                  <a:cubicBezTo>
                    <a:pt x="8965" y="5422"/>
                    <a:pt x="9305" y="5129"/>
                    <a:pt x="9341" y="4749"/>
                  </a:cubicBezTo>
                  <a:cubicBezTo>
                    <a:pt x="9388" y="4310"/>
                    <a:pt x="9041" y="3926"/>
                    <a:pt x="8599" y="3926"/>
                  </a:cubicBezTo>
                  <a:lnTo>
                    <a:pt x="8476" y="3926"/>
                  </a:lnTo>
                  <a:lnTo>
                    <a:pt x="8476" y="3025"/>
                  </a:lnTo>
                  <a:lnTo>
                    <a:pt x="8487" y="3025"/>
                  </a:lnTo>
                  <a:cubicBezTo>
                    <a:pt x="8599" y="3025"/>
                    <a:pt x="8693" y="2934"/>
                    <a:pt x="8693" y="2822"/>
                  </a:cubicBezTo>
                  <a:cubicBezTo>
                    <a:pt x="8689" y="1264"/>
                    <a:pt x="7429" y="4"/>
                    <a:pt x="58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2"/>
            <p:cNvSpPr/>
            <p:nvPr/>
          </p:nvSpPr>
          <p:spPr>
            <a:xfrm>
              <a:off x="7264922" y="2741823"/>
              <a:ext cx="26453" cy="13266"/>
            </a:xfrm>
            <a:custGeom>
              <a:rect b="b" l="l" r="r" t="t"/>
              <a:pathLst>
                <a:path extrusionOk="0" h="506" w="1009">
                  <a:moveTo>
                    <a:pt x="289" y="0"/>
                  </a:moveTo>
                  <a:cubicBezTo>
                    <a:pt x="76" y="0"/>
                    <a:pt x="1" y="332"/>
                    <a:pt x="238" y="401"/>
                  </a:cubicBezTo>
                  <a:cubicBezTo>
                    <a:pt x="387" y="445"/>
                    <a:pt x="539" y="477"/>
                    <a:pt x="688" y="503"/>
                  </a:cubicBezTo>
                  <a:cubicBezTo>
                    <a:pt x="700" y="504"/>
                    <a:pt x="713" y="505"/>
                    <a:pt x="724" y="505"/>
                  </a:cubicBezTo>
                  <a:cubicBezTo>
                    <a:pt x="964" y="505"/>
                    <a:pt x="1008" y="138"/>
                    <a:pt x="753" y="100"/>
                  </a:cubicBezTo>
                  <a:cubicBezTo>
                    <a:pt x="619" y="79"/>
                    <a:pt x="485" y="50"/>
                    <a:pt x="354" y="10"/>
                  </a:cubicBezTo>
                  <a:cubicBezTo>
                    <a:pt x="331" y="3"/>
                    <a:pt x="31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2"/>
            <p:cNvSpPr/>
            <p:nvPr/>
          </p:nvSpPr>
          <p:spPr>
            <a:xfrm>
              <a:off x="7298978" y="2743423"/>
              <a:ext cx="26401" cy="12453"/>
            </a:xfrm>
            <a:custGeom>
              <a:rect b="b" l="l" r="r" t="t"/>
              <a:pathLst>
                <a:path extrusionOk="0" h="475" w="1007">
                  <a:moveTo>
                    <a:pt x="725" y="0"/>
                  </a:moveTo>
                  <a:cubicBezTo>
                    <a:pt x="708" y="0"/>
                    <a:pt x="690" y="3"/>
                    <a:pt x="671" y="7"/>
                  </a:cubicBezTo>
                  <a:lnTo>
                    <a:pt x="674" y="3"/>
                  </a:lnTo>
                  <a:lnTo>
                    <a:pt x="674" y="3"/>
                  </a:lnTo>
                  <a:cubicBezTo>
                    <a:pt x="540" y="32"/>
                    <a:pt x="406" y="54"/>
                    <a:pt x="269" y="65"/>
                  </a:cubicBezTo>
                  <a:cubicBezTo>
                    <a:pt x="1" y="79"/>
                    <a:pt x="15" y="474"/>
                    <a:pt x="276" y="474"/>
                  </a:cubicBezTo>
                  <a:cubicBezTo>
                    <a:pt x="280" y="474"/>
                    <a:pt x="283" y="474"/>
                    <a:pt x="287" y="474"/>
                  </a:cubicBezTo>
                  <a:lnTo>
                    <a:pt x="305" y="474"/>
                  </a:lnTo>
                  <a:cubicBezTo>
                    <a:pt x="461" y="460"/>
                    <a:pt x="609" y="438"/>
                    <a:pt x="758" y="405"/>
                  </a:cubicBezTo>
                  <a:cubicBezTo>
                    <a:pt x="1006" y="348"/>
                    <a:pt x="949"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2"/>
            <p:cNvSpPr/>
            <p:nvPr/>
          </p:nvSpPr>
          <p:spPr>
            <a:xfrm>
              <a:off x="7234562" y="2726407"/>
              <a:ext cx="25116" cy="17277"/>
            </a:xfrm>
            <a:custGeom>
              <a:rect b="b" l="l" r="r" t="t"/>
              <a:pathLst>
                <a:path extrusionOk="0" h="659" w="958">
                  <a:moveTo>
                    <a:pt x="295" y="1"/>
                  </a:moveTo>
                  <a:cubicBezTo>
                    <a:pt x="126" y="1"/>
                    <a:pt x="0" y="236"/>
                    <a:pt x="172" y="370"/>
                  </a:cubicBezTo>
                  <a:cubicBezTo>
                    <a:pt x="295" y="464"/>
                    <a:pt x="422" y="551"/>
                    <a:pt x="553" y="627"/>
                  </a:cubicBezTo>
                  <a:cubicBezTo>
                    <a:pt x="590" y="649"/>
                    <a:pt x="627" y="658"/>
                    <a:pt x="661" y="658"/>
                  </a:cubicBezTo>
                  <a:cubicBezTo>
                    <a:pt x="843" y="658"/>
                    <a:pt x="958" y="391"/>
                    <a:pt x="763" y="276"/>
                  </a:cubicBezTo>
                  <a:cubicBezTo>
                    <a:pt x="643" y="207"/>
                    <a:pt x="531" y="131"/>
                    <a:pt x="422" y="47"/>
                  </a:cubicBezTo>
                  <a:cubicBezTo>
                    <a:pt x="380" y="15"/>
                    <a:pt x="336"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2"/>
            <p:cNvSpPr/>
            <p:nvPr/>
          </p:nvSpPr>
          <p:spPr>
            <a:xfrm>
              <a:off x="7332589" y="2729790"/>
              <a:ext cx="24566" cy="16884"/>
            </a:xfrm>
            <a:custGeom>
              <a:rect b="b" l="l" r="r" t="t"/>
              <a:pathLst>
                <a:path extrusionOk="0" h="644" w="937">
                  <a:moveTo>
                    <a:pt x="636" y="1"/>
                  </a:moveTo>
                  <a:cubicBezTo>
                    <a:pt x="597" y="1"/>
                    <a:pt x="556" y="13"/>
                    <a:pt x="515" y="42"/>
                  </a:cubicBezTo>
                  <a:lnTo>
                    <a:pt x="515" y="45"/>
                  </a:lnTo>
                  <a:cubicBezTo>
                    <a:pt x="403" y="121"/>
                    <a:pt x="283" y="190"/>
                    <a:pt x="164" y="252"/>
                  </a:cubicBezTo>
                  <a:cubicBezTo>
                    <a:pt x="51" y="295"/>
                    <a:pt x="1" y="425"/>
                    <a:pt x="55" y="531"/>
                  </a:cubicBezTo>
                  <a:cubicBezTo>
                    <a:pt x="91" y="603"/>
                    <a:pt x="164" y="644"/>
                    <a:pt x="238" y="644"/>
                  </a:cubicBezTo>
                  <a:cubicBezTo>
                    <a:pt x="275" y="644"/>
                    <a:pt x="311" y="634"/>
                    <a:pt x="345" y="614"/>
                  </a:cubicBezTo>
                  <a:cubicBezTo>
                    <a:pt x="482" y="545"/>
                    <a:pt x="616" y="465"/>
                    <a:pt x="743" y="378"/>
                  </a:cubicBezTo>
                  <a:cubicBezTo>
                    <a:pt x="936" y="257"/>
                    <a:pt x="813" y="1"/>
                    <a:pt x="6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2"/>
            <p:cNvSpPr/>
            <p:nvPr/>
          </p:nvSpPr>
          <p:spPr>
            <a:xfrm>
              <a:off x="7212566" y="2701081"/>
              <a:ext cx="21079" cy="20266"/>
            </a:xfrm>
            <a:custGeom>
              <a:rect b="b" l="l" r="r" t="t"/>
              <a:pathLst>
                <a:path extrusionOk="0" h="773" w="804">
                  <a:moveTo>
                    <a:pt x="281" y="0"/>
                  </a:moveTo>
                  <a:cubicBezTo>
                    <a:pt x="139" y="0"/>
                    <a:pt x="1" y="150"/>
                    <a:pt x="99" y="311"/>
                  </a:cubicBezTo>
                  <a:cubicBezTo>
                    <a:pt x="178" y="441"/>
                    <a:pt x="265" y="568"/>
                    <a:pt x="359" y="691"/>
                  </a:cubicBezTo>
                  <a:cubicBezTo>
                    <a:pt x="404" y="748"/>
                    <a:pt x="460" y="772"/>
                    <a:pt x="514" y="772"/>
                  </a:cubicBezTo>
                  <a:cubicBezTo>
                    <a:pt x="663" y="772"/>
                    <a:pt x="804" y="594"/>
                    <a:pt x="682" y="438"/>
                  </a:cubicBezTo>
                  <a:cubicBezTo>
                    <a:pt x="595" y="329"/>
                    <a:pt x="519" y="217"/>
                    <a:pt x="450" y="101"/>
                  </a:cubicBezTo>
                  <a:cubicBezTo>
                    <a:pt x="407" y="30"/>
                    <a:pt x="343"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2"/>
            <p:cNvSpPr/>
            <p:nvPr/>
          </p:nvSpPr>
          <p:spPr>
            <a:xfrm>
              <a:off x="7358650" y="2706141"/>
              <a:ext cx="20686" cy="19742"/>
            </a:xfrm>
            <a:custGeom>
              <a:rect b="b" l="l" r="r" t="t"/>
              <a:pathLst>
                <a:path extrusionOk="0" h="753" w="789">
                  <a:moveTo>
                    <a:pt x="558" y="1"/>
                  </a:moveTo>
                  <a:cubicBezTo>
                    <a:pt x="493" y="1"/>
                    <a:pt x="430" y="31"/>
                    <a:pt x="390" y="89"/>
                  </a:cubicBezTo>
                  <a:cubicBezTo>
                    <a:pt x="314" y="201"/>
                    <a:pt x="227" y="306"/>
                    <a:pt x="137" y="411"/>
                  </a:cubicBezTo>
                  <a:cubicBezTo>
                    <a:pt x="0" y="561"/>
                    <a:pt x="139" y="752"/>
                    <a:pt x="294" y="752"/>
                  </a:cubicBezTo>
                  <a:cubicBezTo>
                    <a:pt x="344" y="752"/>
                    <a:pt x="396" y="732"/>
                    <a:pt x="441" y="683"/>
                  </a:cubicBezTo>
                  <a:cubicBezTo>
                    <a:pt x="542" y="567"/>
                    <a:pt x="640" y="444"/>
                    <a:pt x="727" y="321"/>
                  </a:cubicBezTo>
                  <a:cubicBezTo>
                    <a:pt x="789" y="226"/>
                    <a:pt x="767" y="100"/>
                    <a:pt x="676" y="38"/>
                  </a:cubicBezTo>
                  <a:cubicBezTo>
                    <a:pt x="640" y="13"/>
                    <a:pt x="598" y="1"/>
                    <a:pt x="5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2"/>
            <p:cNvSpPr/>
            <p:nvPr/>
          </p:nvSpPr>
          <p:spPr>
            <a:xfrm>
              <a:off x="7291480" y="2579799"/>
              <a:ext cx="25667" cy="10671"/>
            </a:xfrm>
            <a:custGeom>
              <a:rect b="b" l="l" r="r" t="t"/>
              <a:pathLst>
                <a:path extrusionOk="0" h="407"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9" name="Google Shape;13919;p82"/>
          <p:cNvGrpSpPr/>
          <p:nvPr/>
        </p:nvGrpSpPr>
        <p:grpSpPr>
          <a:xfrm>
            <a:off x="8061252" y="2893623"/>
            <a:ext cx="274864" cy="367517"/>
            <a:chOff x="8061252" y="2893623"/>
            <a:chExt cx="274864" cy="367517"/>
          </a:xfrm>
        </p:grpSpPr>
        <p:sp>
          <p:nvSpPr>
            <p:cNvPr id="13920" name="Google Shape;13920;p82"/>
            <p:cNvSpPr/>
            <p:nvPr/>
          </p:nvSpPr>
          <p:spPr>
            <a:xfrm>
              <a:off x="8066679" y="3092823"/>
              <a:ext cx="264089" cy="162863"/>
            </a:xfrm>
            <a:custGeom>
              <a:rect b="b" l="l" r="r" t="t"/>
              <a:pathLst>
                <a:path extrusionOk="0" h="6212" w="10073">
                  <a:moveTo>
                    <a:pt x="6262" y="1"/>
                  </a:moveTo>
                  <a:lnTo>
                    <a:pt x="3647" y="48"/>
                  </a:lnTo>
                  <a:lnTo>
                    <a:pt x="3665" y="1174"/>
                  </a:lnTo>
                  <a:cubicBezTo>
                    <a:pt x="3673" y="1543"/>
                    <a:pt x="3444" y="1877"/>
                    <a:pt x="3097" y="2003"/>
                  </a:cubicBezTo>
                  <a:lnTo>
                    <a:pt x="862" y="2836"/>
                  </a:lnTo>
                  <a:cubicBezTo>
                    <a:pt x="341" y="3032"/>
                    <a:pt x="0" y="3532"/>
                    <a:pt x="11" y="4086"/>
                  </a:cubicBezTo>
                  <a:lnTo>
                    <a:pt x="47" y="6212"/>
                  </a:lnTo>
                  <a:lnTo>
                    <a:pt x="10072" y="6042"/>
                  </a:lnTo>
                  <a:lnTo>
                    <a:pt x="10036" y="3912"/>
                  </a:lnTo>
                  <a:cubicBezTo>
                    <a:pt x="10025" y="3358"/>
                    <a:pt x="9667" y="2869"/>
                    <a:pt x="9141" y="2695"/>
                  </a:cubicBezTo>
                  <a:lnTo>
                    <a:pt x="6878" y="1938"/>
                  </a:lnTo>
                  <a:cubicBezTo>
                    <a:pt x="6527" y="1822"/>
                    <a:pt x="6287" y="1496"/>
                    <a:pt x="6280" y="1127"/>
                  </a:cubicBezTo>
                  <a:lnTo>
                    <a:pt x="62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2"/>
            <p:cNvSpPr/>
            <p:nvPr/>
          </p:nvSpPr>
          <p:spPr>
            <a:xfrm>
              <a:off x="8066574" y="3147618"/>
              <a:ext cx="264089" cy="108069"/>
            </a:xfrm>
            <a:custGeom>
              <a:rect b="b" l="l" r="r" t="t"/>
              <a:pathLst>
                <a:path extrusionOk="0" h="4122" w="10073">
                  <a:moveTo>
                    <a:pt x="7335" y="0"/>
                  </a:moveTo>
                  <a:lnTo>
                    <a:pt x="7146" y="489"/>
                  </a:lnTo>
                  <a:cubicBezTo>
                    <a:pt x="6784" y="1438"/>
                    <a:pt x="5958" y="2057"/>
                    <a:pt x="5028" y="2072"/>
                  </a:cubicBezTo>
                  <a:cubicBezTo>
                    <a:pt x="5014" y="2072"/>
                    <a:pt x="5000" y="2072"/>
                    <a:pt x="4986" y="2072"/>
                  </a:cubicBezTo>
                  <a:cubicBezTo>
                    <a:pt x="4075" y="2072"/>
                    <a:pt x="3243" y="1482"/>
                    <a:pt x="2854" y="562"/>
                  </a:cubicBezTo>
                  <a:lnTo>
                    <a:pt x="2655" y="80"/>
                  </a:lnTo>
                  <a:lnTo>
                    <a:pt x="863" y="746"/>
                  </a:lnTo>
                  <a:cubicBezTo>
                    <a:pt x="345" y="942"/>
                    <a:pt x="1" y="1442"/>
                    <a:pt x="11" y="1996"/>
                  </a:cubicBezTo>
                  <a:lnTo>
                    <a:pt x="48" y="4122"/>
                  </a:lnTo>
                  <a:lnTo>
                    <a:pt x="10073" y="3952"/>
                  </a:lnTo>
                  <a:lnTo>
                    <a:pt x="10036" y="1822"/>
                  </a:lnTo>
                  <a:cubicBezTo>
                    <a:pt x="10025" y="1268"/>
                    <a:pt x="9671" y="779"/>
                    <a:pt x="9145" y="605"/>
                  </a:cubicBezTo>
                  <a:lnTo>
                    <a:pt x="7335"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2"/>
            <p:cNvSpPr/>
            <p:nvPr/>
          </p:nvSpPr>
          <p:spPr>
            <a:xfrm>
              <a:off x="8162295" y="3092823"/>
              <a:ext cx="68847" cy="29180"/>
            </a:xfrm>
            <a:custGeom>
              <a:rect b="b" l="l" r="r" t="t"/>
              <a:pathLst>
                <a:path extrusionOk="0" h="1113" w="2626">
                  <a:moveTo>
                    <a:pt x="2615" y="1"/>
                  </a:moveTo>
                  <a:lnTo>
                    <a:pt x="0" y="48"/>
                  </a:lnTo>
                  <a:lnTo>
                    <a:pt x="11" y="859"/>
                  </a:lnTo>
                  <a:cubicBezTo>
                    <a:pt x="412" y="1026"/>
                    <a:pt x="839" y="1113"/>
                    <a:pt x="1274" y="1113"/>
                  </a:cubicBezTo>
                  <a:cubicBezTo>
                    <a:pt x="1291" y="1113"/>
                    <a:pt x="1308" y="1113"/>
                    <a:pt x="1326" y="1112"/>
                  </a:cubicBezTo>
                  <a:cubicBezTo>
                    <a:pt x="1775" y="1105"/>
                    <a:pt x="2220" y="1004"/>
                    <a:pt x="2626" y="812"/>
                  </a:cubicBezTo>
                  <a:lnTo>
                    <a:pt x="26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2"/>
            <p:cNvSpPr/>
            <p:nvPr/>
          </p:nvSpPr>
          <p:spPr>
            <a:xfrm>
              <a:off x="8119744" y="2949256"/>
              <a:ext cx="172852" cy="155706"/>
            </a:xfrm>
            <a:custGeom>
              <a:rect b="b" l="l" r="r" t="t"/>
              <a:pathLst>
                <a:path extrusionOk="0" h="5939" w="6593">
                  <a:moveTo>
                    <a:pt x="5669" y="1"/>
                  </a:moveTo>
                  <a:lnTo>
                    <a:pt x="1" y="102"/>
                  </a:lnTo>
                  <a:lnTo>
                    <a:pt x="55" y="3151"/>
                  </a:lnTo>
                  <a:cubicBezTo>
                    <a:pt x="77" y="4633"/>
                    <a:pt x="1239" y="5846"/>
                    <a:pt x="2717" y="5933"/>
                  </a:cubicBezTo>
                  <a:cubicBezTo>
                    <a:pt x="2776" y="5936"/>
                    <a:pt x="2834" y="5938"/>
                    <a:pt x="2892" y="5938"/>
                  </a:cubicBezTo>
                  <a:cubicBezTo>
                    <a:pt x="4296" y="5938"/>
                    <a:pt x="5499" y="4900"/>
                    <a:pt x="5690" y="3492"/>
                  </a:cubicBezTo>
                  <a:lnTo>
                    <a:pt x="6053" y="3485"/>
                  </a:lnTo>
                  <a:cubicBezTo>
                    <a:pt x="6353" y="3481"/>
                    <a:pt x="6592" y="3231"/>
                    <a:pt x="6589" y="2930"/>
                  </a:cubicBezTo>
                  <a:cubicBezTo>
                    <a:pt x="6585" y="2632"/>
                    <a:pt x="6339" y="2394"/>
                    <a:pt x="6041" y="2394"/>
                  </a:cubicBezTo>
                  <a:cubicBezTo>
                    <a:pt x="6039" y="2394"/>
                    <a:pt x="6037" y="2394"/>
                    <a:pt x="6035" y="2394"/>
                  </a:cubicBezTo>
                  <a:lnTo>
                    <a:pt x="5709" y="2402"/>
                  </a:ln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2"/>
            <p:cNvSpPr/>
            <p:nvPr/>
          </p:nvSpPr>
          <p:spPr>
            <a:xfrm>
              <a:off x="8206445" y="3000538"/>
              <a:ext cx="51675" cy="18064"/>
            </a:xfrm>
            <a:custGeom>
              <a:rect b="b" l="l" r="r" t="t"/>
              <a:pathLst>
                <a:path extrusionOk="0" h="689" w="1971">
                  <a:moveTo>
                    <a:pt x="1960" y="0"/>
                  </a:moveTo>
                  <a:lnTo>
                    <a:pt x="0" y="36"/>
                  </a:lnTo>
                  <a:lnTo>
                    <a:pt x="11" y="688"/>
                  </a:lnTo>
                  <a:lnTo>
                    <a:pt x="1971" y="656"/>
                  </a:lnTo>
                  <a:lnTo>
                    <a:pt x="196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2"/>
            <p:cNvSpPr/>
            <p:nvPr/>
          </p:nvSpPr>
          <p:spPr>
            <a:xfrm>
              <a:off x="8119744" y="2949649"/>
              <a:ext cx="130406" cy="155260"/>
            </a:xfrm>
            <a:custGeom>
              <a:rect b="b" l="l" r="r" t="t"/>
              <a:pathLst>
                <a:path extrusionOk="0" h="5922" w="4974">
                  <a:moveTo>
                    <a:pt x="4973" y="0"/>
                  </a:moveTo>
                  <a:lnTo>
                    <a:pt x="1" y="87"/>
                  </a:lnTo>
                  <a:lnTo>
                    <a:pt x="55" y="3136"/>
                  </a:lnTo>
                  <a:cubicBezTo>
                    <a:pt x="80" y="4683"/>
                    <a:pt x="1341" y="5922"/>
                    <a:pt x="2885" y="5922"/>
                  </a:cubicBezTo>
                  <a:cubicBezTo>
                    <a:pt x="2902" y="5922"/>
                    <a:pt x="2920" y="5922"/>
                    <a:pt x="2938" y="5922"/>
                  </a:cubicBezTo>
                  <a:cubicBezTo>
                    <a:pt x="3083" y="5918"/>
                    <a:pt x="3228" y="5903"/>
                    <a:pt x="3369" y="5878"/>
                  </a:cubicBezTo>
                  <a:cubicBezTo>
                    <a:pt x="2384" y="5740"/>
                    <a:pt x="1544" y="5096"/>
                    <a:pt x="1152" y="4183"/>
                  </a:cubicBezTo>
                  <a:cubicBezTo>
                    <a:pt x="1029" y="3890"/>
                    <a:pt x="1142" y="3549"/>
                    <a:pt x="1413" y="3386"/>
                  </a:cubicBezTo>
                  <a:cubicBezTo>
                    <a:pt x="2279" y="2861"/>
                    <a:pt x="3311" y="2111"/>
                    <a:pt x="4256" y="1119"/>
                  </a:cubicBezTo>
                  <a:cubicBezTo>
                    <a:pt x="4564" y="797"/>
                    <a:pt x="4807" y="417"/>
                    <a:pt x="497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2"/>
            <p:cNvSpPr/>
            <p:nvPr/>
          </p:nvSpPr>
          <p:spPr>
            <a:xfrm>
              <a:off x="8216224" y="2909930"/>
              <a:ext cx="64679" cy="104975"/>
            </a:xfrm>
            <a:custGeom>
              <a:rect b="b" l="l" r="r" t="t"/>
              <a:pathLst>
                <a:path extrusionOk="0" h="4004" w="2467">
                  <a:moveTo>
                    <a:pt x="686" y="1"/>
                  </a:moveTo>
                  <a:cubicBezTo>
                    <a:pt x="675" y="1"/>
                    <a:pt x="663" y="1"/>
                    <a:pt x="652" y="1"/>
                  </a:cubicBezTo>
                  <a:lnTo>
                    <a:pt x="0" y="12"/>
                  </a:lnTo>
                  <a:lnTo>
                    <a:pt x="29" y="1754"/>
                  </a:lnTo>
                  <a:cubicBezTo>
                    <a:pt x="1082" y="3972"/>
                    <a:pt x="2392" y="4003"/>
                    <a:pt x="2464" y="4003"/>
                  </a:cubicBezTo>
                  <a:cubicBezTo>
                    <a:pt x="2466" y="4003"/>
                    <a:pt x="2467" y="4003"/>
                    <a:pt x="2467" y="4003"/>
                  </a:cubicBezTo>
                  <a:lnTo>
                    <a:pt x="2427" y="1714"/>
                  </a:lnTo>
                  <a:cubicBezTo>
                    <a:pt x="2409" y="762"/>
                    <a:pt x="1634" y="1"/>
                    <a:pt x="68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2"/>
            <p:cNvSpPr/>
            <p:nvPr/>
          </p:nvSpPr>
          <p:spPr>
            <a:xfrm>
              <a:off x="8099740" y="2899024"/>
              <a:ext cx="138927" cy="146634"/>
            </a:xfrm>
            <a:custGeom>
              <a:rect b="b" l="l" r="r" t="t"/>
              <a:pathLst>
                <a:path extrusionOk="0" h="5593" w="5299">
                  <a:moveTo>
                    <a:pt x="4034" y="0"/>
                  </a:moveTo>
                  <a:cubicBezTo>
                    <a:pt x="4023" y="0"/>
                    <a:pt x="4012" y="0"/>
                    <a:pt x="4002" y="1"/>
                  </a:cubicBezTo>
                  <a:lnTo>
                    <a:pt x="3567" y="8"/>
                  </a:lnTo>
                  <a:cubicBezTo>
                    <a:pt x="1771" y="37"/>
                    <a:pt x="61" y="1591"/>
                    <a:pt x="94" y="3554"/>
                  </a:cubicBezTo>
                  <a:cubicBezTo>
                    <a:pt x="108" y="4437"/>
                    <a:pt x="61" y="5024"/>
                    <a:pt x="18" y="5361"/>
                  </a:cubicBezTo>
                  <a:cubicBezTo>
                    <a:pt x="0" y="5487"/>
                    <a:pt x="104" y="5592"/>
                    <a:pt x="222" y="5592"/>
                  </a:cubicBezTo>
                  <a:cubicBezTo>
                    <a:pt x="249" y="5592"/>
                    <a:pt x="277" y="5587"/>
                    <a:pt x="304" y="5574"/>
                  </a:cubicBezTo>
                  <a:cubicBezTo>
                    <a:pt x="1068" y="5234"/>
                    <a:pt x="2948" y="4285"/>
                    <a:pt x="4548" y="2601"/>
                  </a:cubicBezTo>
                  <a:cubicBezTo>
                    <a:pt x="4802" y="2333"/>
                    <a:pt x="5001" y="2018"/>
                    <a:pt x="5139" y="1674"/>
                  </a:cubicBezTo>
                  <a:cubicBezTo>
                    <a:pt x="5298" y="1268"/>
                    <a:pt x="5258" y="794"/>
                    <a:pt x="4987" y="450"/>
                  </a:cubicBezTo>
                  <a:cubicBezTo>
                    <a:pt x="4835" y="258"/>
                    <a:pt x="4624" y="120"/>
                    <a:pt x="4393" y="51"/>
                  </a:cubicBezTo>
                  <a:cubicBezTo>
                    <a:pt x="4277" y="18"/>
                    <a:pt x="4154" y="0"/>
                    <a:pt x="40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2"/>
            <p:cNvSpPr/>
            <p:nvPr/>
          </p:nvSpPr>
          <p:spPr>
            <a:xfrm>
              <a:off x="8061252" y="2893623"/>
              <a:ext cx="274864" cy="367517"/>
            </a:xfrm>
            <a:custGeom>
              <a:rect b="b" l="l" r="r" t="t"/>
              <a:pathLst>
                <a:path extrusionOk="0" h="14018" w="10484">
                  <a:moveTo>
                    <a:pt x="6096" y="3013"/>
                  </a:moveTo>
                  <a:cubicBezTo>
                    <a:pt x="6332" y="3347"/>
                    <a:pt x="6610" y="3644"/>
                    <a:pt x="6925" y="3901"/>
                  </a:cubicBezTo>
                  <a:lnTo>
                    <a:pt x="6621" y="3904"/>
                  </a:lnTo>
                  <a:lnTo>
                    <a:pt x="6183" y="3915"/>
                  </a:lnTo>
                  <a:lnTo>
                    <a:pt x="5531" y="3926"/>
                  </a:lnTo>
                  <a:cubicBezTo>
                    <a:pt x="5408" y="3926"/>
                    <a:pt x="5314" y="4038"/>
                    <a:pt x="5332" y="4162"/>
                  </a:cubicBezTo>
                  <a:lnTo>
                    <a:pt x="5336" y="4162"/>
                  </a:lnTo>
                  <a:lnTo>
                    <a:pt x="5372" y="4404"/>
                  </a:lnTo>
                  <a:cubicBezTo>
                    <a:pt x="5289" y="4375"/>
                    <a:pt x="5202" y="4360"/>
                    <a:pt x="5115" y="4360"/>
                  </a:cubicBezTo>
                  <a:cubicBezTo>
                    <a:pt x="5021" y="4360"/>
                    <a:pt x="4926" y="4377"/>
                    <a:pt x="4836" y="4411"/>
                  </a:cubicBezTo>
                  <a:lnTo>
                    <a:pt x="4865" y="4169"/>
                  </a:lnTo>
                  <a:cubicBezTo>
                    <a:pt x="4868" y="4154"/>
                    <a:pt x="4868" y="4140"/>
                    <a:pt x="4865" y="4125"/>
                  </a:cubicBezTo>
                  <a:cubicBezTo>
                    <a:pt x="5299" y="3781"/>
                    <a:pt x="5712" y="3412"/>
                    <a:pt x="6096" y="3013"/>
                  </a:cubicBezTo>
                  <a:close/>
                  <a:moveTo>
                    <a:pt x="7266" y="4303"/>
                  </a:moveTo>
                  <a:lnTo>
                    <a:pt x="7175" y="5034"/>
                  </a:lnTo>
                  <a:cubicBezTo>
                    <a:pt x="7146" y="5259"/>
                    <a:pt x="6962" y="5426"/>
                    <a:pt x="6737" y="5429"/>
                  </a:cubicBezTo>
                  <a:lnTo>
                    <a:pt x="6534" y="5433"/>
                  </a:lnTo>
                  <a:cubicBezTo>
                    <a:pt x="6532" y="5433"/>
                    <a:pt x="6529" y="5433"/>
                    <a:pt x="6526" y="5433"/>
                  </a:cubicBezTo>
                  <a:cubicBezTo>
                    <a:pt x="6232" y="5433"/>
                    <a:pt x="5972" y="5242"/>
                    <a:pt x="5886" y="4958"/>
                  </a:cubicBezTo>
                  <a:cubicBezTo>
                    <a:pt x="5875" y="4922"/>
                    <a:pt x="5868" y="4890"/>
                    <a:pt x="5861" y="4853"/>
                  </a:cubicBezTo>
                  <a:cubicBezTo>
                    <a:pt x="5835" y="4701"/>
                    <a:pt x="5777" y="4328"/>
                    <a:pt x="5777" y="4328"/>
                  </a:cubicBezTo>
                  <a:lnTo>
                    <a:pt x="6194" y="4321"/>
                  </a:lnTo>
                  <a:lnTo>
                    <a:pt x="6628" y="4314"/>
                  </a:lnTo>
                  <a:lnTo>
                    <a:pt x="7266" y="4303"/>
                  </a:lnTo>
                  <a:close/>
                  <a:moveTo>
                    <a:pt x="4419" y="4469"/>
                  </a:moveTo>
                  <a:lnTo>
                    <a:pt x="4365" y="4897"/>
                  </a:lnTo>
                  <a:cubicBezTo>
                    <a:pt x="4365" y="4908"/>
                    <a:pt x="4347" y="4995"/>
                    <a:pt x="4340" y="5013"/>
                  </a:cubicBezTo>
                  <a:cubicBezTo>
                    <a:pt x="4253" y="5288"/>
                    <a:pt x="3999" y="5476"/>
                    <a:pt x="3713" y="5480"/>
                  </a:cubicBezTo>
                  <a:lnTo>
                    <a:pt x="3510" y="5483"/>
                  </a:lnTo>
                  <a:cubicBezTo>
                    <a:pt x="3506" y="5484"/>
                    <a:pt x="3503" y="5484"/>
                    <a:pt x="3499" y="5484"/>
                  </a:cubicBezTo>
                  <a:cubicBezTo>
                    <a:pt x="3358" y="5484"/>
                    <a:pt x="3229" y="5419"/>
                    <a:pt x="3144" y="5302"/>
                  </a:cubicBezTo>
                  <a:lnTo>
                    <a:pt x="3228" y="5255"/>
                  </a:lnTo>
                  <a:cubicBezTo>
                    <a:pt x="3347" y="5183"/>
                    <a:pt x="3474" y="5107"/>
                    <a:pt x="3604" y="5024"/>
                  </a:cubicBezTo>
                  <a:lnTo>
                    <a:pt x="3604" y="5034"/>
                  </a:lnTo>
                  <a:cubicBezTo>
                    <a:pt x="3608" y="5144"/>
                    <a:pt x="3699" y="5234"/>
                    <a:pt x="3811" y="5234"/>
                  </a:cubicBezTo>
                  <a:cubicBezTo>
                    <a:pt x="3814" y="5234"/>
                    <a:pt x="3816" y="5234"/>
                    <a:pt x="3818" y="5234"/>
                  </a:cubicBezTo>
                  <a:cubicBezTo>
                    <a:pt x="3930" y="5226"/>
                    <a:pt x="4017" y="5132"/>
                    <a:pt x="4014" y="5020"/>
                  </a:cubicBezTo>
                  <a:lnTo>
                    <a:pt x="4006" y="4759"/>
                  </a:lnTo>
                  <a:cubicBezTo>
                    <a:pt x="4140" y="4669"/>
                    <a:pt x="4278" y="4571"/>
                    <a:pt x="4419" y="4469"/>
                  </a:cubicBezTo>
                  <a:close/>
                  <a:moveTo>
                    <a:pt x="5473" y="409"/>
                  </a:moveTo>
                  <a:cubicBezTo>
                    <a:pt x="5582" y="409"/>
                    <a:pt x="5694" y="424"/>
                    <a:pt x="5799" y="457"/>
                  </a:cubicBezTo>
                  <a:cubicBezTo>
                    <a:pt x="6259" y="591"/>
                    <a:pt x="6560" y="1036"/>
                    <a:pt x="6531" y="1543"/>
                  </a:cubicBezTo>
                  <a:cubicBezTo>
                    <a:pt x="6523" y="1685"/>
                    <a:pt x="6631" y="1760"/>
                    <a:pt x="6737" y="1760"/>
                  </a:cubicBezTo>
                  <a:cubicBezTo>
                    <a:pt x="6835" y="1760"/>
                    <a:pt x="6931" y="1698"/>
                    <a:pt x="6940" y="1568"/>
                  </a:cubicBezTo>
                  <a:cubicBezTo>
                    <a:pt x="6951" y="1319"/>
                    <a:pt x="6904" y="1069"/>
                    <a:pt x="6802" y="844"/>
                  </a:cubicBezTo>
                  <a:lnTo>
                    <a:pt x="6802" y="844"/>
                  </a:lnTo>
                  <a:cubicBezTo>
                    <a:pt x="7556" y="945"/>
                    <a:pt x="8121" y="1583"/>
                    <a:pt x="8135" y="2340"/>
                  </a:cubicBezTo>
                  <a:lnTo>
                    <a:pt x="8164" y="4176"/>
                  </a:lnTo>
                  <a:cubicBezTo>
                    <a:pt x="7758" y="4002"/>
                    <a:pt x="6958" y="3575"/>
                    <a:pt x="6382" y="2709"/>
                  </a:cubicBezTo>
                  <a:cubicBezTo>
                    <a:pt x="6444" y="2640"/>
                    <a:pt x="6505" y="2568"/>
                    <a:pt x="6567" y="2499"/>
                  </a:cubicBezTo>
                  <a:cubicBezTo>
                    <a:pt x="6699" y="2345"/>
                    <a:pt x="6560" y="2157"/>
                    <a:pt x="6406" y="2157"/>
                  </a:cubicBezTo>
                  <a:cubicBezTo>
                    <a:pt x="6354" y="2157"/>
                    <a:pt x="6301" y="2179"/>
                    <a:pt x="6255" y="2231"/>
                  </a:cubicBezTo>
                  <a:cubicBezTo>
                    <a:pt x="4618" y="4154"/>
                    <a:pt x="2496" y="5230"/>
                    <a:pt x="1688" y="5592"/>
                  </a:cubicBezTo>
                  <a:cubicBezTo>
                    <a:pt x="1732" y="5244"/>
                    <a:pt x="1779" y="4650"/>
                    <a:pt x="1765" y="3760"/>
                  </a:cubicBezTo>
                  <a:cubicBezTo>
                    <a:pt x="1750" y="2887"/>
                    <a:pt x="2101" y="2054"/>
                    <a:pt x="2753" y="1409"/>
                  </a:cubicBezTo>
                  <a:cubicBezTo>
                    <a:pt x="3380" y="793"/>
                    <a:pt x="4209" y="431"/>
                    <a:pt x="5035" y="417"/>
                  </a:cubicBezTo>
                  <a:lnTo>
                    <a:pt x="5473" y="409"/>
                  </a:lnTo>
                  <a:close/>
                  <a:moveTo>
                    <a:pt x="7668" y="4390"/>
                  </a:moveTo>
                  <a:lnTo>
                    <a:pt x="7758" y="4433"/>
                  </a:lnTo>
                  <a:cubicBezTo>
                    <a:pt x="7816" y="4604"/>
                    <a:pt x="7975" y="4723"/>
                    <a:pt x="8156" y="4723"/>
                  </a:cubicBezTo>
                  <a:cubicBezTo>
                    <a:pt x="8159" y="4723"/>
                    <a:pt x="8161" y="4723"/>
                    <a:pt x="8164" y="4723"/>
                  </a:cubicBezTo>
                  <a:lnTo>
                    <a:pt x="8273" y="4723"/>
                  </a:lnTo>
                  <a:cubicBezTo>
                    <a:pt x="8275" y="4723"/>
                    <a:pt x="8277" y="4723"/>
                    <a:pt x="8280" y="4723"/>
                  </a:cubicBezTo>
                  <a:cubicBezTo>
                    <a:pt x="8465" y="4723"/>
                    <a:pt x="8617" y="4870"/>
                    <a:pt x="8620" y="5056"/>
                  </a:cubicBezTo>
                  <a:cubicBezTo>
                    <a:pt x="8624" y="5244"/>
                    <a:pt x="8472" y="5400"/>
                    <a:pt x="8287" y="5404"/>
                  </a:cubicBezTo>
                  <a:lnTo>
                    <a:pt x="8153" y="5407"/>
                  </a:lnTo>
                  <a:cubicBezTo>
                    <a:pt x="8161" y="5265"/>
                    <a:pt x="8053" y="5191"/>
                    <a:pt x="7947" y="5191"/>
                  </a:cubicBezTo>
                  <a:cubicBezTo>
                    <a:pt x="7850" y="5191"/>
                    <a:pt x="7755" y="5253"/>
                    <a:pt x="7748" y="5382"/>
                  </a:cubicBezTo>
                  <a:cubicBezTo>
                    <a:pt x="7686" y="6385"/>
                    <a:pt x="7059" y="7269"/>
                    <a:pt x="6132" y="7653"/>
                  </a:cubicBezTo>
                  <a:cubicBezTo>
                    <a:pt x="5806" y="7789"/>
                    <a:pt x="5463" y="7856"/>
                    <a:pt x="5122" y="7856"/>
                  </a:cubicBezTo>
                  <a:cubicBezTo>
                    <a:pt x="4494" y="7856"/>
                    <a:pt x="3874" y="7630"/>
                    <a:pt x="3383" y="7200"/>
                  </a:cubicBezTo>
                  <a:cubicBezTo>
                    <a:pt x="2923" y="6798"/>
                    <a:pt x="2619" y="6248"/>
                    <a:pt x="2521" y="5643"/>
                  </a:cubicBezTo>
                  <a:cubicBezTo>
                    <a:pt x="2605" y="5599"/>
                    <a:pt x="2695" y="5552"/>
                    <a:pt x="2786" y="5505"/>
                  </a:cubicBezTo>
                  <a:cubicBezTo>
                    <a:pt x="2941" y="5746"/>
                    <a:pt x="3211" y="5893"/>
                    <a:pt x="3497" y="5893"/>
                  </a:cubicBezTo>
                  <a:cubicBezTo>
                    <a:pt x="3504" y="5893"/>
                    <a:pt x="3511" y="5893"/>
                    <a:pt x="3517" y="5893"/>
                  </a:cubicBezTo>
                  <a:lnTo>
                    <a:pt x="3720" y="5889"/>
                  </a:lnTo>
                  <a:cubicBezTo>
                    <a:pt x="4220" y="5878"/>
                    <a:pt x="4647" y="5527"/>
                    <a:pt x="4752" y="5038"/>
                  </a:cubicBezTo>
                  <a:cubicBezTo>
                    <a:pt x="4808" y="4858"/>
                    <a:pt x="4963" y="4767"/>
                    <a:pt x="5118" y="4767"/>
                  </a:cubicBezTo>
                  <a:cubicBezTo>
                    <a:pt x="5268" y="4767"/>
                    <a:pt x="5418" y="4852"/>
                    <a:pt x="5477" y="5024"/>
                  </a:cubicBezTo>
                  <a:cubicBezTo>
                    <a:pt x="5599" y="5506"/>
                    <a:pt x="6037" y="5842"/>
                    <a:pt x="6534" y="5842"/>
                  </a:cubicBezTo>
                  <a:cubicBezTo>
                    <a:pt x="6536" y="5842"/>
                    <a:pt x="6539" y="5842"/>
                    <a:pt x="6542" y="5842"/>
                  </a:cubicBezTo>
                  <a:lnTo>
                    <a:pt x="6744" y="5838"/>
                  </a:lnTo>
                  <a:cubicBezTo>
                    <a:pt x="7168" y="5828"/>
                    <a:pt x="7527" y="5509"/>
                    <a:pt x="7581" y="5085"/>
                  </a:cubicBezTo>
                  <a:lnTo>
                    <a:pt x="7668" y="4390"/>
                  </a:lnTo>
                  <a:close/>
                  <a:moveTo>
                    <a:pt x="6270" y="8037"/>
                  </a:moveTo>
                  <a:lnTo>
                    <a:pt x="6284" y="8729"/>
                  </a:lnTo>
                  <a:cubicBezTo>
                    <a:pt x="6292" y="9185"/>
                    <a:pt x="6585" y="9587"/>
                    <a:pt x="7020" y="9732"/>
                  </a:cubicBezTo>
                  <a:lnTo>
                    <a:pt x="7338" y="9840"/>
                  </a:lnTo>
                  <a:lnTo>
                    <a:pt x="7165" y="10253"/>
                  </a:lnTo>
                  <a:cubicBezTo>
                    <a:pt x="6835" y="11032"/>
                    <a:pt x="6074" y="11546"/>
                    <a:pt x="5227" y="11561"/>
                  </a:cubicBezTo>
                  <a:cubicBezTo>
                    <a:pt x="5215" y="11561"/>
                    <a:pt x="5202" y="11561"/>
                    <a:pt x="5190" y="11561"/>
                  </a:cubicBezTo>
                  <a:cubicBezTo>
                    <a:pt x="4357" y="11561"/>
                    <a:pt x="3599" y="11079"/>
                    <a:pt x="3249" y="10322"/>
                  </a:cubicBezTo>
                  <a:lnTo>
                    <a:pt x="3057" y="9913"/>
                  </a:lnTo>
                  <a:lnTo>
                    <a:pt x="3376" y="9793"/>
                  </a:lnTo>
                  <a:cubicBezTo>
                    <a:pt x="3804" y="9634"/>
                    <a:pt x="4082" y="9225"/>
                    <a:pt x="4075" y="8768"/>
                  </a:cubicBezTo>
                  <a:lnTo>
                    <a:pt x="4064" y="8073"/>
                  </a:lnTo>
                  <a:lnTo>
                    <a:pt x="4064" y="8073"/>
                  </a:lnTo>
                  <a:cubicBezTo>
                    <a:pt x="4405" y="8199"/>
                    <a:pt x="4762" y="8262"/>
                    <a:pt x="5119" y="8262"/>
                  </a:cubicBezTo>
                  <a:cubicBezTo>
                    <a:pt x="5511" y="8262"/>
                    <a:pt x="5902" y="8186"/>
                    <a:pt x="6270" y="8037"/>
                  </a:cubicBezTo>
                  <a:close/>
                  <a:moveTo>
                    <a:pt x="5462" y="0"/>
                  </a:moveTo>
                  <a:lnTo>
                    <a:pt x="5028" y="11"/>
                  </a:lnTo>
                  <a:cubicBezTo>
                    <a:pt x="4101" y="26"/>
                    <a:pt x="3166" y="428"/>
                    <a:pt x="2467" y="1119"/>
                  </a:cubicBezTo>
                  <a:cubicBezTo>
                    <a:pt x="1732" y="1844"/>
                    <a:pt x="1337" y="2782"/>
                    <a:pt x="1355" y="3763"/>
                  </a:cubicBezTo>
                  <a:cubicBezTo>
                    <a:pt x="1381" y="5234"/>
                    <a:pt x="1229" y="5871"/>
                    <a:pt x="1225" y="5875"/>
                  </a:cubicBezTo>
                  <a:cubicBezTo>
                    <a:pt x="1191" y="6009"/>
                    <a:pt x="1297" y="6131"/>
                    <a:pt x="1424" y="6131"/>
                  </a:cubicBezTo>
                  <a:cubicBezTo>
                    <a:pt x="1448" y="6131"/>
                    <a:pt x="1472" y="6126"/>
                    <a:pt x="1497" y="6117"/>
                  </a:cubicBezTo>
                  <a:cubicBezTo>
                    <a:pt x="1511" y="6110"/>
                    <a:pt x="1754" y="6019"/>
                    <a:pt x="2141" y="5831"/>
                  </a:cubicBezTo>
                  <a:cubicBezTo>
                    <a:pt x="2319" y="6704"/>
                    <a:pt x="2873" y="7457"/>
                    <a:pt x="3651" y="7885"/>
                  </a:cubicBezTo>
                  <a:lnTo>
                    <a:pt x="3666" y="8776"/>
                  </a:lnTo>
                  <a:cubicBezTo>
                    <a:pt x="3673" y="9058"/>
                    <a:pt x="3496" y="9315"/>
                    <a:pt x="3231" y="9413"/>
                  </a:cubicBezTo>
                  <a:lnTo>
                    <a:pt x="997" y="10246"/>
                  </a:lnTo>
                  <a:cubicBezTo>
                    <a:pt x="396" y="10471"/>
                    <a:pt x="1" y="11046"/>
                    <a:pt x="12" y="11687"/>
                  </a:cubicBezTo>
                  <a:lnTo>
                    <a:pt x="48" y="13817"/>
                  </a:lnTo>
                  <a:cubicBezTo>
                    <a:pt x="50" y="13951"/>
                    <a:pt x="150" y="14017"/>
                    <a:pt x="251" y="14017"/>
                  </a:cubicBezTo>
                  <a:cubicBezTo>
                    <a:pt x="355" y="14017"/>
                    <a:pt x="459" y="13947"/>
                    <a:pt x="457" y="13810"/>
                  </a:cubicBezTo>
                  <a:lnTo>
                    <a:pt x="421" y="11680"/>
                  </a:lnTo>
                  <a:cubicBezTo>
                    <a:pt x="417" y="11499"/>
                    <a:pt x="457" y="11322"/>
                    <a:pt x="540" y="11159"/>
                  </a:cubicBezTo>
                  <a:lnTo>
                    <a:pt x="761" y="11340"/>
                  </a:lnTo>
                  <a:cubicBezTo>
                    <a:pt x="804" y="11375"/>
                    <a:pt x="849" y="11390"/>
                    <a:pt x="892" y="11390"/>
                  </a:cubicBezTo>
                  <a:cubicBezTo>
                    <a:pt x="1058" y="11390"/>
                    <a:pt x="1189" y="11163"/>
                    <a:pt x="1022" y="11025"/>
                  </a:cubicBezTo>
                  <a:lnTo>
                    <a:pt x="790" y="10833"/>
                  </a:lnTo>
                  <a:cubicBezTo>
                    <a:pt x="892" y="10746"/>
                    <a:pt x="1011" y="10673"/>
                    <a:pt x="1138" y="10626"/>
                  </a:cubicBezTo>
                  <a:lnTo>
                    <a:pt x="2674" y="10054"/>
                  </a:lnTo>
                  <a:lnTo>
                    <a:pt x="2876" y="10492"/>
                  </a:lnTo>
                  <a:cubicBezTo>
                    <a:pt x="3294" y="11391"/>
                    <a:pt x="4199" y="11967"/>
                    <a:pt x="5188" y="11967"/>
                  </a:cubicBezTo>
                  <a:cubicBezTo>
                    <a:pt x="5204" y="11967"/>
                    <a:pt x="5219" y="11967"/>
                    <a:pt x="5234" y="11966"/>
                  </a:cubicBezTo>
                  <a:cubicBezTo>
                    <a:pt x="6241" y="11948"/>
                    <a:pt x="7146" y="11340"/>
                    <a:pt x="7541" y="10409"/>
                  </a:cubicBezTo>
                  <a:lnTo>
                    <a:pt x="7726" y="9967"/>
                  </a:lnTo>
                  <a:lnTo>
                    <a:pt x="9283" y="10485"/>
                  </a:lnTo>
                  <a:cubicBezTo>
                    <a:pt x="9410" y="10529"/>
                    <a:pt x="9529" y="10597"/>
                    <a:pt x="9635" y="10681"/>
                  </a:cubicBezTo>
                  <a:lnTo>
                    <a:pt x="8668" y="11539"/>
                  </a:lnTo>
                  <a:cubicBezTo>
                    <a:pt x="8432" y="11749"/>
                    <a:pt x="8302" y="12050"/>
                    <a:pt x="8305" y="12361"/>
                  </a:cubicBezTo>
                  <a:lnTo>
                    <a:pt x="8331" y="13672"/>
                  </a:lnTo>
                  <a:cubicBezTo>
                    <a:pt x="8332" y="13804"/>
                    <a:pt x="8431" y="13869"/>
                    <a:pt x="8531" y="13869"/>
                  </a:cubicBezTo>
                  <a:cubicBezTo>
                    <a:pt x="8634" y="13869"/>
                    <a:pt x="8738" y="13799"/>
                    <a:pt x="8736" y="13661"/>
                  </a:cubicBezTo>
                  <a:lnTo>
                    <a:pt x="8715" y="12354"/>
                  </a:lnTo>
                  <a:cubicBezTo>
                    <a:pt x="8711" y="12162"/>
                    <a:pt x="8794" y="11974"/>
                    <a:pt x="8939" y="11843"/>
                  </a:cubicBezTo>
                  <a:lnTo>
                    <a:pt x="9895" y="10996"/>
                  </a:lnTo>
                  <a:cubicBezTo>
                    <a:pt x="9986" y="11155"/>
                    <a:pt x="10033" y="11333"/>
                    <a:pt x="10037" y="11514"/>
                  </a:cubicBezTo>
                  <a:lnTo>
                    <a:pt x="10073" y="13643"/>
                  </a:lnTo>
                  <a:cubicBezTo>
                    <a:pt x="10076" y="13777"/>
                    <a:pt x="10177" y="13843"/>
                    <a:pt x="10277" y="13843"/>
                  </a:cubicBezTo>
                  <a:cubicBezTo>
                    <a:pt x="10381" y="13843"/>
                    <a:pt x="10484" y="13774"/>
                    <a:pt x="10482" y="13636"/>
                  </a:cubicBezTo>
                  <a:lnTo>
                    <a:pt x="10446" y="11506"/>
                  </a:lnTo>
                  <a:cubicBezTo>
                    <a:pt x="10431" y="10869"/>
                    <a:pt x="10018" y="10304"/>
                    <a:pt x="9410" y="10101"/>
                  </a:cubicBezTo>
                  <a:lnTo>
                    <a:pt x="7146" y="9344"/>
                  </a:lnTo>
                  <a:cubicBezTo>
                    <a:pt x="6878" y="9257"/>
                    <a:pt x="6697" y="9007"/>
                    <a:pt x="6690" y="8725"/>
                  </a:cubicBezTo>
                  <a:lnTo>
                    <a:pt x="6676" y="7834"/>
                  </a:lnTo>
                  <a:cubicBezTo>
                    <a:pt x="7414" y="7392"/>
                    <a:pt x="7932" y="6657"/>
                    <a:pt x="8099" y="5813"/>
                  </a:cubicBezTo>
                  <a:lnTo>
                    <a:pt x="8291" y="5813"/>
                  </a:lnTo>
                  <a:cubicBezTo>
                    <a:pt x="8642" y="5806"/>
                    <a:pt x="8943" y="5556"/>
                    <a:pt x="9012" y="5212"/>
                  </a:cubicBezTo>
                  <a:cubicBezTo>
                    <a:pt x="9080" y="4864"/>
                    <a:pt x="8899" y="4520"/>
                    <a:pt x="8577" y="4379"/>
                  </a:cubicBezTo>
                  <a:lnTo>
                    <a:pt x="8544" y="2333"/>
                  </a:lnTo>
                  <a:cubicBezTo>
                    <a:pt x="8523" y="1268"/>
                    <a:pt x="7657" y="420"/>
                    <a:pt x="6597" y="420"/>
                  </a:cubicBezTo>
                  <a:cubicBezTo>
                    <a:pt x="6586" y="420"/>
                    <a:pt x="6575" y="420"/>
                    <a:pt x="6563" y="420"/>
                  </a:cubicBezTo>
                  <a:lnTo>
                    <a:pt x="6516" y="420"/>
                  </a:lnTo>
                  <a:cubicBezTo>
                    <a:pt x="6350" y="250"/>
                    <a:pt x="6143" y="127"/>
                    <a:pt x="5915" y="62"/>
                  </a:cubicBezTo>
                  <a:cubicBezTo>
                    <a:pt x="5770" y="18"/>
                    <a:pt x="5618" y="0"/>
                    <a:pt x="5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2"/>
            <p:cNvSpPr/>
            <p:nvPr/>
          </p:nvSpPr>
          <p:spPr>
            <a:xfrm>
              <a:off x="8171051" y="3053418"/>
              <a:ext cx="49630" cy="16832"/>
            </a:xfrm>
            <a:custGeom>
              <a:rect b="b" l="l" r="r" t="t"/>
              <a:pathLst>
                <a:path extrusionOk="0" h="642" w="1893">
                  <a:moveTo>
                    <a:pt x="1600" y="0"/>
                  </a:moveTo>
                  <a:cubicBezTo>
                    <a:pt x="1551" y="0"/>
                    <a:pt x="1501" y="20"/>
                    <a:pt x="1455" y="66"/>
                  </a:cubicBezTo>
                  <a:cubicBezTo>
                    <a:pt x="1383" y="142"/>
                    <a:pt x="1205" y="229"/>
                    <a:pt x="948" y="232"/>
                  </a:cubicBezTo>
                  <a:cubicBezTo>
                    <a:pt x="938" y="233"/>
                    <a:pt x="927" y="233"/>
                    <a:pt x="917" y="233"/>
                  </a:cubicBezTo>
                  <a:cubicBezTo>
                    <a:pt x="677" y="233"/>
                    <a:pt x="507" y="153"/>
                    <a:pt x="434" y="84"/>
                  </a:cubicBezTo>
                  <a:cubicBezTo>
                    <a:pt x="390" y="41"/>
                    <a:pt x="342" y="24"/>
                    <a:pt x="295" y="24"/>
                  </a:cubicBezTo>
                  <a:cubicBezTo>
                    <a:pt x="136" y="24"/>
                    <a:pt x="1" y="234"/>
                    <a:pt x="155" y="377"/>
                  </a:cubicBezTo>
                  <a:cubicBezTo>
                    <a:pt x="327" y="542"/>
                    <a:pt x="613" y="642"/>
                    <a:pt x="923" y="642"/>
                  </a:cubicBezTo>
                  <a:cubicBezTo>
                    <a:pt x="934" y="642"/>
                    <a:pt x="945" y="642"/>
                    <a:pt x="956" y="642"/>
                  </a:cubicBezTo>
                  <a:cubicBezTo>
                    <a:pt x="1278" y="638"/>
                    <a:pt x="1575" y="526"/>
                    <a:pt x="1749" y="352"/>
                  </a:cubicBezTo>
                  <a:cubicBezTo>
                    <a:pt x="1893" y="202"/>
                    <a:pt x="1758" y="0"/>
                    <a:pt x="1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2"/>
            <p:cNvSpPr/>
            <p:nvPr/>
          </p:nvSpPr>
          <p:spPr>
            <a:xfrm>
              <a:off x="8224142" y="3013227"/>
              <a:ext cx="10906" cy="16491"/>
            </a:xfrm>
            <a:custGeom>
              <a:rect b="b" l="l" r="r" t="t"/>
              <a:pathLst>
                <a:path extrusionOk="0" h="629" w="416">
                  <a:moveTo>
                    <a:pt x="207" y="1"/>
                  </a:moveTo>
                  <a:cubicBezTo>
                    <a:pt x="104" y="1"/>
                    <a:pt x="1" y="70"/>
                    <a:pt x="3" y="208"/>
                  </a:cubicBezTo>
                  <a:lnTo>
                    <a:pt x="6" y="425"/>
                  </a:lnTo>
                  <a:cubicBezTo>
                    <a:pt x="6" y="538"/>
                    <a:pt x="100" y="628"/>
                    <a:pt x="213" y="628"/>
                  </a:cubicBezTo>
                  <a:cubicBezTo>
                    <a:pt x="325" y="624"/>
                    <a:pt x="415" y="530"/>
                    <a:pt x="412" y="418"/>
                  </a:cubicBezTo>
                  <a:lnTo>
                    <a:pt x="408" y="201"/>
                  </a:lnTo>
                  <a:cubicBezTo>
                    <a:pt x="406" y="67"/>
                    <a:pt x="30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2"/>
            <p:cNvSpPr/>
            <p:nvPr/>
          </p:nvSpPr>
          <p:spPr>
            <a:xfrm>
              <a:off x="8093343" y="3195098"/>
              <a:ext cx="25614" cy="65177"/>
            </a:xfrm>
            <a:custGeom>
              <a:rect b="b" l="l" r="r" t="t"/>
              <a:pathLst>
                <a:path extrusionOk="0" h="2486" w="977">
                  <a:moveTo>
                    <a:pt x="297" y="0"/>
                  </a:moveTo>
                  <a:cubicBezTo>
                    <a:pt x="131" y="0"/>
                    <a:pt x="1" y="227"/>
                    <a:pt x="167" y="362"/>
                  </a:cubicBezTo>
                  <a:lnTo>
                    <a:pt x="305" y="475"/>
                  </a:lnTo>
                  <a:cubicBezTo>
                    <a:pt x="454" y="598"/>
                    <a:pt x="541" y="782"/>
                    <a:pt x="544" y="978"/>
                  </a:cubicBezTo>
                  <a:lnTo>
                    <a:pt x="570" y="2285"/>
                  </a:lnTo>
                  <a:cubicBezTo>
                    <a:pt x="571" y="2419"/>
                    <a:pt x="671" y="2486"/>
                    <a:pt x="771" y="2486"/>
                  </a:cubicBezTo>
                  <a:cubicBezTo>
                    <a:pt x="874" y="2486"/>
                    <a:pt x="977" y="2416"/>
                    <a:pt x="975" y="2278"/>
                  </a:cubicBezTo>
                  <a:lnTo>
                    <a:pt x="953" y="971"/>
                  </a:lnTo>
                  <a:cubicBezTo>
                    <a:pt x="946" y="656"/>
                    <a:pt x="805" y="359"/>
                    <a:pt x="562" y="159"/>
                  </a:cubicBezTo>
                  <a:lnTo>
                    <a:pt x="428" y="51"/>
                  </a:lnTo>
                  <a:cubicBezTo>
                    <a:pt x="385" y="15"/>
                    <a:pt x="340"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2" name="Google Shape;13932;p82"/>
          <p:cNvGrpSpPr/>
          <p:nvPr/>
        </p:nvGrpSpPr>
        <p:grpSpPr>
          <a:xfrm>
            <a:off x="4905714" y="2431198"/>
            <a:ext cx="284958" cy="365052"/>
            <a:chOff x="4905714" y="2431198"/>
            <a:chExt cx="284958" cy="365052"/>
          </a:xfrm>
        </p:grpSpPr>
        <p:sp>
          <p:nvSpPr>
            <p:cNvPr id="13933" name="Google Shape;13933;p82"/>
            <p:cNvSpPr/>
            <p:nvPr/>
          </p:nvSpPr>
          <p:spPr>
            <a:xfrm>
              <a:off x="4951568" y="2436599"/>
              <a:ext cx="193249" cy="131455"/>
            </a:xfrm>
            <a:custGeom>
              <a:rect b="b" l="l" r="r" t="t"/>
              <a:pathLst>
                <a:path extrusionOk="0" h="5014" w="7371">
                  <a:moveTo>
                    <a:pt x="3064" y="1"/>
                  </a:moveTo>
                  <a:cubicBezTo>
                    <a:pt x="1330" y="1"/>
                    <a:pt x="0" y="1547"/>
                    <a:pt x="265" y="3264"/>
                  </a:cubicBezTo>
                  <a:lnTo>
                    <a:pt x="533" y="5013"/>
                  </a:lnTo>
                  <a:lnTo>
                    <a:pt x="6838" y="5013"/>
                  </a:lnTo>
                  <a:lnTo>
                    <a:pt x="7106" y="3264"/>
                  </a:lnTo>
                  <a:cubicBezTo>
                    <a:pt x="7371" y="1547"/>
                    <a:pt x="6041" y="1"/>
                    <a:pt x="4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2"/>
            <p:cNvSpPr/>
            <p:nvPr/>
          </p:nvSpPr>
          <p:spPr>
            <a:xfrm>
              <a:off x="4911115" y="2630871"/>
              <a:ext cx="274261" cy="160032"/>
            </a:xfrm>
            <a:custGeom>
              <a:rect b="b" l="l" r="r" t="t"/>
              <a:pathLst>
                <a:path extrusionOk="0" h="6104" w="10461">
                  <a:moveTo>
                    <a:pt x="3706" y="1"/>
                  </a:moveTo>
                  <a:lnTo>
                    <a:pt x="3706" y="1037"/>
                  </a:lnTo>
                  <a:cubicBezTo>
                    <a:pt x="3706" y="1326"/>
                    <a:pt x="3514" y="1580"/>
                    <a:pt x="3235" y="1663"/>
                  </a:cubicBezTo>
                  <a:lnTo>
                    <a:pt x="939" y="2341"/>
                  </a:lnTo>
                  <a:cubicBezTo>
                    <a:pt x="381" y="2504"/>
                    <a:pt x="1" y="3014"/>
                    <a:pt x="1" y="3594"/>
                  </a:cubicBezTo>
                  <a:lnTo>
                    <a:pt x="1" y="6104"/>
                  </a:lnTo>
                  <a:lnTo>
                    <a:pt x="10460" y="6104"/>
                  </a:lnTo>
                  <a:lnTo>
                    <a:pt x="10460" y="3594"/>
                  </a:lnTo>
                  <a:cubicBezTo>
                    <a:pt x="10460" y="3014"/>
                    <a:pt x="10080" y="2504"/>
                    <a:pt x="9522" y="2341"/>
                  </a:cubicBezTo>
                  <a:lnTo>
                    <a:pt x="7226" y="1663"/>
                  </a:lnTo>
                  <a:cubicBezTo>
                    <a:pt x="6947" y="1580"/>
                    <a:pt x="6755" y="1326"/>
                    <a:pt x="6755" y="103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2"/>
            <p:cNvSpPr/>
            <p:nvPr/>
          </p:nvSpPr>
          <p:spPr>
            <a:xfrm>
              <a:off x="4911010" y="2674471"/>
              <a:ext cx="274366" cy="116432"/>
            </a:xfrm>
            <a:custGeom>
              <a:rect b="b" l="l" r="r" t="t"/>
              <a:pathLst>
                <a:path extrusionOk="0" h="4441" w="10465">
                  <a:moveTo>
                    <a:pt x="7230" y="0"/>
                  </a:moveTo>
                  <a:cubicBezTo>
                    <a:pt x="7288" y="29"/>
                    <a:pt x="7349" y="58"/>
                    <a:pt x="7411" y="80"/>
                  </a:cubicBezTo>
                  <a:lnTo>
                    <a:pt x="5231" y="735"/>
                  </a:lnTo>
                  <a:lnTo>
                    <a:pt x="3054" y="80"/>
                  </a:lnTo>
                  <a:cubicBezTo>
                    <a:pt x="3116" y="58"/>
                    <a:pt x="3177" y="29"/>
                    <a:pt x="3239" y="0"/>
                  </a:cubicBezTo>
                  <a:lnTo>
                    <a:pt x="3239" y="0"/>
                  </a:lnTo>
                  <a:lnTo>
                    <a:pt x="943" y="674"/>
                  </a:lnTo>
                  <a:cubicBezTo>
                    <a:pt x="385" y="841"/>
                    <a:pt x="1" y="1351"/>
                    <a:pt x="1" y="1931"/>
                  </a:cubicBezTo>
                  <a:lnTo>
                    <a:pt x="1" y="4441"/>
                  </a:lnTo>
                  <a:lnTo>
                    <a:pt x="10464" y="4441"/>
                  </a:lnTo>
                  <a:lnTo>
                    <a:pt x="10464" y="1931"/>
                  </a:lnTo>
                  <a:cubicBezTo>
                    <a:pt x="10464" y="1351"/>
                    <a:pt x="10080" y="841"/>
                    <a:pt x="9526" y="678"/>
                  </a:cubicBezTo>
                  <a:lnTo>
                    <a:pt x="72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2"/>
            <p:cNvSpPr/>
            <p:nvPr/>
          </p:nvSpPr>
          <p:spPr>
            <a:xfrm>
              <a:off x="4979674" y="2679216"/>
              <a:ext cx="137144" cy="111687"/>
            </a:xfrm>
            <a:custGeom>
              <a:rect b="b" l="l" r="r" t="t"/>
              <a:pathLst>
                <a:path extrusionOk="0" h="4260" w="5231">
                  <a:moveTo>
                    <a:pt x="768" y="0"/>
                  </a:moveTo>
                  <a:lnTo>
                    <a:pt x="511" y="261"/>
                  </a:lnTo>
                  <a:cubicBezTo>
                    <a:pt x="182" y="587"/>
                    <a:pt x="0" y="1033"/>
                    <a:pt x="0" y="1493"/>
                  </a:cubicBezTo>
                  <a:lnTo>
                    <a:pt x="0" y="4260"/>
                  </a:lnTo>
                  <a:lnTo>
                    <a:pt x="5230" y="4260"/>
                  </a:lnTo>
                  <a:lnTo>
                    <a:pt x="5230" y="1493"/>
                  </a:lnTo>
                  <a:cubicBezTo>
                    <a:pt x="5230" y="1033"/>
                    <a:pt x="5046" y="587"/>
                    <a:pt x="4720" y="261"/>
                  </a:cubicBezTo>
                  <a:lnTo>
                    <a:pt x="4459" y="0"/>
                  </a:lnTo>
                  <a:lnTo>
                    <a:pt x="2615" y="337"/>
                  </a:lnTo>
                  <a:lnTo>
                    <a:pt x="76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2"/>
            <p:cNvSpPr/>
            <p:nvPr/>
          </p:nvSpPr>
          <p:spPr>
            <a:xfrm>
              <a:off x="4983082" y="2679216"/>
              <a:ext cx="130222" cy="51884"/>
            </a:xfrm>
            <a:custGeom>
              <a:rect b="b" l="l" r="r" t="t"/>
              <a:pathLst>
                <a:path extrusionOk="0" h="1979" w="4967">
                  <a:moveTo>
                    <a:pt x="638" y="0"/>
                  </a:moveTo>
                  <a:lnTo>
                    <a:pt x="381" y="261"/>
                  </a:lnTo>
                  <a:cubicBezTo>
                    <a:pt x="218" y="424"/>
                    <a:pt x="88" y="616"/>
                    <a:pt x="1" y="826"/>
                  </a:cubicBezTo>
                  <a:lnTo>
                    <a:pt x="751" y="1681"/>
                  </a:lnTo>
                  <a:cubicBezTo>
                    <a:pt x="922" y="1879"/>
                    <a:pt x="1163" y="1979"/>
                    <a:pt x="1404" y="1979"/>
                  </a:cubicBezTo>
                  <a:cubicBezTo>
                    <a:pt x="1627" y="1979"/>
                    <a:pt x="1850" y="1894"/>
                    <a:pt x="2022" y="1724"/>
                  </a:cubicBezTo>
                  <a:lnTo>
                    <a:pt x="2485" y="1261"/>
                  </a:lnTo>
                  <a:lnTo>
                    <a:pt x="2945" y="1724"/>
                  </a:lnTo>
                  <a:cubicBezTo>
                    <a:pt x="3117" y="1894"/>
                    <a:pt x="3340" y="1979"/>
                    <a:pt x="3563" y="1979"/>
                  </a:cubicBezTo>
                  <a:cubicBezTo>
                    <a:pt x="3805" y="1979"/>
                    <a:pt x="4047" y="1879"/>
                    <a:pt x="4220" y="1681"/>
                  </a:cubicBezTo>
                  <a:lnTo>
                    <a:pt x="4966" y="826"/>
                  </a:lnTo>
                  <a:cubicBezTo>
                    <a:pt x="4879" y="616"/>
                    <a:pt x="4749" y="424"/>
                    <a:pt x="4590" y="261"/>
                  </a:cubicBezTo>
                  <a:lnTo>
                    <a:pt x="4329" y="0"/>
                  </a:lnTo>
                  <a:lnTo>
                    <a:pt x="2485" y="337"/>
                  </a:lnTo>
                  <a:lnTo>
                    <a:pt x="638"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2"/>
            <p:cNvSpPr/>
            <p:nvPr/>
          </p:nvSpPr>
          <p:spPr>
            <a:xfrm>
              <a:off x="5031034" y="2716523"/>
              <a:ext cx="34319" cy="74379"/>
            </a:xfrm>
            <a:custGeom>
              <a:rect b="b" l="l" r="r" t="t"/>
              <a:pathLst>
                <a:path extrusionOk="0" h="2837" w="1309">
                  <a:moveTo>
                    <a:pt x="341" y="1"/>
                  </a:moveTo>
                  <a:lnTo>
                    <a:pt x="1" y="2837"/>
                  </a:lnTo>
                  <a:lnTo>
                    <a:pt x="1308" y="2837"/>
                  </a:lnTo>
                  <a:lnTo>
                    <a:pt x="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2"/>
            <p:cNvSpPr/>
            <p:nvPr/>
          </p:nvSpPr>
          <p:spPr>
            <a:xfrm>
              <a:off x="5025240" y="2688051"/>
              <a:ext cx="45802" cy="34292"/>
            </a:xfrm>
            <a:custGeom>
              <a:rect b="b" l="l" r="r" t="t"/>
              <a:pathLst>
                <a:path extrusionOk="0" h="1308" w="1747">
                  <a:moveTo>
                    <a:pt x="1" y="0"/>
                  </a:moveTo>
                  <a:lnTo>
                    <a:pt x="388" y="1156"/>
                  </a:lnTo>
                  <a:cubicBezTo>
                    <a:pt x="417" y="1246"/>
                    <a:pt x="501" y="1308"/>
                    <a:pt x="595" y="1308"/>
                  </a:cubicBezTo>
                  <a:lnTo>
                    <a:pt x="1153" y="1308"/>
                  </a:lnTo>
                  <a:cubicBezTo>
                    <a:pt x="1247" y="1304"/>
                    <a:pt x="1330" y="1246"/>
                    <a:pt x="1359" y="1156"/>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2"/>
            <p:cNvSpPr/>
            <p:nvPr/>
          </p:nvSpPr>
          <p:spPr>
            <a:xfrm>
              <a:off x="5008146" y="2630871"/>
              <a:ext cx="80094" cy="28577"/>
            </a:xfrm>
            <a:custGeom>
              <a:rect b="b" l="l" r="r" t="t"/>
              <a:pathLst>
                <a:path extrusionOk="0" h="1090" w="3055">
                  <a:moveTo>
                    <a:pt x="1" y="1"/>
                  </a:moveTo>
                  <a:lnTo>
                    <a:pt x="1" y="704"/>
                  </a:lnTo>
                  <a:cubicBezTo>
                    <a:pt x="477" y="961"/>
                    <a:pt x="1002" y="1089"/>
                    <a:pt x="1528" y="1089"/>
                  </a:cubicBezTo>
                  <a:cubicBezTo>
                    <a:pt x="2053" y="1089"/>
                    <a:pt x="2578" y="961"/>
                    <a:pt x="3054" y="704"/>
                  </a:cubicBezTo>
                  <a:lnTo>
                    <a:pt x="30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2"/>
            <p:cNvSpPr/>
            <p:nvPr/>
          </p:nvSpPr>
          <p:spPr>
            <a:xfrm>
              <a:off x="4989348" y="2663643"/>
              <a:ext cx="58806" cy="50285"/>
            </a:xfrm>
            <a:custGeom>
              <a:rect b="b" l="l" r="r" t="t"/>
              <a:pathLst>
                <a:path extrusionOk="0" h="1918" w="2243">
                  <a:moveTo>
                    <a:pt x="577" y="0"/>
                  </a:moveTo>
                  <a:lnTo>
                    <a:pt x="1" y="699"/>
                  </a:lnTo>
                  <a:lnTo>
                    <a:pt x="1004" y="1844"/>
                  </a:lnTo>
                  <a:cubicBezTo>
                    <a:pt x="1047" y="1893"/>
                    <a:pt x="1107" y="1917"/>
                    <a:pt x="1167" y="1917"/>
                  </a:cubicBezTo>
                  <a:cubicBezTo>
                    <a:pt x="1222" y="1917"/>
                    <a:pt x="1277" y="1896"/>
                    <a:pt x="1319" y="1855"/>
                  </a:cubicBezTo>
                  <a:lnTo>
                    <a:pt x="2243" y="931"/>
                  </a:lnTo>
                  <a:lnTo>
                    <a:pt x="577"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2"/>
            <p:cNvSpPr/>
            <p:nvPr/>
          </p:nvSpPr>
          <p:spPr>
            <a:xfrm>
              <a:off x="5048232" y="2663643"/>
              <a:ext cx="58885" cy="50285"/>
            </a:xfrm>
            <a:custGeom>
              <a:rect b="b" l="l" r="r" t="t"/>
              <a:pathLst>
                <a:path extrusionOk="0" h="1918" w="2246">
                  <a:moveTo>
                    <a:pt x="1670" y="0"/>
                  </a:moveTo>
                  <a:lnTo>
                    <a:pt x="0" y="931"/>
                  </a:lnTo>
                  <a:lnTo>
                    <a:pt x="928" y="1855"/>
                  </a:lnTo>
                  <a:cubicBezTo>
                    <a:pt x="969" y="1896"/>
                    <a:pt x="1024" y="1917"/>
                    <a:pt x="1080" y="1917"/>
                  </a:cubicBezTo>
                  <a:cubicBezTo>
                    <a:pt x="1139" y="1917"/>
                    <a:pt x="1199" y="1893"/>
                    <a:pt x="1243" y="1844"/>
                  </a:cubicBezTo>
                  <a:lnTo>
                    <a:pt x="2246" y="699"/>
                  </a:lnTo>
                  <a:lnTo>
                    <a:pt x="167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2"/>
            <p:cNvSpPr/>
            <p:nvPr/>
          </p:nvSpPr>
          <p:spPr>
            <a:xfrm>
              <a:off x="4940085" y="2647965"/>
              <a:ext cx="68087" cy="142938"/>
            </a:xfrm>
            <a:custGeom>
              <a:rect b="b" l="l" r="r" t="t"/>
              <a:pathLst>
                <a:path extrusionOk="0" h="5452" w="2597">
                  <a:moveTo>
                    <a:pt x="2597" y="1"/>
                  </a:moveTo>
                  <a:cubicBezTo>
                    <a:pt x="2597" y="1"/>
                    <a:pt x="1000" y="399"/>
                    <a:pt x="482" y="1964"/>
                  </a:cubicBezTo>
                  <a:cubicBezTo>
                    <a:pt x="435" y="2091"/>
                    <a:pt x="453" y="2235"/>
                    <a:pt x="529" y="2351"/>
                  </a:cubicBezTo>
                  <a:lnTo>
                    <a:pt x="851" y="2837"/>
                  </a:lnTo>
                  <a:lnTo>
                    <a:pt x="149" y="3539"/>
                  </a:lnTo>
                  <a:cubicBezTo>
                    <a:pt x="44" y="3644"/>
                    <a:pt x="0" y="3796"/>
                    <a:pt x="33" y="3941"/>
                  </a:cubicBezTo>
                  <a:lnTo>
                    <a:pt x="417" y="5452"/>
                  </a:lnTo>
                  <a:lnTo>
                    <a:pt x="1510" y="5452"/>
                  </a:lnTo>
                  <a:lnTo>
                    <a:pt x="1510" y="2685"/>
                  </a:lnTo>
                  <a:cubicBezTo>
                    <a:pt x="1510" y="2225"/>
                    <a:pt x="1692" y="1779"/>
                    <a:pt x="2021" y="1453"/>
                  </a:cubicBezTo>
                  <a:lnTo>
                    <a:pt x="2278" y="1192"/>
                  </a:lnTo>
                  <a:cubicBezTo>
                    <a:pt x="2481" y="990"/>
                    <a:pt x="2597" y="711"/>
                    <a:pt x="2597" y="421"/>
                  </a:cubicBezTo>
                  <a:lnTo>
                    <a:pt x="2597"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2"/>
            <p:cNvSpPr/>
            <p:nvPr/>
          </p:nvSpPr>
          <p:spPr>
            <a:xfrm>
              <a:off x="5088214" y="2647965"/>
              <a:ext cx="68087" cy="142938"/>
            </a:xfrm>
            <a:custGeom>
              <a:rect b="b" l="l" r="r" t="t"/>
              <a:pathLst>
                <a:path extrusionOk="0" h="5452" w="2597">
                  <a:moveTo>
                    <a:pt x="0" y="1"/>
                  </a:moveTo>
                  <a:lnTo>
                    <a:pt x="0" y="421"/>
                  </a:lnTo>
                  <a:cubicBezTo>
                    <a:pt x="0" y="711"/>
                    <a:pt x="116" y="990"/>
                    <a:pt x="319" y="1192"/>
                  </a:cubicBezTo>
                  <a:lnTo>
                    <a:pt x="580" y="1453"/>
                  </a:lnTo>
                  <a:cubicBezTo>
                    <a:pt x="906" y="1779"/>
                    <a:pt x="1090" y="2221"/>
                    <a:pt x="1090" y="2685"/>
                  </a:cubicBezTo>
                  <a:lnTo>
                    <a:pt x="1090" y="5452"/>
                  </a:lnTo>
                  <a:lnTo>
                    <a:pt x="2180" y="5452"/>
                  </a:lnTo>
                  <a:lnTo>
                    <a:pt x="2564" y="3941"/>
                  </a:lnTo>
                  <a:cubicBezTo>
                    <a:pt x="2597" y="3796"/>
                    <a:pt x="2550" y="3644"/>
                    <a:pt x="2445" y="3539"/>
                  </a:cubicBezTo>
                  <a:lnTo>
                    <a:pt x="1742" y="2837"/>
                  </a:lnTo>
                  <a:lnTo>
                    <a:pt x="2068" y="2351"/>
                  </a:lnTo>
                  <a:cubicBezTo>
                    <a:pt x="2141" y="2235"/>
                    <a:pt x="2159" y="2091"/>
                    <a:pt x="2115" y="1964"/>
                  </a:cubicBezTo>
                  <a:cubicBezTo>
                    <a:pt x="1594" y="399"/>
                    <a:pt x="0" y="1"/>
                    <a:pt x="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2"/>
            <p:cNvSpPr/>
            <p:nvPr/>
          </p:nvSpPr>
          <p:spPr>
            <a:xfrm>
              <a:off x="4951096" y="2493780"/>
              <a:ext cx="194298" cy="148627"/>
            </a:xfrm>
            <a:custGeom>
              <a:rect b="b" l="l" r="r" t="t"/>
              <a:pathLst>
                <a:path extrusionOk="0" h="5669" w="7411">
                  <a:moveTo>
                    <a:pt x="2365" y="0"/>
                  </a:moveTo>
                  <a:cubicBezTo>
                    <a:pt x="1598" y="0"/>
                    <a:pt x="1029" y="706"/>
                    <a:pt x="1196" y="1456"/>
                  </a:cubicBezTo>
                  <a:cubicBezTo>
                    <a:pt x="1253" y="1713"/>
                    <a:pt x="1054" y="1960"/>
                    <a:pt x="790" y="1960"/>
                  </a:cubicBezTo>
                  <a:lnTo>
                    <a:pt x="544" y="1960"/>
                  </a:lnTo>
                  <a:cubicBezTo>
                    <a:pt x="243" y="1960"/>
                    <a:pt x="0" y="2202"/>
                    <a:pt x="0" y="2503"/>
                  </a:cubicBezTo>
                  <a:cubicBezTo>
                    <a:pt x="0" y="2807"/>
                    <a:pt x="243" y="3050"/>
                    <a:pt x="544" y="3050"/>
                  </a:cubicBezTo>
                  <a:lnTo>
                    <a:pt x="880" y="3050"/>
                  </a:lnTo>
                  <a:cubicBezTo>
                    <a:pt x="993" y="4527"/>
                    <a:pt x="2224" y="5668"/>
                    <a:pt x="3705" y="5668"/>
                  </a:cubicBezTo>
                  <a:cubicBezTo>
                    <a:pt x="5187" y="5668"/>
                    <a:pt x="6414" y="4527"/>
                    <a:pt x="6527" y="3050"/>
                  </a:cubicBezTo>
                  <a:lnTo>
                    <a:pt x="6864" y="3050"/>
                  </a:lnTo>
                  <a:cubicBezTo>
                    <a:pt x="7164" y="3050"/>
                    <a:pt x="7410" y="2807"/>
                    <a:pt x="7410" y="2503"/>
                  </a:cubicBezTo>
                  <a:cubicBezTo>
                    <a:pt x="7410" y="2202"/>
                    <a:pt x="7164" y="1960"/>
                    <a:pt x="6864" y="1960"/>
                  </a:cubicBezTo>
                  <a:lnTo>
                    <a:pt x="6617" y="1960"/>
                  </a:lnTo>
                  <a:cubicBezTo>
                    <a:pt x="6353" y="1960"/>
                    <a:pt x="6157" y="1713"/>
                    <a:pt x="6215" y="1456"/>
                  </a:cubicBezTo>
                  <a:cubicBezTo>
                    <a:pt x="6378" y="706"/>
                    <a:pt x="5810" y="0"/>
                    <a:pt x="504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2"/>
            <p:cNvSpPr/>
            <p:nvPr/>
          </p:nvSpPr>
          <p:spPr>
            <a:xfrm>
              <a:off x="4950231" y="2493675"/>
              <a:ext cx="132294" cy="148653"/>
            </a:xfrm>
            <a:custGeom>
              <a:rect b="b" l="l" r="r" t="t"/>
              <a:pathLst>
                <a:path extrusionOk="0" h="5670" w="5046">
                  <a:moveTo>
                    <a:pt x="2398" y="1"/>
                  </a:moveTo>
                  <a:cubicBezTo>
                    <a:pt x="1631" y="1"/>
                    <a:pt x="1062" y="714"/>
                    <a:pt x="1229" y="1460"/>
                  </a:cubicBezTo>
                  <a:cubicBezTo>
                    <a:pt x="1286" y="1721"/>
                    <a:pt x="1087" y="1964"/>
                    <a:pt x="823" y="1964"/>
                  </a:cubicBezTo>
                  <a:lnTo>
                    <a:pt x="609" y="1964"/>
                  </a:lnTo>
                  <a:cubicBezTo>
                    <a:pt x="323" y="1964"/>
                    <a:pt x="66" y="2170"/>
                    <a:pt x="33" y="2452"/>
                  </a:cubicBezTo>
                  <a:cubicBezTo>
                    <a:pt x="1" y="2775"/>
                    <a:pt x="254" y="3054"/>
                    <a:pt x="577" y="3054"/>
                  </a:cubicBezTo>
                  <a:lnTo>
                    <a:pt x="917" y="3054"/>
                  </a:lnTo>
                  <a:cubicBezTo>
                    <a:pt x="1019" y="4549"/>
                    <a:pt x="2266" y="5670"/>
                    <a:pt x="3716" y="5670"/>
                  </a:cubicBezTo>
                  <a:cubicBezTo>
                    <a:pt x="3868" y="5670"/>
                    <a:pt x="4022" y="5658"/>
                    <a:pt x="4177" y="5632"/>
                  </a:cubicBezTo>
                  <a:cubicBezTo>
                    <a:pt x="2793" y="5422"/>
                    <a:pt x="1775" y="4234"/>
                    <a:pt x="1775" y="2836"/>
                  </a:cubicBezTo>
                  <a:lnTo>
                    <a:pt x="1775" y="1746"/>
                  </a:lnTo>
                  <a:cubicBezTo>
                    <a:pt x="1775" y="1145"/>
                    <a:pt x="2264" y="656"/>
                    <a:pt x="2866" y="656"/>
                  </a:cubicBezTo>
                  <a:lnTo>
                    <a:pt x="4390" y="656"/>
                  </a:lnTo>
                  <a:cubicBezTo>
                    <a:pt x="4752" y="656"/>
                    <a:pt x="5046" y="363"/>
                    <a:pt x="504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2"/>
            <p:cNvSpPr/>
            <p:nvPr/>
          </p:nvSpPr>
          <p:spPr>
            <a:xfrm>
              <a:off x="5014910" y="2436599"/>
              <a:ext cx="115488" cy="39929"/>
            </a:xfrm>
            <a:custGeom>
              <a:rect b="b" l="l" r="r" t="t"/>
              <a:pathLst>
                <a:path extrusionOk="0" h="1523" w="4405">
                  <a:moveTo>
                    <a:pt x="1900" y="1"/>
                  </a:moveTo>
                  <a:cubicBezTo>
                    <a:pt x="1897" y="1"/>
                    <a:pt x="1894" y="1"/>
                    <a:pt x="1891" y="1"/>
                  </a:cubicBezTo>
                  <a:lnTo>
                    <a:pt x="648" y="1"/>
                  </a:lnTo>
                  <a:cubicBezTo>
                    <a:pt x="431" y="1"/>
                    <a:pt x="214" y="26"/>
                    <a:pt x="0" y="73"/>
                  </a:cubicBezTo>
                  <a:cubicBezTo>
                    <a:pt x="40" y="888"/>
                    <a:pt x="710" y="1522"/>
                    <a:pt x="1521" y="1522"/>
                  </a:cubicBezTo>
                  <a:lnTo>
                    <a:pt x="4404" y="1522"/>
                  </a:lnTo>
                  <a:cubicBezTo>
                    <a:pt x="3917" y="590"/>
                    <a:pt x="2954" y="1"/>
                    <a:pt x="190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2"/>
            <p:cNvSpPr/>
            <p:nvPr/>
          </p:nvSpPr>
          <p:spPr>
            <a:xfrm>
              <a:off x="4974273" y="2739805"/>
              <a:ext cx="10749" cy="56446"/>
            </a:xfrm>
            <a:custGeom>
              <a:rect b="b" l="l" r="r" t="t"/>
              <a:pathLst>
                <a:path extrusionOk="0" h="2153" w="410">
                  <a:moveTo>
                    <a:pt x="206" y="0"/>
                  </a:moveTo>
                  <a:cubicBezTo>
                    <a:pt x="91" y="0"/>
                    <a:pt x="0" y="91"/>
                    <a:pt x="0" y="203"/>
                  </a:cubicBezTo>
                  <a:lnTo>
                    <a:pt x="0" y="1949"/>
                  </a:lnTo>
                  <a:cubicBezTo>
                    <a:pt x="0" y="2084"/>
                    <a:pt x="102" y="2152"/>
                    <a:pt x="205" y="2152"/>
                  </a:cubicBezTo>
                  <a:cubicBezTo>
                    <a:pt x="307" y="2152"/>
                    <a:pt x="409" y="2084"/>
                    <a:pt x="409" y="1949"/>
                  </a:cubicBezTo>
                  <a:lnTo>
                    <a:pt x="409" y="203"/>
                  </a:lnTo>
                  <a:cubicBezTo>
                    <a:pt x="409" y="91"/>
                    <a:pt x="319"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2"/>
            <p:cNvSpPr/>
            <p:nvPr/>
          </p:nvSpPr>
          <p:spPr>
            <a:xfrm>
              <a:off x="5111469" y="2739805"/>
              <a:ext cx="10671" cy="56446"/>
            </a:xfrm>
            <a:custGeom>
              <a:rect b="b" l="l" r="r" t="t"/>
              <a:pathLst>
                <a:path extrusionOk="0" h="2153" w="407">
                  <a:moveTo>
                    <a:pt x="203" y="0"/>
                  </a:moveTo>
                  <a:cubicBezTo>
                    <a:pt x="91" y="0"/>
                    <a:pt x="0" y="91"/>
                    <a:pt x="0" y="203"/>
                  </a:cubicBezTo>
                  <a:lnTo>
                    <a:pt x="0" y="1949"/>
                  </a:lnTo>
                  <a:cubicBezTo>
                    <a:pt x="0" y="2084"/>
                    <a:pt x="102" y="2152"/>
                    <a:pt x="203" y="2152"/>
                  </a:cubicBezTo>
                  <a:cubicBezTo>
                    <a:pt x="305" y="2152"/>
                    <a:pt x="406" y="2084"/>
                    <a:pt x="406" y="1949"/>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2"/>
            <p:cNvSpPr/>
            <p:nvPr/>
          </p:nvSpPr>
          <p:spPr>
            <a:xfrm>
              <a:off x="4905714" y="2431198"/>
              <a:ext cx="284958" cy="365026"/>
            </a:xfrm>
            <a:custGeom>
              <a:rect b="b" l="l" r="r" t="t"/>
              <a:pathLst>
                <a:path extrusionOk="0" h="13923" w="10869">
                  <a:moveTo>
                    <a:pt x="5954" y="410"/>
                  </a:moveTo>
                  <a:cubicBezTo>
                    <a:pt x="7599" y="410"/>
                    <a:pt x="8837" y="1898"/>
                    <a:pt x="8540" y="3517"/>
                  </a:cubicBezTo>
                  <a:lnTo>
                    <a:pt x="8424" y="4144"/>
                  </a:lnTo>
                  <a:lnTo>
                    <a:pt x="8319" y="4144"/>
                  </a:lnTo>
                  <a:cubicBezTo>
                    <a:pt x="8182" y="4144"/>
                    <a:pt x="8073" y="4024"/>
                    <a:pt x="8087" y="3887"/>
                  </a:cubicBezTo>
                  <a:lnTo>
                    <a:pt x="8120" y="3619"/>
                  </a:lnTo>
                  <a:cubicBezTo>
                    <a:pt x="8203" y="2851"/>
                    <a:pt x="7602" y="2181"/>
                    <a:pt x="6834" y="2181"/>
                  </a:cubicBezTo>
                  <a:lnTo>
                    <a:pt x="6744" y="2181"/>
                  </a:lnTo>
                  <a:cubicBezTo>
                    <a:pt x="6472" y="2181"/>
                    <a:pt x="6472" y="2590"/>
                    <a:pt x="6744" y="2590"/>
                  </a:cubicBezTo>
                  <a:lnTo>
                    <a:pt x="6834" y="2590"/>
                  </a:lnTo>
                  <a:cubicBezTo>
                    <a:pt x="7359" y="2590"/>
                    <a:pt x="7772" y="3046"/>
                    <a:pt x="7714" y="3571"/>
                  </a:cubicBezTo>
                  <a:lnTo>
                    <a:pt x="7682" y="3839"/>
                  </a:lnTo>
                  <a:cubicBezTo>
                    <a:pt x="7642" y="4220"/>
                    <a:pt x="7935" y="4549"/>
                    <a:pt x="8316" y="4549"/>
                  </a:cubicBezTo>
                  <a:lnTo>
                    <a:pt x="8595" y="4549"/>
                  </a:lnTo>
                  <a:cubicBezTo>
                    <a:pt x="8797" y="4549"/>
                    <a:pt x="8953" y="4727"/>
                    <a:pt x="8931" y="4926"/>
                  </a:cubicBezTo>
                  <a:cubicBezTo>
                    <a:pt x="8913" y="5100"/>
                    <a:pt x="8750" y="5234"/>
                    <a:pt x="8562" y="5234"/>
                  </a:cubicBezTo>
                  <a:lnTo>
                    <a:pt x="8471" y="5234"/>
                  </a:lnTo>
                  <a:lnTo>
                    <a:pt x="8471" y="5219"/>
                  </a:lnTo>
                  <a:cubicBezTo>
                    <a:pt x="8471" y="5107"/>
                    <a:pt x="8381" y="5017"/>
                    <a:pt x="8269" y="5017"/>
                  </a:cubicBezTo>
                  <a:cubicBezTo>
                    <a:pt x="8156" y="5017"/>
                    <a:pt x="8062" y="5107"/>
                    <a:pt x="8062" y="5219"/>
                  </a:cubicBezTo>
                  <a:cubicBezTo>
                    <a:pt x="8062" y="6672"/>
                    <a:pt x="6885" y="7849"/>
                    <a:pt x="5433" y="7849"/>
                  </a:cubicBezTo>
                  <a:cubicBezTo>
                    <a:pt x="3984" y="7849"/>
                    <a:pt x="2807" y="6672"/>
                    <a:pt x="2803" y="5219"/>
                  </a:cubicBezTo>
                  <a:lnTo>
                    <a:pt x="2807" y="5219"/>
                  </a:lnTo>
                  <a:cubicBezTo>
                    <a:pt x="2807" y="5084"/>
                    <a:pt x="2706" y="5016"/>
                    <a:pt x="2604" y="5016"/>
                  </a:cubicBezTo>
                  <a:cubicBezTo>
                    <a:pt x="2503" y="5016"/>
                    <a:pt x="2401" y="5084"/>
                    <a:pt x="2401" y="5219"/>
                  </a:cubicBezTo>
                  <a:lnTo>
                    <a:pt x="2401" y="5230"/>
                  </a:lnTo>
                  <a:lnTo>
                    <a:pt x="2278" y="5230"/>
                  </a:lnTo>
                  <a:cubicBezTo>
                    <a:pt x="2276" y="5230"/>
                    <a:pt x="2274" y="5230"/>
                    <a:pt x="2272" y="5230"/>
                  </a:cubicBezTo>
                  <a:cubicBezTo>
                    <a:pt x="2072" y="5230"/>
                    <a:pt x="1916" y="5054"/>
                    <a:pt x="1938" y="4854"/>
                  </a:cubicBezTo>
                  <a:cubicBezTo>
                    <a:pt x="1956" y="4683"/>
                    <a:pt x="2119" y="4549"/>
                    <a:pt x="2307" y="4549"/>
                  </a:cubicBezTo>
                  <a:lnTo>
                    <a:pt x="2553" y="4549"/>
                  </a:lnTo>
                  <a:cubicBezTo>
                    <a:pt x="2934" y="4549"/>
                    <a:pt x="3227" y="4220"/>
                    <a:pt x="3187" y="3839"/>
                  </a:cubicBezTo>
                  <a:lnTo>
                    <a:pt x="3155" y="3571"/>
                  </a:lnTo>
                  <a:cubicBezTo>
                    <a:pt x="3097" y="3046"/>
                    <a:pt x="3510" y="2590"/>
                    <a:pt x="4038" y="2590"/>
                  </a:cubicBezTo>
                  <a:lnTo>
                    <a:pt x="5871" y="2590"/>
                  </a:lnTo>
                  <a:cubicBezTo>
                    <a:pt x="6143" y="2590"/>
                    <a:pt x="6143" y="2181"/>
                    <a:pt x="5871" y="2181"/>
                  </a:cubicBezTo>
                  <a:lnTo>
                    <a:pt x="4038" y="2181"/>
                  </a:lnTo>
                  <a:cubicBezTo>
                    <a:pt x="3267" y="2181"/>
                    <a:pt x="2666" y="2851"/>
                    <a:pt x="2753" y="3619"/>
                  </a:cubicBezTo>
                  <a:lnTo>
                    <a:pt x="2782" y="3887"/>
                  </a:lnTo>
                  <a:cubicBezTo>
                    <a:pt x="2796" y="4024"/>
                    <a:pt x="2687" y="4144"/>
                    <a:pt x="2550" y="4144"/>
                  </a:cubicBezTo>
                  <a:lnTo>
                    <a:pt x="2340" y="4144"/>
                  </a:lnTo>
                  <a:lnTo>
                    <a:pt x="2231" y="3448"/>
                  </a:lnTo>
                  <a:cubicBezTo>
                    <a:pt x="1978" y="1855"/>
                    <a:pt x="3213" y="410"/>
                    <a:pt x="4828" y="410"/>
                  </a:cubicBezTo>
                  <a:close/>
                  <a:moveTo>
                    <a:pt x="6758" y="7954"/>
                  </a:moveTo>
                  <a:lnTo>
                    <a:pt x="6758" y="8653"/>
                  </a:lnTo>
                  <a:cubicBezTo>
                    <a:pt x="6758" y="8700"/>
                    <a:pt x="6762" y="8751"/>
                    <a:pt x="6766" y="8801"/>
                  </a:cubicBezTo>
                  <a:lnTo>
                    <a:pt x="5436" y="9562"/>
                  </a:lnTo>
                  <a:lnTo>
                    <a:pt x="4107" y="8801"/>
                  </a:lnTo>
                  <a:cubicBezTo>
                    <a:pt x="4111" y="8751"/>
                    <a:pt x="4114" y="8700"/>
                    <a:pt x="4114" y="8653"/>
                  </a:cubicBezTo>
                  <a:lnTo>
                    <a:pt x="4114" y="7954"/>
                  </a:lnTo>
                  <a:cubicBezTo>
                    <a:pt x="4527" y="8153"/>
                    <a:pt x="4976" y="8254"/>
                    <a:pt x="5436" y="8254"/>
                  </a:cubicBezTo>
                  <a:cubicBezTo>
                    <a:pt x="5893" y="8254"/>
                    <a:pt x="6345" y="8153"/>
                    <a:pt x="6758" y="7954"/>
                  </a:cubicBezTo>
                  <a:close/>
                  <a:moveTo>
                    <a:pt x="6881" y="9207"/>
                  </a:moveTo>
                  <a:cubicBezTo>
                    <a:pt x="6947" y="9341"/>
                    <a:pt x="7034" y="9464"/>
                    <a:pt x="7139" y="9569"/>
                  </a:cubicBezTo>
                  <a:lnTo>
                    <a:pt x="7258" y="9689"/>
                  </a:lnTo>
                  <a:lnTo>
                    <a:pt x="6675" y="10388"/>
                  </a:lnTo>
                  <a:cubicBezTo>
                    <a:pt x="6629" y="10443"/>
                    <a:pt x="6563" y="10471"/>
                    <a:pt x="6497" y="10471"/>
                  </a:cubicBezTo>
                  <a:cubicBezTo>
                    <a:pt x="6438" y="10471"/>
                    <a:pt x="6379" y="10448"/>
                    <a:pt x="6335" y="10402"/>
                  </a:cubicBezTo>
                  <a:lnTo>
                    <a:pt x="5770" y="9841"/>
                  </a:lnTo>
                  <a:lnTo>
                    <a:pt x="6881" y="9207"/>
                  </a:lnTo>
                  <a:close/>
                  <a:moveTo>
                    <a:pt x="3991" y="9203"/>
                  </a:moveTo>
                  <a:lnTo>
                    <a:pt x="5103" y="9837"/>
                  </a:lnTo>
                  <a:lnTo>
                    <a:pt x="4542" y="10402"/>
                  </a:lnTo>
                  <a:cubicBezTo>
                    <a:pt x="4498" y="10446"/>
                    <a:pt x="4438" y="10471"/>
                    <a:pt x="4377" y="10471"/>
                  </a:cubicBezTo>
                  <a:cubicBezTo>
                    <a:pt x="4373" y="10471"/>
                    <a:pt x="4368" y="10471"/>
                    <a:pt x="4364" y="10471"/>
                  </a:cubicBezTo>
                  <a:cubicBezTo>
                    <a:pt x="4299" y="10467"/>
                    <a:pt x="4238" y="10438"/>
                    <a:pt x="4198" y="10388"/>
                  </a:cubicBezTo>
                  <a:lnTo>
                    <a:pt x="3615" y="9689"/>
                  </a:lnTo>
                  <a:lnTo>
                    <a:pt x="3738" y="9565"/>
                  </a:lnTo>
                  <a:cubicBezTo>
                    <a:pt x="3843" y="9460"/>
                    <a:pt x="3930" y="9337"/>
                    <a:pt x="3991" y="9203"/>
                  </a:cubicBezTo>
                  <a:close/>
                  <a:moveTo>
                    <a:pt x="5436" y="10083"/>
                  </a:moveTo>
                  <a:lnTo>
                    <a:pt x="5860" y="10503"/>
                  </a:lnTo>
                  <a:lnTo>
                    <a:pt x="5780" y="10742"/>
                  </a:lnTo>
                  <a:cubicBezTo>
                    <a:pt x="5748" y="10837"/>
                    <a:pt x="5661" y="10898"/>
                    <a:pt x="5560" y="10898"/>
                  </a:cubicBezTo>
                  <a:lnTo>
                    <a:pt x="5317" y="10898"/>
                  </a:lnTo>
                  <a:cubicBezTo>
                    <a:pt x="5215" y="10898"/>
                    <a:pt x="5129" y="10837"/>
                    <a:pt x="5096" y="10742"/>
                  </a:cubicBezTo>
                  <a:lnTo>
                    <a:pt x="5016" y="10503"/>
                  </a:lnTo>
                  <a:lnTo>
                    <a:pt x="5436" y="10083"/>
                  </a:lnTo>
                  <a:close/>
                  <a:moveTo>
                    <a:pt x="4828" y="0"/>
                  </a:moveTo>
                  <a:cubicBezTo>
                    <a:pt x="2959" y="0"/>
                    <a:pt x="1536" y="1666"/>
                    <a:pt x="1826" y="3514"/>
                  </a:cubicBezTo>
                  <a:lnTo>
                    <a:pt x="1941" y="4231"/>
                  </a:lnTo>
                  <a:cubicBezTo>
                    <a:pt x="1630" y="4383"/>
                    <a:pt x="1471" y="4730"/>
                    <a:pt x="1550" y="5067"/>
                  </a:cubicBezTo>
                  <a:cubicBezTo>
                    <a:pt x="1626" y="5404"/>
                    <a:pt x="1927" y="5639"/>
                    <a:pt x="2275" y="5639"/>
                  </a:cubicBezTo>
                  <a:lnTo>
                    <a:pt x="2427" y="5639"/>
                  </a:lnTo>
                  <a:cubicBezTo>
                    <a:pt x="2546" y="6480"/>
                    <a:pt x="3006" y="7229"/>
                    <a:pt x="3705" y="7715"/>
                  </a:cubicBezTo>
                  <a:lnTo>
                    <a:pt x="3705" y="8081"/>
                  </a:lnTo>
                  <a:cubicBezTo>
                    <a:pt x="3347" y="8204"/>
                    <a:pt x="2459" y="8580"/>
                    <a:pt x="1902" y="9482"/>
                  </a:cubicBezTo>
                  <a:lnTo>
                    <a:pt x="1087" y="9721"/>
                  </a:lnTo>
                  <a:cubicBezTo>
                    <a:pt x="446" y="9913"/>
                    <a:pt x="4" y="10500"/>
                    <a:pt x="0" y="11170"/>
                  </a:cubicBezTo>
                  <a:lnTo>
                    <a:pt x="0" y="13716"/>
                  </a:lnTo>
                  <a:cubicBezTo>
                    <a:pt x="0" y="13852"/>
                    <a:pt x="102" y="13920"/>
                    <a:pt x="203" y="13920"/>
                  </a:cubicBezTo>
                  <a:cubicBezTo>
                    <a:pt x="304" y="13920"/>
                    <a:pt x="406" y="13852"/>
                    <a:pt x="406" y="13716"/>
                  </a:cubicBezTo>
                  <a:lnTo>
                    <a:pt x="406" y="11170"/>
                  </a:lnTo>
                  <a:cubicBezTo>
                    <a:pt x="409" y="10681"/>
                    <a:pt x="732" y="10250"/>
                    <a:pt x="1199" y="10112"/>
                  </a:cubicBezTo>
                  <a:lnTo>
                    <a:pt x="1652" y="9978"/>
                  </a:lnTo>
                  <a:lnTo>
                    <a:pt x="1652" y="9978"/>
                  </a:lnTo>
                  <a:cubicBezTo>
                    <a:pt x="1634" y="10025"/>
                    <a:pt x="1615" y="10076"/>
                    <a:pt x="1597" y="10127"/>
                  </a:cubicBezTo>
                  <a:cubicBezTo>
                    <a:pt x="1532" y="10315"/>
                    <a:pt x="1561" y="10525"/>
                    <a:pt x="1670" y="10692"/>
                  </a:cubicBezTo>
                  <a:lnTo>
                    <a:pt x="1902" y="11039"/>
                  </a:lnTo>
                  <a:lnTo>
                    <a:pt x="1322" y="11619"/>
                  </a:lnTo>
                  <a:cubicBezTo>
                    <a:pt x="1163" y="11775"/>
                    <a:pt x="1101" y="12006"/>
                    <a:pt x="1152" y="12220"/>
                  </a:cubicBezTo>
                  <a:lnTo>
                    <a:pt x="1532" y="13767"/>
                  </a:lnTo>
                  <a:cubicBezTo>
                    <a:pt x="1557" y="13875"/>
                    <a:pt x="1639" y="13923"/>
                    <a:pt x="1723" y="13923"/>
                  </a:cubicBezTo>
                  <a:cubicBezTo>
                    <a:pt x="1843" y="13923"/>
                    <a:pt x="1965" y="13825"/>
                    <a:pt x="1927" y="13669"/>
                  </a:cubicBezTo>
                  <a:lnTo>
                    <a:pt x="1550" y="12126"/>
                  </a:lnTo>
                  <a:cubicBezTo>
                    <a:pt x="1529" y="12046"/>
                    <a:pt x="1554" y="11963"/>
                    <a:pt x="1612" y="11905"/>
                  </a:cubicBezTo>
                  <a:lnTo>
                    <a:pt x="2307" y="11206"/>
                  </a:lnTo>
                  <a:cubicBezTo>
                    <a:pt x="2376" y="11141"/>
                    <a:pt x="2387" y="11032"/>
                    <a:pt x="2333" y="10949"/>
                  </a:cubicBezTo>
                  <a:lnTo>
                    <a:pt x="2010" y="10467"/>
                  </a:lnTo>
                  <a:cubicBezTo>
                    <a:pt x="1970" y="10402"/>
                    <a:pt x="1960" y="10326"/>
                    <a:pt x="1985" y="10257"/>
                  </a:cubicBezTo>
                  <a:cubicBezTo>
                    <a:pt x="2340" y="9185"/>
                    <a:pt x="3256" y="8696"/>
                    <a:pt x="3705" y="8515"/>
                  </a:cubicBezTo>
                  <a:lnTo>
                    <a:pt x="3705" y="8653"/>
                  </a:lnTo>
                  <a:cubicBezTo>
                    <a:pt x="3705" y="8888"/>
                    <a:pt x="3615" y="9113"/>
                    <a:pt x="3448" y="9279"/>
                  </a:cubicBezTo>
                  <a:lnTo>
                    <a:pt x="3187" y="9540"/>
                  </a:lnTo>
                  <a:cubicBezTo>
                    <a:pt x="2821" y="9902"/>
                    <a:pt x="2615" y="10398"/>
                    <a:pt x="2615" y="10916"/>
                  </a:cubicBezTo>
                  <a:lnTo>
                    <a:pt x="2615" y="11105"/>
                  </a:lnTo>
                  <a:cubicBezTo>
                    <a:pt x="2615" y="11240"/>
                    <a:pt x="2717" y="11308"/>
                    <a:pt x="2820" y="11308"/>
                  </a:cubicBezTo>
                  <a:cubicBezTo>
                    <a:pt x="2922" y="11308"/>
                    <a:pt x="3024" y="11240"/>
                    <a:pt x="3024" y="11105"/>
                  </a:cubicBezTo>
                  <a:lnTo>
                    <a:pt x="3024" y="10916"/>
                  </a:lnTo>
                  <a:cubicBezTo>
                    <a:pt x="3024" y="10583"/>
                    <a:pt x="3133" y="10257"/>
                    <a:pt x="3332" y="9989"/>
                  </a:cubicBezTo>
                  <a:lnTo>
                    <a:pt x="3883" y="10648"/>
                  </a:lnTo>
                  <a:cubicBezTo>
                    <a:pt x="3999" y="10786"/>
                    <a:pt x="4165" y="10869"/>
                    <a:pt x="4346" y="10880"/>
                  </a:cubicBezTo>
                  <a:lnTo>
                    <a:pt x="4375" y="10880"/>
                  </a:lnTo>
                  <a:cubicBezTo>
                    <a:pt x="4484" y="10880"/>
                    <a:pt x="4589" y="10851"/>
                    <a:pt x="4683" y="10800"/>
                  </a:cubicBezTo>
                  <a:lnTo>
                    <a:pt x="4705" y="10869"/>
                  </a:lnTo>
                  <a:cubicBezTo>
                    <a:pt x="4741" y="10974"/>
                    <a:pt x="4806" y="11072"/>
                    <a:pt x="4889" y="11144"/>
                  </a:cubicBezTo>
                  <a:lnTo>
                    <a:pt x="4578" y="13694"/>
                  </a:lnTo>
                  <a:cubicBezTo>
                    <a:pt x="4560" y="13840"/>
                    <a:pt x="4673" y="13922"/>
                    <a:pt x="4784" y="13922"/>
                  </a:cubicBezTo>
                  <a:cubicBezTo>
                    <a:pt x="4877" y="13922"/>
                    <a:pt x="4969" y="13865"/>
                    <a:pt x="4984" y="13741"/>
                  </a:cubicBezTo>
                  <a:lnTo>
                    <a:pt x="5281" y="11304"/>
                  </a:lnTo>
                  <a:lnTo>
                    <a:pt x="5588" y="11304"/>
                  </a:lnTo>
                  <a:lnTo>
                    <a:pt x="5885" y="13741"/>
                  </a:lnTo>
                  <a:cubicBezTo>
                    <a:pt x="5900" y="13865"/>
                    <a:pt x="5992" y="13922"/>
                    <a:pt x="6085" y="13922"/>
                  </a:cubicBezTo>
                  <a:cubicBezTo>
                    <a:pt x="6196" y="13922"/>
                    <a:pt x="6309" y="13840"/>
                    <a:pt x="6291" y="13694"/>
                  </a:cubicBezTo>
                  <a:lnTo>
                    <a:pt x="5980" y="11148"/>
                  </a:lnTo>
                  <a:cubicBezTo>
                    <a:pt x="6063" y="11072"/>
                    <a:pt x="6128" y="10974"/>
                    <a:pt x="6164" y="10869"/>
                  </a:cubicBezTo>
                  <a:lnTo>
                    <a:pt x="6186" y="10800"/>
                  </a:lnTo>
                  <a:cubicBezTo>
                    <a:pt x="6280" y="10851"/>
                    <a:pt x="6389" y="10880"/>
                    <a:pt x="6494" y="10880"/>
                  </a:cubicBezTo>
                  <a:lnTo>
                    <a:pt x="6523" y="10880"/>
                  </a:lnTo>
                  <a:cubicBezTo>
                    <a:pt x="6704" y="10869"/>
                    <a:pt x="6871" y="10786"/>
                    <a:pt x="6986" y="10648"/>
                  </a:cubicBezTo>
                  <a:lnTo>
                    <a:pt x="7537" y="9989"/>
                  </a:lnTo>
                  <a:cubicBezTo>
                    <a:pt x="7740" y="10257"/>
                    <a:pt x="7848" y="10583"/>
                    <a:pt x="7845" y="10916"/>
                  </a:cubicBezTo>
                  <a:lnTo>
                    <a:pt x="7845" y="11105"/>
                  </a:lnTo>
                  <a:cubicBezTo>
                    <a:pt x="7845" y="11240"/>
                    <a:pt x="7947" y="11308"/>
                    <a:pt x="8049" y="11308"/>
                  </a:cubicBezTo>
                  <a:cubicBezTo>
                    <a:pt x="8152" y="11308"/>
                    <a:pt x="8254" y="11240"/>
                    <a:pt x="8254" y="11105"/>
                  </a:cubicBezTo>
                  <a:lnTo>
                    <a:pt x="8254" y="10916"/>
                  </a:lnTo>
                  <a:cubicBezTo>
                    <a:pt x="8254" y="10398"/>
                    <a:pt x="8051" y="9902"/>
                    <a:pt x="7682" y="9540"/>
                  </a:cubicBezTo>
                  <a:lnTo>
                    <a:pt x="7425" y="9279"/>
                  </a:lnTo>
                  <a:cubicBezTo>
                    <a:pt x="7258" y="9113"/>
                    <a:pt x="7164" y="8888"/>
                    <a:pt x="7164" y="8653"/>
                  </a:cubicBezTo>
                  <a:lnTo>
                    <a:pt x="7164" y="8515"/>
                  </a:lnTo>
                  <a:cubicBezTo>
                    <a:pt x="7609" y="8696"/>
                    <a:pt x="8526" y="9182"/>
                    <a:pt x="8884" y="10257"/>
                  </a:cubicBezTo>
                  <a:cubicBezTo>
                    <a:pt x="8910" y="10326"/>
                    <a:pt x="8899" y="10406"/>
                    <a:pt x="8859" y="10467"/>
                  </a:cubicBezTo>
                  <a:lnTo>
                    <a:pt x="8537" y="10953"/>
                  </a:lnTo>
                  <a:cubicBezTo>
                    <a:pt x="8482" y="11032"/>
                    <a:pt x="8493" y="11141"/>
                    <a:pt x="8562" y="11210"/>
                  </a:cubicBezTo>
                  <a:lnTo>
                    <a:pt x="9261" y="11909"/>
                  </a:lnTo>
                  <a:cubicBezTo>
                    <a:pt x="9315" y="11963"/>
                    <a:pt x="9341" y="12046"/>
                    <a:pt x="9319" y="12126"/>
                  </a:cubicBezTo>
                  <a:lnTo>
                    <a:pt x="8942" y="13669"/>
                  </a:lnTo>
                  <a:cubicBezTo>
                    <a:pt x="8904" y="13825"/>
                    <a:pt x="9026" y="13923"/>
                    <a:pt x="9147" y="13923"/>
                  </a:cubicBezTo>
                  <a:cubicBezTo>
                    <a:pt x="9231" y="13923"/>
                    <a:pt x="9314" y="13875"/>
                    <a:pt x="9341" y="13767"/>
                  </a:cubicBezTo>
                  <a:lnTo>
                    <a:pt x="9717" y="12224"/>
                  </a:lnTo>
                  <a:cubicBezTo>
                    <a:pt x="9768" y="12006"/>
                    <a:pt x="9706" y="11778"/>
                    <a:pt x="9547" y="11619"/>
                  </a:cubicBezTo>
                  <a:lnTo>
                    <a:pt x="8968" y="11039"/>
                  </a:lnTo>
                  <a:lnTo>
                    <a:pt x="9199" y="10692"/>
                  </a:lnTo>
                  <a:cubicBezTo>
                    <a:pt x="9308" y="10525"/>
                    <a:pt x="9337" y="10319"/>
                    <a:pt x="9272" y="10127"/>
                  </a:cubicBezTo>
                  <a:cubicBezTo>
                    <a:pt x="9254" y="10076"/>
                    <a:pt x="9236" y="10029"/>
                    <a:pt x="9217" y="9978"/>
                  </a:cubicBezTo>
                  <a:lnTo>
                    <a:pt x="9217" y="9978"/>
                  </a:lnTo>
                  <a:lnTo>
                    <a:pt x="9670" y="10112"/>
                  </a:lnTo>
                  <a:cubicBezTo>
                    <a:pt x="10137" y="10254"/>
                    <a:pt x="10460" y="10681"/>
                    <a:pt x="10463" y="11170"/>
                  </a:cubicBezTo>
                  <a:lnTo>
                    <a:pt x="10463" y="13716"/>
                  </a:lnTo>
                  <a:cubicBezTo>
                    <a:pt x="10463" y="13852"/>
                    <a:pt x="10565" y="13920"/>
                    <a:pt x="10666" y="13920"/>
                  </a:cubicBezTo>
                  <a:cubicBezTo>
                    <a:pt x="10768" y="13920"/>
                    <a:pt x="10869" y="13852"/>
                    <a:pt x="10869" y="13716"/>
                  </a:cubicBezTo>
                  <a:lnTo>
                    <a:pt x="10869" y="11170"/>
                  </a:lnTo>
                  <a:cubicBezTo>
                    <a:pt x="10865" y="10500"/>
                    <a:pt x="10427" y="9913"/>
                    <a:pt x="9786" y="9721"/>
                  </a:cubicBezTo>
                  <a:lnTo>
                    <a:pt x="8971" y="9482"/>
                  </a:lnTo>
                  <a:cubicBezTo>
                    <a:pt x="8413" y="8580"/>
                    <a:pt x="7526" y="8204"/>
                    <a:pt x="7168" y="8081"/>
                  </a:cubicBezTo>
                  <a:lnTo>
                    <a:pt x="7168" y="7715"/>
                  </a:lnTo>
                  <a:cubicBezTo>
                    <a:pt x="7863" y="7229"/>
                    <a:pt x="8326" y="6480"/>
                    <a:pt x="8446" y="5639"/>
                  </a:cubicBezTo>
                  <a:lnTo>
                    <a:pt x="8566" y="5639"/>
                  </a:lnTo>
                  <a:cubicBezTo>
                    <a:pt x="8960" y="5639"/>
                    <a:pt x="9301" y="5346"/>
                    <a:pt x="9341" y="4966"/>
                  </a:cubicBezTo>
                  <a:cubicBezTo>
                    <a:pt x="9377" y="4618"/>
                    <a:pt x="9163" y="4292"/>
                    <a:pt x="8834" y="4180"/>
                  </a:cubicBezTo>
                  <a:lnTo>
                    <a:pt x="8942" y="3590"/>
                  </a:lnTo>
                  <a:cubicBezTo>
                    <a:pt x="9286" y="1721"/>
                    <a:pt x="7852" y="0"/>
                    <a:pt x="59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2"/>
            <p:cNvSpPr/>
            <p:nvPr/>
          </p:nvSpPr>
          <p:spPr>
            <a:xfrm>
              <a:off x="5008539" y="2545533"/>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2"/>
            <p:cNvSpPr/>
            <p:nvPr/>
          </p:nvSpPr>
          <p:spPr>
            <a:xfrm>
              <a:off x="5077176" y="2545533"/>
              <a:ext cx="10671" cy="16360"/>
            </a:xfrm>
            <a:custGeom>
              <a:rect b="b" l="l" r="r" t="t"/>
              <a:pathLst>
                <a:path extrusionOk="0" h="624"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2"/>
            <p:cNvSpPr/>
            <p:nvPr/>
          </p:nvSpPr>
          <p:spPr>
            <a:xfrm>
              <a:off x="5023378" y="2585410"/>
              <a:ext cx="49656" cy="16543"/>
            </a:xfrm>
            <a:custGeom>
              <a:rect b="b" l="l" r="r" t="t"/>
              <a:pathLst>
                <a:path extrusionOk="0" h="631" w="1894">
                  <a:moveTo>
                    <a:pt x="296" y="1"/>
                  </a:moveTo>
                  <a:cubicBezTo>
                    <a:pt x="137" y="1"/>
                    <a:pt x="1" y="207"/>
                    <a:pt x="152" y="355"/>
                  </a:cubicBezTo>
                  <a:cubicBezTo>
                    <a:pt x="325" y="525"/>
                    <a:pt x="622" y="630"/>
                    <a:pt x="948" y="630"/>
                  </a:cubicBezTo>
                  <a:cubicBezTo>
                    <a:pt x="1271" y="630"/>
                    <a:pt x="1568" y="525"/>
                    <a:pt x="1745" y="355"/>
                  </a:cubicBezTo>
                  <a:cubicBezTo>
                    <a:pt x="1893" y="207"/>
                    <a:pt x="1757" y="1"/>
                    <a:pt x="1598"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2"/>
            <p:cNvSpPr/>
            <p:nvPr/>
          </p:nvSpPr>
          <p:spPr>
            <a:xfrm>
              <a:off x="5001041" y="2528334"/>
              <a:ext cx="25746" cy="10749"/>
            </a:xfrm>
            <a:custGeom>
              <a:rect b="b" l="l" r="r" t="t"/>
              <a:pathLst>
                <a:path extrusionOk="0" h="410" w="982">
                  <a:moveTo>
                    <a:pt x="272" y="0"/>
                  </a:moveTo>
                  <a:cubicBezTo>
                    <a:pt x="0" y="0"/>
                    <a:pt x="0" y="410"/>
                    <a:pt x="272" y="410"/>
                  </a:cubicBezTo>
                  <a:lnTo>
                    <a:pt x="710" y="410"/>
                  </a:lnTo>
                  <a:cubicBezTo>
                    <a:pt x="982" y="410"/>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2"/>
            <p:cNvSpPr/>
            <p:nvPr/>
          </p:nvSpPr>
          <p:spPr>
            <a:xfrm>
              <a:off x="5069678" y="2528334"/>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6" name="Google Shape;13956;p82"/>
          <p:cNvGrpSpPr/>
          <p:nvPr/>
        </p:nvGrpSpPr>
        <p:grpSpPr>
          <a:xfrm>
            <a:off x="4911403" y="3356545"/>
            <a:ext cx="273475" cy="365052"/>
            <a:chOff x="4911403" y="3356545"/>
            <a:chExt cx="273475" cy="365052"/>
          </a:xfrm>
        </p:grpSpPr>
        <p:sp>
          <p:nvSpPr>
            <p:cNvPr id="13957" name="Google Shape;13957;p82"/>
            <p:cNvSpPr/>
            <p:nvPr/>
          </p:nvSpPr>
          <p:spPr>
            <a:xfrm>
              <a:off x="4916725" y="3601967"/>
              <a:ext cx="262935" cy="114256"/>
            </a:xfrm>
            <a:custGeom>
              <a:rect b="b" l="l" r="r" t="t"/>
              <a:pathLst>
                <a:path extrusionOk="0" h="4358" w="10029">
                  <a:moveTo>
                    <a:pt x="3709" y="0"/>
                  </a:moveTo>
                  <a:lnTo>
                    <a:pt x="3709" y="1344"/>
                  </a:lnTo>
                  <a:cubicBezTo>
                    <a:pt x="3705" y="1713"/>
                    <a:pt x="3474" y="2043"/>
                    <a:pt x="3126" y="2166"/>
                  </a:cubicBezTo>
                  <a:lnTo>
                    <a:pt x="1029" y="2905"/>
                  </a:lnTo>
                  <a:cubicBezTo>
                    <a:pt x="413" y="3122"/>
                    <a:pt x="0" y="3705"/>
                    <a:pt x="0" y="4357"/>
                  </a:cubicBezTo>
                  <a:lnTo>
                    <a:pt x="10029" y="4357"/>
                  </a:lnTo>
                  <a:cubicBezTo>
                    <a:pt x="10029" y="3705"/>
                    <a:pt x="9616" y="3122"/>
                    <a:pt x="9000" y="2905"/>
                  </a:cubicBezTo>
                  <a:lnTo>
                    <a:pt x="6903" y="2166"/>
                  </a:lnTo>
                  <a:cubicBezTo>
                    <a:pt x="6556" y="2043"/>
                    <a:pt x="6324" y="1713"/>
                    <a:pt x="6324" y="1344"/>
                  </a:cubicBezTo>
                  <a:lnTo>
                    <a:pt x="632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2"/>
            <p:cNvSpPr/>
            <p:nvPr/>
          </p:nvSpPr>
          <p:spPr>
            <a:xfrm>
              <a:off x="4916725" y="3646589"/>
              <a:ext cx="262935" cy="69634"/>
            </a:xfrm>
            <a:custGeom>
              <a:rect b="b" l="l" r="r" t="t"/>
              <a:pathLst>
                <a:path extrusionOk="0" h="2656" w="10029">
                  <a:moveTo>
                    <a:pt x="3629" y="0"/>
                  </a:moveTo>
                  <a:cubicBezTo>
                    <a:pt x="3531" y="218"/>
                    <a:pt x="3350" y="384"/>
                    <a:pt x="3126" y="464"/>
                  </a:cubicBezTo>
                  <a:lnTo>
                    <a:pt x="1029" y="1203"/>
                  </a:lnTo>
                  <a:cubicBezTo>
                    <a:pt x="413" y="1420"/>
                    <a:pt x="0" y="2003"/>
                    <a:pt x="4" y="2655"/>
                  </a:cubicBezTo>
                  <a:lnTo>
                    <a:pt x="10029" y="2655"/>
                  </a:lnTo>
                  <a:cubicBezTo>
                    <a:pt x="10029" y="2003"/>
                    <a:pt x="9616" y="1420"/>
                    <a:pt x="9000" y="1203"/>
                  </a:cubicBezTo>
                  <a:lnTo>
                    <a:pt x="6903" y="464"/>
                  </a:lnTo>
                  <a:cubicBezTo>
                    <a:pt x="6682" y="384"/>
                    <a:pt x="6498" y="218"/>
                    <a:pt x="6403" y="0"/>
                  </a:cubicBezTo>
                  <a:lnTo>
                    <a:pt x="5016" y="692"/>
                  </a:lnTo>
                  <a:lnTo>
                    <a:pt x="362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2"/>
            <p:cNvSpPr/>
            <p:nvPr/>
          </p:nvSpPr>
          <p:spPr>
            <a:xfrm>
              <a:off x="5013940" y="3601967"/>
              <a:ext cx="68585" cy="39982"/>
            </a:xfrm>
            <a:custGeom>
              <a:rect b="b" l="l" r="r" t="t"/>
              <a:pathLst>
                <a:path extrusionOk="0" h="1525" w="2616">
                  <a:moveTo>
                    <a:pt x="1" y="0"/>
                  </a:moveTo>
                  <a:lnTo>
                    <a:pt x="1" y="1253"/>
                  </a:lnTo>
                  <a:cubicBezTo>
                    <a:pt x="417" y="1434"/>
                    <a:pt x="862" y="1525"/>
                    <a:pt x="1307" y="1525"/>
                  </a:cubicBezTo>
                  <a:cubicBezTo>
                    <a:pt x="1752" y="1525"/>
                    <a:pt x="2197" y="1434"/>
                    <a:pt x="2616" y="1253"/>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2"/>
            <p:cNvSpPr/>
            <p:nvPr/>
          </p:nvSpPr>
          <p:spPr>
            <a:xfrm>
              <a:off x="4956786" y="3550502"/>
              <a:ext cx="57180" cy="165799"/>
            </a:xfrm>
            <a:custGeom>
              <a:rect b="b" l="l" r="r" t="t"/>
              <a:pathLst>
                <a:path extrusionOk="0" h="6324" w="2181">
                  <a:moveTo>
                    <a:pt x="218" y="0"/>
                  </a:moveTo>
                  <a:cubicBezTo>
                    <a:pt x="218" y="0"/>
                    <a:pt x="1" y="1960"/>
                    <a:pt x="218" y="3709"/>
                  </a:cubicBezTo>
                  <a:lnTo>
                    <a:pt x="218" y="6324"/>
                  </a:lnTo>
                  <a:lnTo>
                    <a:pt x="1743" y="6324"/>
                  </a:lnTo>
                  <a:cubicBezTo>
                    <a:pt x="1402" y="5002"/>
                    <a:pt x="653" y="3926"/>
                    <a:pt x="653" y="3926"/>
                  </a:cubicBezTo>
                  <a:lnTo>
                    <a:pt x="653" y="3705"/>
                  </a:lnTo>
                  <a:cubicBezTo>
                    <a:pt x="653" y="3705"/>
                    <a:pt x="1866" y="2695"/>
                    <a:pt x="2108" y="2191"/>
                  </a:cubicBezTo>
                  <a:lnTo>
                    <a:pt x="218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2"/>
            <p:cNvSpPr/>
            <p:nvPr/>
          </p:nvSpPr>
          <p:spPr>
            <a:xfrm>
              <a:off x="4956786" y="3641923"/>
              <a:ext cx="28603" cy="22835"/>
            </a:xfrm>
            <a:custGeom>
              <a:rect b="b" l="l" r="r" t="t"/>
              <a:pathLst>
                <a:path extrusionOk="0" h="871" w="1091">
                  <a:moveTo>
                    <a:pt x="435" y="1"/>
                  </a:moveTo>
                  <a:cubicBezTo>
                    <a:pt x="196" y="1"/>
                    <a:pt x="1" y="196"/>
                    <a:pt x="1" y="436"/>
                  </a:cubicBezTo>
                  <a:cubicBezTo>
                    <a:pt x="1" y="675"/>
                    <a:pt x="196" y="870"/>
                    <a:pt x="435" y="870"/>
                  </a:cubicBezTo>
                  <a:lnTo>
                    <a:pt x="653" y="870"/>
                  </a:lnTo>
                  <a:cubicBezTo>
                    <a:pt x="895" y="870"/>
                    <a:pt x="1091" y="675"/>
                    <a:pt x="1091" y="436"/>
                  </a:cubicBezTo>
                  <a:cubicBezTo>
                    <a:pt x="1091" y="196"/>
                    <a:pt x="895"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2"/>
            <p:cNvSpPr/>
            <p:nvPr/>
          </p:nvSpPr>
          <p:spPr>
            <a:xfrm>
              <a:off x="5082420" y="3550502"/>
              <a:ext cx="57285" cy="165799"/>
            </a:xfrm>
            <a:custGeom>
              <a:rect b="b" l="l" r="r" t="t"/>
              <a:pathLst>
                <a:path extrusionOk="0" h="6324" w="2185">
                  <a:moveTo>
                    <a:pt x="0" y="0"/>
                  </a:moveTo>
                  <a:lnTo>
                    <a:pt x="73" y="2191"/>
                  </a:lnTo>
                  <a:cubicBezTo>
                    <a:pt x="315" y="2695"/>
                    <a:pt x="1529" y="3705"/>
                    <a:pt x="1529" y="3705"/>
                  </a:cubicBezTo>
                  <a:lnTo>
                    <a:pt x="1529" y="3926"/>
                  </a:lnTo>
                  <a:cubicBezTo>
                    <a:pt x="1529" y="3926"/>
                    <a:pt x="779" y="5002"/>
                    <a:pt x="438" y="6324"/>
                  </a:cubicBezTo>
                  <a:lnTo>
                    <a:pt x="1963" y="6324"/>
                  </a:lnTo>
                  <a:lnTo>
                    <a:pt x="1963" y="3709"/>
                  </a:lnTo>
                  <a:cubicBezTo>
                    <a:pt x="2184" y="1960"/>
                    <a:pt x="1963" y="0"/>
                    <a:pt x="196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2"/>
            <p:cNvSpPr/>
            <p:nvPr/>
          </p:nvSpPr>
          <p:spPr>
            <a:xfrm>
              <a:off x="5036749" y="3653327"/>
              <a:ext cx="22888" cy="22914"/>
            </a:xfrm>
            <a:custGeom>
              <a:rect b="b" l="l" r="r" t="t"/>
              <a:pathLst>
                <a:path extrusionOk="0" h="874" w="873">
                  <a:moveTo>
                    <a:pt x="438" y="1"/>
                  </a:moveTo>
                  <a:cubicBezTo>
                    <a:pt x="196" y="1"/>
                    <a:pt x="0" y="196"/>
                    <a:pt x="0" y="435"/>
                  </a:cubicBezTo>
                  <a:cubicBezTo>
                    <a:pt x="0" y="678"/>
                    <a:pt x="196" y="873"/>
                    <a:pt x="438" y="873"/>
                  </a:cubicBezTo>
                  <a:cubicBezTo>
                    <a:pt x="677" y="873"/>
                    <a:pt x="873" y="678"/>
                    <a:pt x="873" y="435"/>
                  </a:cubicBezTo>
                  <a:cubicBezTo>
                    <a:pt x="873" y="196"/>
                    <a:pt x="677" y="1"/>
                    <a:pt x="4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2"/>
            <p:cNvSpPr/>
            <p:nvPr/>
          </p:nvSpPr>
          <p:spPr>
            <a:xfrm>
              <a:off x="5111076" y="3641923"/>
              <a:ext cx="28630" cy="22835"/>
            </a:xfrm>
            <a:custGeom>
              <a:rect b="b" l="l" r="r" t="t"/>
              <a:pathLst>
                <a:path extrusionOk="0" h="871" w="1092">
                  <a:moveTo>
                    <a:pt x="436" y="1"/>
                  </a:moveTo>
                  <a:cubicBezTo>
                    <a:pt x="197" y="1"/>
                    <a:pt x="1" y="196"/>
                    <a:pt x="1" y="436"/>
                  </a:cubicBezTo>
                  <a:cubicBezTo>
                    <a:pt x="1" y="675"/>
                    <a:pt x="197" y="870"/>
                    <a:pt x="436" y="870"/>
                  </a:cubicBezTo>
                  <a:lnTo>
                    <a:pt x="653" y="870"/>
                  </a:lnTo>
                  <a:cubicBezTo>
                    <a:pt x="896" y="870"/>
                    <a:pt x="1091" y="675"/>
                    <a:pt x="1091" y="436"/>
                  </a:cubicBezTo>
                  <a:cubicBezTo>
                    <a:pt x="1091" y="196"/>
                    <a:pt x="896"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2"/>
            <p:cNvSpPr/>
            <p:nvPr/>
          </p:nvSpPr>
          <p:spPr>
            <a:xfrm>
              <a:off x="5029985" y="3361893"/>
              <a:ext cx="66042" cy="57207"/>
            </a:xfrm>
            <a:custGeom>
              <a:rect b="b" l="l" r="r" t="t"/>
              <a:pathLst>
                <a:path extrusionOk="0" h="2182" w="2519">
                  <a:moveTo>
                    <a:pt x="900" y="1"/>
                  </a:moveTo>
                  <a:cubicBezTo>
                    <a:pt x="533" y="1"/>
                    <a:pt x="170" y="205"/>
                    <a:pt x="1" y="585"/>
                  </a:cubicBezTo>
                  <a:lnTo>
                    <a:pt x="1786" y="2182"/>
                  </a:lnTo>
                  <a:lnTo>
                    <a:pt x="2283" y="1805"/>
                  </a:lnTo>
                  <a:cubicBezTo>
                    <a:pt x="2485" y="1653"/>
                    <a:pt x="2518" y="1367"/>
                    <a:pt x="2355" y="1175"/>
                  </a:cubicBezTo>
                  <a:lnTo>
                    <a:pt x="1642" y="346"/>
                  </a:lnTo>
                  <a:cubicBezTo>
                    <a:pt x="1443" y="112"/>
                    <a:pt x="1171" y="1"/>
                    <a:pt x="90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2"/>
            <p:cNvSpPr/>
            <p:nvPr/>
          </p:nvSpPr>
          <p:spPr>
            <a:xfrm>
              <a:off x="4991078" y="3361920"/>
              <a:ext cx="114230" cy="102851"/>
            </a:xfrm>
            <a:custGeom>
              <a:rect b="b" l="l" r="r" t="t"/>
              <a:pathLst>
                <a:path extrusionOk="0" h="3923" w="4357">
                  <a:moveTo>
                    <a:pt x="2383" y="0"/>
                  </a:moveTo>
                  <a:cubicBezTo>
                    <a:pt x="1992" y="0"/>
                    <a:pt x="1641" y="229"/>
                    <a:pt x="1485" y="584"/>
                  </a:cubicBezTo>
                  <a:lnTo>
                    <a:pt x="0" y="3923"/>
                  </a:lnTo>
                  <a:lnTo>
                    <a:pt x="4357" y="3923"/>
                  </a:lnTo>
                  <a:lnTo>
                    <a:pt x="238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2"/>
            <p:cNvSpPr/>
            <p:nvPr/>
          </p:nvSpPr>
          <p:spPr>
            <a:xfrm>
              <a:off x="4951096" y="3527614"/>
              <a:ext cx="194298" cy="97162"/>
            </a:xfrm>
            <a:custGeom>
              <a:rect b="b" l="l" r="r" t="t"/>
              <a:pathLst>
                <a:path extrusionOk="0" h="3706" w="7411">
                  <a:moveTo>
                    <a:pt x="544" y="0"/>
                  </a:moveTo>
                  <a:cubicBezTo>
                    <a:pt x="243" y="0"/>
                    <a:pt x="0" y="243"/>
                    <a:pt x="0" y="544"/>
                  </a:cubicBezTo>
                  <a:cubicBezTo>
                    <a:pt x="0" y="844"/>
                    <a:pt x="243" y="1087"/>
                    <a:pt x="544" y="1087"/>
                  </a:cubicBezTo>
                  <a:lnTo>
                    <a:pt x="880" y="1087"/>
                  </a:lnTo>
                  <a:cubicBezTo>
                    <a:pt x="993" y="2565"/>
                    <a:pt x="2224" y="3705"/>
                    <a:pt x="3705" y="3705"/>
                  </a:cubicBezTo>
                  <a:cubicBezTo>
                    <a:pt x="5187" y="3705"/>
                    <a:pt x="6414" y="2565"/>
                    <a:pt x="6527" y="1087"/>
                  </a:cubicBezTo>
                  <a:lnTo>
                    <a:pt x="6864" y="1087"/>
                  </a:lnTo>
                  <a:cubicBezTo>
                    <a:pt x="7164" y="1087"/>
                    <a:pt x="7410" y="844"/>
                    <a:pt x="7410" y="544"/>
                  </a:cubicBezTo>
                  <a:cubicBezTo>
                    <a:pt x="7410" y="243"/>
                    <a:pt x="7164" y="0"/>
                    <a:pt x="686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2"/>
            <p:cNvSpPr/>
            <p:nvPr/>
          </p:nvSpPr>
          <p:spPr>
            <a:xfrm>
              <a:off x="4950231" y="3527614"/>
              <a:ext cx="155077" cy="97162"/>
            </a:xfrm>
            <a:custGeom>
              <a:rect b="b" l="l" r="r" t="t"/>
              <a:pathLst>
                <a:path extrusionOk="0" h="3706" w="5915">
                  <a:moveTo>
                    <a:pt x="609" y="0"/>
                  </a:moveTo>
                  <a:cubicBezTo>
                    <a:pt x="323" y="0"/>
                    <a:pt x="66" y="203"/>
                    <a:pt x="33" y="486"/>
                  </a:cubicBezTo>
                  <a:cubicBezTo>
                    <a:pt x="1" y="806"/>
                    <a:pt x="251" y="1087"/>
                    <a:pt x="570" y="1087"/>
                  </a:cubicBezTo>
                  <a:cubicBezTo>
                    <a:pt x="573" y="1087"/>
                    <a:pt x="575" y="1087"/>
                    <a:pt x="577" y="1087"/>
                  </a:cubicBezTo>
                  <a:lnTo>
                    <a:pt x="917" y="1087"/>
                  </a:lnTo>
                  <a:cubicBezTo>
                    <a:pt x="1022" y="2584"/>
                    <a:pt x="2270" y="3706"/>
                    <a:pt x="3721" y="3706"/>
                  </a:cubicBezTo>
                  <a:cubicBezTo>
                    <a:pt x="3871" y="3706"/>
                    <a:pt x="4023" y="3694"/>
                    <a:pt x="4177" y="3669"/>
                  </a:cubicBezTo>
                  <a:cubicBezTo>
                    <a:pt x="2818" y="3459"/>
                    <a:pt x="1775" y="2507"/>
                    <a:pt x="1775" y="1087"/>
                  </a:cubicBezTo>
                  <a:cubicBezTo>
                    <a:pt x="1775" y="848"/>
                    <a:pt x="1971" y="652"/>
                    <a:pt x="2214" y="652"/>
                  </a:cubicBezTo>
                  <a:lnTo>
                    <a:pt x="5480" y="652"/>
                  </a:lnTo>
                  <a:cubicBezTo>
                    <a:pt x="5719" y="652"/>
                    <a:pt x="5915" y="457"/>
                    <a:pt x="5915" y="218"/>
                  </a:cubicBezTo>
                  <a:lnTo>
                    <a:pt x="59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2"/>
            <p:cNvSpPr/>
            <p:nvPr/>
          </p:nvSpPr>
          <p:spPr>
            <a:xfrm>
              <a:off x="4921366" y="3487633"/>
              <a:ext cx="253733" cy="40008"/>
            </a:xfrm>
            <a:custGeom>
              <a:rect b="b" l="l" r="r" t="t"/>
              <a:pathLst>
                <a:path extrusionOk="0" h="1526" w="9678">
                  <a:moveTo>
                    <a:pt x="2442" y="1"/>
                  </a:moveTo>
                  <a:lnTo>
                    <a:pt x="138" y="1239"/>
                  </a:lnTo>
                  <a:cubicBezTo>
                    <a:pt x="1" y="1315"/>
                    <a:pt x="51" y="1525"/>
                    <a:pt x="211" y="1525"/>
                  </a:cubicBezTo>
                  <a:lnTo>
                    <a:pt x="9464" y="1525"/>
                  </a:lnTo>
                  <a:cubicBezTo>
                    <a:pt x="9624" y="1525"/>
                    <a:pt x="9678" y="1315"/>
                    <a:pt x="9537" y="1239"/>
                  </a:cubicBezTo>
                  <a:lnTo>
                    <a:pt x="723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2"/>
            <p:cNvSpPr/>
            <p:nvPr/>
          </p:nvSpPr>
          <p:spPr>
            <a:xfrm>
              <a:off x="4985284" y="3464745"/>
              <a:ext cx="125739" cy="22914"/>
            </a:xfrm>
            <a:custGeom>
              <a:rect b="b" l="l" r="r" t="t"/>
              <a:pathLst>
                <a:path extrusionOk="0" h="874" w="4796">
                  <a:moveTo>
                    <a:pt x="217" y="1"/>
                  </a:moveTo>
                  <a:cubicBezTo>
                    <a:pt x="98" y="1"/>
                    <a:pt x="0" y="99"/>
                    <a:pt x="0" y="218"/>
                  </a:cubicBezTo>
                  <a:lnTo>
                    <a:pt x="0" y="874"/>
                  </a:lnTo>
                  <a:lnTo>
                    <a:pt x="4795" y="874"/>
                  </a:lnTo>
                  <a:lnTo>
                    <a:pt x="4795" y="218"/>
                  </a:lnTo>
                  <a:cubicBezTo>
                    <a:pt x="4795" y="99"/>
                    <a:pt x="4698" y="1"/>
                    <a:pt x="457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2"/>
            <p:cNvSpPr/>
            <p:nvPr/>
          </p:nvSpPr>
          <p:spPr>
            <a:xfrm>
              <a:off x="4991078" y="3362864"/>
              <a:ext cx="55765" cy="101907"/>
            </a:xfrm>
            <a:custGeom>
              <a:rect b="b" l="l" r="r" t="t"/>
              <a:pathLst>
                <a:path extrusionOk="0" h="3887" w="2127">
                  <a:moveTo>
                    <a:pt x="2126" y="1"/>
                  </a:moveTo>
                  <a:lnTo>
                    <a:pt x="2126" y="1"/>
                  </a:lnTo>
                  <a:cubicBezTo>
                    <a:pt x="1840" y="77"/>
                    <a:pt x="1605" y="276"/>
                    <a:pt x="1485" y="548"/>
                  </a:cubicBezTo>
                  <a:lnTo>
                    <a:pt x="0" y="3887"/>
                  </a:lnTo>
                  <a:lnTo>
                    <a:pt x="1090" y="3887"/>
                  </a:lnTo>
                  <a:lnTo>
                    <a:pt x="212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2"/>
            <p:cNvSpPr/>
            <p:nvPr/>
          </p:nvSpPr>
          <p:spPr>
            <a:xfrm>
              <a:off x="4985363" y="3464745"/>
              <a:ext cx="28603" cy="22914"/>
            </a:xfrm>
            <a:custGeom>
              <a:rect b="b" l="l" r="r" t="t"/>
              <a:pathLst>
                <a:path extrusionOk="0" h="874" w="1091">
                  <a:moveTo>
                    <a:pt x="218" y="1"/>
                  </a:moveTo>
                  <a:cubicBezTo>
                    <a:pt x="99" y="1"/>
                    <a:pt x="1" y="99"/>
                    <a:pt x="1" y="218"/>
                  </a:cubicBezTo>
                  <a:lnTo>
                    <a:pt x="1" y="874"/>
                  </a:lnTo>
                  <a:lnTo>
                    <a:pt x="1091" y="874"/>
                  </a:lnTo>
                  <a:lnTo>
                    <a:pt x="10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2"/>
            <p:cNvSpPr/>
            <p:nvPr/>
          </p:nvSpPr>
          <p:spPr>
            <a:xfrm>
              <a:off x="4921366" y="3487633"/>
              <a:ext cx="92600" cy="40008"/>
            </a:xfrm>
            <a:custGeom>
              <a:rect b="b" l="l" r="r" t="t"/>
              <a:pathLst>
                <a:path extrusionOk="0" h="1526" w="3532">
                  <a:moveTo>
                    <a:pt x="2442" y="1"/>
                  </a:moveTo>
                  <a:lnTo>
                    <a:pt x="138" y="1239"/>
                  </a:lnTo>
                  <a:cubicBezTo>
                    <a:pt x="1" y="1315"/>
                    <a:pt x="51" y="1525"/>
                    <a:pt x="211" y="1525"/>
                  </a:cubicBezTo>
                  <a:lnTo>
                    <a:pt x="2540" y="1525"/>
                  </a:lnTo>
                  <a:cubicBezTo>
                    <a:pt x="2467" y="1525"/>
                    <a:pt x="2445" y="1315"/>
                    <a:pt x="2507" y="1239"/>
                  </a:cubicBezTo>
                  <a:lnTo>
                    <a:pt x="3532"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2"/>
            <p:cNvSpPr/>
            <p:nvPr/>
          </p:nvSpPr>
          <p:spPr>
            <a:xfrm>
              <a:off x="5023378" y="3573626"/>
              <a:ext cx="49604" cy="16491"/>
            </a:xfrm>
            <a:custGeom>
              <a:rect b="b" l="l" r="r" t="t"/>
              <a:pathLst>
                <a:path extrusionOk="0" h="629" w="1892">
                  <a:moveTo>
                    <a:pt x="293" y="0"/>
                  </a:moveTo>
                  <a:cubicBezTo>
                    <a:pt x="135" y="0"/>
                    <a:pt x="0" y="206"/>
                    <a:pt x="148" y="353"/>
                  </a:cubicBezTo>
                  <a:cubicBezTo>
                    <a:pt x="325" y="527"/>
                    <a:pt x="622" y="628"/>
                    <a:pt x="945" y="628"/>
                  </a:cubicBezTo>
                  <a:cubicBezTo>
                    <a:pt x="1271" y="628"/>
                    <a:pt x="1568" y="527"/>
                    <a:pt x="1742" y="353"/>
                  </a:cubicBezTo>
                  <a:cubicBezTo>
                    <a:pt x="1892" y="206"/>
                    <a:pt x="1758" y="0"/>
                    <a:pt x="1599" y="0"/>
                  </a:cubicBezTo>
                  <a:cubicBezTo>
                    <a:pt x="1551" y="0"/>
                    <a:pt x="1501" y="19"/>
                    <a:pt x="1455"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2"/>
            <p:cNvSpPr/>
            <p:nvPr/>
          </p:nvSpPr>
          <p:spPr>
            <a:xfrm>
              <a:off x="4911403" y="3356545"/>
              <a:ext cx="273475" cy="365052"/>
            </a:xfrm>
            <a:custGeom>
              <a:rect b="b" l="l" r="r" t="t"/>
              <a:pathLst>
                <a:path extrusionOk="0" h="13924" w="10431">
                  <a:moveTo>
                    <a:pt x="5424" y="409"/>
                  </a:moveTo>
                  <a:cubicBezTo>
                    <a:pt x="5638" y="409"/>
                    <a:pt x="5855" y="496"/>
                    <a:pt x="6013" y="680"/>
                  </a:cubicBezTo>
                  <a:lnTo>
                    <a:pt x="6722" y="1509"/>
                  </a:lnTo>
                  <a:cubicBezTo>
                    <a:pt x="6809" y="1611"/>
                    <a:pt x="6791" y="1766"/>
                    <a:pt x="6686" y="1846"/>
                  </a:cubicBezTo>
                  <a:lnTo>
                    <a:pt x="6549" y="1951"/>
                  </a:lnTo>
                  <a:lnTo>
                    <a:pt x="6386" y="1618"/>
                  </a:lnTo>
                  <a:cubicBezTo>
                    <a:pt x="6344" y="1537"/>
                    <a:pt x="6277" y="1503"/>
                    <a:pt x="6209" y="1503"/>
                  </a:cubicBezTo>
                  <a:cubicBezTo>
                    <a:pt x="6074" y="1503"/>
                    <a:pt x="5940" y="1637"/>
                    <a:pt x="6020" y="1799"/>
                  </a:cubicBezTo>
                  <a:lnTo>
                    <a:pt x="7070" y="3929"/>
                  </a:lnTo>
                  <a:lnTo>
                    <a:pt x="3354" y="3929"/>
                  </a:lnTo>
                  <a:lnTo>
                    <a:pt x="4709" y="872"/>
                  </a:lnTo>
                  <a:cubicBezTo>
                    <a:pt x="4842" y="571"/>
                    <a:pt x="5132" y="409"/>
                    <a:pt x="5424" y="409"/>
                  </a:cubicBezTo>
                  <a:close/>
                  <a:moveTo>
                    <a:pt x="7396" y="4334"/>
                  </a:moveTo>
                  <a:cubicBezTo>
                    <a:pt x="7403" y="4334"/>
                    <a:pt x="7411" y="4338"/>
                    <a:pt x="7411" y="4345"/>
                  </a:cubicBezTo>
                  <a:lnTo>
                    <a:pt x="7411" y="4798"/>
                  </a:lnTo>
                  <a:lnTo>
                    <a:pt x="6961" y="4798"/>
                  </a:lnTo>
                  <a:cubicBezTo>
                    <a:pt x="6690" y="4798"/>
                    <a:pt x="6690" y="5203"/>
                    <a:pt x="6961" y="5203"/>
                  </a:cubicBezTo>
                  <a:lnTo>
                    <a:pt x="7563" y="5203"/>
                  </a:lnTo>
                  <a:lnTo>
                    <a:pt x="9638" y="6323"/>
                  </a:lnTo>
                  <a:lnTo>
                    <a:pt x="797" y="6323"/>
                  </a:lnTo>
                  <a:lnTo>
                    <a:pt x="2872" y="5203"/>
                  </a:lnTo>
                  <a:lnTo>
                    <a:pt x="6089" y="5203"/>
                  </a:lnTo>
                  <a:cubicBezTo>
                    <a:pt x="6360" y="5203"/>
                    <a:pt x="6360" y="4798"/>
                    <a:pt x="6089" y="4798"/>
                  </a:cubicBezTo>
                  <a:lnTo>
                    <a:pt x="3025" y="4798"/>
                  </a:lnTo>
                  <a:lnTo>
                    <a:pt x="3025" y="4345"/>
                  </a:lnTo>
                  <a:cubicBezTo>
                    <a:pt x="3025" y="4338"/>
                    <a:pt x="3032" y="4334"/>
                    <a:pt x="3039" y="4334"/>
                  </a:cubicBezTo>
                  <a:close/>
                  <a:moveTo>
                    <a:pt x="8381" y="6728"/>
                  </a:moveTo>
                  <a:cubicBezTo>
                    <a:pt x="8566" y="6728"/>
                    <a:pt x="8722" y="6884"/>
                    <a:pt x="8722" y="7072"/>
                  </a:cubicBezTo>
                  <a:cubicBezTo>
                    <a:pt x="8722" y="7257"/>
                    <a:pt x="8566" y="7413"/>
                    <a:pt x="8381" y="7413"/>
                  </a:cubicBezTo>
                  <a:lnTo>
                    <a:pt x="8258" y="7413"/>
                  </a:lnTo>
                  <a:lnTo>
                    <a:pt x="8258" y="7398"/>
                  </a:lnTo>
                  <a:cubicBezTo>
                    <a:pt x="8258" y="7262"/>
                    <a:pt x="8156" y="7194"/>
                    <a:pt x="8053" y="7194"/>
                  </a:cubicBezTo>
                  <a:cubicBezTo>
                    <a:pt x="7951" y="7194"/>
                    <a:pt x="7849" y="7262"/>
                    <a:pt x="7849" y="7398"/>
                  </a:cubicBezTo>
                  <a:cubicBezTo>
                    <a:pt x="7849" y="8851"/>
                    <a:pt x="6672" y="10028"/>
                    <a:pt x="5219" y="10028"/>
                  </a:cubicBezTo>
                  <a:cubicBezTo>
                    <a:pt x="3767" y="10028"/>
                    <a:pt x="2590" y="8851"/>
                    <a:pt x="2590" y="7398"/>
                  </a:cubicBezTo>
                  <a:cubicBezTo>
                    <a:pt x="2590" y="7262"/>
                    <a:pt x="2489" y="7194"/>
                    <a:pt x="2387" y="7194"/>
                  </a:cubicBezTo>
                  <a:cubicBezTo>
                    <a:pt x="2286" y="7194"/>
                    <a:pt x="2184" y="7262"/>
                    <a:pt x="2184" y="7398"/>
                  </a:cubicBezTo>
                  <a:lnTo>
                    <a:pt x="2184" y="7413"/>
                  </a:lnTo>
                  <a:lnTo>
                    <a:pt x="2061" y="7413"/>
                  </a:lnTo>
                  <a:cubicBezTo>
                    <a:pt x="1873" y="7413"/>
                    <a:pt x="1717" y="7257"/>
                    <a:pt x="1717" y="7072"/>
                  </a:cubicBezTo>
                  <a:cubicBezTo>
                    <a:pt x="1717" y="6884"/>
                    <a:pt x="1873" y="6728"/>
                    <a:pt x="2061" y="6728"/>
                  </a:cubicBezTo>
                  <a:lnTo>
                    <a:pt x="3709" y="6728"/>
                  </a:lnTo>
                  <a:lnTo>
                    <a:pt x="3709" y="7029"/>
                  </a:lnTo>
                  <a:cubicBezTo>
                    <a:pt x="3709" y="7165"/>
                    <a:pt x="3811" y="7233"/>
                    <a:pt x="3912" y="7233"/>
                  </a:cubicBezTo>
                  <a:cubicBezTo>
                    <a:pt x="4013" y="7233"/>
                    <a:pt x="4115" y="7165"/>
                    <a:pt x="4115" y="7029"/>
                  </a:cubicBezTo>
                  <a:lnTo>
                    <a:pt x="4115" y="6728"/>
                  </a:lnTo>
                  <a:lnTo>
                    <a:pt x="6324" y="6728"/>
                  </a:lnTo>
                  <a:lnTo>
                    <a:pt x="6324" y="7029"/>
                  </a:lnTo>
                  <a:cubicBezTo>
                    <a:pt x="6324" y="7165"/>
                    <a:pt x="6425" y="7233"/>
                    <a:pt x="6527" y="7233"/>
                  </a:cubicBezTo>
                  <a:cubicBezTo>
                    <a:pt x="6628" y="7233"/>
                    <a:pt x="6730" y="7165"/>
                    <a:pt x="6730" y="7029"/>
                  </a:cubicBezTo>
                  <a:lnTo>
                    <a:pt x="6730" y="6728"/>
                  </a:lnTo>
                  <a:close/>
                  <a:moveTo>
                    <a:pt x="8309" y="7818"/>
                  </a:moveTo>
                  <a:cubicBezTo>
                    <a:pt x="8406" y="8771"/>
                    <a:pt x="8406" y="9731"/>
                    <a:pt x="8309" y="10683"/>
                  </a:cubicBezTo>
                  <a:lnTo>
                    <a:pt x="8055" y="10683"/>
                  </a:lnTo>
                  <a:cubicBezTo>
                    <a:pt x="8008" y="10683"/>
                    <a:pt x="7965" y="10687"/>
                    <a:pt x="7921" y="10694"/>
                  </a:cubicBezTo>
                  <a:cubicBezTo>
                    <a:pt x="7700" y="10527"/>
                    <a:pt x="7240" y="10147"/>
                    <a:pt x="7016" y="9843"/>
                  </a:cubicBezTo>
                  <a:cubicBezTo>
                    <a:pt x="7675" y="9358"/>
                    <a:pt x="8113" y="8630"/>
                    <a:pt x="8225" y="7818"/>
                  </a:cubicBezTo>
                  <a:close/>
                  <a:moveTo>
                    <a:pt x="6324" y="10227"/>
                  </a:moveTo>
                  <a:lnTo>
                    <a:pt x="6324" y="10705"/>
                  </a:lnTo>
                  <a:cubicBezTo>
                    <a:pt x="6324" y="10792"/>
                    <a:pt x="6335" y="10879"/>
                    <a:pt x="6357" y="10962"/>
                  </a:cubicBezTo>
                  <a:lnTo>
                    <a:pt x="5672" y="11302"/>
                  </a:lnTo>
                  <a:cubicBezTo>
                    <a:pt x="5547" y="11179"/>
                    <a:pt x="5383" y="11118"/>
                    <a:pt x="5220" y="11118"/>
                  </a:cubicBezTo>
                  <a:cubicBezTo>
                    <a:pt x="5056" y="11118"/>
                    <a:pt x="4893" y="11179"/>
                    <a:pt x="4770" y="11302"/>
                  </a:cubicBezTo>
                  <a:lnTo>
                    <a:pt x="4086" y="10962"/>
                  </a:lnTo>
                  <a:cubicBezTo>
                    <a:pt x="4104" y="10875"/>
                    <a:pt x="4115" y="10792"/>
                    <a:pt x="4115" y="10705"/>
                  </a:cubicBezTo>
                  <a:lnTo>
                    <a:pt x="4115" y="10227"/>
                  </a:lnTo>
                  <a:cubicBezTo>
                    <a:pt x="4470" y="10366"/>
                    <a:pt x="4845" y="10436"/>
                    <a:pt x="5219" y="10436"/>
                  </a:cubicBezTo>
                  <a:cubicBezTo>
                    <a:pt x="5594" y="10436"/>
                    <a:pt x="5969" y="10366"/>
                    <a:pt x="6324" y="10227"/>
                  </a:cubicBezTo>
                  <a:close/>
                  <a:moveTo>
                    <a:pt x="3705" y="10140"/>
                  </a:moveTo>
                  <a:lnTo>
                    <a:pt x="3705" y="10701"/>
                  </a:lnTo>
                  <a:lnTo>
                    <a:pt x="3705" y="10705"/>
                  </a:lnTo>
                  <a:cubicBezTo>
                    <a:pt x="3705" y="10987"/>
                    <a:pt x="3528" y="11237"/>
                    <a:pt x="3260" y="11335"/>
                  </a:cubicBezTo>
                  <a:lnTo>
                    <a:pt x="3017" y="11418"/>
                  </a:lnTo>
                  <a:cubicBezTo>
                    <a:pt x="3046" y="11241"/>
                    <a:pt x="2996" y="11060"/>
                    <a:pt x="2887" y="10922"/>
                  </a:cubicBezTo>
                  <a:cubicBezTo>
                    <a:pt x="3101" y="10752"/>
                    <a:pt x="3466" y="10437"/>
                    <a:pt x="3705" y="10140"/>
                  </a:cubicBezTo>
                  <a:close/>
                  <a:moveTo>
                    <a:pt x="6733" y="10140"/>
                  </a:moveTo>
                  <a:cubicBezTo>
                    <a:pt x="6972" y="10440"/>
                    <a:pt x="7338" y="10752"/>
                    <a:pt x="7552" y="10922"/>
                  </a:cubicBezTo>
                  <a:cubicBezTo>
                    <a:pt x="7461" y="11034"/>
                    <a:pt x="7411" y="11176"/>
                    <a:pt x="7411" y="11324"/>
                  </a:cubicBezTo>
                  <a:lnTo>
                    <a:pt x="7414" y="11321"/>
                  </a:lnTo>
                  <a:cubicBezTo>
                    <a:pt x="7414" y="11353"/>
                    <a:pt x="7414" y="11386"/>
                    <a:pt x="7421" y="11418"/>
                  </a:cubicBezTo>
                  <a:lnTo>
                    <a:pt x="7179" y="11335"/>
                  </a:lnTo>
                  <a:cubicBezTo>
                    <a:pt x="6911" y="11241"/>
                    <a:pt x="6733" y="10987"/>
                    <a:pt x="6733" y="10705"/>
                  </a:cubicBezTo>
                  <a:lnTo>
                    <a:pt x="6733" y="10140"/>
                  </a:lnTo>
                  <a:close/>
                  <a:moveTo>
                    <a:pt x="2384" y="11089"/>
                  </a:moveTo>
                  <a:cubicBezTo>
                    <a:pt x="2514" y="11089"/>
                    <a:pt x="2615" y="11194"/>
                    <a:pt x="2615" y="11321"/>
                  </a:cubicBezTo>
                  <a:cubicBezTo>
                    <a:pt x="2615" y="11447"/>
                    <a:pt x="2514" y="11552"/>
                    <a:pt x="2384" y="11552"/>
                  </a:cubicBezTo>
                  <a:lnTo>
                    <a:pt x="2166" y="11552"/>
                  </a:lnTo>
                  <a:cubicBezTo>
                    <a:pt x="1858" y="11552"/>
                    <a:pt x="1858" y="11089"/>
                    <a:pt x="2166" y="11089"/>
                  </a:cubicBezTo>
                  <a:close/>
                  <a:moveTo>
                    <a:pt x="8272" y="11089"/>
                  </a:moveTo>
                  <a:cubicBezTo>
                    <a:pt x="8399" y="11089"/>
                    <a:pt x="8504" y="11194"/>
                    <a:pt x="8504" y="11321"/>
                  </a:cubicBezTo>
                  <a:cubicBezTo>
                    <a:pt x="8504" y="11447"/>
                    <a:pt x="8399" y="11552"/>
                    <a:pt x="8272" y="11552"/>
                  </a:cubicBezTo>
                  <a:lnTo>
                    <a:pt x="8052" y="11552"/>
                  </a:lnTo>
                  <a:cubicBezTo>
                    <a:pt x="7744" y="11552"/>
                    <a:pt x="7744" y="11089"/>
                    <a:pt x="8052" y="11089"/>
                  </a:cubicBezTo>
                  <a:close/>
                  <a:moveTo>
                    <a:pt x="5217" y="11524"/>
                  </a:moveTo>
                  <a:cubicBezTo>
                    <a:pt x="5337" y="11524"/>
                    <a:pt x="5451" y="11616"/>
                    <a:pt x="5451" y="11755"/>
                  </a:cubicBezTo>
                  <a:cubicBezTo>
                    <a:pt x="5451" y="11886"/>
                    <a:pt x="5346" y="11987"/>
                    <a:pt x="5219" y="11991"/>
                  </a:cubicBezTo>
                  <a:lnTo>
                    <a:pt x="5219" y="11987"/>
                  </a:lnTo>
                  <a:cubicBezTo>
                    <a:pt x="5013" y="11987"/>
                    <a:pt x="4908" y="11737"/>
                    <a:pt x="5053" y="11592"/>
                  </a:cubicBezTo>
                  <a:cubicBezTo>
                    <a:pt x="5101" y="11545"/>
                    <a:pt x="5160" y="11524"/>
                    <a:pt x="5217" y="11524"/>
                  </a:cubicBezTo>
                  <a:close/>
                  <a:moveTo>
                    <a:pt x="5423" y="0"/>
                  </a:moveTo>
                  <a:cubicBezTo>
                    <a:pt x="4979" y="0"/>
                    <a:pt x="4540" y="247"/>
                    <a:pt x="4336" y="705"/>
                  </a:cubicBezTo>
                  <a:lnTo>
                    <a:pt x="2894" y="3950"/>
                  </a:lnTo>
                  <a:cubicBezTo>
                    <a:pt x="2728" y="4012"/>
                    <a:pt x="2615" y="4168"/>
                    <a:pt x="2615" y="4345"/>
                  </a:cubicBezTo>
                  <a:lnTo>
                    <a:pt x="2615" y="4877"/>
                  </a:lnTo>
                  <a:lnTo>
                    <a:pt x="421" y="6062"/>
                  </a:lnTo>
                  <a:cubicBezTo>
                    <a:pt x="95" y="6236"/>
                    <a:pt x="218" y="6732"/>
                    <a:pt x="591" y="6732"/>
                  </a:cubicBezTo>
                  <a:lnTo>
                    <a:pt x="1391" y="6732"/>
                  </a:lnTo>
                  <a:cubicBezTo>
                    <a:pt x="1199" y="7101"/>
                    <a:pt x="1351" y="7561"/>
                    <a:pt x="1728" y="7742"/>
                  </a:cubicBezTo>
                  <a:cubicBezTo>
                    <a:pt x="1721" y="7818"/>
                    <a:pt x="1710" y="7916"/>
                    <a:pt x="1699" y="8036"/>
                  </a:cubicBezTo>
                  <a:cubicBezTo>
                    <a:pt x="1688" y="8148"/>
                    <a:pt x="1771" y="8246"/>
                    <a:pt x="1884" y="8257"/>
                  </a:cubicBezTo>
                  <a:lnTo>
                    <a:pt x="1902" y="8257"/>
                  </a:lnTo>
                  <a:cubicBezTo>
                    <a:pt x="2007" y="8257"/>
                    <a:pt x="2097" y="8173"/>
                    <a:pt x="2105" y="8068"/>
                  </a:cubicBezTo>
                  <a:cubicBezTo>
                    <a:pt x="2116" y="7970"/>
                    <a:pt x="2123" y="7887"/>
                    <a:pt x="2130" y="7818"/>
                  </a:cubicBezTo>
                  <a:lnTo>
                    <a:pt x="2210" y="7818"/>
                  </a:lnTo>
                  <a:cubicBezTo>
                    <a:pt x="2322" y="8630"/>
                    <a:pt x="2760" y="9361"/>
                    <a:pt x="3419" y="9846"/>
                  </a:cubicBezTo>
                  <a:cubicBezTo>
                    <a:pt x="3195" y="10143"/>
                    <a:pt x="2735" y="10527"/>
                    <a:pt x="2514" y="10694"/>
                  </a:cubicBezTo>
                  <a:cubicBezTo>
                    <a:pt x="2470" y="10687"/>
                    <a:pt x="2427" y="10679"/>
                    <a:pt x="2384" y="10679"/>
                  </a:cubicBezTo>
                  <a:lnTo>
                    <a:pt x="2130" y="10679"/>
                  </a:lnTo>
                  <a:cubicBezTo>
                    <a:pt x="2068" y="10100"/>
                    <a:pt x="2043" y="9513"/>
                    <a:pt x="2058" y="8927"/>
                  </a:cubicBezTo>
                  <a:cubicBezTo>
                    <a:pt x="2061" y="8814"/>
                    <a:pt x="1971" y="8720"/>
                    <a:pt x="1858" y="8720"/>
                  </a:cubicBezTo>
                  <a:lnTo>
                    <a:pt x="1855" y="8720"/>
                  </a:lnTo>
                  <a:cubicBezTo>
                    <a:pt x="1853" y="8720"/>
                    <a:pt x="1850" y="8720"/>
                    <a:pt x="1848" y="8720"/>
                  </a:cubicBezTo>
                  <a:cubicBezTo>
                    <a:pt x="1739" y="8720"/>
                    <a:pt x="1652" y="8809"/>
                    <a:pt x="1648" y="8919"/>
                  </a:cubicBezTo>
                  <a:cubicBezTo>
                    <a:pt x="1634" y="9560"/>
                    <a:pt x="1663" y="10205"/>
                    <a:pt x="1735" y="10846"/>
                  </a:cubicBezTo>
                  <a:cubicBezTo>
                    <a:pt x="1453" y="11100"/>
                    <a:pt x="1456" y="11549"/>
                    <a:pt x="1743" y="11799"/>
                  </a:cubicBezTo>
                  <a:lnTo>
                    <a:pt x="1743" y="11867"/>
                  </a:lnTo>
                  <a:lnTo>
                    <a:pt x="1007" y="12128"/>
                  </a:lnTo>
                  <a:cubicBezTo>
                    <a:pt x="402" y="12342"/>
                    <a:pt x="0" y="12910"/>
                    <a:pt x="0" y="13551"/>
                  </a:cubicBezTo>
                  <a:lnTo>
                    <a:pt x="0" y="13718"/>
                  </a:lnTo>
                  <a:cubicBezTo>
                    <a:pt x="0" y="13854"/>
                    <a:pt x="102" y="13922"/>
                    <a:pt x="203" y="13922"/>
                  </a:cubicBezTo>
                  <a:cubicBezTo>
                    <a:pt x="305" y="13922"/>
                    <a:pt x="406" y="13854"/>
                    <a:pt x="406" y="13718"/>
                  </a:cubicBezTo>
                  <a:lnTo>
                    <a:pt x="406" y="13551"/>
                  </a:lnTo>
                  <a:cubicBezTo>
                    <a:pt x="406" y="13084"/>
                    <a:pt x="703" y="12668"/>
                    <a:pt x="1141" y="12512"/>
                  </a:cubicBezTo>
                  <a:lnTo>
                    <a:pt x="1743" y="12298"/>
                  </a:lnTo>
                  <a:lnTo>
                    <a:pt x="1743" y="13718"/>
                  </a:lnTo>
                  <a:cubicBezTo>
                    <a:pt x="1743" y="13854"/>
                    <a:pt x="1844" y="13922"/>
                    <a:pt x="1945" y="13922"/>
                  </a:cubicBezTo>
                  <a:cubicBezTo>
                    <a:pt x="2047" y="13922"/>
                    <a:pt x="2148" y="13854"/>
                    <a:pt x="2148" y="13718"/>
                  </a:cubicBezTo>
                  <a:lnTo>
                    <a:pt x="2148" y="11962"/>
                  </a:lnTo>
                  <a:lnTo>
                    <a:pt x="2380" y="11962"/>
                  </a:lnTo>
                  <a:cubicBezTo>
                    <a:pt x="2413" y="11962"/>
                    <a:pt x="2445" y="11958"/>
                    <a:pt x="2478" y="11954"/>
                  </a:cubicBezTo>
                  <a:cubicBezTo>
                    <a:pt x="2637" y="12230"/>
                    <a:pt x="3101" y="13077"/>
                    <a:pt x="3274" y="13769"/>
                  </a:cubicBezTo>
                  <a:cubicBezTo>
                    <a:pt x="3301" y="13877"/>
                    <a:pt x="3382" y="13924"/>
                    <a:pt x="3465" y="13924"/>
                  </a:cubicBezTo>
                  <a:cubicBezTo>
                    <a:pt x="3585" y="13924"/>
                    <a:pt x="3708" y="13824"/>
                    <a:pt x="3669" y="13667"/>
                  </a:cubicBezTo>
                  <a:cubicBezTo>
                    <a:pt x="3506" y="13015"/>
                    <a:pt x="3119" y="12266"/>
                    <a:pt x="2909" y="11889"/>
                  </a:cubicBezTo>
                  <a:lnTo>
                    <a:pt x="3394" y="11719"/>
                  </a:lnTo>
                  <a:cubicBezTo>
                    <a:pt x="3600" y="11646"/>
                    <a:pt x="3782" y="11509"/>
                    <a:pt x="3908" y="11331"/>
                  </a:cubicBezTo>
                  <a:lnTo>
                    <a:pt x="4582" y="11668"/>
                  </a:lnTo>
                  <a:cubicBezTo>
                    <a:pt x="4538" y="11972"/>
                    <a:pt x="4720" y="12266"/>
                    <a:pt x="5009" y="12364"/>
                  </a:cubicBezTo>
                  <a:lnTo>
                    <a:pt x="5009" y="13718"/>
                  </a:lnTo>
                  <a:cubicBezTo>
                    <a:pt x="5009" y="13854"/>
                    <a:pt x="5112" y="13922"/>
                    <a:pt x="5214" y="13922"/>
                  </a:cubicBezTo>
                  <a:cubicBezTo>
                    <a:pt x="5316" y="13922"/>
                    <a:pt x="5419" y="13854"/>
                    <a:pt x="5419" y="13718"/>
                  </a:cubicBezTo>
                  <a:lnTo>
                    <a:pt x="5419" y="12364"/>
                  </a:lnTo>
                  <a:cubicBezTo>
                    <a:pt x="5712" y="12266"/>
                    <a:pt x="5889" y="11972"/>
                    <a:pt x="5850" y="11668"/>
                  </a:cubicBezTo>
                  <a:lnTo>
                    <a:pt x="6520" y="11331"/>
                  </a:lnTo>
                  <a:cubicBezTo>
                    <a:pt x="6650" y="11512"/>
                    <a:pt x="6827" y="11646"/>
                    <a:pt x="7037" y="11719"/>
                  </a:cubicBezTo>
                  <a:lnTo>
                    <a:pt x="7519" y="11889"/>
                  </a:lnTo>
                  <a:cubicBezTo>
                    <a:pt x="7313" y="12266"/>
                    <a:pt x="6922" y="13019"/>
                    <a:pt x="6759" y="13671"/>
                  </a:cubicBezTo>
                  <a:cubicBezTo>
                    <a:pt x="6720" y="13825"/>
                    <a:pt x="6844" y="13924"/>
                    <a:pt x="6965" y="13924"/>
                  </a:cubicBezTo>
                  <a:cubicBezTo>
                    <a:pt x="7048" y="13924"/>
                    <a:pt x="7130" y="13877"/>
                    <a:pt x="7157" y="13769"/>
                  </a:cubicBezTo>
                  <a:cubicBezTo>
                    <a:pt x="7327" y="13081"/>
                    <a:pt x="7794" y="12230"/>
                    <a:pt x="7950" y="11954"/>
                  </a:cubicBezTo>
                  <a:cubicBezTo>
                    <a:pt x="7983" y="11958"/>
                    <a:pt x="8015" y="11962"/>
                    <a:pt x="8048" y="11962"/>
                  </a:cubicBezTo>
                  <a:lnTo>
                    <a:pt x="8280" y="11962"/>
                  </a:lnTo>
                  <a:lnTo>
                    <a:pt x="8280" y="13718"/>
                  </a:lnTo>
                  <a:cubicBezTo>
                    <a:pt x="8280" y="13854"/>
                    <a:pt x="8381" y="13922"/>
                    <a:pt x="8483" y="13922"/>
                  </a:cubicBezTo>
                  <a:cubicBezTo>
                    <a:pt x="8584" y="13922"/>
                    <a:pt x="8685" y="13854"/>
                    <a:pt x="8685" y="13718"/>
                  </a:cubicBezTo>
                  <a:lnTo>
                    <a:pt x="8685" y="12302"/>
                  </a:lnTo>
                  <a:lnTo>
                    <a:pt x="9287" y="12516"/>
                  </a:lnTo>
                  <a:cubicBezTo>
                    <a:pt x="9728" y="12671"/>
                    <a:pt x="10022" y="13088"/>
                    <a:pt x="10022" y="13555"/>
                  </a:cubicBezTo>
                  <a:lnTo>
                    <a:pt x="10022" y="13718"/>
                  </a:lnTo>
                  <a:cubicBezTo>
                    <a:pt x="10022" y="13854"/>
                    <a:pt x="10124" y="13922"/>
                    <a:pt x="10226" y="13922"/>
                  </a:cubicBezTo>
                  <a:cubicBezTo>
                    <a:pt x="10329" y="13922"/>
                    <a:pt x="10431" y="13854"/>
                    <a:pt x="10431" y="13718"/>
                  </a:cubicBezTo>
                  <a:lnTo>
                    <a:pt x="10431" y="13555"/>
                  </a:lnTo>
                  <a:cubicBezTo>
                    <a:pt x="10431" y="12914"/>
                    <a:pt x="10029" y="12345"/>
                    <a:pt x="9428" y="12128"/>
                  </a:cubicBezTo>
                  <a:lnTo>
                    <a:pt x="8693" y="11867"/>
                  </a:lnTo>
                  <a:lnTo>
                    <a:pt x="8693" y="11802"/>
                  </a:lnTo>
                  <a:cubicBezTo>
                    <a:pt x="8979" y="11549"/>
                    <a:pt x="8982" y="11103"/>
                    <a:pt x="8696" y="10846"/>
                  </a:cubicBezTo>
                  <a:cubicBezTo>
                    <a:pt x="8816" y="9814"/>
                    <a:pt x="8819" y="8774"/>
                    <a:pt x="8707" y="7742"/>
                  </a:cubicBezTo>
                  <a:cubicBezTo>
                    <a:pt x="9084" y="7558"/>
                    <a:pt x="9236" y="7101"/>
                    <a:pt x="9044" y="6728"/>
                  </a:cubicBezTo>
                  <a:lnTo>
                    <a:pt x="9844" y="6728"/>
                  </a:lnTo>
                  <a:cubicBezTo>
                    <a:pt x="9846" y="6728"/>
                    <a:pt x="9847" y="6728"/>
                    <a:pt x="9848" y="6728"/>
                  </a:cubicBezTo>
                  <a:cubicBezTo>
                    <a:pt x="10218" y="6728"/>
                    <a:pt x="10339" y="6235"/>
                    <a:pt x="10015" y="6062"/>
                  </a:cubicBezTo>
                  <a:lnTo>
                    <a:pt x="7820" y="4877"/>
                  </a:lnTo>
                  <a:lnTo>
                    <a:pt x="7820" y="4345"/>
                  </a:lnTo>
                  <a:cubicBezTo>
                    <a:pt x="7820" y="4168"/>
                    <a:pt x="7707" y="4008"/>
                    <a:pt x="7537" y="3947"/>
                  </a:cubicBezTo>
                  <a:lnTo>
                    <a:pt x="6733" y="2321"/>
                  </a:lnTo>
                  <a:lnTo>
                    <a:pt x="6929" y="2172"/>
                  </a:lnTo>
                  <a:cubicBezTo>
                    <a:pt x="7226" y="1951"/>
                    <a:pt x="7273" y="1524"/>
                    <a:pt x="7030" y="1245"/>
                  </a:cubicBezTo>
                  <a:lnTo>
                    <a:pt x="6320" y="416"/>
                  </a:lnTo>
                  <a:cubicBezTo>
                    <a:pt x="6081" y="134"/>
                    <a:pt x="5751" y="0"/>
                    <a:pt x="5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6" name="Google Shape;13976;p82"/>
          <p:cNvGrpSpPr/>
          <p:nvPr/>
        </p:nvGrpSpPr>
        <p:grpSpPr>
          <a:xfrm>
            <a:off x="5361479" y="3356598"/>
            <a:ext cx="273580" cy="364948"/>
            <a:chOff x="5361479" y="3356598"/>
            <a:chExt cx="273580" cy="364948"/>
          </a:xfrm>
        </p:grpSpPr>
        <p:sp>
          <p:nvSpPr>
            <p:cNvPr id="13977" name="Google Shape;13977;p82"/>
            <p:cNvSpPr/>
            <p:nvPr/>
          </p:nvSpPr>
          <p:spPr>
            <a:xfrm>
              <a:off x="5401172" y="3527614"/>
              <a:ext cx="194298" cy="125739"/>
            </a:xfrm>
            <a:custGeom>
              <a:rect b="b" l="l" r="r" t="t"/>
              <a:pathLst>
                <a:path extrusionOk="0" h="4796" w="7411">
                  <a:moveTo>
                    <a:pt x="870" y="0"/>
                  </a:moveTo>
                  <a:cubicBezTo>
                    <a:pt x="870" y="1677"/>
                    <a:pt x="0" y="2637"/>
                    <a:pt x="435" y="4796"/>
                  </a:cubicBezTo>
                  <a:lnTo>
                    <a:pt x="6972" y="4796"/>
                  </a:lnTo>
                  <a:cubicBezTo>
                    <a:pt x="7410" y="2637"/>
                    <a:pt x="6537" y="1681"/>
                    <a:pt x="65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2"/>
            <p:cNvSpPr/>
            <p:nvPr/>
          </p:nvSpPr>
          <p:spPr>
            <a:xfrm>
              <a:off x="5401172" y="3527614"/>
              <a:ext cx="97162" cy="125739"/>
            </a:xfrm>
            <a:custGeom>
              <a:rect b="b" l="l" r="r" t="t"/>
              <a:pathLst>
                <a:path extrusionOk="0" h="4796" w="3706">
                  <a:moveTo>
                    <a:pt x="870" y="0"/>
                  </a:moveTo>
                  <a:cubicBezTo>
                    <a:pt x="870" y="1677"/>
                    <a:pt x="0" y="2637"/>
                    <a:pt x="435" y="4796"/>
                  </a:cubicBezTo>
                  <a:lnTo>
                    <a:pt x="3705" y="4796"/>
                  </a:lnTo>
                  <a:lnTo>
                    <a:pt x="370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2"/>
            <p:cNvSpPr/>
            <p:nvPr/>
          </p:nvSpPr>
          <p:spPr>
            <a:xfrm>
              <a:off x="5366880" y="3579079"/>
              <a:ext cx="262857" cy="137144"/>
            </a:xfrm>
            <a:custGeom>
              <a:rect b="b" l="l" r="r" t="t"/>
              <a:pathLst>
                <a:path extrusionOk="0" h="5231" w="10026">
                  <a:moveTo>
                    <a:pt x="3706" y="0"/>
                  </a:moveTo>
                  <a:lnTo>
                    <a:pt x="3706" y="1344"/>
                  </a:lnTo>
                  <a:cubicBezTo>
                    <a:pt x="3706" y="1713"/>
                    <a:pt x="3470" y="2043"/>
                    <a:pt x="3123" y="2166"/>
                  </a:cubicBezTo>
                  <a:lnTo>
                    <a:pt x="874" y="2959"/>
                  </a:lnTo>
                  <a:cubicBezTo>
                    <a:pt x="349" y="3144"/>
                    <a:pt x="1" y="3640"/>
                    <a:pt x="1" y="4194"/>
                  </a:cubicBezTo>
                  <a:lnTo>
                    <a:pt x="1" y="5230"/>
                  </a:lnTo>
                  <a:lnTo>
                    <a:pt x="10026" y="5230"/>
                  </a:lnTo>
                  <a:lnTo>
                    <a:pt x="10026" y="4194"/>
                  </a:lnTo>
                  <a:cubicBezTo>
                    <a:pt x="10026" y="3640"/>
                    <a:pt x="9674" y="3144"/>
                    <a:pt x="9153" y="2959"/>
                  </a:cubicBezTo>
                  <a:lnTo>
                    <a:pt x="6904" y="2166"/>
                  </a:lnTo>
                  <a:cubicBezTo>
                    <a:pt x="6553" y="2043"/>
                    <a:pt x="6321" y="1713"/>
                    <a:pt x="6321" y="1344"/>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2"/>
            <p:cNvSpPr/>
            <p:nvPr/>
          </p:nvSpPr>
          <p:spPr>
            <a:xfrm>
              <a:off x="5366880" y="3636417"/>
              <a:ext cx="262857" cy="79806"/>
            </a:xfrm>
            <a:custGeom>
              <a:rect b="b" l="l" r="r" t="t"/>
              <a:pathLst>
                <a:path extrusionOk="0" h="3044" w="10026">
                  <a:moveTo>
                    <a:pt x="3068" y="1"/>
                  </a:moveTo>
                  <a:lnTo>
                    <a:pt x="874" y="772"/>
                  </a:lnTo>
                  <a:cubicBezTo>
                    <a:pt x="352" y="957"/>
                    <a:pt x="1" y="1453"/>
                    <a:pt x="1" y="2007"/>
                  </a:cubicBezTo>
                  <a:lnTo>
                    <a:pt x="1" y="3043"/>
                  </a:lnTo>
                  <a:lnTo>
                    <a:pt x="10026" y="3043"/>
                  </a:lnTo>
                  <a:lnTo>
                    <a:pt x="10026" y="2007"/>
                  </a:lnTo>
                  <a:cubicBezTo>
                    <a:pt x="10026" y="1450"/>
                    <a:pt x="9674" y="957"/>
                    <a:pt x="9153" y="772"/>
                  </a:cubicBezTo>
                  <a:lnTo>
                    <a:pt x="6962" y="1"/>
                  </a:lnTo>
                  <a:cubicBezTo>
                    <a:pt x="6842" y="986"/>
                    <a:pt x="6006" y="1725"/>
                    <a:pt x="5013" y="1725"/>
                  </a:cubicBezTo>
                  <a:cubicBezTo>
                    <a:pt x="4021" y="1725"/>
                    <a:pt x="3184" y="986"/>
                    <a:pt x="3068"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2"/>
            <p:cNvSpPr/>
            <p:nvPr/>
          </p:nvSpPr>
          <p:spPr>
            <a:xfrm>
              <a:off x="5464016" y="3584768"/>
              <a:ext cx="68585" cy="34319"/>
            </a:xfrm>
            <a:custGeom>
              <a:rect b="b" l="l" r="r" t="t"/>
              <a:pathLst>
                <a:path extrusionOk="0" h="1309" w="2616">
                  <a:moveTo>
                    <a:pt x="1" y="1"/>
                  </a:moveTo>
                  <a:lnTo>
                    <a:pt x="1" y="1040"/>
                  </a:lnTo>
                  <a:cubicBezTo>
                    <a:pt x="417" y="1219"/>
                    <a:pt x="862" y="1309"/>
                    <a:pt x="1307" y="1309"/>
                  </a:cubicBezTo>
                  <a:cubicBezTo>
                    <a:pt x="1752" y="1309"/>
                    <a:pt x="2197"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2"/>
            <p:cNvSpPr/>
            <p:nvPr/>
          </p:nvSpPr>
          <p:spPr>
            <a:xfrm>
              <a:off x="5423955" y="3447651"/>
              <a:ext cx="148627" cy="154238"/>
            </a:xfrm>
            <a:custGeom>
              <a:rect b="b" l="l" r="r" t="t"/>
              <a:pathLst>
                <a:path extrusionOk="0" h="5883" w="5669">
                  <a:moveTo>
                    <a:pt x="1" y="1"/>
                  </a:moveTo>
                  <a:lnTo>
                    <a:pt x="1" y="3050"/>
                  </a:lnTo>
                  <a:cubicBezTo>
                    <a:pt x="1" y="4615"/>
                    <a:pt x="1272" y="5883"/>
                    <a:pt x="2836" y="5883"/>
                  </a:cubicBezTo>
                  <a:cubicBezTo>
                    <a:pt x="4401" y="5883"/>
                    <a:pt x="5668" y="4615"/>
                    <a:pt x="5668" y="3050"/>
                  </a:cubicBezTo>
                  <a:lnTo>
                    <a:pt x="5668"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2"/>
            <p:cNvSpPr/>
            <p:nvPr/>
          </p:nvSpPr>
          <p:spPr>
            <a:xfrm>
              <a:off x="5423693" y="3447572"/>
              <a:ext cx="148889" cy="154342"/>
            </a:xfrm>
            <a:custGeom>
              <a:rect b="b" l="l" r="r" t="t"/>
              <a:pathLst>
                <a:path extrusionOk="0" h="5887" w="5679">
                  <a:moveTo>
                    <a:pt x="5678" y="0"/>
                  </a:moveTo>
                  <a:lnTo>
                    <a:pt x="11" y="4"/>
                  </a:lnTo>
                  <a:lnTo>
                    <a:pt x="11" y="3053"/>
                  </a:lnTo>
                  <a:cubicBezTo>
                    <a:pt x="1" y="4639"/>
                    <a:pt x="1294" y="5886"/>
                    <a:pt x="2824" y="5886"/>
                  </a:cubicBezTo>
                  <a:cubicBezTo>
                    <a:pt x="2974" y="5886"/>
                    <a:pt x="3127" y="5874"/>
                    <a:pt x="3281" y="5849"/>
                  </a:cubicBezTo>
                  <a:cubicBezTo>
                    <a:pt x="1901" y="5636"/>
                    <a:pt x="883" y="4448"/>
                    <a:pt x="883" y="3053"/>
                  </a:cubicBezTo>
                  <a:lnTo>
                    <a:pt x="883" y="2307"/>
                  </a:lnTo>
                  <a:cubicBezTo>
                    <a:pt x="883" y="2238"/>
                    <a:pt x="891" y="2173"/>
                    <a:pt x="905" y="2112"/>
                  </a:cubicBezTo>
                  <a:cubicBezTo>
                    <a:pt x="956" y="1884"/>
                    <a:pt x="1169" y="1750"/>
                    <a:pt x="1398" y="1721"/>
                  </a:cubicBezTo>
                  <a:cubicBezTo>
                    <a:pt x="1430" y="1717"/>
                    <a:pt x="1463" y="1710"/>
                    <a:pt x="1492" y="1702"/>
                  </a:cubicBezTo>
                  <a:cubicBezTo>
                    <a:pt x="2031" y="1558"/>
                    <a:pt x="2560" y="1369"/>
                    <a:pt x="3074" y="1145"/>
                  </a:cubicBezTo>
                  <a:cubicBezTo>
                    <a:pt x="3103" y="1482"/>
                    <a:pt x="3386" y="1739"/>
                    <a:pt x="3726" y="1742"/>
                  </a:cubicBezTo>
                  <a:cubicBezTo>
                    <a:pt x="4262" y="1728"/>
                    <a:pt x="4798" y="1648"/>
                    <a:pt x="5316" y="1496"/>
                  </a:cubicBezTo>
                  <a:cubicBezTo>
                    <a:pt x="5450" y="1453"/>
                    <a:pt x="5570" y="1369"/>
                    <a:pt x="5653" y="1257"/>
                  </a:cubicBezTo>
                  <a:lnTo>
                    <a:pt x="5678" y="1203"/>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2"/>
            <p:cNvSpPr/>
            <p:nvPr/>
          </p:nvSpPr>
          <p:spPr>
            <a:xfrm>
              <a:off x="5532574" y="3613162"/>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2"/>
            <p:cNvSpPr/>
            <p:nvPr/>
          </p:nvSpPr>
          <p:spPr>
            <a:xfrm>
              <a:off x="5464016" y="3613162"/>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2"/>
            <p:cNvSpPr/>
            <p:nvPr/>
          </p:nvSpPr>
          <p:spPr>
            <a:xfrm>
              <a:off x="5412551" y="3384808"/>
              <a:ext cx="171436" cy="114335"/>
            </a:xfrm>
            <a:custGeom>
              <a:rect b="b" l="l" r="r" t="t"/>
              <a:pathLst>
                <a:path extrusionOk="0" h="4361" w="6539">
                  <a:moveTo>
                    <a:pt x="3273" y="0"/>
                  </a:moveTo>
                  <a:cubicBezTo>
                    <a:pt x="3220" y="0"/>
                    <a:pt x="3166" y="1"/>
                    <a:pt x="3112" y="4"/>
                  </a:cubicBezTo>
                  <a:cubicBezTo>
                    <a:pt x="1355" y="87"/>
                    <a:pt x="1" y="1601"/>
                    <a:pt x="1" y="3361"/>
                  </a:cubicBezTo>
                  <a:lnTo>
                    <a:pt x="1" y="4357"/>
                  </a:lnTo>
                  <a:lnTo>
                    <a:pt x="436" y="4357"/>
                  </a:lnTo>
                  <a:lnTo>
                    <a:pt x="436" y="4158"/>
                  </a:lnTo>
                  <a:cubicBezTo>
                    <a:pt x="436" y="3959"/>
                    <a:pt x="570" y="3789"/>
                    <a:pt x="761" y="3738"/>
                  </a:cubicBezTo>
                  <a:cubicBezTo>
                    <a:pt x="1616" y="3517"/>
                    <a:pt x="2992" y="3111"/>
                    <a:pt x="3825" y="2615"/>
                  </a:cubicBezTo>
                  <a:cubicBezTo>
                    <a:pt x="3861" y="2594"/>
                    <a:pt x="3899" y="2584"/>
                    <a:pt x="3936" y="2584"/>
                  </a:cubicBezTo>
                  <a:cubicBezTo>
                    <a:pt x="4049" y="2584"/>
                    <a:pt x="4151" y="2675"/>
                    <a:pt x="4151" y="2804"/>
                  </a:cubicBezTo>
                  <a:lnTo>
                    <a:pt x="4151" y="3256"/>
                  </a:lnTo>
                  <a:cubicBezTo>
                    <a:pt x="4151" y="3375"/>
                    <a:pt x="4249" y="3474"/>
                    <a:pt x="4370" y="3474"/>
                  </a:cubicBezTo>
                  <a:cubicBezTo>
                    <a:pt x="4375" y="3474"/>
                    <a:pt x="4379" y="3474"/>
                    <a:pt x="4383" y="3474"/>
                  </a:cubicBezTo>
                  <a:cubicBezTo>
                    <a:pt x="4778" y="3445"/>
                    <a:pt x="5173" y="3376"/>
                    <a:pt x="5553" y="3263"/>
                  </a:cubicBezTo>
                  <a:cubicBezTo>
                    <a:pt x="5580" y="3255"/>
                    <a:pt x="5608" y="3251"/>
                    <a:pt x="5636" y="3251"/>
                  </a:cubicBezTo>
                  <a:cubicBezTo>
                    <a:pt x="5867" y="3251"/>
                    <a:pt x="6103" y="3518"/>
                    <a:pt x="6103" y="3799"/>
                  </a:cubicBezTo>
                  <a:lnTo>
                    <a:pt x="6103" y="4361"/>
                  </a:lnTo>
                  <a:lnTo>
                    <a:pt x="6538" y="4361"/>
                  </a:lnTo>
                  <a:lnTo>
                    <a:pt x="6538" y="3267"/>
                  </a:lnTo>
                  <a:cubicBezTo>
                    <a:pt x="6538" y="1456"/>
                    <a:pt x="5066" y="0"/>
                    <a:pt x="327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2"/>
            <p:cNvSpPr/>
            <p:nvPr/>
          </p:nvSpPr>
          <p:spPr>
            <a:xfrm>
              <a:off x="5458903" y="3384808"/>
              <a:ext cx="125084" cy="114335"/>
            </a:xfrm>
            <a:custGeom>
              <a:rect b="b" l="l" r="r" t="t"/>
              <a:pathLst>
                <a:path extrusionOk="0" h="4361" w="4771">
                  <a:moveTo>
                    <a:pt x="1505" y="0"/>
                  </a:moveTo>
                  <a:cubicBezTo>
                    <a:pt x="1452" y="0"/>
                    <a:pt x="1398" y="1"/>
                    <a:pt x="1344" y="4"/>
                  </a:cubicBezTo>
                  <a:cubicBezTo>
                    <a:pt x="873" y="26"/>
                    <a:pt x="413" y="152"/>
                    <a:pt x="0" y="377"/>
                  </a:cubicBezTo>
                  <a:cubicBezTo>
                    <a:pt x="113" y="1373"/>
                    <a:pt x="576" y="2300"/>
                    <a:pt x="1304" y="2988"/>
                  </a:cubicBezTo>
                  <a:cubicBezTo>
                    <a:pt x="1561" y="2880"/>
                    <a:pt x="1815" y="2756"/>
                    <a:pt x="2057" y="2615"/>
                  </a:cubicBezTo>
                  <a:cubicBezTo>
                    <a:pt x="2092" y="2595"/>
                    <a:pt x="2129" y="2586"/>
                    <a:pt x="2165" y="2586"/>
                  </a:cubicBezTo>
                  <a:cubicBezTo>
                    <a:pt x="2279" y="2586"/>
                    <a:pt x="2383" y="2677"/>
                    <a:pt x="2383" y="2804"/>
                  </a:cubicBezTo>
                  <a:lnTo>
                    <a:pt x="2383" y="3256"/>
                  </a:lnTo>
                  <a:cubicBezTo>
                    <a:pt x="2383" y="3379"/>
                    <a:pt x="2481" y="3474"/>
                    <a:pt x="2602" y="3474"/>
                  </a:cubicBezTo>
                  <a:cubicBezTo>
                    <a:pt x="2606" y="3474"/>
                    <a:pt x="2611" y="3474"/>
                    <a:pt x="2615" y="3474"/>
                  </a:cubicBezTo>
                  <a:cubicBezTo>
                    <a:pt x="3010" y="3448"/>
                    <a:pt x="3405" y="3379"/>
                    <a:pt x="3785" y="3267"/>
                  </a:cubicBezTo>
                  <a:cubicBezTo>
                    <a:pt x="3812" y="3259"/>
                    <a:pt x="3840" y="3255"/>
                    <a:pt x="3868" y="3255"/>
                  </a:cubicBezTo>
                  <a:cubicBezTo>
                    <a:pt x="4099" y="3255"/>
                    <a:pt x="4335" y="3522"/>
                    <a:pt x="4335" y="3803"/>
                  </a:cubicBezTo>
                  <a:lnTo>
                    <a:pt x="4335" y="4361"/>
                  </a:lnTo>
                  <a:lnTo>
                    <a:pt x="4770" y="4361"/>
                  </a:lnTo>
                  <a:lnTo>
                    <a:pt x="4770" y="3267"/>
                  </a:lnTo>
                  <a:cubicBezTo>
                    <a:pt x="4770" y="1456"/>
                    <a:pt x="3298" y="0"/>
                    <a:pt x="15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2"/>
            <p:cNvSpPr/>
            <p:nvPr/>
          </p:nvSpPr>
          <p:spPr>
            <a:xfrm>
              <a:off x="5395457" y="3487633"/>
              <a:ext cx="28525" cy="45697"/>
            </a:xfrm>
            <a:custGeom>
              <a:rect b="b" l="l" r="r" t="t"/>
              <a:pathLst>
                <a:path extrusionOk="0" h="1743" w="1088">
                  <a:moveTo>
                    <a:pt x="436" y="1"/>
                  </a:moveTo>
                  <a:cubicBezTo>
                    <a:pt x="193" y="1"/>
                    <a:pt x="1" y="196"/>
                    <a:pt x="1" y="435"/>
                  </a:cubicBezTo>
                  <a:lnTo>
                    <a:pt x="1" y="1308"/>
                  </a:lnTo>
                  <a:cubicBezTo>
                    <a:pt x="1" y="1547"/>
                    <a:pt x="193" y="1743"/>
                    <a:pt x="436" y="1743"/>
                  </a:cubicBezTo>
                  <a:lnTo>
                    <a:pt x="1088" y="1743"/>
                  </a:lnTo>
                  <a:lnTo>
                    <a:pt x="108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2"/>
            <p:cNvSpPr/>
            <p:nvPr/>
          </p:nvSpPr>
          <p:spPr>
            <a:xfrm>
              <a:off x="5572556" y="3487633"/>
              <a:ext cx="28603" cy="45697"/>
            </a:xfrm>
            <a:custGeom>
              <a:rect b="b" l="l" r="r" t="t"/>
              <a:pathLst>
                <a:path extrusionOk="0" h="1743" w="1091">
                  <a:moveTo>
                    <a:pt x="0" y="1"/>
                  </a:moveTo>
                  <a:lnTo>
                    <a:pt x="0" y="1743"/>
                  </a:lnTo>
                  <a:lnTo>
                    <a:pt x="656" y="1743"/>
                  </a:lnTo>
                  <a:cubicBezTo>
                    <a:pt x="895" y="1743"/>
                    <a:pt x="1091" y="1547"/>
                    <a:pt x="1091" y="1308"/>
                  </a:cubicBezTo>
                  <a:lnTo>
                    <a:pt x="1091" y="435"/>
                  </a:lnTo>
                  <a:cubicBezTo>
                    <a:pt x="1091" y="196"/>
                    <a:pt x="895" y="1"/>
                    <a:pt x="65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2"/>
            <p:cNvSpPr/>
            <p:nvPr/>
          </p:nvSpPr>
          <p:spPr>
            <a:xfrm>
              <a:off x="5430798" y="3636417"/>
              <a:ext cx="135046" cy="62607"/>
            </a:xfrm>
            <a:custGeom>
              <a:rect b="b" l="l" r="r" t="t"/>
              <a:pathLst>
                <a:path extrusionOk="0" h="2388" w="5151">
                  <a:moveTo>
                    <a:pt x="630" y="1"/>
                  </a:moveTo>
                  <a:lnTo>
                    <a:pt x="0" y="222"/>
                  </a:lnTo>
                  <a:cubicBezTo>
                    <a:pt x="218" y="1475"/>
                    <a:pt x="1304" y="2388"/>
                    <a:pt x="2575" y="2388"/>
                  </a:cubicBezTo>
                  <a:cubicBezTo>
                    <a:pt x="3847" y="2388"/>
                    <a:pt x="4933" y="1475"/>
                    <a:pt x="5150" y="222"/>
                  </a:cubicBezTo>
                  <a:lnTo>
                    <a:pt x="4524" y="1"/>
                  </a:lnTo>
                  <a:cubicBezTo>
                    <a:pt x="4404" y="986"/>
                    <a:pt x="3568" y="1725"/>
                    <a:pt x="2575" y="1725"/>
                  </a:cubicBezTo>
                  <a:cubicBezTo>
                    <a:pt x="1583" y="1725"/>
                    <a:pt x="746" y="986"/>
                    <a:pt x="63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2"/>
            <p:cNvSpPr/>
            <p:nvPr/>
          </p:nvSpPr>
          <p:spPr>
            <a:xfrm>
              <a:off x="5473742" y="3550738"/>
              <a:ext cx="49630" cy="16491"/>
            </a:xfrm>
            <a:custGeom>
              <a:rect b="b" l="l" r="r" t="t"/>
              <a:pathLst>
                <a:path extrusionOk="0" h="629" w="1893">
                  <a:moveTo>
                    <a:pt x="293" y="1"/>
                  </a:moveTo>
                  <a:cubicBezTo>
                    <a:pt x="135" y="1"/>
                    <a:pt x="0" y="206"/>
                    <a:pt x="148" y="353"/>
                  </a:cubicBezTo>
                  <a:cubicBezTo>
                    <a:pt x="325" y="527"/>
                    <a:pt x="622" y="629"/>
                    <a:pt x="945" y="629"/>
                  </a:cubicBezTo>
                  <a:cubicBezTo>
                    <a:pt x="1271" y="629"/>
                    <a:pt x="1567" y="527"/>
                    <a:pt x="1745" y="353"/>
                  </a:cubicBezTo>
                  <a:cubicBezTo>
                    <a:pt x="1892" y="206"/>
                    <a:pt x="1758" y="1"/>
                    <a:pt x="1599" y="1"/>
                  </a:cubicBezTo>
                  <a:cubicBezTo>
                    <a:pt x="1551" y="1"/>
                    <a:pt x="1500" y="19"/>
                    <a:pt x="1455" y="64"/>
                  </a:cubicBezTo>
                  <a:cubicBezTo>
                    <a:pt x="1383" y="136"/>
                    <a:pt x="1205" y="223"/>
                    <a:pt x="945" y="223"/>
                  </a:cubicBezTo>
                  <a:cubicBezTo>
                    <a:pt x="687" y="223"/>
                    <a:pt x="510" y="136"/>
                    <a:pt x="434" y="64"/>
                  </a:cubicBezTo>
                  <a:cubicBezTo>
                    <a:pt x="389"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2"/>
            <p:cNvSpPr/>
            <p:nvPr/>
          </p:nvSpPr>
          <p:spPr>
            <a:xfrm>
              <a:off x="5458903" y="3510809"/>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2"/>
            <p:cNvSpPr/>
            <p:nvPr/>
          </p:nvSpPr>
          <p:spPr>
            <a:xfrm>
              <a:off x="5527462" y="3510809"/>
              <a:ext cx="10749" cy="16386"/>
            </a:xfrm>
            <a:custGeom>
              <a:rect b="b" l="l" r="r" t="t"/>
              <a:pathLst>
                <a:path extrusionOk="0" h="625" w="410">
                  <a:moveTo>
                    <a:pt x="207" y="0"/>
                  </a:moveTo>
                  <a:cubicBezTo>
                    <a:pt x="91" y="0"/>
                    <a:pt x="0" y="91"/>
                    <a:pt x="0" y="203"/>
                  </a:cubicBezTo>
                  <a:lnTo>
                    <a:pt x="0" y="420"/>
                  </a:lnTo>
                  <a:cubicBezTo>
                    <a:pt x="0" y="556"/>
                    <a:pt x="102"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2"/>
            <p:cNvSpPr/>
            <p:nvPr/>
          </p:nvSpPr>
          <p:spPr>
            <a:xfrm>
              <a:off x="5451405" y="3493610"/>
              <a:ext cx="25667" cy="10775"/>
            </a:xfrm>
            <a:custGeom>
              <a:rect b="b" l="l" r="r" t="t"/>
              <a:pathLst>
                <a:path extrusionOk="0" h="411" w="979">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2"/>
            <p:cNvSpPr/>
            <p:nvPr/>
          </p:nvSpPr>
          <p:spPr>
            <a:xfrm>
              <a:off x="5519964" y="3493610"/>
              <a:ext cx="25641" cy="10775"/>
            </a:xfrm>
            <a:custGeom>
              <a:rect b="b" l="l" r="r" t="t"/>
              <a:pathLst>
                <a:path extrusionOk="0" h="411" w="978">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2"/>
            <p:cNvSpPr/>
            <p:nvPr/>
          </p:nvSpPr>
          <p:spPr>
            <a:xfrm>
              <a:off x="5361479" y="3356598"/>
              <a:ext cx="273580" cy="364948"/>
            </a:xfrm>
            <a:custGeom>
              <a:rect b="b" l="l" r="r" t="t"/>
              <a:pathLst>
                <a:path extrusionOk="0" h="13920" w="10435">
                  <a:moveTo>
                    <a:pt x="5219" y="406"/>
                  </a:moveTo>
                  <a:cubicBezTo>
                    <a:pt x="7273" y="406"/>
                    <a:pt x="8939" y="2072"/>
                    <a:pt x="8939" y="4126"/>
                  </a:cubicBezTo>
                  <a:lnTo>
                    <a:pt x="8939" y="4839"/>
                  </a:lnTo>
                  <a:cubicBezTo>
                    <a:pt x="8863" y="4807"/>
                    <a:pt x="8787" y="4792"/>
                    <a:pt x="8707" y="4792"/>
                  </a:cubicBezTo>
                  <a:lnTo>
                    <a:pt x="8693" y="4792"/>
                  </a:lnTo>
                  <a:lnTo>
                    <a:pt x="8693" y="4343"/>
                  </a:lnTo>
                  <a:cubicBezTo>
                    <a:pt x="8693" y="2424"/>
                    <a:pt x="7139" y="870"/>
                    <a:pt x="5219" y="870"/>
                  </a:cubicBezTo>
                  <a:cubicBezTo>
                    <a:pt x="3300" y="870"/>
                    <a:pt x="1746" y="2424"/>
                    <a:pt x="1746" y="4343"/>
                  </a:cubicBezTo>
                  <a:lnTo>
                    <a:pt x="1746" y="4792"/>
                  </a:lnTo>
                  <a:lnTo>
                    <a:pt x="1732" y="4792"/>
                  </a:lnTo>
                  <a:cubicBezTo>
                    <a:pt x="1652" y="4792"/>
                    <a:pt x="1572" y="4807"/>
                    <a:pt x="1500" y="4839"/>
                  </a:cubicBezTo>
                  <a:lnTo>
                    <a:pt x="1500" y="4126"/>
                  </a:lnTo>
                  <a:cubicBezTo>
                    <a:pt x="1500" y="2072"/>
                    <a:pt x="3166" y="406"/>
                    <a:pt x="5219" y="406"/>
                  </a:cubicBezTo>
                  <a:close/>
                  <a:moveTo>
                    <a:pt x="2181" y="5201"/>
                  </a:moveTo>
                  <a:lnTo>
                    <a:pt x="2181" y="6538"/>
                  </a:lnTo>
                  <a:lnTo>
                    <a:pt x="1732" y="6538"/>
                  </a:lnTo>
                  <a:cubicBezTo>
                    <a:pt x="1601" y="6538"/>
                    <a:pt x="1500" y="6433"/>
                    <a:pt x="1500" y="6306"/>
                  </a:cubicBezTo>
                  <a:lnTo>
                    <a:pt x="1500" y="5433"/>
                  </a:lnTo>
                  <a:cubicBezTo>
                    <a:pt x="1500" y="5306"/>
                    <a:pt x="1605" y="5201"/>
                    <a:pt x="1732" y="5201"/>
                  </a:cubicBezTo>
                  <a:close/>
                  <a:moveTo>
                    <a:pt x="8707" y="5201"/>
                  </a:moveTo>
                  <a:cubicBezTo>
                    <a:pt x="8834" y="5201"/>
                    <a:pt x="8939" y="5306"/>
                    <a:pt x="8939" y="5433"/>
                  </a:cubicBezTo>
                  <a:lnTo>
                    <a:pt x="8939" y="6306"/>
                  </a:lnTo>
                  <a:cubicBezTo>
                    <a:pt x="8939" y="6433"/>
                    <a:pt x="8834" y="6538"/>
                    <a:pt x="8707" y="6538"/>
                  </a:cubicBezTo>
                  <a:lnTo>
                    <a:pt x="8265" y="6538"/>
                  </a:lnTo>
                  <a:lnTo>
                    <a:pt x="8265" y="6523"/>
                  </a:lnTo>
                  <a:lnTo>
                    <a:pt x="8265" y="5201"/>
                  </a:lnTo>
                  <a:close/>
                  <a:moveTo>
                    <a:pt x="1500" y="6904"/>
                  </a:moveTo>
                  <a:cubicBezTo>
                    <a:pt x="1572" y="6933"/>
                    <a:pt x="1652" y="6947"/>
                    <a:pt x="1732" y="6947"/>
                  </a:cubicBezTo>
                  <a:lnTo>
                    <a:pt x="2177" y="6947"/>
                  </a:lnTo>
                  <a:cubicBezTo>
                    <a:pt x="2166" y="7103"/>
                    <a:pt x="2148" y="7259"/>
                    <a:pt x="2123" y="7411"/>
                  </a:cubicBezTo>
                  <a:lnTo>
                    <a:pt x="1949" y="7411"/>
                  </a:lnTo>
                  <a:cubicBezTo>
                    <a:pt x="1703" y="7407"/>
                    <a:pt x="1500" y="7208"/>
                    <a:pt x="1500" y="6962"/>
                  </a:cubicBezTo>
                  <a:lnTo>
                    <a:pt x="1500" y="6904"/>
                  </a:lnTo>
                  <a:close/>
                  <a:moveTo>
                    <a:pt x="5215" y="1279"/>
                  </a:moveTo>
                  <a:cubicBezTo>
                    <a:pt x="6907" y="1279"/>
                    <a:pt x="8283" y="2653"/>
                    <a:pt x="8287" y="4347"/>
                  </a:cubicBezTo>
                  <a:lnTo>
                    <a:pt x="8287" y="4796"/>
                  </a:lnTo>
                  <a:lnTo>
                    <a:pt x="8269" y="4796"/>
                  </a:lnTo>
                  <a:lnTo>
                    <a:pt x="8269" y="4774"/>
                  </a:lnTo>
                  <a:cubicBezTo>
                    <a:pt x="8269" y="4568"/>
                    <a:pt x="8171" y="4372"/>
                    <a:pt x="8008" y="4245"/>
                  </a:cubicBezTo>
                  <a:cubicBezTo>
                    <a:pt x="7896" y="4163"/>
                    <a:pt x="7764" y="4120"/>
                    <a:pt x="7630" y="4120"/>
                  </a:cubicBezTo>
                  <a:cubicBezTo>
                    <a:pt x="7568" y="4120"/>
                    <a:pt x="7507" y="4129"/>
                    <a:pt x="7447" y="4148"/>
                  </a:cubicBezTo>
                  <a:cubicBezTo>
                    <a:pt x="7074" y="4256"/>
                    <a:pt x="6690" y="4325"/>
                    <a:pt x="6306" y="4347"/>
                  </a:cubicBezTo>
                  <a:lnTo>
                    <a:pt x="6306" y="3478"/>
                  </a:lnTo>
                  <a:cubicBezTo>
                    <a:pt x="6306" y="3412"/>
                    <a:pt x="6277" y="3351"/>
                    <a:pt x="6230" y="3311"/>
                  </a:cubicBezTo>
                  <a:cubicBezTo>
                    <a:pt x="6193" y="3281"/>
                    <a:pt x="6148" y="3267"/>
                    <a:pt x="6104" y="3267"/>
                  </a:cubicBezTo>
                  <a:cubicBezTo>
                    <a:pt x="6057" y="3267"/>
                    <a:pt x="6010" y="3283"/>
                    <a:pt x="5973" y="3315"/>
                  </a:cubicBezTo>
                  <a:cubicBezTo>
                    <a:pt x="5513" y="3695"/>
                    <a:pt x="4709" y="4053"/>
                    <a:pt x="3640" y="4347"/>
                  </a:cubicBezTo>
                  <a:cubicBezTo>
                    <a:pt x="3401" y="4413"/>
                    <a:pt x="3473" y="4750"/>
                    <a:pt x="3687" y="4750"/>
                  </a:cubicBezTo>
                  <a:cubicBezTo>
                    <a:pt x="3706" y="4750"/>
                    <a:pt x="3727" y="4748"/>
                    <a:pt x="3749" y="4741"/>
                  </a:cubicBezTo>
                  <a:cubicBezTo>
                    <a:pt x="4665" y="4488"/>
                    <a:pt x="5386" y="4195"/>
                    <a:pt x="5897" y="3869"/>
                  </a:cubicBezTo>
                  <a:lnTo>
                    <a:pt x="5897" y="4560"/>
                  </a:lnTo>
                  <a:cubicBezTo>
                    <a:pt x="5897" y="4673"/>
                    <a:pt x="5991" y="4763"/>
                    <a:pt x="6103" y="4763"/>
                  </a:cubicBezTo>
                  <a:cubicBezTo>
                    <a:pt x="6596" y="4752"/>
                    <a:pt x="7088" y="4676"/>
                    <a:pt x="7563" y="4539"/>
                  </a:cubicBezTo>
                  <a:cubicBezTo>
                    <a:pt x="7585" y="4532"/>
                    <a:pt x="7608" y="4528"/>
                    <a:pt x="7632" y="4528"/>
                  </a:cubicBezTo>
                  <a:cubicBezTo>
                    <a:pt x="7679" y="4528"/>
                    <a:pt x="7726" y="4543"/>
                    <a:pt x="7765" y="4575"/>
                  </a:cubicBezTo>
                  <a:cubicBezTo>
                    <a:pt x="7820" y="4615"/>
                    <a:pt x="7849" y="4680"/>
                    <a:pt x="7849" y="4749"/>
                  </a:cubicBezTo>
                  <a:lnTo>
                    <a:pt x="7849" y="6741"/>
                  </a:lnTo>
                  <a:lnTo>
                    <a:pt x="7849" y="6748"/>
                  </a:lnTo>
                  <a:cubicBezTo>
                    <a:pt x="7729" y="8113"/>
                    <a:pt x="6586" y="9152"/>
                    <a:pt x="5230" y="9152"/>
                  </a:cubicBezTo>
                  <a:cubicBezTo>
                    <a:pt x="5187" y="9152"/>
                    <a:pt x="5143" y="9151"/>
                    <a:pt x="5100" y="9149"/>
                  </a:cubicBezTo>
                  <a:lnTo>
                    <a:pt x="5100" y="9153"/>
                  </a:lnTo>
                  <a:cubicBezTo>
                    <a:pt x="4419" y="9117"/>
                    <a:pt x="3778" y="8812"/>
                    <a:pt x="3322" y="8309"/>
                  </a:cubicBezTo>
                  <a:cubicBezTo>
                    <a:pt x="3188" y="8157"/>
                    <a:pt x="3064" y="7994"/>
                    <a:pt x="2967" y="7820"/>
                  </a:cubicBezTo>
                  <a:lnTo>
                    <a:pt x="3684" y="7820"/>
                  </a:lnTo>
                  <a:cubicBezTo>
                    <a:pt x="3796" y="7820"/>
                    <a:pt x="3890" y="7733"/>
                    <a:pt x="3897" y="7621"/>
                  </a:cubicBezTo>
                  <a:cubicBezTo>
                    <a:pt x="3901" y="7505"/>
                    <a:pt x="3807" y="7411"/>
                    <a:pt x="3695" y="7411"/>
                  </a:cubicBezTo>
                  <a:lnTo>
                    <a:pt x="2775" y="7411"/>
                  </a:lnTo>
                  <a:cubicBezTo>
                    <a:pt x="2659" y="7103"/>
                    <a:pt x="2601" y="6773"/>
                    <a:pt x="2601" y="6444"/>
                  </a:cubicBezTo>
                  <a:lnTo>
                    <a:pt x="2601" y="5013"/>
                  </a:lnTo>
                  <a:cubicBezTo>
                    <a:pt x="2684" y="4995"/>
                    <a:pt x="2771" y="4977"/>
                    <a:pt x="2858" y="4959"/>
                  </a:cubicBezTo>
                  <a:cubicBezTo>
                    <a:pt x="2967" y="4937"/>
                    <a:pt x="3039" y="4832"/>
                    <a:pt x="3021" y="4720"/>
                  </a:cubicBezTo>
                  <a:cubicBezTo>
                    <a:pt x="3002" y="4623"/>
                    <a:pt x="2918" y="4555"/>
                    <a:pt x="2823" y="4555"/>
                  </a:cubicBezTo>
                  <a:cubicBezTo>
                    <a:pt x="2809" y="4555"/>
                    <a:pt x="2793" y="4557"/>
                    <a:pt x="2778" y="4560"/>
                  </a:cubicBezTo>
                  <a:cubicBezTo>
                    <a:pt x="2572" y="4604"/>
                    <a:pt x="2362" y="4647"/>
                    <a:pt x="2155" y="4687"/>
                  </a:cubicBezTo>
                  <a:lnTo>
                    <a:pt x="2155" y="4379"/>
                  </a:lnTo>
                  <a:cubicBezTo>
                    <a:pt x="2155" y="2688"/>
                    <a:pt x="3513" y="1290"/>
                    <a:pt x="5201" y="1279"/>
                  </a:cubicBezTo>
                  <a:cubicBezTo>
                    <a:pt x="5206" y="1279"/>
                    <a:pt x="5210" y="1279"/>
                    <a:pt x="5215" y="1279"/>
                  </a:cubicBezTo>
                  <a:close/>
                  <a:moveTo>
                    <a:pt x="2503" y="7820"/>
                  </a:moveTo>
                  <a:cubicBezTo>
                    <a:pt x="2637" y="8099"/>
                    <a:pt x="2814" y="8356"/>
                    <a:pt x="3021" y="8584"/>
                  </a:cubicBezTo>
                  <a:cubicBezTo>
                    <a:pt x="3224" y="8801"/>
                    <a:pt x="3452" y="8993"/>
                    <a:pt x="3709" y="9145"/>
                  </a:cubicBezTo>
                  <a:lnTo>
                    <a:pt x="3709" y="9830"/>
                  </a:lnTo>
                  <a:cubicBezTo>
                    <a:pt x="3705" y="10112"/>
                    <a:pt x="3528" y="10366"/>
                    <a:pt x="3260" y="10460"/>
                  </a:cubicBezTo>
                  <a:lnTo>
                    <a:pt x="2108" y="10869"/>
                  </a:lnTo>
                  <a:cubicBezTo>
                    <a:pt x="1920" y="9837"/>
                    <a:pt x="2108" y="9142"/>
                    <a:pt x="2307" y="8407"/>
                  </a:cubicBezTo>
                  <a:cubicBezTo>
                    <a:pt x="2362" y="8215"/>
                    <a:pt x="2412" y="8023"/>
                    <a:pt x="2460" y="7820"/>
                  </a:cubicBezTo>
                  <a:close/>
                  <a:moveTo>
                    <a:pt x="7979" y="7816"/>
                  </a:moveTo>
                  <a:cubicBezTo>
                    <a:pt x="8023" y="8019"/>
                    <a:pt x="8077" y="8215"/>
                    <a:pt x="8128" y="8407"/>
                  </a:cubicBezTo>
                  <a:cubicBezTo>
                    <a:pt x="8330" y="9142"/>
                    <a:pt x="8519" y="9837"/>
                    <a:pt x="8327" y="10869"/>
                  </a:cubicBezTo>
                  <a:lnTo>
                    <a:pt x="7175" y="10460"/>
                  </a:lnTo>
                  <a:cubicBezTo>
                    <a:pt x="6911" y="10366"/>
                    <a:pt x="6730" y="10112"/>
                    <a:pt x="6730" y="9830"/>
                  </a:cubicBezTo>
                  <a:lnTo>
                    <a:pt x="6730" y="9167"/>
                  </a:lnTo>
                  <a:cubicBezTo>
                    <a:pt x="7273" y="8852"/>
                    <a:pt x="7711" y="8385"/>
                    <a:pt x="7979" y="7816"/>
                  </a:cubicBezTo>
                  <a:close/>
                  <a:moveTo>
                    <a:pt x="5219" y="1"/>
                  </a:moveTo>
                  <a:cubicBezTo>
                    <a:pt x="2938" y="1"/>
                    <a:pt x="1091" y="1848"/>
                    <a:pt x="1091" y="4126"/>
                  </a:cubicBezTo>
                  <a:lnTo>
                    <a:pt x="1091" y="6958"/>
                  </a:lnTo>
                  <a:cubicBezTo>
                    <a:pt x="1091" y="7432"/>
                    <a:pt x="1474" y="7816"/>
                    <a:pt x="1949" y="7816"/>
                  </a:cubicBezTo>
                  <a:lnTo>
                    <a:pt x="2039" y="7816"/>
                  </a:lnTo>
                  <a:cubicBezTo>
                    <a:pt x="2000" y="7979"/>
                    <a:pt x="1956" y="8139"/>
                    <a:pt x="1913" y="8298"/>
                  </a:cubicBezTo>
                  <a:cubicBezTo>
                    <a:pt x="1706" y="9062"/>
                    <a:pt x="1493" y="9848"/>
                    <a:pt x="1721" y="11003"/>
                  </a:cubicBezTo>
                  <a:lnTo>
                    <a:pt x="1011" y="11253"/>
                  </a:lnTo>
                  <a:cubicBezTo>
                    <a:pt x="406" y="11467"/>
                    <a:pt x="0" y="12039"/>
                    <a:pt x="0" y="12680"/>
                  </a:cubicBezTo>
                  <a:lnTo>
                    <a:pt x="0" y="13716"/>
                  </a:lnTo>
                  <a:cubicBezTo>
                    <a:pt x="0" y="13852"/>
                    <a:pt x="103" y="13920"/>
                    <a:pt x="205" y="13920"/>
                  </a:cubicBezTo>
                  <a:cubicBezTo>
                    <a:pt x="307" y="13920"/>
                    <a:pt x="410" y="13852"/>
                    <a:pt x="410" y="13716"/>
                  </a:cubicBezTo>
                  <a:lnTo>
                    <a:pt x="410" y="12680"/>
                  </a:lnTo>
                  <a:cubicBezTo>
                    <a:pt x="410" y="12485"/>
                    <a:pt x="460" y="12293"/>
                    <a:pt x="558" y="12126"/>
                  </a:cubicBezTo>
                  <a:lnTo>
                    <a:pt x="1522" y="12952"/>
                  </a:lnTo>
                  <a:cubicBezTo>
                    <a:pt x="1670" y="13079"/>
                    <a:pt x="1753" y="13263"/>
                    <a:pt x="1753" y="13459"/>
                  </a:cubicBezTo>
                  <a:lnTo>
                    <a:pt x="1753" y="13712"/>
                  </a:lnTo>
                  <a:cubicBezTo>
                    <a:pt x="1753" y="13848"/>
                    <a:pt x="1856" y="13916"/>
                    <a:pt x="1958" y="13916"/>
                  </a:cubicBezTo>
                  <a:cubicBezTo>
                    <a:pt x="2060" y="13916"/>
                    <a:pt x="2163" y="13848"/>
                    <a:pt x="2163" y="13712"/>
                  </a:cubicBezTo>
                  <a:lnTo>
                    <a:pt x="2163" y="13459"/>
                  </a:lnTo>
                  <a:cubicBezTo>
                    <a:pt x="2163" y="13144"/>
                    <a:pt x="2025" y="12847"/>
                    <a:pt x="1786" y="12644"/>
                  </a:cubicBezTo>
                  <a:lnTo>
                    <a:pt x="823" y="11818"/>
                  </a:lnTo>
                  <a:cubicBezTo>
                    <a:pt x="920" y="11739"/>
                    <a:pt x="1029" y="11681"/>
                    <a:pt x="1145" y="11637"/>
                  </a:cubicBezTo>
                  <a:lnTo>
                    <a:pt x="3108" y="10945"/>
                  </a:lnTo>
                  <a:cubicBezTo>
                    <a:pt x="3350" y="11964"/>
                    <a:pt x="4256" y="12611"/>
                    <a:pt x="5218" y="12611"/>
                  </a:cubicBezTo>
                  <a:cubicBezTo>
                    <a:pt x="5549" y="12611"/>
                    <a:pt x="5888" y="12534"/>
                    <a:pt x="6208" y="12369"/>
                  </a:cubicBezTo>
                  <a:cubicBezTo>
                    <a:pt x="6416" y="12263"/>
                    <a:pt x="6307" y="11981"/>
                    <a:pt x="6121" y="11981"/>
                  </a:cubicBezTo>
                  <a:cubicBezTo>
                    <a:pt x="6090" y="11981"/>
                    <a:pt x="6057" y="11989"/>
                    <a:pt x="6023" y="12007"/>
                  </a:cubicBezTo>
                  <a:cubicBezTo>
                    <a:pt x="5773" y="12137"/>
                    <a:pt x="5498" y="12202"/>
                    <a:pt x="5216" y="12202"/>
                  </a:cubicBezTo>
                  <a:cubicBezTo>
                    <a:pt x="4383" y="12202"/>
                    <a:pt x="3666" y="11616"/>
                    <a:pt x="3495" y="10801"/>
                  </a:cubicBezTo>
                  <a:cubicBezTo>
                    <a:pt x="3872" y="10623"/>
                    <a:pt x="4115" y="10243"/>
                    <a:pt x="4115" y="9826"/>
                  </a:cubicBezTo>
                  <a:lnTo>
                    <a:pt x="4115" y="9341"/>
                  </a:lnTo>
                  <a:cubicBezTo>
                    <a:pt x="4423" y="9468"/>
                    <a:pt x="4748" y="9537"/>
                    <a:pt x="5082" y="9555"/>
                  </a:cubicBezTo>
                  <a:cubicBezTo>
                    <a:pt x="5129" y="9555"/>
                    <a:pt x="5179" y="9558"/>
                    <a:pt x="5230" y="9558"/>
                  </a:cubicBezTo>
                  <a:cubicBezTo>
                    <a:pt x="5603" y="9558"/>
                    <a:pt x="5973" y="9490"/>
                    <a:pt x="6320" y="9356"/>
                  </a:cubicBezTo>
                  <a:lnTo>
                    <a:pt x="6320" y="9826"/>
                  </a:lnTo>
                  <a:cubicBezTo>
                    <a:pt x="6324" y="10243"/>
                    <a:pt x="6563" y="10623"/>
                    <a:pt x="6940" y="10801"/>
                  </a:cubicBezTo>
                  <a:cubicBezTo>
                    <a:pt x="6889" y="11051"/>
                    <a:pt x="6780" y="11286"/>
                    <a:pt x="6628" y="11492"/>
                  </a:cubicBezTo>
                  <a:cubicBezTo>
                    <a:pt x="6510" y="11650"/>
                    <a:pt x="6650" y="11820"/>
                    <a:pt x="6797" y="11820"/>
                  </a:cubicBezTo>
                  <a:cubicBezTo>
                    <a:pt x="6853" y="11820"/>
                    <a:pt x="6910" y="11795"/>
                    <a:pt x="6954" y="11735"/>
                  </a:cubicBezTo>
                  <a:cubicBezTo>
                    <a:pt x="7132" y="11500"/>
                    <a:pt x="7258" y="11228"/>
                    <a:pt x="7324" y="10942"/>
                  </a:cubicBezTo>
                  <a:lnTo>
                    <a:pt x="9290" y="11634"/>
                  </a:lnTo>
                  <a:cubicBezTo>
                    <a:pt x="9410" y="11677"/>
                    <a:pt x="9522" y="11742"/>
                    <a:pt x="9623" y="11822"/>
                  </a:cubicBezTo>
                  <a:lnTo>
                    <a:pt x="8667" y="12640"/>
                  </a:lnTo>
                  <a:cubicBezTo>
                    <a:pt x="8432" y="12843"/>
                    <a:pt x="8294" y="13140"/>
                    <a:pt x="8294" y="13455"/>
                  </a:cubicBezTo>
                  <a:lnTo>
                    <a:pt x="8294" y="13709"/>
                  </a:lnTo>
                  <a:cubicBezTo>
                    <a:pt x="8294" y="13843"/>
                    <a:pt x="8396" y="13910"/>
                    <a:pt x="8497" y="13910"/>
                  </a:cubicBezTo>
                  <a:cubicBezTo>
                    <a:pt x="8598" y="13910"/>
                    <a:pt x="8700" y="13843"/>
                    <a:pt x="8700" y="13709"/>
                  </a:cubicBezTo>
                  <a:lnTo>
                    <a:pt x="8700" y="13455"/>
                  </a:lnTo>
                  <a:cubicBezTo>
                    <a:pt x="8700" y="13260"/>
                    <a:pt x="8787" y="13075"/>
                    <a:pt x="8932" y="12948"/>
                  </a:cubicBezTo>
                  <a:lnTo>
                    <a:pt x="9884" y="12133"/>
                  </a:lnTo>
                  <a:cubicBezTo>
                    <a:pt x="9978" y="12296"/>
                    <a:pt x="10025" y="12485"/>
                    <a:pt x="10025" y="12677"/>
                  </a:cubicBezTo>
                  <a:lnTo>
                    <a:pt x="10025" y="13712"/>
                  </a:lnTo>
                  <a:cubicBezTo>
                    <a:pt x="10025" y="13848"/>
                    <a:pt x="10128" y="13916"/>
                    <a:pt x="10230" y="13916"/>
                  </a:cubicBezTo>
                  <a:cubicBezTo>
                    <a:pt x="10332" y="13916"/>
                    <a:pt x="10435" y="13848"/>
                    <a:pt x="10435" y="13712"/>
                  </a:cubicBezTo>
                  <a:lnTo>
                    <a:pt x="10435" y="12680"/>
                  </a:lnTo>
                  <a:cubicBezTo>
                    <a:pt x="10435" y="12039"/>
                    <a:pt x="10029" y="11467"/>
                    <a:pt x="9428" y="11253"/>
                  </a:cubicBezTo>
                  <a:lnTo>
                    <a:pt x="8718" y="11003"/>
                  </a:lnTo>
                  <a:cubicBezTo>
                    <a:pt x="8942" y="9848"/>
                    <a:pt x="8729" y="9062"/>
                    <a:pt x="8522" y="8298"/>
                  </a:cubicBezTo>
                  <a:cubicBezTo>
                    <a:pt x="8403" y="7856"/>
                    <a:pt x="8287" y="7432"/>
                    <a:pt x="8262" y="6947"/>
                  </a:cubicBezTo>
                  <a:lnTo>
                    <a:pt x="8707" y="6947"/>
                  </a:lnTo>
                  <a:cubicBezTo>
                    <a:pt x="9058" y="6943"/>
                    <a:pt x="9344" y="6657"/>
                    <a:pt x="9344" y="6306"/>
                  </a:cubicBezTo>
                  <a:lnTo>
                    <a:pt x="9344" y="4126"/>
                  </a:lnTo>
                  <a:cubicBezTo>
                    <a:pt x="9344" y="1848"/>
                    <a:pt x="7497"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7" name="Google Shape;13997;p82"/>
          <p:cNvGrpSpPr/>
          <p:nvPr/>
        </p:nvGrpSpPr>
        <p:grpSpPr>
          <a:xfrm>
            <a:off x="5808042" y="2431225"/>
            <a:ext cx="280711" cy="365026"/>
            <a:chOff x="5808042" y="2431225"/>
            <a:chExt cx="280711" cy="365026"/>
          </a:xfrm>
        </p:grpSpPr>
        <p:sp>
          <p:nvSpPr>
            <p:cNvPr id="13998" name="Google Shape;13998;p82"/>
            <p:cNvSpPr/>
            <p:nvPr/>
          </p:nvSpPr>
          <p:spPr>
            <a:xfrm>
              <a:off x="5822671" y="2436521"/>
              <a:ext cx="79963" cy="80068"/>
            </a:xfrm>
            <a:custGeom>
              <a:rect b="b" l="l" r="r" t="t"/>
              <a:pathLst>
                <a:path extrusionOk="0" h="3054" w="3050">
                  <a:moveTo>
                    <a:pt x="1525" y="0"/>
                  </a:moveTo>
                  <a:cubicBezTo>
                    <a:pt x="681" y="0"/>
                    <a:pt x="0" y="685"/>
                    <a:pt x="0" y="1529"/>
                  </a:cubicBezTo>
                  <a:cubicBezTo>
                    <a:pt x="0" y="2369"/>
                    <a:pt x="681" y="3053"/>
                    <a:pt x="1525" y="3053"/>
                  </a:cubicBezTo>
                  <a:cubicBezTo>
                    <a:pt x="2369" y="3053"/>
                    <a:pt x="3050" y="2369"/>
                    <a:pt x="3050" y="1529"/>
                  </a:cubicBezTo>
                  <a:cubicBezTo>
                    <a:pt x="3050" y="685"/>
                    <a:pt x="2369" y="0"/>
                    <a:pt x="152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2"/>
            <p:cNvSpPr/>
            <p:nvPr/>
          </p:nvSpPr>
          <p:spPr>
            <a:xfrm>
              <a:off x="5994055" y="2436521"/>
              <a:ext cx="80068" cy="80068"/>
            </a:xfrm>
            <a:custGeom>
              <a:rect b="b" l="l" r="r" t="t"/>
              <a:pathLst>
                <a:path extrusionOk="0" h="3054" w="3054">
                  <a:moveTo>
                    <a:pt x="1529" y="0"/>
                  </a:moveTo>
                  <a:cubicBezTo>
                    <a:pt x="685" y="0"/>
                    <a:pt x="0" y="685"/>
                    <a:pt x="0" y="1529"/>
                  </a:cubicBezTo>
                  <a:cubicBezTo>
                    <a:pt x="0" y="2369"/>
                    <a:pt x="685" y="3053"/>
                    <a:pt x="1529" y="3053"/>
                  </a:cubicBezTo>
                  <a:cubicBezTo>
                    <a:pt x="2369" y="3053"/>
                    <a:pt x="3053" y="2369"/>
                    <a:pt x="3053" y="1529"/>
                  </a:cubicBezTo>
                  <a:cubicBezTo>
                    <a:pt x="3053" y="685"/>
                    <a:pt x="2369" y="0"/>
                    <a:pt x="152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2"/>
            <p:cNvSpPr/>
            <p:nvPr/>
          </p:nvSpPr>
          <p:spPr>
            <a:xfrm>
              <a:off x="5830720" y="2442105"/>
              <a:ext cx="219755" cy="137327"/>
            </a:xfrm>
            <a:custGeom>
              <a:rect b="b" l="l" r="r" t="t"/>
              <a:pathLst>
                <a:path extrusionOk="0" h="5238" w="8382">
                  <a:moveTo>
                    <a:pt x="4488" y="1"/>
                  </a:moveTo>
                  <a:cubicBezTo>
                    <a:pt x="1794" y="1"/>
                    <a:pt x="1" y="2786"/>
                    <a:pt x="1116" y="5238"/>
                  </a:cubicBezTo>
                  <a:lnTo>
                    <a:pt x="7860" y="5238"/>
                  </a:lnTo>
                  <a:cubicBezTo>
                    <a:pt x="8382" y="4090"/>
                    <a:pt x="8287" y="2757"/>
                    <a:pt x="7603" y="1700"/>
                  </a:cubicBezTo>
                  <a:cubicBezTo>
                    <a:pt x="6922" y="638"/>
                    <a:pt x="5749" y="1"/>
                    <a:pt x="4488"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2"/>
            <p:cNvSpPr/>
            <p:nvPr/>
          </p:nvSpPr>
          <p:spPr>
            <a:xfrm>
              <a:off x="5816956" y="2647965"/>
              <a:ext cx="262857" cy="142938"/>
            </a:xfrm>
            <a:custGeom>
              <a:rect b="b" l="l" r="r" t="t"/>
              <a:pathLst>
                <a:path extrusionOk="0" h="5452" w="10026">
                  <a:moveTo>
                    <a:pt x="3702" y="1"/>
                  </a:moveTo>
                  <a:lnTo>
                    <a:pt x="3702" y="1127"/>
                  </a:lnTo>
                  <a:cubicBezTo>
                    <a:pt x="3702" y="1497"/>
                    <a:pt x="3470" y="1826"/>
                    <a:pt x="3123" y="1953"/>
                  </a:cubicBezTo>
                  <a:lnTo>
                    <a:pt x="874" y="2746"/>
                  </a:lnTo>
                  <a:cubicBezTo>
                    <a:pt x="348" y="2931"/>
                    <a:pt x="1" y="3423"/>
                    <a:pt x="1" y="3977"/>
                  </a:cubicBezTo>
                  <a:lnTo>
                    <a:pt x="1" y="5452"/>
                  </a:lnTo>
                  <a:lnTo>
                    <a:pt x="10026" y="5452"/>
                  </a:lnTo>
                  <a:lnTo>
                    <a:pt x="10026" y="3977"/>
                  </a:lnTo>
                  <a:cubicBezTo>
                    <a:pt x="10026" y="3423"/>
                    <a:pt x="9674" y="2931"/>
                    <a:pt x="9153" y="2746"/>
                  </a:cubicBezTo>
                  <a:lnTo>
                    <a:pt x="6900" y="1953"/>
                  </a:lnTo>
                  <a:cubicBezTo>
                    <a:pt x="6552" y="1830"/>
                    <a:pt x="6317" y="1500"/>
                    <a:pt x="6317" y="1131"/>
                  </a:cubicBezTo>
                  <a:lnTo>
                    <a:pt x="6317"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2"/>
            <p:cNvSpPr/>
            <p:nvPr/>
          </p:nvSpPr>
          <p:spPr>
            <a:xfrm>
              <a:off x="5816956" y="2711883"/>
              <a:ext cx="262857" cy="79020"/>
            </a:xfrm>
            <a:custGeom>
              <a:rect b="b" l="l" r="r" t="t"/>
              <a:pathLst>
                <a:path extrusionOk="0" h="3014" w="10026">
                  <a:moveTo>
                    <a:pt x="1739" y="0"/>
                  </a:moveTo>
                  <a:lnTo>
                    <a:pt x="874" y="308"/>
                  </a:lnTo>
                  <a:cubicBezTo>
                    <a:pt x="348" y="493"/>
                    <a:pt x="1" y="985"/>
                    <a:pt x="1" y="1539"/>
                  </a:cubicBezTo>
                  <a:lnTo>
                    <a:pt x="1" y="3014"/>
                  </a:lnTo>
                  <a:lnTo>
                    <a:pt x="10026" y="3014"/>
                  </a:lnTo>
                  <a:lnTo>
                    <a:pt x="10026" y="1539"/>
                  </a:lnTo>
                  <a:cubicBezTo>
                    <a:pt x="10026" y="985"/>
                    <a:pt x="9674" y="493"/>
                    <a:pt x="9153" y="308"/>
                  </a:cubicBezTo>
                  <a:lnTo>
                    <a:pt x="8284" y="0"/>
                  </a:lnTo>
                  <a:cubicBezTo>
                    <a:pt x="7418" y="991"/>
                    <a:pt x="6215" y="1486"/>
                    <a:pt x="5011" y="1486"/>
                  </a:cubicBezTo>
                  <a:cubicBezTo>
                    <a:pt x="3808" y="1486"/>
                    <a:pt x="2605" y="991"/>
                    <a:pt x="173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2"/>
            <p:cNvSpPr/>
            <p:nvPr/>
          </p:nvSpPr>
          <p:spPr>
            <a:xfrm>
              <a:off x="5914091" y="2647965"/>
              <a:ext cx="68585" cy="28630"/>
            </a:xfrm>
            <a:custGeom>
              <a:rect b="b" l="l" r="r" t="t"/>
              <a:pathLst>
                <a:path extrusionOk="0" h="1092" w="2616">
                  <a:moveTo>
                    <a:pt x="1" y="1"/>
                  </a:moveTo>
                  <a:lnTo>
                    <a:pt x="1" y="812"/>
                  </a:lnTo>
                  <a:cubicBezTo>
                    <a:pt x="417" y="999"/>
                    <a:pt x="863" y="1092"/>
                    <a:pt x="1308" y="1092"/>
                  </a:cubicBezTo>
                  <a:cubicBezTo>
                    <a:pt x="1754" y="1092"/>
                    <a:pt x="2199" y="999"/>
                    <a:pt x="2616" y="812"/>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2"/>
            <p:cNvSpPr/>
            <p:nvPr/>
          </p:nvSpPr>
          <p:spPr>
            <a:xfrm>
              <a:off x="5851248" y="2481326"/>
              <a:ext cx="194298" cy="178174"/>
            </a:xfrm>
            <a:custGeom>
              <a:rect b="b" l="l" r="r" t="t"/>
              <a:pathLst>
                <a:path extrusionOk="0" h="6796" w="7411">
                  <a:moveTo>
                    <a:pt x="3705" y="1"/>
                  </a:moveTo>
                  <a:cubicBezTo>
                    <a:pt x="2126" y="1"/>
                    <a:pt x="851" y="1290"/>
                    <a:pt x="869" y="2869"/>
                  </a:cubicBezTo>
                  <a:lnTo>
                    <a:pt x="869" y="3090"/>
                  </a:lnTo>
                  <a:lnTo>
                    <a:pt x="543" y="3090"/>
                  </a:lnTo>
                  <a:cubicBezTo>
                    <a:pt x="243" y="3090"/>
                    <a:pt x="0" y="3333"/>
                    <a:pt x="0" y="3633"/>
                  </a:cubicBezTo>
                  <a:cubicBezTo>
                    <a:pt x="0" y="3934"/>
                    <a:pt x="243" y="4177"/>
                    <a:pt x="543" y="4177"/>
                  </a:cubicBezTo>
                  <a:lnTo>
                    <a:pt x="884" y="4177"/>
                  </a:lnTo>
                  <a:cubicBezTo>
                    <a:pt x="996" y="5654"/>
                    <a:pt x="2224" y="6795"/>
                    <a:pt x="3705" y="6795"/>
                  </a:cubicBezTo>
                  <a:cubicBezTo>
                    <a:pt x="5187" y="6795"/>
                    <a:pt x="6418" y="5654"/>
                    <a:pt x="6530" y="4177"/>
                  </a:cubicBezTo>
                  <a:lnTo>
                    <a:pt x="6867" y="4177"/>
                  </a:lnTo>
                  <a:cubicBezTo>
                    <a:pt x="7168" y="4177"/>
                    <a:pt x="7410" y="3934"/>
                    <a:pt x="7410" y="3633"/>
                  </a:cubicBezTo>
                  <a:cubicBezTo>
                    <a:pt x="7410" y="3333"/>
                    <a:pt x="7168" y="3090"/>
                    <a:pt x="6867" y="3090"/>
                  </a:cubicBezTo>
                  <a:lnTo>
                    <a:pt x="6537" y="3090"/>
                  </a:lnTo>
                  <a:lnTo>
                    <a:pt x="6537" y="2869"/>
                  </a:lnTo>
                  <a:cubicBezTo>
                    <a:pt x="6559" y="1290"/>
                    <a:pt x="5284" y="1"/>
                    <a:pt x="37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2"/>
            <p:cNvSpPr/>
            <p:nvPr/>
          </p:nvSpPr>
          <p:spPr>
            <a:xfrm>
              <a:off x="5850383" y="2482323"/>
              <a:ext cx="172275" cy="177204"/>
            </a:xfrm>
            <a:custGeom>
              <a:rect b="b" l="l" r="r" t="t"/>
              <a:pathLst>
                <a:path extrusionOk="0" h="6759" w="6571">
                  <a:moveTo>
                    <a:pt x="3728" y="0"/>
                  </a:moveTo>
                  <a:cubicBezTo>
                    <a:pt x="3108" y="0"/>
                    <a:pt x="2492" y="202"/>
                    <a:pt x="1982" y="597"/>
                  </a:cubicBezTo>
                  <a:cubicBezTo>
                    <a:pt x="1323" y="1111"/>
                    <a:pt x="906" y="1922"/>
                    <a:pt x="906" y="2882"/>
                  </a:cubicBezTo>
                  <a:lnTo>
                    <a:pt x="906" y="3052"/>
                  </a:lnTo>
                  <a:lnTo>
                    <a:pt x="609" y="3052"/>
                  </a:lnTo>
                  <a:cubicBezTo>
                    <a:pt x="323" y="3052"/>
                    <a:pt x="66" y="3255"/>
                    <a:pt x="37" y="3541"/>
                  </a:cubicBezTo>
                  <a:cubicBezTo>
                    <a:pt x="1" y="3863"/>
                    <a:pt x="254" y="4142"/>
                    <a:pt x="580" y="4142"/>
                  </a:cubicBezTo>
                  <a:lnTo>
                    <a:pt x="917" y="4142"/>
                  </a:lnTo>
                  <a:cubicBezTo>
                    <a:pt x="1022" y="5637"/>
                    <a:pt x="2270" y="6758"/>
                    <a:pt x="3717" y="6758"/>
                  </a:cubicBezTo>
                  <a:cubicBezTo>
                    <a:pt x="3868" y="6758"/>
                    <a:pt x="4022" y="6746"/>
                    <a:pt x="4176" y="6721"/>
                  </a:cubicBezTo>
                  <a:cubicBezTo>
                    <a:pt x="2797" y="6507"/>
                    <a:pt x="1779" y="5319"/>
                    <a:pt x="1779" y="3925"/>
                  </a:cubicBezTo>
                  <a:lnTo>
                    <a:pt x="1779" y="2831"/>
                  </a:lnTo>
                  <a:cubicBezTo>
                    <a:pt x="1775" y="2592"/>
                    <a:pt x="1808" y="2357"/>
                    <a:pt x="1869" y="2125"/>
                  </a:cubicBezTo>
                  <a:cubicBezTo>
                    <a:pt x="1947" y="1824"/>
                    <a:pt x="2216" y="1637"/>
                    <a:pt x="2499" y="1637"/>
                  </a:cubicBezTo>
                  <a:cubicBezTo>
                    <a:pt x="2612" y="1637"/>
                    <a:pt x="2727" y="1666"/>
                    <a:pt x="2833" y="1730"/>
                  </a:cubicBezTo>
                  <a:cubicBezTo>
                    <a:pt x="3963" y="2415"/>
                    <a:pt x="5252" y="2791"/>
                    <a:pt x="6570" y="2828"/>
                  </a:cubicBezTo>
                  <a:cubicBezTo>
                    <a:pt x="6563" y="1745"/>
                    <a:pt x="5944" y="760"/>
                    <a:pt x="4970" y="285"/>
                  </a:cubicBezTo>
                  <a:cubicBezTo>
                    <a:pt x="4575" y="94"/>
                    <a:pt x="4150" y="0"/>
                    <a:pt x="37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2"/>
            <p:cNvSpPr/>
            <p:nvPr/>
          </p:nvSpPr>
          <p:spPr>
            <a:xfrm>
              <a:off x="5883050" y="2442315"/>
              <a:ext cx="162391" cy="97162"/>
            </a:xfrm>
            <a:custGeom>
              <a:rect b="b" l="l" r="r" t="t"/>
              <a:pathLst>
                <a:path extrusionOk="0" h="3706" w="6194">
                  <a:moveTo>
                    <a:pt x="2492" y="0"/>
                  </a:moveTo>
                  <a:cubicBezTo>
                    <a:pt x="1569" y="0"/>
                    <a:pt x="681" y="344"/>
                    <a:pt x="1" y="967"/>
                  </a:cubicBezTo>
                  <a:cubicBezTo>
                    <a:pt x="1319" y="2695"/>
                    <a:pt x="3369" y="3705"/>
                    <a:pt x="5542" y="3705"/>
                  </a:cubicBezTo>
                  <a:cubicBezTo>
                    <a:pt x="5763" y="3705"/>
                    <a:pt x="5980" y="3694"/>
                    <a:pt x="6194" y="3673"/>
                  </a:cubicBezTo>
                  <a:cubicBezTo>
                    <a:pt x="6179" y="1641"/>
                    <a:pt x="4524" y="0"/>
                    <a:pt x="249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2"/>
            <p:cNvSpPr/>
            <p:nvPr/>
          </p:nvSpPr>
          <p:spPr>
            <a:xfrm>
              <a:off x="5847342" y="2711883"/>
              <a:ext cx="201901" cy="56132"/>
            </a:xfrm>
            <a:custGeom>
              <a:rect b="b" l="l" r="r" t="t"/>
              <a:pathLst>
                <a:path extrusionOk="0" h="2141" w="7701">
                  <a:moveTo>
                    <a:pt x="580" y="0"/>
                  </a:moveTo>
                  <a:lnTo>
                    <a:pt x="1" y="203"/>
                  </a:lnTo>
                  <a:cubicBezTo>
                    <a:pt x="906" y="1424"/>
                    <a:pt x="2337" y="2141"/>
                    <a:pt x="3854" y="2141"/>
                  </a:cubicBezTo>
                  <a:cubicBezTo>
                    <a:pt x="5372" y="2141"/>
                    <a:pt x="6799" y="1420"/>
                    <a:pt x="7701" y="203"/>
                  </a:cubicBezTo>
                  <a:lnTo>
                    <a:pt x="7125" y="0"/>
                  </a:lnTo>
                  <a:cubicBezTo>
                    <a:pt x="6259" y="991"/>
                    <a:pt x="5056" y="1486"/>
                    <a:pt x="3852" y="1486"/>
                  </a:cubicBezTo>
                  <a:cubicBezTo>
                    <a:pt x="2649" y="1486"/>
                    <a:pt x="1446" y="991"/>
                    <a:pt x="5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2"/>
            <p:cNvSpPr/>
            <p:nvPr/>
          </p:nvSpPr>
          <p:spPr>
            <a:xfrm>
              <a:off x="5816956" y="2705617"/>
              <a:ext cx="85784" cy="85181"/>
            </a:xfrm>
            <a:custGeom>
              <a:rect b="b" l="l" r="r" t="t"/>
              <a:pathLst>
                <a:path extrusionOk="0" h="3249" w="3272">
                  <a:moveTo>
                    <a:pt x="2420" y="0"/>
                  </a:moveTo>
                  <a:lnTo>
                    <a:pt x="874" y="543"/>
                  </a:lnTo>
                  <a:cubicBezTo>
                    <a:pt x="352" y="728"/>
                    <a:pt x="1" y="1224"/>
                    <a:pt x="1" y="1778"/>
                  </a:cubicBezTo>
                  <a:lnTo>
                    <a:pt x="1" y="3249"/>
                  </a:lnTo>
                  <a:lnTo>
                    <a:pt x="3271" y="3249"/>
                  </a:lnTo>
                  <a:lnTo>
                    <a:pt x="3271" y="1123"/>
                  </a:lnTo>
                  <a:cubicBezTo>
                    <a:pt x="3271" y="949"/>
                    <a:pt x="3199" y="783"/>
                    <a:pt x="3079" y="663"/>
                  </a:cubicBezTo>
                  <a:lnTo>
                    <a:pt x="242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2"/>
            <p:cNvSpPr/>
            <p:nvPr/>
          </p:nvSpPr>
          <p:spPr>
            <a:xfrm>
              <a:off x="5994055" y="2705617"/>
              <a:ext cx="85757" cy="85181"/>
            </a:xfrm>
            <a:custGeom>
              <a:rect b="b" l="l" r="r" t="t"/>
              <a:pathLst>
                <a:path extrusionOk="0" h="3249" w="3271">
                  <a:moveTo>
                    <a:pt x="855" y="0"/>
                  </a:moveTo>
                  <a:lnTo>
                    <a:pt x="192" y="663"/>
                  </a:lnTo>
                  <a:cubicBezTo>
                    <a:pt x="69" y="786"/>
                    <a:pt x="0" y="949"/>
                    <a:pt x="0" y="1123"/>
                  </a:cubicBezTo>
                  <a:lnTo>
                    <a:pt x="0" y="3249"/>
                  </a:lnTo>
                  <a:lnTo>
                    <a:pt x="3271" y="3249"/>
                  </a:lnTo>
                  <a:lnTo>
                    <a:pt x="3271" y="1778"/>
                  </a:lnTo>
                  <a:cubicBezTo>
                    <a:pt x="3271" y="1224"/>
                    <a:pt x="2919" y="728"/>
                    <a:pt x="2398" y="543"/>
                  </a:cubicBezTo>
                  <a:lnTo>
                    <a:pt x="85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2"/>
            <p:cNvSpPr/>
            <p:nvPr/>
          </p:nvSpPr>
          <p:spPr>
            <a:xfrm>
              <a:off x="5808042" y="2431225"/>
              <a:ext cx="280711" cy="365026"/>
            </a:xfrm>
            <a:custGeom>
              <a:rect b="b" l="l" r="r" t="t"/>
              <a:pathLst>
                <a:path extrusionOk="0" h="13923" w="10707">
                  <a:moveTo>
                    <a:pt x="2081" y="405"/>
                  </a:moveTo>
                  <a:cubicBezTo>
                    <a:pt x="2481" y="405"/>
                    <a:pt x="2870" y="588"/>
                    <a:pt x="3126" y="916"/>
                  </a:cubicBezTo>
                  <a:cubicBezTo>
                    <a:pt x="2409" y="1412"/>
                    <a:pt x="1880" y="2133"/>
                    <a:pt x="1619" y="2966"/>
                  </a:cubicBezTo>
                  <a:cubicBezTo>
                    <a:pt x="1105" y="2774"/>
                    <a:pt x="761" y="2281"/>
                    <a:pt x="761" y="1731"/>
                  </a:cubicBezTo>
                  <a:cubicBezTo>
                    <a:pt x="761" y="1166"/>
                    <a:pt x="1119" y="662"/>
                    <a:pt x="1652" y="478"/>
                  </a:cubicBezTo>
                  <a:cubicBezTo>
                    <a:pt x="1792" y="429"/>
                    <a:pt x="1937" y="405"/>
                    <a:pt x="2081" y="405"/>
                  </a:cubicBezTo>
                  <a:close/>
                  <a:moveTo>
                    <a:pt x="8612" y="409"/>
                  </a:moveTo>
                  <a:cubicBezTo>
                    <a:pt x="8616" y="409"/>
                    <a:pt x="8620" y="409"/>
                    <a:pt x="8624" y="409"/>
                  </a:cubicBezTo>
                  <a:cubicBezTo>
                    <a:pt x="9261" y="409"/>
                    <a:pt x="9808" y="865"/>
                    <a:pt x="9924" y="1492"/>
                  </a:cubicBezTo>
                  <a:cubicBezTo>
                    <a:pt x="10036" y="2122"/>
                    <a:pt x="9685" y="2741"/>
                    <a:pt x="9087" y="2966"/>
                  </a:cubicBezTo>
                  <a:cubicBezTo>
                    <a:pt x="8826" y="2136"/>
                    <a:pt x="8298" y="1412"/>
                    <a:pt x="7581" y="916"/>
                  </a:cubicBezTo>
                  <a:cubicBezTo>
                    <a:pt x="7828" y="596"/>
                    <a:pt x="8207" y="409"/>
                    <a:pt x="8612" y="409"/>
                  </a:cubicBezTo>
                  <a:close/>
                  <a:moveTo>
                    <a:pt x="5353" y="626"/>
                  </a:moveTo>
                  <a:cubicBezTo>
                    <a:pt x="7573" y="626"/>
                    <a:pt x="9232" y="2669"/>
                    <a:pt x="8779" y="4842"/>
                  </a:cubicBezTo>
                  <a:cubicBezTo>
                    <a:pt x="8696" y="4809"/>
                    <a:pt x="8606" y="4795"/>
                    <a:pt x="8515" y="4795"/>
                  </a:cubicBezTo>
                  <a:lnTo>
                    <a:pt x="8392" y="4795"/>
                  </a:lnTo>
                  <a:lnTo>
                    <a:pt x="8392" y="4313"/>
                  </a:lnTo>
                  <a:lnTo>
                    <a:pt x="8403" y="4313"/>
                  </a:lnTo>
                  <a:cubicBezTo>
                    <a:pt x="8674" y="4313"/>
                    <a:pt x="8674" y="3907"/>
                    <a:pt x="8403" y="3907"/>
                  </a:cubicBezTo>
                  <a:cubicBezTo>
                    <a:pt x="6697" y="3907"/>
                    <a:pt x="5462" y="3353"/>
                    <a:pt x="4727" y="2890"/>
                  </a:cubicBezTo>
                  <a:cubicBezTo>
                    <a:pt x="3930" y="2386"/>
                    <a:pt x="3532" y="1876"/>
                    <a:pt x="3524" y="1868"/>
                  </a:cubicBezTo>
                  <a:cubicBezTo>
                    <a:pt x="3480" y="1810"/>
                    <a:pt x="3424" y="1786"/>
                    <a:pt x="3369" y="1786"/>
                  </a:cubicBezTo>
                  <a:cubicBezTo>
                    <a:pt x="3221" y="1786"/>
                    <a:pt x="3081" y="1960"/>
                    <a:pt x="3202" y="2118"/>
                  </a:cubicBezTo>
                  <a:cubicBezTo>
                    <a:pt x="3220" y="2140"/>
                    <a:pt x="3640" y="2683"/>
                    <a:pt x="4495" y="3223"/>
                  </a:cubicBezTo>
                  <a:cubicBezTo>
                    <a:pt x="5216" y="3679"/>
                    <a:pt x="6385" y="4219"/>
                    <a:pt x="7983" y="4302"/>
                  </a:cubicBezTo>
                  <a:lnTo>
                    <a:pt x="7983" y="4997"/>
                  </a:lnTo>
                  <a:cubicBezTo>
                    <a:pt x="7983" y="5070"/>
                    <a:pt x="8019" y="5135"/>
                    <a:pt x="8080" y="5175"/>
                  </a:cubicBezTo>
                  <a:cubicBezTo>
                    <a:pt x="8131" y="5204"/>
                    <a:pt x="8131" y="5204"/>
                    <a:pt x="8348" y="5204"/>
                  </a:cubicBezTo>
                  <a:lnTo>
                    <a:pt x="8515" y="5204"/>
                  </a:lnTo>
                  <a:cubicBezTo>
                    <a:pt x="8700" y="5204"/>
                    <a:pt x="8855" y="5356"/>
                    <a:pt x="8855" y="5544"/>
                  </a:cubicBezTo>
                  <a:cubicBezTo>
                    <a:pt x="8855" y="5733"/>
                    <a:pt x="8700" y="5885"/>
                    <a:pt x="8515" y="5885"/>
                  </a:cubicBezTo>
                  <a:lnTo>
                    <a:pt x="8392" y="5885"/>
                  </a:lnTo>
                  <a:lnTo>
                    <a:pt x="8392" y="5870"/>
                  </a:lnTo>
                  <a:cubicBezTo>
                    <a:pt x="8392" y="5734"/>
                    <a:pt x="8290" y="5667"/>
                    <a:pt x="8187" y="5667"/>
                  </a:cubicBezTo>
                  <a:cubicBezTo>
                    <a:pt x="8085" y="5667"/>
                    <a:pt x="7983" y="5734"/>
                    <a:pt x="7983" y="5870"/>
                  </a:cubicBezTo>
                  <a:cubicBezTo>
                    <a:pt x="7983" y="7323"/>
                    <a:pt x="6806" y="8500"/>
                    <a:pt x="5353" y="8500"/>
                  </a:cubicBezTo>
                  <a:cubicBezTo>
                    <a:pt x="3901" y="8500"/>
                    <a:pt x="2724" y="7323"/>
                    <a:pt x="2724" y="5870"/>
                  </a:cubicBezTo>
                  <a:lnTo>
                    <a:pt x="2724" y="5874"/>
                  </a:lnTo>
                  <a:cubicBezTo>
                    <a:pt x="2724" y="5738"/>
                    <a:pt x="2622" y="5670"/>
                    <a:pt x="2519" y="5670"/>
                  </a:cubicBezTo>
                  <a:cubicBezTo>
                    <a:pt x="2417" y="5670"/>
                    <a:pt x="2315" y="5738"/>
                    <a:pt x="2315" y="5874"/>
                  </a:cubicBezTo>
                  <a:lnTo>
                    <a:pt x="2315" y="5885"/>
                  </a:lnTo>
                  <a:lnTo>
                    <a:pt x="2191" y="5885"/>
                  </a:lnTo>
                  <a:cubicBezTo>
                    <a:pt x="2003" y="5885"/>
                    <a:pt x="1851" y="5733"/>
                    <a:pt x="1851" y="5544"/>
                  </a:cubicBezTo>
                  <a:cubicBezTo>
                    <a:pt x="1851" y="5356"/>
                    <a:pt x="2003" y="5204"/>
                    <a:pt x="2191" y="5204"/>
                  </a:cubicBezTo>
                  <a:lnTo>
                    <a:pt x="2354" y="5204"/>
                  </a:lnTo>
                  <a:cubicBezTo>
                    <a:pt x="2572" y="5204"/>
                    <a:pt x="2572" y="5204"/>
                    <a:pt x="2619" y="5179"/>
                  </a:cubicBezTo>
                  <a:cubicBezTo>
                    <a:pt x="2684" y="5142"/>
                    <a:pt x="2724" y="5073"/>
                    <a:pt x="2724" y="4997"/>
                  </a:cubicBezTo>
                  <a:lnTo>
                    <a:pt x="2724" y="4780"/>
                  </a:lnTo>
                  <a:cubicBezTo>
                    <a:pt x="2724" y="4132"/>
                    <a:pt x="2927" y="3567"/>
                    <a:pt x="3329" y="3100"/>
                  </a:cubicBezTo>
                  <a:cubicBezTo>
                    <a:pt x="3461" y="2946"/>
                    <a:pt x="3321" y="2757"/>
                    <a:pt x="3168" y="2757"/>
                  </a:cubicBezTo>
                  <a:cubicBezTo>
                    <a:pt x="3116" y="2757"/>
                    <a:pt x="3062" y="2779"/>
                    <a:pt x="3017" y="2832"/>
                  </a:cubicBezTo>
                  <a:cubicBezTo>
                    <a:pt x="2554" y="3375"/>
                    <a:pt x="2315" y="4030"/>
                    <a:pt x="2315" y="4780"/>
                  </a:cubicBezTo>
                  <a:lnTo>
                    <a:pt x="2315" y="4795"/>
                  </a:lnTo>
                  <a:lnTo>
                    <a:pt x="2191" y="4795"/>
                  </a:lnTo>
                  <a:cubicBezTo>
                    <a:pt x="2101" y="4795"/>
                    <a:pt x="2010" y="4809"/>
                    <a:pt x="1923" y="4842"/>
                  </a:cubicBezTo>
                  <a:cubicBezTo>
                    <a:pt x="1471" y="2669"/>
                    <a:pt x="3133" y="626"/>
                    <a:pt x="5353" y="626"/>
                  </a:cubicBezTo>
                  <a:close/>
                  <a:moveTo>
                    <a:pt x="6458" y="8702"/>
                  </a:moveTo>
                  <a:lnTo>
                    <a:pt x="6458" y="9394"/>
                  </a:lnTo>
                  <a:cubicBezTo>
                    <a:pt x="6458" y="9851"/>
                    <a:pt x="6744" y="10256"/>
                    <a:pt x="7175" y="10408"/>
                  </a:cubicBezTo>
                  <a:lnTo>
                    <a:pt x="7577" y="10553"/>
                  </a:lnTo>
                  <a:lnTo>
                    <a:pt x="7142" y="10984"/>
                  </a:lnTo>
                  <a:cubicBezTo>
                    <a:pt x="6983" y="11147"/>
                    <a:pt x="6892" y="11364"/>
                    <a:pt x="6892" y="11593"/>
                  </a:cubicBezTo>
                  <a:lnTo>
                    <a:pt x="6892" y="11661"/>
                  </a:lnTo>
                  <a:cubicBezTo>
                    <a:pt x="6402" y="11879"/>
                    <a:pt x="5877" y="11987"/>
                    <a:pt x="5352" y="11987"/>
                  </a:cubicBezTo>
                  <a:cubicBezTo>
                    <a:pt x="4827" y="11987"/>
                    <a:pt x="4303" y="11879"/>
                    <a:pt x="3814" y="11661"/>
                  </a:cubicBezTo>
                  <a:lnTo>
                    <a:pt x="3814" y="11593"/>
                  </a:lnTo>
                  <a:cubicBezTo>
                    <a:pt x="3814" y="11364"/>
                    <a:pt x="3723" y="11147"/>
                    <a:pt x="3564" y="10984"/>
                  </a:cubicBezTo>
                  <a:lnTo>
                    <a:pt x="3130" y="10553"/>
                  </a:lnTo>
                  <a:lnTo>
                    <a:pt x="3532" y="10412"/>
                  </a:lnTo>
                  <a:cubicBezTo>
                    <a:pt x="3963" y="10260"/>
                    <a:pt x="4249" y="9854"/>
                    <a:pt x="4249" y="9398"/>
                  </a:cubicBezTo>
                  <a:lnTo>
                    <a:pt x="4249" y="8702"/>
                  </a:lnTo>
                  <a:cubicBezTo>
                    <a:pt x="4604" y="8840"/>
                    <a:pt x="4978" y="8909"/>
                    <a:pt x="5353" y="8909"/>
                  </a:cubicBezTo>
                  <a:cubicBezTo>
                    <a:pt x="5728" y="8909"/>
                    <a:pt x="6103" y="8840"/>
                    <a:pt x="6458" y="8702"/>
                  </a:cubicBezTo>
                  <a:close/>
                  <a:moveTo>
                    <a:pt x="2084" y="0"/>
                  </a:moveTo>
                  <a:cubicBezTo>
                    <a:pt x="1560" y="0"/>
                    <a:pt x="1035" y="236"/>
                    <a:pt x="688" y="706"/>
                  </a:cubicBezTo>
                  <a:cubicBezTo>
                    <a:pt x="0" y="1647"/>
                    <a:pt x="420" y="2984"/>
                    <a:pt x="1521" y="3364"/>
                  </a:cubicBezTo>
                  <a:cubicBezTo>
                    <a:pt x="1406" y="3947"/>
                    <a:pt x="1424" y="4548"/>
                    <a:pt x="1576" y="5124"/>
                  </a:cubicBezTo>
                  <a:cubicBezTo>
                    <a:pt x="1239" y="5620"/>
                    <a:pt x="1594" y="6294"/>
                    <a:pt x="2195" y="6294"/>
                  </a:cubicBezTo>
                  <a:lnTo>
                    <a:pt x="2347" y="6294"/>
                  </a:lnTo>
                  <a:cubicBezTo>
                    <a:pt x="2478" y="7221"/>
                    <a:pt x="3032" y="8036"/>
                    <a:pt x="3843" y="8503"/>
                  </a:cubicBezTo>
                  <a:lnTo>
                    <a:pt x="3843" y="9394"/>
                  </a:lnTo>
                  <a:cubicBezTo>
                    <a:pt x="3843" y="9677"/>
                    <a:pt x="3666" y="9930"/>
                    <a:pt x="3398" y="10024"/>
                  </a:cubicBezTo>
                  <a:lnTo>
                    <a:pt x="1145" y="10818"/>
                  </a:lnTo>
                  <a:cubicBezTo>
                    <a:pt x="544" y="11035"/>
                    <a:pt x="138" y="11603"/>
                    <a:pt x="138" y="12244"/>
                  </a:cubicBezTo>
                  <a:lnTo>
                    <a:pt x="138" y="13719"/>
                  </a:lnTo>
                  <a:cubicBezTo>
                    <a:pt x="138" y="13854"/>
                    <a:pt x="239" y="13922"/>
                    <a:pt x="341" y="13922"/>
                  </a:cubicBezTo>
                  <a:cubicBezTo>
                    <a:pt x="442" y="13922"/>
                    <a:pt x="544" y="13854"/>
                    <a:pt x="544" y="13719"/>
                  </a:cubicBezTo>
                  <a:lnTo>
                    <a:pt x="544" y="12244"/>
                  </a:lnTo>
                  <a:cubicBezTo>
                    <a:pt x="547" y="11777"/>
                    <a:pt x="841" y="11361"/>
                    <a:pt x="1282" y="11205"/>
                  </a:cubicBezTo>
                  <a:lnTo>
                    <a:pt x="2706" y="10702"/>
                  </a:lnTo>
                  <a:lnTo>
                    <a:pt x="3274" y="11270"/>
                  </a:lnTo>
                  <a:cubicBezTo>
                    <a:pt x="3361" y="11357"/>
                    <a:pt x="3408" y="11469"/>
                    <a:pt x="3408" y="11589"/>
                  </a:cubicBezTo>
                  <a:lnTo>
                    <a:pt x="3408" y="13715"/>
                  </a:lnTo>
                  <a:cubicBezTo>
                    <a:pt x="3408" y="13851"/>
                    <a:pt x="3510" y="13919"/>
                    <a:pt x="3611" y="13919"/>
                  </a:cubicBezTo>
                  <a:cubicBezTo>
                    <a:pt x="3713" y="13919"/>
                    <a:pt x="3814" y="13851"/>
                    <a:pt x="3814" y="13715"/>
                  </a:cubicBezTo>
                  <a:lnTo>
                    <a:pt x="3814" y="12103"/>
                  </a:lnTo>
                  <a:cubicBezTo>
                    <a:pt x="4308" y="12297"/>
                    <a:pt x="4831" y="12394"/>
                    <a:pt x="5353" y="12394"/>
                  </a:cubicBezTo>
                  <a:cubicBezTo>
                    <a:pt x="5876" y="12394"/>
                    <a:pt x="6398" y="12297"/>
                    <a:pt x="6892" y="12103"/>
                  </a:cubicBezTo>
                  <a:lnTo>
                    <a:pt x="6892" y="12190"/>
                  </a:lnTo>
                  <a:cubicBezTo>
                    <a:pt x="6892" y="12326"/>
                    <a:pt x="6995" y="12394"/>
                    <a:pt x="7097" y="12394"/>
                  </a:cubicBezTo>
                  <a:cubicBezTo>
                    <a:pt x="7199" y="12394"/>
                    <a:pt x="7302" y="12326"/>
                    <a:pt x="7302" y="12190"/>
                  </a:cubicBezTo>
                  <a:lnTo>
                    <a:pt x="7302" y="11589"/>
                  </a:lnTo>
                  <a:cubicBezTo>
                    <a:pt x="7302" y="11473"/>
                    <a:pt x="7349" y="11357"/>
                    <a:pt x="7432" y="11274"/>
                  </a:cubicBezTo>
                  <a:lnTo>
                    <a:pt x="8001" y="10702"/>
                  </a:lnTo>
                  <a:lnTo>
                    <a:pt x="9424" y="11205"/>
                  </a:lnTo>
                  <a:cubicBezTo>
                    <a:pt x="9866" y="11361"/>
                    <a:pt x="10163" y="11777"/>
                    <a:pt x="10163" y="12244"/>
                  </a:cubicBezTo>
                  <a:lnTo>
                    <a:pt x="10163" y="13719"/>
                  </a:lnTo>
                  <a:cubicBezTo>
                    <a:pt x="10163" y="13854"/>
                    <a:pt x="10264" y="13922"/>
                    <a:pt x="10366" y="13922"/>
                  </a:cubicBezTo>
                  <a:cubicBezTo>
                    <a:pt x="10467" y="13922"/>
                    <a:pt x="10569" y="13854"/>
                    <a:pt x="10569" y="13719"/>
                  </a:cubicBezTo>
                  <a:lnTo>
                    <a:pt x="10569" y="12244"/>
                  </a:lnTo>
                  <a:cubicBezTo>
                    <a:pt x="10569" y="11603"/>
                    <a:pt x="10167" y="11035"/>
                    <a:pt x="9562" y="10821"/>
                  </a:cubicBezTo>
                  <a:lnTo>
                    <a:pt x="7309" y="10024"/>
                  </a:lnTo>
                  <a:cubicBezTo>
                    <a:pt x="7045" y="9930"/>
                    <a:pt x="6864" y="9680"/>
                    <a:pt x="6864" y="9394"/>
                  </a:cubicBezTo>
                  <a:lnTo>
                    <a:pt x="6864" y="8503"/>
                  </a:lnTo>
                  <a:cubicBezTo>
                    <a:pt x="7678" y="8036"/>
                    <a:pt x="8229" y="7221"/>
                    <a:pt x="8359" y="6294"/>
                  </a:cubicBezTo>
                  <a:lnTo>
                    <a:pt x="8515" y="6294"/>
                  </a:lnTo>
                  <a:cubicBezTo>
                    <a:pt x="9113" y="6294"/>
                    <a:pt x="9471" y="5620"/>
                    <a:pt x="9134" y="5124"/>
                  </a:cubicBezTo>
                  <a:cubicBezTo>
                    <a:pt x="9283" y="4548"/>
                    <a:pt x="9305" y="3947"/>
                    <a:pt x="9189" y="3364"/>
                  </a:cubicBezTo>
                  <a:cubicBezTo>
                    <a:pt x="10290" y="2984"/>
                    <a:pt x="10706" y="1647"/>
                    <a:pt x="10018" y="706"/>
                  </a:cubicBezTo>
                  <a:cubicBezTo>
                    <a:pt x="9671" y="236"/>
                    <a:pt x="9147" y="0"/>
                    <a:pt x="8622" y="0"/>
                  </a:cubicBezTo>
                  <a:cubicBezTo>
                    <a:pt x="8100" y="0"/>
                    <a:pt x="7578" y="234"/>
                    <a:pt x="7233" y="702"/>
                  </a:cubicBezTo>
                  <a:cubicBezTo>
                    <a:pt x="6648" y="380"/>
                    <a:pt x="6001" y="219"/>
                    <a:pt x="5353" y="219"/>
                  </a:cubicBezTo>
                  <a:cubicBezTo>
                    <a:pt x="4706" y="219"/>
                    <a:pt x="4058" y="380"/>
                    <a:pt x="3474" y="702"/>
                  </a:cubicBezTo>
                  <a:cubicBezTo>
                    <a:pt x="3128" y="234"/>
                    <a:pt x="2606"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2"/>
            <p:cNvSpPr/>
            <p:nvPr/>
          </p:nvSpPr>
          <p:spPr>
            <a:xfrm>
              <a:off x="5923530" y="2608245"/>
              <a:ext cx="49630" cy="16596"/>
            </a:xfrm>
            <a:custGeom>
              <a:rect b="b" l="l" r="r" t="t"/>
              <a:pathLst>
                <a:path extrusionOk="0" h="633" w="1893">
                  <a:moveTo>
                    <a:pt x="295" y="1"/>
                  </a:moveTo>
                  <a:cubicBezTo>
                    <a:pt x="136" y="1"/>
                    <a:pt x="1" y="208"/>
                    <a:pt x="151" y="353"/>
                  </a:cubicBezTo>
                  <a:cubicBezTo>
                    <a:pt x="325" y="527"/>
                    <a:pt x="622" y="632"/>
                    <a:pt x="948" y="632"/>
                  </a:cubicBezTo>
                  <a:cubicBezTo>
                    <a:pt x="1271" y="632"/>
                    <a:pt x="1568" y="527"/>
                    <a:pt x="1745" y="353"/>
                  </a:cubicBezTo>
                  <a:cubicBezTo>
                    <a:pt x="1893" y="208"/>
                    <a:pt x="1757" y="1"/>
                    <a:pt x="1599" y="1"/>
                  </a:cubicBezTo>
                  <a:cubicBezTo>
                    <a:pt x="1552" y="1"/>
                    <a:pt x="1503" y="19"/>
                    <a:pt x="1459" y="64"/>
                  </a:cubicBezTo>
                  <a:cubicBezTo>
                    <a:pt x="1383" y="136"/>
                    <a:pt x="1205" y="223"/>
                    <a:pt x="948" y="223"/>
                  </a:cubicBezTo>
                  <a:cubicBezTo>
                    <a:pt x="691" y="223"/>
                    <a:pt x="510" y="140"/>
                    <a:pt x="438" y="64"/>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2"/>
            <p:cNvSpPr/>
            <p:nvPr/>
          </p:nvSpPr>
          <p:spPr>
            <a:xfrm>
              <a:off x="5988733" y="2768382"/>
              <a:ext cx="10749" cy="27869"/>
            </a:xfrm>
            <a:custGeom>
              <a:rect b="b" l="l" r="r" t="t"/>
              <a:pathLst>
                <a:path extrusionOk="0" h="1063" w="410">
                  <a:moveTo>
                    <a:pt x="203" y="0"/>
                  </a:moveTo>
                  <a:cubicBezTo>
                    <a:pt x="91" y="0"/>
                    <a:pt x="0" y="91"/>
                    <a:pt x="0" y="203"/>
                  </a:cubicBezTo>
                  <a:lnTo>
                    <a:pt x="0" y="859"/>
                  </a:lnTo>
                  <a:cubicBezTo>
                    <a:pt x="0" y="994"/>
                    <a:pt x="103" y="1062"/>
                    <a:pt x="205" y="1062"/>
                  </a:cubicBezTo>
                  <a:cubicBezTo>
                    <a:pt x="307" y="1062"/>
                    <a:pt x="410" y="994"/>
                    <a:pt x="410" y="859"/>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2"/>
            <p:cNvSpPr/>
            <p:nvPr/>
          </p:nvSpPr>
          <p:spPr>
            <a:xfrm>
              <a:off x="5908796" y="2562601"/>
              <a:ext cx="10644" cy="16386"/>
            </a:xfrm>
            <a:custGeom>
              <a:rect b="b" l="l" r="r" t="t"/>
              <a:pathLst>
                <a:path extrusionOk="0" h="625" w="406">
                  <a:moveTo>
                    <a:pt x="203" y="1"/>
                  </a:moveTo>
                  <a:cubicBezTo>
                    <a:pt x="91" y="1"/>
                    <a:pt x="0" y="91"/>
                    <a:pt x="0" y="204"/>
                  </a:cubicBezTo>
                  <a:lnTo>
                    <a:pt x="0" y="421"/>
                  </a:lnTo>
                  <a:cubicBezTo>
                    <a:pt x="0" y="557"/>
                    <a:pt x="101" y="625"/>
                    <a:pt x="203" y="625"/>
                  </a:cubicBezTo>
                  <a:cubicBezTo>
                    <a:pt x="304" y="625"/>
                    <a:pt x="406" y="557"/>
                    <a:pt x="406" y="421"/>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2"/>
            <p:cNvSpPr/>
            <p:nvPr/>
          </p:nvSpPr>
          <p:spPr>
            <a:xfrm>
              <a:off x="5977328" y="2562679"/>
              <a:ext cx="10671" cy="16386"/>
            </a:xfrm>
            <a:custGeom>
              <a:rect b="b" l="l" r="r" t="t"/>
              <a:pathLst>
                <a:path extrusionOk="0" h="625" w="407">
                  <a:moveTo>
                    <a:pt x="204" y="1"/>
                  </a:moveTo>
                  <a:cubicBezTo>
                    <a:pt x="102" y="1"/>
                    <a:pt x="1" y="69"/>
                    <a:pt x="1" y="204"/>
                  </a:cubicBezTo>
                  <a:lnTo>
                    <a:pt x="1" y="422"/>
                  </a:lnTo>
                  <a:cubicBezTo>
                    <a:pt x="1" y="534"/>
                    <a:pt x="91" y="624"/>
                    <a:pt x="204" y="624"/>
                  </a:cubicBezTo>
                  <a:cubicBezTo>
                    <a:pt x="316" y="624"/>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2"/>
            <p:cNvSpPr/>
            <p:nvPr/>
          </p:nvSpPr>
          <p:spPr>
            <a:xfrm>
              <a:off x="5901166" y="2545428"/>
              <a:ext cx="20187" cy="10854"/>
            </a:xfrm>
            <a:custGeom>
              <a:rect b="b" l="l" r="r" t="t"/>
              <a:pathLst>
                <a:path extrusionOk="0" h="414" w="770">
                  <a:moveTo>
                    <a:pt x="273" y="0"/>
                  </a:moveTo>
                  <a:cubicBezTo>
                    <a:pt x="8" y="0"/>
                    <a:pt x="0" y="399"/>
                    <a:pt x="269" y="406"/>
                  </a:cubicBezTo>
                  <a:lnTo>
                    <a:pt x="487" y="413"/>
                  </a:lnTo>
                  <a:lnTo>
                    <a:pt x="494" y="413"/>
                  </a:lnTo>
                  <a:cubicBezTo>
                    <a:pt x="765" y="413"/>
                    <a:pt x="769" y="8"/>
                    <a:pt x="497" y="4"/>
                  </a:cubicBezTo>
                  <a:lnTo>
                    <a:pt x="280" y="0"/>
                  </a:lnTo>
                  <a:cubicBezTo>
                    <a:pt x="278" y="0"/>
                    <a:pt x="275"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2"/>
            <p:cNvSpPr/>
            <p:nvPr/>
          </p:nvSpPr>
          <p:spPr>
            <a:xfrm>
              <a:off x="5975440" y="2545428"/>
              <a:ext cx="20083" cy="10854"/>
            </a:xfrm>
            <a:custGeom>
              <a:rect b="b" l="l" r="r" t="t"/>
              <a:pathLst>
                <a:path extrusionOk="0" h="414" w="766">
                  <a:moveTo>
                    <a:pt x="497" y="0"/>
                  </a:moveTo>
                  <a:cubicBezTo>
                    <a:pt x="494" y="0"/>
                    <a:pt x="492" y="0"/>
                    <a:pt x="489" y="0"/>
                  </a:cubicBezTo>
                  <a:lnTo>
                    <a:pt x="268" y="4"/>
                  </a:lnTo>
                  <a:cubicBezTo>
                    <a:pt x="0" y="8"/>
                    <a:pt x="4" y="413"/>
                    <a:pt x="276" y="413"/>
                  </a:cubicBezTo>
                  <a:lnTo>
                    <a:pt x="279" y="413"/>
                  </a:lnTo>
                  <a:lnTo>
                    <a:pt x="497" y="406"/>
                  </a:lnTo>
                  <a:cubicBezTo>
                    <a:pt x="766" y="399"/>
                    <a:pt x="761" y="0"/>
                    <a:pt x="4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7" name="Google Shape;14017;p82"/>
          <p:cNvGrpSpPr/>
          <p:nvPr/>
        </p:nvGrpSpPr>
        <p:grpSpPr>
          <a:xfrm>
            <a:off x="6705912" y="2431225"/>
            <a:ext cx="285063" cy="365026"/>
            <a:chOff x="6705912" y="2431225"/>
            <a:chExt cx="285063" cy="365026"/>
          </a:xfrm>
        </p:grpSpPr>
        <p:sp>
          <p:nvSpPr>
            <p:cNvPr id="14018" name="Google Shape;14018;p82"/>
            <p:cNvSpPr/>
            <p:nvPr/>
          </p:nvSpPr>
          <p:spPr>
            <a:xfrm>
              <a:off x="6711313" y="2625182"/>
              <a:ext cx="274340" cy="165721"/>
            </a:xfrm>
            <a:custGeom>
              <a:rect b="b" l="l" r="r" t="t"/>
              <a:pathLst>
                <a:path extrusionOk="0" h="6321" w="10464">
                  <a:moveTo>
                    <a:pt x="3709" y="1"/>
                  </a:moveTo>
                  <a:lnTo>
                    <a:pt x="3709" y="1036"/>
                  </a:lnTo>
                  <a:cubicBezTo>
                    <a:pt x="3709" y="1326"/>
                    <a:pt x="3517" y="1580"/>
                    <a:pt x="3239" y="1663"/>
                  </a:cubicBezTo>
                  <a:lnTo>
                    <a:pt x="942" y="2337"/>
                  </a:lnTo>
                  <a:cubicBezTo>
                    <a:pt x="385" y="2503"/>
                    <a:pt x="1" y="3014"/>
                    <a:pt x="1" y="3593"/>
                  </a:cubicBezTo>
                  <a:lnTo>
                    <a:pt x="1" y="6321"/>
                  </a:lnTo>
                  <a:lnTo>
                    <a:pt x="10464" y="6321"/>
                  </a:lnTo>
                  <a:lnTo>
                    <a:pt x="10464" y="3593"/>
                  </a:lnTo>
                  <a:cubicBezTo>
                    <a:pt x="10464" y="3014"/>
                    <a:pt x="10084" y="2503"/>
                    <a:pt x="9526" y="2337"/>
                  </a:cubicBezTo>
                  <a:lnTo>
                    <a:pt x="7230" y="1663"/>
                  </a:lnTo>
                  <a:cubicBezTo>
                    <a:pt x="6951" y="1580"/>
                    <a:pt x="6759" y="1326"/>
                    <a:pt x="6759" y="1036"/>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2"/>
            <p:cNvSpPr/>
            <p:nvPr/>
          </p:nvSpPr>
          <p:spPr>
            <a:xfrm>
              <a:off x="6711418" y="2668755"/>
              <a:ext cx="274235" cy="122147"/>
            </a:xfrm>
            <a:custGeom>
              <a:rect b="b" l="l" r="r" t="t"/>
              <a:pathLst>
                <a:path extrusionOk="0" h="4659" w="10460">
                  <a:moveTo>
                    <a:pt x="3235" y="1"/>
                  </a:moveTo>
                  <a:lnTo>
                    <a:pt x="938" y="675"/>
                  </a:lnTo>
                  <a:cubicBezTo>
                    <a:pt x="381" y="841"/>
                    <a:pt x="0" y="1352"/>
                    <a:pt x="0" y="1931"/>
                  </a:cubicBezTo>
                  <a:lnTo>
                    <a:pt x="0" y="4659"/>
                  </a:lnTo>
                  <a:lnTo>
                    <a:pt x="10460" y="4659"/>
                  </a:lnTo>
                  <a:lnTo>
                    <a:pt x="10460" y="1931"/>
                  </a:lnTo>
                  <a:cubicBezTo>
                    <a:pt x="10460" y="1352"/>
                    <a:pt x="10080" y="841"/>
                    <a:pt x="9522" y="675"/>
                  </a:cubicBezTo>
                  <a:lnTo>
                    <a:pt x="7226" y="1"/>
                  </a:lnTo>
                  <a:lnTo>
                    <a:pt x="7226" y="1"/>
                  </a:lnTo>
                  <a:cubicBezTo>
                    <a:pt x="7284" y="30"/>
                    <a:pt x="7345" y="59"/>
                    <a:pt x="7410" y="81"/>
                  </a:cubicBezTo>
                  <a:lnTo>
                    <a:pt x="5230" y="736"/>
                  </a:lnTo>
                  <a:lnTo>
                    <a:pt x="3050" y="81"/>
                  </a:lnTo>
                  <a:cubicBezTo>
                    <a:pt x="3115" y="59"/>
                    <a:pt x="3177" y="30"/>
                    <a:pt x="323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2"/>
            <p:cNvSpPr/>
            <p:nvPr/>
          </p:nvSpPr>
          <p:spPr>
            <a:xfrm>
              <a:off x="6779977" y="2673527"/>
              <a:ext cx="137144" cy="117376"/>
            </a:xfrm>
            <a:custGeom>
              <a:rect b="b" l="l" r="r" t="t"/>
              <a:pathLst>
                <a:path extrusionOk="0" h="4477" w="5231">
                  <a:moveTo>
                    <a:pt x="772" y="0"/>
                  </a:moveTo>
                  <a:lnTo>
                    <a:pt x="511" y="261"/>
                  </a:lnTo>
                  <a:cubicBezTo>
                    <a:pt x="185" y="587"/>
                    <a:pt x="0" y="1029"/>
                    <a:pt x="4" y="1492"/>
                  </a:cubicBezTo>
                  <a:lnTo>
                    <a:pt x="4" y="4477"/>
                  </a:lnTo>
                  <a:lnTo>
                    <a:pt x="5230" y="4477"/>
                  </a:lnTo>
                  <a:lnTo>
                    <a:pt x="5230" y="1492"/>
                  </a:lnTo>
                  <a:cubicBezTo>
                    <a:pt x="5230" y="1029"/>
                    <a:pt x="5045" y="587"/>
                    <a:pt x="4719" y="261"/>
                  </a:cubicBezTo>
                  <a:lnTo>
                    <a:pt x="4459" y="0"/>
                  </a:lnTo>
                  <a:lnTo>
                    <a:pt x="2615" y="333"/>
                  </a:lnTo>
                  <a:lnTo>
                    <a:pt x="772"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2"/>
            <p:cNvSpPr/>
            <p:nvPr/>
          </p:nvSpPr>
          <p:spPr>
            <a:xfrm>
              <a:off x="6784434" y="2673527"/>
              <a:ext cx="128780" cy="49630"/>
            </a:xfrm>
            <a:custGeom>
              <a:rect b="b" l="l" r="r" t="t"/>
              <a:pathLst>
                <a:path extrusionOk="0" h="1893" w="4912">
                  <a:moveTo>
                    <a:pt x="602" y="0"/>
                  </a:moveTo>
                  <a:lnTo>
                    <a:pt x="341" y="261"/>
                  </a:lnTo>
                  <a:cubicBezTo>
                    <a:pt x="200" y="402"/>
                    <a:pt x="84" y="569"/>
                    <a:pt x="0" y="750"/>
                  </a:cubicBezTo>
                  <a:lnTo>
                    <a:pt x="739" y="1594"/>
                  </a:lnTo>
                  <a:cubicBezTo>
                    <a:pt x="913" y="1792"/>
                    <a:pt x="1155" y="1893"/>
                    <a:pt x="1397" y="1893"/>
                  </a:cubicBezTo>
                  <a:cubicBezTo>
                    <a:pt x="1619" y="1893"/>
                    <a:pt x="1841" y="1808"/>
                    <a:pt x="2011" y="1637"/>
                  </a:cubicBezTo>
                  <a:lnTo>
                    <a:pt x="2474" y="1174"/>
                  </a:lnTo>
                  <a:lnTo>
                    <a:pt x="2938" y="1637"/>
                  </a:lnTo>
                  <a:cubicBezTo>
                    <a:pt x="3107" y="1808"/>
                    <a:pt x="3330" y="1893"/>
                    <a:pt x="3552" y="1893"/>
                  </a:cubicBezTo>
                  <a:cubicBezTo>
                    <a:pt x="3795" y="1893"/>
                    <a:pt x="4037" y="1792"/>
                    <a:pt x="4209" y="1594"/>
                  </a:cubicBezTo>
                  <a:lnTo>
                    <a:pt x="4912" y="793"/>
                  </a:lnTo>
                  <a:cubicBezTo>
                    <a:pt x="4825" y="594"/>
                    <a:pt x="4701" y="413"/>
                    <a:pt x="4549" y="261"/>
                  </a:cubicBezTo>
                  <a:lnTo>
                    <a:pt x="4289" y="0"/>
                  </a:lnTo>
                  <a:lnTo>
                    <a:pt x="2445" y="333"/>
                  </a:lnTo>
                  <a:lnTo>
                    <a:pt x="6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2"/>
            <p:cNvSpPr/>
            <p:nvPr/>
          </p:nvSpPr>
          <p:spPr>
            <a:xfrm>
              <a:off x="6831442" y="2710834"/>
              <a:ext cx="34292" cy="80068"/>
            </a:xfrm>
            <a:custGeom>
              <a:rect b="b" l="l" r="r" t="t"/>
              <a:pathLst>
                <a:path extrusionOk="0" h="3054" w="1308">
                  <a:moveTo>
                    <a:pt x="337" y="0"/>
                  </a:moveTo>
                  <a:lnTo>
                    <a:pt x="0" y="3054"/>
                  </a:lnTo>
                  <a:lnTo>
                    <a:pt x="1308" y="3054"/>
                  </a:lnTo>
                  <a:lnTo>
                    <a:pt x="9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2"/>
            <p:cNvSpPr/>
            <p:nvPr/>
          </p:nvSpPr>
          <p:spPr>
            <a:xfrm>
              <a:off x="6825648" y="2682257"/>
              <a:ext cx="45776" cy="34292"/>
            </a:xfrm>
            <a:custGeom>
              <a:rect b="b" l="l" r="r" t="t"/>
              <a:pathLst>
                <a:path extrusionOk="0" h="1308" w="1746">
                  <a:moveTo>
                    <a:pt x="0" y="0"/>
                  </a:moveTo>
                  <a:lnTo>
                    <a:pt x="388" y="1159"/>
                  </a:lnTo>
                  <a:cubicBezTo>
                    <a:pt x="417" y="1250"/>
                    <a:pt x="500" y="1308"/>
                    <a:pt x="594" y="1308"/>
                  </a:cubicBezTo>
                  <a:lnTo>
                    <a:pt x="1152" y="1308"/>
                  </a:lnTo>
                  <a:cubicBezTo>
                    <a:pt x="1155" y="1308"/>
                    <a:pt x="1157" y="1308"/>
                    <a:pt x="1160" y="1308"/>
                  </a:cubicBezTo>
                  <a:cubicBezTo>
                    <a:pt x="1251" y="1308"/>
                    <a:pt x="1330" y="1247"/>
                    <a:pt x="1358" y="1159"/>
                  </a:cubicBezTo>
                  <a:lnTo>
                    <a:pt x="174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2"/>
            <p:cNvSpPr/>
            <p:nvPr/>
          </p:nvSpPr>
          <p:spPr>
            <a:xfrm>
              <a:off x="6808554" y="2625182"/>
              <a:ext cx="79963" cy="28551"/>
            </a:xfrm>
            <a:custGeom>
              <a:rect b="b" l="l" r="r" t="t"/>
              <a:pathLst>
                <a:path extrusionOk="0" h="1089" w="3050">
                  <a:moveTo>
                    <a:pt x="0" y="1"/>
                  </a:moveTo>
                  <a:lnTo>
                    <a:pt x="0" y="703"/>
                  </a:lnTo>
                  <a:cubicBezTo>
                    <a:pt x="475" y="960"/>
                    <a:pt x="999" y="1089"/>
                    <a:pt x="1524" y="1089"/>
                  </a:cubicBezTo>
                  <a:cubicBezTo>
                    <a:pt x="2048" y="1089"/>
                    <a:pt x="2574" y="960"/>
                    <a:pt x="3050" y="703"/>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2"/>
            <p:cNvSpPr/>
            <p:nvPr/>
          </p:nvSpPr>
          <p:spPr>
            <a:xfrm>
              <a:off x="6728879" y="2465203"/>
              <a:ext cx="62503" cy="142833"/>
            </a:xfrm>
            <a:custGeom>
              <a:rect b="b" l="l" r="r" t="t"/>
              <a:pathLst>
                <a:path extrusionOk="0" h="5448" w="2384">
                  <a:moveTo>
                    <a:pt x="2384" y="0"/>
                  </a:moveTo>
                  <a:cubicBezTo>
                    <a:pt x="754" y="543"/>
                    <a:pt x="178" y="2437"/>
                    <a:pt x="30" y="3064"/>
                  </a:cubicBezTo>
                  <a:cubicBezTo>
                    <a:pt x="1" y="3191"/>
                    <a:pt x="30" y="3321"/>
                    <a:pt x="106" y="3426"/>
                  </a:cubicBezTo>
                  <a:lnTo>
                    <a:pt x="591" y="4071"/>
                  </a:lnTo>
                  <a:cubicBezTo>
                    <a:pt x="627" y="4118"/>
                    <a:pt x="642" y="4179"/>
                    <a:pt x="631" y="4237"/>
                  </a:cubicBezTo>
                  <a:cubicBezTo>
                    <a:pt x="613" y="4313"/>
                    <a:pt x="591" y="4390"/>
                    <a:pt x="566" y="4462"/>
                  </a:cubicBezTo>
                  <a:cubicBezTo>
                    <a:pt x="490" y="4672"/>
                    <a:pt x="588" y="4900"/>
                    <a:pt x="787" y="4998"/>
                  </a:cubicBezTo>
                  <a:cubicBezTo>
                    <a:pt x="1286" y="5244"/>
                    <a:pt x="1830" y="5396"/>
                    <a:pt x="2384" y="5447"/>
                  </a:cubicBezTo>
                  <a:lnTo>
                    <a:pt x="238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2"/>
            <p:cNvSpPr/>
            <p:nvPr/>
          </p:nvSpPr>
          <p:spPr>
            <a:xfrm>
              <a:off x="6905690" y="2465203"/>
              <a:ext cx="62503" cy="142833"/>
            </a:xfrm>
            <a:custGeom>
              <a:rect b="b" l="l" r="r" t="t"/>
              <a:pathLst>
                <a:path extrusionOk="0" h="5448" w="2384">
                  <a:moveTo>
                    <a:pt x="0" y="0"/>
                  </a:moveTo>
                  <a:lnTo>
                    <a:pt x="0" y="5447"/>
                  </a:lnTo>
                  <a:cubicBezTo>
                    <a:pt x="555" y="5396"/>
                    <a:pt x="1098" y="5244"/>
                    <a:pt x="1598" y="4998"/>
                  </a:cubicBezTo>
                  <a:cubicBezTo>
                    <a:pt x="1797" y="4900"/>
                    <a:pt x="1895" y="4672"/>
                    <a:pt x="1819" y="4462"/>
                  </a:cubicBezTo>
                  <a:cubicBezTo>
                    <a:pt x="1793" y="4390"/>
                    <a:pt x="1771" y="4313"/>
                    <a:pt x="1753" y="4237"/>
                  </a:cubicBezTo>
                  <a:cubicBezTo>
                    <a:pt x="1742" y="4179"/>
                    <a:pt x="1757" y="4118"/>
                    <a:pt x="1793" y="4071"/>
                  </a:cubicBezTo>
                  <a:lnTo>
                    <a:pt x="2278" y="3426"/>
                  </a:lnTo>
                  <a:cubicBezTo>
                    <a:pt x="2355" y="3321"/>
                    <a:pt x="2384" y="3191"/>
                    <a:pt x="2355" y="3064"/>
                  </a:cubicBezTo>
                  <a:cubicBezTo>
                    <a:pt x="2206" y="2437"/>
                    <a:pt x="1630" y="543"/>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2"/>
            <p:cNvSpPr/>
            <p:nvPr/>
          </p:nvSpPr>
          <p:spPr>
            <a:xfrm>
              <a:off x="6750246" y="2436573"/>
              <a:ext cx="196579" cy="200118"/>
            </a:xfrm>
            <a:custGeom>
              <a:rect b="b" l="l" r="r" t="t"/>
              <a:pathLst>
                <a:path extrusionOk="0" h="7633" w="7498">
                  <a:moveTo>
                    <a:pt x="3749" y="0"/>
                  </a:moveTo>
                  <a:cubicBezTo>
                    <a:pt x="3645" y="0"/>
                    <a:pt x="3541" y="6"/>
                    <a:pt x="3438" y="16"/>
                  </a:cubicBezTo>
                  <a:cubicBezTo>
                    <a:pt x="1761" y="176"/>
                    <a:pt x="479" y="1585"/>
                    <a:pt x="479" y="3269"/>
                  </a:cubicBezTo>
                  <a:lnTo>
                    <a:pt x="479" y="3935"/>
                  </a:lnTo>
                  <a:cubicBezTo>
                    <a:pt x="196" y="3982"/>
                    <a:pt x="1" y="4239"/>
                    <a:pt x="30" y="4525"/>
                  </a:cubicBezTo>
                  <a:cubicBezTo>
                    <a:pt x="58" y="4805"/>
                    <a:pt x="290" y="5015"/>
                    <a:pt x="570" y="5015"/>
                  </a:cubicBezTo>
                  <a:cubicBezTo>
                    <a:pt x="577" y="5015"/>
                    <a:pt x="584" y="5015"/>
                    <a:pt x="591" y="5014"/>
                  </a:cubicBezTo>
                  <a:lnTo>
                    <a:pt x="928" y="5014"/>
                  </a:lnTo>
                  <a:cubicBezTo>
                    <a:pt x="1036" y="6488"/>
                    <a:pt x="2268" y="7633"/>
                    <a:pt x="3749" y="7633"/>
                  </a:cubicBezTo>
                  <a:cubicBezTo>
                    <a:pt x="5230" y="7633"/>
                    <a:pt x="6462" y="6488"/>
                    <a:pt x="6570" y="5014"/>
                  </a:cubicBezTo>
                  <a:lnTo>
                    <a:pt x="6911" y="5014"/>
                  </a:lnTo>
                  <a:cubicBezTo>
                    <a:pt x="6918" y="5015"/>
                    <a:pt x="6925" y="5015"/>
                    <a:pt x="6932" y="5015"/>
                  </a:cubicBezTo>
                  <a:cubicBezTo>
                    <a:pt x="7209" y="5015"/>
                    <a:pt x="7440" y="4805"/>
                    <a:pt x="7469" y="4525"/>
                  </a:cubicBezTo>
                  <a:cubicBezTo>
                    <a:pt x="7498" y="4239"/>
                    <a:pt x="7302" y="3982"/>
                    <a:pt x="7020" y="3935"/>
                  </a:cubicBezTo>
                  <a:lnTo>
                    <a:pt x="7020" y="3269"/>
                  </a:lnTo>
                  <a:cubicBezTo>
                    <a:pt x="7020" y="1585"/>
                    <a:pt x="5737" y="176"/>
                    <a:pt x="4061" y="16"/>
                  </a:cubicBezTo>
                  <a:cubicBezTo>
                    <a:pt x="3957" y="6"/>
                    <a:pt x="3853" y="0"/>
                    <a:pt x="374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2"/>
            <p:cNvSpPr/>
            <p:nvPr/>
          </p:nvSpPr>
          <p:spPr>
            <a:xfrm>
              <a:off x="6797071" y="2533735"/>
              <a:ext cx="40087" cy="14184"/>
            </a:xfrm>
            <a:custGeom>
              <a:rect b="b" l="l" r="r" t="t"/>
              <a:pathLst>
                <a:path extrusionOk="0" h="541" w="1529">
                  <a:moveTo>
                    <a:pt x="0" y="1"/>
                  </a:moveTo>
                  <a:lnTo>
                    <a:pt x="0"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2"/>
            <p:cNvSpPr/>
            <p:nvPr/>
          </p:nvSpPr>
          <p:spPr>
            <a:xfrm>
              <a:off x="6859914" y="2533735"/>
              <a:ext cx="40113" cy="14184"/>
            </a:xfrm>
            <a:custGeom>
              <a:rect b="b" l="l" r="r" t="t"/>
              <a:pathLst>
                <a:path extrusionOk="0" h="541" w="1530">
                  <a:moveTo>
                    <a:pt x="1" y="1"/>
                  </a:moveTo>
                  <a:lnTo>
                    <a:pt x="1"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2"/>
            <p:cNvSpPr/>
            <p:nvPr/>
          </p:nvSpPr>
          <p:spPr>
            <a:xfrm>
              <a:off x="6789651" y="2657954"/>
              <a:ext cx="58911" cy="50285"/>
            </a:xfrm>
            <a:custGeom>
              <a:rect b="b" l="l" r="r" t="t"/>
              <a:pathLst>
                <a:path extrusionOk="0" h="1918" w="2247">
                  <a:moveTo>
                    <a:pt x="577" y="0"/>
                  </a:moveTo>
                  <a:lnTo>
                    <a:pt x="1" y="695"/>
                  </a:lnTo>
                  <a:lnTo>
                    <a:pt x="1004" y="1844"/>
                  </a:lnTo>
                  <a:cubicBezTo>
                    <a:pt x="1047" y="1893"/>
                    <a:pt x="1107" y="1917"/>
                    <a:pt x="1167" y="1917"/>
                  </a:cubicBezTo>
                  <a:cubicBezTo>
                    <a:pt x="1222" y="1917"/>
                    <a:pt x="1277" y="1896"/>
                    <a:pt x="1319" y="1854"/>
                  </a:cubicBezTo>
                  <a:lnTo>
                    <a:pt x="2246" y="927"/>
                  </a:lnTo>
                  <a:lnTo>
                    <a:pt x="5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2"/>
            <p:cNvSpPr/>
            <p:nvPr/>
          </p:nvSpPr>
          <p:spPr>
            <a:xfrm>
              <a:off x="6848536" y="2657954"/>
              <a:ext cx="58885" cy="50233"/>
            </a:xfrm>
            <a:custGeom>
              <a:rect b="b" l="l" r="r" t="t"/>
              <a:pathLst>
                <a:path extrusionOk="0" h="1916" w="2246">
                  <a:moveTo>
                    <a:pt x="1673" y="0"/>
                  </a:moveTo>
                  <a:lnTo>
                    <a:pt x="0" y="927"/>
                  </a:lnTo>
                  <a:lnTo>
                    <a:pt x="927" y="1851"/>
                  </a:lnTo>
                  <a:cubicBezTo>
                    <a:pt x="969" y="1894"/>
                    <a:pt x="1024" y="1915"/>
                    <a:pt x="1079" y="1915"/>
                  </a:cubicBezTo>
                  <a:cubicBezTo>
                    <a:pt x="1139" y="1915"/>
                    <a:pt x="1199" y="1891"/>
                    <a:pt x="1242" y="1844"/>
                  </a:cubicBezTo>
                  <a:lnTo>
                    <a:pt x="2246" y="695"/>
                  </a:lnTo>
                  <a:lnTo>
                    <a:pt x="16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2"/>
            <p:cNvSpPr/>
            <p:nvPr/>
          </p:nvSpPr>
          <p:spPr>
            <a:xfrm>
              <a:off x="6740467" y="2642276"/>
              <a:ext cx="68113" cy="148627"/>
            </a:xfrm>
            <a:custGeom>
              <a:rect b="b" l="l" r="r" t="t"/>
              <a:pathLst>
                <a:path extrusionOk="0" h="5669" w="2598">
                  <a:moveTo>
                    <a:pt x="2597" y="1"/>
                  </a:moveTo>
                  <a:cubicBezTo>
                    <a:pt x="2597" y="1"/>
                    <a:pt x="1000" y="399"/>
                    <a:pt x="482" y="1960"/>
                  </a:cubicBezTo>
                  <a:cubicBezTo>
                    <a:pt x="435" y="2090"/>
                    <a:pt x="453" y="2235"/>
                    <a:pt x="529" y="2347"/>
                  </a:cubicBezTo>
                  <a:lnTo>
                    <a:pt x="852" y="2833"/>
                  </a:lnTo>
                  <a:lnTo>
                    <a:pt x="149" y="3535"/>
                  </a:lnTo>
                  <a:cubicBezTo>
                    <a:pt x="44" y="3640"/>
                    <a:pt x="1" y="3792"/>
                    <a:pt x="33" y="3937"/>
                  </a:cubicBezTo>
                  <a:lnTo>
                    <a:pt x="417" y="5669"/>
                  </a:lnTo>
                  <a:lnTo>
                    <a:pt x="1511" y="5669"/>
                  </a:lnTo>
                  <a:lnTo>
                    <a:pt x="1511" y="2684"/>
                  </a:lnTo>
                  <a:cubicBezTo>
                    <a:pt x="1507" y="2221"/>
                    <a:pt x="1692" y="1779"/>
                    <a:pt x="2018" y="1449"/>
                  </a:cubicBezTo>
                  <a:lnTo>
                    <a:pt x="2279" y="1192"/>
                  </a:lnTo>
                  <a:cubicBezTo>
                    <a:pt x="2482" y="986"/>
                    <a:pt x="2597" y="710"/>
                    <a:pt x="2597" y="421"/>
                  </a:cubicBezTo>
                  <a:lnTo>
                    <a:pt x="259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2"/>
            <p:cNvSpPr/>
            <p:nvPr/>
          </p:nvSpPr>
          <p:spPr>
            <a:xfrm>
              <a:off x="6888491" y="2642276"/>
              <a:ext cx="68113" cy="148627"/>
            </a:xfrm>
            <a:custGeom>
              <a:rect b="b" l="l" r="r" t="t"/>
              <a:pathLst>
                <a:path extrusionOk="0" h="5669" w="2598">
                  <a:moveTo>
                    <a:pt x="1" y="1"/>
                  </a:moveTo>
                  <a:lnTo>
                    <a:pt x="1" y="421"/>
                  </a:lnTo>
                  <a:cubicBezTo>
                    <a:pt x="1" y="710"/>
                    <a:pt x="117" y="986"/>
                    <a:pt x="320" y="1192"/>
                  </a:cubicBezTo>
                  <a:lnTo>
                    <a:pt x="580" y="1449"/>
                  </a:lnTo>
                  <a:cubicBezTo>
                    <a:pt x="906" y="1779"/>
                    <a:pt x="1091" y="2221"/>
                    <a:pt x="1091" y="2684"/>
                  </a:cubicBezTo>
                  <a:lnTo>
                    <a:pt x="1091" y="5665"/>
                  </a:lnTo>
                  <a:lnTo>
                    <a:pt x="2181" y="5669"/>
                  </a:lnTo>
                  <a:lnTo>
                    <a:pt x="2565" y="3937"/>
                  </a:lnTo>
                  <a:cubicBezTo>
                    <a:pt x="2598" y="3792"/>
                    <a:pt x="2554" y="3640"/>
                    <a:pt x="2449" y="3535"/>
                  </a:cubicBezTo>
                  <a:lnTo>
                    <a:pt x="1747" y="2833"/>
                  </a:lnTo>
                  <a:lnTo>
                    <a:pt x="2069" y="2347"/>
                  </a:lnTo>
                  <a:cubicBezTo>
                    <a:pt x="2145" y="2235"/>
                    <a:pt x="2163" y="2090"/>
                    <a:pt x="2116" y="1960"/>
                  </a:cubicBezTo>
                  <a:cubicBezTo>
                    <a:pt x="1598" y="399"/>
                    <a:pt x="1" y="1"/>
                    <a:pt x="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2"/>
            <p:cNvSpPr/>
            <p:nvPr/>
          </p:nvSpPr>
          <p:spPr>
            <a:xfrm>
              <a:off x="6751400" y="2436599"/>
              <a:ext cx="111687" cy="199987"/>
            </a:xfrm>
            <a:custGeom>
              <a:rect b="b" l="l" r="r" t="t"/>
              <a:pathLst>
                <a:path extrusionOk="0" h="7628" w="4260">
                  <a:moveTo>
                    <a:pt x="3686" y="1"/>
                  </a:moveTo>
                  <a:cubicBezTo>
                    <a:pt x="3588" y="1"/>
                    <a:pt x="3490" y="6"/>
                    <a:pt x="3394" y="15"/>
                  </a:cubicBezTo>
                  <a:cubicBezTo>
                    <a:pt x="1717" y="178"/>
                    <a:pt x="438" y="1584"/>
                    <a:pt x="435" y="3268"/>
                  </a:cubicBezTo>
                  <a:lnTo>
                    <a:pt x="435" y="3923"/>
                  </a:lnTo>
                  <a:lnTo>
                    <a:pt x="547" y="3923"/>
                  </a:lnTo>
                  <a:cubicBezTo>
                    <a:pt x="243" y="3923"/>
                    <a:pt x="0" y="4166"/>
                    <a:pt x="0" y="4466"/>
                  </a:cubicBezTo>
                  <a:cubicBezTo>
                    <a:pt x="0" y="4767"/>
                    <a:pt x="243" y="5010"/>
                    <a:pt x="547" y="5010"/>
                  </a:cubicBezTo>
                  <a:lnTo>
                    <a:pt x="884" y="5010"/>
                  </a:lnTo>
                  <a:cubicBezTo>
                    <a:pt x="1000" y="6513"/>
                    <a:pt x="2258" y="7627"/>
                    <a:pt x="3703" y="7627"/>
                  </a:cubicBezTo>
                  <a:cubicBezTo>
                    <a:pt x="3884" y="7627"/>
                    <a:pt x="4067" y="7610"/>
                    <a:pt x="4252" y="7574"/>
                  </a:cubicBezTo>
                  <a:cubicBezTo>
                    <a:pt x="2923" y="7313"/>
                    <a:pt x="1963" y="6151"/>
                    <a:pt x="1963" y="4796"/>
                  </a:cubicBezTo>
                  <a:lnTo>
                    <a:pt x="1963" y="2833"/>
                  </a:lnTo>
                  <a:cubicBezTo>
                    <a:pt x="1963" y="1475"/>
                    <a:pt x="2926" y="312"/>
                    <a:pt x="4259" y="55"/>
                  </a:cubicBezTo>
                  <a:cubicBezTo>
                    <a:pt x="4070" y="19"/>
                    <a:pt x="3877" y="1"/>
                    <a:pt x="368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2"/>
            <p:cNvSpPr/>
            <p:nvPr/>
          </p:nvSpPr>
          <p:spPr>
            <a:xfrm>
              <a:off x="6831442" y="2613698"/>
              <a:ext cx="34292" cy="34292"/>
            </a:xfrm>
            <a:custGeom>
              <a:rect b="b" l="l" r="r" t="t"/>
              <a:pathLst>
                <a:path extrusionOk="0" h="1308" w="1308">
                  <a:moveTo>
                    <a:pt x="218" y="0"/>
                  </a:moveTo>
                  <a:cubicBezTo>
                    <a:pt x="94" y="0"/>
                    <a:pt x="0" y="98"/>
                    <a:pt x="0" y="218"/>
                  </a:cubicBezTo>
                  <a:lnTo>
                    <a:pt x="0" y="656"/>
                  </a:lnTo>
                  <a:cubicBezTo>
                    <a:pt x="0" y="1014"/>
                    <a:pt x="290" y="1308"/>
                    <a:pt x="652" y="1308"/>
                  </a:cubicBezTo>
                  <a:cubicBezTo>
                    <a:pt x="1014" y="1308"/>
                    <a:pt x="1308" y="1014"/>
                    <a:pt x="1308" y="656"/>
                  </a:cubicBezTo>
                  <a:lnTo>
                    <a:pt x="1308" y="218"/>
                  </a:lnTo>
                  <a:cubicBezTo>
                    <a:pt x="1308" y="98"/>
                    <a:pt x="1210" y="0"/>
                    <a:pt x="108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2"/>
            <p:cNvSpPr/>
            <p:nvPr/>
          </p:nvSpPr>
          <p:spPr>
            <a:xfrm>
              <a:off x="6774655" y="2734089"/>
              <a:ext cx="10749" cy="62162"/>
            </a:xfrm>
            <a:custGeom>
              <a:rect b="b" l="l" r="r" t="t"/>
              <a:pathLst>
                <a:path extrusionOk="0" h="2371" w="410">
                  <a:moveTo>
                    <a:pt x="207" y="1"/>
                  </a:moveTo>
                  <a:cubicBezTo>
                    <a:pt x="91" y="1"/>
                    <a:pt x="0" y="91"/>
                    <a:pt x="0" y="204"/>
                  </a:cubicBezTo>
                  <a:lnTo>
                    <a:pt x="0" y="2167"/>
                  </a:lnTo>
                  <a:cubicBezTo>
                    <a:pt x="0" y="2302"/>
                    <a:pt x="103" y="2370"/>
                    <a:pt x="205" y="2370"/>
                  </a:cubicBezTo>
                  <a:cubicBezTo>
                    <a:pt x="307" y="2370"/>
                    <a:pt x="410" y="2302"/>
                    <a:pt x="410" y="2167"/>
                  </a:cubicBezTo>
                  <a:lnTo>
                    <a:pt x="410" y="207"/>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2"/>
            <p:cNvSpPr/>
            <p:nvPr/>
          </p:nvSpPr>
          <p:spPr>
            <a:xfrm>
              <a:off x="6911772" y="2734089"/>
              <a:ext cx="10749" cy="62162"/>
            </a:xfrm>
            <a:custGeom>
              <a:rect b="b" l="l" r="r" t="t"/>
              <a:pathLst>
                <a:path extrusionOk="0" h="2371" w="410">
                  <a:moveTo>
                    <a:pt x="203" y="1"/>
                  </a:moveTo>
                  <a:cubicBezTo>
                    <a:pt x="91" y="1"/>
                    <a:pt x="0" y="91"/>
                    <a:pt x="0" y="204"/>
                  </a:cubicBezTo>
                  <a:lnTo>
                    <a:pt x="0" y="2167"/>
                  </a:lnTo>
                  <a:cubicBezTo>
                    <a:pt x="0" y="2302"/>
                    <a:pt x="103" y="2370"/>
                    <a:pt x="205" y="2370"/>
                  </a:cubicBezTo>
                  <a:cubicBezTo>
                    <a:pt x="307" y="2370"/>
                    <a:pt x="409" y="2302"/>
                    <a:pt x="409" y="2167"/>
                  </a:cubicBezTo>
                  <a:lnTo>
                    <a:pt x="409" y="207"/>
                  </a:lnTo>
                  <a:cubicBezTo>
                    <a:pt x="409"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2"/>
            <p:cNvSpPr/>
            <p:nvPr/>
          </p:nvSpPr>
          <p:spPr>
            <a:xfrm>
              <a:off x="6705912" y="2431225"/>
              <a:ext cx="285063" cy="365026"/>
            </a:xfrm>
            <a:custGeom>
              <a:rect b="b" l="l" r="r" t="t"/>
              <a:pathLst>
                <a:path extrusionOk="0" h="13923" w="10873">
                  <a:moveTo>
                    <a:pt x="4240" y="4548"/>
                  </a:moveTo>
                  <a:lnTo>
                    <a:pt x="4240" y="4548"/>
                  </a:lnTo>
                  <a:cubicBezTo>
                    <a:pt x="4239" y="4548"/>
                    <a:pt x="4238" y="4548"/>
                    <a:pt x="4238" y="4548"/>
                  </a:cubicBezTo>
                  <a:lnTo>
                    <a:pt x="4241" y="4548"/>
                  </a:lnTo>
                  <a:cubicBezTo>
                    <a:pt x="4241" y="4548"/>
                    <a:pt x="4240" y="4548"/>
                    <a:pt x="4240" y="4548"/>
                  </a:cubicBezTo>
                  <a:close/>
                  <a:moveTo>
                    <a:pt x="4799" y="4114"/>
                  </a:moveTo>
                  <a:lnTo>
                    <a:pt x="4799" y="4563"/>
                  </a:lnTo>
                  <a:cubicBezTo>
                    <a:pt x="4799" y="4690"/>
                    <a:pt x="4694" y="4795"/>
                    <a:pt x="4567" y="4795"/>
                  </a:cubicBezTo>
                  <a:lnTo>
                    <a:pt x="3915" y="4795"/>
                  </a:lnTo>
                  <a:cubicBezTo>
                    <a:pt x="3785" y="4795"/>
                    <a:pt x="3684" y="4690"/>
                    <a:pt x="3684" y="4563"/>
                  </a:cubicBezTo>
                  <a:lnTo>
                    <a:pt x="3684" y="4114"/>
                  </a:lnTo>
                  <a:lnTo>
                    <a:pt x="4039" y="4114"/>
                  </a:lnTo>
                  <a:lnTo>
                    <a:pt x="4039" y="4128"/>
                  </a:lnTo>
                  <a:lnTo>
                    <a:pt x="4039" y="4346"/>
                  </a:lnTo>
                  <a:cubicBezTo>
                    <a:pt x="4039" y="4457"/>
                    <a:pt x="4128" y="4547"/>
                    <a:pt x="4240" y="4548"/>
                  </a:cubicBezTo>
                  <a:lnTo>
                    <a:pt x="4240" y="4548"/>
                  </a:lnTo>
                  <a:cubicBezTo>
                    <a:pt x="4351" y="4547"/>
                    <a:pt x="4444" y="4457"/>
                    <a:pt x="4444" y="4346"/>
                  </a:cubicBezTo>
                  <a:lnTo>
                    <a:pt x="4444" y="4128"/>
                  </a:lnTo>
                  <a:lnTo>
                    <a:pt x="4444" y="4114"/>
                  </a:lnTo>
                  <a:close/>
                  <a:moveTo>
                    <a:pt x="7197" y="4114"/>
                  </a:moveTo>
                  <a:lnTo>
                    <a:pt x="7197" y="4563"/>
                  </a:lnTo>
                  <a:cubicBezTo>
                    <a:pt x="7197" y="4690"/>
                    <a:pt x="7095" y="4795"/>
                    <a:pt x="6965" y="4795"/>
                  </a:cubicBezTo>
                  <a:lnTo>
                    <a:pt x="6313" y="4795"/>
                  </a:lnTo>
                  <a:cubicBezTo>
                    <a:pt x="6186" y="4795"/>
                    <a:pt x="6081" y="4690"/>
                    <a:pt x="6081" y="4563"/>
                  </a:cubicBezTo>
                  <a:lnTo>
                    <a:pt x="6081" y="4114"/>
                  </a:lnTo>
                  <a:lnTo>
                    <a:pt x="6436" y="4114"/>
                  </a:lnTo>
                  <a:lnTo>
                    <a:pt x="6436" y="4128"/>
                  </a:lnTo>
                  <a:lnTo>
                    <a:pt x="6436" y="4346"/>
                  </a:lnTo>
                  <a:cubicBezTo>
                    <a:pt x="6436" y="4458"/>
                    <a:pt x="6527" y="4548"/>
                    <a:pt x="6639" y="4548"/>
                  </a:cubicBezTo>
                  <a:cubicBezTo>
                    <a:pt x="6751" y="4548"/>
                    <a:pt x="6842" y="4458"/>
                    <a:pt x="6842" y="4346"/>
                  </a:cubicBezTo>
                  <a:lnTo>
                    <a:pt x="6842" y="4128"/>
                  </a:lnTo>
                  <a:lnTo>
                    <a:pt x="6842" y="4114"/>
                  </a:lnTo>
                  <a:close/>
                  <a:moveTo>
                    <a:pt x="2362" y="1865"/>
                  </a:moveTo>
                  <a:cubicBezTo>
                    <a:pt x="2101" y="2361"/>
                    <a:pt x="1967" y="2911"/>
                    <a:pt x="1967" y="3473"/>
                  </a:cubicBezTo>
                  <a:lnTo>
                    <a:pt x="1967" y="4001"/>
                  </a:lnTo>
                  <a:cubicBezTo>
                    <a:pt x="1648" y="4146"/>
                    <a:pt x="1474" y="4494"/>
                    <a:pt x="1550" y="4838"/>
                  </a:cubicBezTo>
                  <a:cubicBezTo>
                    <a:pt x="1626" y="5179"/>
                    <a:pt x="1931" y="5421"/>
                    <a:pt x="2278" y="5421"/>
                  </a:cubicBezTo>
                  <a:lnTo>
                    <a:pt x="2434" y="5421"/>
                  </a:lnTo>
                  <a:cubicBezTo>
                    <a:pt x="2485" y="5798"/>
                    <a:pt x="2612" y="6164"/>
                    <a:pt x="2800" y="6497"/>
                  </a:cubicBezTo>
                  <a:cubicBezTo>
                    <a:pt x="2488" y="6439"/>
                    <a:pt x="2188" y="6341"/>
                    <a:pt x="1902" y="6207"/>
                  </a:cubicBezTo>
                  <a:lnTo>
                    <a:pt x="1898" y="6207"/>
                  </a:lnTo>
                  <a:cubicBezTo>
                    <a:pt x="1779" y="6149"/>
                    <a:pt x="1663" y="6088"/>
                    <a:pt x="1554" y="6019"/>
                  </a:cubicBezTo>
                  <a:cubicBezTo>
                    <a:pt x="1626" y="5852"/>
                    <a:pt x="1717" y="5606"/>
                    <a:pt x="1717" y="5436"/>
                  </a:cubicBezTo>
                  <a:cubicBezTo>
                    <a:pt x="1717" y="5389"/>
                    <a:pt x="1703" y="5345"/>
                    <a:pt x="1677" y="5313"/>
                  </a:cubicBezTo>
                  <a:lnTo>
                    <a:pt x="1080" y="4516"/>
                  </a:lnTo>
                  <a:cubicBezTo>
                    <a:pt x="1181" y="4049"/>
                    <a:pt x="1322" y="3592"/>
                    <a:pt x="1511" y="3150"/>
                  </a:cubicBezTo>
                  <a:cubicBezTo>
                    <a:pt x="1782" y="2517"/>
                    <a:pt x="2079" y="2115"/>
                    <a:pt x="2362" y="1865"/>
                  </a:cubicBezTo>
                  <a:close/>
                  <a:moveTo>
                    <a:pt x="5441" y="407"/>
                  </a:moveTo>
                  <a:cubicBezTo>
                    <a:pt x="7048" y="407"/>
                    <a:pt x="8390" y="1653"/>
                    <a:pt x="8497" y="3270"/>
                  </a:cubicBezTo>
                  <a:cubicBezTo>
                    <a:pt x="8505" y="3397"/>
                    <a:pt x="8602" y="3458"/>
                    <a:pt x="8700" y="3458"/>
                  </a:cubicBezTo>
                  <a:cubicBezTo>
                    <a:pt x="8807" y="3458"/>
                    <a:pt x="8916" y="3384"/>
                    <a:pt x="8906" y="3241"/>
                  </a:cubicBezTo>
                  <a:cubicBezTo>
                    <a:pt x="8874" y="2759"/>
                    <a:pt x="8743" y="2288"/>
                    <a:pt x="8519" y="1865"/>
                  </a:cubicBezTo>
                  <a:lnTo>
                    <a:pt x="8519" y="1865"/>
                  </a:lnTo>
                  <a:cubicBezTo>
                    <a:pt x="8903" y="2209"/>
                    <a:pt x="9185" y="2716"/>
                    <a:pt x="9373" y="3150"/>
                  </a:cubicBezTo>
                  <a:cubicBezTo>
                    <a:pt x="9558" y="3589"/>
                    <a:pt x="9699" y="4049"/>
                    <a:pt x="9801" y="4516"/>
                  </a:cubicBezTo>
                  <a:lnTo>
                    <a:pt x="9199" y="5313"/>
                  </a:lnTo>
                  <a:cubicBezTo>
                    <a:pt x="9174" y="5349"/>
                    <a:pt x="9160" y="5392"/>
                    <a:pt x="9160" y="5436"/>
                  </a:cubicBezTo>
                  <a:cubicBezTo>
                    <a:pt x="9160" y="5609"/>
                    <a:pt x="9250" y="5856"/>
                    <a:pt x="9323" y="6019"/>
                  </a:cubicBezTo>
                  <a:cubicBezTo>
                    <a:pt x="9214" y="6088"/>
                    <a:pt x="9098" y="6153"/>
                    <a:pt x="8979" y="6207"/>
                  </a:cubicBezTo>
                  <a:cubicBezTo>
                    <a:pt x="8692" y="6341"/>
                    <a:pt x="8392" y="6439"/>
                    <a:pt x="8080" y="6500"/>
                  </a:cubicBezTo>
                  <a:cubicBezTo>
                    <a:pt x="8269" y="6167"/>
                    <a:pt x="8392" y="5801"/>
                    <a:pt x="8446" y="5421"/>
                  </a:cubicBezTo>
                  <a:lnTo>
                    <a:pt x="8569" y="5421"/>
                  </a:lnTo>
                  <a:cubicBezTo>
                    <a:pt x="8968" y="5421"/>
                    <a:pt x="9308" y="5128"/>
                    <a:pt x="9344" y="4751"/>
                  </a:cubicBezTo>
                  <a:cubicBezTo>
                    <a:pt x="9388" y="4309"/>
                    <a:pt x="9044" y="3925"/>
                    <a:pt x="8602" y="3925"/>
                  </a:cubicBezTo>
                  <a:lnTo>
                    <a:pt x="7606" y="3925"/>
                  </a:lnTo>
                  <a:lnTo>
                    <a:pt x="7606" y="3911"/>
                  </a:lnTo>
                  <a:cubicBezTo>
                    <a:pt x="7606" y="3799"/>
                    <a:pt x="7512" y="3708"/>
                    <a:pt x="7400" y="3708"/>
                  </a:cubicBezTo>
                  <a:lnTo>
                    <a:pt x="5875" y="3708"/>
                  </a:lnTo>
                  <a:cubicBezTo>
                    <a:pt x="5762" y="3708"/>
                    <a:pt x="5672" y="3799"/>
                    <a:pt x="5672" y="3911"/>
                  </a:cubicBezTo>
                  <a:lnTo>
                    <a:pt x="5672" y="3969"/>
                  </a:lnTo>
                  <a:cubicBezTo>
                    <a:pt x="5598" y="3940"/>
                    <a:pt x="5519" y="3925"/>
                    <a:pt x="5440" y="3925"/>
                  </a:cubicBezTo>
                  <a:cubicBezTo>
                    <a:pt x="5361" y="3925"/>
                    <a:pt x="5283" y="3940"/>
                    <a:pt x="5208" y="3969"/>
                  </a:cubicBezTo>
                  <a:lnTo>
                    <a:pt x="5208" y="3911"/>
                  </a:lnTo>
                  <a:cubicBezTo>
                    <a:pt x="5208" y="3799"/>
                    <a:pt x="5118" y="3708"/>
                    <a:pt x="5006" y="3708"/>
                  </a:cubicBezTo>
                  <a:lnTo>
                    <a:pt x="3477" y="3708"/>
                  </a:lnTo>
                  <a:cubicBezTo>
                    <a:pt x="3365" y="3708"/>
                    <a:pt x="3274" y="3799"/>
                    <a:pt x="3274" y="3911"/>
                  </a:cubicBezTo>
                  <a:lnTo>
                    <a:pt x="3274" y="3925"/>
                  </a:lnTo>
                  <a:lnTo>
                    <a:pt x="2376" y="3925"/>
                  </a:lnTo>
                  <a:lnTo>
                    <a:pt x="2376" y="3473"/>
                  </a:lnTo>
                  <a:cubicBezTo>
                    <a:pt x="2373" y="1818"/>
                    <a:pt x="3684" y="463"/>
                    <a:pt x="5339" y="409"/>
                  </a:cubicBezTo>
                  <a:cubicBezTo>
                    <a:pt x="5373" y="408"/>
                    <a:pt x="5407" y="407"/>
                    <a:pt x="5441" y="407"/>
                  </a:cubicBezTo>
                  <a:close/>
                  <a:moveTo>
                    <a:pt x="3278" y="4331"/>
                  </a:moveTo>
                  <a:lnTo>
                    <a:pt x="3278" y="4563"/>
                  </a:lnTo>
                  <a:cubicBezTo>
                    <a:pt x="3278" y="4914"/>
                    <a:pt x="3560" y="5200"/>
                    <a:pt x="3915" y="5204"/>
                  </a:cubicBezTo>
                  <a:lnTo>
                    <a:pt x="4567" y="5204"/>
                  </a:lnTo>
                  <a:cubicBezTo>
                    <a:pt x="4919" y="5204"/>
                    <a:pt x="5205" y="4918"/>
                    <a:pt x="5208" y="4563"/>
                  </a:cubicBezTo>
                  <a:cubicBezTo>
                    <a:pt x="5208" y="4409"/>
                    <a:pt x="5324" y="4332"/>
                    <a:pt x="5440" y="4332"/>
                  </a:cubicBezTo>
                  <a:cubicBezTo>
                    <a:pt x="5556" y="4332"/>
                    <a:pt x="5672" y="4409"/>
                    <a:pt x="5672" y="4563"/>
                  </a:cubicBezTo>
                  <a:cubicBezTo>
                    <a:pt x="5672" y="4918"/>
                    <a:pt x="5958" y="5204"/>
                    <a:pt x="6313" y="5204"/>
                  </a:cubicBezTo>
                  <a:lnTo>
                    <a:pt x="6965" y="5204"/>
                  </a:lnTo>
                  <a:cubicBezTo>
                    <a:pt x="7320" y="5204"/>
                    <a:pt x="7606" y="4918"/>
                    <a:pt x="7606" y="4563"/>
                  </a:cubicBezTo>
                  <a:lnTo>
                    <a:pt x="7606" y="4335"/>
                  </a:lnTo>
                  <a:lnTo>
                    <a:pt x="8602" y="4335"/>
                  </a:lnTo>
                  <a:cubicBezTo>
                    <a:pt x="8604" y="4335"/>
                    <a:pt x="8606" y="4335"/>
                    <a:pt x="8608" y="4335"/>
                  </a:cubicBezTo>
                  <a:cubicBezTo>
                    <a:pt x="8808" y="4335"/>
                    <a:pt x="8964" y="4511"/>
                    <a:pt x="8942" y="4711"/>
                  </a:cubicBezTo>
                  <a:cubicBezTo>
                    <a:pt x="8924" y="4882"/>
                    <a:pt x="8761" y="5016"/>
                    <a:pt x="8569" y="5016"/>
                  </a:cubicBezTo>
                  <a:lnTo>
                    <a:pt x="8479" y="5016"/>
                  </a:lnTo>
                  <a:lnTo>
                    <a:pt x="8479" y="5005"/>
                  </a:lnTo>
                  <a:cubicBezTo>
                    <a:pt x="8479" y="4889"/>
                    <a:pt x="8388" y="4798"/>
                    <a:pt x="8276" y="4798"/>
                  </a:cubicBezTo>
                  <a:cubicBezTo>
                    <a:pt x="8164" y="4798"/>
                    <a:pt x="8073" y="4889"/>
                    <a:pt x="8073" y="5005"/>
                  </a:cubicBezTo>
                  <a:cubicBezTo>
                    <a:pt x="8073" y="5599"/>
                    <a:pt x="7867" y="6178"/>
                    <a:pt x="7494" y="6642"/>
                  </a:cubicBezTo>
                  <a:cubicBezTo>
                    <a:pt x="7182" y="7029"/>
                    <a:pt x="6769" y="7323"/>
                    <a:pt x="6298" y="7486"/>
                  </a:cubicBezTo>
                  <a:lnTo>
                    <a:pt x="6298" y="6960"/>
                  </a:lnTo>
                  <a:cubicBezTo>
                    <a:pt x="6298" y="6845"/>
                    <a:pt x="6208" y="6754"/>
                    <a:pt x="6096" y="6754"/>
                  </a:cubicBezTo>
                  <a:lnTo>
                    <a:pt x="4788" y="6754"/>
                  </a:lnTo>
                  <a:cubicBezTo>
                    <a:pt x="4676" y="6754"/>
                    <a:pt x="4585" y="6845"/>
                    <a:pt x="4585" y="6960"/>
                  </a:cubicBezTo>
                  <a:lnTo>
                    <a:pt x="4585" y="7482"/>
                  </a:lnTo>
                  <a:cubicBezTo>
                    <a:pt x="4115" y="7319"/>
                    <a:pt x="3702" y="7029"/>
                    <a:pt x="3390" y="6642"/>
                  </a:cubicBezTo>
                  <a:cubicBezTo>
                    <a:pt x="3014" y="6174"/>
                    <a:pt x="2811" y="5595"/>
                    <a:pt x="2814" y="4997"/>
                  </a:cubicBezTo>
                  <a:cubicBezTo>
                    <a:pt x="2814" y="4862"/>
                    <a:pt x="2712" y="4794"/>
                    <a:pt x="2610" y="4794"/>
                  </a:cubicBezTo>
                  <a:cubicBezTo>
                    <a:pt x="2507" y="4794"/>
                    <a:pt x="2405" y="4862"/>
                    <a:pt x="2405" y="4997"/>
                  </a:cubicBezTo>
                  <a:lnTo>
                    <a:pt x="2405" y="5012"/>
                  </a:lnTo>
                  <a:lnTo>
                    <a:pt x="2282" y="5012"/>
                  </a:lnTo>
                  <a:cubicBezTo>
                    <a:pt x="2079" y="5012"/>
                    <a:pt x="1923" y="4838"/>
                    <a:pt x="1945" y="4635"/>
                  </a:cubicBezTo>
                  <a:cubicBezTo>
                    <a:pt x="1960" y="4465"/>
                    <a:pt x="2126" y="4331"/>
                    <a:pt x="2315" y="4331"/>
                  </a:cubicBezTo>
                  <a:close/>
                  <a:moveTo>
                    <a:pt x="5889" y="7163"/>
                  </a:moveTo>
                  <a:lnTo>
                    <a:pt x="5889" y="7612"/>
                  </a:lnTo>
                  <a:cubicBezTo>
                    <a:pt x="5889" y="7862"/>
                    <a:pt x="5686" y="8065"/>
                    <a:pt x="5437" y="8065"/>
                  </a:cubicBezTo>
                  <a:cubicBezTo>
                    <a:pt x="5190" y="8065"/>
                    <a:pt x="4987" y="7862"/>
                    <a:pt x="4987" y="7612"/>
                  </a:cubicBezTo>
                  <a:lnTo>
                    <a:pt x="4987" y="7163"/>
                  </a:lnTo>
                  <a:close/>
                  <a:moveTo>
                    <a:pt x="6758" y="7732"/>
                  </a:moveTo>
                  <a:lnTo>
                    <a:pt x="6758" y="8431"/>
                  </a:lnTo>
                  <a:cubicBezTo>
                    <a:pt x="6758" y="8482"/>
                    <a:pt x="6762" y="8529"/>
                    <a:pt x="6766" y="8579"/>
                  </a:cubicBezTo>
                  <a:lnTo>
                    <a:pt x="5437" y="9340"/>
                  </a:lnTo>
                  <a:lnTo>
                    <a:pt x="4107" y="8579"/>
                  </a:lnTo>
                  <a:cubicBezTo>
                    <a:pt x="4111" y="8529"/>
                    <a:pt x="4115" y="8482"/>
                    <a:pt x="4115" y="8431"/>
                  </a:cubicBezTo>
                  <a:lnTo>
                    <a:pt x="4115" y="7732"/>
                  </a:lnTo>
                  <a:cubicBezTo>
                    <a:pt x="4285" y="7815"/>
                    <a:pt x="4459" y="7880"/>
                    <a:pt x="4640" y="7931"/>
                  </a:cubicBezTo>
                  <a:cubicBezTo>
                    <a:pt x="4770" y="8257"/>
                    <a:pt x="5089" y="8474"/>
                    <a:pt x="5440" y="8474"/>
                  </a:cubicBezTo>
                  <a:lnTo>
                    <a:pt x="5437" y="8471"/>
                  </a:lnTo>
                  <a:cubicBezTo>
                    <a:pt x="5788" y="8471"/>
                    <a:pt x="6107" y="8257"/>
                    <a:pt x="6233" y="7927"/>
                  </a:cubicBezTo>
                  <a:cubicBezTo>
                    <a:pt x="6414" y="7880"/>
                    <a:pt x="6592" y="7811"/>
                    <a:pt x="6758" y="7732"/>
                  </a:cubicBezTo>
                  <a:close/>
                  <a:moveTo>
                    <a:pt x="3991" y="8985"/>
                  </a:moveTo>
                  <a:lnTo>
                    <a:pt x="5103" y="9619"/>
                  </a:lnTo>
                  <a:lnTo>
                    <a:pt x="4542" y="10184"/>
                  </a:lnTo>
                  <a:cubicBezTo>
                    <a:pt x="4496" y="10230"/>
                    <a:pt x="4436" y="10253"/>
                    <a:pt x="4376" y="10253"/>
                  </a:cubicBezTo>
                  <a:cubicBezTo>
                    <a:pt x="4310" y="10253"/>
                    <a:pt x="4244" y="10225"/>
                    <a:pt x="4198" y="10169"/>
                  </a:cubicBezTo>
                  <a:lnTo>
                    <a:pt x="3615" y="9467"/>
                  </a:lnTo>
                  <a:lnTo>
                    <a:pt x="3738" y="9347"/>
                  </a:lnTo>
                  <a:cubicBezTo>
                    <a:pt x="3843" y="9242"/>
                    <a:pt x="3930" y="9119"/>
                    <a:pt x="3991" y="8985"/>
                  </a:cubicBezTo>
                  <a:close/>
                  <a:moveTo>
                    <a:pt x="6885" y="8989"/>
                  </a:moveTo>
                  <a:cubicBezTo>
                    <a:pt x="6950" y="9123"/>
                    <a:pt x="7037" y="9242"/>
                    <a:pt x="7142" y="9351"/>
                  </a:cubicBezTo>
                  <a:lnTo>
                    <a:pt x="7265" y="9470"/>
                  </a:lnTo>
                  <a:lnTo>
                    <a:pt x="6682" y="10169"/>
                  </a:lnTo>
                  <a:cubicBezTo>
                    <a:pt x="6635" y="10225"/>
                    <a:pt x="6569" y="10253"/>
                    <a:pt x="6503" y="10253"/>
                  </a:cubicBezTo>
                  <a:cubicBezTo>
                    <a:pt x="6444" y="10253"/>
                    <a:pt x="6385" y="10230"/>
                    <a:pt x="6338" y="10184"/>
                  </a:cubicBezTo>
                  <a:lnTo>
                    <a:pt x="5773" y="9622"/>
                  </a:lnTo>
                  <a:lnTo>
                    <a:pt x="6885" y="8989"/>
                  </a:lnTo>
                  <a:close/>
                  <a:moveTo>
                    <a:pt x="5440" y="9865"/>
                  </a:moveTo>
                  <a:lnTo>
                    <a:pt x="5860" y="10285"/>
                  </a:lnTo>
                  <a:lnTo>
                    <a:pt x="5781" y="10521"/>
                  </a:lnTo>
                  <a:cubicBezTo>
                    <a:pt x="5762" y="10575"/>
                    <a:pt x="5723" y="10618"/>
                    <a:pt x="5676" y="10647"/>
                  </a:cubicBezTo>
                  <a:lnTo>
                    <a:pt x="5657" y="10658"/>
                  </a:lnTo>
                  <a:cubicBezTo>
                    <a:pt x="5628" y="10673"/>
                    <a:pt x="5592" y="10680"/>
                    <a:pt x="5560" y="10680"/>
                  </a:cubicBezTo>
                  <a:lnTo>
                    <a:pt x="5317" y="10680"/>
                  </a:lnTo>
                  <a:cubicBezTo>
                    <a:pt x="5216" y="10680"/>
                    <a:pt x="5129" y="10615"/>
                    <a:pt x="5096" y="10521"/>
                  </a:cubicBezTo>
                  <a:lnTo>
                    <a:pt x="5020" y="10285"/>
                  </a:lnTo>
                  <a:lnTo>
                    <a:pt x="5440" y="9865"/>
                  </a:lnTo>
                  <a:close/>
                  <a:moveTo>
                    <a:pt x="5438" y="0"/>
                  </a:moveTo>
                  <a:cubicBezTo>
                    <a:pt x="4509" y="0"/>
                    <a:pt x="3580" y="371"/>
                    <a:pt x="2894" y="1111"/>
                  </a:cubicBezTo>
                  <a:cubicBezTo>
                    <a:pt x="1203" y="1560"/>
                    <a:pt x="681" y="4407"/>
                    <a:pt x="663" y="4527"/>
                  </a:cubicBezTo>
                  <a:cubicBezTo>
                    <a:pt x="652" y="4585"/>
                    <a:pt x="667" y="4643"/>
                    <a:pt x="699" y="4686"/>
                  </a:cubicBezTo>
                  <a:lnTo>
                    <a:pt x="1304" y="5494"/>
                  </a:lnTo>
                  <a:cubicBezTo>
                    <a:pt x="1261" y="5667"/>
                    <a:pt x="1199" y="5838"/>
                    <a:pt x="1116" y="5997"/>
                  </a:cubicBezTo>
                  <a:cubicBezTo>
                    <a:pt x="1072" y="6084"/>
                    <a:pt x="1094" y="6189"/>
                    <a:pt x="1170" y="6247"/>
                  </a:cubicBezTo>
                  <a:cubicBezTo>
                    <a:pt x="1203" y="6272"/>
                    <a:pt x="1920" y="6837"/>
                    <a:pt x="3119" y="6960"/>
                  </a:cubicBezTo>
                  <a:cubicBezTo>
                    <a:pt x="3289" y="7163"/>
                    <a:pt x="3488" y="7344"/>
                    <a:pt x="3705" y="7496"/>
                  </a:cubicBezTo>
                  <a:lnTo>
                    <a:pt x="3705" y="7866"/>
                  </a:lnTo>
                  <a:cubicBezTo>
                    <a:pt x="3347" y="7985"/>
                    <a:pt x="2459" y="8366"/>
                    <a:pt x="1902" y="9264"/>
                  </a:cubicBezTo>
                  <a:lnTo>
                    <a:pt x="1087" y="9503"/>
                  </a:lnTo>
                  <a:cubicBezTo>
                    <a:pt x="446" y="9695"/>
                    <a:pt x="4" y="10285"/>
                    <a:pt x="0" y="10952"/>
                  </a:cubicBezTo>
                  <a:lnTo>
                    <a:pt x="0" y="13719"/>
                  </a:lnTo>
                  <a:cubicBezTo>
                    <a:pt x="0" y="13854"/>
                    <a:pt x="103" y="13922"/>
                    <a:pt x="205" y="13922"/>
                  </a:cubicBezTo>
                  <a:cubicBezTo>
                    <a:pt x="307" y="13922"/>
                    <a:pt x="410" y="13854"/>
                    <a:pt x="410" y="13719"/>
                  </a:cubicBezTo>
                  <a:lnTo>
                    <a:pt x="410" y="10952"/>
                  </a:lnTo>
                  <a:cubicBezTo>
                    <a:pt x="410" y="10466"/>
                    <a:pt x="732" y="10035"/>
                    <a:pt x="1203" y="9894"/>
                  </a:cubicBezTo>
                  <a:lnTo>
                    <a:pt x="1655" y="9760"/>
                  </a:lnTo>
                  <a:lnTo>
                    <a:pt x="1655" y="9760"/>
                  </a:lnTo>
                  <a:cubicBezTo>
                    <a:pt x="1634" y="9811"/>
                    <a:pt x="1616" y="9861"/>
                    <a:pt x="1601" y="9908"/>
                  </a:cubicBezTo>
                  <a:cubicBezTo>
                    <a:pt x="1536" y="10100"/>
                    <a:pt x="1561" y="10307"/>
                    <a:pt x="1674" y="10473"/>
                  </a:cubicBezTo>
                  <a:lnTo>
                    <a:pt x="1902" y="10821"/>
                  </a:lnTo>
                  <a:lnTo>
                    <a:pt x="1319" y="11408"/>
                  </a:lnTo>
                  <a:cubicBezTo>
                    <a:pt x="1163" y="11560"/>
                    <a:pt x="1098" y="11781"/>
                    <a:pt x="1145" y="11995"/>
                  </a:cubicBezTo>
                  <a:lnTo>
                    <a:pt x="1529" y="13762"/>
                  </a:lnTo>
                  <a:cubicBezTo>
                    <a:pt x="1553" y="13873"/>
                    <a:pt x="1637" y="13922"/>
                    <a:pt x="1723" y="13922"/>
                  </a:cubicBezTo>
                  <a:cubicBezTo>
                    <a:pt x="1841" y="13922"/>
                    <a:pt x="1961" y="13828"/>
                    <a:pt x="1927" y="13675"/>
                  </a:cubicBezTo>
                  <a:lnTo>
                    <a:pt x="1543" y="11908"/>
                  </a:lnTo>
                  <a:cubicBezTo>
                    <a:pt x="1525" y="11832"/>
                    <a:pt x="1550" y="11752"/>
                    <a:pt x="1605" y="11694"/>
                  </a:cubicBezTo>
                  <a:lnTo>
                    <a:pt x="2311" y="10991"/>
                  </a:lnTo>
                  <a:cubicBezTo>
                    <a:pt x="2376" y="10923"/>
                    <a:pt x="2387" y="10814"/>
                    <a:pt x="2336" y="10734"/>
                  </a:cubicBezTo>
                  <a:lnTo>
                    <a:pt x="2010" y="10249"/>
                  </a:lnTo>
                  <a:cubicBezTo>
                    <a:pt x="1971" y="10187"/>
                    <a:pt x="1960" y="10108"/>
                    <a:pt x="1985" y="10039"/>
                  </a:cubicBezTo>
                  <a:cubicBezTo>
                    <a:pt x="2344" y="8970"/>
                    <a:pt x="3256" y="8482"/>
                    <a:pt x="3705" y="8300"/>
                  </a:cubicBezTo>
                  <a:lnTo>
                    <a:pt x="3705" y="8434"/>
                  </a:lnTo>
                  <a:cubicBezTo>
                    <a:pt x="3705" y="8670"/>
                    <a:pt x="3615" y="8898"/>
                    <a:pt x="3448" y="9061"/>
                  </a:cubicBezTo>
                  <a:lnTo>
                    <a:pt x="3187" y="9322"/>
                  </a:lnTo>
                  <a:cubicBezTo>
                    <a:pt x="2822" y="9688"/>
                    <a:pt x="2615" y="10184"/>
                    <a:pt x="2615" y="10698"/>
                  </a:cubicBezTo>
                  <a:lnTo>
                    <a:pt x="2615" y="10886"/>
                  </a:lnTo>
                  <a:cubicBezTo>
                    <a:pt x="2615" y="11022"/>
                    <a:pt x="2718" y="11090"/>
                    <a:pt x="2820" y="11090"/>
                  </a:cubicBezTo>
                  <a:cubicBezTo>
                    <a:pt x="2922" y="11090"/>
                    <a:pt x="3024" y="11022"/>
                    <a:pt x="3024" y="10886"/>
                  </a:cubicBezTo>
                  <a:lnTo>
                    <a:pt x="3024" y="10698"/>
                  </a:lnTo>
                  <a:cubicBezTo>
                    <a:pt x="3024" y="10365"/>
                    <a:pt x="3133" y="10039"/>
                    <a:pt x="3332" y="9774"/>
                  </a:cubicBezTo>
                  <a:lnTo>
                    <a:pt x="3883" y="10434"/>
                  </a:lnTo>
                  <a:cubicBezTo>
                    <a:pt x="3999" y="10571"/>
                    <a:pt x="4165" y="10655"/>
                    <a:pt x="4346" y="10662"/>
                  </a:cubicBezTo>
                  <a:lnTo>
                    <a:pt x="4375" y="10662"/>
                  </a:lnTo>
                  <a:cubicBezTo>
                    <a:pt x="4484" y="10662"/>
                    <a:pt x="4589" y="10636"/>
                    <a:pt x="4683" y="10582"/>
                  </a:cubicBezTo>
                  <a:lnTo>
                    <a:pt x="4709" y="10651"/>
                  </a:lnTo>
                  <a:cubicBezTo>
                    <a:pt x="4741" y="10760"/>
                    <a:pt x="4806" y="10857"/>
                    <a:pt x="4893" y="10930"/>
                  </a:cubicBezTo>
                  <a:lnTo>
                    <a:pt x="4578" y="13697"/>
                  </a:lnTo>
                  <a:cubicBezTo>
                    <a:pt x="4567" y="13809"/>
                    <a:pt x="4647" y="13910"/>
                    <a:pt x="4759" y="13921"/>
                  </a:cubicBezTo>
                  <a:lnTo>
                    <a:pt x="4785" y="13921"/>
                  </a:lnTo>
                  <a:cubicBezTo>
                    <a:pt x="4886" y="13921"/>
                    <a:pt x="4973" y="13845"/>
                    <a:pt x="4987" y="13740"/>
                  </a:cubicBezTo>
                  <a:lnTo>
                    <a:pt x="5284" y="11089"/>
                  </a:lnTo>
                  <a:lnTo>
                    <a:pt x="5589" y="11089"/>
                  </a:lnTo>
                  <a:lnTo>
                    <a:pt x="5889" y="13740"/>
                  </a:lnTo>
                  <a:cubicBezTo>
                    <a:pt x="5900" y="13845"/>
                    <a:pt x="5987" y="13921"/>
                    <a:pt x="6088" y="13921"/>
                  </a:cubicBezTo>
                  <a:lnTo>
                    <a:pt x="6114" y="13921"/>
                  </a:lnTo>
                  <a:cubicBezTo>
                    <a:pt x="6226" y="13910"/>
                    <a:pt x="6306" y="13809"/>
                    <a:pt x="6295" y="13697"/>
                  </a:cubicBezTo>
                  <a:lnTo>
                    <a:pt x="5980" y="10930"/>
                  </a:lnTo>
                  <a:cubicBezTo>
                    <a:pt x="6067" y="10857"/>
                    <a:pt x="6132" y="10760"/>
                    <a:pt x="6168" y="10651"/>
                  </a:cubicBezTo>
                  <a:lnTo>
                    <a:pt x="6190" y="10582"/>
                  </a:lnTo>
                  <a:cubicBezTo>
                    <a:pt x="6284" y="10636"/>
                    <a:pt x="6389" y="10662"/>
                    <a:pt x="6498" y="10662"/>
                  </a:cubicBezTo>
                  <a:lnTo>
                    <a:pt x="6527" y="10662"/>
                  </a:lnTo>
                  <a:cubicBezTo>
                    <a:pt x="6708" y="10655"/>
                    <a:pt x="6874" y="10571"/>
                    <a:pt x="6990" y="10434"/>
                  </a:cubicBezTo>
                  <a:lnTo>
                    <a:pt x="7541" y="9774"/>
                  </a:lnTo>
                  <a:cubicBezTo>
                    <a:pt x="7740" y="10039"/>
                    <a:pt x="7849" y="10365"/>
                    <a:pt x="7849" y="10698"/>
                  </a:cubicBezTo>
                  <a:lnTo>
                    <a:pt x="7849" y="10886"/>
                  </a:lnTo>
                  <a:cubicBezTo>
                    <a:pt x="7849" y="11022"/>
                    <a:pt x="7951" y="11090"/>
                    <a:pt x="8053" y="11090"/>
                  </a:cubicBezTo>
                  <a:cubicBezTo>
                    <a:pt x="8156" y="11090"/>
                    <a:pt x="8258" y="11022"/>
                    <a:pt x="8258" y="10886"/>
                  </a:cubicBezTo>
                  <a:lnTo>
                    <a:pt x="8258" y="10698"/>
                  </a:lnTo>
                  <a:cubicBezTo>
                    <a:pt x="8258" y="10184"/>
                    <a:pt x="8051" y="9688"/>
                    <a:pt x="7686" y="9322"/>
                  </a:cubicBezTo>
                  <a:lnTo>
                    <a:pt x="7425" y="9061"/>
                  </a:lnTo>
                  <a:cubicBezTo>
                    <a:pt x="7258" y="8898"/>
                    <a:pt x="7168" y="8670"/>
                    <a:pt x="7168" y="8434"/>
                  </a:cubicBezTo>
                  <a:lnTo>
                    <a:pt x="7168" y="8300"/>
                  </a:lnTo>
                  <a:cubicBezTo>
                    <a:pt x="7613" y="8482"/>
                    <a:pt x="8529" y="8967"/>
                    <a:pt x="8888" y="10039"/>
                  </a:cubicBezTo>
                  <a:cubicBezTo>
                    <a:pt x="8913" y="10111"/>
                    <a:pt x="8903" y="10187"/>
                    <a:pt x="8863" y="10249"/>
                  </a:cubicBezTo>
                  <a:lnTo>
                    <a:pt x="8540" y="10734"/>
                  </a:lnTo>
                  <a:cubicBezTo>
                    <a:pt x="8486" y="10818"/>
                    <a:pt x="8497" y="10923"/>
                    <a:pt x="8566" y="10991"/>
                  </a:cubicBezTo>
                  <a:lnTo>
                    <a:pt x="9268" y="11698"/>
                  </a:lnTo>
                  <a:cubicBezTo>
                    <a:pt x="9323" y="11752"/>
                    <a:pt x="9348" y="11832"/>
                    <a:pt x="9330" y="11908"/>
                  </a:cubicBezTo>
                  <a:lnTo>
                    <a:pt x="8946" y="13675"/>
                  </a:lnTo>
                  <a:cubicBezTo>
                    <a:pt x="8912" y="13828"/>
                    <a:pt x="9032" y="13922"/>
                    <a:pt x="9150" y="13922"/>
                  </a:cubicBezTo>
                  <a:cubicBezTo>
                    <a:pt x="9236" y="13922"/>
                    <a:pt x="9320" y="13873"/>
                    <a:pt x="9344" y="13762"/>
                  </a:cubicBezTo>
                  <a:lnTo>
                    <a:pt x="9728" y="11995"/>
                  </a:lnTo>
                  <a:cubicBezTo>
                    <a:pt x="9775" y="11785"/>
                    <a:pt x="9710" y="11560"/>
                    <a:pt x="9554" y="11408"/>
                  </a:cubicBezTo>
                  <a:lnTo>
                    <a:pt x="8971" y="10821"/>
                  </a:lnTo>
                  <a:lnTo>
                    <a:pt x="9199" y="10477"/>
                  </a:lnTo>
                  <a:cubicBezTo>
                    <a:pt x="9312" y="10310"/>
                    <a:pt x="9337" y="10100"/>
                    <a:pt x="9276" y="9912"/>
                  </a:cubicBezTo>
                  <a:cubicBezTo>
                    <a:pt x="9257" y="9861"/>
                    <a:pt x="9239" y="9811"/>
                    <a:pt x="9221" y="9764"/>
                  </a:cubicBezTo>
                  <a:lnTo>
                    <a:pt x="9221" y="9764"/>
                  </a:lnTo>
                  <a:lnTo>
                    <a:pt x="9674" y="9894"/>
                  </a:lnTo>
                  <a:cubicBezTo>
                    <a:pt x="10141" y="10035"/>
                    <a:pt x="10463" y="10466"/>
                    <a:pt x="10463" y="10955"/>
                  </a:cubicBezTo>
                  <a:lnTo>
                    <a:pt x="10463" y="13719"/>
                  </a:lnTo>
                  <a:cubicBezTo>
                    <a:pt x="10463" y="13854"/>
                    <a:pt x="10566" y="13922"/>
                    <a:pt x="10668" y="13922"/>
                  </a:cubicBezTo>
                  <a:cubicBezTo>
                    <a:pt x="10770" y="13922"/>
                    <a:pt x="10873" y="13854"/>
                    <a:pt x="10873" y="13719"/>
                  </a:cubicBezTo>
                  <a:lnTo>
                    <a:pt x="10873" y="10955"/>
                  </a:lnTo>
                  <a:cubicBezTo>
                    <a:pt x="10869" y="10285"/>
                    <a:pt x="10431" y="9695"/>
                    <a:pt x="9790" y="9503"/>
                  </a:cubicBezTo>
                  <a:lnTo>
                    <a:pt x="8975" y="9264"/>
                  </a:lnTo>
                  <a:cubicBezTo>
                    <a:pt x="8417" y="8362"/>
                    <a:pt x="7530" y="7985"/>
                    <a:pt x="7171" y="7862"/>
                  </a:cubicBezTo>
                  <a:lnTo>
                    <a:pt x="7171" y="7496"/>
                  </a:lnTo>
                  <a:cubicBezTo>
                    <a:pt x="7392" y="7344"/>
                    <a:pt x="7588" y="7163"/>
                    <a:pt x="7762" y="6960"/>
                  </a:cubicBezTo>
                  <a:cubicBezTo>
                    <a:pt x="8964" y="6837"/>
                    <a:pt x="9681" y="6272"/>
                    <a:pt x="9710" y="6247"/>
                  </a:cubicBezTo>
                  <a:cubicBezTo>
                    <a:pt x="9783" y="6189"/>
                    <a:pt x="9808" y="6084"/>
                    <a:pt x="9764" y="5997"/>
                  </a:cubicBezTo>
                  <a:cubicBezTo>
                    <a:pt x="9681" y="5838"/>
                    <a:pt x="9620" y="5667"/>
                    <a:pt x="9573" y="5494"/>
                  </a:cubicBezTo>
                  <a:lnTo>
                    <a:pt x="10181" y="4686"/>
                  </a:lnTo>
                  <a:cubicBezTo>
                    <a:pt x="10214" y="4643"/>
                    <a:pt x="10228" y="4585"/>
                    <a:pt x="10217" y="4527"/>
                  </a:cubicBezTo>
                  <a:cubicBezTo>
                    <a:pt x="10195" y="4407"/>
                    <a:pt x="9674" y="1560"/>
                    <a:pt x="7983" y="1111"/>
                  </a:cubicBezTo>
                  <a:cubicBezTo>
                    <a:pt x="7296" y="371"/>
                    <a:pt x="6367" y="0"/>
                    <a:pt x="5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2"/>
            <p:cNvSpPr/>
            <p:nvPr/>
          </p:nvSpPr>
          <p:spPr>
            <a:xfrm>
              <a:off x="6823681" y="2579721"/>
              <a:ext cx="49708" cy="16517"/>
            </a:xfrm>
            <a:custGeom>
              <a:rect b="b" l="l" r="r" t="t"/>
              <a:pathLst>
                <a:path extrusionOk="0" h="630" w="1896">
                  <a:moveTo>
                    <a:pt x="297" y="0"/>
                  </a:moveTo>
                  <a:cubicBezTo>
                    <a:pt x="138" y="0"/>
                    <a:pt x="1" y="206"/>
                    <a:pt x="151" y="351"/>
                  </a:cubicBezTo>
                  <a:cubicBezTo>
                    <a:pt x="329" y="525"/>
                    <a:pt x="626" y="630"/>
                    <a:pt x="948" y="630"/>
                  </a:cubicBezTo>
                  <a:cubicBezTo>
                    <a:pt x="1270" y="630"/>
                    <a:pt x="1571" y="525"/>
                    <a:pt x="1745" y="351"/>
                  </a:cubicBezTo>
                  <a:cubicBezTo>
                    <a:pt x="1896" y="206"/>
                    <a:pt x="1758" y="0"/>
                    <a:pt x="1599" y="0"/>
                  </a:cubicBezTo>
                  <a:cubicBezTo>
                    <a:pt x="1552" y="0"/>
                    <a:pt x="1503" y="18"/>
                    <a:pt x="1459" y="61"/>
                  </a:cubicBezTo>
                  <a:cubicBezTo>
                    <a:pt x="1383" y="137"/>
                    <a:pt x="1205" y="221"/>
                    <a:pt x="948" y="221"/>
                  </a:cubicBezTo>
                  <a:cubicBezTo>
                    <a:pt x="691" y="221"/>
                    <a:pt x="514" y="137"/>
                    <a:pt x="437" y="61"/>
                  </a:cubicBezTo>
                  <a:cubicBezTo>
                    <a:pt x="394" y="18"/>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2"/>
            <p:cNvSpPr/>
            <p:nvPr/>
          </p:nvSpPr>
          <p:spPr>
            <a:xfrm>
              <a:off x="6801423" y="2511240"/>
              <a:ext cx="31356" cy="10671"/>
            </a:xfrm>
            <a:custGeom>
              <a:rect b="b" l="l" r="r" t="t"/>
              <a:pathLst>
                <a:path extrusionOk="0" h="407" w="1196">
                  <a:moveTo>
                    <a:pt x="272" y="1"/>
                  </a:moveTo>
                  <a:cubicBezTo>
                    <a:pt x="1" y="1"/>
                    <a:pt x="1"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2"/>
            <p:cNvSpPr/>
            <p:nvPr/>
          </p:nvSpPr>
          <p:spPr>
            <a:xfrm>
              <a:off x="6864292" y="2511240"/>
              <a:ext cx="31356" cy="10671"/>
            </a:xfrm>
            <a:custGeom>
              <a:rect b="b" l="l" r="r" t="t"/>
              <a:pathLst>
                <a:path extrusionOk="0" h="407" w="1196">
                  <a:moveTo>
                    <a:pt x="272" y="1"/>
                  </a:moveTo>
                  <a:cubicBezTo>
                    <a:pt x="0" y="1"/>
                    <a:pt x="0"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2" name="Google Shape;14042;p82"/>
          <p:cNvGrpSpPr/>
          <p:nvPr/>
        </p:nvGrpSpPr>
        <p:grpSpPr>
          <a:xfrm>
            <a:off x="5811634" y="3356702"/>
            <a:ext cx="273501" cy="364948"/>
            <a:chOff x="5811634" y="3356702"/>
            <a:chExt cx="273501" cy="364948"/>
          </a:xfrm>
        </p:grpSpPr>
        <p:sp>
          <p:nvSpPr>
            <p:cNvPr id="14043" name="Google Shape;14043;p82"/>
            <p:cNvSpPr/>
            <p:nvPr/>
          </p:nvSpPr>
          <p:spPr>
            <a:xfrm>
              <a:off x="5860083" y="3544734"/>
              <a:ext cx="60589" cy="57259"/>
            </a:xfrm>
            <a:custGeom>
              <a:rect b="b" l="l" r="r" t="t"/>
              <a:pathLst>
                <a:path extrusionOk="0" h="2184" w="2311">
                  <a:moveTo>
                    <a:pt x="749" y="1"/>
                  </a:moveTo>
                  <a:cubicBezTo>
                    <a:pt x="626" y="1"/>
                    <a:pt x="500" y="36"/>
                    <a:pt x="388" y="112"/>
                  </a:cubicBezTo>
                  <a:cubicBezTo>
                    <a:pt x="25" y="354"/>
                    <a:pt x="0" y="872"/>
                    <a:pt x="330" y="1151"/>
                  </a:cubicBezTo>
                  <a:cubicBezTo>
                    <a:pt x="225" y="1726"/>
                    <a:pt x="684" y="2184"/>
                    <a:pt x="1191" y="2184"/>
                  </a:cubicBezTo>
                  <a:cubicBezTo>
                    <a:pt x="1351" y="2184"/>
                    <a:pt x="1516" y="2138"/>
                    <a:pt x="1670" y="2035"/>
                  </a:cubicBezTo>
                  <a:cubicBezTo>
                    <a:pt x="2311" y="1607"/>
                    <a:pt x="2122" y="622"/>
                    <a:pt x="1373" y="459"/>
                  </a:cubicBezTo>
                  <a:cubicBezTo>
                    <a:pt x="1283" y="173"/>
                    <a:pt x="1022" y="1"/>
                    <a:pt x="74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2"/>
            <p:cNvSpPr/>
            <p:nvPr/>
          </p:nvSpPr>
          <p:spPr>
            <a:xfrm>
              <a:off x="5976096" y="3544734"/>
              <a:ext cx="60615" cy="57259"/>
            </a:xfrm>
            <a:custGeom>
              <a:rect b="b" l="l" r="r" t="t"/>
              <a:pathLst>
                <a:path extrusionOk="0" h="2184" w="2312">
                  <a:moveTo>
                    <a:pt x="1561" y="1"/>
                  </a:moveTo>
                  <a:cubicBezTo>
                    <a:pt x="1290" y="1"/>
                    <a:pt x="1029" y="173"/>
                    <a:pt x="939" y="459"/>
                  </a:cubicBezTo>
                  <a:cubicBezTo>
                    <a:pt x="186" y="622"/>
                    <a:pt x="1" y="1607"/>
                    <a:pt x="638" y="2035"/>
                  </a:cubicBezTo>
                  <a:cubicBezTo>
                    <a:pt x="793" y="2138"/>
                    <a:pt x="958" y="2184"/>
                    <a:pt x="1119" y="2184"/>
                  </a:cubicBezTo>
                  <a:cubicBezTo>
                    <a:pt x="1626" y="2184"/>
                    <a:pt x="2083" y="1726"/>
                    <a:pt x="1978" y="1151"/>
                  </a:cubicBezTo>
                  <a:cubicBezTo>
                    <a:pt x="2311" y="872"/>
                    <a:pt x="2282" y="354"/>
                    <a:pt x="1920" y="112"/>
                  </a:cubicBezTo>
                  <a:cubicBezTo>
                    <a:pt x="1809" y="36"/>
                    <a:pt x="1684" y="1"/>
                    <a:pt x="15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2"/>
            <p:cNvSpPr/>
            <p:nvPr/>
          </p:nvSpPr>
          <p:spPr>
            <a:xfrm>
              <a:off x="5816956" y="3579079"/>
              <a:ext cx="262857" cy="137144"/>
            </a:xfrm>
            <a:custGeom>
              <a:rect b="b" l="l" r="r" t="t"/>
              <a:pathLst>
                <a:path extrusionOk="0" h="5231" w="10026">
                  <a:moveTo>
                    <a:pt x="3467" y="0"/>
                  </a:moveTo>
                  <a:lnTo>
                    <a:pt x="3467" y="1127"/>
                  </a:lnTo>
                  <a:cubicBezTo>
                    <a:pt x="3467" y="1496"/>
                    <a:pt x="3470" y="1826"/>
                    <a:pt x="3123" y="1949"/>
                  </a:cubicBezTo>
                  <a:lnTo>
                    <a:pt x="874" y="2746"/>
                  </a:lnTo>
                  <a:cubicBezTo>
                    <a:pt x="348" y="2927"/>
                    <a:pt x="1" y="3423"/>
                    <a:pt x="1" y="3977"/>
                  </a:cubicBezTo>
                  <a:lnTo>
                    <a:pt x="1" y="5230"/>
                  </a:lnTo>
                  <a:lnTo>
                    <a:pt x="10026" y="5230"/>
                  </a:lnTo>
                  <a:lnTo>
                    <a:pt x="10026" y="3977"/>
                  </a:lnTo>
                  <a:cubicBezTo>
                    <a:pt x="10026" y="3423"/>
                    <a:pt x="9674" y="2930"/>
                    <a:pt x="9153" y="2746"/>
                  </a:cubicBezTo>
                  <a:lnTo>
                    <a:pt x="6900" y="1949"/>
                  </a:lnTo>
                  <a:cubicBezTo>
                    <a:pt x="6552" y="1826"/>
                    <a:pt x="6556" y="1496"/>
                    <a:pt x="6556" y="1127"/>
                  </a:cubicBezTo>
                  <a:lnTo>
                    <a:pt x="6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2"/>
            <p:cNvSpPr/>
            <p:nvPr/>
          </p:nvSpPr>
          <p:spPr>
            <a:xfrm>
              <a:off x="5816956" y="3618196"/>
              <a:ext cx="262857" cy="98027"/>
            </a:xfrm>
            <a:custGeom>
              <a:rect b="b" l="l" r="r" t="t"/>
              <a:pathLst>
                <a:path extrusionOk="0" h="3739" w="10026">
                  <a:moveTo>
                    <a:pt x="3623" y="0"/>
                  </a:moveTo>
                  <a:cubicBezTo>
                    <a:pt x="3525" y="214"/>
                    <a:pt x="3344" y="377"/>
                    <a:pt x="3123" y="457"/>
                  </a:cubicBezTo>
                  <a:lnTo>
                    <a:pt x="874" y="1254"/>
                  </a:lnTo>
                  <a:cubicBezTo>
                    <a:pt x="348" y="1435"/>
                    <a:pt x="1" y="1931"/>
                    <a:pt x="1" y="2485"/>
                  </a:cubicBezTo>
                  <a:lnTo>
                    <a:pt x="1" y="3738"/>
                  </a:lnTo>
                  <a:lnTo>
                    <a:pt x="10026" y="3738"/>
                  </a:lnTo>
                  <a:lnTo>
                    <a:pt x="10026" y="2485"/>
                  </a:lnTo>
                  <a:cubicBezTo>
                    <a:pt x="10026" y="1931"/>
                    <a:pt x="9674" y="1438"/>
                    <a:pt x="9153" y="1254"/>
                  </a:cubicBezTo>
                  <a:lnTo>
                    <a:pt x="6900" y="457"/>
                  </a:lnTo>
                  <a:cubicBezTo>
                    <a:pt x="6679" y="377"/>
                    <a:pt x="6502" y="214"/>
                    <a:pt x="6404" y="0"/>
                  </a:cubicBezTo>
                  <a:cubicBezTo>
                    <a:pt x="6024" y="156"/>
                    <a:pt x="5542" y="250"/>
                    <a:pt x="5013" y="250"/>
                  </a:cubicBezTo>
                  <a:cubicBezTo>
                    <a:pt x="4481" y="250"/>
                    <a:pt x="3999" y="156"/>
                    <a:pt x="36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2"/>
            <p:cNvSpPr/>
            <p:nvPr/>
          </p:nvSpPr>
          <p:spPr>
            <a:xfrm>
              <a:off x="5851248" y="3481943"/>
              <a:ext cx="194298" cy="120050"/>
            </a:xfrm>
            <a:custGeom>
              <a:rect b="b" l="l" r="r" t="t"/>
              <a:pathLst>
                <a:path extrusionOk="0" h="4579" w="7411">
                  <a:moveTo>
                    <a:pt x="873" y="0"/>
                  </a:moveTo>
                  <a:lnTo>
                    <a:pt x="873" y="870"/>
                  </a:lnTo>
                  <a:lnTo>
                    <a:pt x="543" y="870"/>
                  </a:lnTo>
                  <a:cubicBezTo>
                    <a:pt x="243" y="870"/>
                    <a:pt x="0" y="1116"/>
                    <a:pt x="0" y="1416"/>
                  </a:cubicBezTo>
                  <a:cubicBezTo>
                    <a:pt x="0" y="1717"/>
                    <a:pt x="243" y="1960"/>
                    <a:pt x="543" y="1960"/>
                  </a:cubicBezTo>
                  <a:lnTo>
                    <a:pt x="884" y="1960"/>
                  </a:lnTo>
                  <a:cubicBezTo>
                    <a:pt x="996" y="3437"/>
                    <a:pt x="2224" y="4578"/>
                    <a:pt x="3705" y="4578"/>
                  </a:cubicBezTo>
                  <a:cubicBezTo>
                    <a:pt x="5187" y="4578"/>
                    <a:pt x="6418" y="3437"/>
                    <a:pt x="6530" y="1960"/>
                  </a:cubicBezTo>
                  <a:lnTo>
                    <a:pt x="6867" y="1960"/>
                  </a:lnTo>
                  <a:cubicBezTo>
                    <a:pt x="7168" y="1960"/>
                    <a:pt x="7410" y="1717"/>
                    <a:pt x="7410" y="1416"/>
                  </a:cubicBezTo>
                  <a:cubicBezTo>
                    <a:pt x="7410" y="1116"/>
                    <a:pt x="7168" y="870"/>
                    <a:pt x="6867" y="870"/>
                  </a:cubicBezTo>
                  <a:lnTo>
                    <a:pt x="6537" y="87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2"/>
            <p:cNvSpPr/>
            <p:nvPr/>
          </p:nvSpPr>
          <p:spPr>
            <a:xfrm>
              <a:off x="5850383" y="3481943"/>
              <a:ext cx="149492" cy="120076"/>
            </a:xfrm>
            <a:custGeom>
              <a:rect b="b" l="l" r="r" t="t"/>
              <a:pathLst>
                <a:path extrusionOk="0" h="4580" w="5702">
                  <a:moveTo>
                    <a:pt x="906" y="0"/>
                  </a:moveTo>
                  <a:lnTo>
                    <a:pt x="906" y="873"/>
                  </a:lnTo>
                  <a:lnTo>
                    <a:pt x="609" y="873"/>
                  </a:lnTo>
                  <a:cubicBezTo>
                    <a:pt x="290" y="873"/>
                    <a:pt x="66" y="1076"/>
                    <a:pt x="37" y="1358"/>
                  </a:cubicBezTo>
                  <a:cubicBezTo>
                    <a:pt x="1" y="1679"/>
                    <a:pt x="251" y="1960"/>
                    <a:pt x="574" y="1960"/>
                  </a:cubicBezTo>
                  <a:cubicBezTo>
                    <a:pt x="576" y="1960"/>
                    <a:pt x="578" y="1960"/>
                    <a:pt x="580" y="1960"/>
                  </a:cubicBezTo>
                  <a:lnTo>
                    <a:pt x="917" y="1960"/>
                  </a:lnTo>
                  <a:cubicBezTo>
                    <a:pt x="1022" y="3455"/>
                    <a:pt x="2270" y="4579"/>
                    <a:pt x="3718" y="4579"/>
                  </a:cubicBezTo>
                  <a:cubicBezTo>
                    <a:pt x="3869" y="4579"/>
                    <a:pt x="4022" y="4567"/>
                    <a:pt x="4176" y="4542"/>
                  </a:cubicBezTo>
                  <a:cubicBezTo>
                    <a:pt x="2797" y="4328"/>
                    <a:pt x="1779" y="3140"/>
                    <a:pt x="1779" y="1746"/>
                  </a:cubicBezTo>
                  <a:lnTo>
                    <a:pt x="1779" y="1529"/>
                  </a:lnTo>
                  <a:cubicBezTo>
                    <a:pt x="1779" y="1047"/>
                    <a:pt x="2166" y="656"/>
                    <a:pt x="2648" y="656"/>
                  </a:cubicBezTo>
                  <a:lnTo>
                    <a:pt x="5263" y="656"/>
                  </a:lnTo>
                  <a:cubicBezTo>
                    <a:pt x="5506" y="656"/>
                    <a:pt x="5701" y="460"/>
                    <a:pt x="5701" y="218"/>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2"/>
            <p:cNvSpPr/>
            <p:nvPr/>
          </p:nvSpPr>
          <p:spPr>
            <a:xfrm>
              <a:off x="5862627" y="3481943"/>
              <a:ext cx="22914" cy="25746"/>
            </a:xfrm>
            <a:custGeom>
              <a:rect b="b" l="l" r="r" t="t"/>
              <a:pathLst>
                <a:path extrusionOk="0" h="982" w="874">
                  <a:moveTo>
                    <a:pt x="1" y="0"/>
                  </a:moveTo>
                  <a:lnTo>
                    <a:pt x="1" y="982"/>
                  </a:lnTo>
                  <a:lnTo>
                    <a:pt x="301" y="942"/>
                  </a:lnTo>
                  <a:cubicBezTo>
                    <a:pt x="627" y="902"/>
                    <a:pt x="874" y="623"/>
                    <a:pt x="874" y="294"/>
                  </a:cubicBez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2"/>
            <p:cNvSpPr/>
            <p:nvPr/>
          </p:nvSpPr>
          <p:spPr>
            <a:xfrm>
              <a:off x="6011227" y="3481943"/>
              <a:ext cx="22914" cy="25746"/>
            </a:xfrm>
            <a:custGeom>
              <a:rect b="b" l="l" r="r" t="t"/>
              <a:pathLst>
                <a:path extrusionOk="0" h="982" w="874">
                  <a:moveTo>
                    <a:pt x="1" y="0"/>
                  </a:moveTo>
                  <a:lnTo>
                    <a:pt x="1" y="294"/>
                  </a:lnTo>
                  <a:cubicBezTo>
                    <a:pt x="1" y="623"/>
                    <a:pt x="247" y="902"/>
                    <a:pt x="573" y="942"/>
                  </a:cubicBezTo>
                  <a:lnTo>
                    <a:pt x="874" y="982"/>
                  </a:ln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2"/>
            <p:cNvSpPr/>
            <p:nvPr/>
          </p:nvSpPr>
          <p:spPr>
            <a:xfrm>
              <a:off x="5843357" y="3361920"/>
              <a:ext cx="207983" cy="120050"/>
            </a:xfrm>
            <a:custGeom>
              <a:rect b="b" l="l" r="r" t="t"/>
              <a:pathLst>
                <a:path extrusionOk="0" h="4579" w="7933">
                  <a:moveTo>
                    <a:pt x="3463" y="0"/>
                  </a:moveTo>
                  <a:cubicBezTo>
                    <a:pt x="2981" y="0"/>
                    <a:pt x="2529" y="247"/>
                    <a:pt x="2271" y="656"/>
                  </a:cubicBezTo>
                  <a:lnTo>
                    <a:pt x="1174" y="656"/>
                  </a:lnTo>
                  <a:cubicBezTo>
                    <a:pt x="1172" y="656"/>
                    <a:pt x="1169" y="656"/>
                    <a:pt x="1166" y="656"/>
                  </a:cubicBezTo>
                  <a:cubicBezTo>
                    <a:pt x="655" y="656"/>
                    <a:pt x="214" y="1017"/>
                    <a:pt x="109" y="1522"/>
                  </a:cubicBezTo>
                  <a:cubicBezTo>
                    <a:pt x="1" y="2025"/>
                    <a:pt x="265" y="2536"/>
                    <a:pt x="739" y="2742"/>
                  </a:cubicBezTo>
                  <a:lnTo>
                    <a:pt x="739" y="4578"/>
                  </a:lnTo>
                  <a:lnTo>
                    <a:pt x="7277" y="4578"/>
                  </a:lnTo>
                  <a:lnTo>
                    <a:pt x="7277" y="2742"/>
                  </a:lnTo>
                  <a:cubicBezTo>
                    <a:pt x="7675" y="2568"/>
                    <a:pt x="7929" y="2177"/>
                    <a:pt x="7932" y="1743"/>
                  </a:cubicBezTo>
                  <a:cubicBezTo>
                    <a:pt x="7932" y="1141"/>
                    <a:pt x="7443" y="656"/>
                    <a:pt x="6842" y="656"/>
                  </a:cubicBezTo>
                  <a:lnTo>
                    <a:pt x="5745" y="656"/>
                  </a:lnTo>
                  <a:cubicBezTo>
                    <a:pt x="5484" y="247"/>
                    <a:pt x="5035" y="0"/>
                    <a:pt x="455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2"/>
            <p:cNvSpPr/>
            <p:nvPr/>
          </p:nvSpPr>
          <p:spPr>
            <a:xfrm>
              <a:off x="5862627" y="3436168"/>
              <a:ext cx="22914" cy="45802"/>
            </a:xfrm>
            <a:custGeom>
              <a:rect b="b" l="l" r="r" t="t"/>
              <a:pathLst>
                <a:path extrusionOk="0" h="1747" w="874">
                  <a:moveTo>
                    <a:pt x="1" y="1"/>
                  </a:moveTo>
                  <a:lnTo>
                    <a:pt x="1" y="1743"/>
                  </a:lnTo>
                  <a:lnTo>
                    <a:pt x="1" y="1746"/>
                  </a:lnTo>
                  <a:lnTo>
                    <a:pt x="874" y="1746"/>
                  </a:lnTo>
                  <a:lnTo>
                    <a:pt x="874" y="439"/>
                  </a:lnTo>
                  <a:cubicBezTo>
                    <a:pt x="874" y="196"/>
                    <a:pt x="678" y="1"/>
                    <a:pt x="43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2"/>
            <p:cNvSpPr/>
            <p:nvPr/>
          </p:nvSpPr>
          <p:spPr>
            <a:xfrm>
              <a:off x="5887428" y="3618196"/>
              <a:ext cx="121938" cy="40847"/>
            </a:xfrm>
            <a:custGeom>
              <a:rect b="b" l="l" r="r" t="t"/>
              <a:pathLst>
                <a:path extrusionOk="0" h="1558" w="4651">
                  <a:moveTo>
                    <a:pt x="935" y="0"/>
                  </a:moveTo>
                  <a:cubicBezTo>
                    <a:pt x="837" y="214"/>
                    <a:pt x="656" y="377"/>
                    <a:pt x="435" y="457"/>
                  </a:cubicBezTo>
                  <a:lnTo>
                    <a:pt x="0" y="609"/>
                  </a:lnTo>
                  <a:cubicBezTo>
                    <a:pt x="431" y="1174"/>
                    <a:pt x="1311" y="1558"/>
                    <a:pt x="2325" y="1558"/>
                  </a:cubicBezTo>
                  <a:cubicBezTo>
                    <a:pt x="2626" y="1558"/>
                    <a:pt x="2923" y="1522"/>
                    <a:pt x="3216" y="1449"/>
                  </a:cubicBezTo>
                  <a:lnTo>
                    <a:pt x="3683" y="1304"/>
                  </a:lnTo>
                  <a:cubicBezTo>
                    <a:pt x="4093" y="1134"/>
                    <a:pt x="4429" y="895"/>
                    <a:pt x="4650" y="609"/>
                  </a:cubicBezTo>
                  <a:lnTo>
                    <a:pt x="4212" y="457"/>
                  </a:lnTo>
                  <a:cubicBezTo>
                    <a:pt x="3991" y="377"/>
                    <a:pt x="3814" y="214"/>
                    <a:pt x="3716" y="0"/>
                  </a:cubicBezTo>
                  <a:cubicBezTo>
                    <a:pt x="3336" y="156"/>
                    <a:pt x="2854" y="250"/>
                    <a:pt x="2325" y="250"/>
                  </a:cubicBezTo>
                  <a:cubicBezTo>
                    <a:pt x="1793" y="250"/>
                    <a:pt x="1311" y="156"/>
                    <a:pt x="93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2"/>
            <p:cNvSpPr/>
            <p:nvPr/>
          </p:nvSpPr>
          <p:spPr>
            <a:xfrm>
              <a:off x="5923556" y="3550738"/>
              <a:ext cx="49604" cy="16596"/>
            </a:xfrm>
            <a:custGeom>
              <a:rect b="b" l="l" r="r" t="t"/>
              <a:pathLst>
                <a:path extrusionOk="0" h="633" w="1892">
                  <a:moveTo>
                    <a:pt x="293" y="1"/>
                  </a:moveTo>
                  <a:cubicBezTo>
                    <a:pt x="134" y="1"/>
                    <a:pt x="0" y="206"/>
                    <a:pt x="150" y="353"/>
                  </a:cubicBezTo>
                  <a:cubicBezTo>
                    <a:pt x="324" y="527"/>
                    <a:pt x="625" y="632"/>
                    <a:pt x="947" y="632"/>
                  </a:cubicBezTo>
                  <a:cubicBezTo>
                    <a:pt x="1270" y="632"/>
                    <a:pt x="1570" y="527"/>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2"/>
            <p:cNvSpPr/>
            <p:nvPr/>
          </p:nvSpPr>
          <p:spPr>
            <a:xfrm>
              <a:off x="5908796" y="3505172"/>
              <a:ext cx="10644" cy="16386"/>
            </a:xfrm>
            <a:custGeom>
              <a:rect b="b" l="l" r="r" t="t"/>
              <a:pathLst>
                <a:path extrusionOk="0" h="625" w="406">
                  <a:moveTo>
                    <a:pt x="203" y="1"/>
                  </a:moveTo>
                  <a:cubicBezTo>
                    <a:pt x="101" y="1"/>
                    <a:pt x="0" y="69"/>
                    <a:pt x="0" y="204"/>
                  </a:cubicBezTo>
                  <a:lnTo>
                    <a:pt x="0" y="422"/>
                  </a:lnTo>
                  <a:cubicBezTo>
                    <a:pt x="0" y="534"/>
                    <a:pt x="91" y="625"/>
                    <a:pt x="203" y="625"/>
                  </a:cubicBezTo>
                  <a:cubicBezTo>
                    <a:pt x="315" y="625"/>
                    <a:pt x="406" y="534"/>
                    <a:pt x="406" y="422"/>
                  </a:cubicBezTo>
                  <a:lnTo>
                    <a:pt x="406" y="204"/>
                  </a:lnTo>
                  <a:cubicBezTo>
                    <a:pt x="406" y="69"/>
                    <a:pt x="304"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2"/>
            <p:cNvSpPr/>
            <p:nvPr/>
          </p:nvSpPr>
          <p:spPr>
            <a:xfrm>
              <a:off x="5977328" y="3505172"/>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2"/>
            <p:cNvSpPr/>
            <p:nvPr/>
          </p:nvSpPr>
          <p:spPr>
            <a:xfrm>
              <a:off x="5811634" y="3356702"/>
              <a:ext cx="273501" cy="364948"/>
            </a:xfrm>
            <a:custGeom>
              <a:rect b="b" l="l" r="r" t="t"/>
              <a:pathLst>
                <a:path extrusionOk="0" h="13920" w="10432">
                  <a:moveTo>
                    <a:pt x="5763" y="402"/>
                  </a:moveTo>
                  <a:cubicBezTo>
                    <a:pt x="6325" y="402"/>
                    <a:pt x="6810" y="790"/>
                    <a:pt x="6940" y="1337"/>
                  </a:cubicBezTo>
                  <a:cubicBezTo>
                    <a:pt x="6966" y="1446"/>
                    <a:pt x="7048" y="1494"/>
                    <a:pt x="7132" y="1494"/>
                  </a:cubicBezTo>
                  <a:cubicBezTo>
                    <a:pt x="7250" y="1494"/>
                    <a:pt x="7371" y="1398"/>
                    <a:pt x="7335" y="1243"/>
                  </a:cubicBezTo>
                  <a:cubicBezTo>
                    <a:pt x="7320" y="1181"/>
                    <a:pt x="7302" y="1119"/>
                    <a:pt x="7281" y="1058"/>
                  </a:cubicBezTo>
                  <a:lnTo>
                    <a:pt x="8048" y="1058"/>
                  </a:lnTo>
                  <a:cubicBezTo>
                    <a:pt x="8530" y="1069"/>
                    <a:pt x="8914" y="1460"/>
                    <a:pt x="8914" y="1942"/>
                  </a:cubicBezTo>
                  <a:cubicBezTo>
                    <a:pt x="8914" y="2423"/>
                    <a:pt x="8530" y="2818"/>
                    <a:pt x="8048" y="2829"/>
                  </a:cubicBezTo>
                  <a:cubicBezTo>
                    <a:pt x="7777" y="2829"/>
                    <a:pt x="7777" y="3238"/>
                    <a:pt x="8048" y="3238"/>
                  </a:cubicBezTo>
                  <a:cubicBezTo>
                    <a:pt x="8128" y="3234"/>
                    <a:pt x="8204" y="3231"/>
                    <a:pt x="8280" y="3216"/>
                  </a:cubicBezTo>
                  <a:lnTo>
                    <a:pt x="8280" y="3702"/>
                  </a:lnTo>
                  <a:lnTo>
                    <a:pt x="7614" y="3702"/>
                  </a:lnTo>
                  <a:cubicBezTo>
                    <a:pt x="7342" y="3702"/>
                    <a:pt x="7342" y="4107"/>
                    <a:pt x="7614" y="4107"/>
                  </a:cubicBezTo>
                  <a:lnTo>
                    <a:pt x="8280" y="4107"/>
                  </a:lnTo>
                  <a:lnTo>
                    <a:pt x="8280" y="4571"/>
                  </a:lnTo>
                  <a:lnTo>
                    <a:pt x="2152" y="4571"/>
                  </a:lnTo>
                  <a:lnTo>
                    <a:pt x="2152" y="4107"/>
                  </a:lnTo>
                  <a:lnTo>
                    <a:pt x="6741" y="4107"/>
                  </a:lnTo>
                  <a:cubicBezTo>
                    <a:pt x="7013" y="4107"/>
                    <a:pt x="7013" y="3698"/>
                    <a:pt x="6741" y="3698"/>
                  </a:cubicBezTo>
                  <a:lnTo>
                    <a:pt x="2152" y="3698"/>
                  </a:lnTo>
                  <a:lnTo>
                    <a:pt x="2152" y="3213"/>
                  </a:lnTo>
                  <a:cubicBezTo>
                    <a:pt x="2228" y="3227"/>
                    <a:pt x="2304" y="3234"/>
                    <a:pt x="2384" y="3238"/>
                  </a:cubicBezTo>
                  <a:cubicBezTo>
                    <a:pt x="2656" y="3238"/>
                    <a:pt x="2656" y="2829"/>
                    <a:pt x="2384" y="2829"/>
                  </a:cubicBezTo>
                  <a:cubicBezTo>
                    <a:pt x="2377" y="2829"/>
                    <a:pt x="2371" y="2829"/>
                    <a:pt x="2364" y="2829"/>
                  </a:cubicBezTo>
                  <a:cubicBezTo>
                    <a:pt x="1877" y="2829"/>
                    <a:pt x="1479" y="2435"/>
                    <a:pt x="1479" y="1942"/>
                  </a:cubicBezTo>
                  <a:cubicBezTo>
                    <a:pt x="1479" y="1452"/>
                    <a:pt x="1877" y="1058"/>
                    <a:pt x="2364" y="1058"/>
                  </a:cubicBezTo>
                  <a:cubicBezTo>
                    <a:pt x="2371" y="1058"/>
                    <a:pt x="2377" y="1058"/>
                    <a:pt x="2384" y="1058"/>
                  </a:cubicBezTo>
                  <a:lnTo>
                    <a:pt x="3152" y="1058"/>
                  </a:lnTo>
                  <a:cubicBezTo>
                    <a:pt x="3130" y="1119"/>
                    <a:pt x="3112" y="1181"/>
                    <a:pt x="3098" y="1243"/>
                  </a:cubicBezTo>
                  <a:cubicBezTo>
                    <a:pt x="3061" y="1398"/>
                    <a:pt x="3182" y="1494"/>
                    <a:pt x="3302" y="1494"/>
                  </a:cubicBezTo>
                  <a:cubicBezTo>
                    <a:pt x="3386" y="1494"/>
                    <a:pt x="3469" y="1446"/>
                    <a:pt x="3496" y="1337"/>
                  </a:cubicBezTo>
                  <a:cubicBezTo>
                    <a:pt x="3623" y="790"/>
                    <a:pt x="4112" y="402"/>
                    <a:pt x="4673" y="402"/>
                  </a:cubicBezTo>
                  <a:close/>
                  <a:moveTo>
                    <a:pt x="2616" y="4980"/>
                  </a:moveTo>
                  <a:lnTo>
                    <a:pt x="2616" y="4995"/>
                  </a:lnTo>
                  <a:cubicBezTo>
                    <a:pt x="2612" y="5241"/>
                    <a:pt x="2413" y="5444"/>
                    <a:pt x="2163" y="5444"/>
                  </a:cubicBezTo>
                  <a:lnTo>
                    <a:pt x="2149" y="5444"/>
                  </a:lnTo>
                  <a:lnTo>
                    <a:pt x="2149" y="4980"/>
                  </a:lnTo>
                  <a:close/>
                  <a:moveTo>
                    <a:pt x="8280" y="4980"/>
                  </a:moveTo>
                  <a:lnTo>
                    <a:pt x="8280" y="5444"/>
                  </a:lnTo>
                  <a:lnTo>
                    <a:pt x="8266" y="5444"/>
                  </a:lnTo>
                  <a:cubicBezTo>
                    <a:pt x="8019" y="5444"/>
                    <a:pt x="7817" y="5241"/>
                    <a:pt x="7813" y="4995"/>
                  </a:cubicBezTo>
                  <a:lnTo>
                    <a:pt x="7817" y="4980"/>
                  </a:lnTo>
                  <a:close/>
                  <a:moveTo>
                    <a:pt x="7411" y="4980"/>
                  </a:moveTo>
                  <a:lnTo>
                    <a:pt x="7411" y="4991"/>
                  </a:lnTo>
                  <a:cubicBezTo>
                    <a:pt x="7415" y="5465"/>
                    <a:pt x="7799" y="5849"/>
                    <a:pt x="8273" y="5849"/>
                  </a:cubicBezTo>
                  <a:lnTo>
                    <a:pt x="8382" y="5849"/>
                  </a:lnTo>
                  <a:cubicBezTo>
                    <a:pt x="8570" y="5849"/>
                    <a:pt x="8722" y="6001"/>
                    <a:pt x="8722" y="6190"/>
                  </a:cubicBezTo>
                  <a:cubicBezTo>
                    <a:pt x="8722" y="6378"/>
                    <a:pt x="8570" y="6534"/>
                    <a:pt x="8382" y="6534"/>
                  </a:cubicBezTo>
                  <a:lnTo>
                    <a:pt x="8259" y="6534"/>
                  </a:lnTo>
                  <a:lnTo>
                    <a:pt x="8259" y="6519"/>
                  </a:lnTo>
                  <a:cubicBezTo>
                    <a:pt x="8259" y="6384"/>
                    <a:pt x="8156" y="6316"/>
                    <a:pt x="8054" y="6316"/>
                  </a:cubicBezTo>
                  <a:cubicBezTo>
                    <a:pt x="7952" y="6316"/>
                    <a:pt x="7849" y="6384"/>
                    <a:pt x="7849" y="6519"/>
                  </a:cubicBezTo>
                  <a:cubicBezTo>
                    <a:pt x="7849" y="7972"/>
                    <a:pt x="6672" y="9149"/>
                    <a:pt x="5220" y="9149"/>
                  </a:cubicBezTo>
                  <a:cubicBezTo>
                    <a:pt x="3768" y="9149"/>
                    <a:pt x="2591" y="7972"/>
                    <a:pt x="2591" y="6519"/>
                  </a:cubicBezTo>
                  <a:cubicBezTo>
                    <a:pt x="2591" y="6384"/>
                    <a:pt x="2489" y="6316"/>
                    <a:pt x="2388" y="6316"/>
                  </a:cubicBezTo>
                  <a:cubicBezTo>
                    <a:pt x="2286" y="6316"/>
                    <a:pt x="2185" y="6384"/>
                    <a:pt x="2185" y="6519"/>
                  </a:cubicBezTo>
                  <a:lnTo>
                    <a:pt x="2185" y="6534"/>
                  </a:lnTo>
                  <a:lnTo>
                    <a:pt x="2054" y="6534"/>
                  </a:lnTo>
                  <a:cubicBezTo>
                    <a:pt x="1870" y="6534"/>
                    <a:pt x="1714" y="6382"/>
                    <a:pt x="1714" y="6193"/>
                  </a:cubicBezTo>
                  <a:cubicBezTo>
                    <a:pt x="1714" y="6005"/>
                    <a:pt x="1870" y="5853"/>
                    <a:pt x="2054" y="5853"/>
                  </a:cubicBezTo>
                  <a:lnTo>
                    <a:pt x="2163" y="5853"/>
                  </a:lnTo>
                  <a:cubicBezTo>
                    <a:pt x="2638" y="5853"/>
                    <a:pt x="3025" y="5469"/>
                    <a:pt x="3025" y="4995"/>
                  </a:cubicBezTo>
                  <a:lnTo>
                    <a:pt x="3025" y="4980"/>
                  </a:lnTo>
                  <a:close/>
                  <a:moveTo>
                    <a:pt x="8103" y="7465"/>
                  </a:moveTo>
                  <a:cubicBezTo>
                    <a:pt x="8215" y="7552"/>
                    <a:pt x="8280" y="7686"/>
                    <a:pt x="8280" y="7827"/>
                  </a:cubicBezTo>
                  <a:cubicBezTo>
                    <a:pt x="8280" y="7961"/>
                    <a:pt x="8219" y="8084"/>
                    <a:pt x="8117" y="8167"/>
                  </a:cubicBezTo>
                  <a:cubicBezTo>
                    <a:pt x="8063" y="8214"/>
                    <a:pt x="8038" y="8290"/>
                    <a:pt x="8048" y="8363"/>
                  </a:cubicBezTo>
                  <a:cubicBezTo>
                    <a:pt x="8130" y="8807"/>
                    <a:pt x="7774" y="9149"/>
                    <a:pt x="7388" y="9149"/>
                  </a:cubicBezTo>
                  <a:cubicBezTo>
                    <a:pt x="7246" y="9149"/>
                    <a:pt x="7099" y="9102"/>
                    <a:pt x="6969" y="8997"/>
                  </a:cubicBezTo>
                  <a:cubicBezTo>
                    <a:pt x="7502" y="8620"/>
                    <a:pt x="7896" y="8084"/>
                    <a:pt x="8103" y="7465"/>
                  </a:cubicBezTo>
                  <a:close/>
                  <a:moveTo>
                    <a:pt x="2330" y="7468"/>
                  </a:moveTo>
                  <a:cubicBezTo>
                    <a:pt x="2536" y="8084"/>
                    <a:pt x="2931" y="8620"/>
                    <a:pt x="3463" y="8997"/>
                  </a:cubicBezTo>
                  <a:cubicBezTo>
                    <a:pt x="3335" y="9102"/>
                    <a:pt x="3188" y="9150"/>
                    <a:pt x="3043" y="9150"/>
                  </a:cubicBezTo>
                  <a:cubicBezTo>
                    <a:pt x="2697" y="9150"/>
                    <a:pt x="2370" y="8878"/>
                    <a:pt x="2370" y="8482"/>
                  </a:cubicBezTo>
                  <a:lnTo>
                    <a:pt x="2370" y="8479"/>
                  </a:lnTo>
                  <a:cubicBezTo>
                    <a:pt x="2370" y="8439"/>
                    <a:pt x="2373" y="8399"/>
                    <a:pt x="2380" y="8359"/>
                  </a:cubicBezTo>
                  <a:cubicBezTo>
                    <a:pt x="2395" y="8287"/>
                    <a:pt x="2370" y="8214"/>
                    <a:pt x="2312" y="8167"/>
                  </a:cubicBezTo>
                  <a:cubicBezTo>
                    <a:pt x="2091" y="7983"/>
                    <a:pt x="2098" y="7638"/>
                    <a:pt x="2330" y="7468"/>
                  </a:cubicBezTo>
                  <a:close/>
                  <a:moveTo>
                    <a:pt x="6538" y="9254"/>
                  </a:moveTo>
                  <a:lnTo>
                    <a:pt x="6538" y="9764"/>
                  </a:lnTo>
                  <a:cubicBezTo>
                    <a:pt x="6118" y="9935"/>
                    <a:pt x="5669" y="10022"/>
                    <a:pt x="5216" y="10022"/>
                  </a:cubicBezTo>
                  <a:cubicBezTo>
                    <a:pt x="5147" y="10022"/>
                    <a:pt x="5079" y="10022"/>
                    <a:pt x="5010" y="10014"/>
                  </a:cubicBezTo>
                  <a:cubicBezTo>
                    <a:pt x="5005" y="10014"/>
                    <a:pt x="5000" y="10014"/>
                    <a:pt x="4996" y="10014"/>
                  </a:cubicBezTo>
                  <a:cubicBezTo>
                    <a:pt x="4738" y="10014"/>
                    <a:pt x="4721" y="10406"/>
                    <a:pt x="4988" y="10424"/>
                  </a:cubicBezTo>
                  <a:cubicBezTo>
                    <a:pt x="5064" y="10427"/>
                    <a:pt x="5140" y="10431"/>
                    <a:pt x="5216" y="10431"/>
                  </a:cubicBezTo>
                  <a:cubicBezTo>
                    <a:pt x="5680" y="10431"/>
                    <a:pt x="6136" y="10348"/>
                    <a:pt x="6567" y="10188"/>
                  </a:cubicBezTo>
                  <a:cubicBezTo>
                    <a:pt x="6629" y="10380"/>
                    <a:pt x="6777" y="10529"/>
                    <a:pt x="6966" y="10597"/>
                  </a:cubicBezTo>
                  <a:lnTo>
                    <a:pt x="7194" y="10677"/>
                  </a:lnTo>
                  <a:cubicBezTo>
                    <a:pt x="6799" y="11075"/>
                    <a:pt x="6038" y="11329"/>
                    <a:pt x="5216" y="11329"/>
                  </a:cubicBezTo>
                  <a:cubicBezTo>
                    <a:pt x="4391" y="11329"/>
                    <a:pt x="3634" y="11072"/>
                    <a:pt x="3239" y="10677"/>
                  </a:cubicBezTo>
                  <a:lnTo>
                    <a:pt x="3467" y="10597"/>
                  </a:lnTo>
                  <a:cubicBezTo>
                    <a:pt x="3655" y="10529"/>
                    <a:pt x="3804" y="10380"/>
                    <a:pt x="3865" y="10188"/>
                  </a:cubicBezTo>
                  <a:cubicBezTo>
                    <a:pt x="3931" y="10214"/>
                    <a:pt x="3999" y="10235"/>
                    <a:pt x="4068" y="10257"/>
                  </a:cubicBezTo>
                  <a:cubicBezTo>
                    <a:pt x="4092" y="10264"/>
                    <a:pt x="4114" y="10268"/>
                    <a:pt x="4135" y="10268"/>
                  </a:cubicBezTo>
                  <a:cubicBezTo>
                    <a:pt x="4345" y="10268"/>
                    <a:pt x="4425" y="9938"/>
                    <a:pt x="4188" y="9866"/>
                  </a:cubicBezTo>
                  <a:cubicBezTo>
                    <a:pt x="4090" y="9837"/>
                    <a:pt x="3992" y="9801"/>
                    <a:pt x="3894" y="9764"/>
                  </a:cubicBezTo>
                  <a:lnTo>
                    <a:pt x="3894" y="9254"/>
                  </a:lnTo>
                  <a:cubicBezTo>
                    <a:pt x="4313" y="9457"/>
                    <a:pt x="4765" y="9558"/>
                    <a:pt x="5218" y="9558"/>
                  </a:cubicBezTo>
                  <a:cubicBezTo>
                    <a:pt x="5670" y="9558"/>
                    <a:pt x="6122" y="9457"/>
                    <a:pt x="6538" y="9254"/>
                  </a:cubicBezTo>
                  <a:close/>
                  <a:moveTo>
                    <a:pt x="4662" y="0"/>
                  </a:moveTo>
                  <a:cubicBezTo>
                    <a:pt x="4152" y="0"/>
                    <a:pt x="3671" y="242"/>
                    <a:pt x="3369" y="652"/>
                  </a:cubicBezTo>
                  <a:lnTo>
                    <a:pt x="2384" y="652"/>
                  </a:lnTo>
                  <a:cubicBezTo>
                    <a:pt x="1797" y="652"/>
                    <a:pt x="1283" y="1047"/>
                    <a:pt x="1131" y="1616"/>
                  </a:cubicBezTo>
                  <a:cubicBezTo>
                    <a:pt x="982" y="2184"/>
                    <a:pt x="1232" y="2778"/>
                    <a:pt x="1743" y="3072"/>
                  </a:cubicBezTo>
                  <a:lnTo>
                    <a:pt x="1743" y="5516"/>
                  </a:lnTo>
                  <a:cubicBezTo>
                    <a:pt x="1424" y="5661"/>
                    <a:pt x="1250" y="6012"/>
                    <a:pt x="1327" y="6356"/>
                  </a:cubicBezTo>
                  <a:cubicBezTo>
                    <a:pt x="1399" y="6697"/>
                    <a:pt x="1703" y="6943"/>
                    <a:pt x="2054" y="6943"/>
                  </a:cubicBezTo>
                  <a:lnTo>
                    <a:pt x="2207" y="6943"/>
                  </a:lnTo>
                  <a:cubicBezTo>
                    <a:pt x="2214" y="6983"/>
                    <a:pt x="2221" y="7019"/>
                    <a:pt x="2225" y="7059"/>
                  </a:cubicBezTo>
                  <a:cubicBezTo>
                    <a:pt x="1710" y="7305"/>
                    <a:pt x="1580" y="7979"/>
                    <a:pt x="1964" y="8403"/>
                  </a:cubicBezTo>
                  <a:cubicBezTo>
                    <a:pt x="1960" y="8428"/>
                    <a:pt x="1960" y="8457"/>
                    <a:pt x="1960" y="8482"/>
                  </a:cubicBezTo>
                  <a:cubicBezTo>
                    <a:pt x="1960" y="9104"/>
                    <a:pt x="2471" y="9561"/>
                    <a:pt x="3035" y="9561"/>
                  </a:cubicBezTo>
                  <a:cubicBezTo>
                    <a:pt x="3184" y="9561"/>
                    <a:pt x="3337" y="9529"/>
                    <a:pt x="3485" y="9460"/>
                  </a:cubicBezTo>
                  <a:lnTo>
                    <a:pt x="3485" y="9996"/>
                  </a:lnTo>
                  <a:cubicBezTo>
                    <a:pt x="3485" y="10094"/>
                    <a:pt x="3424" y="10181"/>
                    <a:pt x="3333" y="10214"/>
                  </a:cubicBezTo>
                  <a:lnTo>
                    <a:pt x="1008" y="11036"/>
                  </a:lnTo>
                  <a:cubicBezTo>
                    <a:pt x="403" y="11249"/>
                    <a:pt x="1" y="11818"/>
                    <a:pt x="1" y="12459"/>
                  </a:cubicBezTo>
                  <a:lnTo>
                    <a:pt x="1" y="13716"/>
                  </a:lnTo>
                  <a:cubicBezTo>
                    <a:pt x="1" y="13852"/>
                    <a:pt x="102" y="13919"/>
                    <a:pt x="204" y="13919"/>
                  </a:cubicBezTo>
                  <a:cubicBezTo>
                    <a:pt x="305" y="13919"/>
                    <a:pt x="407" y="13852"/>
                    <a:pt x="407" y="13716"/>
                  </a:cubicBezTo>
                  <a:lnTo>
                    <a:pt x="407" y="12459"/>
                  </a:lnTo>
                  <a:cubicBezTo>
                    <a:pt x="407" y="12329"/>
                    <a:pt x="432" y="12195"/>
                    <a:pt x="479" y="12071"/>
                  </a:cubicBezTo>
                  <a:lnTo>
                    <a:pt x="1511" y="12955"/>
                  </a:lnTo>
                  <a:cubicBezTo>
                    <a:pt x="1660" y="13082"/>
                    <a:pt x="1743" y="13267"/>
                    <a:pt x="1743" y="13462"/>
                  </a:cubicBezTo>
                  <a:lnTo>
                    <a:pt x="1743" y="13716"/>
                  </a:lnTo>
                  <a:cubicBezTo>
                    <a:pt x="1743" y="13852"/>
                    <a:pt x="1844" y="13919"/>
                    <a:pt x="1946" y="13919"/>
                  </a:cubicBezTo>
                  <a:cubicBezTo>
                    <a:pt x="2047" y="13919"/>
                    <a:pt x="2149" y="13852"/>
                    <a:pt x="2149" y="13716"/>
                  </a:cubicBezTo>
                  <a:lnTo>
                    <a:pt x="2149" y="13462"/>
                  </a:lnTo>
                  <a:cubicBezTo>
                    <a:pt x="2149" y="13147"/>
                    <a:pt x="2015" y="12850"/>
                    <a:pt x="1776" y="12647"/>
                  </a:cubicBezTo>
                  <a:lnTo>
                    <a:pt x="693" y="11720"/>
                  </a:lnTo>
                  <a:cubicBezTo>
                    <a:pt x="816" y="11583"/>
                    <a:pt x="972" y="11481"/>
                    <a:pt x="1142" y="11420"/>
                  </a:cubicBezTo>
                  <a:lnTo>
                    <a:pt x="2822" y="10829"/>
                  </a:lnTo>
                  <a:cubicBezTo>
                    <a:pt x="3264" y="11387"/>
                    <a:pt x="4184" y="11742"/>
                    <a:pt x="5216" y="11742"/>
                  </a:cubicBezTo>
                  <a:cubicBezTo>
                    <a:pt x="5582" y="11742"/>
                    <a:pt x="5948" y="11695"/>
                    <a:pt x="6299" y="11601"/>
                  </a:cubicBezTo>
                  <a:lnTo>
                    <a:pt x="6343" y="11644"/>
                  </a:lnTo>
                  <a:cubicBezTo>
                    <a:pt x="6466" y="11767"/>
                    <a:pt x="6538" y="11937"/>
                    <a:pt x="6538" y="12115"/>
                  </a:cubicBezTo>
                  <a:lnTo>
                    <a:pt x="6538" y="13716"/>
                  </a:lnTo>
                  <a:cubicBezTo>
                    <a:pt x="6538" y="13852"/>
                    <a:pt x="6640" y="13919"/>
                    <a:pt x="6741" y="13919"/>
                  </a:cubicBezTo>
                  <a:cubicBezTo>
                    <a:pt x="6842" y="13919"/>
                    <a:pt x="6944" y="13852"/>
                    <a:pt x="6944" y="13716"/>
                  </a:cubicBezTo>
                  <a:lnTo>
                    <a:pt x="6944" y="12115"/>
                  </a:lnTo>
                  <a:cubicBezTo>
                    <a:pt x="6944" y="11876"/>
                    <a:pt x="6864" y="11644"/>
                    <a:pt x="6719" y="11459"/>
                  </a:cubicBezTo>
                  <a:cubicBezTo>
                    <a:pt x="7092" y="11304"/>
                    <a:pt x="7404" y="11086"/>
                    <a:pt x="7607" y="10829"/>
                  </a:cubicBezTo>
                  <a:lnTo>
                    <a:pt x="9287" y="11420"/>
                  </a:lnTo>
                  <a:cubicBezTo>
                    <a:pt x="9457" y="11481"/>
                    <a:pt x="9613" y="11583"/>
                    <a:pt x="9736" y="11720"/>
                  </a:cubicBezTo>
                  <a:lnTo>
                    <a:pt x="8653" y="12647"/>
                  </a:lnTo>
                  <a:cubicBezTo>
                    <a:pt x="8414" y="12850"/>
                    <a:pt x="8280" y="13147"/>
                    <a:pt x="8277" y="13462"/>
                  </a:cubicBezTo>
                  <a:lnTo>
                    <a:pt x="8277" y="13716"/>
                  </a:lnTo>
                  <a:cubicBezTo>
                    <a:pt x="8277" y="13852"/>
                    <a:pt x="8379" y="13919"/>
                    <a:pt x="8481" y="13919"/>
                  </a:cubicBezTo>
                  <a:cubicBezTo>
                    <a:pt x="8584" y="13919"/>
                    <a:pt x="8686" y="13852"/>
                    <a:pt x="8686" y="13716"/>
                  </a:cubicBezTo>
                  <a:lnTo>
                    <a:pt x="8686" y="13462"/>
                  </a:lnTo>
                  <a:cubicBezTo>
                    <a:pt x="8686" y="13267"/>
                    <a:pt x="8769" y="13082"/>
                    <a:pt x="8918" y="12955"/>
                  </a:cubicBezTo>
                  <a:lnTo>
                    <a:pt x="9950" y="12071"/>
                  </a:lnTo>
                  <a:cubicBezTo>
                    <a:pt x="9997" y="12195"/>
                    <a:pt x="10022" y="12329"/>
                    <a:pt x="10022" y="12459"/>
                  </a:cubicBezTo>
                  <a:lnTo>
                    <a:pt x="10022" y="13716"/>
                  </a:lnTo>
                  <a:cubicBezTo>
                    <a:pt x="10022" y="13852"/>
                    <a:pt x="10124" y="13919"/>
                    <a:pt x="10225" y="13919"/>
                  </a:cubicBezTo>
                  <a:cubicBezTo>
                    <a:pt x="10327" y="13919"/>
                    <a:pt x="10428" y="13852"/>
                    <a:pt x="10428" y="13716"/>
                  </a:cubicBezTo>
                  <a:lnTo>
                    <a:pt x="10428" y="12459"/>
                  </a:lnTo>
                  <a:cubicBezTo>
                    <a:pt x="10432" y="11818"/>
                    <a:pt x="10026" y="11249"/>
                    <a:pt x="9425" y="11032"/>
                  </a:cubicBezTo>
                  <a:lnTo>
                    <a:pt x="7100" y="10214"/>
                  </a:lnTo>
                  <a:cubicBezTo>
                    <a:pt x="7009" y="10181"/>
                    <a:pt x="6944" y="10090"/>
                    <a:pt x="6944" y="9993"/>
                  </a:cubicBezTo>
                  <a:lnTo>
                    <a:pt x="6944" y="9460"/>
                  </a:lnTo>
                  <a:cubicBezTo>
                    <a:pt x="7093" y="9529"/>
                    <a:pt x="7246" y="9561"/>
                    <a:pt x="7395" y="9561"/>
                  </a:cubicBezTo>
                  <a:cubicBezTo>
                    <a:pt x="7962" y="9561"/>
                    <a:pt x="8472" y="9104"/>
                    <a:pt x="8472" y="8482"/>
                  </a:cubicBezTo>
                  <a:cubicBezTo>
                    <a:pt x="8472" y="8457"/>
                    <a:pt x="8472" y="8428"/>
                    <a:pt x="8469" y="8403"/>
                  </a:cubicBezTo>
                  <a:cubicBezTo>
                    <a:pt x="8852" y="7979"/>
                    <a:pt x="8718" y="7305"/>
                    <a:pt x="8204" y="7059"/>
                  </a:cubicBezTo>
                  <a:cubicBezTo>
                    <a:pt x="8211" y="7019"/>
                    <a:pt x="8219" y="6983"/>
                    <a:pt x="8222" y="6943"/>
                  </a:cubicBezTo>
                  <a:lnTo>
                    <a:pt x="8378" y="6943"/>
                  </a:lnTo>
                  <a:cubicBezTo>
                    <a:pt x="8729" y="6943"/>
                    <a:pt x="9034" y="6697"/>
                    <a:pt x="9106" y="6356"/>
                  </a:cubicBezTo>
                  <a:cubicBezTo>
                    <a:pt x="9182" y="6012"/>
                    <a:pt x="9008" y="5661"/>
                    <a:pt x="8689" y="5516"/>
                  </a:cubicBezTo>
                  <a:lnTo>
                    <a:pt x="8689" y="3072"/>
                  </a:lnTo>
                  <a:cubicBezTo>
                    <a:pt x="9200" y="2778"/>
                    <a:pt x="9450" y="2184"/>
                    <a:pt x="9298" y="1616"/>
                  </a:cubicBezTo>
                  <a:cubicBezTo>
                    <a:pt x="9149" y="1047"/>
                    <a:pt x="8635" y="652"/>
                    <a:pt x="8048" y="652"/>
                  </a:cubicBezTo>
                  <a:lnTo>
                    <a:pt x="7063" y="652"/>
                  </a:lnTo>
                  <a:cubicBezTo>
                    <a:pt x="6758" y="242"/>
                    <a:pt x="6281" y="0"/>
                    <a:pt x="5771" y="0"/>
                  </a:cubicBezTo>
                  <a:cubicBezTo>
                    <a:pt x="5767" y="0"/>
                    <a:pt x="5763" y="0"/>
                    <a:pt x="5760" y="0"/>
                  </a:cubicBezTo>
                  <a:lnTo>
                    <a:pt x="4673" y="0"/>
                  </a:lnTo>
                  <a:cubicBezTo>
                    <a:pt x="4669" y="0"/>
                    <a:pt x="4665" y="0"/>
                    <a:pt x="4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8" name="Google Shape;14058;p82"/>
          <p:cNvGrpSpPr/>
          <p:nvPr/>
        </p:nvGrpSpPr>
        <p:grpSpPr>
          <a:xfrm>
            <a:off x="4905793" y="2894802"/>
            <a:ext cx="284879" cy="365105"/>
            <a:chOff x="4905793" y="2894802"/>
            <a:chExt cx="284879" cy="365105"/>
          </a:xfrm>
        </p:grpSpPr>
        <p:sp>
          <p:nvSpPr>
            <p:cNvPr id="14059" name="Google Shape;14059;p82"/>
            <p:cNvSpPr/>
            <p:nvPr/>
          </p:nvSpPr>
          <p:spPr>
            <a:xfrm>
              <a:off x="4911115" y="3100243"/>
              <a:ext cx="274261" cy="154211"/>
            </a:xfrm>
            <a:custGeom>
              <a:rect b="b" l="l" r="r" t="t"/>
              <a:pathLst>
                <a:path extrusionOk="0" h="5882" w="10461">
                  <a:moveTo>
                    <a:pt x="3706" y="0"/>
                  </a:moveTo>
                  <a:lnTo>
                    <a:pt x="3706" y="1036"/>
                  </a:lnTo>
                  <a:cubicBezTo>
                    <a:pt x="3706" y="1326"/>
                    <a:pt x="3514" y="1579"/>
                    <a:pt x="3235" y="1662"/>
                  </a:cubicBezTo>
                  <a:lnTo>
                    <a:pt x="939" y="2336"/>
                  </a:lnTo>
                  <a:cubicBezTo>
                    <a:pt x="381" y="2503"/>
                    <a:pt x="1" y="3013"/>
                    <a:pt x="1" y="3593"/>
                  </a:cubicBezTo>
                  <a:lnTo>
                    <a:pt x="1" y="5882"/>
                  </a:lnTo>
                  <a:lnTo>
                    <a:pt x="10460" y="5882"/>
                  </a:lnTo>
                  <a:lnTo>
                    <a:pt x="10460" y="3593"/>
                  </a:lnTo>
                  <a:cubicBezTo>
                    <a:pt x="10460" y="3010"/>
                    <a:pt x="10080" y="2499"/>
                    <a:pt x="9522" y="2336"/>
                  </a:cubicBezTo>
                  <a:lnTo>
                    <a:pt x="7226" y="1662"/>
                  </a:lnTo>
                  <a:cubicBezTo>
                    <a:pt x="6947" y="1579"/>
                    <a:pt x="6755" y="1326"/>
                    <a:pt x="6755" y="1036"/>
                  </a:cubicBezTo>
                  <a:lnTo>
                    <a:pt x="675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2"/>
            <p:cNvSpPr/>
            <p:nvPr/>
          </p:nvSpPr>
          <p:spPr>
            <a:xfrm>
              <a:off x="4911115" y="3142584"/>
              <a:ext cx="274340" cy="111870"/>
            </a:xfrm>
            <a:custGeom>
              <a:rect b="b" l="l" r="r" t="t"/>
              <a:pathLst>
                <a:path extrusionOk="0" h="4267" w="10464">
                  <a:moveTo>
                    <a:pt x="3347" y="0"/>
                  </a:moveTo>
                  <a:cubicBezTo>
                    <a:pt x="3311" y="18"/>
                    <a:pt x="3275" y="37"/>
                    <a:pt x="3235" y="47"/>
                  </a:cubicBezTo>
                  <a:lnTo>
                    <a:pt x="939" y="721"/>
                  </a:lnTo>
                  <a:cubicBezTo>
                    <a:pt x="381" y="888"/>
                    <a:pt x="1" y="1398"/>
                    <a:pt x="1" y="1978"/>
                  </a:cubicBezTo>
                  <a:lnTo>
                    <a:pt x="1" y="4267"/>
                  </a:lnTo>
                  <a:lnTo>
                    <a:pt x="10464" y="4267"/>
                  </a:lnTo>
                  <a:lnTo>
                    <a:pt x="10464" y="1978"/>
                  </a:lnTo>
                  <a:cubicBezTo>
                    <a:pt x="10460" y="1395"/>
                    <a:pt x="10080" y="884"/>
                    <a:pt x="9522" y="721"/>
                  </a:cubicBezTo>
                  <a:lnTo>
                    <a:pt x="7226" y="47"/>
                  </a:lnTo>
                  <a:cubicBezTo>
                    <a:pt x="7186" y="37"/>
                    <a:pt x="7150" y="18"/>
                    <a:pt x="7117" y="0"/>
                  </a:cubicBezTo>
                  <a:lnTo>
                    <a:pt x="5230" y="344"/>
                  </a:lnTo>
                  <a:lnTo>
                    <a:pt x="33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2"/>
            <p:cNvSpPr/>
            <p:nvPr/>
          </p:nvSpPr>
          <p:spPr>
            <a:xfrm>
              <a:off x="4970261" y="3142584"/>
              <a:ext cx="155758" cy="49839"/>
            </a:xfrm>
            <a:custGeom>
              <a:rect b="b" l="l" r="r" t="t"/>
              <a:pathLst>
                <a:path extrusionOk="0" h="1901" w="5941">
                  <a:moveTo>
                    <a:pt x="1087" y="0"/>
                  </a:moveTo>
                  <a:cubicBezTo>
                    <a:pt x="1051" y="18"/>
                    <a:pt x="1015" y="37"/>
                    <a:pt x="975" y="47"/>
                  </a:cubicBezTo>
                  <a:lnTo>
                    <a:pt x="1" y="334"/>
                  </a:lnTo>
                  <a:lnTo>
                    <a:pt x="1" y="341"/>
                  </a:lnTo>
                  <a:cubicBezTo>
                    <a:pt x="48" y="486"/>
                    <a:pt x="135" y="612"/>
                    <a:pt x="251" y="714"/>
                  </a:cubicBezTo>
                  <a:lnTo>
                    <a:pt x="1334" y="1637"/>
                  </a:lnTo>
                  <a:cubicBezTo>
                    <a:pt x="1540" y="1815"/>
                    <a:pt x="1792" y="1901"/>
                    <a:pt x="2043" y="1901"/>
                  </a:cubicBezTo>
                  <a:cubicBezTo>
                    <a:pt x="2362" y="1901"/>
                    <a:pt x="2678" y="1762"/>
                    <a:pt x="2895" y="1492"/>
                  </a:cubicBezTo>
                  <a:lnTo>
                    <a:pt x="2974" y="1391"/>
                  </a:lnTo>
                  <a:lnTo>
                    <a:pt x="3054" y="1492"/>
                  </a:lnTo>
                  <a:cubicBezTo>
                    <a:pt x="3269" y="1762"/>
                    <a:pt x="3584" y="1901"/>
                    <a:pt x="3902" y="1901"/>
                  </a:cubicBezTo>
                  <a:cubicBezTo>
                    <a:pt x="4153" y="1901"/>
                    <a:pt x="4405" y="1815"/>
                    <a:pt x="4611" y="1637"/>
                  </a:cubicBezTo>
                  <a:lnTo>
                    <a:pt x="5694" y="714"/>
                  </a:lnTo>
                  <a:cubicBezTo>
                    <a:pt x="5807" y="612"/>
                    <a:pt x="5893" y="486"/>
                    <a:pt x="5941" y="341"/>
                  </a:cubicBezTo>
                  <a:lnTo>
                    <a:pt x="5941" y="334"/>
                  </a:lnTo>
                  <a:lnTo>
                    <a:pt x="4966" y="47"/>
                  </a:lnTo>
                  <a:cubicBezTo>
                    <a:pt x="4926" y="37"/>
                    <a:pt x="4890" y="18"/>
                    <a:pt x="4854" y="0"/>
                  </a:cubicBezTo>
                  <a:lnTo>
                    <a:pt x="2971" y="344"/>
                  </a:lnTo>
                  <a:lnTo>
                    <a:pt x="1087"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2"/>
            <p:cNvSpPr/>
            <p:nvPr/>
          </p:nvSpPr>
          <p:spPr>
            <a:xfrm>
              <a:off x="5008146" y="3100243"/>
              <a:ext cx="80094" cy="28551"/>
            </a:xfrm>
            <a:custGeom>
              <a:rect b="b" l="l" r="r" t="t"/>
              <a:pathLst>
                <a:path extrusionOk="0" h="1089" w="3055">
                  <a:moveTo>
                    <a:pt x="1" y="0"/>
                  </a:moveTo>
                  <a:lnTo>
                    <a:pt x="1" y="703"/>
                  </a:lnTo>
                  <a:cubicBezTo>
                    <a:pt x="477" y="960"/>
                    <a:pt x="1002" y="1088"/>
                    <a:pt x="1528" y="1088"/>
                  </a:cubicBezTo>
                  <a:cubicBezTo>
                    <a:pt x="2053" y="1088"/>
                    <a:pt x="2578" y="960"/>
                    <a:pt x="3054" y="703"/>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2"/>
            <p:cNvSpPr/>
            <p:nvPr/>
          </p:nvSpPr>
          <p:spPr>
            <a:xfrm>
              <a:off x="4951096" y="2951537"/>
              <a:ext cx="194298" cy="160215"/>
            </a:xfrm>
            <a:custGeom>
              <a:rect b="b" l="l" r="r" t="t"/>
              <a:pathLst>
                <a:path extrusionOk="0" h="6111" w="7411">
                  <a:moveTo>
                    <a:pt x="870" y="0"/>
                  </a:moveTo>
                  <a:lnTo>
                    <a:pt x="870" y="2402"/>
                  </a:lnTo>
                  <a:lnTo>
                    <a:pt x="544" y="2402"/>
                  </a:lnTo>
                  <a:cubicBezTo>
                    <a:pt x="243" y="2402"/>
                    <a:pt x="0" y="2644"/>
                    <a:pt x="0" y="2945"/>
                  </a:cubicBezTo>
                  <a:cubicBezTo>
                    <a:pt x="0" y="3246"/>
                    <a:pt x="243" y="3492"/>
                    <a:pt x="544" y="3492"/>
                  </a:cubicBezTo>
                  <a:lnTo>
                    <a:pt x="880" y="3492"/>
                  </a:lnTo>
                  <a:cubicBezTo>
                    <a:pt x="993" y="4969"/>
                    <a:pt x="2224" y="6110"/>
                    <a:pt x="3705" y="6110"/>
                  </a:cubicBezTo>
                  <a:cubicBezTo>
                    <a:pt x="5187" y="6110"/>
                    <a:pt x="6414" y="4969"/>
                    <a:pt x="6527" y="3492"/>
                  </a:cubicBezTo>
                  <a:lnTo>
                    <a:pt x="6864" y="3492"/>
                  </a:lnTo>
                  <a:cubicBezTo>
                    <a:pt x="7164" y="3492"/>
                    <a:pt x="7410" y="3246"/>
                    <a:pt x="7410" y="2945"/>
                  </a:cubicBezTo>
                  <a:cubicBezTo>
                    <a:pt x="7410" y="2644"/>
                    <a:pt x="7164" y="2402"/>
                    <a:pt x="6864" y="2402"/>
                  </a:cubicBezTo>
                  <a:lnTo>
                    <a:pt x="6538" y="2402"/>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2"/>
            <p:cNvSpPr/>
            <p:nvPr/>
          </p:nvSpPr>
          <p:spPr>
            <a:xfrm>
              <a:off x="4951096" y="2951642"/>
              <a:ext cx="148522" cy="160110"/>
            </a:xfrm>
            <a:custGeom>
              <a:rect b="b" l="l" r="r" t="t"/>
              <a:pathLst>
                <a:path extrusionOk="0" h="6107" w="5665">
                  <a:moveTo>
                    <a:pt x="870" y="0"/>
                  </a:moveTo>
                  <a:lnTo>
                    <a:pt x="870" y="2398"/>
                  </a:lnTo>
                  <a:lnTo>
                    <a:pt x="544" y="2398"/>
                  </a:lnTo>
                  <a:cubicBezTo>
                    <a:pt x="243" y="2398"/>
                    <a:pt x="0" y="2644"/>
                    <a:pt x="0" y="2945"/>
                  </a:cubicBezTo>
                  <a:cubicBezTo>
                    <a:pt x="0" y="3245"/>
                    <a:pt x="243" y="3488"/>
                    <a:pt x="544" y="3488"/>
                  </a:cubicBezTo>
                  <a:lnTo>
                    <a:pt x="880" y="3488"/>
                  </a:lnTo>
                  <a:cubicBezTo>
                    <a:pt x="985" y="4985"/>
                    <a:pt x="2236" y="6107"/>
                    <a:pt x="3686" y="6107"/>
                  </a:cubicBezTo>
                  <a:cubicBezTo>
                    <a:pt x="3835" y="6107"/>
                    <a:pt x="3987" y="6095"/>
                    <a:pt x="4140" y="6070"/>
                  </a:cubicBezTo>
                  <a:cubicBezTo>
                    <a:pt x="2760" y="5856"/>
                    <a:pt x="1742" y="4668"/>
                    <a:pt x="1742" y="3274"/>
                  </a:cubicBezTo>
                  <a:lnTo>
                    <a:pt x="1742" y="1963"/>
                  </a:lnTo>
                  <a:cubicBezTo>
                    <a:pt x="1742" y="1481"/>
                    <a:pt x="2134" y="1094"/>
                    <a:pt x="2615" y="1094"/>
                  </a:cubicBezTo>
                  <a:lnTo>
                    <a:pt x="5230" y="1094"/>
                  </a:lnTo>
                  <a:cubicBezTo>
                    <a:pt x="5469" y="1094"/>
                    <a:pt x="5665" y="898"/>
                    <a:pt x="5665" y="656"/>
                  </a:cubicBezTo>
                  <a:lnTo>
                    <a:pt x="5665" y="4"/>
                  </a:lnTo>
                  <a:lnTo>
                    <a:pt x="8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2"/>
            <p:cNvSpPr/>
            <p:nvPr/>
          </p:nvSpPr>
          <p:spPr>
            <a:xfrm>
              <a:off x="4986123" y="3125228"/>
              <a:ext cx="62135" cy="50023"/>
            </a:xfrm>
            <a:custGeom>
              <a:rect b="b" l="l" r="r" t="t"/>
              <a:pathLst>
                <a:path extrusionOk="0" h="1908" w="2370">
                  <a:moveTo>
                    <a:pt x="503" y="0"/>
                  </a:moveTo>
                  <a:cubicBezTo>
                    <a:pt x="423" y="0"/>
                    <a:pt x="346" y="44"/>
                    <a:pt x="309" y="119"/>
                  </a:cubicBezTo>
                  <a:lnTo>
                    <a:pt x="37" y="666"/>
                  </a:lnTo>
                  <a:cubicBezTo>
                    <a:pt x="1" y="738"/>
                    <a:pt x="15" y="825"/>
                    <a:pt x="77" y="880"/>
                  </a:cubicBezTo>
                  <a:lnTo>
                    <a:pt x="1156" y="1803"/>
                  </a:lnTo>
                  <a:cubicBezTo>
                    <a:pt x="1239" y="1873"/>
                    <a:pt x="1340" y="1908"/>
                    <a:pt x="1441" y="1908"/>
                  </a:cubicBezTo>
                  <a:cubicBezTo>
                    <a:pt x="1569" y="1908"/>
                    <a:pt x="1696" y="1853"/>
                    <a:pt x="1783" y="1745"/>
                  </a:cubicBezTo>
                  <a:lnTo>
                    <a:pt x="2369" y="1006"/>
                  </a:lnTo>
                  <a:lnTo>
                    <a:pt x="609" y="29"/>
                  </a:lnTo>
                  <a:cubicBezTo>
                    <a:pt x="575" y="9"/>
                    <a:pt x="539" y="0"/>
                    <a:pt x="50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2"/>
            <p:cNvSpPr/>
            <p:nvPr/>
          </p:nvSpPr>
          <p:spPr>
            <a:xfrm>
              <a:off x="5048232" y="3125228"/>
              <a:ext cx="62109" cy="50023"/>
            </a:xfrm>
            <a:custGeom>
              <a:rect b="b" l="l" r="r" t="t"/>
              <a:pathLst>
                <a:path extrusionOk="0" h="1908" w="2369">
                  <a:moveTo>
                    <a:pt x="1867" y="0"/>
                  </a:moveTo>
                  <a:cubicBezTo>
                    <a:pt x="1831" y="0"/>
                    <a:pt x="1794" y="9"/>
                    <a:pt x="1761" y="29"/>
                  </a:cubicBezTo>
                  <a:lnTo>
                    <a:pt x="0" y="1006"/>
                  </a:lnTo>
                  <a:lnTo>
                    <a:pt x="587" y="1745"/>
                  </a:lnTo>
                  <a:cubicBezTo>
                    <a:pt x="674" y="1853"/>
                    <a:pt x="801" y="1908"/>
                    <a:pt x="928" y="1908"/>
                  </a:cubicBezTo>
                  <a:cubicBezTo>
                    <a:pt x="1028" y="1908"/>
                    <a:pt x="1129" y="1873"/>
                    <a:pt x="1210" y="1803"/>
                  </a:cubicBezTo>
                  <a:lnTo>
                    <a:pt x="2289" y="880"/>
                  </a:lnTo>
                  <a:cubicBezTo>
                    <a:pt x="2351" y="825"/>
                    <a:pt x="2369" y="738"/>
                    <a:pt x="2333" y="666"/>
                  </a:cubicBezTo>
                  <a:lnTo>
                    <a:pt x="2061" y="119"/>
                  </a:lnTo>
                  <a:cubicBezTo>
                    <a:pt x="2024" y="44"/>
                    <a:pt x="1947" y="0"/>
                    <a:pt x="186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2"/>
            <p:cNvSpPr/>
            <p:nvPr/>
          </p:nvSpPr>
          <p:spPr>
            <a:xfrm>
              <a:off x="5022487" y="3052081"/>
              <a:ext cx="51413" cy="22914"/>
            </a:xfrm>
            <a:custGeom>
              <a:rect b="b" l="l" r="r" t="t"/>
              <a:pathLst>
                <a:path extrusionOk="0" h="874" w="1961">
                  <a:moveTo>
                    <a:pt x="1" y="1"/>
                  </a:moveTo>
                  <a:cubicBezTo>
                    <a:pt x="1" y="483"/>
                    <a:pt x="439" y="874"/>
                    <a:pt x="982" y="874"/>
                  </a:cubicBezTo>
                  <a:cubicBezTo>
                    <a:pt x="1522" y="874"/>
                    <a:pt x="1960" y="483"/>
                    <a:pt x="1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2"/>
            <p:cNvSpPr/>
            <p:nvPr/>
          </p:nvSpPr>
          <p:spPr>
            <a:xfrm>
              <a:off x="4953273" y="2945927"/>
              <a:ext cx="189841" cy="71443"/>
            </a:xfrm>
            <a:custGeom>
              <a:rect b="b" l="l" r="r" t="t"/>
              <a:pathLst>
                <a:path extrusionOk="0" h="2725" w="7241">
                  <a:moveTo>
                    <a:pt x="1178" y="1"/>
                  </a:moveTo>
                  <a:cubicBezTo>
                    <a:pt x="515" y="1"/>
                    <a:pt x="1" y="374"/>
                    <a:pt x="102" y="1033"/>
                  </a:cubicBezTo>
                  <a:lnTo>
                    <a:pt x="352" y="2724"/>
                  </a:lnTo>
                  <a:lnTo>
                    <a:pt x="841" y="2663"/>
                  </a:lnTo>
                  <a:cubicBezTo>
                    <a:pt x="1058" y="2634"/>
                    <a:pt x="1225" y="2449"/>
                    <a:pt x="1225" y="2228"/>
                  </a:cubicBezTo>
                  <a:lnTo>
                    <a:pt x="1225" y="653"/>
                  </a:lnTo>
                  <a:lnTo>
                    <a:pt x="6020" y="653"/>
                  </a:lnTo>
                  <a:lnTo>
                    <a:pt x="6020" y="2228"/>
                  </a:lnTo>
                  <a:cubicBezTo>
                    <a:pt x="6020" y="2449"/>
                    <a:pt x="6183" y="2634"/>
                    <a:pt x="6400" y="2663"/>
                  </a:cubicBezTo>
                  <a:lnTo>
                    <a:pt x="6889" y="2724"/>
                  </a:lnTo>
                  <a:lnTo>
                    <a:pt x="7143" y="1033"/>
                  </a:lnTo>
                  <a:cubicBezTo>
                    <a:pt x="7240" y="374"/>
                    <a:pt x="6730" y="1"/>
                    <a:pt x="6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2"/>
            <p:cNvSpPr/>
            <p:nvPr/>
          </p:nvSpPr>
          <p:spPr>
            <a:xfrm>
              <a:off x="4945302" y="3203068"/>
              <a:ext cx="17199" cy="51386"/>
            </a:xfrm>
            <a:custGeom>
              <a:rect b="b" l="l" r="r" t="t"/>
              <a:pathLst>
                <a:path extrusionOk="0" h="1960" w="656">
                  <a:moveTo>
                    <a:pt x="656" y="0"/>
                  </a:moveTo>
                  <a:cubicBezTo>
                    <a:pt x="294" y="0"/>
                    <a:pt x="4" y="290"/>
                    <a:pt x="0" y="652"/>
                  </a:cubicBezTo>
                  <a:lnTo>
                    <a:pt x="0" y="1960"/>
                  </a:lnTo>
                  <a:lnTo>
                    <a:pt x="656" y="1960"/>
                  </a:lnTo>
                  <a:lnTo>
                    <a:pt x="656"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2"/>
            <p:cNvSpPr/>
            <p:nvPr/>
          </p:nvSpPr>
          <p:spPr>
            <a:xfrm>
              <a:off x="5133885" y="3203068"/>
              <a:ext cx="17199" cy="51386"/>
            </a:xfrm>
            <a:custGeom>
              <a:rect b="b" l="l" r="r" t="t"/>
              <a:pathLst>
                <a:path extrusionOk="0" h="1960" w="656">
                  <a:moveTo>
                    <a:pt x="0" y="0"/>
                  </a:moveTo>
                  <a:lnTo>
                    <a:pt x="0" y="1960"/>
                  </a:lnTo>
                  <a:lnTo>
                    <a:pt x="656" y="1960"/>
                  </a:lnTo>
                  <a:lnTo>
                    <a:pt x="656" y="652"/>
                  </a:lnTo>
                  <a:cubicBezTo>
                    <a:pt x="656" y="290"/>
                    <a:pt x="362"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2"/>
            <p:cNvSpPr/>
            <p:nvPr/>
          </p:nvSpPr>
          <p:spPr>
            <a:xfrm>
              <a:off x="4962475" y="3146936"/>
              <a:ext cx="22914" cy="107518"/>
            </a:xfrm>
            <a:custGeom>
              <a:rect b="b" l="l" r="r" t="t"/>
              <a:pathLst>
                <a:path extrusionOk="0" h="4101" w="874">
                  <a:moveTo>
                    <a:pt x="874" y="1"/>
                  </a:moveTo>
                  <a:lnTo>
                    <a:pt x="1" y="254"/>
                  </a:lnTo>
                  <a:lnTo>
                    <a:pt x="1" y="4101"/>
                  </a:lnTo>
                  <a:lnTo>
                    <a:pt x="874" y="4101"/>
                  </a:lnTo>
                  <a:lnTo>
                    <a:pt x="8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2"/>
            <p:cNvSpPr/>
            <p:nvPr/>
          </p:nvSpPr>
          <p:spPr>
            <a:xfrm>
              <a:off x="5111076" y="3146936"/>
              <a:ext cx="22835" cy="107518"/>
            </a:xfrm>
            <a:custGeom>
              <a:rect b="b" l="l" r="r" t="t"/>
              <a:pathLst>
                <a:path extrusionOk="0" h="4101" w="871">
                  <a:moveTo>
                    <a:pt x="1" y="1"/>
                  </a:moveTo>
                  <a:lnTo>
                    <a:pt x="1" y="4101"/>
                  </a:lnTo>
                  <a:lnTo>
                    <a:pt x="870" y="4101"/>
                  </a:lnTo>
                  <a:lnTo>
                    <a:pt x="870" y="254"/>
                  </a:lnTo>
                  <a:lnTo>
                    <a:pt x="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2"/>
            <p:cNvSpPr/>
            <p:nvPr/>
          </p:nvSpPr>
          <p:spPr>
            <a:xfrm>
              <a:off x="4985363" y="2900177"/>
              <a:ext cx="154342" cy="62870"/>
            </a:xfrm>
            <a:custGeom>
              <a:rect b="b" l="l" r="r" t="t"/>
              <a:pathLst>
                <a:path extrusionOk="0" h="2398" w="5887">
                  <a:moveTo>
                    <a:pt x="5231" y="0"/>
                  </a:moveTo>
                  <a:cubicBezTo>
                    <a:pt x="5230" y="0"/>
                    <a:pt x="4796" y="438"/>
                    <a:pt x="3706" y="438"/>
                  </a:cubicBezTo>
                  <a:lnTo>
                    <a:pt x="1743" y="438"/>
                  </a:lnTo>
                  <a:cubicBezTo>
                    <a:pt x="779" y="438"/>
                    <a:pt x="1" y="1217"/>
                    <a:pt x="1" y="2180"/>
                  </a:cubicBezTo>
                  <a:lnTo>
                    <a:pt x="1" y="2398"/>
                  </a:lnTo>
                  <a:lnTo>
                    <a:pt x="4140" y="2398"/>
                  </a:lnTo>
                  <a:cubicBezTo>
                    <a:pt x="5013" y="2398"/>
                    <a:pt x="5886" y="1525"/>
                    <a:pt x="5231"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2"/>
            <p:cNvSpPr/>
            <p:nvPr/>
          </p:nvSpPr>
          <p:spPr>
            <a:xfrm>
              <a:off x="5019367" y="2900177"/>
              <a:ext cx="110349" cy="40087"/>
            </a:xfrm>
            <a:custGeom>
              <a:rect b="b" l="l" r="r" t="t"/>
              <a:pathLst>
                <a:path extrusionOk="0" h="1529" w="4209">
                  <a:moveTo>
                    <a:pt x="3934" y="0"/>
                  </a:moveTo>
                  <a:cubicBezTo>
                    <a:pt x="3934" y="0"/>
                    <a:pt x="3499" y="438"/>
                    <a:pt x="2409" y="438"/>
                  </a:cubicBezTo>
                  <a:lnTo>
                    <a:pt x="446" y="438"/>
                  </a:lnTo>
                  <a:cubicBezTo>
                    <a:pt x="326" y="438"/>
                    <a:pt x="203" y="449"/>
                    <a:pt x="87" y="475"/>
                  </a:cubicBezTo>
                  <a:cubicBezTo>
                    <a:pt x="29" y="634"/>
                    <a:pt x="0" y="804"/>
                    <a:pt x="0" y="974"/>
                  </a:cubicBezTo>
                  <a:lnTo>
                    <a:pt x="0" y="982"/>
                  </a:lnTo>
                  <a:cubicBezTo>
                    <a:pt x="4" y="1289"/>
                    <a:pt x="276" y="1528"/>
                    <a:pt x="587" y="1528"/>
                  </a:cubicBezTo>
                  <a:lnTo>
                    <a:pt x="4071" y="1528"/>
                  </a:lnTo>
                  <a:cubicBezTo>
                    <a:pt x="4209" y="1137"/>
                    <a:pt x="4202" y="623"/>
                    <a:pt x="393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2"/>
            <p:cNvSpPr/>
            <p:nvPr/>
          </p:nvSpPr>
          <p:spPr>
            <a:xfrm>
              <a:off x="4905793" y="2894802"/>
              <a:ext cx="284879" cy="365105"/>
            </a:xfrm>
            <a:custGeom>
              <a:rect b="b" l="l" r="r" t="t"/>
              <a:pathLst>
                <a:path extrusionOk="0" h="13926" w="10866">
                  <a:moveTo>
                    <a:pt x="2851" y="2150"/>
                  </a:moveTo>
                  <a:cubicBezTo>
                    <a:pt x="2840" y="2230"/>
                    <a:pt x="2837" y="2306"/>
                    <a:pt x="2837" y="2382"/>
                  </a:cubicBezTo>
                  <a:lnTo>
                    <a:pt x="2837" y="4127"/>
                  </a:lnTo>
                  <a:cubicBezTo>
                    <a:pt x="2833" y="4254"/>
                    <a:pt x="2732" y="4359"/>
                    <a:pt x="2605" y="4359"/>
                  </a:cubicBezTo>
                  <a:lnTo>
                    <a:pt x="2340" y="4359"/>
                  </a:lnTo>
                  <a:lnTo>
                    <a:pt x="2101" y="2929"/>
                  </a:lnTo>
                  <a:cubicBezTo>
                    <a:pt x="2069" y="2737"/>
                    <a:pt x="2123" y="2541"/>
                    <a:pt x="2246" y="2389"/>
                  </a:cubicBezTo>
                  <a:lnTo>
                    <a:pt x="2250" y="2389"/>
                  </a:lnTo>
                  <a:cubicBezTo>
                    <a:pt x="2377" y="2237"/>
                    <a:pt x="2561" y="2150"/>
                    <a:pt x="2761" y="2150"/>
                  </a:cubicBezTo>
                  <a:close/>
                  <a:moveTo>
                    <a:pt x="8381" y="2212"/>
                  </a:moveTo>
                  <a:cubicBezTo>
                    <a:pt x="8660" y="2338"/>
                    <a:pt x="8816" y="2632"/>
                    <a:pt x="8765" y="2932"/>
                  </a:cubicBezTo>
                  <a:lnTo>
                    <a:pt x="8769" y="2932"/>
                  </a:lnTo>
                  <a:lnTo>
                    <a:pt x="8530" y="4359"/>
                  </a:lnTo>
                  <a:lnTo>
                    <a:pt x="8266" y="4359"/>
                  </a:lnTo>
                  <a:cubicBezTo>
                    <a:pt x="8139" y="4359"/>
                    <a:pt x="8034" y="4258"/>
                    <a:pt x="8034" y="4131"/>
                  </a:cubicBezTo>
                  <a:lnTo>
                    <a:pt x="8034" y="2545"/>
                  </a:lnTo>
                  <a:cubicBezTo>
                    <a:pt x="8168" y="2454"/>
                    <a:pt x="8284" y="2342"/>
                    <a:pt x="8381" y="2212"/>
                  </a:cubicBezTo>
                  <a:close/>
                  <a:moveTo>
                    <a:pt x="8171" y="520"/>
                  </a:moveTo>
                  <a:lnTo>
                    <a:pt x="8171" y="520"/>
                  </a:lnTo>
                  <a:cubicBezTo>
                    <a:pt x="8352" y="1067"/>
                    <a:pt x="8331" y="1556"/>
                    <a:pt x="8095" y="1911"/>
                  </a:cubicBezTo>
                  <a:cubicBezTo>
                    <a:pt x="7893" y="2219"/>
                    <a:pt x="7548" y="2400"/>
                    <a:pt x="7179" y="2400"/>
                  </a:cubicBezTo>
                  <a:lnTo>
                    <a:pt x="3909" y="2400"/>
                  </a:lnTo>
                  <a:cubicBezTo>
                    <a:pt x="3637" y="2400"/>
                    <a:pt x="3637" y="2805"/>
                    <a:pt x="3909" y="2805"/>
                  </a:cubicBezTo>
                  <a:lnTo>
                    <a:pt x="7179" y="2805"/>
                  </a:lnTo>
                  <a:cubicBezTo>
                    <a:pt x="7331" y="2805"/>
                    <a:pt x="7483" y="2784"/>
                    <a:pt x="7628" y="2737"/>
                  </a:cubicBezTo>
                  <a:lnTo>
                    <a:pt x="7628" y="4127"/>
                  </a:lnTo>
                  <a:cubicBezTo>
                    <a:pt x="7628" y="4482"/>
                    <a:pt x="7914" y="4768"/>
                    <a:pt x="8269" y="4768"/>
                  </a:cubicBezTo>
                  <a:lnTo>
                    <a:pt x="8595" y="4768"/>
                  </a:lnTo>
                  <a:cubicBezTo>
                    <a:pt x="8798" y="4768"/>
                    <a:pt x="8954" y="4942"/>
                    <a:pt x="8936" y="5145"/>
                  </a:cubicBezTo>
                  <a:cubicBezTo>
                    <a:pt x="8917" y="5315"/>
                    <a:pt x="8754" y="5449"/>
                    <a:pt x="8563" y="5449"/>
                  </a:cubicBezTo>
                  <a:lnTo>
                    <a:pt x="8472" y="5449"/>
                  </a:lnTo>
                  <a:lnTo>
                    <a:pt x="8472" y="5438"/>
                  </a:lnTo>
                  <a:cubicBezTo>
                    <a:pt x="8472" y="5326"/>
                    <a:pt x="8381" y="5236"/>
                    <a:pt x="8269" y="5236"/>
                  </a:cubicBezTo>
                  <a:cubicBezTo>
                    <a:pt x="8157" y="5236"/>
                    <a:pt x="8066" y="5326"/>
                    <a:pt x="8066" y="5438"/>
                  </a:cubicBezTo>
                  <a:cubicBezTo>
                    <a:pt x="8066" y="6891"/>
                    <a:pt x="6889" y="8068"/>
                    <a:pt x="5437" y="8068"/>
                  </a:cubicBezTo>
                  <a:cubicBezTo>
                    <a:pt x="3985" y="8068"/>
                    <a:pt x="2808" y="6891"/>
                    <a:pt x="2808" y="5438"/>
                  </a:cubicBezTo>
                  <a:lnTo>
                    <a:pt x="2804" y="5435"/>
                  </a:lnTo>
                  <a:cubicBezTo>
                    <a:pt x="2804" y="5299"/>
                    <a:pt x="2703" y="5231"/>
                    <a:pt x="2601" y="5231"/>
                  </a:cubicBezTo>
                  <a:cubicBezTo>
                    <a:pt x="2500" y="5231"/>
                    <a:pt x="2398" y="5299"/>
                    <a:pt x="2398" y="5435"/>
                  </a:cubicBezTo>
                  <a:lnTo>
                    <a:pt x="2398" y="5449"/>
                  </a:lnTo>
                  <a:lnTo>
                    <a:pt x="2275" y="5449"/>
                  </a:lnTo>
                  <a:cubicBezTo>
                    <a:pt x="2072" y="5449"/>
                    <a:pt x="1913" y="5272"/>
                    <a:pt x="1935" y="5073"/>
                  </a:cubicBezTo>
                  <a:cubicBezTo>
                    <a:pt x="1953" y="4902"/>
                    <a:pt x="2116" y="4768"/>
                    <a:pt x="2308" y="4768"/>
                  </a:cubicBezTo>
                  <a:lnTo>
                    <a:pt x="2601" y="4768"/>
                  </a:lnTo>
                  <a:cubicBezTo>
                    <a:pt x="2956" y="4765"/>
                    <a:pt x="3242" y="4479"/>
                    <a:pt x="3242" y="4127"/>
                  </a:cubicBezTo>
                  <a:lnTo>
                    <a:pt x="3242" y="2382"/>
                  </a:lnTo>
                  <a:cubicBezTo>
                    <a:pt x="3242" y="1534"/>
                    <a:pt x="3930" y="843"/>
                    <a:pt x="4781" y="843"/>
                  </a:cubicBezTo>
                  <a:lnTo>
                    <a:pt x="6741" y="843"/>
                  </a:lnTo>
                  <a:cubicBezTo>
                    <a:pt x="7458" y="843"/>
                    <a:pt x="7918" y="661"/>
                    <a:pt x="8171" y="520"/>
                  </a:cubicBezTo>
                  <a:close/>
                  <a:moveTo>
                    <a:pt x="6755" y="8169"/>
                  </a:moveTo>
                  <a:lnTo>
                    <a:pt x="6755" y="8825"/>
                  </a:lnTo>
                  <a:lnTo>
                    <a:pt x="5433" y="9560"/>
                  </a:lnTo>
                  <a:lnTo>
                    <a:pt x="4111" y="8825"/>
                  </a:lnTo>
                  <a:lnTo>
                    <a:pt x="4111" y="8169"/>
                  </a:lnTo>
                  <a:cubicBezTo>
                    <a:pt x="4524" y="8368"/>
                    <a:pt x="4973" y="8473"/>
                    <a:pt x="5433" y="8473"/>
                  </a:cubicBezTo>
                  <a:cubicBezTo>
                    <a:pt x="5893" y="8473"/>
                    <a:pt x="6346" y="8368"/>
                    <a:pt x="6755" y="8169"/>
                  </a:cubicBezTo>
                  <a:close/>
                  <a:moveTo>
                    <a:pt x="3564" y="8991"/>
                  </a:moveTo>
                  <a:cubicBezTo>
                    <a:pt x="3566" y="8991"/>
                    <a:pt x="3569" y="8992"/>
                    <a:pt x="3572" y="8995"/>
                  </a:cubicBezTo>
                  <a:lnTo>
                    <a:pt x="5126" y="9853"/>
                  </a:lnTo>
                  <a:lnTo>
                    <a:pt x="4684" y="10404"/>
                  </a:lnTo>
                  <a:cubicBezTo>
                    <a:pt x="4639" y="10461"/>
                    <a:pt x="4571" y="10491"/>
                    <a:pt x="4503" y="10491"/>
                  </a:cubicBezTo>
                  <a:cubicBezTo>
                    <a:pt x="4450" y="10491"/>
                    <a:pt x="4397" y="10473"/>
                    <a:pt x="4354" y="10436"/>
                  </a:cubicBezTo>
                  <a:lnTo>
                    <a:pt x="3289" y="9524"/>
                  </a:lnTo>
                  <a:lnTo>
                    <a:pt x="3554" y="8999"/>
                  </a:lnTo>
                  <a:cubicBezTo>
                    <a:pt x="3556" y="8994"/>
                    <a:pt x="3560" y="8991"/>
                    <a:pt x="3564" y="8991"/>
                  </a:cubicBezTo>
                  <a:close/>
                  <a:moveTo>
                    <a:pt x="7306" y="8995"/>
                  </a:moveTo>
                  <a:cubicBezTo>
                    <a:pt x="7309" y="8995"/>
                    <a:pt x="7313" y="8999"/>
                    <a:pt x="7317" y="9002"/>
                  </a:cubicBezTo>
                  <a:lnTo>
                    <a:pt x="7577" y="9527"/>
                  </a:lnTo>
                  <a:lnTo>
                    <a:pt x="6516" y="10436"/>
                  </a:lnTo>
                  <a:cubicBezTo>
                    <a:pt x="6472" y="10473"/>
                    <a:pt x="6419" y="10491"/>
                    <a:pt x="6366" y="10491"/>
                  </a:cubicBezTo>
                  <a:cubicBezTo>
                    <a:pt x="6298" y="10491"/>
                    <a:pt x="6230" y="10461"/>
                    <a:pt x="6183" y="10404"/>
                  </a:cubicBezTo>
                  <a:lnTo>
                    <a:pt x="5745" y="9853"/>
                  </a:lnTo>
                  <a:lnTo>
                    <a:pt x="7295" y="8995"/>
                  </a:lnTo>
                  <a:close/>
                  <a:moveTo>
                    <a:pt x="8267" y="1"/>
                  </a:moveTo>
                  <a:cubicBezTo>
                    <a:pt x="8216" y="1"/>
                    <a:pt x="8165" y="20"/>
                    <a:pt x="8124" y="60"/>
                  </a:cubicBezTo>
                  <a:cubicBezTo>
                    <a:pt x="8121" y="64"/>
                    <a:pt x="7719" y="437"/>
                    <a:pt x="6741" y="437"/>
                  </a:cubicBezTo>
                  <a:lnTo>
                    <a:pt x="4778" y="437"/>
                  </a:lnTo>
                  <a:cubicBezTo>
                    <a:pt x="3952" y="437"/>
                    <a:pt x="3213" y="962"/>
                    <a:pt x="2942" y="1744"/>
                  </a:cubicBezTo>
                  <a:lnTo>
                    <a:pt x="2761" y="1744"/>
                  </a:lnTo>
                  <a:cubicBezTo>
                    <a:pt x="2094" y="1744"/>
                    <a:pt x="1587" y="2342"/>
                    <a:pt x="1699" y="2997"/>
                  </a:cubicBezTo>
                  <a:lnTo>
                    <a:pt x="1938" y="4450"/>
                  </a:lnTo>
                  <a:cubicBezTo>
                    <a:pt x="1631" y="4602"/>
                    <a:pt x="1468" y="4950"/>
                    <a:pt x="1547" y="5286"/>
                  </a:cubicBezTo>
                  <a:cubicBezTo>
                    <a:pt x="1627" y="5623"/>
                    <a:pt x="1928" y="5859"/>
                    <a:pt x="2275" y="5859"/>
                  </a:cubicBezTo>
                  <a:lnTo>
                    <a:pt x="2427" y="5859"/>
                  </a:lnTo>
                  <a:cubicBezTo>
                    <a:pt x="2547" y="6695"/>
                    <a:pt x="3010" y="7449"/>
                    <a:pt x="3706" y="7930"/>
                  </a:cubicBezTo>
                  <a:lnTo>
                    <a:pt x="3706" y="8611"/>
                  </a:lnTo>
                  <a:cubicBezTo>
                    <a:pt x="3659" y="8594"/>
                    <a:pt x="3612" y="8586"/>
                    <a:pt x="3565" y="8586"/>
                  </a:cubicBezTo>
                  <a:cubicBezTo>
                    <a:pt x="3410" y="8586"/>
                    <a:pt x="3263" y="8673"/>
                    <a:pt x="3188" y="8818"/>
                  </a:cubicBezTo>
                  <a:lnTo>
                    <a:pt x="2873" y="9451"/>
                  </a:lnTo>
                  <a:lnTo>
                    <a:pt x="1087" y="9980"/>
                  </a:lnTo>
                  <a:cubicBezTo>
                    <a:pt x="443" y="10168"/>
                    <a:pt x="4" y="10759"/>
                    <a:pt x="1" y="11429"/>
                  </a:cubicBezTo>
                  <a:lnTo>
                    <a:pt x="1" y="13718"/>
                  </a:lnTo>
                  <a:cubicBezTo>
                    <a:pt x="1" y="13854"/>
                    <a:pt x="102" y="13921"/>
                    <a:pt x="204" y="13921"/>
                  </a:cubicBezTo>
                  <a:cubicBezTo>
                    <a:pt x="305" y="13921"/>
                    <a:pt x="406" y="13854"/>
                    <a:pt x="406" y="13718"/>
                  </a:cubicBezTo>
                  <a:lnTo>
                    <a:pt x="406" y="11429"/>
                  </a:lnTo>
                  <a:cubicBezTo>
                    <a:pt x="410" y="10940"/>
                    <a:pt x="729" y="10509"/>
                    <a:pt x="1200" y="10368"/>
                  </a:cubicBezTo>
                  <a:lnTo>
                    <a:pt x="1960" y="10143"/>
                  </a:lnTo>
                  <a:lnTo>
                    <a:pt x="1960" y="13718"/>
                  </a:lnTo>
                  <a:cubicBezTo>
                    <a:pt x="1960" y="13854"/>
                    <a:pt x="2062" y="13921"/>
                    <a:pt x="2165" y="13921"/>
                  </a:cubicBezTo>
                  <a:cubicBezTo>
                    <a:pt x="2267" y="13921"/>
                    <a:pt x="2369" y="13854"/>
                    <a:pt x="2369" y="13718"/>
                  </a:cubicBezTo>
                  <a:lnTo>
                    <a:pt x="2369" y="10024"/>
                  </a:lnTo>
                  <a:lnTo>
                    <a:pt x="2833" y="9890"/>
                  </a:lnTo>
                  <a:lnTo>
                    <a:pt x="2833" y="13718"/>
                  </a:lnTo>
                  <a:cubicBezTo>
                    <a:pt x="2833" y="13854"/>
                    <a:pt x="2934" y="13921"/>
                    <a:pt x="3036" y="13921"/>
                  </a:cubicBezTo>
                  <a:cubicBezTo>
                    <a:pt x="3137" y="13921"/>
                    <a:pt x="3239" y="13854"/>
                    <a:pt x="3239" y="13718"/>
                  </a:cubicBezTo>
                  <a:lnTo>
                    <a:pt x="3239" y="10020"/>
                  </a:lnTo>
                  <a:lnTo>
                    <a:pt x="4086" y="10744"/>
                  </a:lnTo>
                  <a:cubicBezTo>
                    <a:pt x="4202" y="10846"/>
                    <a:pt x="4347" y="10900"/>
                    <a:pt x="4503" y="10900"/>
                  </a:cubicBezTo>
                  <a:cubicBezTo>
                    <a:pt x="4521" y="10900"/>
                    <a:pt x="4542" y="10896"/>
                    <a:pt x="4561" y="10896"/>
                  </a:cubicBezTo>
                  <a:cubicBezTo>
                    <a:pt x="4734" y="10882"/>
                    <a:pt x="4894" y="10795"/>
                    <a:pt x="5002" y="10657"/>
                  </a:cubicBezTo>
                  <a:lnTo>
                    <a:pt x="5433" y="10121"/>
                  </a:lnTo>
                  <a:lnTo>
                    <a:pt x="5864" y="10657"/>
                  </a:lnTo>
                  <a:cubicBezTo>
                    <a:pt x="5973" y="10795"/>
                    <a:pt x="6129" y="10882"/>
                    <a:pt x="6303" y="10896"/>
                  </a:cubicBezTo>
                  <a:cubicBezTo>
                    <a:pt x="6324" y="10896"/>
                    <a:pt x="6342" y="10900"/>
                    <a:pt x="6364" y="10900"/>
                  </a:cubicBezTo>
                  <a:cubicBezTo>
                    <a:pt x="6516" y="10900"/>
                    <a:pt x="6665" y="10846"/>
                    <a:pt x="6781" y="10744"/>
                  </a:cubicBezTo>
                  <a:lnTo>
                    <a:pt x="7845" y="9832"/>
                  </a:lnTo>
                  <a:lnTo>
                    <a:pt x="8497" y="10024"/>
                  </a:lnTo>
                  <a:lnTo>
                    <a:pt x="8497" y="13718"/>
                  </a:lnTo>
                  <a:cubicBezTo>
                    <a:pt x="8497" y="13854"/>
                    <a:pt x="8600" y="13921"/>
                    <a:pt x="8702" y="13921"/>
                  </a:cubicBezTo>
                  <a:cubicBezTo>
                    <a:pt x="8804" y="13921"/>
                    <a:pt x="8907" y="13854"/>
                    <a:pt x="8907" y="13718"/>
                  </a:cubicBezTo>
                  <a:lnTo>
                    <a:pt x="8907" y="10147"/>
                  </a:lnTo>
                  <a:lnTo>
                    <a:pt x="9667" y="10371"/>
                  </a:lnTo>
                  <a:cubicBezTo>
                    <a:pt x="10134" y="10512"/>
                    <a:pt x="10457" y="10940"/>
                    <a:pt x="10460" y="11429"/>
                  </a:cubicBezTo>
                  <a:lnTo>
                    <a:pt x="10460" y="13721"/>
                  </a:lnTo>
                  <a:cubicBezTo>
                    <a:pt x="10460" y="13857"/>
                    <a:pt x="10562" y="13925"/>
                    <a:pt x="10663" y="13925"/>
                  </a:cubicBezTo>
                  <a:cubicBezTo>
                    <a:pt x="10765" y="13925"/>
                    <a:pt x="10866" y="13857"/>
                    <a:pt x="10866" y="13721"/>
                  </a:cubicBezTo>
                  <a:lnTo>
                    <a:pt x="10866" y="11429"/>
                  </a:lnTo>
                  <a:cubicBezTo>
                    <a:pt x="10866" y="10759"/>
                    <a:pt x="10424" y="10172"/>
                    <a:pt x="9783" y="9976"/>
                  </a:cubicBezTo>
                  <a:lnTo>
                    <a:pt x="7998" y="9451"/>
                  </a:lnTo>
                  <a:lnTo>
                    <a:pt x="7679" y="8818"/>
                  </a:lnTo>
                  <a:cubicBezTo>
                    <a:pt x="7607" y="8673"/>
                    <a:pt x="7460" y="8586"/>
                    <a:pt x="7305" y="8586"/>
                  </a:cubicBezTo>
                  <a:cubicBezTo>
                    <a:pt x="7259" y="8586"/>
                    <a:pt x="7211" y="8594"/>
                    <a:pt x="7165" y="8611"/>
                  </a:cubicBezTo>
                  <a:lnTo>
                    <a:pt x="7165" y="7930"/>
                  </a:lnTo>
                  <a:cubicBezTo>
                    <a:pt x="7860" y="7449"/>
                    <a:pt x="8323" y="6695"/>
                    <a:pt x="8443" y="5859"/>
                  </a:cubicBezTo>
                  <a:lnTo>
                    <a:pt x="8563" y="5859"/>
                  </a:lnTo>
                  <a:cubicBezTo>
                    <a:pt x="8957" y="5859"/>
                    <a:pt x="9298" y="5562"/>
                    <a:pt x="9338" y="5185"/>
                  </a:cubicBezTo>
                  <a:cubicBezTo>
                    <a:pt x="9370" y="4877"/>
                    <a:pt x="9207" y="4580"/>
                    <a:pt x="8928" y="4439"/>
                  </a:cubicBezTo>
                  <a:lnTo>
                    <a:pt x="9171" y="2997"/>
                  </a:lnTo>
                  <a:cubicBezTo>
                    <a:pt x="9251" y="2527"/>
                    <a:pt x="9012" y="2059"/>
                    <a:pt x="8581" y="1853"/>
                  </a:cubicBezTo>
                  <a:cubicBezTo>
                    <a:pt x="8773" y="1368"/>
                    <a:pt x="8729" y="766"/>
                    <a:pt x="8454" y="125"/>
                  </a:cubicBezTo>
                  <a:cubicBezTo>
                    <a:pt x="8419" y="45"/>
                    <a:pt x="8343" y="1"/>
                    <a:pt x="8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2"/>
            <p:cNvSpPr/>
            <p:nvPr/>
          </p:nvSpPr>
          <p:spPr>
            <a:xfrm>
              <a:off x="5105675" y="3169169"/>
              <a:ext cx="10749" cy="90634"/>
            </a:xfrm>
            <a:custGeom>
              <a:rect b="b" l="l" r="r" t="t"/>
              <a:pathLst>
                <a:path extrusionOk="0" h="3457" w="410">
                  <a:moveTo>
                    <a:pt x="207" y="0"/>
                  </a:moveTo>
                  <a:cubicBezTo>
                    <a:pt x="95" y="0"/>
                    <a:pt x="1" y="91"/>
                    <a:pt x="1" y="203"/>
                  </a:cubicBezTo>
                  <a:lnTo>
                    <a:pt x="1" y="3253"/>
                  </a:lnTo>
                  <a:cubicBezTo>
                    <a:pt x="1" y="3389"/>
                    <a:pt x="103" y="3456"/>
                    <a:pt x="205" y="3456"/>
                  </a:cubicBezTo>
                  <a:cubicBezTo>
                    <a:pt x="307" y="3456"/>
                    <a:pt x="410" y="3389"/>
                    <a:pt x="410" y="3253"/>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2"/>
            <p:cNvSpPr/>
            <p:nvPr/>
          </p:nvSpPr>
          <p:spPr>
            <a:xfrm>
              <a:off x="5041206" y="3180547"/>
              <a:ext cx="12453" cy="10697"/>
            </a:xfrm>
            <a:custGeom>
              <a:rect b="b" l="l" r="r" t="t"/>
              <a:pathLst>
                <a:path extrusionOk="0" h="408" w="475">
                  <a:moveTo>
                    <a:pt x="275" y="1"/>
                  </a:moveTo>
                  <a:cubicBezTo>
                    <a:pt x="273" y="1"/>
                    <a:pt x="270" y="1"/>
                    <a:pt x="268" y="1"/>
                  </a:cubicBezTo>
                  <a:cubicBezTo>
                    <a:pt x="87" y="1"/>
                    <a:pt x="0" y="222"/>
                    <a:pt x="127" y="349"/>
                  </a:cubicBezTo>
                  <a:cubicBezTo>
                    <a:pt x="169" y="390"/>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2"/>
            <p:cNvSpPr/>
            <p:nvPr/>
          </p:nvSpPr>
          <p:spPr>
            <a:xfrm>
              <a:off x="5041206" y="3249106"/>
              <a:ext cx="12453" cy="10697"/>
            </a:xfrm>
            <a:custGeom>
              <a:rect b="b" l="l" r="r" t="t"/>
              <a:pathLst>
                <a:path extrusionOk="0" h="408" w="475">
                  <a:moveTo>
                    <a:pt x="275" y="1"/>
                  </a:moveTo>
                  <a:cubicBezTo>
                    <a:pt x="273" y="1"/>
                    <a:pt x="270" y="1"/>
                    <a:pt x="268" y="1"/>
                  </a:cubicBezTo>
                  <a:cubicBezTo>
                    <a:pt x="87" y="5"/>
                    <a:pt x="0" y="222"/>
                    <a:pt x="127" y="349"/>
                  </a:cubicBezTo>
                  <a:cubicBezTo>
                    <a:pt x="169" y="389"/>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2"/>
            <p:cNvSpPr/>
            <p:nvPr/>
          </p:nvSpPr>
          <p:spPr>
            <a:xfrm>
              <a:off x="5041206" y="3214840"/>
              <a:ext cx="12453" cy="10697"/>
            </a:xfrm>
            <a:custGeom>
              <a:rect b="b" l="l" r="r" t="t"/>
              <a:pathLst>
                <a:path extrusionOk="0" h="408" w="475">
                  <a:moveTo>
                    <a:pt x="275" y="0"/>
                  </a:moveTo>
                  <a:cubicBezTo>
                    <a:pt x="273" y="0"/>
                    <a:pt x="270"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2"/>
            <p:cNvSpPr/>
            <p:nvPr/>
          </p:nvSpPr>
          <p:spPr>
            <a:xfrm>
              <a:off x="5008539" y="3015324"/>
              <a:ext cx="10749" cy="16412"/>
            </a:xfrm>
            <a:custGeom>
              <a:rect b="b" l="l" r="r" t="t"/>
              <a:pathLst>
                <a:path extrusionOk="0" h="626" w="410">
                  <a:moveTo>
                    <a:pt x="205" y="0"/>
                  </a:moveTo>
                  <a:cubicBezTo>
                    <a:pt x="103" y="0"/>
                    <a:pt x="0" y="68"/>
                    <a:pt x="0" y="204"/>
                  </a:cubicBezTo>
                  <a:lnTo>
                    <a:pt x="0" y="421"/>
                  </a:lnTo>
                  <a:cubicBezTo>
                    <a:pt x="0" y="557"/>
                    <a:pt x="103" y="625"/>
                    <a:pt x="205" y="625"/>
                  </a:cubicBezTo>
                  <a:cubicBezTo>
                    <a:pt x="307" y="625"/>
                    <a:pt x="410" y="557"/>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2"/>
            <p:cNvSpPr/>
            <p:nvPr/>
          </p:nvSpPr>
          <p:spPr>
            <a:xfrm>
              <a:off x="5077176" y="3015351"/>
              <a:ext cx="10671" cy="16386"/>
            </a:xfrm>
            <a:custGeom>
              <a:rect b="b" l="l" r="r" t="t"/>
              <a:pathLst>
                <a:path extrusionOk="0" h="625"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2"/>
            <p:cNvSpPr/>
            <p:nvPr/>
          </p:nvSpPr>
          <p:spPr>
            <a:xfrm>
              <a:off x="5001041" y="2997680"/>
              <a:ext cx="23963" cy="10749"/>
            </a:xfrm>
            <a:custGeom>
              <a:rect b="b" l="l" r="r" t="t"/>
              <a:pathLst>
                <a:path extrusionOk="0" h="410" w="914">
                  <a:moveTo>
                    <a:pt x="272" y="1"/>
                  </a:moveTo>
                  <a:cubicBezTo>
                    <a:pt x="0" y="1"/>
                    <a:pt x="0" y="410"/>
                    <a:pt x="272" y="410"/>
                  </a:cubicBezTo>
                  <a:lnTo>
                    <a:pt x="710" y="410"/>
                  </a:lnTo>
                  <a:cubicBezTo>
                    <a:pt x="822" y="410"/>
                    <a:pt x="913" y="319"/>
                    <a:pt x="913" y="207"/>
                  </a:cubicBezTo>
                  <a:cubicBezTo>
                    <a:pt x="913" y="91"/>
                    <a:pt x="82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2"/>
            <p:cNvSpPr/>
            <p:nvPr/>
          </p:nvSpPr>
          <p:spPr>
            <a:xfrm>
              <a:off x="5069678" y="2997680"/>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2"/>
            <p:cNvSpPr/>
            <p:nvPr/>
          </p:nvSpPr>
          <p:spPr>
            <a:xfrm>
              <a:off x="5017191" y="3046785"/>
              <a:ext cx="62109" cy="33532"/>
            </a:xfrm>
            <a:custGeom>
              <a:rect b="b" l="l" r="r" t="t"/>
              <a:pathLst>
                <a:path extrusionOk="0" h="1279" w="2369">
                  <a:moveTo>
                    <a:pt x="1923" y="406"/>
                  </a:moveTo>
                  <a:cubicBezTo>
                    <a:pt x="1822" y="677"/>
                    <a:pt x="1528" y="869"/>
                    <a:pt x="1184" y="869"/>
                  </a:cubicBezTo>
                  <a:cubicBezTo>
                    <a:pt x="837" y="869"/>
                    <a:pt x="543" y="674"/>
                    <a:pt x="442" y="406"/>
                  </a:cubicBezTo>
                  <a:close/>
                  <a:moveTo>
                    <a:pt x="203" y="0"/>
                  </a:moveTo>
                  <a:cubicBezTo>
                    <a:pt x="91" y="0"/>
                    <a:pt x="0" y="91"/>
                    <a:pt x="0" y="203"/>
                  </a:cubicBezTo>
                  <a:cubicBezTo>
                    <a:pt x="0" y="797"/>
                    <a:pt x="529" y="1278"/>
                    <a:pt x="1184" y="1278"/>
                  </a:cubicBezTo>
                  <a:cubicBezTo>
                    <a:pt x="1836" y="1278"/>
                    <a:pt x="2369" y="797"/>
                    <a:pt x="2369" y="203"/>
                  </a:cubicBezTo>
                  <a:cubicBezTo>
                    <a:pt x="2369" y="91"/>
                    <a:pt x="2278" y="0"/>
                    <a:pt x="21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5" name="Google Shape;14085;p82"/>
          <p:cNvGrpSpPr/>
          <p:nvPr/>
        </p:nvGrpSpPr>
        <p:grpSpPr>
          <a:xfrm>
            <a:off x="8062013" y="3356598"/>
            <a:ext cx="273501" cy="364948"/>
            <a:chOff x="8062013" y="3356598"/>
            <a:chExt cx="273501" cy="364948"/>
          </a:xfrm>
        </p:grpSpPr>
        <p:sp>
          <p:nvSpPr>
            <p:cNvPr id="14086" name="Google Shape;14086;p82"/>
            <p:cNvSpPr/>
            <p:nvPr/>
          </p:nvSpPr>
          <p:spPr>
            <a:xfrm>
              <a:off x="8081571" y="3361920"/>
              <a:ext cx="234463" cy="302917"/>
            </a:xfrm>
            <a:custGeom>
              <a:rect b="b" l="l" r="r" t="t"/>
              <a:pathLst>
                <a:path extrusionOk="0" h="11554" w="8943">
                  <a:moveTo>
                    <a:pt x="4470" y="0"/>
                  </a:moveTo>
                  <a:cubicBezTo>
                    <a:pt x="2268" y="0"/>
                    <a:pt x="450" y="1717"/>
                    <a:pt x="327" y="3916"/>
                  </a:cubicBezTo>
                  <a:lnTo>
                    <a:pt x="128" y="7407"/>
                  </a:lnTo>
                  <a:cubicBezTo>
                    <a:pt x="1" y="9656"/>
                    <a:pt x="1794" y="11550"/>
                    <a:pt x="4046" y="11554"/>
                  </a:cubicBezTo>
                  <a:lnTo>
                    <a:pt x="4897" y="11554"/>
                  </a:lnTo>
                  <a:cubicBezTo>
                    <a:pt x="7150" y="11550"/>
                    <a:pt x="8943" y="9656"/>
                    <a:pt x="8812" y="7407"/>
                  </a:cubicBezTo>
                  <a:lnTo>
                    <a:pt x="8617" y="3919"/>
                  </a:lnTo>
                  <a:cubicBezTo>
                    <a:pt x="8494" y="1721"/>
                    <a:pt x="6672" y="0"/>
                    <a:pt x="447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2"/>
            <p:cNvSpPr/>
            <p:nvPr/>
          </p:nvSpPr>
          <p:spPr>
            <a:xfrm>
              <a:off x="8164471" y="3361867"/>
              <a:ext cx="151091" cy="301265"/>
            </a:xfrm>
            <a:custGeom>
              <a:rect b="b" l="l" r="r" t="t"/>
              <a:pathLst>
                <a:path extrusionOk="0" h="11491" w="5763">
                  <a:moveTo>
                    <a:pt x="1309" y="0"/>
                  </a:moveTo>
                  <a:cubicBezTo>
                    <a:pt x="867" y="0"/>
                    <a:pt x="425" y="73"/>
                    <a:pt x="1" y="216"/>
                  </a:cubicBezTo>
                  <a:lnTo>
                    <a:pt x="1" y="437"/>
                  </a:lnTo>
                  <a:cubicBezTo>
                    <a:pt x="1" y="1158"/>
                    <a:pt x="587" y="1745"/>
                    <a:pt x="1312" y="1745"/>
                  </a:cubicBezTo>
                  <a:lnTo>
                    <a:pt x="1746" y="1745"/>
                  </a:lnTo>
                  <a:cubicBezTo>
                    <a:pt x="2108" y="1745"/>
                    <a:pt x="2402" y="2038"/>
                    <a:pt x="2402" y="2396"/>
                  </a:cubicBezTo>
                  <a:lnTo>
                    <a:pt x="2402" y="11491"/>
                  </a:lnTo>
                  <a:cubicBezTo>
                    <a:pt x="4365" y="11154"/>
                    <a:pt x="5763" y="9397"/>
                    <a:pt x="5650" y="7409"/>
                  </a:cubicBezTo>
                  <a:lnTo>
                    <a:pt x="5462" y="4033"/>
                  </a:lnTo>
                  <a:cubicBezTo>
                    <a:pt x="5357" y="2204"/>
                    <a:pt x="4122" y="596"/>
                    <a:pt x="2347" y="136"/>
                  </a:cubicBezTo>
                  <a:cubicBezTo>
                    <a:pt x="2007" y="45"/>
                    <a:pt x="1658" y="0"/>
                    <a:pt x="130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2"/>
            <p:cNvSpPr/>
            <p:nvPr/>
          </p:nvSpPr>
          <p:spPr>
            <a:xfrm>
              <a:off x="8067335" y="3561881"/>
              <a:ext cx="262962" cy="154342"/>
            </a:xfrm>
            <a:custGeom>
              <a:rect b="b" l="l" r="r" t="t"/>
              <a:pathLst>
                <a:path extrusionOk="0" h="5887" w="10030">
                  <a:moveTo>
                    <a:pt x="3706" y="1"/>
                  </a:moveTo>
                  <a:lnTo>
                    <a:pt x="3706" y="1131"/>
                  </a:lnTo>
                  <a:cubicBezTo>
                    <a:pt x="3706" y="1500"/>
                    <a:pt x="3474" y="1830"/>
                    <a:pt x="3126" y="1953"/>
                  </a:cubicBezTo>
                  <a:lnTo>
                    <a:pt x="873" y="2746"/>
                  </a:lnTo>
                  <a:cubicBezTo>
                    <a:pt x="352" y="2931"/>
                    <a:pt x="1" y="3423"/>
                    <a:pt x="1" y="3977"/>
                  </a:cubicBezTo>
                  <a:lnTo>
                    <a:pt x="1" y="5886"/>
                  </a:lnTo>
                  <a:lnTo>
                    <a:pt x="10025" y="5886"/>
                  </a:lnTo>
                  <a:lnTo>
                    <a:pt x="10025" y="3977"/>
                  </a:lnTo>
                  <a:cubicBezTo>
                    <a:pt x="10029" y="3423"/>
                    <a:pt x="9678" y="2931"/>
                    <a:pt x="9156" y="2746"/>
                  </a:cubicBezTo>
                  <a:lnTo>
                    <a:pt x="6904" y="1953"/>
                  </a:lnTo>
                  <a:cubicBezTo>
                    <a:pt x="6556" y="1830"/>
                    <a:pt x="6320" y="1500"/>
                    <a:pt x="6320" y="1131"/>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2"/>
            <p:cNvSpPr/>
            <p:nvPr/>
          </p:nvSpPr>
          <p:spPr>
            <a:xfrm>
              <a:off x="8067335" y="3620765"/>
              <a:ext cx="262857" cy="95458"/>
            </a:xfrm>
            <a:custGeom>
              <a:rect b="b" l="l" r="r" t="t"/>
              <a:pathLst>
                <a:path extrusionOk="0" h="3641" w="10026">
                  <a:moveTo>
                    <a:pt x="2289" y="0"/>
                  </a:moveTo>
                  <a:lnTo>
                    <a:pt x="873" y="500"/>
                  </a:lnTo>
                  <a:cubicBezTo>
                    <a:pt x="352" y="685"/>
                    <a:pt x="1" y="1177"/>
                    <a:pt x="1" y="1731"/>
                  </a:cubicBezTo>
                  <a:lnTo>
                    <a:pt x="1" y="3640"/>
                  </a:lnTo>
                  <a:lnTo>
                    <a:pt x="10025" y="3640"/>
                  </a:lnTo>
                  <a:lnTo>
                    <a:pt x="10025" y="1731"/>
                  </a:lnTo>
                  <a:cubicBezTo>
                    <a:pt x="10025" y="1177"/>
                    <a:pt x="9678" y="685"/>
                    <a:pt x="9156" y="500"/>
                  </a:cubicBezTo>
                  <a:lnTo>
                    <a:pt x="7737" y="0"/>
                  </a:lnTo>
                  <a:cubicBezTo>
                    <a:pt x="7219" y="1032"/>
                    <a:pt x="6165" y="1681"/>
                    <a:pt x="5013" y="1681"/>
                  </a:cubicBezTo>
                  <a:cubicBezTo>
                    <a:pt x="3861" y="1681"/>
                    <a:pt x="2807" y="1032"/>
                    <a:pt x="228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2"/>
            <p:cNvSpPr/>
            <p:nvPr/>
          </p:nvSpPr>
          <p:spPr>
            <a:xfrm>
              <a:off x="8164471" y="3561881"/>
              <a:ext cx="68585" cy="28630"/>
            </a:xfrm>
            <a:custGeom>
              <a:rect b="b" l="l" r="r" t="t"/>
              <a:pathLst>
                <a:path extrusionOk="0" h="1092" w="2616">
                  <a:moveTo>
                    <a:pt x="1" y="1"/>
                  </a:moveTo>
                  <a:lnTo>
                    <a:pt x="1" y="812"/>
                  </a:lnTo>
                  <a:cubicBezTo>
                    <a:pt x="417" y="999"/>
                    <a:pt x="863" y="1092"/>
                    <a:pt x="1309" y="1092"/>
                  </a:cubicBezTo>
                  <a:cubicBezTo>
                    <a:pt x="1755" y="1092"/>
                    <a:pt x="2201" y="999"/>
                    <a:pt x="2615" y="812"/>
                  </a:cubicBezTo>
                  <a:lnTo>
                    <a:pt x="2615"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2"/>
            <p:cNvSpPr/>
            <p:nvPr/>
          </p:nvSpPr>
          <p:spPr>
            <a:xfrm>
              <a:off x="8101601" y="3424789"/>
              <a:ext cx="194298" cy="148627"/>
            </a:xfrm>
            <a:custGeom>
              <a:rect b="b" l="l" r="r" t="t"/>
              <a:pathLst>
                <a:path extrusionOk="0" h="5669" w="7411">
                  <a:moveTo>
                    <a:pt x="2619" y="0"/>
                  </a:moveTo>
                  <a:cubicBezTo>
                    <a:pt x="1776" y="0"/>
                    <a:pt x="1091" y="685"/>
                    <a:pt x="1091" y="1525"/>
                  </a:cubicBezTo>
                  <a:lnTo>
                    <a:pt x="1091" y="1666"/>
                  </a:lnTo>
                  <a:cubicBezTo>
                    <a:pt x="1091" y="1829"/>
                    <a:pt x="961" y="1959"/>
                    <a:pt x="798" y="1963"/>
                  </a:cubicBezTo>
                  <a:lnTo>
                    <a:pt x="548" y="1963"/>
                  </a:lnTo>
                  <a:cubicBezTo>
                    <a:pt x="247" y="1963"/>
                    <a:pt x="1" y="2206"/>
                    <a:pt x="1" y="2506"/>
                  </a:cubicBezTo>
                  <a:cubicBezTo>
                    <a:pt x="1" y="2807"/>
                    <a:pt x="247" y="3050"/>
                    <a:pt x="548" y="3050"/>
                  </a:cubicBezTo>
                  <a:lnTo>
                    <a:pt x="885" y="3050"/>
                  </a:lnTo>
                  <a:cubicBezTo>
                    <a:pt x="997" y="4527"/>
                    <a:pt x="2225" y="5668"/>
                    <a:pt x="3706" y="5668"/>
                  </a:cubicBezTo>
                  <a:cubicBezTo>
                    <a:pt x="5187" y="5668"/>
                    <a:pt x="6419" y="4527"/>
                    <a:pt x="6531" y="3050"/>
                  </a:cubicBezTo>
                  <a:lnTo>
                    <a:pt x="6868" y="3050"/>
                  </a:lnTo>
                  <a:cubicBezTo>
                    <a:pt x="7168" y="3050"/>
                    <a:pt x="7411" y="2807"/>
                    <a:pt x="7411" y="2506"/>
                  </a:cubicBezTo>
                  <a:cubicBezTo>
                    <a:pt x="7411" y="2206"/>
                    <a:pt x="7168" y="1963"/>
                    <a:pt x="6868" y="1963"/>
                  </a:cubicBezTo>
                  <a:lnTo>
                    <a:pt x="6618" y="1963"/>
                  </a:lnTo>
                  <a:cubicBezTo>
                    <a:pt x="6455" y="1959"/>
                    <a:pt x="6325" y="1829"/>
                    <a:pt x="6325" y="1666"/>
                  </a:cubicBezTo>
                  <a:lnTo>
                    <a:pt x="6325" y="1525"/>
                  </a:lnTo>
                  <a:cubicBezTo>
                    <a:pt x="6325" y="685"/>
                    <a:pt x="5640" y="0"/>
                    <a:pt x="4796"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2"/>
            <p:cNvSpPr/>
            <p:nvPr/>
          </p:nvSpPr>
          <p:spPr>
            <a:xfrm>
              <a:off x="8173122" y="3516210"/>
              <a:ext cx="51386" cy="22914"/>
            </a:xfrm>
            <a:custGeom>
              <a:rect b="b" l="l" r="r" t="t"/>
              <a:pathLst>
                <a:path extrusionOk="0" h="874" w="1960">
                  <a:moveTo>
                    <a:pt x="0" y="1"/>
                  </a:moveTo>
                  <a:cubicBezTo>
                    <a:pt x="0" y="482"/>
                    <a:pt x="438" y="874"/>
                    <a:pt x="978" y="874"/>
                  </a:cubicBezTo>
                  <a:cubicBezTo>
                    <a:pt x="1521" y="874"/>
                    <a:pt x="1959" y="482"/>
                    <a:pt x="19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82"/>
            <p:cNvSpPr/>
            <p:nvPr/>
          </p:nvSpPr>
          <p:spPr>
            <a:xfrm>
              <a:off x="8125459" y="3374504"/>
              <a:ext cx="63813" cy="28603"/>
            </a:xfrm>
            <a:custGeom>
              <a:rect b="b" l="l" r="r" t="t"/>
              <a:pathLst>
                <a:path extrusionOk="0" h="1091" w="2434">
                  <a:moveTo>
                    <a:pt x="662" y="1"/>
                  </a:moveTo>
                  <a:cubicBezTo>
                    <a:pt x="459" y="1"/>
                    <a:pt x="273" y="31"/>
                    <a:pt x="116" y="89"/>
                  </a:cubicBezTo>
                  <a:cubicBezTo>
                    <a:pt x="33" y="118"/>
                    <a:pt x="0" y="223"/>
                    <a:pt x="51" y="296"/>
                  </a:cubicBezTo>
                  <a:cubicBezTo>
                    <a:pt x="254" y="578"/>
                    <a:pt x="619" y="839"/>
                    <a:pt x="1083" y="980"/>
                  </a:cubicBezTo>
                  <a:cubicBezTo>
                    <a:pt x="1321" y="1055"/>
                    <a:pt x="1556" y="1090"/>
                    <a:pt x="1772" y="1090"/>
                  </a:cubicBezTo>
                  <a:cubicBezTo>
                    <a:pt x="1974" y="1090"/>
                    <a:pt x="2161" y="1059"/>
                    <a:pt x="2318" y="1002"/>
                  </a:cubicBezTo>
                  <a:cubicBezTo>
                    <a:pt x="2405" y="969"/>
                    <a:pt x="2434" y="868"/>
                    <a:pt x="2383" y="795"/>
                  </a:cubicBezTo>
                  <a:cubicBezTo>
                    <a:pt x="2180" y="513"/>
                    <a:pt x="1815" y="252"/>
                    <a:pt x="1355" y="111"/>
                  </a:cubicBezTo>
                  <a:cubicBezTo>
                    <a:pt x="1115" y="36"/>
                    <a:pt x="879" y="1"/>
                    <a:pt x="66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2"/>
            <p:cNvSpPr/>
            <p:nvPr/>
          </p:nvSpPr>
          <p:spPr>
            <a:xfrm>
              <a:off x="8208254" y="3374504"/>
              <a:ext cx="63918" cy="28603"/>
            </a:xfrm>
            <a:custGeom>
              <a:rect b="b" l="l" r="r" t="t"/>
              <a:pathLst>
                <a:path extrusionOk="0" h="1091" w="2438">
                  <a:moveTo>
                    <a:pt x="1774" y="1"/>
                  </a:moveTo>
                  <a:cubicBezTo>
                    <a:pt x="1558" y="1"/>
                    <a:pt x="1323" y="36"/>
                    <a:pt x="1083" y="111"/>
                  </a:cubicBezTo>
                  <a:cubicBezTo>
                    <a:pt x="623" y="252"/>
                    <a:pt x="254" y="513"/>
                    <a:pt x="55" y="795"/>
                  </a:cubicBezTo>
                  <a:cubicBezTo>
                    <a:pt x="0" y="868"/>
                    <a:pt x="33" y="969"/>
                    <a:pt x="116" y="1002"/>
                  </a:cubicBezTo>
                  <a:cubicBezTo>
                    <a:pt x="275" y="1059"/>
                    <a:pt x="462" y="1090"/>
                    <a:pt x="665" y="1090"/>
                  </a:cubicBezTo>
                  <a:cubicBezTo>
                    <a:pt x="882" y="1090"/>
                    <a:pt x="1117" y="1055"/>
                    <a:pt x="1355" y="980"/>
                  </a:cubicBezTo>
                  <a:cubicBezTo>
                    <a:pt x="1815" y="839"/>
                    <a:pt x="2184" y="578"/>
                    <a:pt x="2387" y="296"/>
                  </a:cubicBezTo>
                  <a:cubicBezTo>
                    <a:pt x="2438" y="223"/>
                    <a:pt x="2405" y="118"/>
                    <a:pt x="2322" y="89"/>
                  </a:cubicBezTo>
                  <a:cubicBezTo>
                    <a:pt x="2163" y="31"/>
                    <a:pt x="1976" y="1"/>
                    <a:pt x="177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2"/>
            <p:cNvSpPr/>
            <p:nvPr/>
          </p:nvSpPr>
          <p:spPr>
            <a:xfrm>
              <a:off x="8101706" y="3424789"/>
              <a:ext cx="125739" cy="148627"/>
            </a:xfrm>
            <a:custGeom>
              <a:rect b="b" l="l" r="r" t="t"/>
              <a:pathLst>
                <a:path extrusionOk="0" h="5669" w="4796">
                  <a:moveTo>
                    <a:pt x="2615" y="0"/>
                  </a:moveTo>
                  <a:cubicBezTo>
                    <a:pt x="1772" y="0"/>
                    <a:pt x="1091" y="681"/>
                    <a:pt x="1091" y="1525"/>
                  </a:cubicBezTo>
                  <a:lnTo>
                    <a:pt x="1091" y="1666"/>
                  </a:lnTo>
                  <a:cubicBezTo>
                    <a:pt x="1087" y="1827"/>
                    <a:pt x="957" y="1959"/>
                    <a:pt x="793" y="1959"/>
                  </a:cubicBezTo>
                  <a:cubicBezTo>
                    <a:pt x="791" y="1959"/>
                    <a:pt x="789" y="1959"/>
                    <a:pt x="787" y="1959"/>
                  </a:cubicBezTo>
                  <a:lnTo>
                    <a:pt x="544" y="1959"/>
                  </a:lnTo>
                  <a:cubicBezTo>
                    <a:pt x="243" y="1959"/>
                    <a:pt x="1" y="2206"/>
                    <a:pt x="1" y="2506"/>
                  </a:cubicBezTo>
                  <a:cubicBezTo>
                    <a:pt x="1" y="2807"/>
                    <a:pt x="243" y="3050"/>
                    <a:pt x="544" y="3050"/>
                  </a:cubicBezTo>
                  <a:lnTo>
                    <a:pt x="881" y="3050"/>
                  </a:lnTo>
                  <a:cubicBezTo>
                    <a:pt x="986" y="4546"/>
                    <a:pt x="2236" y="5669"/>
                    <a:pt x="3686" y="5669"/>
                  </a:cubicBezTo>
                  <a:cubicBezTo>
                    <a:pt x="3836" y="5669"/>
                    <a:pt x="3987" y="5657"/>
                    <a:pt x="4140" y="5632"/>
                  </a:cubicBezTo>
                  <a:cubicBezTo>
                    <a:pt x="2760" y="5418"/>
                    <a:pt x="1743" y="4230"/>
                    <a:pt x="1743" y="2832"/>
                  </a:cubicBezTo>
                  <a:lnTo>
                    <a:pt x="1743" y="1525"/>
                  </a:lnTo>
                  <a:cubicBezTo>
                    <a:pt x="1739" y="1043"/>
                    <a:pt x="2130" y="652"/>
                    <a:pt x="2615" y="652"/>
                  </a:cubicBezTo>
                  <a:lnTo>
                    <a:pt x="4140" y="652"/>
                  </a:lnTo>
                  <a:cubicBezTo>
                    <a:pt x="4502" y="652"/>
                    <a:pt x="4796" y="362"/>
                    <a:pt x="47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2"/>
            <p:cNvSpPr/>
            <p:nvPr/>
          </p:nvSpPr>
          <p:spPr>
            <a:xfrm>
              <a:off x="8187358" y="3384808"/>
              <a:ext cx="22914" cy="22809"/>
            </a:xfrm>
            <a:custGeom>
              <a:rect b="b" l="l" r="r" t="t"/>
              <a:pathLst>
                <a:path extrusionOk="0" h="870" w="874">
                  <a:moveTo>
                    <a:pt x="435" y="0"/>
                  </a:moveTo>
                  <a:cubicBezTo>
                    <a:pt x="196" y="0"/>
                    <a:pt x="0" y="196"/>
                    <a:pt x="0" y="435"/>
                  </a:cubicBezTo>
                  <a:cubicBezTo>
                    <a:pt x="0" y="674"/>
                    <a:pt x="196" y="870"/>
                    <a:pt x="435" y="870"/>
                  </a:cubicBezTo>
                  <a:cubicBezTo>
                    <a:pt x="678" y="870"/>
                    <a:pt x="873" y="674"/>
                    <a:pt x="873" y="435"/>
                  </a:cubicBezTo>
                  <a:cubicBezTo>
                    <a:pt x="873" y="196"/>
                    <a:pt x="678" y="0"/>
                    <a:pt x="43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2"/>
            <p:cNvSpPr/>
            <p:nvPr/>
          </p:nvSpPr>
          <p:spPr>
            <a:xfrm>
              <a:off x="8109597" y="3620765"/>
              <a:ext cx="178436" cy="61165"/>
            </a:xfrm>
            <a:custGeom>
              <a:rect b="b" l="l" r="r" t="t"/>
              <a:pathLst>
                <a:path extrusionOk="0" h="2333" w="6806">
                  <a:moveTo>
                    <a:pt x="677" y="0"/>
                  </a:moveTo>
                  <a:lnTo>
                    <a:pt x="0" y="239"/>
                  </a:lnTo>
                  <a:cubicBezTo>
                    <a:pt x="648" y="1521"/>
                    <a:pt x="1963" y="2333"/>
                    <a:pt x="3401" y="2333"/>
                  </a:cubicBezTo>
                  <a:cubicBezTo>
                    <a:pt x="4842" y="2333"/>
                    <a:pt x="6157" y="1521"/>
                    <a:pt x="6805" y="239"/>
                  </a:cubicBezTo>
                  <a:lnTo>
                    <a:pt x="6125" y="0"/>
                  </a:lnTo>
                  <a:cubicBezTo>
                    <a:pt x="5607" y="1029"/>
                    <a:pt x="4553" y="1677"/>
                    <a:pt x="3401" y="1677"/>
                  </a:cubicBezTo>
                  <a:cubicBezTo>
                    <a:pt x="2249" y="1677"/>
                    <a:pt x="1195" y="1029"/>
                    <a:pt x="67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2"/>
            <p:cNvSpPr/>
            <p:nvPr/>
          </p:nvSpPr>
          <p:spPr>
            <a:xfrm>
              <a:off x="8159253" y="3477172"/>
              <a:ext cx="10644" cy="16412"/>
            </a:xfrm>
            <a:custGeom>
              <a:rect b="b" l="l" r="r" t="t"/>
              <a:pathLst>
                <a:path extrusionOk="0" h="626" w="406">
                  <a:moveTo>
                    <a:pt x="203" y="0"/>
                  </a:moveTo>
                  <a:cubicBezTo>
                    <a:pt x="102" y="0"/>
                    <a:pt x="0" y="68"/>
                    <a:pt x="0" y="204"/>
                  </a:cubicBezTo>
                  <a:lnTo>
                    <a:pt x="0" y="421"/>
                  </a:lnTo>
                  <a:cubicBezTo>
                    <a:pt x="0" y="557"/>
                    <a:pt x="102" y="625"/>
                    <a:pt x="203" y="625"/>
                  </a:cubicBezTo>
                  <a:cubicBezTo>
                    <a:pt x="305" y="625"/>
                    <a:pt x="406" y="557"/>
                    <a:pt x="406" y="421"/>
                  </a:cubicBezTo>
                  <a:lnTo>
                    <a:pt x="406" y="418"/>
                  </a:ln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2"/>
            <p:cNvSpPr/>
            <p:nvPr/>
          </p:nvSpPr>
          <p:spPr>
            <a:xfrm>
              <a:off x="8227707" y="3477093"/>
              <a:ext cx="10749" cy="16386"/>
            </a:xfrm>
            <a:custGeom>
              <a:rect b="b" l="l" r="r" t="t"/>
              <a:pathLst>
                <a:path extrusionOk="0" h="625" w="410">
                  <a:moveTo>
                    <a:pt x="203" y="1"/>
                  </a:moveTo>
                  <a:cubicBezTo>
                    <a:pt x="91" y="1"/>
                    <a:pt x="1" y="91"/>
                    <a:pt x="1" y="203"/>
                  </a:cubicBezTo>
                  <a:lnTo>
                    <a:pt x="1" y="421"/>
                  </a:lnTo>
                  <a:cubicBezTo>
                    <a:pt x="1" y="557"/>
                    <a:pt x="103" y="624"/>
                    <a:pt x="205" y="624"/>
                  </a:cubicBezTo>
                  <a:cubicBezTo>
                    <a:pt x="308" y="624"/>
                    <a:pt x="410" y="557"/>
                    <a:pt x="410" y="421"/>
                  </a:cubicBezTo>
                  <a:lnTo>
                    <a:pt x="410" y="207"/>
                  </a:lnTo>
                  <a:cubicBezTo>
                    <a:pt x="410"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2"/>
            <p:cNvSpPr/>
            <p:nvPr/>
          </p:nvSpPr>
          <p:spPr>
            <a:xfrm>
              <a:off x="8062013" y="3356598"/>
              <a:ext cx="273501" cy="364948"/>
            </a:xfrm>
            <a:custGeom>
              <a:rect b="b" l="l" r="r" t="t"/>
              <a:pathLst>
                <a:path extrusionOk="0" h="13920" w="10432">
                  <a:moveTo>
                    <a:pt x="5191" y="406"/>
                  </a:moveTo>
                  <a:cubicBezTo>
                    <a:pt x="5647" y="406"/>
                    <a:pt x="6096" y="486"/>
                    <a:pt x="6520" y="649"/>
                  </a:cubicBezTo>
                  <a:cubicBezTo>
                    <a:pt x="6226" y="754"/>
                    <a:pt x="5958" y="921"/>
                    <a:pt x="5738" y="1134"/>
                  </a:cubicBezTo>
                  <a:cubicBezTo>
                    <a:pt x="5609" y="957"/>
                    <a:pt x="5413" y="868"/>
                    <a:pt x="5218" y="868"/>
                  </a:cubicBezTo>
                  <a:cubicBezTo>
                    <a:pt x="5022" y="868"/>
                    <a:pt x="4827" y="957"/>
                    <a:pt x="4698" y="1134"/>
                  </a:cubicBezTo>
                  <a:cubicBezTo>
                    <a:pt x="4466" y="910"/>
                    <a:pt x="4187" y="739"/>
                    <a:pt x="3883" y="638"/>
                  </a:cubicBezTo>
                  <a:cubicBezTo>
                    <a:pt x="4303" y="486"/>
                    <a:pt x="4745" y="410"/>
                    <a:pt x="5191" y="406"/>
                  </a:cubicBezTo>
                  <a:close/>
                  <a:moveTo>
                    <a:pt x="3054" y="896"/>
                  </a:moveTo>
                  <a:cubicBezTo>
                    <a:pt x="3244" y="896"/>
                    <a:pt x="3450" y="926"/>
                    <a:pt x="3655" y="989"/>
                  </a:cubicBezTo>
                  <a:cubicBezTo>
                    <a:pt x="3992" y="1094"/>
                    <a:pt x="4289" y="1279"/>
                    <a:pt x="4470" y="1489"/>
                  </a:cubicBezTo>
                  <a:cubicBezTo>
                    <a:pt x="4362" y="1516"/>
                    <a:pt x="4244" y="1530"/>
                    <a:pt x="4118" y="1530"/>
                  </a:cubicBezTo>
                  <a:cubicBezTo>
                    <a:pt x="3927" y="1530"/>
                    <a:pt x="3721" y="1498"/>
                    <a:pt x="3517" y="1435"/>
                  </a:cubicBezTo>
                  <a:cubicBezTo>
                    <a:pt x="3177" y="1330"/>
                    <a:pt x="2884" y="1149"/>
                    <a:pt x="2703" y="935"/>
                  </a:cubicBezTo>
                  <a:cubicBezTo>
                    <a:pt x="2809" y="909"/>
                    <a:pt x="2928" y="896"/>
                    <a:pt x="3054" y="896"/>
                  </a:cubicBezTo>
                  <a:close/>
                  <a:moveTo>
                    <a:pt x="7376" y="895"/>
                  </a:moveTo>
                  <a:cubicBezTo>
                    <a:pt x="7503" y="895"/>
                    <a:pt x="7623" y="909"/>
                    <a:pt x="7731" y="938"/>
                  </a:cubicBezTo>
                  <a:lnTo>
                    <a:pt x="7731" y="938"/>
                  </a:lnTo>
                  <a:cubicBezTo>
                    <a:pt x="7549" y="1147"/>
                    <a:pt x="7257" y="1327"/>
                    <a:pt x="6918" y="1435"/>
                  </a:cubicBezTo>
                  <a:cubicBezTo>
                    <a:pt x="6715" y="1498"/>
                    <a:pt x="6507" y="1530"/>
                    <a:pt x="6316" y="1530"/>
                  </a:cubicBezTo>
                  <a:cubicBezTo>
                    <a:pt x="6190" y="1530"/>
                    <a:pt x="6072" y="1516"/>
                    <a:pt x="5966" y="1489"/>
                  </a:cubicBezTo>
                  <a:cubicBezTo>
                    <a:pt x="6147" y="1279"/>
                    <a:pt x="6440" y="1098"/>
                    <a:pt x="6781" y="989"/>
                  </a:cubicBezTo>
                  <a:cubicBezTo>
                    <a:pt x="6982" y="927"/>
                    <a:pt x="7186" y="895"/>
                    <a:pt x="7376" y="895"/>
                  </a:cubicBezTo>
                  <a:close/>
                  <a:moveTo>
                    <a:pt x="5218" y="1278"/>
                  </a:moveTo>
                  <a:cubicBezTo>
                    <a:pt x="5276" y="1278"/>
                    <a:pt x="5334" y="1300"/>
                    <a:pt x="5383" y="1348"/>
                  </a:cubicBezTo>
                  <a:cubicBezTo>
                    <a:pt x="5527" y="1493"/>
                    <a:pt x="5422" y="1743"/>
                    <a:pt x="5216" y="1743"/>
                  </a:cubicBezTo>
                  <a:cubicBezTo>
                    <a:pt x="5089" y="1743"/>
                    <a:pt x="4984" y="1638"/>
                    <a:pt x="4984" y="1511"/>
                  </a:cubicBezTo>
                  <a:cubicBezTo>
                    <a:pt x="4984" y="1371"/>
                    <a:pt x="5098" y="1278"/>
                    <a:pt x="5218" y="1278"/>
                  </a:cubicBezTo>
                  <a:close/>
                  <a:moveTo>
                    <a:pt x="2594" y="1402"/>
                  </a:moveTo>
                  <a:cubicBezTo>
                    <a:pt x="2833" y="1591"/>
                    <a:pt x="3105" y="1735"/>
                    <a:pt x="3394" y="1822"/>
                  </a:cubicBezTo>
                  <a:cubicBezTo>
                    <a:pt x="3626" y="1898"/>
                    <a:pt x="3869" y="1935"/>
                    <a:pt x="4115" y="1938"/>
                  </a:cubicBezTo>
                  <a:cubicBezTo>
                    <a:pt x="4303" y="1938"/>
                    <a:pt x="4495" y="1909"/>
                    <a:pt x="4676" y="1851"/>
                  </a:cubicBezTo>
                  <a:cubicBezTo>
                    <a:pt x="4801" y="2051"/>
                    <a:pt x="5009" y="2150"/>
                    <a:pt x="5216" y="2150"/>
                  </a:cubicBezTo>
                  <a:cubicBezTo>
                    <a:pt x="5424" y="2150"/>
                    <a:pt x="5633" y="2051"/>
                    <a:pt x="5759" y="1851"/>
                  </a:cubicBezTo>
                  <a:cubicBezTo>
                    <a:pt x="5940" y="1909"/>
                    <a:pt x="6129" y="1938"/>
                    <a:pt x="6317" y="1938"/>
                  </a:cubicBezTo>
                  <a:cubicBezTo>
                    <a:pt x="6563" y="1935"/>
                    <a:pt x="6806" y="1898"/>
                    <a:pt x="7038" y="1822"/>
                  </a:cubicBezTo>
                  <a:cubicBezTo>
                    <a:pt x="7313" y="1739"/>
                    <a:pt x="7566" y="1609"/>
                    <a:pt x="7795" y="1435"/>
                  </a:cubicBezTo>
                  <a:cubicBezTo>
                    <a:pt x="8610" y="2170"/>
                    <a:pt x="9109" y="3181"/>
                    <a:pt x="9175" y="4238"/>
                  </a:cubicBezTo>
                  <a:lnTo>
                    <a:pt x="9370" y="7585"/>
                  </a:lnTo>
                  <a:cubicBezTo>
                    <a:pt x="9424" y="8483"/>
                    <a:pt x="9185" y="9374"/>
                    <a:pt x="8686" y="10123"/>
                  </a:cubicBezTo>
                  <a:lnTo>
                    <a:pt x="7175" y="9587"/>
                  </a:lnTo>
                  <a:cubicBezTo>
                    <a:pt x="6907" y="9493"/>
                    <a:pt x="6730" y="9240"/>
                    <a:pt x="6730" y="8957"/>
                  </a:cubicBezTo>
                  <a:lnTo>
                    <a:pt x="6730" y="8066"/>
                  </a:lnTo>
                  <a:cubicBezTo>
                    <a:pt x="7541" y="7599"/>
                    <a:pt x="8092" y="6784"/>
                    <a:pt x="8222" y="5857"/>
                  </a:cubicBezTo>
                  <a:lnTo>
                    <a:pt x="8374" y="5857"/>
                  </a:lnTo>
                  <a:cubicBezTo>
                    <a:pt x="8791" y="5857"/>
                    <a:pt x="9124" y="5520"/>
                    <a:pt x="9124" y="5107"/>
                  </a:cubicBezTo>
                  <a:cubicBezTo>
                    <a:pt x="9124" y="4694"/>
                    <a:pt x="8791" y="4358"/>
                    <a:pt x="8374" y="4358"/>
                  </a:cubicBezTo>
                  <a:lnTo>
                    <a:pt x="8265" y="4358"/>
                  </a:lnTo>
                  <a:cubicBezTo>
                    <a:pt x="8139" y="4358"/>
                    <a:pt x="8034" y="4256"/>
                    <a:pt x="8034" y="4126"/>
                  </a:cubicBezTo>
                  <a:cubicBezTo>
                    <a:pt x="8034" y="3173"/>
                    <a:pt x="7259" y="2398"/>
                    <a:pt x="6306" y="2398"/>
                  </a:cubicBezTo>
                  <a:cubicBezTo>
                    <a:pt x="6035" y="2398"/>
                    <a:pt x="6035" y="2804"/>
                    <a:pt x="6306" y="2804"/>
                  </a:cubicBezTo>
                  <a:cubicBezTo>
                    <a:pt x="7034" y="2804"/>
                    <a:pt x="7628" y="3398"/>
                    <a:pt x="7628" y="4126"/>
                  </a:cubicBezTo>
                  <a:cubicBezTo>
                    <a:pt x="7628" y="4481"/>
                    <a:pt x="7914" y="4767"/>
                    <a:pt x="8265" y="4767"/>
                  </a:cubicBezTo>
                  <a:lnTo>
                    <a:pt x="8374" y="4767"/>
                  </a:lnTo>
                  <a:cubicBezTo>
                    <a:pt x="8562" y="4767"/>
                    <a:pt x="8715" y="4919"/>
                    <a:pt x="8715" y="5107"/>
                  </a:cubicBezTo>
                  <a:cubicBezTo>
                    <a:pt x="8715" y="5296"/>
                    <a:pt x="8562" y="5448"/>
                    <a:pt x="8374" y="5448"/>
                  </a:cubicBezTo>
                  <a:lnTo>
                    <a:pt x="8251" y="5448"/>
                  </a:lnTo>
                  <a:lnTo>
                    <a:pt x="8251" y="5433"/>
                  </a:lnTo>
                  <a:cubicBezTo>
                    <a:pt x="8251" y="5297"/>
                    <a:pt x="8150" y="5230"/>
                    <a:pt x="8048" y="5230"/>
                  </a:cubicBezTo>
                  <a:cubicBezTo>
                    <a:pt x="7947" y="5230"/>
                    <a:pt x="7845" y="5297"/>
                    <a:pt x="7845" y="5433"/>
                  </a:cubicBezTo>
                  <a:cubicBezTo>
                    <a:pt x="7845" y="6886"/>
                    <a:pt x="6668" y="8063"/>
                    <a:pt x="5216" y="8063"/>
                  </a:cubicBezTo>
                  <a:cubicBezTo>
                    <a:pt x="3764" y="8063"/>
                    <a:pt x="2587" y="6886"/>
                    <a:pt x="2587" y="5433"/>
                  </a:cubicBezTo>
                  <a:cubicBezTo>
                    <a:pt x="2587" y="5297"/>
                    <a:pt x="2484" y="5230"/>
                    <a:pt x="2382" y="5230"/>
                  </a:cubicBezTo>
                  <a:cubicBezTo>
                    <a:pt x="2280" y="5230"/>
                    <a:pt x="2177" y="5297"/>
                    <a:pt x="2177" y="5433"/>
                  </a:cubicBezTo>
                  <a:lnTo>
                    <a:pt x="2177" y="5448"/>
                  </a:lnTo>
                  <a:lnTo>
                    <a:pt x="2054" y="5448"/>
                  </a:lnTo>
                  <a:cubicBezTo>
                    <a:pt x="1866" y="5448"/>
                    <a:pt x="1714" y="5296"/>
                    <a:pt x="1714" y="5107"/>
                  </a:cubicBezTo>
                  <a:cubicBezTo>
                    <a:pt x="1714" y="4919"/>
                    <a:pt x="1866" y="4767"/>
                    <a:pt x="2054" y="4767"/>
                  </a:cubicBezTo>
                  <a:lnTo>
                    <a:pt x="2167" y="4767"/>
                  </a:lnTo>
                  <a:cubicBezTo>
                    <a:pt x="2518" y="4767"/>
                    <a:pt x="2804" y="4481"/>
                    <a:pt x="2804" y="4126"/>
                  </a:cubicBezTo>
                  <a:cubicBezTo>
                    <a:pt x="2804" y="3398"/>
                    <a:pt x="3398" y="2804"/>
                    <a:pt x="4126" y="2804"/>
                  </a:cubicBezTo>
                  <a:lnTo>
                    <a:pt x="5433" y="2804"/>
                  </a:lnTo>
                  <a:cubicBezTo>
                    <a:pt x="5705" y="2804"/>
                    <a:pt x="5705" y="2398"/>
                    <a:pt x="5433" y="2398"/>
                  </a:cubicBezTo>
                  <a:lnTo>
                    <a:pt x="4126" y="2398"/>
                  </a:lnTo>
                  <a:cubicBezTo>
                    <a:pt x="3173" y="2398"/>
                    <a:pt x="2398" y="3173"/>
                    <a:pt x="2398" y="4126"/>
                  </a:cubicBezTo>
                  <a:cubicBezTo>
                    <a:pt x="2398" y="4256"/>
                    <a:pt x="2293" y="4358"/>
                    <a:pt x="2167" y="4358"/>
                  </a:cubicBezTo>
                  <a:lnTo>
                    <a:pt x="2058" y="4358"/>
                  </a:lnTo>
                  <a:cubicBezTo>
                    <a:pt x="1641" y="4358"/>
                    <a:pt x="1308" y="4694"/>
                    <a:pt x="1308" y="5107"/>
                  </a:cubicBezTo>
                  <a:cubicBezTo>
                    <a:pt x="1308" y="5520"/>
                    <a:pt x="1641" y="5857"/>
                    <a:pt x="2058" y="5857"/>
                  </a:cubicBezTo>
                  <a:lnTo>
                    <a:pt x="2210" y="5857"/>
                  </a:lnTo>
                  <a:cubicBezTo>
                    <a:pt x="2340" y="6784"/>
                    <a:pt x="2891" y="7603"/>
                    <a:pt x="3706" y="8070"/>
                  </a:cubicBezTo>
                  <a:lnTo>
                    <a:pt x="3706" y="8961"/>
                  </a:lnTo>
                  <a:cubicBezTo>
                    <a:pt x="3706" y="9243"/>
                    <a:pt x="3525" y="9493"/>
                    <a:pt x="3260" y="9587"/>
                  </a:cubicBezTo>
                  <a:lnTo>
                    <a:pt x="1746" y="10123"/>
                  </a:lnTo>
                  <a:cubicBezTo>
                    <a:pt x="1247" y="9374"/>
                    <a:pt x="1008" y="8483"/>
                    <a:pt x="1066" y="7585"/>
                  </a:cubicBezTo>
                  <a:lnTo>
                    <a:pt x="1268" y="4133"/>
                  </a:lnTo>
                  <a:cubicBezTo>
                    <a:pt x="1330" y="3083"/>
                    <a:pt x="1808" y="2101"/>
                    <a:pt x="2594" y="1402"/>
                  </a:cubicBezTo>
                  <a:close/>
                  <a:moveTo>
                    <a:pt x="5212" y="1"/>
                  </a:moveTo>
                  <a:cubicBezTo>
                    <a:pt x="5205" y="1"/>
                    <a:pt x="5198" y="1"/>
                    <a:pt x="5191" y="1"/>
                  </a:cubicBezTo>
                  <a:cubicBezTo>
                    <a:pt x="4495" y="4"/>
                    <a:pt x="3814" y="175"/>
                    <a:pt x="3199" y="493"/>
                  </a:cubicBezTo>
                  <a:cubicBezTo>
                    <a:pt x="3150" y="490"/>
                    <a:pt x="3102" y="489"/>
                    <a:pt x="3055" y="489"/>
                  </a:cubicBezTo>
                  <a:cubicBezTo>
                    <a:pt x="2769" y="489"/>
                    <a:pt x="2504" y="545"/>
                    <a:pt x="2290" y="660"/>
                  </a:cubicBezTo>
                  <a:cubicBezTo>
                    <a:pt x="2195" y="714"/>
                    <a:pt x="2156" y="834"/>
                    <a:pt x="2206" y="931"/>
                  </a:cubicBezTo>
                  <a:cubicBezTo>
                    <a:pt x="2239" y="993"/>
                    <a:pt x="2272" y="1051"/>
                    <a:pt x="2315" y="1105"/>
                  </a:cubicBezTo>
                  <a:cubicBezTo>
                    <a:pt x="1453" y="1877"/>
                    <a:pt x="928" y="2956"/>
                    <a:pt x="859" y="4108"/>
                  </a:cubicBezTo>
                  <a:lnTo>
                    <a:pt x="656" y="7559"/>
                  </a:lnTo>
                  <a:cubicBezTo>
                    <a:pt x="598" y="8512"/>
                    <a:pt x="841" y="9457"/>
                    <a:pt x="1352" y="10261"/>
                  </a:cubicBezTo>
                  <a:lnTo>
                    <a:pt x="1008" y="10384"/>
                  </a:lnTo>
                  <a:cubicBezTo>
                    <a:pt x="403" y="10598"/>
                    <a:pt x="1" y="11166"/>
                    <a:pt x="1" y="11807"/>
                  </a:cubicBezTo>
                  <a:lnTo>
                    <a:pt x="1" y="13716"/>
                  </a:lnTo>
                  <a:cubicBezTo>
                    <a:pt x="1" y="13852"/>
                    <a:pt x="102" y="13920"/>
                    <a:pt x="204" y="13920"/>
                  </a:cubicBezTo>
                  <a:cubicBezTo>
                    <a:pt x="305" y="13920"/>
                    <a:pt x="406" y="13852"/>
                    <a:pt x="406" y="13716"/>
                  </a:cubicBezTo>
                  <a:lnTo>
                    <a:pt x="406" y="11807"/>
                  </a:lnTo>
                  <a:cubicBezTo>
                    <a:pt x="406" y="11340"/>
                    <a:pt x="703" y="10924"/>
                    <a:pt x="1145" y="10768"/>
                  </a:cubicBezTo>
                  <a:lnTo>
                    <a:pt x="2358" y="10341"/>
                  </a:lnTo>
                  <a:cubicBezTo>
                    <a:pt x="2474" y="10565"/>
                    <a:pt x="2623" y="10775"/>
                    <a:pt x="2800" y="10960"/>
                  </a:cubicBezTo>
                  <a:cubicBezTo>
                    <a:pt x="2845" y="11008"/>
                    <a:pt x="2897" y="11028"/>
                    <a:pt x="2946" y="11028"/>
                  </a:cubicBezTo>
                  <a:cubicBezTo>
                    <a:pt x="3101" y="11028"/>
                    <a:pt x="3237" y="10832"/>
                    <a:pt x="3097" y="10681"/>
                  </a:cubicBezTo>
                  <a:cubicBezTo>
                    <a:pt x="2960" y="10536"/>
                    <a:pt x="2840" y="10377"/>
                    <a:pt x="2746" y="10203"/>
                  </a:cubicBezTo>
                  <a:lnTo>
                    <a:pt x="3394" y="9975"/>
                  </a:lnTo>
                  <a:cubicBezTo>
                    <a:pt x="3825" y="9819"/>
                    <a:pt x="4111" y="9414"/>
                    <a:pt x="4111" y="8957"/>
                  </a:cubicBezTo>
                  <a:lnTo>
                    <a:pt x="4111" y="8265"/>
                  </a:lnTo>
                  <a:cubicBezTo>
                    <a:pt x="4466" y="8403"/>
                    <a:pt x="4841" y="8472"/>
                    <a:pt x="5216" y="8472"/>
                  </a:cubicBezTo>
                  <a:cubicBezTo>
                    <a:pt x="5591" y="8472"/>
                    <a:pt x="5966" y="8403"/>
                    <a:pt x="6321" y="8265"/>
                  </a:cubicBezTo>
                  <a:lnTo>
                    <a:pt x="6321" y="8961"/>
                  </a:lnTo>
                  <a:cubicBezTo>
                    <a:pt x="6321" y="9414"/>
                    <a:pt x="6607" y="9823"/>
                    <a:pt x="7038" y="9975"/>
                  </a:cubicBezTo>
                  <a:lnTo>
                    <a:pt x="7686" y="10203"/>
                  </a:lnTo>
                  <a:cubicBezTo>
                    <a:pt x="7472" y="10583"/>
                    <a:pt x="7161" y="10902"/>
                    <a:pt x="6788" y="11123"/>
                  </a:cubicBezTo>
                  <a:cubicBezTo>
                    <a:pt x="6302" y="11409"/>
                    <a:pt x="5758" y="11552"/>
                    <a:pt x="5214" y="11552"/>
                  </a:cubicBezTo>
                  <a:cubicBezTo>
                    <a:pt x="4710" y="11552"/>
                    <a:pt x="4207" y="11430"/>
                    <a:pt x="3749" y="11185"/>
                  </a:cubicBezTo>
                  <a:cubicBezTo>
                    <a:pt x="3713" y="11164"/>
                    <a:pt x="3677" y="11155"/>
                    <a:pt x="3644" y="11155"/>
                  </a:cubicBezTo>
                  <a:cubicBezTo>
                    <a:pt x="3460" y="11155"/>
                    <a:pt x="3351" y="11429"/>
                    <a:pt x="3554" y="11539"/>
                  </a:cubicBezTo>
                  <a:cubicBezTo>
                    <a:pt x="4072" y="11820"/>
                    <a:pt x="4644" y="11959"/>
                    <a:pt x="5215" y="11959"/>
                  </a:cubicBezTo>
                  <a:cubicBezTo>
                    <a:pt x="5832" y="11959"/>
                    <a:pt x="6449" y="11796"/>
                    <a:pt x="6998" y="11471"/>
                  </a:cubicBezTo>
                  <a:cubicBezTo>
                    <a:pt x="7454" y="11199"/>
                    <a:pt x="7827" y="10808"/>
                    <a:pt x="8074" y="10341"/>
                  </a:cubicBezTo>
                  <a:lnTo>
                    <a:pt x="9287" y="10768"/>
                  </a:lnTo>
                  <a:cubicBezTo>
                    <a:pt x="9729" y="10924"/>
                    <a:pt x="10026" y="11340"/>
                    <a:pt x="10026" y="11811"/>
                  </a:cubicBezTo>
                  <a:lnTo>
                    <a:pt x="10026" y="13716"/>
                  </a:lnTo>
                  <a:cubicBezTo>
                    <a:pt x="10026" y="13852"/>
                    <a:pt x="10127" y="13920"/>
                    <a:pt x="10228" y="13920"/>
                  </a:cubicBezTo>
                  <a:cubicBezTo>
                    <a:pt x="10330" y="13920"/>
                    <a:pt x="10431" y="13852"/>
                    <a:pt x="10431" y="13716"/>
                  </a:cubicBezTo>
                  <a:lnTo>
                    <a:pt x="10431" y="11811"/>
                  </a:lnTo>
                  <a:cubicBezTo>
                    <a:pt x="10431" y="11170"/>
                    <a:pt x="10029" y="10598"/>
                    <a:pt x="9424" y="10384"/>
                  </a:cubicBezTo>
                  <a:lnTo>
                    <a:pt x="9084" y="10261"/>
                  </a:lnTo>
                  <a:cubicBezTo>
                    <a:pt x="9595" y="9457"/>
                    <a:pt x="9837" y="8512"/>
                    <a:pt x="9776" y="7559"/>
                  </a:cubicBezTo>
                  <a:lnTo>
                    <a:pt x="9580" y="4213"/>
                  </a:lnTo>
                  <a:cubicBezTo>
                    <a:pt x="9511" y="3057"/>
                    <a:pt x="8972" y="1953"/>
                    <a:pt x="8088" y="1149"/>
                  </a:cubicBezTo>
                  <a:cubicBezTo>
                    <a:pt x="8139" y="1080"/>
                    <a:pt x="8186" y="1008"/>
                    <a:pt x="8226" y="931"/>
                  </a:cubicBezTo>
                  <a:cubicBezTo>
                    <a:pt x="8276" y="834"/>
                    <a:pt x="8240" y="714"/>
                    <a:pt x="8142" y="660"/>
                  </a:cubicBezTo>
                  <a:cubicBezTo>
                    <a:pt x="7928" y="545"/>
                    <a:pt x="7660" y="488"/>
                    <a:pt x="7371" y="488"/>
                  </a:cubicBezTo>
                  <a:cubicBezTo>
                    <a:pt x="7305" y="488"/>
                    <a:pt x="7237" y="491"/>
                    <a:pt x="7168" y="497"/>
                  </a:cubicBezTo>
                  <a:cubicBezTo>
                    <a:pt x="6566" y="174"/>
                    <a:pt x="5893" y="1"/>
                    <a:pt x="5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2"/>
            <p:cNvSpPr/>
            <p:nvPr/>
          </p:nvSpPr>
          <p:spPr>
            <a:xfrm>
              <a:off x="8167695" y="3510888"/>
              <a:ext cx="62214" cy="33558"/>
            </a:xfrm>
            <a:custGeom>
              <a:rect b="b" l="l" r="r" t="t"/>
              <a:pathLst>
                <a:path extrusionOk="0" h="1280" w="2373">
                  <a:moveTo>
                    <a:pt x="1927" y="407"/>
                  </a:moveTo>
                  <a:cubicBezTo>
                    <a:pt x="1826" y="675"/>
                    <a:pt x="1533" y="870"/>
                    <a:pt x="1185" y="870"/>
                  </a:cubicBezTo>
                  <a:cubicBezTo>
                    <a:pt x="841" y="870"/>
                    <a:pt x="548" y="675"/>
                    <a:pt x="446" y="407"/>
                  </a:cubicBezTo>
                  <a:close/>
                  <a:moveTo>
                    <a:pt x="201" y="1"/>
                  </a:moveTo>
                  <a:cubicBezTo>
                    <a:pt x="91" y="1"/>
                    <a:pt x="1" y="94"/>
                    <a:pt x="1" y="204"/>
                  </a:cubicBezTo>
                  <a:cubicBezTo>
                    <a:pt x="1" y="798"/>
                    <a:pt x="533" y="1279"/>
                    <a:pt x="1185" y="1279"/>
                  </a:cubicBezTo>
                  <a:cubicBezTo>
                    <a:pt x="1841" y="1279"/>
                    <a:pt x="2373" y="798"/>
                    <a:pt x="2373" y="204"/>
                  </a:cubicBezTo>
                  <a:cubicBezTo>
                    <a:pt x="2373" y="91"/>
                    <a:pt x="2279" y="1"/>
                    <a:pt x="2166" y="1"/>
                  </a:cubicBezTo>
                  <a:lnTo>
                    <a:pt x="207" y="1"/>
                  </a:lnTo>
                  <a:cubicBezTo>
                    <a:pt x="205" y="1"/>
                    <a:pt x="203" y="1"/>
                    <a:pt x="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2"/>
            <p:cNvSpPr/>
            <p:nvPr/>
          </p:nvSpPr>
          <p:spPr>
            <a:xfrm>
              <a:off x="8151126" y="3456486"/>
              <a:ext cx="26794" cy="13712"/>
            </a:xfrm>
            <a:custGeom>
              <a:rect b="b" l="l" r="r" t="t"/>
              <a:pathLst>
                <a:path extrusionOk="0" h="523" w="1022">
                  <a:moveTo>
                    <a:pt x="737" y="1"/>
                  </a:moveTo>
                  <a:cubicBezTo>
                    <a:pt x="719" y="1"/>
                    <a:pt x="700" y="3"/>
                    <a:pt x="680" y="8"/>
                  </a:cubicBezTo>
                  <a:lnTo>
                    <a:pt x="245" y="120"/>
                  </a:lnTo>
                  <a:cubicBezTo>
                    <a:pt x="1" y="180"/>
                    <a:pt x="66" y="522"/>
                    <a:pt x="286" y="522"/>
                  </a:cubicBezTo>
                  <a:cubicBezTo>
                    <a:pt x="304" y="522"/>
                    <a:pt x="323" y="520"/>
                    <a:pt x="343" y="515"/>
                  </a:cubicBezTo>
                  <a:lnTo>
                    <a:pt x="778" y="406"/>
                  </a:lnTo>
                  <a:cubicBezTo>
                    <a:pt x="1022" y="343"/>
                    <a:pt x="957" y="1"/>
                    <a:pt x="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2"/>
            <p:cNvSpPr/>
            <p:nvPr/>
          </p:nvSpPr>
          <p:spPr>
            <a:xfrm>
              <a:off x="8219685" y="3456486"/>
              <a:ext cx="26794" cy="13712"/>
            </a:xfrm>
            <a:custGeom>
              <a:rect b="b" l="l" r="r" t="t"/>
              <a:pathLst>
                <a:path extrusionOk="0" h="523" w="1022">
                  <a:moveTo>
                    <a:pt x="286" y="1"/>
                  </a:moveTo>
                  <a:cubicBezTo>
                    <a:pt x="66" y="1"/>
                    <a:pt x="1" y="343"/>
                    <a:pt x="245" y="406"/>
                  </a:cubicBezTo>
                  <a:lnTo>
                    <a:pt x="680" y="515"/>
                  </a:lnTo>
                  <a:cubicBezTo>
                    <a:pt x="700" y="520"/>
                    <a:pt x="719" y="522"/>
                    <a:pt x="737" y="522"/>
                  </a:cubicBezTo>
                  <a:cubicBezTo>
                    <a:pt x="957" y="522"/>
                    <a:pt x="1022" y="180"/>
                    <a:pt x="777" y="120"/>
                  </a:cubicBezTo>
                  <a:lnTo>
                    <a:pt x="343" y="8"/>
                  </a:lnTo>
                  <a:cubicBezTo>
                    <a:pt x="323" y="3"/>
                    <a:pt x="304"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4" name="Google Shape;14104;p82"/>
          <p:cNvGrpSpPr/>
          <p:nvPr/>
        </p:nvGrpSpPr>
        <p:grpSpPr>
          <a:xfrm>
            <a:off x="6261709" y="2431198"/>
            <a:ext cx="273606" cy="365052"/>
            <a:chOff x="6261709" y="2431198"/>
            <a:chExt cx="273606" cy="365052"/>
          </a:xfrm>
        </p:grpSpPr>
        <p:sp>
          <p:nvSpPr>
            <p:cNvPr id="14105" name="Google Shape;14105;p82"/>
            <p:cNvSpPr/>
            <p:nvPr/>
          </p:nvSpPr>
          <p:spPr>
            <a:xfrm>
              <a:off x="6324212" y="2436599"/>
              <a:ext cx="148522" cy="57102"/>
            </a:xfrm>
            <a:custGeom>
              <a:rect b="b" l="l" r="r" t="t"/>
              <a:pathLst>
                <a:path extrusionOk="0" h="2178" w="5665">
                  <a:moveTo>
                    <a:pt x="2832" y="1"/>
                  </a:moveTo>
                  <a:cubicBezTo>
                    <a:pt x="1268" y="1"/>
                    <a:pt x="0" y="486"/>
                    <a:pt x="0" y="1087"/>
                  </a:cubicBezTo>
                  <a:lnTo>
                    <a:pt x="0" y="2178"/>
                  </a:lnTo>
                  <a:lnTo>
                    <a:pt x="5664" y="2178"/>
                  </a:lnTo>
                  <a:lnTo>
                    <a:pt x="5664" y="1091"/>
                  </a:lnTo>
                  <a:cubicBezTo>
                    <a:pt x="5664" y="486"/>
                    <a:pt x="4397" y="1"/>
                    <a:pt x="28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2"/>
            <p:cNvSpPr/>
            <p:nvPr/>
          </p:nvSpPr>
          <p:spPr>
            <a:xfrm>
              <a:off x="6278436" y="2470892"/>
              <a:ext cx="240074" cy="148522"/>
            </a:xfrm>
            <a:custGeom>
              <a:rect b="b" l="l" r="r" t="t"/>
              <a:pathLst>
                <a:path extrusionOk="0" h="5665" w="9157">
                  <a:moveTo>
                    <a:pt x="4578" y="0"/>
                  </a:moveTo>
                  <a:cubicBezTo>
                    <a:pt x="2050" y="0"/>
                    <a:pt x="0" y="1268"/>
                    <a:pt x="0" y="2833"/>
                  </a:cubicBezTo>
                  <a:cubicBezTo>
                    <a:pt x="0" y="4397"/>
                    <a:pt x="2050" y="5665"/>
                    <a:pt x="4578" y="5665"/>
                  </a:cubicBezTo>
                  <a:cubicBezTo>
                    <a:pt x="7106" y="5665"/>
                    <a:pt x="9156" y="4397"/>
                    <a:pt x="9156" y="2833"/>
                  </a:cubicBezTo>
                  <a:cubicBezTo>
                    <a:pt x="9156" y="1268"/>
                    <a:pt x="7106" y="0"/>
                    <a:pt x="4578"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2"/>
            <p:cNvSpPr/>
            <p:nvPr/>
          </p:nvSpPr>
          <p:spPr>
            <a:xfrm>
              <a:off x="6291152" y="2493780"/>
              <a:ext cx="214538" cy="232104"/>
            </a:xfrm>
            <a:custGeom>
              <a:rect b="b" l="l" r="r" t="t"/>
              <a:pathLst>
                <a:path extrusionOk="0" h="8853" w="8183">
                  <a:moveTo>
                    <a:pt x="4093" y="0"/>
                  </a:moveTo>
                  <a:cubicBezTo>
                    <a:pt x="2047" y="0"/>
                    <a:pt x="388" y="877"/>
                    <a:pt x="388" y="1960"/>
                  </a:cubicBezTo>
                  <a:lnTo>
                    <a:pt x="388" y="5447"/>
                  </a:lnTo>
                  <a:cubicBezTo>
                    <a:pt x="381" y="6019"/>
                    <a:pt x="272" y="6588"/>
                    <a:pt x="69" y="7124"/>
                  </a:cubicBezTo>
                  <a:cubicBezTo>
                    <a:pt x="1" y="7305"/>
                    <a:pt x="62" y="7512"/>
                    <a:pt x="218" y="7631"/>
                  </a:cubicBezTo>
                  <a:cubicBezTo>
                    <a:pt x="624" y="7924"/>
                    <a:pt x="1069" y="8171"/>
                    <a:pt x="1536" y="8355"/>
                  </a:cubicBezTo>
                  <a:cubicBezTo>
                    <a:pt x="2357" y="8687"/>
                    <a:pt x="3225" y="8853"/>
                    <a:pt x="4093" y="8853"/>
                  </a:cubicBezTo>
                  <a:cubicBezTo>
                    <a:pt x="4961" y="8853"/>
                    <a:pt x="5828" y="8687"/>
                    <a:pt x="6647" y="8355"/>
                  </a:cubicBezTo>
                  <a:cubicBezTo>
                    <a:pt x="7114" y="8171"/>
                    <a:pt x="7559" y="7924"/>
                    <a:pt x="7965" y="7631"/>
                  </a:cubicBezTo>
                  <a:cubicBezTo>
                    <a:pt x="8124" y="7515"/>
                    <a:pt x="8182" y="7309"/>
                    <a:pt x="8113" y="7124"/>
                  </a:cubicBezTo>
                  <a:cubicBezTo>
                    <a:pt x="7910" y="6588"/>
                    <a:pt x="7805" y="6019"/>
                    <a:pt x="7798" y="5447"/>
                  </a:cubicBezTo>
                  <a:lnTo>
                    <a:pt x="7798" y="1960"/>
                  </a:lnTo>
                  <a:cubicBezTo>
                    <a:pt x="7798" y="877"/>
                    <a:pt x="6139" y="0"/>
                    <a:pt x="409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2"/>
            <p:cNvSpPr/>
            <p:nvPr/>
          </p:nvSpPr>
          <p:spPr>
            <a:xfrm>
              <a:off x="6267031" y="2647965"/>
              <a:ext cx="262962" cy="142938"/>
            </a:xfrm>
            <a:custGeom>
              <a:rect b="b" l="l" r="r" t="t"/>
              <a:pathLst>
                <a:path extrusionOk="0" h="5452" w="10030">
                  <a:moveTo>
                    <a:pt x="3706" y="1"/>
                  </a:moveTo>
                  <a:lnTo>
                    <a:pt x="3706" y="1348"/>
                  </a:lnTo>
                  <a:cubicBezTo>
                    <a:pt x="3706" y="1718"/>
                    <a:pt x="3474" y="2047"/>
                    <a:pt x="3126" y="2170"/>
                  </a:cubicBezTo>
                  <a:lnTo>
                    <a:pt x="874" y="2963"/>
                  </a:lnTo>
                  <a:cubicBezTo>
                    <a:pt x="352" y="3148"/>
                    <a:pt x="1" y="3641"/>
                    <a:pt x="1" y="4195"/>
                  </a:cubicBezTo>
                  <a:lnTo>
                    <a:pt x="1" y="5452"/>
                  </a:lnTo>
                  <a:lnTo>
                    <a:pt x="10026" y="5452"/>
                  </a:lnTo>
                  <a:lnTo>
                    <a:pt x="10026" y="4195"/>
                  </a:lnTo>
                  <a:cubicBezTo>
                    <a:pt x="10029" y="3641"/>
                    <a:pt x="9678" y="3148"/>
                    <a:pt x="9156" y="2963"/>
                  </a:cubicBezTo>
                  <a:lnTo>
                    <a:pt x="6904" y="2170"/>
                  </a:lnTo>
                  <a:cubicBezTo>
                    <a:pt x="6556" y="2047"/>
                    <a:pt x="6321" y="1718"/>
                    <a:pt x="6321" y="1348"/>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2"/>
            <p:cNvSpPr/>
            <p:nvPr/>
          </p:nvSpPr>
          <p:spPr>
            <a:xfrm>
              <a:off x="6364167" y="2647965"/>
              <a:ext cx="68585" cy="34319"/>
            </a:xfrm>
            <a:custGeom>
              <a:rect b="b" l="l" r="r" t="t"/>
              <a:pathLst>
                <a:path extrusionOk="0" h="1309" w="2616">
                  <a:moveTo>
                    <a:pt x="1" y="1"/>
                  </a:moveTo>
                  <a:lnTo>
                    <a:pt x="1" y="1029"/>
                  </a:lnTo>
                  <a:cubicBezTo>
                    <a:pt x="363" y="1192"/>
                    <a:pt x="754" y="1287"/>
                    <a:pt x="1152" y="1305"/>
                  </a:cubicBezTo>
                  <a:cubicBezTo>
                    <a:pt x="1203" y="1308"/>
                    <a:pt x="1258"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2"/>
            <p:cNvSpPr/>
            <p:nvPr/>
          </p:nvSpPr>
          <p:spPr>
            <a:xfrm>
              <a:off x="6324107" y="2516563"/>
              <a:ext cx="148627" cy="148627"/>
            </a:xfrm>
            <a:custGeom>
              <a:rect b="b" l="l" r="r" t="t"/>
              <a:pathLst>
                <a:path extrusionOk="0" h="5669" w="5669">
                  <a:moveTo>
                    <a:pt x="3271" y="0"/>
                  </a:moveTo>
                  <a:lnTo>
                    <a:pt x="3271" y="1091"/>
                  </a:lnTo>
                  <a:lnTo>
                    <a:pt x="873" y="1091"/>
                  </a:lnTo>
                  <a:cubicBezTo>
                    <a:pt x="392" y="1091"/>
                    <a:pt x="0" y="1482"/>
                    <a:pt x="0" y="1963"/>
                  </a:cubicBezTo>
                  <a:lnTo>
                    <a:pt x="0" y="2807"/>
                  </a:lnTo>
                  <a:cubicBezTo>
                    <a:pt x="0" y="4321"/>
                    <a:pt x="1177" y="5592"/>
                    <a:pt x="2691" y="5665"/>
                  </a:cubicBezTo>
                  <a:cubicBezTo>
                    <a:pt x="2739" y="5667"/>
                    <a:pt x="2786" y="5668"/>
                    <a:pt x="2834" y="5668"/>
                  </a:cubicBezTo>
                  <a:cubicBezTo>
                    <a:pt x="4389" y="5668"/>
                    <a:pt x="5668" y="4407"/>
                    <a:pt x="5668" y="2836"/>
                  </a:cubicBezTo>
                  <a:lnTo>
                    <a:pt x="5668" y="1963"/>
                  </a:lnTo>
                  <a:cubicBezTo>
                    <a:pt x="5668" y="1482"/>
                    <a:pt x="5277" y="1091"/>
                    <a:pt x="4799" y="1091"/>
                  </a:cubicBezTo>
                  <a:lnTo>
                    <a:pt x="4451" y="1091"/>
                  </a:lnTo>
                  <a:cubicBezTo>
                    <a:pt x="4394" y="1091"/>
                    <a:pt x="4339" y="1069"/>
                    <a:pt x="4299" y="1025"/>
                  </a:cubicBezTo>
                  <a:lnTo>
                    <a:pt x="327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2"/>
            <p:cNvSpPr/>
            <p:nvPr/>
          </p:nvSpPr>
          <p:spPr>
            <a:xfrm>
              <a:off x="6324107" y="2516563"/>
              <a:ext cx="125844" cy="148601"/>
            </a:xfrm>
            <a:custGeom>
              <a:rect b="b" l="l" r="r" t="t"/>
              <a:pathLst>
                <a:path extrusionOk="0" h="5668" w="4800">
                  <a:moveTo>
                    <a:pt x="3271" y="0"/>
                  </a:moveTo>
                  <a:lnTo>
                    <a:pt x="3271" y="1091"/>
                  </a:lnTo>
                  <a:lnTo>
                    <a:pt x="873" y="1091"/>
                  </a:lnTo>
                  <a:cubicBezTo>
                    <a:pt x="392" y="1091"/>
                    <a:pt x="0" y="1482"/>
                    <a:pt x="0" y="1963"/>
                  </a:cubicBezTo>
                  <a:lnTo>
                    <a:pt x="0" y="2746"/>
                  </a:lnTo>
                  <a:cubicBezTo>
                    <a:pt x="0" y="4028"/>
                    <a:pt x="815" y="5198"/>
                    <a:pt x="2043" y="5552"/>
                  </a:cubicBezTo>
                  <a:cubicBezTo>
                    <a:pt x="2299" y="5629"/>
                    <a:pt x="2564" y="5667"/>
                    <a:pt x="2829" y="5667"/>
                  </a:cubicBezTo>
                  <a:cubicBezTo>
                    <a:pt x="2977" y="5667"/>
                    <a:pt x="3125" y="5655"/>
                    <a:pt x="3271" y="5632"/>
                  </a:cubicBezTo>
                  <a:cubicBezTo>
                    <a:pt x="1895" y="5415"/>
                    <a:pt x="870" y="4176"/>
                    <a:pt x="870" y="2753"/>
                  </a:cubicBezTo>
                  <a:lnTo>
                    <a:pt x="870" y="2619"/>
                  </a:lnTo>
                  <a:cubicBezTo>
                    <a:pt x="870" y="2137"/>
                    <a:pt x="1261" y="1746"/>
                    <a:pt x="1742" y="1746"/>
                  </a:cubicBezTo>
                  <a:lnTo>
                    <a:pt x="4357" y="1746"/>
                  </a:lnTo>
                  <a:cubicBezTo>
                    <a:pt x="4600" y="1746"/>
                    <a:pt x="4799" y="1550"/>
                    <a:pt x="4799" y="1308"/>
                  </a:cubicBezTo>
                  <a:lnTo>
                    <a:pt x="4799" y="1091"/>
                  </a:lnTo>
                  <a:lnTo>
                    <a:pt x="4361" y="1091"/>
                  </a:lnTo>
                  <a:lnTo>
                    <a:pt x="327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2"/>
            <p:cNvSpPr/>
            <p:nvPr/>
          </p:nvSpPr>
          <p:spPr>
            <a:xfrm>
              <a:off x="6267031" y="2713954"/>
              <a:ext cx="262857" cy="76948"/>
            </a:xfrm>
            <a:custGeom>
              <a:rect b="b" l="l" r="r" t="t"/>
              <a:pathLst>
                <a:path extrusionOk="0" h="2935" w="10026">
                  <a:moveTo>
                    <a:pt x="2130" y="1"/>
                  </a:moveTo>
                  <a:lnTo>
                    <a:pt x="874" y="446"/>
                  </a:lnTo>
                  <a:cubicBezTo>
                    <a:pt x="352" y="631"/>
                    <a:pt x="1" y="1124"/>
                    <a:pt x="1" y="1678"/>
                  </a:cubicBezTo>
                  <a:lnTo>
                    <a:pt x="1" y="2935"/>
                  </a:lnTo>
                  <a:lnTo>
                    <a:pt x="10026" y="2935"/>
                  </a:lnTo>
                  <a:lnTo>
                    <a:pt x="10026" y="1678"/>
                  </a:lnTo>
                  <a:cubicBezTo>
                    <a:pt x="10026" y="1124"/>
                    <a:pt x="9678" y="631"/>
                    <a:pt x="9156" y="446"/>
                  </a:cubicBezTo>
                  <a:lnTo>
                    <a:pt x="7896" y="1"/>
                  </a:lnTo>
                  <a:cubicBezTo>
                    <a:pt x="7476" y="1232"/>
                    <a:pt x="6317" y="2062"/>
                    <a:pt x="5013" y="2062"/>
                  </a:cubicBezTo>
                  <a:cubicBezTo>
                    <a:pt x="3713" y="2062"/>
                    <a:pt x="2554" y="1232"/>
                    <a:pt x="21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2"/>
            <p:cNvSpPr/>
            <p:nvPr/>
          </p:nvSpPr>
          <p:spPr>
            <a:xfrm>
              <a:off x="6301324" y="2493675"/>
              <a:ext cx="194298" cy="68690"/>
            </a:xfrm>
            <a:custGeom>
              <a:rect b="b" l="l" r="r" t="t"/>
              <a:pathLst>
                <a:path extrusionOk="0" h="2620" w="7411">
                  <a:moveTo>
                    <a:pt x="3705" y="1"/>
                  </a:moveTo>
                  <a:cubicBezTo>
                    <a:pt x="1659" y="1"/>
                    <a:pt x="0" y="881"/>
                    <a:pt x="0" y="1964"/>
                  </a:cubicBezTo>
                  <a:lnTo>
                    <a:pt x="0" y="2619"/>
                  </a:lnTo>
                  <a:cubicBezTo>
                    <a:pt x="0" y="1533"/>
                    <a:pt x="1659" y="656"/>
                    <a:pt x="3705" y="656"/>
                  </a:cubicBezTo>
                  <a:cubicBezTo>
                    <a:pt x="5751" y="656"/>
                    <a:pt x="7410" y="1533"/>
                    <a:pt x="7410" y="2619"/>
                  </a:cubicBezTo>
                  <a:lnTo>
                    <a:pt x="7410" y="1964"/>
                  </a:lnTo>
                  <a:cubicBezTo>
                    <a:pt x="7410" y="881"/>
                    <a:pt x="5751" y="1"/>
                    <a:pt x="37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2"/>
            <p:cNvSpPr/>
            <p:nvPr/>
          </p:nvSpPr>
          <p:spPr>
            <a:xfrm>
              <a:off x="6306725" y="2713954"/>
              <a:ext cx="183470" cy="71259"/>
            </a:xfrm>
            <a:custGeom>
              <a:rect b="b" l="l" r="r" t="t"/>
              <a:pathLst>
                <a:path extrusionOk="0" h="2718" w="6998">
                  <a:moveTo>
                    <a:pt x="616" y="1"/>
                  </a:moveTo>
                  <a:lnTo>
                    <a:pt x="1" y="218"/>
                  </a:lnTo>
                  <a:cubicBezTo>
                    <a:pt x="515" y="1714"/>
                    <a:pt x="1920" y="2717"/>
                    <a:pt x="3499" y="2717"/>
                  </a:cubicBezTo>
                  <a:cubicBezTo>
                    <a:pt x="5078" y="2717"/>
                    <a:pt x="6484" y="1714"/>
                    <a:pt x="6998" y="218"/>
                  </a:cubicBezTo>
                  <a:lnTo>
                    <a:pt x="6382" y="1"/>
                  </a:lnTo>
                  <a:cubicBezTo>
                    <a:pt x="5958" y="1232"/>
                    <a:pt x="4799" y="2062"/>
                    <a:pt x="3499" y="2062"/>
                  </a:cubicBezTo>
                  <a:cubicBezTo>
                    <a:pt x="2195" y="2062"/>
                    <a:pt x="1040" y="1232"/>
                    <a:pt x="616"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2"/>
            <p:cNvSpPr/>
            <p:nvPr/>
          </p:nvSpPr>
          <p:spPr>
            <a:xfrm>
              <a:off x="6358845"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7" y="558"/>
                    <a:pt x="407" y="424"/>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2"/>
            <p:cNvSpPr/>
            <p:nvPr/>
          </p:nvSpPr>
          <p:spPr>
            <a:xfrm>
              <a:off x="6427404"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6" y="558"/>
                    <a:pt x="406" y="424"/>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2"/>
            <p:cNvSpPr/>
            <p:nvPr/>
          </p:nvSpPr>
          <p:spPr>
            <a:xfrm>
              <a:off x="6373606" y="2613987"/>
              <a:ext cx="49656" cy="16543"/>
            </a:xfrm>
            <a:custGeom>
              <a:rect b="b" l="l" r="r" t="t"/>
              <a:pathLst>
                <a:path extrusionOk="0" h="631" w="1894">
                  <a:moveTo>
                    <a:pt x="296" y="1"/>
                  </a:moveTo>
                  <a:cubicBezTo>
                    <a:pt x="136" y="1"/>
                    <a:pt x="1" y="206"/>
                    <a:pt x="151" y="352"/>
                  </a:cubicBezTo>
                  <a:cubicBezTo>
                    <a:pt x="325" y="525"/>
                    <a:pt x="626" y="630"/>
                    <a:pt x="948" y="630"/>
                  </a:cubicBezTo>
                  <a:cubicBezTo>
                    <a:pt x="1271" y="630"/>
                    <a:pt x="1571" y="525"/>
                    <a:pt x="1745" y="352"/>
                  </a:cubicBezTo>
                  <a:cubicBezTo>
                    <a:pt x="1893" y="206"/>
                    <a:pt x="1757" y="1"/>
                    <a:pt x="1598" y="1"/>
                  </a:cubicBezTo>
                  <a:cubicBezTo>
                    <a:pt x="1552" y="1"/>
                    <a:pt x="1503" y="19"/>
                    <a:pt x="1459" y="62"/>
                  </a:cubicBezTo>
                  <a:cubicBezTo>
                    <a:pt x="1383" y="138"/>
                    <a:pt x="1205" y="221"/>
                    <a:pt x="948" y="221"/>
                  </a:cubicBezTo>
                  <a:cubicBezTo>
                    <a:pt x="691" y="221"/>
                    <a:pt x="510" y="138"/>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2"/>
            <p:cNvSpPr/>
            <p:nvPr/>
          </p:nvSpPr>
          <p:spPr>
            <a:xfrm>
              <a:off x="6261709" y="2431198"/>
              <a:ext cx="273606" cy="365052"/>
            </a:xfrm>
            <a:custGeom>
              <a:rect b="b" l="l" r="r" t="t"/>
              <a:pathLst>
                <a:path extrusionOk="0" h="13924" w="10436">
                  <a:moveTo>
                    <a:pt x="5216" y="410"/>
                  </a:moveTo>
                  <a:cubicBezTo>
                    <a:pt x="6846" y="410"/>
                    <a:pt x="7846" y="924"/>
                    <a:pt x="7846" y="1293"/>
                  </a:cubicBezTo>
                  <a:lnTo>
                    <a:pt x="7846" y="1804"/>
                  </a:lnTo>
                  <a:cubicBezTo>
                    <a:pt x="7074" y="1482"/>
                    <a:pt x="6165" y="1308"/>
                    <a:pt x="5216" y="1308"/>
                  </a:cubicBezTo>
                  <a:cubicBezTo>
                    <a:pt x="4271" y="1308"/>
                    <a:pt x="3362" y="1482"/>
                    <a:pt x="2587" y="1804"/>
                  </a:cubicBezTo>
                  <a:lnTo>
                    <a:pt x="2587" y="1297"/>
                  </a:lnTo>
                  <a:lnTo>
                    <a:pt x="2587" y="1293"/>
                  </a:lnTo>
                  <a:cubicBezTo>
                    <a:pt x="2587" y="924"/>
                    <a:pt x="3590" y="410"/>
                    <a:pt x="5216" y="410"/>
                  </a:cubicBezTo>
                  <a:close/>
                  <a:moveTo>
                    <a:pt x="5216" y="1714"/>
                  </a:moveTo>
                  <a:cubicBezTo>
                    <a:pt x="6401" y="1714"/>
                    <a:pt x="7512" y="2000"/>
                    <a:pt x="8345" y="2514"/>
                  </a:cubicBezTo>
                  <a:cubicBezTo>
                    <a:pt x="9149" y="3014"/>
                    <a:pt x="9591" y="3662"/>
                    <a:pt x="9591" y="4343"/>
                  </a:cubicBezTo>
                  <a:cubicBezTo>
                    <a:pt x="9591" y="4752"/>
                    <a:pt x="9432" y="5147"/>
                    <a:pt x="9124" y="5513"/>
                  </a:cubicBezTo>
                  <a:lnTo>
                    <a:pt x="9124" y="4347"/>
                  </a:lnTo>
                  <a:cubicBezTo>
                    <a:pt x="9124" y="3789"/>
                    <a:pt x="8755" y="3260"/>
                    <a:pt x="8081" y="2862"/>
                  </a:cubicBezTo>
                  <a:cubicBezTo>
                    <a:pt x="8044" y="2840"/>
                    <a:pt x="8008" y="2830"/>
                    <a:pt x="7974" y="2830"/>
                  </a:cubicBezTo>
                  <a:cubicBezTo>
                    <a:pt x="7794" y="2830"/>
                    <a:pt x="7677" y="3097"/>
                    <a:pt x="7875" y="3213"/>
                  </a:cubicBezTo>
                  <a:cubicBezTo>
                    <a:pt x="8418" y="3535"/>
                    <a:pt x="8718" y="3937"/>
                    <a:pt x="8718" y="4347"/>
                  </a:cubicBezTo>
                  <a:lnTo>
                    <a:pt x="8718" y="7831"/>
                  </a:lnTo>
                  <a:cubicBezTo>
                    <a:pt x="8722" y="8428"/>
                    <a:pt x="8834" y="9019"/>
                    <a:pt x="9044" y="9576"/>
                  </a:cubicBezTo>
                  <a:cubicBezTo>
                    <a:pt x="9084" y="9674"/>
                    <a:pt x="9052" y="9786"/>
                    <a:pt x="8965" y="9848"/>
                  </a:cubicBezTo>
                  <a:cubicBezTo>
                    <a:pt x="8603" y="10101"/>
                    <a:pt x="8211" y="10308"/>
                    <a:pt x="7795" y="10460"/>
                  </a:cubicBezTo>
                  <a:lnTo>
                    <a:pt x="7176" y="10239"/>
                  </a:lnTo>
                  <a:cubicBezTo>
                    <a:pt x="6908" y="10145"/>
                    <a:pt x="6730" y="9895"/>
                    <a:pt x="6730" y="9612"/>
                  </a:cubicBezTo>
                  <a:lnTo>
                    <a:pt x="6730" y="8725"/>
                  </a:lnTo>
                  <a:cubicBezTo>
                    <a:pt x="7672" y="8182"/>
                    <a:pt x="8255" y="7179"/>
                    <a:pt x="8255" y="6092"/>
                  </a:cubicBezTo>
                  <a:lnTo>
                    <a:pt x="8255" y="5219"/>
                  </a:lnTo>
                  <a:cubicBezTo>
                    <a:pt x="8255" y="4625"/>
                    <a:pt x="7773" y="4144"/>
                    <a:pt x="7179" y="4144"/>
                  </a:cubicBezTo>
                  <a:lnTo>
                    <a:pt x="6828" y="4144"/>
                  </a:lnTo>
                  <a:lnTo>
                    <a:pt x="5796" y="3112"/>
                  </a:lnTo>
                  <a:cubicBezTo>
                    <a:pt x="5755" y="3070"/>
                    <a:pt x="5704" y="3051"/>
                    <a:pt x="5654" y="3051"/>
                  </a:cubicBezTo>
                  <a:cubicBezTo>
                    <a:pt x="5550" y="3051"/>
                    <a:pt x="5448" y="3134"/>
                    <a:pt x="5448" y="3256"/>
                  </a:cubicBezTo>
                  <a:lnTo>
                    <a:pt x="5448" y="4140"/>
                  </a:lnTo>
                  <a:lnTo>
                    <a:pt x="4343" y="4140"/>
                  </a:lnTo>
                  <a:cubicBezTo>
                    <a:pt x="4072" y="4140"/>
                    <a:pt x="4072" y="4549"/>
                    <a:pt x="4343" y="4549"/>
                  </a:cubicBezTo>
                  <a:lnTo>
                    <a:pt x="5651" y="4549"/>
                  </a:lnTo>
                  <a:cubicBezTo>
                    <a:pt x="5763" y="4549"/>
                    <a:pt x="5857" y="4459"/>
                    <a:pt x="5857" y="4347"/>
                  </a:cubicBezTo>
                  <a:lnTo>
                    <a:pt x="5857" y="3749"/>
                  </a:lnTo>
                  <a:lnTo>
                    <a:pt x="6596" y="4491"/>
                  </a:lnTo>
                  <a:cubicBezTo>
                    <a:pt x="6636" y="4528"/>
                    <a:pt x="6687" y="4549"/>
                    <a:pt x="6741" y="4549"/>
                  </a:cubicBezTo>
                  <a:lnTo>
                    <a:pt x="7176" y="4549"/>
                  </a:lnTo>
                  <a:cubicBezTo>
                    <a:pt x="7545" y="4549"/>
                    <a:pt x="7842" y="4850"/>
                    <a:pt x="7846" y="5219"/>
                  </a:cubicBezTo>
                  <a:lnTo>
                    <a:pt x="7846" y="6089"/>
                  </a:lnTo>
                  <a:cubicBezTo>
                    <a:pt x="7846" y="7541"/>
                    <a:pt x="6665" y="8718"/>
                    <a:pt x="5216" y="8718"/>
                  </a:cubicBezTo>
                  <a:cubicBezTo>
                    <a:pt x="3764" y="8718"/>
                    <a:pt x="2583" y="7541"/>
                    <a:pt x="2587" y="6089"/>
                  </a:cubicBezTo>
                  <a:lnTo>
                    <a:pt x="2587" y="5219"/>
                  </a:lnTo>
                  <a:cubicBezTo>
                    <a:pt x="2587" y="4850"/>
                    <a:pt x="2884" y="4549"/>
                    <a:pt x="3253" y="4549"/>
                  </a:cubicBezTo>
                  <a:lnTo>
                    <a:pt x="3474" y="4549"/>
                  </a:lnTo>
                  <a:cubicBezTo>
                    <a:pt x="3742" y="4549"/>
                    <a:pt x="3742" y="4144"/>
                    <a:pt x="3474" y="4144"/>
                  </a:cubicBezTo>
                  <a:lnTo>
                    <a:pt x="3253" y="4144"/>
                  </a:lnTo>
                  <a:cubicBezTo>
                    <a:pt x="2659" y="4144"/>
                    <a:pt x="2178" y="4625"/>
                    <a:pt x="2178" y="5219"/>
                  </a:cubicBezTo>
                  <a:lnTo>
                    <a:pt x="2178" y="6092"/>
                  </a:lnTo>
                  <a:cubicBezTo>
                    <a:pt x="2178" y="7179"/>
                    <a:pt x="2761" y="8182"/>
                    <a:pt x="3706" y="8725"/>
                  </a:cubicBezTo>
                  <a:lnTo>
                    <a:pt x="3706" y="9616"/>
                  </a:lnTo>
                  <a:cubicBezTo>
                    <a:pt x="3702" y="9899"/>
                    <a:pt x="3525" y="10149"/>
                    <a:pt x="3260" y="10243"/>
                  </a:cubicBezTo>
                  <a:lnTo>
                    <a:pt x="2638" y="10464"/>
                  </a:lnTo>
                  <a:cubicBezTo>
                    <a:pt x="2221" y="10311"/>
                    <a:pt x="1830" y="10109"/>
                    <a:pt x="1468" y="9852"/>
                  </a:cubicBezTo>
                  <a:lnTo>
                    <a:pt x="1471" y="9852"/>
                  </a:lnTo>
                  <a:cubicBezTo>
                    <a:pt x="1384" y="9790"/>
                    <a:pt x="1352" y="9678"/>
                    <a:pt x="1388" y="9580"/>
                  </a:cubicBezTo>
                  <a:cubicBezTo>
                    <a:pt x="1598" y="9022"/>
                    <a:pt x="1710" y="8432"/>
                    <a:pt x="1718" y="7834"/>
                  </a:cubicBezTo>
                  <a:lnTo>
                    <a:pt x="1718" y="4347"/>
                  </a:lnTo>
                  <a:cubicBezTo>
                    <a:pt x="1718" y="3398"/>
                    <a:pt x="3318" y="2590"/>
                    <a:pt x="5216" y="2590"/>
                  </a:cubicBezTo>
                  <a:cubicBezTo>
                    <a:pt x="5228" y="2590"/>
                    <a:pt x="5239" y="2590"/>
                    <a:pt x="5251" y="2590"/>
                  </a:cubicBezTo>
                  <a:cubicBezTo>
                    <a:pt x="5884" y="2590"/>
                    <a:pt x="6513" y="2688"/>
                    <a:pt x="7114" y="2876"/>
                  </a:cubicBezTo>
                  <a:cubicBezTo>
                    <a:pt x="7140" y="2885"/>
                    <a:pt x="7165" y="2889"/>
                    <a:pt x="7188" y="2889"/>
                  </a:cubicBezTo>
                  <a:cubicBezTo>
                    <a:pt x="7396" y="2889"/>
                    <a:pt x="7476" y="2567"/>
                    <a:pt x="7244" y="2492"/>
                  </a:cubicBezTo>
                  <a:cubicBezTo>
                    <a:pt x="6610" y="2289"/>
                    <a:pt x="5949" y="2184"/>
                    <a:pt x="5283" y="2184"/>
                  </a:cubicBezTo>
                  <a:cubicBezTo>
                    <a:pt x="5261" y="2184"/>
                    <a:pt x="5238" y="2184"/>
                    <a:pt x="5216" y="2184"/>
                  </a:cubicBezTo>
                  <a:cubicBezTo>
                    <a:pt x="4195" y="2184"/>
                    <a:pt x="3232" y="2394"/>
                    <a:pt x="2500" y="2782"/>
                  </a:cubicBezTo>
                  <a:cubicBezTo>
                    <a:pt x="1732" y="3188"/>
                    <a:pt x="1308" y="3745"/>
                    <a:pt x="1308" y="4350"/>
                  </a:cubicBezTo>
                  <a:lnTo>
                    <a:pt x="1308" y="5513"/>
                  </a:lnTo>
                  <a:cubicBezTo>
                    <a:pt x="1004" y="5151"/>
                    <a:pt x="845" y="4752"/>
                    <a:pt x="845" y="4343"/>
                  </a:cubicBezTo>
                  <a:cubicBezTo>
                    <a:pt x="845" y="3662"/>
                    <a:pt x="1287" y="3010"/>
                    <a:pt x="2087" y="2514"/>
                  </a:cubicBezTo>
                  <a:cubicBezTo>
                    <a:pt x="2920" y="2000"/>
                    <a:pt x="4032" y="1714"/>
                    <a:pt x="5216" y="1714"/>
                  </a:cubicBezTo>
                  <a:close/>
                  <a:moveTo>
                    <a:pt x="6321" y="8921"/>
                  </a:moveTo>
                  <a:lnTo>
                    <a:pt x="6321" y="9616"/>
                  </a:lnTo>
                  <a:cubicBezTo>
                    <a:pt x="6321" y="10069"/>
                    <a:pt x="6607" y="10478"/>
                    <a:pt x="7038" y="10630"/>
                  </a:cubicBezTo>
                  <a:lnTo>
                    <a:pt x="7838" y="10913"/>
                  </a:lnTo>
                  <a:cubicBezTo>
                    <a:pt x="7628" y="11398"/>
                    <a:pt x="7288" y="11818"/>
                    <a:pt x="6857" y="12122"/>
                  </a:cubicBezTo>
                  <a:cubicBezTo>
                    <a:pt x="6354" y="12476"/>
                    <a:pt x="5784" y="12643"/>
                    <a:pt x="5222" y="12643"/>
                  </a:cubicBezTo>
                  <a:cubicBezTo>
                    <a:pt x="4129" y="12643"/>
                    <a:pt x="3067" y="12012"/>
                    <a:pt x="2598" y="10909"/>
                  </a:cubicBezTo>
                  <a:lnTo>
                    <a:pt x="3394" y="10627"/>
                  </a:lnTo>
                  <a:cubicBezTo>
                    <a:pt x="3825" y="10474"/>
                    <a:pt x="4112" y="10069"/>
                    <a:pt x="4112" y="9612"/>
                  </a:cubicBezTo>
                  <a:lnTo>
                    <a:pt x="4112" y="8921"/>
                  </a:lnTo>
                  <a:cubicBezTo>
                    <a:pt x="4467" y="9058"/>
                    <a:pt x="4841" y="9127"/>
                    <a:pt x="5216" y="9127"/>
                  </a:cubicBezTo>
                  <a:cubicBezTo>
                    <a:pt x="5591" y="9127"/>
                    <a:pt x="5966" y="9058"/>
                    <a:pt x="6321" y="8921"/>
                  </a:cubicBezTo>
                  <a:close/>
                  <a:moveTo>
                    <a:pt x="5216" y="0"/>
                  </a:moveTo>
                  <a:cubicBezTo>
                    <a:pt x="3746" y="0"/>
                    <a:pt x="2181" y="453"/>
                    <a:pt x="2181" y="1297"/>
                  </a:cubicBezTo>
                  <a:lnTo>
                    <a:pt x="2181" y="1996"/>
                  </a:lnTo>
                  <a:cubicBezTo>
                    <a:pt x="2076" y="2050"/>
                    <a:pt x="1971" y="2108"/>
                    <a:pt x="1873" y="2170"/>
                  </a:cubicBezTo>
                  <a:cubicBezTo>
                    <a:pt x="946" y="2742"/>
                    <a:pt x="436" y="3517"/>
                    <a:pt x="436" y="4347"/>
                  </a:cubicBezTo>
                  <a:cubicBezTo>
                    <a:pt x="436" y="4980"/>
                    <a:pt x="736" y="5585"/>
                    <a:pt x="1308" y="6099"/>
                  </a:cubicBezTo>
                  <a:lnTo>
                    <a:pt x="1308" y="7834"/>
                  </a:lnTo>
                  <a:cubicBezTo>
                    <a:pt x="1301" y="8381"/>
                    <a:pt x="1200" y="8924"/>
                    <a:pt x="1008" y="9435"/>
                  </a:cubicBezTo>
                  <a:cubicBezTo>
                    <a:pt x="906" y="9707"/>
                    <a:pt x="997" y="10014"/>
                    <a:pt x="1232" y="10185"/>
                  </a:cubicBezTo>
                  <a:cubicBezTo>
                    <a:pt x="1497" y="10369"/>
                    <a:pt x="1776" y="10532"/>
                    <a:pt x="2069" y="10666"/>
                  </a:cubicBezTo>
                  <a:lnTo>
                    <a:pt x="1011" y="11039"/>
                  </a:lnTo>
                  <a:cubicBezTo>
                    <a:pt x="407" y="11253"/>
                    <a:pt x="5" y="11825"/>
                    <a:pt x="1" y="12463"/>
                  </a:cubicBezTo>
                  <a:lnTo>
                    <a:pt x="1" y="13720"/>
                  </a:lnTo>
                  <a:cubicBezTo>
                    <a:pt x="1" y="13855"/>
                    <a:pt x="103" y="13923"/>
                    <a:pt x="206" y="13923"/>
                  </a:cubicBezTo>
                  <a:cubicBezTo>
                    <a:pt x="308" y="13923"/>
                    <a:pt x="410" y="13855"/>
                    <a:pt x="410" y="13720"/>
                  </a:cubicBezTo>
                  <a:lnTo>
                    <a:pt x="410" y="12463"/>
                  </a:lnTo>
                  <a:cubicBezTo>
                    <a:pt x="410" y="11996"/>
                    <a:pt x="704" y="11579"/>
                    <a:pt x="1145" y="11423"/>
                  </a:cubicBezTo>
                  <a:lnTo>
                    <a:pt x="2214" y="11047"/>
                  </a:lnTo>
                  <a:cubicBezTo>
                    <a:pt x="2717" y="12260"/>
                    <a:pt x="3905" y="13049"/>
                    <a:pt x="5220" y="13049"/>
                  </a:cubicBezTo>
                  <a:cubicBezTo>
                    <a:pt x="6535" y="13049"/>
                    <a:pt x="7719" y="12260"/>
                    <a:pt x="8226" y="11047"/>
                  </a:cubicBezTo>
                  <a:lnTo>
                    <a:pt x="9291" y="11423"/>
                  </a:lnTo>
                  <a:cubicBezTo>
                    <a:pt x="9732" y="11579"/>
                    <a:pt x="10026" y="11996"/>
                    <a:pt x="10026" y="12463"/>
                  </a:cubicBezTo>
                  <a:lnTo>
                    <a:pt x="10026" y="13720"/>
                  </a:lnTo>
                  <a:cubicBezTo>
                    <a:pt x="10026" y="13855"/>
                    <a:pt x="10128" y="13923"/>
                    <a:pt x="10230" y="13923"/>
                  </a:cubicBezTo>
                  <a:cubicBezTo>
                    <a:pt x="10333" y="13923"/>
                    <a:pt x="10435" y="13855"/>
                    <a:pt x="10435" y="13720"/>
                  </a:cubicBezTo>
                  <a:lnTo>
                    <a:pt x="10435" y="12463"/>
                  </a:lnTo>
                  <a:cubicBezTo>
                    <a:pt x="10435" y="11822"/>
                    <a:pt x="10029" y="11253"/>
                    <a:pt x="9425" y="11039"/>
                  </a:cubicBezTo>
                  <a:lnTo>
                    <a:pt x="8367" y="10666"/>
                  </a:lnTo>
                  <a:cubicBezTo>
                    <a:pt x="8660" y="10532"/>
                    <a:pt x="8939" y="10369"/>
                    <a:pt x="9204" y="10185"/>
                  </a:cubicBezTo>
                  <a:cubicBezTo>
                    <a:pt x="9439" y="10014"/>
                    <a:pt x="9530" y="9707"/>
                    <a:pt x="9428" y="9435"/>
                  </a:cubicBezTo>
                  <a:cubicBezTo>
                    <a:pt x="9236" y="8924"/>
                    <a:pt x="9135" y="8381"/>
                    <a:pt x="9128" y="7834"/>
                  </a:cubicBezTo>
                  <a:lnTo>
                    <a:pt x="9128" y="6099"/>
                  </a:lnTo>
                  <a:cubicBezTo>
                    <a:pt x="9696" y="5585"/>
                    <a:pt x="10000" y="4980"/>
                    <a:pt x="10000" y="4350"/>
                  </a:cubicBezTo>
                  <a:cubicBezTo>
                    <a:pt x="10000" y="3517"/>
                    <a:pt x="9490" y="2746"/>
                    <a:pt x="8563" y="2170"/>
                  </a:cubicBezTo>
                  <a:cubicBezTo>
                    <a:pt x="8461" y="2112"/>
                    <a:pt x="8360" y="2054"/>
                    <a:pt x="8255" y="1996"/>
                  </a:cubicBezTo>
                  <a:lnTo>
                    <a:pt x="8255" y="1297"/>
                  </a:lnTo>
                  <a:cubicBezTo>
                    <a:pt x="8255" y="457"/>
                    <a:pt x="6690"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2"/>
            <p:cNvSpPr/>
            <p:nvPr/>
          </p:nvSpPr>
          <p:spPr>
            <a:xfrm>
              <a:off x="6352579" y="2555155"/>
              <a:ext cx="24933" cy="13214"/>
            </a:xfrm>
            <a:custGeom>
              <a:rect b="b" l="l" r="r" t="t"/>
              <a:pathLst>
                <a:path extrusionOk="0" h="504" w="951">
                  <a:moveTo>
                    <a:pt x="668" y="0"/>
                  </a:moveTo>
                  <a:cubicBezTo>
                    <a:pt x="651" y="0"/>
                    <a:pt x="634" y="2"/>
                    <a:pt x="617" y="6"/>
                  </a:cubicBezTo>
                  <a:lnTo>
                    <a:pt x="182" y="100"/>
                  </a:lnTo>
                  <a:cubicBezTo>
                    <a:pt x="70" y="126"/>
                    <a:pt x="1" y="234"/>
                    <a:pt x="26" y="343"/>
                  </a:cubicBezTo>
                  <a:cubicBezTo>
                    <a:pt x="45" y="439"/>
                    <a:pt x="128" y="504"/>
                    <a:pt x="222" y="504"/>
                  </a:cubicBezTo>
                  <a:cubicBezTo>
                    <a:pt x="238" y="504"/>
                    <a:pt x="253" y="502"/>
                    <a:pt x="269" y="499"/>
                  </a:cubicBezTo>
                  <a:lnTo>
                    <a:pt x="704" y="404"/>
                  </a:lnTo>
                  <a:cubicBezTo>
                    <a:pt x="950" y="350"/>
                    <a:pt x="891" y="0"/>
                    <a:pt x="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2"/>
            <p:cNvSpPr/>
            <p:nvPr/>
          </p:nvSpPr>
          <p:spPr>
            <a:xfrm>
              <a:off x="6419329" y="2555155"/>
              <a:ext cx="26716" cy="13240"/>
            </a:xfrm>
            <a:custGeom>
              <a:rect b="b" l="l" r="r" t="t"/>
              <a:pathLst>
                <a:path extrusionOk="0" h="505" w="1019">
                  <a:moveTo>
                    <a:pt x="286" y="0"/>
                  </a:moveTo>
                  <a:cubicBezTo>
                    <a:pt x="60" y="0"/>
                    <a:pt x="1" y="350"/>
                    <a:pt x="251" y="404"/>
                  </a:cubicBezTo>
                  <a:lnTo>
                    <a:pt x="685" y="499"/>
                  </a:lnTo>
                  <a:cubicBezTo>
                    <a:pt x="703" y="503"/>
                    <a:pt x="720" y="504"/>
                    <a:pt x="737" y="504"/>
                  </a:cubicBezTo>
                  <a:cubicBezTo>
                    <a:pt x="960" y="504"/>
                    <a:pt x="1019" y="154"/>
                    <a:pt x="772" y="100"/>
                  </a:cubicBezTo>
                  <a:lnTo>
                    <a:pt x="338" y="6"/>
                  </a:lnTo>
                  <a:cubicBezTo>
                    <a:pt x="320" y="2"/>
                    <a:pt x="302"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1" name="Google Shape;14121;p82"/>
          <p:cNvGrpSpPr/>
          <p:nvPr/>
        </p:nvGrpSpPr>
        <p:grpSpPr>
          <a:xfrm>
            <a:off x="5361296" y="2431198"/>
            <a:ext cx="273947" cy="365052"/>
            <a:chOff x="5361296" y="2431198"/>
            <a:chExt cx="273947" cy="365052"/>
          </a:xfrm>
        </p:grpSpPr>
        <p:sp>
          <p:nvSpPr>
            <p:cNvPr id="14122" name="Google Shape;14122;p82"/>
            <p:cNvSpPr/>
            <p:nvPr/>
          </p:nvSpPr>
          <p:spPr>
            <a:xfrm>
              <a:off x="5366985" y="2653392"/>
              <a:ext cx="262568" cy="137511"/>
            </a:xfrm>
            <a:custGeom>
              <a:rect b="b" l="l" r="r" t="t"/>
              <a:pathLst>
                <a:path extrusionOk="0" h="5245" w="10015">
                  <a:moveTo>
                    <a:pt x="4354" y="0"/>
                  </a:moveTo>
                  <a:lnTo>
                    <a:pt x="1018" y="1177"/>
                  </a:lnTo>
                  <a:cubicBezTo>
                    <a:pt x="410" y="1391"/>
                    <a:pt x="0" y="1967"/>
                    <a:pt x="4" y="2615"/>
                  </a:cubicBezTo>
                  <a:lnTo>
                    <a:pt x="4" y="5245"/>
                  </a:lnTo>
                  <a:lnTo>
                    <a:pt x="10015" y="5245"/>
                  </a:lnTo>
                  <a:lnTo>
                    <a:pt x="10015" y="2615"/>
                  </a:lnTo>
                  <a:cubicBezTo>
                    <a:pt x="10015" y="1970"/>
                    <a:pt x="9605" y="1391"/>
                    <a:pt x="8997" y="1177"/>
                  </a:cubicBezTo>
                  <a:lnTo>
                    <a:pt x="566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2"/>
            <p:cNvSpPr/>
            <p:nvPr/>
          </p:nvSpPr>
          <p:spPr>
            <a:xfrm>
              <a:off x="5402772" y="2653392"/>
              <a:ext cx="191073" cy="108540"/>
            </a:xfrm>
            <a:custGeom>
              <a:rect b="b" l="l" r="r" t="t"/>
              <a:pathLst>
                <a:path extrusionOk="0" h="4140" w="7288">
                  <a:moveTo>
                    <a:pt x="2989" y="0"/>
                  </a:moveTo>
                  <a:lnTo>
                    <a:pt x="1" y="1058"/>
                  </a:lnTo>
                  <a:cubicBezTo>
                    <a:pt x="298" y="2836"/>
                    <a:pt x="1841" y="4140"/>
                    <a:pt x="3644" y="4140"/>
                  </a:cubicBezTo>
                  <a:cubicBezTo>
                    <a:pt x="5448" y="4140"/>
                    <a:pt x="6987" y="2836"/>
                    <a:pt x="7288" y="1058"/>
                  </a:cubicBezTo>
                  <a:lnTo>
                    <a:pt x="4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2"/>
            <p:cNvSpPr/>
            <p:nvPr/>
          </p:nvSpPr>
          <p:spPr>
            <a:xfrm>
              <a:off x="5366985" y="2653392"/>
              <a:ext cx="131350" cy="137511"/>
            </a:xfrm>
            <a:custGeom>
              <a:rect b="b" l="l" r="r" t="t"/>
              <a:pathLst>
                <a:path extrusionOk="0" h="5245" w="5010">
                  <a:moveTo>
                    <a:pt x="4354" y="0"/>
                  </a:moveTo>
                  <a:lnTo>
                    <a:pt x="1018" y="1177"/>
                  </a:lnTo>
                  <a:cubicBezTo>
                    <a:pt x="410" y="1391"/>
                    <a:pt x="0" y="1967"/>
                    <a:pt x="4" y="2615"/>
                  </a:cubicBezTo>
                  <a:lnTo>
                    <a:pt x="4" y="5245"/>
                  </a:lnTo>
                  <a:lnTo>
                    <a:pt x="5009" y="5245"/>
                  </a:lnTo>
                  <a:lnTo>
                    <a:pt x="5009"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2"/>
            <p:cNvSpPr/>
            <p:nvPr/>
          </p:nvSpPr>
          <p:spPr>
            <a:xfrm>
              <a:off x="5402772" y="2653392"/>
              <a:ext cx="95563" cy="108462"/>
            </a:xfrm>
            <a:custGeom>
              <a:rect b="b" l="l" r="r" t="t"/>
              <a:pathLst>
                <a:path extrusionOk="0" h="4137" w="3645">
                  <a:moveTo>
                    <a:pt x="2989" y="0"/>
                  </a:moveTo>
                  <a:lnTo>
                    <a:pt x="1" y="1058"/>
                  </a:lnTo>
                  <a:cubicBezTo>
                    <a:pt x="301" y="2832"/>
                    <a:pt x="1841" y="4133"/>
                    <a:pt x="3644" y="4136"/>
                  </a:cubicBezTo>
                  <a:lnTo>
                    <a:pt x="36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2"/>
            <p:cNvSpPr/>
            <p:nvPr/>
          </p:nvSpPr>
          <p:spPr>
            <a:xfrm>
              <a:off x="5418633" y="2653392"/>
              <a:ext cx="159350" cy="91368"/>
            </a:xfrm>
            <a:custGeom>
              <a:rect b="b" l="l" r="r" t="t"/>
              <a:pathLst>
                <a:path extrusionOk="0" h="3485" w="6078">
                  <a:moveTo>
                    <a:pt x="3039" y="0"/>
                  </a:moveTo>
                  <a:cubicBezTo>
                    <a:pt x="3039" y="0"/>
                    <a:pt x="1620" y="0"/>
                    <a:pt x="156" y="486"/>
                  </a:cubicBezTo>
                  <a:cubicBezTo>
                    <a:pt x="62" y="518"/>
                    <a:pt x="1" y="609"/>
                    <a:pt x="8" y="707"/>
                  </a:cubicBezTo>
                  <a:cubicBezTo>
                    <a:pt x="146" y="2278"/>
                    <a:pt x="1460" y="3481"/>
                    <a:pt x="3039" y="3484"/>
                  </a:cubicBezTo>
                  <a:cubicBezTo>
                    <a:pt x="4615" y="3484"/>
                    <a:pt x="5933" y="2278"/>
                    <a:pt x="6071" y="707"/>
                  </a:cubicBezTo>
                  <a:cubicBezTo>
                    <a:pt x="6078" y="609"/>
                    <a:pt x="6016" y="518"/>
                    <a:pt x="5922" y="486"/>
                  </a:cubicBezTo>
                  <a:cubicBezTo>
                    <a:pt x="4459" y="0"/>
                    <a:pt x="3039" y="0"/>
                    <a:pt x="3039"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2"/>
            <p:cNvSpPr/>
            <p:nvPr/>
          </p:nvSpPr>
          <p:spPr>
            <a:xfrm>
              <a:off x="5464016" y="2636377"/>
              <a:ext cx="68506" cy="62791"/>
            </a:xfrm>
            <a:custGeom>
              <a:rect b="b" l="l" r="r" t="t"/>
              <a:pathLst>
                <a:path extrusionOk="0" h="2395" w="2613">
                  <a:moveTo>
                    <a:pt x="1" y="1"/>
                  </a:moveTo>
                  <a:lnTo>
                    <a:pt x="1" y="1087"/>
                  </a:lnTo>
                  <a:cubicBezTo>
                    <a:pt x="1" y="1808"/>
                    <a:pt x="584" y="2395"/>
                    <a:pt x="1308" y="2395"/>
                  </a:cubicBezTo>
                  <a:cubicBezTo>
                    <a:pt x="2029" y="2391"/>
                    <a:pt x="2612" y="1808"/>
                    <a:pt x="2612" y="1087"/>
                  </a:cubicBezTo>
                  <a:lnTo>
                    <a:pt x="261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2"/>
            <p:cNvSpPr/>
            <p:nvPr/>
          </p:nvSpPr>
          <p:spPr>
            <a:xfrm>
              <a:off x="5464016" y="2636298"/>
              <a:ext cx="68506" cy="34240"/>
            </a:xfrm>
            <a:custGeom>
              <a:rect b="b" l="l" r="r" t="t"/>
              <a:pathLst>
                <a:path extrusionOk="0" h="1306" w="2613">
                  <a:moveTo>
                    <a:pt x="1" y="0"/>
                  </a:moveTo>
                  <a:lnTo>
                    <a:pt x="1" y="1029"/>
                  </a:lnTo>
                  <a:cubicBezTo>
                    <a:pt x="417" y="1214"/>
                    <a:pt x="863" y="1306"/>
                    <a:pt x="1308" y="1306"/>
                  </a:cubicBezTo>
                  <a:cubicBezTo>
                    <a:pt x="1753" y="1306"/>
                    <a:pt x="2197" y="1214"/>
                    <a:pt x="2612" y="1029"/>
                  </a:cubicBezTo>
                  <a:lnTo>
                    <a:pt x="261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82"/>
            <p:cNvSpPr/>
            <p:nvPr/>
          </p:nvSpPr>
          <p:spPr>
            <a:xfrm>
              <a:off x="5368400" y="2499364"/>
              <a:ext cx="92522" cy="131350"/>
            </a:xfrm>
            <a:custGeom>
              <a:rect b="b" l="l" r="r" t="t"/>
              <a:pathLst>
                <a:path extrusionOk="0" h="5010" w="3529">
                  <a:moveTo>
                    <a:pt x="1687" y="0"/>
                  </a:moveTo>
                  <a:cubicBezTo>
                    <a:pt x="1162" y="0"/>
                    <a:pt x="710" y="491"/>
                    <a:pt x="841" y="1066"/>
                  </a:cubicBezTo>
                  <a:cubicBezTo>
                    <a:pt x="881" y="1232"/>
                    <a:pt x="790" y="1399"/>
                    <a:pt x="645" y="1497"/>
                  </a:cubicBezTo>
                  <a:cubicBezTo>
                    <a:pt x="73" y="1881"/>
                    <a:pt x="1" y="2692"/>
                    <a:pt x="497" y="3170"/>
                  </a:cubicBezTo>
                  <a:cubicBezTo>
                    <a:pt x="591" y="3271"/>
                    <a:pt x="631" y="3409"/>
                    <a:pt x="609" y="3547"/>
                  </a:cubicBezTo>
                  <a:cubicBezTo>
                    <a:pt x="510" y="4375"/>
                    <a:pt x="1175" y="5010"/>
                    <a:pt x="1909" y="5010"/>
                  </a:cubicBezTo>
                  <a:cubicBezTo>
                    <a:pt x="2140" y="5010"/>
                    <a:pt x="2378" y="4947"/>
                    <a:pt x="2601" y="4807"/>
                  </a:cubicBezTo>
                  <a:cubicBezTo>
                    <a:pt x="3528" y="4224"/>
                    <a:pt x="3373" y="2826"/>
                    <a:pt x="2333" y="2467"/>
                  </a:cubicBezTo>
                  <a:lnTo>
                    <a:pt x="2337" y="2467"/>
                  </a:lnTo>
                  <a:cubicBezTo>
                    <a:pt x="2337" y="2442"/>
                    <a:pt x="2340" y="2420"/>
                    <a:pt x="2340" y="2395"/>
                  </a:cubicBezTo>
                  <a:cubicBezTo>
                    <a:pt x="2340" y="2120"/>
                    <a:pt x="2239" y="1859"/>
                    <a:pt x="2051" y="1660"/>
                  </a:cubicBezTo>
                  <a:cubicBezTo>
                    <a:pt x="2717" y="1352"/>
                    <a:pt x="2728" y="414"/>
                    <a:pt x="2072" y="91"/>
                  </a:cubicBezTo>
                  <a:cubicBezTo>
                    <a:pt x="1944" y="29"/>
                    <a:pt x="1814" y="0"/>
                    <a:pt x="168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2"/>
            <p:cNvSpPr/>
            <p:nvPr/>
          </p:nvSpPr>
          <p:spPr>
            <a:xfrm>
              <a:off x="5535721" y="2499364"/>
              <a:ext cx="92495" cy="131350"/>
            </a:xfrm>
            <a:custGeom>
              <a:rect b="b" l="l" r="r" t="t"/>
              <a:pathLst>
                <a:path extrusionOk="0" h="5010" w="3528">
                  <a:moveTo>
                    <a:pt x="1840" y="0"/>
                  </a:moveTo>
                  <a:cubicBezTo>
                    <a:pt x="1714" y="0"/>
                    <a:pt x="1583" y="29"/>
                    <a:pt x="1456" y="91"/>
                  </a:cubicBezTo>
                  <a:cubicBezTo>
                    <a:pt x="801" y="414"/>
                    <a:pt x="812" y="1352"/>
                    <a:pt x="1474" y="1660"/>
                  </a:cubicBezTo>
                  <a:cubicBezTo>
                    <a:pt x="1290" y="1859"/>
                    <a:pt x="1185" y="2120"/>
                    <a:pt x="1185" y="2395"/>
                  </a:cubicBezTo>
                  <a:cubicBezTo>
                    <a:pt x="1185" y="2420"/>
                    <a:pt x="1192" y="2442"/>
                    <a:pt x="1192" y="2467"/>
                  </a:cubicBezTo>
                  <a:lnTo>
                    <a:pt x="1195" y="2467"/>
                  </a:lnTo>
                  <a:cubicBezTo>
                    <a:pt x="156" y="2826"/>
                    <a:pt x="0" y="4224"/>
                    <a:pt x="927" y="4807"/>
                  </a:cubicBezTo>
                  <a:cubicBezTo>
                    <a:pt x="1150" y="4947"/>
                    <a:pt x="1388" y="5010"/>
                    <a:pt x="1619" y="5010"/>
                  </a:cubicBezTo>
                  <a:cubicBezTo>
                    <a:pt x="2352" y="5010"/>
                    <a:pt x="3016" y="4375"/>
                    <a:pt x="2919" y="3547"/>
                  </a:cubicBezTo>
                  <a:cubicBezTo>
                    <a:pt x="2898" y="3409"/>
                    <a:pt x="2937" y="3271"/>
                    <a:pt x="3032" y="3170"/>
                  </a:cubicBezTo>
                  <a:cubicBezTo>
                    <a:pt x="3528" y="2692"/>
                    <a:pt x="3455" y="1881"/>
                    <a:pt x="2883" y="1497"/>
                  </a:cubicBezTo>
                  <a:cubicBezTo>
                    <a:pt x="2738" y="1399"/>
                    <a:pt x="2648" y="1232"/>
                    <a:pt x="2688" y="1066"/>
                  </a:cubicBezTo>
                  <a:cubicBezTo>
                    <a:pt x="2819" y="491"/>
                    <a:pt x="2365" y="0"/>
                    <a:pt x="184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2"/>
            <p:cNvSpPr/>
            <p:nvPr/>
          </p:nvSpPr>
          <p:spPr>
            <a:xfrm>
              <a:off x="5401251" y="2459408"/>
              <a:ext cx="194036" cy="194010"/>
            </a:xfrm>
            <a:custGeom>
              <a:rect b="b" l="l" r="r" t="t"/>
              <a:pathLst>
                <a:path extrusionOk="0" h="7400" w="7401">
                  <a:moveTo>
                    <a:pt x="3702" y="0"/>
                  </a:moveTo>
                  <a:cubicBezTo>
                    <a:pt x="2138" y="0"/>
                    <a:pt x="870" y="1268"/>
                    <a:pt x="870" y="2829"/>
                  </a:cubicBezTo>
                  <a:lnTo>
                    <a:pt x="870" y="3263"/>
                  </a:lnTo>
                  <a:lnTo>
                    <a:pt x="544" y="3263"/>
                  </a:lnTo>
                  <a:cubicBezTo>
                    <a:pt x="244" y="3263"/>
                    <a:pt x="1" y="3510"/>
                    <a:pt x="1" y="3807"/>
                  </a:cubicBezTo>
                  <a:cubicBezTo>
                    <a:pt x="1" y="4107"/>
                    <a:pt x="244" y="4350"/>
                    <a:pt x="544" y="4350"/>
                  </a:cubicBezTo>
                  <a:lnTo>
                    <a:pt x="870" y="4350"/>
                  </a:lnTo>
                  <a:lnTo>
                    <a:pt x="870" y="4571"/>
                  </a:lnTo>
                  <a:cubicBezTo>
                    <a:pt x="870" y="6132"/>
                    <a:pt x="2138" y="7399"/>
                    <a:pt x="3702" y="7399"/>
                  </a:cubicBezTo>
                  <a:cubicBezTo>
                    <a:pt x="5263" y="7399"/>
                    <a:pt x="6531" y="6132"/>
                    <a:pt x="6531" y="4571"/>
                  </a:cubicBezTo>
                  <a:lnTo>
                    <a:pt x="6531" y="4353"/>
                  </a:lnTo>
                  <a:lnTo>
                    <a:pt x="6857" y="4353"/>
                  </a:lnTo>
                  <a:cubicBezTo>
                    <a:pt x="7157" y="4353"/>
                    <a:pt x="7400" y="4111"/>
                    <a:pt x="7400" y="3810"/>
                  </a:cubicBezTo>
                  <a:cubicBezTo>
                    <a:pt x="7400" y="3510"/>
                    <a:pt x="7157" y="3267"/>
                    <a:pt x="6857" y="3267"/>
                  </a:cubicBezTo>
                  <a:lnTo>
                    <a:pt x="6857" y="3263"/>
                  </a:lnTo>
                  <a:lnTo>
                    <a:pt x="6531" y="3263"/>
                  </a:lnTo>
                  <a:lnTo>
                    <a:pt x="6531" y="2829"/>
                  </a:lnTo>
                  <a:cubicBezTo>
                    <a:pt x="6531" y="1268"/>
                    <a:pt x="5263" y="0"/>
                    <a:pt x="370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2"/>
            <p:cNvSpPr/>
            <p:nvPr/>
          </p:nvSpPr>
          <p:spPr>
            <a:xfrm>
              <a:off x="5401251" y="2480094"/>
              <a:ext cx="108462" cy="173350"/>
            </a:xfrm>
            <a:custGeom>
              <a:rect b="b" l="l" r="r" t="t"/>
              <a:pathLst>
                <a:path extrusionOk="0" h="6612" w="4137">
                  <a:moveTo>
                    <a:pt x="1743" y="1"/>
                  </a:moveTo>
                  <a:cubicBezTo>
                    <a:pt x="1185" y="533"/>
                    <a:pt x="874" y="1268"/>
                    <a:pt x="874" y="2040"/>
                  </a:cubicBezTo>
                  <a:lnTo>
                    <a:pt x="874" y="2474"/>
                  </a:lnTo>
                  <a:lnTo>
                    <a:pt x="544" y="2474"/>
                  </a:lnTo>
                  <a:cubicBezTo>
                    <a:pt x="247" y="2474"/>
                    <a:pt x="1" y="2717"/>
                    <a:pt x="1" y="3018"/>
                  </a:cubicBezTo>
                  <a:cubicBezTo>
                    <a:pt x="1" y="3318"/>
                    <a:pt x="247" y="3561"/>
                    <a:pt x="544" y="3561"/>
                  </a:cubicBezTo>
                  <a:lnTo>
                    <a:pt x="874" y="3561"/>
                  </a:lnTo>
                  <a:lnTo>
                    <a:pt x="874" y="3782"/>
                  </a:lnTo>
                  <a:cubicBezTo>
                    <a:pt x="861" y="5366"/>
                    <a:pt x="2148" y="6612"/>
                    <a:pt x="3675" y="6612"/>
                  </a:cubicBezTo>
                  <a:cubicBezTo>
                    <a:pt x="3827" y="6612"/>
                    <a:pt x="3981" y="6600"/>
                    <a:pt x="4137" y="6574"/>
                  </a:cubicBezTo>
                  <a:cubicBezTo>
                    <a:pt x="2761" y="6360"/>
                    <a:pt x="1743" y="5176"/>
                    <a:pt x="1743" y="3782"/>
                  </a:cubicBezTo>
                  <a:lnTo>
                    <a:pt x="174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2"/>
            <p:cNvSpPr/>
            <p:nvPr/>
          </p:nvSpPr>
          <p:spPr>
            <a:xfrm>
              <a:off x="5469731" y="2590627"/>
              <a:ext cx="57075" cy="28603"/>
            </a:xfrm>
            <a:custGeom>
              <a:rect b="b" l="l" r="r" t="t"/>
              <a:pathLst>
                <a:path extrusionOk="0" h="1091" w="2177">
                  <a:moveTo>
                    <a:pt x="0" y="0"/>
                  </a:moveTo>
                  <a:cubicBezTo>
                    <a:pt x="0" y="602"/>
                    <a:pt x="489" y="1090"/>
                    <a:pt x="1090" y="1090"/>
                  </a:cubicBezTo>
                  <a:cubicBezTo>
                    <a:pt x="1692" y="1090"/>
                    <a:pt x="2177" y="602"/>
                    <a:pt x="2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2"/>
            <p:cNvSpPr/>
            <p:nvPr/>
          </p:nvSpPr>
          <p:spPr>
            <a:xfrm>
              <a:off x="5481109" y="2556439"/>
              <a:ext cx="34319" cy="34214"/>
            </a:xfrm>
            <a:custGeom>
              <a:rect b="b" l="l" r="r" t="t"/>
              <a:pathLst>
                <a:path extrusionOk="0" h="1305" w="1309">
                  <a:moveTo>
                    <a:pt x="656" y="1"/>
                  </a:moveTo>
                  <a:cubicBezTo>
                    <a:pt x="294" y="1"/>
                    <a:pt x="1" y="290"/>
                    <a:pt x="1" y="652"/>
                  </a:cubicBezTo>
                  <a:cubicBezTo>
                    <a:pt x="1" y="1011"/>
                    <a:pt x="294" y="1304"/>
                    <a:pt x="656" y="1304"/>
                  </a:cubicBezTo>
                  <a:cubicBezTo>
                    <a:pt x="1015" y="1304"/>
                    <a:pt x="1308" y="1011"/>
                    <a:pt x="1308" y="652"/>
                  </a:cubicBezTo>
                  <a:cubicBezTo>
                    <a:pt x="1308" y="290"/>
                    <a:pt x="1015" y="1"/>
                    <a:pt x="65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2"/>
            <p:cNvSpPr/>
            <p:nvPr/>
          </p:nvSpPr>
          <p:spPr>
            <a:xfrm>
              <a:off x="5412656" y="2448004"/>
              <a:ext cx="171331" cy="99915"/>
            </a:xfrm>
            <a:custGeom>
              <a:rect b="b" l="l" r="r" t="t"/>
              <a:pathLst>
                <a:path extrusionOk="0" h="3811" w="6535">
                  <a:moveTo>
                    <a:pt x="3270" y="0"/>
                  </a:moveTo>
                  <a:cubicBezTo>
                    <a:pt x="3216" y="0"/>
                    <a:pt x="3162" y="2"/>
                    <a:pt x="3108" y="4"/>
                  </a:cubicBezTo>
                  <a:cubicBezTo>
                    <a:pt x="1351" y="87"/>
                    <a:pt x="1" y="1598"/>
                    <a:pt x="1" y="3358"/>
                  </a:cubicBezTo>
                  <a:lnTo>
                    <a:pt x="1" y="3811"/>
                  </a:lnTo>
                  <a:lnTo>
                    <a:pt x="518" y="3745"/>
                  </a:lnTo>
                  <a:cubicBezTo>
                    <a:pt x="721" y="3720"/>
                    <a:pt x="873" y="3550"/>
                    <a:pt x="873" y="3347"/>
                  </a:cubicBezTo>
                  <a:cubicBezTo>
                    <a:pt x="873" y="2029"/>
                    <a:pt x="1906" y="895"/>
                    <a:pt x="3220" y="873"/>
                  </a:cubicBezTo>
                  <a:cubicBezTo>
                    <a:pt x="3236" y="873"/>
                    <a:pt x="3251" y="873"/>
                    <a:pt x="3267" y="873"/>
                  </a:cubicBezTo>
                  <a:cubicBezTo>
                    <a:pt x="4586" y="873"/>
                    <a:pt x="5661" y="1939"/>
                    <a:pt x="5661" y="3264"/>
                  </a:cubicBezTo>
                  <a:lnTo>
                    <a:pt x="5661" y="3343"/>
                  </a:lnTo>
                  <a:cubicBezTo>
                    <a:pt x="5661" y="3546"/>
                    <a:pt x="5813" y="3720"/>
                    <a:pt x="6016" y="3745"/>
                  </a:cubicBezTo>
                  <a:lnTo>
                    <a:pt x="6534" y="3807"/>
                  </a:lnTo>
                  <a:lnTo>
                    <a:pt x="6534" y="3264"/>
                  </a:lnTo>
                  <a:cubicBezTo>
                    <a:pt x="6534" y="1453"/>
                    <a:pt x="5063" y="0"/>
                    <a:pt x="327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2"/>
            <p:cNvSpPr/>
            <p:nvPr/>
          </p:nvSpPr>
          <p:spPr>
            <a:xfrm>
              <a:off x="5464409" y="2436547"/>
              <a:ext cx="119473" cy="91289"/>
            </a:xfrm>
            <a:custGeom>
              <a:rect b="b" l="l" r="r" t="t"/>
              <a:pathLst>
                <a:path extrusionOk="0" h="3482" w="4557">
                  <a:moveTo>
                    <a:pt x="1181" y="0"/>
                  </a:moveTo>
                  <a:cubicBezTo>
                    <a:pt x="825" y="0"/>
                    <a:pt x="473" y="194"/>
                    <a:pt x="301" y="553"/>
                  </a:cubicBezTo>
                  <a:cubicBezTo>
                    <a:pt x="0" y="1173"/>
                    <a:pt x="420" y="1901"/>
                    <a:pt x="1109" y="1951"/>
                  </a:cubicBezTo>
                  <a:cubicBezTo>
                    <a:pt x="945" y="2534"/>
                    <a:pt x="1401" y="3051"/>
                    <a:pt x="1936" y="3051"/>
                  </a:cubicBezTo>
                  <a:cubicBezTo>
                    <a:pt x="2063" y="3051"/>
                    <a:pt x="2194" y="3022"/>
                    <a:pt x="2322" y="2958"/>
                  </a:cubicBezTo>
                  <a:cubicBezTo>
                    <a:pt x="2532" y="3303"/>
                    <a:pt x="2892" y="3482"/>
                    <a:pt x="3253" y="3482"/>
                  </a:cubicBezTo>
                  <a:cubicBezTo>
                    <a:pt x="3552" y="3482"/>
                    <a:pt x="3853" y="3359"/>
                    <a:pt x="4071" y="3107"/>
                  </a:cubicBezTo>
                  <a:cubicBezTo>
                    <a:pt x="4556" y="2549"/>
                    <a:pt x="4357" y="1683"/>
                    <a:pt x="3680" y="1397"/>
                  </a:cubicBezTo>
                  <a:cubicBezTo>
                    <a:pt x="3610" y="705"/>
                    <a:pt x="3027" y="219"/>
                    <a:pt x="2382" y="219"/>
                  </a:cubicBezTo>
                  <a:cubicBezTo>
                    <a:pt x="2221" y="219"/>
                    <a:pt x="2056" y="249"/>
                    <a:pt x="1895" y="314"/>
                  </a:cubicBezTo>
                  <a:cubicBezTo>
                    <a:pt x="1698" y="102"/>
                    <a:pt x="1439" y="0"/>
                    <a:pt x="1181"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82"/>
            <p:cNvSpPr/>
            <p:nvPr/>
          </p:nvSpPr>
          <p:spPr>
            <a:xfrm>
              <a:off x="5477596" y="2557960"/>
              <a:ext cx="36206" cy="32746"/>
            </a:xfrm>
            <a:custGeom>
              <a:rect b="b" l="l" r="r" t="t"/>
              <a:pathLst>
                <a:path extrusionOk="0" h="1249" w="1381">
                  <a:moveTo>
                    <a:pt x="522" y="0"/>
                  </a:moveTo>
                  <a:cubicBezTo>
                    <a:pt x="102" y="185"/>
                    <a:pt x="1" y="732"/>
                    <a:pt x="323" y="1058"/>
                  </a:cubicBezTo>
                  <a:cubicBezTo>
                    <a:pt x="454" y="1187"/>
                    <a:pt x="619" y="1248"/>
                    <a:pt x="783" y="1248"/>
                  </a:cubicBezTo>
                  <a:cubicBezTo>
                    <a:pt x="1029" y="1248"/>
                    <a:pt x="1270" y="1111"/>
                    <a:pt x="1381" y="859"/>
                  </a:cubicBezTo>
                  <a:lnTo>
                    <a:pt x="1381" y="859"/>
                  </a:lnTo>
                  <a:cubicBezTo>
                    <a:pt x="1297" y="899"/>
                    <a:pt x="1207" y="920"/>
                    <a:pt x="1116" y="920"/>
                  </a:cubicBezTo>
                  <a:cubicBezTo>
                    <a:pt x="1115" y="920"/>
                    <a:pt x="1113" y="920"/>
                    <a:pt x="1111" y="920"/>
                  </a:cubicBezTo>
                  <a:cubicBezTo>
                    <a:pt x="639" y="920"/>
                    <a:pt x="324" y="430"/>
                    <a:pt x="52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2"/>
            <p:cNvSpPr/>
            <p:nvPr/>
          </p:nvSpPr>
          <p:spPr>
            <a:xfrm>
              <a:off x="5458720" y="2545874"/>
              <a:ext cx="10749" cy="16412"/>
            </a:xfrm>
            <a:custGeom>
              <a:rect b="b" l="l" r="r" t="t"/>
              <a:pathLst>
                <a:path extrusionOk="0" h="626" w="410">
                  <a:moveTo>
                    <a:pt x="205" y="1"/>
                  </a:moveTo>
                  <a:cubicBezTo>
                    <a:pt x="102" y="1"/>
                    <a:pt x="0" y="68"/>
                    <a:pt x="0" y="204"/>
                  </a:cubicBezTo>
                  <a:lnTo>
                    <a:pt x="0" y="422"/>
                  </a:lnTo>
                  <a:cubicBezTo>
                    <a:pt x="0" y="557"/>
                    <a:pt x="102" y="625"/>
                    <a:pt x="205" y="625"/>
                  </a:cubicBezTo>
                  <a:cubicBezTo>
                    <a:pt x="307" y="625"/>
                    <a:pt x="409" y="557"/>
                    <a:pt x="409" y="422"/>
                  </a:cubicBezTo>
                  <a:lnTo>
                    <a:pt x="409" y="204"/>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2"/>
            <p:cNvSpPr/>
            <p:nvPr/>
          </p:nvSpPr>
          <p:spPr>
            <a:xfrm>
              <a:off x="5527174" y="2545874"/>
              <a:ext cx="10749" cy="16386"/>
            </a:xfrm>
            <a:custGeom>
              <a:rect b="b" l="l" r="r" t="t"/>
              <a:pathLst>
                <a:path extrusionOk="0" h="625" w="410">
                  <a:moveTo>
                    <a:pt x="205" y="1"/>
                  </a:moveTo>
                  <a:cubicBezTo>
                    <a:pt x="103" y="1"/>
                    <a:pt x="0" y="68"/>
                    <a:pt x="0" y="204"/>
                  </a:cubicBezTo>
                  <a:lnTo>
                    <a:pt x="0" y="422"/>
                  </a:lnTo>
                  <a:cubicBezTo>
                    <a:pt x="0" y="534"/>
                    <a:pt x="91" y="624"/>
                    <a:pt x="203" y="624"/>
                  </a:cubicBezTo>
                  <a:cubicBezTo>
                    <a:pt x="315" y="624"/>
                    <a:pt x="410" y="534"/>
                    <a:pt x="410" y="422"/>
                  </a:cubicBezTo>
                  <a:lnTo>
                    <a:pt x="410" y="204"/>
                  </a:lnTo>
                  <a:cubicBezTo>
                    <a:pt x="410"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2"/>
            <p:cNvSpPr/>
            <p:nvPr/>
          </p:nvSpPr>
          <p:spPr>
            <a:xfrm>
              <a:off x="5361296" y="2431198"/>
              <a:ext cx="273947" cy="365052"/>
            </a:xfrm>
            <a:custGeom>
              <a:rect b="b" l="l" r="r" t="t"/>
              <a:pathLst>
                <a:path extrusionOk="0" h="13924" w="10449">
                  <a:moveTo>
                    <a:pt x="5118" y="406"/>
                  </a:moveTo>
                  <a:lnTo>
                    <a:pt x="5118" y="410"/>
                  </a:lnTo>
                  <a:cubicBezTo>
                    <a:pt x="5331" y="410"/>
                    <a:pt x="5534" y="500"/>
                    <a:pt x="5679" y="656"/>
                  </a:cubicBezTo>
                  <a:cubicBezTo>
                    <a:pt x="5719" y="698"/>
                    <a:pt x="5774" y="722"/>
                    <a:pt x="5830" y="722"/>
                  </a:cubicBezTo>
                  <a:cubicBezTo>
                    <a:pt x="5856" y="722"/>
                    <a:pt x="5882" y="717"/>
                    <a:pt x="5907" y="707"/>
                  </a:cubicBezTo>
                  <a:cubicBezTo>
                    <a:pt x="6042" y="652"/>
                    <a:pt x="6181" y="627"/>
                    <a:pt x="6316" y="627"/>
                  </a:cubicBezTo>
                  <a:cubicBezTo>
                    <a:pt x="6858" y="627"/>
                    <a:pt x="7352" y="1034"/>
                    <a:pt x="7410" y="1619"/>
                  </a:cubicBezTo>
                  <a:cubicBezTo>
                    <a:pt x="7417" y="1692"/>
                    <a:pt x="7465" y="1757"/>
                    <a:pt x="7533" y="1786"/>
                  </a:cubicBezTo>
                  <a:cubicBezTo>
                    <a:pt x="8087" y="2018"/>
                    <a:pt x="8250" y="2724"/>
                    <a:pt x="7856" y="3177"/>
                  </a:cubicBezTo>
                  <a:cubicBezTo>
                    <a:pt x="7677" y="3383"/>
                    <a:pt x="7433" y="3483"/>
                    <a:pt x="7189" y="3483"/>
                  </a:cubicBezTo>
                  <a:cubicBezTo>
                    <a:pt x="6894" y="3483"/>
                    <a:pt x="6601" y="3336"/>
                    <a:pt x="6432" y="3054"/>
                  </a:cubicBezTo>
                  <a:cubicBezTo>
                    <a:pt x="6394" y="2990"/>
                    <a:pt x="6325" y="2955"/>
                    <a:pt x="6255" y="2955"/>
                  </a:cubicBezTo>
                  <a:cubicBezTo>
                    <a:pt x="6226" y="2955"/>
                    <a:pt x="6196" y="2961"/>
                    <a:pt x="6168" y="2974"/>
                  </a:cubicBezTo>
                  <a:cubicBezTo>
                    <a:pt x="6077" y="3021"/>
                    <a:pt x="5980" y="3043"/>
                    <a:pt x="5878" y="3046"/>
                  </a:cubicBezTo>
                  <a:cubicBezTo>
                    <a:pt x="5509" y="3046"/>
                    <a:pt x="5212" y="2746"/>
                    <a:pt x="5212" y="2380"/>
                  </a:cubicBezTo>
                  <a:cubicBezTo>
                    <a:pt x="5212" y="2318"/>
                    <a:pt x="5223" y="2260"/>
                    <a:pt x="5237" y="2206"/>
                  </a:cubicBezTo>
                  <a:cubicBezTo>
                    <a:pt x="5270" y="2083"/>
                    <a:pt x="5183" y="1960"/>
                    <a:pt x="5056" y="1949"/>
                  </a:cubicBezTo>
                  <a:cubicBezTo>
                    <a:pt x="4643" y="1916"/>
                    <a:pt x="4332" y="1561"/>
                    <a:pt x="4350" y="1149"/>
                  </a:cubicBezTo>
                  <a:cubicBezTo>
                    <a:pt x="4364" y="736"/>
                    <a:pt x="4701" y="410"/>
                    <a:pt x="5118" y="406"/>
                  </a:cubicBezTo>
                  <a:close/>
                  <a:moveTo>
                    <a:pt x="8236" y="3351"/>
                  </a:moveTo>
                  <a:cubicBezTo>
                    <a:pt x="8269" y="3532"/>
                    <a:pt x="8287" y="3720"/>
                    <a:pt x="8287" y="3905"/>
                  </a:cubicBezTo>
                  <a:lnTo>
                    <a:pt x="8287" y="4136"/>
                  </a:lnTo>
                  <a:lnTo>
                    <a:pt x="8055" y="4136"/>
                  </a:lnTo>
                  <a:cubicBezTo>
                    <a:pt x="7928" y="4136"/>
                    <a:pt x="7823" y="4031"/>
                    <a:pt x="7823" y="3905"/>
                  </a:cubicBezTo>
                  <a:cubicBezTo>
                    <a:pt x="7823" y="3847"/>
                    <a:pt x="7819" y="3785"/>
                    <a:pt x="7816" y="3724"/>
                  </a:cubicBezTo>
                  <a:cubicBezTo>
                    <a:pt x="7982" y="3633"/>
                    <a:pt x="8124" y="3503"/>
                    <a:pt x="8236" y="3351"/>
                  </a:cubicBezTo>
                  <a:close/>
                  <a:moveTo>
                    <a:pt x="1941" y="2782"/>
                  </a:moveTo>
                  <a:cubicBezTo>
                    <a:pt x="1818" y="3144"/>
                    <a:pt x="1757" y="3524"/>
                    <a:pt x="1757" y="3905"/>
                  </a:cubicBezTo>
                  <a:lnTo>
                    <a:pt x="1757" y="4205"/>
                  </a:lnTo>
                  <a:cubicBezTo>
                    <a:pt x="1438" y="4354"/>
                    <a:pt x="1264" y="4701"/>
                    <a:pt x="1340" y="5046"/>
                  </a:cubicBezTo>
                  <a:cubicBezTo>
                    <a:pt x="1413" y="5390"/>
                    <a:pt x="1717" y="5632"/>
                    <a:pt x="2068" y="5632"/>
                  </a:cubicBezTo>
                  <a:lnTo>
                    <a:pt x="2191" y="5632"/>
                  </a:lnTo>
                  <a:lnTo>
                    <a:pt x="2191" y="5647"/>
                  </a:lnTo>
                  <a:cubicBezTo>
                    <a:pt x="2191" y="6219"/>
                    <a:pt x="2354" y="6784"/>
                    <a:pt x="2662" y="7266"/>
                  </a:cubicBezTo>
                  <a:cubicBezTo>
                    <a:pt x="2513" y="7342"/>
                    <a:pt x="2348" y="7379"/>
                    <a:pt x="2179" y="7379"/>
                  </a:cubicBezTo>
                  <a:cubicBezTo>
                    <a:pt x="2164" y="7379"/>
                    <a:pt x="2149" y="7378"/>
                    <a:pt x="2133" y="7378"/>
                  </a:cubicBezTo>
                  <a:cubicBezTo>
                    <a:pt x="1492" y="7353"/>
                    <a:pt x="1007" y="6788"/>
                    <a:pt x="1083" y="6150"/>
                  </a:cubicBezTo>
                  <a:cubicBezTo>
                    <a:pt x="1112" y="5951"/>
                    <a:pt x="1050" y="5748"/>
                    <a:pt x="909" y="5603"/>
                  </a:cubicBezTo>
                  <a:cubicBezTo>
                    <a:pt x="482" y="5190"/>
                    <a:pt x="580" y="4484"/>
                    <a:pt x="1101" y="4202"/>
                  </a:cubicBezTo>
                  <a:cubicBezTo>
                    <a:pt x="1297" y="4089"/>
                    <a:pt x="1391" y="3858"/>
                    <a:pt x="1322" y="3640"/>
                  </a:cubicBezTo>
                  <a:cubicBezTo>
                    <a:pt x="1286" y="3517"/>
                    <a:pt x="1282" y="3387"/>
                    <a:pt x="1318" y="3264"/>
                  </a:cubicBezTo>
                  <a:cubicBezTo>
                    <a:pt x="1384" y="3032"/>
                    <a:pt x="1568" y="2851"/>
                    <a:pt x="1804" y="2800"/>
                  </a:cubicBezTo>
                  <a:cubicBezTo>
                    <a:pt x="1851" y="2789"/>
                    <a:pt x="1898" y="2782"/>
                    <a:pt x="1941" y="2782"/>
                  </a:cubicBezTo>
                  <a:close/>
                  <a:moveTo>
                    <a:pt x="8508" y="2782"/>
                  </a:moveTo>
                  <a:cubicBezTo>
                    <a:pt x="8555" y="2782"/>
                    <a:pt x="8602" y="2789"/>
                    <a:pt x="8645" y="2800"/>
                  </a:cubicBezTo>
                  <a:cubicBezTo>
                    <a:pt x="8881" y="2851"/>
                    <a:pt x="9069" y="3032"/>
                    <a:pt x="9131" y="3264"/>
                  </a:cubicBezTo>
                  <a:cubicBezTo>
                    <a:pt x="9167" y="3387"/>
                    <a:pt x="9167" y="3517"/>
                    <a:pt x="9127" y="3644"/>
                  </a:cubicBezTo>
                  <a:cubicBezTo>
                    <a:pt x="9062" y="3858"/>
                    <a:pt x="9152" y="4089"/>
                    <a:pt x="9351" y="4202"/>
                  </a:cubicBezTo>
                  <a:cubicBezTo>
                    <a:pt x="9873" y="4484"/>
                    <a:pt x="9967" y="5190"/>
                    <a:pt x="9540" y="5603"/>
                  </a:cubicBezTo>
                  <a:cubicBezTo>
                    <a:pt x="9402" y="5748"/>
                    <a:pt x="9337" y="5951"/>
                    <a:pt x="9366" y="6150"/>
                  </a:cubicBezTo>
                  <a:cubicBezTo>
                    <a:pt x="9442" y="6788"/>
                    <a:pt x="8957" y="7353"/>
                    <a:pt x="8316" y="7378"/>
                  </a:cubicBezTo>
                  <a:cubicBezTo>
                    <a:pt x="8301" y="7378"/>
                    <a:pt x="8285" y="7379"/>
                    <a:pt x="8270" y="7379"/>
                  </a:cubicBezTo>
                  <a:cubicBezTo>
                    <a:pt x="8104" y="7379"/>
                    <a:pt x="7940" y="7342"/>
                    <a:pt x="7790" y="7269"/>
                  </a:cubicBezTo>
                  <a:cubicBezTo>
                    <a:pt x="8095" y="6784"/>
                    <a:pt x="8258" y="6223"/>
                    <a:pt x="8258" y="5647"/>
                  </a:cubicBezTo>
                  <a:lnTo>
                    <a:pt x="8258" y="5632"/>
                  </a:lnTo>
                  <a:lnTo>
                    <a:pt x="8381" y="5632"/>
                  </a:lnTo>
                  <a:cubicBezTo>
                    <a:pt x="8732" y="5632"/>
                    <a:pt x="9036" y="5390"/>
                    <a:pt x="9112" y="5046"/>
                  </a:cubicBezTo>
                  <a:cubicBezTo>
                    <a:pt x="9188" y="4701"/>
                    <a:pt x="9015" y="4354"/>
                    <a:pt x="8696" y="4205"/>
                  </a:cubicBezTo>
                  <a:lnTo>
                    <a:pt x="8696" y="3905"/>
                  </a:lnTo>
                  <a:cubicBezTo>
                    <a:pt x="8696" y="3524"/>
                    <a:pt x="8631" y="3144"/>
                    <a:pt x="8508" y="2782"/>
                  </a:cubicBezTo>
                  <a:close/>
                  <a:moveTo>
                    <a:pt x="3933" y="1130"/>
                  </a:moveTo>
                  <a:lnTo>
                    <a:pt x="3933" y="1185"/>
                  </a:lnTo>
                  <a:cubicBezTo>
                    <a:pt x="3937" y="1717"/>
                    <a:pt x="4296" y="2181"/>
                    <a:pt x="4806" y="2322"/>
                  </a:cubicBezTo>
                  <a:lnTo>
                    <a:pt x="4806" y="2384"/>
                  </a:lnTo>
                  <a:cubicBezTo>
                    <a:pt x="4806" y="2978"/>
                    <a:pt x="5288" y="3456"/>
                    <a:pt x="5882" y="3459"/>
                  </a:cubicBezTo>
                  <a:cubicBezTo>
                    <a:pt x="5983" y="3459"/>
                    <a:pt x="6088" y="3441"/>
                    <a:pt x="6186" y="3412"/>
                  </a:cubicBezTo>
                  <a:cubicBezTo>
                    <a:pt x="6429" y="3716"/>
                    <a:pt x="6798" y="3894"/>
                    <a:pt x="7189" y="3894"/>
                  </a:cubicBezTo>
                  <a:cubicBezTo>
                    <a:pt x="7265" y="3894"/>
                    <a:pt x="7341" y="3887"/>
                    <a:pt x="7417" y="3872"/>
                  </a:cubicBezTo>
                  <a:lnTo>
                    <a:pt x="7417" y="3908"/>
                  </a:lnTo>
                  <a:cubicBezTo>
                    <a:pt x="7421" y="4260"/>
                    <a:pt x="7704" y="4546"/>
                    <a:pt x="8058" y="4546"/>
                  </a:cubicBezTo>
                  <a:lnTo>
                    <a:pt x="8384" y="4546"/>
                  </a:lnTo>
                  <a:cubicBezTo>
                    <a:pt x="8391" y="4545"/>
                    <a:pt x="8397" y="4545"/>
                    <a:pt x="8404" y="4545"/>
                  </a:cubicBezTo>
                  <a:cubicBezTo>
                    <a:pt x="8591" y="4545"/>
                    <a:pt x="8743" y="4697"/>
                    <a:pt x="8743" y="4886"/>
                  </a:cubicBezTo>
                  <a:cubicBezTo>
                    <a:pt x="8743" y="5077"/>
                    <a:pt x="8587" y="5227"/>
                    <a:pt x="8398" y="5227"/>
                  </a:cubicBezTo>
                  <a:cubicBezTo>
                    <a:pt x="8393" y="5227"/>
                    <a:pt x="8389" y="5227"/>
                    <a:pt x="8384" y="5227"/>
                  </a:cubicBezTo>
                  <a:lnTo>
                    <a:pt x="8261" y="5227"/>
                  </a:lnTo>
                  <a:lnTo>
                    <a:pt x="8261" y="5212"/>
                  </a:lnTo>
                  <a:cubicBezTo>
                    <a:pt x="8261" y="5076"/>
                    <a:pt x="8160" y="5008"/>
                    <a:pt x="8058" y="5008"/>
                  </a:cubicBezTo>
                  <a:cubicBezTo>
                    <a:pt x="7957" y="5008"/>
                    <a:pt x="7856" y="5076"/>
                    <a:pt x="7856" y="5212"/>
                  </a:cubicBezTo>
                  <a:lnTo>
                    <a:pt x="7856" y="5647"/>
                  </a:lnTo>
                  <a:cubicBezTo>
                    <a:pt x="7856" y="7095"/>
                    <a:pt x="6679" y="8272"/>
                    <a:pt x="5230" y="8272"/>
                  </a:cubicBezTo>
                  <a:cubicBezTo>
                    <a:pt x="3778" y="8272"/>
                    <a:pt x="2604" y="7095"/>
                    <a:pt x="2604" y="5647"/>
                  </a:cubicBezTo>
                  <a:lnTo>
                    <a:pt x="2601" y="5647"/>
                  </a:lnTo>
                  <a:lnTo>
                    <a:pt x="2601" y="5212"/>
                  </a:lnTo>
                  <a:cubicBezTo>
                    <a:pt x="2601" y="5076"/>
                    <a:pt x="2498" y="5008"/>
                    <a:pt x="2396" y="5008"/>
                  </a:cubicBezTo>
                  <a:cubicBezTo>
                    <a:pt x="2294" y="5008"/>
                    <a:pt x="2191" y="5076"/>
                    <a:pt x="2191" y="5212"/>
                  </a:cubicBezTo>
                  <a:lnTo>
                    <a:pt x="2191" y="5227"/>
                  </a:lnTo>
                  <a:lnTo>
                    <a:pt x="2068" y="5227"/>
                  </a:lnTo>
                  <a:cubicBezTo>
                    <a:pt x="2064" y="5227"/>
                    <a:pt x="2060" y="5227"/>
                    <a:pt x="2055" y="5227"/>
                  </a:cubicBezTo>
                  <a:cubicBezTo>
                    <a:pt x="1869" y="5227"/>
                    <a:pt x="1713" y="5074"/>
                    <a:pt x="1713" y="4886"/>
                  </a:cubicBezTo>
                  <a:cubicBezTo>
                    <a:pt x="1713" y="4697"/>
                    <a:pt x="1866" y="4545"/>
                    <a:pt x="2049" y="4545"/>
                  </a:cubicBezTo>
                  <a:cubicBezTo>
                    <a:pt x="2056" y="4545"/>
                    <a:pt x="2062" y="4545"/>
                    <a:pt x="2068" y="4546"/>
                  </a:cubicBezTo>
                  <a:lnTo>
                    <a:pt x="2398" y="4546"/>
                  </a:lnTo>
                  <a:cubicBezTo>
                    <a:pt x="2749" y="4546"/>
                    <a:pt x="3035" y="4260"/>
                    <a:pt x="3035" y="3908"/>
                  </a:cubicBezTo>
                  <a:cubicBezTo>
                    <a:pt x="3032" y="3303"/>
                    <a:pt x="3281" y="2728"/>
                    <a:pt x="3723" y="2315"/>
                  </a:cubicBezTo>
                  <a:cubicBezTo>
                    <a:pt x="3875" y="2169"/>
                    <a:pt x="3741" y="1958"/>
                    <a:pt x="3581" y="1958"/>
                  </a:cubicBezTo>
                  <a:cubicBezTo>
                    <a:pt x="3534" y="1958"/>
                    <a:pt x="3486" y="1975"/>
                    <a:pt x="3441" y="2018"/>
                  </a:cubicBezTo>
                  <a:cubicBezTo>
                    <a:pt x="2919" y="2507"/>
                    <a:pt x="2626" y="3191"/>
                    <a:pt x="2626" y="3908"/>
                  </a:cubicBezTo>
                  <a:cubicBezTo>
                    <a:pt x="2626" y="4035"/>
                    <a:pt x="2525" y="4136"/>
                    <a:pt x="2398" y="4136"/>
                  </a:cubicBezTo>
                  <a:lnTo>
                    <a:pt x="2166" y="4136"/>
                  </a:lnTo>
                  <a:lnTo>
                    <a:pt x="2166" y="3908"/>
                  </a:lnTo>
                  <a:cubicBezTo>
                    <a:pt x="2162" y="2717"/>
                    <a:pt x="2854" y="1630"/>
                    <a:pt x="3933" y="1130"/>
                  </a:cubicBezTo>
                  <a:close/>
                  <a:moveTo>
                    <a:pt x="6327" y="8475"/>
                  </a:moveTo>
                  <a:lnTo>
                    <a:pt x="6327" y="8906"/>
                  </a:lnTo>
                  <a:cubicBezTo>
                    <a:pt x="6327" y="9033"/>
                    <a:pt x="6306" y="9160"/>
                    <a:pt x="6262" y="9279"/>
                  </a:cubicBezTo>
                  <a:cubicBezTo>
                    <a:pt x="6205" y="9440"/>
                    <a:pt x="6334" y="9554"/>
                    <a:pt x="6461" y="9554"/>
                  </a:cubicBezTo>
                  <a:cubicBezTo>
                    <a:pt x="6537" y="9554"/>
                    <a:pt x="6612" y="9513"/>
                    <a:pt x="6646" y="9417"/>
                  </a:cubicBezTo>
                  <a:cubicBezTo>
                    <a:pt x="6704" y="9254"/>
                    <a:pt x="6737" y="9080"/>
                    <a:pt x="6737" y="8906"/>
                  </a:cubicBezTo>
                  <a:lnTo>
                    <a:pt x="6737" y="8816"/>
                  </a:lnTo>
                  <a:cubicBezTo>
                    <a:pt x="7182" y="8895"/>
                    <a:pt x="7620" y="9008"/>
                    <a:pt x="8044" y="9156"/>
                  </a:cubicBezTo>
                  <a:cubicBezTo>
                    <a:pt x="8051" y="9156"/>
                    <a:pt x="8055" y="9160"/>
                    <a:pt x="8055" y="9167"/>
                  </a:cubicBezTo>
                  <a:cubicBezTo>
                    <a:pt x="7993" y="9870"/>
                    <a:pt x="7667" y="10525"/>
                    <a:pt x="7149" y="11003"/>
                  </a:cubicBezTo>
                  <a:cubicBezTo>
                    <a:pt x="6615" y="11496"/>
                    <a:pt x="5925" y="11756"/>
                    <a:pt x="5223" y="11756"/>
                  </a:cubicBezTo>
                  <a:cubicBezTo>
                    <a:pt x="4878" y="11756"/>
                    <a:pt x="4531" y="11693"/>
                    <a:pt x="4198" y="11565"/>
                  </a:cubicBezTo>
                  <a:cubicBezTo>
                    <a:pt x="3187" y="11173"/>
                    <a:pt x="2488" y="10243"/>
                    <a:pt x="2394" y="9163"/>
                  </a:cubicBezTo>
                  <a:cubicBezTo>
                    <a:pt x="2394" y="9160"/>
                    <a:pt x="2398" y="9153"/>
                    <a:pt x="2405" y="9153"/>
                  </a:cubicBezTo>
                  <a:cubicBezTo>
                    <a:pt x="2832" y="9004"/>
                    <a:pt x="3271" y="8892"/>
                    <a:pt x="3712" y="8812"/>
                  </a:cubicBezTo>
                  <a:lnTo>
                    <a:pt x="3712" y="8903"/>
                  </a:lnTo>
                  <a:cubicBezTo>
                    <a:pt x="3715" y="9784"/>
                    <a:pt x="4437" y="10414"/>
                    <a:pt x="5224" y="10414"/>
                  </a:cubicBezTo>
                  <a:cubicBezTo>
                    <a:pt x="5475" y="10414"/>
                    <a:pt x="5733" y="10350"/>
                    <a:pt x="5976" y="10210"/>
                  </a:cubicBezTo>
                  <a:cubicBezTo>
                    <a:pt x="6174" y="10097"/>
                    <a:pt x="6062" y="9828"/>
                    <a:pt x="5881" y="9828"/>
                  </a:cubicBezTo>
                  <a:cubicBezTo>
                    <a:pt x="5847" y="9828"/>
                    <a:pt x="5810" y="9837"/>
                    <a:pt x="5773" y="9859"/>
                  </a:cubicBezTo>
                  <a:cubicBezTo>
                    <a:pt x="5597" y="9959"/>
                    <a:pt x="5411" y="10005"/>
                    <a:pt x="5229" y="10005"/>
                  </a:cubicBezTo>
                  <a:cubicBezTo>
                    <a:pt x="4654" y="10005"/>
                    <a:pt x="4124" y="9547"/>
                    <a:pt x="4122" y="8906"/>
                  </a:cubicBezTo>
                  <a:lnTo>
                    <a:pt x="4122" y="8475"/>
                  </a:lnTo>
                  <a:cubicBezTo>
                    <a:pt x="4477" y="8613"/>
                    <a:pt x="4851" y="8682"/>
                    <a:pt x="5224" y="8682"/>
                  </a:cubicBezTo>
                  <a:cubicBezTo>
                    <a:pt x="5598" y="8682"/>
                    <a:pt x="5972" y="8613"/>
                    <a:pt x="6327" y="8475"/>
                  </a:cubicBezTo>
                  <a:close/>
                  <a:moveTo>
                    <a:pt x="5118" y="0"/>
                  </a:moveTo>
                  <a:cubicBezTo>
                    <a:pt x="4679" y="0"/>
                    <a:pt x="4274" y="247"/>
                    <a:pt x="4071" y="634"/>
                  </a:cubicBezTo>
                  <a:cubicBezTo>
                    <a:pt x="3213" y="938"/>
                    <a:pt x="2506" y="1565"/>
                    <a:pt x="2108" y="2384"/>
                  </a:cubicBezTo>
                  <a:cubicBezTo>
                    <a:pt x="2060" y="2377"/>
                    <a:pt x="2012" y="2374"/>
                    <a:pt x="1964" y="2374"/>
                  </a:cubicBezTo>
                  <a:cubicBezTo>
                    <a:pt x="1880" y="2374"/>
                    <a:pt x="1797" y="2383"/>
                    <a:pt x="1717" y="2402"/>
                  </a:cubicBezTo>
                  <a:cubicBezTo>
                    <a:pt x="1333" y="2489"/>
                    <a:pt x="1029" y="2778"/>
                    <a:pt x="924" y="3159"/>
                  </a:cubicBezTo>
                  <a:cubicBezTo>
                    <a:pt x="869" y="3354"/>
                    <a:pt x="873" y="3564"/>
                    <a:pt x="935" y="3760"/>
                  </a:cubicBezTo>
                  <a:cubicBezTo>
                    <a:pt x="942" y="3792"/>
                    <a:pt x="931" y="3825"/>
                    <a:pt x="906" y="3843"/>
                  </a:cubicBezTo>
                  <a:cubicBezTo>
                    <a:pt x="141" y="4256"/>
                    <a:pt x="0" y="5292"/>
                    <a:pt x="623" y="5897"/>
                  </a:cubicBezTo>
                  <a:cubicBezTo>
                    <a:pt x="688" y="5955"/>
                    <a:pt x="685" y="6060"/>
                    <a:pt x="677" y="6099"/>
                  </a:cubicBezTo>
                  <a:cubicBezTo>
                    <a:pt x="576" y="6976"/>
                    <a:pt x="1239" y="7751"/>
                    <a:pt x="2119" y="7784"/>
                  </a:cubicBezTo>
                  <a:lnTo>
                    <a:pt x="2177" y="7784"/>
                  </a:lnTo>
                  <a:cubicBezTo>
                    <a:pt x="2434" y="7784"/>
                    <a:pt x="2684" y="7722"/>
                    <a:pt x="2905" y="7599"/>
                  </a:cubicBezTo>
                  <a:cubicBezTo>
                    <a:pt x="3133" y="7870"/>
                    <a:pt x="3408" y="8099"/>
                    <a:pt x="3716" y="8276"/>
                  </a:cubicBezTo>
                  <a:lnTo>
                    <a:pt x="3716" y="8399"/>
                  </a:lnTo>
                  <a:cubicBezTo>
                    <a:pt x="3223" y="8483"/>
                    <a:pt x="2742" y="8606"/>
                    <a:pt x="2271" y="8769"/>
                  </a:cubicBezTo>
                  <a:cubicBezTo>
                    <a:pt x="2101" y="8827"/>
                    <a:pt x="1985" y="8990"/>
                    <a:pt x="1988" y="9171"/>
                  </a:cubicBezTo>
                  <a:lnTo>
                    <a:pt x="1166" y="9460"/>
                  </a:lnTo>
                  <a:cubicBezTo>
                    <a:pt x="478" y="9707"/>
                    <a:pt x="15" y="10359"/>
                    <a:pt x="15" y="11090"/>
                  </a:cubicBezTo>
                  <a:lnTo>
                    <a:pt x="15" y="13720"/>
                  </a:lnTo>
                  <a:cubicBezTo>
                    <a:pt x="15" y="13855"/>
                    <a:pt x="117" y="13923"/>
                    <a:pt x="219" y="13923"/>
                  </a:cubicBezTo>
                  <a:cubicBezTo>
                    <a:pt x="322" y="13923"/>
                    <a:pt x="424" y="13855"/>
                    <a:pt x="424" y="13720"/>
                  </a:cubicBezTo>
                  <a:lnTo>
                    <a:pt x="424" y="11090"/>
                  </a:lnTo>
                  <a:cubicBezTo>
                    <a:pt x="424" y="10532"/>
                    <a:pt x="775" y="10033"/>
                    <a:pt x="1304" y="9844"/>
                  </a:cubicBezTo>
                  <a:lnTo>
                    <a:pt x="2046" y="9584"/>
                  </a:lnTo>
                  <a:cubicBezTo>
                    <a:pt x="2347" y="11010"/>
                    <a:pt x="3564" y="12064"/>
                    <a:pt x="5020" y="12155"/>
                  </a:cubicBezTo>
                  <a:lnTo>
                    <a:pt x="5020" y="13701"/>
                  </a:lnTo>
                  <a:cubicBezTo>
                    <a:pt x="5020" y="13837"/>
                    <a:pt x="5122" y="13905"/>
                    <a:pt x="5224" y="13905"/>
                  </a:cubicBezTo>
                  <a:cubicBezTo>
                    <a:pt x="5327" y="13905"/>
                    <a:pt x="5429" y="13837"/>
                    <a:pt x="5429" y="13701"/>
                  </a:cubicBezTo>
                  <a:lnTo>
                    <a:pt x="5429" y="12155"/>
                  </a:lnTo>
                  <a:cubicBezTo>
                    <a:pt x="6885" y="12064"/>
                    <a:pt x="8102" y="11010"/>
                    <a:pt x="8403" y="9584"/>
                  </a:cubicBezTo>
                  <a:lnTo>
                    <a:pt x="9145" y="9844"/>
                  </a:lnTo>
                  <a:cubicBezTo>
                    <a:pt x="9674" y="10033"/>
                    <a:pt x="10025" y="10532"/>
                    <a:pt x="10025" y="11090"/>
                  </a:cubicBezTo>
                  <a:lnTo>
                    <a:pt x="10025" y="13720"/>
                  </a:lnTo>
                  <a:cubicBezTo>
                    <a:pt x="10025" y="13855"/>
                    <a:pt x="10127" y="13923"/>
                    <a:pt x="10230" y="13923"/>
                  </a:cubicBezTo>
                  <a:cubicBezTo>
                    <a:pt x="10332" y="13923"/>
                    <a:pt x="10434" y="13855"/>
                    <a:pt x="10434" y="13720"/>
                  </a:cubicBezTo>
                  <a:lnTo>
                    <a:pt x="10434" y="11090"/>
                  </a:lnTo>
                  <a:cubicBezTo>
                    <a:pt x="10434" y="10359"/>
                    <a:pt x="9974" y="9707"/>
                    <a:pt x="9283" y="9460"/>
                  </a:cubicBezTo>
                  <a:lnTo>
                    <a:pt x="8461" y="9171"/>
                  </a:lnTo>
                  <a:cubicBezTo>
                    <a:pt x="8464" y="8990"/>
                    <a:pt x="8348" y="8827"/>
                    <a:pt x="8178" y="8769"/>
                  </a:cubicBezTo>
                  <a:cubicBezTo>
                    <a:pt x="7707" y="8606"/>
                    <a:pt x="7225" y="8483"/>
                    <a:pt x="6737" y="8399"/>
                  </a:cubicBezTo>
                  <a:lnTo>
                    <a:pt x="6737" y="8276"/>
                  </a:lnTo>
                  <a:cubicBezTo>
                    <a:pt x="7041" y="8099"/>
                    <a:pt x="7316" y="7870"/>
                    <a:pt x="7544" y="7599"/>
                  </a:cubicBezTo>
                  <a:cubicBezTo>
                    <a:pt x="7769" y="7722"/>
                    <a:pt x="8019" y="7784"/>
                    <a:pt x="8272" y="7784"/>
                  </a:cubicBezTo>
                  <a:lnTo>
                    <a:pt x="8330" y="7784"/>
                  </a:lnTo>
                  <a:cubicBezTo>
                    <a:pt x="9210" y="7751"/>
                    <a:pt x="9873" y="6976"/>
                    <a:pt x="9772" y="6099"/>
                  </a:cubicBezTo>
                  <a:cubicBezTo>
                    <a:pt x="9768" y="6060"/>
                    <a:pt x="9764" y="5955"/>
                    <a:pt x="9826" y="5897"/>
                  </a:cubicBezTo>
                  <a:cubicBezTo>
                    <a:pt x="10449" y="5292"/>
                    <a:pt x="10308" y="4256"/>
                    <a:pt x="9547" y="3843"/>
                  </a:cubicBezTo>
                  <a:cubicBezTo>
                    <a:pt x="9518" y="3825"/>
                    <a:pt x="9507" y="3792"/>
                    <a:pt x="9518" y="3760"/>
                  </a:cubicBezTo>
                  <a:cubicBezTo>
                    <a:pt x="9576" y="3564"/>
                    <a:pt x="9580" y="3354"/>
                    <a:pt x="9525" y="3159"/>
                  </a:cubicBezTo>
                  <a:cubicBezTo>
                    <a:pt x="9420" y="2778"/>
                    <a:pt x="9120" y="2489"/>
                    <a:pt x="8736" y="2398"/>
                  </a:cubicBezTo>
                  <a:cubicBezTo>
                    <a:pt x="8657" y="2382"/>
                    <a:pt x="8575" y="2372"/>
                    <a:pt x="8493" y="2372"/>
                  </a:cubicBezTo>
                  <a:cubicBezTo>
                    <a:pt x="8481" y="2372"/>
                    <a:pt x="8469" y="2372"/>
                    <a:pt x="8457" y="2373"/>
                  </a:cubicBezTo>
                  <a:cubicBezTo>
                    <a:pt x="8388" y="1985"/>
                    <a:pt x="8145" y="1652"/>
                    <a:pt x="7801" y="1464"/>
                  </a:cubicBezTo>
                  <a:cubicBezTo>
                    <a:pt x="7672" y="723"/>
                    <a:pt x="7027" y="218"/>
                    <a:pt x="6318" y="218"/>
                  </a:cubicBezTo>
                  <a:cubicBezTo>
                    <a:pt x="6174" y="218"/>
                    <a:pt x="6028" y="239"/>
                    <a:pt x="5882" y="283"/>
                  </a:cubicBezTo>
                  <a:cubicBezTo>
                    <a:pt x="5668" y="102"/>
                    <a:pt x="5397" y="0"/>
                    <a:pt x="5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2"/>
            <p:cNvSpPr/>
            <p:nvPr/>
          </p:nvSpPr>
          <p:spPr>
            <a:xfrm>
              <a:off x="5464409" y="2551039"/>
              <a:ext cx="67825" cy="73514"/>
            </a:xfrm>
            <a:custGeom>
              <a:rect b="b" l="l" r="r" t="t"/>
              <a:pathLst>
                <a:path extrusionOk="0" h="2804" w="2587">
                  <a:moveTo>
                    <a:pt x="1295" y="407"/>
                  </a:moveTo>
                  <a:cubicBezTo>
                    <a:pt x="1405" y="407"/>
                    <a:pt x="1517" y="448"/>
                    <a:pt x="1608" y="540"/>
                  </a:cubicBezTo>
                  <a:cubicBezTo>
                    <a:pt x="1895" y="822"/>
                    <a:pt x="1692" y="1308"/>
                    <a:pt x="1293" y="1308"/>
                  </a:cubicBezTo>
                  <a:cubicBezTo>
                    <a:pt x="1043" y="1308"/>
                    <a:pt x="844" y="1105"/>
                    <a:pt x="844" y="858"/>
                  </a:cubicBezTo>
                  <a:cubicBezTo>
                    <a:pt x="844" y="586"/>
                    <a:pt x="1065" y="407"/>
                    <a:pt x="1295" y="407"/>
                  </a:cubicBezTo>
                  <a:close/>
                  <a:moveTo>
                    <a:pt x="2152" y="1717"/>
                  </a:moveTo>
                  <a:cubicBezTo>
                    <a:pt x="2057" y="2112"/>
                    <a:pt x="1703" y="2394"/>
                    <a:pt x="1293" y="2394"/>
                  </a:cubicBezTo>
                  <a:cubicBezTo>
                    <a:pt x="884" y="2394"/>
                    <a:pt x="526" y="2112"/>
                    <a:pt x="431" y="1717"/>
                  </a:cubicBezTo>
                  <a:close/>
                  <a:moveTo>
                    <a:pt x="1293" y="0"/>
                  </a:moveTo>
                  <a:cubicBezTo>
                    <a:pt x="623" y="0"/>
                    <a:pt x="210" y="735"/>
                    <a:pt x="562" y="1308"/>
                  </a:cubicBezTo>
                  <a:lnTo>
                    <a:pt x="203" y="1308"/>
                  </a:lnTo>
                  <a:cubicBezTo>
                    <a:pt x="91" y="1308"/>
                    <a:pt x="0" y="1398"/>
                    <a:pt x="0" y="1510"/>
                  </a:cubicBezTo>
                  <a:cubicBezTo>
                    <a:pt x="0" y="2224"/>
                    <a:pt x="580" y="2803"/>
                    <a:pt x="1293" y="2803"/>
                  </a:cubicBezTo>
                  <a:cubicBezTo>
                    <a:pt x="2007" y="2803"/>
                    <a:pt x="2586" y="2224"/>
                    <a:pt x="2586" y="1510"/>
                  </a:cubicBezTo>
                  <a:cubicBezTo>
                    <a:pt x="2586" y="1398"/>
                    <a:pt x="2492" y="1308"/>
                    <a:pt x="2380" y="1308"/>
                  </a:cubicBezTo>
                  <a:lnTo>
                    <a:pt x="2021" y="1308"/>
                  </a:lnTo>
                  <a:cubicBezTo>
                    <a:pt x="2373" y="735"/>
                    <a:pt x="1963" y="0"/>
                    <a:pt x="1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2"/>
            <p:cNvSpPr/>
            <p:nvPr/>
          </p:nvSpPr>
          <p:spPr>
            <a:xfrm>
              <a:off x="5450330" y="2522409"/>
              <a:ext cx="27476" cy="16701"/>
            </a:xfrm>
            <a:custGeom>
              <a:rect b="b" l="l" r="r" t="t"/>
              <a:pathLst>
                <a:path extrusionOk="0" h="637" w="1048">
                  <a:moveTo>
                    <a:pt x="751" y="0"/>
                  </a:moveTo>
                  <a:cubicBezTo>
                    <a:pt x="719" y="0"/>
                    <a:pt x="685" y="8"/>
                    <a:pt x="650" y="27"/>
                  </a:cubicBezTo>
                  <a:lnTo>
                    <a:pt x="215" y="245"/>
                  </a:lnTo>
                  <a:cubicBezTo>
                    <a:pt x="0" y="344"/>
                    <a:pt x="106" y="636"/>
                    <a:pt x="297" y="636"/>
                  </a:cubicBezTo>
                  <a:cubicBezTo>
                    <a:pt x="328" y="636"/>
                    <a:pt x="361" y="628"/>
                    <a:pt x="396" y="610"/>
                  </a:cubicBezTo>
                  <a:lnTo>
                    <a:pt x="831" y="393"/>
                  </a:lnTo>
                  <a:cubicBezTo>
                    <a:pt x="1048" y="291"/>
                    <a:pt x="941" y="0"/>
                    <a:pt x="7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146" name="Shape 14146"/>
        <p:cNvGrpSpPr/>
        <p:nvPr/>
      </p:nvGrpSpPr>
      <p:grpSpPr>
        <a:xfrm>
          <a:off x="0" y="0"/>
          <a:ext cx="0" cy="0"/>
          <a:chOff x="0" y="0"/>
          <a:chExt cx="0" cy="0"/>
        </a:xfrm>
      </p:grpSpPr>
      <p:sp>
        <p:nvSpPr>
          <p:cNvPr id="14147" name="Google Shape;14147;p8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148" name="Google Shape;14148;p8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4149" name="Google Shape;14149;p83"/>
          <p:cNvGrpSpPr/>
          <p:nvPr/>
        </p:nvGrpSpPr>
        <p:grpSpPr>
          <a:xfrm>
            <a:off x="3516462" y="3365328"/>
            <a:ext cx="367569" cy="365289"/>
            <a:chOff x="3516462" y="3365328"/>
            <a:chExt cx="367569" cy="365289"/>
          </a:xfrm>
        </p:grpSpPr>
        <p:sp>
          <p:nvSpPr>
            <p:cNvPr id="14150" name="Google Shape;14150;p83"/>
            <p:cNvSpPr/>
            <p:nvPr/>
          </p:nvSpPr>
          <p:spPr>
            <a:xfrm>
              <a:off x="3621377" y="3394648"/>
              <a:ext cx="128943" cy="148437"/>
            </a:xfrm>
            <a:custGeom>
              <a:rect b="b" l="l" r="r" t="t"/>
              <a:pathLst>
                <a:path extrusionOk="0" h="5665" w="4921">
                  <a:moveTo>
                    <a:pt x="528" y="0"/>
                  </a:moveTo>
                  <a:cubicBezTo>
                    <a:pt x="236" y="0"/>
                    <a:pt x="0" y="235"/>
                    <a:pt x="0" y="523"/>
                  </a:cubicBezTo>
                  <a:lnTo>
                    <a:pt x="0" y="3682"/>
                  </a:lnTo>
                  <a:cubicBezTo>
                    <a:pt x="5" y="4776"/>
                    <a:pt x="893" y="5664"/>
                    <a:pt x="1988" y="5664"/>
                  </a:cubicBezTo>
                  <a:lnTo>
                    <a:pt x="2933" y="5664"/>
                  </a:lnTo>
                  <a:cubicBezTo>
                    <a:pt x="4028" y="5660"/>
                    <a:pt x="4916" y="4776"/>
                    <a:pt x="4921" y="3682"/>
                  </a:cubicBezTo>
                  <a:lnTo>
                    <a:pt x="4921" y="523"/>
                  </a:lnTo>
                  <a:cubicBezTo>
                    <a:pt x="4916" y="235"/>
                    <a:pt x="4685" y="0"/>
                    <a:pt x="439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3"/>
            <p:cNvSpPr/>
            <p:nvPr/>
          </p:nvSpPr>
          <p:spPr>
            <a:xfrm>
              <a:off x="3519370" y="3435891"/>
              <a:ext cx="358372" cy="70852"/>
            </a:xfrm>
            <a:custGeom>
              <a:rect b="b" l="l" r="r" t="t"/>
              <a:pathLst>
                <a:path extrusionOk="0" h="2704" w="13677">
                  <a:moveTo>
                    <a:pt x="11158" y="0"/>
                  </a:moveTo>
                  <a:cubicBezTo>
                    <a:pt x="11149" y="0"/>
                    <a:pt x="11141" y="0"/>
                    <a:pt x="11132" y="1"/>
                  </a:cubicBezTo>
                  <a:lnTo>
                    <a:pt x="1426" y="1"/>
                  </a:lnTo>
                  <a:cubicBezTo>
                    <a:pt x="816" y="15"/>
                    <a:pt x="288" y="437"/>
                    <a:pt x="144" y="1028"/>
                  </a:cubicBezTo>
                  <a:cubicBezTo>
                    <a:pt x="0" y="1623"/>
                    <a:pt x="274" y="2238"/>
                    <a:pt x="807" y="2535"/>
                  </a:cubicBezTo>
                  <a:cubicBezTo>
                    <a:pt x="999" y="2636"/>
                    <a:pt x="1210" y="2698"/>
                    <a:pt x="1426" y="2703"/>
                  </a:cubicBezTo>
                  <a:lnTo>
                    <a:pt x="11132" y="2703"/>
                  </a:lnTo>
                  <a:cubicBezTo>
                    <a:pt x="11319" y="2703"/>
                    <a:pt x="11502" y="2660"/>
                    <a:pt x="11670" y="2574"/>
                  </a:cubicBezTo>
                  <a:lnTo>
                    <a:pt x="12855" y="1945"/>
                  </a:lnTo>
                  <a:lnTo>
                    <a:pt x="13455" y="1623"/>
                  </a:lnTo>
                  <a:cubicBezTo>
                    <a:pt x="13676" y="1508"/>
                    <a:pt x="13672" y="1191"/>
                    <a:pt x="13455" y="1076"/>
                  </a:cubicBezTo>
                  <a:lnTo>
                    <a:pt x="12855" y="759"/>
                  </a:lnTo>
                  <a:lnTo>
                    <a:pt x="11670" y="130"/>
                  </a:lnTo>
                  <a:cubicBezTo>
                    <a:pt x="11509" y="48"/>
                    <a:pt x="11336" y="0"/>
                    <a:pt x="11158"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3"/>
            <p:cNvSpPr/>
            <p:nvPr/>
          </p:nvSpPr>
          <p:spPr>
            <a:xfrm>
              <a:off x="3521755" y="3435760"/>
              <a:ext cx="35007" cy="70983"/>
            </a:xfrm>
            <a:custGeom>
              <a:rect b="b" l="l" r="r" t="t"/>
              <a:pathLst>
                <a:path extrusionOk="0" h="2709" w="1336">
                  <a:moveTo>
                    <a:pt x="1335" y="1"/>
                  </a:moveTo>
                  <a:cubicBezTo>
                    <a:pt x="591" y="20"/>
                    <a:pt x="1" y="634"/>
                    <a:pt x="15" y="1379"/>
                  </a:cubicBezTo>
                  <a:cubicBezTo>
                    <a:pt x="34" y="2103"/>
                    <a:pt x="610" y="2684"/>
                    <a:pt x="1335" y="2708"/>
                  </a:cubicBezTo>
                  <a:lnTo>
                    <a:pt x="133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3"/>
            <p:cNvSpPr/>
            <p:nvPr/>
          </p:nvSpPr>
          <p:spPr>
            <a:xfrm>
              <a:off x="3526524" y="3435760"/>
              <a:ext cx="30238" cy="36395"/>
            </a:xfrm>
            <a:custGeom>
              <a:rect b="b" l="l" r="r" t="t"/>
              <a:pathLst>
                <a:path extrusionOk="0" h="1389" w="1154">
                  <a:moveTo>
                    <a:pt x="1153" y="1"/>
                  </a:moveTo>
                  <a:cubicBezTo>
                    <a:pt x="673" y="15"/>
                    <a:pt x="236" y="274"/>
                    <a:pt x="1" y="692"/>
                  </a:cubicBezTo>
                  <a:cubicBezTo>
                    <a:pt x="241" y="1110"/>
                    <a:pt x="673" y="1369"/>
                    <a:pt x="1153" y="1388"/>
                  </a:cubicBezTo>
                  <a:lnTo>
                    <a:pt x="1153"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3"/>
            <p:cNvSpPr/>
            <p:nvPr/>
          </p:nvSpPr>
          <p:spPr>
            <a:xfrm>
              <a:off x="3810428" y="3435760"/>
              <a:ext cx="67314" cy="70983"/>
            </a:xfrm>
            <a:custGeom>
              <a:rect b="b" l="l" r="r" t="t"/>
              <a:pathLst>
                <a:path extrusionOk="0" h="2709" w="2569">
                  <a:moveTo>
                    <a:pt x="10" y="1"/>
                  </a:moveTo>
                  <a:lnTo>
                    <a:pt x="10" y="2684"/>
                  </a:lnTo>
                  <a:lnTo>
                    <a:pt x="0" y="2708"/>
                  </a:lnTo>
                  <a:lnTo>
                    <a:pt x="24" y="2708"/>
                  </a:lnTo>
                  <a:cubicBezTo>
                    <a:pt x="211" y="2708"/>
                    <a:pt x="394" y="2665"/>
                    <a:pt x="562" y="2579"/>
                  </a:cubicBezTo>
                  <a:lnTo>
                    <a:pt x="1747" y="1950"/>
                  </a:lnTo>
                  <a:lnTo>
                    <a:pt x="2347" y="1628"/>
                  </a:lnTo>
                  <a:cubicBezTo>
                    <a:pt x="2568" y="1513"/>
                    <a:pt x="2568" y="1196"/>
                    <a:pt x="2347" y="1081"/>
                  </a:cubicBezTo>
                  <a:lnTo>
                    <a:pt x="1747" y="764"/>
                  </a:lnTo>
                  <a:lnTo>
                    <a:pt x="562" y="135"/>
                  </a:lnTo>
                  <a:cubicBezTo>
                    <a:pt x="394" y="49"/>
                    <a:pt x="211" y="1"/>
                    <a:pt x="2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3"/>
            <p:cNvSpPr/>
            <p:nvPr/>
          </p:nvSpPr>
          <p:spPr>
            <a:xfrm>
              <a:off x="3556735" y="3435891"/>
              <a:ext cx="31705" cy="70852"/>
            </a:xfrm>
            <a:custGeom>
              <a:rect b="b" l="l" r="r" t="t"/>
              <a:pathLst>
                <a:path extrusionOk="0" h="2704" w="1210">
                  <a:moveTo>
                    <a:pt x="0" y="1"/>
                  </a:moveTo>
                  <a:lnTo>
                    <a:pt x="0" y="2703"/>
                  </a:lnTo>
                  <a:lnTo>
                    <a:pt x="1210" y="2703"/>
                  </a:lnTo>
                  <a:lnTo>
                    <a:pt x="121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83"/>
            <p:cNvSpPr/>
            <p:nvPr/>
          </p:nvSpPr>
          <p:spPr>
            <a:xfrm>
              <a:off x="3588414" y="3472129"/>
              <a:ext cx="222145" cy="34718"/>
            </a:xfrm>
            <a:custGeom>
              <a:rect b="b" l="l" r="r" t="t"/>
              <a:pathLst>
                <a:path extrusionOk="0" h="1325" w="8478">
                  <a:moveTo>
                    <a:pt x="1" y="0"/>
                  </a:moveTo>
                  <a:lnTo>
                    <a:pt x="1" y="1325"/>
                  </a:lnTo>
                  <a:lnTo>
                    <a:pt x="8473" y="1325"/>
                  </a:lnTo>
                  <a:lnTo>
                    <a:pt x="8478" y="1296"/>
                  </a:lnTo>
                  <a:lnTo>
                    <a:pt x="84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3"/>
            <p:cNvSpPr/>
            <p:nvPr/>
          </p:nvSpPr>
          <p:spPr>
            <a:xfrm>
              <a:off x="3621377" y="3370621"/>
              <a:ext cx="128811" cy="83403"/>
            </a:xfrm>
            <a:custGeom>
              <a:rect b="b" l="l" r="r" t="t"/>
              <a:pathLst>
                <a:path extrusionOk="0" h="3183" w="4916">
                  <a:moveTo>
                    <a:pt x="610" y="0"/>
                  </a:moveTo>
                  <a:cubicBezTo>
                    <a:pt x="274" y="0"/>
                    <a:pt x="5" y="274"/>
                    <a:pt x="0" y="605"/>
                  </a:cubicBezTo>
                  <a:lnTo>
                    <a:pt x="0" y="2578"/>
                  </a:lnTo>
                  <a:cubicBezTo>
                    <a:pt x="5" y="2914"/>
                    <a:pt x="274" y="3183"/>
                    <a:pt x="610" y="3183"/>
                  </a:cubicBezTo>
                  <a:lnTo>
                    <a:pt x="624" y="3183"/>
                  </a:lnTo>
                  <a:cubicBezTo>
                    <a:pt x="932" y="3183"/>
                    <a:pt x="1191" y="2948"/>
                    <a:pt x="1224" y="2640"/>
                  </a:cubicBezTo>
                  <a:cubicBezTo>
                    <a:pt x="1258" y="2948"/>
                    <a:pt x="1517" y="3183"/>
                    <a:pt x="1824" y="3183"/>
                  </a:cubicBezTo>
                  <a:lnTo>
                    <a:pt x="1848" y="3183"/>
                  </a:lnTo>
                  <a:cubicBezTo>
                    <a:pt x="2151" y="3183"/>
                    <a:pt x="2405" y="2962"/>
                    <a:pt x="2449" y="2669"/>
                  </a:cubicBezTo>
                  <a:cubicBezTo>
                    <a:pt x="2497" y="2962"/>
                    <a:pt x="2751" y="3183"/>
                    <a:pt x="3049" y="3183"/>
                  </a:cubicBezTo>
                  <a:lnTo>
                    <a:pt x="3111" y="3183"/>
                  </a:lnTo>
                  <a:cubicBezTo>
                    <a:pt x="3394" y="3183"/>
                    <a:pt x="3644" y="2981"/>
                    <a:pt x="3701" y="2703"/>
                  </a:cubicBezTo>
                  <a:cubicBezTo>
                    <a:pt x="3764" y="2981"/>
                    <a:pt x="4009" y="3183"/>
                    <a:pt x="4297" y="3183"/>
                  </a:cubicBezTo>
                  <a:lnTo>
                    <a:pt x="4311" y="3183"/>
                  </a:lnTo>
                  <a:cubicBezTo>
                    <a:pt x="4647" y="3183"/>
                    <a:pt x="4916" y="2914"/>
                    <a:pt x="4916" y="2578"/>
                  </a:cubicBezTo>
                  <a:lnTo>
                    <a:pt x="4916" y="605"/>
                  </a:lnTo>
                  <a:cubicBezTo>
                    <a:pt x="4916" y="274"/>
                    <a:pt x="4647" y="0"/>
                    <a:pt x="4311" y="0"/>
                  </a:cubicBezTo>
                  <a:lnTo>
                    <a:pt x="4297" y="0"/>
                  </a:lnTo>
                  <a:cubicBezTo>
                    <a:pt x="4009" y="0"/>
                    <a:pt x="3764" y="202"/>
                    <a:pt x="3701" y="480"/>
                  </a:cubicBezTo>
                  <a:cubicBezTo>
                    <a:pt x="3644" y="202"/>
                    <a:pt x="3394" y="0"/>
                    <a:pt x="3111" y="0"/>
                  </a:cubicBezTo>
                  <a:lnTo>
                    <a:pt x="3049" y="0"/>
                  </a:lnTo>
                  <a:cubicBezTo>
                    <a:pt x="2751" y="0"/>
                    <a:pt x="2497" y="221"/>
                    <a:pt x="2449" y="519"/>
                  </a:cubicBezTo>
                  <a:cubicBezTo>
                    <a:pt x="2405" y="221"/>
                    <a:pt x="2151" y="0"/>
                    <a:pt x="1848" y="0"/>
                  </a:cubicBezTo>
                  <a:lnTo>
                    <a:pt x="1824" y="0"/>
                  </a:lnTo>
                  <a:cubicBezTo>
                    <a:pt x="1517" y="5"/>
                    <a:pt x="1258" y="236"/>
                    <a:pt x="1224" y="543"/>
                  </a:cubicBezTo>
                  <a:cubicBezTo>
                    <a:pt x="1191" y="236"/>
                    <a:pt x="932" y="5"/>
                    <a:pt x="62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3"/>
            <p:cNvSpPr/>
            <p:nvPr/>
          </p:nvSpPr>
          <p:spPr>
            <a:xfrm>
              <a:off x="3674568" y="3390482"/>
              <a:ext cx="107954" cy="152603"/>
            </a:xfrm>
            <a:custGeom>
              <a:rect b="b" l="l" r="r" t="t"/>
              <a:pathLst>
                <a:path extrusionOk="0" h="5824" w="4120">
                  <a:moveTo>
                    <a:pt x="3289" y="1"/>
                  </a:moveTo>
                  <a:cubicBezTo>
                    <a:pt x="3068" y="1"/>
                    <a:pt x="2891" y="178"/>
                    <a:pt x="2891" y="399"/>
                  </a:cubicBezTo>
                  <a:lnTo>
                    <a:pt x="2891" y="1820"/>
                  </a:lnTo>
                  <a:cubicBezTo>
                    <a:pt x="2891" y="1935"/>
                    <a:pt x="2809" y="2031"/>
                    <a:pt x="2699" y="2050"/>
                  </a:cubicBezTo>
                  <a:cubicBezTo>
                    <a:pt x="1139" y="2348"/>
                    <a:pt x="6" y="3707"/>
                    <a:pt x="1" y="5291"/>
                  </a:cubicBezTo>
                  <a:cubicBezTo>
                    <a:pt x="1" y="5583"/>
                    <a:pt x="241" y="5823"/>
                    <a:pt x="534" y="5823"/>
                  </a:cubicBezTo>
                  <a:lnTo>
                    <a:pt x="1830" y="5823"/>
                  </a:lnTo>
                  <a:cubicBezTo>
                    <a:pt x="3092" y="5819"/>
                    <a:pt x="4115" y="4796"/>
                    <a:pt x="4120" y="3534"/>
                  </a:cubicBezTo>
                  <a:lnTo>
                    <a:pt x="4120" y="2530"/>
                  </a:lnTo>
                  <a:cubicBezTo>
                    <a:pt x="4120" y="2526"/>
                    <a:pt x="4120" y="2521"/>
                    <a:pt x="4120" y="2516"/>
                  </a:cubicBezTo>
                  <a:lnTo>
                    <a:pt x="4120" y="826"/>
                  </a:lnTo>
                  <a:cubicBezTo>
                    <a:pt x="4115" y="370"/>
                    <a:pt x="3745" y="1"/>
                    <a:pt x="328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3"/>
            <p:cNvSpPr/>
            <p:nvPr/>
          </p:nvSpPr>
          <p:spPr>
            <a:xfrm>
              <a:off x="3644016" y="3539784"/>
              <a:ext cx="110470" cy="185435"/>
            </a:xfrm>
            <a:custGeom>
              <a:rect b="b" l="l" r="r" t="t"/>
              <a:pathLst>
                <a:path extrusionOk="0" h="7077" w="4216">
                  <a:moveTo>
                    <a:pt x="528" y="1"/>
                  </a:moveTo>
                  <a:cubicBezTo>
                    <a:pt x="236" y="1"/>
                    <a:pt x="0" y="236"/>
                    <a:pt x="0" y="524"/>
                  </a:cubicBezTo>
                  <a:lnTo>
                    <a:pt x="0" y="6548"/>
                  </a:lnTo>
                  <a:cubicBezTo>
                    <a:pt x="0" y="6841"/>
                    <a:pt x="236" y="7071"/>
                    <a:pt x="528" y="7076"/>
                  </a:cubicBezTo>
                  <a:lnTo>
                    <a:pt x="3692" y="7076"/>
                  </a:lnTo>
                  <a:cubicBezTo>
                    <a:pt x="3980" y="7071"/>
                    <a:pt x="4215" y="6841"/>
                    <a:pt x="4215" y="6548"/>
                  </a:cubicBezTo>
                  <a:lnTo>
                    <a:pt x="4215" y="524"/>
                  </a:lnTo>
                  <a:cubicBezTo>
                    <a:pt x="4215" y="236"/>
                    <a:pt x="3980" y="1"/>
                    <a:pt x="36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3"/>
            <p:cNvSpPr/>
            <p:nvPr/>
          </p:nvSpPr>
          <p:spPr>
            <a:xfrm>
              <a:off x="3666524" y="3602041"/>
              <a:ext cx="87962" cy="123047"/>
            </a:xfrm>
            <a:custGeom>
              <a:rect b="b" l="l" r="r" t="t"/>
              <a:pathLst>
                <a:path extrusionOk="0" h="4696" w="3357">
                  <a:moveTo>
                    <a:pt x="524" y="1"/>
                  </a:moveTo>
                  <a:cubicBezTo>
                    <a:pt x="231" y="1"/>
                    <a:pt x="1" y="236"/>
                    <a:pt x="1" y="524"/>
                  </a:cubicBezTo>
                  <a:lnTo>
                    <a:pt x="1" y="4695"/>
                  </a:lnTo>
                  <a:lnTo>
                    <a:pt x="2833" y="4695"/>
                  </a:lnTo>
                  <a:cubicBezTo>
                    <a:pt x="3121" y="4695"/>
                    <a:pt x="3356" y="4465"/>
                    <a:pt x="3356" y="4172"/>
                  </a:cubicBezTo>
                  <a:lnTo>
                    <a:pt x="3356"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3"/>
            <p:cNvSpPr/>
            <p:nvPr/>
          </p:nvSpPr>
          <p:spPr>
            <a:xfrm>
              <a:off x="3619988" y="3521049"/>
              <a:ext cx="163923" cy="57252"/>
            </a:xfrm>
            <a:custGeom>
              <a:rect b="b" l="l" r="r" t="t"/>
              <a:pathLst>
                <a:path extrusionOk="0" h="2185" w="6256">
                  <a:moveTo>
                    <a:pt x="745" y="0"/>
                  </a:moveTo>
                  <a:cubicBezTo>
                    <a:pt x="337" y="0"/>
                    <a:pt x="1" y="336"/>
                    <a:pt x="1" y="749"/>
                  </a:cubicBezTo>
                  <a:lnTo>
                    <a:pt x="1" y="1440"/>
                  </a:lnTo>
                  <a:cubicBezTo>
                    <a:pt x="1" y="1848"/>
                    <a:pt x="337" y="2185"/>
                    <a:pt x="745" y="2185"/>
                  </a:cubicBezTo>
                  <a:lnTo>
                    <a:pt x="5511" y="2185"/>
                  </a:lnTo>
                  <a:cubicBezTo>
                    <a:pt x="5919" y="2185"/>
                    <a:pt x="6255" y="1848"/>
                    <a:pt x="6255" y="1440"/>
                  </a:cubicBezTo>
                  <a:lnTo>
                    <a:pt x="6255" y="749"/>
                  </a:lnTo>
                  <a:cubicBezTo>
                    <a:pt x="6255" y="336"/>
                    <a:pt x="5919" y="0"/>
                    <a:pt x="551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3"/>
            <p:cNvSpPr/>
            <p:nvPr/>
          </p:nvSpPr>
          <p:spPr>
            <a:xfrm>
              <a:off x="3848395" y="3455779"/>
              <a:ext cx="29347" cy="31076"/>
            </a:xfrm>
            <a:custGeom>
              <a:rect b="b" l="l" r="r" t="t"/>
              <a:pathLst>
                <a:path extrusionOk="0" h="1186" w="1120">
                  <a:moveTo>
                    <a:pt x="298" y="0"/>
                  </a:moveTo>
                  <a:cubicBezTo>
                    <a:pt x="1" y="341"/>
                    <a:pt x="1" y="845"/>
                    <a:pt x="298" y="1186"/>
                  </a:cubicBezTo>
                  <a:lnTo>
                    <a:pt x="898" y="864"/>
                  </a:lnTo>
                  <a:cubicBezTo>
                    <a:pt x="1119" y="749"/>
                    <a:pt x="1119" y="432"/>
                    <a:pt x="898" y="317"/>
                  </a:cubicBezTo>
                  <a:lnTo>
                    <a:pt x="29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3"/>
            <p:cNvSpPr/>
            <p:nvPr/>
          </p:nvSpPr>
          <p:spPr>
            <a:xfrm>
              <a:off x="3556735" y="3472129"/>
              <a:ext cx="31705" cy="34614"/>
            </a:xfrm>
            <a:custGeom>
              <a:rect b="b" l="l" r="r" t="t"/>
              <a:pathLst>
                <a:path extrusionOk="0" h="1321" w="1210">
                  <a:moveTo>
                    <a:pt x="0" y="0"/>
                  </a:moveTo>
                  <a:lnTo>
                    <a:pt x="0" y="1320"/>
                  </a:lnTo>
                  <a:lnTo>
                    <a:pt x="1210" y="1320"/>
                  </a:lnTo>
                  <a:lnTo>
                    <a:pt x="12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3"/>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3"/>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3"/>
            <p:cNvSpPr/>
            <p:nvPr/>
          </p:nvSpPr>
          <p:spPr>
            <a:xfrm>
              <a:off x="3516462" y="3365328"/>
              <a:ext cx="367569" cy="304106"/>
            </a:xfrm>
            <a:custGeom>
              <a:rect b="b" l="l" r="r" t="t"/>
              <a:pathLst>
                <a:path extrusionOk="0" h="11606" w="14028">
                  <a:moveTo>
                    <a:pt x="8315" y="414"/>
                  </a:moveTo>
                  <a:cubicBezTo>
                    <a:pt x="8536" y="414"/>
                    <a:pt x="8713" y="591"/>
                    <a:pt x="8713" y="812"/>
                  </a:cubicBezTo>
                  <a:lnTo>
                    <a:pt x="8713" y="2809"/>
                  </a:lnTo>
                  <a:cubicBezTo>
                    <a:pt x="8584" y="2828"/>
                    <a:pt x="8459" y="2857"/>
                    <a:pt x="8334" y="2895"/>
                  </a:cubicBezTo>
                  <a:cubicBezTo>
                    <a:pt x="8214" y="2934"/>
                    <a:pt x="8094" y="2977"/>
                    <a:pt x="7979" y="3025"/>
                  </a:cubicBezTo>
                  <a:cubicBezTo>
                    <a:pt x="7854" y="2852"/>
                    <a:pt x="7921" y="2684"/>
                    <a:pt x="7902" y="2482"/>
                  </a:cubicBezTo>
                  <a:lnTo>
                    <a:pt x="7902" y="2482"/>
                  </a:lnTo>
                  <a:lnTo>
                    <a:pt x="7897" y="2487"/>
                  </a:lnTo>
                  <a:lnTo>
                    <a:pt x="7897" y="812"/>
                  </a:lnTo>
                  <a:cubicBezTo>
                    <a:pt x="7897" y="591"/>
                    <a:pt x="8075" y="414"/>
                    <a:pt x="8296" y="414"/>
                  </a:cubicBezTo>
                  <a:close/>
                  <a:moveTo>
                    <a:pt x="5857" y="414"/>
                  </a:moveTo>
                  <a:cubicBezTo>
                    <a:pt x="6078" y="414"/>
                    <a:pt x="6256" y="591"/>
                    <a:pt x="6256" y="812"/>
                  </a:cubicBezTo>
                  <a:lnTo>
                    <a:pt x="6256" y="2780"/>
                  </a:lnTo>
                  <a:cubicBezTo>
                    <a:pt x="6256" y="3044"/>
                    <a:pt x="6048" y="3180"/>
                    <a:pt x="5842" y="3180"/>
                  </a:cubicBezTo>
                  <a:cubicBezTo>
                    <a:pt x="5640" y="3180"/>
                    <a:pt x="5440" y="3049"/>
                    <a:pt x="5440" y="2780"/>
                  </a:cubicBezTo>
                  <a:cubicBezTo>
                    <a:pt x="5444" y="2334"/>
                    <a:pt x="5444" y="1215"/>
                    <a:pt x="5444" y="807"/>
                  </a:cubicBezTo>
                  <a:lnTo>
                    <a:pt x="5444" y="807"/>
                  </a:lnTo>
                  <a:lnTo>
                    <a:pt x="5440" y="812"/>
                  </a:lnTo>
                  <a:cubicBezTo>
                    <a:pt x="5440" y="591"/>
                    <a:pt x="5622" y="414"/>
                    <a:pt x="5843" y="414"/>
                  </a:cubicBezTo>
                  <a:close/>
                  <a:moveTo>
                    <a:pt x="4624" y="414"/>
                  </a:moveTo>
                  <a:cubicBezTo>
                    <a:pt x="4844" y="414"/>
                    <a:pt x="5022" y="591"/>
                    <a:pt x="5027" y="812"/>
                  </a:cubicBezTo>
                  <a:lnTo>
                    <a:pt x="5027" y="2487"/>
                  </a:lnTo>
                  <a:cubicBezTo>
                    <a:pt x="5027" y="2799"/>
                    <a:pt x="5032" y="2823"/>
                    <a:pt x="5008" y="2900"/>
                  </a:cubicBezTo>
                  <a:cubicBezTo>
                    <a:pt x="4955" y="3068"/>
                    <a:pt x="4801" y="3183"/>
                    <a:pt x="4624" y="3183"/>
                  </a:cubicBezTo>
                  <a:cubicBezTo>
                    <a:pt x="4624" y="3183"/>
                    <a:pt x="4621" y="3183"/>
                    <a:pt x="4617" y="3183"/>
                  </a:cubicBezTo>
                  <a:cubicBezTo>
                    <a:pt x="4572" y="3183"/>
                    <a:pt x="4313" y="3171"/>
                    <a:pt x="4230" y="2900"/>
                  </a:cubicBezTo>
                  <a:cubicBezTo>
                    <a:pt x="4196" y="2794"/>
                    <a:pt x="4220" y="2722"/>
                    <a:pt x="4211" y="2482"/>
                  </a:cubicBezTo>
                  <a:lnTo>
                    <a:pt x="4211" y="2482"/>
                  </a:lnTo>
                  <a:lnTo>
                    <a:pt x="4211" y="812"/>
                  </a:lnTo>
                  <a:cubicBezTo>
                    <a:pt x="4211" y="591"/>
                    <a:pt x="4388" y="414"/>
                    <a:pt x="4609" y="414"/>
                  </a:cubicBezTo>
                  <a:close/>
                  <a:moveTo>
                    <a:pt x="7086" y="414"/>
                  </a:moveTo>
                  <a:cubicBezTo>
                    <a:pt x="7307" y="414"/>
                    <a:pt x="7485" y="591"/>
                    <a:pt x="7485" y="812"/>
                  </a:cubicBezTo>
                  <a:lnTo>
                    <a:pt x="7485" y="2487"/>
                  </a:lnTo>
                  <a:cubicBezTo>
                    <a:pt x="7485" y="2775"/>
                    <a:pt x="7494" y="2818"/>
                    <a:pt x="7465" y="2900"/>
                  </a:cubicBezTo>
                  <a:cubicBezTo>
                    <a:pt x="7417" y="3068"/>
                    <a:pt x="7259" y="3183"/>
                    <a:pt x="7086" y="3183"/>
                  </a:cubicBezTo>
                  <a:cubicBezTo>
                    <a:pt x="7086" y="3183"/>
                    <a:pt x="7084" y="3183"/>
                    <a:pt x="7079" y="3183"/>
                  </a:cubicBezTo>
                  <a:cubicBezTo>
                    <a:pt x="7034" y="3183"/>
                    <a:pt x="6771" y="3171"/>
                    <a:pt x="6688" y="2900"/>
                  </a:cubicBezTo>
                  <a:cubicBezTo>
                    <a:pt x="6664" y="2818"/>
                    <a:pt x="6673" y="2770"/>
                    <a:pt x="6673" y="2482"/>
                  </a:cubicBezTo>
                  <a:lnTo>
                    <a:pt x="6673" y="2482"/>
                  </a:lnTo>
                  <a:lnTo>
                    <a:pt x="6669" y="2487"/>
                  </a:lnTo>
                  <a:lnTo>
                    <a:pt x="6669" y="812"/>
                  </a:lnTo>
                  <a:cubicBezTo>
                    <a:pt x="6669" y="591"/>
                    <a:pt x="6851" y="414"/>
                    <a:pt x="7072" y="414"/>
                  </a:cubicBezTo>
                  <a:close/>
                  <a:moveTo>
                    <a:pt x="3803" y="2900"/>
                  </a:moveTo>
                  <a:cubicBezTo>
                    <a:pt x="3864" y="3334"/>
                    <a:pt x="4240" y="3597"/>
                    <a:pt x="4624" y="3597"/>
                  </a:cubicBezTo>
                  <a:cubicBezTo>
                    <a:pt x="4844" y="3597"/>
                    <a:pt x="5066" y="3511"/>
                    <a:pt x="5233" y="3322"/>
                  </a:cubicBezTo>
                  <a:cubicBezTo>
                    <a:pt x="5396" y="3505"/>
                    <a:pt x="5621" y="3596"/>
                    <a:pt x="5846" y="3596"/>
                  </a:cubicBezTo>
                  <a:cubicBezTo>
                    <a:pt x="6071" y="3596"/>
                    <a:pt x="6296" y="3505"/>
                    <a:pt x="6462" y="3322"/>
                  </a:cubicBezTo>
                  <a:cubicBezTo>
                    <a:pt x="6611" y="3490"/>
                    <a:pt x="6827" y="3591"/>
                    <a:pt x="7053" y="3596"/>
                  </a:cubicBezTo>
                  <a:cubicBezTo>
                    <a:pt x="6952" y="3682"/>
                    <a:pt x="6856" y="3774"/>
                    <a:pt x="6765" y="3870"/>
                  </a:cubicBezTo>
                  <a:lnTo>
                    <a:pt x="2948" y="3870"/>
                  </a:lnTo>
                  <a:lnTo>
                    <a:pt x="2948" y="2900"/>
                  </a:lnTo>
                  <a:close/>
                  <a:moveTo>
                    <a:pt x="11013" y="2900"/>
                  </a:moveTo>
                  <a:lnTo>
                    <a:pt x="11013" y="3874"/>
                  </a:lnTo>
                  <a:lnTo>
                    <a:pt x="10355" y="3874"/>
                  </a:lnTo>
                  <a:lnTo>
                    <a:pt x="10355" y="2900"/>
                  </a:lnTo>
                  <a:close/>
                  <a:moveTo>
                    <a:pt x="13029" y="3721"/>
                  </a:moveTo>
                  <a:lnTo>
                    <a:pt x="13466" y="3956"/>
                  </a:lnTo>
                  <a:cubicBezTo>
                    <a:pt x="13538" y="3990"/>
                    <a:pt x="13538" y="4095"/>
                    <a:pt x="13470" y="4134"/>
                  </a:cubicBezTo>
                  <a:lnTo>
                    <a:pt x="13466" y="4139"/>
                  </a:lnTo>
                  <a:lnTo>
                    <a:pt x="13029" y="4369"/>
                  </a:lnTo>
                  <a:cubicBezTo>
                    <a:pt x="12918" y="4167"/>
                    <a:pt x="12918" y="3923"/>
                    <a:pt x="13029" y="3721"/>
                  </a:cubicBezTo>
                  <a:close/>
                  <a:moveTo>
                    <a:pt x="6433" y="4287"/>
                  </a:moveTo>
                  <a:cubicBezTo>
                    <a:pt x="6352" y="4407"/>
                    <a:pt x="6280" y="4532"/>
                    <a:pt x="6217" y="4662"/>
                  </a:cubicBezTo>
                  <a:lnTo>
                    <a:pt x="6208" y="4667"/>
                  </a:lnTo>
                  <a:cubicBezTo>
                    <a:pt x="6150" y="4777"/>
                    <a:pt x="6097" y="4892"/>
                    <a:pt x="6054" y="5012"/>
                  </a:cubicBezTo>
                  <a:cubicBezTo>
                    <a:pt x="6030" y="5070"/>
                    <a:pt x="6011" y="5132"/>
                    <a:pt x="5992" y="5190"/>
                  </a:cubicBezTo>
                  <a:lnTo>
                    <a:pt x="2953" y="5190"/>
                  </a:lnTo>
                  <a:lnTo>
                    <a:pt x="2953" y="4287"/>
                  </a:lnTo>
                  <a:close/>
                  <a:moveTo>
                    <a:pt x="2535" y="2900"/>
                  </a:moveTo>
                  <a:lnTo>
                    <a:pt x="2535" y="5195"/>
                  </a:lnTo>
                  <a:lnTo>
                    <a:pt x="1739" y="5195"/>
                  </a:lnTo>
                  <a:lnTo>
                    <a:pt x="1739" y="2900"/>
                  </a:lnTo>
                  <a:close/>
                  <a:moveTo>
                    <a:pt x="11013" y="4287"/>
                  </a:moveTo>
                  <a:lnTo>
                    <a:pt x="11013" y="5195"/>
                  </a:lnTo>
                  <a:lnTo>
                    <a:pt x="10240" y="5195"/>
                  </a:lnTo>
                  <a:cubicBezTo>
                    <a:pt x="10331" y="4897"/>
                    <a:pt x="10370" y="4595"/>
                    <a:pt x="10355" y="4287"/>
                  </a:cubicBezTo>
                  <a:close/>
                  <a:moveTo>
                    <a:pt x="9335" y="1172"/>
                  </a:moveTo>
                  <a:cubicBezTo>
                    <a:pt x="9388" y="1172"/>
                    <a:pt x="9444" y="1184"/>
                    <a:pt x="9496" y="1201"/>
                  </a:cubicBezTo>
                  <a:cubicBezTo>
                    <a:pt x="9693" y="1263"/>
                    <a:pt x="9846" y="1412"/>
                    <a:pt x="9904" y="1609"/>
                  </a:cubicBezTo>
                  <a:cubicBezTo>
                    <a:pt x="9952" y="1762"/>
                    <a:pt x="9928" y="1906"/>
                    <a:pt x="9933" y="2084"/>
                  </a:cubicBezTo>
                  <a:cubicBezTo>
                    <a:pt x="9937" y="4494"/>
                    <a:pt x="9995" y="4657"/>
                    <a:pt x="9827" y="5142"/>
                  </a:cubicBezTo>
                  <a:lnTo>
                    <a:pt x="9822" y="5147"/>
                  </a:lnTo>
                  <a:cubicBezTo>
                    <a:pt x="9745" y="5358"/>
                    <a:pt x="9635" y="5559"/>
                    <a:pt x="9501" y="5742"/>
                  </a:cubicBezTo>
                  <a:lnTo>
                    <a:pt x="6284" y="5742"/>
                  </a:lnTo>
                  <a:cubicBezTo>
                    <a:pt x="6400" y="5031"/>
                    <a:pt x="6808" y="4331"/>
                    <a:pt x="7317" y="3918"/>
                  </a:cubicBezTo>
                  <a:cubicBezTo>
                    <a:pt x="7662" y="3615"/>
                    <a:pt x="8075" y="3399"/>
                    <a:pt x="8517" y="3274"/>
                  </a:cubicBezTo>
                  <a:cubicBezTo>
                    <a:pt x="8905" y="3169"/>
                    <a:pt x="8953" y="3226"/>
                    <a:pt x="9054" y="3140"/>
                  </a:cubicBezTo>
                  <a:cubicBezTo>
                    <a:pt x="9078" y="3121"/>
                    <a:pt x="9093" y="3092"/>
                    <a:pt x="9107" y="3063"/>
                  </a:cubicBezTo>
                  <a:cubicBezTo>
                    <a:pt x="9121" y="3010"/>
                    <a:pt x="9126" y="2958"/>
                    <a:pt x="9121" y="2905"/>
                  </a:cubicBezTo>
                  <a:lnTo>
                    <a:pt x="9121" y="1364"/>
                  </a:lnTo>
                  <a:cubicBezTo>
                    <a:pt x="9121" y="1321"/>
                    <a:pt x="9131" y="1282"/>
                    <a:pt x="9155" y="1254"/>
                  </a:cubicBezTo>
                  <a:cubicBezTo>
                    <a:pt x="9199" y="1193"/>
                    <a:pt x="9264" y="1172"/>
                    <a:pt x="9335" y="1172"/>
                  </a:cubicBezTo>
                  <a:close/>
                  <a:moveTo>
                    <a:pt x="5886" y="5607"/>
                  </a:moveTo>
                  <a:cubicBezTo>
                    <a:pt x="5881" y="5651"/>
                    <a:pt x="5876" y="5689"/>
                    <a:pt x="5867" y="5737"/>
                  </a:cubicBezTo>
                  <a:lnTo>
                    <a:pt x="5862" y="5742"/>
                  </a:lnTo>
                  <a:lnTo>
                    <a:pt x="4696" y="5742"/>
                  </a:lnTo>
                  <a:cubicBezTo>
                    <a:pt x="4624" y="5742"/>
                    <a:pt x="4556" y="5747"/>
                    <a:pt x="4489" y="5761"/>
                  </a:cubicBezTo>
                  <a:cubicBezTo>
                    <a:pt x="4460" y="5713"/>
                    <a:pt x="4427" y="5660"/>
                    <a:pt x="4403" y="5607"/>
                  </a:cubicBezTo>
                  <a:close/>
                  <a:moveTo>
                    <a:pt x="4609" y="1"/>
                  </a:moveTo>
                  <a:cubicBezTo>
                    <a:pt x="4163" y="1"/>
                    <a:pt x="3798" y="366"/>
                    <a:pt x="3798" y="812"/>
                  </a:cubicBezTo>
                  <a:lnTo>
                    <a:pt x="3798" y="2487"/>
                  </a:lnTo>
                  <a:lnTo>
                    <a:pt x="1571" y="2487"/>
                  </a:lnTo>
                  <a:cubicBezTo>
                    <a:pt x="1566" y="2487"/>
                    <a:pt x="1562" y="2487"/>
                    <a:pt x="1557" y="2487"/>
                  </a:cubicBezTo>
                  <a:cubicBezTo>
                    <a:pt x="1015" y="2487"/>
                    <a:pt x="512" y="2774"/>
                    <a:pt x="231" y="3236"/>
                  </a:cubicBezTo>
                  <a:cubicBezTo>
                    <a:pt x="138" y="3400"/>
                    <a:pt x="277" y="3549"/>
                    <a:pt x="418" y="3549"/>
                  </a:cubicBezTo>
                  <a:cubicBezTo>
                    <a:pt x="480" y="3549"/>
                    <a:pt x="543" y="3521"/>
                    <a:pt x="587" y="3452"/>
                  </a:cubicBezTo>
                  <a:cubicBezTo>
                    <a:pt x="750" y="3178"/>
                    <a:pt x="1019" y="2991"/>
                    <a:pt x="1326" y="2924"/>
                  </a:cubicBezTo>
                  <a:lnTo>
                    <a:pt x="1326" y="5166"/>
                  </a:lnTo>
                  <a:cubicBezTo>
                    <a:pt x="827" y="5055"/>
                    <a:pt x="462" y="4633"/>
                    <a:pt x="423" y="4124"/>
                  </a:cubicBezTo>
                  <a:cubicBezTo>
                    <a:pt x="414" y="3992"/>
                    <a:pt x="316" y="3929"/>
                    <a:pt x="217" y="3929"/>
                  </a:cubicBezTo>
                  <a:cubicBezTo>
                    <a:pt x="109" y="3929"/>
                    <a:pt x="0" y="4005"/>
                    <a:pt x="11" y="4148"/>
                  </a:cubicBezTo>
                  <a:cubicBezTo>
                    <a:pt x="68" y="4940"/>
                    <a:pt x="707" y="5564"/>
                    <a:pt x="1503" y="5607"/>
                  </a:cubicBezTo>
                  <a:lnTo>
                    <a:pt x="3947" y="5607"/>
                  </a:lnTo>
                  <a:cubicBezTo>
                    <a:pt x="3995" y="5723"/>
                    <a:pt x="4048" y="5833"/>
                    <a:pt x="4115" y="5939"/>
                  </a:cubicBezTo>
                  <a:cubicBezTo>
                    <a:pt x="3880" y="6116"/>
                    <a:pt x="3740" y="6395"/>
                    <a:pt x="3740" y="6692"/>
                  </a:cubicBezTo>
                  <a:lnTo>
                    <a:pt x="3740" y="7383"/>
                  </a:lnTo>
                  <a:cubicBezTo>
                    <a:pt x="3740" y="7892"/>
                    <a:pt x="4148" y="8315"/>
                    <a:pt x="4657" y="8334"/>
                  </a:cubicBezTo>
                  <a:lnTo>
                    <a:pt x="4657" y="11396"/>
                  </a:lnTo>
                  <a:cubicBezTo>
                    <a:pt x="4657" y="11536"/>
                    <a:pt x="4762" y="11605"/>
                    <a:pt x="4866" y="11605"/>
                  </a:cubicBezTo>
                  <a:cubicBezTo>
                    <a:pt x="4970" y="11605"/>
                    <a:pt x="5075" y="11536"/>
                    <a:pt x="5075" y="11396"/>
                  </a:cubicBezTo>
                  <a:lnTo>
                    <a:pt x="5075" y="8334"/>
                  </a:lnTo>
                  <a:lnTo>
                    <a:pt x="6568" y="8334"/>
                  </a:lnTo>
                  <a:cubicBezTo>
                    <a:pt x="6841" y="8334"/>
                    <a:pt x="6841" y="7921"/>
                    <a:pt x="6568" y="7921"/>
                  </a:cubicBezTo>
                  <a:lnTo>
                    <a:pt x="4657" y="7921"/>
                  </a:lnTo>
                  <a:cubicBezTo>
                    <a:pt x="4374" y="7902"/>
                    <a:pt x="4153" y="7667"/>
                    <a:pt x="4158" y="7379"/>
                  </a:cubicBezTo>
                  <a:lnTo>
                    <a:pt x="4158" y="6687"/>
                  </a:lnTo>
                  <a:cubicBezTo>
                    <a:pt x="4158" y="6390"/>
                    <a:pt x="4398" y="6150"/>
                    <a:pt x="4696" y="6150"/>
                  </a:cubicBezTo>
                  <a:lnTo>
                    <a:pt x="9457" y="6150"/>
                  </a:lnTo>
                  <a:cubicBezTo>
                    <a:pt x="9529" y="6150"/>
                    <a:pt x="9597" y="6164"/>
                    <a:pt x="9664" y="6188"/>
                  </a:cubicBezTo>
                  <a:lnTo>
                    <a:pt x="9683" y="6198"/>
                  </a:lnTo>
                  <a:cubicBezTo>
                    <a:pt x="9875" y="6284"/>
                    <a:pt x="9995" y="6476"/>
                    <a:pt x="9995" y="6687"/>
                  </a:cubicBezTo>
                  <a:lnTo>
                    <a:pt x="9995" y="7379"/>
                  </a:lnTo>
                  <a:cubicBezTo>
                    <a:pt x="9995" y="7676"/>
                    <a:pt x="9755" y="7921"/>
                    <a:pt x="9457" y="7921"/>
                  </a:cubicBezTo>
                  <a:lnTo>
                    <a:pt x="7393" y="7921"/>
                  </a:lnTo>
                  <a:cubicBezTo>
                    <a:pt x="7120" y="7921"/>
                    <a:pt x="7120" y="8334"/>
                    <a:pt x="7393" y="8334"/>
                  </a:cubicBezTo>
                  <a:lnTo>
                    <a:pt x="8872" y="8334"/>
                  </a:lnTo>
                  <a:lnTo>
                    <a:pt x="8872" y="8924"/>
                  </a:lnTo>
                  <a:cubicBezTo>
                    <a:pt x="8872" y="9061"/>
                    <a:pt x="8976" y="9130"/>
                    <a:pt x="9081" y="9130"/>
                  </a:cubicBezTo>
                  <a:cubicBezTo>
                    <a:pt x="9185" y="9130"/>
                    <a:pt x="9289" y="9061"/>
                    <a:pt x="9289" y="8924"/>
                  </a:cubicBezTo>
                  <a:lnTo>
                    <a:pt x="9289" y="8334"/>
                  </a:lnTo>
                  <a:lnTo>
                    <a:pt x="9457" y="8334"/>
                  </a:lnTo>
                  <a:cubicBezTo>
                    <a:pt x="9981" y="8334"/>
                    <a:pt x="10408" y="7907"/>
                    <a:pt x="10408" y="7379"/>
                  </a:cubicBezTo>
                  <a:lnTo>
                    <a:pt x="10408" y="6687"/>
                  </a:lnTo>
                  <a:cubicBezTo>
                    <a:pt x="10408" y="6351"/>
                    <a:pt x="10230" y="6039"/>
                    <a:pt x="9942" y="5871"/>
                  </a:cubicBezTo>
                  <a:lnTo>
                    <a:pt x="9942" y="5867"/>
                  </a:lnTo>
                  <a:lnTo>
                    <a:pt x="9947" y="5819"/>
                  </a:lnTo>
                  <a:cubicBezTo>
                    <a:pt x="9990" y="5751"/>
                    <a:pt x="10033" y="5679"/>
                    <a:pt x="10072" y="5603"/>
                  </a:cubicBezTo>
                  <a:lnTo>
                    <a:pt x="11238" y="5603"/>
                  </a:lnTo>
                  <a:cubicBezTo>
                    <a:pt x="11459" y="5603"/>
                    <a:pt x="11675" y="5550"/>
                    <a:pt x="11872" y="5449"/>
                  </a:cubicBezTo>
                  <a:lnTo>
                    <a:pt x="13653" y="4503"/>
                  </a:lnTo>
                  <a:cubicBezTo>
                    <a:pt x="13965" y="4340"/>
                    <a:pt x="14027" y="3918"/>
                    <a:pt x="13778" y="3673"/>
                  </a:cubicBezTo>
                  <a:cubicBezTo>
                    <a:pt x="13686" y="3586"/>
                    <a:pt x="13653" y="3591"/>
                    <a:pt x="13062" y="3270"/>
                  </a:cubicBezTo>
                  <a:lnTo>
                    <a:pt x="12683" y="3073"/>
                  </a:lnTo>
                  <a:cubicBezTo>
                    <a:pt x="12647" y="3054"/>
                    <a:pt x="12612" y="3045"/>
                    <a:pt x="12580" y="3045"/>
                  </a:cubicBezTo>
                  <a:cubicBezTo>
                    <a:pt x="12391" y="3045"/>
                    <a:pt x="12282" y="3327"/>
                    <a:pt x="12491" y="3438"/>
                  </a:cubicBezTo>
                  <a:lnTo>
                    <a:pt x="12664" y="3529"/>
                  </a:lnTo>
                  <a:cubicBezTo>
                    <a:pt x="12491" y="3850"/>
                    <a:pt x="12491" y="4239"/>
                    <a:pt x="12664" y="4566"/>
                  </a:cubicBezTo>
                  <a:lnTo>
                    <a:pt x="11680" y="5084"/>
                  </a:lnTo>
                  <a:cubicBezTo>
                    <a:pt x="11603" y="5127"/>
                    <a:pt x="11517" y="5156"/>
                    <a:pt x="11430" y="5175"/>
                  </a:cubicBezTo>
                  <a:lnTo>
                    <a:pt x="11430" y="2919"/>
                  </a:lnTo>
                  <a:cubicBezTo>
                    <a:pt x="11546" y="2943"/>
                    <a:pt x="11656" y="2991"/>
                    <a:pt x="11757" y="3049"/>
                  </a:cubicBezTo>
                  <a:cubicBezTo>
                    <a:pt x="11793" y="3068"/>
                    <a:pt x="11828" y="3076"/>
                    <a:pt x="11860" y="3076"/>
                  </a:cubicBezTo>
                  <a:cubicBezTo>
                    <a:pt x="12049" y="3076"/>
                    <a:pt x="12158" y="2795"/>
                    <a:pt x="11954" y="2684"/>
                  </a:cubicBezTo>
                  <a:lnTo>
                    <a:pt x="11872" y="2641"/>
                  </a:lnTo>
                  <a:cubicBezTo>
                    <a:pt x="11680" y="2540"/>
                    <a:pt x="11464" y="2487"/>
                    <a:pt x="11243" y="2487"/>
                  </a:cubicBezTo>
                  <a:lnTo>
                    <a:pt x="10355" y="2487"/>
                  </a:lnTo>
                  <a:lnTo>
                    <a:pt x="10355" y="1791"/>
                  </a:lnTo>
                  <a:cubicBezTo>
                    <a:pt x="10355" y="1364"/>
                    <a:pt x="10091" y="985"/>
                    <a:pt x="9697" y="826"/>
                  </a:cubicBezTo>
                  <a:cubicBezTo>
                    <a:pt x="9593" y="786"/>
                    <a:pt x="9458" y="756"/>
                    <a:pt x="9330" y="756"/>
                  </a:cubicBezTo>
                  <a:cubicBezTo>
                    <a:pt x="9258" y="756"/>
                    <a:pt x="9188" y="766"/>
                    <a:pt x="9126" y="788"/>
                  </a:cubicBezTo>
                  <a:cubicBezTo>
                    <a:pt x="9112" y="346"/>
                    <a:pt x="8752" y="1"/>
                    <a:pt x="8315" y="1"/>
                  </a:cubicBezTo>
                  <a:lnTo>
                    <a:pt x="8301" y="1"/>
                  </a:lnTo>
                  <a:cubicBezTo>
                    <a:pt x="8065" y="1"/>
                    <a:pt x="7845" y="97"/>
                    <a:pt x="7691" y="270"/>
                  </a:cubicBezTo>
                  <a:cubicBezTo>
                    <a:pt x="7537" y="97"/>
                    <a:pt x="7317" y="1"/>
                    <a:pt x="7086" y="1"/>
                  </a:cubicBezTo>
                  <a:lnTo>
                    <a:pt x="7072" y="1"/>
                  </a:lnTo>
                  <a:cubicBezTo>
                    <a:pt x="6837" y="1"/>
                    <a:pt x="6616" y="97"/>
                    <a:pt x="6462" y="270"/>
                  </a:cubicBezTo>
                  <a:cubicBezTo>
                    <a:pt x="6308" y="97"/>
                    <a:pt x="6088" y="1"/>
                    <a:pt x="5857" y="1"/>
                  </a:cubicBezTo>
                  <a:lnTo>
                    <a:pt x="5843" y="1"/>
                  </a:lnTo>
                  <a:cubicBezTo>
                    <a:pt x="5608" y="1"/>
                    <a:pt x="5387" y="97"/>
                    <a:pt x="5233" y="274"/>
                  </a:cubicBezTo>
                  <a:cubicBezTo>
                    <a:pt x="5080" y="97"/>
                    <a:pt x="4859" y="1"/>
                    <a:pt x="46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3"/>
            <p:cNvSpPr/>
            <p:nvPr/>
          </p:nvSpPr>
          <p:spPr>
            <a:xfrm>
              <a:off x="3827643" y="350807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3"/>
            <p:cNvSpPr/>
            <p:nvPr/>
          </p:nvSpPr>
          <p:spPr>
            <a:xfrm>
              <a:off x="3638618" y="3615378"/>
              <a:ext cx="121396" cy="115239"/>
            </a:xfrm>
            <a:custGeom>
              <a:rect b="b" l="l" r="r" t="t"/>
              <a:pathLst>
                <a:path extrusionOk="0" h="4398" w="4633">
                  <a:moveTo>
                    <a:pt x="4421" y="1"/>
                  </a:moveTo>
                  <a:cubicBezTo>
                    <a:pt x="4306" y="1"/>
                    <a:pt x="4215" y="97"/>
                    <a:pt x="4215" y="207"/>
                  </a:cubicBezTo>
                  <a:lnTo>
                    <a:pt x="4215" y="3663"/>
                  </a:lnTo>
                  <a:cubicBezTo>
                    <a:pt x="4215" y="3841"/>
                    <a:pt x="4071" y="3980"/>
                    <a:pt x="3898" y="3980"/>
                  </a:cubicBezTo>
                  <a:lnTo>
                    <a:pt x="734" y="3980"/>
                  </a:lnTo>
                  <a:cubicBezTo>
                    <a:pt x="557" y="3980"/>
                    <a:pt x="413" y="3841"/>
                    <a:pt x="413" y="3663"/>
                  </a:cubicBezTo>
                  <a:lnTo>
                    <a:pt x="413" y="2684"/>
                  </a:lnTo>
                  <a:cubicBezTo>
                    <a:pt x="413" y="2547"/>
                    <a:pt x="310" y="2479"/>
                    <a:pt x="206" y="2479"/>
                  </a:cubicBezTo>
                  <a:cubicBezTo>
                    <a:pt x="103" y="2479"/>
                    <a:pt x="0" y="2547"/>
                    <a:pt x="0" y="2684"/>
                  </a:cubicBezTo>
                  <a:lnTo>
                    <a:pt x="0" y="3663"/>
                  </a:lnTo>
                  <a:cubicBezTo>
                    <a:pt x="0" y="4071"/>
                    <a:pt x="326" y="4398"/>
                    <a:pt x="734" y="4398"/>
                  </a:cubicBezTo>
                  <a:lnTo>
                    <a:pt x="3898" y="4398"/>
                  </a:lnTo>
                  <a:cubicBezTo>
                    <a:pt x="4301" y="4398"/>
                    <a:pt x="4632" y="4071"/>
                    <a:pt x="4632" y="3663"/>
                  </a:cubicBezTo>
                  <a:lnTo>
                    <a:pt x="4632" y="212"/>
                  </a:lnTo>
                  <a:cubicBezTo>
                    <a:pt x="4632" y="97"/>
                    <a:pt x="4536" y="1"/>
                    <a:pt x="44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9" name="Google Shape;14169;p83"/>
          <p:cNvGrpSpPr/>
          <p:nvPr/>
        </p:nvGrpSpPr>
        <p:grpSpPr>
          <a:xfrm>
            <a:off x="2758162" y="1965433"/>
            <a:ext cx="112330" cy="366285"/>
            <a:chOff x="2758162" y="1965433"/>
            <a:chExt cx="112330" cy="366285"/>
          </a:xfrm>
        </p:grpSpPr>
        <p:sp>
          <p:nvSpPr>
            <p:cNvPr id="14170" name="Google Shape;14170;p83"/>
            <p:cNvSpPr/>
            <p:nvPr/>
          </p:nvSpPr>
          <p:spPr>
            <a:xfrm>
              <a:off x="2781429" y="1970831"/>
              <a:ext cx="65925" cy="67445"/>
            </a:xfrm>
            <a:custGeom>
              <a:rect b="b" l="l" r="r" t="t"/>
              <a:pathLst>
                <a:path extrusionOk="0" h="2574" w="2516">
                  <a:moveTo>
                    <a:pt x="523" y="1"/>
                  </a:moveTo>
                  <a:cubicBezTo>
                    <a:pt x="235" y="5"/>
                    <a:pt x="0" y="236"/>
                    <a:pt x="0" y="529"/>
                  </a:cubicBezTo>
                  <a:lnTo>
                    <a:pt x="0" y="2050"/>
                  </a:lnTo>
                  <a:cubicBezTo>
                    <a:pt x="0" y="2338"/>
                    <a:pt x="235" y="2574"/>
                    <a:pt x="523" y="2574"/>
                  </a:cubicBezTo>
                  <a:lnTo>
                    <a:pt x="1988" y="2574"/>
                  </a:lnTo>
                  <a:cubicBezTo>
                    <a:pt x="2280" y="2574"/>
                    <a:pt x="2511" y="2338"/>
                    <a:pt x="2516" y="2050"/>
                  </a:cubicBezTo>
                  <a:lnTo>
                    <a:pt x="2516" y="529"/>
                  </a:lnTo>
                  <a:cubicBezTo>
                    <a:pt x="2511" y="236"/>
                    <a:pt x="2280" y="5"/>
                    <a:pt x="1988"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83"/>
            <p:cNvSpPr/>
            <p:nvPr/>
          </p:nvSpPr>
          <p:spPr>
            <a:xfrm>
              <a:off x="2773123" y="2018624"/>
              <a:ext cx="82538" cy="53610"/>
            </a:xfrm>
            <a:custGeom>
              <a:rect b="b" l="l" r="r" t="t"/>
              <a:pathLst>
                <a:path extrusionOk="0" h="2046" w="3150">
                  <a:moveTo>
                    <a:pt x="524" y="1"/>
                  </a:moveTo>
                  <a:cubicBezTo>
                    <a:pt x="236" y="1"/>
                    <a:pt x="0" y="236"/>
                    <a:pt x="0" y="524"/>
                  </a:cubicBezTo>
                  <a:lnTo>
                    <a:pt x="0" y="1518"/>
                  </a:lnTo>
                  <a:cubicBezTo>
                    <a:pt x="0" y="1810"/>
                    <a:pt x="236" y="2041"/>
                    <a:pt x="524" y="2046"/>
                  </a:cubicBezTo>
                  <a:lnTo>
                    <a:pt x="2621" y="2046"/>
                  </a:lnTo>
                  <a:cubicBezTo>
                    <a:pt x="2914" y="2041"/>
                    <a:pt x="3149" y="1806"/>
                    <a:pt x="3149" y="1518"/>
                  </a:cubicBezTo>
                  <a:lnTo>
                    <a:pt x="3149" y="524"/>
                  </a:lnTo>
                  <a:cubicBezTo>
                    <a:pt x="3145" y="236"/>
                    <a:pt x="2914" y="1"/>
                    <a:pt x="2621"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3"/>
            <p:cNvSpPr/>
            <p:nvPr/>
          </p:nvSpPr>
          <p:spPr>
            <a:xfrm>
              <a:off x="2799666" y="2018624"/>
              <a:ext cx="29452" cy="31102"/>
            </a:xfrm>
            <a:custGeom>
              <a:rect b="b" l="l" r="r" t="t"/>
              <a:pathLst>
                <a:path extrusionOk="0" h="1187" w="1124">
                  <a:moveTo>
                    <a:pt x="0" y="1"/>
                  </a:moveTo>
                  <a:lnTo>
                    <a:pt x="0" y="1186"/>
                  </a:lnTo>
                  <a:lnTo>
                    <a:pt x="1124" y="1186"/>
                  </a:lnTo>
                  <a:lnTo>
                    <a:pt x="1124"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3"/>
            <p:cNvSpPr/>
            <p:nvPr/>
          </p:nvSpPr>
          <p:spPr>
            <a:xfrm>
              <a:off x="2763690" y="2049700"/>
              <a:ext cx="101273" cy="276489"/>
            </a:xfrm>
            <a:custGeom>
              <a:rect b="b" l="l" r="r" t="t"/>
              <a:pathLst>
                <a:path extrusionOk="0" h="10552" w="3865">
                  <a:moveTo>
                    <a:pt x="456" y="0"/>
                  </a:moveTo>
                  <a:cubicBezTo>
                    <a:pt x="202" y="0"/>
                    <a:pt x="0" y="207"/>
                    <a:pt x="0" y="456"/>
                  </a:cubicBezTo>
                  <a:lnTo>
                    <a:pt x="0" y="10028"/>
                  </a:lnTo>
                  <a:cubicBezTo>
                    <a:pt x="0" y="10311"/>
                    <a:pt x="231" y="10546"/>
                    <a:pt x="519" y="10551"/>
                  </a:cubicBezTo>
                  <a:lnTo>
                    <a:pt x="3351" y="10551"/>
                  </a:lnTo>
                  <a:cubicBezTo>
                    <a:pt x="3634" y="10546"/>
                    <a:pt x="3865" y="10311"/>
                    <a:pt x="3865" y="10028"/>
                  </a:cubicBezTo>
                  <a:lnTo>
                    <a:pt x="3865" y="456"/>
                  </a:lnTo>
                  <a:cubicBezTo>
                    <a:pt x="3865" y="207"/>
                    <a:pt x="3663" y="0"/>
                    <a:pt x="3409"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3"/>
            <p:cNvSpPr/>
            <p:nvPr/>
          </p:nvSpPr>
          <p:spPr>
            <a:xfrm>
              <a:off x="2787587" y="2049700"/>
              <a:ext cx="77376" cy="208048"/>
            </a:xfrm>
            <a:custGeom>
              <a:rect b="b" l="l" r="r" t="t"/>
              <a:pathLst>
                <a:path extrusionOk="0" h="7940" w="2953">
                  <a:moveTo>
                    <a:pt x="0" y="0"/>
                  </a:moveTo>
                  <a:lnTo>
                    <a:pt x="0" y="7417"/>
                  </a:lnTo>
                  <a:cubicBezTo>
                    <a:pt x="0" y="7705"/>
                    <a:pt x="231" y="7935"/>
                    <a:pt x="514" y="7940"/>
                  </a:cubicBezTo>
                  <a:lnTo>
                    <a:pt x="2953" y="7940"/>
                  </a:lnTo>
                  <a:lnTo>
                    <a:pt x="2953" y="456"/>
                  </a:lnTo>
                  <a:cubicBezTo>
                    <a:pt x="2953" y="207"/>
                    <a:pt x="2751" y="0"/>
                    <a:pt x="2501"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3"/>
            <p:cNvSpPr/>
            <p:nvPr/>
          </p:nvSpPr>
          <p:spPr>
            <a:xfrm>
              <a:off x="2763690" y="2283400"/>
              <a:ext cx="101273" cy="42789"/>
            </a:xfrm>
            <a:custGeom>
              <a:rect b="b" l="l" r="r" t="t"/>
              <a:pathLst>
                <a:path extrusionOk="0" h="1633" w="3865">
                  <a:moveTo>
                    <a:pt x="0" y="0"/>
                  </a:moveTo>
                  <a:lnTo>
                    <a:pt x="0" y="1109"/>
                  </a:lnTo>
                  <a:cubicBezTo>
                    <a:pt x="0" y="1392"/>
                    <a:pt x="231" y="1627"/>
                    <a:pt x="519" y="1632"/>
                  </a:cubicBezTo>
                  <a:lnTo>
                    <a:pt x="3351" y="1632"/>
                  </a:lnTo>
                  <a:cubicBezTo>
                    <a:pt x="3634" y="1627"/>
                    <a:pt x="3865" y="1392"/>
                    <a:pt x="3865" y="1109"/>
                  </a:cubicBezTo>
                  <a:lnTo>
                    <a:pt x="3865"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3"/>
            <p:cNvSpPr/>
            <p:nvPr/>
          </p:nvSpPr>
          <p:spPr>
            <a:xfrm>
              <a:off x="2811484" y="2049700"/>
              <a:ext cx="23163" cy="88329"/>
            </a:xfrm>
            <a:custGeom>
              <a:rect b="b" l="l" r="r" t="t"/>
              <a:pathLst>
                <a:path extrusionOk="0" h="3371" w="884">
                  <a:moveTo>
                    <a:pt x="0" y="0"/>
                  </a:moveTo>
                  <a:lnTo>
                    <a:pt x="0" y="2929"/>
                  </a:lnTo>
                  <a:cubicBezTo>
                    <a:pt x="0" y="3173"/>
                    <a:pt x="197" y="3370"/>
                    <a:pt x="442" y="3370"/>
                  </a:cubicBezTo>
                  <a:cubicBezTo>
                    <a:pt x="687" y="3370"/>
                    <a:pt x="884" y="3173"/>
                    <a:pt x="884" y="2929"/>
                  </a:cubicBezTo>
                  <a:lnTo>
                    <a:pt x="884" y="0"/>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3"/>
            <p:cNvSpPr/>
            <p:nvPr/>
          </p:nvSpPr>
          <p:spPr>
            <a:xfrm>
              <a:off x="2811484" y="2049700"/>
              <a:ext cx="23163" cy="65166"/>
            </a:xfrm>
            <a:custGeom>
              <a:rect b="b" l="l" r="r" t="t"/>
              <a:pathLst>
                <a:path extrusionOk="0" h="2487" w="884">
                  <a:moveTo>
                    <a:pt x="0" y="0"/>
                  </a:moveTo>
                  <a:lnTo>
                    <a:pt x="0" y="2045"/>
                  </a:lnTo>
                  <a:cubicBezTo>
                    <a:pt x="0" y="2290"/>
                    <a:pt x="197" y="2487"/>
                    <a:pt x="442" y="2487"/>
                  </a:cubicBezTo>
                  <a:cubicBezTo>
                    <a:pt x="687" y="2487"/>
                    <a:pt x="884" y="2290"/>
                    <a:pt x="884" y="2045"/>
                  </a:cubicBezTo>
                  <a:lnTo>
                    <a:pt x="88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3"/>
            <p:cNvSpPr/>
            <p:nvPr/>
          </p:nvSpPr>
          <p:spPr>
            <a:xfrm>
              <a:off x="2758266" y="2187814"/>
              <a:ext cx="112225" cy="143904"/>
            </a:xfrm>
            <a:custGeom>
              <a:rect b="b" l="l" r="r" t="t"/>
              <a:pathLst>
                <a:path extrusionOk="0" h="5492" w="4283">
                  <a:moveTo>
                    <a:pt x="3865" y="3855"/>
                  </a:moveTo>
                  <a:lnTo>
                    <a:pt x="3865" y="4757"/>
                  </a:lnTo>
                  <a:cubicBezTo>
                    <a:pt x="3865" y="4925"/>
                    <a:pt x="3731" y="5064"/>
                    <a:pt x="3563" y="5074"/>
                  </a:cubicBezTo>
                  <a:lnTo>
                    <a:pt x="3563" y="4431"/>
                  </a:lnTo>
                  <a:cubicBezTo>
                    <a:pt x="3563" y="4294"/>
                    <a:pt x="3460" y="4225"/>
                    <a:pt x="3356" y="4225"/>
                  </a:cubicBezTo>
                  <a:cubicBezTo>
                    <a:pt x="3253" y="4225"/>
                    <a:pt x="3150" y="4294"/>
                    <a:pt x="3150" y="4431"/>
                  </a:cubicBezTo>
                  <a:lnTo>
                    <a:pt x="3150" y="5074"/>
                  </a:lnTo>
                  <a:lnTo>
                    <a:pt x="2752" y="5074"/>
                  </a:lnTo>
                  <a:lnTo>
                    <a:pt x="2752" y="4431"/>
                  </a:lnTo>
                  <a:cubicBezTo>
                    <a:pt x="2752" y="4294"/>
                    <a:pt x="2648" y="4225"/>
                    <a:pt x="2545" y="4225"/>
                  </a:cubicBezTo>
                  <a:cubicBezTo>
                    <a:pt x="2442" y="4225"/>
                    <a:pt x="2339" y="4294"/>
                    <a:pt x="2339" y="4431"/>
                  </a:cubicBezTo>
                  <a:lnTo>
                    <a:pt x="2339" y="5074"/>
                  </a:lnTo>
                  <a:lnTo>
                    <a:pt x="1945" y="5074"/>
                  </a:lnTo>
                  <a:lnTo>
                    <a:pt x="1945" y="4431"/>
                  </a:lnTo>
                  <a:cubicBezTo>
                    <a:pt x="1945" y="4294"/>
                    <a:pt x="1841" y="4225"/>
                    <a:pt x="1736" y="4225"/>
                  </a:cubicBezTo>
                  <a:cubicBezTo>
                    <a:pt x="1632" y="4225"/>
                    <a:pt x="1527" y="4294"/>
                    <a:pt x="1527" y="4431"/>
                  </a:cubicBezTo>
                  <a:lnTo>
                    <a:pt x="1527" y="5074"/>
                  </a:lnTo>
                  <a:lnTo>
                    <a:pt x="1134" y="5074"/>
                  </a:lnTo>
                  <a:lnTo>
                    <a:pt x="1134" y="4431"/>
                  </a:lnTo>
                  <a:cubicBezTo>
                    <a:pt x="1134" y="4294"/>
                    <a:pt x="1029" y="4225"/>
                    <a:pt x="925" y="4225"/>
                  </a:cubicBezTo>
                  <a:cubicBezTo>
                    <a:pt x="821" y="4225"/>
                    <a:pt x="716" y="4294"/>
                    <a:pt x="716" y="4431"/>
                  </a:cubicBezTo>
                  <a:lnTo>
                    <a:pt x="716" y="5074"/>
                  </a:lnTo>
                  <a:cubicBezTo>
                    <a:pt x="548" y="5064"/>
                    <a:pt x="414" y="4925"/>
                    <a:pt x="414" y="4757"/>
                  </a:cubicBezTo>
                  <a:lnTo>
                    <a:pt x="414" y="3855"/>
                  </a:lnTo>
                  <a:close/>
                  <a:moveTo>
                    <a:pt x="4072" y="0"/>
                  </a:moveTo>
                  <a:cubicBezTo>
                    <a:pt x="3961" y="0"/>
                    <a:pt x="3865" y="91"/>
                    <a:pt x="3865" y="206"/>
                  </a:cubicBezTo>
                  <a:lnTo>
                    <a:pt x="3865" y="3442"/>
                  </a:lnTo>
                  <a:lnTo>
                    <a:pt x="414" y="3442"/>
                  </a:lnTo>
                  <a:lnTo>
                    <a:pt x="414" y="1690"/>
                  </a:lnTo>
                  <a:cubicBezTo>
                    <a:pt x="414" y="1550"/>
                    <a:pt x="311" y="1481"/>
                    <a:pt x="207" y="1481"/>
                  </a:cubicBezTo>
                  <a:cubicBezTo>
                    <a:pt x="104" y="1481"/>
                    <a:pt x="1" y="1550"/>
                    <a:pt x="1" y="1690"/>
                  </a:cubicBezTo>
                  <a:lnTo>
                    <a:pt x="1" y="4757"/>
                  </a:lnTo>
                  <a:cubicBezTo>
                    <a:pt x="1" y="5160"/>
                    <a:pt x="327" y="5487"/>
                    <a:pt x="731" y="5491"/>
                  </a:cubicBezTo>
                  <a:lnTo>
                    <a:pt x="3548" y="5491"/>
                  </a:lnTo>
                  <a:cubicBezTo>
                    <a:pt x="3952" y="5487"/>
                    <a:pt x="4283" y="5160"/>
                    <a:pt x="4283" y="4757"/>
                  </a:cubicBezTo>
                  <a:lnTo>
                    <a:pt x="4283" y="206"/>
                  </a:lnTo>
                  <a:cubicBezTo>
                    <a:pt x="4283" y="91"/>
                    <a:pt x="4187" y="0"/>
                    <a:pt x="4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3"/>
            <p:cNvSpPr/>
            <p:nvPr/>
          </p:nvSpPr>
          <p:spPr>
            <a:xfrm>
              <a:off x="2758162" y="1965433"/>
              <a:ext cx="112199" cy="250260"/>
            </a:xfrm>
            <a:custGeom>
              <a:rect b="b" l="l" r="r" t="t"/>
              <a:pathLst>
                <a:path extrusionOk="0" h="9551" w="4282">
                  <a:moveTo>
                    <a:pt x="1373" y="2237"/>
                  </a:moveTo>
                  <a:lnTo>
                    <a:pt x="1373" y="3010"/>
                  </a:lnTo>
                  <a:lnTo>
                    <a:pt x="773" y="3010"/>
                  </a:lnTo>
                  <a:lnTo>
                    <a:pt x="773" y="2554"/>
                  </a:lnTo>
                  <a:cubicBezTo>
                    <a:pt x="773" y="2381"/>
                    <a:pt x="917" y="2237"/>
                    <a:pt x="1090" y="2237"/>
                  </a:cubicBezTo>
                  <a:close/>
                  <a:moveTo>
                    <a:pt x="2501" y="2237"/>
                  </a:moveTo>
                  <a:lnTo>
                    <a:pt x="2501" y="3010"/>
                  </a:lnTo>
                  <a:lnTo>
                    <a:pt x="1795" y="3010"/>
                  </a:lnTo>
                  <a:lnTo>
                    <a:pt x="1795" y="2237"/>
                  </a:lnTo>
                  <a:close/>
                  <a:moveTo>
                    <a:pt x="3188" y="2237"/>
                  </a:moveTo>
                  <a:cubicBezTo>
                    <a:pt x="3365" y="2237"/>
                    <a:pt x="3504" y="2381"/>
                    <a:pt x="3504" y="2554"/>
                  </a:cubicBezTo>
                  <a:cubicBezTo>
                    <a:pt x="3514" y="2669"/>
                    <a:pt x="3514" y="2895"/>
                    <a:pt x="3514" y="3010"/>
                  </a:cubicBezTo>
                  <a:lnTo>
                    <a:pt x="2909" y="3010"/>
                  </a:lnTo>
                  <a:lnTo>
                    <a:pt x="2909" y="2237"/>
                  </a:lnTo>
                  <a:close/>
                  <a:moveTo>
                    <a:pt x="1411" y="0"/>
                  </a:moveTo>
                  <a:cubicBezTo>
                    <a:pt x="1008" y="0"/>
                    <a:pt x="677" y="331"/>
                    <a:pt x="677" y="735"/>
                  </a:cubicBezTo>
                  <a:lnTo>
                    <a:pt x="677" y="1954"/>
                  </a:lnTo>
                  <a:cubicBezTo>
                    <a:pt x="480" y="2088"/>
                    <a:pt x="360" y="2314"/>
                    <a:pt x="360" y="2554"/>
                  </a:cubicBezTo>
                  <a:lnTo>
                    <a:pt x="360" y="3082"/>
                  </a:lnTo>
                  <a:cubicBezTo>
                    <a:pt x="139" y="3197"/>
                    <a:pt x="0" y="3423"/>
                    <a:pt x="0" y="3672"/>
                  </a:cubicBezTo>
                  <a:lnTo>
                    <a:pt x="0" y="9341"/>
                  </a:lnTo>
                  <a:cubicBezTo>
                    <a:pt x="0" y="9481"/>
                    <a:pt x="105" y="9550"/>
                    <a:pt x="209" y="9550"/>
                  </a:cubicBezTo>
                  <a:cubicBezTo>
                    <a:pt x="313" y="9550"/>
                    <a:pt x="418" y="9481"/>
                    <a:pt x="418" y="9341"/>
                  </a:cubicBezTo>
                  <a:lnTo>
                    <a:pt x="418" y="3672"/>
                  </a:lnTo>
                  <a:cubicBezTo>
                    <a:pt x="418" y="3533"/>
                    <a:pt x="528" y="3423"/>
                    <a:pt x="663" y="3423"/>
                  </a:cubicBezTo>
                  <a:lnTo>
                    <a:pt x="1824" y="3423"/>
                  </a:lnTo>
                  <a:lnTo>
                    <a:pt x="1824" y="6145"/>
                  </a:lnTo>
                  <a:cubicBezTo>
                    <a:pt x="1824" y="6505"/>
                    <a:pt x="2112" y="6793"/>
                    <a:pt x="2472" y="6793"/>
                  </a:cubicBezTo>
                  <a:cubicBezTo>
                    <a:pt x="2832" y="6793"/>
                    <a:pt x="3120" y="6505"/>
                    <a:pt x="3120" y="6145"/>
                  </a:cubicBezTo>
                  <a:lnTo>
                    <a:pt x="3120" y="5338"/>
                  </a:lnTo>
                  <a:cubicBezTo>
                    <a:pt x="3120" y="5201"/>
                    <a:pt x="3017" y="5133"/>
                    <a:pt x="2914" y="5133"/>
                  </a:cubicBezTo>
                  <a:cubicBezTo>
                    <a:pt x="2811" y="5133"/>
                    <a:pt x="2708" y="5201"/>
                    <a:pt x="2708" y="5338"/>
                  </a:cubicBezTo>
                  <a:lnTo>
                    <a:pt x="2708" y="6145"/>
                  </a:lnTo>
                  <a:cubicBezTo>
                    <a:pt x="2708" y="6301"/>
                    <a:pt x="2590" y="6379"/>
                    <a:pt x="2472" y="6379"/>
                  </a:cubicBezTo>
                  <a:cubicBezTo>
                    <a:pt x="2355" y="6379"/>
                    <a:pt x="2237" y="6301"/>
                    <a:pt x="2237" y="6145"/>
                  </a:cubicBezTo>
                  <a:lnTo>
                    <a:pt x="2237" y="3428"/>
                  </a:lnTo>
                  <a:lnTo>
                    <a:pt x="2708" y="3428"/>
                  </a:lnTo>
                  <a:lnTo>
                    <a:pt x="2708" y="4512"/>
                  </a:lnTo>
                  <a:cubicBezTo>
                    <a:pt x="2708" y="4649"/>
                    <a:pt x="2811" y="4718"/>
                    <a:pt x="2914" y="4718"/>
                  </a:cubicBezTo>
                  <a:cubicBezTo>
                    <a:pt x="3017" y="4718"/>
                    <a:pt x="3120" y="4649"/>
                    <a:pt x="3120" y="4512"/>
                  </a:cubicBezTo>
                  <a:lnTo>
                    <a:pt x="3120" y="3428"/>
                  </a:lnTo>
                  <a:lnTo>
                    <a:pt x="3620" y="3428"/>
                  </a:lnTo>
                  <a:cubicBezTo>
                    <a:pt x="3754" y="3428"/>
                    <a:pt x="3864" y="3538"/>
                    <a:pt x="3869" y="3672"/>
                  </a:cubicBezTo>
                  <a:lnTo>
                    <a:pt x="3869" y="7868"/>
                  </a:lnTo>
                  <a:cubicBezTo>
                    <a:pt x="3869" y="8005"/>
                    <a:pt x="3972" y="8073"/>
                    <a:pt x="4076" y="8073"/>
                  </a:cubicBezTo>
                  <a:cubicBezTo>
                    <a:pt x="4179" y="8073"/>
                    <a:pt x="4282" y="8005"/>
                    <a:pt x="4282" y="7868"/>
                  </a:cubicBezTo>
                  <a:lnTo>
                    <a:pt x="4282" y="3672"/>
                  </a:lnTo>
                  <a:cubicBezTo>
                    <a:pt x="4282" y="3428"/>
                    <a:pt x="4143" y="3202"/>
                    <a:pt x="3927" y="3087"/>
                  </a:cubicBezTo>
                  <a:lnTo>
                    <a:pt x="3927" y="2554"/>
                  </a:lnTo>
                  <a:cubicBezTo>
                    <a:pt x="3927" y="2314"/>
                    <a:pt x="3807" y="2088"/>
                    <a:pt x="3610" y="1954"/>
                  </a:cubicBezTo>
                  <a:lnTo>
                    <a:pt x="3610" y="1354"/>
                  </a:lnTo>
                  <a:cubicBezTo>
                    <a:pt x="3610" y="1217"/>
                    <a:pt x="3506" y="1149"/>
                    <a:pt x="3401" y="1149"/>
                  </a:cubicBezTo>
                  <a:cubicBezTo>
                    <a:pt x="3297" y="1149"/>
                    <a:pt x="3192" y="1217"/>
                    <a:pt x="3192" y="1354"/>
                  </a:cubicBezTo>
                  <a:lnTo>
                    <a:pt x="3192" y="1824"/>
                  </a:lnTo>
                  <a:lnTo>
                    <a:pt x="1095" y="1824"/>
                  </a:lnTo>
                  <a:lnTo>
                    <a:pt x="1095" y="735"/>
                  </a:lnTo>
                  <a:cubicBezTo>
                    <a:pt x="1095" y="557"/>
                    <a:pt x="1239" y="418"/>
                    <a:pt x="1411" y="413"/>
                  </a:cubicBezTo>
                  <a:lnTo>
                    <a:pt x="2876" y="413"/>
                  </a:lnTo>
                  <a:cubicBezTo>
                    <a:pt x="3005" y="418"/>
                    <a:pt x="3120" y="495"/>
                    <a:pt x="3168" y="610"/>
                  </a:cubicBezTo>
                  <a:cubicBezTo>
                    <a:pt x="3205" y="705"/>
                    <a:pt x="3279" y="744"/>
                    <a:pt x="3354" y="744"/>
                  </a:cubicBezTo>
                  <a:cubicBezTo>
                    <a:pt x="3488" y="744"/>
                    <a:pt x="3624" y="618"/>
                    <a:pt x="3548" y="451"/>
                  </a:cubicBezTo>
                  <a:cubicBezTo>
                    <a:pt x="3437" y="178"/>
                    <a:pt x="3168" y="0"/>
                    <a:pt x="28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0" name="Google Shape;14180;p83"/>
          <p:cNvGrpSpPr/>
          <p:nvPr/>
        </p:nvGrpSpPr>
        <p:grpSpPr>
          <a:xfrm>
            <a:off x="1840734" y="3809329"/>
            <a:ext cx="169818" cy="365525"/>
            <a:chOff x="1840734" y="3809329"/>
            <a:chExt cx="169818" cy="365525"/>
          </a:xfrm>
        </p:grpSpPr>
        <p:sp>
          <p:nvSpPr>
            <p:cNvPr id="14181" name="Google Shape;14181;p83"/>
            <p:cNvSpPr/>
            <p:nvPr/>
          </p:nvSpPr>
          <p:spPr>
            <a:xfrm>
              <a:off x="1846891" y="4125777"/>
              <a:ext cx="158132" cy="43680"/>
            </a:xfrm>
            <a:custGeom>
              <a:rect b="b" l="l" r="r" t="t"/>
              <a:pathLst>
                <a:path extrusionOk="0" h="1667" w="6035">
                  <a:moveTo>
                    <a:pt x="15" y="1"/>
                  </a:moveTo>
                  <a:lnTo>
                    <a:pt x="0" y="126"/>
                  </a:lnTo>
                  <a:lnTo>
                    <a:pt x="0" y="1278"/>
                  </a:lnTo>
                  <a:cubicBezTo>
                    <a:pt x="0" y="1494"/>
                    <a:pt x="173" y="1667"/>
                    <a:pt x="389" y="1667"/>
                  </a:cubicBezTo>
                  <a:lnTo>
                    <a:pt x="5665" y="1667"/>
                  </a:lnTo>
                  <a:cubicBezTo>
                    <a:pt x="5871" y="1657"/>
                    <a:pt x="6034" y="1484"/>
                    <a:pt x="6034" y="1278"/>
                  </a:cubicBezTo>
                  <a:lnTo>
                    <a:pt x="6034" y="121"/>
                  </a:lnTo>
                  <a:lnTo>
                    <a:pt x="6015"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3"/>
            <p:cNvSpPr/>
            <p:nvPr/>
          </p:nvSpPr>
          <p:spPr>
            <a:xfrm>
              <a:off x="1875819" y="4128921"/>
              <a:ext cx="129205" cy="40535"/>
            </a:xfrm>
            <a:custGeom>
              <a:rect b="b" l="l" r="r" t="t"/>
              <a:pathLst>
                <a:path extrusionOk="0" h="1547" w="4931">
                  <a:moveTo>
                    <a:pt x="4930" y="1"/>
                  </a:moveTo>
                  <a:lnTo>
                    <a:pt x="0" y="6"/>
                  </a:lnTo>
                  <a:lnTo>
                    <a:pt x="0" y="1158"/>
                  </a:lnTo>
                  <a:cubicBezTo>
                    <a:pt x="0" y="1374"/>
                    <a:pt x="173" y="1547"/>
                    <a:pt x="389" y="1547"/>
                  </a:cubicBezTo>
                  <a:lnTo>
                    <a:pt x="4561" y="1547"/>
                  </a:lnTo>
                  <a:cubicBezTo>
                    <a:pt x="4767" y="1537"/>
                    <a:pt x="4930" y="1364"/>
                    <a:pt x="4930" y="1158"/>
                  </a:cubicBezTo>
                  <a:lnTo>
                    <a:pt x="493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3"/>
            <p:cNvSpPr/>
            <p:nvPr/>
          </p:nvSpPr>
          <p:spPr>
            <a:xfrm>
              <a:off x="1896807" y="3856860"/>
              <a:ext cx="58274" cy="66319"/>
            </a:xfrm>
            <a:custGeom>
              <a:rect b="b" l="l" r="r" t="t"/>
              <a:pathLst>
                <a:path extrusionOk="0" h="2531" w="2224">
                  <a:moveTo>
                    <a:pt x="1" y="1"/>
                  </a:moveTo>
                  <a:lnTo>
                    <a:pt x="1" y="2531"/>
                  </a:lnTo>
                  <a:lnTo>
                    <a:pt x="2223" y="2531"/>
                  </a:lnTo>
                  <a:lnTo>
                    <a:pt x="2223"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3"/>
            <p:cNvSpPr/>
            <p:nvPr/>
          </p:nvSpPr>
          <p:spPr>
            <a:xfrm>
              <a:off x="1923874" y="3856860"/>
              <a:ext cx="31207" cy="66319"/>
            </a:xfrm>
            <a:custGeom>
              <a:rect b="b" l="l" r="r" t="t"/>
              <a:pathLst>
                <a:path extrusionOk="0" h="2531" w="1191">
                  <a:moveTo>
                    <a:pt x="0" y="1"/>
                  </a:moveTo>
                  <a:lnTo>
                    <a:pt x="0" y="2531"/>
                  </a:lnTo>
                  <a:lnTo>
                    <a:pt x="1190" y="2531"/>
                  </a:lnTo>
                  <a:lnTo>
                    <a:pt x="119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3"/>
            <p:cNvSpPr/>
            <p:nvPr/>
          </p:nvSpPr>
          <p:spPr>
            <a:xfrm>
              <a:off x="1846891" y="3891343"/>
              <a:ext cx="158132" cy="237604"/>
            </a:xfrm>
            <a:custGeom>
              <a:rect b="b" l="l" r="r" t="t"/>
              <a:pathLst>
                <a:path extrusionOk="0" h="9068" w="6035">
                  <a:moveTo>
                    <a:pt x="1431" y="0"/>
                  </a:moveTo>
                  <a:cubicBezTo>
                    <a:pt x="1253" y="0"/>
                    <a:pt x="1100" y="135"/>
                    <a:pt x="1080" y="312"/>
                  </a:cubicBezTo>
                  <a:lnTo>
                    <a:pt x="15" y="8943"/>
                  </a:lnTo>
                  <a:lnTo>
                    <a:pt x="0" y="9068"/>
                  </a:lnTo>
                  <a:lnTo>
                    <a:pt x="6034" y="9068"/>
                  </a:lnTo>
                  <a:lnTo>
                    <a:pt x="6015" y="8943"/>
                  </a:lnTo>
                  <a:lnTo>
                    <a:pt x="4949" y="312"/>
                  </a:lnTo>
                  <a:cubicBezTo>
                    <a:pt x="4930" y="135"/>
                    <a:pt x="4777" y="0"/>
                    <a:pt x="4599"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83"/>
            <p:cNvSpPr/>
            <p:nvPr/>
          </p:nvSpPr>
          <p:spPr>
            <a:xfrm>
              <a:off x="1882972" y="3814858"/>
              <a:ext cx="85944" cy="52353"/>
            </a:xfrm>
            <a:custGeom>
              <a:rect b="b" l="l" r="r" t="t"/>
              <a:pathLst>
                <a:path extrusionOk="0" h="1998" w="3280">
                  <a:moveTo>
                    <a:pt x="332" y="1"/>
                  </a:moveTo>
                  <a:cubicBezTo>
                    <a:pt x="150" y="1"/>
                    <a:pt x="1" y="150"/>
                    <a:pt x="1" y="332"/>
                  </a:cubicBezTo>
                  <a:lnTo>
                    <a:pt x="1" y="1666"/>
                  </a:lnTo>
                  <a:cubicBezTo>
                    <a:pt x="1" y="1849"/>
                    <a:pt x="150" y="1998"/>
                    <a:pt x="332" y="1998"/>
                  </a:cubicBezTo>
                  <a:lnTo>
                    <a:pt x="2948" y="1998"/>
                  </a:lnTo>
                  <a:cubicBezTo>
                    <a:pt x="3131" y="1998"/>
                    <a:pt x="3280" y="1849"/>
                    <a:pt x="3280" y="1666"/>
                  </a:cubicBezTo>
                  <a:lnTo>
                    <a:pt x="3280" y="332"/>
                  </a:lnTo>
                  <a:cubicBezTo>
                    <a:pt x="3280" y="150"/>
                    <a:pt x="3131" y="1"/>
                    <a:pt x="2948"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3"/>
            <p:cNvSpPr/>
            <p:nvPr/>
          </p:nvSpPr>
          <p:spPr>
            <a:xfrm>
              <a:off x="1875819" y="3891343"/>
              <a:ext cx="129205" cy="237604"/>
            </a:xfrm>
            <a:custGeom>
              <a:rect b="b" l="l" r="r" t="t"/>
              <a:pathLst>
                <a:path extrusionOk="0" h="9068" w="4931">
                  <a:moveTo>
                    <a:pt x="1431" y="0"/>
                  </a:moveTo>
                  <a:cubicBezTo>
                    <a:pt x="1253" y="0"/>
                    <a:pt x="1100" y="130"/>
                    <a:pt x="1080" y="307"/>
                  </a:cubicBezTo>
                  <a:lnTo>
                    <a:pt x="0" y="9068"/>
                  </a:lnTo>
                  <a:lnTo>
                    <a:pt x="4930" y="9068"/>
                  </a:lnTo>
                  <a:lnTo>
                    <a:pt x="3845" y="307"/>
                  </a:lnTo>
                  <a:cubicBezTo>
                    <a:pt x="3826" y="130"/>
                    <a:pt x="3673" y="0"/>
                    <a:pt x="349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3"/>
            <p:cNvSpPr/>
            <p:nvPr/>
          </p:nvSpPr>
          <p:spPr>
            <a:xfrm>
              <a:off x="1911926" y="3814858"/>
              <a:ext cx="56990" cy="52353"/>
            </a:xfrm>
            <a:custGeom>
              <a:rect b="b" l="l" r="r" t="t"/>
              <a:pathLst>
                <a:path extrusionOk="0" h="1998" w="2175">
                  <a:moveTo>
                    <a:pt x="331" y="1"/>
                  </a:moveTo>
                  <a:cubicBezTo>
                    <a:pt x="149" y="1"/>
                    <a:pt x="0" y="150"/>
                    <a:pt x="0" y="332"/>
                  </a:cubicBezTo>
                  <a:lnTo>
                    <a:pt x="0" y="1666"/>
                  </a:lnTo>
                  <a:cubicBezTo>
                    <a:pt x="0" y="1849"/>
                    <a:pt x="149" y="1998"/>
                    <a:pt x="331" y="1998"/>
                  </a:cubicBezTo>
                  <a:lnTo>
                    <a:pt x="1843" y="1998"/>
                  </a:lnTo>
                  <a:cubicBezTo>
                    <a:pt x="2026" y="1998"/>
                    <a:pt x="2175" y="1849"/>
                    <a:pt x="2175" y="1666"/>
                  </a:cubicBezTo>
                  <a:lnTo>
                    <a:pt x="2175" y="332"/>
                  </a:lnTo>
                  <a:cubicBezTo>
                    <a:pt x="2175" y="150"/>
                    <a:pt x="2026" y="1"/>
                    <a:pt x="1843"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3"/>
            <p:cNvSpPr/>
            <p:nvPr/>
          </p:nvSpPr>
          <p:spPr>
            <a:xfrm>
              <a:off x="1860726" y="3809329"/>
              <a:ext cx="136751" cy="217376"/>
            </a:xfrm>
            <a:custGeom>
              <a:rect b="b" l="l" r="r" t="t"/>
              <a:pathLst>
                <a:path extrusionOk="0" h="8296" w="5219">
                  <a:moveTo>
                    <a:pt x="3394" y="2415"/>
                  </a:moveTo>
                  <a:lnTo>
                    <a:pt x="3394" y="2924"/>
                  </a:lnTo>
                  <a:lnTo>
                    <a:pt x="1584" y="2924"/>
                  </a:lnTo>
                  <a:lnTo>
                    <a:pt x="1584" y="2415"/>
                  </a:lnTo>
                  <a:close/>
                  <a:moveTo>
                    <a:pt x="1181" y="1"/>
                  </a:moveTo>
                  <a:cubicBezTo>
                    <a:pt x="884" y="1"/>
                    <a:pt x="644" y="241"/>
                    <a:pt x="644" y="543"/>
                  </a:cubicBezTo>
                  <a:lnTo>
                    <a:pt x="644" y="1877"/>
                  </a:lnTo>
                  <a:cubicBezTo>
                    <a:pt x="639" y="2170"/>
                    <a:pt x="874" y="2410"/>
                    <a:pt x="1172" y="2415"/>
                  </a:cubicBezTo>
                  <a:lnTo>
                    <a:pt x="1172" y="2924"/>
                  </a:lnTo>
                  <a:lnTo>
                    <a:pt x="903" y="2924"/>
                  </a:lnTo>
                  <a:cubicBezTo>
                    <a:pt x="620" y="2924"/>
                    <a:pt x="380" y="3135"/>
                    <a:pt x="346" y="3413"/>
                  </a:cubicBezTo>
                  <a:lnTo>
                    <a:pt x="15" y="6102"/>
                  </a:lnTo>
                  <a:cubicBezTo>
                    <a:pt x="0" y="6217"/>
                    <a:pt x="82" y="6322"/>
                    <a:pt x="197" y="6337"/>
                  </a:cubicBezTo>
                  <a:cubicBezTo>
                    <a:pt x="203" y="6337"/>
                    <a:pt x="210" y="6338"/>
                    <a:pt x="216" y="6338"/>
                  </a:cubicBezTo>
                  <a:cubicBezTo>
                    <a:pt x="319" y="6338"/>
                    <a:pt x="414" y="6263"/>
                    <a:pt x="428" y="6154"/>
                  </a:cubicBezTo>
                  <a:lnTo>
                    <a:pt x="759" y="3466"/>
                  </a:lnTo>
                  <a:cubicBezTo>
                    <a:pt x="768" y="3394"/>
                    <a:pt x="831" y="3337"/>
                    <a:pt x="903" y="3337"/>
                  </a:cubicBezTo>
                  <a:lnTo>
                    <a:pt x="4071" y="3337"/>
                  </a:lnTo>
                  <a:cubicBezTo>
                    <a:pt x="4148" y="3337"/>
                    <a:pt x="4210" y="3394"/>
                    <a:pt x="4220" y="3466"/>
                  </a:cubicBezTo>
                  <a:lnTo>
                    <a:pt x="4791" y="8118"/>
                  </a:lnTo>
                  <a:cubicBezTo>
                    <a:pt x="4805" y="8218"/>
                    <a:pt x="4892" y="8295"/>
                    <a:pt x="4997" y="8295"/>
                  </a:cubicBezTo>
                  <a:lnTo>
                    <a:pt x="5026" y="8295"/>
                  </a:lnTo>
                  <a:cubicBezTo>
                    <a:pt x="5137" y="8281"/>
                    <a:pt x="5218" y="8180"/>
                    <a:pt x="5204" y="8065"/>
                  </a:cubicBezTo>
                  <a:lnTo>
                    <a:pt x="4633" y="3418"/>
                  </a:lnTo>
                  <a:cubicBezTo>
                    <a:pt x="4594" y="3135"/>
                    <a:pt x="4354" y="2924"/>
                    <a:pt x="4071" y="2924"/>
                  </a:cubicBezTo>
                  <a:lnTo>
                    <a:pt x="3807" y="2924"/>
                  </a:lnTo>
                  <a:lnTo>
                    <a:pt x="3807" y="2415"/>
                  </a:lnTo>
                  <a:cubicBezTo>
                    <a:pt x="4100" y="2410"/>
                    <a:pt x="4335" y="2170"/>
                    <a:pt x="4335" y="1877"/>
                  </a:cubicBezTo>
                  <a:lnTo>
                    <a:pt x="4335" y="543"/>
                  </a:lnTo>
                  <a:cubicBezTo>
                    <a:pt x="4335" y="241"/>
                    <a:pt x="4095" y="1"/>
                    <a:pt x="3797" y="1"/>
                  </a:cubicBezTo>
                  <a:lnTo>
                    <a:pt x="2535" y="1"/>
                  </a:lnTo>
                  <a:cubicBezTo>
                    <a:pt x="2261" y="1"/>
                    <a:pt x="2261" y="413"/>
                    <a:pt x="2535" y="413"/>
                  </a:cubicBezTo>
                  <a:lnTo>
                    <a:pt x="3797" y="413"/>
                  </a:lnTo>
                  <a:cubicBezTo>
                    <a:pt x="3865" y="418"/>
                    <a:pt x="3917" y="471"/>
                    <a:pt x="3922" y="538"/>
                  </a:cubicBezTo>
                  <a:lnTo>
                    <a:pt x="3922" y="1873"/>
                  </a:lnTo>
                  <a:cubicBezTo>
                    <a:pt x="3917" y="1940"/>
                    <a:pt x="3869" y="1993"/>
                    <a:pt x="3807" y="1997"/>
                  </a:cubicBezTo>
                  <a:lnTo>
                    <a:pt x="1167" y="1997"/>
                  </a:lnTo>
                  <a:cubicBezTo>
                    <a:pt x="1104" y="1993"/>
                    <a:pt x="1056" y="1940"/>
                    <a:pt x="1056" y="1873"/>
                  </a:cubicBezTo>
                  <a:lnTo>
                    <a:pt x="1056" y="538"/>
                  </a:lnTo>
                  <a:cubicBezTo>
                    <a:pt x="1056" y="471"/>
                    <a:pt x="1109" y="418"/>
                    <a:pt x="1176" y="413"/>
                  </a:cubicBezTo>
                  <a:lnTo>
                    <a:pt x="1709" y="413"/>
                  </a:lnTo>
                  <a:cubicBezTo>
                    <a:pt x="1983" y="413"/>
                    <a:pt x="1983"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3"/>
            <p:cNvSpPr/>
            <p:nvPr/>
          </p:nvSpPr>
          <p:spPr>
            <a:xfrm>
              <a:off x="1840734" y="3986039"/>
              <a:ext cx="169818" cy="188815"/>
            </a:xfrm>
            <a:custGeom>
              <a:rect b="b" l="l" r="r" t="t"/>
              <a:pathLst>
                <a:path extrusionOk="0" h="7206" w="6481">
                  <a:moveTo>
                    <a:pt x="882" y="0"/>
                  </a:moveTo>
                  <a:cubicBezTo>
                    <a:pt x="788" y="0"/>
                    <a:pt x="695" y="58"/>
                    <a:pt x="682" y="183"/>
                  </a:cubicBezTo>
                  <a:cubicBezTo>
                    <a:pt x="0" y="5689"/>
                    <a:pt x="29" y="5435"/>
                    <a:pt x="29" y="5454"/>
                  </a:cubicBezTo>
                  <a:lnTo>
                    <a:pt x="29" y="6995"/>
                  </a:lnTo>
                  <a:cubicBezTo>
                    <a:pt x="29" y="7110"/>
                    <a:pt x="120" y="7201"/>
                    <a:pt x="235" y="7201"/>
                  </a:cubicBezTo>
                  <a:lnTo>
                    <a:pt x="5799" y="7206"/>
                  </a:lnTo>
                  <a:lnTo>
                    <a:pt x="6269" y="7206"/>
                  </a:lnTo>
                  <a:cubicBezTo>
                    <a:pt x="6384" y="7206"/>
                    <a:pt x="6480" y="7115"/>
                    <a:pt x="6480" y="7000"/>
                  </a:cubicBezTo>
                  <a:cubicBezTo>
                    <a:pt x="6476" y="5353"/>
                    <a:pt x="6476" y="5459"/>
                    <a:pt x="6476" y="5430"/>
                  </a:cubicBezTo>
                  <a:lnTo>
                    <a:pt x="6068" y="2142"/>
                  </a:lnTo>
                  <a:cubicBezTo>
                    <a:pt x="6052" y="2018"/>
                    <a:pt x="5960" y="1961"/>
                    <a:pt x="5866" y="1961"/>
                  </a:cubicBezTo>
                  <a:cubicBezTo>
                    <a:pt x="5753" y="1961"/>
                    <a:pt x="5639" y="2045"/>
                    <a:pt x="5660" y="2195"/>
                  </a:cubicBezTo>
                  <a:lnTo>
                    <a:pt x="6034" y="5247"/>
                  </a:lnTo>
                  <a:lnTo>
                    <a:pt x="2674" y="5247"/>
                  </a:lnTo>
                  <a:cubicBezTo>
                    <a:pt x="2400" y="5247"/>
                    <a:pt x="2400" y="5665"/>
                    <a:pt x="2674" y="5665"/>
                  </a:cubicBezTo>
                  <a:lnTo>
                    <a:pt x="6058" y="5665"/>
                  </a:lnTo>
                  <a:lnTo>
                    <a:pt x="6058" y="6793"/>
                  </a:lnTo>
                  <a:lnTo>
                    <a:pt x="5789" y="6793"/>
                  </a:lnTo>
                  <a:lnTo>
                    <a:pt x="5789" y="6131"/>
                  </a:lnTo>
                  <a:cubicBezTo>
                    <a:pt x="5789" y="5994"/>
                    <a:pt x="5686" y="5926"/>
                    <a:pt x="5583" y="5926"/>
                  </a:cubicBezTo>
                  <a:cubicBezTo>
                    <a:pt x="5480" y="5926"/>
                    <a:pt x="5376" y="5994"/>
                    <a:pt x="5376" y="6131"/>
                  </a:cubicBezTo>
                  <a:lnTo>
                    <a:pt x="5376" y="6793"/>
                  </a:lnTo>
                  <a:lnTo>
                    <a:pt x="4863" y="6793"/>
                  </a:lnTo>
                  <a:lnTo>
                    <a:pt x="4863" y="6131"/>
                  </a:lnTo>
                  <a:cubicBezTo>
                    <a:pt x="4863" y="5994"/>
                    <a:pt x="4760" y="5926"/>
                    <a:pt x="4656" y="5926"/>
                  </a:cubicBezTo>
                  <a:cubicBezTo>
                    <a:pt x="4553" y="5926"/>
                    <a:pt x="4450" y="5994"/>
                    <a:pt x="4450" y="6131"/>
                  </a:cubicBezTo>
                  <a:lnTo>
                    <a:pt x="4450" y="6793"/>
                  </a:lnTo>
                  <a:lnTo>
                    <a:pt x="3941" y="6793"/>
                  </a:lnTo>
                  <a:lnTo>
                    <a:pt x="3941" y="6131"/>
                  </a:lnTo>
                  <a:cubicBezTo>
                    <a:pt x="3941" y="5994"/>
                    <a:pt x="3837" y="5926"/>
                    <a:pt x="3732" y="5926"/>
                  </a:cubicBezTo>
                  <a:cubicBezTo>
                    <a:pt x="3628" y="5926"/>
                    <a:pt x="3523" y="5994"/>
                    <a:pt x="3523" y="6131"/>
                  </a:cubicBezTo>
                  <a:lnTo>
                    <a:pt x="3523" y="6793"/>
                  </a:lnTo>
                  <a:lnTo>
                    <a:pt x="3015" y="6793"/>
                  </a:lnTo>
                  <a:lnTo>
                    <a:pt x="3015" y="6131"/>
                  </a:lnTo>
                  <a:cubicBezTo>
                    <a:pt x="3015" y="5994"/>
                    <a:pt x="2911" y="5926"/>
                    <a:pt x="2808" y="5926"/>
                  </a:cubicBezTo>
                  <a:cubicBezTo>
                    <a:pt x="2705" y="5926"/>
                    <a:pt x="2602" y="5994"/>
                    <a:pt x="2602" y="6131"/>
                  </a:cubicBezTo>
                  <a:lnTo>
                    <a:pt x="2602" y="6793"/>
                  </a:lnTo>
                  <a:lnTo>
                    <a:pt x="2088" y="6793"/>
                  </a:lnTo>
                  <a:lnTo>
                    <a:pt x="2088" y="6131"/>
                  </a:lnTo>
                  <a:cubicBezTo>
                    <a:pt x="2088" y="5994"/>
                    <a:pt x="1985" y="5926"/>
                    <a:pt x="1882" y="5926"/>
                  </a:cubicBezTo>
                  <a:cubicBezTo>
                    <a:pt x="1779" y="5926"/>
                    <a:pt x="1675" y="5994"/>
                    <a:pt x="1675" y="6131"/>
                  </a:cubicBezTo>
                  <a:lnTo>
                    <a:pt x="1675" y="6793"/>
                  </a:lnTo>
                  <a:lnTo>
                    <a:pt x="1167" y="6793"/>
                  </a:lnTo>
                  <a:lnTo>
                    <a:pt x="1167" y="6131"/>
                  </a:lnTo>
                  <a:cubicBezTo>
                    <a:pt x="1167" y="5994"/>
                    <a:pt x="1062" y="5926"/>
                    <a:pt x="958" y="5926"/>
                  </a:cubicBezTo>
                  <a:cubicBezTo>
                    <a:pt x="853" y="5926"/>
                    <a:pt x="749" y="5994"/>
                    <a:pt x="749" y="6131"/>
                  </a:cubicBezTo>
                  <a:lnTo>
                    <a:pt x="749" y="6793"/>
                  </a:lnTo>
                  <a:lnTo>
                    <a:pt x="446" y="6793"/>
                  </a:lnTo>
                  <a:lnTo>
                    <a:pt x="446" y="5665"/>
                  </a:lnTo>
                  <a:lnTo>
                    <a:pt x="1853" y="5665"/>
                  </a:lnTo>
                  <a:cubicBezTo>
                    <a:pt x="2127" y="5665"/>
                    <a:pt x="2127" y="5247"/>
                    <a:pt x="1853" y="5247"/>
                  </a:cubicBezTo>
                  <a:lnTo>
                    <a:pt x="470" y="5247"/>
                  </a:lnTo>
                  <a:lnTo>
                    <a:pt x="1090" y="231"/>
                  </a:lnTo>
                  <a:cubicBezTo>
                    <a:pt x="1108" y="83"/>
                    <a:pt x="994" y="0"/>
                    <a:pt x="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1" name="Google Shape;14191;p83"/>
          <p:cNvGrpSpPr/>
          <p:nvPr/>
        </p:nvGrpSpPr>
        <p:grpSpPr>
          <a:xfrm>
            <a:off x="3964761" y="2010082"/>
            <a:ext cx="365394" cy="276856"/>
            <a:chOff x="3964761" y="2010082"/>
            <a:chExt cx="365394" cy="276856"/>
          </a:xfrm>
        </p:grpSpPr>
        <p:sp>
          <p:nvSpPr>
            <p:cNvPr id="14192" name="Google Shape;14192;p83"/>
            <p:cNvSpPr/>
            <p:nvPr/>
          </p:nvSpPr>
          <p:spPr>
            <a:xfrm>
              <a:off x="3970158" y="2042285"/>
              <a:ext cx="354598" cy="239255"/>
            </a:xfrm>
            <a:custGeom>
              <a:rect b="b" l="l" r="r" t="t"/>
              <a:pathLst>
                <a:path extrusionOk="0" h="9131" w="13533">
                  <a:moveTo>
                    <a:pt x="0" y="0"/>
                  </a:moveTo>
                  <a:lnTo>
                    <a:pt x="0" y="8079"/>
                  </a:lnTo>
                  <a:cubicBezTo>
                    <a:pt x="0" y="8660"/>
                    <a:pt x="471" y="9130"/>
                    <a:pt x="105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3"/>
            <p:cNvSpPr/>
            <p:nvPr/>
          </p:nvSpPr>
          <p:spPr>
            <a:xfrm>
              <a:off x="3970158" y="2015480"/>
              <a:ext cx="76616" cy="235613"/>
            </a:xfrm>
            <a:custGeom>
              <a:rect b="b" l="l" r="r" t="t"/>
              <a:pathLst>
                <a:path extrusionOk="0" h="8992" w="2924">
                  <a:moveTo>
                    <a:pt x="1018" y="1"/>
                  </a:moveTo>
                  <a:cubicBezTo>
                    <a:pt x="956" y="1"/>
                    <a:pt x="893" y="6"/>
                    <a:pt x="831" y="15"/>
                  </a:cubicBezTo>
                  <a:cubicBezTo>
                    <a:pt x="351" y="106"/>
                    <a:pt x="0" y="524"/>
                    <a:pt x="0" y="1014"/>
                  </a:cubicBezTo>
                  <a:lnTo>
                    <a:pt x="0" y="1028"/>
                  </a:lnTo>
                  <a:lnTo>
                    <a:pt x="0" y="1062"/>
                  </a:lnTo>
                  <a:lnTo>
                    <a:pt x="0" y="8992"/>
                  </a:lnTo>
                  <a:lnTo>
                    <a:pt x="10" y="8992"/>
                  </a:lnTo>
                  <a:cubicBezTo>
                    <a:pt x="73" y="8483"/>
                    <a:pt x="505" y="8099"/>
                    <a:pt x="1018" y="8099"/>
                  </a:cubicBezTo>
                  <a:lnTo>
                    <a:pt x="2924" y="8099"/>
                  </a:lnTo>
                  <a:lnTo>
                    <a:pt x="292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3"/>
            <p:cNvSpPr/>
            <p:nvPr/>
          </p:nvSpPr>
          <p:spPr>
            <a:xfrm>
              <a:off x="3970158" y="2015873"/>
              <a:ext cx="21774" cy="235220"/>
            </a:xfrm>
            <a:custGeom>
              <a:rect b="b" l="l" r="r" t="t"/>
              <a:pathLst>
                <a:path extrusionOk="0" h="8977" w="831">
                  <a:moveTo>
                    <a:pt x="831" y="0"/>
                  </a:moveTo>
                  <a:cubicBezTo>
                    <a:pt x="351" y="91"/>
                    <a:pt x="0" y="509"/>
                    <a:pt x="0" y="999"/>
                  </a:cubicBezTo>
                  <a:lnTo>
                    <a:pt x="0" y="1013"/>
                  </a:lnTo>
                  <a:lnTo>
                    <a:pt x="0" y="1047"/>
                  </a:lnTo>
                  <a:lnTo>
                    <a:pt x="0" y="8977"/>
                  </a:lnTo>
                  <a:lnTo>
                    <a:pt x="10" y="8977"/>
                  </a:lnTo>
                  <a:cubicBezTo>
                    <a:pt x="63" y="8535"/>
                    <a:pt x="394" y="8185"/>
                    <a:pt x="831" y="8103"/>
                  </a:cubicBezTo>
                  <a:lnTo>
                    <a:pt x="831"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3"/>
            <p:cNvSpPr/>
            <p:nvPr/>
          </p:nvSpPr>
          <p:spPr>
            <a:xfrm>
              <a:off x="4119093" y="2112717"/>
              <a:ext cx="211061" cy="174220"/>
            </a:xfrm>
            <a:custGeom>
              <a:rect b="b" l="l" r="r" t="t"/>
              <a:pathLst>
                <a:path extrusionOk="0" h="6649" w="8055">
                  <a:moveTo>
                    <a:pt x="7848" y="0"/>
                  </a:moveTo>
                  <a:cubicBezTo>
                    <a:pt x="7733" y="0"/>
                    <a:pt x="7642" y="91"/>
                    <a:pt x="7642" y="207"/>
                  </a:cubicBezTo>
                  <a:lnTo>
                    <a:pt x="7642" y="6236"/>
                  </a:lnTo>
                  <a:lnTo>
                    <a:pt x="274" y="6236"/>
                  </a:lnTo>
                  <a:cubicBezTo>
                    <a:pt x="0" y="6236"/>
                    <a:pt x="0" y="6649"/>
                    <a:pt x="274" y="6649"/>
                  </a:cubicBezTo>
                  <a:lnTo>
                    <a:pt x="7848" y="6649"/>
                  </a:lnTo>
                  <a:cubicBezTo>
                    <a:pt x="7964" y="6649"/>
                    <a:pt x="8055" y="6553"/>
                    <a:pt x="8055" y="6442"/>
                  </a:cubicBezTo>
                  <a:lnTo>
                    <a:pt x="8055" y="207"/>
                  </a:lnTo>
                  <a:cubicBezTo>
                    <a:pt x="8055" y="91"/>
                    <a:pt x="7964" y="0"/>
                    <a:pt x="78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3"/>
            <p:cNvSpPr/>
            <p:nvPr/>
          </p:nvSpPr>
          <p:spPr>
            <a:xfrm>
              <a:off x="3964761" y="2010082"/>
              <a:ext cx="365394" cy="276856"/>
            </a:xfrm>
            <a:custGeom>
              <a:rect b="b" l="l" r="r" t="t"/>
              <a:pathLst>
                <a:path extrusionOk="0" h="10566" w="13945">
                  <a:moveTo>
                    <a:pt x="1224" y="0"/>
                  </a:moveTo>
                  <a:cubicBezTo>
                    <a:pt x="547" y="0"/>
                    <a:pt x="0" y="548"/>
                    <a:pt x="0" y="1220"/>
                  </a:cubicBezTo>
                  <a:lnTo>
                    <a:pt x="0" y="9303"/>
                  </a:lnTo>
                  <a:cubicBezTo>
                    <a:pt x="0" y="9999"/>
                    <a:pt x="567" y="10561"/>
                    <a:pt x="1263" y="10566"/>
                  </a:cubicBezTo>
                  <a:lnTo>
                    <a:pt x="5333" y="10566"/>
                  </a:lnTo>
                  <a:cubicBezTo>
                    <a:pt x="5605" y="10566"/>
                    <a:pt x="5607" y="10153"/>
                    <a:pt x="5338" y="10153"/>
                  </a:cubicBezTo>
                  <a:cubicBezTo>
                    <a:pt x="5336" y="10153"/>
                    <a:pt x="5335" y="10153"/>
                    <a:pt x="5333" y="10153"/>
                  </a:cubicBezTo>
                  <a:lnTo>
                    <a:pt x="1263" y="10153"/>
                  </a:lnTo>
                  <a:cubicBezTo>
                    <a:pt x="792" y="10148"/>
                    <a:pt x="413" y="9769"/>
                    <a:pt x="413" y="9303"/>
                  </a:cubicBezTo>
                  <a:lnTo>
                    <a:pt x="413" y="9250"/>
                  </a:lnTo>
                  <a:cubicBezTo>
                    <a:pt x="418" y="9241"/>
                    <a:pt x="418" y="9231"/>
                    <a:pt x="423" y="9222"/>
                  </a:cubicBezTo>
                  <a:cubicBezTo>
                    <a:pt x="471" y="8814"/>
                    <a:pt x="816" y="8511"/>
                    <a:pt x="1224" y="8511"/>
                  </a:cubicBezTo>
                  <a:lnTo>
                    <a:pt x="1608" y="8511"/>
                  </a:lnTo>
                  <a:cubicBezTo>
                    <a:pt x="1882" y="8511"/>
                    <a:pt x="1882" y="8093"/>
                    <a:pt x="1608" y="8093"/>
                  </a:cubicBezTo>
                  <a:cubicBezTo>
                    <a:pt x="1582" y="8097"/>
                    <a:pt x="1553" y="8098"/>
                    <a:pt x="1519" y="8098"/>
                  </a:cubicBezTo>
                  <a:cubicBezTo>
                    <a:pt x="1457" y="8098"/>
                    <a:pt x="1383" y="8094"/>
                    <a:pt x="1300" y="8094"/>
                  </a:cubicBezTo>
                  <a:cubicBezTo>
                    <a:pt x="1052" y="8094"/>
                    <a:pt x="726" y="8128"/>
                    <a:pt x="413" y="8401"/>
                  </a:cubicBezTo>
                  <a:lnTo>
                    <a:pt x="413" y="1220"/>
                  </a:lnTo>
                  <a:cubicBezTo>
                    <a:pt x="418" y="773"/>
                    <a:pt x="778" y="408"/>
                    <a:pt x="1224" y="408"/>
                  </a:cubicBezTo>
                  <a:lnTo>
                    <a:pt x="2923" y="408"/>
                  </a:lnTo>
                  <a:lnTo>
                    <a:pt x="2923" y="8098"/>
                  </a:lnTo>
                  <a:lnTo>
                    <a:pt x="2434" y="8098"/>
                  </a:lnTo>
                  <a:cubicBezTo>
                    <a:pt x="2160" y="8098"/>
                    <a:pt x="2160" y="8516"/>
                    <a:pt x="2434" y="8516"/>
                  </a:cubicBezTo>
                  <a:lnTo>
                    <a:pt x="3130" y="8516"/>
                  </a:lnTo>
                  <a:cubicBezTo>
                    <a:pt x="3245" y="8511"/>
                    <a:pt x="3336" y="8420"/>
                    <a:pt x="3336" y="8305"/>
                  </a:cubicBezTo>
                  <a:lnTo>
                    <a:pt x="3336" y="1436"/>
                  </a:lnTo>
                  <a:lnTo>
                    <a:pt x="13532" y="1436"/>
                  </a:lnTo>
                  <a:lnTo>
                    <a:pt x="13532" y="3293"/>
                  </a:lnTo>
                  <a:cubicBezTo>
                    <a:pt x="13532" y="3432"/>
                    <a:pt x="13635" y="3502"/>
                    <a:pt x="13738" y="3502"/>
                  </a:cubicBezTo>
                  <a:cubicBezTo>
                    <a:pt x="13842" y="3502"/>
                    <a:pt x="13945" y="3432"/>
                    <a:pt x="13945" y="3293"/>
                  </a:cubicBezTo>
                  <a:lnTo>
                    <a:pt x="13945" y="1229"/>
                  </a:lnTo>
                  <a:cubicBezTo>
                    <a:pt x="13945" y="1114"/>
                    <a:pt x="13854" y="1023"/>
                    <a:pt x="13738" y="1023"/>
                  </a:cubicBezTo>
                  <a:lnTo>
                    <a:pt x="3336" y="1023"/>
                  </a:lnTo>
                  <a:lnTo>
                    <a:pt x="3336" y="207"/>
                  </a:lnTo>
                  <a:cubicBezTo>
                    <a:pt x="3336" y="92"/>
                    <a:pt x="3245" y="0"/>
                    <a:pt x="31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3"/>
            <p:cNvSpPr/>
            <p:nvPr/>
          </p:nvSpPr>
          <p:spPr>
            <a:xfrm>
              <a:off x="4068025" y="2070584"/>
              <a:ext cx="228433" cy="178753"/>
            </a:xfrm>
            <a:custGeom>
              <a:rect b="b" l="l" r="r" t="t"/>
              <a:pathLst>
                <a:path extrusionOk="0" h="6822" w="8718">
                  <a:moveTo>
                    <a:pt x="6500" y="413"/>
                  </a:moveTo>
                  <a:lnTo>
                    <a:pt x="6500" y="1935"/>
                  </a:lnTo>
                  <a:lnTo>
                    <a:pt x="3562" y="1935"/>
                  </a:lnTo>
                  <a:lnTo>
                    <a:pt x="3562" y="413"/>
                  </a:lnTo>
                  <a:close/>
                  <a:moveTo>
                    <a:pt x="3149" y="3600"/>
                  </a:moveTo>
                  <a:lnTo>
                    <a:pt x="3149" y="6409"/>
                  </a:lnTo>
                  <a:lnTo>
                    <a:pt x="1939" y="6409"/>
                  </a:lnTo>
                  <a:cubicBezTo>
                    <a:pt x="1099" y="6409"/>
                    <a:pt x="418" y="5727"/>
                    <a:pt x="413" y="4887"/>
                  </a:cubicBezTo>
                  <a:lnTo>
                    <a:pt x="413" y="3600"/>
                  </a:lnTo>
                  <a:close/>
                  <a:moveTo>
                    <a:pt x="8305" y="413"/>
                  </a:moveTo>
                  <a:lnTo>
                    <a:pt x="8305" y="6409"/>
                  </a:lnTo>
                  <a:lnTo>
                    <a:pt x="3567" y="6409"/>
                  </a:lnTo>
                  <a:lnTo>
                    <a:pt x="3567" y="2348"/>
                  </a:lnTo>
                  <a:lnTo>
                    <a:pt x="6706" y="2348"/>
                  </a:lnTo>
                  <a:cubicBezTo>
                    <a:pt x="6821" y="2348"/>
                    <a:pt x="6912" y="2256"/>
                    <a:pt x="6912" y="2141"/>
                  </a:cubicBezTo>
                  <a:lnTo>
                    <a:pt x="6912" y="413"/>
                  </a:lnTo>
                  <a:close/>
                  <a:moveTo>
                    <a:pt x="207" y="0"/>
                  </a:moveTo>
                  <a:cubicBezTo>
                    <a:pt x="91" y="0"/>
                    <a:pt x="0" y="91"/>
                    <a:pt x="0" y="207"/>
                  </a:cubicBezTo>
                  <a:lnTo>
                    <a:pt x="0" y="4887"/>
                  </a:lnTo>
                  <a:cubicBezTo>
                    <a:pt x="0" y="5957"/>
                    <a:pt x="869" y="6821"/>
                    <a:pt x="1939" y="6821"/>
                  </a:cubicBezTo>
                  <a:lnTo>
                    <a:pt x="8511" y="6821"/>
                  </a:lnTo>
                  <a:cubicBezTo>
                    <a:pt x="8626" y="6821"/>
                    <a:pt x="8717" y="6730"/>
                    <a:pt x="8717" y="6615"/>
                  </a:cubicBezTo>
                  <a:lnTo>
                    <a:pt x="8717" y="207"/>
                  </a:lnTo>
                  <a:cubicBezTo>
                    <a:pt x="8717" y="91"/>
                    <a:pt x="8626" y="0"/>
                    <a:pt x="8511" y="0"/>
                  </a:cubicBezTo>
                  <a:lnTo>
                    <a:pt x="2395" y="0"/>
                  </a:lnTo>
                  <a:cubicBezTo>
                    <a:pt x="2117" y="0"/>
                    <a:pt x="2117" y="413"/>
                    <a:pt x="2395" y="413"/>
                  </a:cubicBezTo>
                  <a:lnTo>
                    <a:pt x="3149" y="413"/>
                  </a:lnTo>
                  <a:lnTo>
                    <a:pt x="3149" y="3188"/>
                  </a:lnTo>
                  <a:lnTo>
                    <a:pt x="413" y="3188"/>
                  </a:lnTo>
                  <a:lnTo>
                    <a:pt x="413" y="413"/>
                  </a:lnTo>
                  <a:lnTo>
                    <a:pt x="1565" y="413"/>
                  </a:lnTo>
                  <a:cubicBezTo>
                    <a:pt x="1843" y="413"/>
                    <a:pt x="1843" y="0"/>
                    <a:pt x="15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8" name="Google Shape;14198;p83"/>
          <p:cNvGrpSpPr/>
          <p:nvPr/>
        </p:nvGrpSpPr>
        <p:grpSpPr>
          <a:xfrm>
            <a:off x="1769017" y="2017340"/>
            <a:ext cx="365420" cy="248216"/>
            <a:chOff x="1769017" y="2017340"/>
            <a:chExt cx="365420" cy="248216"/>
          </a:xfrm>
        </p:grpSpPr>
        <p:sp>
          <p:nvSpPr>
            <p:cNvPr id="14199" name="Google Shape;14199;p83"/>
            <p:cNvSpPr/>
            <p:nvPr/>
          </p:nvSpPr>
          <p:spPr>
            <a:xfrm>
              <a:off x="1870526" y="2022659"/>
              <a:ext cx="78267" cy="70328"/>
            </a:xfrm>
            <a:custGeom>
              <a:rect b="b" l="l" r="r" t="t"/>
              <a:pathLst>
                <a:path extrusionOk="0" h="2684" w="2987">
                  <a:moveTo>
                    <a:pt x="783" y="0"/>
                  </a:moveTo>
                  <a:cubicBezTo>
                    <a:pt x="378" y="0"/>
                    <a:pt x="16" y="318"/>
                    <a:pt x="1" y="759"/>
                  </a:cubicBezTo>
                  <a:lnTo>
                    <a:pt x="1" y="1263"/>
                  </a:lnTo>
                  <a:cubicBezTo>
                    <a:pt x="774" y="1479"/>
                    <a:pt x="1431" y="1988"/>
                    <a:pt x="1834" y="2684"/>
                  </a:cubicBezTo>
                  <a:lnTo>
                    <a:pt x="2046" y="2684"/>
                  </a:lnTo>
                  <a:cubicBezTo>
                    <a:pt x="2602" y="2684"/>
                    <a:pt x="2986" y="2112"/>
                    <a:pt x="2775" y="1594"/>
                  </a:cubicBezTo>
                  <a:cubicBezTo>
                    <a:pt x="2473" y="864"/>
                    <a:pt x="1806" y="336"/>
                    <a:pt x="1066" y="53"/>
                  </a:cubicBezTo>
                  <a:cubicBezTo>
                    <a:pt x="972" y="17"/>
                    <a:pt x="877" y="0"/>
                    <a:pt x="783"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3"/>
            <p:cNvSpPr/>
            <p:nvPr/>
          </p:nvSpPr>
          <p:spPr>
            <a:xfrm>
              <a:off x="1905375" y="2205658"/>
              <a:ext cx="198379" cy="54501"/>
            </a:xfrm>
            <a:custGeom>
              <a:rect b="b" l="l" r="r" t="t"/>
              <a:pathLst>
                <a:path extrusionOk="0" h="2080" w="7571">
                  <a:moveTo>
                    <a:pt x="0" y="1"/>
                  </a:moveTo>
                  <a:lnTo>
                    <a:pt x="0" y="2079"/>
                  </a:lnTo>
                  <a:lnTo>
                    <a:pt x="7570" y="2079"/>
                  </a:lnTo>
                  <a:lnTo>
                    <a:pt x="7570" y="1"/>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3"/>
            <p:cNvSpPr/>
            <p:nvPr/>
          </p:nvSpPr>
          <p:spPr>
            <a:xfrm>
              <a:off x="2103728" y="2183019"/>
              <a:ext cx="25312" cy="77140"/>
            </a:xfrm>
            <a:custGeom>
              <a:rect b="b" l="l" r="r" t="t"/>
              <a:pathLst>
                <a:path extrusionOk="0" h="2944" w="966">
                  <a:moveTo>
                    <a:pt x="207" y="1"/>
                  </a:moveTo>
                  <a:cubicBezTo>
                    <a:pt x="92" y="1"/>
                    <a:pt x="0" y="92"/>
                    <a:pt x="0" y="207"/>
                  </a:cubicBezTo>
                  <a:lnTo>
                    <a:pt x="0" y="2943"/>
                  </a:lnTo>
                  <a:lnTo>
                    <a:pt x="754" y="2943"/>
                  </a:lnTo>
                  <a:cubicBezTo>
                    <a:pt x="869" y="2938"/>
                    <a:pt x="960" y="2847"/>
                    <a:pt x="965" y="2732"/>
                  </a:cubicBezTo>
                  <a:lnTo>
                    <a:pt x="965" y="207"/>
                  </a:lnTo>
                  <a:cubicBezTo>
                    <a:pt x="960" y="92"/>
                    <a:pt x="869" y="1"/>
                    <a:pt x="754"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3"/>
            <p:cNvSpPr/>
            <p:nvPr/>
          </p:nvSpPr>
          <p:spPr>
            <a:xfrm>
              <a:off x="1774441" y="2040896"/>
              <a:ext cx="160386" cy="219263"/>
            </a:xfrm>
            <a:custGeom>
              <a:rect b="b" l="l" r="r" t="t"/>
              <a:pathLst>
                <a:path extrusionOk="0" h="8368" w="6121">
                  <a:moveTo>
                    <a:pt x="3058" y="0"/>
                  </a:moveTo>
                  <a:cubicBezTo>
                    <a:pt x="1368" y="0"/>
                    <a:pt x="0" y="1373"/>
                    <a:pt x="0" y="3063"/>
                  </a:cubicBezTo>
                  <a:lnTo>
                    <a:pt x="0" y="7844"/>
                  </a:lnTo>
                  <a:cubicBezTo>
                    <a:pt x="0" y="8132"/>
                    <a:pt x="231" y="8362"/>
                    <a:pt x="524" y="8367"/>
                  </a:cubicBezTo>
                  <a:lnTo>
                    <a:pt x="5597" y="8367"/>
                  </a:lnTo>
                  <a:cubicBezTo>
                    <a:pt x="5885" y="8362"/>
                    <a:pt x="6121" y="8132"/>
                    <a:pt x="6121" y="7844"/>
                  </a:cubicBezTo>
                  <a:lnTo>
                    <a:pt x="6121" y="3063"/>
                  </a:lnTo>
                  <a:cubicBezTo>
                    <a:pt x="6121" y="1373"/>
                    <a:pt x="4748" y="0"/>
                    <a:pt x="3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3"/>
            <p:cNvSpPr/>
            <p:nvPr/>
          </p:nvSpPr>
          <p:spPr>
            <a:xfrm>
              <a:off x="1795325" y="2041001"/>
              <a:ext cx="139502" cy="196624"/>
            </a:xfrm>
            <a:custGeom>
              <a:rect b="b" l="l" r="r" t="t"/>
              <a:pathLst>
                <a:path extrusionOk="0" h="7504" w="5324">
                  <a:moveTo>
                    <a:pt x="2258" y="1"/>
                  </a:moveTo>
                  <a:cubicBezTo>
                    <a:pt x="1626" y="1"/>
                    <a:pt x="999" y="196"/>
                    <a:pt x="471" y="582"/>
                  </a:cubicBezTo>
                  <a:cubicBezTo>
                    <a:pt x="163" y="1067"/>
                    <a:pt x="0" y="1628"/>
                    <a:pt x="0" y="2200"/>
                  </a:cubicBezTo>
                  <a:lnTo>
                    <a:pt x="0" y="6981"/>
                  </a:lnTo>
                  <a:cubicBezTo>
                    <a:pt x="0" y="7269"/>
                    <a:pt x="235" y="7504"/>
                    <a:pt x="523" y="7504"/>
                  </a:cubicBezTo>
                  <a:lnTo>
                    <a:pt x="5324" y="7504"/>
                  </a:lnTo>
                  <a:lnTo>
                    <a:pt x="5324" y="3059"/>
                  </a:lnTo>
                  <a:cubicBezTo>
                    <a:pt x="5324" y="1912"/>
                    <a:pt x="4676" y="856"/>
                    <a:pt x="3653" y="337"/>
                  </a:cubicBezTo>
                  <a:cubicBezTo>
                    <a:pt x="3213" y="112"/>
                    <a:pt x="2735" y="1"/>
                    <a:pt x="225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3"/>
            <p:cNvSpPr/>
            <p:nvPr/>
          </p:nvSpPr>
          <p:spPr>
            <a:xfrm>
              <a:off x="1801770" y="2085414"/>
              <a:ext cx="92442" cy="79105"/>
            </a:xfrm>
            <a:custGeom>
              <a:rect b="b" l="l" r="r" t="t"/>
              <a:pathLst>
                <a:path extrusionOk="0" h="3019" w="3528">
                  <a:moveTo>
                    <a:pt x="2024" y="1"/>
                  </a:moveTo>
                  <a:cubicBezTo>
                    <a:pt x="2021" y="1"/>
                    <a:pt x="2018" y="1"/>
                    <a:pt x="2015" y="1"/>
                  </a:cubicBezTo>
                  <a:cubicBezTo>
                    <a:pt x="2013" y="1"/>
                    <a:pt x="2011" y="1"/>
                    <a:pt x="2009" y="1"/>
                  </a:cubicBezTo>
                  <a:cubicBezTo>
                    <a:pt x="669" y="1"/>
                    <a:pt x="0" y="1625"/>
                    <a:pt x="949" y="2574"/>
                  </a:cubicBezTo>
                  <a:cubicBezTo>
                    <a:pt x="1257" y="2881"/>
                    <a:pt x="1635" y="3019"/>
                    <a:pt x="2007" y="3019"/>
                  </a:cubicBezTo>
                  <a:cubicBezTo>
                    <a:pt x="2783" y="3019"/>
                    <a:pt x="3527" y="2417"/>
                    <a:pt x="3527" y="1508"/>
                  </a:cubicBezTo>
                  <a:cubicBezTo>
                    <a:pt x="3527" y="676"/>
                    <a:pt x="2855" y="1"/>
                    <a:pt x="202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83"/>
            <p:cNvSpPr/>
            <p:nvPr/>
          </p:nvSpPr>
          <p:spPr>
            <a:xfrm>
              <a:off x="1825641" y="2085336"/>
              <a:ext cx="68572" cy="59637"/>
            </a:xfrm>
            <a:custGeom>
              <a:rect b="b" l="l" r="r" t="t"/>
              <a:pathLst>
                <a:path extrusionOk="0" h="2276" w="2617">
                  <a:moveTo>
                    <a:pt x="1107" y="0"/>
                  </a:moveTo>
                  <a:cubicBezTo>
                    <a:pt x="900" y="0"/>
                    <a:pt x="687" y="44"/>
                    <a:pt x="480" y="138"/>
                  </a:cubicBezTo>
                  <a:cubicBezTo>
                    <a:pt x="0" y="1193"/>
                    <a:pt x="825" y="2275"/>
                    <a:pt x="1847" y="2275"/>
                  </a:cubicBezTo>
                  <a:cubicBezTo>
                    <a:pt x="2052" y="2275"/>
                    <a:pt x="2265" y="2231"/>
                    <a:pt x="2477" y="2135"/>
                  </a:cubicBezTo>
                  <a:cubicBezTo>
                    <a:pt x="2568" y="1938"/>
                    <a:pt x="2616" y="1727"/>
                    <a:pt x="2616" y="1511"/>
                  </a:cubicBezTo>
                  <a:cubicBezTo>
                    <a:pt x="2616" y="639"/>
                    <a:pt x="1901" y="0"/>
                    <a:pt x="110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83"/>
            <p:cNvSpPr/>
            <p:nvPr/>
          </p:nvSpPr>
          <p:spPr>
            <a:xfrm>
              <a:off x="1769017" y="2177621"/>
              <a:ext cx="365420" cy="87936"/>
            </a:xfrm>
            <a:custGeom>
              <a:rect b="b" l="l" r="r" t="t"/>
              <a:pathLst>
                <a:path extrusionOk="0" h="3356" w="13946">
                  <a:moveTo>
                    <a:pt x="13528" y="413"/>
                  </a:moveTo>
                  <a:lnTo>
                    <a:pt x="13528" y="2938"/>
                  </a:lnTo>
                  <a:lnTo>
                    <a:pt x="12981" y="2938"/>
                  </a:lnTo>
                  <a:lnTo>
                    <a:pt x="12981" y="413"/>
                  </a:lnTo>
                  <a:close/>
                  <a:moveTo>
                    <a:pt x="12981" y="0"/>
                  </a:moveTo>
                  <a:cubicBezTo>
                    <a:pt x="12750" y="0"/>
                    <a:pt x="12568" y="183"/>
                    <a:pt x="12568" y="413"/>
                  </a:cubicBezTo>
                  <a:lnTo>
                    <a:pt x="12568" y="864"/>
                  </a:lnTo>
                  <a:lnTo>
                    <a:pt x="6534" y="864"/>
                  </a:lnTo>
                  <a:lnTo>
                    <a:pt x="6534" y="744"/>
                  </a:lnTo>
                  <a:cubicBezTo>
                    <a:pt x="6534" y="607"/>
                    <a:pt x="6431" y="539"/>
                    <a:pt x="6328" y="539"/>
                  </a:cubicBezTo>
                  <a:cubicBezTo>
                    <a:pt x="6224" y="539"/>
                    <a:pt x="6121" y="607"/>
                    <a:pt x="6121" y="744"/>
                  </a:cubicBezTo>
                  <a:lnTo>
                    <a:pt x="6121" y="2621"/>
                  </a:lnTo>
                  <a:cubicBezTo>
                    <a:pt x="6121" y="2799"/>
                    <a:pt x="5982" y="2938"/>
                    <a:pt x="5804" y="2938"/>
                  </a:cubicBezTo>
                  <a:lnTo>
                    <a:pt x="731" y="2938"/>
                  </a:lnTo>
                  <a:cubicBezTo>
                    <a:pt x="553" y="2938"/>
                    <a:pt x="414" y="2799"/>
                    <a:pt x="414" y="2621"/>
                  </a:cubicBezTo>
                  <a:lnTo>
                    <a:pt x="414" y="1618"/>
                  </a:lnTo>
                  <a:cubicBezTo>
                    <a:pt x="414" y="1481"/>
                    <a:pt x="311" y="1413"/>
                    <a:pt x="207" y="1413"/>
                  </a:cubicBezTo>
                  <a:cubicBezTo>
                    <a:pt x="104" y="1413"/>
                    <a:pt x="1" y="1481"/>
                    <a:pt x="1" y="1618"/>
                  </a:cubicBezTo>
                  <a:lnTo>
                    <a:pt x="1" y="2626"/>
                  </a:lnTo>
                  <a:cubicBezTo>
                    <a:pt x="1" y="3029"/>
                    <a:pt x="327" y="3356"/>
                    <a:pt x="731" y="3356"/>
                  </a:cubicBezTo>
                  <a:lnTo>
                    <a:pt x="7283" y="3356"/>
                  </a:lnTo>
                  <a:cubicBezTo>
                    <a:pt x="7555" y="3356"/>
                    <a:pt x="7557" y="2943"/>
                    <a:pt x="7288" y="2943"/>
                  </a:cubicBezTo>
                  <a:cubicBezTo>
                    <a:pt x="7286" y="2943"/>
                    <a:pt x="7284" y="2943"/>
                    <a:pt x="7283" y="2943"/>
                  </a:cubicBezTo>
                  <a:lnTo>
                    <a:pt x="6462" y="2943"/>
                  </a:lnTo>
                  <a:cubicBezTo>
                    <a:pt x="6587" y="2684"/>
                    <a:pt x="6515" y="2549"/>
                    <a:pt x="6534" y="1277"/>
                  </a:cubicBezTo>
                  <a:lnTo>
                    <a:pt x="6774" y="1277"/>
                  </a:lnTo>
                  <a:lnTo>
                    <a:pt x="6774" y="1728"/>
                  </a:lnTo>
                  <a:cubicBezTo>
                    <a:pt x="6774" y="1867"/>
                    <a:pt x="6878" y="1937"/>
                    <a:pt x="6983" y="1937"/>
                  </a:cubicBezTo>
                  <a:cubicBezTo>
                    <a:pt x="7087" y="1937"/>
                    <a:pt x="7192" y="1867"/>
                    <a:pt x="7192" y="1728"/>
                  </a:cubicBezTo>
                  <a:lnTo>
                    <a:pt x="7192" y="1277"/>
                  </a:lnTo>
                  <a:lnTo>
                    <a:pt x="7417" y="1277"/>
                  </a:lnTo>
                  <a:lnTo>
                    <a:pt x="7417" y="2304"/>
                  </a:lnTo>
                  <a:cubicBezTo>
                    <a:pt x="7417" y="2441"/>
                    <a:pt x="7521" y="2510"/>
                    <a:pt x="7624" y="2510"/>
                  </a:cubicBezTo>
                  <a:cubicBezTo>
                    <a:pt x="7727" y="2510"/>
                    <a:pt x="7830" y="2441"/>
                    <a:pt x="7830" y="2304"/>
                  </a:cubicBezTo>
                  <a:lnTo>
                    <a:pt x="7830" y="1277"/>
                  </a:lnTo>
                  <a:lnTo>
                    <a:pt x="8056" y="1277"/>
                  </a:lnTo>
                  <a:lnTo>
                    <a:pt x="8056" y="1728"/>
                  </a:lnTo>
                  <a:cubicBezTo>
                    <a:pt x="8056" y="1867"/>
                    <a:pt x="8159" y="1937"/>
                    <a:pt x="8262" y="1937"/>
                  </a:cubicBezTo>
                  <a:cubicBezTo>
                    <a:pt x="8365" y="1937"/>
                    <a:pt x="8469" y="1867"/>
                    <a:pt x="8469" y="1728"/>
                  </a:cubicBezTo>
                  <a:lnTo>
                    <a:pt x="8469" y="1277"/>
                  </a:lnTo>
                  <a:lnTo>
                    <a:pt x="8704" y="1277"/>
                  </a:lnTo>
                  <a:lnTo>
                    <a:pt x="8704" y="1728"/>
                  </a:lnTo>
                  <a:cubicBezTo>
                    <a:pt x="8704" y="1867"/>
                    <a:pt x="8807" y="1937"/>
                    <a:pt x="8910" y="1937"/>
                  </a:cubicBezTo>
                  <a:cubicBezTo>
                    <a:pt x="9013" y="1937"/>
                    <a:pt x="9117" y="1867"/>
                    <a:pt x="9117" y="1728"/>
                  </a:cubicBezTo>
                  <a:lnTo>
                    <a:pt x="9117" y="1277"/>
                  </a:lnTo>
                  <a:lnTo>
                    <a:pt x="9342" y="1277"/>
                  </a:lnTo>
                  <a:lnTo>
                    <a:pt x="9342" y="1728"/>
                  </a:lnTo>
                  <a:cubicBezTo>
                    <a:pt x="9342" y="1867"/>
                    <a:pt x="9445" y="1937"/>
                    <a:pt x="9549" y="1937"/>
                  </a:cubicBezTo>
                  <a:cubicBezTo>
                    <a:pt x="9652" y="1937"/>
                    <a:pt x="9755" y="1867"/>
                    <a:pt x="9755" y="1728"/>
                  </a:cubicBezTo>
                  <a:lnTo>
                    <a:pt x="9755" y="1277"/>
                  </a:lnTo>
                  <a:lnTo>
                    <a:pt x="9981" y="1277"/>
                  </a:lnTo>
                  <a:lnTo>
                    <a:pt x="9981" y="2304"/>
                  </a:lnTo>
                  <a:cubicBezTo>
                    <a:pt x="9981" y="2441"/>
                    <a:pt x="10084" y="2510"/>
                    <a:pt x="10187" y="2510"/>
                  </a:cubicBezTo>
                  <a:cubicBezTo>
                    <a:pt x="10290" y="2510"/>
                    <a:pt x="10393" y="2441"/>
                    <a:pt x="10393" y="2304"/>
                  </a:cubicBezTo>
                  <a:lnTo>
                    <a:pt x="10393" y="1277"/>
                  </a:lnTo>
                  <a:lnTo>
                    <a:pt x="10624" y="1277"/>
                  </a:lnTo>
                  <a:lnTo>
                    <a:pt x="10624" y="1728"/>
                  </a:lnTo>
                  <a:cubicBezTo>
                    <a:pt x="10624" y="1867"/>
                    <a:pt x="10727" y="1937"/>
                    <a:pt x="10830" y="1937"/>
                  </a:cubicBezTo>
                  <a:cubicBezTo>
                    <a:pt x="10934" y="1937"/>
                    <a:pt x="11037" y="1867"/>
                    <a:pt x="11037" y="1728"/>
                  </a:cubicBezTo>
                  <a:lnTo>
                    <a:pt x="11037" y="1277"/>
                  </a:lnTo>
                  <a:lnTo>
                    <a:pt x="11262" y="1277"/>
                  </a:lnTo>
                  <a:lnTo>
                    <a:pt x="11262" y="1728"/>
                  </a:lnTo>
                  <a:cubicBezTo>
                    <a:pt x="11262" y="1867"/>
                    <a:pt x="11366" y="1937"/>
                    <a:pt x="11469" y="1937"/>
                  </a:cubicBezTo>
                  <a:cubicBezTo>
                    <a:pt x="11572" y="1937"/>
                    <a:pt x="11675" y="1867"/>
                    <a:pt x="11675" y="1728"/>
                  </a:cubicBezTo>
                  <a:lnTo>
                    <a:pt x="11675" y="1277"/>
                  </a:lnTo>
                  <a:lnTo>
                    <a:pt x="11901" y="1277"/>
                  </a:lnTo>
                  <a:lnTo>
                    <a:pt x="11901" y="1728"/>
                  </a:lnTo>
                  <a:cubicBezTo>
                    <a:pt x="11901" y="1867"/>
                    <a:pt x="12004" y="1937"/>
                    <a:pt x="12107" y="1937"/>
                  </a:cubicBezTo>
                  <a:cubicBezTo>
                    <a:pt x="12210" y="1937"/>
                    <a:pt x="12314" y="1867"/>
                    <a:pt x="12314" y="1728"/>
                  </a:cubicBezTo>
                  <a:lnTo>
                    <a:pt x="12314" y="1277"/>
                  </a:lnTo>
                  <a:lnTo>
                    <a:pt x="12563" y="1277"/>
                  </a:lnTo>
                  <a:lnTo>
                    <a:pt x="12563" y="2943"/>
                  </a:lnTo>
                  <a:lnTo>
                    <a:pt x="8113" y="2943"/>
                  </a:lnTo>
                  <a:cubicBezTo>
                    <a:pt x="7835" y="2943"/>
                    <a:pt x="7835" y="3356"/>
                    <a:pt x="8113" y="3356"/>
                  </a:cubicBezTo>
                  <a:lnTo>
                    <a:pt x="13528" y="3356"/>
                  </a:lnTo>
                  <a:cubicBezTo>
                    <a:pt x="13758" y="3356"/>
                    <a:pt x="13946" y="3168"/>
                    <a:pt x="13946" y="2943"/>
                  </a:cubicBezTo>
                  <a:lnTo>
                    <a:pt x="13946" y="413"/>
                  </a:lnTo>
                  <a:cubicBezTo>
                    <a:pt x="13946" y="183"/>
                    <a:pt x="13758" y="0"/>
                    <a:pt x="135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3"/>
            <p:cNvSpPr/>
            <p:nvPr/>
          </p:nvSpPr>
          <p:spPr>
            <a:xfrm>
              <a:off x="1846760" y="2017340"/>
              <a:ext cx="106566" cy="163530"/>
            </a:xfrm>
            <a:custGeom>
              <a:rect b="b" l="l" r="r" t="t"/>
              <a:pathLst>
                <a:path extrusionOk="0" h="6241" w="4067">
                  <a:moveTo>
                    <a:pt x="1769" y="0"/>
                  </a:moveTo>
                  <a:cubicBezTo>
                    <a:pt x="1520" y="0"/>
                    <a:pt x="1488" y="387"/>
                    <a:pt x="1753" y="415"/>
                  </a:cubicBezTo>
                  <a:cubicBezTo>
                    <a:pt x="1801" y="419"/>
                    <a:pt x="1853" y="429"/>
                    <a:pt x="1901" y="448"/>
                  </a:cubicBezTo>
                  <a:cubicBezTo>
                    <a:pt x="3005" y="875"/>
                    <a:pt x="3533" y="1730"/>
                    <a:pt x="3533" y="2099"/>
                  </a:cubicBezTo>
                  <a:cubicBezTo>
                    <a:pt x="3533" y="2296"/>
                    <a:pt x="3433" y="2483"/>
                    <a:pt x="3269" y="2589"/>
                  </a:cubicBezTo>
                  <a:cubicBezTo>
                    <a:pt x="2857" y="1711"/>
                    <a:pt x="2084" y="1058"/>
                    <a:pt x="1148" y="803"/>
                  </a:cubicBezTo>
                  <a:cubicBezTo>
                    <a:pt x="1162" y="751"/>
                    <a:pt x="1191" y="703"/>
                    <a:pt x="1220" y="655"/>
                  </a:cubicBezTo>
                  <a:cubicBezTo>
                    <a:pt x="1350" y="494"/>
                    <a:pt x="1204" y="316"/>
                    <a:pt x="1052" y="316"/>
                  </a:cubicBezTo>
                  <a:cubicBezTo>
                    <a:pt x="991" y="316"/>
                    <a:pt x="929" y="344"/>
                    <a:pt x="884" y="415"/>
                  </a:cubicBezTo>
                  <a:cubicBezTo>
                    <a:pt x="817" y="511"/>
                    <a:pt x="769" y="611"/>
                    <a:pt x="735" y="722"/>
                  </a:cubicBezTo>
                  <a:cubicBezTo>
                    <a:pt x="586" y="703"/>
                    <a:pt x="428" y="693"/>
                    <a:pt x="274" y="693"/>
                  </a:cubicBezTo>
                  <a:cubicBezTo>
                    <a:pt x="0" y="693"/>
                    <a:pt x="0" y="1106"/>
                    <a:pt x="274" y="1106"/>
                  </a:cubicBezTo>
                  <a:lnTo>
                    <a:pt x="279" y="1106"/>
                  </a:lnTo>
                  <a:cubicBezTo>
                    <a:pt x="418" y="1106"/>
                    <a:pt x="557" y="1115"/>
                    <a:pt x="697" y="1135"/>
                  </a:cubicBezTo>
                  <a:cubicBezTo>
                    <a:pt x="2108" y="1336"/>
                    <a:pt x="3154" y="2541"/>
                    <a:pt x="3154" y="3962"/>
                  </a:cubicBezTo>
                  <a:lnTo>
                    <a:pt x="3154" y="6036"/>
                  </a:lnTo>
                  <a:cubicBezTo>
                    <a:pt x="3154" y="6172"/>
                    <a:pt x="3257" y="6241"/>
                    <a:pt x="3361" y="6241"/>
                  </a:cubicBezTo>
                  <a:cubicBezTo>
                    <a:pt x="3464" y="6241"/>
                    <a:pt x="3567" y="6172"/>
                    <a:pt x="3567" y="6036"/>
                  </a:cubicBezTo>
                  <a:cubicBezTo>
                    <a:pt x="3533" y="4188"/>
                    <a:pt x="3658" y="3741"/>
                    <a:pt x="3418" y="2973"/>
                  </a:cubicBezTo>
                  <a:cubicBezTo>
                    <a:pt x="3869" y="2733"/>
                    <a:pt x="4066" y="2195"/>
                    <a:pt x="3874" y="1720"/>
                  </a:cubicBezTo>
                  <a:cubicBezTo>
                    <a:pt x="3581" y="1000"/>
                    <a:pt x="2914" y="395"/>
                    <a:pt x="2050" y="59"/>
                  </a:cubicBezTo>
                  <a:cubicBezTo>
                    <a:pt x="1969" y="31"/>
                    <a:pt x="1882" y="11"/>
                    <a:pt x="1796" y="2"/>
                  </a:cubicBezTo>
                  <a:cubicBezTo>
                    <a:pt x="1787" y="1"/>
                    <a:pt x="1778" y="0"/>
                    <a:pt x="1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3"/>
            <p:cNvSpPr/>
            <p:nvPr/>
          </p:nvSpPr>
          <p:spPr>
            <a:xfrm>
              <a:off x="1769017" y="2038486"/>
              <a:ext cx="71507" cy="165312"/>
            </a:xfrm>
            <a:custGeom>
              <a:rect b="b" l="l" r="r" t="t"/>
              <a:pathLst>
                <a:path extrusionOk="0" h="6309" w="2729">
                  <a:moveTo>
                    <a:pt x="2438" y="1"/>
                  </a:moveTo>
                  <a:cubicBezTo>
                    <a:pt x="2417" y="1"/>
                    <a:pt x="2395" y="4"/>
                    <a:pt x="2372" y="11"/>
                  </a:cubicBezTo>
                  <a:cubicBezTo>
                    <a:pt x="971" y="414"/>
                    <a:pt x="6" y="1696"/>
                    <a:pt x="1" y="3155"/>
                  </a:cubicBezTo>
                  <a:lnTo>
                    <a:pt x="1" y="6097"/>
                  </a:lnTo>
                  <a:cubicBezTo>
                    <a:pt x="1" y="6213"/>
                    <a:pt x="92" y="6304"/>
                    <a:pt x="207" y="6309"/>
                  </a:cubicBezTo>
                  <a:cubicBezTo>
                    <a:pt x="318" y="6309"/>
                    <a:pt x="414" y="6213"/>
                    <a:pt x="414" y="6097"/>
                  </a:cubicBezTo>
                  <a:lnTo>
                    <a:pt x="414" y="3155"/>
                  </a:lnTo>
                  <a:cubicBezTo>
                    <a:pt x="419" y="1878"/>
                    <a:pt x="1263" y="764"/>
                    <a:pt x="2487" y="409"/>
                  </a:cubicBezTo>
                  <a:cubicBezTo>
                    <a:pt x="2728" y="339"/>
                    <a:pt x="2653" y="1"/>
                    <a:pt x="2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3"/>
            <p:cNvSpPr/>
            <p:nvPr/>
          </p:nvSpPr>
          <p:spPr>
            <a:xfrm>
              <a:off x="1807876" y="2079990"/>
              <a:ext cx="85001" cy="52981"/>
            </a:xfrm>
            <a:custGeom>
              <a:rect b="b" l="l" r="r" t="t"/>
              <a:pathLst>
                <a:path extrusionOk="0" h="2022" w="3244">
                  <a:moveTo>
                    <a:pt x="1806" y="0"/>
                  </a:moveTo>
                  <a:cubicBezTo>
                    <a:pt x="892" y="0"/>
                    <a:pt x="0" y="727"/>
                    <a:pt x="73" y="1830"/>
                  </a:cubicBezTo>
                  <a:cubicBezTo>
                    <a:pt x="82" y="1960"/>
                    <a:pt x="180" y="2021"/>
                    <a:pt x="278" y="2021"/>
                  </a:cubicBezTo>
                  <a:cubicBezTo>
                    <a:pt x="387" y="2021"/>
                    <a:pt x="496" y="1945"/>
                    <a:pt x="486" y="1801"/>
                  </a:cubicBezTo>
                  <a:cubicBezTo>
                    <a:pt x="429" y="971"/>
                    <a:pt x="1105" y="412"/>
                    <a:pt x="1801" y="412"/>
                  </a:cubicBezTo>
                  <a:cubicBezTo>
                    <a:pt x="2159" y="412"/>
                    <a:pt x="2523" y="560"/>
                    <a:pt x="2795" y="894"/>
                  </a:cubicBezTo>
                  <a:cubicBezTo>
                    <a:pt x="2840" y="951"/>
                    <a:pt x="2896" y="975"/>
                    <a:pt x="2951" y="975"/>
                  </a:cubicBezTo>
                  <a:cubicBezTo>
                    <a:pt x="3103" y="975"/>
                    <a:pt x="3244" y="790"/>
                    <a:pt x="3117" y="635"/>
                  </a:cubicBezTo>
                  <a:cubicBezTo>
                    <a:pt x="2761" y="196"/>
                    <a:pt x="2280" y="0"/>
                    <a:pt x="18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3"/>
            <p:cNvSpPr/>
            <p:nvPr/>
          </p:nvSpPr>
          <p:spPr>
            <a:xfrm>
              <a:off x="1814898" y="2114185"/>
              <a:ext cx="87857" cy="55654"/>
            </a:xfrm>
            <a:custGeom>
              <a:rect b="b" l="l" r="r" t="t"/>
              <a:pathLst>
                <a:path extrusionOk="0" h="2124" w="3353">
                  <a:moveTo>
                    <a:pt x="3017" y="1"/>
                  </a:moveTo>
                  <a:cubicBezTo>
                    <a:pt x="2903" y="1"/>
                    <a:pt x="2787" y="86"/>
                    <a:pt x="2805" y="237"/>
                  </a:cubicBezTo>
                  <a:cubicBezTo>
                    <a:pt x="2887" y="828"/>
                    <a:pt x="2551" y="1399"/>
                    <a:pt x="1994" y="1620"/>
                  </a:cubicBezTo>
                  <a:cubicBezTo>
                    <a:pt x="1838" y="1680"/>
                    <a:pt x="1677" y="1708"/>
                    <a:pt x="1518" y="1708"/>
                  </a:cubicBezTo>
                  <a:cubicBezTo>
                    <a:pt x="1103" y="1708"/>
                    <a:pt x="703" y="1513"/>
                    <a:pt x="453" y="1159"/>
                  </a:cubicBezTo>
                  <a:cubicBezTo>
                    <a:pt x="408" y="1095"/>
                    <a:pt x="349" y="1068"/>
                    <a:pt x="290" y="1068"/>
                  </a:cubicBezTo>
                  <a:cubicBezTo>
                    <a:pt x="142" y="1068"/>
                    <a:pt x="0" y="1237"/>
                    <a:pt x="117" y="1399"/>
                  </a:cubicBezTo>
                  <a:cubicBezTo>
                    <a:pt x="439" y="1855"/>
                    <a:pt x="962" y="2124"/>
                    <a:pt x="1514" y="2124"/>
                  </a:cubicBezTo>
                  <a:cubicBezTo>
                    <a:pt x="2551" y="2124"/>
                    <a:pt x="3353" y="1212"/>
                    <a:pt x="3218" y="180"/>
                  </a:cubicBezTo>
                  <a:cubicBezTo>
                    <a:pt x="3201" y="57"/>
                    <a:pt x="3110" y="1"/>
                    <a:pt x="3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1" name="Google Shape;14211;p83"/>
          <p:cNvGrpSpPr/>
          <p:nvPr/>
        </p:nvGrpSpPr>
        <p:grpSpPr>
          <a:xfrm>
            <a:off x="1298499" y="2066286"/>
            <a:ext cx="365525" cy="164421"/>
            <a:chOff x="1298499" y="2066286"/>
            <a:chExt cx="365525" cy="164421"/>
          </a:xfrm>
        </p:grpSpPr>
        <p:sp>
          <p:nvSpPr>
            <p:cNvPr id="14212" name="Google Shape;14212;p83"/>
            <p:cNvSpPr/>
            <p:nvPr/>
          </p:nvSpPr>
          <p:spPr>
            <a:xfrm>
              <a:off x="1466536" y="2101398"/>
              <a:ext cx="191960" cy="89953"/>
            </a:xfrm>
            <a:custGeom>
              <a:rect b="b" l="l" r="r" t="t"/>
              <a:pathLst>
                <a:path extrusionOk="0" h="3433" w="7326">
                  <a:moveTo>
                    <a:pt x="168" y="0"/>
                  </a:moveTo>
                  <a:cubicBezTo>
                    <a:pt x="72" y="0"/>
                    <a:pt x="0" y="77"/>
                    <a:pt x="0" y="168"/>
                  </a:cubicBezTo>
                  <a:lnTo>
                    <a:pt x="0" y="3264"/>
                  </a:lnTo>
                  <a:cubicBezTo>
                    <a:pt x="0" y="3360"/>
                    <a:pt x="72" y="3432"/>
                    <a:pt x="168" y="3432"/>
                  </a:cubicBezTo>
                  <a:lnTo>
                    <a:pt x="7162" y="3432"/>
                  </a:lnTo>
                  <a:cubicBezTo>
                    <a:pt x="7253" y="3432"/>
                    <a:pt x="7325" y="3360"/>
                    <a:pt x="7325" y="3264"/>
                  </a:cubicBezTo>
                  <a:lnTo>
                    <a:pt x="7325" y="168"/>
                  </a:lnTo>
                  <a:cubicBezTo>
                    <a:pt x="7325" y="77"/>
                    <a:pt x="7253" y="0"/>
                    <a:pt x="7162"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83"/>
            <p:cNvSpPr/>
            <p:nvPr/>
          </p:nvSpPr>
          <p:spPr>
            <a:xfrm>
              <a:off x="1466536" y="2150580"/>
              <a:ext cx="191960" cy="40771"/>
            </a:xfrm>
            <a:custGeom>
              <a:rect b="b" l="l" r="r" t="t"/>
              <a:pathLst>
                <a:path extrusionOk="0" h="1556" w="7326">
                  <a:moveTo>
                    <a:pt x="0" y="0"/>
                  </a:moveTo>
                  <a:lnTo>
                    <a:pt x="0" y="1387"/>
                  </a:lnTo>
                  <a:cubicBezTo>
                    <a:pt x="0" y="1483"/>
                    <a:pt x="72" y="1555"/>
                    <a:pt x="168" y="1555"/>
                  </a:cubicBezTo>
                  <a:lnTo>
                    <a:pt x="7162" y="1555"/>
                  </a:lnTo>
                  <a:cubicBezTo>
                    <a:pt x="7253" y="1555"/>
                    <a:pt x="7325" y="1483"/>
                    <a:pt x="7325" y="1387"/>
                  </a:cubicBezTo>
                  <a:lnTo>
                    <a:pt x="732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3"/>
            <p:cNvSpPr/>
            <p:nvPr/>
          </p:nvSpPr>
          <p:spPr>
            <a:xfrm>
              <a:off x="1466536" y="2170703"/>
              <a:ext cx="191960" cy="20648"/>
            </a:xfrm>
            <a:custGeom>
              <a:rect b="b" l="l" r="r" t="t"/>
              <a:pathLst>
                <a:path extrusionOk="0" h="788" w="7326">
                  <a:moveTo>
                    <a:pt x="0" y="0"/>
                  </a:moveTo>
                  <a:lnTo>
                    <a:pt x="0" y="619"/>
                  </a:lnTo>
                  <a:cubicBezTo>
                    <a:pt x="0" y="711"/>
                    <a:pt x="72" y="787"/>
                    <a:pt x="168" y="787"/>
                  </a:cubicBezTo>
                  <a:lnTo>
                    <a:pt x="7162" y="787"/>
                  </a:lnTo>
                  <a:cubicBezTo>
                    <a:pt x="7253" y="787"/>
                    <a:pt x="7325" y="711"/>
                    <a:pt x="7325" y="619"/>
                  </a:cubicBezTo>
                  <a:lnTo>
                    <a:pt x="7325"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3"/>
            <p:cNvSpPr/>
            <p:nvPr/>
          </p:nvSpPr>
          <p:spPr>
            <a:xfrm>
              <a:off x="1304028" y="2101398"/>
              <a:ext cx="102164" cy="89953"/>
            </a:xfrm>
            <a:custGeom>
              <a:rect b="b" l="l" r="r" t="t"/>
              <a:pathLst>
                <a:path extrusionOk="0" h="3433" w="3899">
                  <a:moveTo>
                    <a:pt x="168" y="0"/>
                  </a:moveTo>
                  <a:cubicBezTo>
                    <a:pt x="72" y="0"/>
                    <a:pt x="0" y="77"/>
                    <a:pt x="0" y="168"/>
                  </a:cubicBezTo>
                  <a:lnTo>
                    <a:pt x="0" y="3264"/>
                  </a:lnTo>
                  <a:cubicBezTo>
                    <a:pt x="0" y="3360"/>
                    <a:pt x="72" y="3432"/>
                    <a:pt x="168" y="3432"/>
                  </a:cubicBezTo>
                  <a:lnTo>
                    <a:pt x="3730" y="3432"/>
                  </a:lnTo>
                  <a:cubicBezTo>
                    <a:pt x="3821" y="3432"/>
                    <a:pt x="3898" y="3360"/>
                    <a:pt x="3898" y="3264"/>
                  </a:cubicBezTo>
                  <a:lnTo>
                    <a:pt x="3898" y="168"/>
                  </a:lnTo>
                  <a:cubicBezTo>
                    <a:pt x="3898" y="77"/>
                    <a:pt x="3821" y="0"/>
                    <a:pt x="373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3"/>
            <p:cNvSpPr/>
            <p:nvPr/>
          </p:nvSpPr>
          <p:spPr>
            <a:xfrm>
              <a:off x="1322762" y="2101398"/>
              <a:ext cx="83429" cy="69332"/>
            </a:xfrm>
            <a:custGeom>
              <a:rect b="b" l="l" r="r" t="t"/>
              <a:pathLst>
                <a:path extrusionOk="0" h="2646" w="3184">
                  <a:moveTo>
                    <a:pt x="1" y="0"/>
                  </a:moveTo>
                  <a:lnTo>
                    <a:pt x="1" y="2477"/>
                  </a:lnTo>
                  <a:cubicBezTo>
                    <a:pt x="1" y="2568"/>
                    <a:pt x="77" y="2645"/>
                    <a:pt x="169" y="2645"/>
                  </a:cubicBezTo>
                  <a:lnTo>
                    <a:pt x="3183" y="2645"/>
                  </a:lnTo>
                  <a:lnTo>
                    <a:pt x="3183" y="168"/>
                  </a:lnTo>
                  <a:cubicBezTo>
                    <a:pt x="3183" y="101"/>
                    <a:pt x="3145" y="34"/>
                    <a:pt x="308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3"/>
            <p:cNvSpPr/>
            <p:nvPr/>
          </p:nvSpPr>
          <p:spPr>
            <a:xfrm>
              <a:off x="1304028" y="2150580"/>
              <a:ext cx="102164" cy="40771"/>
            </a:xfrm>
            <a:custGeom>
              <a:rect b="b" l="l" r="r" t="t"/>
              <a:pathLst>
                <a:path extrusionOk="0" h="1556" w="3899">
                  <a:moveTo>
                    <a:pt x="0" y="0"/>
                  </a:moveTo>
                  <a:lnTo>
                    <a:pt x="0" y="1387"/>
                  </a:lnTo>
                  <a:cubicBezTo>
                    <a:pt x="0" y="1483"/>
                    <a:pt x="72" y="1555"/>
                    <a:pt x="168" y="1555"/>
                  </a:cubicBezTo>
                  <a:lnTo>
                    <a:pt x="3730" y="1555"/>
                  </a:lnTo>
                  <a:cubicBezTo>
                    <a:pt x="3821" y="1555"/>
                    <a:pt x="3898" y="1483"/>
                    <a:pt x="3898" y="1387"/>
                  </a:cubicBezTo>
                  <a:lnTo>
                    <a:pt x="3898"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3"/>
            <p:cNvSpPr/>
            <p:nvPr/>
          </p:nvSpPr>
          <p:spPr>
            <a:xfrm>
              <a:off x="1304028" y="2150580"/>
              <a:ext cx="102164" cy="40771"/>
            </a:xfrm>
            <a:custGeom>
              <a:rect b="b" l="l" r="r" t="t"/>
              <a:pathLst>
                <a:path extrusionOk="0" h="1556" w="3899">
                  <a:moveTo>
                    <a:pt x="0" y="0"/>
                  </a:moveTo>
                  <a:lnTo>
                    <a:pt x="0" y="1387"/>
                  </a:lnTo>
                  <a:cubicBezTo>
                    <a:pt x="0" y="1479"/>
                    <a:pt x="72" y="1555"/>
                    <a:pt x="168" y="1555"/>
                  </a:cubicBezTo>
                  <a:lnTo>
                    <a:pt x="3730" y="1555"/>
                  </a:lnTo>
                  <a:cubicBezTo>
                    <a:pt x="3821" y="1555"/>
                    <a:pt x="3898" y="1479"/>
                    <a:pt x="3898" y="1387"/>
                  </a:cubicBezTo>
                  <a:lnTo>
                    <a:pt x="3898" y="768"/>
                  </a:lnTo>
                  <a:lnTo>
                    <a:pt x="888" y="768"/>
                  </a:lnTo>
                  <a:cubicBezTo>
                    <a:pt x="792" y="768"/>
                    <a:pt x="720" y="696"/>
                    <a:pt x="720" y="600"/>
                  </a:cubicBezTo>
                  <a:lnTo>
                    <a:pt x="72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3"/>
            <p:cNvSpPr/>
            <p:nvPr/>
          </p:nvSpPr>
          <p:spPr>
            <a:xfrm>
              <a:off x="1378495" y="2071763"/>
              <a:ext cx="43418" cy="153520"/>
            </a:xfrm>
            <a:custGeom>
              <a:rect b="b" l="l" r="r" t="t"/>
              <a:pathLst>
                <a:path extrusionOk="0" h="5859" w="1657">
                  <a:moveTo>
                    <a:pt x="1428" y="0"/>
                  </a:moveTo>
                  <a:cubicBezTo>
                    <a:pt x="1351" y="0"/>
                    <a:pt x="1273" y="38"/>
                    <a:pt x="1229" y="123"/>
                  </a:cubicBezTo>
                  <a:lnTo>
                    <a:pt x="77" y="2331"/>
                  </a:lnTo>
                  <a:cubicBezTo>
                    <a:pt x="29" y="2427"/>
                    <a:pt x="0" y="2533"/>
                    <a:pt x="0" y="2643"/>
                  </a:cubicBezTo>
                  <a:lnTo>
                    <a:pt x="0" y="4314"/>
                  </a:lnTo>
                  <a:cubicBezTo>
                    <a:pt x="0" y="4472"/>
                    <a:pt x="58" y="4626"/>
                    <a:pt x="159" y="4751"/>
                  </a:cubicBezTo>
                  <a:lnTo>
                    <a:pt x="989" y="5725"/>
                  </a:lnTo>
                  <a:cubicBezTo>
                    <a:pt x="1066" y="5816"/>
                    <a:pt x="1172" y="5858"/>
                    <a:pt x="1277" y="5858"/>
                  </a:cubicBezTo>
                  <a:cubicBezTo>
                    <a:pt x="1433" y="5858"/>
                    <a:pt x="1587" y="5765"/>
                    <a:pt x="1642" y="5595"/>
                  </a:cubicBezTo>
                  <a:cubicBezTo>
                    <a:pt x="1651" y="5557"/>
                    <a:pt x="1656" y="5514"/>
                    <a:pt x="1656" y="5475"/>
                  </a:cubicBezTo>
                  <a:lnTo>
                    <a:pt x="1656" y="229"/>
                  </a:lnTo>
                  <a:cubicBezTo>
                    <a:pt x="1656" y="85"/>
                    <a:pt x="1543" y="0"/>
                    <a:pt x="14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3"/>
            <p:cNvSpPr/>
            <p:nvPr/>
          </p:nvSpPr>
          <p:spPr>
            <a:xfrm>
              <a:off x="1396837" y="2086672"/>
              <a:ext cx="25076" cy="131720"/>
            </a:xfrm>
            <a:custGeom>
              <a:rect b="b" l="l" r="r" t="t"/>
              <a:pathLst>
                <a:path extrusionOk="0" h="5027" w="957">
                  <a:moveTo>
                    <a:pt x="956" y="1"/>
                  </a:moveTo>
                  <a:lnTo>
                    <a:pt x="78" y="1690"/>
                  </a:lnTo>
                  <a:cubicBezTo>
                    <a:pt x="25" y="1786"/>
                    <a:pt x="1" y="1892"/>
                    <a:pt x="1" y="2002"/>
                  </a:cubicBezTo>
                  <a:lnTo>
                    <a:pt x="1" y="3673"/>
                  </a:lnTo>
                  <a:cubicBezTo>
                    <a:pt x="1" y="3831"/>
                    <a:pt x="59" y="3985"/>
                    <a:pt x="159" y="4105"/>
                  </a:cubicBezTo>
                  <a:lnTo>
                    <a:pt x="942" y="5026"/>
                  </a:lnTo>
                  <a:cubicBezTo>
                    <a:pt x="951" y="4988"/>
                    <a:pt x="956" y="4950"/>
                    <a:pt x="956" y="4906"/>
                  </a:cubicBezTo>
                  <a:lnTo>
                    <a:pt x="956"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3"/>
            <p:cNvSpPr/>
            <p:nvPr/>
          </p:nvSpPr>
          <p:spPr>
            <a:xfrm>
              <a:off x="1451574" y="2071763"/>
              <a:ext cx="43418" cy="153520"/>
            </a:xfrm>
            <a:custGeom>
              <a:rect b="b" l="l" r="r" t="t"/>
              <a:pathLst>
                <a:path extrusionOk="0" h="5859" w="1657">
                  <a:moveTo>
                    <a:pt x="228" y="0"/>
                  </a:moveTo>
                  <a:cubicBezTo>
                    <a:pt x="113" y="0"/>
                    <a:pt x="0" y="85"/>
                    <a:pt x="0" y="229"/>
                  </a:cubicBezTo>
                  <a:lnTo>
                    <a:pt x="0" y="5480"/>
                  </a:lnTo>
                  <a:cubicBezTo>
                    <a:pt x="0" y="5523"/>
                    <a:pt x="5" y="5562"/>
                    <a:pt x="19" y="5600"/>
                  </a:cubicBezTo>
                  <a:cubicBezTo>
                    <a:pt x="76" y="5766"/>
                    <a:pt x="229" y="5859"/>
                    <a:pt x="383" y="5859"/>
                  </a:cubicBezTo>
                  <a:cubicBezTo>
                    <a:pt x="487" y="5859"/>
                    <a:pt x="592" y="5816"/>
                    <a:pt x="667" y="5725"/>
                  </a:cubicBezTo>
                  <a:lnTo>
                    <a:pt x="1498" y="4751"/>
                  </a:lnTo>
                  <a:cubicBezTo>
                    <a:pt x="1599" y="4631"/>
                    <a:pt x="1656" y="4477"/>
                    <a:pt x="1656" y="4319"/>
                  </a:cubicBezTo>
                  <a:lnTo>
                    <a:pt x="1656" y="2643"/>
                  </a:lnTo>
                  <a:cubicBezTo>
                    <a:pt x="1656" y="2538"/>
                    <a:pt x="1632" y="2432"/>
                    <a:pt x="1579" y="2336"/>
                  </a:cubicBezTo>
                  <a:lnTo>
                    <a:pt x="427" y="123"/>
                  </a:lnTo>
                  <a:cubicBezTo>
                    <a:pt x="383" y="38"/>
                    <a:pt x="305" y="0"/>
                    <a:pt x="2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83"/>
            <p:cNvSpPr/>
            <p:nvPr/>
          </p:nvSpPr>
          <p:spPr>
            <a:xfrm>
              <a:off x="1451443" y="2086934"/>
              <a:ext cx="25181" cy="131458"/>
            </a:xfrm>
            <a:custGeom>
              <a:rect b="b" l="l" r="r" t="t"/>
              <a:pathLst>
                <a:path extrusionOk="0" h="5017" w="961">
                  <a:moveTo>
                    <a:pt x="0" y="0"/>
                  </a:moveTo>
                  <a:lnTo>
                    <a:pt x="0" y="4896"/>
                  </a:lnTo>
                  <a:cubicBezTo>
                    <a:pt x="0" y="4940"/>
                    <a:pt x="10" y="4978"/>
                    <a:pt x="19" y="5016"/>
                  </a:cubicBezTo>
                  <a:lnTo>
                    <a:pt x="802" y="4104"/>
                  </a:lnTo>
                  <a:cubicBezTo>
                    <a:pt x="903" y="3980"/>
                    <a:pt x="960" y="3826"/>
                    <a:pt x="960" y="3668"/>
                  </a:cubicBezTo>
                  <a:lnTo>
                    <a:pt x="960" y="1997"/>
                  </a:lnTo>
                  <a:cubicBezTo>
                    <a:pt x="960" y="1892"/>
                    <a:pt x="931" y="1786"/>
                    <a:pt x="883" y="1690"/>
                  </a:cubicBezTo>
                  <a:lnTo>
                    <a:pt x="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3"/>
            <p:cNvSpPr/>
            <p:nvPr/>
          </p:nvSpPr>
          <p:spPr>
            <a:xfrm>
              <a:off x="1465016" y="2218104"/>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3"/>
            <p:cNvSpPr/>
            <p:nvPr/>
          </p:nvSpPr>
          <p:spPr>
            <a:xfrm>
              <a:off x="1465147" y="221810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3"/>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3"/>
            <p:cNvSpPr/>
            <p:nvPr/>
          </p:nvSpPr>
          <p:spPr>
            <a:xfrm>
              <a:off x="1465016" y="221823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3"/>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3"/>
            <p:cNvSpPr/>
            <p:nvPr/>
          </p:nvSpPr>
          <p:spPr>
            <a:xfrm>
              <a:off x="1446150" y="2091179"/>
              <a:ext cx="217874" cy="139476"/>
            </a:xfrm>
            <a:custGeom>
              <a:rect b="b" l="l" r="r" t="t"/>
              <a:pathLst>
                <a:path extrusionOk="0" h="5323" w="8315">
                  <a:moveTo>
                    <a:pt x="7892" y="597"/>
                  </a:moveTo>
                  <a:lnTo>
                    <a:pt x="7892" y="2056"/>
                  </a:lnTo>
                  <a:lnTo>
                    <a:pt x="2070" y="2056"/>
                  </a:lnTo>
                  <a:cubicBezTo>
                    <a:pt x="2065" y="1763"/>
                    <a:pt x="2089" y="1715"/>
                    <a:pt x="2046" y="1643"/>
                  </a:cubicBezTo>
                  <a:lnTo>
                    <a:pt x="1503" y="597"/>
                  </a:lnTo>
                  <a:lnTo>
                    <a:pt x="2108" y="597"/>
                  </a:lnTo>
                  <a:lnTo>
                    <a:pt x="2108" y="1048"/>
                  </a:lnTo>
                  <a:cubicBezTo>
                    <a:pt x="2108" y="1187"/>
                    <a:pt x="2212" y="1257"/>
                    <a:pt x="2317" y="1257"/>
                  </a:cubicBezTo>
                  <a:cubicBezTo>
                    <a:pt x="2421" y="1257"/>
                    <a:pt x="2526" y="1187"/>
                    <a:pt x="2526" y="1048"/>
                  </a:cubicBezTo>
                  <a:lnTo>
                    <a:pt x="2526" y="597"/>
                  </a:lnTo>
                  <a:lnTo>
                    <a:pt x="2751" y="597"/>
                  </a:lnTo>
                  <a:lnTo>
                    <a:pt x="2751" y="1624"/>
                  </a:lnTo>
                  <a:cubicBezTo>
                    <a:pt x="2751" y="1761"/>
                    <a:pt x="2854" y="1829"/>
                    <a:pt x="2958" y="1829"/>
                  </a:cubicBezTo>
                  <a:cubicBezTo>
                    <a:pt x="3061" y="1829"/>
                    <a:pt x="3164" y="1761"/>
                    <a:pt x="3164" y="1624"/>
                  </a:cubicBezTo>
                  <a:lnTo>
                    <a:pt x="3164" y="597"/>
                  </a:lnTo>
                  <a:lnTo>
                    <a:pt x="3390" y="597"/>
                  </a:lnTo>
                  <a:lnTo>
                    <a:pt x="3390" y="1048"/>
                  </a:lnTo>
                  <a:cubicBezTo>
                    <a:pt x="3390" y="1187"/>
                    <a:pt x="3493" y="1257"/>
                    <a:pt x="3596" y="1257"/>
                  </a:cubicBezTo>
                  <a:cubicBezTo>
                    <a:pt x="3699" y="1257"/>
                    <a:pt x="3802" y="1187"/>
                    <a:pt x="3802" y="1048"/>
                  </a:cubicBezTo>
                  <a:lnTo>
                    <a:pt x="3802" y="597"/>
                  </a:lnTo>
                  <a:lnTo>
                    <a:pt x="4028" y="597"/>
                  </a:lnTo>
                  <a:lnTo>
                    <a:pt x="4028" y="1048"/>
                  </a:lnTo>
                  <a:cubicBezTo>
                    <a:pt x="4028" y="1187"/>
                    <a:pt x="4132" y="1257"/>
                    <a:pt x="4237" y="1257"/>
                  </a:cubicBezTo>
                  <a:cubicBezTo>
                    <a:pt x="4341" y="1257"/>
                    <a:pt x="4446" y="1187"/>
                    <a:pt x="4446" y="1048"/>
                  </a:cubicBezTo>
                  <a:lnTo>
                    <a:pt x="4446" y="597"/>
                  </a:lnTo>
                  <a:lnTo>
                    <a:pt x="4671" y="597"/>
                  </a:lnTo>
                  <a:lnTo>
                    <a:pt x="4671" y="1048"/>
                  </a:lnTo>
                  <a:cubicBezTo>
                    <a:pt x="4671" y="1187"/>
                    <a:pt x="4774" y="1257"/>
                    <a:pt x="4878" y="1257"/>
                  </a:cubicBezTo>
                  <a:cubicBezTo>
                    <a:pt x="4981" y="1257"/>
                    <a:pt x="5084" y="1187"/>
                    <a:pt x="5084" y="1048"/>
                  </a:cubicBezTo>
                  <a:lnTo>
                    <a:pt x="5084" y="597"/>
                  </a:lnTo>
                  <a:lnTo>
                    <a:pt x="5310" y="597"/>
                  </a:lnTo>
                  <a:lnTo>
                    <a:pt x="5310" y="1624"/>
                  </a:lnTo>
                  <a:cubicBezTo>
                    <a:pt x="5310" y="1761"/>
                    <a:pt x="5413" y="1829"/>
                    <a:pt x="5516" y="1829"/>
                  </a:cubicBezTo>
                  <a:cubicBezTo>
                    <a:pt x="5619" y="1829"/>
                    <a:pt x="5723" y="1761"/>
                    <a:pt x="5723" y="1624"/>
                  </a:cubicBezTo>
                  <a:lnTo>
                    <a:pt x="5723" y="597"/>
                  </a:lnTo>
                  <a:lnTo>
                    <a:pt x="5948" y="597"/>
                  </a:lnTo>
                  <a:lnTo>
                    <a:pt x="5948" y="1048"/>
                  </a:lnTo>
                  <a:cubicBezTo>
                    <a:pt x="5948" y="1187"/>
                    <a:pt x="6053" y="1257"/>
                    <a:pt x="6157" y="1257"/>
                  </a:cubicBezTo>
                  <a:cubicBezTo>
                    <a:pt x="6261" y="1257"/>
                    <a:pt x="6366" y="1187"/>
                    <a:pt x="6366" y="1048"/>
                  </a:cubicBezTo>
                  <a:lnTo>
                    <a:pt x="6366" y="597"/>
                  </a:lnTo>
                  <a:lnTo>
                    <a:pt x="6591" y="597"/>
                  </a:lnTo>
                  <a:lnTo>
                    <a:pt x="6591" y="1048"/>
                  </a:lnTo>
                  <a:cubicBezTo>
                    <a:pt x="6591" y="1187"/>
                    <a:pt x="6695" y="1257"/>
                    <a:pt x="6798" y="1257"/>
                  </a:cubicBezTo>
                  <a:cubicBezTo>
                    <a:pt x="6901" y="1257"/>
                    <a:pt x="7004" y="1187"/>
                    <a:pt x="7004" y="1048"/>
                  </a:cubicBezTo>
                  <a:lnTo>
                    <a:pt x="7004" y="597"/>
                  </a:lnTo>
                  <a:lnTo>
                    <a:pt x="7230" y="597"/>
                  </a:lnTo>
                  <a:lnTo>
                    <a:pt x="7230" y="1048"/>
                  </a:lnTo>
                  <a:cubicBezTo>
                    <a:pt x="7230" y="1187"/>
                    <a:pt x="7334" y="1257"/>
                    <a:pt x="7438" y="1257"/>
                  </a:cubicBezTo>
                  <a:cubicBezTo>
                    <a:pt x="7542" y="1257"/>
                    <a:pt x="7645" y="1187"/>
                    <a:pt x="7643" y="1048"/>
                  </a:cubicBezTo>
                  <a:lnTo>
                    <a:pt x="7643" y="597"/>
                  </a:lnTo>
                  <a:close/>
                  <a:moveTo>
                    <a:pt x="1066" y="0"/>
                  </a:moveTo>
                  <a:cubicBezTo>
                    <a:pt x="968" y="0"/>
                    <a:pt x="871" y="67"/>
                    <a:pt x="860" y="184"/>
                  </a:cubicBezTo>
                  <a:cubicBezTo>
                    <a:pt x="855" y="227"/>
                    <a:pt x="860" y="265"/>
                    <a:pt x="879" y="304"/>
                  </a:cubicBezTo>
                  <a:lnTo>
                    <a:pt x="1037" y="601"/>
                  </a:lnTo>
                  <a:lnTo>
                    <a:pt x="1657" y="1792"/>
                  </a:lnTo>
                  <a:lnTo>
                    <a:pt x="1657" y="3746"/>
                  </a:lnTo>
                  <a:lnTo>
                    <a:pt x="721" y="4845"/>
                  </a:lnTo>
                  <a:lnTo>
                    <a:pt x="721" y="4850"/>
                  </a:lnTo>
                  <a:cubicBezTo>
                    <a:pt x="687" y="4888"/>
                    <a:pt x="639" y="4912"/>
                    <a:pt x="591" y="4912"/>
                  </a:cubicBezTo>
                  <a:cubicBezTo>
                    <a:pt x="495" y="4912"/>
                    <a:pt x="413" y="4835"/>
                    <a:pt x="413" y="4739"/>
                  </a:cubicBezTo>
                  <a:lnTo>
                    <a:pt x="413" y="3419"/>
                  </a:lnTo>
                  <a:cubicBezTo>
                    <a:pt x="413" y="3282"/>
                    <a:pt x="310" y="3214"/>
                    <a:pt x="207" y="3214"/>
                  </a:cubicBezTo>
                  <a:cubicBezTo>
                    <a:pt x="104" y="3214"/>
                    <a:pt x="1" y="3282"/>
                    <a:pt x="1" y="3419"/>
                  </a:cubicBezTo>
                  <a:lnTo>
                    <a:pt x="1" y="4734"/>
                  </a:lnTo>
                  <a:cubicBezTo>
                    <a:pt x="1" y="5092"/>
                    <a:pt x="292" y="5323"/>
                    <a:pt x="593" y="5323"/>
                  </a:cubicBezTo>
                  <a:cubicBezTo>
                    <a:pt x="752" y="5323"/>
                    <a:pt x="915" y="5258"/>
                    <a:pt x="1037" y="5114"/>
                  </a:cubicBezTo>
                  <a:lnTo>
                    <a:pt x="1959" y="4029"/>
                  </a:lnTo>
                  <a:lnTo>
                    <a:pt x="3730" y="4029"/>
                  </a:lnTo>
                  <a:cubicBezTo>
                    <a:pt x="4009" y="4029"/>
                    <a:pt x="4009" y="3616"/>
                    <a:pt x="3730" y="3616"/>
                  </a:cubicBezTo>
                  <a:lnTo>
                    <a:pt x="2070" y="3616"/>
                  </a:lnTo>
                  <a:lnTo>
                    <a:pt x="2070" y="2474"/>
                  </a:lnTo>
                  <a:lnTo>
                    <a:pt x="7897" y="2474"/>
                  </a:lnTo>
                  <a:lnTo>
                    <a:pt x="7897" y="3616"/>
                  </a:lnTo>
                  <a:lnTo>
                    <a:pt x="4561" y="3616"/>
                  </a:lnTo>
                  <a:cubicBezTo>
                    <a:pt x="4282" y="3616"/>
                    <a:pt x="4282" y="4029"/>
                    <a:pt x="4561" y="4029"/>
                  </a:cubicBezTo>
                  <a:lnTo>
                    <a:pt x="8103" y="4029"/>
                  </a:lnTo>
                  <a:cubicBezTo>
                    <a:pt x="8219" y="4029"/>
                    <a:pt x="8315" y="3938"/>
                    <a:pt x="8315" y="3822"/>
                  </a:cubicBezTo>
                  <a:lnTo>
                    <a:pt x="8315" y="390"/>
                  </a:lnTo>
                  <a:cubicBezTo>
                    <a:pt x="8315" y="275"/>
                    <a:pt x="8219" y="184"/>
                    <a:pt x="8103" y="184"/>
                  </a:cubicBezTo>
                  <a:lnTo>
                    <a:pt x="1287" y="184"/>
                  </a:lnTo>
                  <a:lnTo>
                    <a:pt x="1249" y="112"/>
                  </a:lnTo>
                  <a:cubicBezTo>
                    <a:pt x="1208" y="35"/>
                    <a:pt x="1137" y="0"/>
                    <a:pt x="10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3"/>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3"/>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83"/>
            <p:cNvSpPr/>
            <p:nvPr/>
          </p:nvSpPr>
          <p:spPr>
            <a:xfrm>
              <a:off x="1383893" y="2189307"/>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3"/>
            <p:cNvSpPr/>
            <p:nvPr/>
          </p:nvSpPr>
          <p:spPr>
            <a:xfrm>
              <a:off x="1298499" y="2066313"/>
              <a:ext cx="128943" cy="164394"/>
            </a:xfrm>
            <a:custGeom>
              <a:rect b="b" l="l" r="r" t="t"/>
              <a:pathLst>
                <a:path extrusionOk="0" h="6274" w="4921">
                  <a:moveTo>
                    <a:pt x="2847" y="3423"/>
                  </a:moveTo>
                  <a:lnTo>
                    <a:pt x="2847" y="4565"/>
                  </a:lnTo>
                  <a:lnTo>
                    <a:pt x="418" y="4565"/>
                  </a:lnTo>
                  <a:lnTo>
                    <a:pt x="418" y="3423"/>
                  </a:lnTo>
                  <a:close/>
                  <a:moveTo>
                    <a:pt x="4484" y="0"/>
                  </a:moveTo>
                  <a:cubicBezTo>
                    <a:pt x="4320" y="0"/>
                    <a:pt x="4172" y="91"/>
                    <a:pt x="4100" y="235"/>
                  </a:cubicBezTo>
                  <a:lnTo>
                    <a:pt x="3629" y="1133"/>
                  </a:lnTo>
                  <a:lnTo>
                    <a:pt x="211" y="1133"/>
                  </a:lnTo>
                  <a:cubicBezTo>
                    <a:pt x="96" y="1133"/>
                    <a:pt x="5" y="1229"/>
                    <a:pt x="5" y="1344"/>
                  </a:cubicBezTo>
                  <a:lnTo>
                    <a:pt x="5" y="1786"/>
                  </a:lnTo>
                  <a:cubicBezTo>
                    <a:pt x="5" y="1922"/>
                    <a:pt x="108" y="1991"/>
                    <a:pt x="211" y="1991"/>
                  </a:cubicBezTo>
                  <a:cubicBezTo>
                    <a:pt x="315" y="1991"/>
                    <a:pt x="418" y="1922"/>
                    <a:pt x="418" y="1786"/>
                  </a:cubicBezTo>
                  <a:lnTo>
                    <a:pt x="418" y="1550"/>
                  </a:lnTo>
                  <a:lnTo>
                    <a:pt x="701" y="1550"/>
                  </a:lnTo>
                  <a:lnTo>
                    <a:pt x="701" y="2573"/>
                  </a:lnTo>
                  <a:cubicBezTo>
                    <a:pt x="701" y="2710"/>
                    <a:pt x="804" y="2778"/>
                    <a:pt x="907" y="2778"/>
                  </a:cubicBezTo>
                  <a:cubicBezTo>
                    <a:pt x="1011" y="2778"/>
                    <a:pt x="1114" y="2710"/>
                    <a:pt x="1114" y="2573"/>
                  </a:cubicBezTo>
                  <a:lnTo>
                    <a:pt x="1114" y="1546"/>
                  </a:lnTo>
                  <a:lnTo>
                    <a:pt x="1339" y="1546"/>
                  </a:lnTo>
                  <a:lnTo>
                    <a:pt x="1339" y="1997"/>
                  </a:lnTo>
                  <a:cubicBezTo>
                    <a:pt x="1337" y="2136"/>
                    <a:pt x="1440" y="2206"/>
                    <a:pt x="1544" y="2206"/>
                  </a:cubicBezTo>
                  <a:cubicBezTo>
                    <a:pt x="1648" y="2206"/>
                    <a:pt x="1752" y="2136"/>
                    <a:pt x="1752" y="1997"/>
                  </a:cubicBezTo>
                  <a:lnTo>
                    <a:pt x="1752" y="1546"/>
                  </a:lnTo>
                  <a:lnTo>
                    <a:pt x="1978" y="1546"/>
                  </a:lnTo>
                  <a:lnTo>
                    <a:pt x="1978" y="1997"/>
                  </a:lnTo>
                  <a:cubicBezTo>
                    <a:pt x="1978" y="2136"/>
                    <a:pt x="2081" y="2206"/>
                    <a:pt x="2184" y="2206"/>
                  </a:cubicBezTo>
                  <a:cubicBezTo>
                    <a:pt x="2287" y="2206"/>
                    <a:pt x="2391" y="2136"/>
                    <a:pt x="2391" y="1997"/>
                  </a:cubicBezTo>
                  <a:lnTo>
                    <a:pt x="2391" y="1546"/>
                  </a:lnTo>
                  <a:lnTo>
                    <a:pt x="2616" y="1546"/>
                  </a:lnTo>
                  <a:lnTo>
                    <a:pt x="2616" y="1997"/>
                  </a:lnTo>
                  <a:cubicBezTo>
                    <a:pt x="2616" y="2136"/>
                    <a:pt x="2719" y="2206"/>
                    <a:pt x="2823" y="2206"/>
                  </a:cubicBezTo>
                  <a:cubicBezTo>
                    <a:pt x="2926" y="2206"/>
                    <a:pt x="3029" y="2136"/>
                    <a:pt x="3029" y="1997"/>
                  </a:cubicBezTo>
                  <a:lnTo>
                    <a:pt x="3029" y="1546"/>
                  </a:lnTo>
                  <a:lnTo>
                    <a:pt x="3260" y="1546"/>
                  </a:lnTo>
                  <a:lnTo>
                    <a:pt x="3260" y="1843"/>
                  </a:lnTo>
                  <a:cubicBezTo>
                    <a:pt x="2717" y="2904"/>
                    <a:pt x="2871" y="2458"/>
                    <a:pt x="2842" y="3010"/>
                  </a:cubicBezTo>
                  <a:lnTo>
                    <a:pt x="418" y="3010"/>
                  </a:lnTo>
                  <a:lnTo>
                    <a:pt x="418" y="2611"/>
                  </a:lnTo>
                  <a:cubicBezTo>
                    <a:pt x="418" y="2472"/>
                    <a:pt x="313" y="2403"/>
                    <a:pt x="209" y="2403"/>
                  </a:cubicBezTo>
                  <a:cubicBezTo>
                    <a:pt x="105" y="2403"/>
                    <a:pt x="0" y="2472"/>
                    <a:pt x="0" y="2611"/>
                  </a:cubicBezTo>
                  <a:lnTo>
                    <a:pt x="0" y="4771"/>
                  </a:lnTo>
                  <a:cubicBezTo>
                    <a:pt x="0" y="4887"/>
                    <a:pt x="96" y="4978"/>
                    <a:pt x="207" y="4978"/>
                  </a:cubicBezTo>
                  <a:lnTo>
                    <a:pt x="2957" y="4978"/>
                  </a:lnTo>
                  <a:lnTo>
                    <a:pt x="3207" y="5271"/>
                  </a:lnTo>
                  <a:cubicBezTo>
                    <a:pt x="3252" y="5325"/>
                    <a:pt x="3307" y="5348"/>
                    <a:pt x="3360" y="5348"/>
                  </a:cubicBezTo>
                  <a:cubicBezTo>
                    <a:pt x="3514" y="5348"/>
                    <a:pt x="3655" y="5159"/>
                    <a:pt x="3524" y="5002"/>
                  </a:cubicBezTo>
                  <a:lnTo>
                    <a:pt x="3260" y="4695"/>
                  </a:lnTo>
                  <a:lnTo>
                    <a:pt x="3260" y="2736"/>
                  </a:lnTo>
                  <a:cubicBezTo>
                    <a:pt x="4402" y="548"/>
                    <a:pt x="4467" y="415"/>
                    <a:pt x="4476" y="415"/>
                  </a:cubicBezTo>
                  <a:cubicBezTo>
                    <a:pt x="4477" y="415"/>
                    <a:pt x="4477" y="418"/>
                    <a:pt x="4479" y="418"/>
                  </a:cubicBezTo>
                  <a:cubicBezTo>
                    <a:pt x="4483" y="418"/>
                    <a:pt x="4486" y="413"/>
                    <a:pt x="4489" y="413"/>
                  </a:cubicBezTo>
                  <a:cubicBezTo>
                    <a:pt x="4510" y="413"/>
                    <a:pt x="4503" y="702"/>
                    <a:pt x="4503" y="5683"/>
                  </a:cubicBezTo>
                  <a:cubicBezTo>
                    <a:pt x="4503" y="5784"/>
                    <a:pt x="4421" y="5861"/>
                    <a:pt x="4325" y="5861"/>
                  </a:cubicBezTo>
                  <a:cubicBezTo>
                    <a:pt x="4205" y="5861"/>
                    <a:pt x="4162" y="5741"/>
                    <a:pt x="4061" y="5635"/>
                  </a:cubicBezTo>
                  <a:cubicBezTo>
                    <a:pt x="4014" y="5581"/>
                    <a:pt x="3959" y="5559"/>
                    <a:pt x="3905" y="5559"/>
                  </a:cubicBezTo>
                  <a:cubicBezTo>
                    <a:pt x="3751" y="5559"/>
                    <a:pt x="3612" y="5747"/>
                    <a:pt x="3744" y="5904"/>
                  </a:cubicBezTo>
                  <a:lnTo>
                    <a:pt x="3884" y="6067"/>
                  </a:lnTo>
                  <a:cubicBezTo>
                    <a:pt x="3989" y="6197"/>
                    <a:pt x="4152" y="6274"/>
                    <a:pt x="4325" y="6274"/>
                  </a:cubicBezTo>
                  <a:cubicBezTo>
                    <a:pt x="4328" y="6274"/>
                    <a:pt x="4331" y="6274"/>
                    <a:pt x="4334" y="6274"/>
                  </a:cubicBezTo>
                  <a:cubicBezTo>
                    <a:pt x="4656" y="6274"/>
                    <a:pt x="4920" y="6007"/>
                    <a:pt x="4916" y="5683"/>
                  </a:cubicBezTo>
                  <a:lnTo>
                    <a:pt x="4916" y="437"/>
                  </a:lnTo>
                  <a:cubicBezTo>
                    <a:pt x="4920" y="192"/>
                    <a:pt x="4724" y="0"/>
                    <a:pt x="44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3"/>
            <p:cNvSpPr/>
            <p:nvPr/>
          </p:nvSpPr>
          <p:spPr>
            <a:xfrm>
              <a:off x="1446019" y="2066286"/>
              <a:ext cx="24526" cy="98155"/>
            </a:xfrm>
            <a:custGeom>
              <a:rect b="b" l="l" r="r" t="t"/>
              <a:pathLst>
                <a:path extrusionOk="0" h="3746" w="936">
                  <a:moveTo>
                    <a:pt x="429" y="1"/>
                  </a:moveTo>
                  <a:cubicBezTo>
                    <a:pt x="193" y="1"/>
                    <a:pt x="1" y="196"/>
                    <a:pt x="1" y="438"/>
                  </a:cubicBezTo>
                  <a:lnTo>
                    <a:pt x="1" y="3544"/>
                  </a:lnTo>
                  <a:cubicBezTo>
                    <a:pt x="6" y="3654"/>
                    <a:pt x="97" y="3745"/>
                    <a:pt x="212" y="3745"/>
                  </a:cubicBezTo>
                  <a:cubicBezTo>
                    <a:pt x="327" y="3745"/>
                    <a:pt x="418" y="3654"/>
                    <a:pt x="418" y="3539"/>
                  </a:cubicBezTo>
                  <a:lnTo>
                    <a:pt x="418" y="438"/>
                  </a:lnTo>
                  <a:cubicBezTo>
                    <a:pt x="418" y="433"/>
                    <a:pt x="418" y="419"/>
                    <a:pt x="442" y="419"/>
                  </a:cubicBezTo>
                  <a:cubicBezTo>
                    <a:pt x="447" y="419"/>
                    <a:pt x="452" y="419"/>
                    <a:pt x="457" y="428"/>
                  </a:cubicBezTo>
                  <a:lnTo>
                    <a:pt x="500" y="519"/>
                  </a:lnTo>
                  <a:cubicBezTo>
                    <a:pt x="544" y="585"/>
                    <a:pt x="607" y="613"/>
                    <a:pt x="670" y="613"/>
                  </a:cubicBezTo>
                  <a:cubicBezTo>
                    <a:pt x="804" y="613"/>
                    <a:pt x="935" y="485"/>
                    <a:pt x="870" y="327"/>
                  </a:cubicBezTo>
                  <a:lnTo>
                    <a:pt x="822" y="236"/>
                  </a:lnTo>
                  <a:cubicBezTo>
                    <a:pt x="750" y="92"/>
                    <a:pt x="601" y="1"/>
                    <a:pt x="438" y="1"/>
                  </a:cubicBezTo>
                  <a:cubicBezTo>
                    <a:pt x="435" y="1"/>
                    <a:pt x="432"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4" name="Google Shape;14234;p83"/>
          <p:cNvGrpSpPr/>
          <p:nvPr/>
        </p:nvGrpSpPr>
        <p:grpSpPr>
          <a:xfrm>
            <a:off x="854105" y="2085178"/>
            <a:ext cx="365551" cy="126663"/>
            <a:chOff x="854105" y="2085178"/>
            <a:chExt cx="365551" cy="126663"/>
          </a:xfrm>
        </p:grpSpPr>
        <p:sp>
          <p:nvSpPr>
            <p:cNvPr id="14235" name="Google Shape;14235;p83"/>
            <p:cNvSpPr/>
            <p:nvPr/>
          </p:nvSpPr>
          <p:spPr>
            <a:xfrm>
              <a:off x="859660" y="2090707"/>
              <a:ext cx="354467" cy="115736"/>
            </a:xfrm>
            <a:custGeom>
              <a:rect b="b" l="l" r="r" t="t"/>
              <a:pathLst>
                <a:path extrusionOk="0" h="4417" w="13528">
                  <a:moveTo>
                    <a:pt x="490" y="0"/>
                  </a:moveTo>
                  <a:cubicBezTo>
                    <a:pt x="216" y="5"/>
                    <a:pt x="0" y="231"/>
                    <a:pt x="0" y="504"/>
                  </a:cubicBezTo>
                  <a:lnTo>
                    <a:pt x="0" y="3908"/>
                  </a:lnTo>
                  <a:cubicBezTo>
                    <a:pt x="0" y="4191"/>
                    <a:pt x="226" y="4416"/>
                    <a:pt x="504" y="4416"/>
                  </a:cubicBezTo>
                  <a:lnTo>
                    <a:pt x="13023" y="4416"/>
                  </a:lnTo>
                  <a:cubicBezTo>
                    <a:pt x="13302" y="4416"/>
                    <a:pt x="13527" y="4191"/>
                    <a:pt x="13527" y="3908"/>
                  </a:cubicBezTo>
                  <a:lnTo>
                    <a:pt x="13527" y="504"/>
                  </a:lnTo>
                  <a:cubicBezTo>
                    <a:pt x="13527" y="240"/>
                    <a:pt x="13330" y="19"/>
                    <a:pt x="13071"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3"/>
            <p:cNvSpPr/>
            <p:nvPr/>
          </p:nvSpPr>
          <p:spPr>
            <a:xfrm>
              <a:off x="859660" y="2139758"/>
              <a:ext cx="354467" cy="66685"/>
            </a:xfrm>
            <a:custGeom>
              <a:rect b="b" l="l" r="r" t="t"/>
              <a:pathLst>
                <a:path extrusionOk="0" h="2545" w="13528">
                  <a:moveTo>
                    <a:pt x="0" y="0"/>
                  </a:moveTo>
                  <a:lnTo>
                    <a:pt x="0" y="2040"/>
                  </a:lnTo>
                  <a:cubicBezTo>
                    <a:pt x="0" y="2319"/>
                    <a:pt x="226" y="2544"/>
                    <a:pt x="504" y="2544"/>
                  </a:cubicBezTo>
                  <a:lnTo>
                    <a:pt x="13023" y="2544"/>
                  </a:lnTo>
                  <a:cubicBezTo>
                    <a:pt x="13302" y="2544"/>
                    <a:pt x="13527" y="2319"/>
                    <a:pt x="13527" y="2040"/>
                  </a:cubicBezTo>
                  <a:lnTo>
                    <a:pt x="13527"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3"/>
            <p:cNvSpPr/>
            <p:nvPr/>
          </p:nvSpPr>
          <p:spPr>
            <a:xfrm>
              <a:off x="859660" y="2163891"/>
              <a:ext cx="354467" cy="42553"/>
            </a:xfrm>
            <a:custGeom>
              <a:rect b="b" l="l" r="r" t="t"/>
              <a:pathLst>
                <a:path extrusionOk="0" h="1624" w="13528">
                  <a:moveTo>
                    <a:pt x="0" y="1"/>
                  </a:moveTo>
                  <a:lnTo>
                    <a:pt x="0" y="1119"/>
                  </a:lnTo>
                  <a:cubicBezTo>
                    <a:pt x="0" y="1398"/>
                    <a:pt x="226" y="1623"/>
                    <a:pt x="504" y="1623"/>
                  </a:cubicBezTo>
                  <a:lnTo>
                    <a:pt x="13023" y="1623"/>
                  </a:lnTo>
                  <a:cubicBezTo>
                    <a:pt x="13302" y="1623"/>
                    <a:pt x="13527" y="1398"/>
                    <a:pt x="13527" y="1119"/>
                  </a:cubicBezTo>
                  <a:lnTo>
                    <a:pt x="13527" y="1"/>
                  </a:lnTo>
                  <a:cubicBezTo>
                    <a:pt x="13527" y="279"/>
                    <a:pt x="13302" y="505"/>
                    <a:pt x="13023" y="505"/>
                  </a:cubicBezTo>
                  <a:lnTo>
                    <a:pt x="504" y="505"/>
                  </a:lnTo>
                  <a:cubicBezTo>
                    <a:pt x="226" y="505"/>
                    <a:pt x="0" y="279"/>
                    <a:pt x="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3"/>
            <p:cNvSpPr/>
            <p:nvPr/>
          </p:nvSpPr>
          <p:spPr>
            <a:xfrm>
              <a:off x="854105" y="2085178"/>
              <a:ext cx="365551" cy="126663"/>
            </a:xfrm>
            <a:custGeom>
              <a:rect b="b" l="l" r="r" t="t"/>
              <a:pathLst>
                <a:path extrusionOk="0" h="4834" w="13951">
                  <a:moveTo>
                    <a:pt x="207" y="0"/>
                  </a:moveTo>
                  <a:cubicBezTo>
                    <a:pt x="97" y="0"/>
                    <a:pt x="1" y="96"/>
                    <a:pt x="1" y="211"/>
                  </a:cubicBezTo>
                  <a:lnTo>
                    <a:pt x="1" y="4627"/>
                  </a:lnTo>
                  <a:cubicBezTo>
                    <a:pt x="1" y="4743"/>
                    <a:pt x="97" y="4834"/>
                    <a:pt x="207" y="4834"/>
                  </a:cubicBezTo>
                  <a:lnTo>
                    <a:pt x="1426" y="4834"/>
                  </a:lnTo>
                  <a:cubicBezTo>
                    <a:pt x="1700" y="4834"/>
                    <a:pt x="1700" y="4421"/>
                    <a:pt x="1426" y="4421"/>
                  </a:cubicBezTo>
                  <a:lnTo>
                    <a:pt x="418" y="4421"/>
                  </a:lnTo>
                  <a:lnTo>
                    <a:pt x="418" y="2290"/>
                  </a:lnTo>
                  <a:lnTo>
                    <a:pt x="13533" y="2290"/>
                  </a:lnTo>
                  <a:lnTo>
                    <a:pt x="13533" y="4421"/>
                  </a:lnTo>
                  <a:lnTo>
                    <a:pt x="2252" y="4421"/>
                  </a:lnTo>
                  <a:cubicBezTo>
                    <a:pt x="1979" y="4421"/>
                    <a:pt x="1979" y="4834"/>
                    <a:pt x="2252" y="4834"/>
                  </a:cubicBezTo>
                  <a:lnTo>
                    <a:pt x="13739" y="4834"/>
                  </a:lnTo>
                  <a:cubicBezTo>
                    <a:pt x="13854" y="4834"/>
                    <a:pt x="13950" y="4738"/>
                    <a:pt x="13950" y="4627"/>
                  </a:cubicBezTo>
                  <a:lnTo>
                    <a:pt x="13950" y="1810"/>
                  </a:lnTo>
                  <a:cubicBezTo>
                    <a:pt x="13948" y="1673"/>
                    <a:pt x="13844" y="1605"/>
                    <a:pt x="13740" y="1605"/>
                  </a:cubicBezTo>
                  <a:cubicBezTo>
                    <a:pt x="13636" y="1605"/>
                    <a:pt x="13533" y="1673"/>
                    <a:pt x="13533" y="1810"/>
                  </a:cubicBezTo>
                  <a:lnTo>
                    <a:pt x="13533" y="1877"/>
                  </a:lnTo>
                  <a:lnTo>
                    <a:pt x="418" y="1877"/>
                  </a:lnTo>
                  <a:lnTo>
                    <a:pt x="418" y="418"/>
                  </a:lnTo>
                  <a:lnTo>
                    <a:pt x="1383" y="418"/>
                  </a:lnTo>
                  <a:lnTo>
                    <a:pt x="1383" y="1330"/>
                  </a:lnTo>
                  <a:cubicBezTo>
                    <a:pt x="1383" y="1467"/>
                    <a:pt x="1486" y="1535"/>
                    <a:pt x="1590" y="1535"/>
                  </a:cubicBezTo>
                  <a:cubicBezTo>
                    <a:pt x="1693" y="1535"/>
                    <a:pt x="1796" y="1467"/>
                    <a:pt x="1796" y="1330"/>
                  </a:cubicBezTo>
                  <a:lnTo>
                    <a:pt x="1796" y="418"/>
                  </a:lnTo>
                  <a:lnTo>
                    <a:pt x="2473" y="418"/>
                  </a:lnTo>
                  <a:lnTo>
                    <a:pt x="2473" y="979"/>
                  </a:lnTo>
                  <a:cubicBezTo>
                    <a:pt x="2473" y="1116"/>
                    <a:pt x="2576" y="1184"/>
                    <a:pt x="2679" y="1184"/>
                  </a:cubicBezTo>
                  <a:cubicBezTo>
                    <a:pt x="2783" y="1184"/>
                    <a:pt x="2886" y="1116"/>
                    <a:pt x="2886" y="979"/>
                  </a:cubicBezTo>
                  <a:lnTo>
                    <a:pt x="2886" y="418"/>
                  </a:lnTo>
                  <a:lnTo>
                    <a:pt x="3539" y="418"/>
                  </a:lnTo>
                  <a:lnTo>
                    <a:pt x="3539" y="1330"/>
                  </a:lnTo>
                  <a:cubicBezTo>
                    <a:pt x="3539" y="1467"/>
                    <a:pt x="3642" y="1535"/>
                    <a:pt x="3745" y="1535"/>
                  </a:cubicBezTo>
                  <a:cubicBezTo>
                    <a:pt x="3848" y="1535"/>
                    <a:pt x="3951" y="1467"/>
                    <a:pt x="3951" y="1330"/>
                  </a:cubicBezTo>
                  <a:lnTo>
                    <a:pt x="3951" y="418"/>
                  </a:lnTo>
                  <a:lnTo>
                    <a:pt x="4623" y="418"/>
                  </a:lnTo>
                  <a:lnTo>
                    <a:pt x="4623" y="979"/>
                  </a:lnTo>
                  <a:cubicBezTo>
                    <a:pt x="4623" y="1116"/>
                    <a:pt x="4728" y="1184"/>
                    <a:pt x="4832" y="1184"/>
                  </a:cubicBezTo>
                  <a:cubicBezTo>
                    <a:pt x="4937" y="1184"/>
                    <a:pt x="5041" y="1116"/>
                    <a:pt x="5041" y="979"/>
                  </a:cubicBezTo>
                  <a:lnTo>
                    <a:pt x="5041" y="418"/>
                  </a:lnTo>
                  <a:lnTo>
                    <a:pt x="5689" y="418"/>
                  </a:lnTo>
                  <a:lnTo>
                    <a:pt x="5689" y="1330"/>
                  </a:lnTo>
                  <a:cubicBezTo>
                    <a:pt x="5689" y="1467"/>
                    <a:pt x="5794" y="1535"/>
                    <a:pt x="5898" y="1535"/>
                  </a:cubicBezTo>
                  <a:cubicBezTo>
                    <a:pt x="6002" y="1535"/>
                    <a:pt x="6107" y="1467"/>
                    <a:pt x="6107" y="1330"/>
                  </a:cubicBezTo>
                  <a:lnTo>
                    <a:pt x="6107" y="418"/>
                  </a:lnTo>
                  <a:lnTo>
                    <a:pt x="6779" y="418"/>
                  </a:lnTo>
                  <a:lnTo>
                    <a:pt x="6779" y="979"/>
                  </a:lnTo>
                  <a:cubicBezTo>
                    <a:pt x="6779" y="1116"/>
                    <a:pt x="6882" y="1184"/>
                    <a:pt x="6985" y="1184"/>
                  </a:cubicBezTo>
                  <a:cubicBezTo>
                    <a:pt x="7088" y="1184"/>
                    <a:pt x="7192" y="1116"/>
                    <a:pt x="7192" y="979"/>
                  </a:cubicBezTo>
                  <a:lnTo>
                    <a:pt x="7192" y="418"/>
                  </a:lnTo>
                  <a:lnTo>
                    <a:pt x="7844" y="418"/>
                  </a:lnTo>
                  <a:lnTo>
                    <a:pt x="7844" y="1330"/>
                  </a:lnTo>
                  <a:cubicBezTo>
                    <a:pt x="7844" y="1467"/>
                    <a:pt x="7948" y="1535"/>
                    <a:pt x="8051" y="1535"/>
                  </a:cubicBezTo>
                  <a:cubicBezTo>
                    <a:pt x="8154" y="1535"/>
                    <a:pt x="8257" y="1467"/>
                    <a:pt x="8257" y="1330"/>
                  </a:cubicBezTo>
                  <a:lnTo>
                    <a:pt x="8257" y="418"/>
                  </a:lnTo>
                  <a:lnTo>
                    <a:pt x="8929" y="418"/>
                  </a:lnTo>
                  <a:lnTo>
                    <a:pt x="8929" y="979"/>
                  </a:lnTo>
                  <a:cubicBezTo>
                    <a:pt x="8929" y="1116"/>
                    <a:pt x="9032" y="1184"/>
                    <a:pt x="9136" y="1184"/>
                  </a:cubicBezTo>
                  <a:cubicBezTo>
                    <a:pt x="9239" y="1184"/>
                    <a:pt x="9342" y="1116"/>
                    <a:pt x="9342" y="979"/>
                  </a:cubicBezTo>
                  <a:lnTo>
                    <a:pt x="9342" y="418"/>
                  </a:lnTo>
                  <a:lnTo>
                    <a:pt x="9995" y="418"/>
                  </a:lnTo>
                  <a:lnTo>
                    <a:pt x="9995" y="1330"/>
                  </a:lnTo>
                  <a:cubicBezTo>
                    <a:pt x="9995" y="1467"/>
                    <a:pt x="10098" y="1535"/>
                    <a:pt x="10202" y="1535"/>
                  </a:cubicBezTo>
                  <a:cubicBezTo>
                    <a:pt x="10306" y="1535"/>
                    <a:pt x="10410" y="1467"/>
                    <a:pt x="10413" y="1330"/>
                  </a:cubicBezTo>
                  <a:lnTo>
                    <a:pt x="10413" y="418"/>
                  </a:lnTo>
                  <a:lnTo>
                    <a:pt x="11085" y="418"/>
                  </a:lnTo>
                  <a:lnTo>
                    <a:pt x="11085" y="979"/>
                  </a:lnTo>
                  <a:cubicBezTo>
                    <a:pt x="11085" y="1116"/>
                    <a:pt x="11188" y="1184"/>
                    <a:pt x="11291" y="1184"/>
                  </a:cubicBezTo>
                  <a:cubicBezTo>
                    <a:pt x="11394" y="1184"/>
                    <a:pt x="11497" y="1116"/>
                    <a:pt x="11497" y="979"/>
                  </a:cubicBezTo>
                  <a:lnTo>
                    <a:pt x="11497" y="418"/>
                  </a:lnTo>
                  <a:lnTo>
                    <a:pt x="12150" y="418"/>
                  </a:lnTo>
                  <a:lnTo>
                    <a:pt x="12150" y="1330"/>
                  </a:lnTo>
                  <a:cubicBezTo>
                    <a:pt x="12150" y="1467"/>
                    <a:pt x="12253" y="1535"/>
                    <a:pt x="12357" y="1535"/>
                  </a:cubicBezTo>
                  <a:cubicBezTo>
                    <a:pt x="12460" y="1535"/>
                    <a:pt x="12563" y="1467"/>
                    <a:pt x="12563" y="1330"/>
                  </a:cubicBezTo>
                  <a:lnTo>
                    <a:pt x="12563" y="418"/>
                  </a:lnTo>
                  <a:lnTo>
                    <a:pt x="13533" y="418"/>
                  </a:lnTo>
                  <a:lnTo>
                    <a:pt x="13533" y="984"/>
                  </a:lnTo>
                  <a:cubicBezTo>
                    <a:pt x="13533" y="1099"/>
                    <a:pt x="13629" y="1190"/>
                    <a:pt x="13739" y="1190"/>
                  </a:cubicBezTo>
                  <a:cubicBezTo>
                    <a:pt x="13854" y="1190"/>
                    <a:pt x="13950" y="1094"/>
                    <a:pt x="13950" y="979"/>
                  </a:cubicBezTo>
                  <a:lnTo>
                    <a:pt x="13950" y="211"/>
                  </a:lnTo>
                  <a:cubicBezTo>
                    <a:pt x="13946" y="96"/>
                    <a:pt x="13854" y="0"/>
                    <a:pt x="13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9" name="Google Shape;14239;p83"/>
          <p:cNvGrpSpPr/>
          <p:nvPr/>
        </p:nvGrpSpPr>
        <p:grpSpPr>
          <a:xfrm>
            <a:off x="2315916" y="1965800"/>
            <a:ext cx="110706" cy="365472"/>
            <a:chOff x="2315916" y="1965800"/>
            <a:chExt cx="110706" cy="365472"/>
          </a:xfrm>
        </p:grpSpPr>
        <p:sp>
          <p:nvSpPr>
            <p:cNvPr id="14240" name="Google Shape;14240;p83"/>
            <p:cNvSpPr/>
            <p:nvPr/>
          </p:nvSpPr>
          <p:spPr>
            <a:xfrm>
              <a:off x="2321445" y="1971250"/>
              <a:ext cx="97133" cy="306386"/>
            </a:xfrm>
            <a:custGeom>
              <a:rect b="b" l="l" r="r" t="t"/>
              <a:pathLst>
                <a:path extrusionOk="0" h="11693" w="3707">
                  <a:moveTo>
                    <a:pt x="1921" y="1"/>
                  </a:moveTo>
                  <a:cubicBezTo>
                    <a:pt x="1759" y="1"/>
                    <a:pt x="1597" y="67"/>
                    <a:pt x="1479" y="201"/>
                  </a:cubicBezTo>
                  <a:lnTo>
                    <a:pt x="879" y="882"/>
                  </a:lnTo>
                  <a:cubicBezTo>
                    <a:pt x="313" y="1526"/>
                    <a:pt x="1" y="2351"/>
                    <a:pt x="1" y="3210"/>
                  </a:cubicBezTo>
                  <a:lnTo>
                    <a:pt x="1" y="5562"/>
                  </a:lnTo>
                  <a:lnTo>
                    <a:pt x="255" y="5769"/>
                  </a:lnTo>
                  <a:cubicBezTo>
                    <a:pt x="524" y="5990"/>
                    <a:pt x="548" y="6388"/>
                    <a:pt x="308" y="6633"/>
                  </a:cubicBezTo>
                  <a:lnTo>
                    <a:pt x="1" y="6955"/>
                  </a:lnTo>
                  <a:lnTo>
                    <a:pt x="1" y="8409"/>
                  </a:lnTo>
                  <a:cubicBezTo>
                    <a:pt x="1" y="8884"/>
                    <a:pt x="149" y="9350"/>
                    <a:pt x="423" y="9734"/>
                  </a:cubicBezTo>
                  <a:lnTo>
                    <a:pt x="1820" y="11692"/>
                  </a:lnTo>
                  <a:lnTo>
                    <a:pt x="2281" y="11064"/>
                  </a:lnTo>
                  <a:lnTo>
                    <a:pt x="3265" y="9715"/>
                  </a:lnTo>
                  <a:cubicBezTo>
                    <a:pt x="3548" y="9321"/>
                    <a:pt x="3702" y="8851"/>
                    <a:pt x="3702" y="8366"/>
                  </a:cubicBezTo>
                  <a:lnTo>
                    <a:pt x="3702" y="5274"/>
                  </a:lnTo>
                  <a:lnTo>
                    <a:pt x="3212" y="4876"/>
                  </a:lnTo>
                  <a:cubicBezTo>
                    <a:pt x="2948" y="4660"/>
                    <a:pt x="2924" y="4262"/>
                    <a:pt x="3164" y="4012"/>
                  </a:cubicBezTo>
                  <a:lnTo>
                    <a:pt x="3706" y="3455"/>
                  </a:lnTo>
                  <a:lnTo>
                    <a:pt x="3706" y="3100"/>
                  </a:lnTo>
                  <a:cubicBezTo>
                    <a:pt x="3706" y="2289"/>
                    <a:pt x="3428" y="1506"/>
                    <a:pt x="2919" y="877"/>
                  </a:cubicBezTo>
                  <a:lnTo>
                    <a:pt x="2382" y="220"/>
                  </a:lnTo>
                  <a:lnTo>
                    <a:pt x="2377" y="215"/>
                  </a:lnTo>
                  <a:cubicBezTo>
                    <a:pt x="2259" y="73"/>
                    <a:pt x="2090" y="1"/>
                    <a:pt x="192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3"/>
            <p:cNvSpPr/>
            <p:nvPr/>
          </p:nvSpPr>
          <p:spPr>
            <a:xfrm>
              <a:off x="2345210" y="1976883"/>
              <a:ext cx="73367" cy="284271"/>
            </a:xfrm>
            <a:custGeom>
              <a:rect b="b" l="l" r="r" t="t"/>
              <a:pathLst>
                <a:path extrusionOk="0" h="10849" w="2800">
                  <a:moveTo>
                    <a:pt x="1470" y="0"/>
                  </a:moveTo>
                  <a:lnTo>
                    <a:pt x="884" y="667"/>
                  </a:lnTo>
                  <a:cubicBezTo>
                    <a:pt x="313" y="1311"/>
                    <a:pt x="1" y="2136"/>
                    <a:pt x="1" y="2995"/>
                  </a:cubicBezTo>
                  <a:lnTo>
                    <a:pt x="1" y="5347"/>
                  </a:lnTo>
                  <a:lnTo>
                    <a:pt x="260" y="5554"/>
                  </a:lnTo>
                  <a:cubicBezTo>
                    <a:pt x="524" y="5775"/>
                    <a:pt x="548" y="6173"/>
                    <a:pt x="308" y="6418"/>
                  </a:cubicBezTo>
                  <a:lnTo>
                    <a:pt x="1" y="6740"/>
                  </a:lnTo>
                  <a:lnTo>
                    <a:pt x="1" y="8194"/>
                  </a:lnTo>
                  <a:cubicBezTo>
                    <a:pt x="1" y="8669"/>
                    <a:pt x="150" y="9135"/>
                    <a:pt x="428" y="9519"/>
                  </a:cubicBezTo>
                  <a:lnTo>
                    <a:pt x="1374" y="10849"/>
                  </a:lnTo>
                  <a:lnTo>
                    <a:pt x="2358" y="9500"/>
                  </a:lnTo>
                  <a:cubicBezTo>
                    <a:pt x="2641" y="9106"/>
                    <a:pt x="2795" y="8636"/>
                    <a:pt x="2795" y="8151"/>
                  </a:cubicBezTo>
                  <a:lnTo>
                    <a:pt x="2795" y="5059"/>
                  </a:lnTo>
                  <a:lnTo>
                    <a:pt x="2305" y="4661"/>
                  </a:lnTo>
                  <a:cubicBezTo>
                    <a:pt x="2041" y="4445"/>
                    <a:pt x="2017" y="4047"/>
                    <a:pt x="2257" y="3797"/>
                  </a:cubicBezTo>
                  <a:lnTo>
                    <a:pt x="2799" y="3240"/>
                  </a:lnTo>
                  <a:lnTo>
                    <a:pt x="2799" y="2885"/>
                  </a:lnTo>
                  <a:cubicBezTo>
                    <a:pt x="2799" y="2074"/>
                    <a:pt x="2521" y="1291"/>
                    <a:pt x="2012" y="662"/>
                  </a:cubicBezTo>
                  <a:lnTo>
                    <a:pt x="1475" y="5"/>
                  </a:lnTo>
                  <a:lnTo>
                    <a:pt x="1470"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3"/>
            <p:cNvSpPr/>
            <p:nvPr/>
          </p:nvSpPr>
          <p:spPr>
            <a:xfrm>
              <a:off x="2315916" y="1965800"/>
              <a:ext cx="88591" cy="255894"/>
            </a:xfrm>
            <a:custGeom>
              <a:rect b="b" l="l" r="r" t="t"/>
              <a:pathLst>
                <a:path extrusionOk="0" h="9766" w="3381">
                  <a:moveTo>
                    <a:pt x="2132" y="0"/>
                  </a:moveTo>
                  <a:cubicBezTo>
                    <a:pt x="1914" y="0"/>
                    <a:pt x="1696" y="89"/>
                    <a:pt x="1537" y="269"/>
                  </a:cubicBezTo>
                  <a:lnTo>
                    <a:pt x="937" y="951"/>
                  </a:lnTo>
                  <a:cubicBezTo>
                    <a:pt x="336" y="1633"/>
                    <a:pt x="5" y="2506"/>
                    <a:pt x="5" y="3414"/>
                  </a:cubicBezTo>
                  <a:lnTo>
                    <a:pt x="5" y="5766"/>
                  </a:lnTo>
                  <a:cubicBezTo>
                    <a:pt x="5" y="6015"/>
                    <a:pt x="476" y="6068"/>
                    <a:pt x="476" y="6433"/>
                  </a:cubicBezTo>
                  <a:cubicBezTo>
                    <a:pt x="476" y="6673"/>
                    <a:pt x="288" y="6750"/>
                    <a:pt x="63" y="7014"/>
                  </a:cubicBezTo>
                  <a:cubicBezTo>
                    <a:pt x="24" y="7052"/>
                    <a:pt x="0" y="7105"/>
                    <a:pt x="0" y="7158"/>
                  </a:cubicBezTo>
                  <a:lnTo>
                    <a:pt x="0" y="8622"/>
                  </a:lnTo>
                  <a:cubicBezTo>
                    <a:pt x="0" y="8967"/>
                    <a:pt x="72" y="9313"/>
                    <a:pt x="216" y="9630"/>
                  </a:cubicBezTo>
                  <a:cubicBezTo>
                    <a:pt x="252" y="9726"/>
                    <a:pt x="325" y="9766"/>
                    <a:pt x="400" y="9766"/>
                  </a:cubicBezTo>
                  <a:cubicBezTo>
                    <a:pt x="538" y="9766"/>
                    <a:pt x="680" y="9630"/>
                    <a:pt x="596" y="9462"/>
                  </a:cubicBezTo>
                  <a:cubicBezTo>
                    <a:pt x="480" y="9193"/>
                    <a:pt x="456" y="8406"/>
                    <a:pt x="418" y="7244"/>
                  </a:cubicBezTo>
                  <a:cubicBezTo>
                    <a:pt x="562" y="7062"/>
                    <a:pt x="893" y="6884"/>
                    <a:pt x="893" y="6433"/>
                  </a:cubicBezTo>
                  <a:cubicBezTo>
                    <a:pt x="893" y="5943"/>
                    <a:pt x="495" y="5751"/>
                    <a:pt x="418" y="5670"/>
                  </a:cubicBezTo>
                  <a:lnTo>
                    <a:pt x="418" y="3414"/>
                  </a:lnTo>
                  <a:cubicBezTo>
                    <a:pt x="418" y="2607"/>
                    <a:pt x="716" y="1830"/>
                    <a:pt x="1249" y="1225"/>
                  </a:cubicBezTo>
                  <a:lnTo>
                    <a:pt x="1849" y="543"/>
                  </a:lnTo>
                  <a:cubicBezTo>
                    <a:pt x="1923" y="457"/>
                    <a:pt x="2026" y="415"/>
                    <a:pt x="2130" y="415"/>
                  </a:cubicBezTo>
                  <a:cubicBezTo>
                    <a:pt x="2241" y="415"/>
                    <a:pt x="2352" y="463"/>
                    <a:pt x="2429" y="557"/>
                  </a:cubicBezTo>
                  <a:lnTo>
                    <a:pt x="2914" y="1157"/>
                  </a:lnTo>
                  <a:cubicBezTo>
                    <a:pt x="2960" y="1220"/>
                    <a:pt x="3019" y="1246"/>
                    <a:pt x="3076" y="1246"/>
                  </a:cubicBezTo>
                  <a:cubicBezTo>
                    <a:pt x="3233" y="1246"/>
                    <a:pt x="3380" y="1052"/>
                    <a:pt x="3236" y="893"/>
                  </a:cubicBezTo>
                  <a:lnTo>
                    <a:pt x="2751" y="293"/>
                  </a:lnTo>
                  <a:cubicBezTo>
                    <a:pt x="2591" y="99"/>
                    <a:pt x="2362" y="0"/>
                    <a:pt x="21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3"/>
            <p:cNvSpPr/>
            <p:nvPr/>
          </p:nvSpPr>
          <p:spPr>
            <a:xfrm>
              <a:off x="2329908" y="2004920"/>
              <a:ext cx="96713" cy="326352"/>
            </a:xfrm>
            <a:custGeom>
              <a:rect b="b" l="l" r="r" t="t"/>
              <a:pathLst>
                <a:path extrusionOk="0" h="12455" w="3691">
                  <a:moveTo>
                    <a:pt x="3003" y="0"/>
                  </a:moveTo>
                  <a:cubicBezTo>
                    <a:pt x="2861" y="0"/>
                    <a:pt x="2718" y="148"/>
                    <a:pt x="2817" y="317"/>
                  </a:cubicBezTo>
                  <a:cubicBezTo>
                    <a:pt x="3259" y="1191"/>
                    <a:pt x="3158" y="1940"/>
                    <a:pt x="3177" y="2084"/>
                  </a:cubicBezTo>
                  <a:lnTo>
                    <a:pt x="2697" y="2583"/>
                  </a:lnTo>
                  <a:cubicBezTo>
                    <a:pt x="2371" y="2914"/>
                    <a:pt x="2404" y="3457"/>
                    <a:pt x="2764" y="3749"/>
                  </a:cubicBezTo>
                  <a:lnTo>
                    <a:pt x="3177" y="4090"/>
                  </a:lnTo>
                  <a:lnTo>
                    <a:pt x="3177" y="7081"/>
                  </a:lnTo>
                  <a:cubicBezTo>
                    <a:pt x="3177" y="7522"/>
                    <a:pt x="3038" y="7950"/>
                    <a:pt x="2779" y="8305"/>
                  </a:cubicBezTo>
                  <a:lnTo>
                    <a:pt x="1742" y="9726"/>
                  </a:lnTo>
                  <a:lnTo>
                    <a:pt x="1742" y="4978"/>
                  </a:lnTo>
                  <a:lnTo>
                    <a:pt x="2683" y="4292"/>
                  </a:lnTo>
                  <a:cubicBezTo>
                    <a:pt x="2866" y="4159"/>
                    <a:pt x="2739" y="3912"/>
                    <a:pt x="2563" y="3912"/>
                  </a:cubicBezTo>
                  <a:cubicBezTo>
                    <a:pt x="2523" y="3912"/>
                    <a:pt x="2480" y="3925"/>
                    <a:pt x="2438" y="3956"/>
                  </a:cubicBezTo>
                  <a:lnTo>
                    <a:pt x="1742" y="4460"/>
                  </a:lnTo>
                  <a:lnTo>
                    <a:pt x="1742" y="298"/>
                  </a:lnTo>
                  <a:cubicBezTo>
                    <a:pt x="1742" y="159"/>
                    <a:pt x="1639" y="89"/>
                    <a:pt x="1535" y="89"/>
                  </a:cubicBezTo>
                  <a:cubicBezTo>
                    <a:pt x="1431" y="89"/>
                    <a:pt x="1327" y="159"/>
                    <a:pt x="1324" y="298"/>
                  </a:cubicBezTo>
                  <a:lnTo>
                    <a:pt x="1324" y="1628"/>
                  </a:lnTo>
                  <a:lnTo>
                    <a:pt x="839" y="1196"/>
                  </a:lnTo>
                  <a:cubicBezTo>
                    <a:pt x="795" y="1157"/>
                    <a:pt x="747" y="1140"/>
                    <a:pt x="702" y="1140"/>
                  </a:cubicBezTo>
                  <a:cubicBezTo>
                    <a:pt x="537" y="1140"/>
                    <a:pt x="404" y="1361"/>
                    <a:pt x="566" y="1508"/>
                  </a:cubicBezTo>
                  <a:cubicBezTo>
                    <a:pt x="1142" y="2021"/>
                    <a:pt x="1315" y="2175"/>
                    <a:pt x="1329" y="2185"/>
                  </a:cubicBezTo>
                  <a:lnTo>
                    <a:pt x="1329" y="6111"/>
                  </a:lnTo>
                  <a:lnTo>
                    <a:pt x="902" y="5718"/>
                  </a:lnTo>
                  <a:cubicBezTo>
                    <a:pt x="855" y="5670"/>
                    <a:pt x="803" y="5650"/>
                    <a:pt x="753" y="5650"/>
                  </a:cubicBezTo>
                  <a:cubicBezTo>
                    <a:pt x="583" y="5650"/>
                    <a:pt x="440" y="5880"/>
                    <a:pt x="619" y="6025"/>
                  </a:cubicBezTo>
                  <a:lnTo>
                    <a:pt x="1329" y="6678"/>
                  </a:lnTo>
                  <a:lnTo>
                    <a:pt x="1329" y="9807"/>
                  </a:lnTo>
                  <a:lnTo>
                    <a:pt x="489" y="8636"/>
                  </a:lnTo>
                  <a:cubicBezTo>
                    <a:pt x="444" y="8582"/>
                    <a:pt x="388" y="8559"/>
                    <a:pt x="334" y="8559"/>
                  </a:cubicBezTo>
                  <a:cubicBezTo>
                    <a:pt x="192" y="8559"/>
                    <a:pt x="59" y="8716"/>
                    <a:pt x="153" y="8876"/>
                  </a:cubicBezTo>
                  <a:lnTo>
                    <a:pt x="1329" y="10523"/>
                  </a:lnTo>
                  <a:lnTo>
                    <a:pt x="1329" y="10979"/>
                  </a:lnTo>
                  <a:lnTo>
                    <a:pt x="451" y="10139"/>
                  </a:lnTo>
                  <a:cubicBezTo>
                    <a:pt x="404" y="10091"/>
                    <a:pt x="352" y="10071"/>
                    <a:pt x="302" y="10071"/>
                  </a:cubicBezTo>
                  <a:cubicBezTo>
                    <a:pt x="138" y="10071"/>
                    <a:pt x="0" y="10289"/>
                    <a:pt x="162" y="10436"/>
                  </a:cubicBezTo>
                  <a:lnTo>
                    <a:pt x="1329" y="11559"/>
                  </a:lnTo>
                  <a:lnTo>
                    <a:pt x="1329" y="12246"/>
                  </a:lnTo>
                  <a:cubicBezTo>
                    <a:pt x="1329" y="12385"/>
                    <a:pt x="1432" y="12455"/>
                    <a:pt x="1535" y="12455"/>
                  </a:cubicBezTo>
                  <a:cubicBezTo>
                    <a:pt x="1639" y="12455"/>
                    <a:pt x="1742" y="12385"/>
                    <a:pt x="1742" y="12246"/>
                  </a:cubicBezTo>
                  <a:lnTo>
                    <a:pt x="1742" y="11555"/>
                  </a:lnTo>
                  <a:lnTo>
                    <a:pt x="2947" y="10340"/>
                  </a:lnTo>
                  <a:cubicBezTo>
                    <a:pt x="3084" y="10188"/>
                    <a:pt x="2952" y="9990"/>
                    <a:pt x="2794" y="9990"/>
                  </a:cubicBezTo>
                  <a:cubicBezTo>
                    <a:pt x="2747" y="9990"/>
                    <a:pt x="2698" y="10007"/>
                    <a:pt x="2654" y="10047"/>
                  </a:cubicBezTo>
                  <a:lnTo>
                    <a:pt x="1742" y="10964"/>
                  </a:lnTo>
                  <a:lnTo>
                    <a:pt x="1742" y="10431"/>
                  </a:lnTo>
                  <a:lnTo>
                    <a:pt x="3115" y="8554"/>
                  </a:lnTo>
                  <a:cubicBezTo>
                    <a:pt x="3427" y="8127"/>
                    <a:pt x="3595" y="7609"/>
                    <a:pt x="3595" y="7081"/>
                  </a:cubicBezTo>
                  <a:lnTo>
                    <a:pt x="3595" y="3994"/>
                  </a:lnTo>
                  <a:cubicBezTo>
                    <a:pt x="3595" y="3932"/>
                    <a:pt x="3566" y="3869"/>
                    <a:pt x="3518" y="3831"/>
                  </a:cubicBezTo>
                  <a:lnTo>
                    <a:pt x="3028" y="3433"/>
                  </a:lnTo>
                  <a:cubicBezTo>
                    <a:pt x="2855" y="3289"/>
                    <a:pt x="2841" y="3034"/>
                    <a:pt x="2995" y="2871"/>
                  </a:cubicBezTo>
                  <a:cubicBezTo>
                    <a:pt x="3499" y="2324"/>
                    <a:pt x="3590" y="2314"/>
                    <a:pt x="3590" y="2170"/>
                  </a:cubicBezTo>
                  <a:cubicBezTo>
                    <a:pt x="3571" y="1983"/>
                    <a:pt x="3691" y="1124"/>
                    <a:pt x="3187" y="130"/>
                  </a:cubicBezTo>
                  <a:cubicBezTo>
                    <a:pt x="3146" y="38"/>
                    <a:pt x="3075" y="0"/>
                    <a:pt x="30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4" name="Google Shape;14244;p83"/>
          <p:cNvGrpSpPr/>
          <p:nvPr/>
        </p:nvGrpSpPr>
        <p:grpSpPr>
          <a:xfrm>
            <a:off x="936878" y="3809408"/>
            <a:ext cx="198615" cy="365446"/>
            <a:chOff x="936878" y="3809408"/>
            <a:chExt cx="198615" cy="365446"/>
          </a:xfrm>
        </p:grpSpPr>
        <p:sp>
          <p:nvSpPr>
            <p:cNvPr id="14245" name="Google Shape;14245;p83"/>
            <p:cNvSpPr/>
            <p:nvPr/>
          </p:nvSpPr>
          <p:spPr>
            <a:xfrm>
              <a:off x="1023163" y="4029063"/>
              <a:ext cx="25940" cy="140262"/>
            </a:xfrm>
            <a:custGeom>
              <a:rect b="b" l="l" r="r" t="t"/>
              <a:pathLst>
                <a:path extrusionOk="0" h="5353" w="990">
                  <a:moveTo>
                    <a:pt x="240" y="1"/>
                  </a:moveTo>
                  <a:cubicBezTo>
                    <a:pt x="106" y="1"/>
                    <a:pt x="0" y="106"/>
                    <a:pt x="0" y="241"/>
                  </a:cubicBezTo>
                  <a:lnTo>
                    <a:pt x="0" y="4858"/>
                  </a:lnTo>
                  <a:cubicBezTo>
                    <a:pt x="0" y="5132"/>
                    <a:pt x="221" y="5353"/>
                    <a:pt x="495" y="5353"/>
                  </a:cubicBezTo>
                  <a:cubicBezTo>
                    <a:pt x="768" y="5353"/>
                    <a:pt x="989" y="5132"/>
                    <a:pt x="989" y="4858"/>
                  </a:cubicBezTo>
                  <a:lnTo>
                    <a:pt x="989" y="241"/>
                  </a:lnTo>
                  <a:cubicBezTo>
                    <a:pt x="989" y="106"/>
                    <a:pt x="879" y="1"/>
                    <a:pt x="74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3"/>
            <p:cNvSpPr/>
            <p:nvPr/>
          </p:nvSpPr>
          <p:spPr>
            <a:xfrm>
              <a:off x="1026805" y="4035719"/>
              <a:ext cx="80153" cy="132087"/>
            </a:xfrm>
            <a:custGeom>
              <a:rect b="b" l="l" r="r" t="t"/>
              <a:pathLst>
                <a:path extrusionOk="0" h="5041" w="3059">
                  <a:moveTo>
                    <a:pt x="736" y="1"/>
                  </a:moveTo>
                  <a:cubicBezTo>
                    <a:pt x="700" y="1"/>
                    <a:pt x="664" y="8"/>
                    <a:pt x="629" y="25"/>
                  </a:cubicBezTo>
                  <a:lnTo>
                    <a:pt x="173" y="246"/>
                  </a:lnTo>
                  <a:cubicBezTo>
                    <a:pt x="53" y="303"/>
                    <a:pt x="1" y="447"/>
                    <a:pt x="58" y="567"/>
                  </a:cubicBezTo>
                  <a:lnTo>
                    <a:pt x="2050" y="4763"/>
                  </a:lnTo>
                  <a:cubicBezTo>
                    <a:pt x="2137" y="4939"/>
                    <a:pt x="2313" y="5041"/>
                    <a:pt x="2498" y="5041"/>
                  </a:cubicBezTo>
                  <a:cubicBezTo>
                    <a:pt x="2570" y="5041"/>
                    <a:pt x="2643" y="5025"/>
                    <a:pt x="2713" y="4993"/>
                  </a:cubicBezTo>
                  <a:cubicBezTo>
                    <a:pt x="2958" y="4873"/>
                    <a:pt x="3058" y="4580"/>
                    <a:pt x="2943" y="4331"/>
                  </a:cubicBezTo>
                  <a:lnTo>
                    <a:pt x="951" y="135"/>
                  </a:lnTo>
                  <a:cubicBezTo>
                    <a:pt x="910" y="50"/>
                    <a:pt x="825" y="1"/>
                    <a:pt x="73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3"/>
            <p:cNvSpPr/>
            <p:nvPr/>
          </p:nvSpPr>
          <p:spPr>
            <a:xfrm>
              <a:off x="965308" y="4035719"/>
              <a:ext cx="80127" cy="132139"/>
            </a:xfrm>
            <a:custGeom>
              <a:rect b="b" l="l" r="r" t="t"/>
              <a:pathLst>
                <a:path extrusionOk="0" h="5043" w="3058">
                  <a:moveTo>
                    <a:pt x="2328" y="1"/>
                  </a:moveTo>
                  <a:cubicBezTo>
                    <a:pt x="2239" y="1"/>
                    <a:pt x="2153" y="50"/>
                    <a:pt x="2112" y="135"/>
                  </a:cubicBezTo>
                  <a:lnTo>
                    <a:pt x="120" y="4331"/>
                  </a:lnTo>
                  <a:cubicBezTo>
                    <a:pt x="0" y="4580"/>
                    <a:pt x="101" y="4873"/>
                    <a:pt x="346" y="4993"/>
                  </a:cubicBezTo>
                  <a:cubicBezTo>
                    <a:pt x="416" y="5027"/>
                    <a:pt x="490" y="5043"/>
                    <a:pt x="563" y="5043"/>
                  </a:cubicBezTo>
                  <a:cubicBezTo>
                    <a:pt x="749" y="5043"/>
                    <a:pt x="927" y="4939"/>
                    <a:pt x="1013" y="4763"/>
                  </a:cubicBezTo>
                  <a:lnTo>
                    <a:pt x="3000" y="567"/>
                  </a:lnTo>
                  <a:cubicBezTo>
                    <a:pt x="3058" y="447"/>
                    <a:pt x="3010" y="303"/>
                    <a:pt x="2890" y="246"/>
                  </a:cubicBezTo>
                  <a:lnTo>
                    <a:pt x="2434" y="25"/>
                  </a:lnTo>
                  <a:cubicBezTo>
                    <a:pt x="2400" y="8"/>
                    <a:pt x="2363" y="1"/>
                    <a:pt x="23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3"/>
            <p:cNvSpPr/>
            <p:nvPr/>
          </p:nvSpPr>
          <p:spPr>
            <a:xfrm>
              <a:off x="1021512" y="3814858"/>
              <a:ext cx="28980" cy="40404"/>
            </a:xfrm>
            <a:custGeom>
              <a:rect b="b" l="l" r="r" t="t"/>
              <a:pathLst>
                <a:path extrusionOk="0" h="1542" w="1106">
                  <a:moveTo>
                    <a:pt x="553" y="1"/>
                  </a:moveTo>
                  <a:cubicBezTo>
                    <a:pt x="251" y="6"/>
                    <a:pt x="1" y="250"/>
                    <a:pt x="1" y="558"/>
                  </a:cubicBezTo>
                  <a:lnTo>
                    <a:pt x="1" y="1182"/>
                  </a:lnTo>
                  <a:cubicBezTo>
                    <a:pt x="1" y="1378"/>
                    <a:pt x="164" y="1542"/>
                    <a:pt x="361" y="1542"/>
                  </a:cubicBezTo>
                  <a:lnTo>
                    <a:pt x="755" y="1542"/>
                  </a:lnTo>
                  <a:cubicBezTo>
                    <a:pt x="947" y="1537"/>
                    <a:pt x="1105" y="1378"/>
                    <a:pt x="1105" y="1182"/>
                  </a:cubicBezTo>
                  <a:lnTo>
                    <a:pt x="1105" y="558"/>
                  </a:lnTo>
                  <a:cubicBezTo>
                    <a:pt x="1105" y="250"/>
                    <a:pt x="860" y="6"/>
                    <a:pt x="553"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3"/>
            <p:cNvSpPr/>
            <p:nvPr/>
          </p:nvSpPr>
          <p:spPr>
            <a:xfrm>
              <a:off x="960906" y="3853978"/>
              <a:ext cx="150455" cy="182396"/>
            </a:xfrm>
            <a:custGeom>
              <a:rect b="b" l="l" r="r" t="t"/>
              <a:pathLst>
                <a:path extrusionOk="0" h="6961" w="5742">
                  <a:moveTo>
                    <a:pt x="327" y="1"/>
                  </a:moveTo>
                  <a:cubicBezTo>
                    <a:pt x="144" y="1"/>
                    <a:pt x="0" y="145"/>
                    <a:pt x="0" y="327"/>
                  </a:cubicBezTo>
                  <a:lnTo>
                    <a:pt x="0" y="6635"/>
                  </a:lnTo>
                  <a:cubicBezTo>
                    <a:pt x="0" y="6817"/>
                    <a:pt x="144" y="6961"/>
                    <a:pt x="327" y="6961"/>
                  </a:cubicBezTo>
                  <a:lnTo>
                    <a:pt x="5415" y="6961"/>
                  </a:lnTo>
                  <a:cubicBezTo>
                    <a:pt x="5597" y="6961"/>
                    <a:pt x="5741" y="6817"/>
                    <a:pt x="5741" y="6635"/>
                  </a:cubicBezTo>
                  <a:lnTo>
                    <a:pt x="5741" y="327"/>
                  </a:lnTo>
                  <a:cubicBezTo>
                    <a:pt x="5741" y="145"/>
                    <a:pt x="5597" y="1"/>
                    <a:pt x="54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3"/>
            <p:cNvSpPr/>
            <p:nvPr/>
          </p:nvSpPr>
          <p:spPr>
            <a:xfrm>
              <a:off x="983152" y="3853978"/>
              <a:ext cx="128209" cy="182396"/>
            </a:xfrm>
            <a:custGeom>
              <a:rect b="b" l="l" r="r" t="t"/>
              <a:pathLst>
                <a:path extrusionOk="0" h="6961" w="4893">
                  <a:moveTo>
                    <a:pt x="332" y="1"/>
                  </a:moveTo>
                  <a:cubicBezTo>
                    <a:pt x="150" y="1"/>
                    <a:pt x="1" y="145"/>
                    <a:pt x="1" y="327"/>
                  </a:cubicBezTo>
                  <a:lnTo>
                    <a:pt x="1" y="6635"/>
                  </a:lnTo>
                  <a:cubicBezTo>
                    <a:pt x="1" y="6817"/>
                    <a:pt x="150" y="6961"/>
                    <a:pt x="332" y="6961"/>
                  </a:cubicBezTo>
                  <a:lnTo>
                    <a:pt x="4566" y="6961"/>
                  </a:lnTo>
                  <a:cubicBezTo>
                    <a:pt x="4748" y="6961"/>
                    <a:pt x="4892" y="6817"/>
                    <a:pt x="4892" y="6635"/>
                  </a:cubicBezTo>
                  <a:lnTo>
                    <a:pt x="4892" y="327"/>
                  </a:lnTo>
                  <a:cubicBezTo>
                    <a:pt x="4892" y="145"/>
                    <a:pt x="4748" y="1"/>
                    <a:pt x="456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3"/>
            <p:cNvSpPr/>
            <p:nvPr/>
          </p:nvSpPr>
          <p:spPr>
            <a:xfrm>
              <a:off x="942276" y="3837890"/>
              <a:ext cx="187820" cy="30080"/>
            </a:xfrm>
            <a:custGeom>
              <a:rect b="b" l="l" r="r" t="t"/>
              <a:pathLst>
                <a:path extrusionOk="0" h="1148" w="7168">
                  <a:moveTo>
                    <a:pt x="342" y="0"/>
                  </a:moveTo>
                  <a:cubicBezTo>
                    <a:pt x="154" y="5"/>
                    <a:pt x="1" y="154"/>
                    <a:pt x="1" y="346"/>
                  </a:cubicBezTo>
                  <a:lnTo>
                    <a:pt x="1" y="802"/>
                  </a:lnTo>
                  <a:cubicBezTo>
                    <a:pt x="1" y="994"/>
                    <a:pt x="154" y="1143"/>
                    <a:pt x="342" y="1147"/>
                  </a:cubicBezTo>
                  <a:lnTo>
                    <a:pt x="6822" y="1147"/>
                  </a:lnTo>
                  <a:cubicBezTo>
                    <a:pt x="7014" y="1143"/>
                    <a:pt x="7163" y="994"/>
                    <a:pt x="7168" y="802"/>
                  </a:cubicBezTo>
                  <a:lnTo>
                    <a:pt x="7168" y="346"/>
                  </a:lnTo>
                  <a:cubicBezTo>
                    <a:pt x="7163" y="154"/>
                    <a:pt x="7014" y="5"/>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3"/>
            <p:cNvSpPr/>
            <p:nvPr/>
          </p:nvSpPr>
          <p:spPr>
            <a:xfrm>
              <a:off x="942276" y="4022408"/>
              <a:ext cx="187820" cy="30080"/>
            </a:xfrm>
            <a:custGeom>
              <a:rect b="b" l="l" r="r" t="t"/>
              <a:pathLst>
                <a:path extrusionOk="0" h="1148" w="7168">
                  <a:moveTo>
                    <a:pt x="342" y="0"/>
                  </a:moveTo>
                  <a:cubicBezTo>
                    <a:pt x="154" y="0"/>
                    <a:pt x="1" y="154"/>
                    <a:pt x="1" y="346"/>
                  </a:cubicBezTo>
                  <a:lnTo>
                    <a:pt x="1" y="802"/>
                  </a:lnTo>
                  <a:cubicBezTo>
                    <a:pt x="1" y="989"/>
                    <a:pt x="154" y="1143"/>
                    <a:pt x="342" y="1147"/>
                  </a:cubicBezTo>
                  <a:lnTo>
                    <a:pt x="6822" y="1147"/>
                  </a:lnTo>
                  <a:cubicBezTo>
                    <a:pt x="7014" y="1143"/>
                    <a:pt x="7163" y="989"/>
                    <a:pt x="7168" y="802"/>
                  </a:cubicBezTo>
                  <a:lnTo>
                    <a:pt x="7168" y="346"/>
                  </a:lnTo>
                  <a:cubicBezTo>
                    <a:pt x="7163" y="154"/>
                    <a:pt x="7014" y="0"/>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3"/>
            <p:cNvSpPr/>
            <p:nvPr/>
          </p:nvSpPr>
          <p:spPr>
            <a:xfrm>
              <a:off x="968819" y="3837890"/>
              <a:ext cx="161276" cy="30080"/>
            </a:xfrm>
            <a:custGeom>
              <a:rect b="b" l="l" r="r" t="t"/>
              <a:pathLst>
                <a:path extrusionOk="0" h="1148" w="6155">
                  <a:moveTo>
                    <a:pt x="346" y="0"/>
                  </a:moveTo>
                  <a:cubicBezTo>
                    <a:pt x="154" y="5"/>
                    <a:pt x="1" y="154"/>
                    <a:pt x="1" y="346"/>
                  </a:cubicBezTo>
                  <a:lnTo>
                    <a:pt x="1" y="802"/>
                  </a:lnTo>
                  <a:cubicBezTo>
                    <a:pt x="1" y="994"/>
                    <a:pt x="154" y="1143"/>
                    <a:pt x="346" y="1147"/>
                  </a:cubicBezTo>
                  <a:lnTo>
                    <a:pt x="5809" y="1147"/>
                  </a:lnTo>
                  <a:cubicBezTo>
                    <a:pt x="6001" y="1143"/>
                    <a:pt x="6150" y="994"/>
                    <a:pt x="6155" y="802"/>
                  </a:cubicBezTo>
                  <a:lnTo>
                    <a:pt x="6155" y="346"/>
                  </a:lnTo>
                  <a:cubicBezTo>
                    <a:pt x="6150" y="154"/>
                    <a:pt x="6001" y="5"/>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3"/>
            <p:cNvSpPr/>
            <p:nvPr/>
          </p:nvSpPr>
          <p:spPr>
            <a:xfrm>
              <a:off x="968819" y="4022408"/>
              <a:ext cx="161276" cy="30080"/>
            </a:xfrm>
            <a:custGeom>
              <a:rect b="b" l="l" r="r" t="t"/>
              <a:pathLst>
                <a:path extrusionOk="0" h="1148" w="6155">
                  <a:moveTo>
                    <a:pt x="346" y="0"/>
                  </a:moveTo>
                  <a:cubicBezTo>
                    <a:pt x="154" y="0"/>
                    <a:pt x="1" y="154"/>
                    <a:pt x="1" y="346"/>
                  </a:cubicBezTo>
                  <a:lnTo>
                    <a:pt x="1" y="802"/>
                  </a:lnTo>
                  <a:cubicBezTo>
                    <a:pt x="1" y="989"/>
                    <a:pt x="154" y="1143"/>
                    <a:pt x="346" y="1147"/>
                  </a:cubicBezTo>
                  <a:lnTo>
                    <a:pt x="5809" y="1147"/>
                  </a:lnTo>
                  <a:cubicBezTo>
                    <a:pt x="6001" y="1143"/>
                    <a:pt x="6150" y="989"/>
                    <a:pt x="6155" y="802"/>
                  </a:cubicBezTo>
                  <a:lnTo>
                    <a:pt x="6155" y="346"/>
                  </a:lnTo>
                  <a:cubicBezTo>
                    <a:pt x="6150" y="154"/>
                    <a:pt x="6001" y="0"/>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3"/>
            <p:cNvSpPr/>
            <p:nvPr/>
          </p:nvSpPr>
          <p:spPr>
            <a:xfrm>
              <a:off x="936878" y="3809408"/>
              <a:ext cx="198615" cy="111492"/>
            </a:xfrm>
            <a:custGeom>
              <a:rect b="b" l="l" r="r" t="t"/>
              <a:pathLst>
                <a:path extrusionOk="0" h="4255" w="7580">
                  <a:moveTo>
                    <a:pt x="3789" y="1"/>
                  </a:moveTo>
                  <a:cubicBezTo>
                    <a:pt x="3608" y="1"/>
                    <a:pt x="3473" y="86"/>
                    <a:pt x="3500" y="252"/>
                  </a:cubicBezTo>
                  <a:cubicBezTo>
                    <a:pt x="3513" y="351"/>
                    <a:pt x="3599" y="423"/>
                    <a:pt x="3700" y="423"/>
                  </a:cubicBezTo>
                  <a:cubicBezTo>
                    <a:pt x="3711" y="423"/>
                    <a:pt x="3723" y="422"/>
                    <a:pt x="3735" y="420"/>
                  </a:cubicBezTo>
                  <a:cubicBezTo>
                    <a:pt x="3754" y="417"/>
                    <a:pt x="3772" y="416"/>
                    <a:pt x="3790" y="416"/>
                  </a:cubicBezTo>
                  <a:cubicBezTo>
                    <a:pt x="3978" y="416"/>
                    <a:pt x="4133" y="569"/>
                    <a:pt x="4133" y="766"/>
                  </a:cubicBezTo>
                  <a:lnTo>
                    <a:pt x="4133" y="886"/>
                  </a:lnTo>
                  <a:lnTo>
                    <a:pt x="3442" y="886"/>
                  </a:lnTo>
                  <a:lnTo>
                    <a:pt x="3442" y="809"/>
                  </a:lnTo>
                  <a:cubicBezTo>
                    <a:pt x="3442" y="672"/>
                    <a:pt x="3339" y="604"/>
                    <a:pt x="3236" y="604"/>
                  </a:cubicBezTo>
                  <a:cubicBezTo>
                    <a:pt x="3133" y="604"/>
                    <a:pt x="3029" y="672"/>
                    <a:pt x="3029" y="809"/>
                  </a:cubicBezTo>
                  <a:lnTo>
                    <a:pt x="3029" y="886"/>
                  </a:lnTo>
                  <a:lnTo>
                    <a:pt x="1757" y="886"/>
                  </a:lnTo>
                  <a:cubicBezTo>
                    <a:pt x="1484" y="886"/>
                    <a:pt x="1484" y="1294"/>
                    <a:pt x="1757" y="1294"/>
                  </a:cubicBezTo>
                  <a:lnTo>
                    <a:pt x="7028" y="1294"/>
                  </a:lnTo>
                  <a:cubicBezTo>
                    <a:pt x="7105" y="1298"/>
                    <a:pt x="7162" y="1356"/>
                    <a:pt x="7167" y="1433"/>
                  </a:cubicBezTo>
                  <a:lnTo>
                    <a:pt x="7167" y="1889"/>
                  </a:lnTo>
                  <a:cubicBezTo>
                    <a:pt x="7162" y="1966"/>
                    <a:pt x="7105" y="2028"/>
                    <a:pt x="7028" y="2028"/>
                  </a:cubicBezTo>
                  <a:lnTo>
                    <a:pt x="548" y="2028"/>
                  </a:lnTo>
                  <a:cubicBezTo>
                    <a:pt x="471" y="2028"/>
                    <a:pt x="413" y="1966"/>
                    <a:pt x="408" y="1889"/>
                  </a:cubicBezTo>
                  <a:lnTo>
                    <a:pt x="408" y="1433"/>
                  </a:lnTo>
                  <a:cubicBezTo>
                    <a:pt x="413" y="1356"/>
                    <a:pt x="471" y="1298"/>
                    <a:pt x="548" y="1294"/>
                  </a:cubicBezTo>
                  <a:lnTo>
                    <a:pt x="936" y="1294"/>
                  </a:lnTo>
                  <a:cubicBezTo>
                    <a:pt x="1210" y="1294"/>
                    <a:pt x="1210" y="886"/>
                    <a:pt x="936" y="886"/>
                  </a:cubicBezTo>
                  <a:lnTo>
                    <a:pt x="548" y="886"/>
                  </a:lnTo>
                  <a:cubicBezTo>
                    <a:pt x="245" y="886"/>
                    <a:pt x="0" y="1130"/>
                    <a:pt x="0" y="1433"/>
                  </a:cubicBezTo>
                  <a:lnTo>
                    <a:pt x="0" y="1889"/>
                  </a:lnTo>
                  <a:cubicBezTo>
                    <a:pt x="0" y="2191"/>
                    <a:pt x="245" y="2436"/>
                    <a:pt x="548" y="2441"/>
                  </a:cubicBezTo>
                  <a:lnTo>
                    <a:pt x="711" y="2441"/>
                  </a:lnTo>
                  <a:lnTo>
                    <a:pt x="711" y="4049"/>
                  </a:lnTo>
                  <a:cubicBezTo>
                    <a:pt x="711" y="4186"/>
                    <a:pt x="814" y="4254"/>
                    <a:pt x="917" y="4254"/>
                  </a:cubicBezTo>
                  <a:cubicBezTo>
                    <a:pt x="1020" y="4254"/>
                    <a:pt x="1124" y="4186"/>
                    <a:pt x="1124" y="4049"/>
                  </a:cubicBezTo>
                  <a:lnTo>
                    <a:pt x="1124" y="2441"/>
                  </a:lnTo>
                  <a:lnTo>
                    <a:pt x="6457" y="2441"/>
                  </a:lnTo>
                  <a:lnTo>
                    <a:pt x="6457" y="2950"/>
                  </a:lnTo>
                  <a:cubicBezTo>
                    <a:pt x="6457" y="3086"/>
                    <a:pt x="6559" y="3155"/>
                    <a:pt x="6661" y="3155"/>
                  </a:cubicBezTo>
                  <a:cubicBezTo>
                    <a:pt x="6764" y="3155"/>
                    <a:pt x="6867" y="3086"/>
                    <a:pt x="6870" y="2950"/>
                  </a:cubicBezTo>
                  <a:lnTo>
                    <a:pt x="6870" y="2441"/>
                  </a:lnTo>
                  <a:lnTo>
                    <a:pt x="7028" y="2441"/>
                  </a:lnTo>
                  <a:cubicBezTo>
                    <a:pt x="7335" y="2436"/>
                    <a:pt x="7580" y="2191"/>
                    <a:pt x="7580" y="1889"/>
                  </a:cubicBezTo>
                  <a:lnTo>
                    <a:pt x="7580" y="1433"/>
                  </a:lnTo>
                  <a:cubicBezTo>
                    <a:pt x="7580" y="1133"/>
                    <a:pt x="7335" y="885"/>
                    <a:pt x="7037" y="885"/>
                  </a:cubicBezTo>
                  <a:cubicBezTo>
                    <a:pt x="7034" y="885"/>
                    <a:pt x="7031" y="886"/>
                    <a:pt x="7028" y="886"/>
                  </a:cubicBezTo>
                  <a:lnTo>
                    <a:pt x="4546" y="886"/>
                  </a:lnTo>
                  <a:lnTo>
                    <a:pt x="4546" y="766"/>
                  </a:lnTo>
                  <a:cubicBezTo>
                    <a:pt x="4546" y="250"/>
                    <a:pt x="4100" y="1"/>
                    <a:pt x="37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3"/>
            <p:cNvSpPr/>
            <p:nvPr/>
          </p:nvSpPr>
          <p:spPr>
            <a:xfrm>
              <a:off x="936878" y="3902846"/>
              <a:ext cx="198615" cy="272008"/>
            </a:xfrm>
            <a:custGeom>
              <a:rect b="b" l="l" r="r" t="t"/>
              <a:pathLst>
                <a:path extrusionOk="0" h="10381" w="7580">
                  <a:moveTo>
                    <a:pt x="4484" y="5912"/>
                  </a:moveTo>
                  <a:lnTo>
                    <a:pt x="6188" y="9498"/>
                  </a:lnTo>
                  <a:cubicBezTo>
                    <a:pt x="6255" y="9642"/>
                    <a:pt x="6198" y="9815"/>
                    <a:pt x="6054" y="9882"/>
                  </a:cubicBezTo>
                  <a:cubicBezTo>
                    <a:pt x="6015" y="9901"/>
                    <a:pt x="5972" y="9911"/>
                    <a:pt x="5929" y="9911"/>
                  </a:cubicBezTo>
                  <a:cubicBezTo>
                    <a:pt x="5818" y="9911"/>
                    <a:pt x="5717" y="9848"/>
                    <a:pt x="5669" y="9752"/>
                  </a:cubicBezTo>
                  <a:lnTo>
                    <a:pt x="4489" y="7261"/>
                  </a:lnTo>
                  <a:lnTo>
                    <a:pt x="4018" y="6262"/>
                  </a:lnTo>
                  <a:lnTo>
                    <a:pt x="4177" y="5917"/>
                  </a:lnTo>
                  <a:lnTo>
                    <a:pt x="4177" y="5912"/>
                  </a:lnTo>
                  <a:close/>
                  <a:moveTo>
                    <a:pt x="3725" y="5912"/>
                  </a:moveTo>
                  <a:lnTo>
                    <a:pt x="1906" y="9752"/>
                  </a:lnTo>
                  <a:cubicBezTo>
                    <a:pt x="1858" y="9848"/>
                    <a:pt x="1757" y="9911"/>
                    <a:pt x="1647" y="9915"/>
                  </a:cubicBezTo>
                  <a:cubicBezTo>
                    <a:pt x="1604" y="9915"/>
                    <a:pt x="1560" y="9901"/>
                    <a:pt x="1522" y="9887"/>
                  </a:cubicBezTo>
                  <a:cubicBezTo>
                    <a:pt x="1378" y="9815"/>
                    <a:pt x="1320" y="9642"/>
                    <a:pt x="1388" y="9498"/>
                  </a:cubicBezTo>
                  <a:lnTo>
                    <a:pt x="3087" y="5917"/>
                  </a:lnTo>
                  <a:lnTo>
                    <a:pt x="3087" y="5912"/>
                  </a:lnTo>
                  <a:close/>
                  <a:moveTo>
                    <a:pt x="3788" y="6742"/>
                  </a:moveTo>
                  <a:lnTo>
                    <a:pt x="4076" y="7352"/>
                  </a:lnTo>
                  <a:lnTo>
                    <a:pt x="4076" y="9680"/>
                  </a:lnTo>
                  <a:cubicBezTo>
                    <a:pt x="4085" y="9843"/>
                    <a:pt x="3951" y="9983"/>
                    <a:pt x="3788" y="9983"/>
                  </a:cubicBezTo>
                  <a:cubicBezTo>
                    <a:pt x="3625" y="9983"/>
                    <a:pt x="3490" y="9843"/>
                    <a:pt x="3500" y="9680"/>
                  </a:cubicBezTo>
                  <a:lnTo>
                    <a:pt x="3500" y="7352"/>
                  </a:lnTo>
                  <a:lnTo>
                    <a:pt x="3788" y="6742"/>
                  </a:lnTo>
                  <a:close/>
                  <a:moveTo>
                    <a:pt x="6658" y="0"/>
                  </a:moveTo>
                  <a:cubicBezTo>
                    <a:pt x="6555" y="0"/>
                    <a:pt x="6452" y="70"/>
                    <a:pt x="6452" y="209"/>
                  </a:cubicBezTo>
                  <a:lnTo>
                    <a:pt x="6452" y="4357"/>
                  </a:lnTo>
                  <a:lnTo>
                    <a:pt x="1124" y="4357"/>
                  </a:lnTo>
                  <a:lnTo>
                    <a:pt x="1124" y="1309"/>
                  </a:lnTo>
                  <a:cubicBezTo>
                    <a:pt x="1124" y="1172"/>
                    <a:pt x="1020" y="1103"/>
                    <a:pt x="917" y="1103"/>
                  </a:cubicBezTo>
                  <a:cubicBezTo>
                    <a:pt x="814" y="1103"/>
                    <a:pt x="711" y="1172"/>
                    <a:pt x="711" y="1309"/>
                  </a:cubicBezTo>
                  <a:lnTo>
                    <a:pt x="711" y="4357"/>
                  </a:lnTo>
                  <a:lnTo>
                    <a:pt x="548" y="4357"/>
                  </a:lnTo>
                  <a:cubicBezTo>
                    <a:pt x="245" y="4357"/>
                    <a:pt x="0" y="4606"/>
                    <a:pt x="0" y="4909"/>
                  </a:cubicBezTo>
                  <a:lnTo>
                    <a:pt x="0" y="5365"/>
                  </a:lnTo>
                  <a:cubicBezTo>
                    <a:pt x="0" y="5667"/>
                    <a:pt x="245" y="5912"/>
                    <a:pt x="548" y="5912"/>
                  </a:cubicBezTo>
                  <a:lnTo>
                    <a:pt x="2631" y="5912"/>
                  </a:lnTo>
                  <a:lnTo>
                    <a:pt x="1018" y="9320"/>
                  </a:lnTo>
                  <a:cubicBezTo>
                    <a:pt x="850" y="9666"/>
                    <a:pt x="994" y="10083"/>
                    <a:pt x="1344" y="10251"/>
                  </a:cubicBezTo>
                  <a:cubicBezTo>
                    <a:pt x="1436" y="10299"/>
                    <a:pt x="1541" y="10323"/>
                    <a:pt x="1647" y="10323"/>
                  </a:cubicBezTo>
                  <a:cubicBezTo>
                    <a:pt x="1916" y="10323"/>
                    <a:pt x="2160" y="10170"/>
                    <a:pt x="2280" y="9925"/>
                  </a:cubicBezTo>
                  <a:lnTo>
                    <a:pt x="3087" y="8221"/>
                  </a:lnTo>
                  <a:lnTo>
                    <a:pt x="3087" y="9680"/>
                  </a:lnTo>
                  <a:cubicBezTo>
                    <a:pt x="3087" y="10064"/>
                    <a:pt x="3399" y="10381"/>
                    <a:pt x="3788" y="10381"/>
                  </a:cubicBezTo>
                  <a:cubicBezTo>
                    <a:pt x="4172" y="10381"/>
                    <a:pt x="4489" y="10064"/>
                    <a:pt x="4489" y="9680"/>
                  </a:cubicBezTo>
                  <a:lnTo>
                    <a:pt x="4489" y="8221"/>
                  </a:lnTo>
                  <a:lnTo>
                    <a:pt x="5300" y="9930"/>
                  </a:lnTo>
                  <a:cubicBezTo>
                    <a:pt x="5415" y="10170"/>
                    <a:pt x="5660" y="10323"/>
                    <a:pt x="5929" y="10323"/>
                  </a:cubicBezTo>
                  <a:cubicBezTo>
                    <a:pt x="6034" y="10323"/>
                    <a:pt x="6140" y="10299"/>
                    <a:pt x="6231" y="10256"/>
                  </a:cubicBezTo>
                  <a:cubicBezTo>
                    <a:pt x="6582" y="10088"/>
                    <a:pt x="6726" y="9671"/>
                    <a:pt x="6558" y="9320"/>
                  </a:cubicBezTo>
                  <a:lnTo>
                    <a:pt x="4945" y="5917"/>
                  </a:lnTo>
                  <a:lnTo>
                    <a:pt x="5818" y="5917"/>
                  </a:lnTo>
                  <a:cubicBezTo>
                    <a:pt x="6092" y="5917"/>
                    <a:pt x="6092" y="5504"/>
                    <a:pt x="5818" y="5504"/>
                  </a:cubicBezTo>
                  <a:lnTo>
                    <a:pt x="548" y="5504"/>
                  </a:lnTo>
                  <a:cubicBezTo>
                    <a:pt x="471" y="5499"/>
                    <a:pt x="408" y="5442"/>
                    <a:pt x="408" y="5365"/>
                  </a:cubicBezTo>
                  <a:lnTo>
                    <a:pt x="408" y="4909"/>
                  </a:lnTo>
                  <a:cubicBezTo>
                    <a:pt x="408" y="4832"/>
                    <a:pt x="471" y="4770"/>
                    <a:pt x="548" y="4770"/>
                  </a:cubicBezTo>
                  <a:lnTo>
                    <a:pt x="7028" y="4770"/>
                  </a:lnTo>
                  <a:cubicBezTo>
                    <a:pt x="7105" y="4770"/>
                    <a:pt x="7162" y="4832"/>
                    <a:pt x="7162" y="4909"/>
                  </a:cubicBezTo>
                  <a:lnTo>
                    <a:pt x="7162" y="5365"/>
                  </a:lnTo>
                  <a:cubicBezTo>
                    <a:pt x="7162" y="5442"/>
                    <a:pt x="7105" y="5499"/>
                    <a:pt x="7028" y="5504"/>
                  </a:cubicBezTo>
                  <a:lnTo>
                    <a:pt x="6644" y="5504"/>
                  </a:lnTo>
                  <a:cubicBezTo>
                    <a:pt x="6366" y="5504"/>
                    <a:pt x="6366" y="5917"/>
                    <a:pt x="6644" y="5917"/>
                  </a:cubicBezTo>
                  <a:lnTo>
                    <a:pt x="7028" y="5917"/>
                  </a:lnTo>
                  <a:cubicBezTo>
                    <a:pt x="7330" y="5912"/>
                    <a:pt x="7575" y="5667"/>
                    <a:pt x="7580" y="5365"/>
                  </a:cubicBezTo>
                  <a:lnTo>
                    <a:pt x="7580" y="4909"/>
                  </a:lnTo>
                  <a:cubicBezTo>
                    <a:pt x="7580" y="4606"/>
                    <a:pt x="7330" y="4357"/>
                    <a:pt x="7028" y="4357"/>
                  </a:cubicBezTo>
                  <a:lnTo>
                    <a:pt x="6865" y="4357"/>
                  </a:lnTo>
                  <a:lnTo>
                    <a:pt x="6865" y="209"/>
                  </a:lnTo>
                  <a:cubicBezTo>
                    <a:pt x="6865" y="70"/>
                    <a:pt x="6762" y="0"/>
                    <a:pt x="66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7" name="Google Shape;14257;p83"/>
          <p:cNvGrpSpPr/>
          <p:nvPr/>
        </p:nvGrpSpPr>
        <p:grpSpPr>
          <a:xfrm>
            <a:off x="2270140" y="3809460"/>
            <a:ext cx="202021" cy="365394"/>
            <a:chOff x="2270140" y="3809460"/>
            <a:chExt cx="202021" cy="365394"/>
          </a:xfrm>
        </p:grpSpPr>
        <p:sp>
          <p:nvSpPr>
            <p:cNvPr id="14258" name="Google Shape;14258;p83"/>
            <p:cNvSpPr/>
            <p:nvPr/>
          </p:nvSpPr>
          <p:spPr>
            <a:xfrm>
              <a:off x="2322466" y="3814832"/>
              <a:ext cx="38753" cy="56545"/>
            </a:xfrm>
            <a:custGeom>
              <a:rect b="b" l="l" r="r" t="t"/>
              <a:pathLst>
                <a:path extrusionOk="0" h="2158" w="1479">
                  <a:moveTo>
                    <a:pt x="745" y="0"/>
                  </a:moveTo>
                  <a:cubicBezTo>
                    <a:pt x="362" y="0"/>
                    <a:pt x="0" y="300"/>
                    <a:pt x="0" y="741"/>
                  </a:cubicBezTo>
                  <a:lnTo>
                    <a:pt x="0" y="1826"/>
                  </a:lnTo>
                  <a:cubicBezTo>
                    <a:pt x="0" y="2008"/>
                    <a:pt x="149" y="2157"/>
                    <a:pt x="331" y="2157"/>
                  </a:cubicBezTo>
                  <a:lnTo>
                    <a:pt x="1147" y="2157"/>
                  </a:lnTo>
                  <a:cubicBezTo>
                    <a:pt x="1171" y="2157"/>
                    <a:pt x="1195" y="2157"/>
                    <a:pt x="1215" y="2152"/>
                  </a:cubicBezTo>
                  <a:cubicBezTo>
                    <a:pt x="1368" y="2119"/>
                    <a:pt x="1479" y="1984"/>
                    <a:pt x="1479" y="1826"/>
                  </a:cubicBezTo>
                  <a:lnTo>
                    <a:pt x="1479" y="741"/>
                  </a:lnTo>
                  <a:cubicBezTo>
                    <a:pt x="1479" y="544"/>
                    <a:pt x="1402" y="357"/>
                    <a:pt x="1263" y="218"/>
                  </a:cubicBezTo>
                  <a:cubicBezTo>
                    <a:pt x="1248" y="203"/>
                    <a:pt x="1234" y="189"/>
                    <a:pt x="1219" y="175"/>
                  </a:cubicBezTo>
                  <a:cubicBezTo>
                    <a:pt x="1075" y="54"/>
                    <a:pt x="908" y="0"/>
                    <a:pt x="745"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3"/>
            <p:cNvSpPr/>
            <p:nvPr/>
          </p:nvSpPr>
          <p:spPr>
            <a:xfrm>
              <a:off x="2346468" y="3819391"/>
              <a:ext cx="15643" cy="51724"/>
            </a:xfrm>
            <a:custGeom>
              <a:rect b="b" l="l" r="r" t="t"/>
              <a:pathLst>
                <a:path extrusionOk="0" h="1974" w="597">
                  <a:moveTo>
                    <a:pt x="299" y="1"/>
                  </a:moveTo>
                  <a:cubicBezTo>
                    <a:pt x="135" y="145"/>
                    <a:pt x="35" y="351"/>
                    <a:pt x="35" y="567"/>
                  </a:cubicBezTo>
                  <a:lnTo>
                    <a:pt x="35" y="1652"/>
                  </a:lnTo>
                  <a:cubicBezTo>
                    <a:pt x="1" y="1820"/>
                    <a:pt x="131" y="1973"/>
                    <a:pt x="299" y="1973"/>
                  </a:cubicBezTo>
                  <a:cubicBezTo>
                    <a:pt x="471" y="1973"/>
                    <a:pt x="596" y="1820"/>
                    <a:pt x="563" y="1652"/>
                  </a:cubicBezTo>
                  <a:lnTo>
                    <a:pt x="563" y="567"/>
                  </a:lnTo>
                  <a:cubicBezTo>
                    <a:pt x="563" y="370"/>
                    <a:pt x="486" y="183"/>
                    <a:pt x="347" y="44"/>
                  </a:cubicBezTo>
                  <a:cubicBezTo>
                    <a:pt x="332" y="29"/>
                    <a:pt x="318" y="15"/>
                    <a:pt x="29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3"/>
            <p:cNvSpPr/>
            <p:nvPr/>
          </p:nvSpPr>
          <p:spPr>
            <a:xfrm>
              <a:off x="2275669" y="3856991"/>
              <a:ext cx="132480" cy="312465"/>
            </a:xfrm>
            <a:custGeom>
              <a:rect b="b" l="l" r="r" t="t"/>
              <a:pathLst>
                <a:path extrusionOk="0" h="11925" w="5056">
                  <a:moveTo>
                    <a:pt x="2170" y="1"/>
                  </a:moveTo>
                  <a:cubicBezTo>
                    <a:pt x="975" y="6"/>
                    <a:pt x="5" y="975"/>
                    <a:pt x="0" y="2170"/>
                  </a:cubicBezTo>
                  <a:lnTo>
                    <a:pt x="0" y="11157"/>
                  </a:lnTo>
                  <a:cubicBezTo>
                    <a:pt x="0" y="11565"/>
                    <a:pt x="317" y="11901"/>
                    <a:pt x="730" y="11925"/>
                  </a:cubicBezTo>
                  <a:lnTo>
                    <a:pt x="4325" y="11925"/>
                  </a:lnTo>
                  <a:cubicBezTo>
                    <a:pt x="4733" y="11901"/>
                    <a:pt x="5055" y="11565"/>
                    <a:pt x="5050" y="11152"/>
                  </a:cubicBezTo>
                  <a:lnTo>
                    <a:pt x="5050" y="2170"/>
                  </a:lnTo>
                  <a:cubicBezTo>
                    <a:pt x="5050" y="1014"/>
                    <a:pt x="4138" y="58"/>
                    <a:pt x="298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3"/>
            <p:cNvSpPr/>
            <p:nvPr/>
          </p:nvSpPr>
          <p:spPr>
            <a:xfrm>
              <a:off x="2298308" y="3857385"/>
              <a:ext cx="111099" cy="312072"/>
            </a:xfrm>
            <a:custGeom>
              <a:rect b="b" l="l" r="r" t="t"/>
              <a:pathLst>
                <a:path extrusionOk="0" h="11910" w="4240">
                  <a:moveTo>
                    <a:pt x="2117" y="0"/>
                  </a:moveTo>
                  <a:cubicBezTo>
                    <a:pt x="941" y="0"/>
                    <a:pt x="0" y="979"/>
                    <a:pt x="48" y="2155"/>
                  </a:cubicBezTo>
                  <a:lnTo>
                    <a:pt x="48" y="11142"/>
                  </a:lnTo>
                  <a:cubicBezTo>
                    <a:pt x="48" y="11550"/>
                    <a:pt x="365" y="11886"/>
                    <a:pt x="778" y="11910"/>
                  </a:cubicBezTo>
                  <a:lnTo>
                    <a:pt x="3461" y="11910"/>
                  </a:lnTo>
                  <a:cubicBezTo>
                    <a:pt x="3869" y="11886"/>
                    <a:pt x="4191" y="11550"/>
                    <a:pt x="4186" y="11137"/>
                  </a:cubicBezTo>
                  <a:lnTo>
                    <a:pt x="4186" y="2155"/>
                  </a:lnTo>
                  <a:lnTo>
                    <a:pt x="4191" y="2155"/>
                  </a:lnTo>
                  <a:cubicBezTo>
                    <a:pt x="4239" y="979"/>
                    <a:pt x="3298" y="0"/>
                    <a:pt x="2117"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3"/>
            <p:cNvSpPr/>
            <p:nvPr/>
          </p:nvSpPr>
          <p:spPr>
            <a:xfrm>
              <a:off x="2275669" y="3937250"/>
              <a:ext cx="132349" cy="232207"/>
            </a:xfrm>
            <a:custGeom>
              <a:rect b="b" l="l" r="r" t="t"/>
              <a:pathLst>
                <a:path extrusionOk="0" h="8862" w="5051">
                  <a:moveTo>
                    <a:pt x="0" y="0"/>
                  </a:moveTo>
                  <a:lnTo>
                    <a:pt x="0" y="8127"/>
                  </a:lnTo>
                  <a:cubicBezTo>
                    <a:pt x="5" y="8526"/>
                    <a:pt x="327" y="8852"/>
                    <a:pt x="730" y="8862"/>
                  </a:cubicBezTo>
                  <a:lnTo>
                    <a:pt x="4325" y="8862"/>
                  </a:lnTo>
                  <a:cubicBezTo>
                    <a:pt x="4729" y="8852"/>
                    <a:pt x="5045" y="8526"/>
                    <a:pt x="5050" y="8127"/>
                  </a:cubicBezTo>
                  <a:lnTo>
                    <a:pt x="5050"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3"/>
            <p:cNvSpPr/>
            <p:nvPr/>
          </p:nvSpPr>
          <p:spPr>
            <a:xfrm>
              <a:off x="2299565" y="3937250"/>
              <a:ext cx="108452" cy="207314"/>
            </a:xfrm>
            <a:custGeom>
              <a:rect b="b" l="l" r="r" t="t"/>
              <a:pathLst>
                <a:path extrusionOk="0" h="7912" w="4139">
                  <a:moveTo>
                    <a:pt x="0" y="0"/>
                  </a:moveTo>
                  <a:lnTo>
                    <a:pt x="0" y="7172"/>
                  </a:lnTo>
                  <a:cubicBezTo>
                    <a:pt x="5" y="7575"/>
                    <a:pt x="327" y="7902"/>
                    <a:pt x="730" y="7911"/>
                  </a:cubicBezTo>
                  <a:lnTo>
                    <a:pt x="3413" y="7911"/>
                  </a:lnTo>
                  <a:cubicBezTo>
                    <a:pt x="3817" y="7897"/>
                    <a:pt x="4133" y="7575"/>
                    <a:pt x="4138" y="7172"/>
                  </a:cubicBezTo>
                  <a:lnTo>
                    <a:pt x="4138"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3"/>
            <p:cNvSpPr/>
            <p:nvPr/>
          </p:nvSpPr>
          <p:spPr>
            <a:xfrm>
              <a:off x="2350372" y="3991201"/>
              <a:ext cx="57646" cy="119510"/>
            </a:xfrm>
            <a:custGeom>
              <a:rect b="b" l="l" r="r" t="t"/>
              <a:pathLst>
                <a:path extrusionOk="0" h="4561" w="2200">
                  <a:moveTo>
                    <a:pt x="706" y="1"/>
                  </a:moveTo>
                  <a:cubicBezTo>
                    <a:pt x="673" y="1"/>
                    <a:pt x="639" y="1"/>
                    <a:pt x="610" y="5"/>
                  </a:cubicBezTo>
                  <a:cubicBezTo>
                    <a:pt x="260" y="53"/>
                    <a:pt x="1" y="356"/>
                    <a:pt x="1" y="706"/>
                  </a:cubicBezTo>
                  <a:lnTo>
                    <a:pt x="1" y="3855"/>
                  </a:lnTo>
                  <a:cubicBezTo>
                    <a:pt x="6" y="4244"/>
                    <a:pt x="318" y="4556"/>
                    <a:pt x="706" y="4561"/>
                  </a:cubicBezTo>
                  <a:lnTo>
                    <a:pt x="2199" y="4561"/>
                  </a:lnTo>
                  <a:lnTo>
                    <a:pt x="219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3"/>
            <p:cNvSpPr/>
            <p:nvPr/>
          </p:nvSpPr>
          <p:spPr>
            <a:xfrm>
              <a:off x="2270140" y="3809460"/>
              <a:ext cx="143537" cy="365394"/>
            </a:xfrm>
            <a:custGeom>
              <a:rect b="b" l="l" r="r" t="t"/>
              <a:pathLst>
                <a:path extrusionOk="0" h="13945" w="5478">
                  <a:moveTo>
                    <a:pt x="5060" y="7138"/>
                  </a:moveTo>
                  <a:lnTo>
                    <a:pt x="5055" y="11286"/>
                  </a:lnTo>
                  <a:lnTo>
                    <a:pt x="3768" y="11286"/>
                  </a:lnTo>
                  <a:cubicBezTo>
                    <a:pt x="3495" y="11286"/>
                    <a:pt x="3269" y="11060"/>
                    <a:pt x="3269" y="10786"/>
                  </a:cubicBezTo>
                  <a:lnTo>
                    <a:pt x="3269" y="7637"/>
                  </a:lnTo>
                  <a:cubicBezTo>
                    <a:pt x="3269" y="7364"/>
                    <a:pt x="3495" y="7138"/>
                    <a:pt x="3768" y="7138"/>
                  </a:cubicBezTo>
                  <a:close/>
                  <a:moveTo>
                    <a:pt x="2746" y="0"/>
                  </a:moveTo>
                  <a:cubicBezTo>
                    <a:pt x="2472" y="0"/>
                    <a:pt x="2472" y="413"/>
                    <a:pt x="2746" y="413"/>
                  </a:cubicBezTo>
                  <a:cubicBezTo>
                    <a:pt x="3000" y="418"/>
                    <a:pt x="3216" y="600"/>
                    <a:pt x="3264" y="850"/>
                  </a:cubicBezTo>
                  <a:cubicBezTo>
                    <a:pt x="3237" y="840"/>
                    <a:pt x="3209" y="835"/>
                    <a:pt x="3183" y="835"/>
                  </a:cubicBezTo>
                  <a:cubicBezTo>
                    <a:pt x="3059" y="835"/>
                    <a:pt x="2953" y="937"/>
                    <a:pt x="2957" y="1071"/>
                  </a:cubicBezTo>
                  <a:cubicBezTo>
                    <a:pt x="2957" y="1202"/>
                    <a:pt x="3066" y="1300"/>
                    <a:pt x="3187" y="1300"/>
                  </a:cubicBezTo>
                  <a:cubicBezTo>
                    <a:pt x="3216" y="1300"/>
                    <a:pt x="3245" y="1294"/>
                    <a:pt x="3274" y="1282"/>
                  </a:cubicBezTo>
                  <a:lnTo>
                    <a:pt x="3274" y="1618"/>
                  </a:lnTo>
                  <a:cubicBezTo>
                    <a:pt x="3216" y="1613"/>
                    <a:pt x="3159" y="1608"/>
                    <a:pt x="3101" y="1608"/>
                  </a:cubicBezTo>
                  <a:lnTo>
                    <a:pt x="2381" y="1608"/>
                  </a:lnTo>
                  <a:cubicBezTo>
                    <a:pt x="2323" y="1608"/>
                    <a:pt x="2266" y="1613"/>
                    <a:pt x="2203" y="1618"/>
                  </a:cubicBezTo>
                  <a:lnTo>
                    <a:pt x="2203" y="946"/>
                  </a:lnTo>
                  <a:cubicBezTo>
                    <a:pt x="2203" y="864"/>
                    <a:pt x="2223" y="783"/>
                    <a:pt x="2261" y="711"/>
                  </a:cubicBezTo>
                  <a:cubicBezTo>
                    <a:pt x="2344" y="544"/>
                    <a:pt x="2206" y="408"/>
                    <a:pt x="2068" y="408"/>
                  </a:cubicBezTo>
                  <a:cubicBezTo>
                    <a:pt x="2000" y="408"/>
                    <a:pt x="1931" y="442"/>
                    <a:pt x="1891" y="524"/>
                  </a:cubicBezTo>
                  <a:cubicBezTo>
                    <a:pt x="1824" y="653"/>
                    <a:pt x="1791" y="797"/>
                    <a:pt x="1791" y="946"/>
                  </a:cubicBezTo>
                  <a:lnTo>
                    <a:pt x="1791" y="1685"/>
                  </a:lnTo>
                  <a:cubicBezTo>
                    <a:pt x="1579" y="1738"/>
                    <a:pt x="1378" y="1820"/>
                    <a:pt x="1191" y="1930"/>
                  </a:cubicBezTo>
                  <a:cubicBezTo>
                    <a:pt x="988" y="2047"/>
                    <a:pt x="1107" y="2321"/>
                    <a:pt x="1292" y="2321"/>
                  </a:cubicBezTo>
                  <a:cubicBezTo>
                    <a:pt x="1327" y="2321"/>
                    <a:pt x="1364" y="2312"/>
                    <a:pt x="1402" y="2290"/>
                  </a:cubicBezTo>
                  <a:cubicBezTo>
                    <a:pt x="1647" y="2146"/>
                    <a:pt x="1920" y="2060"/>
                    <a:pt x="2203" y="2031"/>
                  </a:cubicBezTo>
                  <a:cubicBezTo>
                    <a:pt x="2266" y="2026"/>
                    <a:pt x="2323" y="2026"/>
                    <a:pt x="2381" y="2026"/>
                  </a:cubicBezTo>
                  <a:lnTo>
                    <a:pt x="3096" y="2026"/>
                  </a:lnTo>
                  <a:cubicBezTo>
                    <a:pt x="3154" y="2026"/>
                    <a:pt x="3216" y="2026"/>
                    <a:pt x="3269" y="2031"/>
                  </a:cubicBezTo>
                  <a:cubicBezTo>
                    <a:pt x="3408" y="2045"/>
                    <a:pt x="3548" y="2069"/>
                    <a:pt x="3677" y="2112"/>
                  </a:cubicBezTo>
                  <a:cubicBezTo>
                    <a:pt x="4498" y="2367"/>
                    <a:pt x="5060" y="3125"/>
                    <a:pt x="5060" y="3984"/>
                  </a:cubicBezTo>
                  <a:lnTo>
                    <a:pt x="5060" y="4575"/>
                  </a:lnTo>
                  <a:cubicBezTo>
                    <a:pt x="5060" y="4642"/>
                    <a:pt x="5002" y="4695"/>
                    <a:pt x="4935" y="4700"/>
                  </a:cubicBezTo>
                  <a:lnTo>
                    <a:pt x="543" y="4700"/>
                  </a:lnTo>
                  <a:cubicBezTo>
                    <a:pt x="475" y="4695"/>
                    <a:pt x="423" y="4642"/>
                    <a:pt x="418" y="4575"/>
                  </a:cubicBezTo>
                  <a:lnTo>
                    <a:pt x="418" y="3984"/>
                  </a:lnTo>
                  <a:cubicBezTo>
                    <a:pt x="418" y="3548"/>
                    <a:pt x="567" y="3120"/>
                    <a:pt x="840" y="2780"/>
                  </a:cubicBezTo>
                  <a:cubicBezTo>
                    <a:pt x="950" y="2621"/>
                    <a:pt x="815" y="2451"/>
                    <a:pt x="667" y="2451"/>
                  </a:cubicBezTo>
                  <a:cubicBezTo>
                    <a:pt x="614" y="2451"/>
                    <a:pt x="559" y="2473"/>
                    <a:pt x="514" y="2525"/>
                  </a:cubicBezTo>
                  <a:cubicBezTo>
                    <a:pt x="183" y="2938"/>
                    <a:pt x="5" y="3456"/>
                    <a:pt x="5" y="3984"/>
                  </a:cubicBezTo>
                  <a:lnTo>
                    <a:pt x="5" y="12716"/>
                  </a:lnTo>
                  <a:cubicBezTo>
                    <a:pt x="0" y="13388"/>
                    <a:pt x="543" y="13940"/>
                    <a:pt x="1219" y="13945"/>
                  </a:cubicBezTo>
                  <a:lnTo>
                    <a:pt x="1800" y="13945"/>
                  </a:lnTo>
                  <a:cubicBezTo>
                    <a:pt x="2079" y="13945"/>
                    <a:pt x="2079" y="13532"/>
                    <a:pt x="1800" y="13532"/>
                  </a:cubicBezTo>
                  <a:lnTo>
                    <a:pt x="1219" y="13532"/>
                  </a:lnTo>
                  <a:cubicBezTo>
                    <a:pt x="773" y="13523"/>
                    <a:pt x="418" y="13158"/>
                    <a:pt x="423" y="12716"/>
                  </a:cubicBezTo>
                  <a:lnTo>
                    <a:pt x="423" y="5098"/>
                  </a:lnTo>
                  <a:cubicBezTo>
                    <a:pt x="461" y="5108"/>
                    <a:pt x="504" y="5113"/>
                    <a:pt x="547" y="5113"/>
                  </a:cubicBezTo>
                  <a:lnTo>
                    <a:pt x="4935" y="5113"/>
                  </a:lnTo>
                  <a:cubicBezTo>
                    <a:pt x="4973" y="5113"/>
                    <a:pt x="5016" y="5108"/>
                    <a:pt x="5060" y="5098"/>
                  </a:cubicBezTo>
                  <a:lnTo>
                    <a:pt x="5060" y="6730"/>
                  </a:lnTo>
                  <a:lnTo>
                    <a:pt x="3768" y="6730"/>
                  </a:lnTo>
                  <a:cubicBezTo>
                    <a:pt x="3264" y="6730"/>
                    <a:pt x="2856" y="7138"/>
                    <a:pt x="2856" y="7642"/>
                  </a:cubicBezTo>
                  <a:lnTo>
                    <a:pt x="2856" y="10791"/>
                  </a:lnTo>
                  <a:cubicBezTo>
                    <a:pt x="2856" y="11295"/>
                    <a:pt x="3264" y="11703"/>
                    <a:pt x="3768" y="11703"/>
                  </a:cubicBezTo>
                  <a:lnTo>
                    <a:pt x="5060" y="11703"/>
                  </a:lnTo>
                  <a:lnTo>
                    <a:pt x="5060" y="12716"/>
                  </a:lnTo>
                  <a:cubicBezTo>
                    <a:pt x="5064" y="13158"/>
                    <a:pt x="4704" y="13527"/>
                    <a:pt x="4263" y="13532"/>
                  </a:cubicBezTo>
                  <a:lnTo>
                    <a:pt x="2631" y="13532"/>
                  </a:lnTo>
                  <a:cubicBezTo>
                    <a:pt x="2352" y="13532"/>
                    <a:pt x="2352" y="13945"/>
                    <a:pt x="2631" y="13945"/>
                  </a:cubicBezTo>
                  <a:lnTo>
                    <a:pt x="4263" y="13945"/>
                  </a:lnTo>
                  <a:cubicBezTo>
                    <a:pt x="4935" y="13940"/>
                    <a:pt x="5477" y="13388"/>
                    <a:pt x="5472" y="12716"/>
                  </a:cubicBezTo>
                  <a:lnTo>
                    <a:pt x="5472" y="3984"/>
                  </a:lnTo>
                  <a:cubicBezTo>
                    <a:pt x="5468" y="2900"/>
                    <a:pt x="4733" y="1954"/>
                    <a:pt x="3687" y="1685"/>
                  </a:cubicBezTo>
                  <a:lnTo>
                    <a:pt x="3687" y="946"/>
                  </a:lnTo>
                  <a:cubicBezTo>
                    <a:pt x="3682" y="428"/>
                    <a:pt x="3264" y="5"/>
                    <a:pt x="27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3"/>
            <p:cNvSpPr/>
            <p:nvPr/>
          </p:nvSpPr>
          <p:spPr>
            <a:xfrm>
              <a:off x="2443522" y="3862258"/>
              <a:ext cx="27382" cy="18630"/>
            </a:xfrm>
            <a:custGeom>
              <a:rect b="b" l="l" r="r" t="t"/>
              <a:pathLst>
                <a:path extrusionOk="0" h="711" w="1045">
                  <a:moveTo>
                    <a:pt x="296" y="1"/>
                  </a:moveTo>
                  <a:cubicBezTo>
                    <a:pt x="112" y="1"/>
                    <a:pt x="1" y="281"/>
                    <a:pt x="204" y="395"/>
                  </a:cubicBezTo>
                  <a:cubicBezTo>
                    <a:pt x="348" y="467"/>
                    <a:pt x="483" y="558"/>
                    <a:pt x="612" y="659"/>
                  </a:cubicBezTo>
                  <a:cubicBezTo>
                    <a:pt x="656" y="695"/>
                    <a:pt x="701" y="711"/>
                    <a:pt x="744" y="711"/>
                  </a:cubicBezTo>
                  <a:cubicBezTo>
                    <a:pt x="912" y="711"/>
                    <a:pt x="1044" y="480"/>
                    <a:pt x="876" y="342"/>
                  </a:cubicBezTo>
                  <a:cubicBezTo>
                    <a:pt x="728" y="222"/>
                    <a:pt x="569" y="117"/>
                    <a:pt x="401" y="30"/>
                  </a:cubicBezTo>
                  <a:cubicBezTo>
                    <a:pt x="365" y="10"/>
                    <a:pt x="329"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3"/>
            <p:cNvSpPr/>
            <p:nvPr/>
          </p:nvSpPr>
          <p:spPr>
            <a:xfrm>
              <a:off x="2376155" y="3841322"/>
              <a:ext cx="28980" cy="13599"/>
            </a:xfrm>
            <a:custGeom>
              <a:rect b="b" l="l" r="r" t="t"/>
              <a:pathLst>
                <a:path extrusionOk="0" h="519" w="1106">
                  <a:moveTo>
                    <a:pt x="288" y="0"/>
                  </a:moveTo>
                  <a:cubicBezTo>
                    <a:pt x="48" y="0"/>
                    <a:pt x="0" y="371"/>
                    <a:pt x="260" y="412"/>
                  </a:cubicBezTo>
                  <a:cubicBezTo>
                    <a:pt x="260" y="412"/>
                    <a:pt x="462" y="445"/>
                    <a:pt x="764" y="512"/>
                  </a:cubicBezTo>
                  <a:cubicBezTo>
                    <a:pt x="783" y="517"/>
                    <a:pt x="801" y="519"/>
                    <a:pt x="818" y="519"/>
                  </a:cubicBezTo>
                  <a:cubicBezTo>
                    <a:pt x="1044" y="519"/>
                    <a:pt x="1105" y="163"/>
                    <a:pt x="855" y="109"/>
                  </a:cubicBezTo>
                  <a:cubicBezTo>
                    <a:pt x="543" y="42"/>
                    <a:pt x="337" y="4"/>
                    <a:pt x="327" y="4"/>
                  </a:cubicBezTo>
                  <a:cubicBezTo>
                    <a:pt x="313" y="1"/>
                    <a:pt x="300"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3"/>
            <p:cNvSpPr/>
            <p:nvPr/>
          </p:nvSpPr>
          <p:spPr>
            <a:xfrm>
              <a:off x="2410507" y="3849419"/>
              <a:ext cx="28875" cy="15250"/>
            </a:xfrm>
            <a:custGeom>
              <a:rect b="b" l="l" r="r" t="t"/>
              <a:pathLst>
                <a:path extrusionOk="0" h="582" w="1102">
                  <a:moveTo>
                    <a:pt x="291" y="0"/>
                  </a:moveTo>
                  <a:cubicBezTo>
                    <a:pt x="77" y="0"/>
                    <a:pt x="1" y="336"/>
                    <a:pt x="240" y="410"/>
                  </a:cubicBezTo>
                  <a:cubicBezTo>
                    <a:pt x="413" y="458"/>
                    <a:pt x="576" y="511"/>
                    <a:pt x="730" y="568"/>
                  </a:cubicBezTo>
                  <a:cubicBezTo>
                    <a:pt x="757" y="578"/>
                    <a:pt x="782" y="582"/>
                    <a:pt x="806" y="582"/>
                  </a:cubicBezTo>
                  <a:cubicBezTo>
                    <a:pt x="1014" y="582"/>
                    <a:pt x="1101" y="261"/>
                    <a:pt x="869" y="175"/>
                  </a:cubicBezTo>
                  <a:lnTo>
                    <a:pt x="874" y="175"/>
                  </a:lnTo>
                  <a:cubicBezTo>
                    <a:pt x="715" y="117"/>
                    <a:pt x="543" y="64"/>
                    <a:pt x="360" y="11"/>
                  </a:cubicBezTo>
                  <a:cubicBezTo>
                    <a:pt x="336" y="4"/>
                    <a:pt x="313"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83"/>
            <p:cNvSpPr/>
            <p:nvPr/>
          </p:nvSpPr>
          <p:spPr>
            <a:xfrm>
              <a:off x="2375579" y="3825339"/>
              <a:ext cx="28797" cy="12813"/>
            </a:xfrm>
            <a:custGeom>
              <a:rect b="b" l="l" r="r" t="t"/>
              <a:pathLst>
                <a:path extrusionOk="0" h="489" w="1099">
                  <a:moveTo>
                    <a:pt x="816" y="1"/>
                  </a:moveTo>
                  <a:cubicBezTo>
                    <a:pt x="803" y="1"/>
                    <a:pt x="790" y="2"/>
                    <a:pt x="776" y="4"/>
                  </a:cubicBezTo>
                  <a:lnTo>
                    <a:pt x="258" y="76"/>
                  </a:lnTo>
                  <a:cubicBezTo>
                    <a:pt x="0" y="109"/>
                    <a:pt x="27" y="489"/>
                    <a:pt x="282" y="489"/>
                  </a:cubicBezTo>
                  <a:cubicBezTo>
                    <a:pt x="284" y="489"/>
                    <a:pt x="285" y="489"/>
                    <a:pt x="287" y="489"/>
                  </a:cubicBezTo>
                  <a:lnTo>
                    <a:pt x="320" y="489"/>
                  </a:lnTo>
                  <a:lnTo>
                    <a:pt x="839" y="412"/>
                  </a:lnTo>
                  <a:cubicBezTo>
                    <a:pt x="1099" y="375"/>
                    <a:pt x="1055" y="1"/>
                    <a:pt x="8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83"/>
            <p:cNvSpPr/>
            <p:nvPr/>
          </p:nvSpPr>
          <p:spPr>
            <a:xfrm>
              <a:off x="2410559" y="3820072"/>
              <a:ext cx="28954" cy="12996"/>
            </a:xfrm>
            <a:custGeom>
              <a:rect b="b" l="l" r="r" t="t"/>
              <a:pathLst>
                <a:path extrusionOk="0" h="496" w="1105">
                  <a:moveTo>
                    <a:pt x="821" y="1"/>
                  </a:moveTo>
                  <a:cubicBezTo>
                    <a:pt x="810" y="1"/>
                    <a:pt x="798" y="2"/>
                    <a:pt x="785" y="3"/>
                  </a:cubicBezTo>
                  <a:lnTo>
                    <a:pt x="262" y="80"/>
                  </a:lnTo>
                  <a:cubicBezTo>
                    <a:pt x="1" y="117"/>
                    <a:pt x="46" y="495"/>
                    <a:pt x="290" y="495"/>
                  </a:cubicBezTo>
                  <a:cubicBezTo>
                    <a:pt x="301" y="495"/>
                    <a:pt x="313" y="495"/>
                    <a:pt x="325" y="493"/>
                  </a:cubicBezTo>
                  <a:lnTo>
                    <a:pt x="843" y="416"/>
                  </a:lnTo>
                  <a:cubicBezTo>
                    <a:pt x="1104" y="375"/>
                    <a:pt x="1064" y="1"/>
                    <a:pt x="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3"/>
            <p:cNvSpPr/>
            <p:nvPr/>
          </p:nvSpPr>
          <p:spPr>
            <a:xfrm>
              <a:off x="2445042" y="3810901"/>
              <a:ext cx="27120" cy="16272"/>
            </a:xfrm>
            <a:custGeom>
              <a:rect b="b" l="l" r="r" t="t"/>
              <a:pathLst>
                <a:path extrusionOk="0" h="621" w="1035">
                  <a:moveTo>
                    <a:pt x="799" y="0"/>
                  </a:moveTo>
                  <a:cubicBezTo>
                    <a:pt x="765" y="0"/>
                    <a:pt x="730" y="9"/>
                    <a:pt x="698" y="27"/>
                  </a:cubicBezTo>
                  <a:cubicBezTo>
                    <a:pt x="554" y="99"/>
                    <a:pt x="406" y="161"/>
                    <a:pt x="252" y="209"/>
                  </a:cubicBezTo>
                  <a:cubicBezTo>
                    <a:pt x="1" y="274"/>
                    <a:pt x="78" y="621"/>
                    <a:pt x="296" y="621"/>
                  </a:cubicBezTo>
                  <a:cubicBezTo>
                    <a:pt x="320" y="621"/>
                    <a:pt x="345" y="617"/>
                    <a:pt x="372" y="608"/>
                  </a:cubicBezTo>
                  <a:cubicBezTo>
                    <a:pt x="550" y="550"/>
                    <a:pt x="727" y="478"/>
                    <a:pt x="890" y="392"/>
                  </a:cubicBezTo>
                  <a:cubicBezTo>
                    <a:pt x="996" y="339"/>
                    <a:pt x="1034" y="214"/>
                    <a:pt x="982" y="109"/>
                  </a:cubicBezTo>
                  <a:cubicBezTo>
                    <a:pt x="942" y="40"/>
                    <a:pt x="872" y="0"/>
                    <a:pt x="7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2" name="Google Shape;14272;p83"/>
          <p:cNvGrpSpPr/>
          <p:nvPr/>
        </p:nvGrpSpPr>
        <p:grpSpPr>
          <a:xfrm>
            <a:off x="3201010" y="1965826"/>
            <a:ext cx="115370" cy="365420"/>
            <a:chOff x="3201010" y="1965826"/>
            <a:chExt cx="115370" cy="365420"/>
          </a:xfrm>
        </p:grpSpPr>
        <p:sp>
          <p:nvSpPr>
            <p:cNvPr id="14273" name="Google Shape;14273;p83"/>
            <p:cNvSpPr/>
            <p:nvPr/>
          </p:nvSpPr>
          <p:spPr>
            <a:xfrm>
              <a:off x="3222025" y="2095109"/>
              <a:ext cx="61419" cy="230634"/>
            </a:xfrm>
            <a:custGeom>
              <a:rect b="b" l="l" r="r" t="t"/>
              <a:pathLst>
                <a:path extrusionOk="0" h="8802" w="2344">
                  <a:moveTo>
                    <a:pt x="409" y="0"/>
                  </a:moveTo>
                  <a:cubicBezTo>
                    <a:pt x="322" y="423"/>
                    <a:pt x="212" y="1052"/>
                    <a:pt x="140" y="1815"/>
                  </a:cubicBezTo>
                  <a:cubicBezTo>
                    <a:pt x="101" y="2175"/>
                    <a:pt x="77" y="2559"/>
                    <a:pt x="63" y="2967"/>
                  </a:cubicBezTo>
                  <a:cubicBezTo>
                    <a:pt x="1" y="4733"/>
                    <a:pt x="188" y="6893"/>
                    <a:pt x="1109" y="8765"/>
                  </a:cubicBezTo>
                  <a:cubicBezTo>
                    <a:pt x="1121" y="8789"/>
                    <a:pt x="1145" y="8801"/>
                    <a:pt x="1169" y="8801"/>
                  </a:cubicBezTo>
                  <a:cubicBezTo>
                    <a:pt x="1193" y="8801"/>
                    <a:pt x="1217" y="8789"/>
                    <a:pt x="1229" y="8765"/>
                  </a:cubicBezTo>
                  <a:cubicBezTo>
                    <a:pt x="2151" y="6889"/>
                    <a:pt x="2343" y="4733"/>
                    <a:pt x="2281" y="2967"/>
                  </a:cubicBezTo>
                  <a:cubicBezTo>
                    <a:pt x="2266" y="2564"/>
                    <a:pt x="2237" y="2180"/>
                    <a:pt x="2204" y="1820"/>
                  </a:cubicBezTo>
                  <a:cubicBezTo>
                    <a:pt x="2127" y="1052"/>
                    <a:pt x="2021" y="423"/>
                    <a:pt x="1935" y="0"/>
                  </a:cubicBezTo>
                  <a:cubicBezTo>
                    <a:pt x="1743" y="96"/>
                    <a:pt x="1532" y="154"/>
                    <a:pt x="1321" y="168"/>
                  </a:cubicBezTo>
                  <a:lnTo>
                    <a:pt x="1057" y="168"/>
                  </a:lnTo>
                  <a:cubicBezTo>
                    <a:pt x="831" y="159"/>
                    <a:pt x="610" y="101"/>
                    <a:pt x="4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3"/>
            <p:cNvSpPr/>
            <p:nvPr/>
          </p:nvSpPr>
          <p:spPr>
            <a:xfrm>
              <a:off x="3222025" y="2095109"/>
              <a:ext cx="44046" cy="230634"/>
            </a:xfrm>
            <a:custGeom>
              <a:rect b="b" l="l" r="r" t="t"/>
              <a:pathLst>
                <a:path extrusionOk="0" h="8802" w="1681">
                  <a:moveTo>
                    <a:pt x="409" y="0"/>
                  </a:moveTo>
                  <a:cubicBezTo>
                    <a:pt x="322" y="423"/>
                    <a:pt x="212" y="1052"/>
                    <a:pt x="140" y="1815"/>
                  </a:cubicBezTo>
                  <a:cubicBezTo>
                    <a:pt x="101" y="2175"/>
                    <a:pt x="77" y="2559"/>
                    <a:pt x="63" y="2967"/>
                  </a:cubicBezTo>
                  <a:cubicBezTo>
                    <a:pt x="1" y="4733"/>
                    <a:pt x="188" y="6889"/>
                    <a:pt x="1109" y="8765"/>
                  </a:cubicBezTo>
                  <a:cubicBezTo>
                    <a:pt x="1121" y="8789"/>
                    <a:pt x="1145" y="8801"/>
                    <a:pt x="1169" y="8801"/>
                  </a:cubicBezTo>
                  <a:cubicBezTo>
                    <a:pt x="1193" y="8801"/>
                    <a:pt x="1217" y="8789"/>
                    <a:pt x="1229" y="8765"/>
                  </a:cubicBezTo>
                  <a:cubicBezTo>
                    <a:pt x="1402" y="8410"/>
                    <a:pt x="1551" y="8045"/>
                    <a:pt x="1681" y="7671"/>
                  </a:cubicBezTo>
                  <a:cubicBezTo>
                    <a:pt x="1143" y="6087"/>
                    <a:pt x="1028" y="4397"/>
                    <a:pt x="1081" y="2967"/>
                  </a:cubicBezTo>
                  <a:cubicBezTo>
                    <a:pt x="1100" y="2559"/>
                    <a:pt x="1124" y="2175"/>
                    <a:pt x="1157" y="1815"/>
                  </a:cubicBezTo>
                  <a:cubicBezTo>
                    <a:pt x="1225" y="1143"/>
                    <a:pt x="1321" y="571"/>
                    <a:pt x="1397" y="159"/>
                  </a:cubicBezTo>
                  <a:cubicBezTo>
                    <a:pt x="1373" y="159"/>
                    <a:pt x="1345" y="163"/>
                    <a:pt x="1321" y="163"/>
                  </a:cubicBezTo>
                  <a:lnTo>
                    <a:pt x="1057" y="163"/>
                  </a:lnTo>
                  <a:cubicBezTo>
                    <a:pt x="831" y="154"/>
                    <a:pt x="610" y="101"/>
                    <a:pt x="40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3"/>
            <p:cNvSpPr/>
            <p:nvPr/>
          </p:nvSpPr>
          <p:spPr>
            <a:xfrm>
              <a:off x="3204285" y="1971224"/>
              <a:ext cx="108085" cy="142908"/>
            </a:xfrm>
            <a:custGeom>
              <a:rect b="b" l="l" r="r" t="t"/>
              <a:pathLst>
                <a:path extrusionOk="0" h="5454" w="4125">
                  <a:moveTo>
                    <a:pt x="3734" y="0"/>
                  </a:moveTo>
                  <a:cubicBezTo>
                    <a:pt x="3148" y="0"/>
                    <a:pt x="2568" y="159"/>
                    <a:pt x="2065" y="461"/>
                  </a:cubicBezTo>
                  <a:cubicBezTo>
                    <a:pt x="687" y="1287"/>
                    <a:pt x="188" y="2923"/>
                    <a:pt x="188" y="2923"/>
                  </a:cubicBezTo>
                  <a:cubicBezTo>
                    <a:pt x="140" y="3077"/>
                    <a:pt x="106" y="3240"/>
                    <a:pt x="92" y="3403"/>
                  </a:cubicBezTo>
                  <a:cubicBezTo>
                    <a:pt x="1" y="4459"/>
                    <a:pt x="702" y="5405"/>
                    <a:pt x="1729" y="5453"/>
                  </a:cubicBezTo>
                  <a:lnTo>
                    <a:pt x="1993" y="5453"/>
                  </a:lnTo>
                  <a:cubicBezTo>
                    <a:pt x="2511" y="5419"/>
                    <a:pt x="2986" y="5141"/>
                    <a:pt x="3260" y="4699"/>
                  </a:cubicBezTo>
                  <a:cubicBezTo>
                    <a:pt x="3529" y="4287"/>
                    <a:pt x="3610" y="3778"/>
                    <a:pt x="3495" y="3303"/>
                  </a:cubicBezTo>
                  <a:cubicBezTo>
                    <a:pt x="3476" y="3221"/>
                    <a:pt x="3447" y="3139"/>
                    <a:pt x="3418" y="3063"/>
                  </a:cubicBezTo>
                  <a:cubicBezTo>
                    <a:pt x="3337" y="2861"/>
                    <a:pt x="3236" y="2674"/>
                    <a:pt x="3198" y="2453"/>
                  </a:cubicBezTo>
                  <a:cubicBezTo>
                    <a:pt x="3150" y="2151"/>
                    <a:pt x="3178" y="1839"/>
                    <a:pt x="3274" y="1551"/>
                  </a:cubicBezTo>
                  <a:cubicBezTo>
                    <a:pt x="3380" y="1253"/>
                    <a:pt x="3529" y="974"/>
                    <a:pt x="3716" y="720"/>
                  </a:cubicBezTo>
                  <a:cubicBezTo>
                    <a:pt x="3759" y="662"/>
                    <a:pt x="3899" y="461"/>
                    <a:pt x="4033" y="288"/>
                  </a:cubicBezTo>
                  <a:cubicBezTo>
                    <a:pt x="4124" y="178"/>
                    <a:pt x="4047" y="10"/>
                    <a:pt x="3903" y="5"/>
                  </a:cubicBezTo>
                  <a:cubicBezTo>
                    <a:pt x="3847" y="2"/>
                    <a:pt x="3790" y="0"/>
                    <a:pt x="373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3"/>
            <p:cNvSpPr/>
            <p:nvPr/>
          </p:nvSpPr>
          <p:spPr>
            <a:xfrm>
              <a:off x="3225300" y="1971224"/>
              <a:ext cx="87071" cy="125798"/>
            </a:xfrm>
            <a:custGeom>
              <a:rect b="b" l="l" r="r" t="t"/>
              <a:pathLst>
                <a:path extrusionOk="0" h="4801" w="3323">
                  <a:moveTo>
                    <a:pt x="2932" y="0"/>
                  </a:moveTo>
                  <a:cubicBezTo>
                    <a:pt x="2346" y="0"/>
                    <a:pt x="1766" y="159"/>
                    <a:pt x="1263" y="461"/>
                  </a:cubicBezTo>
                  <a:cubicBezTo>
                    <a:pt x="783" y="984"/>
                    <a:pt x="418" y="1599"/>
                    <a:pt x="192" y="2266"/>
                  </a:cubicBezTo>
                  <a:cubicBezTo>
                    <a:pt x="140" y="2419"/>
                    <a:pt x="106" y="2583"/>
                    <a:pt x="92" y="2746"/>
                  </a:cubicBezTo>
                  <a:cubicBezTo>
                    <a:pt x="0" y="3807"/>
                    <a:pt x="701" y="4752"/>
                    <a:pt x="1733" y="4800"/>
                  </a:cubicBezTo>
                  <a:lnTo>
                    <a:pt x="1992" y="4800"/>
                  </a:lnTo>
                  <a:cubicBezTo>
                    <a:pt x="2151" y="4786"/>
                    <a:pt x="2309" y="4757"/>
                    <a:pt x="2458" y="4699"/>
                  </a:cubicBezTo>
                  <a:cubicBezTo>
                    <a:pt x="2727" y="4287"/>
                    <a:pt x="2808" y="3778"/>
                    <a:pt x="2693" y="3303"/>
                  </a:cubicBezTo>
                  <a:cubicBezTo>
                    <a:pt x="2674" y="3221"/>
                    <a:pt x="2645" y="3139"/>
                    <a:pt x="2616" y="3063"/>
                  </a:cubicBezTo>
                  <a:cubicBezTo>
                    <a:pt x="2535" y="2861"/>
                    <a:pt x="2434" y="2674"/>
                    <a:pt x="2396" y="2453"/>
                  </a:cubicBezTo>
                  <a:cubicBezTo>
                    <a:pt x="2348" y="2151"/>
                    <a:pt x="2376" y="1839"/>
                    <a:pt x="2472" y="1551"/>
                  </a:cubicBezTo>
                  <a:cubicBezTo>
                    <a:pt x="2578" y="1253"/>
                    <a:pt x="2727" y="974"/>
                    <a:pt x="2914" y="720"/>
                  </a:cubicBezTo>
                  <a:cubicBezTo>
                    <a:pt x="2957" y="662"/>
                    <a:pt x="3097" y="461"/>
                    <a:pt x="3231" y="288"/>
                  </a:cubicBezTo>
                  <a:cubicBezTo>
                    <a:pt x="3322" y="178"/>
                    <a:pt x="3245" y="10"/>
                    <a:pt x="3101" y="5"/>
                  </a:cubicBezTo>
                  <a:cubicBezTo>
                    <a:pt x="3045" y="2"/>
                    <a:pt x="2988" y="0"/>
                    <a:pt x="29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3"/>
            <p:cNvSpPr/>
            <p:nvPr/>
          </p:nvSpPr>
          <p:spPr>
            <a:xfrm>
              <a:off x="3223544" y="2142641"/>
              <a:ext cx="58117" cy="30211"/>
            </a:xfrm>
            <a:custGeom>
              <a:rect b="b" l="l" r="r" t="t"/>
              <a:pathLst>
                <a:path extrusionOk="0" h="1153" w="2218">
                  <a:moveTo>
                    <a:pt x="77" y="1"/>
                  </a:moveTo>
                  <a:cubicBezTo>
                    <a:pt x="43" y="356"/>
                    <a:pt x="15" y="745"/>
                    <a:pt x="0" y="1153"/>
                  </a:cubicBezTo>
                  <a:lnTo>
                    <a:pt x="2218" y="1153"/>
                  </a:lnTo>
                  <a:cubicBezTo>
                    <a:pt x="2203" y="745"/>
                    <a:pt x="2179" y="361"/>
                    <a:pt x="2141"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3"/>
            <p:cNvSpPr/>
            <p:nvPr/>
          </p:nvSpPr>
          <p:spPr>
            <a:xfrm>
              <a:off x="3223544" y="2142641"/>
              <a:ext cx="28823" cy="30211"/>
            </a:xfrm>
            <a:custGeom>
              <a:rect b="b" l="l" r="r" t="t"/>
              <a:pathLst>
                <a:path extrusionOk="0" h="1153" w="1100">
                  <a:moveTo>
                    <a:pt x="82" y="1"/>
                  </a:moveTo>
                  <a:cubicBezTo>
                    <a:pt x="43" y="356"/>
                    <a:pt x="15" y="745"/>
                    <a:pt x="0" y="1153"/>
                  </a:cubicBezTo>
                  <a:lnTo>
                    <a:pt x="1023" y="1153"/>
                  </a:lnTo>
                  <a:cubicBezTo>
                    <a:pt x="1042" y="745"/>
                    <a:pt x="1066" y="361"/>
                    <a:pt x="109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3"/>
            <p:cNvSpPr/>
            <p:nvPr/>
          </p:nvSpPr>
          <p:spPr>
            <a:xfrm>
              <a:off x="3201010" y="1965826"/>
              <a:ext cx="115370" cy="365420"/>
            </a:xfrm>
            <a:custGeom>
              <a:rect b="b" l="l" r="r" t="t"/>
              <a:pathLst>
                <a:path extrusionOk="0" h="13946" w="4403">
                  <a:moveTo>
                    <a:pt x="3862" y="0"/>
                  </a:moveTo>
                  <a:cubicBezTo>
                    <a:pt x="2969" y="0"/>
                    <a:pt x="2109" y="342"/>
                    <a:pt x="1455" y="960"/>
                  </a:cubicBezTo>
                  <a:cubicBezTo>
                    <a:pt x="884" y="1483"/>
                    <a:pt x="524" y="2117"/>
                    <a:pt x="323" y="2553"/>
                  </a:cubicBezTo>
                  <a:cubicBezTo>
                    <a:pt x="244" y="2717"/>
                    <a:pt x="380" y="2848"/>
                    <a:pt x="515" y="2848"/>
                  </a:cubicBezTo>
                  <a:cubicBezTo>
                    <a:pt x="587" y="2848"/>
                    <a:pt x="657" y="2812"/>
                    <a:pt x="697" y="2726"/>
                  </a:cubicBezTo>
                  <a:cubicBezTo>
                    <a:pt x="1329" y="1376"/>
                    <a:pt x="2390" y="417"/>
                    <a:pt x="3911" y="417"/>
                  </a:cubicBezTo>
                  <a:cubicBezTo>
                    <a:pt x="3926" y="417"/>
                    <a:pt x="3941" y="417"/>
                    <a:pt x="3956" y="417"/>
                  </a:cubicBezTo>
                  <a:cubicBezTo>
                    <a:pt x="3625" y="844"/>
                    <a:pt x="3351" y="1248"/>
                    <a:pt x="3203" y="1694"/>
                  </a:cubicBezTo>
                  <a:cubicBezTo>
                    <a:pt x="2929" y="2539"/>
                    <a:pt x="3227" y="3043"/>
                    <a:pt x="3351" y="3345"/>
                  </a:cubicBezTo>
                  <a:cubicBezTo>
                    <a:pt x="3740" y="4305"/>
                    <a:pt x="3097" y="5385"/>
                    <a:pt x="2103" y="5453"/>
                  </a:cubicBezTo>
                  <a:cubicBezTo>
                    <a:pt x="2063" y="5453"/>
                    <a:pt x="2005" y="5457"/>
                    <a:pt x="1933" y="5457"/>
                  </a:cubicBezTo>
                  <a:cubicBezTo>
                    <a:pt x="1786" y="5457"/>
                    <a:pt x="1579" y="5439"/>
                    <a:pt x="1340" y="5333"/>
                  </a:cubicBezTo>
                  <a:cubicBezTo>
                    <a:pt x="668" y="5030"/>
                    <a:pt x="303" y="4253"/>
                    <a:pt x="443" y="3461"/>
                  </a:cubicBezTo>
                  <a:cubicBezTo>
                    <a:pt x="470" y="3306"/>
                    <a:pt x="352" y="3218"/>
                    <a:pt x="235" y="3218"/>
                  </a:cubicBezTo>
                  <a:cubicBezTo>
                    <a:pt x="145" y="3218"/>
                    <a:pt x="55" y="3271"/>
                    <a:pt x="34" y="3389"/>
                  </a:cubicBezTo>
                  <a:cubicBezTo>
                    <a:pt x="10" y="3523"/>
                    <a:pt x="1" y="3662"/>
                    <a:pt x="1" y="3797"/>
                  </a:cubicBezTo>
                  <a:cubicBezTo>
                    <a:pt x="1" y="4550"/>
                    <a:pt x="361" y="5193"/>
                    <a:pt x="884" y="5549"/>
                  </a:cubicBezTo>
                  <a:cubicBezTo>
                    <a:pt x="452" y="8222"/>
                    <a:pt x="519" y="11352"/>
                    <a:pt x="1724" y="13791"/>
                  </a:cubicBezTo>
                  <a:cubicBezTo>
                    <a:pt x="1775" y="13894"/>
                    <a:pt x="1873" y="13945"/>
                    <a:pt x="1971" y="13945"/>
                  </a:cubicBezTo>
                  <a:cubicBezTo>
                    <a:pt x="2070" y="13945"/>
                    <a:pt x="2168" y="13894"/>
                    <a:pt x="2219" y="13791"/>
                  </a:cubicBezTo>
                  <a:cubicBezTo>
                    <a:pt x="2550" y="13114"/>
                    <a:pt x="2799" y="12399"/>
                    <a:pt x="2963" y="11659"/>
                  </a:cubicBezTo>
                  <a:cubicBezTo>
                    <a:pt x="2999" y="11502"/>
                    <a:pt x="2877" y="11404"/>
                    <a:pt x="2756" y="11404"/>
                  </a:cubicBezTo>
                  <a:cubicBezTo>
                    <a:pt x="2670" y="11404"/>
                    <a:pt x="2585" y="11454"/>
                    <a:pt x="2559" y="11568"/>
                  </a:cubicBezTo>
                  <a:cubicBezTo>
                    <a:pt x="2420" y="12178"/>
                    <a:pt x="2223" y="12768"/>
                    <a:pt x="1969" y="13344"/>
                  </a:cubicBezTo>
                  <a:cubicBezTo>
                    <a:pt x="1239" y="11717"/>
                    <a:pt x="1019" y="9864"/>
                    <a:pt x="1062" y="8107"/>
                  </a:cubicBezTo>
                  <a:lnTo>
                    <a:pt x="1364" y="8107"/>
                  </a:lnTo>
                  <a:cubicBezTo>
                    <a:pt x="1643" y="8107"/>
                    <a:pt x="1643" y="7690"/>
                    <a:pt x="1364" y="7690"/>
                  </a:cubicBezTo>
                  <a:lnTo>
                    <a:pt x="1076" y="7690"/>
                  </a:lnTo>
                  <a:cubicBezTo>
                    <a:pt x="1076" y="7627"/>
                    <a:pt x="1095" y="7277"/>
                    <a:pt x="1124" y="6955"/>
                  </a:cubicBezTo>
                  <a:lnTo>
                    <a:pt x="1873" y="6955"/>
                  </a:lnTo>
                  <a:cubicBezTo>
                    <a:pt x="2151" y="6955"/>
                    <a:pt x="2151" y="6538"/>
                    <a:pt x="1873" y="6538"/>
                  </a:cubicBezTo>
                  <a:lnTo>
                    <a:pt x="1167" y="6538"/>
                  </a:lnTo>
                  <a:cubicBezTo>
                    <a:pt x="1196" y="6250"/>
                    <a:pt x="1235" y="5986"/>
                    <a:pt x="1273" y="5745"/>
                  </a:cubicBezTo>
                  <a:cubicBezTo>
                    <a:pt x="1499" y="5827"/>
                    <a:pt x="1734" y="5868"/>
                    <a:pt x="1969" y="5868"/>
                  </a:cubicBezTo>
                  <a:cubicBezTo>
                    <a:pt x="2204" y="5868"/>
                    <a:pt x="2439" y="5827"/>
                    <a:pt x="2665" y="5745"/>
                  </a:cubicBezTo>
                  <a:cubicBezTo>
                    <a:pt x="2703" y="5986"/>
                    <a:pt x="2742" y="6254"/>
                    <a:pt x="2771" y="6542"/>
                  </a:cubicBezTo>
                  <a:lnTo>
                    <a:pt x="2703" y="6542"/>
                  </a:lnTo>
                  <a:cubicBezTo>
                    <a:pt x="2425" y="6542"/>
                    <a:pt x="2425" y="6955"/>
                    <a:pt x="2703" y="6955"/>
                  </a:cubicBezTo>
                  <a:lnTo>
                    <a:pt x="2814" y="6955"/>
                  </a:lnTo>
                  <a:cubicBezTo>
                    <a:pt x="2833" y="7214"/>
                    <a:pt x="2852" y="7430"/>
                    <a:pt x="2862" y="7694"/>
                  </a:cubicBezTo>
                  <a:lnTo>
                    <a:pt x="2195" y="7694"/>
                  </a:lnTo>
                  <a:cubicBezTo>
                    <a:pt x="1921" y="7694"/>
                    <a:pt x="1921" y="8107"/>
                    <a:pt x="2195" y="8107"/>
                  </a:cubicBezTo>
                  <a:lnTo>
                    <a:pt x="2876" y="8107"/>
                  </a:lnTo>
                  <a:cubicBezTo>
                    <a:pt x="2905" y="8995"/>
                    <a:pt x="2847" y="9888"/>
                    <a:pt x="2713" y="10771"/>
                  </a:cubicBezTo>
                  <a:cubicBezTo>
                    <a:pt x="2689" y="10922"/>
                    <a:pt x="2807" y="11009"/>
                    <a:pt x="2923" y="11009"/>
                  </a:cubicBezTo>
                  <a:cubicBezTo>
                    <a:pt x="3014" y="11009"/>
                    <a:pt x="3104" y="10954"/>
                    <a:pt x="3121" y="10834"/>
                  </a:cubicBezTo>
                  <a:cubicBezTo>
                    <a:pt x="3395" y="9130"/>
                    <a:pt x="3332" y="7262"/>
                    <a:pt x="3054" y="5539"/>
                  </a:cubicBezTo>
                  <a:cubicBezTo>
                    <a:pt x="3798" y="5011"/>
                    <a:pt x="4076" y="4037"/>
                    <a:pt x="3735" y="3192"/>
                  </a:cubicBezTo>
                  <a:cubicBezTo>
                    <a:pt x="3606" y="2870"/>
                    <a:pt x="3169" y="2217"/>
                    <a:pt x="4009" y="1046"/>
                  </a:cubicBezTo>
                  <a:cubicBezTo>
                    <a:pt x="4336" y="580"/>
                    <a:pt x="4403" y="571"/>
                    <a:pt x="4403" y="388"/>
                  </a:cubicBezTo>
                  <a:cubicBezTo>
                    <a:pt x="4403" y="182"/>
                    <a:pt x="4244" y="9"/>
                    <a:pt x="4038" y="4"/>
                  </a:cubicBezTo>
                  <a:cubicBezTo>
                    <a:pt x="3979" y="1"/>
                    <a:pt x="3921" y="0"/>
                    <a:pt x="3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0" name="Google Shape;14280;p83"/>
          <p:cNvGrpSpPr/>
          <p:nvPr/>
        </p:nvGrpSpPr>
        <p:grpSpPr>
          <a:xfrm>
            <a:off x="3520366" y="2010082"/>
            <a:ext cx="365551" cy="276856"/>
            <a:chOff x="3520366" y="2010082"/>
            <a:chExt cx="365551" cy="276856"/>
          </a:xfrm>
        </p:grpSpPr>
        <p:sp>
          <p:nvSpPr>
            <p:cNvPr id="14281" name="Google Shape;14281;p83"/>
            <p:cNvSpPr/>
            <p:nvPr/>
          </p:nvSpPr>
          <p:spPr>
            <a:xfrm>
              <a:off x="3525790" y="2062015"/>
              <a:ext cx="26" cy="1415"/>
            </a:xfrm>
            <a:custGeom>
              <a:rect b="b" l="l" r="r" t="t"/>
              <a:pathLst>
                <a:path extrusionOk="0" h="54" w="1">
                  <a:moveTo>
                    <a:pt x="0" y="1"/>
                  </a:moveTo>
                  <a:lnTo>
                    <a:pt x="0" y="54"/>
                  </a:lnTo>
                  <a:lnTo>
                    <a:pt x="0" y="54"/>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3"/>
            <p:cNvSpPr/>
            <p:nvPr/>
          </p:nvSpPr>
          <p:spPr>
            <a:xfrm>
              <a:off x="3525790" y="2042285"/>
              <a:ext cx="354598" cy="239255"/>
            </a:xfrm>
            <a:custGeom>
              <a:rect b="b" l="l" r="r" t="t"/>
              <a:pathLst>
                <a:path extrusionOk="0" h="9131" w="13533">
                  <a:moveTo>
                    <a:pt x="0" y="0"/>
                  </a:moveTo>
                  <a:lnTo>
                    <a:pt x="0" y="8074"/>
                  </a:lnTo>
                  <a:lnTo>
                    <a:pt x="0" y="8103"/>
                  </a:lnTo>
                  <a:cubicBezTo>
                    <a:pt x="15" y="8665"/>
                    <a:pt x="466" y="9116"/>
                    <a:pt x="102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3"/>
            <p:cNvSpPr/>
            <p:nvPr/>
          </p:nvSpPr>
          <p:spPr>
            <a:xfrm>
              <a:off x="3623499" y="2160642"/>
              <a:ext cx="236635" cy="71952"/>
            </a:xfrm>
            <a:custGeom>
              <a:rect b="b" l="l" r="r" t="t"/>
              <a:pathLst>
                <a:path extrusionOk="0" h="2746" w="9031">
                  <a:moveTo>
                    <a:pt x="179" y="0"/>
                  </a:moveTo>
                  <a:cubicBezTo>
                    <a:pt x="83" y="0"/>
                    <a:pt x="1" y="82"/>
                    <a:pt x="1" y="183"/>
                  </a:cubicBezTo>
                  <a:lnTo>
                    <a:pt x="1" y="2568"/>
                  </a:lnTo>
                  <a:cubicBezTo>
                    <a:pt x="1" y="2664"/>
                    <a:pt x="83" y="2746"/>
                    <a:pt x="179" y="2746"/>
                  </a:cubicBezTo>
                  <a:lnTo>
                    <a:pt x="8853" y="2746"/>
                  </a:lnTo>
                  <a:cubicBezTo>
                    <a:pt x="8949" y="2746"/>
                    <a:pt x="9030" y="2664"/>
                    <a:pt x="9030" y="2568"/>
                  </a:cubicBezTo>
                  <a:lnTo>
                    <a:pt x="9030" y="183"/>
                  </a:lnTo>
                  <a:cubicBezTo>
                    <a:pt x="9030" y="82"/>
                    <a:pt x="8949" y="0"/>
                    <a:pt x="885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3"/>
            <p:cNvSpPr/>
            <p:nvPr/>
          </p:nvSpPr>
          <p:spPr>
            <a:xfrm>
              <a:off x="3623499" y="2160746"/>
              <a:ext cx="236635" cy="46090"/>
            </a:xfrm>
            <a:custGeom>
              <a:rect b="b" l="l" r="r" t="t"/>
              <a:pathLst>
                <a:path extrusionOk="0" h="1759" w="9031">
                  <a:moveTo>
                    <a:pt x="162" y="0"/>
                  </a:moveTo>
                  <a:cubicBezTo>
                    <a:pt x="78" y="0"/>
                    <a:pt x="5" y="69"/>
                    <a:pt x="1" y="159"/>
                  </a:cubicBezTo>
                  <a:lnTo>
                    <a:pt x="1" y="1599"/>
                  </a:lnTo>
                  <a:cubicBezTo>
                    <a:pt x="6" y="1688"/>
                    <a:pt x="82" y="1758"/>
                    <a:pt x="170" y="1758"/>
                  </a:cubicBezTo>
                  <a:cubicBezTo>
                    <a:pt x="173" y="1758"/>
                    <a:pt x="176" y="1758"/>
                    <a:pt x="179" y="1758"/>
                  </a:cubicBezTo>
                  <a:lnTo>
                    <a:pt x="8853" y="1758"/>
                  </a:lnTo>
                  <a:cubicBezTo>
                    <a:pt x="8856" y="1758"/>
                    <a:pt x="8858" y="1758"/>
                    <a:pt x="8861" y="1758"/>
                  </a:cubicBezTo>
                  <a:cubicBezTo>
                    <a:pt x="8949" y="1758"/>
                    <a:pt x="9026" y="1688"/>
                    <a:pt x="9030" y="1599"/>
                  </a:cubicBezTo>
                  <a:lnTo>
                    <a:pt x="9030" y="159"/>
                  </a:lnTo>
                  <a:cubicBezTo>
                    <a:pt x="9026" y="69"/>
                    <a:pt x="8953" y="0"/>
                    <a:pt x="8869" y="0"/>
                  </a:cubicBezTo>
                  <a:cubicBezTo>
                    <a:pt x="8864" y="0"/>
                    <a:pt x="8858" y="0"/>
                    <a:pt x="8853" y="1"/>
                  </a:cubicBezTo>
                  <a:lnTo>
                    <a:pt x="179" y="1"/>
                  </a:lnTo>
                  <a:cubicBezTo>
                    <a:pt x="173" y="0"/>
                    <a:pt x="168" y="0"/>
                    <a:pt x="16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3"/>
            <p:cNvSpPr/>
            <p:nvPr/>
          </p:nvSpPr>
          <p:spPr>
            <a:xfrm>
              <a:off x="3525790" y="2015480"/>
              <a:ext cx="76616" cy="235613"/>
            </a:xfrm>
            <a:custGeom>
              <a:rect b="b" l="l" r="r" t="t"/>
              <a:pathLst>
                <a:path extrusionOk="0" h="8992" w="2924">
                  <a:moveTo>
                    <a:pt x="1018" y="1"/>
                  </a:moveTo>
                  <a:cubicBezTo>
                    <a:pt x="456" y="1"/>
                    <a:pt x="5" y="457"/>
                    <a:pt x="0" y="1014"/>
                  </a:cubicBezTo>
                  <a:lnTo>
                    <a:pt x="0" y="1028"/>
                  </a:lnTo>
                  <a:lnTo>
                    <a:pt x="0" y="1062"/>
                  </a:lnTo>
                  <a:lnTo>
                    <a:pt x="0" y="8992"/>
                  </a:lnTo>
                  <a:lnTo>
                    <a:pt x="10" y="8992"/>
                  </a:lnTo>
                  <a:cubicBezTo>
                    <a:pt x="72" y="8483"/>
                    <a:pt x="504" y="8103"/>
                    <a:pt x="1018" y="8099"/>
                  </a:cubicBezTo>
                  <a:lnTo>
                    <a:pt x="2386" y="8099"/>
                  </a:lnTo>
                  <a:cubicBezTo>
                    <a:pt x="2684" y="8099"/>
                    <a:pt x="2924" y="7859"/>
                    <a:pt x="2924" y="7566"/>
                  </a:cubicBezTo>
                  <a:lnTo>
                    <a:pt x="2924" y="534"/>
                  </a:lnTo>
                  <a:cubicBezTo>
                    <a:pt x="2924" y="241"/>
                    <a:pt x="2684" y="1"/>
                    <a:pt x="238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3"/>
            <p:cNvSpPr/>
            <p:nvPr/>
          </p:nvSpPr>
          <p:spPr>
            <a:xfrm>
              <a:off x="3525790" y="2015480"/>
              <a:ext cx="26936" cy="235613"/>
            </a:xfrm>
            <a:custGeom>
              <a:rect b="b" l="l" r="r" t="t"/>
              <a:pathLst>
                <a:path extrusionOk="0" h="8992" w="1028">
                  <a:moveTo>
                    <a:pt x="1018" y="1"/>
                  </a:moveTo>
                  <a:cubicBezTo>
                    <a:pt x="456" y="1"/>
                    <a:pt x="5" y="457"/>
                    <a:pt x="0" y="1014"/>
                  </a:cubicBezTo>
                  <a:lnTo>
                    <a:pt x="0" y="1028"/>
                  </a:lnTo>
                  <a:lnTo>
                    <a:pt x="0" y="1062"/>
                  </a:lnTo>
                  <a:lnTo>
                    <a:pt x="0" y="8992"/>
                  </a:lnTo>
                  <a:lnTo>
                    <a:pt x="10" y="8992"/>
                  </a:lnTo>
                  <a:cubicBezTo>
                    <a:pt x="72" y="8483"/>
                    <a:pt x="504" y="8103"/>
                    <a:pt x="1018" y="8099"/>
                  </a:cubicBezTo>
                  <a:lnTo>
                    <a:pt x="1027" y="8099"/>
                  </a:lnTo>
                  <a:lnTo>
                    <a:pt x="1027" y="1"/>
                  </a:ln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3"/>
            <p:cNvSpPr/>
            <p:nvPr/>
          </p:nvSpPr>
          <p:spPr>
            <a:xfrm>
              <a:off x="3520366" y="2010082"/>
              <a:ext cx="365551" cy="276856"/>
            </a:xfrm>
            <a:custGeom>
              <a:rect b="b" l="l" r="r" t="t"/>
              <a:pathLst>
                <a:path extrusionOk="0" h="10566" w="13951">
                  <a:moveTo>
                    <a:pt x="1225" y="0"/>
                  </a:moveTo>
                  <a:cubicBezTo>
                    <a:pt x="548" y="0"/>
                    <a:pt x="1" y="548"/>
                    <a:pt x="1" y="1220"/>
                  </a:cubicBezTo>
                  <a:lnTo>
                    <a:pt x="1" y="9303"/>
                  </a:lnTo>
                  <a:cubicBezTo>
                    <a:pt x="1" y="9999"/>
                    <a:pt x="567" y="10561"/>
                    <a:pt x="1258" y="10566"/>
                  </a:cubicBezTo>
                  <a:lnTo>
                    <a:pt x="5334" y="10566"/>
                  </a:lnTo>
                  <a:cubicBezTo>
                    <a:pt x="5606" y="10566"/>
                    <a:pt x="5607" y="10153"/>
                    <a:pt x="5339" y="10153"/>
                  </a:cubicBezTo>
                  <a:cubicBezTo>
                    <a:pt x="5337" y="10153"/>
                    <a:pt x="5335" y="10153"/>
                    <a:pt x="5334" y="10153"/>
                  </a:cubicBezTo>
                  <a:lnTo>
                    <a:pt x="1268" y="10153"/>
                  </a:lnTo>
                  <a:cubicBezTo>
                    <a:pt x="798" y="10148"/>
                    <a:pt x="418" y="9769"/>
                    <a:pt x="418" y="9303"/>
                  </a:cubicBezTo>
                  <a:lnTo>
                    <a:pt x="423" y="9222"/>
                  </a:lnTo>
                  <a:cubicBezTo>
                    <a:pt x="476" y="8814"/>
                    <a:pt x="817" y="8511"/>
                    <a:pt x="1225" y="8511"/>
                  </a:cubicBezTo>
                  <a:lnTo>
                    <a:pt x="1609" y="8511"/>
                  </a:lnTo>
                  <a:cubicBezTo>
                    <a:pt x="1887" y="8511"/>
                    <a:pt x="1887" y="8093"/>
                    <a:pt x="1609" y="8093"/>
                  </a:cubicBezTo>
                  <a:cubicBezTo>
                    <a:pt x="1584" y="8097"/>
                    <a:pt x="1554" y="8098"/>
                    <a:pt x="1521" y="8098"/>
                  </a:cubicBezTo>
                  <a:cubicBezTo>
                    <a:pt x="1460" y="8098"/>
                    <a:pt x="1386" y="8094"/>
                    <a:pt x="1303" y="8094"/>
                  </a:cubicBezTo>
                  <a:cubicBezTo>
                    <a:pt x="1056" y="8094"/>
                    <a:pt x="729" y="8128"/>
                    <a:pt x="418" y="8401"/>
                  </a:cubicBezTo>
                  <a:cubicBezTo>
                    <a:pt x="428" y="836"/>
                    <a:pt x="394" y="1205"/>
                    <a:pt x="442" y="1018"/>
                  </a:cubicBezTo>
                  <a:cubicBezTo>
                    <a:pt x="534" y="658"/>
                    <a:pt x="855" y="408"/>
                    <a:pt x="1225" y="408"/>
                  </a:cubicBezTo>
                  <a:lnTo>
                    <a:pt x="2924" y="408"/>
                  </a:lnTo>
                  <a:lnTo>
                    <a:pt x="2924" y="8098"/>
                  </a:lnTo>
                  <a:lnTo>
                    <a:pt x="2439" y="8098"/>
                  </a:lnTo>
                  <a:cubicBezTo>
                    <a:pt x="2161" y="8098"/>
                    <a:pt x="2161" y="8516"/>
                    <a:pt x="2439" y="8516"/>
                  </a:cubicBezTo>
                  <a:lnTo>
                    <a:pt x="3131" y="8516"/>
                  </a:lnTo>
                  <a:cubicBezTo>
                    <a:pt x="3246" y="8511"/>
                    <a:pt x="3337" y="8420"/>
                    <a:pt x="3337" y="8305"/>
                  </a:cubicBezTo>
                  <a:lnTo>
                    <a:pt x="3337" y="1436"/>
                  </a:lnTo>
                  <a:lnTo>
                    <a:pt x="13533" y="1436"/>
                  </a:lnTo>
                  <a:lnTo>
                    <a:pt x="13533" y="3293"/>
                  </a:lnTo>
                  <a:cubicBezTo>
                    <a:pt x="13533" y="3432"/>
                    <a:pt x="13637" y="3502"/>
                    <a:pt x="13742" y="3502"/>
                  </a:cubicBezTo>
                  <a:cubicBezTo>
                    <a:pt x="13846" y="3502"/>
                    <a:pt x="13950" y="3432"/>
                    <a:pt x="13950" y="3293"/>
                  </a:cubicBezTo>
                  <a:lnTo>
                    <a:pt x="13950" y="1229"/>
                  </a:lnTo>
                  <a:cubicBezTo>
                    <a:pt x="13950" y="1117"/>
                    <a:pt x="13859" y="1023"/>
                    <a:pt x="13747" y="1023"/>
                  </a:cubicBezTo>
                  <a:cubicBezTo>
                    <a:pt x="13745" y="1023"/>
                    <a:pt x="13742" y="1023"/>
                    <a:pt x="13739" y="1023"/>
                  </a:cubicBezTo>
                  <a:lnTo>
                    <a:pt x="3337" y="1023"/>
                  </a:lnTo>
                  <a:lnTo>
                    <a:pt x="3337" y="207"/>
                  </a:lnTo>
                  <a:cubicBezTo>
                    <a:pt x="3337" y="92"/>
                    <a:pt x="3246" y="0"/>
                    <a:pt x="31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3"/>
            <p:cNvSpPr/>
            <p:nvPr/>
          </p:nvSpPr>
          <p:spPr>
            <a:xfrm>
              <a:off x="3674699" y="2112717"/>
              <a:ext cx="211087" cy="174220"/>
            </a:xfrm>
            <a:custGeom>
              <a:rect b="b" l="l" r="r" t="t"/>
              <a:pathLst>
                <a:path extrusionOk="0" h="6649" w="8056">
                  <a:moveTo>
                    <a:pt x="7849" y="0"/>
                  </a:moveTo>
                  <a:cubicBezTo>
                    <a:pt x="7734" y="0"/>
                    <a:pt x="7643" y="91"/>
                    <a:pt x="7643" y="207"/>
                  </a:cubicBezTo>
                  <a:lnTo>
                    <a:pt x="7643" y="6236"/>
                  </a:lnTo>
                  <a:lnTo>
                    <a:pt x="274" y="6236"/>
                  </a:lnTo>
                  <a:cubicBezTo>
                    <a:pt x="1" y="6236"/>
                    <a:pt x="1" y="6649"/>
                    <a:pt x="274" y="6649"/>
                  </a:cubicBezTo>
                  <a:lnTo>
                    <a:pt x="7849" y="6649"/>
                  </a:lnTo>
                  <a:cubicBezTo>
                    <a:pt x="7964" y="6649"/>
                    <a:pt x="8056" y="6553"/>
                    <a:pt x="8056" y="6442"/>
                  </a:cubicBezTo>
                  <a:lnTo>
                    <a:pt x="8056" y="207"/>
                  </a:lnTo>
                  <a:cubicBezTo>
                    <a:pt x="8056" y="91"/>
                    <a:pt x="7964" y="0"/>
                    <a:pt x="7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3"/>
            <p:cNvSpPr/>
            <p:nvPr/>
          </p:nvSpPr>
          <p:spPr>
            <a:xfrm>
              <a:off x="3618101" y="2155349"/>
              <a:ext cx="247430" cy="82669"/>
            </a:xfrm>
            <a:custGeom>
              <a:rect b="b" l="l" r="r" t="t"/>
              <a:pathLst>
                <a:path extrusionOk="0" h="3155" w="9443">
                  <a:moveTo>
                    <a:pt x="199" y="0"/>
                  </a:moveTo>
                  <a:cubicBezTo>
                    <a:pt x="87" y="0"/>
                    <a:pt x="1" y="95"/>
                    <a:pt x="1" y="207"/>
                  </a:cubicBezTo>
                  <a:lnTo>
                    <a:pt x="1" y="2948"/>
                  </a:lnTo>
                  <a:cubicBezTo>
                    <a:pt x="1" y="3063"/>
                    <a:pt x="92" y="3154"/>
                    <a:pt x="207" y="3154"/>
                  </a:cubicBezTo>
                  <a:lnTo>
                    <a:pt x="5871" y="3154"/>
                  </a:lnTo>
                  <a:cubicBezTo>
                    <a:pt x="6150" y="3154"/>
                    <a:pt x="6150" y="2741"/>
                    <a:pt x="5871" y="2741"/>
                  </a:cubicBezTo>
                  <a:lnTo>
                    <a:pt x="413" y="2741"/>
                  </a:lnTo>
                  <a:lnTo>
                    <a:pt x="413" y="413"/>
                  </a:lnTo>
                  <a:lnTo>
                    <a:pt x="586" y="413"/>
                  </a:lnTo>
                  <a:lnTo>
                    <a:pt x="586" y="1460"/>
                  </a:lnTo>
                  <a:cubicBezTo>
                    <a:pt x="586" y="1597"/>
                    <a:pt x="689" y="1665"/>
                    <a:pt x="793" y="1665"/>
                  </a:cubicBezTo>
                  <a:cubicBezTo>
                    <a:pt x="896" y="1665"/>
                    <a:pt x="999" y="1597"/>
                    <a:pt x="999" y="1460"/>
                  </a:cubicBezTo>
                  <a:lnTo>
                    <a:pt x="999" y="413"/>
                  </a:lnTo>
                  <a:lnTo>
                    <a:pt x="1239" y="413"/>
                  </a:lnTo>
                  <a:lnTo>
                    <a:pt x="1239" y="874"/>
                  </a:lnTo>
                  <a:cubicBezTo>
                    <a:pt x="1239" y="1011"/>
                    <a:pt x="1342" y="1079"/>
                    <a:pt x="1445" y="1079"/>
                  </a:cubicBezTo>
                  <a:cubicBezTo>
                    <a:pt x="1549" y="1079"/>
                    <a:pt x="1652" y="1011"/>
                    <a:pt x="1652" y="874"/>
                  </a:cubicBezTo>
                  <a:lnTo>
                    <a:pt x="1652" y="413"/>
                  </a:lnTo>
                  <a:lnTo>
                    <a:pt x="1892" y="413"/>
                  </a:lnTo>
                  <a:lnTo>
                    <a:pt x="1892" y="874"/>
                  </a:lnTo>
                  <a:cubicBezTo>
                    <a:pt x="1892" y="1011"/>
                    <a:pt x="1995" y="1079"/>
                    <a:pt x="2098" y="1079"/>
                  </a:cubicBezTo>
                  <a:cubicBezTo>
                    <a:pt x="2201" y="1079"/>
                    <a:pt x="2305" y="1011"/>
                    <a:pt x="2305" y="874"/>
                  </a:cubicBezTo>
                  <a:lnTo>
                    <a:pt x="2305" y="413"/>
                  </a:lnTo>
                  <a:lnTo>
                    <a:pt x="2545" y="413"/>
                  </a:lnTo>
                  <a:lnTo>
                    <a:pt x="2545" y="874"/>
                  </a:lnTo>
                  <a:cubicBezTo>
                    <a:pt x="2545" y="1011"/>
                    <a:pt x="2649" y="1079"/>
                    <a:pt x="2754" y="1079"/>
                  </a:cubicBezTo>
                  <a:cubicBezTo>
                    <a:pt x="2858" y="1079"/>
                    <a:pt x="2962" y="1011"/>
                    <a:pt x="2962" y="874"/>
                  </a:cubicBezTo>
                  <a:lnTo>
                    <a:pt x="2962" y="413"/>
                  </a:lnTo>
                  <a:lnTo>
                    <a:pt x="3202" y="413"/>
                  </a:lnTo>
                  <a:lnTo>
                    <a:pt x="3202" y="1460"/>
                  </a:lnTo>
                  <a:cubicBezTo>
                    <a:pt x="3202" y="1597"/>
                    <a:pt x="3306" y="1665"/>
                    <a:pt x="3409" y="1665"/>
                  </a:cubicBezTo>
                  <a:cubicBezTo>
                    <a:pt x="3512" y="1665"/>
                    <a:pt x="3615" y="1597"/>
                    <a:pt x="3615" y="1460"/>
                  </a:cubicBezTo>
                  <a:lnTo>
                    <a:pt x="3615" y="413"/>
                  </a:lnTo>
                  <a:lnTo>
                    <a:pt x="3855" y="413"/>
                  </a:lnTo>
                  <a:lnTo>
                    <a:pt x="3855" y="874"/>
                  </a:lnTo>
                  <a:cubicBezTo>
                    <a:pt x="3855" y="1011"/>
                    <a:pt x="3958" y="1079"/>
                    <a:pt x="4062" y="1079"/>
                  </a:cubicBezTo>
                  <a:cubicBezTo>
                    <a:pt x="4165" y="1079"/>
                    <a:pt x="4268" y="1011"/>
                    <a:pt x="4268" y="874"/>
                  </a:cubicBezTo>
                  <a:lnTo>
                    <a:pt x="4268" y="413"/>
                  </a:lnTo>
                  <a:lnTo>
                    <a:pt x="4508" y="413"/>
                  </a:lnTo>
                  <a:lnTo>
                    <a:pt x="4508" y="874"/>
                  </a:lnTo>
                  <a:cubicBezTo>
                    <a:pt x="4508" y="1011"/>
                    <a:pt x="4611" y="1079"/>
                    <a:pt x="4714" y="1079"/>
                  </a:cubicBezTo>
                  <a:cubicBezTo>
                    <a:pt x="4818" y="1079"/>
                    <a:pt x="4921" y="1011"/>
                    <a:pt x="4921" y="874"/>
                  </a:cubicBezTo>
                  <a:lnTo>
                    <a:pt x="4921" y="413"/>
                  </a:lnTo>
                  <a:lnTo>
                    <a:pt x="5161" y="413"/>
                  </a:lnTo>
                  <a:lnTo>
                    <a:pt x="5161" y="874"/>
                  </a:lnTo>
                  <a:cubicBezTo>
                    <a:pt x="5161" y="1011"/>
                    <a:pt x="5265" y="1079"/>
                    <a:pt x="5370" y="1079"/>
                  </a:cubicBezTo>
                  <a:cubicBezTo>
                    <a:pt x="5474" y="1079"/>
                    <a:pt x="5578" y="1011"/>
                    <a:pt x="5578" y="874"/>
                  </a:cubicBezTo>
                  <a:lnTo>
                    <a:pt x="5578" y="413"/>
                  </a:lnTo>
                  <a:lnTo>
                    <a:pt x="5818" y="413"/>
                  </a:lnTo>
                  <a:lnTo>
                    <a:pt x="5818" y="1460"/>
                  </a:lnTo>
                  <a:cubicBezTo>
                    <a:pt x="5818" y="1597"/>
                    <a:pt x="5922" y="1665"/>
                    <a:pt x="6025" y="1665"/>
                  </a:cubicBezTo>
                  <a:cubicBezTo>
                    <a:pt x="6128" y="1665"/>
                    <a:pt x="6231" y="1597"/>
                    <a:pt x="6231" y="1460"/>
                  </a:cubicBezTo>
                  <a:lnTo>
                    <a:pt x="6231" y="413"/>
                  </a:lnTo>
                  <a:lnTo>
                    <a:pt x="6471" y="413"/>
                  </a:lnTo>
                  <a:lnTo>
                    <a:pt x="6471" y="874"/>
                  </a:lnTo>
                  <a:cubicBezTo>
                    <a:pt x="6471" y="1011"/>
                    <a:pt x="6575" y="1079"/>
                    <a:pt x="6678" y="1079"/>
                  </a:cubicBezTo>
                  <a:cubicBezTo>
                    <a:pt x="6781" y="1079"/>
                    <a:pt x="6884" y="1011"/>
                    <a:pt x="6884" y="874"/>
                  </a:cubicBezTo>
                  <a:lnTo>
                    <a:pt x="6884" y="413"/>
                  </a:lnTo>
                  <a:lnTo>
                    <a:pt x="7124" y="413"/>
                  </a:lnTo>
                  <a:lnTo>
                    <a:pt x="7124" y="874"/>
                  </a:lnTo>
                  <a:cubicBezTo>
                    <a:pt x="7124" y="1011"/>
                    <a:pt x="7227" y="1079"/>
                    <a:pt x="7331" y="1079"/>
                  </a:cubicBezTo>
                  <a:cubicBezTo>
                    <a:pt x="7434" y="1079"/>
                    <a:pt x="7537" y="1011"/>
                    <a:pt x="7537" y="874"/>
                  </a:cubicBezTo>
                  <a:lnTo>
                    <a:pt x="7537" y="413"/>
                  </a:lnTo>
                  <a:lnTo>
                    <a:pt x="7777" y="413"/>
                  </a:lnTo>
                  <a:lnTo>
                    <a:pt x="7777" y="874"/>
                  </a:lnTo>
                  <a:cubicBezTo>
                    <a:pt x="7777" y="1011"/>
                    <a:pt x="7881" y="1079"/>
                    <a:pt x="7986" y="1079"/>
                  </a:cubicBezTo>
                  <a:cubicBezTo>
                    <a:pt x="8090" y="1079"/>
                    <a:pt x="8195" y="1011"/>
                    <a:pt x="8195" y="874"/>
                  </a:cubicBezTo>
                  <a:lnTo>
                    <a:pt x="8195" y="413"/>
                  </a:lnTo>
                  <a:lnTo>
                    <a:pt x="8435" y="413"/>
                  </a:lnTo>
                  <a:lnTo>
                    <a:pt x="8435" y="1460"/>
                  </a:lnTo>
                  <a:cubicBezTo>
                    <a:pt x="8435" y="1597"/>
                    <a:pt x="8538" y="1665"/>
                    <a:pt x="8641" y="1665"/>
                  </a:cubicBezTo>
                  <a:cubicBezTo>
                    <a:pt x="8744" y="1665"/>
                    <a:pt x="8847" y="1597"/>
                    <a:pt x="8847" y="1460"/>
                  </a:cubicBezTo>
                  <a:lnTo>
                    <a:pt x="8847" y="413"/>
                  </a:lnTo>
                  <a:lnTo>
                    <a:pt x="9015" y="413"/>
                  </a:lnTo>
                  <a:lnTo>
                    <a:pt x="9015" y="2741"/>
                  </a:lnTo>
                  <a:lnTo>
                    <a:pt x="6687" y="2741"/>
                  </a:lnTo>
                  <a:cubicBezTo>
                    <a:pt x="6409" y="2741"/>
                    <a:pt x="6409" y="3154"/>
                    <a:pt x="6687" y="3154"/>
                  </a:cubicBezTo>
                  <a:lnTo>
                    <a:pt x="9236" y="3154"/>
                  </a:lnTo>
                  <a:cubicBezTo>
                    <a:pt x="9351" y="3154"/>
                    <a:pt x="9443" y="3063"/>
                    <a:pt x="9443" y="2948"/>
                  </a:cubicBezTo>
                  <a:lnTo>
                    <a:pt x="9443" y="207"/>
                  </a:lnTo>
                  <a:cubicBezTo>
                    <a:pt x="9443" y="92"/>
                    <a:pt x="9351" y="1"/>
                    <a:pt x="9236" y="1"/>
                  </a:cubicBezTo>
                  <a:lnTo>
                    <a:pt x="207" y="1"/>
                  </a:lnTo>
                  <a:cubicBezTo>
                    <a:pt x="204" y="0"/>
                    <a:pt x="201"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3"/>
            <p:cNvSpPr/>
            <p:nvPr/>
          </p:nvSpPr>
          <p:spPr>
            <a:xfrm>
              <a:off x="3625019" y="2066417"/>
              <a:ext cx="204799" cy="71716"/>
            </a:xfrm>
            <a:custGeom>
              <a:rect b="b" l="l" r="r" t="t"/>
              <a:pathLst>
                <a:path extrusionOk="0" h="2737" w="7816">
                  <a:moveTo>
                    <a:pt x="274" y="1"/>
                  </a:moveTo>
                  <a:cubicBezTo>
                    <a:pt x="1" y="1"/>
                    <a:pt x="1" y="418"/>
                    <a:pt x="274" y="418"/>
                  </a:cubicBezTo>
                  <a:lnTo>
                    <a:pt x="3634" y="418"/>
                  </a:lnTo>
                  <a:cubicBezTo>
                    <a:pt x="3831" y="418"/>
                    <a:pt x="3994" y="577"/>
                    <a:pt x="3994" y="778"/>
                  </a:cubicBezTo>
                  <a:lnTo>
                    <a:pt x="3994" y="831"/>
                  </a:lnTo>
                  <a:cubicBezTo>
                    <a:pt x="3994" y="1033"/>
                    <a:pt x="3831" y="1191"/>
                    <a:pt x="3634" y="1191"/>
                  </a:cubicBezTo>
                  <a:lnTo>
                    <a:pt x="3385" y="1191"/>
                  </a:lnTo>
                  <a:cubicBezTo>
                    <a:pt x="2958" y="1191"/>
                    <a:pt x="2612" y="1537"/>
                    <a:pt x="2612" y="1964"/>
                  </a:cubicBezTo>
                  <a:cubicBezTo>
                    <a:pt x="2612" y="2391"/>
                    <a:pt x="2958" y="2737"/>
                    <a:pt x="3385" y="2737"/>
                  </a:cubicBezTo>
                  <a:lnTo>
                    <a:pt x="7542" y="2737"/>
                  </a:lnTo>
                  <a:cubicBezTo>
                    <a:pt x="7815" y="2737"/>
                    <a:pt x="7815" y="2324"/>
                    <a:pt x="7542" y="2324"/>
                  </a:cubicBezTo>
                  <a:lnTo>
                    <a:pt x="3385" y="2324"/>
                  </a:lnTo>
                  <a:cubicBezTo>
                    <a:pt x="3183" y="2324"/>
                    <a:pt x="3025" y="2166"/>
                    <a:pt x="3025" y="1964"/>
                  </a:cubicBezTo>
                  <a:cubicBezTo>
                    <a:pt x="3025" y="1767"/>
                    <a:pt x="3183" y="1604"/>
                    <a:pt x="3385" y="1604"/>
                  </a:cubicBezTo>
                  <a:lnTo>
                    <a:pt x="3634" y="1604"/>
                  </a:lnTo>
                  <a:cubicBezTo>
                    <a:pt x="4057" y="1604"/>
                    <a:pt x="4407" y="1258"/>
                    <a:pt x="4407" y="831"/>
                  </a:cubicBezTo>
                  <a:lnTo>
                    <a:pt x="4407" y="778"/>
                  </a:lnTo>
                  <a:cubicBezTo>
                    <a:pt x="4407" y="351"/>
                    <a:pt x="4057"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1" name="Google Shape;14291;p83"/>
          <p:cNvGrpSpPr/>
          <p:nvPr/>
        </p:nvGrpSpPr>
        <p:grpSpPr>
          <a:xfrm>
            <a:off x="1298368" y="3809460"/>
            <a:ext cx="365420" cy="365394"/>
            <a:chOff x="1298368" y="3809460"/>
            <a:chExt cx="365420" cy="365394"/>
          </a:xfrm>
        </p:grpSpPr>
        <p:sp>
          <p:nvSpPr>
            <p:cNvPr id="14292" name="Google Shape;14292;p83"/>
            <p:cNvSpPr/>
            <p:nvPr/>
          </p:nvSpPr>
          <p:spPr>
            <a:xfrm>
              <a:off x="1306150" y="4053956"/>
              <a:ext cx="354598" cy="113614"/>
            </a:xfrm>
            <a:custGeom>
              <a:rect b="b" l="l" r="r" t="t"/>
              <a:pathLst>
                <a:path extrusionOk="0" h="4336" w="13533">
                  <a:moveTo>
                    <a:pt x="2171" y="1959"/>
                  </a:moveTo>
                  <a:cubicBezTo>
                    <a:pt x="2747" y="1959"/>
                    <a:pt x="3040" y="2660"/>
                    <a:pt x="2627" y="3068"/>
                  </a:cubicBezTo>
                  <a:cubicBezTo>
                    <a:pt x="2495" y="3200"/>
                    <a:pt x="2332" y="3259"/>
                    <a:pt x="2173" y="3259"/>
                  </a:cubicBezTo>
                  <a:cubicBezTo>
                    <a:pt x="1839" y="3259"/>
                    <a:pt x="1519" y="3000"/>
                    <a:pt x="1523" y="2607"/>
                  </a:cubicBezTo>
                  <a:cubicBezTo>
                    <a:pt x="1518" y="2252"/>
                    <a:pt x="1811" y="1959"/>
                    <a:pt x="2171" y="1959"/>
                  </a:cubicBezTo>
                  <a:close/>
                  <a:moveTo>
                    <a:pt x="1863" y="1"/>
                  </a:moveTo>
                  <a:cubicBezTo>
                    <a:pt x="1513" y="1"/>
                    <a:pt x="1167" y="102"/>
                    <a:pt x="875" y="289"/>
                  </a:cubicBezTo>
                  <a:cubicBezTo>
                    <a:pt x="831" y="313"/>
                    <a:pt x="788" y="342"/>
                    <a:pt x="750" y="375"/>
                  </a:cubicBezTo>
                  <a:cubicBezTo>
                    <a:pt x="279" y="726"/>
                    <a:pt x="1" y="1278"/>
                    <a:pt x="1" y="1863"/>
                  </a:cubicBezTo>
                  <a:lnTo>
                    <a:pt x="1" y="2526"/>
                  </a:lnTo>
                  <a:cubicBezTo>
                    <a:pt x="35" y="3529"/>
                    <a:pt x="855" y="4331"/>
                    <a:pt x="1863" y="4336"/>
                  </a:cubicBezTo>
                  <a:lnTo>
                    <a:pt x="12760" y="4336"/>
                  </a:lnTo>
                  <a:cubicBezTo>
                    <a:pt x="13187" y="4331"/>
                    <a:pt x="13533" y="3985"/>
                    <a:pt x="13533" y="3563"/>
                  </a:cubicBezTo>
                  <a:lnTo>
                    <a:pt x="13533" y="774"/>
                  </a:lnTo>
                  <a:cubicBezTo>
                    <a:pt x="13533" y="347"/>
                    <a:pt x="13187" y="1"/>
                    <a:pt x="12760"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3"/>
            <p:cNvSpPr/>
            <p:nvPr/>
          </p:nvSpPr>
          <p:spPr>
            <a:xfrm>
              <a:off x="1306281" y="4076699"/>
              <a:ext cx="354467" cy="90870"/>
            </a:xfrm>
            <a:custGeom>
              <a:rect b="b" l="l" r="r" t="t"/>
              <a:pathLst>
                <a:path extrusionOk="0" h="3468" w="13528">
                  <a:moveTo>
                    <a:pt x="2167" y="1091"/>
                  </a:moveTo>
                  <a:cubicBezTo>
                    <a:pt x="2320" y="1091"/>
                    <a:pt x="2475" y="1145"/>
                    <a:pt x="2602" y="1259"/>
                  </a:cubicBezTo>
                  <a:cubicBezTo>
                    <a:pt x="3044" y="1663"/>
                    <a:pt x="2751" y="2392"/>
                    <a:pt x="2166" y="2392"/>
                  </a:cubicBezTo>
                  <a:cubicBezTo>
                    <a:pt x="1710" y="2392"/>
                    <a:pt x="1393" y="1931"/>
                    <a:pt x="1561" y="1509"/>
                  </a:cubicBezTo>
                  <a:cubicBezTo>
                    <a:pt x="1663" y="1242"/>
                    <a:pt x="1912" y="1091"/>
                    <a:pt x="2167" y="1091"/>
                  </a:cubicBezTo>
                  <a:close/>
                  <a:moveTo>
                    <a:pt x="2930" y="1"/>
                  </a:moveTo>
                  <a:cubicBezTo>
                    <a:pt x="1638" y="1"/>
                    <a:pt x="1779" y="2"/>
                    <a:pt x="1710" y="7"/>
                  </a:cubicBezTo>
                  <a:cubicBezTo>
                    <a:pt x="850" y="83"/>
                    <a:pt x="154" y="731"/>
                    <a:pt x="20" y="1581"/>
                  </a:cubicBezTo>
                  <a:cubicBezTo>
                    <a:pt x="6" y="1648"/>
                    <a:pt x="1" y="1720"/>
                    <a:pt x="6" y="1792"/>
                  </a:cubicBezTo>
                  <a:cubicBezTo>
                    <a:pt x="106" y="2743"/>
                    <a:pt x="908" y="3463"/>
                    <a:pt x="1863" y="3468"/>
                  </a:cubicBezTo>
                  <a:lnTo>
                    <a:pt x="12755" y="3468"/>
                  </a:lnTo>
                  <a:cubicBezTo>
                    <a:pt x="13182" y="3468"/>
                    <a:pt x="13528" y="3122"/>
                    <a:pt x="13528" y="2695"/>
                  </a:cubicBezTo>
                  <a:lnTo>
                    <a:pt x="13528" y="775"/>
                  </a:lnTo>
                  <a:cubicBezTo>
                    <a:pt x="13528" y="347"/>
                    <a:pt x="13182" y="2"/>
                    <a:pt x="12755" y="2"/>
                  </a:cubicBezTo>
                  <a:cubicBezTo>
                    <a:pt x="6949" y="2"/>
                    <a:pt x="4223" y="1"/>
                    <a:pt x="2930"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3"/>
            <p:cNvSpPr/>
            <p:nvPr/>
          </p:nvSpPr>
          <p:spPr>
            <a:xfrm>
              <a:off x="1597076" y="4076726"/>
              <a:ext cx="37653" cy="68074"/>
            </a:xfrm>
            <a:custGeom>
              <a:rect b="b" l="l" r="r" t="t"/>
              <a:pathLst>
                <a:path extrusionOk="0" h="2598" w="1437">
                  <a:moveTo>
                    <a:pt x="318" y="1"/>
                  </a:moveTo>
                  <a:cubicBezTo>
                    <a:pt x="140" y="1"/>
                    <a:pt x="1" y="145"/>
                    <a:pt x="1" y="318"/>
                  </a:cubicBezTo>
                  <a:lnTo>
                    <a:pt x="1" y="2281"/>
                  </a:lnTo>
                  <a:cubicBezTo>
                    <a:pt x="1" y="2459"/>
                    <a:pt x="140" y="2598"/>
                    <a:pt x="318" y="2598"/>
                  </a:cubicBezTo>
                  <a:lnTo>
                    <a:pt x="1119" y="2598"/>
                  </a:lnTo>
                  <a:cubicBezTo>
                    <a:pt x="1292" y="2598"/>
                    <a:pt x="1436" y="2454"/>
                    <a:pt x="1436" y="2281"/>
                  </a:cubicBezTo>
                  <a:lnTo>
                    <a:pt x="1436" y="318"/>
                  </a:lnTo>
                  <a:cubicBezTo>
                    <a:pt x="1436" y="145"/>
                    <a:pt x="1292" y="1"/>
                    <a:pt x="1119"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3"/>
            <p:cNvSpPr/>
            <p:nvPr/>
          </p:nvSpPr>
          <p:spPr>
            <a:xfrm>
              <a:off x="1510163" y="4076726"/>
              <a:ext cx="37653" cy="68074"/>
            </a:xfrm>
            <a:custGeom>
              <a:rect b="b" l="l" r="r" t="t"/>
              <a:pathLst>
                <a:path extrusionOk="0" h="2598" w="1437">
                  <a:moveTo>
                    <a:pt x="318" y="1"/>
                  </a:moveTo>
                  <a:cubicBezTo>
                    <a:pt x="145" y="1"/>
                    <a:pt x="1" y="145"/>
                    <a:pt x="1" y="318"/>
                  </a:cubicBezTo>
                  <a:lnTo>
                    <a:pt x="1" y="2281"/>
                  </a:lnTo>
                  <a:cubicBezTo>
                    <a:pt x="6" y="2454"/>
                    <a:pt x="145" y="2598"/>
                    <a:pt x="318" y="2598"/>
                  </a:cubicBezTo>
                  <a:lnTo>
                    <a:pt x="1124" y="2598"/>
                  </a:lnTo>
                  <a:cubicBezTo>
                    <a:pt x="1297" y="2598"/>
                    <a:pt x="1436" y="2454"/>
                    <a:pt x="1436" y="2281"/>
                  </a:cubicBezTo>
                  <a:lnTo>
                    <a:pt x="1436" y="318"/>
                  </a:lnTo>
                  <a:cubicBezTo>
                    <a:pt x="1436" y="145"/>
                    <a:pt x="1297" y="1"/>
                    <a:pt x="112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3"/>
            <p:cNvSpPr/>
            <p:nvPr/>
          </p:nvSpPr>
          <p:spPr>
            <a:xfrm>
              <a:off x="1424140" y="4076726"/>
              <a:ext cx="37627" cy="68074"/>
            </a:xfrm>
            <a:custGeom>
              <a:rect b="b" l="l" r="r" t="t"/>
              <a:pathLst>
                <a:path extrusionOk="0" h="2598" w="1436">
                  <a:moveTo>
                    <a:pt x="317" y="1"/>
                  </a:moveTo>
                  <a:cubicBezTo>
                    <a:pt x="140" y="1"/>
                    <a:pt x="1" y="145"/>
                    <a:pt x="1" y="318"/>
                  </a:cubicBezTo>
                  <a:lnTo>
                    <a:pt x="1" y="2281"/>
                  </a:lnTo>
                  <a:cubicBezTo>
                    <a:pt x="1" y="2459"/>
                    <a:pt x="140" y="2598"/>
                    <a:pt x="317" y="2598"/>
                  </a:cubicBezTo>
                  <a:lnTo>
                    <a:pt x="1119" y="2598"/>
                  </a:lnTo>
                  <a:cubicBezTo>
                    <a:pt x="1292" y="2598"/>
                    <a:pt x="1436" y="2454"/>
                    <a:pt x="1436" y="2281"/>
                  </a:cubicBezTo>
                  <a:lnTo>
                    <a:pt x="1436" y="318"/>
                  </a:lnTo>
                  <a:cubicBezTo>
                    <a:pt x="1436" y="145"/>
                    <a:pt x="1292" y="1"/>
                    <a:pt x="1119"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3"/>
            <p:cNvSpPr/>
            <p:nvPr/>
          </p:nvSpPr>
          <p:spPr>
            <a:xfrm>
              <a:off x="1305285" y="3917205"/>
              <a:ext cx="342257" cy="250339"/>
            </a:xfrm>
            <a:custGeom>
              <a:rect b="b" l="l" r="r" t="t"/>
              <a:pathLst>
                <a:path extrusionOk="0" h="9554" w="13062">
                  <a:moveTo>
                    <a:pt x="2193" y="7178"/>
                  </a:moveTo>
                  <a:cubicBezTo>
                    <a:pt x="2522" y="7178"/>
                    <a:pt x="2852" y="7418"/>
                    <a:pt x="2852" y="7831"/>
                  </a:cubicBezTo>
                  <a:cubicBezTo>
                    <a:pt x="2852" y="8014"/>
                    <a:pt x="2775" y="8186"/>
                    <a:pt x="2640" y="8311"/>
                  </a:cubicBezTo>
                  <a:cubicBezTo>
                    <a:pt x="2507" y="8431"/>
                    <a:pt x="2356" y="8483"/>
                    <a:pt x="2210" y="8483"/>
                  </a:cubicBezTo>
                  <a:cubicBezTo>
                    <a:pt x="1783" y="8483"/>
                    <a:pt x="1398" y="8041"/>
                    <a:pt x="1608" y="7562"/>
                  </a:cubicBezTo>
                  <a:cubicBezTo>
                    <a:pt x="1726" y="7298"/>
                    <a:pt x="1959" y="7178"/>
                    <a:pt x="2193" y="7178"/>
                  </a:cubicBezTo>
                  <a:close/>
                  <a:moveTo>
                    <a:pt x="10786" y="0"/>
                  </a:moveTo>
                  <a:cubicBezTo>
                    <a:pt x="10654" y="0"/>
                    <a:pt x="10521" y="33"/>
                    <a:pt x="10398" y="103"/>
                  </a:cubicBezTo>
                  <a:lnTo>
                    <a:pt x="8238" y="1356"/>
                  </a:lnTo>
                  <a:cubicBezTo>
                    <a:pt x="8233" y="1356"/>
                    <a:pt x="884" y="5580"/>
                    <a:pt x="696" y="5738"/>
                  </a:cubicBezTo>
                  <a:cubicBezTo>
                    <a:pt x="245" y="6122"/>
                    <a:pt x="0" y="6689"/>
                    <a:pt x="34" y="7274"/>
                  </a:cubicBezTo>
                  <a:cubicBezTo>
                    <a:pt x="68" y="7850"/>
                    <a:pt x="317" y="8134"/>
                    <a:pt x="586" y="8623"/>
                  </a:cubicBezTo>
                  <a:cubicBezTo>
                    <a:pt x="922" y="9200"/>
                    <a:pt x="1537" y="9553"/>
                    <a:pt x="2200" y="9553"/>
                  </a:cubicBezTo>
                  <a:cubicBezTo>
                    <a:pt x="2238" y="9553"/>
                    <a:pt x="2276" y="9552"/>
                    <a:pt x="2314" y="9550"/>
                  </a:cubicBezTo>
                  <a:cubicBezTo>
                    <a:pt x="2967" y="9511"/>
                    <a:pt x="3289" y="9180"/>
                    <a:pt x="3850" y="8892"/>
                  </a:cubicBezTo>
                  <a:lnTo>
                    <a:pt x="12567" y="3857"/>
                  </a:lnTo>
                  <a:cubicBezTo>
                    <a:pt x="12937" y="3641"/>
                    <a:pt x="13062" y="3170"/>
                    <a:pt x="12851" y="2801"/>
                  </a:cubicBezTo>
                  <a:lnTo>
                    <a:pt x="11502" y="468"/>
                  </a:lnTo>
                  <a:lnTo>
                    <a:pt x="11459" y="386"/>
                  </a:lnTo>
                  <a:cubicBezTo>
                    <a:pt x="11314" y="138"/>
                    <a:pt x="11054" y="0"/>
                    <a:pt x="10786"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3"/>
            <p:cNvSpPr/>
            <p:nvPr/>
          </p:nvSpPr>
          <p:spPr>
            <a:xfrm>
              <a:off x="1307932" y="3929441"/>
              <a:ext cx="339611" cy="238128"/>
            </a:xfrm>
            <a:custGeom>
              <a:rect b="b" l="l" r="r" t="t"/>
              <a:pathLst>
                <a:path extrusionOk="0" h="9088" w="12961">
                  <a:moveTo>
                    <a:pt x="2092" y="6711"/>
                  </a:moveTo>
                  <a:cubicBezTo>
                    <a:pt x="2421" y="6711"/>
                    <a:pt x="2751" y="6951"/>
                    <a:pt x="2751" y="7364"/>
                  </a:cubicBezTo>
                  <a:cubicBezTo>
                    <a:pt x="2751" y="7547"/>
                    <a:pt x="2674" y="7719"/>
                    <a:pt x="2539" y="7844"/>
                  </a:cubicBezTo>
                  <a:cubicBezTo>
                    <a:pt x="2406" y="7964"/>
                    <a:pt x="2255" y="8016"/>
                    <a:pt x="2109" y="8016"/>
                  </a:cubicBezTo>
                  <a:cubicBezTo>
                    <a:pt x="1682" y="8016"/>
                    <a:pt x="1297" y="7574"/>
                    <a:pt x="1507" y="7095"/>
                  </a:cubicBezTo>
                  <a:cubicBezTo>
                    <a:pt x="1625" y="6831"/>
                    <a:pt x="1858" y="6711"/>
                    <a:pt x="2092" y="6711"/>
                  </a:cubicBezTo>
                  <a:close/>
                  <a:moveTo>
                    <a:pt x="11401" y="1"/>
                  </a:moveTo>
                  <a:lnTo>
                    <a:pt x="8545" y="1642"/>
                  </a:lnTo>
                  <a:lnTo>
                    <a:pt x="8473" y="1686"/>
                  </a:lnTo>
                  <a:lnTo>
                    <a:pt x="8137" y="1878"/>
                  </a:lnTo>
                  <a:lnTo>
                    <a:pt x="864" y="6078"/>
                  </a:lnTo>
                  <a:cubicBezTo>
                    <a:pt x="845" y="6092"/>
                    <a:pt x="826" y="6102"/>
                    <a:pt x="807" y="6116"/>
                  </a:cubicBezTo>
                  <a:cubicBezTo>
                    <a:pt x="730" y="6159"/>
                    <a:pt x="658" y="6212"/>
                    <a:pt x="595" y="6270"/>
                  </a:cubicBezTo>
                  <a:cubicBezTo>
                    <a:pt x="307" y="6515"/>
                    <a:pt x="96" y="6836"/>
                    <a:pt x="0" y="7201"/>
                  </a:cubicBezTo>
                  <a:cubicBezTo>
                    <a:pt x="39" y="7350"/>
                    <a:pt x="101" y="7499"/>
                    <a:pt x="178" y="7633"/>
                  </a:cubicBezTo>
                  <a:lnTo>
                    <a:pt x="485" y="8156"/>
                  </a:lnTo>
                  <a:cubicBezTo>
                    <a:pt x="528" y="8238"/>
                    <a:pt x="581" y="8315"/>
                    <a:pt x="634" y="8382"/>
                  </a:cubicBezTo>
                  <a:cubicBezTo>
                    <a:pt x="994" y="8828"/>
                    <a:pt x="1531" y="9088"/>
                    <a:pt x="2103" y="9088"/>
                  </a:cubicBezTo>
                  <a:lnTo>
                    <a:pt x="2208" y="9088"/>
                  </a:lnTo>
                  <a:cubicBezTo>
                    <a:pt x="2266" y="9083"/>
                    <a:pt x="2323" y="9078"/>
                    <a:pt x="2386" y="9068"/>
                  </a:cubicBezTo>
                  <a:cubicBezTo>
                    <a:pt x="2828" y="9001"/>
                    <a:pt x="2938" y="8896"/>
                    <a:pt x="4455" y="8017"/>
                  </a:cubicBezTo>
                  <a:lnTo>
                    <a:pt x="12462" y="3394"/>
                  </a:lnTo>
                  <a:cubicBezTo>
                    <a:pt x="12836" y="3178"/>
                    <a:pt x="12961" y="2708"/>
                    <a:pt x="12750" y="2334"/>
                  </a:cubicBezTo>
                  <a:lnTo>
                    <a:pt x="1140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3"/>
            <p:cNvSpPr/>
            <p:nvPr/>
          </p:nvSpPr>
          <p:spPr>
            <a:xfrm>
              <a:off x="1553449" y="3945582"/>
              <a:ext cx="62912" cy="71769"/>
            </a:xfrm>
            <a:custGeom>
              <a:rect b="b" l="l" r="r" t="t"/>
              <a:pathLst>
                <a:path extrusionOk="0" h="2739" w="2401">
                  <a:moveTo>
                    <a:pt x="1055" y="1"/>
                  </a:moveTo>
                  <a:cubicBezTo>
                    <a:pt x="1002" y="1"/>
                    <a:pt x="948" y="14"/>
                    <a:pt x="898" y="42"/>
                  </a:cubicBezTo>
                  <a:lnTo>
                    <a:pt x="202" y="446"/>
                  </a:lnTo>
                  <a:cubicBezTo>
                    <a:pt x="53" y="532"/>
                    <a:pt x="0" y="729"/>
                    <a:pt x="87" y="878"/>
                  </a:cubicBezTo>
                  <a:lnTo>
                    <a:pt x="1071" y="2577"/>
                  </a:lnTo>
                  <a:cubicBezTo>
                    <a:pt x="1129" y="2681"/>
                    <a:pt x="1236" y="2738"/>
                    <a:pt x="1346" y="2738"/>
                  </a:cubicBezTo>
                  <a:cubicBezTo>
                    <a:pt x="1399" y="2738"/>
                    <a:pt x="1453" y="2725"/>
                    <a:pt x="1503" y="2697"/>
                  </a:cubicBezTo>
                  <a:lnTo>
                    <a:pt x="2199" y="2294"/>
                  </a:lnTo>
                  <a:cubicBezTo>
                    <a:pt x="2348" y="2207"/>
                    <a:pt x="2400" y="2010"/>
                    <a:pt x="2314" y="1862"/>
                  </a:cubicBezTo>
                  <a:lnTo>
                    <a:pt x="1330" y="162"/>
                  </a:lnTo>
                  <a:cubicBezTo>
                    <a:pt x="1272" y="59"/>
                    <a:pt x="1165" y="1"/>
                    <a:pt x="105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3"/>
            <p:cNvSpPr/>
            <p:nvPr/>
          </p:nvSpPr>
          <p:spPr>
            <a:xfrm>
              <a:off x="1478222" y="3989026"/>
              <a:ext cx="62912" cy="71716"/>
            </a:xfrm>
            <a:custGeom>
              <a:rect b="b" l="l" r="r" t="t"/>
              <a:pathLst>
                <a:path extrusionOk="0" h="2737" w="2401">
                  <a:moveTo>
                    <a:pt x="1061" y="0"/>
                  </a:moveTo>
                  <a:cubicBezTo>
                    <a:pt x="1007" y="0"/>
                    <a:pt x="953" y="15"/>
                    <a:pt x="903" y="45"/>
                  </a:cubicBezTo>
                  <a:lnTo>
                    <a:pt x="202" y="444"/>
                  </a:lnTo>
                  <a:cubicBezTo>
                    <a:pt x="54" y="530"/>
                    <a:pt x="1" y="727"/>
                    <a:pt x="87" y="876"/>
                  </a:cubicBezTo>
                  <a:lnTo>
                    <a:pt x="1071" y="2580"/>
                  </a:lnTo>
                  <a:cubicBezTo>
                    <a:pt x="1129" y="2680"/>
                    <a:pt x="1235" y="2737"/>
                    <a:pt x="1345" y="2737"/>
                  </a:cubicBezTo>
                  <a:cubicBezTo>
                    <a:pt x="1399" y="2737"/>
                    <a:pt x="1453" y="2723"/>
                    <a:pt x="1503" y="2695"/>
                  </a:cubicBezTo>
                  <a:lnTo>
                    <a:pt x="2199" y="2292"/>
                  </a:lnTo>
                  <a:cubicBezTo>
                    <a:pt x="2348" y="2205"/>
                    <a:pt x="2401" y="2009"/>
                    <a:pt x="2314" y="1860"/>
                  </a:cubicBezTo>
                  <a:lnTo>
                    <a:pt x="1330" y="160"/>
                  </a:lnTo>
                  <a:cubicBezTo>
                    <a:pt x="1273" y="58"/>
                    <a:pt x="1168" y="0"/>
                    <a:pt x="106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3"/>
            <p:cNvSpPr/>
            <p:nvPr/>
          </p:nvSpPr>
          <p:spPr>
            <a:xfrm>
              <a:off x="1403650" y="4032103"/>
              <a:ext cx="62912" cy="71664"/>
            </a:xfrm>
            <a:custGeom>
              <a:rect b="b" l="l" r="r" t="t"/>
              <a:pathLst>
                <a:path extrusionOk="0" h="2735" w="2401">
                  <a:moveTo>
                    <a:pt x="1060" y="0"/>
                  </a:moveTo>
                  <a:cubicBezTo>
                    <a:pt x="1007" y="0"/>
                    <a:pt x="952" y="14"/>
                    <a:pt x="903" y="43"/>
                  </a:cubicBezTo>
                  <a:lnTo>
                    <a:pt x="207" y="446"/>
                  </a:lnTo>
                  <a:cubicBezTo>
                    <a:pt x="53" y="533"/>
                    <a:pt x="0" y="725"/>
                    <a:pt x="87" y="878"/>
                  </a:cubicBezTo>
                  <a:lnTo>
                    <a:pt x="1071" y="2577"/>
                  </a:lnTo>
                  <a:cubicBezTo>
                    <a:pt x="1129" y="2678"/>
                    <a:pt x="1235" y="2734"/>
                    <a:pt x="1345" y="2734"/>
                  </a:cubicBezTo>
                  <a:cubicBezTo>
                    <a:pt x="1398" y="2734"/>
                    <a:pt x="1452" y="2721"/>
                    <a:pt x="1503" y="2693"/>
                  </a:cubicBezTo>
                  <a:lnTo>
                    <a:pt x="2199" y="2289"/>
                  </a:lnTo>
                  <a:cubicBezTo>
                    <a:pt x="2352" y="2203"/>
                    <a:pt x="2400" y="2011"/>
                    <a:pt x="2314" y="1857"/>
                  </a:cubicBezTo>
                  <a:lnTo>
                    <a:pt x="1335" y="158"/>
                  </a:lnTo>
                  <a:cubicBezTo>
                    <a:pt x="1274" y="56"/>
                    <a:pt x="1168" y="0"/>
                    <a:pt x="106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3"/>
            <p:cNvSpPr/>
            <p:nvPr/>
          </p:nvSpPr>
          <p:spPr>
            <a:xfrm>
              <a:off x="1306150" y="3829033"/>
              <a:ext cx="253221" cy="338458"/>
            </a:xfrm>
            <a:custGeom>
              <a:rect b="b" l="l" r="r" t="t"/>
              <a:pathLst>
                <a:path extrusionOk="0" h="12917" w="9664">
                  <a:moveTo>
                    <a:pt x="2160" y="10543"/>
                  </a:moveTo>
                  <a:cubicBezTo>
                    <a:pt x="2489" y="10543"/>
                    <a:pt x="2819" y="10783"/>
                    <a:pt x="2819" y="11196"/>
                  </a:cubicBezTo>
                  <a:cubicBezTo>
                    <a:pt x="2819" y="11379"/>
                    <a:pt x="2742" y="11551"/>
                    <a:pt x="2607" y="11676"/>
                  </a:cubicBezTo>
                  <a:cubicBezTo>
                    <a:pt x="2474" y="11796"/>
                    <a:pt x="2323" y="11848"/>
                    <a:pt x="2177" y="11848"/>
                  </a:cubicBezTo>
                  <a:cubicBezTo>
                    <a:pt x="1750" y="11848"/>
                    <a:pt x="1365" y="11406"/>
                    <a:pt x="1575" y="10927"/>
                  </a:cubicBezTo>
                  <a:cubicBezTo>
                    <a:pt x="1693" y="10663"/>
                    <a:pt x="1926" y="10543"/>
                    <a:pt x="2160" y="10543"/>
                  </a:cubicBezTo>
                  <a:close/>
                  <a:moveTo>
                    <a:pt x="6369" y="0"/>
                  </a:moveTo>
                  <a:cubicBezTo>
                    <a:pt x="6101" y="0"/>
                    <a:pt x="5841" y="138"/>
                    <a:pt x="5699" y="386"/>
                  </a:cubicBezTo>
                  <a:lnTo>
                    <a:pt x="4336" y="2743"/>
                  </a:lnTo>
                  <a:lnTo>
                    <a:pt x="3472" y="4246"/>
                  </a:lnTo>
                  <a:lnTo>
                    <a:pt x="2958" y="5134"/>
                  </a:lnTo>
                  <a:lnTo>
                    <a:pt x="2545" y="5844"/>
                  </a:lnTo>
                  <a:lnTo>
                    <a:pt x="2492" y="5935"/>
                  </a:lnTo>
                  <a:lnTo>
                    <a:pt x="2315" y="6242"/>
                  </a:lnTo>
                  <a:lnTo>
                    <a:pt x="251" y="9819"/>
                  </a:lnTo>
                  <a:cubicBezTo>
                    <a:pt x="107" y="10068"/>
                    <a:pt x="20" y="10351"/>
                    <a:pt x="6" y="10639"/>
                  </a:cubicBezTo>
                  <a:cubicBezTo>
                    <a:pt x="6" y="10678"/>
                    <a:pt x="1" y="10711"/>
                    <a:pt x="1" y="10745"/>
                  </a:cubicBezTo>
                  <a:cubicBezTo>
                    <a:pt x="1" y="10841"/>
                    <a:pt x="11" y="10937"/>
                    <a:pt x="25" y="11033"/>
                  </a:cubicBezTo>
                  <a:cubicBezTo>
                    <a:pt x="92" y="11499"/>
                    <a:pt x="337" y="11921"/>
                    <a:pt x="707" y="12214"/>
                  </a:cubicBezTo>
                  <a:cubicBezTo>
                    <a:pt x="774" y="12262"/>
                    <a:pt x="841" y="12310"/>
                    <a:pt x="913" y="12353"/>
                  </a:cubicBezTo>
                  <a:lnTo>
                    <a:pt x="932" y="12368"/>
                  </a:lnTo>
                  <a:lnTo>
                    <a:pt x="1460" y="12670"/>
                  </a:lnTo>
                  <a:cubicBezTo>
                    <a:pt x="1754" y="12837"/>
                    <a:pt x="2073" y="12917"/>
                    <a:pt x="2389" y="12917"/>
                  </a:cubicBezTo>
                  <a:cubicBezTo>
                    <a:pt x="3033" y="12917"/>
                    <a:pt x="3660" y="12585"/>
                    <a:pt x="4004" y="11988"/>
                  </a:cubicBezTo>
                  <a:lnTo>
                    <a:pt x="7331" y="6228"/>
                  </a:lnTo>
                  <a:lnTo>
                    <a:pt x="8205" y="4716"/>
                  </a:lnTo>
                  <a:lnTo>
                    <a:pt x="9453" y="2551"/>
                  </a:lnTo>
                  <a:cubicBezTo>
                    <a:pt x="9664" y="2181"/>
                    <a:pt x="9539" y="1711"/>
                    <a:pt x="9169" y="1500"/>
                  </a:cubicBezTo>
                  <a:lnTo>
                    <a:pt x="6885" y="180"/>
                  </a:lnTo>
                  <a:lnTo>
                    <a:pt x="6755" y="103"/>
                  </a:lnTo>
                  <a:cubicBezTo>
                    <a:pt x="6633" y="33"/>
                    <a:pt x="6500" y="0"/>
                    <a:pt x="6369"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3"/>
            <p:cNvSpPr/>
            <p:nvPr/>
          </p:nvSpPr>
          <p:spPr>
            <a:xfrm>
              <a:off x="1320745" y="3833724"/>
              <a:ext cx="238626" cy="333846"/>
            </a:xfrm>
            <a:custGeom>
              <a:rect b="b" l="l" r="r" t="t"/>
              <a:pathLst>
                <a:path extrusionOk="0" h="12741" w="9107">
                  <a:moveTo>
                    <a:pt x="1603" y="10364"/>
                  </a:moveTo>
                  <a:cubicBezTo>
                    <a:pt x="1932" y="10364"/>
                    <a:pt x="2262" y="10604"/>
                    <a:pt x="2262" y="11017"/>
                  </a:cubicBezTo>
                  <a:cubicBezTo>
                    <a:pt x="2262" y="11200"/>
                    <a:pt x="2185" y="11372"/>
                    <a:pt x="2050" y="11497"/>
                  </a:cubicBezTo>
                  <a:cubicBezTo>
                    <a:pt x="1917" y="11617"/>
                    <a:pt x="1766" y="11669"/>
                    <a:pt x="1620" y="11669"/>
                  </a:cubicBezTo>
                  <a:cubicBezTo>
                    <a:pt x="1193" y="11669"/>
                    <a:pt x="808" y="11227"/>
                    <a:pt x="1018" y="10748"/>
                  </a:cubicBezTo>
                  <a:cubicBezTo>
                    <a:pt x="1136" y="10484"/>
                    <a:pt x="1369" y="10364"/>
                    <a:pt x="1603" y="10364"/>
                  </a:cubicBezTo>
                  <a:close/>
                  <a:moveTo>
                    <a:pt x="6328" y="1"/>
                  </a:moveTo>
                  <a:lnTo>
                    <a:pt x="5723" y="1023"/>
                  </a:lnTo>
                  <a:lnTo>
                    <a:pt x="5199" y="1906"/>
                  </a:lnTo>
                  <a:lnTo>
                    <a:pt x="4431" y="3212"/>
                  </a:lnTo>
                  <a:lnTo>
                    <a:pt x="3995" y="3961"/>
                  </a:lnTo>
                  <a:lnTo>
                    <a:pt x="3779" y="4335"/>
                  </a:lnTo>
                  <a:lnTo>
                    <a:pt x="3563" y="4710"/>
                  </a:lnTo>
                  <a:lnTo>
                    <a:pt x="3558" y="4715"/>
                  </a:lnTo>
                  <a:lnTo>
                    <a:pt x="3049" y="5603"/>
                  </a:lnTo>
                  <a:lnTo>
                    <a:pt x="3020" y="5651"/>
                  </a:lnTo>
                  <a:lnTo>
                    <a:pt x="2780" y="6063"/>
                  </a:lnTo>
                  <a:lnTo>
                    <a:pt x="1426" y="8401"/>
                  </a:lnTo>
                  <a:cubicBezTo>
                    <a:pt x="1426" y="8401"/>
                    <a:pt x="327" y="10307"/>
                    <a:pt x="313" y="10336"/>
                  </a:cubicBezTo>
                  <a:cubicBezTo>
                    <a:pt x="1" y="10912"/>
                    <a:pt x="20" y="11612"/>
                    <a:pt x="356" y="12174"/>
                  </a:cubicBezTo>
                  <a:lnTo>
                    <a:pt x="375" y="12189"/>
                  </a:lnTo>
                  <a:lnTo>
                    <a:pt x="898" y="12491"/>
                  </a:lnTo>
                  <a:cubicBezTo>
                    <a:pt x="1148" y="12635"/>
                    <a:pt x="1431" y="12717"/>
                    <a:pt x="1719" y="12736"/>
                  </a:cubicBezTo>
                  <a:cubicBezTo>
                    <a:pt x="1753" y="12736"/>
                    <a:pt x="1791" y="12741"/>
                    <a:pt x="1825" y="12741"/>
                  </a:cubicBezTo>
                  <a:cubicBezTo>
                    <a:pt x="1887" y="12741"/>
                    <a:pt x="1945" y="12736"/>
                    <a:pt x="2007" y="12731"/>
                  </a:cubicBezTo>
                  <a:cubicBezTo>
                    <a:pt x="2492" y="12683"/>
                    <a:pt x="2943" y="12448"/>
                    <a:pt x="3260" y="12078"/>
                  </a:cubicBezTo>
                  <a:cubicBezTo>
                    <a:pt x="3443" y="11857"/>
                    <a:pt x="3471" y="11752"/>
                    <a:pt x="4345" y="10259"/>
                  </a:cubicBezTo>
                  <a:lnTo>
                    <a:pt x="6774" y="6049"/>
                  </a:lnTo>
                  <a:lnTo>
                    <a:pt x="6784" y="6030"/>
                  </a:lnTo>
                  <a:lnTo>
                    <a:pt x="7648" y="4537"/>
                  </a:lnTo>
                  <a:lnTo>
                    <a:pt x="8896" y="2372"/>
                  </a:lnTo>
                  <a:cubicBezTo>
                    <a:pt x="9107" y="2002"/>
                    <a:pt x="8982" y="1532"/>
                    <a:pt x="8612" y="1321"/>
                  </a:cubicBezTo>
                  <a:lnTo>
                    <a:pt x="6328" y="1"/>
                  </a:ln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3"/>
            <p:cNvSpPr/>
            <p:nvPr/>
          </p:nvSpPr>
          <p:spPr>
            <a:xfrm>
              <a:off x="1456212" y="3859061"/>
              <a:ext cx="74127" cy="60554"/>
            </a:xfrm>
            <a:custGeom>
              <a:rect b="b" l="l" r="r" t="t"/>
              <a:pathLst>
                <a:path extrusionOk="0" h="2311" w="2829">
                  <a:moveTo>
                    <a:pt x="767" y="0"/>
                  </a:moveTo>
                  <a:cubicBezTo>
                    <a:pt x="657" y="0"/>
                    <a:pt x="548" y="57"/>
                    <a:pt x="490" y="157"/>
                  </a:cubicBezTo>
                  <a:lnTo>
                    <a:pt x="87" y="853"/>
                  </a:lnTo>
                  <a:cubicBezTo>
                    <a:pt x="1" y="1007"/>
                    <a:pt x="53" y="1199"/>
                    <a:pt x="207" y="1285"/>
                  </a:cubicBezTo>
                  <a:lnTo>
                    <a:pt x="1906" y="2269"/>
                  </a:lnTo>
                  <a:cubicBezTo>
                    <a:pt x="1955" y="2297"/>
                    <a:pt x="2009" y="2311"/>
                    <a:pt x="2062" y="2311"/>
                  </a:cubicBezTo>
                  <a:cubicBezTo>
                    <a:pt x="2172" y="2311"/>
                    <a:pt x="2280" y="2254"/>
                    <a:pt x="2338" y="2154"/>
                  </a:cubicBezTo>
                  <a:lnTo>
                    <a:pt x="2742" y="1458"/>
                  </a:lnTo>
                  <a:cubicBezTo>
                    <a:pt x="2828" y="1304"/>
                    <a:pt x="2775" y="1112"/>
                    <a:pt x="2622" y="1026"/>
                  </a:cubicBezTo>
                  <a:lnTo>
                    <a:pt x="922" y="42"/>
                  </a:lnTo>
                  <a:cubicBezTo>
                    <a:pt x="874" y="14"/>
                    <a:pt x="820" y="0"/>
                    <a:pt x="767"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3"/>
            <p:cNvSpPr/>
            <p:nvPr/>
          </p:nvSpPr>
          <p:spPr>
            <a:xfrm>
              <a:off x="1412192" y="3934027"/>
              <a:ext cx="73996" cy="60554"/>
            </a:xfrm>
            <a:custGeom>
              <a:rect b="b" l="l" r="r" t="t"/>
              <a:pathLst>
                <a:path extrusionOk="0" h="2311" w="2824">
                  <a:moveTo>
                    <a:pt x="765" y="0"/>
                  </a:moveTo>
                  <a:cubicBezTo>
                    <a:pt x="655" y="0"/>
                    <a:pt x="549" y="58"/>
                    <a:pt x="490" y="162"/>
                  </a:cubicBezTo>
                  <a:lnTo>
                    <a:pt x="87" y="858"/>
                  </a:lnTo>
                  <a:cubicBezTo>
                    <a:pt x="1" y="1007"/>
                    <a:pt x="53" y="1199"/>
                    <a:pt x="202" y="1290"/>
                  </a:cubicBezTo>
                  <a:lnTo>
                    <a:pt x="1906" y="2269"/>
                  </a:lnTo>
                  <a:cubicBezTo>
                    <a:pt x="1955" y="2297"/>
                    <a:pt x="2008" y="2311"/>
                    <a:pt x="2061" y="2311"/>
                  </a:cubicBezTo>
                  <a:cubicBezTo>
                    <a:pt x="2169" y="2311"/>
                    <a:pt x="2275" y="2254"/>
                    <a:pt x="2333" y="2154"/>
                  </a:cubicBezTo>
                  <a:lnTo>
                    <a:pt x="2737" y="1458"/>
                  </a:lnTo>
                  <a:cubicBezTo>
                    <a:pt x="2823" y="1304"/>
                    <a:pt x="2775" y="1112"/>
                    <a:pt x="2622" y="1026"/>
                  </a:cubicBezTo>
                  <a:lnTo>
                    <a:pt x="922" y="42"/>
                  </a:lnTo>
                  <a:cubicBezTo>
                    <a:pt x="872" y="14"/>
                    <a:pt x="818" y="0"/>
                    <a:pt x="76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3"/>
            <p:cNvSpPr/>
            <p:nvPr/>
          </p:nvSpPr>
          <p:spPr>
            <a:xfrm>
              <a:off x="1369062" y="4008599"/>
              <a:ext cx="74101" cy="60580"/>
            </a:xfrm>
            <a:custGeom>
              <a:rect b="b" l="l" r="r" t="t"/>
              <a:pathLst>
                <a:path extrusionOk="0" h="2312" w="2828">
                  <a:moveTo>
                    <a:pt x="766" y="1"/>
                  </a:moveTo>
                  <a:cubicBezTo>
                    <a:pt x="656" y="1"/>
                    <a:pt x="548" y="57"/>
                    <a:pt x="490" y="157"/>
                  </a:cubicBezTo>
                  <a:lnTo>
                    <a:pt x="86" y="858"/>
                  </a:lnTo>
                  <a:cubicBezTo>
                    <a:pt x="0" y="1007"/>
                    <a:pt x="53" y="1199"/>
                    <a:pt x="206" y="1286"/>
                  </a:cubicBezTo>
                  <a:lnTo>
                    <a:pt x="1906" y="2270"/>
                  </a:lnTo>
                  <a:cubicBezTo>
                    <a:pt x="1956" y="2298"/>
                    <a:pt x="2010" y="2311"/>
                    <a:pt x="2064" y="2311"/>
                  </a:cubicBezTo>
                  <a:cubicBezTo>
                    <a:pt x="2174" y="2311"/>
                    <a:pt x="2280" y="2255"/>
                    <a:pt x="2338" y="2154"/>
                  </a:cubicBezTo>
                  <a:lnTo>
                    <a:pt x="2741" y="1458"/>
                  </a:lnTo>
                  <a:cubicBezTo>
                    <a:pt x="2827" y="1305"/>
                    <a:pt x="2775" y="1113"/>
                    <a:pt x="2621" y="1026"/>
                  </a:cubicBezTo>
                  <a:lnTo>
                    <a:pt x="922" y="42"/>
                  </a:lnTo>
                  <a:cubicBezTo>
                    <a:pt x="873" y="14"/>
                    <a:pt x="819"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3"/>
            <p:cNvSpPr/>
            <p:nvPr/>
          </p:nvSpPr>
          <p:spPr>
            <a:xfrm>
              <a:off x="1304657" y="3812971"/>
              <a:ext cx="115108" cy="354598"/>
            </a:xfrm>
            <a:custGeom>
              <a:rect b="b" l="l" r="r" t="t"/>
              <a:pathLst>
                <a:path extrusionOk="0" h="13533" w="4393">
                  <a:moveTo>
                    <a:pt x="2228" y="11156"/>
                  </a:moveTo>
                  <a:cubicBezTo>
                    <a:pt x="2808" y="11156"/>
                    <a:pt x="3097" y="11857"/>
                    <a:pt x="2688" y="12265"/>
                  </a:cubicBezTo>
                  <a:cubicBezTo>
                    <a:pt x="2555" y="12397"/>
                    <a:pt x="2392" y="12456"/>
                    <a:pt x="2232" y="12456"/>
                  </a:cubicBezTo>
                  <a:cubicBezTo>
                    <a:pt x="1898" y="12456"/>
                    <a:pt x="1580" y="12197"/>
                    <a:pt x="1580" y="11804"/>
                  </a:cubicBezTo>
                  <a:cubicBezTo>
                    <a:pt x="1580" y="11449"/>
                    <a:pt x="1868" y="11156"/>
                    <a:pt x="2228" y="11156"/>
                  </a:cubicBezTo>
                  <a:close/>
                  <a:moveTo>
                    <a:pt x="831" y="1"/>
                  </a:moveTo>
                  <a:cubicBezTo>
                    <a:pt x="404" y="1"/>
                    <a:pt x="58" y="346"/>
                    <a:pt x="58" y="774"/>
                  </a:cubicBezTo>
                  <a:cubicBezTo>
                    <a:pt x="58" y="12260"/>
                    <a:pt x="0" y="11872"/>
                    <a:pt x="188" y="12352"/>
                  </a:cubicBezTo>
                  <a:cubicBezTo>
                    <a:pt x="471" y="13062"/>
                    <a:pt x="1157" y="13528"/>
                    <a:pt x="1920" y="13533"/>
                  </a:cubicBezTo>
                  <a:lnTo>
                    <a:pt x="2530" y="13533"/>
                  </a:lnTo>
                  <a:cubicBezTo>
                    <a:pt x="2573" y="13533"/>
                    <a:pt x="2621" y="13533"/>
                    <a:pt x="2664" y="13528"/>
                  </a:cubicBezTo>
                  <a:cubicBezTo>
                    <a:pt x="3466" y="13465"/>
                    <a:pt x="4138" y="12904"/>
                    <a:pt x="4340" y="12126"/>
                  </a:cubicBezTo>
                  <a:cubicBezTo>
                    <a:pt x="4373" y="11977"/>
                    <a:pt x="4393" y="11828"/>
                    <a:pt x="4393" y="11680"/>
                  </a:cubicBezTo>
                  <a:lnTo>
                    <a:pt x="4393" y="11670"/>
                  </a:lnTo>
                  <a:lnTo>
                    <a:pt x="4393" y="774"/>
                  </a:lnTo>
                  <a:cubicBezTo>
                    <a:pt x="4393" y="346"/>
                    <a:pt x="4047" y="1"/>
                    <a:pt x="3625"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3"/>
            <p:cNvSpPr/>
            <p:nvPr/>
          </p:nvSpPr>
          <p:spPr>
            <a:xfrm>
              <a:off x="1327033" y="3812971"/>
              <a:ext cx="92731" cy="354467"/>
            </a:xfrm>
            <a:custGeom>
              <a:rect b="b" l="l" r="r" t="t"/>
              <a:pathLst>
                <a:path extrusionOk="0" h="13528" w="3539">
                  <a:moveTo>
                    <a:pt x="1385" y="11154"/>
                  </a:moveTo>
                  <a:cubicBezTo>
                    <a:pt x="1927" y="11154"/>
                    <a:pt x="2277" y="11865"/>
                    <a:pt x="1810" y="12289"/>
                  </a:cubicBezTo>
                  <a:cubicBezTo>
                    <a:pt x="1690" y="12395"/>
                    <a:pt x="1532" y="12457"/>
                    <a:pt x="1374" y="12457"/>
                  </a:cubicBezTo>
                  <a:cubicBezTo>
                    <a:pt x="654" y="12452"/>
                    <a:pt x="471" y="11459"/>
                    <a:pt x="1143" y="11200"/>
                  </a:cubicBezTo>
                  <a:cubicBezTo>
                    <a:pt x="1226" y="11168"/>
                    <a:pt x="1307" y="11154"/>
                    <a:pt x="1385" y="11154"/>
                  </a:cubicBezTo>
                  <a:close/>
                  <a:moveTo>
                    <a:pt x="850" y="1"/>
                  </a:moveTo>
                  <a:cubicBezTo>
                    <a:pt x="423" y="1"/>
                    <a:pt x="78" y="346"/>
                    <a:pt x="73" y="774"/>
                  </a:cubicBezTo>
                  <a:cubicBezTo>
                    <a:pt x="78" y="12404"/>
                    <a:pt x="1" y="11905"/>
                    <a:pt x="241" y="12433"/>
                  </a:cubicBezTo>
                  <a:cubicBezTo>
                    <a:pt x="514" y="13043"/>
                    <a:pt x="1095" y="13461"/>
                    <a:pt x="1762" y="13523"/>
                  </a:cubicBezTo>
                  <a:lnTo>
                    <a:pt x="1806" y="13528"/>
                  </a:lnTo>
                  <a:cubicBezTo>
                    <a:pt x="2780" y="13456"/>
                    <a:pt x="3534" y="12645"/>
                    <a:pt x="3539" y="11665"/>
                  </a:cubicBezTo>
                  <a:lnTo>
                    <a:pt x="3539" y="774"/>
                  </a:lnTo>
                  <a:cubicBezTo>
                    <a:pt x="3539" y="346"/>
                    <a:pt x="3193" y="1"/>
                    <a:pt x="2771" y="1"/>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83"/>
            <p:cNvSpPr/>
            <p:nvPr/>
          </p:nvSpPr>
          <p:spPr>
            <a:xfrm>
              <a:off x="1329051" y="3839017"/>
              <a:ext cx="67943" cy="37627"/>
            </a:xfrm>
            <a:custGeom>
              <a:rect b="b" l="l" r="r" t="t"/>
              <a:pathLst>
                <a:path extrusionOk="0" h="1436" w="2593">
                  <a:moveTo>
                    <a:pt x="313" y="0"/>
                  </a:moveTo>
                  <a:cubicBezTo>
                    <a:pt x="140" y="0"/>
                    <a:pt x="1" y="144"/>
                    <a:pt x="1" y="317"/>
                  </a:cubicBezTo>
                  <a:lnTo>
                    <a:pt x="1" y="1124"/>
                  </a:lnTo>
                  <a:cubicBezTo>
                    <a:pt x="1" y="1296"/>
                    <a:pt x="140" y="1436"/>
                    <a:pt x="313" y="1436"/>
                  </a:cubicBezTo>
                  <a:lnTo>
                    <a:pt x="2281" y="1436"/>
                  </a:lnTo>
                  <a:cubicBezTo>
                    <a:pt x="2454" y="1436"/>
                    <a:pt x="2593" y="1296"/>
                    <a:pt x="2593" y="1124"/>
                  </a:cubicBezTo>
                  <a:lnTo>
                    <a:pt x="2593" y="317"/>
                  </a:lnTo>
                  <a:cubicBezTo>
                    <a:pt x="2593" y="144"/>
                    <a:pt x="2454" y="0"/>
                    <a:pt x="2281"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3"/>
            <p:cNvSpPr/>
            <p:nvPr/>
          </p:nvSpPr>
          <p:spPr>
            <a:xfrm>
              <a:off x="1329051" y="3925930"/>
              <a:ext cx="68074" cy="37627"/>
            </a:xfrm>
            <a:custGeom>
              <a:rect b="b" l="l" r="r" t="t"/>
              <a:pathLst>
                <a:path extrusionOk="0" h="1436" w="2598">
                  <a:moveTo>
                    <a:pt x="313" y="0"/>
                  </a:moveTo>
                  <a:cubicBezTo>
                    <a:pt x="140" y="0"/>
                    <a:pt x="1" y="140"/>
                    <a:pt x="1" y="312"/>
                  </a:cubicBezTo>
                  <a:lnTo>
                    <a:pt x="1" y="1119"/>
                  </a:lnTo>
                  <a:cubicBezTo>
                    <a:pt x="1" y="1292"/>
                    <a:pt x="140" y="1436"/>
                    <a:pt x="313" y="1436"/>
                  </a:cubicBezTo>
                  <a:lnTo>
                    <a:pt x="2281" y="1436"/>
                  </a:lnTo>
                  <a:cubicBezTo>
                    <a:pt x="2454" y="1436"/>
                    <a:pt x="2598" y="1292"/>
                    <a:pt x="2593" y="1119"/>
                  </a:cubicBezTo>
                  <a:lnTo>
                    <a:pt x="2593" y="312"/>
                  </a:lnTo>
                  <a:cubicBezTo>
                    <a:pt x="2593" y="140"/>
                    <a:pt x="2454" y="0"/>
                    <a:pt x="2281"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3"/>
            <p:cNvSpPr/>
            <p:nvPr/>
          </p:nvSpPr>
          <p:spPr>
            <a:xfrm>
              <a:off x="1329051" y="4011953"/>
              <a:ext cx="67943" cy="37627"/>
            </a:xfrm>
            <a:custGeom>
              <a:rect b="b" l="l" r="r" t="t"/>
              <a:pathLst>
                <a:path extrusionOk="0" h="1436" w="2593">
                  <a:moveTo>
                    <a:pt x="313" y="1"/>
                  </a:moveTo>
                  <a:cubicBezTo>
                    <a:pt x="140" y="1"/>
                    <a:pt x="1" y="145"/>
                    <a:pt x="1" y="317"/>
                  </a:cubicBezTo>
                  <a:lnTo>
                    <a:pt x="1" y="1119"/>
                  </a:lnTo>
                  <a:cubicBezTo>
                    <a:pt x="1" y="1297"/>
                    <a:pt x="140" y="1436"/>
                    <a:pt x="313" y="1436"/>
                  </a:cubicBezTo>
                  <a:lnTo>
                    <a:pt x="2281" y="1436"/>
                  </a:lnTo>
                  <a:cubicBezTo>
                    <a:pt x="2454" y="1436"/>
                    <a:pt x="2593" y="1297"/>
                    <a:pt x="2593" y="1119"/>
                  </a:cubicBezTo>
                  <a:lnTo>
                    <a:pt x="2593" y="317"/>
                  </a:lnTo>
                  <a:cubicBezTo>
                    <a:pt x="2593" y="145"/>
                    <a:pt x="2454" y="1"/>
                    <a:pt x="228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3"/>
            <p:cNvSpPr/>
            <p:nvPr/>
          </p:nvSpPr>
          <p:spPr>
            <a:xfrm>
              <a:off x="1459618" y="4067686"/>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3"/>
            <p:cNvSpPr/>
            <p:nvPr/>
          </p:nvSpPr>
          <p:spPr>
            <a:xfrm>
              <a:off x="1298368" y="3809460"/>
              <a:ext cx="365420" cy="365394"/>
            </a:xfrm>
            <a:custGeom>
              <a:rect b="b" l="l" r="r" t="t"/>
              <a:pathLst>
                <a:path extrusionOk="0" h="13945" w="13946">
                  <a:moveTo>
                    <a:pt x="980" y="0"/>
                  </a:moveTo>
                  <a:cubicBezTo>
                    <a:pt x="437" y="0"/>
                    <a:pt x="0" y="442"/>
                    <a:pt x="0" y="980"/>
                  </a:cubicBezTo>
                  <a:lnTo>
                    <a:pt x="0" y="11876"/>
                  </a:lnTo>
                  <a:cubicBezTo>
                    <a:pt x="0" y="13019"/>
                    <a:pt x="927" y="13945"/>
                    <a:pt x="2069" y="13945"/>
                  </a:cubicBezTo>
                  <a:lnTo>
                    <a:pt x="12966" y="13945"/>
                  </a:lnTo>
                  <a:cubicBezTo>
                    <a:pt x="13503" y="13945"/>
                    <a:pt x="13940" y="13508"/>
                    <a:pt x="13945" y="12966"/>
                  </a:cubicBezTo>
                  <a:lnTo>
                    <a:pt x="13945" y="12457"/>
                  </a:lnTo>
                  <a:cubicBezTo>
                    <a:pt x="13945" y="12318"/>
                    <a:pt x="13841" y="12248"/>
                    <a:pt x="13736" y="12248"/>
                  </a:cubicBezTo>
                  <a:cubicBezTo>
                    <a:pt x="13632" y="12248"/>
                    <a:pt x="13527" y="12318"/>
                    <a:pt x="13527" y="12457"/>
                  </a:cubicBezTo>
                  <a:lnTo>
                    <a:pt x="13527" y="12966"/>
                  </a:lnTo>
                  <a:cubicBezTo>
                    <a:pt x="13527" y="13278"/>
                    <a:pt x="13273" y="13532"/>
                    <a:pt x="12961" y="13532"/>
                  </a:cubicBezTo>
                  <a:lnTo>
                    <a:pt x="3917" y="13532"/>
                  </a:lnTo>
                  <a:cubicBezTo>
                    <a:pt x="4061" y="13422"/>
                    <a:pt x="4196" y="13292"/>
                    <a:pt x="4306" y="13148"/>
                  </a:cubicBezTo>
                  <a:lnTo>
                    <a:pt x="4666" y="12942"/>
                  </a:lnTo>
                  <a:cubicBezTo>
                    <a:pt x="4762" y="13028"/>
                    <a:pt x="4887" y="13076"/>
                    <a:pt x="5021" y="13076"/>
                  </a:cubicBezTo>
                  <a:lnTo>
                    <a:pt x="5693" y="13076"/>
                  </a:lnTo>
                  <a:cubicBezTo>
                    <a:pt x="5967" y="13076"/>
                    <a:pt x="5967" y="12663"/>
                    <a:pt x="5693" y="12663"/>
                  </a:cubicBezTo>
                  <a:lnTo>
                    <a:pt x="5146" y="12663"/>
                  </a:lnTo>
                  <a:lnTo>
                    <a:pt x="5933" y="12212"/>
                  </a:lnTo>
                  <a:lnTo>
                    <a:pt x="5933" y="12351"/>
                  </a:lnTo>
                  <a:cubicBezTo>
                    <a:pt x="5933" y="12490"/>
                    <a:pt x="6037" y="12560"/>
                    <a:pt x="6140" y="12560"/>
                  </a:cubicBezTo>
                  <a:cubicBezTo>
                    <a:pt x="6243" y="12560"/>
                    <a:pt x="6346" y="12490"/>
                    <a:pt x="6346" y="12351"/>
                  </a:cubicBezTo>
                  <a:lnTo>
                    <a:pt x="6346" y="11972"/>
                  </a:lnTo>
                  <a:lnTo>
                    <a:pt x="6879" y="11665"/>
                  </a:lnTo>
                  <a:lnTo>
                    <a:pt x="6879" y="11713"/>
                  </a:lnTo>
                  <a:cubicBezTo>
                    <a:pt x="6879" y="11850"/>
                    <a:pt x="6982" y="11918"/>
                    <a:pt x="7086" y="11918"/>
                  </a:cubicBezTo>
                  <a:cubicBezTo>
                    <a:pt x="7189" y="11918"/>
                    <a:pt x="7292" y="11850"/>
                    <a:pt x="7292" y="11713"/>
                  </a:cubicBezTo>
                  <a:lnTo>
                    <a:pt x="7292" y="11425"/>
                  </a:lnTo>
                  <a:lnTo>
                    <a:pt x="7782" y="11142"/>
                  </a:lnTo>
                  <a:lnTo>
                    <a:pt x="7782" y="12553"/>
                  </a:lnTo>
                  <a:cubicBezTo>
                    <a:pt x="7782" y="12846"/>
                    <a:pt x="8017" y="13076"/>
                    <a:pt x="8305" y="13076"/>
                  </a:cubicBezTo>
                  <a:lnTo>
                    <a:pt x="8982" y="13076"/>
                  </a:lnTo>
                  <a:cubicBezTo>
                    <a:pt x="9255" y="13076"/>
                    <a:pt x="9255" y="12663"/>
                    <a:pt x="8982" y="12663"/>
                  </a:cubicBezTo>
                  <a:lnTo>
                    <a:pt x="8310" y="12663"/>
                  </a:lnTo>
                  <a:cubicBezTo>
                    <a:pt x="8247" y="12663"/>
                    <a:pt x="8199" y="12615"/>
                    <a:pt x="8199" y="12558"/>
                  </a:cubicBezTo>
                  <a:lnTo>
                    <a:pt x="8199" y="10902"/>
                  </a:lnTo>
                  <a:lnTo>
                    <a:pt x="8929" y="10484"/>
                  </a:lnTo>
                  <a:lnTo>
                    <a:pt x="9116" y="10484"/>
                  </a:lnTo>
                  <a:cubicBezTo>
                    <a:pt x="9174" y="10484"/>
                    <a:pt x="9222" y="10532"/>
                    <a:pt x="9222" y="10590"/>
                  </a:cubicBezTo>
                  <a:lnTo>
                    <a:pt x="9222" y="12351"/>
                  </a:lnTo>
                  <a:cubicBezTo>
                    <a:pt x="9222" y="12490"/>
                    <a:pt x="9325" y="12560"/>
                    <a:pt x="9428" y="12560"/>
                  </a:cubicBezTo>
                  <a:cubicBezTo>
                    <a:pt x="9531" y="12560"/>
                    <a:pt x="9634" y="12490"/>
                    <a:pt x="9634" y="12351"/>
                  </a:cubicBezTo>
                  <a:lnTo>
                    <a:pt x="9634" y="10590"/>
                  </a:lnTo>
                  <a:cubicBezTo>
                    <a:pt x="9634" y="10431"/>
                    <a:pt x="9567" y="10282"/>
                    <a:pt x="9442" y="10186"/>
                  </a:cubicBezTo>
                  <a:lnTo>
                    <a:pt x="10441" y="9610"/>
                  </a:lnTo>
                  <a:lnTo>
                    <a:pt x="12966" y="9610"/>
                  </a:lnTo>
                  <a:cubicBezTo>
                    <a:pt x="13278" y="9610"/>
                    <a:pt x="13527" y="9865"/>
                    <a:pt x="13527" y="10177"/>
                  </a:cubicBezTo>
                  <a:lnTo>
                    <a:pt x="13527" y="11626"/>
                  </a:lnTo>
                  <a:cubicBezTo>
                    <a:pt x="13527" y="11742"/>
                    <a:pt x="13623" y="11833"/>
                    <a:pt x="13739" y="11833"/>
                  </a:cubicBezTo>
                  <a:cubicBezTo>
                    <a:pt x="13849" y="11833"/>
                    <a:pt x="13945" y="11742"/>
                    <a:pt x="13945" y="11626"/>
                  </a:cubicBezTo>
                  <a:lnTo>
                    <a:pt x="13945" y="10177"/>
                  </a:lnTo>
                  <a:cubicBezTo>
                    <a:pt x="13945" y="9634"/>
                    <a:pt x="13503" y="9198"/>
                    <a:pt x="12966" y="9198"/>
                  </a:cubicBezTo>
                  <a:lnTo>
                    <a:pt x="11156" y="9198"/>
                  </a:lnTo>
                  <a:lnTo>
                    <a:pt x="12841" y="8223"/>
                  </a:lnTo>
                  <a:cubicBezTo>
                    <a:pt x="13311" y="7949"/>
                    <a:pt x="13470" y="7354"/>
                    <a:pt x="13201" y="6884"/>
                  </a:cubicBezTo>
                  <a:lnTo>
                    <a:pt x="12947" y="6442"/>
                  </a:lnTo>
                  <a:cubicBezTo>
                    <a:pt x="12903" y="6367"/>
                    <a:pt x="12837" y="6335"/>
                    <a:pt x="12772" y="6335"/>
                  </a:cubicBezTo>
                  <a:cubicBezTo>
                    <a:pt x="12630" y="6335"/>
                    <a:pt x="12491" y="6484"/>
                    <a:pt x="12587" y="6649"/>
                  </a:cubicBezTo>
                  <a:lnTo>
                    <a:pt x="12841" y="7090"/>
                  </a:lnTo>
                  <a:cubicBezTo>
                    <a:pt x="12995" y="7359"/>
                    <a:pt x="12903" y="7705"/>
                    <a:pt x="12635" y="7863"/>
                  </a:cubicBezTo>
                  <a:lnTo>
                    <a:pt x="8818" y="10066"/>
                  </a:lnTo>
                  <a:lnTo>
                    <a:pt x="4661" y="12466"/>
                  </a:lnTo>
                  <a:cubicBezTo>
                    <a:pt x="4666" y="12447"/>
                    <a:pt x="4671" y="12428"/>
                    <a:pt x="4681" y="12409"/>
                  </a:cubicBezTo>
                  <a:lnTo>
                    <a:pt x="5199" y="11506"/>
                  </a:lnTo>
                  <a:cubicBezTo>
                    <a:pt x="5225" y="11510"/>
                    <a:pt x="5249" y="11512"/>
                    <a:pt x="5273" y="11512"/>
                  </a:cubicBezTo>
                  <a:cubicBezTo>
                    <a:pt x="5498" y="11512"/>
                    <a:pt x="5647" y="11356"/>
                    <a:pt x="5933" y="11209"/>
                  </a:cubicBezTo>
                  <a:lnTo>
                    <a:pt x="6116" y="11103"/>
                  </a:lnTo>
                  <a:cubicBezTo>
                    <a:pt x="6313" y="10994"/>
                    <a:pt x="6209" y="10715"/>
                    <a:pt x="6019" y="10715"/>
                  </a:cubicBezTo>
                  <a:cubicBezTo>
                    <a:pt x="5992" y="10715"/>
                    <a:pt x="5963" y="10721"/>
                    <a:pt x="5933" y="10734"/>
                  </a:cubicBezTo>
                  <a:cubicBezTo>
                    <a:pt x="5909" y="10743"/>
                    <a:pt x="5929" y="10734"/>
                    <a:pt x="5506" y="10978"/>
                  </a:cubicBezTo>
                  <a:lnTo>
                    <a:pt x="5909" y="10273"/>
                  </a:lnTo>
                  <a:lnTo>
                    <a:pt x="5957" y="10359"/>
                  </a:lnTo>
                  <a:cubicBezTo>
                    <a:pt x="6001" y="10434"/>
                    <a:pt x="6066" y="10465"/>
                    <a:pt x="6130" y="10465"/>
                  </a:cubicBezTo>
                  <a:cubicBezTo>
                    <a:pt x="6273" y="10465"/>
                    <a:pt x="6413" y="10315"/>
                    <a:pt x="6317" y="10153"/>
                  </a:cubicBezTo>
                  <a:lnTo>
                    <a:pt x="6149" y="9860"/>
                  </a:lnTo>
                  <a:lnTo>
                    <a:pt x="6149" y="9855"/>
                  </a:lnTo>
                  <a:lnTo>
                    <a:pt x="6149" y="9850"/>
                  </a:lnTo>
                  <a:lnTo>
                    <a:pt x="6457" y="9327"/>
                  </a:lnTo>
                  <a:cubicBezTo>
                    <a:pt x="6499" y="9403"/>
                    <a:pt x="6564" y="9434"/>
                    <a:pt x="6628" y="9434"/>
                  </a:cubicBezTo>
                  <a:cubicBezTo>
                    <a:pt x="6769" y="9434"/>
                    <a:pt x="6909" y="9285"/>
                    <a:pt x="6817" y="9121"/>
                  </a:cubicBezTo>
                  <a:lnTo>
                    <a:pt x="6697" y="8914"/>
                  </a:lnTo>
                  <a:lnTo>
                    <a:pt x="6975" y="8425"/>
                  </a:lnTo>
                  <a:cubicBezTo>
                    <a:pt x="7690" y="9663"/>
                    <a:pt x="7662" y="9606"/>
                    <a:pt x="7662" y="9610"/>
                  </a:cubicBezTo>
                  <a:cubicBezTo>
                    <a:pt x="7758" y="9777"/>
                    <a:pt x="7932" y="9869"/>
                    <a:pt x="8111" y="9869"/>
                  </a:cubicBezTo>
                  <a:cubicBezTo>
                    <a:pt x="8200" y="9869"/>
                    <a:pt x="8290" y="9846"/>
                    <a:pt x="8372" y="9798"/>
                  </a:cubicBezTo>
                  <a:lnTo>
                    <a:pt x="8962" y="9462"/>
                  </a:lnTo>
                  <a:cubicBezTo>
                    <a:pt x="9165" y="9344"/>
                    <a:pt x="9050" y="9070"/>
                    <a:pt x="8865" y="9070"/>
                  </a:cubicBezTo>
                  <a:cubicBezTo>
                    <a:pt x="8831" y="9070"/>
                    <a:pt x="8794" y="9080"/>
                    <a:pt x="8756" y="9102"/>
                  </a:cubicBezTo>
                  <a:lnTo>
                    <a:pt x="8593" y="9198"/>
                  </a:lnTo>
                  <a:cubicBezTo>
                    <a:pt x="8156" y="9442"/>
                    <a:pt x="8170" y="9452"/>
                    <a:pt x="8118" y="9452"/>
                  </a:cubicBezTo>
                  <a:cubicBezTo>
                    <a:pt x="8007" y="9452"/>
                    <a:pt x="8074" y="9447"/>
                    <a:pt x="7220" y="8007"/>
                  </a:cubicBezTo>
                  <a:lnTo>
                    <a:pt x="7686" y="7201"/>
                  </a:lnTo>
                  <a:cubicBezTo>
                    <a:pt x="7762" y="7157"/>
                    <a:pt x="7786" y="7133"/>
                    <a:pt x="7830" y="7133"/>
                  </a:cubicBezTo>
                  <a:cubicBezTo>
                    <a:pt x="7868" y="7133"/>
                    <a:pt x="7902" y="7153"/>
                    <a:pt x="7926" y="7186"/>
                  </a:cubicBezTo>
                  <a:lnTo>
                    <a:pt x="8804" y="8713"/>
                  </a:lnTo>
                  <a:cubicBezTo>
                    <a:pt x="8848" y="8788"/>
                    <a:pt x="8913" y="8820"/>
                    <a:pt x="8979" y="8820"/>
                  </a:cubicBezTo>
                  <a:cubicBezTo>
                    <a:pt x="9120" y="8820"/>
                    <a:pt x="9259" y="8671"/>
                    <a:pt x="9164" y="8506"/>
                  </a:cubicBezTo>
                  <a:lnTo>
                    <a:pt x="8286" y="6980"/>
                  </a:lnTo>
                  <a:cubicBezTo>
                    <a:pt x="8214" y="6855"/>
                    <a:pt x="8094" y="6769"/>
                    <a:pt x="7954" y="6735"/>
                  </a:cubicBezTo>
                  <a:lnTo>
                    <a:pt x="8559" y="5689"/>
                  </a:lnTo>
                  <a:cubicBezTo>
                    <a:pt x="10743" y="4455"/>
                    <a:pt x="10691" y="4393"/>
                    <a:pt x="10959" y="4393"/>
                  </a:cubicBezTo>
                  <a:cubicBezTo>
                    <a:pt x="11161" y="4393"/>
                    <a:pt x="11348" y="4498"/>
                    <a:pt x="11449" y="4676"/>
                  </a:cubicBezTo>
                  <a:lnTo>
                    <a:pt x="12174" y="5933"/>
                  </a:lnTo>
                  <a:cubicBezTo>
                    <a:pt x="12217" y="6008"/>
                    <a:pt x="12282" y="6039"/>
                    <a:pt x="12347" y="6039"/>
                  </a:cubicBezTo>
                  <a:cubicBezTo>
                    <a:pt x="12489" y="6039"/>
                    <a:pt x="12630" y="5889"/>
                    <a:pt x="12534" y="5727"/>
                  </a:cubicBezTo>
                  <a:lnTo>
                    <a:pt x="11809" y="4469"/>
                  </a:lnTo>
                  <a:cubicBezTo>
                    <a:pt x="11629" y="4154"/>
                    <a:pt x="11299" y="3979"/>
                    <a:pt x="10960" y="3979"/>
                  </a:cubicBezTo>
                  <a:cubicBezTo>
                    <a:pt x="10793" y="3979"/>
                    <a:pt x="10625" y="4021"/>
                    <a:pt x="10470" y="4109"/>
                  </a:cubicBezTo>
                  <a:lnTo>
                    <a:pt x="8977" y="4973"/>
                  </a:lnTo>
                  <a:lnTo>
                    <a:pt x="9841" y="3476"/>
                  </a:lnTo>
                  <a:cubicBezTo>
                    <a:pt x="10110" y="3005"/>
                    <a:pt x="9946" y="2405"/>
                    <a:pt x="9481" y="2136"/>
                  </a:cubicBezTo>
                  <a:lnTo>
                    <a:pt x="9039" y="1882"/>
                  </a:lnTo>
                  <a:cubicBezTo>
                    <a:pt x="9001" y="1860"/>
                    <a:pt x="8965" y="1851"/>
                    <a:pt x="8930" y="1851"/>
                  </a:cubicBezTo>
                  <a:cubicBezTo>
                    <a:pt x="8745" y="1851"/>
                    <a:pt x="8631" y="2125"/>
                    <a:pt x="8833" y="2242"/>
                  </a:cubicBezTo>
                  <a:lnTo>
                    <a:pt x="9274" y="2496"/>
                  </a:lnTo>
                  <a:cubicBezTo>
                    <a:pt x="9543" y="2655"/>
                    <a:pt x="9634" y="3000"/>
                    <a:pt x="9481" y="3269"/>
                  </a:cubicBezTo>
                  <a:lnTo>
                    <a:pt x="8257" y="5386"/>
                  </a:lnTo>
                  <a:lnTo>
                    <a:pt x="7844" y="6106"/>
                  </a:lnTo>
                  <a:lnTo>
                    <a:pt x="7388" y="6898"/>
                  </a:lnTo>
                  <a:lnTo>
                    <a:pt x="6745" y="8007"/>
                  </a:lnTo>
                  <a:lnTo>
                    <a:pt x="5084" y="10882"/>
                  </a:lnTo>
                  <a:lnTo>
                    <a:pt x="4844" y="11295"/>
                  </a:lnTo>
                  <a:lnTo>
                    <a:pt x="4748" y="11458"/>
                  </a:lnTo>
                  <a:lnTo>
                    <a:pt x="4748" y="10172"/>
                  </a:lnTo>
                  <a:cubicBezTo>
                    <a:pt x="5093" y="10110"/>
                    <a:pt x="5151" y="9798"/>
                    <a:pt x="5290" y="9610"/>
                  </a:cubicBezTo>
                  <a:lnTo>
                    <a:pt x="5290" y="9606"/>
                  </a:lnTo>
                  <a:lnTo>
                    <a:pt x="5444" y="9337"/>
                  </a:lnTo>
                  <a:cubicBezTo>
                    <a:pt x="5539" y="9172"/>
                    <a:pt x="5400" y="9024"/>
                    <a:pt x="5258" y="9024"/>
                  </a:cubicBezTo>
                  <a:cubicBezTo>
                    <a:pt x="5193" y="9024"/>
                    <a:pt x="5128" y="9055"/>
                    <a:pt x="5084" y="9130"/>
                  </a:cubicBezTo>
                  <a:lnTo>
                    <a:pt x="4748" y="9716"/>
                  </a:lnTo>
                  <a:lnTo>
                    <a:pt x="4748" y="8660"/>
                  </a:lnTo>
                  <a:lnTo>
                    <a:pt x="4935" y="8770"/>
                  </a:lnTo>
                  <a:cubicBezTo>
                    <a:pt x="4972" y="8791"/>
                    <a:pt x="5008" y="8800"/>
                    <a:pt x="5041" y="8800"/>
                  </a:cubicBezTo>
                  <a:cubicBezTo>
                    <a:pt x="5228" y="8800"/>
                    <a:pt x="5345" y="8524"/>
                    <a:pt x="5141" y="8410"/>
                  </a:cubicBezTo>
                  <a:lnTo>
                    <a:pt x="4748" y="8180"/>
                  </a:lnTo>
                  <a:lnTo>
                    <a:pt x="4748" y="7561"/>
                  </a:lnTo>
                  <a:cubicBezTo>
                    <a:pt x="4834" y="7609"/>
                    <a:pt x="4873" y="7652"/>
                    <a:pt x="4959" y="7652"/>
                  </a:cubicBezTo>
                  <a:cubicBezTo>
                    <a:pt x="5170" y="7652"/>
                    <a:pt x="5247" y="7373"/>
                    <a:pt x="5065" y="7268"/>
                  </a:cubicBezTo>
                  <a:lnTo>
                    <a:pt x="4753" y="7085"/>
                  </a:lnTo>
                  <a:lnTo>
                    <a:pt x="4753" y="6524"/>
                  </a:lnTo>
                  <a:cubicBezTo>
                    <a:pt x="6159" y="7335"/>
                    <a:pt x="6125" y="7340"/>
                    <a:pt x="6303" y="7340"/>
                  </a:cubicBezTo>
                  <a:cubicBezTo>
                    <a:pt x="6490" y="7340"/>
                    <a:pt x="6663" y="7239"/>
                    <a:pt x="6759" y="7076"/>
                  </a:cubicBezTo>
                  <a:lnTo>
                    <a:pt x="6759" y="7071"/>
                  </a:lnTo>
                  <a:lnTo>
                    <a:pt x="7090" y="6495"/>
                  </a:lnTo>
                  <a:cubicBezTo>
                    <a:pt x="7170" y="6354"/>
                    <a:pt x="7062" y="6184"/>
                    <a:pt x="6910" y="6184"/>
                  </a:cubicBezTo>
                  <a:cubicBezTo>
                    <a:pt x="6897" y="6184"/>
                    <a:pt x="6883" y="6185"/>
                    <a:pt x="6870" y="6188"/>
                  </a:cubicBezTo>
                  <a:cubicBezTo>
                    <a:pt x="6812" y="6197"/>
                    <a:pt x="6759" y="6236"/>
                    <a:pt x="6730" y="6289"/>
                  </a:cubicBezTo>
                  <a:lnTo>
                    <a:pt x="6394" y="6869"/>
                  </a:lnTo>
                  <a:cubicBezTo>
                    <a:pt x="6375" y="6906"/>
                    <a:pt x="6337" y="6926"/>
                    <a:pt x="6298" y="6926"/>
                  </a:cubicBezTo>
                  <a:cubicBezTo>
                    <a:pt x="6280" y="6926"/>
                    <a:pt x="6262" y="6922"/>
                    <a:pt x="6245" y="6913"/>
                  </a:cubicBezTo>
                  <a:lnTo>
                    <a:pt x="4743" y="6044"/>
                  </a:lnTo>
                  <a:lnTo>
                    <a:pt x="4743" y="5362"/>
                  </a:lnTo>
                  <a:cubicBezTo>
                    <a:pt x="4892" y="5132"/>
                    <a:pt x="4897" y="5031"/>
                    <a:pt x="4997" y="5031"/>
                  </a:cubicBezTo>
                  <a:cubicBezTo>
                    <a:pt x="5000" y="5031"/>
                    <a:pt x="5003" y="5031"/>
                    <a:pt x="5005" y="5031"/>
                  </a:cubicBezTo>
                  <a:cubicBezTo>
                    <a:pt x="5051" y="5031"/>
                    <a:pt x="5053" y="5053"/>
                    <a:pt x="6581" y="5924"/>
                  </a:cubicBezTo>
                  <a:cubicBezTo>
                    <a:pt x="6619" y="5946"/>
                    <a:pt x="6656" y="5955"/>
                    <a:pt x="6691" y="5955"/>
                  </a:cubicBezTo>
                  <a:cubicBezTo>
                    <a:pt x="6875" y="5955"/>
                    <a:pt x="6990" y="5681"/>
                    <a:pt x="6788" y="5564"/>
                  </a:cubicBezTo>
                  <a:lnTo>
                    <a:pt x="5261" y="4685"/>
                  </a:lnTo>
                  <a:cubicBezTo>
                    <a:pt x="5179" y="4637"/>
                    <a:pt x="5087" y="4613"/>
                    <a:pt x="4997" y="4613"/>
                  </a:cubicBezTo>
                  <a:cubicBezTo>
                    <a:pt x="4909" y="4613"/>
                    <a:pt x="4821" y="4636"/>
                    <a:pt x="4743" y="4681"/>
                  </a:cubicBezTo>
                  <a:lnTo>
                    <a:pt x="4743" y="3620"/>
                  </a:lnTo>
                  <a:lnTo>
                    <a:pt x="6073" y="1311"/>
                  </a:lnTo>
                  <a:cubicBezTo>
                    <a:pt x="6179" y="1130"/>
                    <a:pt x="6370" y="1030"/>
                    <a:pt x="6566" y="1030"/>
                  </a:cubicBezTo>
                  <a:cubicBezTo>
                    <a:pt x="6663" y="1030"/>
                    <a:pt x="6760" y="1054"/>
                    <a:pt x="6850" y="1104"/>
                  </a:cubicBezTo>
                  <a:lnTo>
                    <a:pt x="8103" y="1829"/>
                  </a:lnTo>
                  <a:cubicBezTo>
                    <a:pt x="8141" y="1851"/>
                    <a:pt x="8178" y="1861"/>
                    <a:pt x="8213" y="1861"/>
                  </a:cubicBezTo>
                  <a:cubicBezTo>
                    <a:pt x="8398" y="1861"/>
                    <a:pt x="8517" y="1586"/>
                    <a:pt x="8314" y="1469"/>
                  </a:cubicBezTo>
                  <a:lnTo>
                    <a:pt x="7057" y="744"/>
                  </a:lnTo>
                  <a:cubicBezTo>
                    <a:pt x="6903" y="656"/>
                    <a:pt x="6735" y="615"/>
                    <a:pt x="6570" y="615"/>
                  </a:cubicBezTo>
                  <a:cubicBezTo>
                    <a:pt x="6229" y="615"/>
                    <a:pt x="5898" y="791"/>
                    <a:pt x="5717" y="1104"/>
                  </a:cubicBezTo>
                  <a:lnTo>
                    <a:pt x="4743" y="2789"/>
                  </a:lnTo>
                  <a:lnTo>
                    <a:pt x="4743" y="984"/>
                  </a:lnTo>
                  <a:cubicBezTo>
                    <a:pt x="4743" y="442"/>
                    <a:pt x="4301" y="5"/>
                    <a:pt x="3764" y="5"/>
                  </a:cubicBezTo>
                  <a:lnTo>
                    <a:pt x="3250" y="5"/>
                  </a:lnTo>
                  <a:cubicBezTo>
                    <a:pt x="2976" y="5"/>
                    <a:pt x="2976" y="418"/>
                    <a:pt x="3250" y="418"/>
                  </a:cubicBezTo>
                  <a:lnTo>
                    <a:pt x="3764" y="418"/>
                  </a:lnTo>
                  <a:cubicBezTo>
                    <a:pt x="4076" y="418"/>
                    <a:pt x="4325" y="672"/>
                    <a:pt x="4330" y="984"/>
                  </a:cubicBezTo>
                  <a:lnTo>
                    <a:pt x="4330" y="5252"/>
                  </a:lnTo>
                  <a:cubicBezTo>
                    <a:pt x="4330" y="11175"/>
                    <a:pt x="4364" y="11919"/>
                    <a:pt x="4287" y="12255"/>
                  </a:cubicBezTo>
                  <a:cubicBezTo>
                    <a:pt x="4234" y="12476"/>
                    <a:pt x="4138" y="12683"/>
                    <a:pt x="3999" y="12865"/>
                  </a:cubicBezTo>
                  <a:cubicBezTo>
                    <a:pt x="3965" y="12913"/>
                    <a:pt x="3917" y="12966"/>
                    <a:pt x="3879" y="13009"/>
                  </a:cubicBezTo>
                  <a:cubicBezTo>
                    <a:pt x="3567" y="13345"/>
                    <a:pt x="3130" y="13532"/>
                    <a:pt x="2669" y="13532"/>
                  </a:cubicBezTo>
                  <a:lnTo>
                    <a:pt x="2069" y="13532"/>
                  </a:lnTo>
                  <a:cubicBezTo>
                    <a:pt x="1157" y="13532"/>
                    <a:pt x="413" y="12793"/>
                    <a:pt x="413" y="11876"/>
                  </a:cubicBezTo>
                  <a:lnTo>
                    <a:pt x="413" y="980"/>
                  </a:lnTo>
                  <a:cubicBezTo>
                    <a:pt x="413" y="668"/>
                    <a:pt x="668" y="413"/>
                    <a:pt x="980" y="413"/>
                  </a:cubicBezTo>
                  <a:lnTo>
                    <a:pt x="2429" y="413"/>
                  </a:lnTo>
                  <a:cubicBezTo>
                    <a:pt x="2703" y="413"/>
                    <a:pt x="2703" y="0"/>
                    <a:pt x="2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3"/>
            <p:cNvSpPr/>
            <p:nvPr/>
          </p:nvSpPr>
          <p:spPr>
            <a:xfrm>
              <a:off x="1589163" y="4073214"/>
              <a:ext cx="48579" cy="78896"/>
            </a:xfrm>
            <a:custGeom>
              <a:rect b="b" l="l" r="r" t="t"/>
              <a:pathLst>
                <a:path extrusionOk="0" h="3011" w="1854">
                  <a:moveTo>
                    <a:pt x="524" y="0"/>
                  </a:moveTo>
                  <a:cubicBezTo>
                    <a:pt x="236" y="0"/>
                    <a:pt x="1" y="236"/>
                    <a:pt x="1" y="524"/>
                  </a:cubicBezTo>
                  <a:lnTo>
                    <a:pt x="1" y="2487"/>
                  </a:lnTo>
                  <a:cubicBezTo>
                    <a:pt x="1" y="2775"/>
                    <a:pt x="236" y="3010"/>
                    <a:pt x="524" y="3010"/>
                  </a:cubicBezTo>
                  <a:lnTo>
                    <a:pt x="1201" y="3010"/>
                  </a:lnTo>
                  <a:cubicBezTo>
                    <a:pt x="1474" y="3010"/>
                    <a:pt x="1474" y="2597"/>
                    <a:pt x="1201" y="2597"/>
                  </a:cubicBezTo>
                  <a:lnTo>
                    <a:pt x="524" y="2597"/>
                  </a:lnTo>
                  <a:cubicBezTo>
                    <a:pt x="466" y="2597"/>
                    <a:pt x="413" y="2549"/>
                    <a:pt x="418" y="2487"/>
                  </a:cubicBezTo>
                  <a:lnTo>
                    <a:pt x="418" y="524"/>
                  </a:lnTo>
                  <a:cubicBezTo>
                    <a:pt x="418" y="466"/>
                    <a:pt x="466" y="418"/>
                    <a:pt x="524" y="418"/>
                  </a:cubicBezTo>
                  <a:lnTo>
                    <a:pt x="1330" y="418"/>
                  </a:lnTo>
                  <a:cubicBezTo>
                    <a:pt x="1388" y="418"/>
                    <a:pt x="1436" y="466"/>
                    <a:pt x="1436" y="524"/>
                  </a:cubicBezTo>
                  <a:lnTo>
                    <a:pt x="1436" y="2285"/>
                  </a:lnTo>
                  <a:cubicBezTo>
                    <a:pt x="1436" y="2400"/>
                    <a:pt x="1532" y="2492"/>
                    <a:pt x="1647" y="2492"/>
                  </a:cubicBezTo>
                  <a:cubicBezTo>
                    <a:pt x="1757" y="2492"/>
                    <a:pt x="1853" y="2400"/>
                    <a:pt x="1853" y="2285"/>
                  </a:cubicBezTo>
                  <a:lnTo>
                    <a:pt x="1853" y="524"/>
                  </a:lnTo>
                  <a:cubicBezTo>
                    <a:pt x="1853" y="236"/>
                    <a:pt x="1618" y="0"/>
                    <a:pt x="13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3"/>
            <p:cNvSpPr/>
            <p:nvPr/>
          </p:nvSpPr>
          <p:spPr>
            <a:xfrm>
              <a:off x="1565529" y="4074656"/>
              <a:ext cx="10953" cy="47060"/>
            </a:xfrm>
            <a:custGeom>
              <a:rect b="b" l="l" r="r" t="t"/>
              <a:pathLst>
                <a:path extrusionOk="0" h="1796" w="418">
                  <a:moveTo>
                    <a:pt x="207" y="1"/>
                  </a:moveTo>
                  <a:cubicBezTo>
                    <a:pt x="103" y="1"/>
                    <a:pt x="0" y="70"/>
                    <a:pt x="0" y="209"/>
                  </a:cubicBezTo>
                  <a:lnTo>
                    <a:pt x="0" y="1587"/>
                  </a:lnTo>
                  <a:cubicBezTo>
                    <a:pt x="0" y="1726"/>
                    <a:pt x="104" y="1796"/>
                    <a:pt x="209" y="1796"/>
                  </a:cubicBezTo>
                  <a:cubicBezTo>
                    <a:pt x="313" y="1796"/>
                    <a:pt x="418" y="1726"/>
                    <a:pt x="418" y="1587"/>
                  </a:cubicBezTo>
                  <a:lnTo>
                    <a:pt x="418" y="209"/>
                  </a:lnTo>
                  <a:cubicBezTo>
                    <a:pt x="415" y="70"/>
                    <a:pt x="311"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3"/>
            <p:cNvSpPr/>
            <p:nvPr/>
          </p:nvSpPr>
          <p:spPr>
            <a:xfrm>
              <a:off x="1565529" y="4132589"/>
              <a:ext cx="10822" cy="18106"/>
            </a:xfrm>
            <a:custGeom>
              <a:rect b="b" l="l" r="r" t="t"/>
              <a:pathLst>
                <a:path extrusionOk="0" h="691" w="413">
                  <a:moveTo>
                    <a:pt x="206" y="0"/>
                  </a:moveTo>
                  <a:cubicBezTo>
                    <a:pt x="91" y="0"/>
                    <a:pt x="0" y="91"/>
                    <a:pt x="0" y="206"/>
                  </a:cubicBezTo>
                  <a:lnTo>
                    <a:pt x="0" y="485"/>
                  </a:lnTo>
                  <a:cubicBezTo>
                    <a:pt x="0" y="622"/>
                    <a:pt x="103" y="690"/>
                    <a:pt x="206" y="690"/>
                  </a:cubicBezTo>
                  <a:cubicBezTo>
                    <a:pt x="310" y="690"/>
                    <a:pt x="413" y="622"/>
                    <a:pt x="413" y="485"/>
                  </a:cubicBezTo>
                  <a:lnTo>
                    <a:pt x="413" y="206"/>
                  </a:lnTo>
                  <a:cubicBezTo>
                    <a:pt x="413" y="91"/>
                    <a:pt x="322"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3"/>
            <p:cNvSpPr/>
            <p:nvPr/>
          </p:nvSpPr>
          <p:spPr>
            <a:xfrm>
              <a:off x="1478720" y="4132589"/>
              <a:ext cx="10848" cy="18106"/>
            </a:xfrm>
            <a:custGeom>
              <a:rect b="b" l="l" r="r" t="t"/>
              <a:pathLst>
                <a:path extrusionOk="0" h="691" w="414">
                  <a:moveTo>
                    <a:pt x="207" y="0"/>
                  </a:moveTo>
                  <a:cubicBezTo>
                    <a:pt x="92" y="0"/>
                    <a:pt x="1" y="91"/>
                    <a:pt x="1" y="206"/>
                  </a:cubicBezTo>
                  <a:lnTo>
                    <a:pt x="1" y="485"/>
                  </a:lnTo>
                  <a:cubicBezTo>
                    <a:pt x="1" y="622"/>
                    <a:pt x="104" y="690"/>
                    <a:pt x="207" y="690"/>
                  </a:cubicBezTo>
                  <a:cubicBezTo>
                    <a:pt x="311" y="690"/>
                    <a:pt x="414" y="622"/>
                    <a:pt x="414" y="485"/>
                  </a:cubicBezTo>
                  <a:lnTo>
                    <a:pt x="414" y="206"/>
                  </a:lnTo>
                  <a:cubicBezTo>
                    <a:pt x="414" y="91"/>
                    <a:pt x="323"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83"/>
            <p:cNvSpPr/>
            <p:nvPr/>
          </p:nvSpPr>
          <p:spPr>
            <a:xfrm>
              <a:off x="1338117" y="4101697"/>
              <a:ext cx="52457" cy="44990"/>
            </a:xfrm>
            <a:custGeom>
              <a:rect b="b" l="l" r="r" t="t"/>
              <a:pathLst>
                <a:path extrusionOk="0" h="1717" w="2002">
                  <a:moveTo>
                    <a:pt x="855" y="416"/>
                  </a:moveTo>
                  <a:cubicBezTo>
                    <a:pt x="1248" y="416"/>
                    <a:pt x="1445" y="891"/>
                    <a:pt x="1167" y="1169"/>
                  </a:cubicBezTo>
                  <a:cubicBezTo>
                    <a:pt x="1077" y="1260"/>
                    <a:pt x="966" y="1300"/>
                    <a:pt x="857" y="1300"/>
                  </a:cubicBezTo>
                  <a:cubicBezTo>
                    <a:pt x="630" y="1300"/>
                    <a:pt x="413" y="1124"/>
                    <a:pt x="413" y="857"/>
                  </a:cubicBezTo>
                  <a:cubicBezTo>
                    <a:pt x="413" y="617"/>
                    <a:pt x="610" y="416"/>
                    <a:pt x="855" y="416"/>
                  </a:cubicBezTo>
                  <a:close/>
                  <a:moveTo>
                    <a:pt x="861" y="1"/>
                  </a:moveTo>
                  <a:cubicBezTo>
                    <a:pt x="422" y="1"/>
                    <a:pt x="0" y="341"/>
                    <a:pt x="0" y="857"/>
                  </a:cubicBezTo>
                  <a:cubicBezTo>
                    <a:pt x="0" y="1333"/>
                    <a:pt x="384" y="1717"/>
                    <a:pt x="855" y="1717"/>
                  </a:cubicBezTo>
                  <a:cubicBezTo>
                    <a:pt x="1618" y="1717"/>
                    <a:pt x="2002" y="795"/>
                    <a:pt x="1459" y="253"/>
                  </a:cubicBezTo>
                  <a:cubicBezTo>
                    <a:pt x="1285" y="79"/>
                    <a:pt x="1071" y="1"/>
                    <a:pt x="8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3"/>
            <p:cNvSpPr/>
            <p:nvPr/>
          </p:nvSpPr>
          <p:spPr>
            <a:xfrm>
              <a:off x="1321138" y="3835479"/>
              <a:ext cx="78870" cy="48579"/>
            </a:xfrm>
            <a:custGeom>
              <a:rect b="b" l="l" r="r" t="t"/>
              <a:pathLst>
                <a:path extrusionOk="0" h="1854" w="3010">
                  <a:moveTo>
                    <a:pt x="523" y="1"/>
                  </a:moveTo>
                  <a:cubicBezTo>
                    <a:pt x="235" y="1"/>
                    <a:pt x="0" y="236"/>
                    <a:pt x="0" y="524"/>
                  </a:cubicBezTo>
                  <a:lnTo>
                    <a:pt x="0" y="1331"/>
                  </a:lnTo>
                  <a:cubicBezTo>
                    <a:pt x="0" y="1619"/>
                    <a:pt x="235" y="1849"/>
                    <a:pt x="523" y="1854"/>
                  </a:cubicBezTo>
                  <a:lnTo>
                    <a:pt x="2487" y="1854"/>
                  </a:lnTo>
                  <a:cubicBezTo>
                    <a:pt x="2775" y="1849"/>
                    <a:pt x="3010" y="1619"/>
                    <a:pt x="3010" y="1331"/>
                  </a:cubicBezTo>
                  <a:lnTo>
                    <a:pt x="3010" y="654"/>
                  </a:lnTo>
                  <a:cubicBezTo>
                    <a:pt x="3010" y="517"/>
                    <a:pt x="2907" y="449"/>
                    <a:pt x="2804" y="449"/>
                  </a:cubicBezTo>
                  <a:cubicBezTo>
                    <a:pt x="2700" y="449"/>
                    <a:pt x="2597" y="517"/>
                    <a:pt x="2597" y="654"/>
                  </a:cubicBezTo>
                  <a:lnTo>
                    <a:pt x="2597" y="1331"/>
                  </a:lnTo>
                  <a:cubicBezTo>
                    <a:pt x="2597" y="1388"/>
                    <a:pt x="2549" y="1436"/>
                    <a:pt x="2487" y="1436"/>
                  </a:cubicBezTo>
                  <a:lnTo>
                    <a:pt x="523" y="1436"/>
                  </a:lnTo>
                  <a:cubicBezTo>
                    <a:pt x="461" y="1436"/>
                    <a:pt x="413" y="1388"/>
                    <a:pt x="413" y="1331"/>
                  </a:cubicBezTo>
                  <a:lnTo>
                    <a:pt x="413" y="524"/>
                  </a:lnTo>
                  <a:cubicBezTo>
                    <a:pt x="413" y="462"/>
                    <a:pt x="461" y="414"/>
                    <a:pt x="523" y="414"/>
                  </a:cubicBezTo>
                  <a:lnTo>
                    <a:pt x="2285" y="414"/>
                  </a:lnTo>
                  <a:cubicBezTo>
                    <a:pt x="2564" y="414"/>
                    <a:pt x="2564" y="1"/>
                    <a:pt x="2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3"/>
            <p:cNvSpPr/>
            <p:nvPr/>
          </p:nvSpPr>
          <p:spPr>
            <a:xfrm>
              <a:off x="1378731" y="3896741"/>
              <a:ext cx="21669" cy="10979"/>
            </a:xfrm>
            <a:custGeom>
              <a:rect b="b" l="l" r="r" t="t"/>
              <a:pathLst>
                <a:path extrusionOk="0" h="419" w="827">
                  <a:moveTo>
                    <a:pt x="274" y="1"/>
                  </a:moveTo>
                  <a:cubicBezTo>
                    <a:pt x="1" y="1"/>
                    <a:pt x="1" y="418"/>
                    <a:pt x="274" y="418"/>
                  </a:cubicBezTo>
                  <a:lnTo>
                    <a:pt x="553" y="418"/>
                  </a:lnTo>
                  <a:cubicBezTo>
                    <a:pt x="826" y="418"/>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3"/>
            <p:cNvSpPr/>
            <p:nvPr/>
          </p:nvSpPr>
          <p:spPr>
            <a:xfrm>
              <a:off x="1320745" y="3896741"/>
              <a:ext cx="50728" cy="10979"/>
            </a:xfrm>
            <a:custGeom>
              <a:rect b="b" l="l" r="r" t="t"/>
              <a:pathLst>
                <a:path extrusionOk="0" h="419" w="1936">
                  <a:moveTo>
                    <a:pt x="279" y="1"/>
                  </a:moveTo>
                  <a:cubicBezTo>
                    <a:pt x="1" y="1"/>
                    <a:pt x="1" y="418"/>
                    <a:pt x="279" y="418"/>
                  </a:cubicBezTo>
                  <a:lnTo>
                    <a:pt x="1657" y="418"/>
                  </a:lnTo>
                  <a:cubicBezTo>
                    <a:pt x="1935" y="418"/>
                    <a:pt x="1935" y="1"/>
                    <a:pt x="16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3"/>
            <p:cNvSpPr/>
            <p:nvPr/>
          </p:nvSpPr>
          <p:spPr>
            <a:xfrm>
              <a:off x="1321138" y="3922288"/>
              <a:ext cx="78870" cy="48553"/>
            </a:xfrm>
            <a:custGeom>
              <a:rect b="b" l="l" r="r" t="t"/>
              <a:pathLst>
                <a:path extrusionOk="0" h="1853" w="3010">
                  <a:moveTo>
                    <a:pt x="523" y="0"/>
                  </a:moveTo>
                  <a:cubicBezTo>
                    <a:pt x="235" y="0"/>
                    <a:pt x="0" y="235"/>
                    <a:pt x="0" y="523"/>
                  </a:cubicBezTo>
                  <a:lnTo>
                    <a:pt x="0" y="1330"/>
                  </a:lnTo>
                  <a:cubicBezTo>
                    <a:pt x="0" y="1618"/>
                    <a:pt x="235" y="1853"/>
                    <a:pt x="523" y="1853"/>
                  </a:cubicBezTo>
                  <a:lnTo>
                    <a:pt x="2487" y="1853"/>
                  </a:lnTo>
                  <a:cubicBezTo>
                    <a:pt x="2775" y="1853"/>
                    <a:pt x="3010" y="1618"/>
                    <a:pt x="3010" y="1330"/>
                  </a:cubicBezTo>
                  <a:lnTo>
                    <a:pt x="3010" y="658"/>
                  </a:lnTo>
                  <a:cubicBezTo>
                    <a:pt x="3010" y="543"/>
                    <a:pt x="2919" y="447"/>
                    <a:pt x="2804" y="447"/>
                  </a:cubicBezTo>
                  <a:cubicBezTo>
                    <a:pt x="2780" y="447"/>
                    <a:pt x="2760" y="451"/>
                    <a:pt x="2736" y="461"/>
                  </a:cubicBezTo>
                  <a:cubicBezTo>
                    <a:pt x="2655" y="485"/>
                    <a:pt x="2597" y="567"/>
                    <a:pt x="2597" y="653"/>
                  </a:cubicBezTo>
                  <a:lnTo>
                    <a:pt x="2597" y="1330"/>
                  </a:lnTo>
                  <a:cubicBezTo>
                    <a:pt x="2597" y="1387"/>
                    <a:pt x="2549" y="1435"/>
                    <a:pt x="2487" y="1435"/>
                  </a:cubicBezTo>
                  <a:lnTo>
                    <a:pt x="523" y="1435"/>
                  </a:lnTo>
                  <a:cubicBezTo>
                    <a:pt x="466" y="1435"/>
                    <a:pt x="413" y="1387"/>
                    <a:pt x="413" y="1330"/>
                  </a:cubicBezTo>
                  <a:lnTo>
                    <a:pt x="413" y="523"/>
                  </a:lnTo>
                  <a:cubicBezTo>
                    <a:pt x="413" y="466"/>
                    <a:pt x="466" y="418"/>
                    <a:pt x="523" y="418"/>
                  </a:cubicBezTo>
                  <a:lnTo>
                    <a:pt x="2285" y="418"/>
                  </a:lnTo>
                  <a:cubicBezTo>
                    <a:pt x="2564" y="418"/>
                    <a:pt x="2564"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3"/>
            <p:cNvSpPr/>
            <p:nvPr/>
          </p:nvSpPr>
          <p:spPr>
            <a:xfrm>
              <a:off x="1378731" y="3983654"/>
              <a:ext cx="21669" cy="10848"/>
            </a:xfrm>
            <a:custGeom>
              <a:rect b="b" l="l" r="r" t="t"/>
              <a:pathLst>
                <a:path extrusionOk="0" h="414" w="827">
                  <a:moveTo>
                    <a:pt x="274" y="1"/>
                  </a:moveTo>
                  <a:cubicBezTo>
                    <a:pt x="1" y="1"/>
                    <a:pt x="1" y="413"/>
                    <a:pt x="274" y="413"/>
                  </a:cubicBezTo>
                  <a:lnTo>
                    <a:pt x="553" y="413"/>
                  </a:lnTo>
                  <a:cubicBezTo>
                    <a:pt x="826" y="413"/>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3"/>
            <p:cNvSpPr/>
            <p:nvPr/>
          </p:nvSpPr>
          <p:spPr>
            <a:xfrm>
              <a:off x="1320745" y="3983654"/>
              <a:ext cx="50807" cy="10848"/>
            </a:xfrm>
            <a:custGeom>
              <a:rect b="b" l="l" r="r" t="t"/>
              <a:pathLst>
                <a:path extrusionOk="0" h="414" w="1939">
                  <a:moveTo>
                    <a:pt x="279" y="1"/>
                  </a:moveTo>
                  <a:cubicBezTo>
                    <a:pt x="1" y="1"/>
                    <a:pt x="1" y="413"/>
                    <a:pt x="279" y="413"/>
                  </a:cubicBezTo>
                  <a:lnTo>
                    <a:pt x="1657" y="413"/>
                  </a:lnTo>
                  <a:cubicBezTo>
                    <a:pt x="1658" y="413"/>
                    <a:pt x="1660" y="413"/>
                    <a:pt x="1662" y="413"/>
                  </a:cubicBezTo>
                  <a:cubicBezTo>
                    <a:pt x="1935" y="413"/>
                    <a:pt x="1938" y="5"/>
                    <a:pt x="16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3"/>
            <p:cNvSpPr/>
            <p:nvPr/>
          </p:nvSpPr>
          <p:spPr>
            <a:xfrm>
              <a:off x="1321138" y="4008442"/>
              <a:ext cx="79498" cy="48448"/>
            </a:xfrm>
            <a:custGeom>
              <a:rect b="b" l="l" r="r" t="t"/>
              <a:pathLst>
                <a:path extrusionOk="0" h="1849" w="3034">
                  <a:moveTo>
                    <a:pt x="523" y="0"/>
                  </a:moveTo>
                  <a:cubicBezTo>
                    <a:pt x="235" y="0"/>
                    <a:pt x="0" y="235"/>
                    <a:pt x="0" y="523"/>
                  </a:cubicBezTo>
                  <a:lnTo>
                    <a:pt x="0" y="1330"/>
                  </a:lnTo>
                  <a:cubicBezTo>
                    <a:pt x="0" y="1618"/>
                    <a:pt x="235" y="1848"/>
                    <a:pt x="523" y="1848"/>
                  </a:cubicBezTo>
                  <a:lnTo>
                    <a:pt x="2487" y="1848"/>
                  </a:lnTo>
                  <a:cubicBezTo>
                    <a:pt x="2492" y="1849"/>
                    <a:pt x="2497" y="1849"/>
                    <a:pt x="2502" y="1849"/>
                  </a:cubicBezTo>
                  <a:cubicBezTo>
                    <a:pt x="2650" y="1849"/>
                    <a:pt x="2788" y="1782"/>
                    <a:pt x="2885" y="1671"/>
                  </a:cubicBezTo>
                  <a:cubicBezTo>
                    <a:pt x="2967" y="1575"/>
                    <a:pt x="3010" y="1455"/>
                    <a:pt x="3010" y="1330"/>
                  </a:cubicBezTo>
                  <a:cubicBezTo>
                    <a:pt x="3000" y="658"/>
                    <a:pt x="3034" y="629"/>
                    <a:pt x="2981" y="543"/>
                  </a:cubicBezTo>
                  <a:cubicBezTo>
                    <a:pt x="2937" y="477"/>
                    <a:pt x="2872" y="448"/>
                    <a:pt x="2807" y="448"/>
                  </a:cubicBezTo>
                  <a:cubicBezTo>
                    <a:pt x="2701" y="448"/>
                    <a:pt x="2597" y="527"/>
                    <a:pt x="2597" y="658"/>
                  </a:cubicBezTo>
                  <a:lnTo>
                    <a:pt x="2597" y="1330"/>
                  </a:lnTo>
                  <a:cubicBezTo>
                    <a:pt x="2597" y="1388"/>
                    <a:pt x="2549" y="1436"/>
                    <a:pt x="2492" y="1436"/>
                  </a:cubicBezTo>
                  <a:lnTo>
                    <a:pt x="523" y="1436"/>
                  </a:lnTo>
                  <a:cubicBezTo>
                    <a:pt x="461" y="1436"/>
                    <a:pt x="413" y="1388"/>
                    <a:pt x="413" y="1330"/>
                  </a:cubicBezTo>
                  <a:lnTo>
                    <a:pt x="413" y="523"/>
                  </a:lnTo>
                  <a:cubicBezTo>
                    <a:pt x="413" y="466"/>
                    <a:pt x="461" y="413"/>
                    <a:pt x="523" y="413"/>
                  </a:cubicBezTo>
                  <a:lnTo>
                    <a:pt x="2285" y="413"/>
                  </a:lnTo>
                  <a:cubicBezTo>
                    <a:pt x="2372" y="413"/>
                    <a:pt x="2448" y="360"/>
                    <a:pt x="2477" y="279"/>
                  </a:cubicBezTo>
                  <a:cubicBezTo>
                    <a:pt x="2525" y="144"/>
                    <a:pt x="2429"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3"/>
            <p:cNvSpPr/>
            <p:nvPr/>
          </p:nvSpPr>
          <p:spPr>
            <a:xfrm>
              <a:off x="1320614" y="4069677"/>
              <a:ext cx="49103" cy="10848"/>
            </a:xfrm>
            <a:custGeom>
              <a:rect b="b" l="l" r="r" t="t"/>
              <a:pathLst>
                <a:path extrusionOk="0" h="414" w="1874">
                  <a:moveTo>
                    <a:pt x="255" y="1"/>
                  </a:moveTo>
                  <a:cubicBezTo>
                    <a:pt x="1" y="39"/>
                    <a:pt x="30" y="414"/>
                    <a:pt x="284" y="414"/>
                  </a:cubicBezTo>
                  <a:lnTo>
                    <a:pt x="1667" y="414"/>
                  </a:lnTo>
                  <a:cubicBezTo>
                    <a:pt x="1777" y="414"/>
                    <a:pt x="1873" y="323"/>
                    <a:pt x="1873" y="207"/>
                  </a:cubicBezTo>
                  <a:cubicBezTo>
                    <a:pt x="1873" y="92"/>
                    <a:pt x="1782" y="1"/>
                    <a:pt x="1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3"/>
            <p:cNvSpPr/>
            <p:nvPr/>
          </p:nvSpPr>
          <p:spPr>
            <a:xfrm>
              <a:off x="1378731" y="4069677"/>
              <a:ext cx="21669" cy="10979"/>
            </a:xfrm>
            <a:custGeom>
              <a:rect b="b" l="l" r="r" t="t"/>
              <a:pathLst>
                <a:path extrusionOk="0" h="419" w="827">
                  <a:moveTo>
                    <a:pt x="274" y="1"/>
                  </a:moveTo>
                  <a:cubicBezTo>
                    <a:pt x="1" y="1"/>
                    <a:pt x="1" y="419"/>
                    <a:pt x="274" y="419"/>
                  </a:cubicBezTo>
                  <a:lnTo>
                    <a:pt x="553" y="419"/>
                  </a:lnTo>
                  <a:cubicBezTo>
                    <a:pt x="826" y="419"/>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3"/>
            <p:cNvSpPr/>
            <p:nvPr/>
          </p:nvSpPr>
          <p:spPr>
            <a:xfrm>
              <a:off x="1546768" y="3942045"/>
              <a:ext cx="69437" cy="82512"/>
            </a:xfrm>
            <a:custGeom>
              <a:rect b="b" l="l" r="r" t="t"/>
              <a:pathLst>
                <a:path extrusionOk="0" h="3149" w="2650">
                  <a:moveTo>
                    <a:pt x="1219" y="1"/>
                  </a:moveTo>
                  <a:cubicBezTo>
                    <a:pt x="1130" y="1"/>
                    <a:pt x="1039" y="24"/>
                    <a:pt x="956" y="72"/>
                  </a:cubicBezTo>
                  <a:lnTo>
                    <a:pt x="260" y="470"/>
                  </a:lnTo>
                  <a:cubicBezTo>
                    <a:pt x="97" y="566"/>
                    <a:pt x="1" y="739"/>
                    <a:pt x="1" y="926"/>
                  </a:cubicBezTo>
                  <a:cubicBezTo>
                    <a:pt x="1" y="1171"/>
                    <a:pt x="73" y="1147"/>
                    <a:pt x="1052" y="2889"/>
                  </a:cubicBezTo>
                  <a:cubicBezTo>
                    <a:pt x="1143" y="3048"/>
                    <a:pt x="1316" y="3149"/>
                    <a:pt x="1503" y="3149"/>
                  </a:cubicBezTo>
                  <a:cubicBezTo>
                    <a:pt x="1734" y="3149"/>
                    <a:pt x="1825" y="3029"/>
                    <a:pt x="2348" y="2741"/>
                  </a:cubicBezTo>
                  <a:cubicBezTo>
                    <a:pt x="2551" y="2627"/>
                    <a:pt x="2434" y="2351"/>
                    <a:pt x="2248" y="2351"/>
                  </a:cubicBezTo>
                  <a:cubicBezTo>
                    <a:pt x="2214" y="2351"/>
                    <a:pt x="2178" y="2360"/>
                    <a:pt x="2142" y="2381"/>
                  </a:cubicBezTo>
                  <a:cubicBezTo>
                    <a:pt x="1527" y="2731"/>
                    <a:pt x="1556" y="2731"/>
                    <a:pt x="1503" y="2731"/>
                  </a:cubicBezTo>
                  <a:cubicBezTo>
                    <a:pt x="1383" y="2731"/>
                    <a:pt x="1451" y="2707"/>
                    <a:pt x="428" y="979"/>
                  </a:cubicBezTo>
                  <a:cubicBezTo>
                    <a:pt x="399" y="926"/>
                    <a:pt x="418" y="864"/>
                    <a:pt x="466" y="835"/>
                  </a:cubicBezTo>
                  <a:lnTo>
                    <a:pt x="1167" y="432"/>
                  </a:lnTo>
                  <a:cubicBezTo>
                    <a:pt x="1184" y="420"/>
                    <a:pt x="1202" y="415"/>
                    <a:pt x="1221" y="415"/>
                  </a:cubicBezTo>
                  <a:cubicBezTo>
                    <a:pt x="1257" y="415"/>
                    <a:pt x="1294" y="435"/>
                    <a:pt x="1316" y="470"/>
                  </a:cubicBezTo>
                  <a:lnTo>
                    <a:pt x="2195" y="1997"/>
                  </a:lnTo>
                  <a:cubicBezTo>
                    <a:pt x="2238" y="2072"/>
                    <a:pt x="2304" y="2103"/>
                    <a:pt x="2369" y="2103"/>
                  </a:cubicBezTo>
                  <a:cubicBezTo>
                    <a:pt x="2511" y="2103"/>
                    <a:pt x="2650" y="1955"/>
                    <a:pt x="2555" y="1790"/>
                  </a:cubicBezTo>
                  <a:lnTo>
                    <a:pt x="1671" y="264"/>
                  </a:lnTo>
                  <a:cubicBezTo>
                    <a:pt x="1575" y="94"/>
                    <a:pt x="1400" y="1"/>
                    <a:pt x="1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3"/>
            <p:cNvSpPr/>
            <p:nvPr/>
          </p:nvSpPr>
          <p:spPr>
            <a:xfrm>
              <a:off x="1552192" y="4021019"/>
              <a:ext cx="16979" cy="17294"/>
            </a:xfrm>
            <a:custGeom>
              <a:rect b="b" l="l" r="r" t="t"/>
              <a:pathLst>
                <a:path extrusionOk="0" h="660" w="648">
                  <a:moveTo>
                    <a:pt x="235" y="1"/>
                  </a:moveTo>
                  <a:cubicBezTo>
                    <a:pt x="200" y="1"/>
                    <a:pt x="163" y="10"/>
                    <a:pt x="130" y="29"/>
                  </a:cubicBezTo>
                  <a:cubicBezTo>
                    <a:pt x="34" y="87"/>
                    <a:pt x="0" y="216"/>
                    <a:pt x="58" y="312"/>
                  </a:cubicBezTo>
                  <a:lnTo>
                    <a:pt x="192" y="552"/>
                  </a:lnTo>
                  <a:cubicBezTo>
                    <a:pt x="236" y="628"/>
                    <a:pt x="302" y="659"/>
                    <a:pt x="367" y="659"/>
                  </a:cubicBezTo>
                  <a:cubicBezTo>
                    <a:pt x="509" y="659"/>
                    <a:pt x="648" y="510"/>
                    <a:pt x="552" y="346"/>
                  </a:cubicBezTo>
                  <a:lnTo>
                    <a:pt x="418" y="106"/>
                  </a:lnTo>
                  <a:cubicBezTo>
                    <a:pt x="379" y="38"/>
                    <a:pt x="308" y="1"/>
                    <a:pt x="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3"/>
            <p:cNvSpPr/>
            <p:nvPr/>
          </p:nvSpPr>
          <p:spPr>
            <a:xfrm>
              <a:off x="1523133" y="3970972"/>
              <a:ext cx="31574" cy="42291"/>
            </a:xfrm>
            <a:custGeom>
              <a:rect b="b" l="l" r="r" t="t"/>
              <a:pathLst>
                <a:path extrusionOk="0" h="1614" w="1205">
                  <a:moveTo>
                    <a:pt x="239" y="1"/>
                  </a:moveTo>
                  <a:cubicBezTo>
                    <a:pt x="204" y="1"/>
                    <a:pt x="168" y="10"/>
                    <a:pt x="135" y="29"/>
                  </a:cubicBezTo>
                  <a:cubicBezTo>
                    <a:pt x="39" y="86"/>
                    <a:pt x="0" y="211"/>
                    <a:pt x="58" y="312"/>
                  </a:cubicBezTo>
                  <a:lnTo>
                    <a:pt x="749" y="1507"/>
                  </a:lnTo>
                  <a:cubicBezTo>
                    <a:pt x="793" y="1583"/>
                    <a:pt x="859" y="1614"/>
                    <a:pt x="924" y="1614"/>
                  </a:cubicBezTo>
                  <a:cubicBezTo>
                    <a:pt x="1066" y="1614"/>
                    <a:pt x="1205" y="1465"/>
                    <a:pt x="1109" y="1301"/>
                  </a:cubicBezTo>
                  <a:lnTo>
                    <a:pt x="418" y="105"/>
                  </a:lnTo>
                  <a:cubicBezTo>
                    <a:pt x="379" y="38"/>
                    <a:pt x="311" y="1"/>
                    <a:pt x="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3"/>
            <p:cNvSpPr/>
            <p:nvPr/>
          </p:nvSpPr>
          <p:spPr>
            <a:xfrm>
              <a:off x="1476964" y="4064489"/>
              <a:ext cx="17005" cy="17241"/>
            </a:xfrm>
            <a:custGeom>
              <a:rect b="b" l="l" r="r" t="t"/>
              <a:pathLst>
                <a:path extrusionOk="0" h="658" w="649">
                  <a:moveTo>
                    <a:pt x="237" y="1"/>
                  </a:moveTo>
                  <a:cubicBezTo>
                    <a:pt x="201" y="1"/>
                    <a:pt x="164" y="10"/>
                    <a:pt x="130" y="31"/>
                  </a:cubicBezTo>
                  <a:cubicBezTo>
                    <a:pt x="34" y="84"/>
                    <a:pt x="1" y="213"/>
                    <a:pt x="58" y="314"/>
                  </a:cubicBezTo>
                  <a:lnTo>
                    <a:pt x="193" y="554"/>
                  </a:lnTo>
                  <a:cubicBezTo>
                    <a:pt x="236" y="627"/>
                    <a:pt x="301" y="658"/>
                    <a:pt x="365" y="658"/>
                  </a:cubicBezTo>
                  <a:cubicBezTo>
                    <a:pt x="508" y="658"/>
                    <a:pt x="649" y="508"/>
                    <a:pt x="553" y="343"/>
                  </a:cubicBezTo>
                  <a:lnTo>
                    <a:pt x="418" y="103"/>
                  </a:lnTo>
                  <a:cubicBezTo>
                    <a:pt x="380" y="39"/>
                    <a:pt x="310" y="1"/>
                    <a:pt x="2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3"/>
            <p:cNvSpPr/>
            <p:nvPr/>
          </p:nvSpPr>
          <p:spPr>
            <a:xfrm>
              <a:off x="1448666" y="3854974"/>
              <a:ext cx="81437" cy="71611"/>
            </a:xfrm>
            <a:custGeom>
              <a:rect b="b" l="l" r="r" t="t"/>
              <a:pathLst>
                <a:path extrusionOk="0" h="2733" w="3108">
                  <a:moveTo>
                    <a:pt x="927" y="1"/>
                  </a:moveTo>
                  <a:cubicBezTo>
                    <a:pt x="740" y="1"/>
                    <a:pt x="567" y="102"/>
                    <a:pt x="471" y="265"/>
                  </a:cubicBezTo>
                  <a:cubicBezTo>
                    <a:pt x="116" y="918"/>
                    <a:pt x="1" y="995"/>
                    <a:pt x="1" y="1225"/>
                  </a:cubicBezTo>
                  <a:cubicBezTo>
                    <a:pt x="1" y="1412"/>
                    <a:pt x="101" y="1585"/>
                    <a:pt x="260" y="1681"/>
                  </a:cubicBezTo>
                  <a:cubicBezTo>
                    <a:pt x="2002" y="2656"/>
                    <a:pt x="1978" y="2732"/>
                    <a:pt x="2223" y="2732"/>
                  </a:cubicBezTo>
                  <a:cubicBezTo>
                    <a:pt x="2410" y="2732"/>
                    <a:pt x="2583" y="2632"/>
                    <a:pt x="2674" y="2468"/>
                  </a:cubicBezTo>
                  <a:lnTo>
                    <a:pt x="3015" y="1887"/>
                  </a:lnTo>
                  <a:cubicBezTo>
                    <a:pt x="3107" y="1723"/>
                    <a:pt x="2967" y="1574"/>
                    <a:pt x="2827" y="1574"/>
                  </a:cubicBezTo>
                  <a:cubicBezTo>
                    <a:pt x="2762" y="1574"/>
                    <a:pt x="2697" y="1606"/>
                    <a:pt x="2655" y="1681"/>
                  </a:cubicBezTo>
                  <a:lnTo>
                    <a:pt x="2314" y="2262"/>
                  </a:lnTo>
                  <a:cubicBezTo>
                    <a:pt x="2295" y="2297"/>
                    <a:pt x="2260" y="2317"/>
                    <a:pt x="2222" y="2317"/>
                  </a:cubicBezTo>
                  <a:cubicBezTo>
                    <a:pt x="2203" y="2317"/>
                    <a:pt x="2183" y="2312"/>
                    <a:pt x="2166" y="2300"/>
                  </a:cubicBezTo>
                  <a:cubicBezTo>
                    <a:pt x="404" y="1263"/>
                    <a:pt x="413" y="1340"/>
                    <a:pt x="413" y="1225"/>
                  </a:cubicBezTo>
                  <a:cubicBezTo>
                    <a:pt x="413" y="1172"/>
                    <a:pt x="413" y="1206"/>
                    <a:pt x="826" y="476"/>
                  </a:cubicBezTo>
                  <a:cubicBezTo>
                    <a:pt x="848" y="441"/>
                    <a:pt x="885" y="421"/>
                    <a:pt x="922" y="421"/>
                  </a:cubicBezTo>
                  <a:cubicBezTo>
                    <a:pt x="940" y="421"/>
                    <a:pt x="959" y="426"/>
                    <a:pt x="975" y="438"/>
                  </a:cubicBezTo>
                  <a:lnTo>
                    <a:pt x="2506" y="1316"/>
                  </a:lnTo>
                  <a:cubicBezTo>
                    <a:pt x="2543" y="1337"/>
                    <a:pt x="2579" y="1346"/>
                    <a:pt x="2613" y="1346"/>
                  </a:cubicBezTo>
                  <a:cubicBezTo>
                    <a:pt x="2799" y="1346"/>
                    <a:pt x="2916" y="1070"/>
                    <a:pt x="2713" y="956"/>
                  </a:cubicBezTo>
                  <a:cubicBezTo>
                    <a:pt x="1167" y="87"/>
                    <a:pt x="1172" y="1"/>
                    <a:pt x="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83"/>
            <p:cNvSpPr/>
            <p:nvPr/>
          </p:nvSpPr>
          <p:spPr>
            <a:xfrm>
              <a:off x="1482624" y="3934656"/>
              <a:ext cx="22325" cy="14752"/>
            </a:xfrm>
            <a:custGeom>
              <a:rect b="b" l="l" r="r" t="t"/>
              <a:pathLst>
                <a:path extrusionOk="0" h="563" w="852">
                  <a:moveTo>
                    <a:pt x="300" y="1"/>
                  </a:moveTo>
                  <a:cubicBezTo>
                    <a:pt x="115" y="1"/>
                    <a:pt x="0" y="275"/>
                    <a:pt x="202" y="392"/>
                  </a:cubicBezTo>
                  <a:lnTo>
                    <a:pt x="442" y="531"/>
                  </a:lnTo>
                  <a:cubicBezTo>
                    <a:pt x="480" y="553"/>
                    <a:pt x="517" y="563"/>
                    <a:pt x="551" y="563"/>
                  </a:cubicBezTo>
                  <a:cubicBezTo>
                    <a:pt x="736" y="563"/>
                    <a:pt x="851" y="289"/>
                    <a:pt x="649" y="171"/>
                  </a:cubicBezTo>
                  <a:lnTo>
                    <a:pt x="409" y="32"/>
                  </a:lnTo>
                  <a:cubicBezTo>
                    <a:pt x="371" y="10"/>
                    <a:pt x="334"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3"/>
            <p:cNvSpPr/>
            <p:nvPr/>
          </p:nvSpPr>
          <p:spPr>
            <a:xfrm>
              <a:off x="1432420" y="3905728"/>
              <a:ext cx="47374" cy="29216"/>
            </a:xfrm>
            <a:custGeom>
              <a:rect b="b" l="l" r="r" t="t"/>
              <a:pathLst>
                <a:path extrusionOk="0" h="1115" w="1808">
                  <a:moveTo>
                    <a:pt x="300" y="1"/>
                  </a:moveTo>
                  <a:cubicBezTo>
                    <a:pt x="116" y="1"/>
                    <a:pt x="1" y="275"/>
                    <a:pt x="203" y="392"/>
                  </a:cubicBezTo>
                  <a:lnTo>
                    <a:pt x="1398" y="1083"/>
                  </a:lnTo>
                  <a:cubicBezTo>
                    <a:pt x="1436" y="1105"/>
                    <a:pt x="1473" y="1115"/>
                    <a:pt x="1507" y="1115"/>
                  </a:cubicBezTo>
                  <a:cubicBezTo>
                    <a:pt x="1692" y="1115"/>
                    <a:pt x="1808" y="841"/>
                    <a:pt x="1609" y="723"/>
                  </a:cubicBezTo>
                  <a:lnTo>
                    <a:pt x="409" y="32"/>
                  </a:lnTo>
                  <a:cubicBezTo>
                    <a:pt x="372" y="10"/>
                    <a:pt x="335"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3"/>
            <p:cNvSpPr/>
            <p:nvPr/>
          </p:nvSpPr>
          <p:spPr>
            <a:xfrm>
              <a:off x="1439102" y="4009883"/>
              <a:ext cx="21800" cy="14673"/>
            </a:xfrm>
            <a:custGeom>
              <a:rect b="b" l="l" r="r" t="t"/>
              <a:pathLst>
                <a:path extrusionOk="0" h="560" w="832">
                  <a:moveTo>
                    <a:pt x="304" y="0"/>
                  </a:moveTo>
                  <a:cubicBezTo>
                    <a:pt x="118" y="0"/>
                    <a:pt x="0" y="274"/>
                    <a:pt x="202" y="392"/>
                  </a:cubicBezTo>
                  <a:lnTo>
                    <a:pt x="442" y="531"/>
                  </a:lnTo>
                  <a:cubicBezTo>
                    <a:pt x="477" y="551"/>
                    <a:pt x="512" y="559"/>
                    <a:pt x="545" y="559"/>
                  </a:cubicBezTo>
                  <a:cubicBezTo>
                    <a:pt x="711" y="559"/>
                    <a:pt x="831" y="340"/>
                    <a:pt x="711" y="224"/>
                  </a:cubicBezTo>
                  <a:cubicBezTo>
                    <a:pt x="668" y="171"/>
                    <a:pt x="634" y="161"/>
                    <a:pt x="414" y="32"/>
                  </a:cubicBezTo>
                  <a:cubicBezTo>
                    <a:pt x="376" y="10"/>
                    <a:pt x="339" y="0"/>
                    <a:pt x="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6" name="Google Shape;14336;p83"/>
          <p:cNvGrpSpPr/>
          <p:nvPr/>
        </p:nvGrpSpPr>
        <p:grpSpPr>
          <a:xfrm>
            <a:off x="3963503" y="3350943"/>
            <a:ext cx="365394" cy="365472"/>
            <a:chOff x="3963503" y="3350943"/>
            <a:chExt cx="365394" cy="365472"/>
          </a:xfrm>
        </p:grpSpPr>
        <p:sp>
          <p:nvSpPr>
            <p:cNvPr id="14337" name="Google Shape;14337;p83"/>
            <p:cNvSpPr/>
            <p:nvPr/>
          </p:nvSpPr>
          <p:spPr>
            <a:xfrm>
              <a:off x="4062470" y="3404553"/>
              <a:ext cx="167198" cy="216642"/>
            </a:xfrm>
            <a:custGeom>
              <a:rect b="b" l="l" r="r" t="t"/>
              <a:pathLst>
                <a:path extrusionOk="0" h="8268" w="6381">
                  <a:moveTo>
                    <a:pt x="2918"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5219" y="8171"/>
                    <a:pt x="6380" y="6251"/>
                    <a:pt x="5646" y="4571"/>
                  </a:cubicBezTo>
                  <a:lnTo>
                    <a:pt x="3798" y="328"/>
                  </a:lnTo>
                  <a:cubicBezTo>
                    <a:pt x="3740" y="193"/>
                    <a:pt x="3639" y="78"/>
                    <a:pt x="3510" y="11"/>
                  </a:cubicBezTo>
                  <a:cubicBezTo>
                    <a:pt x="3499" y="4"/>
                    <a:pt x="3486" y="1"/>
                    <a:pt x="3474" y="1"/>
                  </a:cubicBezTo>
                  <a:cubicBezTo>
                    <a:pt x="3436" y="1"/>
                    <a:pt x="3399" y="33"/>
                    <a:pt x="3399" y="73"/>
                  </a:cubicBezTo>
                  <a:lnTo>
                    <a:pt x="3399" y="4432"/>
                  </a:lnTo>
                  <a:cubicBezTo>
                    <a:pt x="3399" y="4437"/>
                    <a:pt x="3399" y="4446"/>
                    <a:pt x="3399" y="4451"/>
                  </a:cubicBezTo>
                  <a:cubicBezTo>
                    <a:pt x="3932" y="4557"/>
                    <a:pt x="4292" y="5046"/>
                    <a:pt x="4240" y="5584"/>
                  </a:cubicBezTo>
                  <a:cubicBezTo>
                    <a:pt x="4187" y="6122"/>
                    <a:pt x="3735" y="6530"/>
                    <a:pt x="3193" y="6530"/>
                  </a:cubicBezTo>
                  <a:cubicBezTo>
                    <a:pt x="2655" y="6530"/>
                    <a:pt x="2204" y="6122"/>
                    <a:pt x="2151" y="5584"/>
                  </a:cubicBezTo>
                  <a:cubicBezTo>
                    <a:pt x="2099" y="5046"/>
                    <a:pt x="2459" y="4557"/>
                    <a:pt x="2987" y="4451"/>
                  </a:cubicBezTo>
                  <a:cubicBezTo>
                    <a:pt x="2987" y="4446"/>
                    <a:pt x="2987" y="4437"/>
                    <a:pt x="2987" y="4432"/>
                  </a:cubicBezTo>
                  <a:lnTo>
                    <a:pt x="2987" y="73"/>
                  </a:lnTo>
                  <a:cubicBezTo>
                    <a:pt x="2990" y="30"/>
                    <a:pt x="2956" y="0"/>
                    <a:pt x="291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3"/>
            <p:cNvSpPr/>
            <p:nvPr/>
          </p:nvSpPr>
          <p:spPr>
            <a:xfrm>
              <a:off x="4062470" y="3404553"/>
              <a:ext cx="96137" cy="216642"/>
            </a:xfrm>
            <a:custGeom>
              <a:rect b="b" l="l" r="r" t="t"/>
              <a:pathLst>
                <a:path extrusionOk="0" h="8268" w="3669">
                  <a:moveTo>
                    <a:pt x="2919"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3481" y="8258"/>
                    <a:pt x="3572" y="8248"/>
                    <a:pt x="3668" y="8234"/>
                  </a:cubicBezTo>
                  <a:cubicBezTo>
                    <a:pt x="2003" y="7975"/>
                    <a:pt x="990" y="6165"/>
                    <a:pt x="1686" y="4566"/>
                  </a:cubicBezTo>
                  <a:lnTo>
                    <a:pt x="2991" y="1566"/>
                  </a:lnTo>
                  <a:lnTo>
                    <a:pt x="2991" y="73"/>
                  </a:lnTo>
                  <a:cubicBezTo>
                    <a:pt x="2991" y="30"/>
                    <a:pt x="2956" y="0"/>
                    <a:pt x="2919"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3"/>
            <p:cNvSpPr/>
            <p:nvPr/>
          </p:nvSpPr>
          <p:spPr>
            <a:xfrm>
              <a:off x="4127766" y="3356393"/>
              <a:ext cx="36867" cy="36893"/>
            </a:xfrm>
            <a:custGeom>
              <a:rect b="b" l="l" r="r" t="t"/>
              <a:pathLst>
                <a:path extrusionOk="0" h="1408" w="1407">
                  <a:moveTo>
                    <a:pt x="187" y="1"/>
                  </a:moveTo>
                  <a:cubicBezTo>
                    <a:pt x="82" y="1"/>
                    <a:pt x="0" y="83"/>
                    <a:pt x="0" y="188"/>
                  </a:cubicBezTo>
                  <a:lnTo>
                    <a:pt x="0" y="1220"/>
                  </a:lnTo>
                  <a:cubicBezTo>
                    <a:pt x="0" y="1326"/>
                    <a:pt x="82" y="1407"/>
                    <a:pt x="187" y="1407"/>
                  </a:cubicBezTo>
                  <a:lnTo>
                    <a:pt x="1219" y="1407"/>
                  </a:lnTo>
                  <a:cubicBezTo>
                    <a:pt x="1325" y="1407"/>
                    <a:pt x="1407" y="1326"/>
                    <a:pt x="1407" y="1220"/>
                  </a:cubicBezTo>
                  <a:lnTo>
                    <a:pt x="1407" y="188"/>
                  </a:lnTo>
                  <a:cubicBezTo>
                    <a:pt x="1407" y="83"/>
                    <a:pt x="1325" y="1"/>
                    <a:pt x="1219"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3"/>
            <p:cNvSpPr/>
            <p:nvPr/>
          </p:nvSpPr>
          <p:spPr>
            <a:xfrm>
              <a:off x="4285872" y="3533495"/>
              <a:ext cx="37496" cy="37522"/>
            </a:xfrm>
            <a:custGeom>
              <a:rect b="b" l="l" r="r" t="t"/>
              <a:pathLst>
                <a:path extrusionOk="0" h="1432" w="1431">
                  <a:moveTo>
                    <a:pt x="235" y="1"/>
                  </a:moveTo>
                  <a:cubicBezTo>
                    <a:pt x="106" y="1"/>
                    <a:pt x="0" y="106"/>
                    <a:pt x="0" y="236"/>
                  </a:cubicBezTo>
                  <a:lnTo>
                    <a:pt x="0" y="1196"/>
                  </a:lnTo>
                  <a:cubicBezTo>
                    <a:pt x="0" y="1325"/>
                    <a:pt x="106" y="1431"/>
                    <a:pt x="235" y="1431"/>
                  </a:cubicBezTo>
                  <a:lnTo>
                    <a:pt x="1195" y="1431"/>
                  </a:lnTo>
                  <a:cubicBezTo>
                    <a:pt x="1325" y="1431"/>
                    <a:pt x="1431" y="1325"/>
                    <a:pt x="1431" y="1196"/>
                  </a:cubicBezTo>
                  <a:lnTo>
                    <a:pt x="1431" y="236"/>
                  </a:lnTo>
                  <a:cubicBezTo>
                    <a:pt x="1431" y="106"/>
                    <a:pt x="1325" y="1"/>
                    <a:pt x="119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3"/>
            <p:cNvSpPr/>
            <p:nvPr/>
          </p:nvSpPr>
          <p:spPr>
            <a:xfrm>
              <a:off x="3968639" y="3533495"/>
              <a:ext cx="37653" cy="37522"/>
            </a:xfrm>
            <a:custGeom>
              <a:rect b="b" l="l" r="r" t="t"/>
              <a:pathLst>
                <a:path extrusionOk="0" h="1432" w="1437">
                  <a:moveTo>
                    <a:pt x="241" y="1"/>
                  </a:moveTo>
                  <a:cubicBezTo>
                    <a:pt x="106" y="1"/>
                    <a:pt x="1" y="106"/>
                    <a:pt x="1" y="236"/>
                  </a:cubicBezTo>
                  <a:lnTo>
                    <a:pt x="1" y="1196"/>
                  </a:lnTo>
                  <a:cubicBezTo>
                    <a:pt x="1" y="1325"/>
                    <a:pt x="106" y="1431"/>
                    <a:pt x="241" y="1431"/>
                  </a:cubicBezTo>
                  <a:lnTo>
                    <a:pt x="1201" y="1431"/>
                  </a:lnTo>
                  <a:cubicBezTo>
                    <a:pt x="1331" y="1431"/>
                    <a:pt x="1436" y="1325"/>
                    <a:pt x="1436" y="1196"/>
                  </a:cubicBezTo>
                  <a:lnTo>
                    <a:pt x="1436" y="236"/>
                  </a:lnTo>
                  <a:cubicBezTo>
                    <a:pt x="1436" y="106"/>
                    <a:pt x="1331" y="1"/>
                    <a:pt x="12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3"/>
            <p:cNvSpPr/>
            <p:nvPr/>
          </p:nvSpPr>
          <p:spPr>
            <a:xfrm>
              <a:off x="4089013" y="3637886"/>
              <a:ext cx="114374" cy="73105"/>
            </a:xfrm>
            <a:custGeom>
              <a:rect b="b" l="l" r="r" t="t"/>
              <a:pathLst>
                <a:path extrusionOk="0" h="2790" w="4365">
                  <a:moveTo>
                    <a:pt x="1" y="1"/>
                  </a:moveTo>
                  <a:lnTo>
                    <a:pt x="1" y="2559"/>
                  </a:lnTo>
                  <a:cubicBezTo>
                    <a:pt x="1" y="2689"/>
                    <a:pt x="102" y="2790"/>
                    <a:pt x="231" y="2790"/>
                  </a:cubicBezTo>
                  <a:lnTo>
                    <a:pt x="4139" y="2790"/>
                  </a:lnTo>
                  <a:cubicBezTo>
                    <a:pt x="4263" y="2790"/>
                    <a:pt x="4364" y="2689"/>
                    <a:pt x="4364" y="2559"/>
                  </a:cubicBezTo>
                  <a:lnTo>
                    <a:pt x="4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3"/>
            <p:cNvSpPr/>
            <p:nvPr/>
          </p:nvSpPr>
          <p:spPr>
            <a:xfrm>
              <a:off x="4068758" y="3611867"/>
              <a:ext cx="154883" cy="44911"/>
            </a:xfrm>
            <a:custGeom>
              <a:rect b="b" l="l" r="r" t="t"/>
              <a:pathLst>
                <a:path extrusionOk="0" h="1714" w="5911">
                  <a:moveTo>
                    <a:pt x="500" y="0"/>
                  </a:moveTo>
                  <a:cubicBezTo>
                    <a:pt x="222" y="0"/>
                    <a:pt x="1" y="221"/>
                    <a:pt x="1" y="495"/>
                  </a:cubicBezTo>
                  <a:lnTo>
                    <a:pt x="1" y="1215"/>
                  </a:lnTo>
                  <a:cubicBezTo>
                    <a:pt x="1" y="1488"/>
                    <a:pt x="222" y="1714"/>
                    <a:pt x="500" y="1714"/>
                  </a:cubicBezTo>
                  <a:lnTo>
                    <a:pt x="5416" y="1714"/>
                  </a:lnTo>
                  <a:cubicBezTo>
                    <a:pt x="5689" y="1714"/>
                    <a:pt x="5910" y="1488"/>
                    <a:pt x="5910" y="1215"/>
                  </a:cubicBezTo>
                  <a:lnTo>
                    <a:pt x="5910" y="495"/>
                  </a:lnTo>
                  <a:cubicBezTo>
                    <a:pt x="5910" y="221"/>
                    <a:pt x="5689" y="0"/>
                    <a:pt x="5416"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3"/>
            <p:cNvSpPr/>
            <p:nvPr/>
          </p:nvSpPr>
          <p:spPr>
            <a:xfrm>
              <a:off x="4118202" y="3637886"/>
              <a:ext cx="85184" cy="73105"/>
            </a:xfrm>
            <a:custGeom>
              <a:rect b="b" l="l" r="r" t="t"/>
              <a:pathLst>
                <a:path extrusionOk="0" h="2790" w="3251">
                  <a:moveTo>
                    <a:pt x="0" y="1"/>
                  </a:moveTo>
                  <a:lnTo>
                    <a:pt x="0" y="2559"/>
                  </a:lnTo>
                  <a:cubicBezTo>
                    <a:pt x="0" y="2689"/>
                    <a:pt x="106" y="2790"/>
                    <a:pt x="231" y="2790"/>
                  </a:cubicBezTo>
                  <a:lnTo>
                    <a:pt x="3025" y="2790"/>
                  </a:lnTo>
                  <a:cubicBezTo>
                    <a:pt x="3149" y="2790"/>
                    <a:pt x="3250" y="2689"/>
                    <a:pt x="3250" y="2559"/>
                  </a:cubicBezTo>
                  <a:lnTo>
                    <a:pt x="325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3"/>
            <p:cNvSpPr/>
            <p:nvPr/>
          </p:nvSpPr>
          <p:spPr>
            <a:xfrm>
              <a:off x="4098079" y="3611867"/>
              <a:ext cx="125562" cy="44911"/>
            </a:xfrm>
            <a:custGeom>
              <a:rect b="b" l="l" r="r" t="t"/>
              <a:pathLst>
                <a:path extrusionOk="0" h="1714" w="4792">
                  <a:moveTo>
                    <a:pt x="500" y="0"/>
                  </a:moveTo>
                  <a:cubicBezTo>
                    <a:pt x="226" y="0"/>
                    <a:pt x="0" y="221"/>
                    <a:pt x="0" y="495"/>
                  </a:cubicBezTo>
                  <a:lnTo>
                    <a:pt x="0" y="1215"/>
                  </a:lnTo>
                  <a:cubicBezTo>
                    <a:pt x="0" y="1488"/>
                    <a:pt x="226" y="1714"/>
                    <a:pt x="500" y="1714"/>
                  </a:cubicBezTo>
                  <a:lnTo>
                    <a:pt x="4297" y="1714"/>
                  </a:lnTo>
                  <a:cubicBezTo>
                    <a:pt x="4570" y="1714"/>
                    <a:pt x="4791" y="1488"/>
                    <a:pt x="4791" y="1215"/>
                  </a:cubicBezTo>
                  <a:lnTo>
                    <a:pt x="4791" y="495"/>
                  </a:lnTo>
                  <a:cubicBezTo>
                    <a:pt x="4791" y="221"/>
                    <a:pt x="4570" y="0"/>
                    <a:pt x="429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3"/>
            <p:cNvSpPr/>
            <p:nvPr/>
          </p:nvSpPr>
          <p:spPr>
            <a:xfrm>
              <a:off x="399167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3"/>
            <p:cNvSpPr/>
            <p:nvPr/>
          </p:nvSpPr>
          <p:spPr>
            <a:xfrm>
              <a:off x="426373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3"/>
            <p:cNvSpPr/>
            <p:nvPr/>
          </p:nvSpPr>
          <p:spPr>
            <a:xfrm>
              <a:off x="3963503" y="3350943"/>
              <a:ext cx="365394" cy="365472"/>
            </a:xfrm>
            <a:custGeom>
              <a:rect b="b" l="l" r="r" t="t"/>
              <a:pathLst>
                <a:path extrusionOk="0" h="13948" w="13945">
                  <a:moveTo>
                    <a:pt x="7469" y="415"/>
                  </a:moveTo>
                  <a:lnTo>
                    <a:pt x="7469" y="1409"/>
                  </a:lnTo>
                  <a:lnTo>
                    <a:pt x="6476" y="1409"/>
                  </a:lnTo>
                  <a:lnTo>
                    <a:pt x="6476" y="415"/>
                  </a:lnTo>
                  <a:close/>
                  <a:moveTo>
                    <a:pt x="1426" y="7174"/>
                  </a:moveTo>
                  <a:lnTo>
                    <a:pt x="1426" y="8192"/>
                  </a:lnTo>
                  <a:lnTo>
                    <a:pt x="413" y="8192"/>
                  </a:lnTo>
                  <a:lnTo>
                    <a:pt x="413" y="7174"/>
                  </a:lnTo>
                  <a:close/>
                  <a:moveTo>
                    <a:pt x="13527" y="7174"/>
                  </a:moveTo>
                  <a:lnTo>
                    <a:pt x="13527" y="8192"/>
                  </a:lnTo>
                  <a:lnTo>
                    <a:pt x="12514" y="8192"/>
                  </a:lnTo>
                  <a:lnTo>
                    <a:pt x="12514" y="7174"/>
                  </a:lnTo>
                  <a:close/>
                  <a:moveTo>
                    <a:pt x="1782" y="1"/>
                  </a:moveTo>
                  <a:cubicBezTo>
                    <a:pt x="1699" y="1"/>
                    <a:pt x="1615" y="12"/>
                    <a:pt x="1531" y="36"/>
                  </a:cubicBezTo>
                  <a:cubicBezTo>
                    <a:pt x="1027" y="180"/>
                    <a:pt x="749" y="713"/>
                    <a:pt x="917" y="1207"/>
                  </a:cubicBezTo>
                  <a:cubicBezTo>
                    <a:pt x="952" y="1308"/>
                    <a:pt x="1030" y="1351"/>
                    <a:pt x="1108" y="1351"/>
                  </a:cubicBezTo>
                  <a:cubicBezTo>
                    <a:pt x="1236" y="1351"/>
                    <a:pt x="1364" y="1238"/>
                    <a:pt x="1311" y="1078"/>
                  </a:cubicBezTo>
                  <a:cubicBezTo>
                    <a:pt x="1191" y="725"/>
                    <a:pt x="1472" y="417"/>
                    <a:pt x="1785" y="417"/>
                  </a:cubicBezTo>
                  <a:cubicBezTo>
                    <a:pt x="1885" y="417"/>
                    <a:pt x="1989" y="449"/>
                    <a:pt x="2083" y="521"/>
                  </a:cubicBezTo>
                  <a:cubicBezTo>
                    <a:pt x="2467" y="815"/>
                    <a:pt x="2249" y="1415"/>
                    <a:pt x="1785" y="1415"/>
                  </a:cubicBezTo>
                  <a:cubicBezTo>
                    <a:pt x="1773" y="1415"/>
                    <a:pt x="1760" y="1415"/>
                    <a:pt x="1747" y="1414"/>
                  </a:cubicBezTo>
                  <a:cubicBezTo>
                    <a:pt x="1741" y="1413"/>
                    <a:pt x="1735" y="1413"/>
                    <a:pt x="1729" y="1413"/>
                  </a:cubicBezTo>
                  <a:cubicBezTo>
                    <a:pt x="1473" y="1413"/>
                    <a:pt x="1451" y="1808"/>
                    <a:pt x="1719" y="1827"/>
                  </a:cubicBezTo>
                  <a:cubicBezTo>
                    <a:pt x="1739" y="1828"/>
                    <a:pt x="1758" y="1829"/>
                    <a:pt x="1778" y="1829"/>
                  </a:cubicBezTo>
                  <a:cubicBezTo>
                    <a:pt x="2200" y="1829"/>
                    <a:pt x="2573" y="1538"/>
                    <a:pt x="2669" y="1126"/>
                  </a:cubicBezTo>
                  <a:lnTo>
                    <a:pt x="4728" y="1126"/>
                  </a:lnTo>
                  <a:cubicBezTo>
                    <a:pt x="2386" y="2033"/>
                    <a:pt x="816" y="4255"/>
                    <a:pt x="739" y="6766"/>
                  </a:cubicBezTo>
                  <a:lnTo>
                    <a:pt x="206" y="6766"/>
                  </a:lnTo>
                  <a:cubicBezTo>
                    <a:pt x="91" y="6766"/>
                    <a:pt x="0" y="6857"/>
                    <a:pt x="0" y="6972"/>
                  </a:cubicBezTo>
                  <a:lnTo>
                    <a:pt x="0" y="8403"/>
                  </a:lnTo>
                  <a:cubicBezTo>
                    <a:pt x="0" y="8513"/>
                    <a:pt x="91" y="8609"/>
                    <a:pt x="206" y="8609"/>
                  </a:cubicBezTo>
                  <a:lnTo>
                    <a:pt x="1637" y="8609"/>
                  </a:lnTo>
                  <a:cubicBezTo>
                    <a:pt x="1747" y="8609"/>
                    <a:pt x="1843" y="8513"/>
                    <a:pt x="1843" y="8403"/>
                  </a:cubicBezTo>
                  <a:lnTo>
                    <a:pt x="1843" y="6972"/>
                  </a:lnTo>
                  <a:cubicBezTo>
                    <a:pt x="1843" y="6857"/>
                    <a:pt x="1747" y="6766"/>
                    <a:pt x="1637" y="6766"/>
                  </a:cubicBezTo>
                  <a:lnTo>
                    <a:pt x="1157" y="6766"/>
                  </a:lnTo>
                  <a:cubicBezTo>
                    <a:pt x="1243" y="3972"/>
                    <a:pt x="3303" y="1635"/>
                    <a:pt x="6063" y="1193"/>
                  </a:cubicBezTo>
                  <a:lnTo>
                    <a:pt x="6063" y="1615"/>
                  </a:lnTo>
                  <a:cubicBezTo>
                    <a:pt x="6063" y="1731"/>
                    <a:pt x="6154" y="1827"/>
                    <a:pt x="6269" y="1827"/>
                  </a:cubicBezTo>
                  <a:lnTo>
                    <a:pt x="6672" y="1827"/>
                  </a:lnTo>
                  <a:cubicBezTo>
                    <a:pt x="6447" y="1903"/>
                    <a:pt x="6269" y="2076"/>
                    <a:pt x="6173" y="2292"/>
                  </a:cubicBezTo>
                  <a:lnTo>
                    <a:pt x="4335" y="6526"/>
                  </a:lnTo>
                  <a:cubicBezTo>
                    <a:pt x="3874" y="7577"/>
                    <a:pt x="4085" y="8797"/>
                    <a:pt x="4868" y="9632"/>
                  </a:cubicBezTo>
                  <a:cubicBezTo>
                    <a:pt x="4906" y="9670"/>
                    <a:pt x="4949" y="9713"/>
                    <a:pt x="4988" y="9752"/>
                  </a:cubicBezTo>
                  <a:lnTo>
                    <a:pt x="4517" y="9752"/>
                  </a:lnTo>
                  <a:cubicBezTo>
                    <a:pt x="4234" y="9752"/>
                    <a:pt x="3975" y="9920"/>
                    <a:pt x="3869" y="10179"/>
                  </a:cubicBezTo>
                  <a:cubicBezTo>
                    <a:pt x="3798" y="10343"/>
                    <a:pt x="3931" y="10470"/>
                    <a:pt x="4064" y="10470"/>
                  </a:cubicBezTo>
                  <a:cubicBezTo>
                    <a:pt x="4137" y="10470"/>
                    <a:pt x="4209" y="10432"/>
                    <a:pt x="4248" y="10342"/>
                  </a:cubicBezTo>
                  <a:cubicBezTo>
                    <a:pt x="4292" y="10232"/>
                    <a:pt x="4397" y="10165"/>
                    <a:pt x="4517" y="10160"/>
                  </a:cubicBezTo>
                  <a:lnTo>
                    <a:pt x="9433" y="10160"/>
                  </a:lnTo>
                  <a:cubicBezTo>
                    <a:pt x="9591" y="10160"/>
                    <a:pt x="9721" y="10289"/>
                    <a:pt x="9721" y="10453"/>
                  </a:cubicBezTo>
                  <a:lnTo>
                    <a:pt x="9721" y="11173"/>
                  </a:lnTo>
                  <a:cubicBezTo>
                    <a:pt x="9721" y="11331"/>
                    <a:pt x="9591" y="11461"/>
                    <a:pt x="9433" y="11461"/>
                  </a:cubicBezTo>
                  <a:lnTo>
                    <a:pt x="4517" y="11461"/>
                  </a:lnTo>
                  <a:cubicBezTo>
                    <a:pt x="4354" y="11461"/>
                    <a:pt x="4224" y="11331"/>
                    <a:pt x="4224" y="11173"/>
                  </a:cubicBezTo>
                  <a:lnTo>
                    <a:pt x="4224" y="11081"/>
                  </a:lnTo>
                  <a:cubicBezTo>
                    <a:pt x="4224" y="10945"/>
                    <a:pt x="4121" y="10876"/>
                    <a:pt x="4018" y="10876"/>
                  </a:cubicBezTo>
                  <a:cubicBezTo>
                    <a:pt x="3915" y="10876"/>
                    <a:pt x="3811" y="10945"/>
                    <a:pt x="3811" y="11081"/>
                  </a:cubicBezTo>
                  <a:lnTo>
                    <a:pt x="3811" y="11173"/>
                  </a:lnTo>
                  <a:cubicBezTo>
                    <a:pt x="3811" y="11561"/>
                    <a:pt x="4128" y="11873"/>
                    <a:pt x="4517" y="11878"/>
                  </a:cubicBezTo>
                  <a:lnTo>
                    <a:pt x="4584" y="11878"/>
                  </a:lnTo>
                  <a:lnTo>
                    <a:pt x="4584" y="13741"/>
                  </a:lnTo>
                  <a:cubicBezTo>
                    <a:pt x="4584" y="13856"/>
                    <a:pt x="4676" y="13947"/>
                    <a:pt x="4791" y="13947"/>
                  </a:cubicBezTo>
                  <a:lnTo>
                    <a:pt x="9154" y="13947"/>
                  </a:lnTo>
                  <a:cubicBezTo>
                    <a:pt x="9269" y="13947"/>
                    <a:pt x="9361" y="13856"/>
                    <a:pt x="9361" y="13741"/>
                  </a:cubicBezTo>
                  <a:lnTo>
                    <a:pt x="9361" y="13242"/>
                  </a:lnTo>
                  <a:cubicBezTo>
                    <a:pt x="9361" y="13105"/>
                    <a:pt x="9257" y="13036"/>
                    <a:pt x="9154" y="13036"/>
                  </a:cubicBezTo>
                  <a:cubicBezTo>
                    <a:pt x="9051" y="13036"/>
                    <a:pt x="8948" y="13105"/>
                    <a:pt x="8948" y="13242"/>
                  </a:cubicBezTo>
                  <a:lnTo>
                    <a:pt x="8948" y="13534"/>
                  </a:lnTo>
                  <a:lnTo>
                    <a:pt x="4997" y="13534"/>
                  </a:lnTo>
                  <a:lnTo>
                    <a:pt x="4997" y="11878"/>
                  </a:lnTo>
                  <a:lnTo>
                    <a:pt x="8948" y="11878"/>
                  </a:lnTo>
                  <a:lnTo>
                    <a:pt x="8948" y="12416"/>
                  </a:lnTo>
                  <a:cubicBezTo>
                    <a:pt x="8948" y="12553"/>
                    <a:pt x="9051" y="12621"/>
                    <a:pt x="9154" y="12621"/>
                  </a:cubicBezTo>
                  <a:cubicBezTo>
                    <a:pt x="9257" y="12621"/>
                    <a:pt x="9361" y="12553"/>
                    <a:pt x="9361" y="12416"/>
                  </a:cubicBezTo>
                  <a:lnTo>
                    <a:pt x="9361" y="11878"/>
                  </a:lnTo>
                  <a:lnTo>
                    <a:pt x="9428" y="11878"/>
                  </a:lnTo>
                  <a:cubicBezTo>
                    <a:pt x="9821" y="11873"/>
                    <a:pt x="10133" y="11561"/>
                    <a:pt x="10133" y="11173"/>
                  </a:cubicBezTo>
                  <a:lnTo>
                    <a:pt x="10133" y="10453"/>
                  </a:lnTo>
                  <a:cubicBezTo>
                    <a:pt x="10133" y="10064"/>
                    <a:pt x="9821" y="9747"/>
                    <a:pt x="9428" y="9747"/>
                  </a:cubicBezTo>
                  <a:lnTo>
                    <a:pt x="8962" y="9747"/>
                  </a:lnTo>
                  <a:cubicBezTo>
                    <a:pt x="9236" y="9488"/>
                    <a:pt x="9457" y="9176"/>
                    <a:pt x="9605" y="8830"/>
                  </a:cubicBezTo>
                  <a:cubicBezTo>
                    <a:pt x="9677" y="8665"/>
                    <a:pt x="9544" y="8538"/>
                    <a:pt x="9411" y="8538"/>
                  </a:cubicBezTo>
                  <a:cubicBezTo>
                    <a:pt x="9339" y="8538"/>
                    <a:pt x="9267" y="8575"/>
                    <a:pt x="9226" y="8662"/>
                  </a:cubicBezTo>
                  <a:cubicBezTo>
                    <a:pt x="9029" y="9109"/>
                    <a:pt x="8703" y="9488"/>
                    <a:pt x="8285" y="9747"/>
                  </a:cubicBezTo>
                  <a:lnTo>
                    <a:pt x="5669" y="9747"/>
                  </a:lnTo>
                  <a:cubicBezTo>
                    <a:pt x="4628" y="9113"/>
                    <a:pt x="4220" y="7803"/>
                    <a:pt x="4709" y="6684"/>
                  </a:cubicBezTo>
                  <a:lnTo>
                    <a:pt x="6552" y="2451"/>
                  </a:lnTo>
                  <a:cubicBezTo>
                    <a:pt x="6596" y="2355"/>
                    <a:pt x="6668" y="2273"/>
                    <a:pt x="6764" y="2225"/>
                  </a:cubicBezTo>
                  <a:lnTo>
                    <a:pt x="6764" y="6281"/>
                  </a:lnTo>
                  <a:cubicBezTo>
                    <a:pt x="6308" y="6358"/>
                    <a:pt x="5933" y="6680"/>
                    <a:pt x="5784" y="7112"/>
                  </a:cubicBezTo>
                  <a:cubicBezTo>
                    <a:pt x="5728" y="7275"/>
                    <a:pt x="5858" y="7389"/>
                    <a:pt x="5985" y="7389"/>
                  </a:cubicBezTo>
                  <a:cubicBezTo>
                    <a:pt x="6063" y="7389"/>
                    <a:pt x="6140" y="7346"/>
                    <a:pt x="6173" y="7246"/>
                  </a:cubicBezTo>
                  <a:cubicBezTo>
                    <a:pt x="6306" y="6863"/>
                    <a:pt x="6632" y="6684"/>
                    <a:pt x="6959" y="6684"/>
                  </a:cubicBezTo>
                  <a:cubicBezTo>
                    <a:pt x="7353" y="6684"/>
                    <a:pt x="7748" y="6944"/>
                    <a:pt x="7805" y="7419"/>
                  </a:cubicBezTo>
                  <a:lnTo>
                    <a:pt x="7815" y="7520"/>
                  </a:lnTo>
                  <a:cubicBezTo>
                    <a:pt x="7815" y="8047"/>
                    <a:pt x="7383" y="8364"/>
                    <a:pt x="6953" y="8364"/>
                  </a:cubicBezTo>
                  <a:cubicBezTo>
                    <a:pt x="6643" y="8364"/>
                    <a:pt x="6334" y="8199"/>
                    <a:pt x="6188" y="7832"/>
                  </a:cubicBezTo>
                  <a:cubicBezTo>
                    <a:pt x="6151" y="7740"/>
                    <a:pt x="6078" y="7701"/>
                    <a:pt x="6004" y="7701"/>
                  </a:cubicBezTo>
                  <a:cubicBezTo>
                    <a:pt x="5873" y="7701"/>
                    <a:pt x="5739" y="7823"/>
                    <a:pt x="5804" y="7985"/>
                  </a:cubicBezTo>
                  <a:cubicBezTo>
                    <a:pt x="6008" y="8500"/>
                    <a:pt x="6489" y="8779"/>
                    <a:pt x="6976" y="8779"/>
                  </a:cubicBezTo>
                  <a:cubicBezTo>
                    <a:pt x="7333" y="8779"/>
                    <a:pt x="7693" y="8629"/>
                    <a:pt x="7949" y="8312"/>
                  </a:cubicBezTo>
                  <a:cubicBezTo>
                    <a:pt x="8554" y="7563"/>
                    <a:pt x="8127" y="6440"/>
                    <a:pt x="7176" y="6281"/>
                  </a:cubicBezTo>
                  <a:lnTo>
                    <a:pt x="7176" y="2230"/>
                  </a:lnTo>
                  <a:cubicBezTo>
                    <a:pt x="7272" y="2278"/>
                    <a:pt x="7349" y="2355"/>
                    <a:pt x="7388" y="2451"/>
                  </a:cubicBezTo>
                  <a:lnTo>
                    <a:pt x="9231" y="6694"/>
                  </a:lnTo>
                  <a:cubicBezTo>
                    <a:pt x="9404" y="7078"/>
                    <a:pt x="9471" y="7505"/>
                    <a:pt x="9423" y="7923"/>
                  </a:cubicBezTo>
                  <a:cubicBezTo>
                    <a:pt x="9405" y="8073"/>
                    <a:pt x="9520" y="8156"/>
                    <a:pt x="9633" y="8156"/>
                  </a:cubicBezTo>
                  <a:cubicBezTo>
                    <a:pt x="9730" y="8156"/>
                    <a:pt x="9825" y="8096"/>
                    <a:pt x="9836" y="7966"/>
                  </a:cubicBezTo>
                  <a:cubicBezTo>
                    <a:pt x="9889" y="7476"/>
                    <a:pt x="9812" y="6977"/>
                    <a:pt x="9615" y="6526"/>
                  </a:cubicBezTo>
                  <a:lnTo>
                    <a:pt x="7767" y="2287"/>
                  </a:lnTo>
                  <a:cubicBezTo>
                    <a:pt x="7676" y="2071"/>
                    <a:pt x="7498" y="1899"/>
                    <a:pt x="7277" y="1822"/>
                  </a:cubicBezTo>
                  <a:lnTo>
                    <a:pt x="7676" y="1822"/>
                  </a:lnTo>
                  <a:cubicBezTo>
                    <a:pt x="7791" y="1822"/>
                    <a:pt x="7887" y="1726"/>
                    <a:pt x="7887" y="1611"/>
                  </a:cubicBezTo>
                  <a:lnTo>
                    <a:pt x="7887" y="1188"/>
                  </a:lnTo>
                  <a:cubicBezTo>
                    <a:pt x="10647" y="1630"/>
                    <a:pt x="12702" y="3967"/>
                    <a:pt x="12793" y="6761"/>
                  </a:cubicBezTo>
                  <a:lnTo>
                    <a:pt x="12308" y="6761"/>
                  </a:lnTo>
                  <a:cubicBezTo>
                    <a:pt x="12193" y="6761"/>
                    <a:pt x="12102" y="6852"/>
                    <a:pt x="12102" y="6968"/>
                  </a:cubicBezTo>
                  <a:lnTo>
                    <a:pt x="12102" y="8398"/>
                  </a:lnTo>
                  <a:cubicBezTo>
                    <a:pt x="12102" y="8508"/>
                    <a:pt x="12193" y="8604"/>
                    <a:pt x="12308" y="8604"/>
                  </a:cubicBezTo>
                  <a:lnTo>
                    <a:pt x="13738" y="8604"/>
                  </a:lnTo>
                  <a:cubicBezTo>
                    <a:pt x="13854" y="8604"/>
                    <a:pt x="13945" y="8508"/>
                    <a:pt x="13945" y="8398"/>
                  </a:cubicBezTo>
                  <a:lnTo>
                    <a:pt x="13945" y="6968"/>
                  </a:lnTo>
                  <a:cubicBezTo>
                    <a:pt x="13945" y="6852"/>
                    <a:pt x="13849" y="6761"/>
                    <a:pt x="13734" y="6761"/>
                  </a:cubicBezTo>
                  <a:lnTo>
                    <a:pt x="13206" y="6761"/>
                  </a:lnTo>
                  <a:cubicBezTo>
                    <a:pt x="13129" y="4251"/>
                    <a:pt x="11559" y="2028"/>
                    <a:pt x="9217" y="1121"/>
                  </a:cubicBezTo>
                  <a:lnTo>
                    <a:pt x="11276" y="1121"/>
                  </a:lnTo>
                  <a:cubicBezTo>
                    <a:pt x="11376" y="1562"/>
                    <a:pt x="11764" y="1830"/>
                    <a:pt x="12168" y="1830"/>
                  </a:cubicBezTo>
                  <a:cubicBezTo>
                    <a:pt x="12362" y="1830"/>
                    <a:pt x="12559" y="1768"/>
                    <a:pt x="12730" y="1635"/>
                  </a:cubicBezTo>
                  <a:cubicBezTo>
                    <a:pt x="13254" y="1217"/>
                    <a:pt x="13172" y="401"/>
                    <a:pt x="12572" y="103"/>
                  </a:cubicBezTo>
                  <a:cubicBezTo>
                    <a:pt x="12537" y="86"/>
                    <a:pt x="12503" y="78"/>
                    <a:pt x="12471" y="78"/>
                  </a:cubicBezTo>
                  <a:cubicBezTo>
                    <a:pt x="12279" y="78"/>
                    <a:pt x="12174" y="366"/>
                    <a:pt x="12385" y="473"/>
                  </a:cubicBezTo>
                  <a:cubicBezTo>
                    <a:pt x="12826" y="694"/>
                    <a:pt x="12716" y="1351"/>
                    <a:pt x="12226" y="1409"/>
                  </a:cubicBezTo>
                  <a:cubicBezTo>
                    <a:pt x="12203" y="1412"/>
                    <a:pt x="12180" y="1413"/>
                    <a:pt x="12157" y="1413"/>
                  </a:cubicBezTo>
                  <a:cubicBezTo>
                    <a:pt x="11717" y="1413"/>
                    <a:pt x="11486" y="851"/>
                    <a:pt x="11838" y="540"/>
                  </a:cubicBezTo>
                  <a:cubicBezTo>
                    <a:pt x="11994" y="399"/>
                    <a:pt x="11862" y="179"/>
                    <a:pt x="11698" y="179"/>
                  </a:cubicBezTo>
                  <a:cubicBezTo>
                    <a:pt x="11656" y="179"/>
                    <a:pt x="11611" y="194"/>
                    <a:pt x="11569" y="228"/>
                  </a:cubicBezTo>
                  <a:cubicBezTo>
                    <a:pt x="11425" y="353"/>
                    <a:pt x="11319" y="521"/>
                    <a:pt x="11276" y="708"/>
                  </a:cubicBezTo>
                  <a:lnTo>
                    <a:pt x="7882" y="708"/>
                  </a:lnTo>
                  <a:lnTo>
                    <a:pt x="7882" y="214"/>
                  </a:lnTo>
                  <a:cubicBezTo>
                    <a:pt x="7882" y="98"/>
                    <a:pt x="7791" y="7"/>
                    <a:pt x="7676" y="7"/>
                  </a:cubicBezTo>
                  <a:lnTo>
                    <a:pt x="6269" y="7"/>
                  </a:lnTo>
                  <a:cubicBezTo>
                    <a:pt x="6154" y="7"/>
                    <a:pt x="6063" y="98"/>
                    <a:pt x="6063" y="214"/>
                  </a:cubicBezTo>
                  <a:lnTo>
                    <a:pt x="6063" y="708"/>
                  </a:lnTo>
                  <a:lnTo>
                    <a:pt x="2669" y="708"/>
                  </a:lnTo>
                  <a:cubicBezTo>
                    <a:pt x="2573" y="284"/>
                    <a:pt x="2194" y="1"/>
                    <a:pt x="17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9" name="Google Shape;14349;p83"/>
          <p:cNvGrpSpPr/>
          <p:nvPr/>
        </p:nvGrpSpPr>
        <p:grpSpPr>
          <a:xfrm>
            <a:off x="858140" y="3364961"/>
            <a:ext cx="319880" cy="365918"/>
            <a:chOff x="858140" y="3364961"/>
            <a:chExt cx="319880" cy="365918"/>
          </a:xfrm>
        </p:grpSpPr>
        <p:sp>
          <p:nvSpPr>
            <p:cNvPr id="14350" name="Google Shape;14350;p83"/>
            <p:cNvSpPr/>
            <p:nvPr/>
          </p:nvSpPr>
          <p:spPr>
            <a:xfrm>
              <a:off x="867573" y="3543086"/>
              <a:ext cx="304159" cy="182369"/>
            </a:xfrm>
            <a:custGeom>
              <a:rect b="b" l="l" r="r" t="t"/>
              <a:pathLst>
                <a:path extrusionOk="0" h="6960" w="11608">
                  <a:moveTo>
                    <a:pt x="5802" y="1"/>
                  </a:moveTo>
                  <a:cubicBezTo>
                    <a:pt x="5726" y="1"/>
                    <a:pt x="5650" y="21"/>
                    <a:pt x="5583" y="62"/>
                  </a:cubicBezTo>
                  <a:lnTo>
                    <a:pt x="792" y="2827"/>
                  </a:lnTo>
                  <a:lnTo>
                    <a:pt x="293" y="3115"/>
                  </a:lnTo>
                  <a:cubicBezTo>
                    <a:pt x="0" y="3283"/>
                    <a:pt x="0" y="3705"/>
                    <a:pt x="293" y="3873"/>
                  </a:cubicBezTo>
                  <a:lnTo>
                    <a:pt x="5583" y="6902"/>
                  </a:lnTo>
                  <a:cubicBezTo>
                    <a:pt x="5650" y="6941"/>
                    <a:pt x="5726" y="6960"/>
                    <a:pt x="5802" y="6960"/>
                  </a:cubicBezTo>
                  <a:cubicBezTo>
                    <a:pt x="5877" y="6960"/>
                    <a:pt x="5953" y="6941"/>
                    <a:pt x="6020" y="6902"/>
                  </a:cubicBezTo>
                  <a:lnTo>
                    <a:pt x="11310" y="3873"/>
                  </a:lnTo>
                  <a:cubicBezTo>
                    <a:pt x="11607" y="3710"/>
                    <a:pt x="11607" y="3283"/>
                    <a:pt x="11315" y="3115"/>
                  </a:cubicBezTo>
                  <a:lnTo>
                    <a:pt x="10815" y="2827"/>
                  </a:lnTo>
                  <a:lnTo>
                    <a:pt x="6020" y="62"/>
                  </a:lnTo>
                  <a:cubicBezTo>
                    <a:pt x="5953" y="21"/>
                    <a:pt x="5877" y="1"/>
                    <a:pt x="5802"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3"/>
            <p:cNvSpPr/>
            <p:nvPr/>
          </p:nvSpPr>
          <p:spPr>
            <a:xfrm>
              <a:off x="888194" y="3543059"/>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3"/>
            <p:cNvSpPr/>
            <p:nvPr/>
          </p:nvSpPr>
          <p:spPr>
            <a:xfrm>
              <a:off x="867573" y="3485230"/>
              <a:ext cx="304159" cy="182291"/>
            </a:xfrm>
            <a:custGeom>
              <a:rect b="b" l="l" r="r" t="t"/>
              <a:pathLst>
                <a:path extrusionOk="0" h="6957" w="11608">
                  <a:moveTo>
                    <a:pt x="5802" y="1"/>
                  </a:moveTo>
                  <a:cubicBezTo>
                    <a:pt x="5726" y="1"/>
                    <a:pt x="5650" y="21"/>
                    <a:pt x="5583" y="62"/>
                  </a:cubicBezTo>
                  <a:lnTo>
                    <a:pt x="792" y="2827"/>
                  </a:lnTo>
                  <a:lnTo>
                    <a:pt x="293" y="3115"/>
                  </a:lnTo>
                  <a:cubicBezTo>
                    <a:pt x="0" y="3283"/>
                    <a:pt x="0" y="3705"/>
                    <a:pt x="293" y="3873"/>
                  </a:cubicBezTo>
                  <a:lnTo>
                    <a:pt x="5583" y="6902"/>
                  </a:lnTo>
                  <a:cubicBezTo>
                    <a:pt x="5650" y="6938"/>
                    <a:pt x="5726" y="6956"/>
                    <a:pt x="5802" y="6956"/>
                  </a:cubicBezTo>
                  <a:cubicBezTo>
                    <a:pt x="5877" y="6956"/>
                    <a:pt x="5953" y="6938"/>
                    <a:pt x="6020" y="6902"/>
                  </a:cubicBezTo>
                  <a:lnTo>
                    <a:pt x="11310" y="3873"/>
                  </a:lnTo>
                  <a:cubicBezTo>
                    <a:pt x="11603" y="3705"/>
                    <a:pt x="11607" y="3283"/>
                    <a:pt x="11315" y="3115"/>
                  </a:cubicBezTo>
                  <a:lnTo>
                    <a:pt x="10815" y="2827"/>
                  </a:lnTo>
                  <a:lnTo>
                    <a:pt x="6020" y="62"/>
                  </a:lnTo>
                  <a:cubicBezTo>
                    <a:pt x="5953" y="21"/>
                    <a:pt x="5877" y="1"/>
                    <a:pt x="580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3"/>
            <p:cNvSpPr/>
            <p:nvPr/>
          </p:nvSpPr>
          <p:spPr>
            <a:xfrm>
              <a:off x="888194" y="3485204"/>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3"/>
            <p:cNvSpPr/>
            <p:nvPr/>
          </p:nvSpPr>
          <p:spPr>
            <a:xfrm>
              <a:off x="867573" y="3427244"/>
              <a:ext cx="304159" cy="182369"/>
            </a:xfrm>
            <a:custGeom>
              <a:rect b="b" l="l" r="r" t="t"/>
              <a:pathLst>
                <a:path extrusionOk="0" h="6960" w="11608">
                  <a:moveTo>
                    <a:pt x="5802" y="1"/>
                  </a:moveTo>
                  <a:cubicBezTo>
                    <a:pt x="5726" y="1"/>
                    <a:pt x="5650" y="21"/>
                    <a:pt x="5583" y="62"/>
                  </a:cubicBezTo>
                  <a:lnTo>
                    <a:pt x="706" y="2875"/>
                  </a:lnTo>
                  <a:lnTo>
                    <a:pt x="293" y="3115"/>
                  </a:lnTo>
                  <a:cubicBezTo>
                    <a:pt x="0" y="3288"/>
                    <a:pt x="0" y="3705"/>
                    <a:pt x="293" y="3878"/>
                  </a:cubicBezTo>
                  <a:lnTo>
                    <a:pt x="5583" y="6902"/>
                  </a:lnTo>
                  <a:cubicBezTo>
                    <a:pt x="5650" y="6941"/>
                    <a:pt x="5726" y="6960"/>
                    <a:pt x="5802" y="6960"/>
                  </a:cubicBezTo>
                  <a:cubicBezTo>
                    <a:pt x="5877" y="6960"/>
                    <a:pt x="5953" y="6941"/>
                    <a:pt x="6020" y="6902"/>
                  </a:cubicBezTo>
                  <a:lnTo>
                    <a:pt x="11310" y="3878"/>
                  </a:lnTo>
                  <a:cubicBezTo>
                    <a:pt x="11607" y="3710"/>
                    <a:pt x="11607" y="3283"/>
                    <a:pt x="11315" y="3115"/>
                  </a:cubicBezTo>
                  <a:lnTo>
                    <a:pt x="10422" y="2601"/>
                  </a:lnTo>
                  <a:lnTo>
                    <a:pt x="6020" y="62"/>
                  </a:lnTo>
                  <a:cubicBezTo>
                    <a:pt x="5953" y="21"/>
                    <a:pt x="5877" y="1"/>
                    <a:pt x="5802"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3"/>
            <p:cNvSpPr/>
            <p:nvPr/>
          </p:nvSpPr>
          <p:spPr>
            <a:xfrm>
              <a:off x="885941" y="3427218"/>
              <a:ext cx="254715" cy="151870"/>
            </a:xfrm>
            <a:custGeom>
              <a:rect b="b" l="l" r="r" t="t"/>
              <a:pathLst>
                <a:path extrusionOk="0" h="5796" w="9721">
                  <a:moveTo>
                    <a:pt x="5101" y="0"/>
                  </a:moveTo>
                  <a:cubicBezTo>
                    <a:pt x="5025" y="0"/>
                    <a:pt x="4949" y="20"/>
                    <a:pt x="4882" y="58"/>
                  </a:cubicBezTo>
                  <a:lnTo>
                    <a:pt x="0" y="2876"/>
                  </a:lnTo>
                  <a:lnTo>
                    <a:pt x="5036" y="5756"/>
                  </a:lnTo>
                  <a:cubicBezTo>
                    <a:pt x="5081" y="5782"/>
                    <a:pt x="5132" y="5796"/>
                    <a:pt x="5183" y="5796"/>
                  </a:cubicBezTo>
                  <a:cubicBezTo>
                    <a:pt x="5234" y="5796"/>
                    <a:pt x="5285" y="5782"/>
                    <a:pt x="5333" y="5756"/>
                  </a:cubicBezTo>
                  <a:lnTo>
                    <a:pt x="6130" y="5300"/>
                  </a:lnTo>
                  <a:lnTo>
                    <a:pt x="9303" y="3485"/>
                  </a:lnTo>
                  <a:cubicBezTo>
                    <a:pt x="9562" y="3337"/>
                    <a:pt x="9721" y="3068"/>
                    <a:pt x="9721" y="2770"/>
                  </a:cubicBezTo>
                  <a:lnTo>
                    <a:pt x="9721" y="2602"/>
                  </a:lnTo>
                  <a:lnTo>
                    <a:pt x="5319" y="58"/>
                  </a:lnTo>
                  <a:cubicBezTo>
                    <a:pt x="5252" y="20"/>
                    <a:pt x="5176" y="0"/>
                    <a:pt x="510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3"/>
            <p:cNvSpPr/>
            <p:nvPr/>
          </p:nvSpPr>
          <p:spPr>
            <a:xfrm>
              <a:off x="864559" y="3370332"/>
              <a:ext cx="273973" cy="183391"/>
            </a:xfrm>
            <a:custGeom>
              <a:rect b="b" l="l" r="r" t="t"/>
              <a:pathLst>
                <a:path extrusionOk="0" h="6999" w="10456">
                  <a:moveTo>
                    <a:pt x="5919" y="1"/>
                  </a:moveTo>
                  <a:cubicBezTo>
                    <a:pt x="5867" y="1"/>
                    <a:pt x="5816" y="14"/>
                    <a:pt x="5770" y="40"/>
                  </a:cubicBezTo>
                  <a:lnTo>
                    <a:pt x="197" y="3256"/>
                  </a:lnTo>
                  <a:cubicBezTo>
                    <a:pt x="0" y="3376"/>
                    <a:pt x="0" y="3659"/>
                    <a:pt x="197" y="3775"/>
                  </a:cubicBezTo>
                  <a:lnTo>
                    <a:pt x="5770" y="6962"/>
                  </a:lnTo>
                  <a:cubicBezTo>
                    <a:pt x="5816" y="6986"/>
                    <a:pt x="5866" y="6998"/>
                    <a:pt x="5917" y="6998"/>
                  </a:cubicBezTo>
                  <a:cubicBezTo>
                    <a:pt x="5967" y="6998"/>
                    <a:pt x="6017" y="6986"/>
                    <a:pt x="6063" y="6962"/>
                  </a:cubicBezTo>
                  <a:lnTo>
                    <a:pt x="6865" y="6506"/>
                  </a:lnTo>
                  <a:lnTo>
                    <a:pt x="10455" y="4452"/>
                  </a:lnTo>
                  <a:lnTo>
                    <a:pt x="10455" y="2575"/>
                  </a:lnTo>
                  <a:lnTo>
                    <a:pt x="6797" y="463"/>
                  </a:lnTo>
                  <a:lnTo>
                    <a:pt x="6068" y="40"/>
                  </a:lnTo>
                  <a:cubicBezTo>
                    <a:pt x="6022" y="14"/>
                    <a:pt x="5971" y="1"/>
                    <a:pt x="591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3"/>
            <p:cNvSpPr/>
            <p:nvPr/>
          </p:nvSpPr>
          <p:spPr>
            <a:xfrm>
              <a:off x="1093333" y="3437778"/>
              <a:ext cx="45199" cy="49208"/>
            </a:xfrm>
            <a:custGeom>
              <a:rect b="b" l="l" r="r" t="t"/>
              <a:pathLst>
                <a:path extrusionOk="0" h="1878" w="1725">
                  <a:moveTo>
                    <a:pt x="1724" y="1"/>
                  </a:moveTo>
                  <a:lnTo>
                    <a:pt x="155" y="759"/>
                  </a:lnTo>
                  <a:cubicBezTo>
                    <a:pt x="1" y="831"/>
                    <a:pt x="1" y="1052"/>
                    <a:pt x="155" y="1129"/>
                  </a:cubicBezTo>
                  <a:lnTo>
                    <a:pt x="1724" y="1878"/>
                  </a:lnTo>
                  <a:lnTo>
                    <a:pt x="1724"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3"/>
            <p:cNvSpPr/>
            <p:nvPr/>
          </p:nvSpPr>
          <p:spPr>
            <a:xfrm>
              <a:off x="858140" y="3428947"/>
              <a:ext cx="140052" cy="214782"/>
            </a:xfrm>
            <a:custGeom>
              <a:rect b="b" l="l" r="r" t="t"/>
              <a:pathLst>
                <a:path extrusionOk="0" h="8197" w="5345">
                  <a:moveTo>
                    <a:pt x="1840" y="1"/>
                  </a:moveTo>
                  <a:cubicBezTo>
                    <a:pt x="1806" y="1"/>
                    <a:pt x="1770" y="10"/>
                    <a:pt x="1733" y="30"/>
                  </a:cubicBezTo>
                  <a:lnTo>
                    <a:pt x="336" y="842"/>
                  </a:lnTo>
                  <a:cubicBezTo>
                    <a:pt x="0" y="1038"/>
                    <a:pt x="0" y="1523"/>
                    <a:pt x="336" y="1720"/>
                  </a:cubicBezTo>
                  <a:lnTo>
                    <a:pt x="1445" y="2354"/>
                  </a:lnTo>
                  <a:lnTo>
                    <a:pt x="548" y="2872"/>
                  </a:lnTo>
                  <a:cubicBezTo>
                    <a:pt x="116" y="3122"/>
                    <a:pt x="116" y="3741"/>
                    <a:pt x="548" y="3991"/>
                  </a:cubicBezTo>
                  <a:lnTo>
                    <a:pt x="1493" y="4533"/>
                  </a:lnTo>
                  <a:lnTo>
                    <a:pt x="548" y="5085"/>
                  </a:lnTo>
                  <a:cubicBezTo>
                    <a:pt x="116" y="5330"/>
                    <a:pt x="116" y="5954"/>
                    <a:pt x="548" y="6199"/>
                  </a:cubicBezTo>
                  <a:lnTo>
                    <a:pt x="1498" y="6746"/>
                  </a:lnTo>
                  <a:lnTo>
                    <a:pt x="1200" y="6914"/>
                  </a:lnTo>
                  <a:cubicBezTo>
                    <a:pt x="1013" y="7020"/>
                    <a:pt x="1090" y="7303"/>
                    <a:pt x="1301" y="7303"/>
                  </a:cubicBezTo>
                  <a:cubicBezTo>
                    <a:pt x="1397" y="7303"/>
                    <a:pt x="1412" y="7260"/>
                    <a:pt x="1911" y="6981"/>
                  </a:cubicBezTo>
                  <a:lnTo>
                    <a:pt x="3985" y="8167"/>
                  </a:lnTo>
                  <a:cubicBezTo>
                    <a:pt x="4021" y="8187"/>
                    <a:pt x="4057" y="8196"/>
                    <a:pt x="4091" y="8196"/>
                  </a:cubicBezTo>
                  <a:cubicBezTo>
                    <a:pt x="4277" y="8196"/>
                    <a:pt x="4394" y="7921"/>
                    <a:pt x="4191" y="7807"/>
                  </a:cubicBezTo>
                  <a:lnTo>
                    <a:pt x="754" y="5844"/>
                  </a:lnTo>
                  <a:cubicBezTo>
                    <a:pt x="600" y="5752"/>
                    <a:pt x="600" y="5531"/>
                    <a:pt x="754" y="5440"/>
                  </a:cubicBezTo>
                  <a:lnTo>
                    <a:pt x="1916" y="4773"/>
                  </a:lnTo>
                  <a:cubicBezTo>
                    <a:pt x="1948" y="4789"/>
                    <a:pt x="1980" y="4796"/>
                    <a:pt x="2010" y="4796"/>
                  </a:cubicBezTo>
                  <a:cubicBezTo>
                    <a:pt x="2198" y="4796"/>
                    <a:pt x="2307" y="4515"/>
                    <a:pt x="2108" y="4403"/>
                  </a:cubicBezTo>
                  <a:lnTo>
                    <a:pt x="1916" y="4293"/>
                  </a:lnTo>
                  <a:lnTo>
                    <a:pt x="754" y="3635"/>
                  </a:lnTo>
                  <a:cubicBezTo>
                    <a:pt x="600" y="3544"/>
                    <a:pt x="600" y="3323"/>
                    <a:pt x="754" y="3237"/>
                  </a:cubicBezTo>
                  <a:lnTo>
                    <a:pt x="1863" y="2594"/>
                  </a:lnTo>
                  <a:lnTo>
                    <a:pt x="4935" y="4351"/>
                  </a:lnTo>
                  <a:cubicBezTo>
                    <a:pt x="4972" y="4371"/>
                    <a:pt x="5008" y="4380"/>
                    <a:pt x="5041" y="4380"/>
                  </a:cubicBezTo>
                  <a:cubicBezTo>
                    <a:pt x="5228" y="4380"/>
                    <a:pt x="5345" y="4104"/>
                    <a:pt x="5141" y="3991"/>
                  </a:cubicBezTo>
                  <a:lnTo>
                    <a:pt x="543" y="1360"/>
                  </a:lnTo>
                  <a:cubicBezTo>
                    <a:pt x="485" y="1326"/>
                    <a:pt x="485" y="1240"/>
                    <a:pt x="543" y="1202"/>
                  </a:cubicBezTo>
                  <a:lnTo>
                    <a:pt x="1945" y="390"/>
                  </a:lnTo>
                  <a:cubicBezTo>
                    <a:pt x="2144" y="277"/>
                    <a:pt x="2026" y="1"/>
                    <a:pt x="18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3"/>
            <p:cNvSpPr/>
            <p:nvPr/>
          </p:nvSpPr>
          <p:spPr>
            <a:xfrm>
              <a:off x="917619" y="3364961"/>
              <a:ext cx="187348" cy="64170"/>
            </a:xfrm>
            <a:custGeom>
              <a:rect b="b" l="l" r="r" t="t"/>
              <a:pathLst>
                <a:path extrusionOk="0" h="2449" w="7150">
                  <a:moveTo>
                    <a:pt x="3868" y="0"/>
                  </a:moveTo>
                  <a:cubicBezTo>
                    <a:pt x="3659" y="0"/>
                    <a:pt x="3746" y="32"/>
                    <a:pt x="183" y="2060"/>
                  </a:cubicBezTo>
                  <a:cubicBezTo>
                    <a:pt x="1" y="2165"/>
                    <a:pt x="78" y="2448"/>
                    <a:pt x="289" y="2448"/>
                  </a:cubicBezTo>
                  <a:cubicBezTo>
                    <a:pt x="295" y="2448"/>
                    <a:pt x="301" y="2449"/>
                    <a:pt x="306" y="2449"/>
                  </a:cubicBezTo>
                  <a:cubicBezTo>
                    <a:pt x="386" y="2449"/>
                    <a:pt x="427" y="2389"/>
                    <a:pt x="3846" y="428"/>
                  </a:cubicBezTo>
                  <a:cubicBezTo>
                    <a:pt x="3859" y="420"/>
                    <a:pt x="3867" y="413"/>
                    <a:pt x="3882" y="413"/>
                  </a:cubicBezTo>
                  <a:cubicBezTo>
                    <a:pt x="3967" y="413"/>
                    <a:pt x="4257" y="628"/>
                    <a:pt x="6741" y="2045"/>
                  </a:cubicBezTo>
                  <a:cubicBezTo>
                    <a:pt x="6778" y="2067"/>
                    <a:pt x="6815" y="2077"/>
                    <a:pt x="6850" y="2077"/>
                  </a:cubicBezTo>
                  <a:cubicBezTo>
                    <a:pt x="7034" y="2077"/>
                    <a:pt x="7149" y="1803"/>
                    <a:pt x="6947" y="1685"/>
                  </a:cubicBezTo>
                  <a:cubicBezTo>
                    <a:pt x="4076" y="53"/>
                    <a:pt x="4134" y="0"/>
                    <a:pt x="3889" y="0"/>
                  </a:cubicBezTo>
                  <a:cubicBezTo>
                    <a:pt x="3882" y="0"/>
                    <a:pt x="3875" y="0"/>
                    <a:pt x="38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3"/>
            <p:cNvSpPr/>
            <p:nvPr/>
          </p:nvSpPr>
          <p:spPr>
            <a:xfrm>
              <a:off x="921497" y="3419226"/>
              <a:ext cx="256522" cy="253693"/>
            </a:xfrm>
            <a:custGeom>
              <a:rect b="b" l="l" r="r" t="t"/>
              <a:pathLst>
                <a:path extrusionOk="0" h="9682" w="9790">
                  <a:moveTo>
                    <a:pt x="8071" y="1040"/>
                  </a:moveTo>
                  <a:lnTo>
                    <a:pt x="8071" y="2254"/>
                  </a:lnTo>
                  <a:lnTo>
                    <a:pt x="6809" y="1649"/>
                  </a:lnTo>
                  <a:lnTo>
                    <a:pt x="8071" y="1040"/>
                  </a:lnTo>
                  <a:close/>
                  <a:moveTo>
                    <a:pt x="7405" y="0"/>
                  </a:moveTo>
                  <a:cubicBezTo>
                    <a:pt x="7220" y="0"/>
                    <a:pt x="7105" y="275"/>
                    <a:pt x="7308" y="392"/>
                  </a:cubicBezTo>
                  <a:lnTo>
                    <a:pt x="7836" y="694"/>
                  </a:lnTo>
                  <a:lnTo>
                    <a:pt x="6237" y="1467"/>
                  </a:lnTo>
                  <a:cubicBezTo>
                    <a:pt x="6079" y="1544"/>
                    <a:pt x="6079" y="1765"/>
                    <a:pt x="6237" y="1842"/>
                  </a:cubicBezTo>
                  <a:lnTo>
                    <a:pt x="7831" y="2605"/>
                  </a:lnTo>
                  <a:lnTo>
                    <a:pt x="3789" y="4914"/>
                  </a:lnTo>
                  <a:cubicBezTo>
                    <a:pt x="3775" y="4921"/>
                    <a:pt x="3759" y="4924"/>
                    <a:pt x="3744" y="4924"/>
                  </a:cubicBezTo>
                  <a:cubicBezTo>
                    <a:pt x="3728" y="4924"/>
                    <a:pt x="3712" y="4921"/>
                    <a:pt x="3698" y="4914"/>
                  </a:cubicBezTo>
                  <a:lnTo>
                    <a:pt x="3444" y="4770"/>
                  </a:lnTo>
                  <a:cubicBezTo>
                    <a:pt x="3406" y="4748"/>
                    <a:pt x="3369" y="4738"/>
                    <a:pt x="3334" y="4738"/>
                  </a:cubicBezTo>
                  <a:cubicBezTo>
                    <a:pt x="3150" y="4738"/>
                    <a:pt x="3035" y="5012"/>
                    <a:pt x="3237" y="5130"/>
                  </a:cubicBezTo>
                  <a:lnTo>
                    <a:pt x="3492" y="5274"/>
                  </a:lnTo>
                  <a:cubicBezTo>
                    <a:pt x="3571" y="5319"/>
                    <a:pt x="3657" y="5342"/>
                    <a:pt x="3744" y="5342"/>
                  </a:cubicBezTo>
                  <a:cubicBezTo>
                    <a:pt x="3830" y="5342"/>
                    <a:pt x="3916" y="5319"/>
                    <a:pt x="3996" y="5274"/>
                  </a:cubicBezTo>
                  <a:lnTo>
                    <a:pt x="8042" y="2960"/>
                  </a:lnTo>
                  <a:lnTo>
                    <a:pt x="9151" y="3603"/>
                  </a:lnTo>
                  <a:cubicBezTo>
                    <a:pt x="9305" y="3690"/>
                    <a:pt x="9305" y="3910"/>
                    <a:pt x="9151" y="4002"/>
                  </a:cubicBezTo>
                  <a:cubicBezTo>
                    <a:pt x="6180" y="5696"/>
                    <a:pt x="7433" y="4981"/>
                    <a:pt x="3861" y="7026"/>
                  </a:cubicBezTo>
                  <a:cubicBezTo>
                    <a:pt x="3825" y="7045"/>
                    <a:pt x="3786" y="7055"/>
                    <a:pt x="3746" y="7055"/>
                  </a:cubicBezTo>
                  <a:cubicBezTo>
                    <a:pt x="3706" y="7055"/>
                    <a:pt x="3667" y="7045"/>
                    <a:pt x="3631" y="7026"/>
                  </a:cubicBezTo>
                  <a:lnTo>
                    <a:pt x="410" y="5182"/>
                  </a:lnTo>
                  <a:cubicBezTo>
                    <a:pt x="373" y="5162"/>
                    <a:pt x="337" y="5153"/>
                    <a:pt x="303" y="5153"/>
                  </a:cubicBezTo>
                  <a:cubicBezTo>
                    <a:pt x="117" y="5153"/>
                    <a:pt x="0" y="5429"/>
                    <a:pt x="203" y="5542"/>
                  </a:cubicBezTo>
                  <a:lnTo>
                    <a:pt x="3424" y="7386"/>
                  </a:lnTo>
                  <a:cubicBezTo>
                    <a:pt x="3523" y="7443"/>
                    <a:pt x="3633" y="7472"/>
                    <a:pt x="3744" y="7472"/>
                  </a:cubicBezTo>
                  <a:cubicBezTo>
                    <a:pt x="3854" y="7472"/>
                    <a:pt x="3964" y="7443"/>
                    <a:pt x="4063" y="7386"/>
                  </a:cubicBezTo>
                  <a:lnTo>
                    <a:pt x="7989" y="5139"/>
                  </a:lnTo>
                  <a:lnTo>
                    <a:pt x="9151" y="5811"/>
                  </a:lnTo>
                  <a:cubicBezTo>
                    <a:pt x="9305" y="5898"/>
                    <a:pt x="9305" y="6123"/>
                    <a:pt x="9151" y="6210"/>
                  </a:cubicBezTo>
                  <a:lnTo>
                    <a:pt x="3861" y="9239"/>
                  </a:lnTo>
                  <a:cubicBezTo>
                    <a:pt x="3825" y="9258"/>
                    <a:pt x="3786" y="9267"/>
                    <a:pt x="3746" y="9267"/>
                  </a:cubicBezTo>
                  <a:cubicBezTo>
                    <a:pt x="3706" y="9267"/>
                    <a:pt x="3667" y="9258"/>
                    <a:pt x="3631" y="9239"/>
                  </a:cubicBezTo>
                  <a:lnTo>
                    <a:pt x="2498" y="8586"/>
                  </a:lnTo>
                  <a:cubicBezTo>
                    <a:pt x="2461" y="8565"/>
                    <a:pt x="2425" y="8556"/>
                    <a:pt x="2392" y="8556"/>
                  </a:cubicBezTo>
                  <a:cubicBezTo>
                    <a:pt x="2205" y="8556"/>
                    <a:pt x="2088" y="8832"/>
                    <a:pt x="2291" y="8946"/>
                  </a:cubicBezTo>
                  <a:lnTo>
                    <a:pt x="3424" y="9599"/>
                  </a:lnTo>
                  <a:cubicBezTo>
                    <a:pt x="3523" y="9654"/>
                    <a:pt x="3633" y="9681"/>
                    <a:pt x="3744" y="9681"/>
                  </a:cubicBezTo>
                  <a:cubicBezTo>
                    <a:pt x="3854" y="9681"/>
                    <a:pt x="3964" y="9654"/>
                    <a:pt x="4063" y="9599"/>
                  </a:cubicBezTo>
                  <a:lnTo>
                    <a:pt x="7989" y="7352"/>
                  </a:lnTo>
                  <a:lnTo>
                    <a:pt x="9151" y="8024"/>
                  </a:lnTo>
                  <a:cubicBezTo>
                    <a:pt x="9305" y="8111"/>
                    <a:pt x="9305" y="8331"/>
                    <a:pt x="9151" y="8423"/>
                  </a:cubicBezTo>
                  <a:lnTo>
                    <a:pt x="8177" y="8979"/>
                  </a:lnTo>
                  <a:cubicBezTo>
                    <a:pt x="7994" y="9085"/>
                    <a:pt x="8071" y="9363"/>
                    <a:pt x="8282" y="9368"/>
                  </a:cubicBezTo>
                  <a:cubicBezTo>
                    <a:pt x="8378" y="9368"/>
                    <a:pt x="8340" y="9354"/>
                    <a:pt x="9357" y="8783"/>
                  </a:cubicBezTo>
                  <a:cubicBezTo>
                    <a:pt x="9789" y="8533"/>
                    <a:pt x="9789" y="7914"/>
                    <a:pt x="9357" y="7664"/>
                  </a:cubicBezTo>
                  <a:lnTo>
                    <a:pt x="8407" y="7117"/>
                  </a:lnTo>
                  <a:lnTo>
                    <a:pt x="9353" y="6575"/>
                  </a:lnTo>
                  <a:cubicBezTo>
                    <a:pt x="9785" y="6325"/>
                    <a:pt x="9785" y="5706"/>
                    <a:pt x="9353" y="5456"/>
                  </a:cubicBezTo>
                  <a:lnTo>
                    <a:pt x="8407" y="4904"/>
                  </a:lnTo>
                  <a:lnTo>
                    <a:pt x="9353" y="4362"/>
                  </a:lnTo>
                  <a:cubicBezTo>
                    <a:pt x="9785" y="4112"/>
                    <a:pt x="9785" y="3493"/>
                    <a:pt x="9353" y="3243"/>
                  </a:cubicBezTo>
                  <a:lnTo>
                    <a:pt x="8484" y="2744"/>
                  </a:lnTo>
                  <a:cubicBezTo>
                    <a:pt x="8484" y="550"/>
                    <a:pt x="8503" y="661"/>
                    <a:pt x="8436" y="574"/>
                  </a:cubicBezTo>
                  <a:cubicBezTo>
                    <a:pt x="8388" y="521"/>
                    <a:pt x="8412" y="555"/>
                    <a:pt x="7514" y="32"/>
                  </a:cubicBezTo>
                  <a:cubicBezTo>
                    <a:pt x="7476" y="10"/>
                    <a:pt x="7439" y="0"/>
                    <a:pt x="7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3"/>
            <p:cNvSpPr/>
            <p:nvPr/>
          </p:nvSpPr>
          <p:spPr>
            <a:xfrm>
              <a:off x="988654" y="3664482"/>
              <a:ext cx="138952" cy="66397"/>
            </a:xfrm>
            <a:custGeom>
              <a:rect b="b" l="l" r="r" t="t"/>
              <a:pathLst>
                <a:path extrusionOk="0" h="2534" w="5303">
                  <a:moveTo>
                    <a:pt x="5003" y="1"/>
                  </a:moveTo>
                  <a:cubicBezTo>
                    <a:pt x="4968" y="1"/>
                    <a:pt x="4931" y="10"/>
                    <a:pt x="4894" y="32"/>
                  </a:cubicBezTo>
                  <a:lnTo>
                    <a:pt x="1293" y="2087"/>
                  </a:lnTo>
                  <a:cubicBezTo>
                    <a:pt x="1257" y="2108"/>
                    <a:pt x="1218" y="2119"/>
                    <a:pt x="1178" y="2119"/>
                  </a:cubicBezTo>
                  <a:cubicBezTo>
                    <a:pt x="1139" y="2119"/>
                    <a:pt x="1099" y="2108"/>
                    <a:pt x="1063" y="2087"/>
                  </a:cubicBezTo>
                  <a:lnTo>
                    <a:pt x="410" y="1712"/>
                  </a:lnTo>
                  <a:cubicBezTo>
                    <a:pt x="373" y="1692"/>
                    <a:pt x="337" y="1683"/>
                    <a:pt x="304" y="1683"/>
                  </a:cubicBezTo>
                  <a:cubicBezTo>
                    <a:pt x="117" y="1683"/>
                    <a:pt x="0" y="1959"/>
                    <a:pt x="204" y="2072"/>
                  </a:cubicBezTo>
                  <a:cubicBezTo>
                    <a:pt x="794" y="2389"/>
                    <a:pt x="905" y="2533"/>
                    <a:pt x="1178" y="2533"/>
                  </a:cubicBezTo>
                  <a:cubicBezTo>
                    <a:pt x="1481" y="2533"/>
                    <a:pt x="1293" y="2533"/>
                    <a:pt x="5100" y="392"/>
                  </a:cubicBezTo>
                  <a:cubicBezTo>
                    <a:pt x="5302" y="275"/>
                    <a:pt x="5187" y="1"/>
                    <a:pt x="50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3"/>
            <p:cNvSpPr/>
            <p:nvPr/>
          </p:nvSpPr>
          <p:spPr>
            <a:xfrm>
              <a:off x="861022" y="3620252"/>
              <a:ext cx="124436" cy="88486"/>
            </a:xfrm>
            <a:custGeom>
              <a:rect b="b" l="l" r="r" t="t"/>
              <a:pathLst>
                <a:path extrusionOk="0" h="3377" w="4749">
                  <a:moveTo>
                    <a:pt x="483" y="1"/>
                  </a:moveTo>
                  <a:cubicBezTo>
                    <a:pt x="438" y="1"/>
                    <a:pt x="391" y="17"/>
                    <a:pt x="346" y="55"/>
                  </a:cubicBezTo>
                  <a:cubicBezTo>
                    <a:pt x="1" y="343"/>
                    <a:pt x="49" y="885"/>
                    <a:pt x="438" y="1111"/>
                  </a:cubicBezTo>
                  <a:cubicBezTo>
                    <a:pt x="4297" y="3305"/>
                    <a:pt x="4364" y="3377"/>
                    <a:pt x="4442" y="3377"/>
                  </a:cubicBezTo>
                  <a:cubicBezTo>
                    <a:pt x="4448" y="3377"/>
                    <a:pt x="4453" y="3376"/>
                    <a:pt x="4460" y="3376"/>
                  </a:cubicBezTo>
                  <a:cubicBezTo>
                    <a:pt x="4671" y="3376"/>
                    <a:pt x="4748" y="3093"/>
                    <a:pt x="4561" y="2992"/>
                  </a:cubicBezTo>
                  <a:lnTo>
                    <a:pt x="644" y="751"/>
                  </a:lnTo>
                  <a:cubicBezTo>
                    <a:pt x="505" y="669"/>
                    <a:pt x="486" y="477"/>
                    <a:pt x="610" y="371"/>
                  </a:cubicBezTo>
                  <a:cubicBezTo>
                    <a:pt x="786" y="234"/>
                    <a:pt x="653" y="1"/>
                    <a:pt x="4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3" name="Google Shape;14363;p83"/>
          <p:cNvGrpSpPr/>
          <p:nvPr/>
        </p:nvGrpSpPr>
        <p:grpSpPr>
          <a:xfrm>
            <a:off x="4014938" y="1504295"/>
            <a:ext cx="318125" cy="362931"/>
            <a:chOff x="4014938" y="1504295"/>
            <a:chExt cx="318125" cy="362931"/>
          </a:xfrm>
        </p:grpSpPr>
        <p:sp>
          <p:nvSpPr>
            <p:cNvPr id="14364" name="Google Shape;14364;p83"/>
            <p:cNvSpPr/>
            <p:nvPr/>
          </p:nvSpPr>
          <p:spPr>
            <a:xfrm>
              <a:off x="4020467" y="1509745"/>
              <a:ext cx="307172" cy="351821"/>
            </a:xfrm>
            <a:custGeom>
              <a:rect b="b" l="l" r="r" t="t"/>
              <a:pathLst>
                <a:path extrusionOk="0" h="13427" w="11723">
                  <a:moveTo>
                    <a:pt x="5864" y="0"/>
                  </a:moveTo>
                  <a:cubicBezTo>
                    <a:pt x="5757" y="0"/>
                    <a:pt x="5651" y="29"/>
                    <a:pt x="5555" y="86"/>
                  </a:cubicBezTo>
                  <a:lnTo>
                    <a:pt x="418" y="3043"/>
                  </a:lnTo>
                  <a:cubicBezTo>
                    <a:pt x="293" y="3115"/>
                    <a:pt x="188" y="3221"/>
                    <a:pt x="116" y="3346"/>
                  </a:cubicBezTo>
                  <a:lnTo>
                    <a:pt x="116" y="3351"/>
                  </a:lnTo>
                  <a:cubicBezTo>
                    <a:pt x="39" y="3475"/>
                    <a:pt x="1" y="3624"/>
                    <a:pt x="1" y="3768"/>
                  </a:cubicBezTo>
                  <a:lnTo>
                    <a:pt x="1" y="9711"/>
                  </a:lnTo>
                  <a:cubicBezTo>
                    <a:pt x="1" y="9922"/>
                    <a:pt x="116" y="10119"/>
                    <a:pt x="303" y="10224"/>
                  </a:cubicBezTo>
                  <a:lnTo>
                    <a:pt x="5876" y="13426"/>
                  </a:lnTo>
                  <a:lnTo>
                    <a:pt x="11440" y="10215"/>
                  </a:lnTo>
                  <a:cubicBezTo>
                    <a:pt x="11454" y="10205"/>
                    <a:pt x="11468" y="10196"/>
                    <a:pt x="11483" y="10186"/>
                  </a:cubicBezTo>
                  <a:cubicBezTo>
                    <a:pt x="11488" y="10181"/>
                    <a:pt x="11497" y="10176"/>
                    <a:pt x="11502" y="10172"/>
                  </a:cubicBezTo>
                  <a:lnTo>
                    <a:pt x="11526" y="10152"/>
                  </a:lnTo>
                  <a:lnTo>
                    <a:pt x="11550" y="10133"/>
                  </a:lnTo>
                  <a:lnTo>
                    <a:pt x="11564" y="10119"/>
                  </a:lnTo>
                  <a:lnTo>
                    <a:pt x="11574" y="10109"/>
                  </a:lnTo>
                  <a:lnTo>
                    <a:pt x="11588" y="10095"/>
                  </a:lnTo>
                  <a:lnTo>
                    <a:pt x="11593" y="10090"/>
                  </a:lnTo>
                  <a:cubicBezTo>
                    <a:pt x="11598" y="10080"/>
                    <a:pt x="11603" y="10076"/>
                    <a:pt x="11608" y="10066"/>
                  </a:cubicBezTo>
                  <a:cubicBezTo>
                    <a:pt x="11617" y="10056"/>
                    <a:pt x="11622" y="10052"/>
                    <a:pt x="11627" y="10042"/>
                  </a:cubicBezTo>
                  <a:lnTo>
                    <a:pt x="11632" y="10032"/>
                  </a:lnTo>
                  <a:cubicBezTo>
                    <a:pt x="11641" y="10023"/>
                    <a:pt x="11646" y="10018"/>
                    <a:pt x="11646" y="10008"/>
                  </a:cubicBezTo>
                  <a:cubicBezTo>
                    <a:pt x="11670" y="9975"/>
                    <a:pt x="11684" y="9936"/>
                    <a:pt x="11699" y="9898"/>
                  </a:cubicBezTo>
                  <a:cubicBezTo>
                    <a:pt x="11699" y="9893"/>
                    <a:pt x="11704" y="9888"/>
                    <a:pt x="11704" y="9879"/>
                  </a:cubicBezTo>
                  <a:cubicBezTo>
                    <a:pt x="11708" y="9874"/>
                    <a:pt x="11708" y="9860"/>
                    <a:pt x="11713" y="9855"/>
                  </a:cubicBezTo>
                  <a:cubicBezTo>
                    <a:pt x="11713" y="9845"/>
                    <a:pt x="11713" y="9845"/>
                    <a:pt x="11718" y="9836"/>
                  </a:cubicBezTo>
                  <a:cubicBezTo>
                    <a:pt x="11718" y="9821"/>
                    <a:pt x="11723" y="9807"/>
                    <a:pt x="11723" y="9792"/>
                  </a:cubicBezTo>
                  <a:lnTo>
                    <a:pt x="11723" y="9778"/>
                  </a:lnTo>
                  <a:lnTo>
                    <a:pt x="11723" y="9754"/>
                  </a:lnTo>
                  <a:cubicBezTo>
                    <a:pt x="11723" y="9749"/>
                    <a:pt x="11723" y="9740"/>
                    <a:pt x="11723" y="9735"/>
                  </a:cubicBezTo>
                  <a:lnTo>
                    <a:pt x="11723" y="9706"/>
                  </a:lnTo>
                  <a:lnTo>
                    <a:pt x="11723" y="3715"/>
                  </a:lnTo>
                  <a:cubicBezTo>
                    <a:pt x="11723" y="3451"/>
                    <a:pt x="11584" y="3207"/>
                    <a:pt x="11353" y="3072"/>
                  </a:cubicBezTo>
                  <a:lnTo>
                    <a:pt x="6683" y="379"/>
                  </a:lnTo>
                  <a:lnTo>
                    <a:pt x="6174" y="86"/>
                  </a:lnTo>
                  <a:cubicBezTo>
                    <a:pt x="6078" y="29"/>
                    <a:pt x="5971" y="0"/>
                    <a:pt x="586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3"/>
            <p:cNvSpPr/>
            <p:nvPr/>
          </p:nvSpPr>
          <p:spPr>
            <a:xfrm>
              <a:off x="4020467" y="1597262"/>
              <a:ext cx="307172" cy="264305"/>
            </a:xfrm>
            <a:custGeom>
              <a:rect b="b" l="l" r="r" t="t"/>
              <a:pathLst>
                <a:path extrusionOk="0" h="10087" w="11723">
                  <a:moveTo>
                    <a:pt x="11622" y="1"/>
                  </a:moveTo>
                  <a:lnTo>
                    <a:pt x="5862" y="3294"/>
                  </a:lnTo>
                  <a:lnTo>
                    <a:pt x="831" y="419"/>
                  </a:lnTo>
                  <a:lnTo>
                    <a:pt x="116" y="11"/>
                  </a:lnTo>
                  <a:cubicBezTo>
                    <a:pt x="39" y="135"/>
                    <a:pt x="1" y="284"/>
                    <a:pt x="1" y="428"/>
                  </a:cubicBezTo>
                  <a:lnTo>
                    <a:pt x="1" y="6371"/>
                  </a:lnTo>
                  <a:cubicBezTo>
                    <a:pt x="1" y="6582"/>
                    <a:pt x="116" y="6779"/>
                    <a:pt x="303" y="6884"/>
                  </a:cubicBezTo>
                  <a:lnTo>
                    <a:pt x="5876" y="10086"/>
                  </a:lnTo>
                  <a:lnTo>
                    <a:pt x="11440" y="6875"/>
                  </a:lnTo>
                  <a:cubicBezTo>
                    <a:pt x="11454" y="6865"/>
                    <a:pt x="11468" y="6856"/>
                    <a:pt x="11483" y="6846"/>
                  </a:cubicBezTo>
                  <a:cubicBezTo>
                    <a:pt x="11488" y="6841"/>
                    <a:pt x="11497" y="6836"/>
                    <a:pt x="11502" y="6832"/>
                  </a:cubicBezTo>
                  <a:lnTo>
                    <a:pt x="11526" y="6812"/>
                  </a:lnTo>
                  <a:lnTo>
                    <a:pt x="11550" y="6793"/>
                  </a:lnTo>
                  <a:lnTo>
                    <a:pt x="11564" y="6779"/>
                  </a:lnTo>
                  <a:lnTo>
                    <a:pt x="11574" y="6769"/>
                  </a:lnTo>
                  <a:lnTo>
                    <a:pt x="11588" y="6755"/>
                  </a:lnTo>
                  <a:lnTo>
                    <a:pt x="11593" y="6750"/>
                  </a:lnTo>
                  <a:cubicBezTo>
                    <a:pt x="11598" y="6740"/>
                    <a:pt x="11603" y="6736"/>
                    <a:pt x="11608" y="6726"/>
                  </a:cubicBezTo>
                  <a:cubicBezTo>
                    <a:pt x="11617" y="6716"/>
                    <a:pt x="11622" y="6712"/>
                    <a:pt x="11627" y="6702"/>
                  </a:cubicBezTo>
                  <a:lnTo>
                    <a:pt x="11632" y="6692"/>
                  </a:lnTo>
                  <a:cubicBezTo>
                    <a:pt x="11641" y="6683"/>
                    <a:pt x="11646" y="6678"/>
                    <a:pt x="11646" y="6668"/>
                  </a:cubicBezTo>
                  <a:cubicBezTo>
                    <a:pt x="11670" y="6635"/>
                    <a:pt x="11684" y="6596"/>
                    <a:pt x="11699" y="6558"/>
                  </a:cubicBezTo>
                  <a:cubicBezTo>
                    <a:pt x="11699" y="6553"/>
                    <a:pt x="11704" y="6548"/>
                    <a:pt x="11704" y="6539"/>
                  </a:cubicBezTo>
                  <a:cubicBezTo>
                    <a:pt x="11708" y="6534"/>
                    <a:pt x="11708" y="6520"/>
                    <a:pt x="11713" y="6515"/>
                  </a:cubicBezTo>
                  <a:cubicBezTo>
                    <a:pt x="11713" y="6505"/>
                    <a:pt x="11713" y="6505"/>
                    <a:pt x="11718" y="6496"/>
                  </a:cubicBezTo>
                  <a:cubicBezTo>
                    <a:pt x="11718" y="6481"/>
                    <a:pt x="11723" y="6467"/>
                    <a:pt x="11723" y="6452"/>
                  </a:cubicBezTo>
                  <a:lnTo>
                    <a:pt x="11723" y="6438"/>
                  </a:lnTo>
                  <a:lnTo>
                    <a:pt x="11723" y="6414"/>
                  </a:lnTo>
                  <a:cubicBezTo>
                    <a:pt x="11723" y="6409"/>
                    <a:pt x="11723" y="6400"/>
                    <a:pt x="11723" y="6395"/>
                  </a:cubicBezTo>
                  <a:lnTo>
                    <a:pt x="11723" y="6366"/>
                  </a:lnTo>
                  <a:lnTo>
                    <a:pt x="11723" y="371"/>
                  </a:lnTo>
                  <a:cubicBezTo>
                    <a:pt x="11723" y="241"/>
                    <a:pt x="11684" y="116"/>
                    <a:pt x="1162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3"/>
            <p:cNvSpPr/>
            <p:nvPr/>
          </p:nvSpPr>
          <p:spPr>
            <a:xfrm>
              <a:off x="4020598" y="1597393"/>
              <a:ext cx="153468" cy="238757"/>
            </a:xfrm>
            <a:custGeom>
              <a:rect b="b" l="l" r="r" t="t"/>
              <a:pathLst>
                <a:path extrusionOk="0" h="9112" w="5857">
                  <a:moveTo>
                    <a:pt x="116" y="1"/>
                  </a:moveTo>
                  <a:lnTo>
                    <a:pt x="111" y="6"/>
                  </a:lnTo>
                  <a:cubicBezTo>
                    <a:pt x="39" y="130"/>
                    <a:pt x="0" y="274"/>
                    <a:pt x="0" y="423"/>
                  </a:cubicBezTo>
                  <a:lnTo>
                    <a:pt x="0" y="5727"/>
                  </a:lnTo>
                  <a:lnTo>
                    <a:pt x="5857" y="9112"/>
                  </a:lnTo>
                  <a:lnTo>
                    <a:pt x="5857" y="3289"/>
                  </a:lnTo>
                  <a:lnTo>
                    <a:pt x="116"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3"/>
            <p:cNvSpPr/>
            <p:nvPr/>
          </p:nvSpPr>
          <p:spPr>
            <a:xfrm>
              <a:off x="4174040" y="1597262"/>
              <a:ext cx="153599" cy="264436"/>
            </a:xfrm>
            <a:custGeom>
              <a:rect b="b" l="l" r="r" t="t"/>
              <a:pathLst>
                <a:path extrusionOk="0" h="10092" w="5862">
                  <a:moveTo>
                    <a:pt x="5761" y="1"/>
                  </a:moveTo>
                  <a:lnTo>
                    <a:pt x="1" y="3294"/>
                  </a:lnTo>
                  <a:lnTo>
                    <a:pt x="1" y="10091"/>
                  </a:lnTo>
                  <a:lnTo>
                    <a:pt x="5564" y="6880"/>
                  </a:lnTo>
                  <a:cubicBezTo>
                    <a:pt x="5747" y="6774"/>
                    <a:pt x="5862" y="6582"/>
                    <a:pt x="5862" y="6366"/>
                  </a:cubicBezTo>
                  <a:lnTo>
                    <a:pt x="5862" y="371"/>
                  </a:lnTo>
                  <a:cubicBezTo>
                    <a:pt x="5862" y="241"/>
                    <a:pt x="5828" y="116"/>
                    <a:pt x="57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3"/>
            <p:cNvSpPr/>
            <p:nvPr/>
          </p:nvSpPr>
          <p:spPr>
            <a:xfrm>
              <a:off x="4174040" y="1597393"/>
              <a:ext cx="153599" cy="238757"/>
            </a:xfrm>
            <a:custGeom>
              <a:rect b="b" l="l" r="r" t="t"/>
              <a:pathLst>
                <a:path extrusionOk="0" h="9112" w="5862">
                  <a:moveTo>
                    <a:pt x="5761" y="1"/>
                  </a:moveTo>
                  <a:lnTo>
                    <a:pt x="1" y="3294"/>
                  </a:lnTo>
                  <a:lnTo>
                    <a:pt x="1" y="9112"/>
                  </a:lnTo>
                  <a:lnTo>
                    <a:pt x="5564" y="5900"/>
                  </a:lnTo>
                  <a:cubicBezTo>
                    <a:pt x="5747" y="5795"/>
                    <a:pt x="5862" y="5598"/>
                    <a:pt x="5862" y="5387"/>
                  </a:cubicBezTo>
                  <a:lnTo>
                    <a:pt x="5862" y="366"/>
                  </a:lnTo>
                  <a:cubicBezTo>
                    <a:pt x="5862" y="236"/>
                    <a:pt x="5828" y="111"/>
                    <a:pt x="576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3"/>
            <p:cNvSpPr/>
            <p:nvPr/>
          </p:nvSpPr>
          <p:spPr>
            <a:xfrm>
              <a:off x="4015174" y="1504295"/>
              <a:ext cx="317889" cy="362931"/>
            </a:xfrm>
            <a:custGeom>
              <a:rect b="b" l="l" r="r" t="t"/>
              <a:pathLst>
                <a:path extrusionOk="0" h="13851" w="12132">
                  <a:moveTo>
                    <a:pt x="6064" y="0"/>
                  </a:moveTo>
                  <a:cubicBezTo>
                    <a:pt x="5921" y="0"/>
                    <a:pt x="5778" y="38"/>
                    <a:pt x="5651" y="112"/>
                  </a:cubicBezTo>
                  <a:lnTo>
                    <a:pt x="4988" y="496"/>
                  </a:lnTo>
                  <a:cubicBezTo>
                    <a:pt x="4789" y="610"/>
                    <a:pt x="4907" y="886"/>
                    <a:pt x="5093" y="886"/>
                  </a:cubicBezTo>
                  <a:cubicBezTo>
                    <a:pt x="5127" y="886"/>
                    <a:pt x="5163" y="877"/>
                    <a:pt x="5200" y="856"/>
                  </a:cubicBezTo>
                  <a:lnTo>
                    <a:pt x="5857" y="472"/>
                  </a:lnTo>
                  <a:cubicBezTo>
                    <a:pt x="5922" y="436"/>
                    <a:pt x="5994" y="418"/>
                    <a:pt x="6066" y="418"/>
                  </a:cubicBezTo>
                  <a:cubicBezTo>
                    <a:pt x="6137" y="418"/>
                    <a:pt x="6208" y="436"/>
                    <a:pt x="6270" y="472"/>
                  </a:cubicBezTo>
                  <a:lnTo>
                    <a:pt x="11450" y="3463"/>
                  </a:lnTo>
                  <a:cubicBezTo>
                    <a:pt x="11469" y="3472"/>
                    <a:pt x="11488" y="3487"/>
                    <a:pt x="11502" y="3496"/>
                  </a:cubicBezTo>
                  <a:lnTo>
                    <a:pt x="6064" y="6607"/>
                  </a:lnTo>
                  <a:lnTo>
                    <a:pt x="5281" y="6160"/>
                  </a:lnTo>
                  <a:cubicBezTo>
                    <a:pt x="5244" y="6138"/>
                    <a:pt x="5207" y="6129"/>
                    <a:pt x="5172" y="6129"/>
                  </a:cubicBezTo>
                  <a:cubicBezTo>
                    <a:pt x="4987" y="6129"/>
                    <a:pt x="4873" y="6403"/>
                    <a:pt x="5075" y="6520"/>
                  </a:cubicBezTo>
                  <a:lnTo>
                    <a:pt x="5857" y="6967"/>
                  </a:lnTo>
                  <a:lnTo>
                    <a:pt x="5857" y="13284"/>
                  </a:lnTo>
                  <a:lnTo>
                    <a:pt x="606" y="10255"/>
                  </a:lnTo>
                  <a:cubicBezTo>
                    <a:pt x="486" y="10183"/>
                    <a:pt x="414" y="10058"/>
                    <a:pt x="414" y="9919"/>
                  </a:cubicBezTo>
                  <a:lnTo>
                    <a:pt x="414" y="9458"/>
                  </a:lnTo>
                  <a:cubicBezTo>
                    <a:pt x="414" y="9321"/>
                    <a:pt x="311" y="9253"/>
                    <a:pt x="207" y="9253"/>
                  </a:cubicBezTo>
                  <a:cubicBezTo>
                    <a:pt x="104" y="9253"/>
                    <a:pt x="1" y="9321"/>
                    <a:pt x="1" y="9458"/>
                  </a:cubicBezTo>
                  <a:lnTo>
                    <a:pt x="1" y="9919"/>
                  </a:lnTo>
                  <a:cubicBezTo>
                    <a:pt x="1" y="10202"/>
                    <a:pt x="155" y="10466"/>
                    <a:pt x="399" y="10610"/>
                  </a:cubicBezTo>
                  <a:lnTo>
                    <a:pt x="5963" y="13821"/>
                  </a:lnTo>
                  <a:cubicBezTo>
                    <a:pt x="5994" y="13841"/>
                    <a:pt x="6030" y="13850"/>
                    <a:pt x="6066" y="13850"/>
                  </a:cubicBezTo>
                  <a:cubicBezTo>
                    <a:pt x="6102" y="13850"/>
                    <a:pt x="6138" y="13841"/>
                    <a:pt x="6169" y="13821"/>
                  </a:cubicBezTo>
                  <a:lnTo>
                    <a:pt x="8209" y="12645"/>
                  </a:lnTo>
                  <a:cubicBezTo>
                    <a:pt x="8412" y="12528"/>
                    <a:pt x="8297" y="12254"/>
                    <a:pt x="8112" y="12254"/>
                  </a:cubicBezTo>
                  <a:cubicBezTo>
                    <a:pt x="8078" y="12254"/>
                    <a:pt x="8041" y="12263"/>
                    <a:pt x="8003" y="12285"/>
                  </a:cubicBezTo>
                  <a:lnTo>
                    <a:pt x="6275" y="13284"/>
                  </a:lnTo>
                  <a:lnTo>
                    <a:pt x="6275" y="6962"/>
                  </a:lnTo>
                  <a:lnTo>
                    <a:pt x="11714" y="3851"/>
                  </a:lnTo>
                  <a:lnTo>
                    <a:pt x="11714" y="3871"/>
                  </a:lnTo>
                  <a:lnTo>
                    <a:pt x="11714" y="3885"/>
                  </a:lnTo>
                  <a:lnTo>
                    <a:pt x="11714" y="3919"/>
                  </a:lnTo>
                  <a:lnTo>
                    <a:pt x="11714" y="9914"/>
                  </a:lnTo>
                  <a:cubicBezTo>
                    <a:pt x="11714" y="10053"/>
                    <a:pt x="11642" y="10178"/>
                    <a:pt x="11522" y="10250"/>
                  </a:cubicBezTo>
                  <a:lnTo>
                    <a:pt x="8713" y="11868"/>
                  </a:lnTo>
                  <a:cubicBezTo>
                    <a:pt x="8511" y="11985"/>
                    <a:pt x="8629" y="12259"/>
                    <a:pt x="8812" y="12259"/>
                  </a:cubicBezTo>
                  <a:cubicBezTo>
                    <a:pt x="8846" y="12259"/>
                    <a:pt x="8883" y="12250"/>
                    <a:pt x="8920" y="12228"/>
                  </a:cubicBezTo>
                  <a:lnTo>
                    <a:pt x="11728" y="10610"/>
                  </a:lnTo>
                  <a:cubicBezTo>
                    <a:pt x="11978" y="10466"/>
                    <a:pt x="12131" y="10202"/>
                    <a:pt x="12131" y="9914"/>
                  </a:cubicBezTo>
                  <a:lnTo>
                    <a:pt x="12131" y="3919"/>
                  </a:lnTo>
                  <a:cubicBezTo>
                    <a:pt x="12131" y="3755"/>
                    <a:pt x="12088" y="3592"/>
                    <a:pt x="12006" y="3448"/>
                  </a:cubicBezTo>
                  <a:cubicBezTo>
                    <a:pt x="11920" y="3304"/>
                    <a:pt x="11805" y="3184"/>
                    <a:pt x="11661" y="3103"/>
                  </a:cubicBezTo>
                  <a:lnTo>
                    <a:pt x="6481" y="112"/>
                  </a:lnTo>
                  <a:cubicBezTo>
                    <a:pt x="6352" y="38"/>
                    <a:pt x="6208" y="0"/>
                    <a:pt x="60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3"/>
            <p:cNvSpPr/>
            <p:nvPr/>
          </p:nvSpPr>
          <p:spPr>
            <a:xfrm>
              <a:off x="4014938" y="1527196"/>
              <a:ext cx="124934" cy="208598"/>
            </a:xfrm>
            <a:custGeom>
              <a:rect b="b" l="l" r="r" t="t"/>
              <a:pathLst>
                <a:path extrusionOk="0" h="7961" w="4768">
                  <a:moveTo>
                    <a:pt x="4384" y="1"/>
                  </a:moveTo>
                  <a:cubicBezTo>
                    <a:pt x="4350" y="1"/>
                    <a:pt x="4314" y="9"/>
                    <a:pt x="4277" y="30"/>
                  </a:cubicBezTo>
                  <a:lnTo>
                    <a:pt x="524" y="2195"/>
                  </a:lnTo>
                  <a:cubicBezTo>
                    <a:pt x="202" y="2382"/>
                    <a:pt x="5" y="2728"/>
                    <a:pt x="5" y="3102"/>
                  </a:cubicBezTo>
                  <a:lnTo>
                    <a:pt x="5" y="7754"/>
                  </a:lnTo>
                  <a:cubicBezTo>
                    <a:pt x="1" y="7866"/>
                    <a:pt x="92" y="7960"/>
                    <a:pt x="208" y="7960"/>
                  </a:cubicBezTo>
                  <a:cubicBezTo>
                    <a:pt x="211" y="7960"/>
                    <a:pt x="214" y="7960"/>
                    <a:pt x="216" y="7960"/>
                  </a:cubicBezTo>
                  <a:cubicBezTo>
                    <a:pt x="332" y="7960"/>
                    <a:pt x="423" y="7869"/>
                    <a:pt x="423" y="7754"/>
                  </a:cubicBezTo>
                  <a:lnTo>
                    <a:pt x="423" y="3102"/>
                  </a:lnTo>
                  <a:lnTo>
                    <a:pt x="423" y="3049"/>
                  </a:lnTo>
                  <a:lnTo>
                    <a:pt x="423" y="3035"/>
                  </a:lnTo>
                  <a:cubicBezTo>
                    <a:pt x="423" y="3021"/>
                    <a:pt x="428" y="3001"/>
                    <a:pt x="428" y="2987"/>
                  </a:cubicBezTo>
                  <a:lnTo>
                    <a:pt x="428" y="2982"/>
                  </a:lnTo>
                  <a:lnTo>
                    <a:pt x="4359" y="5229"/>
                  </a:lnTo>
                  <a:cubicBezTo>
                    <a:pt x="4397" y="5251"/>
                    <a:pt x="4434" y="5260"/>
                    <a:pt x="4468" y="5260"/>
                  </a:cubicBezTo>
                  <a:cubicBezTo>
                    <a:pt x="4653" y="5260"/>
                    <a:pt x="4768" y="4986"/>
                    <a:pt x="4565" y="4869"/>
                  </a:cubicBezTo>
                  <a:lnTo>
                    <a:pt x="639" y="2622"/>
                  </a:lnTo>
                  <a:cubicBezTo>
                    <a:pt x="668" y="2598"/>
                    <a:pt x="701" y="2574"/>
                    <a:pt x="735" y="2555"/>
                  </a:cubicBezTo>
                  <a:lnTo>
                    <a:pt x="4484" y="390"/>
                  </a:lnTo>
                  <a:cubicBezTo>
                    <a:pt x="4687" y="276"/>
                    <a:pt x="4570"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1" name="Google Shape;14371;p83"/>
          <p:cNvGrpSpPr/>
          <p:nvPr/>
        </p:nvGrpSpPr>
        <p:grpSpPr>
          <a:xfrm>
            <a:off x="1308797" y="3365118"/>
            <a:ext cx="311705" cy="365499"/>
            <a:chOff x="1308797" y="3365118"/>
            <a:chExt cx="311705" cy="365499"/>
          </a:xfrm>
        </p:grpSpPr>
        <p:sp>
          <p:nvSpPr>
            <p:cNvPr id="14372" name="Google Shape;14372;p83"/>
            <p:cNvSpPr/>
            <p:nvPr/>
          </p:nvSpPr>
          <p:spPr>
            <a:xfrm>
              <a:off x="1322003" y="3370673"/>
              <a:ext cx="56886" cy="181714"/>
            </a:xfrm>
            <a:custGeom>
              <a:rect b="b" l="l" r="r" t="t"/>
              <a:pathLst>
                <a:path extrusionOk="0" h="6935" w="2171">
                  <a:moveTo>
                    <a:pt x="1084" y="1"/>
                  </a:moveTo>
                  <a:cubicBezTo>
                    <a:pt x="1042" y="1"/>
                    <a:pt x="1002" y="22"/>
                    <a:pt x="980" y="66"/>
                  </a:cubicBezTo>
                  <a:lnTo>
                    <a:pt x="610" y="766"/>
                  </a:lnTo>
                  <a:lnTo>
                    <a:pt x="106" y="1717"/>
                  </a:lnTo>
                  <a:cubicBezTo>
                    <a:pt x="39" y="1851"/>
                    <a:pt x="1" y="1995"/>
                    <a:pt x="1" y="2144"/>
                  </a:cubicBezTo>
                  <a:lnTo>
                    <a:pt x="1" y="6239"/>
                  </a:lnTo>
                  <a:cubicBezTo>
                    <a:pt x="1" y="6623"/>
                    <a:pt x="313" y="6935"/>
                    <a:pt x="697" y="6935"/>
                  </a:cubicBezTo>
                  <a:lnTo>
                    <a:pt x="1474" y="6935"/>
                  </a:lnTo>
                  <a:cubicBezTo>
                    <a:pt x="1858" y="6935"/>
                    <a:pt x="2170" y="6623"/>
                    <a:pt x="2170" y="6239"/>
                  </a:cubicBezTo>
                  <a:lnTo>
                    <a:pt x="2170" y="2149"/>
                  </a:lnTo>
                  <a:lnTo>
                    <a:pt x="2170" y="2144"/>
                  </a:lnTo>
                  <a:cubicBezTo>
                    <a:pt x="2170" y="1995"/>
                    <a:pt x="2137" y="1846"/>
                    <a:pt x="2065" y="1717"/>
                  </a:cubicBezTo>
                  <a:lnTo>
                    <a:pt x="1561" y="762"/>
                  </a:lnTo>
                  <a:lnTo>
                    <a:pt x="1191" y="66"/>
                  </a:lnTo>
                  <a:cubicBezTo>
                    <a:pt x="1167" y="22"/>
                    <a:pt x="1125" y="1"/>
                    <a:pt x="108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3"/>
            <p:cNvSpPr/>
            <p:nvPr/>
          </p:nvSpPr>
          <p:spPr>
            <a:xfrm>
              <a:off x="1337986" y="3370673"/>
              <a:ext cx="24919" cy="24683"/>
            </a:xfrm>
            <a:custGeom>
              <a:rect b="b" l="l" r="r" t="t"/>
              <a:pathLst>
                <a:path extrusionOk="0" h="942" w="951">
                  <a:moveTo>
                    <a:pt x="474" y="1"/>
                  </a:moveTo>
                  <a:cubicBezTo>
                    <a:pt x="432" y="1"/>
                    <a:pt x="392" y="22"/>
                    <a:pt x="370" y="66"/>
                  </a:cubicBezTo>
                  <a:lnTo>
                    <a:pt x="0" y="762"/>
                  </a:lnTo>
                  <a:cubicBezTo>
                    <a:pt x="137" y="882"/>
                    <a:pt x="306" y="942"/>
                    <a:pt x="476" y="942"/>
                  </a:cubicBezTo>
                  <a:cubicBezTo>
                    <a:pt x="645" y="942"/>
                    <a:pt x="814" y="882"/>
                    <a:pt x="951" y="762"/>
                  </a:cubicBezTo>
                  <a:lnTo>
                    <a:pt x="581" y="66"/>
                  </a:lnTo>
                  <a:cubicBezTo>
                    <a:pt x="557" y="22"/>
                    <a:pt x="515" y="1"/>
                    <a:pt x="47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3"/>
            <p:cNvSpPr/>
            <p:nvPr/>
          </p:nvSpPr>
          <p:spPr>
            <a:xfrm>
              <a:off x="1322003" y="3421427"/>
              <a:ext cx="56886" cy="130960"/>
            </a:xfrm>
            <a:custGeom>
              <a:rect b="b" l="l" r="r" t="t"/>
              <a:pathLst>
                <a:path extrusionOk="0" h="4998" w="2171">
                  <a:moveTo>
                    <a:pt x="25" y="1"/>
                  </a:moveTo>
                  <a:cubicBezTo>
                    <a:pt x="10" y="68"/>
                    <a:pt x="1" y="140"/>
                    <a:pt x="1" y="207"/>
                  </a:cubicBezTo>
                  <a:lnTo>
                    <a:pt x="1" y="4302"/>
                  </a:lnTo>
                  <a:cubicBezTo>
                    <a:pt x="1" y="4686"/>
                    <a:pt x="313" y="4998"/>
                    <a:pt x="697" y="4998"/>
                  </a:cubicBezTo>
                  <a:lnTo>
                    <a:pt x="1474" y="4998"/>
                  </a:lnTo>
                  <a:cubicBezTo>
                    <a:pt x="1858" y="4998"/>
                    <a:pt x="2170" y="4686"/>
                    <a:pt x="2170" y="4302"/>
                  </a:cubicBezTo>
                  <a:lnTo>
                    <a:pt x="2170" y="212"/>
                  </a:lnTo>
                  <a:cubicBezTo>
                    <a:pt x="2170" y="140"/>
                    <a:pt x="2166" y="68"/>
                    <a:pt x="215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3"/>
            <p:cNvSpPr/>
            <p:nvPr/>
          </p:nvSpPr>
          <p:spPr>
            <a:xfrm>
              <a:off x="1350432" y="3421427"/>
              <a:ext cx="28456" cy="130960"/>
            </a:xfrm>
            <a:custGeom>
              <a:rect b="b" l="l" r="r" t="t"/>
              <a:pathLst>
                <a:path extrusionOk="0" h="4998" w="1086">
                  <a:moveTo>
                    <a:pt x="1" y="1"/>
                  </a:moveTo>
                  <a:lnTo>
                    <a:pt x="1" y="4998"/>
                  </a:lnTo>
                  <a:lnTo>
                    <a:pt x="389" y="4998"/>
                  </a:lnTo>
                  <a:cubicBezTo>
                    <a:pt x="773" y="4998"/>
                    <a:pt x="1085" y="4686"/>
                    <a:pt x="1085" y="4302"/>
                  </a:cubicBezTo>
                  <a:lnTo>
                    <a:pt x="1085" y="212"/>
                  </a:lnTo>
                  <a:cubicBezTo>
                    <a:pt x="1085" y="140"/>
                    <a:pt x="1081" y="68"/>
                    <a:pt x="106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83"/>
            <p:cNvSpPr/>
            <p:nvPr/>
          </p:nvSpPr>
          <p:spPr>
            <a:xfrm>
              <a:off x="1378233" y="3370673"/>
              <a:ext cx="56886" cy="181714"/>
            </a:xfrm>
            <a:custGeom>
              <a:rect b="b" l="l" r="r" t="t"/>
              <a:pathLst>
                <a:path extrusionOk="0" h="6935" w="2171">
                  <a:moveTo>
                    <a:pt x="1083" y="1"/>
                  </a:moveTo>
                  <a:cubicBezTo>
                    <a:pt x="1042" y="1"/>
                    <a:pt x="1001" y="22"/>
                    <a:pt x="980" y="66"/>
                  </a:cubicBezTo>
                  <a:lnTo>
                    <a:pt x="610" y="762"/>
                  </a:lnTo>
                  <a:lnTo>
                    <a:pt x="106" y="1717"/>
                  </a:lnTo>
                  <a:cubicBezTo>
                    <a:pt x="34" y="1846"/>
                    <a:pt x="0" y="1995"/>
                    <a:pt x="0" y="2144"/>
                  </a:cubicBezTo>
                  <a:lnTo>
                    <a:pt x="0" y="6239"/>
                  </a:lnTo>
                  <a:cubicBezTo>
                    <a:pt x="0" y="6623"/>
                    <a:pt x="308" y="6935"/>
                    <a:pt x="697" y="6935"/>
                  </a:cubicBezTo>
                  <a:lnTo>
                    <a:pt x="1474" y="6935"/>
                  </a:lnTo>
                  <a:cubicBezTo>
                    <a:pt x="1858" y="6930"/>
                    <a:pt x="2165" y="6623"/>
                    <a:pt x="2170" y="6239"/>
                  </a:cubicBezTo>
                  <a:lnTo>
                    <a:pt x="2170" y="2149"/>
                  </a:lnTo>
                  <a:lnTo>
                    <a:pt x="2170" y="2144"/>
                  </a:lnTo>
                  <a:cubicBezTo>
                    <a:pt x="2170" y="1995"/>
                    <a:pt x="2132" y="1846"/>
                    <a:pt x="2065" y="1717"/>
                  </a:cubicBezTo>
                  <a:lnTo>
                    <a:pt x="1561" y="762"/>
                  </a:lnTo>
                  <a:lnTo>
                    <a:pt x="1186" y="66"/>
                  </a:lnTo>
                  <a:cubicBezTo>
                    <a:pt x="1165" y="22"/>
                    <a:pt x="1124" y="1"/>
                    <a:pt x="108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3"/>
            <p:cNvSpPr/>
            <p:nvPr/>
          </p:nvSpPr>
          <p:spPr>
            <a:xfrm>
              <a:off x="1394217" y="3370778"/>
              <a:ext cx="24919" cy="24578"/>
            </a:xfrm>
            <a:custGeom>
              <a:rect b="b" l="l" r="r" t="t"/>
              <a:pathLst>
                <a:path extrusionOk="0" h="938" w="951">
                  <a:moveTo>
                    <a:pt x="473" y="0"/>
                  </a:moveTo>
                  <a:cubicBezTo>
                    <a:pt x="432" y="0"/>
                    <a:pt x="391" y="21"/>
                    <a:pt x="370" y="62"/>
                  </a:cubicBezTo>
                  <a:lnTo>
                    <a:pt x="0" y="758"/>
                  </a:lnTo>
                  <a:cubicBezTo>
                    <a:pt x="135" y="878"/>
                    <a:pt x="304" y="938"/>
                    <a:pt x="474" y="938"/>
                  </a:cubicBezTo>
                  <a:cubicBezTo>
                    <a:pt x="643" y="938"/>
                    <a:pt x="814" y="878"/>
                    <a:pt x="951" y="758"/>
                  </a:cubicBezTo>
                  <a:lnTo>
                    <a:pt x="576" y="62"/>
                  </a:lnTo>
                  <a:cubicBezTo>
                    <a:pt x="555" y="21"/>
                    <a:pt x="514" y="0"/>
                    <a:pt x="47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3"/>
            <p:cNvSpPr/>
            <p:nvPr/>
          </p:nvSpPr>
          <p:spPr>
            <a:xfrm>
              <a:off x="1378233" y="3421427"/>
              <a:ext cx="56886" cy="130960"/>
            </a:xfrm>
            <a:custGeom>
              <a:rect b="b" l="l" r="r" t="t"/>
              <a:pathLst>
                <a:path extrusionOk="0" h="4998" w="2171">
                  <a:moveTo>
                    <a:pt x="24" y="1"/>
                  </a:moveTo>
                  <a:cubicBezTo>
                    <a:pt x="5" y="68"/>
                    <a:pt x="0" y="135"/>
                    <a:pt x="0" y="207"/>
                  </a:cubicBezTo>
                  <a:lnTo>
                    <a:pt x="0" y="4302"/>
                  </a:lnTo>
                  <a:cubicBezTo>
                    <a:pt x="0" y="4686"/>
                    <a:pt x="308" y="4998"/>
                    <a:pt x="697" y="4998"/>
                  </a:cubicBezTo>
                  <a:lnTo>
                    <a:pt x="1474" y="4998"/>
                  </a:lnTo>
                  <a:cubicBezTo>
                    <a:pt x="1858" y="4993"/>
                    <a:pt x="2165" y="4686"/>
                    <a:pt x="2170" y="4302"/>
                  </a:cubicBezTo>
                  <a:lnTo>
                    <a:pt x="2170" y="212"/>
                  </a:lnTo>
                  <a:cubicBezTo>
                    <a:pt x="2170" y="140"/>
                    <a:pt x="2161" y="68"/>
                    <a:pt x="214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3"/>
            <p:cNvSpPr/>
            <p:nvPr/>
          </p:nvSpPr>
          <p:spPr>
            <a:xfrm>
              <a:off x="1406663" y="3421427"/>
              <a:ext cx="28456" cy="130960"/>
            </a:xfrm>
            <a:custGeom>
              <a:rect b="b" l="l" r="r" t="t"/>
              <a:pathLst>
                <a:path extrusionOk="0" h="4998" w="1086">
                  <a:moveTo>
                    <a:pt x="0" y="1"/>
                  </a:moveTo>
                  <a:lnTo>
                    <a:pt x="0" y="4998"/>
                  </a:lnTo>
                  <a:lnTo>
                    <a:pt x="389" y="4998"/>
                  </a:lnTo>
                  <a:cubicBezTo>
                    <a:pt x="773" y="4993"/>
                    <a:pt x="1080" y="4686"/>
                    <a:pt x="1085" y="4302"/>
                  </a:cubicBezTo>
                  <a:lnTo>
                    <a:pt x="1085" y="212"/>
                  </a:lnTo>
                  <a:cubicBezTo>
                    <a:pt x="1085" y="140"/>
                    <a:pt x="1076" y="68"/>
                    <a:pt x="106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3"/>
            <p:cNvSpPr/>
            <p:nvPr/>
          </p:nvSpPr>
          <p:spPr>
            <a:xfrm>
              <a:off x="1434700" y="3370778"/>
              <a:ext cx="56886" cy="181610"/>
            </a:xfrm>
            <a:custGeom>
              <a:rect b="b" l="l" r="r" t="t"/>
              <a:pathLst>
                <a:path extrusionOk="0" h="6931" w="2171">
                  <a:moveTo>
                    <a:pt x="1084" y="0"/>
                  </a:moveTo>
                  <a:cubicBezTo>
                    <a:pt x="1042" y="0"/>
                    <a:pt x="1002" y="21"/>
                    <a:pt x="980" y="62"/>
                  </a:cubicBezTo>
                  <a:lnTo>
                    <a:pt x="610" y="762"/>
                  </a:lnTo>
                  <a:lnTo>
                    <a:pt x="106" y="1713"/>
                  </a:lnTo>
                  <a:cubicBezTo>
                    <a:pt x="34" y="1847"/>
                    <a:pt x="1" y="1991"/>
                    <a:pt x="1" y="2140"/>
                  </a:cubicBezTo>
                  <a:lnTo>
                    <a:pt x="1" y="6235"/>
                  </a:lnTo>
                  <a:cubicBezTo>
                    <a:pt x="1" y="6619"/>
                    <a:pt x="313" y="6931"/>
                    <a:pt x="697" y="6931"/>
                  </a:cubicBezTo>
                  <a:lnTo>
                    <a:pt x="1474"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3"/>
            <p:cNvSpPr/>
            <p:nvPr/>
          </p:nvSpPr>
          <p:spPr>
            <a:xfrm>
              <a:off x="1450683" y="3370778"/>
              <a:ext cx="24919" cy="24578"/>
            </a:xfrm>
            <a:custGeom>
              <a:rect b="b" l="l" r="r" t="t"/>
              <a:pathLst>
                <a:path extrusionOk="0" h="938" w="951">
                  <a:moveTo>
                    <a:pt x="474" y="0"/>
                  </a:moveTo>
                  <a:cubicBezTo>
                    <a:pt x="432" y="0"/>
                    <a:pt x="392" y="21"/>
                    <a:pt x="370" y="62"/>
                  </a:cubicBezTo>
                  <a:lnTo>
                    <a:pt x="0" y="758"/>
                  </a:lnTo>
                  <a:cubicBezTo>
                    <a:pt x="137" y="878"/>
                    <a:pt x="306" y="938"/>
                    <a:pt x="476" y="938"/>
                  </a:cubicBezTo>
                  <a:cubicBezTo>
                    <a:pt x="645" y="938"/>
                    <a:pt x="814" y="878"/>
                    <a:pt x="951" y="758"/>
                  </a:cubicBezTo>
                  <a:lnTo>
                    <a:pt x="581" y="62"/>
                  </a:lnTo>
                  <a:cubicBezTo>
                    <a:pt x="557" y="21"/>
                    <a:pt x="515" y="0"/>
                    <a:pt x="474"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3"/>
            <p:cNvSpPr/>
            <p:nvPr/>
          </p:nvSpPr>
          <p:spPr>
            <a:xfrm>
              <a:off x="1434700"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4" y="4998"/>
                  </a:lnTo>
                  <a:cubicBezTo>
                    <a:pt x="1859" y="4998"/>
                    <a:pt x="2171" y="4686"/>
                    <a:pt x="2171" y="4302"/>
                  </a:cubicBezTo>
                  <a:lnTo>
                    <a:pt x="2171" y="212"/>
                  </a:lnTo>
                  <a:cubicBezTo>
                    <a:pt x="2171" y="140"/>
                    <a:pt x="2161" y="68"/>
                    <a:pt x="2147"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3"/>
            <p:cNvSpPr/>
            <p:nvPr/>
          </p:nvSpPr>
          <p:spPr>
            <a:xfrm>
              <a:off x="1463129" y="3421427"/>
              <a:ext cx="28456" cy="130960"/>
            </a:xfrm>
            <a:custGeom>
              <a:rect b="b" l="l" r="r" t="t"/>
              <a:pathLst>
                <a:path extrusionOk="0" h="4998" w="1086">
                  <a:moveTo>
                    <a:pt x="1" y="1"/>
                  </a:moveTo>
                  <a:lnTo>
                    <a:pt x="1" y="4998"/>
                  </a:lnTo>
                  <a:lnTo>
                    <a:pt x="389" y="4998"/>
                  </a:lnTo>
                  <a:cubicBezTo>
                    <a:pt x="774" y="4998"/>
                    <a:pt x="1086" y="4686"/>
                    <a:pt x="1086" y="4302"/>
                  </a:cubicBezTo>
                  <a:lnTo>
                    <a:pt x="1086" y="212"/>
                  </a:lnTo>
                  <a:cubicBezTo>
                    <a:pt x="1086" y="140"/>
                    <a:pt x="1076" y="68"/>
                    <a:pt x="1062"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3"/>
            <p:cNvSpPr/>
            <p:nvPr/>
          </p:nvSpPr>
          <p:spPr>
            <a:xfrm>
              <a:off x="1491297" y="3370778"/>
              <a:ext cx="56886" cy="181610"/>
            </a:xfrm>
            <a:custGeom>
              <a:rect b="b" l="l" r="r" t="t"/>
              <a:pathLst>
                <a:path extrusionOk="0" h="6931" w="2171">
                  <a:moveTo>
                    <a:pt x="1084" y="0"/>
                  </a:moveTo>
                  <a:cubicBezTo>
                    <a:pt x="1043" y="0"/>
                    <a:pt x="1002" y="21"/>
                    <a:pt x="980" y="62"/>
                  </a:cubicBezTo>
                  <a:lnTo>
                    <a:pt x="611" y="762"/>
                  </a:lnTo>
                  <a:lnTo>
                    <a:pt x="107" y="1713"/>
                  </a:lnTo>
                  <a:cubicBezTo>
                    <a:pt x="35" y="1847"/>
                    <a:pt x="1" y="1991"/>
                    <a:pt x="1" y="2140"/>
                  </a:cubicBezTo>
                  <a:lnTo>
                    <a:pt x="1" y="6235"/>
                  </a:lnTo>
                  <a:cubicBezTo>
                    <a:pt x="1" y="6619"/>
                    <a:pt x="313" y="6931"/>
                    <a:pt x="697" y="6931"/>
                  </a:cubicBezTo>
                  <a:lnTo>
                    <a:pt x="1475"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3"/>
            <p:cNvSpPr/>
            <p:nvPr/>
          </p:nvSpPr>
          <p:spPr>
            <a:xfrm>
              <a:off x="1507280" y="3370778"/>
              <a:ext cx="24945" cy="24578"/>
            </a:xfrm>
            <a:custGeom>
              <a:rect b="b" l="l" r="r" t="t"/>
              <a:pathLst>
                <a:path extrusionOk="0" h="938" w="952">
                  <a:moveTo>
                    <a:pt x="474" y="0"/>
                  </a:moveTo>
                  <a:cubicBezTo>
                    <a:pt x="433" y="0"/>
                    <a:pt x="392" y="21"/>
                    <a:pt x="370" y="62"/>
                  </a:cubicBezTo>
                  <a:lnTo>
                    <a:pt x="1" y="758"/>
                  </a:lnTo>
                  <a:cubicBezTo>
                    <a:pt x="137" y="878"/>
                    <a:pt x="307" y="938"/>
                    <a:pt x="476" y="938"/>
                  </a:cubicBezTo>
                  <a:cubicBezTo>
                    <a:pt x="645" y="938"/>
                    <a:pt x="814" y="878"/>
                    <a:pt x="951" y="758"/>
                  </a:cubicBezTo>
                  <a:lnTo>
                    <a:pt x="581" y="62"/>
                  </a:lnTo>
                  <a:cubicBezTo>
                    <a:pt x="557" y="21"/>
                    <a:pt x="515" y="0"/>
                    <a:pt x="47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3"/>
            <p:cNvSpPr/>
            <p:nvPr/>
          </p:nvSpPr>
          <p:spPr>
            <a:xfrm>
              <a:off x="1491297"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5" y="4998"/>
                  </a:lnTo>
                  <a:cubicBezTo>
                    <a:pt x="1859" y="4998"/>
                    <a:pt x="2171" y="4686"/>
                    <a:pt x="2171" y="4302"/>
                  </a:cubicBezTo>
                  <a:lnTo>
                    <a:pt x="2171" y="212"/>
                  </a:lnTo>
                  <a:cubicBezTo>
                    <a:pt x="2171" y="140"/>
                    <a:pt x="2161" y="68"/>
                    <a:pt x="214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3"/>
            <p:cNvSpPr/>
            <p:nvPr/>
          </p:nvSpPr>
          <p:spPr>
            <a:xfrm>
              <a:off x="1519727" y="3421427"/>
              <a:ext cx="28456" cy="130960"/>
            </a:xfrm>
            <a:custGeom>
              <a:rect b="b" l="l" r="r" t="t"/>
              <a:pathLst>
                <a:path extrusionOk="0" h="4998" w="1086">
                  <a:moveTo>
                    <a:pt x="1" y="1"/>
                  </a:moveTo>
                  <a:lnTo>
                    <a:pt x="1" y="4998"/>
                  </a:lnTo>
                  <a:lnTo>
                    <a:pt x="390" y="4998"/>
                  </a:lnTo>
                  <a:cubicBezTo>
                    <a:pt x="774" y="4998"/>
                    <a:pt x="1086" y="4686"/>
                    <a:pt x="1086" y="4302"/>
                  </a:cubicBezTo>
                  <a:lnTo>
                    <a:pt x="1086" y="212"/>
                  </a:lnTo>
                  <a:cubicBezTo>
                    <a:pt x="1086" y="140"/>
                    <a:pt x="1076" y="68"/>
                    <a:pt x="1062"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3"/>
            <p:cNvSpPr/>
            <p:nvPr/>
          </p:nvSpPr>
          <p:spPr>
            <a:xfrm>
              <a:off x="1548156" y="3370778"/>
              <a:ext cx="57017" cy="181610"/>
            </a:xfrm>
            <a:custGeom>
              <a:rect b="b" l="l" r="r" t="t"/>
              <a:pathLst>
                <a:path extrusionOk="0" h="6931" w="2176">
                  <a:moveTo>
                    <a:pt x="1087" y="0"/>
                  </a:moveTo>
                  <a:cubicBezTo>
                    <a:pt x="1046" y="0"/>
                    <a:pt x="1004" y="21"/>
                    <a:pt x="980" y="62"/>
                  </a:cubicBezTo>
                  <a:lnTo>
                    <a:pt x="610" y="762"/>
                  </a:lnTo>
                  <a:lnTo>
                    <a:pt x="111" y="1713"/>
                  </a:lnTo>
                  <a:cubicBezTo>
                    <a:pt x="39" y="1847"/>
                    <a:pt x="1" y="1991"/>
                    <a:pt x="1" y="2140"/>
                  </a:cubicBezTo>
                  <a:lnTo>
                    <a:pt x="1" y="6235"/>
                  </a:lnTo>
                  <a:cubicBezTo>
                    <a:pt x="1" y="6619"/>
                    <a:pt x="313" y="6931"/>
                    <a:pt x="697" y="6931"/>
                  </a:cubicBezTo>
                  <a:lnTo>
                    <a:pt x="1479" y="6931"/>
                  </a:lnTo>
                  <a:cubicBezTo>
                    <a:pt x="1863" y="6931"/>
                    <a:pt x="2175" y="6619"/>
                    <a:pt x="2175" y="6235"/>
                  </a:cubicBezTo>
                  <a:lnTo>
                    <a:pt x="2175" y="2145"/>
                  </a:lnTo>
                  <a:cubicBezTo>
                    <a:pt x="2175" y="1991"/>
                    <a:pt x="2137" y="1847"/>
                    <a:pt x="2065" y="1713"/>
                  </a:cubicBezTo>
                  <a:lnTo>
                    <a:pt x="1561" y="762"/>
                  </a:lnTo>
                  <a:lnTo>
                    <a:pt x="1191" y="62"/>
                  </a:lnTo>
                  <a:cubicBezTo>
                    <a:pt x="1170" y="21"/>
                    <a:pt x="1129" y="0"/>
                    <a:pt x="108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3"/>
            <p:cNvSpPr/>
            <p:nvPr/>
          </p:nvSpPr>
          <p:spPr>
            <a:xfrm>
              <a:off x="1564140" y="3370778"/>
              <a:ext cx="24919" cy="24578"/>
            </a:xfrm>
            <a:custGeom>
              <a:rect b="b" l="l" r="r" t="t"/>
              <a:pathLst>
                <a:path extrusionOk="0" h="938" w="951">
                  <a:moveTo>
                    <a:pt x="477" y="0"/>
                  </a:moveTo>
                  <a:cubicBezTo>
                    <a:pt x="436" y="0"/>
                    <a:pt x="394" y="21"/>
                    <a:pt x="370" y="62"/>
                  </a:cubicBezTo>
                  <a:lnTo>
                    <a:pt x="0" y="758"/>
                  </a:lnTo>
                  <a:cubicBezTo>
                    <a:pt x="137" y="878"/>
                    <a:pt x="306" y="938"/>
                    <a:pt x="476" y="938"/>
                  </a:cubicBezTo>
                  <a:cubicBezTo>
                    <a:pt x="645" y="938"/>
                    <a:pt x="814" y="878"/>
                    <a:pt x="951" y="758"/>
                  </a:cubicBezTo>
                  <a:lnTo>
                    <a:pt x="581" y="62"/>
                  </a:lnTo>
                  <a:cubicBezTo>
                    <a:pt x="560" y="21"/>
                    <a:pt x="519" y="0"/>
                    <a:pt x="4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3"/>
            <p:cNvSpPr/>
            <p:nvPr/>
          </p:nvSpPr>
          <p:spPr>
            <a:xfrm>
              <a:off x="1548156" y="3421427"/>
              <a:ext cx="57017" cy="130960"/>
            </a:xfrm>
            <a:custGeom>
              <a:rect b="b" l="l" r="r" t="t"/>
              <a:pathLst>
                <a:path extrusionOk="0" h="4998" w="2176">
                  <a:moveTo>
                    <a:pt x="25" y="1"/>
                  </a:moveTo>
                  <a:cubicBezTo>
                    <a:pt x="10" y="68"/>
                    <a:pt x="1" y="140"/>
                    <a:pt x="1" y="207"/>
                  </a:cubicBezTo>
                  <a:lnTo>
                    <a:pt x="1" y="4302"/>
                  </a:lnTo>
                  <a:cubicBezTo>
                    <a:pt x="1" y="4686"/>
                    <a:pt x="313" y="4998"/>
                    <a:pt x="697" y="4998"/>
                  </a:cubicBezTo>
                  <a:lnTo>
                    <a:pt x="1479" y="4998"/>
                  </a:lnTo>
                  <a:cubicBezTo>
                    <a:pt x="1863" y="4998"/>
                    <a:pt x="2175" y="4686"/>
                    <a:pt x="2175" y="4302"/>
                  </a:cubicBezTo>
                  <a:lnTo>
                    <a:pt x="2175" y="212"/>
                  </a:lnTo>
                  <a:cubicBezTo>
                    <a:pt x="2175" y="140"/>
                    <a:pt x="2166" y="68"/>
                    <a:pt x="2151"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3"/>
            <p:cNvSpPr/>
            <p:nvPr/>
          </p:nvSpPr>
          <p:spPr>
            <a:xfrm>
              <a:off x="1576586" y="3421427"/>
              <a:ext cx="28587" cy="130960"/>
            </a:xfrm>
            <a:custGeom>
              <a:rect b="b" l="l" r="r" t="t"/>
              <a:pathLst>
                <a:path extrusionOk="0" h="4998" w="1091">
                  <a:moveTo>
                    <a:pt x="1" y="1"/>
                  </a:moveTo>
                  <a:lnTo>
                    <a:pt x="1" y="4998"/>
                  </a:lnTo>
                  <a:lnTo>
                    <a:pt x="394" y="4998"/>
                  </a:lnTo>
                  <a:cubicBezTo>
                    <a:pt x="778" y="4998"/>
                    <a:pt x="1090" y="4686"/>
                    <a:pt x="1090" y="4302"/>
                  </a:cubicBezTo>
                  <a:lnTo>
                    <a:pt x="1090" y="212"/>
                  </a:lnTo>
                  <a:cubicBezTo>
                    <a:pt x="1085" y="140"/>
                    <a:pt x="1081" y="68"/>
                    <a:pt x="10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3"/>
            <p:cNvSpPr/>
            <p:nvPr/>
          </p:nvSpPr>
          <p:spPr>
            <a:xfrm>
              <a:off x="1314325" y="3493248"/>
              <a:ext cx="300647" cy="231840"/>
            </a:xfrm>
            <a:custGeom>
              <a:rect b="b" l="l" r="r" t="t"/>
              <a:pathLst>
                <a:path extrusionOk="0" h="8848" w="11474">
                  <a:moveTo>
                    <a:pt x="323" y="1"/>
                  </a:moveTo>
                  <a:cubicBezTo>
                    <a:pt x="145" y="1"/>
                    <a:pt x="1" y="145"/>
                    <a:pt x="1" y="322"/>
                  </a:cubicBezTo>
                  <a:lnTo>
                    <a:pt x="1" y="7926"/>
                  </a:lnTo>
                  <a:cubicBezTo>
                    <a:pt x="1" y="8435"/>
                    <a:pt x="438" y="8847"/>
                    <a:pt x="980" y="8847"/>
                  </a:cubicBezTo>
                  <a:lnTo>
                    <a:pt x="10494" y="8847"/>
                  </a:lnTo>
                  <a:cubicBezTo>
                    <a:pt x="11037" y="8847"/>
                    <a:pt x="11474" y="8435"/>
                    <a:pt x="11474" y="7926"/>
                  </a:cubicBezTo>
                  <a:lnTo>
                    <a:pt x="11474" y="7758"/>
                  </a:lnTo>
                  <a:lnTo>
                    <a:pt x="11474" y="298"/>
                  </a:lnTo>
                  <a:cubicBezTo>
                    <a:pt x="11464" y="130"/>
                    <a:pt x="11320" y="1"/>
                    <a:pt x="1115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3"/>
            <p:cNvSpPr/>
            <p:nvPr/>
          </p:nvSpPr>
          <p:spPr>
            <a:xfrm>
              <a:off x="1344537" y="3493248"/>
              <a:ext cx="270436" cy="203279"/>
            </a:xfrm>
            <a:custGeom>
              <a:rect b="b" l="l" r="r" t="t"/>
              <a:pathLst>
                <a:path extrusionOk="0" h="7758" w="10321">
                  <a:moveTo>
                    <a:pt x="0" y="1"/>
                  </a:moveTo>
                  <a:lnTo>
                    <a:pt x="0" y="6836"/>
                  </a:lnTo>
                  <a:cubicBezTo>
                    <a:pt x="0" y="7345"/>
                    <a:pt x="442" y="7758"/>
                    <a:pt x="979" y="7758"/>
                  </a:cubicBezTo>
                  <a:lnTo>
                    <a:pt x="10321" y="7758"/>
                  </a:lnTo>
                  <a:lnTo>
                    <a:pt x="10321" y="322"/>
                  </a:lnTo>
                  <a:cubicBezTo>
                    <a:pt x="10321" y="317"/>
                    <a:pt x="10321" y="308"/>
                    <a:pt x="10321" y="298"/>
                  </a:cubicBezTo>
                  <a:cubicBezTo>
                    <a:pt x="10311" y="130"/>
                    <a:pt x="10167" y="1"/>
                    <a:pt x="999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3"/>
            <p:cNvSpPr/>
            <p:nvPr/>
          </p:nvSpPr>
          <p:spPr>
            <a:xfrm>
              <a:off x="1314325" y="3596512"/>
              <a:ext cx="300647" cy="39644"/>
            </a:xfrm>
            <a:custGeom>
              <a:rect b="b" l="l" r="r" t="t"/>
              <a:pathLst>
                <a:path extrusionOk="0" h="1513" w="11474">
                  <a:moveTo>
                    <a:pt x="1" y="1"/>
                  </a:moveTo>
                  <a:lnTo>
                    <a:pt x="1" y="1513"/>
                  </a:lnTo>
                  <a:lnTo>
                    <a:pt x="11474" y="1513"/>
                  </a:lnTo>
                  <a:lnTo>
                    <a:pt x="1147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3"/>
            <p:cNvSpPr/>
            <p:nvPr/>
          </p:nvSpPr>
          <p:spPr>
            <a:xfrm>
              <a:off x="1314325" y="3596512"/>
              <a:ext cx="30238" cy="39644"/>
            </a:xfrm>
            <a:custGeom>
              <a:rect b="b" l="l" r="r" t="t"/>
              <a:pathLst>
                <a:path extrusionOk="0" h="1513" w="1154">
                  <a:moveTo>
                    <a:pt x="1" y="1"/>
                  </a:moveTo>
                  <a:lnTo>
                    <a:pt x="1" y="1513"/>
                  </a:lnTo>
                  <a:lnTo>
                    <a:pt x="1153" y="1513"/>
                  </a:lnTo>
                  <a:lnTo>
                    <a:pt x="1153"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3"/>
            <p:cNvSpPr/>
            <p:nvPr/>
          </p:nvSpPr>
          <p:spPr>
            <a:xfrm>
              <a:off x="1308797" y="3365118"/>
              <a:ext cx="311705" cy="365499"/>
            </a:xfrm>
            <a:custGeom>
              <a:rect b="b" l="l" r="r" t="t"/>
              <a:pathLst>
                <a:path extrusionOk="0" h="13949" w="11896">
                  <a:moveTo>
                    <a:pt x="1590" y="527"/>
                  </a:moveTo>
                  <a:lnTo>
                    <a:pt x="1791" y="902"/>
                  </a:lnTo>
                  <a:cubicBezTo>
                    <a:pt x="1726" y="928"/>
                    <a:pt x="1658" y="941"/>
                    <a:pt x="1590" y="941"/>
                  </a:cubicBezTo>
                  <a:cubicBezTo>
                    <a:pt x="1521" y="941"/>
                    <a:pt x="1453" y="928"/>
                    <a:pt x="1388" y="902"/>
                  </a:cubicBezTo>
                  <a:lnTo>
                    <a:pt x="1590" y="527"/>
                  </a:lnTo>
                  <a:close/>
                  <a:moveTo>
                    <a:pt x="3764" y="527"/>
                  </a:moveTo>
                  <a:lnTo>
                    <a:pt x="3961" y="902"/>
                  </a:lnTo>
                  <a:cubicBezTo>
                    <a:pt x="3899" y="928"/>
                    <a:pt x="3831" y="941"/>
                    <a:pt x="3764" y="941"/>
                  </a:cubicBezTo>
                  <a:cubicBezTo>
                    <a:pt x="3696" y="941"/>
                    <a:pt x="3627" y="928"/>
                    <a:pt x="3563" y="902"/>
                  </a:cubicBezTo>
                  <a:lnTo>
                    <a:pt x="3764" y="527"/>
                  </a:lnTo>
                  <a:close/>
                  <a:moveTo>
                    <a:pt x="8104" y="542"/>
                  </a:moveTo>
                  <a:lnTo>
                    <a:pt x="8305" y="916"/>
                  </a:lnTo>
                  <a:cubicBezTo>
                    <a:pt x="8240" y="942"/>
                    <a:pt x="8172" y="956"/>
                    <a:pt x="8104" y="956"/>
                  </a:cubicBezTo>
                  <a:cubicBezTo>
                    <a:pt x="8036" y="956"/>
                    <a:pt x="7969" y="942"/>
                    <a:pt x="7907" y="916"/>
                  </a:cubicBezTo>
                  <a:lnTo>
                    <a:pt x="8104" y="542"/>
                  </a:lnTo>
                  <a:close/>
                  <a:moveTo>
                    <a:pt x="10273" y="542"/>
                  </a:moveTo>
                  <a:lnTo>
                    <a:pt x="10475" y="916"/>
                  </a:lnTo>
                  <a:cubicBezTo>
                    <a:pt x="10413" y="942"/>
                    <a:pt x="10345" y="956"/>
                    <a:pt x="10278" y="956"/>
                  </a:cubicBezTo>
                  <a:cubicBezTo>
                    <a:pt x="10210" y="956"/>
                    <a:pt x="10141" y="942"/>
                    <a:pt x="10076" y="916"/>
                  </a:cubicBezTo>
                  <a:lnTo>
                    <a:pt x="10273" y="542"/>
                  </a:lnTo>
                  <a:close/>
                  <a:moveTo>
                    <a:pt x="5929" y="542"/>
                  </a:moveTo>
                  <a:lnTo>
                    <a:pt x="6131" y="921"/>
                  </a:lnTo>
                  <a:cubicBezTo>
                    <a:pt x="6066" y="945"/>
                    <a:pt x="5997" y="957"/>
                    <a:pt x="5930" y="957"/>
                  </a:cubicBezTo>
                  <a:cubicBezTo>
                    <a:pt x="5862" y="957"/>
                    <a:pt x="5795" y="945"/>
                    <a:pt x="5732" y="921"/>
                  </a:cubicBezTo>
                  <a:lnTo>
                    <a:pt x="5929" y="542"/>
                  </a:lnTo>
                  <a:close/>
                  <a:moveTo>
                    <a:pt x="1983" y="1276"/>
                  </a:moveTo>
                  <a:lnTo>
                    <a:pt x="2338" y="1938"/>
                  </a:lnTo>
                  <a:lnTo>
                    <a:pt x="841" y="1938"/>
                  </a:lnTo>
                  <a:lnTo>
                    <a:pt x="1191" y="1276"/>
                  </a:lnTo>
                  <a:cubicBezTo>
                    <a:pt x="1318" y="1334"/>
                    <a:pt x="1454" y="1362"/>
                    <a:pt x="1589" y="1362"/>
                  </a:cubicBezTo>
                  <a:cubicBezTo>
                    <a:pt x="1724" y="1362"/>
                    <a:pt x="1858" y="1334"/>
                    <a:pt x="1983" y="1276"/>
                  </a:cubicBezTo>
                  <a:close/>
                  <a:moveTo>
                    <a:pt x="4158" y="1276"/>
                  </a:moveTo>
                  <a:lnTo>
                    <a:pt x="4508" y="1938"/>
                  </a:lnTo>
                  <a:lnTo>
                    <a:pt x="3015" y="1938"/>
                  </a:lnTo>
                  <a:lnTo>
                    <a:pt x="3366" y="1276"/>
                  </a:lnTo>
                  <a:cubicBezTo>
                    <a:pt x="3491" y="1334"/>
                    <a:pt x="3626" y="1362"/>
                    <a:pt x="3762" y="1362"/>
                  </a:cubicBezTo>
                  <a:cubicBezTo>
                    <a:pt x="3897" y="1362"/>
                    <a:pt x="4033" y="1334"/>
                    <a:pt x="4158" y="1276"/>
                  </a:cubicBezTo>
                  <a:close/>
                  <a:moveTo>
                    <a:pt x="6327" y="1290"/>
                  </a:moveTo>
                  <a:lnTo>
                    <a:pt x="6678" y="1953"/>
                  </a:lnTo>
                  <a:lnTo>
                    <a:pt x="5185" y="1953"/>
                  </a:lnTo>
                  <a:lnTo>
                    <a:pt x="5535" y="1290"/>
                  </a:lnTo>
                  <a:cubicBezTo>
                    <a:pt x="5660" y="1348"/>
                    <a:pt x="5796" y="1377"/>
                    <a:pt x="5931" y="1377"/>
                  </a:cubicBezTo>
                  <a:cubicBezTo>
                    <a:pt x="6067" y="1377"/>
                    <a:pt x="6203" y="1348"/>
                    <a:pt x="6327" y="1290"/>
                  </a:cubicBezTo>
                  <a:close/>
                  <a:moveTo>
                    <a:pt x="8502" y="1290"/>
                  </a:moveTo>
                  <a:lnTo>
                    <a:pt x="8852" y="1953"/>
                  </a:lnTo>
                  <a:lnTo>
                    <a:pt x="7360" y="1953"/>
                  </a:lnTo>
                  <a:lnTo>
                    <a:pt x="7710" y="1290"/>
                  </a:lnTo>
                  <a:cubicBezTo>
                    <a:pt x="7835" y="1348"/>
                    <a:pt x="7969" y="1377"/>
                    <a:pt x="8104" y="1377"/>
                  </a:cubicBezTo>
                  <a:cubicBezTo>
                    <a:pt x="8239" y="1377"/>
                    <a:pt x="8375" y="1348"/>
                    <a:pt x="8502" y="1290"/>
                  </a:cubicBezTo>
                  <a:close/>
                  <a:moveTo>
                    <a:pt x="10672" y="1286"/>
                  </a:moveTo>
                  <a:lnTo>
                    <a:pt x="11022" y="1953"/>
                  </a:lnTo>
                  <a:lnTo>
                    <a:pt x="9529" y="1953"/>
                  </a:lnTo>
                  <a:lnTo>
                    <a:pt x="9880" y="1286"/>
                  </a:lnTo>
                  <a:cubicBezTo>
                    <a:pt x="10004" y="1346"/>
                    <a:pt x="10140" y="1376"/>
                    <a:pt x="10276" y="1376"/>
                  </a:cubicBezTo>
                  <a:cubicBezTo>
                    <a:pt x="10411" y="1376"/>
                    <a:pt x="10547" y="1346"/>
                    <a:pt x="10672" y="1286"/>
                  </a:cubicBezTo>
                  <a:close/>
                  <a:moveTo>
                    <a:pt x="1383" y="2361"/>
                  </a:moveTo>
                  <a:lnTo>
                    <a:pt x="1378" y="4679"/>
                  </a:lnTo>
                  <a:lnTo>
                    <a:pt x="716" y="4679"/>
                  </a:lnTo>
                  <a:lnTo>
                    <a:pt x="716" y="2361"/>
                  </a:lnTo>
                  <a:close/>
                  <a:moveTo>
                    <a:pt x="2463" y="2361"/>
                  </a:moveTo>
                  <a:lnTo>
                    <a:pt x="2463" y="4679"/>
                  </a:lnTo>
                  <a:lnTo>
                    <a:pt x="1801" y="4679"/>
                  </a:lnTo>
                  <a:lnTo>
                    <a:pt x="1801" y="2361"/>
                  </a:lnTo>
                  <a:close/>
                  <a:moveTo>
                    <a:pt x="3553" y="2361"/>
                  </a:moveTo>
                  <a:lnTo>
                    <a:pt x="3553" y="4679"/>
                  </a:lnTo>
                  <a:lnTo>
                    <a:pt x="2886" y="4679"/>
                  </a:lnTo>
                  <a:lnTo>
                    <a:pt x="2886" y="2361"/>
                  </a:lnTo>
                  <a:close/>
                  <a:moveTo>
                    <a:pt x="4638" y="2361"/>
                  </a:moveTo>
                  <a:cubicBezTo>
                    <a:pt x="4638" y="2361"/>
                    <a:pt x="4638" y="2366"/>
                    <a:pt x="4638" y="2370"/>
                  </a:cubicBezTo>
                  <a:lnTo>
                    <a:pt x="4638" y="4679"/>
                  </a:lnTo>
                  <a:lnTo>
                    <a:pt x="3971" y="4679"/>
                  </a:lnTo>
                  <a:lnTo>
                    <a:pt x="3971" y="2361"/>
                  </a:lnTo>
                  <a:close/>
                  <a:moveTo>
                    <a:pt x="5723" y="2370"/>
                  </a:moveTo>
                  <a:lnTo>
                    <a:pt x="5723" y="4679"/>
                  </a:lnTo>
                  <a:lnTo>
                    <a:pt x="5060" y="4679"/>
                  </a:lnTo>
                  <a:lnTo>
                    <a:pt x="5060" y="2370"/>
                  </a:lnTo>
                  <a:close/>
                  <a:moveTo>
                    <a:pt x="6808" y="2370"/>
                  </a:moveTo>
                  <a:lnTo>
                    <a:pt x="6808" y="4679"/>
                  </a:lnTo>
                  <a:lnTo>
                    <a:pt x="6140" y="4679"/>
                  </a:lnTo>
                  <a:lnTo>
                    <a:pt x="6140" y="2370"/>
                  </a:lnTo>
                  <a:close/>
                  <a:moveTo>
                    <a:pt x="7897" y="2370"/>
                  </a:moveTo>
                  <a:lnTo>
                    <a:pt x="7897" y="4679"/>
                  </a:lnTo>
                  <a:lnTo>
                    <a:pt x="7230" y="4679"/>
                  </a:lnTo>
                  <a:lnTo>
                    <a:pt x="7230" y="2370"/>
                  </a:lnTo>
                  <a:close/>
                  <a:moveTo>
                    <a:pt x="8987" y="2370"/>
                  </a:moveTo>
                  <a:lnTo>
                    <a:pt x="8982" y="4679"/>
                  </a:lnTo>
                  <a:lnTo>
                    <a:pt x="8315" y="4679"/>
                  </a:lnTo>
                  <a:lnTo>
                    <a:pt x="8315" y="2370"/>
                  </a:lnTo>
                  <a:close/>
                  <a:moveTo>
                    <a:pt x="10067" y="2370"/>
                  </a:moveTo>
                  <a:lnTo>
                    <a:pt x="10067" y="4679"/>
                  </a:lnTo>
                  <a:lnTo>
                    <a:pt x="9400" y="4679"/>
                  </a:lnTo>
                  <a:lnTo>
                    <a:pt x="9400" y="2370"/>
                  </a:lnTo>
                  <a:close/>
                  <a:moveTo>
                    <a:pt x="11152" y="2370"/>
                  </a:moveTo>
                  <a:lnTo>
                    <a:pt x="11152" y="4679"/>
                  </a:lnTo>
                  <a:lnTo>
                    <a:pt x="10485" y="4679"/>
                  </a:lnTo>
                  <a:lnTo>
                    <a:pt x="10485" y="2370"/>
                  </a:lnTo>
                  <a:close/>
                  <a:moveTo>
                    <a:pt x="3762" y="0"/>
                  </a:moveTo>
                  <a:cubicBezTo>
                    <a:pt x="3650" y="0"/>
                    <a:pt x="3539" y="58"/>
                    <a:pt x="3476" y="167"/>
                  </a:cubicBezTo>
                  <a:cubicBezTo>
                    <a:pt x="3471" y="177"/>
                    <a:pt x="3529" y="71"/>
                    <a:pt x="2674" y="1679"/>
                  </a:cubicBezTo>
                  <a:lnTo>
                    <a:pt x="2252" y="878"/>
                  </a:lnTo>
                  <a:lnTo>
                    <a:pt x="1878" y="177"/>
                  </a:lnTo>
                  <a:cubicBezTo>
                    <a:pt x="1818" y="62"/>
                    <a:pt x="1704" y="4"/>
                    <a:pt x="1589" y="4"/>
                  </a:cubicBezTo>
                  <a:cubicBezTo>
                    <a:pt x="1474" y="4"/>
                    <a:pt x="1359" y="62"/>
                    <a:pt x="1297" y="177"/>
                  </a:cubicBezTo>
                  <a:lnTo>
                    <a:pt x="423" y="1828"/>
                  </a:lnTo>
                  <a:cubicBezTo>
                    <a:pt x="342" y="1991"/>
                    <a:pt x="294" y="2174"/>
                    <a:pt x="294" y="2356"/>
                  </a:cubicBezTo>
                  <a:lnTo>
                    <a:pt x="294" y="4737"/>
                  </a:lnTo>
                  <a:cubicBezTo>
                    <a:pt x="116" y="4828"/>
                    <a:pt x="1" y="5011"/>
                    <a:pt x="1" y="5212"/>
                  </a:cubicBezTo>
                  <a:lnTo>
                    <a:pt x="1" y="6479"/>
                  </a:lnTo>
                  <a:cubicBezTo>
                    <a:pt x="1" y="6619"/>
                    <a:pt x="105" y="6688"/>
                    <a:pt x="210" y="6688"/>
                  </a:cubicBezTo>
                  <a:cubicBezTo>
                    <a:pt x="314" y="6688"/>
                    <a:pt x="418" y="6619"/>
                    <a:pt x="418" y="6479"/>
                  </a:cubicBezTo>
                  <a:lnTo>
                    <a:pt x="418" y="5212"/>
                  </a:lnTo>
                  <a:cubicBezTo>
                    <a:pt x="418" y="5150"/>
                    <a:pt x="471" y="5102"/>
                    <a:pt x="534" y="5102"/>
                  </a:cubicBezTo>
                  <a:lnTo>
                    <a:pt x="11363" y="5102"/>
                  </a:lnTo>
                  <a:cubicBezTo>
                    <a:pt x="11421" y="5102"/>
                    <a:pt x="11469" y="5145"/>
                    <a:pt x="11473" y="5203"/>
                  </a:cubicBezTo>
                  <a:lnTo>
                    <a:pt x="11473" y="8620"/>
                  </a:lnTo>
                  <a:lnTo>
                    <a:pt x="8094" y="8620"/>
                  </a:lnTo>
                  <a:cubicBezTo>
                    <a:pt x="7816" y="8620"/>
                    <a:pt x="7816" y="9043"/>
                    <a:pt x="8094" y="9043"/>
                  </a:cubicBezTo>
                  <a:lnTo>
                    <a:pt x="11473" y="9043"/>
                  </a:lnTo>
                  <a:lnTo>
                    <a:pt x="11473" y="10132"/>
                  </a:lnTo>
                  <a:lnTo>
                    <a:pt x="5132" y="10132"/>
                  </a:lnTo>
                  <a:cubicBezTo>
                    <a:pt x="4849" y="10132"/>
                    <a:pt x="4849" y="10550"/>
                    <a:pt x="5132" y="10550"/>
                  </a:cubicBezTo>
                  <a:lnTo>
                    <a:pt x="11478" y="10550"/>
                  </a:lnTo>
                  <a:lnTo>
                    <a:pt x="11478" y="11390"/>
                  </a:lnTo>
                  <a:cubicBezTo>
                    <a:pt x="11473" y="11395"/>
                    <a:pt x="11473" y="11395"/>
                    <a:pt x="11478" y="11400"/>
                  </a:cubicBezTo>
                  <a:lnTo>
                    <a:pt x="11478" y="12821"/>
                  </a:lnTo>
                  <a:cubicBezTo>
                    <a:pt x="11478" y="13209"/>
                    <a:pt x="11133" y="13531"/>
                    <a:pt x="10705" y="13531"/>
                  </a:cubicBezTo>
                  <a:lnTo>
                    <a:pt x="1191" y="13531"/>
                  </a:lnTo>
                  <a:cubicBezTo>
                    <a:pt x="764" y="13531"/>
                    <a:pt x="423" y="13209"/>
                    <a:pt x="423" y="12821"/>
                  </a:cubicBezTo>
                  <a:lnTo>
                    <a:pt x="423" y="10555"/>
                  </a:lnTo>
                  <a:lnTo>
                    <a:pt x="4292" y="10555"/>
                  </a:lnTo>
                  <a:cubicBezTo>
                    <a:pt x="4571" y="10555"/>
                    <a:pt x="4571" y="10132"/>
                    <a:pt x="4292" y="10132"/>
                  </a:cubicBezTo>
                  <a:lnTo>
                    <a:pt x="418" y="10132"/>
                  </a:lnTo>
                  <a:lnTo>
                    <a:pt x="418" y="9043"/>
                  </a:lnTo>
                  <a:lnTo>
                    <a:pt x="7259" y="9043"/>
                  </a:lnTo>
                  <a:cubicBezTo>
                    <a:pt x="7537" y="9043"/>
                    <a:pt x="7537" y="8625"/>
                    <a:pt x="7259" y="8625"/>
                  </a:cubicBezTo>
                  <a:lnTo>
                    <a:pt x="418" y="8625"/>
                  </a:lnTo>
                  <a:lnTo>
                    <a:pt x="418" y="7315"/>
                  </a:lnTo>
                  <a:cubicBezTo>
                    <a:pt x="418" y="7175"/>
                    <a:pt x="314" y="7106"/>
                    <a:pt x="210" y="7106"/>
                  </a:cubicBezTo>
                  <a:cubicBezTo>
                    <a:pt x="105" y="7106"/>
                    <a:pt x="1" y="7175"/>
                    <a:pt x="1" y="7315"/>
                  </a:cubicBezTo>
                  <a:lnTo>
                    <a:pt x="1" y="12816"/>
                  </a:lnTo>
                  <a:cubicBezTo>
                    <a:pt x="1" y="13445"/>
                    <a:pt x="534" y="13949"/>
                    <a:pt x="1191" y="13949"/>
                  </a:cubicBezTo>
                  <a:lnTo>
                    <a:pt x="10705" y="13949"/>
                  </a:lnTo>
                  <a:cubicBezTo>
                    <a:pt x="11363" y="13949"/>
                    <a:pt x="11896" y="13440"/>
                    <a:pt x="11896" y="12816"/>
                  </a:cubicBezTo>
                  <a:cubicBezTo>
                    <a:pt x="11896" y="12734"/>
                    <a:pt x="11896" y="5342"/>
                    <a:pt x="11896" y="5193"/>
                  </a:cubicBezTo>
                  <a:lnTo>
                    <a:pt x="11896" y="5179"/>
                  </a:lnTo>
                  <a:cubicBezTo>
                    <a:pt x="11881" y="4977"/>
                    <a:pt x="11757" y="4804"/>
                    <a:pt x="11574" y="4723"/>
                  </a:cubicBezTo>
                  <a:lnTo>
                    <a:pt x="11574" y="2370"/>
                  </a:lnTo>
                  <a:cubicBezTo>
                    <a:pt x="11574" y="2188"/>
                    <a:pt x="11526" y="2006"/>
                    <a:pt x="11440" y="1842"/>
                  </a:cubicBezTo>
                  <a:cubicBezTo>
                    <a:pt x="11440" y="1842"/>
                    <a:pt x="10561" y="186"/>
                    <a:pt x="10557" y="172"/>
                  </a:cubicBezTo>
                  <a:cubicBezTo>
                    <a:pt x="10492" y="69"/>
                    <a:pt x="10386" y="18"/>
                    <a:pt x="10280" y="18"/>
                  </a:cubicBezTo>
                  <a:cubicBezTo>
                    <a:pt x="10164" y="18"/>
                    <a:pt x="10048" y="78"/>
                    <a:pt x="9985" y="196"/>
                  </a:cubicBezTo>
                  <a:lnTo>
                    <a:pt x="9616" y="892"/>
                  </a:lnTo>
                  <a:lnTo>
                    <a:pt x="9193" y="1694"/>
                  </a:lnTo>
                  <a:cubicBezTo>
                    <a:pt x="9193" y="1694"/>
                    <a:pt x="8387" y="182"/>
                    <a:pt x="8387" y="172"/>
                  </a:cubicBezTo>
                  <a:cubicBezTo>
                    <a:pt x="8323" y="69"/>
                    <a:pt x="8215" y="18"/>
                    <a:pt x="8109" y="18"/>
                  </a:cubicBezTo>
                  <a:cubicBezTo>
                    <a:pt x="7992" y="18"/>
                    <a:pt x="7876" y="78"/>
                    <a:pt x="7816" y="196"/>
                  </a:cubicBezTo>
                  <a:lnTo>
                    <a:pt x="7446" y="892"/>
                  </a:lnTo>
                  <a:lnTo>
                    <a:pt x="7019" y="1698"/>
                  </a:lnTo>
                  <a:cubicBezTo>
                    <a:pt x="6918" y="1506"/>
                    <a:pt x="6217" y="182"/>
                    <a:pt x="6212" y="177"/>
                  </a:cubicBezTo>
                  <a:cubicBezTo>
                    <a:pt x="6148" y="75"/>
                    <a:pt x="6040" y="21"/>
                    <a:pt x="5931" y="21"/>
                  </a:cubicBezTo>
                  <a:cubicBezTo>
                    <a:pt x="5845" y="21"/>
                    <a:pt x="5759" y="54"/>
                    <a:pt x="5694" y="124"/>
                  </a:cubicBezTo>
                  <a:cubicBezTo>
                    <a:pt x="5646" y="172"/>
                    <a:pt x="5675" y="124"/>
                    <a:pt x="5271" y="892"/>
                  </a:cubicBezTo>
                  <a:lnTo>
                    <a:pt x="4854" y="1684"/>
                  </a:lnTo>
                  <a:lnTo>
                    <a:pt x="4427" y="878"/>
                  </a:lnTo>
                  <a:cubicBezTo>
                    <a:pt x="4033" y="143"/>
                    <a:pt x="4057" y="167"/>
                    <a:pt x="4019" y="124"/>
                  </a:cubicBezTo>
                  <a:cubicBezTo>
                    <a:pt x="3951" y="41"/>
                    <a:pt x="3856" y="0"/>
                    <a:pt x="3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7" name="Google Shape;14397;p83"/>
          <p:cNvGrpSpPr/>
          <p:nvPr/>
        </p:nvGrpSpPr>
        <p:grpSpPr>
          <a:xfrm>
            <a:off x="2661291" y="1502933"/>
            <a:ext cx="336624" cy="365551"/>
            <a:chOff x="2661291" y="1502933"/>
            <a:chExt cx="336624" cy="365551"/>
          </a:xfrm>
        </p:grpSpPr>
        <p:sp>
          <p:nvSpPr>
            <p:cNvPr id="14398" name="Google Shape;14398;p83"/>
            <p:cNvSpPr/>
            <p:nvPr/>
          </p:nvSpPr>
          <p:spPr>
            <a:xfrm>
              <a:off x="2683694" y="1602188"/>
              <a:ext cx="222407" cy="244286"/>
            </a:xfrm>
            <a:custGeom>
              <a:rect b="b" l="l" r="r" t="t"/>
              <a:pathLst>
                <a:path extrusionOk="0" h="9323" w="8488">
                  <a:moveTo>
                    <a:pt x="0" y="0"/>
                  </a:moveTo>
                  <a:lnTo>
                    <a:pt x="0" y="9322"/>
                  </a:lnTo>
                  <a:lnTo>
                    <a:pt x="8487" y="9322"/>
                  </a:lnTo>
                  <a:lnTo>
                    <a:pt x="8487" y="869"/>
                  </a:lnTo>
                  <a:cubicBezTo>
                    <a:pt x="8487" y="389"/>
                    <a:pt x="8094" y="0"/>
                    <a:pt x="761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3"/>
            <p:cNvSpPr/>
            <p:nvPr/>
          </p:nvSpPr>
          <p:spPr>
            <a:xfrm>
              <a:off x="2716028" y="1642304"/>
              <a:ext cx="157608" cy="162534"/>
            </a:xfrm>
            <a:custGeom>
              <a:rect b="b" l="l" r="r" t="t"/>
              <a:pathLst>
                <a:path extrusionOk="0" h="6203" w="6015">
                  <a:moveTo>
                    <a:pt x="528" y="0"/>
                  </a:moveTo>
                  <a:cubicBezTo>
                    <a:pt x="235" y="0"/>
                    <a:pt x="0" y="231"/>
                    <a:pt x="0" y="524"/>
                  </a:cubicBezTo>
                  <a:lnTo>
                    <a:pt x="0" y="5679"/>
                  </a:lnTo>
                  <a:cubicBezTo>
                    <a:pt x="0" y="5967"/>
                    <a:pt x="235" y="6202"/>
                    <a:pt x="528" y="6202"/>
                  </a:cubicBezTo>
                  <a:lnTo>
                    <a:pt x="5492" y="6202"/>
                  </a:lnTo>
                  <a:cubicBezTo>
                    <a:pt x="5780" y="6202"/>
                    <a:pt x="6015" y="5967"/>
                    <a:pt x="6015" y="5679"/>
                  </a:cubicBezTo>
                  <a:lnTo>
                    <a:pt x="6015" y="524"/>
                  </a:lnTo>
                  <a:cubicBezTo>
                    <a:pt x="6015" y="236"/>
                    <a:pt x="5780" y="0"/>
                    <a:pt x="5492"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3"/>
            <p:cNvSpPr/>
            <p:nvPr/>
          </p:nvSpPr>
          <p:spPr>
            <a:xfrm>
              <a:off x="2737645" y="1642304"/>
              <a:ext cx="135991" cy="162534"/>
            </a:xfrm>
            <a:custGeom>
              <a:rect b="b" l="l" r="r" t="t"/>
              <a:pathLst>
                <a:path extrusionOk="0" h="6203" w="5190">
                  <a:moveTo>
                    <a:pt x="529" y="0"/>
                  </a:moveTo>
                  <a:cubicBezTo>
                    <a:pt x="236" y="0"/>
                    <a:pt x="1" y="231"/>
                    <a:pt x="1" y="524"/>
                  </a:cubicBezTo>
                  <a:lnTo>
                    <a:pt x="1" y="5679"/>
                  </a:lnTo>
                  <a:cubicBezTo>
                    <a:pt x="1" y="5967"/>
                    <a:pt x="236" y="6202"/>
                    <a:pt x="529" y="6202"/>
                  </a:cubicBezTo>
                  <a:lnTo>
                    <a:pt x="4667" y="6202"/>
                  </a:lnTo>
                  <a:cubicBezTo>
                    <a:pt x="4955" y="6202"/>
                    <a:pt x="5190" y="5967"/>
                    <a:pt x="5190" y="5679"/>
                  </a:cubicBezTo>
                  <a:lnTo>
                    <a:pt x="5190" y="524"/>
                  </a:lnTo>
                  <a:cubicBezTo>
                    <a:pt x="5190" y="231"/>
                    <a:pt x="4955" y="0"/>
                    <a:pt x="46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3"/>
            <p:cNvSpPr/>
            <p:nvPr/>
          </p:nvSpPr>
          <p:spPr>
            <a:xfrm>
              <a:off x="2723810" y="1720387"/>
              <a:ext cx="104810" cy="84451"/>
            </a:xfrm>
            <a:custGeom>
              <a:rect b="b" l="l" r="r" t="t"/>
              <a:pathLst>
                <a:path extrusionOk="0" h="3223" w="4000">
                  <a:moveTo>
                    <a:pt x="1986" y="0"/>
                  </a:moveTo>
                  <a:cubicBezTo>
                    <a:pt x="1767" y="0"/>
                    <a:pt x="1549" y="114"/>
                    <a:pt x="1436" y="342"/>
                  </a:cubicBezTo>
                  <a:lnTo>
                    <a:pt x="994" y="1201"/>
                  </a:lnTo>
                  <a:lnTo>
                    <a:pt x="980" y="1235"/>
                  </a:lnTo>
                  <a:lnTo>
                    <a:pt x="1" y="3170"/>
                  </a:lnTo>
                  <a:cubicBezTo>
                    <a:pt x="68" y="3203"/>
                    <a:pt x="150" y="3222"/>
                    <a:pt x="231" y="3222"/>
                  </a:cubicBezTo>
                  <a:lnTo>
                    <a:pt x="3999" y="3222"/>
                  </a:lnTo>
                  <a:lnTo>
                    <a:pt x="2996" y="1235"/>
                  </a:lnTo>
                  <a:lnTo>
                    <a:pt x="2977" y="1206"/>
                  </a:lnTo>
                  <a:lnTo>
                    <a:pt x="2540" y="342"/>
                  </a:lnTo>
                  <a:cubicBezTo>
                    <a:pt x="2425" y="114"/>
                    <a:pt x="2205" y="0"/>
                    <a:pt x="198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3"/>
            <p:cNvSpPr/>
            <p:nvPr/>
          </p:nvSpPr>
          <p:spPr>
            <a:xfrm>
              <a:off x="2723810" y="1775753"/>
              <a:ext cx="27696" cy="29085"/>
            </a:xfrm>
            <a:custGeom>
              <a:rect b="b" l="l" r="r" t="t"/>
              <a:pathLst>
                <a:path extrusionOk="0" h="1110" w="1057">
                  <a:moveTo>
                    <a:pt x="534" y="0"/>
                  </a:moveTo>
                  <a:lnTo>
                    <a:pt x="1" y="1057"/>
                  </a:lnTo>
                  <a:cubicBezTo>
                    <a:pt x="68" y="1090"/>
                    <a:pt x="150" y="1109"/>
                    <a:pt x="231" y="1109"/>
                  </a:cubicBezTo>
                  <a:lnTo>
                    <a:pt x="1057" y="1109"/>
                  </a:lnTo>
                  <a:cubicBezTo>
                    <a:pt x="769" y="1109"/>
                    <a:pt x="534" y="874"/>
                    <a:pt x="534" y="586"/>
                  </a:cubicBezTo>
                  <a:lnTo>
                    <a:pt x="5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3"/>
            <p:cNvSpPr/>
            <p:nvPr/>
          </p:nvSpPr>
          <p:spPr>
            <a:xfrm>
              <a:off x="2794871" y="1665938"/>
              <a:ext cx="58510" cy="53453"/>
            </a:xfrm>
            <a:custGeom>
              <a:rect b="b" l="l" r="r" t="t"/>
              <a:pathLst>
                <a:path extrusionOk="0" h="2040" w="2233">
                  <a:moveTo>
                    <a:pt x="1153" y="1"/>
                  </a:moveTo>
                  <a:lnTo>
                    <a:pt x="1153" y="1"/>
                  </a:lnTo>
                  <a:cubicBezTo>
                    <a:pt x="375" y="107"/>
                    <a:pt x="1" y="1009"/>
                    <a:pt x="476" y="1633"/>
                  </a:cubicBezTo>
                  <a:cubicBezTo>
                    <a:pt x="685" y="1908"/>
                    <a:pt x="990" y="2039"/>
                    <a:pt x="1293" y="2039"/>
                  </a:cubicBezTo>
                  <a:cubicBezTo>
                    <a:pt x="1678" y="2039"/>
                    <a:pt x="2058" y="1827"/>
                    <a:pt x="2233" y="1427"/>
                  </a:cubicBezTo>
                  <a:lnTo>
                    <a:pt x="2233" y="1427"/>
                  </a:lnTo>
                  <a:cubicBezTo>
                    <a:pt x="2185" y="1433"/>
                    <a:pt x="2138" y="1436"/>
                    <a:pt x="2091" y="1436"/>
                  </a:cubicBezTo>
                  <a:cubicBezTo>
                    <a:pt x="1371" y="1436"/>
                    <a:pt x="851" y="691"/>
                    <a:pt x="1153"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3"/>
            <p:cNvSpPr/>
            <p:nvPr/>
          </p:nvSpPr>
          <p:spPr>
            <a:xfrm>
              <a:off x="2749986" y="1720466"/>
              <a:ext cx="51829" cy="44466"/>
            </a:xfrm>
            <a:custGeom>
              <a:rect b="b" l="l" r="r" t="t"/>
              <a:pathLst>
                <a:path extrusionOk="0" h="1697" w="1978">
                  <a:moveTo>
                    <a:pt x="987" y="1"/>
                  </a:moveTo>
                  <a:cubicBezTo>
                    <a:pt x="768" y="1"/>
                    <a:pt x="550" y="114"/>
                    <a:pt x="437" y="339"/>
                  </a:cubicBezTo>
                  <a:lnTo>
                    <a:pt x="0" y="1203"/>
                  </a:lnTo>
                  <a:cubicBezTo>
                    <a:pt x="247" y="1532"/>
                    <a:pt x="618" y="1696"/>
                    <a:pt x="989" y="1696"/>
                  </a:cubicBezTo>
                  <a:cubicBezTo>
                    <a:pt x="1360" y="1696"/>
                    <a:pt x="1731" y="1532"/>
                    <a:pt x="1978" y="1203"/>
                  </a:cubicBezTo>
                  <a:lnTo>
                    <a:pt x="1541" y="339"/>
                  </a:lnTo>
                  <a:cubicBezTo>
                    <a:pt x="1426" y="114"/>
                    <a:pt x="1206" y="1"/>
                    <a:pt x="987"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3"/>
            <p:cNvSpPr/>
            <p:nvPr/>
          </p:nvSpPr>
          <p:spPr>
            <a:xfrm>
              <a:off x="2666715"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0" y="1306"/>
                    <a:pt x="1301" y="1215"/>
                    <a:pt x="1301" y="1109"/>
                  </a:cubicBezTo>
                  <a:lnTo>
                    <a:pt x="1301" y="197"/>
                  </a:lnTo>
                  <a:cubicBezTo>
                    <a:pt x="1301" y="87"/>
                    <a:pt x="1210"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3"/>
            <p:cNvSpPr/>
            <p:nvPr/>
          </p:nvSpPr>
          <p:spPr>
            <a:xfrm>
              <a:off x="2812872" y="1508357"/>
              <a:ext cx="34116" cy="34220"/>
            </a:xfrm>
            <a:custGeom>
              <a:rect b="b" l="l" r="r" t="t"/>
              <a:pathLst>
                <a:path extrusionOk="0" h="1306" w="1302">
                  <a:moveTo>
                    <a:pt x="197" y="0"/>
                  </a:moveTo>
                  <a:cubicBezTo>
                    <a:pt x="91" y="0"/>
                    <a:pt x="0" y="87"/>
                    <a:pt x="0" y="197"/>
                  </a:cubicBezTo>
                  <a:lnTo>
                    <a:pt x="0" y="1109"/>
                  </a:lnTo>
                  <a:cubicBezTo>
                    <a:pt x="0" y="1215"/>
                    <a:pt x="91"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3"/>
            <p:cNvSpPr/>
            <p:nvPr/>
          </p:nvSpPr>
          <p:spPr>
            <a:xfrm>
              <a:off x="2958401"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3"/>
            <p:cNvSpPr/>
            <p:nvPr/>
          </p:nvSpPr>
          <p:spPr>
            <a:xfrm>
              <a:off x="2666715"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0" y="1302"/>
                    <a:pt x="1301" y="1211"/>
                    <a:pt x="1301" y="1105"/>
                  </a:cubicBezTo>
                  <a:lnTo>
                    <a:pt x="1301" y="193"/>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3"/>
            <p:cNvSpPr/>
            <p:nvPr/>
          </p:nvSpPr>
          <p:spPr>
            <a:xfrm>
              <a:off x="2813003" y="1828944"/>
              <a:ext cx="34089" cy="34116"/>
            </a:xfrm>
            <a:custGeom>
              <a:rect b="b" l="l" r="r" t="t"/>
              <a:pathLst>
                <a:path extrusionOk="0" h="1302" w="1301">
                  <a:moveTo>
                    <a:pt x="197" y="1"/>
                  </a:moveTo>
                  <a:cubicBezTo>
                    <a:pt x="86" y="1"/>
                    <a:pt x="0" y="87"/>
                    <a:pt x="0" y="193"/>
                  </a:cubicBezTo>
                  <a:lnTo>
                    <a:pt x="0" y="1105"/>
                  </a:lnTo>
                  <a:cubicBezTo>
                    <a:pt x="0" y="1211"/>
                    <a:pt x="86" y="1297"/>
                    <a:pt x="192" y="1302"/>
                  </a:cubicBezTo>
                  <a:lnTo>
                    <a:pt x="1099" y="1302"/>
                  </a:lnTo>
                  <a:cubicBezTo>
                    <a:pt x="1210"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3"/>
            <p:cNvSpPr/>
            <p:nvPr/>
          </p:nvSpPr>
          <p:spPr>
            <a:xfrm>
              <a:off x="2958401"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5"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3"/>
            <p:cNvSpPr/>
            <p:nvPr/>
          </p:nvSpPr>
          <p:spPr>
            <a:xfrm>
              <a:off x="2666715"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0" y="1302"/>
                    <a:pt x="1301" y="1211"/>
                    <a:pt x="1301" y="1105"/>
                  </a:cubicBezTo>
                  <a:lnTo>
                    <a:pt x="1301" y="198"/>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3"/>
            <p:cNvSpPr/>
            <p:nvPr/>
          </p:nvSpPr>
          <p:spPr>
            <a:xfrm>
              <a:off x="2958401"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5" y="1302"/>
                    <a:pt x="1301" y="1211"/>
                    <a:pt x="1301" y="1105"/>
                  </a:cubicBezTo>
                  <a:lnTo>
                    <a:pt x="1301" y="198"/>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3"/>
            <p:cNvSpPr/>
            <p:nvPr/>
          </p:nvSpPr>
          <p:spPr>
            <a:xfrm>
              <a:off x="2885322" y="1561364"/>
              <a:ext cx="66974" cy="62860"/>
            </a:xfrm>
            <a:custGeom>
              <a:rect b="b" l="l" r="r" t="t"/>
              <a:pathLst>
                <a:path extrusionOk="0" h="2399" w="2556">
                  <a:moveTo>
                    <a:pt x="2259" y="0"/>
                  </a:moveTo>
                  <a:cubicBezTo>
                    <a:pt x="2210" y="0"/>
                    <a:pt x="2158" y="19"/>
                    <a:pt x="2112" y="65"/>
                  </a:cubicBezTo>
                  <a:lnTo>
                    <a:pt x="135" y="2048"/>
                  </a:lnTo>
                  <a:cubicBezTo>
                    <a:pt x="0" y="2177"/>
                    <a:pt x="96" y="2398"/>
                    <a:pt x="279" y="2398"/>
                  </a:cubicBezTo>
                  <a:cubicBezTo>
                    <a:pt x="336" y="2398"/>
                    <a:pt x="389" y="2379"/>
                    <a:pt x="427" y="2341"/>
                  </a:cubicBezTo>
                  <a:lnTo>
                    <a:pt x="2405" y="358"/>
                  </a:lnTo>
                  <a:cubicBezTo>
                    <a:pt x="2556" y="207"/>
                    <a:pt x="2419" y="0"/>
                    <a:pt x="2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3"/>
            <p:cNvSpPr/>
            <p:nvPr/>
          </p:nvSpPr>
          <p:spPr>
            <a:xfrm>
              <a:off x="2881811" y="1592991"/>
              <a:ext cx="37365" cy="36526"/>
            </a:xfrm>
            <a:custGeom>
              <a:rect b="b" l="l" r="r" t="t"/>
              <a:pathLst>
                <a:path extrusionOk="0" h="1394" w="1426">
                  <a:moveTo>
                    <a:pt x="238" y="1"/>
                  </a:moveTo>
                  <a:cubicBezTo>
                    <a:pt x="196" y="1"/>
                    <a:pt x="155" y="32"/>
                    <a:pt x="149" y="82"/>
                  </a:cubicBezTo>
                  <a:lnTo>
                    <a:pt x="81" y="654"/>
                  </a:lnTo>
                  <a:lnTo>
                    <a:pt x="5" y="1292"/>
                  </a:lnTo>
                  <a:cubicBezTo>
                    <a:pt x="0" y="1345"/>
                    <a:pt x="41" y="1394"/>
                    <a:pt x="92" y="1394"/>
                  </a:cubicBezTo>
                  <a:cubicBezTo>
                    <a:pt x="96" y="1394"/>
                    <a:pt x="101" y="1394"/>
                    <a:pt x="105" y="1393"/>
                  </a:cubicBezTo>
                  <a:lnTo>
                    <a:pt x="749" y="1321"/>
                  </a:lnTo>
                  <a:lnTo>
                    <a:pt x="1315" y="1254"/>
                  </a:lnTo>
                  <a:cubicBezTo>
                    <a:pt x="1392" y="1244"/>
                    <a:pt x="1426" y="1153"/>
                    <a:pt x="1373" y="1095"/>
                  </a:cubicBezTo>
                  <a:lnTo>
                    <a:pt x="302" y="30"/>
                  </a:lnTo>
                  <a:cubicBezTo>
                    <a:pt x="284" y="10"/>
                    <a:pt x="261" y="1"/>
                    <a:pt x="23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3"/>
            <p:cNvSpPr/>
            <p:nvPr/>
          </p:nvSpPr>
          <p:spPr>
            <a:xfrm>
              <a:off x="2915010" y="1559032"/>
              <a:ext cx="37365" cy="36579"/>
            </a:xfrm>
            <a:custGeom>
              <a:rect b="b" l="l" r="r" t="t"/>
              <a:pathLst>
                <a:path extrusionOk="0" h="1396" w="1426">
                  <a:moveTo>
                    <a:pt x="1328" y="0"/>
                  </a:moveTo>
                  <a:cubicBezTo>
                    <a:pt x="1325" y="0"/>
                    <a:pt x="1323" y="0"/>
                    <a:pt x="1320" y="1"/>
                  </a:cubicBezTo>
                  <a:lnTo>
                    <a:pt x="677" y="78"/>
                  </a:lnTo>
                  <a:lnTo>
                    <a:pt x="106" y="145"/>
                  </a:lnTo>
                  <a:cubicBezTo>
                    <a:pt x="29" y="154"/>
                    <a:pt x="0" y="246"/>
                    <a:pt x="53" y="298"/>
                  </a:cubicBezTo>
                  <a:lnTo>
                    <a:pt x="1123" y="1369"/>
                  </a:lnTo>
                  <a:cubicBezTo>
                    <a:pt x="1142" y="1387"/>
                    <a:pt x="1165" y="1396"/>
                    <a:pt x="1187" y="1396"/>
                  </a:cubicBezTo>
                  <a:cubicBezTo>
                    <a:pt x="1230" y="1396"/>
                    <a:pt x="1271" y="1366"/>
                    <a:pt x="1277" y="1316"/>
                  </a:cubicBezTo>
                  <a:lnTo>
                    <a:pt x="1344" y="745"/>
                  </a:lnTo>
                  <a:lnTo>
                    <a:pt x="1421" y="102"/>
                  </a:lnTo>
                  <a:cubicBezTo>
                    <a:pt x="1426" y="47"/>
                    <a:pt x="1382" y="0"/>
                    <a:pt x="1328"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3"/>
            <p:cNvSpPr/>
            <p:nvPr/>
          </p:nvSpPr>
          <p:spPr>
            <a:xfrm>
              <a:off x="2943806" y="1586335"/>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3"/>
            <p:cNvSpPr/>
            <p:nvPr/>
          </p:nvSpPr>
          <p:spPr>
            <a:xfrm>
              <a:off x="2661291" y="1502933"/>
              <a:ext cx="336624" cy="365551"/>
            </a:xfrm>
            <a:custGeom>
              <a:rect b="b" l="l" r="r" t="t"/>
              <a:pathLst>
                <a:path extrusionOk="0" h="13951" w="12847">
                  <a:moveTo>
                    <a:pt x="1302" y="418"/>
                  </a:moveTo>
                  <a:lnTo>
                    <a:pt x="1302" y="1306"/>
                  </a:lnTo>
                  <a:lnTo>
                    <a:pt x="414" y="1302"/>
                  </a:lnTo>
                  <a:lnTo>
                    <a:pt x="414" y="418"/>
                  </a:lnTo>
                  <a:close/>
                  <a:moveTo>
                    <a:pt x="6880" y="418"/>
                  </a:moveTo>
                  <a:lnTo>
                    <a:pt x="6880" y="1306"/>
                  </a:lnTo>
                  <a:lnTo>
                    <a:pt x="5996" y="1306"/>
                  </a:lnTo>
                  <a:lnTo>
                    <a:pt x="5996" y="418"/>
                  </a:lnTo>
                  <a:close/>
                  <a:moveTo>
                    <a:pt x="12434" y="418"/>
                  </a:moveTo>
                  <a:lnTo>
                    <a:pt x="12434" y="1306"/>
                  </a:lnTo>
                  <a:lnTo>
                    <a:pt x="11546" y="1306"/>
                  </a:lnTo>
                  <a:lnTo>
                    <a:pt x="11546" y="418"/>
                  </a:lnTo>
                  <a:close/>
                  <a:moveTo>
                    <a:pt x="10878" y="2367"/>
                  </a:moveTo>
                  <a:lnTo>
                    <a:pt x="10782" y="3183"/>
                  </a:lnTo>
                  <a:lnTo>
                    <a:pt x="10782" y="3188"/>
                  </a:lnTo>
                  <a:lnTo>
                    <a:pt x="10782" y="3193"/>
                  </a:lnTo>
                  <a:lnTo>
                    <a:pt x="10566" y="2977"/>
                  </a:lnTo>
                  <a:lnTo>
                    <a:pt x="10274" y="2684"/>
                  </a:lnTo>
                  <a:lnTo>
                    <a:pt x="10053" y="2463"/>
                  </a:lnTo>
                  <a:lnTo>
                    <a:pt x="10058" y="2463"/>
                  </a:lnTo>
                  <a:lnTo>
                    <a:pt x="10878" y="2367"/>
                  </a:lnTo>
                  <a:close/>
                  <a:moveTo>
                    <a:pt x="8742" y="3783"/>
                  </a:moveTo>
                  <a:lnTo>
                    <a:pt x="9472" y="4513"/>
                  </a:lnTo>
                  <a:lnTo>
                    <a:pt x="8641" y="4609"/>
                  </a:lnTo>
                  <a:lnTo>
                    <a:pt x="8742" y="3783"/>
                  </a:lnTo>
                  <a:close/>
                  <a:moveTo>
                    <a:pt x="1302" y="6548"/>
                  </a:moveTo>
                  <a:lnTo>
                    <a:pt x="1302" y="7436"/>
                  </a:lnTo>
                  <a:lnTo>
                    <a:pt x="414" y="7436"/>
                  </a:lnTo>
                  <a:lnTo>
                    <a:pt x="414" y="6548"/>
                  </a:lnTo>
                  <a:close/>
                  <a:moveTo>
                    <a:pt x="12429" y="6548"/>
                  </a:moveTo>
                  <a:lnTo>
                    <a:pt x="12429" y="7436"/>
                  </a:lnTo>
                  <a:lnTo>
                    <a:pt x="11541" y="7436"/>
                  </a:lnTo>
                  <a:lnTo>
                    <a:pt x="11541" y="6548"/>
                  </a:lnTo>
                  <a:close/>
                  <a:moveTo>
                    <a:pt x="8301" y="3995"/>
                  </a:moveTo>
                  <a:lnTo>
                    <a:pt x="8200" y="4820"/>
                  </a:lnTo>
                  <a:cubicBezTo>
                    <a:pt x="8186" y="4947"/>
                    <a:pt x="8283" y="5052"/>
                    <a:pt x="8407" y="5052"/>
                  </a:cubicBezTo>
                  <a:cubicBezTo>
                    <a:pt x="8414" y="5052"/>
                    <a:pt x="8422" y="5051"/>
                    <a:pt x="8430" y="5051"/>
                  </a:cubicBezTo>
                  <a:lnTo>
                    <a:pt x="9131" y="4969"/>
                  </a:lnTo>
                  <a:lnTo>
                    <a:pt x="9131" y="12885"/>
                  </a:lnTo>
                  <a:lnTo>
                    <a:pt x="7297" y="12885"/>
                  </a:lnTo>
                  <a:lnTo>
                    <a:pt x="7297" y="12443"/>
                  </a:lnTo>
                  <a:cubicBezTo>
                    <a:pt x="7297" y="12328"/>
                    <a:pt x="7201" y="12237"/>
                    <a:pt x="7091" y="12237"/>
                  </a:cubicBezTo>
                  <a:lnTo>
                    <a:pt x="5790" y="12237"/>
                  </a:lnTo>
                  <a:cubicBezTo>
                    <a:pt x="5675" y="12237"/>
                    <a:pt x="5584" y="12328"/>
                    <a:pt x="5584" y="12443"/>
                  </a:cubicBezTo>
                  <a:lnTo>
                    <a:pt x="5584" y="12885"/>
                  </a:lnTo>
                  <a:lnTo>
                    <a:pt x="1715" y="12885"/>
                  </a:lnTo>
                  <a:lnTo>
                    <a:pt x="1715" y="12443"/>
                  </a:lnTo>
                  <a:cubicBezTo>
                    <a:pt x="1715" y="12328"/>
                    <a:pt x="1623" y="12237"/>
                    <a:pt x="1508" y="12237"/>
                  </a:cubicBezTo>
                  <a:lnTo>
                    <a:pt x="1067" y="12237"/>
                  </a:lnTo>
                  <a:lnTo>
                    <a:pt x="1067" y="7849"/>
                  </a:lnTo>
                  <a:lnTo>
                    <a:pt x="1508" y="7849"/>
                  </a:lnTo>
                  <a:cubicBezTo>
                    <a:pt x="1623" y="7849"/>
                    <a:pt x="1715" y="7758"/>
                    <a:pt x="1715" y="7643"/>
                  </a:cubicBezTo>
                  <a:lnTo>
                    <a:pt x="1715" y="6342"/>
                  </a:lnTo>
                  <a:cubicBezTo>
                    <a:pt x="1715" y="6227"/>
                    <a:pt x="1623" y="6135"/>
                    <a:pt x="1508" y="6135"/>
                  </a:cubicBezTo>
                  <a:lnTo>
                    <a:pt x="1067" y="6135"/>
                  </a:lnTo>
                  <a:lnTo>
                    <a:pt x="1067" y="3995"/>
                  </a:lnTo>
                  <a:close/>
                  <a:moveTo>
                    <a:pt x="11133" y="1066"/>
                  </a:moveTo>
                  <a:lnTo>
                    <a:pt x="11133" y="1513"/>
                  </a:lnTo>
                  <a:cubicBezTo>
                    <a:pt x="11133" y="1623"/>
                    <a:pt x="11224" y="1719"/>
                    <a:pt x="11339" y="1719"/>
                  </a:cubicBezTo>
                  <a:lnTo>
                    <a:pt x="11781" y="1719"/>
                  </a:lnTo>
                  <a:lnTo>
                    <a:pt x="11781" y="6135"/>
                  </a:lnTo>
                  <a:lnTo>
                    <a:pt x="11339" y="6135"/>
                  </a:lnTo>
                  <a:cubicBezTo>
                    <a:pt x="11224" y="6135"/>
                    <a:pt x="11133" y="6227"/>
                    <a:pt x="11133" y="6342"/>
                  </a:cubicBezTo>
                  <a:lnTo>
                    <a:pt x="11133" y="7643"/>
                  </a:lnTo>
                  <a:cubicBezTo>
                    <a:pt x="11133" y="7758"/>
                    <a:pt x="11224" y="7849"/>
                    <a:pt x="11339" y="7849"/>
                  </a:cubicBezTo>
                  <a:lnTo>
                    <a:pt x="11781" y="7849"/>
                  </a:lnTo>
                  <a:lnTo>
                    <a:pt x="11781" y="12232"/>
                  </a:lnTo>
                  <a:lnTo>
                    <a:pt x="11339" y="12232"/>
                  </a:lnTo>
                  <a:cubicBezTo>
                    <a:pt x="11224" y="12232"/>
                    <a:pt x="11133" y="12328"/>
                    <a:pt x="11133" y="12443"/>
                  </a:cubicBezTo>
                  <a:lnTo>
                    <a:pt x="11133" y="12885"/>
                  </a:lnTo>
                  <a:lnTo>
                    <a:pt x="9544" y="12885"/>
                  </a:lnTo>
                  <a:lnTo>
                    <a:pt x="9544" y="4921"/>
                  </a:lnTo>
                  <a:lnTo>
                    <a:pt x="9942" y="4873"/>
                  </a:lnTo>
                  <a:cubicBezTo>
                    <a:pt x="10115" y="4849"/>
                    <a:pt x="10187" y="4643"/>
                    <a:pt x="10062" y="4518"/>
                  </a:cubicBezTo>
                  <a:lnTo>
                    <a:pt x="9549" y="4004"/>
                  </a:lnTo>
                  <a:lnTo>
                    <a:pt x="9549" y="3999"/>
                  </a:lnTo>
                  <a:lnTo>
                    <a:pt x="10274" y="3275"/>
                  </a:lnTo>
                  <a:cubicBezTo>
                    <a:pt x="10778" y="3755"/>
                    <a:pt x="10787" y="3851"/>
                    <a:pt x="10936" y="3851"/>
                  </a:cubicBezTo>
                  <a:cubicBezTo>
                    <a:pt x="11042" y="3851"/>
                    <a:pt x="11128" y="3774"/>
                    <a:pt x="11142" y="3668"/>
                  </a:cubicBezTo>
                  <a:lnTo>
                    <a:pt x="11142" y="3659"/>
                  </a:lnTo>
                  <a:lnTo>
                    <a:pt x="11320" y="2161"/>
                  </a:lnTo>
                  <a:cubicBezTo>
                    <a:pt x="11334" y="2034"/>
                    <a:pt x="11237" y="1929"/>
                    <a:pt x="11113" y="1929"/>
                  </a:cubicBezTo>
                  <a:cubicBezTo>
                    <a:pt x="11105" y="1929"/>
                    <a:pt x="11098" y="1930"/>
                    <a:pt x="11090" y="1930"/>
                  </a:cubicBezTo>
                  <a:lnTo>
                    <a:pt x="9577" y="2108"/>
                  </a:lnTo>
                  <a:cubicBezTo>
                    <a:pt x="9405" y="2132"/>
                    <a:pt x="9333" y="2339"/>
                    <a:pt x="9457" y="2463"/>
                  </a:cubicBezTo>
                  <a:lnTo>
                    <a:pt x="9981" y="2987"/>
                  </a:lnTo>
                  <a:lnTo>
                    <a:pt x="9981" y="2991"/>
                  </a:lnTo>
                  <a:lnTo>
                    <a:pt x="9251" y="3707"/>
                  </a:lnTo>
                  <a:lnTo>
                    <a:pt x="9126" y="3587"/>
                  </a:lnTo>
                  <a:lnTo>
                    <a:pt x="8733" y="3188"/>
                  </a:lnTo>
                  <a:cubicBezTo>
                    <a:pt x="8689" y="3145"/>
                    <a:pt x="8636" y="3125"/>
                    <a:pt x="8585" y="3125"/>
                  </a:cubicBezTo>
                  <a:cubicBezTo>
                    <a:pt x="8487" y="3125"/>
                    <a:pt x="8393" y="3195"/>
                    <a:pt x="8377" y="3308"/>
                  </a:cubicBezTo>
                  <a:lnTo>
                    <a:pt x="8344" y="3582"/>
                  </a:lnTo>
                  <a:lnTo>
                    <a:pt x="1062" y="3582"/>
                  </a:lnTo>
                  <a:lnTo>
                    <a:pt x="1062" y="1719"/>
                  </a:lnTo>
                  <a:lnTo>
                    <a:pt x="1503" y="1719"/>
                  </a:lnTo>
                  <a:cubicBezTo>
                    <a:pt x="1619" y="1719"/>
                    <a:pt x="1715" y="1623"/>
                    <a:pt x="1715" y="1513"/>
                  </a:cubicBezTo>
                  <a:lnTo>
                    <a:pt x="1715" y="1066"/>
                  </a:lnTo>
                  <a:lnTo>
                    <a:pt x="5579" y="1066"/>
                  </a:lnTo>
                  <a:lnTo>
                    <a:pt x="5579" y="1513"/>
                  </a:lnTo>
                  <a:cubicBezTo>
                    <a:pt x="5579" y="1623"/>
                    <a:pt x="5670" y="1719"/>
                    <a:pt x="5785" y="1719"/>
                  </a:cubicBezTo>
                  <a:lnTo>
                    <a:pt x="7086" y="1719"/>
                  </a:lnTo>
                  <a:cubicBezTo>
                    <a:pt x="7201" y="1719"/>
                    <a:pt x="7293" y="1623"/>
                    <a:pt x="7293" y="1513"/>
                  </a:cubicBezTo>
                  <a:lnTo>
                    <a:pt x="7293" y="1066"/>
                  </a:lnTo>
                  <a:close/>
                  <a:moveTo>
                    <a:pt x="1302" y="12649"/>
                  </a:moveTo>
                  <a:lnTo>
                    <a:pt x="1302" y="13533"/>
                  </a:lnTo>
                  <a:lnTo>
                    <a:pt x="414" y="13533"/>
                  </a:lnTo>
                  <a:lnTo>
                    <a:pt x="414" y="12649"/>
                  </a:lnTo>
                  <a:close/>
                  <a:moveTo>
                    <a:pt x="6880" y="12649"/>
                  </a:moveTo>
                  <a:lnTo>
                    <a:pt x="6880" y="13533"/>
                  </a:lnTo>
                  <a:lnTo>
                    <a:pt x="5996" y="13533"/>
                  </a:lnTo>
                  <a:lnTo>
                    <a:pt x="5996" y="12649"/>
                  </a:lnTo>
                  <a:close/>
                  <a:moveTo>
                    <a:pt x="12429" y="12649"/>
                  </a:moveTo>
                  <a:lnTo>
                    <a:pt x="12429" y="13537"/>
                  </a:lnTo>
                  <a:lnTo>
                    <a:pt x="11541" y="13537"/>
                  </a:lnTo>
                  <a:lnTo>
                    <a:pt x="11541" y="12649"/>
                  </a:lnTo>
                  <a:close/>
                  <a:moveTo>
                    <a:pt x="207" y="1"/>
                  </a:moveTo>
                  <a:cubicBezTo>
                    <a:pt x="97" y="6"/>
                    <a:pt x="1" y="97"/>
                    <a:pt x="1" y="212"/>
                  </a:cubicBezTo>
                  <a:lnTo>
                    <a:pt x="1" y="1513"/>
                  </a:lnTo>
                  <a:cubicBezTo>
                    <a:pt x="1" y="1623"/>
                    <a:pt x="97" y="1719"/>
                    <a:pt x="207" y="1719"/>
                  </a:cubicBezTo>
                  <a:lnTo>
                    <a:pt x="649" y="1719"/>
                  </a:lnTo>
                  <a:lnTo>
                    <a:pt x="649" y="6135"/>
                  </a:lnTo>
                  <a:lnTo>
                    <a:pt x="207" y="6135"/>
                  </a:lnTo>
                  <a:cubicBezTo>
                    <a:pt x="97" y="6135"/>
                    <a:pt x="1" y="6227"/>
                    <a:pt x="1" y="6342"/>
                  </a:cubicBezTo>
                  <a:lnTo>
                    <a:pt x="1" y="7643"/>
                  </a:lnTo>
                  <a:cubicBezTo>
                    <a:pt x="1" y="7758"/>
                    <a:pt x="97" y="7849"/>
                    <a:pt x="207" y="7849"/>
                  </a:cubicBezTo>
                  <a:lnTo>
                    <a:pt x="649" y="7849"/>
                  </a:lnTo>
                  <a:lnTo>
                    <a:pt x="649" y="12232"/>
                  </a:lnTo>
                  <a:lnTo>
                    <a:pt x="207" y="12232"/>
                  </a:lnTo>
                  <a:cubicBezTo>
                    <a:pt x="97" y="12232"/>
                    <a:pt x="1" y="12328"/>
                    <a:pt x="1" y="12438"/>
                  </a:cubicBezTo>
                  <a:lnTo>
                    <a:pt x="1" y="13739"/>
                  </a:lnTo>
                  <a:cubicBezTo>
                    <a:pt x="1" y="13854"/>
                    <a:pt x="97" y="13950"/>
                    <a:pt x="207" y="13950"/>
                  </a:cubicBezTo>
                  <a:lnTo>
                    <a:pt x="1508" y="13950"/>
                  </a:lnTo>
                  <a:cubicBezTo>
                    <a:pt x="1623" y="13950"/>
                    <a:pt x="1715" y="13854"/>
                    <a:pt x="1715" y="13739"/>
                  </a:cubicBezTo>
                  <a:lnTo>
                    <a:pt x="1715" y="13297"/>
                  </a:lnTo>
                  <a:lnTo>
                    <a:pt x="5584" y="13297"/>
                  </a:lnTo>
                  <a:lnTo>
                    <a:pt x="5584" y="13739"/>
                  </a:lnTo>
                  <a:cubicBezTo>
                    <a:pt x="5584" y="13854"/>
                    <a:pt x="5675" y="13950"/>
                    <a:pt x="5790" y="13950"/>
                  </a:cubicBezTo>
                  <a:lnTo>
                    <a:pt x="7091" y="13950"/>
                  </a:lnTo>
                  <a:cubicBezTo>
                    <a:pt x="7206" y="13950"/>
                    <a:pt x="7297" y="13854"/>
                    <a:pt x="7297" y="13739"/>
                  </a:cubicBezTo>
                  <a:lnTo>
                    <a:pt x="7297" y="13297"/>
                  </a:lnTo>
                  <a:lnTo>
                    <a:pt x="11133" y="13297"/>
                  </a:lnTo>
                  <a:lnTo>
                    <a:pt x="11133" y="13739"/>
                  </a:lnTo>
                  <a:cubicBezTo>
                    <a:pt x="11133" y="13854"/>
                    <a:pt x="11224" y="13950"/>
                    <a:pt x="11339" y="13950"/>
                  </a:cubicBezTo>
                  <a:lnTo>
                    <a:pt x="12640" y="13950"/>
                  </a:lnTo>
                  <a:cubicBezTo>
                    <a:pt x="12750" y="13950"/>
                    <a:pt x="12846" y="13854"/>
                    <a:pt x="12846" y="13739"/>
                  </a:cubicBezTo>
                  <a:lnTo>
                    <a:pt x="12846" y="12443"/>
                  </a:lnTo>
                  <a:cubicBezTo>
                    <a:pt x="12846" y="12328"/>
                    <a:pt x="12750" y="12237"/>
                    <a:pt x="12640" y="12237"/>
                  </a:cubicBezTo>
                  <a:lnTo>
                    <a:pt x="12198" y="12237"/>
                  </a:lnTo>
                  <a:lnTo>
                    <a:pt x="12198" y="7849"/>
                  </a:lnTo>
                  <a:lnTo>
                    <a:pt x="12640" y="7849"/>
                  </a:lnTo>
                  <a:cubicBezTo>
                    <a:pt x="12750" y="7849"/>
                    <a:pt x="12846" y="7758"/>
                    <a:pt x="12846" y="7643"/>
                  </a:cubicBezTo>
                  <a:lnTo>
                    <a:pt x="12846" y="6342"/>
                  </a:lnTo>
                  <a:cubicBezTo>
                    <a:pt x="12846" y="6227"/>
                    <a:pt x="12750" y="6135"/>
                    <a:pt x="12640" y="6135"/>
                  </a:cubicBezTo>
                  <a:lnTo>
                    <a:pt x="12198" y="6135"/>
                  </a:lnTo>
                  <a:lnTo>
                    <a:pt x="12198" y="1719"/>
                  </a:lnTo>
                  <a:lnTo>
                    <a:pt x="12640" y="1719"/>
                  </a:lnTo>
                  <a:cubicBezTo>
                    <a:pt x="12755" y="1719"/>
                    <a:pt x="12846" y="1623"/>
                    <a:pt x="12846" y="1513"/>
                  </a:cubicBezTo>
                  <a:lnTo>
                    <a:pt x="12846" y="212"/>
                  </a:lnTo>
                  <a:cubicBezTo>
                    <a:pt x="12846" y="97"/>
                    <a:pt x="12755" y="1"/>
                    <a:pt x="12640" y="1"/>
                  </a:cubicBezTo>
                  <a:lnTo>
                    <a:pt x="11339" y="1"/>
                  </a:lnTo>
                  <a:cubicBezTo>
                    <a:pt x="11224" y="1"/>
                    <a:pt x="11128" y="97"/>
                    <a:pt x="11133" y="212"/>
                  </a:cubicBezTo>
                  <a:lnTo>
                    <a:pt x="11133" y="654"/>
                  </a:lnTo>
                  <a:lnTo>
                    <a:pt x="7293" y="654"/>
                  </a:lnTo>
                  <a:lnTo>
                    <a:pt x="7293" y="212"/>
                  </a:lnTo>
                  <a:cubicBezTo>
                    <a:pt x="7293" y="97"/>
                    <a:pt x="7201" y="1"/>
                    <a:pt x="7086" y="1"/>
                  </a:cubicBezTo>
                  <a:lnTo>
                    <a:pt x="5790" y="1"/>
                  </a:lnTo>
                  <a:cubicBezTo>
                    <a:pt x="5675" y="6"/>
                    <a:pt x="5584" y="97"/>
                    <a:pt x="5584" y="212"/>
                  </a:cubicBezTo>
                  <a:lnTo>
                    <a:pt x="5584" y="654"/>
                  </a:lnTo>
                  <a:lnTo>
                    <a:pt x="1715" y="654"/>
                  </a:lnTo>
                  <a:lnTo>
                    <a:pt x="1715" y="212"/>
                  </a:lnTo>
                  <a:cubicBezTo>
                    <a:pt x="1715"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3"/>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3"/>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3"/>
            <p:cNvSpPr/>
            <p:nvPr/>
          </p:nvSpPr>
          <p:spPr>
            <a:xfrm>
              <a:off x="2953239" y="1599043"/>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3"/>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83"/>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3"/>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3"/>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3"/>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3"/>
            <p:cNvSpPr/>
            <p:nvPr/>
          </p:nvSpPr>
          <p:spPr>
            <a:xfrm>
              <a:off x="2922792" y="1581042"/>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3"/>
            <p:cNvSpPr/>
            <p:nvPr/>
          </p:nvSpPr>
          <p:spPr>
            <a:xfrm>
              <a:off x="2953239" y="159865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3"/>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3"/>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3"/>
            <p:cNvSpPr/>
            <p:nvPr/>
          </p:nvSpPr>
          <p:spPr>
            <a:xfrm>
              <a:off x="2922556" y="1581304"/>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3"/>
            <p:cNvSpPr/>
            <p:nvPr/>
          </p:nvSpPr>
          <p:spPr>
            <a:xfrm>
              <a:off x="2787587" y="1636906"/>
              <a:ext cx="91473" cy="102845"/>
            </a:xfrm>
            <a:custGeom>
              <a:rect b="b" l="l" r="r" t="t"/>
              <a:pathLst>
                <a:path extrusionOk="0" h="3925" w="3491">
                  <a:moveTo>
                    <a:pt x="274" y="0"/>
                  </a:moveTo>
                  <a:cubicBezTo>
                    <a:pt x="0" y="0"/>
                    <a:pt x="0" y="413"/>
                    <a:pt x="274" y="413"/>
                  </a:cubicBezTo>
                  <a:lnTo>
                    <a:pt x="2761" y="413"/>
                  </a:lnTo>
                  <a:cubicBezTo>
                    <a:pt x="2933" y="413"/>
                    <a:pt x="3077" y="552"/>
                    <a:pt x="3077" y="730"/>
                  </a:cubicBezTo>
                  <a:lnTo>
                    <a:pt x="3077" y="3715"/>
                  </a:lnTo>
                  <a:cubicBezTo>
                    <a:pt x="3077" y="3855"/>
                    <a:pt x="3181" y="3924"/>
                    <a:pt x="3284" y="3924"/>
                  </a:cubicBezTo>
                  <a:cubicBezTo>
                    <a:pt x="3387" y="3924"/>
                    <a:pt x="3490" y="3855"/>
                    <a:pt x="3490" y="3715"/>
                  </a:cubicBezTo>
                  <a:lnTo>
                    <a:pt x="3490" y="730"/>
                  </a:lnTo>
                  <a:cubicBezTo>
                    <a:pt x="3490" y="326"/>
                    <a:pt x="3164" y="0"/>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3"/>
            <p:cNvSpPr/>
            <p:nvPr/>
          </p:nvSpPr>
          <p:spPr>
            <a:xfrm>
              <a:off x="2710604" y="1636906"/>
              <a:ext cx="69725" cy="124671"/>
            </a:xfrm>
            <a:custGeom>
              <a:rect b="b" l="l" r="r" t="t"/>
              <a:pathLst>
                <a:path extrusionOk="0" h="4758" w="2661">
                  <a:moveTo>
                    <a:pt x="735" y="0"/>
                  </a:moveTo>
                  <a:cubicBezTo>
                    <a:pt x="327" y="0"/>
                    <a:pt x="1" y="326"/>
                    <a:pt x="1" y="730"/>
                  </a:cubicBezTo>
                  <a:lnTo>
                    <a:pt x="1" y="4551"/>
                  </a:lnTo>
                  <a:cubicBezTo>
                    <a:pt x="1" y="4666"/>
                    <a:pt x="97" y="4757"/>
                    <a:pt x="207" y="4757"/>
                  </a:cubicBezTo>
                  <a:cubicBezTo>
                    <a:pt x="322" y="4757"/>
                    <a:pt x="418" y="4666"/>
                    <a:pt x="418" y="4551"/>
                  </a:cubicBezTo>
                  <a:lnTo>
                    <a:pt x="418" y="730"/>
                  </a:lnTo>
                  <a:cubicBezTo>
                    <a:pt x="418" y="552"/>
                    <a:pt x="558" y="413"/>
                    <a:pt x="735" y="413"/>
                  </a:cubicBezTo>
                  <a:lnTo>
                    <a:pt x="2386" y="413"/>
                  </a:lnTo>
                  <a:cubicBezTo>
                    <a:pt x="2660" y="413"/>
                    <a:pt x="2660" y="0"/>
                    <a:pt x="2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3"/>
            <p:cNvSpPr/>
            <p:nvPr/>
          </p:nvSpPr>
          <p:spPr>
            <a:xfrm>
              <a:off x="2710735" y="1714937"/>
              <a:ext cx="168325" cy="95298"/>
            </a:xfrm>
            <a:custGeom>
              <a:rect b="b" l="l" r="r" t="t"/>
              <a:pathLst>
                <a:path extrusionOk="0" h="3637" w="6424">
                  <a:moveTo>
                    <a:pt x="2486" y="415"/>
                  </a:moveTo>
                  <a:cubicBezTo>
                    <a:pt x="2632" y="415"/>
                    <a:pt x="2777" y="490"/>
                    <a:pt x="2852" y="641"/>
                  </a:cubicBezTo>
                  <a:lnTo>
                    <a:pt x="3231" y="1381"/>
                  </a:lnTo>
                  <a:cubicBezTo>
                    <a:pt x="3027" y="1592"/>
                    <a:pt x="2756" y="1697"/>
                    <a:pt x="2485" y="1697"/>
                  </a:cubicBezTo>
                  <a:cubicBezTo>
                    <a:pt x="2215" y="1697"/>
                    <a:pt x="1945" y="1592"/>
                    <a:pt x="1743" y="1381"/>
                  </a:cubicBezTo>
                  <a:lnTo>
                    <a:pt x="2117" y="641"/>
                  </a:lnTo>
                  <a:cubicBezTo>
                    <a:pt x="2194" y="490"/>
                    <a:pt x="2341" y="415"/>
                    <a:pt x="2486" y="415"/>
                  </a:cubicBezTo>
                  <a:close/>
                  <a:moveTo>
                    <a:pt x="3423" y="1765"/>
                  </a:moveTo>
                  <a:lnTo>
                    <a:pt x="4162" y="3219"/>
                  </a:lnTo>
                  <a:lnTo>
                    <a:pt x="807" y="3219"/>
                  </a:lnTo>
                  <a:lnTo>
                    <a:pt x="1546" y="1765"/>
                  </a:lnTo>
                  <a:cubicBezTo>
                    <a:pt x="1817" y="1995"/>
                    <a:pt x="2152" y="2110"/>
                    <a:pt x="2486" y="2110"/>
                  </a:cubicBezTo>
                  <a:cubicBezTo>
                    <a:pt x="2821" y="2110"/>
                    <a:pt x="3154" y="1995"/>
                    <a:pt x="3423" y="1765"/>
                  </a:cubicBezTo>
                  <a:close/>
                  <a:moveTo>
                    <a:pt x="2485" y="1"/>
                  </a:moveTo>
                  <a:cubicBezTo>
                    <a:pt x="2193" y="1"/>
                    <a:pt x="1901" y="152"/>
                    <a:pt x="1748" y="454"/>
                  </a:cubicBezTo>
                  <a:lnTo>
                    <a:pt x="1311" y="1313"/>
                  </a:lnTo>
                  <a:lnTo>
                    <a:pt x="1311" y="1318"/>
                  </a:lnTo>
                  <a:lnTo>
                    <a:pt x="442" y="3032"/>
                  </a:lnTo>
                  <a:cubicBezTo>
                    <a:pt x="423" y="2994"/>
                    <a:pt x="413" y="2950"/>
                    <a:pt x="413" y="2907"/>
                  </a:cubicBezTo>
                  <a:lnTo>
                    <a:pt x="413" y="2398"/>
                  </a:lnTo>
                  <a:cubicBezTo>
                    <a:pt x="413" y="2259"/>
                    <a:pt x="310" y="2189"/>
                    <a:pt x="207" y="2189"/>
                  </a:cubicBezTo>
                  <a:cubicBezTo>
                    <a:pt x="104" y="2189"/>
                    <a:pt x="0" y="2259"/>
                    <a:pt x="0" y="2398"/>
                  </a:cubicBezTo>
                  <a:lnTo>
                    <a:pt x="0" y="2907"/>
                  </a:lnTo>
                  <a:cubicBezTo>
                    <a:pt x="0" y="3310"/>
                    <a:pt x="327" y="3637"/>
                    <a:pt x="730" y="3637"/>
                  </a:cubicBezTo>
                  <a:lnTo>
                    <a:pt x="5694" y="3637"/>
                  </a:lnTo>
                  <a:cubicBezTo>
                    <a:pt x="6097" y="3632"/>
                    <a:pt x="6423" y="3310"/>
                    <a:pt x="6423" y="2907"/>
                  </a:cubicBezTo>
                  <a:lnTo>
                    <a:pt x="6423" y="1568"/>
                  </a:lnTo>
                  <a:cubicBezTo>
                    <a:pt x="6423" y="1453"/>
                    <a:pt x="6332" y="1361"/>
                    <a:pt x="6217" y="1361"/>
                  </a:cubicBezTo>
                  <a:cubicBezTo>
                    <a:pt x="6102" y="1361"/>
                    <a:pt x="6010" y="1453"/>
                    <a:pt x="6010" y="1568"/>
                  </a:cubicBezTo>
                  <a:lnTo>
                    <a:pt x="6010" y="2907"/>
                  </a:lnTo>
                  <a:cubicBezTo>
                    <a:pt x="6010" y="3080"/>
                    <a:pt x="5871" y="3224"/>
                    <a:pt x="5694" y="3224"/>
                  </a:cubicBezTo>
                  <a:lnTo>
                    <a:pt x="4628" y="3224"/>
                  </a:lnTo>
                  <a:lnTo>
                    <a:pt x="3221" y="454"/>
                  </a:lnTo>
                  <a:cubicBezTo>
                    <a:pt x="3068" y="152"/>
                    <a:pt x="2776" y="1"/>
                    <a:pt x="24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3"/>
            <p:cNvSpPr/>
            <p:nvPr/>
          </p:nvSpPr>
          <p:spPr>
            <a:xfrm>
              <a:off x="2788085" y="1660488"/>
              <a:ext cx="71847" cy="64380"/>
            </a:xfrm>
            <a:custGeom>
              <a:rect b="b" l="l" r="r" t="t"/>
              <a:pathLst>
                <a:path extrusionOk="0" h="2457" w="2742">
                  <a:moveTo>
                    <a:pt x="1119" y="531"/>
                  </a:moveTo>
                  <a:lnTo>
                    <a:pt x="1119" y="531"/>
                  </a:lnTo>
                  <a:cubicBezTo>
                    <a:pt x="1076" y="1145"/>
                    <a:pt x="1498" y="1702"/>
                    <a:pt x="2103" y="1827"/>
                  </a:cubicBezTo>
                  <a:cubicBezTo>
                    <a:pt x="1945" y="1969"/>
                    <a:pt x="1748" y="2039"/>
                    <a:pt x="1551" y="2039"/>
                  </a:cubicBezTo>
                  <a:cubicBezTo>
                    <a:pt x="1305" y="2039"/>
                    <a:pt x="1061" y="1930"/>
                    <a:pt x="898" y="1716"/>
                  </a:cubicBezTo>
                  <a:cubicBezTo>
                    <a:pt x="610" y="1332"/>
                    <a:pt x="711" y="780"/>
                    <a:pt x="1119" y="531"/>
                  </a:cubicBezTo>
                  <a:close/>
                  <a:moveTo>
                    <a:pt x="1409" y="1"/>
                  </a:moveTo>
                  <a:cubicBezTo>
                    <a:pt x="1401" y="1"/>
                    <a:pt x="1392" y="1"/>
                    <a:pt x="1383" y="2"/>
                  </a:cubicBezTo>
                  <a:cubicBezTo>
                    <a:pt x="452" y="132"/>
                    <a:pt x="1" y="1217"/>
                    <a:pt x="572" y="1966"/>
                  </a:cubicBezTo>
                  <a:cubicBezTo>
                    <a:pt x="821" y="2298"/>
                    <a:pt x="1187" y="2456"/>
                    <a:pt x="1550" y="2456"/>
                  </a:cubicBezTo>
                  <a:cubicBezTo>
                    <a:pt x="2012" y="2456"/>
                    <a:pt x="2470" y="2200"/>
                    <a:pt x="2679" y="1716"/>
                  </a:cubicBezTo>
                  <a:cubicBezTo>
                    <a:pt x="2742" y="1577"/>
                    <a:pt x="2637" y="1426"/>
                    <a:pt x="2494" y="1426"/>
                  </a:cubicBezTo>
                  <a:cubicBezTo>
                    <a:pt x="2484" y="1426"/>
                    <a:pt x="2474" y="1427"/>
                    <a:pt x="2463" y="1428"/>
                  </a:cubicBezTo>
                  <a:cubicBezTo>
                    <a:pt x="2425" y="1433"/>
                    <a:pt x="2386" y="1433"/>
                    <a:pt x="2348" y="1433"/>
                  </a:cubicBezTo>
                  <a:cubicBezTo>
                    <a:pt x="1897" y="1433"/>
                    <a:pt x="1532" y="1068"/>
                    <a:pt x="1532" y="617"/>
                  </a:cubicBezTo>
                  <a:cubicBezTo>
                    <a:pt x="1532" y="507"/>
                    <a:pt x="1556" y="396"/>
                    <a:pt x="1599" y="290"/>
                  </a:cubicBezTo>
                  <a:cubicBezTo>
                    <a:pt x="1663" y="150"/>
                    <a:pt x="1555" y="1"/>
                    <a:pt x="14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5" name="Google Shape;14435;p83"/>
          <p:cNvGrpSpPr/>
          <p:nvPr/>
        </p:nvGrpSpPr>
        <p:grpSpPr>
          <a:xfrm>
            <a:off x="854000" y="1591550"/>
            <a:ext cx="365787" cy="188501"/>
            <a:chOff x="854000" y="1591550"/>
            <a:chExt cx="365787" cy="188501"/>
          </a:xfrm>
        </p:grpSpPr>
        <p:sp>
          <p:nvSpPr>
            <p:cNvPr id="14436" name="Google Shape;14436;p83"/>
            <p:cNvSpPr/>
            <p:nvPr/>
          </p:nvSpPr>
          <p:spPr>
            <a:xfrm>
              <a:off x="859528" y="1597026"/>
              <a:ext cx="354834" cy="177496"/>
            </a:xfrm>
            <a:custGeom>
              <a:rect b="b" l="l" r="r" t="t"/>
              <a:pathLst>
                <a:path extrusionOk="0" h="6774" w="13542">
                  <a:moveTo>
                    <a:pt x="6769" y="0"/>
                  </a:moveTo>
                  <a:cubicBezTo>
                    <a:pt x="6697" y="0"/>
                    <a:pt x="6629" y="0"/>
                    <a:pt x="6562" y="5"/>
                  </a:cubicBezTo>
                  <a:cubicBezTo>
                    <a:pt x="6255" y="10"/>
                    <a:pt x="5948" y="44"/>
                    <a:pt x="5645" y="92"/>
                  </a:cubicBezTo>
                  <a:cubicBezTo>
                    <a:pt x="5511" y="116"/>
                    <a:pt x="5377" y="144"/>
                    <a:pt x="5242" y="173"/>
                  </a:cubicBezTo>
                  <a:cubicBezTo>
                    <a:pt x="4940" y="240"/>
                    <a:pt x="4647" y="332"/>
                    <a:pt x="4364" y="442"/>
                  </a:cubicBezTo>
                  <a:cubicBezTo>
                    <a:pt x="4296" y="466"/>
                    <a:pt x="4234" y="490"/>
                    <a:pt x="4167" y="519"/>
                  </a:cubicBezTo>
                  <a:cubicBezTo>
                    <a:pt x="4104" y="543"/>
                    <a:pt x="4042" y="572"/>
                    <a:pt x="3980" y="600"/>
                  </a:cubicBezTo>
                  <a:cubicBezTo>
                    <a:pt x="3701" y="725"/>
                    <a:pt x="3428" y="874"/>
                    <a:pt x="3168" y="1037"/>
                  </a:cubicBezTo>
                  <a:cubicBezTo>
                    <a:pt x="3053" y="1109"/>
                    <a:pt x="2938" y="1186"/>
                    <a:pt x="2828" y="1268"/>
                  </a:cubicBezTo>
                  <a:cubicBezTo>
                    <a:pt x="2578" y="1445"/>
                    <a:pt x="2338" y="1642"/>
                    <a:pt x="2117" y="1853"/>
                  </a:cubicBezTo>
                  <a:cubicBezTo>
                    <a:pt x="2069" y="1896"/>
                    <a:pt x="2016" y="1949"/>
                    <a:pt x="1968" y="1997"/>
                  </a:cubicBezTo>
                  <a:cubicBezTo>
                    <a:pt x="1920" y="2045"/>
                    <a:pt x="1872" y="2093"/>
                    <a:pt x="1824" y="2146"/>
                  </a:cubicBezTo>
                  <a:cubicBezTo>
                    <a:pt x="1618" y="2367"/>
                    <a:pt x="1421" y="2607"/>
                    <a:pt x="1243" y="2857"/>
                  </a:cubicBezTo>
                  <a:cubicBezTo>
                    <a:pt x="1167" y="2967"/>
                    <a:pt x="1090" y="3082"/>
                    <a:pt x="1013" y="3197"/>
                  </a:cubicBezTo>
                  <a:cubicBezTo>
                    <a:pt x="855" y="3461"/>
                    <a:pt x="711" y="3730"/>
                    <a:pt x="586" y="4009"/>
                  </a:cubicBezTo>
                  <a:cubicBezTo>
                    <a:pt x="557" y="4071"/>
                    <a:pt x="528" y="4133"/>
                    <a:pt x="504" y="4201"/>
                  </a:cubicBezTo>
                  <a:cubicBezTo>
                    <a:pt x="475" y="4263"/>
                    <a:pt x="451" y="4325"/>
                    <a:pt x="427" y="4393"/>
                  </a:cubicBezTo>
                  <a:cubicBezTo>
                    <a:pt x="322" y="4681"/>
                    <a:pt x="231" y="4973"/>
                    <a:pt x="163" y="5271"/>
                  </a:cubicBezTo>
                  <a:cubicBezTo>
                    <a:pt x="135" y="5405"/>
                    <a:pt x="106" y="5540"/>
                    <a:pt x="87" y="5674"/>
                  </a:cubicBezTo>
                  <a:cubicBezTo>
                    <a:pt x="43" y="5938"/>
                    <a:pt x="15" y="6202"/>
                    <a:pt x="5" y="6466"/>
                  </a:cubicBezTo>
                  <a:cubicBezTo>
                    <a:pt x="0" y="6634"/>
                    <a:pt x="130" y="6773"/>
                    <a:pt x="303" y="6773"/>
                  </a:cubicBezTo>
                  <a:lnTo>
                    <a:pt x="13235" y="6773"/>
                  </a:lnTo>
                  <a:cubicBezTo>
                    <a:pt x="13407" y="6773"/>
                    <a:pt x="13542" y="6629"/>
                    <a:pt x="13532" y="6461"/>
                  </a:cubicBezTo>
                  <a:cubicBezTo>
                    <a:pt x="13523" y="6197"/>
                    <a:pt x="13494" y="5933"/>
                    <a:pt x="13451" y="5674"/>
                  </a:cubicBezTo>
                  <a:cubicBezTo>
                    <a:pt x="13431" y="5535"/>
                    <a:pt x="13403" y="5401"/>
                    <a:pt x="13374" y="5266"/>
                  </a:cubicBezTo>
                  <a:cubicBezTo>
                    <a:pt x="13307" y="4969"/>
                    <a:pt x="13215" y="4676"/>
                    <a:pt x="13110" y="4388"/>
                  </a:cubicBezTo>
                  <a:cubicBezTo>
                    <a:pt x="13086" y="4325"/>
                    <a:pt x="13057" y="4258"/>
                    <a:pt x="13033" y="4196"/>
                  </a:cubicBezTo>
                  <a:cubicBezTo>
                    <a:pt x="13009" y="4133"/>
                    <a:pt x="12980" y="4066"/>
                    <a:pt x="12951" y="4004"/>
                  </a:cubicBezTo>
                  <a:cubicBezTo>
                    <a:pt x="12827" y="3725"/>
                    <a:pt x="12683" y="3457"/>
                    <a:pt x="12519" y="3197"/>
                  </a:cubicBezTo>
                  <a:cubicBezTo>
                    <a:pt x="12447" y="3077"/>
                    <a:pt x="12370" y="2962"/>
                    <a:pt x="12294" y="2852"/>
                  </a:cubicBezTo>
                  <a:cubicBezTo>
                    <a:pt x="12116" y="2602"/>
                    <a:pt x="11919" y="2367"/>
                    <a:pt x="11713" y="2141"/>
                  </a:cubicBezTo>
                  <a:cubicBezTo>
                    <a:pt x="11665" y="2093"/>
                    <a:pt x="11617" y="2040"/>
                    <a:pt x="11569" y="1992"/>
                  </a:cubicBezTo>
                  <a:cubicBezTo>
                    <a:pt x="11516" y="1944"/>
                    <a:pt x="11468" y="1896"/>
                    <a:pt x="11420" y="1848"/>
                  </a:cubicBezTo>
                  <a:cubicBezTo>
                    <a:pt x="11194" y="1637"/>
                    <a:pt x="10959" y="1445"/>
                    <a:pt x="10710" y="1263"/>
                  </a:cubicBezTo>
                  <a:cubicBezTo>
                    <a:pt x="10599" y="1186"/>
                    <a:pt x="10484" y="1109"/>
                    <a:pt x="10369" y="1032"/>
                  </a:cubicBezTo>
                  <a:cubicBezTo>
                    <a:pt x="10105" y="869"/>
                    <a:pt x="9836" y="725"/>
                    <a:pt x="9558" y="600"/>
                  </a:cubicBezTo>
                  <a:cubicBezTo>
                    <a:pt x="9495" y="572"/>
                    <a:pt x="9433" y="543"/>
                    <a:pt x="9366" y="514"/>
                  </a:cubicBezTo>
                  <a:cubicBezTo>
                    <a:pt x="9303" y="490"/>
                    <a:pt x="9241" y="466"/>
                    <a:pt x="9174" y="442"/>
                  </a:cubicBezTo>
                  <a:cubicBezTo>
                    <a:pt x="8890" y="332"/>
                    <a:pt x="8593" y="240"/>
                    <a:pt x="8295" y="173"/>
                  </a:cubicBezTo>
                  <a:cubicBezTo>
                    <a:pt x="8161" y="140"/>
                    <a:pt x="8026" y="116"/>
                    <a:pt x="7892" y="92"/>
                  </a:cubicBezTo>
                  <a:cubicBezTo>
                    <a:pt x="7585" y="44"/>
                    <a:pt x="7282" y="10"/>
                    <a:pt x="6975" y="5"/>
                  </a:cubicBezTo>
                  <a:cubicBezTo>
                    <a:pt x="6908" y="0"/>
                    <a:pt x="6836" y="0"/>
                    <a:pt x="6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3"/>
            <p:cNvSpPr/>
            <p:nvPr/>
          </p:nvSpPr>
          <p:spPr>
            <a:xfrm>
              <a:off x="859397" y="1597026"/>
              <a:ext cx="192719" cy="177365"/>
            </a:xfrm>
            <a:custGeom>
              <a:rect b="b" l="l" r="r" t="t"/>
              <a:pathLst>
                <a:path extrusionOk="0" h="6769" w="7355">
                  <a:moveTo>
                    <a:pt x="6774" y="0"/>
                  </a:moveTo>
                  <a:cubicBezTo>
                    <a:pt x="6702" y="0"/>
                    <a:pt x="6634" y="0"/>
                    <a:pt x="6567" y="5"/>
                  </a:cubicBezTo>
                  <a:cubicBezTo>
                    <a:pt x="6260" y="10"/>
                    <a:pt x="5953" y="44"/>
                    <a:pt x="5650" y="92"/>
                  </a:cubicBezTo>
                  <a:cubicBezTo>
                    <a:pt x="5516" y="116"/>
                    <a:pt x="5382" y="144"/>
                    <a:pt x="5247" y="173"/>
                  </a:cubicBezTo>
                  <a:cubicBezTo>
                    <a:pt x="4945" y="240"/>
                    <a:pt x="4652" y="332"/>
                    <a:pt x="4364" y="437"/>
                  </a:cubicBezTo>
                  <a:cubicBezTo>
                    <a:pt x="4297" y="461"/>
                    <a:pt x="4234" y="490"/>
                    <a:pt x="4172" y="514"/>
                  </a:cubicBezTo>
                  <a:cubicBezTo>
                    <a:pt x="4105" y="543"/>
                    <a:pt x="4042" y="572"/>
                    <a:pt x="3980" y="600"/>
                  </a:cubicBezTo>
                  <a:cubicBezTo>
                    <a:pt x="3701" y="725"/>
                    <a:pt x="3433" y="869"/>
                    <a:pt x="3173" y="1032"/>
                  </a:cubicBezTo>
                  <a:cubicBezTo>
                    <a:pt x="3053" y="1109"/>
                    <a:pt x="2938" y="1186"/>
                    <a:pt x="2828" y="1263"/>
                  </a:cubicBezTo>
                  <a:cubicBezTo>
                    <a:pt x="2578" y="1440"/>
                    <a:pt x="2343" y="1637"/>
                    <a:pt x="2122" y="1848"/>
                  </a:cubicBezTo>
                  <a:cubicBezTo>
                    <a:pt x="2069" y="1896"/>
                    <a:pt x="2021" y="1944"/>
                    <a:pt x="1973" y="1992"/>
                  </a:cubicBezTo>
                  <a:cubicBezTo>
                    <a:pt x="1921" y="2040"/>
                    <a:pt x="1877" y="2093"/>
                    <a:pt x="1829" y="2141"/>
                  </a:cubicBezTo>
                  <a:cubicBezTo>
                    <a:pt x="1618" y="2367"/>
                    <a:pt x="1426" y="2602"/>
                    <a:pt x="1248" y="2852"/>
                  </a:cubicBezTo>
                  <a:cubicBezTo>
                    <a:pt x="1167" y="2962"/>
                    <a:pt x="1090" y="3077"/>
                    <a:pt x="1018" y="3197"/>
                  </a:cubicBezTo>
                  <a:cubicBezTo>
                    <a:pt x="855" y="3457"/>
                    <a:pt x="711" y="3725"/>
                    <a:pt x="586" y="4009"/>
                  </a:cubicBezTo>
                  <a:cubicBezTo>
                    <a:pt x="557" y="4071"/>
                    <a:pt x="533" y="4133"/>
                    <a:pt x="504" y="4196"/>
                  </a:cubicBezTo>
                  <a:cubicBezTo>
                    <a:pt x="480" y="4258"/>
                    <a:pt x="452" y="4325"/>
                    <a:pt x="428" y="4388"/>
                  </a:cubicBezTo>
                  <a:cubicBezTo>
                    <a:pt x="322" y="4676"/>
                    <a:pt x="236" y="4969"/>
                    <a:pt x="168" y="5266"/>
                  </a:cubicBezTo>
                  <a:cubicBezTo>
                    <a:pt x="135" y="5401"/>
                    <a:pt x="111" y="5535"/>
                    <a:pt x="87" y="5674"/>
                  </a:cubicBezTo>
                  <a:cubicBezTo>
                    <a:pt x="44" y="5933"/>
                    <a:pt x="15" y="6197"/>
                    <a:pt x="5" y="6461"/>
                  </a:cubicBezTo>
                  <a:cubicBezTo>
                    <a:pt x="0" y="6629"/>
                    <a:pt x="135" y="6769"/>
                    <a:pt x="308" y="6769"/>
                  </a:cubicBezTo>
                  <a:lnTo>
                    <a:pt x="1469" y="6769"/>
                  </a:lnTo>
                  <a:cubicBezTo>
                    <a:pt x="1301" y="6769"/>
                    <a:pt x="1167" y="6629"/>
                    <a:pt x="1172" y="6461"/>
                  </a:cubicBezTo>
                  <a:cubicBezTo>
                    <a:pt x="1181" y="6197"/>
                    <a:pt x="1210" y="5933"/>
                    <a:pt x="1253" y="5674"/>
                  </a:cubicBezTo>
                  <a:cubicBezTo>
                    <a:pt x="1272" y="5535"/>
                    <a:pt x="1301" y="5401"/>
                    <a:pt x="1330" y="5266"/>
                  </a:cubicBezTo>
                  <a:cubicBezTo>
                    <a:pt x="1397" y="4969"/>
                    <a:pt x="1488" y="4676"/>
                    <a:pt x="1594" y="4388"/>
                  </a:cubicBezTo>
                  <a:cubicBezTo>
                    <a:pt x="1618" y="4325"/>
                    <a:pt x="1647" y="4258"/>
                    <a:pt x="1671" y="4196"/>
                  </a:cubicBezTo>
                  <a:cubicBezTo>
                    <a:pt x="1695" y="4133"/>
                    <a:pt x="1724" y="4066"/>
                    <a:pt x="1753" y="4004"/>
                  </a:cubicBezTo>
                  <a:cubicBezTo>
                    <a:pt x="1877" y="3725"/>
                    <a:pt x="2021" y="3457"/>
                    <a:pt x="2185" y="3197"/>
                  </a:cubicBezTo>
                  <a:cubicBezTo>
                    <a:pt x="2257" y="3077"/>
                    <a:pt x="2333" y="2962"/>
                    <a:pt x="2415" y="2852"/>
                  </a:cubicBezTo>
                  <a:cubicBezTo>
                    <a:pt x="2588" y="2602"/>
                    <a:pt x="2785" y="2367"/>
                    <a:pt x="2996" y="2141"/>
                  </a:cubicBezTo>
                  <a:cubicBezTo>
                    <a:pt x="3039" y="2093"/>
                    <a:pt x="3087" y="2040"/>
                    <a:pt x="3140" y="1992"/>
                  </a:cubicBezTo>
                  <a:cubicBezTo>
                    <a:pt x="3188" y="1944"/>
                    <a:pt x="3236" y="1896"/>
                    <a:pt x="3284" y="1848"/>
                  </a:cubicBezTo>
                  <a:cubicBezTo>
                    <a:pt x="3509" y="1637"/>
                    <a:pt x="3745" y="1440"/>
                    <a:pt x="3994" y="1263"/>
                  </a:cubicBezTo>
                  <a:cubicBezTo>
                    <a:pt x="4105" y="1186"/>
                    <a:pt x="4220" y="1104"/>
                    <a:pt x="4340" y="1032"/>
                  </a:cubicBezTo>
                  <a:cubicBezTo>
                    <a:pt x="4599" y="869"/>
                    <a:pt x="4868" y="725"/>
                    <a:pt x="5146" y="600"/>
                  </a:cubicBezTo>
                  <a:cubicBezTo>
                    <a:pt x="5209" y="572"/>
                    <a:pt x="5271" y="543"/>
                    <a:pt x="5338" y="514"/>
                  </a:cubicBezTo>
                  <a:cubicBezTo>
                    <a:pt x="5401" y="490"/>
                    <a:pt x="5463" y="461"/>
                    <a:pt x="5530" y="437"/>
                  </a:cubicBezTo>
                  <a:cubicBezTo>
                    <a:pt x="5814" y="332"/>
                    <a:pt x="6111" y="240"/>
                    <a:pt x="6409" y="173"/>
                  </a:cubicBezTo>
                  <a:cubicBezTo>
                    <a:pt x="6543" y="140"/>
                    <a:pt x="6678" y="116"/>
                    <a:pt x="6817" y="92"/>
                  </a:cubicBezTo>
                  <a:cubicBezTo>
                    <a:pt x="6990" y="63"/>
                    <a:pt x="7172" y="39"/>
                    <a:pt x="7354" y="24"/>
                  </a:cubicBezTo>
                  <a:cubicBezTo>
                    <a:pt x="7230" y="15"/>
                    <a:pt x="7105" y="5"/>
                    <a:pt x="6980" y="5"/>
                  </a:cubicBezTo>
                  <a:cubicBezTo>
                    <a:pt x="6913" y="0"/>
                    <a:pt x="6841" y="0"/>
                    <a:pt x="6774"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3"/>
            <p:cNvSpPr/>
            <p:nvPr/>
          </p:nvSpPr>
          <p:spPr>
            <a:xfrm>
              <a:off x="854000" y="1591550"/>
              <a:ext cx="365787" cy="188501"/>
            </a:xfrm>
            <a:custGeom>
              <a:rect b="b" l="l" r="r" t="t"/>
              <a:pathLst>
                <a:path extrusionOk="0" h="7194" w="13960">
                  <a:moveTo>
                    <a:pt x="6773" y="416"/>
                  </a:moveTo>
                  <a:lnTo>
                    <a:pt x="6773" y="5024"/>
                  </a:lnTo>
                  <a:cubicBezTo>
                    <a:pt x="6653" y="5034"/>
                    <a:pt x="6538" y="5058"/>
                    <a:pt x="6423" y="5091"/>
                  </a:cubicBezTo>
                  <a:lnTo>
                    <a:pt x="4651" y="838"/>
                  </a:lnTo>
                  <a:cubicBezTo>
                    <a:pt x="4925" y="737"/>
                    <a:pt x="5208" y="651"/>
                    <a:pt x="5492" y="584"/>
                  </a:cubicBezTo>
                  <a:lnTo>
                    <a:pt x="5751" y="1885"/>
                  </a:lnTo>
                  <a:cubicBezTo>
                    <a:pt x="5773" y="1999"/>
                    <a:pt x="5860" y="2050"/>
                    <a:pt x="5948" y="2050"/>
                  </a:cubicBezTo>
                  <a:cubicBezTo>
                    <a:pt x="6067" y="2050"/>
                    <a:pt x="6189" y="1957"/>
                    <a:pt x="6159" y="1803"/>
                  </a:cubicBezTo>
                  <a:lnTo>
                    <a:pt x="5900" y="502"/>
                  </a:lnTo>
                  <a:cubicBezTo>
                    <a:pt x="6188" y="454"/>
                    <a:pt x="6480" y="425"/>
                    <a:pt x="6773" y="416"/>
                  </a:cubicBezTo>
                  <a:close/>
                  <a:moveTo>
                    <a:pt x="7186" y="421"/>
                  </a:moveTo>
                  <a:cubicBezTo>
                    <a:pt x="7479" y="425"/>
                    <a:pt x="7772" y="454"/>
                    <a:pt x="8060" y="502"/>
                  </a:cubicBezTo>
                  <a:lnTo>
                    <a:pt x="7800" y="1798"/>
                  </a:lnTo>
                  <a:cubicBezTo>
                    <a:pt x="7767" y="1956"/>
                    <a:pt x="7890" y="2050"/>
                    <a:pt x="8010" y="2050"/>
                  </a:cubicBezTo>
                  <a:cubicBezTo>
                    <a:pt x="8099" y="2050"/>
                    <a:pt x="8186" y="1999"/>
                    <a:pt x="8208" y="1885"/>
                  </a:cubicBezTo>
                  <a:lnTo>
                    <a:pt x="8468" y="589"/>
                  </a:lnTo>
                  <a:cubicBezTo>
                    <a:pt x="8751" y="651"/>
                    <a:pt x="9034" y="737"/>
                    <a:pt x="9308" y="843"/>
                  </a:cubicBezTo>
                  <a:lnTo>
                    <a:pt x="7546" y="5091"/>
                  </a:lnTo>
                  <a:cubicBezTo>
                    <a:pt x="7426" y="5058"/>
                    <a:pt x="7306" y="5038"/>
                    <a:pt x="7186" y="5024"/>
                  </a:cubicBezTo>
                  <a:lnTo>
                    <a:pt x="7186" y="421"/>
                  </a:lnTo>
                  <a:close/>
                  <a:moveTo>
                    <a:pt x="9687" y="997"/>
                  </a:moveTo>
                  <a:cubicBezTo>
                    <a:pt x="9956" y="1121"/>
                    <a:pt x="10215" y="1261"/>
                    <a:pt x="10465" y="1414"/>
                  </a:cubicBezTo>
                  <a:lnTo>
                    <a:pt x="9730" y="2513"/>
                  </a:lnTo>
                  <a:cubicBezTo>
                    <a:pt x="9621" y="2674"/>
                    <a:pt x="9764" y="2836"/>
                    <a:pt x="9911" y="2836"/>
                  </a:cubicBezTo>
                  <a:cubicBezTo>
                    <a:pt x="9971" y="2836"/>
                    <a:pt x="10031" y="2809"/>
                    <a:pt x="10076" y="2744"/>
                  </a:cubicBezTo>
                  <a:lnTo>
                    <a:pt x="10805" y="1645"/>
                  </a:lnTo>
                  <a:cubicBezTo>
                    <a:pt x="11045" y="1817"/>
                    <a:pt x="11271" y="2005"/>
                    <a:pt x="11482" y="2206"/>
                  </a:cubicBezTo>
                  <a:cubicBezTo>
                    <a:pt x="8122" y="5566"/>
                    <a:pt x="8266" y="5413"/>
                    <a:pt x="8256" y="5432"/>
                  </a:cubicBezTo>
                  <a:cubicBezTo>
                    <a:pt x="8151" y="5355"/>
                    <a:pt x="8045" y="5288"/>
                    <a:pt x="7935" y="5235"/>
                  </a:cubicBezTo>
                  <a:lnTo>
                    <a:pt x="9687" y="997"/>
                  </a:lnTo>
                  <a:close/>
                  <a:moveTo>
                    <a:pt x="4267" y="1001"/>
                  </a:moveTo>
                  <a:lnTo>
                    <a:pt x="6034" y="5240"/>
                  </a:lnTo>
                  <a:cubicBezTo>
                    <a:pt x="5919" y="5298"/>
                    <a:pt x="5813" y="5365"/>
                    <a:pt x="5708" y="5442"/>
                  </a:cubicBezTo>
                  <a:cubicBezTo>
                    <a:pt x="5703" y="5427"/>
                    <a:pt x="2477" y="2206"/>
                    <a:pt x="2477" y="2206"/>
                  </a:cubicBezTo>
                  <a:cubicBezTo>
                    <a:pt x="2688" y="2005"/>
                    <a:pt x="2914" y="1817"/>
                    <a:pt x="3154" y="1645"/>
                  </a:cubicBezTo>
                  <a:lnTo>
                    <a:pt x="3888" y="2749"/>
                  </a:lnTo>
                  <a:cubicBezTo>
                    <a:pt x="3933" y="2816"/>
                    <a:pt x="3995" y="2844"/>
                    <a:pt x="4055" y="2844"/>
                  </a:cubicBezTo>
                  <a:cubicBezTo>
                    <a:pt x="4201" y="2844"/>
                    <a:pt x="4342" y="2681"/>
                    <a:pt x="4234" y="2518"/>
                  </a:cubicBezTo>
                  <a:lnTo>
                    <a:pt x="3495" y="1414"/>
                  </a:lnTo>
                  <a:cubicBezTo>
                    <a:pt x="3744" y="1261"/>
                    <a:pt x="4003" y="1121"/>
                    <a:pt x="4267" y="1001"/>
                  </a:cubicBezTo>
                  <a:close/>
                  <a:moveTo>
                    <a:pt x="11775" y="2499"/>
                  </a:moveTo>
                  <a:cubicBezTo>
                    <a:pt x="11977" y="2710"/>
                    <a:pt x="12159" y="2936"/>
                    <a:pt x="12332" y="3176"/>
                  </a:cubicBezTo>
                  <a:lnTo>
                    <a:pt x="11233" y="3910"/>
                  </a:lnTo>
                  <a:cubicBezTo>
                    <a:pt x="11046" y="4037"/>
                    <a:pt x="11171" y="4293"/>
                    <a:pt x="11348" y="4293"/>
                  </a:cubicBezTo>
                  <a:cubicBezTo>
                    <a:pt x="11385" y="4293"/>
                    <a:pt x="11424" y="4282"/>
                    <a:pt x="11463" y="4256"/>
                  </a:cubicBezTo>
                  <a:lnTo>
                    <a:pt x="12562" y="3522"/>
                  </a:lnTo>
                  <a:cubicBezTo>
                    <a:pt x="12716" y="3771"/>
                    <a:pt x="12850" y="4030"/>
                    <a:pt x="12970" y="4294"/>
                  </a:cubicBezTo>
                  <a:lnTo>
                    <a:pt x="8804" y="6022"/>
                  </a:lnTo>
                  <a:cubicBezTo>
                    <a:pt x="8732" y="5912"/>
                    <a:pt x="8650" y="5806"/>
                    <a:pt x="8564" y="5706"/>
                  </a:cubicBezTo>
                  <a:lnTo>
                    <a:pt x="11775" y="2499"/>
                  </a:lnTo>
                  <a:close/>
                  <a:moveTo>
                    <a:pt x="830" y="4678"/>
                  </a:moveTo>
                  <a:lnTo>
                    <a:pt x="4987" y="6402"/>
                  </a:lnTo>
                  <a:cubicBezTo>
                    <a:pt x="4944" y="6522"/>
                    <a:pt x="4911" y="6646"/>
                    <a:pt x="4887" y="6771"/>
                  </a:cubicBezTo>
                  <a:lnTo>
                    <a:pt x="422" y="6771"/>
                  </a:lnTo>
                  <a:cubicBezTo>
                    <a:pt x="427" y="6488"/>
                    <a:pt x="456" y="6205"/>
                    <a:pt x="504" y="5922"/>
                  </a:cubicBezTo>
                  <a:lnTo>
                    <a:pt x="1814" y="6186"/>
                  </a:lnTo>
                  <a:cubicBezTo>
                    <a:pt x="1831" y="6189"/>
                    <a:pt x="1846" y="6190"/>
                    <a:pt x="1861" y="6190"/>
                  </a:cubicBezTo>
                  <a:cubicBezTo>
                    <a:pt x="2092" y="6190"/>
                    <a:pt x="2148" y="5827"/>
                    <a:pt x="1891" y="5778"/>
                  </a:cubicBezTo>
                  <a:lnTo>
                    <a:pt x="576" y="5518"/>
                  </a:lnTo>
                  <a:cubicBezTo>
                    <a:pt x="643" y="5230"/>
                    <a:pt x="725" y="4952"/>
                    <a:pt x="830" y="4678"/>
                  </a:cubicBezTo>
                  <a:close/>
                  <a:moveTo>
                    <a:pt x="6989" y="5427"/>
                  </a:moveTo>
                  <a:cubicBezTo>
                    <a:pt x="7796" y="5427"/>
                    <a:pt x="8492" y="5989"/>
                    <a:pt x="8664" y="6771"/>
                  </a:cubicBezTo>
                  <a:lnTo>
                    <a:pt x="5309" y="6771"/>
                  </a:lnTo>
                  <a:cubicBezTo>
                    <a:pt x="5487" y="5989"/>
                    <a:pt x="6183" y="5427"/>
                    <a:pt x="6989" y="5427"/>
                  </a:cubicBezTo>
                  <a:close/>
                  <a:moveTo>
                    <a:pt x="6933" y="0"/>
                  </a:moveTo>
                  <a:cubicBezTo>
                    <a:pt x="5116" y="0"/>
                    <a:pt x="3274" y="708"/>
                    <a:pt x="1853" y="2245"/>
                  </a:cubicBezTo>
                  <a:cubicBezTo>
                    <a:pt x="1711" y="2397"/>
                    <a:pt x="1853" y="2597"/>
                    <a:pt x="2012" y="2597"/>
                  </a:cubicBezTo>
                  <a:cubicBezTo>
                    <a:pt x="2062" y="2597"/>
                    <a:pt x="2115" y="2577"/>
                    <a:pt x="2160" y="2528"/>
                  </a:cubicBezTo>
                  <a:lnTo>
                    <a:pt x="2184" y="2499"/>
                  </a:lnTo>
                  <a:cubicBezTo>
                    <a:pt x="2861" y="3176"/>
                    <a:pt x="5381" y="5696"/>
                    <a:pt x="5405" y="5720"/>
                  </a:cubicBezTo>
                  <a:cubicBezTo>
                    <a:pt x="5319" y="5816"/>
                    <a:pt x="5242" y="5917"/>
                    <a:pt x="5175" y="6027"/>
                  </a:cubicBezTo>
                  <a:lnTo>
                    <a:pt x="989" y="4294"/>
                  </a:lnTo>
                  <a:cubicBezTo>
                    <a:pt x="1109" y="4030"/>
                    <a:pt x="1243" y="3771"/>
                    <a:pt x="1402" y="3522"/>
                  </a:cubicBezTo>
                  <a:cubicBezTo>
                    <a:pt x="2559" y="4285"/>
                    <a:pt x="2511" y="4294"/>
                    <a:pt x="2621" y="4294"/>
                  </a:cubicBezTo>
                  <a:cubicBezTo>
                    <a:pt x="2827" y="4294"/>
                    <a:pt x="2909" y="4030"/>
                    <a:pt x="2736" y="3915"/>
                  </a:cubicBezTo>
                  <a:lnTo>
                    <a:pt x="1627" y="3176"/>
                  </a:lnTo>
                  <a:lnTo>
                    <a:pt x="1651" y="3147"/>
                  </a:lnTo>
                  <a:cubicBezTo>
                    <a:pt x="1784" y="2984"/>
                    <a:pt x="1637" y="2803"/>
                    <a:pt x="1485" y="2803"/>
                  </a:cubicBezTo>
                  <a:cubicBezTo>
                    <a:pt x="1423" y="2803"/>
                    <a:pt x="1360" y="2833"/>
                    <a:pt x="1315" y="2907"/>
                  </a:cubicBezTo>
                  <a:cubicBezTo>
                    <a:pt x="456" y="4093"/>
                    <a:pt x="0" y="5518"/>
                    <a:pt x="0" y="6982"/>
                  </a:cubicBezTo>
                  <a:cubicBezTo>
                    <a:pt x="0" y="7098"/>
                    <a:pt x="91" y="7189"/>
                    <a:pt x="206" y="7189"/>
                  </a:cubicBezTo>
                  <a:lnTo>
                    <a:pt x="9567" y="7189"/>
                  </a:lnTo>
                  <a:cubicBezTo>
                    <a:pt x="9845" y="7189"/>
                    <a:pt x="9845" y="6776"/>
                    <a:pt x="9567" y="6776"/>
                  </a:cubicBezTo>
                  <a:lnTo>
                    <a:pt x="9087" y="6776"/>
                  </a:lnTo>
                  <a:cubicBezTo>
                    <a:pt x="9063" y="6646"/>
                    <a:pt x="9029" y="6522"/>
                    <a:pt x="8986" y="6397"/>
                  </a:cubicBezTo>
                  <a:lnTo>
                    <a:pt x="13129" y="4678"/>
                  </a:lnTo>
                  <a:cubicBezTo>
                    <a:pt x="13230" y="4952"/>
                    <a:pt x="13316" y="5235"/>
                    <a:pt x="13378" y="5518"/>
                  </a:cubicBezTo>
                  <a:lnTo>
                    <a:pt x="12087" y="5778"/>
                  </a:lnTo>
                  <a:cubicBezTo>
                    <a:pt x="11830" y="5827"/>
                    <a:pt x="11886" y="6190"/>
                    <a:pt x="12117" y="6190"/>
                  </a:cubicBezTo>
                  <a:cubicBezTo>
                    <a:pt x="12132" y="6190"/>
                    <a:pt x="12148" y="6189"/>
                    <a:pt x="12164" y="6186"/>
                  </a:cubicBezTo>
                  <a:lnTo>
                    <a:pt x="13460" y="5926"/>
                  </a:lnTo>
                  <a:cubicBezTo>
                    <a:pt x="13503" y="6210"/>
                    <a:pt x="13532" y="6493"/>
                    <a:pt x="13542" y="6776"/>
                  </a:cubicBezTo>
                  <a:lnTo>
                    <a:pt x="10397" y="6776"/>
                  </a:lnTo>
                  <a:cubicBezTo>
                    <a:pt x="10124" y="6776"/>
                    <a:pt x="10124" y="7194"/>
                    <a:pt x="10397" y="7194"/>
                  </a:cubicBezTo>
                  <a:lnTo>
                    <a:pt x="13753" y="7194"/>
                  </a:lnTo>
                  <a:cubicBezTo>
                    <a:pt x="13863" y="7194"/>
                    <a:pt x="13959" y="7098"/>
                    <a:pt x="13959" y="6982"/>
                  </a:cubicBezTo>
                  <a:cubicBezTo>
                    <a:pt x="13959" y="6070"/>
                    <a:pt x="13782" y="5168"/>
                    <a:pt x="13436" y="4328"/>
                  </a:cubicBezTo>
                  <a:cubicBezTo>
                    <a:pt x="12306" y="1577"/>
                    <a:pt x="9646" y="0"/>
                    <a:pt x="69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9" name="Google Shape;14439;p83"/>
          <p:cNvGrpSpPr/>
          <p:nvPr/>
        </p:nvGrpSpPr>
        <p:grpSpPr>
          <a:xfrm>
            <a:off x="3562762" y="1502933"/>
            <a:ext cx="326536" cy="365551"/>
            <a:chOff x="3562762" y="1502933"/>
            <a:chExt cx="326536" cy="365551"/>
          </a:xfrm>
        </p:grpSpPr>
        <p:sp>
          <p:nvSpPr>
            <p:cNvPr id="14440" name="Google Shape;14440;p83"/>
            <p:cNvSpPr/>
            <p:nvPr/>
          </p:nvSpPr>
          <p:spPr>
            <a:xfrm>
              <a:off x="3597611" y="1508488"/>
              <a:ext cx="254715" cy="354572"/>
            </a:xfrm>
            <a:custGeom>
              <a:rect b="b" l="l" r="r" t="t"/>
              <a:pathLst>
                <a:path extrusionOk="0" h="13532" w="9721">
                  <a:moveTo>
                    <a:pt x="1258" y="0"/>
                  </a:moveTo>
                  <a:cubicBezTo>
                    <a:pt x="562" y="0"/>
                    <a:pt x="0" y="562"/>
                    <a:pt x="0" y="1258"/>
                  </a:cubicBezTo>
                  <a:lnTo>
                    <a:pt x="0" y="13532"/>
                  </a:lnTo>
                  <a:lnTo>
                    <a:pt x="7508" y="13532"/>
                  </a:lnTo>
                  <a:cubicBezTo>
                    <a:pt x="8146" y="13532"/>
                    <a:pt x="8669" y="13009"/>
                    <a:pt x="8669" y="12365"/>
                  </a:cubicBezTo>
                  <a:lnTo>
                    <a:pt x="8669" y="3216"/>
                  </a:lnTo>
                  <a:lnTo>
                    <a:pt x="8669" y="1114"/>
                  </a:lnTo>
                  <a:cubicBezTo>
                    <a:pt x="8669" y="523"/>
                    <a:pt x="9130" y="34"/>
                    <a:pt x="972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3"/>
            <p:cNvSpPr/>
            <p:nvPr/>
          </p:nvSpPr>
          <p:spPr>
            <a:xfrm>
              <a:off x="3625019" y="1508488"/>
              <a:ext cx="227307" cy="354572"/>
            </a:xfrm>
            <a:custGeom>
              <a:rect b="b" l="l" r="r" t="t"/>
              <a:pathLst>
                <a:path extrusionOk="0" h="13532" w="8675">
                  <a:moveTo>
                    <a:pt x="1263" y="0"/>
                  </a:moveTo>
                  <a:cubicBezTo>
                    <a:pt x="567" y="0"/>
                    <a:pt x="1" y="562"/>
                    <a:pt x="1" y="1258"/>
                  </a:cubicBezTo>
                  <a:lnTo>
                    <a:pt x="1" y="13532"/>
                  </a:lnTo>
                  <a:lnTo>
                    <a:pt x="6462" y="13532"/>
                  </a:lnTo>
                  <a:cubicBezTo>
                    <a:pt x="7100" y="13532"/>
                    <a:pt x="7623" y="13009"/>
                    <a:pt x="7623" y="12365"/>
                  </a:cubicBezTo>
                  <a:lnTo>
                    <a:pt x="7623" y="3216"/>
                  </a:lnTo>
                  <a:lnTo>
                    <a:pt x="7623" y="1114"/>
                  </a:lnTo>
                  <a:cubicBezTo>
                    <a:pt x="7623" y="523"/>
                    <a:pt x="8084" y="34"/>
                    <a:pt x="8675"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3"/>
            <p:cNvSpPr/>
            <p:nvPr/>
          </p:nvSpPr>
          <p:spPr>
            <a:xfrm>
              <a:off x="3824761" y="1508357"/>
              <a:ext cx="59008" cy="84424"/>
            </a:xfrm>
            <a:custGeom>
              <a:rect b="b" l="l" r="r" t="t"/>
              <a:pathLst>
                <a:path extrusionOk="0" h="3222" w="2252">
                  <a:moveTo>
                    <a:pt x="1119" y="0"/>
                  </a:moveTo>
                  <a:cubicBezTo>
                    <a:pt x="500" y="5"/>
                    <a:pt x="0" y="504"/>
                    <a:pt x="0" y="1119"/>
                  </a:cubicBezTo>
                  <a:lnTo>
                    <a:pt x="0" y="3221"/>
                  </a:lnTo>
                  <a:lnTo>
                    <a:pt x="1560" y="3221"/>
                  </a:lnTo>
                  <a:cubicBezTo>
                    <a:pt x="1944" y="3221"/>
                    <a:pt x="2252" y="2909"/>
                    <a:pt x="2252" y="2525"/>
                  </a:cubicBezTo>
                  <a:lnTo>
                    <a:pt x="2252" y="1123"/>
                  </a:lnTo>
                  <a:lnTo>
                    <a:pt x="2252" y="1119"/>
                  </a:lnTo>
                  <a:cubicBezTo>
                    <a:pt x="2247" y="504"/>
                    <a:pt x="1748" y="5"/>
                    <a:pt x="1133"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3"/>
            <p:cNvSpPr/>
            <p:nvPr/>
          </p:nvSpPr>
          <p:spPr>
            <a:xfrm>
              <a:off x="3568055" y="1778635"/>
              <a:ext cx="223272" cy="84320"/>
            </a:xfrm>
            <a:custGeom>
              <a:rect b="b" l="l" r="r" t="t"/>
              <a:pathLst>
                <a:path extrusionOk="0" h="3218" w="8521">
                  <a:moveTo>
                    <a:pt x="696" y="1"/>
                  </a:moveTo>
                  <a:cubicBezTo>
                    <a:pt x="312" y="1"/>
                    <a:pt x="0" y="313"/>
                    <a:pt x="0" y="697"/>
                  </a:cubicBezTo>
                  <a:lnTo>
                    <a:pt x="0" y="2103"/>
                  </a:lnTo>
                  <a:cubicBezTo>
                    <a:pt x="0" y="2171"/>
                    <a:pt x="10" y="2243"/>
                    <a:pt x="19" y="2310"/>
                  </a:cubicBezTo>
                  <a:cubicBezTo>
                    <a:pt x="120" y="2838"/>
                    <a:pt x="581" y="3217"/>
                    <a:pt x="1119" y="3217"/>
                  </a:cubicBezTo>
                  <a:lnTo>
                    <a:pt x="8521" y="3217"/>
                  </a:lnTo>
                  <a:lnTo>
                    <a:pt x="8521" y="3212"/>
                  </a:lnTo>
                  <a:cubicBezTo>
                    <a:pt x="8036" y="3150"/>
                    <a:pt x="7647" y="2785"/>
                    <a:pt x="7556" y="2310"/>
                  </a:cubicBezTo>
                  <a:cubicBezTo>
                    <a:pt x="7541" y="2243"/>
                    <a:pt x="7536" y="2171"/>
                    <a:pt x="7536" y="2103"/>
                  </a:cubicBezTo>
                  <a:lnTo>
                    <a:pt x="7536" y="697"/>
                  </a:lnTo>
                  <a:cubicBezTo>
                    <a:pt x="7536" y="313"/>
                    <a:pt x="7224" y="1"/>
                    <a:pt x="684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3"/>
            <p:cNvSpPr/>
            <p:nvPr/>
          </p:nvSpPr>
          <p:spPr>
            <a:xfrm>
              <a:off x="3568553" y="1839137"/>
              <a:ext cx="222774" cy="23818"/>
            </a:xfrm>
            <a:custGeom>
              <a:rect b="b" l="l" r="r" t="t"/>
              <a:pathLst>
                <a:path extrusionOk="0" h="909" w="8502">
                  <a:moveTo>
                    <a:pt x="0" y="1"/>
                  </a:moveTo>
                  <a:cubicBezTo>
                    <a:pt x="101" y="529"/>
                    <a:pt x="562" y="908"/>
                    <a:pt x="1100" y="908"/>
                  </a:cubicBezTo>
                  <a:lnTo>
                    <a:pt x="8502" y="908"/>
                  </a:lnTo>
                  <a:lnTo>
                    <a:pt x="8502" y="903"/>
                  </a:lnTo>
                  <a:cubicBezTo>
                    <a:pt x="8017" y="841"/>
                    <a:pt x="7628" y="476"/>
                    <a:pt x="7537"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3"/>
            <p:cNvSpPr/>
            <p:nvPr/>
          </p:nvSpPr>
          <p:spPr>
            <a:xfrm>
              <a:off x="3562762" y="1504924"/>
              <a:ext cx="267554" cy="363560"/>
            </a:xfrm>
            <a:custGeom>
              <a:rect b="b" l="l" r="r" t="t"/>
              <a:pathLst>
                <a:path extrusionOk="0" h="13875" w="10211">
                  <a:moveTo>
                    <a:pt x="2164" y="1"/>
                  </a:moveTo>
                  <a:cubicBezTo>
                    <a:pt x="2139" y="1"/>
                    <a:pt x="2112" y="6"/>
                    <a:pt x="2084" y="16"/>
                  </a:cubicBezTo>
                  <a:cubicBezTo>
                    <a:pt x="1508" y="232"/>
                    <a:pt x="1124" y="779"/>
                    <a:pt x="1124" y="1398"/>
                  </a:cubicBezTo>
                  <a:lnTo>
                    <a:pt x="1124" y="10240"/>
                  </a:lnTo>
                  <a:lnTo>
                    <a:pt x="207" y="10240"/>
                  </a:lnTo>
                  <a:cubicBezTo>
                    <a:pt x="92" y="10240"/>
                    <a:pt x="0" y="10336"/>
                    <a:pt x="0" y="10447"/>
                  </a:cubicBezTo>
                  <a:lnTo>
                    <a:pt x="0" y="12549"/>
                  </a:lnTo>
                  <a:cubicBezTo>
                    <a:pt x="0" y="13281"/>
                    <a:pt x="591" y="13874"/>
                    <a:pt x="1321" y="13874"/>
                  </a:cubicBezTo>
                  <a:cubicBezTo>
                    <a:pt x="1324" y="13874"/>
                    <a:pt x="1327" y="13874"/>
                    <a:pt x="1330" y="13874"/>
                  </a:cubicBezTo>
                  <a:lnTo>
                    <a:pt x="8843" y="13874"/>
                  </a:lnTo>
                  <a:cubicBezTo>
                    <a:pt x="9601" y="13869"/>
                    <a:pt x="10211" y="13260"/>
                    <a:pt x="10211" y="12501"/>
                  </a:cubicBezTo>
                  <a:lnTo>
                    <a:pt x="10211" y="6117"/>
                  </a:lnTo>
                  <a:cubicBezTo>
                    <a:pt x="10211" y="6007"/>
                    <a:pt x="10115" y="5911"/>
                    <a:pt x="10004" y="5911"/>
                  </a:cubicBezTo>
                  <a:cubicBezTo>
                    <a:pt x="9889" y="5911"/>
                    <a:pt x="9798" y="6002"/>
                    <a:pt x="9798" y="6117"/>
                  </a:cubicBezTo>
                  <a:lnTo>
                    <a:pt x="9798" y="12501"/>
                  </a:lnTo>
                  <a:cubicBezTo>
                    <a:pt x="9793" y="13029"/>
                    <a:pt x="9366" y="13457"/>
                    <a:pt x="8838" y="13457"/>
                  </a:cubicBezTo>
                  <a:cubicBezTo>
                    <a:pt x="8795" y="13457"/>
                    <a:pt x="8747" y="13452"/>
                    <a:pt x="8747" y="13452"/>
                  </a:cubicBezTo>
                  <a:cubicBezTo>
                    <a:pt x="8291" y="13394"/>
                    <a:pt x="7945" y="13005"/>
                    <a:pt x="7945" y="12549"/>
                  </a:cubicBezTo>
                  <a:lnTo>
                    <a:pt x="7945" y="11901"/>
                  </a:lnTo>
                  <a:cubicBezTo>
                    <a:pt x="7945" y="11762"/>
                    <a:pt x="7842" y="11693"/>
                    <a:pt x="7738" y="11693"/>
                  </a:cubicBezTo>
                  <a:cubicBezTo>
                    <a:pt x="7635" y="11693"/>
                    <a:pt x="7532" y="11762"/>
                    <a:pt x="7532" y="11901"/>
                  </a:cubicBezTo>
                  <a:lnTo>
                    <a:pt x="7532" y="12549"/>
                  </a:lnTo>
                  <a:cubicBezTo>
                    <a:pt x="7532" y="12885"/>
                    <a:pt x="7662" y="13212"/>
                    <a:pt x="7897" y="13457"/>
                  </a:cubicBezTo>
                  <a:cubicBezTo>
                    <a:pt x="4580" y="13457"/>
                    <a:pt x="2914" y="13460"/>
                    <a:pt x="2066" y="13460"/>
                  </a:cubicBezTo>
                  <a:cubicBezTo>
                    <a:pt x="1077" y="13460"/>
                    <a:pt x="1202" y="13456"/>
                    <a:pt x="1119" y="13437"/>
                  </a:cubicBezTo>
                  <a:cubicBezTo>
                    <a:pt x="706" y="13341"/>
                    <a:pt x="413" y="12972"/>
                    <a:pt x="408" y="12549"/>
                  </a:cubicBezTo>
                  <a:lnTo>
                    <a:pt x="408" y="10658"/>
                  </a:lnTo>
                  <a:lnTo>
                    <a:pt x="7532" y="10658"/>
                  </a:lnTo>
                  <a:lnTo>
                    <a:pt x="7532" y="11071"/>
                  </a:lnTo>
                  <a:cubicBezTo>
                    <a:pt x="7532" y="11208"/>
                    <a:pt x="7635" y="11276"/>
                    <a:pt x="7738" y="11276"/>
                  </a:cubicBezTo>
                  <a:cubicBezTo>
                    <a:pt x="7842" y="11276"/>
                    <a:pt x="7945" y="11208"/>
                    <a:pt x="7945" y="11071"/>
                  </a:cubicBezTo>
                  <a:lnTo>
                    <a:pt x="7945" y="10452"/>
                  </a:lnTo>
                  <a:cubicBezTo>
                    <a:pt x="7945" y="10336"/>
                    <a:pt x="7854" y="10240"/>
                    <a:pt x="7738" y="10240"/>
                  </a:cubicBezTo>
                  <a:lnTo>
                    <a:pt x="1537" y="10240"/>
                  </a:lnTo>
                  <a:lnTo>
                    <a:pt x="1537" y="1394"/>
                  </a:lnTo>
                  <a:cubicBezTo>
                    <a:pt x="1537" y="952"/>
                    <a:pt x="1815" y="558"/>
                    <a:pt x="2228" y="405"/>
                  </a:cubicBezTo>
                  <a:cubicBezTo>
                    <a:pt x="2459" y="319"/>
                    <a:pt x="2369" y="1"/>
                    <a:pt x="21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3"/>
            <p:cNvSpPr/>
            <p:nvPr/>
          </p:nvSpPr>
          <p:spPr>
            <a:xfrm>
              <a:off x="3633456" y="1502933"/>
              <a:ext cx="255841" cy="146027"/>
            </a:xfrm>
            <a:custGeom>
              <a:rect b="b" l="l" r="r" t="t"/>
              <a:pathLst>
                <a:path extrusionOk="0" h="5573" w="9764">
                  <a:moveTo>
                    <a:pt x="8411" y="418"/>
                  </a:moveTo>
                  <a:cubicBezTo>
                    <a:pt x="8414" y="418"/>
                    <a:pt x="8417" y="418"/>
                    <a:pt x="8420" y="418"/>
                  </a:cubicBezTo>
                  <a:lnTo>
                    <a:pt x="8434" y="418"/>
                  </a:lnTo>
                  <a:cubicBezTo>
                    <a:pt x="8938" y="418"/>
                    <a:pt x="9346" y="826"/>
                    <a:pt x="9346" y="1326"/>
                  </a:cubicBezTo>
                  <a:lnTo>
                    <a:pt x="9346" y="3217"/>
                  </a:lnTo>
                  <a:lnTo>
                    <a:pt x="7513" y="3217"/>
                  </a:lnTo>
                  <a:lnTo>
                    <a:pt x="7513" y="1748"/>
                  </a:lnTo>
                  <a:lnTo>
                    <a:pt x="7513" y="1326"/>
                  </a:lnTo>
                  <a:cubicBezTo>
                    <a:pt x="7508" y="825"/>
                    <a:pt x="7911" y="418"/>
                    <a:pt x="8411" y="418"/>
                  </a:cubicBezTo>
                  <a:close/>
                  <a:moveTo>
                    <a:pt x="274" y="1"/>
                  </a:moveTo>
                  <a:cubicBezTo>
                    <a:pt x="0" y="1"/>
                    <a:pt x="0" y="418"/>
                    <a:pt x="274" y="418"/>
                  </a:cubicBezTo>
                  <a:lnTo>
                    <a:pt x="7460" y="418"/>
                  </a:lnTo>
                  <a:cubicBezTo>
                    <a:pt x="7345" y="538"/>
                    <a:pt x="7253" y="682"/>
                    <a:pt x="7191" y="841"/>
                  </a:cubicBezTo>
                  <a:cubicBezTo>
                    <a:pt x="7129" y="994"/>
                    <a:pt x="7100" y="1162"/>
                    <a:pt x="7100" y="1326"/>
                  </a:cubicBezTo>
                  <a:lnTo>
                    <a:pt x="7100" y="1748"/>
                  </a:lnTo>
                  <a:lnTo>
                    <a:pt x="7100" y="5367"/>
                  </a:lnTo>
                  <a:cubicBezTo>
                    <a:pt x="7100" y="5504"/>
                    <a:pt x="7203" y="5573"/>
                    <a:pt x="7306" y="5573"/>
                  </a:cubicBezTo>
                  <a:cubicBezTo>
                    <a:pt x="7409" y="5573"/>
                    <a:pt x="7513" y="5504"/>
                    <a:pt x="7513" y="5367"/>
                  </a:cubicBezTo>
                  <a:lnTo>
                    <a:pt x="7513" y="3635"/>
                  </a:lnTo>
                  <a:lnTo>
                    <a:pt x="9553" y="3635"/>
                  </a:lnTo>
                  <a:cubicBezTo>
                    <a:pt x="9668" y="3635"/>
                    <a:pt x="9764" y="3539"/>
                    <a:pt x="9764" y="3428"/>
                  </a:cubicBezTo>
                  <a:lnTo>
                    <a:pt x="9764" y="1326"/>
                  </a:lnTo>
                  <a:cubicBezTo>
                    <a:pt x="9759" y="596"/>
                    <a:pt x="9169" y="6"/>
                    <a:pt x="84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3"/>
            <p:cNvSpPr/>
            <p:nvPr/>
          </p:nvSpPr>
          <p:spPr>
            <a:xfrm>
              <a:off x="3636967" y="1599043"/>
              <a:ext cx="148070" cy="10953"/>
            </a:xfrm>
            <a:custGeom>
              <a:rect b="b" l="l" r="r" t="t"/>
              <a:pathLst>
                <a:path extrusionOk="0" h="418" w="5651">
                  <a:moveTo>
                    <a:pt x="279" y="0"/>
                  </a:moveTo>
                  <a:cubicBezTo>
                    <a:pt x="1" y="0"/>
                    <a:pt x="1" y="418"/>
                    <a:pt x="279" y="418"/>
                  </a:cubicBezTo>
                  <a:lnTo>
                    <a:pt x="5372" y="418"/>
                  </a:lnTo>
                  <a:cubicBezTo>
                    <a:pt x="5651" y="418"/>
                    <a:pt x="5651" y="0"/>
                    <a:pt x="53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3"/>
            <p:cNvSpPr/>
            <p:nvPr/>
          </p:nvSpPr>
          <p:spPr>
            <a:xfrm>
              <a:off x="3637098" y="1643561"/>
              <a:ext cx="147939" cy="10848"/>
            </a:xfrm>
            <a:custGeom>
              <a:rect b="b" l="l" r="r" t="t"/>
              <a:pathLst>
                <a:path extrusionOk="0" h="414"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3"/>
            <p:cNvSpPr/>
            <p:nvPr/>
          </p:nvSpPr>
          <p:spPr>
            <a:xfrm>
              <a:off x="3637098" y="1688080"/>
              <a:ext cx="147939" cy="10848"/>
            </a:xfrm>
            <a:custGeom>
              <a:rect b="b" l="l" r="r" t="t"/>
              <a:pathLst>
                <a:path extrusionOk="0" h="414" w="5646">
                  <a:moveTo>
                    <a:pt x="274" y="1"/>
                  </a:moveTo>
                  <a:cubicBezTo>
                    <a:pt x="0" y="1"/>
                    <a:pt x="0" y="414"/>
                    <a:pt x="274" y="414"/>
                  </a:cubicBezTo>
                  <a:lnTo>
                    <a:pt x="5367" y="414"/>
                  </a:lnTo>
                  <a:cubicBezTo>
                    <a:pt x="5646" y="414"/>
                    <a:pt x="5646" y="1"/>
                    <a:pt x="5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3"/>
            <p:cNvSpPr/>
            <p:nvPr/>
          </p:nvSpPr>
          <p:spPr>
            <a:xfrm>
              <a:off x="3637098" y="1732624"/>
              <a:ext cx="147939" cy="10822"/>
            </a:xfrm>
            <a:custGeom>
              <a:rect b="b" l="l" r="r" t="t"/>
              <a:pathLst>
                <a:path extrusionOk="0" h="413"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1" name="Google Shape;14451;p83"/>
          <p:cNvGrpSpPr/>
          <p:nvPr/>
        </p:nvGrpSpPr>
        <p:grpSpPr>
          <a:xfrm>
            <a:off x="1302508" y="1502933"/>
            <a:ext cx="364162" cy="365551"/>
            <a:chOff x="1302508" y="1502933"/>
            <a:chExt cx="364162" cy="365551"/>
          </a:xfrm>
        </p:grpSpPr>
        <p:sp>
          <p:nvSpPr>
            <p:cNvPr id="14452" name="Google Shape;14452;p83"/>
            <p:cNvSpPr/>
            <p:nvPr/>
          </p:nvSpPr>
          <p:spPr>
            <a:xfrm>
              <a:off x="1457339" y="1716640"/>
              <a:ext cx="55366" cy="127947"/>
            </a:xfrm>
            <a:custGeom>
              <a:rect b="b" l="l" r="r" t="t"/>
              <a:pathLst>
                <a:path extrusionOk="0" h="4883" w="2113">
                  <a:moveTo>
                    <a:pt x="1" y="0"/>
                  </a:moveTo>
                  <a:lnTo>
                    <a:pt x="1" y="4882"/>
                  </a:lnTo>
                  <a:lnTo>
                    <a:pt x="2113" y="4882"/>
                  </a:lnTo>
                  <a:lnTo>
                    <a:pt x="211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83"/>
            <p:cNvSpPr/>
            <p:nvPr/>
          </p:nvSpPr>
          <p:spPr>
            <a:xfrm>
              <a:off x="1483384" y="1756756"/>
              <a:ext cx="29452" cy="87831"/>
            </a:xfrm>
            <a:custGeom>
              <a:rect b="b" l="l" r="r" t="t"/>
              <a:pathLst>
                <a:path extrusionOk="0" h="3352" w="1124">
                  <a:moveTo>
                    <a:pt x="573" y="1"/>
                  </a:moveTo>
                  <a:cubicBezTo>
                    <a:pt x="255" y="1"/>
                    <a:pt x="1" y="258"/>
                    <a:pt x="1" y="577"/>
                  </a:cubicBezTo>
                  <a:lnTo>
                    <a:pt x="1" y="3351"/>
                  </a:lnTo>
                  <a:lnTo>
                    <a:pt x="1124" y="3351"/>
                  </a:lnTo>
                  <a:lnTo>
                    <a:pt x="1124" y="1"/>
                  </a:lnTo>
                  <a:lnTo>
                    <a:pt x="581" y="1"/>
                  </a:lnTo>
                  <a:cubicBezTo>
                    <a:pt x="578" y="1"/>
                    <a:pt x="575" y="1"/>
                    <a:pt x="57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83"/>
            <p:cNvSpPr/>
            <p:nvPr/>
          </p:nvSpPr>
          <p:spPr>
            <a:xfrm>
              <a:off x="1399981" y="1828315"/>
              <a:ext cx="170211" cy="34745"/>
            </a:xfrm>
            <a:custGeom>
              <a:rect b="b" l="l" r="r" t="t"/>
              <a:pathLst>
                <a:path extrusionOk="0" h="1326" w="6496">
                  <a:moveTo>
                    <a:pt x="620" y="1"/>
                  </a:moveTo>
                  <a:cubicBezTo>
                    <a:pt x="279" y="1"/>
                    <a:pt x="1" y="279"/>
                    <a:pt x="1" y="620"/>
                  </a:cubicBezTo>
                  <a:lnTo>
                    <a:pt x="1" y="702"/>
                  </a:lnTo>
                  <a:cubicBezTo>
                    <a:pt x="1" y="1043"/>
                    <a:pt x="279" y="1326"/>
                    <a:pt x="620" y="1326"/>
                  </a:cubicBezTo>
                  <a:lnTo>
                    <a:pt x="5872" y="1326"/>
                  </a:lnTo>
                  <a:cubicBezTo>
                    <a:pt x="6217" y="1326"/>
                    <a:pt x="6496" y="1047"/>
                    <a:pt x="6496" y="702"/>
                  </a:cubicBezTo>
                  <a:lnTo>
                    <a:pt x="6496" y="625"/>
                  </a:lnTo>
                  <a:cubicBezTo>
                    <a:pt x="6496" y="279"/>
                    <a:pt x="6217" y="1"/>
                    <a:pt x="587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3"/>
            <p:cNvSpPr/>
            <p:nvPr/>
          </p:nvSpPr>
          <p:spPr>
            <a:xfrm>
              <a:off x="1422751" y="1846683"/>
              <a:ext cx="147441" cy="16377"/>
            </a:xfrm>
            <a:custGeom>
              <a:rect b="b" l="l" r="r" t="t"/>
              <a:pathLst>
                <a:path extrusionOk="0" h="625" w="5627">
                  <a:moveTo>
                    <a:pt x="625" y="1"/>
                  </a:moveTo>
                  <a:cubicBezTo>
                    <a:pt x="279" y="1"/>
                    <a:pt x="1" y="279"/>
                    <a:pt x="1" y="625"/>
                  </a:cubicBezTo>
                  <a:lnTo>
                    <a:pt x="5003" y="625"/>
                  </a:lnTo>
                  <a:cubicBezTo>
                    <a:pt x="5348" y="625"/>
                    <a:pt x="5627" y="346"/>
                    <a:pt x="5627"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3"/>
            <p:cNvSpPr/>
            <p:nvPr/>
          </p:nvSpPr>
          <p:spPr>
            <a:xfrm>
              <a:off x="1308797" y="1508461"/>
              <a:ext cx="352476" cy="224424"/>
            </a:xfrm>
            <a:custGeom>
              <a:rect b="b" l="l" r="r" t="t"/>
              <a:pathLst>
                <a:path extrusionOk="0" h="8565" w="13452">
                  <a:moveTo>
                    <a:pt x="1360" y="1"/>
                  </a:moveTo>
                  <a:cubicBezTo>
                    <a:pt x="610" y="1"/>
                    <a:pt x="1" y="614"/>
                    <a:pt x="1" y="1364"/>
                  </a:cubicBezTo>
                  <a:lnTo>
                    <a:pt x="1" y="7201"/>
                  </a:lnTo>
                  <a:cubicBezTo>
                    <a:pt x="1" y="7955"/>
                    <a:pt x="615" y="8565"/>
                    <a:pt x="1369" y="8565"/>
                  </a:cubicBezTo>
                  <a:lnTo>
                    <a:pt x="12088" y="8565"/>
                  </a:lnTo>
                  <a:cubicBezTo>
                    <a:pt x="12841" y="8565"/>
                    <a:pt x="13451" y="7955"/>
                    <a:pt x="13451" y="7201"/>
                  </a:cubicBezTo>
                  <a:lnTo>
                    <a:pt x="13451" y="1364"/>
                  </a:lnTo>
                  <a:cubicBezTo>
                    <a:pt x="13451" y="614"/>
                    <a:pt x="12846" y="1"/>
                    <a:pt x="12097" y="1"/>
                  </a:cubicBezTo>
                  <a:cubicBezTo>
                    <a:pt x="12094" y="1"/>
                    <a:pt x="12091" y="1"/>
                    <a:pt x="12088" y="1"/>
                  </a:cubicBezTo>
                  <a:lnTo>
                    <a:pt x="1369" y="1"/>
                  </a:lnTo>
                  <a:cubicBezTo>
                    <a:pt x="1366" y="1"/>
                    <a:pt x="1363" y="1"/>
                    <a:pt x="1360"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3"/>
            <p:cNvSpPr/>
            <p:nvPr/>
          </p:nvSpPr>
          <p:spPr>
            <a:xfrm>
              <a:off x="1330047" y="1527851"/>
              <a:ext cx="310080" cy="182893"/>
            </a:xfrm>
            <a:custGeom>
              <a:rect b="b" l="l" r="r" t="t"/>
              <a:pathLst>
                <a:path extrusionOk="0" h="6980" w="11834">
                  <a:moveTo>
                    <a:pt x="860" y="0"/>
                  </a:moveTo>
                  <a:cubicBezTo>
                    <a:pt x="385" y="0"/>
                    <a:pt x="1" y="384"/>
                    <a:pt x="1" y="864"/>
                  </a:cubicBezTo>
                  <a:lnTo>
                    <a:pt x="1" y="6116"/>
                  </a:lnTo>
                  <a:cubicBezTo>
                    <a:pt x="1" y="6596"/>
                    <a:pt x="385" y="6980"/>
                    <a:pt x="860" y="6980"/>
                  </a:cubicBezTo>
                  <a:lnTo>
                    <a:pt x="10970" y="6980"/>
                  </a:lnTo>
                  <a:cubicBezTo>
                    <a:pt x="11411" y="6980"/>
                    <a:pt x="11781" y="6649"/>
                    <a:pt x="11829" y="6212"/>
                  </a:cubicBezTo>
                  <a:cubicBezTo>
                    <a:pt x="11834" y="6178"/>
                    <a:pt x="11834" y="6149"/>
                    <a:pt x="11834" y="6116"/>
                  </a:cubicBezTo>
                  <a:lnTo>
                    <a:pt x="11834" y="864"/>
                  </a:lnTo>
                  <a:cubicBezTo>
                    <a:pt x="11834" y="384"/>
                    <a:pt x="11450" y="0"/>
                    <a:pt x="10974"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3"/>
            <p:cNvSpPr/>
            <p:nvPr/>
          </p:nvSpPr>
          <p:spPr>
            <a:xfrm>
              <a:off x="1352948" y="1527851"/>
              <a:ext cx="287179" cy="162770"/>
            </a:xfrm>
            <a:custGeom>
              <a:rect b="b" l="l" r="r" t="t"/>
              <a:pathLst>
                <a:path extrusionOk="0" h="6212" w="10960">
                  <a:moveTo>
                    <a:pt x="5" y="0"/>
                  </a:moveTo>
                  <a:cubicBezTo>
                    <a:pt x="5" y="34"/>
                    <a:pt x="1" y="63"/>
                    <a:pt x="1" y="96"/>
                  </a:cubicBezTo>
                  <a:lnTo>
                    <a:pt x="1" y="5348"/>
                  </a:lnTo>
                  <a:cubicBezTo>
                    <a:pt x="1" y="5828"/>
                    <a:pt x="389" y="6212"/>
                    <a:pt x="865" y="6212"/>
                  </a:cubicBezTo>
                  <a:lnTo>
                    <a:pt x="10955" y="6212"/>
                  </a:lnTo>
                  <a:cubicBezTo>
                    <a:pt x="10960" y="6178"/>
                    <a:pt x="10960" y="6149"/>
                    <a:pt x="10960" y="6116"/>
                  </a:cubicBezTo>
                  <a:lnTo>
                    <a:pt x="10960" y="864"/>
                  </a:lnTo>
                  <a:cubicBezTo>
                    <a:pt x="10960" y="384"/>
                    <a:pt x="10576" y="0"/>
                    <a:pt x="10100"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3"/>
            <p:cNvSpPr/>
            <p:nvPr/>
          </p:nvSpPr>
          <p:spPr>
            <a:xfrm>
              <a:off x="1471566" y="1548106"/>
              <a:ext cx="88826" cy="72974"/>
            </a:xfrm>
            <a:custGeom>
              <a:rect b="b" l="l" r="r" t="t"/>
              <a:pathLst>
                <a:path extrusionOk="0" h="2785" w="3390">
                  <a:moveTo>
                    <a:pt x="202" y="0"/>
                  </a:moveTo>
                  <a:cubicBezTo>
                    <a:pt x="91" y="0"/>
                    <a:pt x="0" y="91"/>
                    <a:pt x="0" y="202"/>
                  </a:cubicBezTo>
                  <a:lnTo>
                    <a:pt x="0" y="2583"/>
                  </a:lnTo>
                  <a:cubicBezTo>
                    <a:pt x="0" y="2693"/>
                    <a:pt x="91" y="2784"/>
                    <a:pt x="202" y="2784"/>
                  </a:cubicBezTo>
                  <a:lnTo>
                    <a:pt x="3192" y="2784"/>
                  </a:lnTo>
                  <a:cubicBezTo>
                    <a:pt x="3303" y="2784"/>
                    <a:pt x="3389" y="2693"/>
                    <a:pt x="3389" y="2583"/>
                  </a:cubicBezTo>
                  <a:lnTo>
                    <a:pt x="3389" y="202"/>
                  </a:lnTo>
                  <a:cubicBezTo>
                    <a:pt x="3389" y="91"/>
                    <a:pt x="3298" y="0"/>
                    <a:pt x="31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3"/>
            <p:cNvSpPr/>
            <p:nvPr/>
          </p:nvSpPr>
          <p:spPr>
            <a:xfrm>
              <a:off x="1564664" y="1624329"/>
              <a:ext cx="58877" cy="56571"/>
            </a:xfrm>
            <a:custGeom>
              <a:rect b="b" l="l" r="r" t="t"/>
              <a:pathLst>
                <a:path extrusionOk="0" h="2159" w="2247">
                  <a:moveTo>
                    <a:pt x="240" y="0"/>
                  </a:moveTo>
                  <a:cubicBezTo>
                    <a:pt x="104" y="0"/>
                    <a:pt x="1" y="131"/>
                    <a:pt x="43" y="269"/>
                  </a:cubicBezTo>
                  <a:lnTo>
                    <a:pt x="552" y="2007"/>
                  </a:lnTo>
                  <a:cubicBezTo>
                    <a:pt x="580" y="2109"/>
                    <a:pt x="666" y="2159"/>
                    <a:pt x="752" y="2159"/>
                  </a:cubicBezTo>
                  <a:cubicBezTo>
                    <a:pt x="840" y="2159"/>
                    <a:pt x="928" y="2106"/>
                    <a:pt x="955" y="2002"/>
                  </a:cubicBezTo>
                  <a:lnTo>
                    <a:pt x="1142" y="1262"/>
                  </a:lnTo>
                  <a:cubicBezTo>
                    <a:pt x="1161" y="1186"/>
                    <a:pt x="1219" y="1128"/>
                    <a:pt x="1296" y="1114"/>
                  </a:cubicBezTo>
                  <a:lnTo>
                    <a:pt x="2030" y="922"/>
                  </a:lnTo>
                  <a:cubicBezTo>
                    <a:pt x="2241" y="874"/>
                    <a:pt x="2246" y="576"/>
                    <a:pt x="2040" y="518"/>
                  </a:cubicBezTo>
                  <a:lnTo>
                    <a:pt x="302" y="10"/>
                  </a:lnTo>
                  <a:cubicBezTo>
                    <a:pt x="281" y="3"/>
                    <a:pt x="260" y="0"/>
                    <a:pt x="24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3"/>
            <p:cNvSpPr/>
            <p:nvPr/>
          </p:nvSpPr>
          <p:spPr>
            <a:xfrm>
              <a:off x="1352712" y="1549232"/>
              <a:ext cx="118881" cy="140550"/>
            </a:xfrm>
            <a:custGeom>
              <a:rect b="b" l="l" r="r" t="t"/>
              <a:pathLst>
                <a:path extrusionOk="0" h="5364" w="4537">
                  <a:moveTo>
                    <a:pt x="2290" y="1804"/>
                  </a:moveTo>
                  <a:cubicBezTo>
                    <a:pt x="2320" y="1804"/>
                    <a:pt x="2350" y="1822"/>
                    <a:pt x="2362" y="1858"/>
                  </a:cubicBezTo>
                  <a:lnTo>
                    <a:pt x="2755" y="3140"/>
                  </a:lnTo>
                  <a:cubicBezTo>
                    <a:pt x="2770" y="3188"/>
                    <a:pt x="2731" y="3240"/>
                    <a:pt x="2683" y="3240"/>
                  </a:cubicBezTo>
                  <a:lnTo>
                    <a:pt x="1896" y="3240"/>
                  </a:lnTo>
                  <a:cubicBezTo>
                    <a:pt x="1843" y="3240"/>
                    <a:pt x="1810" y="3188"/>
                    <a:pt x="1824" y="3140"/>
                  </a:cubicBezTo>
                  <a:lnTo>
                    <a:pt x="2218" y="1858"/>
                  </a:lnTo>
                  <a:cubicBezTo>
                    <a:pt x="2230" y="1822"/>
                    <a:pt x="2260" y="1804"/>
                    <a:pt x="2290" y="1804"/>
                  </a:cubicBezTo>
                  <a:close/>
                  <a:moveTo>
                    <a:pt x="2122" y="0"/>
                  </a:moveTo>
                  <a:cubicBezTo>
                    <a:pt x="1781" y="0"/>
                    <a:pt x="1483" y="216"/>
                    <a:pt x="1383" y="538"/>
                  </a:cubicBezTo>
                  <a:lnTo>
                    <a:pt x="120" y="4460"/>
                  </a:lnTo>
                  <a:cubicBezTo>
                    <a:pt x="0" y="4820"/>
                    <a:pt x="197" y="5213"/>
                    <a:pt x="562" y="5329"/>
                  </a:cubicBezTo>
                  <a:cubicBezTo>
                    <a:pt x="634" y="5352"/>
                    <a:pt x="708" y="5364"/>
                    <a:pt x="780" y="5364"/>
                  </a:cubicBezTo>
                  <a:cubicBezTo>
                    <a:pt x="1070" y="5364"/>
                    <a:pt x="1339" y="5179"/>
                    <a:pt x="1435" y="4887"/>
                  </a:cubicBezTo>
                  <a:lnTo>
                    <a:pt x="1551" y="4541"/>
                  </a:lnTo>
                  <a:cubicBezTo>
                    <a:pt x="1637" y="4282"/>
                    <a:pt x="1877" y="4104"/>
                    <a:pt x="2155" y="4104"/>
                  </a:cubicBezTo>
                  <a:lnTo>
                    <a:pt x="2381" y="4104"/>
                  </a:lnTo>
                  <a:cubicBezTo>
                    <a:pt x="2655" y="4104"/>
                    <a:pt x="2899" y="4282"/>
                    <a:pt x="2986" y="4541"/>
                  </a:cubicBezTo>
                  <a:lnTo>
                    <a:pt x="3101" y="4887"/>
                  </a:lnTo>
                  <a:cubicBezTo>
                    <a:pt x="3193" y="5179"/>
                    <a:pt x="3464" y="5364"/>
                    <a:pt x="3756" y="5364"/>
                  </a:cubicBezTo>
                  <a:cubicBezTo>
                    <a:pt x="3829" y="5364"/>
                    <a:pt x="3902" y="5352"/>
                    <a:pt x="3975" y="5329"/>
                  </a:cubicBezTo>
                  <a:cubicBezTo>
                    <a:pt x="4335" y="5213"/>
                    <a:pt x="4536" y="4820"/>
                    <a:pt x="4416" y="4460"/>
                  </a:cubicBezTo>
                  <a:lnTo>
                    <a:pt x="3154" y="538"/>
                  </a:lnTo>
                  <a:cubicBezTo>
                    <a:pt x="3048" y="216"/>
                    <a:pt x="2751" y="0"/>
                    <a:pt x="241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3"/>
            <p:cNvSpPr/>
            <p:nvPr/>
          </p:nvSpPr>
          <p:spPr>
            <a:xfrm>
              <a:off x="1302508" y="1502933"/>
              <a:ext cx="137878" cy="208415"/>
            </a:xfrm>
            <a:custGeom>
              <a:rect b="b" l="l" r="r" t="t"/>
              <a:pathLst>
                <a:path extrusionOk="0" h="7954" w="5262">
                  <a:moveTo>
                    <a:pt x="1609" y="1"/>
                  </a:moveTo>
                  <a:cubicBezTo>
                    <a:pt x="740" y="6"/>
                    <a:pt x="34" y="706"/>
                    <a:pt x="34" y="1575"/>
                  </a:cubicBezTo>
                  <a:cubicBezTo>
                    <a:pt x="54" y="7801"/>
                    <a:pt x="1" y="7460"/>
                    <a:pt x="82" y="7796"/>
                  </a:cubicBezTo>
                  <a:cubicBezTo>
                    <a:pt x="110" y="7906"/>
                    <a:pt x="193" y="7953"/>
                    <a:pt x="277" y="7953"/>
                  </a:cubicBezTo>
                  <a:cubicBezTo>
                    <a:pt x="400" y="7953"/>
                    <a:pt x="525" y="7852"/>
                    <a:pt x="486" y="7696"/>
                  </a:cubicBezTo>
                  <a:cubicBezTo>
                    <a:pt x="418" y="7441"/>
                    <a:pt x="466" y="7648"/>
                    <a:pt x="452" y="1575"/>
                  </a:cubicBezTo>
                  <a:cubicBezTo>
                    <a:pt x="452" y="937"/>
                    <a:pt x="970" y="418"/>
                    <a:pt x="1609" y="418"/>
                  </a:cubicBezTo>
                  <a:lnTo>
                    <a:pt x="4988" y="418"/>
                  </a:lnTo>
                  <a:cubicBezTo>
                    <a:pt x="5262" y="418"/>
                    <a:pt x="5262" y="1"/>
                    <a:pt x="49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3"/>
            <p:cNvSpPr/>
            <p:nvPr/>
          </p:nvSpPr>
          <p:spPr>
            <a:xfrm>
              <a:off x="1447670" y="1502933"/>
              <a:ext cx="219000" cy="126401"/>
            </a:xfrm>
            <a:custGeom>
              <a:rect b="b" l="l" r="r" t="t"/>
              <a:pathLst>
                <a:path extrusionOk="0" h="4824" w="8358">
                  <a:moveTo>
                    <a:pt x="274" y="1"/>
                  </a:moveTo>
                  <a:cubicBezTo>
                    <a:pt x="0" y="1"/>
                    <a:pt x="0" y="418"/>
                    <a:pt x="274" y="418"/>
                  </a:cubicBezTo>
                  <a:lnTo>
                    <a:pt x="6788" y="418"/>
                  </a:lnTo>
                  <a:cubicBezTo>
                    <a:pt x="7426" y="418"/>
                    <a:pt x="7945" y="937"/>
                    <a:pt x="7945" y="1575"/>
                  </a:cubicBezTo>
                  <a:lnTo>
                    <a:pt x="7945" y="4619"/>
                  </a:lnTo>
                  <a:cubicBezTo>
                    <a:pt x="7945" y="4755"/>
                    <a:pt x="8048" y="4824"/>
                    <a:pt x="8151" y="4824"/>
                  </a:cubicBezTo>
                  <a:cubicBezTo>
                    <a:pt x="8254" y="4824"/>
                    <a:pt x="8357" y="4755"/>
                    <a:pt x="8357" y="4619"/>
                  </a:cubicBezTo>
                  <a:lnTo>
                    <a:pt x="8357" y="1575"/>
                  </a:lnTo>
                  <a:cubicBezTo>
                    <a:pt x="8357" y="706"/>
                    <a:pt x="7657" y="6"/>
                    <a:pt x="67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3"/>
            <p:cNvSpPr/>
            <p:nvPr/>
          </p:nvSpPr>
          <p:spPr>
            <a:xfrm>
              <a:off x="1313539" y="1640155"/>
              <a:ext cx="353131" cy="228329"/>
            </a:xfrm>
            <a:custGeom>
              <a:rect b="b" l="l" r="r" t="t"/>
              <a:pathLst>
                <a:path extrusionOk="0" h="8714" w="13477">
                  <a:moveTo>
                    <a:pt x="7395" y="3750"/>
                  </a:moveTo>
                  <a:lnTo>
                    <a:pt x="7395" y="6976"/>
                  </a:lnTo>
                  <a:lnTo>
                    <a:pt x="5700" y="6976"/>
                  </a:lnTo>
                  <a:lnTo>
                    <a:pt x="5700" y="3750"/>
                  </a:lnTo>
                  <a:close/>
                  <a:moveTo>
                    <a:pt x="9171" y="7388"/>
                  </a:moveTo>
                  <a:cubicBezTo>
                    <a:pt x="9401" y="7393"/>
                    <a:pt x="9588" y="7576"/>
                    <a:pt x="9588" y="7806"/>
                  </a:cubicBezTo>
                  <a:lnTo>
                    <a:pt x="9588" y="7883"/>
                  </a:lnTo>
                  <a:cubicBezTo>
                    <a:pt x="9588" y="8113"/>
                    <a:pt x="9401" y="8296"/>
                    <a:pt x="9171" y="8300"/>
                  </a:cubicBezTo>
                  <a:lnTo>
                    <a:pt x="3924" y="8300"/>
                  </a:lnTo>
                  <a:cubicBezTo>
                    <a:pt x="3694" y="8296"/>
                    <a:pt x="3506" y="8113"/>
                    <a:pt x="3506" y="7883"/>
                  </a:cubicBezTo>
                  <a:lnTo>
                    <a:pt x="3506" y="7806"/>
                  </a:lnTo>
                  <a:cubicBezTo>
                    <a:pt x="3506" y="7576"/>
                    <a:pt x="3694" y="7393"/>
                    <a:pt x="3924" y="7388"/>
                  </a:cubicBezTo>
                  <a:close/>
                  <a:moveTo>
                    <a:pt x="13270" y="1"/>
                  </a:moveTo>
                  <a:cubicBezTo>
                    <a:pt x="13155" y="1"/>
                    <a:pt x="13064" y="92"/>
                    <a:pt x="13064" y="207"/>
                  </a:cubicBezTo>
                  <a:lnTo>
                    <a:pt x="13064" y="2175"/>
                  </a:lnTo>
                  <a:cubicBezTo>
                    <a:pt x="13064" y="2814"/>
                    <a:pt x="12545" y="3332"/>
                    <a:pt x="11907" y="3332"/>
                  </a:cubicBezTo>
                  <a:lnTo>
                    <a:pt x="1188" y="3332"/>
                  </a:lnTo>
                  <a:cubicBezTo>
                    <a:pt x="909" y="3332"/>
                    <a:pt x="636" y="3231"/>
                    <a:pt x="425" y="3049"/>
                  </a:cubicBezTo>
                  <a:cubicBezTo>
                    <a:pt x="381" y="3013"/>
                    <a:pt x="336" y="2997"/>
                    <a:pt x="293" y="2997"/>
                  </a:cubicBezTo>
                  <a:cubicBezTo>
                    <a:pt x="130" y="2997"/>
                    <a:pt x="0" y="3217"/>
                    <a:pt x="156" y="3361"/>
                  </a:cubicBezTo>
                  <a:cubicBezTo>
                    <a:pt x="439" y="3611"/>
                    <a:pt x="809" y="3745"/>
                    <a:pt x="1188" y="3750"/>
                  </a:cubicBezTo>
                  <a:lnTo>
                    <a:pt x="5282" y="3750"/>
                  </a:lnTo>
                  <a:lnTo>
                    <a:pt x="5282" y="6976"/>
                  </a:lnTo>
                  <a:lnTo>
                    <a:pt x="3919" y="6976"/>
                  </a:lnTo>
                  <a:cubicBezTo>
                    <a:pt x="3463" y="6976"/>
                    <a:pt x="3094" y="7345"/>
                    <a:pt x="3094" y="7806"/>
                  </a:cubicBezTo>
                  <a:lnTo>
                    <a:pt x="3094" y="7883"/>
                  </a:lnTo>
                  <a:cubicBezTo>
                    <a:pt x="3094" y="8339"/>
                    <a:pt x="3463" y="8713"/>
                    <a:pt x="3924" y="8713"/>
                  </a:cubicBezTo>
                  <a:lnTo>
                    <a:pt x="9171" y="8713"/>
                  </a:lnTo>
                  <a:cubicBezTo>
                    <a:pt x="9631" y="8713"/>
                    <a:pt x="10001" y="8339"/>
                    <a:pt x="10006" y="7883"/>
                  </a:cubicBezTo>
                  <a:lnTo>
                    <a:pt x="10006" y="7806"/>
                  </a:lnTo>
                  <a:cubicBezTo>
                    <a:pt x="10001" y="7345"/>
                    <a:pt x="9631" y="6976"/>
                    <a:pt x="9175" y="6976"/>
                  </a:cubicBezTo>
                  <a:lnTo>
                    <a:pt x="7807" y="6976"/>
                  </a:lnTo>
                  <a:lnTo>
                    <a:pt x="7807" y="3750"/>
                  </a:lnTo>
                  <a:lnTo>
                    <a:pt x="11907" y="3750"/>
                  </a:lnTo>
                  <a:cubicBezTo>
                    <a:pt x="12776" y="3745"/>
                    <a:pt x="13476" y="3044"/>
                    <a:pt x="13476" y="2175"/>
                  </a:cubicBezTo>
                  <a:lnTo>
                    <a:pt x="13476" y="207"/>
                  </a:lnTo>
                  <a:cubicBezTo>
                    <a:pt x="13476" y="92"/>
                    <a:pt x="13385" y="1"/>
                    <a:pt x="13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3"/>
            <p:cNvSpPr/>
            <p:nvPr/>
          </p:nvSpPr>
          <p:spPr>
            <a:xfrm>
              <a:off x="1324518" y="1522427"/>
              <a:ext cx="196362" cy="143380"/>
            </a:xfrm>
            <a:custGeom>
              <a:rect b="b" l="l" r="r" t="t"/>
              <a:pathLst>
                <a:path extrusionOk="0" h="5472" w="7494">
                  <a:moveTo>
                    <a:pt x="1071" y="1"/>
                  </a:moveTo>
                  <a:cubicBezTo>
                    <a:pt x="481" y="1"/>
                    <a:pt x="6" y="481"/>
                    <a:pt x="1" y="1071"/>
                  </a:cubicBezTo>
                  <a:lnTo>
                    <a:pt x="1" y="5267"/>
                  </a:lnTo>
                  <a:cubicBezTo>
                    <a:pt x="1" y="5403"/>
                    <a:pt x="105" y="5472"/>
                    <a:pt x="210" y="5472"/>
                  </a:cubicBezTo>
                  <a:cubicBezTo>
                    <a:pt x="314" y="5472"/>
                    <a:pt x="418" y="5403"/>
                    <a:pt x="418" y="5267"/>
                  </a:cubicBezTo>
                  <a:lnTo>
                    <a:pt x="418" y="1071"/>
                  </a:lnTo>
                  <a:cubicBezTo>
                    <a:pt x="418" y="706"/>
                    <a:pt x="711" y="414"/>
                    <a:pt x="1071" y="414"/>
                  </a:cubicBezTo>
                  <a:lnTo>
                    <a:pt x="7220" y="414"/>
                  </a:lnTo>
                  <a:cubicBezTo>
                    <a:pt x="7494" y="414"/>
                    <a:pt x="7494" y="1"/>
                    <a:pt x="7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3"/>
            <p:cNvSpPr/>
            <p:nvPr/>
          </p:nvSpPr>
          <p:spPr>
            <a:xfrm>
              <a:off x="1324518" y="1522427"/>
              <a:ext cx="321033" cy="193741"/>
            </a:xfrm>
            <a:custGeom>
              <a:rect b="b" l="l" r="r" t="t"/>
              <a:pathLst>
                <a:path extrusionOk="0" h="7394" w="12252">
                  <a:moveTo>
                    <a:pt x="8046" y="1"/>
                  </a:moveTo>
                  <a:cubicBezTo>
                    <a:pt x="7772" y="1"/>
                    <a:pt x="7772" y="414"/>
                    <a:pt x="8046" y="414"/>
                  </a:cubicBezTo>
                  <a:lnTo>
                    <a:pt x="11185" y="414"/>
                  </a:lnTo>
                  <a:cubicBezTo>
                    <a:pt x="11545" y="414"/>
                    <a:pt x="11838" y="706"/>
                    <a:pt x="11838" y="1071"/>
                  </a:cubicBezTo>
                  <a:lnTo>
                    <a:pt x="11838" y="6323"/>
                  </a:lnTo>
                  <a:cubicBezTo>
                    <a:pt x="11838" y="6688"/>
                    <a:pt x="11545" y="6980"/>
                    <a:pt x="11185" y="6980"/>
                  </a:cubicBezTo>
                  <a:lnTo>
                    <a:pt x="1071" y="6980"/>
                  </a:lnTo>
                  <a:cubicBezTo>
                    <a:pt x="711" y="6980"/>
                    <a:pt x="418" y="6688"/>
                    <a:pt x="418" y="6328"/>
                  </a:cubicBezTo>
                  <a:lnTo>
                    <a:pt x="418" y="6092"/>
                  </a:lnTo>
                  <a:cubicBezTo>
                    <a:pt x="418" y="5977"/>
                    <a:pt x="322" y="5886"/>
                    <a:pt x="212" y="5886"/>
                  </a:cubicBezTo>
                  <a:cubicBezTo>
                    <a:pt x="97" y="5886"/>
                    <a:pt x="1" y="5977"/>
                    <a:pt x="1" y="6092"/>
                  </a:cubicBezTo>
                  <a:lnTo>
                    <a:pt x="1" y="6328"/>
                  </a:lnTo>
                  <a:cubicBezTo>
                    <a:pt x="6" y="6913"/>
                    <a:pt x="481" y="7393"/>
                    <a:pt x="1071" y="7393"/>
                  </a:cubicBezTo>
                  <a:lnTo>
                    <a:pt x="11185" y="7393"/>
                  </a:lnTo>
                  <a:cubicBezTo>
                    <a:pt x="11771" y="7393"/>
                    <a:pt x="12251" y="6913"/>
                    <a:pt x="12251" y="6328"/>
                  </a:cubicBezTo>
                  <a:lnTo>
                    <a:pt x="12251" y="1071"/>
                  </a:lnTo>
                  <a:cubicBezTo>
                    <a:pt x="12251" y="481"/>
                    <a:pt x="11771" y="1"/>
                    <a:pt x="111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3"/>
            <p:cNvSpPr/>
            <p:nvPr/>
          </p:nvSpPr>
          <p:spPr>
            <a:xfrm>
              <a:off x="1584263" y="167537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3"/>
            <p:cNvSpPr/>
            <p:nvPr/>
          </p:nvSpPr>
          <p:spPr>
            <a:xfrm>
              <a:off x="1466143" y="1542551"/>
              <a:ext cx="164054" cy="143773"/>
            </a:xfrm>
            <a:custGeom>
              <a:rect b="b" l="l" r="r" t="t"/>
              <a:pathLst>
                <a:path extrusionOk="0" h="5487" w="6261">
                  <a:moveTo>
                    <a:pt x="3087" y="418"/>
                  </a:moveTo>
                  <a:lnTo>
                    <a:pt x="1902" y="1335"/>
                  </a:lnTo>
                  <a:lnTo>
                    <a:pt x="697" y="418"/>
                  </a:lnTo>
                  <a:close/>
                  <a:moveTo>
                    <a:pt x="3390" y="707"/>
                  </a:moveTo>
                  <a:lnTo>
                    <a:pt x="3390" y="2468"/>
                  </a:lnTo>
                  <a:lnTo>
                    <a:pt x="2243" y="1595"/>
                  </a:lnTo>
                  <a:lnTo>
                    <a:pt x="3390" y="707"/>
                  </a:lnTo>
                  <a:close/>
                  <a:moveTo>
                    <a:pt x="414" y="726"/>
                  </a:moveTo>
                  <a:lnTo>
                    <a:pt x="1561" y="1599"/>
                  </a:lnTo>
                  <a:lnTo>
                    <a:pt x="414" y="2483"/>
                  </a:lnTo>
                  <a:lnTo>
                    <a:pt x="414" y="726"/>
                  </a:lnTo>
                  <a:close/>
                  <a:moveTo>
                    <a:pt x="1902" y="1859"/>
                  </a:moveTo>
                  <a:lnTo>
                    <a:pt x="3131" y="2795"/>
                  </a:lnTo>
                  <a:lnTo>
                    <a:pt x="692" y="2795"/>
                  </a:lnTo>
                  <a:lnTo>
                    <a:pt x="1902" y="1859"/>
                  </a:lnTo>
                  <a:close/>
                  <a:moveTo>
                    <a:pt x="3999" y="3332"/>
                  </a:moveTo>
                  <a:cubicBezTo>
                    <a:pt x="4000" y="3332"/>
                    <a:pt x="5742" y="3836"/>
                    <a:pt x="5742" y="3836"/>
                  </a:cubicBezTo>
                  <a:cubicBezTo>
                    <a:pt x="5742" y="3836"/>
                    <a:pt x="5742" y="3841"/>
                    <a:pt x="5742" y="3841"/>
                  </a:cubicBezTo>
                  <a:cubicBezTo>
                    <a:pt x="5732" y="3844"/>
                    <a:pt x="5731" y="3845"/>
                    <a:pt x="5732" y="3845"/>
                  </a:cubicBezTo>
                  <a:cubicBezTo>
                    <a:pt x="5732" y="3845"/>
                    <a:pt x="5734" y="3845"/>
                    <a:pt x="5734" y="3845"/>
                  </a:cubicBezTo>
                  <a:cubicBezTo>
                    <a:pt x="5736" y="3845"/>
                    <a:pt x="5682" y="3857"/>
                    <a:pt x="5003" y="4028"/>
                  </a:cubicBezTo>
                  <a:cubicBezTo>
                    <a:pt x="4854" y="4067"/>
                    <a:pt x="4739" y="4182"/>
                    <a:pt x="4700" y="4331"/>
                  </a:cubicBezTo>
                  <a:cubicBezTo>
                    <a:pt x="4531" y="4990"/>
                    <a:pt x="4512" y="5069"/>
                    <a:pt x="4513" y="5069"/>
                  </a:cubicBezTo>
                  <a:cubicBezTo>
                    <a:pt x="4513" y="5069"/>
                    <a:pt x="4515" y="5061"/>
                    <a:pt x="4515" y="5061"/>
                  </a:cubicBezTo>
                  <a:lnTo>
                    <a:pt x="4515" y="5061"/>
                  </a:lnTo>
                  <a:cubicBezTo>
                    <a:pt x="4515" y="5061"/>
                    <a:pt x="4515" y="5064"/>
                    <a:pt x="4513" y="5070"/>
                  </a:cubicBezTo>
                  <a:lnTo>
                    <a:pt x="4508" y="5070"/>
                  </a:lnTo>
                  <a:lnTo>
                    <a:pt x="3999" y="3332"/>
                  </a:lnTo>
                  <a:close/>
                  <a:moveTo>
                    <a:pt x="409" y="1"/>
                  </a:moveTo>
                  <a:cubicBezTo>
                    <a:pt x="183" y="1"/>
                    <a:pt x="1" y="188"/>
                    <a:pt x="1" y="414"/>
                  </a:cubicBezTo>
                  <a:lnTo>
                    <a:pt x="1" y="2795"/>
                  </a:lnTo>
                  <a:cubicBezTo>
                    <a:pt x="1" y="3020"/>
                    <a:pt x="183" y="3203"/>
                    <a:pt x="409" y="3207"/>
                  </a:cubicBezTo>
                  <a:lnTo>
                    <a:pt x="3395" y="3207"/>
                  </a:lnTo>
                  <a:cubicBezTo>
                    <a:pt x="3481" y="3203"/>
                    <a:pt x="3567" y="3174"/>
                    <a:pt x="3639" y="3121"/>
                  </a:cubicBezTo>
                  <a:lnTo>
                    <a:pt x="3639" y="3121"/>
                  </a:lnTo>
                  <a:cubicBezTo>
                    <a:pt x="3582" y="3217"/>
                    <a:pt x="3567" y="3337"/>
                    <a:pt x="3601" y="3447"/>
                  </a:cubicBezTo>
                  <a:lnTo>
                    <a:pt x="4110" y="5185"/>
                  </a:lnTo>
                  <a:cubicBezTo>
                    <a:pt x="4169" y="5387"/>
                    <a:pt x="4340" y="5486"/>
                    <a:pt x="4510" y="5486"/>
                  </a:cubicBezTo>
                  <a:cubicBezTo>
                    <a:pt x="4684" y="5486"/>
                    <a:pt x="4858" y="5382"/>
                    <a:pt x="4912" y="5176"/>
                  </a:cubicBezTo>
                  <a:lnTo>
                    <a:pt x="5104" y="4431"/>
                  </a:lnTo>
                  <a:lnTo>
                    <a:pt x="5838" y="4244"/>
                  </a:lnTo>
                  <a:cubicBezTo>
                    <a:pt x="6251" y="4139"/>
                    <a:pt x="6260" y="3563"/>
                    <a:pt x="5852" y="3443"/>
                  </a:cubicBezTo>
                  <a:lnTo>
                    <a:pt x="4120" y="2929"/>
                  </a:lnTo>
                  <a:cubicBezTo>
                    <a:pt x="4081" y="2918"/>
                    <a:pt x="4043" y="2912"/>
                    <a:pt x="4004" y="2912"/>
                  </a:cubicBezTo>
                  <a:cubicBezTo>
                    <a:pt x="3913" y="2912"/>
                    <a:pt x="3824" y="2943"/>
                    <a:pt x="3750" y="3001"/>
                  </a:cubicBezTo>
                  <a:cubicBezTo>
                    <a:pt x="3851" y="2828"/>
                    <a:pt x="3783" y="2886"/>
                    <a:pt x="3803" y="414"/>
                  </a:cubicBezTo>
                  <a:cubicBezTo>
                    <a:pt x="3803" y="366"/>
                    <a:pt x="3793" y="318"/>
                    <a:pt x="3779" y="274"/>
                  </a:cubicBezTo>
                  <a:cubicBezTo>
                    <a:pt x="3769" y="212"/>
                    <a:pt x="3735" y="164"/>
                    <a:pt x="3687" y="130"/>
                  </a:cubicBezTo>
                  <a:cubicBezTo>
                    <a:pt x="3611" y="49"/>
                    <a:pt x="3505" y="1"/>
                    <a:pt x="33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3"/>
            <p:cNvSpPr/>
            <p:nvPr/>
          </p:nvSpPr>
          <p:spPr>
            <a:xfrm>
              <a:off x="1348808" y="1543809"/>
              <a:ext cx="125929" cy="151398"/>
            </a:xfrm>
            <a:custGeom>
              <a:rect b="b" l="l" r="r" t="t"/>
              <a:pathLst>
                <a:path extrusionOk="0" h="5778" w="4806">
                  <a:moveTo>
                    <a:pt x="2271" y="1"/>
                  </a:moveTo>
                  <a:cubicBezTo>
                    <a:pt x="1844" y="1"/>
                    <a:pt x="1464" y="279"/>
                    <a:pt x="1335" y="683"/>
                  </a:cubicBezTo>
                  <a:cubicBezTo>
                    <a:pt x="0" y="4864"/>
                    <a:pt x="24" y="4633"/>
                    <a:pt x="24" y="4883"/>
                  </a:cubicBezTo>
                  <a:cubicBezTo>
                    <a:pt x="29" y="5320"/>
                    <a:pt x="346" y="5694"/>
                    <a:pt x="783" y="5766"/>
                  </a:cubicBezTo>
                  <a:cubicBezTo>
                    <a:pt x="832" y="5774"/>
                    <a:pt x="880" y="5778"/>
                    <a:pt x="928" y="5778"/>
                  </a:cubicBezTo>
                  <a:cubicBezTo>
                    <a:pt x="1311" y="5778"/>
                    <a:pt x="1658" y="5532"/>
                    <a:pt x="1781" y="5161"/>
                  </a:cubicBezTo>
                  <a:lnTo>
                    <a:pt x="1896" y="4816"/>
                  </a:lnTo>
                  <a:cubicBezTo>
                    <a:pt x="1954" y="4643"/>
                    <a:pt x="2117" y="4523"/>
                    <a:pt x="2304" y="4523"/>
                  </a:cubicBezTo>
                  <a:lnTo>
                    <a:pt x="2530" y="4523"/>
                  </a:lnTo>
                  <a:cubicBezTo>
                    <a:pt x="2717" y="4523"/>
                    <a:pt x="2880" y="4643"/>
                    <a:pt x="2938" y="4816"/>
                  </a:cubicBezTo>
                  <a:lnTo>
                    <a:pt x="3053" y="5161"/>
                  </a:lnTo>
                  <a:cubicBezTo>
                    <a:pt x="3177" y="5532"/>
                    <a:pt x="3524" y="5778"/>
                    <a:pt x="3902" y="5778"/>
                  </a:cubicBezTo>
                  <a:cubicBezTo>
                    <a:pt x="3950" y="5778"/>
                    <a:pt x="3998" y="5774"/>
                    <a:pt x="4047" y="5766"/>
                  </a:cubicBezTo>
                  <a:cubicBezTo>
                    <a:pt x="4484" y="5694"/>
                    <a:pt x="4805" y="5320"/>
                    <a:pt x="4805" y="4883"/>
                  </a:cubicBezTo>
                  <a:cubicBezTo>
                    <a:pt x="4805" y="4638"/>
                    <a:pt x="4752" y="4614"/>
                    <a:pt x="4277" y="3092"/>
                  </a:cubicBezTo>
                  <a:cubicBezTo>
                    <a:pt x="4248" y="2985"/>
                    <a:pt x="4167" y="2939"/>
                    <a:pt x="4085" y="2939"/>
                  </a:cubicBezTo>
                  <a:cubicBezTo>
                    <a:pt x="3955" y="2939"/>
                    <a:pt x="3822" y="3054"/>
                    <a:pt x="3884" y="3222"/>
                  </a:cubicBezTo>
                  <a:cubicBezTo>
                    <a:pt x="4388" y="4806"/>
                    <a:pt x="4392" y="4748"/>
                    <a:pt x="4392" y="4883"/>
                  </a:cubicBezTo>
                  <a:cubicBezTo>
                    <a:pt x="4390" y="5190"/>
                    <a:pt x="4146" y="5363"/>
                    <a:pt x="3902" y="5363"/>
                  </a:cubicBezTo>
                  <a:cubicBezTo>
                    <a:pt x="3712" y="5363"/>
                    <a:pt x="3522" y="5258"/>
                    <a:pt x="3447" y="5032"/>
                  </a:cubicBezTo>
                  <a:lnTo>
                    <a:pt x="3332" y="4686"/>
                  </a:lnTo>
                  <a:cubicBezTo>
                    <a:pt x="3218" y="4344"/>
                    <a:pt x="2901" y="4110"/>
                    <a:pt x="2541" y="4110"/>
                  </a:cubicBezTo>
                  <a:cubicBezTo>
                    <a:pt x="2537" y="4110"/>
                    <a:pt x="2534" y="4110"/>
                    <a:pt x="2530" y="4110"/>
                  </a:cubicBezTo>
                  <a:lnTo>
                    <a:pt x="2304" y="4110"/>
                  </a:lnTo>
                  <a:cubicBezTo>
                    <a:pt x="2301" y="4110"/>
                    <a:pt x="2297" y="4110"/>
                    <a:pt x="2293" y="4110"/>
                  </a:cubicBezTo>
                  <a:cubicBezTo>
                    <a:pt x="1933" y="4110"/>
                    <a:pt x="1612" y="4344"/>
                    <a:pt x="1503" y="4686"/>
                  </a:cubicBezTo>
                  <a:lnTo>
                    <a:pt x="1388" y="5032"/>
                  </a:lnTo>
                  <a:cubicBezTo>
                    <a:pt x="1314" y="5228"/>
                    <a:pt x="1127" y="5353"/>
                    <a:pt x="927" y="5353"/>
                  </a:cubicBezTo>
                  <a:cubicBezTo>
                    <a:pt x="878" y="5353"/>
                    <a:pt x="827" y="5345"/>
                    <a:pt x="778" y="5329"/>
                  </a:cubicBezTo>
                  <a:cubicBezTo>
                    <a:pt x="528" y="5248"/>
                    <a:pt x="389" y="4984"/>
                    <a:pt x="466" y="4734"/>
                  </a:cubicBezTo>
                  <a:lnTo>
                    <a:pt x="1728" y="812"/>
                  </a:lnTo>
                  <a:cubicBezTo>
                    <a:pt x="1805" y="577"/>
                    <a:pt x="2021" y="418"/>
                    <a:pt x="2266" y="418"/>
                  </a:cubicBezTo>
                  <a:lnTo>
                    <a:pt x="2559" y="418"/>
                  </a:lnTo>
                  <a:cubicBezTo>
                    <a:pt x="2808" y="418"/>
                    <a:pt x="3024" y="577"/>
                    <a:pt x="3101" y="812"/>
                  </a:cubicBezTo>
                  <a:lnTo>
                    <a:pt x="3624" y="2430"/>
                  </a:lnTo>
                  <a:cubicBezTo>
                    <a:pt x="3651" y="2518"/>
                    <a:pt x="3733" y="2576"/>
                    <a:pt x="3821" y="2576"/>
                  </a:cubicBezTo>
                  <a:cubicBezTo>
                    <a:pt x="3844" y="2576"/>
                    <a:pt x="3866" y="2572"/>
                    <a:pt x="3888" y="2564"/>
                  </a:cubicBezTo>
                  <a:cubicBezTo>
                    <a:pt x="3994" y="2531"/>
                    <a:pt x="4056" y="2411"/>
                    <a:pt x="4023" y="2305"/>
                  </a:cubicBezTo>
                  <a:lnTo>
                    <a:pt x="3500" y="683"/>
                  </a:lnTo>
                  <a:cubicBezTo>
                    <a:pt x="3365" y="279"/>
                    <a:pt x="2991" y="1"/>
                    <a:pt x="25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3"/>
            <p:cNvSpPr/>
            <p:nvPr/>
          </p:nvSpPr>
          <p:spPr>
            <a:xfrm>
              <a:off x="1393457" y="1586335"/>
              <a:ext cx="38518" cy="53217"/>
            </a:xfrm>
            <a:custGeom>
              <a:rect b="b" l="l" r="r" t="t"/>
              <a:pathLst>
                <a:path extrusionOk="0" h="2031" w="1470">
                  <a:moveTo>
                    <a:pt x="735" y="912"/>
                  </a:moveTo>
                  <a:lnTo>
                    <a:pt x="951" y="1613"/>
                  </a:lnTo>
                  <a:lnTo>
                    <a:pt x="519" y="1613"/>
                  </a:lnTo>
                  <a:lnTo>
                    <a:pt x="735" y="912"/>
                  </a:lnTo>
                  <a:close/>
                  <a:moveTo>
                    <a:pt x="735" y="0"/>
                  </a:moveTo>
                  <a:cubicBezTo>
                    <a:pt x="644" y="0"/>
                    <a:pt x="562" y="58"/>
                    <a:pt x="538" y="144"/>
                  </a:cubicBezTo>
                  <a:lnTo>
                    <a:pt x="44" y="1762"/>
                  </a:lnTo>
                  <a:cubicBezTo>
                    <a:pt x="0" y="1896"/>
                    <a:pt x="101" y="2031"/>
                    <a:pt x="240" y="2031"/>
                  </a:cubicBezTo>
                  <a:lnTo>
                    <a:pt x="1229" y="2031"/>
                  </a:lnTo>
                  <a:cubicBezTo>
                    <a:pt x="1368" y="2031"/>
                    <a:pt x="1469" y="1896"/>
                    <a:pt x="1426" y="1762"/>
                  </a:cubicBezTo>
                  <a:lnTo>
                    <a:pt x="932" y="144"/>
                  </a:lnTo>
                  <a:cubicBezTo>
                    <a:pt x="908" y="58"/>
                    <a:pt x="826"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1" name="Google Shape;14471;p83"/>
          <p:cNvGrpSpPr/>
          <p:nvPr/>
        </p:nvGrpSpPr>
        <p:grpSpPr>
          <a:xfrm>
            <a:off x="2213019" y="1502933"/>
            <a:ext cx="336755" cy="365551"/>
            <a:chOff x="2213019" y="1502933"/>
            <a:chExt cx="336755" cy="365551"/>
          </a:xfrm>
        </p:grpSpPr>
        <p:sp>
          <p:nvSpPr>
            <p:cNvPr id="14472" name="Google Shape;14472;p83"/>
            <p:cNvSpPr/>
            <p:nvPr/>
          </p:nvSpPr>
          <p:spPr>
            <a:xfrm>
              <a:off x="2246872" y="1525336"/>
              <a:ext cx="268942" cy="319408"/>
            </a:xfrm>
            <a:custGeom>
              <a:rect b="b" l="l" r="r" t="t"/>
              <a:pathLst>
                <a:path extrusionOk="0" h="12190" w="10264">
                  <a:moveTo>
                    <a:pt x="5184" y="4619"/>
                  </a:moveTo>
                  <a:cubicBezTo>
                    <a:pt x="5337" y="4619"/>
                    <a:pt x="5489" y="4707"/>
                    <a:pt x="5544" y="4882"/>
                  </a:cubicBezTo>
                  <a:lnTo>
                    <a:pt x="6173" y="6937"/>
                  </a:lnTo>
                  <a:cubicBezTo>
                    <a:pt x="6240" y="7162"/>
                    <a:pt x="6072" y="7393"/>
                    <a:pt x="5837" y="7393"/>
                  </a:cubicBezTo>
                  <a:lnTo>
                    <a:pt x="4536" y="7393"/>
                  </a:lnTo>
                  <a:cubicBezTo>
                    <a:pt x="4296" y="7393"/>
                    <a:pt x="4128" y="7162"/>
                    <a:pt x="4200" y="6937"/>
                  </a:cubicBezTo>
                  <a:lnTo>
                    <a:pt x="4824" y="4882"/>
                  </a:lnTo>
                  <a:cubicBezTo>
                    <a:pt x="4880" y="4707"/>
                    <a:pt x="5032" y="4619"/>
                    <a:pt x="5184" y="4619"/>
                  </a:cubicBezTo>
                  <a:close/>
                  <a:moveTo>
                    <a:pt x="4800" y="0"/>
                  </a:moveTo>
                  <a:cubicBezTo>
                    <a:pt x="4032" y="0"/>
                    <a:pt x="3351" y="499"/>
                    <a:pt x="3115" y="1229"/>
                  </a:cubicBezTo>
                  <a:lnTo>
                    <a:pt x="235" y="10172"/>
                  </a:lnTo>
                  <a:cubicBezTo>
                    <a:pt x="0" y="10988"/>
                    <a:pt x="451" y="11842"/>
                    <a:pt x="1258" y="12106"/>
                  </a:cubicBezTo>
                  <a:cubicBezTo>
                    <a:pt x="1421" y="12160"/>
                    <a:pt x="1587" y="12185"/>
                    <a:pt x="1750" y="12185"/>
                  </a:cubicBezTo>
                  <a:cubicBezTo>
                    <a:pt x="2396" y="12185"/>
                    <a:pt x="2998" y="11787"/>
                    <a:pt x="3235" y="11151"/>
                  </a:cubicBezTo>
                  <a:lnTo>
                    <a:pt x="3495" y="10364"/>
                  </a:lnTo>
                  <a:cubicBezTo>
                    <a:pt x="3692" y="9769"/>
                    <a:pt x="4248" y="9365"/>
                    <a:pt x="4872" y="9365"/>
                  </a:cubicBezTo>
                  <a:lnTo>
                    <a:pt x="5386" y="9365"/>
                  </a:lnTo>
                  <a:cubicBezTo>
                    <a:pt x="5501" y="9365"/>
                    <a:pt x="5616" y="9380"/>
                    <a:pt x="5732" y="9409"/>
                  </a:cubicBezTo>
                  <a:cubicBezTo>
                    <a:pt x="6216" y="9529"/>
                    <a:pt x="6610" y="9889"/>
                    <a:pt x="6768" y="10369"/>
                  </a:cubicBezTo>
                  <a:lnTo>
                    <a:pt x="7028" y="11156"/>
                  </a:lnTo>
                  <a:cubicBezTo>
                    <a:pt x="7261" y="11792"/>
                    <a:pt x="7866" y="12190"/>
                    <a:pt x="8510" y="12190"/>
                  </a:cubicBezTo>
                  <a:cubicBezTo>
                    <a:pt x="8673" y="12190"/>
                    <a:pt x="8838" y="12164"/>
                    <a:pt x="9001" y="12111"/>
                  </a:cubicBezTo>
                  <a:cubicBezTo>
                    <a:pt x="9812" y="11847"/>
                    <a:pt x="10263" y="10988"/>
                    <a:pt x="10028" y="10172"/>
                  </a:cubicBezTo>
                  <a:lnTo>
                    <a:pt x="10037" y="10172"/>
                  </a:lnTo>
                  <a:lnTo>
                    <a:pt x="7157" y="1229"/>
                  </a:lnTo>
                  <a:cubicBezTo>
                    <a:pt x="6922" y="499"/>
                    <a:pt x="6240" y="0"/>
                    <a:pt x="547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3"/>
            <p:cNvSpPr/>
            <p:nvPr/>
          </p:nvSpPr>
          <p:spPr>
            <a:xfrm>
              <a:off x="2277791" y="1528349"/>
              <a:ext cx="238024" cy="316395"/>
            </a:xfrm>
            <a:custGeom>
              <a:rect b="b" l="l" r="r" t="t"/>
              <a:pathLst>
                <a:path extrusionOk="0" h="12075" w="9084">
                  <a:moveTo>
                    <a:pt x="4004" y="4504"/>
                  </a:moveTo>
                  <a:cubicBezTo>
                    <a:pt x="4157" y="4504"/>
                    <a:pt x="4309" y="4592"/>
                    <a:pt x="4364" y="4767"/>
                  </a:cubicBezTo>
                  <a:lnTo>
                    <a:pt x="4993" y="6822"/>
                  </a:lnTo>
                  <a:cubicBezTo>
                    <a:pt x="5060" y="7047"/>
                    <a:pt x="4892" y="7278"/>
                    <a:pt x="4657" y="7278"/>
                  </a:cubicBezTo>
                  <a:lnTo>
                    <a:pt x="3356" y="7278"/>
                  </a:lnTo>
                  <a:cubicBezTo>
                    <a:pt x="3116" y="7278"/>
                    <a:pt x="2948" y="7047"/>
                    <a:pt x="3020" y="6822"/>
                  </a:cubicBezTo>
                  <a:lnTo>
                    <a:pt x="3644" y="4767"/>
                  </a:lnTo>
                  <a:cubicBezTo>
                    <a:pt x="3700" y="4592"/>
                    <a:pt x="3852" y="4504"/>
                    <a:pt x="4004" y="4504"/>
                  </a:cubicBezTo>
                  <a:close/>
                  <a:moveTo>
                    <a:pt x="4556" y="0"/>
                  </a:moveTo>
                  <a:cubicBezTo>
                    <a:pt x="3884" y="0"/>
                    <a:pt x="3299" y="461"/>
                    <a:pt x="3140" y="1114"/>
                  </a:cubicBezTo>
                  <a:lnTo>
                    <a:pt x="255" y="10057"/>
                  </a:lnTo>
                  <a:cubicBezTo>
                    <a:pt x="1" y="10839"/>
                    <a:pt x="395" y="11684"/>
                    <a:pt x="1153" y="12001"/>
                  </a:cubicBezTo>
                  <a:cubicBezTo>
                    <a:pt x="1580" y="11823"/>
                    <a:pt x="1907" y="11473"/>
                    <a:pt x="2055" y="11036"/>
                  </a:cubicBezTo>
                  <a:lnTo>
                    <a:pt x="2315" y="10249"/>
                  </a:lnTo>
                  <a:cubicBezTo>
                    <a:pt x="2512" y="9654"/>
                    <a:pt x="3068" y="9250"/>
                    <a:pt x="3692" y="9250"/>
                  </a:cubicBezTo>
                  <a:lnTo>
                    <a:pt x="4206" y="9250"/>
                  </a:lnTo>
                  <a:cubicBezTo>
                    <a:pt x="4321" y="9250"/>
                    <a:pt x="4436" y="9265"/>
                    <a:pt x="4552" y="9294"/>
                  </a:cubicBezTo>
                  <a:cubicBezTo>
                    <a:pt x="5041" y="9414"/>
                    <a:pt x="5430" y="9774"/>
                    <a:pt x="5588" y="10254"/>
                  </a:cubicBezTo>
                  <a:lnTo>
                    <a:pt x="5848" y="11041"/>
                  </a:lnTo>
                  <a:cubicBezTo>
                    <a:pt x="6081" y="11677"/>
                    <a:pt x="6686" y="12075"/>
                    <a:pt x="7330" y="12075"/>
                  </a:cubicBezTo>
                  <a:cubicBezTo>
                    <a:pt x="7493" y="12075"/>
                    <a:pt x="7658" y="12049"/>
                    <a:pt x="7821" y="11996"/>
                  </a:cubicBezTo>
                  <a:cubicBezTo>
                    <a:pt x="8632" y="11732"/>
                    <a:pt x="9083" y="10873"/>
                    <a:pt x="8848" y="10057"/>
                  </a:cubicBezTo>
                  <a:lnTo>
                    <a:pt x="8857" y="10057"/>
                  </a:lnTo>
                  <a:lnTo>
                    <a:pt x="5977" y="1114"/>
                  </a:lnTo>
                  <a:cubicBezTo>
                    <a:pt x="5814" y="461"/>
                    <a:pt x="5228" y="0"/>
                    <a:pt x="455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3"/>
            <p:cNvSpPr/>
            <p:nvPr/>
          </p:nvSpPr>
          <p:spPr>
            <a:xfrm>
              <a:off x="2218574" y="1508488"/>
              <a:ext cx="33985" cy="34089"/>
            </a:xfrm>
            <a:custGeom>
              <a:rect b="b" l="l" r="r" t="t"/>
              <a:pathLst>
                <a:path extrusionOk="0" h="1301" w="1297">
                  <a:moveTo>
                    <a:pt x="221" y="0"/>
                  </a:moveTo>
                  <a:cubicBezTo>
                    <a:pt x="96" y="0"/>
                    <a:pt x="0" y="101"/>
                    <a:pt x="0" y="221"/>
                  </a:cubicBezTo>
                  <a:lnTo>
                    <a:pt x="0" y="1075"/>
                  </a:lnTo>
                  <a:cubicBezTo>
                    <a:pt x="0" y="1200"/>
                    <a:pt x="96" y="1301"/>
                    <a:pt x="221" y="1301"/>
                  </a:cubicBezTo>
                  <a:lnTo>
                    <a:pt x="1075" y="1301"/>
                  </a:lnTo>
                  <a:cubicBezTo>
                    <a:pt x="1195" y="1301"/>
                    <a:pt x="1296" y="1200"/>
                    <a:pt x="1296" y="1075"/>
                  </a:cubicBezTo>
                  <a:lnTo>
                    <a:pt x="1296" y="221"/>
                  </a:lnTo>
                  <a:cubicBezTo>
                    <a:pt x="1296" y="101"/>
                    <a:pt x="1195" y="0"/>
                    <a:pt x="1075"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3"/>
            <p:cNvSpPr/>
            <p:nvPr/>
          </p:nvSpPr>
          <p:spPr>
            <a:xfrm>
              <a:off x="2364705" y="1508488"/>
              <a:ext cx="34116" cy="34089"/>
            </a:xfrm>
            <a:custGeom>
              <a:rect b="b" l="l" r="r" t="t"/>
              <a:pathLst>
                <a:path extrusionOk="0" h="1301" w="1302">
                  <a:moveTo>
                    <a:pt x="227" y="0"/>
                  </a:moveTo>
                  <a:cubicBezTo>
                    <a:pt x="102" y="0"/>
                    <a:pt x="1" y="101"/>
                    <a:pt x="1" y="221"/>
                  </a:cubicBezTo>
                  <a:lnTo>
                    <a:pt x="1" y="1075"/>
                  </a:lnTo>
                  <a:cubicBezTo>
                    <a:pt x="1" y="1200"/>
                    <a:pt x="102" y="1301"/>
                    <a:pt x="227"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3"/>
            <p:cNvSpPr/>
            <p:nvPr/>
          </p:nvSpPr>
          <p:spPr>
            <a:xfrm>
              <a:off x="2510234" y="1508488"/>
              <a:ext cx="34116" cy="34089"/>
            </a:xfrm>
            <a:custGeom>
              <a:rect b="b" l="l" r="r" t="t"/>
              <a:pathLst>
                <a:path extrusionOk="0" h="1301" w="1302">
                  <a:moveTo>
                    <a:pt x="222" y="0"/>
                  </a:moveTo>
                  <a:cubicBezTo>
                    <a:pt x="102" y="0"/>
                    <a:pt x="1" y="101"/>
                    <a:pt x="1" y="221"/>
                  </a:cubicBezTo>
                  <a:lnTo>
                    <a:pt x="1" y="1075"/>
                  </a:lnTo>
                  <a:cubicBezTo>
                    <a:pt x="1" y="1200"/>
                    <a:pt x="102" y="1296"/>
                    <a:pt x="222"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3"/>
            <p:cNvSpPr/>
            <p:nvPr/>
          </p:nvSpPr>
          <p:spPr>
            <a:xfrm>
              <a:off x="2218574" y="1828944"/>
              <a:ext cx="33985" cy="34116"/>
            </a:xfrm>
            <a:custGeom>
              <a:rect b="b" l="l" r="r" t="t"/>
              <a:pathLst>
                <a:path extrusionOk="0" h="1302" w="1297">
                  <a:moveTo>
                    <a:pt x="221" y="1"/>
                  </a:moveTo>
                  <a:cubicBezTo>
                    <a:pt x="96" y="1"/>
                    <a:pt x="0" y="102"/>
                    <a:pt x="0" y="222"/>
                  </a:cubicBezTo>
                  <a:lnTo>
                    <a:pt x="0" y="1076"/>
                  </a:lnTo>
                  <a:cubicBezTo>
                    <a:pt x="0" y="1201"/>
                    <a:pt x="96" y="1302"/>
                    <a:pt x="221" y="1302"/>
                  </a:cubicBezTo>
                  <a:lnTo>
                    <a:pt x="1075" y="1302"/>
                  </a:lnTo>
                  <a:cubicBezTo>
                    <a:pt x="1195" y="1302"/>
                    <a:pt x="1296" y="1201"/>
                    <a:pt x="1296" y="1076"/>
                  </a:cubicBezTo>
                  <a:lnTo>
                    <a:pt x="1296" y="222"/>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3"/>
            <p:cNvSpPr/>
            <p:nvPr/>
          </p:nvSpPr>
          <p:spPr>
            <a:xfrm>
              <a:off x="2364705" y="1828944"/>
              <a:ext cx="34116" cy="34116"/>
            </a:xfrm>
            <a:custGeom>
              <a:rect b="b" l="l" r="r" t="t"/>
              <a:pathLst>
                <a:path extrusionOk="0" h="1302" w="1302">
                  <a:moveTo>
                    <a:pt x="236" y="1"/>
                  </a:moveTo>
                  <a:cubicBezTo>
                    <a:pt x="107" y="1"/>
                    <a:pt x="1" y="102"/>
                    <a:pt x="1" y="231"/>
                  </a:cubicBezTo>
                  <a:lnTo>
                    <a:pt x="1" y="1067"/>
                  </a:lnTo>
                  <a:cubicBezTo>
                    <a:pt x="1" y="1196"/>
                    <a:pt x="107" y="1297"/>
                    <a:pt x="236" y="1302"/>
                  </a:cubicBezTo>
                  <a:lnTo>
                    <a:pt x="1071" y="1302"/>
                  </a:lnTo>
                  <a:cubicBezTo>
                    <a:pt x="1196" y="1302"/>
                    <a:pt x="1302" y="1196"/>
                    <a:pt x="1302" y="1067"/>
                  </a:cubicBezTo>
                  <a:lnTo>
                    <a:pt x="1302" y="231"/>
                  </a:lnTo>
                  <a:cubicBezTo>
                    <a:pt x="1302" y="102"/>
                    <a:pt x="1196" y="1"/>
                    <a:pt x="10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3"/>
            <p:cNvSpPr/>
            <p:nvPr/>
          </p:nvSpPr>
          <p:spPr>
            <a:xfrm>
              <a:off x="2510234" y="1828944"/>
              <a:ext cx="34116" cy="34116"/>
            </a:xfrm>
            <a:custGeom>
              <a:rect b="b" l="l" r="r" t="t"/>
              <a:pathLst>
                <a:path extrusionOk="0" h="1302" w="1302">
                  <a:moveTo>
                    <a:pt x="222" y="1"/>
                  </a:moveTo>
                  <a:cubicBezTo>
                    <a:pt x="102" y="1"/>
                    <a:pt x="1" y="102"/>
                    <a:pt x="1" y="222"/>
                  </a:cubicBezTo>
                  <a:lnTo>
                    <a:pt x="1" y="1076"/>
                  </a:lnTo>
                  <a:cubicBezTo>
                    <a:pt x="1" y="1201"/>
                    <a:pt x="102" y="1297"/>
                    <a:pt x="222" y="1302"/>
                  </a:cubicBezTo>
                  <a:lnTo>
                    <a:pt x="1076" y="1302"/>
                  </a:lnTo>
                  <a:cubicBezTo>
                    <a:pt x="1201" y="1302"/>
                    <a:pt x="1302" y="1201"/>
                    <a:pt x="1302" y="1076"/>
                  </a:cubicBezTo>
                  <a:lnTo>
                    <a:pt x="1302" y="222"/>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3"/>
            <p:cNvSpPr/>
            <p:nvPr/>
          </p:nvSpPr>
          <p:spPr>
            <a:xfrm>
              <a:off x="2218574" y="1669083"/>
              <a:ext cx="33985" cy="34116"/>
            </a:xfrm>
            <a:custGeom>
              <a:rect b="b" l="l" r="r" t="t"/>
              <a:pathLst>
                <a:path extrusionOk="0" h="1302" w="1297">
                  <a:moveTo>
                    <a:pt x="221" y="1"/>
                  </a:moveTo>
                  <a:cubicBezTo>
                    <a:pt x="96" y="1"/>
                    <a:pt x="0" y="102"/>
                    <a:pt x="0" y="227"/>
                  </a:cubicBezTo>
                  <a:lnTo>
                    <a:pt x="0" y="1076"/>
                  </a:lnTo>
                  <a:cubicBezTo>
                    <a:pt x="0" y="1201"/>
                    <a:pt x="96" y="1302"/>
                    <a:pt x="221" y="1302"/>
                  </a:cubicBezTo>
                  <a:lnTo>
                    <a:pt x="1075" y="1302"/>
                  </a:lnTo>
                  <a:cubicBezTo>
                    <a:pt x="1195" y="1302"/>
                    <a:pt x="1296" y="1201"/>
                    <a:pt x="1296" y="1076"/>
                  </a:cubicBezTo>
                  <a:lnTo>
                    <a:pt x="1296" y="227"/>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3"/>
            <p:cNvSpPr/>
            <p:nvPr/>
          </p:nvSpPr>
          <p:spPr>
            <a:xfrm>
              <a:off x="2510234" y="1669083"/>
              <a:ext cx="34116" cy="34116"/>
            </a:xfrm>
            <a:custGeom>
              <a:rect b="b" l="l" r="r" t="t"/>
              <a:pathLst>
                <a:path extrusionOk="0" h="1302" w="1302">
                  <a:moveTo>
                    <a:pt x="222" y="1"/>
                  </a:moveTo>
                  <a:cubicBezTo>
                    <a:pt x="102" y="1"/>
                    <a:pt x="1" y="102"/>
                    <a:pt x="1" y="227"/>
                  </a:cubicBezTo>
                  <a:lnTo>
                    <a:pt x="1" y="1076"/>
                  </a:lnTo>
                  <a:cubicBezTo>
                    <a:pt x="1" y="1201"/>
                    <a:pt x="102" y="1302"/>
                    <a:pt x="222" y="1302"/>
                  </a:cubicBezTo>
                  <a:lnTo>
                    <a:pt x="1076" y="1302"/>
                  </a:lnTo>
                  <a:cubicBezTo>
                    <a:pt x="1201" y="1302"/>
                    <a:pt x="1302" y="1201"/>
                    <a:pt x="1302" y="1076"/>
                  </a:cubicBezTo>
                  <a:lnTo>
                    <a:pt x="1302" y="227"/>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3"/>
            <p:cNvSpPr/>
            <p:nvPr/>
          </p:nvSpPr>
          <p:spPr>
            <a:xfrm>
              <a:off x="2348879" y="1640889"/>
              <a:ext cx="67812" cy="83560"/>
            </a:xfrm>
            <a:custGeom>
              <a:rect b="b" l="l" r="r" t="t"/>
              <a:pathLst>
                <a:path extrusionOk="0" h="3189" w="2588">
                  <a:moveTo>
                    <a:pt x="1294" y="416"/>
                  </a:moveTo>
                  <a:cubicBezTo>
                    <a:pt x="1362" y="416"/>
                    <a:pt x="1431" y="455"/>
                    <a:pt x="1455" y="534"/>
                  </a:cubicBezTo>
                  <a:lnTo>
                    <a:pt x="2083" y="2584"/>
                  </a:lnTo>
                  <a:cubicBezTo>
                    <a:pt x="2112" y="2680"/>
                    <a:pt x="2040" y="2776"/>
                    <a:pt x="1944" y="2776"/>
                  </a:cubicBezTo>
                  <a:lnTo>
                    <a:pt x="643" y="2776"/>
                  </a:lnTo>
                  <a:cubicBezTo>
                    <a:pt x="543" y="2776"/>
                    <a:pt x="475" y="2680"/>
                    <a:pt x="504" y="2584"/>
                  </a:cubicBezTo>
                  <a:lnTo>
                    <a:pt x="1133" y="534"/>
                  </a:lnTo>
                  <a:cubicBezTo>
                    <a:pt x="1157" y="455"/>
                    <a:pt x="1225" y="416"/>
                    <a:pt x="1294" y="416"/>
                  </a:cubicBezTo>
                  <a:close/>
                  <a:moveTo>
                    <a:pt x="1294" y="0"/>
                  </a:moveTo>
                  <a:cubicBezTo>
                    <a:pt x="1056" y="0"/>
                    <a:pt x="819" y="138"/>
                    <a:pt x="735" y="414"/>
                  </a:cubicBezTo>
                  <a:lnTo>
                    <a:pt x="106" y="2464"/>
                  </a:lnTo>
                  <a:cubicBezTo>
                    <a:pt x="0" y="2824"/>
                    <a:pt x="269" y="3189"/>
                    <a:pt x="643" y="3189"/>
                  </a:cubicBezTo>
                  <a:lnTo>
                    <a:pt x="1944" y="3189"/>
                  </a:lnTo>
                  <a:cubicBezTo>
                    <a:pt x="2319" y="3189"/>
                    <a:pt x="2587" y="2824"/>
                    <a:pt x="2482" y="2464"/>
                  </a:cubicBezTo>
                  <a:lnTo>
                    <a:pt x="1853" y="414"/>
                  </a:lnTo>
                  <a:cubicBezTo>
                    <a:pt x="1769" y="138"/>
                    <a:pt x="1531" y="0"/>
                    <a:pt x="1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3"/>
            <p:cNvSpPr/>
            <p:nvPr/>
          </p:nvSpPr>
          <p:spPr>
            <a:xfrm>
              <a:off x="2213019" y="1502933"/>
              <a:ext cx="336755" cy="365551"/>
            </a:xfrm>
            <a:custGeom>
              <a:rect b="b" l="l" r="r" t="t"/>
              <a:pathLst>
                <a:path extrusionOk="0" h="13951" w="12852">
                  <a:moveTo>
                    <a:pt x="1302" y="418"/>
                  </a:moveTo>
                  <a:lnTo>
                    <a:pt x="1302" y="1306"/>
                  </a:lnTo>
                  <a:lnTo>
                    <a:pt x="418" y="1306"/>
                  </a:lnTo>
                  <a:lnTo>
                    <a:pt x="418" y="418"/>
                  </a:lnTo>
                  <a:close/>
                  <a:moveTo>
                    <a:pt x="6884" y="418"/>
                  </a:moveTo>
                  <a:lnTo>
                    <a:pt x="6884" y="1306"/>
                  </a:lnTo>
                  <a:lnTo>
                    <a:pt x="5996" y="1306"/>
                  </a:lnTo>
                  <a:lnTo>
                    <a:pt x="5996" y="418"/>
                  </a:lnTo>
                  <a:close/>
                  <a:moveTo>
                    <a:pt x="12434" y="418"/>
                  </a:moveTo>
                  <a:lnTo>
                    <a:pt x="12434" y="1306"/>
                  </a:lnTo>
                  <a:lnTo>
                    <a:pt x="11550" y="1306"/>
                  </a:lnTo>
                  <a:lnTo>
                    <a:pt x="11550" y="418"/>
                  </a:lnTo>
                  <a:close/>
                  <a:moveTo>
                    <a:pt x="1302" y="6548"/>
                  </a:moveTo>
                  <a:lnTo>
                    <a:pt x="1302" y="7436"/>
                  </a:lnTo>
                  <a:lnTo>
                    <a:pt x="418" y="7436"/>
                  </a:lnTo>
                  <a:lnTo>
                    <a:pt x="418" y="6548"/>
                  </a:lnTo>
                  <a:close/>
                  <a:moveTo>
                    <a:pt x="12438" y="6548"/>
                  </a:moveTo>
                  <a:lnTo>
                    <a:pt x="12438" y="7436"/>
                  </a:lnTo>
                  <a:lnTo>
                    <a:pt x="11550" y="7436"/>
                  </a:lnTo>
                  <a:lnTo>
                    <a:pt x="11550" y="6548"/>
                  </a:lnTo>
                  <a:close/>
                  <a:moveTo>
                    <a:pt x="1719" y="12726"/>
                  </a:moveTo>
                  <a:cubicBezTo>
                    <a:pt x="1767" y="12784"/>
                    <a:pt x="1825" y="12837"/>
                    <a:pt x="1887" y="12885"/>
                  </a:cubicBezTo>
                  <a:lnTo>
                    <a:pt x="1719" y="12885"/>
                  </a:lnTo>
                  <a:lnTo>
                    <a:pt x="1719" y="12726"/>
                  </a:lnTo>
                  <a:close/>
                  <a:moveTo>
                    <a:pt x="11137" y="12726"/>
                  </a:moveTo>
                  <a:lnTo>
                    <a:pt x="11137" y="12885"/>
                  </a:lnTo>
                  <a:lnTo>
                    <a:pt x="10969" y="12885"/>
                  </a:lnTo>
                  <a:cubicBezTo>
                    <a:pt x="11032" y="12837"/>
                    <a:pt x="11085" y="12784"/>
                    <a:pt x="11137" y="12726"/>
                  </a:cubicBezTo>
                  <a:close/>
                  <a:moveTo>
                    <a:pt x="11137" y="1066"/>
                  </a:moveTo>
                  <a:lnTo>
                    <a:pt x="11137" y="1513"/>
                  </a:lnTo>
                  <a:cubicBezTo>
                    <a:pt x="11137" y="1623"/>
                    <a:pt x="11229" y="1719"/>
                    <a:pt x="11344" y="1719"/>
                  </a:cubicBezTo>
                  <a:lnTo>
                    <a:pt x="11790" y="1719"/>
                  </a:lnTo>
                  <a:lnTo>
                    <a:pt x="11790" y="6135"/>
                  </a:lnTo>
                  <a:lnTo>
                    <a:pt x="11344" y="6135"/>
                  </a:lnTo>
                  <a:cubicBezTo>
                    <a:pt x="11229" y="6135"/>
                    <a:pt x="11137" y="6227"/>
                    <a:pt x="11137" y="6342"/>
                  </a:cubicBezTo>
                  <a:lnTo>
                    <a:pt x="11137" y="7643"/>
                  </a:lnTo>
                  <a:cubicBezTo>
                    <a:pt x="11137" y="7758"/>
                    <a:pt x="11229" y="7849"/>
                    <a:pt x="11344" y="7849"/>
                  </a:cubicBezTo>
                  <a:lnTo>
                    <a:pt x="11790" y="7849"/>
                  </a:lnTo>
                  <a:lnTo>
                    <a:pt x="11790" y="12237"/>
                  </a:lnTo>
                  <a:lnTo>
                    <a:pt x="11464" y="12237"/>
                  </a:lnTo>
                  <a:cubicBezTo>
                    <a:pt x="11641" y="11833"/>
                    <a:pt x="11661" y="11382"/>
                    <a:pt x="11526" y="10965"/>
                  </a:cubicBezTo>
                  <a:lnTo>
                    <a:pt x="9040" y="3255"/>
                  </a:lnTo>
                  <a:cubicBezTo>
                    <a:pt x="9006" y="3156"/>
                    <a:pt x="8928" y="3113"/>
                    <a:pt x="8848" y="3113"/>
                  </a:cubicBezTo>
                  <a:cubicBezTo>
                    <a:pt x="8721" y="3113"/>
                    <a:pt x="8591" y="3223"/>
                    <a:pt x="8641" y="3385"/>
                  </a:cubicBezTo>
                  <a:lnTo>
                    <a:pt x="11133" y="11089"/>
                  </a:lnTo>
                  <a:cubicBezTo>
                    <a:pt x="11449" y="12081"/>
                    <a:pt x="10658" y="12887"/>
                    <a:pt x="9810" y="12887"/>
                  </a:cubicBezTo>
                  <a:cubicBezTo>
                    <a:pt x="9501" y="12887"/>
                    <a:pt x="9184" y="12779"/>
                    <a:pt x="8910" y="12534"/>
                  </a:cubicBezTo>
                  <a:cubicBezTo>
                    <a:pt x="8865" y="12492"/>
                    <a:pt x="8816" y="12474"/>
                    <a:pt x="8770" y="12474"/>
                  </a:cubicBezTo>
                  <a:cubicBezTo>
                    <a:pt x="8604" y="12474"/>
                    <a:pt x="8468" y="12699"/>
                    <a:pt x="8637" y="12841"/>
                  </a:cubicBezTo>
                  <a:cubicBezTo>
                    <a:pt x="8651" y="12856"/>
                    <a:pt x="8665" y="12870"/>
                    <a:pt x="8685" y="12885"/>
                  </a:cubicBezTo>
                  <a:lnTo>
                    <a:pt x="7297" y="12885"/>
                  </a:lnTo>
                  <a:lnTo>
                    <a:pt x="7297" y="12443"/>
                  </a:lnTo>
                  <a:cubicBezTo>
                    <a:pt x="7297" y="12328"/>
                    <a:pt x="7206" y="12232"/>
                    <a:pt x="7091" y="12232"/>
                  </a:cubicBezTo>
                  <a:lnTo>
                    <a:pt x="5790" y="12232"/>
                  </a:lnTo>
                  <a:cubicBezTo>
                    <a:pt x="5675" y="12232"/>
                    <a:pt x="5584" y="12328"/>
                    <a:pt x="5584" y="12443"/>
                  </a:cubicBezTo>
                  <a:lnTo>
                    <a:pt x="5584" y="12885"/>
                  </a:lnTo>
                  <a:lnTo>
                    <a:pt x="4172" y="12885"/>
                  </a:lnTo>
                  <a:cubicBezTo>
                    <a:pt x="4748" y="12405"/>
                    <a:pt x="4758" y="11843"/>
                    <a:pt x="4984" y="11286"/>
                  </a:cubicBezTo>
                  <a:cubicBezTo>
                    <a:pt x="5152" y="10777"/>
                    <a:pt x="5632" y="10432"/>
                    <a:pt x="6169" y="10432"/>
                  </a:cubicBezTo>
                  <a:lnTo>
                    <a:pt x="6683" y="10432"/>
                  </a:lnTo>
                  <a:cubicBezTo>
                    <a:pt x="7220" y="10432"/>
                    <a:pt x="7700" y="10777"/>
                    <a:pt x="7868" y="11286"/>
                  </a:cubicBezTo>
                  <a:lnTo>
                    <a:pt x="8128" y="12069"/>
                  </a:lnTo>
                  <a:cubicBezTo>
                    <a:pt x="8161" y="12168"/>
                    <a:pt x="8239" y="12210"/>
                    <a:pt x="8317" y="12210"/>
                  </a:cubicBezTo>
                  <a:cubicBezTo>
                    <a:pt x="8445" y="12210"/>
                    <a:pt x="8575" y="12099"/>
                    <a:pt x="8521" y="11939"/>
                  </a:cubicBezTo>
                  <a:lnTo>
                    <a:pt x="8262" y="11157"/>
                  </a:lnTo>
                  <a:cubicBezTo>
                    <a:pt x="8038" y="10478"/>
                    <a:pt x="7405" y="10019"/>
                    <a:pt x="6694" y="10019"/>
                  </a:cubicBezTo>
                  <a:cubicBezTo>
                    <a:pt x="6690" y="10019"/>
                    <a:pt x="6686" y="10019"/>
                    <a:pt x="6683" y="10019"/>
                  </a:cubicBezTo>
                  <a:lnTo>
                    <a:pt x="6169" y="10019"/>
                  </a:lnTo>
                  <a:cubicBezTo>
                    <a:pt x="6165" y="10019"/>
                    <a:pt x="6162" y="10019"/>
                    <a:pt x="6158" y="10019"/>
                  </a:cubicBezTo>
                  <a:cubicBezTo>
                    <a:pt x="5447" y="10019"/>
                    <a:pt x="4814" y="10478"/>
                    <a:pt x="4590" y="11157"/>
                  </a:cubicBezTo>
                  <a:lnTo>
                    <a:pt x="4331" y="11944"/>
                  </a:lnTo>
                  <a:cubicBezTo>
                    <a:pt x="4143" y="12510"/>
                    <a:pt x="3616" y="12884"/>
                    <a:pt x="3033" y="12884"/>
                  </a:cubicBezTo>
                  <a:cubicBezTo>
                    <a:pt x="2959" y="12884"/>
                    <a:pt x="2884" y="12878"/>
                    <a:pt x="2809" y="12865"/>
                  </a:cubicBezTo>
                  <a:cubicBezTo>
                    <a:pt x="2147" y="12760"/>
                    <a:pt x="1657" y="12189"/>
                    <a:pt x="1652" y="11517"/>
                  </a:cubicBezTo>
                  <a:cubicBezTo>
                    <a:pt x="1652" y="11157"/>
                    <a:pt x="1767" y="11008"/>
                    <a:pt x="2171" y="9697"/>
                  </a:cubicBezTo>
                  <a:cubicBezTo>
                    <a:pt x="2233" y="9532"/>
                    <a:pt x="2098" y="9417"/>
                    <a:pt x="1968" y="9417"/>
                  </a:cubicBezTo>
                  <a:cubicBezTo>
                    <a:pt x="1887" y="9417"/>
                    <a:pt x="1806" y="9462"/>
                    <a:pt x="1777" y="9568"/>
                  </a:cubicBezTo>
                  <a:lnTo>
                    <a:pt x="1331" y="10965"/>
                  </a:lnTo>
                  <a:cubicBezTo>
                    <a:pt x="1191" y="11382"/>
                    <a:pt x="1215" y="11833"/>
                    <a:pt x="1393" y="12237"/>
                  </a:cubicBezTo>
                  <a:lnTo>
                    <a:pt x="1066" y="12237"/>
                  </a:lnTo>
                  <a:lnTo>
                    <a:pt x="1066" y="7849"/>
                  </a:lnTo>
                  <a:lnTo>
                    <a:pt x="1508" y="7849"/>
                  </a:lnTo>
                  <a:cubicBezTo>
                    <a:pt x="1623" y="7849"/>
                    <a:pt x="1719" y="7758"/>
                    <a:pt x="1719" y="7643"/>
                  </a:cubicBezTo>
                  <a:lnTo>
                    <a:pt x="1719" y="6342"/>
                  </a:lnTo>
                  <a:cubicBezTo>
                    <a:pt x="1719" y="6227"/>
                    <a:pt x="1623" y="6135"/>
                    <a:pt x="1508" y="6135"/>
                  </a:cubicBezTo>
                  <a:lnTo>
                    <a:pt x="1066" y="6135"/>
                  </a:lnTo>
                  <a:lnTo>
                    <a:pt x="1066" y="1719"/>
                  </a:lnTo>
                  <a:lnTo>
                    <a:pt x="1508" y="1719"/>
                  </a:lnTo>
                  <a:cubicBezTo>
                    <a:pt x="1623" y="1719"/>
                    <a:pt x="1719" y="1623"/>
                    <a:pt x="1719" y="1513"/>
                  </a:cubicBezTo>
                  <a:lnTo>
                    <a:pt x="1719" y="1066"/>
                  </a:lnTo>
                  <a:lnTo>
                    <a:pt x="4883" y="1066"/>
                  </a:lnTo>
                  <a:cubicBezTo>
                    <a:pt x="4566" y="1311"/>
                    <a:pt x="4331" y="1647"/>
                    <a:pt x="4211" y="2026"/>
                  </a:cubicBezTo>
                  <a:lnTo>
                    <a:pt x="2031" y="8780"/>
                  </a:lnTo>
                  <a:cubicBezTo>
                    <a:pt x="1969" y="8946"/>
                    <a:pt x="2103" y="9060"/>
                    <a:pt x="2234" y="9060"/>
                  </a:cubicBezTo>
                  <a:cubicBezTo>
                    <a:pt x="2315" y="9060"/>
                    <a:pt x="2395" y="9015"/>
                    <a:pt x="2425" y="8910"/>
                  </a:cubicBezTo>
                  <a:lnTo>
                    <a:pt x="4604" y="2151"/>
                  </a:lnTo>
                  <a:cubicBezTo>
                    <a:pt x="4753" y="1681"/>
                    <a:pt x="5118" y="1311"/>
                    <a:pt x="5584" y="1153"/>
                  </a:cubicBezTo>
                  <a:lnTo>
                    <a:pt x="5584" y="1513"/>
                  </a:lnTo>
                  <a:cubicBezTo>
                    <a:pt x="5584" y="1628"/>
                    <a:pt x="5675" y="1719"/>
                    <a:pt x="5790" y="1719"/>
                  </a:cubicBezTo>
                  <a:lnTo>
                    <a:pt x="7091" y="1719"/>
                  </a:lnTo>
                  <a:cubicBezTo>
                    <a:pt x="7206" y="1719"/>
                    <a:pt x="7297" y="1623"/>
                    <a:pt x="7297" y="1513"/>
                  </a:cubicBezTo>
                  <a:lnTo>
                    <a:pt x="7297" y="1162"/>
                  </a:lnTo>
                  <a:cubicBezTo>
                    <a:pt x="7748" y="1326"/>
                    <a:pt x="8099" y="1690"/>
                    <a:pt x="8248" y="2151"/>
                  </a:cubicBezTo>
                  <a:lnTo>
                    <a:pt x="8392" y="2598"/>
                  </a:lnTo>
                  <a:cubicBezTo>
                    <a:pt x="8423" y="2697"/>
                    <a:pt x="8501" y="2740"/>
                    <a:pt x="8581" y="2740"/>
                  </a:cubicBezTo>
                  <a:cubicBezTo>
                    <a:pt x="8708" y="2740"/>
                    <a:pt x="8838" y="2631"/>
                    <a:pt x="8785" y="2468"/>
                  </a:cubicBezTo>
                  <a:cubicBezTo>
                    <a:pt x="8670" y="2209"/>
                    <a:pt x="8617" y="1570"/>
                    <a:pt x="7974" y="1066"/>
                  </a:cubicBezTo>
                  <a:close/>
                  <a:moveTo>
                    <a:pt x="1302" y="12649"/>
                  </a:moveTo>
                  <a:lnTo>
                    <a:pt x="1302" y="13537"/>
                  </a:lnTo>
                  <a:lnTo>
                    <a:pt x="418" y="13537"/>
                  </a:lnTo>
                  <a:lnTo>
                    <a:pt x="418" y="12649"/>
                  </a:lnTo>
                  <a:close/>
                  <a:moveTo>
                    <a:pt x="6884" y="12649"/>
                  </a:moveTo>
                  <a:lnTo>
                    <a:pt x="6884" y="13537"/>
                  </a:lnTo>
                  <a:lnTo>
                    <a:pt x="5996" y="13537"/>
                  </a:lnTo>
                  <a:lnTo>
                    <a:pt x="5996" y="12649"/>
                  </a:lnTo>
                  <a:close/>
                  <a:moveTo>
                    <a:pt x="12438" y="12649"/>
                  </a:moveTo>
                  <a:lnTo>
                    <a:pt x="12438" y="13537"/>
                  </a:lnTo>
                  <a:lnTo>
                    <a:pt x="11550" y="13537"/>
                  </a:lnTo>
                  <a:lnTo>
                    <a:pt x="11550" y="12649"/>
                  </a:lnTo>
                  <a:close/>
                  <a:moveTo>
                    <a:pt x="212" y="1"/>
                  </a:moveTo>
                  <a:cubicBezTo>
                    <a:pt x="97" y="1"/>
                    <a:pt x="1" y="97"/>
                    <a:pt x="1" y="212"/>
                  </a:cubicBezTo>
                  <a:lnTo>
                    <a:pt x="1" y="1513"/>
                  </a:lnTo>
                  <a:cubicBezTo>
                    <a:pt x="1" y="1623"/>
                    <a:pt x="97" y="1719"/>
                    <a:pt x="212" y="1719"/>
                  </a:cubicBezTo>
                  <a:lnTo>
                    <a:pt x="654" y="1719"/>
                  </a:lnTo>
                  <a:lnTo>
                    <a:pt x="654" y="6135"/>
                  </a:lnTo>
                  <a:lnTo>
                    <a:pt x="212" y="6135"/>
                  </a:lnTo>
                  <a:cubicBezTo>
                    <a:pt x="97" y="6135"/>
                    <a:pt x="1" y="6227"/>
                    <a:pt x="1" y="6342"/>
                  </a:cubicBezTo>
                  <a:lnTo>
                    <a:pt x="1" y="7643"/>
                  </a:lnTo>
                  <a:cubicBezTo>
                    <a:pt x="1" y="7758"/>
                    <a:pt x="97" y="7849"/>
                    <a:pt x="212" y="7849"/>
                  </a:cubicBezTo>
                  <a:lnTo>
                    <a:pt x="654" y="7849"/>
                  </a:lnTo>
                  <a:lnTo>
                    <a:pt x="654" y="12237"/>
                  </a:lnTo>
                  <a:lnTo>
                    <a:pt x="212" y="12237"/>
                  </a:lnTo>
                  <a:cubicBezTo>
                    <a:pt x="97" y="12237"/>
                    <a:pt x="1" y="12328"/>
                    <a:pt x="1" y="12443"/>
                  </a:cubicBezTo>
                  <a:lnTo>
                    <a:pt x="1" y="13744"/>
                  </a:lnTo>
                  <a:cubicBezTo>
                    <a:pt x="1" y="13854"/>
                    <a:pt x="97" y="13950"/>
                    <a:pt x="212" y="13950"/>
                  </a:cubicBezTo>
                  <a:lnTo>
                    <a:pt x="1513" y="13950"/>
                  </a:lnTo>
                  <a:cubicBezTo>
                    <a:pt x="1623" y="13950"/>
                    <a:pt x="1719" y="13854"/>
                    <a:pt x="1719" y="13744"/>
                  </a:cubicBezTo>
                  <a:lnTo>
                    <a:pt x="1719" y="13297"/>
                  </a:lnTo>
                  <a:lnTo>
                    <a:pt x="5584" y="13297"/>
                  </a:lnTo>
                  <a:lnTo>
                    <a:pt x="5584" y="13744"/>
                  </a:lnTo>
                  <a:cubicBezTo>
                    <a:pt x="5584" y="13854"/>
                    <a:pt x="5675" y="13950"/>
                    <a:pt x="5790" y="13950"/>
                  </a:cubicBezTo>
                  <a:lnTo>
                    <a:pt x="7091" y="13950"/>
                  </a:lnTo>
                  <a:cubicBezTo>
                    <a:pt x="7206" y="13950"/>
                    <a:pt x="7297" y="13854"/>
                    <a:pt x="7297" y="13744"/>
                  </a:cubicBezTo>
                  <a:lnTo>
                    <a:pt x="7297" y="13297"/>
                  </a:lnTo>
                  <a:lnTo>
                    <a:pt x="11137" y="13297"/>
                  </a:lnTo>
                  <a:lnTo>
                    <a:pt x="11137" y="13744"/>
                  </a:lnTo>
                  <a:cubicBezTo>
                    <a:pt x="11137" y="13854"/>
                    <a:pt x="11229" y="13950"/>
                    <a:pt x="11344" y="13950"/>
                  </a:cubicBezTo>
                  <a:lnTo>
                    <a:pt x="12645" y="13950"/>
                  </a:lnTo>
                  <a:cubicBezTo>
                    <a:pt x="12760" y="13950"/>
                    <a:pt x="12851" y="13854"/>
                    <a:pt x="12851" y="13744"/>
                  </a:cubicBezTo>
                  <a:lnTo>
                    <a:pt x="12851" y="12443"/>
                  </a:lnTo>
                  <a:cubicBezTo>
                    <a:pt x="12851" y="12328"/>
                    <a:pt x="12760" y="12237"/>
                    <a:pt x="12645" y="12237"/>
                  </a:cubicBezTo>
                  <a:lnTo>
                    <a:pt x="12203" y="12237"/>
                  </a:lnTo>
                  <a:lnTo>
                    <a:pt x="12203" y="7849"/>
                  </a:lnTo>
                  <a:lnTo>
                    <a:pt x="12645" y="7849"/>
                  </a:lnTo>
                  <a:cubicBezTo>
                    <a:pt x="12760" y="7849"/>
                    <a:pt x="12851" y="7758"/>
                    <a:pt x="12851" y="7643"/>
                  </a:cubicBezTo>
                  <a:lnTo>
                    <a:pt x="12851" y="6342"/>
                  </a:lnTo>
                  <a:cubicBezTo>
                    <a:pt x="12851" y="6227"/>
                    <a:pt x="12760" y="6135"/>
                    <a:pt x="12645" y="6135"/>
                  </a:cubicBezTo>
                  <a:lnTo>
                    <a:pt x="12203" y="6135"/>
                  </a:lnTo>
                  <a:lnTo>
                    <a:pt x="12203" y="1719"/>
                  </a:lnTo>
                  <a:lnTo>
                    <a:pt x="12645" y="1719"/>
                  </a:lnTo>
                  <a:cubicBezTo>
                    <a:pt x="12755" y="1719"/>
                    <a:pt x="12851" y="1623"/>
                    <a:pt x="12851" y="1513"/>
                  </a:cubicBezTo>
                  <a:lnTo>
                    <a:pt x="12851" y="212"/>
                  </a:lnTo>
                  <a:cubicBezTo>
                    <a:pt x="12851" y="97"/>
                    <a:pt x="12755" y="1"/>
                    <a:pt x="12645" y="1"/>
                  </a:cubicBezTo>
                  <a:lnTo>
                    <a:pt x="11344" y="1"/>
                  </a:lnTo>
                  <a:cubicBezTo>
                    <a:pt x="11229" y="6"/>
                    <a:pt x="11137" y="97"/>
                    <a:pt x="11137" y="212"/>
                  </a:cubicBezTo>
                  <a:lnTo>
                    <a:pt x="11137" y="654"/>
                  </a:lnTo>
                  <a:lnTo>
                    <a:pt x="7297" y="654"/>
                  </a:lnTo>
                  <a:lnTo>
                    <a:pt x="7297" y="212"/>
                  </a:lnTo>
                  <a:cubicBezTo>
                    <a:pt x="7297" y="97"/>
                    <a:pt x="7206" y="1"/>
                    <a:pt x="7091" y="1"/>
                  </a:cubicBezTo>
                  <a:lnTo>
                    <a:pt x="5790" y="1"/>
                  </a:lnTo>
                  <a:cubicBezTo>
                    <a:pt x="5675" y="1"/>
                    <a:pt x="5584" y="97"/>
                    <a:pt x="5584" y="212"/>
                  </a:cubicBezTo>
                  <a:lnTo>
                    <a:pt x="5584" y="654"/>
                  </a:lnTo>
                  <a:lnTo>
                    <a:pt x="1719" y="654"/>
                  </a:lnTo>
                  <a:lnTo>
                    <a:pt x="1719" y="212"/>
                  </a:lnTo>
                  <a:cubicBezTo>
                    <a:pt x="1719"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4" name="Google Shape;14484;p83"/>
          <p:cNvGrpSpPr/>
          <p:nvPr/>
        </p:nvGrpSpPr>
        <p:grpSpPr>
          <a:xfrm>
            <a:off x="2202380" y="3365197"/>
            <a:ext cx="306255" cy="365499"/>
            <a:chOff x="2202380" y="3365197"/>
            <a:chExt cx="306255" cy="365499"/>
          </a:xfrm>
        </p:grpSpPr>
        <p:sp>
          <p:nvSpPr>
            <p:cNvPr id="14485" name="Google Shape;14485;p83"/>
            <p:cNvSpPr/>
            <p:nvPr/>
          </p:nvSpPr>
          <p:spPr>
            <a:xfrm>
              <a:off x="2230260" y="3427375"/>
              <a:ext cx="216118" cy="213288"/>
            </a:xfrm>
            <a:custGeom>
              <a:rect b="b" l="l" r="r" t="t"/>
              <a:pathLst>
                <a:path extrusionOk="0" h="8140" w="8248">
                  <a:moveTo>
                    <a:pt x="6300" y="0"/>
                  </a:moveTo>
                  <a:cubicBezTo>
                    <a:pt x="6208" y="0"/>
                    <a:pt x="6116" y="35"/>
                    <a:pt x="6044" y="105"/>
                  </a:cubicBezTo>
                  <a:lnTo>
                    <a:pt x="3548" y="2606"/>
                  </a:lnTo>
                  <a:lnTo>
                    <a:pt x="1431" y="4718"/>
                  </a:lnTo>
                  <a:cubicBezTo>
                    <a:pt x="1090" y="5063"/>
                    <a:pt x="946" y="5563"/>
                    <a:pt x="1061" y="6033"/>
                  </a:cubicBezTo>
                  <a:lnTo>
                    <a:pt x="308" y="6787"/>
                  </a:lnTo>
                  <a:cubicBezTo>
                    <a:pt x="0" y="7094"/>
                    <a:pt x="0" y="7598"/>
                    <a:pt x="308" y="7905"/>
                  </a:cubicBezTo>
                  <a:cubicBezTo>
                    <a:pt x="464" y="8062"/>
                    <a:pt x="668" y="8140"/>
                    <a:pt x="872" y="8140"/>
                  </a:cubicBezTo>
                  <a:cubicBezTo>
                    <a:pt x="1074" y="8140"/>
                    <a:pt x="1276" y="8063"/>
                    <a:pt x="1431" y="7910"/>
                  </a:cubicBezTo>
                  <a:lnTo>
                    <a:pt x="2185" y="7156"/>
                  </a:lnTo>
                  <a:cubicBezTo>
                    <a:pt x="2291" y="7181"/>
                    <a:pt x="2398" y="7193"/>
                    <a:pt x="2505" y="7193"/>
                  </a:cubicBezTo>
                  <a:cubicBezTo>
                    <a:pt x="2870" y="7193"/>
                    <a:pt x="3227" y="7050"/>
                    <a:pt x="3495" y="6782"/>
                  </a:cubicBezTo>
                  <a:lnTo>
                    <a:pt x="5612" y="4670"/>
                  </a:lnTo>
                  <a:lnTo>
                    <a:pt x="8108" y="2169"/>
                  </a:lnTo>
                  <a:cubicBezTo>
                    <a:pt x="8247" y="2030"/>
                    <a:pt x="8247" y="1804"/>
                    <a:pt x="8108" y="1665"/>
                  </a:cubicBezTo>
                  <a:lnTo>
                    <a:pt x="6553" y="105"/>
                  </a:lnTo>
                  <a:cubicBezTo>
                    <a:pt x="6483" y="35"/>
                    <a:pt x="6392" y="0"/>
                    <a:pt x="6300"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3"/>
            <p:cNvSpPr/>
            <p:nvPr/>
          </p:nvSpPr>
          <p:spPr>
            <a:xfrm>
              <a:off x="2225727" y="3427375"/>
              <a:ext cx="195366" cy="213184"/>
            </a:xfrm>
            <a:custGeom>
              <a:rect b="b" l="l" r="r" t="t"/>
              <a:pathLst>
                <a:path extrusionOk="0" h="8136" w="7456">
                  <a:moveTo>
                    <a:pt x="6473" y="0"/>
                  </a:moveTo>
                  <a:cubicBezTo>
                    <a:pt x="6381" y="0"/>
                    <a:pt x="6289" y="35"/>
                    <a:pt x="6217" y="105"/>
                  </a:cubicBezTo>
                  <a:lnTo>
                    <a:pt x="3721" y="2606"/>
                  </a:lnTo>
                  <a:lnTo>
                    <a:pt x="1604" y="4718"/>
                  </a:lnTo>
                  <a:cubicBezTo>
                    <a:pt x="1263" y="5063"/>
                    <a:pt x="1119" y="5563"/>
                    <a:pt x="1234" y="6033"/>
                  </a:cubicBezTo>
                  <a:lnTo>
                    <a:pt x="481" y="6787"/>
                  </a:lnTo>
                  <a:cubicBezTo>
                    <a:pt x="1" y="7267"/>
                    <a:pt x="308" y="8088"/>
                    <a:pt x="985" y="8136"/>
                  </a:cubicBezTo>
                  <a:cubicBezTo>
                    <a:pt x="966" y="7905"/>
                    <a:pt x="1052" y="7680"/>
                    <a:pt x="1215" y="7516"/>
                  </a:cubicBezTo>
                  <a:lnTo>
                    <a:pt x="1964" y="6768"/>
                  </a:lnTo>
                  <a:cubicBezTo>
                    <a:pt x="1854" y="6292"/>
                    <a:pt x="1993" y="5798"/>
                    <a:pt x="2338" y="5452"/>
                  </a:cubicBezTo>
                  <a:lnTo>
                    <a:pt x="4451" y="3340"/>
                  </a:lnTo>
                  <a:lnTo>
                    <a:pt x="6951" y="839"/>
                  </a:lnTo>
                  <a:cubicBezTo>
                    <a:pt x="7022" y="769"/>
                    <a:pt x="7114" y="734"/>
                    <a:pt x="7206" y="734"/>
                  </a:cubicBezTo>
                  <a:cubicBezTo>
                    <a:pt x="7296" y="734"/>
                    <a:pt x="7386" y="768"/>
                    <a:pt x="7455" y="834"/>
                  </a:cubicBezTo>
                  <a:lnTo>
                    <a:pt x="6726" y="105"/>
                  </a:lnTo>
                  <a:cubicBezTo>
                    <a:pt x="6656" y="35"/>
                    <a:pt x="6565" y="0"/>
                    <a:pt x="64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3"/>
            <p:cNvSpPr/>
            <p:nvPr/>
          </p:nvSpPr>
          <p:spPr>
            <a:xfrm>
              <a:off x="2323200" y="3427506"/>
              <a:ext cx="123178" cy="122235"/>
            </a:xfrm>
            <a:custGeom>
              <a:rect b="b" l="l" r="r" t="t"/>
              <a:pathLst>
                <a:path extrusionOk="0" h="4665" w="4701">
                  <a:moveTo>
                    <a:pt x="2753" y="0"/>
                  </a:moveTo>
                  <a:cubicBezTo>
                    <a:pt x="2661" y="0"/>
                    <a:pt x="2569" y="35"/>
                    <a:pt x="2497" y="105"/>
                  </a:cubicBezTo>
                  <a:lnTo>
                    <a:pt x="1" y="2601"/>
                  </a:lnTo>
                  <a:lnTo>
                    <a:pt x="2065" y="4665"/>
                  </a:lnTo>
                  <a:lnTo>
                    <a:pt x="4561" y="2164"/>
                  </a:lnTo>
                  <a:cubicBezTo>
                    <a:pt x="4700" y="2025"/>
                    <a:pt x="4700" y="1799"/>
                    <a:pt x="4561" y="1660"/>
                  </a:cubicBezTo>
                  <a:lnTo>
                    <a:pt x="3006" y="105"/>
                  </a:lnTo>
                  <a:cubicBezTo>
                    <a:pt x="2936" y="35"/>
                    <a:pt x="2845" y="0"/>
                    <a:pt x="275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3"/>
            <p:cNvSpPr/>
            <p:nvPr/>
          </p:nvSpPr>
          <p:spPr>
            <a:xfrm>
              <a:off x="2209507" y="3652953"/>
              <a:ext cx="51226" cy="72266"/>
            </a:xfrm>
            <a:custGeom>
              <a:rect b="b" l="l" r="r" t="t"/>
              <a:pathLst>
                <a:path extrusionOk="0" h="2758" w="1955">
                  <a:moveTo>
                    <a:pt x="1032" y="1"/>
                  </a:moveTo>
                  <a:cubicBezTo>
                    <a:pt x="964" y="1"/>
                    <a:pt x="896" y="38"/>
                    <a:pt x="864" y="112"/>
                  </a:cubicBezTo>
                  <a:lnTo>
                    <a:pt x="240" y="1548"/>
                  </a:lnTo>
                  <a:cubicBezTo>
                    <a:pt x="0" y="2095"/>
                    <a:pt x="375" y="2728"/>
                    <a:pt x="975" y="2757"/>
                  </a:cubicBezTo>
                  <a:lnTo>
                    <a:pt x="1090" y="2757"/>
                  </a:lnTo>
                  <a:cubicBezTo>
                    <a:pt x="1325" y="2748"/>
                    <a:pt x="1546" y="2632"/>
                    <a:pt x="1700" y="2450"/>
                  </a:cubicBezTo>
                  <a:cubicBezTo>
                    <a:pt x="1906" y="2196"/>
                    <a:pt x="1954" y="1850"/>
                    <a:pt x="1825" y="1548"/>
                  </a:cubicBezTo>
                  <a:lnTo>
                    <a:pt x="1340" y="429"/>
                  </a:lnTo>
                  <a:lnTo>
                    <a:pt x="1200" y="112"/>
                  </a:lnTo>
                  <a:cubicBezTo>
                    <a:pt x="1169" y="38"/>
                    <a:pt x="1101" y="1"/>
                    <a:pt x="103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3"/>
            <p:cNvSpPr/>
            <p:nvPr/>
          </p:nvSpPr>
          <p:spPr>
            <a:xfrm>
              <a:off x="2229133" y="3664193"/>
              <a:ext cx="31600" cy="52955"/>
            </a:xfrm>
            <a:custGeom>
              <a:rect b="b" l="l" r="r" t="t"/>
              <a:pathLst>
                <a:path extrusionOk="0" h="2021" w="1206">
                  <a:moveTo>
                    <a:pt x="591" y="0"/>
                  </a:moveTo>
                  <a:lnTo>
                    <a:pt x="235" y="816"/>
                  </a:lnTo>
                  <a:cubicBezTo>
                    <a:pt x="0" y="1354"/>
                    <a:pt x="365" y="1978"/>
                    <a:pt x="951" y="2021"/>
                  </a:cubicBezTo>
                  <a:cubicBezTo>
                    <a:pt x="1157" y="1767"/>
                    <a:pt x="1205" y="1421"/>
                    <a:pt x="1076" y="1119"/>
                  </a:cubicBezTo>
                  <a:lnTo>
                    <a:pt x="591"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3"/>
            <p:cNvSpPr/>
            <p:nvPr/>
          </p:nvSpPr>
          <p:spPr>
            <a:xfrm>
              <a:off x="2323200" y="3427375"/>
              <a:ext cx="97893" cy="87543"/>
            </a:xfrm>
            <a:custGeom>
              <a:rect b="b" l="l" r="r" t="t"/>
              <a:pathLst>
                <a:path extrusionOk="0" h="3341" w="3736">
                  <a:moveTo>
                    <a:pt x="2753" y="0"/>
                  </a:moveTo>
                  <a:cubicBezTo>
                    <a:pt x="2661" y="0"/>
                    <a:pt x="2569" y="35"/>
                    <a:pt x="2497" y="105"/>
                  </a:cubicBezTo>
                  <a:lnTo>
                    <a:pt x="1" y="2606"/>
                  </a:lnTo>
                  <a:lnTo>
                    <a:pt x="731" y="3340"/>
                  </a:lnTo>
                  <a:lnTo>
                    <a:pt x="3231" y="839"/>
                  </a:lnTo>
                  <a:cubicBezTo>
                    <a:pt x="3302" y="769"/>
                    <a:pt x="3394" y="734"/>
                    <a:pt x="3486" y="734"/>
                  </a:cubicBezTo>
                  <a:cubicBezTo>
                    <a:pt x="3576" y="734"/>
                    <a:pt x="3666" y="768"/>
                    <a:pt x="3735" y="834"/>
                  </a:cubicBezTo>
                  <a:lnTo>
                    <a:pt x="3006" y="105"/>
                  </a:lnTo>
                  <a:cubicBezTo>
                    <a:pt x="2936" y="35"/>
                    <a:pt x="2845" y="0"/>
                    <a:pt x="275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3"/>
            <p:cNvSpPr/>
            <p:nvPr/>
          </p:nvSpPr>
          <p:spPr>
            <a:xfrm>
              <a:off x="2379929" y="3369704"/>
              <a:ext cx="127580" cy="122470"/>
            </a:xfrm>
            <a:custGeom>
              <a:rect b="b" l="l" r="r" t="t"/>
              <a:pathLst>
                <a:path extrusionOk="0" h="4674" w="4869">
                  <a:moveTo>
                    <a:pt x="2892" y="0"/>
                  </a:moveTo>
                  <a:cubicBezTo>
                    <a:pt x="2445" y="0"/>
                    <a:pt x="2004" y="176"/>
                    <a:pt x="1671" y="506"/>
                  </a:cubicBezTo>
                  <a:lnTo>
                    <a:pt x="126" y="2051"/>
                  </a:lnTo>
                  <a:cubicBezTo>
                    <a:pt x="1" y="2181"/>
                    <a:pt x="1" y="2392"/>
                    <a:pt x="126" y="2522"/>
                  </a:cubicBezTo>
                  <a:lnTo>
                    <a:pt x="2185" y="4576"/>
                  </a:lnTo>
                  <a:cubicBezTo>
                    <a:pt x="2250" y="4641"/>
                    <a:pt x="2335" y="4674"/>
                    <a:pt x="2420" y="4674"/>
                  </a:cubicBezTo>
                  <a:cubicBezTo>
                    <a:pt x="2505" y="4674"/>
                    <a:pt x="2591" y="4641"/>
                    <a:pt x="2655" y="4576"/>
                  </a:cubicBezTo>
                  <a:lnTo>
                    <a:pt x="3927" y="3304"/>
                  </a:lnTo>
                  <a:lnTo>
                    <a:pt x="4201" y="3031"/>
                  </a:lnTo>
                  <a:cubicBezTo>
                    <a:pt x="4868" y="2359"/>
                    <a:pt x="4868" y="1269"/>
                    <a:pt x="4201" y="597"/>
                  </a:cubicBezTo>
                  <a:lnTo>
                    <a:pt x="4105" y="506"/>
                  </a:lnTo>
                  <a:cubicBezTo>
                    <a:pt x="3951" y="347"/>
                    <a:pt x="3764" y="223"/>
                    <a:pt x="3558" y="136"/>
                  </a:cubicBezTo>
                  <a:cubicBezTo>
                    <a:pt x="3343" y="45"/>
                    <a:pt x="3117" y="0"/>
                    <a:pt x="2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3"/>
            <p:cNvSpPr/>
            <p:nvPr/>
          </p:nvSpPr>
          <p:spPr>
            <a:xfrm>
              <a:off x="2439303" y="3373372"/>
              <a:ext cx="68205" cy="82931"/>
            </a:xfrm>
            <a:custGeom>
              <a:rect b="b" l="l" r="r" t="t"/>
              <a:pathLst>
                <a:path extrusionOk="0" h="3165" w="2603">
                  <a:moveTo>
                    <a:pt x="1297" y="1"/>
                  </a:moveTo>
                  <a:lnTo>
                    <a:pt x="130" y="1167"/>
                  </a:lnTo>
                  <a:cubicBezTo>
                    <a:pt x="1" y="1297"/>
                    <a:pt x="1" y="1503"/>
                    <a:pt x="130" y="1633"/>
                  </a:cubicBezTo>
                  <a:lnTo>
                    <a:pt x="1661" y="3164"/>
                  </a:lnTo>
                  <a:lnTo>
                    <a:pt x="1935" y="2891"/>
                  </a:lnTo>
                  <a:cubicBezTo>
                    <a:pt x="2602" y="2219"/>
                    <a:pt x="2602" y="1134"/>
                    <a:pt x="1935" y="457"/>
                  </a:cubicBezTo>
                  <a:lnTo>
                    <a:pt x="1839" y="366"/>
                  </a:lnTo>
                  <a:cubicBezTo>
                    <a:pt x="1685" y="207"/>
                    <a:pt x="1498" y="83"/>
                    <a:pt x="129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3"/>
            <p:cNvSpPr/>
            <p:nvPr/>
          </p:nvSpPr>
          <p:spPr>
            <a:xfrm>
              <a:off x="2347988" y="3390246"/>
              <a:ext cx="135991" cy="133345"/>
            </a:xfrm>
            <a:custGeom>
              <a:rect b="b" l="l" r="r" t="t"/>
              <a:pathLst>
                <a:path extrusionOk="0" h="5089" w="5190">
                  <a:moveTo>
                    <a:pt x="1025" y="0"/>
                  </a:moveTo>
                  <a:cubicBezTo>
                    <a:pt x="898" y="0"/>
                    <a:pt x="771" y="48"/>
                    <a:pt x="673" y="144"/>
                  </a:cubicBezTo>
                  <a:lnTo>
                    <a:pt x="193" y="624"/>
                  </a:lnTo>
                  <a:cubicBezTo>
                    <a:pt x="1" y="816"/>
                    <a:pt x="1" y="1133"/>
                    <a:pt x="193" y="1325"/>
                  </a:cubicBezTo>
                  <a:lnTo>
                    <a:pt x="802" y="1935"/>
                  </a:lnTo>
                  <a:lnTo>
                    <a:pt x="807" y="1939"/>
                  </a:lnTo>
                  <a:lnTo>
                    <a:pt x="3822" y="4949"/>
                  </a:lnTo>
                  <a:cubicBezTo>
                    <a:pt x="3917" y="5042"/>
                    <a:pt x="4042" y="5089"/>
                    <a:pt x="4167" y="5089"/>
                  </a:cubicBezTo>
                  <a:cubicBezTo>
                    <a:pt x="4294" y="5089"/>
                    <a:pt x="4421" y="5041"/>
                    <a:pt x="4518" y="4944"/>
                  </a:cubicBezTo>
                  <a:lnTo>
                    <a:pt x="4998" y="4464"/>
                  </a:lnTo>
                  <a:cubicBezTo>
                    <a:pt x="5190" y="4272"/>
                    <a:pt x="5190" y="3956"/>
                    <a:pt x="4998" y="3764"/>
                  </a:cubicBezTo>
                  <a:lnTo>
                    <a:pt x="1993" y="759"/>
                  </a:lnTo>
                  <a:lnTo>
                    <a:pt x="1378" y="144"/>
                  </a:lnTo>
                  <a:cubicBezTo>
                    <a:pt x="1280" y="48"/>
                    <a:pt x="1153" y="0"/>
                    <a:pt x="102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3"/>
            <p:cNvSpPr/>
            <p:nvPr/>
          </p:nvSpPr>
          <p:spPr>
            <a:xfrm>
              <a:off x="2364076" y="3406204"/>
              <a:ext cx="119903" cy="117387"/>
            </a:xfrm>
            <a:custGeom>
              <a:rect b="b" l="l" r="r" t="t"/>
              <a:pathLst>
                <a:path extrusionOk="0" h="4480" w="4576">
                  <a:moveTo>
                    <a:pt x="1024" y="1"/>
                  </a:moveTo>
                  <a:cubicBezTo>
                    <a:pt x="896" y="1"/>
                    <a:pt x="769" y="49"/>
                    <a:pt x="673" y="145"/>
                  </a:cubicBezTo>
                  <a:lnTo>
                    <a:pt x="193" y="625"/>
                  </a:lnTo>
                  <a:cubicBezTo>
                    <a:pt x="1" y="822"/>
                    <a:pt x="1" y="1129"/>
                    <a:pt x="188" y="1326"/>
                  </a:cubicBezTo>
                  <a:lnTo>
                    <a:pt x="193" y="1330"/>
                  </a:lnTo>
                  <a:lnTo>
                    <a:pt x="3208" y="4340"/>
                  </a:lnTo>
                  <a:cubicBezTo>
                    <a:pt x="3303" y="4433"/>
                    <a:pt x="3428" y="4480"/>
                    <a:pt x="3553" y="4480"/>
                  </a:cubicBezTo>
                  <a:cubicBezTo>
                    <a:pt x="3680" y="4480"/>
                    <a:pt x="3807" y="4432"/>
                    <a:pt x="3904" y="4335"/>
                  </a:cubicBezTo>
                  <a:lnTo>
                    <a:pt x="4384" y="3855"/>
                  </a:lnTo>
                  <a:cubicBezTo>
                    <a:pt x="4576" y="3663"/>
                    <a:pt x="4576" y="3347"/>
                    <a:pt x="4384" y="3155"/>
                  </a:cubicBezTo>
                  <a:lnTo>
                    <a:pt x="1379" y="145"/>
                  </a:lnTo>
                  <a:cubicBezTo>
                    <a:pt x="1280" y="49"/>
                    <a:pt x="1152" y="1"/>
                    <a:pt x="1024"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3"/>
            <p:cNvSpPr/>
            <p:nvPr/>
          </p:nvSpPr>
          <p:spPr>
            <a:xfrm>
              <a:off x="2277084" y="3365197"/>
              <a:ext cx="231551" cy="215751"/>
            </a:xfrm>
            <a:custGeom>
              <a:rect b="b" l="l" r="r" t="t"/>
              <a:pathLst>
                <a:path extrusionOk="0" h="8234" w="8837">
                  <a:moveTo>
                    <a:pt x="3681" y="3351"/>
                  </a:moveTo>
                  <a:lnTo>
                    <a:pt x="5447" y="5123"/>
                  </a:lnTo>
                  <a:lnTo>
                    <a:pt x="3825" y="6750"/>
                  </a:lnTo>
                  <a:lnTo>
                    <a:pt x="2054" y="4979"/>
                  </a:lnTo>
                  <a:lnTo>
                    <a:pt x="3681" y="3351"/>
                  </a:lnTo>
                  <a:close/>
                  <a:moveTo>
                    <a:pt x="7133" y="1"/>
                  </a:moveTo>
                  <a:cubicBezTo>
                    <a:pt x="6903" y="1"/>
                    <a:pt x="6851" y="359"/>
                    <a:pt x="7104" y="409"/>
                  </a:cubicBezTo>
                  <a:cubicBezTo>
                    <a:pt x="7660" y="515"/>
                    <a:pt x="7924" y="875"/>
                    <a:pt x="7977" y="918"/>
                  </a:cubicBezTo>
                  <a:cubicBezTo>
                    <a:pt x="8568" y="1508"/>
                    <a:pt x="8568" y="2463"/>
                    <a:pt x="7977" y="3059"/>
                  </a:cubicBezTo>
                  <a:lnTo>
                    <a:pt x="7156" y="3875"/>
                  </a:lnTo>
                  <a:lnTo>
                    <a:pt x="4924" y="1643"/>
                  </a:lnTo>
                  <a:lnTo>
                    <a:pt x="5745" y="827"/>
                  </a:lnTo>
                  <a:cubicBezTo>
                    <a:pt x="5923" y="649"/>
                    <a:pt x="6139" y="515"/>
                    <a:pt x="6379" y="447"/>
                  </a:cubicBezTo>
                  <a:cubicBezTo>
                    <a:pt x="6623" y="373"/>
                    <a:pt x="6546" y="38"/>
                    <a:pt x="6329" y="38"/>
                  </a:cubicBezTo>
                  <a:cubicBezTo>
                    <a:pt x="6307" y="38"/>
                    <a:pt x="6283" y="41"/>
                    <a:pt x="6259" y="49"/>
                  </a:cubicBezTo>
                  <a:cubicBezTo>
                    <a:pt x="5956" y="140"/>
                    <a:pt x="5678" y="303"/>
                    <a:pt x="5447" y="529"/>
                  </a:cubicBezTo>
                  <a:lnTo>
                    <a:pt x="4631" y="1350"/>
                  </a:lnTo>
                  <a:lnTo>
                    <a:pt x="4228" y="947"/>
                  </a:lnTo>
                  <a:cubicBezTo>
                    <a:pt x="4091" y="810"/>
                    <a:pt x="3911" y="741"/>
                    <a:pt x="3731" y="741"/>
                  </a:cubicBezTo>
                  <a:cubicBezTo>
                    <a:pt x="3551" y="741"/>
                    <a:pt x="3371" y="810"/>
                    <a:pt x="3235" y="947"/>
                  </a:cubicBezTo>
                  <a:lnTo>
                    <a:pt x="2755" y="1427"/>
                  </a:lnTo>
                  <a:cubicBezTo>
                    <a:pt x="2476" y="1705"/>
                    <a:pt x="2476" y="2147"/>
                    <a:pt x="2755" y="2425"/>
                  </a:cubicBezTo>
                  <a:lnTo>
                    <a:pt x="3383" y="3059"/>
                  </a:lnTo>
                  <a:lnTo>
                    <a:pt x="162" y="6280"/>
                  </a:lnTo>
                  <a:cubicBezTo>
                    <a:pt x="1" y="6427"/>
                    <a:pt x="146" y="6641"/>
                    <a:pt x="309" y="6641"/>
                  </a:cubicBezTo>
                  <a:cubicBezTo>
                    <a:pt x="358" y="6641"/>
                    <a:pt x="410" y="6621"/>
                    <a:pt x="455" y="6572"/>
                  </a:cubicBezTo>
                  <a:lnTo>
                    <a:pt x="1761" y="5267"/>
                  </a:lnTo>
                  <a:lnTo>
                    <a:pt x="3527" y="7038"/>
                  </a:lnTo>
                  <a:lnTo>
                    <a:pt x="2687" y="7878"/>
                  </a:lnTo>
                  <a:cubicBezTo>
                    <a:pt x="2558" y="8008"/>
                    <a:pt x="2654" y="8233"/>
                    <a:pt x="2836" y="8233"/>
                  </a:cubicBezTo>
                  <a:cubicBezTo>
                    <a:pt x="2838" y="8233"/>
                    <a:pt x="2840" y="8233"/>
                    <a:pt x="2842" y="8233"/>
                  </a:cubicBezTo>
                  <a:cubicBezTo>
                    <a:pt x="2996" y="8233"/>
                    <a:pt x="2908" y="8215"/>
                    <a:pt x="5783" y="5372"/>
                  </a:cubicBezTo>
                  <a:cubicBezTo>
                    <a:pt x="5899" y="5372"/>
                    <a:pt x="5995" y="5276"/>
                    <a:pt x="5995" y="5161"/>
                  </a:cubicBezTo>
                  <a:cubicBezTo>
                    <a:pt x="5995" y="5027"/>
                    <a:pt x="5884" y="4984"/>
                    <a:pt x="5740" y="4825"/>
                  </a:cubicBezTo>
                  <a:lnTo>
                    <a:pt x="3974" y="3054"/>
                  </a:lnTo>
                  <a:lnTo>
                    <a:pt x="3047" y="2132"/>
                  </a:lnTo>
                  <a:cubicBezTo>
                    <a:pt x="2932" y="2017"/>
                    <a:pt x="2932" y="1835"/>
                    <a:pt x="3047" y="1719"/>
                  </a:cubicBezTo>
                  <a:lnTo>
                    <a:pt x="3527" y="1239"/>
                  </a:lnTo>
                  <a:cubicBezTo>
                    <a:pt x="3585" y="1184"/>
                    <a:pt x="3659" y="1157"/>
                    <a:pt x="3733" y="1157"/>
                  </a:cubicBezTo>
                  <a:cubicBezTo>
                    <a:pt x="3807" y="1157"/>
                    <a:pt x="3880" y="1184"/>
                    <a:pt x="3935" y="1239"/>
                  </a:cubicBezTo>
                  <a:lnTo>
                    <a:pt x="7560" y="4859"/>
                  </a:lnTo>
                  <a:cubicBezTo>
                    <a:pt x="7670" y="4974"/>
                    <a:pt x="7670" y="5156"/>
                    <a:pt x="7560" y="5272"/>
                  </a:cubicBezTo>
                  <a:lnTo>
                    <a:pt x="7080" y="5752"/>
                  </a:lnTo>
                  <a:cubicBezTo>
                    <a:pt x="7022" y="5807"/>
                    <a:pt x="6948" y="5834"/>
                    <a:pt x="6873" y="5834"/>
                  </a:cubicBezTo>
                  <a:cubicBezTo>
                    <a:pt x="6799" y="5834"/>
                    <a:pt x="6724" y="5807"/>
                    <a:pt x="6667" y="5752"/>
                  </a:cubicBezTo>
                  <a:lnTo>
                    <a:pt x="6518" y="5603"/>
                  </a:lnTo>
                  <a:cubicBezTo>
                    <a:pt x="6474" y="5561"/>
                    <a:pt x="6425" y="5543"/>
                    <a:pt x="6379" y="5543"/>
                  </a:cubicBezTo>
                  <a:cubicBezTo>
                    <a:pt x="6221" y="5543"/>
                    <a:pt x="6084" y="5744"/>
                    <a:pt x="6225" y="5896"/>
                  </a:cubicBezTo>
                  <a:lnTo>
                    <a:pt x="6374" y="6044"/>
                  </a:lnTo>
                  <a:cubicBezTo>
                    <a:pt x="6511" y="6181"/>
                    <a:pt x="6691" y="6250"/>
                    <a:pt x="6871" y="6250"/>
                  </a:cubicBezTo>
                  <a:cubicBezTo>
                    <a:pt x="7052" y="6250"/>
                    <a:pt x="7233" y="6181"/>
                    <a:pt x="7372" y="6044"/>
                  </a:cubicBezTo>
                  <a:lnTo>
                    <a:pt x="7852" y="5564"/>
                  </a:lnTo>
                  <a:cubicBezTo>
                    <a:pt x="8126" y="5286"/>
                    <a:pt x="8126" y="4844"/>
                    <a:pt x="7852" y="4566"/>
                  </a:cubicBezTo>
                  <a:lnTo>
                    <a:pt x="7449" y="4168"/>
                  </a:lnTo>
                  <a:lnTo>
                    <a:pt x="8270" y="3347"/>
                  </a:lnTo>
                  <a:cubicBezTo>
                    <a:pt x="8630" y="2987"/>
                    <a:pt x="8836" y="2497"/>
                    <a:pt x="8832" y="1988"/>
                  </a:cubicBezTo>
                  <a:cubicBezTo>
                    <a:pt x="8832" y="1062"/>
                    <a:pt x="8208" y="577"/>
                    <a:pt x="8179" y="529"/>
                  </a:cubicBezTo>
                  <a:cubicBezTo>
                    <a:pt x="7905" y="260"/>
                    <a:pt x="7560" y="73"/>
                    <a:pt x="7180" y="6"/>
                  </a:cubicBezTo>
                  <a:cubicBezTo>
                    <a:pt x="7164" y="2"/>
                    <a:pt x="7148" y="1"/>
                    <a:pt x="7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3"/>
            <p:cNvSpPr/>
            <p:nvPr/>
          </p:nvSpPr>
          <p:spPr>
            <a:xfrm>
              <a:off x="2226749" y="3543426"/>
              <a:ext cx="116968" cy="102740"/>
            </a:xfrm>
            <a:custGeom>
              <a:rect b="b" l="l" r="r" t="t"/>
              <a:pathLst>
                <a:path extrusionOk="0" h="3921" w="4464">
                  <a:moveTo>
                    <a:pt x="1642" y="1"/>
                  </a:moveTo>
                  <a:cubicBezTo>
                    <a:pt x="1593" y="1"/>
                    <a:pt x="1543" y="19"/>
                    <a:pt x="1498" y="63"/>
                  </a:cubicBezTo>
                  <a:cubicBezTo>
                    <a:pt x="1483" y="92"/>
                    <a:pt x="826" y="610"/>
                    <a:pt x="970" y="1537"/>
                  </a:cubicBezTo>
                  <a:lnTo>
                    <a:pt x="293" y="2209"/>
                  </a:lnTo>
                  <a:cubicBezTo>
                    <a:pt x="106" y="2396"/>
                    <a:pt x="0" y="2651"/>
                    <a:pt x="0" y="2919"/>
                  </a:cubicBezTo>
                  <a:cubicBezTo>
                    <a:pt x="0" y="3523"/>
                    <a:pt x="493" y="3920"/>
                    <a:pt x="1007" y="3920"/>
                  </a:cubicBezTo>
                  <a:cubicBezTo>
                    <a:pt x="1254" y="3920"/>
                    <a:pt x="1505" y="3829"/>
                    <a:pt x="1709" y="3625"/>
                  </a:cubicBezTo>
                  <a:lnTo>
                    <a:pt x="2381" y="2953"/>
                  </a:lnTo>
                  <a:cubicBezTo>
                    <a:pt x="2466" y="2967"/>
                    <a:pt x="2551" y="2973"/>
                    <a:pt x="2635" y="2973"/>
                  </a:cubicBezTo>
                  <a:cubicBezTo>
                    <a:pt x="3058" y="2973"/>
                    <a:pt x="3469" y="2806"/>
                    <a:pt x="3773" y="2502"/>
                  </a:cubicBezTo>
                  <a:lnTo>
                    <a:pt x="4315" y="1959"/>
                  </a:lnTo>
                  <a:cubicBezTo>
                    <a:pt x="4463" y="1811"/>
                    <a:pt x="4324" y="1604"/>
                    <a:pt x="4164" y="1604"/>
                  </a:cubicBezTo>
                  <a:cubicBezTo>
                    <a:pt x="4116" y="1604"/>
                    <a:pt x="4067" y="1622"/>
                    <a:pt x="4023" y="1667"/>
                  </a:cubicBezTo>
                  <a:lnTo>
                    <a:pt x="3485" y="2209"/>
                  </a:lnTo>
                  <a:cubicBezTo>
                    <a:pt x="3259" y="2435"/>
                    <a:pt x="2952" y="2558"/>
                    <a:pt x="2639" y="2558"/>
                  </a:cubicBezTo>
                  <a:cubicBezTo>
                    <a:pt x="2546" y="2558"/>
                    <a:pt x="2453" y="2548"/>
                    <a:pt x="2362" y="2526"/>
                  </a:cubicBezTo>
                  <a:cubicBezTo>
                    <a:pt x="2347" y="2523"/>
                    <a:pt x="2332" y="2521"/>
                    <a:pt x="2317" y="2521"/>
                  </a:cubicBezTo>
                  <a:cubicBezTo>
                    <a:pt x="2264" y="2521"/>
                    <a:pt x="2211" y="2541"/>
                    <a:pt x="2170" y="2579"/>
                  </a:cubicBezTo>
                  <a:lnTo>
                    <a:pt x="1421" y="3332"/>
                  </a:lnTo>
                  <a:cubicBezTo>
                    <a:pt x="1306" y="3447"/>
                    <a:pt x="1155" y="3505"/>
                    <a:pt x="1004" y="3505"/>
                  </a:cubicBezTo>
                  <a:cubicBezTo>
                    <a:pt x="853" y="3505"/>
                    <a:pt x="703" y="3447"/>
                    <a:pt x="590" y="3332"/>
                  </a:cubicBezTo>
                  <a:cubicBezTo>
                    <a:pt x="360" y="3102"/>
                    <a:pt x="360" y="2732"/>
                    <a:pt x="590" y="2502"/>
                  </a:cubicBezTo>
                  <a:lnTo>
                    <a:pt x="1339" y="1753"/>
                  </a:lnTo>
                  <a:cubicBezTo>
                    <a:pt x="1392" y="1700"/>
                    <a:pt x="1411" y="1628"/>
                    <a:pt x="1397" y="1556"/>
                  </a:cubicBezTo>
                  <a:cubicBezTo>
                    <a:pt x="1224" y="812"/>
                    <a:pt x="1781" y="380"/>
                    <a:pt x="1791" y="356"/>
                  </a:cubicBezTo>
                  <a:cubicBezTo>
                    <a:pt x="1942" y="208"/>
                    <a:pt x="1803" y="1"/>
                    <a:pt x="16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83"/>
            <p:cNvSpPr/>
            <p:nvPr/>
          </p:nvSpPr>
          <p:spPr>
            <a:xfrm>
              <a:off x="2202380" y="3647529"/>
              <a:ext cx="67524" cy="83167"/>
            </a:xfrm>
            <a:custGeom>
              <a:rect b="b" l="l" r="r" t="t"/>
              <a:pathLst>
                <a:path extrusionOk="0" h="3174" w="2577">
                  <a:moveTo>
                    <a:pt x="1304" y="454"/>
                  </a:moveTo>
                  <a:lnTo>
                    <a:pt x="1905" y="1836"/>
                  </a:lnTo>
                  <a:cubicBezTo>
                    <a:pt x="2077" y="2230"/>
                    <a:pt x="1842" y="2748"/>
                    <a:pt x="1285" y="2758"/>
                  </a:cubicBezTo>
                  <a:cubicBezTo>
                    <a:pt x="805" y="2758"/>
                    <a:pt x="517" y="2259"/>
                    <a:pt x="700" y="1836"/>
                  </a:cubicBezTo>
                  <a:lnTo>
                    <a:pt x="1304" y="454"/>
                  </a:lnTo>
                  <a:close/>
                  <a:moveTo>
                    <a:pt x="1303" y="0"/>
                  </a:moveTo>
                  <a:cubicBezTo>
                    <a:pt x="1157" y="0"/>
                    <a:pt x="1012" y="79"/>
                    <a:pt x="944" y="238"/>
                  </a:cubicBezTo>
                  <a:lnTo>
                    <a:pt x="320" y="1673"/>
                  </a:lnTo>
                  <a:cubicBezTo>
                    <a:pt x="0" y="2383"/>
                    <a:pt x="528" y="3173"/>
                    <a:pt x="1292" y="3173"/>
                  </a:cubicBezTo>
                  <a:cubicBezTo>
                    <a:pt x="1318" y="3173"/>
                    <a:pt x="1345" y="3172"/>
                    <a:pt x="1372" y="3171"/>
                  </a:cubicBezTo>
                  <a:cubicBezTo>
                    <a:pt x="2125" y="3137"/>
                    <a:pt x="2577" y="2345"/>
                    <a:pt x="2284" y="1673"/>
                  </a:cubicBezTo>
                  <a:lnTo>
                    <a:pt x="1665" y="238"/>
                  </a:lnTo>
                  <a:cubicBezTo>
                    <a:pt x="1595" y="79"/>
                    <a:pt x="1448" y="0"/>
                    <a:pt x="13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8" name="Google Shape;14498;p83"/>
          <p:cNvGrpSpPr/>
          <p:nvPr/>
        </p:nvGrpSpPr>
        <p:grpSpPr>
          <a:xfrm>
            <a:off x="1759349" y="3365144"/>
            <a:ext cx="304525" cy="365394"/>
            <a:chOff x="1759349" y="3365144"/>
            <a:chExt cx="304525" cy="365394"/>
          </a:xfrm>
        </p:grpSpPr>
        <p:sp>
          <p:nvSpPr>
            <p:cNvPr id="14499" name="Google Shape;14499;p83"/>
            <p:cNvSpPr/>
            <p:nvPr/>
          </p:nvSpPr>
          <p:spPr>
            <a:xfrm>
              <a:off x="1884125" y="3689584"/>
              <a:ext cx="57121" cy="35504"/>
            </a:xfrm>
            <a:custGeom>
              <a:rect b="b" l="l" r="r" t="t"/>
              <a:pathLst>
                <a:path extrusionOk="0" h="1355" w="2180">
                  <a:moveTo>
                    <a:pt x="0" y="1"/>
                  </a:moveTo>
                  <a:lnTo>
                    <a:pt x="0" y="265"/>
                  </a:lnTo>
                  <a:cubicBezTo>
                    <a:pt x="0" y="870"/>
                    <a:pt x="485" y="1354"/>
                    <a:pt x="1090" y="1354"/>
                  </a:cubicBezTo>
                  <a:cubicBezTo>
                    <a:pt x="1690" y="1354"/>
                    <a:pt x="2179" y="870"/>
                    <a:pt x="2179" y="265"/>
                  </a:cubicBezTo>
                  <a:lnTo>
                    <a:pt x="2179"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3"/>
            <p:cNvSpPr/>
            <p:nvPr/>
          </p:nvSpPr>
          <p:spPr>
            <a:xfrm>
              <a:off x="1912659" y="3689584"/>
              <a:ext cx="28587" cy="31731"/>
            </a:xfrm>
            <a:custGeom>
              <a:rect b="b" l="l" r="r" t="t"/>
              <a:pathLst>
                <a:path extrusionOk="0" h="1211" w="1091">
                  <a:moveTo>
                    <a:pt x="1" y="1"/>
                  </a:moveTo>
                  <a:lnTo>
                    <a:pt x="1" y="265"/>
                  </a:lnTo>
                  <a:cubicBezTo>
                    <a:pt x="1" y="654"/>
                    <a:pt x="207" y="1014"/>
                    <a:pt x="548" y="1210"/>
                  </a:cubicBezTo>
                  <a:cubicBezTo>
                    <a:pt x="884" y="1014"/>
                    <a:pt x="1090" y="654"/>
                    <a:pt x="1090" y="265"/>
                  </a:cubicBezTo>
                  <a:lnTo>
                    <a:pt x="109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3"/>
            <p:cNvSpPr/>
            <p:nvPr/>
          </p:nvSpPr>
          <p:spPr>
            <a:xfrm>
              <a:off x="1814688" y="3423786"/>
              <a:ext cx="194475" cy="268733"/>
            </a:xfrm>
            <a:custGeom>
              <a:rect b="b" l="l" r="r" t="t"/>
              <a:pathLst>
                <a:path extrusionOk="0" h="10256" w="7422">
                  <a:moveTo>
                    <a:pt x="3729" y="1"/>
                  </a:moveTo>
                  <a:cubicBezTo>
                    <a:pt x="2326" y="1"/>
                    <a:pt x="1059" y="856"/>
                    <a:pt x="538" y="2167"/>
                  </a:cubicBezTo>
                  <a:cubicBezTo>
                    <a:pt x="0" y="3506"/>
                    <a:pt x="356" y="5037"/>
                    <a:pt x="1421" y="6007"/>
                  </a:cubicBezTo>
                  <a:cubicBezTo>
                    <a:pt x="1844" y="6391"/>
                    <a:pt x="2084" y="6938"/>
                    <a:pt x="2079" y="7514"/>
                  </a:cubicBezTo>
                  <a:lnTo>
                    <a:pt x="2079" y="9665"/>
                  </a:lnTo>
                  <a:cubicBezTo>
                    <a:pt x="2079" y="9991"/>
                    <a:pt x="2343" y="10255"/>
                    <a:pt x="2669" y="10255"/>
                  </a:cubicBezTo>
                  <a:lnTo>
                    <a:pt x="4810" y="10255"/>
                  </a:lnTo>
                  <a:cubicBezTo>
                    <a:pt x="5137" y="10255"/>
                    <a:pt x="5401" y="9991"/>
                    <a:pt x="5401" y="9665"/>
                  </a:cubicBezTo>
                  <a:lnTo>
                    <a:pt x="5401" y="7505"/>
                  </a:lnTo>
                  <a:cubicBezTo>
                    <a:pt x="5401" y="6924"/>
                    <a:pt x="5650" y="6372"/>
                    <a:pt x="6078" y="5983"/>
                  </a:cubicBezTo>
                  <a:cubicBezTo>
                    <a:pt x="7052" y="5080"/>
                    <a:pt x="7422" y="3708"/>
                    <a:pt x="7038" y="2440"/>
                  </a:cubicBezTo>
                  <a:cubicBezTo>
                    <a:pt x="6654" y="1178"/>
                    <a:pt x="5578" y="242"/>
                    <a:pt x="4268" y="40"/>
                  </a:cubicBezTo>
                  <a:cubicBezTo>
                    <a:pt x="4124" y="16"/>
                    <a:pt x="3970" y="2"/>
                    <a:pt x="3821" y="2"/>
                  </a:cubicBezTo>
                  <a:cubicBezTo>
                    <a:pt x="3791" y="1"/>
                    <a:pt x="3760" y="1"/>
                    <a:pt x="372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3"/>
            <p:cNvSpPr/>
            <p:nvPr/>
          </p:nvSpPr>
          <p:spPr>
            <a:xfrm>
              <a:off x="1843878" y="3424834"/>
              <a:ext cx="165154" cy="267685"/>
            </a:xfrm>
            <a:custGeom>
              <a:rect b="b" l="l" r="r" t="t"/>
              <a:pathLst>
                <a:path extrusionOk="0" h="10216" w="6303">
                  <a:moveTo>
                    <a:pt x="3149" y="0"/>
                  </a:moveTo>
                  <a:cubicBezTo>
                    <a:pt x="1839" y="207"/>
                    <a:pt x="759" y="1147"/>
                    <a:pt x="379" y="2420"/>
                  </a:cubicBezTo>
                  <a:cubicBezTo>
                    <a:pt x="0" y="3692"/>
                    <a:pt x="384" y="5074"/>
                    <a:pt x="1368" y="5967"/>
                  </a:cubicBezTo>
                  <a:cubicBezTo>
                    <a:pt x="1791" y="6351"/>
                    <a:pt x="2031" y="6898"/>
                    <a:pt x="2026" y="7474"/>
                  </a:cubicBezTo>
                  <a:lnTo>
                    <a:pt x="2026" y="9625"/>
                  </a:lnTo>
                  <a:cubicBezTo>
                    <a:pt x="2026" y="9951"/>
                    <a:pt x="2290" y="10215"/>
                    <a:pt x="2616" y="10215"/>
                  </a:cubicBezTo>
                  <a:lnTo>
                    <a:pt x="3696" y="10215"/>
                  </a:lnTo>
                  <a:cubicBezTo>
                    <a:pt x="4023" y="10215"/>
                    <a:pt x="4287" y="9951"/>
                    <a:pt x="4287" y="9625"/>
                  </a:cubicBezTo>
                  <a:lnTo>
                    <a:pt x="4287" y="7465"/>
                  </a:lnTo>
                  <a:cubicBezTo>
                    <a:pt x="4287" y="6884"/>
                    <a:pt x="4536" y="6332"/>
                    <a:pt x="4964" y="5943"/>
                  </a:cubicBezTo>
                  <a:lnTo>
                    <a:pt x="4964" y="5938"/>
                  </a:lnTo>
                  <a:cubicBezTo>
                    <a:pt x="5933" y="5040"/>
                    <a:pt x="6303" y="3668"/>
                    <a:pt x="5919" y="2400"/>
                  </a:cubicBezTo>
                  <a:cubicBezTo>
                    <a:pt x="5535" y="1138"/>
                    <a:pt x="4460" y="202"/>
                    <a:pt x="3149"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3"/>
            <p:cNvSpPr/>
            <p:nvPr/>
          </p:nvSpPr>
          <p:spPr>
            <a:xfrm>
              <a:off x="1869137" y="3623815"/>
              <a:ext cx="87071" cy="34482"/>
            </a:xfrm>
            <a:custGeom>
              <a:rect b="b" l="l" r="r" t="t"/>
              <a:pathLst>
                <a:path extrusionOk="0" h="1316" w="3323">
                  <a:moveTo>
                    <a:pt x="1" y="0"/>
                  </a:moveTo>
                  <a:lnTo>
                    <a:pt x="1" y="1315"/>
                  </a:lnTo>
                  <a:lnTo>
                    <a:pt x="3323" y="1315"/>
                  </a:lnTo>
                  <a:lnTo>
                    <a:pt x="332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3"/>
            <p:cNvSpPr/>
            <p:nvPr/>
          </p:nvSpPr>
          <p:spPr>
            <a:xfrm>
              <a:off x="1869137" y="3658272"/>
              <a:ext cx="87071" cy="34247"/>
            </a:xfrm>
            <a:custGeom>
              <a:rect b="b" l="l" r="r" t="t"/>
              <a:pathLst>
                <a:path extrusionOk="0" h="1307" w="3323">
                  <a:moveTo>
                    <a:pt x="1" y="0"/>
                  </a:moveTo>
                  <a:lnTo>
                    <a:pt x="1" y="716"/>
                  </a:lnTo>
                  <a:cubicBezTo>
                    <a:pt x="1" y="1042"/>
                    <a:pt x="265" y="1306"/>
                    <a:pt x="591" y="1306"/>
                  </a:cubicBezTo>
                  <a:lnTo>
                    <a:pt x="2732" y="1306"/>
                  </a:lnTo>
                  <a:cubicBezTo>
                    <a:pt x="3059" y="1306"/>
                    <a:pt x="3323" y="1042"/>
                    <a:pt x="3323" y="716"/>
                  </a:cubicBezTo>
                  <a:lnTo>
                    <a:pt x="3323"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3"/>
            <p:cNvSpPr/>
            <p:nvPr/>
          </p:nvSpPr>
          <p:spPr>
            <a:xfrm>
              <a:off x="1896938" y="3623815"/>
              <a:ext cx="59270" cy="34482"/>
            </a:xfrm>
            <a:custGeom>
              <a:rect b="b" l="l" r="r" t="t"/>
              <a:pathLst>
                <a:path extrusionOk="0" h="1316" w="2262">
                  <a:moveTo>
                    <a:pt x="1" y="0"/>
                  </a:moveTo>
                  <a:lnTo>
                    <a:pt x="1" y="1315"/>
                  </a:lnTo>
                  <a:lnTo>
                    <a:pt x="2262" y="1315"/>
                  </a:lnTo>
                  <a:lnTo>
                    <a:pt x="226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3"/>
            <p:cNvSpPr/>
            <p:nvPr/>
          </p:nvSpPr>
          <p:spPr>
            <a:xfrm>
              <a:off x="1896938" y="3658272"/>
              <a:ext cx="59270" cy="34247"/>
            </a:xfrm>
            <a:custGeom>
              <a:rect b="b" l="l" r="r" t="t"/>
              <a:pathLst>
                <a:path extrusionOk="0" h="1307" w="2262">
                  <a:moveTo>
                    <a:pt x="1" y="0"/>
                  </a:moveTo>
                  <a:lnTo>
                    <a:pt x="1" y="716"/>
                  </a:lnTo>
                  <a:cubicBezTo>
                    <a:pt x="1" y="1042"/>
                    <a:pt x="265" y="1306"/>
                    <a:pt x="591" y="1306"/>
                  </a:cubicBezTo>
                  <a:lnTo>
                    <a:pt x="1671" y="1306"/>
                  </a:lnTo>
                  <a:cubicBezTo>
                    <a:pt x="1998" y="1306"/>
                    <a:pt x="2262" y="1042"/>
                    <a:pt x="2262" y="716"/>
                  </a:cubicBezTo>
                  <a:lnTo>
                    <a:pt x="2262"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3"/>
            <p:cNvSpPr/>
            <p:nvPr/>
          </p:nvSpPr>
          <p:spPr>
            <a:xfrm>
              <a:off x="1777061" y="3569524"/>
              <a:ext cx="37155" cy="23215"/>
            </a:xfrm>
            <a:custGeom>
              <a:rect b="b" l="l" r="r" t="t"/>
              <a:pathLst>
                <a:path extrusionOk="0" h="886" w="1418">
                  <a:moveTo>
                    <a:pt x="1121" y="0"/>
                  </a:moveTo>
                  <a:cubicBezTo>
                    <a:pt x="1088" y="0"/>
                    <a:pt x="1054" y="9"/>
                    <a:pt x="1019" y="27"/>
                  </a:cubicBezTo>
                  <a:lnTo>
                    <a:pt x="217" y="488"/>
                  </a:lnTo>
                  <a:cubicBezTo>
                    <a:pt x="1" y="600"/>
                    <a:pt x="119" y="886"/>
                    <a:pt x="306" y="886"/>
                  </a:cubicBezTo>
                  <a:cubicBezTo>
                    <a:pt x="343" y="886"/>
                    <a:pt x="383" y="874"/>
                    <a:pt x="424" y="848"/>
                  </a:cubicBezTo>
                  <a:lnTo>
                    <a:pt x="1230" y="387"/>
                  </a:lnTo>
                  <a:cubicBezTo>
                    <a:pt x="1418" y="265"/>
                    <a:pt x="1304" y="0"/>
                    <a:pt x="11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3"/>
            <p:cNvSpPr/>
            <p:nvPr/>
          </p:nvSpPr>
          <p:spPr>
            <a:xfrm>
              <a:off x="2007015" y="3571201"/>
              <a:ext cx="36998" cy="23320"/>
            </a:xfrm>
            <a:custGeom>
              <a:rect b="b" l="l" r="r" t="t"/>
              <a:pathLst>
                <a:path extrusionOk="0" h="890" w="1412">
                  <a:moveTo>
                    <a:pt x="307" y="1"/>
                  </a:moveTo>
                  <a:cubicBezTo>
                    <a:pt x="120" y="1"/>
                    <a:pt x="1" y="288"/>
                    <a:pt x="216" y="400"/>
                  </a:cubicBezTo>
                  <a:cubicBezTo>
                    <a:pt x="1046" y="866"/>
                    <a:pt x="1027" y="890"/>
                    <a:pt x="1128" y="890"/>
                  </a:cubicBezTo>
                  <a:cubicBezTo>
                    <a:pt x="1334" y="885"/>
                    <a:pt x="1411" y="611"/>
                    <a:pt x="1229" y="501"/>
                  </a:cubicBezTo>
                  <a:lnTo>
                    <a:pt x="427" y="40"/>
                  </a:lnTo>
                  <a:cubicBezTo>
                    <a:pt x="386" y="13"/>
                    <a:pt x="34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3"/>
            <p:cNvSpPr/>
            <p:nvPr/>
          </p:nvSpPr>
          <p:spPr>
            <a:xfrm>
              <a:off x="1822601" y="3479911"/>
              <a:ext cx="155171" cy="250627"/>
            </a:xfrm>
            <a:custGeom>
              <a:rect b="b" l="l" r="r" t="t"/>
              <a:pathLst>
                <a:path extrusionOk="0" h="9565" w="5922">
                  <a:moveTo>
                    <a:pt x="4691" y="418"/>
                  </a:moveTo>
                  <a:cubicBezTo>
                    <a:pt x="4907" y="418"/>
                    <a:pt x="5084" y="596"/>
                    <a:pt x="5084" y="817"/>
                  </a:cubicBezTo>
                  <a:cubicBezTo>
                    <a:pt x="5084" y="1033"/>
                    <a:pt x="4907" y="1210"/>
                    <a:pt x="4691" y="1210"/>
                  </a:cubicBezTo>
                  <a:lnTo>
                    <a:pt x="4244" y="1210"/>
                  </a:lnTo>
                  <a:lnTo>
                    <a:pt x="4244" y="817"/>
                  </a:lnTo>
                  <a:cubicBezTo>
                    <a:pt x="4244" y="596"/>
                    <a:pt x="4422" y="418"/>
                    <a:pt x="4638" y="418"/>
                  </a:cubicBezTo>
                  <a:close/>
                  <a:moveTo>
                    <a:pt x="2238" y="418"/>
                  </a:moveTo>
                  <a:cubicBezTo>
                    <a:pt x="2459" y="418"/>
                    <a:pt x="2636" y="596"/>
                    <a:pt x="2636" y="817"/>
                  </a:cubicBezTo>
                  <a:lnTo>
                    <a:pt x="2636" y="1215"/>
                  </a:lnTo>
                  <a:lnTo>
                    <a:pt x="2190" y="1215"/>
                  </a:lnTo>
                  <a:cubicBezTo>
                    <a:pt x="1969" y="1215"/>
                    <a:pt x="1791" y="1033"/>
                    <a:pt x="1791" y="817"/>
                  </a:cubicBezTo>
                  <a:cubicBezTo>
                    <a:pt x="1791" y="596"/>
                    <a:pt x="1969" y="418"/>
                    <a:pt x="2190" y="418"/>
                  </a:cubicBezTo>
                  <a:close/>
                  <a:moveTo>
                    <a:pt x="4892" y="5699"/>
                  </a:moveTo>
                  <a:lnTo>
                    <a:pt x="4892" y="6596"/>
                  </a:lnTo>
                  <a:lnTo>
                    <a:pt x="1988" y="6596"/>
                  </a:lnTo>
                  <a:lnTo>
                    <a:pt x="1988" y="5699"/>
                  </a:lnTo>
                  <a:close/>
                  <a:moveTo>
                    <a:pt x="4892" y="7014"/>
                  </a:moveTo>
                  <a:lnTo>
                    <a:pt x="4892" y="7585"/>
                  </a:lnTo>
                  <a:cubicBezTo>
                    <a:pt x="4892" y="7758"/>
                    <a:pt x="4748" y="7902"/>
                    <a:pt x="4571" y="7902"/>
                  </a:cubicBezTo>
                  <a:lnTo>
                    <a:pt x="2305" y="7902"/>
                  </a:lnTo>
                  <a:cubicBezTo>
                    <a:pt x="2132" y="7902"/>
                    <a:pt x="1988" y="7758"/>
                    <a:pt x="1988" y="7585"/>
                  </a:cubicBezTo>
                  <a:lnTo>
                    <a:pt x="1988" y="7014"/>
                  </a:lnTo>
                  <a:close/>
                  <a:moveTo>
                    <a:pt x="2190" y="1"/>
                  </a:moveTo>
                  <a:cubicBezTo>
                    <a:pt x="1743" y="1"/>
                    <a:pt x="1378" y="366"/>
                    <a:pt x="1378" y="812"/>
                  </a:cubicBezTo>
                  <a:cubicBezTo>
                    <a:pt x="1378" y="1263"/>
                    <a:pt x="1743" y="1628"/>
                    <a:pt x="2190" y="1628"/>
                  </a:cubicBezTo>
                  <a:lnTo>
                    <a:pt x="2636" y="1628"/>
                  </a:lnTo>
                  <a:lnTo>
                    <a:pt x="2636" y="3322"/>
                  </a:lnTo>
                  <a:cubicBezTo>
                    <a:pt x="2636" y="3462"/>
                    <a:pt x="2741" y="3531"/>
                    <a:pt x="2845" y="3531"/>
                  </a:cubicBezTo>
                  <a:cubicBezTo>
                    <a:pt x="2949" y="3531"/>
                    <a:pt x="3054" y="3462"/>
                    <a:pt x="3054" y="3322"/>
                  </a:cubicBezTo>
                  <a:lnTo>
                    <a:pt x="3054" y="1628"/>
                  </a:lnTo>
                  <a:lnTo>
                    <a:pt x="3822" y="1628"/>
                  </a:lnTo>
                  <a:lnTo>
                    <a:pt x="3822" y="5281"/>
                  </a:lnTo>
                  <a:lnTo>
                    <a:pt x="3059" y="5281"/>
                  </a:lnTo>
                  <a:lnTo>
                    <a:pt x="3059" y="4158"/>
                  </a:lnTo>
                  <a:cubicBezTo>
                    <a:pt x="3059" y="4019"/>
                    <a:pt x="2954" y="3949"/>
                    <a:pt x="2850" y="3949"/>
                  </a:cubicBezTo>
                  <a:cubicBezTo>
                    <a:pt x="2745" y="3949"/>
                    <a:pt x="2641" y="4019"/>
                    <a:pt x="2641" y="4158"/>
                  </a:cubicBezTo>
                  <a:lnTo>
                    <a:pt x="2641" y="5281"/>
                  </a:lnTo>
                  <a:lnTo>
                    <a:pt x="1988" y="5281"/>
                  </a:lnTo>
                  <a:cubicBezTo>
                    <a:pt x="1969" y="4676"/>
                    <a:pt x="1705" y="4105"/>
                    <a:pt x="1258" y="3697"/>
                  </a:cubicBezTo>
                  <a:cubicBezTo>
                    <a:pt x="913" y="3380"/>
                    <a:pt x="639" y="2996"/>
                    <a:pt x="452" y="2564"/>
                  </a:cubicBezTo>
                  <a:cubicBezTo>
                    <a:pt x="414" y="2472"/>
                    <a:pt x="341" y="2433"/>
                    <a:pt x="268" y="2433"/>
                  </a:cubicBezTo>
                  <a:cubicBezTo>
                    <a:pt x="135" y="2433"/>
                    <a:pt x="0" y="2559"/>
                    <a:pt x="68" y="2722"/>
                  </a:cubicBezTo>
                  <a:cubicBezTo>
                    <a:pt x="274" y="3212"/>
                    <a:pt x="586" y="3649"/>
                    <a:pt x="975" y="4004"/>
                  </a:cubicBezTo>
                  <a:cubicBezTo>
                    <a:pt x="1354" y="4350"/>
                    <a:pt x="1571" y="4835"/>
                    <a:pt x="1575" y="5348"/>
                  </a:cubicBezTo>
                  <a:lnTo>
                    <a:pt x="1575" y="7585"/>
                  </a:lnTo>
                  <a:cubicBezTo>
                    <a:pt x="1575" y="7926"/>
                    <a:pt x="1811" y="8224"/>
                    <a:pt x="2147" y="8300"/>
                  </a:cubicBezTo>
                  <a:cubicBezTo>
                    <a:pt x="2147" y="8483"/>
                    <a:pt x="2190" y="8660"/>
                    <a:pt x="2271" y="8824"/>
                  </a:cubicBezTo>
                  <a:cubicBezTo>
                    <a:pt x="2311" y="8910"/>
                    <a:pt x="2380" y="8946"/>
                    <a:pt x="2451" y="8946"/>
                  </a:cubicBezTo>
                  <a:cubicBezTo>
                    <a:pt x="2587" y="8946"/>
                    <a:pt x="2725" y="8811"/>
                    <a:pt x="2646" y="8646"/>
                  </a:cubicBezTo>
                  <a:cubicBezTo>
                    <a:pt x="2598" y="8545"/>
                    <a:pt x="2569" y="8430"/>
                    <a:pt x="2564" y="8320"/>
                  </a:cubicBezTo>
                  <a:lnTo>
                    <a:pt x="4326" y="8320"/>
                  </a:lnTo>
                  <a:cubicBezTo>
                    <a:pt x="4295" y="8803"/>
                    <a:pt x="3893" y="9150"/>
                    <a:pt x="3444" y="9150"/>
                  </a:cubicBezTo>
                  <a:cubicBezTo>
                    <a:pt x="3341" y="9150"/>
                    <a:pt x="3235" y="9132"/>
                    <a:pt x="3131" y="9092"/>
                  </a:cubicBezTo>
                  <a:cubicBezTo>
                    <a:pt x="3101" y="9081"/>
                    <a:pt x="3073" y="9076"/>
                    <a:pt x="3047" y="9076"/>
                  </a:cubicBezTo>
                  <a:cubicBezTo>
                    <a:pt x="2843" y="9076"/>
                    <a:pt x="2752" y="9392"/>
                    <a:pt x="2982" y="9481"/>
                  </a:cubicBezTo>
                  <a:cubicBezTo>
                    <a:pt x="3133" y="9538"/>
                    <a:pt x="3287" y="9564"/>
                    <a:pt x="3437" y="9564"/>
                  </a:cubicBezTo>
                  <a:cubicBezTo>
                    <a:pt x="4113" y="9564"/>
                    <a:pt x="4715" y="9027"/>
                    <a:pt x="4739" y="8300"/>
                  </a:cubicBezTo>
                  <a:cubicBezTo>
                    <a:pt x="5070" y="8219"/>
                    <a:pt x="5305" y="7921"/>
                    <a:pt x="5305" y="7580"/>
                  </a:cubicBezTo>
                  <a:lnTo>
                    <a:pt x="5305" y="5377"/>
                  </a:lnTo>
                  <a:cubicBezTo>
                    <a:pt x="5305" y="4916"/>
                    <a:pt x="5473" y="4470"/>
                    <a:pt x="5780" y="4124"/>
                  </a:cubicBezTo>
                  <a:cubicBezTo>
                    <a:pt x="5922" y="3968"/>
                    <a:pt x="5781" y="3771"/>
                    <a:pt x="5623" y="3771"/>
                  </a:cubicBezTo>
                  <a:cubicBezTo>
                    <a:pt x="5572" y="3771"/>
                    <a:pt x="5519" y="3792"/>
                    <a:pt x="5473" y="3841"/>
                  </a:cubicBezTo>
                  <a:lnTo>
                    <a:pt x="5478" y="3846"/>
                  </a:lnTo>
                  <a:cubicBezTo>
                    <a:pt x="5118" y="4244"/>
                    <a:pt x="4911" y="4748"/>
                    <a:pt x="4892" y="5281"/>
                  </a:cubicBezTo>
                  <a:lnTo>
                    <a:pt x="4244" y="5281"/>
                  </a:lnTo>
                  <a:lnTo>
                    <a:pt x="4244" y="1628"/>
                  </a:lnTo>
                  <a:lnTo>
                    <a:pt x="4691" y="1628"/>
                  </a:lnTo>
                  <a:cubicBezTo>
                    <a:pt x="5137" y="1628"/>
                    <a:pt x="5502" y="1263"/>
                    <a:pt x="5502" y="812"/>
                  </a:cubicBezTo>
                  <a:cubicBezTo>
                    <a:pt x="5502" y="366"/>
                    <a:pt x="5137" y="1"/>
                    <a:pt x="4691" y="1"/>
                  </a:cubicBezTo>
                  <a:lnTo>
                    <a:pt x="4638" y="1"/>
                  </a:lnTo>
                  <a:cubicBezTo>
                    <a:pt x="4191" y="1"/>
                    <a:pt x="3827" y="366"/>
                    <a:pt x="3827" y="812"/>
                  </a:cubicBezTo>
                  <a:lnTo>
                    <a:pt x="3827" y="1210"/>
                  </a:lnTo>
                  <a:lnTo>
                    <a:pt x="3059" y="1210"/>
                  </a:lnTo>
                  <a:lnTo>
                    <a:pt x="3059" y="812"/>
                  </a:lnTo>
                  <a:cubicBezTo>
                    <a:pt x="3054" y="366"/>
                    <a:pt x="2689" y="1"/>
                    <a:pt x="22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3"/>
            <p:cNvSpPr/>
            <p:nvPr/>
          </p:nvSpPr>
          <p:spPr>
            <a:xfrm>
              <a:off x="1816837" y="3418152"/>
              <a:ext cx="191829" cy="155721"/>
            </a:xfrm>
            <a:custGeom>
              <a:rect b="b" l="l" r="r" t="t"/>
              <a:pathLst>
                <a:path extrusionOk="0" h="5943" w="7321">
                  <a:moveTo>
                    <a:pt x="3691" y="1"/>
                  </a:moveTo>
                  <a:cubicBezTo>
                    <a:pt x="1810" y="1"/>
                    <a:pt x="0" y="1459"/>
                    <a:pt x="0" y="3659"/>
                  </a:cubicBezTo>
                  <a:cubicBezTo>
                    <a:pt x="0" y="3851"/>
                    <a:pt x="14" y="4043"/>
                    <a:pt x="43" y="4230"/>
                  </a:cubicBezTo>
                  <a:cubicBezTo>
                    <a:pt x="58" y="4358"/>
                    <a:pt x="153" y="4416"/>
                    <a:pt x="248" y="4416"/>
                  </a:cubicBezTo>
                  <a:cubicBezTo>
                    <a:pt x="367" y="4416"/>
                    <a:pt x="488" y="4325"/>
                    <a:pt x="456" y="4167"/>
                  </a:cubicBezTo>
                  <a:cubicBezTo>
                    <a:pt x="182" y="2319"/>
                    <a:pt x="1522" y="620"/>
                    <a:pt x="3384" y="457"/>
                  </a:cubicBezTo>
                  <a:cubicBezTo>
                    <a:pt x="3478" y="449"/>
                    <a:pt x="3571" y="445"/>
                    <a:pt x="3663" y="445"/>
                  </a:cubicBezTo>
                  <a:cubicBezTo>
                    <a:pt x="5405" y="445"/>
                    <a:pt x="6862" y="1838"/>
                    <a:pt x="6903" y="3615"/>
                  </a:cubicBezTo>
                  <a:lnTo>
                    <a:pt x="6903" y="3659"/>
                  </a:lnTo>
                  <a:cubicBezTo>
                    <a:pt x="6903" y="4359"/>
                    <a:pt x="6672" y="5046"/>
                    <a:pt x="6250" y="5607"/>
                  </a:cubicBezTo>
                  <a:cubicBezTo>
                    <a:pt x="6128" y="5768"/>
                    <a:pt x="6271" y="5943"/>
                    <a:pt x="6422" y="5943"/>
                  </a:cubicBezTo>
                  <a:cubicBezTo>
                    <a:pt x="6478" y="5943"/>
                    <a:pt x="6536" y="5918"/>
                    <a:pt x="6581" y="5857"/>
                  </a:cubicBezTo>
                  <a:cubicBezTo>
                    <a:pt x="7061" y="5223"/>
                    <a:pt x="7320" y="4451"/>
                    <a:pt x="7316" y="3659"/>
                  </a:cubicBezTo>
                  <a:lnTo>
                    <a:pt x="7316" y="3606"/>
                  </a:lnTo>
                  <a:cubicBezTo>
                    <a:pt x="7306" y="2655"/>
                    <a:pt x="6922" y="1748"/>
                    <a:pt x="6245" y="1076"/>
                  </a:cubicBezTo>
                  <a:cubicBezTo>
                    <a:pt x="5504" y="333"/>
                    <a:pt x="4589" y="1"/>
                    <a:pt x="36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3"/>
            <p:cNvSpPr/>
            <p:nvPr/>
          </p:nvSpPr>
          <p:spPr>
            <a:xfrm>
              <a:off x="1907262" y="3365144"/>
              <a:ext cx="10979" cy="35295"/>
            </a:xfrm>
            <a:custGeom>
              <a:rect b="b" l="l" r="r" t="t"/>
              <a:pathLst>
                <a:path extrusionOk="0" h="1347" w="419">
                  <a:moveTo>
                    <a:pt x="209" y="1"/>
                  </a:moveTo>
                  <a:cubicBezTo>
                    <a:pt x="105" y="1"/>
                    <a:pt x="0" y="70"/>
                    <a:pt x="0" y="209"/>
                  </a:cubicBezTo>
                  <a:lnTo>
                    <a:pt x="0" y="1141"/>
                  </a:lnTo>
                  <a:cubicBezTo>
                    <a:pt x="0" y="1256"/>
                    <a:pt x="92" y="1347"/>
                    <a:pt x="207" y="1347"/>
                  </a:cubicBezTo>
                  <a:cubicBezTo>
                    <a:pt x="322" y="1347"/>
                    <a:pt x="418" y="1256"/>
                    <a:pt x="418" y="1141"/>
                  </a:cubicBezTo>
                  <a:lnTo>
                    <a:pt x="418" y="209"/>
                  </a:lnTo>
                  <a:cubicBezTo>
                    <a:pt x="418" y="70"/>
                    <a:pt x="314" y="1"/>
                    <a:pt x="2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3"/>
            <p:cNvSpPr/>
            <p:nvPr/>
          </p:nvSpPr>
          <p:spPr>
            <a:xfrm>
              <a:off x="1833135" y="3384194"/>
              <a:ext cx="26674" cy="32203"/>
            </a:xfrm>
            <a:custGeom>
              <a:rect b="b" l="l" r="r" t="t"/>
              <a:pathLst>
                <a:path extrusionOk="0" h="1229" w="1018">
                  <a:moveTo>
                    <a:pt x="275" y="0"/>
                  </a:moveTo>
                  <a:cubicBezTo>
                    <a:pt x="136" y="0"/>
                    <a:pt x="1" y="145"/>
                    <a:pt x="84" y="308"/>
                  </a:cubicBezTo>
                  <a:lnTo>
                    <a:pt x="549" y="1110"/>
                  </a:lnTo>
                  <a:cubicBezTo>
                    <a:pt x="592" y="1194"/>
                    <a:pt x="660" y="1228"/>
                    <a:pt x="728" y="1228"/>
                  </a:cubicBezTo>
                  <a:cubicBezTo>
                    <a:pt x="873" y="1228"/>
                    <a:pt x="1017" y="1070"/>
                    <a:pt x="909" y="903"/>
                  </a:cubicBezTo>
                  <a:lnTo>
                    <a:pt x="444" y="97"/>
                  </a:lnTo>
                  <a:cubicBezTo>
                    <a:pt x="399" y="29"/>
                    <a:pt x="33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3"/>
            <p:cNvSpPr/>
            <p:nvPr/>
          </p:nvSpPr>
          <p:spPr>
            <a:xfrm>
              <a:off x="1778214" y="3436415"/>
              <a:ext cx="37155" cy="23320"/>
            </a:xfrm>
            <a:custGeom>
              <a:rect b="b" l="l" r="r" t="t"/>
              <a:pathLst>
                <a:path extrusionOk="0" h="890" w="1418">
                  <a:moveTo>
                    <a:pt x="305" y="1"/>
                  </a:moveTo>
                  <a:cubicBezTo>
                    <a:pt x="118" y="1"/>
                    <a:pt x="0" y="286"/>
                    <a:pt x="216" y="398"/>
                  </a:cubicBezTo>
                  <a:lnTo>
                    <a:pt x="1023" y="864"/>
                  </a:lnTo>
                  <a:cubicBezTo>
                    <a:pt x="1057" y="882"/>
                    <a:pt x="1091" y="889"/>
                    <a:pt x="1122" y="889"/>
                  </a:cubicBezTo>
                  <a:cubicBezTo>
                    <a:pt x="1306" y="889"/>
                    <a:pt x="1418" y="627"/>
                    <a:pt x="1229" y="504"/>
                  </a:cubicBezTo>
                  <a:lnTo>
                    <a:pt x="423" y="38"/>
                  </a:lnTo>
                  <a:cubicBezTo>
                    <a:pt x="382" y="12"/>
                    <a:pt x="342"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3"/>
            <p:cNvSpPr/>
            <p:nvPr/>
          </p:nvSpPr>
          <p:spPr>
            <a:xfrm>
              <a:off x="1759349" y="3508970"/>
              <a:ext cx="37129" cy="10979"/>
            </a:xfrm>
            <a:custGeom>
              <a:rect b="b" l="l" r="r" t="t"/>
              <a:pathLst>
                <a:path extrusionOk="0" h="419" w="1417">
                  <a:moveTo>
                    <a:pt x="279" y="1"/>
                  </a:moveTo>
                  <a:cubicBezTo>
                    <a:pt x="0" y="1"/>
                    <a:pt x="0" y="418"/>
                    <a:pt x="279" y="418"/>
                  </a:cubicBezTo>
                  <a:lnTo>
                    <a:pt x="1205" y="418"/>
                  </a:lnTo>
                  <a:cubicBezTo>
                    <a:pt x="1320" y="418"/>
                    <a:pt x="1416" y="327"/>
                    <a:pt x="1416" y="212"/>
                  </a:cubicBezTo>
                  <a:cubicBezTo>
                    <a:pt x="1416" y="97"/>
                    <a:pt x="1320" y="1"/>
                    <a:pt x="1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3"/>
            <p:cNvSpPr/>
            <p:nvPr/>
          </p:nvSpPr>
          <p:spPr>
            <a:xfrm>
              <a:off x="2024858" y="3511354"/>
              <a:ext cx="39016" cy="10848"/>
            </a:xfrm>
            <a:custGeom>
              <a:rect b="b" l="l" r="r" t="t"/>
              <a:pathLst>
                <a:path extrusionOk="0" h="414" w="1489">
                  <a:moveTo>
                    <a:pt x="279" y="1"/>
                  </a:moveTo>
                  <a:cubicBezTo>
                    <a:pt x="1" y="1"/>
                    <a:pt x="1" y="414"/>
                    <a:pt x="279" y="414"/>
                  </a:cubicBezTo>
                  <a:lnTo>
                    <a:pt x="1210" y="414"/>
                  </a:lnTo>
                  <a:cubicBezTo>
                    <a:pt x="1489" y="414"/>
                    <a:pt x="1489" y="1"/>
                    <a:pt x="1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3"/>
            <p:cNvSpPr/>
            <p:nvPr/>
          </p:nvSpPr>
          <p:spPr>
            <a:xfrm>
              <a:off x="2008875" y="3438826"/>
              <a:ext cx="36526" cy="22927"/>
            </a:xfrm>
            <a:custGeom>
              <a:rect b="b" l="l" r="r" t="t"/>
              <a:pathLst>
                <a:path extrusionOk="0" h="875" w="1394">
                  <a:moveTo>
                    <a:pt x="1097" y="1"/>
                  </a:moveTo>
                  <a:cubicBezTo>
                    <a:pt x="1064" y="1"/>
                    <a:pt x="1030" y="9"/>
                    <a:pt x="995" y="28"/>
                  </a:cubicBezTo>
                  <a:lnTo>
                    <a:pt x="193" y="489"/>
                  </a:lnTo>
                  <a:cubicBezTo>
                    <a:pt x="1" y="612"/>
                    <a:pt x="116" y="874"/>
                    <a:pt x="299" y="874"/>
                  </a:cubicBezTo>
                  <a:cubicBezTo>
                    <a:pt x="331" y="874"/>
                    <a:pt x="365" y="866"/>
                    <a:pt x="399" y="849"/>
                  </a:cubicBezTo>
                  <a:lnTo>
                    <a:pt x="1206" y="388"/>
                  </a:lnTo>
                  <a:cubicBezTo>
                    <a:pt x="1394" y="265"/>
                    <a:pt x="1280" y="1"/>
                    <a:pt x="1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3"/>
            <p:cNvSpPr/>
            <p:nvPr/>
          </p:nvSpPr>
          <p:spPr>
            <a:xfrm>
              <a:off x="1966008" y="3385373"/>
              <a:ext cx="25967" cy="31810"/>
            </a:xfrm>
            <a:custGeom>
              <a:rect b="b" l="l" r="r" t="t"/>
              <a:pathLst>
                <a:path extrusionOk="0" h="1214" w="991">
                  <a:moveTo>
                    <a:pt x="718" y="0"/>
                  </a:moveTo>
                  <a:cubicBezTo>
                    <a:pt x="655" y="0"/>
                    <a:pt x="592" y="30"/>
                    <a:pt x="547" y="100"/>
                  </a:cubicBezTo>
                  <a:lnTo>
                    <a:pt x="82" y="901"/>
                  </a:lnTo>
                  <a:cubicBezTo>
                    <a:pt x="0" y="1041"/>
                    <a:pt x="101" y="1213"/>
                    <a:pt x="264" y="1213"/>
                  </a:cubicBezTo>
                  <a:cubicBezTo>
                    <a:pt x="336" y="1213"/>
                    <a:pt x="403" y="1175"/>
                    <a:pt x="442" y="1113"/>
                  </a:cubicBezTo>
                  <a:lnTo>
                    <a:pt x="907" y="306"/>
                  </a:lnTo>
                  <a:cubicBezTo>
                    <a:pt x="990" y="144"/>
                    <a:pt x="856" y="0"/>
                    <a:pt x="7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8" name="Google Shape;14518;p83"/>
          <p:cNvGrpSpPr/>
          <p:nvPr/>
        </p:nvGrpSpPr>
        <p:grpSpPr>
          <a:xfrm>
            <a:off x="4110892" y="2421802"/>
            <a:ext cx="95115" cy="365368"/>
            <a:chOff x="4110892" y="2421802"/>
            <a:chExt cx="95115" cy="365368"/>
          </a:xfrm>
        </p:grpSpPr>
        <p:sp>
          <p:nvSpPr>
            <p:cNvPr id="14519" name="Google Shape;14519;p83"/>
            <p:cNvSpPr/>
            <p:nvPr/>
          </p:nvSpPr>
          <p:spPr>
            <a:xfrm>
              <a:off x="4116185" y="2427095"/>
              <a:ext cx="84424" cy="354782"/>
            </a:xfrm>
            <a:custGeom>
              <a:rect b="b" l="l" r="r" t="t"/>
              <a:pathLst>
                <a:path extrusionOk="0" h="13540" w="3222">
                  <a:moveTo>
                    <a:pt x="1611" y="1"/>
                  </a:moveTo>
                  <a:cubicBezTo>
                    <a:pt x="1395" y="1"/>
                    <a:pt x="1180" y="111"/>
                    <a:pt x="1066" y="329"/>
                  </a:cubicBezTo>
                  <a:lnTo>
                    <a:pt x="908" y="632"/>
                  </a:lnTo>
                  <a:lnTo>
                    <a:pt x="159" y="2758"/>
                  </a:lnTo>
                  <a:cubicBezTo>
                    <a:pt x="53" y="2955"/>
                    <a:pt x="1" y="3171"/>
                    <a:pt x="1" y="3392"/>
                  </a:cubicBezTo>
                  <a:lnTo>
                    <a:pt x="1" y="12579"/>
                  </a:lnTo>
                  <a:cubicBezTo>
                    <a:pt x="1" y="13107"/>
                    <a:pt x="433" y="13539"/>
                    <a:pt x="961" y="13539"/>
                  </a:cubicBezTo>
                  <a:lnTo>
                    <a:pt x="2262" y="13539"/>
                  </a:lnTo>
                  <a:cubicBezTo>
                    <a:pt x="2790" y="13539"/>
                    <a:pt x="3222" y="13107"/>
                    <a:pt x="3222" y="12579"/>
                  </a:cubicBezTo>
                  <a:lnTo>
                    <a:pt x="3222" y="3392"/>
                  </a:lnTo>
                  <a:cubicBezTo>
                    <a:pt x="3222" y="3171"/>
                    <a:pt x="3164" y="2950"/>
                    <a:pt x="3063" y="2753"/>
                  </a:cubicBezTo>
                  <a:lnTo>
                    <a:pt x="2314" y="632"/>
                  </a:lnTo>
                  <a:lnTo>
                    <a:pt x="2156" y="329"/>
                  </a:lnTo>
                  <a:cubicBezTo>
                    <a:pt x="2151" y="320"/>
                    <a:pt x="2142" y="305"/>
                    <a:pt x="2137" y="296"/>
                  </a:cubicBezTo>
                  <a:cubicBezTo>
                    <a:pt x="2016" y="98"/>
                    <a:pt x="1813" y="1"/>
                    <a:pt x="1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3"/>
            <p:cNvSpPr/>
            <p:nvPr/>
          </p:nvSpPr>
          <p:spPr>
            <a:xfrm>
              <a:off x="4143724" y="2434825"/>
              <a:ext cx="56886" cy="347052"/>
            </a:xfrm>
            <a:custGeom>
              <a:rect b="b" l="l" r="r" t="t"/>
              <a:pathLst>
                <a:path extrusionOk="0" h="13245" w="2171">
                  <a:moveTo>
                    <a:pt x="1086" y="1"/>
                  </a:moveTo>
                  <a:cubicBezTo>
                    <a:pt x="1081" y="10"/>
                    <a:pt x="1071" y="25"/>
                    <a:pt x="1067" y="34"/>
                  </a:cubicBezTo>
                  <a:lnTo>
                    <a:pt x="908" y="337"/>
                  </a:lnTo>
                  <a:lnTo>
                    <a:pt x="164" y="2463"/>
                  </a:lnTo>
                  <a:cubicBezTo>
                    <a:pt x="58" y="2655"/>
                    <a:pt x="1" y="2876"/>
                    <a:pt x="1" y="3097"/>
                  </a:cubicBezTo>
                  <a:lnTo>
                    <a:pt x="1" y="12284"/>
                  </a:lnTo>
                  <a:cubicBezTo>
                    <a:pt x="1" y="12812"/>
                    <a:pt x="428" y="13244"/>
                    <a:pt x="961" y="13244"/>
                  </a:cubicBezTo>
                  <a:lnTo>
                    <a:pt x="1211" y="13244"/>
                  </a:lnTo>
                  <a:cubicBezTo>
                    <a:pt x="1739" y="13244"/>
                    <a:pt x="2171" y="12812"/>
                    <a:pt x="2171" y="12284"/>
                  </a:cubicBezTo>
                  <a:lnTo>
                    <a:pt x="2171" y="3097"/>
                  </a:lnTo>
                  <a:cubicBezTo>
                    <a:pt x="2171" y="2871"/>
                    <a:pt x="2118" y="2655"/>
                    <a:pt x="2012" y="2458"/>
                  </a:cubicBezTo>
                  <a:lnTo>
                    <a:pt x="1268" y="337"/>
                  </a:lnTo>
                  <a:lnTo>
                    <a:pt x="1110" y="34"/>
                  </a:lnTo>
                  <a:cubicBezTo>
                    <a:pt x="1100" y="25"/>
                    <a:pt x="1095" y="10"/>
                    <a:pt x="10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3"/>
            <p:cNvSpPr/>
            <p:nvPr/>
          </p:nvSpPr>
          <p:spPr>
            <a:xfrm>
              <a:off x="4116185" y="2507903"/>
              <a:ext cx="84424" cy="273973"/>
            </a:xfrm>
            <a:custGeom>
              <a:rect b="b" l="l" r="r" t="t"/>
              <a:pathLst>
                <a:path extrusionOk="0" h="10456" w="3222">
                  <a:moveTo>
                    <a:pt x="34" y="1"/>
                  </a:moveTo>
                  <a:cubicBezTo>
                    <a:pt x="10" y="101"/>
                    <a:pt x="1" y="207"/>
                    <a:pt x="1" y="308"/>
                  </a:cubicBezTo>
                  <a:lnTo>
                    <a:pt x="1" y="9495"/>
                  </a:lnTo>
                  <a:cubicBezTo>
                    <a:pt x="1" y="10023"/>
                    <a:pt x="433" y="10455"/>
                    <a:pt x="961" y="10455"/>
                  </a:cubicBezTo>
                  <a:lnTo>
                    <a:pt x="2262" y="10455"/>
                  </a:lnTo>
                  <a:cubicBezTo>
                    <a:pt x="2790" y="10455"/>
                    <a:pt x="3222" y="10023"/>
                    <a:pt x="3222" y="9495"/>
                  </a:cubicBezTo>
                  <a:lnTo>
                    <a:pt x="3222" y="308"/>
                  </a:lnTo>
                  <a:cubicBezTo>
                    <a:pt x="3222" y="207"/>
                    <a:pt x="3212" y="101"/>
                    <a:pt x="3188"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3"/>
            <p:cNvSpPr/>
            <p:nvPr/>
          </p:nvSpPr>
          <p:spPr>
            <a:xfrm>
              <a:off x="4143724" y="2507903"/>
              <a:ext cx="56886" cy="273973"/>
            </a:xfrm>
            <a:custGeom>
              <a:rect b="b" l="l" r="r" t="t"/>
              <a:pathLst>
                <a:path extrusionOk="0" h="10456" w="2171">
                  <a:moveTo>
                    <a:pt x="34" y="1"/>
                  </a:moveTo>
                  <a:cubicBezTo>
                    <a:pt x="10" y="101"/>
                    <a:pt x="1" y="207"/>
                    <a:pt x="1" y="308"/>
                  </a:cubicBezTo>
                  <a:lnTo>
                    <a:pt x="1" y="9495"/>
                  </a:lnTo>
                  <a:cubicBezTo>
                    <a:pt x="1" y="10023"/>
                    <a:pt x="428" y="10455"/>
                    <a:pt x="961" y="10455"/>
                  </a:cubicBezTo>
                  <a:lnTo>
                    <a:pt x="1211" y="10455"/>
                  </a:lnTo>
                  <a:cubicBezTo>
                    <a:pt x="1739" y="10455"/>
                    <a:pt x="2171" y="10023"/>
                    <a:pt x="2171" y="9495"/>
                  </a:cubicBezTo>
                  <a:lnTo>
                    <a:pt x="2171" y="308"/>
                  </a:lnTo>
                  <a:cubicBezTo>
                    <a:pt x="2171" y="207"/>
                    <a:pt x="2161" y="101"/>
                    <a:pt x="213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3"/>
            <p:cNvSpPr/>
            <p:nvPr/>
          </p:nvSpPr>
          <p:spPr>
            <a:xfrm>
              <a:off x="4116316" y="2549906"/>
              <a:ext cx="84293" cy="189077"/>
            </a:xfrm>
            <a:custGeom>
              <a:rect b="b" l="l" r="r" t="t"/>
              <a:pathLst>
                <a:path extrusionOk="0" h="7216" w="3217">
                  <a:moveTo>
                    <a:pt x="0" y="1"/>
                  </a:moveTo>
                  <a:lnTo>
                    <a:pt x="0" y="7216"/>
                  </a:lnTo>
                  <a:lnTo>
                    <a:pt x="3217" y="7216"/>
                  </a:lnTo>
                  <a:lnTo>
                    <a:pt x="321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3"/>
            <p:cNvSpPr/>
            <p:nvPr/>
          </p:nvSpPr>
          <p:spPr>
            <a:xfrm>
              <a:off x="4143855" y="2549906"/>
              <a:ext cx="56755" cy="189077"/>
            </a:xfrm>
            <a:custGeom>
              <a:rect b="b" l="l" r="r" t="t"/>
              <a:pathLst>
                <a:path extrusionOk="0" h="7216" w="2166">
                  <a:moveTo>
                    <a:pt x="1" y="1"/>
                  </a:moveTo>
                  <a:lnTo>
                    <a:pt x="1" y="7216"/>
                  </a:lnTo>
                  <a:lnTo>
                    <a:pt x="2166" y="7216"/>
                  </a:lnTo>
                  <a:lnTo>
                    <a:pt x="216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3"/>
            <p:cNvSpPr/>
            <p:nvPr/>
          </p:nvSpPr>
          <p:spPr>
            <a:xfrm>
              <a:off x="4110892" y="2421802"/>
              <a:ext cx="95115" cy="365368"/>
            </a:xfrm>
            <a:custGeom>
              <a:rect b="b" l="l" r="r" t="t"/>
              <a:pathLst>
                <a:path extrusionOk="0" h="13944" w="3630">
                  <a:moveTo>
                    <a:pt x="3212" y="3493"/>
                  </a:moveTo>
                  <a:lnTo>
                    <a:pt x="3212" y="4683"/>
                  </a:lnTo>
                  <a:lnTo>
                    <a:pt x="2262" y="4683"/>
                  </a:lnTo>
                  <a:cubicBezTo>
                    <a:pt x="1988" y="4683"/>
                    <a:pt x="1988" y="5096"/>
                    <a:pt x="2262" y="5096"/>
                  </a:cubicBezTo>
                  <a:lnTo>
                    <a:pt x="3217" y="5096"/>
                  </a:lnTo>
                  <a:lnTo>
                    <a:pt x="3217" y="11898"/>
                  </a:lnTo>
                  <a:lnTo>
                    <a:pt x="414" y="11898"/>
                  </a:lnTo>
                  <a:lnTo>
                    <a:pt x="414" y="5096"/>
                  </a:lnTo>
                  <a:lnTo>
                    <a:pt x="1436" y="5096"/>
                  </a:lnTo>
                  <a:cubicBezTo>
                    <a:pt x="1710" y="5096"/>
                    <a:pt x="1710" y="4683"/>
                    <a:pt x="1436" y="4683"/>
                  </a:cubicBezTo>
                  <a:lnTo>
                    <a:pt x="414" y="4683"/>
                  </a:lnTo>
                  <a:lnTo>
                    <a:pt x="414" y="3493"/>
                  </a:lnTo>
                  <a:close/>
                  <a:moveTo>
                    <a:pt x="1815" y="1"/>
                  </a:moveTo>
                  <a:cubicBezTo>
                    <a:pt x="1529" y="1"/>
                    <a:pt x="1242" y="147"/>
                    <a:pt x="1086" y="440"/>
                  </a:cubicBezTo>
                  <a:lnTo>
                    <a:pt x="711" y="1352"/>
                  </a:lnTo>
                  <a:cubicBezTo>
                    <a:pt x="655" y="1517"/>
                    <a:pt x="784" y="1631"/>
                    <a:pt x="912" y="1631"/>
                  </a:cubicBezTo>
                  <a:cubicBezTo>
                    <a:pt x="989" y="1631"/>
                    <a:pt x="1066" y="1589"/>
                    <a:pt x="1100" y="1491"/>
                  </a:cubicBezTo>
                  <a:lnTo>
                    <a:pt x="1451" y="632"/>
                  </a:lnTo>
                  <a:cubicBezTo>
                    <a:pt x="1530" y="486"/>
                    <a:pt x="1673" y="412"/>
                    <a:pt x="1815" y="412"/>
                  </a:cubicBezTo>
                  <a:cubicBezTo>
                    <a:pt x="1957" y="412"/>
                    <a:pt x="2099" y="486"/>
                    <a:pt x="2176" y="632"/>
                  </a:cubicBezTo>
                  <a:lnTo>
                    <a:pt x="3092" y="3080"/>
                  </a:lnTo>
                  <a:lnTo>
                    <a:pt x="539" y="3080"/>
                  </a:lnTo>
                  <a:cubicBezTo>
                    <a:pt x="582" y="2994"/>
                    <a:pt x="539" y="3080"/>
                    <a:pt x="827" y="2274"/>
                  </a:cubicBezTo>
                  <a:cubicBezTo>
                    <a:pt x="883" y="2109"/>
                    <a:pt x="752" y="1995"/>
                    <a:pt x="623" y="1995"/>
                  </a:cubicBezTo>
                  <a:cubicBezTo>
                    <a:pt x="545" y="1995"/>
                    <a:pt x="467" y="2037"/>
                    <a:pt x="433" y="2135"/>
                  </a:cubicBezTo>
                  <a:lnTo>
                    <a:pt x="145" y="2936"/>
                  </a:lnTo>
                  <a:cubicBezTo>
                    <a:pt x="49" y="3143"/>
                    <a:pt x="1" y="3363"/>
                    <a:pt x="1" y="3594"/>
                  </a:cubicBezTo>
                  <a:lnTo>
                    <a:pt x="1" y="4880"/>
                  </a:lnTo>
                  <a:lnTo>
                    <a:pt x="1" y="4890"/>
                  </a:lnTo>
                  <a:lnTo>
                    <a:pt x="1" y="12109"/>
                  </a:lnTo>
                  <a:lnTo>
                    <a:pt x="1" y="12781"/>
                  </a:lnTo>
                  <a:cubicBezTo>
                    <a:pt x="1" y="13199"/>
                    <a:pt x="227" y="13583"/>
                    <a:pt x="591" y="13794"/>
                  </a:cubicBezTo>
                  <a:cubicBezTo>
                    <a:pt x="628" y="13815"/>
                    <a:pt x="664" y="13824"/>
                    <a:pt x="697" y="13824"/>
                  </a:cubicBezTo>
                  <a:cubicBezTo>
                    <a:pt x="883" y="13824"/>
                    <a:pt x="996" y="13548"/>
                    <a:pt x="793" y="13434"/>
                  </a:cubicBezTo>
                  <a:cubicBezTo>
                    <a:pt x="563" y="13300"/>
                    <a:pt x="414" y="13050"/>
                    <a:pt x="414" y="12781"/>
                  </a:cubicBezTo>
                  <a:lnTo>
                    <a:pt x="414" y="12311"/>
                  </a:lnTo>
                  <a:lnTo>
                    <a:pt x="3217" y="12311"/>
                  </a:lnTo>
                  <a:lnTo>
                    <a:pt x="3217" y="12781"/>
                  </a:lnTo>
                  <a:cubicBezTo>
                    <a:pt x="3217" y="13194"/>
                    <a:pt x="2881" y="13530"/>
                    <a:pt x="2468" y="13530"/>
                  </a:cubicBezTo>
                  <a:lnTo>
                    <a:pt x="1499" y="13530"/>
                  </a:lnTo>
                  <a:cubicBezTo>
                    <a:pt x="1225" y="13530"/>
                    <a:pt x="1225" y="13943"/>
                    <a:pt x="1499" y="13943"/>
                  </a:cubicBezTo>
                  <a:lnTo>
                    <a:pt x="2468" y="13943"/>
                  </a:lnTo>
                  <a:cubicBezTo>
                    <a:pt x="3107" y="13943"/>
                    <a:pt x="3630" y="13425"/>
                    <a:pt x="3630" y="12781"/>
                  </a:cubicBezTo>
                  <a:lnTo>
                    <a:pt x="3630" y="3594"/>
                  </a:lnTo>
                  <a:cubicBezTo>
                    <a:pt x="3630" y="3411"/>
                    <a:pt x="3457" y="2874"/>
                    <a:pt x="3457" y="2874"/>
                  </a:cubicBezTo>
                  <a:lnTo>
                    <a:pt x="2545" y="440"/>
                  </a:lnTo>
                  <a:cubicBezTo>
                    <a:pt x="2389" y="147"/>
                    <a:pt x="2102" y="1"/>
                    <a:pt x="18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6" name="Google Shape;14526;p83"/>
          <p:cNvGrpSpPr/>
          <p:nvPr/>
        </p:nvGrpSpPr>
        <p:grpSpPr>
          <a:xfrm>
            <a:off x="2769848" y="3805635"/>
            <a:ext cx="91473" cy="365525"/>
            <a:chOff x="2769848" y="3805635"/>
            <a:chExt cx="91473" cy="365525"/>
          </a:xfrm>
        </p:grpSpPr>
        <p:sp>
          <p:nvSpPr>
            <p:cNvPr id="14527" name="Google Shape;14527;p83"/>
            <p:cNvSpPr/>
            <p:nvPr/>
          </p:nvSpPr>
          <p:spPr>
            <a:xfrm>
              <a:off x="2776268" y="3941390"/>
              <a:ext cx="78765" cy="175373"/>
            </a:xfrm>
            <a:custGeom>
              <a:rect b="b" l="l" r="r" t="t"/>
              <a:pathLst>
                <a:path extrusionOk="0" h="6693" w="3006">
                  <a:moveTo>
                    <a:pt x="557" y="1"/>
                  </a:moveTo>
                  <a:cubicBezTo>
                    <a:pt x="250" y="1"/>
                    <a:pt x="0" y="246"/>
                    <a:pt x="5" y="553"/>
                  </a:cubicBezTo>
                  <a:lnTo>
                    <a:pt x="5" y="6692"/>
                  </a:lnTo>
                  <a:lnTo>
                    <a:pt x="3005" y="6692"/>
                  </a:lnTo>
                  <a:lnTo>
                    <a:pt x="3005" y="553"/>
                  </a:lnTo>
                  <a:cubicBezTo>
                    <a:pt x="3005" y="246"/>
                    <a:pt x="2761" y="1"/>
                    <a:pt x="24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3"/>
            <p:cNvSpPr/>
            <p:nvPr/>
          </p:nvSpPr>
          <p:spPr>
            <a:xfrm>
              <a:off x="2794636" y="3941390"/>
              <a:ext cx="60397" cy="175373"/>
            </a:xfrm>
            <a:custGeom>
              <a:rect b="b" l="l" r="r" t="t"/>
              <a:pathLst>
                <a:path extrusionOk="0" h="6693" w="2305">
                  <a:moveTo>
                    <a:pt x="552" y="1"/>
                  </a:moveTo>
                  <a:cubicBezTo>
                    <a:pt x="245" y="1"/>
                    <a:pt x="0" y="246"/>
                    <a:pt x="0" y="553"/>
                  </a:cubicBezTo>
                  <a:lnTo>
                    <a:pt x="0" y="6692"/>
                  </a:lnTo>
                  <a:lnTo>
                    <a:pt x="2304" y="6692"/>
                  </a:lnTo>
                  <a:lnTo>
                    <a:pt x="2304" y="553"/>
                  </a:lnTo>
                  <a:cubicBezTo>
                    <a:pt x="2304" y="246"/>
                    <a:pt x="2060" y="1"/>
                    <a:pt x="1752"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3"/>
            <p:cNvSpPr/>
            <p:nvPr/>
          </p:nvSpPr>
          <p:spPr>
            <a:xfrm>
              <a:off x="2794636" y="3811216"/>
              <a:ext cx="41531" cy="276856"/>
            </a:xfrm>
            <a:custGeom>
              <a:rect b="b" l="l" r="r" t="t"/>
              <a:pathLst>
                <a:path extrusionOk="0" h="10566" w="1585">
                  <a:moveTo>
                    <a:pt x="145" y="1"/>
                  </a:moveTo>
                  <a:cubicBezTo>
                    <a:pt x="68" y="1"/>
                    <a:pt x="0" y="61"/>
                    <a:pt x="0" y="149"/>
                  </a:cubicBezTo>
                  <a:lnTo>
                    <a:pt x="0" y="9995"/>
                  </a:lnTo>
                  <a:cubicBezTo>
                    <a:pt x="0" y="10311"/>
                    <a:pt x="255" y="10566"/>
                    <a:pt x="571" y="10566"/>
                  </a:cubicBezTo>
                  <a:lnTo>
                    <a:pt x="1013" y="10566"/>
                  </a:lnTo>
                  <a:cubicBezTo>
                    <a:pt x="1330" y="10566"/>
                    <a:pt x="1584" y="10311"/>
                    <a:pt x="1584" y="9995"/>
                  </a:cubicBezTo>
                  <a:lnTo>
                    <a:pt x="1584" y="874"/>
                  </a:lnTo>
                  <a:lnTo>
                    <a:pt x="754" y="351"/>
                  </a:lnTo>
                  <a:lnTo>
                    <a:pt x="226" y="25"/>
                  </a:lnTo>
                  <a:cubicBezTo>
                    <a:pt x="200" y="8"/>
                    <a:pt x="172" y="1"/>
                    <a:pt x="14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3"/>
            <p:cNvSpPr/>
            <p:nvPr/>
          </p:nvSpPr>
          <p:spPr>
            <a:xfrm>
              <a:off x="2814628" y="3820387"/>
              <a:ext cx="21905" cy="250575"/>
            </a:xfrm>
            <a:custGeom>
              <a:rect b="b" l="l" r="r" t="t"/>
              <a:pathLst>
                <a:path extrusionOk="0" h="9563" w="836">
                  <a:moveTo>
                    <a:pt x="0" y="1"/>
                  </a:moveTo>
                  <a:lnTo>
                    <a:pt x="0" y="8992"/>
                  </a:lnTo>
                  <a:cubicBezTo>
                    <a:pt x="0" y="9309"/>
                    <a:pt x="260" y="9563"/>
                    <a:pt x="572" y="9563"/>
                  </a:cubicBezTo>
                  <a:lnTo>
                    <a:pt x="836" y="9563"/>
                  </a:lnTo>
                  <a:lnTo>
                    <a:pt x="836" y="524"/>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3"/>
            <p:cNvSpPr/>
            <p:nvPr/>
          </p:nvSpPr>
          <p:spPr>
            <a:xfrm>
              <a:off x="2776268" y="4028303"/>
              <a:ext cx="78896" cy="32858"/>
            </a:xfrm>
            <a:custGeom>
              <a:rect b="b" l="l" r="r" t="t"/>
              <a:pathLst>
                <a:path extrusionOk="0" h="1254" w="3011">
                  <a:moveTo>
                    <a:pt x="629" y="1"/>
                  </a:moveTo>
                  <a:cubicBezTo>
                    <a:pt x="279" y="1"/>
                    <a:pt x="0" y="279"/>
                    <a:pt x="0" y="630"/>
                  </a:cubicBezTo>
                  <a:cubicBezTo>
                    <a:pt x="0" y="975"/>
                    <a:pt x="279" y="1254"/>
                    <a:pt x="629" y="1254"/>
                  </a:cubicBezTo>
                  <a:lnTo>
                    <a:pt x="2381" y="1254"/>
                  </a:lnTo>
                  <a:cubicBezTo>
                    <a:pt x="2732" y="1254"/>
                    <a:pt x="3010" y="975"/>
                    <a:pt x="3010" y="630"/>
                  </a:cubicBezTo>
                  <a:cubicBezTo>
                    <a:pt x="3010" y="279"/>
                    <a:pt x="2732" y="1"/>
                    <a:pt x="23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3"/>
            <p:cNvSpPr/>
            <p:nvPr/>
          </p:nvSpPr>
          <p:spPr>
            <a:xfrm>
              <a:off x="2776634" y="4107933"/>
              <a:ext cx="78398" cy="57750"/>
            </a:xfrm>
            <a:custGeom>
              <a:rect b="b" l="l" r="r" t="t"/>
              <a:pathLst>
                <a:path extrusionOk="0" h="2204" w="2992">
                  <a:moveTo>
                    <a:pt x="1" y="0"/>
                  </a:moveTo>
                  <a:lnTo>
                    <a:pt x="1" y="701"/>
                  </a:lnTo>
                  <a:cubicBezTo>
                    <a:pt x="1" y="1532"/>
                    <a:pt x="673" y="2204"/>
                    <a:pt x="1503" y="2204"/>
                  </a:cubicBezTo>
                  <a:cubicBezTo>
                    <a:pt x="1618" y="2204"/>
                    <a:pt x="1739" y="2189"/>
                    <a:pt x="1849" y="2160"/>
                  </a:cubicBezTo>
                  <a:lnTo>
                    <a:pt x="1911" y="2146"/>
                  </a:lnTo>
                  <a:cubicBezTo>
                    <a:pt x="1931" y="2141"/>
                    <a:pt x="1950" y="2132"/>
                    <a:pt x="1969" y="2127"/>
                  </a:cubicBezTo>
                  <a:lnTo>
                    <a:pt x="1993" y="2117"/>
                  </a:lnTo>
                  <a:cubicBezTo>
                    <a:pt x="2017" y="2112"/>
                    <a:pt x="2041" y="2103"/>
                    <a:pt x="2060" y="2093"/>
                  </a:cubicBezTo>
                  <a:lnTo>
                    <a:pt x="2089" y="2084"/>
                  </a:lnTo>
                  <a:lnTo>
                    <a:pt x="2118" y="2069"/>
                  </a:lnTo>
                  <a:lnTo>
                    <a:pt x="2147" y="2055"/>
                  </a:lnTo>
                  <a:lnTo>
                    <a:pt x="2175" y="2045"/>
                  </a:lnTo>
                  <a:lnTo>
                    <a:pt x="2199" y="2031"/>
                  </a:lnTo>
                  <a:cubicBezTo>
                    <a:pt x="2247" y="2007"/>
                    <a:pt x="2291" y="1978"/>
                    <a:pt x="2334" y="1949"/>
                  </a:cubicBezTo>
                  <a:lnTo>
                    <a:pt x="2358" y="1935"/>
                  </a:lnTo>
                  <a:lnTo>
                    <a:pt x="2387" y="1916"/>
                  </a:lnTo>
                  <a:lnTo>
                    <a:pt x="2411" y="1896"/>
                  </a:lnTo>
                  <a:lnTo>
                    <a:pt x="2435" y="1877"/>
                  </a:lnTo>
                  <a:cubicBezTo>
                    <a:pt x="2473" y="1848"/>
                    <a:pt x="2507" y="1815"/>
                    <a:pt x="2540" y="1786"/>
                  </a:cubicBezTo>
                  <a:lnTo>
                    <a:pt x="2564" y="1762"/>
                  </a:lnTo>
                  <a:lnTo>
                    <a:pt x="2588" y="1738"/>
                  </a:lnTo>
                  <a:lnTo>
                    <a:pt x="2612" y="1709"/>
                  </a:lnTo>
                  <a:lnTo>
                    <a:pt x="2636" y="1685"/>
                  </a:lnTo>
                  <a:lnTo>
                    <a:pt x="2660" y="1656"/>
                  </a:lnTo>
                  <a:cubicBezTo>
                    <a:pt x="2679" y="1632"/>
                    <a:pt x="2703" y="1599"/>
                    <a:pt x="2723" y="1570"/>
                  </a:cubicBezTo>
                  <a:lnTo>
                    <a:pt x="2747" y="1541"/>
                  </a:lnTo>
                  <a:cubicBezTo>
                    <a:pt x="2756" y="1522"/>
                    <a:pt x="2771" y="1503"/>
                    <a:pt x="2780" y="1484"/>
                  </a:cubicBezTo>
                  <a:cubicBezTo>
                    <a:pt x="2790" y="1469"/>
                    <a:pt x="2795" y="1460"/>
                    <a:pt x="2799" y="1450"/>
                  </a:cubicBezTo>
                  <a:lnTo>
                    <a:pt x="2819" y="1416"/>
                  </a:lnTo>
                  <a:lnTo>
                    <a:pt x="2833" y="1392"/>
                  </a:lnTo>
                  <a:cubicBezTo>
                    <a:pt x="2881" y="1301"/>
                    <a:pt x="2919" y="1205"/>
                    <a:pt x="2943" y="1109"/>
                  </a:cubicBezTo>
                  <a:cubicBezTo>
                    <a:pt x="2953" y="1085"/>
                    <a:pt x="2958" y="1056"/>
                    <a:pt x="2963" y="1042"/>
                  </a:cubicBezTo>
                  <a:cubicBezTo>
                    <a:pt x="2963" y="1027"/>
                    <a:pt x="2967" y="1013"/>
                    <a:pt x="2972" y="1003"/>
                  </a:cubicBezTo>
                  <a:cubicBezTo>
                    <a:pt x="2972" y="989"/>
                    <a:pt x="2977" y="979"/>
                    <a:pt x="2977" y="970"/>
                  </a:cubicBezTo>
                  <a:cubicBezTo>
                    <a:pt x="2977" y="960"/>
                    <a:pt x="2982" y="951"/>
                    <a:pt x="2982" y="936"/>
                  </a:cubicBezTo>
                  <a:cubicBezTo>
                    <a:pt x="2982" y="927"/>
                    <a:pt x="2987" y="907"/>
                    <a:pt x="2987" y="898"/>
                  </a:cubicBezTo>
                  <a:cubicBezTo>
                    <a:pt x="2991" y="888"/>
                    <a:pt x="2991" y="879"/>
                    <a:pt x="2991" y="874"/>
                  </a:cubicBezTo>
                  <a:cubicBezTo>
                    <a:pt x="2991" y="864"/>
                    <a:pt x="2987" y="864"/>
                    <a:pt x="2991" y="855"/>
                  </a:cubicBezTo>
                  <a:cubicBezTo>
                    <a:pt x="2991" y="840"/>
                    <a:pt x="2991" y="831"/>
                    <a:pt x="2991" y="816"/>
                  </a:cubicBezTo>
                  <a:lnTo>
                    <a:pt x="2991" y="773"/>
                  </a:lnTo>
                  <a:lnTo>
                    <a:pt x="2991" y="739"/>
                  </a:lnTo>
                  <a:lnTo>
                    <a:pt x="2991" y="701"/>
                  </a:lnTo>
                  <a:lnTo>
                    <a:pt x="29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3"/>
            <p:cNvSpPr/>
            <p:nvPr/>
          </p:nvSpPr>
          <p:spPr>
            <a:xfrm>
              <a:off x="2794871" y="4107933"/>
              <a:ext cx="60161" cy="56624"/>
            </a:xfrm>
            <a:custGeom>
              <a:rect b="b" l="l" r="r" t="t"/>
              <a:pathLst>
                <a:path extrusionOk="0" h="2161" w="2296">
                  <a:moveTo>
                    <a:pt x="1" y="0"/>
                  </a:moveTo>
                  <a:lnTo>
                    <a:pt x="1" y="701"/>
                  </a:lnTo>
                  <a:cubicBezTo>
                    <a:pt x="1" y="1397"/>
                    <a:pt x="476" y="2002"/>
                    <a:pt x="1153" y="2160"/>
                  </a:cubicBezTo>
                  <a:lnTo>
                    <a:pt x="1215" y="2146"/>
                  </a:lnTo>
                  <a:lnTo>
                    <a:pt x="1273" y="2127"/>
                  </a:lnTo>
                  <a:lnTo>
                    <a:pt x="1297" y="2117"/>
                  </a:lnTo>
                  <a:cubicBezTo>
                    <a:pt x="1321" y="2112"/>
                    <a:pt x="1345" y="2103"/>
                    <a:pt x="1364" y="2093"/>
                  </a:cubicBezTo>
                  <a:lnTo>
                    <a:pt x="1393" y="2084"/>
                  </a:lnTo>
                  <a:lnTo>
                    <a:pt x="1422" y="2069"/>
                  </a:lnTo>
                  <a:lnTo>
                    <a:pt x="1451" y="2055"/>
                  </a:lnTo>
                  <a:lnTo>
                    <a:pt x="1479" y="2045"/>
                  </a:lnTo>
                  <a:lnTo>
                    <a:pt x="1503" y="2031"/>
                  </a:lnTo>
                  <a:cubicBezTo>
                    <a:pt x="1551" y="2007"/>
                    <a:pt x="1595" y="1978"/>
                    <a:pt x="1638" y="1949"/>
                  </a:cubicBezTo>
                  <a:lnTo>
                    <a:pt x="1662" y="1935"/>
                  </a:lnTo>
                  <a:lnTo>
                    <a:pt x="1691" y="1916"/>
                  </a:lnTo>
                  <a:lnTo>
                    <a:pt x="1715" y="1896"/>
                  </a:lnTo>
                  <a:lnTo>
                    <a:pt x="1739" y="1877"/>
                  </a:lnTo>
                  <a:cubicBezTo>
                    <a:pt x="1777" y="1848"/>
                    <a:pt x="1811" y="1815"/>
                    <a:pt x="1844" y="1786"/>
                  </a:cubicBezTo>
                  <a:lnTo>
                    <a:pt x="1868" y="1762"/>
                  </a:lnTo>
                  <a:lnTo>
                    <a:pt x="1892" y="1738"/>
                  </a:lnTo>
                  <a:lnTo>
                    <a:pt x="1916" y="1709"/>
                  </a:lnTo>
                  <a:lnTo>
                    <a:pt x="1940" y="1685"/>
                  </a:lnTo>
                  <a:lnTo>
                    <a:pt x="1964" y="1656"/>
                  </a:lnTo>
                  <a:cubicBezTo>
                    <a:pt x="1983" y="1632"/>
                    <a:pt x="2007" y="1599"/>
                    <a:pt x="2027" y="1570"/>
                  </a:cubicBezTo>
                  <a:lnTo>
                    <a:pt x="2051" y="1541"/>
                  </a:lnTo>
                  <a:cubicBezTo>
                    <a:pt x="2060" y="1522"/>
                    <a:pt x="2075" y="1503"/>
                    <a:pt x="2084" y="1484"/>
                  </a:cubicBezTo>
                  <a:cubicBezTo>
                    <a:pt x="2094" y="1469"/>
                    <a:pt x="2099" y="1460"/>
                    <a:pt x="2103" y="1450"/>
                  </a:cubicBezTo>
                  <a:lnTo>
                    <a:pt x="2123" y="1416"/>
                  </a:lnTo>
                  <a:lnTo>
                    <a:pt x="2137" y="1392"/>
                  </a:lnTo>
                  <a:cubicBezTo>
                    <a:pt x="2185" y="1301"/>
                    <a:pt x="2223" y="1205"/>
                    <a:pt x="2247" y="1109"/>
                  </a:cubicBezTo>
                  <a:cubicBezTo>
                    <a:pt x="2257" y="1085"/>
                    <a:pt x="2262" y="1056"/>
                    <a:pt x="2267" y="1042"/>
                  </a:cubicBezTo>
                  <a:cubicBezTo>
                    <a:pt x="2267" y="1027"/>
                    <a:pt x="2271" y="1013"/>
                    <a:pt x="2276" y="1003"/>
                  </a:cubicBezTo>
                  <a:cubicBezTo>
                    <a:pt x="2276" y="989"/>
                    <a:pt x="2281" y="979"/>
                    <a:pt x="2281" y="970"/>
                  </a:cubicBezTo>
                  <a:cubicBezTo>
                    <a:pt x="2281" y="960"/>
                    <a:pt x="2286" y="951"/>
                    <a:pt x="2286" y="936"/>
                  </a:cubicBezTo>
                  <a:cubicBezTo>
                    <a:pt x="2286" y="927"/>
                    <a:pt x="2291" y="907"/>
                    <a:pt x="2291" y="898"/>
                  </a:cubicBezTo>
                  <a:cubicBezTo>
                    <a:pt x="2295" y="888"/>
                    <a:pt x="2295" y="879"/>
                    <a:pt x="2295" y="874"/>
                  </a:cubicBezTo>
                  <a:cubicBezTo>
                    <a:pt x="2295" y="864"/>
                    <a:pt x="2291" y="864"/>
                    <a:pt x="2295" y="855"/>
                  </a:cubicBezTo>
                  <a:cubicBezTo>
                    <a:pt x="2295" y="840"/>
                    <a:pt x="2295" y="831"/>
                    <a:pt x="2295" y="816"/>
                  </a:cubicBezTo>
                  <a:lnTo>
                    <a:pt x="2295" y="773"/>
                  </a:lnTo>
                  <a:lnTo>
                    <a:pt x="2295" y="739"/>
                  </a:lnTo>
                  <a:lnTo>
                    <a:pt x="2295" y="701"/>
                  </a:lnTo>
                  <a:lnTo>
                    <a:pt x="22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3"/>
            <p:cNvSpPr/>
            <p:nvPr/>
          </p:nvSpPr>
          <p:spPr>
            <a:xfrm>
              <a:off x="2769848" y="3805635"/>
              <a:ext cx="91473" cy="365525"/>
            </a:xfrm>
            <a:custGeom>
              <a:rect b="b" l="l" r="r" t="t"/>
              <a:pathLst>
                <a:path extrusionOk="0" h="13950" w="3491">
                  <a:moveTo>
                    <a:pt x="1167" y="2172"/>
                  </a:moveTo>
                  <a:lnTo>
                    <a:pt x="2334" y="2902"/>
                  </a:lnTo>
                  <a:lnTo>
                    <a:pt x="2334" y="4068"/>
                  </a:lnTo>
                  <a:lnTo>
                    <a:pt x="1167" y="3338"/>
                  </a:lnTo>
                  <a:lnTo>
                    <a:pt x="1167" y="2172"/>
                  </a:lnTo>
                  <a:close/>
                  <a:moveTo>
                    <a:pt x="1167" y="3833"/>
                  </a:moveTo>
                  <a:lnTo>
                    <a:pt x="2334" y="4563"/>
                  </a:lnTo>
                  <a:lnTo>
                    <a:pt x="2334" y="5729"/>
                  </a:lnTo>
                  <a:lnTo>
                    <a:pt x="1177" y="5009"/>
                  </a:lnTo>
                  <a:lnTo>
                    <a:pt x="1172" y="5004"/>
                  </a:lnTo>
                  <a:cubicBezTo>
                    <a:pt x="1167" y="4894"/>
                    <a:pt x="1167" y="4270"/>
                    <a:pt x="1167" y="3833"/>
                  </a:cubicBezTo>
                  <a:close/>
                  <a:moveTo>
                    <a:pt x="1167" y="5489"/>
                  </a:moveTo>
                  <a:lnTo>
                    <a:pt x="2334" y="6223"/>
                  </a:lnTo>
                  <a:lnTo>
                    <a:pt x="2334" y="7390"/>
                  </a:lnTo>
                  <a:lnTo>
                    <a:pt x="1167" y="6660"/>
                  </a:lnTo>
                  <a:lnTo>
                    <a:pt x="1167" y="5489"/>
                  </a:lnTo>
                  <a:close/>
                  <a:moveTo>
                    <a:pt x="1167" y="7150"/>
                  </a:moveTo>
                  <a:lnTo>
                    <a:pt x="2334" y="7879"/>
                  </a:lnTo>
                  <a:lnTo>
                    <a:pt x="2334" y="8287"/>
                  </a:lnTo>
                  <a:lnTo>
                    <a:pt x="1167" y="8287"/>
                  </a:lnTo>
                  <a:lnTo>
                    <a:pt x="1167" y="7150"/>
                  </a:lnTo>
                  <a:close/>
                  <a:moveTo>
                    <a:pt x="3044" y="5388"/>
                  </a:moveTo>
                  <a:lnTo>
                    <a:pt x="3044" y="8403"/>
                  </a:lnTo>
                  <a:cubicBezTo>
                    <a:pt x="2953" y="8350"/>
                    <a:pt x="2857" y="8316"/>
                    <a:pt x="2751" y="8302"/>
                  </a:cubicBezTo>
                  <a:lnTo>
                    <a:pt x="2751" y="5388"/>
                  </a:lnTo>
                  <a:close/>
                  <a:moveTo>
                    <a:pt x="2059" y="8710"/>
                  </a:moveTo>
                  <a:cubicBezTo>
                    <a:pt x="2726" y="8710"/>
                    <a:pt x="2689" y="8712"/>
                    <a:pt x="2751" y="8729"/>
                  </a:cubicBezTo>
                  <a:cubicBezTo>
                    <a:pt x="3207" y="8868"/>
                    <a:pt x="3106" y="9545"/>
                    <a:pt x="2626" y="9545"/>
                  </a:cubicBezTo>
                  <a:cubicBezTo>
                    <a:pt x="1784" y="9545"/>
                    <a:pt x="1335" y="9547"/>
                    <a:pt x="1090" y="9547"/>
                  </a:cubicBezTo>
                  <a:cubicBezTo>
                    <a:pt x="784" y="9547"/>
                    <a:pt x="795" y="9544"/>
                    <a:pt x="749" y="9531"/>
                  </a:cubicBezTo>
                  <a:cubicBezTo>
                    <a:pt x="591" y="9478"/>
                    <a:pt x="476" y="9344"/>
                    <a:pt x="457" y="9180"/>
                  </a:cubicBezTo>
                  <a:lnTo>
                    <a:pt x="457" y="9080"/>
                  </a:lnTo>
                  <a:cubicBezTo>
                    <a:pt x="481" y="8868"/>
                    <a:pt x="658" y="8710"/>
                    <a:pt x="869" y="8710"/>
                  </a:cubicBezTo>
                  <a:cubicBezTo>
                    <a:pt x="1413" y="8710"/>
                    <a:pt x="1792" y="8710"/>
                    <a:pt x="2059" y="8710"/>
                  </a:cubicBezTo>
                  <a:close/>
                  <a:moveTo>
                    <a:pt x="3044" y="9852"/>
                  </a:moveTo>
                  <a:lnTo>
                    <a:pt x="3044" y="11331"/>
                  </a:lnTo>
                  <a:lnTo>
                    <a:pt x="2823" y="11331"/>
                  </a:lnTo>
                  <a:cubicBezTo>
                    <a:pt x="2545" y="11331"/>
                    <a:pt x="2545" y="11748"/>
                    <a:pt x="2823" y="11748"/>
                  </a:cubicBezTo>
                  <a:lnTo>
                    <a:pt x="3044" y="11748"/>
                  </a:lnTo>
                  <a:cubicBezTo>
                    <a:pt x="3030" y="12099"/>
                    <a:pt x="3092" y="12372"/>
                    <a:pt x="2948" y="12728"/>
                  </a:cubicBezTo>
                  <a:cubicBezTo>
                    <a:pt x="2948" y="12728"/>
                    <a:pt x="2948" y="12728"/>
                    <a:pt x="2948" y="12732"/>
                  </a:cubicBezTo>
                  <a:cubicBezTo>
                    <a:pt x="2857" y="12944"/>
                    <a:pt x="2713" y="13131"/>
                    <a:pt x="2526" y="13275"/>
                  </a:cubicBezTo>
                  <a:cubicBezTo>
                    <a:pt x="2482" y="13299"/>
                    <a:pt x="2179" y="13533"/>
                    <a:pt x="1745" y="13533"/>
                  </a:cubicBezTo>
                  <a:cubicBezTo>
                    <a:pt x="1651" y="13533"/>
                    <a:pt x="1550" y="13522"/>
                    <a:pt x="1445" y="13496"/>
                  </a:cubicBezTo>
                  <a:cubicBezTo>
                    <a:pt x="1052" y="13400"/>
                    <a:pt x="721" y="13126"/>
                    <a:pt x="562" y="12752"/>
                  </a:cubicBezTo>
                  <a:cubicBezTo>
                    <a:pt x="409" y="12392"/>
                    <a:pt x="471" y="12185"/>
                    <a:pt x="457" y="11748"/>
                  </a:cubicBezTo>
                  <a:lnTo>
                    <a:pt x="1988" y="11748"/>
                  </a:lnTo>
                  <a:cubicBezTo>
                    <a:pt x="2266" y="11748"/>
                    <a:pt x="2266" y="11326"/>
                    <a:pt x="1988" y="11326"/>
                  </a:cubicBezTo>
                  <a:lnTo>
                    <a:pt x="457" y="11326"/>
                  </a:lnTo>
                  <a:lnTo>
                    <a:pt x="457" y="9852"/>
                  </a:lnTo>
                  <a:cubicBezTo>
                    <a:pt x="543" y="9900"/>
                    <a:pt x="644" y="9939"/>
                    <a:pt x="749" y="9953"/>
                  </a:cubicBezTo>
                  <a:lnTo>
                    <a:pt x="749" y="10774"/>
                  </a:lnTo>
                  <a:cubicBezTo>
                    <a:pt x="749" y="10889"/>
                    <a:pt x="841" y="10985"/>
                    <a:pt x="956" y="10985"/>
                  </a:cubicBezTo>
                  <a:lnTo>
                    <a:pt x="2540" y="10985"/>
                  </a:lnTo>
                  <a:cubicBezTo>
                    <a:pt x="2655" y="10985"/>
                    <a:pt x="2751" y="10889"/>
                    <a:pt x="2751" y="10774"/>
                  </a:cubicBezTo>
                  <a:lnTo>
                    <a:pt x="2751" y="10476"/>
                  </a:lnTo>
                  <a:cubicBezTo>
                    <a:pt x="2751" y="10337"/>
                    <a:pt x="2646" y="10268"/>
                    <a:pt x="2540" y="10268"/>
                  </a:cubicBezTo>
                  <a:cubicBezTo>
                    <a:pt x="2434" y="10268"/>
                    <a:pt x="2329" y="10337"/>
                    <a:pt x="2329" y="10476"/>
                  </a:cubicBezTo>
                  <a:lnTo>
                    <a:pt x="2329" y="10568"/>
                  </a:lnTo>
                  <a:lnTo>
                    <a:pt x="1167" y="10568"/>
                  </a:lnTo>
                  <a:lnTo>
                    <a:pt x="1167" y="9963"/>
                  </a:lnTo>
                  <a:lnTo>
                    <a:pt x="2626" y="9963"/>
                  </a:lnTo>
                  <a:cubicBezTo>
                    <a:pt x="2775" y="9963"/>
                    <a:pt x="2919" y="9924"/>
                    <a:pt x="3044" y="9852"/>
                  </a:cubicBezTo>
                  <a:close/>
                  <a:moveTo>
                    <a:pt x="1106" y="0"/>
                  </a:moveTo>
                  <a:cubicBezTo>
                    <a:pt x="921" y="0"/>
                    <a:pt x="749" y="149"/>
                    <a:pt x="749" y="358"/>
                  </a:cubicBezTo>
                  <a:lnTo>
                    <a:pt x="749" y="703"/>
                  </a:lnTo>
                  <a:cubicBezTo>
                    <a:pt x="749" y="842"/>
                    <a:pt x="855" y="912"/>
                    <a:pt x="961" y="912"/>
                  </a:cubicBezTo>
                  <a:cubicBezTo>
                    <a:pt x="1066" y="912"/>
                    <a:pt x="1172" y="842"/>
                    <a:pt x="1172" y="703"/>
                  </a:cubicBezTo>
                  <a:lnTo>
                    <a:pt x="1172" y="468"/>
                  </a:lnTo>
                  <a:lnTo>
                    <a:pt x="2334" y="1198"/>
                  </a:lnTo>
                  <a:lnTo>
                    <a:pt x="2334" y="2407"/>
                  </a:lnTo>
                  <a:lnTo>
                    <a:pt x="1167" y="1678"/>
                  </a:lnTo>
                  <a:lnTo>
                    <a:pt x="1167" y="1543"/>
                  </a:lnTo>
                  <a:cubicBezTo>
                    <a:pt x="1167" y="1402"/>
                    <a:pt x="1063" y="1331"/>
                    <a:pt x="958" y="1331"/>
                  </a:cubicBezTo>
                  <a:cubicBezTo>
                    <a:pt x="854" y="1331"/>
                    <a:pt x="749" y="1402"/>
                    <a:pt x="749" y="1543"/>
                  </a:cubicBezTo>
                  <a:lnTo>
                    <a:pt x="749" y="4971"/>
                  </a:lnTo>
                  <a:lnTo>
                    <a:pt x="245" y="4971"/>
                  </a:lnTo>
                  <a:cubicBezTo>
                    <a:pt x="130" y="4971"/>
                    <a:pt x="34" y="5067"/>
                    <a:pt x="34" y="5182"/>
                  </a:cubicBezTo>
                  <a:lnTo>
                    <a:pt x="34" y="7063"/>
                  </a:lnTo>
                  <a:cubicBezTo>
                    <a:pt x="34" y="7203"/>
                    <a:pt x="140" y="7272"/>
                    <a:pt x="245" y="7272"/>
                  </a:cubicBezTo>
                  <a:cubicBezTo>
                    <a:pt x="351" y="7272"/>
                    <a:pt x="457" y="7203"/>
                    <a:pt x="457" y="7063"/>
                  </a:cubicBezTo>
                  <a:lnTo>
                    <a:pt x="457" y="5388"/>
                  </a:lnTo>
                  <a:lnTo>
                    <a:pt x="749" y="5388"/>
                  </a:lnTo>
                  <a:lnTo>
                    <a:pt x="749" y="8297"/>
                  </a:lnTo>
                  <a:cubicBezTo>
                    <a:pt x="644" y="8311"/>
                    <a:pt x="543" y="8350"/>
                    <a:pt x="457" y="8403"/>
                  </a:cubicBezTo>
                  <a:lnTo>
                    <a:pt x="457" y="7899"/>
                  </a:lnTo>
                  <a:cubicBezTo>
                    <a:pt x="457" y="7759"/>
                    <a:pt x="351" y="7690"/>
                    <a:pt x="245" y="7690"/>
                  </a:cubicBezTo>
                  <a:cubicBezTo>
                    <a:pt x="140" y="7690"/>
                    <a:pt x="34" y="7759"/>
                    <a:pt x="34" y="7899"/>
                  </a:cubicBezTo>
                  <a:lnTo>
                    <a:pt x="34" y="11859"/>
                  </a:lnTo>
                  <a:cubicBezTo>
                    <a:pt x="44" y="12142"/>
                    <a:pt x="1" y="12387"/>
                    <a:pt x="111" y="12747"/>
                  </a:cubicBezTo>
                  <a:cubicBezTo>
                    <a:pt x="111" y="12747"/>
                    <a:pt x="111" y="12752"/>
                    <a:pt x="111" y="12752"/>
                  </a:cubicBezTo>
                  <a:cubicBezTo>
                    <a:pt x="348" y="13504"/>
                    <a:pt x="1035" y="13949"/>
                    <a:pt x="1748" y="13949"/>
                  </a:cubicBezTo>
                  <a:cubicBezTo>
                    <a:pt x="2091" y="13949"/>
                    <a:pt x="2439" y="13847"/>
                    <a:pt x="2746" y="13625"/>
                  </a:cubicBezTo>
                  <a:lnTo>
                    <a:pt x="2799" y="13587"/>
                  </a:lnTo>
                  <a:cubicBezTo>
                    <a:pt x="3034" y="13400"/>
                    <a:pt x="3217" y="13160"/>
                    <a:pt x="3332" y="12886"/>
                  </a:cubicBezTo>
                  <a:cubicBezTo>
                    <a:pt x="3490" y="12507"/>
                    <a:pt x="3462" y="12276"/>
                    <a:pt x="3462" y="11537"/>
                  </a:cubicBezTo>
                  <a:lnTo>
                    <a:pt x="3462" y="5177"/>
                  </a:lnTo>
                  <a:cubicBezTo>
                    <a:pt x="3462" y="5062"/>
                    <a:pt x="3366" y="4971"/>
                    <a:pt x="3250" y="4971"/>
                  </a:cubicBezTo>
                  <a:lnTo>
                    <a:pt x="2751" y="4971"/>
                  </a:lnTo>
                  <a:lnTo>
                    <a:pt x="2751" y="1087"/>
                  </a:lnTo>
                  <a:cubicBezTo>
                    <a:pt x="2751" y="1015"/>
                    <a:pt x="2718" y="948"/>
                    <a:pt x="2655" y="910"/>
                  </a:cubicBezTo>
                  <a:lnTo>
                    <a:pt x="1292" y="55"/>
                  </a:lnTo>
                  <a:cubicBezTo>
                    <a:pt x="1232" y="17"/>
                    <a:pt x="1168" y="0"/>
                    <a:pt x="11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5" name="Google Shape;14535;p83"/>
          <p:cNvGrpSpPr/>
          <p:nvPr/>
        </p:nvGrpSpPr>
        <p:grpSpPr>
          <a:xfrm>
            <a:off x="1794067" y="2421750"/>
            <a:ext cx="269807" cy="365525"/>
            <a:chOff x="1794067" y="2421750"/>
            <a:chExt cx="269807" cy="365525"/>
          </a:xfrm>
        </p:grpSpPr>
        <p:sp>
          <p:nvSpPr>
            <p:cNvPr id="14536" name="Google Shape;14536;p83"/>
            <p:cNvSpPr/>
            <p:nvPr/>
          </p:nvSpPr>
          <p:spPr>
            <a:xfrm>
              <a:off x="1812304" y="2427278"/>
              <a:ext cx="235980" cy="154228"/>
            </a:xfrm>
            <a:custGeom>
              <a:rect b="b" l="l" r="r" t="t"/>
              <a:pathLst>
                <a:path extrusionOk="0" h="5886" w="9006">
                  <a:moveTo>
                    <a:pt x="629" y="1"/>
                  </a:moveTo>
                  <a:cubicBezTo>
                    <a:pt x="283" y="1"/>
                    <a:pt x="0" y="279"/>
                    <a:pt x="0" y="625"/>
                  </a:cubicBezTo>
                  <a:lnTo>
                    <a:pt x="0" y="5886"/>
                  </a:lnTo>
                  <a:lnTo>
                    <a:pt x="9005" y="5886"/>
                  </a:lnTo>
                  <a:lnTo>
                    <a:pt x="9005" y="625"/>
                  </a:lnTo>
                  <a:cubicBezTo>
                    <a:pt x="9005" y="279"/>
                    <a:pt x="8727" y="1"/>
                    <a:pt x="838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3"/>
            <p:cNvSpPr/>
            <p:nvPr/>
          </p:nvSpPr>
          <p:spPr>
            <a:xfrm>
              <a:off x="1799334" y="2581480"/>
              <a:ext cx="258881" cy="45173"/>
            </a:xfrm>
            <a:custGeom>
              <a:rect b="b" l="l" r="r" t="t"/>
              <a:pathLst>
                <a:path extrusionOk="0" h="1724" w="9880">
                  <a:moveTo>
                    <a:pt x="495" y="1"/>
                  </a:moveTo>
                  <a:lnTo>
                    <a:pt x="1" y="1724"/>
                  </a:lnTo>
                  <a:lnTo>
                    <a:pt x="9880" y="1724"/>
                  </a:lnTo>
                  <a:lnTo>
                    <a:pt x="9496"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3"/>
            <p:cNvSpPr/>
            <p:nvPr/>
          </p:nvSpPr>
          <p:spPr>
            <a:xfrm>
              <a:off x="1799334" y="2626653"/>
              <a:ext cx="258881" cy="57750"/>
            </a:xfrm>
            <a:custGeom>
              <a:rect b="b" l="l" r="r" t="t"/>
              <a:pathLst>
                <a:path extrusionOk="0" h="2204" w="9880">
                  <a:moveTo>
                    <a:pt x="1" y="0"/>
                  </a:moveTo>
                  <a:lnTo>
                    <a:pt x="1" y="1896"/>
                  </a:lnTo>
                  <a:cubicBezTo>
                    <a:pt x="1" y="2064"/>
                    <a:pt x="140" y="2203"/>
                    <a:pt x="308" y="2203"/>
                  </a:cubicBezTo>
                  <a:lnTo>
                    <a:pt x="9572" y="2203"/>
                  </a:lnTo>
                  <a:cubicBezTo>
                    <a:pt x="9741" y="2203"/>
                    <a:pt x="9880" y="2064"/>
                    <a:pt x="9880" y="1896"/>
                  </a:cubicBezTo>
                  <a:lnTo>
                    <a:pt x="98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3"/>
            <p:cNvSpPr/>
            <p:nvPr/>
          </p:nvSpPr>
          <p:spPr>
            <a:xfrm>
              <a:off x="1832663" y="2427278"/>
              <a:ext cx="215620" cy="154228"/>
            </a:xfrm>
            <a:custGeom>
              <a:rect b="b" l="l" r="r" t="t"/>
              <a:pathLst>
                <a:path extrusionOk="0" h="5886" w="8229">
                  <a:moveTo>
                    <a:pt x="625" y="1"/>
                  </a:moveTo>
                  <a:cubicBezTo>
                    <a:pt x="279" y="1"/>
                    <a:pt x="1" y="279"/>
                    <a:pt x="1" y="625"/>
                  </a:cubicBezTo>
                  <a:lnTo>
                    <a:pt x="1" y="5886"/>
                  </a:lnTo>
                  <a:lnTo>
                    <a:pt x="8228" y="5886"/>
                  </a:lnTo>
                  <a:lnTo>
                    <a:pt x="8228" y="625"/>
                  </a:lnTo>
                  <a:cubicBezTo>
                    <a:pt x="8228" y="279"/>
                    <a:pt x="7950" y="1"/>
                    <a:pt x="760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3"/>
            <p:cNvSpPr/>
            <p:nvPr/>
          </p:nvSpPr>
          <p:spPr>
            <a:xfrm>
              <a:off x="1819588" y="2581480"/>
              <a:ext cx="238626" cy="45173"/>
            </a:xfrm>
            <a:custGeom>
              <a:rect b="b" l="l" r="r" t="t"/>
              <a:pathLst>
                <a:path extrusionOk="0" h="1724" w="9107">
                  <a:moveTo>
                    <a:pt x="500" y="1"/>
                  </a:moveTo>
                  <a:lnTo>
                    <a:pt x="1" y="1724"/>
                  </a:lnTo>
                  <a:lnTo>
                    <a:pt x="9107" y="1724"/>
                  </a:lnTo>
                  <a:lnTo>
                    <a:pt x="8723"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3"/>
            <p:cNvSpPr/>
            <p:nvPr/>
          </p:nvSpPr>
          <p:spPr>
            <a:xfrm>
              <a:off x="1819588" y="2626653"/>
              <a:ext cx="238626" cy="57750"/>
            </a:xfrm>
            <a:custGeom>
              <a:rect b="b" l="l" r="r" t="t"/>
              <a:pathLst>
                <a:path extrusionOk="0" h="2204" w="9107">
                  <a:moveTo>
                    <a:pt x="1" y="0"/>
                  </a:moveTo>
                  <a:lnTo>
                    <a:pt x="1" y="1896"/>
                  </a:lnTo>
                  <a:cubicBezTo>
                    <a:pt x="1" y="2064"/>
                    <a:pt x="140" y="2203"/>
                    <a:pt x="308" y="2203"/>
                  </a:cubicBezTo>
                  <a:lnTo>
                    <a:pt x="8799" y="2203"/>
                  </a:lnTo>
                  <a:cubicBezTo>
                    <a:pt x="8968" y="2203"/>
                    <a:pt x="9107" y="2064"/>
                    <a:pt x="9107" y="1896"/>
                  </a:cubicBezTo>
                  <a:lnTo>
                    <a:pt x="9107"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3"/>
            <p:cNvSpPr/>
            <p:nvPr/>
          </p:nvSpPr>
          <p:spPr>
            <a:xfrm>
              <a:off x="1999573" y="2445515"/>
              <a:ext cx="27067" cy="23687"/>
            </a:xfrm>
            <a:custGeom>
              <a:rect b="b" l="l" r="r" t="t"/>
              <a:pathLst>
                <a:path extrusionOk="0" h="904" w="1033">
                  <a:moveTo>
                    <a:pt x="121" y="1"/>
                  </a:moveTo>
                  <a:cubicBezTo>
                    <a:pt x="54" y="1"/>
                    <a:pt x="1" y="58"/>
                    <a:pt x="1" y="125"/>
                  </a:cubicBezTo>
                  <a:lnTo>
                    <a:pt x="1" y="778"/>
                  </a:lnTo>
                  <a:cubicBezTo>
                    <a:pt x="1" y="846"/>
                    <a:pt x="54" y="903"/>
                    <a:pt x="121" y="903"/>
                  </a:cubicBezTo>
                  <a:lnTo>
                    <a:pt x="908" y="903"/>
                  </a:lnTo>
                  <a:cubicBezTo>
                    <a:pt x="975" y="903"/>
                    <a:pt x="1033" y="846"/>
                    <a:pt x="1033" y="778"/>
                  </a:cubicBezTo>
                  <a:lnTo>
                    <a:pt x="1033" y="125"/>
                  </a:lnTo>
                  <a:cubicBezTo>
                    <a:pt x="1033" y="58"/>
                    <a:pt x="975" y="1"/>
                    <a:pt x="90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3"/>
            <p:cNvSpPr/>
            <p:nvPr/>
          </p:nvSpPr>
          <p:spPr>
            <a:xfrm>
              <a:off x="2011914" y="2445515"/>
              <a:ext cx="14726" cy="14254"/>
            </a:xfrm>
            <a:custGeom>
              <a:rect b="b" l="l" r="r" t="t"/>
              <a:pathLst>
                <a:path extrusionOk="0" h="544" w="562">
                  <a:moveTo>
                    <a:pt x="0" y="1"/>
                  </a:moveTo>
                  <a:lnTo>
                    <a:pt x="0" y="423"/>
                  </a:lnTo>
                  <a:cubicBezTo>
                    <a:pt x="0" y="490"/>
                    <a:pt x="53" y="543"/>
                    <a:pt x="120" y="543"/>
                  </a:cubicBezTo>
                  <a:lnTo>
                    <a:pt x="562" y="543"/>
                  </a:lnTo>
                  <a:lnTo>
                    <a:pt x="562" y="125"/>
                  </a:lnTo>
                  <a:cubicBezTo>
                    <a:pt x="562" y="58"/>
                    <a:pt x="504" y="1"/>
                    <a:pt x="43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3"/>
            <p:cNvSpPr/>
            <p:nvPr/>
          </p:nvSpPr>
          <p:spPr>
            <a:xfrm>
              <a:off x="1832034" y="2540185"/>
              <a:ext cx="25574" cy="22718"/>
            </a:xfrm>
            <a:custGeom>
              <a:rect b="b" l="l" r="r" t="t"/>
              <a:pathLst>
                <a:path extrusionOk="0" h="867" w="976">
                  <a:moveTo>
                    <a:pt x="540" y="0"/>
                  </a:moveTo>
                  <a:cubicBezTo>
                    <a:pt x="527" y="0"/>
                    <a:pt x="513" y="1"/>
                    <a:pt x="500" y="2"/>
                  </a:cubicBezTo>
                  <a:cubicBezTo>
                    <a:pt x="466" y="7"/>
                    <a:pt x="433" y="12"/>
                    <a:pt x="399" y="21"/>
                  </a:cubicBezTo>
                  <a:cubicBezTo>
                    <a:pt x="82" y="132"/>
                    <a:pt x="1" y="545"/>
                    <a:pt x="255" y="761"/>
                  </a:cubicBezTo>
                  <a:cubicBezTo>
                    <a:pt x="340" y="833"/>
                    <a:pt x="440" y="866"/>
                    <a:pt x="537" y="866"/>
                  </a:cubicBezTo>
                  <a:cubicBezTo>
                    <a:pt x="737" y="866"/>
                    <a:pt x="927" y="727"/>
                    <a:pt x="966" y="501"/>
                  </a:cubicBezTo>
                  <a:cubicBezTo>
                    <a:pt x="975" y="434"/>
                    <a:pt x="970" y="362"/>
                    <a:pt x="946" y="295"/>
                  </a:cubicBezTo>
                  <a:cubicBezTo>
                    <a:pt x="888" y="121"/>
                    <a:pt x="722" y="0"/>
                    <a:pt x="54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3"/>
            <p:cNvSpPr/>
            <p:nvPr/>
          </p:nvSpPr>
          <p:spPr>
            <a:xfrm>
              <a:off x="1997058" y="2540159"/>
              <a:ext cx="26334" cy="22665"/>
            </a:xfrm>
            <a:custGeom>
              <a:rect b="b" l="l" r="r" t="t"/>
              <a:pathLst>
                <a:path extrusionOk="0" h="865" w="1005">
                  <a:moveTo>
                    <a:pt x="556" y="0"/>
                  </a:moveTo>
                  <a:cubicBezTo>
                    <a:pt x="541" y="0"/>
                    <a:pt x="525" y="1"/>
                    <a:pt x="510" y="3"/>
                  </a:cubicBezTo>
                  <a:cubicBezTo>
                    <a:pt x="178" y="32"/>
                    <a:pt x="1" y="402"/>
                    <a:pt x="188" y="675"/>
                  </a:cubicBezTo>
                  <a:cubicBezTo>
                    <a:pt x="275" y="802"/>
                    <a:pt x="411" y="864"/>
                    <a:pt x="545" y="864"/>
                  </a:cubicBezTo>
                  <a:cubicBezTo>
                    <a:pt x="701" y="864"/>
                    <a:pt x="855" y="782"/>
                    <a:pt x="932" y="622"/>
                  </a:cubicBezTo>
                  <a:cubicBezTo>
                    <a:pt x="951" y="589"/>
                    <a:pt x="966" y="546"/>
                    <a:pt x="975" y="502"/>
                  </a:cubicBezTo>
                  <a:cubicBezTo>
                    <a:pt x="1004" y="315"/>
                    <a:pt x="913" y="128"/>
                    <a:pt x="740" y="46"/>
                  </a:cubicBezTo>
                  <a:cubicBezTo>
                    <a:pt x="682" y="16"/>
                    <a:pt x="619" y="0"/>
                    <a:pt x="556"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3"/>
            <p:cNvSpPr/>
            <p:nvPr/>
          </p:nvSpPr>
          <p:spPr>
            <a:xfrm>
              <a:off x="1844742" y="2540185"/>
              <a:ext cx="12865" cy="13206"/>
            </a:xfrm>
            <a:custGeom>
              <a:rect b="b" l="l" r="r" t="t"/>
              <a:pathLst>
                <a:path extrusionOk="0" h="504" w="491">
                  <a:moveTo>
                    <a:pt x="56" y="0"/>
                  </a:moveTo>
                  <a:cubicBezTo>
                    <a:pt x="43" y="0"/>
                    <a:pt x="29" y="1"/>
                    <a:pt x="15" y="2"/>
                  </a:cubicBezTo>
                  <a:cubicBezTo>
                    <a:pt x="1" y="69"/>
                    <a:pt x="5" y="141"/>
                    <a:pt x="29" y="209"/>
                  </a:cubicBezTo>
                  <a:cubicBezTo>
                    <a:pt x="87" y="387"/>
                    <a:pt x="253" y="503"/>
                    <a:pt x="439" y="503"/>
                  </a:cubicBezTo>
                  <a:cubicBezTo>
                    <a:pt x="452" y="503"/>
                    <a:pt x="467" y="503"/>
                    <a:pt x="481" y="501"/>
                  </a:cubicBezTo>
                  <a:cubicBezTo>
                    <a:pt x="490" y="434"/>
                    <a:pt x="485" y="362"/>
                    <a:pt x="461" y="295"/>
                  </a:cubicBezTo>
                  <a:cubicBezTo>
                    <a:pt x="403" y="117"/>
                    <a:pt x="238" y="0"/>
                    <a:pt x="5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3"/>
            <p:cNvSpPr/>
            <p:nvPr/>
          </p:nvSpPr>
          <p:spPr>
            <a:xfrm>
              <a:off x="2009530" y="2540159"/>
              <a:ext cx="13861" cy="13258"/>
            </a:xfrm>
            <a:custGeom>
              <a:rect b="b" l="l" r="r" t="t"/>
              <a:pathLst>
                <a:path extrusionOk="0" h="506" w="529">
                  <a:moveTo>
                    <a:pt x="80" y="0"/>
                  </a:moveTo>
                  <a:cubicBezTo>
                    <a:pt x="65" y="0"/>
                    <a:pt x="49" y="1"/>
                    <a:pt x="34" y="3"/>
                  </a:cubicBezTo>
                  <a:cubicBezTo>
                    <a:pt x="0" y="190"/>
                    <a:pt x="96" y="378"/>
                    <a:pt x="264" y="459"/>
                  </a:cubicBezTo>
                  <a:cubicBezTo>
                    <a:pt x="322" y="490"/>
                    <a:pt x="385" y="505"/>
                    <a:pt x="450" y="505"/>
                  </a:cubicBezTo>
                  <a:cubicBezTo>
                    <a:pt x="467" y="505"/>
                    <a:pt x="483" y="504"/>
                    <a:pt x="499" y="502"/>
                  </a:cubicBezTo>
                  <a:cubicBezTo>
                    <a:pt x="528" y="315"/>
                    <a:pt x="432" y="133"/>
                    <a:pt x="264" y="46"/>
                  </a:cubicBezTo>
                  <a:cubicBezTo>
                    <a:pt x="206" y="16"/>
                    <a:pt x="143" y="0"/>
                    <a:pt x="80"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3"/>
            <p:cNvSpPr/>
            <p:nvPr/>
          </p:nvSpPr>
          <p:spPr>
            <a:xfrm>
              <a:off x="1853940" y="2655057"/>
              <a:ext cx="149826" cy="126689"/>
            </a:xfrm>
            <a:custGeom>
              <a:rect b="b" l="l" r="r" t="t"/>
              <a:pathLst>
                <a:path extrusionOk="0" h="4835" w="5718">
                  <a:moveTo>
                    <a:pt x="0" y="1"/>
                  </a:moveTo>
                  <a:lnTo>
                    <a:pt x="0" y="4527"/>
                  </a:lnTo>
                  <a:cubicBezTo>
                    <a:pt x="0" y="4700"/>
                    <a:pt x="134" y="4835"/>
                    <a:pt x="307" y="4835"/>
                  </a:cubicBezTo>
                  <a:lnTo>
                    <a:pt x="5405" y="4835"/>
                  </a:lnTo>
                  <a:cubicBezTo>
                    <a:pt x="5408" y="4835"/>
                    <a:pt x="5411" y="4835"/>
                    <a:pt x="5414" y="4835"/>
                  </a:cubicBezTo>
                  <a:cubicBezTo>
                    <a:pt x="5583" y="4835"/>
                    <a:pt x="5717" y="4697"/>
                    <a:pt x="5717" y="4527"/>
                  </a:cubicBezTo>
                  <a:lnTo>
                    <a:pt x="5717"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3"/>
            <p:cNvSpPr/>
            <p:nvPr/>
          </p:nvSpPr>
          <p:spPr>
            <a:xfrm>
              <a:off x="1877705" y="2677591"/>
              <a:ext cx="102164" cy="81647"/>
            </a:xfrm>
            <a:custGeom>
              <a:rect b="b" l="l" r="r" t="t"/>
              <a:pathLst>
                <a:path extrusionOk="0" h="3116" w="3899">
                  <a:moveTo>
                    <a:pt x="226" y="0"/>
                  </a:moveTo>
                  <a:cubicBezTo>
                    <a:pt x="101" y="0"/>
                    <a:pt x="0" y="101"/>
                    <a:pt x="0" y="226"/>
                  </a:cubicBezTo>
                  <a:lnTo>
                    <a:pt x="0" y="2895"/>
                  </a:lnTo>
                  <a:cubicBezTo>
                    <a:pt x="0" y="3015"/>
                    <a:pt x="101" y="3115"/>
                    <a:pt x="226" y="3115"/>
                  </a:cubicBezTo>
                  <a:lnTo>
                    <a:pt x="3673" y="3115"/>
                  </a:lnTo>
                  <a:cubicBezTo>
                    <a:pt x="3793" y="3115"/>
                    <a:pt x="3898" y="3015"/>
                    <a:pt x="3898" y="2895"/>
                  </a:cubicBezTo>
                  <a:lnTo>
                    <a:pt x="3898" y="226"/>
                  </a:lnTo>
                  <a:cubicBezTo>
                    <a:pt x="3898" y="101"/>
                    <a:pt x="3797" y="0"/>
                    <a:pt x="36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3"/>
            <p:cNvSpPr/>
            <p:nvPr/>
          </p:nvSpPr>
          <p:spPr>
            <a:xfrm>
              <a:off x="1812304" y="2481360"/>
              <a:ext cx="235980" cy="42684"/>
            </a:xfrm>
            <a:custGeom>
              <a:rect b="b" l="l" r="r" t="t"/>
              <a:pathLst>
                <a:path extrusionOk="0" h="1629" w="9006">
                  <a:moveTo>
                    <a:pt x="0" y="1"/>
                  </a:moveTo>
                  <a:lnTo>
                    <a:pt x="0" y="1628"/>
                  </a:lnTo>
                  <a:lnTo>
                    <a:pt x="9005" y="1628"/>
                  </a:lnTo>
                  <a:lnTo>
                    <a:pt x="9005"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3"/>
            <p:cNvSpPr/>
            <p:nvPr/>
          </p:nvSpPr>
          <p:spPr>
            <a:xfrm>
              <a:off x="1832663" y="2481360"/>
              <a:ext cx="215620" cy="42684"/>
            </a:xfrm>
            <a:custGeom>
              <a:rect b="b" l="l" r="r" t="t"/>
              <a:pathLst>
                <a:path extrusionOk="0" h="1629" w="8229">
                  <a:moveTo>
                    <a:pt x="1" y="1"/>
                  </a:moveTo>
                  <a:lnTo>
                    <a:pt x="1" y="1628"/>
                  </a:lnTo>
                  <a:lnTo>
                    <a:pt x="8228" y="1628"/>
                  </a:lnTo>
                  <a:lnTo>
                    <a:pt x="8228"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3"/>
            <p:cNvSpPr/>
            <p:nvPr/>
          </p:nvSpPr>
          <p:spPr>
            <a:xfrm>
              <a:off x="1873172" y="2448293"/>
              <a:ext cx="111203" cy="111334"/>
            </a:xfrm>
            <a:custGeom>
              <a:rect b="b" l="l" r="r" t="t"/>
              <a:pathLst>
                <a:path extrusionOk="0" h="4249" w="4244">
                  <a:moveTo>
                    <a:pt x="2122" y="0"/>
                  </a:moveTo>
                  <a:cubicBezTo>
                    <a:pt x="951" y="0"/>
                    <a:pt x="1" y="951"/>
                    <a:pt x="1" y="2122"/>
                  </a:cubicBezTo>
                  <a:cubicBezTo>
                    <a:pt x="1" y="3298"/>
                    <a:pt x="951" y="4248"/>
                    <a:pt x="2122" y="4248"/>
                  </a:cubicBezTo>
                  <a:cubicBezTo>
                    <a:pt x="3294" y="4248"/>
                    <a:pt x="4244" y="3298"/>
                    <a:pt x="4244" y="2122"/>
                  </a:cubicBezTo>
                  <a:cubicBezTo>
                    <a:pt x="4244" y="951"/>
                    <a:pt x="3294" y="0"/>
                    <a:pt x="212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3"/>
            <p:cNvSpPr/>
            <p:nvPr/>
          </p:nvSpPr>
          <p:spPr>
            <a:xfrm>
              <a:off x="1891042" y="2470198"/>
              <a:ext cx="75358" cy="67288"/>
            </a:xfrm>
            <a:custGeom>
              <a:rect b="b" l="l" r="r" t="t"/>
              <a:pathLst>
                <a:path extrusionOk="0" h="2568" w="2876">
                  <a:moveTo>
                    <a:pt x="1440" y="1"/>
                  </a:moveTo>
                  <a:cubicBezTo>
                    <a:pt x="1074" y="1"/>
                    <a:pt x="711" y="156"/>
                    <a:pt x="456" y="456"/>
                  </a:cubicBezTo>
                  <a:cubicBezTo>
                    <a:pt x="0" y="998"/>
                    <a:pt x="67" y="1804"/>
                    <a:pt x="610" y="2260"/>
                  </a:cubicBezTo>
                  <a:cubicBezTo>
                    <a:pt x="850" y="2467"/>
                    <a:pt x="1145" y="2567"/>
                    <a:pt x="1438" y="2567"/>
                  </a:cubicBezTo>
                  <a:cubicBezTo>
                    <a:pt x="1800" y="2567"/>
                    <a:pt x="2160" y="2414"/>
                    <a:pt x="2415" y="2116"/>
                  </a:cubicBezTo>
                  <a:lnTo>
                    <a:pt x="2424" y="2102"/>
                  </a:lnTo>
                  <a:cubicBezTo>
                    <a:pt x="2876" y="1560"/>
                    <a:pt x="2804" y="753"/>
                    <a:pt x="2261" y="297"/>
                  </a:cubicBezTo>
                  <a:cubicBezTo>
                    <a:pt x="2021" y="98"/>
                    <a:pt x="1730" y="1"/>
                    <a:pt x="144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3"/>
            <p:cNvSpPr/>
            <p:nvPr/>
          </p:nvSpPr>
          <p:spPr>
            <a:xfrm>
              <a:off x="1909279" y="2470408"/>
              <a:ext cx="55602" cy="56152"/>
            </a:xfrm>
            <a:custGeom>
              <a:rect b="b" l="l" r="r" t="t"/>
              <a:pathLst>
                <a:path extrusionOk="0" h="2143" w="2122">
                  <a:moveTo>
                    <a:pt x="743" y="0"/>
                  </a:moveTo>
                  <a:cubicBezTo>
                    <a:pt x="627" y="0"/>
                    <a:pt x="509" y="16"/>
                    <a:pt x="394" y="49"/>
                  </a:cubicBezTo>
                  <a:cubicBezTo>
                    <a:pt x="34" y="481"/>
                    <a:pt x="0" y="1096"/>
                    <a:pt x="307" y="1561"/>
                  </a:cubicBezTo>
                  <a:cubicBezTo>
                    <a:pt x="549" y="1930"/>
                    <a:pt x="955" y="2143"/>
                    <a:pt x="1379" y="2143"/>
                  </a:cubicBezTo>
                  <a:cubicBezTo>
                    <a:pt x="1495" y="2143"/>
                    <a:pt x="1613" y="2127"/>
                    <a:pt x="1728" y="2094"/>
                  </a:cubicBezTo>
                  <a:cubicBezTo>
                    <a:pt x="2084" y="1662"/>
                    <a:pt x="2122" y="1048"/>
                    <a:pt x="1815" y="582"/>
                  </a:cubicBezTo>
                  <a:cubicBezTo>
                    <a:pt x="1574" y="213"/>
                    <a:pt x="1167" y="0"/>
                    <a:pt x="743"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3"/>
            <p:cNvSpPr/>
            <p:nvPr/>
          </p:nvSpPr>
          <p:spPr>
            <a:xfrm>
              <a:off x="1923979" y="2487911"/>
              <a:ext cx="21303" cy="21145"/>
            </a:xfrm>
            <a:custGeom>
              <a:rect b="b" l="l" r="r" t="t"/>
              <a:pathLst>
                <a:path extrusionOk="0" h="807" w="813">
                  <a:moveTo>
                    <a:pt x="409" y="0"/>
                  </a:moveTo>
                  <a:cubicBezTo>
                    <a:pt x="183" y="0"/>
                    <a:pt x="1" y="178"/>
                    <a:pt x="1" y="404"/>
                  </a:cubicBezTo>
                  <a:cubicBezTo>
                    <a:pt x="1" y="629"/>
                    <a:pt x="183" y="807"/>
                    <a:pt x="409" y="807"/>
                  </a:cubicBezTo>
                  <a:cubicBezTo>
                    <a:pt x="630" y="807"/>
                    <a:pt x="812" y="629"/>
                    <a:pt x="812" y="404"/>
                  </a:cubicBezTo>
                  <a:cubicBezTo>
                    <a:pt x="812" y="178"/>
                    <a:pt x="630" y="0"/>
                    <a:pt x="409"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3"/>
            <p:cNvSpPr/>
            <p:nvPr/>
          </p:nvSpPr>
          <p:spPr>
            <a:xfrm>
              <a:off x="1994044" y="2436973"/>
              <a:ext cx="38020" cy="34614"/>
            </a:xfrm>
            <a:custGeom>
              <a:rect b="b" l="l" r="r" t="t"/>
              <a:pathLst>
                <a:path extrusionOk="0" h="1321" w="1451">
                  <a:moveTo>
                    <a:pt x="1037" y="418"/>
                  </a:moveTo>
                  <a:lnTo>
                    <a:pt x="1037" y="903"/>
                  </a:lnTo>
                  <a:lnTo>
                    <a:pt x="418" y="903"/>
                  </a:lnTo>
                  <a:lnTo>
                    <a:pt x="418" y="418"/>
                  </a:lnTo>
                  <a:close/>
                  <a:moveTo>
                    <a:pt x="332" y="0"/>
                  </a:moveTo>
                  <a:cubicBezTo>
                    <a:pt x="149" y="0"/>
                    <a:pt x="1" y="149"/>
                    <a:pt x="5" y="331"/>
                  </a:cubicBezTo>
                  <a:lnTo>
                    <a:pt x="5" y="989"/>
                  </a:lnTo>
                  <a:cubicBezTo>
                    <a:pt x="1" y="1172"/>
                    <a:pt x="149" y="1316"/>
                    <a:pt x="332" y="1320"/>
                  </a:cubicBezTo>
                  <a:lnTo>
                    <a:pt x="1119" y="1320"/>
                  </a:lnTo>
                  <a:cubicBezTo>
                    <a:pt x="1301" y="1320"/>
                    <a:pt x="1450" y="1172"/>
                    <a:pt x="1450" y="989"/>
                  </a:cubicBezTo>
                  <a:lnTo>
                    <a:pt x="1450" y="331"/>
                  </a:lnTo>
                  <a:cubicBezTo>
                    <a:pt x="1450" y="149"/>
                    <a:pt x="1301" y="0"/>
                    <a:pt x="11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3"/>
            <p:cNvSpPr/>
            <p:nvPr/>
          </p:nvSpPr>
          <p:spPr>
            <a:xfrm>
              <a:off x="1830226" y="2534735"/>
              <a:ext cx="35950" cy="33723"/>
            </a:xfrm>
            <a:custGeom>
              <a:rect b="b" l="l" r="r" t="t"/>
              <a:pathLst>
                <a:path extrusionOk="0" h="1287" w="1372">
                  <a:moveTo>
                    <a:pt x="600" y="0"/>
                  </a:moveTo>
                  <a:cubicBezTo>
                    <a:pt x="367" y="0"/>
                    <a:pt x="180" y="126"/>
                    <a:pt x="257" y="316"/>
                  </a:cubicBezTo>
                  <a:cubicBezTo>
                    <a:pt x="287" y="398"/>
                    <a:pt x="366" y="448"/>
                    <a:pt x="452" y="448"/>
                  </a:cubicBezTo>
                  <a:cubicBezTo>
                    <a:pt x="477" y="448"/>
                    <a:pt x="501" y="444"/>
                    <a:pt x="526" y="436"/>
                  </a:cubicBezTo>
                  <a:cubicBezTo>
                    <a:pt x="554" y="425"/>
                    <a:pt x="582" y="419"/>
                    <a:pt x="610" y="419"/>
                  </a:cubicBezTo>
                  <a:cubicBezTo>
                    <a:pt x="746" y="419"/>
                    <a:pt x="859" y="547"/>
                    <a:pt x="823" y="695"/>
                  </a:cubicBezTo>
                  <a:cubicBezTo>
                    <a:pt x="797" y="806"/>
                    <a:pt x="701" y="870"/>
                    <a:pt x="603" y="870"/>
                  </a:cubicBezTo>
                  <a:cubicBezTo>
                    <a:pt x="544" y="870"/>
                    <a:pt x="485" y="846"/>
                    <a:pt x="439" y="796"/>
                  </a:cubicBezTo>
                  <a:cubicBezTo>
                    <a:pt x="393" y="748"/>
                    <a:pt x="341" y="729"/>
                    <a:pt x="290" y="729"/>
                  </a:cubicBezTo>
                  <a:cubicBezTo>
                    <a:pt x="136" y="729"/>
                    <a:pt x="1" y="914"/>
                    <a:pt x="127" y="1069"/>
                  </a:cubicBezTo>
                  <a:cubicBezTo>
                    <a:pt x="262" y="1221"/>
                    <a:pt x="431" y="1286"/>
                    <a:pt x="597" y="1286"/>
                  </a:cubicBezTo>
                  <a:cubicBezTo>
                    <a:pt x="993" y="1286"/>
                    <a:pt x="1371" y="911"/>
                    <a:pt x="1212" y="441"/>
                  </a:cubicBezTo>
                  <a:cubicBezTo>
                    <a:pt x="1109" y="126"/>
                    <a:pt x="832"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3"/>
            <p:cNvSpPr/>
            <p:nvPr/>
          </p:nvSpPr>
          <p:spPr>
            <a:xfrm>
              <a:off x="1994542" y="2534709"/>
              <a:ext cx="33618" cy="32622"/>
            </a:xfrm>
            <a:custGeom>
              <a:rect b="b" l="l" r="r" t="t"/>
              <a:pathLst>
                <a:path extrusionOk="0" h="1245" w="1283">
                  <a:moveTo>
                    <a:pt x="644" y="0"/>
                  </a:moveTo>
                  <a:cubicBezTo>
                    <a:pt x="289" y="0"/>
                    <a:pt x="1" y="288"/>
                    <a:pt x="1" y="643"/>
                  </a:cubicBezTo>
                  <a:cubicBezTo>
                    <a:pt x="1" y="982"/>
                    <a:pt x="277" y="1244"/>
                    <a:pt x="482" y="1244"/>
                  </a:cubicBezTo>
                  <a:cubicBezTo>
                    <a:pt x="559" y="1244"/>
                    <a:pt x="625" y="1207"/>
                    <a:pt x="663" y="1123"/>
                  </a:cubicBezTo>
                  <a:cubicBezTo>
                    <a:pt x="706" y="1018"/>
                    <a:pt x="658" y="893"/>
                    <a:pt x="553" y="850"/>
                  </a:cubicBezTo>
                  <a:cubicBezTo>
                    <a:pt x="385" y="778"/>
                    <a:pt x="370" y="547"/>
                    <a:pt x="524" y="451"/>
                  </a:cubicBezTo>
                  <a:cubicBezTo>
                    <a:pt x="563" y="428"/>
                    <a:pt x="603" y="417"/>
                    <a:pt x="643" y="417"/>
                  </a:cubicBezTo>
                  <a:cubicBezTo>
                    <a:pt x="766" y="417"/>
                    <a:pt x="877" y="520"/>
                    <a:pt x="870" y="658"/>
                  </a:cubicBezTo>
                  <a:cubicBezTo>
                    <a:pt x="860" y="797"/>
                    <a:pt x="967" y="876"/>
                    <a:pt x="1075" y="876"/>
                  </a:cubicBezTo>
                  <a:cubicBezTo>
                    <a:pt x="1179" y="876"/>
                    <a:pt x="1282" y="803"/>
                    <a:pt x="1282" y="643"/>
                  </a:cubicBezTo>
                  <a:cubicBezTo>
                    <a:pt x="1282" y="288"/>
                    <a:pt x="994" y="0"/>
                    <a:pt x="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3"/>
            <p:cNvSpPr/>
            <p:nvPr/>
          </p:nvSpPr>
          <p:spPr>
            <a:xfrm>
              <a:off x="1915804" y="2482435"/>
              <a:ext cx="37208" cy="31050"/>
            </a:xfrm>
            <a:custGeom>
              <a:rect b="b" l="l" r="r" t="t"/>
              <a:pathLst>
                <a:path extrusionOk="0" h="1185" w="1420">
                  <a:moveTo>
                    <a:pt x="712" y="1"/>
                  </a:moveTo>
                  <a:cubicBezTo>
                    <a:pt x="570" y="1"/>
                    <a:pt x="425" y="51"/>
                    <a:pt x="303" y="166"/>
                  </a:cubicBezTo>
                  <a:cubicBezTo>
                    <a:pt x="1" y="449"/>
                    <a:pt x="58" y="939"/>
                    <a:pt x="418" y="1145"/>
                  </a:cubicBezTo>
                  <a:cubicBezTo>
                    <a:pt x="459" y="1173"/>
                    <a:pt x="500" y="1184"/>
                    <a:pt x="537" y="1184"/>
                  </a:cubicBezTo>
                  <a:cubicBezTo>
                    <a:pt x="725" y="1184"/>
                    <a:pt x="844" y="893"/>
                    <a:pt x="620" y="785"/>
                  </a:cubicBezTo>
                  <a:cubicBezTo>
                    <a:pt x="481" y="704"/>
                    <a:pt x="490" y="497"/>
                    <a:pt x="639" y="430"/>
                  </a:cubicBezTo>
                  <a:cubicBezTo>
                    <a:pt x="666" y="419"/>
                    <a:pt x="692" y="415"/>
                    <a:pt x="718" y="415"/>
                  </a:cubicBezTo>
                  <a:cubicBezTo>
                    <a:pt x="841" y="415"/>
                    <a:pt x="945" y="529"/>
                    <a:pt x="913" y="661"/>
                  </a:cubicBezTo>
                  <a:cubicBezTo>
                    <a:pt x="882" y="814"/>
                    <a:pt x="1002" y="908"/>
                    <a:pt x="1121" y="908"/>
                  </a:cubicBezTo>
                  <a:cubicBezTo>
                    <a:pt x="1203" y="908"/>
                    <a:pt x="1285" y="863"/>
                    <a:pt x="1316" y="761"/>
                  </a:cubicBezTo>
                  <a:cubicBezTo>
                    <a:pt x="1420" y="330"/>
                    <a:pt x="1074" y="1"/>
                    <a:pt x="7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3"/>
            <p:cNvSpPr/>
            <p:nvPr/>
          </p:nvSpPr>
          <p:spPr>
            <a:xfrm>
              <a:off x="1794067" y="2421750"/>
              <a:ext cx="269807" cy="365525"/>
            </a:xfrm>
            <a:custGeom>
              <a:rect b="b" l="l" r="r" t="t"/>
              <a:pathLst>
                <a:path extrusionOk="0" h="13950" w="10297">
                  <a:moveTo>
                    <a:pt x="9077" y="418"/>
                  </a:moveTo>
                  <a:cubicBezTo>
                    <a:pt x="9308" y="418"/>
                    <a:pt x="9495" y="605"/>
                    <a:pt x="9495" y="836"/>
                  </a:cubicBezTo>
                  <a:lnTo>
                    <a:pt x="9495" y="2069"/>
                  </a:lnTo>
                  <a:lnTo>
                    <a:pt x="7210" y="2069"/>
                  </a:lnTo>
                  <a:cubicBezTo>
                    <a:pt x="6776" y="1227"/>
                    <a:pt x="5957" y="806"/>
                    <a:pt x="5139" y="806"/>
                  </a:cubicBezTo>
                  <a:cubicBezTo>
                    <a:pt x="4322" y="806"/>
                    <a:pt x="3504" y="1227"/>
                    <a:pt x="3072" y="2069"/>
                  </a:cubicBezTo>
                  <a:lnTo>
                    <a:pt x="907" y="2069"/>
                  </a:lnTo>
                  <a:lnTo>
                    <a:pt x="907" y="836"/>
                  </a:lnTo>
                  <a:cubicBezTo>
                    <a:pt x="907" y="605"/>
                    <a:pt x="1095" y="418"/>
                    <a:pt x="1325" y="418"/>
                  </a:cubicBezTo>
                  <a:close/>
                  <a:moveTo>
                    <a:pt x="2904" y="2482"/>
                  </a:moveTo>
                  <a:cubicBezTo>
                    <a:pt x="2789" y="2876"/>
                    <a:pt x="2780" y="3293"/>
                    <a:pt x="2880" y="3697"/>
                  </a:cubicBezTo>
                  <a:lnTo>
                    <a:pt x="907" y="3697"/>
                  </a:lnTo>
                  <a:lnTo>
                    <a:pt x="907" y="2482"/>
                  </a:lnTo>
                  <a:close/>
                  <a:moveTo>
                    <a:pt x="5144" y="1223"/>
                  </a:moveTo>
                  <a:cubicBezTo>
                    <a:pt x="5748" y="1223"/>
                    <a:pt x="6353" y="1505"/>
                    <a:pt x="6735" y="2069"/>
                  </a:cubicBezTo>
                  <a:cubicBezTo>
                    <a:pt x="6793" y="2161"/>
                    <a:pt x="6845" y="2257"/>
                    <a:pt x="6893" y="2357"/>
                  </a:cubicBezTo>
                  <a:cubicBezTo>
                    <a:pt x="6908" y="2396"/>
                    <a:pt x="6922" y="2434"/>
                    <a:pt x="6946" y="2473"/>
                  </a:cubicBezTo>
                  <a:cubicBezTo>
                    <a:pt x="6988" y="2525"/>
                    <a:pt x="7050" y="2551"/>
                    <a:pt x="7112" y="2551"/>
                  </a:cubicBezTo>
                  <a:cubicBezTo>
                    <a:pt x="7169" y="2551"/>
                    <a:pt x="7226" y="2528"/>
                    <a:pt x="7268" y="2482"/>
                  </a:cubicBezTo>
                  <a:lnTo>
                    <a:pt x="9495" y="2482"/>
                  </a:lnTo>
                  <a:lnTo>
                    <a:pt x="9495" y="3697"/>
                  </a:lnTo>
                  <a:lnTo>
                    <a:pt x="7402" y="3697"/>
                  </a:lnTo>
                  <a:cubicBezTo>
                    <a:pt x="7445" y="3509"/>
                    <a:pt x="7469" y="3322"/>
                    <a:pt x="7469" y="3135"/>
                  </a:cubicBezTo>
                  <a:cubicBezTo>
                    <a:pt x="7469" y="3025"/>
                    <a:pt x="7378" y="2933"/>
                    <a:pt x="7268" y="2929"/>
                  </a:cubicBezTo>
                  <a:cubicBezTo>
                    <a:pt x="7153" y="2929"/>
                    <a:pt x="7057" y="3020"/>
                    <a:pt x="7057" y="3135"/>
                  </a:cubicBezTo>
                  <a:cubicBezTo>
                    <a:pt x="7057" y="4196"/>
                    <a:pt x="6202" y="5050"/>
                    <a:pt x="5141" y="5050"/>
                  </a:cubicBezTo>
                  <a:cubicBezTo>
                    <a:pt x="3624" y="5050"/>
                    <a:pt x="2693" y="3341"/>
                    <a:pt x="3557" y="2069"/>
                  </a:cubicBezTo>
                  <a:cubicBezTo>
                    <a:pt x="3936" y="1505"/>
                    <a:pt x="4540" y="1223"/>
                    <a:pt x="5144" y="1223"/>
                  </a:cubicBezTo>
                  <a:close/>
                  <a:moveTo>
                    <a:pt x="9495" y="4109"/>
                  </a:moveTo>
                  <a:lnTo>
                    <a:pt x="9495" y="5886"/>
                  </a:lnTo>
                  <a:lnTo>
                    <a:pt x="907" y="5886"/>
                  </a:lnTo>
                  <a:lnTo>
                    <a:pt x="907" y="4109"/>
                  </a:lnTo>
                  <a:lnTo>
                    <a:pt x="3024" y="4109"/>
                  </a:lnTo>
                  <a:cubicBezTo>
                    <a:pt x="3408" y="4935"/>
                    <a:pt x="4234" y="5463"/>
                    <a:pt x="5141" y="5463"/>
                  </a:cubicBezTo>
                  <a:cubicBezTo>
                    <a:pt x="6048" y="5463"/>
                    <a:pt x="6874" y="4935"/>
                    <a:pt x="7258" y="4109"/>
                  </a:cubicBezTo>
                  <a:close/>
                  <a:moveTo>
                    <a:pt x="9533" y="6303"/>
                  </a:moveTo>
                  <a:lnTo>
                    <a:pt x="9821" y="7609"/>
                  </a:lnTo>
                  <a:lnTo>
                    <a:pt x="475" y="7609"/>
                  </a:lnTo>
                  <a:lnTo>
                    <a:pt x="855" y="6303"/>
                  </a:lnTo>
                  <a:close/>
                  <a:moveTo>
                    <a:pt x="9874" y="8026"/>
                  </a:moveTo>
                  <a:lnTo>
                    <a:pt x="9874" y="9812"/>
                  </a:lnTo>
                  <a:lnTo>
                    <a:pt x="8209" y="9812"/>
                  </a:lnTo>
                  <a:lnTo>
                    <a:pt x="8209" y="9111"/>
                  </a:lnTo>
                  <a:lnTo>
                    <a:pt x="9058" y="9111"/>
                  </a:lnTo>
                  <a:cubicBezTo>
                    <a:pt x="9317" y="9097"/>
                    <a:pt x="9317" y="8713"/>
                    <a:pt x="9058" y="8698"/>
                  </a:cubicBezTo>
                  <a:lnTo>
                    <a:pt x="1224" y="8698"/>
                  </a:lnTo>
                  <a:cubicBezTo>
                    <a:pt x="1220" y="8698"/>
                    <a:pt x="1215" y="8698"/>
                    <a:pt x="1211" y="8698"/>
                  </a:cubicBezTo>
                  <a:cubicBezTo>
                    <a:pt x="937" y="8698"/>
                    <a:pt x="936" y="9112"/>
                    <a:pt x="1206" y="9112"/>
                  </a:cubicBezTo>
                  <a:cubicBezTo>
                    <a:pt x="1212" y="9112"/>
                    <a:pt x="1218" y="9112"/>
                    <a:pt x="1224" y="9111"/>
                  </a:cubicBezTo>
                  <a:lnTo>
                    <a:pt x="2074" y="9111"/>
                  </a:lnTo>
                  <a:lnTo>
                    <a:pt x="2074" y="9812"/>
                  </a:lnTo>
                  <a:lnTo>
                    <a:pt x="408" y="9812"/>
                  </a:lnTo>
                  <a:lnTo>
                    <a:pt x="408" y="8026"/>
                  </a:lnTo>
                  <a:close/>
                  <a:moveTo>
                    <a:pt x="7791" y="9116"/>
                  </a:moveTo>
                  <a:lnTo>
                    <a:pt x="7791" y="13532"/>
                  </a:lnTo>
                  <a:lnTo>
                    <a:pt x="2491" y="13532"/>
                  </a:lnTo>
                  <a:lnTo>
                    <a:pt x="2491" y="9116"/>
                  </a:lnTo>
                  <a:close/>
                  <a:moveTo>
                    <a:pt x="1325" y="0"/>
                  </a:moveTo>
                  <a:cubicBezTo>
                    <a:pt x="864" y="5"/>
                    <a:pt x="490" y="375"/>
                    <a:pt x="490" y="836"/>
                  </a:cubicBezTo>
                  <a:lnTo>
                    <a:pt x="490" y="6068"/>
                  </a:lnTo>
                  <a:lnTo>
                    <a:pt x="5" y="7758"/>
                  </a:lnTo>
                  <a:lnTo>
                    <a:pt x="5" y="7762"/>
                  </a:lnTo>
                  <a:cubicBezTo>
                    <a:pt x="5" y="7767"/>
                    <a:pt x="5" y="7772"/>
                    <a:pt x="0" y="7777"/>
                  </a:cubicBezTo>
                  <a:cubicBezTo>
                    <a:pt x="0" y="7786"/>
                    <a:pt x="0" y="7791"/>
                    <a:pt x="0" y="7796"/>
                  </a:cubicBezTo>
                  <a:cubicBezTo>
                    <a:pt x="0" y="7796"/>
                    <a:pt x="0" y="7801"/>
                    <a:pt x="0" y="7801"/>
                  </a:cubicBezTo>
                  <a:cubicBezTo>
                    <a:pt x="0" y="7806"/>
                    <a:pt x="0" y="7810"/>
                    <a:pt x="0" y="7820"/>
                  </a:cubicBezTo>
                  <a:lnTo>
                    <a:pt x="0" y="10023"/>
                  </a:lnTo>
                  <a:cubicBezTo>
                    <a:pt x="0" y="10134"/>
                    <a:pt x="96" y="10230"/>
                    <a:pt x="211" y="10230"/>
                  </a:cubicBezTo>
                  <a:lnTo>
                    <a:pt x="2083" y="10230"/>
                  </a:lnTo>
                  <a:lnTo>
                    <a:pt x="2083" y="13743"/>
                  </a:lnTo>
                  <a:cubicBezTo>
                    <a:pt x="2083" y="13854"/>
                    <a:pt x="2175" y="13950"/>
                    <a:pt x="2290" y="13950"/>
                  </a:cubicBezTo>
                  <a:lnTo>
                    <a:pt x="8007" y="13950"/>
                  </a:lnTo>
                  <a:cubicBezTo>
                    <a:pt x="8122" y="13950"/>
                    <a:pt x="8213" y="13854"/>
                    <a:pt x="8213" y="13743"/>
                  </a:cubicBezTo>
                  <a:lnTo>
                    <a:pt x="8213" y="10230"/>
                  </a:lnTo>
                  <a:lnTo>
                    <a:pt x="10086" y="10230"/>
                  </a:lnTo>
                  <a:cubicBezTo>
                    <a:pt x="10201" y="10230"/>
                    <a:pt x="10297" y="10134"/>
                    <a:pt x="10297" y="10019"/>
                  </a:cubicBezTo>
                  <a:lnTo>
                    <a:pt x="10297" y="7820"/>
                  </a:lnTo>
                  <a:cubicBezTo>
                    <a:pt x="10292" y="7810"/>
                    <a:pt x="10287" y="7796"/>
                    <a:pt x="10282" y="7786"/>
                  </a:cubicBezTo>
                  <a:cubicBezTo>
                    <a:pt x="10282" y="7777"/>
                    <a:pt x="10278" y="7762"/>
                    <a:pt x="10278" y="7753"/>
                  </a:cubicBezTo>
                  <a:lnTo>
                    <a:pt x="9913" y="6102"/>
                  </a:lnTo>
                  <a:cubicBezTo>
                    <a:pt x="9913" y="6097"/>
                    <a:pt x="9913" y="6097"/>
                    <a:pt x="9913" y="6097"/>
                  </a:cubicBezTo>
                  <a:lnTo>
                    <a:pt x="9913" y="836"/>
                  </a:lnTo>
                  <a:cubicBezTo>
                    <a:pt x="9908" y="375"/>
                    <a:pt x="9538" y="5"/>
                    <a:pt x="90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3"/>
            <p:cNvSpPr/>
            <p:nvPr/>
          </p:nvSpPr>
          <p:spPr>
            <a:xfrm>
              <a:off x="1878203" y="2465429"/>
              <a:ext cx="89586" cy="77507"/>
            </a:xfrm>
            <a:custGeom>
              <a:rect b="b" l="l" r="r" t="t"/>
              <a:pathLst>
                <a:path extrusionOk="0" h="2958" w="3419">
                  <a:moveTo>
                    <a:pt x="1704" y="0"/>
                  </a:moveTo>
                  <a:cubicBezTo>
                    <a:pt x="1691" y="0"/>
                    <a:pt x="1676" y="1"/>
                    <a:pt x="1661" y="4"/>
                  </a:cubicBezTo>
                  <a:cubicBezTo>
                    <a:pt x="447" y="225"/>
                    <a:pt x="1" y="1785"/>
                    <a:pt x="965" y="2601"/>
                  </a:cubicBezTo>
                  <a:cubicBezTo>
                    <a:pt x="1256" y="2847"/>
                    <a:pt x="1594" y="2958"/>
                    <a:pt x="1923" y="2958"/>
                  </a:cubicBezTo>
                  <a:cubicBezTo>
                    <a:pt x="2692" y="2958"/>
                    <a:pt x="3418" y="2356"/>
                    <a:pt x="3418" y="1473"/>
                  </a:cubicBezTo>
                  <a:cubicBezTo>
                    <a:pt x="3418" y="911"/>
                    <a:pt x="3102" y="398"/>
                    <a:pt x="2602" y="143"/>
                  </a:cubicBezTo>
                  <a:cubicBezTo>
                    <a:pt x="2571" y="127"/>
                    <a:pt x="2539" y="120"/>
                    <a:pt x="2508" y="120"/>
                  </a:cubicBezTo>
                  <a:cubicBezTo>
                    <a:pt x="2373" y="120"/>
                    <a:pt x="2260" y="258"/>
                    <a:pt x="2314" y="402"/>
                  </a:cubicBezTo>
                  <a:cubicBezTo>
                    <a:pt x="2319" y="412"/>
                    <a:pt x="2324" y="422"/>
                    <a:pt x="2329" y="431"/>
                  </a:cubicBezTo>
                  <a:cubicBezTo>
                    <a:pt x="2348" y="465"/>
                    <a:pt x="2377" y="494"/>
                    <a:pt x="2415" y="513"/>
                  </a:cubicBezTo>
                  <a:cubicBezTo>
                    <a:pt x="2881" y="748"/>
                    <a:pt x="3111" y="1290"/>
                    <a:pt x="2953" y="1790"/>
                  </a:cubicBezTo>
                  <a:cubicBezTo>
                    <a:pt x="2810" y="2243"/>
                    <a:pt x="2393" y="2540"/>
                    <a:pt x="1933" y="2540"/>
                  </a:cubicBezTo>
                  <a:cubicBezTo>
                    <a:pt x="1882" y="2540"/>
                    <a:pt x="1829" y="2537"/>
                    <a:pt x="1777" y="2529"/>
                  </a:cubicBezTo>
                  <a:cubicBezTo>
                    <a:pt x="1253" y="2457"/>
                    <a:pt x="865" y="2015"/>
                    <a:pt x="855" y="1487"/>
                  </a:cubicBezTo>
                  <a:cubicBezTo>
                    <a:pt x="845" y="964"/>
                    <a:pt x="1220" y="508"/>
                    <a:pt x="1738" y="412"/>
                  </a:cubicBezTo>
                  <a:cubicBezTo>
                    <a:pt x="1997" y="367"/>
                    <a:pt x="1938" y="0"/>
                    <a:pt x="1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3"/>
            <p:cNvSpPr/>
            <p:nvPr/>
          </p:nvSpPr>
          <p:spPr>
            <a:xfrm>
              <a:off x="1872281" y="2672298"/>
              <a:ext cx="112854" cy="92469"/>
            </a:xfrm>
            <a:custGeom>
              <a:rect b="b" l="l" r="r" t="t"/>
              <a:pathLst>
                <a:path extrusionOk="0" h="3529" w="4307">
                  <a:moveTo>
                    <a:pt x="3899" y="413"/>
                  </a:moveTo>
                  <a:lnTo>
                    <a:pt x="3899" y="3111"/>
                  </a:lnTo>
                  <a:lnTo>
                    <a:pt x="419" y="3111"/>
                  </a:lnTo>
                  <a:lnTo>
                    <a:pt x="419" y="413"/>
                  </a:lnTo>
                  <a:close/>
                  <a:moveTo>
                    <a:pt x="4109" y="0"/>
                  </a:moveTo>
                  <a:cubicBezTo>
                    <a:pt x="4106" y="0"/>
                    <a:pt x="4103" y="0"/>
                    <a:pt x="4100" y="0"/>
                  </a:cubicBezTo>
                  <a:lnTo>
                    <a:pt x="207" y="0"/>
                  </a:lnTo>
                  <a:cubicBezTo>
                    <a:pt x="92" y="0"/>
                    <a:pt x="1" y="92"/>
                    <a:pt x="1" y="207"/>
                  </a:cubicBezTo>
                  <a:lnTo>
                    <a:pt x="1" y="3322"/>
                  </a:lnTo>
                  <a:cubicBezTo>
                    <a:pt x="1" y="3433"/>
                    <a:pt x="92" y="3529"/>
                    <a:pt x="207" y="3529"/>
                  </a:cubicBezTo>
                  <a:lnTo>
                    <a:pt x="4100" y="3529"/>
                  </a:lnTo>
                  <a:cubicBezTo>
                    <a:pt x="4216" y="3529"/>
                    <a:pt x="4307" y="3433"/>
                    <a:pt x="4307" y="3317"/>
                  </a:cubicBezTo>
                  <a:lnTo>
                    <a:pt x="4307" y="202"/>
                  </a:lnTo>
                  <a:cubicBezTo>
                    <a:pt x="4307" y="94"/>
                    <a:pt x="4220" y="0"/>
                    <a:pt x="41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3" name="Google Shape;14563;p83"/>
          <p:cNvGrpSpPr/>
          <p:nvPr/>
        </p:nvGrpSpPr>
        <p:grpSpPr>
          <a:xfrm>
            <a:off x="3606782" y="2421750"/>
            <a:ext cx="211585" cy="365525"/>
            <a:chOff x="3606782" y="2421750"/>
            <a:chExt cx="211585" cy="365525"/>
          </a:xfrm>
        </p:grpSpPr>
        <p:sp>
          <p:nvSpPr>
            <p:cNvPr id="14564" name="Google Shape;14564;p83"/>
            <p:cNvSpPr/>
            <p:nvPr/>
          </p:nvSpPr>
          <p:spPr>
            <a:xfrm>
              <a:off x="3637229" y="2427278"/>
              <a:ext cx="150586" cy="196493"/>
            </a:xfrm>
            <a:custGeom>
              <a:rect b="b" l="l" r="r" t="t"/>
              <a:pathLst>
                <a:path extrusionOk="0" h="7499" w="5747">
                  <a:moveTo>
                    <a:pt x="1863" y="1"/>
                  </a:moveTo>
                  <a:cubicBezTo>
                    <a:pt x="835" y="1"/>
                    <a:pt x="0" y="831"/>
                    <a:pt x="0" y="1858"/>
                  </a:cubicBezTo>
                  <a:lnTo>
                    <a:pt x="0" y="7230"/>
                  </a:lnTo>
                  <a:cubicBezTo>
                    <a:pt x="0" y="7379"/>
                    <a:pt x="120" y="7499"/>
                    <a:pt x="269" y="7499"/>
                  </a:cubicBezTo>
                  <a:lnTo>
                    <a:pt x="5482" y="7499"/>
                  </a:lnTo>
                  <a:cubicBezTo>
                    <a:pt x="5626" y="7499"/>
                    <a:pt x="5746" y="7379"/>
                    <a:pt x="5746" y="7230"/>
                  </a:cubicBezTo>
                  <a:lnTo>
                    <a:pt x="5746" y="1858"/>
                  </a:lnTo>
                  <a:cubicBezTo>
                    <a:pt x="5746" y="831"/>
                    <a:pt x="4916" y="1"/>
                    <a:pt x="388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3"/>
            <p:cNvSpPr/>
            <p:nvPr/>
          </p:nvSpPr>
          <p:spPr>
            <a:xfrm>
              <a:off x="3664008" y="2451935"/>
              <a:ext cx="123807" cy="171836"/>
            </a:xfrm>
            <a:custGeom>
              <a:rect b="b" l="l" r="r" t="t"/>
              <a:pathLst>
                <a:path extrusionOk="0" h="6558" w="4725">
                  <a:moveTo>
                    <a:pt x="1340" y="0"/>
                  </a:moveTo>
                  <a:cubicBezTo>
                    <a:pt x="601" y="0"/>
                    <a:pt x="1" y="596"/>
                    <a:pt x="1" y="1335"/>
                  </a:cubicBezTo>
                  <a:lnTo>
                    <a:pt x="1" y="6558"/>
                  </a:lnTo>
                  <a:lnTo>
                    <a:pt x="4460" y="6558"/>
                  </a:lnTo>
                  <a:cubicBezTo>
                    <a:pt x="4604" y="6558"/>
                    <a:pt x="4724" y="6438"/>
                    <a:pt x="4724" y="6289"/>
                  </a:cubicBezTo>
                  <a:lnTo>
                    <a:pt x="4724" y="917"/>
                  </a:lnTo>
                  <a:cubicBezTo>
                    <a:pt x="4724" y="596"/>
                    <a:pt x="4643" y="279"/>
                    <a:pt x="447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3"/>
            <p:cNvSpPr/>
            <p:nvPr/>
          </p:nvSpPr>
          <p:spPr>
            <a:xfrm>
              <a:off x="3612180" y="2553312"/>
              <a:ext cx="200790" cy="228433"/>
            </a:xfrm>
            <a:custGeom>
              <a:rect b="b" l="l" r="r" t="t"/>
              <a:pathLst>
                <a:path extrusionOk="0" h="8718" w="7663">
                  <a:moveTo>
                    <a:pt x="385" y="0"/>
                  </a:moveTo>
                  <a:cubicBezTo>
                    <a:pt x="174" y="0"/>
                    <a:pt x="1" y="173"/>
                    <a:pt x="1" y="389"/>
                  </a:cubicBezTo>
                  <a:lnTo>
                    <a:pt x="1" y="8334"/>
                  </a:lnTo>
                  <a:cubicBezTo>
                    <a:pt x="1" y="8545"/>
                    <a:pt x="174" y="8718"/>
                    <a:pt x="385" y="8718"/>
                  </a:cubicBezTo>
                  <a:lnTo>
                    <a:pt x="7273" y="8718"/>
                  </a:lnTo>
                  <a:cubicBezTo>
                    <a:pt x="7489" y="8718"/>
                    <a:pt x="7662" y="8545"/>
                    <a:pt x="7662" y="8334"/>
                  </a:cubicBezTo>
                  <a:lnTo>
                    <a:pt x="7662" y="389"/>
                  </a:lnTo>
                  <a:cubicBezTo>
                    <a:pt x="7662" y="173"/>
                    <a:pt x="7489" y="0"/>
                    <a:pt x="7273"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3"/>
            <p:cNvSpPr/>
            <p:nvPr/>
          </p:nvSpPr>
          <p:spPr>
            <a:xfrm>
              <a:off x="3642391" y="2553312"/>
              <a:ext cx="170578" cy="200135"/>
            </a:xfrm>
            <a:custGeom>
              <a:rect b="b" l="l" r="r" t="t"/>
              <a:pathLst>
                <a:path extrusionOk="0" h="7638" w="6510">
                  <a:moveTo>
                    <a:pt x="0" y="0"/>
                  </a:moveTo>
                  <a:lnTo>
                    <a:pt x="0" y="7249"/>
                  </a:lnTo>
                  <a:cubicBezTo>
                    <a:pt x="0" y="7465"/>
                    <a:pt x="173" y="7638"/>
                    <a:pt x="389" y="7638"/>
                  </a:cubicBezTo>
                  <a:lnTo>
                    <a:pt x="6509" y="7638"/>
                  </a:lnTo>
                  <a:lnTo>
                    <a:pt x="6509" y="389"/>
                  </a:lnTo>
                  <a:cubicBezTo>
                    <a:pt x="6509" y="173"/>
                    <a:pt x="6336" y="0"/>
                    <a:pt x="612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3"/>
            <p:cNvSpPr/>
            <p:nvPr/>
          </p:nvSpPr>
          <p:spPr>
            <a:xfrm>
              <a:off x="3612180" y="2618347"/>
              <a:ext cx="200790" cy="98495"/>
            </a:xfrm>
            <a:custGeom>
              <a:rect b="b" l="l" r="r" t="t"/>
              <a:pathLst>
                <a:path extrusionOk="0" h="3759" w="7663">
                  <a:moveTo>
                    <a:pt x="1" y="0"/>
                  </a:moveTo>
                  <a:lnTo>
                    <a:pt x="1" y="3759"/>
                  </a:lnTo>
                  <a:lnTo>
                    <a:pt x="7662" y="3759"/>
                  </a:lnTo>
                  <a:lnTo>
                    <a:pt x="766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3"/>
            <p:cNvSpPr/>
            <p:nvPr/>
          </p:nvSpPr>
          <p:spPr>
            <a:xfrm>
              <a:off x="3612180" y="2618347"/>
              <a:ext cx="30238" cy="98495"/>
            </a:xfrm>
            <a:custGeom>
              <a:rect b="b" l="l" r="r" t="t"/>
              <a:pathLst>
                <a:path extrusionOk="0" h="3759" w="1154">
                  <a:moveTo>
                    <a:pt x="1" y="0"/>
                  </a:moveTo>
                  <a:lnTo>
                    <a:pt x="1" y="3759"/>
                  </a:lnTo>
                  <a:lnTo>
                    <a:pt x="1153" y="3759"/>
                  </a:lnTo>
                  <a:lnTo>
                    <a:pt x="1153"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3"/>
            <p:cNvSpPr/>
            <p:nvPr/>
          </p:nvSpPr>
          <p:spPr>
            <a:xfrm>
              <a:off x="3606782" y="2481151"/>
              <a:ext cx="211585" cy="306124"/>
            </a:xfrm>
            <a:custGeom>
              <a:rect b="b" l="l" r="r" t="t"/>
              <a:pathLst>
                <a:path extrusionOk="0" h="11683" w="8075">
                  <a:moveTo>
                    <a:pt x="7479" y="2961"/>
                  </a:moveTo>
                  <a:cubicBezTo>
                    <a:pt x="7580" y="2961"/>
                    <a:pt x="7657" y="3042"/>
                    <a:pt x="7657" y="3143"/>
                  </a:cubicBezTo>
                  <a:lnTo>
                    <a:pt x="7657" y="5030"/>
                  </a:lnTo>
                  <a:lnTo>
                    <a:pt x="6063" y="5030"/>
                  </a:lnTo>
                  <a:cubicBezTo>
                    <a:pt x="5785" y="5030"/>
                    <a:pt x="5785" y="5443"/>
                    <a:pt x="6063" y="5443"/>
                  </a:cubicBezTo>
                  <a:lnTo>
                    <a:pt x="7657" y="5443"/>
                  </a:lnTo>
                  <a:lnTo>
                    <a:pt x="7657" y="8784"/>
                  </a:lnTo>
                  <a:lnTo>
                    <a:pt x="3025" y="8784"/>
                  </a:lnTo>
                  <a:cubicBezTo>
                    <a:pt x="2751" y="8784"/>
                    <a:pt x="2751" y="9201"/>
                    <a:pt x="3025" y="9201"/>
                  </a:cubicBezTo>
                  <a:lnTo>
                    <a:pt x="7657" y="9201"/>
                  </a:lnTo>
                  <a:lnTo>
                    <a:pt x="7657" y="11088"/>
                  </a:lnTo>
                  <a:cubicBezTo>
                    <a:pt x="7657" y="11184"/>
                    <a:pt x="7580" y="11265"/>
                    <a:pt x="7479" y="11265"/>
                  </a:cubicBezTo>
                  <a:lnTo>
                    <a:pt x="591" y="11265"/>
                  </a:lnTo>
                  <a:cubicBezTo>
                    <a:pt x="495" y="11265"/>
                    <a:pt x="413" y="11184"/>
                    <a:pt x="413" y="11088"/>
                  </a:cubicBezTo>
                  <a:lnTo>
                    <a:pt x="413" y="9201"/>
                  </a:lnTo>
                  <a:lnTo>
                    <a:pt x="2199" y="9201"/>
                  </a:lnTo>
                  <a:cubicBezTo>
                    <a:pt x="2473" y="9201"/>
                    <a:pt x="2473" y="8788"/>
                    <a:pt x="2199" y="8788"/>
                  </a:cubicBezTo>
                  <a:lnTo>
                    <a:pt x="413" y="8788"/>
                  </a:lnTo>
                  <a:lnTo>
                    <a:pt x="413" y="5443"/>
                  </a:lnTo>
                  <a:lnTo>
                    <a:pt x="5233" y="5443"/>
                  </a:lnTo>
                  <a:cubicBezTo>
                    <a:pt x="5511" y="5443"/>
                    <a:pt x="5511" y="5030"/>
                    <a:pt x="5233" y="5030"/>
                  </a:cubicBezTo>
                  <a:lnTo>
                    <a:pt x="413" y="5030"/>
                  </a:lnTo>
                  <a:lnTo>
                    <a:pt x="413" y="3143"/>
                  </a:lnTo>
                  <a:cubicBezTo>
                    <a:pt x="413" y="3042"/>
                    <a:pt x="495" y="2961"/>
                    <a:pt x="591" y="2961"/>
                  </a:cubicBezTo>
                  <a:close/>
                  <a:moveTo>
                    <a:pt x="6908" y="0"/>
                  </a:moveTo>
                  <a:cubicBezTo>
                    <a:pt x="6805" y="0"/>
                    <a:pt x="6702" y="69"/>
                    <a:pt x="6702" y="206"/>
                  </a:cubicBezTo>
                  <a:lnTo>
                    <a:pt x="6702" y="2548"/>
                  </a:lnTo>
                  <a:lnTo>
                    <a:pt x="1369" y="2548"/>
                  </a:lnTo>
                  <a:lnTo>
                    <a:pt x="1369" y="1996"/>
                  </a:lnTo>
                  <a:cubicBezTo>
                    <a:pt x="1369" y="1857"/>
                    <a:pt x="1265" y="1787"/>
                    <a:pt x="1162" y="1787"/>
                  </a:cubicBezTo>
                  <a:cubicBezTo>
                    <a:pt x="1059" y="1787"/>
                    <a:pt x="956" y="1857"/>
                    <a:pt x="956" y="1996"/>
                  </a:cubicBezTo>
                  <a:lnTo>
                    <a:pt x="956" y="2548"/>
                  </a:lnTo>
                  <a:lnTo>
                    <a:pt x="591" y="2548"/>
                  </a:lnTo>
                  <a:cubicBezTo>
                    <a:pt x="265" y="2548"/>
                    <a:pt x="1" y="2812"/>
                    <a:pt x="1" y="3143"/>
                  </a:cubicBezTo>
                  <a:lnTo>
                    <a:pt x="1" y="11088"/>
                  </a:lnTo>
                  <a:cubicBezTo>
                    <a:pt x="1" y="11414"/>
                    <a:pt x="265" y="11683"/>
                    <a:pt x="591" y="11683"/>
                  </a:cubicBezTo>
                  <a:lnTo>
                    <a:pt x="7479" y="11683"/>
                  </a:lnTo>
                  <a:cubicBezTo>
                    <a:pt x="7806" y="11683"/>
                    <a:pt x="8075" y="11414"/>
                    <a:pt x="8075" y="11088"/>
                  </a:cubicBezTo>
                  <a:lnTo>
                    <a:pt x="8075" y="3143"/>
                  </a:lnTo>
                  <a:cubicBezTo>
                    <a:pt x="8075" y="2812"/>
                    <a:pt x="7806" y="2548"/>
                    <a:pt x="7479" y="2548"/>
                  </a:cubicBezTo>
                  <a:lnTo>
                    <a:pt x="7115" y="2548"/>
                  </a:lnTo>
                  <a:lnTo>
                    <a:pt x="7115" y="206"/>
                  </a:lnTo>
                  <a:cubicBezTo>
                    <a:pt x="7115" y="69"/>
                    <a:pt x="7011" y="0"/>
                    <a:pt x="69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83"/>
            <p:cNvSpPr/>
            <p:nvPr/>
          </p:nvSpPr>
          <p:spPr>
            <a:xfrm>
              <a:off x="3631805" y="2421750"/>
              <a:ext cx="161119" cy="95377"/>
            </a:xfrm>
            <a:custGeom>
              <a:rect b="b" l="l" r="r" t="t"/>
              <a:pathLst>
                <a:path extrusionOk="0" h="3640" w="6149">
                  <a:moveTo>
                    <a:pt x="2070" y="0"/>
                  </a:moveTo>
                  <a:cubicBezTo>
                    <a:pt x="927" y="5"/>
                    <a:pt x="6" y="927"/>
                    <a:pt x="1" y="2069"/>
                  </a:cubicBezTo>
                  <a:lnTo>
                    <a:pt x="1" y="3433"/>
                  </a:lnTo>
                  <a:cubicBezTo>
                    <a:pt x="1" y="3548"/>
                    <a:pt x="92" y="3639"/>
                    <a:pt x="207" y="3639"/>
                  </a:cubicBezTo>
                  <a:cubicBezTo>
                    <a:pt x="322" y="3639"/>
                    <a:pt x="414" y="3548"/>
                    <a:pt x="414" y="3433"/>
                  </a:cubicBezTo>
                  <a:lnTo>
                    <a:pt x="414" y="2069"/>
                  </a:lnTo>
                  <a:cubicBezTo>
                    <a:pt x="414" y="1157"/>
                    <a:pt x="1158" y="418"/>
                    <a:pt x="2070" y="418"/>
                  </a:cubicBezTo>
                  <a:lnTo>
                    <a:pt x="4095" y="418"/>
                  </a:lnTo>
                  <a:cubicBezTo>
                    <a:pt x="4099" y="418"/>
                    <a:pt x="4102" y="418"/>
                    <a:pt x="4106" y="418"/>
                  </a:cubicBezTo>
                  <a:cubicBezTo>
                    <a:pt x="4869" y="418"/>
                    <a:pt x="5531" y="949"/>
                    <a:pt x="5704" y="1695"/>
                  </a:cubicBezTo>
                  <a:cubicBezTo>
                    <a:pt x="5727" y="1808"/>
                    <a:pt x="5813" y="1858"/>
                    <a:pt x="5900" y="1858"/>
                  </a:cubicBezTo>
                  <a:cubicBezTo>
                    <a:pt x="6023" y="1858"/>
                    <a:pt x="6149" y="1759"/>
                    <a:pt x="6107" y="1599"/>
                  </a:cubicBezTo>
                  <a:cubicBezTo>
                    <a:pt x="5891" y="663"/>
                    <a:pt x="5055" y="0"/>
                    <a:pt x="40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2" name="Google Shape;14572;p83"/>
          <p:cNvGrpSpPr/>
          <p:nvPr/>
        </p:nvGrpSpPr>
        <p:grpSpPr>
          <a:xfrm>
            <a:off x="3104664" y="1503037"/>
            <a:ext cx="336755" cy="365341"/>
            <a:chOff x="3104664" y="1503037"/>
            <a:chExt cx="336755" cy="365341"/>
          </a:xfrm>
        </p:grpSpPr>
        <p:sp>
          <p:nvSpPr>
            <p:cNvPr id="14573" name="Google Shape;14573;p83"/>
            <p:cNvSpPr/>
            <p:nvPr/>
          </p:nvSpPr>
          <p:spPr>
            <a:xfrm>
              <a:off x="3121407" y="1506208"/>
              <a:ext cx="315347" cy="358136"/>
            </a:xfrm>
            <a:custGeom>
              <a:rect b="b" l="l" r="r" t="t"/>
              <a:pathLst>
                <a:path extrusionOk="0" h="13668" w="12035">
                  <a:moveTo>
                    <a:pt x="3965" y="1"/>
                  </a:moveTo>
                  <a:cubicBezTo>
                    <a:pt x="3173" y="1"/>
                    <a:pt x="2544" y="668"/>
                    <a:pt x="2588" y="1460"/>
                  </a:cubicBezTo>
                  <a:lnTo>
                    <a:pt x="1887" y="1460"/>
                  </a:lnTo>
                  <a:cubicBezTo>
                    <a:pt x="1560" y="1460"/>
                    <a:pt x="1292" y="1729"/>
                    <a:pt x="1292" y="2055"/>
                  </a:cubicBezTo>
                  <a:lnTo>
                    <a:pt x="1292" y="2766"/>
                  </a:lnTo>
                  <a:cubicBezTo>
                    <a:pt x="567" y="2809"/>
                    <a:pt x="0" y="3414"/>
                    <a:pt x="0" y="4138"/>
                  </a:cubicBezTo>
                  <a:cubicBezTo>
                    <a:pt x="0" y="4868"/>
                    <a:pt x="567" y="5473"/>
                    <a:pt x="1292" y="5516"/>
                  </a:cubicBezTo>
                  <a:lnTo>
                    <a:pt x="1292" y="11579"/>
                  </a:lnTo>
                  <a:cubicBezTo>
                    <a:pt x="1292" y="11905"/>
                    <a:pt x="1560" y="12174"/>
                    <a:pt x="1887" y="12174"/>
                  </a:cubicBezTo>
                  <a:lnTo>
                    <a:pt x="2592" y="12174"/>
                  </a:lnTo>
                  <a:lnTo>
                    <a:pt x="2592" y="12145"/>
                  </a:lnTo>
                  <a:lnTo>
                    <a:pt x="2592" y="12121"/>
                  </a:lnTo>
                  <a:cubicBezTo>
                    <a:pt x="2645" y="11401"/>
                    <a:pt x="3249" y="10844"/>
                    <a:pt x="3967" y="10844"/>
                  </a:cubicBezTo>
                  <a:cubicBezTo>
                    <a:pt x="3976" y="10844"/>
                    <a:pt x="3985" y="10844"/>
                    <a:pt x="3994" y="10844"/>
                  </a:cubicBezTo>
                  <a:cubicBezTo>
                    <a:pt x="4729" y="10859"/>
                    <a:pt x="5319" y="11440"/>
                    <a:pt x="5348" y="12174"/>
                  </a:cubicBezTo>
                  <a:lnTo>
                    <a:pt x="7950" y="12174"/>
                  </a:lnTo>
                  <a:cubicBezTo>
                    <a:pt x="7882" y="12966"/>
                    <a:pt x="8497" y="13652"/>
                    <a:pt x="9294" y="13667"/>
                  </a:cubicBezTo>
                  <a:cubicBezTo>
                    <a:pt x="9305" y="13667"/>
                    <a:pt x="9316" y="13667"/>
                    <a:pt x="9328" y="13667"/>
                  </a:cubicBezTo>
                  <a:cubicBezTo>
                    <a:pt x="10109" y="13667"/>
                    <a:pt x="10733" y="13017"/>
                    <a:pt x="10705" y="12232"/>
                  </a:cubicBezTo>
                  <a:lnTo>
                    <a:pt x="10705" y="12174"/>
                  </a:lnTo>
                  <a:lnTo>
                    <a:pt x="11161" y="12174"/>
                  </a:lnTo>
                  <a:cubicBezTo>
                    <a:pt x="11627" y="12174"/>
                    <a:pt x="12035" y="12044"/>
                    <a:pt x="12001" y="11334"/>
                  </a:cubicBezTo>
                  <a:lnTo>
                    <a:pt x="12001" y="10873"/>
                  </a:lnTo>
                  <a:cubicBezTo>
                    <a:pt x="11271" y="10830"/>
                    <a:pt x="10705" y="10225"/>
                    <a:pt x="10705" y="9495"/>
                  </a:cubicBezTo>
                  <a:cubicBezTo>
                    <a:pt x="10705" y="8766"/>
                    <a:pt x="11271" y="8161"/>
                    <a:pt x="12001" y="8118"/>
                  </a:cubicBezTo>
                  <a:lnTo>
                    <a:pt x="12001" y="2060"/>
                  </a:lnTo>
                  <a:cubicBezTo>
                    <a:pt x="12001" y="1729"/>
                    <a:pt x="11737" y="1465"/>
                    <a:pt x="11411" y="1465"/>
                  </a:cubicBezTo>
                  <a:lnTo>
                    <a:pt x="10705" y="1465"/>
                  </a:lnTo>
                  <a:cubicBezTo>
                    <a:pt x="10739" y="2170"/>
                    <a:pt x="10134" y="2862"/>
                    <a:pt x="9322" y="2862"/>
                  </a:cubicBezTo>
                  <a:cubicBezTo>
                    <a:pt x="8559" y="2862"/>
                    <a:pt x="7945" y="2242"/>
                    <a:pt x="7945" y="1484"/>
                  </a:cubicBezTo>
                  <a:lnTo>
                    <a:pt x="7945" y="1460"/>
                  </a:lnTo>
                  <a:lnTo>
                    <a:pt x="5343" y="1460"/>
                  </a:lnTo>
                  <a:cubicBezTo>
                    <a:pt x="5386" y="668"/>
                    <a:pt x="4757" y="1"/>
                    <a:pt x="3965"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3"/>
            <p:cNvSpPr/>
            <p:nvPr/>
          </p:nvSpPr>
          <p:spPr>
            <a:xfrm>
              <a:off x="3295601" y="1684935"/>
              <a:ext cx="141415" cy="180011"/>
            </a:xfrm>
            <a:custGeom>
              <a:rect b="b" l="l" r="r" t="t"/>
              <a:pathLst>
                <a:path extrusionOk="0" h="6870" w="5397">
                  <a:moveTo>
                    <a:pt x="1" y="1"/>
                  </a:moveTo>
                  <a:lnTo>
                    <a:pt x="1" y="1297"/>
                  </a:lnTo>
                  <a:cubicBezTo>
                    <a:pt x="730" y="1340"/>
                    <a:pt x="1306" y="1945"/>
                    <a:pt x="1306" y="2674"/>
                  </a:cubicBezTo>
                  <a:cubicBezTo>
                    <a:pt x="1306" y="3409"/>
                    <a:pt x="730" y="4014"/>
                    <a:pt x="1" y="4052"/>
                  </a:cubicBezTo>
                  <a:lnTo>
                    <a:pt x="1" y="5353"/>
                  </a:lnTo>
                  <a:lnTo>
                    <a:pt x="1302" y="5353"/>
                  </a:lnTo>
                  <a:lnTo>
                    <a:pt x="1302" y="5415"/>
                  </a:lnTo>
                  <a:cubicBezTo>
                    <a:pt x="1258" y="6203"/>
                    <a:pt x="1887" y="6870"/>
                    <a:pt x="2679" y="6870"/>
                  </a:cubicBezTo>
                  <a:cubicBezTo>
                    <a:pt x="3471" y="6870"/>
                    <a:pt x="4100" y="6203"/>
                    <a:pt x="4057" y="5415"/>
                  </a:cubicBezTo>
                  <a:lnTo>
                    <a:pt x="4057" y="5353"/>
                  </a:lnTo>
                  <a:lnTo>
                    <a:pt x="4518" y="5353"/>
                  </a:lnTo>
                  <a:cubicBezTo>
                    <a:pt x="4983" y="5353"/>
                    <a:pt x="5396" y="5223"/>
                    <a:pt x="5358" y="4513"/>
                  </a:cubicBezTo>
                  <a:lnTo>
                    <a:pt x="5358" y="4057"/>
                  </a:lnTo>
                  <a:cubicBezTo>
                    <a:pt x="4628" y="4014"/>
                    <a:pt x="4057" y="3409"/>
                    <a:pt x="4057" y="2679"/>
                  </a:cubicBezTo>
                  <a:cubicBezTo>
                    <a:pt x="4057" y="1950"/>
                    <a:pt x="4628" y="1345"/>
                    <a:pt x="5358" y="1302"/>
                  </a:cubicBezTo>
                  <a:lnTo>
                    <a:pt x="5358" y="1297"/>
                  </a:lnTo>
                  <a:lnTo>
                    <a:pt x="5358" y="1"/>
                  </a:lnTo>
                  <a:lnTo>
                    <a:pt x="4057" y="1"/>
                  </a:lnTo>
                  <a:cubicBezTo>
                    <a:pt x="4014" y="730"/>
                    <a:pt x="3409" y="1302"/>
                    <a:pt x="2679" y="1302"/>
                  </a:cubicBezTo>
                  <a:cubicBezTo>
                    <a:pt x="1945" y="1302"/>
                    <a:pt x="1340" y="730"/>
                    <a:pt x="13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3"/>
            <p:cNvSpPr/>
            <p:nvPr/>
          </p:nvSpPr>
          <p:spPr>
            <a:xfrm>
              <a:off x="3261407" y="1544568"/>
              <a:ext cx="174587" cy="174220"/>
            </a:xfrm>
            <a:custGeom>
              <a:rect b="b" l="l" r="r" t="t"/>
              <a:pathLst>
                <a:path extrusionOk="0" h="6649" w="6663">
                  <a:moveTo>
                    <a:pt x="1306" y="1"/>
                  </a:moveTo>
                  <a:lnTo>
                    <a:pt x="1306" y="1306"/>
                  </a:lnTo>
                  <a:cubicBezTo>
                    <a:pt x="571" y="1345"/>
                    <a:pt x="0" y="1950"/>
                    <a:pt x="0" y="2684"/>
                  </a:cubicBezTo>
                  <a:cubicBezTo>
                    <a:pt x="0" y="3414"/>
                    <a:pt x="571" y="4018"/>
                    <a:pt x="1306" y="4062"/>
                  </a:cubicBezTo>
                  <a:lnTo>
                    <a:pt x="1306" y="5358"/>
                  </a:lnTo>
                  <a:lnTo>
                    <a:pt x="2607" y="5358"/>
                  </a:lnTo>
                  <a:cubicBezTo>
                    <a:pt x="2650" y="6083"/>
                    <a:pt x="3255" y="6649"/>
                    <a:pt x="3979" y="6649"/>
                  </a:cubicBezTo>
                  <a:cubicBezTo>
                    <a:pt x="4709" y="6649"/>
                    <a:pt x="5314" y="6083"/>
                    <a:pt x="5357" y="5358"/>
                  </a:cubicBezTo>
                  <a:lnTo>
                    <a:pt x="6658" y="5358"/>
                  </a:lnTo>
                  <a:lnTo>
                    <a:pt x="6658" y="596"/>
                  </a:lnTo>
                  <a:lnTo>
                    <a:pt x="6663" y="596"/>
                  </a:lnTo>
                  <a:cubicBezTo>
                    <a:pt x="6663" y="265"/>
                    <a:pt x="6394" y="1"/>
                    <a:pt x="6068" y="1"/>
                  </a:cubicBezTo>
                  <a:lnTo>
                    <a:pt x="5362" y="1"/>
                  </a:lnTo>
                  <a:lnTo>
                    <a:pt x="5362" y="20"/>
                  </a:lnTo>
                  <a:cubicBezTo>
                    <a:pt x="5319" y="750"/>
                    <a:pt x="4714" y="1326"/>
                    <a:pt x="3984" y="1326"/>
                  </a:cubicBezTo>
                  <a:cubicBezTo>
                    <a:pt x="3250" y="1326"/>
                    <a:pt x="2645" y="750"/>
                    <a:pt x="2607" y="20"/>
                  </a:cubicBezTo>
                  <a:lnTo>
                    <a:pt x="2607"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3"/>
            <p:cNvSpPr/>
            <p:nvPr/>
          </p:nvSpPr>
          <p:spPr>
            <a:xfrm>
              <a:off x="3155234" y="1684935"/>
              <a:ext cx="176369" cy="140393"/>
            </a:xfrm>
            <a:custGeom>
              <a:rect b="b" l="l" r="r" t="t"/>
              <a:pathLst>
                <a:path extrusionOk="0" h="5358" w="6731">
                  <a:moveTo>
                    <a:pt x="1" y="1"/>
                  </a:moveTo>
                  <a:lnTo>
                    <a:pt x="1" y="4763"/>
                  </a:lnTo>
                  <a:cubicBezTo>
                    <a:pt x="1" y="5089"/>
                    <a:pt x="269" y="5358"/>
                    <a:pt x="596" y="5358"/>
                  </a:cubicBezTo>
                  <a:lnTo>
                    <a:pt x="1301" y="5358"/>
                  </a:lnTo>
                  <a:lnTo>
                    <a:pt x="1301" y="5329"/>
                  </a:lnTo>
                  <a:lnTo>
                    <a:pt x="1301" y="5305"/>
                  </a:lnTo>
                  <a:cubicBezTo>
                    <a:pt x="1349" y="4581"/>
                    <a:pt x="1949" y="4018"/>
                    <a:pt x="2675" y="4018"/>
                  </a:cubicBezTo>
                  <a:cubicBezTo>
                    <a:pt x="2681" y="4018"/>
                    <a:pt x="2687" y="4018"/>
                    <a:pt x="2694" y="4019"/>
                  </a:cubicBezTo>
                  <a:cubicBezTo>
                    <a:pt x="3423" y="4023"/>
                    <a:pt x="4023" y="4599"/>
                    <a:pt x="4057" y="5329"/>
                  </a:cubicBezTo>
                  <a:lnTo>
                    <a:pt x="4057" y="5358"/>
                  </a:lnTo>
                  <a:lnTo>
                    <a:pt x="5358" y="5358"/>
                  </a:lnTo>
                  <a:lnTo>
                    <a:pt x="5358" y="4057"/>
                  </a:lnTo>
                  <a:cubicBezTo>
                    <a:pt x="6116" y="4052"/>
                    <a:pt x="6731" y="3438"/>
                    <a:pt x="6731" y="2674"/>
                  </a:cubicBezTo>
                  <a:cubicBezTo>
                    <a:pt x="6731" y="1916"/>
                    <a:pt x="6116" y="1302"/>
                    <a:pt x="5358" y="1297"/>
                  </a:cubicBezTo>
                  <a:lnTo>
                    <a:pt x="5358" y="1"/>
                  </a:lnTo>
                  <a:lnTo>
                    <a:pt x="4057" y="1"/>
                  </a:lnTo>
                  <a:cubicBezTo>
                    <a:pt x="4018" y="730"/>
                    <a:pt x="3414" y="1302"/>
                    <a:pt x="2679" y="1302"/>
                  </a:cubicBezTo>
                  <a:cubicBezTo>
                    <a:pt x="1945" y="1302"/>
                    <a:pt x="1340" y="730"/>
                    <a:pt x="1301"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3"/>
            <p:cNvSpPr/>
            <p:nvPr/>
          </p:nvSpPr>
          <p:spPr>
            <a:xfrm>
              <a:off x="3121407" y="1506339"/>
              <a:ext cx="174351" cy="212581"/>
            </a:xfrm>
            <a:custGeom>
              <a:rect b="b" l="l" r="r" t="t"/>
              <a:pathLst>
                <a:path extrusionOk="0" h="8113" w="6654">
                  <a:moveTo>
                    <a:pt x="3975" y="0"/>
                  </a:moveTo>
                  <a:cubicBezTo>
                    <a:pt x="3183" y="0"/>
                    <a:pt x="2554" y="663"/>
                    <a:pt x="2597" y="1455"/>
                  </a:cubicBezTo>
                  <a:lnTo>
                    <a:pt x="2597" y="1460"/>
                  </a:lnTo>
                  <a:lnTo>
                    <a:pt x="1892" y="1460"/>
                  </a:lnTo>
                  <a:cubicBezTo>
                    <a:pt x="1560" y="1460"/>
                    <a:pt x="1296" y="1724"/>
                    <a:pt x="1296" y="2055"/>
                  </a:cubicBezTo>
                  <a:lnTo>
                    <a:pt x="1296" y="2761"/>
                  </a:lnTo>
                  <a:cubicBezTo>
                    <a:pt x="567" y="2804"/>
                    <a:pt x="0" y="3409"/>
                    <a:pt x="0" y="4133"/>
                  </a:cubicBezTo>
                  <a:cubicBezTo>
                    <a:pt x="0" y="4863"/>
                    <a:pt x="567" y="5468"/>
                    <a:pt x="1296" y="5511"/>
                  </a:cubicBezTo>
                  <a:lnTo>
                    <a:pt x="1296" y="6817"/>
                  </a:lnTo>
                  <a:lnTo>
                    <a:pt x="2597" y="6817"/>
                  </a:lnTo>
                  <a:cubicBezTo>
                    <a:pt x="2640" y="7542"/>
                    <a:pt x="3241" y="8113"/>
                    <a:pt x="3975" y="8113"/>
                  </a:cubicBezTo>
                  <a:cubicBezTo>
                    <a:pt x="4705" y="8113"/>
                    <a:pt x="5309" y="7542"/>
                    <a:pt x="5353" y="6817"/>
                  </a:cubicBezTo>
                  <a:lnTo>
                    <a:pt x="6653" y="6817"/>
                  </a:lnTo>
                  <a:lnTo>
                    <a:pt x="6653" y="5516"/>
                  </a:lnTo>
                  <a:cubicBezTo>
                    <a:pt x="5890" y="5516"/>
                    <a:pt x="5271" y="4897"/>
                    <a:pt x="5271" y="4138"/>
                  </a:cubicBezTo>
                  <a:cubicBezTo>
                    <a:pt x="5271" y="3378"/>
                    <a:pt x="5885" y="2761"/>
                    <a:pt x="6645" y="2761"/>
                  </a:cubicBezTo>
                  <a:cubicBezTo>
                    <a:pt x="6648" y="2761"/>
                    <a:pt x="6651" y="2761"/>
                    <a:pt x="6653" y="2761"/>
                  </a:cubicBezTo>
                  <a:lnTo>
                    <a:pt x="6653" y="1460"/>
                  </a:lnTo>
                  <a:lnTo>
                    <a:pt x="5353" y="1460"/>
                  </a:lnTo>
                  <a:lnTo>
                    <a:pt x="5353" y="1455"/>
                  </a:lnTo>
                  <a:cubicBezTo>
                    <a:pt x="5396" y="663"/>
                    <a:pt x="4767" y="0"/>
                    <a:pt x="397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3"/>
            <p:cNvSpPr/>
            <p:nvPr/>
          </p:nvSpPr>
          <p:spPr>
            <a:xfrm>
              <a:off x="3155234" y="1684935"/>
              <a:ext cx="34116" cy="140262"/>
            </a:xfrm>
            <a:custGeom>
              <a:rect b="b" l="l" r="r" t="t"/>
              <a:pathLst>
                <a:path extrusionOk="0" h="5353" w="1302">
                  <a:moveTo>
                    <a:pt x="1" y="1"/>
                  </a:moveTo>
                  <a:lnTo>
                    <a:pt x="1" y="4758"/>
                  </a:lnTo>
                  <a:cubicBezTo>
                    <a:pt x="1" y="5089"/>
                    <a:pt x="269" y="5353"/>
                    <a:pt x="596" y="5353"/>
                  </a:cubicBezTo>
                  <a:lnTo>
                    <a:pt x="1301" y="5353"/>
                  </a:lnTo>
                  <a:lnTo>
                    <a:pt x="1301" y="5329"/>
                  </a:lnTo>
                  <a:lnTo>
                    <a:pt x="1301" y="5300"/>
                  </a:lnTo>
                  <a:cubicBezTo>
                    <a:pt x="1090" y="5204"/>
                    <a:pt x="951" y="4993"/>
                    <a:pt x="951" y="4758"/>
                  </a:cubicBezTo>
                  <a:lnTo>
                    <a:pt x="951"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3"/>
            <p:cNvSpPr/>
            <p:nvPr/>
          </p:nvSpPr>
          <p:spPr>
            <a:xfrm>
              <a:off x="3121407" y="1508278"/>
              <a:ext cx="116627" cy="176683"/>
            </a:xfrm>
            <a:custGeom>
              <a:rect b="b" l="l" r="r" t="t"/>
              <a:pathLst>
                <a:path extrusionOk="0" h="6743" w="4451">
                  <a:moveTo>
                    <a:pt x="3977" y="1"/>
                  </a:moveTo>
                  <a:cubicBezTo>
                    <a:pt x="3244" y="1"/>
                    <a:pt x="2597" y="593"/>
                    <a:pt x="2597" y="1381"/>
                  </a:cubicBezTo>
                  <a:lnTo>
                    <a:pt x="2597" y="1386"/>
                  </a:lnTo>
                  <a:lnTo>
                    <a:pt x="1892" y="1386"/>
                  </a:lnTo>
                  <a:cubicBezTo>
                    <a:pt x="1560" y="1386"/>
                    <a:pt x="1296" y="1650"/>
                    <a:pt x="1296" y="1981"/>
                  </a:cubicBezTo>
                  <a:lnTo>
                    <a:pt x="1296" y="2687"/>
                  </a:lnTo>
                  <a:cubicBezTo>
                    <a:pt x="567" y="2730"/>
                    <a:pt x="0" y="3335"/>
                    <a:pt x="0" y="4059"/>
                  </a:cubicBezTo>
                  <a:cubicBezTo>
                    <a:pt x="0" y="4789"/>
                    <a:pt x="567" y="5394"/>
                    <a:pt x="1296" y="5437"/>
                  </a:cubicBezTo>
                  <a:lnTo>
                    <a:pt x="1296" y="6743"/>
                  </a:lnTo>
                  <a:lnTo>
                    <a:pt x="2247" y="6743"/>
                  </a:lnTo>
                  <a:lnTo>
                    <a:pt x="2247" y="5437"/>
                  </a:lnTo>
                  <a:cubicBezTo>
                    <a:pt x="1517" y="5394"/>
                    <a:pt x="951" y="4789"/>
                    <a:pt x="951" y="4059"/>
                  </a:cubicBezTo>
                  <a:cubicBezTo>
                    <a:pt x="951" y="3335"/>
                    <a:pt x="1517" y="2730"/>
                    <a:pt x="2247" y="2687"/>
                  </a:cubicBezTo>
                  <a:lnTo>
                    <a:pt x="2247" y="1981"/>
                  </a:lnTo>
                  <a:cubicBezTo>
                    <a:pt x="2247" y="1650"/>
                    <a:pt x="2511" y="1386"/>
                    <a:pt x="2842" y="1386"/>
                  </a:cubicBezTo>
                  <a:lnTo>
                    <a:pt x="3548" y="1386"/>
                  </a:lnTo>
                  <a:lnTo>
                    <a:pt x="3548" y="1381"/>
                  </a:lnTo>
                  <a:cubicBezTo>
                    <a:pt x="3548" y="805"/>
                    <a:pt x="3903" y="286"/>
                    <a:pt x="4445" y="90"/>
                  </a:cubicBezTo>
                  <a:lnTo>
                    <a:pt x="4450" y="85"/>
                  </a:lnTo>
                  <a:cubicBezTo>
                    <a:pt x="4292" y="28"/>
                    <a:pt x="4133" y="1"/>
                    <a:pt x="3977"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3"/>
            <p:cNvSpPr/>
            <p:nvPr/>
          </p:nvSpPr>
          <p:spPr>
            <a:xfrm>
              <a:off x="3383956" y="1783902"/>
              <a:ext cx="57331" cy="73341"/>
            </a:xfrm>
            <a:custGeom>
              <a:rect b="b" l="l" r="r" t="t"/>
              <a:pathLst>
                <a:path extrusionOk="0" h="2799" w="2188">
                  <a:moveTo>
                    <a:pt x="1580" y="0"/>
                  </a:moveTo>
                  <a:cubicBezTo>
                    <a:pt x="1365" y="0"/>
                    <a:pt x="1281" y="331"/>
                    <a:pt x="1520" y="410"/>
                  </a:cubicBezTo>
                  <a:cubicBezTo>
                    <a:pt x="1602" y="434"/>
                    <a:pt x="1688" y="453"/>
                    <a:pt x="1775" y="467"/>
                  </a:cubicBezTo>
                  <a:lnTo>
                    <a:pt x="1775" y="1370"/>
                  </a:lnTo>
                  <a:cubicBezTo>
                    <a:pt x="1632" y="1372"/>
                    <a:pt x="1508" y="1373"/>
                    <a:pt x="1398" y="1373"/>
                  </a:cubicBezTo>
                  <a:cubicBezTo>
                    <a:pt x="1074" y="1373"/>
                    <a:pt x="884" y="1365"/>
                    <a:pt x="765" y="1365"/>
                  </a:cubicBezTo>
                  <a:cubicBezTo>
                    <a:pt x="621" y="1365"/>
                    <a:pt x="582" y="1377"/>
                    <a:pt x="531" y="1432"/>
                  </a:cubicBezTo>
                  <a:cubicBezTo>
                    <a:pt x="493" y="1470"/>
                    <a:pt x="469" y="1528"/>
                    <a:pt x="474" y="1586"/>
                  </a:cubicBezTo>
                  <a:cubicBezTo>
                    <a:pt x="488" y="1902"/>
                    <a:pt x="373" y="2210"/>
                    <a:pt x="152" y="2440"/>
                  </a:cubicBezTo>
                  <a:cubicBezTo>
                    <a:pt x="0" y="2592"/>
                    <a:pt x="140" y="2798"/>
                    <a:pt x="298" y="2798"/>
                  </a:cubicBezTo>
                  <a:cubicBezTo>
                    <a:pt x="350" y="2798"/>
                    <a:pt x="404" y="2776"/>
                    <a:pt x="450" y="2723"/>
                  </a:cubicBezTo>
                  <a:cubicBezTo>
                    <a:pt x="699" y="2469"/>
                    <a:pt x="848" y="2138"/>
                    <a:pt x="882" y="1782"/>
                  </a:cubicBezTo>
                  <a:lnTo>
                    <a:pt x="1981" y="1782"/>
                  </a:lnTo>
                  <a:cubicBezTo>
                    <a:pt x="2091" y="1782"/>
                    <a:pt x="2187" y="1686"/>
                    <a:pt x="2187" y="1576"/>
                  </a:cubicBezTo>
                  <a:lnTo>
                    <a:pt x="2187" y="275"/>
                  </a:lnTo>
                  <a:cubicBezTo>
                    <a:pt x="2187" y="165"/>
                    <a:pt x="2096" y="74"/>
                    <a:pt x="1986" y="69"/>
                  </a:cubicBezTo>
                  <a:cubicBezTo>
                    <a:pt x="1871" y="69"/>
                    <a:pt x="1755" y="50"/>
                    <a:pt x="1650" y="11"/>
                  </a:cubicBezTo>
                  <a:cubicBezTo>
                    <a:pt x="1625" y="4"/>
                    <a:pt x="1602" y="0"/>
                    <a:pt x="15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3"/>
            <p:cNvSpPr/>
            <p:nvPr/>
          </p:nvSpPr>
          <p:spPr>
            <a:xfrm>
              <a:off x="3344547" y="1539171"/>
              <a:ext cx="96871" cy="63122"/>
            </a:xfrm>
            <a:custGeom>
              <a:rect b="b" l="l" r="r" t="t"/>
              <a:pathLst>
                <a:path extrusionOk="0" h="2409" w="3697">
                  <a:moveTo>
                    <a:pt x="2189" y="0"/>
                  </a:moveTo>
                  <a:cubicBezTo>
                    <a:pt x="2069" y="0"/>
                    <a:pt x="1973" y="96"/>
                    <a:pt x="1983" y="216"/>
                  </a:cubicBezTo>
                  <a:cubicBezTo>
                    <a:pt x="2011" y="797"/>
                    <a:pt x="1502" y="1397"/>
                    <a:pt x="811" y="1397"/>
                  </a:cubicBezTo>
                  <a:cubicBezTo>
                    <a:pt x="662" y="1397"/>
                    <a:pt x="518" y="1368"/>
                    <a:pt x="379" y="1316"/>
                  </a:cubicBezTo>
                  <a:cubicBezTo>
                    <a:pt x="350" y="1304"/>
                    <a:pt x="322" y="1299"/>
                    <a:pt x="296" y="1299"/>
                  </a:cubicBezTo>
                  <a:cubicBezTo>
                    <a:pt x="95" y="1299"/>
                    <a:pt x="0" y="1610"/>
                    <a:pt x="226" y="1700"/>
                  </a:cubicBezTo>
                  <a:cubicBezTo>
                    <a:pt x="419" y="1775"/>
                    <a:pt x="616" y="1810"/>
                    <a:pt x="808" y="1810"/>
                  </a:cubicBezTo>
                  <a:cubicBezTo>
                    <a:pt x="1583" y="1810"/>
                    <a:pt x="2286" y="1240"/>
                    <a:pt x="2386" y="413"/>
                  </a:cubicBezTo>
                  <a:lnTo>
                    <a:pt x="3279" y="413"/>
                  </a:lnTo>
                  <a:lnTo>
                    <a:pt x="3279" y="2204"/>
                  </a:lnTo>
                  <a:cubicBezTo>
                    <a:pt x="3279" y="2340"/>
                    <a:pt x="3383" y="2409"/>
                    <a:pt x="3487" y="2409"/>
                  </a:cubicBezTo>
                  <a:cubicBezTo>
                    <a:pt x="3592" y="2409"/>
                    <a:pt x="3696" y="2340"/>
                    <a:pt x="3696" y="2204"/>
                  </a:cubicBezTo>
                  <a:lnTo>
                    <a:pt x="3696" y="207"/>
                  </a:lnTo>
                  <a:cubicBezTo>
                    <a:pt x="3696" y="91"/>
                    <a:pt x="3600" y="0"/>
                    <a:pt x="3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3"/>
            <p:cNvSpPr/>
            <p:nvPr/>
          </p:nvSpPr>
          <p:spPr>
            <a:xfrm>
              <a:off x="3104664" y="1585287"/>
              <a:ext cx="336624" cy="283092"/>
            </a:xfrm>
            <a:custGeom>
              <a:rect b="b" l="l" r="r" t="t"/>
              <a:pathLst>
                <a:path extrusionOk="0" h="10804" w="12847">
                  <a:moveTo>
                    <a:pt x="6249" y="1"/>
                  </a:moveTo>
                  <a:cubicBezTo>
                    <a:pt x="6197" y="1"/>
                    <a:pt x="6143" y="22"/>
                    <a:pt x="6097" y="74"/>
                  </a:cubicBezTo>
                  <a:cubicBezTo>
                    <a:pt x="5262" y="1020"/>
                    <a:pt x="5819" y="2536"/>
                    <a:pt x="7081" y="2700"/>
                  </a:cubicBezTo>
                  <a:lnTo>
                    <a:pt x="7081" y="3593"/>
                  </a:lnTo>
                  <a:lnTo>
                    <a:pt x="5987" y="3593"/>
                  </a:lnTo>
                  <a:cubicBezTo>
                    <a:pt x="5872" y="3593"/>
                    <a:pt x="5780" y="3689"/>
                    <a:pt x="5780" y="3799"/>
                  </a:cubicBezTo>
                  <a:cubicBezTo>
                    <a:pt x="5761" y="4433"/>
                    <a:pt x="5243" y="4932"/>
                    <a:pt x="4609" y="4932"/>
                  </a:cubicBezTo>
                  <a:cubicBezTo>
                    <a:pt x="3976" y="4932"/>
                    <a:pt x="3462" y="4433"/>
                    <a:pt x="3438" y="3799"/>
                  </a:cubicBezTo>
                  <a:cubicBezTo>
                    <a:pt x="3438" y="3689"/>
                    <a:pt x="3347" y="3593"/>
                    <a:pt x="3231" y="3593"/>
                  </a:cubicBezTo>
                  <a:lnTo>
                    <a:pt x="2142" y="3593"/>
                  </a:lnTo>
                  <a:lnTo>
                    <a:pt x="2142" y="2503"/>
                  </a:lnTo>
                  <a:cubicBezTo>
                    <a:pt x="2142" y="2388"/>
                    <a:pt x="2046" y="2296"/>
                    <a:pt x="1935" y="2292"/>
                  </a:cubicBezTo>
                  <a:cubicBezTo>
                    <a:pt x="1033" y="2277"/>
                    <a:pt x="481" y="1293"/>
                    <a:pt x="947" y="516"/>
                  </a:cubicBezTo>
                  <a:cubicBezTo>
                    <a:pt x="1047" y="352"/>
                    <a:pt x="906" y="198"/>
                    <a:pt x="762" y="198"/>
                  </a:cubicBezTo>
                  <a:cubicBezTo>
                    <a:pt x="699" y="198"/>
                    <a:pt x="635" y="228"/>
                    <a:pt x="591" y="300"/>
                  </a:cubicBezTo>
                  <a:cubicBezTo>
                    <a:pt x="1" y="1274"/>
                    <a:pt x="611" y="2532"/>
                    <a:pt x="1724" y="2695"/>
                  </a:cubicBezTo>
                  <a:lnTo>
                    <a:pt x="1724" y="4481"/>
                  </a:lnTo>
                  <a:cubicBezTo>
                    <a:pt x="1724" y="4620"/>
                    <a:pt x="1827" y="4689"/>
                    <a:pt x="1931" y="4689"/>
                  </a:cubicBezTo>
                  <a:cubicBezTo>
                    <a:pt x="2034" y="4689"/>
                    <a:pt x="2137" y="4620"/>
                    <a:pt x="2137" y="4481"/>
                  </a:cubicBezTo>
                  <a:lnTo>
                    <a:pt x="2137" y="4010"/>
                  </a:lnTo>
                  <a:lnTo>
                    <a:pt x="3039" y="4010"/>
                  </a:lnTo>
                  <a:cubicBezTo>
                    <a:pt x="3145" y="4793"/>
                    <a:pt x="3817" y="5378"/>
                    <a:pt x="4609" y="5378"/>
                  </a:cubicBezTo>
                  <a:cubicBezTo>
                    <a:pt x="5401" y="5378"/>
                    <a:pt x="6073" y="4793"/>
                    <a:pt x="6179" y="4010"/>
                  </a:cubicBezTo>
                  <a:lnTo>
                    <a:pt x="7081" y="4010"/>
                  </a:lnTo>
                  <a:lnTo>
                    <a:pt x="7081" y="5100"/>
                  </a:lnTo>
                  <a:cubicBezTo>
                    <a:pt x="7081" y="5215"/>
                    <a:pt x="7172" y="5311"/>
                    <a:pt x="7288" y="5311"/>
                  </a:cubicBezTo>
                  <a:cubicBezTo>
                    <a:pt x="7917" y="5330"/>
                    <a:pt x="8421" y="5849"/>
                    <a:pt x="8421" y="6477"/>
                  </a:cubicBezTo>
                  <a:cubicBezTo>
                    <a:pt x="8421" y="7111"/>
                    <a:pt x="7917" y="7630"/>
                    <a:pt x="7288" y="7649"/>
                  </a:cubicBezTo>
                  <a:cubicBezTo>
                    <a:pt x="7172" y="7649"/>
                    <a:pt x="7081" y="7740"/>
                    <a:pt x="7081" y="7855"/>
                  </a:cubicBezTo>
                  <a:lnTo>
                    <a:pt x="7081" y="8950"/>
                  </a:lnTo>
                  <a:lnTo>
                    <a:pt x="6179" y="8950"/>
                  </a:lnTo>
                  <a:cubicBezTo>
                    <a:pt x="5900" y="8950"/>
                    <a:pt x="5900" y="9362"/>
                    <a:pt x="6179" y="9362"/>
                  </a:cubicBezTo>
                  <a:lnTo>
                    <a:pt x="8387" y="9362"/>
                  </a:lnTo>
                  <a:cubicBezTo>
                    <a:pt x="8463" y="10195"/>
                    <a:pt x="9164" y="10804"/>
                    <a:pt x="9965" y="10804"/>
                  </a:cubicBezTo>
                  <a:cubicBezTo>
                    <a:pt x="10075" y="10804"/>
                    <a:pt x="10186" y="10792"/>
                    <a:pt x="10297" y="10769"/>
                  </a:cubicBezTo>
                  <a:cubicBezTo>
                    <a:pt x="10549" y="10715"/>
                    <a:pt x="10490" y="10355"/>
                    <a:pt x="10262" y="10355"/>
                  </a:cubicBezTo>
                  <a:cubicBezTo>
                    <a:pt x="10246" y="10355"/>
                    <a:pt x="10229" y="10357"/>
                    <a:pt x="10211" y="10361"/>
                  </a:cubicBezTo>
                  <a:cubicBezTo>
                    <a:pt x="10126" y="10379"/>
                    <a:pt x="10042" y="10388"/>
                    <a:pt x="9960" y="10388"/>
                  </a:cubicBezTo>
                  <a:cubicBezTo>
                    <a:pt x="9313" y="10388"/>
                    <a:pt x="8765" y="9847"/>
                    <a:pt x="8795" y="9166"/>
                  </a:cubicBezTo>
                  <a:cubicBezTo>
                    <a:pt x="8800" y="9108"/>
                    <a:pt x="8776" y="9055"/>
                    <a:pt x="8737" y="9012"/>
                  </a:cubicBezTo>
                  <a:cubicBezTo>
                    <a:pt x="8684" y="8958"/>
                    <a:pt x="8642" y="8947"/>
                    <a:pt x="8489" y="8947"/>
                  </a:cubicBezTo>
                  <a:cubicBezTo>
                    <a:pt x="8373" y="8947"/>
                    <a:pt x="8191" y="8953"/>
                    <a:pt x="7890" y="8953"/>
                  </a:cubicBezTo>
                  <a:cubicBezTo>
                    <a:pt x="7775" y="8953"/>
                    <a:pt x="7643" y="8952"/>
                    <a:pt x="7489" y="8950"/>
                  </a:cubicBezTo>
                  <a:lnTo>
                    <a:pt x="7489" y="8052"/>
                  </a:lnTo>
                  <a:cubicBezTo>
                    <a:pt x="8281" y="7946"/>
                    <a:pt x="8867" y="7274"/>
                    <a:pt x="8867" y="6477"/>
                  </a:cubicBezTo>
                  <a:cubicBezTo>
                    <a:pt x="8867" y="5685"/>
                    <a:pt x="8281" y="5013"/>
                    <a:pt x="7489" y="4908"/>
                  </a:cubicBezTo>
                  <a:lnTo>
                    <a:pt x="7489" y="4010"/>
                  </a:lnTo>
                  <a:lnTo>
                    <a:pt x="8392" y="4010"/>
                  </a:lnTo>
                  <a:cubicBezTo>
                    <a:pt x="8502" y="4788"/>
                    <a:pt x="9174" y="5369"/>
                    <a:pt x="9961" y="5369"/>
                  </a:cubicBezTo>
                  <a:cubicBezTo>
                    <a:pt x="10749" y="5369"/>
                    <a:pt x="11421" y="4788"/>
                    <a:pt x="11531" y="4010"/>
                  </a:cubicBezTo>
                  <a:lnTo>
                    <a:pt x="12429" y="4010"/>
                  </a:lnTo>
                  <a:lnTo>
                    <a:pt x="12429" y="4908"/>
                  </a:lnTo>
                  <a:cubicBezTo>
                    <a:pt x="11248" y="5081"/>
                    <a:pt x="10667" y="6482"/>
                    <a:pt x="11411" y="7442"/>
                  </a:cubicBezTo>
                  <a:cubicBezTo>
                    <a:pt x="11457" y="7502"/>
                    <a:pt x="11514" y="7527"/>
                    <a:pt x="11570" y="7527"/>
                  </a:cubicBezTo>
                  <a:cubicBezTo>
                    <a:pt x="11720" y="7527"/>
                    <a:pt x="11860" y="7349"/>
                    <a:pt x="11738" y="7188"/>
                  </a:cubicBezTo>
                  <a:cubicBezTo>
                    <a:pt x="11157" y="6434"/>
                    <a:pt x="11685" y="5321"/>
                    <a:pt x="12645" y="5306"/>
                  </a:cubicBezTo>
                  <a:cubicBezTo>
                    <a:pt x="12755" y="5301"/>
                    <a:pt x="12846" y="5210"/>
                    <a:pt x="12846" y="5100"/>
                  </a:cubicBezTo>
                  <a:lnTo>
                    <a:pt x="12846" y="1274"/>
                  </a:lnTo>
                  <a:cubicBezTo>
                    <a:pt x="12846" y="1159"/>
                    <a:pt x="12755" y="1063"/>
                    <a:pt x="12645" y="1063"/>
                  </a:cubicBezTo>
                  <a:cubicBezTo>
                    <a:pt x="12530" y="1063"/>
                    <a:pt x="12434" y="1159"/>
                    <a:pt x="12434" y="1269"/>
                  </a:cubicBezTo>
                  <a:lnTo>
                    <a:pt x="12434" y="3593"/>
                  </a:lnTo>
                  <a:lnTo>
                    <a:pt x="11344" y="3593"/>
                  </a:lnTo>
                  <a:cubicBezTo>
                    <a:pt x="11229" y="3593"/>
                    <a:pt x="11138" y="3684"/>
                    <a:pt x="11138" y="3799"/>
                  </a:cubicBezTo>
                  <a:cubicBezTo>
                    <a:pt x="11133" y="4087"/>
                    <a:pt x="11022" y="4361"/>
                    <a:pt x="10830" y="4572"/>
                  </a:cubicBezTo>
                  <a:cubicBezTo>
                    <a:pt x="10589" y="4837"/>
                    <a:pt x="10279" y="4956"/>
                    <a:pt x="9974" y="4956"/>
                  </a:cubicBezTo>
                  <a:cubicBezTo>
                    <a:pt x="9378" y="4956"/>
                    <a:pt x="8801" y="4503"/>
                    <a:pt x="8795" y="3799"/>
                  </a:cubicBezTo>
                  <a:cubicBezTo>
                    <a:pt x="8795" y="3684"/>
                    <a:pt x="8699" y="3593"/>
                    <a:pt x="8589" y="3593"/>
                  </a:cubicBezTo>
                  <a:lnTo>
                    <a:pt x="7494" y="3593"/>
                  </a:lnTo>
                  <a:lnTo>
                    <a:pt x="7494" y="2503"/>
                  </a:lnTo>
                  <a:cubicBezTo>
                    <a:pt x="7494" y="2390"/>
                    <a:pt x="7407" y="2296"/>
                    <a:pt x="7296" y="2296"/>
                  </a:cubicBezTo>
                  <a:cubicBezTo>
                    <a:pt x="7293" y="2296"/>
                    <a:pt x="7290" y="2296"/>
                    <a:pt x="7288" y="2296"/>
                  </a:cubicBezTo>
                  <a:cubicBezTo>
                    <a:pt x="6280" y="2296"/>
                    <a:pt x="5747" y="1101"/>
                    <a:pt x="6409" y="348"/>
                  </a:cubicBezTo>
                  <a:cubicBezTo>
                    <a:pt x="6546" y="193"/>
                    <a:pt x="6405" y="1"/>
                    <a:pt x="6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3"/>
            <p:cNvSpPr/>
            <p:nvPr/>
          </p:nvSpPr>
          <p:spPr>
            <a:xfrm>
              <a:off x="3132805" y="1507177"/>
              <a:ext cx="83638" cy="80127"/>
            </a:xfrm>
            <a:custGeom>
              <a:rect b="b" l="l" r="r" t="t"/>
              <a:pathLst>
                <a:path extrusionOk="0" h="3058" w="3192">
                  <a:moveTo>
                    <a:pt x="2884" y="0"/>
                  </a:moveTo>
                  <a:cubicBezTo>
                    <a:pt x="2846" y="0"/>
                    <a:pt x="2804" y="12"/>
                    <a:pt x="2762" y="40"/>
                  </a:cubicBezTo>
                  <a:cubicBezTo>
                    <a:pt x="2321" y="285"/>
                    <a:pt x="2023" y="722"/>
                    <a:pt x="1961" y="1221"/>
                  </a:cubicBezTo>
                  <a:lnTo>
                    <a:pt x="857" y="1221"/>
                  </a:lnTo>
                  <a:cubicBezTo>
                    <a:pt x="741" y="1221"/>
                    <a:pt x="645" y="1312"/>
                    <a:pt x="645" y="1428"/>
                  </a:cubicBezTo>
                  <a:lnTo>
                    <a:pt x="645" y="2537"/>
                  </a:lnTo>
                  <a:cubicBezTo>
                    <a:pt x="497" y="2556"/>
                    <a:pt x="353" y="2599"/>
                    <a:pt x="218" y="2661"/>
                  </a:cubicBezTo>
                  <a:cubicBezTo>
                    <a:pt x="1" y="2757"/>
                    <a:pt x="100" y="3057"/>
                    <a:pt x="297" y="3057"/>
                  </a:cubicBezTo>
                  <a:cubicBezTo>
                    <a:pt x="327" y="3057"/>
                    <a:pt x="358" y="3051"/>
                    <a:pt x="391" y="3036"/>
                  </a:cubicBezTo>
                  <a:cubicBezTo>
                    <a:pt x="540" y="2969"/>
                    <a:pt x="698" y="2935"/>
                    <a:pt x="861" y="2935"/>
                  </a:cubicBezTo>
                  <a:cubicBezTo>
                    <a:pt x="972" y="2930"/>
                    <a:pt x="1063" y="2839"/>
                    <a:pt x="1063" y="2729"/>
                  </a:cubicBezTo>
                  <a:lnTo>
                    <a:pt x="1063" y="1634"/>
                  </a:lnTo>
                  <a:lnTo>
                    <a:pt x="2157" y="1634"/>
                  </a:lnTo>
                  <a:cubicBezTo>
                    <a:pt x="2273" y="1634"/>
                    <a:pt x="2364" y="1543"/>
                    <a:pt x="2364" y="1428"/>
                  </a:cubicBezTo>
                  <a:cubicBezTo>
                    <a:pt x="2364" y="1428"/>
                    <a:pt x="2340" y="746"/>
                    <a:pt x="2964" y="400"/>
                  </a:cubicBezTo>
                  <a:cubicBezTo>
                    <a:pt x="3192" y="297"/>
                    <a:pt x="3074" y="0"/>
                    <a:pt x="28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3"/>
            <p:cNvSpPr/>
            <p:nvPr/>
          </p:nvSpPr>
          <p:spPr>
            <a:xfrm>
              <a:off x="3221343" y="1503037"/>
              <a:ext cx="121920" cy="84189"/>
            </a:xfrm>
            <a:custGeom>
              <a:rect b="b" l="l" r="r" t="t"/>
              <a:pathLst>
                <a:path extrusionOk="0" h="3213" w="4653">
                  <a:moveTo>
                    <a:pt x="282" y="1"/>
                  </a:moveTo>
                  <a:cubicBezTo>
                    <a:pt x="29" y="1"/>
                    <a:pt x="1" y="386"/>
                    <a:pt x="267" y="414"/>
                  </a:cubicBezTo>
                  <a:cubicBezTo>
                    <a:pt x="871" y="467"/>
                    <a:pt x="1332" y="976"/>
                    <a:pt x="1327" y="1586"/>
                  </a:cubicBezTo>
                  <a:cubicBezTo>
                    <a:pt x="1327" y="1696"/>
                    <a:pt x="1419" y="1792"/>
                    <a:pt x="1534" y="1792"/>
                  </a:cubicBezTo>
                  <a:lnTo>
                    <a:pt x="2628" y="1792"/>
                  </a:lnTo>
                  <a:lnTo>
                    <a:pt x="2628" y="2690"/>
                  </a:lnTo>
                  <a:cubicBezTo>
                    <a:pt x="2484" y="2714"/>
                    <a:pt x="2340" y="2752"/>
                    <a:pt x="2206" y="2810"/>
                  </a:cubicBezTo>
                  <a:cubicBezTo>
                    <a:pt x="1982" y="2907"/>
                    <a:pt x="2085" y="3212"/>
                    <a:pt x="2283" y="3212"/>
                  </a:cubicBezTo>
                  <a:cubicBezTo>
                    <a:pt x="2310" y="3212"/>
                    <a:pt x="2339" y="3206"/>
                    <a:pt x="2369" y="3194"/>
                  </a:cubicBezTo>
                  <a:cubicBezTo>
                    <a:pt x="2518" y="3127"/>
                    <a:pt x="2676" y="3098"/>
                    <a:pt x="2835" y="3098"/>
                  </a:cubicBezTo>
                  <a:cubicBezTo>
                    <a:pt x="2950" y="3098"/>
                    <a:pt x="3041" y="3002"/>
                    <a:pt x="3041" y="2891"/>
                  </a:cubicBezTo>
                  <a:lnTo>
                    <a:pt x="3041" y="1792"/>
                  </a:lnTo>
                  <a:lnTo>
                    <a:pt x="3939" y="1792"/>
                  </a:lnTo>
                  <a:cubicBezTo>
                    <a:pt x="3968" y="2042"/>
                    <a:pt x="4054" y="2282"/>
                    <a:pt x="4198" y="2493"/>
                  </a:cubicBezTo>
                  <a:cubicBezTo>
                    <a:pt x="4243" y="2560"/>
                    <a:pt x="4303" y="2587"/>
                    <a:pt x="4363" y="2587"/>
                  </a:cubicBezTo>
                  <a:cubicBezTo>
                    <a:pt x="4510" y="2587"/>
                    <a:pt x="4653" y="2423"/>
                    <a:pt x="4544" y="2263"/>
                  </a:cubicBezTo>
                  <a:cubicBezTo>
                    <a:pt x="4409" y="2066"/>
                    <a:pt x="4337" y="1830"/>
                    <a:pt x="4342" y="1595"/>
                  </a:cubicBezTo>
                  <a:cubicBezTo>
                    <a:pt x="4347" y="1475"/>
                    <a:pt x="4251" y="1379"/>
                    <a:pt x="4136" y="1379"/>
                  </a:cubicBezTo>
                  <a:lnTo>
                    <a:pt x="1731" y="1379"/>
                  </a:lnTo>
                  <a:cubicBezTo>
                    <a:pt x="1635" y="645"/>
                    <a:pt x="1044" y="74"/>
                    <a:pt x="305" y="2"/>
                  </a:cubicBezTo>
                  <a:cubicBezTo>
                    <a:pt x="297" y="1"/>
                    <a:pt x="290"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3"/>
            <p:cNvSpPr/>
            <p:nvPr/>
          </p:nvSpPr>
          <p:spPr>
            <a:xfrm>
              <a:off x="3174598" y="1782985"/>
              <a:ext cx="90425" cy="47636"/>
            </a:xfrm>
            <a:custGeom>
              <a:rect b="b" l="l" r="r" t="t"/>
              <a:pathLst>
                <a:path extrusionOk="0" h="1818" w="3451">
                  <a:moveTo>
                    <a:pt x="1940" y="1"/>
                  </a:moveTo>
                  <a:cubicBezTo>
                    <a:pt x="1854" y="1"/>
                    <a:pt x="1768" y="8"/>
                    <a:pt x="1681" y="22"/>
                  </a:cubicBezTo>
                  <a:cubicBezTo>
                    <a:pt x="985" y="137"/>
                    <a:pt x="447" y="704"/>
                    <a:pt x="366" y="1405"/>
                  </a:cubicBezTo>
                  <a:lnTo>
                    <a:pt x="274" y="1405"/>
                  </a:lnTo>
                  <a:cubicBezTo>
                    <a:pt x="1" y="1405"/>
                    <a:pt x="1" y="1817"/>
                    <a:pt x="274" y="1817"/>
                  </a:cubicBezTo>
                  <a:lnTo>
                    <a:pt x="562" y="1817"/>
                  </a:lnTo>
                  <a:cubicBezTo>
                    <a:pt x="682" y="1817"/>
                    <a:pt x="774" y="1721"/>
                    <a:pt x="769" y="1601"/>
                  </a:cubicBezTo>
                  <a:cubicBezTo>
                    <a:pt x="745" y="1001"/>
                    <a:pt x="1259" y="416"/>
                    <a:pt x="1940" y="416"/>
                  </a:cubicBezTo>
                  <a:cubicBezTo>
                    <a:pt x="2391" y="416"/>
                    <a:pt x="2804" y="675"/>
                    <a:pt x="2996" y="1083"/>
                  </a:cubicBezTo>
                  <a:cubicBezTo>
                    <a:pt x="3037" y="1167"/>
                    <a:pt x="3106" y="1202"/>
                    <a:pt x="3175" y="1202"/>
                  </a:cubicBezTo>
                  <a:cubicBezTo>
                    <a:pt x="3312" y="1202"/>
                    <a:pt x="3450" y="1066"/>
                    <a:pt x="3371" y="901"/>
                  </a:cubicBezTo>
                  <a:lnTo>
                    <a:pt x="3371" y="901"/>
                  </a:lnTo>
                  <a:lnTo>
                    <a:pt x="3371" y="905"/>
                  </a:lnTo>
                  <a:cubicBezTo>
                    <a:pt x="3106" y="346"/>
                    <a:pt x="2543" y="1"/>
                    <a:pt x="19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3"/>
            <p:cNvSpPr/>
            <p:nvPr/>
          </p:nvSpPr>
          <p:spPr>
            <a:xfrm>
              <a:off x="3149837" y="1718972"/>
              <a:ext cx="17713" cy="111649"/>
            </a:xfrm>
            <a:custGeom>
              <a:rect b="b" l="l" r="r" t="t"/>
              <a:pathLst>
                <a:path extrusionOk="0" h="4261" w="676">
                  <a:moveTo>
                    <a:pt x="207" y="0"/>
                  </a:moveTo>
                  <a:cubicBezTo>
                    <a:pt x="103" y="0"/>
                    <a:pt x="0" y="70"/>
                    <a:pt x="0" y="209"/>
                  </a:cubicBezTo>
                  <a:lnTo>
                    <a:pt x="0" y="4054"/>
                  </a:lnTo>
                  <a:cubicBezTo>
                    <a:pt x="0" y="4169"/>
                    <a:pt x="91" y="4260"/>
                    <a:pt x="207" y="4260"/>
                  </a:cubicBezTo>
                  <a:lnTo>
                    <a:pt x="394" y="4260"/>
                  </a:lnTo>
                  <a:cubicBezTo>
                    <a:pt x="395" y="4260"/>
                    <a:pt x="397" y="4260"/>
                    <a:pt x="399" y="4260"/>
                  </a:cubicBezTo>
                  <a:cubicBezTo>
                    <a:pt x="653" y="4260"/>
                    <a:pt x="675" y="3876"/>
                    <a:pt x="413" y="3848"/>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7" name="Google Shape;14587;p83"/>
          <p:cNvGrpSpPr/>
          <p:nvPr/>
        </p:nvGrpSpPr>
        <p:grpSpPr>
          <a:xfrm>
            <a:off x="2241946" y="2421750"/>
            <a:ext cx="265562" cy="365525"/>
            <a:chOff x="2241946" y="2421750"/>
            <a:chExt cx="265562" cy="365525"/>
          </a:xfrm>
        </p:grpSpPr>
        <p:sp>
          <p:nvSpPr>
            <p:cNvPr id="14588" name="Google Shape;14588;p83"/>
            <p:cNvSpPr/>
            <p:nvPr/>
          </p:nvSpPr>
          <p:spPr>
            <a:xfrm>
              <a:off x="2279573" y="2518594"/>
              <a:ext cx="190309" cy="263152"/>
            </a:xfrm>
            <a:custGeom>
              <a:rect b="b" l="l" r="r" t="t"/>
              <a:pathLst>
                <a:path extrusionOk="0" h="10043" w="7263">
                  <a:moveTo>
                    <a:pt x="605" y="1"/>
                  </a:moveTo>
                  <a:cubicBezTo>
                    <a:pt x="303" y="1"/>
                    <a:pt x="43" y="226"/>
                    <a:pt x="5" y="529"/>
                  </a:cubicBezTo>
                  <a:cubicBezTo>
                    <a:pt x="0" y="553"/>
                    <a:pt x="0" y="577"/>
                    <a:pt x="0" y="605"/>
                  </a:cubicBezTo>
                  <a:lnTo>
                    <a:pt x="0" y="8766"/>
                  </a:lnTo>
                  <a:cubicBezTo>
                    <a:pt x="0" y="9471"/>
                    <a:pt x="576" y="10043"/>
                    <a:pt x="1282" y="10043"/>
                  </a:cubicBezTo>
                  <a:lnTo>
                    <a:pt x="5981" y="10043"/>
                  </a:lnTo>
                  <a:cubicBezTo>
                    <a:pt x="6687" y="10043"/>
                    <a:pt x="7258" y="9471"/>
                    <a:pt x="7263" y="8766"/>
                  </a:cubicBezTo>
                  <a:lnTo>
                    <a:pt x="7263" y="605"/>
                  </a:lnTo>
                  <a:cubicBezTo>
                    <a:pt x="7263" y="577"/>
                    <a:pt x="7258" y="553"/>
                    <a:pt x="7253" y="529"/>
                  </a:cubicBezTo>
                  <a:cubicBezTo>
                    <a:pt x="7220" y="226"/>
                    <a:pt x="6961" y="1"/>
                    <a:pt x="6658"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3"/>
            <p:cNvSpPr/>
            <p:nvPr/>
          </p:nvSpPr>
          <p:spPr>
            <a:xfrm>
              <a:off x="2308867" y="2518594"/>
              <a:ext cx="161014" cy="237133"/>
            </a:xfrm>
            <a:custGeom>
              <a:rect b="b" l="l" r="r" t="t"/>
              <a:pathLst>
                <a:path extrusionOk="0" h="9050" w="6145">
                  <a:moveTo>
                    <a:pt x="1" y="1"/>
                  </a:moveTo>
                  <a:lnTo>
                    <a:pt x="1" y="7767"/>
                  </a:lnTo>
                  <a:cubicBezTo>
                    <a:pt x="5" y="8478"/>
                    <a:pt x="577" y="9049"/>
                    <a:pt x="1282" y="9049"/>
                  </a:cubicBezTo>
                  <a:lnTo>
                    <a:pt x="5982" y="9049"/>
                  </a:lnTo>
                  <a:cubicBezTo>
                    <a:pt x="6025" y="9049"/>
                    <a:pt x="6068" y="9049"/>
                    <a:pt x="6111" y="9044"/>
                  </a:cubicBezTo>
                  <a:cubicBezTo>
                    <a:pt x="6131" y="8953"/>
                    <a:pt x="6140" y="8857"/>
                    <a:pt x="6145" y="8766"/>
                  </a:cubicBezTo>
                  <a:lnTo>
                    <a:pt x="6145" y="605"/>
                  </a:lnTo>
                  <a:cubicBezTo>
                    <a:pt x="6145" y="577"/>
                    <a:pt x="6140" y="553"/>
                    <a:pt x="6135" y="529"/>
                  </a:cubicBezTo>
                  <a:cubicBezTo>
                    <a:pt x="6102" y="226"/>
                    <a:pt x="5843" y="1"/>
                    <a:pt x="55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3"/>
            <p:cNvSpPr/>
            <p:nvPr/>
          </p:nvSpPr>
          <p:spPr>
            <a:xfrm>
              <a:off x="2279573" y="2518594"/>
              <a:ext cx="190309" cy="161407"/>
            </a:xfrm>
            <a:custGeom>
              <a:rect b="b" l="l" r="r" t="t"/>
              <a:pathLst>
                <a:path extrusionOk="0" h="6160" w="7263">
                  <a:moveTo>
                    <a:pt x="605" y="1"/>
                  </a:moveTo>
                  <a:cubicBezTo>
                    <a:pt x="269" y="1"/>
                    <a:pt x="0" y="269"/>
                    <a:pt x="0" y="605"/>
                  </a:cubicBezTo>
                  <a:lnTo>
                    <a:pt x="0" y="1460"/>
                  </a:lnTo>
                  <a:lnTo>
                    <a:pt x="883" y="1460"/>
                  </a:lnTo>
                  <a:cubicBezTo>
                    <a:pt x="1191" y="1460"/>
                    <a:pt x="1445" y="1714"/>
                    <a:pt x="1445" y="2026"/>
                  </a:cubicBezTo>
                  <a:lnTo>
                    <a:pt x="1445" y="3567"/>
                  </a:lnTo>
                  <a:cubicBezTo>
                    <a:pt x="1440" y="3913"/>
                    <a:pt x="1704" y="4206"/>
                    <a:pt x="2050" y="4239"/>
                  </a:cubicBezTo>
                  <a:cubicBezTo>
                    <a:pt x="2064" y="4240"/>
                    <a:pt x="2079" y="4241"/>
                    <a:pt x="2093" y="4241"/>
                  </a:cubicBezTo>
                  <a:cubicBezTo>
                    <a:pt x="2453" y="4241"/>
                    <a:pt x="2756" y="3951"/>
                    <a:pt x="2760" y="3586"/>
                  </a:cubicBezTo>
                  <a:lnTo>
                    <a:pt x="2760" y="5506"/>
                  </a:lnTo>
                  <a:cubicBezTo>
                    <a:pt x="2760" y="5866"/>
                    <a:pt x="3053" y="6159"/>
                    <a:pt x="3413" y="6159"/>
                  </a:cubicBezTo>
                  <a:cubicBezTo>
                    <a:pt x="3778" y="6159"/>
                    <a:pt x="4071" y="5866"/>
                    <a:pt x="4071" y="5506"/>
                  </a:cubicBezTo>
                  <a:lnTo>
                    <a:pt x="4071" y="2026"/>
                  </a:lnTo>
                  <a:cubicBezTo>
                    <a:pt x="4071" y="1714"/>
                    <a:pt x="4325" y="1460"/>
                    <a:pt x="4632" y="1460"/>
                  </a:cubicBezTo>
                  <a:lnTo>
                    <a:pt x="4820" y="1460"/>
                  </a:lnTo>
                  <a:cubicBezTo>
                    <a:pt x="5132" y="1460"/>
                    <a:pt x="5386" y="1714"/>
                    <a:pt x="5386" y="2026"/>
                  </a:cubicBezTo>
                  <a:lnTo>
                    <a:pt x="5386" y="3567"/>
                  </a:lnTo>
                  <a:cubicBezTo>
                    <a:pt x="5381" y="3913"/>
                    <a:pt x="5645" y="4206"/>
                    <a:pt x="5991" y="4234"/>
                  </a:cubicBezTo>
                  <a:cubicBezTo>
                    <a:pt x="6008" y="4236"/>
                    <a:pt x="6025" y="4236"/>
                    <a:pt x="6042" y="4236"/>
                  </a:cubicBezTo>
                  <a:cubicBezTo>
                    <a:pt x="6399" y="4236"/>
                    <a:pt x="6697" y="3949"/>
                    <a:pt x="6697" y="3586"/>
                  </a:cubicBezTo>
                  <a:lnTo>
                    <a:pt x="6697" y="2026"/>
                  </a:lnTo>
                  <a:cubicBezTo>
                    <a:pt x="6697" y="1714"/>
                    <a:pt x="6951" y="1460"/>
                    <a:pt x="7263" y="1460"/>
                  </a:cubicBezTo>
                  <a:lnTo>
                    <a:pt x="7263" y="605"/>
                  </a:lnTo>
                  <a:cubicBezTo>
                    <a:pt x="7258" y="269"/>
                    <a:pt x="6989" y="1"/>
                    <a:pt x="6658"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3"/>
            <p:cNvSpPr/>
            <p:nvPr/>
          </p:nvSpPr>
          <p:spPr>
            <a:xfrm>
              <a:off x="2328126" y="2427278"/>
              <a:ext cx="93097" cy="38885"/>
            </a:xfrm>
            <a:custGeom>
              <a:rect b="b" l="l" r="r" t="t"/>
              <a:pathLst>
                <a:path extrusionOk="0" h="1484" w="3553">
                  <a:moveTo>
                    <a:pt x="331" y="1"/>
                  </a:moveTo>
                  <a:cubicBezTo>
                    <a:pt x="149" y="1"/>
                    <a:pt x="5" y="145"/>
                    <a:pt x="0" y="327"/>
                  </a:cubicBezTo>
                  <a:lnTo>
                    <a:pt x="0" y="1153"/>
                  </a:lnTo>
                  <a:cubicBezTo>
                    <a:pt x="5" y="1335"/>
                    <a:pt x="149" y="1484"/>
                    <a:pt x="331" y="1484"/>
                  </a:cubicBezTo>
                  <a:lnTo>
                    <a:pt x="3221" y="1484"/>
                  </a:lnTo>
                  <a:cubicBezTo>
                    <a:pt x="3403" y="1484"/>
                    <a:pt x="3552" y="1335"/>
                    <a:pt x="3552" y="1153"/>
                  </a:cubicBezTo>
                  <a:lnTo>
                    <a:pt x="3552" y="327"/>
                  </a:lnTo>
                  <a:cubicBezTo>
                    <a:pt x="3552" y="145"/>
                    <a:pt x="3403" y="1"/>
                    <a:pt x="322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3"/>
            <p:cNvSpPr/>
            <p:nvPr/>
          </p:nvSpPr>
          <p:spPr>
            <a:xfrm>
              <a:off x="2352757" y="2427278"/>
              <a:ext cx="68467" cy="18656"/>
            </a:xfrm>
            <a:custGeom>
              <a:rect b="b" l="l" r="r" t="t"/>
              <a:pathLst>
                <a:path extrusionOk="0" h="712" w="2613">
                  <a:moveTo>
                    <a:pt x="1" y="1"/>
                  </a:moveTo>
                  <a:lnTo>
                    <a:pt x="1" y="380"/>
                  </a:lnTo>
                  <a:cubicBezTo>
                    <a:pt x="1" y="562"/>
                    <a:pt x="150" y="711"/>
                    <a:pt x="332" y="711"/>
                  </a:cubicBezTo>
                  <a:lnTo>
                    <a:pt x="2612" y="711"/>
                  </a:lnTo>
                  <a:lnTo>
                    <a:pt x="2612" y="327"/>
                  </a:lnTo>
                  <a:cubicBezTo>
                    <a:pt x="2612" y="145"/>
                    <a:pt x="2463" y="1"/>
                    <a:pt x="2281"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3"/>
            <p:cNvSpPr/>
            <p:nvPr/>
          </p:nvSpPr>
          <p:spPr>
            <a:xfrm>
              <a:off x="2317305" y="2587638"/>
              <a:ext cx="68939" cy="92364"/>
            </a:xfrm>
            <a:custGeom>
              <a:rect b="b" l="l" r="r" t="t"/>
              <a:pathLst>
                <a:path extrusionOk="0" h="3525" w="2631">
                  <a:moveTo>
                    <a:pt x="5" y="1"/>
                  </a:moveTo>
                  <a:lnTo>
                    <a:pt x="5" y="1"/>
                  </a:lnTo>
                  <a:cubicBezTo>
                    <a:pt x="5" y="7"/>
                    <a:pt x="5" y="13"/>
                    <a:pt x="5" y="19"/>
                  </a:cubicBezTo>
                  <a:lnTo>
                    <a:pt x="5" y="19"/>
                  </a:lnTo>
                  <a:lnTo>
                    <a:pt x="5" y="1"/>
                  </a:lnTo>
                  <a:close/>
                  <a:moveTo>
                    <a:pt x="5" y="19"/>
                  </a:moveTo>
                  <a:lnTo>
                    <a:pt x="5" y="937"/>
                  </a:lnTo>
                  <a:cubicBezTo>
                    <a:pt x="0" y="1283"/>
                    <a:pt x="264" y="1575"/>
                    <a:pt x="615" y="1604"/>
                  </a:cubicBezTo>
                  <a:cubicBezTo>
                    <a:pt x="631" y="1605"/>
                    <a:pt x="648" y="1606"/>
                    <a:pt x="665" y="1606"/>
                  </a:cubicBezTo>
                  <a:cubicBezTo>
                    <a:pt x="1022" y="1606"/>
                    <a:pt x="1316" y="1314"/>
                    <a:pt x="1320" y="951"/>
                  </a:cubicBezTo>
                  <a:lnTo>
                    <a:pt x="1320" y="131"/>
                  </a:lnTo>
                  <a:cubicBezTo>
                    <a:pt x="1317" y="127"/>
                    <a:pt x="1314" y="126"/>
                    <a:pt x="1312" y="126"/>
                  </a:cubicBezTo>
                  <a:cubicBezTo>
                    <a:pt x="1308" y="126"/>
                    <a:pt x="1306" y="131"/>
                    <a:pt x="1306" y="131"/>
                  </a:cubicBezTo>
                  <a:cubicBezTo>
                    <a:pt x="1251" y="446"/>
                    <a:pt x="974" y="670"/>
                    <a:pt x="662" y="670"/>
                  </a:cubicBezTo>
                  <a:cubicBezTo>
                    <a:pt x="646" y="670"/>
                    <a:pt x="631" y="669"/>
                    <a:pt x="615" y="668"/>
                  </a:cubicBezTo>
                  <a:cubicBezTo>
                    <a:pt x="271" y="640"/>
                    <a:pt x="10" y="357"/>
                    <a:pt x="5" y="19"/>
                  </a:cubicBezTo>
                  <a:close/>
                  <a:moveTo>
                    <a:pt x="1320" y="1931"/>
                  </a:moveTo>
                  <a:lnTo>
                    <a:pt x="1320" y="2871"/>
                  </a:lnTo>
                  <a:cubicBezTo>
                    <a:pt x="1320" y="3231"/>
                    <a:pt x="1613" y="3524"/>
                    <a:pt x="1973" y="3524"/>
                  </a:cubicBezTo>
                  <a:cubicBezTo>
                    <a:pt x="2338" y="3524"/>
                    <a:pt x="2631" y="3231"/>
                    <a:pt x="2631" y="2871"/>
                  </a:cubicBezTo>
                  <a:lnTo>
                    <a:pt x="2631" y="1931"/>
                  </a:lnTo>
                  <a:cubicBezTo>
                    <a:pt x="2631" y="2291"/>
                    <a:pt x="2338" y="2583"/>
                    <a:pt x="1973" y="2588"/>
                  </a:cubicBezTo>
                  <a:cubicBezTo>
                    <a:pt x="1613" y="2583"/>
                    <a:pt x="1320" y="2291"/>
                    <a:pt x="1320" y="193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3"/>
            <p:cNvSpPr/>
            <p:nvPr/>
          </p:nvSpPr>
          <p:spPr>
            <a:xfrm>
              <a:off x="2420569" y="2587533"/>
              <a:ext cx="34482" cy="42186"/>
            </a:xfrm>
            <a:custGeom>
              <a:rect b="b" l="l" r="r" t="t"/>
              <a:pathLst>
                <a:path extrusionOk="0" h="1610" w="1316">
                  <a:moveTo>
                    <a:pt x="5" y="0"/>
                  </a:moveTo>
                  <a:cubicBezTo>
                    <a:pt x="5" y="6"/>
                    <a:pt x="5" y="13"/>
                    <a:pt x="5" y="19"/>
                  </a:cubicBezTo>
                  <a:lnTo>
                    <a:pt x="5" y="19"/>
                  </a:lnTo>
                  <a:lnTo>
                    <a:pt x="5" y="0"/>
                  </a:lnTo>
                  <a:close/>
                  <a:moveTo>
                    <a:pt x="1316" y="15"/>
                  </a:moveTo>
                  <a:cubicBezTo>
                    <a:pt x="1316" y="192"/>
                    <a:pt x="1248" y="355"/>
                    <a:pt x="1124" y="480"/>
                  </a:cubicBezTo>
                  <a:cubicBezTo>
                    <a:pt x="1000" y="603"/>
                    <a:pt x="833" y="674"/>
                    <a:pt x="658" y="674"/>
                  </a:cubicBezTo>
                  <a:cubicBezTo>
                    <a:pt x="642" y="674"/>
                    <a:pt x="626" y="673"/>
                    <a:pt x="610" y="672"/>
                  </a:cubicBezTo>
                  <a:cubicBezTo>
                    <a:pt x="270" y="639"/>
                    <a:pt x="10" y="361"/>
                    <a:pt x="5" y="19"/>
                  </a:cubicBezTo>
                  <a:lnTo>
                    <a:pt x="5" y="19"/>
                  </a:lnTo>
                  <a:lnTo>
                    <a:pt x="5" y="936"/>
                  </a:lnTo>
                  <a:cubicBezTo>
                    <a:pt x="0" y="1282"/>
                    <a:pt x="264" y="1575"/>
                    <a:pt x="610" y="1608"/>
                  </a:cubicBezTo>
                  <a:cubicBezTo>
                    <a:pt x="624" y="1609"/>
                    <a:pt x="639" y="1610"/>
                    <a:pt x="653" y="1610"/>
                  </a:cubicBezTo>
                  <a:cubicBezTo>
                    <a:pt x="1013" y="1610"/>
                    <a:pt x="1316" y="1320"/>
                    <a:pt x="1316" y="955"/>
                  </a:cubicBezTo>
                  <a:lnTo>
                    <a:pt x="1316" y="15"/>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3"/>
            <p:cNvSpPr/>
            <p:nvPr/>
          </p:nvSpPr>
          <p:spPr>
            <a:xfrm>
              <a:off x="2241946" y="2421750"/>
              <a:ext cx="265562" cy="365525"/>
            </a:xfrm>
            <a:custGeom>
              <a:rect b="b" l="l" r="r" t="t"/>
              <a:pathLst>
                <a:path extrusionOk="0" h="13950" w="10135">
                  <a:moveTo>
                    <a:pt x="7052" y="1186"/>
                  </a:moveTo>
                  <a:cubicBezTo>
                    <a:pt x="8550" y="1325"/>
                    <a:pt x="9721" y="2473"/>
                    <a:pt x="9721" y="3860"/>
                  </a:cubicBezTo>
                  <a:lnTo>
                    <a:pt x="9721" y="5377"/>
                  </a:lnTo>
                  <a:lnTo>
                    <a:pt x="9717" y="5377"/>
                  </a:lnTo>
                  <a:cubicBezTo>
                    <a:pt x="9717" y="5626"/>
                    <a:pt x="9481" y="5833"/>
                    <a:pt x="9193" y="5833"/>
                  </a:cubicBezTo>
                  <a:lnTo>
                    <a:pt x="8905" y="5833"/>
                  </a:lnTo>
                  <a:cubicBezTo>
                    <a:pt x="8905" y="4229"/>
                    <a:pt x="8968" y="4042"/>
                    <a:pt x="8680" y="3740"/>
                  </a:cubicBezTo>
                  <a:cubicBezTo>
                    <a:pt x="8545" y="3601"/>
                    <a:pt x="8368" y="3514"/>
                    <a:pt x="8181" y="3495"/>
                  </a:cubicBezTo>
                  <a:cubicBezTo>
                    <a:pt x="8147" y="3490"/>
                    <a:pt x="8226" y="3489"/>
                    <a:pt x="7507" y="3489"/>
                  </a:cubicBezTo>
                  <a:cubicBezTo>
                    <a:pt x="6787" y="3489"/>
                    <a:pt x="5269" y="3490"/>
                    <a:pt x="2041" y="3490"/>
                  </a:cubicBezTo>
                  <a:cubicBezTo>
                    <a:pt x="1595" y="3490"/>
                    <a:pt x="1230" y="3850"/>
                    <a:pt x="1230" y="4301"/>
                  </a:cubicBezTo>
                  <a:lnTo>
                    <a:pt x="1230" y="5833"/>
                  </a:lnTo>
                  <a:lnTo>
                    <a:pt x="942" y="5833"/>
                  </a:lnTo>
                  <a:cubicBezTo>
                    <a:pt x="654" y="5833"/>
                    <a:pt x="419" y="5626"/>
                    <a:pt x="419" y="5377"/>
                  </a:cubicBezTo>
                  <a:lnTo>
                    <a:pt x="419" y="3860"/>
                  </a:lnTo>
                  <a:cubicBezTo>
                    <a:pt x="419" y="2473"/>
                    <a:pt x="1590" y="1325"/>
                    <a:pt x="3083" y="1186"/>
                  </a:cubicBezTo>
                  <a:lnTo>
                    <a:pt x="3083" y="1369"/>
                  </a:lnTo>
                  <a:cubicBezTo>
                    <a:pt x="3083" y="1666"/>
                    <a:pt x="3323" y="1906"/>
                    <a:pt x="3625" y="1906"/>
                  </a:cubicBezTo>
                  <a:lnTo>
                    <a:pt x="6515" y="1906"/>
                  </a:lnTo>
                  <a:cubicBezTo>
                    <a:pt x="6812" y="1906"/>
                    <a:pt x="7052" y="1666"/>
                    <a:pt x="7052" y="1369"/>
                  </a:cubicBezTo>
                  <a:lnTo>
                    <a:pt x="7052" y="1186"/>
                  </a:lnTo>
                  <a:close/>
                  <a:moveTo>
                    <a:pt x="8118" y="3903"/>
                  </a:moveTo>
                  <a:cubicBezTo>
                    <a:pt x="8224" y="3908"/>
                    <a:pt x="8315" y="3956"/>
                    <a:pt x="8387" y="4033"/>
                  </a:cubicBezTo>
                  <a:cubicBezTo>
                    <a:pt x="8550" y="4220"/>
                    <a:pt x="8469" y="4369"/>
                    <a:pt x="8488" y="4978"/>
                  </a:cubicBezTo>
                  <a:cubicBezTo>
                    <a:pt x="8157" y="5074"/>
                    <a:pt x="7926" y="5377"/>
                    <a:pt x="7926" y="5722"/>
                  </a:cubicBezTo>
                  <a:lnTo>
                    <a:pt x="7926" y="7282"/>
                  </a:lnTo>
                  <a:cubicBezTo>
                    <a:pt x="7926" y="7530"/>
                    <a:pt x="7724" y="7730"/>
                    <a:pt x="7475" y="7730"/>
                  </a:cubicBezTo>
                  <a:cubicBezTo>
                    <a:pt x="7464" y="7730"/>
                    <a:pt x="7453" y="7730"/>
                    <a:pt x="7441" y="7729"/>
                  </a:cubicBezTo>
                  <a:cubicBezTo>
                    <a:pt x="7206" y="7705"/>
                    <a:pt x="7024" y="7503"/>
                    <a:pt x="7028" y="7268"/>
                  </a:cubicBezTo>
                  <a:lnTo>
                    <a:pt x="7028" y="7254"/>
                  </a:lnTo>
                  <a:cubicBezTo>
                    <a:pt x="7028" y="7114"/>
                    <a:pt x="6925" y="7045"/>
                    <a:pt x="6822" y="7045"/>
                  </a:cubicBezTo>
                  <a:cubicBezTo>
                    <a:pt x="6719" y="7045"/>
                    <a:pt x="6616" y="7114"/>
                    <a:pt x="6616" y="7254"/>
                  </a:cubicBezTo>
                  <a:lnTo>
                    <a:pt x="6616" y="7268"/>
                  </a:lnTo>
                  <a:cubicBezTo>
                    <a:pt x="6611" y="7724"/>
                    <a:pt x="6956" y="8103"/>
                    <a:pt x="7413" y="8142"/>
                  </a:cubicBezTo>
                  <a:cubicBezTo>
                    <a:pt x="7435" y="8143"/>
                    <a:pt x="7457" y="8144"/>
                    <a:pt x="7479" y="8144"/>
                  </a:cubicBezTo>
                  <a:cubicBezTo>
                    <a:pt x="7949" y="8144"/>
                    <a:pt x="8339" y="7759"/>
                    <a:pt x="8344" y="7282"/>
                  </a:cubicBezTo>
                  <a:lnTo>
                    <a:pt x="8344" y="5722"/>
                  </a:lnTo>
                  <a:cubicBezTo>
                    <a:pt x="8339" y="5607"/>
                    <a:pt x="8397" y="5497"/>
                    <a:pt x="8488" y="5429"/>
                  </a:cubicBezTo>
                  <a:lnTo>
                    <a:pt x="8488" y="12462"/>
                  </a:lnTo>
                  <a:cubicBezTo>
                    <a:pt x="8488" y="13052"/>
                    <a:pt x="8008" y="13532"/>
                    <a:pt x="7417" y="13532"/>
                  </a:cubicBezTo>
                  <a:lnTo>
                    <a:pt x="2718" y="13532"/>
                  </a:lnTo>
                  <a:cubicBezTo>
                    <a:pt x="2123" y="13532"/>
                    <a:pt x="1643" y="13052"/>
                    <a:pt x="1643" y="12462"/>
                  </a:cubicBezTo>
                  <a:lnTo>
                    <a:pt x="1643" y="5367"/>
                  </a:lnTo>
                  <a:lnTo>
                    <a:pt x="2319" y="5367"/>
                  </a:lnTo>
                  <a:cubicBezTo>
                    <a:pt x="2516" y="5367"/>
                    <a:pt x="2675" y="5525"/>
                    <a:pt x="2675" y="5722"/>
                  </a:cubicBezTo>
                  <a:lnTo>
                    <a:pt x="2675" y="7018"/>
                  </a:lnTo>
                  <a:cubicBezTo>
                    <a:pt x="2675" y="7158"/>
                    <a:pt x="2778" y="7227"/>
                    <a:pt x="2881" y="7227"/>
                  </a:cubicBezTo>
                  <a:cubicBezTo>
                    <a:pt x="2984" y="7227"/>
                    <a:pt x="3087" y="7158"/>
                    <a:pt x="3087" y="7018"/>
                  </a:cubicBezTo>
                  <a:lnTo>
                    <a:pt x="3087" y="5722"/>
                  </a:lnTo>
                  <a:cubicBezTo>
                    <a:pt x="3087" y="5295"/>
                    <a:pt x="2742" y="4949"/>
                    <a:pt x="2319" y="4949"/>
                  </a:cubicBezTo>
                  <a:lnTo>
                    <a:pt x="1643" y="4949"/>
                  </a:lnTo>
                  <a:lnTo>
                    <a:pt x="1643" y="4301"/>
                  </a:lnTo>
                  <a:cubicBezTo>
                    <a:pt x="1643" y="4081"/>
                    <a:pt x="1820" y="3903"/>
                    <a:pt x="2041" y="3903"/>
                  </a:cubicBezTo>
                  <a:close/>
                  <a:moveTo>
                    <a:pt x="3620" y="0"/>
                  </a:moveTo>
                  <a:cubicBezTo>
                    <a:pt x="3323" y="0"/>
                    <a:pt x="3083" y="245"/>
                    <a:pt x="3083" y="543"/>
                  </a:cubicBezTo>
                  <a:lnTo>
                    <a:pt x="3083" y="773"/>
                  </a:lnTo>
                  <a:cubicBezTo>
                    <a:pt x="1359" y="912"/>
                    <a:pt x="1" y="2242"/>
                    <a:pt x="1" y="3860"/>
                  </a:cubicBezTo>
                  <a:lnTo>
                    <a:pt x="1" y="5377"/>
                  </a:lnTo>
                  <a:cubicBezTo>
                    <a:pt x="1" y="5857"/>
                    <a:pt x="423" y="6250"/>
                    <a:pt x="942" y="6250"/>
                  </a:cubicBezTo>
                  <a:lnTo>
                    <a:pt x="1230" y="6250"/>
                  </a:lnTo>
                  <a:lnTo>
                    <a:pt x="1230" y="12462"/>
                  </a:lnTo>
                  <a:cubicBezTo>
                    <a:pt x="1230" y="13283"/>
                    <a:pt x="1897" y="13945"/>
                    <a:pt x="2718" y="13950"/>
                  </a:cubicBezTo>
                  <a:lnTo>
                    <a:pt x="7417" y="13950"/>
                  </a:lnTo>
                  <a:cubicBezTo>
                    <a:pt x="8238" y="13945"/>
                    <a:pt x="8901" y="13283"/>
                    <a:pt x="8901" y="12462"/>
                  </a:cubicBezTo>
                  <a:lnTo>
                    <a:pt x="8901" y="6250"/>
                  </a:lnTo>
                  <a:lnTo>
                    <a:pt x="9193" y="6250"/>
                  </a:lnTo>
                  <a:cubicBezTo>
                    <a:pt x="9712" y="6250"/>
                    <a:pt x="10134" y="5857"/>
                    <a:pt x="10134" y="5377"/>
                  </a:cubicBezTo>
                  <a:lnTo>
                    <a:pt x="10134" y="3860"/>
                  </a:lnTo>
                  <a:cubicBezTo>
                    <a:pt x="10129" y="2242"/>
                    <a:pt x="8776" y="912"/>
                    <a:pt x="7048" y="768"/>
                  </a:cubicBezTo>
                  <a:lnTo>
                    <a:pt x="7048" y="543"/>
                  </a:lnTo>
                  <a:cubicBezTo>
                    <a:pt x="7048" y="240"/>
                    <a:pt x="6808" y="0"/>
                    <a:pt x="6510" y="0"/>
                  </a:cubicBezTo>
                  <a:lnTo>
                    <a:pt x="5084" y="0"/>
                  </a:lnTo>
                  <a:cubicBezTo>
                    <a:pt x="4808" y="0"/>
                    <a:pt x="4806" y="413"/>
                    <a:pt x="5080" y="413"/>
                  </a:cubicBezTo>
                  <a:cubicBezTo>
                    <a:pt x="5081" y="413"/>
                    <a:pt x="5083" y="413"/>
                    <a:pt x="5084" y="413"/>
                  </a:cubicBezTo>
                  <a:lnTo>
                    <a:pt x="6510" y="413"/>
                  </a:lnTo>
                  <a:cubicBezTo>
                    <a:pt x="6577" y="418"/>
                    <a:pt x="6635" y="471"/>
                    <a:pt x="6635" y="538"/>
                  </a:cubicBezTo>
                  <a:lnTo>
                    <a:pt x="6635" y="1364"/>
                  </a:lnTo>
                  <a:cubicBezTo>
                    <a:pt x="6635" y="1431"/>
                    <a:pt x="6577" y="1489"/>
                    <a:pt x="6510" y="1489"/>
                  </a:cubicBezTo>
                  <a:lnTo>
                    <a:pt x="3620" y="1489"/>
                  </a:lnTo>
                  <a:cubicBezTo>
                    <a:pt x="3553" y="1489"/>
                    <a:pt x="3500" y="1431"/>
                    <a:pt x="3500" y="1364"/>
                  </a:cubicBezTo>
                  <a:lnTo>
                    <a:pt x="3500" y="538"/>
                  </a:lnTo>
                  <a:cubicBezTo>
                    <a:pt x="3500" y="471"/>
                    <a:pt x="3553" y="418"/>
                    <a:pt x="3620" y="418"/>
                  </a:cubicBezTo>
                  <a:lnTo>
                    <a:pt x="4254" y="418"/>
                  </a:lnTo>
                  <a:cubicBezTo>
                    <a:pt x="4532" y="418"/>
                    <a:pt x="4532" y="0"/>
                    <a:pt x="4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3"/>
            <p:cNvSpPr/>
            <p:nvPr/>
          </p:nvSpPr>
          <p:spPr>
            <a:xfrm>
              <a:off x="2315811" y="2607080"/>
              <a:ext cx="76092" cy="78293"/>
            </a:xfrm>
            <a:custGeom>
              <a:rect b="b" l="l" r="r" t="t"/>
              <a:pathLst>
                <a:path extrusionOk="0" h="2988" w="2904">
                  <a:moveTo>
                    <a:pt x="1375" y="1"/>
                  </a:moveTo>
                  <a:cubicBezTo>
                    <a:pt x="1271" y="1"/>
                    <a:pt x="1166" y="70"/>
                    <a:pt x="1166" y="209"/>
                  </a:cubicBezTo>
                  <a:cubicBezTo>
                    <a:pt x="1166" y="473"/>
                    <a:pt x="947" y="653"/>
                    <a:pt x="717" y="653"/>
                  </a:cubicBezTo>
                  <a:cubicBezTo>
                    <a:pt x="621" y="653"/>
                    <a:pt x="522" y="621"/>
                    <a:pt x="436" y="550"/>
                  </a:cubicBezTo>
                  <a:cubicBezTo>
                    <a:pt x="392" y="512"/>
                    <a:pt x="345" y="495"/>
                    <a:pt x="300" y="495"/>
                  </a:cubicBezTo>
                  <a:cubicBezTo>
                    <a:pt x="133" y="495"/>
                    <a:pt x="0" y="722"/>
                    <a:pt x="163" y="862"/>
                  </a:cubicBezTo>
                  <a:cubicBezTo>
                    <a:pt x="323" y="998"/>
                    <a:pt x="524" y="1068"/>
                    <a:pt x="725" y="1068"/>
                  </a:cubicBezTo>
                  <a:cubicBezTo>
                    <a:pt x="879" y="1068"/>
                    <a:pt x="1034" y="1027"/>
                    <a:pt x="1171" y="944"/>
                  </a:cubicBezTo>
                  <a:lnTo>
                    <a:pt x="1171" y="2125"/>
                  </a:lnTo>
                  <a:cubicBezTo>
                    <a:pt x="1171" y="2642"/>
                    <a:pt x="1596" y="2987"/>
                    <a:pt x="2041" y="2987"/>
                  </a:cubicBezTo>
                  <a:cubicBezTo>
                    <a:pt x="2252" y="2987"/>
                    <a:pt x="2468" y="2909"/>
                    <a:pt x="2645" y="2734"/>
                  </a:cubicBezTo>
                  <a:cubicBezTo>
                    <a:pt x="2779" y="2600"/>
                    <a:pt x="2865" y="2422"/>
                    <a:pt x="2889" y="2230"/>
                  </a:cubicBezTo>
                  <a:cubicBezTo>
                    <a:pt x="2904" y="2120"/>
                    <a:pt x="2822" y="2014"/>
                    <a:pt x="2712" y="2000"/>
                  </a:cubicBezTo>
                  <a:cubicBezTo>
                    <a:pt x="2703" y="1999"/>
                    <a:pt x="2694" y="1998"/>
                    <a:pt x="2685" y="1998"/>
                  </a:cubicBezTo>
                  <a:cubicBezTo>
                    <a:pt x="2581" y="1998"/>
                    <a:pt x="2490" y="2076"/>
                    <a:pt x="2477" y="2182"/>
                  </a:cubicBezTo>
                  <a:cubicBezTo>
                    <a:pt x="2449" y="2408"/>
                    <a:pt x="2258" y="2572"/>
                    <a:pt x="2030" y="2572"/>
                  </a:cubicBezTo>
                  <a:cubicBezTo>
                    <a:pt x="2020" y="2572"/>
                    <a:pt x="2011" y="2572"/>
                    <a:pt x="2001" y="2571"/>
                  </a:cubicBezTo>
                  <a:cubicBezTo>
                    <a:pt x="1766" y="2557"/>
                    <a:pt x="1584" y="2360"/>
                    <a:pt x="1584" y="2125"/>
                  </a:cubicBezTo>
                  <a:lnTo>
                    <a:pt x="1584" y="209"/>
                  </a:lnTo>
                  <a:cubicBezTo>
                    <a:pt x="1584" y="70"/>
                    <a:pt x="1479"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3"/>
            <p:cNvSpPr/>
            <p:nvPr/>
          </p:nvSpPr>
          <p:spPr>
            <a:xfrm>
              <a:off x="2380819" y="2551426"/>
              <a:ext cx="45304" cy="97185"/>
            </a:xfrm>
            <a:custGeom>
              <a:rect b="b" l="l" r="r" t="t"/>
              <a:pathLst>
                <a:path extrusionOk="0" h="3709" w="1729">
                  <a:moveTo>
                    <a:pt x="773" y="0"/>
                  </a:moveTo>
                  <a:cubicBezTo>
                    <a:pt x="346" y="0"/>
                    <a:pt x="0" y="346"/>
                    <a:pt x="0" y="773"/>
                  </a:cubicBezTo>
                  <a:lnTo>
                    <a:pt x="0" y="3500"/>
                  </a:lnTo>
                  <a:cubicBezTo>
                    <a:pt x="0" y="3639"/>
                    <a:pt x="105" y="3709"/>
                    <a:pt x="209" y="3709"/>
                  </a:cubicBezTo>
                  <a:cubicBezTo>
                    <a:pt x="314" y="3709"/>
                    <a:pt x="418" y="3639"/>
                    <a:pt x="418" y="3500"/>
                  </a:cubicBezTo>
                  <a:lnTo>
                    <a:pt x="418" y="773"/>
                  </a:lnTo>
                  <a:cubicBezTo>
                    <a:pt x="418" y="576"/>
                    <a:pt x="576" y="413"/>
                    <a:pt x="773" y="413"/>
                  </a:cubicBezTo>
                  <a:lnTo>
                    <a:pt x="960" y="413"/>
                  </a:lnTo>
                  <a:cubicBezTo>
                    <a:pt x="1152" y="413"/>
                    <a:pt x="1316" y="576"/>
                    <a:pt x="1316" y="773"/>
                  </a:cubicBezTo>
                  <a:lnTo>
                    <a:pt x="1316" y="1474"/>
                  </a:lnTo>
                  <a:cubicBezTo>
                    <a:pt x="1316" y="1611"/>
                    <a:pt x="1419" y="1679"/>
                    <a:pt x="1522" y="1679"/>
                  </a:cubicBezTo>
                  <a:cubicBezTo>
                    <a:pt x="1625" y="1679"/>
                    <a:pt x="1728" y="1611"/>
                    <a:pt x="1728" y="1474"/>
                  </a:cubicBezTo>
                  <a:lnTo>
                    <a:pt x="1728" y="773"/>
                  </a:lnTo>
                  <a:cubicBezTo>
                    <a:pt x="1728" y="346"/>
                    <a:pt x="1383" y="0"/>
                    <a:pt x="9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8" name="Google Shape;14598;p83"/>
          <p:cNvGrpSpPr/>
          <p:nvPr/>
        </p:nvGrpSpPr>
        <p:grpSpPr>
          <a:xfrm>
            <a:off x="2694018" y="2421881"/>
            <a:ext cx="254583" cy="365394"/>
            <a:chOff x="2694018" y="2421881"/>
            <a:chExt cx="254583" cy="365394"/>
          </a:xfrm>
        </p:grpSpPr>
        <p:sp>
          <p:nvSpPr>
            <p:cNvPr id="14599" name="Google Shape;14599;p83"/>
            <p:cNvSpPr/>
            <p:nvPr/>
          </p:nvSpPr>
          <p:spPr>
            <a:xfrm>
              <a:off x="2721295" y="2427278"/>
              <a:ext cx="220520" cy="83796"/>
            </a:xfrm>
            <a:custGeom>
              <a:rect b="b" l="l" r="r" t="t"/>
              <a:pathLst>
                <a:path extrusionOk="0" h="3198" w="8416">
                  <a:moveTo>
                    <a:pt x="1369" y="1"/>
                  </a:moveTo>
                  <a:cubicBezTo>
                    <a:pt x="615" y="5"/>
                    <a:pt x="1" y="615"/>
                    <a:pt x="1" y="1369"/>
                  </a:cubicBezTo>
                  <a:lnTo>
                    <a:pt x="1" y="1825"/>
                  </a:lnTo>
                  <a:lnTo>
                    <a:pt x="1" y="1902"/>
                  </a:lnTo>
                  <a:lnTo>
                    <a:pt x="1" y="1906"/>
                  </a:lnTo>
                  <a:cubicBezTo>
                    <a:pt x="1" y="1921"/>
                    <a:pt x="1" y="1935"/>
                    <a:pt x="5" y="1950"/>
                  </a:cubicBezTo>
                  <a:cubicBezTo>
                    <a:pt x="25" y="2161"/>
                    <a:pt x="92" y="2367"/>
                    <a:pt x="207" y="2550"/>
                  </a:cubicBezTo>
                  <a:lnTo>
                    <a:pt x="207" y="2554"/>
                  </a:lnTo>
                  <a:cubicBezTo>
                    <a:pt x="236" y="2598"/>
                    <a:pt x="265" y="2641"/>
                    <a:pt x="298" y="2679"/>
                  </a:cubicBezTo>
                  <a:cubicBezTo>
                    <a:pt x="558" y="3006"/>
                    <a:pt x="951" y="3198"/>
                    <a:pt x="1364" y="3198"/>
                  </a:cubicBezTo>
                  <a:lnTo>
                    <a:pt x="7043" y="3198"/>
                  </a:lnTo>
                  <a:cubicBezTo>
                    <a:pt x="7537" y="3193"/>
                    <a:pt x="7988" y="2934"/>
                    <a:pt x="8233" y="2506"/>
                  </a:cubicBezTo>
                  <a:cubicBezTo>
                    <a:pt x="8257" y="2458"/>
                    <a:pt x="8281" y="2410"/>
                    <a:pt x="8305" y="2362"/>
                  </a:cubicBezTo>
                  <a:cubicBezTo>
                    <a:pt x="8363" y="2218"/>
                    <a:pt x="8401" y="2065"/>
                    <a:pt x="8411" y="1911"/>
                  </a:cubicBezTo>
                  <a:lnTo>
                    <a:pt x="8411" y="1830"/>
                  </a:lnTo>
                  <a:lnTo>
                    <a:pt x="8411" y="1758"/>
                  </a:lnTo>
                  <a:cubicBezTo>
                    <a:pt x="8411" y="1714"/>
                    <a:pt x="8411" y="1676"/>
                    <a:pt x="8406" y="1633"/>
                  </a:cubicBezTo>
                  <a:lnTo>
                    <a:pt x="8406" y="1633"/>
                  </a:lnTo>
                  <a:lnTo>
                    <a:pt x="8411" y="1638"/>
                  </a:lnTo>
                  <a:lnTo>
                    <a:pt x="8411" y="1369"/>
                  </a:lnTo>
                  <a:lnTo>
                    <a:pt x="8416" y="1369"/>
                  </a:lnTo>
                  <a:cubicBezTo>
                    <a:pt x="8411" y="615"/>
                    <a:pt x="7801" y="5"/>
                    <a:pt x="7047" y="1"/>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3"/>
            <p:cNvSpPr/>
            <p:nvPr/>
          </p:nvSpPr>
          <p:spPr>
            <a:xfrm>
              <a:off x="2806715" y="2626260"/>
              <a:ext cx="49811" cy="155486"/>
            </a:xfrm>
            <a:custGeom>
              <a:rect b="b" l="l" r="r" t="t"/>
              <a:pathLst>
                <a:path extrusionOk="0" h="5934" w="1901">
                  <a:moveTo>
                    <a:pt x="480" y="1"/>
                  </a:moveTo>
                  <a:cubicBezTo>
                    <a:pt x="211" y="1"/>
                    <a:pt x="0" y="217"/>
                    <a:pt x="0" y="481"/>
                  </a:cubicBezTo>
                  <a:lnTo>
                    <a:pt x="0" y="5454"/>
                  </a:lnTo>
                  <a:cubicBezTo>
                    <a:pt x="0" y="5718"/>
                    <a:pt x="211" y="5934"/>
                    <a:pt x="480" y="5934"/>
                  </a:cubicBezTo>
                  <a:lnTo>
                    <a:pt x="1421" y="5934"/>
                  </a:lnTo>
                  <a:cubicBezTo>
                    <a:pt x="1685" y="5934"/>
                    <a:pt x="1901" y="5718"/>
                    <a:pt x="1901" y="5454"/>
                  </a:cubicBezTo>
                  <a:lnTo>
                    <a:pt x="1901" y="481"/>
                  </a:lnTo>
                  <a:cubicBezTo>
                    <a:pt x="1901" y="217"/>
                    <a:pt x="1685" y="1"/>
                    <a:pt x="1421"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3"/>
            <p:cNvSpPr/>
            <p:nvPr/>
          </p:nvSpPr>
          <p:spPr>
            <a:xfrm>
              <a:off x="2829852" y="2626260"/>
              <a:ext cx="26674" cy="134602"/>
            </a:xfrm>
            <a:custGeom>
              <a:rect b="b" l="l" r="r" t="t"/>
              <a:pathLst>
                <a:path extrusionOk="0" h="5137" w="1018">
                  <a:moveTo>
                    <a:pt x="0" y="1"/>
                  </a:moveTo>
                  <a:lnTo>
                    <a:pt x="0" y="4657"/>
                  </a:lnTo>
                  <a:cubicBezTo>
                    <a:pt x="0" y="4921"/>
                    <a:pt x="216" y="5132"/>
                    <a:pt x="480" y="5137"/>
                  </a:cubicBezTo>
                  <a:lnTo>
                    <a:pt x="1018" y="5137"/>
                  </a:lnTo>
                  <a:lnTo>
                    <a:pt x="1018" y="481"/>
                  </a:lnTo>
                  <a:cubicBezTo>
                    <a:pt x="1018" y="217"/>
                    <a:pt x="802" y="1"/>
                    <a:pt x="53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3"/>
            <p:cNvSpPr/>
            <p:nvPr/>
          </p:nvSpPr>
          <p:spPr>
            <a:xfrm>
              <a:off x="2721426" y="2437340"/>
              <a:ext cx="220389" cy="67602"/>
            </a:xfrm>
            <a:custGeom>
              <a:rect b="b" l="l" r="r" t="t"/>
              <a:pathLst>
                <a:path extrusionOk="0" h="2580" w="8411">
                  <a:moveTo>
                    <a:pt x="1369" y="1"/>
                  </a:moveTo>
                  <a:cubicBezTo>
                    <a:pt x="615" y="5"/>
                    <a:pt x="0" y="615"/>
                    <a:pt x="0" y="1369"/>
                  </a:cubicBezTo>
                  <a:lnTo>
                    <a:pt x="0" y="1441"/>
                  </a:lnTo>
                  <a:lnTo>
                    <a:pt x="0" y="1518"/>
                  </a:lnTo>
                  <a:cubicBezTo>
                    <a:pt x="0" y="1537"/>
                    <a:pt x="5" y="1551"/>
                    <a:pt x="5" y="1566"/>
                  </a:cubicBezTo>
                  <a:cubicBezTo>
                    <a:pt x="24" y="1777"/>
                    <a:pt x="92" y="1983"/>
                    <a:pt x="207" y="2166"/>
                  </a:cubicBezTo>
                  <a:lnTo>
                    <a:pt x="207" y="2170"/>
                  </a:lnTo>
                  <a:cubicBezTo>
                    <a:pt x="236" y="2214"/>
                    <a:pt x="265" y="2252"/>
                    <a:pt x="298" y="2290"/>
                  </a:cubicBezTo>
                  <a:lnTo>
                    <a:pt x="644" y="1858"/>
                  </a:lnTo>
                  <a:cubicBezTo>
                    <a:pt x="735" y="1743"/>
                    <a:pt x="867" y="1686"/>
                    <a:pt x="999" y="1686"/>
                  </a:cubicBezTo>
                  <a:cubicBezTo>
                    <a:pt x="1131" y="1686"/>
                    <a:pt x="1263" y="1743"/>
                    <a:pt x="1354" y="1858"/>
                  </a:cubicBezTo>
                  <a:lnTo>
                    <a:pt x="1825" y="2439"/>
                  </a:lnTo>
                  <a:cubicBezTo>
                    <a:pt x="1897" y="2533"/>
                    <a:pt x="2003" y="2580"/>
                    <a:pt x="2111" y="2580"/>
                  </a:cubicBezTo>
                  <a:cubicBezTo>
                    <a:pt x="2218" y="2580"/>
                    <a:pt x="2326" y="2533"/>
                    <a:pt x="2401" y="2439"/>
                  </a:cubicBezTo>
                  <a:lnTo>
                    <a:pt x="2866" y="1858"/>
                  </a:lnTo>
                  <a:cubicBezTo>
                    <a:pt x="2957" y="1743"/>
                    <a:pt x="3089" y="1686"/>
                    <a:pt x="3221" y="1686"/>
                  </a:cubicBezTo>
                  <a:cubicBezTo>
                    <a:pt x="3353" y="1686"/>
                    <a:pt x="3485" y="1743"/>
                    <a:pt x="3577" y="1858"/>
                  </a:cubicBezTo>
                  <a:lnTo>
                    <a:pt x="4047" y="2439"/>
                  </a:lnTo>
                  <a:cubicBezTo>
                    <a:pt x="4119" y="2533"/>
                    <a:pt x="4226" y="2580"/>
                    <a:pt x="4333" y="2580"/>
                  </a:cubicBezTo>
                  <a:cubicBezTo>
                    <a:pt x="4441" y="2580"/>
                    <a:pt x="4549" y="2533"/>
                    <a:pt x="4623" y="2439"/>
                  </a:cubicBezTo>
                  <a:lnTo>
                    <a:pt x="5089" y="1858"/>
                  </a:lnTo>
                  <a:cubicBezTo>
                    <a:pt x="5180" y="1743"/>
                    <a:pt x="5312" y="1686"/>
                    <a:pt x="5444" y="1686"/>
                  </a:cubicBezTo>
                  <a:cubicBezTo>
                    <a:pt x="5576" y="1686"/>
                    <a:pt x="5708" y="1743"/>
                    <a:pt x="5799" y="1858"/>
                  </a:cubicBezTo>
                  <a:lnTo>
                    <a:pt x="6270" y="2439"/>
                  </a:lnTo>
                  <a:cubicBezTo>
                    <a:pt x="6342" y="2533"/>
                    <a:pt x="6448" y="2580"/>
                    <a:pt x="6556" y="2580"/>
                  </a:cubicBezTo>
                  <a:cubicBezTo>
                    <a:pt x="6663" y="2580"/>
                    <a:pt x="6771" y="2533"/>
                    <a:pt x="6846" y="2439"/>
                  </a:cubicBezTo>
                  <a:lnTo>
                    <a:pt x="7311" y="1858"/>
                  </a:lnTo>
                  <a:cubicBezTo>
                    <a:pt x="7402" y="1743"/>
                    <a:pt x="7535" y="1686"/>
                    <a:pt x="7667" y="1686"/>
                  </a:cubicBezTo>
                  <a:cubicBezTo>
                    <a:pt x="7799" y="1686"/>
                    <a:pt x="7931" y="1743"/>
                    <a:pt x="8022" y="1858"/>
                  </a:cubicBezTo>
                  <a:lnTo>
                    <a:pt x="8233" y="2118"/>
                  </a:lnTo>
                  <a:cubicBezTo>
                    <a:pt x="8257" y="2074"/>
                    <a:pt x="8281" y="2026"/>
                    <a:pt x="8305" y="1974"/>
                  </a:cubicBezTo>
                  <a:cubicBezTo>
                    <a:pt x="8363" y="1830"/>
                    <a:pt x="8401" y="1681"/>
                    <a:pt x="8411" y="1522"/>
                  </a:cubicBezTo>
                  <a:lnTo>
                    <a:pt x="8411" y="1441"/>
                  </a:lnTo>
                  <a:lnTo>
                    <a:pt x="8411" y="1374"/>
                  </a:lnTo>
                  <a:cubicBezTo>
                    <a:pt x="8411" y="620"/>
                    <a:pt x="7801" y="5"/>
                    <a:pt x="704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3"/>
            <p:cNvSpPr/>
            <p:nvPr/>
          </p:nvSpPr>
          <p:spPr>
            <a:xfrm>
              <a:off x="2721295" y="2427278"/>
              <a:ext cx="220520" cy="51095"/>
            </a:xfrm>
            <a:custGeom>
              <a:rect b="b" l="l" r="r" t="t"/>
              <a:pathLst>
                <a:path extrusionOk="0" h="1950" w="8416">
                  <a:moveTo>
                    <a:pt x="1369" y="1"/>
                  </a:moveTo>
                  <a:cubicBezTo>
                    <a:pt x="615" y="5"/>
                    <a:pt x="1" y="615"/>
                    <a:pt x="1" y="1369"/>
                  </a:cubicBezTo>
                  <a:lnTo>
                    <a:pt x="1" y="1825"/>
                  </a:lnTo>
                  <a:cubicBezTo>
                    <a:pt x="1" y="1868"/>
                    <a:pt x="1" y="1911"/>
                    <a:pt x="5" y="1950"/>
                  </a:cubicBezTo>
                  <a:lnTo>
                    <a:pt x="649" y="1153"/>
                  </a:lnTo>
                  <a:cubicBezTo>
                    <a:pt x="740" y="1037"/>
                    <a:pt x="872" y="980"/>
                    <a:pt x="1004" y="980"/>
                  </a:cubicBezTo>
                  <a:cubicBezTo>
                    <a:pt x="1136" y="980"/>
                    <a:pt x="1268" y="1037"/>
                    <a:pt x="1359" y="1153"/>
                  </a:cubicBezTo>
                  <a:lnTo>
                    <a:pt x="1825" y="1734"/>
                  </a:lnTo>
                  <a:cubicBezTo>
                    <a:pt x="1899" y="1827"/>
                    <a:pt x="2007" y="1874"/>
                    <a:pt x="2115" y="1874"/>
                  </a:cubicBezTo>
                  <a:cubicBezTo>
                    <a:pt x="2222" y="1874"/>
                    <a:pt x="2329" y="1827"/>
                    <a:pt x="2401" y="1734"/>
                  </a:cubicBezTo>
                  <a:lnTo>
                    <a:pt x="2871" y="1153"/>
                  </a:lnTo>
                  <a:cubicBezTo>
                    <a:pt x="2962" y="1037"/>
                    <a:pt x="3094" y="980"/>
                    <a:pt x="3226" y="980"/>
                  </a:cubicBezTo>
                  <a:cubicBezTo>
                    <a:pt x="3358" y="980"/>
                    <a:pt x="3490" y="1037"/>
                    <a:pt x="3582" y="1153"/>
                  </a:cubicBezTo>
                  <a:lnTo>
                    <a:pt x="4047" y="1734"/>
                  </a:lnTo>
                  <a:cubicBezTo>
                    <a:pt x="4122" y="1827"/>
                    <a:pt x="4230" y="1874"/>
                    <a:pt x="4337" y="1874"/>
                  </a:cubicBezTo>
                  <a:cubicBezTo>
                    <a:pt x="4445" y="1874"/>
                    <a:pt x="4551" y="1827"/>
                    <a:pt x="4623" y="1734"/>
                  </a:cubicBezTo>
                  <a:lnTo>
                    <a:pt x="5094" y="1153"/>
                  </a:lnTo>
                  <a:cubicBezTo>
                    <a:pt x="5185" y="1037"/>
                    <a:pt x="5317" y="980"/>
                    <a:pt x="5449" y="980"/>
                  </a:cubicBezTo>
                  <a:cubicBezTo>
                    <a:pt x="5581" y="980"/>
                    <a:pt x="5713" y="1037"/>
                    <a:pt x="5804" y="1153"/>
                  </a:cubicBezTo>
                  <a:lnTo>
                    <a:pt x="6270" y="1734"/>
                  </a:lnTo>
                  <a:cubicBezTo>
                    <a:pt x="6344" y="1827"/>
                    <a:pt x="6452" y="1874"/>
                    <a:pt x="6560" y="1874"/>
                  </a:cubicBezTo>
                  <a:cubicBezTo>
                    <a:pt x="6667" y="1874"/>
                    <a:pt x="6774" y="1827"/>
                    <a:pt x="6846" y="1734"/>
                  </a:cubicBezTo>
                  <a:lnTo>
                    <a:pt x="7316" y="1153"/>
                  </a:lnTo>
                  <a:cubicBezTo>
                    <a:pt x="7407" y="1037"/>
                    <a:pt x="7540" y="980"/>
                    <a:pt x="7672" y="980"/>
                  </a:cubicBezTo>
                  <a:cubicBezTo>
                    <a:pt x="7804" y="980"/>
                    <a:pt x="7936" y="1037"/>
                    <a:pt x="8027" y="1153"/>
                  </a:cubicBezTo>
                  <a:lnTo>
                    <a:pt x="8416" y="1638"/>
                  </a:lnTo>
                  <a:lnTo>
                    <a:pt x="8416" y="1369"/>
                  </a:lnTo>
                  <a:cubicBezTo>
                    <a:pt x="8411" y="615"/>
                    <a:pt x="7801" y="5"/>
                    <a:pt x="704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3"/>
            <p:cNvSpPr/>
            <p:nvPr/>
          </p:nvSpPr>
          <p:spPr>
            <a:xfrm>
              <a:off x="2694018" y="2421881"/>
              <a:ext cx="254583" cy="294437"/>
            </a:xfrm>
            <a:custGeom>
              <a:rect b="b" l="l" r="r" t="t"/>
              <a:pathLst>
                <a:path extrusionOk="0" h="11237" w="9716">
                  <a:moveTo>
                    <a:pt x="8712" y="1396"/>
                  </a:moveTo>
                  <a:cubicBezTo>
                    <a:pt x="8785" y="1396"/>
                    <a:pt x="8857" y="1428"/>
                    <a:pt x="8905" y="1493"/>
                  </a:cubicBezTo>
                  <a:lnTo>
                    <a:pt x="9250" y="1920"/>
                  </a:lnTo>
                  <a:cubicBezTo>
                    <a:pt x="9250" y="2026"/>
                    <a:pt x="9250" y="2040"/>
                    <a:pt x="9250" y="2079"/>
                  </a:cubicBezTo>
                  <a:cubicBezTo>
                    <a:pt x="9226" y="2703"/>
                    <a:pt x="8713" y="3192"/>
                    <a:pt x="8088" y="3197"/>
                  </a:cubicBezTo>
                  <a:lnTo>
                    <a:pt x="2410" y="3197"/>
                  </a:lnTo>
                  <a:cubicBezTo>
                    <a:pt x="1839" y="3192"/>
                    <a:pt x="1354" y="2780"/>
                    <a:pt x="1263" y="2223"/>
                  </a:cubicBezTo>
                  <a:lnTo>
                    <a:pt x="1853" y="1493"/>
                  </a:lnTo>
                  <a:cubicBezTo>
                    <a:pt x="1901" y="1428"/>
                    <a:pt x="1973" y="1396"/>
                    <a:pt x="2045" y="1396"/>
                  </a:cubicBezTo>
                  <a:cubicBezTo>
                    <a:pt x="2117" y="1396"/>
                    <a:pt x="2189" y="1428"/>
                    <a:pt x="2237" y="1493"/>
                  </a:cubicBezTo>
                  <a:lnTo>
                    <a:pt x="2707" y="2074"/>
                  </a:lnTo>
                  <a:cubicBezTo>
                    <a:pt x="2823" y="2218"/>
                    <a:pt x="2989" y="2290"/>
                    <a:pt x="3156" y="2290"/>
                  </a:cubicBezTo>
                  <a:cubicBezTo>
                    <a:pt x="3323" y="2290"/>
                    <a:pt x="3490" y="2218"/>
                    <a:pt x="3605" y="2074"/>
                  </a:cubicBezTo>
                  <a:lnTo>
                    <a:pt x="4075" y="1493"/>
                  </a:lnTo>
                  <a:cubicBezTo>
                    <a:pt x="4123" y="1428"/>
                    <a:pt x="4195" y="1396"/>
                    <a:pt x="4267" y="1396"/>
                  </a:cubicBezTo>
                  <a:cubicBezTo>
                    <a:pt x="4339" y="1396"/>
                    <a:pt x="4411" y="1428"/>
                    <a:pt x="4459" y="1493"/>
                  </a:cubicBezTo>
                  <a:lnTo>
                    <a:pt x="4930" y="2074"/>
                  </a:lnTo>
                  <a:cubicBezTo>
                    <a:pt x="5045" y="2218"/>
                    <a:pt x="5212" y="2290"/>
                    <a:pt x="5379" y="2290"/>
                  </a:cubicBezTo>
                  <a:cubicBezTo>
                    <a:pt x="5546" y="2290"/>
                    <a:pt x="5712" y="2218"/>
                    <a:pt x="5828" y="2074"/>
                  </a:cubicBezTo>
                  <a:lnTo>
                    <a:pt x="6298" y="1493"/>
                  </a:lnTo>
                  <a:cubicBezTo>
                    <a:pt x="6346" y="1428"/>
                    <a:pt x="6418" y="1396"/>
                    <a:pt x="6490" y="1396"/>
                  </a:cubicBezTo>
                  <a:cubicBezTo>
                    <a:pt x="6562" y="1396"/>
                    <a:pt x="6634" y="1428"/>
                    <a:pt x="6682" y="1493"/>
                  </a:cubicBezTo>
                  <a:lnTo>
                    <a:pt x="7152" y="2074"/>
                  </a:lnTo>
                  <a:cubicBezTo>
                    <a:pt x="7268" y="2218"/>
                    <a:pt x="7434" y="2290"/>
                    <a:pt x="7601" y="2290"/>
                  </a:cubicBezTo>
                  <a:cubicBezTo>
                    <a:pt x="7768" y="2290"/>
                    <a:pt x="7935" y="2218"/>
                    <a:pt x="8050" y="2074"/>
                  </a:cubicBezTo>
                  <a:lnTo>
                    <a:pt x="8516" y="1493"/>
                  </a:lnTo>
                  <a:cubicBezTo>
                    <a:pt x="8566" y="1428"/>
                    <a:pt x="8639" y="1396"/>
                    <a:pt x="8712" y="1396"/>
                  </a:cubicBezTo>
                  <a:close/>
                  <a:moveTo>
                    <a:pt x="7651" y="0"/>
                  </a:moveTo>
                  <a:cubicBezTo>
                    <a:pt x="7120" y="0"/>
                    <a:pt x="6218" y="11"/>
                    <a:pt x="4586" y="11"/>
                  </a:cubicBezTo>
                  <a:cubicBezTo>
                    <a:pt x="3970" y="11"/>
                    <a:pt x="3252" y="9"/>
                    <a:pt x="2410" y="5"/>
                  </a:cubicBezTo>
                  <a:cubicBezTo>
                    <a:pt x="1541" y="5"/>
                    <a:pt x="835" y="706"/>
                    <a:pt x="835" y="1575"/>
                  </a:cubicBezTo>
                  <a:lnTo>
                    <a:pt x="835" y="1666"/>
                  </a:lnTo>
                  <a:cubicBezTo>
                    <a:pt x="360" y="1719"/>
                    <a:pt x="0" y="2117"/>
                    <a:pt x="0" y="2597"/>
                  </a:cubicBezTo>
                  <a:lnTo>
                    <a:pt x="0" y="4114"/>
                  </a:lnTo>
                  <a:cubicBezTo>
                    <a:pt x="0" y="4498"/>
                    <a:pt x="230" y="4839"/>
                    <a:pt x="590" y="4983"/>
                  </a:cubicBezTo>
                  <a:lnTo>
                    <a:pt x="605" y="4988"/>
                  </a:lnTo>
                  <a:lnTo>
                    <a:pt x="4560" y="6140"/>
                  </a:lnTo>
                  <a:cubicBezTo>
                    <a:pt x="4839" y="6255"/>
                    <a:pt x="5016" y="6524"/>
                    <a:pt x="5016" y="6821"/>
                  </a:cubicBezTo>
                  <a:lnTo>
                    <a:pt x="5016" y="7589"/>
                  </a:lnTo>
                  <a:lnTo>
                    <a:pt x="4776" y="7589"/>
                  </a:lnTo>
                  <a:cubicBezTo>
                    <a:pt x="4397" y="7589"/>
                    <a:pt x="4085" y="7901"/>
                    <a:pt x="4085" y="8281"/>
                  </a:cubicBezTo>
                  <a:lnTo>
                    <a:pt x="4085" y="8597"/>
                  </a:lnTo>
                  <a:cubicBezTo>
                    <a:pt x="4085" y="8737"/>
                    <a:pt x="4189" y="8806"/>
                    <a:pt x="4294" y="8806"/>
                  </a:cubicBezTo>
                  <a:cubicBezTo>
                    <a:pt x="4398" y="8806"/>
                    <a:pt x="4503" y="8737"/>
                    <a:pt x="4503" y="8597"/>
                  </a:cubicBezTo>
                  <a:lnTo>
                    <a:pt x="4503" y="8281"/>
                  </a:lnTo>
                  <a:cubicBezTo>
                    <a:pt x="4503" y="8127"/>
                    <a:pt x="4623" y="8007"/>
                    <a:pt x="4776" y="8007"/>
                  </a:cubicBezTo>
                  <a:lnTo>
                    <a:pt x="5722" y="8007"/>
                  </a:lnTo>
                  <a:cubicBezTo>
                    <a:pt x="5871" y="8007"/>
                    <a:pt x="5996" y="8127"/>
                    <a:pt x="5996" y="8281"/>
                  </a:cubicBezTo>
                  <a:lnTo>
                    <a:pt x="5996" y="11031"/>
                  </a:lnTo>
                  <a:cubicBezTo>
                    <a:pt x="5996" y="11168"/>
                    <a:pt x="6099" y="11236"/>
                    <a:pt x="6202" y="11236"/>
                  </a:cubicBezTo>
                  <a:cubicBezTo>
                    <a:pt x="6305" y="11236"/>
                    <a:pt x="6408" y="11168"/>
                    <a:pt x="6408" y="11031"/>
                  </a:cubicBezTo>
                  <a:lnTo>
                    <a:pt x="6408" y="8281"/>
                  </a:lnTo>
                  <a:cubicBezTo>
                    <a:pt x="6408" y="7901"/>
                    <a:pt x="6101" y="7589"/>
                    <a:pt x="5722" y="7589"/>
                  </a:cubicBezTo>
                  <a:lnTo>
                    <a:pt x="5429" y="7589"/>
                  </a:lnTo>
                  <a:lnTo>
                    <a:pt x="5429" y="6821"/>
                  </a:lnTo>
                  <a:cubicBezTo>
                    <a:pt x="5429" y="6293"/>
                    <a:pt x="5064" y="5861"/>
                    <a:pt x="4685" y="5746"/>
                  </a:cubicBezTo>
                  <a:lnTo>
                    <a:pt x="734" y="4594"/>
                  </a:lnTo>
                  <a:cubicBezTo>
                    <a:pt x="538" y="4512"/>
                    <a:pt x="413" y="4320"/>
                    <a:pt x="413" y="4114"/>
                  </a:cubicBezTo>
                  <a:lnTo>
                    <a:pt x="413" y="2597"/>
                  </a:lnTo>
                  <a:cubicBezTo>
                    <a:pt x="413" y="2348"/>
                    <a:pt x="590" y="2132"/>
                    <a:pt x="835" y="2088"/>
                  </a:cubicBezTo>
                  <a:cubicBezTo>
                    <a:pt x="864" y="2933"/>
                    <a:pt x="1560" y="3605"/>
                    <a:pt x="2405" y="3605"/>
                  </a:cubicBezTo>
                  <a:lnTo>
                    <a:pt x="8088" y="3605"/>
                  </a:lnTo>
                  <a:cubicBezTo>
                    <a:pt x="8938" y="3605"/>
                    <a:pt x="9634" y="2928"/>
                    <a:pt x="9663" y="2074"/>
                  </a:cubicBezTo>
                  <a:cubicBezTo>
                    <a:pt x="9663" y="1546"/>
                    <a:pt x="9716" y="1143"/>
                    <a:pt x="9370" y="663"/>
                  </a:cubicBezTo>
                  <a:cubicBezTo>
                    <a:pt x="9324" y="590"/>
                    <a:pt x="9261" y="561"/>
                    <a:pt x="9200" y="561"/>
                  </a:cubicBezTo>
                  <a:cubicBezTo>
                    <a:pt x="9049" y="561"/>
                    <a:pt x="8905" y="739"/>
                    <a:pt x="9034" y="903"/>
                  </a:cubicBezTo>
                  <a:cubicBezTo>
                    <a:pt x="9092" y="984"/>
                    <a:pt x="9140" y="1071"/>
                    <a:pt x="9173" y="1167"/>
                  </a:cubicBezTo>
                  <a:cubicBezTo>
                    <a:pt x="9045" y="1041"/>
                    <a:pt x="8879" y="979"/>
                    <a:pt x="8713" y="979"/>
                  </a:cubicBezTo>
                  <a:cubicBezTo>
                    <a:pt x="8519" y="979"/>
                    <a:pt x="8326" y="1063"/>
                    <a:pt x="8194" y="1229"/>
                  </a:cubicBezTo>
                  <a:cubicBezTo>
                    <a:pt x="7709" y="1820"/>
                    <a:pt x="7714" y="1872"/>
                    <a:pt x="7599" y="1872"/>
                  </a:cubicBezTo>
                  <a:cubicBezTo>
                    <a:pt x="7551" y="1872"/>
                    <a:pt x="7503" y="1848"/>
                    <a:pt x="7474" y="1810"/>
                  </a:cubicBezTo>
                  <a:lnTo>
                    <a:pt x="7004" y="1229"/>
                  </a:lnTo>
                  <a:cubicBezTo>
                    <a:pt x="6872" y="1063"/>
                    <a:pt x="6680" y="981"/>
                    <a:pt x="6488" y="981"/>
                  </a:cubicBezTo>
                  <a:cubicBezTo>
                    <a:pt x="6296" y="981"/>
                    <a:pt x="6104" y="1063"/>
                    <a:pt x="5972" y="1229"/>
                  </a:cubicBezTo>
                  <a:lnTo>
                    <a:pt x="5506" y="1810"/>
                  </a:lnTo>
                  <a:cubicBezTo>
                    <a:pt x="5472" y="1853"/>
                    <a:pt x="5424" y="1875"/>
                    <a:pt x="5377" y="1875"/>
                  </a:cubicBezTo>
                  <a:cubicBezTo>
                    <a:pt x="5330" y="1875"/>
                    <a:pt x="5283" y="1853"/>
                    <a:pt x="5252" y="1810"/>
                  </a:cubicBezTo>
                  <a:lnTo>
                    <a:pt x="4781" y="1229"/>
                  </a:lnTo>
                  <a:cubicBezTo>
                    <a:pt x="4649" y="1063"/>
                    <a:pt x="4457" y="981"/>
                    <a:pt x="4265" y="981"/>
                  </a:cubicBezTo>
                  <a:cubicBezTo>
                    <a:pt x="4073" y="981"/>
                    <a:pt x="3881" y="1063"/>
                    <a:pt x="3749" y="1229"/>
                  </a:cubicBezTo>
                  <a:lnTo>
                    <a:pt x="3283" y="1810"/>
                  </a:lnTo>
                  <a:cubicBezTo>
                    <a:pt x="3250" y="1853"/>
                    <a:pt x="3202" y="1875"/>
                    <a:pt x="3154" y="1875"/>
                  </a:cubicBezTo>
                  <a:cubicBezTo>
                    <a:pt x="3107" y="1875"/>
                    <a:pt x="3060" y="1853"/>
                    <a:pt x="3029" y="1810"/>
                  </a:cubicBezTo>
                  <a:lnTo>
                    <a:pt x="2559" y="1229"/>
                  </a:lnTo>
                  <a:cubicBezTo>
                    <a:pt x="2427" y="1063"/>
                    <a:pt x="2235" y="981"/>
                    <a:pt x="2043" y="981"/>
                  </a:cubicBezTo>
                  <a:cubicBezTo>
                    <a:pt x="1851" y="981"/>
                    <a:pt x="1659" y="1063"/>
                    <a:pt x="1527" y="1229"/>
                  </a:cubicBezTo>
                  <a:lnTo>
                    <a:pt x="1248" y="1580"/>
                  </a:lnTo>
                  <a:cubicBezTo>
                    <a:pt x="1248" y="936"/>
                    <a:pt x="1767" y="418"/>
                    <a:pt x="2410" y="418"/>
                  </a:cubicBezTo>
                  <a:cubicBezTo>
                    <a:pt x="3341" y="422"/>
                    <a:pt x="4122" y="423"/>
                    <a:pt x="4777" y="423"/>
                  </a:cubicBezTo>
                  <a:cubicBezTo>
                    <a:pt x="6347" y="423"/>
                    <a:pt x="7198" y="415"/>
                    <a:pt x="7682" y="415"/>
                  </a:cubicBezTo>
                  <a:cubicBezTo>
                    <a:pt x="8307" y="415"/>
                    <a:pt x="8319" y="428"/>
                    <a:pt x="8477" y="485"/>
                  </a:cubicBezTo>
                  <a:cubicBezTo>
                    <a:pt x="8505" y="495"/>
                    <a:pt x="8532" y="500"/>
                    <a:pt x="8557" y="500"/>
                  </a:cubicBezTo>
                  <a:cubicBezTo>
                    <a:pt x="8763" y="500"/>
                    <a:pt x="8852" y="182"/>
                    <a:pt x="8621" y="96"/>
                  </a:cubicBezTo>
                  <a:cubicBezTo>
                    <a:pt x="8403" y="17"/>
                    <a:pt x="8334" y="0"/>
                    <a:pt x="76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3"/>
            <p:cNvSpPr/>
            <p:nvPr/>
          </p:nvSpPr>
          <p:spPr>
            <a:xfrm>
              <a:off x="2801160" y="2663441"/>
              <a:ext cx="60921" cy="123833"/>
            </a:xfrm>
            <a:custGeom>
              <a:rect b="b" l="l" r="r" t="t"/>
              <a:pathLst>
                <a:path extrusionOk="0" h="4726" w="2325">
                  <a:moveTo>
                    <a:pt x="207" y="0"/>
                  </a:moveTo>
                  <a:cubicBezTo>
                    <a:pt x="104" y="0"/>
                    <a:pt x="1" y="70"/>
                    <a:pt x="1" y="209"/>
                  </a:cubicBezTo>
                  <a:lnTo>
                    <a:pt x="1" y="4035"/>
                  </a:lnTo>
                  <a:cubicBezTo>
                    <a:pt x="1" y="4414"/>
                    <a:pt x="308" y="4726"/>
                    <a:pt x="687" y="4726"/>
                  </a:cubicBezTo>
                  <a:lnTo>
                    <a:pt x="1633" y="4726"/>
                  </a:lnTo>
                  <a:cubicBezTo>
                    <a:pt x="2012" y="4726"/>
                    <a:pt x="2319" y="4414"/>
                    <a:pt x="2324" y="4035"/>
                  </a:cubicBezTo>
                  <a:lnTo>
                    <a:pt x="2324" y="2643"/>
                  </a:lnTo>
                  <a:cubicBezTo>
                    <a:pt x="2319" y="2527"/>
                    <a:pt x="2228" y="2431"/>
                    <a:pt x="2113" y="2431"/>
                  </a:cubicBezTo>
                  <a:cubicBezTo>
                    <a:pt x="1998" y="2431"/>
                    <a:pt x="1907" y="2527"/>
                    <a:pt x="1907" y="2638"/>
                  </a:cubicBezTo>
                  <a:lnTo>
                    <a:pt x="1907" y="4035"/>
                  </a:lnTo>
                  <a:cubicBezTo>
                    <a:pt x="1907" y="4183"/>
                    <a:pt x="1782" y="4308"/>
                    <a:pt x="1633" y="4308"/>
                  </a:cubicBezTo>
                  <a:lnTo>
                    <a:pt x="687" y="4308"/>
                  </a:lnTo>
                  <a:cubicBezTo>
                    <a:pt x="538" y="4308"/>
                    <a:pt x="414" y="4183"/>
                    <a:pt x="414" y="4035"/>
                  </a:cubicBezTo>
                  <a:lnTo>
                    <a:pt x="414" y="209"/>
                  </a:lnTo>
                  <a:cubicBezTo>
                    <a:pt x="414"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6" name="Google Shape;14606;p83"/>
          <p:cNvGrpSpPr/>
          <p:nvPr/>
        </p:nvGrpSpPr>
        <p:grpSpPr>
          <a:xfrm>
            <a:off x="3947519" y="4326147"/>
            <a:ext cx="365420" cy="263021"/>
            <a:chOff x="3947519" y="4326147"/>
            <a:chExt cx="365420" cy="263021"/>
          </a:xfrm>
        </p:grpSpPr>
        <p:sp>
          <p:nvSpPr>
            <p:cNvPr id="14607" name="Google Shape;14607;p83"/>
            <p:cNvSpPr/>
            <p:nvPr/>
          </p:nvSpPr>
          <p:spPr>
            <a:xfrm>
              <a:off x="4100725" y="4343755"/>
              <a:ext cx="105046" cy="39147"/>
            </a:xfrm>
            <a:custGeom>
              <a:rect b="b" l="l" r="r" t="t"/>
              <a:pathLst>
                <a:path extrusionOk="0" h="1494" w="4009">
                  <a:moveTo>
                    <a:pt x="1162" y="1"/>
                  </a:moveTo>
                  <a:cubicBezTo>
                    <a:pt x="874" y="1"/>
                    <a:pt x="615" y="169"/>
                    <a:pt x="490" y="433"/>
                  </a:cubicBezTo>
                  <a:lnTo>
                    <a:pt x="0" y="1494"/>
                  </a:lnTo>
                  <a:lnTo>
                    <a:pt x="4008" y="1494"/>
                  </a:lnTo>
                  <a:lnTo>
                    <a:pt x="3519" y="433"/>
                  </a:lnTo>
                  <a:cubicBezTo>
                    <a:pt x="3399" y="169"/>
                    <a:pt x="313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3"/>
            <p:cNvSpPr/>
            <p:nvPr/>
          </p:nvSpPr>
          <p:spPr>
            <a:xfrm>
              <a:off x="4229773" y="4358219"/>
              <a:ext cx="54973" cy="29976"/>
            </a:xfrm>
            <a:custGeom>
              <a:rect b="b" l="l" r="r" t="t"/>
              <a:pathLst>
                <a:path extrusionOk="0" h="1144" w="2098">
                  <a:moveTo>
                    <a:pt x="331" y="1"/>
                  </a:moveTo>
                  <a:cubicBezTo>
                    <a:pt x="149" y="1"/>
                    <a:pt x="0" y="149"/>
                    <a:pt x="0" y="332"/>
                  </a:cubicBezTo>
                  <a:lnTo>
                    <a:pt x="0" y="1143"/>
                  </a:lnTo>
                  <a:lnTo>
                    <a:pt x="2098" y="1143"/>
                  </a:lnTo>
                  <a:lnTo>
                    <a:pt x="2098" y="332"/>
                  </a:lnTo>
                  <a:cubicBezTo>
                    <a:pt x="2098" y="149"/>
                    <a:pt x="1949" y="1"/>
                    <a:pt x="17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3"/>
            <p:cNvSpPr/>
            <p:nvPr/>
          </p:nvSpPr>
          <p:spPr>
            <a:xfrm>
              <a:off x="3952917" y="4382876"/>
              <a:ext cx="354598" cy="200895"/>
            </a:xfrm>
            <a:custGeom>
              <a:rect b="b" l="l" r="r" t="t"/>
              <a:pathLst>
                <a:path extrusionOk="0" h="7667" w="13533">
                  <a:moveTo>
                    <a:pt x="827" y="1"/>
                  </a:moveTo>
                  <a:cubicBezTo>
                    <a:pt x="370" y="1"/>
                    <a:pt x="1" y="370"/>
                    <a:pt x="1" y="826"/>
                  </a:cubicBezTo>
                  <a:lnTo>
                    <a:pt x="1" y="6841"/>
                  </a:lnTo>
                  <a:cubicBezTo>
                    <a:pt x="1" y="7297"/>
                    <a:pt x="370" y="7666"/>
                    <a:pt x="827" y="7666"/>
                  </a:cubicBezTo>
                  <a:lnTo>
                    <a:pt x="12707" y="7666"/>
                  </a:lnTo>
                  <a:cubicBezTo>
                    <a:pt x="13163" y="7666"/>
                    <a:pt x="13533" y="7297"/>
                    <a:pt x="13533" y="6841"/>
                  </a:cubicBezTo>
                  <a:lnTo>
                    <a:pt x="13533" y="826"/>
                  </a:lnTo>
                  <a:cubicBezTo>
                    <a:pt x="13533" y="370"/>
                    <a:pt x="13163" y="1"/>
                    <a:pt x="1270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3"/>
            <p:cNvSpPr/>
            <p:nvPr/>
          </p:nvSpPr>
          <p:spPr>
            <a:xfrm>
              <a:off x="4256945" y="4416572"/>
              <a:ext cx="50571" cy="140157"/>
            </a:xfrm>
            <a:custGeom>
              <a:rect b="b" l="l" r="r" t="t"/>
              <a:pathLst>
                <a:path extrusionOk="0" h="5349" w="1930">
                  <a:moveTo>
                    <a:pt x="725" y="1"/>
                  </a:moveTo>
                  <a:cubicBezTo>
                    <a:pt x="317" y="25"/>
                    <a:pt x="0" y="366"/>
                    <a:pt x="0" y="774"/>
                  </a:cubicBezTo>
                  <a:lnTo>
                    <a:pt x="0" y="4576"/>
                  </a:lnTo>
                  <a:cubicBezTo>
                    <a:pt x="0" y="5003"/>
                    <a:pt x="346" y="5348"/>
                    <a:pt x="773" y="5348"/>
                  </a:cubicBezTo>
                  <a:lnTo>
                    <a:pt x="1930" y="5348"/>
                  </a:lnTo>
                  <a:lnTo>
                    <a:pt x="193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3"/>
            <p:cNvSpPr/>
            <p:nvPr/>
          </p:nvSpPr>
          <p:spPr>
            <a:xfrm>
              <a:off x="4062601" y="4397470"/>
              <a:ext cx="179775" cy="172805"/>
            </a:xfrm>
            <a:custGeom>
              <a:rect b="b" l="l" r="r" t="t"/>
              <a:pathLst>
                <a:path extrusionOk="0" h="6595" w="6861">
                  <a:moveTo>
                    <a:pt x="3575" y="0"/>
                  </a:moveTo>
                  <a:cubicBezTo>
                    <a:pt x="3569" y="0"/>
                    <a:pt x="3564" y="0"/>
                    <a:pt x="3558" y="0"/>
                  </a:cubicBezTo>
                  <a:cubicBezTo>
                    <a:pt x="2223" y="0"/>
                    <a:pt x="1018" y="802"/>
                    <a:pt x="510" y="2036"/>
                  </a:cubicBezTo>
                  <a:cubicBezTo>
                    <a:pt x="1" y="3269"/>
                    <a:pt x="284" y="4685"/>
                    <a:pt x="1225" y="5631"/>
                  </a:cubicBezTo>
                  <a:cubicBezTo>
                    <a:pt x="1853" y="6260"/>
                    <a:pt x="2696" y="6595"/>
                    <a:pt x="3554" y="6595"/>
                  </a:cubicBezTo>
                  <a:cubicBezTo>
                    <a:pt x="3981" y="6595"/>
                    <a:pt x="4411" y="6512"/>
                    <a:pt x="4820" y="6341"/>
                  </a:cubicBezTo>
                  <a:cubicBezTo>
                    <a:pt x="6049" y="5833"/>
                    <a:pt x="6855" y="4628"/>
                    <a:pt x="6855" y="3298"/>
                  </a:cubicBezTo>
                  <a:cubicBezTo>
                    <a:pt x="6860" y="1480"/>
                    <a:pt x="5391" y="0"/>
                    <a:pt x="3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3"/>
            <p:cNvSpPr/>
            <p:nvPr/>
          </p:nvSpPr>
          <p:spPr>
            <a:xfrm>
              <a:off x="4078453" y="4412170"/>
              <a:ext cx="149197" cy="143328"/>
            </a:xfrm>
            <a:custGeom>
              <a:rect b="b" l="l" r="r" t="t"/>
              <a:pathLst>
                <a:path extrusionOk="0" h="5470" w="5694">
                  <a:moveTo>
                    <a:pt x="2962" y="1"/>
                  </a:moveTo>
                  <a:cubicBezTo>
                    <a:pt x="2959" y="1"/>
                    <a:pt x="2956" y="1"/>
                    <a:pt x="2953" y="1"/>
                  </a:cubicBezTo>
                  <a:cubicBezTo>
                    <a:pt x="1844" y="1"/>
                    <a:pt x="850" y="668"/>
                    <a:pt x="428" y="1691"/>
                  </a:cubicBezTo>
                  <a:cubicBezTo>
                    <a:pt x="1" y="2713"/>
                    <a:pt x="236" y="3884"/>
                    <a:pt x="1018" y="4667"/>
                  </a:cubicBezTo>
                  <a:cubicBezTo>
                    <a:pt x="1542" y="5191"/>
                    <a:pt x="2243" y="5469"/>
                    <a:pt x="2955" y="5469"/>
                  </a:cubicBezTo>
                  <a:cubicBezTo>
                    <a:pt x="3307" y="5469"/>
                    <a:pt x="3661" y="5402"/>
                    <a:pt x="3999" y="5262"/>
                  </a:cubicBezTo>
                  <a:cubicBezTo>
                    <a:pt x="5017" y="4840"/>
                    <a:pt x="5684" y="3841"/>
                    <a:pt x="5684" y="2737"/>
                  </a:cubicBezTo>
                  <a:cubicBezTo>
                    <a:pt x="5694" y="1228"/>
                    <a:pt x="4470" y="1"/>
                    <a:pt x="2962"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3"/>
            <p:cNvSpPr/>
            <p:nvPr/>
          </p:nvSpPr>
          <p:spPr>
            <a:xfrm>
              <a:off x="4093913" y="4430983"/>
              <a:ext cx="117125" cy="104286"/>
            </a:xfrm>
            <a:custGeom>
              <a:rect b="b" l="l" r="r" t="t"/>
              <a:pathLst>
                <a:path extrusionOk="0" h="3980" w="4470">
                  <a:moveTo>
                    <a:pt x="2351" y="1"/>
                  </a:moveTo>
                  <a:cubicBezTo>
                    <a:pt x="2140" y="1"/>
                    <a:pt x="1927" y="34"/>
                    <a:pt x="1719" y="104"/>
                  </a:cubicBezTo>
                  <a:cubicBezTo>
                    <a:pt x="1647" y="128"/>
                    <a:pt x="1575" y="161"/>
                    <a:pt x="1503" y="195"/>
                  </a:cubicBezTo>
                  <a:cubicBezTo>
                    <a:pt x="356" y="733"/>
                    <a:pt x="1" y="2192"/>
                    <a:pt x="769" y="3195"/>
                  </a:cubicBezTo>
                  <a:cubicBezTo>
                    <a:pt x="1166" y="3716"/>
                    <a:pt x="1760" y="3980"/>
                    <a:pt x="2354" y="3980"/>
                  </a:cubicBezTo>
                  <a:cubicBezTo>
                    <a:pt x="2909" y="3980"/>
                    <a:pt x="3464" y="3750"/>
                    <a:pt x="3860" y="3286"/>
                  </a:cubicBezTo>
                  <a:lnTo>
                    <a:pt x="3870" y="3277"/>
                  </a:lnTo>
                  <a:cubicBezTo>
                    <a:pt x="3904" y="3234"/>
                    <a:pt x="3942" y="3190"/>
                    <a:pt x="3971" y="3142"/>
                  </a:cubicBezTo>
                  <a:cubicBezTo>
                    <a:pt x="4470" y="2442"/>
                    <a:pt x="4460" y="1496"/>
                    <a:pt x="3952" y="805"/>
                  </a:cubicBezTo>
                  <a:cubicBezTo>
                    <a:pt x="3569" y="289"/>
                    <a:pt x="2969" y="1"/>
                    <a:pt x="235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3"/>
            <p:cNvSpPr/>
            <p:nvPr/>
          </p:nvSpPr>
          <p:spPr>
            <a:xfrm>
              <a:off x="4119591" y="4430983"/>
              <a:ext cx="91447" cy="87333"/>
            </a:xfrm>
            <a:custGeom>
              <a:rect b="b" l="l" r="r" t="t"/>
              <a:pathLst>
                <a:path extrusionOk="0" h="3333" w="3490">
                  <a:moveTo>
                    <a:pt x="1371" y="1"/>
                  </a:moveTo>
                  <a:cubicBezTo>
                    <a:pt x="1160" y="1"/>
                    <a:pt x="947" y="34"/>
                    <a:pt x="739" y="104"/>
                  </a:cubicBezTo>
                  <a:cubicBezTo>
                    <a:pt x="667" y="128"/>
                    <a:pt x="595" y="157"/>
                    <a:pt x="523" y="190"/>
                  </a:cubicBezTo>
                  <a:cubicBezTo>
                    <a:pt x="0" y="929"/>
                    <a:pt x="39" y="1928"/>
                    <a:pt x="619" y="2619"/>
                  </a:cubicBezTo>
                  <a:cubicBezTo>
                    <a:pt x="1007" y="3083"/>
                    <a:pt x="1570" y="3332"/>
                    <a:pt x="2144" y="3332"/>
                  </a:cubicBezTo>
                  <a:cubicBezTo>
                    <a:pt x="2430" y="3332"/>
                    <a:pt x="2719" y="3270"/>
                    <a:pt x="2991" y="3142"/>
                  </a:cubicBezTo>
                  <a:cubicBezTo>
                    <a:pt x="3490" y="2442"/>
                    <a:pt x="3480" y="1496"/>
                    <a:pt x="2972" y="805"/>
                  </a:cubicBezTo>
                  <a:cubicBezTo>
                    <a:pt x="2589" y="289"/>
                    <a:pt x="1989" y="1"/>
                    <a:pt x="13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3"/>
            <p:cNvSpPr/>
            <p:nvPr/>
          </p:nvSpPr>
          <p:spPr>
            <a:xfrm>
              <a:off x="4148257" y="4458208"/>
              <a:ext cx="32989" cy="32989"/>
            </a:xfrm>
            <a:custGeom>
              <a:rect b="b" l="l" r="r" t="t"/>
              <a:pathLst>
                <a:path extrusionOk="0" h="1259" w="1259">
                  <a:moveTo>
                    <a:pt x="630" y="1"/>
                  </a:moveTo>
                  <a:cubicBezTo>
                    <a:pt x="279" y="1"/>
                    <a:pt x="1" y="279"/>
                    <a:pt x="1" y="630"/>
                  </a:cubicBezTo>
                  <a:cubicBezTo>
                    <a:pt x="1" y="975"/>
                    <a:pt x="279" y="1259"/>
                    <a:pt x="630" y="1259"/>
                  </a:cubicBezTo>
                  <a:cubicBezTo>
                    <a:pt x="975" y="1259"/>
                    <a:pt x="1258" y="975"/>
                    <a:pt x="1258" y="630"/>
                  </a:cubicBezTo>
                  <a:cubicBezTo>
                    <a:pt x="1258" y="279"/>
                    <a:pt x="975" y="1"/>
                    <a:pt x="630"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3"/>
            <p:cNvSpPr/>
            <p:nvPr/>
          </p:nvSpPr>
          <p:spPr>
            <a:xfrm>
              <a:off x="3984622" y="4335711"/>
              <a:ext cx="33985" cy="29714"/>
            </a:xfrm>
            <a:custGeom>
              <a:rect b="b" l="l" r="r" t="t"/>
              <a:pathLst>
                <a:path extrusionOk="0" h="1134" w="1297">
                  <a:moveTo>
                    <a:pt x="332" y="0"/>
                  </a:moveTo>
                  <a:cubicBezTo>
                    <a:pt x="149" y="0"/>
                    <a:pt x="1" y="149"/>
                    <a:pt x="1" y="332"/>
                  </a:cubicBezTo>
                  <a:lnTo>
                    <a:pt x="1" y="802"/>
                  </a:lnTo>
                  <a:cubicBezTo>
                    <a:pt x="1" y="984"/>
                    <a:pt x="149" y="1129"/>
                    <a:pt x="332" y="1133"/>
                  </a:cubicBezTo>
                  <a:lnTo>
                    <a:pt x="965" y="1133"/>
                  </a:lnTo>
                  <a:cubicBezTo>
                    <a:pt x="1148" y="1129"/>
                    <a:pt x="1297" y="984"/>
                    <a:pt x="1297" y="802"/>
                  </a:cubicBezTo>
                  <a:lnTo>
                    <a:pt x="1297" y="332"/>
                  </a:lnTo>
                  <a:cubicBezTo>
                    <a:pt x="1297" y="149"/>
                    <a:pt x="1148" y="0"/>
                    <a:pt x="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3"/>
            <p:cNvSpPr/>
            <p:nvPr/>
          </p:nvSpPr>
          <p:spPr>
            <a:xfrm>
              <a:off x="3952917" y="4356830"/>
              <a:ext cx="97526" cy="226940"/>
            </a:xfrm>
            <a:custGeom>
              <a:rect b="b" l="l" r="r" t="t"/>
              <a:pathLst>
                <a:path extrusionOk="0" h="8661" w="3722">
                  <a:moveTo>
                    <a:pt x="831" y="1"/>
                  </a:moveTo>
                  <a:cubicBezTo>
                    <a:pt x="370" y="1"/>
                    <a:pt x="1" y="371"/>
                    <a:pt x="1" y="831"/>
                  </a:cubicBezTo>
                  <a:lnTo>
                    <a:pt x="1" y="7835"/>
                  </a:lnTo>
                  <a:cubicBezTo>
                    <a:pt x="1" y="8291"/>
                    <a:pt x="370" y="8660"/>
                    <a:pt x="831" y="8660"/>
                  </a:cubicBezTo>
                  <a:lnTo>
                    <a:pt x="2891" y="8660"/>
                  </a:lnTo>
                  <a:cubicBezTo>
                    <a:pt x="3347" y="8660"/>
                    <a:pt x="3716" y="8291"/>
                    <a:pt x="3721" y="7835"/>
                  </a:cubicBezTo>
                  <a:lnTo>
                    <a:pt x="3721" y="831"/>
                  </a:lnTo>
                  <a:cubicBezTo>
                    <a:pt x="3716" y="385"/>
                    <a:pt x="3366" y="15"/>
                    <a:pt x="2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3"/>
            <p:cNvSpPr/>
            <p:nvPr/>
          </p:nvSpPr>
          <p:spPr>
            <a:xfrm>
              <a:off x="3952917" y="4356830"/>
              <a:ext cx="76511" cy="201523"/>
            </a:xfrm>
            <a:custGeom>
              <a:rect b="b" l="l" r="r" t="t"/>
              <a:pathLst>
                <a:path extrusionOk="0" h="7691" w="2920">
                  <a:moveTo>
                    <a:pt x="831" y="1"/>
                  </a:moveTo>
                  <a:cubicBezTo>
                    <a:pt x="375" y="1"/>
                    <a:pt x="6" y="371"/>
                    <a:pt x="1" y="831"/>
                  </a:cubicBezTo>
                  <a:lnTo>
                    <a:pt x="1" y="7691"/>
                  </a:lnTo>
                  <a:lnTo>
                    <a:pt x="2094" y="7691"/>
                  </a:lnTo>
                  <a:cubicBezTo>
                    <a:pt x="2550" y="7691"/>
                    <a:pt x="2919" y="7321"/>
                    <a:pt x="2919" y="6865"/>
                  </a:cubicBezTo>
                  <a:lnTo>
                    <a:pt x="291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3"/>
            <p:cNvSpPr/>
            <p:nvPr/>
          </p:nvSpPr>
          <p:spPr>
            <a:xfrm>
              <a:off x="4229380" y="4400746"/>
              <a:ext cx="21800" cy="21774"/>
            </a:xfrm>
            <a:custGeom>
              <a:rect b="b" l="l" r="r" t="t"/>
              <a:pathLst>
                <a:path extrusionOk="0" h="831" w="832">
                  <a:moveTo>
                    <a:pt x="418" y="0"/>
                  </a:moveTo>
                  <a:cubicBezTo>
                    <a:pt x="188" y="0"/>
                    <a:pt x="1" y="187"/>
                    <a:pt x="1" y="413"/>
                  </a:cubicBezTo>
                  <a:cubicBezTo>
                    <a:pt x="1" y="643"/>
                    <a:pt x="188" y="831"/>
                    <a:pt x="418" y="831"/>
                  </a:cubicBezTo>
                  <a:cubicBezTo>
                    <a:pt x="644" y="831"/>
                    <a:pt x="831" y="643"/>
                    <a:pt x="831" y="413"/>
                  </a:cubicBezTo>
                  <a:cubicBezTo>
                    <a:pt x="831" y="187"/>
                    <a:pt x="644" y="0"/>
                    <a:pt x="418"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83"/>
            <p:cNvSpPr/>
            <p:nvPr/>
          </p:nvSpPr>
          <p:spPr>
            <a:xfrm>
              <a:off x="3947519" y="4326147"/>
              <a:ext cx="365420" cy="263021"/>
            </a:xfrm>
            <a:custGeom>
              <a:rect b="b" l="l" r="r" t="t"/>
              <a:pathLst>
                <a:path extrusionOk="0" h="10038" w="13946">
                  <a:moveTo>
                    <a:pt x="2381" y="413"/>
                  </a:moveTo>
                  <a:cubicBezTo>
                    <a:pt x="2449" y="413"/>
                    <a:pt x="2506" y="466"/>
                    <a:pt x="2506" y="538"/>
                  </a:cubicBezTo>
                  <a:lnTo>
                    <a:pt x="2506" y="965"/>
                  </a:lnTo>
                  <a:lnTo>
                    <a:pt x="1623" y="965"/>
                  </a:lnTo>
                  <a:lnTo>
                    <a:pt x="1623" y="538"/>
                  </a:lnTo>
                  <a:cubicBezTo>
                    <a:pt x="1623" y="466"/>
                    <a:pt x="1681" y="413"/>
                    <a:pt x="1748" y="413"/>
                  </a:cubicBezTo>
                  <a:close/>
                  <a:moveTo>
                    <a:pt x="12544" y="1431"/>
                  </a:moveTo>
                  <a:cubicBezTo>
                    <a:pt x="12611" y="1431"/>
                    <a:pt x="12664" y="1484"/>
                    <a:pt x="12664" y="1551"/>
                  </a:cubicBezTo>
                  <a:lnTo>
                    <a:pt x="12664" y="1954"/>
                  </a:lnTo>
                  <a:lnTo>
                    <a:pt x="10983" y="1954"/>
                  </a:lnTo>
                  <a:lnTo>
                    <a:pt x="10983" y="1551"/>
                  </a:lnTo>
                  <a:cubicBezTo>
                    <a:pt x="10983" y="1484"/>
                    <a:pt x="11036" y="1431"/>
                    <a:pt x="11103" y="1431"/>
                  </a:cubicBezTo>
                  <a:close/>
                  <a:moveTo>
                    <a:pt x="1738" y="1"/>
                  </a:moveTo>
                  <a:cubicBezTo>
                    <a:pt x="1441" y="1"/>
                    <a:pt x="1201" y="241"/>
                    <a:pt x="1201" y="538"/>
                  </a:cubicBezTo>
                  <a:lnTo>
                    <a:pt x="1201" y="965"/>
                  </a:lnTo>
                  <a:lnTo>
                    <a:pt x="1023" y="965"/>
                  </a:lnTo>
                  <a:cubicBezTo>
                    <a:pt x="788" y="965"/>
                    <a:pt x="557" y="1047"/>
                    <a:pt x="370" y="1196"/>
                  </a:cubicBezTo>
                  <a:cubicBezTo>
                    <a:pt x="202" y="1337"/>
                    <a:pt x="332" y="1567"/>
                    <a:pt x="502" y="1567"/>
                  </a:cubicBezTo>
                  <a:cubicBezTo>
                    <a:pt x="545" y="1567"/>
                    <a:pt x="590" y="1553"/>
                    <a:pt x="634" y="1518"/>
                  </a:cubicBezTo>
                  <a:cubicBezTo>
                    <a:pt x="784" y="1397"/>
                    <a:pt x="930" y="1378"/>
                    <a:pt x="1072" y="1378"/>
                  </a:cubicBezTo>
                  <a:cubicBezTo>
                    <a:pt x="1137" y="1378"/>
                    <a:pt x="1201" y="1382"/>
                    <a:pt x="1264" y="1382"/>
                  </a:cubicBezTo>
                  <a:cubicBezTo>
                    <a:pt x="1293" y="1382"/>
                    <a:pt x="1321" y="1381"/>
                    <a:pt x="1349" y="1378"/>
                  </a:cubicBezTo>
                  <a:lnTo>
                    <a:pt x="3092" y="1378"/>
                  </a:lnTo>
                  <a:cubicBezTo>
                    <a:pt x="3433" y="1378"/>
                    <a:pt x="3711" y="1657"/>
                    <a:pt x="3711" y="1998"/>
                  </a:cubicBezTo>
                  <a:lnTo>
                    <a:pt x="3711" y="2790"/>
                  </a:lnTo>
                  <a:cubicBezTo>
                    <a:pt x="3711" y="2929"/>
                    <a:pt x="3814" y="2998"/>
                    <a:pt x="3917" y="2998"/>
                  </a:cubicBezTo>
                  <a:cubicBezTo>
                    <a:pt x="4021" y="2998"/>
                    <a:pt x="4124" y="2929"/>
                    <a:pt x="4124" y="2790"/>
                  </a:cubicBezTo>
                  <a:lnTo>
                    <a:pt x="4124" y="2372"/>
                  </a:lnTo>
                  <a:lnTo>
                    <a:pt x="12947" y="2372"/>
                  </a:lnTo>
                  <a:cubicBezTo>
                    <a:pt x="13273" y="2396"/>
                    <a:pt x="13523" y="2665"/>
                    <a:pt x="13523" y="2991"/>
                  </a:cubicBezTo>
                  <a:lnTo>
                    <a:pt x="13523" y="3246"/>
                  </a:lnTo>
                  <a:lnTo>
                    <a:pt x="13168" y="3246"/>
                  </a:lnTo>
                  <a:cubicBezTo>
                    <a:pt x="12894" y="3246"/>
                    <a:pt x="12894" y="3658"/>
                    <a:pt x="13168" y="3658"/>
                  </a:cubicBezTo>
                  <a:lnTo>
                    <a:pt x="13523" y="3658"/>
                  </a:lnTo>
                  <a:lnTo>
                    <a:pt x="13523" y="8593"/>
                  </a:lnTo>
                  <a:lnTo>
                    <a:pt x="12572" y="8593"/>
                  </a:lnTo>
                  <a:cubicBezTo>
                    <a:pt x="12260" y="8593"/>
                    <a:pt x="12006" y="8339"/>
                    <a:pt x="12006" y="8027"/>
                  </a:cubicBezTo>
                  <a:lnTo>
                    <a:pt x="12006" y="4225"/>
                  </a:lnTo>
                  <a:cubicBezTo>
                    <a:pt x="12011" y="3975"/>
                    <a:pt x="12169" y="3759"/>
                    <a:pt x="12404" y="3682"/>
                  </a:cubicBezTo>
                  <a:cubicBezTo>
                    <a:pt x="12630" y="3598"/>
                    <a:pt x="12554" y="3282"/>
                    <a:pt x="12341" y="3282"/>
                  </a:cubicBezTo>
                  <a:cubicBezTo>
                    <a:pt x="12323" y="3282"/>
                    <a:pt x="12304" y="3284"/>
                    <a:pt x="12284" y="3289"/>
                  </a:cubicBezTo>
                  <a:cubicBezTo>
                    <a:pt x="11876" y="3414"/>
                    <a:pt x="11598" y="3793"/>
                    <a:pt x="11593" y="4225"/>
                  </a:cubicBezTo>
                  <a:lnTo>
                    <a:pt x="11593" y="8027"/>
                  </a:lnTo>
                  <a:cubicBezTo>
                    <a:pt x="11598" y="8569"/>
                    <a:pt x="12035" y="9006"/>
                    <a:pt x="12572" y="9006"/>
                  </a:cubicBezTo>
                  <a:lnTo>
                    <a:pt x="13528" y="9006"/>
                  </a:lnTo>
                  <a:cubicBezTo>
                    <a:pt x="13523" y="9347"/>
                    <a:pt x="13249" y="9620"/>
                    <a:pt x="12908" y="9625"/>
                  </a:cubicBezTo>
                  <a:lnTo>
                    <a:pt x="3927" y="9625"/>
                  </a:lnTo>
                  <a:cubicBezTo>
                    <a:pt x="4018" y="9500"/>
                    <a:pt x="4081" y="9361"/>
                    <a:pt x="4114" y="9212"/>
                  </a:cubicBezTo>
                  <a:cubicBezTo>
                    <a:pt x="4145" y="9055"/>
                    <a:pt x="4024" y="8961"/>
                    <a:pt x="3905" y="8961"/>
                  </a:cubicBezTo>
                  <a:cubicBezTo>
                    <a:pt x="3817" y="8961"/>
                    <a:pt x="3731" y="9012"/>
                    <a:pt x="3706" y="9126"/>
                  </a:cubicBezTo>
                  <a:cubicBezTo>
                    <a:pt x="3644" y="9414"/>
                    <a:pt x="3394" y="9620"/>
                    <a:pt x="3097" y="9625"/>
                  </a:cubicBezTo>
                  <a:lnTo>
                    <a:pt x="975" y="9625"/>
                  </a:lnTo>
                  <a:lnTo>
                    <a:pt x="946" y="9620"/>
                  </a:lnTo>
                  <a:cubicBezTo>
                    <a:pt x="639" y="9572"/>
                    <a:pt x="413" y="9313"/>
                    <a:pt x="413" y="9006"/>
                  </a:cubicBezTo>
                  <a:lnTo>
                    <a:pt x="413" y="2094"/>
                  </a:lnTo>
                  <a:cubicBezTo>
                    <a:pt x="413" y="1954"/>
                    <a:pt x="310" y="1885"/>
                    <a:pt x="207" y="1885"/>
                  </a:cubicBezTo>
                  <a:cubicBezTo>
                    <a:pt x="104" y="1885"/>
                    <a:pt x="0" y="1954"/>
                    <a:pt x="0" y="2094"/>
                  </a:cubicBezTo>
                  <a:lnTo>
                    <a:pt x="0" y="9001"/>
                  </a:lnTo>
                  <a:cubicBezTo>
                    <a:pt x="0" y="9505"/>
                    <a:pt x="365" y="9937"/>
                    <a:pt x="860" y="10023"/>
                  </a:cubicBezTo>
                  <a:cubicBezTo>
                    <a:pt x="884" y="10028"/>
                    <a:pt x="908" y="10028"/>
                    <a:pt x="932" y="10033"/>
                  </a:cubicBezTo>
                  <a:lnTo>
                    <a:pt x="980" y="10038"/>
                  </a:lnTo>
                  <a:lnTo>
                    <a:pt x="12913" y="10038"/>
                  </a:lnTo>
                  <a:cubicBezTo>
                    <a:pt x="13484" y="10033"/>
                    <a:pt x="13945" y="9572"/>
                    <a:pt x="13945" y="9006"/>
                  </a:cubicBezTo>
                  <a:lnTo>
                    <a:pt x="13945" y="2991"/>
                  </a:lnTo>
                  <a:cubicBezTo>
                    <a:pt x="13945" y="2487"/>
                    <a:pt x="13580" y="2055"/>
                    <a:pt x="13081" y="1969"/>
                  </a:cubicBezTo>
                  <a:lnTo>
                    <a:pt x="13081" y="1556"/>
                  </a:lnTo>
                  <a:cubicBezTo>
                    <a:pt x="13081" y="1258"/>
                    <a:pt x="12836" y="1013"/>
                    <a:pt x="12539" y="1013"/>
                  </a:cubicBezTo>
                  <a:lnTo>
                    <a:pt x="11103" y="1013"/>
                  </a:lnTo>
                  <a:cubicBezTo>
                    <a:pt x="10806" y="1013"/>
                    <a:pt x="10566" y="1258"/>
                    <a:pt x="10566" y="1556"/>
                  </a:cubicBezTo>
                  <a:lnTo>
                    <a:pt x="10566" y="1959"/>
                  </a:lnTo>
                  <a:lnTo>
                    <a:pt x="9985" y="1959"/>
                  </a:lnTo>
                  <a:lnTo>
                    <a:pt x="9548" y="1018"/>
                  </a:lnTo>
                  <a:cubicBezTo>
                    <a:pt x="9395" y="682"/>
                    <a:pt x="9059" y="471"/>
                    <a:pt x="8694" y="466"/>
                  </a:cubicBezTo>
                  <a:lnTo>
                    <a:pt x="7004" y="466"/>
                  </a:lnTo>
                  <a:cubicBezTo>
                    <a:pt x="6702" y="471"/>
                    <a:pt x="6414" y="615"/>
                    <a:pt x="6236" y="865"/>
                  </a:cubicBezTo>
                  <a:cubicBezTo>
                    <a:pt x="6119" y="1026"/>
                    <a:pt x="6261" y="1195"/>
                    <a:pt x="6409" y="1195"/>
                  </a:cubicBezTo>
                  <a:cubicBezTo>
                    <a:pt x="6467" y="1195"/>
                    <a:pt x="6527" y="1169"/>
                    <a:pt x="6572" y="1105"/>
                  </a:cubicBezTo>
                  <a:cubicBezTo>
                    <a:pt x="6673" y="965"/>
                    <a:pt x="6836" y="884"/>
                    <a:pt x="7004" y="884"/>
                  </a:cubicBezTo>
                  <a:lnTo>
                    <a:pt x="8694" y="884"/>
                  </a:lnTo>
                  <a:cubicBezTo>
                    <a:pt x="8895" y="884"/>
                    <a:pt x="9083" y="1004"/>
                    <a:pt x="9174" y="1191"/>
                  </a:cubicBezTo>
                  <a:lnTo>
                    <a:pt x="9524" y="1959"/>
                  </a:lnTo>
                  <a:lnTo>
                    <a:pt x="6164" y="1959"/>
                  </a:lnTo>
                  <a:lnTo>
                    <a:pt x="6231" y="1820"/>
                  </a:lnTo>
                  <a:cubicBezTo>
                    <a:pt x="6310" y="1654"/>
                    <a:pt x="6173" y="1520"/>
                    <a:pt x="6037" y="1520"/>
                  </a:cubicBezTo>
                  <a:cubicBezTo>
                    <a:pt x="5966" y="1520"/>
                    <a:pt x="5895" y="1557"/>
                    <a:pt x="5857" y="1647"/>
                  </a:cubicBezTo>
                  <a:lnTo>
                    <a:pt x="5708" y="1959"/>
                  </a:lnTo>
                  <a:lnTo>
                    <a:pt x="4129" y="1959"/>
                  </a:lnTo>
                  <a:cubicBezTo>
                    <a:pt x="4105" y="1402"/>
                    <a:pt x="3649" y="965"/>
                    <a:pt x="3092" y="965"/>
                  </a:cubicBezTo>
                  <a:lnTo>
                    <a:pt x="2914" y="965"/>
                  </a:lnTo>
                  <a:lnTo>
                    <a:pt x="2914" y="538"/>
                  </a:lnTo>
                  <a:cubicBezTo>
                    <a:pt x="2914" y="241"/>
                    <a:pt x="2669" y="1"/>
                    <a:pt x="2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3"/>
            <p:cNvSpPr/>
            <p:nvPr/>
          </p:nvSpPr>
          <p:spPr>
            <a:xfrm>
              <a:off x="4044862" y="4415603"/>
              <a:ext cx="10979" cy="134576"/>
            </a:xfrm>
            <a:custGeom>
              <a:rect b="b" l="l" r="r" t="t"/>
              <a:pathLst>
                <a:path extrusionOk="0" h="5136" w="419">
                  <a:moveTo>
                    <a:pt x="210" y="1"/>
                  </a:moveTo>
                  <a:cubicBezTo>
                    <a:pt x="105" y="1"/>
                    <a:pt x="1" y="69"/>
                    <a:pt x="1" y="206"/>
                  </a:cubicBezTo>
                  <a:lnTo>
                    <a:pt x="1" y="4929"/>
                  </a:lnTo>
                  <a:cubicBezTo>
                    <a:pt x="6" y="5045"/>
                    <a:pt x="97" y="5136"/>
                    <a:pt x="212" y="5136"/>
                  </a:cubicBezTo>
                  <a:cubicBezTo>
                    <a:pt x="322" y="5136"/>
                    <a:pt x="418" y="5040"/>
                    <a:pt x="418" y="4929"/>
                  </a:cubicBezTo>
                  <a:lnTo>
                    <a:pt x="418" y="206"/>
                  </a:lnTo>
                  <a:cubicBezTo>
                    <a:pt x="418" y="69"/>
                    <a:pt x="314"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3"/>
            <p:cNvSpPr/>
            <p:nvPr/>
          </p:nvSpPr>
          <p:spPr>
            <a:xfrm>
              <a:off x="4222357" y="4397313"/>
              <a:ext cx="40273" cy="30605"/>
            </a:xfrm>
            <a:custGeom>
              <a:rect b="b" l="l" r="r" t="t"/>
              <a:pathLst>
                <a:path extrusionOk="0" h="1168" w="1537">
                  <a:moveTo>
                    <a:pt x="926" y="0"/>
                  </a:moveTo>
                  <a:cubicBezTo>
                    <a:pt x="752" y="0"/>
                    <a:pt x="629" y="246"/>
                    <a:pt x="806" y="376"/>
                  </a:cubicBezTo>
                  <a:cubicBezTo>
                    <a:pt x="941" y="472"/>
                    <a:pt x="917" y="678"/>
                    <a:pt x="763" y="736"/>
                  </a:cubicBezTo>
                  <a:cubicBezTo>
                    <a:pt x="736" y="747"/>
                    <a:pt x="709" y="752"/>
                    <a:pt x="683" y="752"/>
                  </a:cubicBezTo>
                  <a:cubicBezTo>
                    <a:pt x="560" y="752"/>
                    <a:pt x="457" y="640"/>
                    <a:pt x="485" y="506"/>
                  </a:cubicBezTo>
                  <a:cubicBezTo>
                    <a:pt x="504" y="395"/>
                    <a:pt x="427" y="285"/>
                    <a:pt x="317" y="266"/>
                  </a:cubicBezTo>
                  <a:cubicBezTo>
                    <a:pt x="303" y="263"/>
                    <a:pt x="289" y="261"/>
                    <a:pt x="276" y="261"/>
                  </a:cubicBezTo>
                  <a:cubicBezTo>
                    <a:pt x="180" y="261"/>
                    <a:pt x="94" y="332"/>
                    <a:pt x="77" y="429"/>
                  </a:cubicBezTo>
                  <a:cubicBezTo>
                    <a:pt x="0" y="813"/>
                    <a:pt x="298" y="1168"/>
                    <a:pt x="686" y="1168"/>
                  </a:cubicBezTo>
                  <a:cubicBezTo>
                    <a:pt x="1286" y="1168"/>
                    <a:pt x="1536" y="390"/>
                    <a:pt x="1046" y="40"/>
                  </a:cubicBezTo>
                  <a:cubicBezTo>
                    <a:pt x="1006" y="12"/>
                    <a:pt x="965" y="0"/>
                    <a:pt x="9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3"/>
            <p:cNvSpPr/>
            <p:nvPr/>
          </p:nvSpPr>
          <p:spPr>
            <a:xfrm>
              <a:off x="4063623" y="4391313"/>
              <a:ext cx="183653" cy="183653"/>
            </a:xfrm>
            <a:custGeom>
              <a:rect b="b" l="l" r="r" t="t"/>
              <a:pathLst>
                <a:path extrusionOk="0" h="7009" w="7009">
                  <a:moveTo>
                    <a:pt x="3481" y="1"/>
                  </a:moveTo>
                  <a:cubicBezTo>
                    <a:pt x="2745" y="1"/>
                    <a:pt x="1993" y="235"/>
                    <a:pt x="1335" y="754"/>
                  </a:cubicBezTo>
                  <a:cubicBezTo>
                    <a:pt x="1161" y="889"/>
                    <a:pt x="1295" y="1127"/>
                    <a:pt x="1466" y="1127"/>
                  </a:cubicBezTo>
                  <a:cubicBezTo>
                    <a:pt x="1508" y="1127"/>
                    <a:pt x="1552" y="1113"/>
                    <a:pt x="1594" y="1080"/>
                  </a:cubicBezTo>
                  <a:cubicBezTo>
                    <a:pt x="2175" y="621"/>
                    <a:pt x="2838" y="414"/>
                    <a:pt x="3487" y="414"/>
                  </a:cubicBezTo>
                  <a:cubicBezTo>
                    <a:pt x="5084" y="414"/>
                    <a:pt x="6596" y="1668"/>
                    <a:pt x="6596" y="3504"/>
                  </a:cubicBezTo>
                  <a:cubicBezTo>
                    <a:pt x="6596" y="5208"/>
                    <a:pt x="5213" y="6591"/>
                    <a:pt x="3504" y="6591"/>
                  </a:cubicBezTo>
                  <a:cubicBezTo>
                    <a:pt x="1800" y="6591"/>
                    <a:pt x="418" y="5208"/>
                    <a:pt x="418" y="3504"/>
                  </a:cubicBezTo>
                  <a:cubicBezTo>
                    <a:pt x="413" y="2827"/>
                    <a:pt x="634" y="2165"/>
                    <a:pt x="1051" y="1627"/>
                  </a:cubicBezTo>
                  <a:cubicBezTo>
                    <a:pt x="1119" y="1541"/>
                    <a:pt x="1104" y="1411"/>
                    <a:pt x="1013" y="1339"/>
                  </a:cubicBezTo>
                  <a:cubicBezTo>
                    <a:pt x="975" y="1310"/>
                    <a:pt x="931" y="1296"/>
                    <a:pt x="888" y="1296"/>
                  </a:cubicBezTo>
                  <a:cubicBezTo>
                    <a:pt x="825" y="1296"/>
                    <a:pt x="764" y="1324"/>
                    <a:pt x="725" y="1378"/>
                  </a:cubicBezTo>
                  <a:cubicBezTo>
                    <a:pt x="255" y="1987"/>
                    <a:pt x="0" y="2736"/>
                    <a:pt x="5" y="3504"/>
                  </a:cubicBezTo>
                  <a:cubicBezTo>
                    <a:pt x="5" y="5439"/>
                    <a:pt x="1570" y="7008"/>
                    <a:pt x="3504" y="7008"/>
                  </a:cubicBezTo>
                  <a:cubicBezTo>
                    <a:pt x="5444" y="7008"/>
                    <a:pt x="7008" y="5439"/>
                    <a:pt x="7008" y="3504"/>
                  </a:cubicBezTo>
                  <a:cubicBezTo>
                    <a:pt x="7008" y="1419"/>
                    <a:pt x="5293" y="1"/>
                    <a:pt x="3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3"/>
            <p:cNvSpPr/>
            <p:nvPr/>
          </p:nvSpPr>
          <p:spPr>
            <a:xfrm>
              <a:off x="4092917" y="4425638"/>
              <a:ext cx="138768" cy="114977"/>
            </a:xfrm>
            <a:custGeom>
              <a:rect b="b" l="l" r="r" t="t"/>
              <a:pathLst>
                <a:path extrusionOk="0" h="4388" w="5296">
                  <a:moveTo>
                    <a:pt x="2391" y="1"/>
                  </a:moveTo>
                  <a:cubicBezTo>
                    <a:pt x="1033" y="1"/>
                    <a:pt x="1" y="1215"/>
                    <a:pt x="226" y="2554"/>
                  </a:cubicBezTo>
                  <a:cubicBezTo>
                    <a:pt x="245" y="2675"/>
                    <a:pt x="335" y="2729"/>
                    <a:pt x="425" y="2729"/>
                  </a:cubicBezTo>
                  <a:cubicBezTo>
                    <a:pt x="541" y="2729"/>
                    <a:pt x="658" y="2640"/>
                    <a:pt x="634" y="2487"/>
                  </a:cubicBezTo>
                  <a:cubicBezTo>
                    <a:pt x="438" y="1327"/>
                    <a:pt x="1370" y="412"/>
                    <a:pt x="2398" y="412"/>
                  </a:cubicBezTo>
                  <a:cubicBezTo>
                    <a:pt x="2807" y="412"/>
                    <a:pt x="3231" y="557"/>
                    <a:pt x="3606" y="889"/>
                  </a:cubicBezTo>
                  <a:cubicBezTo>
                    <a:pt x="4388" y="1618"/>
                    <a:pt x="4359" y="2866"/>
                    <a:pt x="3538" y="3558"/>
                  </a:cubicBezTo>
                  <a:cubicBezTo>
                    <a:pt x="3203" y="3842"/>
                    <a:pt x="2796" y="3978"/>
                    <a:pt x="2393" y="3978"/>
                  </a:cubicBezTo>
                  <a:cubicBezTo>
                    <a:pt x="1816" y="3978"/>
                    <a:pt x="1245" y="3698"/>
                    <a:pt x="903" y="3169"/>
                  </a:cubicBezTo>
                  <a:lnTo>
                    <a:pt x="903" y="3174"/>
                  </a:lnTo>
                  <a:cubicBezTo>
                    <a:pt x="858" y="3105"/>
                    <a:pt x="795" y="3077"/>
                    <a:pt x="734" y="3077"/>
                  </a:cubicBezTo>
                  <a:cubicBezTo>
                    <a:pt x="589" y="3077"/>
                    <a:pt x="449" y="3237"/>
                    <a:pt x="557" y="3399"/>
                  </a:cubicBezTo>
                  <a:cubicBezTo>
                    <a:pt x="985" y="4050"/>
                    <a:pt x="1686" y="4387"/>
                    <a:pt x="2392" y="4387"/>
                  </a:cubicBezTo>
                  <a:cubicBezTo>
                    <a:pt x="2977" y="4387"/>
                    <a:pt x="3565" y="4156"/>
                    <a:pt x="4004" y="3682"/>
                  </a:cubicBezTo>
                  <a:cubicBezTo>
                    <a:pt x="5295" y="2286"/>
                    <a:pt x="4297" y="1"/>
                    <a:pt x="23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3"/>
            <p:cNvSpPr/>
            <p:nvPr/>
          </p:nvSpPr>
          <p:spPr>
            <a:xfrm>
              <a:off x="4136177" y="4453072"/>
              <a:ext cx="55759" cy="43653"/>
            </a:xfrm>
            <a:custGeom>
              <a:rect b="b" l="l" r="r" t="t"/>
              <a:pathLst>
                <a:path extrusionOk="0" h="1666" w="2128">
                  <a:moveTo>
                    <a:pt x="975" y="0"/>
                  </a:moveTo>
                  <a:cubicBezTo>
                    <a:pt x="960" y="0"/>
                    <a:pt x="944" y="2"/>
                    <a:pt x="927" y="5"/>
                  </a:cubicBezTo>
                  <a:cubicBezTo>
                    <a:pt x="145" y="158"/>
                    <a:pt x="1" y="1219"/>
                    <a:pt x="716" y="1575"/>
                  </a:cubicBezTo>
                  <a:cubicBezTo>
                    <a:pt x="842" y="1637"/>
                    <a:pt x="970" y="1665"/>
                    <a:pt x="1092" y="1665"/>
                  </a:cubicBezTo>
                  <a:cubicBezTo>
                    <a:pt x="1664" y="1665"/>
                    <a:pt x="2128" y="1050"/>
                    <a:pt x="1839" y="461"/>
                  </a:cubicBezTo>
                  <a:cubicBezTo>
                    <a:pt x="1800" y="370"/>
                    <a:pt x="1728" y="333"/>
                    <a:pt x="1657" y="333"/>
                  </a:cubicBezTo>
                  <a:cubicBezTo>
                    <a:pt x="1519" y="333"/>
                    <a:pt x="1381" y="471"/>
                    <a:pt x="1470" y="638"/>
                  </a:cubicBezTo>
                  <a:cubicBezTo>
                    <a:pt x="1612" y="935"/>
                    <a:pt x="1380" y="1241"/>
                    <a:pt x="1093" y="1241"/>
                  </a:cubicBezTo>
                  <a:cubicBezTo>
                    <a:pt x="1031" y="1241"/>
                    <a:pt x="967" y="1227"/>
                    <a:pt x="903" y="1195"/>
                  </a:cubicBezTo>
                  <a:cubicBezTo>
                    <a:pt x="548" y="1018"/>
                    <a:pt x="615" y="490"/>
                    <a:pt x="1004" y="408"/>
                  </a:cubicBezTo>
                  <a:cubicBezTo>
                    <a:pt x="1261" y="359"/>
                    <a:pt x="1205"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6" name="Google Shape;14626;p83"/>
          <p:cNvGrpSpPr/>
          <p:nvPr/>
        </p:nvGrpSpPr>
        <p:grpSpPr>
          <a:xfrm>
            <a:off x="3430072" y="4291874"/>
            <a:ext cx="368931" cy="331488"/>
            <a:chOff x="3430072" y="4291874"/>
            <a:chExt cx="368931" cy="331488"/>
          </a:xfrm>
        </p:grpSpPr>
        <p:sp>
          <p:nvSpPr>
            <p:cNvPr id="14627" name="Google Shape;14627;p83"/>
            <p:cNvSpPr/>
            <p:nvPr/>
          </p:nvSpPr>
          <p:spPr>
            <a:xfrm>
              <a:off x="3435968" y="4367652"/>
              <a:ext cx="356878" cy="179802"/>
            </a:xfrm>
            <a:custGeom>
              <a:rect b="b" l="l" r="r" t="t"/>
              <a:pathLst>
                <a:path extrusionOk="0" h="6862" w="13620">
                  <a:moveTo>
                    <a:pt x="6511" y="0"/>
                  </a:moveTo>
                  <a:cubicBezTo>
                    <a:pt x="3146" y="0"/>
                    <a:pt x="853" y="2254"/>
                    <a:pt x="140" y="3058"/>
                  </a:cubicBezTo>
                  <a:cubicBezTo>
                    <a:pt x="1" y="3212"/>
                    <a:pt x="10" y="3447"/>
                    <a:pt x="154" y="3596"/>
                  </a:cubicBezTo>
                  <a:cubicBezTo>
                    <a:pt x="2548" y="6038"/>
                    <a:pt x="4824" y="6862"/>
                    <a:pt x="6802" y="6862"/>
                  </a:cubicBezTo>
                  <a:cubicBezTo>
                    <a:pt x="7005" y="6862"/>
                    <a:pt x="7206" y="6853"/>
                    <a:pt x="7403" y="6836"/>
                  </a:cubicBezTo>
                  <a:cubicBezTo>
                    <a:pt x="10461" y="6587"/>
                    <a:pt x="12721" y="4441"/>
                    <a:pt x="13466" y="3639"/>
                  </a:cubicBezTo>
                  <a:cubicBezTo>
                    <a:pt x="13619" y="3476"/>
                    <a:pt x="13605" y="3222"/>
                    <a:pt x="13442" y="3078"/>
                  </a:cubicBezTo>
                  <a:cubicBezTo>
                    <a:pt x="11291" y="1186"/>
                    <a:pt x="9323" y="322"/>
                    <a:pt x="7595" y="78"/>
                  </a:cubicBezTo>
                  <a:cubicBezTo>
                    <a:pt x="7222" y="25"/>
                    <a:pt x="6861" y="0"/>
                    <a:pt x="651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3"/>
            <p:cNvSpPr/>
            <p:nvPr/>
          </p:nvSpPr>
          <p:spPr>
            <a:xfrm>
              <a:off x="3479490" y="4369670"/>
              <a:ext cx="313356" cy="177129"/>
            </a:xfrm>
            <a:custGeom>
              <a:rect b="b" l="l" r="r" t="t"/>
              <a:pathLst>
                <a:path extrusionOk="0" h="6760" w="11959">
                  <a:moveTo>
                    <a:pt x="5934" y="1"/>
                  </a:moveTo>
                  <a:cubicBezTo>
                    <a:pt x="2881" y="236"/>
                    <a:pt x="807" y="2276"/>
                    <a:pt x="135" y="3034"/>
                  </a:cubicBezTo>
                  <a:cubicBezTo>
                    <a:pt x="1" y="3188"/>
                    <a:pt x="5" y="3428"/>
                    <a:pt x="149" y="3577"/>
                  </a:cubicBezTo>
                  <a:cubicBezTo>
                    <a:pt x="2127" y="5593"/>
                    <a:pt x="4023" y="6505"/>
                    <a:pt x="5742" y="6759"/>
                  </a:cubicBezTo>
                  <a:cubicBezTo>
                    <a:pt x="8800" y="6510"/>
                    <a:pt x="11060" y="4364"/>
                    <a:pt x="11805" y="3562"/>
                  </a:cubicBezTo>
                  <a:cubicBezTo>
                    <a:pt x="11958" y="3399"/>
                    <a:pt x="11944" y="3145"/>
                    <a:pt x="11781" y="2996"/>
                  </a:cubicBezTo>
                  <a:cubicBezTo>
                    <a:pt x="9630" y="1105"/>
                    <a:pt x="7662" y="245"/>
                    <a:pt x="5934"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3"/>
            <p:cNvSpPr/>
            <p:nvPr/>
          </p:nvSpPr>
          <p:spPr>
            <a:xfrm>
              <a:off x="3510173" y="4369512"/>
              <a:ext cx="201026" cy="176395"/>
            </a:xfrm>
            <a:custGeom>
              <a:rect b="b" l="l" r="r" t="t"/>
              <a:pathLst>
                <a:path extrusionOk="0" h="6732" w="7672">
                  <a:moveTo>
                    <a:pt x="3977" y="1"/>
                  </a:moveTo>
                  <a:cubicBezTo>
                    <a:pt x="3687" y="1"/>
                    <a:pt x="3393" y="39"/>
                    <a:pt x="3102" y="117"/>
                  </a:cubicBezTo>
                  <a:cubicBezTo>
                    <a:pt x="2992" y="146"/>
                    <a:pt x="2886" y="179"/>
                    <a:pt x="2780" y="223"/>
                  </a:cubicBezTo>
                  <a:cubicBezTo>
                    <a:pt x="807" y="971"/>
                    <a:pt x="1" y="3333"/>
                    <a:pt x="1110" y="5133"/>
                  </a:cubicBezTo>
                  <a:cubicBezTo>
                    <a:pt x="1755" y="6177"/>
                    <a:pt x="2861" y="6731"/>
                    <a:pt x="3980" y="6731"/>
                  </a:cubicBezTo>
                  <a:cubicBezTo>
                    <a:pt x="4784" y="6731"/>
                    <a:pt x="5595" y="6445"/>
                    <a:pt x="6246" y="5848"/>
                  </a:cubicBezTo>
                  <a:lnTo>
                    <a:pt x="6251" y="5848"/>
                  </a:lnTo>
                  <a:cubicBezTo>
                    <a:pt x="7393" y="4802"/>
                    <a:pt x="7672" y="3107"/>
                    <a:pt x="6928" y="1749"/>
                  </a:cubicBezTo>
                  <a:cubicBezTo>
                    <a:pt x="6324" y="651"/>
                    <a:pt x="5182" y="1"/>
                    <a:pt x="397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3"/>
            <p:cNvSpPr/>
            <p:nvPr/>
          </p:nvSpPr>
          <p:spPr>
            <a:xfrm>
              <a:off x="3545652" y="4369512"/>
              <a:ext cx="165547" cy="159049"/>
            </a:xfrm>
            <a:custGeom>
              <a:rect b="b" l="l" r="r" t="t"/>
              <a:pathLst>
                <a:path extrusionOk="0" h="6070" w="6318">
                  <a:moveTo>
                    <a:pt x="2623" y="1"/>
                  </a:moveTo>
                  <a:cubicBezTo>
                    <a:pt x="2333" y="1"/>
                    <a:pt x="2039" y="39"/>
                    <a:pt x="1748" y="117"/>
                  </a:cubicBezTo>
                  <a:cubicBezTo>
                    <a:pt x="1638" y="146"/>
                    <a:pt x="1532" y="179"/>
                    <a:pt x="1426" y="223"/>
                  </a:cubicBezTo>
                  <a:cubicBezTo>
                    <a:pt x="284" y="1269"/>
                    <a:pt x="1" y="2963"/>
                    <a:pt x="749" y="4322"/>
                  </a:cubicBezTo>
                  <a:cubicBezTo>
                    <a:pt x="1349" y="5417"/>
                    <a:pt x="2493" y="6070"/>
                    <a:pt x="3698" y="6070"/>
                  </a:cubicBezTo>
                  <a:cubicBezTo>
                    <a:pt x="3988" y="6070"/>
                    <a:pt x="4281" y="6032"/>
                    <a:pt x="4570" y="5954"/>
                  </a:cubicBezTo>
                  <a:cubicBezTo>
                    <a:pt x="4681" y="5925"/>
                    <a:pt x="4786" y="5887"/>
                    <a:pt x="4892" y="5848"/>
                  </a:cubicBezTo>
                  <a:cubicBezTo>
                    <a:pt x="6039" y="4802"/>
                    <a:pt x="6318" y="3107"/>
                    <a:pt x="5574" y="1749"/>
                  </a:cubicBezTo>
                  <a:cubicBezTo>
                    <a:pt x="4970" y="651"/>
                    <a:pt x="3828" y="1"/>
                    <a:pt x="2623"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3"/>
            <p:cNvSpPr/>
            <p:nvPr/>
          </p:nvSpPr>
          <p:spPr>
            <a:xfrm>
              <a:off x="3582518" y="4429228"/>
              <a:ext cx="62519" cy="56597"/>
            </a:xfrm>
            <a:custGeom>
              <a:rect b="b" l="l" r="r" t="t"/>
              <a:pathLst>
                <a:path extrusionOk="0" h="2160" w="2386">
                  <a:moveTo>
                    <a:pt x="1218" y="0"/>
                  </a:moveTo>
                  <a:cubicBezTo>
                    <a:pt x="806" y="0"/>
                    <a:pt x="416" y="235"/>
                    <a:pt x="235" y="627"/>
                  </a:cubicBezTo>
                  <a:cubicBezTo>
                    <a:pt x="0" y="1126"/>
                    <a:pt x="182" y="1721"/>
                    <a:pt x="653" y="2005"/>
                  </a:cubicBezTo>
                  <a:cubicBezTo>
                    <a:pt x="828" y="2109"/>
                    <a:pt x="1021" y="2159"/>
                    <a:pt x="1213" y="2159"/>
                  </a:cubicBezTo>
                  <a:cubicBezTo>
                    <a:pt x="1540" y="2159"/>
                    <a:pt x="1862" y="2012"/>
                    <a:pt x="2074" y="1736"/>
                  </a:cubicBezTo>
                  <a:cubicBezTo>
                    <a:pt x="2165" y="1611"/>
                    <a:pt x="2232" y="1467"/>
                    <a:pt x="2266" y="1313"/>
                  </a:cubicBezTo>
                  <a:cubicBezTo>
                    <a:pt x="2386" y="776"/>
                    <a:pt x="2079" y="233"/>
                    <a:pt x="1560" y="56"/>
                  </a:cubicBezTo>
                  <a:cubicBezTo>
                    <a:pt x="1447" y="18"/>
                    <a:pt x="1332" y="0"/>
                    <a:pt x="1218"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3"/>
            <p:cNvSpPr/>
            <p:nvPr/>
          </p:nvSpPr>
          <p:spPr>
            <a:xfrm>
              <a:off x="3636600" y="4397968"/>
              <a:ext cx="31705" cy="31862"/>
            </a:xfrm>
            <a:custGeom>
              <a:rect b="b" l="l" r="r" t="t"/>
              <a:pathLst>
                <a:path extrusionOk="0" h="1216" w="1210">
                  <a:moveTo>
                    <a:pt x="605" y="1"/>
                  </a:moveTo>
                  <a:cubicBezTo>
                    <a:pt x="269" y="1"/>
                    <a:pt x="0" y="274"/>
                    <a:pt x="0" y="610"/>
                  </a:cubicBezTo>
                  <a:cubicBezTo>
                    <a:pt x="0" y="941"/>
                    <a:pt x="269" y="1215"/>
                    <a:pt x="605" y="1215"/>
                  </a:cubicBezTo>
                  <a:cubicBezTo>
                    <a:pt x="941" y="1215"/>
                    <a:pt x="1210" y="941"/>
                    <a:pt x="1210" y="610"/>
                  </a:cubicBezTo>
                  <a:cubicBezTo>
                    <a:pt x="1210" y="274"/>
                    <a:pt x="941" y="1"/>
                    <a:pt x="60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3"/>
            <p:cNvSpPr/>
            <p:nvPr/>
          </p:nvSpPr>
          <p:spPr>
            <a:xfrm>
              <a:off x="3430072" y="4362097"/>
              <a:ext cx="368931" cy="190649"/>
            </a:xfrm>
            <a:custGeom>
              <a:rect b="b" l="l" r="r" t="t"/>
              <a:pathLst>
                <a:path extrusionOk="0" h="7276" w="14080">
                  <a:moveTo>
                    <a:pt x="6723" y="1"/>
                  </a:moveTo>
                  <a:cubicBezTo>
                    <a:pt x="5287" y="1"/>
                    <a:pt x="3849" y="400"/>
                    <a:pt x="2448" y="1259"/>
                  </a:cubicBezTo>
                  <a:cubicBezTo>
                    <a:pt x="1618" y="1768"/>
                    <a:pt x="864" y="2397"/>
                    <a:pt x="211" y="3126"/>
                  </a:cubicBezTo>
                  <a:cubicBezTo>
                    <a:pt x="0" y="3362"/>
                    <a:pt x="10" y="3722"/>
                    <a:pt x="231" y="3947"/>
                  </a:cubicBezTo>
                  <a:cubicBezTo>
                    <a:pt x="1339" y="5075"/>
                    <a:pt x="2487" y="5930"/>
                    <a:pt x="3653" y="6482"/>
                  </a:cubicBezTo>
                  <a:cubicBezTo>
                    <a:pt x="3687" y="6498"/>
                    <a:pt x="3719" y="6505"/>
                    <a:pt x="3750" y="6505"/>
                  </a:cubicBezTo>
                  <a:cubicBezTo>
                    <a:pt x="3943" y="6505"/>
                    <a:pt x="4047" y="6211"/>
                    <a:pt x="3831" y="6107"/>
                  </a:cubicBezTo>
                  <a:cubicBezTo>
                    <a:pt x="2712" y="5575"/>
                    <a:pt x="1603" y="4749"/>
                    <a:pt x="533" y="3659"/>
                  </a:cubicBezTo>
                  <a:cubicBezTo>
                    <a:pt x="461" y="3587"/>
                    <a:pt x="461" y="3472"/>
                    <a:pt x="528" y="3400"/>
                  </a:cubicBezTo>
                  <a:cubicBezTo>
                    <a:pt x="1042" y="2814"/>
                    <a:pt x="2717" y="1130"/>
                    <a:pt x="5184" y="587"/>
                  </a:cubicBezTo>
                  <a:lnTo>
                    <a:pt x="5184" y="587"/>
                  </a:lnTo>
                  <a:cubicBezTo>
                    <a:pt x="4704" y="875"/>
                    <a:pt x="4301" y="1274"/>
                    <a:pt x="4008" y="1749"/>
                  </a:cubicBezTo>
                  <a:cubicBezTo>
                    <a:pt x="3905" y="1909"/>
                    <a:pt x="4046" y="2065"/>
                    <a:pt x="4190" y="2065"/>
                  </a:cubicBezTo>
                  <a:cubicBezTo>
                    <a:pt x="4252" y="2065"/>
                    <a:pt x="4315" y="2036"/>
                    <a:pt x="4359" y="1965"/>
                  </a:cubicBezTo>
                  <a:cubicBezTo>
                    <a:pt x="4955" y="1009"/>
                    <a:pt x="5983" y="480"/>
                    <a:pt x="7039" y="480"/>
                  </a:cubicBezTo>
                  <a:cubicBezTo>
                    <a:pt x="7548" y="480"/>
                    <a:pt x="8064" y="603"/>
                    <a:pt x="8540" y="861"/>
                  </a:cubicBezTo>
                  <a:cubicBezTo>
                    <a:pt x="10009" y="1658"/>
                    <a:pt x="10599" y="3458"/>
                    <a:pt x="9898" y="4970"/>
                  </a:cubicBezTo>
                  <a:cubicBezTo>
                    <a:pt x="9364" y="6114"/>
                    <a:pt x="8228" y="6797"/>
                    <a:pt x="7035" y="6797"/>
                  </a:cubicBezTo>
                  <a:cubicBezTo>
                    <a:pt x="6652" y="6797"/>
                    <a:pt x="6262" y="6726"/>
                    <a:pt x="5885" y="6578"/>
                  </a:cubicBezTo>
                  <a:cubicBezTo>
                    <a:pt x="4330" y="5968"/>
                    <a:pt x="3519" y="4259"/>
                    <a:pt x="4032" y="2670"/>
                  </a:cubicBezTo>
                  <a:cubicBezTo>
                    <a:pt x="4086" y="2508"/>
                    <a:pt x="3955" y="2398"/>
                    <a:pt x="3828" y="2398"/>
                  </a:cubicBezTo>
                  <a:cubicBezTo>
                    <a:pt x="3748" y="2398"/>
                    <a:pt x="3670" y="2441"/>
                    <a:pt x="3639" y="2541"/>
                  </a:cubicBezTo>
                  <a:cubicBezTo>
                    <a:pt x="3159" y="4024"/>
                    <a:pt x="3696" y="5647"/>
                    <a:pt x="4968" y="6549"/>
                  </a:cubicBezTo>
                  <a:cubicBezTo>
                    <a:pt x="4839" y="6511"/>
                    <a:pt x="4709" y="6467"/>
                    <a:pt x="4580" y="6419"/>
                  </a:cubicBezTo>
                  <a:cubicBezTo>
                    <a:pt x="4551" y="6409"/>
                    <a:pt x="4524" y="6404"/>
                    <a:pt x="4498" y="6404"/>
                  </a:cubicBezTo>
                  <a:cubicBezTo>
                    <a:pt x="4290" y="6404"/>
                    <a:pt x="4205" y="6723"/>
                    <a:pt x="4436" y="6808"/>
                  </a:cubicBezTo>
                  <a:cubicBezTo>
                    <a:pt x="5312" y="7125"/>
                    <a:pt x="6184" y="7275"/>
                    <a:pt x="7042" y="7275"/>
                  </a:cubicBezTo>
                  <a:cubicBezTo>
                    <a:pt x="8565" y="7275"/>
                    <a:pt x="10046" y="6804"/>
                    <a:pt x="11439" y="5954"/>
                  </a:cubicBezTo>
                  <a:cubicBezTo>
                    <a:pt x="12327" y="5407"/>
                    <a:pt x="13138" y="4749"/>
                    <a:pt x="13849" y="3986"/>
                  </a:cubicBezTo>
                  <a:cubicBezTo>
                    <a:pt x="14079" y="3736"/>
                    <a:pt x="14055" y="3347"/>
                    <a:pt x="13801" y="3126"/>
                  </a:cubicBezTo>
                  <a:cubicBezTo>
                    <a:pt x="13374" y="2747"/>
                    <a:pt x="12927" y="2392"/>
                    <a:pt x="12466" y="2061"/>
                  </a:cubicBezTo>
                  <a:cubicBezTo>
                    <a:pt x="12424" y="2029"/>
                    <a:pt x="12381" y="2016"/>
                    <a:pt x="12340" y="2016"/>
                  </a:cubicBezTo>
                  <a:cubicBezTo>
                    <a:pt x="12164" y="2016"/>
                    <a:pt x="12035" y="2268"/>
                    <a:pt x="12226" y="2397"/>
                  </a:cubicBezTo>
                  <a:cubicBezTo>
                    <a:pt x="12678" y="2723"/>
                    <a:pt x="13110" y="3069"/>
                    <a:pt x="13527" y="3434"/>
                  </a:cubicBezTo>
                  <a:cubicBezTo>
                    <a:pt x="13609" y="3506"/>
                    <a:pt x="13614" y="3626"/>
                    <a:pt x="13542" y="3707"/>
                  </a:cubicBezTo>
                  <a:cubicBezTo>
                    <a:pt x="13004" y="4283"/>
                    <a:pt x="11362" y="5882"/>
                    <a:pt x="9097" y="6554"/>
                  </a:cubicBezTo>
                  <a:cubicBezTo>
                    <a:pt x="11041" y="5176"/>
                    <a:pt x="11118" y="2315"/>
                    <a:pt x="9250" y="837"/>
                  </a:cubicBezTo>
                  <a:lnTo>
                    <a:pt x="9250" y="837"/>
                  </a:lnTo>
                  <a:cubicBezTo>
                    <a:pt x="10057" y="1110"/>
                    <a:pt x="10830" y="1485"/>
                    <a:pt x="11550" y="1941"/>
                  </a:cubicBezTo>
                  <a:cubicBezTo>
                    <a:pt x="11590" y="1968"/>
                    <a:pt x="11631" y="1980"/>
                    <a:pt x="11669" y="1980"/>
                  </a:cubicBezTo>
                  <a:cubicBezTo>
                    <a:pt x="11850" y="1980"/>
                    <a:pt x="11973" y="1710"/>
                    <a:pt x="11770" y="1590"/>
                  </a:cubicBezTo>
                  <a:cubicBezTo>
                    <a:pt x="10135" y="565"/>
                    <a:pt x="8431" y="1"/>
                    <a:pt x="67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3"/>
            <p:cNvSpPr/>
            <p:nvPr/>
          </p:nvSpPr>
          <p:spPr>
            <a:xfrm>
              <a:off x="3574343" y="4423752"/>
              <a:ext cx="83403" cy="67288"/>
            </a:xfrm>
            <a:custGeom>
              <a:rect b="b" l="l" r="r" t="t"/>
              <a:pathLst>
                <a:path extrusionOk="0" h="2568" w="3183">
                  <a:moveTo>
                    <a:pt x="1524" y="1"/>
                  </a:moveTo>
                  <a:cubicBezTo>
                    <a:pt x="621" y="1"/>
                    <a:pt x="1" y="910"/>
                    <a:pt x="331" y="1748"/>
                  </a:cubicBezTo>
                  <a:cubicBezTo>
                    <a:pt x="366" y="1843"/>
                    <a:pt x="441" y="1883"/>
                    <a:pt x="516" y="1883"/>
                  </a:cubicBezTo>
                  <a:cubicBezTo>
                    <a:pt x="647" y="1883"/>
                    <a:pt x="779" y="1763"/>
                    <a:pt x="715" y="1599"/>
                  </a:cubicBezTo>
                  <a:cubicBezTo>
                    <a:pt x="478" y="981"/>
                    <a:pt x="972" y="413"/>
                    <a:pt x="1532" y="413"/>
                  </a:cubicBezTo>
                  <a:cubicBezTo>
                    <a:pt x="1706" y="413"/>
                    <a:pt x="1888" y="469"/>
                    <a:pt x="2055" y="596"/>
                  </a:cubicBezTo>
                  <a:cubicBezTo>
                    <a:pt x="2712" y="1095"/>
                    <a:pt x="2357" y="2156"/>
                    <a:pt x="1527" y="2156"/>
                  </a:cubicBezTo>
                  <a:cubicBezTo>
                    <a:pt x="1402" y="2156"/>
                    <a:pt x="1277" y="2127"/>
                    <a:pt x="1162" y="2074"/>
                  </a:cubicBezTo>
                  <a:cubicBezTo>
                    <a:pt x="1129" y="2059"/>
                    <a:pt x="1098" y="2053"/>
                    <a:pt x="1069" y="2053"/>
                  </a:cubicBezTo>
                  <a:cubicBezTo>
                    <a:pt x="874" y="2053"/>
                    <a:pt x="772" y="2349"/>
                    <a:pt x="989" y="2449"/>
                  </a:cubicBezTo>
                  <a:cubicBezTo>
                    <a:pt x="1162" y="2529"/>
                    <a:pt x="1346" y="2568"/>
                    <a:pt x="1527" y="2568"/>
                  </a:cubicBezTo>
                  <a:cubicBezTo>
                    <a:pt x="1918" y="2568"/>
                    <a:pt x="2300" y="2388"/>
                    <a:pt x="2549" y="2060"/>
                  </a:cubicBezTo>
                  <a:cubicBezTo>
                    <a:pt x="3183" y="1229"/>
                    <a:pt x="2602" y="1"/>
                    <a:pt x="1531" y="1"/>
                  </a:cubicBezTo>
                  <a:cubicBezTo>
                    <a:pt x="1529" y="1"/>
                    <a:pt x="1527" y="1"/>
                    <a:pt x="15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3"/>
            <p:cNvSpPr/>
            <p:nvPr/>
          </p:nvSpPr>
          <p:spPr>
            <a:xfrm>
              <a:off x="3624993" y="4392413"/>
              <a:ext cx="50623" cy="42631"/>
            </a:xfrm>
            <a:custGeom>
              <a:rect b="b" l="l" r="r" t="t"/>
              <a:pathLst>
                <a:path extrusionOk="0" h="1627" w="1932">
                  <a:moveTo>
                    <a:pt x="1048" y="414"/>
                  </a:moveTo>
                  <a:cubicBezTo>
                    <a:pt x="1174" y="414"/>
                    <a:pt x="1300" y="472"/>
                    <a:pt x="1379" y="592"/>
                  </a:cubicBezTo>
                  <a:cubicBezTo>
                    <a:pt x="1538" y="827"/>
                    <a:pt x="1408" y="1149"/>
                    <a:pt x="1130" y="1206"/>
                  </a:cubicBezTo>
                  <a:cubicBezTo>
                    <a:pt x="1102" y="1211"/>
                    <a:pt x="1075" y="1214"/>
                    <a:pt x="1049" y="1214"/>
                  </a:cubicBezTo>
                  <a:cubicBezTo>
                    <a:pt x="741" y="1214"/>
                    <a:pt x="535" y="867"/>
                    <a:pt x="717" y="597"/>
                  </a:cubicBezTo>
                  <a:lnTo>
                    <a:pt x="717" y="592"/>
                  </a:lnTo>
                  <a:cubicBezTo>
                    <a:pt x="794" y="474"/>
                    <a:pt x="921" y="414"/>
                    <a:pt x="1048" y="414"/>
                  </a:cubicBezTo>
                  <a:close/>
                  <a:moveTo>
                    <a:pt x="1041" y="0"/>
                  </a:moveTo>
                  <a:cubicBezTo>
                    <a:pt x="789" y="0"/>
                    <a:pt x="535" y="116"/>
                    <a:pt x="371" y="366"/>
                  </a:cubicBezTo>
                  <a:cubicBezTo>
                    <a:pt x="1" y="922"/>
                    <a:pt x="420" y="1627"/>
                    <a:pt x="1041" y="1627"/>
                  </a:cubicBezTo>
                  <a:cubicBezTo>
                    <a:pt x="1096" y="1627"/>
                    <a:pt x="1153" y="1621"/>
                    <a:pt x="1211" y="1609"/>
                  </a:cubicBezTo>
                  <a:cubicBezTo>
                    <a:pt x="1648" y="1518"/>
                    <a:pt x="1931" y="1091"/>
                    <a:pt x="1845" y="649"/>
                  </a:cubicBezTo>
                  <a:cubicBezTo>
                    <a:pt x="1760" y="237"/>
                    <a:pt x="1402" y="0"/>
                    <a:pt x="10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3"/>
            <p:cNvSpPr/>
            <p:nvPr/>
          </p:nvSpPr>
          <p:spPr>
            <a:xfrm>
              <a:off x="3608931" y="4291874"/>
              <a:ext cx="10822" cy="46745"/>
            </a:xfrm>
            <a:custGeom>
              <a:rect b="b" l="l" r="r" t="t"/>
              <a:pathLst>
                <a:path extrusionOk="0" h="1784" w="413">
                  <a:moveTo>
                    <a:pt x="207" y="1"/>
                  </a:moveTo>
                  <a:cubicBezTo>
                    <a:pt x="103" y="1"/>
                    <a:pt x="0" y="70"/>
                    <a:pt x="0" y="209"/>
                  </a:cubicBezTo>
                  <a:lnTo>
                    <a:pt x="0" y="1573"/>
                  </a:lnTo>
                  <a:cubicBezTo>
                    <a:pt x="0" y="1688"/>
                    <a:pt x="91" y="1784"/>
                    <a:pt x="207" y="1784"/>
                  </a:cubicBezTo>
                  <a:cubicBezTo>
                    <a:pt x="322" y="1779"/>
                    <a:pt x="413" y="1688"/>
                    <a:pt x="413" y="1573"/>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3"/>
            <p:cNvSpPr/>
            <p:nvPr/>
          </p:nvSpPr>
          <p:spPr>
            <a:xfrm>
              <a:off x="3524899" y="4306207"/>
              <a:ext cx="25547" cy="44597"/>
            </a:xfrm>
            <a:custGeom>
              <a:rect b="b" l="l" r="r" t="t"/>
              <a:pathLst>
                <a:path extrusionOk="0" h="1702" w="975">
                  <a:moveTo>
                    <a:pt x="263" y="1"/>
                  </a:moveTo>
                  <a:cubicBezTo>
                    <a:pt x="134" y="1"/>
                    <a:pt x="1" y="118"/>
                    <a:pt x="58" y="282"/>
                  </a:cubicBezTo>
                  <a:lnTo>
                    <a:pt x="529" y="1563"/>
                  </a:lnTo>
                  <a:cubicBezTo>
                    <a:pt x="563" y="1660"/>
                    <a:pt x="639" y="1701"/>
                    <a:pt x="715" y="1701"/>
                  </a:cubicBezTo>
                  <a:cubicBezTo>
                    <a:pt x="844" y="1701"/>
                    <a:pt x="974" y="1586"/>
                    <a:pt x="917" y="1424"/>
                  </a:cubicBezTo>
                  <a:lnTo>
                    <a:pt x="447" y="138"/>
                  </a:lnTo>
                  <a:cubicBezTo>
                    <a:pt x="413" y="42"/>
                    <a:pt x="339"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3"/>
            <p:cNvSpPr/>
            <p:nvPr/>
          </p:nvSpPr>
          <p:spPr>
            <a:xfrm>
              <a:off x="3446737" y="4342236"/>
              <a:ext cx="38229" cy="38413"/>
            </a:xfrm>
            <a:custGeom>
              <a:rect b="b" l="l" r="r" t="t"/>
              <a:pathLst>
                <a:path extrusionOk="0" h="1466" w="1459">
                  <a:moveTo>
                    <a:pt x="294" y="0"/>
                  </a:moveTo>
                  <a:cubicBezTo>
                    <a:pt x="140" y="0"/>
                    <a:pt x="1" y="186"/>
                    <a:pt x="132" y="342"/>
                  </a:cubicBezTo>
                  <a:lnTo>
                    <a:pt x="1011" y="1388"/>
                  </a:lnTo>
                  <a:cubicBezTo>
                    <a:pt x="1057" y="1443"/>
                    <a:pt x="1112" y="1466"/>
                    <a:pt x="1166" y="1466"/>
                  </a:cubicBezTo>
                  <a:cubicBezTo>
                    <a:pt x="1319" y="1466"/>
                    <a:pt x="1459" y="1281"/>
                    <a:pt x="1327" y="1124"/>
                  </a:cubicBezTo>
                  <a:lnTo>
                    <a:pt x="449" y="78"/>
                  </a:lnTo>
                  <a:cubicBezTo>
                    <a:pt x="403" y="23"/>
                    <a:pt x="34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3"/>
            <p:cNvSpPr/>
            <p:nvPr/>
          </p:nvSpPr>
          <p:spPr>
            <a:xfrm>
              <a:off x="3743507" y="4345144"/>
              <a:ext cx="36710" cy="38439"/>
            </a:xfrm>
            <a:custGeom>
              <a:rect b="b" l="l" r="r" t="t"/>
              <a:pathLst>
                <a:path extrusionOk="0" h="1467" w="1401">
                  <a:moveTo>
                    <a:pt x="1105" y="0"/>
                  </a:moveTo>
                  <a:cubicBezTo>
                    <a:pt x="1051" y="0"/>
                    <a:pt x="997" y="23"/>
                    <a:pt x="951" y="77"/>
                  </a:cubicBezTo>
                  <a:lnTo>
                    <a:pt x="72" y="1124"/>
                  </a:lnTo>
                  <a:cubicBezTo>
                    <a:pt x="0" y="1215"/>
                    <a:pt x="10" y="1345"/>
                    <a:pt x="101" y="1417"/>
                  </a:cubicBezTo>
                  <a:cubicBezTo>
                    <a:pt x="139" y="1450"/>
                    <a:pt x="186" y="1467"/>
                    <a:pt x="233" y="1467"/>
                  </a:cubicBezTo>
                  <a:cubicBezTo>
                    <a:pt x="292" y="1467"/>
                    <a:pt x="351" y="1441"/>
                    <a:pt x="394" y="1393"/>
                  </a:cubicBezTo>
                  <a:lnTo>
                    <a:pt x="1272" y="346"/>
                  </a:lnTo>
                  <a:cubicBezTo>
                    <a:pt x="1401" y="189"/>
                    <a:pt x="1259" y="0"/>
                    <a:pt x="1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3"/>
            <p:cNvSpPr/>
            <p:nvPr/>
          </p:nvSpPr>
          <p:spPr>
            <a:xfrm>
              <a:off x="3678341" y="4306679"/>
              <a:ext cx="25390" cy="44518"/>
            </a:xfrm>
            <a:custGeom>
              <a:rect b="b" l="l" r="r" t="t"/>
              <a:pathLst>
                <a:path extrusionOk="0" h="1699" w="969">
                  <a:moveTo>
                    <a:pt x="709" y="1"/>
                  </a:moveTo>
                  <a:cubicBezTo>
                    <a:pt x="632" y="1"/>
                    <a:pt x="555" y="42"/>
                    <a:pt x="519" y="139"/>
                  </a:cubicBezTo>
                  <a:lnTo>
                    <a:pt x="54" y="1420"/>
                  </a:lnTo>
                  <a:cubicBezTo>
                    <a:pt x="1" y="1555"/>
                    <a:pt x="102" y="1699"/>
                    <a:pt x="246" y="1699"/>
                  </a:cubicBezTo>
                  <a:cubicBezTo>
                    <a:pt x="332" y="1699"/>
                    <a:pt x="414" y="1646"/>
                    <a:pt x="443" y="1564"/>
                  </a:cubicBezTo>
                  <a:lnTo>
                    <a:pt x="908" y="278"/>
                  </a:lnTo>
                  <a:cubicBezTo>
                    <a:pt x="968" y="116"/>
                    <a:pt x="838" y="1"/>
                    <a:pt x="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3"/>
            <p:cNvSpPr/>
            <p:nvPr/>
          </p:nvSpPr>
          <p:spPr>
            <a:xfrm>
              <a:off x="3607149" y="4576696"/>
              <a:ext cx="10848" cy="46667"/>
            </a:xfrm>
            <a:custGeom>
              <a:rect b="b" l="l" r="r" t="t"/>
              <a:pathLst>
                <a:path extrusionOk="0" h="1781" w="414">
                  <a:moveTo>
                    <a:pt x="207" y="1"/>
                  </a:moveTo>
                  <a:cubicBezTo>
                    <a:pt x="92" y="1"/>
                    <a:pt x="1" y="92"/>
                    <a:pt x="1" y="207"/>
                  </a:cubicBezTo>
                  <a:lnTo>
                    <a:pt x="1" y="1575"/>
                  </a:lnTo>
                  <a:cubicBezTo>
                    <a:pt x="1" y="1712"/>
                    <a:pt x="104" y="1780"/>
                    <a:pt x="207" y="1780"/>
                  </a:cubicBezTo>
                  <a:cubicBezTo>
                    <a:pt x="311" y="1780"/>
                    <a:pt x="414" y="1712"/>
                    <a:pt x="414" y="1575"/>
                  </a:cubicBezTo>
                  <a:lnTo>
                    <a:pt x="414" y="207"/>
                  </a:lnTo>
                  <a:cubicBezTo>
                    <a:pt x="414" y="92"/>
                    <a:pt x="323"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3"/>
            <p:cNvSpPr/>
            <p:nvPr/>
          </p:nvSpPr>
          <p:spPr>
            <a:xfrm>
              <a:off x="3676507" y="4564433"/>
              <a:ext cx="25574" cy="44597"/>
            </a:xfrm>
            <a:custGeom>
              <a:rect b="b" l="l" r="r" t="t"/>
              <a:pathLst>
                <a:path extrusionOk="0" h="1702" w="976">
                  <a:moveTo>
                    <a:pt x="262" y="1"/>
                  </a:moveTo>
                  <a:cubicBezTo>
                    <a:pt x="133" y="1"/>
                    <a:pt x="1" y="118"/>
                    <a:pt x="61" y="281"/>
                  </a:cubicBezTo>
                  <a:lnTo>
                    <a:pt x="527" y="1563"/>
                  </a:lnTo>
                  <a:cubicBezTo>
                    <a:pt x="563" y="1660"/>
                    <a:pt x="640" y="1701"/>
                    <a:pt x="717" y="1701"/>
                  </a:cubicBezTo>
                  <a:cubicBezTo>
                    <a:pt x="846" y="1701"/>
                    <a:pt x="976" y="1586"/>
                    <a:pt x="916" y="1424"/>
                  </a:cubicBezTo>
                  <a:lnTo>
                    <a:pt x="450" y="137"/>
                  </a:lnTo>
                  <a:cubicBezTo>
                    <a:pt x="415" y="41"/>
                    <a:pt x="339" y="1"/>
                    <a:pt x="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3"/>
            <p:cNvSpPr/>
            <p:nvPr/>
          </p:nvSpPr>
          <p:spPr>
            <a:xfrm>
              <a:off x="3742066" y="4534562"/>
              <a:ext cx="38256" cy="38518"/>
            </a:xfrm>
            <a:custGeom>
              <a:rect b="b" l="l" r="r" t="t"/>
              <a:pathLst>
                <a:path extrusionOk="0" h="1470" w="1460">
                  <a:moveTo>
                    <a:pt x="295" y="1"/>
                  </a:moveTo>
                  <a:cubicBezTo>
                    <a:pt x="141" y="1"/>
                    <a:pt x="0" y="189"/>
                    <a:pt x="132" y="346"/>
                  </a:cubicBezTo>
                  <a:lnTo>
                    <a:pt x="1011" y="1393"/>
                  </a:lnTo>
                  <a:cubicBezTo>
                    <a:pt x="1055" y="1447"/>
                    <a:pt x="1109" y="1470"/>
                    <a:pt x="1162" y="1470"/>
                  </a:cubicBezTo>
                  <a:cubicBezTo>
                    <a:pt x="1316" y="1470"/>
                    <a:pt x="1459" y="1281"/>
                    <a:pt x="1327" y="1124"/>
                  </a:cubicBezTo>
                  <a:lnTo>
                    <a:pt x="449" y="77"/>
                  </a:lnTo>
                  <a:cubicBezTo>
                    <a:pt x="403" y="23"/>
                    <a:pt x="349"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3"/>
            <p:cNvSpPr/>
            <p:nvPr/>
          </p:nvSpPr>
          <p:spPr>
            <a:xfrm>
              <a:off x="3446737" y="4531680"/>
              <a:ext cx="36683" cy="38413"/>
            </a:xfrm>
            <a:custGeom>
              <a:rect b="b" l="l" r="r" t="t"/>
              <a:pathLst>
                <a:path extrusionOk="0" h="1466" w="1400">
                  <a:moveTo>
                    <a:pt x="1169" y="1"/>
                  </a:moveTo>
                  <a:cubicBezTo>
                    <a:pt x="1109" y="1"/>
                    <a:pt x="1051" y="26"/>
                    <a:pt x="1011" y="77"/>
                  </a:cubicBezTo>
                  <a:lnTo>
                    <a:pt x="132" y="1123"/>
                  </a:lnTo>
                  <a:cubicBezTo>
                    <a:pt x="1" y="1280"/>
                    <a:pt x="140" y="1465"/>
                    <a:pt x="294" y="1465"/>
                  </a:cubicBezTo>
                  <a:cubicBezTo>
                    <a:pt x="347" y="1465"/>
                    <a:pt x="403" y="1442"/>
                    <a:pt x="449" y="1387"/>
                  </a:cubicBezTo>
                  <a:lnTo>
                    <a:pt x="1327" y="341"/>
                  </a:lnTo>
                  <a:cubicBezTo>
                    <a:pt x="1399" y="255"/>
                    <a:pt x="1390" y="125"/>
                    <a:pt x="1303" y="48"/>
                  </a:cubicBezTo>
                  <a:cubicBezTo>
                    <a:pt x="1263" y="16"/>
                    <a:pt x="1216" y="1"/>
                    <a:pt x="11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3"/>
            <p:cNvSpPr/>
            <p:nvPr/>
          </p:nvSpPr>
          <p:spPr>
            <a:xfrm>
              <a:off x="3523196" y="4564066"/>
              <a:ext cx="25128" cy="44544"/>
            </a:xfrm>
            <a:custGeom>
              <a:rect b="b" l="l" r="r" t="t"/>
              <a:pathLst>
                <a:path extrusionOk="0" h="1700" w="959">
                  <a:moveTo>
                    <a:pt x="725" y="0"/>
                  </a:moveTo>
                  <a:cubicBezTo>
                    <a:pt x="639" y="0"/>
                    <a:pt x="560" y="54"/>
                    <a:pt x="526" y="137"/>
                  </a:cubicBezTo>
                  <a:lnTo>
                    <a:pt x="61" y="1419"/>
                  </a:lnTo>
                  <a:cubicBezTo>
                    <a:pt x="0" y="1582"/>
                    <a:pt x="132" y="1699"/>
                    <a:pt x="262" y="1699"/>
                  </a:cubicBezTo>
                  <a:cubicBezTo>
                    <a:pt x="338" y="1699"/>
                    <a:pt x="414" y="1659"/>
                    <a:pt x="450" y="1563"/>
                  </a:cubicBezTo>
                  <a:lnTo>
                    <a:pt x="920" y="276"/>
                  </a:lnTo>
                  <a:cubicBezTo>
                    <a:pt x="958" y="171"/>
                    <a:pt x="901" y="51"/>
                    <a:pt x="795" y="12"/>
                  </a:cubicBezTo>
                  <a:cubicBezTo>
                    <a:pt x="772" y="4"/>
                    <a:pt x="748"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6" name="Google Shape;14646;p83"/>
          <p:cNvGrpSpPr/>
          <p:nvPr/>
        </p:nvGrpSpPr>
        <p:grpSpPr>
          <a:xfrm>
            <a:off x="3153479" y="2421881"/>
            <a:ext cx="225158" cy="364267"/>
            <a:chOff x="3153479" y="2421881"/>
            <a:chExt cx="225158" cy="364267"/>
          </a:xfrm>
        </p:grpSpPr>
        <p:sp>
          <p:nvSpPr>
            <p:cNvPr id="14647" name="Google Shape;14647;p83"/>
            <p:cNvSpPr/>
            <p:nvPr/>
          </p:nvSpPr>
          <p:spPr>
            <a:xfrm>
              <a:off x="3238008" y="2600608"/>
              <a:ext cx="56990" cy="180326"/>
            </a:xfrm>
            <a:custGeom>
              <a:rect b="b" l="l" r="r" t="t"/>
              <a:pathLst>
                <a:path extrusionOk="0" h="6882" w="2175">
                  <a:moveTo>
                    <a:pt x="1090" y="5218"/>
                  </a:moveTo>
                  <a:cubicBezTo>
                    <a:pt x="1170" y="5218"/>
                    <a:pt x="1252" y="5242"/>
                    <a:pt x="1330" y="5295"/>
                  </a:cubicBezTo>
                  <a:cubicBezTo>
                    <a:pt x="1685" y="5530"/>
                    <a:pt x="1517" y="6077"/>
                    <a:pt x="1090" y="6077"/>
                  </a:cubicBezTo>
                  <a:lnTo>
                    <a:pt x="1090" y="6082"/>
                  </a:lnTo>
                  <a:cubicBezTo>
                    <a:pt x="927" y="6077"/>
                    <a:pt x="778" y="5986"/>
                    <a:pt x="706" y="5837"/>
                  </a:cubicBezTo>
                  <a:cubicBezTo>
                    <a:pt x="701" y="5828"/>
                    <a:pt x="696" y="5818"/>
                    <a:pt x="691" y="5813"/>
                  </a:cubicBezTo>
                  <a:cubicBezTo>
                    <a:pt x="568" y="5507"/>
                    <a:pt x="811" y="5218"/>
                    <a:pt x="1090" y="5218"/>
                  </a:cubicBezTo>
                  <a:close/>
                  <a:moveTo>
                    <a:pt x="341" y="0"/>
                  </a:moveTo>
                  <a:cubicBezTo>
                    <a:pt x="159" y="0"/>
                    <a:pt x="10" y="149"/>
                    <a:pt x="10" y="336"/>
                  </a:cubicBezTo>
                  <a:lnTo>
                    <a:pt x="10" y="5789"/>
                  </a:lnTo>
                  <a:cubicBezTo>
                    <a:pt x="0" y="6327"/>
                    <a:pt x="394" y="6793"/>
                    <a:pt x="927" y="6869"/>
                  </a:cubicBezTo>
                  <a:cubicBezTo>
                    <a:pt x="981" y="6878"/>
                    <a:pt x="1036" y="6882"/>
                    <a:pt x="1090" y="6882"/>
                  </a:cubicBezTo>
                  <a:cubicBezTo>
                    <a:pt x="1561" y="6882"/>
                    <a:pt x="1989" y="6571"/>
                    <a:pt x="2127" y="6106"/>
                  </a:cubicBezTo>
                  <a:cubicBezTo>
                    <a:pt x="2155" y="6005"/>
                    <a:pt x="2175" y="5895"/>
                    <a:pt x="2175" y="5789"/>
                  </a:cubicBezTo>
                  <a:lnTo>
                    <a:pt x="2175" y="336"/>
                  </a:lnTo>
                  <a:cubicBezTo>
                    <a:pt x="2170" y="149"/>
                    <a:pt x="2026" y="5"/>
                    <a:pt x="184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83"/>
            <p:cNvSpPr/>
            <p:nvPr/>
          </p:nvSpPr>
          <p:spPr>
            <a:xfrm>
              <a:off x="3260778" y="2600608"/>
              <a:ext cx="34220" cy="160386"/>
            </a:xfrm>
            <a:custGeom>
              <a:rect b="b" l="l" r="r" t="t"/>
              <a:pathLst>
                <a:path extrusionOk="0" h="6121" w="1306">
                  <a:moveTo>
                    <a:pt x="0" y="0"/>
                  </a:moveTo>
                  <a:lnTo>
                    <a:pt x="0" y="5041"/>
                  </a:lnTo>
                  <a:cubicBezTo>
                    <a:pt x="0" y="5117"/>
                    <a:pt x="10" y="5194"/>
                    <a:pt x="24" y="5271"/>
                  </a:cubicBezTo>
                  <a:cubicBezTo>
                    <a:pt x="80" y="5241"/>
                    <a:pt x="140" y="5222"/>
                    <a:pt x="200" y="5222"/>
                  </a:cubicBezTo>
                  <a:cubicBezTo>
                    <a:pt x="207" y="5222"/>
                    <a:pt x="214" y="5223"/>
                    <a:pt x="221" y="5223"/>
                  </a:cubicBezTo>
                  <a:cubicBezTo>
                    <a:pt x="223" y="5223"/>
                    <a:pt x="225" y="5223"/>
                    <a:pt x="227" y="5223"/>
                  </a:cubicBezTo>
                  <a:cubicBezTo>
                    <a:pt x="612" y="5223"/>
                    <a:pt x="800" y="5695"/>
                    <a:pt x="518" y="5962"/>
                  </a:cubicBezTo>
                  <a:cubicBezTo>
                    <a:pt x="686" y="6068"/>
                    <a:pt x="883" y="6121"/>
                    <a:pt x="1085" y="6121"/>
                  </a:cubicBezTo>
                  <a:cubicBezTo>
                    <a:pt x="1142" y="6121"/>
                    <a:pt x="1200" y="6116"/>
                    <a:pt x="1258" y="6106"/>
                  </a:cubicBezTo>
                  <a:cubicBezTo>
                    <a:pt x="1291" y="6005"/>
                    <a:pt x="1306" y="5895"/>
                    <a:pt x="1306" y="5789"/>
                  </a:cubicBezTo>
                  <a:lnTo>
                    <a:pt x="1306" y="336"/>
                  </a:lnTo>
                  <a:cubicBezTo>
                    <a:pt x="1306" y="149"/>
                    <a:pt x="1157" y="0"/>
                    <a:pt x="974"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3"/>
            <p:cNvSpPr/>
            <p:nvPr/>
          </p:nvSpPr>
          <p:spPr>
            <a:xfrm>
              <a:off x="3197237" y="2543879"/>
              <a:ext cx="138637" cy="86180"/>
            </a:xfrm>
            <a:custGeom>
              <a:rect b="b" l="l" r="r" t="t"/>
              <a:pathLst>
                <a:path extrusionOk="0" h="3289" w="5291">
                  <a:moveTo>
                    <a:pt x="1" y="0"/>
                  </a:moveTo>
                  <a:lnTo>
                    <a:pt x="1" y="2127"/>
                  </a:lnTo>
                  <a:cubicBezTo>
                    <a:pt x="1" y="2770"/>
                    <a:pt x="524" y="3289"/>
                    <a:pt x="1167" y="3289"/>
                  </a:cubicBezTo>
                  <a:lnTo>
                    <a:pt x="4124" y="3289"/>
                  </a:lnTo>
                  <a:cubicBezTo>
                    <a:pt x="4768" y="3289"/>
                    <a:pt x="5291" y="2770"/>
                    <a:pt x="5291" y="2127"/>
                  </a:cubicBezTo>
                  <a:lnTo>
                    <a:pt x="529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3"/>
            <p:cNvSpPr/>
            <p:nvPr/>
          </p:nvSpPr>
          <p:spPr>
            <a:xfrm>
              <a:off x="3216234" y="2543879"/>
              <a:ext cx="119641" cy="67314"/>
            </a:xfrm>
            <a:custGeom>
              <a:rect b="b" l="l" r="r" t="t"/>
              <a:pathLst>
                <a:path extrusionOk="0" h="2569" w="4566">
                  <a:moveTo>
                    <a:pt x="1" y="0"/>
                  </a:moveTo>
                  <a:lnTo>
                    <a:pt x="1" y="1714"/>
                  </a:lnTo>
                  <a:cubicBezTo>
                    <a:pt x="1" y="2185"/>
                    <a:pt x="380" y="2569"/>
                    <a:pt x="850" y="2569"/>
                  </a:cubicBezTo>
                  <a:lnTo>
                    <a:pt x="4479" y="2569"/>
                  </a:lnTo>
                  <a:cubicBezTo>
                    <a:pt x="4537" y="2425"/>
                    <a:pt x="4566" y="2276"/>
                    <a:pt x="4566" y="2127"/>
                  </a:cubicBezTo>
                  <a:lnTo>
                    <a:pt x="4566"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3"/>
            <p:cNvSpPr/>
            <p:nvPr/>
          </p:nvSpPr>
          <p:spPr>
            <a:xfrm>
              <a:off x="3183166" y="2426021"/>
              <a:ext cx="166936" cy="115736"/>
            </a:xfrm>
            <a:custGeom>
              <a:rect b="b" l="l" r="r" t="t"/>
              <a:pathLst>
                <a:path extrusionOk="0" h="4417" w="6371">
                  <a:moveTo>
                    <a:pt x="514" y="1"/>
                  </a:moveTo>
                  <a:cubicBezTo>
                    <a:pt x="231" y="1"/>
                    <a:pt x="0" y="231"/>
                    <a:pt x="0" y="519"/>
                  </a:cubicBezTo>
                  <a:lnTo>
                    <a:pt x="0" y="4417"/>
                  </a:lnTo>
                  <a:lnTo>
                    <a:pt x="6370" y="4417"/>
                  </a:lnTo>
                  <a:lnTo>
                    <a:pt x="6370" y="519"/>
                  </a:lnTo>
                  <a:cubicBezTo>
                    <a:pt x="6370" y="231"/>
                    <a:pt x="6140" y="1"/>
                    <a:pt x="58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3"/>
            <p:cNvSpPr/>
            <p:nvPr/>
          </p:nvSpPr>
          <p:spPr>
            <a:xfrm>
              <a:off x="3202032" y="2426152"/>
              <a:ext cx="148070" cy="82905"/>
            </a:xfrm>
            <a:custGeom>
              <a:rect b="b" l="l" r="r" t="t"/>
              <a:pathLst>
                <a:path extrusionOk="0" h="3164" w="5651">
                  <a:moveTo>
                    <a:pt x="0" y="0"/>
                  </a:moveTo>
                  <a:lnTo>
                    <a:pt x="0" y="2487"/>
                  </a:lnTo>
                  <a:cubicBezTo>
                    <a:pt x="0" y="2861"/>
                    <a:pt x="303" y="3164"/>
                    <a:pt x="672" y="3164"/>
                  </a:cubicBezTo>
                  <a:lnTo>
                    <a:pt x="5650" y="3164"/>
                  </a:lnTo>
                  <a:lnTo>
                    <a:pt x="5650" y="514"/>
                  </a:lnTo>
                  <a:cubicBezTo>
                    <a:pt x="5645" y="226"/>
                    <a:pt x="5420" y="0"/>
                    <a:pt x="513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3"/>
            <p:cNvSpPr/>
            <p:nvPr/>
          </p:nvSpPr>
          <p:spPr>
            <a:xfrm>
              <a:off x="3153479" y="2525380"/>
              <a:ext cx="218372" cy="40404"/>
            </a:xfrm>
            <a:custGeom>
              <a:rect b="b" l="l" r="r" t="t"/>
              <a:pathLst>
                <a:path extrusionOk="0" h="1542" w="8334">
                  <a:moveTo>
                    <a:pt x="1071" y="1"/>
                  </a:moveTo>
                  <a:cubicBezTo>
                    <a:pt x="1032" y="1"/>
                    <a:pt x="994" y="1"/>
                    <a:pt x="956" y="10"/>
                  </a:cubicBezTo>
                  <a:cubicBezTo>
                    <a:pt x="927" y="10"/>
                    <a:pt x="903" y="15"/>
                    <a:pt x="879" y="25"/>
                  </a:cubicBezTo>
                  <a:cubicBezTo>
                    <a:pt x="831" y="34"/>
                    <a:pt x="783" y="54"/>
                    <a:pt x="735" y="78"/>
                  </a:cubicBezTo>
                  <a:cubicBezTo>
                    <a:pt x="0" y="433"/>
                    <a:pt x="250" y="1542"/>
                    <a:pt x="1071" y="1542"/>
                  </a:cubicBezTo>
                  <a:lnTo>
                    <a:pt x="7566" y="1542"/>
                  </a:lnTo>
                  <a:cubicBezTo>
                    <a:pt x="7954" y="1542"/>
                    <a:pt x="8281" y="1249"/>
                    <a:pt x="8329" y="860"/>
                  </a:cubicBezTo>
                  <a:cubicBezTo>
                    <a:pt x="8334" y="831"/>
                    <a:pt x="8334" y="798"/>
                    <a:pt x="8334" y="769"/>
                  </a:cubicBezTo>
                  <a:cubicBezTo>
                    <a:pt x="8334" y="754"/>
                    <a:pt x="8334" y="740"/>
                    <a:pt x="8334" y="726"/>
                  </a:cubicBezTo>
                  <a:cubicBezTo>
                    <a:pt x="8310" y="318"/>
                    <a:pt x="7974" y="1"/>
                    <a:pt x="756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3"/>
            <p:cNvSpPr/>
            <p:nvPr/>
          </p:nvSpPr>
          <p:spPr>
            <a:xfrm>
              <a:off x="3178502" y="2525380"/>
              <a:ext cx="193348" cy="19285"/>
            </a:xfrm>
            <a:custGeom>
              <a:rect b="b" l="l" r="r" t="t"/>
              <a:pathLst>
                <a:path extrusionOk="0" h="736" w="7379">
                  <a:moveTo>
                    <a:pt x="116" y="1"/>
                  </a:moveTo>
                  <a:cubicBezTo>
                    <a:pt x="77" y="1"/>
                    <a:pt x="39" y="6"/>
                    <a:pt x="1" y="10"/>
                  </a:cubicBezTo>
                  <a:cubicBezTo>
                    <a:pt x="20" y="418"/>
                    <a:pt x="361" y="735"/>
                    <a:pt x="769" y="735"/>
                  </a:cubicBezTo>
                  <a:lnTo>
                    <a:pt x="7263" y="735"/>
                  </a:lnTo>
                  <a:cubicBezTo>
                    <a:pt x="7302" y="735"/>
                    <a:pt x="7340" y="730"/>
                    <a:pt x="7379" y="726"/>
                  </a:cubicBezTo>
                  <a:cubicBezTo>
                    <a:pt x="7355" y="318"/>
                    <a:pt x="7019" y="1"/>
                    <a:pt x="6611"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3"/>
            <p:cNvSpPr/>
            <p:nvPr/>
          </p:nvSpPr>
          <p:spPr>
            <a:xfrm>
              <a:off x="3219247" y="2426152"/>
              <a:ext cx="106330" cy="82669"/>
            </a:xfrm>
            <a:custGeom>
              <a:rect b="b" l="l" r="r" t="t"/>
              <a:pathLst>
                <a:path extrusionOk="0" h="3155" w="4058">
                  <a:moveTo>
                    <a:pt x="1" y="0"/>
                  </a:moveTo>
                  <a:lnTo>
                    <a:pt x="1" y="1532"/>
                  </a:lnTo>
                  <a:cubicBezTo>
                    <a:pt x="1" y="1810"/>
                    <a:pt x="231" y="2041"/>
                    <a:pt x="510" y="2041"/>
                  </a:cubicBezTo>
                  <a:cubicBezTo>
                    <a:pt x="793" y="2041"/>
                    <a:pt x="1019" y="1810"/>
                    <a:pt x="1019" y="1532"/>
                  </a:cubicBezTo>
                  <a:lnTo>
                    <a:pt x="1019" y="576"/>
                  </a:lnTo>
                  <a:cubicBezTo>
                    <a:pt x="1043" y="836"/>
                    <a:pt x="1263" y="1037"/>
                    <a:pt x="1523" y="1037"/>
                  </a:cubicBezTo>
                  <a:cubicBezTo>
                    <a:pt x="1787" y="1037"/>
                    <a:pt x="2003" y="836"/>
                    <a:pt x="2027" y="576"/>
                  </a:cubicBezTo>
                  <a:lnTo>
                    <a:pt x="2027" y="2650"/>
                  </a:lnTo>
                  <a:cubicBezTo>
                    <a:pt x="2027" y="2929"/>
                    <a:pt x="2257" y="3154"/>
                    <a:pt x="2535" y="3154"/>
                  </a:cubicBezTo>
                  <a:cubicBezTo>
                    <a:pt x="2819" y="3154"/>
                    <a:pt x="3044" y="2929"/>
                    <a:pt x="3044" y="2650"/>
                  </a:cubicBezTo>
                  <a:lnTo>
                    <a:pt x="3044" y="1695"/>
                  </a:lnTo>
                  <a:cubicBezTo>
                    <a:pt x="3067" y="1955"/>
                    <a:pt x="3288" y="2152"/>
                    <a:pt x="3550" y="2152"/>
                  </a:cubicBezTo>
                  <a:cubicBezTo>
                    <a:pt x="3559" y="2152"/>
                    <a:pt x="3568" y="2151"/>
                    <a:pt x="3577" y="2151"/>
                  </a:cubicBezTo>
                  <a:cubicBezTo>
                    <a:pt x="3846" y="2137"/>
                    <a:pt x="4057" y="1911"/>
                    <a:pt x="4057" y="1642"/>
                  </a:cubicBezTo>
                  <a:lnTo>
                    <a:pt x="405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3"/>
            <p:cNvSpPr/>
            <p:nvPr/>
          </p:nvSpPr>
          <p:spPr>
            <a:xfrm>
              <a:off x="3219247" y="2426152"/>
              <a:ext cx="26700" cy="30578"/>
            </a:xfrm>
            <a:custGeom>
              <a:rect b="b" l="l" r="r" t="t"/>
              <a:pathLst>
                <a:path extrusionOk="0" h="1167" w="1019">
                  <a:moveTo>
                    <a:pt x="1" y="0"/>
                  </a:moveTo>
                  <a:lnTo>
                    <a:pt x="1" y="658"/>
                  </a:lnTo>
                  <a:cubicBezTo>
                    <a:pt x="1" y="941"/>
                    <a:pt x="231" y="1167"/>
                    <a:pt x="510" y="1167"/>
                  </a:cubicBezTo>
                  <a:cubicBezTo>
                    <a:pt x="793" y="1167"/>
                    <a:pt x="1019" y="941"/>
                    <a:pt x="1019" y="658"/>
                  </a:cubicBezTo>
                  <a:lnTo>
                    <a:pt x="101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3"/>
            <p:cNvSpPr/>
            <p:nvPr/>
          </p:nvSpPr>
          <p:spPr>
            <a:xfrm>
              <a:off x="3272333" y="2426152"/>
              <a:ext cx="53243" cy="59270"/>
            </a:xfrm>
            <a:custGeom>
              <a:rect b="b" l="l" r="r" t="t"/>
              <a:pathLst>
                <a:path extrusionOk="0" h="2262" w="2032">
                  <a:moveTo>
                    <a:pt x="1" y="0"/>
                  </a:moveTo>
                  <a:lnTo>
                    <a:pt x="1" y="1753"/>
                  </a:lnTo>
                  <a:cubicBezTo>
                    <a:pt x="1" y="2036"/>
                    <a:pt x="231" y="2261"/>
                    <a:pt x="509" y="2261"/>
                  </a:cubicBezTo>
                  <a:cubicBezTo>
                    <a:pt x="793" y="2261"/>
                    <a:pt x="1018" y="2036"/>
                    <a:pt x="1018" y="1753"/>
                  </a:cubicBezTo>
                  <a:lnTo>
                    <a:pt x="1018" y="792"/>
                  </a:lnTo>
                  <a:cubicBezTo>
                    <a:pt x="1041" y="1057"/>
                    <a:pt x="1262" y="1254"/>
                    <a:pt x="1524" y="1254"/>
                  </a:cubicBezTo>
                  <a:cubicBezTo>
                    <a:pt x="1533" y="1254"/>
                    <a:pt x="1542" y="1254"/>
                    <a:pt x="1551" y="1253"/>
                  </a:cubicBezTo>
                  <a:cubicBezTo>
                    <a:pt x="1820" y="1239"/>
                    <a:pt x="2031" y="1013"/>
                    <a:pt x="2031" y="744"/>
                  </a:cubicBezTo>
                  <a:lnTo>
                    <a:pt x="2031"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3"/>
            <p:cNvSpPr/>
            <p:nvPr/>
          </p:nvSpPr>
          <p:spPr>
            <a:xfrm>
              <a:off x="3155103" y="2421881"/>
              <a:ext cx="223534" cy="364267"/>
            </a:xfrm>
            <a:custGeom>
              <a:rect b="b" l="l" r="r" t="t"/>
              <a:pathLst>
                <a:path extrusionOk="0" h="13902" w="8531">
                  <a:moveTo>
                    <a:pt x="6294" y="413"/>
                  </a:moveTo>
                  <a:lnTo>
                    <a:pt x="6294" y="1848"/>
                  </a:lnTo>
                  <a:cubicBezTo>
                    <a:pt x="6291" y="2042"/>
                    <a:pt x="6143" y="2143"/>
                    <a:pt x="5995" y="2143"/>
                  </a:cubicBezTo>
                  <a:cubicBezTo>
                    <a:pt x="5860" y="2143"/>
                    <a:pt x="5724" y="2058"/>
                    <a:pt x="5699" y="1882"/>
                  </a:cubicBezTo>
                  <a:lnTo>
                    <a:pt x="5699" y="1037"/>
                  </a:lnTo>
                  <a:cubicBezTo>
                    <a:pt x="5699" y="898"/>
                    <a:pt x="5594" y="828"/>
                    <a:pt x="5490" y="828"/>
                  </a:cubicBezTo>
                  <a:cubicBezTo>
                    <a:pt x="5385" y="828"/>
                    <a:pt x="5281" y="898"/>
                    <a:pt x="5281" y="1037"/>
                  </a:cubicBezTo>
                  <a:lnTo>
                    <a:pt x="5281" y="2050"/>
                  </a:lnTo>
                  <a:lnTo>
                    <a:pt x="5281" y="2856"/>
                  </a:lnTo>
                  <a:cubicBezTo>
                    <a:pt x="5281" y="3020"/>
                    <a:pt x="5147" y="3154"/>
                    <a:pt x="4983" y="3154"/>
                  </a:cubicBezTo>
                  <a:cubicBezTo>
                    <a:pt x="4815" y="3154"/>
                    <a:pt x="4681" y="3020"/>
                    <a:pt x="4681" y="2856"/>
                  </a:cubicBezTo>
                  <a:lnTo>
                    <a:pt x="4681" y="783"/>
                  </a:lnTo>
                  <a:cubicBezTo>
                    <a:pt x="4681" y="672"/>
                    <a:pt x="4595" y="581"/>
                    <a:pt x="4484" y="576"/>
                  </a:cubicBezTo>
                  <a:lnTo>
                    <a:pt x="4475" y="576"/>
                  </a:lnTo>
                  <a:cubicBezTo>
                    <a:pt x="4364" y="576"/>
                    <a:pt x="4278" y="658"/>
                    <a:pt x="4268" y="763"/>
                  </a:cubicBezTo>
                  <a:cubicBezTo>
                    <a:pt x="4247" y="941"/>
                    <a:pt x="4107" y="1030"/>
                    <a:pt x="3968" y="1030"/>
                  </a:cubicBezTo>
                  <a:cubicBezTo>
                    <a:pt x="3829" y="1030"/>
                    <a:pt x="3690" y="941"/>
                    <a:pt x="3668" y="763"/>
                  </a:cubicBezTo>
                  <a:cubicBezTo>
                    <a:pt x="3657" y="639"/>
                    <a:pt x="3561" y="578"/>
                    <a:pt x="3464" y="578"/>
                  </a:cubicBezTo>
                  <a:cubicBezTo>
                    <a:pt x="3360" y="578"/>
                    <a:pt x="3255" y="648"/>
                    <a:pt x="3255" y="783"/>
                  </a:cubicBezTo>
                  <a:lnTo>
                    <a:pt x="3255" y="1738"/>
                  </a:lnTo>
                  <a:cubicBezTo>
                    <a:pt x="3255" y="1906"/>
                    <a:pt x="3121" y="2040"/>
                    <a:pt x="2953" y="2040"/>
                  </a:cubicBezTo>
                  <a:cubicBezTo>
                    <a:pt x="2790" y="2040"/>
                    <a:pt x="2655" y="1906"/>
                    <a:pt x="2655" y="1738"/>
                  </a:cubicBezTo>
                  <a:lnTo>
                    <a:pt x="2655" y="413"/>
                  </a:lnTo>
                  <a:close/>
                  <a:moveTo>
                    <a:pt x="6683" y="5741"/>
                  </a:moveTo>
                  <a:lnTo>
                    <a:pt x="6683" y="6821"/>
                  </a:lnTo>
                  <a:lnTo>
                    <a:pt x="6688" y="6821"/>
                  </a:lnTo>
                  <a:cubicBezTo>
                    <a:pt x="6688" y="7354"/>
                    <a:pt x="6260" y="7781"/>
                    <a:pt x="5728" y="7781"/>
                  </a:cubicBezTo>
                  <a:lnTo>
                    <a:pt x="2771" y="7781"/>
                  </a:lnTo>
                  <a:cubicBezTo>
                    <a:pt x="2243" y="7781"/>
                    <a:pt x="1810" y="7354"/>
                    <a:pt x="1810" y="6821"/>
                  </a:cubicBezTo>
                  <a:lnTo>
                    <a:pt x="1810" y="5741"/>
                  </a:lnTo>
                  <a:close/>
                  <a:moveTo>
                    <a:pt x="1585" y="0"/>
                  </a:moveTo>
                  <a:cubicBezTo>
                    <a:pt x="1186" y="0"/>
                    <a:pt x="865" y="322"/>
                    <a:pt x="865" y="720"/>
                  </a:cubicBezTo>
                  <a:lnTo>
                    <a:pt x="865" y="1479"/>
                  </a:lnTo>
                  <a:cubicBezTo>
                    <a:pt x="865" y="1618"/>
                    <a:pt x="969" y="1688"/>
                    <a:pt x="1074" y="1688"/>
                  </a:cubicBezTo>
                  <a:cubicBezTo>
                    <a:pt x="1178" y="1688"/>
                    <a:pt x="1282" y="1618"/>
                    <a:pt x="1282" y="1479"/>
                  </a:cubicBezTo>
                  <a:lnTo>
                    <a:pt x="1282" y="720"/>
                  </a:lnTo>
                  <a:cubicBezTo>
                    <a:pt x="1282" y="552"/>
                    <a:pt x="1417" y="413"/>
                    <a:pt x="1590" y="413"/>
                  </a:cubicBezTo>
                  <a:lnTo>
                    <a:pt x="2247" y="413"/>
                  </a:lnTo>
                  <a:lnTo>
                    <a:pt x="2247" y="1738"/>
                  </a:lnTo>
                  <a:cubicBezTo>
                    <a:pt x="2247" y="2136"/>
                    <a:pt x="2569" y="2453"/>
                    <a:pt x="2963" y="2453"/>
                  </a:cubicBezTo>
                  <a:cubicBezTo>
                    <a:pt x="3361" y="2453"/>
                    <a:pt x="3678" y="2136"/>
                    <a:pt x="3678" y="1738"/>
                  </a:cubicBezTo>
                  <a:lnTo>
                    <a:pt x="3678" y="1383"/>
                  </a:lnTo>
                  <a:cubicBezTo>
                    <a:pt x="3774" y="1426"/>
                    <a:pt x="3876" y="1448"/>
                    <a:pt x="3977" y="1448"/>
                  </a:cubicBezTo>
                  <a:cubicBezTo>
                    <a:pt x="4079" y="1448"/>
                    <a:pt x="4179" y="1426"/>
                    <a:pt x="4273" y="1383"/>
                  </a:cubicBezTo>
                  <a:lnTo>
                    <a:pt x="4273" y="2856"/>
                  </a:lnTo>
                  <a:cubicBezTo>
                    <a:pt x="4273" y="3250"/>
                    <a:pt x="4595" y="3572"/>
                    <a:pt x="4988" y="3572"/>
                  </a:cubicBezTo>
                  <a:cubicBezTo>
                    <a:pt x="5387" y="3572"/>
                    <a:pt x="5704" y="3250"/>
                    <a:pt x="5704" y="2856"/>
                  </a:cubicBezTo>
                  <a:lnTo>
                    <a:pt x="5704" y="2501"/>
                  </a:lnTo>
                  <a:cubicBezTo>
                    <a:pt x="5800" y="2544"/>
                    <a:pt x="5900" y="2564"/>
                    <a:pt x="5997" y="2564"/>
                  </a:cubicBezTo>
                  <a:cubicBezTo>
                    <a:pt x="6376" y="2564"/>
                    <a:pt x="6717" y="2261"/>
                    <a:pt x="6721" y="1848"/>
                  </a:cubicBezTo>
                  <a:lnTo>
                    <a:pt x="6721" y="413"/>
                  </a:lnTo>
                  <a:lnTo>
                    <a:pt x="6928" y="413"/>
                  </a:lnTo>
                  <a:cubicBezTo>
                    <a:pt x="7096" y="413"/>
                    <a:pt x="7230" y="552"/>
                    <a:pt x="7230" y="720"/>
                  </a:cubicBezTo>
                  <a:lnTo>
                    <a:pt x="7230" y="3788"/>
                  </a:lnTo>
                  <a:lnTo>
                    <a:pt x="5497" y="3788"/>
                  </a:lnTo>
                  <a:cubicBezTo>
                    <a:pt x="5219" y="3788"/>
                    <a:pt x="5219" y="4200"/>
                    <a:pt x="5497" y="4200"/>
                  </a:cubicBezTo>
                  <a:lnTo>
                    <a:pt x="7504" y="4200"/>
                  </a:lnTo>
                  <a:cubicBezTo>
                    <a:pt x="7509" y="4200"/>
                    <a:pt x="7515" y="4200"/>
                    <a:pt x="7521" y="4200"/>
                  </a:cubicBezTo>
                  <a:cubicBezTo>
                    <a:pt x="7830" y="4200"/>
                    <a:pt x="8084" y="4451"/>
                    <a:pt x="8084" y="4762"/>
                  </a:cubicBezTo>
                  <a:cubicBezTo>
                    <a:pt x="8084" y="5070"/>
                    <a:pt x="7834" y="5324"/>
                    <a:pt x="7529" y="5324"/>
                  </a:cubicBezTo>
                  <a:cubicBezTo>
                    <a:pt x="7520" y="5324"/>
                    <a:pt x="7512" y="5324"/>
                    <a:pt x="7504" y="5324"/>
                  </a:cubicBezTo>
                  <a:lnTo>
                    <a:pt x="1009" y="5324"/>
                  </a:lnTo>
                  <a:cubicBezTo>
                    <a:pt x="1000" y="5324"/>
                    <a:pt x="992" y="5324"/>
                    <a:pt x="984" y="5324"/>
                  </a:cubicBezTo>
                  <a:cubicBezTo>
                    <a:pt x="678" y="5324"/>
                    <a:pt x="428" y="5070"/>
                    <a:pt x="428" y="4762"/>
                  </a:cubicBezTo>
                  <a:cubicBezTo>
                    <a:pt x="428" y="4451"/>
                    <a:pt x="682" y="4200"/>
                    <a:pt x="992" y="4200"/>
                  </a:cubicBezTo>
                  <a:cubicBezTo>
                    <a:pt x="997" y="4200"/>
                    <a:pt x="1003" y="4200"/>
                    <a:pt x="1009" y="4200"/>
                  </a:cubicBezTo>
                  <a:lnTo>
                    <a:pt x="4667" y="4200"/>
                  </a:lnTo>
                  <a:cubicBezTo>
                    <a:pt x="4945" y="4200"/>
                    <a:pt x="4945" y="3788"/>
                    <a:pt x="4667" y="3788"/>
                  </a:cubicBezTo>
                  <a:lnTo>
                    <a:pt x="1282" y="3788"/>
                  </a:lnTo>
                  <a:lnTo>
                    <a:pt x="1282" y="2314"/>
                  </a:lnTo>
                  <a:cubicBezTo>
                    <a:pt x="1282" y="2175"/>
                    <a:pt x="1178" y="2105"/>
                    <a:pt x="1074" y="2105"/>
                  </a:cubicBezTo>
                  <a:cubicBezTo>
                    <a:pt x="969" y="2105"/>
                    <a:pt x="865" y="2175"/>
                    <a:pt x="865" y="2314"/>
                  </a:cubicBezTo>
                  <a:lnTo>
                    <a:pt x="865" y="3797"/>
                  </a:lnTo>
                  <a:cubicBezTo>
                    <a:pt x="361" y="3874"/>
                    <a:pt x="1" y="4325"/>
                    <a:pt x="34" y="4834"/>
                  </a:cubicBezTo>
                  <a:cubicBezTo>
                    <a:pt x="73" y="5343"/>
                    <a:pt x="500" y="5741"/>
                    <a:pt x="1009" y="5741"/>
                  </a:cubicBezTo>
                  <a:lnTo>
                    <a:pt x="1407" y="5741"/>
                  </a:lnTo>
                  <a:lnTo>
                    <a:pt x="1407" y="6821"/>
                  </a:lnTo>
                  <a:cubicBezTo>
                    <a:pt x="1407" y="7580"/>
                    <a:pt x="2022" y="8194"/>
                    <a:pt x="2780" y="8194"/>
                  </a:cubicBezTo>
                  <a:lnTo>
                    <a:pt x="2967" y="8194"/>
                  </a:lnTo>
                  <a:lnTo>
                    <a:pt x="2967" y="12649"/>
                  </a:lnTo>
                  <a:cubicBezTo>
                    <a:pt x="2987" y="13345"/>
                    <a:pt x="3558" y="13902"/>
                    <a:pt x="4254" y="13902"/>
                  </a:cubicBezTo>
                  <a:cubicBezTo>
                    <a:pt x="4955" y="13902"/>
                    <a:pt x="5526" y="13345"/>
                    <a:pt x="5545" y="12649"/>
                  </a:cubicBezTo>
                  <a:lnTo>
                    <a:pt x="5545" y="10902"/>
                  </a:lnTo>
                  <a:cubicBezTo>
                    <a:pt x="5545" y="10765"/>
                    <a:pt x="5441" y="10696"/>
                    <a:pt x="5336" y="10696"/>
                  </a:cubicBezTo>
                  <a:cubicBezTo>
                    <a:pt x="5232" y="10696"/>
                    <a:pt x="5127" y="10765"/>
                    <a:pt x="5127" y="10902"/>
                  </a:cubicBezTo>
                  <a:lnTo>
                    <a:pt x="5127" y="12649"/>
                  </a:lnTo>
                  <a:cubicBezTo>
                    <a:pt x="5127" y="13134"/>
                    <a:pt x="4739" y="13522"/>
                    <a:pt x="4254" y="13522"/>
                  </a:cubicBezTo>
                  <a:cubicBezTo>
                    <a:pt x="3774" y="13522"/>
                    <a:pt x="3380" y="13134"/>
                    <a:pt x="3380" y="12649"/>
                  </a:cubicBezTo>
                  <a:lnTo>
                    <a:pt x="3380" y="8199"/>
                  </a:lnTo>
                  <a:lnTo>
                    <a:pt x="5127" y="8199"/>
                  </a:lnTo>
                  <a:lnTo>
                    <a:pt x="5127" y="10076"/>
                  </a:lnTo>
                  <a:cubicBezTo>
                    <a:pt x="5127" y="10213"/>
                    <a:pt x="5232" y="10281"/>
                    <a:pt x="5336" y="10281"/>
                  </a:cubicBezTo>
                  <a:cubicBezTo>
                    <a:pt x="5441" y="10281"/>
                    <a:pt x="5545" y="10213"/>
                    <a:pt x="5545" y="10076"/>
                  </a:cubicBezTo>
                  <a:lnTo>
                    <a:pt x="5545" y="8199"/>
                  </a:lnTo>
                  <a:lnTo>
                    <a:pt x="5732" y="8199"/>
                  </a:lnTo>
                  <a:cubicBezTo>
                    <a:pt x="6491" y="8199"/>
                    <a:pt x="7105" y="7585"/>
                    <a:pt x="7105" y="6826"/>
                  </a:cubicBezTo>
                  <a:lnTo>
                    <a:pt x="7105" y="5746"/>
                  </a:lnTo>
                  <a:lnTo>
                    <a:pt x="7504" y="5746"/>
                  </a:lnTo>
                  <a:cubicBezTo>
                    <a:pt x="7507" y="5746"/>
                    <a:pt x="7510" y="5746"/>
                    <a:pt x="7513" y="5746"/>
                  </a:cubicBezTo>
                  <a:cubicBezTo>
                    <a:pt x="8027" y="5746"/>
                    <a:pt x="8454" y="5349"/>
                    <a:pt x="8492" y="4839"/>
                  </a:cubicBezTo>
                  <a:cubicBezTo>
                    <a:pt x="8531" y="4320"/>
                    <a:pt x="8161" y="3864"/>
                    <a:pt x="7648" y="3797"/>
                  </a:cubicBezTo>
                  <a:lnTo>
                    <a:pt x="7648" y="720"/>
                  </a:lnTo>
                  <a:cubicBezTo>
                    <a:pt x="7648" y="322"/>
                    <a:pt x="7321" y="0"/>
                    <a:pt x="6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3"/>
            <p:cNvSpPr/>
            <p:nvPr/>
          </p:nvSpPr>
          <p:spPr>
            <a:xfrm>
              <a:off x="3249301" y="2733166"/>
              <a:ext cx="38544" cy="33356"/>
            </a:xfrm>
            <a:custGeom>
              <a:rect b="b" l="l" r="r" t="t"/>
              <a:pathLst>
                <a:path extrusionOk="0" h="1273" w="1471">
                  <a:moveTo>
                    <a:pt x="736" y="1"/>
                  </a:moveTo>
                  <a:cubicBezTo>
                    <a:pt x="501" y="1"/>
                    <a:pt x="445" y="364"/>
                    <a:pt x="702" y="418"/>
                  </a:cubicBezTo>
                  <a:cubicBezTo>
                    <a:pt x="966" y="466"/>
                    <a:pt x="928" y="855"/>
                    <a:pt x="659" y="855"/>
                  </a:cubicBezTo>
                  <a:cubicBezTo>
                    <a:pt x="553" y="855"/>
                    <a:pt x="457" y="778"/>
                    <a:pt x="443" y="673"/>
                  </a:cubicBezTo>
                  <a:cubicBezTo>
                    <a:pt x="424" y="551"/>
                    <a:pt x="332" y="496"/>
                    <a:pt x="240" y="496"/>
                  </a:cubicBezTo>
                  <a:cubicBezTo>
                    <a:pt x="121" y="496"/>
                    <a:pt x="0" y="586"/>
                    <a:pt x="30" y="740"/>
                  </a:cubicBezTo>
                  <a:cubicBezTo>
                    <a:pt x="86" y="1072"/>
                    <a:pt x="369" y="1273"/>
                    <a:pt x="662" y="1273"/>
                  </a:cubicBezTo>
                  <a:cubicBezTo>
                    <a:pt x="818" y="1273"/>
                    <a:pt x="977" y="1216"/>
                    <a:pt x="1105" y="1090"/>
                  </a:cubicBezTo>
                  <a:cubicBezTo>
                    <a:pt x="1470" y="730"/>
                    <a:pt x="1288" y="106"/>
                    <a:pt x="784" y="6"/>
                  </a:cubicBezTo>
                  <a:cubicBezTo>
                    <a:pt x="767" y="2"/>
                    <a:pt x="751" y="1"/>
                    <a:pt x="7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0" name="Google Shape;14660;p83"/>
          <p:cNvGrpSpPr/>
          <p:nvPr/>
        </p:nvGrpSpPr>
        <p:grpSpPr>
          <a:xfrm>
            <a:off x="3967643" y="3839881"/>
            <a:ext cx="365551" cy="297503"/>
            <a:chOff x="3967643" y="3839881"/>
            <a:chExt cx="365551" cy="297503"/>
          </a:xfrm>
        </p:grpSpPr>
        <p:sp>
          <p:nvSpPr>
            <p:cNvPr id="14661" name="Google Shape;14661;p83"/>
            <p:cNvSpPr/>
            <p:nvPr/>
          </p:nvSpPr>
          <p:spPr>
            <a:xfrm>
              <a:off x="3973172" y="3871219"/>
              <a:ext cx="354598" cy="260767"/>
            </a:xfrm>
            <a:custGeom>
              <a:rect b="b" l="l" r="r" t="t"/>
              <a:pathLst>
                <a:path extrusionOk="0" h="9952" w="13533">
                  <a:moveTo>
                    <a:pt x="1143" y="0"/>
                  </a:moveTo>
                  <a:cubicBezTo>
                    <a:pt x="1038" y="0"/>
                    <a:pt x="932" y="15"/>
                    <a:pt x="831" y="43"/>
                  </a:cubicBezTo>
                  <a:lnTo>
                    <a:pt x="788" y="58"/>
                  </a:lnTo>
                  <a:cubicBezTo>
                    <a:pt x="318" y="211"/>
                    <a:pt x="1" y="648"/>
                    <a:pt x="1" y="1143"/>
                  </a:cubicBezTo>
                  <a:lnTo>
                    <a:pt x="1" y="8804"/>
                  </a:lnTo>
                  <a:cubicBezTo>
                    <a:pt x="1" y="9437"/>
                    <a:pt x="514" y="9951"/>
                    <a:pt x="1148" y="9951"/>
                  </a:cubicBezTo>
                  <a:lnTo>
                    <a:pt x="12385" y="9951"/>
                  </a:lnTo>
                  <a:cubicBezTo>
                    <a:pt x="13019" y="9951"/>
                    <a:pt x="13533" y="9437"/>
                    <a:pt x="13533" y="8804"/>
                  </a:cubicBezTo>
                  <a:lnTo>
                    <a:pt x="13533" y="1143"/>
                  </a:lnTo>
                  <a:cubicBezTo>
                    <a:pt x="13533" y="514"/>
                    <a:pt x="13019" y="0"/>
                    <a:pt x="12385"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3"/>
            <p:cNvSpPr/>
            <p:nvPr/>
          </p:nvSpPr>
          <p:spPr>
            <a:xfrm>
              <a:off x="3993426" y="3871088"/>
              <a:ext cx="337383" cy="237735"/>
            </a:xfrm>
            <a:custGeom>
              <a:rect b="b" l="l" r="r" t="t"/>
              <a:pathLst>
                <a:path extrusionOk="0" h="9073" w="12876">
                  <a:moveTo>
                    <a:pt x="370" y="0"/>
                  </a:moveTo>
                  <a:cubicBezTo>
                    <a:pt x="265" y="0"/>
                    <a:pt x="159" y="15"/>
                    <a:pt x="53" y="44"/>
                  </a:cubicBezTo>
                  <a:lnTo>
                    <a:pt x="15" y="58"/>
                  </a:lnTo>
                  <a:cubicBezTo>
                    <a:pt x="5" y="116"/>
                    <a:pt x="1" y="178"/>
                    <a:pt x="1" y="240"/>
                  </a:cubicBezTo>
                  <a:lnTo>
                    <a:pt x="1" y="7897"/>
                  </a:lnTo>
                  <a:cubicBezTo>
                    <a:pt x="1" y="8530"/>
                    <a:pt x="514" y="9044"/>
                    <a:pt x="1143" y="9044"/>
                  </a:cubicBezTo>
                  <a:lnTo>
                    <a:pt x="12385" y="9044"/>
                  </a:lnTo>
                  <a:cubicBezTo>
                    <a:pt x="12427" y="9064"/>
                    <a:pt x="12470" y="9073"/>
                    <a:pt x="12510" y="9073"/>
                  </a:cubicBezTo>
                  <a:cubicBezTo>
                    <a:pt x="12715" y="9073"/>
                    <a:pt x="12876" y="8846"/>
                    <a:pt x="12760" y="8646"/>
                  </a:cubicBezTo>
                  <a:lnTo>
                    <a:pt x="12760" y="1148"/>
                  </a:lnTo>
                  <a:cubicBezTo>
                    <a:pt x="12760" y="514"/>
                    <a:pt x="12246" y="0"/>
                    <a:pt x="1161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3"/>
            <p:cNvSpPr/>
            <p:nvPr/>
          </p:nvSpPr>
          <p:spPr>
            <a:xfrm>
              <a:off x="4043604" y="3844912"/>
              <a:ext cx="20412" cy="51357"/>
            </a:xfrm>
            <a:custGeom>
              <a:rect b="b" l="l" r="r" t="t"/>
              <a:pathLst>
                <a:path extrusionOk="0" h="1960" w="779">
                  <a:moveTo>
                    <a:pt x="390" y="1"/>
                  </a:moveTo>
                  <a:cubicBezTo>
                    <a:pt x="174" y="1"/>
                    <a:pt x="1" y="174"/>
                    <a:pt x="1" y="385"/>
                  </a:cubicBezTo>
                  <a:lnTo>
                    <a:pt x="1" y="1575"/>
                  </a:lnTo>
                  <a:cubicBezTo>
                    <a:pt x="1" y="1787"/>
                    <a:pt x="174" y="1959"/>
                    <a:pt x="390" y="1959"/>
                  </a:cubicBezTo>
                  <a:cubicBezTo>
                    <a:pt x="601" y="1959"/>
                    <a:pt x="778" y="1787"/>
                    <a:pt x="778" y="1575"/>
                  </a:cubicBezTo>
                  <a:lnTo>
                    <a:pt x="778" y="385"/>
                  </a:lnTo>
                  <a:cubicBezTo>
                    <a:pt x="778" y="174"/>
                    <a:pt x="601" y="1"/>
                    <a:pt x="39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3"/>
            <p:cNvSpPr/>
            <p:nvPr/>
          </p:nvSpPr>
          <p:spPr>
            <a:xfrm>
              <a:off x="4108010" y="3844912"/>
              <a:ext cx="20412" cy="51357"/>
            </a:xfrm>
            <a:custGeom>
              <a:rect b="b" l="l" r="r" t="t"/>
              <a:pathLst>
                <a:path extrusionOk="0" h="1960" w="779">
                  <a:moveTo>
                    <a:pt x="389" y="1"/>
                  </a:moveTo>
                  <a:cubicBezTo>
                    <a:pt x="173" y="1"/>
                    <a:pt x="1" y="174"/>
                    <a:pt x="1" y="385"/>
                  </a:cubicBezTo>
                  <a:lnTo>
                    <a:pt x="1" y="1575"/>
                  </a:lnTo>
                  <a:cubicBezTo>
                    <a:pt x="1" y="1787"/>
                    <a:pt x="173" y="1959"/>
                    <a:pt x="389" y="1959"/>
                  </a:cubicBezTo>
                  <a:cubicBezTo>
                    <a:pt x="601" y="1959"/>
                    <a:pt x="778" y="1787"/>
                    <a:pt x="778" y="1575"/>
                  </a:cubicBezTo>
                  <a:lnTo>
                    <a:pt x="778" y="385"/>
                  </a:lnTo>
                  <a:cubicBezTo>
                    <a:pt x="778" y="174"/>
                    <a:pt x="601" y="1"/>
                    <a:pt x="38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3"/>
            <p:cNvSpPr/>
            <p:nvPr/>
          </p:nvSpPr>
          <p:spPr>
            <a:xfrm>
              <a:off x="4172546" y="3844912"/>
              <a:ext cx="20255" cy="51357"/>
            </a:xfrm>
            <a:custGeom>
              <a:rect b="b" l="l" r="r" t="t"/>
              <a:pathLst>
                <a:path extrusionOk="0" h="1960" w="773">
                  <a:moveTo>
                    <a:pt x="384" y="1"/>
                  </a:moveTo>
                  <a:cubicBezTo>
                    <a:pt x="173" y="1"/>
                    <a:pt x="0" y="174"/>
                    <a:pt x="0" y="385"/>
                  </a:cubicBezTo>
                  <a:lnTo>
                    <a:pt x="0" y="1575"/>
                  </a:lnTo>
                  <a:cubicBezTo>
                    <a:pt x="0" y="1787"/>
                    <a:pt x="173" y="1959"/>
                    <a:pt x="384" y="1959"/>
                  </a:cubicBezTo>
                  <a:cubicBezTo>
                    <a:pt x="600" y="1959"/>
                    <a:pt x="773" y="1787"/>
                    <a:pt x="773" y="1575"/>
                  </a:cubicBezTo>
                  <a:lnTo>
                    <a:pt x="773" y="385"/>
                  </a:lnTo>
                  <a:cubicBezTo>
                    <a:pt x="773" y="174"/>
                    <a:pt x="600" y="1"/>
                    <a:pt x="3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3"/>
            <p:cNvSpPr/>
            <p:nvPr/>
          </p:nvSpPr>
          <p:spPr>
            <a:xfrm>
              <a:off x="4236926" y="3844912"/>
              <a:ext cx="20281" cy="51357"/>
            </a:xfrm>
            <a:custGeom>
              <a:rect b="b" l="l" r="r" t="t"/>
              <a:pathLst>
                <a:path extrusionOk="0" h="1960" w="774">
                  <a:moveTo>
                    <a:pt x="385" y="1"/>
                  </a:moveTo>
                  <a:cubicBezTo>
                    <a:pt x="174" y="1"/>
                    <a:pt x="1" y="174"/>
                    <a:pt x="1" y="385"/>
                  </a:cubicBezTo>
                  <a:lnTo>
                    <a:pt x="1" y="1575"/>
                  </a:lnTo>
                  <a:cubicBezTo>
                    <a:pt x="1" y="1787"/>
                    <a:pt x="174" y="1959"/>
                    <a:pt x="385" y="1959"/>
                  </a:cubicBezTo>
                  <a:cubicBezTo>
                    <a:pt x="601" y="1959"/>
                    <a:pt x="774" y="1787"/>
                    <a:pt x="774" y="1575"/>
                  </a:cubicBezTo>
                  <a:lnTo>
                    <a:pt x="774" y="385"/>
                  </a:lnTo>
                  <a:cubicBezTo>
                    <a:pt x="774" y="174"/>
                    <a:pt x="601" y="1"/>
                    <a:pt x="38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3"/>
            <p:cNvSpPr/>
            <p:nvPr/>
          </p:nvSpPr>
          <p:spPr>
            <a:xfrm>
              <a:off x="4043604" y="3844912"/>
              <a:ext cx="20412" cy="28587"/>
            </a:xfrm>
            <a:custGeom>
              <a:rect b="b" l="l" r="r" t="t"/>
              <a:pathLst>
                <a:path extrusionOk="0" h="1091" w="779">
                  <a:moveTo>
                    <a:pt x="390" y="1"/>
                  </a:moveTo>
                  <a:cubicBezTo>
                    <a:pt x="174" y="1"/>
                    <a:pt x="1" y="174"/>
                    <a:pt x="1" y="385"/>
                  </a:cubicBezTo>
                  <a:lnTo>
                    <a:pt x="1" y="707"/>
                  </a:lnTo>
                  <a:cubicBezTo>
                    <a:pt x="1" y="918"/>
                    <a:pt x="174" y="1091"/>
                    <a:pt x="390" y="1091"/>
                  </a:cubicBezTo>
                  <a:cubicBezTo>
                    <a:pt x="601" y="1091"/>
                    <a:pt x="778" y="918"/>
                    <a:pt x="778" y="707"/>
                  </a:cubicBezTo>
                  <a:lnTo>
                    <a:pt x="778" y="385"/>
                  </a:lnTo>
                  <a:cubicBezTo>
                    <a:pt x="778" y="174"/>
                    <a:pt x="601" y="1"/>
                    <a:pt x="39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3"/>
            <p:cNvSpPr/>
            <p:nvPr/>
          </p:nvSpPr>
          <p:spPr>
            <a:xfrm>
              <a:off x="4108010" y="3844912"/>
              <a:ext cx="20412" cy="28587"/>
            </a:xfrm>
            <a:custGeom>
              <a:rect b="b" l="l" r="r" t="t"/>
              <a:pathLst>
                <a:path extrusionOk="0" h="1091" w="779">
                  <a:moveTo>
                    <a:pt x="389" y="1"/>
                  </a:moveTo>
                  <a:cubicBezTo>
                    <a:pt x="173" y="1"/>
                    <a:pt x="1" y="174"/>
                    <a:pt x="1" y="385"/>
                  </a:cubicBezTo>
                  <a:lnTo>
                    <a:pt x="1" y="707"/>
                  </a:lnTo>
                  <a:cubicBezTo>
                    <a:pt x="1" y="918"/>
                    <a:pt x="173" y="1091"/>
                    <a:pt x="389" y="1091"/>
                  </a:cubicBezTo>
                  <a:cubicBezTo>
                    <a:pt x="601" y="1091"/>
                    <a:pt x="778" y="918"/>
                    <a:pt x="778" y="707"/>
                  </a:cubicBezTo>
                  <a:lnTo>
                    <a:pt x="778" y="385"/>
                  </a:lnTo>
                  <a:cubicBezTo>
                    <a:pt x="778" y="174"/>
                    <a:pt x="601" y="1"/>
                    <a:pt x="3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3"/>
            <p:cNvSpPr/>
            <p:nvPr/>
          </p:nvSpPr>
          <p:spPr>
            <a:xfrm>
              <a:off x="4172546" y="3844912"/>
              <a:ext cx="20255" cy="28587"/>
            </a:xfrm>
            <a:custGeom>
              <a:rect b="b" l="l" r="r" t="t"/>
              <a:pathLst>
                <a:path extrusionOk="0" h="1091" w="773">
                  <a:moveTo>
                    <a:pt x="384" y="1"/>
                  </a:moveTo>
                  <a:cubicBezTo>
                    <a:pt x="173" y="1"/>
                    <a:pt x="0" y="174"/>
                    <a:pt x="0" y="385"/>
                  </a:cubicBezTo>
                  <a:lnTo>
                    <a:pt x="0" y="707"/>
                  </a:lnTo>
                  <a:cubicBezTo>
                    <a:pt x="0" y="918"/>
                    <a:pt x="173" y="1091"/>
                    <a:pt x="384" y="1091"/>
                  </a:cubicBezTo>
                  <a:cubicBezTo>
                    <a:pt x="600" y="1091"/>
                    <a:pt x="773" y="918"/>
                    <a:pt x="773" y="707"/>
                  </a:cubicBezTo>
                  <a:lnTo>
                    <a:pt x="773" y="385"/>
                  </a:lnTo>
                  <a:cubicBezTo>
                    <a:pt x="773" y="174"/>
                    <a:pt x="600" y="1"/>
                    <a:pt x="38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3"/>
            <p:cNvSpPr/>
            <p:nvPr/>
          </p:nvSpPr>
          <p:spPr>
            <a:xfrm>
              <a:off x="4236926" y="3844912"/>
              <a:ext cx="20281" cy="28587"/>
            </a:xfrm>
            <a:custGeom>
              <a:rect b="b" l="l" r="r" t="t"/>
              <a:pathLst>
                <a:path extrusionOk="0" h="1091" w="774">
                  <a:moveTo>
                    <a:pt x="385" y="1"/>
                  </a:moveTo>
                  <a:cubicBezTo>
                    <a:pt x="174" y="1"/>
                    <a:pt x="1" y="174"/>
                    <a:pt x="1" y="385"/>
                  </a:cubicBezTo>
                  <a:lnTo>
                    <a:pt x="1" y="707"/>
                  </a:lnTo>
                  <a:cubicBezTo>
                    <a:pt x="1" y="918"/>
                    <a:pt x="174" y="1091"/>
                    <a:pt x="385" y="1091"/>
                  </a:cubicBezTo>
                  <a:cubicBezTo>
                    <a:pt x="601" y="1091"/>
                    <a:pt x="774" y="918"/>
                    <a:pt x="774" y="707"/>
                  </a:cubicBezTo>
                  <a:lnTo>
                    <a:pt x="774" y="385"/>
                  </a:lnTo>
                  <a:cubicBezTo>
                    <a:pt x="774" y="174"/>
                    <a:pt x="601" y="1"/>
                    <a:pt x="38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3"/>
            <p:cNvSpPr/>
            <p:nvPr/>
          </p:nvSpPr>
          <p:spPr>
            <a:xfrm>
              <a:off x="4168590" y="3935651"/>
              <a:ext cx="142070" cy="138952"/>
            </a:xfrm>
            <a:custGeom>
              <a:rect b="b" l="l" r="r" t="t"/>
              <a:pathLst>
                <a:path extrusionOk="0" h="5303" w="5422">
                  <a:moveTo>
                    <a:pt x="4338" y="1"/>
                  </a:moveTo>
                  <a:cubicBezTo>
                    <a:pt x="4086" y="1"/>
                    <a:pt x="3834" y="97"/>
                    <a:pt x="3641" y="287"/>
                  </a:cubicBezTo>
                  <a:lnTo>
                    <a:pt x="3627" y="297"/>
                  </a:lnTo>
                  <a:lnTo>
                    <a:pt x="3002" y="925"/>
                  </a:lnTo>
                  <a:lnTo>
                    <a:pt x="727" y="3201"/>
                  </a:lnTo>
                  <a:cubicBezTo>
                    <a:pt x="631" y="3297"/>
                    <a:pt x="559" y="3412"/>
                    <a:pt x="521" y="3542"/>
                  </a:cubicBezTo>
                  <a:lnTo>
                    <a:pt x="233" y="4478"/>
                  </a:lnTo>
                  <a:lnTo>
                    <a:pt x="22" y="5159"/>
                  </a:lnTo>
                  <a:cubicBezTo>
                    <a:pt x="1" y="5235"/>
                    <a:pt x="57" y="5303"/>
                    <a:pt x="125" y="5303"/>
                  </a:cubicBezTo>
                  <a:cubicBezTo>
                    <a:pt x="135" y="5303"/>
                    <a:pt x="146" y="5301"/>
                    <a:pt x="156" y="5298"/>
                  </a:cubicBezTo>
                  <a:lnTo>
                    <a:pt x="842" y="5087"/>
                  </a:lnTo>
                  <a:lnTo>
                    <a:pt x="1774" y="4799"/>
                  </a:lnTo>
                  <a:cubicBezTo>
                    <a:pt x="1841" y="4775"/>
                    <a:pt x="1908" y="4746"/>
                    <a:pt x="1970" y="4708"/>
                  </a:cubicBezTo>
                  <a:cubicBezTo>
                    <a:pt x="2023" y="4674"/>
                    <a:pt x="2071" y="4636"/>
                    <a:pt x="2119" y="4588"/>
                  </a:cubicBezTo>
                  <a:lnTo>
                    <a:pt x="4395" y="2313"/>
                  </a:lnTo>
                  <a:lnTo>
                    <a:pt x="5033" y="1674"/>
                  </a:lnTo>
                  <a:lnTo>
                    <a:pt x="5033" y="1679"/>
                  </a:lnTo>
                  <a:cubicBezTo>
                    <a:pt x="5422" y="1285"/>
                    <a:pt x="5417" y="657"/>
                    <a:pt x="5019" y="273"/>
                  </a:cubicBezTo>
                  <a:cubicBezTo>
                    <a:pt x="4827" y="91"/>
                    <a:pt x="4583" y="1"/>
                    <a:pt x="433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3"/>
            <p:cNvSpPr/>
            <p:nvPr/>
          </p:nvSpPr>
          <p:spPr>
            <a:xfrm>
              <a:off x="4168590" y="4052829"/>
              <a:ext cx="22089" cy="21669"/>
            </a:xfrm>
            <a:custGeom>
              <a:rect b="b" l="l" r="r" t="t"/>
              <a:pathLst>
                <a:path extrusionOk="0" h="827" w="843">
                  <a:moveTo>
                    <a:pt x="233" y="1"/>
                  </a:moveTo>
                  <a:lnTo>
                    <a:pt x="22" y="687"/>
                  </a:lnTo>
                  <a:cubicBezTo>
                    <a:pt x="1" y="758"/>
                    <a:pt x="56" y="826"/>
                    <a:pt x="125" y="826"/>
                  </a:cubicBezTo>
                  <a:cubicBezTo>
                    <a:pt x="135" y="826"/>
                    <a:pt x="146" y="825"/>
                    <a:pt x="156" y="822"/>
                  </a:cubicBezTo>
                  <a:lnTo>
                    <a:pt x="842" y="610"/>
                  </a:lnTo>
                  <a:cubicBezTo>
                    <a:pt x="818" y="284"/>
                    <a:pt x="559" y="25"/>
                    <a:pt x="23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3"/>
            <p:cNvSpPr/>
            <p:nvPr/>
          </p:nvSpPr>
          <p:spPr>
            <a:xfrm>
              <a:off x="4184495" y="3959758"/>
              <a:ext cx="99255" cy="99255"/>
            </a:xfrm>
            <a:custGeom>
              <a:rect b="b" l="l" r="r" t="t"/>
              <a:pathLst>
                <a:path extrusionOk="0" h="3788" w="3788">
                  <a:moveTo>
                    <a:pt x="2395" y="1"/>
                  </a:moveTo>
                  <a:lnTo>
                    <a:pt x="120" y="2276"/>
                  </a:lnTo>
                  <a:cubicBezTo>
                    <a:pt x="72" y="2324"/>
                    <a:pt x="34" y="2372"/>
                    <a:pt x="0" y="2425"/>
                  </a:cubicBezTo>
                  <a:lnTo>
                    <a:pt x="653" y="3082"/>
                  </a:lnTo>
                  <a:lnTo>
                    <a:pt x="1349" y="3774"/>
                  </a:lnTo>
                  <a:lnTo>
                    <a:pt x="1363" y="3788"/>
                  </a:lnTo>
                  <a:cubicBezTo>
                    <a:pt x="1416" y="3754"/>
                    <a:pt x="1464" y="3716"/>
                    <a:pt x="1512" y="3668"/>
                  </a:cubicBezTo>
                  <a:lnTo>
                    <a:pt x="3788" y="1393"/>
                  </a:lnTo>
                  <a:lnTo>
                    <a:pt x="2395"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3"/>
            <p:cNvSpPr/>
            <p:nvPr/>
          </p:nvSpPr>
          <p:spPr>
            <a:xfrm>
              <a:off x="4263967" y="3935573"/>
              <a:ext cx="46693" cy="43968"/>
            </a:xfrm>
            <a:custGeom>
              <a:rect b="b" l="l" r="r" t="t"/>
              <a:pathLst>
                <a:path extrusionOk="0" h="1678" w="1782">
                  <a:moveTo>
                    <a:pt x="696" y="1"/>
                  </a:moveTo>
                  <a:cubicBezTo>
                    <a:pt x="444" y="1"/>
                    <a:pt x="193" y="96"/>
                    <a:pt x="1" y="285"/>
                  </a:cubicBezTo>
                  <a:lnTo>
                    <a:pt x="1393" y="1677"/>
                  </a:lnTo>
                  <a:cubicBezTo>
                    <a:pt x="1782" y="1288"/>
                    <a:pt x="1777" y="655"/>
                    <a:pt x="1379" y="271"/>
                  </a:cubicBezTo>
                  <a:cubicBezTo>
                    <a:pt x="1187" y="91"/>
                    <a:pt x="941" y="1"/>
                    <a:pt x="69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83"/>
            <p:cNvSpPr/>
            <p:nvPr/>
          </p:nvSpPr>
          <p:spPr>
            <a:xfrm>
              <a:off x="4201579" y="3976868"/>
              <a:ext cx="82171" cy="82145"/>
            </a:xfrm>
            <a:custGeom>
              <a:rect b="b" l="l" r="r" t="t"/>
              <a:pathLst>
                <a:path extrusionOk="0" h="3135" w="3136">
                  <a:moveTo>
                    <a:pt x="2396" y="0"/>
                  </a:moveTo>
                  <a:lnTo>
                    <a:pt x="121" y="2281"/>
                  </a:lnTo>
                  <a:cubicBezTo>
                    <a:pt x="73" y="2324"/>
                    <a:pt x="35" y="2372"/>
                    <a:pt x="1" y="2429"/>
                  </a:cubicBezTo>
                  <a:lnTo>
                    <a:pt x="697" y="3121"/>
                  </a:lnTo>
                  <a:lnTo>
                    <a:pt x="711" y="3135"/>
                  </a:lnTo>
                  <a:cubicBezTo>
                    <a:pt x="764" y="3101"/>
                    <a:pt x="812" y="3063"/>
                    <a:pt x="860" y="3015"/>
                  </a:cubicBezTo>
                  <a:lnTo>
                    <a:pt x="3136" y="740"/>
                  </a:lnTo>
                  <a:lnTo>
                    <a:pt x="2396" y="0"/>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3"/>
            <p:cNvSpPr/>
            <p:nvPr/>
          </p:nvSpPr>
          <p:spPr>
            <a:xfrm>
              <a:off x="4263967" y="3935599"/>
              <a:ext cx="46693" cy="43942"/>
            </a:xfrm>
            <a:custGeom>
              <a:rect b="b" l="l" r="r" t="t"/>
              <a:pathLst>
                <a:path extrusionOk="0" h="1677" w="1782">
                  <a:moveTo>
                    <a:pt x="693" y="0"/>
                  </a:moveTo>
                  <a:cubicBezTo>
                    <a:pt x="443" y="0"/>
                    <a:pt x="192" y="95"/>
                    <a:pt x="1" y="284"/>
                  </a:cubicBezTo>
                  <a:lnTo>
                    <a:pt x="654" y="937"/>
                  </a:lnTo>
                  <a:lnTo>
                    <a:pt x="1393" y="1676"/>
                  </a:lnTo>
                  <a:cubicBezTo>
                    <a:pt x="1782" y="1287"/>
                    <a:pt x="1777" y="654"/>
                    <a:pt x="1379" y="275"/>
                  </a:cubicBezTo>
                  <a:cubicBezTo>
                    <a:pt x="1186" y="92"/>
                    <a:pt x="939" y="0"/>
                    <a:pt x="693"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3"/>
            <p:cNvSpPr/>
            <p:nvPr/>
          </p:nvSpPr>
          <p:spPr>
            <a:xfrm>
              <a:off x="4281077" y="3952709"/>
              <a:ext cx="28587" cy="26831"/>
            </a:xfrm>
            <a:custGeom>
              <a:rect b="b" l="l" r="r" t="t"/>
              <a:pathLst>
                <a:path extrusionOk="0" h="1024" w="1091">
                  <a:moveTo>
                    <a:pt x="696" y="1"/>
                  </a:moveTo>
                  <a:cubicBezTo>
                    <a:pt x="440" y="1"/>
                    <a:pt x="189" y="99"/>
                    <a:pt x="1" y="284"/>
                  </a:cubicBezTo>
                  <a:lnTo>
                    <a:pt x="740" y="1023"/>
                  </a:lnTo>
                  <a:cubicBezTo>
                    <a:pt x="994" y="769"/>
                    <a:pt x="1090" y="390"/>
                    <a:pt x="985" y="44"/>
                  </a:cubicBezTo>
                  <a:cubicBezTo>
                    <a:pt x="890" y="15"/>
                    <a:pt x="792" y="1"/>
                    <a:pt x="6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3"/>
            <p:cNvSpPr/>
            <p:nvPr/>
          </p:nvSpPr>
          <p:spPr>
            <a:xfrm>
              <a:off x="4247250" y="3943040"/>
              <a:ext cx="53217" cy="53217"/>
            </a:xfrm>
            <a:custGeom>
              <a:rect b="b" l="l" r="r" t="t"/>
              <a:pathLst>
                <a:path extrusionOk="0" h="2031" w="2031">
                  <a:moveTo>
                    <a:pt x="639" y="0"/>
                  </a:moveTo>
                  <a:lnTo>
                    <a:pt x="625" y="10"/>
                  </a:lnTo>
                  <a:lnTo>
                    <a:pt x="0" y="639"/>
                  </a:lnTo>
                  <a:lnTo>
                    <a:pt x="1393" y="2031"/>
                  </a:lnTo>
                  <a:lnTo>
                    <a:pt x="2031" y="1392"/>
                  </a:lnTo>
                  <a:lnTo>
                    <a:pt x="63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3"/>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3"/>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3"/>
            <p:cNvSpPr/>
            <p:nvPr/>
          </p:nvSpPr>
          <p:spPr>
            <a:xfrm>
              <a:off x="4176555" y="3871141"/>
              <a:ext cx="156639" cy="266244"/>
            </a:xfrm>
            <a:custGeom>
              <a:rect b="b" l="l" r="r" t="t"/>
              <a:pathLst>
                <a:path extrusionOk="0" h="10161" w="5978">
                  <a:moveTo>
                    <a:pt x="5284" y="0"/>
                  </a:moveTo>
                  <a:cubicBezTo>
                    <a:pt x="5108" y="0"/>
                    <a:pt x="4981" y="249"/>
                    <a:pt x="5166" y="382"/>
                  </a:cubicBezTo>
                  <a:cubicBezTo>
                    <a:pt x="5411" y="555"/>
                    <a:pt x="5559" y="843"/>
                    <a:pt x="5559" y="1146"/>
                  </a:cubicBezTo>
                  <a:lnTo>
                    <a:pt x="5559" y="8807"/>
                  </a:lnTo>
                  <a:cubicBezTo>
                    <a:pt x="5559" y="9325"/>
                    <a:pt x="5142" y="9748"/>
                    <a:pt x="4623" y="9748"/>
                  </a:cubicBezTo>
                  <a:lnTo>
                    <a:pt x="274" y="9748"/>
                  </a:lnTo>
                  <a:cubicBezTo>
                    <a:pt x="1" y="9748"/>
                    <a:pt x="1" y="10160"/>
                    <a:pt x="274" y="10160"/>
                  </a:cubicBezTo>
                  <a:lnTo>
                    <a:pt x="4623" y="10160"/>
                  </a:lnTo>
                  <a:cubicBezTo>
                    <a:pt x="5367" y="10160"/>
                    <a:pt x="5972" y="9556"/>
                    <a:pt x="5977" y="8807"/>
                  </a:cubicBezTo>
                  <a:lnTo>
                    <a:pt x="5977" y="1146"/>
                  </a:lnTo>
                  <a:cubicBezTo>
                    <a:pt x="5977" y="709"/>
                    <a:pt x="5761" y="296"/>
                    <a:pt x="5406" y="42"/>
                  </a:cubicBezTo>
                  <a:cubicBezTo>
                    <a:pt x="5365" y="13"/>
                    <a:pt x="5323" y="0"/>
                    <a:pt x="5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3"/>
            <p:cNvSpPr/>
            <p:nvPr/>
          </p:nvSpPr>
          <p:spPr>
            <a:xfrm>
              <a:off x="3967774" y="3940839"/>
              <a:ext cx="201523" cy="196545"/>
            </a:xfrm>
            <a:custGeom>
              <a:rect b="b" l="l" r="r" t="t"/>
              <a:pathLst>
                <a:path extrusionOk="0" h="7501" w="7691">
                  <a:moveTo>
                    <a:pt x="207" y="0"/>
                  </a:moveTo>
                  <a:cubicBezTo>
                    <a:pt x="103" y="0"/>
                    <a:pt x="0" y="70"/>
                    <a:pt x="0" y="209"/>
                  </a:cubicBezTo>
                  <a:lnTo>
                    <a:pt x="0" y="6147"/>
                  </a:lnTo>
                  <a:cubicBezTo>
                    <a:pt x="0" y="6896"/>
                    <a:pt x="605" y="7500"/>
                    <a:pt x="1349" y="7500"/>
                  </a:cubicBezTo>
                  <a:lnTo>
                    <a:pt x="7417" y="7500"/>
                  </a:lnTo>
                  <a:cubicBezTo>
                    <a:pt x="7690" y="7500"/>
                    <a:pt x="7690" y="7088"/>
                    <a:pt x="7417" y="7088"/>
                  </a:cubicBezTo>
                  <a:lnTo>
                    <a:pt x="1354" y="7088"/>
                  </a:lnTo>
                  <a:cubicBezTo>
                    <a:pt x="831" y="7088"/>
                    <a:pt x="413" y="6665"/>
                    <a:pt x="413" y="6147"/>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3"/>
            <p:cNvSpPr/>
            <p:nvPr/>
          </p:nvSpPr>
          <p:spPr>
            <a:xfrm>
              <a:off x="3967643" y="3839881"/>
              <a:ext cx="334082" cy="90084"/>
            </a:xfrm>
            <a:custGeom>
              <a:rect b="b" l="l" r="r" t="t"/>
              <a:pathLst>
                <a:path extrusionOk="0" h="3438" w="12750">
                  <a:moveTo>
                    <a:pt x="3281" y="397"/>
                  </a:moveTo>
                  <a:cubicBezTo>
                    <a:pt x="3371" y="397"/>
                    <a:pt x="3461" y="457"/>
                    <a:pt x="3461" y="577"/>
                  </a:cubicBezTo>
                  <a:lnTo>
                    <a:pt x="3461" y="1767"/>
                  </a:lnTo>
                  <a:cubicBezTo>
                    <a:pt x="3461" y="1885"/>
                    <a:pt x="3371" y="1944"/>
                    <a:pt x="3281" y="1944"/>
                  </a:cubicBezTo>
                  <a:cubicBezTo>
                    <a:pt x="3191" y="1944"/>
                    <a:pt x="3101" y="1885"/>
                    <a:pt x="3101" y="1767"/>
                  </a:cubicBezTo>
                  <a:cubicBezTo>
                    <a:pt x="3111" y="1374"/>
                    <a:pt x="3111" y="1043"/>
                    <a:pt x="3111" y="577"/>
                  </a:cubicBezTo>
                  <a:lnTo>
                    <a:pt x="3101" y="577"/>
                  </a:lnTo>
                  <a:cubicBezTo>
                    <a:pt x="3101" y="457"/>
                    <a:pt x="3191" y="397"/>
                    <a:pt x="3281" y="397"/>
                  </a:cubicBezTo>
                  <a:close/>
                  <a:moveTo>
                    <a:pt x="5744" y="397"/>
                  </a:moveTo>
                  <a:cubicBezTo>
                    <a:pt x="5834" y="397"/>
                    <a:pt x="5924" y="457"/>
                    <a:pt x="5924" y="577"/>
                  </a:cubicBezTo>
                  <a:lnTo>
                    <a:pt x="5924" y="1767"/>
                  </a:lnTo>
                  <a:cubicBezTo>
                    <a:pt x="5924" y="1885"/>
                    <a:pt x="5834" y="1944"/>
                    <a:pt x="5744" y="1944"/>
                  </a:cubicBezTo>
                  <a:cubicBezTo>
                    <a:pt x="5654" y="1944"/>
                    <a:pt x="5564" y="1885"/>
                    <a:pt x="5564" y="1767"/>
                  </a:cubicBezTo>
                  <a:lnTo>
                    <a:pt x="5564" y="577"/>
                  </a:lnTo>
                  <a:cubicBezTo>
                    <a:pt x="5564" y="457"/>
                    <a:pt x="5654" y="397"/>
                    <a:pt x="5744" y="397"/>
                  </a:cubicBezTo>
                  <a:close/>
                  <a:moveTo>
                    <a:pt x="8202" y="397"/>
                  </a:moveTo>
                  <a:cubicBezTo>
                    <a:pt x="8292" y="397"/>
                    <a:pt x="8382" y="457"/>
                    <a:pt x="8382" y="577"/>
                  </a:cubicBezTo>
                  <a:lnTo>
                    <a:pt x="8382" y="1767"/>
                  </a:lnTo>
                  <a:cubicBezTo>
                    <a:pt x="8382" y="1885"/>
                    <a:pt x="8292" y="1944"/>
                    <a:pt x="8202" y="1944"/>
                  </a:cubicBezTo>
                  <a:cubicBezTo>
                    <a:pt x="8112" y="1944"/>
                    <a:pt x="8022" y="1885"/>
                    <a:pt x="8022" y="1767"/>
                  </a:cubicBezTo>
                  <a:lnTo>
                    <a:pt x="8022" y="577"/>
                  </a:lnTo>
                  <a:cubicBezTo>
                    <a:pt x="8022" y="457"/>
                    <a:pt x="8112" y="397"/>
                    <a:pt x="8202" y="397"/>
                  </a:cubicBezTo>
                  <a:close/>
                  <a:moveTo>
                    <a:pt x="10664" y="397"/>
                  </a:moveTo>
                  <a:cubicBezTo>
                    <a:pt x="10754" y="397"/>
                    <a:pt x="10844" y="457"/>
                    <a:pt x="10844" y="577"/>
                  </a:cubicBezTo>
                  <a:lnTo>
                    <a:pt x="10844" y="1767"/>
                  </a:lnTo>
                  <a:cubicBezTo>
                    <a:pt x="10844" y="1885"/>
                    <a:pt x="10754" y="1944"/>
                    <a:pt x="10664" y="1944"/>
                  </a:cubicBezTo>
                  <a:cubicBezTo>
                    <a:pt x="10574" y="1944"/>
                    <a:pt x="10484" y="1885"/>
                    <a:pt x="10484" y="1767"/>
                  </a:cubicBezTo>
                  <a:lnTo>
                    <a:pt x="10484" y="1403"/>
                  </a:lnTo>
                  <a:lnTo>
                    <a:pt x="10484" y="577"/>
                  </a:lnTo>
                  <a:cubicBezTo>
                    <a:pt x="10484" y="457"/>
                    <a:pt x="10574" y="397"/>
                    <a:pt x="10664" y="397"/>
                  </a:cubicBezTo>
                  <a:close/>
                  <a:moveTo>
                    <a:pt x="3289" y="1"/>
                  </a:moveTo>
                  <a:cubicBezTo>
                    <a:pt x="2967" y="1"/>
                    <a:pt x="2703" y="255"/>
                    <a:pt x="2693" y="577"/>
                  </a:cubicBezTo>
                  <a:lnTo>
                    <a:pt x="2693" y="985"/>
                  </a:lnTo>
                  <a:lnTo>
                    <a:pt x="1359" y="985"/>
                  </a:lnTo>
                  <a:cubicBezTo>
                    <a:pt x="610" y="985"/>
                    <a:pt x="5" y="1595"/>
                    <a:pt x="5" y="2339"/>
                  </a:cubicBezTo>
                  <a:lnTo>
                    <a:pt x="5" y="3227"/>
                  </a:lnTo>
                  <a:cubicBezTo>
                    <a:pt x="0" y="3342"/>
                    <a:pt x="96" y="3438"/>
                    <a:pt x="212" y="3438"/>
                  </a:cubicBezTo>
                  <a:cubicBezTo>
                    <a:pt x="322" y="3438"/>
                    <a:pt x="418" y="3342"/>
                    <a:pt x="418" y="3232"/>
                  </a:cubicBezTo>
                  <a:lnTo>
                    <a:pt x="418" y="2339"/>
                  </a:lnTo>
                  <a:cubicBezTo>
                    <a:pt x="418" y="1823"/>
                    <a:pt x="831" y="1403"/>
                    <a:pt x="1350" y="1403"/>
                  </a:cubicBezTo>
                  <a:cubicBezTo>
                    <a:pt x="1353" y="1403"/>
                    <a:pt x="1356" y="1403"/>
                    <a:pt x="1359" y="1403"/>
                  </a:cubicBezTo>
                  <a:lnTo>
                    <a:pt x="2698" y="1403"/>
                  </a:lnTo>
                  <a:lnTo>
                    <a:pt x="2698" y="1767"/>
                  </a:lnTo>
                  <a:cubicBezTo>
                    <a:pt x="2708" y="2084"/>
                    <a:pt x="2967" y="2339"/>
                    <a:pt x="3289" y="2339"/>
                  </a:cubicBezTo>
                  <a:cubicBezTo>
                    <a:pt x="3610" y="2339"/>
                    <a:pt x="3874" y="2084"/>
                    <a:pt x="3884" y="1767"/>
                  </a:cubicBezTo>
                  <a:lnTo>
                    <a:pt x="3884" y="1403"/>
                  </a:lnTo>
                  <a:lnTo>
                    <a:pt x="5151" y="1403"/>
                  </a:lnTo>
                  <a:lnTo>
                    <a:pt x="5151" y="1767"/>
                  </a:lnTo>
                  <a:cubicBezTo>
                    <a:pt x="5166" y="2084"/>
                    <a:pt x="5425" y="2339"/>
                    <a:pt x="5746" y="2339"/>
                  </a:cubicBezTo>
                  <a:cubicBezTo>
                    <a:pt x="6068" y="2339"/>
                    <a:pt x="6332" y="2084"/>
                    <a:pt x="6342" y="1767"/>
                  </a:cubicBezTo>
                  <a:lnTo>
                    <a:pt x="6342" y="1403"/>
                  </a:lnTo>
                  <a:lnTo>
                    <a:pt x="7609" y="1403"/>
                  </a:lnTo>
                  <a:lnTo>
                    <a:pt x="7609" y="1767"/>
                  </a:lnTo>
                  <a:cubicBezTo>
                    <a:pt x="7623" y="2084"/>
                    <a:pt x="7883" y="2339"/>
                    <a:pt x="8204" y="2339"/>
                  </a:cubicBezTo>
                  <a:cubicBezTo>
                    <a:pt x="8526" y="2339"/>
                    <a:pt x="8790" y="2084"/>
                    <a:pt x="8799" y="1767"/>
                  </a:cubicBezTo>
                  <a:lnTo>
                    <a:pt x="8799" y="1403"/>
                  </a:lnTo>
                  <a:lnTo>
                    <a:pt x="10067" y="1403"/>
                  </a:lnTo>
                  <a:lnTo>
                    <a:pt x="10067" y="1767"/>
                  </a:lnTo>
                  <a:cubicBezTo>
                    <a:pt x="10081" y="2084"/>
                    <a:pt x="10340" y="2339"/>
                    <a:pt x="10662" y="2339"/>
                  </a:cubicBezTo>
                  <a:cubicBezTo>
                    <a:pt x="10983" y="2339"/>
                    <a:pt x="11248" y="2084"/>
                    <a:pt x="11257" y="1767"/>
                  </a:cubicBezTo>
                  <a:lnTo>
                    <a:pt x="11257" y="1403"/>
                  </a:lnTo>
                  <a:lnTo>
                    <a:pt x="12472" y="1403"/>
                  </a:lnTo>
                  <a:cubicBezTo>
                    <a:pt x="12750" y="1403"/>
                    <a:pt x="12750" y="985"/>
                    <a:pt x="12472" y="985"/>
                  </a:cubicBezTo>
                  <a:lnTo>
                    <a:pt x="11257" y="985"/>
                  </a:lnTo>
                  <a:lnTo>
                    <a:pt x="11257" y="577"/>
                  </a:lnTo>
                  <a:cubicBezTo>
                    <a:pt x="11248" y="255"/>
                    <a:pt x="10983" y="1"/>
                    <a:pt x="10662" y="1"/>
                  </a:cubicBezTo>
                  <a:cubicBezTo>
                    <a:pt x="10340" y="1"/>
                    <a:pt x="10081" y="255"/>
                    <a:pt x="10071" y="577"/>
                  </a:cubicBezTo>
                  <a:lnTo>
                    <a:pt x="10071" y="985"/>
                  </a:lnTo>
                  <a:lnTo>
                    <a:pt x="8799" y="985"/>
                  </a:lnTo>
                  <a:lnTo>
                    <a:pt x="8799" y="577"/>
                  </a:lnTo>
                  <a:cubicBezTo>
                    <a:pt x="8785" y="255"/>
                    <a:pt x="8526" y="1"/>
                    <a:pt x="8204" y="1"/>
                  </a:cubicBezTo>
                  <a:cubicBezTo>
                    <a:pt x="7883" y="1"/>
                    <a:pt x="7619" y="255"/>
                    <a:pt x="7609" y="577"/>
                  </a:cubicBezTo>
                  <a:lnTo>
                    <a:pt x="7609" y="985"/>
                  </a:lnTo>
                  <a:lnTo>
                    <a:pt x="6342" y="985"/>
                  </a:lnTo>
                  <a:lnTo>
                    <a:pt x="6342" y="577"/>
                  </a:lnTo>
                  <a:cubicBezTo>
                    <a:pt x="6327" y="255"/>
                    <a:pt x="6068" y="1"/>
                    <a:pt x="5746" y="1"/>
                  </a:cubicBezTo>
                  <a:cubicBezTo>
                    <a:pt x="5425" y="1"/>
                    <a:pt x="5161" y="255"/>
                    <a:pt x="5151" y="577"/>
                  </a:cubicBezTo>
                  <a:lnTo>
                    <a:pt x="5151" y="985"/>
                  </a:lnTo>
                  <a:lnTo>
                    <a:pt x="3884" y="985"/>
                  </a:lnTo>
                  <a:lnTo>
                    <a:pt x="3884" y="577"/>
                  </a:lnTo>
                  <a:cubicBezTo>
                    <a:pt x="3870" y="255"/>
                    <a:pt x="3610" y="1"/>
                    <a:pt x="3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3"/>
            <p:cNvSpPr/>
            <p:nvPr/>
          </p:nvSpPr>
          <p:spPr>
            <a:xfrm>
              <a:off x="3993059" y="3920271"/>
              <a:ext cx="161381" cy="157503"/>
            </a:xfrm>
            <a:custGeom>
              <a:rect b="b" l="l" r="r" t="t"/>
              <a:pathLst>
                <a:path extrusionOk="0" h="6011" w="6159">
                  <a:moveTo>
                    <a:pt x="207" y="0"/>
                  </a:moveTo>
                  <a:cubicBezTo>
                    <a:pt x="91" y="0"/>
                    <a:pt x="0" y="96"/>
                    <a:pt x="0" y="207"/>
                  </a:cubicBezTo>
                  <a:lnTo>
                    <a:pt x="0" y="1536"/>
                  </a:lnTo>
                  <a:cubicBezTo>
                    <a:pt x="0" y="2516"/>
                    <a:pt x="797" y="3312"/>
                    <a:pt x="1781" y="3317"/>
                  </a:cubicBezTo>
                  <a:lnTo>
                    <a:pt x="2506" y="3317"/>
                  </a:lnTo>
                  <a:cubicBezTo>
                    <a:pt x="3135" y="3317"/>
                    <a:pt x="3644" y="3826"/>
                    <a:pt x="3644" y="4455"/>
                  </a:cubicBezTo>
                  <a:cubicBezTo>
                    <a:pt x="3648" y="5314"/>
                    <a:pt x="4340" y="6005"/>
                    <a:pt x="5199" y="6010"/>
                  </a:cubicBezTo>
                  <a:lnTo>
                    <a:pt x="5880" y="6010"/>
                  </a:lnTo>
                  <a:cubicBezTo>
                    <a:pt x="6159" y="6010"/>
                    <a:pt x="6159" y="5593"/>
                    <a:pt x="5880" y="5593"/>
                  </a:cubicBezTo>
                  <a:lnTo>
                    <a:pt x="5199" y="5593"/>
                  </a:lnTo>
                  <a:cubicBezTo>
                    <a:pt x="4570" y="5593"/>
                    <a:pt x="4056" y="5084"/>
                    <a:pt x="4056" y="4455"/>
                  </a:cubicBezTo>
                  <a:cubicBezTo>
                    <a:pt x="4056" y="3596"/>
                    <a:pt x="3365" y="2900"/>
                    <a:pt x="2506" y="2900"/>
                  </a:cubicBezTo>
                  <a:lnTo>
                    <a:pt x="1781" y="2900"/>
                  </a:lnTo>
                  <a:cubicBezTo>
                    <a:pt x="1027" y="2900"/>
                    <a:pt x="413" y="2290"/>
                    <a:pt x="413" y="1536"/>
                  </a:cubicBezTo>
                  <a:lnTo>
                    <a:pt x="413" y="207"/>
                  </a:lnTo>
                  <a:cubicBezTo>
                    <a:pt x="413" y="96"/>
                    <a:pt x="322"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3"/>
            <p:cNvSpPr/>
            <p:nvPr/>
          </p:nvSpPr>
          <p:spPr>
            <a:xfrm>
              <a:off x="4161148" y="3930594"/>
              <a:ext cx="156324" cy="150848"/>
            </a:xfrm>
            <a:custGeom>
              <a:rect b="b" l="l" r="r" t="t"/>
              <a:pathLst>
                <a:path extrusionOk="0" h="5757" w="5966">
                  <a:moveTo>
                    <a:pt x="3925" y="768"/>
                  </a:moveTo>
                  <a:lnTo>
                    <a:pt x="5024" y="1867"/>
                  </a:lnTo>
                  <a:lnTo>
                    <a:pt x="4679" y="2213"/>
                  </a:lnTo>
                  <a:lnTo>
                    <a:pt x="3579" y="1114"/>
                  </a:lnTo>
                  <a:lnTo>
                    <a:pt x="3925" y="768"/>
                  </a:lnTo>
                  <a:close/>
                  <a:moveTo>
                    <a:pt x="3286" y="1406"/>
                  </a:moveTo>
                  <a:lnTo>
                    <a:pt x="3690" y="1810"/>
                  </a:lnTo>
                  <a:lnTo>
                    <a:pt x="1573" y="3927"/>
                  </a:lnTo>
                  <a:lnTo>
                    <a:pt x="1170" y="3523"/>
                  </a:lnTo>
                  <a:lnTo>
                    <a:pt x="3286" y="1406"/>
                  </a:lnTo>
                  <a:close/>
                  <a:moveTo>
                    <a:pt x="968" y="3907"/>
                  </a:moveTo>
                  <a:lnTo>
                    <a:pt x="1890" y="4824"/>
                  </a:lnTo>
                  <a:lnTo>
                    <a:pt x="1280" y="5011"/>
                  </a:lnTo>
                  <a:cubicBezTo>
                    <a:pt x="1189" y="4781"/>
                    <a:pt x="1011" y="4603"/>
                    <a:pt x="781" y="4517"/>
                  </a:cubicBezTo>
                  <a:lnTo>
                    <a:pt x="968" y="3907"/>
                  </a:lnTo>
                  <a:close/>
                  <a:moveTo>
                    <a:pt x="656" y="4915"/>
                  </a:moveTo>
                  <a:cubicBezTo>
                    <a:pt x="757" y="4959"/>
                    <a:pt x="834" y="5035"/>
                    <a:pt x="882" y="5136"/>
                  </a:cubicBezTo>
                  <a:lnTo>
                    <a:pt x="560" y="5232"/>
                  </a:lnTo>
                  <a:lnTo>
                    <a:pt x="656" y="4915"/>
                  </a:lnTo>
                  <a:close/>
                  <a:moveTo>
                    <a:pt x="4453" y="1"/>
                  </a:moveTo>
                  <a:cubicBezTo>
                    <a:pt x="4439" y="1"/>
                    <a:pt x="4425" y="2"/>
                    <a:pt x="4410" y="5"/>
                  </a:cubicBezTo>
                  <a:cubicBezTo>
                    <a:pt x="3834" y="106"/>
                    <a:pt x="3642" y="518"/>
                    <a:pt x="3142" y="960"/>
                  </a:cubicBezTo>
                  <a:cubicBezTo>
                    <a:pt x="3142" y="960"/>
                    <a:pt x="843" y="3254"/>
                    <a:pt x="819" y="3307"/>
                  </a:cubicBezTo>
                  <a:cubicBezTo>
                    <a:pt x="608" y="3442"/>
                    <a:pt x="522" y="3999"/>
                    <a:pt x="42" y="5491"/>
                  </a:cubicBezTo>
                  <a:cubicBezTo>
                    <a:pt x="0" y="5628"/>
                    <a:pt x="104" y="5757"/>
                    <a:pt x="238" y="5757"/>
                  </a:cubicBezTo>
                  <a:cubicBezTo>
                    <a:pt x="260" y="5757"/>
                    <a:pt x="283" y="5753"/>
                    <a:pt x="306" y="5746"/>
                  </a:cubicBezTo>
                  <a:lnTo>
                    <a:pt x="2115" y="5189"/>
                  </a:lnTo>
                  <a:cubicBezTo>
                    <a:pt x="2456" y="5083"/>
                    <a:pt x="2600" y="4863"/>
                    <a:pt x="2710" y="4767"/>
                  </a:cubicBezTo>
                  <a:cubicBezTo>
                    <a:pt x="2861" y="4616"/>
                    <a:pt x="2725" y="4409"/>
                    <a:pt x="2564" y="4409"/>
                  </a:cubicBezTo>
                  <a:cubicBezTo>
                    <a:pt x="2515" y="4409"/>
                    <a:pt x="2464" y="4428"/>
                    <a:pt x="2418" y="4474"/>
                  </a:cubicBezTo>
                  <a:lnTo>
                    <a:pt x="2269" y="4623"/>
                  </a:lnTo>
                  <a:lnTo>
                    <a:pt x="1866" y="4219"/>
                  </a:lnTo>
                  <a:lnTo>
                    <a:pt x="3983" y="2102"/>
                  </a:lnTo>
                  <a:lnTo>
                    <a:pt x="4386" y="2506"/>
                  </a:lnTo>
                  <a:lnTo>
                    <a:pt x="3003" y="3888"/>
                  </a:lnTo>
                  <a:cubicBezTo>
                    <a:pt x="2878" y="4018"/>
                    <a:pt x="2970" y="4239"/>
                    <a:pt x="3152" y="4239"/>
                  </a:cubicBezTo>
                  <a:cubicBezTo>
                    <a:pt x="3315" y="4239"/>
                    <a:pt x="3258" y="4191"/>
                    <a:pt x="4818" y="2659"/>
                  </a:cubicBezTo>
                  <a:lnTo>
                    <a:pt x="4827" y="2654"/>
                  </a:lnTo>
                  <a:lnTo>
                    <a:pt x="4832" y="2645"/>
                  </a:lnTo>
                  <a:lnTo>
                    <a:pt x="5461" y="2016"/>
                  </a:lnTo>
                  <a:cubicBezTo>
                    <a:pt x="5965" y="1512"/>
                    <a:pt x="5917" y="682"/>
                    <a:pt x="5355" y="240"/>
                  </a:cubicBezTo>
                  <a:cubicBezTo>
                    <a:pt x="5312" y="206"/>
                    <a:pt x="5268" y="191"/>
                    <a:pt x="5226" y="191"/>
                  </a:cubicBezTo>
                  <a:cubicBezTo>
                    <a:pt x="5057" y="191"/>
                    <a:pt x="4928" y="428"/>
                    <a:pt x="5101" y="566"/>
                  </a:cubicBezTo>
                  <a:cubicBezTo>
                    <a:pt x="5399" y="802"/>
                    <a:pt x="5480" y="1224"/>
                    <a:pt x="5293" y="1560"/>
                  </a:cubicBezTo>
                  <a:lnTo>
                    <a:pt x="4237" y="499"/>
                  </a:lnTo>
                  <a:cubicBezTo>
                    <a:pt x="4314" y="456"/>
                    <a:pt x="4395" y="427"/>
                    <a:pt x="4482" y="413"/>
                  </a:cubicBezTo>
                  <a:cubicBezTo>
                    <a:pt x="4740" y="367"/>
                    <a:pt x="4690" y="1"/>
                    <a:pt x="4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6" name="Google Shape;14686;p83"/>
          <p:cNvGrpSpPr/>
          <p:nvPr/>
        </p:nvGrpSpPr>
        <p:grpSpPr>
          <a:xfrm>
            <a:off x="3220505" y="3805687"/>
            <a:ext cx="80153" cy="365472"/>
            <a:chOff x="3220505" y="3805687"/>
            <a:chExt cx="80153" cy="365472"/>
          </a:xfrm>
        </p:grpSpPr>
        <p:sp>
          <p:nvSpPr>
            <p:cNvPr id="14687" name="Google Shape;14687;p83"/>
            <p:cNvSpPr/>
            <p:nvPr/>
          </p:nvSpPr>
          <p:spPr>
            <a:xfrm>
              <a:off x="3225929" y="3814072"/>
              <a:ext cx="69332" cy="351611"/>
            </a:xfrm>
            <a:custGeom>
              <a:rect b="b" l="l" r="r" t="t"/>
              <a:pathLst>
                <a:path extrusionOk="0" h="13419" w="2646">
                  <a:moveTo>
                    <a:pt x="1325" y="1"/>
                  </a:moveTo>
                  <a:cubicBezTo>
                    <a:pt x="1289" y="1"/>
                    <a:pt x="1253" y="19"/>
                    <a:pt x="1234" y="55"/>
                  </a:cubicBezTo>
                  <a:lnTo>
                    <a:pt x="744" y="981"/>
                  </a:lnTo>
                  <a:lnTo>
                    <a:pt x="135" y="2138"/>
                  </a:lnTo>
                  <a:cubicBezTo>
                    <a:pt x="48" y="2301"/>
                    <a:pt x="0" y="2479"/>
                    <a:pt x="5" y="2661"/>
                  </a:cubicBezTo>
                  <a:lnTo>
                    <a:pt x="5" y="12098"/>
                  </a:lnTo>
                  <a:cubicBezTo>
                    <a:pt x="0" y="12829"/>
                    <a:pt x="596" y="13419"/>
                    <a:pt x="1318" y="13419"/>
                  </a:cubicBezTo>
                  <a:cubicBezTo>
                    <a:pt x="1327" y="13419"/>
                    <a:pt x="1336" y="13419"/>
                    <a:pt x="1344" y="13419"/>
                  </a:cubicBezTo>
                  <a:cubicBezTo>
                    <a:pt x="1522" y="13419"/>
                    <a:pt x="1700" y="13380"/>
                    <a:pt x="1858" y="13303"/>
                  </a:cubicBezTo>
                  <a:cubicBezTo>
                    <a:pt x="2333" y="13087"/>
                    <a:pt x="2636" y="12617"/>
                    <a:pt x="2645" y="12098"/>
                  </a:cubicBezTo>
                  <a:lnTo>
                    <a:pt x="2645" y="12079"/>
                  </a:lnTo>
                  <a:lnTo>
                    <a:pt x="2645" y="2661"/>
                  </a:lnTo>
                  <a:cubicBezTo>
                    <a:pt x="2645" y="2584"/>
                    <a:pt x="2636" y="2503"/>
                    <a:pt x="2621" y="2426"/>
                  </a:cubicBezTo>
                  <a:cubicBezTo>
                    <a:pt x="2616" y="2421"/>
                    <a:pt x="2616" y="2416"/>
                    <a:pt x="2616" y="2412"/>
                  </a:cubicBezTo>
                  <a:cubicBezTo>
                    <a:pt x="2597" y="2316"/>
                    <a:pt x="2564" y="2224"/>
                    <a:pt x="2516" y="2138"/>
                  </a:cubicBezTo>
                  <a:lnTo>
                    <a:pt x="1906" y="981"/>
                  </a:lnTo>
                  <a:lnTo>
                    <a:pt x="1416" y="55"/>
                  </a:lnTo>
                  <a:cubicBezTo>
                    <a:pt x="1397" y="19"/>
                    <a:pt x="1361" y="1"/>
                    <a:pt x="132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3"/>
            <p:cNvSpPr/>
            <p:nvPr/>
          </p:nvSpPr>
          <p:spPr>
            <a:xfrm>
              <a:off x="3226060" y="4099365"/>
              <a:ext cx="69201" cy="31731"/>
            </a:xfrm>
            <a:custGeom>
              <a:rect b="b" l="l" r="r" t="t"/>
              <a:pathLst>
                <a:path extrusionOk="0" h="1211" w="2641">
                  <a:moveTo>
                    <a:pt x="0" y="1"/>
                  </a:moveTo>
                  <a:lnTo>
                    <a:pt x="0" y="1210"/>
                  </a:lnTo>
                  <a:lnTo>
                    <a:pt x="2640" y="1210"/>
                  </a:lnTo>
                  <a:lnTo>
                    <a:pt x="2640" y="1191"/>
                  </a:lnTo>
                  <a:lnTo>
                    <a:pt x="264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3"/>
            <p:cNvSpPr/>
            <p:nvPr/>
          </p:nvSpPr>
          <p:spPr>
            <a:xfrm>
              <a:off x="3245423" y="3814072"/>
              <a:ext cx="30342" cy="31391"/>
            </a:xfrm>
            <a:custGeom>
              <a:rect b="b" l="l" r="r" t="t"/>
              <a:pathLst>
                <a:path extrusionOk="0" h="1198" w="1158">
                  <a:moveTo>
                    <a:pt x="581" y="1"/>
                  </a:moveTo>
                  <a:cubicBezTo>
                    <a:pt x="545" y="1"/>
                    <a:pt x="509" y="19"/>
                    <a:pt x="490" y="55"/>
                  </a:cubicBezTo>
                  <a:lnTo>
                    <a:pt x="0" y="981"/>
                  </a:lnTo>
                  <a:cubicBezTo>
                    <a:pt x="166" y="1125"/>
                    <a:pt x="372" y="1197"/>
                    <a:pt x="579" y="1197"/>
                  </a:cubicBezTo>
                  <a:cubicBezTo>
                    <a:pt x="785" y="1197"/>
                    <a:pt x="992" y="1125"/>
                    <a:pt x="1157" y="981"/>
                  </a:cubicBezTo>
                  <a:lnTo>
                    <a:pt x="672" y="55"/>
                  </a:lnTo>
                  <a:cubicBezTo>
                    <a:pt x="653" y="19"/>
                    <a:pt x="617" y="1"/>
                    <a:pt x="58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3"/>
            <p:cNvSpPr/>
            <p:nvPr/>
          </p:nvSpPr>
          <p:spPr>
            <a:xfrm>
              <a:off x="3225929" y="4131070"/>
              <a:ext cx="69332" cy="34614"/>
            </a:xfrm>
            <a:custGeom>
              <a:rect b="b" l="l" r="r" t="t"/>
              <a:pathLst>
                <a:path extrusionOk="0" h="1321" w="2646">
                  <a:moveTo>
                    <a:pt x="0" y="0"/>
                  </a:moveTo>
                  <a:cubicBezTo>
                    <a:pt x="0" y="731"/>
                    <a:pt x="591" y="1321"/>
                    <a:pt x="1318" y="1321"/>
                  </a:cubicBezTo>
                  <a:cubicBezTo>
                    <a:pt x="1327" y="1321"/>
                    <a:pt x="1336" y="1321"/>
                    <a:pt x="1344" y="1321"/>
                  </a:cubicBezTo>
                  <a:cubicBezTo>
                    <a:pt x="1522" y="1321"/>
                    <a:pt x="1700" y="1277"/>
                    <a:pt x="1858" y="1205"/>
                  </a:cubicBezTo>
                  <a:cubicBezTo>
                    <a:pt x="2333" y="989"/>
                    <a:pt x="2636" y="519"/>
                    <a:pt x="264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3"/>
            <p:cNvSpPr/>
            <p:nvPr/>
          </p:nvSpPr>
          <p:spPr>
            <a:xfrm>
              <a:off x="3254227" y="4099365"/>
              <a:ext cx="41033" cy="31731"/>
            </a:xfrm>
            <a:custGeom>
              <a:rect b="b" l="l" r="r" t="t"/>
              <a:pathLst>
                <a:path extrusionOk="0" h="1211" w="1566">
                  <a:moveTo>
                    <a:pt x="0" y="1"/>
                  </a:moveTo>
                  <a:lnTo>
                    <a:pt x="0" y="1210"/>
                  </a:lnTo>
                  <a:lnTo>
                    <a:pt x="1565" y="1210"/>
                  </a:lnTo>
                  <a:lnTo>
                    <a:pt x="1565" y="1191"/>
                  </a:lnTo>
                  <a:lnTo>
                    <a:pt x="1565"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3"/>
            <p:cNvSpPr/>
            <p:nvPr/>
          </p:nvSpPr>
          <p:spPr>
            <a:xfrm>
              <a:off x="3254227" y="4131070"/>
              <a:ext cx="41033" cy="31600"/>
            </a:xfrm>
            <a:custGeom>
              <a:rect b="b" l="l" r="r" t="t"/>
              <a:pathLst>
                <a:path extrusionOk="0" h="1206" w="1566">
                  <a:moveTo>
                    <a:pt x="0" y="0"/>
                  </a:moveTo>
                  <a:cubicBezTo>
                    <a:pt x="0" y="519"/>
                    <a:pt x="303" y="994"/>
                    <a:pt x="778" y="1205"/>
                  </a:cubicBezTo>
                  <a:cubicBezTo>
                    <a:pt x="1253" y="989"/>
                    <a:pt x="1556" y="519"/>
                    <a:pt x="15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3"/>
            <p:cNvSpPr/>
            <p:nvPr/>
          </p:nvSpPr>
          <p:spPr>
            <a:xfrm>
              <a:off x="3226060" y="3877115"/>
              <a:ext cx="69201" cy="222276"/>
            </a:xfrm>
            <a:custGeom>
              <a:rect b="b" l="l" r="r" t="t"/>
              <a:pathLst>
                <a:path extrusionOk="0" h="8483" w="2641">
                  <a:moveTo>
                    <a:pt x="29" y="1"/>
                  </a:moveTo>
                  <a:cubicBezTo>
                    <a:pt x="10" y="87"/>
                    <a:pt x="0" y="169"/>
                    <a:pt x="0" y="255"/>
                  </a:cubicBezTo>
                  <a:lnTo>
                    <a:pt x="0" y="8483"/>
                  </a:lnTo>
                  <a:lnTo>
                    <a:pt x="2640" y="8483"/>
                  </a:lnTo>
                  <a:lnTo>
                    <a:pt x="2640" y="255"/>
                  </a:lnTo>
                  <a:cubicBezTo>
                    <a:pt x="2640" y="174"/>
                    <a:pt x="2631" y="97"/>
                    <a:pt x="2616" y="20"/>
                  </a:cubicBezTo>
                  <a:cubicBezTo>
                    <a:pt x="2611" y="15"/>
                    <a:pt x="2611" y="6"/>
                    <a:pt x="2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3"/>
            <p:cNvSpPr/>
            <p:nvPr/>
          </p:nvSpPr>
          <p:spPr>
            <a:xfrm>
              <a:off x="3258891" y="3877115"/>
              <a:ext cx="36369" cy="222276"/>
            </a:xfrm>
            <a:custGeom>
              <a:rect b="b" l="l" r="r" t="t"/>
              <a:pathLst>
                <a:path extrusionOk="0" h="8483" w="1388">
                  <a:moveTo>
                    <a:pt x="0" y="1"/>
                  </a:moveTo>
                  <a:lnTo>
                    <a:pt x="0" y="8483"/>
                  </a:lnTo>
                  <a:lnTo>
                    <a:pt x="1387" y="8483"/>
                  </a:lnTo>
                  <a:lnTo>
                    <a:pt x="1387" y="255"/>
                  </a:lnTo>
                  <a:cubicBezTo>
                    <a:pt x="1387" y="174"/>
                    <a:pt x="1378" y="97"/>
                    <a:pt x="1363" y="20"/>
                  </a:cubicBezTo>
                  <a:cubicBezTo>
                    <a:pt x="1363" y="15"/>
                    <a:pt x="1363" y="6"/>
                    <a:pt x="1363"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3"/>
            <p:cNvSpPr/>
            <p:nvPr/>
          </p:nvSpPr>
          <p:spPr>
            <a:xfrm>
              <a:off x="3220505" y="3805687"/>
              <a:ext cx="80153" cy="365472"/>
            </a:xfrm>
            <a:custGeom>
              <a:rect b="b" l="l" r="r" t="t"/>
              <a:pathLst>
                <a:path extrusionOk="0" h="13948" w="3059">
                  <a:moveTo>
                    <a:pt x="1532" y="653"/>
                  </a:moveTo>
                  <a:lnTo>
                    <a:pt x="1835" y="1224"/>
                  </a:lnTo>
                  <a:lnTo>
                    <a:pt x="1839" y="1234"/>
                  </a:lnTo>
                  <a:cubicBezTo>
                    <a:pt x="1741" y="1284"/>
                    <a:pt x="1635" y="1310"/>
                    <a:pt x="1530" y="1310"/>
                  </a:cubicBezTo>
                  <a:cubicBezTo>
                    <a:pt x="1424" y="1310"/>
                    <a:pt x="1319" y="1284"/>
                    <a:pt x="1220" y="1234"/>
                  </a:cubicBezTo>
                  <a:lnTo>
                    <a:pt x="1532" y="653"/>
                  </a:lnTo>
                  <a:close/>
                  <a:moveTo>
                    <a:pt x="2031" y="1599"/>
                  </a:moveTo>
                  <a:lnTo>
                    <a:pt x="2521" y="2520"/>
                  </a:lnTo>
                  <a:lnTo>
                    <a:pt x="539" y="2520"/>
                  </a:lnTo>
                  <a:lnTo>
                    <a:pt x="1028" y="1599"/>
                  </a:lnTo>
                  <a:cubicBezTo>
                    <a:pt x="1187" y="1683"/>
                    <a:pt x="1359" y="1725"/>
                    <a:pt x="1532" y="1725"/>
                  </a:cubicBezTo>
                  <a:cubicBezTo>
                    <a:pt x="1704" y="1725"/>
                    <a:pt x="1875" y="1683"/>
                    <a:pt x="2031" y="1599"/>
                  </a:cubicBezTo>
                  <a:close/>
                  <a:moveTo>
                    <a:pt x="2646" y="11415"/>
                  </a:moveTo>
                  <a:lnTo>
                    <a:pt x="2646" y="12212"/>
                  </a:lnTo>
                  <a:lnTo>
                    <a:pt x="419" y="12212"/>
                  </a:lnTo>
                  <a:lnTo>
                    <a:pt x="419" y="11415"/>
                  </a:lnTo>
                  <a:close/>
                  <a:moveTo>
                    <a:pt x="1527" y="0"/>
                  </a:moveTo>
                  <a:cubicBezTo>
                    <a:pt x="1451" y="0"/>
                    <a:pt x="1383" y="44"/>
                    <a:pt x="1345" y="111"/>
                  </a:cubicBezTo>
                  <a:lnTo>
                    <a:pt x="769" y="1205"/>
                  </a:lnTo>
                  <a:lnTo>
                    <a:pt x="155" y="2362"/>
                  </a:lnTo>
                  <a:cubicBezTo>
                    <a:pt x="54" y="2554"/>
                    <a:pt x="1" y="2765"/>
                    <a:pt x="1" y="2981"/>
                  </a:cubicBezTo>
                  <a:lnTo>
                    <a:pt x="1" y="6701"/>
                  </a:lnTo>
                  <a:cubicBezTo>
                    <a:pt x="1" y="6841"/>
                    <a:pt x="105" y="6910"/>
                    <a:pt x="210" y="6910"/>
                  </a:cubicBezTo>
                  <a:cubicBezTo>
                    <a:pt x="314" y="6910"/>
                    <a:pt x="419" y="6841"/>
                    <a:pt x="419" y="6701"/>
                  </a:cubicBezTo>
                  <a:lnTo>
                    <a:pt x="419" y="2938"/>
                  </a:lnTo>
                  <a:lnTo>
                    <a:pt x="1321" y="2938"/>
                  </a:lnTo>
                  <a:lnTo>
                    <a:pt x="1321" y="10993"/>
                  </a:lnTo>
                  <a:lnTo>
                    <a:pt x="1321" y="11002"/>
                  </a:lnTo>
                  <a:lnTo>
                    <a:pt x="414" y="11002"/>
                  </a:lnTo>
                  <a:lnTo>
                    <a:pt x="414" y="7532"/>
                  </a:lnTo>
                  <a:cubicBezTo>
                    <a:pt x="414" y="7393"/>
                    <a:pt x="311" y="7323"/>
                    <a:pt x="207" y="7323"/>
                  </a:cubicBezTo>
                  <a:cubicBezTo>
                    <a:pt x="104" y="7323"/>
                    <a:pt x="1" y="7393"/>
                    <a:pt x="1" y="7532"/>
                  </a:cubicBezTo>
                  <a:lnTo>
                    <a:pt x="1" y="12418"/>
                  </a:lnTo>
                  <a:lnTo>
                    <a:pt x="1" y="12423"/>
                  </a:lnTo>
                  <a:cubicBezTo>
                    <a:pt x="1" y="12697"/>
                    <a:pt x="78" y="12971"/>
                    <a:pt x="222" y="13206"/>
                  </a:cubicBezTo>
                  <a:cubicBezTo>
                    <a:pt x="265" y="13281"/>
                    <a:pt x="329" y="13313"/>
                    <a:pt x="393" y="13313"/>
                  </a:cubicBezTo>
                  <a:cubicBezTo>
                    <a:pt x="535" y="13313"/>
                    <a:pt x="675" y="13157"/>
                    <a:pt x="572" y="12995"/>
                  </a:cubicBezTo>
                  <a:cubicBezTo>
                    <a:pt x="505" y="12879"/>
                    <a:pt x="457" y="12755"/>
                    <a:pt x="433" y="12625"/>
                  </a:cubicBezTo>
                  <a:lnTo>
                    <a:pt x="2622" y="12625"/>
                  </a:lnTo>
                  <a:cubicBezTo>
                    <a:pt x="2516" y="13143"/>
                    <a:pt x="2075" y="13518"/>
                    <a:pt x="1547" y="13532"/>
                  </a:cubicBezTo>
                  <a:cubicBezTo>
                    <a:pt x="1536" y="13532"/>
                    <a:pt x="1525" y="13533"/>
                    <a:pt x="1514" y="13533"/>
                  </a:cubicBezTo>
                  <a:cubicBezTo>
                    <a:pt x="1370" y="13533"/>
                    <a:pt x="1225" y="13504"/>
                    <a:pt x="1095" y="13446"/>
                  </a:cubicBezTo>
                  <a:cubicBezTo>
                    <a:pt x="1064" y="13432"/>
                    <a:pt x="1034" y="13426"/>
                    <a:pt x="1006" y="13426"/>
                  </a:cubicBezTo>
                  <a:cubicBezTo>
                    <a:pt x="807" y="13426"/>
                    <a:pt x="709" y="13732"/>
                    <a:pt x="932" y="13825"/>
                  </a:cubicBezTo>
                  <a:cubicBezTo>
                    <a:pt x="1128" y="13909"/>
                    <a:pt x="1329" y="13948"/>
                    <a:pt x="1525" y="13948"/>
                  </a:cubicBezTo>
                  <a:cubicBezTo>
                    <a:pt x="2333" y="13948"/>
                    <a:pt x="3059" y="13284"/>
                    <a:pt x="3059" y="12418"/>
                  </a:cubicBezTo>
                  <a:lnTo>
                    <a:pt x="3059" y="11223"/>
                  </a:lnTo>
                  <a:cubicBezTo>
                    <a:pt x="3059" y="11218"/>
                    <a:pt x="3059" y="11214"/>
                    <a:pt x="3059" y="11209"/>
                  </a:cubicBezTo>
                  <a:lnTo>
                    <a:pt x="3059" y="11190"/>
                  </a:lnTo>
                  <a:lnTo>
                    <a:pt x="3059" y="9414"/>
                  </a:lnTo>
                  <a:cubicBezTo>
                    <a:pt x="3059" y="9277"/>
                    <a:pt x="2955" y="9208"/>
                    <a:pt x="2852" y="9208"/>
                  </a:cubicBezTo>
                  <a:cubicBezTo>
                    <a:pt x="2749" y="9208"/>
                    <a:pt x="2646" y="9277"/>
                    <a:pt x="2646" y="9414"/>
                  </a:cubicBezTo>
                  <a:lnTo>
                    <a:pt x="2646" y="10998"/>
                  </a:lnTo>
                  <a:lnTo>
                    <a:pt x="1739" y="10998"/>
                  </a:lnTo>
                  <a:lnTo>
                    <a:pt x="1739" y="10988"/>
                  </a:lnTo>
                  <a:lnTo>
                    <a:pt x="1739" y="2933"/>
                  </a:lnTo>
                  <a:lnTo>
                    <a:pt x="2646" y="2933"/>
                  </a:lnTo>
                  <a:lnTo>
                    <a:pt x="2646" y="2981"/>
                  </a:lnTo>
                  <a:lnTo>
                    <a:pt x="2646" y="8588"/>
                  </a:lnTo>
                  <a:cubicBezTo>
                    <a:pt x="2646" y="8725"/>
                    <a:pt x="2749" y="8793"/>
                    <a:pt x="2852" y="8793"/>
                  </a:cubicBezTo>
                  <a:cubicBezTo>
                    <a:pt x="2955" y="8793"/>
                    <a:pt x="3059" y="8725"/>
                    <a:pt x="3059" y="8588"/>
                  </a:cubicBezTo>
                  <a:lnTo>
                    <a:pt x="3059" y="2981"/>
                  </a:lnTo>
                  <a:cubicBezTo>
                    <a:pt x="3059" y="2765"/>
                    <a:pt x="3006" y="2549"/>
                    <a:pt x="2905" y="2362"/>
                  </a:cubicBezTo>
                  <a:lnTo>
                    <a:pt x="1710" y="111"/>
                  </a:lnTo>
                  <a:cubicBezTo>
                    <a:pt x="1676" y="44"/>
                    <a:pt x="1604" y="0"/>
                    <a:pt x="15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6" name="Google Shape;14696;p83"/>
          <p:cNvGrpSpPr/>
          <p:nvPr/>
        </p:nvGrpSpPr>
        <p:grpSpPr>
          <a:xfrm>
            <a:off x="1347157" y="2421723"/>
            <a:ext cx="280655" cy="365551"/>
            <a:chOff x="1347157" y="2421723"/>
            <a:chExt cx="280655" cy="365551"/>
          </a:xfrm>
        </p:grpSpPr>
        <p:sp>
          <p:nvSpPr>
            <p:cNvPr id="14697" name="Google Shape;14697;p83"/>
            <p:cNvSpPr/>
            <p:nvPr/>
          </p:nvSpPr>
          <p:spPr>
            <a:xfrm>
              <a:off x="1348546" y="2427357"/>
              <a:ext cx="273607" cy="354520"/>
            </a:xfrm>
            <a:custGeom>
              <a:rect b="b" l="l" r="r" t="t"/>
              <a:pathLst>
                <a:path extrusionOk="0" h="13530" w="10442">
                  <a:moveTo>
                    <a:pt x="5529" y="0"/>
                  </a:moveTo>
                  <a:cubicBezTo>
                    <a:pt x="4771" y="0"/>
                    <a:pt x="4010" y="189"/>
                    <a:pt x="3318" y="574"/>
                  </a:cubicBezTo>
                  <a:cubicBezTo>
                    <a:pt x="1638" y="1515"/>
                    <a:pt x="725" y="3411"/>
                    <a:pt x="1047" y="5307"/>
                  </a:cubicBezTo>
                  <a:lnTo>
                    <a:pt x="207" y="7793"/>
                  </a:lnTo>
                  <a:cubicBezTo>
                    <a:pt x="1" y="8398"/>
                    <a:pt x="423" y="9051"/>
                    <a:pt x="1061" y="9080"/>
                  </a:cubicBezTo>
                  <a:lnTo>
                    <a:pt x="1426" y="9080"/>
                  </a:lnTo>
                  <a:cubicBezTo>
                    <a:pt x="1532" y="9080"/>
                    <a:pt x="1618" y="9166"/>
                    <a:pt x="1618" y="9272"/>
                  </a:cubicBezTo>
                  <a:lnTo>
                    <a:pt x="1618" y="11005"/>
                  </a:lnTo>
                  <a:cubicBezTo>
                    <a:pt x="1618" y="11513"/>
                    <a:pt x="2031" y="11926"/>
                    <a:pt x="2540" y="11926"/>
                  </a:cubicBezTo>
                  <a:lnTo>
                    <a:pt x="3860" y="11705"/>
                  </a:lnTo>
                  <a:cubicBezTo>
                    <a:pt x="3871" y="11704"/>
                    <a:pt x="3882" y="11703"/>
                    <a:pt x="3893" y="11703"/>
                  </a:cubicBezTo>
                  <a:cubicBezTo>
                    <a:pt x="3999" y="11703"/>
                    <a:pt x="4086" y="11784"/>
                    <a:pt x="4086" y="11893"/>
                  </a:cubicBezTo>
                  <a:lnTo>
                    <a:pt x="4086" y="13241"/>
                  </a:lnTo>
                  <a:cubicBezTo>
                    <a:pt x="4086" y="13400"/>
                    <a:pt x="4210" y="13529"/>
                    <a:pt x="4369" y="13529"/>
                  </a:cubicBezTo>
                  <a:lnTo>
                    <a:pt x="8588" y="13529"/>
                  </a:lnTo>
                  <a:cubicBezTo>
                    <a:pt x="8747" y="13529"/>
                    <a:pt x="8876" y="13400"/>
                    <a:pt x="8876" y="13241"/>
                  </a:cubicBezTo>
                  <a:lnTo>
                    <a:pt x="8876" y="8763"/>
                  </a:lnTo>
                  <a:cubicBezTo>
                    <a:pt x="8876" y="8470"/>
                    <a:pt x="8915" y="8177"/>
                    <a:pt x="8996" y="7899"/>
                  </a:cubicBezTo>
                  <a:cubicBezTo>
                    <a:pt x="9073" y="7616"/>
                    <a:pt x="9193" y="7352"/>
                    <a:pt x="9352" y="7102"/>
                  </a:cubicBezTo>
                  <a:cubicBezTo>
                    <a:pt x="9587" y="6737"/>
                    <a:pt x="9764" y="6339"/>
                    <a:pt x="9889" y="5921"/>
                  </a:cubicBezTo>
                  <a:lnTo>
                    <a:pt x="9884" y="5921"/>
                  </a:lnTo>
                  <a:cubicBezTo>
                    <a:pt x="10441" y="4145"/>
                    <a:pt x="9860" y="2201"/>
                    <a:pt x="8411" y="1025"/>
                  </a:cubicBezTo>
                  <a:cubicBezTo>
                    <a:pt x="7579" y="348"/>
                    <a:pt x="6557" y="0"/>
                    <a:pt x="5529"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83"/>
            <p:cNvSpPr/>
            <p:nvPr/>
          </p:nvSpPr>
          <p:spPr>
            <a:xfrm>
              <a:off x="1475969" y="2654428"/>
              <a:ext cx="35740" cy="22220"/>
            </a:xfrm>
            <a:custGeom>
              <a:rect b="b" l="l" r="r" t="t"/>
              <a:pathLst>
                <a:path extrusionOk="0" h="848" w="1364">
                  <a:moveTo>
                    <a:pt x="0" y="1"/>
                  </a:moveTo>
                  <a:lnTo>
                    <a:pt x="0" y="169"/>
                  </a:lnTo>
                  <a:cubicBezTo>
                    <a:pt x="0" y="562"/>
                    <a:pt x="326" y="847"/>
                    <a:pt x="682" y="847"/>
                  </a:cubicBezTo>
                  <a:cubicBezTo>
                    <a:pt x="796" y="847"/>
                    <a:pt x="912" y="818"/>
                    <a:pt x="1023" y="754"/>
                  </a:cubicBezTo>
                  <a:lnTo>
                    <a:pt x="1028" y="750"/>
                  </a:lnTo>
                  <a:cubicBezTo>
                    <a:pt x="1234" y="630"/>
                    <a:pt x="1364" y="409"/>
                    <a:pt x="1364" y="169"/>
                  </a:cubicBezTo>
                  <a:lnTo>
                    <a:pt x="1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3"/>
            <p:cNvSpPr/>
            <p:nvPr/>
          </p:nvSpPr>
          <p:spPr>
            <a:xfrm>
              <a:off x="1494205" y="2654428"/>
              <a:ext cx="17503" cy="19652"/>
            </a:xfrm>
            <a:custGeom>
              <a:rect b="b" l="l" r="r" t="t"/>
              <a:pathLst>
                <a:path extrusionOk="0" h="750" w="668">
                  <a:moveTo>
                    <a:pt x="0" y="1"/>
                  </a:moveTo>
                  <a:lnTo>
                    <a:pt x="0" y="169"/>
                  </a:lnTo>
                  <a:cubicBezTo>
                    <a:pt x="0" y="404"/>
                    <a:pt x="125" y="630"/>
                    <a:pt x="332" y="750"/>
                  </a:cubicBezTo>
                  <a:cubicBezTo>
                    <a:pt x="538" y="630"/>
                    <a:pt x="668" y="409"/>
                    <a:pt x="668" y="169"/>
                  </a:cubicBezTo>
                  <a:lnTo>
                    <a:pt x="66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3"/>
            <p:cNvSpPr/>
            <p:nvPr/>
          </p:nvSpPr>
          <p:spPr>
            <a:xfrm>
              <a:off x="1432708" y="2488514"/>
              <a:ext cx="121265" cy="167722"/>
            </a:xfrm>
            <a:custGeom>
              <a:rect b="b" l="l" r="r" t="t"/>
              <a:pathLst>
                <a:path extrusionOk="0" h="6401" w="4628">
                  <a:moveTo>
                    <a:pt x="2328" y="1"/>
                  </a:moveTo>
                  <a:cubicBezTo>
                    <a:pt x="1453" y="1"/>
                    <a:pt x="660" y="533"/>
                    <a:pt x="331" y="1350"/>
                  </a:cubicBezTo>
                  <a:cubicBezTo>
                    <a:pt x="0" y="2190"/>
                    <a:pt x="221" y="3146"/>
                    <a:pt x="888" y="3750"/>
                  </a:cubicBezTo>
                  <a:cubicBezTo>
                    <a:pt x="1147" y="3990"/>
                    <a:pt x="1296" y="4331"/>
                    <a:pt x="1296" y="4691"/>
                  </a:cubicBezTo>
                  <a:lnTo>
                    <a:pt x="1296" y="6035"/>
                  </a:lnTo>
                  <a:cubicBezTo>
                    <a:pt x="1296" y="6131"/>
                    <a:pt x="1334" y="6227"/>
                    <a:pt x="1402" y="6294"/>
                  </a:cubicBezTo>
                  <a:cubicBezTo>
                    <a:pt x="1416" y="6304"/>
                    <a:pt x="1430" y="6318"/>
                    <a:pt x="1445" y="6328"/>
                  </a:cubicBezTo>
                  <a:cubicBezTo>
                    <a:pt x="1454" y="6338"/>
                    <a:pt x="1464" y="6342"/>
                    <a:pt x="1474" y="6347"/>
                  </a:cubicBezTo>
                  <a:cubicBezTo>
                    <a:pt x="1531" y="6386"/>
                    <a:pt x="1598" y="6400"/>
                    <a:pt x="1666" y="6400"/>
                  </a:cubicBezTo>
                  <a:lnTo>
                    <a:pt x="3000" y="6400"/>
                  </a:lnTo>
                  <a:cubicBezTo>
                    <a:pt x="3067" y="6400"/>
                    <a:pt x="3135" y="6386"/>
                    <a:pt x="3192" y="6347"/>
                  </a:cubicBezTo>
                  <a:cubicBezTo>
                    <a:pt x="3202" y="6342"/>
                    <a:pt x="3211" y="6338"/>
                    <a:pt x="3221" y="6328"/>
                  </a:cubicBezTo>
                  <a:cubicBezTo>
                    <a:pt x="3235" y="6318"/>
                    <a:pt x="3245" y="6304"/>
                    <a:pt x="3259" y="6294"/>
                  </a:cubicBezTo>
                  <a:cubicBezTo>
                    <a:pt x="3331" y="6227"/>
                    <a:pt x="3370" y="6131"/>
                    <a:pt x="3370" y="6035"/>
                  </a:cubicBezTo>
                  <a:lnTo>
                    <a:pt x="3370" y="4686"/>
                  </a:lnTo>
                  <a:cubicBezTo>
                    <a:pt x="3370" y="4322"/>
                    <a:pt x="3523" y="3981"/>
                    <a:pt x="3792" y="3736"/>
                  </a:cubicBezTo>
                  <a:cubicBezTo>
                    <a:pt x="4397" y="3179"/>
                    <a:pt x="4627" y="2334"/>
                    <a:pt x="4402" y="1547"/>
                  </a:cubicBezTo>
                  <a:cubicBezTo>
                    <a:pt x="4171" y="765"/>
                    <a:pt x="3514" y="174"/>
                    <a:pt x="2712" y="35"/>
                  </a:cubicBezTo>
                  <a:lnTo>
                    <a:pt x="2664" y="25"/>
                  </a:lnTo>
                  <a:cubicBezTo>
                    <a:pt x="2573" y="11"/>
                    <a:pt x="2482" y="1"/>
                    <a:pt x="2386" y="1"/>
                  </a:cubicBezTo>
                  <a:cubicBezTo>
                    <a:pt x="2366" y="1"/>
                    <a:pt x="2347" y="1"/>
                    <a:pt x="232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3"/>
            <p:cNvSpPr/>
            <p:nvPr/>
          </p:nvSpPr>
          <p:spPr>
            <a:xfrm>
              <a:off x="1440988" y="2489404"/>
              <a:ext cx="112985" cy="166831"/>
            </a:xfrm>
            <a:custGeom>
              <a:rect b="b" l="l" r="r" t="t"/>
              <a:pathLst>
                <a:path extrusionOk="0" h="6367" w="4312">
                  <a:moveTo>
                    <a:pt x="2391" y="1"/>
                  </a:moveTo>
                  <a:cubicBezTo>
                    <a:pt x="630" y="313"/>
                    <a:pt x="1" y="2511"/>
                    <a:pt x="1326" y="3716"/>
                  </a:cubicBezTo>
                  <a:cubicBezTo>
                    <a:pt x="1590" y="3956"/>
                    <a:pt x="1739" y="4297"/>
                    <a:pt x="1734" y="4657"/>
                  </a:cubicBezTo>
                  <a:lnTo>
                    <a:pt x="1734" y="6001"/>
                  </a:lnTo>
                  <a:cubicBezTo>
                    <a:pt x="1734" y="6203"/>
                    <a:pt x="1902" y="6366"/>
                    <a:pt x="2103" y="6366"/>
                  </a:cubicBezTo>
                  <a:lnTo>
                    <a:pt x="2684" y="6366"/>
                  </a:lnTo>
                  <a:cubicBezTo>
                    <a:pt x="2886" y="6366"/>
                    <a:pt x="3054" y="6203"/>
                    <a:pt x="3054" y="6001"/>
                  </a:cubicBezTo>
                  <a:lnTo>
                    <a:pt x="3054" y="4652"/>
                  </a:lnTo>
                  <a:cubicBezTo>
                    <a:pt x="3054" y="4288"/>
                    <a:pt x="3207" y="3947"/>
                    <a:pt x="3476" y="3702"/>
                  </a:cubicBezTo>
                  <a:cubicBezTo>
                    <a:pt x="4076" y="3145"/>
                    <a:pt x="4311" y="2300"/>
                    <a:pt x="4081" y="1513"/>
                  </a:cubicBezTo>
                  <a:cubicBezTo>
                    <a:pt x="3851" y="731"/>
                    <a:pt x="3198" y="140"/>
                    <a:pt x="239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3"/>
            <p:cNvSpPr/>
            <p:nvPr/>
          </p:nvSpPr>
          <p:spPr>
            <a:xfrm>
              <a:off x="1466667" y="2613421"/>
              <a:ext cx="54344" cy="21538"/>
            </a:xfrm>
            <a:custGeom>
              <a:rect b="b" l="l" r="r" t="t"/>
              <a:pathLst>
                <a:path extrusionOk="0" h="822" w="2074">
                  <a:moveTo>
                    <a:pt x="0" y="1"/>
                  </a:moveTo>
                  <a:lnTo>
                    <a:pt x="0" y="822"/>
                  </a:lnTo>
                  <a:lnTo>
                    <a:pt x="2074" y="822"/>
                  </a:lnTo>
                  <a:lnTo>
                    <a:pt x="2074"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3"/>
            <p:cNvSpPr/>
            <p:nvPr/>
          </p:nvSpPr>
          <p:spPr>
            <a:xfrm>
              <a:off x="1466667" y="2634933"/>
              <a:ext cx="54344" cy="21303"/>
            </a:xfrm>
            <a:custGeom>
              <a:rect b="b" l="l" r="r" t="t"/>
              <a:pathLst>
                <a:path extrusionOk="0" h="813" w="2074">
                  <a:moveTo>
                    <a:pt x="0" y="1"/>
                  </a:moveTo>
                  <a:lnTo>
                    <a:pt x="0" y="447"/>
                  </a:lnTo>
                  <a:cubicBezTo>
                    <a:pt x="0" y="543"/>
                    <a:pt x="38" y="639"/>
                    <a:pt x="106" y="706"/>
                  </a:cubicBezTo>
                  <a:cubicBezTo>
                    <a:pt x="120" y="721"/>
                    <a:pt x="134" y="730"/>
                    <a:pt x="149" y="740"/>
                  </a:cubicBezTo>
                  <a:cubicBezTo>
                    <a:pt x="158" y="750"/>
                    <a:pt x="168" y="754"/>
                    <a:pt x="178" y="759"/>
                  </a:cubicBezTo>
                  <a:cubicBezTo>
                    <a:pt x="235" y="798"/>
                    <a:pt x="302" y="812"/>
                    <a:pt x="370" y="812"/>
                  </a:cubicBezTo>
                  <a:lnTo>
                    <a:pt x="1704" y="812"/>
                  </a:lnTo>
                  <a:cubicBezTo>
                    <a:pt x="1771" y="812"/>
                    <a:pt x="1839" y="798"/>
                    <a:pt x="1896" y="759"/>
                  </a:cubicBezTo>
                  <a:cubicBezTo>
                    <a:pt x="1906" y="754"/>
                    <a:pt x="1915" y="750"/>
                    <a:pt x="1925" y="740"/>
                  </a:cubicBezTo>
                  <a:cubicBezTo>
                    <a:pt x="1939" y="730"/>
                    <a:pt x="1954" y="721"/>
                    <a:pt x="1963" y="706"/>
                  </a:cubicBezTo>
                  <a:cubicBezTo>
                    <a:pt x="2035" y="639"/>
                    <a:pt x="2074" y="543"/>
                    <a:pt x="2074" y="447"/>
                  </a:cubicBezTo>
                  <a:lnTo>
                    <a:pt x="2074"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3"/>
            <p:cNvSpPr/>
            <p:nvPr/>
          </p:nvSpPr>
          <p:spPr>
            <a:xfrm>
              <a:off x="1486397" y="2613421"/>
              <a:ext cx="34614" cy="21538"/>
            </a:xfrm>
            <a:custGeom>
              <a:rect b="b" l="l" r="r" t="t"/>
              <a:pathLst>
                <a:path extrusionOk="0" h="822" w="1321">
                  <a:moveTo>
                    <a:pt x="1" y="1"/>
                  </a:moveTo>
                  <a:lnTo>
                    <a:pt x="1" y="822"/>
                  </a:lnTo>
                  <a:lnTo>
                    <a:pt x="1321" y="822"/>
                  </a:lnTo>
                  <a:lnTo>
                    <a:pt x="1321"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3"/>
            <p:cNvSpPr/>
            <p:nvPr/>
          </p:nvSpPr>
          <p:spPr>
            <a:xfrm>
              <a:off x="1486397" y="2634933"/>
              <a:ext cx="34614" cy="21303"/>
            </a:xfrm>
            <a:custGeom>
              <a:rect b="b" l="l" r="r" t="t"/>
              <a:pathLst>
                <a:path extrusionOk="0" h="813" w="1321">
                  <a:moveTo>
                    <a:pt x="1" y="1"/>
                  </a:moveTo>
                  <a:lnTo>
                    <a:pt x="1" y="447"/>
                  </a:lnTo>
                  <a:cubicBezTo>
                    <a:pt x="1" y="649"/>
                    <a:pt x="169" y="812"/>
                    <a:pt x="370" y="812"/>
                  </a:cubicBezTo>
                  <a:lnTo>
                    <a:pt x="951" y="812"/>
                  </a:lnTo>
                  <a:cubicBezTo>
                    <a:pt x="1018" y="812"/>
                    <a:pt x="1086" y="798"/>
                    <a:pt x="1143" y="759"/>
                  </a:cubicBezTo>
                  <a:cubicBezTo>
                    <a:pt x="1153" y="754"/>
                    <a:pt x="1162" y="750"/>
                    <a:pt x="1172" y="740"/>
                  </a:cubicBezTo>
                  <a:cubicBezTo>
                    <a:pt x="1186" y="730"/>
                    <a:pt x="1201" y="721"/>
                    <a:pt x="1210" y="706"/>
                  </a:cubicBezTo>
                  <a:cubicBezTo>
                    <a:pt x="1282" y="639"/>
                    <a:pt x="1321" y="543"/>
                    <a:pt x="1321" y="447"/>
                  </a:cubicBezTo>
                  <a:lnTo>
                    <a:pt x="132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3"/>
            <p:cNvSpPr/>
            <p:nvPr/>
          </p:nvSpPr>
          <p:spPr>
            <a:xfrm>
              <a:off x="1372076" y="2659852"/>
              <a:ext cx="138009" cy="127423"/>
            </a:xfrm>
            <a:custGeom>
              <a:rect b="b" l="l" r="r" t="t"/>
              <a:pathLst>
                <a:path extrusionOk="0" h="4863" w="5267">
                  <a:moveTo>
                    <a:pt x="279" y="0"/>
                  </a:moveTo>
                  <a:cubicBezTo>
                    <a:pt x="0" y="0"/>
                    <a:pt x="0" y="413"/>
                    <a:pt x="279" y="413"/>
                  </a:cubicBezTo>
                  <a:lnTo>
                    <a:pt x="519" y="413"/>
                  </a:lnTo>
                  <a:lnTo>
                    <a:pt x="519" y="2132"/>
                  </a:lnTo>
                  <a:cubicBezTo>
                    <a:pt x="519" y="2751"/>
                    <a:pt x="1023" y="3260"/>
                    <a:pt x="1647" y="3260"/>
                  </a:cubicBezTo>
                  <a:cubicBezTo>
                    <a:pt x="1648" y="3260"/>
                    <a:pt x="1649" y="3260"/>
                    <a:pt x="1650" y="3260"/>
                  </a:cubicBezTo>
                  <a:cubicBezTo>
                    <a:pt x="1677" y="3260"/>
                    <a:pt x="1664" y="3255"/>
                    <a:pt x="2981" y="3039"/>
                  </a:cubicBezTo>
                  <a:lnTo>
                    <a:pt x="2981" y="4368"/>
                  </a:lnTo>
                  <a:cubicBezTo>
                    <a:pt x="2981" y="4642"/>
                    <a:pt x="3202" y="4858"/>
                    <a:pt x="3476" y="4863"/>
                  </a:cubicBezTo>
                  <a:lnTo>
                    <a:pt x="4988" y="4863"/>
                  </a:lnTo>
                  <a:cubicBezTo>
                    <a:pt x="5266" y="4858"/>
                    <a:pt x="5266" y="4445"/>
                    <a:pt x="4988" y="4445"/>
                  </a:cubicBezTo>
                  <a:lnTo>
                    <a:pt x="3471" y="4445"/>
                  </a:lnTo>
                  <a:cubicBezTo>
                    <a:pt x="3428" y="4445"/>
                    <a:pt x="3394" y="4412"/>
                    <a:pt x="3394" y="4368"/>
                  </a:cubicBezTo>
                  <a:lnTo>
                    <a:pt x="3394" y="2794"/>
                  </a:lnTo>
                  <a:cubicBezTo>
                    <a:pt x="3394" y="2676"/>
                    <a:pt x="3298" y="2585"/>
                    <a:pt x="3186" y="2585"/>
                  </a:cubicBezTo>
                  <a:cubicBezTo>
                    <a:pt x="3175" y="2585"/>
                    <a:pt x="3165" y="2586"/>
                    <a:pt x="3154" y="2588"/>
                  </a:cubicBezTo>
                  <a:lnTo>
                    <a:pt x="1628" y="2847"/>
                  </a:lnTo>
                  <a:cubicBezTo>
                    <a:pt x="1239" y="2837"/>
                    <a:pt x="932" y="2520"/>
                    <a:pt x="932" y="2132"/>
                  </a:cubicBezTo>
                  <a:lnTo>
                    <a:pt x="932" y="207"/>
                  </a:lnTo>
                  <a:cubicBezTo>
                    <a:pt x="932" y="91"/>
                    <a:pt x="836" y="0"/>
                    <a:pt x="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3"/>
            <p:cNvSpPr/>
            <p:nvPr/>
          </p:nvSpPr>
          <p:spPr>
            <a:xfrm>
              <a:off x="1347157" y="2442004"/>
              <a:ext cx="88040" cy="221306"/>
            </a:xfrm>
            <a:custGeom>
              <a:rect b="b" l="l" r="r" t="t"/>
              <a:pathLst>
                <a:path extrusionOk="0" h="8446" w="3360">
                  <a:moveTo>
                    <a:pt x="3055" y="0"/>
                  </a:moveTo>
                  <a:cubicBezTo>
                    <a:pt x="3018" y="0"/>
                    <a:pt x="2978" y="12"/>
                    <a:pt x="2939" y="39"/>
                  </a:cubicBezTo>
                  <a:cubicBezTo>
                    <a:pt x="1619" y="922"/>
                    <a:pt x="831" y="2405"/>
                    <a:pt x="831" y="3994"/>
                  </a:cubicBezTo>
                  <a:cubicBezTo>
                    <a:pt x="831" y="4244"/>
                    <a:pt x="850" y="4488"/>
                    <a:pt x="889" y="4733"/>
                  </a:cubicBezTo>
                  <a:cubicBezTo>
                    <a:pt x="68" y="7225"/>
                    <a:pt x="1" y="7210"/>
                    <a:pt x="1" y="7551"/>
                  </a:cubicBezTo>
                  <a:cubicBezTo>
                    <a:pt x="1" y="7858"/>
                    <a:pt x="121" y="8156"/>
                    <a:pt x="332" y="8377"/>
                  </a:cubicBezTo>
                  <a:cubicBezTo>
                    <a:pt x="378" y="8425"/>
                    <a:pt x="430" y="8445"/>
                    <a:pt x="480" y="8445"/>
                  </a:cubicBezTo>
                  <a:cubicBezTo>
                    <a:pt x="639" y="8445"/>
                    <a:pt x="776" y="8242"/>
                    <a:pt x="630" y="8089"/>
                  </a:cubicBezTo>
                  <a:cubicBezTo>
                    <a:pt x="428" y="7882"/>
                    <a:pt x="361" y="7575"/>
                    <a:pt x="457" y="7301"/>
                  </a:cubicBezTo>
                  <a:lnTo>
                    <a:pt x="1297" y="4815"/>
                  </a:lnTo>
                  <a:cubicBezTo>
                    <a:pt x="1306" y="4781"/>
                    <a:pt x="1311" y="4748"/>
                    <a:pt x="1306" y="4714"/>
                  </a:cubicBezTo>
                  <a:cubicBezTo>
                    <a:pt x="1263" y="4474"/>
                    <a:pt x="1244" y="4234"/>
                    <a:pt x="1244" y="3994"/>
                  </a:cubicBezTo>
                  <a:cubicBezTo>
                    <a:pt x="1244" y="2544"/>
                    <a:pt x="1964" y="1191"/>
                    <a:pt x="3169" y="384"/>
                  </a:cubicBezTo>
                  <a:cubicBezTo>
                    <a:pt x="3359" y="258"/>
                    <a:pt x="3232" y="0"/>
                    <a:pt x="30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3"/>
            <p:cNvSpPr/>
            <p:nvPr/>
          </p:nvSpPr>
          <p:spPr>
            <a:xfrm>
              <a:off x="1438289" y="2421723"/>
              <a:ext cx="189523" cy="168901"/>
            </a:xfrm>
            <a:custGeom>
              <a:rect b="b" l="l" r="r" t="t"/>
              <a:pathLst>
                <a:path extrusionOk="0" h="6446" w="7233">
                  <a:moveTo>
                    <a:pt x="2116" y="1"/>
                  </a:moveTo>
                  <a:cubicBezTo>
                    <a:pt x="1476" y="1"/>
                    <a:pt x="830" y="130"/>
                    <a:pt x="219" y="395"/>
                  </a:cubicBezTo>
                  <a:cubicBezTo>
                    <a:pt x="1" y="492"/>
                    <a:pt x="98" y="794"/>
                    <a:pt x="297" y="794"/>
                  </a:cubicBezTo>
                  <a:cubicBezTo>
                    <a:pt x="325" y="794"/>
                    <a:pt x="355" y="788"/>
                    <a:pt x="387" y="774"/>
                  </a:cubicBezTo>
                  <a:cubicBezTo>
                    <a:pt x="939" y="534"/>
                    <a:pt x="1539" y="414"/>
                    <a:pt x="2144" y="414"/>
                  </a:cubicBezTo>
                  <a:cubicBezTo>
                    <a:pt x="5034" y="433"/>
                    <a:pt x="7184" y="3198"/>
                    <a:pt x="6234" y="6175"/>
                  </a:cubicBezTo>
                  <a:cubicBezTo>
                    <a:pt x="6184" y="6336"/>
                    <a:pt x="6312" y="6446"/>
                    <a:pt x="6439" y="6446"/>
                  </a:cubicBezTo>
                  <a:cubicBezTo>
                    <a:pt x="6519" y="6446"/>
                    <a:pt x="6599" y="6402"/>
                    <a:pt x="6632" y="6299"/>
                  </a:cubicBezTo>
                  <a:cubicBezTo>
                    <a:pt x="7232" y="4413"/>
                    <a:pt x="6695" y="2574"/>
                    <a:pt x="5461" y="1365"/>
                  </a:cubicBezTo>
                  <a:cubicBezTo>
                    <a:pt x="4547" y="473"/>
                    <a:pt x="3341" y="1"/>
                    <a:pt x="21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3"/>
            <p:cNvSpPr/>
            <p:nvPr/>
          </p:nvSpPr>
          <p:spPr>
            <a:xfrm>
              <a:off x="1517211" y="2599743"/>
              <a:ext cx="87438" cy="187531"/>
            </a:xfrm>
            <a:custGeom>
              <a:rect b="b" l="l" r="r" t="t"/>
              <a:pathLst>
                <a:path extrusionOk="0" h="7157" w="3337">
                  <a:moveTo>
                    <a:pt x="3102" y="0"/>
                  </a:moveTo>
                  <a:cubicBezTo>
                    <a:pt x="3027" y="0"/>
                    <a:pt x="2955" y="40"/>
                    <a:pt x="2915" y="110"/>
                  </a:cubicBezTo>
                  <a:cubicBezTo>
                    <a:pt x="2723" y="475"/>
                    <a:pt x="2233" y="1080"/>
                    <a:pt x="2233" y="2184"/>
                  </a:cubicBezTo>
                  <a:lnTo>
                    <a:pt x="2233" y="6662"/>
                  </a:lnTo>
                  <a:cubicBezTo>
                    <a:pt x="2233" y="6706"/>
                    <a:pt x="2195" y="6739"/>
                    <a:pt x="2151" y="6739"/>
                  </a:cubicBezTo>
                  <a:lnTo>
                    <a:pt x="274" y="6739"/>
                  </a:lnTo>
                  <a:cubicBezTo>
                    <a:pt x="1" y="6739"/>
                    <a:pt x="1" y="7157"/>
                    <a:pt x="274" y="7157"/>
                  </a:cubicBezTo>
                  <a:lnTo>
                    <a:pt x="2151" y="7157"/>
                  </a:lnTo>
                  <a:cubicBezTo>
                    <a:pt x="2425" y="7152"/>
                    <a:pt x="2646" y="6936"/>
                    <a:pt x="2646" y="6662"/>
                  </a:cubicBezTo>
                  <a:lnTo>
                    <a:pt x="2646" y="2184"/>
                  </a:lnTo>
                  <a:cubicBezTo>
                    <a:pt x="2646" y="1205"/>
                    <a:pt x="3073" y="701"/>
                    <a:pt x="3284" y="307"/>
                  </a:cubicBezTo>
                  <a:cubicBezTo>
                    <a:pt x="3337" y="206"/>
                    <a:pt x="3299" y="77"/>
                    <a:pt x="3198" y="24"/>
                  </a:cubicBezTo>
                  <a:cubicBezTo>
                    <a:pt x="3167" y="8"/>
                    <a:pt x="3134" y="0"/>
                    <a:pt x="31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3"/>
            <p:cNvSpPr/>
            <p:nvPr/>
          </p:nvSpPr>
          <p:spPr>
            <a:xfrm>
              <a:off x="1406899" y="2577392"/>
              <a:ext cx="28744" cy="18578"/>
            </a:xfrm>
            <a:custGeom>
              <a:rect b="b" l="l" r="r" t="t"/>
              <a:pathLst>
                <a:path extrusionOk="0" h="709" w="1097">
                  <a:moveTo>
                    <a:pt x="795" y="0"/>
                  </a:moveTo>
                  <a:cubicBezTo>
                    <a:pt x="761" y="0"/>
                    <a:pt x="724" y="10"/>
                    <a:pt x="687" y="32"/>
                  </a:cubicBezTo>
                  <a:lnTo>
                    <a:pt x="183" y="320"/>
                  </a:lnTo>
                  <a:cubicBezTo>
                    <a:pt x="1" y="426"/>
                    <a:pt x="73" y="709"/>
                    <a:pt x="289" y="709"/>
                  </a:cubicBezTo>
                  <a:cubicBezTo>
                    <a:pt x="323" y="709"/>
                    <a:pt x="356" y="699"/>
                    <a:pt x="390" y="680"/>
                  </a:cubicBezTo>
                  <a:lnTo>
                    <a:pt x="894" y="392"/>
                  </a:lnTo>
                  <a:cubicBezTo>
                    <a:pt x="1096" y="275"/>
                    <a:pt x="978" y="0"/>
                    <a:pt x="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3"/>
            <p:cNvSpPr/>
            <p:nvPr/>
          </p:nvSpPr>
          <p:spPr>
            <a:xfrm>
              <a:off x="1549912" y="2578650"/>
              <a:ext cx="28587" cy="18578"/>
            </a:xfrm>
            <a:custGeom>
              <a:rect b="b" l="l" r="r" t="t"/>
              <a:pathLst>
                <a:path extrusionOk="0" h="709" w="1091">
                  <a:moveTo>
                    <a:pt x="300" y="0"/>
                  </a:moveTo>
                  <a:cubicBezTo>
                    <a:pt x="115" y="0"/>
                    <a:pt x="0" y="275"/>
                    <a:pt x="202" y="392"/>
                  </a:cubicBezTo>
                  <a:cubicBezTo>
                    <a:pt x="702" y="670"/>
                    <a:pt x="711" y="709"/>
                    <a:pt x="807" y="709"/>
                  </a:cubicBezTo>
                  <a:cubicBezTo>
                    <a:pt x="1019" y="709"/>
                    <a:pt x="1091" y="430"/>
                    <a:pt x="913" y="325"/>
                  </a:cubicBezTo>
                  <a:lnTo>
                    <a:pt x="409" y="32"/>
                  </a:lnTo>
                  <a:cubicBezTo>
                    <a:pt x="371" y="10"/>
                    <a:pt x="334"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3"/>
            <p:cNvSpPr/>
            <p:nvPr/>
          </p:nvSpPr>
          <p:spPr>
            <a:xfrm>
              <a:off x="1427022" y="2483116"/>
              <a:ext cx="133738" cy="199008"/>
            </a:xfrm>
            <a:custGeom>
              <a:rect b="b" l="l" r="r" t="t"/>
              <a:pathLst>
                <a:path extrusionOk="0" h="7595" w="5104">
                  <a:moveTo>
                    <a:pt x="1787" y="1883"/>
                  </a:moveTo>
                  <a:cubicBezTo>
                    <a:pt x="1880" y="1883"/>
                    <a:pt x="1974" y="1940"/>
                    <a:pt x="1974" y="2055"/>
                  </a:cubicBezTo>
                  <a:lnTo>
                    <a:pt x="1974" y="2228"/>
                  </a:lnTo>
                  <a:lnTo>
                    <a:pt x="1772" y="2228"/>
                  </a:lnTo>
                  <a:cubicBezTo>
                    <a:pt x="1676" y="2223"/>
                    <a:pt x="1599" y="2151"/>
                    <a:pt x="1599" y="2055"/>
                  </a:cubicBezTo>
                  <a:cubicBezTo>
                    <a:pt x="1599" y="1940"/>
                    <a:pt x="1693" y="1883"/>
                    <a:pt x="1787" y="1883"/>
                  </a:cubicBezTo>
                  <a:close/>
                  <a:moveTo>
                    <a:pt x="3313" y="1883"/>
                  </a:moveTo>
                  <a:cubicBezTo>
                    <a:pt x="3407" y="1883"/>
                    <a:pt x="3500" y="1940"/>
                    <a:pt x="3500" y="2055"/>
                  </a:cubicBezTo>
                  <a:cubicBezTo>
                    <a:pt x="3500" y="2151"/>
                    <a:pt x="3424" y="2223"/>
                    <a:pt x="3328" y="2228"/>
                  </a:cubicBezTo>
                  <a:lnTo>
                    <a:pt x="3126" y="2228"/>
                  </a:lnTo>
                  <a:lnTo>
                    <a:pt x="3126" y="2055"/>
                  </a:lnTo>
                  <a:cubicBezTo>
                    <a:pt x="3126" y="1940"/>
                    <a:pt x="3220" y="1883"/>
                    <a:pt x="3313" y="1883"/>
                  </a:cubicBezTo>
                  <a:close/>
                  <a:moveTo>
                    <a:pt x="2713" y="2641"/>
                  </a:moveTo>
                  <a:lnTo>
                    <a:pt x="2713" y="4768"/>
                  </a:lnTo>
                  <a:lnTo>
                    <a:pt x="2387" y="4768"/>
                  </a:lnTo>
                  <a:lnTo>
                    <a:pt x="2387" y="2641"/>
                  </a:lnTo>
                  <a:close/>
                  <a:moveTo>
                    <a:pt x="3380" y="5180"/>
                  </a:moveTo>
                  <a:lnTo>
                    <a:pt x="3380" y="5588"/>
                  </a:lnTo>
                  <a:lnTo>
                    <a:pt x="1719" y="5588"/>
                  </a:lnTo>
                  <a:lnTo>
                    <a:pt x="1719" y="5180"/>
                  </a:lnTo>
                  <a:close/>
                  <a:moveTo>
                    <a:pt x="3380" y="6001"/>
                  </a:moveTo>
                  <a:lnTo>
                    <a:pt x="3380" y="6241"/>
                  </a:lnTo>
                  <a:cubicBezTo>
                    <a:pt x="3380" y="6328"/>
                    <a:pt x="3308" y="6400"/>
                    <a:pt x="3222" y="6400"/>
                  </a:cubicBezTo>
                  <a:lnTo>
                    <a:pt x="1883" y="6400"/>
                  </a:lnTo>
                  <a:cubicBezTo>
                    <a:pt x="1791" y="6400"/>
                    <a:pt x="1719" y="6328"/>
                    <a:pt x="1719" y="6241"/>
                  </a:cubicBezTo>
                  <a:lnTo>
                    <a:pt x="1719" y="6001"/>
                  </a:lnTo>
                  <a:close/>
                  <a:moveTo>
                    <a:pt x="3011" y="6817"/>
                  </a:moveTo>
                  <a:cubicBezTo>
                    <a:pt x="2963" y="7028"/>
                    <a:pt x="2772" y="7176"/>
                    <a:pt x="2552" y="7177"/>
                  </a:cubicBezTo>
                  <a:lnTo>
                    <a:pt x="2552" y="7177"/>
                  </a:lnTo>
                  <a:cubicBezTo>
                    <a:pt x="2333" y="7176"/>
                    <a:pt x="2142" y="7028"/>
                    <a:pt x="2094" y="6817"/>
                  </a:cubicBezTo>
                  <a:close/>
                  <a:moveTo>
                    <a:pt x="2556" y="1"/>
                  </a:moveTo>
                  <a:cubicBezTo>
                    <a:pt x="2544" y="1"/>
                    <a:pt x="2533" y="1"/>
                    <a:pt x="2521" y="1"/>
                  </a:cubicBezTo>
                  <a:cubicBezTo>
                    <a:pt x="1551" y="15"/>
                    <a:pt x="687" y="620"/>
                    <a:pt x="342" y="1527"/>
                  </a:cubicBezTo>
                  <a:cubicBezTo>
                    <a:pt x="1" y="2435"/>
                    <a:pt x="246" y="3457"/>
                    <a:pt x="966" y="4110"/>
                  </a:cubicBezTo>
                  <a:cubicBezTo>
                    <a:pt x="1187" y="4312"/>
                    <a:pt x="1307" y="4600"/>
                    <a:pt x="1307" y="4897"/>
                  </a:cubicBezTo>
                  <a:lnTo>
                    <a:pt x="1307" y="6241"/>
                  </a:lnTo>
                  <a:cubicBezTo>
                    <a:pt x="1307" y="6476"/>
                    <a:pt x="1451" y="6683"/>
                    <a:pt x="1667" y="6774"/>
                  </a:cubicBezTo>
                  <a:cubicBezTo>
                    <a:pt x="1700" y="7235"/>
                    <a:pt x="2089" y="7595"/>
                    <a:pt x="2550" y="7595"/>
                  </a:cubicBezTo>
                  <a:cubicBezTo>
                    <a:pt x="3016" y="7595"/>
                    <a:pt x="3404" y="7235"/>
                    <a:pt x="3438" y="6774"/>
                  </a:cubicBezTo>
                  <a:cubicBezTo>
                    <a:pt x="3654" y="6683"/>
                    <a:pt x="3793" y="6472"/>
                    <a:pt x="3793" y="6241"/>
                  </a:cubicBezTo>
                  <a:lnTo>
                    <a:pt x="3793" y="4892"/>
                  </a:lnTo>
                  <a:cubicBezTo>
                    <a:pt x="3793" y="4816"/>
                    <a:pt x="3803" y="4739"/>
                    <a:pt x="3817" y="4662"/>
                  </a:cubicBezTo>
                  <a:cubicBezTo>
                    <a:pt x="3856" y="4503"/>
                    <a:pt x="3733" y="4406"/>
                    <a:pt x="3612" y="4406"/>
                  </a:cubicBezTo>
                  <a:cubicBezTo>
                    <a:pt x="3525" y="4406"/>
                    <a:pt x="3438" y="4456"/>
                    <a:pt x="3414" y="4571"/>
                  </a:cubicBezTo>
                  <a:cubicBezTo>
                    <a:pt x="3400" y="4633"/>
                    <a:pt x="3390" y="4700"/>
                    <a:pt x="3385" y="4768"/>
                  </a:cubicBezTo>
                  <a:lnTo>
                    <a:pt x="3126" y="4768"/>
                  </a:lnTo>
                  <a:lnTo>
                    <a:pt x="3126" y="2641"/>
                  </a:lnTo>
                  <a:lnTo>
                    <a:pt x="3328" y="2641"/>
                  </a:lnTo>
                  <a:cubicBezTo>
                    <a:pt x="3333" y="2641"/>
                    <a:pt x="3339" y="2641"/>
                    <a:pt x="3345" y="2641"/>
                  </a:cubicBezTo>
                  <a:cubicBezTo>
                    <a:pt x="3668" y="2641"/>
                    <a:pt x="3932" y="2381"/>
                    <a:pt x="3932" y="2055"/>
                  </a:cubicBezTo>
                  <a:cubicBezTo>
                    <a:pt x="3932" y="1730"/>
                    <a:pt x="3668" y="1470"/>
                    <a:pt x="3345" y="1470"/>
                  </a:cubicBezTo>
                  <a:cubicBezTo>
                    <a:pt x="3339" y="1470"/>
                    <a:pt x="3333" y="1470"/>
                    <a:pt x="3328" y="1470"/>
                  </a:cubicBezTo>
                  <a:lnTo>
                    <a:pt x="3299" y="1470"/>
                  </a:lnTo>
                  <a:cubicBezTo>
                    <a:pt x="2972" y="1470"/>
                    <a:pt x="2713" y="1734"/>
                    <a:pt x="2713" y="2055"/>
                  </a:cubicBezTo>
                  <a:lnTo>
                    <a:pt x="2713" y="2228"/>
                  </a:lnTo>
                  <a:lnTo>
                    <a:pt x="2387" y="2228"/>
                  </a:lnTo>
                  <a:lnTo>
                    <a:pt x="2387" y="2055"/>
                  </a:lnTo>
                  <a:cubicBezTo>
                    <a:pt x="2387" y="1734"/>
                    <a:pt x="2123" y="1470"/>
                    <a:pt x="1801" y="1470"/>
                  </a:cubicBezTo>
                  <a:lnTo>
                    <a:pt x="1772" y="1470"/>
                  </a:lnTo>
                  <a:cubicBezTo>
                    <a:pt x="1455" y="1479"/>
                    <a:pt x="1206" y="1739"/>
                    <a:pt x="1206" y="2055"/>
                  </a:cubicBezTo>
                  <a:cubicBezTo>
                    <a:pt x="1206" y="2372"/>
                    <a:pt x="1455" y="2631"/>
                    <a:pt x="1772" y="2641"/>
                  </a:cubicBezTo>
                  <a:lnTo>
                    <a:pt x="1974" y="2641"/>
                  </a:lnTo>
                  <a:lnTo>
                    <a:pt x="1974" y="4768"/>
                  </a:lnTo>
                  <a:lnTo>
                    <a:pt x="1715" y="4768"/>
                  </a:lnTo>
                  <a:cubicBezTo>
                    <a:pt x="1681" y="4398"/>
                    <a:pt x="1513" y="4052"/>
                    <a:pt x="1239" y="3803"/>
                  </a:cubicBezTo>
                  <a:cubicBezTo>
                    <a:pt x="644" y="3260"/>
                    <a:pt x="443" y="2411"/>
                    <a:pt x="731" y="1657"/>
                  </a:cubicBezTo>
                  <a:cubicBezTo>
                    <a:pt x="1023" y="908"/>
                    <a:pt x="1743" y="414"/>
                    <a:pt x="2545" y="414"/>
                  </a:cubicBezTo>
                  <a:lnTo>
                    <a:pt x="2593" y="414"/>
                  </a:lnTo>
                  <a:cubicBezTo>
                    <a:pt x="3635" y="447"/>
                    <a:pt x="4470" y="1292"/>
                    <a:pt x="4494" y="2334"/>
                  </a:cubicBezTo>
                  <a:lnTo>
                    <a:pt x="4494" y="2363"/>
                  </a:lnTo>
                  <a:cubicBezTo>
                    <a:pt x="4494" y="2891"/>
                    <a:pt x="4278" y="3400"/>
                    <a:pt x="3894" y="3769"/>
                  </a:cubicBezTo>
                  <a:cubicBezTo>
                    <a:pt x="3738" y="3914"/>
                    <a:pt x="3875" y="4128"/>
                    <a:pt x="4037" y="4128"/>
                  </a:cubicBezTo>
                  <a:cubicBezTo>
                    <a:pt x="4084" y="4128"/>
                    <a:pt x="4133" y="4110"/>
                    <a:pt x="4177" y="4067"/>
                  </a:cubicBezTo>
                  <a:cubicBezTo>
                    <a:pt x="4883" y="3400"/>
                    <a:pt x="5104" y="2367"/>
                    <a:pt x="4734" y="1470"/>
                  </a:cubicBezTo>
                  <a:cubicBezTo>
                    <a:pt x="4374" y="583"/>
                    <a:pt x="3512" y="1"/>
                    <a:pt x="2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3"/>
            <p:cNvSpPr/>
            <p:nvPr/>
          </p:nvSpPr>
          <p:spPr>
            <a:xfrm>
              <a:off x="1488415" y="2449996"/>
              <a:ext cx="10848" cy="26071"/>
            </a:xfrm>
            <a:custGeom>
              <a:rect b="b" l="l" r="r" t="t"/>
              <a:pathLst>
                <a:path extrusionOk="0" h="995" w="414">
                  <a:moveTo>
                    <a:pt x="207" y="0"/>
                  </a:moveTo>
                  <a:cubicBezTo>
                    <a:pt x="104" y="0"/>
                    <a:pt x="1" y="70"/>
                    <a:pt x="1" y="209"/>
                  </a:cubicBezTo>
                  <a:lnTo>
                    <a:pt x="1" y="790"/>
                  </a:lnTo>
                  <a:cubicBezTo>
                    <a:pt x="1" y="927"/>
                    <a:pt x="104" y="995"/>
                    <a:pt x="207" y="995"/>
                  </a:cubicBezTo>
                  <a:cubicBezTo>
                    <a:pt x="310" y="995"/>
                    <a:pt x="413" y="927"/>
                    <a:pt x="413" y="790"/>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3"/>
            <p:cNvSpPr/>
            <p:nvPr/>
          </p:nvSpPr>
          <p:spPr>
            <a:xfrm>
              <a:off x="1441276" y="2461708"/>
              <a:ext cx="21014" cy="24080"/>
            </a:xfrm>
            <a:custGeom>
              <a:rect b="b" l="l" r="r" t="t"/>
              <a:pathLst>
                <a:path extrusionOk="0" h="919" w="802">
                  <a:moveTo>
                    <a:pt x="281" y="1"/>
                  </a:moveTo>
                  <a:cubicBezTo>
                    <a:pt x="139" y="1"/>
                    <a:pt x="0" y="149"/>
                    <a:pt x="95" y="314"/>
                  </a:cubicBezTo>
                  <a:lnTo>
                    <a:pt x="383" y="813"/>
                  </a:lnTo>
                  <a:cubicBezTo>
                    <a:pt x="422" y="881"/>
                    <a:pt x="493" y="918"/>
                    <a:pt x="566" y="918"/>
                  </a:cubicBezTo>
                  <a:cubicBezTo>
                    <a:pt x="602" y="918"/>
                    <a:pt x="638" y="909"/>
                    <a:pt x="671" y="890"/>
                  </a:cubicBezTo>
                  <a:cubicBezTo>
                    <a:pt x="767" y="832"/>
                    <a:pt x="801" y="708"/>
                    <a:pt x="743" y="607"/>
                  </a:cubicBezTo>
                  <a:lnTo>
                    <a:pt x="455" y="108"/>
                  </a:lnTo>
                  <a:cubicBezTo>
                    <a:pt x="412" y="32"/>
                    <a:pt x="346"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3"/>
            <p:cNvSpPr/>
            <p:nvPr/>
          </p:nvSpPr>
          <p:spPr>
            <a:xfrm>
              <a:off x="1407135" y="2494514"/>
              <a:ext cx="27355" cy="18578"/>
            </a:xfrm>
            <a:custGeom>
              <a:rect b="b" l="l" r="r" t="t"/>
              <a:pathLst>
                <a:path extrusionOk="0" h="709" w="1044">
                  <a:moveTo>
                    <a:pt x="300" y="0"/>
                  </a:moveTo>
                  <a:cubicBezTo>
                    <a:pt x="116" y="0"/>
                    <a:pt x="1" y="274"/>
                    <a:pt x="203" y="392"/>
                  </a:cubicBezTo>
                  <a:cubicBezTo>
                    <a:pt x="702" y="670"/>
                    <a:pt x="712" y="708"/>
                    <a:pt x="808" y="708"/>
                  </a:cubicBezTo>
                  <a:cubicBezTo>
                    <a:pt x="880" y="708"/>
                    <a:pt x="947" y="665"/>
                    <a:pt x="986" y="603"/>
                  </a:cubicBezTo>
                  <a:cubicBezTo>
                    <a:pt x="1043" y="502"/>
                    <a:pt x="1010" y="377"/>
                    <a:pt x="909" y="320"/>
                  </a:cubicBezTo>
                  <a:lnTo>
                    <a:pt x="410" y="32"/>
                  </a:lnTo>
                  <a:cubicBezTo>
                    <a:pt x="372" y="10"/>
                    <a:pt x="335"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3"/>
            <p:cNvSpPr/>
            <p:nvPr/>
          </p:nvSpPr>
          <p:spPr>
            <a:xfrm>
              <a:off x="1395474" y="2539739"/>
              <a:ext cx="27801" cy="10822"/>
            </a:xfrm>
            <a:custGeom>
              <a:rect b="b" l="l" r="r" t="t"/>
              <a:pathLst>
                <a:path extrusionOk="0" h="413" w="1061">
                  <a:moveTo>
                    <a:pt x="279" y="0"/>
                  </a:moveTo>
                  <a:cubicBezTo>
                    <a:pt x="0" y="0"/>
                    <a:pt x="0" y="413"/>
                    <a:pt x="279" y="413"/>
                  </a:cubicBezTo>
                  <a:lnTo>
                    <a:pt x="855" y="413"/>
                  </a:lnTo>
                  <a:cubicBezTo>
                    <a:pt x="970" y="413"/>
                    <a:pt x="1061" y="322"/>
                    <a:pt x="1061" y="206"/>
                  </a:cubicBezTo>
                  <a:cubicBezTo>
                    <a:pt x="1061" y="91"/>
                    <a:pt x="970" y="0"/>
                    <a:pt x="8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3"/>
            <p:cNvSpPr/>
            <p:nvPr/>
          </p:nvSpPr>
          <p:spPr>
            <a:xfrm>
              <a:off x="1561127" y="2541233"/>
              <a:ext cx="27801" cy="10848"/>
            </a:xfrm>
            <a:custGeom>
              <a:rect b="b" l="l" r="r" t="t"/>
              <a:pathLst>
                <a:path extrusionOk="0" h="414" w="1061">
                  <a:moveTo>
                    <a:pt x="274" y="1"/>
                  </a:moveTo>
                  <a:cubicBezTo>
                    <a:pt x="0" y="1"/>
                    <a:pt x="0" y="413"/>
                    <a:pt x="274" y="413"/>
                  </a:cubicBezTo>
                  <a:lnTo>
                    <a:pt x="855" y="413"/>
                  </a:lnTo>
                  <a:cubicBezTo>
                    <a:pt x="970" y="413"/>
                    <a:pt x="1061" y="322"/>
                    <a:pt x="1061" y="207"/>
                  </a:cubicBezTo>
                  <a:cubicBezTo>
                    <a:pt x="1061" y="92"/>
                    <a:pt x="970" y="1"/>
                    <a:pt x="8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3"/>
            <p:cNvSpPr/>
            <p:nvPr/>
          </p:nvSpPr>
          <p:spPr>
            <a:xfrm>
              <a:off x="1550646" y="2495772"/>
              <a:ext cx="29137" cy="18656"/>
            </a:xfrm>
            <a:custGeom>
              <a:rect b="b" l="l" r="r" t="t"/>
              <a:pathLst>
                <a:path extrusionOk="0" h="712" w="1112">
                  <a:moveTo>
                    <a:pt x="812" y="0"/>
                  </a:moveTo>
                  <a:cubicBezTo>
                    <a:pt x="777" y="0"/>
                    <a:pt x="740" y="10"/>
                    <a:pt x="702" y="32"/>
                  </a:cubicBezTo>
                  <a:lnTo>
                    <a:pt x="203" y="320"/>
                  </a:lnTo>
                  <a:cubicBezTo>
                    <a:pt x="1" y="437"/>
                    <a:pt x="116" y="711"/>
                    <a:pt x="301" y="711"/>
                  </a:cubicBezTo>
                  <a:cubicBezTo>
                    <a:pt x="335" y="711"/>
                    <a:pt x="372" y="701"/>
                    <a:pt x="410" y="680"/>
                  </a:cubicBezTo>
                  <a:lnTo>
                    <a:pt x="909" y="392"/>
                  </a:lnTo>
                  <a:cubicBezTo>
                    <a:pt x="1111" y="274"/>
                    <a:pt x="996" y="0"/>
                    <a:pt x="8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3"/>
            <p:cNvSpPr/>
            <p:nvPr/>
          </p:nvSpPr>
          <p:spPr>
            <a:xfrm>
              <a:off x="1524155" y="2462416"/>
              <a:ext cx="22010" cy="24159"/>
            </a:xfrm>
            <a:custGeom>
              <a:rect b="b" l="l" r="r" t="t"/>
              <a:pathLst>
                <a:path extrusionOk="0" h="922" w="840">
                  <a:moveTo>
                    <a:pt x="556" y="1"/>
                  </a:moveTo>
                  <a:cubicBezTo>
                    <a:pt x="492" y="1"/>
                    <a:pt x="427" y="31"/>
                    <a:pt x="384" y="105"/>
                  </a:cubicBezTo>
                  <a:lnTo>
                    <a:pt x="96" y="609"/>
                  </a:lnTo>
                  <a:cubicBezTo>
                    <a:pt x="0" y="773"/>
                    <a:pt x="140" y="922"/>
                    <a:pt x="281" y="922"/>
                  </a:cubicBezTo>
                  <a:cubicBezTo>
                    <a:pt x="346" y="922"/>
                    <a:pt x="412" y="890"/>
                    <a:pt x="456" y="815"/>
                  </a:cubicBezTo>
                  <a:lnTo>
                    <a:pt x="744" y="316"/>
                  </a:lnTo>
                  <a:cubicBezTo>
                    <a:pt x="840" y="150"/>
                    <a:pt x="699" y="1"/>
                    <a:pt x="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0" name="Google Shape;14720;p83"/>
          <p:cNvGrpSpPr/>
          <p:nvPr/>
        </p:nvGrpSpPr>
        <p:grpSpPr>
          <a:xfrm>
            <a:off x="3507658" y="3832256"/>
            <a:ext cx="395474" cy="312491"/>
            <a:chOff x="3507658" y="3832256"/>
            <a:chExt cx="395474" cy="312491"/>
          </a:xfrm>
        </p:grpSpPr>
        <p:sp>
          <p:nvSpPr>
            <p:cNvPr id="14721" name="Google Shape;14721;p83"/>
            <p:cNvSpPr/>
            <p:nvPr/>
          </p:nvSpPr>
          <p:spPr>
            <a:xfrm>
              <a:off x="3526655" y="3837680"/>
              <a:ext cx="355358" cy="301460"/>
            </a:xfrm>
            <a:custGeom>
              <a:rect b="b" l="l" r="r" t="t"/>
              <a:pathLst>
                <a:path extrusionOk="0" h="11505" w="13562">
                  <a:moveTo>
                    <a:pt x="8492" y="0"/>
                  </a:moveTo>
                  <a:cubicBezTo>
                    <a:pt x="7671" y="0"/>
                    <a:pt x="6875" y="612"/>
                    <a:pt x="6832" y="1578"/>
                  </a:cubicBezTo>
                  <a:lnTo>
                    <a:pt x="6827" y="1578"/>
                  </a:lnTo>
                  <a:cubicBezTo>
                    <a:pt x="6784" y="695"/>
                    <a:pt x="6059" y="3"/>
                    <a:pt x="5175" y="3"/>
                  </a:cubicBezTo>
                  <a:cubicBezTo>
                    <a:pt x="4940" y="3"/>
                    <a:pt x="4705" y="56"/>
                    <a:pt x="4494" y="152"/>
                  </a:cubicBezTo>
                  <a:cubicBezTo>
                    <a:pt x="4283" y="248"/>
                    <a:pt x="4095" y="387"/>
                    <a:pt x="3947" y="555"/>
                  </a:cubicBezTo>
                  <a:cubicBezTo>
                    <a:pt x="3811" y="525"/>
                    <a:pt x="3675" y="510"/>
                    <a:pt x="3540" y="510"/>
                  </a:cubicBezTo>
                  <a:cubicBezTo>
                    <a:pt x="2792" y="510"/>
                    <a:pt x="2102" y="969"/>
                    <a:pt x="1830" y="1693"/>
                  </a:cubicBezTo>
                  <a:cubicBezTo>
                    <a:pt x="1815" y="1741"/>
                    <a:pt x="1796" y="1789"/>
                    <a:pt x="1786" y="1837"/>
                  </a:cubicBezTo>
                  <a:cubicBezTo>
                    <a:pt x="1666" y="2250"/>
                    <a:pt x="1700" y="2696"/>
                    <a:pt x="1878" y="3090"/>
                  </a:cubicBezTo>
                  <a:lnTo>
                    <a:pt x="1834" y="3104"/>
                  </a:lnTo>
                  <a:cubicBezTo>
                    <a:pt x="884" y="3440"/>
                    <a:pt x="217" y="4290"/>
                    <a:pt x="111" y="5288"/>
                  </a:cubicBezTo>
                  <a:cubicBezTo>
                    <a:pt x="1" y="6287"/>
                    <a:pt x="481" y="7257"/>
                    <a:pt x="1340" y="7785"/>
                  </a:cubicBezTo>
                  <a:cubicBezTo>
                    <a:pt x="500" y="8997"/>
                    <a:pt x="1373" y="10646"/>
                    <a:pt x="2836" y="10646"/>
                  </a:cubicBezTo>
                  <a:cubicBezTo>
                    <a:pt x="2845" y="10646"/>
                    <a:pt x="2853" y="10646"/>
                    <a:pt x="2862" y="10645"/>
                  </a:cubicBezTo>
                  <a:cubicBezTo>
                    <a:pt x="3135" y="10641"/>
                    <a:pt x="3399" y="10578"/>
                    <a:pt x="3644" y="10458"/>
                  </a:cubicBezTo>
                  <a:cubicBezTo>
                    <a:pt x="3898" y="11094"/>
                    <a:pt x="4509" y="11503"/>
                    <a:pt x="5181" y="11503"/>
                  </a:cubicBezTo>
                  <a:cubicBezTo>
                    <a:pt x="5235" y="11503"/>
                    <a:pt x="5289" y="11500"/>
                    <a:pt x="5343" y="11495"/>
                  </a:cubicBezTo>
                  <a:cubicBezTo>
                    <a:pt x="6078" y="11418"/>
                    <a:pt x="6673" y="10871"/>
                    <a:pt x="6803" y="10141"/>
                  </a:cubicBezTo>
                  <a:cubicBezTo>
                    <a:pt x="6812" y="10093"/>
                    <a:pt x="6817" y="10045"/>
                    <a:pt x="6822" y="9997"/>
                  </a:cubicBezTo>
                  <a:cubicBezTo>
                    <a:pt x="6827" y="9969"/>
                    <a:pt x="6827" y="9940"/>
                    <a:pt x="6827" y="9911"/>
                  </a:cubicBezTo>
                  <a:cubicBezTo>
                    <a:pt x="6832" y="9940"/>
                    <a:pt x="6832" y="9964"/>
                    <a:pt x="6832" y="9988"/>
                  </a:cubicBezTo>
                  <a:cubicBezTo>
                    <a:pt x="6836" y="10026"/>
                    <a:pt x="6841" y="10060"/>
                    <a:pt x="6846" y="10093"/>
                  </a:cubicBezTo>
                  <a:cubicBezTo>
                    <a:pt x="6971" y="10900"/>
                    <a:pt x="7662" y="11500"/>
                    <a:pt x="8478" y="11505"/>
                  </a:cubicBezTo>
                  <a:cubicBezTo>
                    <a:pt x="8809" y="11505"/>
                    <a:pt x="9136" y="11404"/>
                    <a:pt x="9414" y="11212"/>
                  </a:cubicBezTo>
                  <a:cubicBezTo>
                    <a:pt x="9683" y="11025"/>
                    <a:pt x="9889" y="10765"/>
                    <a:pt x="10014" y="10463"/>
                  </a:cubicBezTo>
                  <a:cubicBezTo>
                    <a:pt x="10254" y="10578"/>
                    <a:pt x="10523" y="10645"/>
                    <a:pt x="10792" y="10645"/>
                  </a:cubicBezTo>
                  <a:cubicBezTo>
                    <a:pt x="10799" y="10646"/>
                    <a:pt x="10805" y="10646"/>
                    <a:pt x="10812" y="10646"/>
                  </a:cubicBezTo>
                  <a:cubicBezTo>
                    <a:pt x="11677" y="10646"/>
                    <a:pt x="12420" y="10039"/>
                    <a:pt x="12601" y="9196"/>
                  </a:cubicBezTo>
                  <a:cubicBezTo>
                    <a:pt x="12611" y="9157"/>
                    <a:pt x="12616" y="9119"/>
                    <a:pt x="12621" y="9081"/>
                  </a:cubicBezTo>
                  <a:cubicBezTo>
                    <a:pt x="12630" y="9013"/>
                    <a:pt x="12635" y="8951"/>
                    <a:pt x="12640" y="8884"/>
                  </a:cubicBezTo>
                  <a:cubicBezTo>
                    <a:pt x="12654" y="8490"/>
                    <a:pt x="12539" y="8106"/>
                    <a:pt x="12318" y="7785"/>
                  </a:cubicBezTo>
                  <a:cubicBezTo>
                    <a:pt x="12433" y="7713"/>
                    <a:pt x="12544" y="7636"/>
                    <a:pt x="12645" y="7545"/>
                  </a:cubicBezTo>
                  <a:cubicBezTo>
                    <a:pt x="12673" y="7521"/>
                    <a:pt x="12702" y="7492"/>
                    <a:pt x="12731" y="7468"/>
                  </a:cubicBezTo>
                  <a:cubicBezTo>
                    <a:pt x="12793" y="7410"/>
                    <a:pt x="12851" y="7353"/>
                    <a:pt x="12909" y="7285"/>
                  </a:cubicBezTo>
                  <a:cubicBezTo>
                    <a:pt x="13331" y="6810"/>
                    <a:pt x="13562" y="6200"/>
                    <a:pt x="13562" y="5567"/>
                  </a:cubicBezTo>
                  <a:cubicBezTo>
                    <a:pt x="13562" y="4444"/>
                    <a:pt x="12846" y="3445"/>
                    <a:pt x="11781" y="3090"/>
                  </a:cubicBezTo>
                  <a:cubicBezTo>
                    <a:pt x="11968" y="2677"/>
                    <a:pt x="11997" y="2211"/>
                    <a:pt x="11857" y="1779"/>
                  </a:cubicBezTo>
                  <a:cubicBezTo>
                    <a:pt x="11848" y="1751"/>
                    <a:pt x="11838" y="1722"/>
                    <a:pt x="11829" y="1693"/>
                  </a:cubicBezTo>
                  <a:cubicBezTo>
                    <a:pt x="11556" y="969"/>
                    <a:pt x="10862" y="510"/>
                    <a:pt x="10116" y="510"/>
                  </a:cubicBezTo>
                  <a:cubicBezTo>
                    <a:pt x="9982" y="510"/>
                    <a:pt x="9847" y="525"/>
                    <a:pt x="9712" y="555"/>
                  </a:cubicBezTo>
                  <a:cubicBezTo>
                    <a:pt x="9371" y="173"/>
                    <a:pt x="8928" y="0"/>
                    <a:pt x="8492"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3"/>
            <p:cNvSpPr/>
            <p:nvPr/>
          </p:nvSpPr>
          <p:spPr>
            <a:xfrm>
              <a:off x="3526655" y="3918751"/>
              <a:ext cx="331593" cy="220389"/>
            </a:xfrm>
            <a:custGeom>
              <a:rect b="b" l="l" r="r" t="t"/>
              <a:pathLst>
                <a:path extrusionOk="0" h="8411" w="12655">
                  <a:moveTo>
                    <a:pt x="1882" y="1"/>
                  </a:moveTo>
                  <a:cubicBezTo>
                    <a:pt x="922" y="318"/>
                    <a:pt x="231" y="1167"/>
                    <a:pt x="116" y="2170"/>
                  </a:cubicBezTo>
                  <a:cubicBezTo>
                    <a:pt x="1" y="3178"/>
                    <a:pt x="481" y="4163"/>
                    <a:pt x="1340" y="4691"/>
                  </a:cubicBezTo>
                  <a:cubicBezTo>
                    <a:pt x="870" y="5372"/>
                    <a:pt x="922" y="6289"/>
                    <a:pt x="1460" y="6918"/>
                  </a:cubicBezTo>
                  <a:cubicBezTo>
                    <a:pt x="1817" y="7331"/>
                    <a:pt x="2327" y="7552"/>
                    <a:pt x="2847" y="7552"/>
                  </a:cubicBezTo>
                  <a:cubicBezTo>
                    <a:pt x="3117" y="7552"/>
                    <a:pt x="3390" y="7492"/>
                    <a:pt x="3644" y="7369"/>
                  </a:cubicBezTo>
                  <a:cubicBezTo>
                    <a:pt x="3896" y="7997"/>
                    <a:pt x="4507" y="8405"/>
                    <a:pt x="5173" y="8405"/>
                  </a:cubicBezTo>
                  <a:cubicBezTo>
                    <a:pt x="5229" y="8405"/>
                    <a:pt x="5286" y="8402"/>
                    <a:pt x="5343" y="8396"/>
                  </a:cubicBezTo>
                  <a:cubicBezTo>
                    <a:pt x="6078" y="8324"/>
                    <a:pt x="6673" y="7777"/>
                    <a:pt x="6808" y="7052"/>
                  </a:cubicBezTo>
                  <a:cubicBezTo>
                    <a:pt x="6817" y="7004"/>
                    <a:pt x="6822" y="6951"/>
                    <a:pt x="6827" y="6903"/>
                  </a:cubicBezTo>
                  <a:cubicBezTo>
                    <a:pt x="6827" y="6875"/>
                    <a:pt x="6832" y="6846"/>
                    <a:pt x="6832" y="6822"/>
                  </a:cubicBezTo>
                  <a:cubicBezTo>
                    <a:pt x="6832" y="6846"/>
                    <a:pt x="6832" y="6870"/>
                    <a:pt x="6836" y="6899"/>
                  </a:cubicBezTo>
                  <a:cubicBezTo>
                    <a:pt x="6836" y="6932"/>
                    <a:pt x="6841" y="6966"/>
                    <a:pt x="6851" y="7004"/>
                  </a:cubicBezTo>
                  <a:cubicBezTo>
                    <a:pt x="6976" y="7811"/>
                    <a:pt x="7667" y="8406"/>
                    <a:pt x="8483" y="8411"/>
                  </a:cubicBezTo>
                  <a:cubicBezTo>
                    <a:pt x="8819" y="8411"/>
                    <a:pt x="9145" y="8310"/>
                    <a:pt x="9419" y="8118"/>
                  </a:cubicBezTo>
                  <a:cubicBezTo>
                    <a:pt x="9688" y="7931"/>
                    <a:pt x="9899" y="7671"/>
                    <a:pt x="10019" y="7369"/>
                  </a:cubicBezTo>
                  <a:cubicBezTo>
                    <a:pt x="10264" y="7484"/>
                    <a:pt x="10528" y="7551"/>
                    <a:pt x="10801" y="7551"/>
                  </a:cubicBezTo>
                  <a:cubicBezTo>
                    <a:pt x="10808" y="7552"/>
                    <a:pt x="10815" y="7552"/>
                    <a:pt x="10822" y="7552"/>
                  </a:cubicBezTo>
                  <a:cubicBezTo>
                    <a:pt x="11682" y="7552"/>
                    <a:pt x="12430" y="6945"/>
                    <a:pt x="12611" y="6097"/>
                  </a:cubicBezTo>
                  <a:cubicBezTo>
                    <a:pt x="12616" y="6063"/>
                    <a:pt x="12625" y="6025"/>
                    <a:pt x="12630" y="5987"/>
                  </a:cubicBezTo>
                  <a:cubicBezTo>
                    <a:pt x="12640" y="5919"/>
                    <a:pt x="12645" y="5857"/>
                    <a:pt x="12645" y="5790"/>
                  </a:cubicBezTo>
                  <a:cubicBezTo>
                    <a:pt x="12654" y="5545"/>
                    <a:pt x="12611" y="5305"/>
                    <a:pt x="12525" y="5079"/>
                  </a:cubicBezTo>
                  <a:cubicBezTo>
                    <a:pt x="12252" y="5796"/>
                    <a:pt x="11567" y="6265"/>
                    <a:pt x="10803" y="6265"/>
                  </a:cubicBezTo>
                  <a:cubicBezTo>
                    <a:pt x="10800" y="6265"/>
                    <a:pt x="10796" y="6265"/>
                    <a:pt x="10792" y="6265"/>
                  </a:cubicBezTo>
                  <a:cubicBezTo>
                    <a:pt x="10561" y="6260"/>
                    <a:pt x="10336" y="6217"/>
                    <a:pt x="10125" y="6131"/>
                  </a:cubicBezTo>
                  <a:cubicBezTo>
                    <a:pt x="10108" y="6123"/>
                    <a:pt x="10091" y="6119"/>
                    <a:pt x="10074" y="6119"/>
                  </a:cubicBezTo>
                  <a:cubicBezTo>
                    <a:pt x="10029" y="6119"/>
                    <a:pt x="9987" y="6146"/>
                    <a:pt x="9966" y="6188"/>
                  </a:cubicBezTo>
                  <a:cubicBezTo>
                    <a:pt x="9837" y="6447"/>
                    <a:pt x="9649" y="6663"/>
                    <a:pt x="9414" y="6827"/>
                  </a:cubicBezTo>
                  <a:cubicBezTo>
                    <a:pt x="9140" y="7019"/>
                    <a:pt x="8814" y="7119"/>
                    <a:pt x="8478" y="7119"/>
                  </a:cubicBezTo>
                  <a:cubicBezTo>
                    <a:pt x="7662" y="7115"/>
                    <a:pt x="6971" y="6519"/>
                    <a:pt x="6846" y="5713"/>
                  </a:cubicBezTo>
                  <a:cubicBezTo>
                    <a:pt x="6836" y="5651"/>
                    <a:pt x="6832" y="5593"/>
                    <a:pt x="6832" y="5531"/>
                  </a:cubicBezTo>
                  <a:cubicBezTo>
                    <a:pt x="6827" y="5607"/>
                    <a:pt x="6817" y="5684"/>
                    <a:pt x="6803" y="5761"/>
                  </a:cubicBezTo>
                  <a:cubicBezTo>
                    <a:pt x="6678" y="6452"/>
                    <a:pt x="6136" y="6990"/>
                    <a:pt x="5439" y="7100"/>
                  </a:cubicBezTo>
                  <a:cubicBezTo>
                    <a:pt x="5352" y="7114"/>
                    <a:pt x="5265" y="7121"/>
                    <a:pt x="5178" y="7121"/>
                  </a:cubicBezTo>
                  <a:cubicBezTo>
                    <a:pt x="4580" y="7121"/>
                    <a:pt x="4019" y="6796"/>
                    <a:pt x="3726" y="6255"/>
                  </a:cubicBezTo>
                  <a:cubicBezTo>
                    <a:pt x="3677" y="6161"/>
                    <a:pt x="3573" y="6101"/>
                    <a:pt x="3466" y="6101"/>
                  </a:cubicBezTo>
                  <a:cubicBezTo>
                    <a:pt x="3458" y="6101"/>
                    <a:pt x="3450" y="6101"/>
                    <a:pt x="3443" y="6102"/>
                  </a:cubicBezTo>
                  <a:cubicBezTo>
                    <a:pt x="3377" y="6107"/>
                    <a:pt x="3316" y="6110"/>
                    <a:pt x="3257" y="6110"/>
                  </a:cubicBezTo>
                  <a:cubicBezTo>
                    <a:pt x="2209" y="6110"/>
                    <a:pt x="2292" y="5283"/>
                    <a:pt x="2310" y="4892"/>
                  </a:cubicBezTo>
                  <a:cubicBezTo>
                    <a:pt x="2314" y="4767"/>
                    <a:pt x="2262" y="4647"/>
                    <a:pt x="2156" y="4571"/>
                  </a:cubicBezTo>
                  <a:cubicBezTo>
                    <a:pt x="1513" y="4095"/>
                    <a:pt x="1210" y="3332"/>
                    <a:pt x="1210" y="2473"/>
                  </a:cubicBezTo>
                  <a:cubicBezTo>
                    <a:pt x="1210" y="1940"/>
                    <a:pt x="1369" y="1422"/>
                    <a:pt x="1676" y="985"/>
                  </a:cubicBezTo>
                  <a:cubicBezTo>
                    <a:pt x="1815" y="802"/>
                    <a:pt x="1964" y="630"/>
                    <a:pt x="2132" y="471"/>
                  </a:cubicBezTo>
                  <a:cubicBezTo>
                    <a:pt x="2257" y="351"/>
                    <a:pt x="1983" y="159"/>
                    <a:pt x="1892" y="15"/>
                  </a:cubicBezTo>
                  <a:lnTo>
                    <a:pt x="1882"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3"/>
            <p:cNvSpPr/>
            <p:nvPr/>
          </p:nvSpPr>
          <p:spPr>
            <a:xfrm>
              <a:off x="3507658" y="3832256"/>
              <a:ext cx="395474" cy="312491"/>
            </a:xfrm>
            <a:custGeom>
              <a:rect b="b" l="l" r="r" t="t"/>
              <a:pathLst>
                <a:path extrusionOk="0" h="11926" w="15093">
                  <a:moveTo>
                    <a:pt x="5894" y="0"/>
                  </a:moveTo>
                  <a:cubicBezTo>
                    <a:pt x="5434" y="0"/>
                    <a:pt x="4970" y="169"/>
                    <a:pt x="4604" y="522"/>
                  </a:cubicBezTo>
                  <a:lnTo>
                    <a:pt x="4595" y="532"/>
                  </a:lnTo>
                  <a:lnTo>
                    <a:pt x="4580" y="532"/>
                  </a:lnTo>
                  <a:cubicBezTo>
                    <a:pt x="4472" y="515"/>
                    <a:pt x="4365" y="507"/>
                    <a:pt x="4260" y="507"/>
                  </a:cubicBezTo>
                  <a:cubicBezTo>
                    <a:pt x="2923" y="507"/>
                    <a:pt x="1901" y="1818"/>
                    <a:pt x="2315" y="3153"/>
                  </a:cubicBezTo>
                  <a:lnTo>
                    <a:pt x="2324" y="3177"/>
                  </a:lnTo>
                  <a:lnTo>
                    <a:pt x="2300" y="3187"/>
                  </a:lnTo>
                  <a:cubicBezTo>
                    <a:pt x="308" y="4051"/>
                    <a:pt x="1" y="6753"/>
                    <a:pt x="1753" y="8040"/>
                  </a:cubicBezTo>
                  <a:lnTo>
                    <a:pt x="1772" y="8054"/>
                  </a:lnTo>
                  <a:lnTo>
                    <a:pt x="1763" y="8073"/>
                  </a:lnTo>
                  <a:cubicBezTo>
                    <a:pt x="1364" y="8827"/>
                    <a:pt x="1465" y="9700"/>
                    <a:pt x="2031" y="10353"/>
                  </a:cubicBezTo>
                  <a:cubicBezTo>
                    <a:pt x="2418" y="10815"/>
                    <a:pt x="2982" y="11067"/>
                    <a:pt x="3560" y="11067"/>
                  </a:cubicBezTo>
                  <a:cubicBezTo>
                    <a:pt x="3786" y="11067"/>
                    <a:pt x="4014" y="11028"/>
                    <a:pt x="4235" y="10948"/>
                  </a:cubicBezTo>
                  <a:lnTo>
                    <a:pt x="4259" y="10939"/>
                  </a:lnTo>
                  <a:lnTo>
                    <a:pt x="4268" y="10958"/>
                  </a:lnTo>
                  <a:cubicBezTo>
                    <a:pt x="4393" y="11179"/>
                    <a:pt x="4561" y="11371"/>
                    <a:pt x="4758" y="11529"/>
                  </a:cubicBezTo>
                  <a:cubicBezTo>
                    <a:pt x="4801" y="11563"/>
                    <a:pt x="4846" y="11577"/>
                    <a:pt x="4888" y="11577"/>
                  </a:cubicBezTo>
                  <a:cubicBezTo>
                    <a:pt x="5062" y="11577"/>
                    <a:pt x="5195" y="11332"/>
                    <a:pt x="5017" y="11193"/>
                  </a:cubicBezTo>
                  <a:cubicBezTo>
                    <a:pt x="4816" y="11035"/>
                    <a:pt x="4657" y="10828"/>
                    <a:pt x="4556" y="10588"/>
                  </a:cubicBezTo>
                  <a:cubicBezTo>
                    <a:pt x="4525" y="10505"/>
                    <a:pt x="4446" y="10455"/>
                    <a:pt x="4363" y="10455"/>
                  </a:cubicBezTo>
                  <a:cubicBezTo>
                    <a:pt x="4332" y="10455"/>
                    <a:pt x="4299" y="10462"/>
                    <a:pt x="4268" y="10478"/>
                  </a:cubicBezTo>
                  <a:cubicBezTo>
                    <a:pt x="4037" y="10589"/>
                    <a:pt x="3799" y="10640"/>
                    <a:pt x="3568" y="10640"/>
                  </a:cubicBezTo>
                  <a:cubicBezTo>
                    <a:pt x="2661" y="10640"/>
                    <a:pt x="1855" y="9857"/>
                    <a:pt x="1955" y="8851"/>
                  </a:cubicBezTo>
                  <a:cubicBezTo>
                    <a:pt x="2041" y="8030"/>
                    <a:pt x="2737" y="7406"/>
                    <a:pt x="3563" y="7406"/>
                  </a:cubicBezTo>
                  <a:cubicBezTo>
                    <a:pt x="3822" y="7387"/>
                    <a:pt x="3822" y="7007"/>
                    <a:pt x="3563" y="6988"/>
                  </a:cubicBezTo>
                  <a:cubicBezTo>
                    <a:pt x="2972" y="6988"/>
                    <a:pt x="2415" y="7243"/>
                    <a:pt x="2027" y="7684"/>
                  </a:cubicBezTo>
                  <a:lnTo>
                    <a:pt x="2012" y="7704"/>
                  </a:lnTo>
                  <a:lnTo>
                    <a:pt x="1993" y="7689"/>
                  </a:lnTo>
                  <a:cubicBezTo>
                    <a:pt x="510" y="6590"/>
                    <a:pt x="779" y="4300"/>
                    <a:pt x="2473" y="3571"/>
                  </a:cubicBezTo>
                  <a:lnTo>
                    <a:pt x="2492" y="3561"/>
                  </a:lnTo>
                  <a:lnTo>
                    <a:pt x="2507" y="3580"/>
                  </a:lnTo>
                  <a:cubicBezTo>
                    <a:pt x="2876" y="4199"/>
                    <a:pt x="3539" y="4579"/>
                    <a:pt x="4259" y="4583"/>
                  </a:cubicBezTo>
                  <a:cubicBezTo>
                    <a:pt x="4518" y="4564"/>
                    <a:pt x="4518" y="4180"/>
                    <a:pt x="4259" y="4161"/>
                  </a:cubicBezTo>
                  <a:cubicBezTo>
                    <a:pt x="3356" y="4151"/>
                    <a:pt x="2636" y="3403"/>
                    <a:pt x="2660" y="2500"/>
                  </a:cubicBezTo>
                  <a:cubicBezTo>
                    <a:pt x="2688" y="1624"/>
                    <a:pt x="3404" y="933"/>
                    <a:pt x="4271" y="933"/>
                  </a:cubicBezTo>
                  <a:cubicBezTo>
                    <a:pt x="4297" y="933"/>
                    <a:pt x="4324" y="934"/>
                    <a:pt x="4350" y="935"/>
                  </a:cubicBezTo>
                  <a:cubicBezTo>
                    <a:pt x="4883" y="959"/>
                    <a:pt x="5368" y="1252"/>
                    <a:pt x="5641" y="1713"/>
                  </a:cubicBezTo>
                  <a:cubicBezTo>
                    <a:pt x="5687" y="1783"/>
                    <a:pt x="5750" y="1812"/>
                    <a:pt x="5813" y="1812"/>
                  </a:cubicBezTo>
                  <a:cubicBezTo>
                    <a:pt x="5956" y="1812"/>
                    <a:pt x="6095" y="1660"/>
                    <a:pt x="6001" y="1497"/>
                  </a:cubicBezTo>
                  <a:cubicBezTo>
                    <a:pt x="5795" y="1151"/>
                    <a:pt x="5488" y="873"/>
                    <a:pt x="5123" y="700"/>
                  </a:cubicBezTo>
                  <a:lnTo>
                    <a:pt x="5075" y="681"/>
                  </a:lnTo>
                  <a:lnTo>
                    <a:pt x="5118" y="652"/>
                  </a:lnTo>
                  <a:cubicBezTo>
                    <a:pt x="5364" y="496"/>
                    <a:pt x="5630" y="424"/>
                    <a:pt x="5890" y="424"/>
                  </a:cubicBezTo>
                  <a:cubicBezTo>
                    <a:pt x="6641" y="424"/>
                    <a:pt x="7336" y="1021"/>
                    <a:pt x="7336" y="1866"/>
                  </a:cubicBezTo>
                  <a:lnTo>
                    <a:pt x="7336" y="4934"/>
                  </a:lnTo>
                  <a:lnTo>
                    <a:pt x="7307" y="4934"/>
                  </a:lnTo>
                  <a:cubicBezTo>
                    <a:pt x="6880" y="4915"/>
                    <a:pt x="6587" y="4756"/>
                    <a:pt x="6390" y="4439"/>
                  </a:cubicBezTo>
                  <a:cubicBezTo>
                    <a:pt x="6345" y="4366"/>
                    <a:pt x="6280" y="4336"/>
                    <a:pt x="6215" y="4336"/>
                  </a:cubicBezTo>
                  <a:cubicBezTo>
                    <a:pt x="6069" y="4336"/>
                    <a:pt x="5927" y="4493"/>
                    <a:pt x="6030" y="4660"/>
                  </a:cubicBezTo>
                  <a:cubicBezTo>
                    <a:pt x="6304" y="5102"/>
                    <a:pt x="6731" y="5337"/>
                    <a:pt x="7307" y="5351"/>
                  </a:cubicBezTo>
                  <a:lnTo>
                    <a:pt x="7331" y="5351"/>
                  </a:lnTo>
                  <a:lnTo>
                    <a:pt x="7331" y="8553"/>
                  </a:lnTo>
                  <a:lnTo>
                    <a:pt x="7288" y="8510"/>
                  </a:lnTo>
                  <a:cubicBezTo>
                    <a:pt x="7009" y="8241"/>
                    <a:pt x="6640" y="8097"/>
                    <a:pt x="6256" y="8097"/>
                  </a:cubicBezTo>
                  <a:lnTo>
                    <a:pt x="4950" y="8097"/>
                  </a:lnTo>
                  <a:cubicBezTo>
                    <a:pt x="4691" y="8116"/>
                    <a:pt x="4691" y="8496"/>
                    <a:pt x="4950" y="8515"/>
                  </a:cubicBezTo>
                  <a:lnTo>
                    <a:pt x="6256" y="8515"/>
                  </a:lnTo>
                  <a:cubicBezTo>
                    <a:pt x="6851" y="8515"/>
                    <a:pt x="7336" y="9000"/>
                    <a:pt x="7336" y="9595"/>
                  </a:cubicBezTo>
                  <a:lnTo>
                    <a:pt x="7336" y="10060"/>
                  </a:lnTo>
                  <a:cubicBezTo>
                    <a:pt x="7336" y="10870"/>
                    <a:pt x="6677" y="11504"/>
                    <a:pt x="5899" y="11504"/>
                  </a:cubicBezTo>
                  <a:cubicBezTo>
                    <a:pt x="5823" y="11504"/>
                    <a:pt x="5747" y="11498"/>
                    <a:pt x="5670" y="11486"/>
                  </a:cubicBezTo>
                  <a:cubicBezTo>
                    <a:pt x="5663" y="11484"/>
                    <a:pt x="5657" y="11482"/>
                    <a:pt x="5651" y="11482"/>
                  </a:cubicBezTo>
                  <a:cubicBezTo>
                    <a:pt x="5646" y="11482"/>
                    <a:pt x="5641" y="11484"/>
                    <a:pt x="5636" y="11486"/>
                  </a:cubicBezTo>
                  <a:cubicBezTo>
                    <a:pt x="5629" y="11485"/>
                    <a:pt x="5621" y="11485"/>
                    <a:pt x="5614" y="11485"/>
                  </a:cubicBezTo>
                  <a:cubicBezTo>
                    <a:pt x="5352" y="11485"/>
                    <a:pt x="5327" y="11885"/>
                    <a:pt x="5603" y="11904"/>
                  </a:cubicBezTo>
                  <a:cubicBezTo>
                    <a:pt x="5699" y="11919"/>
                    <a:pt x="5795" y="11926"/>
                    <a:pt x="5890" y="11926"/>
                  </a:cubicBezTo>
                  <a:cubicBezTo>
                    <a:pt x="6560" y="11926"/>
                    <a:pt x="7187" y="11565"/>
                    <a:pt x="7523" y="10968"/>
                  </a:cubicBezTo>
                  <a:lnTo>
                    <a:pt x="7547" y="10924"/>
                  </a:lnTo>
                  <a:lnTo>
                    <a:pt x="7571" y="10968"/>
                  </a:lnTo>
                  <a:cubicBezTo>
                    <a:pt x="7903" y="11565"/>
                    <a:pt x="8533" y="11926"/>
                    <a:pt x="9204" y="11926"/>
                  </a:cubicBezTo>
                  <a:cubicBezTo>
                    <a:pt x="9299" y="11926"/>
                    <a:pt x="9395" y="11919"/>
                    <a:pt x="9491" y="11904"/>
                  </a:cubicBezTo>
                  <a:cubicBezTo>
                    <a:pt x="9756" y="11863"/>
                    <a:pt x="9708" y="11483"/>
                    <a:pt x="9463" y="11483"/>
                  </a:cubicBezTo>
                  <a:cubicBezTo>
                    <a:pt x="9451" y="11483"/>
                    <a:pt x="9438" y="11484"/>
                    <a:pt x="9424" y="11486"/>
                  </a:cubicBezTo>
                  <a:cubicBezTo>
                    <a:pt x="9345" y="11499"/>
                    <a:pt x="9266" y="11505"/>
                    <a:pt x="9188" y="11505"/>
                  </a:cubicBezTo>
                  <a:cubicBezTo>
                    <a:pt x="8412" y="11505"/>
                    <a:pt x="7753" y="10873"/>
                    <a:pt x="7753" y="10065"/>
                  </a:cubicBezTo>
                  <a:lnTo>
                    <a:pt x="7753" y="8217"/>
                  </a:lnTo>
                  <a:cubicBezTo>
                    <a:pt x="7753" y="7622"/>
                    <a:pt x="8238" y="7137"/>
                    <a:pt x="8833" y="7137"/>
                  </a:cubicBezTo>
                  <a:lnTo>
                    <a:pt x="10725" y="7137"/>
                  </a:lnTo>
                  <a:cubicBezTo>
                    <a:pt x="10732" y="7138"/>
                    <a:pt x="10740" y="7138"/>
                    <a:pt x="10747" y="7138"/>
                  </a:cubicBezTo>
                  <a:cubicBezTo>
                    <a:pt x="11020" y="7138"/>
                    <a:pt x="11020" y="6719"/>
                    <a:pt x="10747" y="6719"/>
                  </a:cubicBezTo>
                  <a:cubicBezTo>
                    <a:pt x="10740" y="6719"/>
                    <a:pt x="10732" y="6719"/>
                    <a:pt x="10725" y="6719"/>
                  </a:cubicBezTo>
                  <a:lnTo>
                    <a:pt x="8833" y="6719"/>
                  </a:lnTo>
                  <a:cubicBezTo>
                    <a:pt x="8449" y="6719"/>
                    <a:pt x="8080" y="6863"/>
                    <a:pt x="7806" y="7132"/>
                  </a:cubicBezTo>
                  <a:lnTo>
                    <a:pt x="7758" y="7175"/>
                  </a:lnTo>
                  <a:lnTo>
                    <a:pt x="7758" y="6311"/>
                  </a:lnTo>
                  <a:lnTo>
                    <a:pt x="7782" y="6311"/>
                  </a:lnTo>
                  <a:cubicBezTo>
                    <a:pt x="8675" y="6273"/>
                    <a:pt x="9376" y="5539"/>
                    <a:pt x="9371" y="4646"/>
                  </a:cubicBezTo>
                  <a:cubicBezTo>
                    <a:pt x="9383" y="4495"/>
                    <a:pt x="9273" y="4419"/>
                    <a:pt x="9162" y="4419"/>
                  </a:cubicBezTo>
                  <a:cubicBezTo>
                    <a:pt x="9052" y="4419"/>
                    <a:pt x="8941" y="4495"/>
                    <a:pt x="8953" y="4646"/>
                  </a:cubicBezTo>
                  <a:cubicBezTo>
                    <a:pt x="8953" y="5303"/>
                    <a:pt x="8445" y="5846"/>
                    <a:pt x="7787" y="5889"/>
                  </a:cubicBezTo>
                  <a:lnTo>
                    <a:pt x="7758" y="5889"/>
                  </a:lnTo>
                  <a:lnTo>
                    <a:pt x="7758" y="1866"/>
                  </a:lnTo>
                  <a:cubicBezTo>
                    <a:pt x="7758" y="1022"/>
                    <a:pt x="8451" y="426"/>
                    <a:pt x="9200" y="426"/>
                  </a:cubicBezTo>
                  <a:cubicBezTo>
                    <a:pt x="9461" y="426"/>
                    <a:pt x="9728" y="498"/>
                    <a:pt x="9976" y="657"/>
                  </a:cubicBezTo>
                  <a:lnTo>
                    <a:pt x="10019" y="681"/>
                  </a:lnTo>
                  <a:lnTo>
                    <a:pt x="9971" y="705"/>
                  </a:lnTo>
                  <a:cubicBezTo>
                    <a:pt x="9606" y="873"/>
                    <a:pt x="9299" y="1151"/>
                    <a:pt x="9093" y="1497"/>
                  </a:cubicBezTo>
                  <a:cubicBezTo>
                    <a:pt x="8999" y="1660"/>
                    <a:pt x="9138" y="1812"/>
                    <a:pt x="9281" y="1812"/>
                  </a:cubicBezTo>
                  <a:cubicBezTo>
                    <a:pt x="9344" y="1812"/>
                    <a:pt x="9407" y="1783"/>
                    <a:pt x="9453" y="1713"/>
                  </a:cubicBezTo>
                  <a:cubicBezTo>
                    <a:pt x="9767" y="1193"/>
                    <a:pt x="10301" y="935"/>
                    <a:pt x="10834" y="935"/>
                  </a:cubicBezTo>
                  <a:cubicBezTo>
                    <a:pt x="11385" y="935"/>
                    <a:pt x="11934" y="1210"/>
                    <a:pt x="12242" y="1756"/>
                  </a:cubicBezTo>
                  <a:cubicBezTo>
                    <a:pt x="12851" y="2831"/>
                    <a:pt x="12074" y="4166"/>
                    <a:pt x="10835" y="4166"/>
                  </a:cubicBezTo>
                  <a:cubicBezTo>
                    <a:pt x="10828" y="4165"/>
                    <a:pt x="10820" y="4165"/>
                    <a:pt x="10813" y="4165"/>
                  </a:cubicBezTo>
                  <a:cubicBezTo>
                    <a:pt x="10540" y="4165"/>
                    <a:pt x="10540" y="4584"/>
                    <a:pt x="10813" y="4584"/>
                  </a:cubicBezTo>
                  <a:cubicBezTo>
                    <a:pt x="10820" y="4584"/>
                    <a:pt x="10828" y="4584"/>
                    <a:pt x="10835" y="4583"/>
                  </a:cubicBezTo>
                  <a:cubicBezTo>
                    <a:pt x="11555" y="4583"/>
                    <a:pt x="12222" y="4204"/>
                    <a:pt x="12587" y="3585"/>
                  </a:cubicBezTo>
                  <a:lnTo>
                    <a:pt x="12602" y="3566"/>
                  </a:lnTo>
                  <a:lnTo>
                    <a:pt x="12621" y="3575"/>
                  </a:lnTo>
                  <a:cubicBezTo>
                    <a:pt x="14315" y="4305"/>
                    <a:pt x="14584" y="6595"/>
                    <a:pt x="13101" y="7694"/>
                  </a:cubicBezTo>
                  <a:lnTo>
                    <a:pt x="13082" y="7708"/>
                  </a:lnTo>
                  <a:lnTo>
                    <a:pt x="13067" y="7689"/>
                  </a:lnTo>
                  <a:cubicBezTo>
                    <a:pt x="12678" y="7247"/>
                    <a:pt x="12122" y="6993"/>
                    <a:pt x="11531" y="6993"/>
                  </a:cubicBezTo>
                  <a:cubicBezTo>
                    <a:pt x="11524" y="6992"/>
                    <a:pt x="11516" y="6992"/>
                    <a:pt x="11509" y="6992"/>
                  </a:cubicBezTo>
                  <a:cubicBezTo>
                    <a:pt x="11236" y="6992"/>
                    <a:pt x="11236" y="7412"/>
                    <a:pt x="11509" y="7412"/>
                  </a:cubicBezTo>
                  <a:cubicBezTo>
                    <a:pt x="11516" y="7412"/>
                    <a:pt x="11524" y="7411"/>
                    <a:pt x="11531" y="7411"/>
                  </a:cubicBezTo>
                  <a:cubicBezTo>
                    <a:pt x="12299" y="7411"/>
                    <a:pt x="12962" y="7953"/>
                    <a:pt x="13115" y="8707"/>
                  </a:cubicBezTo>
                  <a:cubicBezTo>
                    <a:pt x="13245" y="9307"/>
                    <a:pt x="13014" y="9931"/>
                    <a:pt x="12520" y="10300"/>
                  </a:cubicBezTo>
                  <a:cubicBezTo>
                    <a:pt x="12231" y="10529"/>
                    <a:pt x="11882" y="10645"/>
                    <a:pt x="11529" y="10645"/>
                  </a:cubicBezTo>
                  <a:cubicBezTo>
                    <a:pt x="11290" y="10645"/>
                    <a:pt x="11049" y="10592"/>
                    <a:pt x="10826" y="10483"/>
                  </a:cubicBezTo>
                  <a:cubicBezTo>
                    <a:pt x="10795" y="10468"/>
                    <a:pt x="10763" y="10461"/>
                    <a:pt x="10732" y="10461"/>
                  </a:cubicBezTo>
                  <a:cubicBezTo>
                    <a:pt x="10648" y="10461"/>
                    <a:pt x="10569" y="10510"/>
                    <a:pt x="10538" y="10593"/>
                  </a:cubicBezTo>
                  <a:cubicBezTo>
                    <a:pt x="10442" y="10833"/>
                    <a:pt x="10283" y="11044"/>
                    <a:pt x="10077" y="11198"/>
                  </a:cubicBezTo>
                  <a:cubicBezTo>
                    <a:pt x="9899" y="11337"/>
                    <a:pt x="10032" y="11582"/>
                    <a:pt x="10206" y="11582"/>
                  </a:cubicBezTo>
                  <a:cubicBezTo>
                    <a:pt x="10248" y="11582"/>
                    <a:pt x="10293" y="11568"/>
                    <a:pt x="10336" y="11534"/>
                  </a:cubicBezTo>
                  <a:cubicBezTo>
                    <a:pt x="10538" y="11380"/>
                    <a:pt x="10701" y="11184"/>
                    <a:pt x="10826" y="10963"/>
                  </a:cubicBezTo>
                  <a:lnTo>
                    <a:pt x="10835" y="10944"/>
                  </a:lnTo>
                  <a:lnTo>
                    <a:pt x="10859" y="10953"/>
                  </a:lnTo>
                  <a:cubicBezTo>
                    <a:pt x="11077" y="11030"/>
                    <a:pt x="11304" y="11068"/>
                    <a:pt x="11529" y="11068"/>
                  </a:cubicBezTo>
                  <a:cubicBezTo>
                    <a:pt x="11963" y="11068"/>
                    <a:pt x="12393" y="10927"/>
                    <a:pt x="12750" y="10656"/>
                  </a:cubicBezTo>
                  <a:cubicBezTo>
                    <a:pt x="13302" y="10252"/>
                    <a:pt x="13610" y="9600"/>
                    <a:pt x="13566" y="8918"/>
                  </a:cubicBezTo>
                  <a:cubicBezTo>
                    <a:pt x="13552" y="8625"/>
                    <a:pt x="13470" y="8337"/>
                    <a:pt x="13331" y="8078"/>
                  </a:cubicBezTo>
                  <a:lnTo>
                    <a:pt x="13322" y="8059"/>
                  </a:lnTo>
                  <a:lnTo>
                    <a:pt x="13341" y="8044"/>
                  </a:lnTo>
                  <a:cubicBezTo>
                    <a:pt x="15093" y="6758"/>
                    <a:pt x="14786" y="4055"/>
                    <a:pt x="12794" y="3191"/>
                  </a:cubicBezTo>
                  <a:lnTo>
                    <a:pt x="12798" y="3187"/>
                  </a:lnTo>
                  <a:lnTo>
                    <a:pt x="12779" y="3177"/>
                  </a:lnTo>
                  <a:lnTo>
                    <a:pt x="12784" y="3153"/>
                  </a:lnTo>
                  <a:cubicBezTo>
                    <a:pt x="13198" y="1818"/>
                    <a:pt x="12180" y="507"/>
                    <a:pt x="10839" y="507"/>
                  </a:cubicBezTo>
                  <a:cubicBezTo>
                    <a:pt x="10734" y="507"/>
                    <a:pt x="10627" y="515"/>
                    <a:pt x="10518" y="532"/>
                  </a:cubicBezTo>
                  <a:lnTo>
                    <a:pt x="10509" y="532"/>
                  </a:lnTo>
                  <a:lnTo>
                    <a:pt x="10499" y="522"/>
                  </a:lnTo>
                  <a:cubicBezTo>
                    <a:pt x="10132" y="169"/>
                    <a:pt x="9667" y="0"/>
                    <a:pt x="9206" y="0"/>
                  </a:cubicBezTo>
                  <a:cubicBezTo>
                    <a:pt x="8559" y="0"/>
                    <a:pt x="7921" y="334"/>
                    <a:pt x="7576" y="959"/>
                  </a:cubicBezTo>
                  <a:lnTo>
                    <a:pt x="7552" y="1002"/>
                  </a:lnTo>
                  <a:lnTo>
                    <a:pt x="7528" y="959"/>
                  </a:lnTo>
                  <a:cubicBezTo>
                    <a:pt x="7180" y="334"/>
                    <a:pt x="6541" y="0"/>
                    <a:pt x="5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4" name="Google Shape;14724;p83"/>
          <p:cNvGrpSpPr/>
          <p:nvPr/>
        </p:nvGrpSpPr>
        <p:grpSpPr>
          <a:xfrm>
            <a:off x="3962481" y="2901255"/>
            <a:ext cx="365158" cy="365368"/>
            <a:chOff x="3962481" y="2901255"/>
            <a:chExt cx="365158" cy="365368"/>
          </a:xfrm>
        </p:grpSpPr>
        <p:sp>
          <p:nvSpPr>
            <p:cNvPr id="14725" name="Google Shape;14725;p83"/>
            <p:cNvSpPr/>
            <p:nvPr/>
          </p:nvSpPr>
          <p:spPr>
            <a:xfrm>
              <a:off x="4221964" y="3072777"/>
              <a:ext cx="24683" cy="24552"/>
            </a:xfrm>
            <a:custGeom>
              <a:rect b="b" l="l" r="r" t="t"/>
              <a:pathLst>
                <a:path extrusionOk="0" fill="none" h="937" w="942">
                  <a:moveTo>
                    <a:pt x="941" y="936"/>
                  </a:moveTo>
                  <a:lnTo>
                    <a:pt x="1" y="0"/>
                  </a:lnTo>
                </a:path>
              </a:pathLst>
            </a:custGeom>
            <a:noFill/>
            <a:ln cap="rnd" cmpd="sng" w="225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3"/>
            <p:cNvSpPr/>
            <p:nvPr/>
          </p:nvSpPr>
          <p:spPr>
            <a:xfrm>
              <a:off x="3968901" y="2983584"/>
              <a:ext cx="353341" cy="277642"/>
            </a:xfrm>
            <a:custGeom>
              <a:rect b="b" l="l" r="r" t="t"/>
              <a:pathLst>
                <a:path extrusionOk="0" h="10596" w="13485">
                  <a:moveTo>
                    <a:pt x="693" y="1"/>
                  </a:moveTo>
                  <a:cubicBezTo>
                    <a:pt x="308" y="1"/>
                    <a:pt x="0" y="316"/>
                    <a:pt x="0" y="702"/>
                  </a:cubicBezTo>
                  <a:lnTo>
                    <a:pt x="0" y="9890"/>
                  </a:lnTo>
                  <a:cubicBezTo>
                    <a:pt x="0" y="10278"/>
                    <a:pt x="313" y="10595"/>
                    <a:pt x="701" y="10595"/>
                  </a:cubicBezTo>
                  <a:lnTo>
                    <a:pt x="12779" y="10595"/>
                  </a:lnTo>
                  <a:cubicBezTo>
                    <a:pt x="13168" y="10595"/>
                    <a:pt x="13484" y="10278"/>
                    <a:pt x="13484" y="9890"/>
                  </a:cubicBezTo>
                  <a:lnTo>
                    <a:pt x="13484" y="702"/>
                  </a:lnTo>
                  <a:cubicBezTo>
                    <a:pt x="13484" y="316"/>
                    <a:pt x="13172" y="1"/>
                    <a:pt x="12788" y="1"/>
                  </a:cubicBezTo>
                  <a:cubicBezTo>
                    <a:pt x="12785" y="1"/>
                    <a:pt x="12782" y="1"/>
                    <a:pt x="12779" y="1"/>
                  </a:cubicBezTo>
                  <a:lnTo>
                    <a:pt x="701" y="1"/>
                  </a:lnTo>
                  <a:cubicBezTo>
                    <a:pt x="698" y="1"/>
                    <a:pt x="696" y="1"/>
                    <a:pt x="69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3"/>
            <p:cNvSpPr/>
            <p:nvPr/>
          </p:nvSpPr>
          <p:spPr>
            <a:xfrm>
              <a:off x="3991906" y="2982850"/>
              <a:ext cx="332850" cy="278873"/>
            </a:xfrm>
            <a:custGeom>
              <a:rect b="b" l="l" r="r" t="t"/>
              <a:pathLst>
                <a:path extrusionOk="0" h="10643" w="12703">
                  <a:moveTo>
                    <a:pt x="11954" y="0"/>
                  </a:moveTo>
                  <a:lnTo>
                    <a:pt x="707" y="53"/>
                  </a:lnTo>
                  <a:cubicBezTo>
                    <a:pt x="318" y="53"/>
                    <a:pt x="1" y="370"/>
                    <a:pt x="6" y="759"/>
                  </a:cubicBezTo>
                  <a:lnTo>
                    <a:pt x="44" y="9946"/>
                  </a:lnTo>
                  <a:cubicBezTo>
                    <a:pt x="44" y="10332"/>
                    <a:pt x="356" y="10642"/>
                    <a:pt x="741" y="10642"/>
                  </a:cubicBezTo>
                  <a:cubicBezTo>
                    <a:pt x="744" y="10642"/>
                    <a:pt x="747" y="10642"/>
                    <a:pt x="750" y="10642"/>
                  </a:cubicBezTo>
                  <a:lnTo>
                    <a:pt x="12002" y="10594"/>
                  </a:lnTo>
                  <a:cubicBezTo>
                    <a:pt x="12390" y="10594"/>
                    <a:pt x="12702" y="10278"/>
                    <a:pt x="12702" y="9889"/>
                  </a:cubicBezTo>
                  <a:lnTo>
                    <a:pt x="12659" y="701"/>
                  </a:lnTo>
                  <a:cubicBezTo>
                    <a:pt x="12659" y="312"/>
                    <a:pt x="12342" y="0"/>
                    <a:pt x="1195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3"/>
            <p:cNvSpPr/>
            <p:nvPr/>
          </p:nvSpPr>
          <p:spPr>
            <a:xfrm>
              <a:off x="3992535"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5" y="1037"/>
                  </a:lnTo>
                  <a:cubicBezTo>
                    <a:pt x="1671" y="1037"/>
                    <a:pt x="1739" y="970"/>
                    <a:pt x="1739" y="893"/>
                  </a:cubicBezTo>
                  <a:lnTo>
                    <a:pt x="1739" y="144"/>
                  </a:lnTo>
                  <a:cubicBezTo>
                    <a:pt x="1739" y="67"/>
                    <a:pt x="1671" y="0"/>
                    <a:pt x="159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3"/>
            <p:cNvSpPr/>
            <p:nvPr/>
          </p:nvSpPr>
          <p:spPr>
            <a:xfrm>
              <a:off x="4252778"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4" y="1037"/>
                  </a:lnTo>
                  <a:cubicBezTo>
                    <a:pt x="1671" y="1037"/>
                    <a:pt x="1738" y="970"/>
                    <a:pt x="1738" y="893"/>
                  </a:cubicBezTo>
                  <a:lnTo>
                    <a:pt x="1738" y="144"/>
                  </a:lnTo>
                  <a:cubicBezTo>
                    <a:pt x="1738" y="67"/>
                    <a:pt x="1671" y="0"/>
                    <a:pt x="159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3"/>
            <p:cNvSpPr/>
            <p:nvPr/>
          </p:nvSpPr>
          <p:spPr>
            <a:xfrm>
              <a:off x="4014178" y="3007375"/>
              <a:ext cx="23923" cy="27198"/>
            </a:xfrm>
            <a:custGeom>
              <a:rect b="b" l="l" r="r" t="t"/>
              <a:pathLst>
                <a:path extrusionOk="0" h="1038" w="913">
                  <a:moveTo>
                    <a:pt x="145" y="0"/>
                  </a:moveTo>
                  <a:cubicBezTo>
                    <a:pt x="68" y="0"/>
                    <a:pt x="1" y="67"/>
                    <a:pt x="1" y="144"/>
                  </a:cubicBezTo>
                  <a:lnTo>
                    <a:pt x="1" y="893"/>
                  </a:lnTo>
                  <a:cubicBezTo>
                    <a:pt x="1" y="970"/>
                    <a:pt x="68" y="1037"/>
                    <a:pt x="149" y="1037"/>
                  </a:cubicBezTo>
                  <a:lnTo>
                    <a:pt x="769" y="1037"/>
                  </a:lnTo>
                  <a:cubicBezTo>
                    <a:pt x="845" y="1037"/>
                    <a:pt x="913" y="970"/>
                    <a:pt x="913" y="893"/>
                  </a:cubicBezTo>
                  <a:lnTo>
                    <a:pt x="913" y="144"/>
                  </a:lnTo>
                  <a:cubicBezTo>
                    <a:pt x="913" y="67"/>
                    <a:pt x="845" y="0"/>
                    <a:pt x="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3"/>
            <p:cNvSpPr/>
            <p:nvPr/>
          </p:nvSpPr>
          <p:spPr>
            <a:xfrm>
              <a:off x="4274553" y="3007375"/>
              <a:ext cx="23792" cy="27198"/>
            </a:xfrm>
            <a:custGeom>
              <a:rect b="b" l="l" r="r" t="t"/>
              <a:pathLst>
                <a:path extrusionOk="0" h="1038" w="908">
                  <a:moveTo>
                    <a:pt x="144" y="0"/>
                  </a:moveTo>
                  <a:cubicBezTo>
                    <a:pt x="63" y="0"/>
                    <a:pt x="0" y="67"/>
                    <a:pt x="0" y="144"/>
                  </a:cubicBezTo>
                  <a:lnTo>
                    <a:pt x="0" y="893"/>
                  </a:lnTo>
                  <a:cubicBezTo>
                    <a:pt x="0" y="970"/>
                    <a:pt x="63" y="1037"/>
                    <a:pt x="144" y="1037"/>
                  </a:cubicBezTo>
                  <a:lnTo>
                    <a:pt x="763" y="1037"/>
                  </a:lnTo>
                  <a:cubicBezTo>
                    <a:pt x="840" y="1037"/>
                    <a:pt x="907" y="970"/>
                    <a:pt x="907" y="893"/>
                  </a:cubicBezTo>
                  <a:lnTo>
                    <a:pt x="907" y="144"/>
                  </a:lnTo>
                  <a:cubicBezTo>
                    <a:pt x="907" y="67"/>
                    <a:pt x="845" y="5"/>
                    <a:pt x="76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3"/>
            <p:cNvSpPr/>
            <p:nvPr/>
          </p:nvSpPr>
          <p:spPr>
            <a:xfrm>
              <a:off x="4117705" y="3067720"/>
              <a:ext cx="135729" cy="132087"/>
            </a:xfrm>
            <a:custGeom>
              <a:rect b="b" l="l" r="r" t="t"/>
              <a:pathLst>
                <a:path extrusionOk="0" h="5041" w="5180">
                  <a:moveTo>
                    <a:pt x="4449" y="0"/>
                  </a:moveTo>
                  <a:cubicBezTo>
                    <a:pt x="4276" y="0"/>
                    <a:pt x="4104" y="66"/>
                    <a:pt x="3975" y="198"/>
                  </a:cubicBezTo>
                  <a:lnTo>
                    <a:pt x="3548" y="621"/>
                  </a:lnTo>
                  <a:lnTo>
                    <a:pt x="451" y="3678"/>
                  </a:lnTo>
                  <a:cubicBezTo>
                    <a:pt x="384" y="3746"/>
                    <a:pt x="341" y="3822"/>
                    <a:pt x="312" y="3914"/>
                  </a:cubicBezTo>
                  <a:lnTo>
                    <a:pt x="173" y="4370"/>
                  </a:lnTo>
                  <a:lnTo>
                    <a:pt x="120" y="4538"/>
                  </a:lnTo>
                  <a:lnTo>
                    <a:pt x="34" y="4811"/>
                  </a:lnTo>
                  <a:cubicBezTo>
                    <a:pt x="1" y="4928"/>
                    <a:pt x="90" y="5040"/>
                    <a:pt x="205" y="5040"/>
                  </a:cubicBezTo>
                  <a:cubicBezTo>
                    <a:pt x="222" y="5040"/>
                    <a:pt x="241" y="5038"/>
                    <a:pt x="259" y="5032"/>
                  </a:cubicBezTo>
                  <a:lnTo>
                    <a:pt x="528" y="4950"/>
                  </a:lnTo>
                  <a:lnTo>
                    <a:pt x="1157" y="4758"/>
                  </a:lnTo>
                  <a:cubicBezTo>
                    <a:pt x="1243" y="4730"/>
                    <a:pt x="1320" y="4682"/>
                    <a:pt x="1387" y="4619"/>
                  </a:cubicBezTo>
                  <a:lnTo>
                    <a:pt x="4488" y="1557"/>
                  </a:lnTo>
                  <a:lnTo>
                    <a:pt x="4920" y="1129"/>
                  </a:lnTo>
                  <a:cubicBezTo>
                    <a:pt x="5160" y="894"/>
                    <a:pt x="5180" y="515"/>
                    <a:pt x="4973" y="251"/>
                  </a:cubicBezTo>
                  <a:cubicBezTo>
                    <a:pt x="4954" y="227"/>
                    <a:pt x="4935" y="203"/>
                    <a:pt x="4911" y="184"/>
                  </a:cubicBezTo>
                  <a:cubicBezTo>
                    <a:pt x="4781" y="61"/>
                    <a:pt x="4615" y="0"/>
                    <a:pt x="4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3"/>
            <p:cNvSpPr/>
            <p:nvPr/>
          </p:nvSpPr>
          <p:spPr>
            <a:xfrm>
              <a:off x="4122107" y="3067825"/>
              <a:ext cx="125798" cy="114531"/>
            </a:xfrm>
            <a:custGeom>
              <a:rect b="b" l="l" r="r" t="t"/>
              <a:pathLst>
                <a:path extrusionOk="0" h="4371" w="4801">
                  <a:moveTo>
                    <a:pt x="4281" y="1"/>
                  </a:moveTo>
                  <a:cubicBezTo>
                    <a:pt x="4108" y="1"/>
                    <a:pt x="3936" y="67"/>
                    <a:pt x="3807" y="199"/>
                  </a:cubicBezTo>
                  <a:lnTo>
                    <a:pt x="3380" y="617"/>
                  </a:lnTo>
                  <a:lnTo>
                    <a:pt x="283" y="3679"/>
                  </a:lnTo>
                  <a:cubicBezTo>
                    <a:pt x="216" y="3746"/>
                    <a:pt x="168" y="3823"/>
                    <a:pt x="144" y="3910"/>
                  </a:cubicBezTo>
                  <a:lnTo>
                    <a:pt x="0" y="4370"/>
                  </a:lnTo>
                  <a:lnTo>
                    <a:pt x="0" y="4370"/>
                  </a:lnTo>
                  <a:lnTo>
                    <a:pt x="269" y="4289"/>
                  </a:lnTo>
                  <a:lnTo>
                    <a:pt x="605" y="4183"/>
                  </a:lnTo>
                  <a:lnTo>
                    <a:pt x="898" y="4092"/>
                  </a:lnTo>
                  <a:cubicBezTo>
                    <a:pt x="984" y="4063"/>
                    <a:pt x="1061" y="4020"/>
                    <a:pt x="1128" y="3953"/>
                  </a:cubicBezTo>
                  <a:lnTo>
                    <a:pt x="3941" y="1173"/>
                  </a:lnTo>
                  <a:lnTo>
                    <a:pt x="4224" y="890"/>
                  </a:lnTo>
                  <a:lnTo>
                    <a:pt x="4656" y="463"/>
                  </a:lnTo>
                  <a:cubicBezTo>
                    <a:pt x="4719" y="401"/>
                    <a:pt x="4772" y="329"/>
                    <a:pt x="4800" y="247"/>
                  </a:cubicBezTo>
                  <a:cubicBezTo>
                    <a:pt x="4786" y="223"/>
                    <a:pt x="4762" y="204"/>
                    <a:pt x="4743" y="185"/>
                  </a:cubicBezTo>
                  <a:cubicBezTo>
                    <a:pt x="4613" y="62"/>
                    <a:pt x="4447" y="1"/>
                    <a:pt x="42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3"/>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3"/>
            <p:cNvSpPr/>
            <p:nvPr/>
          </p:nvSpPr>
          <p:spPr>
            <a:xfrm>
              <a:off x="3968901" y="3223205"/>
              <a:ext cx="23661" cy="10848"/>
            </a:xfrm>
            <a:custGeom>
              <a:rect b="b" l="l" r="r" t="t"/>
              <a:pathLst>
                <a:path extrusionOk="0" h="414" w="903">
                  <a:moveTo>
                    <a:pt x="0" y="0"/>
                  </a:moveTo>
                  <a:lnTo>
                    <a:pt x="0" y="413"/>
                  </a:lnTo>
                  <a:lnTo>
                    <a:pt x="903" y="413"/>
                  </a:lnTo>
                  <a:lnTo>
                    <a:pt x="903"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3"/>
            <p:cNvSpPr/>
            <p:nvPr/>
          </p:nvSpPr>
          <p:spPr>
            <a:xfrm>
              <a:off x="3968901" y="3047491"/>
              <a:ext cx="23661" cy="10979"/>
            </a:xfrm>
            <a:custGeom>
              <a:rect b="b" l="l" r="r" t="t"/>
              <a:pathLst>
                <a:path extrusionOk="0" h="419" w="903">
                  <a:moveTo>
                    <a:pt x="0" y="1"/>
                  </a:moveTo>
                  <a:lnTo>
                    <a:pt x="0" y="418"/>
                  </a:lnTo>
                  <a:lnTo>
                    <a:pt x="903" y="418"/>
                  </a:lnTo>
                  <a:lnTo>
                    <a:pt x="90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3"/>
            <p:cNvSpPr/>
            <p:nvPr/>
          </p:nvSpPr>
          <p:spPr>
            <a:xfrm>
              <a:off x="4127373" y="3083965"/>
              <a:ext cx="107954" cy="106828"/>
            </a:xfrm>
            <a:custGeom>
              <a:rect b="b" l="l" r="r" t="t"/>
              <a:pathLst>
                <a:path extrusionOk="0" h="4077" w="4120">
                  <a:moveTo>
                    <a:pt x="3179" y="1"/>
                  </a:moveTo>
                  <a:lnTo>
                    <a:pt x="82" y="3058"/>
                  </a:lnTo>
                  <a:cubicBezTo>
                    <a:pt x="49" y="3092"/>
                    <a:pt x="25" y="3126"/>
                    <a:pt x="1" y="3159"/>
                  </a:cubicBezTo>
                  <a:lnTo>
                    <a:pt x="404" y="3562"/>
                  </a:lnTo>
                  <a:lnTo>
                    <a:pt x="908" y="4066"/>
                  </a:lnTo>
                  <a:lnTo>
                    <a:pt x="922" y="4076"/>
                  </a:lnTo>
                  <a:cubicBezTo>
                    <a:pt x="956" y="4052"/>
                    <a:pt x="990" y="4028"/>
                    <a:pt x="1018" y="3999"/>
                  </a:cubicBezTo>
                  <a:lnTo>
                    <a:pt x="4119" y="937"/>
                  </a:lnTo>
                  <a:lnTo>
                    <a:pt x="3183" y="1"/>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3"/>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3"/>
            <p:cNvSpPr/>
            <p:nvPr/>
          </p:nvSpPr>
          <p:spPr>
            <a:xfrm>
              <a:off x="3962481" y="3223205"/>
              <a:ext cx="364791" cy="10848"/>
            </a:xfrm>
            <a:custGeom>
              <a:rect b="b" l="l" r="r" t="t"/>
              <a:pathLst>
                <a:path extrusionOk="0" h="414" w="13922">
                  <a:moveTo>
                    <a:pt x="279" y="0"/>
                  </a:moveTo>
                  <a:cubicBezTo>
                    <a:pt x="1" y="0"/>
                    <a:pt x="1" y="413"/>
                    <a:pt x="279" y="413"/>
                  </a:cubicBezTo>
                  <a:lnTo>
                    <a:pt x="13643" y="413"/>
                  </a:lnTo>
                  <a:cubicBezTo>
                    <a:pt x="13921" y="413"/>
                    <a:pt x="13921" y="0"/>
                    <a:pt x="136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3"/>
            <p:cNvSpPr/>
            <p:nvPr/>
          </p:nvSpPr>
          <p:spPr>
            <a:xfrm>
              <a:off x="4109713" y="3062322"/>
              <a:ext cx="155040" cy="145162"/>
            </a:xfrm>
            <a:custGeom>
              <a:rect b="b" l="l" r="r" t="t"/>
              <a:pathLst>
                <a:path extrusionOk="0" h="5540" w="5917">
                  <a:moveTo>
                    <a:pt x="4760" y="414"/>
                  </a:moveTo>
                  <a:cubicBezTo>
                    <a:pt x="4875" y="414"/>
                    <a:pt x="4985" y="462"/>
                    <a:pt x="5072" y="539"/>
                  </a:cubicBezTo>
                  <a:cubicBezTo>
                    <a:pt x="5158" y="625"/>
                    <a:pt x="5211" y="745"/>
                    <a:pt x="5211" y="870"/>
                  </a:cubicBezTo>
                  <a:cubicBezTo>
                    <a:pt x="5211" y="918"/>
                    <a:pt x="5201" y="966"/>
                    <a:pt x="5187" y="1009"/>
                  </a:cubicBezTo>
                  <a:lnTo>
                    <a:pt x="4616" y="438"/>
                  </a:lnTo>
                  <a:cubicBezTo>
                    <a:pt x="4664" y="423"/>
                    <a:pt x="4712" y="414"/>
                    <a:pt x="4760" y="414"/>
                  </a:cubicBezTo>
                  <a:close/>
                  <a:moveTo>
                    <a:pt x="4285" y="692"/>
                  </a:moveTo>
                  <a:lnTo>
                    <a:pt x="4928" y="1335"/>
                  </a:lnTo>
                  <a:lnTo>
                    <a:pt x="4793" y="1470"/>
                  </a:lnTo>
                  <a:lnTo>
                    <a:pt x="4145" y="827"/>
                  </a:lnTo>
                  <a:lnTo>
                    <a:pt x="4285" y="692"/>
                  </a:lnTo>
                  <a:close/>
                  <a:moveTo>
                    <a:pt x="756" y="4364"/>
                  </a:moveTo>
                  <a:lnTo>
                    <a:pt x="1217" y="4825"/>
                  </a:lnTo>
                  <a:lnTo>
                    <a:pt x="555" y="5027"/>
                  </a:lnTo>
                  <a:lnTo>
                    <a:pt x="756" y="4364"/>
                  </a:lnTo>
                  <a:close/>
                  <a:moveTo>
                    <a:pt x="4760" y="1"/>
                  </a:moveTo>
                  <a:cubicBezTo>
                    <a:pt x="4529" y="1"/>
                    <a:pt x="4313" y="87"/>
                    <a:pt x="4145" y="246"/>
                  </a:cubicBezTo>
                  <a:lnTo>
                    <a:pt x="4141" y="251"/>
                  </a:lnTo>
                  <a:lnTo>
                    <a:pt x="4136" y="255"/>
                  </a:lnTo>
                  <a:lnTo>
                    <a:pt x="612" y="3736"/>
                  </a:lnTo>
                  <a:cubicBezTo>
                    <a:pt x="574" y="3769"/>
                    <a:pt x="545" y="3808"/>
                    <a:pt x="516" y="3851"/>
                  </a:cubicBezTo>
                  <a:cubicBezTo>
                    <a:pt x="507" y="3865"/>
                    <a:pt x="497" y="3880"/>
                    <a:pt x="488" y="3894"/>
                  </a:cubicBezTo>
                  <a:cubicBezTo>
                    <a:pt x="459" y="3947"/>
                    <a:pt x="435" y="4000"/>
                    <a:pt x="420" y="4052"/>
                  </a:cubicBezTo>
                  <a:lnTo>
                    <a:pt x="46" y="5272"/>
                  </a:lnTo>
                  <a:cubicBezTo>
                    <a:pt x="0" y="5409"/>
                    <a:pt x="107" y="5540"/>
                    <a:pt x="243" y="5540"/>
                  </a:cubicBezTo>
                  <a:cubicBezTo>
                    <a:pt x="263" y="5540"/>
                    <a:pt x="284" y="5537"/>
                    <a:pt x="305" y="5531"/>
                  </a:cubicBezTo>
                  <a:lnTo>
                    <a:pt x="1524" y="5156"/>
                  </a:lnTo>
                  <a:cubicBezTo>
                    <a:pt x="1640" y="5118"/>
                    <a:pt x="1750" y="5056"/>
                    <a:pt x="1836" y="4969"/>
                  </a:cubicBezTo>
                  <a:lnTo>
                    <a:pt x="3709" y="3121"/>
                  </a:lnTo>
                  <a:cubicBezTo>
                    <a:pt x="3860" y="2970"/>
                    <a:pt x="3721" y="2761"/>
                    <a:pt x="3559" y="2761"/>
                  </a:cubicBezTo>
                  <a:cubicBezTo>
                    <a:pt x="3511" y="2761"/>
                    <a:pt x="3461" y="2779"/>
                    <a:pt x="3416" y="2824"/>
                  </a:cubicBezTo>
                  <a:lnTo>
                    <a:pt x="1606" y="4619"/>
                  </a:lnTo>
                  <a:lnTo>
                    <a:pt x="958" y="3971"/>
                  </a:lnTo>
                  <a:lnTo>
                    <a:pt x="3853" y="1110"/>
                  </a:lnTo>
                  <a:lnTo>
                    <a:pt x="4501" y="1758"/>
                  </a:lnTo>
                  <a:lnTo>
                    <a:pt x="4006" y="2243"/>
                  </a:lnTo>
                  <a:cubicBezTo>
                    <a:pt x="3920" y="2324"/>
                    <a:pt x="3920" y="2459"/>
                    <a:pt x="4001" y="2545"/>
                  </a:cubicBezTo>
                  <a:cubicBezTo>
                    <a:pt x="4042" y="2584"/>
                    <a:pt x="4095" y="2603"/>
                    <a:pt x="4148" y="2603"/>
                  </a:cubicBezTo>
                  <a:cubicBezTo>
                    <a:pt x="4201" y="2603"/>
                    <a:pt x="4253" y="2584"/>
                    <a:pt x="4294" y="2545"/>
                  </a:cubicBezTo>
                  <a:lnTo>
                    <a:pt x="4909" y="1940"/>
                  </a:lnTo>
                  <a:cubicBezTo>
                    <a:pt x="4933" y="1921"/>
                    <a:pt x="4952" y="1902"/>
                    <a:pt x="4966" y="1878"/>
                  </a:cubicBezTo>
                  <a:lnTo>
                    <a:pt x="5369" y="1479"/>
                  </a:lnTo>
                  <a:cubicBezTo>
                    <a:pt x="5917" y="932"/>
                    <a:pt x="5533" y="1"/>
                    <a:pt x="47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3"/>
            <p:cNvSpPr/>
            <p:nvPr/>
          </p:nvSpPr>
          <p:spPr>
            <a:xfrm>
              <a:off x="3987138" y="3001951"/>
              <a:ext cx="56388" cy="38020"/>
            </a:xfrm>
            <a:custGeom>
              <a:rect b="b" l="l" r="r" t="t"/>
              <a:pathLst>
                <a:path extrusionOk="0" h="1451" w="2152">
                  <a:moveTo>
                    <a:pt x="1738" y="414"/>
                  </a:moveTo>
                  <a:lnTo>
                    <a:pt x="1738" y="1038"/>
                  </a:lnTo>
                  <a:lnTo>
                    <a:pt x="413" y="1038"/>
                  </a:lnTo>
                  <a:lnTo>
                    <a:pt x="413" y="414"/>
                  </a:lnTo>
                  <a:close/>
                  <a:moveTo>
                    <a:pt x="351" y="1"/>
                  </a:moveTo>
                  <a:cubicBezTo>
                    <a:pt x="159" y="1"/>
                    <a:pt x="1" y="159"/>
                    <a:pt x="1" y="351"/>
                  </a:cubicBezTo>
                  <a:lnTo>
                    <a:pt x="1" y="1100"/>
                  </a:lnTo>
                  <a:cubicBezTo>
                    <a:pt x="1" y="1292"/>
                    <a:pt x="159" y="1451"/>
                    <a:pt x="351" y="1451"/>
                  </a:cubicBezTo>
                  <a:lnTo>
                    <a:pt x="1801" y="1451"/>
                  </a:lnTo>
                  <a:cubicBezTo>
                    <a:pt x="1993" y="1451"/>
                    <a:pt x="2151" y="1292"/>
                    <a:pt x="2151" y="1100"/>
                  </a:cubicBezTo>
                  <a:lnTo>
                    <a:pt x="2151" y="356"/>
                  </a:lnTo>
                  <a:cubicBezTo>
                    <a:pt x="2151" y="159"/>
                    <a:pt x="1993" y="1"/>
                    <a:pt x="1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3"/>
            <p:cNvSpPr/>
            <p:nvPr/>
          </p:nvSpPr>
          <p:spPr>
            <a:xfrm>
              <a:off x="4247381" y="3001951"/>
              <a:ext cx="56362" cy="38020"/>
            </a:xfrm>
            <a:custGeom>
              <a:rect b="b" l="l" r="r" t="t"/>
              <a:pathLst>
                <a:path extrusionOk="0" h="1451" w="2151">
                  <a:moveTo>
                    <a:pt x="1738" y="414"/>
                  </a:moveTo>
                  <a:lnTo>
                    <a:pt x="1738" y="1038"/>
                  </a:lnTo>
                  <a:lnTo>
                    <a:pt x="413" y="1038"/>
                  </a:lnTo>
                  <a:lnTo>
                    <a:pt x="413" y="414"/>
                  </a:lnTo>
                  <a:close/>
                  <a:moveTo>
                    <a:pt x="351" y="1"/>
                  </a:moveTo>
                  <a:cubicBezTo>
                    <a:pt x="159" y="1"/>
                    <a:pt x="0" y="159"/>
                    <a:pt x="0" y="356"/>
                  </a:cubicBezTo>
                  <a:lnTo>
                    <a:pt x="0" y="1100"/>
                  </a:lnTo>
                  <a:cubicBezTo>
                    <a:pt x="0" y="1292"/>
                    <a:pt x="159" y="1451"/>
                    <a:pt x="351" y="1451"/>
                  </a:cubicBezTo>
                  <a:lnTo>
                    <a:pt x="1800" y="1451"/>
                  </a:lnTo>
                  <a:cubicBezTo>
                    <a:pt x="1992" y="1451"/>
                    <a:pt x="2151" y="1292"/>
                    <a:pt x="2151" y="1100"/>
                  </a:cubicBezTo>
                  <a:lnTo>
                    <a:pt x="2151" y="356"/>
                  </a:lnTo>
                  <a:cubicBezTo>
                    <a:pt x="2151" y="159"/>
                    <a:pt x="1992" y="1"/>
                    <a:pt x="18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3"/>
            <p:cNvSpPr/>
            <p:nvPr/>
          </p:nvSpPr>
          <p:spPr>
            <a:xfrm>
              <a:off x="3963372" y="2901255"/>
              <a:ext cx="364267" cy="365368"/>
            </a:xfrm>
            <a:custGeom>
              <a:rect b="b" l="l" r="r" t="t"/>
              <a:pathLst>
                <a:path extrusionOk="0" h="13944" w="13902">
                  <a:moveTo>
                    <a:pt x="12159" y="0"/>
                  </a:moveTo>
                  <a:cubicBezTo>
                    <a:pt x="12056" y="0"/>
                    <a:pt x="11953" y="68"/>
                    <a:pt x="11953" y="205"/>
                  </a:cubicBezTo>
                  <a:lnTo>
                    <a:pt x="11953" y="685"/>
                  </a:lnTo>
                  <a:cubicBezTo>
                    <a:pt x="11948" y="1098"/>
                    <a:pt x="11617" y="1429"/>
                    <a:pt x="11204" y="1429"/>
                  </a:cubicBezTo>
                  <a:lnTo>
                    <a:pt x="7921" y="1429"/>
                  </a:lnTo>
                  <a:cubicBezTo>
                    <a:pt x="7282" y="1429"/>
                    <a:pt x="6764" y="1948"/>
                    <a:pt x="6764" y="2591"/>
                  </a:cubicBezTo>
                  <a:lnTo>
                    <a:pt x="6764" y="2937"/>
                  </a:lnTo>
                  <a:lnTo>
                    <a:pt x="912" y="2937"/>
                  </a:lnTo>
                  <a:cubicBezTo>
                    <a:pt x="408" y="2937"/>
                    <a:pt x="5" y="3340"/>
                    <a:pt x="0" y="3844"/>
                  </a:cubicBezTo>
                  <a:lnTo>
                    <a:pt x="0" y="9441"/>
                  </a:lnTo>
                  <a:cubicBezTo>
                    <a:pt x="0" y="9578"/>
                    <a:pt x="105" y="9646"/>
                    <a:pt x="209" y="9646"/>
                  </a:cubicBezTo>
                  <a:cubicBezTo>
                    <a:pt x="313" y="9646"/>
                    <a:pt x="418" y="9578"/>
                    <a:pt x="418" y="9441"/>
                  </a:cubicBezTo>
                  <a:lnTo>
                    <a:pt x="418" y="5999"/>
                  </a:lnTo>
                  <a:lnTo>
                    <a:pt x="13484" y="5999"/>
                  </a:lnTo>
                  <a:lnTo>
                    <a:pt x="13484" y="13032"/>
                  </a:lnTo>
                  <a:cubicBezTo>
                    <a:pt x="13484" y="13305"/>
                    <a:pt x="13263" y="13526"/>
                    <a:pt x="12990" y="13526"/>
                  </a:cubicBezTo>
                  <a:lnTo>
                    <a:pt x="912" y="13526"/>
                  </a:lnTo>
                  <a:cubicBezTo>
                    <a:pt x="639" y="13526"/>
                    <a:pt x="418" y="13305"/>
                    <a:pt x="418" y="13032"/>
                  </a:cubicBezTo>
                  <a:lnTo>
                    <a:pt x="418" y="10267"/>
                  </a:lnTo>
                  <a:cubicBezTo>
                    <a:pt x="418" y="10130"/>
                    <a:pt x="315" y="10061"/>
                    <a:pt x="211" y="10061"/>
                  </a:cubicBezTo>
                  <a:cubicBezTo>
                    <a:pt x="108" y="10061"/>
                    <a:pt x="5" y="10130"/>
                    <a:pt x="5" y="10267"/>
                  </a:cubicBezTo>
                  <a:lnTo>
                    <a:pt x="5" y="13032"/>
                  </a:lnTo>
                  <a:cubicBezTo>
                    <a:pt x="5" y="13536"/>
                    <a:pt x="413" y="13939"/>
                    <a:pt x="912" y="13944"/>
                  </a:cubicBezTo>
                  <a:lnTo>
                    <a:pt x="12990" y="13944"/>
                  </a:lnTo>
                  <a:cubicBezTo>
                    <a:pt x="13494" y="13939"/>
                    <a:pt x="13897" y="13536"/>
                    <a:pt x="13902" y="13032"/>
                  </a:cubicBezTo>
                  <a:lnTo>
                    <a:pt x="13902" y="3844"/>
                  </a:lnTo>
                  <a:cubicBezTo>
                    <a:pt x="13897" y="3345"/>
                    <a:pt x="13494" y="2937"/>
                    <a:pt x="12990" y="2937"/>
                  </a:cubicBezTo>
                  <a:lnTo>
                    <a:pt x="10988" y="2937"/>
                  </a:lnTo>
                  <a:cubicBezTo>
                    <a:pt x="10714" y="2937"/>
                    <a:pt x="10714" y="3349"/>
                    <a:pt x="10988" y="3349"/>
                  </a:cubicBezTo>
                  <a:lnTo>
                    <a:pt x="12990" y="3349"/>
                  </a:lnTo>
                  <a:cubicBezTo>
                    <a:pt x="13263" y="3349"/>
                    <a:pt x="13489" y="3570"/>
                    <a:pt x="13489" y="3844"/>
                  </a:cubicBezTo>
                  <a:lnTo>
                    <a:pt x="13489" y="5586"/>
                  </a:lnTo>
                  <a:lnTo>
                    <a:pt x="418" y="5586"/>
                  </a:lnTo>
                  <a:lnTo>
                    <a:pt x="418" y="3844"/>
                  </a:lnTo>
                  <a:cubicBezTo>
                    <a:pt x="418" y="3570"/>
                    <a:pt x="639" y="3349"/>
                    <a:pt x="912" y="3349"/>
                  </a:cubicBezTo>
                  <a:lnTo>
                    <a:pt x="10162" y="3349"/>
                  </a:lnTo>
                  <a:cubicBezTo>
                    <a:pt x="10434" y="3349"/>
                    <a:pt x="10436" y="2937"/>
                    <a:pt x="10167" y="2937"/>
                  </a:cubicBezTo>
                  <a:cubicBezTo>
                    <a:pt x="10166" y="2937"/>
                    <a:pt x="10164" y="2937"/>
                    <a:pt x="10162" y="2937"/>
                  </a:cubicBezTo>
                  <a:lnTo>
                    <a:pt x="7177" y="2937"/>
                  </a:lnTo>
                  <a:lnTo>
                    <a:pt x="7177" y="2591"/>
                  </a:lnTo>
                  <a:cubicBezTo>
                    <a:pt x="7181" y="2178"/>
                    <a:pt x="7513" y="1847"/>
                    <a:pt x="7921" y="1847"/>
                  </a:cubicBezTo>
                  <a:lnTo>
                    <a:pt x="11204" y="1847"/>
                  </a:lnTo>
                  <a:cubicBezTo>
                    <a:pt x="11847" y="1842"/>
                    <a:pt x="12366" y="1324"/>
                    <a:pt x="12366" y="685"/>
                  </a:cubicBezTo>
                  <a:lnTo>
                    <a:pt x="12366" y="205"/>
                  </a:lnTo>
                  <a:cubicBezTo>
                    <a:pt x="12366" y="68"/>
                    <a:pt x="12263" y="0"/>
                    <a:pt x="121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4" name="Google Shape;14744;p83"/>
          <p:cNvGrpSpPr/>
          <p:nvPr/>
        </p:nvGrpSpPr>
        <p:grpSpPr>
          <a:xfrm>
            <a:off x="3520995" y="2925728"/>
            <a:ext cx="365551" cy="316238"/>
            <a:chOff x="3520995" y="2925728"/>
            <a:chExt cx="365551" cy="316238"/>
          </a:xfrm>
        </p:grpSpPr>
        <p:sp>
          <p:nvSpPr>
            <p:cNvPr id="14745" name="Google Shape;14745;p83"/>
            <p:cNvSpPr/>
            <p:nvPr/>
          </p:nvSpPr>
          <p:spPr>
            <a:xfrm>
              <a:off x="3526524" y="2931152"/>
              <a:ext cx="354598" cy="152708"/>
            </a:xfrm>
            <a:custGeom>
              <a:rect b="b" l="l" r="r" t="t"/>
              <a:pathLst>
                <a:path extrusionOk="0" h="5828" w="13533">
                  <a:moveTo>
                    <a:pt x="591" y="0"/>
                  </a:moveTo>
                  <a:cubicBezTo>
                    <a:pt x="265" y="0"/>
                    <a:pt x="1" y="264"/>
                    <a:pt x="1" y="596"/>
                  </a:cubicBezTo>
                  <a:lnTo>
                    <a:pt x="1" y="5237"/>
                  </a:lnTo>
                  <a:cubicBezTo>
                    <a:pt x="1" y="5564"/>
                    <a:pt x="265" y="5828"/>
                    <a:pt x="591" y="5828"/>
                  </a:cubicBezTo>
                  <a:lnTo>
                    <a:pt x="12938" y="5828"/>
                  </a:lnTo>
                  <a:cubicBezTo>
                    <a:pt x="13264" y="5828"/>
                    <a:pt x="13533" y="5564"/>
                    <a:pt x="13533" y="5237"/>
                  </a:cubicBezTo>
                  <a:lnTo>
                    <a:pt x="13533" y="596"/>
                  </a:lnTo>
                  <a:cubicBezTo>
                    <a:pt x="13533" y="264"/>
                    <a:pt x="13264" y="0"/>
                    <a:pt x="1293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3"/>
            <p:cNvSpPr/>
            <p:nvPr/>
          </p:nvSpPr>
          <p:spPr>
            <a:xfrm>
              <a:off x="3544656" y="2931152"/>
              <a:ext cx="336466" cy="134602"/>
            </a:xfrm>
            <a:custGeom>
              <a:rect b="b" l="l" r="r" t="t"/>
              <a:pathLst>
                <a:path extrusionOk="0" h="5137" w="12841">
                  <a:moveTo>
                    <a:pt x="0" y="0"/>
                  </a:moveTo>
                  <a:lnTo>
                    <a:pt x="0" y="4546"/>
                  </a:lnTo>
                  <a:cubicBezTo>
                    <a:pt x="0" y="4873"/>
                    <a:pt x="264" y="5137"/>
                    <a:pt x="591" y="5137"/>
                  </a:cubicBezTo>
                  <a:lnTo>
                    <a:pt x="12841" y="5137"/>
                  </a:lnTo>
                  <a:lnTo>
                    <a:pt x="12841" y="596"/>
                  </a:lnTo>
                  <a:cubicBezTo>
                    <a:pt x="12841" y="264"/>
                    <a:pt x="12572" y="0"/>
                    <a:pt x="1224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3"/>
            <p:cNvSpPr/>
            <p:nvPr/>
          </p:nvSpPr>
          <p:spPr>
            <a:xfrm>
              <a:off x="3526524" y="3083834"/>
              <a:ext cx="354598" cy="152734"/>
            </a:xfrm>
            <a:custGeom>
              <a:rect b="b" l="l" r="r" t="t"/>
              <a:pathLst>
                <a:path extrusionOk="0" h="5829" w="13533">
                  <a:moveTo>
                    <a:pt x="12946" y="1"/>
                  </a:moveTo>
                  <a:cubicBezTo>
                    <a:pt x="12944" y="1"/>
                    <a:pt x="12941" y="1"/>
                    <a:pt x="12938" y="1"/>
                  </a:cubicBezTo>
                  <a:lnTo>
                    <a:pt x="591" y="1"/>
                  </a:lnTo>
                  <a:cubicBezTo>
                    <a:pt x="265" y="1"/>
                    <a:pt x="1" y="265"/>
                    <a:pt x="1" y="591"/>
                  </a:cubicBezTo>
                  <a:lnTo>
                    <a:pt x="1" y="5233"/>
                  </a:lnTo>
                  <a:cubicBezTo>
                    <a:pt x="1" y="5559"/>
                    <a:pt x="265" y="5823"/>
                    <a:pt x="591" y="5828"/>
                  </a:cubicBezTo>
                  <a:lnTo>
                    <a:pt x="12938" y="5828"/>
                  </a:lnTo>
                  <a:cubicBezTo>
                    <a:pt x="13264" y="5828"/>
                    <a:pt x="13533" y="5559"/>
                    <a:pt x="13533" y="5233"/>
                  </a:cubicBezTo>
                  <a:lnTo>
                    <a:pt x="13533" y="596"/>
                  </a:lnTo>
                  <a:cubicBezTo>
                    <a:pt x="13533" y="268"/>
                    <a:pt x="13274" y="1"/>
                    <a:pt x="1294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3"/>
            <p:cNvSpPr/>
            <p:nvPr/>
          </p:nvSpPr>
          <p:spPr>
            <a:xfrm>
              <a:off x="3545285" y="3101835"/>
              <a:ext cx="335837" cy="134733"/>
            </a:xfrm>
            <a:custGeom>
              <a:rect b="b" l="l" r="r" t="t"/>
              <a:pathLst>
                <a:path extrusionOk="0" h="5142" w="12817">
                  <a:moveTo>
                    <a:pt x="595" y="0"/>
                  </a:moveTo>
                  <a:cubicBezTo>
                    <a:pt x="264" y="0"/>
                    <a:pt x="0" y="269"/>
                    <a:pt x="0" y="595"/>
                  </a:cubicBezTo>
                  <a:lnTo>
                    <a:pt x="0" y="5141"/>
                  </a:lnTo>
                  <a:lnTo>
                    <a:pt x="12222" y="5141"/>
                  </a:lnTo>
                  <a:cubicBezTo>
                    <a:pt x="12548" y="5141"/>
                    <a:pt x="12817" y="4872"/>
                    <a:pt x="12817" y="4546"/>
                  </a:cubicBezTo>
                  <a:lnTo>
                    <a:pt x="12817" y="5"/>
                  </a:lnTo>
                  <a:lnTo>
                    <a:pt x="5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3"/>
            <p:cNvSpPr/>
            <p:nvPr/>
          </p:nvSpPr>
          <p:spPr>
            <a:xfrm>
              <a:off x="3551940" y="3105740"/>
              <a:ext cx="43182" cy="42893"/>
            </a:xfrm>
            <a:custGeom>
              <a:rect b="b" l="l" r="r" t="t"/>
              <a:pathLst>
                <a:path extrusionOk="0" h="1637" w="1648">
                  <a:moveTo>
                    <a:pt x="821" y="0"/>
                  </a:moveTo>
                  <a:cubicBezTo>
                    <a:pt x="370" y="0"/>
                    <a:pt x="1" y="365"/>
                    <a:pt x="1" y="816"/>
                  </a:cubicBezTo>
                  <a:cubicBezTo>
                    <a:pt x="1" y="1272"/>
                    <a:pt x="370" y="1637"/>
                    <a:pt x="821" y="1637"/>
                  </a:cubicBezTo>
                  <a:lnTo>
                    <a:pt x="826" y="1637"/>
                  </a:lnTo>
                  <a:cubicBezTo>
                    <a:pt x="1282" y="1637"/>
                    <a:pt x="1647" y="1272"/>
                    <a:pt x="1647" y="816"/>
                  </a:cubicBezTo>
                  <a:cubicBezTo>
                    <a:pt x="1647" y="365"/>
                    <a:pt x="1282" y="0"/>
                    <a:pt x="826"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3"/>
            <p:cNvSpPr/>
            <p:nvPr/>
          </p:nvSpPr>
          <p:spPr>
            <a:xfrm>
              <a:off x="3551940" y="3171770"/>
              <a:ext cx="43182" cy="42920"/>
            </a:xfrm>
            <a:custGeom>
              <a:rect b="b" l="l" r="r" t="t"/>
              <a:pathLst>
                <a:path extrusionOk="0" h="1638" w="1648">
                  <a:moveTo>
                    <a:pt x="821" y="0"/>
                  </a:moveTo>
                  <a:cubicBezTo>
                    <a:pt x="370" y="0"/>
                    <a:pt x="1" y="365"/>
                    <a:pt x="1" y="821"/>
                  </a:cubicBezTo>
                  <a:cubicBezTo>
                    <a:pt x="1" y="1272"/>
                    <a:pt x="370" y="1637"/>
                    <a:pt x="821" y="1637"/>
                  </a:cubicBezTo>
                  <a:lnTo>
                    <a:pt x="826" y="1637"/>
                  </a:lnTo>
                  <a:cubicBezTo>
                    <a:pt x="1282" y="1637"/>
                    <a:pt x="1647" y="1272"/>
                    <a:pt x="1647" y="821"/>
                  </a:cubicBezTo>
                  <a:cubicBezTo>
                    <a:pt x="1647" y="365"/>
                    <a:pt x="1282" y="0"/>
                    <a:pt x="82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3"/>
            <p:cNvSpPr/>
            <p:nvPr/>
          </p:nvSpPr>
          <p:spPr>
            <a:xfrm>
              <a:off x="3617106"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B4C3D0"/>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3"/>
            <p:cNvSpPr/>
            <p:nvPr/>
          </p:nvSpPr>
          <p:spPr>
            <a:xfrm>
              <a:off x="3617106" y="3171770"/>
              <a:ext cx="43156" cy="42920"/>
            </a:xfrm>
            <a:custGeom>
              <a:rect b="b" l="l" r="r" t="t"/>
              <a:pathLst>
                <a:path extrusionOk="0" h="1638" w="1647">
                  <a:moveTo>
                    <a:pt x="812"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4" y="0"/>
                  </a:cubicBezTo>
                  <a:cubicBezTo>
                    <a:pt x="832" y="0"/>
                    <a:pt x="829" y="0"/>
                    <a:pt x="826" y="0"/>
                  </a:cubicBezTo>
                  <a:lnTo>
                    <a:pt x="821" y="0"/>
                  </a:lnTo>
                  <a:cubicBezTo>
                    <a:pt x="818" y="0"/>
                    <a:pt x="815" y="0"/>
                    <a:pt x="8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3"/>
            <p:cNvSpPr/>
            <p:nvPr/>
          </p:nvSpPr>
          <p:spPr>
            <a:xfrm>
              <a:off x="3682245" y="3171770"/>
              <a:ext cx="43051" cy="42920"/>
            </a:xfrm>
            <a:custGeom>
              <a:rect b="b" l="l" r="r" t="t"/>
              <a:pathLst>
                <a:path extrusionOk="0" h="1638" w="1643">
                  <a:moveTo>
                    <a:pt x="822" y="0"/>
                  </a:moveTo>
                  <a:cubicBezTo>
                    <a:pt x="366" y="0"/>
                    <a:pt x="1" y="365"/>
                    <a:pt x="1" y="821"/>
                  </a:cubicBezTo>
                  <a:cubicBezTo>
                    <a:pt x="1" y="1272"/>
                    <a:pt x="366" y="1637"/>
                    <a:pt x="822" y="1637"/>
                  </a:cubicBezTo>
                  <a:lnTo>
                    <a:pt x="826" y="1637"/>
                  </a:lnTo>
                  <a:cubicBezTo>
                    <a:pt x="1278" y="1637"/>
                    <a:pt x="1642" y="1272"/>
                    <a:pt x="1642" y="821"/>
                  </a:cubicBezTo>
                  <a:cubicBezTo>
                    <a:pt x="1642" y="365"/>
                    <a:pt x="1278" y="0"/>
                    <a:pt x="826"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3"/>
            <p:cNvSpPr/>
            <p:nvPr/>
          </p:nvSpPr>
          <p:spPr>
            <a:xfrm>
              <a:off x="3747280"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3"/>
            <p:cNvSpPr/>
            <p:nvPr/>
          </p:nvSpPr>
          <p:spPr>
            <a:xfrm>
              <a:off x="3747280" y="3171770"/>
              <a:ext cx="43156" cy="42920"/>
            </a:xfrm>
            <a:custGeom>
              <a:rect b="b" l="l" r="r" t="t"/>
              <a:pathLst>
                <a:path extrusionOk="0" h="1638" w="1647">
                  <a:moveTo>
                    <a:pt x="813"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5" y="0"/>
                  </a:cubicBezTo>
                  <a:cubicBezTo>
                    <a:pt x="832" y="0"/>
                    <a:pt x="829" y="0"/>
                    <a:pt x="826" y="0"/>
                  </a:cubicBezTo>
                  <a:lnTo>
                    <a:pt x="821" y="0"/>
                  </a:lnTo>
                  <a:cubicBezTo>
                    <a:pt x="818" y="0"/>
                    <a:pt x="815" y="0"/>
                    <a:pt x="81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3"/>
            <p:cNvSpPr/>
            <p:nvPr/>
          </p:nvSpPr>
          <p:spPr>
            <a:xfrm>
              <a:off x="3812419" y="3105740"/>
              <a:ext cx="43182" cy="42893"/>
            </a:xfrm>
            <a:custGeom>
              <a:rect b="b" l="l" r="r" t="t"/>
              <a:pathLst>
                <a:path extrusionOk="0" h="1637" w="1648">
                  <a:moveTo>
                    <a:pt x="822" y="0"/>
                  </a:moveTo>
                  <a:cubicBezTo>
                    <a:pt x="371" y="0"/>
                    <a:pt x="1" y="365"/>
                    <a:pt x="1" y="816"/>
                  </a:cubicBezTo>
                  <a:cubicBezTo>
                    <a:pt x="1" y="1272"/>
                    <a:pt x="371" y="1637"/>
                    <a:pt x="822" y="1637"/>
                  </a:cubicBezTo>
                  <a:lnTo>
                    <a:pt x="827" y="1637"/>
                  </a:lnTo>
                  <a:cubicBezTo>
                    <a:pt x="1278" y="1637"/>
                    <a:pt x="1647" y="1272"/>
                    <a:pt x="1647" y="816"/>
                  </a:cubicBezTo>
                  <a:cubicBezTo>
                    <a:pt x="1647" y="365"/>
                    <a:pt x="1278" y="0"/>
                    <a:pt x="82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3"/>
            <p:cNvSpPr/>
            <p:nvPr/>
          </p:nvSpPr>
          <p:spPr>
            <a:xfrm>
              <a:off x="3812419" y="3171770"/>
              <a:ext cx="43182" cy="42920"/>
            </a:xfrm>
            <a:custGeom>
              <a:rect b="b" l="l" r="r" t="t"/>
              <a:pathLst>
                <a:path extrusionOk="0" h="1638" w="1648">
                  <a:moveTo>
                    <a:pt x="822" y="0"/>
                  </a:moveTo>
                  <a:cubicBezTo>
                    <a:pt x="371" y="0"/>
                    <a:pt x="1" y="365"/>
                    <a:pt x="1" y="821"/>
                  </a:cubicBezTo>
                  <a:cubicBezTo>
                    <a:pt x="1" y="1272"/>
                    <a:pt x="371" y="1637"/>
                    <a:pt x="822" y="1637"/>
                  </a:cubicBezTo>
                  <a:lnTo>
                    <a:pt x="827" y="1637"/>
                  </a:lnTo>
                  <a:cubicBezTo>
                    <a:pt x="1278" y="1637"/>
                    <a:pt x="1647" y="1272"/>
                    <a:pt x="1647" y="821"/>
                  </a:cubicBezTo>
                  <a:cubicBezTo>
                    <a:pt x="1647" y="365"/>
                    <a:pt x="1278" y="0"/>
                    <a:pt x="82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3"/>
            <p:cNvSpPr/>
            <p:nvPr/>
          </p:nvSpPr>
          <p:spPr>
            <a:xfrm>
              <a:off x="3559722" y="3113234"/>
              <a:ext cx="40011" cy="35400"/>
            </a:xfrm>
            <a:custGeom>
              <a:rect b="b" l="l" r="r" t="t"/>
              <a:pathLst>
                <a:path extrusionOk="0" h="1351" w="1527">
                  <a:moveTo>
                    <a:pt x="1101" y="1"/>
                  </a:moveTo>
                  <a:cubicBezTo>
                    <a:pt x="1091" y="1"/>
                    <a:pt x="1081" y="1"/>
                    <a:pt x="1072" y="2"/>
                  </a:cubicBezTo>
                  <a:lnTo>
                    <a:pt x="1067" y="2"/>
                  </a:lnTo>
                  <a:cubicBezTo>
                    <a:pt x="1061" y="2"/>
                    <a:pt x="1055" y="2"/>
                    <a:pt x="1050" y="2"/>
                  </a:cubicBezTo>
                  <a:cubicBezTo>
                    <a:pt x="341" y="2"/>
                    <a:pt x="1" y="875"/>
                    <a:pt x="524" y="1351"/>
                  </a:cubicBezTo>
                  <a:lnTo>
                    <a:pt x="529" y="1351"/>
                  </a:lnTo>
                  <a:cubicBezTo>
                    <a:pt x="985" y="1351"/>
                    <a:pt x="1350" y="986"/>
                    <a:pt x="1350" y="530"/>
                  </a:cubicBezTo>
                  <a:cubicBezTo>
                    <a:pt x="1526" y="317"/>
                    <a:pt x="1367" y="1"/>
                    <a:pt x="110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3"/>
            <p:cNvSpPr/>
            <p:nvPr/>
          </p:nvSpPr>
          <p:spPr>
            <a:xfrm>
              <a:off x="3559775" y="3179395"/>
              <a:ext cx="39933" cy="35295"/>
            </a:xfrm>
            <a:custGeom>
              <a:rect b="b" l="l" r="r" t="t"/>
              <a:pathLst>
                <a:path extrusionOk="0" h="1347" w="1524">
                  <a:moveTo>
                    <a:pt x="1104" y="0"/>
                  </a:moveTo>
                  <a:cubicBezTo>
                    <a:pt x="1093" y="0"/>
                    <a:pt x="1081" y="1"/>
                    <a:pt x="1070" y="2"/>
                  </a:cubicBezTo>
                  <a:lnTo>
                    <a:pt x="1065" y="2"/>
                  </a:lnTo>
                  <a:cubicBezTo>
                    <a:pt x="1057" y="2"/>
                    <a:pt x="1050" y="2"/>
                    <a:pt x="1042" y="2"/>
                  </a:cubicBezTo>
                  <a:cubicBezTo>
                    <a:pt x="337" y="2"/>
                    <a:pt x="0" y="871"/>
                    <a:pt x="522" y="1346"/>
                  </a:cubicBezTo>
                  <a:lnTo>
                    <a:pt x="527" y="1346"/>
                  </a:lnTo>
                  <a:cubicBezTo>
                    <a:pt x="983" y="1346"/>
                    <a:pt x="1348" y="981"/>
                    <a:pt x="1348" y="530"/>
                  </a:cubicBezTo>
                  <a:cubicBezTo>
                    <a:pt x="1523" y="314"/>
                    <a:pt x="1367" y="0"/>
                    <a:pt x="1104"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3"/>
            <p:cNvSpPr/>
            <p:nvPr/>
          </p:nvSpPr>
          <p:spPr>
            <a:xfrm>
              <a:off x="3624757" y="3113234"/>
              <a:ext cx="40011" cy="35400"/>
            </a:xfrm>
            <a:custGeom>
              <a:rect b="b" l="l" r="r" t="t"/>
              <a:pathLst>
                <a:path extrusionOk="0" h="1351"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0"/>
                  </a:cubicBezTo>
                  <a:cubicBezTo>
                    <a:pt x="1526" y="317"/>
                    <a:pt x="1371" y="1"/>
                    <a:pt x="1105" y="1"/>
                  </a:cubicBezTo>
                  <a:close/>
                </a:path>
              </a:pathLst>
            </a:custGeom>
            <a:solidFill>
              <a:srgbClr val="C2CED8"/>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3"/>
            <p:cNvSpPr/>
            <p:nvPr/>
          </p:nvSpPr>
          <p:spPr>
            <a:xfrm>
              <a:off x="3624757" y="3179264"/>
              <a:ext cx="40011" cy="35426"/>
            </a:xfrm>
            <a:custGeom>
              <a:rect b="b" l="l" r="r" t="t"/>
              <a:pathLst>
                <a:path extrusionOk="0" h="1352"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5"/>
                  </a:cubicBezTo>
                  <a:lnTo>
                    <a:pt x="1355" y="530"/>
                  </a:lnTo>
                  <a:cubicBezTo>
                    <a:pt x="1526" y="317"/>
                    <a:pt x="1371" y="1"/>
                    <a:pt x="110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3"/>
            <p:cNvSpPr/>
            <p:nvPr/>
          </p:nvSpPr>
          <p:spPr>
            <a:xfrm>
              <a:off x="3689949" y="3179395"/>
              <a:ext cx="39933" cy="35295"/>
            </a:xfrm>
            <a:custGeom>
              <a:rect b="b" l="l" r="r" t="t"/>
              <a:pathLst>
                <a:path extrusionOk="0" h="1347" w="1524">
                  <a:moveTo>
                    <a:pt x="1105" y="0"/>
                  </a:moveTo>
                  <a:cubicBezTo>
                    <a:pt x="1093" y="0"/>
                    <a:pt x="1082" y="1"/>
                    <a:pt x="1070" y="2"/>
                  </a:cubicBezTo>
                  <a:lnTo>
                    <a:pt x="1065" y="2"/>
                  </a:lnTo>
                  <a:cubicBezTo>
                    <a:pt x="1058" y="2"/>
                    <a:pt x="1050" y="2"/>
                    <a:pt x="1042" y="2"/>
                  </a:cubicBezTo>
                  <a:cubicBezTo>
                    <a:pt x="342" y="2"/>
                    <a:pt x="0" y="871"/>
                    <a:pt x="528" y="1346"/>
                  </a:cubicBezTo>
                  <a:lnTo>
                    <a:pt x="532" y="1346"/>
                  </a:lnTo>
                  <a:cubicBezTo>
                    <a:pt x="984" y="1346"/>
                    <a:pt x="1348" y="981"/>
                    <a:pt x="1348" y="530"/>
                  </a:cubicBezTo>
                  <a:cubicBezTo>
                    <a:pt x="1523" y="314"/>
                    <a:pt x="1372" y="0"/>
                    <a:pt x="11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3"/>
            <p:cNvSpPr/>
            <p:nvPr/>
          </p:nvSpPr>
          <p:spPr>
            <a:xfrm>
              <a:off x="3754931" y="3113234"/>
              <a:ext cx="40011" cy="35400"/>
            </a:xfrm>
            <a:custGeom>
              <a:rect b="b" l="l" r="r" t="t"/>
              <a:pathLst>
                <a:path extrusionOk="0" h="1351"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0"/>
                  </a:cubicBezTo>
                  <a:cubicBezTo>
                    <a:pt x="1526" y="317"/>
                    <a:pt x="1371" y="1"/>
                    <a:pt x="1105"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3"/>
            <p:cNvSpPr/>
            <p:nvPr/>
          </p:nvSpPr>
          <p:spPr>
            <a:xfrm>
              <a:off x="3754931" y="3179264"/>
              <a:ext cx="40011" cy="35426"/>
            </a:xfrm>
            <a:custGeom>
              <a:rect b="b" l="l" r="r" t="t"/>
              <a:pathLst>
                <a:path extrusionOk="0" h="1352"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5"/>
                  </a:cubicBezTo>
                  <a:lnTo>
                    <a:pt x="1355" y="530"/>
                  </a:lnTo>
                  <a:cubicBezTo>
                    <a:pt x="1526" y="317"/>
                    <a:pt x="1371" y="1"/>
                    <a:pt x="1105"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3"/>
            <p:cNvSpPr/>
            <p:nvPr/>
          </p:nvSpPr>
          <p:spPr>
            <a:xfrm>
              <a:off x="3820097" y="3113234"/>
              <a:ext cx="39985" cy="35400"/>
            </a:xfrm>
            <a:custGeom>
              <a:rect b="b" l="l" r="r" t="t"/>
              <a:pathLst>
                <a:path extrusionOk="0" h="1351" w="1526">
                  <a:moveTo>
                    <a:pt x="1101" y="1"/>
                  </a:moveTo>
                  <a:cubicBezTo>
                    <a:pt x="1091" y="1"/>
                    <a:pt x="1081" y="1"/>
                    <a:pt x="1071" y="2"/>
                  </a:cubicBezTo>
                  <a:lnTo>
                    <a:pt x="1066" y="2"/>
                  </a:lnTo>
                  <a:cubicBezTo>
                    <a:pt x="1061" y="2"/>
                    <a:pt x="1055" y="2"/>
                    <a:pt x="1049" y="2"/>
                  </a:cubicBezTo>
                  <a:cubicBezTo>
                    <a:pt x="346" y="2"/>
                    <a:pt x="0" y="875"/>
                    <a:pt x="529" y="1351"/>
                  </a:cubicBezTo>
                  <a:lnTo>
                    <a:pt x="534" y="1351"/>
                  </a:lnTo>
                  <a:cubicBezTo>
                    <a:pt x="985" y="1351"/>
                    <a:pt x="1354" y="986"/>
                    <a:pt x="1354" y="530"/>
                  </a:cubicBezTo>
                  <a:cubicBezTo>
                    <a:pt x="1526" y="317"/>
                    <a:pt x="1371" y="1"/>
                    <a:pt x="11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3"/>
            <p:cNvSpPr/>
            <p:nvPr/>
          </p:nvSpPr>
          <p:spPr>
            <a:xfrm>
              <a:off x="3820123" y="3179395"/>
              <a:ext cx="39933" cy="35295"/>
            </a:xfrm>
            <a:custGeom>
              <a:rect b="b" l="l" r="r" t="t"/>
              <a:pathLst>
                <a:path extrusionOk="0" h="1347" w="1524">
                  <a:moveTo>
                    <a:pt x="1105" y="0"/>
                  </a:moveTo>
                  <a:cubicBezTo>
                    <a:pt x="1094" y="0"/>
                    <a:pt x="1082" y="1"/>
                    <a:pt x="1070" y="2"/>
                  </a:cubicBezTo>
                  <a:lnTo>
                    <a:pt x="1065" y="2"/>
                  </a:lnTo>
                  <a:cubicBezTo>
                    <a:pt x="1058" y="2"/>
                    <a:pt x="1050" y="2"/>
                    <a:pt x="1043" y="2"/>
                  </a:cubicBezTo>
                  <a:cubicBezTo>
                    <a:pt x="343" y="2"/>
                    <a:pt x="1" y="871"/>
                    <a:pt x="528" y="1346"/>
                  </a:cubicBezTo>
                  <a:lnTo>
                    <a:pt x="533" y="1346"/>
                  </a:lnTo>
                  <a:cubicBezTo>
                    <a:pt x="984" y="1346"/>
                    <a:pt x="1353" y="981"/>
                    <a:pt x="1353" y="530"/>
                  </a:cubicBezTo>
                  <a:cubicBezTo>
                    <a:pt x="1524" y="314"/>
                    <a:pt x="1372" y="0"/>
                    <a:pt x="1105"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3"/>
            <p:cNvSpPr/>
            <p:nvPr/>
          </p:nvSpPr>
          <p:spPr>
            <a:xfrm>
              <a:off x="3548298" y="2952900"/>
              <a:ext cx="98259" cy="63803"/>
            </a:xfrm>
            <a:custGeom>
              <a:rect b="b" l="l" r="r" t="t"/>
              <a:pathLst>
                <a:path extrusionOk="0" h="2435" w="3750">
                  <a:moveTo>
                    <a:pt x="1772" y="1"/>
                  </a:moveTo>
                  <a:cubicBezTo>
                    <a:pt x="1551" y="6"/>
                    <a:pt x="1368" y="183"/>
                    <a:pt x="1368" y="409"/>
                  </a:cubicBezTo>
                  <a:lnTo>
                    <a:pt x="1368" y="438"/>
                  </a:lnTo>
                  <a:lnTo>
                    <a:pt x="1368" y="462"/>
                  </a:lnTo>
                  <a:cubicBezTo>
                    <a:pt x="1373" y="651"/>
                    <a:pt x="1224" y="812"/>
                    <a:pt x="1036" y="812"/>
                  </a:cubicBezTo>
                  <a:cubicBezTo>
                    <a:pt x="1033" y="812"/>
                    <a:pt x="1030" y="812"/>
                    <a:pt x="1028" y="812"/>
                  </a:cubicBezTo>
                  <a:cubicBezTo>
                    <a:pt x="802" y="812"/>
                    <a:pt x="620" y="994"/>
                    <a:pt x="620" y="1220"/>
                  </a:cubicBezTo>
                  <a:cubicBezTo>
                    <a:pt x="620" y="1244"/>
                    <a:pt x="624" y="1268"/>
                    <a:pt x="629" y="1292"/>
                  </a:cubicBezTo>
                  <a:cubicBezTo>
                    <a:pt x="658" y="1431"/>
                    <a:pt x="548" y="1561"/>
                    <a:pt x="404" y="1566"/>
                  </a:cubicBezTo>
                  <a:cubicBezTo>
                    <a:pt x="183" y="1566"/>
                    <a:pt x="0" y="1748"/>
                    <a:pt x="0" y="1969"/>
                  </a:cubicBezTo>
                  <a:lnTo>
                    <a:pt x="0" y="2031"/>
                  </a:lnTo>
                  <a:cubicBezTo>
                    <a:pt x="0" y="2252"/>
                    <a:pt x="183" y="2434"/>
                    <a:pt x="404" y="2434"/>
                  </a:cubicBezTo>
                  <a:lnTo>
                    <a:pt x="1844" y="2434"/>
                  </a:lnTo>
                  <a:cubicBezTo>
                    <a:pt x="2069" y="2434"/>
                    <a:pt x="2252" y="2252"/>
                    <a:pt x="2252" y="2031"/>
                  </a:cubicBezTo>
                  <a:lnTo>
                    <a:pt x="2252" y="1964"/>
                  </a:lnTo>
                  <a:cubicBezTo>
                    <a:pt x="2247" y="1777"/>
                    <a:pt x="2396" y="1628"/>
                    <a:pt x="2583" y="1623"/>
                  </a:cubicBezTo>
                  <a:lnTo>
                    <a:pt x="3337" y="1623"/>
                  </a:lnTo>
                  <a:cubicBezTo>
                    <a:pt x="3562" y="1623"/>
                    <a:pt x="3745" y="1441"/>
                    <a:pt x="3745" y="1220"/>
                  </a:cubicBezTo>
                  <a:lnTo>
                    <a:pt x="3749" y="1220"/>
                  </a:lnTo>
                  <a:cubicBezTo>
                    <a:pt x="3745" y="994"/>
                    <a:pt x="3567" y="817"/>
                    <a:pt x="3341" y="812"/>
                  </a:cubicBezTo>
                  <a:cubicBezTo>
                    <a:pt x="3339" y="812"/>
                    <a:pt x="3336" y="812"/>
                    <a:pt x="3334" y="812"/>
                  </a:cubicBezTo>
                  <a:cubicBezTo>
                    <a:pt x="3189" y="812"/>
                    <a:pt x="3083" y="675"/>
                    <a:pt x="3116" y="534"/>
                  </a:cubicBezTo>
                  <a:cubicBezTo>
                    <a:pt x="3121" y="500"/>
                    <a:pt x="3125" y="471"/>
                    <a:pt x="3125" y="438"/>
                  </a:cubicBezTo>
                  <a:lnTo>
                    <a:pt x="3125" y="409"/>
                  </a:lnTo>
                  <a:cubicBezTo>
                    <a:pt x="3125" y="183"/>
                    <a:pt x="2943" y="6"/>
                    <a:pt x="2722" y="1"/>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3"/>
            <p:cNvSpPr/>
            <p:nvPr/>
          </p:nvSpPr>
          <p:spPr>
            <a:xfrm>
              <a:off x="3565906" y="2952900"/>
              <a:ext cx="80651" cy="63803"/>
            </a:xfrm>
            <a:custGeom>
              <a:rect b="b" l="l" r="r" t="t"/>
              <a:pathLst>
                <a:path extrusionOk="0" h="2435" w="3078">
                  <a:moveTo>
                    <a:pt x="1777" y="1"/>
                  </a:moveTo>
                  <a:cubicBezTo>
                    <a:pt x="1551" y="1"/>
                    <a:pt x="1369" y="183"/>
                    <a:pt x="1369" y="404"/>
                  </a:cubicBezTo>
                  <a:lnTo>
                    <a:pt x="1369" y="438"/>
                  </a:lnTo>
                  <a:lnTo>
                    <a:pt x="1369" y="462"/>
                  </a:lnTo>
                  <a:cubicBezTo>
                    <a:pt x="1378" y="654"/>
                    <a:pt x="1220" y="812"/>
                    <a:pt x="1028" y="812"/>
                  </a:cubicBezTo>
                  <a:cubicBezTo>
                    <a:pt x="773" y="812"/>
                    <a:pt x="581" y="1042"/>
                    <a:pt x="629" y="1292"/>
                  </a:cubicBezTo>
                  <a:cubicBezTo>
                    <a:pt x="658" y="1431"/>
                    <a:pt x="548" y="1561"/>
                    <a:pt x="408" y="1566"/>
                  </a:cubicBezTo>
                  <a:cubicBezTo>
                    <a:pt x="183" y="1566"/>
                    <a:pt x="0" y="1748"/>
                    <a:pt x="0" y="1969"/>
                  </a:cubicBezTo>
                  <a:lnTo>
                    <a:pt x="0" y="2031"/>
                  </a:lnTo>
                  <a:cubicBezTo>
                    <a:pt x="0" y="2252"/>
                    <a:pt x="183" y="2434"/>
                    <a:pt x="408" y="2434"/>
                  </a:cubicBezTo>
                  <a:lnTo>
                    <a:pt x="1172" y="2434"/>
                  </a:lnTo>
                  <a:cubicBezTo>
                    <a:pt x="1397" y="2434"/>
                    <a:pt x="1580" y="2252"/>
                    <a:pt x="1580" y="2031"/>
                  </a:cubicBezTo>
                  <a:lnTo>
                    <a:pt x="1580" y="1964"/>
                  </a:lnTo>
                  <a:cubicBezTo>
                    <a:pt x="1575" y="1777"/>
                    <a:pt x="1724" y="1628"/>
                    <a:pt x="1911" y="1623"/>
                  </a:cubicBezTo>
                  <a:lnTo>
                    <a:pt x="2665" y="1623"/>
                  </a:lnTo>
                  <a:cubicBezTo>
                    <a:pt x="2890" y="1623"/>
                    <a:pt x="3073" y="1441"/>
                    <a:pt x="3073" y="1220"/>
                  </a:cubicBezTo>
                  <a:lnTo>
                    <a:pt x="3077" y="1215"/>
                  </a:lnTo>
                  <a:cubicBezTo>
                    <a:pt x="3073" y="994"/>
                    <a:pt x="2895" y="812"/>
                    <a:pt x="2669" y="812"/>
                  </a:cubicBezTo>
                  <a:cubicBezTo>
                    <a:pt x="2521" y="812"/>
                    <a:pt x="2410" y="673"/>
                    <a:pt x="2444" y="529"/>
                  </a:cubicBezTo>
                  <a:cubicBezTo>
                    <a:pt x="2449" y="500"/>
                    <a:pt x="2453" y="466"/>
                    <a:pt x="2453" y="438"/>
                  </a:cubicBezTo>
                  <a:lnTo>
                    <a:pt x="2453" y="404"/>
                  </a:lnTo>
                  <a:cubicBezTo>
                    <a:pt x="2453" y="183"/>
                    <a:pt x="2271" y="1"/>
                    <a:pt x="205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3"/>
            <p:cNvSpPr/>
            <p:nvPr/>
          </p:nvSpPr>
          <p:spPr>
            <a:xfrm>
              <a:off x="3632565" y="2998309"/>
              <a:ext cx="84424" cy="63803"/>
            </a:xfrm>
            <a:custGeom>
              <a:rect b="b" l="l" r="r" t="t"/>
              <a:pathLst>
                <a:path extrusionOk="0" h="2435" w="3222">
                  <a:moveTo>
                    <a:pt x="1897" y="1"/>
                  </a:moveTo>
                  <a:cubicBezTo>
                    <a:pt x="1676" y="1"/>
                    <a:pt x="1493" y="183"/>
                    <a:pt x="1493" y="409"/>
                  </a:cubicBezTo>
                  <a:lnTo>
                    <a:pt x="1493" y="471"/>
                  </a:lnTo>
                  <a:cubicBezTo>
                    <a:pt x="1498" y="658"/>
                    <a:pt x="1349" y="812"/>
                    <a:pt x="1162" y="812"/>
                  </a:cubicBezTo>
                  <a:lnTo>
                    <a:pt x="404" y="812"/>
                  </a:lnTo>
                  <a:cubicBezTo>
                    <a:pt x="178" y="812"/>
                    <a:pt x="1" y="994"/>
                    <a:pt x="1" y="1220"/>
                  </a:cubicBezTo>
                  <a:cubicBezTo>
                    <a:pt x="1" y="1441"/>
                    <a:pt x="178" y="1623"/>
                    <a:pt x="404" y="1623"/>
                  </a:cubicBezTo>
                  <a:cubicBezTo>
                    <a:pt x="553" y="1623"/>
                    <a:pt x="663" y="1762"/>
                    <a:pt x="629" y="1906"/>
                  </a:cubicBezTo>
                  <a:cubicBezTo>
                    <a:pt x="625" y="1935"/>
                    <a:pt x="620" y="1969"/>
                    <a:pt x="620" y="1998"/>
                  </a:cubicBezTo>
                  <a:lnTo>
                    <a:pt x="620" y="2031"/>
                  </a:lnTo>
                  <a:cubicBezTo>
                    <a:pt x="620" y="2252"/>
                    <a:pt x="802" y="2434"/>
                    <a:pt x="1028" y="2434"/>
                  </a:cubicBezTo>
                  <a:lnTo>
                    <a:pt x="1445" y="2434"/>
                  </a:lnTo>
                  <a:cubicBezTo>
                    <a:pt x="1671" y="2434"/>
                    <a:pt x="1849" y="2252"/>
                    <a:pt x="1853" y="2031"/>
                  </a:cubicBezTo>
                  <a:lnTo>
                    <a:pt x="1853" y="1998"/>
                  </a:lnTo>
                  <a:lnTo>
                    <a:pt x="1853" y="1974"/>
                  </a:lnTo>
                  <a:cubicBezTo>
                    <a:pt x="1844" y="1782"/>
                    <a:pt x="1998" y="1623"/>
                    <a:pt x="2194" y="1623"/>
                  </a:cubicBezTo>
                  <a:cubicBezTo>
                    <a:pt x="2444" y="1623"/>
                    <a:pt x="2636" y="1393"/>
                    <a:pt x="2593" y="1143"/>
                  </a:cubicBezTo>
                  <a:cubicBezTo>
                    <a:pt x="2564" y="1004"/>
                    <a:pt x="2670" y="870"/>
                    <a:pt x="2814" y="870"/>
                  </a:cubicBezTo>
                  <a:cubicBezTo>
                    <a:pt x="3039" y="870"/>
                    <a:pt x="3217" y="687"/>
                    <a:pt x="3222" y="466"/>
                  </a:cubicBezTo>
                  <a:lnTo>
                    <a:pt x="3222" y="404"/>
                  </a:lnTo>
                  <a:cubicBezTo>
                    <a:pt x="3217" y="178"/>
                    <a:pt x="3034" y="1"/>
                    <a:pt x="281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3"/>
            <p:cNvSpPr/>
            <p:nvPr/>
          </p:nvSpPr>
          <p:spPr>
            <a:xfrm>
              <a:off x="3655702" y="2998309"/>
              <a:ext cx="61288" cy="61917"/>
            </a:xfrm>
            <a:custGeom>
              <a:rect b="b" l="l" r="r" t="t"/>
              <a:pathLst>
                <a:path extrusionOk="0" h="2363" w="2339">
                  <a:moveTo>
                    <a:pt x="1897" y="1"/>
                  </a:moveTo>
                  <a:cubicBezTo>
                    <a:pt x="1676" y="1"/>
                    <a:pt x="1494" y="183"/>
                    <a:pt x="1494" y="409"/>
                  </a:cubicBezTo>
                  <a:lnTo>
                    <a:pt x="1494" y="471"/>
                  </a:lnTo>
                  <a:cubicBezTo>
                    <a:pt x="1499" y="658"/>
                    <a:pt x="1350" y="812"/>
                    <a:pt x="1163" y="812"/>
                  </a:cubicBezTo>
                  <a:lnTo>
                    <a:pt x="404" y="812"/>
                  </a:lnTo>
                  <a:cubicBezTo>
                    <a:pt x="183" y="812"/>
                    <a:pt x="1" y="994"/>
                    <a:pt x="1" y="1220"/>
                  </a:cubicBezTo>
                  <a:cubicBezTo>
                    <a:pt x="1" y="1441"/>
                    <a:pt x="183" y="1623"/>
                    <a:pt x="404" y="1623"/>
                  </a:cubicBezTo>
                  <a:cubicBezTo>
                    <a:pt x="553" y="1623"/>
                    <a:pt x="663" y="1762"/>
                    <a:pt x="634" y="1906"/>
                  </a:cubicBezTo>
                  <a:cubicBezTo>
                    <a:pt x="625" y="1935"/>
                    <a:pt x="620" y="1969"/>
                    <a:pt x="620" y="1998"/>
                  </a:cubicBezTo>
                  <a:lnTo>
                    <a:pt x="620" y="2031"/>
                  </a:lnTo>
                  <a:cubicBezTo>
                    <a:pt x="524" y="2170"/>
                    <a:pt x="625" y="2362"/>
                    <a:pt x="793" y="2362"/>
                  </a:cubicBezTo>
                  <a:cubicBezTo>
                    <a:pt x="966" y="2362"/>
                    <a:pt x="1066" y="2170"/>
                    <a:pt x="970" y="2031"/>
                  </a:cubicBezTo>
                  <a:lnTo>
                    <a:pt x="970" y="1998"/>
                  </a:lnTo>
                  <a:lnTo>
                    <a:pt x="970" y="1974"/>
                  </a:lnTo>
                  <a:cubicBezTo>
                    <a:pt x="961" y="1782"/>
                    <a:pt x="1115" y="1623"/>
                    <a:pt x="1311" y="1623"/>
                  </a:cubicBezTo>
                  <a:cubicBezTo>
                    <a:pt x="1561" y="1623"/>
                    <a:pt x="1753" y="1393"/>
                    <a:pt x="1710" y="1143"/>
                  </a:cubicBezTo>
                  <a:cubicBezTo>
                    <a:pt x="1681" y="1004"/>
                    <a:pt x="1787" y="870"/>
                    <a:pt x="1931" y="870"/>
                  </a:cubicBezTo>
                  <a:cubicBezTo>
                    <a:pt x="2156" y="870"/>
                    <a:pt x="2334" y="687"/>
                    <a:pt x="2339" y="466"/>
                  </a:cubicBezTo>
                  <a:lnTo>
                    <a:pt x="2339" y="404"/>
                  </a:lnTo>
                  <a:cubicBezTo>
                    <a:pt x="2334" y="183"/>
                    <a:pt x="2151" y="1"/>
                    <a:pt x="193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3"/>
            <p:cNvSpPr/>
            <p:nvPr/>
          </p:nvSpPr>
          <p:spPr>
            <a:xfrm>
              <a:off x="3715706" y="2963696"/>
              <a:ext cx="121946" cy="138402"/>
            </a:xfrm>
            <a:custGeom>
              <a:rect b="b" l="l" r="r" t="t"/>
              <a:pathLst>
                <a:path extrusionOk="0" h="5282" w="4654">
                  <a:moveTo>
                    <a:pt x="4598" y="1"/>
                  </a:moveTo>
                  <a:cubicBezTo>
                    <a:pt x="4591" y="1"/>
                    <a:pt x="4583" y="3"/>
                    <a:pt x="4575" y="6"/>
                  </a:cubicBezTo>
                  <a:cubicBezTo>
                    <a:pt x="3169" y="606"/>
                    <a:pt x="2031" y="1720"/>
                    <a:pt x="1229" y="2733"/>
                  </a:cubicBezTo>
                  <a:cubicBezTo>
                    <a:pt x="1042" y="2968"/>
                    <a:pt x="874" y="3194"/>
                    <a:pt x="721" y="3410"/>
                  </a:cubicBezTo>
                  <a:cubicBezTo>
                    <a:pt x="399" y="3871"/>
                    <a:pt x="154" y="4279"/>
                    <a:pt x="1" y="4552"/>
                  </a:cubicBezTo>
                  <a:cubicBezTo>
                    <a:pt x="154" y="4591"/>
                    <a:pt x="298" y="4658"/>
                    <a:pt x="423" y="4754"/>
                  </a:cubicBezTo>
                  <a:lnTo>
                    <a:pt x="442" y="4768"/>
                  </a:lnTo>
                  <a:lnTo>
                    <a:pt x="490" y="4807"/>
                  </a:lnTo>
                  <a:lnTo>
                    <a:pt x="505" y="4821"/>
                  </a:lnTo>
                  <a:lnTo>
                    <a:pt x="524" y="4840"/>
                  </a:lnTo>
                  <a:lnTo>
                    <a:pt x="572" y="4879"/>
                  </a:lnTo>
                  <a:cubicBezTo>
                    <a:pt x="692" y="4989"/>
                    <a:pt x="788" y="5128"/>
                    <a:pt x="855" y="5282"/>
                  </a:cubicBezTo>
                  <a:cubicBezTo>
                    <a:pt x="1100" y="5085"/>
                    <a:pt x="1465" y="4787"/>
                    <a:pt x="1868" y="4399"/>
                  </a:cubicBezTo>
                  <a:cubicBezTo>
                    <a:pt x="2060" y="4211"/>
                    <a:pt x="2257" y="4015"/>
                    <a:pt x="2463" y="3794"/>
                  </a:cubicBezTo>
                  <a:cubicBezTo>
                    <a:pt x="3342" y="2839"/>
                    <a:pt x="4263" y="1547"/>
                    <a:pt x="4642" y="64"/>
                  </a:cubicBezTo>
                  <a:cubicBezTo>
                    <a:pt x="4654" y="29"/>
                    <a:pt x="4628" y="1"/>
                    <a:pt x="459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3"/>
            <p:cNvSpPr/>
            <p:nvPr/>
          </p:nvSpPr>
          <p:spPr>
            <a:xfrm>
              <a:off x="3734572" y="3035281"/>
              <a:ext cx="45697" cy="43549"/>
            </a:xfrm>
            <a:custGeom>
              <a:rect b="b" l="l" r="r" t="t"/>
              <a:pathLst>
                <a:path extrusionOk="0" h="1662" w="1744">
                  <a:moveTo>
                    <a:pt x="505" y="1"/>
                  </a:moveTo>
                  <a:cubicBezTo>
                    <a:pt x="317" y="236"/>
                    <a:pt x="149" y="462"/>
                    <a:pt x="1" y="678"/>
                  </a:cubicBezTo>
                  <a:lnTo>
                    <a:pt x="1148" y="1662"/>
                  </a:lnTo>
                  <a:cubicBezTo>
                    <a:pt x="1340" y="1479"/>
                    <a:pt x="1541" y="1278"/>
                    <a:pt x="1743" y="1062"/>
                  </a:cubicBezTo>
                  <a:lnTo>
                    <a:pt x="505"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3"/>
            <p:cNvSpPr/>
            <p:nvPr/>
          </p:nvSpPr>
          <p:spPr>
            <a:xfrm>
              <a:off x="3635710" y="3073799"/>
              <a:ext cx="114374" cy="79184"/>
            </a:xfrm>
            <a:custGeom>
              <a:rect b="b" l="l" r="r" t="t"/>
              <a:pathLst>
                <a:path extrusionOk="0" h="3022" w="4365">
                  <a:moveTo>
                    <a:pt x="3035" y="1"/>
                  </a:moveTo>
                  <a:cubicBezTo>
                    <a:pt x="2771" y="1"/>
                    <a:pt x="2509" y="88"/>
                    <a:pt x="2290" y="245"/>
                  </a:cubicBezTo>
                  <a:cubicBezTo>
                    <a:pt x="2118" y="365"/>
                    <a:pt x="1978" y="528"/>
                    <a:pt x="1882" y="720"/>
                  </a:cubicBezTo>
                  <a:cubicBezTo>
                    <a:pt x="1854" y="773"/>
                    <a:pt x="1829" y="830"/>
                    <a:pt x="1810" y="888"/>
                  </a:cubicBezTo>
                  <a:cubicBezTo>
                    <a:pt x="1762" y="1037"/>
                    <a:pt x="1729" y="1190"/>
                    <a:pt x="1642" y="1334"/>
                  </a:cubicBezTo>
                  <a:cubicBezTo>
                    <a:pt x="1527" y="1526"/>
                    <a:pt x="1364" y="1685"/>
                    <a:pt x="1167" y="1795"/>
                  </a:cubicBezTo>
                  <a:cubicBezTo>
                    <a:pt x="1057" y="1867"/>
                    <a:pt x="932" y="1920"/>
                    <a:pt x="807" y="1968"/>
                  </a:cubicBezTo>
                  <a:cubicBezTo>
                    <a:pt x="716" y="2001"/>
                    <a:pt x="620" y="2025"/>
                    <a:pt x="524" y="2049"/>
                  </a:cubicBezTo>
                  <a:cubicBezTo>
                    <a:pt x="476" y="2064"/>
                    <a:pt x="303" y="2107"/>
                    <a:pt x="145" y="2141"/>
                  </a:cubicBezTo>
                  <a:cubicBezTo>
                    <a:pt x="39" y="2160"/>
                    <a:pt x="1" y="2290"/>
                    <a:pt x="82" y="2362"/>
                  </a:cubicBezTo>
                  <a:cubicBezTo>
                    <a:pt x="621" y="2861"/>
                    <a:pt x="1219" y="3021"/>
                    <a:pt x="1765" y="3021"/>
                  </a:cubicBezTo>
                  <a:cubicBezTo>
                    <a:pt x="2738" y="3021"/>
                    <a:pt x="3543" y="2510"/>
                    <a:pt x="3543" y="2510"/>
                  </a:cubicBezTo>
                  <a:cubicBezTo>
                    <a:pt x="3644" y="2443"/>
                    <a:pt x="3740" y="2371"/>
                    <a:pt x="3826" y="2285"/>
                  </a:cubicBezTo>
                  <a:cubicBezTo>
                    <a:pt x="4220" y="1896"/>
                    <a:pt x="4364" y="1344"/>
                    <a:pt x="4215" y="873"/>
                  </a:cubicBezTo>
                  <a:cubicBezTo>
                    <a:pt x="4153" y="677"/>
                    <a:pt x="4042" y="504"/>
                    <a:pt x="3894" y="360"/>
                  </a:cubicBezTo>
                  <a:lnTo>
                    <a:pt x="3846" y="321"/>
                  </a:lnTo>
                  <a:lnTo>
                    <a:pt x="3826" y="307"/>
                  </a:lnTo>
                  <a:lnTo>
                    <a:pt x="3812" y="293"/>
                  </a:lnTo>
                  <a:cubicBezTo>
                    <a:pt x="3793" y="278"/>
                    <a:pt x="3778" y="264"/>
                    <a:pt x="3764" y="254"/>
                  </a:cubicBezTo>
                  <a:lnTo>
                    <a:pt x="3745" y="240"/>
                  </a:lnTo>
                  <a:cubicBezTo>
                    <a:pt x="3528" y="76"/>
                    <a:pt x="3280" y="1"/>
                    <a:pt x="303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3"/>
            <p:cNvSpPr/>
            <p:nvPr/>
          </p:nvSpPr>
          <p:spPr>
            <a:xfrm>
              <a:off x="3656855" y="3073799"/>
              <a:ext cx="89324" cy="56755"/>
            </a:xfrm>
            <a:custGeom>
              <a:rect b="b" l="l" r="r" t="t"/>
              <a:pathLst>
                <a:path extrusionOk="0" h="2166" w="3409">
                  <a:moveTo>
                    <a:pt x="2228" y="1"/>
                  </a:moveTo>
                  <a:cubicBezTo>
                    <a:pt x="1964" y="1"/>
                    <a:pt x="1702" y="88"/>
                    <a:pt x="1483" y="245"/>
                  </a:cubicBezTo>
                  <a:cubicBezTo>
                    <a:pt x="1311" y="365"/>
                    <a:pt x="1171" y="528"/>
                    <a:pt x="1075" y="720"/>
                  </a:cubicBezTo>
                  <a:cubicBezTo>
                    <a:pt x="1047" y="773"/>
                    <a:pt x="1022" y="830"/>
                    <a:pt x="1003" y="888"/>
                  </a:cubicBezTo>
                  <a:cubicBezTo>
                    <a:pt x="955" y="1037"/>
                    <a:pt x="922" y="1195"/>
                    <a:pt x="835" y="1334"/>
                  </a:cubicBezTo>
                  <a:cubicBezTo>
                    <a:pt x="715" y="1526"/>
                    <a:pt x="557" y="1685"/>
                    <a:pt x="360" y="1800"/>
                  </a:cubicBezTo>
                  <a:cubicBezTo>
                    <a:pt x="245" y="1867"/>
                    <a:pt x="125" y="1920"/>
                    <a:pt x="0" y="1968"/>
                  </a:cubicBezTo>
                  <a:cubicBezTo>
                    <a:pt x="330" y="2111"/>
                    <a:pt x="665" y="2166"/>
                    <a:pt x="981" y="2166"/>
                  </a:cubicBezTo>
                  <a:cubicBezTo>
                    <a:pt x="1956" y="2166"/>
                    <a:pt x="2760" y="1651"/>
                    <a:pt x="2760" y="1651"/>
                  </a:cubicBezTo>
                  <a:cubicBezTo>
                    <a:pt x="2866" y="1589"/>
                    <a:pt x="2957" y="1517"/>
                    <a:pt x="3043" y="1430"/>
                  </a:cubicBezTo>
                  <a:cubicBezTo>
                    <a:pt x="3207" y="1272"/>
                    <a:pt x="3331" y="1085"/>
                    <a:pt x="3408" y="873"/>
                  </a:cubicBezTo>
                  <a:cubicBezTo>
                    <a:pt x="3346" y="677"/>
                    <a:pt x="3235" y="504"/>
                    <a:pt x="3087" y="365"/>
                  </a:cubicBezTo>
                  <a:lnTo>
                    <a:pt x="3039" y="321"/>
                  </a:lnTo>
                  <a:lnTo>
                    <a:pt x="3019" y="307"/>
                  </a:lnTo>
                  <a:lnTo>
                    <a:pt x="3005" y="293"/>
                  </a:lnTo>
                  <a:cubicBezTo>
                    <a:pt x="2986" y="278"/>
                    <a:pt x="2971" y="264"/>
                    <a:pt x="2957" y="254"/>
                  </a:cubicBezTo>
                  <a:lnTo>
                    <a:pt x="2938" y="240"/>
                  </a:lnTo>
                  <a:cubicBezTo>
                    <a:pt x="2721" y="76"/>
                    <a:pt x="2473" y="1"/>
                    <a:pt x="222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3"/>
            <p:cNvSpPr/>
            <p:nvPr/>
          </p:nvSpPr>
          <p:spPr>
            <a:xfrm>
              <a:off x="3520995" y="2925728"/>
              <a:ext cx="365551" cy="316238"/>
            </a:xfrm>
            <a:custGeom>
              <a:rect b="b" l="l" r="r" t="t"/>
              <a:pathLst>
                <a:path extrusionOk="0" h="12069" w="13951">
                  <a:moveTo>
                    <a:pt x="8684" y="4480"/>
                  </a:moveTo>
                  <a:lnTo>
                    <a:pt x="9596" y="5257"/>
                  </a:lnTo>
                  <a:cubicBezTo>
                    <a:pt x="9491" y="5363"/>
                    <a:pt x="9395" y="5459"/>
                    <a:pt x="9294" y="5564"/>
                  </a:cubicBezTo>
                  <a:lnTo>
                    <a:pt x="8430" y="4825"/>
                  </a:lnTo>
                  <a:cubicBezTo>
                    <a:pt x="8555" y="4652"/>
                    <a:pt x="8684" y="4484"/>
                    <a:pt x="8684" y="4480"/>
                  </a:cubicBezTo>
                  <a:close/>
                  <a:moveTo>
                    <a:pt x="13149" y="414"/>
                  </a:moveTo>
                  <a:cubicBezTo>
                    <a:pt x="13360" y="414"/>
                    <a:pt x="13533" y="587"/>
                    <a:pt x="13537" y="803"/>
                  </a:cubicBezTo>
                  <a:lnTo>
                    <a:pt x="13537" y="5444"/>
                  </a:lnTo>
                  <a:lnTo>
                    <a:pt x="13533" y="5440"/>
                  </a:lnTo>
                  <a:cubicBezTo>
                    <a:pt x="13533" y="5656"/>
                    <a:pt x="13360" y="5828"/>
                    <a:pt x="13149" y="5828"/>
                  </a:cubicBezTo>
                  <a:lnTo>
                    <a:pt x="9616" y="5828"/>
                  </a:lnTo>
                  <a:cubicBezTo>
                    <a:pt x="9616" y="5828"/>
                    <a:pt x="9745" y="5699"/>
                    <a:pt x="9827" y="5612"/>
                  </a:cubicBezTo>
                  <a:cubicBezTo>
                    <a:pt x="9846" y="5569"/>
                    <a:pt x="11689" y="3851"/>
                    <a:pt x="12275" y="1561"/>
                  </a:cubicBezTo>
                  <a:cubicBezTo>
                    <a:pt x="12318" y="1391"/>
                    <a:pt x="12187" y="1241"/>
                    <a:pt x="12029" y="1241"/>
                  </a:cubicBezTo>
                  <a:cubicBezTo>
                    <a:pt x="11995" y="1241"/>
                    <a:pt x="11960" y="1248"/>
                    <a:pt x="11925" y="1263"/>
                  </a:cubicBezTo>
                  <a:cubicBezTo>
                    <a:pt x="11137" y="1599"/>
                    <a:pt x="10365" y="2123"/>
                    <a:pt x="9630" y="2809"/>
                  </a:cubicBezTo>
                  <a:cubicBezTo>
                    <a:pt x="9494" y="2960"/>
                    <a:pt x="9625" y="3161"/>
                    <a:pt x="9783" y="3161"/>
                  </a:cubicBezTo>
                  <a:cubicBezTo>
                    <a:pt x="9826" y="3161"/>
                    <a:pt x="9871" y="3146"/>
                    <a:pt x="9913" y="3111"/>
                  </a:cubicBezTo>
                  <a:cubicBezTo>
                    <a:pt x="10470" y="2579"/>
                    <a:pt x="11099" y="2132"/>
                    <a:pt x="11781" y="1787"/>
                  </a:cubicBezTo>
                  <a:lnTo>
                    <a:pt x="11781" y="1787"/>
                  </a:lnTo>
                  <a:cubicBezTo>
                    <a:pt x="11449" y="2847"/>
                    <a:pt x="10811" y="3908"/>
                    <a:pt x="9875" y="4955"/>
                  </a:cubicBezTo>
                  <a:lnTo>
                    <a:pt x="8944" y="4158"/>
                  </a:lnTo>
                  <a:cubicBezTo>
                    <a:pt x="9078" y="4000"/>
                    <a:pt x="9212" y="3841"/>
                    <a:pt x="9347" y="3692"/>
                  </a:cubicBezTo>
                  <a:cubicBezTo>
                    <a:pt x="9475" y="3539"/>
                    <a:pt x="9339" y="3350"/>
                    <a:pt x="9184" y="3350"/>
                  </a:cubicBezTo>
                  <a:cubicBezTo>
                    <a:pt x="9135" y="3350"/>
                    <a:pt x="9085" y="3369"/>
                    <a:pt x="9040" y="3414"/>
                  </a:cubicBezTo>
                  <a:cubicBezTo>
                    <a:pt x="8732" y="3755"/>
                    <a:pt x="8440" y="4110"/>
                    <a:pt x="8171" y="4480"/>
                  </a:cubicBezTo>
                  <a:cubicBezTo>
                    <a:pt x="8171" y="4489"/>
                    <a:pt x="7907" y="4811"/>
                    <a:pt x="7518" y="5449"/>
                  </a:cubicBezTo>
                  <a:cubicBezTo>
                    <a:pt x="7487" y="5447"/>
                    <a:pt x="7457" y="5446"/>
                    <a:pt x="7426" y="5446"/>
                  </a:cubicBezTo>
                  <a:cubicBezTo>
                    <a:pt x="7055" y="5446"/>
                    <a:pt x="6698" y="5580"/>
                    <a:pt x="6419" y="5828"/>
                  </a:cubicBezTo>
                  <a:lnTo>
                    <a:pt x="802" y="5828"/>
                  </a:lnTo>
                  <a:cubicBezTo>
                    <a:pt x="591" y="5828"/>
                    <a:pt x="418" y="5656"/>
                    <a:pt x="418" y="5444"/>
                  </a:cubicBezTo>
                  <a:lnTo>
                    <a:pt x="418" y="803"/>
                  </a:lnTo>
                  <a:cubicBezTo>
                    <a:pt x="418" y="587"/>
                    <a:pt x="591" y="414"/>
                    <a:pt x="802" y="414"/>
                  </a:cubicBezTo>
                  <a:close/>
                  <a:moveTo>
                    <a:pt x="8190" y="5166"/>
                  </a:moveTo>
                  <a:lnTo>
                    <a:pt x="8992" y="5852"/>
                  </a:lnTo>
                  <a:cubicBezTo>
                    <a:pt x="8948" y="5891"/>
                    <a:pt x="8828" y="6001"/>
                    <a:pt x="8651" y="6155"/>
                  </a:cubicBezTo>
                  <a:cubicBezTo>
                    <a:pt x="8574" y="6035"/>
                    <a:pt x="8483" y="5924"/>
                    <a:pt x="8372" y="5828"/>
                  </a:cubicBezTo>
                  <a:cubicBezTo>
                    <a:pt x="8248" y="5708"/>
                    <a:pt x="8099" y="5617"/>
                    <a:pt x="7940" y="5550"/>
                  </a:cubicBezTo>
                  <a:cubicBezTo>
                    <a:pt x="8075" y="5339"/>
                    <a:pt x="8166" y="5200"/>
                    <a:pt x="8190" y="5166"/>
                  </a:cubicBezTo>
                  <a:close/>
                  <a:moveTo>
                    <a:pt x="4491" y="7078"/>
                  </a:moveTo>
                  <a:cubicBezTo>
                    <a:pt x="4729" y="7078"/>
                    <a:pt x="4954" y="7216"/>
                    <a:pt x="5055" y="7446"/>
                  </a:cubicBezTo>
                  <a:cubicBezTo>
                    <a:pt x="4935" y="7484"/>
                    <a:pt x="4628" y="7561"/>
                    <a:pt x="4484" y="7590"/>
                  </a:cubicBezTo>
                  <a:cubicBezTo>
                    <a:pt x="4215" y="7643"/>
                    <a:pt x="4119" y="7974"/>
                    <a:pt x="4316" y="8161"/>
                  </a:cubicBezTo>
                  <a:cubicBezTo>
                    <a:pt x="4369" y="8209"/>
                    <a:pt x="4422" y="8257"/>
                    <a:pt x="4479" y="8301"/>
                  </a:cubicBezTo>
                  <a:cubicBezTo>
                    <a:pt x="4177" y="8296"/>
                    <a:pt x="3927" y="8065"/>
                    <a:pt x="3889" y="7768"/>
                  </a:cubicBezTo>
                  <a:cubicBezTo>
                    <a:pt x="3846" y="7470"/>
                    <a:pt x="4033" y="7187"/>
                    <a:pt x="4321" y="7100"/>
                  </a:cubicBezTo>
                  <a:lnTo>
                    <a:pt x="4326" y="7100"/>
                  </a:lnTo>
                  <a:cubicBezTo>
                    <a:pt x="4381" y="7085"/>
                    <a:pt x="4436" y="7078"/>
                    <a:pt x="4491" y="7078"/>
                  </a:cubicBezTo>
                  <a:close/>
                  <a:moveTo>
                    <a:pt x="7401" y="5856"/>
                  </a:moveTo>
                  <a:cubicBezTo>
                    <a:pt x="7689" y="5856"/>
                    <a:pt x="7976" y="5982"/>
                    <a:pt x="8200" y="6241"/>
                  </a:cubicBezTo>
                  <a:cubicBezTo>
                    <a:pt x="8641" y="6750"/>
                    <a:pt x="8468" y="7576"/>
                    <a:pt x="7806" y="7979"/>
                  </a:cubicBezTo>
                  <a:cubicBezTo>
                    <a:pt x="7475" y="8171"/>
                    <a:pt x="7120" y="8310"/>
                    <a:pt x="6745" y="8392"/>
                  </a:cubicBezTo>
                  <a:cubicBezTo>
                    <a:pt x="6494" y="8446"/>
                    <a:pt x="6553" y="8801"/>
                    <a:pt x="6780" y="8801"/>
                  </a:cubicBezTo>
                  <a:cubicBezTo>
                    <a:pt x="6797" y="8801"/>
                    <a:pt x="6814" y="8799"/>
                    <a:pt x="6832" y="8795"/>
                  </a:cubicBezTo>
                  <a:cubicBezTo>
                    <a:pt x="7249" y="8709"/>
                    <a:pt x="7657" y="8550"/>
                    <a:pt x="8027" y="8329"/>
                  </a:cubicBezTo>
                  <a:cubicBezTo>
                    <a:pt x="8190" y="8229"/>
                    <a:pt x="8339" y="8099"/>
                    <a:pt x="8464" y="7950"/>
                  </a:cubicBezTo>
                  <a:cubicBezTo>
                    <a:pt x="8588" y="8397"/>
                    <a:pt x="8992" y="8709"/>
                    <a:pt x="9457" y="8709"/>
                  </a:cubicBezTo>
                  <a:lnTo>
                    <a:pt x="9462" y="8709"/>
                  </a:lnTo>
                  <a:cubicBezTo>
                    <a:pt x="9476" y="8709"/>
                    <a:pt x="9490" y="8710"/>
                    <a:pt x="9504" y="8710"/>
                  </a:cubicBezTo>
                  <a:cubicBezTo>
                    <a:pt x="9572" y="8710"/>
                    <a:pt x="9638" y="8700"/>
                    <a:pt x="9702" y="8685"/>
                  </a:cubicBezTo>
                  <a:cubicBezTo>
                    <a:pt x="9944" y="8617"/>
                    <a:pt x="9881" y="8276"/>
                    <a:pt x="9658" y="8276"/>
                  </a:cubicBezTo>
                  <a:cubicBezTo>
                    <a:pt x="9641" y="8276"/>
                    <a:pt x="9624" y="8277"/>
                    <a:pt x="9606" y="8281"/>
                  </a:cubicBezTo>
                  <a:cubicBezTo>
                    <a:pt x="9558" y="8293"/>
                    <a:pt x="9509" y="8299"/>
                    <a:pt x="9462" y="8299"/>
                  </a:cubicBezTo>
                  <a:cubicBezTo>
                    <a:pt x="9160" y="8299"/>
                    <a:pt x="8889" y="8073"/>
                    <a:pt x="8848" y="7758"/>
                  </a:cubicBezTo>
                  <a:cubicBezTo>
                    <a:pt x="8804" y="7393"/>
                    <a:pt x="9092" y="7072"/>
                    <a:pt x="9457" y="7072"/>
                  </a:cubicBezTo>
                  <a:lnTo>
                    <a:pt x="9462" y="7072"/>
                  </a:lnTo>
                  <a:cubicBezTo>
                    <a:pt x="9885" y="7072"/>
                    <a:pt x="10177" y="7484"/>
                    <a:pt x="10043" y="7878"/>
                  </a:cubicBezTo>
                  <a:cubicBezTo>
                    <a:pt x="9989" y="8042"/>
                    <a:pt x="10120" y="8156"/>
                    <a:pt x="10248" y="8156"/>
                  </a:cubicBezTo>
                  <a:cubicBezTo>
                    <a:pt x="10326" y="8156"/>
                    <a:pt x="10404" y="8113"/>
                    <a:pt x="10437" y="8013"/>
                  </a:cubicBezTo>
                  <a:cubicBezTo>
                    <a:pt x="10686" y="7279"/>
                    <a:pt x="10092" y="6658"/>
                    <a:pt x="9447" y="6658"/>
                  </a:cubicBezTo>
                  <a:cubicBezTo>
                    <a:pt x="9247" y="6658"/>
                    <a:pt x="9043" y="6717"/>
                    <a:pt x="8857" y="6851"/>
                  </a:cubicBezTo>
                  <a:cubicBezTo>
                    <a:pt x="8857" y="6750"/>
                    <a:pt x="8843" y="6649"/>
                    <a:pt x="8819" y="6553"/>
                  </a:cubicBezTo>
                  <a:cubicBezTo>
                    <a:pt x="8929" y="6457"/>
                    <a:pt x="9049" y="6352"/>
                    <a:pt x="9179" y="6236"/>
                  </a:cubicBezTo>
                  <a:lnTo>
                    <a:pt x="13149" y="6236"/>
                  </a:lnTo>
                  <a:cubicBezTo>
                    <a:pt x="13360" y="6236"/>
                    <a:pt x="13533" y="6409"/>
                    <a:pt x="13533" y="6620"/>
                  </a:cubicBezTo>
                  <a:lnTo>
                    <a:pt x="13533" y="11267"/>
                  </a:lnTo>
                  <a:lnTo>
                    <a:pt x="13537" y="11272"/>
                  </a:lnTo>
                  <a:cubicBezTo>
                    <a:pt x="13533" y="11483"/>
                    <a:pt x="13360" y="11656"/>
                    <a:pt x="13149" y="11656"/>
                  </a:cubicBezTo>
                  <a:lnTo>
                    <a:pt x="802" y="11656"/>
                  </a:lnTo>
                  <a:cubicBezTo>
                    <a:pt x="591" y="11656"/>
                    <a:pt x="418" y="11483"/>
                    <a:pt x="418" y="11272"/>
                  </a:cubicBezTo>
                  <a:lnTo>
                    <a:pt x="418" y="6630"/>
                  </a:lnTo>
                  <a:cubicBezTo>
                    <a:pt x="418" y="6414"/>
                    <a:pt x="591" y="6241"/>
                    <a:pt x="802" y="6241"/>
                  </a:cubicBezTo>
                  <a:lnTo>
                    <a:pt x="6092" y="6241"/>
                  </a:lnTo>
                  <a:cubicBezTo>
                    <a:pt x="5862" y="6654"/>
                    <a:pt x="6015" y="6889"/>
                    <a:pt x="5430" y="7273"/>
                  </a:cubicBezTo>
                  <a:cubicBezTo>
                    <a:pt x="5263" y="6897"/>
                    <a:pt x="4892" y="6661"/>
                    <a:pt x="4494" y="6661"/>
                  </a:cubicBezTo>
                  <a:cubicBezTo>
                    <a:pt x="4401" y="6661"/>
                    <a:pt x="4305" y="6675"/>
                    <a:pt x="4211" y="6702"/>
                  </a:cubicBezTo>
                  <a:lnTo>
                    <a:pt x="4206" y="6702"/>
                  </a:lnTo>
                  <a:cubicBezTo>
                    <a:pt x="3625" y="6865"/>
                    <a:pt x="3308" y="7499"/>
                    <a:pt x="3529" y="8061"/>
                  </a:cubicBezTo>
                  <a:cubicBezTo>
                    <a:pt x="3689" y="8470"/>
                    <a:pt x="4080" y="8714"/>
                    <a:pt x="4487" y="8714"/>
                  </a:cubicBezTo>
                  <a:cubicBezTo>
                    <a:pt x="4643" y="8714"/>
                    <a:pt x="4801" y="8679"/>
                    <a:pt x="4950" y="8603"/>
                  </a:cubicBezTo>
                  <a:cubicBezTo>
                    <a:pt x="5262" y="8757"/>
                    <a:pt x="5603" y="8848"/>
                    <a:pt x="5948" y="8872"/>
                  </a:cubicBezTo>
                  <a:lnTo>
                    <a:pt x="5963" y="8872"/>
                  </a:lnTo>
                  <a:cubicBezTo>
                    <a:pt x="6227" y="8867"/>
                    <a:pt x="6241" y="8478"/>
                    <a:pt x="5977" y="8454"/>
                  </a:cubicBezTo>
                  <a:cubicBezTo>
                    <a:pt x="5511" y="8430"/>
                    <a:pt x="5070" y="8257"/>
                    <a:pt x="4715" y="7960"/>
                  </a:cubicBezTo>
                  <a:cubicBezTo>
                    <a:pt x="5319" y="7821"/>
                    <a:pt x="5867" y="7638"/>
                    <a:pt x="6198" y="7091"/>
                  </a:cubicBezTo>
                  <a:cubicBezTo>
                    <a:pt x="6260" y="6971"/>
                    <a:pt x="6313" y="6841"/>
                    <a:pt x="6352" y="6707"/>
                  </a:cubicBezTo>
                  <a:cubicBezTo>
                    <a:pt x="6433" y="6443"/>
                    <a:pt x="6462" y="6409"/>
                    <a:pt x="6592" y="6241"/>
                  </a:cubicBezTo>
                  <a:cubicBezTo>
                    <a:pt x="6649" y="6174"/>
                    <a:pt x="6716" y="6112"/>
                    <a:pt x="6788" y="6059"/>
                  </a:cubicBezTo>
                  <a:cubicBezTo>
                    <a:pt x="6976" y="5924"/>
                    <a:pt x="7189" y="5856"/>
                    <a:pt x="7401" y="5856"/>
                  </a:cubicBezTo>
                  <a:close/>
                  <a:moveTo>
                    <a:pt x="802" y="1"/>
                  </a:moveTo>
                  <a:cubicBezTo>
                    <a:pt x="361" y="1"/>
                    <a:pt x="1" y="356"/>
                    <a:pt x="1" y="803"/>
                  </a:cubicBezTo>
                  <a:lnTo>
                    <a:pt x="1" y="5444"/>
                  </a:lnTo>
                  <a:cubicBezTo>
                    <a:pt x="1" y="5670"/>
                    <a:pt x="97" y="5886"/>
                    <a:pt x="265" y="6035"/>
                  </a:cubicBezTo>
                  <a:cubicBezTo>
                    <a:pt x="97" y="6188"/>
                    <a:pt x="1" y="6404"/>
                    <a:pt x="1" y="6630"/>
                  </a:cubicBezTo>
                  <a:lnTo>
                    <a:pt x="1" y="11267"/>
                  </a:lnTo>
                  <a:cubicBezTo>
                    <a:pt x="1" y="11709"/>
                    <a:pt x="361" y="12069"/>
                    <a:pt x="802" y="12069"/>
                  </a:cubicBezTo>
                  <a:lnTo>
                    <a:pt x="13149" y="12069"/>
                  </a:lnTo>
                  <a:cubicBezTo>
                    <a:pt x="13590" y="12069"/>
                    <a:pt x="13950" y="11709"/>
                    <a:pt x="13950" y="11267"/>
                  </a:cubicBezTo>
                  <a:lnTo>
                    <a:pt x="13950" y="6625"/>
                  </a:lnTo>
                  <a:cubicBezTo>
                    <a:pt x="13950" y="6400"/>
                    <a:pt x="13854" y="6184"/>
                    <a:pt x="13686" y="6035"/>
                  </a:cubicBezTo>
                  <a:cubicBezTo>
                    <a:pt x="13854" y="5881"/>
                    <a:pt x="13950" y="5665"/>
                    <a:pt x="13950" y="5440"/>
                  </a:cubicBezTo>
                  <a:lnTo>
                    <a:pt x="13950" y="803"/>
                  </a:lnTo>
                  <a:cubicBezTo>
                    <a:pt x="13950" y="356"/>
                    <a:pt x="13590" y="1"/>
                    <a:pt x="13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3"/>
            <p:cNvSpPr/>
            <p:nvPr/>
          </p:nvSpPr>
          <p:spPr>
            <a:xfrm>
              <a:off x="3544892" y="3100316"/>
              <a:ext cx="60161" cy="53872"/>
            </a:xfrm>
            <a:custGeom>
              <a:rect b="b" l="l" r="r" t="t"/>
              <a:pathLst>
                <a:path extrusionOk="0" h="2056" w="2296">
                  <a:moveTo>
                    <a:pt x="1090" y="1"/>
                  </a:moveTo>
                  <a:cubicBezTo>
                    <a:pt x="476" y="1"/>
                    <a:pt x="1" y="538"/>
                    <a:pt x="73" y="1148"/>
                  </a:cubicBezTo>
                  <a:cubicBezTo>
                    <a:pt x="135" y="1675"/>
                    <a:pt x="585" y="2055"/>
                    <a:pt x="1094" y="2055"/>
                  </a:cubicBezTo>
                  <a:cubicBezTo>
                    <a:pt x="1173"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3"/>
                    <a:pt x="1090" y="413"/>
                  </a:cubicBezTo>
                  <a:lnTo>
                    <a:pt x="1095" y="413"/>
                  </a:lnTo>
                  <a:cubicBezTo>
                    <a:pt x="1518" y="413"/>
                    <a:pt x="1811" y="826"/>
                    <a:pt x="1676" y="1220"/>
                  </a:cubicBezTo>
                  <a:cubicBezTo>
                    <a:pt x="1623" y="1384"/>
                    <a:pt x="1752" y="1497"/>
                    <a:pt x="1879" y="1497"/>
                  </a:cubicBezTo>
                  <a:cubicBezTo>
                    <a:pt x="1957" y="1497"/>
                    <a:pt x="2035" y="1455"/>
                    <a:pt x="2070" y="1354"/>
                  </a:cubicBezTo>
                  <a:cubicBezTo>
                    <a:pt x="2295" y="687"/>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3"/>
            <p:cNvSpPr/>
            <p:nvPr/>
          </p:nvSpPr>
          <p:spPr>
            <a:xfrm>
              <a:off x="3544892" y="3166346"/>
              <a:ext cx="60161" cy="53872"/>
            </a:xfrm>
            <a:custGeom>
              <a:rect b="b" l="l" r="r" t="t"/>
              <a:pathLst>
                <a:path extrusionOk="0" h="2056" w="2296">
                  <a:moveTo>
                    <a:pt x="1090" y="1"/>
                  </a:moveTo>
                  <a:cubicBezTo>
                    <a:pt x="476" y="1"/>
                    <a:pt x="1" y="538"/>
                    <a:pt x="73" y="1148"/>
                  </a:cubicBezTo>
                  <a:cubicBezTo>
                    <a:pt x="135" y="1679"/>
                    <a:pt x="584" y="2055"/>
                    <a:pt x="1092" y="2055"/>
                  </a:cubicBezTo>
                  <a:cubicBezTo>
                    <a:pt x="1172"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4"/>
                    <a:pt x="1090" y="414"/>
                  </a:cubicBezTo>
                  <a:lnTo>
                    <a:pt x="1095" y="414"/>
                  </a:lnTo>
                  <a:cubicBezTo>
                    <a:pt x="1518" y="414"/>
                    <a:pt x="1811" y="826"/>
                    <a:pt x="1676" y="1225"/>
                  </a:cubicBezTo>
                  <a:cubicBezTo>
                    <a:pt x="1623" y="1385"/>
                    <a:pt x="1751" y="1498"/>
                    <a:pt x="1878" y="1498"/>
                  </a:cubicBezTo>
                  <a:cubicBezTo>
                    <a:pt x="1957" y="1498"/>
                    <a:pt x="2035" y="1455"/>
                    <a:pt x="2070" y="1354"/>
                  </a:cubicBezTo>
                  <a:cubicBezTo>
                    <a:pt x="2295"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3"/>
            <p:cNvSpPr/>
            <p:nvPr/>
          </p:nvSpPr>
          <p:spPr>
            <a:xfrm>
              <a:off x="3610057" y="3166346"/>
              <a:ext cx="60030" cy="53872"/>
            </a:xfrm>
            <a:custGeom>
              <a:rect b="b" l="l" r="r" t="t"/>
              <a:pathLst>
                <a:path extrusionOk="0" h="2056" w="2291">
                  <a:moveTo>
                    <a:pt x="1090" y="1"/>
                  </a:moveTo>
                  <a:cubicBezTo>
                    <a:pt x="476" y="1"/>
                    <a:pt x="0" y="538"/>
                    <a:pt x="72" y="1148"/>
                  </a:cubicBezTo>
                  <a:cubicBezTo>
                    <a:pt x="135" y="1679"/>
                    <a:pt x="584" y="2055"/>
                    <a:pt x="1091" y="2055"/>
                  </a:cubicBezTo>
                  <a:cubicBezTo>
                    <a:pt x="1171" y="2055"/>
                    <a:pt x="1253" y="2046"/>
                    <a:pt x="1335" y="2026"/>
                  </a:cubicBezTo>
                  <a:cubicBezTo>
                    <a:pt x="1587" y="1969"/>
                    <a:pt x="1525" y="1615"/>
                    <a:pt x="1301" y="1615"/>
                  </a:cubicBezTo>
                  <a:cubicBezTo>
                    <a:pt x="1281" y="1615"/>
                    <a:pt x="1261" y="1617"/>
                    <a:pt x="1239" y="1623"/>
                  </a:cubicBezTo>
                  <a:cubicBezTo>
                    <a:pt x="1190" y="1635"/>
                    <a:pt x="1141" y="1641"/>
                    <a:pt x="1093" y="1641"/>
                  </a:cubicBezTo>
                  <a:cubicBezTo>
                    <a:pt x="788" y="1641"/>
                    <a:pt x="518" y="1415"/>
                    <a:pt x="480" y="1100"/>
                  </a:cubicBezTo>
                  <a:cubicBezTo>
                    <a:pt x="437" y="735"/>
                    <a:pt x="720" y="414"/>
                    <a:pt x="1090" y="414"/>
                  </a:cubicBezTo>
                  <a:lnTo>
                    <a:pt x="1095" y="414"/>
                  </a:lnTo>
                  <a:cubicBezTo>
                    <a:pt x="1512" y="414"/>
                    <a:pt x="1810" y="826"/>
                    <a:pt x="1676" y="1225"/>
                  </a:cubicBezTo>
                  <a:cubicBezTo>
                    <a:pt x="1619" y="1385"/>
                    <a:pt x="1748" y="1498"/>
                    <a:pt x="1877" y="1498"/>
                  </a:cubicBezTo>
                  <a:cubicBezTo>
                    <a:pt x="1956" y="1498"/>
                    <a:pt x="2034" y="1455"/>
                    <a:pt x="2069" y="1354"/>
                  </a:cubicBezTo>
                  <a:cubicBezTo>
                    <a:pt x="2290"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3"/>
            <p:cNvSpPr/>
            <p:nvPr/>
          </p:nvSpPr>
          <p:spPr>
            <a:xfrm>
              <a:off x="3675092" y="3166346"/>
              <a:ext cx="60135" cy="53872"/>
            </a:xfrm>
            <a:custGeom>
              <a:rect b="b" l="l" r="r" t="t"/>
              <a:pathLst>
                <a:path extrusionOk="0" h="2056" w="2295">
                  <a:moveTo>
                    <a:pt x="1095" y="1"/>
                  </a:moveTo>
                  <a:cubicBezTo>
                    <a:pt x="475" y="1"/>
                    <a:pt x="0" y="538"/>
                    <a:pt x="72" y="1148"/>
                  </a:cubicBezTo>
                  <a:cubicBezTo>
                    <a:pt x="138" y="1679"/>
                    <a:pt x="588" y="2055"/>
                    <a:pt x="1093" y="2055"/>
                  </a:cubicBezTo>
                  <a:cubicBezTo>
                    <a:pt x="1172" y="2055"/>
                    <a:pt x="1253" y="2046"/>
                    <a:pt x="1335" y="2026"/>
                  </a:cubicBezTo>
                  <a:cubicBezTo>
                    <a:pt x="1591" y="1969"/>
                    <a:pt x="1526" y="1615"/>
                    <a:pt x="1301" y="1615"/>
                  </a:cubicBezTo>
                  <a:cubicBezTo>
                    <a:pt x="1281" y="1615"/>
                    <a:pt x="1260" y="1617"/>
                    <a:pt x="1239" y="1623"/>
                  </a:cubicBezTo>
                  <a:cubicBezTo>
                    <a:pt x="1190" y="1635"/>
                    <a:pt x="1142" y="1641"/>
                    <a:pt x="1094" y="1641"/>
                  </a:cubicBezTo>
                  <a:cubicBezTo>
                    <a:pt x="792" y="1641"/>
                    <a:pt x="522" y="1415"/>
                    <a:pt x="485" y="1100"/>
                  </a:cubicBezTo>
                  <a:cubicBezTo>
                    <a:pt x="437" y="735"/>
                    <a:pt x="725" y="414"/>
                    <a:pt x="1095" y="414"/>
                  </a:cubicBezTo>
                  <a:lnTo>
                    <a:pt x="1099" y="414"/>
                  </a:lnTo>
                  <a:cubicBezTo>
                    <a:pt x="1517" y="414"/>
                    <a:pt x="1810" y="826"/>
                    <a:pt x="1680" y="1225"/>
                  </a:cubicBezTo>
                  <a:cubicBezTo>
                    <a:pt x="1624" y="1385"/>
                    <a:pt x="1753" y="1498"/>
                    <a:pt x="1880" y="1498"/>
                  </a:cubicBezTo>
                  <a:cubicBezTo>
                    <a:pt x="1958" y="1498"/>
                    <a:pt x="2036" y="1455"/>
                    <a:pt x="2069" y="1354"/>
                  </a:cubicBezTo>
                  <a:cubicBezTo>
                    <a:pt x="2295" y="692"/>
                    <a:pt x="1800" y="1"/>
                    <a:pt x="10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3"/>
            <p:cNvSpPr/>
            <p:nvPr/>
          </p:nvSpPr>
          <p:spPr>
            <a:xfrm>
              <a:off x="3740100" y="3166346"/>
              <a:ext cx="60161" cy="53872"/>
            </a:xfrm>
            <a:custGeom>
              <a:rect b="b" l="l" r="r" t="t"/>
              <a:pathLst>
                <a:path extrusionOk="0" h="2056" w="2296">
                  <a:moveTo>
                    <a:pt x="1095" y="1"/>
                  </a:moveTo>
                  <a:cubicBezTo>
                    <a:pt x="476" y="1"/>
                    <a:pt x="1" y="538"/>
                    <a:pt x="73" y="1153"/>
                  </a:cubicBezTo>
                  <a:cubicBezTo>
                    <a:pt x="139" y="1679"/>
                    <a:pt x="589" y="2055"/>
                    <a:pt x="1096" y="2055"/>
                  </a:cubicBezTo>
                  <a:cubicBezTo>
                    <a:pt x="1177" y="2055"/>
                    <a:pt x="1258" y="2046"/>
                    <a:pt x="1340" y="2026"/>
                  </a:cubicBezTo>
                  <a:cubicBezTo>
                    <a:pt x="1596" y="1969"/>
                    <a:pt x="1531" y="1615"/>
                    <a:pt x="1306" y="1615"/>
                  </a:cubicBezTo>
                  <a:cubicBezTo>
                    <a:pt x="1287" y="1615"/>
                    <a:pt x="1266" y="1617"/>
                    <a:pt x="1244" y="1623"/>
                  </a:cubicBezTo>
                  <a:cubicBezTo>
                    <a:pt x="1196" y="1635"/>
                    <a:pt x="1147" y="1641"/>
                    <a:pt x="1100" y="1641"/>
                  </a:cubicBezTo>
                  <a:cubicBezTo>
                    <a:pt x="798" y="1641"/>
                    <a:pt x="527" y="1415"/>
                    <a:pt x="486" y="1100"/>
                  </a:cubicBezTo>
                  <a:cubicBezTo>
                    <a:pt x="442" y="735"/>
                    <a:pt x="730" y="414"/>
                    <a:pt x="1095" y="414"/>
                  </a:cubicBezTo>
                  <a:lnTo>
                    <a:pt x="1100" y="414"/>
                  </a:lnTo>
                  <a:cubicBezTo>
                    <a:pt x="1523" y="414"/>
                    <a:pt x="1815" y="826"/>
                    <a:pt x="1681" y="1220"/>
                  </a:cubicBezTo>
                  <a:cubicBezTo>
                    <a:pt x="1627" y="1384"/>
                    <a:pt x="1758" y="1495"/>
                    <a:pt x="1886" y="1495"/>
                  </a:cubicBezTo>
                  <a:cubicBezTo>
                    <a:pt x="1964" y="1495"/>
                    <a:pt x="2042" y="1453"/>
                    <a:pt x="2075" y="1354"/>
                  </a:cubicBezTo>
                  <a:cubicBezTo>
                    <a:pt x="2295" y="687"/>
                    <a:pt x="1801"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3"/>
            <p:cNvSpPr/>
            <p:nvPr/>
          </p:nvSpPr>
          <p:spPr>
            <a:xfrm>
              <a:off x="3805397" y="3100316"/>
              <a:ext cx="60004" cy="53872"/>
            </a:xfrm>
            <a:custGeom>
              <a:rect b="b" l="l" r="r" t="t"/>
              <a:pathLst>
                <a:path extrusionOk="0" h="2056" w="2290">
                  <a:moveTo>
                    <a:pt x="1090" y="1"/>
                  </a:moveTo>
                  <a:cubicBezTo>
                    <a:pt x="475" y="1"/>
                    <a:pt x="0" y="538"/>
                    <a:pt x="72" y="1148"/>
                  </a:cubicBezTo>
                  <a:cubicBezTo>
                    <a:pt x="134" y="1675"/>
                    <a:pt x="584" y="2055"/>
                    <a:pt x="1093" y="2055"/>
                  </a:cubicBezTo>
                  <a:cubicBezTo>
                    <a:pt x="1173"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3"/>
                    <a:pt x="1090" y="413"/>
                  </a:cubicBezTo>
                  <a:lnTo>
                    <a:pt x="1095" y="413"/>
                  </a:lnTo>
                  <a:cubicBezTo>
                    <a:pt x="1512" y="413"/>
                    <a:pt x="1810" y="826"/>
                    <a:pt x="1675" y="1220"/>
                  </a:cubicBezTo>
                  <a:cubicBezTo>
                    <a:pt x="1619" y="1384"/>
                    <a:pt x="1749" y="1497"/>
                    <a:pt x="1877" y="1497"/>
                  </a:cubicBezTo>
                  <a:cubicBezTo>
                    <a:pt x="1956" y="1497"/>
                    <a:pt x="2034" y="1455"/>
                    <a:pt x="2069" y="1354"/>
                  </a:cubicBezTo>
                  <a:cubicBezTo>
                    <a:pt x="2290" y="687"/>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3"/>
            <p:cNvSpPr/>
            <p:nvPr/>
          </p:nvSpPr>
          <p:spPr>
            <a:xfrm>
              <a:off x="3805397" y="3166346"/>
              <a:ext cx="60004" cy="53872"/>
            </a:xfrm>
            <a:custGeom>
              <a:rect b="b" l="l" r="r" t="t"/>
              <a:pathLst>
                <a:path extrusionOk="0" h="2056" w="2290">
                  <a:moveTo>
                    <a:pt x="1090" y="1"/>
                  </a:moveTo>
                  <a:cubicBezTo>
                    <a:pt x="475" y="1"/>
                    <a:pt x="0" y="538"/>
                    <a:pt x="72" y="1148"/>
                  </a:cubicBezTo>
                  <a:cubicBezTo>
                    <a:pt x="134" y="1679"/>
                    <a:pt x="583" y="2055"/>
                    <a:pt x="1091" y="2055"/>
                  </a:cubicBezTo>
                  <a:cubicBezTo>
                    <a:pt x="1171"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4"/>
                    <a:pt x="1090" y="414"/>
                  </a:cubicBezTo>
                  <a:lnTo>
                    <a:pt x="1095" y="414"/>
                  </a:lnTo>
                  <a:cubicBezTo>
                    <a:pt x="1512" y="414"/>
                    <a:pt x="1810" y="826"/>
                    <a:pt x="1675" y="1225"/>
                  </a:cubicBezTo>
                  <a:cubicBezTo>
                    <a:pt x="1619" y="1385"/>
                    <a:pt x="1748" y="1498"/>
                    <a:pt x="1877" y="1498"/>
                  </a:cubicBezTo>
                  <a:cubicBezTo>
                    <a:pt x="1956" y="1498"/>
                    <a:pt x="2034" y="1455"/>
                    <a:pt x="2069" y="1354"/>
                  </a:cubicBezTo>
                  <a:cubicBezTo>
                    <a:pt x="2290" y="692"/>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3"/>
            <p:cNvSpPr/>
            <p:nvPr/>
          </p:nvSpPr>
          <p:spPr>
            <a:xfrm>
              <a:off x="3542900" y="2947503"/>
              <a:ext cx="108950" cy="74599"/>
            </a:xfrm>
            <a:custGeom>
              <a:rect b="b" l="l" r="r" t="t"/>
              <a:pathLst>
                <a:path extrusionOk="0" h="2847" w="4158">
                  <a:moveTo>
                    <a:pt x="1978" y="0"/>
                  </a:moveTo>
                  <a:cubicBezTo>
                    <a:pt x="1637" y="0"/>
                    <a:pt x="1368" y="274"/>
                    <a:pt x="1368" y="615"/>
                  </a:cubicBezTo>
                  <a:lnTo>
                    <a:pt x="1368" y="687"/>
                  </a:lnTo>
                  <a:cubicBezTo>
                    <a:pt x="1363" y="759"/>
                    <a:pt x="1301" y="812"/>
                    <a:pt x="1234" y="812"/>
                  </a:cubicBezTo>
                  <a:cubicBezTo>
                    <a:pt x="850" y="812"/>
                    <a:pt x="566" y="1157"/>
                    <a:pt x="634" y="1532"/>
                  </a:cubicBezTo>
                  <a:cubicBezTo>
                    <a:pt x="634" y="1532"/>
                    <a:pt x="634" y="1536"/>
                    <a:pt x="634" y="1536"/>
                  </a:cubicBezTo>
                  <a:cubicBezTo>
                    <a:pt x="634" y="1546"/>
                    <a:pt x="629" y="1560"/>
                    <a:pt x="614" y="1560"/>
                  </a:cubicBezTo>
                  <a:cubicBezTo>
                    <a:pt x="274" y="1560"/>
                    <a:pt x="0" y="1834"/>
                    <a:pt x="0" y="2175"/>
                  </a:cubicBezTo>
                  <a:lnTo>
                    <a:pt x="0" y="2232"/>
                  </a:lnTo>
                  <a:cubicBezTo>
                    <a:pt x="0" y="2535"/>
                    <a:pt x="216" y="2789"/>
                    <a:pt x="514" y="2837"/>
                  </a:cubicBezTo>
                  <a:cubicBezTo>
                    <a:pt x="529" y="2840"/>
                    <a:pt x="543" y="2841"/>
                    <a:pt x="556" y="2841"/>
                  </a:cubicBezTo>
                  <a:cubicBezTo>
                    <a:pt x="789" y="2841"/>
                    <a:pt x="835" y="2475"/>
                    <a:pt x="581" y="2429"/>
                  </a:cubicBezTo>
                  <a:cubicBezTo>
                    <a:pt x="485" y="2415"/>
                    <a:pt x="413" y="2328"/>
                    <a:pt x="413" y="2232"/>
                  </a:cubicBezTo>
                  <a:lnTo>
                    <a:pt x="413" y="2175"/>
                  </a:lnTo>
                  <a:cubicBezTo>
                    <a:pt x="413" y="2064"/>
                    <a:pt x="504" y="1973"/>
                    <a:pt x="614" y="1973"/>
                  </a:cubicBezTo>
                  <a:cubicBezTo>
                    <a:pt x="883" y="1973"/>
                    <a:pt x="1090" y="1724"/>
                    <a:pt x="1037" y="1460"/>
                  </a:cubicBezTo>
                  <a:cubicBezTo>
                    <a:pt x="1018" y="1335"/>
                    <a:pt x="1109" y="1224"/>
                    <a:pt x="1234" y="1224"/>
                  </a:cubicBezTo>
                  <a:cubicBezTo>
                    <a:pt x="1546" y="1224"/>
                    <a:pt x="1795" y="965"/>
                    <a:pt x="1781" y="653"/>
                  </a:cubicBezTo>
                  <a:cubicBezTo>
                    <a:pt x="1771" y="500"/>
                    <a:pt x="1867" y="413"/>
                    <a:pt x="1978" y="413"/>
                  </a:cubicBezTo>
                  <a:lnTo>
                    <a:pt x="2928" y="413"/>
                  </a:lnTo>
                  <a:cubicBezTo>
                    <a:pt x="3034" y="413"/>
                    <a:pt x="3125" y="504"/>
                    <a:pt x="3125" y="610"/>
                  </a:cubicBezTo>
                  <a:lnTo>
                    <a:pt x="3125" y="644"/>
                  </a:lnTo>
                  <a:cubicBezTo>
                    <a:pt x="3125" y="687"/>
                    <a:pt x="3106" y="711"/>
                    <a:pt x="3106" y="788"/>
                  </a:cubicBezTo>
                  <a:cubicBezTo>
                    <a:pt x="3111" y="1032"/>
                    <a:pt x="3307" y="1224"/>
                    <a:pt x="3547" y="1224"/>
                  </a:cubicBezTo>
                  <a:cubicBezTo>
                    <a:pt x="3811" y="1224"/>
                    <a:pt x="3811" y="1623"/>
                    <a:pt x="3547" y="1623"/>
                  </a:cubicBezTo>
                  <a:lnTo>
                    <a:pt x="2789" y="1623"/>
                  </a:lnTo>
                  <a:cubicBezTo>
                    <a:pt x="2491" y="1623"/>
                    <a:pt x="2247" y="1868"/>
                    <a:pt x="2251" y="2165"/>
                  </a:cubicBezTo>
                  <a:lnTo>
                    <a:pt x="2251" y="2237"/>
                  </a:lnTo>
                  <a:cubicBezTo>
                    <a:pt x="2251" y="2343"/>
                    <a:pt x="2160" y="2434"/>
                    <a:pt x="2055" y="2434"/>
                  </a:cubicBezTo>
                  <a:lnTo>
                    <a:pt x="1373" y="2434"/>
                  </a:lnTo>
                  <a:cubicBezTo>
                    <a:pt x="1094" y="2434"/>
                    <a:pt x="1094" y="2847"/>
                    <a:pt x="1373" y="2847"/>
                  </a:cubicBezTo>
                  <a:lnTo>
                    <a:pt x="2055" y="2847"/>
                  </a:lnTo>
                  <a:cubicBezTo>
                    <a:pt x="2391" y="2847"/>
                    <a:pt x="2664" y="2573"/>
                    <a:pt x="2664" y="2237"/>
                  </a:cubicBezTo>
                  <a:lnTo>
                    <a:pt x="2664" y="2170"/>
                  </a:lnTo>
                  <a:cubicBezTo>
                    <a:pt x="2659" y="2098"/>
                    <a:pt x="2717" y="2036"/>
                    <a:pt x="2789" y="2036"/>
                  </a:cubicBezTo>
                  <a:lnTo>
                    <a:pt x="3547" y="2036"/>
                  </a:lnTo>
                  <a:cubicBezTo>
                    <a:pt x="3883" y="2036"/>
                    <a:pt x="4157" y="1762"/>
                    <a:pt x="4157" y="1426"/>
                  </a:cubicBezTo>
                  <a:cubicBezTo>
                    <a:pt x="4157" y="1085"/>
                    <a:pt x="3883" y="812"/>
                    <a:pt x="3543" y="812"/>
                  </a:cubicBezTo>
                  <a:cubicBezTo>
                    <a:pt x="3528" y="812"/>
                    <a:pt x="3519" y="802"/>
                    <a:pt x="3519" y="788"/>
                  </a:cubicBezTo>
                  <a:cubicBezTo>
                    <a:pt x="3624" y="394"/>
                    <a:pt x="3331" y="5"/>
                    <a:pt x="29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3"/>
            <p:cNvSpPr/>
            <p:nvPr/>
          </p:nvSpPr>
          <p:spPr>
            <a:xfrm>
              <a:off x="3627037" y="2992781"/>
              <a:ext cx="95325" cy="74730"/>
            </a:xfrm>
            <a:custGeom>
              <a:rect b="b" l="l" r="r" t="t"/>
              <a:pathLst>
                <a:path extrusionOk="0" h="2852" w="3638">
                  <a:moveTo>
                    <a:pt x="2112" y="0"/>
                  </a:moveTo>
                  <a:cubicBezTo>
                    <a:pt x="1772" y="0"/>
                    <a:pt x="1498" y="274"/>
                    <a:pt x="1498" y="615"/>
                  </a:cubicBezTo>
                  <a:lnTo>
                    <a:pt x="1498" y="682"/>
                  </a:lnTo>
                  <a:cubicBezTo>
                    <a:pt x="1503" y="754"/>
                    <a:pt x="1445" y="812"/>
                    <a:pt x="1373" y="812"/>
                  </a:cubicBezTo>
                  <a:lnTo>
                    <a:pt x="615" y="812"/>
                  </a:lnTo>
                  <a:cubicBezTo>
                    <a:pt x="279" y="812"/>
                    <a:pt x="0" y="1085"/>
                    <a:pt x="0" y="1426"/>
                  </a:cubicBezTo>
                  <a:cubicBezTo>
                    <a:pt x="0" y="1762"/>
                    <a:pt x="279" y="2041"/>
                    <a:pt x="615" y="2041"/>
                  </a:cubicBezTo>
                  <a:cubicBezTo>
                    <a:pt x="617" y="2040"/>
                    <a:pt x="619" y="2040"/>
                    <a:pt x="620" y="2040"/>
                  </a:cubicBezTo>
                  <a:cubicBezTo>
                    <a:pt x="632" y="2040"/>
                    <a:pt x="639" y="2051"/>
                    <a:pt x="639" y="2060"/>
                  </a:cubicBezTo>
                  <a:cubicBezTo>
                    <a:pt x="629" y="2108"/>
                    <a:pt x="624" y="2156"/>
                    <a:pt x="624" y="2209"/>
                  </a:cubicBezTo>
                  <a:lnTo>
                    <a:pt x="624" y="2237"/>
                  </a:lnTo>
                  <a:cubicBezTo>
                    <a:pt x="624" y="2573"/>
                    <a:pt x="898" y="2847"/>
                    <a:pt x="1234" y="2852"/>
                  </a:cubicBezTo>
                  <a:lnTo>
                    <a:pt x="1656" y="2852"/>
                  </a:lnTo>
                  <a:cubicBezTo>
                    <a:pt x="1988" y="2852"/>
                    <a:pt x="2290" y="2583"/>
                    <a:pt x="2266" y="2170"/>
                  </a:cubicBezTo>
                  <a:cubicBezTo>
                    <a:pt x="2266" y="2098"/>
                    <a:pt x="2329" y="2036"/>
                    <a:pt x="2401" y="2036"/>
                  </a:cubicBezTo>
                  <a:cubicBezTo>
                    <a:pt x="2785" y="2036"/>
                    <a:pt x="3073" y="1695"/>
                    <a:pt x="3005" y="1316"/>
                  </a:cubicBezTo>
                  <a:cubicBezTo>
                    <a:pt x="3005" y="1301"/>
                    <a:pt x="3010" y="1287"/>
                    <a:pt x="3025" y="1287"/>
                  </a:cubicBezTo>
                  <a:cubicBezTo>
                    <a:pt x="3361" y="1287"/>
                    <a:pt x="3634" y="1013"/>
                    <a:pt x="3634" y="677"/>
                  </a:cubicBezTo>
                  <a:lnTo>
                    <a:pt x="3634" y="615"/>
                  </a:lnTo>
                  <a:cubicBezTo>
                    <a:pt x="3637" y="236"/>
                    <a:pt x="3306" y="6"/>
                    <a:pt x="3075" y="6"/>
                  </a:cubicBezTo>
                  <a:cubicBezTo>
                    <a:pt x="2958" y="6"/>
                    <a:pt x="2866" y="65"/>
                    <a:pt x="2857" y="192"/>
                  </a:cubicBezTo>
                  <a:cubicBezTo>
                    <a:pt x="2842" y="308"/>
                    <a:pt x="2929" y="408"/>
                    <a:pt x="3044" y="418"/>
                  </a:cubicBezTo>
                  <a:cubicBezTo>
                    <a:pt x="3145" y="428"/>
                    <a:pt x="3221" y="514"/>
                    <a:pt x="3221" y="615"/>
                  </a:cubicBezTo>
                  <a:lnTo>
                    <a:pt x="3221" y="677"/>
                  </a:lnTo>
                  <a:cubicBezTo>
                    <a:pt x="3221" y="783"/>
                    <a:pt x="3135" y="874"/>
                    <a:pt x="3025" y="874"/>
                  </a:cubicBezTo>
                  <a:cubicBezTo>
                    <a:pt x="2751" y="874"/>
                    <a:pt x="2549" y="1124"/>
                    <a:pt x="2597" y="1393"/>
                  </a:cubicBezTo>
                  <a:cubicBezTo>
                    <a:pt x="2621" y="1513"/>
                    <a:pt x="2525" y="1623"/>
                    <a:pt x="2401" y="1623"/>
                  </a:cubicBezTo>
                  <a:cubicBezTo>
                    <a:pt x="2088" y="1623"/>
                    <a:pt x="1839" y="1882"/>
                    <a:pt x="1853" y="2194"/>
                  </a:cubicBezTo>
                  <a:cubicBezTo>
                    <a:pt x="1863" y="2353"/>
                    <a:pt x="1767" y="2434"/>
                    <a:pt x="1656" y="2434"/>
                  </a:cubicBezTo>
                  <a:lnTo>
                    <a:pt x="1239" y="2434"/>
                  </a:lnTo>
                  <a:cubicBezTo>
                    <a:pt x="1128" y="2434"/>
                    <a:pt x="1037" y="2348"/>
                    <a:pt x="1037" y="2237"/>
                  </a:cubicBezTo>
                  <a:lnTo>
                    <a:pt x="1037" y="2209"/>
                  </a:lnTo>
                  <a:cubicBezTo>
                    <a:pt x="1037" y="2161"/>
                    <a:pt x="1056" y="2141"/>
                    <a:pt x="1056" y="2060"/>
                  </a:cubicBezTo>
                  <a:cubicBezTo>
                    <a:pt x="1056" y="1820"/>
                    <a:pt x="860" y="1623"/>
                    <a:pt x="615" y="1623"/>
                  </a:cubicBezTo>
                  <a:cubicBezTo>
                    <a:pt x="351" y="1623"/>
                    <a:pt x="351" y="1229"/>
                    <a:pt x="615" y="1229"/>
                  </a:cubicBezTo>
                  <a:lnTo>
                    <a:pt x="1373" y="1229"/>
                  </a:lnTo>
                  <a:cubicBezTo>
                    <a:pt x="1671" y="1229"/>
                    <a:pt x="1916" y="985"/>
                    <a:pt x="1911" y="682"/>
                  </a:cubicBezTo>
                  <a:lnTo>
                    <a:pt x="1911" y="615"/>
                  </a:lnTo>
                  <a:cubicBezTo>
                    <a:pt x="1911" y="504"/>
                    <a:pt x="2002" y="418"/>
                    <a:pt x="2112" y="418"/>
                  </a:cubicBezTo>
                  <a:lnTo>
                    <a:pt x="2233" y="418"/>
                  </a:lnTo>
                  <a:cubicBezTo>
                    <a:pt x="2506" y="413"/>
                    <a:pt x="2506" y="0"/>
                    <a:pt x="22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5" name="Google Shape;14785;p83"/>
          <p:cNvGrpSpPr/>
          <p:nvPr/>
        </p:nvGrpSpPr>
        <p:grpSpPr>
          <a:xfrm>
            <a:off x="894378" y="2422038"/>
            <a:ext cx="284926" cy="365237"/>
            <a:chOff x="894378" y="2422038"/>
            <a:chExt cx="284926" cy="365237"/>
          </a:xfrm>
        </p:grpSpPr>
        <p:sp>
          <p:nvSpPr>
            <p:cNvPr id="14786" name="Google Shape;14786;p83"/>
            <p:cNvSpPr/>
            <p:nvPr/>
          </p:nvSpPr>
          <p:spPr>
            <a:xfrm>
              <a:off x="1017739" y="2427278"/>
              <a:ext cx="38282" cy="90844"/>
            </a:xfrm>
            <a:custGeom>
              <a:rect b="b" l="l" r="r" t="t"/>
              <a:pathLst>
                <a:path extrusionOk="0" h="3467" w="1461">
                  <a:moveTo>
                    <a:pt x="731" y="1"/>
                  </a:moveTo>
                  <a:cubicBezTo>
                    <a:pt x="327" y="1"/>
                    <a:pt x="1" y="327"/>
                    <a:pt x="1" y="730"/>
                  </a:cubicBezTo>
                  <a:lnTo>
                    <a:pt x="1" y="2737"/>
                  </a:lnTo>
                  <a:cubicBezTo>
                    <a:pt x="1" y="3140"/>
                    <a:pt x="327" y="3466"/>
                    <a:pt x="731" y="3466"/>
                  </a:cubicBezTo>
                  <a:cubicBezTo>
                    <a:pt x="1134" y="3466"/>
                    <a:pt x="1460" y="3140"/>
                    <a:pt x="1460" y="2737"/>
                  </a:cubicBezTo>
                  <a:lnTo>
                    <a:pt x="1460" y="730"/>
                  </a:lnTo>
                  <a:cubicBezTo>
                    <a:pt x="1460" y="327"/>
                    <a:pt x="1134" y="1"/>
                    <a:pt x="73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3"/>
            <p:cNvSpPr/>
            <p:nvPr/>
          </p:nvSpPr>
          <p:spPr>
            <a:xfrm>
              <a:off x="1038885" y="2430423"/>
              <a:ext cx="17136" cy="84424"/>
            </a:xfrm>
            <a:custGeom>
              <a:rect b="b" l="l" r="r" t="t"/>
              <a:pathLst>
                <a:path extrusionOk="0" h="3222" w="654">
                  <a:moveTo>
                    <a:pt x="327" y="1"/>
                  </a:moveTo>
                  <a:cubicBezTo>
                    <a:pt x="125" y="135"/>
                    <a:pt x="5" y="365"/>
                    <a:pt x="0" y="610"/>
                  </a:cubicBezTo>
                  <a:lnTo>
                    <a:pt x="0" y="2617"/>
                  </a:lnTo>
                  <a:cubicBezTo>
                    <a:pt x="5" y="2862"/>
                    <a:pt x="125" y="3087"/>
                    <a:pt x="327" y="3222"/>
                  </a:cubicBezTo>
                  <a:cubicBezTo>
                    <a:pt x="528" y="3087"/>
                    <a:pt x="653" y="2862"/>
                    <a:pt x="653" y="2617"/>
                  </a:cubicBezTo>
                  <a:lnTo>
                    <a:pt x="653" y="610"/>
                  </a:lnTo>
                  <a:cubicBezTo>
                    <a:pt x="653" y="365"/>
                    <a:pt x="528" y="140"/>
                    <a:pt x="32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3"/>
            <p:cNvSpPr/>
            <p:nvPr/>
          </p:nvSpPr>
          <p:spPr>
            <a:xfrm>
              <a:off x="909968" y="2483116"/>
              <a:ext cx="133711" cy="278375"/>
            </a:xfrm>
            <a:custGeom>
              <a:rect b="b" l="l" r="r" t="t"/>
              <a:pathLst>
                <a:path extrusionOk="0" h="10624" w="5103">
                  <a:moveTo>
                    <a:pt x="4431" y="1"/>
                  </a:moveTo>
                  <a:lnTo>
                    <a:pt x="0" y="10624"/>
                  </a:lnTo>
                  <a:lnTo>
                    <a:pt x="624" y="10264"/>
                  </a:lnTo>
                  <a:cubicBezTo>
                    <a:pt x="898" y="10105"/>
                    <a:pt x="1114" y="9861"/>
                    <a:pt x="1239" y="9568"/>
                  </a:cubicBezTo>
                  <a:lnTo>
                    <a:pt x="5103" y="289"/>
                  </a:lnTo>
                  <a:lnTo>
                    <a:pt x="443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3"/>
            <p:cNvSpPr/>
            <p:nvPr/>
          </p:nvSpPr>
          <p:spPr>
            <a:xfrm>
              <a:off x="924668" y="2686500"/>
              <a:ext cx="38151" cy="38020"/>
            </a:xfrm>
            <a:custGeom>
              <a:rect b="b" l="l" r="r" t="t"/>
              <a:pathLst>
                <a:path extrusionOk="0" h="1451" w="1456">
                  <a:moveTo>
                    <a:pt x="730" y="1"/>
                  </a:moveTo>
                  <a:cubicBezTo>
                    <a:pt x="327" y="1"/>
                    <a:pt x="1" y="327"/>
                    <a:pt x="1" y="726"/>
                  </a:cubicBezTo>
                  <a:cubicBezTo>
                    <a:pt x="1" y="1129"/>
                    <a:pt x="327" y="1451"/>
                    <a:pt x="730" y="1451"/>
                  </a:cubicBezTo>
                  <a:cubicBezTo>
                    <a:pt x="1129" y="1451"/>
                    <a:pt x="1455" y="1129"/>
                    <a:pt x="1455" y="726"/>
                  </a:cubicBezTo>
                  <a:cubicBezTo>
                    <a:pt x="1455" y="327"/>
                    <a:pt x="1129" y="1"/>
                    <a:pt x="73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3"/>
            <p:cNvSpPr/>
            <p:nvPr/>
          </p:nvSpPr>
          <p:spPr>
            <a:xfrm>
              <a:off x="1029819" y="2483116"/>
              <a:ext cx="133738" cy="278375"/>
            </a:xfrm>
            <a:custGeom>
              <a:rect b="b" l="l" r="r" t="t"/>
              <a:pathLst>
                <a:path extrusionOk="0" h="10624" w="5104">
                  <a:moveTo>
                    <a:pt x="673" y="1"/>
                  </a:moveTo>
                  <a:lnTo>
                    <a:pt x="1" y="289"/>
                  </a:lnTo>
                  <a:lnTo>
                    <a:pt x="3860" y="9568"/>
                  </a:lnTo>
                  <a:cubicBezTo>
                    <a:pt x="3985" y="9861"/>
                    <a:pt x="4201" y="10105"/>
                    <a:pt x="4479" y="10264"/>
                  </a:cubicBezTo>
                  <a:lnTo>
                    <a:pt x="5103" y="10624"/>
                  </a:lnTo>
                  <a:lnTo>
                    <a:pt x="67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3"/>
            <p:cNvSpPr/>
            <p:nvPr/>
          </p:nvSpPr>
          <p:spPr>
            <a:xfrm>
              <a:off x="1110837" y="2686631"/>
              <a:ext cx="37994" cy="38020"/>
            </a:xfrm>
            <a:custGeom>
              <a:rect b="b" l="l" r="r" t="t"/>
              <a:pathLst>
                <a:path extrusionOk="0" h="1451" w="1450">
                  <a:moveTo>
                    <a:pt x="725" y="1"/>
                  </a:moveTo>
                  <a:cubicBezTo>
                    <a:pt x="322" y="1"/>
                    <a:pt x="0" y="322"/>
                    <a:pt x="0" y="726"/>
                  </a:cubicBezTo>
                  <a:cubicBezTo>
                    <a:pt x="0" y="1124"/>
                    <a:pt x="322" y="1450"/>
                    <a:pt x="725" y="1450"/>
                  </a:cubicBezTo>
                  <a:cubicBezTo>
                    <a:pt x="1123" y="1450"/>
                    <a:pt x="1450" y="1124"/>
                    <a:pt x="1450" y="726"/>
                  </a:cubicBezTo>
                  <a:cubicBezTo>
                    <a:pt x="1450" y="322"/>
                    <a:pt x="1123" y="1"/>
                    <a:pt x="72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3"/>
            <p:cNvSpPr/>
            <p:nvPr/>
          </p:nvSpPr>
          <p:spPr>
            <a:xfrm>
              <a:off x="994236" y="2473264"/>
              <a:ext cx="85918" cy="75437"/>
            </a:xfrm>
            <a:custGeom>
              <a:rect b="b" l="l" r="r" t="t"/>
              <a:pathLst>
                <a:path extrusionOk="0" h="2879" w="3279">
                  <a:moveTo>
                    <a:pt x="1642" y="1"/>
                  </a:moveTo>
                  <a:cubicBezTo>
                    <a:pt x="1400" y="1"/>
                    <a:pt x="1156" y="62"/>
                    <a:pt x="932" y="190"/>
                  </a:cubicBezTo>
                  <a:cubicBezTo>
                    <a:pt x="245" y="574"/>
                    <a:pt x="0" y="1438"/>
                    <a:pt x="375" y="2129"/>
                  </a:cubicBezTo>
                  <a:cubicBezTo>
                    <a:pt x="635" y="2606"/>
                    <a:pt x="1129" y="2879"/>
                    <a:pt x="1640" y="2879"/>
                  </a:cubicBezTo>
                  <a:cubicBezTo>
                    <a:pt x="1864" y="2879"/>
                    <a:pt x="2092" y="2826"/>
                    <a:pt x="2304" y="2715"/>
                  </a:cubicBezTo>
                  <a:cubicBezTo>
                    <a:pt x="2333" y="2700"/>
                    <a:pt x="2362" y="2686"/>
                    <a:pt x="2391" y="2671"/>
                  </a:cubicBezTo>
                  <a:cubicBezTo>
                    <a:pt x="3058" y="2259"/>
                    <a:pt x="3279" y="1390"/>
                    <a:pt x="2880" y="708"/>
                  </a:cubicBezTo>
                  <a:cubicBezTo>
                    <a:pt x="2613" y="254"/>
                    <a:pt x="2134" y="1"/>
                    <a:pt x="164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3"/>
            <p:cNvSpPr/>
            <p:nvPr/>
          </p:nvSpPr>
          <p:spPr>
            <a:xfrm>
              <a:off x="1016377" y="2473054"/>
              <a:ext cx="61261" cy="71349"/>
            </a:xfrm>
            <a:custGeom>
              <a:rect b="b" l="l" r="r" t="t"/>
              <a:pathLst>
                <a:path extrusionOk="0" h="2723" w="2338">
                  <a:moveTo>
                    <a:pt x="879" y="1"/>
                  </a:moveTo>
                  <a:cubicBezTo>
                    <a:pt x="850" y="15"/>
                    <a:pt x="826" y="30"/>
                    <a:pt x="797" y="49"/>
                  </a:cubicBezTo>
                  <a:cubicBezTo>
                    <a:pt x="259" y="380"/>
                    <a:pt x="0" y="1019"/>
                    <a:pt x="154" y="1628"/>
                  </a:cubicBezTo>
                  <a:cubicBezTo>
                    <a:pt x="303" y="2238"/>
                    <a:pt x="831" y="2684"/>
                    <a:pt x="1459" y="2723"/>
                  </a:cubicBezTo>
                  <a:cubicBezTo>
                    <a:pt x="1488" y="2708"/>
                    <a:pt x="1517" y="2694"/>
                    <a:pt x="1546" y="2679"/>
                  </a:cubicBezTo>
                  <a:cubicBezTo>
                    <a:pt x="2079" y="2348"/>
                    <a:pt x="2338" y="1710"/>
                    <a:pt x="2189" y="1095"/>
                  </a:cubicBezTo>
                  <a:cubicBezTo>
                    <a:pt x="2035" y="486"/>
                    <a:pt x="1507" y="44"/>
                    <a:pt x="87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83"/>
            <p:cNvSpPr/>
            <p:nvPr/>
          </p:nvSpPr>
          <p:spPr>
            <a:xfrm>
              <a:off x="1024919" y="2499099"/>
              <a:ext cx="23792" cy="23687"/>
            </a:xfrm>
            <a:custGeom>
              <a:rect b="b" l="l" r="r" t="t"/>
              <a:pathLst>
                <a:path extrusionOk="0" h="904" w="908">
                  <a:moveTo>
                    <a:pt x="457" y="1"/>
                  </a:moveTo>
                  <a:cubicBezTo>
                    <a:pt x="207" y="1"/>
                    <a:pt x="1" y="202"/>
                    <a:pt x="1" y="452"/>
                  </a:cubicBezTo>
                  <a:cubicBezTo>
                    <a:pt x="1" y="701"/>
                    <a:pt x="207" y="903"/>
                    <a:pt x="457" y="903"/>
                  </a:cubicBezTo>
                  <a:cubicBezTo>
                    <a:pt x="706" y="903"/>
                    <a:pt x="908" y="701"/>
                    <a:pt x="908" y="452"/>
                  </a:cubicBezTo>
                  <a:cubicBezTo>
                    <a:pt x="908" y="202"/>
                    <a:pt x="706" y="1"/>
                    <a:pt x="45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3"/>
            <p:cNvSpPr/>
            <p:nvPr/>
          </p:nvSpPr>
          <p:spPr>
            <a:xfrm>
              <a:off x="894378" y="2422038"/>
              <a:ext cx="284926" cy="365237"/>
            </a:xfrm>
            <a:custGeom>
              <a:rect b="b" l="l" r="r" t="t"/>
              <a:pathLst>
                <a:path extrusionOk="0" h="13939" w="10874">
                  <a:moveTo>
                    <a:pt x="4301" y="4598"/>
                  </a:moveTo>
                  <a:cubicBezTo>
                    <a:pt x="4383" y="4674"/>
                    <a:pt x="4469" y="4742"/>
                    <a:pt x="4565" y="4799"/>
                  </a:cubicBezTo>
                  <a:lnTo>
                    <a:pt x="2386" y="10036"/>
                  </a:lnTo>
                  <a:cubicBezTo>
                    <a:pt x="2294" y="9979"/>
                    <a:pt x="2189" y="9940"/>
                    <a:pt x="2083" y="9921"/>
                  </a:cubicBezTo>
                  <a:lnTo>
                    <a:pt x="4301" y="4598"/>
                  </a:lnTo>
                  <a:close/>
                  <a:moveTo>
                    <a:pt x="6571" y="4598"/>
                  </a:moveTo>
                  <a:lnTo>
                    <a:pt x="8794" y="9921"/>
                  </a:lnTo>
                  <a:cubicBezTo>
                    <a:pt x="8684" y="9940"/>
                    <a:pt x="8583" y="9979"/>
                    <a:pt x="8492" y="10036"/>
                  </a:cubicBezTo>
                  <a:lnTo>
                    <a:pt x="8487" y="10036"/>
                  </a:lnTo>
                  <a:lnTo>
                    <a:pt x="6312" y="4799"/>
                  </a:lnTo>
                  <a:cubicBezTo>
                    <a:pt x="6403" y="4742"/>
                    <a:pt x="6490" y="4674"/>
                    <a:pt x="6571" y="4598"/>
                  </a:cubicBezTo>
                  <a:close/>
                  <a:moveTo>
                    <a:pt x="1378" y="11601"/>
                  </a:moveTo>
                  <a:cubicBezTo>
                    <a:pt x="1469" y="11664"/>
                    <a:pt x="1570" y="11712"/>
                    <a:pt x="1675" y="11740"/>
                  </a:cubicBezTo>
                  <a:cubicBezTo>
                    <a:pt x="1570" y="12024"/>
                    <a:pt x="1373" y="12264"/>
                    <a:pt x="1114" y="12417"/>
                  </a:cubicBezTo>
                  <a:lnTo>
                    <a:pt x="1018" y="12470"/>
                  </a:lnTo>
                  <a:lnTo>
                    <a:pt x="1378" y="11601"/>
                  </a:lnTo>
                  <a:close/>
                  <a:moveTo>
                    <a:pt x="9495" y="11601"/>
                  </a:moveTo>
                  <a:lnTo>
                    <a:pt x="9855" y="12475"/>
                  </a:lnTo>
                  <a:lnTo>
                    <a:pt x="9764" y="12417"/>
                  </a:lnTo>
                  <a:cubicBezTo>
                    <a:pt x="9500" y="12264"/>
                    <a:pt x="9303" y="12024"/>
                    <a:pt x="9202" y="11740"/>
                  </a:cubicBezTo>
                  <a:cubicBezTo>
                    <a:pt x="9308" y="11712"/>
                    <a:pt x="9408" y="11668"/>
                    <a:pt x="9495" y="11601"/>
                  </a:cubicBezTo>
                  <a:close/>
                  <a:moveTo>
                    <a:pt x="5450" y="0"/>
                  </a:moveTo>
                  <a:cubicBezTo>
                    <a:pt x="5422" y="0"/>
                    <a:pt x="5394" y="1"/>
                    <a:pt x="5367" y="4"/>
                  </a:cubicBezTo>
                  <a:cubicBezTo>
                    <a:pt x="4882" y="42"/>
                    <a:pt x="4512" y="445"/>
                    <a:pt x="4507" y="930"/>
                  </a:cubicBezTo>
                  <a:lnTo>
                    <a:pt x="4507" y="2030"/>
                  </a:lnTo>
                  <a:cubicBezTo>
                    <a:pt x="4383" y="2116"/>
                    <a:pt x="4267" y="2217"/>
                    <a:pt x="4171" y="2337"/>
                  </a:cubicBezTo>
                  <a:cubicBezTo>
                    <a:pt x="4040" y="2493"/>
                    <a:pt x="4182" y="2678"/>
                    <a:pt x="4335" y="2678"/>
                  </a:cubicBezTo>
                  <a:cubicBezTo>
                    <a:pt x="4388" y="2678"/>
                    <a:pt x="4443" y="2656"/>
                    <a:pt x="4488" y="2601"/>
                  </a:cubicBezTo>
                  <a:cubicBezTo>
                    <a:pt x="4748" y="2287"/>
                    <a:pt x="5087" y="2151"/>
                    <a:pt x="5420" y="2151"/>
                  </a:cubicBezTo>
                  <a:cubicBezTo>
                    <a:pt x="6154" y="2151"/>
                    <a:pt x="6863" y="2809"/>
                    <a:pt x="6648" y="3690"/>
                  </a:cubicBezTo>
                  <a:cubicBezTo>
                    <a:pt x="6505" y="4293"/>
                    <a:pt x="5973" y="4634"/>
                    <a:pt x="5435" y="4634"/>
                  </a:cubicBezTo>
                  <a:cubicBezTo>
                    <a:pt x="5039" y="4634"/>
                    <a:pt x="4641" y="4449"/>
                    <a:pt x="4392" y="4046"/>
                  </a:cubicBezTo>
                  <a:cubicBezTo>
                    <a:pt x="4243" y="3806"/>
                    <a:pt x="4181" y="3522"/>
                    <a:pt x="4215" y="3244"/>
                  </a:cubicBezTo>
                  <a:cubicBezTo>
                    <a:pt x="4233" y="3095"/>
                    <a:pt x="4118" y="3011"/>
                    <a:pt x="4005" y="3011"/>
                  </a:cubicBezTo>
                  <a:cubicBezTo>
                    <a:pt x="3911" y="3011"/>
                    <a:pt x="3817" y="3069"/>
                    <a:pt x="3802" y="3196"/>
                  </a:cubicBezTo>
                  <a:cubicBezTo>
                    <a:pt x="3758" y="3551"/>
                    <a:pt x="3835" y="3916"/>
                    <a:pt x="4018" y="4228"/>
                  </a:cubicBezTo>
                  <a:lnTo>
                    <a:pt x="1594" y="10017"/>
                  </a:lnTo>
                  <a:cubicBezTo>
                    <a:pt x="1506" y="10158"/>
                    <a:pt x="1611" y="10334"/>
                    <a:pt x="1765" y="10334"/>
                  </a:cubicBezTo>
                  <a:cubicBezTo>
                    <a:pt x="1779" y="10334"/>
                    <a:pt x="1794" y="10332"/>
                    <a:pt x="1810" y="10329"/>
                  </a:cubicBezTo>
                  <a:cubicBezTo>
                    <a:pt x="1844" y="10323"/>
                    <a:pt x="1878" y="10320"/>
                    <a:pt x="1912" y="10320"/>
                  </a:cubicBezTo>
                  <a:cubicBezTo>
                    <a:pt x="1983" y="10320"/>
                    <a:pt x="2052" y="10334"/>
                    <a:pt x="2117" y="10363"/>
                  </a:cubicBezTo>
                  <a:cubicBezTo>
                    <a:pt x="2640" y="10584"/>
                    <a:pt x="2472" y="11356"/>
                    <a:pt x="1915" y="11356"/>
                  </a:cubicBezTo>
                  <a:cubicBezTo>
                    <a:pt x="1579" y="11356"/>
                    <a:pt x="1334" y="11044"/>
                    <a:pt x="1411" y="10723"/>
                  </a:cubicBezTo>
                  <a:cubicBezTo>
                    <a:pt x="1445" y="10566"/>
                    <a:pt x="1321" y="10468"/>
                    <a:pt x="1201" y="10468"/>
                  </a:cubicBezTo>
                  <a:cubicBezTo>
                    <a:pt x="1116" y="10468"/>
                    <a:pt x="1032" y="10518"/>
                    <a:pt x="1008" y="10632"/>
                  </a:cubicBezTo>
                  <a:cubicBezTo>
                    <a:pt x="955" y="10838"/>
                    <a:pt x="984" y="11059"/>
                    <a:pt x="1080" y="11251"/>
                  </a:cubicBezTo>
                  <a:lnTo>
                    <a:pt x="403" y="12873"/>
                  </a:lnTo>
                  <a:lnTo>
                    <a:pt x="72" y="13651"/>
                  </a:lnTo>
                  <a:cubicBezTo>
                    <a:pt x="1" y="13814"/>
                    <a:pt x="134" y="13938"/>
                    <a:pt x="267" y="13938"/>
                  </a:cubicBezTo>
                  <a:cubicBezTo>
                    <a:pt x="340" y="13938"/>
                    <a:pt x="413" y="13900"/>
                    <a:pt x="451" y="13809"/>
                  </a:cubicBezTo>
                  <a:lnTo>
                    <a:pt x="754" y="13104"/>
                  </a:lnTo>
                  <a:lnTo>
                    <a:pt x="1320" y="12777"/>
                  </a:lnTo>
                  <a:cubicBezTo>
                    <a:pt x="1939" y="12422"/>
                    <a:pt x="2064" y="11851"/>
                    <a:pt x="2122" y="11750"/>
                  </a:cubicBezTo>
                  <a:cubicBezTo>
                    <a:pt x="2746" y="11606"/>
                    <a:pt x="3043" y="10886"/>
                    <a:pt x="2702" y="10344"/>
                  </a:cubicBezTo>
                  <a:lnTo>
                    <a:pt x="4939" y="4972"/>
                  </a:lnTo>
                  <a:cubicBezTo>
                    <a:pt x="5100" y="5022"/>
                    <a:pt x="5268" y="5048"/>
                    <a:pt x="5436" y="5048"/>
                  </a:cubicBezTo>
                  <a:cubicBezTo>
                    <a:pt x="5604" y="5048"/>
                    <a:pt x="5772" y="5022"/>
                    <a:pt x="5933" y="4972"/>
                  </a:cubicBezTo>
                  <a:lnTo>
                    <a:pt x="8170" y="10344"/>
                  </a:lnTo>
                  <a:cubicBezTo>
                    <a:pt x="8088" y="10473"/>
                    <a:pt x="8040" y="10622"/>
                    <a:pt x="8026" y="10771"/>
                  </a:cubicBezTo>
                  <a:cubicBezTo>
                    <a:pt x="8013" y="10920"/>
                    <a:pt x="8125" y="10998"/>
                    <a:pt x="8236" y="10998"/>
                  </a:cubicBezTo>
                  <a:cubicBezTo>
                    <a:pt x="8337" y="10998"/>
                    <a:pt x="8437" y="10934"/>
                    <a:pt x="8444" y="10800"/>
                  </a:cubicBezTo>
                  <a:cubicBezTo>
                    <a:pt x="8453" y="10651"/>
                    <a:pt x="8530" y="10512"/>
                    <a:pt x="8650" y="10425"/>
                  </a:cubicBezTo>
                  <a:cubicBezTo>
                    <a:pt x="8750" y="10350"/>
                    <a:pt x="8856" y="10317"/>
                    <a:pt x="8958" y="10317"/>
                  </a:cubicBezTo>
                  <a:cubicBezTo>
                    <a:pt x="9311" y="10317"/>
                    <a:pt x="9612" y="10709"/>
                    <a:pt x="9418" y="11078"/>
                  </a:cubicBezTo>
                  <a:cubicBezTo>
                    <a:pt x="9327" y="11256"/>
                    <a:pt x="9146" y="11358"/>
                    <a:pt x="8959" y="11358"/>
                  </a:cubicBezTo>
                  <a:cubicBezTo>
                    <a:pt x="8879" y="11358"/>
                    <a:pt x="8797" y="11339"/>
                    <a:pt x="8722" y="11299"/>
                  </a:cubicBezTo>
                  <a:cubicBezTo>
                    <a:pt x="8686" y="11279"/>
                    <a:pt x="8647" y="11268"/>
                    <a:pt x="8609" y="11268"/>
                  </a:cubicBezTo>
                  <a:cubicBezTo>
                    <a:pt x="8592" y="11268"/>
                    <a:pt x="8575" y="11270"/>
                    <a:pt x="8559" y="11275"/>
                  </a:cubicBezTo>
                  <a:cubicBezTo>
                    <a:pt x="8372" y="11328"/>
                    <a:pt x="8352" y="11592"/>
                    <a:pt x="8535" y="11668"/>
                  </a:cubicBezTo>
                  <a:cubicBezTo>
                    <a:pt x="8602" y="11702"/>
                    <a:pt x="8679" y="11731"/>
                    <a:pt x="8756" y="11750"/>
                  </a:cubicBezTo>
                  <a:cubicBezTo>
                    <a:pt x="8818" y="11851"/>
                    <a:pt x="8943" y="12422"/>
                    <a:pt x="9557" y="12777"/>
                  </a:cubicBezTo>
                  <a:lnTo>
                    <a:pt x="10124" y="13099"/>
                  </a:lnTo>
                  <a:lnTo>
                    <a:pt x="10426" y="13809"/>
                  </a:lnTo>
                  <a:cubicBezTo>
                    <a:pt x="10463" y="13899"/>
                    <a:pt x="10535" y="13937"/>
                    <a:pt x="10608" y="13937"/>
                  </a:cubicBezTo>
                  <a:cubicBezTo>
                    <a:pt x="10740" y="13937"/>
                    <a:pt x="10873" y="13812"/>
                    <a:pt x="10805" y="13651"/>
                  </a:cubicBezTo>
                  <a:lnTo>
                    <a:pt x="10474" y="12873"/>
                  </a:lnTo>
                  <a:lnTo>
                    <a:pt x="9802" y="11251"/>
                  </a:lnTo>
                  <a:cubicBezTo>
                    <a:pt x="10047" y="10742"/>
                    <a:pt x="9797" y="10132"/>
                    <a:pt x="9260" y="9955"/>
                  </a:cubicBezTo>
                  <a:lnTo>
                    <a:pt x="6869" y="4228"/>
                  </a:lnTo>
                  <a:cubicBezTo>
                    <a:pt x="7306" y="3479"/>
                    <a:pt x="7090" y="2524"/>
                    <a:pt x="6379" y="2030"/>
                  </a:cubicBezTo>
                  <a:lnTo>
                    <a:pt x="6379" y="1636"/>
                  </a:lnTo>
                  <a:cubicBezTo>
                    <a:pt x="6379" y="1499"/>
                    <a:pt x="6276" y="1431"/>
                    <a:pt x="6173" y="1431"/>
                  </a:cubicBezTo>
                  <a:cubicBezTo>
                    <a:pt x="6070" y="1431"/>
                    <a:pt x="5967" y="1499"/>
                    <a:pt x="5967" y="1636"/>
                  </a:cubicBezTo>
                  <a:lnTo>
                    <a:pt x="5967" y="1823"/>
                  </a:lnTo>
                  <a:cubicBezTo>
                    <a:pt x="5796" y="1766"/>
                    <a:pt x="5619" y="1737"/>
                    <a:pt x="5442" y="1737"/>
                  </a:cubicBezTo>
                  <a:cubicBezTo>
                    <a:pt x="5265" y="1737"/>
                    <a:pt x="5088" y="1766"/>
                    <a:pt x="4920" y="1823"/>
                  </a:cubicBezTo>
                  <a:lnTo>
                    <a:pt x="4920" y="930"/>
                  </a:lnTo>
                  <a:cubicBezTo>
                    <a:pt x="4920" y="657"/>
                    <a:pt x="5127" y="431"/>
                    <a:pt x="5400" y="407"/>
                  </a:cubicBezTo>
                  <a:cubicBezTo>
                    <a:pt x="5415" y="406"/>
                    <a:pt x="5431" y="405"/>
                    <a:pt x="5446" y="405"/>
                  </a:cubicBezTo>
                  <a:cubicBezTo>
                    <a:pt x="5696" y="405"/>
                    <a:pt x="5916" y="590"/>
                    <a:pt x="5957" y="844"/>
                  </a:cubicBezTo>
                  <a:cubicBezTo>
                    <a:pt x="5978" y="961"/>
                    <a:pt x="6068" y="1015"/>
                    <a:pt x="6158" y="1015"/>
                  </a:cubicBezTo>
                  <a:cubicBezTo>
                    <a:pt x="6274" y="1015"/>
                    <a:pt x="6392" y="926"/>
                    <a:pt x="6365" y="772"/>
                  </a:cubicBezTo>
                  <a:cubicBezTo>
                    <a:pt x="6288" y="324"/>
                    <a:pt x="5896" y="0"/>
                    <a:pt x="54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3"/>
            <p:cNvSpPr/>
            <p:nvPr/>
          </p:nvSpPr>
          <p:spPr>
            <a:xfrm>
              <a:off x="1014490" y="2493885"/>
              <a:ext cx="39644" cy="34430"/>
            </a:xfrm>
            <a:custGeom>
              <a:rect b="b" l="l" r="r" t="t"/>
              <a:pathLst>
                <a:path extrusionOk="0" h="1314" w="1513">
                  <a:moveTo>
                    <a:pt x="937" y="0"/>
                  </a:moveTo>
                  <a:cubicBezTo>
                    <a:pt x="829" y="0"/>
                    <a:pt x="743" y="54"/>
                    <a:pt x="725" y="171"/>
                  </a:cubicBezTo>
                  <a:cubicBezTo>
                    <a:pt x="701" y="286"/>
                    <a:pt x="783" y="392"/>
                    <a:pt x="893" y="411"/>
                  </a:cubicBezTo>
                  <a:cubicBezTo>
                    <a:pt x="1191" y="464"/>
                    <a:pt x="1152" y="896"/>
                    <a:pt x="855" y="900"/>
                  </a:cubicBezTo>
                  <a:lnTo>
                    <a:pt x="855" y="896"/>
                  </a:lnTo>
                  <a:cubicBezTo>
                    <a:pt x="725" y="896"/>
                    <a:pt x="619" y="800"/>
                    <a:pt x="610" y="675"/>
                  </a:cubicBezTo>
                  <a:cubicBezTo>
                    <a:pt x="601" y="566"/>
                    <a:pt x="510" y="487"/>
                    <a:pt x="403" y="487"/>
                  </a:cubicBezTo>
                  <a:cubicBezTo>
                    <a:pt x="396" y="487"/>
                    <a:pt x="390" y="487"/>
                    <a:pt x="384" y="488"/>
                  </a:cubicBezTo>
                  <a:cubicBezTo>
                    <a:pt x="0" y="526"/>
                    <a:pt x="240" y="1313"/>
                    <a:pt x="855" y="1313"/>
                  </a:cubicBezTo>
                  <a:cubicBezTo>
                    <a:pt x="1219" y="1313"/>
                    <a:pt x="1512" y="1016"/>
                    <a:pt x="1512" y="651"/>
                  </a:cubicBezTo>
                  <a:cubicBezTo>
                    <a:pt x="1512" y="250"/>
                    <a:pt x="1171" y="0"/>
                    <a:pt x="9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3"/>
            <p:cNvSpPr/>
            <p:nvPr/>
          </p:nvSpPr>
          <p:spPr>
            <a:xfrm>
              <a:off x="936485" y="2697950"/>
              <a:ext cx="16403" cy="16377"/>
            </a:xfrm>
            <a:custGeom>
              <a:rect b="b" l="l" r="r" t="t"/>
              <a:pathLst>
                <a:path extrusionOk="0" h="625" w="626">
                  <a:moveTo>
                    <a:pt x="313" y="1"/>
                  </a:moveTo>
                  <a:cubicBezTo>
                    <a:pt x="140" y="1"/>
                    <a:pt x="1" y="140"/>
                    <a:pt x="1" y="313"/>
                  </a:cubicBezTo>
                  <a:cubicBezTo>
                    <a:pt x="1" y="481"/>
                    <a:pt x="140" y="625"/>
                    <a:pt x="313" y="625"/>
                  </a:cubicBezTo>
                  <a:cubicBezTo>
                    <a:pt x="486" y="625"/>
                    <a:pt x="625" y="481"/>
                    <a:pt x="625" y="313"/>
                  </a:cubicBezTo>
                  <a:cubicBezTo>
                    <a:pt x="625" y="140"/>
                    <a:pt x="486"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3"/>
            <p:cNvSpPr/>
            <p:nvPr/>
          </p:nvSpPr>
          <p:spPr>
            <a:xfrm>
              <a:off x="1121134" y="2697819"/>
              <a:ext cx="16377" cy="16377"/>
            </a:xfrm>
            <a:custGeom>
              <a:rect b="b" l="l" r="r" t="t"/>
              <a:pathLst>
                <a:path extrusionOk="0" h="625" w="625">
                  <a:moveTo>
                    <a:pt x="313" y="1"/>
                  </a:moveTo>
                  <a:cubicBezTo>
                    <a:pt x="140" y="1"/>
                    <a:pt x="1" y="140"/>
                    <a:pt x="1" y="313"/>
                  </a:cubicBezTo>
                  <a:cubicBezTo>
                    <a:pt x="1" y="486"/>
                    <a:pt x="140" y="625"/>
                    <a:pt x="313" y="625"/>
                  </a:cubicBezTo>
                  <a:cubicBezTo>
                    <a:pt x="481" y="625"/>
                    <a:pt x="625" y="486"/>
                    <a:pt x="625" y="313"/>
                  </a:cubicBezTo>
                  <a:cubicBezTo>
                    <a:pt x="625" y="140"/>
                    <a:pt x="481"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9" name="Google Shape;14799;p83"/>
          <p:cNvGrpSpPr/>
          <p:nvPr/>
        </p:nvGrpSpPr>
        <p:grpSpPr>
          <a:xfrm>
            <a:off x="3077518" y="2928637"/>
            <a:ext cx="376844" cy="310369"/>
            <a:chOff x="3077518" y="2928637"/>
            <a:chExt cx="376844" cy="310369"/>
          </a:xfrm>
        </p:grpSpPr>
        <p:sp>
          <p:nvSpPr>
            <p:cNvPr id="14800" name="Google Shape;14800;p83"/>
            <p:cNvSpPr/>
            <p:nvPr/>
          </p:nvSpPr>
          <p:spPr>
            <a:xfrm>
              <a:off x="3077518" y="3029254"/>
              <a:ext cx="75489" cy="10979"/>
            </a:xfrm>
            <a:custGeom>
              <a:rect b="b" l="l" r="r" t="t"/>
              <a:pathLst>
                <a:path extrusionOk="0" h="419" w="2881">
                  <a:moveTo>
                    <a:pt x="278" y="1"/>
                  </a:moveTo>
                  <a:cubicBezTo>
                    <a:pt x="0" y="1"/>
                    <a:pt x="0" y="418"/>
                    <a:pt x="278" y="418"/>
                  </a:cubicBezTo>
                  <a:lnTo>
                    <a:pt x="2602" y="418"/>
                  </a:lnTo>
                  <a:cubicBezTo>
                    <a:pt x="2880" y="413"/>
                    <a:pt x="2880" y="1"/>
                    <a:pt x="260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3"/>
            <p:cNvSpPr/>
            <p:nvPr/>
          </p:nvSpPr>
          <p:spPr>
            <a:xfrm>
              <a:off x="3291461" y="3042199"/>
              <a:ext cx="65166" cy="52353"/>
            </a:xfrm>
            <a:custGeom>
              <a:rect b="b" l="l" r="r" t="t"/>
              <a:pathLst>
                <a:path extrusionOk="0" h="1998" w="2487">
                  <a:moveTo>
                    <a:pt x="0" y="1"/>
                  </a:moveTo>
                  <a:lnTo>
                    <a:pt x="0" y="1182"/>
                  </a:lnTo>
                  <a:cubicBezTo>
                    <a:pt x="0" y="1633"/>
                    <a:pt x="365" y="1998"/>
                    <a:pt x="812" y="1998"/>
                  </a:cubicBezTo>
                  <a:lnTo>
                    <a:pt x="1676" y="1998"/>
                  </a:lnTo>
                  <a:cubicBezTo>
                    <a:pt x="2088" y="1998"/>
                    <a:pt x="2439" y="1686"/>
                    <a:pt x="2482" y="1273"/>
                  </a:cubicBezTo>
                  <a:cubicBezTo>
                    <a:pt x="2487" y="1244"/>
                    <a:pt x="2487" y="1211"/>
                    <a:pt x="2487" y="1182"/>
                  </a:cubicBezTo>
                  <a:lnTo>
                    <a:pt x="24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3"/>
            <p:cNvSpPr/>
            <p:nvPr/>
          </p:nvSpPr>
          <p:spPr>
            <a:xfrm>
              <a:off x="3310196" y="3042199"/>
              <a:ext cx="46431" cy="33487"/>
            </a:xfrm>
            <a:custGeom>
              <a:rect b="b" l="l" r="r" t="t"/>
              <a:pathLst>
                <a:path extrusionOk="0" h="1278" w="1772">
                  <a:moveTo>
                    <a:pt x="1" y="1"/>
                  </a:moveTo>
                  <a:lnTo>
                    <a:pt x="1" y="462"/>
                  </a:lnTo>
                  <a:cubicBezTo>
                    <a:pt x="1" y="913"/>
                    <a:pt x="365" y="1278"/>
                    <a:pt x="817" y="1278"/>
                  </a:cubicBezTo>
                  <a:lnTo>
                    <a:pt x="1676" y="1278"/>
                  </a:lnTo>
                  <a:cubicBezTo>
                    <a:pt x="1709" y="1278"/>
                    <a:pt x="1738" y="1278"/>
                    <a:pt x="1767" y="1273"/>
                  </a:cubicBezTo>
                  <a:cubicBezTo>
                    <a:pt x="1772" y="1244"/>
                    <a:pt x="1772" y="1211"/>
                    <a:pt x="1772" y="1182"/>
                  </a:cubicBezTo>
                  <a:lnTo>
                    <a:pt x="177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3"/>
            <p:cNvSpPr/>
            <p:nvPr/>
          </p:nvSpPr>
          <p:spPr>
            <a:xfrm>
              <a:off x="3167576" y="2934139"/>
              <a:ext cx="94984" cy="99465"/>
            </a:xfrm>
            <a:custGeom>
              <a:rect b="b" l="l" r="r" t="t"/>
              <a:pathLst>
                <a:path extrusionOk="0" h="3796" w="3625">
                  <a:moveTo>
                    <a:pt x="1231" y="0"/>
                  </a:moveTo>
                  <a:cubicBezTo>
                    <a:pt x="1150" y="0"/>
                    <a:pt x="1073" y="47"/>
                    <a:pt x="1037" y="126"/>
                  </a:cubicBezTo>
                  <a:lnTo>
                    <a:pt x="298" y="1874"/>
                  </a:lnTo>
                  <a:cubicBezTo>
                    <a:pt x="0" y="2574"/>
                    <a:pt x="326" y="3386"/>
                    <a:pt x="1027" y="3688"/>
                  </a:cubicBezTo>
                  <a:lnTo>
                    <a:pt x="1032" y="3688"/>
                  </a:lnTo>
                  <a:cubicBezTo>
                    <a:pt x="1206" y="3761"/>
                    <a:pt x="1387" y="3795"/>
                    <a:pt x="1565" y="3795"/>
                  </a:cubicBezTo>
                  <a:cubicBezTo>
                    <a:pt x="2103" y="3795"/>
                    <a:pt x="2615" y="3480"/>
                    <a:pt x="2842" y="2954"/>
                  </a:cubicBezTo>
                  <a:lnTo>
                    <a:pt x="3586" y="1206"/>
                  </a:lnTo>
                  <a:cubicBezTo>
                    <a:pt x="3624" y="1101"/>
                    <a:pt x="3576" y="986"/>
                    <a:pt x="3475" y="938"/>
                  </a:cubicBezTo>
                  <a:lnTo>
                    <a:pt x="1771" y="213"/>
                  </a:lnTo>
                  <a:lnTo>
                    <a:pt x="1310" y="16"/>
                  </a:lnTo>
                  <a:cubicBezTo>
                    <a:pt x="1284" y="5"/>
                    <a:pt x="1257" y="0"/>
                    <a:pt x="123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3"/>
            <p:cNvSpPr/>
            <p:nvPr/>
          </p:nvSpPr>
          <p:spPr>
            <a:xfrm>
              <a:off x="3189691" y="2939694"/>
              <a:ext cx="73000" cy="88957"/>
            </a:xfrm>
            <a:custGeom>
              <a:rect b="b" l="l" r="r" t="t"/>
              <a:pathLst>
                <a:path extrusionOk="0" h="3395" w="2786">
                  <a:moveTo>
                    <a:pt x="927" y="1"/>
                  </a:moveTo>
                  <a:lnTo>
                    <a:pt x="298" y="1474"/>
                  </a:lnTo>
                  <a:cubicBezTo>
                    <a:pt x="1" y="2180"/>
                    <a:pt x="327" y="2987"/>
                    <a:pt x="1028" y="3289"/>
                  </a:cubicBezTo>
                  <a:lnTo>
                    <a:pt x="1033" y="3289"/>
                  </a:lnTo>
                  <a:cubicBezTo>
                    <a:pt x="1141" y="3362"/>
                    <a:pt x="1259" y="3395"/>
                    <a:pt x="1375" y="3395"/>
                  </a:cubicBezTo>
                  <a:cubicBezTo>
                    <a:pt x="1707" y="3395"/>
                    <a:pt x="2016" y="3120"/>
                    <a:pt x="1998" y="2742"/>
                  </a:cubicBezTo>
                  <a:lnTo>
                    <a:pt x="2742" y="994"/>
                  </a:lnTo>
                  <a:cubicBezTo>
                    <a:pt x="2785" y="889"/>
                    <a:pt x="2732" y="769"/>
                    <a:pt x="2631" y="726"/>
                  </a:cubicBezTo>
                  <a:lnTo>
                    <a:pt x="92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3"/>
            <p:cNvSpPr/>
            <p:nvPr/>
          </p:nvSpPr>
          <p:spPr>
            <a:xfrm>
              <a:off x="3116612" y="3012406"/>
              <a:ext cx="322789" cy="44911"/>
            </a:xfrm>
            <a:custGeom>
              <a:rect b="b" l="l" r="r" t="t"/>
              <a:pathLst>
                <a:path extrusionOk="0" h="1714" w="12319">
                  <a:moveTo>
                    <a:pt x="1743" y="0"/>
                  </a:moveTo>
                  <a:cubicBezTo>
                    <a:pt x="1475" y="5"/>
                    <a:pt x="1211" y="67"/>
                    <a:pt x="966" y="178"/>
                  </a:cubicBezTo>
                  <a:lnTo>
                    <a:pt x="265" y="509"/>
                  </a:lnTo>
                  <a:cubicBezTo>
                    <a:pt x="1" y="706"/>
                    <a:pt x="15" y="1100"/>
                    <a:pt x="289" y="1282"/>
                  </a:cubicBezTo>
                  <a:lnTo>
                    <a:pt x="1009" y="1570"/>
                  </a:lnTo>
                  <a:cubicBezTo>
                    <a:pt x="1239" y="1666"/>
                    <a:pt x="1484" y="1714"/>
                    <a:pt x="1734" y="1714"/>
                  </a:cubicBezTo>
                  <a:lnTo>
                    <a:pt x="11459" y="1714"/>
                  </a:lnTo>
                  <a:cubicBezTo>
                    <a:pt x="11930" y="1709"/>
                    <a:pt x="12314" y="1325"/>
                    <a:pt x="12318" y="855"/>
                  </a:cubicBezTo>
                  <a:lnTo>
                    <a:pt x="12314" y="855"/>
                  </a:lnTo>
                  <a:cubicBezTo>
                    <a:pt x="12314" y="384"/>
                    <a:pt x="11930" y="0"/>
                    <a:pt x="1145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3"/>
            <p:cNvSpPr/>
            <p:nvPr/>
          </p:nvSpPr>
          <p:spPr>
            <a:xfrm>
              <a:off x="3116612" y="3022075"/>
              <a:ext cx="322789" cy="35242"/>
            </a:xfrm>
            <a:custGeom>
              <a:rect b="b" l="l" r="r" t="t"/>
              <a:pathLst>
                <a:path extrusionOk="0" h="1345" w="12319">
                  <a:moveTo>
                    <a:pt x="12160" y="1"/>
                  </a:moveTo>
                  <a:cubicBezTo>
                    <a:pt x="12002" y="236"/>
                    <a:pt x="11733" y="375"/>
                    <a:pt x="11454" y="375"/>
                  </a:cubicBezTo>
                  <a:lnTo>
                    <a:pt x="1734" y="375"/>
                  </a:lnTo>
                  <a:cubicBezTo>
                    <a:pt x="1484" y="375"/>
                    <a:pt x="1235" y="327"/>
                    <a:pt x="1004" y="231"/>
                  </a:cubicBezTo>
                  <a:lnTo>
                    <a:pt x="500" y="30"/>
                  </a:lnTo>
                  <a:lnTo>
                    <a:pt x="265" y="140"/>
                  </a:lnTo>
                  <a:cubicBezTo>
                    <a:pt x="251" y="150"/>
                    <a:pt x="236" y="164"/>
                    <a:pt x="222" y="179"/>
                  </a:cubicBezTo>
                  <a:lnTo>
                    <a:pt x="198" y="198"/>
                  </a:lnTo>
                  <a:cubicBezTo>
                    <a:pt x="1" y="414"/>
                    <a:pt x="44" y="750"/>
                    <a:pt x="289" y="913"/>
                  </a:cubicBezTo>
                  <a:lnTo>
                    <a:pt x="1009" y="1201"/>
                  </a:lnTo>
                  <a:lnTo>
                    <a:pt x="1052" y="1220"/>
                  </a:lnTo>
                  <a:cubicBezTo>
                    <a:pt x="1196" y="1273"/>
                    <a:pt x="1350" y="1311"/>
                    <a:pt x="1503" y="1331"/>
                  </a:cubicBezTo>
                  <a:lnTo>
                    <a:pt x="1547" y="1335"/>
                  </a:lnTo>
                  <a:cubicBezTo>
                    <a:pt x="1609" y="1340"/>
                    <a:pt x="1676" y="1345"/>
                    <a:pt x="1734" y="1345"/>
                  </a:cubicBezTo>
                  <a:lnTo>
                    <a:pt x="11459" y="1345"/>
                  </a:lnTo>
                  <a:cubicBezTo>
                    <a:pt x="11930" y="1340"/>
                    <a:pt x="12314" y="956"/>
                    <a:pt x="12318" y="486"/>
                  </a:cubicBezTo>
                  <a:cubicBezTo>
                    <a:pt x="12314" y="313"/>
                    <a:pt x="12261" y="145"/>
                    <a:pt x="12160"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3"/>
            <p:cNvSpPr/>
            <p:nvPr/>
          </p:nvSpPr>
          <p:spPr>
            <a:xfrm>
              <a:off x="3116612" y="3012275"/>
              <a:ext cx="45828" cy="45042"/>
            </a:xfrm>
            <a:custGeom>
              <a:rect b="b" l="l" r="r" t="t"/>
              <a:pathLst>
                <a:path extrusionOk="0" h="1719" w="1749">
                  <a:moveTo>
                    <a:pt x="1748" y="0"/>
                  </a:moveTo>
                  <a:cubicBezTo>
                    <a:pt x="1475" y="5"/>
                    <a:pt x="1211" y="68"/>
                    <a:pt x="966" y="183"/>
                  </a:cubicBezTo>
                  <a:lnTo>
                    <a:pt x="265" y="514"/>
                  </a:lnTo>
                  <a:cubicBezTo>
                    <a:pt x="1" y="711"/>
                    <a:pt x="15" y="1105"/>
                    <a:pt x="289" y="1282"/>
                  </a:cubicBezTo>
                  <a:lnTo>
                    <a:pt x="1009" y="1575"/>
                  </a:lnTo>
                  <a:cubicBezTo>
                    <a:pt x="1239" y="1666"/>
                    <a:pt x="1484" y="1714"/>
                    <a:pt x="1734" y="1719"/>
                  </a:cubicBezTo>
                  <a:lnTo>
                    <a:pt x="1748" y="1719"/>
                  </a:lnTo>
                  <a:lnTo>
                    <a:pt x="1748"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3"/>
            <p:cNvSpPr/>
            <p:nvPr/>
          </p:nvSpPr>
          <p:spPr>
            <a:xfrm>
              <a:off x="3116743" y="3022835"/>
              <a:ext cx="45697" cy="34482"/>
            </a:xfrm>
            <a:custGeom>
              <a:rect b="b" l="l" r="r" t="t"/>
              <a:pathLst>
                <a:path extrusionOk="0" h="1316" w="1744">
                  <a:moveTo>
                    <a:pt x="500" y="1"/>
                  </a:moveTo>
                  <a:lnTo>
                    <a:pt x="265" y="111"/>
                  </a:lnTo>
                  <a:cubicBezTo>
                    <a:pt x="1" y="308"/>
                    <a:pt x="15" y="702"/>
                    <a:pt x="289" y="884"/>
                  </a:cubicBezTo>
                  <a:cubicBezTo>
                    <a:pt x="1028" y="1177"/>
                    <a:pt x="1244" y="1316"/>
                    <a:pt x="1729" y="1316"/>
                  </a:cubicBezTo>
                  <a:lnTo>
                    <a:pt x="1743" y="1316"/>
                  </a:lnTo>
                  <a:lnTo>
                    <a:pt x="1743" y="346"/>
                  </a:lnTo>
                  <a:lnTo>
                    <a:pt x="1734" y="346"/>
                  </a:lnTo>
                  <a:cubicBezTo>
                    <a:pt x="1484" y="346"/>
                    <a:pt x="1239" y="298"/>
                    <a:pt x="1009" y="207"/>
                  </a:cubicBezTo>
                  <a:lnTo>
                    <a:pt x="50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3"/>
            <p:cNvSpPr/>
            <p:nvPr/>
          </p:nvSpPr>
          <p:spPr>
            <a:xfrm>
              <a:off x="3398000" y="3012275"/>
              <a:ext cx="41400" cy="45042"/>
            </a:xfrm>
            <a:custGeom>
              <a:rect b="b" l="l" r="r" t="t"/>
              <a:pathLst>
                <a:path extrusionOk="0" h="1719" w="1580">
                  <a:moveTo>
                    <a:pt x="0" y="0"/>
                  </a:moveTo>
                  <a:lnTo>
                    <a:pt x="0" y="1719"/>
                  </a:lnTo>
                  <a:lnTo>
                    <a:pt x="720" y="1719"/>
                  </a:lnTo>
                  <a:cubicBezTo>
                    <a:pt x="1191" y="1714"/>
                    <a:pt x="1575" y="1330"/>
                    <a:pt x="1579" y="860"/>
                  </a:cubicBezTo>
                  <a:cubicBezTo>
                    <a:pt x="1575" y="385"/>
                    <a:pt x="1191" y="0"/>
                    <a:pt x="720"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3"/>
            <p:cNvSpPr/>
            <p:nvPr/>
          </p:nvSpPr>
          <p:spPr>
            <a:xfrm>
              <a:off x="3398000" y="3022075"/>
              <a:ext cx="41400" cy="35242"/>
            </a:xfrm>
            <a:custGeom>
              <a:rect b="b" l="l" r="r" t="t"/>
              <a:pathLst>
                <a:path extrusionOk="0" h="1345" w="1580">
                  <a:moveTo>
                    <a:pt x="1426" y="1"/>
                  </a:moveTo>
                  <a:cubicBezTo>
                    <a:pt x="1267" y="236"/>
                    <a:pt x="1003" y="375"/>
                    <a:pt x="720" y="375"/>
                  </a:cubicBezTo>
                  <a:lnTo>
                    <a:pt x="0" y="375"/>
                  </a:lnTo>
                  <a:lnTo>
                    <a:pt x="0" y="1345"/>
                  </a:lnTo>
                  <a:lnTo>
                    <a:pt x="720" y="1345"/>
                  </a:lnTo>
                  <a:cubicBezTo>
                    <a:pt x="1191" y="1340"/>
                    <a:pt x="1575" y="956"/>
                    <a:pt x="1579" y="486"/>
                  </a:cubicBezTo>
                  <a:cubicBezTo>
                    <a:pt x="1579" y="313"/>
                    <a:pt x="1527" y="145"/>
                    <a:pt x="142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3"/>
            <p:cNvSpPr/>
            <p:nvPr/>
          </p:nvSpPr>
          <p:spPr>
            <a:xfrm>
              <a:off x="3077518" y="2928637"/>
              <a:ext cx="226783" cy="134104"/>
            </a:xfrm>
            <a:custGeom>
              <a:rect b="b" l="l" r="r" t="t"/>
              <a:pathLst>
                <a:path extrusionOk="0" h="5118" w="8655">
                  <a:moveTo>
                    <a:pt x="3029" y="3418"/>
                  </a:moveTo>
                  <a:lnTo>
                    <a:pt x="3029" y="4690"/>
                  </a:lnTo>
                  <a:cubicBezTo>
                    <a:pt x="2727" y="4657"/>
                    <a:pt x="2607" y="4585"/>
                    <a:pt x="1882" y="4292"/>
                  </a:cubicBezTo>
                  <a:cubicBezTo>
                    <a:pt x="1747" y="4191"/>
                    <a:pt x="1743" y="3994"/>
                    <a:pt x="1867" y="3884"/>
                  </a:cubicBezTo>
                  <a:cubicBezTo>
                    <a:pt x="2578" y="3553"/>
                    <a:pt x="2707" y="3461"/>
                    <a:pt x="3029" y="3418"/>
                  </a:cubicBezTo>
                  <a:close/>
                  <a:moveTo>
                    <a:pt x="4667" y="0"/>
                  </a:moveTo>
                  <a:cubicBezTo>
                    <a:pt x="4505" y="0"/>
                    <a:pt x="4351" y="97"/>
                    <a:pt x="4287" y="255"/>
                  </a:cubicBezTo>
                  <a:lnTo>
                    <a:pt x="3543" y="2002"/>
                  </a:lnTo>
                  <a:cubicBezTo>
                    <a:pt x="3408" y="2314"/>
                    <a:pt x="3379" y="2660"/>
                    <a:pt x="3456" y="2986"/>
                  </a:cubicBezTo>
                  <a:lnTo>
                    <a:pt x="3279" y="2986"/>
                  </a:lnTo>
                  <a:cubicBezTo>
                    <a:pt x="2640" y="2986"/>
                    <a:pt x="2323" y="3226"/>
                    <a:pt x="1671" y="3519"/>
                  </a:cubicBezTo>
                  <a:cubicBezTo>
                    <a:pt x="1551" y="3596"/>
                    <a:pt x="1455" y="3711"/>
                    <a:pt x="1407" y="3845"/>
                  </a:cubicBezTo>
                  <a:lnTo>
                    <a:pt x="274" y="3845"/>
                  </a:lnTo>
                  <a:cubicBezTo>
                    <a:pt x="0" y="3845"/>
                    <a:pt x="0" y="4258"/>
                    <a:pt x="274" y="4258"/>
                  </a:cubicBezTo>
                  <a:lnTo>
                    <a:pt x="1387" y="4258"/>
                  </a:lnTo>
                  <a:cubicBezTo>
                    <a:pt x="1435" y="4455"/>
                    <a:pt x="1594" y="4628"/>
                    <a:pt x="1704" y="4671"/>
                  </a:cubicBezTo>
                  <a:cubicBezTo>
                    <a:pt x="2448" y="4969"/>
                    <a:pt x="2712" y="5117"/>
                    <a:pt x="3226" y="5117"/>
                  </a:cubicBezTo>
                  <a:lnTo>
                    <a:pt x="6370" y="5117"/>
                  </a:lnTo>
                  <a:cubicBezTo>
                    <a:pt x="6648" y="5117"/>
                    <a:pt x="6648" y="4705"/>
                    <a:pt x="6370" y="4705"/>
                  </a:cubicBezTo>
                  <a:lnTo>
                    <a:pt x="6375" y="4700"/>
                  </a:lnTo>
                  <a:lnTo>
                    <a:pt x="3447" y="4700"/>
                  </a:lnTo>
                  <a:lnTo>
                    <a:pt x="3447" y="3399"/>
                  </a:lnTo>
                  <a:lnTo>
                    <a:pt x="8381" y="3399"/>
                  </a:lnTo>
                  <a:cubicBezTo>
                    <a:pt x="8655" y="3399"/>
                    <a:pt x="8655" y="2986"/>
                    <a:pt x="8381" y="2986"/>
                  </a:cubicBezTo>
                  <a:lnTo>
                    <a:pt x="6581" y="2986"/>
                  </a:lnTo>
                  <a:cubicBezTo>
                    <a:pt x="7229" y="1426"/>
                    <a:pt x="7244" y="1484"/>
                    <a:pt x="7244" y="1335"/>
                  </a:cubicBezTo>
                  <a:cubicBezTo>
                    <a:pt x="7244" y="1172"/>
                    <a:pt x="7148" y="1018"/>
                    <a:pt x="6994" y="956"/>
                  </a:cubicBezTo>
                  <a:lnTo>
                    <a:pt x="6730" y="840"/>
                  </a:lnTo>
                  <a:cubicBezTo>
                    <a:pt x="6699" y="828"/>
                    <a:pt x="6670" y="822"/>
                    <a:pt x="6643" y="822"/>
                  </a:cubicBezTo>
                  <a:cubicBezTo>
                    <a:pt x="6442" y="822"/>
                    <a:pt x="6343" y="1127"/>
                    <a:pt x="6567" y="1224"/>
                  </a:cubicBezTo>
                  <a:lnTo>
                    <a:pt x="6831" y="1335"/>
                  </a:lnTo>
                  <a:lnTo>
                    <a:pt x="6130" y="2986"/>
                  </a:lnTo>
                  <a:lnTo>
                    <a:pt x="3888" y="2986"/>
                  </a:lnTo>
                  <a:cubicBezTo>
                    <a:pt x="3845" y="2866"/>
                    <a:pt x="3826" y="2741"/>
                    <a:pt x="3826" y="2616"/>
                  </a:cubicBezTo>
                  <a:cubicBezTo>
                    <a:pt x="3826" y="2458"/>
                    <a:pt x="3859" y="2304"/>
                    <a:pt x="3917" y="2160"/>
                  </a:cubicBezTo>
                  <a:lnTo>
                    <a:pt x="4666" y="418"/>
                  </a:lnTo>
                  <a:lnTo>
                    <a:pt x="5808" y="903"/>
                  </a:lnTo>
                  <a:cubicBezTo>
                    <a:pt x="5838" y="915"/>
                    <a:pt x="5867" y="921"/>
                    <a:pt x="5894" y="921"/>
                  </a:cubicBezTo>
                  <a:cubicBezTo>
                    <a:pt x="6091" y="921"/>
                    <a:pt x="6191" y="616"/>
                    <a:pt x="5967" y="519"/>
                  </a:cubicBezTo>
                  <a:lnTo>
                    <a:pt x="4829" y="34"/>
                  </a:lnTo>
                  <a:cubicBezTo>
                    <a:pt x="4776" y="11"/>
                    <a:pt x="4721" y="0"/>
                    <a:pt x="46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3"/>
            <p:cNvSpPr/>
            <p:nvPr/>
          </p:nvSpPr>
          <p:spPr>
            <a:xfrm>
              <a:off x="3258996" y="3006878"/>
              <a:ext cx="195366" cy="232128"/>
            </a:xfrm>
            <a:custGeom>
              <a:rect b="b" l="l" r="r" t="t"/>
              <a:pathLst>
                <a:path extrusionOk="0" h="8859" w="7456">
                  <a:moveTo>
                    <a:pt x="6025" y="413"/>
                  </a:moveTo>
                  <a:cubicBezTo>
                    <a:pt x="6385" y="413"/>
                    <a:pt x="6673" y="706"/>
                    <a:pt x="6673" y="1066"/>
                  </a:cubicBezTo>
                  <a:cubicBezTo>
                    <a:pt x="6673" y="1426"/>
                    <a:pt x="6385" y="1714"/>
                    <a:pt x="6025" y="1714"/>
                  </a:cubicBezTo>
                  <a:lnTo>
                    <a:pt x="5512" y="1714"/>
                  </a:lnTo>
                  <a:lnTo>
                    <a:pt x="5512" y="413"/>
                  </a:lnTo>
                  <a:close/>
                  <a:moveTo>
                    <a:pt x="2281" y="0"/>
                  </a:moveTo>
                  <a:cubicBezTo>
                    <a:pt x="2007" y="0"/>
                    <a:pt x="2007" y="413"/>
                    <a:pt x="2281" y="413"/>
                  </a:cubicBezTo>
                  <a:lnTo>
                    <a:pt x="5099" y="413"/>
                  </a:lnTo>
                  <a:lnTo>
                    <a:pt x="5099" y="1714"/>
                  </a:lnTo>
                  <a:lnTo>
                    <a:pt x="274" y="1714"/>
                  </a:lnTo>
                  <a:cubicBezTo>
                    <a:pt x="1" y="1714"/>
                    <a:pt x="1" y="2131"/>
                    <a:pt x="274" y="2131"/>
                  </a:cubicBezTo>
                  <a:lnTo>
                    <a:pt x="1033" y="2131"/>
                  </a:lnTo>
                  <a:lnTo>
                    <a:pt x="1033" y="2535"/>
                  </a:lnTo>
                  <a:cubicBezTo>
                    <a:pt x="1033" y="3096"/>
                    <a:pt x="1489" y="3552"/>
                    <a:pt x="2051" y="3552"/>
                  </a:cubicBezTo>
                  <a:lnTo>
                    <a:pt x="2343" y="3552"/>
                  </a:lnTo>
                  <a:lnTo>
                    <a:pt x="2343" y="4359"/>
                  </a:lnTo>
                  <a:cubicBezTo>
                    <a:pt x="2343" y="5093"/>
                    <a:pt x="2939" y="5693"/>
                    <a:pt x="3678" y="5693"/>
                  </a:cubicBezTo>
                  <a:lnTo>
                    <a:pt x="3875" y="5693"/>
                  </a:lnTo>
                  <a:cubicBezTo>
                    <a:pt x="4484" y="5693"/>
                    <a:pt x="4983" y="6188"/>
                    <a:pt x="4983" y="6802"/>
                  </a:cubicBezTo>
                  <a:lnTo>
                    <a:pt x="4983" y="8650"/>
                  </a:lnTo>
                  <a:cubicBezTo>
                    <a:pt x="4983" y="8789"/>
                    <a:pt x="5087" y="8859"/>
                    <a:pt x="5190" y="8859"/>
                  </a:cubicBezTo>
                  <a:cubicBezTo>
                    <a:pt x="5293" y="8859"/>
                    <a:pt x="5396" y="8789"/>
                    <a:pt x="5396" y="8650"/>
                  </a:cubicBezTo>
                  <a:lnTo>
                    <a:pt x="5396" y="6802"/>
                  </a:lnTo>
                  <a:cubicBezTo>
                    <a:pt x="5396" y="5962"/>
                    <a:pt x="4715" y="5280"/>
                    <a:pt x="3875" y="5276"/>
                  </a:cubicBezTo>
                  <a:lnTo>
                    <a:pt x="3683" y="5276"/>
                  </a:lnTo>
                  <a:cubicBezTo>
                    <a:pt x="3174" y="5276"/>
                    <a:pt x="2761" y="4863"/>
                    <a:pt x="2761" y="4359"/>
                  </a:cubicBezTo>
                  <a:lnTo>
                    <a:pt x="2761" y="3552"/>
                  </a:lnTo>
                  <a:cubicBezTo>
                    <a:pt x="2773" y="3551"/>
                    <a:pt x="2787" y="3551"/>
                    <a:pt x="2804" y="3551"/>
                  </a:cubicBezTo>
                  <a:cubicBezTo>
                    <a:pt x="2829" y="3551"/>
                    <a:pt x="2859" y="3552"/>
                    <a:pt x="2893" y="3552"/>
                  </a:cubicBezTo>
                  <a:cubicBezTo>
                    <a:pt x="3011" y="3552"/>
                    <a:pt x="3179" y="3541"/>
                    <a:pt x="3371" y="3447"/>
                  </a:cubicBezTo>
                  <a:cubicBezTo>
                    <a:pt x="3581" y="3339"/>
                    <a:pt x="3476" y="3052"/>
                    <a:pt x="3284" y="3052"/>
                  </a:cubicBezTo>
                  <a:cubicBezTo>
                    <a:pt x="3252" y="3052"/>
                    <a:pt x="3219" y="3059"/>
                    <a:pt x="3183" y="3077"/>
                  </a:cubicBezTo>
                  <a:cubicBezTo>
                    <a:pt x="3080" y="3129"/>
                    <a:pt x="3017" y="3139"/>
                    <a:pt x="2790" y="3139"/>
                  </a:cubicBezTo>
                  <a:cubicBezTo>
                    <a:pt x="2639" y="3139"/>
                    <a:pt x="2414" y="3135"/>
                    <a:pt x="2055" y="3135"/>
                  </a:cubicBezTo>
                  <a:cubicBezTo>
                    <a:pt x="1719" y="3135"/>
                    <a:pt x="1446" y="2861"/>
                    <a:pt x="1446" y="2525"/>
                  </a:cubicBezTo>
                  <a:lnTo>
                    <a:pt x="1446" y="2127"/>
                  </a:lnTo>
                  <a:lnTo>
                    <a:pt x="3524" y="2127"/>
                  </a:lnTo>
                  <a:lnTo>
                    <a:pt x="3524" y="2583"/>
                  </a:lnTo>
                  <a:cubicBezTo>
                    <a:pt x="3511" y="2731"/>
                    <a:pt x="3623" y="2812"/>
                    <a:pt x="3734" y="2812"/>
                  </a:cubicBezTo>
                  <a:cubicBezTo>
                    <a:pt x="3830" y="2812"/>
                    <a:pt x="3926" y="2751"/>
                    <a:pt x="3937" y="2621"/>
                  </a:cubicBezTo>
                  <a:cubicBezTo>
                    <a:pt x="3937" y="2592"/>
                    <a:pt x="3942" y="2559"/>
                    <a:pt x="3942" y="2525"/>
                  </a:cubicBezTo>
                  <a:lnTo>
                    <a:pt x="3942" y="2127"/>
                  </a:lnTo>
                  <a:lnTo>
                    <a:pt x="6030" y="2127"/>
                  </a:lnTo>
                  <a:cubicBezTo>
                    <a:pt x="6980" y="2127"/>
                    <a:pt x="7456" y="979"/>
                    <a:pt x="6784" y="307"/>
                  </a:cubicBezTo>
                  <a:lnTo>
                    <a:pt x="6784" y="307"/>
                  </a:lnTo>
                  <a:lnTo>
                    <a:pt x="6779" y="312"/>
                  </a:lnTo>
                  <a:cubicBezTo>
                    <a:pt x="6577" y="110"/>
                    <a:pt x="6308" y="0"/>
                    <a:pt x="6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3" name="Google Shape;14813;p83"/>
          <p:cNvGrpSpPr/>
          <p:nvPr/>
        </p:nvGrpSpPr>
        <p:grpSpPr>
          <a:xfrm>
            <a:off x="2637656" y="2901098"/>
            <a:ext cx="365289" cy="365525"/>
            <a:chOff x="2637656" y="2901098"/>
            <a:chExt cx="365289" cy="365525"/>
          </a:xfrm>
        </p:grpSpPr>
        <p:sp>
          <p:nvSpPr>
            <p:cNvPr id="14814" name="Google Shape;14814;p83"/>
            <p:cNvSpPr/>
            <p:nvPr/>
          </p:nvSpPr>
          <p:spPr>
            <a:xfrm>
              <a:off x="2696769" y="2959058"/>
              <a:ext cx="300778" cy="302167"/>
            </a:xfrm>
            <a:custGeom>
              <a:rect b="b" l="l" r="r" t="t"/>
              <a:pathLst>
                <a:path extrusionOk="0" h="11532" w="11479">
                  <a:moveTo>
                    <a:pt x="10983" y="1"/>
                  </a:moveTo>
                  <a:cubicBezTo>
                    <a:pt x="10980" y="1"/>
                    <a:pt x="10977" y="1"/>
                    <a:pt x="10974" y="1"/>
                  </a:cubicBezTo>
                  <a:lnTo>
                    <a:pt x="682" y="1"/>
                  </a:lnTo>
                  <a:cubicBezTo>
                    <a:pt x="679" y="1"/>
                    <a:pt x="677" y="1"/>
                    <a:pt x="674" y="1"/>
                  </a:cubicBezTo>
                  <a:cubicBezTo>
                    <a:pt x="303" y="1"/>
                    <a:pt x="1" y="306"/>
                    <a:pt x="1" y="678"/>
                  </a:cubicBezTo>
                  <a:lnTo>
                    <a:pt x="1" y="11022"/>
                  </a:lnTo>
                  <a:cubicBezTo>
                    <a:pt x="1" y="11301"/>
                    <a:pt x="226" y="11531"/>
                    <a:pt x="509" y="11531"/>
                  </a:cubicBezTo>
                  <a:lnTo>
                    <a:pt x="1724" y="11531"/>
                  </a:lnTo>
                  <a:cubicBezTo>
                    <a:pt x="2007" y="11531"/>
                    <a:pt x="2233" y="11301"/>
                    <a:pt x="2233" y="11022"/>
                  </a:cubicBezTo>
                  <a:lnTo>
                    <a:pt x="2233" y="2233"/>
                  </a:lnTo>
                  <a:lnTo>
                    <a:pt x="10974" y="2233"/>
                  </a:lnTo>
                  <a:cubicBezTo>
                    <a:pt x="11252" y="2233"/>
                    <a:pt x="11478" y="2003"/>
                    <a:pt x="11478" y="1724"/>
                  </a:cubicBezTo>
                  <a:lnTo>
                    <a:pt x="11478" y="505"/>
                  </a:lnTo>
                  <a:cubicBezTo>
                    <a:pt x="11478" y="229"/>
                    <a:pt x="11257" y="1"/>
                    <a:pt x="1098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3"/>
            <p:cNvSpPr/>
            <p:nvPr/>
          </p:nvSpPr>
          <p:spPr>
            <a:xfrm>
              <a:off x="2696769" y="3126230"/>
              <a:ext cx="58510" cy="55366"/>
            </a:xfrm>
            <a:custGeom>
              <a:rect b="b" l="l" r="r" t="t"/>
              <a:pathLst>
                <a:path extrusionOk="0" h="2113" w="2233">
                  <a:moveTo>
                    <a:pt x="1" y="0"/>
                  </a:moveTo>
                  <a:lnTo>
                    <a:pt x="1" y="2113"/>
                  </a:lnTo>
                  <a:lnTo>
                    <a:pt x="2233" y="2113"/>
                  </a:lnTo>
                  <a:lnTo>
                    <a:pt x="223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3"/>
            <p:cNvSpPr/>
            <p:nvPr/>
          </p:nvSpPr>
          <p:spPr>
            <a:xfrm>
              <a:off x="2859775" y="2959058"/>
              <a:ext cx="25574" cy="58536"/>
            </a:xfrm>
            <a:custGeom>
              <a:rect b="b" l="l" r="r" t="t"/>
              <a:pathLst>
                <a:path extrusionOk="0" h="2234" w="976">
                  <a:moveTo>
                    <a:pt x="1" y="1"/>
                  </a:moveTo>
                  <a:lnTo>
                    <a:pt x="1" y="2233"/>
                  </a:lnTo>
                  <a:lnTo>
                    <a:pt x="975" y="2233"/>
                  </a:lnTo>
                  <a:lnTo>
                    <a:pt x="97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3"/>
            <p:cNvSpPr/>
            <p:nvPr/>
          </p:nvSpPr>
          <p:spPr>
            <a:xfrm>
              <a:off x="2642949" y="2906627"/>
              <a:ext cx="300883" cy="302010"/>
            </a:xfrm>
            <a:custGeom>
              <a:rect b="b" l="l" r="r" t="t"/>
              <a:pathLst>
                <a:path extrusionOk="0" h="11526" w="11483">
                  <a:moveTo>
                    <a:pt x="9759" y="0"/>
                  </a:moveTo>
                  <a:cubicBezTo>
                    <a:pt x="9476" y="0"/>
                    <a:pt x="9250" y="226"/>
                    <a:pt x="9250" y="504"/>
                  </a:cubicBezTo>
                  <a:lnTo>
                    <a:pt x="9250" y="9298"/>
                  </a:lnTo>
                  <a:lnTo>
                    <a:pt x="509" y="9298"/>
                  </a:lnTo>
                  <a:cubicBezTo>
                    <a:pt x="231" y="9298"/>
                    <a:pt x="0" y="9524"/>
                    <a:pt x="0" y="9802"/>
                  </a:cubicBezTo>
                  <a:lnTo>
                    <a:pt x="0" y="11022"/>
                  </a:lnTo>
                  <a:cubicBezTo>
                    <a:pt x="0" y="11297"/>
                    <a:pt x="226" y="11526"/>
                    <a:pt x="500" y="11526"/>
                  </a:cubicBezTo>
                  <a:cubicBezTo>
                    <a:pt x="503" y="11526"/>
                    <a:pt x="506" y="11526"/>
                    <a:pt x="509" y="11526"/>
                  </a:cubicBezTo>
                  <a:lnTo>
                    <a:pt x="10801" y="11526"/>
                  </a:lnTo>
                  <a:cubicBezTo>
                    <a:pt x="11175" y="11526"/>
                    <a:pt x="11482" y="11223"/>
                    <a:pt x="11482" y="10849"/>
                  </a:cubicBezTo>
                  <a:lnTo>
                    <a:pt x="11482" y="504"/>
                  </a:lnTo>
                  <a:cubicBezTo>
                    <a:pt x="11482" y="226"/>
                    <a:pt x="11257" y="0"/>
                    <a:pt x="10978"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3"/>
            <p:cNvSpPr/>
            <p:nvPr/>
          </p:nvSpPr>
          <p:spPr>
            <a:xfrm>
              <a:off x="2749855" y="2901098"/>
              <a:ext cx="253090" cy="313067"/>
            </a:xfrm>
            <a:custGeom>
              <a:rect b="b" l="l" r="r" t="t"/>
              <a:pathLst>
                <a:path extrusionOk="0" h="11948" w="9659">
                  <a:moveTo>
                    <a:pt x="8943" y="2419"/>
                  </a:moveTo>
                  <a:cubicBezTo>
                    <a:pt x="9111" y="2419"/>
                    <a:pt x="9246" y="2554"/>
                    <a:pt x="9246" y="2717"/>
                  </a:cubicBezTo>
                  <a:lnTo>
                    <a:pt x="9246" y="3936"/>
                  </a:lnTo>
                  <a:lnTo>
                    <a:pt x="9246" y="3941"/>
                  </a:lnTo>
                  <a:cubicBezTo>
                    <a:pt x="9246" y="4104"/>
                    <a:pt x="9111" y="4239"/>
                    <a:pt x="8948" y="4239"/>
                  </a:cubicBezTo>
                  <a:lnTo>
                    <a:pt x="8588" y="4239"/>
                  </a:lnTo>
                  <a:lnTo>
                    <a:pt x="8588" y="3413"/>
                  </a:lnTo>
                  <a:cubicBezTo>
                    <a:pt x="8588" y="3274"/>
                    <a:pt x="8485" y="3204"/>
                    <a:pt x="8382" y="3204"/>
                  </a:cubicBezTo>
                  <a:cubicBezTo>
                    <a:pt x="8278" y="3204"/>
                    <a:pt x="8175" y="3274"/>
                    <a:pt x="8175" y="3413"/>
                  </a:cubicBezTo>
                  <a:lnTo>
                    <a:pt x="8175" y="4239"/>
                  </a:lnTo>
                  <a:lnTo>
                    <a:pt x="7609" y="4239"/>
                  </a:lnTo>
                  <a:lnTo>
                    <a:pt x="7609" y="2419"/>
                  </a:lnTo>
                  <a:close/>
                  <a:moveTo>
                    <a:pt x="5674" y="0"/>
                  </a:moveTo>
                  <a:cubicBezTo>
                    <a:pt x="5281" y="0"/>
                    <a:pt x="4964" y="322"/>
                    <a:pt x="4964" y="715"/>
                  </a:cubicBezTo>
                  <a:lnTo>
                    <a:pt x="4964" y="2007"/>
                  </a:lnTo>
                  <a:lnTo>
                    <a:pt x="4052" y="2007"/>
                  </a:lnTo>
                  <a:cubicBezTo>
                    <a:pt x="3773" y="2007"/>
                    <a:pt x="3773" y="2419"/>
                    <a:pt x="4052" y="2419"/>
                  </a:cubicBezTo>
                  <a:lnTo>
                    <a:pt x="4964" y="2419"/>
                  </a:lnTo>
                  <a:lnTo>
                    <a:pt x="4964" y="4239"/>
                  </a:lnTo>
                  <a:lnTo>
                    <a:pt x="4273" y="4239"/>
                  </a:lnTo>
                  <a:lnTo>
                    <a:pt x="4273" y="3773"/>
                  </a:lnTo>
                  <a:cubicBezTo>
                    <a:pt x="4273" y="3636"/>
                    <a:pt x="4169" y="3568"/>
                    <a:pt x="4066" y="3568"/>
                  </a:cubicBezTo>
                  <a:cubicBezTo>
                    <a:pt x="3963" y="3568"/>
                    <a:pt x="3860" y="3636"/>
                    <a:pt x="3860" y="3773"/>
                  </a:cubicBezTo>
                  <a:lnTo>
                    <a:pt x="3860" y="4239"/>
                  </a:lnTo>
                  <a:lnTo>
                    <a:pt x="2996" y="4239"/>
                  </a:lnTo>
                  <a:lnTo>
                    <a:pt x="2996" y="3408"/>
                  </a:lnTo>
                  <a:cubicBezTo>
                    <a:pt x="2996" y="3271"/>
                    <a:pt x="2893" y="3203"/>
                    <a:pt x="2789" y="3203"/>
                  </a:cubicBezTo>
                  <a:cubicBezTo>
                    <a:pt x="2686" y="3203"/>
                    <a:pt x="2583" y="3271"/>
                    <a:pt x="2583" y="3408"/>
                  </a:cubicBezTo>
                  <a:lnTo>
                    <a:pt x="2583" y="4239"/>
                  </a:lnTo>
                  <a:lnTo>
                    <a:pt x="1709" y="4239"/>
                  </a:lnTo>
                  <a:lnTo>
                    <a:pt x="1709" y="3773"/>
                  </a:lnTo>
                  <a:cubicBezTo>
                    <a:pt x="1709" y="3636"/>
                    <a:pt x="1605" y="3568"/>
                    <a:pt x="1500" y="3568"/>
                  </a:cubicBezTo>
                  <a:cubicBezTo>
                    <a:pt x="1396" y="3568"/>
                    <a:pt x="1292" y="3636"/>
                    <a:pt x="1292" y="3773"/>
                  </a:cubicBezTo>
                  <a:lnTo>
                    <a:pt x="1292" y="4239"/>
                  </a:lnTo>
                  <a:lnTo>
                    <a:pt x="413" y="4239"/>
                  </a:lnTo>
                  <a:lnTo>
                    <a:pt x="413" y="3408"/>
                  </a:lnTo>
                  <a:cubicBezTo>
                    <a:pt x="413" y="3271"/>
                    <a:pt x="310" y="3203"/>
                    <a:pt x="207" y="3203"/>
                  </a:cubicBezTo>
                  <a:cubicBezTo>
                    <a:pt x="104" y="3203"/>
                    <a:pt x="0" y="3271"/>
                    <a:pt x="0" y="3408"/>
                  </a:cubicBezTo>
                  <a:lnTo>
                    <a:pt x="0" y="6005"/>
                  </a:lnTo>
                  <a:cubicBezTo>
                    <a:pt x="0" y="6142"/>
                    <a:pt x="104" y="6210"/>
                    <a:pt x="207" y="6210"/>
                  </a:cubicBezTo>
                  <a:cubicBezTo>
                    <a:pt x="310" y="6210"/>
                    <a:pt x="413" y="6142"/>
                    <a:pt x="413" y="6005"/>
                  </a:cubicBezTo>
                  <a:lnTo>
                    <a:pt x="413" y="4652"/>
                  </a:lnTo>
                  <a:lnTo>
                    <a:pt x="4964" y="4652"/>
                  </a:lnTo>
                  <a:lnTo>
                    <a:pt x="4964" y="7119"/>
                  </a:lnTo>
                  <a:cubicBezTo>
                    <a:pt x="4964" y="7258"/>
                    <a:pt x="5067" y="7328"/>
                    <a:pt x="5170" y="7328"/>
                  </a:cubicBezTo>
                  <a:cubicBezTo>
                    <a:pt x="5273" y="7328"/>
                    <a:pt x="5377" y="7258"/>
                    <a:pt x="5377" y="7119"/>
                  </a:cubicBezTo>
                  <a:lnTo>
                    <a:pt x="5377" y="715"/>
                  </a:lnTo>
                  <a:cubicBezTo>
                    <a:pt x="5377" y="552"/>
                    <a:pt x="5511" y="418"/>
                    <a:pt x="5674" y="418"/>
                  </a:cubicBezTo>
                  <a:lnTo>
                    <a:pt x="6894" y="418"/>
                  </a:lnTo>
                  <a:cubicBezTo>
                    <a:pt x="7062" y="418"/>
                    <a:pt x="7196" y="552"/>
                    <a:pt x="7196" y="715"/>
                  </a:cubicBezTo>
                  <a:lnTo>
                    <a:pt x="7196" y="11060"/>
                  </a:lnTo>
                  <a:cubicBezTo>
                    <a:pt x="7196" y="11319"/>
                    <a:pt x="6985" y="11530"/>
                    <a:pt x="6721" y="11530"/>
                  </a:cubicBezTo>
                  <a:lnTo>
                    <a:pt x="2156" y="11530"/>
                  </a:lnTo>
                  <a:cubicBezTo>
                    <a:pt x="1882" y="11530"/>
                    <a:pt x="1882" y="11948"/>
                    <a:pt x="2156" y="11948"/>
                  </a:cubicBezTo>
                  <a:lnTo>
                    <a:pt x="6721" y="11948"/>
                  </a:lnTo>
                  <a:cubicBezTo>
                    <a:pt x="7210" y="11943"/>
                    <a:pt x="7609" y="11549"/>
                    <a:pt x="7609" y="11060"/>
                  </a:cubicBezTo>
                  <a:lnTo>
                    <a:pt x="7609" y="4652"/>
                  </a:lnTo>
                  <a:lnTo>
                    <a:pt x="8948" y="4652"/>
                  </a:lnTo>
                  <a:cubicBezTo>
                    <a:pt x="9342" y="4652"/>
                    <a:pt x="9658" y="4330"/>
                    <a:pt x="9658" y="3936"/>
                  </a:cubicBezTo>
                  <a:lnTo>
                    <a:pt x="9658" y="2717"/>
                  </a:lnTo>
                  <a:cubicBezTo>
                    <a:pt x="9658" y="2323"/>
                    <a:pt x="9342" y="2007"/>
                    <a:pt x="8948" y="2007"/>
                  </a:cubicBezTo>
                  <a:lnTo>
                    <a:pt x="7609" y="2007"/>
                  </a:lnTo>
                  <a:lnTo>
                    <a:pt x="7609" y="715"/>
                  </a:lnTo>
                  <a:cubicBezTo>
                    <a:pt x="7609" y="322"/>
                    <a:pt x="7287" y="0"/>
                    <a:pt x="6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3"/>
            <p:cNvSpPr/>
            <p:nvPr/>
          </p:nvSpPr>
          <p:spPr>
            <a:xfrm>
              <a:off x="2637656" y="2953529"/>
              <a:ext cx="253221" cy="313094"/>
            </a:xfrm>
            <a:custGeom>
              <a:rect b="b" l="l" r="r" t="t"/>
              <a:pathLst>
                <a:path extrusionOk="0" h="11949" w="9664">
                  <a:moveTo>
                    <a:pt x="4282" y="9942"/>
                  </a:moveTo>
                  <a:lnTo>
                    <a:pt x="4282" y="11233"/>
                  </a:lnTo>
                  <a:cubicBezTo>
                    <a:pt x="4282" y="11397"/>
                    <a:pt x="4148" y="11531"/>
                    <a:pt x="3980" y="11531"/>
                  </a:cubicBezTo>
                  <a:lnTo>
                    <a:pt x="2765" y="11531"/>
                  </a:lnTo>
                  <a:cubicBezTo>
                    <a:pt x="2597" y="11531"/>
                    <a:pt x="2463" y="11397"/>
                    <a:pt x="2463" y="11233"/>
                  </a:cubicBezTo>
                  <a:lnTo>
                    <a:pt x="2463" y="9942"/>
                  </a:lnTo>
                  <a:close/>
                  <a:moveTo>
                    <a:pt x="2943" y="1"/>
                  </a:moveTo>
                  <a:cubicBezTo>
                    <a:pt x="2453" y="6"/>
                    <a:pt x="2055" y="399"/>
                    <a:pt x="2055" y="889"/>
                  </a:cubicBezTo>
                  <a:lnTo>
                    <a:pt x="2055" y="7297"/>
                  </a:lnTo>
                  <a:lnTo>
                    <a:pt x="716" y="7297"/>
                  </a:lnTo>
                  <a:cubicBezTo>
                    <a:pt x="322" y="7297"/>
                    <a:pt x="1" y="7619"/>
                    <a:pt x="1" y="8012"/>
                  </a:cubicBezTo>
                  <a:lnTo>
                    <a:pt x="1" y="9232"/>
                  </a:lnTo>
                  <a:cubicBezTo>
                    <a:pt x="1" y="9625"/>
                    <a:pt x="322" y="9942"/>
                    <a:pt x="716" y="9947"/>
                  </a:cubicBezTo>
                  <a:lnTo>
                    <a:pt x="2055" y="9947"/>
                  </a:lnTo>
                  <a:lnTo>
                    <a:pt x="2055" y="11233"/>
                  </a:lnTo>
                  <a:cubicBezTo>
                    <a:pt x="2055" y="11627"/>
                    <a:pt x="2372" y="11944"/>
                    <a:pt x="2765" y="11949"/>
                  </a:cubicBezTo>
                  <a:lnTo>
                    <a:pt x="3985" y="11949"/>
                  </a:lnTo>
                  <a:cubicBezTo>
                    <a:pt x="4378" y="11944"/>
                    <a:pt x="4700" y="11627"/>
                    <a:pt x="4700" y="11233"/>
                  </a:cubicBezTo>
                  <a:lnTo>
                    <a:pt x="4700" y="9947"/>
                  </a:lnTo>
                  <a:lnTo>
                    <a:pt x="5612" y="9947"/>
                  </a:lnTo>
                  <a:cubicBezTo>
                    <a:pt x="5886" y="9947"/>
                    <a:pt x="5886" y="9529"/>
                    <a:pt x="5612" y="9529"/>
                  </a:cubicBezTo>
                  <a:lnTo>
                    <a:pt x="711" y="9529"/>
                  </a:lnTo>
                  <a:cubicBezTo>
                    <a:pt x="548" y="9529"/>
                    <a:pt x="413" y="9395"/>
                    <a:pt x="413" y="9232"/>
                  </a:cubicBezTo>
                  <a:lnTo>
                    <a:pt x="413" y="8012"/>
                  </a:lnTo>
                  <a:cubicBezTo>
                    <a:pt x="413" y="7844"/>
                    <a:pt x="548" y="7710"/>
                    <a:pt x="711" y="7710"/>
                  </a:cubicBezTo>
                  <a:lnTo>
                    <a:pt x="1412" y="7710"/>
                  </a:lnTo>
                  <a:lnTo>
                    <a:pt x="1412" y="8540"/>
                  </a:lnTo>
                  <a:cubicBezTo>
                    <a:pt x="1412" y="8677"/>
                    <a:pt x="1515" y="8746"/>
                    <a:pt x="1618" y="8746"/>
                  </a:cubicBezTo>
                  <a:cubicBezTo>
                    <a:pt x="1721" y="8746"/>
                    <a:pt x="1825" y="8677"/>
                    <a:pt x="1825" y="8540"/>
                  </a:cubicBezTo>
                  <a:lnTo>
                    <a:pt x="1825" y="7710"/>
                  </a:lnTo>
                  <a:lnTo>
                    <a:pt x="2689" y="7710"/>
                  </a:lnTo>
                  <a:lnTo>
                    <a:pt x="2689" y="8233"/>
                  </a:lnTo>
                  <a:cubicBezTo>
                    <a:pt x="2689" y="8370"/>
                    <a:pt x="2793" y="8438"/>
                    <a:pt x="2897" y="8438"/>
                  </a:cubicBezTo>
                  <a:cubicBezTo>
                    <a:pt x="3002" y="8438"/>
                    <a:pt x="3106" y="8370"/>
                    <a:pt x="3106" y="8233"/>
                  </a:cubicBezTo>
                  <a:lnTo>
                    <a:pt x="3106" y="7710"/>
                  </a:lnTo>
                  <a:lnTo>
                    <a:pt x="3970" y="7710"/>
                  </a:lnTo>
                  <a:lnTo>
                    <a:pt x="3970" y="8540"/>
                  </a:lnTo>
                  <a:cubicBezTo>
                    <a:pt x="3970" y="8641"/>
                    <a:pt x="4047" y="8732"/>
                    <a:pt x="4148" y="8742"/>
                  </a:cubicBezTo>
                  <a:cubicBezTo>
                    <a:pt x="4153" y="8744"/>
                    <a:pt x="4158" y="8746"/>
                    <a:pt x="4162" y="8746"/>
                  </a:cubicBezTo>
                  <a:cubicBezTo>
                    <a:pt x="4167" y="8746"/>
                    <a:pt x="4172" y="8744"/>
                    <a:pt x="4177" y="8742"/>
                  </a:cubicBezTo>
                  <a:cubicBezTo>
                    <a:pt x="4292" y="8742"/>
                    <a:pt x="4383" y="8651"/>
                    <a:pt x="4383" y="8536"/>
                  </a:cubicBezTo>
                  <a:lnTo>
                    <a:pt x="4383" y="7710"/>
                  </a:lnTo>
                  <a:lnTo>
                    <a:pt x="5247" y="7710"/>
                  </a:lnTo>
                  <a:lnTo>
                    <a:pt x="5247" y="8228"/>
                  </a:lnTo>
                  <a:cubicBezTo>
                    <a:pt x="5247" y="8368"/>
                    <a:pt x="5352" y="8437"/>
                    <a:pt x="5456" y="8437"/>
                  </a:cubicBezTo>
                  <a:cubicBezTo>
                    <a:pt x="5560" y="8437"/>
                    <a:pt x="5665" y="8368"/>
                    <a:pt x="5665" y="8228"/>
                  </a:cubicBezTo>
                  <a:lnTo>
                    <a:pt x="5665" y="7710"/>
                  </a:lnTo>
                  <a:lnTo>
                    <a:pt x="6529" y="7710"/>
                  </a:lnTo>
                  <a:lnTo>
                    <a:pt x="6529" y="8536"/>
                  </a:lnTo>
                  <a:cubicBezTo>
                    <a:pt x="6529" y="8675"/>
                    <a:pt x="6632" y="8744"/>
                    <a:pt x="6735" y="8744"/>
                  </a:cubicBezTo>
                  <a:cubicBezTo>
                    <a:pt x="6838" y="8744"/>
                    <a:pt x="6942" y="8675"/>
                    <a:pt x="6942" y="8536"/>
                  </a:cubicBezTo>
                  <a:lnTo>
                    <a:pt x="6942" y="7710"/>
                  </a:lnTo>
                  <a:lnTo>
                    <a:pt x="7815" y="7710"/>
                  </a:lnTo>
                  <a:lnTo>
                    <a:pt x="7815" y="8228"/>
                  </a:lnTo>
                  <a:cubicBezTo>
                    <a:pt x="7815" y="8368"/>
                    <a:pt x="7919" y="8437"/>
                    <a:pt x="8022" y="8437"/>
                  </a:cubicBezTo>
                  <a:cubicBezTo>
                    <a:pt x="8125" y="8437"/>
                    <a:pt x="8228" y="8368"/>
                    <a:pt x="8228" y="8228"/>
                  </a:cubicBezTo>
                  <a:lnTo>
                    <a:pt x="8228" y="7710"/>
                  </a:lnTo>
                  <a:lnTo>
                    <a:pt x="9246" y="7710"/>
                  </a:lnTo>
                  <a:lnTo>
                    <a:pt x="9246" y="8536"/>
                  </a:lnTo>
                  <a:cubicBezTo>
                    <a:pt x="9246" y="8675"/>
                    <a:pt x="9350" y="8744"/>
                    <a:pt x="9455" y="8744"/>
                  </a:cubicBezTo>
                  <a:cubicBezTo>
                    <a:pt x="9559" y="8744"/>
                    <a:pt x="9663" y="8675"/>
                    <a:pt x="9663" y="8536"/>
                  </a:cubicBezTo>
                  <a:lnTo>
                    <a:pt x="9663" y="7422"/>
                  </a:lnTo>
                  <a:lnTo>
                    <a:pt x="9663" y="5948"/>
                  </a:lnTo>
                  <a:cubicBezTo>
                    <a:pt x="9663" y="5809"/>
                    <a:pt x="9559" y="5739"/>
                    <a:pt x="9455" y="5739"/>
                  </a:cubicBezTo>
                  <a:cubicBezTo>
                    <a:pt x="9350" y="5739"/>
                    <a:pt x="9246" y="5809"/>
                    <a:pt x="9246" y="5948"/>
                  </a:cubicBezTo>
                  <a:lnTo>
                    <a:pt x="9246" y="7297"/>
                  </a:lnTo>
                  <a:lnTo>
                    <a:pt x="4700" y="7297"/>
                  </a:lnTo>
                  <a:lnTo>
                    <a:pt x="4700" y="4825"/>
                  </a:lnTo>
                  <a:cubicBezTo>
                    <a:pt x="4700" y="4688"/>
                    <a:pt x="4597" y="4620"/>
                    <a:pt x="4494" y="4620"/>
                  </a:cubicBezTo>
                  <a:cubicBezTo>
                    <a:pt x="4390" y="4620"/>
                    <a:pt x="4287" y="4688"/>
                    <a:pt x="4287" y="4825"/>
                  </a:cubicBezTo>
                  <a:lnTo>
                    <a:pt x="4287" y="7297"/>
                  </a:lnTo>
                  <a:lnTo>
                    <a:pt x="2468" y="7297"/>
                  </a:lnTo>
                  <a:lnTo>
                    <a:pt x="2468" y="889"/>
                  </a:lnTo>
                  <a:cubicBezTo>
                    <a:pt x="2468" y="630"/>
                    <a:pt x="2679" y="418"/>
                    <a:pt x="2943" y="418"/>
                  </a:cubicBezTo>
                  <a:lnTo>
                    <a:pt x="7508" y="418"/>
                  </a:lnTo>
                  <a:cubicBezTo>
                    <a:pt x="7782" y="418"/>
                    <a:pt x="7782" y="1"/>
                    <a:pt x="7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0" name="Google Shape;14820;p83"/>
          <p:cNvGrpSpPr/>
          <p:nvPr/>
        </p:nvGrpSpPr>
        <p:grpSpPr>
          <a:xfrm>
            <a:off x="2195804" y="2946376"/>
            <a:ext cx="365394" cy="274969"/>
            <a:chOff x="2195804" y="2946376"/>
            <a:chExt cx="365394" cy="274969"/>
          </a:xfrm>
        </p:grpSpPr>
        <p:sp>
          <p:nvSpPr>
            <p:cNvPr id="14821" name="Google Shape;14821;p83"/>
            <p:cNvSpPr/>
            <p:nvPr/>
          </p:nvSpPr>
          <p:spPr>
            <a:xfrm>
              <a:off x="2201332" y="2951774"/>
              <a:ext cx="354467" cy="264174"/>
            </a:xfrm>
            <a:custGeom>
              <a:rect b="b" l="l" r="r" t="t"/>
              <a:pathLst>
                <a:path extrusionOk="0" h="10082" w="13528">
                  <a:moveTo>
                    <a:pt x="706" y="1"/>
                  </a:moveTo>
                  <a:cubicBezTo>
                    <a:pt x="312" y="1"/>
                    <a:pt x="0" y="317"/>
                    <a:pt x="0" y="706"/>
                  </a:cubicBezTo>
                  <a:lnTo>
                    <a:pt x="0" y="9375"/>
                  </a:lnTo>
                  <a:cubicBezTo>
                    <a:pt x="0" y="9764"/>
                    <a:pt x="312" y="10081"/>
                    <a:pt x="706" y="10081"/>
                  </a:cubicBezTo>
                  <a:lnTo>
                    <a:pt x="12827" y="10081"/>
                  </a:lnTo>
                  <a:cubicBezTo>
                    <a:pt x="13216" y="10081"/>
                    <a:pt x="13528" y="9764"/>
                    <a:pt x="13528" y="9375"/>
                  </a:cubicBezTo>
                  <a:lnTo>
                    <a:pt x="13528" y="706"/>
                  </a:lnTo>
                  <a:cubicBezTo>
                    <a:pt x="13528" y="317"/>
                    <a:pt x="13216" y="1"/>
                    <a:pt x="1282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3"/>
            <p:cNvSpPr/>
            <p:nvPr/>
          </p:nvSpPr>
          <p:spPr>
            <a:xfrm>
              <a:off x="2221456" y="2951774"/>
              <a:ext cx="334344" cy="264174"/>
            </a:xfrm>
            <a:custGeom>
              <a:rect b="b" l="l" r="r" t="t"/>
              <a:pathLst>
                <a:path extrusionOk="0" h="10082" w="12760">
                  <a:moveTo>
                    <a:pt x="706" y="1"/>
                  </a:moveTo>
                  <a:cubicBezTo>
                    <a:pt x="317" y="1"/>
                    <a:pt x="0" y="317"/>
                    <a:pt x="0" y="706"/>
                  </a:cubicBezTo>
                  <a:lnTo>
                    <a:pt x="0" y="9375"/>
                  </a:lnTo>
                  <a:cubicBezTo>
                    <a:pt x="0" y="9764"/>
                    <a:pt x="317" y="10081"/>
                    <a:pt x="706" y="10081"/>
                  </a:cubicBezTo>
                  <a:lnTo>
                    <a:pt x="12059" y="10081"/>
                  </a:lnTo>
                  <a:cubicBezTo>
                    <a:pt x="12448" y="10081"/>
                    <a:pt x="12760" y="9764"/>
                    <a:pt x="12760" y="9375"/>
                  </a:cubicBez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3"/>
            <p:cNvSpPr/>
            <p:nvPr/>
          </p:nvSpPr>
          <p:spPr>
            <a:xfrm>
              <a:off x="2201201" y="2951774"/>
              <a:ext cx="354598" cy="45697"/>
            </a:xfrm>
            <a:custGeom>
              <a:rect b="b" l="l" r="r" t="t"/>
              <a:pathLst>
                <a:path extrusionOk="0" h="1744" w="13533">
                  <a:moveTo>
                    <a:pt x="706" y="1"/>
                  </a:moveTo>
                  <a:cubicBezTo>
                    <a:pt x="317" y="1"/>
                    <a:pt x="1" y="317"/>
                    <a:pt x="1" y="706"/>
                  </a:cubicBezTo>
                  <a:lnTo>
                    <a:pt x="1" y="1743"/>
                  </a:lnTo>
                  <a:lnTo>
                    <a:pt x="13533" y="1743"/>
                  </a:lnTo>
                  <a:lnTo>
                    <a:pt x="13533" y="706"/>
                  </a:lnTo>
                  <a:cubicBezTo>
                    <a:pt x="13533" y="317"/>
                    <a:pt x="13216" y="1"/>
                    <a:pt x="12827"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3"/>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3"/>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3"/>
            <p:cNvSpPr/>
            <p:nvPr/>
          </p:nvSpPr>
          <p:spPr>
            <a:xfrm>
              <a:off x="2225491" y="3048251"/>
              <a:ext cx="188553" cy="138742"/>
            </a:xfrm>
            <a:custGeom>
              <a:rect b="b" l="l" r="r" t="t"/>
              <a:pathLst>
                <a:path extrusionOk="0" h="5295" w="7196">
                  <a:moveTo>
                    <a:pt x="451" y="0"/>
                  </a:moveTo>
                  <a:cubicBezTo>
                    <a:pt x="202" y="0"/>
                    <a:pt x="0" y="202"/>
                    <a:pt x="0" y="452"/>
                  </a:cubicBezTo>
                  <a:lnTo>
                    <a:pt x="0" y="4844"/>
                  </a:lnTo>
                  <a:cubicBezTo>
                    <a:pt x="0" y="5093"/>
                    <a:pt x="202" y="5295"/>
                    <a:pt x="451" y="5295"/>
                  </a:cubicBezTo>
                  <a:lnTo>
                    <a:pt x="6744" y="5295"/>
                  </a:lnTo>
                  <a:cubicBezTo>
                    <a:pt x="6994" y="5295"/>
                    <a:pt x="7196" y="5093"/>
                    <a:pt x="7196" y="4844"/>
                  </a:cubicBezTo>
                  <a:lnTo>
                    <a:pt x="7196" y="452"/>
                  </a:lnTo>
                  <a:cubicBezTo>
                    <a:pt x="7196" y="202"/>
                    <a:pt x="6994" y="0"/>
                    <a:pt x="674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3"/>
            <p:cNvSpPr/>
            <p:nvPr/>
          </p:nvSpPr>
          <p:spPr>
            <a:xfrm>
              <a:off x="2229264" y="3099137"/>
              <a:ext cx="108321" cy="87857"/>
            </a:xfrm>
            <a:custGeom>
              <a:rect b="b" l="l" r="r" t="t"/>
              <a:pathLst>
                <a:path extrusionOk="0" h="3353" w="4134">
                  <a:moveTo>
                    <a:pt x="2035" y="0"/>
                  </a:moveTo>
                  <a:cubicBezTo>
                    <a:pt x="1807" y="0"/>
                    <a:pt x="1579" y="118"/>
                    <a:pt x="1459" y="353"/>
                  </a:cubicBezTo>
                  <a:lnTo>
                    <a:pt x="1003" y="1251"/>
                  </a:lnTo>
                  <a:lnTo>
                    <a:pt x="984" y="1284"/>
                  </a:lnTo>
                  <a:lnTo>
                    <a:pt x="0" y="3233"/>
                  </a:lnTo>
                  <a:cubicBezTo>
                    <a:pt x="82" y="3310"/>
                    <a:pt x="192" y="3353"/>
                    <a:pt x="307" y="3353"/>
                  </a:cubicBezTo>
                  <a:lnTo>
                    <a:pt x="4133" y="3353"/>
                  </a:lnTo>
                  <a:lnTo>
                    <a:pt x="3082" y="1284"/>
                  </a:lnTo>
                  <a:lnTo>
                    <a:pt x="3067" y="1251"/>
                  </a:lnTo>
                  <a:lnTo>
                    <a:pt x="2611" y="353"/>
                  </a:lnTo>
                  <a:cubicBezTo>
                    <a:pt x="2491" y="118"/>
                    <a:pt x="2263" y="0"/>
                    <a:pt x="203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83"/>
            <p:cNvSpPr/>
            <p:nvPr/>
          </p:nvSpPr>
          <p:spPr>
            <a:xfrm>
              <a:off x="2324720" y="3066226"/>
              <a:ext cx="65925" cy="60371"/>
            </a:xfrm>
            <a:custGeom>
              <a:rect b="b" l="l" r="r" t="t"/>
              <a:pathLst>
                <a:path extrusionOk="0" h="2304" w="2516">
                  <a:moveTo>
                    <a:pt x="1297" y="1"/>
                  </a:moveTo>
                  <a:lnTo>
                    <a:pt x="1297" y="1"/>
                  </a:lnTo>
                  <a:cubicBezTo>
                    <a:pt x="418" y="121"/>
                    <a:pt x="0" y="1143"/>
                    <a:pt x="533" y="1844"/>
                  </a:cubicBezTo>
                  <a:cubicBezTo>
                    <a:pt x="768" y="2155"/>
                    <a:pt x="1111" y="2303"/>
                    <a:pt x="1453" y="2303"/>
                  </a:cubicBezTo>
                  <a:cubicBezTo>
                    <a:pt x="1886" y="2303"/>
                    <a:pt x="2317" y="2063"/>
                    <a:pt x="2516" y="1609"/>
                  </a:cubicBezTo>
                  <a:lnTo>
                    <a:pt x="2516" y="1609"/>
                  </a:lnTo>
                  <a:cubicBezTo>
                    <a:pt x="2459" y="1617"/>
                    <a:pt x="2404" y="1620"/>
                    <a:pt x="2349" y="1620"/>
                  </a:cubicBezTo>
                  <a:cubicBezTo>
                    <a:pt x="1536" y="1620"/>
                    <a:pt x="955" y="779"/>
                    <a:pt x="1297"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3"/>
            <p:cNvSpPr/>
            <p:nvPr/>
          </p:nvSpPr>
          <p:spPr>
            <a:xfrm>
              <a:off x="2255545" y="3099137"/>
              <a:ext cx="54108" cy="46274"/>
            </a:xfrm>
            <a:custGeom>
              <a:rect b="b" l="l" r="r" t="t"/>
              <a:pathLst>
                <a:path extrusionOk="0" h="1766" w="2065">
                  <a:moveTo>
                    <a:pt x="1032" y="0"/>
                  </a:moveTo>
                  <a:cubicBezTo>
                    <a:pt x="804" y="0"/>
                    <a:pt x="576" y="118"/>
                    <a:pt x="456" y="353"/>
                  </a:cubicBezTo>
                  <a:lnTo>
                    <a:pt x="0" y="1251"/>
                  </a:lnTo>
                  <a:cubicBezTo>
                    <a:pt x="257" y="1594"/>
                    <a:pt x="644" y="1765"/>
                    <a:pt x="1031" y="1765"/>
                  </a:cubicBezTo>
                  <a:cubicBezTo>
                    <a:pt x="1418" y="1765"/>
                    <a:pt x="1805" y="1594"/>
                    <a:pt x="2064" y="1251"/>
                  </a:cubicBezTo>
                  <a:lnTo>
                    <a:pt x="1608" y="353"/>
                  </a:lnTo>
                  <a:cubicBezTo>
                    <a:pt x="1488" y="118"/>
                    <a:pt x="1260" y="0"/>
                    <a:pt x="1032"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3"/>
            <p:cNvSpPr/>
            <p:nvPr/>
          </p:nvSpPr>
          <p:spPr>
            <a:xfrm>
              <a:off x="2195804" y="2946376"/>
              <a:ext cx="365394" cy="274969"/>
            </a:xfrm>
            <a:custGeom>
              <a:rect b="b" l="l" r="r" t="t"/>
              <a:pathLst>
                <a:path extrusionOk="0" h="10494" w="13945">
                  <a:moveTo>
                    <a:pt x="13537" y="2155"/>
                  </a:moveTo>
                  <a:lnTo>
                    <a:pt x="13537" y="9581"/>
                  </a:lnTo>
                  <a:lnTo>
                    <a:pt x="13532" y="9581"/>
                  </a:lnTo>
                  <a:cubicBezTo>
                    <a:pt x="13532" y="9860"/>
                    <a:pt x="13311" y="10081"/>
                    <a:pt x="13033" y="10081"/>
                  </a:cubicBezTo>
                  <a:lnTo>
                    <a:pt x="912" y="10081"/>
                  </a:lnTo>
                  <a:cubicBezTo>
                    <a:pt x="639" y="10081"/>
                    <a:pt x="418" y="9860"/>
                    <a:pt x="418" y="9581"/>
                  </a:cubicBezTo>
                  <a:lnTo>
                    <a:pt x="418" y="2155"/>
                  </a:lnTo>
                  <a:close/>
                  <a:moveTo>
                    <a:pt x="912" y="0"/>
                  </a:moveTo>
                  <a:cubicBezTo>
                    <a:pt x="408" y="0"/>
                    <a:pt x="0" y="408"/>
                    <a:pt x="0" y="912"/>
                  </a:cubicBezTo>
                  <a:lnTo>
                    <a:pt x="0" y="9581"/>
                  </a:lnTo>
                  <a:cubicBezTo>
                    <a:pt x="0" y="10085"/>
                    <a:pt x="408" y="10493"/>
                    <a:pt x="912" y="10493"/>
                  </a:cubicBezTo>
                  <a:lnTo>
                    <a:pt x="13033" y="10493"/>
                  </a:lnTo>
                  <a:cubicBezTo>
                    <a:pt x="13537" y="10493"/>
                    <a:pt x="13945" y="10085"/>
                    <a:pt x="13945" y="9581"/>
                  </a:cubicBezTo>
                  <a:lnTo>
                    <a:pt x="13945" y="912"/>
                  </a:lnTo>
                  <a:cubicBezTo>
                    <a:pt x="13945" y="408"/>
                    <a:pt x="13537" y="0"/>
                    <a:pt x="13038" y="0"/>
                  </a:cubicBezTo>
                  <a:lnTo>
                    <a:pt x="4556" y="0"/>
                  </a:lnTo>
                  <a:cubicBezTo>
                    <a:pt x="4277" y="0"/>
                    <a:pt x="4277" y="413"/>
                    <a:pt x="4556" y="413"/>
                  </a:cubicBezTo>
                  <a:lnTo>
                    <a:pt x="13038" y="413"/>
                  </a:lnTo>
                  <a:cubicBezTo>
                    <a:pt x="13311" y="413"/>
                    <a:pt x="13532" y="639"/>
                    <a:pt x="13532" y="912"/>
                  </a:cubicBezTo>
                  <a:lnTo>
                    <a:pt x="13532" y="1738"/>
                  </a:lnTo>
                  <a:lnTo>
                    <a:pt x="413" y="1738"/>
                  </a:lnTo>
                  <a:lnTo>
                    <a:pt x="413" y="912"/>
                  </a:lnTo>
                  <a:cubicBezTo>
                    <a:pt x="413" y="639"/>
                    <a:pt x="639" y="413"/>
                    <a:pt x="912" y="413"/>
                  </a:cubicBezTo>
                  <a:lnTo>
                    <a:pt x="3725" y="413"/>
                  </a:lnTo>
                  <a:cubicBezTo>
                    <a:pt x="4004" y="413"/>
                    <a:pt x="4004" y="0"/>
                    <a:pt x="3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3"/>
            <p:cNvSpPr/>
            <p:nvPr/>
          </p:nvSpPr>
          <p:spPr>
            <a:xfrm>
              <a:off x="2218678" y="3015158"/>
              <a:ext cx="43418" cy="10848"/>
            </a:xfrm>
            <a:custGeom>
              <a:rect b="b" l="l" r="r" t="t"/>
              <a:pathLst>
                <a:path extrusionOk="0" h="414" w="1657">
                  <a:moveTo>
                    <a:pt x="274" y="1"/>
                  </a:moveTo>
                  <a:cubicBezTo>
                    <a:pt x="1" y="1"/>
                    <a:pt x="1" y="414"/>
                    <a:pt x="274"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3"/>
            <p:cNvSpPr/>
            <p:nvPr/>
          </p:nvSpPr>
          <p:spPr>
            <a:xfrm>
              <a:off x="2272891" y="3015158"/>
              <a:ext cx="43418" cy="10848"/>
            </a:xfrm>
            <a:custGeom>
              <a:rect b="b" l="l" r="r" t="t"/>
              <a:pathLst>
                <a:path extrusionOk="0" h="414" w="1657">
                  <a:moveTo>
                    <a:pt x="279" y="1"/>
                  </a:moveTo>
                  <a:cubicBezTo>
                    <a:pt x="1" y="1"/>
                    <a:pt x="1" y="414"/>
                    <a:pt x="279"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3"/>
            <p:cNvSpPr/>
            <p:nvPr/>
          </p:nvSpPr>
          <p:spPr>
            <a:xfrm>
              <a:off x="2327235" y="3015158"/>
              <a:ext cx="43287" cy="10848"/>
            </a:xfrm>
            <a:custGeom>
              <a:rect b="b" l="l" r="r" t="t"/>
              <a:pathLst>
                <a:path extrusionOk="0" h="414" w="1652">
                  <a:moveTo>
                    <a:pt x="274" y="1"/>
                  </a:moveTo>
                  <a:cubicBezTo>
                    <a:pt x="0" y="1"/>
                    <a:pt x="0" y="414"/>
                    <a:pt x="274" y="414"/>
                  </a:cubicBezTo>
                  <a:lnTo>
                    <a:pt x="1378" y="414"/>
                  </a:lnTo>
                  <a:cubicBezTo>
                    <a:pt x="1652" y="414"/>
                    <a:pt x="1652"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3"/>
            <p:cNvSpPr/>
            <p:nvPr/>
          </p:nvSpPr>
          <p:spPr>
            <a:xfrm>
              <a:off x="2381448" y="3015158"/>
              <a:ext cx="43418" cy="10848"/>
            </a:xfrm>
            <a:custGeom>
              <a:rect b="b" l="l" r="r" t="t"/>
              <a:pathLst>
                <a:path extrusionOk="0" h="414" w="1657">
                  <a:moveTo>
                    <a:pt x="279" y="1"/>
                  </a:moveTo>
                  <a:cubicBezTo>
                    <a:pt x="0" y="1"/>
                    <a:pt x="0" y="414"/>
                    <a:pt x="279" y="414"/>
                  </a:cubicBezTo>
                  <a:lnTo>
                    <a:pt x="1383" y="414"/>
                  </a:lnTo>
                  <a:cubicBezTo>
                    <a:pt x="1656" y="414"/>
                    <a:pt x="1656"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3"/>
            <p:cNvSpPr/>
            <p:nvPr/>
          </p:nvSpPr>
          <p:spPr>
            <a:xfrm>
              <a:off x="2435792" y="3015158"/>
              <a:ext cx="43418" cy="10848"/>
            </a:xfrm>
            <a:custGeom>
              <a:rect b="b" l="l" r="r" t="t"/>
              <a:pathLst>
                <a:path extrusionOk="0" h="414" w="1657">
                  <a:moveTo>
                    <a:pt x="274" y="1"/>
                  </a:moveTo>
                  <a:cubicBezTo>
                    <a:pt x="0" y="1"/>
                    <a:pt x="0" y="414"/>
                    <a:pt x="274" y="414"/>
                  </a:cubicBezTo>
                  <a:lnTo>
                    <a:pt x="1378" y="414"/>
                  </a:lnTo>
                  <a:cubicBezTo>
                    <a:pt x="1656" y="414"/>
                    <a:pt x="1656"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3"/>
            <p:cNvSpPr/>
            <p:nvPr/>
          </p:nvSpPr>
          <p:spPr>
            <a:xfrm>
              <a:off x="2490005" y="3015158"/>
              <a:ext cx="43418" cy="10848"/>
            </a:xfrm>
            <a:custGeom>
              <a:rect b="b" l="l" r="r" t="t"/>
              <a:pathLst>
                <a:path extrusionOk="0" h="414" w="1657">
                  <a:moveTo>
                    <a:pt x="278" y="1"/>
                  </a:moveTo>
                  <a:cubicBezTo>
                    <a:pt x="0" y="1"/>
                    <a:pt x="0" y="414"/>
                    <a:pt x="278" y="414"/>
                  </a:cubicBezTo>
                  <a:lnTo>
                    <a:pt x="1382" y="414"/>
                  </a:lnTo>
                  <a:cubicBezTo>
                    <a:pt x="1656" y="414"/>
                    <a:pt x="1656"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3"/>
            <p:cNvSpPr/>
            <p:nvPr/>
          </p:nvSpPr>
          <p:spPr>
            <a:xfrm>
              <a:off x="2225229" y="2970640"/>
              <a:ext cx="268445" cy="10848"/>
            </a:xfrm>
            <a:custGeom>
              <a:rect b="b" l="l" r="r" t="t"/>
              <a:pathLst>
                <a:path extrusionOk="0" h="414" w="10245">
                  <a:moveTo>
                    <a:pt x="212" y="1"/>
                  </a:moveTo>
                  <a:cubicBezTo>
                    <a:pt x="96" y="1"/>
                    <a:pt x="0" y="92"/>
                    <a:pt x="0" y="207"/>
                  </a:cubicBezTo>
                  <a:cubicBezTo>
                    <a:pt x="0" y="322"/>
                    <a:pt x="96" y="413"/>
                    <a:pt x="212" y="413"/>
                  </a:cubicBezTo>
                  <a:lnTo>
                    <a:pt x="9966" y="413"/>
                  </a:lnTo>
                  <a:cubicBezTo>
                    <a:pt x="10244" y="413"/>
                    <a:pt x="10244" y="1"/>
                    <a:pt x="99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3"/>
            <p:cNvSpPr/>
            <p:nvPr/>
          </p:nvSpPr>
          <p:spPr>
            <a:xfrm>
              <a:off x="2511806" y="2962884"/>
              <a:ext cx="32046" cy="25888"/>
            </a:xfrm>
            <a:custGeom>
              <a:rect b="b" l="l" r="r" t="t"/>
              <a:pathLst>
                <a:path extrusionOk="0" h="988" w="1223">
                  <a:moveTo>
                    <a:pt x="302" y="1"/>
                  </a:moveTo>
                  <a:cubicBezTo>
                    <a:pt x="137" y="1"/>
                    <a:pt x="1" y="222"/>
                    <a:pt x="166" y="369"/>
                  </a:cubicBezTo>
                  <a:lnTo>
                    <a:pt x="310" y="498"/>
                  </a:lnTo>
                  <a:lnTo>
                    <a:pt x="166" y="628"/>
                  </a:lnTo>
                  <a:cubicBezTo>
                    <a:pt x="27" y="753"/>
                    <a:pt x="114" y="983"/>
                    <a:pt x="301" y="988"/>
                  </a:cubicBezTo>
                  <a:cubicBezTo>
                    <a:pt x="426" y="988"/>
                    <a:pt x="469" y="892"/>
                    <a:pt x="622" y="772"/>
                  </a:cubicBezTo>
                  <a:cubicBezTo>
                    <a:pt x="776" y="892"/>
                    <a:pt x="824" y="988"/>
                    <a:pt x="944" y="988"/>
                  </a:cubicBezTo>
                  <a:cubicBezTo>
                    <a:pt x="1131" y="983"/>
                    <a:pt x="1223" y="753"/>
                    <a:pt x="1083" y="628"/>
                  </a:cubicBezTo>
                  <a:lnTo>
                    <a:pt x="935" y="498"/>
                  </a:lnTo>
                  <a:lnTo>
                    <a:pt x="1083" y="369"/>
                  </a:lnTo>
                  <a:cubicBezTo>
                    <a:pt x="1170" y="292"/>
                    <a:pt x="1175" y="162"/>
                    <a:pt x="1103" y="76"/>
                  </a:cubicBezTo>
                  <a:cubicBezTo>
                    <a:pt x="1061" y="29"/>
                    <a:pt x="1003" y="5"/>
                    <a:pt x="946" y="5"/>
                  </a:cubicBezTo>
                  <a:cubicBezTo>
                    <a:pt x="897" y="5"/>
                    <a:pt x="849" y="22"/>
                    <a:pt x="810" y="57"/>
                  </a:cubicBezTo>
                  <a:lnTo>
                    <a:pt x="622" y="220"/>
                  </a:lnTo>
                  <a:lnTo>
                    <a:pt x="440" y="57"/>
                  </a:lnTo>
                  <a:cubicBezTo>
                    <a:pt x="396" y="17"/>
                    <a:pt x="348"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3"/>
            <p:cNvSpPr/>
            <p:nvPr/>
          </p:nvSpPr>
          <p:spPr>
            <a:xfrm>
              <a:off x="2220067" y="3042958"/>
              <a:ext cx="105439" cy="85813"/>
            </a:xfrm>
            <a:custGeom>
              <a:rect b="b" l="l" r="r" t="t"/>
              <a:pathLst>
                <a:path extrusionOk="0" h="3275" w="4024">
                  <a:moveTo>
                    <a:pt x="658" y="1"/>
                  </a:moveTo>
                  <a:cubicBezTo>
                    <a:pt x="293" y="1"/>
                    <a:pt x="1" y="294"/>
                    <a:pt x="1" y="658"/>
                  </a:cubicBezTo>
                  <a:lnTo>
                    <a:pt x="1" y="3073"/>
                  </a:lnTo>
                  <a:cubicBezTo>
                    <a:pt x="1" y="3183"/>
                    <a:pt x="92" y="3274"/>
                    <a:pt x="207" y="3274"/>
                  </a:cubicBezTo>
                  <a:cubicBezTo>
                    <a:pt x="322" y="3274"/>
                    <a:pt x="413" y="3178"/>
                    <a:pt x="413" y="3068"/>
                  </a:cubicBezTo>
                  <a:lnTo>
                    <a:pt x="413" y="654"/>
                  </a:lnTo>
                  <a:cubicBezTo>
                    <a:pt x="413" y="519"/>
                    <a:pt x="519" y="414"/>
                    <a:pt x="653" y="414"/>
                  </a:cubicBezTo>
                  <a:lnTo>
                    <a:pt x="3750" y="414"/>
                  </a:lnTo>
                  <a:cubicBezTo>
                    <a:pt x="4023" y="414"/>
                    <a:pt x="4023" y="1"/>
                    <a:pt x="37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3"/>
            <p:cNvSpPr/>
            <p:nvPr/>
          </p:nvSpPr>
          <p:spPr>
            <a:xfrm>
              <a:off x="2220067" y="3093686"/>
              <a:ext cx="138506" cy="98862"/>
            </a:xfrm>
            <a:custGeom>
              <a:rect b="b" l="l" r="r" t="t"/>
              <a:pathLst>
                <a:path extrusionOk="0" h="3773" w="5286">
                  <a:moveTo>
                    <a:pt x="2384" y="411"/>
                  </a:moveTo>
                  <a:cubicBezTo>
                    <a:pt x="2539" y="411"/>
                    <a:pt x="2694" y="491"/>
                    <a:pt x="2775" y="652"/>
                  </a:cubicBezTo>
                  <a:lnTo>
                    <a:pt x="3169" y="1430"/>
                  </a:lnTo>
                  <a:cubicBezTo>
                    <a:pt x="2955" y="1655"/>
                    <a:pt x="2670" y="1768"/>
                    <a:pt x="2384" y="1768"/>
                  </a:cubicBezTo>
                  <a:cubicBezTo>
                    <a:pt x="2098" y="1768"/>
                    <a:pt x="1813" y="1655"/>
                    <a:pt x="1599" y="1430"/>
                  </a:cubicBezTo>
                  <a:lnTo>
                    <a:pt x="1993" y="652"/>
                  </a:lnTo>
                  <a:cubicBezTo>
                    <a:pt x="2074" y="491"/>
                    <a:pt x="2229" y="411"/>
                    <a:pt x="2384" y="411"/>
                  </a:cubicBezTo>
                  <a:close/>
                  <a:moveTo>
                    <a:pt x="3366" y="1809"/>
                  </a:moveTo>
                  <a:lnTo>
                    <a:pt x="4148" y="3350"/>
                  </a:lnTo>
                  <a:lnTo>
                    <a:pt x="629" y="3350"/>
                  </a:lnTo>
                  <a:lnTo>
                    <a:pt x="1407" y="1809"/>
                  </a:lnTo>
                  <a:cubicBezTo>
                    <a:pt x="1688" y="2054"/>
                    <a:pt x="2037" y="2176"/>
                    <a:pt x="2386" y="2176"/>
                  </a:cubicBezTo>
                  <a:cubicBezTo>
                    <a:pt x="2736" y="2176"/>
                    <a:pt x="3085" y="2054"/>
                    <a:pt x="3366" y="1809"/>
                  </a:cubicBezTo>
                  <a:close/>
                  <a:moveTo>
                    <a:pt x="2384" y="0"/>
                  </a:moveTo>
                  <a:cubicBezTo>
                    <a:pt x="2083" y="0"/>
                    <a:pt x="1782" y="155"/>
                    <a:pt x="1623" y="465"/>
                  </a:cubicBezTo>
                  <a:lnTo>
                    <a:pt x="1172" y="1362"/>
                  </a:lnTo>
                  <a:lnTo>
                    <a:pt x="413" y="2851"/>
                  </a:lnTo>
                  <a:lnTo>
                    <a:pt x="413" y="1958"/>
                  </a:lnTo>
                  <a:cubicBezTo>
                    <a:pt x="413" y="1821"/>
                    <a:pt x="310" y="1753"/>
                    <a:pt x="207" y="1753"/>
                  </a:cubicBezTo>
                  <a:cubicBezTo>
                    <a:pt x="104" y="1753"/>
                    <a:pt x="1" y="1821"/>
                    <a:pt x="1" y="1958"/>
                  </a:cubicBezTo>
                  <a:lnTo>
                    <a:pt x="1" y="3110"/>
                  </a:lnTo>
                  <a:cubicBezTo>
                    <a:pt x="1" y="3292"/>
                    <a:pt x="73" y="3465"/>
                    <a:pt x="207" y="3590"/>
                  </a:cubicBezTo>
                  <a:cubicBezTo>
                    <a:pt x="327" y="3705"/>
                    <a:pt x="490" y="3767"/>
                    <a:pt x="658" y="3772"/>
                  </a:cubicBezTo>
                  <a:lnTo>
                    <a:pt x="5012" y="3772"/>
                  </a:lnTo>
                  <a:cubicBezTo>
                    <a:pt x="5286" y="3772"/>
                    <a:pt x="5286" y="3355"/>
                    <a:pt x="5012" y="3355"/>
                  </a:cubicBezTo>
                  <a:lnTo>
                    <a:pt x="4609" y="3355"/>
                  </a:lnTo>
                  <a:lnTo>
                    <a:pt x="3145" y="465"/>
                  </a:lnTo>
                  <a:cubicBezTo>
                    <a:pt x="2986" y="155"/>
                    <a:pt x="2685" y="0"/>
                    <a:pt x="23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83"/>
            <p:cNvSpPr/>
            <p:nvPr/>
          </p:nvSpPr>
          <p:spPr>
            <a:xfrm>
              <a:off x="2332764" y="3042827"/>
              <a:ext cx="86809" cy="149459"/>
            </a:xfrm>
            <a:custGeom>
              <a:rect b="b" l="l" r="r" t="t"/>
              <a:pathLst>
                <a:path extrusionOk="0" h="5704" w="3313">
                  <a:moveTo>
                    <a:pt x="279" y="1"/>
                  </a:moveTo>
                  <a:cubicBezTo>
                    <a:pt x="1" y="1"/>
                    <a:pt x="1" y="414"/>
                    <a:pt x="279" y="414"/>
                  </a:cubicBezTo>
                  <a:lnTo>
                    <a:pt x="2650" y="414"/>
                  </a:lnTo>
                  <a:cubicBezTo>
                    <a:pt x="2785" y="419"/>
                    <a:pt x="2890" y="524"/>
                    <a:pt x="2890" y="654"/>
                  </a:cubicBezTo>
                  <a:lnTo>
                    <a:pt x="2890" y="5051"/>
                  </a:lnTo>
                  <a:cubicBezTo>
                    <a:pt x="2890" y="5180"/>
                    <a:pt x="2785" y="5286"/>
                    <a:pt x="2650" y="5291"/>
                  </a:cubicBezTo>
                  <a:lnTo>
                    <a:pt x="1537" y="5291"/>
                  </a:lnTo>
                  <a:cubicBezTo>
                    <a:pt x="1263" y="5291"/>
                    <a:pt x="1263" y="5704"/>
                    <a:pt x="1537" y="5704"/>
                  </a:cubicBezTo>
                  <a:lnTo>
                    <a:pt x="2650" y="5704"/>
                  </a:lnTo>
                  <a:cubicBezTo>
                    <a:pt x="3015" y="5704"/>
                    <a:pt x="3313" y="5406"/>
                    <a:pt x="3313" y="5041"/>
                  </a:cubicBezTo>
                  <a:lnTo>
                    <a:pt x="3313" y="659"/>
                  </a:lnTo>
                  <a:cubicBezTo>
                    <a:pt x="3308" y="294"/>
                    <a:pt x="3015" y="1"/>
                    <a:pt x="26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83"/>
            <p:cNvSpPr/>
            <p:nvPr/>
          </p:nvSpPr>
          <p:spPr>
            <a:xfrm>
              <a:off x="2443705" y="3042827"/>
              <a:ext cx="89822" cy="10848"/>
            </a:xfrm>
            <a:custGeom>
              <a:rect b="b" l="l" r="r" t="t"/>
              <a:pathLst>
                <a:path extrusionOk="0" h="414" w="3428">
                  <a:moveTo>
                    <a:pt x="279" y="1"/>
                  </a:moveTo>
                  <a:cubicBezTo>
                    <a:pt x="1" y="1"/>
                    <a:pt x="1" y="414"/>
                    <a:pt x="279" y="414"/>
                  </a:cubicBezTo>
                  <a:lnTo>
                    <a:pt x="3154" y="414"/>
                  </a:lnTo>
                  <a:cubicBezTo>
                    <a:pt x="3428" y="414"/>
                    <a:pt x="3428"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3"/>
            <p:cNvSpPr/>
            <p:nvPr/>
          </p:nvSpPr>
          <p:spPr>
            <a:xfrm>
              <a:off x="2432884" y="3065990"/>
              <a:ext cx="100644" cy="10953"/>
            </a:xfrm>
            <a:custGeom>
              <a:rect b="b" l="l" r="r" t="t"/>
              <a:pathLst>
                <a:path extrusionOk="0" h="418"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3"/>
            <p:cNvSpPr/>
            <p:nvPr/>
          </p:nvSpPr>
          <p:spPr>
            <a:xfrm>
              <a:off x="2432884" y="3089127"/>
              <a:ext cx="100644" cy="10979"/>
            </a:xfrm>
            <a:custGeom>
              <a:rect b="b" l="l" r="r" t="t"/>
              <a:pathLst>
                <a:path extrusionOk="0" h="419"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3"/>
            <p:cNvSpPr/>
            <p:nvPr/>
          </p:nvSpPr>
          <p:spPr>
            <a:xfrm>
              <a:off x="2432884" y="3112264"/>
              <a:ext cx="100644" cy="10979"/>
            </a:xfrm>
            <a:custGeom>
              <a:rect b="b" l="l" r="r" t="t"/>
              <a:pathLst>
                <a:path extrusionOk="0" h="419" w="3841">
                  <a:moveTo>
                    <a:pt x="279" y="1"/>
                  </a:moveTo>
                  <a:cubicBezTo>
                    <a:pt x="1" y="1"/>
                    <a:pt x="1" y="418"/>
                    <a:pt x="279" y="418"/>
                  </a:cubicBezTo>
                  <a:lnTo>
                    <a:pt x="3567" y="418"/>
                  </a:lnTo>
                  <a:cubicBezTo>
                    <a:pt x="3841" y="418"/>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83"/>
            <p:cNvSpPr/>
            <p:nvPr/>
          </p:nvSpPr>
          <p:spPr>
            <a:xfrm>
              <a:off x="2432884" y="3135401"/>
              <a:ext cx="100644" cy="10979"/>
            </a:xfrm>
            <a:custGeom>
              <a:rect b="b" l="l" r="r" t="t"/>
              <a:pathLst>
                <a:path extrusionOk="0" h="419" w="3841">
                  <a:moveTo>
                    <a:pt x="279" y="1"/>
                  </a:moveTo>
                  <a:cubicBezTo>
                    <a:pt x="1" y="1"/>
                    <a:pt x="1" y="419"/>
                    <a:pt x="279" y="419"/>
                  </a:cubicBezTo>
                  <a:lnTo>
                    <a:pt x="3567" y="419"/>
                  </a:lnTo>
                  <a:cubicBezTo>
                    <a:pt x="3841" y="419"/>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3"/>
            <p:cNvSpPr/>
            <p:nvPr/>
          </p:nvSpPr>
          <p:spPr>
            <a:xfrm>
              <a:off x="2432884" y="3158669"/>
              <a:ext cx="100644" cy="10848"/>
            </a:xfrm>
            <a:custGeom>
              <a:rect b="b" l="l" r="r" t="t"/>
              <a:pathLst>
                <a:path extrusionOk="0" h="414" w="3841">
                  <a:moveTo>
                    <a:pt x="279" y="1"/>
                  </a:moveTo>
                  <a:cubicBezTo>
                    <a:pt x="1" y="1"/>
                    <a:pt x="1" y="414"/>
                    <a:pt x="279" y="414"/>
                  </a:cubicBezTo>
                  <a:lnTo>
                    <a:pt x="3567" y="414"/>
                  </a:lnTo>
                  <a:cubicBezTo>
                    <a:pt x="3841" y="414"/>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3"/>
            <p:cNvSpPr/>
            <p:nvPr/>
          </p:nvSpPr>
          <p:spPr>
            <a:xfrm>
              <a:off x="2432884" y="3181832"/>
              <a:ext cx="74494" cy="10848"/>
            </a:xfrm>
            <a:custGeom>
              <a:rect b="b" l="l" r="r" t="t"/>
              <a:pathLst>
                <a:path extrusionOk="0" h="414" w="2843">
                  <a:moveTo>
                    <a:pt x="279" y="0"/>
                  </a:moveTo>
                  <a:cubicBezTo>
                    <a:pt x="1" y="0"/>
                    <a:pt x="1" y="413"/>
                    <a:pt x="279" y="413"/>
                  </a:cubicBezTo>
                  <a:lnTo>
                    <a:pt x="2569" y="413"/>
                  </a:lnTo>
                  <a:cubicBezTo>
                    <a:pt x="2842" y="413"/>
                    <a:pt x="2842" y="0"/>
                    <a:pt x="25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3"/>
            <p:cNvSpPr/>
            <p:nvPr/>
          </p:nvSpPr>
          <p:spPr>
            <a:xfrm>
              <a:off x="2325847" y="3060776"/>
              <a:ext cx="71349" cy="71271"/>
            </a:xfrm>
            <a:custGeom>
              <a:rect b="b" l="l" r="r" t="t"/>
              <a:pathLst>
                <a:path extrusionOk="0" h="2720" w="2723">
                  <a:moveTo>
                    <a:pt x="956" y="521"/>
                  </a:moveTo>
                  <a:lnTo>
                    <a:pt x="956" y="521"/>
                  </a:lnTo>
                  <a:cubicBezTo>
                    <a:pt x="879" y="1241"/>
                    <a:pt x="1378" y="1898"/>
                    <a:pt x="2094" y="2018"/>
                  </a:cubicBezTo>
                  <a:cubicBezTo>
                    <a:pt x="1905" y="2210"/>
                    <a:pt x="1657" y="2304"/>
                    <a:pt x="1411" y="2304"/>
                  </a:cubicBezTo>
                  <a:cubicBezTo>
                    <a:pt x="1125" y="2304"/>
                    <a:pt x="842" y="2177"/>
                    <a:pt x="654" y="1927"/>
                  </a:cubicBezTo>
                  <a:cubicBezTo>
                    <a:pt x="303" y="1466"/>
                    <a:pt x="447" y="799"/>
                    <a:pt x="956" y="521"/>
                  </a:cubicBezTo>
                  <a:close/>
                  <a:moveTo>
                    <a:pt x="1251" y="1"/>
                  </a:moveTo>
                  <a:cubicBezTo>
                    <a:pt x="1242" y="1"/>
                    <a:pt x="1234" y="1"/>
                    <a:pt x="1225" y="2"/>
                  </a:cubicBezTo>
                  <a:cubicBezTo>
                    <a:pt x="514" y="98"/>
                    <a:pt x="1" y="732"/>
                    <a:pt x="49" y="1447"/>
                  </a:cubicBezTo>
                  <a:cubicBezTo>
                    <a:pt x="97" y="2162"/>
                    <a:pt x="692" y="2719"/>
                    <a:pt x="1412" y="2719"/>
                  </a:cubicBezTo>
                  <a:cubicBezTo>
                    <a:pt x="1954" y="2719"/>
                    <a:pt x="2444" y="2398"/>
                    <a:pt x="2660" y="1898"/>
                  </a:cubicBezTo>
                  <a:cubicBezTo>
                    <a:pt x="2723" y="1760"/>
                    <a:pt x="2618" y="1608"/>
                    <a:pt x="2475" y="1608"/>
                  </a:cubicBezTo>
                  <a:cubicBezTo>
                    <a:pt x="2465" y="1608"/>
                    <a:pt x="2455" y="1609"/>
                    <a:pt x="2444" y="1610"/>
                  </a:cubicBezTo>
                  <a:cubicBezTo>
                    <a:pt x="2398" y="1617"/>
                    <a:pt x="2354" y="1620"/>
                    <a:pt x="2309" y="1620"/>
                  </a:cubicBezTo>
                  <a:cubicBezTo>
                    <a:pt x="1643" y="1620"/>
                    <a:pt x="1166" y="930"/>
                    <a:pt x="1441" y="290"/>
                  </a:cubicBezTo>
                  <a:cubicBezTo>
                    <a:pt x="1504" y="150"/>
                    <a:pt x="1396" y="1"/>
                    <a:pt x="1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0" name="Google Shape;14850;p83"/>
          <p:cNvGrpSpPr/>
          <p:nvPr/>
        </p:nvGrpSpPr>
        <p:grpSpPr>
          <a:xfrm>
            <a:off x="1312334" y="2901098"/>
            <a:ext cx="377342" cy="365525"/>
            <a:chOff x="1312334" y="2901098"/>
            <a:chExt cx="377342" cy="365525"/>
          </a:xfrm>
        </p:grpSpPr>
        <p:sp>
          <p:nvSpPr>
            <p:cNvPr id="14851" name="Google Shape;14851;p83"/>
            <p:cNvSpPr/>
            <p:nvPr/>
          </p:nvSpPr>
          <p:spPr>
            <a:xfrm>
              <a:off x="1317863" y="2906574"/>
              <a:ext cx="371813" cy="354651"/>
            </a:xfrm>
            <a:custGeom>
              <a:rect b="b" l="l" r="r" t="t"/>
              <a:pathLst>
                <a:path extrusionOk="0" h="13535" w="14190">
                  <a:moveTo>
                    <a:pt x="2667" y="5653"/>
                  </a:moveTo>
                  <a:cubicBezTo>
                    <a:pt x="2733" y="5653"/>
                    <a:pt x="2801" y="5678"/>
                    <a:pt x="2857" y="5734"/>
                  </a:cubicBezTo>
                  <a:lnTo>
                    <a:pt x="7834" y="10721"/>
                  </a:lnTo>
                  <a:cubicBezTo>
                    <a:pt x="8007" y="10889"/>
                    <a:pt x="7887" y="11182"/>
                    <a:pt x="7642" y="11187"/>
                  </a:cubicBezTo>
                  <a:lnTo>
                    <a:pt x="2665" y="11187"/>
                  </a:lnTo>
                  <a:cubicBezTo>
                    <a:pt x="2511" y="11187"/>
                    <a:pt x="2391" y="11062"/>
                    <a:pt x="2391" y="10913"/>
                  </a:cubicBezTo>
                  <a:lnTo>
                    <a:pt x="2391" y="5931"/>
                  </a:lnTo>
                  <a:cubicBezTo>
                    <a:pt x="2391" y="5764"/>
                    <a:pt x="2526" y="5653"/>
                    <a:pt x="2667" y="5653"/>
                  </a:cubicBezTo>
                  <a:close/>
                  <a:moveTo>
                    <a:pt x="497" y="0"/>
                  </a:moveTo>
                  <a:cubicBezTo>
                    <a:pt x="244" y="0"/>
                    <a:pt x="0" y="198"/>
                    <a:pt x="0" y="497"/>
                  </a:cubicBezTo>
                  <a:lnTo>
                    <a:pt x="0" y="13040"/>
                  </a:lnTo>
                  <a:cubicBezTo>
                    <a:pt x="0" y="13313"/>
                    <a:pt x="221" y="13534"/>
                    <a:pt x="495" y="13534"/>
                  </a:cubicBezTo>
                  <a:lnTo>
                    <a:pt x="13038" y="13534"/>
                  </a:lnTo>
                  <a:cubicBezTo>
                    <a:pt x="13417" y="13529"/>
                    <a:pt x="13652" y="13112"/>
                    <a:pt x="13456" y="12785"/>
                  </a:cubicBezTo>
                  <a:cubicBezTo>
                    <a:pt x="13408" y="12704"/>
                    <a:pt x="14190" y="13501"/>
                    <a:pt x="840" y="146"/>
                  </a:cubicBezTo>
                  <a:cubicBezTo>
                    <a:pt x="741" y="45"/>
                    <a:pt x="618" y="0"/>
                    <a:pt x="49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3"/>
            <p:cNvSpPr/>
            <p:nvPr/>
          </p:nvSpPr>
          <p:spPr>
            <a:xfrm>
              <a:off x="1348939" y="2919335"/>
              <a:ext cx="314089" cy="314325"/>
            </a:xfrm>
            <a:custGeom>
              <a:rect b="b" l="l" r="r" t="t"/>
              <a:pathLst>
                <a:path extrusionOk="0" h="11996" w="11987">
                  <a:moveTo>
                    <a:pt x="1479" y="5166"/>
                  </a:moveTo>
                  <a:cubicBezTo>
                    <a:pt x="1547" y="5166"/>
                    <a:pt x="1615" y="5191"/>
                    <a:pt x="1671" y="5247"/>
                  </a:cubicBezTo>
                  <a:lnTo>
                    <a:pt x="6648" y="10234"/>
                  </a:lnTo>
                  <a:cubicBezTo>
                    <a:pt x="6821" y="10402"/>
                    <a:pt x="6696" y="10695"/>
                    <a:pt x="6456" y="10700"/>
                  </a:cubicBezTo>
                  <a:lnTo>
                    <a:pt x="1474" y="10700"/>
                  </a:lnTo>
                  <a:cubicBezTo>
                    <a:pt x="1325" y="10700"/>
                    <a:pt x="1200" y="10575"/>
                    <a:pt x="1200" y="10426"/>
                  </a:cubicBezTo>
                  <a:lnTo>
                    <a:pt x="1200" y="5444"/>
                  </a:lnTo>
                  <a:cubicBezTo>
                    <a:pt x="1200" y="5277"/>
                    <a:pt x="1337" y="5166"/>
                    <a:pt x="1479" y="5166"/>
                  </a:cubicBezTo>
                  <a:close/>
                  <a:moveTo>
                    <a:pt x="0" y="0"/>
                  </a:moveTo>
                  <a:lnTo>
                    <a:pt x="0" y="11501"/>
                  </a:lnTo>
                  <a:cubicBezTo>
                    <a:pt x="0" y="11775"/>
                    <a:pt x="221" y="11996"/>
                    <a:pt x="494" y="11996"/>
                  </a:cubicBezTo>
                  <a:lnTo>
                    <a:pt x="11986" y="11996"/>
                  </a:lnTo>
                  <a:lnTo>
                    <a:pt x="2247" y="2251"/>
                  </a:lnTo>
                  <a:lnTo>
                    <a:pt x="53" y="58"/>
                  </a:lnTo>
                  <a:lnTo>
                    <a:pt x="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3"/>
            <p:cNvSpPr/>
            <p:nvPr/>
          </p:nvSpPr>
          <p:spPr>
            <a:xfrm>
              <a:off x="1312439" y="2984265"/>
              <a:ext cx="290455" cy="282358"/>
            </a:xfrm>
            <a:custGeom>
              <a:rect b="b" l="l" r="r" t="t"/>
              <a:pathLst>
                <a:path extrusionOk="0" h="10776" w="11085">
                  <a:moveTo>
                    <a:pt x="207" y="0"/>
                  </a:moveTo>
                  <a:cubicBezTo>
                    <a:pt x="104" y="0"/>
                    <a:pt x="1" y="69"/>
                    <a:pt x="1" y="205"/>
                  </a:cubicBezTo>
                  <a:lnTo>
                    <a:pt x="1" y="10075"/>
                  </a:lnTo>
                  <a:cubicBezTo>
                    <a:pt x="1" y="10459"/>
                    <a:pt x="313" y="10776"/>
                    <a:pt x="702" y="10776"/>
                  </a:cubicBezTo>
                  <a:lnTo>
                    <a:pt x="10806" y="10776"/>
                  </a:lnTo>
                  <a:cubicBezTo>
                    <a:pt x="11085" y="10776"/>
                    <a:pt x="11085" y="10358"/>
                    <a:pt x="10806" y="10358"/>
                  </a:cubicBezTo>
                  <a:lnTo>
                    <a:pt x="702" y="10358"/>
                  </a:lnTo>
                  <a:cubicBezTo>
                    <a:pt x="543" y="10358"/>
                    <a:pt x="414" y="10228"/>
                    <a:pt x="414" y="10070"/>
                  </a:cubicBezTo>
                  <a:lnTo>
                    <a:pt x="414" y="205"/>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3"/>
            <p:cNvSpPr/>
            <p:nvPr/>
          </p:nvSpPr>
          <p:spPr>
            <a:xfrm>
              <a:off x="1312334" y="2901098"/>
              <a:ext cx="365394" cy="365525"/>
            </a:xfrm>
            <a:custGeom>
              <a:rect b="b" l="l" r="r" t="t"/>
              <a:pathLst>
                <a:path extrusionOk="0" h="13950" w="13945">
                  <a:moveTo>
                    <a:pt x="706" y="0"/>
                  </a:moveTo>
                  <a:cubicBezTo>
                    <a:pt x="317" y="0"/>
                    <a:pt x="0" y="312"/>
                    <a:pt x="0" y="701"/>
                  </a:cubicBezTo>
                  <a:lnTo>
                    <a:pt x="0" y="2554"/>
                  </a:lnTo>
                  <a:cubicBezTo>
                    <a:pt x="0" y="2691"/>
                    <a:pt x="103" y="2759"/>
                    <a:pt x="207" y="2759"/>
                  </a:cubicBezTo>
                  <a:cubicBezTo>
                    <a:pt x="310" y="2759"/>
                    <a:pt x="413" y="2691"/>
                    <a:pt x="413" y="2554"/>
                  </a:cubicBezTo>
                  <a:lnTo>
                    <a:pt x="413" y="706"/>
                  </a:lnTo>
                  <a:cubicBezTo>
                    <a:pt x="413" y="545"/>
                    <a:pt x="538" y="418"/>
                    <a:pt x="697" y="418"/>
                  </a:cubicBezTo>
                  <a:cubicBezTo>
                    <a:pt x="700" y="418"/>
                    <a:pt x="703" y="418"/>
                    <a:pt x="706" y="418"/>
                  </a:cubicBezTo>
                  <a:cubicBezTo>
                    <a:pt x="778" y="418"/>
                    <a:pt x="850" y="447"/>
                    <a:pt x="903" y="499"/>
                  </a:cubicBezTo>
                  <a:lnTo>
                    <a:pt x="1301" y="898"/>
                  </a:lnTo>
                  <a:lnTo>
                    <a:pt x="739" y="1455"/>
                  </a:lnTo>
                  <a:cubicBezTo>
                    <a:pt x="610" y="1584"/>
                    <a:pt x="701" y="1810"/>
                    <a:pt x="883" y="1810"/>
                  </a:cubicBezTo>
                  <a:cubicBezTo>
                    <a:pt x="1032" y="1810"/>
                    <a:pt x="1047" y="1704"/>
                    <a:pt x="1594" y="1191"/>
                  </a:cubicBezTo>
                  <a:lnTo>
                    <a:pt x="2251" y="1848"/>
                  </a:lnTo>
                  <a:lnTo>
                    <a:pt x="2031" y="2064"/>
                  </a:lnTo>
                  <a:cubicBezTo>
                    <a:pt x="1879" y="2213"/>
                    <a:pt x="2019" y="2424"/>
                    <a:pt x="2181" y="2424"/>
                  </a:cubicBezTo>
                  <a:cubicBezTo>
                    <a:pt x="2229" y="2424"/>
                    <a:pt x="2279" y="2405"/>
                    <a:pt x="2323" y="2362"/>
                  </a:cubicBezTo>
                  <a:lnTo>
                    <a:pt x="2544" y="2141"/>
                  </a:lnTo>
                  <a:lnTo>
                    <a:pt x="3207" y="2803"/>
                  </a:lnTo>
                  <a:lnTo>
                    <a:pt x="2645" y="3360"/>
                  </a:lnTo>
                  <a:cubicBezTo>
                    <a:pt x="2494" y="3511"/>
                    <a:pt x="2631" y="3718"/>
                    <a:pt x="2792" y="3718"/>
                  </a:cubicBezTo>
                  <a:cubicBezTo>
                    <a:pt x="2841" y="3718"/>
                    <a:pt x="2892" y="3699"/>
                    <a:pt x="2938" y="3653"/>
                  </a:cubicBezTo>
                  <a:lnTo>
                    <a:pt x="3495" y="3096"/>
                  </a:lnTo>
                  <a:lnTo>
                    <a:pt x="4157" y="3754"/>
                  </a:lnTo>
                  <a:lnTo>
                    <a:pt x="3936" y="3970"/>
                  </a:lnTo>
                  <a:cubicBezTo>
                    <a:pt x="3784" y="4118"/>
                    <a:pt x="3924" y="4330"/>
                    <a:pt x="4087" y="4330"/>
                  </a:cubicBezTo>
                  <a:cubicBezTo>
                    <a:pt x="4135" y="4330"/>
                    <a:pt x="4184" y="4311"/>
                    <a:pt x="4229" y="4267"/>
                  </a:cubicBezTo>
                  <a:lnTo>
                    <a:pt x="4450" y="4047"/>
                  </a:lnTo>
                  <a:lnTo>
                    <a:pt x="5108" y="4709"/>
                  </a:lnTo>
                  <a:lnTo>
                    <a:pt x="4551" y="5266"/>
                  </a:lnTo>
                  <a:cubicBezTo>
                    <a:pt x="4400" y="5417"/>
                    <a:pt x="4537" y="5624"/>
                    <a:pt x="4697" y="5624"/>
                  </a:cubicBezTo>
                  <a:cubicBezTo>
                    <a:pt x="4746" y="5624"/>
                    <a:pt x="4798" y="5605"/>
                    <a:pt x="4844" y="5559"/>
                  </a:cubicBezTo>
                  <a:lnTo>
                    <a:pt x="5405" y="5002"/>
                  </a:lnTo>
                  <a:lnTo>
                    <a:pt x="6063" y="5660"/>
                  </a:lnTo>
                  <a:lnTo>
                    <a:pt x="5842" y="5876"/>
                  </a:lnTo>
                  <a:cubicBezTo>
                    <a:pt x="5690" y="6024"/>
                    <a:pt x="5830" y="6235"/>
                    <a:pt x="5993" y="6235"/>
                  </a:cubicBezTo>
                  <a:cubicBezTo>
                    <a:pt x="6040" y="6235"/>
                    <a:pt x="6090" y="6217"/>
                    <a:pt x="6135" y="6173"/>
                  </a:cubicBezTo>
                  <a:lnTo>
                    <a:pt x="6356" y="5952"/>
                  </a:lnTo>
                  <a:lnTo>
                    <a:pt x="7018" y="6615"/>
                  </a:lnTo>
                  <a:lnTo>
                    <a:pt x="6457" y="7172"/>
                  </a:lnTo>
                  <a:cubicBezTo>
                    <a:pt x="6306" y="7322"/>
                    <a:pt x="6442" y="7530"/>
                    <a:pt x="6603" y="7530"/>
                  </a:cubicBezTo>
                  <a:cubicBezTo>
                    <a:pt x="6652" y="7530"/>
                    <a:pt x="6703" y="7510"/>
                    <a:pt x="6749" y="7464"/>
                  </a:cubicBezTo>
                  <a:lnTo>
                    <a:pt x="7311" y="6908"/>
                  </a:lnTo>
                  <a:lnTo>
                    <a:pt x="7969" y="7565"/>
                  </a:lnTo>
                  <a:lnTo>
                    <a:pt x="7748" y="7781"/>
                  </a:lnTo>
                  <a:cubicBezTo>
                    <a:pt x="7596" y="7930"/>
                    <a:pt x="7736" y="8141"/>
                    <a:pt x="7898" y="8141"/>
                  </a:cubicBezTo>
                  <a:cubicBezTo>
                    <a:pt x="7946" y="8141"/>
                    <a:pt x="7996" y="8123"/>
                    <a:pt x="8041" y="8079"/>
                  </a:cubicBezTo>
                  <a:lnTo>
                    <a:pt x="8261" y="7858"/>
                  </a:lnTo>
                  <a:lnTo>
                    <a:pt x="8919" y="8520"/>
                  </a:lnTo>
                  <a:lnTo>
                    <a:pt x="8362" y="9077"/>
                  </a:lnTo>
                  <a:cubicBezTo>
                    <a:pt x="8211" y="9228"/>
                    <a:pt x="8348" y="9435"/>
                    <a:pt x="8509" y="9435"/>
                  </a:cubicBezTo>
                  <a:cubicBezTo>
                    <a:pt x="8558" y="9435"/>
                    <a:pt x="8609" y="9416"/>
                    <a:pt x="8655" y="9370"/>
                  </a:cubicBezTo>
                  <a:lnTo>
                    <a:pt x="9212" y="8813"/>
                  </a:lnTo>
                  <a:lnTo>
                    <a:pt x="9874" y="9471"/>
                  </a:lnTo>
                  <a:lnTo>
                    <a:pt x="9653" y="9687"/>
                  </a:lnTo>
                  <a:cubicBezTo>
                    <a:pt x="9502" y="9834"/>
                    <a:pt x="9640" y="10044"/>
                    <a:pt x="9801" y="10044"/>
                  </a:cubicBezTo>
                  <a:cubicBezTo>
                    <a:pt x="9850" y="10044"/>
                    <a:pt x="9901" y="10025"/>
                    <a:pt x="9946" y="9980"/>
                  </a:cubicBezTo>
                  <a:lnTo>
                    <a:pt x="10167" y="9764"/>
                  </a:lnTo>
                  <a:lnTo>
                    <a:pt x="10830" y="10426"/>
                  </a:lnTo>
                  <a:lnTo>
                    <a:pt x="10268" y="10983"/>
                  </a:lnTo>
                  <a:cubicBezTo>
                    <a:pt x="10121" y="11134"/>
                    <a:pt x="10258" y="11341"/>
                    <a:pt x="10417" y="11341"/>
                  </a:cubicBezTo>
                  <a:cubicBezTo>
                    <a:pt x="10466" y="11341"/>
                    <a:pt x="10516" y="11322"/>
                    <a:pt x="10561" y="11276"/>
                  </a:cubicBezTo>
                  <a:lnTo>
                    <a:pt x="11122" y="10719"/>
                  </a:lnTo>
                  <a:lnTo>
                    <a:pt x="11785" y="11381"/>
                  </a:lnTo>
                  <a:lnTo>
                    <a:pt x="11564" y="11593"/>
                  </a:lnTo>
                  <a:cubicBezTo>
                    <a:pt x="11412" y="11744"/>
                    <a:pt x="11551" y="11953"/>
                    <a:pt x="11713" y="11953"/>
                  </a:cubicBezTo>
                  <a:cubicBezTo>
                    <a:pt x="11761" y="11953"/>
                    <a:pt x="11812" y="11934"/>
                    <a:pt x="11857" y="11890"/>
                  </a:cubicBezTo>
                  <a:lnTo>
                    <a:pt x="12078" y="11674"/>
                  </a:lnTo>
                  <a:lnTo>
                    <a:pt x="12735" y="12332"/>
                  </a:lnTo>
                  <a:lnTo>
                    <a:pt x="12178" y="12889"/>
                  </a:lnTo>
                  <a:cubicBezTo>
                    <a:pt x="12028" y="13040"/>
                    <a:pt x="12164" y="13247"/>
                    <a:pt x="12323" y="13247"/>
                  </a:cubicBezTo>
                  <a:cubicBezTo>
                    <a:pt x="12371" y="13247"/>
                    <a:pt x="12422" y="13227"/>
                    <a:pt x="12466" y="13182"/>
                  </a:cubicBezTo>
                  <a:lnTo>
                    <a:pt x="13028" y="12625"/>
                  </a:lnTo>
                  <a:lnTo>
                    <a:pt x="13450" y="13047"/>
                  </a:lnTo>
                  <a:cubicBezTo>
                    <a:pt x="13503" y="13095"/>
                    <a:pt x="13532" y="13167"/>
                    <a:pt x="13532" y="13244"/>
                  </a:cubicBezTo>
                  <a:cubicBezTo>
                    <a:pt x="13537" y="13400"/>
                    <a:pt x="13412" y="13532"/>
                    <a:pt x="13253" y="13532"/>
                  </a:cubicBezTo>
                  <a:cubicBezTo>
                    <a:pt x="13250" y="13532"/>
                    <a:pt x="13247" y="13532"/>
                    <a:pt x="13244" y="13532"/>
                  </a:cubicBezTo>
                  <a:lnTo>
                    <a:pt x="11641" y="13532"/>
                  </a:lnTo>
                  <a:cubicBezTo>
                    <a:pt x="11362" y="13532"/>
                    <a:pt x="11362" y="13950"/>
                    <a:pt x="11641" y="13950"/>
                  </a:cubicBezTo>
                  <a:lnTo>
                    <a:pt x="13244" y="13950"/>
                  </a:lnTo>
                  <a:cubicBezTo>
                    <a:pt x="13628" y="13945"/>
                    <a:pt x="13945" y="13633"/>
                    <a:pt x="13945" y="13244"/>
                  </a:cubicBezTo>
                  <a:cubicBezTo>
                    <a:pt x="13945" y="13057"/>
                    <a:pt x="13868" y="12879"/>
                    <a:pt x="13739" y="12749"/>
                  </a:cubicBezTo>
                  <a:lnTo>
                    <a:pt x="1195" y="207"/>
                  </a:lnTo>
                  <a:cubicBezTo>
                    <a:pt x="1066" y="77"/>
                    <a:pt x="888" y="0"/>
                    <a:pt x="7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83"/>
            <p:cNvSpPr/>
            <p:nvPr/>
          </p:nvSpPr>
          <p:spPr>
            <a:xfrm>
              <a:off x="1374958" y="3039185"/>
              <a:ext cx="61392" cy="72240"/>
            </a:xfrm>
            <a:custGeom>
              <a:rect b="b" l="l" r="r" t="t"/>
              <a:pathLst>
                <a:path extrusionOk="0" h="2757" w="2343">
                  <a:moveTo>
                    <a:pt x="208" y="0"/>
                  </a:moveTo>
                  <a:cubicBezTo>
                    <a:pt x="101" y="0"/>
                    <a:pt x="1" y="84"/>
                    <a:pt x="1" y="207"/>
                  </a:cubicBezTo>
                  <a:lnTo>
                    <a:pt x="1" y="2550"/>
                  </a:lnTo>
                  <a:cubicBezTo>
                    <a:pt x="1" y="2660"/>
                    <a:pt x="92" y="2756"/>
                    <a:pt x="207" y="2756"/>
                  </a:cubicBezTo>
                  <a:cubicBezTo>
                    <a:pt x="322" y="2756"/>
                    <a:pt x="414" y="2660"/>
                    <a:pt x="414" y="2545"/>
                  </a:cubicBezTo>
                  <a:lnTo>
                    <a:pt x="414" y="706"/>
                  </a:lnTo>
                  <a:lnTo>
                    <a:pt x="1902" y="2194"/>
                  </a:lnTo>
                  <a:cubicBezTo>
                    <a:pt x="1946" y="2239"/>
                    <a:pt x="1995" y="2257"/>
                    <a:pt x="2043" y="2257"/>
                  </a:cubicBezTo>
                  <a:cubicBezTo>
                    <a:pt x="2203" y="2257"/>
                    <a:pt x="2342" y="2049"/>
                    <a:pt x="2194" y="1902"/>
                  </a:cubicBezTo>
                  <a:lnTo>
                    <a:pt x="356" y="63"/>
                  </a:lnTo>
                  <a:cubicBezTo>
                    <a:pt x="312" y="20"/>
                    <a:pt x="260"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83"/>
            <p:cNvSpPr/>
            <p:nvPr/>
          </p:nvSpPr>
          <p:spPr>
            <a:xfrm>
              <a:off x="1436141" y="3102648"/>
              <a:ext cx="106513" cy="102478"/>
            </a:xfrm>
            <a:custGeom>
              <a:rect b="b" l="l" r="r" t="t"/>
              <a:pathLst>
                <a:path extrusionOk="0" h="3911" w="4065">
                  <a:moveTo>
                    <a:pt x="297" y="0"/>
                  </a:moveTo>
                  <a:cubicBezTo>
                    <a:pt x="138" y="0"/>
                    <a:pt x="0" y="207"/>
                    <a:pt x="147" y="358"/>
                  </a:cubicBezTo>
                  <a:lnTo>
                    <a:pt x="3287" y="3497"/>
                  </a:lnTo>
                  <a:lnTo>
                    <a:pt x="887" y="3497"/>
                  </a:lnTo>
                  <a:cubicBezTo>
                    <a:pt x="776" y="3497"/>
                    <a:pt x="680" y="3589"/>
                    <a:pt x="680" y="3704"/>
                  </a:cubicBezTo>
                  <a:cubicBezTo>
                    <a:pt x="680" y="3819"/>
                    <a:pt x="776" y="3910"/>
                    <a:pt x="891" y="3910"/>
                  </a:cubicBezTo>
                  <a:lnTo>
                    <a:pt x="3786" y="3910"/>
                  </a:lnTo>
                  <a:cubicBezTo>
                    <a:pt x="3973" y="3910"/>
                    <a:pt x="4064" y="3685"/>
                    <a:pt x="3935" y="3555"/>
                  </a:cubicBezTo>
                  <a:lnTo>
                    <a:pt x="440" y="65"/>
                  </a:lnTo>
                  <a:cubicBezTo>
                    <a:pt x="395"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3"/>
            <p:cNvSpPr/>
            <p:nvPr/>
          </p:nvSpPr>
          <p:spPr>
            <a:xfrm>
              <a:off x="1374958" y="3122142"/>
              <a:ext cx="69961" cy="82983"/>
            </a:xfrm>
            <a:custGeom>
              <a:rect b="b" l="l" r="r" t="t"/>
              <a:pathLst>
                <a:path extrusionOk="0" h="3167" w="2670">
                  <a:moveTo>
                    <a:pt x="208" y="0"/>
                  </a:moveTo>
                  <a:cubicBezTo>
                    <a:pt x="104" y="0"/>
                    <a:pt x="1" y="70"/>
                    <a:pt x="1" y="209"/>
                  </a:cubicBezTo>
                  <a:lnTo>
                    <a:pt x="1" y="2960"/>
                  </a:lnTo>
                  <a:cubicBezTo>
                    <a:pt x="1" y="3075"/>
                    <a:pt x="92" y="3166"/>
                    <a:pt x="207" y="3166"/>
                  </a:cubicBezTo>
                  <a:lnTo>
                    <a:pt x="2396" y="3166"/>
                  </a:lnTo>
                  <a:cubicBezTo>
                    <a:pt x="2670" y="3166"/>
                    <a:pt x="2670" y="2753"/>
                    <a:pt x="2396" y="2753"/>
                  </a:cubicBezTo>
                  <a:lnTo>
                    <a:pt x="418" y="2753"/>
                  </a:lnTo>
                  <a:lnTo>
                    <a:pt x="418" y="209"/>
                  </a:lnTo>
                  <a:cubicBezTo>
                    <a:pt x="416" y="70"/>
                    <a:pt x="312"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8" name="Google Shape;14858;p83"/>
          <p:cNvGrpSpPr/>
          <p:nvPr/>
        </p:nvGrpSpPr>
        <p:grpSpPr>
          <a:xfrm>
            <a:off x="859660" y="2901229"/>
            <a:ext cx="377133" cy="365341"/>
            <a:chOff x="859660" y="2901229"/>
            <a:chExt cx="377133" cy="365341"/>
          </a:xfrm>
        </p:grpSpPr>
        <p:sp>
          <p:nvSpPr>
            <p:cNvPr id="14859" name="Google Shape;14859;p83"/>
            <p:cNvSpPr/>
            <p:nvPr/>
          </p:nvSpPr>
          <p:spPr>
            <a:xfrm>
              <a:off x="859660" y="2989007"/>
              <a:ext cx="311810" cy="272087"/>
            </a:xfrm>
            <a:custGeom>
              <a:rect b="b" l="l" r="r" t="t"/>
              <a:pathLst>
                <a:path extrusionOk="0" h="10384" w="11900">
                  <a:moveTo>
                    <a:pt x="9188" y="7061"/>
                  </a:moveTo>
                  <a:cubicBezTo>
                    <a:pt x="9597" y="7061"/>
                    <a:pt x="9999" y="7331"/>
                    <a:pt x="10090" y="7806"/>
                  </a:cubicBezTo>
                  <a:cubicBezTo>
                    <a:pt x="10207" y="8413"/>
                    <a:pt x="9722" y="8897"/>
                    <a:pt x="9188" y="8897"/>
                  </a:cubicBezTo>
                  <a:cubicBezTo>
                    <a:pt x="9017" y="8897"/>
                    <a:pt x="8842" y="8847"/>
                    <a:pt x="8679" y="8737"/>
                  </a:cubicBezTo>
                  <a:cubicBezTo>
                    <a:pt x="8256" y="8454"/>
                    <a:pt x="8146" y="7882"/>
                    <a:pt x="8434" y="7460"/>
                  </a:cubicBezTo>
                  <a:lnTo>
                    <a:pt x="8434" y="7460"/>
                  </a:lnTo>
                  <a:lnTo>
                    <a:pt x="8434" y="7465"/>
                  </a:lnTo>
                  <a:cubicBezTo>
                    <a:pt x="8622" y="7189"/>
                    <a:pt x="8906" y="7061"/>
                    <a:pt x="9188" y="7061"/>
                  </a:cubicBezTo>
                  <a:close/>
                  <a:moveTo>
                    <a:pt x="5165" y="0"/>
                  </a:moveTo>
                  <a:cubicBezTo>
                    <a:pt x="3658" y="0"/>
                    <a:pt x="2249" y="744"/>
                    <a:pt x="1406" y="1988"/>
                  </a:cubicBezTo>
                  <a:cubicBezTo>
                    <a:pt x="0" y="4066"/>
                    <a:pt x="542" y="6889"/>
                    <a:pt x="2611" y="8300"/>
                  </a:cubicBezTo>
                  <a:cubicBezTo>
                    <a:pt x="2611" y="8300"/>
                    <a:pt x="5385" y="10384"/>
                    <a:pt x="8115" y="10384"/>
                  </a:cubicBezTo>
                  <a:cubicBezTo>
                    <a:pt x="9318" y="10384"/>
                    <a:pt x="10513" y="9979"/>
                    <a:pt x="11458" y="8814"/>
                  </a:cubicBezTo>
                  <a:lnTo>
                    <a:pt x="11473" y="8799"/>
                  </a:lnTo>
                  <a:cubicBezTo>
                    <a:pt x="11549" y="8684"/>
                    <a:pt x="11607" y="8564"/>
                    <a:pt x="11650" y="8439"/>
                  </a:cubicBezTo>
                  <a:cubicBezTo>
                    <a:pt x="11900" y="7690"/>
                    <a:pt x="11535" y="6879"/>
                    <a:pt x="10815" y="6562"/>
                  </a:cubicBezTo>
                  <a:cubicBezTo>
                    <a:pt x="10647" y="6490"/>
                    <a:pt x="10493" y="6404"/>
                    <a:pt x="10345" y="6303"/>
                  </a:cubicBezTo>
                  <a:cubicBezTo>
                    <a:pt x="10345" y="6303"/>
                    <a:pt x="8904" y="5487"/>
                    <a:pt x="9087" y="3749"/>
                  </a:cubicBezTo>
                  <a:cubicBezTo>
                    <a:pt x="9217" y="2583"/>
                    <a:pt x="8688" y="1441"/>
                    <a:pt x="7719" y="783"/>
                  </a:cubicBezTo>
                  <a:cubicBezTo>
                    <a:pt x="6970" y="269"/>
                    <a:pt x="6082" y="0"/>
                    <a:pt x="5179" y="0"/>
                  </a:cubicBezTo>
                  <a:cubicBezTo>
                    <a:pt x="5175" y="0"/>
                    <a:pt x="5170" y="0"/>
                    <a:pt x="516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3"/>
            <p:cNvSpPr/>
            <p:nvPr/>
          </p:nvSpPr>
          <p:spPr>
            <a:xfrm>
              <a:off x="876744" y="2989007"/>
              <a:ext cx="294726" cy="250496"/>
            </a:xfrm>
            <a:custGeom>
              <a:rect b="b" l="l" r="r" t="t"/>
              <a:pathLst>
                <a:path extrusionOk="0" h="9560" w="11248">
                  <a:moveTo>
                    <a:pt x="8541" y="7058"/>
                  </a:moveTo>
                  <a:cubicBezTo>
                    <a:pt x="8713" y="7058"/>
                    <a:pt x="8890" y="7108"/>
                    <a:pt x="9054" y="7220"/>
                  </a:cubicBezTo>
                  <a:cubicBezTo>
                    <a:pt x="9472" y="7503"/>
                    <a:pt x="9582" y="8074"/>
                    <a:pt x="9299" y="8492"/>
                  </a:cubicBezTo>
                  <a:cubicBezTo>
                    <a:pt x="9111" y="8768"/>
                    <a:pt x="8826" y="8895"/>
                    <a:pt x="8544" y="8895"/>
                  </a:cubicBezTo>
                  <a:cubicBezTo>
                    <a:pt x="8133" y="8895"/>
                    <a:pt x="7729" y="8626"/>
                    <a:pt x="7638" y="8151"/>
                  </a:cubicBezTo>
                  <a:cubicBezTo>
                    <a:pt x="7522" y="7544"/>
                    <a:pt x="8006" y="7058"/>
                    <a:pt x="8541" y="7058"/>
                  </a:cubicBezTo>
                  <a:close/>
                  <a:moveTo>
                    <a:pt x="4510" y="0"/>
                  </a:moveTo>
                  <a:cubicBezTo>
                    <a:pt x="3244" y="0"/>
                    <a:pt x="2032" y="528"/>
                    <a:pt x="1172" y="1460"/>
                  </a:cubicBezTo>
                  <a:cubicBezTo>
                    <a:pt x="1" y="3519"/>
                    <a:pt x="610" y="6135"/>
                    <a:pt x="2569" y="7474"/>
                  </a:cubicBezTo>
                  <a:cubicBezTo>
                    <a:pt x="2569" y="7474"/>
                    <a:pt x="5341" y="9559"/>
                    <a:pt x="8071" y="9559"/>
                  </a:cubicBezTo>
                  <a:cubicBezTo>
                    <a:pt x="9104" y="9559"/>
                    <a:pt x="10130" y="9261"/>
                    <a:pt x="10998" y="8439"/>
                  </a:cubicBezTo>
                  <a:cubicBezTo>
                    <a:pt x="11248" y="7690"/>
                    <a:pt x="10883" y="6879"/>
                    <a:pt x="10163" y="6562"/>
                  </a:cubicBezTo>
                  <a:cubicBezTo>
                    <a:pt x="9995" y="6490"/>
                    <a:pt x="9841" y="6404"/>
                    <a:pt x="9693" y="6303"/>
                  </a:cubicBezTo>
                  <a:cubicBezTo>
                    <a:pt x="9693" y="6303"/>
                    <a:pt x="8252" y="5487"/>
                    <a:pt x="8435" y="3749"/>
                  </a:cubicBezTo>
                  <a:cubicBezTo>
                    <a:pt x="8565" y="2583"/>
                    <a:pt x="8036" y="1441"/>
                    <a:pt x="7067" y="783"/>
                  </a:cubicBezTo>
                  <a:cubicBezTo>
                    <a:pt x="6318" y="269"/>
                    <a:pt x="5430" y="0"/>
                    <a:pt x="4527" y="0"/>
                  </a:cubicBezTo>
                  <a:cubicBezTo>
                    <a:pt x="4522" y="0"/>
                    <a:pt x="4516" y="0"/>
                    <a:pt x="4510"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83"/>
            <p:cNvSpPr/>
            <p:nvPr/>
          </p:nvSpPr>
          <p:spPr>
            <a:xfrm>
              <a:off x="954120" y="3029857"/>
              <a:ext cx="79367" cy="48737"/>
            </a:xfrm>
            <a:custGeom>
              <a:rect b="b" l="l" r="r" t="t"/>
              <a:pathLst>
                <a:path extrusionOk="0" h="1860" w="3029">
                  <a:moveTo>
                    <a:pt x="2584" y="0"/>
                  </a:moveTo>
                  <a:cubicBezTo>
                    <a:pt x="2574" y="0"/>
                    <a:pt x="2564" y="1"/>
                    <a:pt x="2554" y="2"/>
                  </a:cubicBezTo>
                  <a:lnTo>
                    <a:pt x="1555" y="54"/>
                  </a:lnTo>
                  <a:lnTo>
                    <a:pt x="974" y="83"/>
                  </a:lnTo>
                  <a:cubicBezTo>
                    <a:pt x="734" y="98"/>
                    <a:pt x="547" y="294"/>
                    <a:pt x="547" y="534"/>
                  </a:cubicBezTo>
                  <a:lnTo>
                    <a:pt x="547" y="554"/>
                  </a:lnTo>
                  <a:cubicBezTo>
                    <a:pt x="552" y="654"/>
                    <a:pt x="595" y="755"/>
                    <a:pt x="662" y="827"/>
                  </a:cubicBezTo>
                  <a:cubicBezTo>
                    <a:pt x="701" y="875"/>
                    <a:pt x="667" y="947"/>
                    <a:pt x="610" y="947"/>
                  </a:cubicBezTo>
                  <a:lnTo>
                    <a:pt x="451" y="957"/>
                  </a:lnTo>
                  <a:cubicBezTo>
                    <a:pt x="197" y="971"/>
                    <a:pt x="0" y="1182"/>
                    <a:pt x="14" y="1437"/>
                  </a:cubicBezTo>
                  <a:cubicBezTo>
                    <a:pt x="28" y="1676"/>
                    <a:pt x="230" y="1860"/>
                    <a:pt x="467" y="1860"/>
                  </a:cubicBezTo>
                  <a:cubicBezTo>
                    <a:pt x="473" y="1860"/>
                    <a:pt x="479" y="1859"/>
                    <a:pt x="485" y="1859"/>
                  </a:cubicBezTo>
                  <a:lnTo>
                    <a:pt x="974" y="1830"/>
                  </a:lnTo>
                  <a:lnTo>
                    <a:pt x="1085" y="1826"/>
                  </a:lnTo>
                  <a:lnTo>
                    <a:pt x="2055" y="1778"/>
                  </a:lnTo>
                  <a:cubicBezTo>
                    <a:pt x="2290" y="1768"/>
                    <a:pt x="2477" y="1576"/>
                    <a:pt x="2491" y="1341"/>
                  </a:cubicBezTo>
                  <a:cubicBezTo>
                    <a:pt x="2491" y="1235"/>
                    <a:pt x="2458" y="1130"/>
                    <a:pt x="2391" y="1048"/>
                  </a:cubicBezTo>
                  <a:cubicBezTo>
                    <a:pt x="2347" y="995"/>
                    <a:pt x="2381" y="914"/>
                    <a:pt x="2448" y="909"/>
                  </a:cubicBezTo>
                  <a:lnTo>
                    <a:pt x="2597" y="899"/>
                  </a:lnTo>
                  <a:cubicBezTo>
                    <a:pt x="2837" y="890"/>
                    <a:pt x="3024" y="693"/>
                    <a:pt x="3024" y="453"/>
                  </a:cubicBezTo>
                  <a:cubicBezTo>
                    <a:pt x="3024" y="443"/>
                    <a:pt x="3024" y="438"/>
                    <a:pt x="3029" y="429"/>
                  </a:cubicBezTo>
                  <a:cubicBezTo>
                    <a:pt x="3019" y="246"/>
                    <a:pt x="2899" y="88"/>
                    <a:pt x="2727" y="26"/>
                  </a:cubicBezTo>
                  <a:cubicBezTo>
                    <a:pt x="2683" y="10"/>
                    <a:pt x="2632" y="0"/>
                    <a:pt x="258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3"/>
            <p:cNvSpPr/>
            <p:nvPr/>
          </p:nvSpPr>
          <p:spPr>
            <a:xfrm>
              <a:off x="973981" y="3029988"/>
              <a:ext cx="59401" cy="47715"/>
            </a:xfrm>
            <a:custGeom>
              <a:rect b="b" l="l" r="r" t="t"/>
              <a:pathLst>
                <a:path extrusionOk="0" h="1821" w="2267">
                  <a:moveTo>
                    <a:pt x="1825" y="0"/>
                  </a:moveTo>
                  <a:cubicBezTo>
                    <a:pt x="1816" y="0"/>
                    <a:pt x="1806" y="0"/>
                    <a:pt x="1796" y="1"/>
                  </a:cubicBezTo>
                  <a:lnTo>
                    <a:pt x="797" y="54"/>
                  </a:lnTo>
                  <a:cubicBezTo>
                    <a:pt x="653" y="136"/>
                    <a:pt x="562" y="294"/>
                    <a:pt x="562" y="457"/>
                  </a:cubicBezTo>
                  <a:lnTo>
                    <a:pt x="562" y="481"/>
                  </a:lnTo>
                  <a:cubicBezTo>
                    <a:pt x="567" y="587"/>
                    <a:pt x="610" y="693"/>
                    <a:pt x="682" y="769"/>
                  </a:cubicBezTo>
                  <a:cubicBezTo>
                    <a:pt x="720" y="817"/>
                    <a:pt x="687" y="894"/>
                    <a:pt x="624" y="899"/>
                  </a:cubicBezTo>
                  <a:lnTo>
                    <a:pt x="461" y="909"/>
                  </a:lnTo>
                  <a:cubicBezTo>
                    <a:pt x="202" y="923"/>
                    <a:pt x="0" y="1149"/>
                    <a:pt x="15" y="1408"/>
                  </a:cubicBezTo>
                  <a:cubicBezTo>
                    <a:pt x="24" y="1595"/>
                    <a:pt x="149" y="1758"/>
                    <a:pt x="327" y="1821"/>
                  </a:cubicBezTo>
                  <a:lnTo>
                    <a:pt x="1297" y="1773"/>
                  </a:lnTo>
                  <a:cubicBezTo>
                    <a:pt x="1532" y="1763"/>
                    <a:pt x="1719" y="1571"/>
                    <a:pt x="1733" y="1336"/>
                  </a:cubicBezTo>
                  <a:cubicBezTo>
                    <a:pt x="1733" y="1230"/>
                    <a:pt x="1700" y="1125"/>
                    <a:pt x="1633" y="1043"/>
                  </a:cubicBezTo>
                  <a:cubicBezTo>
                    <a:pt x="1589" y="990"/>
                    <a:pt x="1623" y="909"/>
                    <a:pt x="1690" y="904"/>
                  </a:cubicBezTo>
                  <a:lnTo>
                    <a:pt x="1839" y="894"/>
                  </a:lnTo>
                  <a:cubicBezTo>
                    <a:pt x="2079" y="885"/>
                    <a:pt x="2266" y="688"/>
                    <a:pt x="2266" y="448"/>
                  </a:cubicBezTo>
                  <a:cubicBezTo>
                    <a:pt x="2266" y="438"/>
                    <a:pt x="2266" y="433"/>
                    <a:pt x="2266" y="424"/>
                  </a:cubicBezTo>
                  <a:cubicBezTo>
                    <a:pt x="2257" y="241"/>
                    <a:pt x="2137" y="88"/>
                    <a:pt x="1969" y="25"/>
                  </a:cubicBezTo>
                  <a:cubicBezTo>
                    <a:pt x="1921" y="9"/>
                    <a:pt x="1873" y="0"/>
                    <a:pt x="182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3"/>
            <p:cNvSpPr/>
            <p:nvPr/>
          </p:nvSpPr>
          <p:spPr>
            <a:xfrm>
              <a:off x="997616" y="3112762"/>
              <a:ext cx="62938" cy="70721"/>
            </a:xfrm>
            <a:custGeom>
              <a:rect b="b" l="l" r="r" t="t"/>
              <a:pathLst>
                <a:path extrusionOk="0" h="2699" w="2402">
                  <a:moveTo>
                    <a:pt x="1951" y="1"/>
                  </a:moveTo>
                  <a:cubicBezTo>
                    <a:pt x="1876" y="1"/>
                    <a:pt x="1799" y="19"/>
                    <a:pt x="1729" y="58"/>
                  </a:cubicBezTo>
                  <a:lnTo>
                    <a:pt x="913" y="519"/>
                  </a:lnTo>
                  <a:lnTo>
                    <a:pt x="351" y="836"/>
                  </a:lnTo>
                  <a:cubicBezTo>
                    <a:pt x="212" y="918"/>
                    <a:pt x="126" y="1067"/>
                    <a:pt x="126" y="1225"/>
                  </a:cubicBezTo>
                  <a:cubicBezTo>
                    <a:pt x="126" y="1364"/>
                    <a:pt x="188" y="1494"/>
                    <a:pt x="299" y="1580"/>
                  </a:cubicBezTo>
                  <a:cubicBezTo>
                    <a:pt x="390" y="1652"/>
                    <a:pt x="380" y="1791"/>
                    <a:pt x="279" y="1849"/>
                  </a:cubicBezTo>
                  <a:lnTo>
                    <a:pt x="275" y="1854"/>
                  </a:lnTo>
                  <a:cubicBezTo>
                    <a:pt x="87" y="1969"/>
                    <a:pt x="1" y="2199"/>
                    <a:pt x="68" y="2411"/>
                  </a:cubicBezTo>
                  <a:cubicBezTo>
                    <a:pt x="136" y="2591"/>
                    <a:pt x="307" y="2699"/>
                    <a:pt x="487" y="2699"/>
                  </a:cubicBezTo>
                  <a:cubicBezTo>
                    <a:pt x="561" y="2699"/>
                    <a:pt x="636" y="2680"/>
                    <a:pt x="707" y="2641"/>
                  </a:cubicBezTo>
                  <a:lnTo>
                    <a:pt x="1139" y="2396"/>
                  </a:lnTo>
                  <a:lnTo>
                    <a:pt x="2075" y="1868"/>
                  </a:lnTo>
                  <a:cubicBezTo>
                    <a:pt x="2271" y="1758"/>
                    <a:pt x="2363" y="1523"/>
                    <a:pt x="2281" y="1311"/>
                  </a:cubicBezTo>
                  <a:cubicBezTo>
                    <a:pt x="2238" y="1187"/>
                    <a:pt x="2142" y="1095"/>
                    <a:pt x="2017" y="1052"/>
                  </a:cubicBezTo>
                  <a:cubicBezTo>
                    <a:pt x="1964" y="1028"/>
                    <a:pt x="1959" y="956"/>
                    <a:pt x="2007" y="932"/>
                  </a:cubicBezTo>
                  <a:lnTo>
                    <a:pt x="2171" y="836"/>
                  </a:lnTo>
                  <a:cubicBezTo>
                    <a:pt x="2315" y="759"/>
                    <a:pt x="2401" y="610"/>
                    <a:pt x="2401" y="447"/>
                  </a:cubicBezTo>
                  <a:cubicBezTo>
                    <a:pt x="2401" y="370"/>
                    <a:pt x="2377" y="294"/>
                    <a:pt x="2339" y="226"/>
                  </a:cubicBezTo>
                  <a:cubicBezTo>
                    <a:pt x="2258" y="81"/>
                    <a:pt x="2107" y="1"/>
                    <a:pt x="195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3"/>
            <p:cNvSpPr/>
            <p:nvPr/>
          </p:nvSpPr>
          <p:spPr>
            <a:xfrm>
              <a:off x="1014359" y="3112762"/>
              <a:ext cx="46300" cy="62807"/>
            </a:xfrm>
            <a:custGeom>
              <a:rect b="b" l="l" r="r" t="t"/>
              <a:pathLst>
                <a:path extrusionOk="0" h="2397" w="1767">
                  <a:moveTo>
                    <a:pt x="1317" y="1"/>
                  </a:moveTo>
                  <a:cubicBezTo>
                    <a:pt x="1242" y="1"/>
                    <a:pt x="1165" y="19"/>
                    <a:pt x="1095" y="58"/>
                  </a:cubicBezTo>
                  <a:lnTo>
                    <a:pt x="279" y="519"/>
                  </a:lnTo>
                  <a:cubicBezTo>
                    <a:pt x="188" y="610"/>
                    <a:pt x="140" y="731"/>
                    <a:pt x="140" y="855"/>
                  </a:cubicBezTo>
                  <a:cubicBezTo>
                    <a:pt x="140" y="937"/>
                    <a:pt x="159" y="1014"/>
                    <a:pt x="197" y="1086"/>
                  </a:cubicBezTo>
                  <a:cubicBezTo>
                    <a:pt x="231" y="1139"/>
                    <a:pt x="269" y="1187"/>
                    <a:pt x="317" y="1225"/>
                  </a:cubicBezTo>
                  <a:cubicBezTo>
                    <a:pt x="418" y="1297"/>
                    <a:pt x="404" y="1446"/>
                    <a:pt x="298" y="1508"/>
                  </a:cubicBezTo>
                  <a:lnTo>
                    <a:pt x="293" y="1508"/>
                  </a:lnTo>
                  <a:cubicBezTo>
                    <a:pt x="92" y="1628"/>
                    <a:pt x="0" y="1873"/>
                    <a:pt x="72" y="2094"/>
                  </a:cubicBezTo>
                  <a:cubicBezTo>
                    <a:pt x="144" y="2271"/>
                    <a:pt x="312" y="2391"/>
                    <a:pt x="500" y="2396"/>
                  </a:cubicBezTo>
                  <a:lnTo>
                    <a:pt x="1436" y="1868"/>
                  </a:lnTo>
                  <a:cubicBezTo>
                    <a:pt x="1632" y="1758"/>
                    <a:pt x="1724" y="1523"/>
                    <a:pt x="1642" y="1311"/>
                  </a:cubicBezTo>
                  <a:cubicBezTo>
                    <a:pt x="1599" y="1191"/>
                    <a:pt x="1503" y="1095"/>
                    <a:pt x="1383" y="1052"/>
                  </a:cubicBezTo>
                  <a:cubicBezTo>
                    <a:pt x="1330" y="1033"/>
                    <a:pt x="1325" y="961"/>
                    <a:pt x="1373" y="932"/>
                  </a:cubicBezTo>
                  <a:lnTo>
                    <a:pt x="1536" y="841"/>
                  </a:lnTo>
                  <a:cubicBezTo>
                    <a:pt x="1680" y="759"/>
                    <a:pt x="1767" y="610"/>
                    <a:pt x="1767" y="447"/>
                  </a:cubicBezTo>
                  <a:cubicBezTo>
                    <a:pt x="1767" y="370"/>
                    <a:pt x="1743" y="294"/>
                    <a:pt x="1704" y="226"/>
                  </a:cubicBezTo>
                  <a:cubicBezTo>
                    <a:pt x="1624" y="81"/>
                    <a:pt x="1473" y="1"/>
                    <a:pt x="13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3"/>
            <p:cNvSpPr/>
            <p:nvPr/>
          </p:nvSpPr>
          <p:spPr>
            <a:xfrm>
              <a:off x="905933" y="3087555"/>
              <a:ext cx="66947" cy="68126"/>
            </a:xfrm>
            <a:custGeom>
              <a:rect b="b" l="l" r="r" t="t"/>
              <a:pathLst>
                <a:path extrusionOk="0" h="2600" w="2555">
                  <a:moveTo>
                    <a:pt x="500" y="1"/>
                  </a:moveTo>
                  <a:cubicBezTo>
                    <a:pt x="473" y="1"/>
                    <a:pt x="446" y="3"/>
                    <a:pt x="418" y="8"/>
                  </a:cubicBezTo>
                  <a:cubicBezTo>
                    <a:pt x="149" y="70"/>
                    <a:pt x="1" y="353"/>
                    <a:pt x="97" y="608"/>
                  </a:cubicBezTo>
                  <a:lnTo>
                    <a:pt x="274" y="1068"/>
                  </a:lnTo>
                  <a:lnTo>
                    <a:pt x="370" y="1313"/>
                  </a:lnTo>
                  <a:lnTo>
                    <a:pt x="663" y="2067"/>
                  </a:lnTo>
                  <a:cubicBezTo>
                    <a:pt x="733" y="2248"/>
                    <a:pt x="905" y="2365"/>
                    <a:pt x="1091" y="2365"/>
                  </a:cubicBezTo>
                  <a:cubicBezTo>
                    <a:pt x="1123" y="2365"/>
                    <a:pt x="1154" y="2362"/>
                    <a:pt x="1186" y="2355"/>
                  </a:cubicBezTo>
                  <a:cubicBezTo>
                    <a:pt x="1311" y="2326"/>
                    <a:pt x="1417" y="2245"/>
                    <a:pt x="1479" y="2134"/>
                  </a:cubicBezTo>
                  <a:cubicBezTo>
                    <a:pt x="1493" y="2109"/>
                    <a:pt x="1516" y="2097"/>
                    <a:pt x="1539" y="2097"/>
                  </a:cubicBezTo>
                  <a:cubicBezTo>
                    <a:pt x="1564" y="2097"/>
                    <a:pt x="1589" y="2111"/>
                    <a:pt x="1599" y="2139"/>
                  </a:cubicBezTo>
                  <a:lnTo>
                    <a:pt x="1666" y="2317"/>
                  </a:lnTo>
                  <a:cubicBezTo>
                    <a:pt x="1733" y="2489"/>
                    <a:pt x="1901" y="2600"/>
                    <a:pt x="2089" y="2600"/>
                  </a:cubicBezTo>
                  <a:cubicBezTo>
                    <a:pt x="2141" y="2600"/>
                    <a:pt x="2199" y="2590"/>
                    <a:pt x="2247" y="2571"/>
                  </a:cubicBezTo>
                  <a:cubicBezTo>
                    <a:pt x="2439" y="2499"/>
                    <a:pt x="2554" y="2307"/>
                    <a:pt x="2530" y="2105"/>
                  </a:cubicBezTo>
                  <a:cubicBezTo>
                    <a:pt x="2525" y="2067"/>
                    <a:pt x="2521" y="2033"/>
                    <a:pt x="2506" y="1995"/>
                  </a:cubicBezTo>
                  <a:lnTo>
                    <a:pt x="2117" y="996"/>
                  </a:lnTo>
                  <a:lnTo>
                    <a:pt x="1935" y="521"/>
                  </a:lnTo>
                  <a:cubicBezTo>
                    <a:pt x="1868" y="348"/>
                    <a:pt x="1700" y="233"/>
                    <a:pt x="1513" y="233"/>
                  </a:cubicBezTo>
                  <a:cubicBezTo>
                    <a:pt x="1354" y="233"/>
                    <a:pt x="1205" y="320"/>
                    <a:pt x="1129" y="459"/>
                  </a:cubicBezTo>
                  <a:cubicBezTo>
                    <a:pt x="1115" y="484"/>
                    <a:pt x="1090" y="496"/>
                    <a:pt x="1065" y="496"/>
                  </a:cubicBezTo>
                  <a:cubicBezTo>
                    <a:pt x="1037" y="496"/>
                    <a:pt x="1009" y="480"/>
                    <a:pt x="999" y="449"/>
                  </a:cubicBezTo>
                  <a:lnTo>
                    <a:pt x="937" y="296"/>
                  </a:lnTo>
                  <a:cubicBezTo>
                    <a:pt x="865" y="115"/>
                    <a:pt x="691" y="1"/>
                    <a:pt x="500"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3"/>
            <p:cNvSpPr/>
            <p:nvPr/>
          </p:nvSpPr>
          <p:spPr>
            <a:xfrm>
              <a:off x="913113" y="3103539"/>
              <a:ext cx="59637" cy="52143"/>
            </a:xfrm>
            <a:custGeom>
              <a:rect b="b" l="l" r="r" t="t"/>
              <a:pathLst>
                <a:path extrusionOk="0" h="1990" w="2276">
                  <a:moveTo>
                    <a:pt x="450" y="0"/>
                  </a:moveTo>
                  <a:cubicBezTo>
                    <a:pt x="422" y="0"/>
                    <a:pt x="394" y="2"/>
                    <a:pt x="365" y="7"/>
                  </a:cubicBezTo>
                  <a:cubicBezTo>
                    <a:pt x="154" y="55"/>
                    <a:pt x="5" y="238"/>
                    <a:pt x="0" y="458"/>
                  </a:cubicBezTo>
                  <a:lnTo>
                    <a:pt x="96" y="703"/>
                  </a:lnTo>
                  <a:lnTo>
                    <a:pt x="389" y="1457"/>
                  </a:lnTo>
                  <a:cubicBezTo>
                    <a:pt x="459" y="1638"/>
                    <a:pt x="631" y="1755"/>
                    <a:pt x="817" y="1755"/>
                  </a:cubicBezTo>
                  <a:cubicBezTo>
                    <a:pt x="849" y="1755"/>
                    <a:pt x="880" y="1752"/>
                    <a:pt x="912" y="1745"/>
                  </a:cubicBezTo>
                  <a:cubicBezTo>
                    <a:pt x="1037" y="1716"/>
                    <a:pt x="1143" y="1635"/>
                    <a:pt x="1205" y="1524"/>
                  </a:cubicBezTo>
                  <a:cubicBezTo>
                    <a:pt x="1219" y="1499"/>
                    <a:pt x="1242" y="1487"/>
                    <a:pt x="1265" y="1487"/>
                  </a:cubicBezTo>
                  <a:cubicBezTo>
                    <a:pt x="1290" y="1487"/>
                    <a:pt x="1315" y="1501"/>
                    <a:pt x="1325" y="1529"/>
                  </a:cubicBezTo>
                  <a:lnTo>
                    <a:pt x="1392" y="1707"/>
                  </a:lnTo>
                  <a:cubicBezTo>
                    <a:pt x="1459" y="1879"/>
                    <a:pt x="1627" y="1990"/>
                    <a:pt x="1815" y="1990"/>
                  </a:cubicBezTo>
                  <a:cubicBezTo>
                    <a:pt x="1867" y="1990"/>
                    <a:pt x="1925" y="1980"/>
                    <a:pt x="1973" y="1961"/>
                  </a:cubicBezTo>
                  <a:cubicBezTo>
                    <a:pt x="2160" y="1884"/>
                    <a:pt x="2275" y="1697"/>
                    <a:pt x="2256" y="1495"/>
                  </a:cubicBezTo>
                  <a:cubicBezTo>
                    <a:pt x="2251" y="1457"/>
                    <a:pt x="2242" y="1419"/>
                    <a:pt x="2227" y="1385"/>
                  </a:cubicBezTo>
                  <a:lnTo>
                    <a:pt x="1843" y="386"/>
                  </a:lnTo>
                  <a:cubicBezTo>
                    <a:pt x="1752" y="295"/>
                    <a:pt x="1632" y="242"/>
                    <a:pt x="1503" y="242"/>
                  </a:cubicBezTo>
                  <a:cubicBezTo>
                    <a:pt x="1335" y="242"/>
                    <a:pt x="1181" y="329"/>
                    <a:pt x="1099" y="473"/>
                  </a:cubicBezTo>
                  <a:cubicBezTo>
                    <a:pt x="1086" y="500"/>
                    <a:pt x="1060" y="514"/>
                    <a:pt x="1034" y="514"/>
                  </a:cubicBezTo>
                  <a:cubicBezTo>
                    <a:pt x="1006" y="514"/>
                    <a:pt x="977" y="498"/>
                    <a:pt x="965" y="468"/>
                  </a:cubicBezTo>
                  <a:lnTo>
                    <a:pt x="907" y="305"/>
                  </a:lnTo>
                  <a:cubicBezTo>
                    <a:pt x="828" y="116"/>
                    <a:pt x="648" y="0"/>
                    <a:pt x="450"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3"/>
            <p:cNvSpPr/>
            <p:nvPr/>
          </p:nvSpPr>
          <p:spPr>
            <a:xfrm>
              <a:off x="1108950" y="2906574"/>
              <a:ext cx="121868" cy="138297"/>
            </a:xfrm>
            <a:custGeom>
              <a:rect b="b" l="l" r="r" t="t"/>
              <a:pathLst>
                <a:path extrusionOk="0" h="5278" w="4651">
                  <a:moveTo>
                    <a:pt x="4588" y="1"/>
                  </a:moveTo>
                  <a:cubicBezTo>
                    <a:pt x="4584" y="1"/>
                    <a:pt x="4579" y="1"/>
                    <a:pt x="4575" y="2"/>
                  </a:cubicBezTo>
                  <a:cubicBezTo>
                    <a:pt x="3168" y="607"/>
                    <a:pt x="2035" y="1716"/>
                    <a:pt x="1229" y="2734"/>
                  </a:cubicBezTo>
                  <a:cubicBezTo>
                    <a:pt x="1042" y="2964"/>
                    <a:pt x="874" y="3194"/>
                    <a:pt x="720" y="3410"/>
                  </a:cubicBezTo>
                  <a:cubicBezTo>
                    <a:pt x="399" y="3871"/>
                    <a:pt x="154" y="4275"/>
                    <a:pt x="0" y="4548"/>
                  </a:cubicBezTo>
                  <a:cubicBezTo>
                    <a:pt x="154" y="4587"/>
                    <a:pt x="298" y="4659"/>
                    <a:pt x="423" y="4750"/>
                  </a:cubicBezTo>
                  <a:lnTo>
                    <a:pt x="442" y="4764"/>
                  </a:lnTo>
                  <a:cubicBezTo>
                    <a:pt x="456" y="4779"/>
                    <a:pt x="471" y="4793"/>
                    <a:pt x="485" y="4803"/>
                  </a:cubicBezTo>
                  <a:lnTo>
                    <a:pt x="504" y="4822"/>
                  </a:lnTo>
                  <a:lnTo>
                    <a:pt x="523" y="4836"/>
                  </a:lnTo>
                  <a:lnTo>
                    <a:pt x="567" y="4875"/>
                  </a:lnTo>
                  <a:cubicBezTo>
                    <a:pt x="687" y="4990"/>
                    <a:pt x="787" y="5124"/>
                    <a:pt x="850" y="5278"/>
                  </a:cubicBezTo>
                  <a:cubicBezTo>
                    <a:pt x="1099" y="5086"/>
                    <a:pt x="1459" y="4783"/>
                    <a:pt x="1867" y="4395"/>
                  </a:cubicBezTo>
                  <a:cubicBezTo>
                    <a:pt x="2055" y="4212"/>
                    <a:pt x="2256" y="4010"/>
                    <a:pt x="2458" y="3790"/>
                  </a:cubicBezTo>
                  <a:cubicBezTo>
                    <a:pt x="3336" y="2839"/>
                    <a:pt x="4258" y="1548"/>
                    <a:pt x="4642" y="65"/>
                  </a:cubicBezTo>
                  <a:cubicBezTo>
                    <a:pt x="4650" y="31"/>
                    <a:pt x="4622" y="1"/>
                    <a:pt x="458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83"/>
            <p:cNvSpPr/>
            <p:nvPr/>
          </p:nvSpPr>
          <p:spPr>
            <a:xfrm>
              <a:off x="1127685" y="2978186"/>
              <a:ext cx="45671" cy="43549"/>
            </a:xfrm>
            <a:custGeom>
              <a:rect b="b" l="l" r="r" t="t"/>
              <a:pathLst>
                <a:path extrusionOk="0" h="1662" w="1743">
                  <a:moveTo>
                    <a:pt x="504" y="1"/>
                  </a:moveTo>
                  <a:cubicBezTo>
                    <a:pt x="322" y="231"/>
                    <a:pt x="154" y="461"/>
                    <a:pt x="0" y="677"/>
                  </a:cubicBezTo>
                  <a:lnTo>
                    <a:pt x="1152" y="1662"/>
                  </a:lnTo>
                  <a:cubicBezTo>
                    <a:pt x="1340" y="1479"/>
                    <a:pt x="1541" y="1277"/>
                    <a:pt x="1743" y="1057"/>
                  </a:cubicBezTo>
                  <a:lnTo>
                    <a:pt x="504"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3"/>
            <p:cNvSpPr/>
            <p:nvPr/>
          </p:nvSpPr>
          <p:spPr>
            <a:xfrm>
              <a:off x="1028954" y="3016625"/>
              <a:ext cx="115736" cy="79132"/>
            </a:xfrm>
            <a:custGeom>
              <a:rect b="b" l="l" r="r" t="t"/>
              <a:pathLst>
                <a:path extrusionOk="0" h="3020" w="4417">
                  <a:moveTo>
                    <a:pt x="3033" y="0"/>
                  </a:moveTo>
                  <a:cubicBezTo>
                    <a:pt x="2768" y="0"/>
                    <a:pt x="2505" y="88"/>
                    <a:pt x="2285" y="243"/>
                  </a:cubicBezTo>
                  <a:cubicBezTo>
                    <a:pt x="2112" y="367"/>
                    <a:pt x="1973" y="531"/>
                    <a:pt x="1877" y="718"/>
                  </a:cubicBezTo>
                  <a:cubicBezTo>
                    <a:pt x="1848" y="775"/>
                    <a:pt x="1824" y="828"/>
                    <a:pt x="1810" y="891"/>
                  </a:cubicBezTo>
                  <a:cubicBezTo>
                    <a:pt x="1757" y="1039"/>
                    <a:pt x="1723" y="1193"/>
                    <a:pt x="1637" y="1332"/>
                  </a:cubicBezTo>
                  <a:cubicBezTo>
                    <a:pt x="1522" y="1524"/>
                    <a:pt x="1359" y="1683"/>
                    <a:pt x="1167" y="1798"/>
                  </a:cubicBezTo>
                  <a:cubicBezTo>
                    <a:pt x="970" y="1913"/>
                    <a:pt x="763" y="1995"/>
                    <a:pt x="547" y="2047"/>
                  </a:cubicBezTo>
                  <a:lnTo>
                    <a:pt x="523" y="2052"/>
                  </a:lnTo>
                  <a:cubicBezTo>
                    <a:pt x="475" y="2062"/>
                    <a:pt x="298" y="2110"/>
                    <a:pt x="139" y="2139"/>
                  </a:cubicBezTo>
                  <a:cubicBezTo>
                    <a:pt x="39" y="2158"/>
                    <a:pt x="0" y="2287"/>
                    <a:pt x="77" y="2359"/>
                  </a:cubicBezTo>
                  <a:cubicBezTo>
                    <a:pt x="616" y="2859"/>
                    <a:pt x="1214" y="3019"/>
                    <a:pt x="1759" y="3019"/>
                  </a:cubicBezTo>
                  <a:cubicBezTo>
                    <a:pt x="2733" y="3019"/>
                    <a:pt x="3538" y="2508"/>
                    <a:pt x="3538" y="2508"/>
                  </a:cubicBezTo>
                  <a:cubicBezTo>
                    <a:pt x="3639" y="2446"/>
                    <a:pt x="3735" y="2374"/>
                    <a:pt x="3821" y="2287"/>
                  </a:cubicBezTo>
                  <a:cubicBezTo>
                    <a:pt x="4316" y="1803"/>
                    <a:pt x="4416" y="1068"/>
                    <a:pt x="4047" y="540"/>
                  </a:cubicBezTo>
                  <a:cubicBezTo>
                    <a:pt x="3999" y="478"/>
                    <a:pt x="3946" y="415"/>
                    <a:pt x="3888" y="363"/>
                  </a:cubicBezTo>
                  <a:lnTo>
                    <a:pt x="3840" y="324"/>
                  </a:lnTo>
                  <a:lnTo>
                    <a:pt x="3826" y="305"/>
                  </a:lnTo>
                  <a:lnTo>
                    <a:pt x="3807" y="291"/>
                  </a:lnTo>
                  <a:cubicBezTo>
                    <a:pt x="3792" y="276"/>
                    <a:pt x="3773" y="267"/>
                    <a:pt x="3759" y="252"/>
                  </a:cubicBezTo>
                  <a:lnTo>
                    <a:pt x="3740" y="238"/>
                  </a:lnTo>
                  <a:cubicBezTo>
                    <a:pt x="3523" y="74"/>
                    <a:pt x="3277" y="0"/>
                    <a:pt x="303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3"/>
            <p:cNvSpPr/>
            <p:nvPr/>
          </p:nvSpPr>
          <p:spPr>
            <a:xfrm>
              <a:off x="1043287" y="3016625"/>
              <a:ext cx="91709" cy="58903"/>
            </a:xfrm>
            <a:custGeom>
              <a:rect b="b" l="l" r="r" t="t"/>
              <a:pathLst>
                <a:path extrusionOk="0" h="2248" w="3500">
                  <a:moveTo>
                    <a:pt x="2486" y="0"/>
                  </a:moveTo>
                  <a:cubicBezTo>
                    <a:pt x="2221" y="0"/>
                    <a:pt x="1958" y="88"/>
                    <a:pt x="1738" y="243"/>
                  </a:cubicBezTo>
                  <a:cubicBezTo>
                    <a:pt x="1565" y="367"/>
                    <a:pt x="1426" y="531"/>
                    <a:pt x="1330" y="718"/>
                  </a:cubicBezTo>
                  <a:cubicBezTo>
                    <a:pt x="1301" y="775"/>
                    <a:pt x="1277" y="828"/>
                    <a:pt x="1263" y="891"/>
                  </a:cubicBezTo>
                  <a:cubicBezTo>
                    <a:pt x="1210" y="1039"/>
                    <a:pt x="1176" y="1193"/>
                    <a:pt x="1090" y="1332"/>
                  </a:cubicBezTo>
                  <a:cubicBezTo>
                    <a:pt x="975" y="1524"/>
                    <a:pt x="812" y="1683"/>
                    <a:pt x="620" y="1798"/>
                  </a:cubicBezTo>
                  <a:cubicBezTo>
                    <a:pt x="423" y="1913"/>
                    <a:pt x="216" y="1995"/>
                    <a:pt x="0" y="2047"/>
                  </a:cubicBezTo>
                  <a:cubicBezTo>
                    <a:pt x="333" y="2193"/>
                    <a:pt x="670" y="2248"/>
                    <a:pt x="989" y="2248"/>
                  </a:cubicBezTo>
                  <a:cubicBezTo>
                    <a:pt x="1963" y="2248"/>
                    <a:pt x="2770" y="1735"/>
                    <a:pt x="2770" y="1735"/>
                  </a:cubicBezTo>
                  <a:cubicBezTo>
                    <a:pt x="2871" y="1673"/>
                    <a:pt x="2967" y="1601"/>
                    <a:pt x="3053" y="1515"/>
                  </a:cubicBezTo>
                  <a:cubicBezTo>
                    <a:pt x="3317" y="1260"/>
                    <a:pt x="3476" y="915"/>
                    <a:pt x="3500" y="545"/>
                  </a:cubicBezTo>
                  <a:cubicBezTo>
                    <a:pt x="3452" y="478"/>
                    <a:pt x="3399" y="420"/>
                    <a:pt x="3341" y="363"/>
                  </a:cubicBezTo>
                  <a:lnTo>
                    <a:pt x="3293" y="324"/>
                  </a:lnTo>
                  <a:lnTo>
                    <a:pt x="3279" y="305"/>
                  </a:lnTo>
                  <a:lnTo>
                    <a:pt x="3260" y="291"/>
                  </a:lnTo>
                  <a:cubicBezTo>
                    <a:pt x="3245" y="276"/>
                    <a:pt x="3226" y="267"/>
                    <a:pt x="3212" y="252"/>
                  </a:cubicBezTo>
                  <a:lnTo>
                    <a:pt x="3193" y="238"/>
                  </a:lnTo>
                  <a:cubicBezTo>
                    <a:pt x="2976" y="74"/>
                    <a:pt x="2730" y="0"/>
                    <a:pt x="24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3"/>
            <p:cNvSpPr/>
            <p:nvPr/>
          </p:nvSpPr>
          <p:spPr>
            <a:xfrm>
              <a:off x="1070721" y="3168521"/>
              <a:ext cx="59113" cy="58956"/>
            </a:xfrm>
            <a:custGeom>
              <a:rect b="b" l="l" r="r" t="t"/>
              <a:pathLst>
                <a:path extrusionOk="0" h="2250" w="2256">
                  <a:moveTo>
                    <a:pt x="1122" y="1"/>
                  </a:moveTo>
                  <a:cubicBezTo>
                    <a:pt x="847" y="1"/>
                    <a:pt x="568" y="102"/>
                    <a:pt x="341" y="326"/>
                  </a:cubicBezTo>
                  <a:cubicBezTo>
                    <a:pt x="193" y="477"/>
                    <a:pt x="330" y="686"/>
                    <a:pt x="490" y="686"/>
                  </a:cubicBezTo>
                  <a:cubicBezTo>
                    <a:pt x="538" y="686"/>
                    <a:pt x="588" y="667"/>
                    <a:pt x="633" y="623"/>
                  </a:cubicBezTo>
                  <a:cubicBezTo>
                    <a:pt x="770" y="489"/>
                    <a:pt x="948" y="422"/>
                    <a:pt x="1127" y="422"/>
                  </a:cubicBezTo>
                  <a:cubicBezTo>
                    <a:pt x="1287" y="422"/>
                    <a:pt x="1448" y="476"/>
                    <a:pt x="1579" y="585"/>
                  </a:cubicBezTo>
                  <a:cubicBezTo>
                    <a:pt x="1858" y="815"/>
                    <a:pt x="1920" y="1219"/>
                    <a:pt x="1718" y="1521"/>
                  </a:cubicBezTo>
                  <a:cubicBezTo>
                    <a:pt x="1575" y="1736"/>
                    <a:pt x="1357" y="1834"/>
                    <a:pt x="1142" y="1834"/>
                  </a:cubicBezTo>
                  <a:cubicBezTo>
                    <a:pt x="808" y="1834"/>
                    <a:pt x="478" y="1600"/>
                    <a:pt x="432" y="1204"/>
                  </a:cubicBezTo>
                  <a:cubicBezTo>
                    <a:pt x="417" y="1079"/>
                    <a:pt x="322" y="1021"/>
                    <a:pt x="227" y="1021"/>
                  </a:cubicBezTo>
                  <a:cubicBezTo>
                    <a:pt x="114" y="1021"/>
                    <a:pt x="1" y="1104"/>
                    <a:pt x="19" y="1252"/>
                  </a:cubicBezTo>
                  <a:cubicBezTo>
                    <a:pt x="92" y="1879"/>
                    <a:pt x="615" y="2250"/>
                    <a:pt x="1146" y="2250"/>
                  </a:cubicBezTo>
                  <a:cubicBezTo>
                    <a:pt x="1488" y="2250"/>
                    <a:pt x="1834" y="2095"/>
                    <a:pt x="2064" y="1756"/>
                  </a:cubicBezTo>
                  <a:cubicBezTo>
                    <a:pt x="2189" y="1569"/>
                    <a:pt x="2256" y="1353"/>
                    <a:pt x="2256" y="1127"/>
                  </a:cubicBezTo>
                  <a:cubicBezTo>
                    <a:pt x="2256" y="447"/>
                    <a:pt x="1700" y="1"/>
                    <a:pt x="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3"/>
            <p:cNvSpPr/>
            <p:nvPr/>
          </p:nvSpPr>
          <p:spPr>
            <a:xfrm>
              <a:off x="878525" y="2983505"/>
              <a:ext cx="199113" cy="84503"/>
            </a:xfrm>
            <a:custGeom>
              <a:rect b="b" l="l" r="r" t="t"/>
              <a:pathLst>
                <a:path extrusionOk="0" h="3225" w="7599">
                  <a:moveTo>
                    <a:pt x="4499" y="1"/>
                  </a:moveTo>
                  <a:cubicBezTo>
                    <a:pt x="2689" y="1"/>
                    <a:pt x="848" y="1011"/>
                    <a:pt x="53" y="2937"/>
                  </a:cubicBezTo>
                  <a:cubicBezTo>
                    <a:pt x="0" y="3071"/>
                    <a:pt x="96" y="3220"/>
                    <a:pt x="245" y="3225"/>
                  </a:cubicBezTo>
                  <a:cubicBezTo>
                    <a:pt x="326" y="3225"/>
                    <a:pt x="403" y="3172"/>
                    <a:pt x="437" y="3095"/>
                  </a:cubicBezTo>
                  <a:cubicBezTo>
                    <a:pt x="1145" y="1381"/>
                    <a:pt x="2784" y="418"/>
                    <a:pt x="4460" y="418"/>
                  </a:cubicBezTo>
                  <a:cubicBezTo>
                    <a:pt x="5295" y="418"/>
                    <a:pt x="6140" y="657"/>
                    <a:pt x="6884" y="1161"/>
                  </a:cubicBezTo>
                  <a:cubicBezTo>
                    <a:pt x="6980" y="1228"/>
                    <a:pt x="7076" y="1300"/>
                    <a:pt x="7162" y="1377"/>
                  </a:cubicBezTo>
                  <a:cubicBezTo>
                    <a:pt x="7207" y="1416"/>
                    <a:pt x="7255" y="1432"/>
                    <a:pt x="7300" y="1432"/>
                  </a:cubicBezTo>
                  <a:cubicBezTo>
                    <a:pt x="7466" y="1432"/>
                    <a:pt x="7598" y="1208"/>
                    <a:pt x="7436" y="1065"/>
                  </a:cubicBezTo>
                  <a:cubicBezTo>
                    <a:pt x="6613" y="349"/>
                    <a:pt x="5562" y="1"/>
                    <a:pt x="44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3"/>
            <p:cNvSpPr/>
            <p:nvPr/>
          </p:nvSpPr>
          <p:spPr>
            <a:xfrm>
              <a:off x="862804" y="3077939"/>
              <a:ext cx="143642" cy="172910"/>
            </a:xfrm>
            <a:custGeom>
              <a:rect b="b" l="l" r="r" t="t"/>
              <a:pathLst>
                <a:path extrusionOk="0" h="6599" w="5482">
                  <a:moveTo>
                    <a:pt x="596" y="1"/>
                  </a:moveTo>
                  <a:cubicBezTo>
                    <a:pt x="510" y="1"/>
                    <a:pt x="425" y="49"/>
                    <a:pt x="398" y="159"/>
                  </a:cubicBezTo>
                  <a:cubicBezTo>
                    <a:pt x="0" y="2045"/>
                    <a:pt x="778" y="3989"/>
                    <a:pt x="2371" y="5079"/>
                  </a:cubicBezTo>
                  <a:cubicBezTo>
                    <a:pt x="3221" y="5688"/>
                    <a:pt x="4133" y="6188"/>
                    <a:pt x="5103" y="6581"/>
                  </a:cubicBezTo>
                  <a:cubicBezTo>
                    <a:pt x="5132" y="6593"/>
                    <a:pt x="5160" y="6598"/>
                    <a:pt x="5186" y="6598"/>
                  </a:cubicBezTo>
                  <a:cubicBezTo>
                    <a:pt x="5387" y="6598"/>
                    <a:pt x="5482" y="6287"/>
                    <a:pt x="5256" y="6197"/>
                  </a:cubicBezTo>
                  <a:lnTo>
                    <a:pt x="5256" y="6192"/>
                  </a:lnTo>
                  <a:cubicBezTo>
                    <a:pt x="4320" y="5813"/>
                    <a:pt x="3437" y="5328"/>
                    <a:pt x="2616" y="4743"/>
                  </a:cubicBezTo>
                  <a:lnTo>
                    <a:pt x="2607" y="4738"/>
                  </a:lnTo>
                  <a:cubicBezTo>
                    <a:pt x="1152" y="3744"/>
                    <a:pt x="442" y="1968"/>
                    <a:pt x="806" y="245"/>
                  </a:cubicBezTo>
                  <a:cubicBezTo>
                    <a:pt x="834" y="92"/>
                    <a:pt x="714"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3"/>
            <p:cNvSpPr/>
            <p:nvPr/>
          </p:nvSpPr>
          <p:spPr>
            <a:xfrm>
              <a:off x="948565" y="3024564"/>
              <a:ext cx="90713" cy="59427"/>
            </a:xfrm>
            <a:custGeom>
              <a:rect b="b" l="l" r="r" t="t"/>
              <a:pathLst>
                <a:path extrusionOk="0" h="2268" w="3462">
                  <a:moveTo>
                    <a:pt x="2795" y="0"/>
                  </a:moveTo>
                  <a:cubicBezTo>
                    <a:pt x="2780" y="0"/>
                    <a:pt x="2766" y="1"/>
                    <a:pt x="2751" y="2"/>
                  </a:cubicBezTo>
                  <a:lnTo>
                    <a:pt x="1172" y="84"/>
                  </a:lnTo>
                  <a:cubicBezTo>
                    <a:pt x="730" y="103"/>
                    <a:pt x="438" y="549"/>
                    <a:pt x="591" y="962"/>
                  </a:cubicBezTo>
                  <a:cubicBezTo>
                    <a:pt x="250" y="1010"/>
                    <a:pt x="1" y="1308"/>
                    <a:pt x="15" y="1653"/>
                  </a:cubicBezTo>
                  <a:cubicBezTo>
                    <a:pt x="39" y="1999"/>
                    <a:pt x="327" y="2263"/>
                    <a:pt x="673" y="2268"/>
                  </a:cubicBezTo>
                  <a:cubicBezTo>
                    <a:pt x="706" y="2268"/>
                    <a:pt x="687" y="2268"/>
                    <a:pt x="1191" y="2239"/>
                  </a:cubicBezTo>
                  <a:cubicBezTo>
                    <a:pt x="1468" y="2229"/>
                    <a:pt x="1451" y="1825"/>
                    <a:pt x="1190" y="1825"/>
                  </a:cubicBezTo>
                  <a:cubicBezTo>
                    <a:pt x="1184" y="1825"/>
                    <a:pt x="1178" y="1826"/>
                    <a:pt x="1172" y="1826"/>
                  </a:cubicBezTo>
                  <a:lnTo>
                    <a:pt x="682" y="1850"/>
                  </a:lnTo>
                  <a:cubicBezTo>
                    <a:pt x="677" y="1850"/>
                    <a:pt x="671" y="1851"/>
                    <a:pt x="666" y="1851"/>
                  </a:cubicBezTo>
                  <a:cubicBezTo>
                    <a:pt x="534" y="1851"/>
                    <a:pt x="428" y="1744"/>
                    <a:pt x="428" y="1610"/>
                  </a:cubicBezTo>
                  <a:cubicBezTo>
                    <a:pt x="438" y="1485"/>
                    <a:pt x="538" y="1380"/>
                    <a:pt x="668" y="1370"/>
                  </a:cubicBezTo>
                  <a:lnTo>
                    <a:pt x="826" y="1365"/>
                  </a:lnTo>
                  <a:cubicBezTo>
                    <a:pt x="1066" y="1356"/>
                    <a:pt x="1186" y="1072"/>
                    <a:pt x="1028" y="895"/>
                  </a:cubicBezTo>
                  <a:cubicBezTo>
                    <a:pt x="894" y="746"/>
                    <a:pt x="994" y="501"/>
                    <a:pt x="1196" y="496"/>
                  </a:cubicBezTo>
                  <a:lnTo>
                    <a:pt x="2775" y="415"/>
                  </a:lnTo>
                  <a:cubicBezTo>
                    <a:pt x="2780" y="415"/>
                    <a:pt x="2785" y="414"/>
                    <a:pt x="2789" y="414"/>
                  </a:cubicBezTo>
                  <a:cubicBezTo>
                    <a:pt x="3098" y="414"/>
                    <a:pt x="3116" y="881"/>
                    <a:pt x="2799" y="895"/>
                  </a:cubicBezTo>
                  <a:lnTo>
                    <a:pt x="2651" y="904"/>
                  </a:lnTo>
                  <a:cubicBezTo>
                    <a:pt x="2411" y="914"/>
                    <a:pt x="2291" y="1192"/>
                    <a:pt x="2439" y="1380"/>
                  </a:cubicBezTo>
                  <a:cubicBezTo>
                    <a:pt x="2568" y="1532"/>
                    <a:pt x="2456" y="1768"/>
                    <a:pt x="2258" y="1768"/>
                  </a:cubicBezTo>
                  <a:cubicBezTo>
                    <a:pt x="2256" y="1768"/>
                    <a:pt x="2254" y="1768"/>
                    <a:pt x="2252" y="1768"/>
                  </a:cubicBezTo>
                  <a:lnTo>
                    <a:pt x="1998" y="1783"/>
                  </a:lnTo>
                  <a:cubicBezTo>
                    <a:pt x="1732" y="1802"/>
                    <a:pt x="1748" y="2196"/>
                    <a:pt x="2012" y="2196"/>
                  </a:cubicBezTo>
                  <a:cubicBezTo>
                    <a:pt x="2015" y="2196"/>
                    <a:pt x="2018" y="2196"/>
                    <a:pt x="2022" y="2196"/>
                  </a:cubicBezTo>
                  <a:lnTo>
                    <a:pt x="2276" y="2186"/>
                  </a:lnTo>
                  <a:cubicBezTo>
                    <a:pt x="2718" y="2167"/>
                    <a:pt x="3015" y="1720"/>
                    <a:pt x="2867" y="1303"/>
                  </a:cubicBezTo>
                  <a:cubicBezTo>
                    <a:pt x="3207" y="1264"/>
                    <a:pt x="3462" y="962"/>
                    <a:pt x="3443" y="621"/>
                  </a:cubicBezTo>
                  <a:cubicBezTo>
                    <a:pt x="3424" y="271"/>
                    <a:pt x="3136" y="0"/>
                    <a:pt x="2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83"/>
            <p:cNvSpPr/>
            <p:nvPr/>
          </p:nvSpPr>
          <p:spPr>
            <a:xfrm>
              <a:off x="991720" y="3107364"/>
              <a:ext cx="80520" cy="81595"/>
            </a:xfrm>
            <a:custGeom>
              <a:rect b="b" l="l" r="r" t="t"/>
              <a:pathLst>
                <a:path extrusionOk="0" h="3114" w="3073">
                  <a:moveTo>
                    <a:pt x="2180" y="0"/>
                  </a:moveTo>
                  <a:cubicBezTo>
                    <a:pt x="1882" y="0"/>
                    <a:pt x="1824" y="130"/>
                    <a:pt x="480" y="865"/>
                  </a:cubicBezTo>
                  <a:cubicBezTo>
                    <a:pt x="96" y="1081"/>
                    <a:pt x="29" y="1609"/>
                    <a:pt x="351" y="1911"/>
                  </a:cubicBezTo>
                  <a:cubicBezTo>
                    <a:pt x="101" y="2084"/>
                    <a:pt x="0" y="2401"/>
                    <a:pt x="101" y="2689"/>
                  </a:cubicBezTo>
                  <a:cubicBezTo>
                    <a:pt x="200" y="2954"/>
                    <a:pt x="453" y="3113"/>
                    <a:pt x="715" y="3113"/>
                  </a:cubicBezTo>
                  <a:cubicBezTo>
                    <a:pt x="823" y="3113"/>
                    <a:pt x="932" y="3087"/>
                    <a:pt x="1032" y="3029"/>
                  </a:cubicBezTo>
                  <a:lnTo>
                    <a:pt x="1383" y="2828"/>
                  </a:lnTo>
                  <a:cubicBezTo>
                    <a:pt x="1599" y="2720"/>
                    <a:pt x="1484" y="2430"/>
                    <a:pt x="1298" y="2430"/>
                  </a:cubicBezTo>
                  <a:cubicBezTo>
                    <a:pt x="1261" y="2430"/>
                    <a:pt x="1221" y="2442"/>
                    <a:pt x="1181" y="2468"/>
                  </a:cubicBezTo>
                  <a:lnTo>
                    <a:pt x="831" y="2665"/>
                  </a:lnTo>
                  <a:cubicBezTo>
                    <a:pt x="793" y="2686"/>
                    <a:pt x="752" y="2696"/>
                    <a:pt x="711" y="2696"/>
                  </a:cubicBezTo>
                  <a:cubicBezTo>
                    <a:pt x="615" y="2696"/>
                    <a:pt x="522" y="2638"/>
                    <a:pt x="485" y="2540"/>
                  </a:cubicBezTo>
                  <a:cubicBezTo>
                    <a:pt x="452" y="2425"/>
                    <a:pt x="500" y="2300"/>
                    <a:pt x="600" y="2237"/>
                  </a:cubicBezTo>
                  <a:lnTo>
                    <a:pt x="610" y="2237"/>
                  </a:lnTo>
                  <a:cubicBezTo>
                    <a:pt x="836" y="2103"/>
                    <a:pt x="860" y="1781"/>
                    <a:pt x="653" y="1623"/>
                  </a:cubicBezTo>
                  <a:cubicBezTo>
                    <a:pt x="514" y="1517"/>
                    <a:pt x="533" y="1306"/>
                    <a:pt x="682" y="1220"/>
                  </a:cubicBezTo>
                  <a:cubicBezTo>
                    <a:pt x="2124" y="418"/>
                    <a:pt x="2066" y="413"/>
                    <a:pt x="2176" y="413"/>
                  </a:cubicBezTo>
                  <a:cubicBezTo>
                    <a:pt x="2177" y="413"/>
                    <a:pt x="2178" y="413"/>
                    <a:pt x="2180" y="413"/>
                  </a:cubicBezTo>
                  <a:cubicBezTo>
                    <a:pt x="2309" y="413"/>
                    <a:pt x="2420" y="519"/>
                    <a:pt x="2420" y="653"/>
                  </a:cubicBezTo>
                  <a:cubicBezTo>
                    <a:pt x="2420" y="855"/>
                    <a:pt x="2213" y="893"/>
                    <a:pt x="2132" y="956"/>
                  </a:cubicBezTo>
                  <a:cubicBezTo>
                    <a:pt x="1930" y="1071"/>
                    <a:pt x="1954" y="1369"/>
                    <a:pt x="2170" y="1450"/>
                  </a:cubicBezTo>
                  <a:cubicBezTo>
                    <a:pt x="2372" y="1522"/>
                    <a:pt x="2386" y="1796"/>
                    <a:pt x="2199" y="1892"/>
                  </a:cubicBezTo>
                  <a:lnTo>
                    <a:pt x="1896" y="2060"/>
                  </a:lnTo>
                  <a:cubicBezTo>
                    <a:pt x="1679" y="2168"/>
                    <a:pt x="1796" y="2455"/>
                    <a:pt x="1983" y="2455"/>
                  </a:cubicBezTo>
                  <a:cubicBezTo>
                    <a:pt x="2019" y="2455"/>
                    <a:pt x="2058" y="2445"/>
                    <a:pt x="2098" y="2420"/>
                  </a:cubicBezTo>
                  <a:lnTo>
                    <a:pt x="2400" y="2252"/>
                  </a:lnTo>
                  <a:cubicBezTo>
                    <a:pt x="2789" y="2036"/>
                    <a:pt x="2861" y="1508"/>
                    <a:pt x="2540" y="1201"/>
                  </a:cubicBezTo>
                  <a:cubicBezTo>
                    <a:pt x="3072" y="845"/>
                    <a:pt x="2828" y="0"/>
                    <a:pt x="21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3"/>
            <p:cNvSpPr/>
            <p:nvPr/>
          </p:nvSpPr>
          <p:spPr>
            <a:xfrm>
              <a:off x="902029" y="3082131"/>
              <a:ext cx="75699" cy="79105"/>
            </a:xfrm>
            <a:custGeom>
              <a:rect b="b" l="l" r="r" t="t"/>
              <a:pathLst>
                <a:path extrusionOk="0" h="3019" w="2889">
                  <a:moveTo>
                    <a:pt x="647" y="0"/>
                  </a:moveTo>
                  <a:cubicBezTo>
                    <a:pt x="603" y="0"/>
                    <a:pt x="559" y="5"/>
                    <a:pt x="514" y="13"/>
                  </a:cubicBezTo>
                  <a:cubicBezTo>
                    <a:pt x="217" y="80"/>
                    <a:pt x="1" y="344"/>
                    <a:pt x="6" y="651"/>
                  </a:cubicBezTo>
                  <a:cubicBezTo>
                    <a:pt x="6" y="848"/>
                    <a:pt x="78" y="935"/>
                    <a:pt x="241" y="1381"/>
                  </a:cubicBezTo>
                  <a:cubicBezTo>
                    <a:pt x="274" y="1482"/>
                    <a:pt x="351" y="1524"/>
                    <a:pt x="428" y="1524"/>
                  </a:cubicBezTo>
                  <a:cubicBezTo>
                    <a:pt x="561" y="1524"/>
                    <a:pt x="698" y="1399"/>
                    <a:pt x="625" y="1232"/>
                  </a:cubicBezTo>
                  <a:cubicBezTo>
                    <a:pt x="438" y="733"/>
                    <a:pt x="418" y="728"/>
                    <a:pt x="418" y="651"/>
                  </a:cubicBezTo>
                  <a:cubicBezTo>
                    <a:pt x="418" y="527"/>
                    <a:pt x="519" y="421"/>
                    <a:pt x="644" y="411"/>
                  </a:cubicBezTo>
                  <a:cubicBezTo>
                    <a:pt x="750" y="416"/>
                    <a:pt x="846" y="479"/>
                    <a:pt x="884" y="575"/>
                  </a:cubicBezTo>
                  <a:cubicBezTo>
                    <a:pt x="922" y="637"/>
                    <a:pt x="951" y="911"/>
                    <a:pt x="1206" y="911"/>
                  </a:cubicBezTo>
                  <a:cubicBezTo>
                    <a:pt x="1306" y="906"/>
                    <a:pt x="1398" y="853"/>
                    <a:pt x="1446" y="767"/>
                  </a:cubicBezTo>
                  <a:cubicBezTo>
                    <a:pt x="1490" y="679"/>
                    <a:pt x="1575" y="637"/>
                    <a:pt x="1659" y="637"/>
                  </a:cubicBezTo>
                  <a:cubicBezTo>
                    <a:pt x="1755" y="637"/>
                    <a:pt x="1851" y="693"/>
                    <a:pt x="1887" y="800"/>
                  </a:cubicBezTo>
                  <a:cubicBezTo>
                    <a:pt x="2478" y="2341"/>
                    <a:pt x="2473" y="2274"/>
                    <a:pt x="2473" y="2360"/>
                  </a:cubicBezTo>
                  <a:cubicBezTo>
                    <a:pt x="2487" y="2521"/>
                    <a:pt x="2358" y="2616"/>
                    <a:pt x="2230" y="2616"/>
                  </a:cubicBezTo>
                  <a:cubicBezTo>
                    <a:pt x="2137" y="2616"/>
                    <a:pt x="2044" y="2565"/>
                    <a:pt x="2007" y="2452"/>
                  </a:cubicBezTo>
                  <a:lnTo>
                    <a:pt x="1940" y="2274"/>
                  </a:lnTo>
                  <a:cubicBezTo>
                    <a:pt x="1897" y="2160"/>
                    <a:pt x="1792" y="2101"/>
                    <a:pt x="1687" y="2101"/>
                  </a:cubicBezTo>
                  <a:cubicBezTo>
                    <a:pt x="1592" y="2101"/>
                    <a:pt x="1498" y="2148"/>
                    <a:pt x="1446" y="2245"/>
                  </a:cubicBezTo>
                  <a:cubicBezTo>
                    <a:pt x="1400" y="2328"/>
                    <a:pt x="1318" y="2369"/>
                    <a:pt x="1236" y="2369"/>
                  </a:cubicBezTo>
                  <a:cubicBezTo>
                    <a:pt x="1138" y="2369"/>
                    <a:pt x="1040" y="2312"/>
                    <a:pt x="1004" y="2202"/>
                  </a:cubicBezTo>
                  <a:lnTo>
                    <a:pt x="927" y="2005"/>
                  </a:lnTo>
                  <a:cubicBezTo>
                    <a:pt x="894" y="1904"/>
                    <a:pt x="817" y="1862"/>
                    <a:pt x="740" y="1862"/>
                  </a:cubicBezTo>
                  <a:cubicBezTo>
                    <a:pt x="607" y="1862"/>
                    <a:pt x="470" y="1987"/>
                    <a:pt x="543" y="2154"/>
                  </a:cubicBezTo>
                  <a:lnTo>
                    <a:pt x="620" y="2356"/>
                  </a:lnTo>
                  <a:cubicBezTo>
                    <a:pt x="723" y="2624"/>
                    <a:pt x="974" y="2779"/>
                    <a:pt x="1234" y="2779"/>
                  </a:cubicBezTo>
                  <a:cubicBezTo>
                    <a:pt x="1373" y="2779"/>
                    <a:pt x="1515" y="2734"/>
                    <a:pt x="1638" y="2639"/>
                  </a:cubicBezTo>
                  <a:cubicBezTo>
                    <a:pt x="1760" y="2900"/>
                    <a:pt x="1992" y="3019"/>
                    <a:pt x="2224" y="3019"/>
                  </a:cubicBezTo>
                  <a:cubicBezTo>
                    <a:pt x="2557" y="3019"/>
                    <a:pt x="2888" y="2774"/>
                    <a:pt x="2886" y="2360"/>
                  </a:cubicBezTo>
                  <a:cubicBezTo>
                    <a:pt x="2886" y="2149"/>
                    <a:pt x="2838" y="2149"/>
                    <a:pt x="2271" y="651"/>
                  </a:cubicBezTo>
                  <a:cubicBezTo>
                    <a:pt x="2169" y="384"/>
                    <a:pt x="1917" y="231"/>
                    <a:pt x="1657" y="231"/>
                  </a:cubicBezTo>
                  <a:cubicBezTo>
                    <a:pt x="1516" y="231"/>
                    <a:pt x="1372" y="277"/>
                    <a:pt x="1249" y="373"/>
                  </a:cubicBezTo>
                  <a:cubicBezTo>
                    <a:pt x="1134" y="140"/>
                    <a:pt x="901" y="0"/>
                    <a:pt x="6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83"/>
            <p:cNvSpPr/>
            <p:nvPr/>
          </p:nvSpPr>
          <p:spPr>
            <a:xfrm>
              <a:off x="1011267" y="2901229"/>
              <a:ext cx="225525" cy="365341"/>
            </a:xfrm>
            <a:custGeom>
              <a:rect b="b" l="l" r="r" t="t"/>
              <a:pathLst>
                <a:path extrusionOk="0" h="13943" w="8607">
                  <a:moveTo>
                    <a:pt x="8316" y="0"/>
                  </a:moveTo>
                  <a:cubicBezTo>
                    <a:pt x="8285" y="0"/>
                    <a:pt x="8253" y="6"/>
                    <a:pt x="8221" y="19"/>
                  </a:cubicBezTo>
                  <a:cubicBezTo>
                    <a:pt x="7434" y="355"/>
                    <a:pt x="6661" y="874"/>
                    <a:pt x="5927" y="1565"/>
                  </a:cubicBezTo>
                  <a:cubicBezTo>
                    <a:pt x="5746" y="1708"/>
                    <a:pt x="5891" y="1940"/>
                    <a:pt x="6059" y="1940"/>
                  </a:cubicBezTo>
                  <a:cubicBezTo>
                    <a:pt x="6110" y="1940"/>
                    <a:pt x="6163" y="1919"/>
                    <a:pt x="6210" y="1867"/>
                  </a:cubicBezTo>
                  <a:cubicBezTo>
                    <a:pt x="6762" y="1334"/>
                    <a:pt x="7391" y="888"/>
                    <a:pt x="8077" y="538"/>
                  </a:cubicBezTo>
                  <a:lnTo>
                    <a:pt x="8077" y="538"/>
                  </a:lnTo>
                  <a:cubicBezTo>
                    <a:pt x="7626" y="1978"/>
                    <a:pt x="6651" y="3269"/>
                    <a:pt x="5576" y="4325"/>
                  </a:cubicBezTo>
                  <a:cubicBezTo>
                    <a:pt x="5551" y="4315"/>
                    <a:pt x="5526" y="4311"/>
                    <a:pt x="5502" y="4311"/>
                  </a:cubicBezTo>
                  <a:cubicBezTo>
                    <a:pt x="5368" y="4311"/>
                    <a:pt x="5259" y="4446"/>
                    <a:pt x="5307" y="4584"/>
                  </a:cubicBezTo>
                  <a:cubicBezTo>
                    <a:pt x="5178" y="4704"/>
                    <a:pt x="5058" y="4810"/>
                    <a:pt x="4947" y="4911"/>
                  </a:cubicBezTo>
                  <a:cubicBezTo>
                    <a:pt x="4775" y="4642"/>
                    <a:pt x="4530" y="4431"/>
                    <a:pt x="4237" y="4301"/>
                  </a:cubicBezTo>
                  <a:cubicBezTo>
                    <a:pt x="4314" y="4181"/>
                    <a:pt x="4395" y="4056"/>
                    <a:pt x="4487" y="3922"/>
                  </a:cubicBezTo>
                  <a:cubicBezTo>
                    <a:pt x="4712" y="4099"/>
                    <a:pt x="4751" y="4186"/>
                    <a:pt x="4875" y="4186"/>
                  </a:cubicBezTo>
                  <a:cubicBezTo>
                    <a:pt x="5067" y="4186"/>
                    <a:pt x="5154" y="3946"/>
                    <a:pt x="5010" y="3821"/>
                  </a:cubicBezTo>
                  <a:lnTo>
                    <a:pt x="4722" y="3581"/>
                  </a:lnTo>
                  <a:cubicBezTo>
                    <a:pt x="4784" y="3490"/>
                    <a:pt x="4770" y="3518"/>
                    <a:pt x="4799" y="3475"/>
                  </a:cubicBezTo>
                  <a:cubicBezTo>
                    <a:pt x="4799" y="3475"/>
                    <a:pt x="4971" y="3245"/>
                    <a:pt x="4976" y="3235"/>
                  </a:cubicBezTo>
                  <a:lnTo>
                    <a:pt x="5485" y="3667"/>
                  </a:lnTo>
                  <a:cubicBezTo>
                    <a:pt x="5529" y="3704"/>
                    <a:pt x="5576" y="3720"/>
                    <a:pt x="5620" y="3720"/>
                  </a:cubicBezTo>
                  <a:cubicBezTo>
                    <a:pt x="5788" y="3720"/>
                    <a:pt x="5921" y="3496"/>
                    <a:pt x="5754" y="3355"/>
                  </a:cubicBezTo>
                  <a:lnTo>
                    <a:pt x="5235" y="2909"/>
                  </a:lnTo>
                  <a:cubicBezTo>
                    <a:pt x="5370" y="2750"/>
                    <a:pt x="5504" y="2592"/>
                    <a:pt x="5639" y="2443"/>
                  </a:cubicBezTo>
                  <a:cubicBezTo>
                    <a:pt x="5780" y="2291"/>
                    <a:pt x="5639" y="2095"/>
                    <a:pt x="5481" y="2095"/>
                  </a:cubicBezTo>
                  <a:cubicBezTo>
                    <a:pt x="5430" y="2095"/>
                    <a:pt x="5377" y="2115"/>
                    <a:pt x="5331" y="2165"/>
                  </a:cubicBezTo>
                  <a:cubicBezTo>
                    <a:pt x="5024" y="2506"/>
                    <a:pt x="4731" y="2861"/>
                    <a:pt x="4463" y="3230"/>
                  </a:cubicBezTo>
                  <a:cubicBezTo>
                    <a:pt x="4463" y="3240"/>
                    <a:pt x="4179" y="3600"/>
                    <a:pt x="3810" y="4200"/>
                  </a:cubicBezTo>
                  <a:cubicBezTo>
                    <a:pt x="3781" y="4198"/>
                    <a:pt x="3752" y="4198"/>
                    <a:pt x="3723" y="4198"/>
                  </a:cubicBezTo>
                  <a:cubicBezTo>
                    <a:pt x="3152" y="4198"/>
                    <a:pt x="2626" y="4514"/>
                    <a:pt x="2370" y="5031"/>
                  </a:cubicBezTo>
                  <a:cubicBezTo>
                    <a:pt x="2259" y="5242"/>
                    <a:pt x="2235" y="5467"/>
                    <a:pt x="2139" y="5631"/>
                  </a:cubicBezTo>
                  <a:cubicBezTo>
                    <a:pt x="2038" y="5789"/>
                    <a:pt x="1899" y="5928"/>
                    <a:pt x="1736" y="6024"/>
                  </a:cubicBezTo>
                  <a:cubicBezTo>
                    <a:pt x="1539" y="6135"/>
                    <a:pt x="1328" y="6216"/>
                    <a:pt x="1107" y="6264"/>
                  </a:cubicBezTo>
                  <a:cubicBezTo>
                    <a:pt x="1035" y="6283"/>
                    <a:pt x="901" y="6317"/>
                    <a:pt x="781" y="6341"/>
                  </a:cubicBezTo>
                  <a:cubicBezTo>
                    <a:pt x="507" y="6389"/>
                    <a:pt x="411" y="6730"/>
                    <a:pt x="613" y="6917"/>
                  </a:cubicBezTo>
                  <a:cubicBezTo>
                    <a:pt x="757" y="7051"/>
                    <a:pt x="915" y="7167"/>
                    <a:pt x="1083" y="7267"/>
                  </a:cubicBezTo>
                  <a:cubicBezTo>
                    <a:pt x="1123" y="7293"/>
                    <a:pt x="1163" y="7304"/>
                    <a:pt x="1200" y="7304"/>
                  </a:cubicBezTo>
                  <a:cubicBezTo>
                    <a:pt x="1384" y="7304"/>
                    <a:pt x="1502" y="7028"/>
                    <a:pt x="1294" y="6912"/>
                  </a:cubicBezTo>
                  <a:cubicBezTo>
                    <a:pt x="1194" y="6855"/>
                    <a:pt x="1098" y="6787"/>
                    <a:pt x="1011" y="6715"/>
                  </a:cubicBezTo>
                  <a:cubicBezTo>
                    <a:pt x="1626" y="6571"/>
                    <a:pt x="2168" y="6384"/>
                    <a:pt x="2490" y="5847"/>
                  </a:cubicBezTo>
                  <a:cubicBezTo>
                    <a:pt x="2629" y="5621"/>
                    <a:pt x="2648" y="5386"/>
                    <a:pt x="2739" y="5218"/>
                  </a:cubicBezTo>
                  <a:cubicBezTo>
                    <a:pt x="2917" y="4866"/>
                    <a:pt x="3290" y="4612"/>
                    <a:pt x="3696" y="4612"/>
                  </a:cubicBezTo>
                  <a:cubicBezTo>
                    <a:pt x="3937" y="4612"/>
                    <a:pt x="4190" y="4702"/>
                    <a:pt x="4419" y="4915"/>
                  </a:cubicBezTo>
                  <a:cubicBezTo>
                    <a:pt x="4952" y="5415"/>
                    <a:pt x="4799" y="6307"/>
                    <a:pt x="4103" y="6735"/>
                  </a:cubicBezTo>
                  <a:cubicBezTo>
                    <a:pt x="3635" y="7013"/>
                    <a:pt x="3015" y="7213"/>
                    <a:pt x="2420" y="7213"/>
                  </a:cubicBezTo>
                  <a:cubicBezTo>
                    <a:pt x="2276" y="7213"/>
                    <a:pt x="2134" y="7202"/>
                    <a:pt x="1995" y="7176"/>
                  </a:cubicBezTo>
                  <a:cubicBezTo>
                    <a:pt x="1979" y="7173"/>
                    <a:pt x="1963" y="7172"/>
                    <a:pt x="1949" y="7172"/>
                  </a:cubicBezTo>
                  <a:cubicBezTo>
                    <a:pt x="1718" y="7172"/>
                    <a:pt x="1666" y="7535"/>
                    <a:pt x="1918" y="7584"/>
                  </a:cubicBezTo>
                  <a:cubicBezTo>
                    <a:pt x="2089" y="7614"/>
                    <a:pt x="2261" y="7629"/>
                    <a:pt x="2434" y="7629"/>
                  </a:cubicBezTo>
                  <a:cubicBezTo>
                    <a:pt x="2650" y="7629"/>
                    <a:pt x="2866" y="7606"/>
                    <a:pt x="3080" y="7560"/>
                  </a:cubicBezTo>
                  <a:cubicBezTo>
                    <a:pt x="3143" y="8722"/>
                    <a:pt x="3911" y="9648"/>
                    <a:pt x="4943" y="10100"/>
                  </a:cubicBezTo>
                  <a:cubicBezTo>
                    <a:pt x="5696" y="10426"/>
                    <a:pt x="5970" y="11362"/>
                    <a:pt x="5504" y="12039"/>
                  </a:cubicBezTo>
                  <a:cubicBezTo>
                    <a:pt x="4642" y="13097"/>
                    <a:pt x="3533" y="13527"/>
                    <a:pt x="2316" y="13527"/>
                  </a:cubicBezTo>
                  <a:cubicBezTo>
                    <a:pt x="1683" y="13527"/>
                    <a:pt x="1021" y="13411"/>
                    <a:pt x="349" y="13205"/>
                  </a:cubicBezTo>
                  <a:cubicBezTo>
                    <a:pt x="326" y="13199"/>
                    <a:pt x="305" y="13196"/>
                    <a:pt x="285" y="13196"/>
                  </a:cubicBezTo>
                  <a:cubicBezTo>
                    <a:pt x="73" y="13196"/>
                    <a:pt x="1" y="13520"/>
                    <a:pt x="229" y="13599"/>
                  </a:cubicBezTo>
                  <a:cubicBezTo>
                    <a:pt x="949" y="13820"/>
                    <a:pt x="1655" y="13942"/>
                    <a:pt x="2329" y="13942"/>
                  </a:cubicBezTo>
                  <a:cubicBezTo>
                    <a:pt x="3675" y="13942"/>
                    <a:pt x="4890" y="13454"/>
                    <a:pt x="5831" y="12293"/>
                  </a:cubicBezTo>
                  <a:cubicBezTo>
                    <a:pt x="5840" y="12284"/>
                    <a:pt x="5850" y="12269"/>
                    <a:pt x="5855" y="12260"/>
                  </a:cubicBezTo>
                  <a:cubicBezTo>
                    <a:pt x="6455" y="11367"/>
                    <a:pt x="6095" y="10148"/>
                    <a:pt x="5111" y="9720"/>
                  </a:cubicBezTo>
                  <a:cubicBezTo>
                    <a:pt x="4208" y="9327"/>
                    <a:pt x="3512" y="8501"/>
                    <a:pt x="3488" y="7455"/>
                  </a:cubicBezTo>
                  <a:cubicBezTo>
                    <a:pt x="3776" y="7368"/>
                    <a:pt x="4055" y="7243"/>
                    <a:pt x="4319" y="7085"/>
                  </a:cubicBezTo>
                  <a:cubicBezTo>
                    <a:pt x="4976" y="6677"/>
                    <a:pt x="5259" y="5943"/>
                    <a:pt x="5106" y="5314"/>
                  </a:cubicBezTo>
                  <a:cubicBezTo>
                    <a:pt x="6608" y="4032"/>
                    <a:pt x="8063" y="2270"/>
                    <a:pt x="8562" y="317"/>
                  </a:cubicBezTo>
                  <a:cubicBezTo>
                    <a:pt x="8606" y="149"/>
                    <a:pt x="8473" y="0"/>
                    <a:pt x="83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8" name="Google Shape;14878;p83"/>
          <p:cNvGrpSpPr/>
          <p:nvPr/>
        </p:nvGrpSpPr>
        <p:grpSpPr>
          <a:xfrm>
            <a:off x="3090671" y="3365275"/>
            <a:ext cx="323365" cy="365420"/>
            <a:chOff x="3090671" y="3365275"/>
            <a:chExt cx="323365" cy="365420"/>
          </a:xfrm>
        </p:grpSpPr>
        <p:sp>
          <p:nvSpPr>
            <p:cNvPr id="14879" name="Google Shape;14879;p83"/>
            <p:cNvSpPr/>
            <p:nvPr/>
          </p:nvSpPr>
          <p:spPr>
            <a:xfrm>
              <a:off x="3191577" y="3371066"/>
              <a:ext cx="96635" cy="230503"/>
            </a:xfrm>
            <a:custGeom>
              <a:rect b="b" l="l" r="r" t="t"/>
              <a:pathLst>
                <a:path extrusionOk="0" h="8797" w="3688">
                  <a:moveTo>
                    <a:pt x="1200" y="1"/>
                  </a:moveTo>
                  <a:cubicBezTo>
                    <a:pt x="1152" y="1"/>
                    <a:pt x="1103" y="12"/>
                    <a:pt x="1057" y="36"/>
                  </a:cubicBezTo>
                  <a:cubicBezTo>
                    <a:pt x="1033" y="51"/>
                    <a:pt x="1009" y="65"/>
                    <a:pt x="980" y="79"/>
                  </a:cubicBezTo>
                  <a:cubicBezTo>
                    <a:pt x="318" y="473"/>
                    <a:pt x="1" y="1255"/>
                    <a:pt x="202" y="1999"/>
                  </a:cubicBezTo>
                  <a:lnTo>
                    <a:pt x="2036" y="8797"/>
                  </a:lnTo>
                  <a:lnTo>
                    <a:pt x="3687" y="8350"/>
                  </a:lnTo>
                  <a:lnTo>
                    <a:pt x="3467" y="7524"/>
                  </a:lnTo>
                  <a:lnTo>
                    <a:pt x="1547" y="382"/>
                  </a:lnTo>
                  <a:lnTo>
                    <a:pt x="1499" y="228"/>
                  </a:lnTo>
                  <a:cubicBezTo>
                    <a:pt x="1460" y="87"/>
                    <a:pt x="1333" y="1"/>
                    <a:pt x="120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3"/>
            <p:cNvSpPr/>
            <p:nvPr/>
          </p:nvSpPr>
          <p:spPr>
            <a:xfrm>
              <a:off x="3215736" y="3371197"/>
              <a:ext cx="66685" cy="201445"/>
            </a:xfrm>
            <a:custGeom>
              <a:rect b="b" l="l" r="r" t="t"/>
              <a:pathLst>
                <a:path extrusionOk="0" h="7688" w="2545">
                  <a:moveTo>
                    <a:pt x="281" y="0"/>
                  </a:moveTo>
                  <a:cubicBezTo>
                    <a:pt x="232" y="0"/>
                    <a:pt x="182" y="12"/>
                    <a:pt x="135" y="36"/>
                  </a:cubicBezTo>
                  <a:cubicBezTo>
                    <a:pt x="111" y="46"/>
                    <a:pt x="87" y="60"/>
                    <a:pt x="63" y="74"/>
                  </a:cubicBezTo>
                  <a:cubicBezTo>
                    <a:pt x="1" y="343"/>
                    <a:pt x="10" y="622"/>
                    <a:pt x="82" y="890"/>
                  </a:cubicBezTo>
                  <a:lnTo>
                    <a:pt x="1916" y="7687"/>
                  </a:lnTo>
                  <a:lnTo>
                    <a:pt x="2545" y="7519"/>
                  </a:lnTo>
                  <a:lnTo>
                    <a:pt x="625" y="382"/>
                  </a:lnTo>
                  <a:lnTo>
                    <a:pt x="581" y="223"/>
                  </a:lnTo>
                  <a:cubicBezTo>
                    <a:pt x="539" y="86"/>
                    <a:pt x="414" y="0"/>
                    <a:pt x="28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3"/>
            <p:cNvSpPr/>
            <p:nvPr/>
          </p:nvSpPr>
          <p:spPr>
            <a:xfrm>
              <a:off x="3216496" y="3371197"/>
              <a:ext cx="95744" cy="230372"/>
            </a:xfrm>
            <a:custGeom>
              <a:rect b="b" l="l" r="r" t="t"/>
              <a:pathLst>
                <a:path extrusionOk="0" h="8792" w="3654">
                  <a:moveTo>
                    <a:pt x="2485" y="0"/>
                  </a:moveTo>
                  <a:cubicBezTo>
                    <a:pt x="2350" y="0"/>
                    <a:pt x="2223" y="87"/>
                    <a:pt x="2184" y="228"/>
                  </a:cubicBezTo>
                  <a:lnTo>
                    <a:pt x="2141" y="382"/>
                  </a:lnTo>
                  <a:lnTo>
                    <a:pt x="0" y="8350"/>
                  </a:lnTo>
                  <a:lnTo>
                    <a:pt x="672" y="8528"/>
                  </a:lnTo>
                  <a:lnTo>
                    <a:pt x="1652" y="8792"/>
                  </a:lnTo>
                  <a:lnTo>
                    <a:pt x="3485" y="1994"/>
                  </a:lnTo>
                  <a:cubicBezTo>
                    <a:pt x="3653" y="1370"/>
                    <a:pt x="3457" y="708"/>
                    <a:pt x="2972" y="276"/>
                  </a:cubicBezTo>
                  <a:cubicBezTo>
                    <a:pt x="2871" y="185"/>
                    <a:pt x="2751" y="103"/>
                    <a:pt x="2631" y="36"/>
                  </a:cubicBezTo>
                  <a:cubicBezTo>
                    <a:pt x="2584" y="12"/>
                    <a:pt x="2534" y="0"/>
                    <a:pt x="2485"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3"/>
            <p:cNvSpPr/>
            <p:nvPr/>
          </p:nvSpPr>
          <p:spPr>
            <a:xfrm>
              <a:off x="3234104" y="3378403"/>
              <a:ext cx="78136" cy="223167"/>
            </a:xfrm>
            <a:custGeom>
              <a:rect b="b" l="l" r="r" t="t"/>
              <a:pathLst>
                <a:path extrusionOk="0" h="8517" w="2982">
                  <a:moveTo>
                    <a:pt x="2300" y="1"/>
                  </a:moveTo>
                  <a:cubicBezTo>
                    <a:pt x="2242" y="39"/>
                    <a:pt x="2194" y="102"/>
                    <a:pt x="2175" y="174"/>
                  </a:cubicBezTo>
                  <a:lnTo>
                    <a:pt x="2132" y="327"/>
                  </a:lnTo>
                  <a:lnTo>
                    <a:pt x="0" y="8253"/>
                  </a:lnTo>
                  <a:lnTo>
                    <a:pt x="980" y="8517"/>
                  </a:lnTo>
                  <a:lnTo>
                    <a:pt x="2813" y="1719"/>
                  </a:lnTo>
                  <a:cubicBezTo>
                    <a:pt x="2981" y="1095"/>
                    <a:pt x="2785" y="428"/>
                    <a:pt x="230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3"/>
            <p:cNvSpPr/>
            <p:nvPr/>
          </p:nvSpPr>
          <p:spPr>
            <a:xfrm>
              <a:off x="3227422" y="3520761"/>
              <a:ext cx="169583" cy="204406"/>
            </a:xfrm>
            <a:custGeom>
              <a:rect b="b" l="l" r="r" t="t"/>
              <a:pathLst>
                <a:path extrusionOk="0" h="7801" w="6472">
                  <a:moveTo>
                    <a:pt x="3789" y="4056"/>
                  </a:moveTo>
                  <a:cubicBezTo>
                    <a:pt x="3814" y="4056"/>
                    <a:pt x="3840" y="4057"/>
                    <a:pt x="3865" y="4058"/>
                  </a:cubicBezTo>
                  <a:cubicBezTo>
                    <a:pt x="4604" y="4092"/>
                    <a:pt x="5176" y="4725"/>
                    <a:pt x="5137" y="5464"/>
                  </a:cubicBezTo>
                  <a:cubicBezTo>
                    <a:pt x="5096" y="6243"/>
                    <a:pt x="4452" y="6736"/>
                    <a:pt x="3789" y="6736"/>
                  </a:cubicBezTo>
                  <a:cubicBezTo>
                    <a:pt x="3437" y="6736"/>
                    <a:pt x="3080" y="6598"/>
                    <a:pt x="2804" y="6290"/>
                  </a:cubicBezTo>
                  <a:cubicBezTo>
                    <a:pt x="2020" y="5426"/>
                    <a:pt x="2646" y="4056"/>
                    <a:pt x="3789" y="4056"/>
                  </a:cubicBezTo>
                  <a:close/>
                  <a:moveTo>
                    <a:pt x="955" y="0"/>
                  </a:moveTo>
                  <a:cubicBezTo>
                    <a:pt x="881" y="0"/>
                    <a:pt x="805" y="10"/>
                    <a:pt x="731" y="31"/>
                  </a:cubicBezTo>
                  <a:cubicBezTo>
                    <a:pt x="275" y="151"/>
                    <a:pt x="1" y="621"/>
                    <a:pt x="126" y="1077"/>
                  </a:cubicBezTo>
                  <a:lnTo>
                    <a:pt x="1470" y="6069"/>
                  </a:lnTo>
                  <a:cubicBezTo>
                    <a:pt x="1784" y="7120"/>
                    <a:pt x="2745" y="7801"/>
                    <a:pt x="3792" y="7801"/>
                  </a:cubicBezTo>
                  <a:cubicBezTo>
                    <a:pt x="4008" y="7801"/>
                    <a:pt x="4228" y="7772"/>
                    <a:pt x="4446" y="7711"/>
                  </a:cubicBezTo>
                  <a:cubicBezTo>
                    <a:pt x="5718" y="7356"/>
                    <a:pt x="6472" y="6045"/>
                    <a:pt x="6136" y="4764"/>
                  </a:cubicBezTo>
                  <a:cubicBezTo>
                    <a:pt x="5837" y="3652"/>
                    <a:pt x="4841" y="2969"/>
                    <a:pt x="3794" y="2969"/>
                  </a:cubicBezTo>
                  <a:cubicBezTo>
                    <a:pt x="3358" y="2969"/>
                    <a:pt x="2913" y="3087"/>
                    <a:pt x="2507" y="3343"/>
                  </a:cubicBezTo>
                  <a:lnTo>
                    <a:pt x="1777" y="631"/>
                  </a:lnTo>
                  <a:cubicBezTo>
                    <a:pt x="1673" y="250"/>
                    <a:pt x="1328" y="0"/>
                    <a:pt x="95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3"/>
            <p:cNvSpPr/>
            <p:nvPr/>
          </p:nvSpPr>
          <p:spPr>
            <a:xfrm>
              <a:off x="3108568" y="3520551"/>
              <a:ext cx="168587" cy="204851"/>
            </a:xfrm>
            <a:custGeom>
              <a:rect b="b" l="l" r="r" t="t"/>
              <a:pathLst>
                <a:path extrusionOk="0" h="7818" w="6434">
                  <a:moveTo>
                    <a:pt x="2625" y="4055"/>
                  </a:moveTo>
                  <a:cubicBezTo>
                    <a:pt x="2742" y="4055"/>
                    <a:pt x="2863" y="4071"/>
                    <a:pt x="2986" y="4104"/>
                  </a:cubicBezTo>
                  <a:cubicBezTo>
                    <a:pt x="3702" y="4296"/>
                    <a:pt x="4124" y="5031"/>
                    <a:pt x="3932" y="5746"/>
                  </a:cubicBezTo>
                  <a:cubicBezTo>
                    <a:pt x="3758" y="6389"/>
                    <a:pt x="3198" y="6735"/>
                    <a:pt x="2633" y="6735"/>
                  </a:cubicBezTo>
                  <a:cubicBezTo>
                    <a:pt x="2186" y="6735"/>
                    <a:pt x="1737" y="6519"/>
                    <a:pt x="1474" y="6063"/>
                  </a:cubicBezTo>
                  <a:cubicBezTo>
                    <a:pt x="943" y="5141"/>
                    <a:pt x="1648" y="4055"/>
                    <a:pt x="2625" y="4055"/>
                  </a:cubicBezTo>
                  <a:close/>
                  <a:moveTo>
                    <a:pt x="5488" y="0"/>
                  </a:moveTo>
                  <a:cubicBezTo>
                    <a:pt x="5110" y="0"/>
                    <a:pt x="4762" y="251"/>
                    <a:pt x="4657" y="634"/>
                  </a:cubicBezTo>
                  <a:lnTo>
                    <a:pt x="3927" y="3346"/>
                  </a:lnTo>
                  <a:cubicBezTo>
                    <a:pt x="3529" y="3095"/>
                    <a:pt x="3079" y="2971"/>
                    <a:pt x="2631" y="2971"/>
                  </a:cubicBezTo>
                  <a:cubicBezTo>
                    <a:pt x="2086" y="2971"/>
                    <a:pt x="1543" y="3155"/>
                    <a:pt x="1100" y="3519"/>
                  </a:cubicBezTo>
                  <a:cubicBezTo>
                    <a:pt x="294" y="4176"/>
                    <a:pt x="1" y="5280"/>
                    <a:pt x="370" y="6255"/>
                  </a:cubicBezTo>
                  <a:cubicBezTo>
                    <a:pt x="728" y="7198"/>
                    <a:pt x="1629" y="7817"/>
                    <a:pt x="2631" y="7817"/>
                  </a:cubicBezTo>
                  <a:cubicBezTo>
                    <a:pt x="2665" y="7817"/>
                    <a:pt x="2698" y="7816"/>
                    <a:pt x="2732" y="7815"/>
                  </a:cubicBezTo>
                  <a:cubicBezTo>
                    <a:pt x="3774" y="7772"/>
                    <a:pt x="4671" y="7071"/>
                    <a:pt x="4964" y="6068"/>
                  </a:cubicBezTo>
                  <a:lnTo>
                    <a:pt x="6308" y="1080"/>
                  </a:lnTo>
                  <a:cubicBezTo>
                    <a:pt x="6433" y="619"/>
                    <a:pt x="6164" y="154"/>
                    <a:pt x="5703" y="29"/>
                  </a:cubicBezTo>
                  <a:lnTo>
                    <a:pt x="5708" y="29"/>
                  </a:lnTo>
                  <a:cubicBezTo>
                    <a:pt x="5635" y="10"/>
                    <a:pt x="5561" y="0"/>
                    <a:pt x="548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3"/>
            <p:cNvSpPr/>
            <p:nvPr/>
          </p:nvSpPr>
          <p:spPr>
            <a:xfrm>
              <a:off x="3244663" y="3536640"/>
              <a:ext cx="15381" cy="15381"/>
            </a:xfrm>
            <a:custGeom>
              <a:rect b="b" l="l" r="r" t="t"/>
              <a:pathLst>
                <a:path extrusionOk="0" h="587" w="587">
                  <a:moveTo>
                    <a:pt x="293" y="1"/>
                  </a:moveTo>
                  <a:cubicBezTo>
                    <a:pt x="130" y="1"/>
                    <a:pt x="1" y="130"/>
                    <a:pt x="1" y="293"/>
                  </a:cubicBezTo>
                  <a:cubicBezTo>
                    <a:pt x="1" y="457"/>
                    <a:pt x="130" y="586"/>
                    <a:pt x="293" y="586"/>
                  </a:cubicBezTo>
                  <a:cubicBezTo>
                    <a:pt x="452" y="586"/>
                    <a:pt x="586" y="457"/>
                    <a:pt x="586" y="293"/>
                  </a:cubicBezTo>
                  <a:cubicBezTo>
                    <a:pt x="586" y="130"/>
                    <a:pt x="452"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3"/>
            <p:cNvSpPr/>
            <p:nvPr/>
          </p:nvSpPr>
          <p:spPr>
            <a:xfrm>
              <a:off x="3283024" y="3621143"/>
              <a:ext cx="84555" cy="81149"/>
            </a:xfrm>
            <a:custGeom>
              <a:rect b="b" l="l" r="r" t="t"/>
              <a:pathLst>
                <a:path extrusionOk="0" h="3097" w="3227">
                  <a:moveTo>
                    <a:pt x="1674" y="1"/>
                  </a:moveTo>
                  <a:cubicBezTo>
                    <a:pt x="1482" y="1"/>
                    <a:pt x="1287" y="37"/>
                    <a:pt x="1100" y="112"/>
                  </a:cubicBezTo>
                  <a:cubicBezTo>
                    <a:pt x="394" y="395"/>
                    <a:pt x="1" y="1153"/>
                    <a:pt x="169" y="1897"/>
                  </a:cubicBezTo>
                  <a:cubicBezTo>
                    <a:pt x="333" y="2601"/>
                    <a:pt x="964" y="3096"/>
                    <a:pt x="1678" y="3096"/>
                  </a:cubicBezTo>
                  <a:cubicBezTo>
                    <a:pt x="1714" y="3096"/>
                    <a:pt x="1750" y="3095"/>
                    <a:pt x="1786" y="3093"/>
                  </a:cubicBezTo>
                  <a:cubicBezTo>
                    <a:pt x="2550" y="3035"/>
                    <a:pt x="3154" y="2435"/>
                    <a:pt x="3217" y="1677"/>
                  </a:cubicBezTo>
                  <a:cubicBezTo>
                    <a:pt x="3226" y="1561"/>
                    <a:pt x="3145" y="1461"/>
                    <a:pt x="3030" y="1451"/>
                  </a:cubicBezTo>
                  <a:cubicBezTo>
                    <a:pt x="3024" y="1451"/>
                    <a:pt x="3018" y="1450"/>
                    <a:pt x="3012" y="1450"/>
                  </a:cubicBezTo>
                  <a:cubicBezTo>
                    <a:pt x="2904" y="1450"/>
                    <a:pt x="2813" y="1534"/>
                    <a:pt x="2804" y="1643"/>
                  </a:cubicBezTo>
                  <a:cubicBezTo>
                    <a:pt x="2753" y="2228"/>
                    <a:pt x="2263" y="2676"/>
                    <a:pt x="1674" y="2676"/>
                  </a:cubicBezTo>
                  <a:cubicBezTo>
                    <a:pt x="1659" y="2676"/>
                    <a:pt x="1643" y="2676"/>
                    <a:pt x="1628" y="2675"/>
                  </a:cubicBezTo>
                  <a:cubicBezTo>
                    <a:pt x="1023" y="2651"/>
                    <a:pt x="548" y="2152"/>
                    <a:pt x="543" y="1547"/>
                  </a:cubicBezTo>
                  <a:cubicBezTo>
                    <a:pt x="543" y="841"/>
                    <a:pt x="1111" y="415"/>
                    <a:pt x="1686" y="415"/>
                  </a:cubicBezTo>
                  <a:cubicBezTo>
                    <a:pt x="2053" y="415"/>
                    <a:pt x="2422" y="588"/>
                    <a:pt x="2650" y="971"/>
                  </a:cubicBezTo>
                  <a:cubicBezTo>
                    <a:pt x="2693" y="1044"/>
                    <a:pt x="2757" y="1074"/>
                    <a:pt x="2821" y="1074"/>
                  </a:cubicBezTo>
                  <a:cubicBezTo>
                    <a:pt x="2964" y="1074"/>
                    <a:pt x="3105" y="922"/>
                    <a:pt x="3006" y="760"/>
                  </a:cubicBezTo>
                  <a:cubicBezTo>
                    <a:pt x="2720" y="277"/>
                    <a:pt x="2206" y="1"/>
                    <a:pt x="1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3"/>
            <p:cNvSpPr/>
            <p:nvPr/>
          </p:nvSpPr>
          <p:spPr>
            <a:xfrm>
              <a:off x="3132595" y="3621090"/>
              <a:ext cx="88957" cy="81123"/>
            </a:xfrm>
            <a:custGeom>
              <a:rect b="b" l="l" r="r" t="t"/>
              <a:pathLst>
                <a:path extrusionOk="0" h="3096" w="3395">
                  <a:moveTo>
                    <a:pt x="1721" y="1"/>
                  </a:moveTo>
                  <a:cubicBezTo>
                    <a:pt x="1104" y="1"/>
                    <a:pt x="527" y="370"/>
                    <a:pt x="289" y="963"/>
                  </a:cubicBezTo>
                  <a:cubicBezTo>
                    <a:pt x="1" y="1669"/>
                    <a:pt x="269" y="2480"/>
                    <a:pt x="922" y="2874"/>
                  </a:cubicBezTo>
                  <a:cubicBezTo>
                    <a:pt x="1170" y="3023"/>
                    <a:pt x="1445" y="3095"/>
                    <a:pt x="1717" y="3095"/>
                  </a:cubicBezTo>
                  <a:cubicBezTo>
                    <a:pt x="2162" y="3095"/>
                    <a:pt x="2601" y="2903"/>
                    <a:pt x="2905" y="2543"/>
                  </a:cubicBezTo>
                  <a:cubicBezTo>
                    <a:pt x="3394" y="1957"/>
                    <a:pt x="3385" y="1103"/>
                    <a:pt x="2881" y="527"/>
                  </a:cubicBezTo>
                  <a:cubicBezTo>
                    <a:pt x="2842" y="483"/>
                    <a:pt x="2785" y="460"/>
                    <a:pt x="2728" y="460"/>
                  </a:cubicBezTo>
                  <a:cubicBezTo>
                    <a:pt x="2678" y="460"/>
                    <a:pt x="2628" y="477"/>
                    <a:pt x="2588" y="512"/>
                  </a:cubicBezTo>
                  <a:cubicBezTo>
                    <a:pt x="2501" y="584"/>
                    <a:pt x="2497" y="714"/>
                    <a:pt x="2569" y="800"/>
                  </a:cubicBezTo>
                  <a:cubicBezTo>
                    <a:pt x="2938" y="1223"/>
                    <a:pt x="2948" y="1847"/>
                    <a:pt x="2588" y="2274"/>
                  </a:cubicBezTo>
                  <a:cubicBezTo>
                    <a:pt x="2367" y="2539"/>
                    <a:pt x="2045" y="2680"/>
                    <a:pt x="1718" y="2680"/>
                  </a:cubicBezTo>
                  <a:cubicBezTo>
                    <a:pt x="1519" y="2680"/>
                    <a:pt x="1318" y="2628"/>
                    <a:pt x="1138" y="2519"/>
                  </a:cubicBezTo>
                  <a:cubicBezTo>
                    <a:pt x="658" y="2231"/>
                    <a:pt x="461" y="1640"/>
                    <a:pt x="673" y="1122"/>
                  </a:cubicBezTo>
                  <a:cubicBezTo>
                    <a:pt x="846" y="685"/>
                    <a:pt x="1268" y="416"/>
                    <a:pt x="1721" y="416"/>
                  </a:cubicBezTo>
                  <a:cubicBezTo>
                    <a:pt x="1806" y="416"/>
                    <a:pt x="1892" y="425"/>
                    <a:pt x="1978" y="445"/>
                  </a:cubicBezTo>
                  <a:cubicBezTo>
                    <a:pt x="1999" y="450"/>
                    <a:pt x="2018" y="453"/>
                    <a:pt x="2037" y="453"/>
                  </a:cubicBezTo>
                  <a:cubicBezTo>
                    <a:pt x="2260" y="453"/>
                    <a:pt x="2323" y="104"/>
                    <a:pt x="2074" y="42"/>
                  </a:cubicBezTo>
                  <a:cubicBezTo>
                    <a:pt x="1956" y="14"/>
                    <a:pt x="1838" y="1"/>
                    <a:pt x="17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3"/>
            <p:cNvSpPr/>
            <p:nvPr/>
          </p:nvSpPr>
          <p:spPr>
            <a:xfrm>
              <a:off x="3279749" y="3505957"/>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3"/>
            <p:cNvSpPr/>
            <p:nvPr/>
          </p:nvSpPr>
          <p:spPr>
            <a:xfrm>
              <a:off x="3279880" y="350569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3"/>
            <p:cNvSpPr/>
            <p:nvPr/>
          </p:nvSpPr>
          <p:spPr>
            <a:xfrm>
              <a:off x="3258001" y="3628322"/>
              <a:ext cx="26" cy="288"/>
            </a:xfrm>
            <a:custGeom>
              <a:rect b="b" l="l" r="r" t="t"/>
              <a:pathLst>
                <a:path extrusionOk="0" h="11" w="1">
                  <a:moveTo>
                    <a:pt x="0" y="6"/>
                  </a:moveTo>
                  <a:lnTo>
                    <a:pt x="0" y="6"/>
                  </a:lnTo>
                  <a:lnTo>
                    <a:pt x="0" y="11"/>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83"/>
            <p:cNvSpPr/>
            <p:nvPr/>
          </p:nvSpPr>
          <p:spPr>
            <a:xfrm>
              <a:off x="3090671" y="3365275"/>
              <a:ext cx="323365" cy="365420"/>
            </a:xfrm>
            <a:custGeom>
              <a:rect b="b" l="l" r="r" t="t"/>
              <a:pathLst>
                <a:path extrusionOk="0" h="13946" w="12341">
                  <a:moveTo>
                    <a:pt x="5051" y="414"/>
                  </a:moveTo>
                  <a:cubicBezTo>
                    <a:pt x="5096" y="414"/>
                    <a:pt x="5139" y="442"/>
                    <a:pt x="5153" y="488"/>
                  </a:cubicBezTo>
                  <a:lnTo>
                    <a:pt x="5954" y="3464"/>
                  </a:lnTo>
                  <a:lnTo>
                    <a:pt x="5282" y="5965"/>
                  </a:lnTo>
                  <a:lnTo>
                    <a:pt x="4250" y="2148"/>
                  </a:lnTo>
                  <a:cubicBezTo>
                    <a:pt x="4068" y="1467"/>
                    <a:pt x="4380" y="756"/>
                    <a:pt x="5004" y="425"/>
                  </a:cubicBezTo>
                  <a:cubicBezTo>
                    <a:pt x="5019" y="418"/>
                    <a:pt x="5035" y="414"/>
                    <a:pt x="5051" y="414"/>
                  </a:cubicBezTo>
                  <a:close/>
                  <a:moveTo>
                    <a:pt x="7049" y="7568"/>
                  </a:moveTo>
                  <a:lnTo>
                    <a:pt x="7524" y="9315"/>
                  </a:lnTo>
                  <a:cubicBezTo>
                    <a:pt x="7543" y="9378"/>
                    <a:pt x="7586" y="9430"/>
                    <a:pt x="7649" y="9454"/>
                  </a:cubicBezTo>
                  <a:cubicBezTo>
                    <a:pt x="7675" y="9465"/>
                    <a:pt x="7699" y="9469"/>
                    <a:pt x="7722" y="9469"/>
                  </a:cubicBezTo>
                  <a:cubicBezTo>
                    <a:pt x="7859" y="9469"/>
                    <a:pt x="7959" y="9299"/>
                    <a:pt x="8441" y="9171"/>
                  </a:cubicBezTo>
                  <a:cubicBezTo>
                    <a:pt x="8642" y="9117"/>
                    <a:pt x="8839" y="9092"/>
                    <a:pt x="9030" y="9092"/>
                  </a:cubicBezTo>
                  <a:cubicBezTo>
                    <a:pt x="10643" y="9092"/>
                    <a:pt x="11817" y="10892"/>
                    <a:pt x="10937" y="12416"/>
                  </a:cubicBezTo>
                  <a:lnTo>
                    <a:pt x="10937" y="12421"/>
                  </a:lnTo>
                  <a:cubicBezTo>
                    <a:pt x="10505" y="13170"/>
                    <a:pt x="9767" y="13524"/>
                    <a:pt x="9031" y="13524"/>
                  </a:cubicBezTo>
                  <a:cubicBezTo>
                    <a:pt x="8108" y="13524"/>
                    <a:pt x="7190" y="12966"/>
                    <a:pt x="6890" y="11931"/>
                  </a:cubicBezTo>
                  <a:cubicBezTo>
                    <a:pt x="6852" y="11802"/>
                    <a:pt x="6506" y="10506"/>
                    <a:pt x="6382" y="10054"/>
                  </a:cubicBezTo>
                  <a:lnTo>
                    <a:pt x="6382" y="10050"/>
                  </a:lnTo>
                  <a:lnTo>
                    <a:pt x="6382" y="10045"/>
                  </a:lnTo>
                  <a:lnTo>
                    <a:pt x="6660" y="9008"/>
                  </a:lnTo>
                  <a:cubicBezTo>
                    <a:pt x="6905" y="8101"/>
                    <a:pt x="6809" y="8461"/>
                    <a:pt x="7049" y="7568"/>
                  </a:cubicBezTo>
                  <a:close/>
                  <a:moveTo>
                    <a:pt x="6165" y="6115"/>
                  </a:moveTo>
                  <a:cubicBezTo>
                    <a:pt x="6220" y="6115"/>
                    <a:pt x="6277" y="6122"/>
                    <a:pt x="6334" y="6137"/>
                  </a:cubicBezTo>
                  <a:cubicBezTo>
                    <a:pt x="6684" y="6233"/>
                    <a:pt x="6890" y="6598"/>
                    <a:pt x="6790" y="6949"/>
                  </a:cubicBezTo>
                  <a:lnTo>
                    <a:pt x="6324" y="8667"/>
                  </a:lnTo>
                  <a:lnTo>
                    <a:pt x="6329" y="8662"/>
                  </a:lnTo>
                  <a:lnTo>
                    <a:pt x="6329" y="8662"/>
                  </a:lnTo>
                  <a:cubicBezTo>
                    <a:pt x="6305" y="8754"/>
                    <a:pt x="5479" y="11816"/>
                    <a:pt x="5446" y="11931"/>
                  </a:cubicBezTo>
                  <a:cubicBezTo>
                    <a:pt x="5182" y="12843"/>
                    <a:pt x="4361" y="13487"/>
                    <a:pt x="3410" y="13525"/>
                  </a:cubicBezTo>
                  <a:cubicBezTo>
                    <a:pt x="3380" y="13526"/>
                    <a:pt x="3350" y="13527"/>
                    <a:pt x="3320" y="13527"/>
                  </a:cubicBezTo>
                  <a:cubicBezTo>
                    <a:pt x="2405" y="13527"/>
                    <a:pt x="1575" y="12964"/>
                    <a:pt x="1250" y="12099"/>
                  </a:cubicBezTo>
                  <a:cubicBezTo>
                    <a:pt x="909" y="11211"/>
                    <a:pt x="1178" y="10203"/>
                    <a:pt x="1917" y="9598"/>
                  </a:cubicBezTo>
                  <a:cubicBezTo>
                    <a:pt x="2321" y="9266"/>
                    <a:pt x="2817" y="9097"/>
                    <a:pt x="3316" y="9097"/>
                  </a:cubicBezTo>
                  <a:cubicBezTo>
                    <a:pt x="3726" y="9097"/>
                    <a:pt x="4137" y="9211"/>
                    <a:pt x="4500" y="9440"/>
                  </a:cubicBezTo>
                  <a:cubicBezTo>
                    <a:pt x="4535" y="9461"/>
                    <a:pt x="4572" y="9470"/>
                    <a:pt x="4609" y="9470"/>
                  </a:cubicBezTo>
                  <a:cubicBezTo>
                    <a:pt x="4699" y="9470"/>
                    <a:pt x="4785" y="9412"/>
                    <a:pt x="4812" y="9320"/>
                  </a:cubicBezTo>
                  <a:lnTo>
                    <a:pt x="4812" y="9306"/>
                  </a:lnTo>
                  <a:lnTo>
                    <a:pt x="5052" y="8413"/>
                  </a:lnTo>
                  <a:lnTo>
                    <a:pt x="5278" y="7568"/>
                  </a:lnTo>
                  <a:lnTo>
                    <a:pt x="5537" y="6608"/>
                  </a:lnTo>
                  <a:cubicBezTo>
                    <a:pt x="5609" y="6314"/>
                    <a:pt x="5874" y="6115"/>
                    <a:pt x="6165" y="6115"/>
                  </a:cubicBezTo>
                  <a:close/>
                  <a:moveTo>
                    <a:pt x="5056" y="0"/>
                  </a:moveTo>
                  <a:cubicBezTo>
                    <a:pt x="4975" y="0"/>
                    <a:pt x="4894" y="19"/>
                    <a:pt x="4817" y="60"/>
                  </a:cubicBezTo>
                  <a:cubicBezTo>
                    <a:pt x="4020" y="478"/>
                    <a:pt x="3621" y="1390"/>
                    <a:pt x="3857" y="2259"/>
                  </a:cubicBezTo>
                  <a:lnTo>
                    <a:pt x="5071" y="6766"/>
                  </a:lnTo>
                  <a:cubicBezTo>
                    <a:pt x="4831" y="7669"/>
                    <a:pt x="4894" y="7429"/>
                    <a:pt x="4486" y="8955"/>
                  </a:cubicBezTo>
                  <a:cubicBezTo>
                    <a:pt x="4332" y="8878"/>
                    <a:pt x="4173" y="8821"/>
                    <a:pt x="4010" y="8773"/>
                  </a:cubicBezTo>
                  <a:cubicBezTo>
                    <a:pt x="3772" y="8709"/>
                    <a:pt x="3538" y="8679"/>
                    <a:pt x="3311" y="8679"/>
                  </a:cubicBezTo>
                  <a:cubicBezTo>
                    <a:pt x="1395" y="8679"/>
                    <a:pt x="1" y="10816"/>
                    <a:pt x="1044" y="12627"/>
                  </a:cubicBezTo>
                  <a:cubicBezTo>
                    <a:pt x="1555" y="13518"/>
                    <a:pt x="2433" y="13941"/>
                    <a:pt x="3307" y="13941"/>
                  </a:cubicBezTo>
                  <a:cubicBezTo>
                    <a:pt x="4403" y="13941"/>
                    <a:pt x="5493" y="13278"/>
                    <a:pt x="5854" y="12042"/>
                  </a:cubicBezTo>
                  <a:lnTo>
                    <a:pt x="6175" y="10851"/>
                  </a:lnTo>
                  <a:cubicBezTo>
                    <a:pt x="6511" y="12099"/>
                    <a:pt x="6492" y="12042"/>
                    <a:pt x="6502" y="12066"/>
                  </a:cubicBezTo>
                  <a:cubicBezTo>
                    <a:pt x="6804" y="13074"/>
                    <a:pt x="7673" y="13808"/>
                    <a:pt x="8719" y="13928"/>
                  </a:cubicBezTo>
                  <a:cubicBezTo>
                    <a:pt x="8820" y="13940"/>
                    <a:pt x="8921" y="13946"/>
                    <a:pt x="9022" y="13946"/>
                  </a:cubicBezTo>
                  <a:cubicBezTo>
                    <a:pt x="9954" y="13946"/>
                    <a:pt x="10829" y="13451"/>
                    <a:pt x="11302" y="12627"/>
                  </a:cubicBezTo>
                  <a:cubicBezTo>
                    <a:pt x="12340" y="10812"/>
                    <a:pt x="10947" y="8679"/>
                    <a:pt x="9035" y="8679"/>
                  </a:cubicBezTo>
                  <a:cubicBezTo>
                    <a:pt x="8808" y="8679"/>
                    <a:pt x="8574" y="8709"/>
                    <a:pt x="8335" y="8773"/>
                  </a:cubicBezTo>
                  <a:cubicBezTo>
                    <a:pt x="8167" y="8816"/>
                    <a:pt x="8009" y="8878"/>
                    <a:pt x="7860" y="8955"/>
                  </a:cubicBezTo>
                  <a:lnTo>
                    <a:pt x="7270" y="6771"/>
                  </a:lnTo>
                  <a:lnTo>
                    <a:pt x="7620" y="5475"/>
                  </a:lnTo>
                  <a:cubicBezTo>
                    <a:pt x="7663" y="5317"/>
                    <a:pt x="7538" y="5214"/>
                    <a:pt x="7415" y="5214"/>
                  </a:cubicBezTo>
                  <a:cubicBezTo>
                    <a:pt x="7333" y="5214"/>
                    <a:pt x="7251" y="5261"/>
                    <a:pt x="7222" y="5369"/>
                  </a:cubicBezTo>
                  <a:lnTo>
                    <a:pt x="7222" y="5374"/>
                  </a:lnTo>
                  <a:lnTo>
                    <a:pt x="7222" y="5379"/>
                  </a:lnTo>
                  <a:lnTo>
                    <a:pt x="7015" y="6128"/>
                  </a:lnTo>
                  <a:cubicBezTo>
                    <a:pt x="6810" y="5862"/>
                    <a:pt x="6496" y="5714"/>
                    <a:pt x="6173" y="5714"/>
                  </a:cubicBezTo>
                  <a:cubicBezTo>
                    <a:pt x="6035" y="5714"/>
                    <a:pt x="5896" y="5741"/>
                    <a:pt x="5762" y="5797"/>
                  </a:cubicBezTo>
                  <a:lnTo>
                    <a:pt x="6684" y="2369"/>
                  </a:lnTo>
                  <a:cubicBezTo>
                    <a:pt x="6727" y="2212"/>
                    <a:pt x="6600" y="2109"/>
                    <a:pt x="6476" y="2109"/>
                  </a:cubicBezTo>
                  <a:cubicBezTo>
                    <a:pt x="6392" y="2109"/>
                    <a:pt x="6310" y="2155"/>
                    <a:pt x="6281" y="2264"/>
                  </a:cubicBezTo>
                  <a:lnTo>
                    <a:pt x="6175" y="2672"/>
                  </a:lnTo>
                  <a:cubicBezTo>
                    <a:pt x="5546" y="339"/>
                    <a:pt x="5609" y="569"/>
                    <a:pt x="5556" y="377"/>
                  </a:cubicBezTo>
                  <a:cubicBezTo>
                    <a:pt x="5489" y="145"/>
                    <a:pt x="5278" y="0"/>
                    <a:pt x="50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3"/>
            <p:cNvSpPr/>
            <p:nvPr/>
          </p:nvSpPr>
          <p:spPr>
            <a:xfrm>
              <a:off x="3279749" y="350608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3"/>
            <p:cNvSpPr/>
            <p:nvPr/>
          </p:nvSpPr>
          <p:spPr>
            <a:xfrm>
              <a:off x="3281137" y="354256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3"/>
            <p:cNvSpPr/>
            <p:nvPr/>
          </p:nvSpPr>
          <p:spPr>
            <a:xfrm>
              <a:off x="3216732"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3"/>
            <p:cNvSpPr/>
            <p:nvPr/>
          </p:nvSpPr>
          <p:spPr>
            <a:xfrm>
              <a:off x="3216863"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3"/>
            <p:cNvSpPr/>
            <p:nvPr/>
          </p:nvSpPr>
          <p:spPr>
            <a:xfrm>
              <a:off x="3216732" y="3609090"/>
              <a:ext cx="26" cy="288"/>
            </a:xfrm>
            <a:custGeom>
              <a:rect b="b" l="l" r="r" t="t"/>
              <a:pathLst>
                <a:path extrusionOk="0" h="11" w="1">
                  <a:moveTo>
                    <a:pt x="1" y="10"/>
                  </a:moveTo>
                  <a:lnTo>
                    <a:pt x="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3"/>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83"/>
            <p:cNvSpPr/>
            <p:nvPr/>
          </p:nvSpPr>
          <p:spPr>
            <a:xfrm>
              <a:off x="3258001" y="3628322"/>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3"/>
            <p:cNvSpPr/>
            <p:nvPr/>
          </p:nvSpPr>
          <p:spPr>
            <a:xfrm>
              <a:off x="3216732" y="3609352"/>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3"/>
            <p:cNvSpPr/>
            <p:nvPr/>
          </p:nvSpPr>
          <p:spPr>
            <a:xfrm>
              <a:off x="3258001" y="3628217"/>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3"/>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3"/>
            <p:cNvSpPr/>
            <p:nvPr/>
          </p:nvSpPr>
          <p:spPr>
            <a:xfrm>
              <a:off x="3258001" y="362858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3"/>
            <p:cNvSpPr/>
            <p:nvPr/>
          </p:nvSpPr>
          <p:spPr>
            <a:xfrm>
              <a:off x="3258001" y="3628217"/>
              <a:ext cx="26" cy="131"/>
            </a:xfrm>
            <a:custGeom>
              <a:rect b="b" l="l" r="r" t="t"/>
              <a:pathLst>
                <a:path extrusionOk="0" h="5" w="1">
                  <a:moveTo>
                    <a:pt x="0" y="0"/>
                  </a:moveTo>
                  <a:lnTo>
                    <a:pt x="0" y="0"/>
                  </a:lnTo>
                  <a:lnTo>
                    <a:pt x="0" y="5"/>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3"/>
            <p:cNvSpPr/>
            <p:nvPr/>
          </p:nvSpPr>
          <p:spPr>
            <a:xfrm>
              <a:off x="3271338" y="3405968"/>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3"/>
            <p:cNvSpPr/>
            <p:nvPr/>
          </p:nvSpPr>
          <p:spPr>
            <a:xfrm>
              <a:off x="3260018" y="3365275"/>
              <a:ext cx="54737" cy="126217"/>
            </a:xfrm>
            <a:custGeom>
              <a:rect b="b" l="l" r="r" t="t"/>
              <a:pathLst>
                <a:path extrusionOk="0" h="4817" w="2089">
                  <a:moveTo>
                    <a:pt x="820" y="0"/>
                  </a:moveTo>
                  <a:cubicBezTo>
                    <a:pt x="598" y="0"/>
                    <a:pt x="389" y="145"/>
                    <a:pt x="322" y="377"/>
                  </a:cubicBezTo>
                  <a:cubicBezTo>
                    <a:pt x="269" y="569"/>
                    <a:pt x="322" y="372"/>
                    <a:pt x="29" y="1462"/>
                  </a:cubicBezTo>
                  <a:cubicBezTo>
                    <a:pt x="0" y="1572"/>
                    <a:pt x="67" y="1683"/>
                    <a:pt x="178" y="1712"/>
                  </a:cubicBezTo>
                  <a:cubicBezTo>
                    <a:pt x="196" y="1716"/>
                    <a:pt x="214" y="1719"/>
                    <a:pt x="232" y="1719"/>
                  </a:cubicBezTo>
                  <a:cubicBezTo>
                    <a:pt x="324" y="1719"/>
                    <a:pt x="408" y="1660"/>
                    <a:pt x="432" y="1568"/>
                  </a:cubicBezTo>
                  <a:lnTo>
                    <a:pt x="432" y="1558"/>
                  </a:lnTo>
                  <a:lnTo>
                    <a:pt x="432" y="1553"/>
                  </a:lnTo>
                  <a:lnTo>
                    <a:pt x="720" y="492"/>
                  </a:lnTo>
                  <a:cubicBezTo>
                    <a:pt x="735" y="445"/>
                    <a:pt x="776" y="415"/>
                    <a:pt x="823" y="415"/>
                  </a:cubicBezTo>
                  <a:cubicBezTo>
                    <a:pt x="838" y="415"/>
                    <a:pt x="854" y="418"/>
                    <a:pt x="869" y="425"/>
                  </a:cubicBezTo>
                  <a:cubicBezTo>
                    <a:pt x="1493" y="752"/>
                    <a:pt x="1805" y="1472"/>
                    <a:pt x="1618" y="2148"/>
                  </a:cubicBezTo>
                  <a:lnTo>
                    <a:pt x="970" y="4563"/>
                  </a:lnTo>
                  <a:cubicBezTo>
                    <a:pt x="935" y="4718"/>
                    <a:pt x="1056" y="4817"/>
                    <a:pt x="1176" y="4817"/>
                  </a:cubicBezTo>
                  <a:cubicBezTo>
                    <a:pt x="1256" y="4817"/>
                    <a:pt x="1336" y="4773"/>
                    <a:pt x="1368" y="4673"/>
                  </a:cubicBezTo>
                  <a:cubicBezTo>
                    <a:pt x="1997" y="2259"/>
                    <a:pt x="2088" y="2192"/>
                    <a:pt x="2088" y="1760"/>
                  </a:cubicBezTo>
                  <a:cubicBezTo>
                    <a:pt x="2088" y="1044"/>
                    <a:pt x="1695" y="392"/>
                    <a:pt x="1061" y="60"/>
                  </a:cubicBezTo>
                  <a:cubicBezTo>
                    <a:pt x="983" y="19"/>
                    <a:pt x="900" y="0"/>
                    <a:pt x="8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6" name="Google Shape;14906;p83"/>
          <p:cNvGrpSpPr/>
          <p:nvPr/>
        </p:nvGrpSpPr>
        <p:grpSpPr>
          <a:xfrm>
            <a:off x="861651" y="4280581"/>
            <a:ext cx="346554" cy="364844"/>
            <a:chOff x="861651" y="4280581"/>
            <a:chExt cx="346554" cy="364844"/>
          </a:xfrm>
        </p:grpSpPr>
        <p:sp>
          <p:nvSpPr>
            <p:cNvPr id="14907" name="Google Shape;14907;p83"/>
            <p:cNvSpPr/>
            <p:nvPr/>
          </p:nvSpPr>
          <p:spPr>
            <a:xfrm>
              <a:off x="1034849" y="4379102"/>
              <a:ext cx="168063" cy="261003"/>
            </a:xfrm>
            <a:custGeom>
              <a:rect b="b" l="l" r="r" t="t"/>
              <a:pathLst>
                <a:path extrusionOk="0" h="9961" w="6414">
                  <a:moveTo>
                    <a:pt x="6414" y="1"/>
                  </a:moveTo>
                  <a:lnTo>
                    <a:pt x="1" y="3548"/>
                  </a:lnTo>
                  <a:lnTo>
                    <a:pt x="1" y="9961"/>
                  </a:lnTo>
                  <a:lnTo>
                    <a:pt x="6414" y="6409"/>
                  </a:lnTo>
                  <a:lnTo>
                    <a:pt x="6414"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3"/>
            <p:cNvSpPr/>
            <p:nvPr/>
          </p:nvSpPr>
          <p:spPr>
            <a:xfrm>
              <a:off x="1034849" y="4519338"/>
              <a:ext cx="168063" cy="120767"/>
            </a:xfrm>
            <a:custGeom>
              <a:rect b="b" l="l" r="r" t="t"/>
              <a:pathLst>
                <a:path extrusionOk="0" h="4609" w="6414">
                  <a:moveTo>
                    <a:pt x="4043" y="1"/>
                  </a:moveTo>
                  <a:lnTo>
                    <a:pt x="1" y="2238"/>
                  </a:lnTo>
                  <a:lnTo>
                    <a:pt x="1" y="4609"/>
                  </a:lnTo>
                  <a:lnTo>
                    <a:pt x="6414" y="1057"/>
                  </a:lnTo>
                  <a:lnTo>
                    <a:pt x="4043"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3"/>
            <p:cNvSpPr/>
            <p:nvPr/>
          </p:nvSpPr>
          <p:spPr>
            <a:xfrm>
              <a:off x="866944" y="4379102"/>
              <a:ext cx="167932" cy="261003"/>
            </a:xfrm>
            <a:custGeom>
              <a:rect b="b" l="l" r="r" t="t"/>
              <a:pathLst>
                <a:path extrusionOk="0" h="9961" w="6409">
                  <a:moveTo>
                    <a:pt x="0" y="1"/>
                  </a:moveTo>
                  <a:lnTo>
                    <a:pt x="0" y="6409"/>
                  </a:lnTo>
                  <a:lnTo>
                    <a:pt x="6409" y="9961"/>
                  </a:lnTo>
                  <a:lnTo>
                    <a:pt x="6409" y="3548"/>
                  </a:lnTo>
                  <a:lnTo>
                    <a:pt x="0"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3"/>
            <p:cNvSpPr/>
            <p:nvPr/>
          </p:nvSpPr>
          <p:spPr>
            <a:xfrm>
              <a:off x="866944" y="4379102"/>
              <a:ext cx="62152" cy="167932"/>
            </a:xfrm>
            <a:custGeom>
              <a:rect b="b" l="l" r="r" t="t"/>
              <a:pathLst>
                <a:path extrusionOk="0" h="6409" w="2372">
                  <a:moveTo>
                    <a:pt x="0" y="1"/>
                  </a:moveTo>
                  <a:lnTo>
                    <a:pt x="0" y="6409"/>
                  </a:lnTo>
                  <a:lnTo>
                    <a:pt x="2372" y="5353"/>
                  </a:lnTo>
                  <a:lnTo>
                    <a:pt x="2372" y="1311"/>
                  </a:lnTo>
                  <a:lnTo>
                    <a:pt x="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3"/>
            <p:cNvSpPr/>
            <p:nvPr/>
          </p:nvSpPr>
          <p:spPr>
            <a:xfrm>
              <a:off x="866944" y="4286031"/>
              <a:ext cx="335968" cy="186038"/>
            </a:xfrm>
            <a:custGeom>
              <a:rect b="b" l="l" r="r" t="t"/>
              <a:pathLst>
                <a:path extrusionOk="0" h="7100" w="12822">
                  <a:moveTo>
                    <a:pt x="6409" y="0"/>
                  </a:moveTo>
                  <a:lnTo>
                    <a:pt x="0" y="3553"/>
                  </a:lnTo>
                  <a:lnTo>
                    <a:pt x="6409" y="7100"/>
                  </a:lnTo>
                  <a:lnTo>
                    <a:pt x="12822" y="3553"/>
                  </a:lnTo>
                  <a:lnTo>
                    <a:pt x="640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3"/>
            <p:cNvSpPr/>
            <p:nvPr/>
          </p:nvSpPr>
          <p:spPr>
            <a:xfrm>
              <a:off x="1034849" y="4286031"/>
              <a:ext cx="168063" cy="127423"/>
            </a:xfrm>
            <a:custGeom>
              <a:rect b="b" l="l" r="r" t="t"/>
              <a:pathLst>
                <a:path extrusionOk="0" h="4863" w="6414">
                  <a:moveTo>
                    <a:pt x="1" y="0"/>
                  </a:moveTo>
                  <a:lnTo>
                    <a:pt x="1" y="2626"/>
                  </a:lnTo>
                  <a:lnTo>
                    <a:pt x="4043" y="4863"/>
                  </a:lnTo>
                  <a:lnTo>
                    <a:pt x="6414" y="3553"/>
                  </a:lnTo>
                  <a:lnTo>
                    <a:pt x="1"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3"/>
            <p:cNvSpPr/>
            <p:nvPr/>
          </p:nvSpPr>
          <p:spPr>
            <a:xfrm>
              <a:off x="1034849" y="4413428"/>
              <a:ext cx="105937" cy="164552"/>
            </a:xfrm>
            <a:custGeom>
              <a:rect b="b" l="l" r="r" t="t"/>
              <a:pathLst>
                <a:path extrusionOk="0" h="6280" w="4043">
                  <a:moveTo>
                    <a:pt x="4043" y="1"/>
                  </a:moveTo>
                  <a:lnTo>
                    <a:pt x="1" y="2238"/>
                  </a:lnTo>
                  <a:lnTo>
                    <a:pt x="1" y="6280"/>
                  </a:lnTo>
                  <a:lnTo>
                    <a:pt x="4043" y="4043"/>
                  </a:lnTo>
                  <a:lnTo>
                    <a:pt x="4043"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3"/>
            <p:cNvSpPr/>
            <p:nvPr/>
          </p:nvSpPr>
          <p:spPr>
            <a:xfrm>
              <a:off x="929070" y="4413428"/>
              <a:ext cx="105806" cy="164552"/>
            </a:xfrm>
            <a:custGeom>
              <a:rect b="b" l="l" r="r" t="t"/>
              <a:pathLst>
                <a:path extrusionOk="0" h="6280" w="4038">
                  <a:moveTo>
                    <a:pt x="1" y="1"/>
                  </a:moveTo>
                  <a:lnTo>
                    <a:pt x="1" y="4043"/>
                  </a:lnTo>
                  <a:lnTo>
                    <a:pt x="4038" y="6280"/>
                  </a:lnTo>
                  <a:lnTo>
                    <a:pt x="4038" y="2238"/>
                  </a:lnTo>
                  <a:lnTo>
                    <a:pt x="1"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3"/>
            <p:cNvSpPr/>
            <p:nvPr/>
          </p:nvSpPr>
          <p:spPr>
            <a:xfrm>
              <a:off x="929070" y="4354839"/>
              <a:ext cx="211716" cy="117230"/>
            </a:xfrm>
            <a:custGeom>
              <a:rect b="b" l="l" r="r" t="t"/>
              <a:pathLst>
                <a:path extrusionOk="0" h="4474" w="8080">
                  <a:moveTo>
                    <a:pt x="4038" y="0"/>
                  </a:moveTo>
                  <a:lnTo>
                    <a:pt x="1" y="2237"/>
                  </a:lnTo>
                  <a:lnTo>
                    <a:pt x="4038" y="4474"/>
                  </a:lnTo>
                  <a:lnTo>
                    <a:pt x="8080" y="2237"/>
                  </a:lnTo>
                  <a:lnTo>
                    <a:pt x="4038"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3"/>
            <p:cNvSpPr/>
            <p:nvPr/>
          </p:nvSpPr>
          <p:spPr>
            <a:xfrm>
              <a:off x="1101011" y="4500368"/>
              <a:ext cx="27879" cy="17687"/>
            </a:xfrm>
            <a:custGeom>
              <a:rect b="b" l="l" r="r" t="t"/>
              <a:pathLst>
                <a:path extrusionOk="0" h="675" w="1064">
                  <a:moveTo>
                    <a:pt x="772" y="0"/>
                  </a:moveTo>
                  <a:cubicBezTo>
                    <a:pt x="742" y="0"/>
                    <a:pt x="710" y="8"/>
                    <a:pt x="678" y="24"/>
                  </a:cubicBezTo>
                  <a:lnTo>
                    <a:pt x="198" y="288"/>
                  </a:lnTo>
                  <a:cubicBezTo>
                    <a:pt x="1" y="403"/>
                    <a:pt x="112" y="674"/>
                    <a:pt x="295" y="674"/>
                  </a:cubicBezTo>
                  <a:cubicBezTo>
                    <a:pt x="326" y="674"/>
                    <a:pt x="360" y="666"/>
                    <a:pt x="394" y="648"/>
                  </a:cubicBezTo>
                  <a:lnTo>
                    <a:pt x="874" y="379"/>
                  </a:lnTo>
                  <a:cubicBezTo>
                    <a:pt x="1064" y="264"/>
                    <a:pt x="953" y="0"/>
                    <a:pt x="7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3"/>
            <p:cNvSpPr/>
            <p:nvPr/>
          </p:nvSpPr>
          <p:spPr>
            <a:xfrm>
              <a:off x="1101037" y="4484882"/>
              <a:ext cx="28613" cy="17949"/>
            </a:xfrm>
            <a:custGeom>
              <a:rect b="b" l="l" r="r" t="t"/>
              <a:pathLst>
                <a:path extrusionOk="0" h="685" w="1092">
                  <a:moveTo>
                    <a:pt x="789" y="0"/>
                  </a:moveTo>
                  <a:cubicBezTo>
                    <a:pt x="754" y="0"/>
                    <a:pt x="716" y="10"/>
                    <a:pt x="677" y="34"/>
                  </a:cubicBezTo>
                  <a:lnTo>
                    <a:pt x="197" y="303"/>
                  </a:lnTo>
                  <a:cubicBezTo>
                    <a:pt x="0" y="413"/>
                    <a:pt x="111" y="685"/>
                    <a:pt x="294" y="685"/>
                  </a:cubicBezTo>
                  <a:cubicBezTo>
                    <a:pt x="325" y="685"/>
                    <a:pt x="359" y="677"/>
                    <a:pt x="393" y="658"/>
                  </a:cubicBezTo>
                  <a:lnTo>
                    <a:pt x="873" y="394"/>
                  </a:lnTo>
                  <a:cubicBezTo>
                    <a:pt x="1091" y="285"/>
                    <a:pt x="977" y="0"/>
                    <a:pt x="7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3"/>
            <p:cNvSpPr/>
            <p:nvPr/>
          </p:nvSpPr>
          <p:spPr>
            <a:xfrm>
              <a:off x="861651" y="4280581"/>
              <a:ext cx="346554" cy="364844"/>
            </a:xfrm>
            <a:custGeom>
              <a:rect b="b" l="l" r="r" t="t"/>
              <a:pathLst>
                <a:path extrusionOk="0" h="13924" w="13226">
                  <a:moveTo>
                    <a:pt x="6404" y="549"/>
                  </a:moveTo>
                  <a:lnTo>
                    <a:pt x="6409" y="2709"/>
                  </a:lnTo>
                  <a:lnTo>
                    <a:pt x="2569" y="4836"/>
                  </a:lnTo>
                  <a:lnTo>
                    <a:pt x="620" y="3756"/>
                  </a:lnTo>
                  <a:lnTo>
                    <a:pt x="6404" y="549"/>
                  </a:lnTo>
                  <a:close/>
                  <a:moveTo>
                    <a:pt x="6812" y="549"/>
                  </a:moveTo>
                  <a:lnTo>
                    <a:pt x="12597" y="3756"/>
                  </a:lnTo>
                  <a:lnTo>
                    <a:pt x="10653" y="4836"/>
                  </a:lnTo>
                  <a:lnTo>
                    <a:pt x="6812" y="2709"/>
                  </a:lnTo>
                  <a:lnTo>
                    <a:pt x="6812" y="549"/>
                  </a:lnTo>
                  <a:close/>
                  <a:moveTo>
                    <a:pt x="6611" y="3064"/>
                  </a:moveTo>
                  <a:lnTo>
                    <a:pt x="10235" y="5066"/>
                  </a:lnTo>
                  <a:lnTo>
                    <a:pt x="6611" y="7073"/>
                  </a:lnTo>
                  <a:lnTo>
                    <a:pt x="2991" y="5066"/>
                  </a:lnTo>
                  <a:lnTo>
                    <a:pt x="6611" y="3064"/>
                  </a:lnTo>
                  <a:close/>
                  <a:moveTo>
                    <a:pt x="409" y="4101"/>
                  </a:moveTo>
                  <a:lnTo>
                    <a:pt x="2367" y="5186"/>
                  </a:lnTo>
                  <a:lnTo>
                    <a:pt x="2367" y="8978"/>
                  </a:lnTo>
                  <a:lnTo>
                    <a:pt x="409" y="9852"/>
                  </a:lnTo>
                  <a:lnTo>
                    <a:pt x="409" y="4101"/>
                  </a:lnTo>
                  <a:close/>
                  <a:moveTo>
                    <a:pt x="2775" y="5412"/>
                  </a:moveTo>
                  <a:lnTo>
                    <a:pt x="4259" y="6233"/>
                  </a:lnTo>
                  <a:lnTo>
                    <a:pt x="6409" y="7428"/>
                  </a:lnTo>
                  <a:lnTo>
                    <a:pt x="6409" y="10999"/>
                  </a:lnTo>
                  <a:lnTo>
                    <a:pt x="2775" y="8988"/>
                  </a:lnTo>
                  <a:lnTo>
                    <a:pt x="2775" y="5412"/>
                  </a:lnTo>
                  <a:close/>
                  <a:moveTo>
                    <a:pt x="10451" y="5417"/>
                  </a:moveTo>
                  <a:lnTo>
                    <a:pt x="10451" y="8993"/>
                  </a:lnTo>
                  <a:lnTo>
                    <a:pt x="6817" y="11004"/>
                  </a:lnTo>
                  <a:lnTo>
                    <a:pt x="6817" y="7428"/>
                  </a:lnTo>
                  <a:lnTo>
                    <a:pt x="10451" y="5417"/>
                  </a:lnTo>
                  <a:close/>
                  <a:moveTo>
                    <a:pt x="6613" y="1"/>
                  </a:moveTo>
                  <a:cubicBezTo>
                    <a:pt x="6580" y="1"/>
                    <a:pt x="6546" y="9"/>
                    <a:pt x="6515" y="26"/>
                  </a:cubicBezTo>
                  <a:lnTo>
                    <a:pt x="106" y="3578"/>
                  </a:lnTo>
                  <a:cubicBezTo>
                    <a:pt x="39" y="3617"/>
                    <a:pt x="1" y="3684"/>
                    <a:pt x="1" y="3761"/>
                  </a:cubicBezTo>
                  <a:lnTo>
                    <a:pt x="1" y="10169"/>
                  </a:lnTo>
                  <a:cubicBezTo>
                    <a:pt x="1" y="10241"/>
                    <a:pt x="39" y="10308"/>
                    <a:pt x="106" y="10346"/>
                  </a:cubicBezTo>
                  <a:lnTo>
                    <a:pt x="2929" y="11911"/>
                  </a:lnTo>
                  <a:cubicBezTo>
                    <a:pt x="2962" y="11928"/>
                    <a:pt x="2994" y="11935"/>
                    <a:pt x="3024" y="11935"/>
                  </a:cubicBezTo>
                  <a:cubicBezTo>
                    <a:pt x="3204" y="11935"/>
                    <a:pt x="3315" y="11671"/>
                    <a:pt x="3126" y="11556"/>
                  </a:cubicBezTo>
                  <a:lnTo>
                    <a:pt x="658" y="10188"/>
                  </a:lnTo>
                  <a:lnTo>
                    <a:pt x="2559" y="9338"/>
                  </a:lnTo>
                  <a:lnTo>
                    <a:pt x="6409" y="11470"/>
                  </a:lnTo>
                  <a:lnTo>
                    <a:pt x="6409" y="13375"/>
                  </a:lnTo>
                  <a:lnTo>
                    <a:pt x="3937" y="12003"/>
                  </a:lnTo>
                  <a:cubicBezTo>
                    <a:pt x="3904" y="11987"/>
                    <a:pt x="3873" y="11980"/>
                    <a:pt x="3843" y="11980"/>
                  </a:cubicBezTo>
                  <a:cubicBezTo>
                    <a:pt x="3659" y="11980"/>
                    <a:pt x="3549" y="12242"/>
                    <a:pt x="3735" y="12358"/>
                  </a:cubicBezTo>
                  <a:lnTo>
                    <a:pt x="6515" y="13899"/>
                  </a:lnTo>
                  <a:cubicBezTo>
                    <a:pt x="6546" y="13915"/>
                    <a:pt x="6580" y="13924"/>
                    <a:pt x="6613" y="13924"/>
                  </a:cubicBezTo>
                  <a:cubicBezTo>
                    <a:pt x="6647" y="13924"/>
                    <a:pt x="6680" y="13915"/>
                    <a:pt x="6712" y="13899"/>
                  </a:cubicBezTo>
                  <a:lnTo>
                    <a:pt x="9625" y="12286"/>
                  </a:lnTo>
                  <a:cubicBezTo>
                    <a:pt x="9843" y="12177"/>
                    <a:pt x="9725" y="11892"/>
                    <a:pt x="9540" y="11892"/>
                  </a:cubicBezTo>
                  <a:cubicBezTo>
                    <a:pt x="9505" y="11892"/>
                    <a:pt x="9467" y="11902"/>
                    <a:pt x="9429" y="11926"/>
                  </a:cubicBezTo>
                  <a:lnTo>
                    <a:pt x="6817" y="13375"/>
                  </a:lnTo>
                  <a:lnTo>
                    <a:pt x="6817" y="11470"/>
                  </a:lnTo>
                  <a:lnTo>
                    <a:pt x="10667" y="9338"/>
                  </a:lnTo>
                  <a:lnTo>
                    <a:pt x="12568" y="10188"/>
                  </a:lnTo>
                  <a:lnTo>
                    <a:pt x="10235" y="11479"/>
                  </a:lnTo>
                  <a:cubicBezTo>
                    <a:pt x="10017" y="11584"/>
                    <a:pt x="10132" y="11873"/>
                    <a:pt x="10320" y="11873"/>
                  </a:cubicBezTo>
                  <a:cubicBezTo>
                    <a:pt x="10355" y="11873"/>
                    <a:pt x="10393" y="11863"/>
                    <a:pt x="10432" y="11839"/>
                  </a:cubicBezTo>
                  <a:lnTo>
                    <a:pt x="13120" y="10346"/>
                  </a:lnTo>
                  <a:cubicBezTo>
                    <a:pt x="13154" y="10332"/>
                    <a:pt x="13178" y="10303"/>
                    <a:pt x="13197" y="10274"/>
                  </a:cubicBezTo>
                  <a:cubicBezTo>
                    <a:pt x="13216" y="10241"/>
                    <a:pt x="13226" y="10207"/>
                    <a:pt x="13226" y="10169"/>
                  </a:cubicBezTo>
                  <a:lnTo>
                    <a:pt x="13226" y="8374"/>
                  </a:lnTo>
                  <a:cubicBezTo>
                    <a:pt x="13226" y="8239"/>
                    <a:pt x="13124" y="8172"/>
                    <a:pt x="13022" y="8172"/>
                  </a:cubicBezTo>
                  <a:cubicBezTo>
                    <a:pt x="12920" y="8172"/>
                    <a:pt x="12818" y="8239"/>
                    <a:pt x="12818" y="8374"/>
                  </a:cubicBezTo>
                  <a:lnTo>
                    <a:pt x="12818" y="9857"/>
                  </a:lnTo>
                  <a:lnTo>
                    <a:pt x="10859" y="8978"/>
                  </a:lnTo>
                  <a:lnTo>
                    <a:pt x="10859" y="5191"/>
                  </a:lnTo>
                  <a:lnTo>
                    <a:pt x="12818" y="4106"/>
                  </a:lnTo>
                  <a:lnTo>
                    <a:pt x="12818" y="7485"/>
                  </a:lnTo>
                  <a:cubicBezTo>
                    <a:pt x="12818" y="7622"/>
                    <a:pt x="12920" y="7691"/>
                    <a:pt x="13022" y="7691"/>
                  </a:cubicBezTo>
                  <a:cubicBezTo>
                    <a:pt x="13124" y="7691"/>
                    <a:pt x="13226" y="7622"/>
                    <a:pt x="13226" y="7485"/>
                  </a:cubicBezTo>
                  <a:lnTo>
                    <a:pt x="13226" y="3761"/>
                  </a:lnTo>
                  <a:cubicBezTo>
                    <a:pt x="13226" y="3684"/>
                    <a:pt x="13187" y="3617"/>
                    <a:pt x="13120" y="3578"/>
                  </a:cubicBezTo>
                  <a:lnTo>
                    <a:pt x="6712" y="26"/>
                  </a:lnTo>
                  <a:cubicBezTo>
                    <a:pt x="6680" y="9"/>
                    <a:pt x="6647" y="1"/>
                    <a:pt x="66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9" name="Google Shape;14919;p83"/>
          <p:cNvGrpSpPr/>
          <p:nvPr/>
        </p:nvGrpSpPr>
        <p:grpSpPr>
          <a:xfrm>
            <a:off x="1385020" y="4280607"/>
            <a:ext cx="330440" cy="364791"/>
            <a:chOff x="1385020" y="4280607"/>
            <a:chExt cx="330440" cy="364791"/>
          </a:xfrm>
        </p:grpSpPr>
        <p:sp>
          <p:nvSpPr>
            <p:cNvPr id="14920" name="Google Shape;14920;p83"/>
            <p:cNvSpPr/>
            <p:nvPr/>
          </p:nvSpPr>
          <p:spPr>
            <a:xfrm>
              <a:off x="1489934" y="4286031"/>
              <a:ext cx="220127" cy="354074"/>
            </a:xfrm>
            <a:custGeom>
              <a:rect b="b" l="l" r="r" t="t"/>
              <a:pathLst>
                <a:path extrusionOk="0" h="13513" w="8401">
                  <a:moveTo>
                    <a:pt x="274" y="0"/>
                  </a:moveTo>
                  <a:cubicBezTo>
                    <a:pt x="120" y="0"/>
                    <a:pt x="0" y="125"/>
                    <a:pt x="0" y="274"/>
                  </a:cubicBezTo>
                  <a:lnTo>
                    <a:pt x="0" y="13513"/>
                  </a:lnTo>
                  <a:lnTo>
                    <a:pt x="6701" y="13513"/>
                  </a:lnTo>
                  <a:cubicBezTo>
                    <a:pt x="7637" y="13513"/>
                    <a:pt x="8401" y="12750"/>
                    <a:pt x="8401" y="11814"/>
                  </a:cubicBezTo>
                  <a:lnTo>
                    <a:pt x="8401" y="274"/>
                  </a:lnTo>
                  <a:cubicBezTo>
                    <a:pt x="8401" y="125"/>
                    <a:pt x="8276" y="0"/>
                    <a:pt x="812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3"/>
            <p:cNvSpPr/>
            <p:nvPr/>
          </p:nvSpPr>
          <p:spPr>
            <a:xfrm>
              <a:off x="1645132" y="4286031"/>
              <a:ext cx="64930" cy="354074"/>
            </a:xfrm>
            <a:custGeom>
              <a:rect b="b" l="l" r="r" t="t"/>
              <a:pathLst>
                <a:path extrusionOk="0" h="13513" w="2478">
                  <a:moveTo>
                    <a:pt x="1426" y="0"/>
                  </a:moveTo>
                  <a:cubicBezTo>
                    <a:pt x="1575" y="0"/>
                    <a:pt x="1695" y="125"/>
                    <a:pt x="1695" y="274"/>
                  </a:cubicBezTo>
                  <a:lnTo>
                    <a:pt x="1695" y="11814"/>
                  </a:lnTo>
                  <a:cubicBezTo>
                    <a:pt x="1695" y="12755"/>
                    <a:pt x="937" y="13513"/>
                    <a:pt x="1" y="13513"/>
                  </a:cubicBezTo>
                  <a:lnTo>
                    <a:pt x="778" y="13513"/>
                  </a:lnTo>
                  <a:cubicBezTo>
                    <a:pt x="1714" y="13513"/>
                    <a:pt x="2478" y="12755"/>
                    <a:pt x="2478" y="11814"/>
                  </a:cubicBezTo>
                  <a:lnTo>
                    <a:pt x="2478" y="274"/>
                  </a:lnTo>
                  <a:cubicBezTo>
                    <a:pt x="2478" y="125"/>
                    <a:pt x="2353" y="0"/>
                    <a:pt x="220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3"/>
            <p:cNvSpPr/>
            <p:nvPr/>
          </p:nvSpPr>
          <p:spPr>
            <a:xfrm>
              <a:off x="1398095" y="4577455"/>
              <a:ext cx="264671" cy="62650"/>
            </a:xfrm>
            <a:custGeom>
              <a:rect b="b" l="l" r="r" t="t"/>
              <a:pathLst>
                <a:path extrusionOk="0" h="2391" w="10101">
                  <a:moveTo>
                    <a:pt x="275" y="0"/>
                  </a:moveTo>
                  <a:cubicBezTo>
                    <a:pt x="121" y="0"/>
                    <a:pt x="1" y="120"/>
                    <a:pt x="1" y="274"/>
                  </a:cubicBezTo>
                  <a:lnTo>
                    <a:pt x="1" y="692"/>
                  </a:lnTo>
                  <a:cubicBezTo>
                    <a:pt x="1" y="1628"/>
                    <a:pt x="759" y="2391"/>
                    <a:pt x="1700" y="2391"/>
                  </a:cubicBezTo>
                  <a:lnTo>
                    <a:pt x="10101" y="2391"/>
                  </a:lnTo>
                  <a:cubicBezTo>
                    <a:pt x="9160" y="2391"/>
                    <a:pt x="8401" y="1628"/>
                    <a:pt x="8401" y="692"/>
                  </a:cubicBezTo>
                  <a:lnTo>
                    <a:pt x="8401" y="274"/>
                  </a:lnTo>
                  <a:cubicBezTo>
                    <a:pt x="8401" y="120"/>
                    <a:pt x="8281" y="0"/>
                    <a:pt x="8128"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3"/>
            <p:cNvSpPr/>
            <p:nvPr/>
          </p:nvSpPr>
          <p:spPr>
            <a:xfrm>
              <a:off x="1521115" y="4393304"/>
              <a:ext cx="30342" cy="25888"/>
            </a:xfrm>
            <a:custGeom>
              <a:rect b="b" l="l" r="r" t="t"/>
              <a:pathLst>
                <a:path extrusionOk="0" h="988" w="1158">
                  <a:moveTo>
                    <a:pt x="663" y="1"/>
                  </a:moveTo>
                  <a:cubicBezTo>
                    <a:pt x="221" y="1"/>
                    <a:pt x="1" y="534"/>
                    <a:pt x="313" y="841"/>
                  </a:cubicBezTo>
                  <a:cubicBezTo>
                    <a:pt x="414" y="942"/>
                    <a:pt x="538" y="987"/>
                    <a:pt x="660" y="987"/>
                  </a:cubicBezTo>
                  <a:cubicBezTo>
                    <a:pt x="914" y="987"/>
                    <a:pt x="1157" y="791"/>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3"/>
            <p:cNvSpPr/>
            <p:nvPr/>
          </p:nvSpPr>
          <p:spPr>
            <a:xfrm>
              <a:off x="1521115" y="4449797"/>
              <a:ext cx="30342" cy="25862"/>
            </a:xfrm>
            <a:custGeom>
              <a:rect b="b" l="l" r="r" t="t"/>
              <a:pathLst>
                <a:path extrusionOk="0" h="987" w="1158">
                  <a:moveTo>
                    <a:pt x="663" y="0"/>
                  </a:moveTo>
                  <a:cubicBezTo>
                    <a:pt x="221" y="0"/>
                    <a:pt x="1" y="528"/>
                    <a:pt x="313" y="840"/>
                  </a:cubicBezTo>
                  <a:cubicBezTo>
                    <a:pt x="414" y="941"/>
                    <a:pt x="538" y="986"/>
                    <a:pt x="659" y="986"/>
                  </a:cubicBezTo>
                  <a:cubicBezTo>
                    <a:pt x="914" y="986"/>
                    <a:pt x="1157" y="789"/>
                    <a:pt x="1157" y="490"/>
                  </a:cubicBezTo>
                  <a:cubicBezTo>
                    <a:pt x="1157" y="221"/>
                    <a:pt x="937" y="0"/>
                    <a:pt x="663"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3"/>
            <p:cNvSpPr/>
            <p:nvPr/>
          </p:nvSpPr>
          <p:spPr>
            <a:xfrm>
              <a:off x="1521115" y="4506132"/>
              <a:ext cx="30342" cy="25993"/>
            </a:xfrm>
            <a:custGeom>
              <a:rect b="b" l="l" r="r" t="t"/>
              <a:pathLst>
                <a:path extrusionOk="0" h="992" w="1158">
                  <a:moveTo>
                    <a:pt x="663" y="1"/>
                  </a:moveTo>
                  <a:cubicBezTo>
                    <a:pt x="221" y="1"/>
                    <a:pt x="1" y="534"/>
                    <a:pt x="313" y="846"/>
                  </a:cubicBezTo>
                  <a:cubicBezTo>
                    <a:pt x="414" y="947"/>
                    <a:pt x="538" y="992"/>
                    <a:pt x="659" y="992"/>
                  </a:cubicBezTo>
                  <a:cubicBezTo>
                    <a:pt x="914" y="992"/>
                    <a:pt x="1157" y="794"/>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3"/>
            <p:cNvSpPr/>
            <p:nvPr/>
          </p:nvSpPr>
          <p:spPr>
            <a:xfrm>
              <a:off x="1527797" y="4319728"/>
              <a:ext cx="144271" cy="30971"/>
            </a:xfrm>
            <a:custGeom>
              <a:rect b="b" l="l" r="r" t="t"/>
              <a:pathLst>
                <a:path extrusionOk="0" h="1182" w="5506">
                  <a:moveTo>
                    <a:pt x="0" y="1"/>
                  </a:moveTo>
                  <a:lnTo>
                    <a:pt x="0" y="1182"/>
                  </a:lnTo>
                  <a:lnTo>
                    <a:pt x="5506" y="1182"/>
                  </a:lnTo>
                  <a:lnTo>
                    <a:pt x="5506" y="1"/>
                  </a:ln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3"/>
            <p:cNvSpPr/>
            <p:nvPr/>
          </p:nvSpPr>
          <p:spPr>
            <a:xfrm>
              <a:off x="1489934" y="4468401"/>
              <a:ext cx="28141" cy="28299"/>
            </a:xfrm>
            <a:custGeom>
              <a:rect b="b" l="l" r="r" t="t"/>
              <a:pathLst>
                <a:path extrusionOk="0" h="1080" w="1074">
                  <a:moveTo>
                    <a:pt x="706" y="1"/>
                  </a:moveTo>
                  <a:lnTo>
                    <a:pt x="0" y="630"/>
                  </a:lnTo>
                  <a:lnTo>
                    <a:pt x="874" y="1066"/>
                  </a:lnTo>
                  <a:cubicBezTo>
                    <a:pt x="892" y="1075"/>
                    <a:pt x="911" y="1079"/>
                    <a:pt x="929" y="1079"/>
                  </a:cubicBezTo>
                  <a:cubicBezTo>
                    <a:pt x="1008" y="1079"/>
                    <a:pt x="1073" y="1000"/>
                    <a:pt x="1042" y="918"/>
                  </a:cubicBezTo>
                  <a:lnTo>
                    <a:pt x="70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3"/>
            <p:cNvSpPr/>
            <p:nvPr/>
          </p:nvSpPr>
          <p:spPr>
            <a:xfrm>
              <a:off x="1391072" y="4359031"/>
              <a:ext cx="118383" cy="126191"/>
            </a:xfrm>
            <a:custGeom>
              <a:rect b="b" l="l" r="r" t="t"/>
              <a:pathLst>
                <a:path extrusionOk="0" h="4816" w="4518">
                  <a:moveTo>
                    <a:pt x="782" y="1"/>
                  </a:moveTo>
                  <a:cubicBezTo>
                    <a:pt x="734" y="1"/>
                    <a:pt x="686" y="18"/>
                    <a:pt x="648" y="51"/>
                  </a:cubicBezTo>
                  <a:lnTo>
                    <a:pt x="87" y="555"/>
                  </a:lnTo>
                  <a:cubicBezTo>
                    <a:pt x="5" y="627"/>
                    <a:pt x="0" y="752"/>
                    <a:pt x="72" y="839"/>
                  </a:cubicBezTo>
                  <a:lnTo>
                    <a:pt x="3586" y="4751"/>
                  </a:lnTo>
                  <a:cubicBezTo>
                    <a:pt x="3624" y="4794"/>
                    <a:pt x="3679" y="4816"/>
                    <a:pt x="3734" y="4816"/>
                  </a:cubicBezTo>
                  <a:cubicBezTo>
                    <a:pt x="3782" y="4816"/>
                    <a:pt x="3831" y="4799"/>
                    <a:pt x="3869" y="4765"/>
                  </a:cubicBezTo>
                  <a:lnTo>
                    <a:pt x="4426" y="4261"/>
                  </a:lnTo>
                  <a:cubicBezTo>
                    <a:pt x="4512" y="4189"/>
                    <a:pt x="4517" y="4059"/>
                    <a:pt x="4445" y="3978"/>
                  </a:cubicBezTo>
                  <a:lnTo>
                    <a:pt x="931" y="66"/>
                  </a:lnTo>
                  <a:cubicBezTo>
                    <a:pt x="891" y="22"/>
                    <a:pt x="836" y="1"/>
                    <a:pt x="782" y="1"/>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3"/>
            <p:cNvSpPr/>
            <p:nvPr/>
          </p:nvSpPr>
          <p:spPr>
            <a:xfrm>
              <a:off x="1391072" y="4366892"/>
              <a:ext cx="108688" cy="118330"/>
            </a:xfrm>
            <a:custGeom>
              <a:rect b="b" l="l" r="r" t="t"/>
              <a:pathLst>
                <a:path extrusionOk="0" h="4516" w="4148">
                  <a:moveTo>
                    <a:pt x="365" y="1"/>
                  </a:moveTo>
                  <a:lnTo>
                    <a:pt x="87" y="255"/>
                  </a:lnTo>
                  <a:cubicBezTo>
                    <a:pt x="5" y="327"/>
                    <a:pt x="0" y="452"/>
                    <a:pt x="72" y="539"/>
                  </a:cubicBezTo>
                  <a:lnTo>
                    <a:pt x="3586" y="4451"/>
                  </a:lnTo>
                  <a:cubicBezTo>
                    <a:pt x="3624" y="4494"/>
                    <a:pt x="3679" y="4516"/>
                    <a:pt x="3734" y="4516"/>
                  </a:cubicBezTo>
                  <a:cubicBezTo>
                    <a:pt x="3782" y="4516"/>
                    <a:pt x="3831" y="4499"/>
                    <a:pt x="3869" y="4465"/>
                  </a:cubicBezTo>
                  <a:lnTo>
                    <a:pt x="4148" y="4211"/>
                  </a:lnTo>
                  <a:lnTo>
                    <a:pt x="365" y="1"/>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83"/>
            <p:cNvSpPr/>
            <p:nvPr/>
          </p:nvSpPr>
          <p:spPr>
            <a:xfrm>
              <a:off x="1391072" y="4359058"/>
              <a:ext cx="34351" cy="33015"/>
            </a:xfrm>
            <a:custGeom>
              <a:rect b="b" l="l" r="r" t="t"/>
              <a:pathLst>
                <a:path extrusionOk="0" h="1260" w="1311">
                  <a:moveTo>
                    <a:pt x="783" y="1"/>
                  </a:moveTo>
                  <a:cubicBezTo>
                    <a:pt x="735" y="1"/>
                    <a:pt x="687" y="19"/>
                    <a:pt x="648" y="55"/>
                  </a:cubicBezTo>
                  <a:lnTo>
                    <a:pt x="87" y="554"/>
                  </a:lnTo>
                  <a:cubicBezTo>
                    <a:pt x="5" y="631"/>
                    <a:pt x="0" y="756"/>
                    <a:pt x="72" y="838"/>
                  </a:cubicBezTo>
                  <a:lnTo>
                    <a:pt x="451" y="1260"/>
                  </a:lnTo>
                  <a:lnTo>
                    <a:pt x="1311" y="492"/>
                  </a:lnTo>
                  <a:lnTo>
                    <a:pt x="931" y="69"/>
                  </a:lnTo>
                  <a:cubicBezTo>
                    <a:pt x="891" y="24"/>
                    <a:pt x="837" y="1"/>
                    <a:pt x="783"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3"/>
            <p:cNvSpPr/>
            <p:nvPr/>
          </p:nvSpPr>
          <p:spPr>
            <a:xfrm>
              <a:off x="1385020" y="4280607"/>
              <a:ext cx="330440" cy="364791"/>
            </a:xfrm>
            <a:custGeom>
              <a:rect b="b" l="l" r="r" t="t"/>
              <a:pathLst>
                <a:path extrusionOk="0" h="13922" w="12611">
                  <a:moveTo>
                    <a:pt x="1014" y="3203"/>
                  </a:moveTo>
                  <a:lnTo>
                    <a:pt x="1254" y="3472"/>
                  </a:lnTo>
                  <a:lnTo>
                    <a:pt x="697" y="3966"/>
                  </a:lnTo>
                  <a:lnTo>
                    <a:pt x="457" y="3697"/>
                  </a:lnTo>
                  <a:lnTo>
                    <a:pt x="1014" y="3203"/>
                  </a:lnTo>
                  <a:close/>
                  <a:moveTo>
                    <a:pt x="1522" y="3774"/>
                  </a:moveTo>
                  <a:lnTo>
                    <a:pt x="4518" y="7105"/>
                  </a:lnTo>
                  <a:lnTo>
                    <a:pt x="4393" y="7220"/>
                  </a:lnTo>
                  <a:lnTo>
                    <a:pt x="1398" y="3884"/>
                  </a:lnTo>
                  <a:lnTo>
                    <a:pt x="1522" y="3774"/>
                  </a:lnTo>
                  <a:close/>
                  <a:moveTo>
                    <a:pt x="1095" y="4158"/>
                  </a:moveTo>
                  <a:lnTo>
                    <a:pt x="4091" y="7494"/>
                  </a:lnTo>
                  <a:lnTo>
                    <a:pt x="3966" y="7605"/>
                  </a:lnTo>
                  <a:lnTo>
                    <a:pt x="970" y="4273"/>
                  </a:lnTo>
                  <a:lnTo>
                    <a:pt x="1095" y="4158"/>
                  </a:lnTo>
                  <a:close/>
                  <a:moveTo>
                    <a:pt x="4633" y="7552"/>
                  </a:moveTo>
                  <a:lnTo>
                    <a:pt x="4782" y="7955"/>
                  </a:lnTo>
                  <a:lnTo>
                    <a:pt x="4398" y="7763"/>
                  </a:lnTo>
                  <a:lnTo>
                    <a:pt x="4633" y="7552"/>
                  </a:lnTo>
                  <a:close/>
                  <a:moveTo>
                    <a:pt x="4278" y="1"/>
                  </a:moveTo>
                  <a:cubicBezTo>
                    <a:pt x="4014" y="1"/>
                    <a:pt x="3798" y="212"/>
                    <a:pt x="3798" y="476"/>
                  </a:cubicBezTo>
                  <a:lnTo>
                    <a:pt x="3798" y="5694"/>
                  </a:lnTo>
                  <a:lnTo>
                    <a:pt x="1311" y="2924"/>
                  </a:lnTo>
                  <a:cubicBezTo>
                    <a:pt x="1231" y="2834"/>
                    <a:pt x="1121" y="2788"/>
                    <a:pt x="1009" y="2788"/>
                  </a:cubicBezTo>
                  <a:cubicBezTo>
                    <a:pt x="914" y="2788"/>
                    <a:pt x="818" y="2822"/>
                    <a:pt x="740" y="2891"/>
                  </a:cubicBezTo>
                  <a:lnTo>
                    <a:pt x="183" y="3395"/>
                  </a:lnTo>
                  <a:cubicBezTo>
                    <a:pt x="15" y="3544"/>
                    <a:pt x="1" y="3798"/>
                    <a:pt x="150" y="3966"/>
                  </a:cubicBezTo>
                  <a:lnTo>
                    <a:pt x="3663" y="7878"/>
                  </a:lnTo>
                  <a:cubicBezTo>
                    <a:pt x="3702" y="7917"/>
                    <a:pt x="3750" y="7950"/>
                    <a:pt x="3798" y="7974"/>
                  </a:cubicBezTo>
                  <a:lnTo>
                    <a:pt x="3798" y="11123"/>
                  </a:lnTo>
                  <a:lnTo>
                    <a:pt x="3006" y="11123"/>
                  </a:lnTo>
                  <a:cubicBezTo>
                    <a:pt x="2737" y="11123"/>
                    <a:pt x="2737" y="11531"/>
                    <a:pt x="3006" y="11531"/>
                  </a:cubicBezTo>
                  <a:lnTo>
                    <a:pt x="8627" y="11531"/>
                  </a:lnTo>
                  <a:cubicBezTo>
                    <a:pt x="8665" y="11531"/>
                    <a:pt x="8694" y="11560"/>
                    <a:pt x="8694" y="11598"/>
                  </a:cubicBezTo>
                  <a:lnTo>
                    <a:pt x="8694" y="12021"/>
                  </a:lnTo>
                  <a:cubicBezTo>
                    <a:pt x="8694" y="12602"/>
                    <a:pt x="8963" y="13154"/>
                    <a:pt x="9424" y="13514"/>
                  </a:cubicBezTo>
                  <a:lnTo>
                    <a:pt x="2199" y="13514"/>
                  </a:lnTo>
                  <a:cubicBezTo>
                    <a:pt x="1374" y="13509"/>
                    <a:pt x="706" y="12842"/>
                    <a:pt x="706" y="12021"/>
                  </a:cubicBezTo>
                  <a:lnTo>
                    <a:pt x="706" y="11598"/>
                  </a:lnTo>
                  <a:cubicBezTo>
                    <a:pt x="706" y="11560"/>
                    <a:pt x="735" y="11531"/>
                    <a:pt x="774" y="11531"/>
                  </a:cubicBezTo>
                  <a:lnTo>
                    <a:pt x="2118" y="11531"/>
                  </a:lnTo>
                  <a:cubicBezTo>
                    <a:pt x="2391" y="11531"/>
                    <a:pt x="2391" y="11123"/>
                    <a:pt x="2118" y="11123"/>
                  </a:cubicBezTo>
                  <a:lnTo>
                    <a:pt x="774" y="11123"/>
                  </a:lnTo>
                  <a:cubicBezTo>
                    <a:pt x="510" y="11123"/>
                    <a:pt x="298" y="11334"/>
                    <a:pt x="298" y="11598"/>
                  </a:cubicBezTo>
                  <a:lnTo>
                    <a:pt x="298" y="12021"/>
                  </a:lnTo>
                  <a:cubicBezTo>
                    <a:pt x="294" y="13067"/>
                    <a:pt x="1148" y="13922"/>
                    <a:pt x="2199" y="13922"/>
                  </a:cubicBezTo>
                  <a:lnTo>
                    <a:pt x="10705" y="13922"/>
                  </a:lnTo>
                  <a:cubicBezTo>
                    <a:pt x="11757" y="13922"/>
                    <a:pt x="12606" y="13072"/>
                    <a:pt x="12606" y="12021"/>
                  </a:cubicBezTo>
                  <a:lnTo>
                    <a:pt x="12606" y="6472"/>
                  </a:lnTo>
                  <a:cubicBezTo>
                    <a:pt x="12606" y="6335"/>
                    <a:pt x="12504" y="6266"/>
                    <a:pt x="12402" y="6266"/>
                  </a:cubicBezTo>
                  <a:cubicBezTo>
                    <a:pt x="12300" y="6266"/>
                    <a:pt x="12198" y="6335"/>
                    <a:pt x="12198" y="6472"/>
                  </a:cubicBezTo>
                  <a:lnTo>
                    <a:pt x="12198" y="12021"/>
                  </a:lnTo>
                  <a:cubicBezTo>
                    <a:pt x="12198" y="12846"/>
                    <a:pt x="11531" y="13514"/>
                    <a:pt x="10705" y="13514"/>
                  </a:cubicBezTo>
                  <a:lnTo>
                    <a:pt x="10600" y="13514"/>
                  </a:lnTo>
                  <a:cubicBezTo>
                    <a:pt x="9774" y="13514"/>
                    <a:pt x="9107" y="12846"/>
                    <a:pt x="9102" y="12021"/>
                  </a:cubicBezTo>
                  <a:lnTo>
                    <a:pt x="9102" y="11598"/>
                  </a:lnTo>
                  <a:cubicBezTo>
                    <a:pt x="9102" y="11339"/>
                    <a:pt x="8891" y="11123"/>
                    <a:pt x="8627" y="11123"/>
                  </a:cubicBezTo>
                  <a:lnTo>
                    <a:pt x="4206" y="11123"/>
                  </a:lnTo>
                  <a:lnTo>
                    <a:pt x="4206" y="8123"/>
                  </a:lnTo>
                  <a:lnTo>
                    <a:pt x="4791" y="8411"/>
                  </a:lnTo>
                  <a:cubicBezTo>
                    <a:pt x="4840" y="8436"/>
                    <a:pt x="4890" y="8448"/>
                    <a:pt x="4938" y="8448"/>
                  </a:cubicBezTo>
                  <a:cubicBezTo>
                    <a:pt x="5145" y="8448"/>
                    <a:pt x="5320" y="8235"/>
                    <a:pt x="5238" y="8013"/>
                  </a:cubicBezTo>
                  <a:lnTo>
                    <a:pt x="4926" y="7168"/>
                  </a:lnTo>
                  <a:cubicBezTo>
                    <a:pt x="4926" y="7153"/>
                    <a:pt x="4926" y="7139"/>
                    <a:pt x="4931" y="7129"/>
                  </a:cubicBezTo>
                  <a:cubicBezTo>
                    <a:pt x="4935" y="7019"/>
                    <a:pt x="4897" y="6913"/>
                    <a:pt x="4825" y="6836"/>
                  </a:cubicBezTo>
                  <a:lnTo>
                    <a:pt x="4206" y="6145"/>
                  </a:lnTo>
                  <a:lnTo>
                    <a:pt x="4206" y="481"/>
                  </a:lnTo>
                  <a:cubicBezTo>
                    <a:pt x="4206" y="443"/>
                    <a:pt x="4235" y="414"/>
                    <a:pt x="4273" y="414"/>
                  </a:cubicBezTo>
                  <a:lnTo>
                    <a:pt x="12131" y="414"/>
                  </a:lnTo>
                  <a:cubicBezTo>
                    <a:pt x="12169" y="414"/>
                    <a:pt x="12198" y="443"/>
                    <a:pt x="12198" y="481"/>
                  </a:cubicBezTo>
                  <a:lnTo>
                    <a:pt x="12198" y="3140"/>
                  </a:lnTo>
                  <a:cubicBezTo>
                    <a:pt x="12198" y="3277"/>
                    <a:pt x="12300" y="3346"/>
                    <a:pt x="12402" y="3346"/>
                  </a:cubicBezTo>
                  <a:cubicBezTo>
                    <a:pt x="12504" y="3346"/>
                    <a:pt x="12606" y="3277"/>
                    <a:pt x="12606" y="3140"/>
                  </a:cubicBezTo>
                  <a:lnTo>
                    <a:pt x="12606" y="481"/>
                  </a:lnTo>
                  <a:cubicBezTo>
                    <a:pt x="12611" y="217"/>
                    <a:pt x="12395" y="1"/>
                    <a:pt x="121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3"/>
            <p:cNvSpPr/>
            <p:nvPr/>
          </p:nvSpPr>
          <p:spPr>
            <a:xfrm>
              <a:off x="1704638" y="4380727"/>
              <a:ext cx="10717" cy="51567"/>
            </a:xfrm>
            <a:custGeom>
              <a:rect b="b" l="l" r="r" t="t"/>
              <a:pathLst>
                <a:path extrusionOk="0" h="1968" w="409">
                  <a:moveTo>
                    <a:pt x="207" y="1"/>
                  </a:moveTo>
                  <a:cubicBezTo>
                    <a:pt x="91" y="1"/>
                    <a:pt x="0" y="92"/>
                    <a:pt x="0" y="203"/>
                  </a:cubicBezTo>
                  <a:lnTo>
                    <a:pt x="0" y="1763"/>
                  </a:lnTo>
                  <a:cubicBezTo>
                    <a:pt x="0" y="1899"/>
                    <a:pt x="102" y="1968"/>
                    <a:pt x="204" y="1968"/>
                  </a:cubicBezTo>
                  <a:cubicBezTo>
                    <a:pt x="306" y="1968"/>
                    <a:pt x="408" y="1899"/>
                    <a:pt x="408" y="1763"/>
                  </a:cubicBezTo>
                  <a:lnTo>
                    <a:pt x="408" y="203"/>
                  </a:lnTo>
                  <a:cubicBezTo>
                    <a:pt x="408" y="92"/>
                    <a:pt x="31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3"/>
            <p:cNvSpPr/>
            <p:nvPr/>
          </p:nvSpPr>
          <p:spPr>
            <a:xfrm>
              <a:off x="1514067" y="4387907"/>
              <a:ext cx="42789" cy="36683"/>
            </a:xfrm>
            <a:custGeom>
              <a:rect b="b" l="l" r="r" t="t"/>
              <a:pathLst>
                <a:path extrusionOk="0" h="1400" w="1633">
                  <a:moveTo>
                    <a:pt x="928" y="410"/>
                  </a:moveTo>
                  <a:cubicBezTo>
                    <a:pt x="1077" y="410"/>
                    <a:pt x="1220" y="526"/>
                    <a:pt x="1220" y="701"/>
                  </a:cubicBezTo>
                  <a:cubicBezTo>
                    <a:pt x="1220" y="860"/>
                    <a:pt x="1090" y="989"/>
                    <a:pt x="932" y="989"/>
                  </a:cubicBezTo>
                  <a:cubicBezTo>
                    <a:pt x="673" y="989"/>
                    <a:pt x="543" y="677"/>
                    <a:pt x="726" y="495"/>
                  </a:cubicBezTo>
                  <a:cubicBezTo>
                    <a:pt x="784" y="436"/>
                    <a:pt x="857" y="410"/>
                    <a:pt x="928" y="410"/>
                  </a:cubicBezTo>
                  <a:close/>
                  <a:moveTo>
                    <a:pt x="932" y="1"/>
                  </a:moveTo>
                  <a:cubicBezTo>
                    <a:pt x="308" y="5"/>
                    <a:pt x="1" y="754"/>
                    <a:pt x="438" y="1196"/>
                  </a:cubicBezTo>
                  <a:cubicBezTo>
                    <a:pt x="580" y="1337"/>
                    <a:pt x="755" y="1400"/>
                    <a:pt x="926" y="1400"/>
                  </a:cubicBezTo>
                  <a:cubicBezTo>
                    <a:pt x="1287" y="1400"/>
                    <a:pt x="1633" y="1121"/>
                    <a:pt x="1633" y="701"/>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3"/>
            <p:cNvSpPr/>
            <p:nvPr/>
          </p:nvSpPr>
          <p:spPr>
            <a:xfrm>
              <a:off x="1565633" y="4402003"/>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3"/>
            <p:cNvSpPr/>
            <p:nvPr/>
          </p:nvSpPr>
          <p:spPr>
            <a:xfrm>
              <a:off x="1565764" y="4414816"/>
              <a:ext cx="105439" cy="10717"/>
            </a:xfrm>
            <a:custGeom>
              <a:rect b="b" l="l" r="r" t="t"/>
              <a:pathLst>
                <a:path extrusionOk="0" h="409" w="4024">
                  <a:moveTo>
                    <a:pt x="274" y="1"/>
                  </a:moveTo>
                  <a:cubicBezTo>
                    <a:pt x="1" y="1"/>
                    <a:pt x="1" y="409"/>
                    <a:pt x="274" y="409"/>
                  </a:cubicBezTo>
                  <a:lnTo>
                    <a:pt x="3754" y="409"/>
                  </a:lnTo>
                  <a:cubicBezTo>
                    <a:pt x="4023" y="409"/>
                    <a:pt x="4023"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3"/>
            <p:cNvSpPr/>
            <p:nvPr/>
          </p:nvSpPr>
          <p:spPr>
            <a:xfrm>
              <a:off x="1565633" y="4386911"/>
              <a:ext cx="14385" cy="10717"/>
            </a:xfrm>
            <a:custGeom>
              <a:rect b="b" l="l" r="r" t="t"/>
              <a:pathLst>
                <a:path extrusionOk="0" h="409" w="549">
                  <a:moveTo>
                    <a:pt x="274" y="0"/>
                  </a:moveTo>
                  <a:cubicBezTo>
                    <a:pt x="2" y="5"/>
                    <a:pt x="1" y="408"/>
                    <a:pt x="270" y="408"/>
                  </a:cubicBezTo>
                  <a:cubicBezTo>
                    <a:pt x="271" y="408"/>
                    <a:pt x="273"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3"/>
            <p:cNvSpPr/>
            <p:nvPr/>
          </p:nvSpPr>
          <p:spPr>
            <a:xfrm>
              <a:off x="1514067" y="4444373"/>
              <a:ext cx="42789" cy="36657"/>
            </a:xfrm>
            <a:custGeom>
              <a:rect b="b" l="l" r="r" t="t"/>
              <a:pathLst>
                <a:path extrusionOk="0" h="1399" w="1633">
                  <a:moveTo>
                    <a:pt x="929" y="410"/>
                  </a:moveTo>
                  <a:cubicBezTo>
                    <a:pt x="1077" y="410"/>
                    <a:pt x="1220" y="525"/>
                    <a:pt x="1220" y="697"/>
                  </a:cubicBezTo>
                  <a:cubicBezTo>
                    <a:pt x="1220" y="860"/>
                    <a:pt x="1090" y="990"/>
                    <a:pt x="932" y="990"/>
                  </a:cubicBezTo>
                  <a:cubicBezTo>
                    <a:pt x="673" y="990"/>
                    <a:pt x="543" y="678"/>
                    <a:pt x="726" y="495"/>
                  </a:cubicBezTo>
                  <a:cubicBezTo>
                    <a:pt x="785" y="436"/>
                    <a:pt x="857" y="410"/>
                    <a:pt x="929" y="410"/>
                  </a:cubicBezTo>
                  <a:close/>
                  <a:moveTo>
                    <a:pt x="932" y="1"/>
                  </a:moveTo>
                  <a:cubicBezTo>
                    <a:pt x="308" y="1"/>
                    <a:pt x="1" y="754"/>
                    <a:pt x="438" y="1191"/>
                  </a:cubicBezTo>
                  <a:cubicBezTo>
                    <a:pt x="581" y="1334"/>
                    <a:pt x="756" y="1398"/>
                    <a:pt x="927" y="1398"/>
                  </a:cubicBezTo>
                  <a:cubicBezTo>
                    <a:pt x="1286" y="1398"/>
                    <a:pt x="1630" y="1119"/>
                    <a:pt x="1633" y="697"/>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3"/>
            <p:cNvSpPr/>
            <p:nvPr/>
          </p:nvSpPr>
          <p:spPr>
            <a:xfrm>
              <a:off x="1565633" y="4458470"/>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3"/>
            <p:cNvSpPr/>
            <p:nvPr/>
          </p:nvSpPr>
          <p:spPr>
            <a:xfrm>
              <a:off x="1565764" y="4471309"/>
              <a:ext cx="105439" cy="10717"/>
            </a:xfrm>
            <a:custGeom>
              <a:rect b="b" l="l" r="r" t="t"/>
              <a:pathLst>
                <a:path extrusionOk="0" h="409" w="4024">
                  <a:moveTo>
                    <a:pt x="274" y="0"/>
                  </a:moveTo>
                  <a:cubicBezTo>
                    <a:pt x="1" y="0"/>
                    <a:pt x="1" y="408"/>
                    <a:pt x="274" y="408"/>
                  </a:cubicBezTo>
                  <a:lnTo>
                    <a:pt x="3754" y="408"/>
                  </a:lnTo>
                  <a:cubicBezTo>
                    <a:pt x="4023" y="408"/>
                    <a:pt x="4023" y="0"/>
                    <a:pt x="37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3"/>
            <p:cNvSpPr/>
            <p:nvPr/>
          </p:nvSpPr>
          <p:spPr>
            <a:xfrm>
              <a:off x="1565633" y="4443377"/>
              <a:ext cx="14385" cy="10717"/>
            </a:xfrm>
            <a:custGeom>
              <a:rect b="b" l="l" r="r" t="t"/>
              <a:pathLst>
                <a:path extrusionOk="0" h="409" w="549">
                  <a:moveTo>
                    <a:pt x="274" y="0"/>
                  </a:moveTo>
                  <a:cubicBezTo>
                    <a:pt x="1" y="0"/>
                    <a:pt x="1"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3"/>
            <p:cNvSpPr/>
            <p:nvPr/>
          </p:nvSpPr>
          <p:spPr>
            <a:xfrm>
              <a:off x="1514067" y="4500866"/>
              <a:ext cx="42789" cy="36552"/>
            </a:xfrm>
            <a:custGeom>
              <a:rect b="b" l="l" r="r" t="t"/>
              <a:pathLst>
                <a:path extrusionOk="0" h="1395" w="1633">
                  <a:moveTo>
                    <a:pt x="928" y="405"/>
                  </a:moveTo>
                  <a:cubicBezTo>
                    <a:pt x="1077" y="405"/>
                    <a:pt x="1220" y="521"/>
                    <a:pt x="1220" y="696"/>
                  </a:cubicBezTo>
                  <a:cubicBezTo>
                    <a:pt x="1220" y="855"/>
                    <a:pt x="1090" y="984"/>
                    <a:pt x="932" y="984"/>
                  </a:cubicBezTo>
                  <a:lnTo>
                    <a:pt x="932" y="989"/>
                  </a:lnTo>
                  <a:cubicBezTo>
                    <a:pt x="673" y="989"/>
                    <a:pt x="543" y="672"/>
                    <a:pt x="726" y="490"/>
                  </a:cubicBezTo>
                  <a:cubicBezTo>
                    <a:pt x="784" y="431"/>
                    <a:pt x="857" y="405"/>
                    <a:pt x="928" y="405"/>
                  </a:cubicBezTo>
                  <a:close/>
                  <a:moveTo>
                    <a:pt x="932" y="0"/>
                  </a:moveTo>
                  <a:cubicBezTo>
                    <a:pt x="308" y="0"/>
                    <a:pt x="1" y="754"/>
                    <a:pt x="438" y="1191"/>
                  </a:cubicBezTo>
                  <a:cubicBezTo>
                    <a:pt x="580" y="1331"/>
                    <a:pt x="755" y="1394"/>
                    <a:pt x="926" y="1394"/>
                  </a:cubicBezTo>
                  <a:cubicBezTo>
                    <a:pt x="1287" y="1394"/>
                    <a:pt x="1633" y="1116"/>
                    <a:pt x="1633" y="696"/>
                  </a:cubicBezTo>
                  <a:cubicBezTo>
                    <a:pt x="1628" y="312"/>
                    <a:pt x="1316" y="0"/>
                    <a:pt x="9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3"/>
            <p:cNvSpPr/>
            <p:nvPr/>
          </p:nvSpPr>
          <p:spPr>
            <a:xfrm>
              <a:off x="1565633" y="4514936"/>
              <a:ext cx="40535" cy="10717"/>
            </a:xfrm>
            <a:custGeom>
              <a:rect b="b" l="l" r="r" t="t"/>
              <a:pathLst>
                <a:path extrusionOk="0" h="409" w="1547">
                  <a:moveTo>
                    <a:pt x="274" y="1"/>
                  </a:moveTo>
                  <a:cubicBezTo>
                    <a:pt x="1" y="1"/>
                    <a:pt x="1" y="409"/>
                    <a:pt x="274" y="409"/>
                  </a:cubicBezTo>
                  <a:lnTo>
                    <a:pt x="1273" y="409"/>
                  </a:lnTo>
                  <a:cubicBezTo>
                    <a:pt x="1547" y="409"/>
                    <a:pt x="1547" y="1"/>
                    <a:pt x="12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3"/>
            <p:cNvSpPr/>
            <p:nvPr/>
          </p:nvSpPr>
          <p:spPr>
            <a:xfrm>
              <a:off x="1565633" y="4527775"/>
              <a:ext cx="105570" cy="10717"/>
            </a:xfrm>
            <a:custGeom>
              <a:rect b="b" l="l" r="r" t="t"/>
              <a:pathLst>
                <a:path extrusionOk="0" h="409" w="4029">
                  <a:moveTo>
                    <a:pt x="274" y="0"/>
                  </a:moveTo>
                  <a:cubicBezTo>
                    <a:pt x="1" y="0"/>
                    <a:pt x="1" y="408"/>
                    <a:pt x="274" y="408"/>
                  </a:cubicBezTo>
                  <a:lnTo>
                    <a:pt x="3755" y="408"/>
                  </a:lnTo>
                  <a:cubicBezTo>
                    <a:pt x="4028" y="408"/>
                    <a:pt x="4028" y="0"/>
                    <a:pt x="37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3"/>
            <p:cNvSpPr/>
            <p:nvPr/>
          </p:nvSpPr>
          <p:spPr>
            <a:xfrm>
              <a:off x="1565633" y="4499844"/>
              <a:ext cx="14385" cy="10717"/>
            </a:xfrm>
            <a:custGeom>
              <a:rect b="b" l="l" r="r" t="t"/>
              <a:pathLst>
                <a:path extrusionOk="0" h="409" w="549">
                  <a:moveTo>
                    <a:pt x="274" y="1"/>
                  </a:moveTo>
                  <a:cubicBezTo>
                    <a:pt x="1" y="1"/>
                    <a:pt x="1" y="409"/>
                    <a:pt x="274" y="409"/>
                  </a:cubicBezTo>
                  <a:cubicBezTo>
                    <a:pt x="548" y="409"/>
                    <a:pt x="548"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3"/>
            <p:cNvSpPr/>
            <p:nvPr/>
          </p:nvSpPr>
          <p:spPr>
            <a:xfrm>
              <a:off x="1522504" y="4314330"/>
              <a:ext cx="154988" cy="41793"/>
            </a:xfrm>
            <a:custGeom>
              <a:rect b="b" l="l" r="r" t="t"/>
              <a:pathLst>
                <a:path extrusionOk="0" h="1595" w="5915">
                  <a:moveTo>
                    <a:pt x="5506" y="408"/>
                  </a:moveTo>
                  <a:lnTo>
                    <a:pt x="5506" y="1186"/>
                  </a:lnTo>
                  <a:lnTo>
                    <a:pt x="408" y="1186"/>
                  </a:lnTo>
                  <a:lnTo>
                    <a:pt x="408" y="408"/>
                  </a:lnTo>
                  <a:close/>
                  <a:moveTo>
                    <a:pt x="202" y="0"/>
                  </a:moveTo>
                  <a:cubicBezTo>
                    <a:pt x="92" y="0"/>
                    <a:pt x="0" y="92"/>
                    <a:pt x="0" y="207"/>
                  </a:cubicBezTo>
                  <a:lnTo>
                    <a:pt x="0" y="1388"/>
                  </a:lnTo>
                  <a:cubicBezTo>
                    <a:pt x="0" y="1498"/>
                    <a:pt x="92" y="1594"/>
                    <a:pt x="202" y="1594"/>
                  </a:cubicBezTo>
                  <a:lnTo>
                    <a:pt x="5708" y="1594"/>
                  </a:lnTo>
                  <a:cubicBezTo>
                    <a:pt x="5818" y="1594"/>
                    <a:pt x="5914" y="1498"/>
                    <a:pt x="5914" y="1388"/>
                  </a:cubicBezTo>
                  <a:lnTo>
                    <a:pt x="5914" y="207"/>
                  </a:lnTo>
                  <a:cubicBezTo>
                    <a:pt x="5914" y="92"/>
                    <a:pt x="5818" y="0"/>
                    <a:pt x="57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6" name="Google Shape;14946;p83"/>
          <p:cNvGrpSpPr/>
          <p:nvPr/>
        </p:nvGrpSpPr>
        <p:grpSpPr>
          <a:xfrm>
            <a:off x="1737836" y="1500941"/>
            <a:ext cx="392016" cy="369560"/>
            <a:chOff x="1737836" y="1500941"/>
            <a:chExt cx="392016" cy="369560"/>
          </a:xfrm>
        </p:grpSpPr>
        <p:sp>
          <p:nvSpPr>
            <p:cNvPr id="14947" name="Google Shape;14947;p83"/>
            <p:cNvSpPr/>
            <p:nvPr/>
          </p:nvSpPr>
          <p:spPr>
            <a:xfrm>
              <a:off x="1755575" y="1596266"/>
              <a:ext cx="148935" cy="264043"/>
            </a:xfrm>
            <a:custGeom>
              <a:rect b="b" l="l" r="r" t="t"/>
              <a:pathLst>
                <a:path extrusionOk="0" h="10077" w="5684">
                  <a:moveTo>
                    <a:pt x="0" y="1"/>
                  </a:moveTo>
                  <a:lnTo>
                    <a:pt x="0" y="9534"/>
                  </a:lnTo>
                  <a:cubicBezTo>
                    <a:pt x="0" y="9831"/>
                    <a:pt x="245" y="10076"/>
                    <a:pt x="543" y="10076"/>
                  </a:cubicBezTo>
                  <a:lnTo>
                    <a:pt x="5146" y="10076"/>
                  </a:lnTo>
                  <a:cubicBezTo>
                    <a:pt x="5444" y="10076"/>
                    <a:pt x="5684" y="9831"/>
                    <a:pt x="5684" y="9534"/>
                  </a:cubicBezTo>
                  <a:lnTo>
                    <a:pt x="5684" y="1"/>
                  </a:lnTo>
                  <a:lnTo>
                    <a:pt x="4642" y="1"/>
                  </a:lnTo>
                  <a:cubicBezTo>
                    <a:pt x="4637" y="668"/>
                    <a:pt x="4095" y="1210"/>
                    <a:pt x="3423" y="1210"/>
                  </a:cubicBezTo>
                  <a:lnTo>
                    <a:pt x="3365" y="1210"/>
                  </a:lnTo>
                  <a:cubicBezTo>
                    <a:pt x="2717" y="1177"/>
                    <a:pt x="2213" y="649"/>
                    <a:pt x="2208" y="1"/>
                  </a:cubicBezTo>
                  <a:cubicBezTo>
                    <a:pt x="1543" y="1"/>
                    <a:pt x="960" y="3"/>
                    <a:pt x="562" y="3"/>
                  </a:cubicBezTo>
                  <a:cubicBezTo>
                    <a:pt x="363" y="3"/>
                    <a:pt x="210" y="2"/>
                    <a:pt x="1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83"/>
            <p:cNvSpPr/>
            <p:nvPr/>
          </p:nvSpPr>
          <p:spPr>
            <a:xfrm>
              <a:off x="1755575" y="1596266"/>
              <a:ext cx="148935" cy="112723"/>
            </a:xfrm>
            <a:custGeom>
              <a:rect b="b" l="l" r="r" t="t"/>
              <a:pathLst>
                <a:path extrusionOk="0" h="4302" w="5684">
                  <a:moveTo>
                    <a:pt x="0" y="1"/>
                  </a:moveTo>
                  <a:lnTo>
                    <a:pt x="0" y="2511"/>
                  </a:lnTo>
                  <a:cubicBezTo>
                    <a:pt x="591" y="3596"/>
                    <a:pt x="1719" y="4278"/>
                    <a:pt x="2952" y="4302"/>
                  </a:cubicBezTo>
                  <a:lnTo>
                    <a:pt x="5362" y="4302"/>
                  </a:lnTo>
                  <a:cubicBezTo>
                    <a:pt x="5473" y="4302"/>
                    <a:pt x="5578" y="4292"/>
                    <a:pt x="5684" y="4278"/>
                  </a:cubicBezTo>
                  <a:lnTo>
                    <a:pt x="5684" y="1"/>
                  </a:lnTo>
                  <a:lnTo>
                    <a:pt x="4642" y="1"/>
                  </a:lnTo>
                  <a:cubicBezTo>
                    <a:pt x="4637" y="668"/>
                    <a:pt x="4095" y="1210"/>
                    <a:pt x="3423" y="1210"/>
                  </a:cubicBezTo>
                  <a:lnTo>
                    <a:pt x="3365" y="1210"/>
                  </a:lnTo>
                  <a:cubicBezTo>
                    <a:pt x="2717" y="1177"/>
                    <a:pt x="2213" y="649"/>
                    <a:pt x="2208" y="1"/>
                  </a:cubicBezTo>
                  <a:cubicBezTo>
                    <a:pt x="1543" y="1"/>
                    <a:pt x="960" y="3"/>
                    <a:pt x="561" y="3"/>
                  </a:cubicBezTo>
                  <a:cubicBezTo>
                    <a:pt x="361" y="3"/>
                    <a:pt x="207" y="2"/>
                    <a:pt x="11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3"/>
            <p:cNvSpPr/>
            <p:nvPr/>
          </p:nvSpPr>
          <p:spPr>
            <a:xfrm>
              <a:off x="1843747" y="1506339"/>
              <a:ext cx="151319" cy="179513"/>
            </a:xfrm>
            <a:custGeom>
              <a:rect b="b" l="l" r="r" t="t"/>
              <a:pathLst>
                <a:path extrusionOk="0" h="6851" w="5775">
                  <a:moveTo>
                    <a:pt x="0" y="0"/>
                  </a:moveTo>
                  <a:lnTo>
                    <a:pt x="0" y="2209"/>
                  </a:lnTo>
                  <a:lnTo>
                    <a:pt x="58" y="2209"/>
                  </a:lnTo>
                  <a:cubicBezTo>
                    <a:pt x="730" y="2209"/>
                    <a:pt x="1277" y="2751"/>
                    <a:pt x="1277" y="3423"/>
                  </a:cubicBezTo>
                  <a:lnTo>
                    <a:pt x="1277" y="3433"/>
                  </a:lnTo>
                  <a:cubicBezTo>
                    <a:pt x="1272" y="4100"/>
                    <a:pt x="730" y="4642"/>
                    <a:pt x="58" y="4642"/>
                  </a:cubicBezTo>
                  <a:lnTo>
                    <a:pt x="0" y="4642"/>
                  </a:lnTo>
                  <a:lnTo>
                    <a:pt x="0" y="6850"/>
                  </a:lnTo>
                  <a:lnTo>
                    <a:pt x="2415" y="6850"/>
                  </a:lnTo>
                  <a:cubicBezTo>
                    <a:pt x="4277" y="6817"/>
                    <a:pt x="5775" y="5290"/>
                    <a:pt x="5775" y="3428"/>
                  </a:cubicBezTo>
                  <a:cubicBezTo>
                    <a:pt x="5775" y="1560"/>
                    <a:pt x="4277" y="34"/>
                    <a:pt x="241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3"/>
            <p:cNvSpPr/>
            <p:nvPr/>
          </p:nvSpPr>
          <p:spPr>
            <a:xfrm>
              <a:off x="1737836" y="1506339"/>
              <a:ext cx="205925" cy="179513"/>
            </a:xfrm>
            <a:custGeom>
              <a:rect b="b" l="l" r="r" t="t"/>
              <a:pathLst>
                <a:path extrusionOk="0" h="6851" w="7859">
                  <a:moveTo>
                    <a:pt x="4100" y="2209"/>
                  </a:moveTo>
                  <a:cubicBezTo>
                    <a:pt x="4772" y="2209"/>
                    <a:pt x="5319" y="2756"/>
                    <a:pt x="5319" y="3428"/>
                  </a:cubicBezTo>
                  <a:lnTo>
                    <a:pt x="5319" y="3433"/>
                  </a:lnTo>
                  <a:cubicBezTo>
                    <a:pt x="5314" y="4105"/>
                    <a:pt x="4772" y="4647"/>
                    <a:pt x="4100" y="4647"/>
                  </a:cubicBezTo>
                  <a:lnTo>
                    <a:pt x="4042" y="4647"/>
                  </a:lnTo>
                  <a:cubicBezTo>
                    <a:pt x="3394" y="4613"/>
                    <a:pt x="2890" y="4081"/>
                    <a:pt x="2885" y="3437"/>
                  </a:cubicBezTo>
                  <a:lnTo>
                    <a:pt x="2885" y="3428"/>
                  </a:lnTo>
                  <a:cubicBezTo>
                    <a:pt x="2885" y="2775"/>
                    <a:pt x="3394" y="2242"/>
                    <a:pt x="4042" y="2209"/>
                  </a:cubicBezTo>
                  <a:close/>
                  <a:moveTo>
                    <a:pt x="4110" y="1"/>
                  </a:moveTo>
                  <a:cubicBezTo>
                    <a:pt x="2806" y="1"/>
                    <a:pt x="1524" y="741"/>
                    <a:pt x="951" y="2089"/>
                  </a:cubicBezTo>
                  <a:cubicBezTo>
                    <a:pt x="0" y="4321"/>
                    <a:pt x="1613" y="6807"/>
                    <a:pt x="4042" y="6850"/>
                  </a:cubicBezTo>
                  <a:lnTo>
                    <a:pt x="4100" y="6850"/>
                  </a:lnTo>
                  <a:cubicBezTo>
                    <a:pt x="4930" y="6850"/>
                    <a:pt x="5737" y="6548"/>
                    <a:pt x="6361" y="5996"/>
                  </a:cubicBezTo>
                  <a:cubicBezTo>
                    <a:pt x="6394" y="5967"/>
                    <a:pt x="6428" y="5938"/>
                    <a:pt x="6457" y="5909"/>
                  </a:cubicBezTo>
                  <a:cubicBezTo>
                    <a:pt x="6481" y="5885"/>
                    <a:pt x="6500" y="5866"/>
                    <a:pt x="6524" y="5847"/>
                  </a:cubicBezTo>
                  <a:cubicBezTo>
                    <a:pt x="7858" y="4513"/>
                    <a:pt x="7858" y="2343"/>
                    <a:pt x="6524" y="1004"/>
                  </a:cubicBezTo>
                  <a:cubicBezTo>
                    <a:pt x="5841" y="323"/>
                    <a:pt x="4971" y="1"/>
                    <a:pt x="411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3"/>
            <p:cNvSpPr/>
            <p:nvPr/>
          </p:nvSpPr>
          <p:spPr>
            <a:xfrm>
              <a:off x="1844376" y="1733986"/>
              <a:ext cx="173356" cy="69489"/>
            </a:xfrm>
            <a:custGeom>
              <a:rect b="b" l="l" r="r" t="t"/>
              <a:pathLst>
                <a:path extrusionOk="0" h="2652" w="6616">
                  <a:moveTo>
                    <a:pt x="6279" y="1"/>
                  </a:moveTo>
                  <a:lnTo>
                    <a:pt x="5660" y="164"/>
                  </a:lnTo>
                  <a:lnTo>
                    <a:pt x="327" y="1599"/>
                  </a:lnTo>
                  <a:lnTo>
                    <a:pt x="211" y="1633"/>
                  </a:lnTo>
                  <a:cubicBezTo>
                    <a:pt x="67" y="1676"/>
                    <a:pt x="0" y="1835"/>
                    <a:pt x="67" y="1964"/>
                  </a:cubicBezTo>
                  <a:cubicBezTo>
                    <a:pt x="77" y="1983"/>
                    <a:pt x="87" y="2003"/>
                    <a:pt x="101" y="2022"/>
                  </a:cubicBezTo>
                  <a:cubicBezTo>
                    <a:pt x="336" y="2418"/>
                    <a:pt x="759" y="2651"/>
                    <a:pt x="1202" y="2651"/>
                  </a:cubicBezTo>
                  <a:cubicBezTo>
                    <a:pt x="1311" y="2651"/>
                    <a:pt x="1422" y="2637"/>
                    <a:pt x="1532" y="2607"/>
                  </a:cubicBezTo>
                  <a:lnTo>
                    <a:pt x="6615" y="1234"/>
                  </a:lnTo>
                  <a:lnTo>
                    <a:pt x="627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3"/>
            <p:cNvSpPr/>
            <p:nvPr/>
          </p:nvSpPr>
          <p:spPr>
            <a:xfrm>
              <a:off x="1844376" y="1738388"/>
              <a:ext cx="151712" cy="49339"/>
            </a:xfrm>
            <a:custGeom>
              <a:rect b="b" l="l" r="r" t="t"/>
              <a:pathLst>
                <a:path extrusionOk="0" h="1883" w="5790">
                  <a:moveTo>
                    <a:pt x="5660" y="1"/>
                  </a:moveTo>
                  <a:lnTo>
                    <a:pt x="327" y="1431"/>
                  </a:lnTo>
                  <a:lnTo>
                    <a:pt x="211" y="1465"/>
                  </a:lnTo>
                  <a:cubicBezTo>
                    <a:pt x="67" y="1508"/>
                    <a:pt x="0" y="1667"/>
                    <a:pt x="67" y="1796"/>
                  </a:cubicBezTo>
                  <a:cubicBezTo>
                    <a:pt x="77" y="1815"/>
                    <a:pt x="91" y="1835"/>
                    <a:pt x="101" y="1854"/>
                  </a:cubicBezTo>
                  <a:cubicBezTo>
                    <a:pt x="192" y="1873"/>
                    <a:pt x="283" y="1883"/>
                    <a:pt x="375" y="1883"/>
                  </a:cubicBezTo>
                  <a:cubicBezTo>
                    <a:pt x="487" y="1883"/>
                    <a:pt x="598" y="1868"/>
                    <a:pt x="706" y="1839"/>
                  </a:cubicBezTo>
                  <a:lnTo>
                    <a:pt x="5789" y="466"/>
                  </a:lnTo>
                  <a:lnTo>
                    <a:pt x="566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3"/>
            <p:cNvSpPr/>
            <p:nvPr/>
          </p:nvSpPr>
          <p:spPr>
            <a:xfrm>
              <a:off x="1844376" y="1718134"/>
              <a:ext cx="173356" cy="69463"/>
            </a:xfrm>
            <a:custGeom>
              <a:rect b="b" l="l" r="r" t="t"/>
              <a:pathLst>
                <a:path extrusionOk="0" h="2651" w="6616">
                  <a:moveTo>
                    <a:pt x="1202" y="1"/>
                  </a:moveTo>
                  <a:cubicBezTo>
                    <a:pt x="844" y="1"/>
                    <a:pt x="496" y="153"/>
                    <a:pt x="250" y="428"/>
                  </a:cubicBezTo>
                  <a:cubicBezTo>
                    <a:pt x="178" y="505"/>
                    <a:pt x="115" y="591"/>
                    <a:pt x="67" y="683"/>
                  </a:cubicBezTo>
                  <a:cubicBezTo>
                    <a:pt x="0" y="817"/>
                    <a:pt x="67" y="975"/>
                    <a:pt x="211" y="1019"/>
                  </a:cubicBezTo>
                  <a:lnTo>
                    <a:pt x="327" y="1047"/>
                  </a:lnTo>
                  <a:lnTo>
                    <a:pt x="6279" y="2651"/>
                  </a:lnTo>
                  <a:lnTo>
                    <a:pt x="6418" y="2147"/>
                  </a:lnTo>
                  <a:lnTo>
                    <a:pt x="6615" y="1417"/>
                  </a:lnTo>
                  <a:lnTo>
                    <a:pt x="1532" y="44"/>
                  </a:lnTo>
                  <a:cubicBezTo>
                    <a:pt x="1422" y="15"/>
                    <a:pt x="1312" y="1"/>
                    <a:pt x="1202"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3"/>
            <p:cNvSpPr/>
            <p:nvPr/>
          </p:nvSpPr>
          <p:spPr>
            <a:xfrm>
              <a:off x="1850900" y="1718134"/>
              <a:ext cx="166831" cy="56257"/>
            </a:xfrm>
            <a:custGeom>
              <a:rect b="b" l="l" r="r" t="t"/>
              <a:pathLst>
                <a:path extrusionOk="0" h="2147" w="6367">
                  <a:moveTo>
                    <a:pt x="952" y="1"/>
                  </a:moveTo>
                  <a:cubicBezTo>
                    <a:pt x="593" y="1"/>
                    <a:pt x="243" y="153"/>
                    <a:pt x="1" y="428"/>
                  </a:cubicBezTo>
                  <a:cubicBezTo>
                    <a:pt x="30" y="471"/>
                    <a:pt x="73" y="505"/>
                    <a:pt x="126" y="524"/>
                  </a:cubicBezTo>
                  <a:lnTo>
                    <a:pt x="241" y="553"/>
                  </a:lnTo>
                  <a:lnTo>
                    <a:pt x="6169" y="2147"/>
                  </a:lnTo>
                  <a:lnTo>
                    <a:pt x="6366" y="1417"/>
                  </a:lnTo>
                  <a:lnTo>
                    <a:pt x="1283" y="44"/>
                  </a:lnTo>
                  <a:cubicBezTo>
                    <a:pt x="1173" y="15"/>
                    <a:pt x="1062" y="1"/>
                    <a:pt x="95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3"/>
            <p:cNvSpPr/>
            <p:nvPr/>
          </p:nvSpPr>
          <p:spPr>
            <a:xfrm>
              <a:off x="1955422" y="1657789"/>
              <a:ext cx="159652" cy="119824"/>
            </a:xfrm>
            <a:custGeom>
              <a:rect b="b" l="l" r="r" t="t"/>
              <a:pathLst>
                <a:path extrusionOk="0" h="4573" w="6093">
                  <a:moveTo>
                    <a:pt x="4100" y="805"/>
                  </a:moveTo>
                  <a:cubicBezTo>
                    <a:pt x="4118" y="805"/>
                    <a:pt x="4135" y="805"/>
                    <a:pt x="4153" y="806"/>
                  </a:cubicBezTo>
                  <a:cubicBezTo>
                    <a:pt x="5046" y="850"/>
                    <a:pt x="5435" y="1949"/>
                    <a:pt x="4772" y="2544"/>
                  </a:cubicBezTo>
                  <a:cubicBezTo>
                    <a:pt x="4573" y="2726"/>
                    <a:pt x="4338" y="2806"/>
                    <a:pt x="4108" y="2806"/>
                  </a:cubicBezTo>
                  <a:cubicBezTo>
                    <a:pt x="3576" y="2806"/>
                    <a:pt x="3072" y="2376"/>
                    <a:pt x="3102" y="1757"/>
                  </a:cubicBezTo>
                  <a:cubicBezTo>
                    <a:pt x="3130" y="1218"/>
                    <a:pt x="3571" y="805"/>
                    <a:pt x="4100" y="805"/>
                  </a:cubicBezTo>
                  <a:close/>
                  <a:moveTo>
                    <a:pt x="4082" y="0"/>
                  </a:moveTo>
                  <a:cubicBezTo>
                    <a:pt x="3933" y="0"/>
                    <a:pt x="3781" y="19"/>
                    <a:pt x="3630" y="57"/>
                  </a:cubicBezTo>
                  <a:cubicBezTo>
                    <a:pt x="2454" y="374"/>
                    <a:pt x="1921" y="1738"/>
                    <a:pt x="2569" y="2770"/>
                  </a:cubicBezTo>
                  <a:lnTo>
                    <a:pt x="543" y="3317"/>
                  </a:lnTo>
                  <a:cubicBezTo>
                    <a:pt x="203" y="3408"/>
                    <a:pt x="1" y="3758"/>
                    <a:pt x="92" y="4099"/>
                  </a:cubicBezTo>
                  <a:cubicBezTo>
                    <a:pt x="168" y="4385"/>
                    <a:pt x="427" y="4572"/>
                    <a:pt x="709" y="4572"/>
                  </a:cubicBezTo>
                  <a:cubicBezTo>
                    <a:pt x="763" y="4572"/>
                    <a:pt x="819" y="4565"/>
                    <a:pt x="875" y="4550"/>
                  </a:cubicBezTo>
                  <a:lnTo>
                    <a:pt x="4604" y="3542"/>
                  </a:lnTo>
                  <a:cubicBezTo>
                    <a:pt x="5550" y="3259"/>
                    <a:pt x="6092" y="2270"/>
                    <a:pt x="5824" y="1325"/>
                  </a:cubicBezTo>
                  <a:cubicBezTo>
                    <a:pt x="5601" y="525"/>
                    <a:pt x="4876" y="0"/>
                    <a:pt x="4082"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3"/>
            <p:cNvSpPr/>
            <p:nvPr/>
          </p:nvSpPr>
          <p:spPr>
            <a:xfrm>
              <a:off x="1955317" y="1744074"/>
              <a:ext cx="155721" cy="120060"/>
            </a:xfrm>
            <a:custGeom>
              <a:rect b="b" l="l" r="r" t="t"/>
              <a:pathLst>
                <a:path extrusionOk="0" h="4582" w="5943">
                  <a:moveTo>
                    <a:pt x="4101" y="1765"/>
                  </a:moveTo>
                  <a:cubicBezTo>
                    <a:pt x="4188" y="1765"/>
                    <a:pt x="4276" y="1776"/>
                    <a:pt x="4364" y="1800"/>
                  </a:cubicBezTo>
                  <a:cubicBezTo>
                    <a:pt x="5223" y="2035"/>
                    <a:pt x="5372" y="3192"/>
                    <a:pt x="4599" y="3634"/>
                  </a:cubicBezTo>
                  <a:cubicBezTo>
                    <a:pt x="4434" y="3729"/>
                    <a:pt x="4263" y="3771"/>
                    <a:pt x="4098" y="3771"/>
                  </a:cubicBezTo>
                  <a:cubicBezTo>
                    <a:pt x="3486" y="3771"/>
                    <a:pt x="2953" y="3187"/>
                    <a:pt x="3135" y="2510"/>
                  </a:cubicBezTo>
                  <a:cubicBezTo>
                    <a:pt x="3255" y="2060"/>
                    <a:pt x="3658" y="1765"/>
                    <a:pt x="4101" y="1765"/>
                  </a:cubicBezTo>
                  <a:close/>
                  <a:moveTo>
                    <a:pt x="704" y="0"/>
                  </a:moveTo>
                  <a:cubicBezTo>
                    <a:pt x="423" y="0"/>
                    <a:pt x="167" y="191"/>
                    <a:pt x="91" y="475"/>
                  </a:cubicBezTo>
                  <a:cubicBezTo>
                    <a:pt x="0" y="816"/>
                    <a:pt x="202" y="1166"/>
                    <a:pt x="543" y="1257"/>
                  </a:cubicBezTo>
                  <a:lnTo>
                    <a:pt x="2568" y="1805"/>
                  </a:lnTo>
                  <a:cubicBezTo>
                    <a:pt x="2151" y="2462"/>
                    <a:pt x="2203" y="3312"/>
                    <a:pt x="2698" y="3917"/>
                  </a:cubicBezTo>
                  <a:cubicBezTo>
                    <a:pt x="3050" y="4347"/>
                    <a:pt x="3567" y="4581"/>
                    <a:pt x="4100" y="4581"/>
                  </a:cubicBezTo>
                  <a:cubicBezTo>
                    <a:pt x="4315" y="4581"/>
                    <a:pt x="4533" y="4543"/>
                    <a:pt x="4743" y="4464"/>
                  </a:cubicBezTo>
                  <a:cubicBezTo>
                    <a:pt x="5472" y="4186"/>
                    <a:pt x="5943" y="3475"/>
                    <a:pt x="5909" y="2698"/>
                  </a:cubicBezTo>
                  <a:cubicBezTo>
                    <a:pt x="5880" y="1920"/>
                    <a:pt x="5352" y="1248"/>
                    <a:pt x="4604" y="1032"/>
                  </a:cubicBezTo>
                  <a:lnTo>
                    <a:pt x="874" y="24"/>
                  </a:lnTo>
                  <a:cubicBezTo>
                    <a:pt x="817" y="8"/>
                    <a:pt x="760" y="0"/>
                    <a:pt x="7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3"/>
            <p:cNvSpPr/>
            <p:nvPr/>
          </p:nvSpPr>
          <p:spPr>
            <a:xfrm>
              <a:off x="2025252" y="1673170"/>
              <a:ext cx="74599" cy="62231"/>
            </a:xfrm>
            <a:custGeom>
              <a:rect b="b" l="l" r="r" t="t"/>
              <a:pathLst>
                <a:path extrusionOk="0" h="2375" w="2847">
                  <a:moveTo>
                    <a:pt x="1437" y="1"/>
                  </a:moveTo>
                  <a:cubicBezTo>
                    <a:pt x="1176" y="1"/>
                    <a:pt x="910" y="85"/>
                    <a:pt x="682" y="267"/>
                  </a:cubicBezTo>
                  <a:cubicBezTo>
                    <a:pt x="0" y="815"/>
                    <a:pt x="101" y="1880"/>
                    <a:pt x="874" y="2293"/>
                  </a:cubicBezTo>
                  <a:cubicBezTo>
                    <a:pt x="909" y="2311"/>
                    <a:pt x="942" y="2319"/>
                    <a:pt x="974" y="2319"/>
                  </a:cubicBezTo>
                  <a:cubicBezTo>
                    <a:pt x="1164" y="2319"/>
                    <a:pt x="1276" y="2035"/>
                    <a:pt x="1066" y="1923"/>
                  </a:cubicBezTo>
                  <a:cubicBezTo>
                    <a:pt x="427" y="1587"/>
                    <a:pt x="528" y="632"/>
                    <a:pt x="1234" y="440"/>
                  </a:cubicBezTo>
                  <a:cubicBezTo>
                    <a:pt x="1300" y="423"/>
                    <a:pt x="1367" y="415"/>
                    <a:pt x="1433" y="415"/>
                  </a:cubicBezTo>
                  <a:cubicBezTo>
                    <a:pt x="1776" y="415"/>
                    <a:pt x="2094" y="636"/>
                    <a:pt x="2199" y="983"/>
                  </a:cubicBezTo>
                  <a:cubicBezTo>
                    <a:pt x="2328" y="1391"/>
                    <a:pt x="2107" y="1827"/>
                    <a:pt x="1704" y="1971"/>
                  </a:cubicBezTo>
                  <a:cubicBezTo>
                    <a:pt x="1483" y="2048"/>
                    <a:pt x="1541" y="2375"/>
                    <a:pt x="1776" y="2375"/>
                  </a:cubicBezTo>
                  <a:cubicBezTo>
                    <a:pt x="2088" y="2375"/>
                    <a:pt x="2847" y="1760"/>
                    <a:pt x="2616" y="901"/>
                  </a:cubicBezTo>
                  <a:cubicBezTo>
                    <a:pt x="2463" y="338"/>
                    <a:pt x="1959" y="1"/>
                    <a:pt x="1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3"/>
            <p:cNvSpPr/>
            <p:nvPr/>
          </p:nvSpPr>
          <p:spPr>
            <a:xfrm>
              <a:off x="1967632" y="1755656"/>
              <a:ext cx="14071" cy="11634"/>
            </a:xfrm>
            <a:custGeom>
              <a:rect b="b" l="l" r="r" t="t"/>
              <a:pathLst>
                <a:path extrusionOk="0" h="444" w="537">
                  <a:moveTo>
                    <a:pt x="284" y="1"/>
                  </a:moveTo>
                  <a:cubicBezTo>
                    <a:pt x="265" y="1"/>
                    <a:pt x="245" y="3"/>
                    <a:pt x="226" y="9"/>
                  </a:cubicBezTo>
                  <a:cubicBezTo>
                    <a:pt x="34" y="62"/>
                    <a:pt x="1" y="316"/>
                    <a:pt x="173" y="412"/>
                  </a:cubicBezTo>
                  <a:cubicBezTo>
                    <a:pt x="209" y="434"/>
                    <a:pt x="247" y="444"/>
                    <a:pt x="284" y="444"/>
                  </a:cubicBezTo>
                  <a:cubicBezTo>
                    <a:pt x="418" y="444"/>
                    <a:pt x="536" y="313"/>
                    <a:pt x="495" y="163"/>
                  </a:cubicBezTo>
                  <a:cubicBezTo>
                    <a:pt x="471" y="67"/>
                    <a:pt x="380"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3"/>
            <p:cNvSpPr/>
            <p:nvPr/>
          </p:nvSpPr>
          <p:spPr>
            <a:xfrm>
              <a:off x="2031147" y="1785422"/>
              <a:ext cx="64668" cy="63724"/>
            </a:xfrm>
            <a:custGeom>
              <a:rect b="b" l="l" r="r" t="t"/>
              <a:pathLst>
                <a:path extrusionOk="0" h="2432" w="2468">
                  <a:moveTo>
                    <a:pt x="1230" y="1"/>
                  </a:moveTo>
                  <a:cubicBezTo>
                    <a:pt x="608" y="1"/>
                    <a:pt x="1" y="472"/>
                    <a:pt x="1" y="1216"/>
                  </a:cubicBezTo>
                  <a:cubicBezTo>
                    <a:pt x="1" y="1935"/>
                    <a:pt x="594" y="2431"/>
                    <a:pt x="1222" y="2431"/>
                  </a:cubicBezTo>
                  <a:cubicBezTo>
                    <a:pt x="1450" y="2431"/>
                    <a:pt x="1682" y="2366"/>
                    <a:pt x="1892" y="2224"/>
                  </a:cubicBezTo>
                  <a:cubicBezTo>
                    <a:pt x="2082" y="2097"/>
                    <a:pt x="1959" y="1840"/>
                    <a:pt x="1780" y="1840"/>
                  </a:cubicBezTo>
                  <a:cubicBezTo>
                    <a:pt x="1742" y="1840"/>
                    <a:pt x="1702" y="1851"/>
                    <a:pt x="1662" y="1878"/>
                  </a:cubicBezTo>
                  <a:cubicBezTo>
                    <a:pt x="1514" y="1977"/>
                    <a:pt x="1360" y="2021"/>
                    <a:pt x="1213" y="2021"/>
                  </a:cubicBezTo>
                  <a:cubicBezTo>
                    <a:pt x="641" y="2021"/>
                    <a:pt x="168" y="1367"/>
                    <a:pt x="538" y="784"/>
                  </a:cubicBezTo>
                  <a:cubicBezTo>
                    <a:pt x="691" y="549"/>
                    <a:pt x="948" y="415"/>
                    <a:pt x="1216" y="415"/>
                  </a:cubicBezTo>
                  <a:cubicBezTo>
                    <a:pt x="1310" y="415"/>
                    <a:pt x="1406" y="432"/>
                    <a:pt x="1498" y="467"/>
                  </a:cubicBezTo>
                  <a:cubicBezTo>
                    <a:pt x="1854" y="601"/>
                    <a:pt x="2065" y="966"/>
                    <a:pt x="2007" y="1340"/>
                  </a:cubicBezTo>
                  <a:cubicBezTo>
                    <a:pt x="1983" y="1493"/>
                    <a:pt x="2099" y="1579"/>
                    <a:pt x="2213" y="1579"/>
                  </a:cubicBezTo>
                  <a:cubicBezTo>
                    <a:pt x="2305" y="1579"/>
                    <a:pt x="2396" y="1524"/>
                    <a:pt x="2415" y="1403"/>
                  </a:cubicBezTo>
                  <a:cubicBezTo>
                    <a:pt x="2468" y="1072"/>
                    <a:pt x="2382" y="731"/>
                    <a:pt x="2170" y="462"/>
                  </a:cubicBezTo>
                  <a:cubicBezTo>
                    <a:pt x="1918" y="143"/>
                    <a:pt x="1572" y="1"/>
                    <a:pt x="1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3"/>
            <p:cNvSpPr/>
            <p:nvPr/>
          </p:nvSpPr>
          <p:spPr>
            <a:xfrm>
              <a:off x="1973554"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3"/>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3"/>
            <p:cNvSpPr/>
            <p:nvPr/>
          </p:nvSpPr>
          <p:spPr>
            <a:xfrm>
              <a:off x="1910039" y="1732100"/>
              <a:ext cx="131" cy="26"/>
            </a:xfrm>
            <a:custGeom>
              <a:rect b="b" l="l" r="r" t="t"/>
              <a:pathLst>
                <a:path extrusionOk="0" h="1" w="5">
                  <a:moveTo>
                    <a:pt x="5" y="1"/>
                  </a:move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3"/>
            <p:cNvSpPr/>
            <p:nvPr/>
          </p:nvSpPr>
          <p:spPr>
            <a:xfrm>
              <a:off x="1973790" y="173802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3"/>
            <p:cNvSpPr/>
            <p:nvPr/>
          </p:nvSpPr>
          <p:spPr>
            <a:xfrm>
              <a:off x="1973554" y="1738021"/>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3"/>
            <p:cNvSpPr/>
            <p:nvPr/>
          </p:nvSpPr>
          <p:spPr>
            <a:xfrm>
              <a:off x="1750151" y="1500941"/>
              <a:ext cx="379700" cy="369560"/>
            </a:xfrm>
            <a:custGeom>
              <a:rect b="b" l="l" r="r" t="t"/>
              <a:pathLst>
                <a:path extrusionOk="0" h="14104" w="14491">
                  <a:moveTo>
                    <a:pt x="11942" y="6169"/>
                  </a:moveTo>
                  <a:cubicBezTo>
                    <a:pt x="12209" y="6169"/>
                    <a:pt x="12483" y="6238"/>
                    <a:pt x="12746" y="6389"/>
                  </a:cubicBezTo>
                  <a:cubicBezTo>
                    <a:pt x="13979" y="7100"/>
                    <a:pt x="13744" y="8948"/>
                    <a:pt x="12386" y="9341"/>
                  </a:cubicBezTo>
                  <a:lnTo>
                    <a:pt x="12371" y="9346"/>
                  </a:lnTo>
                  <a:lnTo>
                    <a:pt x="10998" y="9716"/>
                  </a:lnTo>
                  <a:lnTo>
                    <a:pt x="9774" y="9389"/>
                  </a:lnTo>
                  <a:lnTo>
                    <a:pt x="9318" y="9269"/>
                  </a:lnTo>
                  <a:lnTo>
                    <a:pt x="10129" y="9048"/>
                  </a:lnTo>
                  <a:lnTo>
                    <a:pt x="10451" y="8962"/>
                  </a:lnTo>
                  <a:cubicBezTo>
                    <a:pt x="10585" y="8924"/>
                    <a:pt x="10643" y="8765"/>
                    <a:pt x="10571" y="8650"/>
                  </a:cubicBezTo>
                  <a:cubicBezTo>
                    <a:pt x="10485" y="8511"/>
                    <a:pt x="10417" y="8367"/>
                    <a:pt x="10379" y="8208"/>
                  </a:cubicBezTo>
                  <a:cubicBezTo>
                    <a:pt x="10080" y="7111"/>
                    <a:pt x="10953" y="6169"/>
                    <a:pt x="11942" y="6169"/>
                  </a:cubicBezTo>
                  <a:close/>
                  <a:moveTo>
                    <a:pt x="4745" y="8498"/>
                  </a:moveTo>
                  <a:cubicBezTo>
                    <a:pt x="4837" y="8498"/>
                    <a:pt x="4930" y="8510"/>
                    <a:pt x="5022" y="8535"/>
                  </a:cubicBezTo>
                  <a:lnTo>
                    <a:pt x="5680" y="8712"/>
                  </a:lnTo>
                  <a:lnTo>
                    <a:pt x="6092" y="8823"/>
                  </a:lnTo>
                  <a:lnTo>
                    <a:pt x="6102" y="8823"/>
                  </a:lnTo>
                  <a:lnTo>
                    <a:pt x="7926" y="9317"/>
                  </a:lnTo>
                  <a:cubicBezTo>
                    <a:pt x="7917" y="9336"/>
                    <a:pt x="7830" y="9437"/>
                    <a:pt x="7830" y="9442"/>
                  </a:cubicBezTo>
                  <a:lnTo>
                    <a:pt x="7825" y="9442"/>
                  </a:lnTo>
                  <a:cubicBezTo>
                    <a:pt x="7811" y="9461"/>
                    <a:pt x="7796" y="9485"/>
                    <a:pt x="7787" y="9509"/>
                  </a:cubicBezTo>
                  <a:cubicBezTo>
                    <a:pt x="7672" y="9706"/>
                    <a:pt x="7638" y="9941"/>
                    <a:pt x="7705" y="10162"/>
                  </a:cubicBezTo>
                  <a:cubicBezTo>
                    <a:pt x="5041" y="9447"/>
                    <a:pt x="6731" y="9903"/>
                    <a:pt x="3803" y="9111"/>
                  </a:cubicBezTo>
                  <a:cubicBezTo>
                    <a:pt x="3788" y="9106"/>
                    <a:pt x="3779" y="9092"/>
                    <a:pt x="3788" y="9072"/>
                  </a:cubicBezTo>
                  <a:cubicBezTo>
                    <a:pt x="3979" y="8714"/>
                    <a:pt x="4352" y="8498"/>
                    <a:pt x="4745" y="8498"/>
                  </a:cubicBezTo>
                  <a:close/>
                  <a:moveTo>
                    <a:pt x="6040" y="10148"/>
                  </a:moveTo>
                  <a:lnTo>
                    <a:pt x="7720" y="10599"/>
                  </a:lnTo>
                  <a:lnTo>
                    <a:pt x="7724" y="10599"/>
                  </a:lnTo>
                  <a:lnTo>
                    <a:pt x="5027" y="11329"/>
                  </a:lnTo>
                  <a:cubicBezTo>
                    <a:pt x="4934" y="11353"/>
                    <a:pt x="4841" y="11365"/>
                    <a:pt x="4749" y="11365"/>
                  </a:cubicBezTo>
                  <a:cubicBezTo>
                    <a:pt x="4354" y="11365"/>
                    <a:pt x="3983" y="11148"/>
                    <a:pt x="3788" y="10786"/>
                  </a:cubicBezTo>
                  <a:cubicBezTo>
                    <a:pt x="3783" y="10772"/>
                    <a:pt x="3788" y="10753"/>
                    <a:pt x="3807" y="10748"/>
                  </a:cubicBezTo>
                  <a:lnTo>
                    <a:pt x="3807" y="10748"/>
                  </a:lnTo>
                  <a:cubicBezTo>
                    <a:pt x="3806" y="10748"/>
                    <a:pt x="3805" y="10749"/>
                    <a:pt x="3805" y="10749"/>
                  </a:cubicBezTo>
                  <a:cubicBezTo>
                    <a:pt x="3813" y="10749"/>
                    <a:pt x="4059" y="10679"/>
                    <a:pt x="6040" y="10148"/>
                  </a:cubicBezTo>
                  <a:close/>
                  <a:moveTo>
                    <a:pt x="8525" y="9498"/>
                  </a:moveTo>
                  <a:cubicBezTo>
                    <a:pt x="8563" y="9498"/>
                    <a:pt x="8602" y="9503"/>
                    <a:pt x="8641" y="9514"/>
                  </a:cubicBezTo>
                  <a:cubicBezTo>
                    <a:pt x="10974" y="10143"/>
                    <a:pt x="11906" y="10392"/>
                    <a:pt x="12237" y="10479"/>
                  </a:cubicBezTo>
                  <a:cubicBezTo>
                    <a:pt x="12237" y="10479"/>
                    <a:pt x="12275" y="10493"/>
                    <a:pt x="12390" y="10527"/>
                  </a:cubicBezTo>
                  <a:cubicBezTo>
                    <a:pt x="13230" y="10777"/>
                    <a:pt x="13725" y="11645"/>
                    <a:pt x="13504" y="12495"/>
                  </a:cubicBezTo>
                  <a:lnTo>
                    <a:pt x="13499" y="12495"/>
                  </a:lnTo>
                  <a:cubicBezTo>
                    <a:pt x="13301" y="13227"/>
                    <a:pt x="12640" y="13691"/>
                    <a:pt x="11936" y="13691"/>
                  </a:cubicBezTo>
                  <a:cubicBezTo>
                    <a:pt x="11721" y="13691"/>
                    <a:pt x="11502" y="13648"/>
                    <a:pt x="11291" y="13556"/>
                  </a:cubicBezTo>
                  <a:cubicBezTo>
                    <a:pt x="10384" y="13157"/>
                    <a:pt x="10043" y="12049"/>
                    <a:pt x="10571" y="11213"/>
                  </a:cubicBezTo>
                  <a:cubicBezTo>
                    <a:pt x="10643" y="11093"/>
                    <a:pt x="10585" y="10940"/>
                    <a:pt x="10451" y="10901"/>
                  </a:cubicBezTo>
                  <a:lnTo>
                    <a:pt x="10115" y="10815"/>
                  </a:lnTo>
                  <a:lnTo>
                    <a:pt x="10105" y="10815"/>
                  </a:lnTo>
                  <a:lnTo>
                    <a:pt x="9328" y="10604"/>
                  </a:lnTo>
                  <a:lnTo>
                    <a:pt x="8896" y="10484"/>
                  </a:lnTo>
                  <a:lnTo>
                    <a:pt x="8416" y="10354"/>
                  </a:lnTo>
                  <a:cubicBezTo>
                    <a:pt x="8214" y="10301"/>
                    <a:pt x="8080" y="10119"/>
                    <a:pt x="8094" y="9912"/>
                  </a:cubicBezTo>
                  <a:lnTo>
                    <a:pt x="8094" y="9898"/>
                  </a:lnTo>
                  <a:cubicBezTo>
                    <a:pt x="8115" y="9665"/>
                    <a:pt x="8305" y="9498"/>
                    <a:pt x="8525" y="9498"/>
                  </a:cubicBezTo>
                  <a:close/>
                  <a:moveTo>
                    <a:pt x="3567" y="0"/>
                  </a:moveTo>
                  <a:cubicBezTo>
                    <a:pt x="2343" y="24"/>
                    <a:pt x="1215" y="658"/>
                    <a:pt x="562" y="1694"/>
                  </a:cubicBezTo>
                  <a:cubicBezTo>
                    <a:pt x="458" y="1856"/>
                    <a:pt x="599" y="2013"/>
                    <a:pt x="744" y="2013"/>
                  </a:cubicBezTo>
                  <a:cubicBezTo>
                    <a:pt x="806" y="2013"/>
                    <a:pt x="868" y="1984"/>
                    <a:pt x="913" y="1915"/>
                  </a:cubicBezTo>
                  <a:cubicBezTo>
                    <a:pt x="1512" y="962"/>
                    <a:pt x="2549" y="411"/>
                    <a:pt x="3634" y="411"/>
                  </a:cubicBezTo>
                  <a:cubicBezTo>
                    <a:pt x="3931" y="411"/>
                    <a:pt x="4231" y="452"/>
                    <a:pt x="4528" y="538"/>
                  </a:cubicBezTo>
                  <a:cubicBezTo>
                    <a:pt x="5905" y="936"/>
                    <a:pt x="6851" y="2194"/>
                    <a:pt x="6851" y="3629"/>
                  </a:cubicBezTo>
                  <a:cubicBezTo>
                    <a:pt x="6851" y="5412"/>
                    <a:pt x="5396" y="6848"/>
                    <a:pt x="3646" y="6848"/>
                  </a:cubicBezTo>
                  <a:cubicBezTo>
                    <a:pt x="3553" y="6848"/>
                    <a:pt x="3460" y="6844"/>
                    <a:pt x="3366" y="6836"/>
                  </a:cubicBezTo>
                  <a:cubicBezTo>
                    <a:pt x="1782" y="6701"/>
                    <a:pt x="534" y="5434"/>
                    <a:pt x="428" y="3845"/>
                  </a:cubicBezTo>
                  <a:cubicBezTo>
                    <a:pt x="399" y="3432"/>
                    <a:pt x="452" y="3010"/>
                    <a:pt x="582" y="2616"/>
                  </a:cubicBezTo>
                  <a:cubicBezTo>
                    <a:pt x="635" y="2453"/>
                    <a:pt x="506" y="2341"/>
                    <a:pt x="379" y="2341"/>
                  </a:cubicBezTo>
                  <a:cubicBezTo>
                    <a:pt x="301" y="2341"/>
                    <a:pt x="223" y="2383"/>
                    <a:pt x="188" y="2482"/>
                  </a:cubicBezTo>
                  <a:cubicBezTo>
                    <a:pt x="63" y="2856"/>
                    <a:pt x="1" y="3245"/>
                    <a:pt x="1" y="3634"/>
                  </a:cubicBezTo>
                  <a:lnTo>
                    <a:pt x="1" y="3667"/>
                  </a:lnTo>
                  <a:lnTo>
                    <a:pt x="1" y="7061"/>
                  </a:lnTo>
                  <a:cubicBezTo>
                    <a:pt x="1" y="7200"/>
                    <a:pt x="104" y="7270"/>
                    <a:pt x="207" y="7270"/>
                  </a:cubicBezTo>
                  <a:cubicBezTo>
                    <a:pt x="310" y="7270"/>
                    <a:pt x="414" y="7200"/>
                    <a:pt x="414" y="7061"/>
                  </a:cubicBezTo>
                  <a:lnTo>
                    <a:pt x="414" y="5314"/>
                  </a:lnTo>
                  <a:cubicBezTo>
                    <a:pt x="438" y="5357"/>
                    <a:pt x="457" y="5400"/>
                    <a:pt x="481" y="5439"/>
                  </a:cubicBezTo>
                  <a:cubicBezTo>
                    <a:pt x="1134" y="6570"/>
                    <a:pt x="2339" y="7263"/>
                    <a:pt x="3639" y="7263"/>
                  </a:cubicBezTo>
                  <a:cubicBezTo>
                    <a:pt x="3657" y="7263"/>
                    <a:pt x="3675" y="7263"/>
                    <a:pt x="3692" y="7263"/>
                  </a:cubicBezTo>
                  <a:lnTo>
                    <a:pt x="5684" y="7263"/>
                  </a:lnTo>
                  <a:lnTo>
                    <a:pt x="5684" y="8280"/>
                  </a:lnTo>
                  <a:lnTo>
                    <a:pt x="5137" y="8132"/>
                  </a:lnTo>
                  <a:cubicBezTo>
                    <a:pt x="5010" y="8098"/>
                    <a:pt x="4881" y="8082"/>
                    <a:pt x="4754" y="8082"/>
                  </a:cubicBezTo>
                  <a:cubicBezTo>
                    <a:pt x="4207" y="8082"/>
                    <a:pt x="3688" y="8382"/>
                    <a:pt x="3423" y="8880"/>
                  </a:cubicBezTo>
                  <a:cubicBezTo>
                    <a:pt x="3361" y="8996"/>
                    <a:pt x="3356" y="9135"/>
                    <a:pt x="3409" y="9260"/>
                  </a:cubicBezTo>
                  <a:cubicBezTo>
                    <a:pt x="3491" y="9447"/>
                    <a:pt x="3635" y="9500"/>
                    <a:pt x="3812" y="9543"/>
                  </a:cubicBezTo>
                  <a:lnTo>
                    <a:pt x="5243" y="9927"/>
                  </a:lnTo>
                  <a:cubicBezTo>
                    <a:pt x="3933" y="10279"/>
                    <a:pt x="3805" y="10315"/>
                    <a:pt x="3810" y="10315"/>
                  </a:cubicBezTo>
                  <a:cubicBezTo>
                    <a:pt x="3811" y="10315"/>
                    <a:pt x="3821" y="10312"/>
                    <a:pt x="3822" y="10312"/>
                  </a:cubicBezTo>
                  <a:cubicBezTo>
                    <a:pt x="3823" y="10312"/>
                    <a:pt x="3821" y="10313"/>
                    <a:pt x="3812" y="10316"/>
                  </a:cubicBezTo>
                  <a:cubicBezTo>
                    <a:pt x="3759" y="10340"/>
                    <a:pt x="3515" y="10349"/>
                    <a:pt x="3409" y="10599"/>
                  </a:cubicBezTo>
                  <a:cubicBezTo>
                    <a:pt x="3356" y="10719"/>
                    <a:pt x="3361" y="10858"/>
                    <a:pt x="3423" y="10978"/>
                  </a:cubicBezTo>
                  <a:cubicBezTo>
                    <a:pt x="3688" y="11477"/>
                    <a:pt x="4207" y="11776"/>
                    <a:pt x="4754" y="11776"/>
                  </a:cubicBezTo>
                  <a:cubicBezTo>
                    <a:pt x="4881" y="11776"/>
                    <a:pt x="5010" y="11760"/>
                    <a:pt x="5137" y="11727"/>
                  </a:cubicBezTo>
                  <a:lnTo>
                    <a:pt x="5684" y="11578"/>
                  </a:lnTo>
                  <a:lnTo>
                    <a:pt x="5684" y="13172"/>
                  </a:lnTo>
                  <a:cubicBezTo>
                    <a:pt x="5684" y="13354"/>
                    <a:pt x="5536" y="13503"/>
                    <a:pt x="5348" y="13503"/>
                  </a:cubicBezTo>
                  <a:lnTo>
                    <a:pt x="4532" y="13503"/>
                  </a:lnTo>
                  <a:cubicBezTo>
                    <a:pt x="4254" y="13503"/>
                    <a:pt x="4254" y="13921"/>
                    <a:pt x="4532" y="13921"/>
                  </a:cubicBezTo>
                  <a:lnTo>
                    <a:pt x="5348" y="13921"/>
                  </a:lnTo>
                  <a:cubicBezTo>
                    <a:pt x="5761" y="13916"/>
                    <a:pt x="6097" y="13585"/>
                    <a:pt x="6097" y="13172"/>
                  </a:cubicBezTo>
                  <a:lnTo>
                    <a:pt x="6097" y="11468"/>
                  </a:lnTo>
                  <a:lnTo>
                    <a:pt x="8526" y="10810"/>
                  </a:lnTo>
                  <a:lnTo>
                    <a:pt x="8536" y="10810"/>
                  </a:lnTo>
                  <a:lnTo>
                    <a:pt x="10091" y="11233"/>
                  </a:lnTo>
                  <a:cubicBezTo>
                    <a:pt x="9481" y="12577"/>
                    <a:pt x="10465" y="14098"/>
                    <a:pt x="11944" y="14103"/>
                  </a:cubicBezTo>
                  <a:cubicBezTo>
                    <a:pt x="13499" y="14103"/>
                    <a:pt x="14464" y="12413"/>
                    <a:pt x="13706" y="11074"/>
                  </a:cubicBezTo>
                  <a:cubicBezTo>
                    <a:pt x="13144" y="10071"/>
                    <a:pt x="12146" y="10076"/>
                    <a:pt x="11795" y="9932"/>
                  </a:cubicBezTo>
                  <a:cubicBezTo>
                    <a:pt x="12141" y="9788"/>
                    <a:pt x="13139" y="9788"/>
                    <a:pt x="13710" y="8784"/>
                  </a:cubicBezTo>
                  <a:cubicBezTo>
                    <a:pt x="14491" y="7399"/>
                    <a:pt x="13433" y="5754"/>
                    <a:pt x="11956" y="5754"/>
                  </a:cubicBezTo>
                  <a:cubicBezTo>
                    <a:pt x="11779" y="5754"/>
                    <a:pt x="11597" y="5777"/>
                    <a:pt x="11411" y="5827"/>
                  </a:cubicBezTo>
                  <a:cubicBezTo>
                    <a:pt x="10201" y="6154"/>
                    <a:pt x="9573" y="7488"/>
                    <a:pt x="10091" y="8626"/>
                  </a:cubicBezTo>
                  <a:lnTo>
                    <a:pt x="8536" y="9048"/>
                  </a:lnTo>
                  <a:lnTo>
                    <a:pt x="8526" y="9048"/>
                  </a:lnTo>
                  <a:lnTo>
                    <a:pt x="6102" y="8391"/>
                  </a:lnTo>
                  <a:lnTo>
                    <a:pt x="6102" y="7263"/>
                  </a:lnTo>
                  <a:cubicBezTo>
                    <a:pt x="6774" y="7229"/>
                    <a:pt x="7427" y="7008"/>
                    <a:pt x="7984" y="6624"/>
                  </a:cubicBezTo>
                  <a:cubicBezTo>
                    <a:pt x="8168" y="6495"/>
                    <a:pt x="8044" y="6243"/>
                    <a:pt x="7869" y="6243"/>
                  </a:cubicBezTo>
                  <a:cubicBezTo>
                    <a:pt x="7830" y="6243"/>
                    <a:pt x="7789" y="6255"/>
                    <a:pt x="7748" y="6283"/>
                  </a:cubicBezTo>
                  <a:cubicBezTo>
                    <a:pt x="7021" y="6788"/>
                    <a:pt x="6321" y="6852"/>
                    <a:pt x="5841" y="6852"/>
                  </a:cubicBezTo>
                  <a:cubicBezTo>
                    <a:pt x="5677" y="6852"/>
                    <a:pt x="5538" y="6845"/>
                    <a:pt x="5433" y="6845"/>
                  </a:cubicBezTo>
                  <a:cubicBezTo>
                    <a:pt x="5389" y="6845"/>
                    <a:pt x="5351" y="6846"/>
                    <a:pt x="5320" y="6850"/>
                  </a:cubicBezTo>
                  <a:cubicBezTo>
                    <a:pt x="5444" y="6783"/>
                    <a:pt x="5569" y="6711"/>
                    <a:pt x="5684" y="6629"/>
                  </a:cubicBezTo>
                  <a:cubicBezTo>
                    <a:pt x="5833" y="6528"/>
                    <a:pt x="5968" y="6418"/>
                    <a:pt x="6102" y="6298"/>
                  </a:cubicBezTo>
                  <a:cubicBezTo>
                    <a:pt x="7941" y="4594"/>
                    <a:pt x="7542" y="1579"/>
                    <a:pt x="5315" y="418"/>
                  </a:cubicBezTo>
                  <a:lnTo>
                    <a:pt x="5982" y="418"/>
                  </a:lnTo>
                  <a:cubicBezTo>
                    <a:pt x="7235" y="442"/>
                    <a:pt x="8363" y="1190"/>
                    <a:pt x="8867" y="2343"/>
                  </a:cubicBezTo>
                  <a:cubicBezTo>
                    <a:pt x="9371" y="3490"/>
                    <a:pt x="9160" y="4829"/>
                    <a:pt x="8329" y="5765"/>
                  </a:cubicBezTo>
                  <a:cubicBezTo>
                    <a:pt x="8189" y="5920"/>
                    <a:pt x="8329" y="6118"/>
                    <a:pt x="8486" y="6118"/>
                  </a:cubicBezTo>
                  <a:cubicBezTo>
                    <a:pt x="8537" y="6118"/>
                    <a:pt x="8591" y="6096"/>
                    <a:pt x="8637" y="6043"/>
                  </a:cubicBezTo>
                  <a:cubicBezTo>
                    <a:pt x="9904" y="4613"/>
                    <a:pt x="9851" y="2448"/>
                    <a:pt x="8512" y="1085"/>
                  </a:cubicBezTo>
                  <a:cubicBezTo>
                    <a:pt x="7811" y="374"/>
                    <a:pt x="6860" y="0"/>
                    <a:pt x="59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3"/>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3"/>
            <p:cNvSpPr/>
            <p:nvPr/>
          </p:nvSpPr>
          <p:spPr>
            <a:xfrm>
              <a:off x="1909908" y="173210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3"/>
            <p:cNvSpPr/>
            <p:nvPr/>
          </p:nvSpPr>
          <p:spPr>
            <a:xfrm>
              <a:off x="2015190" y="1784190"/>
              <a:ext cx="26" cy="26"/>
            </a:xfrm>
            <a:custGeom>
              <a:rect b="b" l="l" r="r" t="t"/>
              <a:pathLst>
                <a:path extrusionOk="0" h="1" w="1">
                  <a:moveTo>
                    <a:pt x="0" y="0"/>
                  </a:move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3"/>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3"/>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3"/>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3"/>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3"/>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3"/>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3"/>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3"/>
            <p:cNvSpPr/>
            <p:nvPr/>
          </p:nvSpPr>
          <p:spPr>
            <a:xfrm>
              <a:off x="2015059"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3"/>
            <p:cNvSpPr/>
            <p:nvPr/>
          </p:nvSpPr>
          <p:spPr>
            <a:xfrm>
              <a:off x="2015190"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3"/>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3"/>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3"/>
            <p:cNvSpPr/>
            <p:nvPr/>
          </p:nvSpPr>
          <p:spPr>
            <a:xfrm>
              <a:off x="1804731" y="1558665"/>
              <a:ext cx="80782" cy="74808"/>
            </a:xfrm>
            <a:custGeom>
              <a:rect b="b" l="l" r="r" t="t"/>
              <a:pathLst>
                <a:path extrusionOk="0" h="2855" w="3083">
                  <a:moveTo>
                    <a:pt x="1551" y="417"/>
                  </a:moveTo>
                  <a:cubicBezTo>
                    <a:pt x="1600" y="417"/>
                    <a:pt x="1650" y="420"/>
                    <a:pt x="1700" y="428"/>
                  </a:cubicBezTo>
                  <a:cubicBezTo>
                    <a:pt x="2502" y="548"/>
                    <a:pt x="2843" y="1522"/>
                    <a:pt x="2286" y="2117"/>
                  </a:cubicBezTo>
                  <a:cubicBezTo>
                    <a:pt x="2080" y="2337"/>
                    <a:pt x="1815" y="2439"/>
                    <a:pt x="1553" y="2439"/>
                  </a:cubicBezTo>
                  <a:cubicBezTo>
                    <a:pt x="1107" y="2439"/>
                    <a:pt x="672" y="2144"/>
                    <a:pt x="563" y="1642"/>
                  </a:cubicBezTo>
                  <a:cubicBezTo>
                    <a:pt x="425" y="1000"/>
                    <a:pt x="919" y="417"/>
                    <a:pt x="1551" y="417"/>
                  </a:cubicBezTo>
                  <a:close/>
                  <a:moveTo>
                    <a:pt x="1557" y="1"/>
                  </a:moveTo>
                  <a:cubicBezTo>
                    <a:pt x="747" y="1"/>
                    <a:pt x="1" y="712"/>
                    <a:pt x="145" y="1647"/>
                  </a:cubicBezTo>
                  <a:cubicBezTo>
                    <a:pt x="253" y="2347"/>
                    <a:pt x="856" y="2854"/>
                    <a:pt x="1554" y="2854"/>
                  </a:cubicBezTo>
                  <a:cubicBezTo>
                    <a:pt x="1602" y="2854"/>
                    <a:pt x="1651" y="2852"/>
                    <a:pt x="1700" y="2847"/>
                  </a:cubicBezTo>
                  <a:cubicBezTo>
                    <a:pt x="2277" y="2784"/>
                    <a:pt x="2761" y="2381"/>
                    <a:pt x="2920" y="1820"/>
                  </a:cubicBezTo>
                  <a:cubicBezTo>
                    <a:pt x="3083" y="1258"/>
                    <a:pt x="2881" y="658"/>
                    <a:pt x="2421" y="303"/>
                  </a:cubicBezTo>
                  <a:cubicBezTo>
                    <a:pt x="2150" y="94"/>
                    <a:pt x="1849" y="1"/>
                    <a:pt x="15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83"/>
            <p:cNvSpPr/>
            <p:nvPr/>
          </p:nvSpPr>
          <p:spPr>
            <a:xfrm>
              <a:off x="1750151" y="1702229"/>
              <a:ext cx="104181" cy="163477"/>
            </a:xfrm>
            <a:custGeom>
              <a:rect b="b" l="l" r="r" t="t"/>
              <a:pathLst>
                <a:path extrusionOk="0" h="6239" w="3976">
                  <a:moveTo>
                    <a:pt x="207" y="1"/>
                  </a:moveTo>
                  <a:cubicBezTo>
                    <a:pt x="104" y="1"/>
                    <a:pt x="1" y="70"/>
                    <a:pt x="1" y="210"/>
                  </a:cubicBezTo>
                  <a:lnTo>
                    <a:pt x="1" y="5490"/>
                  </a:lnTo>
                  <a:cubicBezTo>
                    <a:pt x="1" y="5903"/>
                    <a:pt x="337" y="6239"/>
                    <a:pt x="750" y="6239"/>
                  </a:cubicBezTo>
                  <a:lnTo>
                    <a:pt x="3702" y="6239"/>
                  </a:lnTo>
                  <a:cubicBezTo>
                    <a:pt x="3975" y="6239"/>
                    <a:pt x="3975" y="5826"/>
                    <a:pt x="3702" y="5826"/>
                  </a:cubicBezTo>
                  <a:lnTo>
                    <a:pt x="750" y="5826"/>
                  </a:lnTo>
                  <a:cubicBezTo>
                    <a:pt x="562" y="5826"/>
                    <a:pt x="414" y="5677"/>
                    <a:pt x="414" y="5490"/>
                  </a:cubicBezTo>
                  <a:lnTo>
                    <a:pt x="414" y="2461"/>
                  </a:lnTo>
                  <a:lnTo>
                    <a:pt x="956" y="2461"/>
                  </a:lnTo>
                  <a:cubicBezTo>
                    <a:pt x="1230" y="2461"/>
                    <a:pt x="1230" y="2043"/>
                    <a:pt x="956" y="2043"/>
                  </a:cubicBezTo>
                  <a:lnTo>
                    <a:pt x="414" y="2043"/>
                  </a:lnTo>
                  <a:lnTo>
                    <a:pt x="414" y="210"/>
                  </a:lnTo>
                  <a:cubicBezTo>
                    <a:pt x="414"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3"/>
            <p:cNvSpPr/>
            <p:nvPr/>
          </p:nvSpPr>
          <p:spPr>
            <a:xfrm>
              <a:off x="1785132" y="1755761"/>
              <a:ext cx="42920" cy="10953"/>
            </a:xfrm>
            <a:custGeom>
              <a:rect b="b" l="l" r="r" t="t"/>
              <a:pathLst>
                <a:path extrusionOk="0" h="418" w="1638">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3"/>
            <p:cNvSpPr/>
            <p:nvPr/>
          </p:nvSpPr>
          <p:spPr>
            <a:xfrm>
              <a:off x="1830672" y="1755761"/>
              <a:ext cx="42893" cy="10953"/>
            </a:xfrm>
            <a:custGeom>
              <a:rect b="b" l="l" r="r" t="t"/>
              <a:pathLst>
                <a:path extrusionOk="0" h="418" w="1637">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4" name="Google Shape;14984;p83"/>
          <p:cNvGrpSpPr/>
          <p:nvPr/>
        </p:nvGrpSpPr>
        <p:grpSpPr>
          <a:xfrm>
            <a:off x="1879330" y="4298346"/>
            <a:ext cx="379884" cy="329182"/>
            <a:chOff x="1879330" y="4298346"/>
            <a:chExt cx="379884" cy="329182"/>
          </a:xfrm>
        </p:grpSpPr>
        <p:sp>
          <p:nvSpPr>
            <p:cNvPr id="14985" name="Google Shape;14985;p83"/>
            <p:cNvSpPr/>
            <p:nvPr/>
          </p:nvSpPr>
          <p:spPr>
            <a:xfrm>
              <a:off x="1880850" y="4403366"/>
              <a:ext cx="223272" cy="214913"/>
            </a:xfrm>
            <a:custGeom>
              <a:rect b="b" l="l" r="r" t="t"/>
              <a:pathLst>
                <a:path extrusionOk="0" h="8202" w="8521">
                  <a:moveTo>
                    <a:pt x="4421" y="1"/>
                  </a:moveTo>
                  <a:cubicBezTo>
                    <a:pt x="2765" y="1"/>
                    <a:pt x="1272" y="999"/>
                    <a:pt x="634"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1" y="4100"/>
                  </a:cubicBezTo>
                  <a:cubicBezTo>
                    <a:pt x="8521" y="1839"/>
                    <a:pt x="6687" y="1"/>
                    <a:pt x="442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3"/>
            <p:cNvSpPr/>
            <p:nvPr/>
          </p:nvSpPr>
          <p:spPr>
            <a:xfrm>
              <a:off x="2020718" y="4403366"/>
              <a:ext cx="223403" cy="214913"/>
            </a:xfrm>
            <a:custGeom>
              <a:rect b="b" l="l" r="r" t="t"/>
              <a:pathLst>
                <a:path extrusionOk="0" h="8202" w="8526">
                  <a:moveTo>
                    <a:pt x="4426" y="1"/>
                  </a:moveTo>
                  <a:cubicBezTo>
                    <a:pt x="2765" y="1"/>
                    <a:pt x="1272" y="999"/>
                    <a:pt x="639"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5" y="4100"/>
                  </a:cubicBezTo>
                  <a:cubicBezTo>
                    <a:pt x="8525" y="1839"/>
                    <a:pt x="6687" y="1"/>
                    <a:pt x="4426"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3"/>
            <p:cNvSpPr/>
            <p:nvPr/>
          </p:nvSpPr>
          <p:spPr>
            <a:xfrm>
              <a:off x="2034291" y="4543366"/>
              <a:ext cx="64930" cy="49077"/>
            </a:xfrm>
            <a:custGeom>
              <a:rect b="b" l="l" r="r" t="t"/>
              <a:pathLst>
                <a:path extrusionOk="0" h="1873" w="2478">
                  <a:moveTo>
                    <a:pt x="1" y="1"/>
                  </a:moveTo>
                  <a:cubicBezTo>
                    <a:pt x="231" y="725"/>
                    <a:pt x="658" y="1373"/>
                    <a:pt x="1239" y="1873"/>
                  </a:cubicBezTo>
                  <a:cubicBezTo>
                    <a:pt x="1815" y="1373"/>
                    <a:pt x="2247" y="725"/>
                    <a:pt x="2478" y="1"/>
                  </a:cubicBezTo>
                  <a:lnTo>
                    <a:pt x="2478" y="1"/>
                  </a:lnTo>
                  <a:cubicBezTo>
                    <a:pt x="2074" y="128"/>
                    <a:pt x="1657" y="191"/>
                    <a:pt x="1239" y="191"/>
                  </a:cubicBezTo>
                  <a:cubicBezTo>
                    <a:pt x="822" y="191"/>
                    <a:pt x="404" y="128"/>
                    <a:pt x="1"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3"/>
            <p:cNvSpPr/>
            <p:nvPr/>
          </p:nvSpPr>
          <p:spPr>
            <a:xfrm>
              <a:off x="1950784" y="4333458"/>
              <a:ext cx="223403" cy="214887"/>
            </a:xfrm>
            <a:custGeom>
              <a:rect b="b" l="l" r="r" t="t"/>
              <a:pathLst>
                <a:path extrusionOk="0" h="8201" w="8526">
                  <a:moveTo>
                    <a:pt x="4426" y="0"/>
                  </a:moveTo>
                  <a:cubicBezTo>
                    <a:pt x="2765" y="0"/>
                    <a:pt x="1272" y="998"/>
                    <a:pt x="639" y="2535"/>
                  </a:cubicBezTo>
                  <a:cubicBezTo>
                    <a:pt x="0" y="4066"/>
                    <a:pt x="351" y="5828"/>
                    <a:pt x="1527" y="6999"/>
                  </a:cubicBezTo>
                  <a:cubicBezTo>
                    <a:pt x="2310" y="7782"/>
                    <a:pt x="3358" y="8201"/>
                    <a:pt x="4424" y="8201"/>
                  </a:cubicBezTo>
                  <a:cubicBezTo>
                    <a:pt x="4952" y="8201"/>
                    <a:pt x="5484" y="8098"/>
                    <a:pt x="5991" y="7887"/>
                  </a:cubicBezTo>
                  <a:cubicBezTo>
                    <a:pt x="7522" y="7253"/>
                    <a:pt x="8521" y="5760"/>
                    <a:pt x="8526" y="4099"/>
                  </a:cubicBezTo>
                  <a:cubicBezTo>
                    <a:pt x="8526" y="1839"/>
                    <a:pt x="6687" y="0"/>
                    <a:pt x="4426"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3"/>
            <p:cNvSpPr/>
            <p:nvPr/>
          </p:nvSpPr>
          <p:spPr>
            <a:xfrm>
              <a:off x="2021216" y="4429280"/>
              <a:ext cx="83036" cy="119012"/>
            </a:xfrm>
            <a:custGeom>
              <a:rect b="b" l="l" r="r" t="t"/>
              <a:pathLst>
                <a:path extrusionOk="0" h="4542" w="3169">
                  <a:moveTo>
                    <a:pt x="1733" y="1"/>
                  </a:moveTo>
                  <a:cubicBezTo>
                    <a:pt x="490" y="1071"/>
                    <a:pt x="0" y="2785"/>
                    <a:pt x="495" y="4355"/>
                  </a:cubicBezTo>
                  <a:cubicBezTo>
                    <a:pt x="898" y="4479"/>
                    <a:pt x="1317" y="4542"/>
                    <a:pt x="1736" y="4542"/>
                  </a:cubicBezTo>
                  <a:cubicBezTo>
                    <a:pt x="2155" y="4542"/>
                    <a:pt x="2573" y="4479"/>
                    <a:pt x="2977" y="4355"/>
                  </a:cubicBezTo>
                  <a:cubicBezTo>
                    <a:pt x="3101" y="3951"/>
                    <a:pt x="3164" y="3534"/>
                    <a:pt x="3164" y="3111"/>
                  </a:cubicBezTo>
                  <a:cubicBezTo>
                    <a:pt x="3169" y="1916"/>
                    <a:pt x="2645" y="778"/>
                    <a:pt x="173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3"/>
            <p:cNvSpPr/>
            <p:nvPr/>
          </p:nvSpPr>
          <p:spPr>
            <a:xfrm>
              <a:off x="1946382" y="4403418"/>
              <a:ext cx="120269" cy="139974"/>
            </a:xfrm>
            <a:custGeom>
              <a:rect b="b" l="l" r="r" t="t"/>
              <a:pathLst>
                <a:path extrusionOk="0" h="5342" w="4590">
                  <a:moveTo>
                    <a:pt x="1918" y="0"/>
                  </a:moveTo>
                  <a:cubicBezTo>
                    <a:pt x="1504" y="0"/>
                    <a:pt x="1087" y="63"/>
                    <a:pt x="682" y="191"/>
                  </a:cubicBezTo>
                  <a:cubicBezTo>
                    <a:pt x="0" y="2351"/>
                    <a:pt x="1196" y="4655"/>
                    <a:pt x="3351" y="5342"/>
                  </a:cubicBezTo>
                  <a:cubicBezTo>
                    <a:pt x="3226" y="4938"/>
                    <a:pt x="3159" y="4521"/>
                    <a:pt x="3164" y="4098"/>
                  </a:cubicBezTo>
                  <a:cubicBezTo>
                    <a:pt x="3159" y="2903"/>
                    <a:pt x="3682" y="1765"/>
                    <a:pt x="4589" y="988"/>
                  </a:cubicBezTo>
                  <a:cubicBezTo>
                    <a:pt x="3836" y="342"/>
                    <a:pt x="2885" y="0"/>
                    <a:pt x="191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3"/>
            <p:cNvSpPr/>
            <p:nvPr/>
          </p:nvSpPr>
          <p:spPr>
            <a:xfrm>
              <a:off x="2066756" y="4403418"/>
              <a:ext cx="107430" cy="139974"/>
            </a:xfrm>
            <a:custGeom>
              <a:rect b="b" l="l" r="r" t="t"/>
              <a:pathLst>
                <a:path extrusionOk="0" h="5342" w="4100">
                  <a:moveTo>
                    <a:pt x="2672" y="0"/>
                  </a:moveTo>
                  <a:cubicBezTo>
                    <a:pt x="1704" y="0"/>
                    <a:pt x="753" y="342"/>
                    <a:pt x="0" y="988"/>
                  </a:cubicBezTo>
                  <a:cubicBezTo>
                    <a:pt x="1248" y="2063"/>
                    <a:pt x="1733" y="3772"/>
                    <a:pt x="1239" y="5342"/>
                  </a:cubicBezTo>
                  <a:cubicBezTo>
                    <a:pt x="2943" y="4799"/>
                    <a:pt x="4100" y="3215"/>
                    <a:pt x="4100" y="1429"/>
                  </a:cubicBezTo>
                  <a:cubicBezTo>
                    <a:pt x="4100" y="1012"/>
                    <a:pt x="4032" y="594"/>
                    <a:pt x="3908" y="191"/>
                  </a:cubicBezTo>
                  <a:cubicBezTo>
                    <a:pt x="3502" y="63"/>
                    <a:pt x="3085" y="0"/>
                    <a:pt x="2672" y="0"/>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3"/>
            <p:cNvSpPr/>
            <p:nvPr/>
          </p:nvSpPr>
          <p:spPr>
            <a:xfrm>
              <a:off x="2014037" y="4303770"/>
              <a:ext cx="91971" cy="78765"/>
            </a:xfrm>
            <a:custGeom>
              <a:rect b="b" l="l" r="r" t="t"/>
              <a:pathLst>
                <a:path extrusionOk="0" h="3006" w="3510">
                  <a:moveTo>
                    <a:pt x="2007" y="0"/>
                  </a:moveTo>
                  <a:cubicBezTo>
                    <a:pt x="673" y="0"/>
                    <a:pt x="1" y="1618"/>
                    <a:pt x="946" y="2564"/>
                  </a:cubicBezTo>
                  <a:cubicBezTo>
                    <a:pt x="1252" y="2869"/>
                    <a:pt x="1628" y="3006"/>
                    <a:pt x="1996" y="3006"/>
                  </a:cubicBezTo>
                  <a:cubicBezTo>
                    <a:pt x="2769" y="3006"/>
                    <a:pt x="3510" y="2406"/>
                    <a:pt x="3510" y="1503"/>
                  </a:cubicBezTo>
                  <a:cubicBezTo>
                    <a:pt x="3510" y="672"/>
                    <a:pt x="2838" y="0"/>
                    <a:pt x="20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3"/>
            <p:cNvSpPr/>
            <p:nvPr/>
          </p:nvSpPr>
          <p:spPr>
            <a:xfrm>
              <a:off x="2058817" y="4303875"/>
              <a:ext cx="47191" cy="78529"/>
            </a:xfrm>
            <a:custGeom>
              <a:rect b="b" l="l" r="r" t="t"/>
              <a:pathLst>
                <a:path extrusionOk="0" h="2997" w="1801">
                  <a:moveTo>
                    <a:pt x="298" y="1"/>
                  </a:moveTo>
                  <a:cubicBezTo>
                    <a:pt x="198" y="1"/>
                    <a:pt x="97" y="11"/>
                    <a:pt x="1" y="35"/>
                  </a:cubicBezTo>
                  <a:cubicBezTo>
                    <a:pt x="692" y="179"/>
                    <a:pt x="1191" y="793"/>
                    <a:pt x="1191" y="1499"/>
                  </a:cubicBezTo>
                  <a:cubicBezTo>
                    <a:pt x="1191" y="2209"/>
                    <a:pt x="692" y="2824"/>
                    <a:pt x="1" y="2968"/>
                  </a:cubicBezTo>
                  <a:cubicBezTo>
                    <a:pt x="97" y="2987"/>
                    <a:pt x="198" y="2996"/>
                    <a:pt x="298" y="2996"/>
                  </a:cubicBezTo>
                  <a:cubicBezTo>
                    <a:pt x="1129" y="2996"/>
                    <a:pt x="1801" y="2324"/>
                    <a:pt x="1801" y="1499"/>
                  </a:cubicBezTo>
                  <a:cubicBezTo>
                    <a:pt x="1796" y="673"/>
                    <a:pt x="1124" y="1"/>
                    <a:pt x="298"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3"/>
            <p:cNvSpPr/>
            <p:nvPr/>
          </p:nvSpPr>
          <p:spPr>
            <a:xfrm>
              <a:off x="2178824" y="4524526"/>
              <a:ext cx="25050" cy="21879"/>
            </a:xfrm>
            <a:custGeom>
              <a:rect b="b" l="l" r="r" t="t"/>
              <a:pathLst>
                <a:path extrusionOk="0" h="835" w="956">
                  <a:moveTo>
                    <a:pt x="478" y="1"/>
                  </a:moveTo>
                  <a:cubicBezTo>
                    <a:pt x="429" y="1"/>
                    <a:pt x="379" y="26"/>
                    <a:pt x="355" y="76"/>
                  </a:cubicBezTo>
                  <a:lnTo>
                    <a:pt x="0" y="835"/>
                  </a:lnTo>
                  <a:lnTo>
                    <a:pt x="955" y="835"/>
                  </a:lnTo>
                  <a:lnTo>
                    <a:pt x="605" y="76"/>
                  </a:lnTo>
                  <a:cubicBezTo>
                    <a:pt x="579" y="26"/>
                    <a:pt x="528" y="1"/>
                    <a:pt x="47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3"/>
            <p:cNvSpPr/>
            <p:nvPr/>
          </p:nvSpPr>
          <p:spPr>
            <a:xfrm>
              <a:off x="2175156" y="4545122"/>
              <a:ext cx="32491" cy="77140"/>
            </a:xfrm>
            <a:custGeom>
              <a:rect b="b" l="l" r="r" t="t"/>
              <a:pathLst>
                <a:path extrusionOk="0" h="2944" w="1240">
                  <a:moveTo>
                    <a:pt x="275" y="1"/>
                  </a:moveTo>
                  <a:cubicBezTo>
                    <a:pt x="121" y="1"/>
                    <a:pt x="1" y="126"/>
                    <a:pt x="1" y="274"/>
                  </a:cubicBezTo>
                  <a:lnTo>
                    <a:pt x="1" y="2670"/>
                  </a:lnTo>
                  <a:cubicBezTo>
                    <a:pt x="1" y="2819"/>
                    <a:pt x="121" y="2943"/>
                    <a:pt x="275" y="2943"/>
                  </a:cubicBezTo>
                  <a:lnTo>
                    <a:pt x="966" y="2943"/>
                  </a:lnTo>
                  <a:cubicBezTo>
                    <a:pt x="1115" y="2943"/>
                    <a:pt x="1239" y="2819"/>
                    <a:pt x="1239" y="2670"/>
                  </a:cubicBezTo>
                  <a:lnTo>
                    <a:pt x="1239" y="274"/>
                  </a:lnTo>
                  <a:cubicBezTo>
                    <a:pt x="1239" y="126"/>
                    <a:pt x="1115" y="1"/>
                    <a:pt x="966"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3"/>
            <p:cNvSpPr/>
            <p:nvPr/>
          </p:nvSpPr>
          <p:spPr>
            <a:xfrm>
              <a:off x="2191402" y="4545122"/>
              <a:ext cx="16246" cy="77140"/>
            </a:xfrm>
            <a:custGeom>
              <a:rect b="b" l="l" r="r" t="t"/>
              <a:pathLst>
                <a:path extrusionOk="0" h="2944" w="620">
                  <a:moveTo>
                    <a:pt x="0" y="1"/>
                  </a:moveTo>
                  <a:lnTo>
                    <a:pt x="0" y="2943"/>
                  </a:lnTo>
                  <a:lnTo>
                    <a:pt x="346" y="2943"/>
                  </a:lnTo>
                  <a:cubicBezTo>
                    <a:pt x="495" y="2943"/>
                    <a:pt x="619" y="2819"/>
                    <a:pt x="619" y="2670"/>
                  </a:cubicBezTo>
                  <a:lnTo>
                    <a:pt x="619" y="274"/>
                  </a:lnTo>
                  <a:cubicBezTo>
                    <a:pt x="619" y="126"/>
                    <a:pt x="495" y="1"/>
                    <a:pt x="346" y="1"/>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3"/>
            <p:cNvSpPr/>
            <p:nvPr/>
          </p:nvSpPr>
          <p:spPr>
            <a:xfrm>
              <a:off x="2175156" y="4603370"/>
              <a:ext cx="32491" cy="18892"/>
            </a:xfrm>
            <a:custGeom>
              <a:rect b="b" l="l" r="r" t="t"/>
              <a:pathLst>
                <a:path extrusionOk="0" h="721" w="1240">
                  <a:moveTo>
                    <a:pt x="1" y="0"/>
                  </a:moveTo>
                  <a:lnTo>
                    <a:pt x="1" y="447"/>
                  </a:lnTo>
                  <a:cubicBezTo>
                    <a:pt x="1" y="596"/>
                    <a:pt x="121" y="720"/>
                    <a:pt x="275" y="720"/>
                  </a:cubicBezTo>
                  <a:lnTo>
                    <a:pt x="966" y="720"/>
                  </a:lnTo>
                  <a:cubicBezTo>
                    <a:pt x="1115" y="720"/>
                    <a:pt x="1239" y="596"/>
                    <a:pt x="1239" y="447"/>
                  </a:cubicBezTo>
                  <a:lnTo>
                    <a:pt x="1239"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3"/>
            <p:cNvSpPr/>
            <p:nvPr/>
          </p:nvSpPr>
          <p:spPr>
            <a:xfrm>
              <a:off x="1916826" y="4519338"/>
              <a:ext cx="78241" cy="76380"/>
            </a:xfrm>
            <a:custGeom>
              <a:rect b="b" l="l" r="r" t="t"/>
              <a:pathLst>
                <a:path extrusionOk="0" h="2915" w="2986">
                  <a:moveTo>
                    <a:pt x="1488" y="1"/>
                  </a:moveTo>
                  <a:cubicBezTo>
                    <a:pt x="533" y="6"/>
                    <a:pt x="0" y="1100"/>
                    <a:pt x="581" y="1858"/>
                  </a:cubicBezTo>
                  <a:cubicBezTo>
                    <a:pt x="821" y="2166"/>
                    <a:pt x="970" y="2530"/>
                    <a:pt x="1018" y="2915"/>
                  </a:cubicBezTo>
                  <a:lnTo>
                    <a:pt x="1968" y="2915"/>
                  </a:lnTo>
                  <a:cubicBezTo>
                    <a:pt x="2016" y="2526"/>
                    <a:pt x="2170" y="2161"/>
                    <a:pt x="2410" y="1849"/>
                  </a:cubicBezTo>
                  <a:cubicBezTo>
                    <a:pt x="2986" y="1090"/>
                    <a:pt x="2444" y="1"/>
                    <a:pt x="1488"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3"/>
            <p:cNvSpPr/>
            <p:nvPr/>
          </p:nvSpPr>
          <p:spPr>
            <a:xfrm>
              <a:off x="1949264" y="4519391"/>
              <a:ext cx="36762" cy="76328"/>
            </a:xfrm>
            <a:custGeom>
              <a:rect b="b" l="l" r="r" t="t"/>
              <a:pathLst>
                <a:path extrusionOk="0" h="2913" w="1403">
                  <a:moveTo>
                    <a:pt x="250" y="0"/>
                  </a:moveTo>
                  <a:cubicBezTo>
                    <a:pt x="168" y="0"/>
                    <a:pt x="85" y="9"/>
                    <a:pt x="1" y="28"/>
                  </a:cubicBezTo>
                  <a:cubicBezTo>
                    <a:pt x="817" y="215"/>
                    <a:pt x="1167" y="1184"/>
                    <a:pt x="658" y="1847"/>
                  </a:cubicBezTo>
                  <a:cubicBezTo>
                    <a:pt x="418" y="2159"/>
                    <a:pt x="269" y="2524"/>
                    <a:pt x="221" y="2913"/>
                  </a:cubicBezTo>
                  <a:lnTo>
                    <a:pt x="730" y="2913"/>
                  </a:lnTo>
                  <a:cubicBezTo>
                    <a:pt x="778" y="2524"/>
                    <a:pt x="927" y="2159"/>
                    <a:pt x="1167" y="1847"/>
                  </a:cubicBezTo>
                  <a:cubicBezTo>
                    <a:pt x="1321" y="1650"/>
                    <a:pt x="1402" y="1405"/>
                    <a:pt x="1402" y="1151"/>
                  </a:cubicBezTo>
                  <a:cubicBezTo>
                    <a:pt x="1402" y="503"/>
                    <a:pt x="868" y="0"/>
                    <a:pt x="250"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3"/>
            <p:cNvSpPr/>
            <p:nvPr/>
          </p:nvSpPr>
          <p:spPr>
            <a:xfrm>
              <a:off x="1939071" y="4594801"/>
              <a:ext cx="33618" cy="27460"/>
            </a:xfrm>
            <a:custGeom>
              <a:rect b="b" l="l" r="r" t="t"/>
              <a:pathLst>
                <a:path extrusionOk="0" h="1048" w="1283">
                  <a:moveTo>
                    <a:pt x="174" y="1"/>
                  </a:moveTo>
                  <a:cubicBezTo>
                    <a:pt x="78" y="1"/>
                    <a:pt x="1" y="78"/>
                    <a:pt x="1" y="174"/>
                  </a:cubicBezTo>
                  <a:lnTo>
                    <a:pt x="1" y="875"/>
                  </a:lnTo>
                  <a:cubicBezTo>
                    <a:pt x="1" y="971"/>
                    <a:pt x="78" y="1047"/>
                    <a:pt x="174" y="1047"/>
                  </a:cubicBezTo>
                  <a:lnTo>
                    <a:pt x="1115" y="1047"/>
                  </a:lnTo>
                  <a:cubicBezTo>
                    <a:pt x="1206" y="1043"/>
                    <a:pt x="1283" y="971"/>
                    <a:pt x="1283" y="875"/>
                  </a:cubicBezTo>
                  <a:lnTo>
                    <a:pt x="1283" y="174"/>
                  </a:lnTo>
                  <a:cubicBezTo>
                    <a:pt x="1283" y="78"/>
                    <a:pt x="1206" y="1"/>
                    <a:pt x="1115" y="1"/>
                  </a:cubicBezTo>
                  <a:close/>
                </a:path>
              </a:pathLst>
            </a:custGeom>
            <a:solidFill>
              <a:srgbClr val="D4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3"/>
            <p:cNvSpPr/>
            <p:nvPr/>
          </p:nvSpPr>
          <p:spPr>
            <a:xfrm>
              <a:off x="1879330" y="4298346"/>
              <a:ext cx="379884" cy="329182"/>
            </a:xfrm>
            <a:custGeom>
              <a:rect b="b" l="l" r="r" t="t"/>
              <a:pathLst>
                <a:path extrusionOk="0" h="12563" w="14498">
                  <a:moveTo>
                    <a:pt x="7153" y="414"/>
                  </a:moveTo>
                  <a:cubicBezTo>
                    <a:pt x="8305" y="414"/>
                    <a:pt x="8881" y="1810"/>
                    <a:pt x="8065" y="2622"/>
                  </a:cubicBezTo>
                  <a:cubicBezTo>
                    <a:pt x="7801" y="2886"/>
                    <a:pt x="7476" y="3004"/>
                    <a:pt x="7158" y="3004"/>
                  </a:cubicBezTo>
                  <a:cubicBezTo>
                    <a:pt x="6494" y="3004"/>
                    <a:pt x="5857" y="2489"/>
                    <a:pt x="5857" y="1710"/>
                  </a:cubicBezTo>
                  <a:cubicBezTo>
                    <a:pt x="5857" y="994"/>
                    <a:pt x="6438" y="418"/>
                    <a:pt x="7153" y="414"/>
                  </a:cubicBezTo>
                  <a:close/>
                  <a:moveTo>
                    <a:pt x="9823" y="4212"/>
                  </a:moveTo>
                  <a:cubicBezTo>
                    <a:pt x="10182" y="4212"/>
                    <a:pt x="10544" y="4262"/>
                    <a:pt x="10897" y="4364"/>
                  </a:cubicBezTo>
                  <a:cubicBezTo>
                    <a:pt x="10998" y="4715"/>
                    <a:pt x="11046" y="5075"/>
                    <a:pt x="11046" y="5439"/>
                  </a:cubicBezTo>
                  <a:cubicBezTo>
                    <a:pt x="11046" y="7000"/>
                    <a:pt x="10120" y="8406"/>
                    <a:pt x="8689" y="9020"/>
                  </a:cubicBezTo>
                  <a:cubicBezTo>
                    <a:pt x="8944" y="7840"/>
                    <a:pt x="8694" y="6611"/>
                    <a:pt x="7998" y="5627"/>
                  </a:cubicBezTo>
                  <a:cubicBezTo>
                    <a:pt x="7840" y="5401"/>
                    <a:pt x="7662" y="5195"/>
                    <a:pt x="7465" y="5007"/>
                  </a:cubicBezTo>
                  <a:cubicBezTo>
                    <a:pt x="8151" y="4486"/>
                    <a:pt x="8981" y="4212"/>
                    <a:pt x="9823" y="4212"/>
                  </a:cubicBezTo>
                  <a:close/>
                  <a:moveTo>
                    <a:pt x="11910" y="8934"/>
                  </a:moveTo>
                  <a:lnTo>
                    <a:pt x="12045" y="9217"/>
                  </a:lnTo>
                  <a:lnTo>
                    <a:pt x="11776" y="9217"/>
                  </a:lnTo>
                  <a:lnTo>
                    <a:pt x="11910" y="8934"/>
                  </a:lnTo>
                  <a:close/>
                  <a:moveTo>
                    <a:pt x="7153" y="5276"/>
                  </a:moveTo>
                  <a:cubicBezTo>
                    <a:pt x="7340" y="5454"/>
                    <a:pt x="7513" y="5651"/>
                    <a:pt x="7662" y="5862"/>
                  </a:cubicBezTo>
                  <a:cubicBezTo>
                    <a:pt x="8344" y="6827"/>
                    <a:pt x="8550" y="8051"/>
                    <a:pt x="8224" y="9184"/>
                  </a:cubicBezTo>
                  <a:cubicBezTo>
                    <a:pt x="7873" y="9284"/>
                    <a:pt x="7512" y="9335"/>
                    <a:pt x="7150" y="9335"/>
                  </a:cubicBezTo>
                  <a:cubicBezTo>
                    <a:pt x="6788" y="9335"/>
                    <a:pt x="6426" y="9284"/>
                    <a:pt x="6073" y="9184"/>
                  </a:cubicBezTo>
                  <a:cubicBezTo>
                    <a:pt x="5977" y="8833"/>
                    <a:pt x="5924" y="8473"/>
                    <a:pt x="5924" y="8108"/>
                  </a:cubicBezTo>
                  <a:cubicBezTo>
                    <a:pt x="5924" y="7038"/>
                    <a:pt x="6371" y="6011"/>
                    <a:pt x="7153" y="5276"/>
                  </a:cubicBezTo>
                  <a:close/>
                  <a:moveTo>
                    <a:pt x="6241" y="9644"/>
                  </a:moveTo>
                  <a:cubicBezTo>
                    <a:pt x="6541" y="9709"/>
                    <a:pt x="6846" y="9742"/>
                    <a:pt x="7151" y="9742"/>
                  </a:cubicBezTo>
                  <a:cubicBezTo>
                    <a:pt x="7456" y="9742"/>
                    <a:pt x="7760" y="9709"/>
                    <a:pt x="8060" y="9644"/>
                  </a:cubicBezTo>
                  <a:lnTo>
                    <a:pt x="8060" y="9644"/>
                  </a:lnTo>
                  <a:cubicBezTo>
                    <a:pt x="7849" y="10134"/>
                    <a:pt x="7537" y="10580"/>
                    <a:pt x="7148" y="10945"/>
                  </a:cubicBezTo>
                  <a:cubicBezTo>
                    <a:pt x="6760" y="10580"/>
                    <a:pt x="6452" y="10134"/>
                    <a:pt x="6241" y="9644"/>
                  </a:cubicBezTo>
                  <a:close/>
                  <a:moveTo>
                    <a:pt x="2925" y="8640"/>
                  </a:moveTo>
                  <a:cubicBezTo>
                    <a:pt x="3702" y="8640"/>
                    <a:pt x="4153" y="9533"/>
                    <a:pt x="3678" y="10163"/>
                  </a:cubicBezTo>
                  <a:cubicBezTo>
                    <a:pt x="3462" y="10441"/>
                    <a:pt x="3308" y="10768"/>
                    <a:pt x="3231" y="11113"/>
                  </a:cubicBezTo>
                  <a:lnTo>
                    <a:pt x="2612" y="11113"/>
                  </a:lnTo>
                  <a:cubicBezTo>
                    <a:pt x="2540" y="10768"/>
                    <a:pt x="2391" y="10446"/>
                    <a:pt x="2175" y="10168"/>
                  </a:cubicBezTo>
                  <a:cubicBezTo>
                    <a:pt x="2036" y="9990"/>
                    <a:pt x="1969" y="9774"/>
                    <a:pt x="1978" y="9553"/>
                  </a:cubicBezTo>
                  <a:cubicBezTo>
                    <a:pt x="1998" y="9064"/>
                    <a:pt x="2386" y="8670"/>
                    <a:pt x="2876" y="8641"/>
                  </a:cubicBezTo>
                  <a:cubicBezTo>
                    <a:pt x="2893" y="8640"/>
                    <a:pt x="2909" y="8640"/>
                    <a:pt x="2925" y="8640"/>
                  </a:cubicBezTo>
                  <a:close/>
                  <a:moveTo>
                    <a:pt x="11709" y="9625"/>
                  </a:moveTo>
                  <a:lnTo>
                    <a:pt x="11709" y="11440"/>
                  </a:lnTo>
                  <a:lnTo>
                    <a:pt x="11497" y="11440"/>
                  </a:lnTo>
                  <a:lnTo>
                    <a:pt x="11497" y="9692"/>
                  </a:lnTo>
                  <a:cubicBezTo>
                    <a:pt x="11497" y="9654"/>
                    <a:pt x="11526" y="9625"/>
                    <a:pt x="11565" y="9625"/>
                  </a:cubicBezTo>
                  <a:close/>
                  <a:moveTo>
                    <a:pt x="12256" y="9625"/>
                  </a:moveTo>
                  <a:cubicBezTo>
                    <a:pt x="12294" y="9625"/>
                    <a:pt x="12323" y="9654"/>
                    <a:pt x="12328" y="9692"/>
                  </a:cubicBezTo>
                  <a:lnTo>
                    <a:pt x="12328" y="11440"/>
                  </a:lnTo>
                  <a:lnTo>
                    <a:pt x="12112" y="11440"/>
                  </a:lnTo>
                  <a:lnTo>
                    <a:pt x="12117" y="9625"/>
                  </a:lnTo>
                  <a:close/>
                  <a:moveTo>
                    <a:pt x="3361" y="11555"/>
                  </a:moveTo>
                  <a:lnTo>
                    <a:pt x="3361" y="11632"/>
                  </a:lnTo>
                  <a:lnTo>
                    <a:pt x="2487" y="11632"/>
                  </a:lnTo>
                  <a:lnTo>
                    <a:pt x="2487" y="11555"/>
                  </a:lnTo>
                  <a:close/>
                  <a:moveTo>
                    <a:pt x="2943" y="4527"/>
                  </a:moveTo>
                  <a:cubicBezTo>
                    <a:pt x="2482" y="6659"/>
                    <a:pt x="3687" y="8800"/>
                    <a:pt x="5751" y="9510"/>
                  </a:cubicBezTo>
                  <a:cubicBezTo>
                    <a:pt x="5972" y="10153"/>
                    <a:pt x="6342" y="10739"/>
                    <a:pt x="6832" y="11214"/>
                  </a:cubicBezTo>
                  <a:cubicBezTo>
                    <a:pt x="6155" y="11728"/>
                    <a:pt x="5329" y="12006"/>
                    <a:pt x="4479" y="12006"/>
                  </a:cubicBezTo>
                  <a:cubicBezTo>
                    <a:pt x="4244" y="12006"/>
                    <a:pt x="4004" y="11982"/>
                    <a:pt x="3769" y="11939"/>
                  </a:cubicBezTo>
                  <a:lnTo>
                    <a:pt x="3769" y="11488"/>
                  </a:lnTo>
                  <a:cubicBezTo>
                    <a:pt x="3769" y="11377"/>
                    <a:pt x="3721" y="11267"/>
                    <a:pt x="3635" y="11200"/>
                  </a:cubicBezTo>
                  <a:cubicBezTo>
                    <a:pt x="3697" y="10912"/>
                    <a:pt x="3822" y="10643"/>
                    <a:pt x="4004" y="10408"/>
                  </a:cubicBezTo>
                  <a:cubicBezTo>
                    <a:pt x="4687" y="9509"/>
                    <a:pt x="4036" y="8232"/>
                    <a:pt x="2924" y="8232"/>
                  </a:cubicBezTo>
                  <a:cubicBezTo>
                    <a:pt x="2902" y="8232"/>
                    <a:pt x="2879" y="8232"/>
                    <a:pt x="2857" y="8233"/>
                  </a:cubicBezTo>
                  <a:cubicBezTo>
                    <a:pt x="1767" y="8291"/>
                    <a:pt x="1182" y="9548"/>
                    <a:pt x="1854" y="10417"/>
                  </a:cubicBezTo>
                  <a:cubicBezTo>
                    <a:pt x="2031" y="10643"/>
                    <a:pt x="2151" y="10912"/>
                    <a:pt x="2214" y="11195"/>
                  </a:cubicBezTo>
                  <a:cubicBezTo>
                    <a:pt x="2199" y="11209"/>
                    <a:pt x="2180" y="11224"/>
                    <a:pt x="2170" y="11243"/>
                  </a:cubicBezTo>
                  <a:cubicBezTo>
                    <a:pt x="1047" y="10412"/>
                    <a:pt x="452" y="9049"/>
                    <a:pt x="610" y="7662"/>
                  </a:cubicBezTo>
                  <a:cubicBezTo>
                    <a:pt x="774" y="6275"/>
                    <a:pt x="1662" y="5079"/>
                    <a:pt x="2943" y="4527"/>
                  </a:cubicBezTo>
                  <a:close/>
                  <a:moveTo>
                    <a:pt x="12323" y="11848"/>
                  </a:moveTo>
                  <a:lnTo>
                    <a:pt x="12323" y="12088"/>
                  </a:lnTo>
                  <a:cubicBezTo>
                    <a:pt x="12323" y="12126"/>
                    <a:pt x="12294" y="12155"/>
                    <a:pt x="12256" y="12155"/>
                  </a:cubicBezTo>
                  <a:lnTo>
                    <a:pt x="11565" y="12155"/>
                  </a:lnTo>
                  <a:cubicBezTo>
                    <a:pt x="11526" y="12155"/>
                    <a:pt x="11497" y="12126"/>
                    <a:pt x="11497" y="12088"/>
                  </a:cubicBezTo>
                  <a:lnTo>
                    <a:pt x="11497" y="11848"/>
                  </a:lnTo>
                  <a:close/>
                  <a:moveTo>
                    <a:pt x="3361" y="12045"/>
                  </a:moveTo>
                  <a:lnTo>
                    <a:pt x="3361" y="12160"/>
                  </a:lnTo>
                  <a:lnTo>
                    <a:pt x="2487" y="12155"/>
                  </a:lnTo>
                  <a:lnTo>
                    <a:pt x="2487" y="12045"/>
                  </a:lnTo>
                  <a:close/>
                  <a:moveTo>
                    <a:pt x="7148" y="1"/>
                  </a:moveTo>
                  <a:cubicBezTo>
                    <a:pt x="6299" y="1"/>
                    <a:pt x="5574" y="634"/>
                    <a:pt x="5463" y="1479"/>
                  </a:cubicBezTo>
                  <a:cubicBezTo>
                    <a:pt x="4340" y="1954"/>
                    <a:pt x="3476" y="2886"/>
                    <a:pt x="3078" y="4038"/>
                  </a:cubicBezTo>
                  <a:cubicBezTo>
                    <a:pt x="1537" y="4571"/>
                    <a:pt x="428" y="5929"/>
                    <a:pt x="212" y="7547"/>
                  </a:cubicBezTo>
                  <a:cubicBezTo>
                    <a:pt x="1" y="9164"/>
                    <a:pt x="721" y="10768"/>
                    <a:pt x="2074" y="11675"/>
                  </a:cubicBezTo>
                  <a:lnTo>
                    <a:pt x="2074" y="12184"/>
                  </a:lnTo>
                  <a:cubicBezTo>
                    <a:pt x="2074" y="12395"/>
                    <a:pt x="2247" y="12563"/>
                    <a:pt x="2454" y="12563"/>
                  </a:cubicBezTo>
                  <a:lnTo>
                    <a:pt x="3395" y="12563"/>
                  </a:lnTo>
                  <a:cubicBezTo>
                    <a:pt x="3539" y="12563"/>
                    <a:pt x="3668" y="12477"/>
                    <a:pt x="3731" y="12347"/>
                  </a:cubicBezTo>
                  <a:cubicBezTo>
                    <a:pt x="3980" y="12390"/>
                    <a:pt x="4230" y="12409"/>
                    <a:pt x="4479" y="12409"/>
                  </a:cubicBezTo>
                  <a:cubicBezTo>
                    <a:pt x="4486" y="12409"/>
                    <a:pt x="4493" y="12409"/>
                    <a:pt x="4500" y="12409"/>
                  </a:cubicBezTo>
                  <a:cubicBezTo>
                    <a:pt x="5463" y="12409"/>
                    <a:pt x="6395" y="12083"/>
                    <a:pt x="7148" y="11483"/>
                  </a:cubicBezTo>
                  <a:cubicBezTo>
                    <a:pt x="7772" y="11982"/>
                    <a:pt x="8531" y="12294"/>
                    <a:pt x="9323" y="12385"/>
                  </a:cubicBezTo>
                  <a:lnTo>
                    <a:pt x="9347" y="12385"/>
                  </a:lnTo>
                  <a:cubicBezTo>
                    <a:pt x="9601" y="12381"/>
                    <a:pt x="9620" y="12011"/>
                    <a:pt x="9371" y="11977"/>
                  </a:cubicBezTo>
                  <a:cubicBezTo>
                    <a:pt x="8675" y="11896"/>
                    <a:pt x="8017" y="11632"/>
                    <a:pt x="7460" y="11209"/>
                  </a:cubicBezTo>
                  <a:cubicBezTo>
                    <a:pt x="7955" y="10734"/>
                    <a:pt x="8329" y="10153"/>
                    <a:pt x="8550" y="9505"/>
                  </a:cubicBezTo>
                  <a:cubicBezTo>
                    <a:pt x="10609" y="8795"/>
                    <a:pt x="11814" y="6659"/>
                    <a:pt x="11358" y="4527"/>
                  </a:cubicBezTo>
                  <a:lnTo>
                    <a:pt x="11358" y="4527"/>
                  </a:lnTo>
                  <a:cubicBezTo>
                    <a:pt x="13797" y="5574"/>
                    <a:pt x="14498" y="8704"/>
                    <a:pt x="12731" y="10691"/>
                  </a:cubicBezTo>
                  <a:lnTo>
                    <a:pt x="12731" y="9688"/>
                  </a:lnTo>
                  <a:cubicBezTo>
                    <a:pt x="12731" y="9534"/>
                    <a:pt x="12659" y="9395"/>
                    <a:pt x="12539" y="9304"/>
                  </a:cubicBezTo>
                  <a:lnTo>
                    <a:pt x="12217" y="8627"/>
                  </a:lnTo>
                  <a:cubicBezTo>
                    <a:pt x="12157" y="8495"/>
                    <a:pt x="12034" y="8429"/>
                    <a:pt x="11910" y="8429"/>
                  </a:cubicBezTo>
                  <a:cubicBezTo>
                    <a:pt x="11787" y="8429"/>
                    <a:pt x="11663" y="8495"/>
                    <a:pt x="11603" y="8627"/>
                  </a:cubicBezTo>
                  <a:lnTo>
                    <a:pt x="11281" y="9308"/>
                  </a:lnTo>
                  <a:cubicBezTo>
                    <a:pt x="11157" y="9395"/>
                    <a:pt x="11085" y="9539"/>
                    <a:pt x="11085" y="9692"/>
                  </a:cubicBezTo>
                  <a:lnTo>
                    <a:pt x="11085" y="11790"/>
                  </a:lnTo>
                  <a:cubicBezTo>
                    <a:pt x="10806" y="11886"/>
                    <a:pt x="10513" y="11953"/>
                    <a:pt x="10216" y="11982"/>
                  </a:cubicBezTo>
                  <a:cubicBezTo>
                    <a:pt x="9953" y="12001"/>
                    <a:pt x="9971" y="12390"/>
                    <a:pt x="10235" y="12390"/>
                  </a:cubicBezTo>
                  <a:cubicBezTo>
                    <a:pt x="10236" y="12390"/>
                    <a:pt x="10238" y="12390"/>
                    <a:pt x="10240" y="12390"/>
                  </a:cubicBezTo>
                  <a:lnTo>
                    <a:pt x="10259" y="12390"/>
                  </a:lnTo>
                  <a:cubicBezTo>
                    <a:pt x="10547" y="12361"/>
                    <a:pt x="10830" y="12304"/>
                    <a:pt x="11104" y="12217"/>
                  </a:cubicBezTo>
                  <a:cubicBezTo>
                    <a:pt x="11166" y="12419"/>
                    <a:pt x="11349" y="12558"/>
                    <a:pt x="11565" y="12563"/>
                  </a:cubicBezTo>
                  <a:lnTo>
                    <a:pt x="12256" y="12563"/>
                  </a:lnTo>
                  <a:cubicBezTo>
                    <a:pt x="12520" y="12558"/>
                    <a:pt x="12731" y="12347"/>
                    <a:pt x="12731" y="12083"/>
                  </a:cubicBezTo>
                  <a:lnTo>
                    <a:pt x="12731" y="11277"/>
                  </a:lnTo>
                  <a:cubicBezTo>
                    <a:pt x="13619" y="10460"/>
                    <a:pt x="14123" y="9313"/>
                    <a:pt x="14123" y="8108"/>
                  </a:cubicBezTo>
                  <a:cubicBezTo>
                    <a:pt x="14123" y="6275"/>
                    <a:pt x="12957" y="4643"/>
                    <a:pt x="11224" y="4043"/>
                  </a:cubicBezTo>
                  <a:cubicBezTo>
                    <a:pt x="11070" y="3601"/>
                    <a:pt x="10849" y="3188"/>
                    <a:pt x="10561" y="2819"/>
                  </a:cubicBezTo>
                  <a:cubicBezTo>
                    <a:pt x="10517" y="2760"/>
                    <a:pt x="10461" y="2736"/>
                    <a:pt x="10405" y="2736"/>
                  </a:cubicBezTo>
                  <a:cubicBezTo>
                    <a:pt x="10257" y="2736"/>
                    <a:pt x="10117" y="2911"/>
                    <a:pt x="10240" y="3068"/>
                  </a:cubicBezTo>
                  <a:cubicBezTo>
                    <a:pt x="10437" y="3327"/>
                    <a:pt x="10605" y="3606"/>
                    <a:pt x="10734" y="3908"/>
                  </a:cubicBezTo>
                  <a:cubicBezTo>
                    <a:pt x="10432" y="3842"/>
                    <a:pt x="10127" y="3810"/>
                    <a:pt x="9823" y="3810"/>
                  </a:cubicBezTo>
                  <a:cubicBezTo>
                    <a:pt x="8863" y="3810"/>
                    <a:pt x="7919" y="4133"/>
                    <a:pt x="7153" y="4739"/>
                  </a:cubicBezTo>
                  <a:cubicBezTo>
                    <a:pt x="6798" y="4460"/>
                    <a:pt x="6404" y="4235"/>
                    <a:pt x="5982" y="4076"/>
                  </a:cubicBezTo>
                  <a:cubicBezTo>
                    <a:pt x="5950" y="4062"/>
                    <a:pt x="5920" y="4056"/>
                    <a:pt x="5892" y="4056"/>
                  </a:cubicBezTo>
                  <a:cubicBezTo>
                    <a:pt x="5686" y="4056"/>
                    <a:pt x="5593" y="4388"/>
                    <a:pt x="5838" y="4460"/>
                  </a:cubicBezTo>
                  <a:cubicBezTo>
                    <a:pt x="6198" y="4595"/>
                    <a:pt x="6534" y="4782"/>
                    <a:pt x="6841" y="5012"/>
                  </a:cubicBezTo>
                  <a:cubicBezTo>
                    <a:pt x="5766" y="6044"/>
                    <a:pt x="5300" y="7561"/>
                    <a:pt x="5612" y="9020"/>
                  </a:cubicBezTo>
                  <a:cubicBezTo>
                    <a:pt x="3807" y="8248"/>
                    <a:pt x="2862" y="6251"/>
                    <a:pt x="3404" y="4364"/>
                  </a:cubicBezTo>
                  <a:cubicBezTo>
                    <a:pt x="3740" y="4268"/>
                    <a:pt x="4089" y="4215"/>
                    <a:pt x="4434" y="4215"/>
                  </a:cubicBezTo>
                  <a:cubicBezTo>
                    <a:pt x="4449" y="4215"/>
                    <a:pt x="4464" y="4215"/>
                    <a:pt x="4479" y="4215"/>
                  </a:cubicBezTo>
                  <a:cubicBezTo>
                    <a:pt x="4657" y="4215"/>
                    <a:pt x="4835" y="4225"/>
                    <a:pt x="5007" y="4249"/>
                  </a:cubicBezTo>
                  <a:cubicBezTo>
                    <a:pt x="5020" y="4251"/>
                    <a:pt x="5032" y="4252"/>
                    <a:pt x="5043" y="4252"/>
                  </a:cubicBezTo>
                  <a:cubicBezTo>
                    <a:pt x="5285" y="4252"/>
                    <a:pt x="5322" y="3878"/>
                    <a:pt x="5065" y="3846"/>
                  </a:cubicBezTo>
                  <a:cubicBezTo>
                    <a:pt x="4868" y="3817"/>
                    <a:pt x="4676" y="3803"/>
                    <a:pt x="4479" y="3803"/>
                  </a:cubicBezTo>
                  <a:cubicBezTo>
                    <a:pt x="4172" y="3803"/>
                    <a:pt x="3870" y="3836"/>
                    <a:pt x="3567" y="3903"/>
                  </a:cubicBezTo>
                  <a:cubicBezTo>
                    <a:pt x="3942" y="3035"/>
                    <a:pt x="4614" y="2334"/>
                    <a:pt x="5463" y="1926"/>
                  </a:cubicBezTo>
                  <a:cubicBezTo>
                    <a:pt x="5574" y="2775"/>
                    <a:pt x="6294" y="3409"/>
                    <a:pt x="7148" y="3409"/>
                  </a:cubicBezTo>
                  <a:cubicBezTo>
                    <a:pt x="8003" y="3409"/>
                    <a:pt x="8728" y="2775"/>
                    <a:pt x="8838" y="1926"/>
                  </a:cubicBezTo>
                  <a:cubicBezTo>
                    <a:pt x="9126" y="2065"/>
                    <a:pt x="9395" y="2242"/>
                    <a:pt x="9644" y="2444"/>
                  </a:cubicBezTo>
                  <a:cubicBezTo>
                    <a:pt x="9687" y="2481"/>
                    <a:pt x="9733" y="2496"/>
                    <a:pt x="9776" y="2496"/>
                  </a:cubicBezTo>
                  <a:cubicBezTo>
                    <a:pt x="9940" y="2496"/>
                    <a:pt x="10071" y="2269"/>
                    <a:pt x="9904" y="2132"/>
                  </a:cubicBezTo>
                  <a:cubicBezTo>
                    <a:pt x="9582" y="1863"/>
                    <a:pt x="9222" y="1642"/>
                    <a:pt x="8838" y="1479"/>
                  </a:cubicBezTo>
                  <a:cubicBezTo>
                    <a:pt x="8723" y="634"/>
                    <a:pt x="8003" y="1"/>
                    <a:pt x="7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3"/>
            <p:cNvSpPr/>
            <p:nvPr/>
          </p:nvSpPr>
          <p:spPr>
            <a:xfrm>
              <a:off x="2061332" y="4315483"/>
              <a:ext cx="22665" cy="33094"/>
            </a:xfrm>
            <a:custGeom>
              <a:rect b="b" l="l" r="r" t="t"/>
              <a:pathLst>
                <a:path extrusionOk="0" h="1263" w="865">
                  <a:moveTo>
                    <a:pt x="205" y="1"/>
                  </a:moveTo>
                  <a:cubicBezTo>
                    <a:pt x="103" y="1"/>
                    <a:pt x="1" y="69"/>
                    <a:pt x="1" y="206"/>
                  </a:cubicBezTo>
                  <a:lnTo>
                    <a:pt x="1" y="1056"/>
                  </a:lnTo>
                  <a:cubicBezTo>
                    <a:pt x="1" y="1171"/>
                    <a:pt x="92" y="1262"/>
                    <a:pt x="207" y="1262"/>
                  </a:cubicBezTo>
                  <a:lnTo>
                    <a:pt x="596" y="1262"/>
                  </a:lnTo>
                  <a:cubicBezTo>
                    <a:pt x="865" y="1262"/>
                    <a:pt x="865" y="849"/>
                    <a:pt x="596" y="849"/>
                  </a:cubicBezTo>
                  <a:lnTo>
                    <a:pt x="409" y="849"/>
                  </a:lnTo>
                  <a:lnTo>
                    <a:pt x="409" y="206"/>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83"/>
            <p:cNvSpPr/>
            <p:nvPr/>
          </p:nvSpPr>
          <p:spPr>
            <a:xfrm>
              <a:off x="2046738" y="4465178"/>
              <a:ext cx="39906" cy="59558"/>
            </a:xfrm>
            <a:custGeom>
              <a:rect b="b" l="l" r="r" t="t"/>
              <a:pathLst>
                <a:path extrusionOk="0" h="2273" w="1523">
                  <a:moveTo>
                    <a:pt x="762" y="0"/>
                  </a:moveTo>
                  <a:cubicBezTo>
                    <a:pt x="660" y="0"/>
                    <a:pt x="558" y="68"/>
                    <a:pt x="558" y="205"/>
                  </a:cubicBezTo>
                  <a:lnTo>
                    <a:pt x="558" y="277"/>
                  </a:lnTo>
                  <a:cubicBezTo>
                    <a:pt x="1" y="503"/>
                    <a:pt x="159" y="1329"/>
                    <a:pt x="759" y="1329"/>
                  </a:cubicBezTo>
                  <a:cubicBezTo>
                    <a:pt x="870" y="1329"/>
                    <a:pt x="932" y="1449"/>
                    <a:pt x="875" y="1540"/>
                  </a:cubicBezTo>
                  <a:cubicBezTo>
                    <a:pt x="849" y="1583"/>
                    <a:pt x="805" y="1605"/>
                    <a:pt x="760" y="1605"/>
                  </a:cubicBezTo>
                  <a:cubicBezTo>
                    <a:pt x="711" y="1605"/>
                    <a:pt x="662" y="1578"/>
                    <a:pt x="639" y="1525"/>
                  </a:cubicBezTo>
                  <a:cubicBezTo>
                    <a:pt x="599" y="1444"/>
                    <a:pt x="531" y="1409"/>
                    <a:pt x="463" y="1409"/>
                  </a:cubicBezTo>
                  <a:cubicBezTo>
                    <a:pt x="327" y="1409"/>
                    <a:pt x="190" y="1545"/>
                    <a:pt x="270" y="1708"/>
                  </a:cubicBezTo>
                  <a:cubicBezTo>
                    <a:pt x="327" y="1828"/>
                    <a:pt x="433" y="1924"/>
                    <a:pt x="558" y="1977"/>
                  </a:cubicBezTo>
                  <a:lnTo>
                    <a:pt x="558" y="2068"/>
                  </a:lnTo>
                  <a:cubicBezTo>
                    <a:pt x="558" y="2205"/>
                    <a:pt x="660" y="2273"/>
                    <a:pt x="762" y="2273"/>
                  </a:cubicBezTo>
                  <a:cubicBezTo>
                    <a:pt x="864" y="2273"/>
                    <a:pt x="966" y="2205"/>
                    <a:pt x="966" y="2068"/>
                  </a:cubicBezTo>
                  <a:lnTo>
                    <a:pt x="966" y="1977"/>
                  </a:lnTo>
                  <a:cubicBezTo>
                    <a:pt x="1523" y="1751"/>
                    <a:pt x="1364" y="925"/>
                    <a:pt x="764" y="925"/>
                  </a:cubicBezTo>
                  <a:cubicBezTo>
                    <a:pt x="659" y="925"/>
                    <a:pt x="591" y="815"/>
                    <a:pt x="639" y="724"/>
                  </a:cubicBezTo>
                  <a:cubicBezTo>
                    <a:pt x="665" y="673"/>
                    <a:pt x="712" y="648"/>
                    <a:pt x="761" y="648"/>
                  </a:cubicBezTo>
                  <a:cubicBezTo>
                    <a:pt x="804" y="648"/>
                    <a:pt x="847" y="668"/>
                    <a:pt x="875" y="709"/>
                  </a:cubicBezTo>
                  <a:cubicBezTo>
                    <a:pt x="919" y="775"/>
                    <a:pt x="979" y="802"/>
                    <a:pt x="1038" y="802"/>
                  </a:cubicBezTo>
                  <a:cubicBezTo>
                    <a:pt x="1182" y="802"/>
                    <a:pt x="1321" y="639"/>
                    <a:pt x="1215" y="479"/>
                  </a:cubicBezTo>
                  <a:cubicBezTo>
                    <a:pt x="1153" y="392"/>
                    <a:pt x="1067" y="320"/>
                    <a:pt x="966" y="282"/>
                  </a:cubicBezTo>
                  <a:lnTo>
                    <a:pt x="966" y="205"/>
                  </a:lnTo>
                  <a:cubicBezTo>
                    <a:pt x="966" y="68"/>
                    <a:pt x="864" y="0"/>
                    <a:pt x="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3"/>
            <p:cNvSpPr/>
            <p:nvPr/>
          </p:nvSpPr>
          <p:spPr>
            <a:xfrm>
              <a:off x="1912214" y="4493660"/>
              <a:ext cx="19442" cy="14909"/>
            </a:xfrm>
            <a:custGeom>
              <a:rect b="b" l="l" r="r" t="t"/>
              <a:pathLst>
                <a:path extrusionOk="0" h="569" w="742">
                  <a:moveTo>
                    <a:pt x="293" y="1"/>
                  </a:moveTo>
                  <a:cubicBezTo>
                    <a:pt x="135" y="1"/>
                    <a:pt x="0" y="205"/>
                    <a:pt x="147" y="352"/>
                  </a:cubicBezTo>
                  <a:lnTo>
                    <a:pt x="306" y="506"/>
                  </a:lnTo>
                  <a:cubicBezTo>
                    <a:pt x="350" y="550"/>
                    <a:pt x="400" y="569"/>
                    <a:pt x="448" y="569"/>
                  </a:cubicBezTo>
                  <a:cubicBezTo>
                    <a:pt x="606" y="569"/>
                    <a:pt x="741" y="365"/>
                    <a:pt x="594" y="218"/>
                  </a:cubicBezTo>
                  <a:lnTo>
                    <a:pt x="435" y="64"/>
                  </a:ln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3"/>
            <p:cNvSpPr/>
            <p:nvPr/>
          </p:nvSpPr>
          <p:spPr>
            <a:xfrm>
              <a:off x="1903148" y="4507757"/>
              <a:ext cx="20700" cy="12184"/>
            </a:xfrm>
            <a:custGeom>
              <a:rect b="b" l="l" r="r" t="t"/>
              <a:pathLst>
                <a:path extrusionOk="0" h="465" w="790">
                  <a:moveTo>
                    <a:pt x="287" y="1"/>
                  </a:moveTo>
                  <a:cubicBezTo>
                    <a:pt x="73" y="1"/>
                    <a:pt x="1" y="323"/>
                    <a:pt x="229" y="400"/>
                  </a:cubicBezTo>
                  <a:lnTo>
                    <a:pt x="441" y="457"/>
                  </a:lnTo>
                  <a:cubicBezTo>
                    <a:pt x="461" y="462"/>
                    <a:pt x="481" y="465"/>
                    <a:pt x="499" y="465"/>
                  </a:cubicBezTo>
                  <a:cubicBezTo>
                    <a:pt x="719" y="465"/>
                    <a:pt x="790" y="126"/>
                    <a:pt x="546" y="64"/>
                  </a:cubicBezTo>
                  <a:lnTo>
                    <a:pt x="335" y="6"/>
                  </a:lnTo>
                  <a:cubicBezTo>
                    <a:pt x="318" y="2"/>
                    <a:pt x="30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3"/>
            <p:cNvSpPr/>
            <p:nvPr/>
          </p:nvSpPr>
          <p:spPr>
            <a:xfrm>
              <a:off x="1927516" y="4484358"/>
              <a:ext cx="13861" cy="16272"/>
            </a:xfrm>
            <a:custGeom>
              <a:rect b="b" l="l" r="r" t="t"/>
              <a:pathLst>
                <a:path extrusionOk="0" h="621" w="529">
                  <a:moveTo>
                    <a:pt x="246" y="1"/>
                  </a:moveTo>
                  <a:cubicBezTo>
                    <a:pt x="124" y="1"/>
                    <a:pt x="0" y="102"/>
                    <a:pt x="43" y="261"/>
                  </a:cubicBezTo>
                  <a:lnTo>
                    <a:pt x="101" y="467"/>
                  </a:lnTo>
                  <a:cubicBezTo>
                    <a:pt x="125" y="558"/>
                    <a:pt x="202" y="621"/>
                    <a:pt x="298" y="621"/>
                  </a:cubicBezTo>
                  <a:cubicBezTo>
                    <a:pt x="432" y="621"/>
                    <a:pt x="528" y="491"/>
                    <a:pt x="495" y="361"/>
                  </a:cubicBezTo>
                  <a:lnTo>
                    <a:pt x="437" y="150"/>
                  </a:lnTo>
                  <a:cubicBezTo>
                    <a:pt x="408" y="46"/>
                    <a:pt x="328"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7" name="Google Shape;15007;p83"/>
          <p:cNvGrpSpPr/>
          <p:nvPr/>
        </p:nvGrpSpPr>
        <p:grpSpPr>
          <a:xfrm>
            <a:off x="2399816" y="4298215"/>
            <a:ext cx="365394" cy="329706"/>
            <a:chOff x="2399816" y="4298215"/>
            <a:chExt cx="365394" cy="329706"/>
          </a:xfrm>
        </p:grpSpPr>
        <p:sp>
          <p:nvSpPr>
            <p:cNvPr id="15008" name="Google Shape;15008;p83"/>
            <p:cNvSpPr/>
            <p:nvPr/>
          </p:nvSpPr>
          <p:spPr>
            <a:xfrm>
              <a:off x="2502818" y="4311186"/>
              <a:ext cx="138899" cy="52588"/>
            </a:xfrm>
            <a:custGeom>
              <a:rect b="b" l="l" r="r" t="t"/>
              <a:pathLst>
                <a:path extrusionOk="0" h="2007" w="5301">
                  <a:moveTo>
                    <a:pt x="274" y="0"/>
                  </a:moveTo>
                  <a:cubicBezTo>
                    <a:pt x="125" y="0"/>
                    <a:pt x="1" y="120"/>
                    <a:pt x="1" y="269"/>
                  </a:cubicBezTo>
                  <a:lnTo>
                    <a:pt x="1" y="1733"/>
                  </a:lnTo>
                  <a:cubicBezTo>
                    <a:pt x="1" y="1882"/>
                    <a:pt x="125" y="2007"/>
                    <a:pt x="274" y="2007"/>
                  </a:cubicBezTo>
                  <a:lnTo>
                    <a:pt x="4955" y="2007"/>
                  </a:lnTo>
                  <a:cubicBezTo>
                    <a:pt x="5171" y="2002"/>
                    <a:pt x="5300" y="1767"/>
                    <a:pt x="5180" y="1584"/>
                  </a:cubicBezTo>
                  <a:lnTo>
                    <a:pt x="4234" y="120"/>
                  </a:lnTo>
                  <a:cubicBezTo>
                    <a:pt x="4186" y="44"/>
                    <a:pt x="4100" y="0"/>
                    <a:pt x="4009"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3"/>
            <p:cNvSpPr/>
            <p:nvPr/>
          </p:nvSpPr>
          <p:spPr>
            <a:xfrm>
              <a:off x="2419442" y="4303508"/>
              <a:ext cx="138742" cy="52615"/>
            </a:xfrm>
            <a:custGeom>
              <a:rect b="b" l="l" r="r" t="t"/>
              <a:pathLst>
                <a:path extrusionOk="0" h="2008" w="5295">
                  <a:moveTo>
                    <a:pt x="274" y="1"/>
                  </a:moveTo>
                  <a:cubicBezTo>
                    <a:pt x="120" y="1"/>
                    <a:pt x="0" y="121"/>
                    <a:pt x="0" y="274"/>
                  </a:cubicBezTo>
                  <a:lnTo>
                    <a:pt x="0" y="1733"/>
                  </a:lnTo>
                  <a:cubicBezTo>
                    <a:pt x="0" y="1887"/>
                    <a:pt x="120" y="2007"/>
                    <a:pt x="274" y="2007"/>
                  </a:cubicBezTo>
                  <a:lnTo>
                    <a:pt x="4954" y="2007"/>
                  </a:lnTo>
                  <a:cubicBezTo>
                    <a:pt x="5165" y="2007"/>
                    <a:pt x="5295" y="1767"/>
                    <a:pt x="5180" y="1589"/>
                  </a:cubicBezTo>
                  <a:lnTo>
                    <a:pt x="4234" y="125"/>
                  </a:lnTo>
                  <a:cubicBezTo>
                    <a:pt x="4186" y="44"/>
                    <a:pt x="4099" y="1"/>
                    <a:pt x="4003" y="1"/>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3"/>
            <p:cNvSpPr/>
            <p:nvPr/>
          </p:nvSpPr>
          <p:spPr>
            <a:xfrm>
              <a:off x="2405214" y="4333327"/>
              <a:ext cx="354729" cy="243028"/>
            </a:xfrm>
            <a:custGeom>
              <a:rect b="b" l="l" r="r" t="t"/>
              <a:pathLst>
                <a:path extrusionOk="0" h="9275" w="13538">
                  <a:moveTo>
                    <a:pt x="274" y="0"/>
                  </a:moveTo>
                  <a:cubicBezTo>
                    <a:pt x="121" y="0"/>
                    <a:pt x="1" y="125"/>
                    <a:pt x="1" y="274"/>
                  </a:cubicBezTo>
                  <a:lnTo>
                    <a:pt x="1" y="9001"/>
                  </a:lnTo>
                  <a:cubicBezTo>
                    <a:pt x="1" y="9149"/>
                    <a:pt x="121" y="9274"/>
                    <a:pt x="274" y="9274"/>
                  </a:cubicBezTo>
                  <a:lnTo>
                    <a:pt x="13264" y="9274"/>
                  </a:lnTo>
                  <a:cubicBezTo>
                    <a:pt x="13417" y="9274"/>
                    <a:pt x="13537" y="9149"/>
                    <a:pt x="13537" y="9001"/>
                  </a:cubicBezTo>
                  <a:lnTo>
                    <a:pt x="13537" y="274"/>
                  </a:lnTo>
                  <a:cubicBezTo>
                    <a:pt x="13537" y="125"/>
                    <a:pt x="13417" y="0"/>
                    <a:pt x="1326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3"/>
            <p:cNvSpPr/>
            <p:nvPr/>
          </p:nvSpPr>
          <p:spPr>
            <a:xfrm>
              <a:off x="2416664" y="4398964"/>
              <a:ext cx="329575" cy="177391"/>
            </a:xfrm>
            <a:custGeom>
              <a:rect b="b" l="l" r="r" t="t"/>
              <a:pathLst>
                <a:path extrusionOk="0" h="6770" w="12578">
                  <a:moveTo>
                    <a:pt x="4109" y="1"/>
                  </a:moveTo>
                  <a:cubicBezTo>
                    <a:pt x="3778" y="1"/>
                    <a:pt x="3509" y="270"/>
                    <a:pt x="3509" y="601"/>
                  </a:cubicBezTo>
                  <a:lnTo>
                    <a:pt x="3509" y="5809"/>
                  </a:lnTo>
                  <a:lnTo>
                    <a:pt x="600" y="5809"/>
                  </a:lnTo>
                  <a:cubicBezTo>
                    <a:pt x="269" y="5809"/>
                    <a:pt x="0" y="6078"/>
                    <a:pt x="0" y="6409"/>
                  </a:cubicBezTo>
                  <a:lnTo>
                    <a:pt x="0" y="6769"/>
                  </a:lnTo>
                  <a:lnTo>
                    <a:pt x="12577" y="6769"/>
                  </a:lnTo>
                  <a:lnTo>
                    <a:pt x="12577" y="601"/>
                  </a:lnTo>
                  <a:cubicBezTo>
                    <a:pt x="12577" y="270"/>
                    <a:pt x="12313" y="1"/>
                    <a:pt x="11982"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3"/>
            <p:cNvSpPr/>
            <p:nvPr/>
          </p:nvSpPr>
          <p:spPr>
            <a:xfrm>
              <a:off x="2726588" y="4333327"/>
              <a:ext cx="33356" cy="243028"/>
            </a:xfrm>
            <a:custGeom>
              <a:rect b="b" l="l" r="r" t="t"/>
              <a:pathLst>
                <a:path extrusionOk="0" h="9275" w="1273">
                  <a:moveTo>
                    <a:pt x="0" y="0"/>
                  </a:moveTo>
                  <a:cubicBezTo>
                    <a:pt x="149" y="0"/>
                    <a:pt x="269" y="125"/>
                    <a:pt x="269" y="274"/>
                  </a:cubicBezTo>
                  <a:lnTo>
                    <a:pt x="269" y="9001"/>
                  </a:lnTo>
                  <a:cubicBezTo>
                    <a:pt x="269" y="9149"/>
                    <a:pt x="149" y="9274"/>
                    <a:pt x="0" y="9274"/>
                  </a:cubicBezTo>
                  <a:lnTo>
                    <a:pt x="999" y="9274"/>
                  </a:lnTo>
                  <a:cubicBezTo>
                    <a:pt x="1152" y="9274"/>
                    <a:pt x="1272" y="9149"/>
                    <a:pt x="1272" y="9001"/>
                  </a:cubicBezTo>
                  <a:lnTo>
                    <a:pt x="1272" y="274"/>
                  </a:lnTo>
                  <a:cubicBezTo>
                    <a:pt x="1272" y="125"/>
                    <a:pt x="1148" y="0"/>
                    <a:pt x="999"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3"/>
            <p:cNvSpPr/>
            <p:nvPr/>
          </p:nvSpPr>
          <p:spPr>
            <a:xfrm>
              <a:off x="2517151" y="4407663"/>
              <a:ext cx="220520" cy="214834"/>
            </a:xfrm>
            <a:custGeom>
              <a:rect b="b" l="l" r="r" t="t"/>
              <a:pathLst>
                <a:path extrusionOk="0" h="8199" w="8416">
                  <a:moveTo>
                    <a:pt x="266" y="0"/>
                  </a:moveTo>
                  <a:cubicBezTo>
                    <a:pt x="116" y="0"/>
                    <a:pt x="1" y="123"/>
                    <a:pt x="1" y="269"/>
                  </a:cubicBezTo>
                  <a:lnTo>
                    <a:pt x="1" y="8199"/>
                  </a:lnTo>
                  <a:lnTo>
                    <a:pt x="6716" y="8199"/>
                  </a:lnTo>
                  <a:cubicBezTo>
                    <a:pt x="7657" y="8199"/>
                    <a:pt x="8416" y="7436"/>
                    <a:pt x="8416" y="6500"/>
                  </a:cubicBezTo>
                  <a:lnTo>
                    <a:pt x="8416" y="269"/>
                  </a:lnTo>
                  <a:cubicBezTo>
                    <a:pt x="8416" y="120"/>
                    <a:pt x="8296" y="0"/>
                    <a:pt x="8147" y="0"/>
                  </a:cubicBezTo>
                  <a:lnTo>
                    <a:pt x="274" y="0"/>
                  </a:lnTo>
                  <a:cubicBezTo>
                    <a:pt x="272" y="0"/>
                    <a:pt x="269" y="0"/>
                    <a:pt x="266"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3"/>
            <p:cNvSpPr/>
            <p:nvPr/>
          </p:nvSpPr>
          <p:spPr>
            <a:xfrm>
              <a:off x="2679423" y="4407663"/>
              <a:ext cx="58248" cy="214834"/>
            </a:xfrm>
            <a:custGeom>
              <a:rect b="b" l="l" r="r" t="t"/>
              <a:pathLst>
                <a:path extrusionOk="0" h="8199" w="2223">
                  <a:moveTo>
                    <a:pt x="1426" y="0"/>
                  </a:moveTo>
                  <a:cubicBezTo>
                    <a:pt x="1575" y="0"/>
                    <a:pt x="1699" y="120"/>
                    <a:pt x="1699" y="269"/>
                  </a:cubicBezTo>
                  <a:lnTo>
                    <a:pt x="1699" y="6500"/>
                  </a:lnTo>
                  <a:cubicBezTo>
                    <a:pt x="1699" y="7436"/>
                    <a:pt x="936" y="8199"/>
                    <a:pt x="0" y="8199"/>
                  </a:cubicBezTo>
                  <a:lnTo>
                    <a:pt x="523" y="8199"/>
                  </a:lnTo>
                  <a:cubicBezTo>
                    <a:pt x="1459" y="8199"/>
                    <a:pt x="2223" y="7436"/>
                    <a:pt x="2223" y="6500"/>
                  </a:cubicBezTo>
                  <a:lnTo>
                    <a:pt x="2223" y="269"/>
                  </a:lnTo>
                  <a:cubicBezTo>
                    <a:pt x="2223" y="120"/>
                    <a:pt x="2103" y="0"/>
                    <a:pt x="1954"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3"/>
            <p:cNvSpPr/>
            <p:nvPr/>
          </p:nvSpPr>
          <p:spPr>
            <a:xfrm>
              <a:off x="2425206" y="4559847"/>
              <a:ext cx="265064" cy="62650"/>
            </a:xfrm>
            <a:custGeom>
              <a:rect b="b" l="l" r="r" t="t"/>
              <a:pathLst>
                <a:path extrusionOk="0" h="2391" w="10116">
                  <a:moveTo>
                    <a:pt x="270" y="0"/>
                  </a:moveTo>
                  <a:cubicBezTo>
                    <a:pt x="121" y="0"/>
                    <a:pt x="1" y="120"/>
                    <a:pt x="1" y="269"/>
                  </a:cubicBezTo>
                  <a:lnTo>
                    <a:pt x="1" y="692"/>
                  </a:lnTo>
                  <a:cubicBezTo>
                    <a:pt x="1" y="1628"/>
                    <a:pt x="759" y="2391"/>
                    <a:pt x="1700" y="2391"/>
                  </a:cubicBezTo>
                  <a:lnTo>
                    <a:pt x="10115" y="2391"/>
                  </a:lnTo>
                  <a:cubicBezTo>
                    <a:pt x="9179" y="2391"/>
                    <a:pt x="8416" y="1633"/>
                    <a:pt x="8416" y="692"/>
                  </a:cubicBezTo>
                  <a:lnTo>
                    <a:pt x="8416" y="269"/>
                  </a:lnTo>
                  <a:cubicBezTo>
                    <a:pt x="8416" y="120"/>
                    <a:pt x="8296" y="0"/>
                    <a:pt x="8142"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3"/>
            <p:cNvSpPr/>
            <p:nvPr/>
          </p:nvSpPr>
          <p:spPr>
            <a:xfrm>
              <a:off x="2649605" y="4449168"/>
              <a:ext cx="58143" cy="19390"/>
            </a:xfrm>
            <a:custGeom>
              <a:rect b="b" l="l" r="r" t="t"/>
              <a:pathLst>
                <a:path extrusionOk="0" h="740" w="2219">
                  <a:moveTo>
                    <a:pt x="1" y="0"/>
                  </a:moveTo>
                  <a:lnTo>
                    <a:pt x="1" y="739"/>
                  </a:lnTo>
                  <a:lnTo>
                    <a:pt x="2218" y="739"/>
                  </a:lnTo>
                  <a:lnTo>
                    <a:pt x="2218" y="0"/>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3"/>
            <p:cNvSpPr/>
            <p:nvPr/>
          </p:nvSpPr>
          <p:spPr>
            <a:xfrm>
              <a:off x="2399816" y="4298215"/>
              <a:ext cx="262890" cy="92862"/>
            </a:xfrm>
            <a:custGeom>
              <a:rect b="b" l="l" r="r" t="t"/>
              <a:pathLst>
                <a:path extrusionOk="0" h="3544" w="10033">
                  <a:moveTo>
                    <a:pt x="4757" y="409"/>
                  </a:moveTo>
                  <a:cubicBezTo>
                    <a:pt x="4781" y="409"/>
                    <a:pt x="4805" y="419"/>
                    <a:pt x="4815" y="438"/>
                  </a:cubicBezTo>
                  <a:lnTo>
                    <a:pt x="5266" y="1139"/>
                  </a:lnTo>
                  <a:lnTo>
                    <a:pt x="955" y="1139"/>
                  </a:lnTo>
                  <a:lnTo>
                    <a:pt x="955" y="476"/>
                  </a:lnTo>
                  <a:cubicBezTo>
                    <a:pt x="955" y="438"/>
                    <a:pt x="984" y="409"/>
                    <a:pt x="1023" y="409"/>
                  </a:cubicBezTo>
                  <a:close/>
                  <a:moveTo>
                    <a:pt x="7940" y="697"/>
                  </a:moveTo>
                  <a:cubicBezTo>
                    <a:pt x="7964" y="697"/>
                    <a:pt x="7988" y="707"/>
                    <a:pt x="8002" y="731"/>
                  </a:cubicBezTo>
                  <a:lnTo>
                    <a:pt x="8266" y="1139"/>
                  </a:lnTo>
                  <a:lnTo>
                    <a:pt x="5751" y="1139"/>
                  </a:lnTo>
                  <a:lnTo>
                    <a:pt x="5463" y="697"/>
                  </a:lnTo>
                  <a:close/>
                  <a:moveTo>
                    <a:pt x="1023" y="1"/>
                  </a:moveTo>
                  <a:cubicBezTo>
                    <a:pt x="759" y="1"/>
                    <a:pt x="547" y="212"/>
                    <a:pt x="547" y="476"/>
                  </a:cubicBezTo>
                  <a:lnTo>
                    <a:pt x="547" y="1139"/>
                  </a:lnTo>
                  <a:lnTo>
                    <a:pt x="480" y="1139"/>
                  </a:lnTo>
                  <a:cubicBezTo>
                    <a:pt x="216" y="1139"/>
                    <a:pt x="5" y="1350"/>
                    <a:pt x="0" y="1614"/>
                  </a:cubicBezTo>
                  <a:lnTo>
                    <a:pt x="0" y="3337"/>
                  </a:lnTo>
                  <a:cubicBezTo>
                    <a:pt x="0" y="3452"/>
                    <a:pt x="91" y="3544"/>
                    <a:pt x="207" y="3544"/>
                  </a:cubicBezTo>
                  <a:cubicBezTo>
                    <a:pt x="317" y="3544"/>
                    <a:pt x="408" y="3452"/>
                    <a:pt x="408" y="3342"/>
                  </a:cubicBezTo>
                  <a:lnTo>
                    <a:pt x="408" y="1614"/>
                  </a:lnTo>
                  <a:cubicBezTo>
                    <a:pt x="408" y="1575"/>
                    <a:pt x="442" y="1547"/>
                    <a:pt x="480" y="1547"/>
                  </a:cubicBezTo>
                  <a:lnTo>
                    <a:pt x="9759" y="1547"/>
                  </a:lnTo>
                  <a:cubicBezTo>
                    <a:pt x="10033" y="1547"/>
                    <a:pt x="10033" y="1139"/>
                    <a:pt x="9759" y="1139"/>
                  </a:cubicBezTo>
                  <a:lnTo>
                    <a:pt x="8751" y="1139"/>
                  </a:lnTo>
                  <a:lnTo>
                    <a:pt x="8343" y="510"/>
                  </a:lnTo>
                  <a:cubicBezTo>
                    <a:pt x="8252" y="371"/>
                    <a:pt x="8103" y="289"/>
                    <a:pt x="7940" y="289"/>
                  </a:cubicBezTo>
                  <a:lnTo>
                    <a:pt x="5204" y="289"/>
                  </a:lnTo>
                  <a:lnTo>
                    <a:pt x="5156" y="217"/>
                  </a:lnTo>
                  <a:cubicBezTo>
                    <a:pt x="5069" y="83"/>
                    <a:pt x="4916" y="1"/>
                    <a:pt x="4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3"/>
            <p:cNvSpPr/>
            <p:nvPr/>
          </p:nvSpPr>
          <p:spPr>
            <a:xfrm>
              <a:off x="2399947" y="4328034"/>
              <a:ext cx="365263" cy="299888"/>
            </a:xfrm>
            <a:custGeom>
              <a:rect b="b" l="l" r="r" t="t"/>
              <a:pathLst>
                <a:path extrusionOk="0" h="11445" w="13940">
                  <a:moveTo>
                    <a:pt x="9111" y="9049"/>
                  </a:moveTo>
                  <a:cubicBezTo>
                    <a:pt x="9145" y="9049"/>
                    <a:pt x="9178" y="9083"/>
                    <a:pt x="9178" y="9116"/>
                  </a:cubicBezTo>
                  <a:lnTo>
                    <a:pt x="9178" y="9539"/>
                  </a:lnTo>
                  <a:cubicBezTo>
                    <a:pt x="9178" y="10124"/>
                    <a:pt x="9442" y="10672"/>
                    <a:pt x="9903" y="11036"/>
                  </a:cubicBezTo>
                  <a:lnTo>
                    <a:pt x="2664" y="11036"/>
                  </a:lnTo>
                  <a:cubicBezTo>
                    <a:pt x="1839" y="11032"/>
                    <a:pt x="1171" y="10364"/>
                    <a:pt x="1171" y="9539"/>
                  </a:cubicBezTo>
                  <a:lnTo>
                    <a:pt x="1171" y="9116"/>
                  </a:lnTo>
                  <a:cubicBezTo>
                    <a:pt x="1171" y="9083"/>
                    <a:pt x="1200" y="9049"/>
                    <a:pt x="1238" y="9049"/>
                  </a:cubicBezTo>
                  <a:close/>
                  <a:moveTo>
                    <a:pt x="10647" y="1"/>
                  </a:moveTo>
                  <a:cubicBezTo>
                    <a:pt x="10373" y="1"/>
                    <a:pt x="10373" y="409"/>
                    <a:pt x="10647" y="409"/>
                  </a:cubicBezTo>
                  <a:lnTo>
                    <a:pt x="13465" y="409"/>
                  </a:lnTo>
                  <a:cubicBezTo>
                    <a:pt x="13503" y="409"/>
                    <a:pt x="13532" y="437"/>
                    <a:pt x="13537" y="476"/>
                  </a:cubicBezTo>
                  <a:lnTo>
                    <a:pt x="13537" y="9203"/>
                  </a:lnTo>
                  <a:cubicBezTo>
                    <a:pt x="13532" y="9241"/>
                    <a:pt x="13503" y="9270"/>
                    <a:pt x="13465" y="9270"/>
                  </a:cubicBezTo>
                  <a:lnTo>
                    <a:pt x="13095" y="9270"/>
                  </a:lnTo>
                  <a:lnTo>
                    <a:pt x="13095" y="3308"/>
                  </a:lnTo>
                  <a:cubicBezTo>
                    <a:pt x="13090" y="3049"/>
                    <a:pt x="12879" y="2833"/>
                    <a:pt x="12620" y="2833"/>
                  </a:cubicBezTo>
                  <a:lnTo>
                    <a:pt x="7133" y="2833"/>
                  </a:lnTo>
                  <a:cubicBezTo>
                    <a:pt x="6860" y="2833"/>
                    <a:pt x="6860" y="3241"/>
                    <a:pt x="7133" y="3241"/>
                  </a:cubicBezTo>
                  <a:lnTo>
                    <a:pt x="12620" y="3241"/>
                  </a:lnTo>
                  <a:cubicBezTo>
                    <a:pt x="12654" y="3241"/>
                    <a:pt x="12687" y="3270"/>
                    <a:pt x="12687" y="3308"/>
                  </a:cubicBezTo>
                  <a:lnTo>
                    <a:pt x="12687" y="9539"/>
                  </a:lnTo>
                  <a:cubicBezTo>
                    <a:pt x="12682" y="10364"/>
                    <a:pt x="12015" y="11032"/>
                    <a:pt x="11189" y="11036"/>
                  </a:cubicBezTo>
                  <a:lnTo>
                    <a:pt x="11079" y="11036"/>
                  </a:lnTo>
                  <a:cubicBezTo>
                    <a:pt x="10253" y="11032"/>
                    <a:pt x="9586" y="10364"/>
                    <a:pt x="9586" y="9539"/>
                  </a:cubicBezTo>
                  <a:lnTo>
                    <a:pt x="9586" y="9116"/>
                  </a:lnTo>
                  <a:cubicBezTo>
                    <a:pt x="9581" y="8857"/>
                    <a:pt x="9370" y="8641"/>
                    <a:pt x="9106" y="8641"/>
                  </a:cubicBezTo>
                  <a:lnTo>
                    <a:pt x="4680" y="8641"/>
                  </a:lnTo>
                  <a:lnTo>
                    <a:pt x="4680" y="3308"/>
                  </a:lnTo>
                  <a:cubicBezTo>
                    <a:pt x="4680" y="3270"/>
                    <a:pt x="4709" y="3241"/>
                    <a:pt x="4747" y="3241"/>
                  </a:cubicBezTo>
                  <a:lnTo>
                    <a:pt x="6240" y="3241"/>
                  </a:lnTo>
                  <a:cubicBezTo>
                    <a:pt x="6514" y="3241"/>
                    <a:pt x="6514" y="2833"/>
                    <a:pt x="6240" y="2833"/>
                  </a:cubicBezTo>
                  <a:lnTo>
                    <a:pt x="4747" y="2833"/>
                  </a:lnTo>
                  <a:cubicBezTo>
                    <a:pt x="4483" y="2833"/>
                    <a:pt x="4272" y="3049"/>
                    <a:pt x="4272" y="3308"/>
                  </a:cubicBezTo>
                  <a:lnTo>
                    <a:pt x="4272" y="8641"/>
                  </a:lnTo>
                  <a:lnTo>
                    <a:pt x="1238" y="8641"/>
                  </a:lnTo>
                  <a:cubicBezTo>
                    <a:pt x="974" y="8641"/>
                    <a:pt x="763" y="8857"/>
                    <a:pt x="758" y="9116"/>
                  </a:cubicBezTo>
                  <a:lnTo>
                    <a:pt x="758" y="9270"/>
                  </a:lnTo>
                  <a:lnTo>
                    <a:pt x="475" y="9270"/>
                  </a:lnTo>
                  <a:cubicBezTo>
                    <a:pt x="437" y="9270"/>
                    <a:pt x="408" y="9241"/>
                    <a:pt x="408" y="9203"/>
                  </a:cubicBezTo>
                  <a:lnTo>
                    <a:pt x="408" y="3092"/>
                  </a:lnTo>
                  <a:cubicBezTo>
                    <a:pt x="408" y="2955"/>
                    <a:pt x="306" y="2887"/>
                    <a:pt x="204" y="2887"/>
                  </a:cubicBezTo>
                  <a:cubicBezTo>
                    <a:pt x="102" y="2887"/>
                    <a:pt x="0" y="2955"/>
                    <a:pt x="0" y="3092"/>
                  </a:cubicBezTo>
                  <a:lnTo>
                    <a:pt x="0" y="9203"/>
                  </a:lnTo>
                  <a:cubicBezTo>
                    <a:pt x="0" y="9467"/>
                    <a:pt x="211" y="9678"/>
                    <a:pt x="475" y="9678"/>
                  </a:cubicBezTo>
                  <a:lnTo>
                    <a:pt x="763" y="9678"/>
                  </a:lnTo>
                  <a:cubicBezTo>
                    <a:pt x="840" y="10672"/>
                    <a:pt x="1666" y="11440"/>
                    <a:pt x="2664" y="11444"/>
                  </a:cubicBezTo>
                  <a:lnTo>
                    <a:pt x="11185" y="11444"/>
                  </a:lnTo>
                  <a:cubicBezTo>
                    <a:pt x="12183" y="11440"/>
                    <a:pt x="13009" y="10672"/>
                    <a:pt x="13086" y="9678"/>
                  </a:cubicBezTo>
                  <a:lnTo>
                    <a:pt x="13465" y="9678"/>
                  </a:lnTo>
                  <a:cubicBezTo>
                    <a:pt x="13729" y="9678"/>
                    <a:pt x="13940" y="9467"/>
                    <a:pt x="13940" y="9203"/>
                  </a:cubicBezTo>
                  <a:lnTo>
                    <a:pt x="13940" y="476"/>
                  </a:lnTo>
                  <a:cubicBezTo>
                    <a:pt x="13940" y="217"/>
                    <a:pt x="13729" y="5"/>
                    <a:pt x="134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3"/>
            <p:cNvSpPr/>
            <p:nvPr/>
          </p:nvSpPr>
          <p:spPr>
            <a:xfrm>
              <a:off x="2541939" y="4486638"/>
              <a:ext cx="25050" cy="10717"/>
            </a:xfrm>
            <a:custGeom>
              <a:rect b="b" l="l" r="r" t="t"/>
              <a:pathLst>
                <a:path extrusionOk="0" h="409" w="956">
                  <a:moveTo>
                    <a:pt x="269" y="1"/>
                  </a:moveTo>
                  <a:cubicBezTo>
                    <a:pt x="1" y="1"/>
                    <a:pt x="1" y="409"/>
                    <a:pt x="269" y="409"/>
                  </a:cubicBezTo>
                  <a:lnTo>
                    <a:pt x="687" y="409"/>
                  </a:lnTo>
                  <a:cubicBezTo>
                    <a:pt x="956" y="409"/>
                    <a:pt x="956" y="1"/>
                    <a:pt x="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3"/>
            <p:cNvSpPr/>
            <p:nvPr/>
          </p:nvSpPr>
          <p:spPr>
            <a:xfrm>
              <a:off x="2571626" y="4486638"/>
              <a:ext cx="143170" cy="10717"/>
            </a:xfrm>
            <a:custGeom>
              <a:rect b="b" l="l" r="r" t="t"/>
              <a:pathLst>
                <a:path extrusionOk="0" h="409" w="5464">
                  <a:moveTo>
                    <a:pt x="207" y="1"/>
                  </a:moveTo>
                  <a:cubicBezTo>
                    <a:pt x="92" y="1"/>
                    <a:pt x="0" y="92"/>
                    <a:pt x="0" y="207"/>
                  </a:cubicBezTo>
                  <a:cubicBezTo>
                    <a:pt x="0" y="318"/>
                    <a:pt x="92" y="409"/>
                    <a:pt x="207" y="409"/>
                  </a:cubicBezTo>
                  <a:lnTo>
                    <a:pt x="5194" y="409"/>
                  </a:lnTo>
                  <a:cubicBezTo>
                    <a:pt x="5463" y="409"/>
                    <a:pt x="5463" y="1"/>
                    <a:pt x="5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3"/>
            <p:cNvSpPr/>
            <p:nvPr/>
          </p:nvSpPr>
          <p:spPr>
            <a:xfrm>
              <a:off x="2541939" y="4504508"/>
              <a:ext cx="172858" cy="10717"/>
            </a:xfrm>
            <a:custGeom>
              <a:rect b="b" l="l" r="r" t="t"/>
              <a:pathLst>
                <a:path extrusionOk="0" h="409" w="6597">
                  <a:moveTo>
                    <a:pt x="269" y="0"/>
                  </a:moveTo>
                  <a:cubicBezTo>
                    <a:pt x="1" y="0"/>
                    <a:pt x="1" y="408"/>
                    <a:pt x="269" y="408"/>
                  </a:cubicBezTo>
                  <a:lnTo>
                    <a:pt x="6327" y="408"/>
                  </a:lnTo>
                  <a:cubicBezTo>
                    <a:pt x="6596" y="408"/>
                    <a:pt x="6596" y="0"/>
                    <a:pt x="6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3"/>
            <p:cNvSpPr/>
            <p:nvPr/>
          </p:nvSpPr>
          <p:spPr>
            <a:xfrm>
              <a:off x="2541939" y="4522352"/>
              <a:ext cx="172858" cy="10717"/>
            </a:xfrm>
            <a:custGeom>
              <a:rect b="b" l="l" r="r" t="t"/>
              <a:pathLst>
                <a:path extrusionOk="0" h="409" w="6597">
                  <a:moveTo>
                    <a:pt x="269" y="1"/>
                  </a:moveTo>
                  <a:cubicBezTo>
                    <a:pt x="1" y="1"/>
                    <a:pt x="1" y="409"/>
                    <a:pt x="269" y="409"/>
                  </a:cubicBezTo>
                  <a:lnTo>
                    <a:pt x="6327" y="409"/>
                  </a:lnTo>
                  <a:cubicBezTo>
                    <a:pt x="6596" y="409"/>
                    <a:pt x="6596" y="1"/>
                    <a:pt x="6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3"/>
            <p:cNvSpPr/>
            <p:nvPr/>
          </p:nvSpPr>
          <p:spPr>
            <a:xfrm>
              <a:off x="2644312" y="4443744"/>
              <a:ext cx="68703" cy="30211"/>
            </a:xfrm>
            <a:custGeom>
              <a:rect b="b" l="l" r="r" t="t"/>
              <a:pathLst>
                <a:path extrusionOk="0" h="1153" w="2622">
                  <a:moveTo>
                    <a:pt x="2214" y="409"/>
                  </a:moveTo>
                  <a:lnTo>
                    <a:pt x="2214" y="745"/>
                  </a:lnTo>
                  <a:lnTo>
                    <a:pt x="409" y="745"/>
                  </a:lnTo>
                  <a:lnTo>
                    <a:pt x="409" y="409"/>
                  </a:lnTo>
                  <a:close/>
                  <a:moveTo>
                    <a:pt x="203" y="1"/>
                  </a:moveTo>
                  <a:cubicBezTo>
                    <a:pt x="92" y="1"/>
                    <a:pt x="1" y="92"/>
                    <a:pt x="1" y="207"/>
                  </a:cubicBezTo>
                  <a:lnTo>
                    <a:pt x="1" y="946"/>
                  </a:lnTo>
                  <a:cubicBezTo>
                    <a:pt x="1" y="1062"/>
                    <a:pt x="92" y="1153"/>
                    <a:pt x="203" y="1153"/>
                  </a:cubicBezTo>
                  <a:lnTo>
                    <a:pt x="2420" y="1153"/>
                  </a:lnTo>
                  <a:cubicBezTo>
                    <a:pt x="2531" y="1153"/>
                    <a:pt x="2622" y="1062"/>
                    <a:pt x="2622" y="946"/>
                  </a:cubicBezTo>
                  <a:lnTo>
                    <a:pt x="2622" y="207"/>
                  </a:lnTo>
                  <a:cubicBezTo>
                    <a:pt x="2622" y="92"/>
                    <a:pt x="2531" y="1"/>
                    <a:pt x="2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4" name="Google Shape;15024;p83"/>
          <p:cNvGrpSpPr/>
          <p:nvPr/>
        </p:nvGrpSpPr>
        <p:grpSpPr>
          <a:xfrm>
            <a:off x="2915743" y="4295071"/>
            <a:ext cx="366547" cy="335968"/>
            <a:chOff x="2915743" y="4295071"/>
            <a:chExt cx="366547" cy="335968"/>
          </a:xfrm>
        </p:grpSpPr>
        <p:sp>
          <p:nvSpPr>
            <p:cNvPr id="15025" name="Google Shape;15025;p83"/>
            <p:cNvSpPr/>
            <p:nvPr/>
          </p:nvSpPr>
          <p:spPr>
            <a:xfrm>
              <a:off x="2921167" y="4300495"/>
              <a:ext cx="326536" cy="267921"/>
            </a:xfrm>
            <a:custGeom>
              <a:rect b="b" l="l" r="r" t="t"/>
              <a:pathLst>
                <a:path extrusionOk="0" h="10225" w="12462">
                  <a:moveTo>
                    <a:pt x="552" y="0"/>
                  </a:moveTo>
                  <a:cubicBezTo>
                    <a:pt x="245" y="0"/>
                    <a:pt x="0" y="245"/>
                    <a:pt x="0" y="552"/>
                  </a:cubicBezTo>
                  <a:lnTo>
                    <a:pt x="0" y="9956"/>
                  </a:lnTo>
                  <a:cubicBezTo>
                    <a:pt x="0" y="10105"/>
                    <a:pt x="120" y="10225"/>
                    <a:pt x="269" y="10225"/>
                  </a:cubicBezTo>
                  <a:lnTo>
                    <a:pt x="12188" y="10225"/>
                  </a:lnTo>
                  <a:cubicBezTo>
                    <a:pt x="12337" y="10225"/>
                    <a:pt x="12462" y="10105"/>
                    <a:pt x="12462" y="9956"/>
                  </a:cubicBezTo>
                  <a:lnTo>
                    <a:pt x="12462" y="552"/>
                  </a:lnTo>
                  <a:cubicBezTo>
                    <a:pt x="12462" y="245"/>
                    <a:pt x="12212" y="0"/>
                    <a:pt x="11910"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3"/>
            <p:cNvSpPr/>
            <p:nvPr/>
          </p:nvSpPr>
          <p:spPr>
            <a:xfrm>
              <a:off x="2952846" y="4313518"/>
              <a:ext cx="294857" cy="254898"/>
            </a:xfrm>
            <a:custGeom>
              <a:rect b="b" l="l" r="r" t="t"/>
              <a:pathLst>
                <a:path extrusionOk="0" h="9728" w="11253">
                  <a:moveTo>
                    <a:pt x="4603" y="1"/>
                  </a:moveTo>
                  <a:cubicBezTo>
                    <a:pt x="3527" y="1"/>
                    <a:pt x="2456" y="414"/>
                    <a:pt x="1643" y="1227"/>
                  </a:cubicBezTo>
                  <a:cubicBezTo>
                    <a:pt x="116" y="2758"/>
                    <a:pt x="1" y="5196"/>
                    <a:pt x="1379" y="6857"/>
                  </a:cubicBezTo>
                  <a:cubicBezTo>
                    <a:pt x="2202" y="7849"/>
                    <a:pt x="3396" y="8370"/>
                    <a:pt x="4605" y="8370"/>
                  </a:cubicBezTo>
                  <a:cubicBezTo>
                    <a:pt x="5420" y="8370"/>
                    <a:pt x="6242" y="8134"/>
                    <a:pt x="6961" y="7645"/>
                  </a:cubicBezTo>
                  <a:lnTo>
                    <a:pt x="7705" y="8389"/>
                  </a:lnTo>
                  <a:cubicBezTo>
                    <a:pt x="7576" y="8614"/>
                    <a:pt x="7614" y="8897"/>
                    <a:pt x="7797" y="9085"/>
                  </a:cubicBezTo>
                  <a:lnTo>
                    <a:pt x="8440" y="9728"/>
                  </a:lnTo>
                  <a:lnTo>
                    <a:pt x="10979" y="9728"/>
                  </a:lnTo>
                  <a:cubicBezTo>
                    <a:pt x="11128" y="9728"/>
                    <a:pt x="11253" y="9608"/>
                    <a:pt x="11253" y="9459"/>
                  </a:cubicBezTo>
                  <a:lnTo>
                    <a:pt x="11253" y="9137"/>
                  </a:lnTo>
                  <a:lnTo>
                    <a:pt x="9496" y="7385"/>
                  </a:lnTo>
                  <a:cubicBezTo>
                    <a:pt x="9386" y="7273"/>
                    <a:pt x="9239" y="7214"/>
                    <a:pt x="9090" y="7214"/>
                  </a:cubicBezTo>
                  <a:cubicBezTo>
                    <a:pt x="8990" y="7214"/>
                    <a:pt x="8890" y="7240"/>
                    <a:pt x="8800" y="7294"/>
                  </a:cubicBezTo>
                  <a:lnTo>
                    <a:pt x="8056" y="6545"/>
                  </a:lnTo>
                  <a:cubicBezTo>
                    <a:pt x="9275" y="4760"/>
                    <a:pt x="8934" y="2345"/>
                    <a:pt x="7269" y="963"/>
                  </a:cubicBezTo>
                  <a:cubicBezTo>
                    <a:pt x="6492" y="319"/>
                    <a:pt x="5546" y="1"/>
                    <a:pt x="460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3"/>
            <p:cNvSpPr/>
            <p:nvPr/>
          </p:nvSpPr>
          <p:spPr>
            <a:xfrm>
              <a:off x="3217491" y="4300495"/>
              <a:ext cx="30211" cy="267921"/>
            </a:xfrm>
            <a:custGeom>
              <a:rect b="b" l="l" r="r" t="t"/>
              <a:pathLst>
                <a:path extrusionOk="0" h="10225" w="1153">
                  <a:moveTo>
                    <a:pt x="9" y="0"/>
                  </a:moveTo>
                  <a:cubicBezTo>
                    <a:pt x="7" y="0"/>
                    <a:pt x="4" y="0"/>
                    <a:pt x="1" y="0"/>
                  </a:cubicBezTo>
                  <a:lnTo>
                    <a:pt x="18" y="0"/>
                  </a:lnTo>
                  <a:cubicBezTo>
                    <a:pt x="15" y="0"/>
                    <a:pt x="12" y="0"/>
                    <a:pt x="9" y="0"/>
                  </a:cubicBezTo>
                  <a:close/>
                  <a:moveTo>
                    <a:pt x="18" y="0"/>
                  </a:moveTo>
                  <a:cubicBezTo>
                    <a:pt x="317" y="5"/>
                    <a:pt x="558" y="251"/>
                    <a:pt x="558" y="552"/>
                  </a:cubicBezTo>
                  <a:lnTo>
                    <a:pt x="558" y="9956"/>
                  </a:lnTo>
                  <a:cubicBezTo>
                    <a:pt x="558" y="10105"/>
                    <a:pt x="433" y="10225"/>
                    <a:pt x="284" y="10225"/>
                  </a:cubicBezTo>
                  <a:lnTo>
                    <a:pt x="879" y="10225"/>
                  </a:lnTo>
                  <a:cubicBezTo>
                    <a:pt x="1028" y="10225"/>
                    <a:pt x="1153" y="10105"/>
                    <a:pt x="1153" y="9956"/>
                  </a:cubicBezTo>
                  <a:lnTo>
                    <a:pt x="1153" y="552"/>
                  </a:lnTo>
                  <a:cubicBezTo>
                    <a:pt x="1153" y="245"/>
                    <a:pt x="903" y="0"/>
                    <a:pt x="60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3"/>
            <p:cNvSpPr/>
            <p:nvPr/>
          </p:nvSpPr>
          <p:spPr>
            <a:xfrm>
              <a:off x="2921167" y="4300495"/>
              <a:ext cx="326536" cy="39382"/>
            </a:xfrm>
            <a:custGeom>
              <a:rect b="b" l="l" r="r" t="t"/>
              <a:pathLst>
                <a:path extrusionOk="0" h="1503" w="12462">
                  <a:moveTo>
                    <a:pt x="552" y="0"/>
                  </a:moveTo>
                  <a:cubicBezTo>
                    <a:pt x="245" y="0"/>
                    <a:pt x="0" y="245"/>
                    <a:pt x="0" y="552"/>
                  </a:cubicBezTo>
                  <a:lnTo>
                    <a:pt x="0" y="1503"/>
                  </a:lnTo>
                  <a:lnTo>
                    <a:pt x="12462" y="1503"/>
                  </a:lnTo>
                  <a:lnTo>
                    <a:pt x="12462" y="552"/>
                  </a:lnTo>
                  <a:cubicBezTo>
                    <a:pt x="12462" y="245"/>
                    <a:pt x="12212" y="0"/>
                    <a:pt x="11910"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3"/>
            <p:cNvSpPr/>
            <p:nvPr/>
          </p:nvSpPr>
          <p:spPr>
            <a:xfrm>
              <a:off x="3001661" y="4313360"/>
              <a:ext cx="143170" cy="26517"/>
            </a:xfrm>
            <a:custGeom>
              <a:rect b="b" l="l" r="r" t="t"/>
              <a:pathLst>
                <a:path extrusionOk="0" h="1012" w="5464">
                  <a:moveTo>
                    <a:pt x="2730" y="0"/>
                  </a:moveTo>
                  <a:cubicBezTo>
                    <a:pt x="1757" y="0"/>
                    <a:pt x="785" y="337"/>
                    <a:pt x="0" y="1012"/>
                  </a:cubicBezTo>
                  <a:lnTo>
                    <a:pt x="5463" y="1012"/>
                  </a:lnTo>
                  <a:cubicBezTo>
                    <a:pt x="4676" y="337"/>
                    <a:pt x="3703" y="0"/>
                    <a:pt x="2730"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3"/>
            <p:cNvSpPr/>
            <p:nvPr/>
          </p:nvSpPr>
          <p:spPr>
            <a:xfrm>
              <a:off x="3217491" y="4300495"/>
              <a:ext cx="30211" cy="39382"/>
            </a:xfrm>
            <a:custGeom>
              <a:rect b="b" l="l" r="r" t="t"/>
              <a:pathLst>
                <a:path extrusionOk="0" h="1503" w="1153">
                  <a:moveTo>
                    <a:pt x="9" y="0"/>
                  </a:moveTo>
                  <a:cubicBezTo>
                    <a:pt x="7" y="0"/>
                    <a:pt x="4" y="0"/>
                    <a:pt x="1" y="0"/>
                  </a:cubicBezTo>
                  <a:lnTo>
                    <a:pt x="18" y="0"/>
                  </a:lnTo>
                  <a:cubicBezTo>
                    <a:pt x="15" y="0"/>
                    <a:pt x="12" y="0"/>
                    <a:pt x="9" y="0"/>
                  </a:cubicBezTo>
                  <a:close/>
                  <a:moveTo>
                    <a:pt x="605" y="0"/>
                  </a:moveTo>
                  <a:cubicBezTo>
                    <a:pt x="602" y="0"/>
                    <a:pt x="599" y="0"/>
                    <a:pt x="596" y="0"/>
                  </a:cubicBezTo>
                  <a:lnTo>
                    <a:pt x="18" y="0"/>
                  </a:lnTo>
                  <a:cubicBezTo>
                    <a:pt x="317" y="5"/>
                    <a:pt x="558" y="251"/>
                    <a:pt x="558" y="552"/>
                  </a:cubicBezTo>
                  <a:lnTo>
                    <a:pt x="558" y="1503"/>
                  </a:lnTo>
                  <a:lnTo>
                    <a:pt x="1153" y="1503"/>
                  </a:lnTo>
                  <a:lnTo>
                    <a:pt x="1153" y="552"/>
                  </a:lnTo>
                  <a:cubicBezTo>
                    <a:pt x="1153" y="248"/>
                    <a:pt x="908" y="0"/>
                    <a:pt x="605"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3"/>
            <p:cNvSpPr/>
            <p:nvPr/>
          </p:nvSpPr>
          <p:spPr>
            <a:xfrm>
              <a:off x="3129320" y="4479091"/>
              <a:ext cx="62414" cy="62545"/>
            </a:xfrm>
            <a:custGeom>
              <a:rect b="b" l="l" r="r" t="t"/>
              <a:pathLst>
                <a:path extrusionOk="0" h="2387" w="2382">
                  <a:moveTo>
                    <a:pt x="634" y="1"/>
                  </a:moveTo>
                  <a:lnTo>
                    <a:pt x="1" y="639"/>
                  </a:lnTo>
                  <a:lnTo>
                    <a:pt x="1748" y="2386"/>
                  </a:lnTo>
                  <a:lnTo>
                    <a:pt x="2382" y="1753"/>
                  </a:lnTo>
                  <a:lnTo>
                    <a:pt x="634" y="1"/>
                  </a:ln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3"/>
            <p:cNvSpPr/>
            <p:nvPr/>
          </p:nvSpPr>
          <p:spPr>
            <a:xfrm>
              <a:off x="2964192" y="4322007"/>
              <a:ext cx="210327" cy="202283"/>
            </a:xfrm>
            <a:custGeom>
              <a:rect b="b" l="l" r="r" t="t"/>
              <a:pathLst>
                <a:path extrusionOk="0" h="7720" w="8027">
                  <a:moveTo>
                    <a:pt x="4167" y="0"/>
                  </a:moveTo>
                  <a:cubicBezTo>
                    <a:pt x="2602" y="0"/>
                    <a:pt x="1195" y="941"/>
                    <a:pt x="600" y="2381"/>
                  </a:cubicBezTo>
                  <a:cubicBezTo>
                    <a:pt x="0" y="3826"/>
                    <a:pt x="331" y="5487"/>
                    <a:pt x="1435" y="6591"/>
                  </a:cubicBezTo>
                  <a:cubicBezTo>
                    <a:pt x="2173" y="7329"/>
                    <a:pt x="3160" y="7720"/>
                    <a:pt x="4164" y="7720"/>
                  </a:cubicBezTo>
                  <a:cubicBezTo>
                    <a:pt x="4661" y="7720"/>
                    <a:pt x="5163" y="7623"/>
                    <a:pt x="5640" y="7426"/>
                  </a:cubicBezTo>
                  <a:cubicBezTo>
                    <a:pt x="7085" y="6831"/>
                    <a:pt x="8026" y="5420"/>
                    <a:pt x="8026" y="3860"/>
                  </a:cubicBezTo>
                  <a:cubicBezTo>
                    <a:pt x="8026" y="1728"/>
                    <a:pt x="6298" y="0"/>
                    <a:pt x="4167"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3"/>
            <p:cNvSpPr/>
            <p:nvPr/>
          </p:nvSpPr>
          <p:spPr>
            <a:xfrm>
              <a:off x="2983922" y="4340244"/>
              <a:ext cx="172229" cy="165809"/>
            </a:xfrm>
            <a:custGeom>
              <a:rect b="b" l="l" r="r" t="t"/>
              <a:pathLst>
                <a:path extrusionOk="0" h="6328" w="6573">
                  <a:moveTo>
                    <a:pt x="3414" y="0"/>
                  </a:moveTo>
                  <a:cubicBezTo>
                    <a:pt x="2132" y="0"/>
                    <a:pt x="980" y="773"/>
                    <a:pt x="490" y="1954"/>
                  </a:cubicBezTo>
                  <a:cubicBezTo>
                    <a:pt x="1" y="3135"/>
                    <a:pt x="269" y="4493"/>
                    <a:pt x="1177" y="5401"/>
                  </a:cubicBezTo>
                  <a:cubicBezTo>
                    <a:pt x="1781" y="6005"/>
                    <a:pt x="2590" y="6327"/>
                    <a:pt x="3414" y="6327"/>
                  </a:cubicBezTo>
                  <a:cubicBezTo>
                    <a:pt x="3821" y="6327"/>
                    <a:pt x="4232" y="6249"/>
                    <a:pt x="4623" y="6087"/>
                  </a:cubicBezTo>
                  <a:cubicBezTo>
                    <a:pt x="5804" y="5597"/>
                    <a:pt x="6572" y="4440"/>
                    <a:pt x="6572" y="3164"/>
                  </a:cubicBezTo>
                  <a:cubicBezTo>
                    <a:pt x="6572" y="1416"/>
                    <a:pt x="5156" y="0"/>
                    <a:pt x="34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3"/>
            <p:cNvSpPr/>
            <p:nvPr/>
          </p:nvSpPr>
          <p:spPr>
            <a:xfrm>
              <a:off x="3160658" y="4511084"/>
              <a:ext cx="115867" cy="114557"/>
            </a:xfrm>
            <a:custGeom>
              <a:rect b="b" l="l" r="r" t="t"/>
              <a:pathLst>
                <a:path extrusionOk="0" h="4372" w="4422">
                  <a:moveTo>
                    <a:pt x="1160" y="0"/>
                  </a:moveTo>
                  <a:cubicBezTo>
                    <a:pt x="1096" y="0"/>
                    <a:pt x="1032" y="25"/>
                    <a:pt x="984" y="76"/>
                  </a:cubicBezTo>
                  <a:lnTo>
                    <a:pt x="96" y="959"/>
                  </a:lnTo>
                  <a:cubicBezTo>
                    <a:pt x="0" y="1055"/>
                    <a:pt x="0" y="1213"/>
                    <a:pt x="96" y="1314"/>
                  </a:cubicBezTo>
                  <a:lnTo>
                    <a:pt x="3082" y="4300"/>
                  </a:lnTo>
                  <a:cubicBezTo>
                    <a:pt x="3132" y="4348"/>
                    <a:pt x="3197" y="4372"/>
                    <a:pt x="3261" y="4372"/>
                  </a:cubicBezTo>
                  <a:cubicBezTo>
                    <a:pt x="3325" y="4372"/>
                    <a:pt x="3389" y="4348"/>
                    <a:pt x="3437" y="4300"/>
                  </a:cubicBezTo>
                  <a:lnTo>
                    <a:pt x="4320" y="3412"/>
                  </a:lnTo>
                  <a:cubicBezTo>
                    <a:pt x="4421" y="3316"/>
                    <a:pt x="4421" y="3158"/>
                    <a:pt x="4320" y="3062"/>
                  </a:cubicBezTo>
                  <a:lnTo>
                    <a:pt x="1339" y="76"/>
                  </a:lnTo>
                  <a:cubicBezTo>
                    <a:pt x="1289" y="25"/>
                    <a:pt x="1224" y="0"/>
                    <a:pt x="1160"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3"/>
            <p:cNvSpPr/>
            <p:nvPr/>
          </p:nvSpPr>
          <p:spPr>
            <a:xfrm>
              <a:off x="3177113" y="4511084"/>
              <a:ext cx="99412" cy="98731"/>
            </a:xfrm>
            <a:custGeom>
              <a:rect b="b" l="l" r="r" t="t"/>
              <a:pathLst>
                <a:path extrusionOk="0" h="3768" w="3794">
                  <a:moveTo>
                    <a:pt x="532" y="0"/>
                  </a:moveTo>
                  <a:cubicBezTo>
                    <a:pt x="468" y="0"/>
                    <a:pt x="404" y="25"/>
                    <a:pt x="356" y="76"/>
                  </a:cubicBezTo>
                  <a:lnTo>
                    <a:pt x="1" y="426"/>
                  </a:lnTo>
                  <a:cubicBezTo>
                    <a:pt x="51" y="378"/>
                    <a:pt x="116" y="354"/>
                    <a:pt x="180" y="354"/>
                  </a:cubicBezTo>
                  <a:cubicBezTo>
                    <a:pt x="244" y="354"/>
                    <a:pt x="308" y="378"/>
                    <a:pt x="356" y="426"/>
                  </a:cubicBezTo>
                  <a:lnTo>
                    <a:pt x="3342" y="3412"/>
                  </a:lnTo>
                  <a:cubicBezTo>
                    <a:pt x="3438" y="3508"/>
                    <a:pt x="3438" y="3666"/>
                    <a:pt x="3342" y="3767"/>
                  </a:cubicBezTo>
                  <a:lnTo>
                    <a:pt x="3692" y="3412"/>
                  </a:lnTo>
                  <a:cubicBezTo>
                    <a:pt x="3793" y="3316"/>
                    <a:pt x="3793" y="3158"/>
                    <a:pt x="3692" y="3062"/>
                  </a:cubicBezTo>
                  <a:lnTo>
                    <a:pt x="711" y="76"/>
                  </a:lnTo>
                  <a:cubicBezTo>
                    <a:pt x="661" y="25"/>
                    <a:pt x="596" y="0"/>
                    <a:pt x="53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3"/>
            <p:cNvSpPr/>
            <p:nvPr/>
          </p:nvSpPr>
          <p:spPr>
            <a:xfrm>
              <a:off x="3027943" y="4375775"/>
              <a:ext cx="70485" cy="68808"/>
            </a:xfrm>
            <a:custGeom>
              <a:rect b="b" l="l" r="r" t="t"/>
              <a:pathLst>
                <a:path extrusionOk="0" h="2626" w="2690">
                  <a:moveTo>
                    <a:pt x="2459" y="1"/>
                  </a:moveTo>
                  <a:cubicBezTo>
                    <a:pt x="2441" y="1"/>
                    <a:pt x="2424" y="3"/>
                    <a:pt x="2406" y="8"/>
                  </a:cubicBezTo>
                  <a:lnTo>
                    <a:pt x="217" y="536"/>
                  </a:lnTo>
                  <a:cubicBezTo>
                    <a:pt x="54" y="574"/>
                    <a:pt x="1" y="776"/>
                    <a:pt x="121" y="891"/>
                  </a:cubicBezTo>
                  <a:lnTo>
                    <a:pt x="1854" y="2566"/>
                  </a:lnTo>
                  <a:cubicBezTo>
                    <a:pt x="1894" y="2607"/>
                    <a:pt x="1946" y="2625"/>
                    <a:pt x="1997" y="2625"/>
                  </a:cubicBezTo>
                  <a:cubicBezTo>
                    <a:pt x="2090" y="2625"/>
                    <a:pt x="2182" y="2563"/>
                    <a:pt x="2204" y="2460"/>
                  </a:cubicBezTo>
                  <a:lnTo>
                    <a:pt x="2660" y="252"/>
                  </a:lnTo>
                  <a:cubicBezTo>
                    <a:pt x="2690" y="117"/>
                    <a:pt x="2586" y="1"/>
                    <a:pt x="2459"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3"/>
            <p:cNvSpPr/>
            <p:nvPr/>
          </p:nvSpPr>
          <p:spPr>
            <a:xfrm>
              <a:off x="3056582" y="4403366"/>
              <a:ext cx="70747" cy="68624"/>
            </a:xfrm>
            <a:custGeom>
              <a:rect b="b" l="l" r="r" t="t"/>
              <a:pathLst>
                <a:path extrusionOk="0" h="2619" w="2700">
                  <a:moveTo>
                    <a:pt x="234" y="1"/>
                  </a:moveTo>
                  <a:cubicBezTo>
                    <a:pt x="105" y="1"/>
                    <a:pt x="1" y="122"/>
                    <a:pt x="31" y="255"/>
                  </a:cubicBezTo>
                  <a:lnTo>
                    <a:pt x="525" y="2454"/>
                  </a:lnTo>
                  <a:cubicBezTo>
                    <a:pt x="547" y="2558"/>
                    <a:pt x="636" y="2619"/>
                    <a:pt x="728" y="2619"/>
                  </a:cubicBezTo>
                  <a:cubicBezTo>
                    <a:pt x="780" y="2619"/>
                    <a:pt x="834" y="2598"/>
                    <a:pt x="876" y="2555"/>
                  </a:cubicBezTo>
                  <a:lnTo>
                    <a:pt x="2585" y="851"/>
                  </a:lnTo>
                  <a:cubicBezTo>
                    <a:pt x="2700" y="735"/>
                    <a:pt x="2642" y="534"/>
                    <a:pt x="2479" y="500"/>
                  </a:cubicBezTo>
                  <a:lnTo>
                    <a:pt x="281" y="6"/>
                  </a:lnTo>
                  <a:cubicBezTo>
                    <a:pt x="265" y="2"/>
                    <a:pt x="250" y="1"/>
                    <a:pt x="23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3"/>
            <p:cNvSpPr/>
            <p:nvPr/>
          </p:nvSpPr>
          <p:spPr>
            <a:xfrm>
              <a:off x="3056582" y="4403366"/>
              <a:ext cx="35426" cy="41217"/>
            </a:xfrm>
            <a:custGeom>
              <a:rect b="b" l="l" r="r" t="t"/>
              <a:pathLst>
                <a:path extrusionOk="0" h="1573" w="1352">
                  <a:moveTo>
                    <a:pt x="234" y="1"/>
                  </a:moveTo>
                  <a:cubicBezTo>
                    <a:pt x="105" y="1"/>
                    <a:pt x="1" y="122"/>
                    <a:pt x="31" y="255"/>
                  </a:cubicBezTo>
                  <a:lnTo>
                    <a:pt x="189" y="966"/>
                  </a:lnTo>
                  <a:lnTo>
                    <a:pt x="761" y="1513"/>
                  </a:lnTo>
                  <a:cubicBezTo>
                    <a:pt x="801" y="1553"/>
                    <a:pt x="852" y="1572"/>
                    <a:pt x="903" y="1572"/>
                  </a:cubicBezTo>
                  <a:cubicBezTo>
                    <a:pt x="997" y="1572"/>
                    <a:pt x="1089" y="1509"/>
                    <a:pt x="1111" y="1403"/>
                  </a:cubicBezTo>
                  <a:lnTo>
                    <a:pt x="1351" y="246"/>
                  </a:lnTo>
                  <a:lnTo>
                    <a:pt x="281" y="6"/>
                  </a:lnTo>
                  <a:cubicBezTo>
                    <a:pt x="265" y="2"/>
                    <a:pt x="250" y="1"/>
                    <a:pt x="234"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3"/>
            <p:cNvSpPr/>
            <p:nvPr/>
          </p:nvSpPr>
          <p:spPr>
            <a:xfrm>
              <a:off x="2985180" y="4335004"/>
              <a:ext cx="184937" cy="176343"/>
            </a:xfrm>
            <a:custGeom>
              <a:rect b="b" l="l" r="r" t="t"/>
              <a:pathLst>
                <a:path extrusionOk="0" h="6730" w="7058">
                  <a:moveTo>
                    <a:pt x="3360" y="409"/>
                  </a:moveTo>
                  <a:cubicBezTo>
                    <a:pt x="4130" y="409"/>
                    <a:pt x="4888" y="710"/>
                    <a:pt x="5454" y="1276"/>
                  </a:cubicBezTo>
                  <a:cubicBezTo>
                    <a:pt x="6606" y="2428"/>
                    <a:pt x="6606" y="4300"/>
                    <a:pt x="5454" y="5457"/>
                  </a:cubicBezTo>
                  <a:cubicBezTo>
                    <a:pt x="4889" y="6021"/>
                    <a:pt x="4134" y="6322"/>
                    <a:pt x="3365" y="6322"/>
                  </a:cubicBezTo>
                  <a:cubicBezTo>
                    <a:pt x="2984" y="6322"/>
                    <a:pt x="2599" y="6248"/>
                    <a:pt x="2233" y="6095"/>
                  </a:cubicBezTo>
                  <a:cubicBezTo>
                    <a:pt x="1129" y="5639"/>
                    <a:pt x="409" y="4559"/>
                    <a:pt x="409" y="3364"/>
                  </a:cubicBezTo>
                  <a:cubicBezTo>
                    <a:pt x="409" y="2168"/>
                    <a:pt x="1129" y="1093"/>
                    <a:pt x="2233" y="632"/>
                  </a:cubicBezTo>
                  <a:cubicBezTo>
                    <a:pt x="2597" y="482"/>
                    <a:pt x="2980" y="409"/>
                    <a:pt x="3360" y="409"/>
                  </a:cubicBezTo>
                  <a:close/>
                  <a:moveTo>
                    <a:pt x="3365" y="0"/>
                  </a:moveTo>
                  <a:cubicBezTo>
                    <a:pt x="2932" y="0"/>
                    <a:pt x="2495" y="84"/>
                    <a:pt x="2079" y="258"/>
                  </a:cubicBezTo>
                  <a:cubicBezTo>
                    <a:pt x="821" y="776"/>
                    <a:pt x="1" y="2005"/>
                    <a:pt x="1" y="3364"/>
                  </a:cubicBezTo>
                  <a:cubicBezTo>
                    <a:pt x="1" y="4727"/>
                    <a:pt x="821" y="5951"/>
                    <a:pt x="2079" y="6474"/>
                  </a:cubicBezTo>
                  <a:cubicBezTo>
                    <a:pt x="2495" y="6646"/>
                    <a:pt x="2932" y="6730"/>
                    <a:pt x="3365" y="6730"/>
                  </a:cubicBezTo>
                  <a:cubicBezTo>
                    <a:pt x="4240" y="6730"/>
                    <a:pt x="5100" y="6389"/>
                    <a:pt x="5742" y="5745"/>
                  </a:cubicBezTo>
                  <a:cubicBezTo>
                    <a:pt x="7057" y="4429"/>
                    <a:pt x="7057" y="2303"/>
                    <a:pt x="5742" y="987"/>
                  </a:cubicBezTo>
                  <a:cubicBezTo>
                    <a:pt x="5100" y="343"/>
                    <a:pt x="4240" y="0"/>
                    <a:pt x="33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3"/>
            <p:cNvSpPr/>
            <p:nvPr/>
          </p:nvSpPr>
          <p:spPr>
            <a:xfrm>
              <a:off x="2915743" y="4295071"/>
              <a:ext cx="366547" cy="335968"/>
            </a:xfrm>
            <a:custGeom>
              <a:rect b="b" l="l" r="r" t="t"/>
              <a:pathLst>
                <a:path extrusionOk="0" h="12822" w="13989">
                  <a:moveTo>
                    <a:pt x="6016" y="1221"/>
                  </a:moveTo>
                  <a:cubicBezTo>
                    <a:pt x="6485" y="1221"/>
                    <a:pt x="6958" y="1311"/>
                    <a:pt x="7413" y="1499"/>
                  </a:cubicBezTo>
                  <a:cubicBezTo>
                    <a:pt x="9025" y="2171"/>
                    <a:pt x="9942" y="3884"/>
                    <a:pt x="9601" y="5593"/>
                  </a:cubicBezTo>
                  <a:cubicBezTo>
                    <a:pt x="9261" y="7307"/>
                    <a:pt x="7758" y="8541"/>
                    <a:pt x="6016" y="8541"/>
                  </a:cubicBezTo>
                  <a:cubicBezTo>
                    <a:pt x="5046" y="8541"/>
                    <a:pt x="4115" y="8157"/>
                    <a:pt x="3428" y="7475"/>
                  </a:cubicBezTo>
                  <a:cubicBezTo>
                    <a:pt x="2190" y="6241"/>
                    <a:pt x="1998" y="4302"/>
                    <a:pt x="2967" y="2852"/>
                  </a:cubicBezTo>
                  <a:cubicBezTo>
                    <a:pt x="3664" y="1807"/>
                    <a:pt x="4822" y="1221"/>
                    <a:pt x="6016" y="1221"/>
                  </a:cubicBezTo>
                  <a:close/>
                  <a:moveTo>
                    <a:pt x="9054" y="7581"/>
                  </a:moveTo>
                  <a:lnTo>
                    <a:pt x="9913" y="8445"/>
                  </a:lnTo>
                  <a:lnTo>
                    <a:pt x="9573" y="8785"/>
                  </a:lnTo>
                  <a:lnTo>
                    <a:pt x="8709" y="7926"/>
                  </a:lnTo>
                  <a:cubicBezTo>
                    <a:pt x="8771" y="7873"/>
                    <a:pt x="8829" y="7821"/>
                    <a:pt x="8886" y="7763"/>
                  </a:cubicBezTo>
                  <a:cubicBezTo>
                    <a:pt x="8949" y="7701"/>
                    <a:pt x="9001" y="7643"/>
                    <a:pt x="9054" y="7581"/>
                  </a:cubicBezTo>
                  <a:close/>
                  <a:moveTo>
                    <a:pt x="10509" y="8449"/>
                  </a:moveTo>
                  <a:cubicBezTo>
                    <a:pt x="10521" y="8449"/>
                    <a:pt x="10533" y="8454"/>
                    <a:pt x="10542" y="8464"/>
                  </a:cubicBezTo>
                  <a:lnTo>
                    <a:pt x="13101" y="11022"/>
                  </a:lnTo>
                  <a:lnTo>
                    <a:pt x="12150" y="11973"/>
                  </a:lnTo>
                  <a:lnTo>
                    <a:pt x="9592" y="9414"/>
                  </a:lnTo>
                  <a:cubicBezTo>
                    <a:pt x="9582" y="9405"/>
                    <a:pt x="9573" y="9395"/>
                    <a:pt x="9577" y="9381"/>
                  </a:cubicBezTo>
                  <a:cubicBezTo>
                    <a:pt x="9577" y="9371"/>
                    <a:pt x="9582" y="9357"/>
                    <a:pt x="9592" y="9352"/>
                  </a:cubicBezTo>
                  <a:lnTo>
                    <a:pt x="10475" y="8464"/>
                  </a:lnTo>
                  <a:cubicBezTo>
                    <a:pt x="10485" y="8454"/>
                    <a:pt x="10497" y="8449"/>
                    <a:pt x="10509" y="8449"/>
                  </a:cubicBezTo>
                  <a:close/>
                  <a:moveTo>
                    <a:pt x="13389" y="11310"/>
                  </a:moveTo>
                  <a:lnTo>
                    <a:pt x="13523" y="11450"/>
                  </a:lnTo>
                  <a:cubicBezTo>
                    <a:pt x="13542" y="11464"/>
                    <a:pt x="13542" y="11498"/>
                    <a:pt x="13523" y="11512"/>
                  </a:cubicBezTo>
                  <a:lnTo>
                    <a:pt x="13523" y="11517"/>
                  </a:lnTo>
                  <a:lnTo>
                    <a:pt x="12640" y="12400"/>
                  </a:lnTo>
                  <a:cubicBezTo>
                    <a:pt x="12630" y="12407"/>
                    <a:pt x="12618" y="12411"/>
                    <a:pt x="12606" y="12411"/>
                  </a:cubicBezTo>
                  <a:cubicBezTo>
                    <a:pt x="12594" y="12411"/>
                    <a:pt x="12582" y="12407"/>
                    <a:pt x="12573" y="12400"/>
                  </a:cubicBezTo>
                  <a:lnTo>
                    <a:pt x="12438" y="12261"/>
                  </a:lnTo>
                  <a:lnTo>
                    <a:pt x="13389" y="11310"/>
                  </a:lnTo>
                  <a:close/>
                  <a:moveTo>
                    <a:pt x="759" y="1"/>
                  </a:moveTo>
                  <a:cubicBezTo>
                    <a:pt x="342" y="1"/>
                    <a:pt x="1" y="342"/>
                    <a:pt x="1" y="759"/>
                  </a:cubicBezTo>
                  <a:lnTo>
                    <a:pt x="1" y="10163"/>
                  </a:lnTo>
                  <a:cubicBezTo>
                    <a:pt x="6" y="10422"/>
                    <a:pt x="217" y="10633"/>
                    <a:pt x="476" y="10638"/>
                  </a:cubicBezTo>
                  <a:lnTo>
                    <a:pt x="6808" y="10638"/>
                  </a:lnTo>
                  <a:cubicBezTo>
                    <a:pt x="7076" y="10638"/>
                    <a:pt x="7076" y="10230"/>
                    <a:pt x="6808" y="10230"/>
                  </a:cubicBezTo>
                  <a:lnTo>
                    <a:pt x="476" y="10230"/>
                  </a:lnTo>
                  <a:cubicBezTo>
                    <a:pt x="438" y="10230"/>
                    <a:pt x="409" y="10197"/>
                    <a:pt x="409" y="10163"/>
                  </a:cubicBezTo>
                  <a:lnTo>
                    <a:pt x="409" y="1916"/>
                  </a:lnTo>
                  <a:lnTo>
                    <a:pt x="3241" y="1916"/>
                  </a:lnTo>
                  <a:cubicBezTo>
                    <a:pt x="3207" y="1950"/>
                    <a:pt x="3174" y="1979"/>
                    <a:pt x="3140" y="2012"/>
                  </a:cubicBezTo>
                  <a:cubicBezTo>
                    <a:pt x="1643" y="3510"/>
                    <a:pt x="1547" y="5905"/>
                    <a:pt x="2919" y="7518"/>
                  </a:cubicBezTo>
                  <a:cubicBezTo>
                    <a:pt x="3721" y="8459"/>
                    <a:pt x="4864" y="8951"/>
                    <a:pt x="6019" y="8951"/>
                  </a:cubicBezTo>
                  <a:cubicBezTo>
                    <a:pt x="6844" y="8951"/>
                    <a:pt x="7674" y="8701"/>
                    <a:pt x="8392" y="8185"/>
                  </a:cubicBezTo>
                  <a:lnTo>
                    <a:pt x="9285" y="9078"/>
                  </a:lnTo>
                  <a:cubicBezTo>
                    <a:pt x="9121" y="9261"/>
                    <a:pt x="9131" y="9534"/>
                    <a:pt x="9299" y="9702"/>
                  </a:cubicBezTo>
                  <a:lnTo>
                    <a:pt x="9827" y="10230"/>
                  </a:lnTo>
                  <a:lnTo>
                    <a:pt x="7696" y="10230"/>
                  </a:lnTo>
                  <a:cubicBezTo>
                    <a:pt x="7422" y="10230"/>
                    <a:pt x="7422" y="10638"/>
                    <a:pt x="7696" y="10638"/>
                  </a:cubicBezTo>
                  <a:lnTo>
                    <a:pt x="10235" y="10638"/>
                  </a:lnTo>
                  <a:lnTo>
                    <a:pt x="12285" y="12688"/>
                  </a:lnTo>
                  <a:cubicBezTo>
                    <a:pt x="12374" y="12777"/>
                    <a:pt x="12490" y="12821"/>
                    <a:pt x="12606" y="12821"/>
                  </a:cubicBezTo>
                  <a:cubicBezTo>
                    <a:pt x="12723" y="12821"/>
                    <a:pt x="12839" y="12777"/>
                    <a:pt x="12928" y="12688"/>
                  </a:cubicBezTo>
                  <a:lnTo>
                    <a:pt x="13811" y="11805"/>
                  </a:lnTo>
                  <a:cubicBezTo>
                    <a:pt x="13989" y="11622"/>
                    <a:pt x="13989" y="11339"/>
                    <a:pt x="13811" y="11161"/>
                  </a:cubicBezTo>
                  <a:lnTo>
                    <a:pt x="12870" y="10216"/>
                  </a:lnTo>
                  <a:cubicBezTo>
                    <a:pt x="12870" y="10197"/>
                    <a:pt x="12870" y="10177"/>
                    <a:pt x="12870" y="10163"/>
                  </a:cubicBezTo>
                  <a:lnTo>
                    <a:pt x="12870" y="8166"/>
                  </a:lnTo>
                  <a:cubicBezTo>
                    <a:pt x="12870" y="8029"/>
                    <a:pt x="12768" y="7961"/>
                    <a:pt x="12666" y="7961"/>
                  </a:cubicBezTo>
                  <a:cubicBezTo>
                    <a:pt x="12564" y="7961"/>
                    <a:pt x="12462" y="8029"/>
                    <a:pt x="12462" y="8166"/>
                  </a:cubicBezTo>
                  <a:lnTo>
                    <a:pt x="12462" y="9808"/>
                  </a:lnTo>
                  <a:lnTo>
                    <a:pt x="10830" y="8176"/>
                  </a:lnTo>
                  <a:cubicBezTo>
                    <a:pt x="10741" y="8086"/>
                    <a:pt x="10624" y="8042"/>
                    <a:pt x="10508" y="8042"/>
                  </a:cubicBezTo>
                  <a:cubicBezTo>
                    <a:pt x="10400" y="8042"/>
                    <a:pt x="10292" y="8080"/>
                    <a:pt x="10206" y="8157"/>
                  </a:cubicBezTo>
                  <a:lnTo>
                    <a:pt x="9313" y="7264"/>
                  </a:lnTo>
                  <a:cubicBezTo>
                    <a:pt x="10475" y="5646"/>
                    <a:pt x="10293" y="3424"/>
                    <a:pt x="8886" y="2012"/>
                  </a:cubicBezTo>
                  <a:cubicBezTo>
                    <a:pt x="8853" y="1979"/>
                    <a:pt x="8819" y="1950"/>
                    <a:pt x="8785" y="1916"/>
                  </a:cubicBezTo>
                  <a:lnTo>
                    <a:pt x="12462" y="1916"/>
                  </a:lnTo>
                  <a:lnTo>
                    <a:pt x="12462" y="7278"/>
                  </a:lnTo>
                  <a:cubicBezTo>
                    <a:pt x="12462" y="7413"/>
                    <a:pt x="12564" y="7480"/>
                    <a:pt x="12666" y="7480"/>
                  </a:cubicBezTo>
                  <a:cubicBezTo>
                    <a:pt x="12768" y="7480"/>
                    <a:pt x="12870" y="7413"/>
                    <a:pt x="12870" y="7278"/>
                  </a:cubicBezTo>
                  <a:lnTo>
                    <a:pt x="12870" y="759"/>
                  </a:lnTo>
                  <a:cubicBezTo>
                    <a:pt x="12870" y="337"/>
                    <a:pt x="12530" y="1"/>
                    <a:pt x="12112" y="1"/>
                  </a:cubicBezTo>
                  <a:lnTo>
                    <a:pt x="10269" y="1"/>
                  </a:lnTo>
                  <a:cubicBezTo>
                    <a:pt x="9995" y="1"/>
                    <a:pt x="9995" y="409"/>
                    <a:pt x="10269" y="409"/>
                  </a:cubicBezTo>
                  <a:lnTo>
                    <a:pt x="12112" y="409"/>
                  </a:lnTo>
                  <a:cubicBezTo>
                    <a:pt x="12304" y="409"/>
                    <a:pt x="12462" y="563"/>
                    <a:pt x="12462" y="759"/>
                  </a:cubicBezTo>
                  <a:lnTo>
                    <a:pt x="12462" y="1508"/>
                  </a:lnTo>
                  <a:lnTo>
                    <a:pt x="8272" y="1508"/>
                  </a:lnTo>
                  <a:cubicBezTo>
                    <a:pt x="7588" y="1052"/>
                    <a:pt x="6800" y="824"/>
                    <a:pt x="6013" y="824"/>
                  </a:cubicBezTo>
                  <a:cubicBezTo>
                    <a:pt x="5226" y="824"/>
                    <a:pt x="4439" y="1052"/>
                    <a:pt x="3755" y="1508"/>
                  </a:cubicBezTo>
                  <a:lnTo>
                    <a:pt x="409" y="1508"/>
                  </a:lnTo>
                  <a:lnTo>
                    <a:pt x="409" y="759"/>
                  </a:lnTo>
                  <a:cubicBezTo>
                    <a:pt x="409" y="563"/>
                    <a:pt x="567" y="409"/>
                    <a:pt x="759" y="409"/>
                  </a:cubicBezTo>
                  <a:lnTo>
                    <a:pt x="9381" y="409"/>
                  </a:lnTo>
                  <a:cubicBezTo>
                    <a:pt x="9649" y="409"/>
                    <a:pt x="9649" y="1"/>
                    <a:pt x="93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3"/>
            <p:cNvSpPr/>
            <p:nvPr/>
          </p:nvSpPr>
          <p:spPr>
            <a:xfrm>
              <a:off x="2947082" y="4315221"/>
              <a:ext cx="12472" cy="10717"/>
            </a:xfrm>
            <a:custGeom>
              <a:rect b="b" l="l" r="r" t="t"/>
              <a:pathLst>
                <a:path extrusionOk="0" h="409" w="476">
                  <a:moveTo>
                    <a:pt x="274" y="0"/>
                  </a:moveTo>
                  <a:cubicBezTo>
                    <a:pt x="0" y="0"/>
                    <a:pt x="0" y="408"/>
                    <a:pt x="274" y="408"/>
                  </a:cubicBezTo>
                  <a:cubicBezTo>
                    <a:pt x="384" y="408"/>
                    <a:pt x="475" y="317"/>
                    <a:pt x="475" y="206"/>
                  </a:cubicBezTo>
                  <a:cubicBezTo>
                    <a:pt x="475" y="91"/>
                    <a:pt x="384"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3"/>
            <p:cNvSpPr/>
            <p:nvPr/>
          </p:nvSpPr>
          <p:spPr>
            <a:xfrm>
              <a:off x="2961021" y="4315221"/>
              <a:ext cx="12499" cy="10717"/>
            </a:xfrm>
            <a:custGeom>
              <a:rect b="b" l="l" r="r" t="t"/>
              <a:pathLst>
                <a:path extrusionOk="0" h="409" w="477">
                  <a:moveTo>
                    <a:pt x="275" y="0"/>
                  </a:moveTo>
                  <a:cubicBezTo>
                    <a:pt x="1" y="0"/>
                    <a:pt x="1" y="408"/>
                    <a:pt x="275" y="408"/>
                  </a:cubicBezTo>
                  <a:cubicBezTo>
                    <a:pt x="385" y="408"/>
                    <a:pt x="476" y="317"/>
                    <a:pt x="476" y="206"/>
                  </a:cubicBezTo>
                  <a:cubicBezTo>
                    <a:pt x="476" y="91"/>
                    <a:pt x="385"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3"/>
            <p:cNvSpPr/>
            <p:nvPr/>
          </p:nvSpPr>
          <p:spPr>
            <a:xfrm>
              <a:off x="2974883" y="4315221"/>
              <a:ext cx="12603" cy="10717"/>
            </a:xfrm>
            <a:custGeom>
              <a:rect b="b" l="l" r="r" t="t"/>
              <a:pathLst>
                <a:path extrusionOk="0" h="409" w="481">
                  <a:moveTo>
                    <a:pt x="274" y="0"/>
                  </a:moveTo>
                  <a:cubicBezTo>
                    <a:pt x="0" y="0"/>
                    <a:pt x="0" y="408"/>
                    <a:pt x="274" y="408"/>
                  </a:cubicBezTo>
                  <a:cubicBezTo>
                    <a:pt x="389" y="408"/>
                    <a:pt x="480" y="317"/>
                    <a:pt x="475" y="206"/>
                  </a:cubicBezTo>
                  <a:cubicBezTo>
                    <a:pt x="475" y="91"/>
                    <a:pt x="389"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3"/>
            <p:cNvSpPr/>
            <p:nvPr/>
          </p:nvSpPr>
          <p:spPr>
            <a:xfrm>
              <a:off x="3022440" y="4434311"/>
              <a:ext cx="12577" cy="10691"/>
            </a:xfrm>
            <a:custGeom>
              <a:rect b="b" l="l" r="r" t="t"/>
              <a:pathLst>
                <a:path extrusionOk="0" h="408" w="480">
                  <a:moveTo>
                    <a:pt x="281" y="1"/>
                  </a:moveTo>
                  <a:cubicBezTo>
                    <a:pt x="279" y="1"/>
                    <a:pt x="276" y="1"/>
                    <a:pt x="273" y="1"/>
                  </a:cubicBezTo>
                  <a:cubicBezTo>
                    <a:pt x="271" y="1"/>
                    <a:pt x="269" y="1"/>
                    <a:pt x="267" y="1"/>
                  </a:cubicBezTo>
                  <a:cubicBezTo>
                    <a:pt x="89" y="1"/>
                    <a:pt x="1" y="218"/>
                    <a:pt x="129" y="346"/>
                  </a:cubicBezTo>
                  <a:cubicBezTo>
                    <a:pt x="171" y="388"/>
                    <a:pt x="223" y="407"/>
                    <a:pt x="273" y="407"/>
                  </a:cubicBezTo>
                  <a:cubicBezTo>
                    <a:pt x="379" y="407"/>
                    <a:pt x="480" y="326"/>
                    <a:pt x="480" y="202"/>
                  </a:cubicBezTo>
                  <a:cubicBezTo>
                    <a:pt x="480" y="95"/>
                    <a:pt x="393"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3"/>
            <p:cNvSpPr/>
            <p:nvPr/>
          </p:nvSpPr>
          <p:spPr>
            <a:xfrm>
              <a:off x="3022414" y="4452050"/>
              <a:ext cx="12603" cy="10795"/>
            </a:xfrm>
            <a:custGeom>
              <a:rect b="b" l="l" r="r" t="t"/>
              <a:pathLst>
                <a:path extrusionOk="0" h="412" w="481">
                  <a:moveTo>
                    <a:pt x="274" y="1"/>
                  </a:moveTo>
                  <a:cubicBezTo>
                    <a:pt x="92" y="1"/>
                    <a:pt x="1" y="221"/>
                    <a:pt x="130" y="351"/>
                  </a:cubicBezTo>
                  <a:cubicBezTo>
                    <a:pt x="172" y="393"/>
                    <a:pt x="224" y="412"/>
                    <a:pt x="274" y="412"/>
                  </a:cubicBezTo>
                  <a:cubicBezTo>
                    <a:pt x="380" y="412"/>
                    <a:pt x="481" y="330"/>
                    <a:pt x="481" y="207"/>
                  </a:cubicBezTo>
                  <a:cubicBezTo>
                    <a:pt x="481" y="97"/>
                    <a:pt x="389"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3"/>
            <p:cNvSpPr/>
            <p:nvPr/>
          </p:nvSpPr>
          <p:spPr>
            <a:xfrm>
              <a:off x="3037795" y="4434311"/>
              <a:ext cx="12446" cy="10691"/>
            </a:xfrm>
            <a:custGeom>
              <a:rect b="b" l="l" r="r" t="t"/>
              <a:pathLst>
                <a:path extrusionOk="0" h="408" w="475">
                  <a:moveTo>
                    <a:pt x="281" y="1"/>
                  </a:moveTo>
                  <a:cubicBezTo>
                    <a:pt x="278" y="1"/>
                    <a:pt x="275" y="1"/>
                    <a:pt x="273" y="1"/>
                  </a:cubicBezTo>
                  <a:cubicBezTo>
                    <a:pt x="271" y="1"/>
                    <a:pt x="269" y="1"/>
                    <a:pt x="267" y="1"/>
                  </a:cubicBezTo>
                  <a:cubicBezTo>
                    <a:pt x="88" y="1"/>
                    <a:pt x="0" y="218"/>
                    <a:pt x="124" y="346"/>
                  </a:cubicBezTo>
                  <a:cubicBezTo>
                    <a:pt x="166" y="388"/>
                    <a:pt x="218" y="407"/>
                    <a:pt x="268" y="407"/>
                  </a:cubicBezTo>
                  <a:cubicBezTo>
                    <a:pt x="374" y="407"/>
                    <a:pt x="474" y="326"/>
                    <a:pt x="474" y="202"/>
                  </a:cubicBezTo>
                  <a:cubicBezTo>
                    <a:pt x="474" y="95"/>
                    <a:pt x="388"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3"/>
            <p:cNvSpPr/>
            <p:nvPr/>
          </p:nvSpPr>
          <p:spPr>
            <a:xfrm>
              <a:off x="3037769" y="4452050"/>
              <a:ext cx="12472" cy="10795"/>
            </a:xfrm>
            <a:custGeom>
              <a:rect b="b" l="l" r="r" t="t"/>
              <a:pathLst>
                <a:path extrusionOk="0" h="412" w="476">
                  <a:moveTo>
                    <a:pt x="274" y="1"/>
                  </a:moveTo>
                  <a:cubicBezTo>
                    <a:pt x="91" y="1"/>
                    <a:pt x="0" y="221"/>
                    <a:pt x="125" y="351"/>
                  </a:cubicBezTo>
                  <a:cubicBezTo>
                    <a:pt x="167" y="393"/>
                    <a:pt x="219" y="412"/>
                    <a:pt x="269" y="412"/>
                  </a:cubicBezTo>
                  <a:cubicBezTo>
                    <a:pt x="375" y="412"/>
                    <a:pt x="475" y="330"/>
                    <a:pt x="475" y="207"/>
                  </a:cubicBezTo>
                  <a:cubicBezTo>
                    <a:pt x="475" y="97"/>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3"/>
            <p:cNvSpPr/>
            <p:nvPr/>
          </p:nvSpPr>
          <p:spPr>
            <a:xfrm>
              <a:off x="3021156" y="4370325"/>
              <a:ext cx="110706" cy="106932"/>
            </a:xfrm>
            <a:custGeom>
              <a:rect b="b" l="l" r="r" t="t"/>
              <a:pathLst>
                <a:path extrusionOk="0" h="4081" w="4225">
                  <a:moveTo>
                    <a:pt x="2713" y="412"/>
                  </a:moveTo>
                  <a:cubicBezTo>
                    <a:pt x="2713" y="412"/>
                    <a:pt x="2713" y="417"/>
                    <a:pt x="2713" y="417"/>
                  </a:cubicBezTo>
                  <a:lnTo>
                    <a:pt x="2540" y="1257"/>
                  </a:lnTo>
                  <a:lnTo>
                    <a:pt x="1676" y="1065"/>
                  </a:lnTo>
                  <a:cubicBezTo>
                    <a:pt x="1644" y="1058"/>
                    <a:pt x="1613" y="1055"/>
                    <a:pt x="1582" y="1055"/>
                  </a:cubicBezTo>
                  <a:cubicBezTo>
                    <a:pt x="1326" y="1055"/>
                    <a:pt x="1121" y="1294"/>
                    <a:pt x="1181" y="1560"/>
                  </a:cubicBezTo>
                  <a:lnTo>
                    <a:pt x="1191" y="1603"/>
                  </a:lnTo>
                  <a:lnTo>
                    <a:pt x="519" y="955"/>
                  </a:lnTo>
                  <a:lnTo>
                    <a:pt x="519" y="945"/>
                  </a:lnTo>
                  <a:lnTo>
                    <a:pt x="2713" y="412"/>
                  </a:lnTo>
                  <a:close/>
                  <a:moveTo>
                    <a:pt x="1582" y="1465"/>
                  </a:moveTo>
                  <a:cubicBezTo>
                    <a:pt x="1583" y="1465"/>
                    <a:pt x="1585" y="1466"/>
                    <a:pt x="1585" y="1468"/>
                  </a:cubicBezTo>
                  <a:lnTo>
                    <a:pt x="2458" y="1660"/>
                  </a:lnTo>
                  <a:lnTo>
                    <a:pt x="2257" y="2625"/>
                  </a:lnTo>
                  <a:cubicBezTo>
                    <a:pt x="2257" y="2625"/>
                    <a:pt x="2257" y="2630"/>
                    <a:pt x="2252" y="2630"/>
                  </a:cubicBezTo>
                  <a:lnTo>
                    <a:pt x="2247" y="2630"/>
                  </a:lnTo>
                  <a:lnTo>
                    <a:pt x="1724" y="2126"/>
                  </a:lnTo>
                  <a:lnTo>
                    <a:pt x="1580" y="1473"/>
                  </a:lnTo>
                  <a:cubicBezTo>
                    <a:pt x="1580" y="1468"/>
                    <a:pt x="1580" y="1468"/>
                    <a:pt x="1580" y="1468"/>
                  </a:cubicBezTo>
                  <a:cubicBezTo>
                    <a:pt x="1580" y="1466"/>
                    <a:pt x="1581" y="1465"/>
                    <a:pt x="1582" y="1465"/>
                  </a:cubicBezTo>
                  <a:close/>
                  <a:moveTo>
                    <a:pt x="2857" y="1747"/>
                  </a:moveTo>
                  <a:lnTo>
                    <a:pt x="3783" y="1953"/>
                  </a:lnTo>
                  <a:cubicBezTo>
                    <a:pt x="3783" y="1953"/>
                    <a:pt x="3788" y="1953"/>
                    <a:pt x="3788" y="1958"/>
                  </a:cubicBezTo>
                  <a:cubicBezTo>
                    <a:pt x="3788" y="1963"/>
                    <a:pt x="3793" y="1968"/>
                    <a:pt x="3788" y="1968"/>
                  </a:cubicBezTo>
                  <a:lnTo>
                    <a:pt x="2084" y="3672"/>
                  </a:lnTo>
                  <a:lnTo>
                    <a:pt x="2079" y="3672"/>
                  </a:lnTo>
                  <a:cubicBezTo>
                    <a:pt x="2074" y="3672"/>
                    <a:pt x="2074" y="3672"/>
                    <a:pt x="2074" y="3667"/>
                  </a:cubicBezTo>
                  <a:lnTo>
                    <a:pt x="1887" y="2846"/>
                  </a:lnTo>
                  <a:lnTo>
                    <a:pt x="1964" y="2923"/>
                  </a:lnTo>
                  <a:cubicBezTo>
                    <a:pt x="2046" y="3002"/>
                    <a:pt x="2148" y="3038"/>
                    <a:pt x="2248" y="3038"/>
                  </a:cubicBezTo>
                  <a:cubicBezTo>
                    <a:pt x="2434" y="3038"/>
                    <a:pt x="2616" y="2913"/>
                    <a:pt x="2660" y="2707"/>
                  </a:cubicBezTo>
                  <a:lnTo>
                    <a:pt x="2857" y="1747"/>
                  </a:lnTo>
                  <a:close/>
                  <a:moveTo>
                    <a:pt x="2720" y="0"/>
                  </a:moveTo>
                  <a:cubicBezTo>
                    <a:pt x="2686" y="0"/>
                    <a:pt x="2652" y="5"/>
                    <a:pt x="2617" y="14"/>
                  </a:cubicBezTo>
                  <a:lnTo>
                    <a:pt x="423" y="542"/>
                  </a:lnTo>
                  <a:cubicBezTo>
                    <a:pt x="106" y="619"/>
                    <a:pt x="1" y="1017"/>
                    <a:pt x="236" y="1243"/>
                  </a:cubicBezTo>
                  <a:lnTo>
                    <a:pt x="1354" y="2328"/>
                  </a:lnTo>
                  <a:lnTo>
                    <a:pt x="1676" y="3758"/>
                  </a:lnTo>
                  <a:cubicBezTo>
                    <a:pt x="1722" y="3961"/>
                    <a:pt x="1899" y="4081"/>
                    <a:pt x="2082" y="4081"/>
                  </a:cubicBezTo>
                  <a:cubicBezTo>
                    <a:pt x="2185" y="4081"/>
                    <a:pt x="2289" y="4043"/>
                    <a:pt x="2372" y="3960"/>
                  </a:cubicBezTo>
                  <a:lnTo>
                    <a:pt x="4081" y="2251"/>
                  </a:lnTo>
                  <a:cubicBezTo>
                    <a:pt x="4186" y="2145"/>
                    <a:pt x="4225" y="1992"/>
                    <a:pt x="4186" y="1848"/>
                  </a:cubicBezTo>
                  <a:cubicBezTo>
                    <a:pt x="4143" y="1704"/>
                    <a:pt x="4023" y="1588"/>
                    <a:pt x="3879" y="1560"/>
                  </a:cubicBezTo>
                  <a:lnTo>
                    <a:pt x="2943" y="1348"/>
                  </a:lnTo>
                  <a:lnTo>
                    <a:pt x="3116" y="499"/>
                  </a:lnTo>
                  <a:cubicBezTo>
                    <a:pt x="3171" y="237"/>
                    <a:pt x="2969" y="0"/>
                    <a:pt x="2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3"/>
            <p:cNvSpPr/>
            <p:nvPr/>
          </p:nvSpPr>
          <p:spPr>
            <a:xfrm>
              <a:off x="2946060" y="4507154"/>
              <a:ext cx="17267" cy="10717"/>
            </a:xfrm>
            <a:custGeom>
              <a:rect b="b" l="l" r="r" t="t"/>
              <a:pathLst>
                <a:path extrusionOk="0" h="409" w="659">
                  <a:moveTo>
                    <a:pt x="274" y="0"/>
                  </a:moveTo>
                  <a:cubicBezTo>
                    <a:pt x="1" y="0"/>
                    <a:pt x="1" y="408"/>
                    <a:pt x="274" y="408"/>
                  </a:cubicBezTo>
                  <a:lnTo>
                    <a:pt x="385" y="408"/>
                  </a:lnTo>
                  <a:cubicBezTo>
                    <a:pt x="658" y="408"/>
                    <a:pt x="658" y="0"/>
                    <a:pt x="3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3"/>
            <p:cNvSpPr/>
            <p:nvPr/>
          </p:nvSpPr>
          <p:spPr>
            <a:xfrm>
              <a:off x="2961781" y="4507154"/>
              <a:ext cx="32622" cy="10717"/>
            </a:xfrm>
            <a:custGeom>
              <a:rect b="b" l="l" r="r" t="t"/>
              <a:pathLst>
                <a:path extrusionOk="0" h="409" w="1245">
                  <a:moveTo>
                    <a:pt x="274" y="0"/>
                  </a:moveTo>
                  <a:cubicBezTo>
                    <a:pt x="1" y="0"/>
                    <a:pt x="1" y="408"/>
                    <a:pt x="274" y="408"/>
                  </a:cubicBezTo>
                  <a:lnTo>
                    <a:pt x="970" y="408"/>
                  </a:lnTo>
                  <a:cubicBezTo>
                    <a:pt x="1244" y="408"/>
                    <a:pt x="1244" y="0"/>
                    <a:pt x="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3"/>
            <p:cNvSpPr/>
            <p:nvPr/>
          </p:nvSpPr>
          <p:spPr>
            <a:xfrm>
              <a:off x="2946060" y="4521225"/>
              <a:ext cx="48344" cy="10717"/>
            </a:xfrm>
            <a:custGeom>
              <a:rect b="b" l="l" r="r" t="t"/>
              <a:pathLst>
                <a:path extrusionOk="0" h="409" w="1845">
                  <a:moveTo>
                    <a:pt x="274" y="1"/>
                  </a:moveTo>
                  <a:cubicBezTo>
                    <a:pt x="1" y="1"/>
                    <a:pt x="1" y="409"/>
                    <a:pt x="274" y="409"/>
                  </a:cubicBezTo>
                  <a:lnTo>
                    <a:pt x="1570" y="409"/>
                  </a:lnTo>
                  <a:cubicBezTo>
                    <a:pt x="1844" y="409"/>
                    <a:pt x="1844" y="1"/>
                    <a:pt x="15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3"/>
            <p:cNvSpPr/>
            <p:nvPr/>
          </p:nvSpPr>
          <p:spPr>
            <a:xfrm>
              <a:off x="2946060" y="4535453"/>
              <a:ext cx="48344" cy="10717"/>
            </a:xfrm>
            <a:custGeom>
              <a:rect b="b" l="l" r="r" t="t"/>
              <a:pathLst>
                <a:path extrusionOk="0" h="409" w="1845">
                  <a:moveTo>
                    <a:pt x="274" y="0"/>
                  </a:moveTo>
                  <a:cubicBezTo>
                    <a:pt x="1" y="0"/>
                    <a:pt x="1" y="408"/>
                    <a:pt x="274" y="408"/>
                  </a:cubicBezTo>
                  <a:lnTo>
                    <a:pt x="1570" y="408"/>
                  </a:lnTo>
                  <a:cubicBezTo>
                    <a:pt x="1844" y="408"/>
                    <a:pt x="1844" y="0"/>
                    <a:pt x="15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3"/>
            <p:cNvSpPr/>
            <p:nvPr/>
          </p:nvSpPr>
          <p:spPr>
            <a:xfrm>
              <a:off x="3213482" y="4357250"/>
              <a:ext cx="10717" cy="121082"/>
            </a:xfrm>
            <a:custGeom>
              <a:rect b="b" l="l" r="r" t="t"/>
              <a:pathLst>
                <a:path extrusionOk="0" h="4621" w="409">
                  <a:moveTo>
                    <a:pt x="204" y="0"/>
                  </a:moveTo>
                  <a:cubicBezTo>
                    <a:pt x="102" y="0"/>
                    <a:pt x="0" y="69"/>
                    <a:pt x="0" y="206"/>
                  </a:cubicBezTo>
                  <a:lnTo>
                    <a:pt x="0" y="4415"/>
                  </a:lnTo>
                  <a:cubicBezTo>
                    <a:pt x="0" y="4552"/>
                    <a:pt x="102" y="4621"/>
                    <a:pt x="204" y="4621"/>
                  </a:cubicBezTo>
                  <a:cubicBezTo>
                    <a:pt x="306" y="4621"/>
                    <a:pt x="408" y="4552"/>
                    <a:pt x="408" y="4415"/>
                  </a:cubicBezTo>
                  <a:lnTo>
                    <a:pt x="408" y="206"/>
                  </a:lnTo>
                  <a:cubicBezTo>
                    <a:pt x="408" y="69"/>
                    <a:pt x="30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4" name="Google Shape;15054;p83"/>
          <p:cNvGrpSpPr/>
          <p:nvPr/>
        </p:nvGrpSpPr>
        <p:grpSpPr>
          <a:xfrm>
            <a:off x="5712834" y="3812971"/>
            <a:ext cx="347550" cy="324046"/>
            <a:chOff x="5712834" y="3812971"/>
            <a:chExt cx="347550" cy="324046"/>
          </a:xfrm>
        </p:grpSpPr>
        <p:sp>
          <p:nvSpPr>
            <p:cNvPr id="15055" name="Google Shape;15055;p83"/>
            <p:cNvSpPr/>
            <p:nvPr/>
          </p:nvSpPr>
          <p:spPr>
            <a:xfrm>
              <a:off x="5928795" y="3936988"/>
              <a:ext cx="75856" cy="75882"/>
            </a:xfrm>
            <a:custGeom>
              <a:rect b="b" l="l" r="r" t="t"/>
              <a:pathLst>
                <a:path extrusionOk="0" h="2896" w="2895">
                  <a:moveTo>
                    <a:pt x="1445" y="1"/>
                  </a:moveTo>
                  <a:cubicBezTo>
                    <a:pt x="648" y="1"/>
                    <a:pt x="0" y="649"/>
                    <a:pt x="0" y="1450"/>
                  </a:cubicBezTo>
                  <a:cubicBezTo>
                    <a:pt x="0" y="2247"/>
                    <a:pt x="648" y="2895"/>
                    <a:pt x="1445" y="2895"/>
                  </a:cubicBezTo>
                  <a:cubicBezTo>
                    <a:pt x="2247" y="2895"/>
                    <a:pt x="2895" y="2247"/>
                    <a:pt x="2895" y="1450"/>
                  </a:cubicBezTo>
                  <a:cubicBezTo>
                    <a:pt x="2895" y="649"/>
                    <a:pt x="2247" y="1"/>
                    <a:pt x="144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3"/>
            <p:cNvSpPr/>
            <p:nvPr/>
          </p:nvSpPr>
          <p:spPr>
            <a:xfrm>
              <a:off x="5924498" y="3966806"/>
              <a:ext cx="84424" cy="46064"/>
            </a:xfrm>
            <a:custGeom>
              <a:rect b="b" l="l" r="r" t="t"/>
              <a:pathLst>
                <a:path extrusionOk="0" h="1758" w="3222">
                  <a:moveTo>
                    <a:pt x="198" y="0"/>
                  </a:moveTo>
                  <a:lnTo>
                    <a:pt x="198" y="0"/>
                  </a:lnTo>
                  <a:cubicBezTo>
                    <a:pt x="1" y="903"/>
                    <a:pt x="687" y="1757"/>
                    <a:pt x="1609" y="1757"/>
                  </a:cubicBezTo>
                  <a:cubicBezTo>
                    <a:pt x="2536" y="1757"/>
                    <a:pt x="3222" y="903"/>
                    <a:pt x="3025" y="0"/>
                  </a:cubicBezTo>
                  <a:lnTo>
                    <a:pt x="3025" y="0"/>
                  </a:lnTo>
                  <a:cubicBezTo>
                    <a:pt x="2876" y="663"/>
                    <a:pt x="2291" y="1138"/>
                    <a:pt x="1614" y="1138"/>
                  </a:cubicBezTo>
                  <a:cubicBezTo>
                    <a:pt x="932" y="1138"/>
                    <a:pt x="347" y="663"/>
                    <a:pt x="19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3"/>
            <p:cNvSpPr/>
            <p:nvPr/>
          </p:nvSpPr>
          <p:spPr>
            <a:xfrm>
              <a:off x="5717865" y="3931721"/>
              <a:ext cx="81149" cy="86547"/>
            </a:xfrm>
            <a:custGeom>
              <a:rect b="b" l="l" r="r" t="t"/>
              <a:pathLst>
                <a:path extrusionOk="0" h="3303" w="3097">
                  <a:moveTo>
                    <a:pt x="826" y="0"/>
                  </a:moveTo>
                  <a:cubicBezTo>
                    <a:pt x="370" y="0"/>
                    <a:pt x="0" y="370"/>
                    <a:pt x="0" y="826"/>
                  </a:cubicBezTo>
                  <a:lnTo>
                    <a:pt x="0" y="2477"/>
                  </a:lnTo>
                  <a:cubicBezTo>
                    <a:pt x="0" y="2933"/>
                    <a:pt x="370" y="3303"/>
                    <a:pt x="826" y="3303"/>
                  </a:cubicBezTo>
                  <a:lnTo>
                    <a:pt x="3096" y="3303"/>
                  </a:lnTo>
                  <a:lnTo>
                    <a:pt x="309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3"/>
            <p:cNvSpPr/>
            <p:nvPr/>
          </p:nvSpPr>
          <p:spPr>
            <a:xfrm>
              <a:off x="5717865" y="3932219"/>
              <a:ext cx="81149" cy="86049"/>
            </a:xfrm>
            <a:custGeom>
              <a:rect b="b" l="l" r="r" t="t"/>
              <a:pathLst>
                <a:path extrusionOk="0" h="3284" w="3097">
                  <a:moveTo>
                    <a:pt x="643" y="0"/>
                  </a:moveTo>
                  <a:lnTo>
                    <a:pt x="643" y="0"/>
                  </a:lnTo>
                  <a:cubicBezTo>
                    <a:pt x="264" y="87"/>
                    <a:pt x="0" y="418"/>
                    <a:pt x="0" y="807"/>
                  </a:cubicBezTo>
                  <a:lnTo>
                    <a:pt x="0" y="2458"/>
                  </a:lnTo>
                  <a:cubicBezTo>
                    <a:pt x="0" y="2914"/>
                    <a:pt x="370" y="3284"/>
                    <a:pt x="826" y="3284"/>
                  </a:cubicBezTo>
                  <a:lnTo>
                    <a:pt x="3096" y="3284"/>
                  </a:lnTo>
                  <a:lnTo>
                    <a:pt x="3096" y="2664"/>
                  </a:lnTo>
                  <a:lnTo>
                    <a:pt x="1032" y="2664"/>
                  </a:lnTo>
                  <a:cubicBezTo>
                    <a:pt x="807" y="2664"/>
                    <a:pt x="619" y="2477"/>
                    <a:pt x="619" y="2252"/>
                  </a:cubicBezTo>
                  <a:lnTo>
                    <a:pt x="619" y="183"/>
                  </a:lnTo>
                  <a:cubicBezTo>
                    <a:pt x="619" y="125"/>
                    <a:pt x="629" y="63"/>
                    <a:pt x="64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3"/>
            <p:cNvSpPr/>
            <p:nvPr/>
          </p:nvSpPr>
          <p:spPr>
            <a:xfrm>
              <a:off x="5798988" y="3839645"/>
              <a:ext cx="135231" cy="270436"/>
            </a:xfrm>
            <a:custGeom>
              <a:rect b="b" l="l" r="r" t="t"/>
              <a:pathLst>
                <a:path extrusionOk="0" h="10321" w="5161">
                  <a:moveTo>
                    <a:pt x="5161" y="0"/>
                  </a:moveTo>
                  <a:cubicBezTo>
                    <a:pt x="5161" y="0"/>
                    <a:pt x="3096" y="3509"/>
                    <a:pt x="0" y="3509"/>
                  </a:cubicBezTo>
                  <a:lnTo>
                    <a:pt x="0" y="6812"/>
                  </a:lnTo>
                  <a:cubicBezTo>
                    <a:pt x="3096" y="6812"/>
                    <a:pt x="5161" y="10321"/>
                    <a:pt x="5161" y="10321"/>
                  </a:cubicBezTo>
                  <a:lnTo>
                    <a:pt x="516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3"/>
            <p:cNvSpPr/>
            <p:nvPr/>
          </p:nvSpPr>
          <p:spPr>
            <a:xfrm>
              <a:off x="5798988" y="4002022"/>
              <a:ext cx="135231" cy="108190"/>
            </a:xfrm>
            <a:custGeom>
              <a:rect b="b" l="l" r="r" t="t"/>
              <a:pathLst>
                <a:path extrusionOk="0" h="4129" w="5161">
                  <a:moveTo>
                    <a:pt x="0" y="0"/>
                  </a:moveTo>
                  <a:lnTo>
                    <a:pt x="0" y="620"/>
                  </a:lnTo>
                  <a:cubicBezTo>
                    <a:pt x="3096" y="620"/>
                    <a:pt x="5161" y="4129"/>
                    <a:pt x="5161" y="4129"/>
                  </a:cubicBezTo>
                  <a:lnTo>
                    <a:pt x="5161" y="2890"/>
                  </a:lnTo>
                  <a:cubicBezTo>
                    <a:pt x="5161" y="2890"/>
                    <a:pt x="3096" y="0"/>
                    <a:pt x="0" y="0"/>
                  </a:cubicBezTo>
                  <a:close/>
                </a:path>
              </a:pathLst>
            </a:custGeom>
            <a:solidFill>
              <a:srgbClr val="D1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3"/>
            <p:cNvSpPr/>
            <p:nvPr/>
          </p:nvSpPr>
          <p:spPr>
            <a:xfrm>
              <a:off x="5934193" y="3818002"/>
              <a:ext cx="32491" cy="313854"/>
            </a:xfrm>
            <a:custGeom>
              <a:rect b="b" l="l" r="r" t="t"/>
              <a:pathLst>
                <a:path extrusionOk="0" h="11978" w="1240">
                  <a:moveTo>
                    <a:pt x="1" y="1"/>
                  </a:moveTo>
                  <a:lnTo>
                    <a:pt x="1" y="11977"/>
                  </a:lnTo>
                  <a:lnTo>
                    <a:pt x="1239" y="11977"/>
                  </a:lnTo>
                  <a:lnTo>
                    <a:pt x="1239"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3"/>
            <p:cNvSpPr/>
            <p:nvPr/>
          </p:nvSpPr>
          <p:spPr>
            <a:xfrm>
              <a:off x="5934193" y="4104789"/>
              <a:ext cx="32491" cy="27067"/>
            </a:xfrm>
            <a:custGeom>
              <a:rect b="b" l="l" r="r" t="t"/>
              <a:pathLst>
                <a:path extrusionOk="0" h="1033" w="1240">
                  <a:moveTo>
                    <a:pt x="1" y="0"/>
                  </a:moveTo>
                  <a:lnTo>
                    <a:pt x="1" y="1032"/>
                  </a:lnTo>
                  <a:lnTo>
                    <a:pt x="1239" y="1032"/>
                  </a:lnTo>
                  <a:lnTo>
                    <a:pt x="1239"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3"/>
            <p:cNvSpPr/>
            <p:nvPr/>
          </p:nvSpPr>
          <p:spPr>
            <a:xfrm>
              <a:off x="5755728" y="3931721"/>
              <a:ext cx="43287" cy="86547"/>
            </a:xfrm>
            <a:custGeom>
              <a:rect b="b" l="l" r="r" t="t"/>
              <a:pathLst>
                <a:path extrusionOk="0" h="3303" w="1652">
                  <a:moveTo>
                    <a:pt x="0" y="0"/>
                  </a:moveTo>
                  <a:lnTo>
                    <a:pt x="0" y="3303"/>
                  </a:lnTo>
                  <a:lnTo>
                    <a:pt x="1651" y="3303"/>
                  </a:lnTo>
                  <a:lnTo>
                    <a:pt x="1651" y="0"/>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3"/>
            <p:cNvSpPr/>
            <p:nvPr/>
          </p:nvSpPr>
          <p:spPr>
            <a:xfrm>
              <a:off x="5755728" y="4002022"/>
              <a:ext cx="43287" cy="16246"/>
            </a:xfrm>
            <a:custGeom>
              <a:rect b="b" l="l" r="r" t="t"/>
              <a:pathLst>
                <a:path extrusionOk="0" h="620" w="1652">
                  <a:moveTo>
                    <a:pt x="0" y="0"/>
                  </a:moveTo>
                  <a:lnTo>
                    <a:pt x="0" y="620"/>
                  </a:lnTo>
                  <a:lnTo>
                    <a:pt x="1651" y="620"/>
                  </a:lnTo>
                  <a:lnTo>
                    <a:pt x="1651"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3"/>
            <p:cNvSpPr/>
            <p:nvPr/>
          </p:nvSpPr>
          <p:spPr>
            <a:xfrm>
              <a:off x="5771947" y="4045283"/>
              <a:ext cx="32465" cy="32491"/>
            </a:xfrm>
            <a:custGeom>
              <a:rect b="b" l="l" r="r" t="t"/>
              <a:pathLst>
                <a:path extrusionOk="0" h="1240" w="1239">
                  <a:moveTo>
                    <a:pt x="0" y="1"/>
                  </a:moveTo>
                  <a:lnTo>
                    <a:pt x="0" y="1239"/>
                  </a:lnTo>
                  <a:lnTo>
                    <a:pt x="1239" y="1239"/>
                  </a:lnTo>
                  <a:lnTo>
                    <a:pt x="123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3"/>
            <p:cNvSpPr/>
            <p:nvPr/>
          </p:nvSpPr>
          <p:spPr>
            <a:xfrm>
              <a:off x="5755728" y="4018242"/>
              <a:ext cx="43287" cy="81149"/>
            </a:xfrm>
            <a:custGeom>
              <a:rect b="b" l="l" r="r" t="t"/>
              <a:pathLst>
                <a:path extrusionOk="0" h="3097" w="1652">
                  <a:moveTo>
                    <a:pt x="0" y="1"/>
                  </a:moveTo>
                  <a:lnTo>
                    <a:pt x="0" y="3097"/>
                  </a:lnTo>
                  <a:lnTo>
                    <a:pt x="826" y="3097"/>
                  </a:lnTo>
                  <a:lnTo>
                    <a:pt x="165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3"/>
            <p:cNvSpPr/>
            <p:nvPr/>
          </p:nvSpPr>
          <p:spPr>
            <a:xfrm>
              <a:off x="5712834" y="3812971"/>
              <a:ext cx="296848" cy="324046"/>
            </a:xfrm>
            <a:custGeom>
              <a:rect b="b" l="l" r="r" t="t"/>
              <a:pathLst>
                <a:path extrusionOk="0" h="12367" w="11329">
                  <a:moveTo>
                    <a:pt x="9884" y="4950"/>
                  </a:moveTo>
                  <a:cubicBezTo>
                    <a:pt x="10494" y="5041"/>
                    <a:pt x="10940" y="5569"/>
                    <a:pt x="10940" y="6183"/>
                  </a:cubicBezTo>
                  <a:cubicBezTo>
                    <a:pt x="10940" y="6803"/>
                    <a:pt x="10494" y="7326"/>
                    <a:pt x="9884" y="7422"/>
                  </a:cubicBezTo>
                  <a:lnTo>
                    <a:pt x="9884" y="7417"/>
                  </a:lnTo>
                  <a:lnTo>
                    <a:pt x="9884" y="4950"/>
                  </a:lnTo>
                  <a:close/>
                  <a:moveTo>
                    <a:pt x="1445" y="4724"/>
                  </a:moveTo>
                  <a:lnTo>
                    <a:pt x="1445" y="7638"/>
                  </a:lnTo>
                  <a:lnTo>
                    <a:pt x="1018" y="7638"/>
                  </a:lnTo>
                  <a:cubicBezTo>
                    <a:pt x="672" y="7638"/>
                    <a:pt x="389" y="7355"/>
                    <a:pt x="384" y="7009"/>
                  </a:cubicBezTo>
                  <a:lnTo>
                    <a:pt x="389" y="7009"/>
                  </a:lnTo>
                  <a:lnTo>
                    <a:pt x="389" y="5358"/>
                  </a:lnTo>
                  <a:cubicBezTo>
                    <a:pt x="389" y="5007"/>
                    <a:pt x="672" y="4724"/>
                    <a:pt x="1018" y="4724"/>
                  </a:cubicBezTo>
                  <a:close/>
                  <a:moveTo>
                    <a:pt x="3096" y="4724"/>
                  </a:moveTo>
                  <a:lnTo>
                    <a:pt x="3096" y="7638"/>
                  </a:lnTo>
                  <a:lnTo>
                    <a:pt x="1834" y="7638"/>
                  </a:lnTo>
                  <a:lnTo>
                    <a:pt x="1834" y="4724"/>
                  </a:lnTo>
                  <a:close/>
                  <a:moveTo>
                    <a:pt x="3303" y="9059"/>
                  </a:moveTo>
                  <a:lnTo>
                    <a:pt x="3303" y="9908"/>
                  </a:lnTo>
                  <a:lnTo>
                    <a:pt x="2938" y="9908"/>
                  </a:lnTo>
                  <a:lnTo>
                    <a:pt x="3164" y="9059"/>
                  </a:lnTo>
                  <a:close/>
                  <a:moveTo>
                    <a:pt x="3039" y="8027"/>
                  </a:moveTo>
                  <a:lnTo>
                    <a:pt x="2314" y="10739"/>
                  </a:lnTo>
                  <a:lnTo>
                    <a:pt x="1834" y="10739"/>
                  </a:lnTo>
                  <a:lnTo>
                    <a:pt x="1834" y="8027"/>
                  </a:lnTo>
                  <a:close/>
                  <a:moveTo>
                    <a:pt x="9495" y="390"/>
                  </a:moveTo>
                  <a:lnTo>
                    <a:pt x="9495" y="11972"/>
                  </a:lnTo>
                  <a:lnTo>
                    <a:pt x="8645" y="11972"/>
                  </a:lnTo>
                  <a:lnTo>
                    <a:pt x="8645" y="3812"/>
                  </a:lnTo>
                  <a:cubicBezTo>
                    <a:pt x="8638" y="3690"/>
                    <a:pt x="8545" y="3628"/>
                    <a:pt x="8451" y="3628"/>
                  </a:cubicBezTo>
                  <a:cubicBezTo>
                    <a:pt x="8357" y="3628"/>
                    <a:pt x="8264" y="3690"/>
                    <a:pt x="8257" y="3812"/>
                  </a:cubicBezTo>
                  <a:lnTo>
                    <a:pt x="8257" y="10710"/>
                  </a:lnTo>
                  <a:cubicBezTo>
                    <a:pt x="7930" y="10259"/>
                    <a:pt x="7565" y="9836"/>
                    <a:pt x="7167" y="9448"/>
                  </a:cubicBezTo>
                  <a:cubicBezTo>
                    <a:pt x="6672" y="8958"/>
                    <a:pt x="6106" y="8540"/>
                    <a:pt x="5492" y="8209"/>
                  </a:cubicBezTo>
                  <a:cubicBezTo>
                    <a:pt x="4872" y="7873"/>
                    <a:pt x="4186" y="7681"/>
                    <a:pt x="3485" y="7643"/>
                  </a:cubicBezTo>
                  <a:lnTo>
                    <a:pt x="3485" y="4719"/>
                  </a:lnTo>
                  <a:cubicBezTo>
                    <a:pt x="4186" y="4681"/>
                    <a:pt x="4872" y="4489"/>
                    <a:pt x="5492" y="4153"/>
                  </a:cubicBezTo>
                  <a:cubicBezTo>
                    <a:pt x="6106" y="3822"/>
                    <a:pt x="6672" y="3404"/>
                    <a:pt x="7167" y="2914"/>
                  </a:cubicBezTo>
                  <a:cubicBezTo>
                    <a:pt x="7565" y="2526"/>
                    <a:pt x="7930" y="2103"/>
                    <a:pt x="8257" y="1657"/>
                  </a:cubicBezTo>
                  <a:lnTo>
                    <a:pt x="8257" y="2886"/>
                  </a:lnTo>
                  <a:cubicBezTo>
                    <a:pt x="8264" y="3008"/>
                    <a:pt x="8357" y="3069"/>
                    <a:pt x="8451" y="3069"/>
                  </a:cubicBezTo>
                  <a:cubicBezTo>
                    <a:pt x="8545" y="3069"/>
                    <a:pt x="8638" y="3008"/>
                    <a:pt x="8645" y="2886"/>
                  </a:cubicBezTo>
                  <a:lnTo>
                    <a:pt x="8645" y="390"/>
                  </a:lnTo>
                  <a:close/>
                  <a:moveTo>
                    <a:pt x="8453" y="1"/>
                  </a:moveTo>
                  <a:cubicBezTo>
                    <a:pt x="8343" y="1"/>
                    <a:pt x="8257" y="87"/>
                    <a:pt x="8257" y="193"/>
                  </a:cubicBezTo>
                  <a:lnTo>
                    <a:pt x="8257" y="966"/>
                  </a:lnTo>
                  <a:cubicBezTo>
                    <a:pt x="7868" y="1575"/>
                    <a:pt x="7407" y="2142"/>
                    <a:pt x="6889" y="2646"/>
                  </a:cubicBezTo>
                  <a:cubicBezTo>
                    <a:pt x="6092" y="3418"/>
                    <a:pt x="4820" y="4340"/>
                    <a:pt x="3288" y="4340"/>
                  </a:cubicBezTo>
                  <a:lnTo>
                    <a:pt x="1018" y="4340"/>
                  </a:lnTo>
                  <a:cubicBezTo>
                    <a:pt x="456" y="4340"/>
                    <a:pt x="0" y="4796"/>
                    <a:pt x="0" y="5358"/>
                  </a:cubicBezTo>
                  <a:lnTo>
                    <a:pt x="0" y="7009"/>
                  </a:lnTo>
                  <a:cubicBezTo>
                    <a:pt x="0" y="7575"/>
                    <a:pt x="456" y="8031"/>
                    <a:pt x="1018" y="8031"/>
                  </a:cubicBezTo>
                  <a:lnTo>
                    <a:pt x="1445" y="8031"/>
                  </a:lnTo>
                  <a:lnTo>
                    <a:pt x="1445" y="10936"/>
                  </a:lnTo>
                  <a:cubicBezTo>
                    <a:pt x="1445" y="11041"/>
                    <a:pt x="1531" y="11128"/>
                    <a:pt x="1637" y="11128"/>
                  </a:cubicBezTo>
                  <a:lnTo>
                    <a:pt x="2463" y="11128"/>
                  </a:lnTo>
                  <a:cubicBezTo>
                    <a:pt x="2554" y="11128"/>
                    <a:pt x="2631" y="11070"/>
                    <a:pt x="2650" y="10984"/>
                  </a:cubicBezTo>
                  <a:lnTo>
                    <a:pt x="2832" y="10302"/>
                  </a:lnTo>
                  <a:lnTo>
                    <a:pt x="3495" y="10302"/>
                  </a:lnTo>
                  <a:cubicBezTo>
                    <a:pt x="3600" y="10302"/>
                    <a:pt x="3687" y="10216"/>
                    <a:pt x="3687" y="10110"/>
                  </a:cubicBezTo>
                  <a:lnTo>
                    <a:pt x="3687" y="8867"/>
                  </a:lnTo>
                  <a:cubicBezTo>
                    <a:pt x="3687" y="8756"/>
                    <a:pt x="3600" y="8670"/>
                    <a:pt x="3495" y="8670"/>
                  </a:cubicBezTo>
                  <a:lnTo>
                    <a:pt x="3264" y="8670"/>
                  </a:lnTo>
                  <a:lnTo>
                    <a:pt x="3437" y="8031"/>
                  </a:lnTo>
                  <a:cubicBezTo>
                    <a:pt x="4901" y="8084"/>
                    <a:pt x="6116" y="8972"/>
                    <a:pt x="6889" y="9721"/>
                  </a:cubicBezTo>
                  <a:cubicBezTo>
                    <a:pt x="7407" y="10225"/>
                    <a:pt x="7868" y="10792"/>
                    <a:pt x="8257" y="11401"/>
                  </a:cubicBezTo>
                  <a:lnTo>
                    <a:pt x="8257" y="12169"/>
                  </a:lnTo>
                  <a:cubicBezTo>
                    <a:pt x="8257" y="12280"/>
                    <a:pt x="8343" y="12366"/>
                    <a:pt x="8449" y="12366"/>
                  </a:cubicBezTo>
                  <a:lnTo>
                    <a:pt x="9687" y="12366"/>
                  </a:lnTo>
                  <a:cubicBezTo>
                    <a:pt x="9797" y="12366"/>
                    <a:pt x="9884" y="12280"/>
                    <a:pt x="9884" y="12169"/>
                  </a:cubicBezTo>
                  <a:lnTo>
                    <a:pt x="9884" y="7811"/>
                  </a:lnTo>
                  <a:cubicBezTo>
                    <a:pt x="10710" y="7715"/>
                    <a:pt x="11329" y="7014"/>
                    <a:pt x="11329" y="6183"/>
                  </a:cubicBezTo>
                  <a:cubicBezTo>
                    <a:pt x="11329" y="5353"/>
                    <a:pt x="10710" y="4652"/>
                    <a:pt x="9884" y="4556"/>
                  </a:cubicBezTo>
                  <a:lnTo>
                    <a:pt x="9884" y="193"/>
                  </a:lnTo>
                  <a:cubicBezTo>
                    <a:pt x="9884" y="87"/>
                    <a:pt x="9797" y="1"/>
                    <a:pt x="9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3"/>
            <p:cNvSpPr/>
            <p:nvPr/>
          </p:nvSpPr>
          <p:spPr>
            <a:xfrm>
              <a:off x="6030042" y="3969819"/>
              <a:ext cx="30342" cy="10219"/>
            </a:xfrm>
            <a:custGeom>
              <a:rect b="b" l="l" r="r" t="t"/>
              <a:pathLst>
                <a:path extrusionOk="0" h="390" w="1158">
                  <a:moveTo>
                    <a:pt x="256" y="0"/>
                  </a:moveTo>
                  <a:cubicBezTo>
                    <a:pt x="0" y="0"/>
                    <a:pt x="0" y="390"/>
                    <a:pt x="256" y="390"/>
                  </a:cubicBezTo>
                  <a:cubicBezTo>
                    <a:pt x="260" y="390"/>
                    <a:pt x="265" y="390"/>
                    <a:pt x="269" y="389"/>
                  </a:cubicBezTo>
                  <a:lnTo>
                    <a:pt x="888" y="389"/>
                  </a:lnTo>
                  <a:cubicBezTo>
                    <a:pt x="893" y="390"/>
                    <a:pt x="898" y="390"/>
                    <a:pt x="902" y="390"/>
                  </a:cubicBezTo>
                  <a:cubicBezTo>
                    <a:pt x="1157" y="390"/>
                    <a:pt x="1157" y="0"/>
                    <a:pt x="902" y="0"/>
                  </a:cubicBezTo>
                  <a:cubicBezTo>
                    <a:pt x="898" y="0"/>
                    <a:pt x="893" y="0"/>
                    <a:pt x="888" y="1"/>
                  </a:cubicBezTo>
                  <a:lnTo>
                    <a:pt x="269" y="1"/>
                  </a:lnTo>
                  <a:cubicBezTo>
                    <a:pt x="265" y="0"/>
                    <a:pt x="260"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3"/>
            <p:cNvSpPr/>
            <p:nvPr/>
          </p:nvSpPr>
          <p:spPr>
            <a:xfrm>
              <a:off x="6009787" y="3908820"/>
              <a:ext cx="24997" cy="21538"/>
            </a:xfrm>
            <a:custGeom>
              <a:rect b="b" l="l" r="r" t="t"/>
              <a:pathLst>
                <a:path extrusionOk="0" h="822" w="954">
                  <a:moveTo>
                    <a:pt x="685" y="1"/>
                  </a:moveTo>
                  <a:cubicBezTo>
                    <a:pt x="643" y="1"/>
                    <a:pt x="598" y="17"/>
                    <a:pt x="557" y="53"/>
                  </a:cubicBezTo>
                  <a:lnTo>
                    <a:pt x="116" y="490"/>
                  </a:lnTo>
                  <a:cubicBezTo>
                    <a:pt x="1" y="610"/>
                    <a:pt x="82" y="817"/>
                    <a:pt x="255" y="821"/>
                  </a:cubicBezTo>
                  <a:cubicBezTo>
                    <a:pt x="308" y="821"/>
                    <a:pt x="356" y="797"/>
                    <a:pt x="389" y="764"/>
                  </a:cubicBezTo>
                  <a:lnTo>
                    <a:pt x="831" y="327"/>
                  </a:lnTo>
                  <a:cubicBezTo>
                    <a:pt x="954" y="186"/>
                    <a:pt x="831" y="1"/>
                    <a:pt x="6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3"/>
            <p:cNvSpPr/>
            <p:nvPr/>
          </p:nvSpPr>
          <p:spPr>
            <a:xfrm>
              <a:off x="6009604" y="4019761"/>
              <a:ext cx="25207" cy="21329"/>
            </a:xfrm>
            <a:custGeom>
              <a:rect b="b" l="l" r="r" t="t"/>
              <a:pathLst>
                <a:path extrusionOk="0" h="814" w="962">
                  <a:moveTo>
                    <a:pt x="268" y="1"/>
                  </a:moveTo>
                  <a:cubicBezTo>
                    <a:pt x="122" y="1"/>
                    <a:pt x="0" y="185"/>
                    <a:pt x="123" y="327"/>
                  </a:cubicBezTo>
                  <a:lnTo>
                    <a:pt x="564" y="764"/>
                  </a:lnTo>
                  <a:cubicBezTo>
                    <a:pt x="605" y="799"/>
                    <a:pt x="649" y="814"/>
                    <a:pt x="691" y="814"/>
                  </a:cubicBezTo>
                  <a:cubicBezTo>
                    <a:pt x="838" y="814"/>
                    <a:pt x="961" y="632"/>
                    <a:pt x="838" y="490"/>
                  </a:cubicBezTo>
                  <a:lnTo>
                    <a:pt x="396" y="53"/>
                  </a:lnTo>
                  <a:cubicBezTo>
                    <a:pt x="355" y="16"/>
                    <a:pt x="311" y="1"/>
                    <a:pt x="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1" name="Google Shape;15071;p83"/>
          <p:cNvGrpSpPr/>
          <p:nvPr/>
        </p:nvGrpSpPr>
        <p:grpSpPr>
          <a:xfrm>
            <a:off x="6181466" y="3859140"/>
            <a:ext cx="347943" cy="231709"/>
            <a:chOff x="6181466" y="3859140"/>
            <a:chExt cx="347943" cy="231709"/>
          </a:xfrm>
        </p:grpSpPr>
        <p:sp>
          <p:nvSpPr>
            <p:cNvPr id="15072" name="Google Shape;15072;p83"/>
            <p:cNvSpPr/>
            <p:nvPr/>
          </p:nvSpPr>
          <p:spPr>
            <a:xfrm>
              <a:off x="6186890" y="3864538"/>
              <a:ext cx="337121" cy="220782"/>
            </a:xfrm>
            <a:custGeom>
              <a:rect b="b" l="l" r="r" t="t"/>
              <a:pathLst>
                <a:path extrusionOk="0" h="8426" w="12866">
                  <a:moveTo>
                    <a:pt x="447" y="1"/>
                  </a:moveTo>
                  <a:cubicBezTo>
                    <a:pt x="202" y="1"/>
                    <a:pt x="0" y="198"/>
                    <a:pt x="0" y="442"/>
                  </a:cubicBezTo>
                  <a:lnTo>
                    <a:pt x="0" y="7984"/>
                  </a:lnTo>
                  <a:cubicBezTo>
                    <a:pt x="0" y="8228"/>
                    <a:pt x="202" y="8425"/>
                    <a:pt x="447" y="8425"/>
                  </a:cubicBezTo>
                  <a:lnTo>
                    <a:pt x="12419" y="8425"/>
                  </a:lnTo>
                  <a:cubicBezTo>
                    <a:pt x="12663" y="8425"/>
                    <a:pt x="12865" y="8228"/>
                    <a:pt x="12865" y="7984"/>
                  </a:cubicBezTo>
                  <a:lnTo>
                    <a:pt x="12865" y="442"/>
                  </a:lnTo>
                  <a:cubicBezTo>
                    <a:pt x="12865" y="198"/>
                    <a:pt x="12663" y="1"/>
                    <a:pt x="12419" y="1"/>
                  </a:cubicBezTo>
                  <a:close/>
                </a:path>
              </a:pathLst>
            </a:custGeom>
            <a:solidFill>
              <a:srgbClr val="DCE3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3"/>
            <p:cNvSpPr/>
            <p:nvPr/>
          </p:nvSpPr>
          <p:spPr>
            <a:xfrm>
              <a:off x="6221713" y="3887806"/>
              <a:ext cx="267449" cy="174351"/>
            </a:xfrm>
            <a:custGeom>
              <a:rect b="b" l="l" r="r" t="t"/>
              <a:pathLst>
                <a:path extrusionOk="0" h="6654" w="10207">
                  <a:moveTo>
                    <a:pt x="1" y="1"/>
                  </a:moveTo>
                  <a:lnTo>
                    <a:pt x="1" y="6654"/>
                  </a:lnTo>
                  <a:lnTo>
                    <a:pt x="10206" y="6654"/>
                  </a:lnTo>
                  <a:lnTo>
                    <a:pt x="10206" y="1"/>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3"/>
            <p:cNvSpPr/>
            <p:nvPr/>
          </p:nvSpPr>
          <p:spPr>
            <a:xfrm>
              <a:off x="6297307" y="3910969"/>
              <a:ext cx="116260" cy="93097"/>
            </a:xfrm>
            <a:custGeom>
              <a:rect b="b" l="l" r="r" t="t"/>
              <a:pathLst>
                <a:path extrusionOk="0" h="3553" w="4437">
                  <a:moveTo>
                    <a:pt x="1775" y="1026"/>
                  </a:moveTo>
                  <a:cubicBezTo>
                    <a:pt x="1807" y="1026"/>
                    <a:pt x="1841" y="1034"/>
                    <a:pt x="1873" y="1051"/>
                  </a:cubicBezTo>
                  <a:lnTo>
                    <a:pt x="2934" y="1579"/>
                  </a:lnTo>
                  <a:cubicBezTo>
                    <a:pt x="3097" y="1656"/>
                    <a:pt x="3097" y="1891"/>
                    <a:pt x="2934" y="1973"/>
                  </a:cubicBezTo>
                  <a:lnTo>
                    <a:pt x="1873" y="2501"/>
                  </a:lnTo>
                  <a:cubicBezTo>
                    <a:pt x="1841" y="2518"/>
                    <a:pt x="1807" y="2526"/>
                    <a:pt x="1775" y="2526"/>
                  </a:cubicBezTo>
                  <a:cubicBezTo>
                    <a:pt x="1661" y="2526"/>
                    <a:pt x="1556" y="2431"/>
                    <a:pt x="1556" y="2304"/>
                  </a:cubicBezTo>
                  <a:lnTo>
                    <a:pt x="1556" y="1248"/>
                  </a:lnTo>
                  <a:cubicBezTo>
                    <a:pt x="1556" y="1121"/>
                    <a:pt x="1661" y="1026"/>
                    <a:pt x="1775" y="1026"/>
                  </a:cubicBezTo>
                  <a:close/>
                  <a:moveTo>
                    <a:pt x="889" y="0"/>
                  </a:moveTo>
                  <a:cubicBezTo>
                    <a:pt x="399" y="0"/>
                    <a:pt x="1" y="399"/>
                    <a:pt x="1" y="888"/>
                  </a:cubicBezTo>
                  <a:lnTo>
                    <a:pt x="1" y="2664"/>
                  </a:lnTo>
                  <a:cubicBezTo>
                    <a:pt x="1" y="3154"/>
                    <a:pt x="399" y="3552"/>
                    <a:pt x="889" y="3552"/>
                  </a:cubicBezTo>
                  <a:lnTo>
                    <a:pt x="3548" y="3552"/>
                  </a:lnTo>
                  <a:cubicBezTo>
                    <a:pt x="4038" y="3552"/>
                    <a:pt x="4436" y="3154"/>
                    <a:pt x="4436" y="2664"/>
                  </a:cubicBezTo>
                  <a:lnTo>
                    <a:pt x="4436" y="888"/>
                  </a:lnTo>
                  <a:cubicBezTo>
                    <a:pt x="4436" y="399"/>
                    <a:pt x="4038" y="0"/>
                    <a:pt x="3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3"/>
            <p:cNvSpPr/>
            <p:nvPr/>
          </p:nvSpPr>
          <p:spPr>
            <a:xfrm>
              <a:off x="6279830" y="4021386"/>
              <a:ext cx="23294" cy="23294"/>
            </a:xfrm>
            <a:custGeom>
              <a:rect b="b" l="l" r="r" t="t"/>
              <a:pathLst>
                <a:path extrusionOk="0" h="889" w="889">
                  <a:moveTo>
                    <a:pt x="447" y="1"/>
                  </a:moveTo>
                  <a:cubicBezTo>
                    <a:pt x="202" y="1"/>
                    <a:pt x="1" y="202"/>
                    <a:pt x="1" y="447"/>
                  </a:cubicBezTo>
                  <a:cubicBezTo>
                    <a:pt x="1" y="692"/>
                    <a:pt x="202" y="889"/>
                    <a:pt x="447" y="889"/>
                  </a:cubicBezTo>
                  <a:cubicBezTo>
                    <a:pt x="692" y="889"/>
                    <a:pt x="889" y="692"/>
                    <a:pt x="889" y="447"/>
                  </a:cubicBezTo>
                  <a:cubicBezTo>
                    <a:pt x="889" y="202"/>
                    <a:pt x="692" y="1"/>
                    <a:pt x="4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3"/>
            <p:cNvSpPr/>
            <p:nvPr/>
          </p:nvSpPr>
          <p:spPr>
            <a:xfrm>
              <a:off x="6181466" y="3859140"/>
              <a:ext cx="347943" cy="231709"/>
            </a:xfrm>
            <a:custGeom>
              <a:rect b="b" l="l" r="r" t="t"/>
              <a:pathLst>
                <a:path extrusionOk="0" h="8843" w="13279">
                  <a:moveTo>
                    <a:pt x="12626" y="413"/>
                  </a:moveTo>
                  <a:cubicBezTo>
                    <a:pt x="12755" y="413"/>
                    <a:pt x="12861" y="519"/>
                    <a:pt x="12861" y="648"/>
                  </a:cubicBezTo>
                  <a:lnTo>
                    <a:pt x="12861" y="8190"/>
                  </a:lnTo>
                  <a:cubicBezTo>
                    <a:pt x="12861" y="8319"/>
                    <a:pt x="12755" y="8425"/>
                    <a:pt x="12626" y="8425"/>
                  </a:cubicBezTo>
                  <a:lnTo>
                    <a:pt x="654" y="8425"/>
                  </a:lnTo>
                  <a:cubicBezTo>
                    <a:pt x="519" y="8425"/>
                    <a:pt x="419" y="8319"/>
                    <a:pt x="419" y="8190"/>
                  </a:cubicBezTo>
                  <a:lnTo>
                    <a:pt x="419" y="648"/>
                  </a:lnTo>
                  <a:cubicBezTo>
                    <a:pt x="419" y="519"/>
                    <a:pt x="519" y="413"/>
                    <a:pt x="654" y="413"/>
                  </a:cubicBezTo>
                  <a:close/>
                  <a:moveTo>
                    <a:pt x="654" y="0"/>
                  </a:moveTo>
                  <a:cubicBezTo>
                    <a:pt x="294" y="0"/>
                    <a:pt x="1" y="288"/>
                    <a:pt x="1" y="648"/>
                  </a:cubicBezTo>
                  <a:lnTo>
                    <a:pt x="1" y="8190"/>
                  </a:lnTo>
                  <a:cubicBezTo>
                    <a:pt x="1" y="8550"/>
                    <a:pt x="294" y="8842"/>
                    <a:pt x="654" y="8842"/>
                  </a:cubicBezTo>
                  <a:lnTo>
                    <a:pt x="12626" y="8842"/>
                  </a:lnTo>
                  <a:cubicBezTo>
                    <a:pt x="12986" y="8842"/>
                    <a:pt x="13278" y="8550"/>
                    <a:pt x="13278" y="8190"/>
                  </a:cubicBezTo>
                  <a:lnTo>
                    <a:pt x="13278" y="648"/>
                  </a:lnTo>
                  <a:cubicBezTo>
                    <a:pt x="13278" y="288"/>
                    <a:pt x="12986" y="0"/>
                    <a:pt x="126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3"/>
            <p:cNvSpPr/>
            <p:nvPr/>
          </p:nvSpPr>
          <p:spPr>
            <a:xfrm>
              <a:off x="6216315" y="3882277"/>
              <a:ext cx="278244" cy="185304"/>
            </a:xfrm>
            <a:custGeom>
              <a:rect b="b" l="l" r="r" t="t"/>
              <a:pathLst>
                <a:path extrusionOk="0" h="7072" w="10619">
                  <a:moveTo>
                    <a:pt x="10201" y="418"/>
                  </a:moveTo>
                  <a:lnTo>
                    <a:pt x="10201" y="6654"/>
                  </a:lnTo>
                  <a:lnTo>
                    <a:pt x="418" y="6654"/>
                  </a:lnTo>
                  <a:lnTo>
                    <a:pt x="418" y="418"/>
                  </a:lnTo>
                  <a:close/>
                  <a:moveTo>
                    <a:pt x="212" y="1"/>
                  </a:moveTo>
                  <a:cubicBezTo>
                    <a:pt x="97" y="1"/>
                    <a:pt x="1" y="97"/>
                    <a:pt x="1" y="212"/>
                  </a:cubicBezTo>
                  <a:lnTo>
                    <a:pt x="1" y="6865"/>
                  </a:lnTo>
                  <a:cubicBezTo>
                    <a:pt x="1" y="6975"/>
                    <a:pt x="97" y="7071"/>
                    <a:pt x="212" y="7071"/>
                  </a:cubicBezTo>
                  <a:lnTo>
                    <a:pt x="10412" y="7071"/>
                  </a:lnTo>
                  <a:cubicBezTo>
                    <a:pt x="10523" y="7071"/>
                    <a:pt x="10619" y="6975"/>
                    <a:pt x="10619" y="6865"/>
                  </a:cubicBezTo>
                  <a:lnTo>
                    <a:pt x="10619" y="212"/>
                  </a:lnTo>
                  <a:cubicBezTo>
                    <a:pt x="10619" y="97"/>
                    <a:pt x="10523" y="1"/>
                    <a:pt x="104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3"/>
            <p:cNvSpPr/>
            <p:nvPr/>
          </p:nvSpPr>
          <p:spPr>
            <a:xfrm>
              <a:off x="6198838" y="3963662"/>
              <a:ext cx="10953" cy="22508"/>
            </a:xfrm>
            <a:custGeom>
              <a:rect b="b" l="l" r="r" t="t"/>
              <a:pathLst>
                <a:path extrusionOk="0" h="859" w="418">
                  <a:moveTo>
                    <a:pt x="212" y="0"/>
                  </a:moveTo>
                  <a:cubicBezTo>
                    <a:pt x="96" y="0"/>
                    <a:pt x="0" y="96"/>
                    <a:pt x="0" y="207"/>
                  </a:cubicBezTo>
                  <a:lnTo>
                    <a:pt x="0" y="653"/>
                  </a:lnTo>
                  <a:cubicBezTo>
                    <a:pt x="0" y="790"/>
                    <a:pt x="105" y="858"/>
                    <a:pt x="209" y="858"/>
                  </a:cubicBezTo>
                  <a:cubicBezTo>
                    <a:pt x="314" y="858"/>
                    <a:pt x="418" y="790"/>
                    <a:pt x="418" y="653"/>
                  </a:cubicBezTo>
                  <a:lnTo>
                    <a:pt x="418" y="207"/>
                  </a:lnTo>
                  <a:cubicBezTo>
                    <a:pt x="418" y="92"/>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3"/>
            <p:cNvSpPr/>
            <p:nvPr/>
          </p:nvSpPr>
          <p:spPr>
            <a:xfrm>
              <a:off x="6501084" y="3957871"/>
              <a:ext cx="10953" cy="34220"/>
            </a:xfrm>
            <a:custGeom>
              <a:rect b="b" l="l" r="r" t="t"/>
              <a:pathLst>
                <a:path extrusionOk="0" h="1306" w="418">
                  <a:moveTo>
                    <a:pt x="207" y="1"/>
                  </a:moveTo>
                  <a:cubicBezTo>
                    <a:pt x="92" y="1"/>
                    <a:pt x="0" y="92"/>
                    <a:pt x="0" y="207"/>
                  </a:cubicBezTo>
                  <a:lnTo>
                    <a:pt x="0" y="1100"/>
                  </a:lnTo>
                  <a:cubicBezTo>
                    <a:pt x="0" y="1237"/>
                    <a:pt x="105" y="1305"/>
                    <a:pt x="209" y="1305"/>
                  </a:cubicBezTo>
                  <a:cubicBezTo>
                    <a:pt x="314" y="1305"/>
                    <a:pt x="418" y="1237"/>
                    <a:pt x="418" y="1100"/>
                  </a:cubicBezTo>
                  <a:lnTo>
                    <a:pt x="418" y="212"/>
                  </a:lnTo>
                  <a:cubicBezTo>
                    <a:pt x="418" y="97"/>
                    <a:pt x="322"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3"/>
            <p:cNvSpPr/>
            <p:nvPr/>
          </p:nvSpPr>
          <p:spPr>
            <a:xfrm>
              <a:off x="6499328" y="3882277"/>
              <a:ext cx="12708" cy="11031"/>
            </a:xfrm>
            <a:custGeom>
              <a:rect b="b" l="l" r="r" t="t"/>
              <a:pathLst>
                <a:path extrusionOk="0" h="421" w="485">
                  <a:moveTo>
                    <a:pt x="274" y="1"/>
                  </a:moveTo>
                  <a:cubicBezTo>
                    <a:pt x="275" y="1"/>
                    <a:pt x="276" y="1"/>
                    <a:pt x="277" y="1"/>
                  </a:cubicBezTo>
                  <a:lnTo>
                    <a:pt x="277" y="1"/>
                  </a:lnTo>
                  <a:cubicBezTo>
                    <a:pt x="278" y="1"/>
                    <a:pt x="278" y="1"/>
                    <a:pt x="279" y="1"/>
                  </a:cubicBezTo>
                  <a:close/>
                  <a:moveTo>
                    <a:pt x="277" y="1"/>
                  </a:moveTo>
                  <a:cubicBezTo>
                    <a:pt x="91" y="6"/>
                    <a:pt x="0" y="227"/>
                    <a:pt x="130" y="361"/>
                  </a:cubicBezTo>
                  <a:cubicBezTo>
                    <a:pt x="173" y="402"/>
                    <a:pt x="224" y="420"/>
                    <a:pt x="275" y="420"/>
                  </a:cubicBezTo>
                  <a:cubicBezTo>
                    <a:pt x="382" y="420"/>
                    <a:pt x="485" y="336"/>
                    <a:pt x="485" y="212"/>
                  </a:cubicBezTo>
                  <a:cubicBezTo>
                    <a:pt x="485" y="93"/>
                    <a:pt x="391" y="3"/>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3"/>
            <p:cNvSpPr/>
            <p:nvPr/>
          </p:nvSpPr>
          <p:spPr>
            <a:xfrm>
              <a:off x="6198838" y="3934603"/>
              <a:ext cx="10953" cy="16717"/>
            </a:xfrm>
            <a:custGeom>
              <a:rect b="b" l="l" r="r" t="t"/>
              <a:pathLst>
                <a:path extrusionOk="0" h="638" w="418">
                  <a:moveTo>
                    <a:pt x="212" y="1"/>
                  </a:moveTo>
                  <a:cubicBezTo>
                    <a:pt x="96" y="1"/>
                    <a:pt x="0" y="97"/>
                    <a:pt x="0" y="207"/>
                  </a:cubicBezTo>
                  <a:lnTo>
                    <a:pt x="0" y="433"/>
                  </a:lnTo>
                  <a:cubicBezTo>
                    <a:pt x="0" y="569"/>
                    <a:pt x="105" y="638"/>
                    <a:pt x="209" y="638"/>
                  </a:cubicBezTo>
                  <a:cubicBezTo>
                    <a:pt x="314" y="638"/>
                    <a:pt x="418" y="569"/>
                    <a:pt x="418" y="433"/>
                  </a:cubicBezTo>
                  <a:lnTo>
                    <a:pt x="418" y="207"/>
                  </a:lnTo>
                  <a:cubicBezTo>
                    <a:pt x="418" y="92"/>
                    <a:pt x="322"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3"/>
            <p:cNvSpPr/>
            <p:nvPr/>
          </p:nvSpPr>
          <p:spPr>
            <a:xfrm>
              <a:off x="6198838" y="3998511"/>
              <a:ext cx="10953" cy="16717"/>
            </a:xfrm>
            <a:custGeom>
              <a:rect b="b" l="l" r="r" t="t"/>
              <a:pathLst>
                <a:path extrusionOk="0" h="638" w="418">
                  <a:moveTo>
                    <a:pt x="212" y="0"/>
                  </a:moveTo>
                  <a:cubicBezTo>
                    <a:pt x="96" y="0"/>
                    <a:pt x="0" y="96"/>
                    <a:pt x="0" y="211"/>
                  </a:cubicBezTo>
                  <a:lnTo>
                    <a:pt x="0" y="432"/>
                  </a:lnTo>
                  <a:cubicBezTo>
                    <a:pt x="0" y="569"/>
                    <a:pt x="105" y="637"/>
                    <a:pt x="209" y="637"/>
                  </a:cubicBezTo>
                  <a:cubicBezTo>
                    <a:pt x="314" y="637"/>
                    <a:pt x="418" y="569"/>
                    <a:pt x="418" y="432"/>
                  </a:cubicBezTo>
                  <a:lnTo>
                    <a:pt x="418" y="206"/>
                  </a:lnTo>
                  <a:cubicBezTo>
                    <a:pt x="418" y="91"/>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3"/>
            <p:cNvSpPr/>
            <p:nvPr/>
          </p:nvSpPr>
          <p:spPr>
            <a:xfrm>
              <a:off x="6237827" y="4015962"/>
              <a:ext cx="235220" cy="34168"/>
            </a:xfrm>
            <a:custGeom>
              <a:rect b="b" l="l" r="r" t="t"/>
              <a:pathLst>
                <a:path extrusionOk="0" h="1304" w="8977">
                  <a:moveTo>
                    <a:pt x="2050" y="419"/>
                  </a:moveTo>
                  <a:cubicBezTo>
                    <a:pt x="2261" y="419"/>
                    <a:pt x="2367" y="673"/>
                    <a:pt x="2218" y="817"/>
                  </a:cubicBezTo>
                  <a:cubicBezTo>
                    <a:pt x="2169" y="866"/>
                    <a:pt x="2109" y="888"/>
                    <a:pt x="2050" y="888"/>
                  </a:cubicBezTo>
                  <a:cubicBezTo>
                    <a:pt x="1930" y="888"/>
                    <a:pt x="1815" y="796"/>
                    <a:pt x="1815" y="654"/>
                  </a:cubicBezTo>
                  <a:cubicBezTo>
                    <a:pt x="1815" y="525"/>
                    <a:pt x="1921" y="419"/>
                    <a:pt x="2050" y="419"/>
                  </a:cubicBezTo>
                  <a:close/>
                  <a:moveTo>
                    <a:pt x="2050" y="0"/>
                  </a:moveTo>
                  <a:cubicBezTo>
                    <a:pt x="1791" y="0"/>
                    <a:pt x="1532" y="148"/>
                    <a:pt x="1431" y="443"/>
                  </a:cubicBezTo>
                  <a:lnTo>
                    <a:pt x="274" y="443"/>
                  </a:lnTo>
                  <a:cubicBezTo>
                    <a:pt x="0" y="443"/>
                    <a:pt x="0" y="861"/>
                    <a:pt x="274" y="861"/>
                  </a:cubicBezTo>
                  <a:lnTo>
                    <a:pt x="1431" y="861"/>
                  </a:lnTo>
                  <a:cubicBezTo>
                    <a:pt x="1532" y="1156"/>
                    <a:pt x="1791" y="1303"/>
                    <a:pt x="2050" y="1303"/>
                  </a:cubicBezTo>
                  <a:cubicBezTo>
                    <a:pt x="2308" y="1303"/>
                    <a:pt x="2566" y="1156"/>
                    <a:pt x="2665" y="861"/>
                  </a:cubicBezTo>
                  <a:lnTo>
                    <a:pt x="8703" y="861"/>
                  </a:lnTo>
                  <a:cubicBezTo>
                    <a:pt x="8977" y="861"/>
                    <a:pt x="8977" y="443"/>
                    <a:pt x="8703" y="443"/>
                  </a:cubicBezTo>
                  <a:lnTo>
                    <a:pt x="2665" y="443"/>
                  </a:lnTo>
                  <a:cubicBezTo>
                    <a:pt x="2566" y="148"/>
                    <a:pt x="2308" y="0"/>
                    <a:pt x="20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3"/>
            <p:cNvSpPr/>
            <p:nvPr/>
          </p:nvSpPr>
          <p:spPr>
            <a:xfrm>
              <a:off x="6332654" y="3932402"/>
              <a:ext cx="52353" cy="50230"/>
            </a:xfrm>
            <a:custGeom>
              <a:rect b="b" l="l" r="r" t="t"/>
              <a:pathLst>
                <a:path extrusionOk="0" h="1917" w="1998">
                  <a:moveTo>
                    <a:pt x="430" y="417"/>
                  </a:moveTo>
                  <a:cubicBezTo>
                    <a:pt x="432" y="417"/>
                    <a:pt x="433" y="418"/>
                    <a:pt x="433" y="421"/>
                  </a:cubicBezTo>
                  <a:lnTo>
                    <a:pt x="1489" y="949"/>
                  </a:lnTo>
                  <a:cubicBezTo>
                    <a:pt x="1499" y="953"/>
                    <a:pt x="1499" y="968"/>
                    <a:pt x="1489" y="973"/>
                  </a:cubicBezTo>
                  <a:lnTo>
                    <a:pt x="433" y="1501"/>
                  </a:lnTo>
                  <a:cubicBezTo>
                    <a:pt x="431" y="1501"/>
                    <a:pt x="429" y="1502"/>
                    <a:pt x="428" y="1502"/>
                  </a:cubicBezTo>
                  <a:cubicBezTo>
                    <a:pt x="420" y="1502"/>
                    <a:pt x="414" y="1494"/>
                    <a:pt x="414" y="1486"/>
                  </a:cubicBezTo>
                  <a:lnTo>
                    <a:pt x="414" y="430"/>
                  </a:lnTo>
                  <a:cubicBezTo>
                    <a:pt x="414" y="425"/>
                    <a:pt x="418" y="421"/>
                    <a:pt x="423" y="421"/>
                  </a:cubicBezTo>
                  <a:cubicBezTo>
                    <a:pt x="423" y="418"/>
                    <a:pt x="424" y="417"/>
                    <a:pt x="426" y="417"/>
                  </a:cubicBezTo>
                  <a:cubicBezTo>
                    <a:pt x="427" y="417"/>
                    <a:pt x="428" y="418"/>
                    <a:pt x="428" y="421"/>
                  </a:cubicBezTo>
                  <a:cubicBezTo>
                    <a:pt x="428" y="418"/>
                    <a:pt x="429" y="417"/>
                    <a:pt x="430" y="417"/>
                  </a:cubicBezTo>
                  <a:close/>
                  <a:moveTo>
                    <a:pt x="432" y="0"/>
                  </a:moveTo>
                  <a:cubicBezTo>
                    <a:pt x="205" y="0"/>
                    <a:pt x="1" y="183"/>
                    <a:pt x="1" y="430"/>
                  </a:cubicBezTo>
                  <a:lnTo>
                    <a:pt x="1" y="1486"/>
                  </a:lnTo>
                  <a:cubicBezTo>
                    <a:pt x="1" y="1635"/>
                    <a:pt x="78" y="1774"/>
                    <a:pt x="202" y="1851"/>
                  </a:cubicBezTo>
                  <a:cubicBezTo>
                    <a:pt x="270" y="1895"/>
                    <a:pt x="349" y="1917"/>
                    <a:pt x="428" y="1917"/>
                  </a:cubicBezTo>
                  <a:cubicBezTo>
                    <a:pt x="495" y="1917"/>
                    <a:pt x="563" y="1901"/>
                    <a:pt x="625" y="1870"/>
                  </a:cubicBezTo>
                  <a:lnTo>
                    <a:pt x="1681" y="1342"/>
                  </a:lnTo>
                  <a:cubicBezTo>
                    <a:pt x="1998" y="1184"/>
                    <a:pt x="1998" y="733"/>
                    <a:pt x="1681" y="574"/>
                  </a:cubicBezTo>
                  <a:lnTo>
                    <a:pt x="625" y="46"/>
                  </a:lnTo>
                  <a:cubicBezTo>
                    <a:pt x="562" y="15"/>
                    <a:pt x="496" y="0"/>
                    <a:pt x="4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3"/>
            <p:cNvSpPr/>
            <p:nvPr/>
          </p:nvSpPr>
          <p:spPr>
            <a:xfrm>
              <a:off x="6291909" y="3905545"/>
              <a:ext cx="127056" cy="103919"/>
            </a:xfrm>
            <a:custGeom>
              <a:rect b="b" l="l" r="r" t="t"/>
              <a:pathLst>
                <a:path extrusionOk="0" h="3966" w="4849">
                  <a:moveTo>
                    <a:pt x="3754" y="418"/>
                  </a:moveTo>
                  <a:cubicBezTo>
                    <a:pt x="4129" y="418"/>
                    <a:pt x="4436" y="721"/>
                    <a:pt x="4436" y="1095"/>
                  </a:cubicBezTo>
                  <a:lnTo>
                    <a:pt x="4436" y="2871"/>
                  </a:lnTo>
                  <a:cubicBezTo>
                    <a:pt x="4436" y="3246"/>
                    <a:pt x="4129" y="3548"/>
                    <a:pt x="3754" y="3548"/>
                  </a:cubicBezTo>
                  <a:lnTo>
                    <a:pt x="1095" y="3548"/>
                  </a:lnTo>
                  <a:cubicBezTo>
                    <a:pt x="721" y="3548"/>
                    <a:pt x="413" y="3246"/>
                    <a:pt x="413" y="2871"/>
                  </a:cubicBezTo>
                  <a:lnTo>
                    <a:pt x="413" y="1095"/>
                  </a:lnTo>
                  <a:cubicBezTo>
                    <a:pt x="413" y="721"/>
                    <a:pt x="721" y="418"/>
                    <a:pt x="1095" y="418"/>
                  </a:cubicBezTo>
                  <a:close/>
                  <a:moveTo>
                    <a:pt x="1095" y="1"/>
                  </a:moveTo>
                  <a:cubicBezTo>
                    <a:pt x="490" y="1"/>
                    <a:pt x="1" y="490"/>
                    <a:pt x="1" y="1095"/>
                  </a:cubicBezTo>
                  <a:lnTo>
                    <a:pt x="1" y="2871"/>
                  </a:lnTo>
                  <a:cubicBezTo>
                    <a:pt x="1" y="3476"/>
                    <a:pt x="490" y="3966"/>
                    <a:pt x="1095" y="3966"/>
                  </a:cubicBezTo>
                  <a:lnTo>
                    <a:pt x="3754" y="3966"/>
                  </a:lnTo>
                  <a:cubicBezTo>
                    <a:pt x="4359" y="3966"/>
                    <a:pt x="4849" y="3476"/>
                    <a:pt x="4849" y="2871"/>
                  </a:cubicBezTo>
                  <a:lnTo>
                    <a:pt x="4849" y="1095"/>
                  </a:lnTo>
                  <a:cubicBezTo>
                    <a:pt x="4849" y="490"/>
                    <a:pt x="4359"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6" name="Google Shape;15086;p83"/>
          <p:cNvGrpSpPr/>
          <p:nvPr/>
        </p:nvGrpSpPr>
        <p:grpSpPr>
          <a:xfrm>
            <a:off x="2656024" y="3365144"/>
            <a:ext cx="298735" cy="365472"/>
            <a:chOff x="2656024" y="3365144"/>
            <a:chExt cx="298735" cy="365472"/>
          </a:xfrm>
        </p:grpSpPr>
        <p:sp>
          <p:nvSpPr>
            <p:cNvPr id="15087" name="Google Shape;15087;p83"/>
            <p:cNvSpPr/>
            <p:nvPr/>
          </p:nvSpPr>
          <p:spPr>
            <a:xfrm>
              <a:off x="2793509" y="3554379"/>
              <a:ext cx="23792" cy="170840"/>
            </a:xfrm>
            <a:custGeom>
              <a:rect b="b" l="l" r="r" t="t"/>
              <a:pathLst>
                <a:path extrusionOk="0" h="6520" w="908">
                  <a:moveTo>
                    <a:pt x="0" y="0"/>
                  </a:moveTo>
                  <a:lnTo>
                    <a:pt x="0" y="6068"/>
                  </a:lnTo>
                  <a:cubicBezTo>
                    <a:pt x="0" y="6318"/>
                    <a:pt x="206" y="6519"/>
                    <a:pt x="456" y="6519"/>
                  </a:cubicBezTo>
                  <a:cubicBezTo>
                    <a:pt x="701" y="6519"/>
                    <a:pt x="907" y="6318"/>
                    <a:pt x="907" y="6068"/>
                  </a:cubicBezTo>
                  <a:lnTo>
                    <a:pt x="90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3"/>
            <p:cNvSpPr/>
            <p:nvPr/>
          </p:nvSpPr>
          <p:spPr>
            <a:xfrm>
              <a:off x="2793509" y="3554379"/>
              <a:ext cx="23661" cy="39147"/>
            </a:xfrm>
            <a:custGeom>
              <a:rect b="b" l="l" r="r" t="t"/>
              <a:pathLst>
                <a:path extrusionOk="0" h="1494" w="903">
                  <a:moveTo>
                    <a:pt x="0" y="0"/>
                  </a:moveTo>
                  <a:lnTo>
                    <a:pt x="0" y="1493"/>
                  </a:lnTo>
                  <a:lnTo>
                    <a:pt x="902" y="1493"/>
                  </a:lnTo>
                  <a:lnTo>
                    <a:pt x="90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3"/>
            <p:cNvSpPr/>
            <p:nvPr/>
          </p:nvSpPr>
          <p:spPr>
            <a:xfrm>
              <a:off x="2720797" y="3431541"/>
              <a:ext cx="169321" cy="156612"/>
            </a:xfrm>
            <a:custGeom>
              <a:rect b="b" l="l" r="r" t="t"/>
              <a:pathLst>
                <a:path extrusionOk="0" h="5977" w="6462">
                  <a:moveTo>
                    <a:pt x="3234" y="1"/>
                  </a:moveTo>
                  <a:cubicBezTo>
                    <a:pt x="3095" y="1"/>
                    <a:pt x="2958" y="74"/>
                    <a:pt x="2890" y="215"/>
                  </a:cubicBezTo>
                  <a:lnTo>
                    <a:pt x="2237" y="1530"/>
                  </a:lnTo>
                  <a:lnTo>
                    <a:pt x="2218" y="1568"/>
                  </a:lnTo>
                  <a:cubicBezTo>
                    <a:pt x="2165" y="1684"/>
                    <a:pt x="2060" y="1760"/>
                    <a:pt x="1935" y="1780"/>
                  </a:cubicBezTo>
                  <a:lnTo>
                    <a:pt x="889" y="1928"/>
                  </a:lnTo>
                  <a:lnTo>
                    <a:pt x="437" y="1996"/>
                  </a:lnTo>
                  <a:cubicBezTo>
                    <a:pt x="125" y="2039"/>
                    <a:pt x="0" y="2423"/>
                    <a:pt x="226" y="2648"/>
                  </a:cubicBezTo>
                  <a:lnTo>
                    <a:pt x="1306" y="3700"/>
                  </a:lnTo>
                  <a:cubicBezTo>
                    <a:pt x="1397" y="3791"/>
                    <a:pt x="1436" y="3916"/>
                    <a:pt x="1417" y="4040"/>
                  </a:cubicBezTo>
                  <a:lnTo>
                    <a:pt x="1157" y="5528"/>
                  </a:lnTo>
                  <a:cubicBezTo>
                    <a:pt x="1116" y="5775"/>
                    <a:pt x="1314" y="5977"/>
                    <a:pt x="1537" y="5977"/>
                  </a:cubicBezTo>
                  <a:cubicBezTo>
                    <a:pt x="1595" y="5977"/>
                    <a:pt x="1656" y="5963"/>
                    <a:pt x="1714" y="5932"/>
                  </a:cubicBezTo>
                  <a:lnTo>
                    <a:pt x="2233" y="5658"/>
                  </a:lnTo>
                  <a:lnTo>
                    <a:pt x="3053" y="5226"/>
                  </a:lnTo>
                  <a:cubicBezTo>
                    <a:pt x="3108" y="5197"/>
                    <a:pt x="3169" y="5184"/>
                    <a:pt x="3231" y="5184"/>
                  </a:cubicBezTo>
                  <a:cubicBezTo>
                    <a:pt x="3250" y="5184"/>
                    <a:pt x="3269" y="5185"/>
                    <a:pt x="3289" y="5188"/>
                  </a:cubicBezTo>
                  <a:cubicBezTo>
                    <a:pt x="3327" y="5192"/>
                    <a:pt x="3370" y="5207"/>
                    <a:pt x="3409" y="5226"/>
                  </a:cubicBezTo>
                  <a:lnTo>
                    <a:pt x="4743" y="5932"/>
                  </a:lnTo>
                  <a:cubicBezTo>
                    <a:pt x="4802" y="5963"/>
                    <a:pt x="4864" y="5977"/>
                    <a:pt x="4923" y="5977"/>
                  </a:cubicBezTo>
                  <a:cubicBezTo>
                    <a:pt x="5146" y="5977"/>
                    <a:pt x="5342" y="5775"/>
                    <a:pt x="5300" y="5528"/>
                  </a:cubicBezTo>
                  <a:lnTo>
                    <a:pt x="5295" y="5509"/>
                  </a:lnTo>
                  <a:lnTo>
                    <a:pt x="5041" y="4040"/>
                  </a:lnTo>
                  <a:cubicBezTo>
                    <a:pt x="5022" y="3916"/>
                    <a:pt x="5060" y="3791"/>
                    <a:pt x="5151" y="3700"/>
                  </a:cubicBezTo>
                  <a:lnTo>
                    <a:pt x="6236" y="2648"/>
                  </a:lnTo>
                  <a:cubicBezTo>
                    <a:pt x="6462" y="2428"/>
                    <a:pt x="6337" y="2039"/>
                    <a:pt x="6025" y="1996"/>
                  </a:cubicBezTo>
                  <a:lnTo>
                    <a:pt x="4527" y="1780"/>
                  </a:lnTo>
                  <a:cubicBezTo>
                    <a:pt x="4402" y="1760"/>
                    <a:pt x="4297" y="1684"/>
                    <a:pt x="4239" y="1568"/>
                  </a:cubicBezTo>
                  <a:lnTo>
                    <a:pt x="3572" y="215"/>
                  </a:lnTo>
                  <a:cubicBezTo>
                    <a:pt x="3562" y="186"/>
                    <a:pt x="3543" y="162"/>
                    <a:pt x="3529" y="138"/>
                  </a:cubicBezTo>
                  <a:cubicBezTo>
                    <a:pt x="3451" y="45"/>
                    <a:pt x="3342" y="1"/>
                    <a:pt x="3234"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3"/>
            <p:cNvSpPr/>
            <p:nvPr/>
          </p:nvSpPr>
          <p:spPr>
            <a:xfrm>
              <a:off x="2720666" y="3482060"/>
              <a:ext cx="58641" cy="106094"/>
            </a:xfrm>
            <a:custGeom>
              <a:rect b="b" l="l" r="r" t="t"/>
              <a:pathLst>
                <a:path extrusionOk="0" h="4049" w="2238">
                  <a:moveTo>
                    <a:pt x="894" y="0"/>
                  </a:moveTo>
                  <a:lnTo>
                    <a:pt x="442" y="68"/>
                  </a:lnTo>
                  <a:cubicBezTo>
                    <a:pt x="125" y="111"/>
                    <a:pt x="1" y="500"/>
                    <a:pt x="231" y="720"/>
                  </a:cubicBezTo>
                  <a:lnTo>
                    <a:pt x="1311" y="1772"/>
                  </a:lnTo>
                  <a:cubicBezTo>
                    <a:pt x="1398" y="1863"/>
                    <a:pt x="1441" y="1988"/>
                    <a:pt x="1417" y="2112"/>
                  </a:cubicBezTo>
                  <a:lnTo>
                    <a:pt x="1162" y="3600"/>
                  </a:lnTo>
                  <a:cubicBezTo>
                    <a:pt x="1121" y="3847"/>
                    <a:pt x="1316" y="4049"/>
                    <a:pt x="1540" y="4049"/>
                  </a:cubicBezTo>
                  <a:cubicBezTo>
                    <a:pt x="1599" y="4049"/>
                    <a:pt x="1660" y="4035"/>
                    <a:pt x="1719" y="4004"/>
                  </a:cubicBezTo>
                  <a:lnTo>
                    <a:pt x="2238" y="3730"/>
                  </a:lnTo>
                  <a:cubicBezTo>
                    <a:pt x="2026" y="3697"/>
                    <a:pt x="1882" y="3500"/>
                    <a:pt x="1921" y="3288"/>
                  </a:cubicBezTo>
                  <a:lnTo>
                    <a:pt x="2175" y="1800"/>
                  </a:lnTo>
                  <a:cubicBezTo>
                    <a:pt x="2194" y="1676"/>
                    <a:pt x="2156" y="1546"/>
                    <a:pt x="2065" y="1460"/>
                  </a:cubicBezTo>
                  <a:lnTo>
                    <a:pt x="985" y="404"/>
                  </a:lnTo>
                  <a:cubicBezTo>
                    <a:pt x="879" y="303"/>
                    <a:pt x="841" y="144"/>
                    <a:pt x="894"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3"/>
            <p:cNvSpPr/>
            <p:nvPr/>
          </p:nvSpPr>
          <p:spPr>
            <a:xfrm>
              <a:off x="2800662" y="3365144"/>
              <a:ext cx="10848" cy="38963"/>
            </a:xfrm>
            <a:custGeom>
              <a:rect b="b" l="l" r="r" t="t"/>
              <a:pathLst>
                <a:path extrusionOk="0" h="1487" w="414">
                  <a:moveTo>
                    <a:pt x="207" y="1"/>
                  </a:moveTo>
                  <a:cubicBezTo>
                    <a:pt x="104" y="1"/>
                    <a:pt x="1" y="70"/>
                    <a:pt x="1" y="209"/>
                  </a:cubicBezTo>
                  <a:lnTo>
                    <a:pt x="1" y="1280"/>
                  </a:lnTo>
                  <a:cubicBezTo>
                    <a:pt x="1" y="1390"/>
                    <a:pt x="92" y="1486"/>
                    <a:pt x="207" y="1486"/>
                  </a:cubicBezTo>
                  <a:cubicBezTo>
                    <a:pt x="322" y="1486"/>
                    <a:pt x="413" y="1390"/>
                    <a:pt x="413" y="1280"/>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3"/>
            <p:cNvSpPr/>
            <p:nvPr/>
          </p:nvSpPr>
          <p:spPr>
            <a:xfrm>
              <a:off x="2843189" y="3376071"/>
              <a:ext cx="24237" cy="36946"/>
            </a:xfrm>
            <a:custGeom>
              <a:rect b="b" l="l" r="r" t="t"/>
              <a:pathLst>
                <a:path extrusionOk="0" h="1410" w="925">
                  <a:moveTo>
                    <a:pt x="650" y="0"/>
                  </a:moveTo>
                  <a:cubicBezTo>
                    <a:pt x="575" y="0"/>
                    <a:pt x="502" y="39"/>
                    <a:pt x="466" y="133"/>
                  </a:cubicBezTo>
                  <a:lnTo>
                    <a:pt x="58" y="1122"/>
                  </a:lnTo>
                  <a:cubicBezTo>
                    <a:pt x="0" y="1261"/>
                    <a:pt x="101" y="1410"/>
                    <a:pt x="250" y="1410"/>
                  </a:cubicBezTo>
                  <a:cubicBezTo>
                    <a:pt x="331" y="1410"/>
                    <a:pt x="408" y="1357"/>
                    <a:pt x="442" y="1280"/>
                  </a:cubicBezTo>
                  <a:lnTo>
                    <a:pt x="850" y="296"/>
                  </a:lnTo>
                  <a:cubicBezTo>
                    <a:pt x="924" y="129"/>
                    <a:pt x="785" y="0"/>
                    <a:pt x="6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3"/>
            <p:cNvSpPr/>
            <p:nvPr/>
          </p:nvSpPr>
          <p:spPr>
            <a:xfrm>
              <a:off x="2879270" y="3407304"/>
              <a:ext cx="34561" cy="30631"/>
            </a:xfrm>
            <a:custGeom>
              <a:rect b="b" l="l" r="r" t="t"/>
              <a:pathLst>
                <a:path extrusionOk="0" h="1169" w="1319">
                  <a:moveTo>
                    <a:pt x="1025" y="0"/>
                  </a:moveTo>
                  <a:cubicBezTo>
                    <a:pt x="978" y="0"/>
                    <a:pt x="929" y="18"/>
                    <a:pt x="884" y="60"/>
                  </a:cubicBezTo>
                  <a:lnTo>
                    <a:pt x="130" y="813"/>
                  </a:lnTo>
                  <a:cubicBezTo>
                    <a:pt x="1" y="948"/>
                    <a:pt x="92" y="1168"/>
                    <a:pt x="279" y="1168"/>
                  </a:cubicBezTo>
                  <a:cubicBezTo>
                    <a:pt x="433" y="1168"/>
                    <a:pt x="418" y="1082"/>
                    <a:pt x="1182" y="352"/>
                  </a:cubicBezTo>
                  <a:cubicBezTo>
                    <a:pt x="1319" y="201"/>
                    <a:pt x="1184" y="0"/>
                    <a:pt x="1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83"/>
            <p:cNvSpPr/>
            <p:nvPr/>
          </p:nvSpPr>
          <p:spPr>
            <a:xfrm>
              <a:off x="2903428" y="3453552"/>
              <a:ext cx="41295" cy="21617"/>
            </a:xfrm>
            <a:custGeom>
              <a:rect b="b" l="l" r="r" t="t"/>
              <a:pathLst>
                <a:path extrusionOk="0" h="825" w="1576">
                  <a:moveTo>
                    <a:pt x="1283" y="1"/>
                  </a:moveTo>
                  <a:cubicBezTo>
                    <a:pt x="1257" y="1"/>
                    <a:pt x="1230" y="6"/>
                    <a:pt x="1201" y="18"/>
                  </a:cubicBezTo>
                  <a:lnTo>
                    <a:pt x="212" y="426"/>
                  </a:lnTo>
                  <a:cubicBezTo>
                    <a:pt x="0" y="512"/>
                    <a:pt x="63" y="824"/>
                    <a:pt x="293" y="824"/>
                  </a:cubicBezTo>
                  <a:cubicBezTo>
                    <a:pt x="365" y="824"/>
                    <a:pt x="317" y="824"/>
                    <a:pt x="1359" y="402"/>
                  </a:cubicBezTo>
                  <a:cubicBezTo>
                    <a:pt x="1575" y="304"/>
                    <a:pt x="1481" y="1"/>
                    <a:pt x="1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3"/>
            <p:cNvSpPr/>
            <p:nvPr/>
          </p:nvSpPr>
          <p:spPr>
            <a:xfrm>
              <a:off x="2912232" y="3507974"/>
              <a:ext cx="42527" cy="10953"/>
            </a:xfrm>
            <a:custGeom>
              <a:rect b="b" l="l" r="r" t="t"/>
              <a:pathLst>
                <a:path extrusionOk="0" h="418" w="1623">
                  <a:moveTo>
                    <a:pt x="279" y="0"/>
                  </a:moveTo>
                  <a:cubicBezTo>
                    <a:pt x="0" y="0"/>
                    <a:pt x="0" y="418"/>
                    <a:pt x="279" y="418"/>
                  </a:cubicBezTo>
                  <a:lnTo>
                    <a:pt x="1345" y="418"/>
                  </a:lnTo>
                  <a:cubicBezTo>
                    <a:pt x="1623" y="418"/>
                    <a:pt x="1623" y="0"/>
                    <a:pt x="13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3"/>
            <p:cNvSpPr/>
            <p:nvPr/>
          </p:nvSpPr>
          <p:spPr>
            <a:xfrm>
              <a:off x="2902406" y="3551444"/>
              <a:ext cx="41819" cy="21748"/>
            </a:xfrm>
            <a:custGeom>
              <a:rect b="b" l="l" r="r" t="t"/>
              <a:pathLst>
                <a:path extrusionOk="0" h="830" w="1596">
                  <a:moveTo>
                    <a:pt x="298" y="1"/>
                  </a:moveTo>
                  <a:cubicBezTo>
                    <a:pt x="97" y="1"/>
                    <a:pt x="0" y="317"/>
                    <a:pt x="231" y="405"/>
                  </a:cubicBezTo>
                  <a:lnTo>
                    <a:pt x="1216" y="813"/>
                  </a:lnTo>
                  <a:cubicBezTo>
                    <a:pt x="1244" y="824"/>
                    <a:pt x="1272" y="829"/>
                    <a:pt x="1298" y="829"/>
                  </a:cubicBezTo>
                  <a:cubicBezTo>
                    <a:pt x="1500" y="829"/>
                    <a:pt x="1596" y="527"/>
                    <a:pt x="1379" y="429"/>
                  </a:cubicBezTo>
                  <a:lnTo>
                    <a:pt x="390" y="21"/>
                  </a:lnTo>
                  <a:cubicBezTo>
                    <a:pt x="358" y="7"/>
                    <a:pt x="327"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83"/>
            <p:cNvSpPr/>
            <p:nvPr/>
          </p:nvSpPr>
          <p:spPr>
            <a:xfrm>
              <a:off x="2877986" y="3588547"/>
              <a:ext cx="34640" cy="30631"/>
            </a:xfrm>
            <a:custGeom>
              <a:rect b="b" l="l" r="r" t="t"/>
              <a:pathLst>
                <a:path extrusionOk="0" h="1169" w="1322">
                  <a:moveTo>
                    <a:pt x="294" y="0"/>
                  </a:moveTo>
                  <a:cubicBezTo>
                    <a:pt x="137" y="0"/>
                    <a:pt x="0" y="201"/>
                    <a:pt x="141" y="353"/>
                  </a:cubicBezTo>
                  <a:cubicBezTo>
                    <a:pt x="904" y="1082"/>
                    <a:pt x="895" y="1169"/>
                    <a:pt x="1043" y="1169"/>
                  </a:cubicBezTo>
                  <a:cubicBezTo>
                    <a:pt x="1226" y="1169"/>
                    <a:pt x="1322" y="943"/>
                    <a:pt x="1187" y="813"/>
                  </a:cubicBezTo>
                  <a:lnTo>
                    <a:pt x="434" y="60"/>
                  </a:lnTo>
                  <a:cubicBezTo>
                    <a:pt x="390" y="18"/>
                    <a:pt x="341"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83"/>
            <p:cNvSpPr/>
            <p:nvPr/>
          </p:nvSpPr>
          <p:spPr>
            <a:xfrm>
              <a:off x="2841695" y="3613072"/>
              <a:ext cx="24316" cy="36788"/>
            </a:xfrm>
            <a:custGeom>
              <a:rect b="b" l="l" r="r" t="t"/>
              <a:pathLst>
                <a:path extrusionOk="0" h="1404" w="928">
                  <a:moveTo>
                    <a:pt x="261" y="0"/>
                  </a:moveTo>
                  <a:cubicBezTo>
                    <a:pt x="131" y="0"/>
                    <a:pt x="0" y="122"/>
                    <a:pt x="62" y="285"/>
                  </a:cubicBezTo>
                  <a:lnTo>
                    <a:pt x="470" y="1269"/>
                  </a:lnTo>
                  <a:cubicBezTo>
                    <a:pt x="508" y="1364"/>
                    <a:pt x="583" y="1404"/>
                    <a:pt x="658" y="1404"/>
                  </a:cubicBezTo>
                  <a:cubicBezTo>
                    <a:pt x="793" y="1404"/>
                    <a:pt x="928" y="1277"/>
                    <a:pt x="854" y="1111"/>
                  </a:cubicBezTo>
                  <a:lnTo>
                    <a:pt x="446" y="127"/>
                  </a:lnTo>
                  <a:cubicBezTo>
                    <a:pt x="407" y="38"/>
                    <a:pt x="334"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3"/>
            <p:cNvSpPr/>
            <p:nvPr/>
          </p:nvSpPr>
          <p:spPr>
            <a:xfrm>
              <a:off x="2743383" y="3612444"/>
              <a:ext cx="23844" cy="36919"/>
            </a:xfrm>
            <a:custGeom>
              <a:rect b="b" l="l" r="r" t="t"/>
              <a:pathLst>
                <a:path extrusionOk="0" h="1409" w="910">
                  <a:moveTo>
                    <a:pt x="674" y="1"/>
                  </a:moveTo>
                  <a:cubicBezTo>
                    <a:pt x="591" y="1"/>
                    <a:pt x="515" y="48"/>
                    <a:pt x="483" y="127"/>
                  </a:cubicBezTo>
                  <a:lnTo>
                    <a:pt x="75" y="1116"/>
                  </a:lnTo>
                  <a:cubicBezTo>
                    <a:pt x="1" y="1282"/>
                    <a:pt x="136" y="1409"/>
                    <a:pt x="270" y="1409"/>
                  </a:cubicBezTo>
                  <a:cubicBezTo>
                    <a:pt x="346" y="1409"/>
                    <a:pt x="421" y="1369"/>
                    <a:pt x="459" y="1274"/>
                  </a:cubicBezTo>
                  <a:lnTo>
                    <a:pt x="867" y="285"/>
                  </a:lnTo>
                  <a:cubicBezTo>
                    <a:pt x="910" y="180"/>
                    <a:pt x="862" y="60"/>
                    <a:pt x="756" y="17"/>
                  </a:cubicBezTo>
                  <a:cubicBezTo>
                    <a:pt x="729" y="6"/>
                    <a:pt x="701" y="1"/>
                    <a:pt x="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3"/>
            <p:cNvSpPr/>
            <p:nvPr/>
          </p:nvSpPr>
          <p:spPr>
            <a:xfrm>
              <a:off x="2696324" y="3587420"/>
              <a:ext cx="35504" cy="30971"/>
            </a:xfrm>
            <a:custGeom>
              <a:rect b="b" l="l" r="r" t="t"/>
              <a:pathLst>
                <a:path extrusionOk="0" h="1182" w="1355">
                  <a:moveTo>
                    <a:pt x="1060" y="1"/>
                  </a:moveTo>
                  <a:cubicBezTo>
                    <a:pt x="1013" y="1"/>
                    <a:pt x="965" y="18"/>
                    <a:pt x="920" y="60"/>
                  </a:cubicBezTo>
                  <a:lnTo>
                    <a:pt x="915" y="64"/>
                  </a:lnTo>
                  <a:lnTo>
                    <a:pt x="162" y="818"/>
                  </a:lnTo>
                  <a:cubicBezTo>
                    <a:pt x="1" y="968"/>
                    <a:pt x="141" y="1182"/>
                    <a:pt x="304" y="1182"/>
                  </a:cubicBezTo>
                  <a:cubicBezTo>
                    <a:pt x="354" y="1182"/>
                    <a:pt x="408" y="1161"/>
                    <a:pt x="454" y="1111"/>
                  </a:cubicBezTo>
                  <a:lnTo>
                    <a:pt x="1213" y="357"/>
                  </a:lnTo>
                  <a:cubicBezTo>
                    <a:pt x="1354" y="205"/>
                    <a:pt x="1219" y="1"/>
                    <a:pt x="10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3"/>
            <p:cNvSpPr/>
            <p:nvPr/>
          </p:nvSpPr>
          <p:spPr>
            <a:xfrm>
              <a:off x="2665693" y="3550317"/>
              <a:ext cx="40168" cy="21722"/>
            </a:xfrm>
            <a:custGeom>
              <a:rect b="b" l="l" r="r" t="t"/>
              <a:pathLst>
                <a:path extrusionOk="0" h="829" w="1533">
                  <a:moveTo>
                    <a:pt x="1298" y="0"/>
                  </a:moveTo>
                  <a:cubicBezTo>
                    <a:pt x="1271" y="0"/>
                    <a:pt x="1243" y="6"/>
                    <a:pt x="1215" y="16"/>
                  </a:cubicBezTo>
                  <a:lnTo>
                    <a:pt x="231" y="424"/>
                  </a:lnTo>
                  <a:cubicBezTo>
                    <a:pt x="0" y="513"/>
                    <a:pt x="97" y="829"/>
                    <a:pt x="298" y="829"/>
                  </a:cubicBezTo>
                  <a:cubicBezTo>
                    <a:pt x="327" y="829"/>
                    <a:pt x="358" y="823"/>
                    <a:pt x="390" y="808"/>
                  </a:cubicBezTo>
                  <a:lnTo>
                    <a:pt x="1379" y="400"/>
                  </a:lnTo>
                  <a:cubicBezTo>
                    <a:pt x="1484" y="352"/>
                    <a:pt x="1532" y="232"/>
                    <a:pt x="1489" y="127"/>
                  </a:cubicBezTo>
                  <a:cubicBezTo>
                    <a:pt x="1457" y="47"/>
                    <a:pt x="13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3"/>
            <p:cNvSpPr/>
            <p:nvPr/>
          </p:nvSpPr>
          <p:spPr>
            <a:xfrm>
              <a:off x="2656024" y="3506585"/>
              <a:ext cx="40640" cy="10848"/>
            </a:xfrm>
            <a:custGeom>
              <a:rect b="b" l="l" r="r" t="t"/>
              <a:pathLst>
                <a:path extrusionOk="0" h="414" w="1551">
                  <a:moveTo>
                    <a:pt x="274" y="0"/>
                  </a:moveTo>
                  <a:cubicBezTo>
                    <a:pt x="0" y="0"/>
                    <a:pt x="0" y="413"/>
                    <a:pt x="274" y="413"/>
                  </a:cubicBezTo>
                  <a:lnTo>
                    <a:pt x="1344" y="413"/>
                  </a:lnTo>
                  <a:cubicBezTo>
                    <a:pt x="1460" y="413"/>
                    <a:pt x="1551" y="322"/>
                    <a:pt x="1551" y="207"/>
                  </a:cubicBezTo>
                  <a:cubicBezTo>
                    <a:pt x="1551" y="92"/>
                    <a:pt x="1460" y="0"/>
                    <a:pt x="13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83"/>
            <p:cNvSpPr/>
            <p:nvPr/>
          </p:nvSpPr>
          <p:spPr>
            <a:xfrm>
              <a:off x="2666191" y="3452084"/>
              <a:ext cx="42186" cy="21879"/>
            </a:xfrm>
            <a:custGeom>
              <a:rect b="b" l="l" r="r" t="t"/>
              <a:pathLst>
                <a:path extrusionOk="0" h="835" w="1610">
                  <a:moveTo>
                    <a:pt x="302" y="0"/>
                  </a:moveTo>
                  <a:cubicBezTo>
                    <a:pt x="97" y="0"/>
                    <a:pt x="0" y="317"/>
                    <a:pt x="232" y="405"/>
                  </a:cubicBezTo>
                  <a:lnTo>
                    <a:pt x="1220" y="813"/>
                  </a:lnTo>
                  <a:cubicBezTo>
                    <a:pt x="1253" y="828"/>
                    <a:pt x="1284" y="834"/>
                    <a:pt x="1313" y="834"/>
                  </a:cubicBezTo>
                  <a:cubicBezTo>
                    <a:pt x="1514" y="834"/>
                    <a:pt x="1610" y="521"/>
                    <a:pt x="1379" y="429"/>
                  </a:cubicBezTo>
                  <a:lnTo>
                    <a:pt x="395" y="21"/>
                  </a:lnTo>
                  <a:cubicBezTo>
                    <a:pt x="362" y="7"/>
                    <a:pt x="331" y="0"/>
                    <a:pt x="3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3"/>
            <p:cNvSpPr/>
            <p:nvPr/>
          </p:nvSpPr>
          <p:spPr>
            <a:xfrm>
              <a:off x="2697319" y="3405994"/>
              <a:ext cx="35190" cy="30945"/>
            </a:xfrm>
            <a:custGeom>
              <a:rect b="b" l="l" r="r" t="t"/>
              <a:pathLst>
                <a:path extrusionOk="0" h="1181" w="1343">
                  <a:moveTo>
                    <a:pt x="305" y="1"/>
                  </a:moveTo>
                  <a:cubicBezTo>
                    <a:pt x="142" y="1"/>
                    <a:pt x="1" y="217"/>
                    <a:pt x="162" y="364"/>
                  </a:cubicBezTo>
                  <a:cubicBezTo>
                    <a:pt x="920" y="1098"/>
                    <a:pt x="911" y="1180"/>
                    <a:pt x="1065" y="1180"/>
                  </a:cubicBezTo>
                  <a:cubicBezTo>
                    <a:pt x="1247" y="1180"/>
                    <a:pt x="1343" y="959"/>
                    <a:pt x="1213" y="830"/>
                  </a:cubicBezTo>
                  <a:lnTo>
                    <a:pt x="455" y="71"/>
                  </a:lnTo>
                  <a:cubicBezTo>
                    <a:pt x="408" y="21"/>
                    <a:pt x="356"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3"/>
            <p:cNvSpPr/>
            <p:nvPr/>
          </p:nvSpPr>
          <p:spPr>
            <a:xfrm>
              <a:off x="2744694" y="3375521"/>
              <a:ext cx="24578" cy="36998"/>
            </a:xfrm>
            <a:custGeom>
              <a:rect b="b" l="l" r="r" t="t"/>
              <a:pathLst>
                <a:path extrusionOk="0" h="1412" w="938">
                  <a:moveTo>
                    <a:pt x="271" y="0"/>
                  </a:moveTo>
                  <a:cubicBezTo>
                    <a:pt x="137" y="0"/>
                    <a:pt x="0" y="127"/>
                    <a:pt x="77" y="293"/>
                  </a:cubicBezTo>
                  <a:lnTo>
                    <a:pt x="485" y="1282"/>
                  </a:lnTo>
                  <a:cubicBezTo>
                    <a:pt x="523" y="1373"/>
                    <a:pt x="596" y="1411"/>
                    <a:pt x="670" y="1411"/>
                  </a:cubicBezTo>
                  <a:cubicBezTo>
                    <a:pt x="803" y="1411"/>
                    <a:pt x="937" y="1287"/>
                    <a:pt x="869" y="1124"/>
                  </a:cubicBezTo>
                  <a:lnTo>
                    <a:pt x="457" y="135"/>
                  </a:lnTo>
                  <a:cubicBezTo>
                    <a:pt x="420" y="40"/>
                    <a:pt x="346"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3"/>
            <p:cNvSpPr/>
            <p:nvPr/>
          </p:nvSpPr>
          <p:spPr>
            <a:xfrm>
              <a:off x="2745453" y="3551732"/>
              <a:ext cx="121029" cy="123650"/>
            </a:xfrm>
            <a:custGeom>
              <a:rect b="b" l="l" r="r" t="t"/>
              <a:pathLst>
                <a:path extrusionOk="0" h="4719" w="4619">
                  <a:moveTo>
                    <a:pt x="4236" y="0"/>
                  </a:moveTo>
                  <a:cubicBezTo>
                    <a:pt x="4121" y="0"/>
                    <a:pt x="4003" y="89"/>
                    <a:pt x="4028" y="241"/>
                  </a:cubicBezTo>
                  <a:lnTo>
                    <a:pt x="4153" y="980"/>
                  </a:lnTo>
                  <a:cubicBezTo>
                    <a:pt x="4153" y="990"/>
                    <a:pt x="4153" y="999"/>
                    <a:pt x="4153" y="1009"/>
                  </a:cubicBezTo>
                  <a:cubicBezTo>
                    <a:pt x="4153" y="1109"/>
                    <a:pt x="4069" y="1181"/>
                    <a:pt x="3977" y="1181"/>
                  </a:cubicBezTo>
                  <a:cubicBezTo>
                    <a:pt x="3951" y="1181"/>
                    <a:pt x="3924" y="1175"/>
                    <a:pt x="3898" y="1162"/>
                  </a:cubicBezTo>
                  <a:cubicBezTo>
                    <a:pt x="3898" y="1162"/>
                    <a:pt x="2549" y="452"/>
                    <a:pt x="2530" y="442"/>
                  </a:cubicBezTo>
                  <a:cubicBezTo>
                    <a:pt x="2451" y="406"/>
                    <a:pt x="2367" y="388"/>
                    <a:pt x="2283" y="388"/>
                  </a:cubicBezTo>
                  <a:cubicBezTo>
                    <a:pt x="2189" y="388"/>
                    <a:pt x="2096" y="411"/>
                    <a:pt x="2012" y="457"/>
                  </a:cubicBezTo>
                  <a:lnTo>
                    <a:pt x="672" y="1158"/>
                  </a:lnTo>
                  <a:cubicBezTo>
                    <a:pt x="645" y="1172"/>
                    <a:pt x="617" y="1179"/>
                    <a:pt x="589" y="1179"/>
                  </a:cubicBezTo>
                  <a:cubicBezTo>
                    <a:pt x="499" y="1179"/>
                    <a:pt x="418" y="1108"/>
                    <a:pt x="418" y="1009"/>
                  </a:cubicBezTo>
                  <a:cubicBezTo>
                    <a:pt x="428" y="922"/>
                    <a:pt x="437" y="841"/>
                    <a:pt x="456" y="759"/>
                  </a:cubicBezTo>
                  <a:cubicBezTo>
                    <a:pt x="486" y="605"/>
                    <a:pt x="366" y="514"/>
                    <a:pt x="248" y="514"/>
                  </a:cubicBezTo>
                  <a:cubicBezTo>
                    <a:pt x="157" y="514"/>
                    <a:pt x="67" y="568"/>
                    <a:pt x="48" y="687"/>
                  </a:cubicBezTo>
                  <a:cubicBezTo>
                    <a:pt x="24" y="793"/>
                    <a:pt x="10" y="898"/>
                    <a:pt x="0" y="1009"/>
                  </a:cubicBezTo>
                  <a:cubicBezTo>
                    <a:pt x="4" y="1349"/>
                    <a:pt x="285" y="1596"/>
                    <a:pt x="592" y="1596"/>
                  </a:cubicBezTo>
                  <a:cubicBezTo>
                    <a:pt x="682" y="1596"/>
                    <a:pt x="776" y="1574"/>
                    <a:pt x="864" y="1527"/>
                  </a:cubicBezTo>
                  <a:lnTo>
                    <a:pt x="1623" y="1129"/>
                  </a:lnTo>
                  <a:lnTo>
                    <a:pt x="1623" y="1897"/>
                  </a:lnTo>
                  <a:cubicBezTo>
                    <a:pt x="1623" y="2036"/>
                    <a:pt x="1727" y="2106"/>
                    <a:pt x="1832" y="2106"/>
                  </a:cubicBezTo>
                  <a:cubicBezTo>
                    <a:pt x="1936" y="2106"/>
                    <a:pt x="2040" y="2036"/>
                    <a:pt x="2040" y="1897"/>
                  </a:cubicBezTo>
                  <a:lnTo>
                    <a:pt x="2040" y="913"/>
                  </a:lnTo>
                  <a:cubicBezTo>
                    <a:pt x="2126" y="876"/>
                    <a:pt x="2202" y="805"/>
                    <a:pt x="2288" y="805"/>
                  </a:cubicBezTo>
                  <a:cubicBezTo>
                    <a:pt x="2313" y="805"/>
                    <a:pt x="2339" y="811"/>
                    <a:pt x="2367" y="826"/>
                  </a:cubicBezTo>
                  <a:lnTo>
                    <a:pt x="2530" y="913"/>
                  </a:lnTo>
                  <a:lnTo>
                    <a:pt x="2530" y="4513"/>
                  </a:lnTo>
                  <a:cubicBezTo>
                    <a:pt x="2530" y="4650"/>
                    <a:pt x="2633" y="4718"/>
                    <a:pt x="2736" y="4718"/>
                  </a:cubicBezTo>
                  <a:cubicBezTo>
                    <a:pt x="2840" y="4718"/>
                    <a:pt x="2943" y="4650"/>
                    <a:pt x="2943" y="4513"/>
                  </a:cubicBezTo>
                  <a:lnTo>
                    <a:pt x="2943" y="1129"/>
                  </a:lnTo>
                  <a:cubicBezTo>
                    <a:pt x="3658" y="1484"/>
                    <a:pt x="3740" y="1599"/>
                    <a:pt x="3980" y="1599"/>
                  </a:cubicBezTo>
                  <a:cubicBezTo>
                    <a:pt x="4345" y="1599"/>
                    <a:pt x="4618" y="1268"/>
                    <a:pt x="4556" y="908"/>
                  </a:cubicBezTo>
                  <a:lnTo>
                    <a:pt x="4436" y="173"/>
                  </a:lnTo>
                  <a:cubicBezTo>
                    <a:pt x="4415" y="54"/>
                    <a:pt x="4326" y="0"/>
                    <a:pt x="42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3"/>
            <p:cNvSpPr/>
            <p:nvPr/>
          </p:nvSpPr>
          <p:spPr>
            <a:xfrm>
              <a:off x="2795631" y="3426170"/>
              <a:ext cx="101535" cy="114872"/>
            </a:xfrm>
            <a:custGeom>
              <a:rect b="b" l="l" r="r" t="t"/>
              <a:pathLst>
                <a:path extrusionOk="0" h="4384" w="3875">
                  <a:moveTo>
                    <a:pt x="372" y="1"/>
                  </a:moveTo>
                  <a:cubicBezTo>
                    <a:pt x="166" y="1"/>
                    <a:pt x="1" y="113"/>
                    <a:pt x="58" y="290"/>
                  </a:cubicBezTo>
                  <a:cubicBezTo>
                    <a:pt x="86" y="376"/>
                    <a:pt x="167" y="434"/>
                    <a:pt x="256" y="434"/>
                  </a:cubicBezTo>
                  <a:cubicBezTo>
                    <a:pt x="277" y="434"/>
                    <a:pt x="297" y="431"/>
                    <a:pt x="317" y="424"/>
                  </a:cubicBezTo>
                  <a:cubicBezTo>
                    <a:pt x="336" y="418"/>
                    <a:pt x="355" y="415"/>
                    <a:pt x="373" y="415"/>
                  </a:cubicBezTo>
                  <a:cubicBezTo>
                    <a:pt x="437" y="415"/>
                    <a:pt x="499" y="451"/>
                    <a:pt x="529" y="511"/>
                  </a:cubicBezTo>
                  <a:lnTo>
                    <a:pt x="1196" y="1865"/>
                  </a:lnTo>
                  <a:cubicBezTo>
                    <a:pt x="1282" y="2037"/>
                    <a:pt x="1450" y="2162"/>
                    <a:pt x="1642" y="2186"/>
                  </a:cubicBezTo>
                  <a:lnTo>
                    <a:pt x="3140" y="2407"/>
                  </a:lnTo>
                  <a:cubicBezTo>
                    <a:pt x="3279" y="2426"/>
                    <a:pt x="3337" y="2599"/>
                    <a:pt x="3236" y="2700"/>
                  </a:cubicBezTo>
                  <a:lnTo>
                    <a:pt x="2156" y="3756"/>
                  </a:lnTo>
                  <a:cubicBezTo>
                    <a:pt x="2041" y="3866"/>
                    <a:pt x="1974" y="4020"/>
                    <a:pt x="1974" y="4178"/>
                  </a:cubicBezTo>
                  <a:cubicBezTo>
                    <a:pt x="1974" y="4315"/>
                    <a:pt x="2078" y="4383"/>
                    <a:pt x="2182" y="4383"/>
                  </a:cubicBezTo>
                  <a:cubicBezTo>
                    <a:pt x="2287" y="4383"/>
                    <a:pt x="2391" y="4315"/>
                    <a:pt x="2391" y="4178"/>
                  </a:cubicBezTo>
                  <a:cubicBezTo>
                    <a:pt x="2391" y="4044"/>
                    <a:pt x="2425" y="4097"/>
                    <a:pt x="3524" y="2997"/>
                  </a:cubicBezTo>
                  <a:cubicBezTo>
                    <a:pt x="3874" y="2657"/>
                    <a:pt x="3682" y="2061"/>
                    <a:pt x="3198" y="1994"/>
                  </a:cubicBezTo>
                  <a:lnTo>
                    <a:pt x="1700" y="1773"/>
                  </a:lnTo>
                  <a:cubicBezTo>
                    <a:pt x="1647" y="1769"/>
                    <a:pt x="1594" y="1730"/>
                    <a:pt x="1570" y="1682"/>
                  </a:cubicBezTo>
                  <a:lnTo>
                    <a:pt x="903" y="328"/>
                  </a:lnTo>
                  <a:cubicBezTo>
                    <a:pt x="788" y="97"/>
                    <a:pt x="562" y="1"/>
                    <a:pt x="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3"/>
            <p:cNvSpPr/>
            <p:nvPr/>
          </p:nvSpPr>
          <p:spPr>
            <a:xfrm>
              <a:off x="2713617" y="3443804"/>
              <a:ext cx="83953" cy="111072"/>
            </a:xfrm>
            <a:custGeom>
              <a:rect b="b" l="l" r="r" t="t"/>
              <a:pathLst>
                <a:path extrusionOk="0" h="4239" w="3204">
                  <a:moveTo>
                    <a:pt x="2922" y="0"/>
                  </a:moveTo>
                  <a:cubicBezTo>
                    <a:pt x="2851" y="0"/>
                    <a:pt x="2781" y="37"/>
                    <a:pt x="2742" y="126"/>
                  </a:cubicBezTo>
                  <a:lnTo>
                    <a:pt x="2305" y="1009"/>
                  </a:lnTo>
                  <a:cubicBezTo>
                    <a:pt x="2281" y="1062"/>
                    <a:pt x="2228" y="1096"/>
                    <a:pt x="2175" y="1105"/>
                  </a:cubicBezTo>
                  <a:lnTo>
                    <a:pt x="678" y="1321"/>
                  </a:lnTo>
                  <a:cubicBezTo>
                    <a:pt x="193" y="1393"/>
                    <a:pt x="1" y="1988"/>
                    <a:pt x="351" y="2329"/>
                  </a:cubicBezTo>
                  <a:cubicBezTo>
                    <a:pt x="1470" y="3443"/>
                    <a:pt x="1508" y="3385"/>
                    <a:pt x="1484" y="3539"/>
                  </a:cubicBezTo>
                  <a:lnTo>
                    <a:pt x="1407" y="3990"/>
                  </a:lnTo>
                  <a:cubicBezTo>
                    <a:pt x="1378" y="4147"/>
                    <a:pt x="1497" y="4238"/>
                    <a:pt x="1615" y="4238"/>
                  </a:cubicBezTo>
                  <a:cubicBezTo>
                    <a:pt x="1706" y="4238"/>
                    <a:pt x="1797" y="4184"/>
                    <a:pt x="1815" y="4062"/>
                  </a:cubicBezTo>
                  <a:lnTo>
                    <a:pt x="1892" y="3606"/>
                  </a:lnTo>
                  <a:cubicBezTo>
                    <a:pt x="1926" y="3414"/>
                    <a:pt x="1863" y="3222"/>
                    <a:pt x="1724" y="3088"/>
                  </a:cubicBezTo>
                  <a:lnTo>
                    <a:pt x="644" y="2032"/>
                  </a:lnTo>
                  <a:cubicBezTo>
                    <a:pt x="539" y="1931"/>
                    <a:pt x="596" y="1753"/>
                    <a:pt x="740" y="1734"/>
                  </a:cubicBezTo>
                  <a:lnTo>
                    <a:pt x="2233" y="1518"/>
                  </a:lnTo>
                  <a:cubicBezTo>
                    <a:pt x="2425" y="1489"/>
                    <a:pt x="2588" y="1369"/>
                    <a:pt x="2675" y="1192"/>
                  </a:cubicBezTo>
                  <a:lnTo>
                    <a:pt x="3111" y="308"/>
                  </a:lnTo>
                  <a:cubicBezTo>
                    <a:pt x="3204" y="143"/>
                    <a:pt x="3062" y="0"/>
                    <a:pt x="29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3"/>
            <p:cNvSpPr/>
            <p:nvPr/>
          </p:nvSpPr>
          <p:spPr>
            <a:xfrm>
              <a:off x="2788085" y="3617710"/>
              <a:ext cx="34614" cy="112907"/>
            </a:xfrm>
            <a:custGeom>
              <a:rect b="b" l="l" r="r" t="t"/>
              <a:pathLst>
                <a:path extrusionOk="0" h="4309" w="1321">
                  <a:moveTo>
                    <a:pt x="209" y="0"/>
                  </a:moveTo>
                  <a:cubicBezTo>
                    <a:pt x="105" y="0"/>
                    <a:pt x="1" y="70"/>
                    <a:pt x="1" y="209"/>
                  </a:cubicBezTo>
                  <a:lnTo>
                    <a:pt x="1" y="3651"/>
                  </a:lnTo>
                  <a:cubicBezTo>
                    <a:pt x="1" y="4016"/>
                    <a:pt x="298" y="4309"/>
                    <a:pt x="663" y="4309"/>
                  </a:cubicBezTo>
                  <a:cubicBezTo>
                    <a:pt x="1028" y="4309"/>
                    <a:pt x="1321" y="4016"/>
                    <a:pt x="1321" y="3651"/>
                  </a:cubicBezTo>
                  <a:lnTo>
                    <a:pt x="1321" y="2821"/>
                  </a:lnTo>
                  <a:cubicBezTo>
                    <a:pt x="1321" y="2705"/>
                    <a:pt x="1230" y="2614"/>
                    <a:pt x="1114" y="2614"/>
                  </a:cubicBezTo>
                  <a:cubicBezTo>
                    <a:pt x="999" y="2614"/>
                    <a:pt x="903" y="2705"/>
                    <a:pt x="903" y="2821"/>
                  </a:cubicBezTo>
                  <a:lnTo>
                    <a:pt x="903" y="3651"/>
                  </a:lnTo>
                  <a:cubicBezTo>
                    <a:pt x="903" y="3812"/>
                    <a:pt x="782" y="3892"/>
                    <a:pt x="661" y="3892"/>
                  </a:cubicBezTo>
                  <a:cubicBezTo>
                    <a:pt x="539" y="3892"/>
                    <a:pt x="418" y="3812"/>
                    <a:pt x="418" y="3651"/>
                  </a:cubicBezTo>
                  <a:lnTo>
                    <a:pt x="418" y="209"/>
                  </a:lnTo>
                  <a:cubicBezTo>
                    <a:pt x="418" y="70"/>
                    <a:pt x="314" y="0"/>
                    <a:pt x="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0" name="Google Shape;15110;p83"/>
          <p:cNvGrpSpPr/>
          <p:nvPr/>
        </p:nvGrpSpPr>
        <p:grpSpPr>
          <a:xfrm>
            <a:off x="7172235" y="3803355"/>
            <a:ext cx="387561" cy="384312"/>
            <a:chOff x="7172235" y="3803355"/>
            <a:chExt cx="387561" cy="384312"/>
          </a:xfrm>
        </p:grpSpPr>
        <p:sp>
          <p:nvSpPr>
            <p:cNvPr id="15111" name="Google Shape;15111;p83"/>
            <p:cNvSpPr/>
            <p:nvPr/>
          </p:nvSpPr>
          <p:spPr>
            <a:xfrm>
              <a:off x="7256004" y="3991594"/>
              <a:ext cx="112854" cy="112959"/>
            </a:xfrm>
            <a:custGeom>
              <a:rect b="b" l="l" r="r" t="t"/>
              <a:pathLst>
                <a:path extrusionOk="0" h="4311" w="4307">
                  <a:moveTo>
                    <a:pt x="1186" y="0"/>
                  </a:moveTo>
                  <a:lnTo>
                    <a:pt x="1" y="1186"/>
                  </a:lnTo>
                  <a:lnTo>
                    <a:pt x="3126" y="4311"/>
                  </a:lnTo>
                  <a:lnTo>
                    <a:pt x="4306" y="3125"/>
                  </a:lnTo>
                  <a:lnTo>
                    <a:pt x="118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3"/>
            <p:cNvSpPr/>
            <p:nvPr/>
          </p:nvSpPr>
          <p:spPr>
            <a:xfrm>
              <a:off x="7262031" y="3994607"/>
              <a:ext cx="55759" cy="55733"/>
            </a:xfrm>
            <a:custGeom>
              <a:rect b="b" l="l" r="r" t="t"/>
              <a:pathLst>
                <a:path extrusionOk="0" h="2127" w="2128">
                  <a:moveTo>
                    <a:pt x="1071" y="0"/>
                  </a:moveTo>
                  <a:lnTo>
                    <a:pt x="1" y="1296"/>
                  </a:lnTo>
                  <a:lnTo>
                    <a:pt x="827" y="2127"/>
                  </a:lnTo>
                  <a:lnTo>
                    <a:pt x="2127" y="1056"/>
                  </a:lnTo>
                  <a:lnTo>
                    <a:pt x="107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3"/>
            <p:cNvSpPr/>
            <p:nvPr/>
          </p:nvSpPr>
          <p:spPr>
            <a:xfrm>
              <a:off x="7310217" y="4042767"/>
              <a:ext cx="55733" cy="55759"/>
            </a:xfrm>
            <a:custGeom>
              <a:rect b="b" l="l" r="r" t="t"/>
              <a:pathLst>
                <a:path extrusionOk="0" h="2128" w="2127">
                  <a:moveTo>
                    <a:pt x="1071" y="1"/>
                  </a:moveTo>
                  <a:lnTo>
                    <a:pt x="0" y="1302"/>
                  </a:lnTo>
                  <a:lnTo>
                    <a:pt x="831" y="2127"/>
                  </a:lnTo>
                  <a:lnTo>
                    <a:pt x="2127" y="1057"/>
                  </a:lnTo>
                  <a:lnTo>
                    <a:pt x="10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3"/>
            <p:cNvSpPr/>
            <p:nvPr/>
          </p:nvSpPr>
          <p:spPr>
            <a:xfrm>
              <a:off x="7338149" y="3862337"/>
              <a:ext cx="73341" cy="65087"/>
            </a:xfrm>
            <a:custGeom>
              <a:rect b="b" l="l" r="r" t="t"/>
              <a:pathLst>
                <a:path extrusionOk="0" h="2484" w="2799">
                  <a:moveTo>
                    <a:pt x="1122" y="1"/>
                  </a:moveTo>
                  <a:cubicBezTo>
                    <a:pt x="857" y="1"/>
                    <a:pt x="610" y="90"/>
                    <a:pt x="427" y="272"/>
                  </a:cubicBezTo>
                  <a:cubicBezTo>
                    <a:pt x="0" y="694"/>
                    <a:pt x="91" y="1477"/>
                    <a:pt x="629" y="2015"/>
                  </a:cubicBezTo>
                  <a:cubicBezTo>
                    <a:pt x="938" y="2323"/>
                    <a:pt x="1326" y="2483"/>
                    <a:pt x="1682" y="2483"/>
                  </a:cubicBezTo>
                  <a:cubicBezTo>
                    <a:pt x="1945" y="2483"/>
                    <a:pt x="2190" y="2396"/>
                    <a:pt x="2371" y="2216"/>
                  </a:cubicBezTo>
                  <a:cubicBezTo>
                    <a:pt x="2799" y="1789"/>
                    <a:pt x="2707" y="1006"/>
                    <a:pt x="2170" y="469"/>
                  </a:cubicBezTo>
                  <a:cubicBezTo>
                    <a:pt x="1865" y="161"/>
                    <a:pt x="1477" y="1"/>
                    <a:pt x="1122"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3"/>
            <p:cNvSpPr/>
            <p:nvPr/>
          </p:nvSpPr>
          <p:spPr>
            <a:xfrm>
              <a:off x="7323056" y="3861787"/>
              <a:ext cx="84922" cy="85053"/>
            </a:xfrm>
            <a:custGeom>
              <a:rect b="b" l="l" r="r" t="t"/>
              <a:pathLst>
                <a:path extrusionOk="0" h="3246" w="3241">
                  <a:moveTo>
                    <a:pt x="936" y="0"/>
                  </a:moveTo>
                  <a:lnTo>
                    <a:pt x="0" y="941"/>
                  </a:lnTo>
                  <a:lnTo>
                    <a:pt x="2299" y="3245"/>
                  </a:lnTo>
                  <a:lnTo>
                    <a:pt x="3240" y="2304"/>
                  </a:lnTo>
                  <a:lnTo>
                    <a:pt x="936"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3"/>
            <p:cNvSpPr/>
            <p:nvPr/>
          </p:nvSpPr>
          <p:spPr>
            <a:xfrm>
              <a:off x="7322925" y="3871455"/>
              <a:ext cx="75358" cy="75254"/>
            </a:xfrm>
            <a:custGeom>
              <a:rect b="b" l="l" r="r" t="t"/>
              <a:pathLst>
                <a:path extrusionOk="0" h="2872" w="2876">
                  <a:moveTo>
                    <a:pt x="572" y="1"/>
                  </a:moveTo>
                  <a:lnTo>
                    <a:pt x="0" y="572"/>
                  </a:lnTo>
                  <a:lnTo>
                    <a:pt x="2304" y="2871"/>
                  </a:lnTo>
                  <a:lnTo>
                    <a:pt x="2876" y="2305"/>
                  </a:lnTo>
                  <a:lnTo>
                    <a:pt x="5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3"/>
            <p:cNvSpPr/>
            <p:nvPr/>
          </p:nvSpPr>
          <p:spPr>
            <a:xfrm>
              <a:off x="7203442" y="3878635"/>
              <a:ext cx="187689" cy="187689"/>
            </a:xfrm>
            <a:custGeom>
              <a:rect b="b" l="l" r="r" t="t"/>
              <a:pathLst>
                <a:path extrusionOk="0" h="7163" w="7163">
                  <a:moveTo>
                    <a:pt x="4699" y="0"/>
                  </a:moveTo>
                  <a:lnTo>
                    <a:pt x="0" y="5698"/>
                  </a:lnTo>
                  <a:lnTo>
                    <a:pt x="1464" y="7162"/>
                  </a:lnTo>
                  <a:lnTo>
                    <a:pt x="7162" y="2463"/>
                  </a:lnTo>
                  <a:lnTo>
                    <a:pt x="469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3"/>
            <p:cNvSpPr/>
            <p:nvPr/>
          </p:nvSpPr>
          <p:spPr>
            <a:xfrm>
              <a:off x="7203442" y="3933712"/>
              <a:ext cx="187689" cy="132611"/>
            </a:xfrm>
            <a:custGeom>
              <a:rect b="b" l="l" r="r" t="t"/>
              <a:pathLst>
                <a:path extrusionOk="0" h="5061" w="7163">
                  <a:moveTo>
                    <a:pt x="6802" y="1"/>
                  </a:moveTo>
                  <a:lnTo>
                    <a:pt x="1771" y="4148"/>
                  </a:lnTo>
                  <a:lnTo>
                    <a:pt x="552" y="2929"/>
                  </a:lnTo>
                  <a:lnTo>
                    <a:pt x="0" y="3596"/>
                  </a:lnTo>
                  <a:lnTo>
                    <a:pt x="1464" y="5060"/>
                  </a:lnTo>
                  <a:lnTo>
                    <a:pt x="7162" y="361"/>
                  </a:lnTo>
                  <a:lnTo>
                    <a:pt x="6802"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3"/>
            <p:cNvSpPr/>
            <p:nvPr/>
          </p:nvSpPr>
          <p:spPr>
            <a:xfrm>
              <a:off x="7178392" y="4012084"/>
              <a:ext cx="79263" cy="79263"/>
            </a:xfrm>
            <a:custGeom>
              <a:rect b="b" l="l" r="r" t="t"/>
              <a:pathLst>
                <a:path extrusionOk="0" h="3025" w="3025">
                  <a:moveTo>
                    <a:pt x="942" y="0"/>
                  </a:moveTo>
                  <a:lnTo>
                    <a:pt x="1" y="941"/>
                  </a:lnTo>
                  <a:lnTo>
                    <a:pt x="2084" y="3025"/>
                  </a:lnTo>
                  <a:lnTo>
                    <a:pt x="3025" y="2084"/>
                  </a:lnTo>
                  <a:lnTo>
                    <a:pt x="942"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3"/>
            <p:cNvSpPr/>
            <p:nvPr/>
          </p:nvSpPr>
          <p:spPr>
            <a:xfrm>
              <a:off x="7178392" y="4024399"/>
              <a:ext cx="66947" cy="66947"/>
            </a:xfrm>
            <a:custGeom>
              <a:rect b="b" l="l" r="r" t="t"/>
              <a:pathLst>
                <a:path extrusionOk="0" h="2555" w="2555">
                  <a:moveTo>
                    <a:pt x="471" y="1"/>
                  </a:moveTo>
                  <a:lnTo>
                    <a:pt x="1" y="471"/>
                  </a:lnTo>
                  <a:lnTo>
                    <a:pt x="2084" y="2555"/>
                  </a:lnTo>
                  <a:lnTo>
                    <a:pt x="2555"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3"/>
            <p:cNvSpPr/>
            <p:nvPr/>
          </p:nvSpPr>
          <p:spPr>
            <a:xfrm>
              <a:off x="7428941" y="3953128"/>
              <a:ext cx="73367" cy="65087"/>
            </a:xfrm>
            <a:custGeom>
              <a:rect b="b" l="l" r="r" t="t"/>
              <a:pathLst>
                <a:path extrusionOk="0" h="2484" w="2800">
                  <a:moveTo>
                    <a:pt x="1120" y="1"/>
                  </a:moveTo>
                  <a:cubicBezTo>
                    <a:pt x="856" y="1"/>
                    <a:pt x="610" y="88"/>
                    <a:pt x="428" y="268"/>
                  </a:cubicBezTo>
                  <a:cubicBezTo>
                    <a:pt x="1" y="695"/>
                    <a:pt x="92" y="1478"/>
                    <a:pt x="630" y="2015"/>
                  </a:cubicBezTo>
                  <a:cubicBezTo>
                    <a:pt x="938" y="2323"/>
                    <a:pt x="1325" y="2483"/>
                    <a:pt x="1679" y="2483"/>
                  </a:cubicBezTo>
                  <a:cubicBezTo>
                    <a:pt x="1944" y="2483"/>
                    <a:pt x="2190" y="2394"/>
                    <a:pt x="2372" y="2212"/>
                  </a:cubicBezTo>
                  <a:cubicBezTo>
                    <a:pt x="2799" y="1790"/>
                    <a:pt x="2708" y="1007"/>
                    <a:pt x="2175" y="470"/>
                  </a:cubicBezTo>
                  <a:cubicBezTo>
                    <a:pt x="1866" y="161"/>
                    <a:pt x="1477" y="1"/>
                    <a:pt x="1120"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83"/>
            <p:cNvSpPr/>
            <p:nvPr/>
          </p:nvSpPr>
          <p:spPr>
            <a:xfrm>
              <a:off x="7413743" y="3952578"/>
              <a:ext cx="85053" cy="84949"/>
            </a:xfrm>
            <a:custGeom>
              <a:rect b="b" l="l" r="r" t="t"/>
              <a:pathLst>
                <a:path extrusionOk="0" h="3242" w="3246">
                  <a:moveTo>
                    <a:pt x="941" y="1"/>
                  </a:moveTo>
                  <a:lnTo>
                    <a:pt x="0" y="942"/>
                  </a:lnTo>
                  <a:lnTo>
                    <a:pt x="2304" y="3241"/>
                  </a:lnTo>
                  <a:lnTo>
                    <a:pt x="3245" y="2305"/>
                  </a:lnTo>
                  <a:lnTo>
                    <a:pt x="941"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3"/>
            <p:cNvSpPr/>
            <p:nvPr/>
          </p:nvSpPr>
          <p:spPr>
            <a:xfrm>
              <a:off x="7413743" y="3962273"/>
              <a:ext cx="75358" cy="75254"/>
            </a:xfrm>
            <a:custGeom>
              <a:rect b="b" l="l" r="r" t="t"/>
              <a:pathLst>
                <a:path extrusionOk="0" h="2872" w="2876">
                  <a:moveTo>
                    <a:pt x="571" y="1"/>
                  </a:moveTo>
                  <a:lnTo>
                    <a:pt x="0" y="572"/>
                  </a:lnTo>
                  <a:lnTo>
                    <a:pt x="2304" y="2871"/>
                  </a:lnTo>
                  <a:lnTo>
                    <a:pt x="2875" y="2305"/>
                  </a:lnTo>
                  <a:lnTo>
                    <a:pt x="5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3"/>
            <p:cNvSpPr/>
            <p:nvPr/>
          </p:nvSpPr>
          <p:spPr>
            <a:xfrm>
              <a:off x="7294234" y="3969322"/>
              <a:ext cx="187689" cy="187820"/>
            </a:xfrm>
            <a:custGeom>
              <a:rect b="b" l="l" r="r" t="t"/>
              <a:pathLst>
                <a:path extrusionOk="0" h="7168" w="7163">
                  <a:moveTo>
                    <a:pt x="4700" y="0"/>
                  </a:moveTo>
                  <a:lnTo>
                    <a:pt x="1" y="5703"/>
                  </a:lnTo>
                  <a:lnTo>
                    <a:pt x="1465" y="7167"/>
                  </a:lnTo>
                  <a:lnTo>
                    <a:pt x="7163" y="2468"/>
                  </a:lnTo>
                  <a:lnTo>
                    <a:pt x="4700"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3"/>
            <p:cNvSpPr/>
            <p:nvPr/>
          </p:nvSpPr>
          <p:spPr>
            <a:xfrm>
              <a:off x="7294234" y="4024530"/>
              <a:ext cx="187689" cy="132611"/>
            </a:xfrm>
            <a:custGeom>
              <a:rect b="b" l="l" r="r" t="t"/>
              <a:pathLst>
                <a:path extrusionOk="0" h="5061" w="7163">
                  <a:moveTo>
                    <a:pt x="6803" y="1"/>
                  </a:moveTo>
                  <a:lnTo>
                    <a:pt x="1772" y="4148"/>
                  </a:lnTo>
                  <a:lnTo>
                    <a:pt x="553" y="2924"/>
                  </a:lnTo>
                  <a:lnTo>
                    <a:pt x="1" y="3596"/>
                  </a:lnTo>
                  <a:lnTo>
                    <a:pt x="1465" y="5060"/>
                  </a:lnTo>
                  <a:lnTo>
                    <a:pt x="7163" y="361"/>
                  </a:lnTo>
                  <a:lnTo>
                    <a:pt x="6803"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3"/>
            <p:cNvSpPr/>
            <p:nvPr/>
          </p:nvSpPr>
          <p:spPr>
            <a:xfrm>
              <a:off x="7269210" y="4102902"/>
              <a:ext cx="79263" cy="79263"/>
            </a:xfrm>
            <a:custGeom>
              <a:rect b="b" l="l" r="r" t="t"/>
              <a:pathLst>
                <a:path extrusionOk="0" h="3025" w="3025">
                  <a:moveTo>
                    <a:pt x="941" y="0"/>
                  </a:moveTo>
                  <a:lnTo>
                    <a:pt x="1" y="941"/>
                  </a:lnTo>
                  <a:lnTo>
                    <a:pt x="2084" y="3024"/>
                  </a:lnTo>
                  <a:lnTo>
                    <a:pt x="3025" y="2084"/>
                  </a:lnTo>
                  <a:lnTo>
                    <a:pt x="941"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3"/>
            <p:cNvSpPr/>
            <p:nvPr/>
          </p:nvSpPr>
          <p:spPr>
            <a:xfrm>
              <a:off x="7269210" y="4115217"/>
              <a:ext cx="66947" cy="66947"/>
            </a:xfrm>
            <a:custGeom>
              <a:rect b="b" l="l" r="r" t="t"/>
              <a:pathLst>
                <a:path extrusionOk="0" h="2555" w="2555">
                  <a:moveTo>
                    <a:pt x="471" y="1"/>
                  </a:moveTo>
                  <a:lnTo>
                    <a:pt x="1" y="471"/>
                  </a:lnTo>
                  <a:lnTo>
                    <a:pt x="2084" y="2554"/>
                  </a:lnTo>
                  <a:lnTo>
                    <a:pt x="2554"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3"/>
            <p:cNvSpPr/>
            <p:nvPr/>
          </p:nvSpPr>
          <p:spPr>
            <a:xfrm>
              <a:off x="7457868" y="3839017"/>
              <a:ext cx="65925" cy="63122"/>
            </a:xfrm>
            <a:custGeom>
              <a:rect b="b" l="l" r="r" t="t"/>
              <a:pathLst>
                <a:path extrusionOk="0" h="2409" w="2516">
                  <a:moveTo>
                    <a:pt x="2211" y="0"/>
                  </a:moveTo>
                  <a:cubicBezTo>
                    <a:pt x="2162" y="0"/>
                    <a:pt x="2111" y="19"/>
                    <a:pt x="2065" y="63"/>
                  </a:cubicBezTo>
                  <a:lnTo>
                    <a:pt x="83" y="2040"/>
                  </a:lnTo>
                  <a:cubicBezTo>
                    <a:pt x="1" y="2127"/>
                    <a:pt x="1" y="2261"/>
                    <a:pt x="83" y="2348"/>
                  </a:cubicBezTo>
                  <a:cubicBezTo>
                    <a:pt x="126" y="2388"/>
                    <a:pt x="181" y="2409"/>
                    <a:pt x="236" y="2409"/>
                  </a:cubicBezTo>
                  <a:cubicBezTo>
                    <a:pt x="291" y="2409"/>
                    <a:pt x="347" y="2388"/>
                    <a:pt x="390" y="2348"/>
                  </a:cubicBezTo>
                  <a:lnTo>
                    <a:pt x="2368" y="365"/>
                  </a:lnTo>
                  <a:cubicBezTo>
                    <a:pt x="2515" y="210"/>
                    <a:pt x="2375" y="0"/>
                    <a:pt x="2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3"/>
            <p:cNvSpPr/>
            <p:nvPr/>
          </p:nvSpPr>
          <p:spPr>
            <a:xfrm>
              <a:off x="7435491" y="3806028"/>
              <a:ext cx="33068" cy="81909"/>
            </a:xfrm>
            <a:custGeom>
              <a:rect b="b" l="l" r="r" t="t"/>
              <a:pathLst>
                <a:path extrusionOk="0" h="3126" w="1262">
                  <a:moveTo>
                    <a:pt x="1000" y="1"/>
                  </a:moveTo>
                  <a:cubicBezTo>
                    <a:pt x="915" y="1"/>
                    <a:pt x="833" y="47"/>
                    <a:pt x="802" y="155"/>
                  </a:cubicBezTo>
                  <a:lnTo>
                    <a:pt x="34" y="2848"/>
                  </a:lnTo>
                  <a:cubicBezTo>
                    <a:pt x="1" y="2963"/>
                    <a:pt x="68" y="3083"/>
                    <a:pt x="183" y="3117"/>
                  </a:cubicBezTo>
                  <a:cubicBezTo>
                    <a:pt x="202" y="3123"/>
                    <a:pt x="222" y="3126"/>
                    <a:pt x="241" y="3126"/>
                  </a:cubicBezTo>
                  <a:cubicBezTo>
                    <a:pt x="333" y="3126"/>
                    <a:pt x="419" y="3063"/>
                    <a:pt x="447" y="2968"/>
                  </a:cubicBezTo>
                  <a:lnTo>
                    <a:pt x="1215" y="275"/>
                  </a:lnTo>
                  <a:cubicBezTo>
                    <a:pt x="1261" y="110"/>
                    <a:pt x="1129" y="1"/>
                    <a:pt x="10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3"/>
            <p:cNvSpPr/>
            <p:nvPr/>
          </p:nvSpPr>
          <p:spPr>
            <a:xfrm>
              <a:off x="7390868" y="3803355"/>
              <a:ext cx="35478" cy="81909"/>
            </a:xfrm>
            <a:custGeom>
              <a:rect b="b" l="l" r="r" t="t"/>
              <a:pathLst>
                <a:path extrusionOk="0" h="3126" w="1354">
                  <a:moveTo>
                    <a:pt x="270" y="1"/>
                  </a:moveTo>
                  <a:cubicBezTo>
                    <a:pt x="136" y="1"/>
                    <a:pt x="0" y="117"/>
                    <a:pt x="62" y="286"/>
                  </a:cubicBezTo>
                  <a:lnTo>
                    <a:pt x="883" y="2965"/>
                  </a:lnTo>
                  <a:cubicBezTo>
                    <a:pt x="913" y="3077"/>
                    <a:pt x="997" y="3125"/>
                    <a:pt x="1083" y="3125"/>
                  </a:cubicBezTo>
                  <a:cubicBezTo>
                    <a:pt x="1217" y="3125"/>
                    <a:pt x="1354" y="3009"/>
                    <a:pt x="1295" y="2840"/>
                  </a:cubicBezTo>
                  <a:lnTo>
                    <a:pt x="470" y="161"/>
                  </a:lnTo>
                  <a:cubicBezTo>
                    <a:pt x="440" y="49"/>
                    <a:pt x="355"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3"/>
            <p:cNvSpPr/>
            <p:nvPr/>
          </p:nvSpPr>
          <p:spPr>
            <a:xfrm>
              <a:off x="7471965" y="3892941"/>
              <a:ext cx="85053" cy="31469"/>
            </a:xfrm>
            <a:custGeom>
              <a:rect b="b" l="l" r="r" t="t"/>
              <a:pathLst>
                <a:path extrusionOk="0" h="1201" w="3246">
                  <a:moveTo>
                    <a:pt x="2945" y="1"/>
                  </a:moveTo>
                  <a:cubicBezTo>
                    <a:pt x="2924" y="1"/>
                    <a:pt x="2900" y="4"/>
                    <a:pt x="2876" y="11"/>
                  </a:cubicBezTo>
                  <a:lnTo>
                    <a:pt x="178" y="779"/>
                  </a:lnTo>
                  <a:cubicBezTo>
                    <a:pt x="63" y="813"/>
                    <a:pt x="1" y="933"/>
                    <a:pt x="34" y="1043"/>
                  </a:cubicBezTo>
                  <a:cubicBezTo>
                    <a:pt x="62" y="1138"/>
                    <a:pt x="145" y="1201"/>
                    <a:pt x="238" y="1201"/>
                  </a:cubicBezTo>
                  <a:cubicBezTo>
                    <a:pt x="258" y="1201"/>
                    <a:pt x="278" y="1198"/>
                    <a:pt x="298" y="1192"/>
                  </a:cubicBezTo>
                  <a:lnTo>
                    <a:pt x="2996" y="424"/>
                  </a:lnTo>
                  <a:cubicBezTo>
                    <a:pt x="3245" y="350"/>
                    <a:pt x="3168" y="1"/>
                    <a:pt x="29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3"/>
            <p:cNvSpPr/>
            <p:nvPr/>
          </p:nvSpPr>
          <p:spPr>
            <a:xfrm>
              <a:off x="7473171" y="3935494"/>
              <a:ext cx="86625" cy="32963"/>
            </a:xfrm>
            <a:custGeom>
              <a:rect b="b" l="l" r="r" t="t"/>
              <a:pathLst>
                <a:path extrusionOk="0" h="1258" w="3306">
                  <a:moveTo>
                    <a:pt x="304" y="1"/>
                  </a:moveTo>
                  <a:cubicBezTo>
                    <a:pt x="81" y="1"/>
                    <a:pt x="1" y="339"/>
                    <a:pt x="243" y="423"/>
                  </a:cubicBezTo>
                  <a:lnTo>
                    <a:pt x="2921" y="1243"/>
                  </a:lnTo>
                  <a:cubicBezTo>
                    <a:pt x="2949" y="1253"/>
                    <a:pt x="2975" y="1257"/>
                    <a:pt x="3000" y="1257"/>
                  </a:cubicBezTo>
                  <a:cubicBezTo>
                    <a:pt x="3222" y="1257"/>
                    <a:pt x="3305" y="904"/>
                    <a:pt x="3046" y="835"/>
                  </a:cubicBezTo>
                  <a:lnTo>
                    <a:pt x="367" y="10"/>
                  </a:lnTo>
                  <a:cubicBezTo>
                    <a:pt x="345" y="4"/>
                    <a:pt x="324" y="1"/>
                    <a:pt x="3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3"/>
            <p:cNvSpPr/>
            <p:nvPr/>
          </p:nvSpPr>
          <p:spPr>
            <a:xfrm>
              <a:off x="7232448" y="3926585"/>
              <a:ext cx="83088" cy="92888"/>
            </a:xfrm>
            <a:custGeom>
              <a:rect b="b" l="l" r="r" t="t"/>
              <a:pathLst>
                <a:path extrusionOk="0" h="3545" w="3171">
                  <a:moveTo>
                    <a:pt x="2925" y="0"/>
                  </a:moveTo>
                  <a:cubicBezTo>
                    <a:pt x="2865" y="0"/>
                    <a:pt x="2806" y="26"/>
                    <a:pt x="2767" y="76"/>
                  </a:cubicBezTo>
                  <a:lnTo>
                    <a:pt x="127" y="3196"/>
                  </a:lnTo>
                  <a:cubicBezTo>
                    <a:pt x="1" y="3358"/>
                    <a:pt x="142" y="3545"/>
                    <a:pt x="300" y="3545"/>
                  </a:cubicBezTo>
                  <a:cubicBezTo>
                    <a:pt x="352" y="3545"/>
                    <a:pt x="406" y="3524"/>
                    <a:pt x="453" y="3475"/>
                  </a:cubicBezTo>
                  <a:lnTo>
                    <a:pt x="3093" y="355"/>
                  </a:lnTo>
                  <a:cubicBezTo>
                    <a:pt x="3170" y="263"/>
                    <a:pt x="3156" y="124"/>
                    <a:pt x="3064" y="52"/>
                  </a:cubicBezTo>
                  <a:cubicBezTo>
                    <a:pt x="3023" y="18"/>
                    <a:pt x="2974" y="0"/>
                    <a:pt x="2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3"/>
            <p:cNvSpPr/>
            <p:nvPr/>
          </p:nvSpPr>
          <p:spPr>
            <a:xfrm>
              <a:off x="7172235" y="3856022"/>
              <a:ext cx="335235" cy="331645"/>
            </a:xfrm>
            <a:custGeom>
              <a:rect b="b" l="l" r="r" t="t"/>
              <a:pathLst>
                <a:path extrusionOk="0" h="12657" w="12794">
                  <a:moveTo>
                    <a:pt x="7453" y="457"/>
                  </a:moveTo>
                  <a:cubicBezTo>
                    <a:pt x="7755" y="457"/>
                    <a:pt x="8091" y="601"/>
                    <a:pt x="8353" y="863"/>
                  </a:cubicBezTo>
                  <a:lnTo>
                    <a:pt x="8353" y="868"/>
                  </a:lnTo>
                  <a:cubicBezTo>
                    <a:pt x="8675" y="1190"/>
                    <a:pt x="8819" y="1617"/>
                    <a:pt x="8737" y="1963"/>
                  </a:cubicBezTo>
                  <a:lnTo>
                    <a:pt x="7254" y="479"/>
                  </a:lnTo>
                  <a:cubicBezTo>
                    <a:pt x="7318" y="464"/>
                    <a:pt x="7384" y="457"/>
                    <a:pt x="7453" y="457"/>
                  </a:cubicBezTo>
                  <a:close/>
                  <a:moveTo>
                    <a:pt x="6692" y="527"/>
                  </a:moveTo>
                  <a:lnTo>
                    <a:pt x="8694" y="2524"/>
                  </a:lnTo>
                  <a:lnTo>
                    <a:pt x="8271" y="2947"/>
                  </a:lnTo>
                  <a:lnTo>
                    <a:pt x="6275" y="945"/>
                  </a:lnTo>
                  <a:lnTo>
                    <a:pt x="6692" y="527"/>
                  </a:lnTo>
                  <a:close/>
                  <a:moveTo>
                    <a:pt x="10910" y="3920"/>
                  </a:moveTo>
                  <a:cubicBezTo>
                    <a:pt x="11215" y="3920"/>
                    <a:pt x="11554" y="4065"/>
                    <a:pt x="11819" y="4329"/>
                  </a:cubicBezTo>
                  <a:cubicBezTo>
                    <a:pt x="12140" y="4651"/>
                    <a:pt x="12280" y="5083"/>
                    <a:pt x="12203" y="5424"/>
                  </a:cubicBezTo>
                  <a:lnTo>
                    <a:pt x="10720" y="3940"/>
                  </a:lnTo>
                  <a:cubicBezTo>
                    <a:pt x="10781" y="3927"/>
                    <a:pt x="10845" y="3920"/>
                    <a:pt x="10910" y="3920"/>
                  </a:cubicBezTo>
                  <a:close/>
                  <a:moveTo>
                    <a:pt x="10158" y="3988"/>
                  </a:moveTo>
                  <a:lnTo>
                    <a:pt x="10196" y="4022"/>
                  </a:lnTo>
                  <a:lnTo>
                    <a:pt x="12155" y="5985"/>
                  </a:lnTo>
                  <a:lnTo>
                    <a:pt x="11737" y="6408"/>
                  </a:lnTo>
                  <a:lnTo>
                    <a:pt x="9736" y="4406"/>
                  </a:lnTo>
                  <a:lnTo>
                    <a:pt x="10158" y="3988"/>
                  </a:lnTo>
                  <a:close/>
                  <a:moveTo>
                    <a:pt x="5151" y="6244"/>
                  </a:moveTo>
                  <a:lnTo>
                    <a:pt x="6433" y="7531"/>
                  </a:lnTo>
                  <a:lnTo>
                    <a:pt x="5636" y="8496"/>
                  </a:lnTo>
                  <a:lnTo>
                    <a:pt x="4186" y="7041"/>
                  </a:lnTo>
                  <a:lnTo>
                    <a:pt x="5151" y="6244"/>
                  </a:lnTo>
                  <a:close/>
                  <a:moveTo>
                    <a:pt x="4642" y="9725"/>
                  </a:moveTo>
                  <a:lnTo>
                    <a:pt x="4772" y="9854"/>
                  </a:lnTo>
                  <a:lnTo>
                    <a:pt x="6419" y="11501"/>
                  </a:lnTo>
                  <a:lnTo>
                    <a:pt x="5785" y="12144"/>
                  </a:lnTo>
                  <a:lnTo>
                    <a:pt x="4004" y="10363"/>
                  </a:lnTo>
                  <a:lnTo>
                    <a:pt x="4642" y="9725"/>
                  </a:lnTo>
                  <a:close/>
                  <a:moveTo>
                    <a:pt x="6687" y="1"/>
                  </a:moveTo>
                  <a:cubicBezTo>
                    <a:pt x="6632" y="1"/>
                    <a:pt x="6577" y="21"/>
                    <a:pt x="6534" y="62"/>
                  </a:cubicBezTo>
                  <a:lnTo>
                    <a:pt x="5948" y="652"/>
                  </a:lnTo>
                  <a:cubicBezTo>
                    <a:pt x="5929" y="647"/>
                    <a:pt x="5909" y="644"/>
                    <a:pt x="5890" y="644"/>
                  </a:cubicBezTo>
                  <a:cubicBezTo>
                    <a:pt x="5826" y="644"/>
                    <a:pt x="5763" y="673"/>
                    <a:pt x="5722" y="724"/>
                  </a:cubicBezTo>
                  <a:lnTo>
                    <a:pt x="1441" y="5918"/>
                  </a:lnTo>
                  <a:lnTo>
                    <a:pt x="1330" y="5803"/>
                  </a:lnTo>
                  <a:cubicBezTo>
                    <a:pt x="1287" y="5762"/>
                    <a:pt x="1232" y="5742"/>
                    <a:pt x="1177" y="5742"/>
                  </a:cubicBezTo>
                  <a:cubicBezTo>
                    <a:pt x="1121" y="5742"/>
                    <a:pt x="1066" y="5762"/>
                    <a:pt x="1023" y="5803"/>
                  </a:cubicBezTo>
                  <a:lnTo>
                    <a:pt x="82" y="6744"/>
                  </a:lnTo>
                  <a:cubicBezTo>
                    <a:pt x="1" y="6830"/>
                    <a:pt x="1" y="6965"/>
                    <a:pt x="82" y="7051"/>
                  </a:cubicBezTo>
                  <a:lnTo>
                    <a:pt x="946" y="7915"/>
                  </a:lnTo>
                  <a:cubicBezTo>
                    <a:pt x="994" y="7966"/>
                    <a:pt x="1048" y="7987"/>
                    <a:pt x="1100" y="7987"/>
                  </a:cubicBezTo>
                  <a:cubicBezTo>
                    <a:pt x="1268" y="7987"/>
                    <a:pt x="1413" y="7766"/>
                    <a:pt x="1249" y="7613"/>
                  </a:cubicBezTo>
                  <a:lnTo>
                    <a:pt x="538" y="6897"/>
                  </a:lnTo>
                  <a:lnTo>
                    <a:pt x="1177" y="6264"/>
                  </a:lnTo>
                  <a:lnTo>
                    <a:pt x="1301" y="6388"/>
                  </a:lnTo>
                  <a:lnTo>
                    <a:pt x="1306" y="6388"/>
                  </a:lnTo>
                  <a:lnTo>
                    <a:pt x="2828" y="7910"/>
                  </a:lnTo>
                  <a:lnTo>
                    <a:pt x="2953" y="8035"/>
                  </a:lnTo>
                  <a:lnTo>
                    <a:pt x="2314" y="8673"/>
                  </a:lnTo>
                  <a:lnTo>
                    <a:pt x="1844" y="8203"/>
                  </a:lnTo>
                  <a:cubicBezTo>
                    <a:pt x="1798" y="8161"/>
                    <a:pt x="1749" y="8143"/>
                    <a:pt x="1701" y="8143"/>
                  </a:cubicBezTo>
                  <a:cubicBezTo>
                    <a:pt x="1537" y="8143"/>
                    <a:pt x="1396" y="8354"/>
                    <a:pt x="1541" y="8510"/>
                  </a:cubicBezTo>
                  <a:lnTo>
                    <a:pt x="2161" y="9129"/>
                  </a:lnTo>
                  <a:cubicBezTo>
                    <a:pt x="2204" y="9170"/>
                    <a:pt x="2259" y="9191"/>
                    <a:pt x="2314" y="9191"/>
                  </a:cubicBezTo>
                  <a:cubicBezTo>
                    <a:pt x="2370" y="9191"/>
                    <a:pt x="2425" y="9170"/>
                    <a:pt x="2468" y="9129"/>
                  </a:cubicBezTo>
                  <a:lnTo>
                    <a:pt x="3404" y="8189"/>
                  </a:lnTo>
                  <a:cubicBezTo>
                    <a:pt x="3490" y="8107"/>
                    <a:pt x="3490" y="7968"/>
                    <a:pt x="3404" y="7886"/>
                  </a:cubicBezTo>
                  <a:lnTo>
                    <a:pt x="3294" y="7771"/>
                  </a:lnTo>
                  <a:lnTo>
                    <a:pt x="3846" y="7315"/>
                  </a:lnTo>
                  <a:lnTo>
                    <a:pt x="5358" y="8827"/>
                  </a:lnTo>
                  <a:lnTo>
                    <a:pt x="4902" y="9379"/>
                  </a:lnTo>
                  <a:lnTo>
                    <a:pt x="4786" y="9269"/>
                  </a:lnTo>
                  <a:cubicBezTo>
                    <a:pt x="4746" y="9225"/>
                    <a:pt x="4690" y="9204"/>
                    <a:pt x="4635" y="9204"/>
                  </a:cubicBezTo>
                  <a:cubicBezTo>
                    <a:pt x="4580" y="9204"/>
                    <a:pt x="4525" y="9225"/>
                    <a:pt x="4484" y="9269"/>
                  </a:cubicBezTo>
                  <a:lnTo>
                    <a:pt x="3543" y="10209"/>
                  </a:lnTo>
                  <a:cubicBezTo>
                    <a:pt x="3462" y="10291"/>
                    <a:pt x="3462" y="10425"/>
                    <a:pt x="3543" y="10512"/>
                  </a:cubicBezTo>
                  <a:lnTo>
                    <a:pt x="5626" y="12595"/>
                  </a:lnTo>
                  <a:cubicBezTo>
                    <a:pt x="5667" y="12636"/>
                    <a:pt x="5722" y="12656"/>
                    <a:pt x="5778" y="12656"/>
                  </a:cubicBezTo>
                  <a:cubicBezTo>
                    <a:pt x="5833" y="12656"/>
                    <a:pt x="5888" y="12636"/>
                    <a:pt x="5929" y="12595"/>
                  </a:cubicBezTo>
                  <a:lnTo>
                    <a:pt x="6870" y="11654"/>
                  </a:lnTo>
                  <a:cubicBezTo>
                    <a:pt x="6956" y="11568"/>
                    <a:pt x="6956" y="11434"/>
                    <a:pt x="6870" y="11352"/>
                  </a:cubicBezTo>
                  <a:lnTo>
                    <a:pt x="6755" y="11237"/>
                  </a:lnTo>
                  <a:lnTo>
                    <a:pt x="9207" y="9216"/>
                  </a:lnTo>
                  <a:cubicBezTo>
                    <a:pt x="9397" y="9072"/>
                    <a:pt x="9258" y="8824"/>
                    <a:pt x="9080" y="8824"/>
                  </a:cubicBezTo>
                  <a:cubicBezTo>
                    <a:pt x="9032" y="8824"/>
                    <a:pt x="8982" y="8842"/>
                    <a:pt x="8934" y="8885"/>
                  </a:cubicBezTo>
                  <a:lnTo>
                    <a:pt x="6452" y="10930"/>
                  </a:lnTo>
                  <a:lnTo>
                    <a:pt x="5204" y="9686"/>
                  </a:lnTo>
                  <a:lnTo>
                    <a:pt x="9361" y="4641"/>
                  </a:lnTo>
                  <a:lnTo>
                    <a:pt x="11497" y="6773"/>
                  </a:lnTo>
                  <a:lnTo>
                    <a:pt x="9596" y="8347"/>
                  </a:lnTo>
                  <a:cubicBezTo>
                    <a:pt x="9410" y="8488"/>
                    <a:pt x="9552" y="8736"/>
                    <a:pt x="9728" y="8736"/>
                  </a:cubicBezTo>
                  <a:cubicBezTo>
                    <a:pt x="9775" y="8736"/>
                    <a:pt x="9824" y="8719"/>
                    <a:pt x="9870" y="8678"/>
                  </a:cubicBezTo>
                  <a:lnTo>
                    <a:pt x="11958" y="6955"/>
                  </a:lnTo>
                  <a:cubicBezTo>
                    <a:pt x="12025" y="6902"/>
                    <a:pt x="12049" y="6811"/>
                    <a:pt x="12025" y="6725"/>
                  </a:cubicBezTo>
                  <a:lnTo>
                    <a:pt x="12616" y="6139"/>
                  </a:lnTo>
                  <a:cubicBezTo>
                    <a:pt x="12697" y="6052"/>
                    <a:pt x="12697" y="5918"/>
                    <a:pt x="12616" y="5832"/>
                  </a:cubicBezTo>
                  <a:lnTo>
                    <a:pt x="12539" y="5764"/>
                  </a:lnTo>
                  <a:cubicBezTo>
                    <a:pt x="12793" y="5236"/>
                    <a:pt x="12630" y="4536"/>
                    <a:pt x="12121" y="4027"/>
                  </a:cubicBezTo>
                  <a:cubicBezTo>
                    <a:pt x="11771" y="3674"/>
                    <a:pt x="11330" y="3488"/>
                    <a:pt x="10916" y="3488"/>
                  </a:cubicBezTo>
                  <a:cubicBezTo>
                    <a:pt x="10728" y="3488"/>
                    <a:pt x="10545" y="3526"/>
                    <a:pt x="10379" y="3604"/>
                  </a:cubicBezTo>
                  <a:lnTo>
                    <a:pt x="10307" y="3532"/>
                  </a:lnTo>
                  <a:cubicBezTo>
                    <a:pt x="10264" y="3489"/>
                    <a:pt x="10208" y="3468"/>
                    <a:pt x="10154" y="3468"/>
                  </a:cubicBezTo>
                  <a:cubicBezTo>
                    <a:pt x="10099" y="3468"/>
                    <a:pt x="10045" y="3489"/>
                    <a:pt x="10004" y="3532"/>
                  </a:cubicBezTo>
                  <a:lnTo>
                    <a:pt x="9414" y="4118"/>
                  </a:lnTo>
                  <a:cubicBezTo>
                    <a:pt x="9390" y="4113"/>
                    <a:pt x="9366" y="4108"/>
                    <a:pt x="9337" y="4108"/>
                  </a:cubicBezTo>
                  <a:cubicBezTo>
                    <a:pt x="9279" y="4113"/>
                    <a:pt x="9222" y="4142"/>
                    <a:pt x="9183" y="4185"/>
                  </a:cubicBezTo>
                  <a:lnTo>
                    <a:pt x="6707" y="7195"/>
                  </a:lnTo>
                  <a:lnTo>
                    <a:pt x="5482" y="5971"/>
                  </a:lnTo>
                  <a:lnTo>
                    <a:pt x="6039" y="5510"/>
                  </a:lnTo>
                  <a:cubicBezTo>
                    <a:pt x="6229" y="5369"/>
                    <a:pt x="6088" y="5121"/>
                    <a:pt x="5910" y="5121"/>
                  </a:cubicBezTo>
                  <a:cubicBezTo>
                    <a:pt x="5862" y="5121"/>
                    <a:pt x="5813" y="5138"/>
                    <a:pt x="5766" y="5179"/>
                  </a:cubicBezTo>
                  <a:lnTo>
                    <a:pt x="5026" y="5788"/>
                  </a:lnTo>
                  <a:lnTo>
                    <a:pt x="2991" y="7469"/>
                  </a:lnTo>
                  <a:lnTo>
                    <a:pt x="1748" y="6225"/>
                  </a:lnTo>
                  <a:lnTo>
                    <a:pt x="5905" y="1180"/>
                  </a:lnTo>
                  <a:lnTo>
                    <a:pt x="8036" y="3312"/>
                  </a:lnTo>
                  <a:lnTo>
                    <a:pt x="6423" y="4641"/>
                  </a:lnTo>
                  <a:cubicBezTo>
                    <a:pt x="6233" y="4782"/>
                    <a:pt x="6377" y="5031"/>
                    <a:pt x="6555" y="5031"/>
                  </a:cubicBezTo>
                  <a:cubicBezTo>
                    <a:pt x="6602" y="5031"/>
                    <a:pt x="6651" y="5013"/>
                    <a:pt x="6697" y="4972"/>
                  </a:cubicBezTo>
                  <a:lnTo>
                    <a:pt x="8492" y="3494"/>
                  </a:lnTo>
                  <a:cubicBezTo>
                    <a:pt x="8559" y="3436"/>
                    <a:pt x="8583" y="3345"/>
                    <a:pt x="8559" y="3264"/>
                  </a:cubicBezTo>
                  <a:lnTo>
                    <a:pt x="9145" y="2673"/>
                  </a:lnTo>
                  <a:cubicBezTo>
                    <a:pt x="9231" y="2592"/>
                    <a:pt x="9231" y="2457"/>
                    <a:pt x="9145" y="2371"/>
                  </a:cubicBezTo>
                  <a:lnTo>
                    <a:pt x="9073" y="2299"/>
                  </a:lnTo>
                  <a:cubicBezTo>
                    <a:pt x="9323" y="1771"/>
                    <a:pt x="9164" y="1070"/>
                    <a:pt x="8655" y="556"/>
                  </a:cubicBezTo>
                  <a:cubicBezTo>
                    <a:pt x="8302" y="207"/>
                    <a:pt x="7861" y="22"/>
                    <a:pt x="7448" y="22"/>
                  </a:cubicBezTo>
                  <a:cubicBezTo>
                    <a:pt x="7260" y="22"/>
                    <a:pt x="7078" y="61"/>
                    <a:pt x="6913" y="139"/>
                  </a:cubicBezTo>
                  <a:lnTo>
                    <a:pt x="6841" y="62"/>
                  </a:lnTo>
                  <a:cubicBezTo>
                    <a:pt x="6798" y="21"/>
                    <a:pt x="6743" y="1"/>
                    <a:pt x="6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3"/>
            <p:cNvSpPr/>
            <p:nvPr/>
          </p:nvSpPr>
          <p:spPr>
            <a:xfrm>
              <a:off x="7323240" y="4017377"/>
              <a:ext cx="82983" cy="92862"/>
            </a:xfrm>
            <a:custGeom>
              <a:rect b="b" l="l" r="r" t="t"/>
              <a:pathLst>
                <a:path extrusionOk="0" h="3544" w="3167">
                  <a:moveTo>
                    <a:pt x="2928" y="0"/>
                  </a:moveTo>
                  <a:cubicBezTo>
                    <a:pt x="2867" y="0"/>
                    <a:pt x="2806" y="26"/>
                    <a:pt x="2763" y="77"/>
                  </a:cubicBezTo>
                  <a:lnTo>
                    <a:pt x="123" y="3197"/>
                  </a:lnTo>
                  <a:cubicBezTo>
                    <a:pt x="1" y="3358"/>
                    <a:pt x="141" y="3543"/>
                    <a:pt x="298" y="3543"/>
                  </a:cubicBezTo>
                  <a:cubicBezTo>
                    <a:pt x="351" y="3543"/>
                    <a:pt x="406" y="3522"/>
                    <a:pt x="454" y="3471"/>
                  </a:cubicBezTo>
                  <a:lnTo>
                    <a:pt x="3094" y="350"/>
                  </a:lnTo>
                  <a:cubicBezTo>
                    <a:pt x="3166" y="259"/>
                    <a:pt x="3156" y="125"/>
                    <a:pt x="3065" y="48"/>
                  </a:cubicBezTo>
                  <a:cubicBezTo>
                    <a:pt x="3025" y="16"/>
                    <a:pt x="2976" y="0"/>
                    <a:pt x="2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6" name="Google Shape;15136;p83"/>
          <p:cNvGrpSpPr/>
          <p:nvPr/>
        </p:nvGrpSpPr>
        <p:grpSpPr>
          <a:xfrm>
            <a:off x="6655443" y="3799215"/>
            <a:ext cx="428280" cy="351638"/>
            <a:chOff x="6655443" y="3799215"/>
            <a:chExt cx="428280" cy="351638"/>
          </a:xfrm>
        </p:grpSpPr>
        <p:sp>
          <p:nvSpPr>
            <p:cNvPr id="15137" name="Google Shape;15137;p83"/>
            <p:cNvSpPr/>
            <p:nvPr/>
          </p:nvSpPr>
          <p:spPr>
            <a:xfrm>
              <a:off x="6723334" y="3960387"/>
              <a:ext cx="293468" cy="184177"/>
            </a:xfrm>
            <a:custGeom>
              <a:rect b="b" l="l" r="r" t="t"/>
              <a:pathLst>
                <a:path extrusionOk="0" h="7029" w="11200">
                  <a:moveTo>
                    <a:pt x="0" y="1"/>
                  </a:moveTo>
                  <a:lnTo>
                    <a:pt x="0" y="5382"/>
                  </a:lnTo>
                  <a:cubicBezTo>
                    <a:pt x="0" y="5770"/>
                    <a:pt x="456" y="6126"/>
                    <a:pt x="1220" y="6409"/>
                  </a:cubicBezTo>
                  <a:cubicBezTo>
                    <a:pt x="1637" y="6558"/>
                    <a:pt x="2069" y="6673"/>
                    <a:pt x="2506" y="6754"/>
                  </a:cubicBezTo>
                  <a:cubicBezTo>
                    <a:pt x="3236" y="6894"/>
                    <a:pt x="3975" y="6975"/>
                    <a:pt x="4714" y="7009"/>
                  </a:cubicBezTo>
                  <a:cubicBezTo>
                    <a:pt x="5002" y="7023"/>
                    <a:pt x="5300" y="7028"/>
                    <a:pt x="5598" y="7028"/>
                  </a:cubicBezTo>
                  <a:cubicBezTo>
                    <a:pt x="8694" y="7028"/>
                    <a:pt x="11199" y="6294"/>
                    <a:pt x="11199" y="5382"/>
                  </a:cubicBezTo>
                  <a:lnTo>
                    <a:pt x="11199" y="1"/>
                  </a:lnTo>
                  <a:close/>
                </a:path>
              </a:pathLst>
            </a:custGeom>
            <a:solidFill>
              <a:srgbClr val="B2C1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3"/>
            <p:cNvSpPr/>
            <p:nvPr/>
          </p:nvSpPr>
          <p:spPr>
            <a:xfrm>
              <a:off x="6998905" y="3960387"/>
              <a:ext cx="17896" cy="161774"/>
            </a:xfrm>
            <a:custGeom>
              <a:rect b="b" l="l" r="r" t="t"/>
              <a:pathLst>
                <a:path extrusionOk="0" h="6174" w="683">
                  <a:moveTo>
                    <a:pt x="1" y="1"/>
                  </a:moveTo>
                  <a:lnTo>
                    <a:pt x="1" y="6174"/>
                  </a:lnTo>
                  <a:cubicBezTo>
                    <a:pt x="433" y="5938"/>
                    <a:pt x="682" y="5670"/>
                    <a:pt x="682" y="5382"/>
                  </a:cubicBezTo>
                  <a:lnTo>
                    <a:pt x="682"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3"/>
            <p:cNvSpPr/>
            <p:nvPr/>
          </p:nvSpPr>
          <p:spPr>
            <a:xfrm>
              <a:off x="6723334" y="3949434"/>
              <a:ext cx="293468" cy="70223"/>
            </a:xfrm>
            <a:custGeom>
              <a:rect b="b" l="l" r="r" t="t"/>
              <a:pathLst>
                <a:path extrusionOk="0" h="2680" w="11200">
                  <a:moveTo>
                    <a:pt x="0" y="1"/>
                  </a:moveTo>
                  <a:lnTo>
                    <a:pt x="0" y="1033"/>
                  </a:lnTo>
                  <a:cubicBezTo>
                    <a:pt x="0" y="1854"/>
                    <a:pt x="2045" y="2535"/>
                    <a:pt x="4714" y="2660"/>
                  </a:cubicBezTo>
                  <a:cubicBezTo>
                    <a:pt x="5002" y="2675"/>
                    <a:pt x="5300" y="2679"/>
                    <a:pt x="5598" y="2679"/>
                  </a:cubicBezTo>
                  <a:cubicBezTo>
                    <a:pt x="8694" y="2679"/>
                    <a:pt x="11199" y="1945"/>
                    <a:pt x="11199" y="1033"/>
                  </a:cubicBezTo>
                  <a:lnTo>
                    <a:pt x="11199"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3"/>
            <p:cNvSpPr/>
            <p:nvPr/>
          </p:nvSpPr>
          <p:spPr>
            <a:xfrm>
              <a:off x="6998905" y="3949434"/>
              <a:ext cx="17896" cy="47846"/>
            </a:xfrm>
            <a:custGeom>
              <a:rect b="b" l="l" r="r" t="t"/>
              <a:pathLst>
                <a:path extrusionOk="0" h="1826" w="683">
                  <a:moveTo>
                    <a:pt x="1" y="1"/>
                  </a:moveTo>
                  <a:lnTo>
                    <a:pt x="1" y="1825"/>
                  </a:lnTo>
                  <a:cubicBezTo>
                    <a:pt x="433" y="1590"/>
                    <a:pt x="682" y="1321"/>
                    <a:pt x="682" y="1033"/>
                  </a:cubicBezTo>
                  <a:lnTo>
                    <a:pt x="682" y="1"/>
                  </a:ln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3"/>
            <p:cNvSpPr/>
            <p:nvPr/>
          </p:nvSpPr>
          <p:spPr>
            <a:xfrm>
              <a:off x="6723334" y="3906174"/>
              <a:ext cx="293468" cy="86442"/>
            </a:xfrm>
            <a:custGeom>
              <a:rect b="b" l="l" r="r" t="t"/>
              <a:pathLst>
                <a:path extrusionOk="0" h="3299" w="11200">
                  <a:moveTo>
                    <a:pt x="5598" y="1"/>
                  </a:moveTo>
                  <a:cubicBezTo>
                    <a:pt x="2506" y="1"/>
                    <a:pt x="0" y="740"/>
                    <a:pt x="0" y="1652"/>
                  </a:cubicBezTo>
                  <a:cubicBezTo>
                    <a:pt x="0" y="2559"/>
                    <a:pt x="2506" y="3298"/>
                    <a:pt x="5598" y="3298"/>
                  </a:cubicBezTo>
                  <a:cubicBezTo>
                    <a:pt x="8694" y="3298"/>
                    <a:pt x="11199" y="2559"/>
                    <a:pt x="11199" y="1652"/>
                  </a:cubicBezTo>
                  <a:cubicBezTo>
                    <a:pt x="11199" y="740"/>
                    <a:pt x="8694" y="1"/>
                    <a:pt x="559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3"/>
            <p:cNvSpPr/>
            <p:nvPr/>
          </p:nvSpPr>
          <p:spPr>
            <a:xfrm>
              <a:off x="6846852" y="3906305"/>
              <a:ext cx="169949" cy="86311"/>
            </a:xfrm>
            <a:custGeom>
              <a:rect b="b" l="l" r="r" t="t"/>
              <a:pathLst>
                <a:path extrusionOk="0" h="3294" w="6486">
                  <a:moveTo>
                    <a:pt x="884" y="0"/>
                  </a:moveTo>
                  <a:cubicBezTo>
                    <a:pt x="586" y="0"/>
                    <a:pt x="288" y="5"/>
                    <a:pt x="0" y="20"/>
                  </a:cubicBezTo>
                  <a:cubicBezTo>
                    <a:pt x="2674" y="144"/>
                    <a:pt x="4719" y="826"/>
                    <a:pt x="4719" y="1647"/>
                  </a:cubicBezTo>
                  <a:cubicBezTo>
                    <a:pt x="4719" y="2468"/>
                    <a:pt x="2674" y="3145"/>
                    <a:pt x="0" y="3269"/>
                  </a:cubicBezTo>
                  <a:cubicBezTo>
                    <a:pt x="288" y="3284"/>
                    <a:pt x="586" y="3293"/>
                    <a:pt x="884" y="3293"/>
                  </a:cubicBezTo>
                  <a:cubicBezTo>
                    <a:pt x="3980" y="3293"/>
                    <a:pt x="6485" y="2554"/>
                    <a:pt x="6485" y="1647"/>
                  </a:cubicBezTo>
                  <a:cubicBezTo>
                    <a:pt x="6485" y="735"/>
                    <a:pt x="3980" y="0"/>
                    <a:pt x="884" y="0"/>
                  </a:cubicBezTo>
                  <a:close/>
                </a:path>
              </a:pathLst>
            </a:custGeom>
            <a:solidFill>
              <a:srgbClr val="AD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3"/>
            <p:cNvSpPr/>
            <p:nvPr/>
          </p:nvSpPr>
          <p:spPr>
            <a:xfrm>
              <a:off x="6885448" y="3927424"/>
              <a:ext cx="21931" cy="22036"/>
            </a:xfrm>
            <a:custGeom>
              <a:rect b="b" l="l" r="r" t="t"/>
              <a:pathLst>
                <a:path extrusionOk="0" h="841" w="837">
                  <a:moveTo>
                    <a:pt x="419" y="1"/>
                  </a:moveTo>
                  <a:cubicBezTo>
                    <a:pt x="188" y="1"/>
                    <a:pt x="1" y="188"/>
                    <a:pt x="1" y="419"/>
                  </a:cubicBezTo>
                  <a:cubicBezTo>
                    <a:pt x="1" y="654"/>
                    <a:pt x="188" y="841"/>
                    <a:pt x="419" y="841"/>
                  </a:cubicBezTo>
                  <a:cubicBezTo>
                    <a:pt x="649" y="841"/>
                    <a:pt x="836" y="654"/>
                    <a:pt x="836" y="419"/>
                  </a:cubicBezTo>
                  <a:cubicBezTo>
                    <a:pt x="836" y="188"/>
                    <a:pt x="649" y="1"/>
                    <a:pt x="419"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3"/>
            <p:cNvSpPr/>
            <p:nvPr/>
          </p:nvSpPr>
          <p:spPr>
            <a:xfrm>
              <a:off x="6832624" y="3927424"/>
              <a:ext cx="22036" cy="22036"/>
            </a:xfrm>
            <a:custGeom>
              <a:rect b="b" l="l" r="r" t="t"/>
              <a:pathLst>
                <a:path extrusionOk="0" h="841" w="841">
                  <a:moveTo>
                    <a:pt x="423" y="1"/>
                  </a:moveTo>
                  <a:cubicBezTo>
                    <a:pt x="193" y="1"/>
                    <a:pt x="1" y="188"/>
                    <a:pt x="1" y="419"/>
                  </a:cubicBezTo>
                  <a:cubicBezTo>
                    <a:pt x="1" y="654"/>
                    <a:pt x="193" y="841"/>
                    <a:pt x="423" y="841"/>
                  </a:cubicBezTo>
                  <a:cubicBezTo>
                    <a:pt x="654" y="841"/>
                    <a:pt x="841" y="654"/>
                    <a:pt x="841" y="419"/>
                  </a:cubicBezTo>
                  <a:cubicBezTo>
                    <a:pt x="841" y="188"/>
                    <a:pt x="654" y="1"/>
                    <a:pt x="423"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3"/>
            <p:cNvSpPr/>
            <p:nvPr/>
          </p:nvSpPr>
          <p:spPr>
            <a:xfrm>
              <a:off x="6702555" y="3799215"/>
              <a:ext cx="335942" cy="351638"/>
            </a:xfrm>
            <a:custGeom>
              <a:rect b="b" l="l" r="r" t="t"/>
              <a:pathLst>
                <a:path extrusionOk="0" h="13420" w="12821">
                  <a:moveTo>
                    <a:pt x="5387" y="5133"/>
                  </a:moveTo>
                  <a:cubicBezTo>
                    <a:pt x="5434" y="5133"/>
                    <a:pt x="5481" y="5151"/>
                    <a:pt x="5517" y="5187"/>
                  </a:cubicBezTo>
                  <a:cubicBezTo>
                    <a:pt x="5627" y="5297"/>
                    <a:pt x="5546" y="5489"/>
                    <a:pt x="5387" y="5489"/>
                  </a:cubicBezTo>
                  <a:cubicBezTo>
                    <a:pt x="5229" y="5489"/>
                    <a:pt x="5147" y="5297"/>
                    <a:pt x="5258" y="5187"/>
                  </a:cubicBezTo>
                  <a:cubicBezTo>
                    <a:pt x="5294" y="5151"/>
                    <a:pt x="5340" y="5133"/>
                    <a:pt x="5387" y="5133"/>
                  </a:cubicBezTo>
                  <a:close/>
                  <a:moveTo>
                    <a:pt x="7401" y="5133"/>
                  </a:moveTo>
                  <a:cubicBezTo>
                    <a:pt x="7445" y="5133"/>
                    <a:pt x="7491" y="5149"/>
                    <a:pt x="7528" y="5187"/>
                  </a:cubicBezTo>
                  <a:cubicBezTo>
                    <a:pt x="7600" y="5254"/>
                    <a:pt x="7600" y="5369"/>
                    <a:pt x="7528" y="5441"/>
                  </a:cubicBezTo>
                  <a:cubicBezTo>
                    <a:pt x="7492" y="5476"/>
                    <a:pt x="7447" y="5492"/>
                    <a:pt x="7404" y="5492"/>
                  </a:cubicBezTo>
                  <a:cubicBezTo>
                    <a:pt x="7310" y="5492"/>
                    <a:pt x="7221" y="5420"/>
                    <a:pt x="7221" y="5312"/>
                  </a:cubicBezTo>
                  <a:cubicBezTo>
                    <a:pt x="7221" y="5205"/>
                    <a:pt x="7309" y="5133"/>
                    <a:pt x="7401" y="5133"/>
                  </a:cubicBezTo>
                  <a:close/>
                  <a:moveTo>
                    <a:pt x="11757" y="6521"/>
                  </a:moveTo>
                  <a:lnTo>
                    <a:pt x="11757" y="6766"/>
                  </a:lnTo>
                  <a:lnTo>
                    <a:pt x="11757" y="6780"/>
                  </a:lnTo>
                  <a:cubicBezTo>
                    <a:pt x="11743" y="7035"/>
                    <a:pt x="11282" y="7452"/>
                    <a:pt x="10010" y="7779"/>
                  </a:cubicBezTo>
                  <a:cubicBezTo>
                    <a:pt x="9011" y="8033"/>
                    <a:pt x="7725" y="8177"/>
                    <a:pt x="6395" y="8177"/>
                  </a:cubicBezTo>
                  <a:cubicBezTo>
                    <a:pt x="5061" y="8177"/>
                    <a:pt x="3774" y="8033"/>
                    <a:pt x="2776" y="7779"/>
                  </a:cubicBezTo>
                  <a:cubicBezTo>
                    <a:pt x="1489" y="7448"/>
                    <a:pt x="1033" y="7030"/>
                    <a:pt x="1033" y="6766"/>
                  </a:cubicBezTo>
                  <a:lnTo>
                    <a:pt x="1033" y="6521"/>
                  </a:lnTo>
                  <a:cubicBezTo>
                    <a:pt x="1336" y="6752"/>
                    <a:pt x="1782" y="6953"/>
                    <a:pt x="2368" y="7126"/>
                  </a:cubicBezTo>
                  <a:cubicBezTo>
                    <a:pt x="3448" y="7443"/>
                    <a:pt x="4874" y="7616"/>
                    <a:pt x="6395" y="7616"/>
                  </a:cubicBezTo>
                  <a:cubicBezTo>
                    <a:pt x="7912" y="7616"/>
                    <a:pt x="9343" y="7443"/>
                    <a:pt x="10418" y="7126"/>
                  </a:cubicBezTo>
                  <a:cubicBezTo>
                    <a:pt x="11004" y="6953"/>
                    <a:pt x="11450" y="6752"/>
                    <a:pt x="11757" y="6521"/>
                  </a:cubicBezTo>
                  <a:close/>
                  <a:moveTo>
                    <a:pt x="11752" y="7558"/>
                  </a:moveTo>
                  <a:lnTo>
                    <a:pt x="11752" y="11533"/>
                  </a:lnTo>
                  <a:cubicBezTo>
                    <a:pt x="11752" y="11811"/>
                    <a:pt x="11292" y="12176"/>
                    <a:pt x="10308" y="12464"/>
                  </a:cubicBezTo>
                  <a:lnTo>
                    <a:pt x="10308" y="8192"/>
                  </a:lnTo>
                  <a:cubicBezTo>
                    <a:pt x="10826" y="8048"/>
                    <a:pt x="11373" y="7841"/>
                    <a:pt x="11752" y="7558"/>
                  </a:cubicBezTo>
                  <a:close/>
                  <a:moveTo>
                    <a:pt x="1033" y="7558"/>
                  </a:moveTo>
                  <a:cubicBezTo>
                    <a:pt x="1355" y="7798"/>
                    <a:pt x="1840" y="8014"/>
                    <a:pt x="2478" y="8192"/>
                  </a:cubicBezTo>
                  <a:cubicBezTo>
                    <a:pt x="2478" y="8681"/>
                    <a:pt x="2478" y="9200"/>
                    <a:pt x="2478" y="9776"/>
                  </a:cubicBezTo>
                  <a:cubicBezTo>
                    <a:pt x="2478" y="9905"/>
                    <a:pt x="2589" y="10011"/>
                    <a:pt x="2718" y="10011"/>
                  </a:cubicBezTo>
                  <a:cubicBezTo>
                    <a:pt x="2848" y="10011"/>
                    <a:pt x="2958" y="9905"/>
                    <a:pt x="2958" y="9771"/>
                  </a:cubicBezTo>
                  <a:cubicBezTo>
                    <a:pt x="2958" y="9248"/>
                    <a:pt x="2954" y="8763"/>
                    <a:pt x="2954" y="8307"/>
                  </a:cubicBezTo>
                  <a:lnTo>
                    <a:pt x="2954" y="8307"/>
                  </a:lnTo>
                  <a:cubicBezTo>
                    <a:pt x="3880" y="8518"/>
                    <a:pt x="4994" y="8633"/>
                    <a:pt x="6155" y="8648"/>
                  </a:cubicBezTo>
                  <a:lnTo>
                    <a:pt x="6155" y="12939"/>
                  </a:lnTo>
                  <a:cubicBezTo>
                    <a:pt x="5944" y="12939"/>
                    <a:pt x="5733" y="12929"/>
                    <a:pt x="5522" y="12925"/>
                  </a:cubicBezTo>
                  <a:cubicBezTo>
                    <a:pt x="4792" y="12891"/>
                    <a:pt x="4062" y="12809"/>
                    <a:pt x="3347" y="12675"/>
                  </a:cubicBezTo>
                  <a:cubicBezTo>
                    <a:pt x="3208" y="12646"/>
                    <a:pt x="3078" y="12622"/>
                    <a:pt x="2954" y="12589"/>
                  </a:cubicBezTo>
                  <a:cubicBezTo>
                    <a:pt x="2949" y="11974"/>
                    <a:pt x="2954" y="11379"/>
                    <a:pt x="2954" y="10765"/>
                  </a:cubicBezTo>
                  <a:cubicBezTo>
                    <a:pt x="2954" y="10635"/>
                    <a:pt x="2848" y="10529"/>
                    <a:pt x="2718" y="10525"/>
                  </a:cubicBezTo>
                  <a:cubicBezTo>
                    <a:pt x="2584" y="10525"/>
                    <a:pt x="2478" y="10630"/>
                    <a:pt x="2478" y="10760"/>
                  </a:cubicBezTo>
                  <a:cubicBezTo>
                    <a:pt x="2474" y="11331"/>
                    <a:pt x="2474" y="11893"/>
                    <a:pt x="2478" y="12464"/>
                  </a:cubicBezTo>
                  <a:cubicBezTo>
                    <a:pt x="2344" y="12425"/>
                    <a:pt x="2214" y="12382"/>
                    <a:pt x="2094" y="12339"/>
                  </a:cubicBezTo>
                  <a:cubicBezTo>
                    <a:pt x="1427" y="12094"/>
                    <a:pt x="1033" y="11792"/>
                    <a:pt x="1033" y="11533"/>
                  </a:cubicBezTo>
                  <a:lnTo>
                    <a:pt x="1033" y="7558"/>
                  </a:lnTo>
                  <a:close/>
                  <a:moveTo>
                    <a:pt x="12439" y="1"/>
                  </a:moveTo>
                  <a:cubicBezTo>
                    <a:pt x="12393" y="1"/>
                    <a:pt x="12348" y="20"/>
                    <a:pt x="12314" y="65"/>
                  </a:cubicBezTo>
                  <a:lnTo>
                    <a:pt x="8416" y="3958"/>
                  </a:lnTo>
                  <a:cubicBezTo>
                    <a:pt x="8003" y="3910"/>
                    <a:pt x="7567" y="3881"/>
                    <a:pt x="7125" y="3862"/>
                  </a:cubicBezTo>
                  <a:cubicBezTo>
                    <a:pt x="6847" y="3891"/>
                    <a:pt x="6832" y="4289"/>
                    <a:pt x="7106" y="4337"/>
                  </a:cubicBezTo>
                  <a:cubicBezTo>
                    <a:pt x="7413" y="4347"/>
                    <a:pt x="7706" y="4366"/>
                    <a:pt x="7984" y="4390"/>
                  </a:cubicBezTo>
                  <a:lnTo>
                    <a:pt x="7663" y="4712"/>
                  </a:lnTo>
                  <a:cubicBezTo>
                    <a:pt x="7574" y="4673"/>
                    <a:pt x="7485" y="4655"/>
                    <a:pt x="7399" y="4655"/>
                  </a:cubicBezTo>
                  <a:cubicBezTo>
                    <a:pt x="7010" y="4655"/>
                    <a:pt x="6677" y="5012"/>
                    <a:pt x="6755" y="5436"/>
                  </a:cubicBezTo>
                  <a:cubicBezTo>
                    <a:pt x="6817" y="5771"/>
                    <a:pt x="7105" y="5971"/>
                    <a:pt x="7401" y="5971"/>
                  </a:cubicBezTo>
                  <a:cubicBezTo>
                    <a:pt x="7565" y="5971"/>
                    <a:pt x="7731" y="5910"/>
                    <a:pt x="7864" y="5777"/>
                  </a:cubicBezTo>
                  <a:cubicBezTo>
                    <a:pt x="8056" y="5585"/>
                    <a:pt x="8109" y="5297"/>
                    <a:pt x="7999" y="5048"/>
                  </a:cubicBezTo>
                  <a:lnTo>
                    <a:pt x="8594" y="4457"/>
                  </a:lnTo>
                  <a:cubicBezTo>
                    <a:pt x="10663" y="4721"/>
                    <a:pt x="11752" y="5312"/>
                    <a:pt x="11752" y="5734"/>
                  </a:cubicBezTo>
                  <a:cubicBezTo>
                    <a:pt x="11752" y="6320"/>
                    <a:pt x="9712" y="7140"/>
                    <a:pt x="6391" y="7140"/>
                  </a:cubicBezTo>
                  <a:cubicBezTo>
                    <a:pt x="3069" y="7140"/>
                    <a:pt x="1029" y="6320"/>
                    <a:pt x="1029" y="5734"/>
                  </a:cubicBezTo>
                  <a:cubicBezTo>
                    <a:pt x="1029" y="5307"/>
                    <a:pt x="2138" y="4712"/>
                    <a:pt x="4192" y="4457"/>
                  </a:cubicBezTo>
                  <a:lnTo>
                    <a:pt x="4782" y="5048"/>
                  </a:lnTo>
                  <a:cubicBezTo>
                    <a:pt x="4677" y="5297"/>
                    <a:pt x="4730" y="5585"/>
                    <a:pt x="4922" y="5777"/>
                  </a:cubicBezTo>
                  <a:cubicBezTo>
                    <a:pt x="5055" y="5912"/>
                    <a:pt x="5223" y="5974"/>
                    <a:pt x="5388" y="5974"/>
                  </a:cubicBezTo>
                  <a:cubicBezTo>
                    <a:pt x="5686" y="5974"/>
                    <a:pt x="5975" y="5773"/>
                    <a:pt x="6040" y="5436"/>
                  </a:cubicBezTo>
                  <a:cubicBezTo>
                    <a:pt x="6118" y="5010"/>
                    <a:pt x="5782" y="4653"/>
                    <a:pt x="5392" y="4653"/>
                  </a:cubicBezTo>
                  <a:cubicBezTo>
                    <a:pt x="5304" y="4653"/>
                    <a:pt x="5213" y="4672"/>
                    <a:pt x="5123" y="4712"/>
                  </a:cubicBezTo>
                  <a:lnTo>
                    <a:pt x="4797" y="4390"/>
                  </a:lnTo>
                  <a:cubicBezTo>
                    <a:pt x="5224" y="4351"/>
                    <a:pt x="5685" y="4332"/>
                    <a:pt x="6179" y="4323"/>
                  </a:cubicBezTo>
                  <a:cubicBezTo>
                    <a:pt x="6190" y="4324"/>
                    <a:pt x="6200" y="4325"/>
                    <a:pt x="6211" y="4325"/>
                  </a:cubicBezTo>
                  <a:cubicBezTo>
                    <a:pt x="6341" y="4325"/>
                    <a:pt x="6448" y="4216"/>
                    <a:pt x="6448" y="4083"/>
                  </a:cubicBezTo>
                  <a:cubicBezTo>
                    <a:pt x="6448" y="3950"/>
                    <a:pt x="6338" y="3845"/>
                    <a:pt x="6207" y="3845"/>
                  </a:cubicBezTo>
                  <a:cubicBezTo>
                    <a:pt x="6196" y="3845"/>
                    <a:pt x="6186" y="3846"/>
                    <a:pt x="6175" y="3847"/>
                  </a:cubicBezTo>
                  <a:cubicBezTo>
                    <a:pt x="5570" y="3857"/>
                    <a:pt x="4965" y="3891"/>
                    <a:pt x="4365" y="3958"/>
                  </a:cubicBezTo>
                  <a:lnTo>
                    <a:pt x="472" y="65"/>
                  </a:lnTo>
                  <a:cubicBezTo>
                    <a:pt x="423" y="28"/>
                    <a:pt x="372" y="12"/>
                    <a:pt x="323" y="12"/>
                  </a:cubicBezTo>
                  <a:cubicBezTo>
                    <a:pt x="145" y="12"/>
                    <a:pt x="0" y="224"/>
                    <a:pt x="136" y="401"/>
                  </a:cubicBezTo>
                  <a:lnTo>
                    <a:pt x="3770" y="4035"/>
                  </a:lnTo>
                  <a:cubicBezTo>
                    <a:pt x="1960" y="4313"/>
                    <a:pt x="553" y="4889"/>
                    <a:pt x="553" y="5734"/>
                  </a:cubicBezTo>
                  <a:lnTo>
                    <a:pt x="553" y="11533"/>
                  </a:lnTo>
                  <a:cubicBezTo>
                    <a:pt x="553" y="11873"/>
                    <a:pt x="793" y="12363"/>
                    <a:pt x="1926" y="12781"/>
                  </a:cubicBezTo>
                  <a:cubicBezTo>
                    <a:pt x="2358" y="12934"/>
                    <a:pt x="2800" y="13059"/>
                    <a:pt x="3251" y="13141"/>
                  </a:cubicBezTo>
                  <a:cubicBezTo>
                    <a:pt x="3990" y="13280"/>
                    <a:pt x="4744" y="13366"/>
                    <a:pt x="5498" y="13400"/>
                  </a:cubicBezTo>
                  <a:cubicBezTo>
                    <a:pt x="5791" y="13414"/>
                    <a:pt x="6093" y="13419"/>
                    <a:pt x="6391" y="13419"/>
                  </a:cubicBezTo>
                  <a:cubicBezTo>
                    <a:pt x="6981" y="13419"/>
                    <a:pt x="7562" y="13390"/>
                    <a:pt x="8123" y="13342"/>
                  </a:cubicBezTo>
                  <a:cubicBezTo>
                    <a:pt x="8397" y="13280"/>
                    <a:pt x="8359" y="12877"/>
                    <a:pt x="8075" y="12867"/>
                  </a:cubicBezTo>
                  <a:cubicBezTo>
                    <a:pt x="7610" y="12910"/>
                    <a:pt x="7120" y="12934"/>
                    <a:pt x="6631" y="12944"/>
                  </a:cubicBezTo>
                  <a:lnTo>
                    <a:pt x="6631" y="8652"/>
                  </a:lnTo>
                  <a:cubicBezTo>
                    <a:pt x="7787" y="8638"/>
                    <a:pt x="8906" y="8518"/>
                    <a:pt x="9828" y="8312"/>
                  </a:cubicBezTo>
                  <a:lnTo>
                    <a:pt x="9828" y="12593"/>
                  </a:lnTo>
                  <a:cubicBezTo>
                    <a:pt x="9578" y="12651"/>
                    <a:pt x="9304" y="12704"/>
                    <a:pt x="9002" y="12752"/>
                  </a:cubicBezTo>
                  <a:cubicBezTo>
                    <a:pt x="8853" y="12757"/>
                    <a:pt x="8747" y="12886"/>
                    <a:pt x="8767" y="13030"/>
                  </a:cubicBezTo>
                  <a:cubicBezTo>
                    <a:pt x="8787" y="13150"/>
                    <a:pt x="8889" y="13233"/>
                    <a:pt x="9003" y="13233"/>
                  </a:cubicBezTo>
                  <a:cubicBezTo>
                    <a:pt x="9027" y="13233"/>
                    <a:pt x="9050" y="13230"/>
                    <a:pt x="9074" y="13222"/>
                  </a:cubicBezTo>
                  <a:cubicBezTo>
                    <a:pt x="9343" y="13179"/>
                    <a:pt x="9712" y="13112"/>
                    <a:pt x="10101" y="13011"/>
                  </a:cubicBezTo>
                  <a:cubicBezTo>
                    <a:pt x="10120" y="13011"/>
                    <a:pt x="10135" y="13006"/>
                    <a:pt x="10149" y="13002"/>
                  </a:cubicBezTo>
                  <a:cubicBezTo>
                    <a:pt x="11128" y="12747"/>
                    <a:pt x="12228" y="12296"/>
                    <a:pt x="12228" y="11537"/>
                  </a:cubicBezTo>
                  <a:lnTo>
                    <a:pt x="12228" y="6790"/>
                  </a:lnTo>
                  <a:lnTo>
                    <a:pt x="12228" y="6771"/>
                  </a:lnTo>
                  <a:lnTo>
                    <a:pt x="12228" y="5734"/>
                  </a:lnTo>
                  <a:cubicBezTo>
                    <a:pt x="12232" y="5211"/>
                    <a:pt x="11685" y="4755"/>
                    <a:pt x="10663" y="4414"/>
                  </a:cubicBezTo>
                  <a:cubicBezTo>
                    <a:pt x="10120" y="4246"/>
                    <a:pt x="9573" y="4116"/>
                    <a:pt x="9011" y="4035"/>
                  </a:cubicBezTo>
                  <a:lnTo>
                    <a:pt x="12650" y="401"/>
                  </a:lnTo>
                  <a:cubicBezTo>
                    <a:pt x="12821" y="268"/>
                    <a:pt x="12614" y="1"/>
                    <a:pt x="12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3"/>
            <p:cNvSpPr/>
            <p:nvPr/>
          </p:nvSpPr>
          <p:spPr>
            <a:xfrm>
              <a:off x="6695795" y="3846458"/>
              <a:ext cx="49313" cy="65428"/>
            </a:xfrm>
            <a:custGeom>
              <a:rect b="b" l="l" r="r" t="t"/>
              <a:pathLst>
                <a:path extrusionOk="0" h="2497" w="1882">
                  <a:moveTo>
                    <a:pt x="273" y="0"/>
                  </a:moveTo>
                  <a:cubicBezTo>
                    <a:pt x="229" y="0"/>
                    <a:pt x="184" y="12"/>
                    <a:pt x="144" y="38"/>
                  </a:cubicBezTo>
                  <a:cubicBezTo>
                    <a:pt x="24" y="120"/>
                    <a:pt x="0" y="283"/>
                    <a:pt x="91" y="398"/>
                  </a:cubicBezTo>
                  <a:lnTo>
                    <a:pt x="1397" y="2409"/>
                  </a:lnTo>
                  <a:cubicBezTo>
                    <a:pt x="1448" y="2471"/>
                    <a:pt x="1511" y="2497"/>
                    <a:pt x="1574" y="2497"/>
                  </a:cubicBezTo>
                  <a:cubicBezTo>
                    <a:pt x="1731" y="2497"/>
                    <a:pt x="1881" y="2332"/>
                    <a:pt x="1795" y="2150"/>
                  </a:cubicBezTo>
                  <a:lnTo>
                    <a:pt x="490" y="139"/>
                  </a:lnTo>
                  <a:cubicBezTo>
                    <a:pt x="448" y="49"/>
                    <a:pt x="362"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3"/>
            <p:cNvSpPr/>
            <p:nvPr/>
          </p:nvSpPr>
          <p:spPr>
            <a:xfrm>
              <a:off x="6655443" y="3895142"/>
              <a:ext cx="69803" cy="34902"/>
            </a:xfrm>
            <a:custGeom>
              <a:rect b="b" l="l" r="r" t="t"/>
              <a:pathLst>
                <a:path extrusionOk="0" h="1332" w="2664">
                  <a:moveTo>
                    <a:pt x="333" y="1"/>
                  </a:moveTo>
                  <a:cubicBezTo>
                    <a:pt x="107" y="1"/>
                    <a:pt x="0" y="318"/>
                    <a:pt x="220" y="446"/>
                  </a:cubicBezTo>
                  <a:lnTo>
                    <a:pt x="2308" y="1315"/>
                  </a:lnTo>
                  <a:cubicBezTo>
                    <a:pt x="2337" y="1326"/>
                    <a:pt x="2367" y="1331"/>
                    <a:pt x="2396" y="1331"/>
                  </a:cubicBezTo>
                  <a:cubicBezTo>
                    <a:pt x="2490" y="1331"/>
                    <a:pt x="2580" y="1276"/>
                    <a:pt x="2620" y="1185"/>
                  </a:cubicBezTo>
                  <a:lnTo>
                    <a:pt x="2615" y="1185"/>
                  </a:lnTo>
                  <a:cubicBezTo>
                    <a:pt x="2663" y="1065"/>
                    <a:pt x="2606" y="926"/>
                    <a:pt x="2486" y="878"/>
                  </a:cubicBezTo>
                  <a:lnTo>
                    <a:pt x="398" y="9"/>
                  </a:lnTo>
                  <a:cubicBezTo>
                    <a:pt x="375" y="3"/>
                    <a:pt x="354" y="1"/>
                    <a:pt x="3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3"/>
            <p:cNvSpPr/>
            <p:nvPr/>
          </p:nvSpPr>
          <p:spPr>
            <a:xfrm>
              <a:off x="6994634" y="3847794"/>
              <a:ext cx="49523" cy="65585"/>
            </a:xfrm>
            <a:custGeom>
              <a:rect b="b" l="l" r="r" t="t"/>
              <a:pathLst>
                <a:path extrusionOk="0" h="2503" w="1890">
                  <a:moveTo>
                    <a:pt x="1582" y="0"/>
                  </a:moveTo>
                  <a:cubicBezTo>
                    <a:pt x="1519" y="0"/>
                    <a:pt x="1454" y="26"/>
                    <a:pt x="1402" y="88"/>
                  </a:cubicBezTo>
                  <a:lnTo>
                    <a:pt x="1407" y="88"/>
                  </a:lnTo>
                  <a:lnTo>
                    <a:pt x="101" y="2104"/>
                  </a:lnTo>
                  <a:cubicBezTo>
                    <a:pt x="1" y="2209"/>
                    <a:pt x="25" y="2387"/>
                    <a:pt x="149" y="2464"/>
                  </a:cubicBezTo>
                  <a:cubicBezTo>
                    <a:pt x="190" y="2490"/>
                    <a:pt x="235" y="2503"/>
                    <a:pt x="279" y="2503"/>
                  </a:cubicBezTo>
                  <a:cubicBezTo>
                    <a:pt x="372" y="2503"/>
                    <a:pt x="461" y="2449"/>
                    <a:pt x="500" y="2358"/>
                  </a:cubicBezTo>
                  <a:lnTo>
                    <a:pt x="1801" y="347"/>
                  </a:lnTo>
                  <a:cubicBezTo>
                    <a:pt x="1890" y="165"/>
                    <a:pt x="1741" y="0"/>
                    <a:pt x="15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3"/>
            <p:cNvSpPr/>
            <p:nvPr/>
          </p:nvSpPr>
          <p:spPr>
            <a:xfrm>
              <a:off x="7013762" y="3894854"/>
              <a:ext cx="69961" cy="35635"/>
            </a:xfrm>
            <a:custGeom>
              <a:rect b="b" l="l" r="r" t="t"/>
              <a:pathLst>
                <a:path extrusionOk="0" h="1360" w="2670">
                  <a:moveTo>
                    <a:pt x="2402" y="0"/>
                  </a:moveTo>
                  <a:cubicBezTo>
                    <a:pt x="2371" y="0"/>
                    <a:pt x="2340" y="7"/>
                    <a:pt x="2309" y="20"/>
                  </a:cubicBezTo>
                  <a:lnTo>
                    <a:pt x="221" y="889"/>
                  </a:lnTo>
                  <a:cubicBezTo>
                    <a:pt x="77" y="922"/>
                    <a:pt x="0" y="1076"/>
                    <a:pt x="53" y="1210"/>
                  </a:cubicBezTo>
                  <a:cubicBezTo>
                    <a:pt x="93" y="1304"/>
                    <a:pt x="184" y="1360"/>
                    <a:pt x="278" y="1360"/>
                  </a:cubicBezTo>
                  <a:cubicBezTo>
                    <a:pt x="319" y="1360"/>
                    <a:pt x="361" y="1349"/>
                    <a:pt x="399" y="1326"/>
                  </a:cubicBezTo>
                  <a:lnTo>
                    <a:pt x="2487" y="457"/>
                  </a:lnTo>
                  <a:cubicBezTo>
                    <a:pt x="2612" y="409"/>
                    <a:pt x="2669" y="269"/>
                    <a:pt x="2621" y="145"/>
                  </a:cubicBezTo>
                  <a:cubicBezTo>
                    <a:pt x="2582" y="55"/>
                    <a:pt x="2494" y="0"/>
                    <a:pt x="2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0" name="Google Shape;15150;p83"/>
          <p:cNvGrpSpPr/>
          <p:nvPr/>
        </p:nvGrpSpPr>
        <p:grpSpPr>
          <a:xfrm>
            <a:off x="5224551" y="3793267"/>
            <a:ext cx="366547" cy="363507"/>
            <a:chOff x="5224551" y="3793267"/>
            <a:chExt cx="366547" cy="363507"/>
          </a:xfrm>
        </p:grpSpPr>
        <p:sp>
          <p:nvSpPr>
            <p:cNvPr id="15151" name="Google Shape;15151;p83"/>
            <p:cNvSpPr/>
            <p:nvPr/>
          </p:nvSpPr>
          <p:spPr>
            <a:xfrm>
              <a:off x="5259898" y="3798586"/>
              <a:ext cx="296481" cy="97185"/>
            </a:xfrm>
            <a:custGeom>
              <a:rect b="b" l="l" r="r" t="t"/>
              <a:pathLst>
                <a:path extrusionOk="0" h="3709" w="11315">
                  <a:moveTo>
                    <a:pt x="5667" y="0"/>
                  </a:moveTo>
                  <a:cubicBezTo>
                    <a:pt x="5639" y="0"/>
                    <a:pt x="5612" y="7"/>
                    <a:pt x="5588" y="22"/>
                  </a:cubicBezTo>
                  <a:lnTo>
                    <a:pt x="0" y="3271"/>
                  </a:lnTo>
                  <a:lnTo>
                    <a:pt x="408" y="3708"/>
                  </a:lnTo>
                  <a:lnTo>
                    <a:pt x="10921" y="3708"/>
                  </a:lnTo>
                  <a:lnTo>
                    <a:pt x="11315" y="3276"/>
                  </a:lnTo>
                  <a:lnTo>
                    <a:pt x="5746" y="22"/>
                  </a:lnTo>
                  <a:cubicBezTo>
                    <a:pt x="5722" y="7"/>
                    <a:pt x="5695" y="0"/>
                    <a:pt x="5667" y="0"/>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3"/>
            <p:cNvSpPr/>
            <p:nvPr/>
          </p:nvSpPr>
          <p:spPr>
            <a:xfrm>
              <a:off x="5296110" y="3823452"/>
              <a:ext cx="223927" cy="73446"/>
            </a:xfrm>
            <a:custGeom>
              <a:rect b="b" l="l" r="r" t="t"/>
              <a:pathLst>
                <a:path extrusionOk="0" h="2803" w="8546">
                  <a:moveTo>
                    <a:pt x="4282" y="0"/>
                  </a:moveTo>
                  <a:cubicBezTo>
                    <a:pt x="4261" y="0"/>
                    <a:pt x="4239" y="6"/>
                    <a:pt x="4220" y="18"/>
                  </a:cubicBezTo>
                  <a:lnTo>
                    <a:pt x="1" y="2471"/>
                  </a:lnTo>
                  <a:lnTo>
                    <a:pt x="313" y="2802"/>
                  </a:lnTo>
                  <a:lnTo>
                    <a:pt x="8253" y="2802"/>
                  </a:lnTo>
                  <a:lnTo>
                    <a:pt x="8545" y="2476"/>
                  </a:lnTo>
                  <a:lnTo>
                    <a:pt x="4340" y="18"/>
                  </a:lnTo>
                  <a:cubicBezTo>
                    <a:pt x="4323" y="6"/>
                    <a:pt x="4303" y="0"/>
                    <a:pt x="428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3"/>
            <p:cNvSpPr/>
            <p:nvPr/>
          </p:nvSpPr>
          <p:spPr>
            <a:xfrm>
              <a:off x="5258771" y="4108300"/>
              <a:ext cx="298604" cy="21538"/>
            </a:xfrm>
            <a:custGeom>
              <a:rect b="b" l="l" r="r" t="t"/>
              <a:pathLst>
                <a:path extrusionOk="0" h="822" w="11396">
                  <a:moveTo>
                    <a:pt x="389" y="1"/>
                  </a:moveTo>
                  <a:cubicBezTo>
                    <a:pt x="173" y="1"/>
                    <a:pt x="0" y="169"/>
                    <a:pt x="0" y="385"/>
                  </a:cubicBezTo>
                  <a:lnTo>
                    <a:pt x="0" y="821"/>
                  </a:lnTo>
                  <a:lnTo>
                    <a:pt x="11396" y="821"/>
                  </a:lnTo>
                  <a:lnTo>
                    <a:pt x="11396" y="385"/>
                  </a:lnTo>
                  <a:cubicBezTo>
                    <a:pt x="11396" y="169"/>
                    <a:pt x="11223" y="1"/>
                    <a:pt x="1101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3"/>
            <p:cNvSpPr/>
            <p:nvPr/>
          </p:nvSpPr>
          <p:spPr>
            <a:xfrm>
              <a:off x="5247818" y="4129812"/>
              <a:ext cx="320640" cy="21538"/>
            </a:xfrm>
            <a:custGeom>
              <a:rect b="b" l="l" r="r" t="t"/>
              <a:pathLst>
                <a:path extrusionOk="0" h="822" w="12237">
                  <a:moveTo>
                    <a:pt x="399" y="0"/>
                  </a:moveTo>
                  <a:cubicBezTo>
                    <a:pt x="178" y="0"/>
                    <a:pt x="1" y="178"/>
                    <a:pt x="1" y="399"/>
                  </a:cubicBezTo>
                  <a:lnTo>
                    <a:pt x="1" y="821"/>
                  </a:lnTo>
                  <a:lnTo>
                    <a:pt x="12236" y="821"/>
                  </a:lnTo>
                  <a:lnTo>
                    <a:pt x="12236" y="399"/>
                  </a:lnTo>
                  <a:cubicBezTo>
                    <a:pt x="12236" y="178"/>
                    <a:pt x="12059" y="0"/>
                    <a:pt x="11838"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83"/>
            <p:cNvSpPr/>
            <p:nvPr/>
          </p:nvSpPr>
          <p:spPr>
            <a:xfrm>
              <a:off x="5257382" y="3883797"/>
              <a:ext cx="301381" cy="36238"/>
            </a:xfrm>
            <a:custGeom>
              <a:rect b="b" l="l" r="r" t="t"/>
              <a:pathLst>
                <a:path extrusionOk="0" h="1383" w="11502">
                  <a:moveTo>
                    <a:pt x="11323" y="0"/>
                  </a:moveTo>
                  <a:cubicBezTo>
                    <a:pt x="11320" y="0"/>
                    <a:pt x="11317" y="0"/>
                    <a:pt x="11315" y="0"/>
                  </a:cubicBezTo>
                  <a:lnTo>
                    <a:pt x="192" y="0"/>
                  </a:lnTo>
                  <a:cubicBezTo>
                    <a:pt x="87" y="0"/>
                    <a:pt x="0" y="82"/>
                    <a:pt x="0" y="187"/>
                  </a:cubicBezTo>
                  <a:lnTo>
                    <a:pt x="0" y="1196"/>
                  </a:lnTo>
                  <a:cubicBezTo>
                    <a:pt x="0" y="1301"/>
                    <a:pt x="87" y="1383"/>
                    <a:pt x="192" y="1383"/>
                  </a:cubicBezTo>
                  <a:lnTo>
                    <a:pt x="11315" y="1383"/>
                  </a:lnTo>
                  <a:cubicBezTo>
                    <a:pt x="11420" y="1383"/>
                    <a:pt x="11502" y="1296"/>
                    <a:pt x="11502" y="1196"/>
                  </a:cubicBezTo>
                  <a:lnTo>
                    <a:pt x="11502" y="187"/>
                  </a:lnTo>
                  <a:cubicBezTo>
                    <a:pt x="11502" y="85"/>
                    <a:pt x="11424" y="0"/>
                    <a:pt x="11323"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3"/>
            <p:cNvSpPr/>
            <p:nvPr/>
          </p:nvSpPr>
          <p:spPr>
            <a:xfrm>
              <a:off x="5303420" y="3920008"/>
              <a:ext cx="214467" cy="188317"/>
            </a:xfrm>
            <a:custGeom>
              <a:rect b="b" l="l" r="r" t="t"/>
              <a:pathLst>
                <a:path extrusionOk="0" h="7187" w="8185">
                  <a:moveTo>
                    <a:pt x="0" y="1"/>
                  </a:moveTo>
                  <a:lnTo>
                    <a:pt x="0" y="7187"/>
                  </a:lnTo>
                  <a:lnTo>
                    <a:pt x="8185" y="7187"/>
                  </a:lnTo>
                  <a:lnTo>
                    <a:pt x="81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3"/>
            <p:cNvSpPr/>
            <p:nvPr/>
          </p:nvSpPr>
          <p:spPr>
            <a:xfrm>
              <a:off x="5303420" y="3920008"/>
              <a:ext cx="214467" cy="188186"/>
            </a:xfrm>
            <a:custGeom>
              <a:rect b="b" l="l" r="r" t="t"/>
              <a:pathLst>
                <a:path extrusionOk="0" h="7182" w="8185">
                  <a:moveTo>
                    <a:pt x="0" y="1"/>
                  </a:moveTo>
                  <a:lnTo>
                    <a:pt x="0" y="1201"/>
                  </a:lnTo>
                  <a:lnTo>
                    <a:pt x="4733" y="1201"/>
                  </a:lnTo>
                  <a:cubicBezTo>
                    <a:pt x="6485" y="1201"/>
                    <a:pt x="7902" y="2622"/>
                    <a:pt x="7902" y="4374"/>
                  </a:cubicBezTo>
                  <a:lnTo>
                    <a:pt x="7902" y="7182"/>
                  </a:lnTo>
                  <a:lnTo>
                    <a:pt x="8185" y="7182"/>
                  </a:lnTo>
                  <a:lnTo>
                    <a:pt x="818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83"/>
            <p:cNvSpPr/>
            <p:nvPr/>
          </p:nvSpPr>
          <p:spPr>
            <a:xfrm>
              <a:off x="5264090" y="3920008"/>
              <a:ext cx="73943" cy="171705"/>
            </a:xfrm>
            <a:custGeom>
              <a:rect b="b" l="l" r="r" t="t"/>
              <a:pathLst>
                <a:path extrusionOk="0" h="6553" w="2822">
                  <a:moveTo>
                    <a:pt x="426" y="1"/>
                  </a:moveTo>
                  <a:cubicBezTo>
                    <a:pt x="210" y="1"/>
                    <a:pt x="28" y="169"/>
                    <a:pt x="13" y="385"/>
                  </a:cubicBezTo>
                  <a:cubicBezTo>
                    <a:pt x="0" y="637"/>
                    <a:pt x="205" y="806"/>
                    <a:pt x="418" y="806"/>
                  </a:cubicBezTo>
                  <a:cubicBezTo>
                    <a:pt x="521" y="806"/>
                    <a:pt x="626" y="767"/>
                    <a:pt x="709" y="678"/>
                  </a:cubicBezTo>
                  <a:cubicBezTo>
                    <a:pt x="721" y="663"/>
                    <a:pt x="736" y="657"/>
                    <a:pt x="752" y="657"/>
                  </a:cubicBezTo>
                  <a:cubicBezTo>
                    <a:pt x="783" y="657"/>
                    <a:pt x="813" y="681"/>
                    <a:pt x="810" y="716"/>
                  </a:cubicBezTo>
                  <a:lnTo>
                    <a:pt x="810" y="6553"/>
                  </a:lnTo>
                  <a:lnTo>
                    <a:pt x="2015" y="6553"/>
                  </a:lnTo>
                  <a:lnTo>
                    <a:pt x="2015" y="716"/>
                  </a:lnTo>
                  <a:cubicBezTo>
                    <a:pt x="2015" y="681"/>
                    <a:pt x="2044" y="657"/>
                    <a:pt x="2075" y="657"/>
                  </a:cubicBezTo>
                  <a:cubicBezTo>
                    <a:pt x="2091" y="657"/>
                    <a:pt x="2108" y="663"/>
                    <a:pt x="2121" y="678"/>
                  </a:cubicBezTo>
                  <a:cubicBezTo>
                    <a:pt x="2194" y="755"/>
                    <a:pt x="2298" y="803"/>
                    <a:pt x="2407" y="803"/>
                  </a:cubicBezTo>
                  <a:cubicBezTo>
                    <a:pt x="2412" y="803"/>
                    <a:pt x="2418" y="803"/>
                    <a:pt x="2423" y="802"/>
                  </a:cubicBezTo>
                  <a:cubicBezTo>
                    <a:pt x="2644" y="802"/>
                    <a:pt x="2821" y="620"/>
                    <a:pt x="2817" y="399"/>
                  </a:cubicBezTo>
                  <a:cubicBezTo>
                    <a:pt x="2817"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83"/>
            <p:cNvSpPr/>
            <p:nvPr/>
          </p:nvSpPr>
          <p:spPr>
            <a:xfrm>
              <a:off x="5280781" y="4091713"/>
              <a:ext cx="40902" cy="16612"/>
            </a:xfrm>
            <a:custGeom>
              <a:rect b="b" l="l" r="r" t="t"/>
              <a:pathLst>
                <a:path extrusionOk="0" h="634" w="1561">
                  <a:moveTo>
                    <a:pt x="149" y="0"/>
                  </a:moveTo>
                  <a:cubicBezTo>
                    <a:pt x="67" y="0"/>
                    <a:pt x="0" y="67"/>
                    <a:pt x="0" y="154"/>
                  </a:cubicBezTo>
                  <a:lnTo>
                    <a:pt x="0" y="634"/>
                  </a:lnTo>
                  <a:lnTo>
                    <a:pt x="1560" y="634"/>
                  </a:lnTo>
                  <a:lnTo>
                    <a:pt x="1556" y="154"/>
                  </a:lnTo>
                  <a:cubicBezTo>
                    <a:pt x="1556" y="67"/>
                    <a:pt x="1488"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3"/>
            <p:cNvSpPr/>
            <p:nvPr/>
          </p:nvSpPr>
          <p:spPr>
            <a:xfrm>
              <a:off x="5373145" y="3920008"/>
              <a:ext cx="73812" cy="171705"/>
            </a:xfrm>
            <a:custGeom>
              <a:rect b="b" l="l" r="r" t="t"/>
              <a:pathLst>
                <a:path extrusionOk="0" h="6553" w="2817">
                  <a:moveTo>
                    <a:pt x="421" y="1"/>
                  </a:moveTo>
                  <a:cubicBezTo>
                    <a:pt x="205" y="1"/>
                    <a:pt x="23"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0" y="6553"/>
                  </a:lnTo>
                  <a:lnTo>
                    <a:pt x="2010" y="716"/>
                  </a:lnTo>
                  <a:cubicBezTo>
                    <a:pt x="2010" y="681"/>
                    <a:pt x="2041" y="657"/>
                    <a:pt x="2073" y="657"/>
                  </a:cubicBezTo>
                  <a:cubicBezTo>
                    <a:pt x="2088" y="657"/>
                    <a:pt x="2104" y="663"/>
                    <a:pt x="2116" y="678"/>
                  </a:cubicBezTo>
                  <a:cubicBezTo>
                    <a:pt x="2189" y="755"/>
                    <a:pt x="2293" y="803"/>
                    <a:pt x="2402" y="803"/>
                  </a:cubicBezTo>
                  <a:cubicBezTo>
                    <a:pt x="2407" y="803"/>
                    <a:pt x="2413" y="803"/>
                    <a:pt x="2418" y="802"/>
                  </a:cubicBezTo>
                  <a:cubicBezTo>
                    <a:pt x="2639" y="802"/>
                    <a:pt x="2816" y="620"/>
                    <a:pt x="2816" y="399"/>
                  </a:cubicBezTo>
                  <a:cubicBezTo>
                    <a:pt x="2812"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3"/>
            <p:cNvSpPr/>
            <p:nvPr/>
          </p:nvSpPr>
          <p:spPr>
            <a:xfrm>
              <a:off x="5389705" y="4091713"/>
              <a:ext cx="40902" cy="16612"/>
            </a:xfrm>
            <a:custGeom>
              <a:rect b="b" l="l" r="r" t="t"/>
              <a:pathLst>
                <a:path extrusionOk="0" h="634" w="1561">
                  <a:moveTo>
                    <a:pt x="154" y="0"/>
                  </a:moveTo>
                  <a:cubicBezTo>
                    <a:pt x="67" y="0"/>
                    <a:pt x="0" y="67"/>
                    <a:pt x="0" y="154"/>
                  </a:cubicBezTo>
                  <a:lnTo>
                    <a:pt x="0" y="634"/>
                  </a:lnTo>
                  <a:lnTo>
                    <a:pt x="1560" y="634"/>
                  </a:lnTo>
                  <a:lnTo>
                    <a:pt x="1560" y="154"/>
                  </a:lnTo>
                  <a:cubicBezTo>
                    <a:pt x="1560" y="67"/>
                    <a:pt x="1493"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3"/>
            <p:cNvSpPr/>
            <p:nvPr/>
          </p:nvSpPr>
          <p:spPr>
            <a:xfrm>
              <a:off x="5482069" y="3920008"/>
              <a:ext cx="73812" cy="171705"/>
            </a:xfrm>
            <a:custGeom>
              <a:rect b="b" l="l" r="r" t="t"/>
              <a:pathLst>
                <a:path extrusionOk="0" h="6553" w="2817">
                  <a:moveTo>
                    <a:pt x="426" y="1"/>
                  </a:moveTo>
                  <a:cubicBezTo>
                    <a:pt x="205" y="1"/>
                    <a:pt x="27"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5" y="6553"/>
                  </a:lnTo>
                  <a:lnTo>
                    <a:pt x="2015" y="716"/>
                  </a:lnTo>
                  <a:cubicBezTo>
                    <a:pt x="2015" y="681"/>
                    <a:pt x="2044" y="657"/>
                    <a:pt x="2075" y="657"/>
                  </a:cubicBezTo>
                  <a:cubicBezTo>
                    <a:pt x="2091" y="657"/>
                    <a:pt x="2107" y="663"/>
                    <a:pt x="2120" y="678"/>
                  </a:cubicBezTo>
                  <a:cubicBezTo>
                    <a:pt x="2194" y="755"/>
                    <a:pt x="2293" y="803"/>
                    <a:pt x="2402" y="803"/>
                  </a:cubicBezTo>
                  <a:cubicBezTo>
                    <a:pt x="2407" y="803"/>
                    <a:pt x="2413" y="803"/>
                    <a:pt x="2418" y="802"/>
                  </a:cubicBezTo>
                  <a:cubicBezTo>
                    <a:pt x="2639" y="802"/>
                    <a:pt x="2816" y="620"/>
                    <a:pt x="2816" y="399"/>
                  </a:cubicBezTo>
                  <a:cubicBezTo>
                    <a:pt x="2816"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3"/>
            <p:cNvSpPr/>
            <p:nvPr/>
          </p:nvSpPr>
          <p:spPr>
            <a:xfrm>
              <a:off x="5498629" y="4091713"/>
              <a:ext cx="41033" cy="16612"/>
            </a:xfrm>
            <a:custGeom>
              <a:rect b="b" l="l" r="r" t="t"/>
              <a:pathLst>
                <a:path extrusionOk="0" h="634" w="1566">
                  <a:moveTo>
                    <a:pt x="154" y="0"/>
                  </a:moveTo>
                  <a:cubicBezTo>
                    <a:pt x="67" y="0"/>
                    <a:pt x="0" y="67"/>
                    <a:pt x="0" y="154"/>
                  </a:cubicBezTo>
                  <a:lnTo>
                    <a:pt x="0" y="634"/>
                  </a:lnTo>
                  <a:lnTo>
                    <a:pt x="1560" y="634"/>
                  </a:lnTo>
                  <a:lnTo>
                    <a:pt x="1565" y="154"/>
                  </a:lnTo>
                  <a:cubicBezTo>
                    <a:pt x="1565" y="67"/>
                    <a:pt x="1493" y="0"/>
                    <a:pt x="1412"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3"/>
            <p:cNvSpPr/>
            <p:nvPr/>
          </p:nvSpPr>
          <p:spPr>
            <a:xfrm>
              <a:off x="5224551" y="3793267"/>
              <a:ext cx="366547" cy="363507"/>
            </a:xfrm>
            <a:custGeom>
              <a:rect b="b" l="l" r="r" t="t"/>
              <a:pathLst>
                <a:path extrusionOk="0" h="13873" w="13989">
                  <a:moveTo>
                    <a:pt x="7014" y="412"/>
                  </a:moveTo>
                  <a:lnTo>
                    <a:pt x="11867" y="3249"/>
                  </a:lnTo>
                  <a:lnTo>
                    <a:pt x="11032" y="3249"/>
                  </a:lnTo>
                  <a:lnTo>
                    <a:pt x="7177" y="993"/>
                  </a:lnTo>
                  <a:cubicBezTo>
                    <a:pt x="7127" y="964"/>
                    <a:pt x="7070" y="950"/>
                    <a:pt x="7014" y="950"/>
                  </a:cubicBezTo>
                  <a:cubicBezTo>
                    <a:pt x="6957" y="950"/>
                    <a:pt x="6901" y="964"/>
                    <a:pt x="6850" y="993"/>
                  </a:cubicBezTo>
                  <a:lnTo>
                    <a:pt x="5828" y="1588"/>
                  </a:lnTo>
                  <a:cubicBezTo>
                    <a:pt x="5630" y="1705"/>
                    <a:pt x="5746" y="1973"/>
                    <a:pt x="5925" y="1973"/>
                  </a:cubicBezTo>
                  <a:cubicBezTo>
                    <a:pt x="5958" y="1973"/>
                    <a:pt x="5994" y="1964"/>
                    <a:pt x="6030" y="1943"/>
                  </a:cubicBezTo>
                  <a:lnTo>
                    <a:pt x="7014" y="1372"/>
                  </a:lnTo>
                  <a:lnTo>
                    <a:pt x="10230" y="3249"/>
                  </a:lnTo>
                  <a:lnTo>
                    <a:pt x="3778" y="3249"/>
                  </a:lnTo>
                  <a:lnTo>
                    <a:pt x="5209" y="2418"/>
                  </a:lnTo>
                  <a:cubicBezTo>
                    <a:pt x="5403" y="2305"/>
                    <a:pt x="5290" y="2038"/>
                    <a:pt x="5109" y="2038"/>
                  </a:cubicBezTo>
                  <a:cubicBezTo>
                    <a:pt x="5075" y="2038"/>
                    <a:pt x="5039" y="2047"/>
                    <a:pt x="5002" y="2068"/>
                  </a:cubicBezTo>
                  <a:lnTo>
                    <a:pt x="2972" y="3249"/>
                  </a:lnTo>
                  <a:lnTo>
                    <a:pt x="2137" y="3249"/>
                  </a:lnTo>
                  <a:lnTo>
                    <a:pt x="7014" y="412"/>
                  </a:lnTo>
                  <a:close/>
                  <a:moveTo>
                    <a:pt x="12558" y="3657"/>
                  </a:moveTo>
                  <a:lnTo>
                    <a:pt x="12558" y="4636"/>
                  </a:lnTo>
                  <a:lnTo>
                    <a:pt x="1460" y="4636"/>
                  </a:lnTo>
                  <a:lnTo>
                    <a:pt x="1460" y="3657"/>
                  </a:lnTo>
                  <a:close/>
                  <a:moveTo>
                    <a:pt x="1926" y="5044"/>
                  </a:moveTo>
                  <a:cubicBezTo>
                    <a:pt x="1929" y="5044"/>
                    <a:pt x="1932" y="5044"/>
                    <a:pt x="1935" y="5044"/>
                  </a:cubicBezTo>
                  <a:lnTo>
                    <a:pt x="3922" y="5044"/>
                  </a:lnTo>
                  <a:cubicBezTo>
                    <a:pt x="4038" y="5044"/>
                    <a:pt x="4129" y="5135"/>
                    <a:pt x="4119" y="5251"/>
                  </a:cubicBezTo>
                  <a:cubicBezTo>
                    <a:pt x="4114" y="5356"/>
                    <a:pt x="4033" y="5433"/>
                    <a:pt x="3927" y="5438"/>
                  </a:cubicBezTo>
                  <a:cubicBezTo>
                    <a:pt x="3870" y="5438"/>
                    <a:pt x="3817" y="5419"/>
                    <a:pt x="3778" y="5380"/>
                  </a:cubicBezTo>
                  <a:cubicBezTo>
                    <a:pt x="3724" y="5321"/>
                    <a:pt x="3654" y="5294"/>
                    <a:pt x="3586" y="5294"/>
                  </a:cubicBezTo>
                  <a:cubicBezTo>
                    <a:pt x="3452" y="5294"/>
                    <a:pt x="3322" y="5398"/>
                    <a:pt x="3322" y="5558"/>
                  </a:cubicBezTo>
                  <a:lnTo>
                    <a:pt x="3322" y="11188"/>
                  </a:lnTo>
                  <a:lnTo>
                    <a:pt x="2525" y="11188"/>
                  </a:lnTo>
                  <a:lnTo>
                    <a:pt x="2525" y="5558"/>
                  </a:lnTo>
                  <a:cubicBezTo>
                    <a:pt x="2525" y="5398"/>
                    <a:pt x="2396" y="5294"/>
                    <a:pt x="2262" y="5294"/>
                  </a:cubicBezTo>
                  <a:cubicBezTo>
                    <a:pt x="2194" y="5294"/>
                    <a:pt x="2124" y="5321"/>
                    <a:pt x="2069" y="5380"/>
                  </a:cubicBezTo>
                  <a:lnTo>
                    <a:pt x="2069" y="5375"/>
                  </a:lnTo>
                  <a:cubicBezTo>
                    <a:pt x="2029" y="5419"/>
                    <a:pt x="1977" y="5438"/>
                    <a:pt x="1926" y="5438"/>
                  </a:cubicBezTo>
                  <a:cubicBezTo>
                    <a:pt x="1821" y="5438"/>
                    <a:pt x="1719" y="5355"/>
                    <a:pt x="1729" y="5231"/>
                  </a:cubicBezTo>
                  <a:cubicBezTo>
                    <a:pt x="1733" y="5124"/>
                    <a:pt x="1820" y="5044"/>
                    <a:pt x="1926" y="5044"/>
                  </a:cubicBezTo>
                  <a:close/>
                  <a:moveTo>
                    <a:pt x="8084" y="5044"/>
                  </a:moveTo>
                  <a:cubicBezTo>
                    <a:pt x="8137" y="5044"/>
                    <a:pt x="8190" y="5068"/>
                    <a:pt x="8223" y="5102"/>
                  </a:cubicBezTo>
                  <a:lnTo>
                    <a:pt x="8228" y="5107"/>
                  </a:lnTo>
                  <a:cubicBezTo>
                    <a:pt x="8267" y="5145"/>
                    <a:pt x="8286" y="5198"/>
                    <a:pt x="8281" y="5251"/>
                  </a:cubicBezTo>
                  <a:cubicBezTo>
                    <a:pt x="8276" y="5356"/>
                    <a:pt x="8190" y="5438"/>
                    <a:pt x="8089" y="5438"/>
                  </a:cubicBezTo>
                  <a:cubicBezTo>
                    <a:pt x="8031" y="5438"/>
                    <a:pt x="7979" y="5419"/>
                    <a:pt x="7940" y="5380"/>
                  </a:cubicBezTo>
                  <a:cubicBezTo>
                    <a:pt x="7885" y="5321"/>
                    <a:pt x="7816" y="5294"/>
                    <a:pt x="7748" y="5294"/>
                  </a:cubicBezTo>
                  <a:cubicBezTo>
                    <a:pt x="7613" y="5294"/>
                    <a:pt x="7484" y="5398"/>
                    <a:pt x="7484" y="5558"/>
                  </a:cubicBezTo>
                  <a:lnTo>
                    <a:pt x="7484" y="11188"/>
                  </a:lnTo>
                  <a:lnTo>
                    <a:pt x="6687" y="11188"/>
                  </a:lnTo>
                  <a:lnTo>
                    <a:pt x="6687" y="5558"/>
                  </a:lnTo>
                  <a:cubicBezTo>
                    <a:pt x="6687" y="5398"/>
                    <a:pt x="6556" y="5294"/>
                    <a:pt x="6421" y="5294"/>
                  </a:cubicBezTo>
                  <a:cubicBezTo>
                    <a:pt x="6353" y="5294"/>
                    <a:pt x="6284" y="5321"/>
                    <a:pt x="6231" y="5380"/>
                  </a:cubicBezTo>
                  <a:cubicBezTo>
                    <a:pt x="6189" y="5424"/>
                    <a:pt x="6137" y="5443"/>
                    <a:pt x="6086" y="5443"/>
                  </a:cubicBezTo>
                  <a:cubicBezTo>
                    <a:pt x="5980" y="5443"/>
                    <a:pt x="5879" y="5359"/>
                    <a:pt x="5886" y="5236"/>
                  </a:cubicBezTo>
                  <a:cubicBezTo>
                    <a:pt x="5895" y="5126"/>
                    <a:pt x="5986" y="5044"/>
                    <a:pt x="6097" y="5044"/>
                  </a:cubicBezTo>
                  <a:close/>
                  <a:moveTo>
                    <a:pt x="3500" y="11592"/>
                  </a:moveTo>
                  <a:lnTo>
                    <a:pt x="3500" y="11822"/>
                  </a:lnTo>
                  <a:lnTo>
                    <a:pt x="2348" y="11822"/>
                  </a:lnTo>
                  <a:lnTo>
                    <a:pt x="2348" y="11592"/>
                  </a:lnTo>
                  <a:close/>
                  <a:moveTo>
                    <a:pt x="5516" y="5044"/>
                  </a:moveTo>
                  <a:cubicBezTo>
                    <a:pt x="5439" y="5260"/>
                    <a:pt x="5492" y="5495"/>
                    <a:pt x="5650" y="5659"/>
                  </a:cubicBezTo>
                  <a:cubicBezTo>
                    <a:pt x="5763" y="5781"/>
                    <a:pt x="5921" y="5846"/>
                    <a:pt x="6082" y="5846"/>
                  </a:cubicBezTo>
                  <a:cubicBezTo>
                    <a:pt x="6148" y="5846"/>
                    <a:pt x="6215" y="5835"/>
                    <a:pt x="6279" y="5812"/>
                  </a:cubicBezTo>
                  <a:lnTo>
                    <a:pt x="6279" y="11236"/>
                  </a:lnTo>
                  <a:cubicBezTo>
                    <a:pt x="6169" y="11299"/>
                    <a:pt x="6102" y="11419"/>
                    <a:pt x="6102" y="11544"/>
                  </a:cubicBezTo>
                  <a:lnTo>
                    <a:pt x="6102" y="11822"/>
                  </a:lnTo>
                  <a:lnTo>
                    <a:pt x="3913" y="11822"/>
                  </a:lnTo>
                  <a:lnTo>
                    <a:pt x="3913" y="11544"/>
                  </a:lnTo>
                  <a:cubicBezTo>
                    <a:pt x="3908" y="11414"/>
                    <a:pt x="3841" y="11299"/>
                    <a:pt x="3730" y="11232"/>
                  </a:cubicBezTo>
                  <a:lnTo>
                    <a:pt x="3730" y="5812"/>
                  </a:lnTo>
                  <a:cubicBezTo>
                    <a:pt x="3796" y="5835"/>
                    <a:pt x="3862" y="5845"/>
                    <a:pt x="3926" y="5845"/>
                  </a:cubicBezTo>
                  <a:cubicBezTo>
                    <a:pt x="4236" y="5845"/>
                    <a:pt x="4511" y="5603"/>
                    <a:pt x="4527" y="5270"/>
                  </a:cubicBezTo>
                  <a:cubicBezTo>
                    <a:pt x="4532" y="5193"/>
                    <a:pt x="4522" y="5116"/>
                    <a:pt x="4498" y="5044"/>
                  </a:cubicBezTo>
                  <a:close/>
                  <a:moveTo>
                    <a:pt x="7662" y="11592"/>
                  </a:moveTo>
                  <a:lnTo>
                    <a:pt x="7662" y="11822"/>
                  </a:lnTo>
                  <a:lnTo>
                    <a:pt x="6505" y="11822"/>
                  </a:lnTo>
                  <a:lnTo>
                    <a:pt x="6505" y="11592"/>
                  </a:lnTo>
                  <a:close/>
                  <a:moveTo>
                    <a:pt x="12241" y="5044"/>
                  </a:moveTo>
                  <a:cubicBezTo>
                    <a:pt x="12352" y="5044"/>
                    <a:pt x="12443" y="5140"/>
                    <a:pt x="12438" y="5251"/>
                  </a:cubicBezTo>
                  <a:cubicBezTo>
                    <a:pt x="12433" y="5356"/>
                    <a:pt x="12347" y="5433"/>
                    <a:pt x="12246" y="5438"/>
                  </a:cubicBezTo>
                  <a:lnTo>
                    <a:pt x="12241" y="5438"/>
                  </a:lnTo>
                  <a:cubicBezTo>
                    <a:pt x="12188" y="5438"/>
                    <a:pt x="12136" y="5419"/>
                    <a:pt x="12097" y="5380"/>
                  </a:cubicBezTo>
                  <a:cubicBezTo>
                    <a:pt x="12042" y="5321"/>
                    <a:pt x="11972" y="5294"/>
                    <a:pt x="11904" y="5294"/>
                  </a:cubicBezTo>
                  <a:cubicBezTo>
                    <a:pt x="11768" y="5294"/>
                    <a:pt x="11638" y="5398"/>
                    <a:pt x="11641" y="5558"/>
                  </a:cubicBezTo>
                  <a:lnTo>
                    <a:pt x="11641" y="11188"/>
                  </a:lnTo>
                  <a:lnTo>
                    <a:pt x="10840" y="11188"/>
                  </a:lnTo>
                  <a:lnTo>
                    <a:pt x="10840" y="9158"/>
                  </a:lnTo>
                  <a:cubicBezTo>
                    <a:pt x="10842" y="9021"/>
                    <a:pt x="10741" y="8953"/>
                    <a:pt x="10640" y="8953"/>
                  </a:cubicBezTo>
                  <a:cubicBezTo>
                    <a:pt x="10538" y="8953"/>
                    <a:pt x="10436" y="9021"/>
                    <a:pt x="10436" y="9158"/>
                  </a:cubicBezTo>
                  <a:lnTo>
                    <a:pt x="10436" y="11236"/>
                  </a:lnTo>
                  <a:cubicBezTo>
                    <a:pt x="10326" y="11299"/>
                    <a:pt x="10254" y="11419"/>
                    <a:pt x="10254" y="11544"/>
                  </a:cubicBezTo>
                  <a:lnTo>
                    <a:pt x="10254" y="11822"/>
                  </a:lnTo>
                  <a:lnTo>
                    <a:pt x="8065" y="11822"/>
                  </a:lnTo>
                  <a:lnTo>
                    <a:pt x="8065" y="11544"/>
                  </a:lnTo>
                  <a:cubicBezTo>
                    <a:pt x="8065" y="11414"/>
                    <a:pt x="7998" y="11299"/>
                    <a:pt x="7883" y="11236"/>
                  </a:cubicBezTo>
                  <a:lnTo>
                    <a:pt x="7883" y="5812"/>
                  </a:lnTo>
                  <a:cubicBezTo>
                    <a:pt x="7950" y="5835"/>
                    <a:pt x="8018" y="5846"/>
                    <a:pt x="8083" y="5846"/>
                  </a:cubicBezTo>
                  <a:cubicBezTo>
                    <a:pt x="8478" y="5846"/>
                    <a:pt x="8791" y="5452"/>
                    <a:pt x="8651" y="5044"/>
                  </a:cubicBezTo>
                  <a:lnTo>
                    <a:pt x="9668" y="5044"/>
                  </a:lnTo>
                  <a:cubicBezTo>
                    <a:pt x="9596" y="5255"/>
                    <a:pt x="9649" y="5495"/>
                    <a:pt x="9803" y="5659"/>
                  </a:cubicBezTo>
                  <a:cubicBezTo>
                    <a:pt x="9919" y="5779"/>
                    <a:pt x="10077" y="5845"/>
                    <a:pt x="10241" y="5845"/>
                  </a:cubicBezTo>
                  <a:cubicBezTo>
                    <a:pt x="10306" y="5845"/>
                    <a:pt x="10372" y="5834"/>
                    <a:pt x="10436" y="5812"/>
                  </a:cubicBezTo>
                  <a:lnTo>
                    <a:pt x="10436" y="8159"/>
                  </a:lnTo>
                  <a:cubicBezTo>
                    <a:pt x="10436" y="8294"/>
                    <a:pt x="10537" y="8361"/>
                    <a:pt x="10638" y="8361"/>
                  </a:cubicBezTo>
                  <a:cubicBezTo>
                    <a:pt x="10739" y="8361"/>
                    <a:pt x="10840" y="8294"/>
                    <a:pt x="10840" y="8159"/>
                  </a:cubicBezTo>
                  <a:lnTo>
                    <a:pt x="10840" y="5558"/>
                  </a:lnTo>
                  <a:cubicBezTo>
                    <a:pt x="10843" y="5397"/>
                    <a:pt x="10711" y="5292"/>
                    <a:pt x="10574" y="5292"/>
                  </a:cubicBezTo>
                  <a:cubicBezTo>
                    <a:pt x="10506" y="5292"/>
                    <a:pt x="10438" y="5318"/>
                    <a:pt x="10383" y="5375"/>
                  </a:cubicBezTo>
                  <a:cubicBezTo>
                    <a:pt x="10342" y="5421"/>
                    <a:pt x="10290" y="5441"/>
                    <a:pt x="10239" y="5441"/>
                  </a:cubicBezTo>
                  <a:cubicBezTo>
                    <a:pt x="10136" y="5441"/>
                    <a:pt x="10036" y="5357"/>
                    <a:pt x="10043" y="5231"/>
                  </a:cubicBezTo>
                  <a:cubicBezTo>
                    <a:pt x="10052" y="5126"/>
                    <a:pt x="10143" y="5044"/>
                    <a:pt x="10254" y="5044"/>
                  </a:cubicBezTo>
                  <a:close/>
                  <a:moveTo>
                    <a:pt x="11819" y="11592"/>
                  </a:moveTo>
                  <a:lnTo>
                    <a:pt x="11819" y="11822"/>
                  </a:lnTo>
                  <a:lnTo>
                    <a:pt x="10662" y="11822"/>
                  </a:lnTo>
                  <a:lnTo>
                    <a:pt x="10662" y="11592"/>
                  </a:lnTo>
                  <a:close/>
                  <a:moveTo>
                    <a:pt x="12313" y="12225"/>
                  </a:moveTo>
                  <a:cubicBezTo>
                    <a:pt x="12414" y="12225"/>
                    <a:pt x="12496" y="12307"/>
                    <a:pt x="12496" y="12408"/>
                  </a:cubicBezTo>
                  <a:lnTo>
                    <a:pt x="12496" y="12638"/>
                  </a:lnTo>
                  <a:lnTo>
                    <a:pt x="5871" y="12638"/>
                  </a:lnTo>
                  <a:cubicBezTo>
                    <a:pt x="5617" y="12652"/>
                    <a:pt x="5617" y="13032"/>
                    <a:pt x="5871" y="13046"/>
                  </a:cubicBezTo>
                  <a:lnTo>
                    <a:pt x="12726" y="13046"/>
                  </a:lnTo>
                  <a:cubicBezTo>
                    <a:pt x="12832" y="13046"/>
                    <a:pt x="12923" y="13132"/>
                    <a:pt x="12923" y="13243"/>
                  </a:cubicBezTo>
                  <a:lnTo>
                    <a:pt x="12923" y="13464"/>
                  </a:lnTo>
                  <a:lnTo>
                    <a:pt x="1090" y="13464"/>
                  </a:lnTo>
                  <a:lnTo>
                    <a:pt x="1090" y="13243"/>
                  </a:lnTo>
                  <a:cubicBezTo>
                    <a:pt x="1090" y="13132"/>
                    <a:pt x="1177" y="13046"/>
                    <a:pt x="1287" y="13046"/>
                  </a:cubicBezTo>
                  <a:lnTo>
                    <a:pt x="4868" y="13046"/>
                  </a:lnTo>
                  <a:cubicBezTo>
                    <a:pt x="5122" y="13032"/>
                    <a:pt x="5122" y="12652"/>
                    <a:pt x="4868" y="12638"/>
                  </a:cubicBezTo>
                  <a:lnTo>
                    <a:pt x="1513" y="12638"/>
                  </a:lnTo>
                  <a:lnTo>
                    <a:pt x="1513" y="12408"/>
                  </a:lnTo>
                  <a:cubicBezTo>
                    <a:pt x="1513" y="12307"/>
                    <a:pt x="1589" y="12225"/>
                    <a:pt x="1690" y="12225"/>
                  </a:cubicBezTo>
                  <a:close/>
                  <a:moveTo>
                    <a:pt x="7018" y="0"/>
                  </a:moveTo>
                  <a:cubicBezTo>
                    <a:pt x="6956" y="0"/>
                    <a:pt x="6894" y="16"/>
                    <a:pt x="6836" y="47"/>
                  </a:cubicBezTo>
                  <a:lnTo>
                    <a:pt x="1244" y="3302"/>
                  </a:lnTo>
                  <a:cubicBezTo>
                    <a:pt x="1229" y="3311"/>
                    <a:pt x="1210" y="3321"/>
                    <a:pt x="1201" y="3335"/>
                  </a:cubicBezTo>
                  <a:cubicBezTo>
                    <a:pt x="1105" y="3412"/>
                    <a:pt x="1052" y="3527"/>
                    <a:pt x="1052" y="3647"/>
                  </a:cubicBezTo>
                  <a:lnTo>
                    <a:pt x="1052" y="4651"/>
                  </a:lnTo>
                  <a:cubicBezTo>
                    <a:pt x="1052" y="4833"/>
                    <a:pt x="1177" y="4991"/>
                    <a:pt x="1359" y="5035"/>
                  </a:cubicBezTo>
                  <a:cubicBezTo>
                    <a:pt x="1277" y="5251"/>
                    <a:pt x="1325" y="5491"/>
                    <a:pt x="1489" y="5659"/>
                  </a:cubicBezTo>
                  <a:cubicBezTo>
                    <a:pt x="1601" y="5781"/>
                    <a:pt x="1759" y="5846"/>
                    <a:pt x="1920" y="5846"/>
                  </a:cubicBezTo>
                  <a:cubicBezTo>
                    <a:pt x="1986" y="5846"/>
                    <a:pt x="2053" y="5835"/>
                    <a:pt x="2117" y="5812"/>
                  </a:cubicBezTo>
                  <a:lnTo>
                    <a:pt x="2117" y="11236"/>
                  </a:lnTo>
                  <a:cubicBezTo>
                    <a:pt x="2007" y="11299"/>
                    <a:pt x="1940" y="11414"/>
                    <a:pt x="1940" y="11544"/>
                  </a:cubicBezTo>
                  <a:lnTo>
                    <a:pt x="1940" y="11822"/>
                  </a:lnTo>
                  <a:lnTo>
                    <a:pt x="1690" y="11822"/>
                  </a:lnTo>
                  <a:cubicBezTo>
                    <a:pt x="1364" y="11822"/>
                    <a:pt x="1105" y="12081"/>
                    <a:pt x="1105" y="12408"/>
                  </a:cubicBezTo>
                  <a:lnTo>
                    <a:pt x="1105" y="12667"/>
                  </a:lnTo>
                  <a:cubicBezTo>
                    <a:pt x="850" y="12748"/>
                    <a:pt x="682" y="12979"/>
                    <a:pt x="682" y="13243"/>
                  </a:cubicBezTo>
                  <a:lnTo>
                    <a:pt x="682" y="13464"/>
                  </a:lnTo>
                  <a:lnTo>
                    <a:pt x="279" y="13464"/>
                  </a:lnTo>
                  <a:cubicBezTo>
                    <a:pt x="274" y="13463"/>
                    <a:pt x="270" y="13463"/>
                    <a:pt x="265" y="13463"/>
                  </a:cubicBezTo>
                  <a:cubicBezTo>
                    <a:pt x="0" y="13463"/>
                    <a:pt x="0" y="13872"/>
                    <a:pt x="265" y="13872"/>
                  </a:cubicBezTo>
                  <a:cubicBezTo>
                    <a:pt x="270" y="13872"/>
                    <a:pt x="274" y="13872"/>
                    <a:pt x="279" y="13872"/>
                  </a:cubicBezTo>
                  <a:lnTo>
                    <a:pt x="13734" y="13872"/>
                  </a:lnTo>
                  <a:cubicBezTo>
                    <a:pt x="13988" y="13857"/>
                    <a:pt x="13988" y="13478"/>
                    <a:pt x="13734" y="13464"/>
                  </a:cubicBezTo>
                  <a:lnTo>
                    <a:pt x="13326" y="13464"/>
                  </a:lnTo>
                  <a:lnTo>
                    <a:pt x="13326" y="13243"/>
                  </a:lnTo>
                  <a:cubicBezTo>
                    <a:pt x="13326" y="12979"/>
                    <a:pt x="13158" y="12748"/>
                    <a:pt x="12908" y="12667"/>
                  </a:cubicBezTo>
                  <a:lnTo>
                    <a:pt x="12908" y="12408"/>
                  </a:lnTo>
                  <a:cubicBezTo>
                    <a:pt x="12908" y="12081"/>
                    <a:pt x="12644" y="11817"/>
                    <a:pt x="12318" y="11817"/>
                  </a:cubicBezTo>
                  <a:lnTo>
                    <a:pt x="12227" y="11817"/>
                  </a:lnTo>
                  <a:lnTo>
                    <a:pt x="12227" y="11544"/>
                  </a:lnTo>
                  <a:cubicBezTo>
                    <a:pt x="12227" y="11414"/>
                    <a:pt x="12155" y="11294"/>
                    <a:pt x="12044" y="11232"/>
                  </a:cubicBezTo>
                  <a:lnTo>
                    <a:pt x="12044" y="5812"/>
                  </a:lnTo>
                  <a:cubicBezTo>
                    <a:pt x="12112" y="5835"/>
                    <a:pt x="12179" y="5846"/>
                    <a:pt x="12243" y="5846"/>
                  </a:cubicBezTo>
                  <a:cubicBezTo>
                    <a:pt x="12664" y="5846"/>
                    <a:pt x="12988" y="5393"/>
                    <a:pt x="12784" y="4977"/>
                  </a:cubicBezTo>
                  <a:cubicBezTo>
                    <a:pt x="12894" y="4905"/>
                    <a:pt x="12961" y="4780"/>
                    <a:pt x="12961" y="4646"/>
                  </a:cubicBezTo>
                  <a:lnTo>
                    <a:pt x="12961" y="3642"/>
                  </a:lnTo>
                  <a:cubicBezTo>
                    <a:pt x="12961" y="3498"/>
                    <a:pt x="12880" y="3364"/>
                    <a:pt x="12750" y="3297"/>
                  </a:cubicBezTo>
                  <a:lnTo>
                    <a:pt x="7196" y="47"/>
                  </a:lnTo>
                  <a:cubicBezTo>
                    <a:pt x="7141" y="16"/>
                    <a:pt x="7080" y="0"/>
                    <a:pt x="70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5" name="Google Shape;15165;p83"/>
          <p:cNvGrpSpPr/>
          <p:nvPr/>
        </p:nvGrpSpPr>
        <p:grpSpPr>
          <a:xfrm>
            <a:off x="7075390" y="3349554"/>
            <a:ext cx="375429" cy="363822"/>
            <a:chOff x="7075390" y="3349554"/>
            <a:chExt cx="375429" cy="363822"/>
          </a:xfrm>
        </p:grpSpPr>
        <p:sp>
          <p:nvSpPr>
            <p:cNvPr id="15166" name="Google Shape;15166;p83"/>
            <p:cNvSpPr/>
            <p:nvPr/>
          </p:nvSpPr>
          <p:spPr>
            <a:xfrm>
              <a:off x="7075390" y="3437018"/>
              <a:ext cx="309949" cy="270646"/>
            </a:xfrm>
            <a:custGeom>
              <a:rect b="b" l="l" r="r" t="t"/>
              <a:pathLst>
                <a:path extrusionOk="0" h="10329" w="11829">
                  <a:moveTo>
                    <a:pt x="9133" y="7022"/>
                  </a:moveTo>
                  <a:cubicBezTo>
                    <a:pt x="9540" y="7022"/>
                    <a:pt x="9942" y="7290"/>
                    <a:pt x="10033" y="7763"/>
                  </a:cubicBezTo>
                  <a:cubicBezTo>
                    <a:pt x="10145" y="8365"/>
                    <a:pt x="9665" y="8847"/>
                    <a:pt x="9136" y="8847"/>
                  </a:cubicBezTo>
                  <a:cubicBezTo>
                    <a:pt x="8965" y="8847"/>
                    <a:pt x="8789" y="8797"/>
                    <a:pt x="8626" y="8684"/>
                  </a:cubicBezTo>
                  <a:cubicBezTo>
                    <a:pt x="8209" y="8401"/>
                    <a:pt x="8103" y="7835"/>
                    <a:pt x="8386" y="7422"/>
                  </a:cubicBezTo>
                  <a:cubicBezTo>
                    <a:pt x="8572" y="7148"/>
                    <a:pt x="8854" y="7022"/>
                    <a:pt x="9133" y="7022"/>
                  </a:cubicBezTo>
                  <a:close/>
                  <a:moveTo>
                    <a:pt x="5132" y="1"/>
                  </a:moveTo>
                  <a:cubicBezTo>
                    <a:pt x="3635" y="1"/>
                    <a:pt x="2235" y="739"/>
                    <a:pt x="1392" y="1979"/>
                  </a:cubicBezTo>
                  <a:cubicBezTo>
                    <a:pt x="0" y="4043"/>
                    <a:pt x="533" y="6851"/>
                    <a:pt x="2593" y="8257"/>
                  </a:cubicBezTo>
                  <a:cubicBezTo>
                    <a:pt x="2593" y="8257"/>
                    <a:pt x="5351" y="10329"/>
                    <a:pt x="8068" y="10329"/>
                  </a:cubicBezTo>
                  <a:cubicBezTo>
                    <a:pt x="9265" y="10329"/>
                    <a:pt x="10455" y="9926"/>
                    <a:pt x="11396" y="8766"/>
                  </a:cubicBezTo>
                  <a:lnTo>
                    <a:pt x="11406" y="8747"/>
                  </a:lnTo>
                  <a:cubicBezTo>
                    <a:pt x="11483" y="8636"/>
                    <a:pt x="11540" y="8516"/>
                    <a:pt x="11583" y="8392"/>
                  </a:cubicBezTo>
                  <a:cubicBezTo>
                    <a:pt x="11828" y="7648"/>
                    <a:pt x="11468" y="6841"/>
                    <a:pt x="10753" y="6529"/>
                  </a:cubicBezTo>
                  <a:cubicBezTo>
                    <a:pt x="10590" y="6457"/>
                    <a:pt x="10431" y="6371"/>
                    <a:pt x="10283" y="6270"/>
                  </a:cubicBezTo>
                  <a:cubicBezTo>
                    <a:pt x="10283" y="6270"/>
                    <a:pt x="8852" y="5454"/>
                    <a:pt x="9034" y="3731"/>
                  </a:cubicBezTo>
                  <a:cubicBezTo>
                    <a:pt x="9159" y="2569"/>
                    <a:pt x="8636" y="1436"/>
                    <a:pt x="7676" y="778"/>
                  </a:cubicBezTo>
                  <a:cubicBezTo>
                    <a:pt x="6927" y="270"/>
                    <a:pt x="6049" y="1"/>
                    <a:pt x="5146" y="1"/>
                  </a:cubicBezTo>
                  <a:cubicBezTo>
                    <a:pt x="5141" y="1"/>
                    <a:pt x="5137" y="1"/>
                    <a:pt x="5132" y="1"/>
                  </a:cubicBezTo>
                  <a:close/>
                </a:path>
              </a:pathLst>
            </a:custGeom>
            <a:solidFill>
              <a:srgbClr val="D7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3"/>
            <p:cNvSpPr/>
            <p:nvPr/>
          </p:nvSpPr>
          <p:spPr>
            <a:xfrm>
              <a:off x="7092370" y="3437018"/>
              <a:ext cx="293101" cy="249055"/>
            </a:xfrm>
            <a:custGeom>
              <a:rect b="b" l="l" r="r" t="t"/>
              <a:pathLst>
                <a:path extrusionOk="0" h="9505" w="11186">
                  <a:moveTo>
                    <a:pt x="8495" y="7017"/>
                  </a:moveTo>
                  <a:cubicBezTo>
                    <a:pt x="8666" y="7017"/>
                    <a:pt x="8842" y="7066"/>
                    <a:pt x="9006" y="7177"/>
                  </a:cubicBezTo>
                  <a:cubicBezTo>
                    <a:pt x="9419" y="7460"/>
                    <a:pt x="9529" y="8027"/>
                    <a:pt x="9246" y="8444"/>
                  </a:cubicBezTo>
                  <a:cubicBezTo>
                    <a:pt x="9058" y="8718"/>
                    <a:pt x="8776" y="8844"/>
                    <a:pt x="8496" y="8844"/>
                  </a:cubicBezTo>
                  <a:cubicBezTo>
                    <a:pt x="8088" y="8844"/>
                    <a:pt x="7686" y="8575"/>
                    <a:pt x="7594" y="8099"/>
                  </a:cubicBezTo>
                  <a:cubicBezTo>
                    <a:pt x="7482" y="7496"/>
                    <a:pt x="7963" y="7017"/>
                    <a:pt x="8495" y="7017"/>
                  </a:cubicBezTo>
                  <a:close/>
                  <a:moveTo>
                    <a:pt x="4481" y="1"/>
                  </a:moveTo>
                  <a:cubicBezTo>
                    <a:pt x="3220" y="1"/>
                    <a:pt x="2022" y="528"/>
                    <a:pt x="1167" y="1451"/>
                  </a:cubicBezTo>
                  <a:cubicBezTo>
                    <a:pt x="0" y="3500"/>
                    <a:pt x="605" y="6102"/>
                    <a:pt x="2549" y="7432"/>
                  </a:cubicBezTo>
                  <a:cubicBezTo>
                    <a:pt x="2549" y="7432"/>
                    <a:pt x="5307" y="9504"/>
                    <a:pt x="8024" y="9504"/>
                  </a:cubicBezTo>
                  <a:cubicBezTo>
                    <a:pt x="9050" y="9504"/>
                    <a:pt x="10072" y="9208"/>
                    <a:pt x="10935" y="8392"/>
                  </a:cubicBezTo>
                  <a:cubicBezTo>
                    <a:pt x="11185" y="7648"/>
                    <a:pt x="10825" y="6841"/>
                    <a:pt x="10105" y="6529"/>
                  </a:cubicBezTo>
                  <a:cubicBezTo>
                    <a:pt x="9942" y="6457"/>
                    <a:pt x="9783" y="6371"/>
                    <a:pt x="9635" y="6270"/>
                  </a:cubicBezTo>
                  <a:cubicBezTo>
                    <a:pt x="9635" y="6270"/>
                    <a:pt x="8204" y="5454"/>
                    <a:pt x="8386" y="3731"/>
                  </a:cubicBezTo>
                  <a:cubicBezTo>
                    <a:pt x="8511" y="2569"/>
                    <a:pt x="7988" y="1436"/>
                    <a:pt x="7028" y="778"/>
                  </a:cubicBezTo>
                  <a:cubicBezTo>
                    <a:pt x="6279" y="270"/>
                    <a:pt x="5401" y="1"/>
                    <a:pt x="4498" y="1"/>
                  </a:cubicBezTo>
                  <a:cubicBezTo>
                    <a:pt x="4493" y="1"/>
                    <a:pt x="4487" y="1"/>
                    <a:pt x="4481"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83"/>
            <p:cNvSpPr/>
            <p:nvPr/>
          </p:nvSpPr>
          <p:spPr>
            <a:xfrm>
              <a:off x="7169457" y="3477736"/>
              <a:ext cx="78660" cy="48370"/>
            </a:xfrm>
            <a:custGeom>
              <a:rect b="b" l="l" r="r" t="t"/>
              <a:pathLst>
                <a:path extrusionOk="0" h="1846" w="3002">
                  <a:moveTo>
                    <a:pt x="2565" y="1"/>
                  </a:moveTo>
                  <a:cubicBezTo>
                    <a:pt x="2555" y="1"/>
                    <a:pt x="2545" y="1"/>
                    <a:pt x="2536" y="2"/>
                  </a:cubicBezTo>
                  <a:lnTo>
                    <a:pt x="1542" y="55"/>
                  </a:lnTo>
                  <a:lnTo>
                    <a:pt x="961" y="84"/>
                  </a:lnTo>
                  <a:cubicBezTo>
                    <a:pt x="726" y="98"/>
                    <a:pt x="543" y="295"/>
                    <a:pt x="543" y="530"/>
                  </a:cubicBezTo>
                  <a:lnTo>
                    <a:pt x="543" y="554"/>
                  </a:lnTo>
                  <a:cubicBezTo>
                    <a:pt x="548" y="655"/>
                    <a:pt x="587" y="751"/>
                    <a:pt x="654" y="823"/>
                  </a:cubicBezTo>
                  <a:cubicBezTo>
                    <a:pt x="692" y="871"/>
                    <a:pt x="663" y="943"/>
                    <a:pt x="601" y="943"/>
                  </a:cubicBezTo>
                  <a:lnTo>
                    <a:pt x="443" y="953"/>
                  </a:lnTo>
                  <a:cubicBezTo>
                    <a:pt x="193" y="962"/>
                    <a:pt x="1" y="1178"/>
                    <a:pt x="11" y="1428"/>
                  </a:cubicBezTo>
                  <a:cubicBezTo>
                    <a:pt x="25" y="1666"/>
                    <a:pt x="226" y="1846"/>
                    <a:pt x="458" y="1846"/>
                  </a:cubicBezTo>
                  <a:cubicBezTo>
                    <a:pt x="464" y="1846"/>
                    <a:pt x="470" y="1846"/>
                    <a:pt x="476" y="1845"/>
                  </a:cubicBezTo>
                  <a:lnTo>
                    <a:pt x="966" y="1817"/>
                  </a:lnTo>
                  <a:lnTo>
                    <a:pt x="1076" y="1812"/>
                  </a:lnTo>
                  <a:lnTo>
                    <a:pt x="2036" y="1764"/>
                  </a:lnTo>
                  <a:cubicBezTo>
                    <a:pt x="2271" y="1754"/>
                    <a:pt x="2459" y="1567"/>
                    <a:pt x="2468" y="1332"/>
                  </a:cubicBezTo>
                  <a:cubicBezTo>
                    <a:pt x="2473" y="1226"/>
                    <a:pt x="2439" y="1121"/>
                    <a:pt x="2372" y="1039"/>
                  </a:cubicBezTo>
                  <a:cubicBezTo>
                    <a:pt x="2329" y="986"/>
                    <a:pt x="2363" y="905"/>
                    <a:pt x="2430" y="900"/>
                  </a:cubicBezTo>
                  <a:lnTo>
                    <a:pt x="2579" y="890"/>
                  </a:lnTo>
                  <a:cubicBezTo>
                    <a:pt x="2814" y="876"/>
                    <a:pt x="3001" y="684"/>
                    <a:pt x="3001" y="449"/>
                  </a:cubicBezTo>
                  <a:cubicBezTo>
                    <a:pt x="3001" y="439"/>
                    <a:pt x="3001" y="429"/>
                    <a:pt x="3001" y="425"/>
                  </a:cubicBezTo>
                  <a:cubicBezTo>
                    <a:pt x="2992" y="242"/>
                    <a:pt x="2876" y="89"/>
                    <a:pt x="2704" y="26"/>
                  </a:cubicBezTo>
                  <a:cubicBezTo>
                    <a:pt x="2660" y="10"/>
                    <a:pt x="2613" y="1"/>
                    <a:pt x="2565" y="1"/>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83"/>
            <p:cNvSpPr/>
            <p:nvPr/>
          </p:nvSpPr>
          <p:spPr>
            <a:xfrm>
              <a:off x="7189083" y="3477736"/>
              <a:ext cx="59139" cy="47479"/>
            </a:xfrm>
            <a:custGeom>
              <a:rect b="b" l="l" r="r" t="t"/>
              <a:pathLst>
                <a:path extrusionOk="0" h="1812" w="2257">
                  <a:moveTo>
                    <a:pt x="1816" y="1"/>
                  </a:moveTo>
                  <a:cubicBezTo>
                    <a:pt x="1806" y="1"/>
                    <a:pt x="1796" y="1"/>
                    <a:pt x="1787" y="2"/>
                  </a:cubicBezTo>
                  <a:lnTo>
                    <a:pt x="793" y="50"/>
                  </a:lnTo>
                  <a:cubicBezTo>
                    <a:pt x="649" y="137"/>
                    <a:pt x="562" y="290"/>
                    <a:pt x="562" y="458"/>
                  </a:cubicBezTo>
                  <a:lnTo>
                    <a:pt x="562" y="482"/>
                  </a:lnTo>
                  <a:cubicBezTo>
                    <a:pt x="567" y="588"/>
                    <a:pt x="610" y="689"/>
                    <a:pt x="678" y="765"/>
                  </a:cubicBezTo>
                  <a:cubicBezTo>
                    <a:pt x="721" y="813"/>
                    <a:pt x="687" y="890"/>
                    <a:pt x="625" y="895"/>
                  </a:cubicBezTo>
                  <a:lnTo>
                    <a:pt x="462" y="905"/>
                  </a:lnTo>
                  <a:cubicBezTo>
                    <a:pt x="202" y="919"/>
                    <a:pt x="1" y="1140"/>
                    <a:pt x="15" y="1399"/>
                  </a:cubicBezTo>
                  <a:cubicBezTo>
                    <a:pt x="25" y="1586"/>
                    <a:pt x="150" y="1749"/>
                    <a:pt x="327" y="1812"/>
                  </a:cubicBezTo>
                  <a:lnTo>
                    <a:pt x="1287" y="1764"/>
                  </a:lnTo>
                  <a:cubicBezTo>
                    <a:pt x="1522" y="1754"/>
                    <a:pt x="1710" y="1567"/>
                    <a:pt x="1719" y="1332"/>
                  </a:cubicBezTo>
                  <a:cubicBezTo>
                    <a:pt x="1724" y="1226"/>
                    <a:pt x="1690" y="1121"/>
                    <a:pt x="1623" y="1039"/>
                  </a:cubicBezTo>
                  <a:cubicBezTo>
                    <a:pt x="1580" y="986"/>
                    <a:pt x="1614" y="905"/>
                    <a:pt x="1681" y="900"/>
                  </a:cubicBezTo>
                  <a:lnTo>
                    <a:pt x="1830" y="890"/>
                  </a:lnTo>
                  <a:cubicBezTo>
                    <a:pt x="2065" y="876"/>
                    <a:pt x="2252" y="684"/>
                    <a:pt x="2252" y="449"/>
                  </a:cubicBezTo>
                  <a:cubicBezTo>
                    <a:pt x="2252" y="439"/>
                    <a:pt x="2252" y="429"/>
                    <a:pt x="2257" y="425"/>
                  </a:cubicBezTo>
                  <a:cubicBezTo>
                    <a:pt x="2247" y="242"/>
                    <a:pt x="2127" y="84"/>
                    <a:pt x="1959" y="26"/>
                  </a:cubicBezTo>
                  <a:cubicBezTo>
                    <a:pt x="1912" y="10"/>
                    <a:pt x="1864" y="1"/>
                    <a:pt x="1816"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3"/>
            <p:cNvSpPr/>
            <p:nvPr/>
          </p:nvSpPr>
          <p:spPr>
            <a:xfrm>
              <a:off x="7212482" y="3559934"/>
              <a:ext cx="62676" cy="70328"/>
            </a:xfrm>
            <a:custGeom>
              <a:rect b="b" l="l" r="r" t="t"/>
              <a:pathLst>
                <a:path extrusionOk="0" h="2684" w="2392">
                  <a:moveTo>
                    <a:pt x="1941" y="1"/>
                  </a:moveTo>
                  <a:cubicBezTo>
                    <a:pt x="1868" y="1"/>
                    <a:pt x="1793" y="19"/>
                    <a:pt x="1724" y="57"/>
                  </a:cubicBezTo>
                  <a:lnTo>
                    <a:pt x="913" y="518"/>
                  </a:lnTo>
                  <a:lnTo>
                    <a:pt x="356" y="835"/>
                  </a:lnTo>
                  <a:cubicBezTo>
                    <a:pt x="217" y="912"/>
                    <a:pt x="130" y="1061"/>
                    <a:pt x="130" y="1224"/>
                  </a:cubicBezTo>
                  <a:cubicBezTo>
                    <a:pt x="130" y="1358"/>
                    <a:pt x="193" y="1488"/>
                    <a:pt x="298" y="1574"/>
                  </a:cubicBezTo>
                  <a:cubicBezTo>
                    <a:pt x="389" y="1646"/>
                    <a:pt x="380" y="1785"/>
                    <a:pt x="279" y="1843"/>
                  </a:cubicBezTo>
                  <a:lnTo>
                    <a:pt x="274" y="1843"/>
                  </a:lnTo>
                  <a:cubicBezTo>
                    <a:pt x="87" y="1958"/>
                    <a:pt x="1" y="2189"/>
                    <a:pt x="68" y="2395"/>
                  </a:cubicBezTo>
                  <a:cubicBezTo>
                    <a:pt x="136" y="2575"/>
                    <a:pt x="307" y="2683"/>
                    <a:pt x="487" y="2683"/>
                  </a:cubicBezTo>
                  <a:cubicBezTo>
                    <a:pt x="561" y="2683"/>
                    <a:pt x="636" y="2665"/>
                    <a:pt x="706" y="2625"/>
                  </a:cubicBezTo>
                  <a:lnTo>
                    <a:pt x="1134" y="2385"/>
                  </a:lnTo>
                  <a:lnTo>
                    <a:pt x="2065" y="1862"/>
                  </a:lnTo>
                  <a:cubicBezTo>
                    <a:pt x="2262" y="1752"/>
                    <a:pt x="2348" y="1517"/>
                    <a:pt x="2271" y="1305"/>
                  </a:cubicBezTo>
                  <a:cubicBezTo>
                    <a:pt x="2228" y="1185"/>
                    <a:pt x="2132" y="1094"/>
                    <a:pt x="2012" y="1046"/>
                  </a:cubicBezTo>
                  <a:cubicBezTo>
                    <a:pt x="1959" y="1027"/>
                    <a:pt x="1954" y="955"/>
                    <a:pt x="2002" y="926"/>
                  </a:cubicBezTo>
                  <a:lnTo>
                    <a:pt x="2166" y="835"/>
                  </a:lnTo>
                  <a:cubicBezTo>
                    <a:pt x="2305" y="758"/>
                    <a:pt x="2391" y="609"/>
                    <a:pt x="2391" y="446"/>
                  </a:cubicBezTo>
                  <a:cubicBezTo>
                    <a:pt x="2391" y="369"/>
                    <a:pt x="2372" y="292"/>
                    <a:pt x="2334" y="230"/>
                  </a:cubicBezTo>
                  <a:cubicBezTo>
                    <a:pt x="2249" y="83"/>
                    <a:pt x="2097" y="1"/>
                    <a:pt x="1941"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3"/>
            <p:cNvSpPr/>
            <p:nvPr/>
          </p:nvSpPr>
          <p:spPr>
            <a:xfrm>
              <a:off x="7229225" y="3560065"/>
              <a:ext cx="46038" cy="62388"/>
            </a:xfrm>
            <a:custGeom>
              <a:rect b="b" l="l" r="r" t="t"/>
              <a:pathLst>
                <a:path extrusionOk="0" h="2381" w="1757">
                  <a:moveTo>
                    <a:pt x="1305" y="0"/>
                  </a:moveTo>
                  <a:cubicBezTo>
                    <a:pt x="1232" y="0"/>
                    <a:pt x="1158" y="19"/>
                    <a:pt x="1090" y="57"/>
                  </a:cubicBezTo>
                  <a:lnTo>
                    <a:pt x="274" y="518"/>
                  </a:lnTo>
                  <a:cubicBezTo>
                    <a:pt x="187" y="609"/>
                    <a:pt x="139" y="724"/>
                    <a:pt x="139" y="849"/>
                  </a:cubicBezTo>
                  <a:cubicBezTo>
                    <a:pt x="139" y="931"/>
                    <a:pt x="158" y="1008"/>
                    <a:pt x="197" y="1080"/>
                  </a:cubicBezTo>
                  <a:cubicBezTo>
                    <a:pt x="226" y="1132"/>
                    <a:pt x="269" y="1180"/>
                    <a:pt x="317" y="1219"/>
                  </a:cubicBezTo>
                  <a:cubicBezTo>
                    <a:pt x="413" y="1291"/>
                    <a:pt x="403" y="1440"/>
                    <a:pt x="298" y="1497"/>
                  </a:cubicBezTo>
                  <a:lnTo>
                    <a:pt x="293" y="1502"/>
                  </a:lnTo>
                  <a:cubicBezTo>
                    <a:pt x="91" y="1622"/>
                    <a:pt x="0" y="1862"/>
                    <a:pt x="77" y="2083"/>
                  </a:cubicBezTo>
                  <a:cubicBezTo>
                    <a:pt x="144" y="2256"/>
                    <a:pt x="307" y="2376"/>
                    <a:pt x="495" y="2380"/>
                  </a:cubicBezTo>
                  <a:lnTo>
                    <a:pt x="1426" y="1857"/>
                  </a:lnTo>
                  <a:cubicBezTo>
                    <a:pt x="1623" y="1747"/>
                    <a:pt x="1709" y="1512"/>
                    <a:pt x="1632" y="1300"/>
                  </a:cubicBezTo>
                  <a:cubicBezTo>
                    <a:pt x="1584" y="1185"/>
                    <a:pt x="1493" y="1089"/>
                    <a:pt x="1378" y="1046"/>
                  </a:cubicBezTo>
                  <a:cubicBezTo>
                    <a:pt x="1320" y="1027"/>
                    <a:pt x="1315" y="955"/>
                    <a:pt x="1368" y="926"/>
                  </a:cubicBezTo>
                  <a:lnTo>
                    <a:pt x="1531" y="835"/>
                  </a:lnTo>
                  <a:cubicBezTo>
                    <a:pt x="1671" y="758"/>
                    <a:pt x="1757" y="609"/>
                    <a:pt x="1757" y="446"/>
                  </a:cubicBezTo>
                  <a:cubicBezTo>
                    <a:pt x="1752" y="369"/>
                    <a:pt x="1733" y="292"/>
                    <a:pt x="1695" y="225"/>
                  </a:cubicBezTo>
                  <a:cubicBezTo>
                    <a:pt x="1613" y="82"/>
                    <a:pt x="1461" y="0"/>
                    <a:pt x="1305"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3"/>
            <p:cNvSpPr/>
            <p:nvPr/>
          </p:nvSpPr>
          <p:spPr>
            <a:xfrm>
              <a:off x="7121297" y="3534989"/>
              <a:ext cx="66554" cy="67969"/>
            </a:xfrm>
            <a:custGeom>
              <a:rect b="b" l="l" r="r" t="t"/>
              <a:pathLst>
                <a:path extrusionOk="0" h="2594" w="2540">
                  <a:moveTo>
                    <a:pt x="493" y="0"/>
                  </a:moveTo>
                  <a:cubicBezTo>
                    <a:pt x="468" y="0"/>
                    <a:pt x="443" y="2"/>
                    <a:pt x="418" y="6"/>
                  </a:cubicBezTo>
                  <a:cubicBezTo>
                    <a:pt x="149" y="68"/>
                    <a:pt x="0" y="352"/>
                    <a:pt x="96" y="606"/>
                  </a:cubicBezTo>
                  <a:lnTo>
                    <a:pt x="274" y="1057"/>
                  </a:lnTo>
                  <a:lnTo>
                    <a:pt x="365" y="1302"/>
                  </a:lnTo>
                  <a:lnTo>
                    <a:pt x="658" y="2061"/>
                  </a:lnTo>
                  <a:cubicBezTo>
                    <a:pt x="728" y="2241"/>
                    <a:pt x="898" y="2354"/>
                    <a:pt x="1084" y="2354"/>
                  </a:cubicBezTo>
                  <a:cubicBezTo>
                    <a:pt x="1116" y="2354"/>
                    <a:pt x="1149" y="2351"/>
                    <a:pt x="1181" y="2344"/>
                  </a:cubicBezTo>
                  <a:cubicBezTo>
                    <a:pt x="1301" y="2315"/>
                    <a:pt x="1407" y="2238"/>
                    <a:pt x="1469" y="2123"/>
                  </a:cubicBezTo>
                  <a:cubicBezTo>
                    <a:pt x="1483" y="2101"/>
                    <a:pt x="1505" y="2090"/>
                    <a:pt x="1528" y="2090"/>
                  </a:cubicBezTo>
                  <a:cubicBezTo>
                    <a:pt x="1554" y="2090"/>
                    <a:pt x="1579" y="2104"/>
                    <a:pt x="1589" y="2133"/>
                  </a:cubicBezTo>
                  <a:lnTo>
                    <a:pt x="1657" y="2305"/>
                  </a:lnTo>
                  <a:cubicBezTo>
                    <a:pt x="1724" y="2478"/>
                    <a:pt x="1892" y="2593"/>
                    <a:pt x="2079" y="2593"/>
                  </a:cubicBezTo>
                  <a:cubicBezTo>
                    <a:pt x="2132" y="2589"/>
                    <a:pt x="2185" y="2579"/>
                    <a:pt x="2237" y="2560"/>
                  </a:cubicBezTo>
                  <a:cubicBezTo>
                    <a:pt x="2425" y="2488"/>
                    <a:pt x="2540" y="2291"/>
                    <a:pt x="2516" y="2089"/>
                  </a:cubicBezTo>
                  <a:cubicBezTo>
                    <a:pt x="2511" y="2056"/>
                    <a:pt x="2501" y="2017"/>
                    <a:pt x="2487" y="1984"/>
                  </a:cubicBezTo>
                  <a:lnTo>
                    <a:pt x="2103" y="985"/>
                  </a:lnTo>
                  <a:lnTo>
                    <a:pt x="1921" y="515"/>
                  </a:lnTo>
                  <a:cubicBezTo>
                    <a:pt x="1853" y="342"/>
                    <a:pt x="1690" y="232"/>
                    <a:pt x="1503" y="232"/>
                  </a:cubicBezTo>
                  <a:cubicBezTo>
                    <a:pt x="1345" y="232"/>
                    <a:pt x="1201" y="318"/>
                    <a:pt x="1119" y="452"/>
                  </a:cubicBezTo>
                  <a:cubicBezTo>
                    <a:pt x="1105" y="478"/>
                    <a:pt x="1080" y="490"/>
                    <a:pt x="1056" y="490"/>
                  </a:cubicBezTo>
                  <a:cubicBezTo>
                    <a:pt x="1029" y="490"/>
                    <a:pt x="1002" y="475"/>
                    <a:pt x="989" y="448"/>
                  </a:cubicBezTo>
                  <a:lnTo>
                    <a:pt x="932" y="289"/>
                  </a:lnTo>
                  <a:cubicBezTo>
                    <a:pt x="855" y="111"/>
                    <a:pt x="681" y="0"/>
                    <a:pt x="49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3"/>
            <p:cNvSpPr/>
            <p:nvPr/>
          </p:nvSpPr>
          <p:spPr>
            <a:xfrm>
              <a:off x="7128477" y="3550789"/>
              <a:ext cx="59375" cy="52169"/>
            </a:xfrm>
            <a:custGeom>
              <a:rect b="b" l="l" r="r" t="t"/>
              <a:pathLst>
                <a:path extrusionOk="0" h="1991" w="2266">
                  <a:moveTo>
                    <a:pt x="442" y="1"/>
                  </a:moveTo>
                  <a:cubicBezTo>
                    <a:pt x="415" y="1"/>
                    <a:pt x="387" y="3"/>
                    <a:pt x="360" y="8"/>
                  </a:cubicBezTo>
                  <a:cubicBezTo>
                    <a:pt x="149" y="56"/>
                    <a:pt x="0" y="238"/>
                    <a:pt x="0" y="454"/>
                  </a:cubicBezTo>
                  <a:lnTo>
                    <a:pt x="91" y="699"/>
                  </a:lnTo>
                  <a:lnTo>
                    <a:pt x="384" y="1458"/>
                  </a:lnTo>
                  <a:cubicBezTo>
                    <a:pt x="454" y="1638"/>
                    <a:pt x="624" y="1751"/>
                    <a:pt x="810" y="1751"/>
                  </a:cubicBezTo>
                  <a:cubicBezTo>
                    <a:pt x="842" y="1751"/>
                    <a:pt x="875" y="1748"/>
                    <a:pt x="907" y="1741"/>
                  </a:cubicBezTo>
                  <a:cubicBezTo>
                    <a:pt x="1027" y="1712"/>
                    <a:pt x="1133" y="1635"/>
                    <a:pt x="1195" y="1520"/>
                  </a:cubicBezTo>
                  <a:cubicBezTo>
                    <a:pt x="1209" y="1498"/>
                    <a:pt x="1231" y="1487"/>
                    <a:pt x="1254" y="1487"/>
                  </a:cubicBezTo>
                  <a:cubicBezTo>
                    <a:pt x="1280" y="1487"/>
                    <a:pt x="1305" y="1501"/>
                    <a:pt x="1315" y="1530"/>
                  </a:cubicBezTo>
                  <a:lnTo>
                    <a:pt x="1383" y="1702"/>
                  </a:lnTo>
                  <a:cubicBezTo>
                    <a:pt x="1450" y="1875"/>
                    <a:pt x="1618" y="1990"/>
                    <a:pt x="1805" y="1990"/>
                  </a:cubicBezTo>
                  <a:cubicBezTo>
                    <a:pt x="1858" y="1986"/>
                    <a:pt x="1911" y="1976"/>
                    <a:pt x="1963" y="1957"/>
                  </a:cubicBezTo>
                  <a:cubicBezTo>
                    <a:pt x="2151" y="1880"/>
                    <a:pt x="2266" y="1688"/>
                    <a:pt x="2237" y="1486"/>
                  </a:cubicBezTo>
                  <a:cubicBezTo>
                    <a:pt x="2237" y="1453"/>
                    <a:pt x="2227" y="1414"/>
                    <a:pt x="2213" y="1381"/>
                  </a:cubicBezTo>
                  <a:lnTo>
                    <a:pt x="1829" y="387"/>
                  </a:lnTo>
                  <a:cubicBezTo>
                    <a:pt x="1738" y="291"/>
                    <a:pt x="1618" y="243"/>
                    <a:pt x="1488" y="243"/>
                  </a:cubicBezTo>
                  <a:cubicBezTo>
                    <a:pt x="1325" y="243"/>
                    <a:pt x="1171" y="329"/>
                    <a:pt x="1090" y="473"/>
                  </a:cubicBezTo>
                  <a:cubicBezTo>
                    <a:pt x="1076" y="498"/>
                    <a:pt x="1051" y="510"/>
                    <a:pt x="1026" y="510"/>
                  </a:cubicBezTo>
                  <a:cubicBezTo>
                    <a:pt x="997" y="510"/>
                    <a:pt x="968" y="495"/>
                    <a:pt x="955" y="464"/>
                  </a:cubicBezTo>
                  <a:lnTo>
                    <a:pt x="898" y="305"/>
                  </a:lnTo>
                  <a:cubicBezTo>
                    <a:pt x="822" y="120"/>
                    <a:pt x="638" y="1"/>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3"/>
            <p:cNvSpPr/>
            <p:nvPr/>
          </p:nvSpPr>
          <p:spPr>
            <a:xfrm>
              <a:off x="7323161" y="3355004"/>
              <a:ext cx="121239" cy="137511"/>
            </a:xfrm>
            <a:custGeom>
              <a:rect b="b" l="l" r="r" t="t"/>
              <a:pathLst>
                <a:path extrusionOk="0" h="5248" w="4627">
                  <a:moveTo>
                    <a:pt x="4568" y="1"/>
                  </a:moveTo>
                  <a:cubicBezTo>
                    <a:pt x="4561" y="1"/>
                    <a:pt x="4554" y="2"/>
                    <a:pt x="4547" y="6"/>
                  </a:cubicBezTo>
                  <a:cubicBezTo>
                    <a:pt x="3145" y="606"/>
                    <a:pt x="2022" y="1710"/>
                    <a:pt x="1215" y="2718"/>
                  </a:cubicBezTo>
                  <a:cubicBezTo>
                    <a:pt x="1033" y="2948"/>
                    <a:pt x="865" y="3174"/>
                    <a:pt x="716" y="3390"/>
                  </a:cubicBezTo>
                  <a:cubicBezTo>
                    <a:pt x="395" y="3851"/>
                    <a:pt x="154" y="4249"/>
                    <a:pt x="1" y="4523"/>
                  </a:cubicBezTo>
                  <a:cubicBezTo>
                    <a:pt x="154" y="4561"/>
                    <a:pt x="294" y="4633"/>
                    <a:pt x="419" y="4725"/>
                  </a:cubicBezTo>
                  <a:lnTo>
                    <a:pt x="438" y="4739"/>
                  </a:lnTo>
                  <a:cubicBezTo>
                    <a:pt x="457" y="4753"/>
                    <a:pt x="471" y="4763"/>
                    <a:pt x="486" y="4777"/>
                  </a:cubicBezTo>
                  <a:lnTo>
                    <a:pt x="505" y="4792"/>
                  </a:lnTo>
                  <a:lnTo>
                    <a:pt x="524" y="4811"/>
                  </a:lnTo>
                  <a:lnTo>
                    <a:pt x="567" y="4849"/>
                  </a:lnTo>
                  <a:cubicBezTo>
                    <a:pt x="687" y="4960"/>
                    <a:pt x="783" y="5099"/>
                    <a:pt x="851" y="5248"/>
                  </a:cubicBezTo>
                  <a:cubicBezTo>
                    <a:pt x="1095" y="5056"/>
                    <a:pt x="1455" y="4758"/>
                    <a:pt x="1859" y="4369"/>
                  </a:cubicBezTo>
                  <a:cubicBezTo>
                    <a:pt x="2046" y="4192"/>
                    <a:pt x="2247" y="3990"/>
                    <a:pt x="2444" y="3769"/>
                  </a:cubicBezTo>
                  <a:cubicBezTo>
                    <a:pt x="3318" y="2824"/>
                    <a:pt x="4240" y="1542"/>
                    <a:pt x="4619" y="64"/>
                  </a:cubicBezTo>
                  <a:cubicBezTo>
                    <a:pt x="4627" y="32"/>
                    <a:pt x="4599" y="1"/>
                    <a:pt x="456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3"/>
            <p:cNvSpPr/>
            <p:nvPr/>
          </p:nvSpPr>
          <p:spPr>
            <a:xfrm>
              <a:off x="7341791" y="3426222"/>
              <a:ext cx="45435" cy="43287"/>
            </a:xfrm>
            <a:custGeom>
              <a:rect b="b" l="l" r="r" t="t"/>
              <a:pathLst>
                <a:path extrusionOk="0" h="1652" w="1734">
                  <a:moveTo>
                    <a:pt x="504" y="0"/>
                  </a:moveTo>
                  <a:cubicBezTo>
                    <a:pt x="322" y="230"/>
                    <a:pt x="154" y="461"/>
                    <a:pt x="0" y="672"/>
                  </a:cubicBezTo>
                  <a:lnTo>
                    <a:pt x="1148" y="1651"/>
                  </a:lnTo>
                  <a:cubicBezTo>
                    <a:pt x="1335" y="1474"/>
                    <a:pt x="1536" y="1272"/>
                    <a:pt x="1733" y="1051"/>
                  </a:cubicBezTo>
                  <a:lnTo>
                    <a:pt x="504"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3"/>
            <p:cNvSpPr/>
            <p:nvPr/>
          </p:nvSpPr>
          <p:spPr>
            <a:xfrm>
              <a:off x="7243689" y="3464530"/>
              <a:ext cx="115108" cy="78686"/>
            </a:xfrm>
            <a:custGeom>
              <a:rect b="b" l="l" r="r" t="t"/>
              <a:pathLst>
                <a:path extrusionOk="0" h="3003" w="4393">
                  <a:moveTo>
                    <a:pt x="3011" y="0"/>
                  </a:moveTo>
                  <a:cubicBezTo>
                    <a:pt x="2749" y="0"/>
                    <a:pt x="2491" y="86"/>
                    <a:pt x="2275" y="242"/>
                  </a:cubicBezTo>
                  <a:cubicBezTo>
                    <a:pt x="2103" y="362"/>
                    <a:pt x="1963" y="525"/>
                    <a:pt x="1867" y="717"/>
                  </a:cubicBezTo>
                  <a:cubicBezTo>
                    <a:pt x="1839" y="770"/>
                    <a:pt x="1815" y="828"/>
                    <a:pt x="1795" y="885"/>
                  </a:cubicBezTo>
                  <a:cubicBezTo>
                    <a:pt x="1747" y="1034"/>
                    <a:pt x="1714" y="1188"/>
                    <a:pt x="1627" y="1327"/>
                  </a:cubicBezTo>
                  <a:cubicBezTo>
                    <a:pt x="1512" y="1514"/>
                    <a:pt x="1349" y="1673"/>
                    <a:pt x="1157" y="1788"/>
                  </a:cubicBezTo>
                  <a:cubicBezTo>
                    <a:pt x="965" y="1898"/>
                    <a:pt x="759" y="1980"/>
                    <a:pt x="543" y="2033"/>
                  </a:cubicBezTo>
                  <a:lnTo>
                    <a:pt x="519" y="2037"/>
                  </a:lnTo>
                  <a:cubicBezTo>
                    <a:pt x="471" y="2052"/>
                    <a:pt x="298" y="2095"/>
                    <a:pt x="139" y="2124"/>
                  </a:cubicBezTo>
                  <a:cubicBezTo>
                    <a:pt x="39" y="2148"/>
                    <a:pt x="0" y="2273"/>
                    <a:pt x="77" y="2345"/>
                  </a:cubicBezTo>
                  <a:cubicBezTo>
                    <a:pt x="613" y="2843"/>
                    <a:pt x="1208" y="3002"/>
                    <a:pt x="1750" y="3002"/>
                  </a:cubicBezTo>
                  <a:cubicBezTo>
                    <a:pt x="2718" y="3002"/>
                    <a:pt x="3519" y="2493"/>
                    <a:pt x="3519" y="2493"/>
                  </a:cubicBezTo>
                  <a:cubicBezTo>
                    <a:pt x="3620" y="2431"/>
                    <a:pt x="3711" y="2359"/>
                    <a:pt x="3797" y="2273"/>
                  </a:cubicBezTo>
                  <a:cubicBezTo>
                    <a:pt x="4292" y="1793"/>
                    <a:pt x="4392" y="1058"/>
                    <a:pt x="4023" y="540"/>
                  </a:cubicBezTo>
                  <a:cubicBezTo>
                    <a:pt x="3980" y="477"/>
                    <a:pt x="3927" y="415"/>
                    <a:pt x="3864" y="362"/>
                  </a:cubicBezTo>
                  <a:lnTo>
                    <a:pt x="3821" y="319"/>
                  </a:lnTo>
                  <a:lnTo>
                    <a:pt x="3802" y="305"/>
                  </a:lnTo>
                  <a:lnTo>
                    <a:pt x="3783" y="290"/>
                  </a:lnTo>
                  <a:cubicBezTo>
                    <a:pt x="3768" y="276"/>
                    <a:pt x="3754" y="266"/>
                    <a:pt x="3740" y="252"/>
                  </a:cubicBezTo>
                  <a:lnTo>
                    <a:pt x="3720" y="237"/>
                  </a:lnTo>
                  <a:cubicBezTo>
                    <a:pt x="3502" y="75"/>
                    <a:pt x="3255" y="0"/>
                    <a:pt x="3011" y="0"/>
                  </a:cubicBez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3"/>
            <p:cNvSpPr/>
            <p:nvPr/>
          </p:nvSpPr>
          <p:spPr>
            <a:xfrm>
              <a:off x="7257891" y="3464530"/>
              <a:ext cx="91211" cy="58536"/>
            </a:xfrm>
            <a:custGeom>
              <a:rect b="b" l="l" r="r" t="t"/>
              <a:pathLst>
                <a:path extrusionOk="0" h="2234" w="3481">
                  <a:moveTo>
                    <a:pt x="2469" y="0"/>
                  </a:moveTo>
                  <a:cubicBezTo>
                    <a:pt x="2207" y="0"/>
                    <a:pt x="1949" y="86"/>
                    <a:pt x="1733" y="242"/>
                  </a:cubicBezTo>
                  <a:cubicBezTo>
                    <a:pt x="1561" y="362"/>
                    <a:pt x="1421" y="525"/>
                    <a:pt x="1325" y="717"/>
                  </a:cubicBezTo>
                  <a:cubicBezTo>
                    <a:pt x="1297" y="770"/>
                    <a:pt x="1273" y="828"/>
                    <a:pt x="1253" y="885"/>
                  </a:cubicBezTo>
                  <a:cubicBezTo>
                    <a:pt x="1205" y="1034"/>
                    <a:pt x="1172" y="1188"/>
                    <a:pt x="1085" y="1327"/>
                  </a:cubicBezTo>
                  <a:cubicBezTo>
                    <a:pt x="970" y="1514"/>
                    <a:pt x="807" y="1673"/>
                    <a:pt x="615" y="1788"/>
                  </a:cubicBezTo>
                  <a:cubicBezTo>
                    <a:pt x="423" y="1898"/>
                    <a:pt x="217" y="1980"/>
                    <a:pt x="1" y="2033"/>
                  </a:cubicBezTo>
                  <a:cubicBezTo>
                    <a:pt x="333" y="2179"/>
                    <a:pt x="670" y="2234"/>
                    <a:pt x="988" y="2234"/>
                  </a:cubicBezTo>
                  <a:cubicBezTo>
                    <a:pt x="1957" y="2234"/>
                    <a:pt x="2756" y="1725"/>
                    <a:pt x="2756" y="1725"/>
                  </a:cubicBezTo>
                  <a:cubicBezTo>
                    <a:pt x="2857" y="1663"/>
                    <a:pt x="2953" y="1586"/>
                    <a:pt x="3034" y="1505"/>
                  </a:cubicBezTo>
                  <a:cubicBezTo>
                    <a:pt x="3298" y="1250"/>
                    <a:pt x="3462" y="909"/>
                    <a:pt x="3481" y="545"/>
                  </a:cubicBezTo>
                  <a:cubicBezTo>
                    <a:pt x="3438" y="477"/>
                    <a:pt x="3385" y="415"/>
                    <a:pt x="3322" y="362"/>
                  </a:cubicBezTo>
                  <a:lnTo>
                    <a:pt x="3279" y="319"/>
                  </a:lnTo>
                  <a:lnTo>
                    <a:pt x="3260" y="305"/>
                  </a:lnTo>
                  <a:lnTo>
                    <a:pt x="3241" y="290"/>
                  </a:lnTo>
                  <a:cubicBezTo>
                    <a:pt x="3226" y="276"/>
                    <a:pt x="3212" y="266"/>
                    <a:pt x="3198" y="252"/>
                  </a:cubicBezTo>
                  <a:lnTo>
                    <a:pt x="3178" y="237"/>
                  </a:lnTo>
                  <a:cubicBezTo>
                    <a:pt x="2960" y="75"/>
                    <a:pt x="2713" y="0"/>
                    <a:pt x="2469" y="0"/>
                  </a:cubicBezTo>
                  <a:close/>
                </a:path>
              </a:pathLst>
            </a:custGeom>
            <a:solidFill>
              <a:srgbClr val="CFD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3"/>
            <p:cNvSpPr/>
            <p:nvPr/>
          </p:nvSpPr>
          <p:spPr>
            <a:xfrm>
              <a:off x="7285272" y="3615535"/>
              <a:ext cx="58798" cy="58615"/>
            </a:xfrm>
            <a:custGeom>
              <a:rect b="b" l="l" r="r" t="t"/>
              <a:pathLst>
                <a:path extrusionOk="0" h="2237" w="2244">
                  <a:moveTo>
                    <a:pt x="1120" y="1"/>
                  </a:moveTo>
                  <a:cubicBezTo>
                    <a:pt x="847" y="1"/>
                    <a:pt x="569" y="101"/>
                    <a:pt x="343" y="326"/>
                  </a:cubicBezTo>
                  <a:cubicBezTo>
                    <a:pt x="188" y="473"/>
                    <a:pt x="328" y="683"/>
                    <a:pt x="488" y="683"/>
                  </a:cubicBezTo>
                  <a:cubicBezTo>
                    <a:pt x="536" y="683"/>
                    <a:pt x="586" y="664"/>
                    <a:pt x="631" y="619"/>
                  </a:cubicBezTo>
                  <a:cubicBezTo>
                    <a:pt x="770" y="476"/>
                    <a:pt x="956" y="404"/>
                    <a:pt x="1142" y="404"/>
                  </a:cubicBezTo>
                  <a:cubicBezTo>
                    <a:pt x="1301" y="404"/>
                    <a:pt x="1460" y="457"/>
                    <a:pt x="1591" y="566"/>
                  </a:cubicBezTo>
                  <a:cubicBezTo>
                    <a:pt x="1874" y="801"/>
                    <a:pt x="1927" y="1219"/>
                    <a:pt x="1711" y="1516"/>
                  </a:cubicBezTo>
                  <a:cubicBezTo>
                    <a:pt x="1568" y="1727"/>
                    <a:pt x="1350" y="1824"/>
                    <a:pt x="1135" y="1824"/>
                  </a:cubicBezTo>
                  <a:cubicBezTo>
                    <a:pt x="802" y="1824"/>
                    <a:pt x="473" y="1593"/>
                    <a:pt x="429" y="1199"/>
                  </a:cubicBezTo>
                  <a:cubicBezTo>
                    <a:pt x="414" y="1074"/>
                    <a:pt x="320" y="1016"/>
                    <a:pt x="225" y="1016"/>
                  </a:cubicBezTo>
                  <a:cubicBezTo>
                    <a:pt x="113" y="1016"/>
                    <a:pt x="1" y="1097"/>
                    <a:pt x="16" y="1243"/>
                  </a:cubicBezTo>
                  <a:cubicBezTo>
                    <a:pt x="89" y="1867"/>
                    <a:pt x="612" y="2236"/>
                    <a:pt x="1140" y="2236"/>
                  </a:cubicBezTo>
                  <a:cubicBezTo>
                    <a:pt x="1481" y="2236"/>
                    <a:pt x="1824" y="2083"/>
                    <a:pt x="2052" y="1747"/>
                  </a:cubicBezTo>
                  <a:cubicBezTo>
                    <a:pt x="2177" y="1559"/>
                    <a:pt x="2244" y="1343"/>
                    <a:pt x="2244" y="1118"/>
                  </a:cubicBezTo>
                  <a:cubicBezTo>
                    <a:pt x="2244" y="445"/>
                    <a:pt x="1693" y="1"/>
                    <a:pt x="1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3"/>
            <p:cNvSpPr/>
            <p:nvPr/>
          </p:nvSpPr>
          <p:spPr>
            <a:xfrm>
              <a:off x="7094125" y="3431541"/>
              <a:ext cx="197986" cy="84005"/>
            </a:xfrm>
            <a:custGeom>
              <a:rect b="b" l="l" r="r" t="t"/>
              <a:pathLst>
                <a:path extrusionOk="0" h="3206" w="7556">
                  <a:moveTo>
                    <a:pt x="4473" y="0"/>
                  </a:moveTo>
                  <a:cubicBezTo>
                    <a:pt x="2674" y="0"/>
                    <a:pt x="843" y="1005"/>
                    <a:pt x="53" y="2922"/>
                  </a:cubicBezTo>
                  <a:cubicBezTo>
                    <a:pt x="1" y="3056"/>
                    <a:pt x="97" y="3205"/>
                    <a:pt x="245" y="3205"/>
                  </a:cubicBezTo>
                  <a:cubicBezTo>
                    <a:pt x="327" y="3205"/>
                    <a:pt x="404" y="3152"/>
                    <a:pt x="433" y="3076"/>
                  </a:cubicBezTo>
                  <a:cubicBezTo>
                    <a:pt x="1137" y="1372"/>
                    <a:pt x="2765" y="416"/>
                    <a:pt x="4432" y="416"/>
                  </a:cubicBezTo>
                  <a:cubicBezTo>
                    <a:pt x="5263" y="416"/>
                    <a:pt x="6104" y="654"/>
                    <a:pt x="6846" y="1155"/>
                  </a:cubicBezTo>
                  <a:cubicBezTo>
                    <a:pt x="6942" y="1223"/>
                    <a:pt x="7033" y="1295"/>
                    <a:pt x="7124" y="1372"/>
                  </a:cubicBezTo>
                  <a:cubicBezTo>
                    <a:pt x="7168" y="1410"/>
                    <a:pt x="7215" y="1427"/>
                    <a:pt x="7259" y="1427"/>
                  </a:cubicBezTo>
                  <a:cubicBezTo>
                    <a:pt x="7424" y="1427"/>
                    <a:pt x="7555" y="1203"/>
                    <a:pt x="7393" y="1059"/>
                  </a:cubicBezTo>
                  <a:cubicBezTo>
                    <a:pt x="6576" y="347"/>
                    <a:pt x="5530" y="0"/>
                    <a:pt x="44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3"/>
            <p:cNvSpPr/>
            <p:nvPr/>
          </p:nvSpPr>
          <p:spPr>
            <a:xfrm>
              <a:off x="7078404" y="3525268"/>
              <a:ext cx="142908" cy="171967"/>
            </a:xfrm>
            <a:custGeom>
              <a:rect b="b" l="l" r="r" t="t"/>
              <a:pathLst>
                <a:path extrusionOk="0" h="6563" w="5454">
                  <a:moveTo>
                    <a:pt x="595" y="0"/>
                  </a:moveTo>
                  <a:cubicBezTo>
                    <a:pt x="507" y="0"/>
                    <a:pt x="421" y="51"/>
                    <a:pt x="399" y="166"/>
                  </a:cubicBezTo>
                  <a:cubicBezTo>
                    <a:pt x="1" y="2043"/>
                    <a:pt x="778" y="3972"/>
                    <a:pt x="2362" y="5057"/>
                  </a:cubicBezTo>
                  <a:cubicBezTo>
                    <a:pt x="3202" y="5657"/>
                    <a:pt x="4114" y="6156"/>
                    <a:pt x="5074" y="6545"/>
                  </a:cubicBezTo>
                  <a:cubicBezTo>
                    <a:pt x="5104" y="6557"/>
                    <a:pt x="5131" y="6562"/>
                    <a:pt x="5157" y="6562"/>
                  </a:cubicBezTo>
                  <a:cubicBezTo>
                    <a:pt x="5359" y="6562"/>
                    <a:pt x="5453" y="6251"/>
                    <a:pt x="5228" y="6161"/>
                  </a:cubicBezTo>
                  <a:lnTo>
                    <a:pt x="5228" y="6161"/>
                  </a:lnTo>
                  <a:lnTo>
                    <a:pt x="5228" y="6166"/>
                  </a:lnTo>
                  <a:cubicBezTo>
                    <a:pt x="4302" y="5787"/>
                    <a:pt x="3418" y="5307"/>
                    <a:pt x="2602" y="4726"/>
                  </a:cubicBezTo>
                  <a:lnTo>
                    <a:pt x="2598" y="4716"/>
                  </a:lnTo>
                  <a:cubicBezTo>
                    <a:pt x="1148" y="3728"/>
                    <a:pt x="437" y="1966"/>
                    <a:pt x="802" y="247"/>
                  </a:cubicBezTo>
                  <a:cubicBezTo>
                    <a:pt x="833" y="93"/>
                    <a:pt x="712" y="0"/>
                    <a:pt x="5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83"/>
            <p:cNvSpPr/>
            <p:nvPr/>
          </p:nvSpPr>
          <p:spPr>
            <a:xfrm>
              <a:off x="7163798" y="3472339"/>
              <a:ext cx="90084" cy="59165"/>
            </a:xfrm>
            <a:custGeom>
              <a:rect b="b" l="l" r="r" t="t"/>
              <a:pathLst>
                <a:path extrusionOk="0" h="2258" w="3438">
                  <a:moveTo>
                    <a:pt x="2772" y="1"/>
                  </a:moveTo>
                  <a:cubicBezTo>
                    <a:pt x="2761" y="1"/>
                    <a:pt x="2749" y="1"/>
                    <a:pt x="2737" y="2"/>
                  </a:cubicBezTo>
                  <a:lnTo>
                    <a:pt x="1163" y="83"/>
                  </a:lnTo>
                  <a:cubicBezTo>
                    <a:pt x="726" y="107"/>
                    <a:pt x="433" y="544"/>
                    <a:pt x="587" y="957"/>
                  </a:cubicBezTo>
                  <a:cubicBezTo>
                    <a:pt x="246" y="1005"/>
                    <a:pt x="1" y="1303"/>
                    <a:pt x="15" y="1648"/>
                  </a:cubicBezTo>
                  <a:cubicBezTo>
                    <a:pt x="39" y="1989"/>
                    <a:pt x="323" y="2253"/>
                    <a:pt x="668" y="2258"/>
                  </a:cubicBezTo>
                  <a:cubicBezTo>
                    <a:pt x="702" y="2258"/>
                    <a:pt x="683" y="2258"/>
                    <a:pt x="1187" y="2229"/>
                  </a:cubicBezTo>
                  <a:cubicBezTo>
                    <a:pt x="1459" y="2220"/>
                    <a:pt x="1442" y="1820"/>
                    <a:pt x="1181" y="1820"/>
                  </a:cubicBezTo>
                  <a:cubicBezTo>
                    <a:pt x="1175" y="1820"/>
                    <a:pt x="1169" y="1821"/>
                    <a:pt x="1163" y="1821"/>
                  </a:cubicBezTo>
                  <a:lnTo>
                    <a:pt x="678" y="1845"/>
                  </a:lnTo>
                  <a:cubicBezTo>
                    <a:pt x="675" y="1845"/>
                    <a:pt x="672" y="1845"/>
                    <a:pt x="669" y="1845"/>
                  </a:cubicBezTo>
                  <a:cubicBezTo>
                    <a:pt x="538" y="1845"/>
                    <a:pt x="428" y="1741"/>
                    <a:pt x="428" y="1605"/>
                  </a:cubicBezTo>
                  <a:cubicBezTo>
                    <a:pt x="433" y="1475"/>
                    <a:pt x="539" y="1370"/>
                    <a:pt x="668" y="1365"/>
                  </a:cubicBezTo>
                  <a:lnTo>
                    <a:pt x="827" y="1355"/>
                  </a:lnTo>
                  <a:cubicBezTo>
                    <a:pt x="1057" y="1346"/>
                    <a:pt x="1177" y="1067"/>
                    <a:pt x="1019" y="895"/>
                  </a:cubicBezTo>
                  <a:cubicBezTo>
                    <a:pt x="889" y="741"/>
                    <a:pt x="985" y="506"/>
                    <a:pt x="1187" y="496"/>
                  </a:cubicBezTo>
                  <a:lnTo>
                    <a:pt x="2761" y="415"/>
                  </a:lnTo>
                  <a:cubicBezTo>
                    <a:pt x="2767" y="414"/>
                    <a:pt x="2773" y="414"/>
                    <a:pt x="2779" y="414"/>
                  </a:cubicBezTo>
                  <a:cubicBezTo>
                    <a:pt x="3079" y="414"/>
                    <a:pt x="3096" y="876"/>
                    <a:pt x="2785" y="895"/>
                  </a:cubicBezTo>
                  <a:lnTo>
                    <a:pt x="2636" y="899"/>
                  </a:lnTo>
                  <a:cubicBezTo>
                    <a:pt x="2401" y="914"/>
                    <a:pt x="2276" y="1192"/>
                    <a:pt x="2425" y="1375"/>
                  </a:cubicBezTo>
                  <a:cubicBezTo>
                    <a:pt x="2550" y="1533"/>
                    <a:pt x="2439" y="1763"/>
                    <a:pt x="2238" y="1763"/>
                  </a:cubicBezTo>
                  <a:lnTo>
                    <a:pt x="1988" y="1778"/>
                  </a:lnTo>
                  <a:cubicBezTo>
                    <a:pt x="1723" y="1797"/>
                    <a:pt x="1738" y="2191"/>
                    <a:pt x="1998" y="2191"/>
                  </a:cubicBezTo>
                  <a:cubicBezTo>
                    <a:pt x="2001" y="2191"/>
                    <a:pt x="2004" y="2191"/>
                    <a:pt x="2007" y="2191"/>
                  </a:cubicBezTo>
                  <a:lnTo>
                    <a:pt x="2262" y="2176"/>
                  </a:lnTo>
                  <a:cubicBezTo>
                    <a:pt x="2704" y="2157"/>
                    <a:pt x="2996" y="1715"/>
                    <a:pt x="2852" y="1303"/>
                  </a:cubicBezTo>
                  <a:cubicBezTo>
                    <a:pt x="3188" y="1259"/>
                    <a:pt x="3438" y="962"/>
                    <a:pt x="3419" y="621"/>
                  </a:cubicBezTo>
                  <a:cubicBezTo>
                    <a:pt x="3400" y="273"/>
                    <a:pt x="3117" y="1"/>
                    <a:pt x="2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3"/>
            <p:cNvSpPr/>
            <p:nvPr/>
          </p:nvSpPr>
          <p:spPr>
            <a:xfrm>
              <a:off x="7206586" y="3554510"/>
              <a:ext cx="80258" cy="81097"/>
            </a:xfrm>
            <a:custGeom>
              <a:rect b="b" l="l" r="r" t="t"/>
              <a:pathLst>
                <a:path extrusionOk="0" h="3095" w="3063">
                  <a:moveTo>
                    <a:pt x="2165" y="0"/>
                  </a:moveTo>
                  <a:cubicBezTo>
                    <a:pt x="1872" y="0"/>
                    <a:pt x="1819" y="130"/>
                    <a:pt x="475" y="859"/>
                  </a:cubicBezTo>
                  <a:cubicBezTo>
                    <a:pt x="96" y="1076"/>
                    <a:pt x="34" y="1599"/>
                    <a:pt x="350" y="1901"/>
                  </a:cubicBezTo>
                  <a:cubicBezTo>
                    <a:pt x="106" y="2074"/>
                    <a:pt x="0" y="2391"/>
                    <a:pt x="101" y="2674"/>
                  </a:cubicBezTo>
                  <a:cubicBezTo>
                    <a:pt x="199" y="2938"/>
                    <a:pt x="448" y="3095"/>
                    <a:pt x="709" y="3095"/>
                  </a:cubicBezTo>
                  <a:cubicBezTo>
                    <a:pt x="818" y="3095"/>
                    <a:pt x="929" y="3068"/>
                    <a:pt x="1032" y="3010"/>
                  </a:cubicBezTo>
                  <a:lnTo>
                    <a:pt x="1378" y="2818"/>
                  </a:lnTo>
                  <a:cubicBezTo>
                    <a:pt x="1581" y="2704"/>
                    <a:pt x="1467" y="2428"/>
                    <a:pt x="1282" y="2428"/>
                  </a:cubicBezTo>
                  <a:cubicBezTo>
                    <a:pt x="1249" y="2428"/>
                    <a:pt x="1213" y="2437"/>
                    <a:pt x="1176" y="2458"/>
                  </a:cubicBezTo>
                  <a:lnTo>
                    <a:pt x="830" y="2655"/>
                  </a:lnTo>
                  <a:cubicBezTo>
                    <a:pt x="792" y="2676"/>
                    <a:pt x="751" y="2686"/>
                    <a:pt x="711" y="2686"/>
                  </a:cubicBezTo>
                  <a:cubicBezTo>
                    <a:pt x="615" y="2686"/>
                    <a:pt x="522" y="2628"/>
                    <a:pt x="485" y="2530"/>
                  </a:cubicBezTo>
                  <a:cubicBezTo>
                    <a:pt x="451" y="2415"/>
                    <a:pt x="499" y="2295"/>
                    <a:pt x="600" y="2232"/>
                  </a:cubicBezTo>
                  <a:lnTo>
                    <a:pt x="605" y="2228"/>
                  </a:lnTo>
                  <a:cubicBezTo>
                    <a:pt x="835" y="2098"/>
                    <a:pt x="859" y="1776"/>
                    <a:pt x="653" y="1618"/>
                  </a:cubicBezTo>
                  <a:cubicBezTo>
                    <a:pt x="514" y="1512"/>
                    <a:pt x="533" y="1301"/>
                    <a:pt x="682" y="1220"/>
                  </a:cubicBezTo>
                  <a:cubicBezTo>
                    <a:pt x="2114" y="418"/>
                    <a:pt x="2056" y="413"/>
                    <a:pt x="2161" y="413"/>
                  </a:cubicBezTo>
                  <a:cubicBezTo>
                    <a:pt x="2162" y="413"/>
                    <a:pt x="2164" y="413"/>
                    <a:pt x="2165" y="413"/>
                  </a:cubicBezTo>
                  <a:cubicBezTo>
                    <a:pt x="2299" y="413"/>
                    <a:pt x="2405" y="519"/>
                    <a:pt x="2405" y="653"/>
                  </a:cubicBezTo>
                  <a:cubicBezTo>
                    <a:pt x="2405" y="855"/>
                    <a:pt x="2203" y="893"/>
                    <a:pt x="2122" y="951"/>
                  </a:cubicBezTo>
                  <a:cubicBezTo>
                    <a:pt x="1920" y="1066"/>
                    <a:pt x="1944" y="1364"/>
                    <a:pt x="2160" y="1445"/>
                  </a:cubicBezTo>
                  <a:cubicBezTo>
                    <a:pt x="2357" y="1517"/>
                    <a:pt x="2371" y="1786"/>
                    <a:pt x="2189" y="1882"/>
                  </a:cubicBezTo>
                  <a:lnTo>
                    <a:pt x="1891" y="2050"/>
                  </a:lnTo>
                  <a:cubicBezTo>
                    <a:pt x="1688" y="2164"/>
                    <a:pt x="1802" y="2440"/>
                    <a:pt x="1987" y="2440"/>
                  </a:cubicBezTo>
                  <a:cubicBezTo>
                    <a:pt x="2020" y="2440"/>
                    <a:pt x="2056" y="2431"/>
                    <a:pt x="2093" y="2410"/>
                  </a:cubicBezTo>
                  <a:lnTo>
                    <a:pt x="2391" y="2242"/>
                  </a:lnTo>
                  <a:cubicBezTo>
                    <a:pt x="2779" y="2031"/>
                    <a:pt x="2847" y="1503"/>
                    <a:pt x="2525" y="1196"/>
                  </a:cubicBezTo>
                  <a:cubicBezTo>
                    <a:pt x="3063" y="845"/>
                    <a:pt x="2818" y="0"/>
                    <a:pt x="2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3"/>
            <p:cNvSpPr/>
            <p:nvPr/>
          </p:nvSpPr>
          <p:spPr>
            <a:xfrm>
              <a:off x="7117655" y="3529539"/>
              <a:ext cx="75096" cy="77559"/>
            </a:xfrm>
            <a:custGeom>
              <a:rect b="b" l="l" r="r" t="t"/>
              <a:pathLst>
                <a:path extrusionOk="0" h="2960" w="2866">
                  <a:moveTo>
                    <a:pt x="642" y="0"/>
                  </a:moveTo>
                  <a:cubicBezTo>
                    <a:pt x="600" y="0"/>
                    <a:pt x="557" y="4"/>
                    <a:pt x="514" y="12"/>
                  </a:cubicBezTo>
                  <a:cubicBezTo>
                    <a:pt x="216" y="80"/>
                    <a:pt x="0" y="344"/>
                    <a:pt x="5" y="651"/>
                  </a:cubicBezTo>
                  <a:cubicBezTo>
                    <a:pt x="5" y="843"/>
                    <a:pt x="77" y="929"/>
                    <a:pt x="235" y="1376"/>
                  </a:cubicBezTo>
                  <a:cubicBezTo>
                    <a:pt x="272" y="1468"/>
                    <a:pt x="347" y="1508"/>
                    <a:pt x="421" y="1508"/>
                  </a:cubicBezTo>
                  <a:cubicBezTo>
                    <a:pt x="552" y="1508"/>
                    <a:pt x="684" y="1389"/>
                    <a:pt x="619" y="1227"/>
                  </a:cubicBezTo>
                  <a:cubicBezTo>
                    <a:pt x="437" y="732"/>
                    <a:pt x="413" y="728"/>
                    <a:pt x="413" y="651"/>
                  </a:cubicBezTo>
                  <a:cubicBezTo>
                    <a:pt x="413" y="521"/>
                    <a:pt x="514" y="416"/>
                    <a:pt x="643" y="411"/>
                  </a:cubicBezTo>
                  <a:cubicBezTo>
                    <a:pt x="749" y="416"/>
                    <a:pt x="840" y="478"/>
                    <a:pt x="884" y="569"/>
                  </a:cubicBezTo>
                  <a:cubicBezTo>
                    <a:pt x="922" y="632"/>
                    <a:pt x="946" y="905"/>
                    <a:pt x="1200" y="905"/>
                  </a:cubicBezTo>
                  <a:cubicBezTo>
                    <a:pt x="1301" y="900"/>
                    <a:pt x="1392" y="848"/>
                    <a:pt x="1440" y="761"/>
                  </a:cubicBezTo>
                  <a:cubicBezTo>
                    <a:pt x="1487" y="681"/>
                    <a:pt x="1568" y="642"/>
                    <a:pt x="1648" y="642"/>
                  </a:cubicBezTo>
                  <a:cubicBezTo>
                    <a:pt x="1741" y="642"/>
                    <a:pt x="1834" y="694"/>
                    <a:pt x="1872" y="795"/>
                  </a:cubicBezTo>
                  <a:cubicBezTo>
                    <a:pt x="2458" y="2331"/>
                    <a:pt x="2453" y="2269"/>
                    <a:pt x="2453" y="2350"/>
                  </a:cubicBezTo>
                  <a:cubicBezTo>
                    <a:pt x="2459" y="2505"/>
                    <a:pt x="2336" y="2595"/>
                    <a:pt x="2213" y="2595"/>
                  </a:cubicBezTo>
                  <a:cubicBezTo>
                    <a:pt x="2123" y="2595"/>
                    <a:pt x="2033" y="2547"/>
                    <a:pt x="1992" y="2441"/>
                  </a:cubicBezTo>
                  <a:lnTo>
                    <a:pt x="1925" y="2264"/>
                  </a:lnTo>
                  <a:cubicBezTo>
                    <a:pt x="1882" y="2149"/>
                    <a:pt x="1777" y="2090"/>
                    <a:pt x="1672" y="2090"/>
                  </a:cubicBezTo>
                  <a:cubicBezTo>
                    <a:pt x="1579" y="2090"/>
                    <a:pt x="1485" y="2136"/>
                    <a:pt x="1431" y="2230"/>
                  </a:cubicBezTo>
                  <a:cubicBezTo>
                    <a:pt x="1384" y="2314"/>
                    <a:pt x="1303" y="2354"/>
                    <a:pt x="1221" y="2354"/>
                  </a:cubicBezTo>
                  <a:cubicBezTo>
                    <a:pt x="1126" y="2354"/>
                    <a:pt x="1030" y="2298"/>
                    <a:pt x="994" y="2192"/>
                  </a:cubicBezTo>
                  <a:lnTo>
                    <a:pt x="917" y="1995"/>
                  </a:lnTo>
                  <a:cubicBezTo>
                    <a:pt x="882" y="1900"/>
                    <a:pt x="808" y="1860"/>
                    <a:pt x="733" y="1860"/>
                  </a:cubicBezTo>
                  <a:cubicBezTo>
                    <a:pt x="604" y="1860"/>
                    <a:pt x="472" y="1980"/>
                    <a:pt x="533" y="2144"/>
                  </a:cubicBezTo>
                  <a:lnTo>
                    <a:pt x="610" y="2341"/>
                  </a:lnTo>
                  <a:cubicBezTo>
                    <a:pt x="1244" y="2480"/>
                    <a:pt x="1863" y="2686"/>
                    <a:pt x="2453" y="2960"/>
                  </a:cubicBezTo>
                  <a:cubicBezTo>
                    <a:pt x="2703" y="2859"/>
                    <a:pt x="2866" y="2619"/>
                    <a:pt x="2866" y="2350"/>
                  </a:cubicBezTo>
                  <a:cubicBezTo>
                    <a:pt x="2866" y="2139"/>
                    <a:pt x="2818" y="2139"/>
                    <a:pt x="2256" y="646"/>
                  </a:cubicBezTo>
                  <a:cubicBezTo>
                    <a:pt x="2154" y="382"/>
                    <a:pt x="1905" y="231"/>
                    <a:pt x="1648" y="231"/>
                  </a:cubicBezTo>
                  <a:cubicBezTo>
                    <a:pt x="1508" y="231"/>
                    <a:pt x="1366" y="276"/>
                    <a:pt x="1244" y="372"/>
                  </a:cubicBezTo>
                  <a:cubicBezTo>
                    <a:pt x="1128" y="142"/>
                    <a:pt x="89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3"/>
            <p:cNvSpPr/>
            <p:nvPr/>
          </p:nvSpPr>
          <p:spPr>
            <a:xfrm>
              <a:off x="7226002" y="3349554"/>
              <a:ext cx="224817" cy="363822"/>
            </a:xfrm>
            <a:custGeom>
              <a:rect b="b" l="l" r="r" t="t"/>
              <a:pathLst>
                <a:path extrusionOk="0" h="13885" w="8580">
                  <a:moveTo>
                    <a:pt x="8279" y="1"/>
                  </a:moveTo>
                  <a:cubicBezTo>
                    <a:pt x="8246" y="1"/>
                    <a:pt x="8212" y="7"/>
                    <a:pt x="8178" y="22"/>
                  </a:cubicBezTo>
                  <a:cubicBezTo>
                    <a:pt x="7395" y="358"/>
                    <a:pt x="6627" y="876"/>
                    <a:pt x="5898" y="1563"/>
                  </a:cubicBezTo>
                  <a:cubicBezTo>
                    <a:pt x="5742" y="1708"/>
                    <a:pt x="5876" y="1922"/>
                    <a:pt x="6039" y="1922"/>
                  </a:cubicBezTo>
                  <a:cubicBezTo>
                    <a:pt x="6086" y="1922"/>
                    <a:pt x="6136" y="1904"/>
                    <a:pt x="6181" y="1860"/>
                  </a:cubicBezTo>
                  <a:cubicBezTo>
                    <a:pt x="6728" y="1332"/>
                    <a:pt x="7357" y="891"/>
                    <a:pt x="8034" y="540"/>
                  </a:cubicBezTo>
                  <a:lnTo>
                    <a:pt x="8034" y="540"/>
                  </a:lnTo>
                  <a:cubicBezTo>
                    <a:pt x="7587" y="1971"/>
                    <a:pt x="6618" y="3257"/>
                    <a:pt x="5552" y="4308"/>
                  </a:cubicBezTo>
                  <a:cubicBezTo>
                    <a:pt x="5527" y="4299"/>
                    <a:pt x="5501" y="4294"/>
                    <a:pt x="5477" y="4294"/>
                  </a:cubicBezTo>
                  <a:cubicBezTo>
                    <a:pt x="5343" y="4294"/>
                    <a:pt x="5234" y="4426"/>
                    <a:pt x="5279" y="4568"/>
                  </a:cubicBezTo>
                  <a:cubicBezTo>
                    <a:pt x="5154" y="4688"/>
                    <a:pt x="5034" y="4793"/>
                    <a:pt x="4919" y="4889"/>
                  </a:cubicBezTo>
                  <a:cubicBezTo>
                    <a:pt x="4751" y="4621"/>
                    <a:pt x="4506" y="4409"/>
                    <a:pt x="4213" y="4284"/>
                  </a:cubicBezTo>
                  <a:cubicBezTo>
                    <a:pt x="4290" y="4164"/>
                    <a:pt x="4371" y="4040"/>
                    <a:pt x="4463" y="3905"/>
                  </a:cubicBezTo>
                  <a:cubicBezTo>
                    <a:pt x="4688" y="4083"/>
                    <a:pt x="4727" y="4169"/>
                    <a:pt x="4847" y="4169"/>
                  </a:cubicBezTo>
                  <a:cubicBezTo>
                    <a:pt x="5039" y="4164"/>
                    <a:pt x="5120" y="3934"/>
                    <a:pt x="4981" y="3809"/>
                  </a:cubicBezTo>
                  <a:lnTo>
                    <a:pt x="4698" y="3569"/>
                  </a:lnTo>
                  <a:cubicBezTo>
                    <a:pt x="4760" y="3483"/>
                    <a:pt x="4741" y="3512"/>
                    <a:pt x="4775" y="3468"/>
                  </a:cubicBezTo>
                  <a:cubicBezTo>
                    <a:pt x="4775" y="3464"/>
                    <a:pt x="4947" y="3238"/>
                    <a:pt x="4952" y="3228"/>
                  </a:cubicBezTo>
                  <a:lnTo>
                    <a:pt x="5456" y="3660"/>
                  </a:lnTo>
                  <a:cubicBezTo>
                    <a:pt x="5501" y="3700"/>
                    <a:pt x="5549" y="3717"/>
                    <a:pt x="5594" y="3717"/>
                  </a:cubicBezTo>
                  <a:cubicBezTo>
                    <a:pt x="5762" y="3717"/>
                    <a:pt x="5895" y="3488"/>
                    <a:pt x="5725" y="3348"/>
                  </a:cubicBezTo>
                  <a:lnTo>
                    <a:pt x="5207" y="2907"/>
                  </a:lnTo>
                  <a:cubicBezTo>
                    <a:pt x="5341" y="2748"/>
                    <a:pt x="5475" y="2590"/>
                    <a:pt x="5610" y="2446"/>
                  </a:cubicBezTo>
                  <a:cubicBezTo>
                    <a:pt x="5748" y="2294"/>
                    <a:pt x="5609" y="2098"/>
                    <a:pt x="5452" y="2098"/>
                  </a:cubicBezTo>
                  <a:cubicBezTo>
                    <a:pt x="5401" y="2098"/>
                    <a:pt x="5348" y="2118"/>
                    <a:pt x="5303" y="2168"/>
                  </a:cubicBezTo>
                  <a:cubicBezTo>
                    <a:pt x="4995" y="2504"/>
                    <a:pt x="4707" y="2859"/>
                    <a:pt x="4439" y="3228"/>
                  </a:cubicBezTo>
                  <a:cubicBezTo>
                    <a:pt x="4439" y="3233"/>
                    <a:pt x="4160" y="3588"/>
                    <a:pt x="3790" y="4193"/>
                  </a:cubicBezTo>
                  <a:cubicBezTo>
                    <a:pt x="3758" y="4191"/>
                    <a:pt x="3726" y="4190"/>
                    <a:pt x="3694" y="4190"/>
                  </a:cubicBezTo>
                  <a:cubicBezTo>
                    <a:pt x="3130" y="4190"/>
                    <a:pt x="2610" y="4505"/>
                    <a:pt x="2355" y="5014"/>
                  </a:cubicBezTo>
                  <a:cubicBezTo>
                    <a:pt x="2250" y="5225"/>
                    <a:pt x="2226" y="5451"/>
                    <a:pt x="2125" y="5614"/>
                  </a:cubicBezTo>
                  <a:cubicBezTo>
                    <a:pt x="2024" y="5773"/>
                    <a:pt x="1890" y="5907"/>
                    <a:pt x="1726" y="6008"/>
                  </a:cubicBezTo>
                  <a:cubicBezTo>
                    <a:pt x="1530" y="6118"/>
                    <a:pt x="1323" y="6200"/>
                    <a:pt x="1102" y="6248"/>
                  </a:cubicBezTo>
                  <a:cubicBezTo>
                    <a:pt x="1030" y="6262"/>
                    <a:pt x="896" y="6301"/>
                    <a:pt x="776" y="6320"/>
                  </a:cubicBezTo>
                  <a:cubicBezTo>
                    <a:pt x="507" y="6373"/>
                    <a:pt x="411" y="6709"/>
                    <a:pt x="608" y="6896"/>
                  </a:cubicBezTo>
                  <a:cubicBezTo>
                    <a:pt x="752" y="7025"/>
                    <a:pt x="910" y="7145"/>
                    <a:pt x="1078" y="7246"/>
                  </a:cubicBezTo>
                  <a:cubicBezTo>
                    <a:pt x="1116" y="7268"/>
                    <a:pt x="1152" y="7278"/>
                    <a:pt x="1187" y="7278"/>
                  </a:cubicBezTo>
                  <a:cubicBezTo>
                    <a:pt x="1369" y="7278"/>
                    <a:pt x="1487" y="7008"/>
                    <a:pt x="1290" y="6891"/>
                  </a:cubicBezTo>
                  <a:cubicBezTo>
                    <a:pt x="1189" y="6833"/>
                    <a:pt x="1093" y="6766"/>
                    <a:pt x="1006" y="6694"/>
                  </a:cubicBezTo>
                  <a:cubicBezTo>
                    <a:pt x="1616" y="6555"/>
                    <a:pt x="2158" y="6363"/>
                    <a:pt x="2480" y="5830"/>
                  </a:cubicBezTo>
                  <a:cubicBezTo>
                    <a:pt x="2614" y="5605"/>
                    <a:pt x="2638" y="5374"/>
                    <a:pt x="2725" y="5206"/>
                  </a:cubicBezTo>
                  <a:cubicBezTo>
                    <a:pt x="2899" y="4855"/>
                    <a:pt x="3270" y="4604"/>
                    <a:pt x="3673" y="4604"/>
                  </a:cubicBezTo>
                  <a:cubicBezTo>
                    <a:pt x="3916" y="4604"/>
                    <a:pt x="4170" y="4694"/>
                    <a:pt x="4400" y="4909"/>
                  </a:cubicBezTo>
                  <a:cubicBezTo>
                    <a:pt x="4923" y="5403"/>
                    <a:pt x="4775" y="6286"/>
                    <a:pt x="4079" y="6718"/>
                  </a:cubicBezTo>
                  <a:cubicBezTo>
                    <a:pt x="3620" y="6996"/>
                    <a:pt x="3004" y="7193"/>
                    <a:pt x="2414" y="7193"/>
                  </a:cubicBezTo>
                  <a:cubicBezTo>
                    <a:pt x="2269" y="7193"/>
                    <a:pt x="2125" y="7181"/>
                    <a:pt x="1986" y="7155"/>
                  </a:cubicBezTo>
                  <a:cubicBezTo>
                    <a:pt x="1969" y="7152"/>
                    <a:pt x="1954" y="7150"/>
                    <a:pt x="1939" y="7150"/>
                  </a:cubicBezTo>
                  <a:cubicBezTo>
                    <a:pt x="1709" y="7150"/>
                    <a:pt x="1657" y="7513"/>
                    <a:pt x="1914" y="7558"/>
                  </a:cubicBezTo>
                  <a:cubicBezTo>
                    <a:pt x="2088" y="7589"/>
                    <a:pt x="2265" y="7605"/>
                    <a:pt x="2443" y="7605"/>
                  </a:cubicBezTo>
                  <a:cubicBezTo>
                    <a:pt x="2652" y="7605"/>
                    <a:pt x="2861" y="7583"/>
                    <a:pt x="3066" y="7539"/>
                  </a:cubicBezTo>
                  <a:cubicBezTo>
                    <a:pt x="3128" y="8691"/>
                    <a:pt x="3896" y="9618"/>
                    <a:pt x="4919" y="10064"/>
                  </a:cubicBezTo>
                  <a:cubicBezTo>
                    <a:pt x="5672" y="10390"/>
                    <a:pt x="5941" y="11317"/>
                    <a:pt x="5480" y="11994"/>
                  </a:cubicBezTo>
                  <a:cubicBezTo>
                    <a:pt x="4622" y="13044"/>
                    <a:pt x="3519" y="13471"/>
                    <a:pt x="2311" y="13471"/>
                  </a:cubicBezTo>
                  <a:cubicBezTo>
                    <a:pt x="1681" y="13471"/>
                    <a:pt x="1022" y="13355"/>
                    <a:pt x="354" y="13151"/>
                  </a:cubicBezTo>
                  <a:cubicBezTo>
                    <a:pt x="331" y="13144"/>
                    <a:pt x="310" y="13141"/>
                    <a:pt x="290" y="13141"/>
                  </a:cubicBezTo>
                  <a:cubicBezTo>
                    <a:pt x="77" y="13141"/>
                    <a:pt x="1" y="13465"/>
                    <a:pt x="233" y="13544"/>
                  </a:cubicBezTo>
                  <a:cubicBezTo>
                    <a:pt x="948" y="13763"/>
                    <a:pt x="1649" y="13884"/>
                    <a:pt x="2318" y="13884"/>
                  </a:cubicBezTo>
                  <a:cubicBezTo>
                    <a:pt x="3657" y="13884"/>
                    <a:pt x="4869" y="13399"/>
                    <a:pt x="5807" y="12243"/>
                  </a:cubicBezTo>
                  <a:cubicBezTo>
                    <a:pt x="5816" y="12234"/>
                    <a:pt x="5821" y="12224"/>
                    <a:pt x="5831" y="12210"/>
                  </a:cubicBezTo>
                  <a:cubicBezTo>
                    <a:pt x="6421" y="11322"/>
                    <a:pt x="6066" y="10112"/>
                    <a:pt x="5087" y="9690"/>
                  </a:cubicBezTo>
                  <a:cubicBezTo>
                    <a:pt x="4189" y="9296"/>
                    <a:pt x="3498" y="8475"/>
                    <a:pt x="3474" y="7433"/>
                  </a:cubicBezTo>
                  <a:cubicBezTo>
                    <a:pt x="3762" y="7347"/>
                    <a:pt x="4040" y="7222"/>
                    <a:pt x="4299" y="7069"/>
                  </a:cubicBezTo>
                  <a:cubicBezTo>
                    <a:pt x="4952" y="6661"/>
                    <a:pt x="5240" y="5931"/>
                    <a:pt x="5087" y="5302"/>
                  </a:cubicBezTo>
                  <a:cubicBezTo>
                    <a:pt x="6579" y="4030"/>
                    <a:pt x="8024" y="2278"/>
                    <a:pt x="8524" y="334"/>
                  </a:cubicBezTo>
                  <a:cubicBezTo>
                    <a:pt x="8579" y="162"/>
                    <a:pt x="8443" y="1"/>
                    <a:pt x="8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5" name="Google Shape;15185;p83"/>
          <p:cNvGrpSpPr/>
          <p:nvPr/>
        </p:nvGrpSpPr>
        <p:grpSpPr>
          <a:xfrm>
            <a:off x="6641451" y="3400544"/>
            <a:ext cx="363402" cy="261527"/>
            <a:chOff x="6641451" y="3400544"/>
            <a:chExt cx="363402" cy="261527"/>
          </a:xfrm>
        </p:grpSpPr>
        <p:sp>
          <p:nvSpPr>
            <p:cNvPr id="15186" name="Google Shape;15186;p83"/>
            <p:cNvSpPr/>
            <p:nvPr/>
          </p:nvSpPr>
          <p:spPr>
            <a:xfrm>
              <a:off x="6793897" y="3418152"/>
              <a:ext cx="104417" cy="38780"/>
            </a:xfrm>
            <a:custGeom>
              <a:rect b="b" l="l" r="r" t="t"/>
              <a:pathLst>
                <a:path extrusionOk="0" h="1480" w="3985">
                  <a:moveTo>
                    <a:pt x="1152" y="1"/>
                  </a:moveTo>
                  <a:cubicBezTo>
                    <a:pt x="869" y="1"/>
                    <a:pt x="605" y="169"/>
                    <a:pt x="485" y="428"/>
                  </a:cubicBezTo>
                  <a:lnTo>
                    <a:pt x="0" y="1479"/>
                  </a:lnTo>
                  <a:lnTo>
                    <a:pt x="3985" y="1479"/>
                  </a:lnTo>
                  <a:lnTo>
                    <a:pt x="3500" y="428"/>
                  </a:lnTo>
                  <a:cubicBezTo>
                    <a:pt x="3375" y="169"/>
                    <a:pt x="3116" y="1"/>
                    <a:pt x="2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3"/>
            <p:cNvSpPr/>
            <p:nvPr/>
          </p:nvSpPr>
          <p:spPr>
            <a:xfrm>
              <a:off x="6922184" y="3432380"/>
              <a:ext cx="54737" cy="29818"/>
            </a:xfrm>
            <a:custGeom>
              <a:rect b="b" l="l" r="r" t="t"/>
              <a:pathLst>
                <a:path extrusionOk="0" h="1138" w="2089">
                  <a:moveTo>
                    <a:pt x="332" y="0"/>
                  </a:moveTo>
                  <a:cubicBezTo>
                    <a:pt x="149" y="5"/>
                    <a:pt x="1" y="149"/>
                    <a:pt x="1" y="331"/>
                  </a:cubicBezTo>
                  <a:lnTo>
                    <a:pt x="1" y="1138"/>
                  </a:lnTo>
                  <a:lnTo>
                    <a:pt x="2089" y="1138"/>
                  </a:lnTo>
                  <a:lnTo>
                    <a:pt x="2089" y="331"/>
                  </a:lnTo>
                  <a:cubicBezTo>
                    <a:pt x="2089" y="149"/>
                    <a:pt x="1940" y="5"/>
                    <a:pt x="17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3"/>
            <p:cNvSpPr/>
            <p:nvPr/>
          </p:nvSpPr>
          <p:spPr>
            <a:xfrm>
              <a:off x="6646848" y="3456905"/>
              <a:ext cx="352712" cy="199873"/>
            </a:xfrm>
            <a:custGeom>
              <a:rect b="b" l="l" r="r" t="t"/>
              <a:pathLst>
                <a:path extrusionOk="0" h="7628" w="13461">
                  <a:moveTo>
                    <a:pt x="822" y="0"/>
                  </a:moveTo>
                  <a:cubicBezTo>
                    <a:pt x="370" y="5"/>
                    <a:pt x="1" y="370"/>
                    <a:pt x="1" y="826"/>
                  </a:cubicBezTo>
                  <a:lnTo>
                    <a:pt x="1" y="6802"/>
                  </a:lnTo>
                  <a:cubicBezTo>
                    <a:pt x="1" y="7258"/>
                    <a:pt x="370" y="7623"/>
                    <a:pt x="822" y="7628"/>
                  </a:cubicBezTo>
                  <a:lnTo>
                    <a:pt x="12635" y="7628"/>
                  </a:lnTo>
                  <a:cubicBezTo>
                    <a:pt x="13091" y="7623"/>
                    <a:pt x="13456" y="7258"/>
                    <a:pt x="13461" y="6802"/>
                  </a:cubicBezTo>
                  <a:lnTo>
                    <a:pt x="13461" y="826"/>
                  </a:lnTo>
                  <a:cubicBezTo>
                    <a:pt x="13456" y="370"/>
                    <a:pt x="13091" y="5"/>
                    <a:pt x="1263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3"/>
            <p:cNvSpPr/>
            <p:nvPr/>
          </p:nvSpPr>
          <p:spPr>
            <a:xfrm>
              <a:off x="6949225" y="3490471"/>
              <a:ext cx="50204" cy="139397"/>
            </a:xfrm>
            <a:custGeom>
              <a:rect b="b" l="l" r="r" t="t"/>
              <a:pathLst>
                <a:path extrusionOk="0" h="5320" w="1916">
                  <a:moveTo>
                    <a:pt x="1916" y="1"/>
                  </a:moveTo>
                  <a:lnTo>
                    <a:pt x="764" y="6"/>
                  </a:lnTo>
                  <a:lnTo>
                    <a:pt x="721" y="6"/>
                  </a:lnTo>
                  <a:cubicBezTo>
                    <a:pt x="313" y="30"/>
                    <a:pt x="1" y="366"/>
                    <a:pt x="1" y="769"/>
                  </a:cubicBezTo>
                  <a:lnTo>
                    <a:pt x="1" y="4556"/>
                  </a:lnTo>
                  <a:cubicBezTo>
                    <a:pt x="1" y="4979"/>
                    <a:pt x="342" y="5320"/>
                    <a:pt x="769" y="5320"/>
                  </a:cubicBezTo>
                  <a:lnTo>
                    <a:pt x="1916" y="5320"/>
                  </a:lnTo>
                  <a:lnTo>
                    <a:pt x="1916"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3"/>
            <p:cNvSpPr/>
            <p:nvPr/>
          </p:nvSpPr>
          <p:spPr>
            <a:xfrm>
              <a:off x="6755903" y="3471500"/>
              <a:ext cx="178884" cy="171862"/>
            </a:xfrm>
            <a:custGeom>
              <a:rect b="b" l="l" r="r" t="t"/>
              <a:pathLst>
                <a:path extrusionOk="0" h="6559" w="6827">
                  <a:moveTo>
                    <a:pt x="3556" y="0"/>
                  </a:moveTo>
                  <a:cubicBezTo>
                    <a:pt x="3550" y="0"/>
                    <a:pt x="3544" y="0"/>
                    <a:pt x="3538" y="0"/>
                  </a:cubicBezTo>
                  <a:cubicBezTo>
                    <a:pt x="2214" y="0"/>
                    <a:pt x="1014" y="797"/>
                    <a:pt x="510" y="2026"/>
                  </a:cubicBezTo>
                  <a:cubicBezTo>
                    <a:pt x="1" y="3250"/>
                    <a:pt x="279" y="4661"/>
                    <a:pt x="1220" y="5597"/>
                  </a:cubicBezTo>
                  <a:cubicBezTo>
                    <a:pt x="1845" y="6226"/>
                    <a:pt x="2683" y="6559"/>
                    <a:pt x="3535" y="6559"/>
                  </a:cubicBezTo>
                  <a:cubicBezTo>
                    <a:pt x="3958" y="6559"/>
                    <a:pt x="4385" y="6476"/>
                    <a:pt x="4791" y="6308"/>
                  </a:cubicBezTo>
                  <a:cubicBezTo>
                    <a:pt x="6015" y="5804"/>
                    <a:pt x="6817" y="4604"/>
                    <a:pt x="6817" y="3279"/>
                  </a:cubicBezTo>
                  <a:cubicBezTo>
                    <a:pt x="6827" y="1470"/>
                    <a:pt x="5363" y="0"/>
                    <a:pt x="35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3"/>
            <p:cNvSpPr/>
            <p:nvPr/>
          </p:nvSpPr>
          <p:spPr>
            <a:xfrm>
              <a:off x="6771756" y="3486200"/>
              <a:ext cx="148306" cy="142437"/>
            </a:xfrm>
            <a:custGeom>
              <a:rect b="b" l="l" r="r" t="t"/>
              <a:pathLst>
                <a:path extrusionOk="0" h="5436" w="5660">
                  <a:moveTo>
                    <a:pt x="2951" y="1"/>
                  </a:moveTo>
                  <a:cubicBezTo>
                    <a:pt x="2945" y="1"/>
                    <a:pt x="2939" y="1"/>
                    <a:pt x="2933" y="1"/>
                  </a:cubicBezTo>
                  <a:cubicBezTo>
                    <a:pt x="1834" y="1"/>
                    <a:pt x="841" y="663"/>
                    <a:pt x="423" y="1676"/>
                  </a:cubicBezTo>
                  <a:cubicBezTo>
                    <a:pt x="1" y="2694"/>
                    <a:pt x="231" y="3865"/>
                    <a:pt x="1009" y="4643"/>
                  </a:cubicBezTo>
                  <a:cubicBezTo>
                    <a:pt x="1529" y="5159"/>
                    <a:pt x="2225" y="5436"/>
                    <a:pt x="2933" y="5436"/>
                  </a:cubicBezTo>
                  <a:cubicBezTo>
                    <a:pt x="3284" y="5436"/>
                    <a:pt x="3638" y="5368"/>
                    <a:pt x="3975" y="5228"/>
                  </a:cubicBezTo>
                  <a:cubicBezTo>
                    <a:pt x="4988" y="4811"/>
                    <a:pt x="5650" y="3817"/>
                    <a:pt x="5650" y="2718"/>
                  </a:cubicBezTo>
                  <a:cubicBezTo>
                    <a:pt x="5660" y="1221"/>
                    <a:pt x="4446" y="1"/>
                    <a:pt x="2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83"/>
            <p:cNvSpPr/>
            <p:nvPr/>
          </p:nvSpPr>
          <p:spPr>
            <a:xfrm>
              <a:off x="6786717" y="3504961"/>
              <a:ext cx="116758" cy="103814"/>
            </a:xfrm>
            <a:custGeom>
              <a:rect b="b" l="l" r="r" t="t"/>
              <a:pathLst>
                <a:path extrusionOk="0" h="3962" w="4456">
                  <a:moveTo>
                    <a:pt x="2346" y="0"/>
                  </a:moveTo>
                  <a:cubicBezTo>
                    <a:pt x="2138" y="0"/>
                    <a:pt x="1929" y="33"/>
                    <a:pt x="1724" y="101"/>
                  </a:cubicBezTo>
                  <a:cubicBezTo>
                    <a:pt x="1652" y="125"/>
                    <a:pt x="1580" y="154"/>
                    <a:pt x="1508" y="187"/>
                  </a:cubicBezTo>
                  <a:cubicBezTo>
                    <a:pt x="361" y="720"/>
                    <a:pt x="1" y="2179"/>
                    <a:pt x="769" y="3183"/>
                  </a:cubicBezTo>
                  <a:cubicBezTo>
                    <a:pt x="1164" y="3701"/>
                    <a:pt x="1752" y="3961"/>
                    <a:pt x="2342" y="3961"/>
                  </a:cubicBezTo>
                  <a:cubicBezTo>
                    <a:pt x="2900" y="3961"/>
                    <a:pt x="3459" y="3728"/>
                    <a:pt x="3855" y="3259"/>
                  </a:cubicBezTo>
                  <a:lnTo>
                    <a:pt x="3860" y="3255"/>
                  </a:lnTo>
                  <a:cubicBezTo>
                    <a:pt x="3899" y="3211"/>
                    <a:pt x="3932" y="3168"/>
                    <a:pt x="3966" y="3120"/>
                  </a:cubicBezTo>
                  <a:cubicBezTo>
                    <a:pt x="4455" y="2424"/>
                    <a:pt x="4446" y="1488"/>
                    <a:pt x="3937" y="802"/>
                  </a:cubicBezTo>
                  <a:cubicBezTo>
                    <a:pt x="3556" y="288"/>
                    <a:pt x="2961" y="0"/>
                    <a:pt x="2346"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3"/>
            <p:cNvSpPr/>
            <p:nvPr/>
          </p:nvSpPr>
          <p:spPr>
            <a:xfrm>
              <a:off x="6812632" y="3504961"/>
              <a:ext cx="90844" cy="86625"/>
            </a:xfrm>
            <a:custGeom>
              <a:rect b="b" l="l" r="r" t="t"/>
              <a:pathLst>
                <a:path extrusionOk="0" h="3306" w="3467">
                  <a:moveTo>
                    <a:pt x="1357" y="0"/>
                  </a:moveTo>
                  <a:cubicBezTo>
                    <a:pt x="1149" y="0"/>
                    <a:pt x="940" y="33"/>
                    <a:pt x="735" y="101"/>
                  </a:cubicBezTo>
                  <a:cubicBezTo>
                    <a:pt x="663" y="125"/>
                    <a:pt x="591" y="154"/>
                    <a:pt x="519" y="187"/>
                  </a:cubicBezTo>
                  <a:cubicBezTo>
                    <a:pt x="1" y="922"/>
                    <a:pt x="44" y="1910"/>
                    <a:pt x="620" y="2597"/>
                  </a:cubicBezTo>
                  <a:cubicBezTo>
                    <a:pt x="1006" y="3057"/>
                    <a:pt x="1566" y="3306"/>
                    <a:pt x="2140" y="3306"/>
                  </a:cubicBezTo>
                  <a:cubicBezTo>
                    <a:pt x="2422" y="3306"/>
                    <a:pt x="2708" y="3245"/>
                    <a:pt x="2977" y="3120"/>
                  </a:cubicBezTo>
                  <a:lnTo>
                    <a:pt x="2972" y="3120"/>
                  </a:lnTo>
                  <a:cubicBezTo>
                    <a:pt x="3466" y="2424"/>
                    <a:pt x="3457" y="1488"/>
                    <a:pt x="2948" y="802"/>
                  </a:cubicBezTo>
                  <a:cubicBezTo>
                    <a:pt x="2567" y="288"/>
                    <a:pt x="1972" y="0"/>
                    <a:pt x="135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83"/>
            <p:cNvSpPr/>
            <p:nvPr/>
          </p:nvSpPr>
          <p:spPr>
            <a:xfrm>
              <a:off x="6841061" y="3531871"/>
              <a:ext cx="32858" cy="32858"/>
            </a:xfrm>
            <a:custGeom>
              <a:rect b="b" l="l" r="r" t="t"/>
              <a:pathLst>
                <a:path extrusionOk="0" h="1254" w="1254">
                  <a:moveTo>
                    <a:pt x="625" y="0"/>
                  </a:moveTo>
                  <a:cubicBezTo>
                    <a:pt x="279" y="0"/>
                    <a:pt x="0" y="279"/>
                    <a:pt x="0" y="624"/>
                  </a:cubicBezTo>
                  <a:cubicBezTo>
                    <a:pt x="0" y="970"/>
                    <a:pt x="279" y="1253"/>
                    <a:pt x="625" y="1253"/>
                  </a:cubicBezTo>
                  <a:cubicBezTo>
                    <a:pt x="975" y="1253"/>
                    <a:pt x="1253" y="970"/>
                    <a:pt x="1253" y="624"/>
                  </a:cubicBezTo>
                  <a:cubicBezTo>
                    <a:pt x="1253" y="279"/>
                    <a:pt x="975" y="0"/>
                    <a:pt x="62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83"/>
            <p:cNvSpPr/>
            <p:nvPr/>
          </p:nvSpPr>
          <p:spPr>
            <a:xfrm>
              <a:off x="6678291" y="3409977"/>
              <a:ext cx="33880" cy="29583"/>
            </a:xfrm>
            <a:custGeom>
              <a:rect b="b" l="l" r="r" t="t"/>
              <a:pathLst>
                <a:path extrusionOk="0" h="1129" w="1293">
                  <a:moveTo>
                    <a:pt x="332" y="1"/>
                  </a:moveTo>
                  <a:cubicBezTo>
                    <a:pt x="150" y="1"/>
                    <a:pt x="6" y="150"/>
                    <a:pt x="1" y="332"/>
                  </a:cubicBezTo>
                  <a:lnTo>
                    <a:pt x="1" y="798"/>
                  </a:lnTo>
                  <a:cubicBezTo>
                    <a:pt x="6" y="980"/>
                    <a:pt x="150" y="1124"/>
                    <a:pt x="332" y="1129"/>
                  </a:cubicBezTo>
                  <a:lnTo>
                    <a:pt x="966" y="1129"/>
                  </a:lnTo>
                  <a:cubicBezTo>
                    <a:pt x="1143" y="1124"/>
                    <a:pt x="1292" y="980"/>
                    <a:pt x="1292" y="798"/>
                  </a:cubicBezTo>
                  <a:lnTo>
                    <a:pt x="1292" y="332"/>
                  </a:lnTo>
                  <a:cubicBezTo>
                    <a:pt x="1292" y="150"/>
                    <a:pt x="1143" y="1"/>
                    <a:pt x="961"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3"/>
            <p:cNvSpPr/>
            <p:nvPr/>
          </p:nvSpPr>
          <p:spPr>
            <a:xfrm>
              <a:off x="6646848" y="3431122"/>
              <a:ext cx="97002" cy="225551"/>
            </a:xfrm>
            <a:custGeom>
              <a:rect b="b" l="l" r="r" t="t"/>
              <a:pathLst>
                <a:path extrusionOk="0" h="8608" w="3702">
                  <a:moveTo>
                    <a:pt x="827" y="0"/>
                  </a:moveTo>
                  <a:cubicBezTo>
                    <a:pt x="370" y="0"/>
                    <a:pt x="6" y="370"/>
                    <a:pt x="1" y="821"/>
                  </a:cubicBezTo>
                  <a:lnTo>
                    <a:pt x="1" y="7781"/>
                  </a:lnTo>
                  <a:cubicBezTo>
                    <a:pt x="6" y="8237"/>
                    <a:pt x="370" y="8607"/>
                    <a:pt x="827" y="8607"/>
                  </a:cubicBezTo>
                  <a:lnTo>
                    <a:pt x="2876" y="8607"/>
                  </a:lnTo>
                  <a:cubicBezTo>
                    <a:pt x="3332" y="8607"/>
                    <a:pt x="3697" y="8237"/>
                    <a:pt x="3702" y="7781"/>
                  </a:cubicBezTo>
                  <a:lnTo>
                    <a:pt x="3702" y="821"/>
                  </a:lnTo>
                  <a:cubicBezTo>
                    <a:pt x="3697" y="379"/>
                    <a:pt x="3347" y="15"/>
                    <a:pt x="2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3"/>
            <p:cNvSpPr/>
            <p:nvPr/>
          </p:nvSpPr>
          <p:spPr>
            <a:xfrm>
              <a:off x="6646848" y="3431122"/>
              <a:ext cx="76144" cy="200502"/>
            </a:xfrm>
            <a:custGeom>
              <a:rect b="b" l="l" r="r" t="t"/>
              <a:pathLst>
                <a:path extrusionOk="0" h="7652" w="2906">
                  <a:moveTo>
                    <a:pt x="827" y="0"/>
                  </a:moveTo>
                  <a:cubicBezTo>
                    <a:pt x="370" y="0"/>
                    <a:pt x="6" y="370"/>
                    <a:pt x="1" y="821"/>
                  </a:cubicBezTo>
                  <a:lnTo>
                    <a:pt x="1" y="7652"/>
                  </a:lnTo>
                  <a:lnTo>
                    <a:pt x="2079" y="7652"/>
                  </a:lnTo>
                  <a:cubicBezTo>
                    <a:pt x="2535" y="7647"/>
                    <a:pt x="2900" y="7282"/>
                    <a:pt x="2905" y="6826"/>
                  </a:cubicBezTo>
                  <a:lnTo>
                    <a:pt x="290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83"/>
            <p:cNvSpPr/>
            <p:nvPr/>
          </p:nvSpPr>
          <p:spPr>
            <a:xfrm>
              <a:off x="6921818" y="3474749"/>
              <a:ext cx="21643" cy="21669"/>
            </a:xfrm>
            <a:custGeom>
              <a:rect b="b" l="l" r="r" t="t"/>
              <a:pathLst>
                <a:path extrusionOk="0" h="827" w="826">
                  <a:moveTo>
                    <a:pt x="413" y="1"/>
                  </a:moveTo>
                  <a:cubicBezTo>
                    <a:pt x="187" y="1"/>
                    <a:pt x="0" y="188"/>
                    <a:pt x="0" y="414"/>
                  </a:cubicBezTo>
                  <a:cubicBezTo>
                    <a:pt x="0" y="639"/>
                    <a:pt x="187" y="827"/>
                    <a:pt x="413" y="827"/>
                  </a:cubicBezTo>
                  <a:cubicBezTo>
                    <a:pt x="639" y="827"/>
                    <a:pt x="826" y="639"/>
                    <a:pt x="826" y="414"/>
                  </a:cubicBezTo>
                  <a:cubicBezTo>
                    <a:pt x="826" y="188"/>
                    <a:pt x="639" y="1"/>
                    <a:pt x="413"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3"/>
            <p:cNvSpPr/>
            <p:nvPr/>
          </p:nvSpPr>
          <p:spPr>
            <a:xfrm>
              <a:off x="6641451" y="3400544"/>
              <a:ext cx="363402" cy="261527"/>
            </a:xfrm>
            <a:custGeom>
              <a:rect b="b" l="l" r="r" t="t"/>
              <a:pathLst>
                <a:path extrusionOk="0" h="9981" w="13869">
                  <a:moveTo>
                    <a:pt x="2372" y="414"/>
                  </a:moveTo>
                  <a:cubicBezTo>
                    <a:pt x="2439" y="414"/>
                    <a:pt x="2497" y="466"/>
                    <a:pt x="2497" y="538"/>
                  </a:cubicBezTo>
                  <a:lnTo>
                    <a:pt x="2492" y="961"/>
                  </a:lnTo>
                  <a:lnTo>
                    <a:pt x="1618" y="961"/>
                  </a:lnTo>
                  <a:lnTo>
                    <a:pt x="1618" y="538"/>
                  </a:lnTo>
                  <a:cubicBezTo>
                    <a:pt x="1618" y="466"/>
                    <a:pt x="1676" y="414"/>
                    <a:pt x="1743" y="414"/>
                  </a:cubicBezTo>
                  <a:close/>
                  <a:moveTo>
                    <a:pt x="12472" y="1422"/>
                  </a:moveTo>
                  <a:cubicBezTo>
                    <a:pt x="12539" y="1422"/>
                    <a:pt x="12596" y="1474"/>
                    <a:pt x="12601" y="1546"/>
                  </a:cubicBezTo>
                  <a:lnTo>
                    <a:pt x="12601" y="1945"/>
                  </a:lnTo>
                  <a:lnTo>
                    <a:pt x="12601" y="1950"/>
                  </a:lnTo>
                  <a:lnTo>
                    <a:pt x="10921" y="1950"/>
                  </a:lnTo>
                  <a:lnTo>
                    <a:pt x="10921" y="1546"/>
                  </a:lnTo>
                  <a:cubicBezTo>
                    <a:pt x="10921" y="1479"/>
                    <a:pt x="10974" y="1422"/>
                    <a:pt x="11041" y="1422"/>
                  </a:cubicBezTo>
                  <a:close/>
                  <a:moveTo>
                    <a:pt x="1738" y="1"/>
                  </a:moveTo>
                  <a:cubicBezTo>
                    <a:pt x="1441" y="1"/>
                    <a:pt x="1205" y="241"/>
                    <a:pt x="1205" y="538"/>
                  </a:cubicBezTo>
                  <a:lnTo>
                    <a:pt x="1205" y="961"/>
                  </a:lnTo>
                  <a:lnTo>
                    <a:pt x="1033" y="961"/>
                  </a:lnTo>
                  <a:cubicBezTo>
                    <a:pt x="793" y="961"/>
                    <a:pt x="562" y="1042"/>
                    <a:pt x="380" y="1191"/>
                  </a:cubicBezTo>
                  <a:cubicBezTo>
                    <a:pt x="211" y="1333"/>
                    <a:pt x="342" y="1563"/>
                    <a:pt x="509" y="1563"/>
                  </a:cubicBezTo>
                  <a:cubicBezTo>
                    <a:pt x="551" y="1563"/>
                    <a:pt x="596" y="1548"/>
                    <a:pt x="639" y="1513"/>
                  </a:cubicBezTo>
                  <a:cubicBezTo>
                    <a:pt x="789" y="1392"/>
                    <a:pt x="935" y="1373"/>
                    <a:pt x="1077" y="1373"/>
                  </a:cubicBezTo>
                  <a:cubicBezTo>
                    <a:pt x="1142" y="1373"/>
                    <a:pt x="1206" y="1377"/>
                    <a:pt x="1269" y="1377"/>
                  </a:cubicBezTo>
                  <a:cubicBezTo>
                    <a:pt x="1298" y="1377"/>
                    <a:pt x="1326" y="1376"/>
                    <a:pt x="1354" y="1374"/>
                  </a:cubicBezTo>
                  <a:lnTo>
                    <a:pt x="3082" y="1374"/>
                  </a:lnTo>
                  <a:cubicBezTo>
                    <a:pt x="3423" y="1374"/>
                    <a:pt x="3697" y="1652"/>
                    <a:pt x="3697" y="1993"/>
                  </a:cubicBezTo>
                  <a:lnTo>
                    <a:pt x="3697" y="2780"/>
                  </a:lnTo>
                  <a:cubicBezTo>
                    <a:pt x="3697" y="2917"/>
                    <a:pt x="3800" y="2985"/>
                    <a:pt x="3903" y="2985"/>
                  </a:cubicBezTo>
                  <a:cubicBezTo>
                    <a:pt x="4006" y="2985"/>
                    <a:pt x="4109" y="2917"/>
                    <a:pt x="4109" y="2780"/>
                  </a:cubicBezTo>
                  <a:lnTo>
                    <a:pt x="4109" y="2358"/>
                  </a:lnTo>
                  <a:lnTo>
                    <a:pt x="12884" y="2358"/>
                  </a:lnTo>
                  <a:cubicBezTo>
                    <a:pt x="13206" y="2382"/>
                    <a:pt x="13456" y="2651"/>
                    <a:pt x="13456" y="2977"/>
                  </a:cubicBezTo>
                  <a:lnTo>
                    <a:pt x="13456" y="3227"/>
                  </a:lnTo>
                  <a:lnTo>
                    <a:pt x="13105" y="3227"/>
                  </a:lnTo>
                  <a:cubicBezTo>
                    <a:pt x="12832" y="3227"/>
                    <a:pt x="12832" y="3639"/>
                    <a:pt x="13105" y="3639"/>
                  </a:cubicBezTo>
                  <a:lnTo>
                    <a:pt x="13456" y="3639"/>
                  </a:lnTo>
                  <a:lnTo>
                    <a:pt x="13456" y="8545"/>
                  </a:lnTo>
                  <a:lnTo>
                    <a:pt x="12510" y="8545"/>
                  </a:lnTo>
                  <a:cubicBezTo>
                    <a:pt x="12198" y="8545"/>
                    <a:pt x="11948" y="8296"/>
                    <a:pt x="11948" y="7984"/>
                  </a:cubicBezTo>
                  <a:lnTo>
                    <a:pt x="11948" y="4201"/>
                  </a:lnTo>
                  <a:cubicBezTo>
                    <a:pt x="11948" y="3951"/>
                    <a:pt x="12107" y="3735"/>
                    <a:pt x="12347" y="3659"/>
                  </a:cubicBezTo>
                  <a:cubicBezTo>
                    <a:pt x="12568" y="3579"/>
                    <a:pt x="12491" y="3263"/>
                    <a:pt x="12283" y="3263"/>
                  </a:cubicBezTo>
                  <a:cubicBezTo>
                    <a:pt x="12265" y="3263"/>
                    <a:pt x="12246" y="3265"/>
                    <a:pt x="12227" y="3270"/>
                  </a:cubicBezTo>
                  <a:cubicBezTo>
                    <a:pt x="11819" y="3395"/>
                    <a:pt x="11540" y="3769"/>
                    <a:pt x="11540" y="4196"/>
                  </a:cubicBezTo>
                  <a:lnTo>
                    <a:pt x="11540" y="7984"/>
                  </a:lnTo>
                  <a:cubicBezTo>
                    <a:pt x="11540" y="8521"/>
                    <a:pt x="11972" y="8953"/>
                    <a:pt x="12510" y="8958"/>
                  </a:cubicBezTo>
                  <a:lnTo>
                    <a:pt x="13460" y="8958"/>
                  </a:lnTo>
                  <a:cubicBezTo>
                    <a:pt x="13456" y="9294"/>
                    <a:pt x="13182" y="9568"/>
                    <a:pt x="12841" y="9568"/>
                  </a:cubicBezTo>
                  <a:lnTo>
                    <a:pt x="3903" y="9568"/>
                  </a:lnTo>
                  <a:cubicBezTo>
                    <a:pt x="3994" y="9448"/>
                    <a:pt x="4057" y="9308"/>
                    <a:pt x="4090" y="9160"/>
                  </a:cubicBezTo>
                  <a:cubicBezTo>
                    <a:pt x="4121" y="9004"/>
                    <a:pt x="3999" y="8910"/>
                    <a:pt x="3880" y="8910"/>
                  </a:cubicBezTo>
                  <a:cubicBezTo>
                    <a:pt x="3794" y="8910"/>
                    <a:pt x="3709" y="8960"/>
                    <a:pt x="3687" y="9073"/>
                  </a:cubicBezTo>
                  <a:cubicBezTo>
                    <a:pt x="3625" y="9361"/>
                    <a:pt x="3370" y="9568"/>
                    <a:pt x="3077" y="9568"/>
                  </a:cubicBezTo>
                  <a:lnTo>
                    <a:pt x="965" y="9568"/>
                  </a:lnTo>
                  <a:lnTo>
                    <a:pt x="937" y="9563"/>
                  </a:lnTo>
                  <a:cubicBezTo>
                    <a:pt x="634" y="9520"/>
                    <a:pt x="413" y="9260"/>
                    <a:pt x="413" y="8953"/>
                  </a:cubicBezTo>
                  <a:lnTo>
                    <a:pt x="413" y="2084"/>
                  </a:lnTo>
                  <a:cubicBezTo>
                    <a:pt x="413" y="1945"/>
                    <a:pt x="310" y="1875"/>
                    <a:pt x="207" y="1875"/>
                  </a:cubicBezTo>
                  <a:cubicBezTo>
                    <a:pt x="104" y="1875"/>
                    <a:pt x="0" y="1945"/>
                    <a:pt x="0" y="2084"/>
                  </a:cubicBezTo>
                  <a:lnTo>
                    <a:pt x="0" y="8953"/>
                  </a:lnTo>
                  <a:cubicBezTo>
                    <a:pt x="0" y="9452"/>
                    <a:pt x="360" y="9880"/>
                    <a:pt x="855" y="9966"/>
                  </a:cubicBezTo>
                  <a:cubicBezTo>
                    <a:pt x="879" y="9971"/>
                    <a:pt x="903" y="9976"/>
                    <a:pt x="927" y="9976"/>
                  </a:cubicBezTo>
                  <a:lnTo>
                    <a:pt x="975" y="9980"/>
                  </a:lnTo>
                  <a:lnTo>
                    <a:pt x="12841" y="9980"/>
                  </a:lnTo>
                  <a:cubicBezTo>
                    <a:pt x="13408" y="9980"/>
                    <a:pt x="13868" y="9520"/>
                    <a:pt x="13868" y="8953"/>
                  </a:cubicBezTo>
                  <a:lnTo>
                    <a:pt x="13868" y="2972"/>
                  </a:lnTo>
                  <a:cubicBezTo>
                    <a:pt x="13868" y="2473"/>
                    <a:pt x="13504" y="2046"/>
                    <a:pt x="13009" y="1959"/>
                  </a:cubicBezTo>
                  <a:lnTo>
                    <a:pt x="13009" y="1546"/>
                  </a:lnTo>
                  <a:cubicBezTo>
                    <a:pt x="13009" y="1249"/>
                    <a:pt x="12769" y="1014"/>
                    <a:pt x="12472" y="1014"/>
                  </a:cubicBezTo>
                  <a:lnTo>
                    <a:pt x="11046" y="1014"/>
                  </a:lnTo>
                  <a:cubicBezTo>
                    <a:pt x="10748" y="1014"/>
                    <a:pt x="10508" y="1249"/>
                    <a:pt x="10508" y="1546"/>
                  </a:cubicBezTo>
                  <a:lnTo>
                    <a:pt x="10508" y="1945"/>
                  </a:lnTo>
                  <a:lnTo>
                    <a:pt x="9937" y="1945"/>
                  </a:lnTo>
                  <a:lnTo>
                    <a:pt x="9500" y="1014"/>
                  </a:lnTo>
                  <a:cubicBezTo>
                    <a:pt x="9347" y="678"/>
                    <a:pt x="9015" y="466"/>
                    <a:pt x="8651" y="466"/>
                  </a:cubicBezTo>
                  <a:lnTo>
                    <a:pt x="6970" y="466"/>
                  </a:lnTo>
                  <a:cubicBezTo>
                    <a:pt x="6668" y="466"/>
                    <a:pt x="6380" y="615"/>
                    <a:pt x="6207" y="860"/>
                  </a:cubicBezTo>
                  <a:cubicBezTo>
                    <a:pt x="6090" y="1022"/>
                    <a:pt x="6230" y="1191"/>
                    <a:pt x="6378" y="1191"/>
                  </a:cubicBezTo>
                  <a:cubicBezTo>
                    <a:pt x="6437" y="1191"/>
                    <a:pt x="6497" y="1164"/>
                    <a:pt x="6543" y="1100"/>
                  </a:cubicBezTo>
                  <a:cubicBezTo>
                    <a:pt x="6639" y="961"/>
                    <a:pt x="6802" y="879"/>
                    <a:pt x="6970" y="879"/>
                  </a:cubicBezTo>
                  <a:lnTo>
                    <a:pt x="8646" y="879"/>
                  </a:lnTo>
                  <a:cubicBezTo>
                    <a:pt x="8852" y="879"/>
                    <a:pt x="9039" y="999"/>
                    <a:pt x="9126" y="1186"/>
                  </a:cubicBezTo>
                  <a:lnTo>
                    <a:pt x="9481" y="1950"/>
                  </a:lnTo>
                  <a:lnTo>
                    <a:pt x="6140" y="1950"/>
                  </a:lnTo>
                  <a:lnTo>
                    <a:pt x="6202" y="1810"/>
                  </a:lnTo>
                  <a:cubicBezTo>
                    <a:pt x="6278" y="1647"/>
                    <a:pt x="6143" y="1516"/>
                    <a:pt x="6008" y="1516"/>
                  </a:cubicBezTo>
                  <a:cubicBezTo>
                    <a:pt x="5938" y="1516"/>
                    <a:pt x="5868" y="1552"/>
                    <a:pt x="5828" y="1638"/>
                  </a:cubicBezTo>
                  <a:lnTo>
                    <a:pt x="5684" y="1950"/>
                  </a:lnTo>
                  <a:lnTo>
                    <a:pt x="4109" y="1950"/>
                  </a:lnTo>
                  <a:cubicBezTo>
                    <a:pt x="4085" y="1398"/>
                    <a:pt x="3634" y="961"/>
                    <a:pt x="3082" y="961"/>
                  </a:cubicBezTo>
                  <a:lnTo>
                    <a:pt x="2905" y="961"/>
                  </a:lnTo>
                  <a:lnTo>
                    <a:pt x="2905" y="538"/>
                  </a:lnTo>
                  <a:cubicBezTo>
                    <a:pt x="2905" y="241"/>
                    <a:pt x="2665"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3"/>
            <p:cNvSpPr/>
            <p:nvPr/>
          </p:nvSpPr>
          <p:spPr>
            <a:xfrm>
              <a:off x="6738426" y="3489501"/>
              <a:ext cx="10717" cy="133816"/>
            </a:xfrm>
            <a:custGeom>
              <a:rect b="b" l="l" r="r" t="t"/>
              <a:pathLst>
                <a:path extrusionOk="0" h="5107" w="409">
                  <a:moveTo>
                    <a:pt x="204" y="1"/>
                  </a:moveTo>
                  <a:cubicBezTo>
                    <a:pt x="102" y="1"/>
                    <a:pt x="0" y="69"/>
                    <a:pt x="0" y="206"/>
                  </a:cubicBezTo>
                  <a:lnTo>
                    <a:pt x="0" y="4901"/>
                  </a:lnTo>
                  <a:cubicBezTo>
                    <a:pt x="0" y="5016"/>
                    <a:pt x="92" y="5107"/>
                    <a:pt x="207" y="5107"/>
                  </a:cubicBezTo>
                  <a:cubicBezTo>
                    <a:pt x="317" y="5107"/>
                    <a:pt x="408" y="5016"/>
                    <a:pt x="408" y="4901"/>
                  </a:cubicBezTo>
                  <a:lnTo>
                    <a:pt x="408" y="206"/>
                  </a:lnTo>
                  <a:cubicBezTo>
                    <a:pt x="408" y="69"/>
                    <a:pt x="30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3"/>
            <p:cNvSpPr/>
            <p:nvPr/>
          </p:nvSpPr>
          <p:spPr>
            <a:xfrm>
              <a:off x="6914900" y="3471291"/>
              <a:ext cx="40011" cy="30526"/>
            </a:xfrm>
            <a:custGeom>
              <a:rect b="b" l="l" r="r" t="t"/>
              <a:pathLst>
                <a:path extrusionOk="0" h="1165" w="1527">
                  <a:moveTo>
                    <a:pt x="915" y="0"/>
                  </a:moveTo>
                  <a:cubicBezTo>
                    <a:pt x="739" y="0"/>
                    <a:pt x="613" y="248"/>
                    <a:pt x="797" y="378"/>
                  </a:cubicBezTo>
                  <a:cubicBezTo>
                    <a:pt x="931" y="474"/>
                    <a:pt x="903" y="675"/>
                    <a:pt x="754" y="738"/>
                  </a:cubicBezTo>
                  <a:cubicBezTo>
                    <a:pt x="728" y="747"/>
                    <a:pt x="703" y="752"/>
                    <a:pt x="678" y="752"/>
                  </a:cubicBezTo>
                  <a:cubicBezTo>
                    <a:pt x="554" y="752"/>
                    <a:pt x="451" y="640"/>
                    <a:pt x="475" y="507"/>
                  </a:cubicBezTo>
                  <a:cubicBezTo>
                    <a:pt x="495" y="392"/>
                    <a:pt x="423" y="287"/>
                    <a:pt x="312" y="267"/>
                  </a:cubicBezTo>
                  <a:cubicBezTo>
                    <a:pt x="297" y="264"/>
                    <a:pt x="283" y="263"/>
                    <a:pt x="268" y="263"/>
                  </a:cubicBezTo>
                  <a:cubicBezTo>
                    <a:pt x="171" y="263"/>
                    <a:pt x="89" y="330"/>
                    <a:pt x="72" y="431"/>
                  </a:cubicBezTo>
                  <a:cubicBezTo>
                    <a:pt x="0" y="810"/>
                    <a:pt x="288" y="1160"/>
                    <a:pt x="677" y="1165"/>
                  </a:cubicBezTo>
                  <a:cubicBezTo>
                    <a:pt x="1277" y="1165"/>
                    <a:pt x="1527" y="392"/>
                    <a:pt x="1037" y="42"/>
                  </a:cubicBezTo>
                  <a:cubicBezTo>
                    <a:pt x="996" y="13"/>
                    <a:pt x="954" y="0"/>
                    <a:pt x="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83"/>
            <p:cNvSpPr/>
            <p:nvPr/>
          </p:nvSpPr>
          <p:spPr>
            <a:xfrm>
              <a:off x="6757030" y="3465395"/>
              <a:ext cx="182658" cy="181452"/>
            </a:xfrm>
            <a:custGeom>
              <a:rect b="b" l="l" r="r" t="t"/>
              <a:pathLst>
                <a:path extrusionOk="0" h="6925" w="6971">
                  <a:moveTo>
                    <a:pt x="3462" y="1"/>
                  </a:moveTo>
                  <a:cubicBezTo>
                    <a:pt x="2731" y="1"/>
                    <a:pt x="1985" y="233"/>
                    <a:pt x="1331" y="747"/>
                  </a:cubicBezTo>
                  <a:cubicBezTo>
                    <a:pt x="1157" y="886"/>
                    <a:pt x="1287" y="1120"/>
                    <a:pt x="1457" y="1120"/>
                  </a:cubicBezTo>
                  <a:cubicBezTo>
                    <a:pt x="1498" y="1120"/>
                    <a:pt x="1542" y="1106"/>
                    <a:pt x="1585" y="1073"/>
                  </a:cubicBezTo>
                  <a:cubicBezTo>
                    <a:pt x="2161" y="617"/>
                    <a:pt x="2819" y="412"/>
                    <a:pt x="3464" y="412"/>
                  </a:cubicBezTo>
                  <a:cubicBezTo>
                    <a:pt x="5052" y="412"/>
                    <a:pt x="6558" y="1659"/>
                    <a:pt x="6558" y="3483"/>
                  </a:cubicBezTo>
                  <a:cubicBezTo>
                    <a:pt x="6558" y="5182"/>
                    <a:pt x="5185" y="6555"/>
                    <a:pt x="3486" y="6555"/>
                  </a:cubicBezTo>
                  <a:cubicBezTo>
                    <a:pt x="1791" y="6555"/>
                    <a:pt x="414" y="5182"/>
                    <a:pt x="414" y="3483"/>
                  </a:cubicBezTo>
                  <a:cubicBezTo>
                    <a:pt x="414" y="2811"/>
                    <a:pt x="635" y="2153"/>
                    <a:pt x="1043" y="1620"/>
                  </a:cubicBezTo>
                  <a:cubicBezTo>
                    <a:pt x="1115" y="1529"/>
                    <a:pt x="1095" y="1400"/>
                    <a:pt x="1004" y="1332"/>
                  </a:cubicBezTo>
                  <a:cubicBezTo>
                    <a:pt x="967" y="1303"/>
                    <a:pt x="922" y="1288"/>
                    <a:pt x="879" y="1288"/>
                  </a:cubicBezTo>
                  <a:cubicBezTo>
                    <a:pt x="817" y="1288"/>
                    <a:pt x="756" y="1317"/>
                    <a:pt x="716" y="1371"/>
                  </a:cubicBezTo>
                  <a:cubicBezTo>
                    <a:pt x="251" y="1976"/>
                    <a:pt x="1" y="2720"/>
                    <a:pt x="1" y="3483"/>
                  </a:cubicBezTo>
                  <a:cubicBezTo>
                    <a:pt x="25" y="5389"/>
                    <a:pt x="1580" y="6925"/>
                    <a:pt x="3486" y="6925"/>
                  </a:cubicBezTo>
                  <a:cubicBezTo>
                    <a:pt x="5392" y="6925"/>
                    <a:pt x="6942" y="5389"/>
                    <a:pt x="6971" y="3483"/>
                  </a:cubicBezTo>
                  <a:cubicBezTo>
                    <a:pt x="6971" y="1410"/>
                    <a:pt x="5263"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83"/>
            <p:cNvSpPr/>
            <p:nvPr/>
          </p:nvSpPr>
          <p:spPr>
            <a:xfrm>
              <a:off x="6786220" y="3499406"/>
              <a:ext cx="137878" cy="114505"/>
            </a:xfrm>
            <a:custGeom>
              <a:rect b="b" l="l" r="r" t="t"/>
              <a:pathLst>
                <a:path extrusionOk="0" h="4370" w="5262">
                  <a:moveTo>
                    <a:pt x="2377" y="1"/>
                  </a:moveTo>
                  <a:cubicBezTo>
                    <a:pt x="1028" y="1"/>
                    <a:pt x="1" y="1215"/>
                    <a:pt x="221" y="2545"/>
                  </a:cubicBezTo>
                  <a:cubicBezTo>
                    <a:pt x="240" y="2663"/>
                    <a:pt x="329" y="2716"/>
                    <a:pt x="420" y="2716"/>
                  </a:cubicBezTo>
                  <a:cubicBezTo>
                    <a:pt x="536" y="2716"/>
                    <a:pt x="654" y="2629"/>
                    <a:pt x="629" y="2478"/>
                  </a:cubicBezTo>
                  <a:cubicBezTo>
                    <a:pt x="434" y="1321"/>
                    <a:pt x="1359" y="413"/>
                    <a:pt x="2380" y="413"/>
                  </a:cubicBezTo>
                  <a:cubicBezTo>
                    <a:pt x="2787" y="413"/>
                    <a:pt x="3209" y="557"/>
                    <a:pt x="3582" y="889"/>
                  </a:cubicBezTo>
                  <a:cubicBezTo>
                    <a:pt x="4359" y="1614"/>
                    <a:pt x="4330" y="2857"/>
                    <a:pt x="3519" y="3543"/>
                  </a:cubicBezTo>
                  <a:cubicBezTo>
                    <a:pt x="3184" y="3824"/>
                    <a:pt x="2778" y="3959"/>
                    <a:pt x="2377" y="3959"/>
                  </a:cubicBezTo>
                  <a:cubicBezTo>
                    <a:pt x="1802" y="3959"/>
                    <a:pt x="1235" y="3682"/>
                    <a:pt x="893" y="3159"/>
                  </a:cubicBezTo>
                  <a:cubicBezTo>
                    <a:pt x="849" y="3091"/>
                    <a:pt x="788" y="3063"/>
                    <a:pt x="727" y="3063"/>
                  </a:cubicBezTo>
                  <a:cubicBezTo>
                    <a:pt x="583" y="3063"/>
                    <a:pt x="443" y="3223"/>
                    <a:pt x="548" y="3385"/>
                  </a:cubicBezTo>
                  <a:cubicBezTo>
                    <a:pt x="976" y="4034"/>
                    <a:pt x="1675" y="4369"/>
                    <a:pt x="2377" y="4369"/>
                  </a:cubicBezTo>
                  <a:cubicBezTo>
                    <a:pt x="2959" y="4369"/>
                    <a:pt x="3543" y="4140"/>
                    <a:pt x="3980" y="3668"/>
                  </a:cubicBezTo>
                  <a:cubicBezTo>
                    <a:pt x="5262" y="2276"/>
                    <a:pt x="4273" y="1"/>
                    <a:pt x="23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3"/>
            <p:cNvSpPr/>
            <p:nvPr/>
          </p:nvSpPr>
          <p:spPr>
            <a:xfrm>
              <a:off x="6829244" y="3526709"/>
              <a:ext cx="55392" cy="43496"/>
            </a:xfrm>
            <a:custGeom>
              <a:rect b="b" l="l" r="r" t="t"/>
              <a:pathLst>
                <a:path extrusionOk="0" h="1660" w="2114">
                  <a:moveTo>
                    <a:pt x="964" y="0"/>
                  </a:moveTo>
                  <a:cubicBezTo>
                    <a:pt x="949" y="0"/>
                    <a:pt x="934" y="2"/>
                    <a:pt x="917" y="5"/>
                  </a:cubicBezTo>
                  <a:cubicBezTo>
                    <a:pt x="135" y="164"/>
                    <a:pt x="0" y="1215"/>
                    <a:pt x="706" y="1570"/>
                  </a:cubicBezTo>
                  <a:cubicBezTo>
                    <a:pt x="830" y="1632"/>
                    <a:pt x="956" y="1659"/>
                    <a:pt x="1078" y="1659"/>
                  </a:cubicBezTo>
                  <a:cubicBezTo>
                    <a:pt x="1648" y="1659"/>
                    <a:pt x="2113" y="1047"/>
                    <a:pt x="1824" y="461"/>
                  </a:cubicBezTo>
                  <a:cubicBezTo>
                    <a:pt x="1784" y="377"/>
                    <a:pt x="1715" y="342"/>
                    <a:pt x="1646" y="342"/>
                  </a:cubicBezTo>
                  <a:cubicBezTo>
                    <a:pt x="1511" y="342"/>
                    <a:pt x="1375" y="477"/>
                    <a:pt x="1455" y="639"/>
                  </a:cubicBezTo>
                  <a:cubicBezTo>
                    <a:pt x="1601" y="936"/>
                    <a:pt x="1369" y="1246"/>
                    <a:pt x="1081" y="1246"/>
                  </a:cubicBezTo>
                  <a:cubicBezTo>
                    <a:pt x="1020" y="1246"/>
                    <a:pt x="956" y="1232"/>
                    <a:pt x="893" y="1200"/>
                  </a:cubicBezTo>
                  <a:cubicBezTo>
                    <a:pt x="533" y="1023"/>
                    <a:pt x="605" y="490"/>
                    <a:pt x="994" y="413"/>
                  </a:cubicBezTo>
                  <a:cubicBezTo>
                    <a:pt x="1246" y="359"/>
                    <a:pt x="1194" y="0"/>
                    <a:pt x="9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5" name="Google Shape;15205;p83"/>
          <p:cNvGrpSpPr/>
          <p:nvPr/>
        </p:nvGrpSpPr>
        <p:grpSpPr>
          <a:xfrm>
            <a:off x="7658737" y="3349606"/>
            <a:ext cx="110208" cy="363219"/>
            <a:chOff x="7658737" y="3349606"/>
            <a:chExt cx="110208" cy="363219"/>
          </a:xfrm>
        </p:grpSpPr>
        <p:sp>
          <p:nvSpPr>
            <p:cNvPr id="15206" name="Google Shape;15206;p83"/>
            <p:cNvSpPr/>
            <p:nvPr/>
          </p:nvSpPr>
          <p:spPr>
            <a:xfrm>
              <a:off x="7664292" y="3354978"/>
              <a:ext cx="96478" cy="304840"/>
            </a:xfrm>
            <a:custGeom>
              <a:rect b="b" l="l" r="r" t="t"/>
              <a:pathLst>
                <a:path extrusionOk="0" h="11634" w="3682">
                  <a:moveTo>
                    <a:pt x="1911" y="1"/>
                  </a:moveTo>
                  <a:cubicBezTo>
                    <a:pt x="1750" y="1"/>
                    <a:pt x="1589" y="67"/>
                    <a:pt x="1474" y="199"/>
                  </a:cubicBezTo>
                  <a:lnTo>
                    <a:pt x="874" y="876"/>
                  </a:lnTo>
                  <a:cubicBezTo>
                    <a:pt x="312" y="1514"/>
                    <a:pt x="0" y="2340"/>
                    <a:pt x="0" y="3189"/>
                  </a:cubicBezTo>
                  <a:lnTo>
                    <a:pt x="0" y="5532"/>
                  </a:lnTo>
                  <a:lnTo>
                    <a:pt x="255" y="5738"/>
                  </a:lnTo>
                  <a:cubicBezTo>
                    <a:pt x="519" y="5954"/>
                    <a:pt x="543" y="6353"/>
                    <a:pt x="307" y="6598"/>
                  </a:cubicBezTo>
                  <a:lnTo>
                    <a:pt x="0" y="6914"/>
                  </a:lnTo>
                  <a:lnTo>
                    <a:pt x="0" y="8369"/>
                  </a:lnTo>
                  <a:cubicBezTo>
                    <a:pt x="0" y="8839"/>
                    <a:pt x="149" y="9300"/>
                    <a:pt x="423" y="9689"/>
                  </a:cubicBezTo>
                  <a:lnTo>
                    <a:pt x="1810" y="11633"/>
                  </a:lnTo>
                  <a:lnTo>
                    <a:pt x="2266" y="11009"/>
                  </a:lnTo>
                  <a:lnTo>
                    <a:pt x="3245" y="9665"/>
                  </a:lnTo>
                  <a:cubicBezTo>
                    <a:pt x="3528" y="9276"/>
                    <a:pt x="3682" y="8806"/>
                    <a:pt x="3682" y="8326"/>
                  </a:cubicBezTo>
                  <a:lnTo>
                    <a:pt x="3682" y="5249"/>
                  </a:lnTo>
                  <a:lnTo>
                    <a:pt x="3197" y="4850"/>
                  </a:lnTo>
                  <a:cubicBezTo>
                    <a:pt x="2928" y="4634"/>
                    <a:pt x="2909" y="4241"/>
                    <a:pt x="3144" y="3996"/>
                  </a:cubicBezTo>
                  <a:lnTo>
                    <a:pt x="3682" y="3434"/>
                  </a:lnTo>
                  <a:lnTo>
                    <a:pt x="3682" y="3084"/>
                  </a:lnTo>
                  <a:cubicBezTo>
                    <a:pt x="3682" y="2282"/>
                    <a:pt x="3408" y="1500"/>
                    <a:pt x="2900" y="876"/>
                  </a:cubicBezTo>
                  <a:lnTo>
                    <a:pt x="2367" y="218"/>
                  </a:lnTo>
                  <a:lnTo>
                    <a:pt x="2362" y="213"/>
                  </a:lnTo>
                  <a:cubicBezTo>
                    <a:pt x="2245" y="72"/>
                    <a:pt x="2078" y="1"/>
                    <a:pt x="1911" y="1"/>
                  </a:cubicBezTo>
                  <a:close/>
                </a:path>
              </a:pathLst>
            </a:custGeom>
            <a:solidFill>
              <a:srgbClr val="B7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3"/>
            <p:cNvSpPr/>
            <p:nvPr/>
          </p:nvSpPr>
          <p:spPr>
            <a:xfrm>
              <a:off x="7687926" y="3360690"/>
              <a:ext cx="72843" cy="282777"/>
            </a:xfrm>
            <a:custGeom>
              <a:rect b="b" l="l" r="r" t="t"/>
              <a:pathLst>
                <a:path extrusionOk="0" h="10792" w="2780">
                  <a:moveTo>
                    <a:pt x="1460" y="0"/>
                  </a:moveTo>
                  <a:lnTo>
                    <a:pt x="879" y="658"/>
                  </a:lnTo>
                  <a:cubicBezTo>
                    <a:pt x="313" y="1296"/>
                    <a:pt x="1" y="2122"/>
                    <a:pt x="1" y="2971"/>
                  </a:cubicBezTo>
                  <a:lnTo>
                    <a:pt x="1" y="5314"/>
                  </a:lnTo>
                  <a:lnTo>
                    <a:pt x="260" y="5520"/>
                  </a:lnTo>
                  <a:cubicBezTo>
                    <a:pt x="524" y="5736"/>
                    <a:pt x="543" y="6135"/>
                    <a:pt x="308" y="6380"/>
                  </a:cubicBezTo>
                  <a:lnTo>
                    <a:pt x="1" y="6696"/>
                  </a:lnTo>
                  <a:lnTo>
                    <a:pt x="1" y="8151"/>
                  </a:lnTo>
                  <a:cubicBezTo>
                    <a:pt x="1" y="8621"/>
                    <a:pt x="149" y="9082"/>
                    <a:pt x="423" y="9471"/>
                  </a:cubicBezTo>
                  <a:lnTo>
                    <a:pt x="1364" y="10791"/>
                  </a:lnTo>
                  <a:lnTo>
                    <a:pt x="2343" y="9447"/>
                  </a:lnTo>
                  <a:cubicBezTo>
                    <a:pt x="2626" y="9058"/>
                    <a:pt x="2780" y="8588"/>
                    <a:pt x="2780" y="8108"/>
                  </a:cubicBezTo>
                  <a:lnTo>
                    <a:pt x="2780" y="5031"/>
                  </a:lnTo>
                  <a:lnTo>
                    <a:pt x="2295" y="4632"/>
                  </a:lnTo>
                  <a:cubicBezTo>
                    <a:pt x="2026" y="4416"/>
                    <a:pt x="2007" y="4023"/>
                    <a:pt x="2242" y="3778"/>
                  </a:cubicBezTo>
                  <a:lnTo>
                    <a:pt x="2780" y="3221"/>
                  </a:lnTo>
                  <a:lnTo>
                    <a:pt x="2780" y="2866"/>
                  </a:lnTo>
                  <a:cubicBezTo>
                    <a:pt x="2780" y="2064"/>
                    <a:pt x="2506" y="1287"/>
                    <a:pt x="1998" y="663"/>
                  </a:cubicBezTo>
                  <a:lnTo>
                    <a:pt x="1465" y="0"/>
                  </a:ln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3"/>
            <p:cNvSpPr/>
            <p:nvPr/>
          </p:nvSpPr>
          <p:spPr>
            <a:xfrm>
              <a:off x="7658737" y="3349606"/>
              <a:ext cx="88067" cy="254452"/>
            </a:xfrm>
            <a:custGeom>
              <a:rect b="b" l="l" r="r" t="t"/>
              <a:pathLst>
                <a:path extrusionOk="0" h="9711" w="3361">
                  <a:moveTo>
                    <a:pt x="2122" y="1"/>
                  </a:moveTo>
                  <a:cubicBezTo>
                    <a:pt x="1905" y="1"/>
                    <a:pt x="1687" y="89"/>
                    <a:pt x="1527" y="270"/>
                  </a:cubicBezTo>
                  <a:lnTo>
                    <a:pt x="932" y="946"/>
                  </a:lnTo>
                  <a:cubicBezTo>
                    <a:pt x="332" y="1623"/>
                    <a:pt x="6" y="2497"/>
                    <a:pt x="6" y="3399"/>
                  </a:cubicBezTo>
                  <a:lnTo>
                    <a:pt x="6" y="5737"/>
                  </a:lnTo>
                  <a:cubicBezTo>
                    <a:pt x="6" y="5987"/>
                    <a:pt x="476" y="6039"/>
                    <a:pt x="476" y="6399"/>
                  </a:cubicBezTo>
                  <a:cubicBezTo>
                    <a:pt x="476" y="6635"/>
                    <a:pt x="289" y="6711"/>
                    <a:pt x="63" y="6975"/>
                  </a:cubicBezTo>
                  <a:cubicBezTo>
                    <a:pt x="25" y="7014"/>
                    <a:pt x="6" y="7067"/>
                    <a:pt x="6" y="7119"/>
                  </a:cubicBezTo>
                  <a:lnTo>
                    <a:pt x="6" y="8574"/>
                  </a:lnTo>
                  <a:cubicBezTo>
                    <a:pt x="1" y="8920"/>
                    <a:pt x="73" y="9260"/>
                    <a:pt x="217" y="9577"/>
                  </a:cubicBezTo>
                  <a:cubicBezTo>
                    <a:pt x="252" y="9672"/>
                    <a:pt x="326" y="9711"/>
                    <a:pt x="400" y="9711"/>
                  </a:cubicBezTo>
                  <a:cubicBezTo>
                    <a:pt x="538" y="9711"/>
                    <a:pt x="679" y="9577"/>
                    <a:pt x="591" y="9409"/>
                  </a:cubicBezTo>
                  <a:cubicBezTo>
                    <a:pt x="476" y="9145"/>
                    <a:pt x="457" y="8358"/>
                    <a:pt x="419" y="7206"/>
                  </a:cubicBezTo>
                  <a:cubicBezTo>
                    <a:pt x="558" y="7023"/>
                    <a:pt x="889" y="6846"/>
                    <a:pt x="889" y="6399"/>
                  </a:cubicBezTo>
                  <a:cubicBezTo>
                    <a:pt x="889" y="5910"/>
                    <a:pt x="495" y="5723"/>
                    <a:pt x="419" y="5636"/>
                  </a:cubicBezTo>
                  <a:lnTo>
                    <a:pt x="419" y="3399"/>
                  </a:lnTo>
                  <a:cubicBezTo>
                    <a:pt x="419" y="2593"/>
                    <a:pt x="711" y="1820"/>
                    <a:pt x="1244" y="1220"/>
                  </a:cubicBezTo>
                  <a:lnTo>
                    <a:pt x="1839" y="543"/>
                  </a:lnTo>
                  <a:cubicBezTo>
                    <a:pt x="1915" y="456"/>
                    <a:pt x="2020" y="413"/>
                    <a:pt x="2125" y="413"/>
                  </a:cubicBezTo>
                  <a:cubicBezTo>
                    <a:pt x="2234" y="413"/>
                    <a:pt x="2342" y="460"/>
                    <a:pt x="2416" y="553"/>
                  </a:cubicBezTo>
                  <a:lnTo>
                    <a:pt x="2896" y="1148"/>
                  </a:lnTo>
                  <a:cubicBezTo>
                    <a:pt x="2942" y="1213"/>
                    <a:pt x="3002" y="1240"/>
                    <a:pt x="3060" y="1240"/>
                  </a:cubicBezTo>
                  <a:cubicBezTo>
                    <a:pt x="3216" y="1240"/>
                    <a:pt x="3361" y="1046"/>
                    <a:pt x="3217" y="889"/>
                  </a:cubicBezTo>
                  <a:lnTo>
                    <a:pt x="2737" y="294"/>
                  </a:lnTo>
                  <a:cubicBezTo>
                    <a:pt x="2580" y="99"/>
                    <a:pt x="2351" y="1"/>
                    <a:pt x="2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3"/>
            <p:cNvSpPr/>
            <p:nvPr/>
          </p:nvSpPr>
          <p:spPr>
            <a:xfrm>
              <a:off x="7672729" y="3388596"/>
              <a:ext cx="96216" cy="324230"/>
            </a:xfrm>
            <a:custGeom>
              <a:rect b="b" l="l" r="r" t="t"/>
              <a:pathLst>
                <a:path extrusionOk="0" h="12374" w="3672">
                  <a:moveTo>
                    <a:pt x="2985" y="0"/>
                  </a:moveTo>
                  <a:cubicBezTo>
                    <a:pt x="2844" y="0"/>
                    <a:pt x="2703" y="144"/>
                    <a:pt x="2798" y="313"/>
                  </a:cubicBezTo>
                  <a:cubicBezTo>
                    <a:pt x="3240" y="1182"/>
                    <a:pt x="3139" y="1926"/>
                    <a:pt x="3154" y="2070"/>
                  </a:cubicBezTo>
                  <a:lnTo>
                    <a:pt x="2674" y="2564"/>
                  </a:lnTo>
                  <a:cubicBezTo>
                    <a:pt x="2352" y="2900"/>
                    <a:pt x="2386" y="3438"/>
                    <a:pt x="2741" y="3731"/>
                  </a:cubicBezTo>
                  <a:lnTo>
                    <a:pt x="3154" y="4067"/>
                  </a:lnTo>
                  <a:lnTo>
                    <a:pt x="3154" y="7043"/>
                  </a:lnTo>
                  <a:cubicBezTo>
                    <a:pt x="3154" y="7480"/>
                    <a:pt x="3014" y="7907"/>
                    <a:pt x="2755" y="8262"/>
                  </a:cubicBezTo>
                  <a:lnTo>
                    <a:pt x="1728" y="9673"/>
                  </a:lnTo>
                  <a:lnTo>
                    <a:pt x="1728" y="4950"/>
                  </a:lnTo>
                  <a:lnTo>
                    <a:pt x="2664" y="4268"/>
                  </a:lnTo>
                  <a:cubicBezTo>
                    <a:pt x="2829" y="4130"/>
                    <a:pt x="2707" y="3895"/>
                    <a:pt x="2536" y="3895"/>
                  </a:cubicBezTo>
                  <a:cubicBezTo>
                    <a:pt x="2498" y="3895"/>
                    <a:pt x="2459" y="3906"/>
                    <a:pt x="2419" y="3932"/>
                  </a:cubicBezTo>
                  <a:lnTo>
                    <a:pt x="1728" y="4436"/>
                  </a:lnTo>
                  <a:lnTo>
                    <a:pt x="1728" y="298"/>
                  </a:lnTo>
                  <a:cubicBezTo>
                    <a:pt x="1735" y="152"/>
                    <a:pt x="1627" y="79"/>
                    <a:pt x="1520" y="79"/>
                  </a:cubicBezTo>
                  <a:cubicBezTo>
                    <a:pt x="1412" y="79"/>
                    <a:pt x="1305" y="152"/>
                    <a:pt x="1315" y="298"/>
                  </a:cubicBezTo>
                  <a:lnTo>
                    <a:pt x="1315" y="1618"/>
                  </a:lnTo>
                  <a:lnTo>
                    <a:pt x="835" y="1186"/>
                  </a:lnTo>
                  <a:cubicBezTo>
                    <a:pt x="792" y="1153"/>
                    <a:pt x="747" y="1138"/>
                    <a:pt x="704" y="1138"/>
                  </a:cubicBezTo>
                  <a:cubicBezTo>
                    <a:pt x="540" y="1138"/>
                    <a:pt x="408" y="1350"/>
                    <a:pt x="557" y="1498"/>
                  </a:cubicBezTo>
                  <a:cubicBezTo>
                    <a:pt x="1133" y="2007"/>
                    <a:pt x="1305" y="2161"/>
                    <a:pt x="1315" y="2170"/>
                  </a:cubicBezTo>
                  <a:lnTo>
                    <a:pt x="1315" y="6078"/>
                  </a:lnTo>
                  <a:lnTo>
                    <a:pt x="893" y="5684"/>
                  </a:lnTo>
                  <a:cubicBezTo>
                    <a:pt x="846" y="5636"/>
                    <a:pt x="794" y="5616"/>
                    <a:pt x="744" y="5616"/>
                  </a:cubicBezTo>
                  <a:cubicBezTo>
                    <a:pt x="576" y="5616"/>
                    <a:pt x="435" y="5846"/>
                    <a:pt x="609" y="5987"/>
                  </a:cubicBezTo>
                  <a:lnTo>
                    <a:pt x="1315" y="6639"/>
                  </a:lnTo>
                  <a:lnTo>
                    <a:pt x="1315" y="9750"/>
                  </a:lnTo>
                  <a:lnTo>
                    <a:pt x="485" y="8584"/>
                  </a:lnTo>
                  <a:cubicBezTo>
                    <a:pt x="439" y="8526"/>
                    <a:pt x="382" y="8502"/>
                    <a:pt x="326" y="8502"/>
                  </a:cubicBezTo>
                  <a:cubicBezTo>
                    <a:pt x="181" y="8502"/>
                    <a:pt x="43" y="8664"/>
                    <a:pt x="144" y="8824"/>
                  </a:cubicBezTo>
                  <a:lnTo>
                    <a:pt x="1315" y="10460"/>
                  </a:lnTo>
                  <a:lnTo>
                    <a:pt x="1315" y="10916"/>
                  </a:lnTo>
                  <a:lnTo>
                    <a:pt x="441" y="10076"/>
                  </a:lnTo>
                  <a:cubicBezTo>
                    <a:pt x="396" y="10033"/>
                    <a:pt x="347" y="10015"/>
                    <a:pt x="299" y="10015"/>
                  </a:cubicBezTo>
                  <a:cubicBezTo>
                    <a:pt x="137" y="10015"/>
                    <a:pt x="1" y="10230"/>
                    <a:pt x="153" y="10379"/>
                  </a:cubicBezTo>
                  <a:lnTo>
                    <a:pt x="1315" y="11492"/>
                  </a:lnTo>
                  <a:lnTo>
                    <a:pt x="1315" y="12179"/>
                  </a:lnTo>
                  <a:cubicBezTo>
                    <a:pt x="1322" y="12309"/>
                    <a:pt x="1422" y="12373"/>
                    <a:pt x="1522" y="12373"/>
                  </a:cubicBezTo>
                  <a:cubicBezTo>
                    <a:pt x="1621" y="12373"/>
                    <a:pt x="1721" y="12309"/>
                    <a:pt x="1728" y="12179"/>
                  </a:cubicBezTo>
                  <a:lnTo>
                    <a:pt x="1728" y="11492"/>
                  </a:lnTo>
                  <a:lnTo>
                    <a:pt x="2928" y="10283"/>
                  </a:lnTo>
                  <a:cubicBezTo>
                    <a:pt x="3062" y="10130"/>
                    <a:pt x="2928" y="9935"/>
                    <a:pt x="2771" y="9935"/>
                  </a:cubicBezTo>
                  <a:cubicBezTo>
                    <a:pt x="2726" y="9935"/>
                    <a:pt x="2678" y="9951"/>
                    <a:pt x="2635" y="9990"/>
                  </a:cubicBezTo>
                  <a:lnTo>
                    <a:pt x="1728" y="10907"/>
                  </a:lnTo>
                  <a:lnTo>
                    <a:pt x="1728" y="10374"/>
                  </a:lnTo>
                  <a:lnTo>
                    <a:pt x="3091" y="8502"/>
                  </a:lnTo>
                  <a:cubicBezTo>
                    <a:pt x="3403" y="8080"/>
                    <a:pt x="3571" y="7566"/>
                    <a:pt x="3571" y="7043"/>
                  </a:cubicBezTo>
                  <a:lnTo>
                    <a:pt x="3571" y="3971"/>
                  </a:lnTo>
                  <a:cubicBezTo>
                    <a:pt x="3571" y="3908"/>
                    <a:pt x="3542" y="3851"/>
                    <a:pt x="3494" y="3807"/>
                  </a:cubicBezTo>
                  <a:lnTo>
                    <a:pt x="3005" y="3409"/>
                  </a:lnTo>
                  <a:cubicBezTo>
                    <a:pt x="2837" y="3270"/>
                    <a:pt x="2822" y="3015"/>
                    <a:pt x="2976" y="2857"/>
                  </a:cubicBezTo>
                  <a:cubicBezTo>
                    <a:pt x="3475" y="2310"/>
                    <a:pt x="3566" y="2300"/>
                    <a:pt x="3566" y="2156"/>
                  </a:cubicBezTo>
                  <a:cubicBezTo>
                    <a:pt x="3552" y="1969"/>
                    <a:pt x="3672" y="1119"/>
                    <a:pt x="3168" y="126"/>
                  </a:cubicBezTo>
                  <a:cubicBezTo>
                    <a:pt x="3128" y="37"/>
                    <a:pt x="3057" y="0"/>
                    <a:pt x="29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0" name="Google Shape;15210;p83"/>
          <p:cNvGrpSpPr/>
          <p:nvPr/>
        </p:nvGrpSpPr>
        <p:grpSpPr>
          <a:xfrm>
            <a:off x="7975263" y="3383696"/>
            <a:ext cx="363717" cy="295355"/>
            <a:chOff x="7975263" y="3383696"/>
            <a:chExt cx="363717" cy="295355"/>
          </a:xfrm>
        </p:grpSpPr>
        <p:sp>
          <p:nvSpPr>
            <p:cNvPr id="15211" name="Google Shape;15211;p83"/>
            <p:cNvSpPr/>
            <p:nvPr/>
          </p:nvSpPr>
          <p:spPr>
            <a:xfrm>
              <a:off x="7980870" y="3406702"/>
              <a:ext cx="352843" cy="255632"/>
            </a:xfrm>
            <a:custGeom>
              <a:rect b="b" l="l" r="r" t="t"/>
              <a:pathLst>
                <a:path extrusionOk="0" h="9756" w="13466">
                  <a:moveTo>
                    <a:pt x="380" y="1"/>
                  </a:moveTo>
                  <a:cubicBezTo>
                    <a:pt x="168" y="1"/>
                    <a:pt x="0" y="174"/>
                    <a:pt x="0" y="380"/>
                  </a:cubicBezTo>
                  <a:lnTo>
                    <a:pt x="0" y="9376"/>
                  </a:lnTo>
                  <a:cubicBezTo>
                    <a:pt x="0" y="9587"/>
                    <a:pt x="168" y="9755"/>
                    <a:pt x="380" y="9755"/>
                  </a:cubicBezTo>
                  <a:lnTo>
                    <a:pt x="13086" y="9755"/>
                  </a:lnTo>
                  <a:cubicBezTo>
                    <a:pt x="13292" y="9755"/>
                    <a:pt x="13465" y="9587"/>
                    <a:pt x="13465" y="9376"/>
                  </a:cubicBezTo>
                  <a:lnTo>
                    <a:pt x="13465" y="380"/>
                  </a:lnTo>
                  <a:cubicBezTo>
                    <a:pt x="13465" y="174"/>
                    <a:pt x="13292" y="1"/>
                    <a:pt x="13086"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3"/>
            <p:cNvSpPr/>
            <p:nvPr/>
          </p:nvSpPr>
          <p:spPr>
            <a:xfrm>
              <a:off x="8302349" y="3406702"/>
              <a:ext cx="31364" cy="255632"/>
            </a:xfrm>
            <a:custGeom>
              <a:rect b="b" l="l" r="r" t="t"/>
              <a:pathLst>
                <a:path extrusionOk="0" h="9756" w="1197">
                  <a:moveTo>
                    <a:pt x="1" y="1"/>
                  </a:moveTo>
                  <a:cubicBezTo>
                    <a:pt x="212" y="1"/>
                    <a:pt x="380" y="174"/>
                    <a:pt x="380" y="380"/>
                  </a:cubicBezTo>
                  <a:lnTo>
                    <a:pt x="380" y="9376"/>
                  </a:lnTo>
                  <a:cubicBezTo>
                    <a:pt x="380" y="9587"/>
                    <a:pt x="212" y="9755"/>
                    <a:pt x="1" y="9755"/>
                  </a:cubicBezTo>
                  <a:lnTo>
                    <a:pt x="817" y="9755"/>
                  </a:lnTo>
                  <a:cubicBezTo>
                    <a:pt x="1023" y="9755"/>
                    <a:pt x="1196" y="9587"/>
                    <a:pt x="1196" y="9376"/>
                  </a:cubicBezTo>
                  <a:lnTo>
                    <a:pt x="1196" y="380"/>
                  </a:lnTo>
                  <a:cubicBezTo>
                    <a:pt x="1196" y="174"/>
                    <a:pt x="1023" y="1"/>
                    <a:pt x="8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3"/>
            <p:cNvSpPr/>
            <p:nvPr/>
          </p:nvSpPr>
          <p:spPr>
            <a:xfrm>
              <a:off x="8001125" y="3388989"/>
              <a:ext cx="156114" cy="229298"/>
            </a:xfrm>
            <a:custGeom>
              <a:rect b="b" l="l" r="r" t="t"/>
              <a:pathLst>
                <a:path extrusionOk="0" h="8751" w="5958">
                  <a:moveTo>
                    <a:pt x="0" y="0"/>
                  </a:moveTo>
                  <a:lnTo>
                    <a:pt x="0" y="8751"/>
                  </a:lnTo>
                  <a:lnTo>
                    <a:pt x="5957" y="8751"/>
                  </a:lnTo>
                  <a:lnTo>
                    <a:pt x="5957"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83"/>
            <p:cNvSpPr/>
            <p:nvPr/>
          </p:nvSpPr>
          <p:spPr>
            <a:xfrm>
              <a:off x="8157213" y="3388989"/>
              <a:ext cx="156246" cy="229298"/>
            </a:xfrm>
            <a:custGeom>
              <a:rect b="b" l="l" r="r" t="t"/>
              <a:pathLst>
                <a:path extrusionOk="0" h="8751" w="5963">
                  <a:moveTo>
                    <a:pt x="0" y="0"/>
                  </a:moveTo>
                  <a:lnTo>
                    <a:pt x="0" y="8751"/>
                  </a:lnTo>
                  <a:lnTo>
                    <a:pt x="5962" y="8751"/>
                  </a:lnTo>
                  <a:lnTo>
                    <a:pt x="59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3"/>
            <p:cNvSpPr/>
            <p:nvPr/>
          </p:nvSpPr>
          <p:spPr>
            <a:xfrm>
              <a:off x="8001125" y="3618260"/>
              <a:ext cx="156114" cy="21303"/>
            </a:xfrm>
            <a:custGeom>
              <a:rect b="b" l="l" r="r" t="t"/>
              <a:pathLst>
                <a:path extrusionOk="0" h="813" w="5958">
                  <a:moveTo>
                    <a:pt x="0" y="1"/>
                  </a:moveTo>
                  <a:lnTo>
                    <a:pt x="0" y="812"/>
                  </a:lnTo>
                  <a:lnTo>
                    <a:pt x="5957" y="812"/>
                  </a:lnTo>
                  <a:lnTo>
                    <a:pt x="5957"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3"/>
            <p:cNvSpPr/>
            <p:nvPr/>
          </p:nvSpPr>
          <p:spPr>
            <a:xfrm>
              <a:off x="8157213" y="3618260"/>
              <a:ext cx="156246" cy="21303"/>
            </a:xfrm>
            <a:custGeom>
              <a:rect b="b" l="l" r="r" t="t"/>
              <a:pathLst>
                <a:path extrusionOk="0" h="813" w="5963">
                  <a:moveTo>
                    <a:pt x="0" y="1"/>
                  </a:moveTo>
                  <a:lnTo>
                    <a:pt x="0" y="812"/>
                  </a:lnTo>
                  <a:lnTo>
                    <a:pt x="5962" y="812"/>
                  </a:lnTo>
                  <a:lnTo>
                    <a:pt x="59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3"/>
            <p:cNvSpPr/>
            <p:nvPr/>
          </p:nvSpPr>
          <p:spPr>
            <a:xfrm>
              <a:off x="8141858" y="3639537"/>
              <a:ext cx="30605" cy="34116"/>
            </a:xfrm>
            <a:custGeom>
              <a:rect b="b" l="l" r="r" t="t"/>
              <a:pathLst>
                <a:path extrusionOk="0" h="1302" w="1168">
                  <a:moveTo>
                    <a:pt x="1" y="0"/>
                  </a:moveTo>
                  <a:lnTo>
                    <a:pt x="1" y="1085"/>
                  </a:lnTo>
                  <a:cubicBezTo>
                    <a:pt x="1" y="1205"/>
                    <a:pt x="102" y="1301"/>
                    <a:pt x="222" y="1301"/>
                  </a:cubicBezTo>
                  <a:lnTo>
                    <a:pt x="951" y="1301"/>
                  </a:lnTo>
                  <a:cubicBezTo>
                    <a:pt x="1071" y="1301"/>
                    <a:pt x="1167" y="1205"/>
                    <a:pt x="1167" y="1085"/>
                  </a:cubicBezTo>
                  <a:lnTo>
                    <a:pt x="1167"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3"/>
            <p:cNvSpPr/>
            <p:nvPr/>
          </p:nvSpPr>
          <p:spPr>
            <a:xfrm>
              <a:off x="8188158" y="3425069"/>
              <a:ext cx="95115" cy="35504"/>
            </a:xfrm>
            <a:custGeom>
              <a:rect b="b" l="l" r="r" t="t"/>
              <a:pathLst>
                <a:path extrusionOk="0" h="1355" w="3630">
                  <a:moveTo>
                    <a:pt x="0" y="1"/>
                  </a:moveTo>
                  <a:lnTo>
                    <a:pt x="0" y="1354"/>
                  </a:lnTo>
                  <a:lnTo>
                    <a:pt x="3629" y="1354"/>
                  </a:lnTo>
                  <a:lnTo>
                    <a:pt x="362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3"/>
            <p:cNvSpPr/>
            <p:nvPr/>
          </p:nvSpPr>
          <p:spPr>
            <a:xfrm>
              <a:off x="7975263" y="3383696"/>
              <a:ext cx="363717" cy="295355"/>
            </a:xfrm>
            <a:custGeom>
              <a:rect b="b" l="l" r="r" t="t"/>
              <a:pathLst>
                <a:path extrusionOk="0" h="11272" w="13881">
                  <a:moveTo>
                    <a:pt x="6743" y="409"/>
                  </a:moveTo>
                  <a:lnTo>
                    <a:pt x="6743" y="8751"/>
                  </a:lnTo>
                  <a:lnTo>
                    <a:pt x="1189" y="8751"/>
                  </a:lnTo>
                  <a:lnTo>
                    <a:pt x="1189" y="409"/>
                  </a:lnTo>
                  <a:close/>
                  <a:moveTo>
                    <a:pt x="6743" y="9155"/>
                  </a:moveTo>
                  <a:lnTo>
                    <a:pt x="6743" y="9563"/>
                  </a:lnTo>
                  <a:lnTo>
                    <a:pt x="1189" y="9563"/>
                  </a:lnTo>
                  <a:lnTo>
                    <a:pt x="1189" y="9155"/>
                  </a:lnTo>
                  <a:close/>
                  <a:moveTo>
                    <a:pt x="12700" y="9155"/>
                  </a:moveTo>
                  <a:lnTo>
                    <a:pt x="12700" y="9563"/>
                  </a:lnTo>
                  <a:lnTo>
                    <a:pt x="7146" y="9563"/>
                  </a:lnTo>
                  <a:lnTo>
                    <a:pt x="7146" y="9155"/>
                  </a:lnTo>
                  <a:close/>
                  <a:moveTo>
                    <a:pt x="7324" y="9971"/>
                  </a:moveTo>
                  <a:lnTo>
                    <a:pt x="7324" y="10849"/>
                  </a:lnTo>
                  <a:cubicBezTo>
                    <a:pt x="7324" y="10859"/>
                    <a:pt x="7319" y="10863"/>
                    <a:pt x="7309" y="10863"/>
                  </a:cubicBezTo>
                  <a:lnTo>
                    <a:pt x="6580" y="10863"/>
                  </a:lnTo>
                  <a:cubicBezTo>
                    <a:pt x="6570" y="10863"/>
                    <a:pt x="6565" y="10859"/>
                    <a:pt x="6565" y="10849"/>
                  </a:cubicBezTo>
                  <a:lnTo>
                    <a:pt x="6565" y="9971"/>
                  </a:lnTo>
                  <a:close/>
                  <a:moveTo>
                    <a:pt x="11297" y="0"/>
                  </a:moveTo>
                  <a:cubicBezTo>
                    <a:pt x="11293" y="0"/>
                    <a:pt x="11288" y="0"/>
                    <a:pt x="11284" y="1"/>
                  </a:cubicBezTo>
                  <a:lnTo>
                    <a:pt x="987" y="1"/>
                  </a:lnTo>
                  <a:cubicBezTo>
                    <a:pt x="872" y="1"/>
                    <a:pt x="781" y="92"/>
                    <a:pt x="781" y="202"/>
                  </a:cubicBezTo>
                  <a:lnTo>
                    <a:pt x="781" y="677"/>
                  </a:lnTo>
                  <a:lnTo>
                    <a:pt x="594" y="677"/>
                  </a:lnTo>
                  <a:cubicBezTo>
                    <a:pt x="272" y="677"/>
                    <a:pt x="8" y="937"/>
                    <a:pt x="8" y="1263"/>
                  </a:cubicBezTo>
                  <a:lnTo>
                    <a:pt x="8" y="2161"/>
                  </a:lnTo>
                  <a:cubicBezTo>
                    <a:pt x="15" y="2288"/>
                    <a:pt x="114" y="2351"/>
                    <a:pt x="212" y="2351"/>
                  </a:cubicBezTo>
                  <a:cubicBezTo>
                    <a:pt x="310" y="2351"/>
                    <a:pt x="409" y="2288"/>
                    <a:pt x="416" y="2161"/>
                  </a:cubicBezTo>
                  <a:lnTo>
                    <a:pt x="416" y="1263"/>
                  </a:lnTo>
                  <a:cubicBezTo>
                    <a:pt x="416" y="1162"/>
                    <a:pt x="493" y="1085"/>
                    <a:pt x="594" y="1085"/>
                  </a:cubicBezTo>
                  <a:lnTo>
                    <a:pt x="781" y="1085"/>
                  </a:lnTo>
                  <a:lnTo>
                    <a:pt x="781" y="9769"/>
                  </a:lnTo>
                  <a:cubicBezTo>
                    <a:pt x="781" y="9879"/>
                    <a:pt x="872" y="9971"/>
                    <a:pt x="987" y="9971"/>
                  </a:cubicBezTo>
                  <a:lnTo>
                    <a:pt x="6157" y="9971"/>
                  </a:lnTo>
                  <a:lnTo>
                    <a:pt x="6157" y="10431"/>
                  </a:lnTo>
                  <a:lnTo>
                    <a:pt x="589" y="10431"/>
                  </a:lnTo>
                  <a:cubicBezTo>
                    <a:pt x="493" y="10431"/>
                    <a:pt x="416" y="10350"/>
                    <a:pt x="416" y="10254"/>
                  </a:cubicBezTo>
                  <a:lnTo>
                    <a:pt x="416" y="3025"/>
                  </a:lnTo>
                  <a:cubicBezTo>
                    <a:pt x="423" y="2883"/>
                    <a:pt x="318" y="2812"/>
                    <a:pt x="212" y="2812"/>
                  </a:cubicBezTo>
                  <a:cubicBezTo>
                    <a:pt x="106" y="2812"/>
                    <a:pt x="1" y="2883"/>
                    <a:pt x="8" y="3025"/>
                  </a:cubicBezTo>
                  <a:lnTo>
                    <a:pt x="8" y="10254"/>
                  </a:lnTo>
                  <a:cubicBezTo>
                    <a:pt x="8" y="10575"/>
                    <a:pt x="267" y="10835"/>
                    <a:pt x="589" y="10835"/>
                  </a:cubicBezTo>
                  <a:lnTo>
                    <a:pt x="6157" y="10835"/>
                  </a:lnTo>
                  <a:lnTo>
                    <a:pt x="6157" y="10849"/>
                  </a:lnTo>
                  <a:cubicBezTo>
                    <a:pt x="6157" y="11084"/>
                    <a:pt x="6344" y="11271"/>
                    <a:pt x="6580" y="11271"/>
                  </a:cubicBezTo>
                  <a:lnTo>
                    <a:pt x="7309" y="11271"/>
                  </a:lnTo>
                  <a:cubicBezTo>
                    <a:pt x="7540" y="11271"/>
                    <a:pt x="7727" y="11084"/>
                    <a:pt x="7727" y="10849"/>
                  </a:cubicBezTo>
                  <a:lnTo>
                    <a:pt x="7727" y="10835"/>
                  </a:lnTo>
                  <a:lnTo>
                    <a:pt x="13300" y="10835"/>
                  </a:lnTo>
                  <a:cubicBezTo>
                    <a:pt x="13622" y="10835"/>
                    <a:pt x="13881" y="10575"/>
                    <a:pt x="13881" y="10254"/>
                  </a:cubicBezTo>
                  <a:lnTo>
                    <a:pt x="13881" y="1258"/>
                  </a:lnTo>
                  <a:cubicBezTo>
                    <a:pt x="13881" y="937"/>
                    <a:pt x="13622" y="677"/>
                    <a:pt x="13300" y="677"/>
                  </a:cubicBezTo>
                  <a:lnTo>
                    <a:pt x="13108" y="677"/>
                  </a:lnTo>
                  <a:lnTo>
                    <a:pt x="13108" y="202"/>
                  </a:lnTo>
                  <a:cubicBezTo>
                    <a:pt x="13108" y="92"/>
                    <a:pt x="13017" y="1"/>
                    <a:pt x="12906" y="1"/>
                  </a:cubicBezTo>
                  <a:lnTo>
                    <a:pt x="12134" y="1"/>
                  </a:lnTo>
                  <a:cubicBezTo>
                    <a:pt x="11879" y="15"/>
                    <a:pt x="11879" y="394"/>
                    <a:pt x="12134" y="404"/>
                  </a:cubicBezTo>
                  <a:lnTo>
                    <a:pt x="12700" y="404"/>
                  </a:lnTo>
                  <a:lnTo>
                    <a:pt x="12700" y="7354"/>
                  </a:lnTo>
                  <a:cubicBezTo>
                    <a:pt x="12707" y="7482"/>
                    <a:pt x="12806" y="7545"/>
                    <a:pt x="12904" y="7545"/>
                  </a:cubicBezTo>
                  <a:cubicBezTo>
                    <a:pt x="13002" y="7545"/>
                    <a:pt x="13101" y="7482"/>
                    <a:pt x="13108" y="7354"/>
                  </a:cubicBezTo>
                  <a:lnTo>
                    <a:pt x="13108" y="1085"/>
                  </a:lnTo>
                  <a:lnTo>
                    <a:pt x="13300" y="1085"/>
                  </a:lnTo>
                  <a:cubicBezTo>
                    <a:pt x="13396" y="1085"/>
                    <a:pt x="13473" y="1162"/>
                    <a:pt x="13473" y="1258"/>
                  </a:cubicBezTo>
                  <a:lnTo>
                    <a:pt x="13473" y="10254"/>
                  </a:lnTo>
                  <a:cubicBezTo>
                    <a:pt x="13473" y="10350"/>
                    <a:pt x="13396" y="10427"/>
                    <a:pt x="13300" y="10431"/>
                  </a:cubicBezTo>
                  <a:lnTo>
                    <a:pt x="7732" y="10431"/>
                  </a:lnTo>
                  <a:lnTo>
                    <a:pt x="7732" y="9971"/>
                  </a:lnTo>
                  <a:lnTo>
                    <a:pt x="12906" y="9971"/>
                  </a:lnTo>
                  <a:cubicBezTo>
                    <a:pt x="13017" y="9971"/>
                    <a:pt x="13108" y="9879"/>
                    <a:pt x="13108" y="9764"/>
                  </a:cubicBezTo>
                  <a:lnTo>
                    <a:pt x="13108" y="8223"/>
                  </a:lnTo>
                  <a:cubicBezTo>
                    <a:pt x="13101" y="8096"/>
                    <a:pt x="13002" y="8033"/>
                    <a:pt x="12904" y="8033"/>
                  </a:cubicBezTo>
                  <a:cubicBezTo>
                    <a:pt x="12806" y="8033"/>
                    <a:pt x="12707" y="8096"/>
                    <a:pt x="12700" y="8223"/>
                  </a:cubicBezTo>
                  <a:lnTo>
                    <a:pt x="12700" y="8751"/>
                  </a:lnTo>
                  <a:lnTo>
                    <a:pt x="7146" y="8751"/>
                  </a:lnTo>
                  <a:lnTo>
                    <a:pt x="7146" y="409"/>
                  </a:lnTo>
                  <a:lnTo>
                    <a:pt x="11284" y="409"/>
                  </a:lnTo>
                  <a:cubicBezTo>
                    <a:pt x="11288" y="409"/>
                    <a:pt x="11293" y="409"/>
                    <a:pt x="11297" y="409"/>
                  </a:cubicBezTo>
                  <a:cubicBezTo>
                    <a:pt x="11563" y="409"/>
                    <a:pt x="11563" y="0"/>
                    <a:pt x="11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3"/>
            <p:cNvSpPr/>
            <p:nvPr/>
          </p:nvSpPr>
          <p:spPr>
            <a:xfrm>
              <a:off x="8054945" y="3419803"/>
              <a:ext cx="79027" cy="10717"/>
            </a:xfrm>
            <a:custGeom>
              <a:rect b="b" l="l" r="r" t="t"/>
              <a:pathLst>
                <a:path extrusionOk="0" h="409" w="3016">
                  <a:moveTo>
                    <a:pt x="260" y="0"/>
                  </a:moveTo>
                  <a:cubicBezTo>
                    <a:pt x="1" y="15"/>
                    <a:pt x="1" y="394"/>
                    <a:pt x="260" y="408"/>
                  </a:cubicBezTo>
                  <a:lnTo>
                    <a:pt x="2761" y="408"/>
                  </a:lnTo>
                  <a:cubicBezTo>
                    <a:pt x="3015" y="394"/>
                    <a:pt x="3015" y="15"/>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3"/>
            <p:cNvSpPr/>
            <p:nvPr/>
          </p:nvSpPr>
          <p:spPr>
            <a:xfrm>
              <a:off x="8025388" y="3441053"/>
              <a:ext cx="109212" cy="10717"/>
            </a:xfrm>
            <a:custGeom>
              <a:rect b="b" l="l" r="r" t="t"/>
              <a:pathLst>
                <a:path extrusionOk="0" h="409" w="4168">
                  <a:moveTo>
                    <a:pt x="3903" y="0"/>
                  </a:moveTo>
                  <a:cubicBezTo>
                    <a:pt x="3898" y="0"/>
                    <a:pt x="3894" y="0"/>
                    <a:pt x="3889" y="0"/>
                  </a:cubicBezTo>
                  <a:lnTo>
                    <a:pt x="260" y="0"/>
                  </a:lnTo>
                  <a:cubicBezTo>
                    <a:pt x="1" y="15"/>
                    <a:pt x="1" y="394"/>
                    <a:pt x="260" y="408"/>
                  </a:cubicBezTo>
                  <a:lnTo>
                    <a:pt x="3889" y="408"/>
                  </a:lnTo>
                  <a:cubicBezTo>
                    <a:pt x="3894" y="409"/>
                    <a:pt x="3898" y="409"/>
                    <a:pt x="3903" y="409"/>
                  </a:cubicBezTo>
                  <a:cubicBezTo>
                    <a:pt x="4168" y="409"/>
                    <a:pt x="4168" y="0"/>
                    <a:pt x="3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3"/>
            <p:cNvSpPr/>
            <p:nvPr/>
          </p:nvSpPr>
          <p:spPr>
            <a:xfrm>
              <a:off x="8025388" y="3462408"/>
              <a:ext cx="109212" cy="10638"/>
            </a:xfrm>
            <a:custGeom>
              <a:rect b="b" l="l" r="r" t="t"/>
              <a:pathLst>
                <a:path extrusionOk="0" h="406" w="4168">
                  <a:moveTo>
                    <a:pt x="3907" y="1"/>
                  </a:moveTo>
                  <a:cubicBezTo>
                    <a:pt x="3901" y="1"/>
                    <a:pt x="3895" y="1"/>
                    <a:pt x="3889" y="1"/>
                  </a:cubicBezTo>
                  <a:lnTo>
                    <a:pt x="260" y="1"/>
                  </a:lnTo>
                  <a:cubicBezTo>
                    <a:pt x="1" y="11"/>
                    <a:pt x="1" y="390"/>
                    <a:pt x="260" y="405"/>
                  </a:cubicBezTo>
                  <a:lnTo>
                    <a:pt x="3889" y="405"/>
                  </a:lnTo>
                  <a:cubicBezTo>
                    <a:pt x="3894" y="405"/>
                    <a:pt x="3898" y="405"/>
                    <a:pt x="3903" y="405"/>
                  </a:cubicBezTo>
                  <a:cubicBezTo>
                    <a:pt x="4166" y="405"/>
                    <a:pt x="4168" y="1"/>
                    <a:pt x="3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3"/>
            <p:cNvSpPr/>
            <p:nvPr/>
          </p:nvSpPr>
          <p:spPr>
            <a:xfrm>
              <a:off x="8024890" y="3483684"/>
              <a:ext cx="87700" cy="10743"/>
            </a:xfrm>
            <a:custGeom>
              <a:rect b="b" l="l" r="r" t="t"/>
              <a:pathLst>
                <a:path extrusionOk="0" h="410" w="3347">
                  <a:moveTo>
                    <a:pt x="265" y="0"/>
                  </a:moveTo>
                  <a:cubicBezTo>
                    <a:pt x="0" y="0"/>
                    <a:pt x="0" y="409"/>
                    <a:pt x="265" y="409"/>
                  </a:cubicBezTo>
                  <a:cubicBezTo>
                    <a:pt x="270" y="409"/>
                    <a:pt x="274" y="409"/>
                    <a:pt x="279" y="409"/>
                  </a:cubicBezTo>
                  <a:lnTo>
                    <a:pt x="3063" y="409"/>
                  </a:lnTo>
                  <a:cubicBezTo>
                    <a:pt x="3068" y="409"/>
                    <a:pt x="3072" y="409"/>
                    <a:pt x="3077" y="409"/>
                  </a:cubicBezTo>
                  <a:cubicBezTo>
                    <a:pt x="3347" y="409"/>
                    <a:pt x="3347" y="0"/>
                    <a:pt x="3077" y="0"/>
                  </a:cubicBezTo>
                  <a:cubicBezTo>
                    <a:pt x="3072" y="0"/>
                    <a:pt x="3068" y="0"/>
                    <a:pt x="3063" y="1"/>
                  </a:cubicBezTo>
                  <a:lnTo>
                    <a:pt x="279" y="1"/>
                  </a:lnTo>
                  <a:cubicBezTo>
                    <a:pt x="274" y="0"/>
                    <a:pt x="27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3"/>
            <p:cNvSpPr/>
            <p:nvPr/>
          </p:nvSpPr>
          <p:spPr>
            <a:xfrm>
              <a:off x="8054945" y="3525949"/>
              <a:ext cx="79656" cy="10717"/>
            </a:xfrm>
            <a:custGeom>
              <a:rect b="b" l="l" r="r" t="t"/>
              <a:pathLst>
                <a:path extrusionOk="0" h="409" w="3040">
                  <a:moveTo>
                    <a:pt x="2775" y="0"/>
                  </a:moveTo>
                  <a:cubicBezTo>
                    <a:pt x="2770" y="0"/>
                    <a:pt x="2766" y="0"/>
                    <a:pt x="2761" y="1"/>
                  </a:cubicBezTo>
                  <a:lnTo>
                    <a:pt x="260" y="1"/>
                  </a:lnTo>
                  <a:cubicBezTo>
                    <a:pt x="1" y="15"/>
                    <a:pt x="1" y="394"/>
                    <a:pt x="260" y="409"/>
                  </a:cubicBezTo>
                  <a:lnTo>
                    <a:pt x="2761" y="409"/>
                  </a:lnTo>
                  <a:cubicBezTo>
                    <a:pt x="2766" y="409"/>
                    <a:pt x="2770" y="409"/>
                    <a:pt x="2775" y="409"/>
                  </a:cubicBezTo>
                  <a:cubicBezTo>
                    <a:pt x="3040" y="409"/>
                    <a:pt x="3040" y="0"/>
                    <a:pt x="27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3"/>
            <p:cNvSpPr/>
            <p:nvPr/>
          </p:nvSpPr>
          <p:spPr>
            <a:xfrm>
              <a:off x="8025388" y="3547330"/>
              <a:ext cx="109212" cy="10612"/>
            </a:xfrm>
            <a:custGeom>
              <a:rect b="b" l="l" r="r" t="t"/>
              <a:pathLst>
                <a:path extrusionOk="0" h="405" w="4168">
                  <a:moveTo>
                    <a:pt x="3907" y="0"/>
                  </a:moveTo>
                  <a:cubicBezTo>
                    <a:pt x="3901" y="0"/>
                    <a:pt x="3895" y="0"/>
                    <a:pt x="3889" y="1"/>
                  </a:cubicBezTo>
                  <a:lnTo>
                    <a:pt x="260" y="1"/>
                  </a:lnTo>
                  <a:cubicBezTo>
                    <a:pt x="1" y="15"/>
                    <a:pt x="1" y="389"/>
                    <a:pt x="260" y="404"/>
                  </a:cubicBezTo>
                  <a:lnTo>
                    <a:pt x="3889" y="404"/>
                  </a:lnTo>
                  <a:cubicBezTo>
                    <a:pt x="3894" y="404"/>
                    <a:pt x="3898" y="404"/>
                    <a:pt x="3903" y="404"/>
                  </a:cubicBezTo>
                  <a:cubicBezTo>
                    <a:pt x="4166" y="404"/>
                    <a:pt x="4168" y="0"/>
                    <a:pt x="3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83"/>
            <p:cNvSpPr/>
            <p:nvPr/>
          </p:nvSpPr>
          <p:spPr>
            <a:xfrm>
              <a:off x="8025388" y="3568581"/>
              <a:ext cx="54370" cy="10743"/>
            </a:xfrm>
            <a:custGeom>
              <a:rect b="b" l="l" r="r" t="t"/>
              <a:pathLst>
                <a:path extrusionOk="0" h="410" w="2075">
                  <a:moveTo>
                    <a:pt x="1805" y="1"/>
                  </a:moveTo>
                  <a:cubicBezTo>
                    <a:pt x="1801" y="1"/>
                    <a:pt x="1796" y="1"/>
                    <a:pt x="1791" y="1"/>
                  </a:cubicBezTo>
                  <a:lnTo>
                    <a:pt x="260" y="1"/>
                  </a:lnTo>
                  <a:cubicBezTo>
                    <a:pt x="1" y="15"/>
                    <a:pt x="1" y="395"/>
                    <a:pt x="260" y="409"/>
                  </a:cubicBezTo>
                  <a:lnTo>
                    <a:pt x="1791" y="409"/>
                  </a:lnTo>
                  <a:cubicBezTo>
                    <a:pt x="1796" y="409"/>
                    <a:pt x="1801" y="409"/>
                    <a:pt x="1805" y="409"/>
                  </a:cubicBezTo>
                  <a:cubicBezTo>
                    <a:pt x="2075" y="409"/>
                    <a:pt x="2075" y="1"/>
                    <a:pt x="18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3"/>
            <p:cNvSpPr/>
            <p:nvPr/>
          </p:nvSpPr>
          <p:spPr>
            <a:xfrm>
              <a:off x="8208151" y="3490733"/>
              <a:ext cx="79656" cy="10612"/>
            </a:xfrm>
            <a:custGeom>
              <a:rect b="b" l="l" r="r" t="t"/>
              <a:pathLst>
                <a:path extrusionOk="0" h="405" w="3040">
                  <a:moveTo>
                    <a:pt x="270" y="0"/>
                  </a:moveTo>
                  <a:cubicBezTo>
                    <a:pt x="2" y="0"/>
                    <a:pt x="0" y="404"/>
                    <a:pt x="266" y="404"/>
                  </a:cubicBezTo>
                  <a:cubicBezTo>
                    <a:pt x="271" y="404"/>
                    <a:pt x="278" y="404"/>
                    <a:pt x="284" y="404"/>
                  </a:cubicBezTo>
                  <a:lnTo>
                    <a:pt x="2780" y="404"/>
                  </a:lnTo>
                  <a:cubicBezTo>
                    <a:pt x="3039" y="389"/>
                    <a:pt x="3039" y="15"/>
                    <a:pt x="2780" y="1"/>
                  </a:cubicBezTo>
                  <a:lnTo>
                    <a:pt x="284" y="1"/>
                  </a:lnTo>
                  <a:cubicBezTo>
                    <a:pt x="279" y="0"/>
                    <a:pt x="274"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3"/>
            <p:cNvSpPr/>
            <p:nvPr/>
          </p:nvSpPr>
          <p:spPr>
            <a:xfrm>
              <a:off x="8178463" y="3511983"/>
              <a:ext cx="107954" cy="10743"/>
            </a:xfrm>
            <a:custGeom>
              <a:rect b="b" l="l" r="r" t="t"/>
              <a:pathLst>
                <a:path extrusionOk="0" h="410" w="4120">
                  <a:moveTo>
                    <a:pt x="270" y="0"/>
                  </a:moveTo>
                  <a:cubicBezTo>
                    <a:pt x="0" y="0"/>
                    <a:pt x="0" y="409"/>
                    <a:pt x="270" y="409"/>
                  </a:cubicBezTo>
                  <a:cubicBezTo>
                    <a:pt x="275" y="409"/>
                    <a:pt x="279" y="409"/>
                    <a:pt x="284" y="409"/>
                  </a:cubicBezTo>
                  <a:lnTo>
                    <a:pt x="3913" y="409"/>
                  </a:lnTo>
                  <a:cubicBezTo>
                    <a:pt x="4028" y="409"/>
                    <a:pt x="4119" y="318"/>
                    <a:pt x="4119" y="202"/>
                  </a:cubicBezTo>
                  <a:cubicBezTo>
                    <a:pt x="4119" y="92"/>
                    <a:pt x="4028" y="1"/>
                    <a:pt x="3913" y="1"/>
                  </a:cubicBezTo>
                  <a:lnTo>
                    <a:pt x="284" y="1"/>
                  </a:lnTo>
                  <a:cubicBezTo>
                    <a:pt x="279" y="1"/>
                    <a:pt x="275"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3"/>
            <p:cNvSpPr/>
            <p:nvPr/>
          </p:nvSpPr>
          <p:spPr>
            <a:xfrm>
              <a:off x="8179223" y="3533260"/>
              <a:ext cx="53741" cy="10717"/>
            </a:xfrm>
            <a:custGeom>
              <a:rect b="b" l="l" r="r" t="t"/>
              <a:pathLst>
                <a:path extrusionOk="0" h="409" w="2051">
                  <a:moveTo>
                    <a:pt x="255" y="0"/>
                  </a:moveTo>
                  <a:cubicBezTo>
                    <a:pt x="0" y="14"/>
                    <a:pt x="0" y="394"/>
                    <a:pt x="255" y="408"/>
                  </a:cubicBezTo>
                  <a:lnTo>
                    <a:pt x="1796" y="408"/>
                  </a:lnTo>
                  <a:cubicBezTo>
                    <a:pt x="2050" y="394"/>
                    <a:pt x="2050" y="14"/>
                    <a:pt x="17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3"/>
            <p:cNvSpPr/>
            <p:nvPr/>
          </p:nvSpPr>
          <p:spPr>
            <a:xfrm>
              <a:off x="8182865" y="3419803"/>
              <a:ext cx="105806" cy="46169"/>
            </a:xfrm>
            <a:custGeom>
              <a:rect b="b" l="l" r="r" t="t"/>
              <a:pathLst>
                <a:path extrusionOk="0" h="1762" w="4038">
                  <a:moveTo>
                    <a:pt x="3630" y="408"/>
                  </a:moveTo>
                  <a:lnTo>
                    <a:pt x="3630" y="1354"/>
                  </a:lnTo>
                  <a:lnTo>
                    <a:pt x="404" y="1354"/>
                  </a:lnTo>
                  <a:lnTo>
                    <a:pt x="404" y="408"/>
                  </a:lnTo>
                  <a:close/>
                  <a:moveTo>
                    <a:pt x="202" y="0"/>
                  </a:moveTo>
                  <a:cubicBezTo>
                    <a:pt x="92" y="0"/>
                    <a:pt x="1" y="91"/>
                    <a:pt x="1" y="202"/>
                  </a:cubicBezTo>
                  <a:lnTo>
                    <a:pt x="1" y="1555"/>
                  </a:lnTo>
                  <a:cubicBezTo>
                    <a:pt x="1" y="1671"/>
                    <a:pt x="92" y="1762"/>
                    <a:pt x="202" y="1762"/>
                  </a:cubicBezTo>
                  <a:lnTo>
                    <a:pt x="3831" y="1762"/>
                  </a:lnTo>
                  <a:cubicBezTo>
                    <a:pt x="3947" y="1762"/>
                    <a:pt x="4038" y="1671"/>
                    <a:pt x="4038" y="1555"/>
                  </a:cubicBezTo>
                  <a:lnTo>
                    <a:pt x="4038" y="202"/>
                  </a:lnTo>
                  <a:cubicBezTo>
                    <a:pt x="4038" y="91"/>
                    <a:pt x="3947" y="0"/>
                    <a:pt x="3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1" name="Google Shape;15231;p83"/>
          <p:cNvGrpSpPr/>
          <p:nvPr/>
        </p:nvGrpSpPr>
        <p:grpSpPr>
          <a:xfrm>
            <a:off x="4891988" y="2428300"/>
            <a:ext cx="285424" cy="363507"/>
            <a:chOff x="4891988" y="2428300"/>
            <a:chExt cx="285424" cy="363507"/>
          </a:xfrm>
        </p:grpSpPr>
        <p:sp>
          <p:nvSpPr>
            <p:cNvPr id="15232" name="Google Shape;15232;p83"/>
            <p:cNvSpPr/>
            <p:nvPr/>
          </p:nvSpPr>
          <p:spPr>
            <a:xfrm>
              <a:off x="4897412" y="2594188"/>
              <a:ext cx="79001" cy="192222"/>
            </a:xfrm>
            <a:custGeom>
              <a:rect b="b" l="l" r="r" t="t"/>
              <a:pathLst>
                <a:path extrusionOk="0" h="7336" w="3015">
                  <a:moveTo>
                    <a:pt x="1507" y="1"/>
                  </a:moveTo>
                  <a:cubicBezTo>
                    <a:pt x="672" y="1"/>
                    <a:pt x="0" y="178"/>
                    <a:pt x="0" y="3975"/>
                  </a:cubicBezTo>
                  <a:cubicBezTo>
                    <a:pt x="0" y="5833"/>
                    <a:pt x="461" y="7335"/>
                    <a:pt x="1507" y="7335"/>
                  </a:cubicBezTo>
                  <a:cubicBezTo>
                    <a:pt x="2602" y="7335"/>
                    <a:pt x="3015" y="5828"/>
                    <a:pt x="3015" y="3975"/>
                  </a:cubicBezTo>
                  <a:cubicBezTo>
                    <a:pt x="3015" y="178"/>
                    <a:pt x="2338" y="1"/>
                    <a:pt x="150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3"/>
            <p:cNvSpPr/>
            <p:nvPr/>
          </p:nvSpPr>
          <p:spPr>
            <a:xfrm>
              <a:off x="4936900" y="2594188"/>
              <a:ext cx="39513" cy="192222"/>
            </a:xfrm>
            <a:custGeom>
              <a:rect b="b" l="l" r="r" t="t"/>
              <a:pathLst>
                <a:path extrusionOk="0" h="7336" w="1508">
                  <a:moveTo>
                    <a:pt x="0" y="1"/>
                  </a:moveTo>
                  <a:lnTo>
                    <a:pt x="0" y="7335"/>
                  </a:lnTo>
                  <a:cubicBezTo>
                    <a:pt x="1095" y="7335"/>
                    <a:pt x="1508" y="5833"/>
                    <a:pt x="1508" y="3975"/>
                  </a:cubicBezTo>
                  <a:cubicBezTo>
                    <a:pt x="1508" y="178"/>
                    <a:pt x="831" y="1"/>
                    <a:pt x="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83"/>
            <p:cNvSpPr/>
            <p:nvPr/>
          </p:nvSpPr>
          <p:spPr>
            <a:xfrm>
              <a:off x="4904959" y="2433698"/>
              <a:ext cx="192719" cy="212476"/>
            </a:xfrm>
            <a:custGeom>
              <a:rect b="b" l="l" r="r" t="t"/>
              <a:pathLst>
                <a:path extrusionOk="0" h="8109" w="7355">
                  <a:moveTo>
                    <a:pt x="0" y="0"/>
                  </a:moveTo>
                  <a:cubicBezTo>
                    <a:pt x="1095" y="1450"/>
                    <a:pt x="4368" y="5780"/>
                    <a:pt x="4733" y="6279"/>
                  </a:cubicBezTo>
                  <a:cubicBezTo>
                    <a:pt x="5175" y="6879"/>
                    <a:pt x="7354" y="8108"/>
                    <a:pt x="7354" y="8108"/>
                  </a:cubicBezTo>
                  <a:cubicBezTo>
                    <a:pt x="7354" y="8108"/>
                    <a:pt x="6481" y="3764"/>
                    <a:pt x="6222" y="3764"/>
                  </a:cubicBezTo>
                  <a:cubicBezTo>
                    <a:pt x="6221" y="3764"/>
                    <a:pt x="6221" y="3764"/>
                    <a:pt x="6221" y="3764"/>
                  </a:cubicBezTo>
                  <a:cubicBezTo>
                    <a:pt x="6217" y="3764"/>
                    <a:pt x="6213" y="3764"/>
                    <a:pt x="6208" y="3764"/>
                  </a:cubicBezTo>
                  <a:cubicBezTo>
                    <a:pt x="5944" y="3764"/>
                    <a:pt x="5394" y="3614"/>
                    <a:pt x="5031" y="2669"/>
                  </a:cubicBezTo>
                  <a:cubicBezTo>
                    <a:pt x="4853" y="2218"/>
                    <a:pt x="4258" y="1076"/>
                    <a:pt x="368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83"/>
            <p:cNvSpPr/>
            <p:nvPr/>
          </p:nvSpPr>
          <p:spPr>
            <a:xfrm>
              <a:off x="4959407" y="2433698"/>
              <a:ext cx="115239" cy="113614"/>
            </a:xfrm>
            <a:custGeom>
              <a:rect b="b" l="l" r="r" t="t"/>
              <a:pathLst>
                <a:path extrusionOk="0" h="4336" w="4398">
                  <a:moveTo>
                    <a:pt x="1" y="0"/>
                  </a:moveTo>
                  <a:cubicBezTo>
                    <a:pt x="1421" y="2674"/>
                    <a:pt x="1628" y="2420"/>
                    <a:pt x="2838" y="3807"/>
                  </a:cubicBezTo>
                  <a:cubicBezTo>
                    <a:pt x="3102" y="4109"/>
                    <a:pt x="3721" y="4258"/>
                    <a:pt x="4398" y="4335"/>
                  </a:cubicBezTo>
                  <a:cubicBezTo>
                    <a:pt x="4292" y="3989"/>
                    <a:pt x="4201" y="3764"/>
                    <a:pt x="4143" y="3764"/>
                  </a:cubicBezTo>
                  <a:cubicBezTo>
                    <a:pt x="4139" y="3764"/>
                    <a:pt x="4135" y="3764"/>
                    <a:pt x="4130" y="3764"/>
                  </a:cubicBezTo>
                  <a:cubicBezTo>
                    <a:pt x="3866" y="3764"/>
                    <a:pt x="3316" y="3614"/>
                    <a:pt x="2953" y="2669"/>
                  </a:cubicBezTo>
                  <a:cubicBezTo>
                    <a:pt x="2780" y="2213"/>
                    <a:pt x="2185" y="1076"/>
                    <a:pt x="160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3"/>
            <p:cNvSpPr/>
            <p:nvPr/>
          </p:nvSpPr>
          <p:spPr>
            <a:xfrm>
              <a:off x="4900661" y="2433698"/>
              <a:ext cx="82040" cy="292341"/>
            </a:xfrm>
            <a:custGeom>
              <a:rect b="b" l="l" r="r" t="t"/>
              <a:pathLst>
                <a:path extrusionOk="0" h="11157" w="3131">
                  <a:moveTo>
                    <a:pt x="97" y="0"/>
                  </a:moveTo>
                  <a:cubicBezTo>
                    <a:pt x="202" y="1325"/>
                    <a:pt x="639" y="3130"/>
                    <a:pt x="78" y="6236"/>
                  </a:cubicBezTo>
                  <a:cubicBezTo>
                    <a:pt x="1" y="6673"/>
                    <a:pt x="10" y="7676"/>
                    <a:pt x="10" y="8406"/>
                  </a:cubicBezTo>
                  <a:cubicBezTo>
                    <a:pt x="10" y="9923"/>
                    <a:pt x="10" y="11156"/>
                    <a:pt x="1244" y="11156"/>
                  </a:cubicBezTo>
                  <a:cubicBezTo>
                    <a:pt x="2478" y="11156"/>
                    <a:pt x="2478" y="9923"/>
                    <a:pt x="2478" y="8406"/>
                  </a:cubicBezTo>
                  <a:cubicBezTo>
                    <a:pt x="2478" y="7239"/>
                    <a:pt x="2161" y="5574"/>
                    <a:pt x="2300" y="4762"/>
                  </a:cubicBezTo>
                  <a:cubicBezTo>
                    <a:pt x="2315" y="4661"/>
                    <a:pt x="2876" y="1633"/>
                    <a:pt x="313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3"/>
            <p:cNvSpPr/>
            <p:nvPr/>
          </p:nvSpPr>
          <p:spPr>
            <a:xfrm>
              <a:off x="4918165" y="2433698"/>
              <a:ext cx="64537" cy="292341"/>
            </a:xfrm>
            <a:custGeom>
              <a:rect b="b" l="l" r="r" t="t"/>
              <a:pathLst>
                <a:path extrusionOk="0" h="11157" w="2463">
                  <a:moveTo>
                    <a:pt x="1056" y="0"/>
                  </a:moveTo>
                  <a:cubicBezTo>
                    <a:pt x="807" y="1637"/>
                    <a:pt x="975" y="4661"/>
                    <a:pt x="955" y="4762"/>
                  </a:cubicBezTo>
                  <a:cubicBezTo>
                    <a:pt x="821" y="5574"/>
                    <a:pt x="1349" y="7743"/>
                    <a:pt x="1349" y="8910"/>
                  </a:cubicBezTo>
                  <a:cubicBezTo>
                    <a:pt x="1349" y="10071"/>
                    <a:pt x="802" y="10763"/>
                    <a:pt x="0" y="11031"/>
                  </a:cubicBezTo>
                  <a:cubicBezTo>
                    <a:pt x="169" y="11113"/>
                    <a:pt x="359" y="11157"/>
                    <a:pt x="546" y="11157"/>
                  </a:cubicBezTo>
                  <a:cubicBezTo>
                    <a:pt x="556" y="11157"/>
                    <a:pt x="566" y="11156"/>
                    <a:pt x="576" y="11156"/>
                  </a:cubicBezTo>
                  <a:cubicBezTo>
                    <a:pt x="1810" y="11156"/>
                    <a:pt x="1810" y="9923"/>
                    <a:pt x="1810" y="8406"/>
                  </a:cubicBezTo>
                  <a:cubicBezTo>
                    <a:pt x="1810" y="7239"/>
                    <a:pt x="1493" y="5574"/>
                    <a:pt x="1632" y="4762"/>
                  </a:cubicBezTo>
                  <a:cubicBezTo>
                    <a:pt x="1647" y="4661"/>
                    <a:pt x="2208" y="1633"/>
                    <a:pt x="24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83"/>
            <p:cNvSpPr/>
            <p:nvPr/>
          </p:nvSpPr>
          <p:spPr>
            <a:xfrm>
              <a:off x="5063300" y="2529154"/>
              <a:ext cx="109317" cy="157005"/>
            </a:xfrm>
            <a:custGeom>
              <a:rect b="b" l="l" r="r" t="t"/>
              <a:pathLst>
                <a:path extrusionOk="0" h="5992" w="4172">
                  <a:moveTo>
                    <a:pt x="1348" y="1"/>
                  </a:moveTo>
                  <a:cubicBezTo>
                    <a:pt x="1345" y="1"/>
                    <a:pt x="1343" y="1"/>
                    <a:pt x="1340" y="1"/>
                  </a:cubicBezTo>
                  <a:lnTo>
                    <a:pt x="202" y="10"/>
                  </a:lnTo>
                  <a:cubicBezTo>
                    <a:pt x="125" y="15"/>
                    <a:pt x="58" y="78"/>
                    <a:pt x="58" y="159"/>
                  </a:cubicBezTo>
                  <a:cubicBezTo>
                    <a:pt x="1" y="1964"/>
                    <a:pt x="428" y="3548"/>
                    <a:pt x="557" y="3980"/>
                  </a:cubicBezTo>
                  <a:cubicBezTo>
                    <a:pt x="581" y="4057"/>
                    <a:pt x="629" y="4119"/>
                    <a:pt x="692" y="4167"/>
                  </a:cubicBezTo>
                  <a:lnTo>
                    <a:pt x="3025" y="5862"/>
                  </a:lnTo>
                  <a:cubicBezTo>
                    <a:pt x="3141" y="5948"/>
                    <a:pt x="3279" y="5991"/>
                    <a:pt x="3417" y="5991"/>
                  </a:cubicBezTo>
                  <a:cubicBezTo>
                    <a:pt x="3541" y="5991"/>
                    <a:pt x="3665" y="5956"/>
                    <a:pt x="3774" y="5886"/>
                  </a:cubicBezTo>
                  <a:cubicBezTo>
                    <a:pt x="4100" y="5675"/>
                    <a:pt x="4172" y="5228"/>
                    <a:pt x="3932" y="4921"/>
                  </a:cubicBezTo>
                  <a:cubicBezTo>
                    <a:pt x="3510" y="4398"/>
                    <a:pt x="2775" y="3630"/>
                    <a:pt x="2199" y="2751"/>
                  </a:cubicBezTo>
                  <a:cubicBezTo>
                    <a:pt x="1661" y="1931"/>
                    <a:pt x="1599" y="913"/>
                    <a:pt x="1657" y="356"/>
                  </a:cubicBezTo>
                  <a:cubicBezTo>
                    <a:pt x="1680" y="167"/>
                    <a:pt x="1536" y="1"/>
                    <a:pt x="1348"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3"/>
            <p:cNvSpPr/>
            <p:nvPr/>
          </p:nvSpPr>
          <p:spPr>
            <a:xfrm>
              <a:off x="5064558" y="2529154"/>
              <a:ext cx="106566" cy="146446"/>
            </a:xfrm>
            <a:custGeom>
              <a:rect b="b" l="l" r="r" t="t"/>
              <a:pathLst>
                <a:path extrusionOk="0" h="5589" w="4067">
                  <a:moveTo>
                    <a:pt x="1300" y="1"/>
                  </a:moveTo>
                  <a:cubicBezTo>
                    <a:pt x="1297" y="1"/>
                    <a:pt x="1295" y="1"/>
                    <a:pt x="1292" y="1"/>
                  </a:cubicBezTo>
                  <a:lnTo>
                    <a:pt x="154" y="10"/>
                  </a:lnTo>
                  <a:cubicBezTo>
                    <a:pt x="77" y="10"/>
                    <a:pt x="10" y="78"/>
                    <a:pt x="5" y="154"/>
                  </a:cubicBezTo>
                  <a:cubicBezTo>
                    <a:pt x="1" y="318"/>
                    <a:pt x="1" y="481"/>
                    <a:pt x="5" y="639"/>
                  </a:cubicBezTo>
                  <a:cubicBezTo>
                    <a:pt x="5" y="639"/>
                    <a:pt x="161" y="596"/>
                    <a:pt x="354" y="596"/>
                  </a:cubicBezTo>
                  <a:cubicBezTo>
                    <a:pt x="640" y="596"/>
                    <a:pt x="1008" y="691"/>
                    <a:pt x="1071" y="1158"/>
                  </a:cubicBezTo>
                  <a:cubicBezTo>
                    <a:pt x="1181" y="1926"/>
                    <a:pt x="1493" y="3903"/>
                    <a:pt x="3975" y="5588"/>
                  </a:cubicBezTo>
                  <a:cubicBezTo>
                    <a:pt x="4066" y="5367"/>
                    <a:pt x="4033" y="5108"/>
                    <a:pt x="3879" y="4921"/>
                  </a:cubicBezTo>
                  <a:cubicBezTo>
                    <a:pt x="3462" y="4398"/>
                    <a:pt x="2727" y="3630"/>
                    <a:pt x="2151" y="2751"/>
                  </a:cubicBezTo>
                  <a:cubicBezTo>
                    <a:pt x="1613" y="1931"/>
                    <a:pt x="1551" y="913"/>
                    <a:pt x="1609" y="356"/>
                  </a:cubicBezTo>
                  <a:cubicBezTo>
                    <a:pt x="1632" y="167"/>
                    <a:pt x="1488" y="1"/>
                    <a:pt x="130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3"/>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3"/>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2" name="Google Shape;15242;p83"/>
          <p:cNvGrpSpPr/>
          <p:nvPr/>
        </p:nvGrpSpPr>
        <p:grpSpPr>
          <a:xfrm>
            <a:off x="6632909" y="2447821"/>
            <a:ext cx="368302" cy="324361"/>
            <a:chOff x="6632909" y="2447821"/>
            <a:chExt cx="368302" cy="324361"/>
          </a:xfrm>
        </p:grpSpPr>
        <p:sp>
          <p:nvSpPr>
            <p:cNvPr id="15243" name="Google Shape;15243;p83"/>
            <p:cNvSpPr/>
            <p:nvPr/>
          </p:nvSpPr>
          <p:spPr>
            <a:xfrm>
              <a:off x="6667994" y="2500986"/>
              <a:ext cx="262523" cy="238495"/>
            </a:xfrm>
            <a:custGeom>
              <a:rect b="b" l="l" r="r" t="t"/>
              <a:pathLst>
                <a:path extrusionOk="0" h="9102" w="10019">
                  <a:moveTo>
                    <a:pt x="1215" y="1"/>
                  </a:moveTo>
                  <a:lnTo>
                    <a:pt x="0" y="797"/>
                  </a:lnTo>
                  <a:lnTo>
                    <a:pt x="1354" y="9102"/>
                  </a:lnTo>
                  <a:lnTo>
                    <a:pt x="10018" y="9102"/>
                  </a:lnTo>
                  <a:lnTo>
                    <a:pt x="121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3"/>
            <p:cNvSpPr/>
            <p:nvPr/>
          </p:nvSpPr>
          <p:spPr>
            <a:xfrm>
              <a:off x="6703446" y="2500986"/>
              <a:ext cx="262549" cy="238495"/>
            </a:xfrm>
            <a:custGeom>
              <a:rect b="b" l="l" r="r" t="t"/>
              <a:pathLst>
                <a:path extrusionOk="0" h="9102" w="10020">
                  <a:moveTo>
                    <a:pt x="8805" y="1"/>
                  </a:moveTo>
                  <a:lnTo>
                    <a:pt x="1" y="9102"/>
                  </a:lnTo>
                  <a:lnTo>
                    <a:pt x="8665" y="9102"/>
                  </a:lnTo>
                  <a:lnTo>
                    <a:pt x="10019" y="797"/>
                  </a:lnTo>
                  <a:lnTo>
                    <a:pt x="880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3"/>
            <p:cNvSpPr/>
            <p:nvPr/>
          </p:nvSpPr>
          <p:spPr>
            <a:xfrm>
              <a:off x="6703446" y="2622120"/>
              <a:ext cx="227071" cy="117361"/>
            </a:xfrm>
            <a:custGeom>
              <a:rect b="b" l="l" r="r" t="t"/>
              <a:pathLst>
                <a:path extrusionOk="0" h="4479" w="8666">
                  <a:moveTo>
                    <a:pt x="4331" y="0"/>
                  </a:moveTo>
                  <a:lnTo>
                    <a:pt x="1" y="4479"/>
                  </a:lnTo>
                  <a:lnTo>
                    <a:pt x="8665" y="4479"/>
                  </a:lnTo>
                  <a:lnTo>
                    <a:pt x="4331"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3"/>
            <p:cNvSpPr/>
            <p:nvPr/>
          </p:nvSpPr>
          <p:spPr>
            <a:xfrm>
              <a:off x="6638935" y="2453219"/>
              <a:ext cx="61157" cy="66659"/>
            </a:xfrm>
            <a:custGeom>
              <a:rect b="b" l="l" r="r" t="t"/>
              <a:pathLst>
                <a:path extrusionOk="0" h="2544" w="2334">
                  <a:moveTo>
                    <a:pt x="915" y="1"/>
                  </a:moveTo>
                  <a:cubicBezTo>
                    <a:pt x="828" y="1"/>
                    <a:pt x="740" y="25"/>
                    <a:pt x="663" y="76"/>
                  </a:cubicBezTo>
                  <a:lnTo>
                    <a:pt x="274" y="331"/>
                  </a:lnTo>
                  <a:cubicBezTo>
                    <a:pt x="58" y="475"/>
                    <a:pt x="0" y="758"/>
                    <a:pt x="140" y="974"/>
                  </a:cubicBezTo>
                  <a:lnTo>
                    <a:pt x="1172" y="2544"/>
                  </a:lnTo>
                  <a:lnTo>
                    <a:pt x="2333" y="1776"/>
                  </a:lnTo>
                  <a:lnTo>
                    <a:pt x="1301" y="211"/>
                  </a:lnTo>
                  <a:cubicBezTo>
                    <a:pt x="1213" y="74"/>
                    <a:pt x="1065" y="1"/>
                    <a:pt x="9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3"/>
            <p:cNvSpPr/>
            <p:nvPr/>
          </p:nvSpPr>
          <p:spPr>
            <a:xfrm>
              <a:off x="6653137" y="2453219"/>
              <a:ext cx="46955" cy="56466"/>
            </a:xfrm>
            <a:custGeom>
              <a:rect b="b" l="l" r="r" t="t"/>
              <a:pathLst>
                <a:path extrusionOk="0" h="2155" w="1792">
                  <a:moveTo>
                    <a:pt x="373" y="1"/>
                  </a:moveTo>
                  <a:cubicBezTo>
                    <a:pt x="286" y="1"/>
                    <a:pt x="198" y="25"/>
                    <a:pt x="121" y="76"/>
                  </a:cubicBezTo>
                  <a:lnTo>
                    <a:pt x="25" y="134"/>
                  </a:lnTo>
                  <a:cubicBezTo>
                    <a:pt x="1" y="254"/>
                    <a:pt x="30" y="374"/>
                    <a:pt x="92" y="475"/>
                  </a:cubicBezTo>
                  <a:lnTo>
                    <a:pt x="1211" y="2155"/>
                  </a:lnTo>
                  <a:lnTo>
                    <a:pt x="1791" y="1776"/>
                  </a:lnTo>
                  <a:lnTo>
                    <a:pt x="759" y="211"/>
                  </a:lnTo>
                  <a:cubicBezTo>
                    <a:pt x="671" y="74"/>
                    <a:pt x="523" y="1"/>
                    <a:pt x="373"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3"/>
            <p:cNvSpPr/>
            <p:nvPr/>
          </p:nvSpPr>
          <p:spPr>
            <a:xfrm>
              <a:off x="6657670" y="2486024"/>
              <a:ext cx="56388" cy="46012"/>
            </a:xfrm>
            <a:custGeom>
              <a:rect b="b" l="l" r="r" t="t"/>
              <a:pathLst>
                <a:path extrusionOk="0" h="1756" w="2152">
                  <a:moveTo>
                    <a:pt x="1527" y="0"/>
                  </a:moveTo>
                  <a:cubicBezTo>
                    <a:pt x="1510" y="0"/>
                    <a:pt x="1494" y="5"/>
                    <a:pt x="1479" y="15"/>
                  </a:cubicBezTo>
                  <a:lnTo>
                    <a:pt x="39" y="960"/>
                  </a:lnTo>
                  <a:cubicBezTo>
                    <a:pt x="15" y="980"/>
                    <a:pt x="1" y="1013"/>
                    <a:pt x="6" y="1047"/>
                  </a:cubicBezTo>
                  <a:lnTo>
                    <a:pt x="164" y="1695"/>
                  </a:lnTo>
                  <a:cubicBezTo>
                    <a:pt x="174" y="1732"/>
                    <a:pt x="208" y="1755"/>
                    <a:pt x="243" y="1755"/>
                  </a:cubicBezTo>
                  <a:cubicBezTo>
                    <a:pt x="257" y="1755"/>
                    <a:pt x="271" y="1751"/>
                    <a:pt x="284" y="1743"/>
                  </a:cubicBezTo>
                  <a:lnTo>
                    <a:pt x="2103" y="548"/>
                  </a:lnTo>
                  <a:cubicBezTo>
                    <a:pt x="2146" y="519"/>
                    <a:pt x="2151" y="452"/>
                    <a:pt x="2108" y="418"/>
                  </a:cubicBezTo>
                  <a:lnTo>
                    <a:pt x="1570" y="15"/>
                  </a:lnTo>
                  <a:cubicBezTo>
                    <a:pt x="1558" y="5"/>
                    <a:pt x="1543" y="0"/>
                    <a:pt x="152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3"/>
            <p:cNvSpPr/>
            <p:nvPr/>
          </p:nvSpPr>
          <p:spPr>
            <a:xfrm>
              <a:off x="6933897" y="2453297"/>
              <a:ext cx="61130" cy="66581"/>
            </a:xfrm>
            <a:custGeom>
              <a:rect b="b" l="l" r="r" t="t"/>
              <a:pathLst>
                <a:path extrusionOk="0" h="2541" w="2333">
                  <a:moveTo>
                    <a:pt x="1418" y="0"/>
                  </a:moveTo>
                  <a:cubicBezTo>
                    <a:pt x="1268" y="0"/>
                    <a:pt x="1120" y="74"/>
                    <a:pt x="1032" y="208"/>
                  </a:cubicBezTo>
                  <a:lnTo>
                    <a:pt x="0" y="1773"/>
                  </a:lnTo>
                  <a:lnTo>
                    <a:pt x="1162" y="2541"/>
                  </a:lnTo>
                  <a:lnTo>
                    <a:pt x="2194" y="971"/>
                  </a:lnTo>
                  <a:cubicBezTo>
                    <a:pt x="2333" y="755"/>
                    <a:pt x="2275" y="472"/>
                    <a:pt x="2059" y="328"/>
                  </a:cubicBezTo>
                  <a:lnTo>
                    <a:pt x="1671" y="78"/>
                  </a:lnTo>
                  <a:cubicBezTo>
                    <a:pt x="1593" y="25"/>
                    <a:pt x="1505" y="0"/>
                    <a:pt x="141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3"/>
            <p:cNvSpPr/>
            <p:nvPr/>
          </p:nvSpPr>
          <p:spPr>
            <a:xfrm>
              <a:off x="6950247" y="2456966"/>
              <a:ext cx="44780" cy="62912"/>
            </a:xfrm>
            <a:custGeom>
              <a:rect b="b" l="l" r="r" t="t"/>
              <a:pathLst>
                <a:path extrusionOk="0" h="2401" w="1709">
                  <a:moveTo>
                    <a:pt x="1152" y="1"/>
                  </a:moveTo>
                  <a:cubicBezTo>
                    <a:pt x="1176" y="121"/>
                    <a:pt x="1152" y="245"/>
                    <a:pt x="1085" y="346"/>
                  </a:cubicBezTo>
                  <a:lnTo>
                    <a:pt x="0" y="2045"/>
                  </a:lnTo>
                  <a:lnTo>
                    <a:pt x="538" y="2401"/>
                  </a:lnTo>
                  <a:lnTo>
                    <a:pt x="1570" y="831"/>
                  </a:lnTo>
                  <a:cubicBezTo>
                    <a:pt x="1709" y="615"/>
                    <a:pt x="1651" y="332"/>
                    <a:pt x="1435" y="188"/>
                  </a:cubicBezTo>
                  <a:lnTo>
                    <a:pt x="115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3"/>
            <p:cNvSpPr/>
            <p:nvPr/>
          </p:nvSpPr>
          <p:spPr>
            <a:xfrm>
              <a:off x="6919931" y="2486024"/>
              <a:ext cx="56362" cy="46012"/>
            </a:xfrm>
            <a:custGeom>
              <a:rect b="b" l="l" r="r" t="t"/>
              <a:pathLst>
                <a:path extrusionOk="0" h="1756" w="2151">
                  <a:moveTo>
                    <a:pt x="625" y="0"/>
                  </a:moveTo>
                  <a:cubicBezTo>
                    <a:pt x="609" y="0"/>
                    <a:pt x="593" y="5"/>
                    <a:pt x="581" y="15"/>
                  </a:cubicBezTo>
                  <a:lnTo>
                    <a:pt x="43" y="418"/>
                  </a:lnTo>
                  <a:cubicBezTo>
                    <a:pt x="0" y="452"/>
                    <a:pt x="0" y="519"/>
                    <a:pt x="48" y="548"/>
                  </a:cubicBezTo>
                  <a:lnTo>
                    <a:pt x="1868" y="1743"/>
                  </a:lnTo>
                  <a:cubicBezTo>
                    <a:pt x="1880" y="1751"/>
                    <a:pt x="1894" y="1755"/>
                    <a:pt x="1909" y="1755"/>
                  </a:cubicBezTo>
                  <a:cubicBezTo>
                    <a:pt x="1943" y="1755"/>
                    <a:pt x="1977" y="1732"/>
                    <a:pt x="1988" y="1695"/>
                  </a:cubicBezTo>
                  <a:lnTo>
                    <a:pt x="2146" y="1047"/>
                  </a:lnTo>
                  <a:cubicBezTo>
                    <a:pt x="2151" y="1013"/>
                    <a:pt x="2136" y="980"/>
                    <a:pt x="2112" y="960"/>
                  </a:cubicBezTo>
                  <a:lnTo>
                    <a:pt x="672" y="15"/>
                  </a:lnTo>
                  <a:cubicBezTo>
                    <a:pt x="658" y="5"/>
                    <a:pt x="641" y="0"/>
                    <a:pt x="6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83"/>
            <p:cNvSpPr/>
            <p:nvPr/>
          </p:nvSpPr>
          <p:spPr>
            <a:xfrm>
              <a:off x="6703446" y="2711916"/>
              <a:ext cx="227071" cy="54999"/>
            </a:xfrm>
            <a:custGeom>
              <a:rect b="b" l="l" r="r" t="t"/>
              <a:pathLst>
                <a:path extrusionOk="0" h="2099" w="8666">
                  <a:moveTo>
                    <a:pt x="4331" y="1"/>
                  </a:moveTo>
                  <a:cubicBezTo>
                    <a:pt x="1940" y="1"/>
                    <a:pt x="1" y="471"/>
                    <a:pt x="1" y="1052"/>
                  </a:cubicBezTo>
                  <a:cubicBezTo>
                    <a:pt x="1" y="1628"/>
                    <a:pt x="1940" y="2098"/>
                    <a:pt x="4331" y="2098"/>
                  </a:cubicBezTo>
                  <a:cubicBezTo>
                    <a:pt x="6726" y="2098"/>
                    <a:pt x="8665" y="1628"/>
                    <a:pt x="8665" y="1052"/>
                  </a:cubicBezTo>
                  <a:cubicBezTo>
                    <a:pt x="8665" y="471"/>
                    <a:pt x="6726" y="1"/>
                    <a:pt x="43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3"/>
            <p:cNvSpPr/>
            <p:nvPr/>
          </p:nvSpPr>
          <p:spPr>
            <a:xfrm>
              <a:off x="6677558" y="2486155"/>
              <a:ext cx="36500" cy="29818"/>
            </a:xfrm>
            <a:custGeom>
              <a:rect b="b" l="l" r="r" t="t"/>
              <a:pathLst>
                <a:path extrusionOk="0" h="1138" w="1393">
                  <a:moveTo>
                    <a:pt x="768" y="0"/>
                  </a:moveTo>
                  <a:cubicBezTo>
                    <a:pt x="751" y="0"/>
                    <a:pt x="735" y="5"/>
                    <a:pt x="720" y="15"/>
                  </a:cubicBezTo>
                  <a:lnTo>
                    <a:pt x="0" y="485"/>
                  </a:lnTo>
                  <a:lnTo>
                    <a:pt x="437" y="1138"/>
                  </a:lnTo>
                  <a:lnTo>
                    <a:pt x="1344" y="547"/>
                  </a:lnTo>
                  <a:cubicBezTo>
                    <a:pt x="1387" y="514"/>
                    <a:pt x="1392" y="447"/>
                    <a:pt x="1349" y="418"/>
                  </a:cubicBezTo>
                  <a:lnTo>
                    <a:pt x="811" y="15"/>
                  </a:lnTo>
                  <a:cubicBezTo>
                    <a:pt x="799" y="5"/>
                    <a:pt x="784" y="0"/>
                    <a:pt x="76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3"/>
            <p:cNvSpPr/>
            <p:nvPr/>
          </p:nvSpPr>
          <p:spPr>
            <a:xfrm>
              <a:off x="6946212" y="2499466"/>
              <a:ext cx="30080" cy="32648"/>
            </a:xfrm>
            <a:custGeom>
              <a:rect b="b" l="l" r="r" t="t"/>
              <a:pathLst>
                <a:path extrusionOk="0" h="1246" w="1148">
                  <a:moveTo>
                    <a:pt x="423" y="1"/>
                  </a:moveTo>
                  <a:lnTo>
                    <a:pt x="1" y="663"/>
                  </a:lnTo>
                  <a:lnTo>
                    <a:pt x="865" y="1230"/>
                  </a:lnTo>
                  <a:cubicBezTo>
                    <a:pt x="878" y="1240"/>
                    <a:pt x="894" y="1245"/>
                    <a:pt x="909" y="1245"/>
                  </a:cubicBezTo>
                  <a:cubicBezTo>
                    <a:pt x="942" y="1245"/>
                    <a:pt x="975" y="1223"/>
                    <a:pt x="985" y="1187"/>
                  </a:cubicBezTo>
                  <a:lnTo>
                    <a:pt x="1138" y="534"/>
                  </a:lnTo>
                  <a:cubicBezTo>
                    <a:pt x="1148" y="500"/>
                    <a:pt x="1133" y="467"/>
                    <a:pt x="1105" y="452"/>
                  </a:cubicBezTo>
                  <a:lnTo>
                    <a:pt x="42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3"/>
            <p:cNvSpPr/>
            <p:nvPr/>
          </p:nvSpPr>
          <p:spPr>
            <a:xfrm>
              <a:off x="6632909" y="2447821"/>
              <a:ext cx="97159" cy="91342"/>
            </a:xfrm>
            <a:custGeom>
              <a:rect b="b" l="l" r="r" t="t"/>
              <a:pathLst>
                <a:path extrusionOk="0" h="3486" w="3708">
                  <a:moveTo>
                    <a:pt x="1143" y="407"/>
                  </a:moveTo>
                  <a:cubicBezTo>
                    <a:pt x="1162" y="407"/>
                    <a:pt x="1181" y="412"/>
                    <a:pt x="1200" y="417"/>
                  </a:cubicBezTo>
                  <a:cubicBezTo>
                    <a:pt x="1267" y="426"/>
                    <a:pt x="1325" y="470"/>
                    <a:pt x="1363" y="527"/>
                  </a:cubicBezTo>
                  <a:lnTo>
                    <a:pt x="2007" y="1506"/>
                  </a:lnTo>
                  <a:lnTo>
                    <a:pt x="1498" y="1838"/>
                  </a:lnTo>
                  <a:lnTo>
                    <a:pt x="1181" y="2049"/>
                  </a:lnTo>
                  <a:lnTo>
                    <a:pt x="538" y="1070"/>
                  </a:lnTo>
                  <a:cubicBezTo>
                    <a:pt x="461" y="950"/>
                    <a:pt x="494" y="786"/>
                    <a:pt x="614" y="710"/>
                  </a:cubicBezTo>
                  <a:lnTo>
                    <a:pt x="1003" y="450"/>
                  </a:lnTo>
                  <a:cubicBezTo>
                    <a:pt x="1047" y="426"/>
                    <a:pt x="1095" y="407"/>
                    <a:pt x="1143" y="407"/>
                  </a:cubicBezTo>
                  <a:close/>
                  <a:moveTo>
                    <a:pt x="2467" y="1694"/>
                  </a:moveTo>
                  <a:lnTo>
                    <a:pt x="2789" y="1934"/>
                  </a:lnTo>
                  <a:lnTo>
                    <a:pt x="1267" y="2937"/>
                  </a:lnTo>
                  <a:lnTo>
                    <a:pt x="1171" y="2543"/>
                  </a:lnTo>
                  <a:lnTo>
                    <a:pt x="2467" y="1694"/>
                  </a:lnTo>
                  <a:close/>
                  <a:moveTo>
                    <a:pt x="1146" y="1"/>
                  </a:moveTo>
                  <a:cubicBezTo>
                    <a:pt x="1021" y="1"/>
                    <a:pt x="895" y="36"/>
                    <a:pt x="782" y="109"/>
                  </a:cubicBezTo>
                  <a:lnTo>
                    <a:pt x="394" y="369"/>
                  </a:lnTo>
                  <a:cubicBezTo>
                    <a:pt x="86" y="570"/>
                    <a:pt x="0" y="983"/>
                    <a:pt x="202" y="1290"/>
                  </a:cubicBezTo>
                  <a:lnTo>
                    <a:pt x="845" y="2270"/>
                  </a:lnTo>
                  <a:lnTo>
                    <a:pt x="835" y="2279"/>
                  </a:lnTo>
                  <a:cubicBezTo>
                    <a:pt x="811" y="2294"/>
                    <a:pt x="787" y="2318"/>
                    <a:pt x="773" y="2342"/>
                  </a:cubicBezTo>
                  <a:lnTo>
                    <a:pt x="254" y="3167"/>
                  </a:lnTo>
                  <a:cubicBezTo>
                    <a:pt x="144" y="3328"/>
                    <a:pt x="285" y="3486"/>
                    <a:pt x="430" y="3486"/>
                  </a:cubicBezTo>
                  <a:cubicBezTo>
                    <a:pt x="493" y="3486"/>
                    <a:pt x="556" y="3456"/>
                    <a:pt x="600" y="3383"/>
                  </a:cubicBezTo>
                  <a:lnTo>
                    <a:pt x="854" y="2970"/>
                  </a:lnTo>
                  <a:lnTo>
                    <a:pt x="912" y="3201"/>
                  </a:lnTo>
                  <a:cubicBezTo>
                    <a:pt x="942" y="3332"/>
                    <a:pt x="1061" y="3417"/>
                    <a:pt x="1185" y="3417"/>
                  </a:cubicBezTo>
                  <a:cubicBezTo>
                    <a:pt x="1237" y="3417"/>
                    <a:pt x="1291" y="3402"/>
                    <a:pt x="1339" y="3369"/>
                  </a:cubicBezTo>
                  <a:lnTo>
                    <a:pt x="3159" y="2174"/>
                  </a:lnTo>
                  <a:cubicBezTo>
                    <a:pt x="3235" y="2126"/>
                    <a:pt x="3283" y="2039"/>
                    <a:pt x="3288" y="1953"/>
                  </a:cubicBezTo>
                  <a:cubicBezTo>
                    <a:pt x="3288" y="1857"/>
                    <a:pt x="3245" y="1770"/>
                    <a:pt x="3173" y="1718"/>
                  </a:cubicBezTo>
                  <a:lnTo>
                    <a:pt x="2981" y="1574"/>
                  </a:lnTo>
                  <a:lnTo>
                    <a:pt x="3461" y="1497"/>
                  </a:lnTo>
                  <a:cubicBezTo>
                    <a:pt x="3708" y="1450"/>
                    <a:pt x="3661" y="1092"/>
                    <a:pt x="3426" y="1092"/>
                  </a:cubicBezTo>
                  <a:cubicBezTo>
                    <a:pt x="3419" y="1092"/>
                    <a:pt x="3411" y="1093"/>
                    <a:pt x="3403" y="1094"/>
                  </a:cubicBezTo>
                  <a:lnTo>
                    <a:pt x="2448" y="1247"/>
                  </a:lnTo>
                  <a:cubicBezTo>
                    <a:pt x="2419" y="1247"/>
                    <a:pt x="2391" y="1262"/>
                    <a:pt x="2367" y="1276"/>
                  </a:cubicBezTo>
                  <a:lnTo>
                    <a:pt x="2347" y="1290"/>
                  </a:lnTo>
                  <a:lnTo>
                    <a:pt x="1704" y="302"/>
                  </a:lnTo>
                  <a:cubicBezTo>
                    <a:pt x="1576" y="107"/>
                    <a:pt x="1363" y="1"/>
                    <a:pt x="11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3"/>
            <p:cNvSpPr/>
            <p:nvPr/>
          </p:nvSpPr>
          <p:spPr>
            <a:xfrm>
              <a:off x="6903502" y="2447926"/>
              <a:ext cx="97709" cy="91368"/>
            </a:xfrm>
            <a:custGeom>
              <a:rect b="b" l="l" r="r" t="t"/>
              <a:pathLst>
                <a:path extrusionOk="0" h="3487" w="3729">
                  <a:moveTo>
                    <a:pt x="2576" y="404"/>
                  </a:moveTo>
                  <a:cubicBezTo>
                    <a:pt x="2625" y="404"/>
                    <a:pt x="2676" y="418"/>
                    <a:pt x="2720" y="446"/>
                  </a:cubicBezTo>
                  <a:lnTo>
                    <a:pt x="3109" y="701"/>
                  </a:lnTo>
                  <a:cubicBezTo>
                    <a:pt x="3229" y="782"/>
                    <a:pt x="3263" y="941"/>
                    <a:pt x="3186" y="1066"/>
                  </a:cubicBezTo>
                  <a:lnTo>
                    <a:pt x="2538" y="2045"/>
                  </a:lnTo>
                  <a:lnTo>
                    <a:pt x="2322" y="1901"/>
                  </a:lnTo>
                  <a:lnTo>
                    <a:pt x="2125" y="1771"/>
                  </a:lnTo>
                  <a:lnTo>
                    <a:pt x="1712" y="1502"/>
                  </a:lnTo>
                  <a:lnTo>
                    <a:pt x="2360" y="523"/>
                  </a:lnTo>
                  <a:cubicBezTo>
                    <a:pt x="2409" y="444"/>
                    <a:pt x="2491" y="404"/>
                    <a:pt x="2576" y="404"/>
                  </a:cubicBezTo>
                  <a:close/>
                  <a:moveTo>
                    <a:pt x="1256" y="1690"/>
                  </a:moveTo>
                  <a:lnTo>
                    <a:pt x="1323" y="1733"/>
                  </a:lnTo>
                  <a:lnTo>
                    <a:pt x="1328" y="1733"/>
                  </a:lnTo>
                  <a:lnTo>
                    <a:pt x="2552" y="2539"/>
                  </a:lnTo>
                  <a:lnTo>
                    <a:pt x="2456" y="2933"/>
                  </a:lnTo>
                  <a:lnTo>
                    <a:pt x="934" y="1930"/>
                  </a:lnTo>
                  <a:lnTo>
                    <a:pt x="1256" y="1690"/>
                  </a:lnTo>
                  <a:close/>
                  <a:moveTo>
                    <a:pt x="2574" y="0"/>
                  </a:moveTo>
                  <a:cubicBezTo>
                    <a:pt x="2358" y="0"/>
                    <a:pt x="2147" y="105"/>
                    <a:pt x="2019" y="302"/>
                  </a:cubicBezTo>
                  <a:lnTo>
                    <a:pt x="1376" y="1282"/>
                  </a:lnTo>
                  <a:lnTo>
                    <a:pt x="1362" y="1272"/>
                  </a:lnTo>
                  <a:cubicBezTo>
                    <a:pt x="1338" y="1253"/>
                    <a:pt x="1309" y="1243"/>
                    <a:pt x="1280" y="1243"/>
                  </a:cubicBezTo>
                  <a:lnTo>
                    <a:pt x="325" y="1094"/>
                  </a:lnTo>
                  <a:cubicBezTo>
                    <a:pt x="308" y="1091"/>
                    <a:pt x="293" y="1090"/>
                    <a:pt x="278" y="1090"/>
                  </a:cubicBezTo>
                  <a:cubicBezTo>
                    <a:pt x="40" y="1090"/>
                    <a:pt x="0" y="1466"/>
                    <a:pt x="262" y="1498"/>
                  </a:cubicBezTo>
                  <a:lnTo>
                    <a:pt x="742" y="1570"/>
                  </a:lnTo>
                  <a:lnTo>
                    <a:pt x="546" y="1714"/>
                  </a:lnTo>
                  <a:cubicBezTo>
                    <a:pt x="392" y="1834"/>
                    <a:pt x="397" y="2069"/>
                    <a:pt x="565" y="2179"/>
                  </a:cubicBezTo>
                  <a:lnTo>
                    <a:pt x="2379" y="3370"/>
                  </a:lnTo>
                  <a:cubicBezTo>
                    <a:pt x="2429" y="3403"/>
                    <a:pt x="2483" y="3418"/>
                    <a:pt x="2536" y="3418"/>
                  </a:cubicBezTo>
                  <a:cubicBezTo>
                    <a:pt x="2660" y="3418"/>
                    <a:pt x="2778" y="3336"/>
                    <a:pt x="2811" y="3202"/>
                  </a:cubicBezTo>
                  <a:lnTo>
                    <a:pt x="2869" y="2966"/>
                  </a:lnTo>
                  <a:lnTo>
                    <a:pt x="3128" y="3384"/>
                  </a:lnTo>
                  <a:cubicBezTo>
                    <a:pt x="3170" y="3457"/>
                    <a:pt x="3233" y="3487"/>
                    <a:pt x="3296" y="3487"/>
                  </a:cubicBezTo>
                  <a:cubicBezTo>
                    <a:pt x="3440" y="3487"/>
                    <a:pt x="3584" y="3327"/>
                    <a:pt x="3474" y="3163"/>
                  </a:cubicBezTo>
                  <a:lnTo>
                    <a:pt x="2960" y="2338"/>
                  </a:lnTo>
                  <a:cubicBezTo>
                    <a:pt x="2941" y="2314"/>
                    <a:pt x="2922" y="2294"/>
                    <a:pt x="2898" y="2280"/>
                  </a:cubicBezTo>
                  <a:lnTo>
                    <a:pt x="2883" y="2270"/>
                  </a:lnTo>
                  <a:lnTo>
                    <a:pt x="3527" y="1286"/>
                  </a:lnTo>
                  <a:cubicBezTo>
                    <a:pt x="3728" y="979"/>
                    <a:pt x="3642" y="566"/>
                    <a:pt x="3335" y="365"/>
                  </a:cubicBezTo>
                  <a:lnTo>
                    <a:pt x="2941" y="110"/>
                  </a:lnTo>
                  <a:cubicBezTo>
                    <a:pt x="2828" y="36"/>
                    <a:pt x="2700" y="0"/>
                    <a:pt x="2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3"/>
            <p:cNvSpPr/>
            <p:nvPr/>
          </p:nvSpPr>
          <p:spPr>
            <a:xfrm>
              <a:off x="6667548" y="2518463"/>
              <a:ext cx="298682" cy="253719"/>
            </a:xfrm>
            <a:custGeom>
              <a:rect b="b" l="l" r="r" t="t"/>
              <a:pathLst>
                <a:path extrusionOk="0" h="9683" w="11399">
                  <a:moveTo>
                    <a:pt x="5701" y="4249"/>
                  </a:moveTo>
                  <a:lnTo>
                    <a:pt x="8855" y="7508"/>
                  </a:lnTo>
                  <a:lnTo>
                    <a:pt x="8821" y="7499"/>
                  </a:lnTo>
                  <a:lnTo>
                    <a:pt x="8807" y="7499"/>
                  </a:lnTo>
                  <a:lnTo>
                    <a:pt x="8744" y="7484"/>
                  </a:lnTo>
                  <a:lnTo>
                    <a:pt x="8730" y="7484"/>
                  </a:lnTo>
                  <a:lnTo>
                    <a:pt x="8663" y="7470"/>
                  </a:lnTo>
                  <a:lnTo>
                    <a:pt x="8648" y="7470"/>
                  </a:lnTo>
                  <a:lnTo>
                    <a:pt x="8581" y="7456"/>
                  </a:lnTo>
                  <a:lnTo>
                    <a:pt x="8567" y="7451"/>
                  </a:lnTo>
                  <a:lnTo>
                    <a:pt x="8499" y="7436"/>
                  </a:lnTo>
                  <a:lnTo>
                    <a:pt x="8480" y="7432"/>
                  </a:lnTo>
                  <a:lnTo>
                    <a:pt x="8418" y="7422"/>
                  </a:lnTo>
                  <a:lnTo>
                    <a:pt x="8389" y="7417"/>
                  </a:lnTo>
                  <a:lnTo>
                    <a:pt x="8336" y="7408"/>
                  </a:lnTo>
                  <a:lnTo>
                    <a:pt x="8293" y="7398"/>
                  </a:lnTo>
                  <a:lnTo>
                    <a:pt x="8255" y="7393"/>
                  </a:lnTo>
                  <a:lnTo>
                    <a:pt x="8197" y="7384"/>
                  </a:lnTo>
                  <a:lnTo>
                    <a:pt x="8173" y="7379"/>
                  </a:lnTo>
                  <a:lnTo>
                    <a:pt x="8101" y="7369"/>
                  </a:lnTo>
                  <a:lnTo>
                    <a:pt x="8087" y="7369"/>
                  </a:lnTo>
                  <a:cubicBezTo>
                    <a:pt x="7549" y="7288"/>
                    <a:pt x="7007" y="7235"/>
                    <a:pt x="6459" y="7211"/>
                  </a:cubicBezTo>
                  <a:cubicBezTo>
                    <a:pt x="6358" y="7206"/>
                    <a:pt x="6253" y="7206"/>
                    <a:pt x="6152" y="7201"/>
                  </a:cubicBezTo>
                  <a:lnTo>
                    <a:pt x="5254" y="7201"/>
                  </a:lnTo>
                  <a:cubicBezTo>
                    <a:pt x="5077" y="7206"/>
                    <a:pt x="4904" y="7216"/>
                    <a:pt x="4736" y="7220"/>
                  </a:cubicBezTo>
                  <a:cubicBezTo>
                    <a:pt x="4261" y="7249"/>
                    <a:pt x="3786" y="7297"/>
                    <a:pt x="3315" y="7369"/>
                  </a:cubicBezTo>
                  <a:lnTo>
                    <a:pt x="3301" y="7369"/>
                  </a:lnTo>
                  <a:lnTo>
                    <a:pt x="3233" y="7379"/>
                  </a:lnTo>
                  <a:lnTo>
                    <a:pt x="3205" y="7384"/>
                  </a:lnTo>
                  <a:lnTo>
                    <a:pt x="3147" y="7393"/>
                  </a:lnTo>
                  <a:lnTo>
                    <a:pt x="3109" y="7398"/>
                  </a:lnTo>
                  <a:lnTo>
                    <a:pt x="3065" y="7408"/>
                  </a:lnTo>
                  <a:lnTo>
                    <a:pt x="3017" y="7417"/>
                  </a:lnTo>
                  <a:lnTo>
                    <a:pt x="2984" y="7422"/>
                  </a:lnTo>
                  <a:lnTo>
                    <a:pt x="2926" y="7432"/>
                  </a:lnTo>
                  <a:lnTo>
                    <a:pt x="2902" y="7436"/>
                  </a:lnTo>
                  <a:lnTo>
                    <a:pt x="2840" y="7451"/>
                  </a:lnTo>
                  <a:lnTo>
                    <a:pt x="2825" y="7456"/>
                  </a:lnTo>
                  <a:lnTo>
                    <a:pt x="2753" y="7470"/>
                  </a:lnTo>
                  <a:lnTo>
                    <a:pt x="2744" y="7470"/>
                  </a:lnTo>
                  <a:lnTo>
                    <a:pt x="2672" y="7484"/>
                  </a:lnTo>
                  <a:lnTo>
                    <a:pt x="2662" y="7484"/>
                  </a:lnTo>
                  <a:lnTo>
                    <a:pt x="2595" y="7499"/>
                  </a:lnTo>
                  <a:lnTo>
                    <a:pt x="2581" y="7499"/>
                  </a:lnTo>
                  <a:lnTo>
                    <a:pt x="2547" y="7508"/>
                  </a:lnTo>
                  <a:lnTo>
                    <a:pt x="5701" y="4249"/>
                  </a:lnTo>
                  <a:close/>
                  <a:moveTo>
                    <a:pt x="5864" y="7595"/>
                  </a:moveTo>
                  <a:cubicBezTo>
                    <a:pt x="7007" y="7609"/>
                    <a:pt x="8072" y="7729"/>
                    <a:pt x="8826" y="7926"/>
                  </a:cubicBezTo>
                  <a:lnTo>
                    <a:pt x="8845" y="7931"/>
                  </a:lnTo>
                  <a:lnTo>
                    <a:pt x="8922" y="7950"/>
                  </a:lnTo>
                  <a:lnTo>
                    <a:pt x="8941" y="7955"/>
                  </a:lnTo>
                  <a:cubicBezTo>
                    <a:pt x="8999" y="7969"/>
                    <a:pt x="9061" y="7988"/>
                    <a:pt x="9114" y="8008"/>
                  </a:cubicBezTo>
                  <a:cubicBezTo>
                    <a:pt x="9243" y="8046"/>
                    <a:pt x="9373" y="8099"/>
                    <a:pt x="9498" y="8156"/>
                  </a:cubicBezTo>
                  <a:lnTo>
                    <a:pt x="9503" y="8156"/>
                  </a:lnTo>
                  <a:cubicBezTo>
                    <a:pt x="9762" y="8286"/>
                    <a:pt x="9834" y="8392"/>
                    <a:pt x="9834" y="8440"/>
                  </a:cubicBezTo>
                  <a:cubicBezTo>
                    <a:pt x="9834" y="8512"/>
                    <a:pt x="9632" y="8756"/>
                    <a:pt x="8720" y="8977"/>
                  </a:cubicBezTo>
                  <a:cubicBezTo>
                    <a:pt x="7914" y="9174"/>
                    <a:pt x="6843" y="9280"/>
                    <a:pt x="5701" y="9280"/>
                  </a:cubicBezTo>
                  <a:cubicBezTo>
                    <a:pt x="4563" y="9280"/>
                    <a:pt x="3488" y="9169"/>
                    <a:pt x="2686" y="8977"/>
                  </a:cubicBezTo>
                  <a:cubicBezTo>
                    <a:pt x="1774" y="8756"/>
                    <a:pt x="1573" y="8512"/>
                    <a:pt x="1573" y="8440"/>
                  </a:cubicBezTo>
                  <a:cubicBezTo>
                    <a:pt x="1573" y="8392"/>
                    <a:pt x="1645" y="8286"/>
                    <a:pt x="1904" y="8156"/>
                  </a:cubicBezTo>
                  <a:lnTo>
                    <a:pt x="1909" y="8156"/>
                  </a:lnTo>
                  <a:cubicBezTo>
                    <a:pt x="2033" y="8099"/>
                    <a:pt x="2158" y="8046"/>
                    <a:pt x="2293" y="8008"/>
                  </a:cubicBezTo>
                  <a:cubicBezTo>
                    <a:pt x="2345" y="7988"/>
                    <a:pt x="2408" y="7974"/>
                    <a:pt x="2465" y="7955"/>
                  </a:cubicBezTo>
                  <a:lnTo>
                    <a:pt x="2485" y="7950"/>
                  </a:lnTo>
                  <a:lnTo>
                    <a:pt x="2561" y="7931"/>
                  </a:lnTo>
                  <a:lnTo>
                    <a:pt x="2581" y="7926"/>
                  </a:lnTo>
                  <a:cubicBezTo>
                    <a:pt x="3334" y="7729"/>
                    <a:pt x="4400" y="7609"/>
                    <a:pt x="5542" y="7595"/>
                  </a:cubicBezTo>
                  <a:close/>
                  <a:moveTo>
                    <a:pt x="9325" y="0"/>
                  </a:moveTo>
                  <a:cubicBezTo>
                    <a:pt x="9274" y="0"/>
                    <a:pt x="9222" y="22"/>
                    <a:pt x="9176" y="73"/>
                  </a:cubicBezTo>
                  <a:lnTo>
                    <a:pt x="5701" y="3663"/>
                  </a:lnTo>
                  <a:lnTo>
                    <a:pt x="2230" y="73"/>
                  </a:lnTo>
                  <a:cubicBezTo>
                    <a:pt x="2187" y="32"/>
                    <a:pt x="2138" y="14"/>
                    <a:pt x="2092" y="14"/>
                  </a:cubicBezTo>
                  <a:cubicBezTo>
                    <a:pt x="1938" y="14"/>
                    <a:pt x="1805" y="205"/>
                    <a:pt x="1937" y="356"/>
                  </a:cubicBezTo>
                  <a:lnTo>
                    <a:pt x="5418" y="3956"/>
                  </a:lnTo>
                  <a:lnTo>
                    <a:pt x="1697" y="7806"/>
                  </a:lnTo>
                  <a:lnTo>
                    <a:pt x="1683" y="7811"/>
                  </a:lnTo>
                  <a:lnTo>
                    <a:pt x="1654" y="7825"/>
                  </a:lnTo>
                  <a:lnTo>
                    <a:pt x="1630" y="7840"/>
                  </a:lnTo>
                  <a:lnTo>
                    <a:pt x="1601" y="7854"/>
                  </a:lnTo>
                  <a:lnTo>
                    <a:pt x="1577" y="7868"/>
                  </a:lnTo>
                  <a:lnTo>
                    <a:pt x="1553" y="7888"/>
                  </a:lnTo>
                  <a:lnTo>
                    <a:pt x="1529" y="7897"/>
                  </a:lnTo>
                  <a:lnTo>
                    <a:pt x="1505" y="7916"/>
                  </a:lnTo>
                  <a:lnTo>
                    <a:pt x="1491" y="7926"/>
                  </a:lnTo>
                  <a:lnTo>
                    <a:pt x="430" y="1398"/>
                  </a:lnTo>
                  <a:cubicBezTo>
                    <a:pt x="413" y="1277"/>
                    <a:pt x="324" y="1223"/>
                    <a:pt x="233" y="1223"/>
                  </a:cubicBezTo>
                  <a:cubicBezTo>
                    <a:pt x="118" y="1223"/>
                    <a:pt x="0" y="1312"/>
                    <a:pt x="27" y="1465"/>
                  </a:cubicBezTo>
                  <a:lnTo>
                    <a:pt x="1169" y="8459"/>
                  </a:lnTo>
                  <a:cubicBezTo>
                    <a:pt x="1184" y="8843"/>
                    <a:pt x="1664" y="9150"/>
                    <a:pt x="2590" y="9371"/>
                  </a:cubicBezTo>
                  <a:cubicBezTo>
                    <a:pt x="3426" y="9572"/>
                    <a:pt x="4530" y="9683"/>
                    <a:pt x="5706" y="9683"/>
                  </a:cubicBezTo>
                  <a:cubicBezTo>
                    <a:pt x="6877" y="9683"/>
                    <a:pt x="7986" y="9572"/>
                    <a:pt x="8816" y="9371"/>
                  </a:cubicBezTo>
                  <a:cubicBezTo>
                    <a:pt x="9743" y="9150"/>
                    <a:pt x="10223" y="8843"/>
                    <a:pt x="10237" y="8459"/>
                  </a:cubicBezTo>
                  <a:lnTo>
                    <a:pt x="11380" y="1465"/>
                  </a:lnTo>
                  <a:cubicBezTo>
                    <a:pt x="11399" y="1350"/>
                    <a:pt x="11322" y="1244"/>
                    <a:pt x="11212" y="1230"/>
                  </a:cubicBezTo>
                  <a:cubicBezTo>
                    <a:pt x="11200" y="1228"/>
                    <a:pt x="11188" y="1227"/>
                    <a:pt x="11176" y="1227"/>
                  </a:cubicBezTo>
                  <a:cubicBezTo>
                    <a:pt x="11076" y="1227"/>
                    <a:pt x="10994" y="1299"/>
                    <a:pt x="10976" y="1398"/>
                  </a:cubicBezTo>
                  <a:lnTo>
                    <a:pt x="9915" y="7921"/>
                  </a:lnTo>
                  <a:lnTo>
                    <a:pt x="9901" y="7916"/>
                  </a:lnTo>
                  <a:lnTo>
                    <a:pt x="9872" y="7897"/>
                  </a:lnTo>
                  <a:lnTo>
                    <a:pt x="9853" y="7883"/>
                  </a:lnTo>
                  <a:lnTo>
                    <a:pt x="9824" y="7868"/>
                  </a:lnTo>
                  <a:lnTo>
                    <a:pt x="9805" y="7854"/>
                  </a:lnTo>
                  <a:lnTo>
                    <a:pt x="9776" y="7840"/>
                  </a:lnTo>
                  <a:lnTo>
                    <a:pt x="9752" y="7825"/>
                  </a:lnTo>
                  <a:lnTo>
                    <a:pt x="9723" y="7811"/>
                  </a:lnTo>
                  <a:lnTo>
                    <a:pt x="9709" y="7801"/>
                  </a:lnTo>
                  <a:lnTo>
                    <a:pt x="5984" y="3956"/>
                  </a:lnTo>
                  <a:lnTo>
                    <a:pt x="9469" y="356"/>
                  </a:lnTo>
                  <a:cubicBezTo>
                    <a:pt x="9622" y="207"/>
                    <a:pt x="9483" y="0"/>
                    <a:pt x="93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8" name="Google Shape;15258;p83"/>
          <p:cNvGrpSpPr/>
          <p:nvPr/>
        </p:nvGrpSpPr>
        <p:grpSpPr>
          <a:xfrm>
            <a:off x="1754187" y="2901098"/>
            <a:ext cx="365289" cy="365525"/>
            <a:chOff x="1754187" y="2901098"/>
            <a:chExt cx="365289" cy="365525"/>
          </a:xfrm>
        </p:grpSpPr>
        <p:sp>
          <p:nvSpPr>
            <p:cNvPr id="15259" name="Google Shape;15259;p83"/>
            <p:cNvSpPr/>
            <p:nvPr/>
          </p:nvSpPr>
          <p:spPr>
            <a:xfrm>
              <a:off x="1758091" y="3085485"/>
              <a:ext cx="354598" cy="101011"/>
            </a:xfrm>
            <a:custGeom>
              <a:rect b="b" l="l" r="r" t="t"/>
              <a:pathLst>
                <a:path extrusionOk="0" h="3855" w="13533">
                  <a:moveTo>
                    <a:pt x="207" y="0"/>
                  </a:moveTo>
                  <a:cubicBezTo>
                    <a:pt x="91" y="0"/>
                    <a:pt x="0" y="91"/>
                    <a:pt x="5" y="202"/>
                  </a:cubicBezTo>
                  <a:lnTo>
                    <a:pt x="5" y="3653"/>
                  </a:lnTo>
                  <a:cubicBezTo>
                    <a:pt x="5" y="3764"/>
                    <a:pt x="91" y="3855"/>
                    <a:pt x="207" y="3855"/>
                  </a:cubicBezTo>
                  <a:lnTo>
                    <a:pt x="13326" y="3855"/>
                  </a:lnTo>
                  <a:cubicBezTo>
                    <a:pt x="13398" y="3855"/>
                    <a:pt x="13460" y="3821"/>
                    <a:pt x="13499" y="3764"/>
                  </a:cubicBezTo>
                  <a:cubicBezTo>
                    <a:pt x="13518" y="3730"/>
                    <a:pt x="13532" y="3692"/>
                    <a:pt x="13532" y="3653"/>
                  </a:cubicBezTo>
                  <a:lnTo>
                    <a:pt x="13532" y="202"/>
                  </a:lnTo>
                  <a:cubicBezTo>
                    <a:pt x="13532" y="91"/>
                    <a:pt x="13441" y="0"/>
                    <a:pt x="133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3"/>
            <p:cNvSpPr/>
            <p:nvPr/>
          </p:nvSpPr>
          <p:spPr>
            <a:xfrm>
              <a:off x="1779839" y="3085485"/>
              <a:ext cx="332850" cy="101011"/>
            </a:xfrm>
            <a:custGeom>
              <a:rect b="b" l="l" r="r" t="t"/>
              <a:pathLst>
                <a:path extrusionOk="0" h="3855" w="12703">
                  <a:moveTo>
                    <a:pt x="202" y="0"/>
                  </a:moveTo>
                  <a:cubicBezTo>
                    <a:pt x="92" y="0"/>
                    <a:pt x="1" y="91"/>
                    <a:pt x="1" y="202"/>
                  </a:cubicBezTo>
                  <a:lnTo>
                    <a:pt x="1" y="3653"/>
                  </a:lnTo>
                  <a:cubicBezTo>
                    <a:pt x="1" y="3764"/>
                    <a:pt x="92" y="3855"/>
                    <a:pt x="202" y="3855"/>
                  </a:cubicBezTo>
                  <a:lnTo>
                    <a:pt x="12496" y="3855"/>
                  </a:lnTo>
                  <a:cubicBezTo>
                    <a:pt x="12568" y="3855"/>
                    <a:pt x="12630" y="3821"/>
                    <a:pt x="12669" y="3764"/>
                  </a:cubicBezTo>
                  <a:cubicBezTo>
                    <a:pt x="12688" y="3730"/>
                    <a:pt x="12702" y="3692"/>
                    <a:pt x="12702" y="3653"/>
                  </a:cubicBezTo>
                  <a:lnTo>
                    <a:pt x="12702" y="202"/>
                  </a:lnTo>
                  <a:cubicBezTo>
                    <a:pt x="12702" y="91"/>
                    <a:pt x="12611" y="0"/>
                    <a:pt x="12501"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83"/>
            <p:cNvSpPr/>
            <p:nvPr/>
          </p:nvSpPr>
          <p:spPr>
            <a:xfrm>
              <a:off x="2043017" y="3186522"/>
              <a:ext cx="68258" cy="74599"/>
            </a:xfrm>
            <a:custGeom>
              <a:rect b="b" l="l" r="r" t="t"/>
              <a:pathLst>
                <a:path extrusionOk="0" h="2847" w="2605">
                  <a:moveTo>
                    <a:pt x="319" y="0"/>
                  </a:moveTo>
                  <a:cubicBezTo>
                    <a:pt x="182" y="0"/>
                    <a:pt x="55" y="108"/>
                    <a:pt x="52" y="263"/>
                  </a:cubicBezTo>
                  <a:lnTo>
                    <a:pt x="4" y="2572"/>
                  </a:lnTo>
                  <a:cubicBezTo>
                    <a:pt x="1" y="2742"/>
                    <a:pt x="137" y="2847"/>
                    <a:pt x="275" y="2847"/>
                  </a:cubicBezTo>
                  <a:cubicBezTo>
                    <a:pt x="359" y="2847"/>
                    <a:pt x="444" y="2808"/>
                    <a:pt x="498" y="2721"/>
                  </a:cubicBezTo>
                  <a:lnTo>
                    <a:pt x="652" y="2471"/>
                  </a:lnTo>
                  <a:lnTo>
                    <a:pt x="1012" y="1895"/>
                  </a:lnTo>
                  <a:cubicBezTo>
                    <a:pt x="1058" y="1817"/>
                    <a:pt x="1147" y="1770"/>
                    <a:pt x="1239" y="1770"/>
                  </a:cubicBezTo>
                  <a:cubicBezTo>
                    <a:pt x="1243" y="1770"/>
                    <a:pt x="1247" y="1770"/>
                    <a:pt x="1252" y="1770"/>
                  </a:cubicBezTo>
                  <a:lnTo>
                    <a:pt x="2221" y="1823"/>
                  </a:lnTo>
                  <a:cubicBezTo>
                    <a:pt x="2229" y="1823"/>
                    <a:pt x="2236" y="1824"/>
                    <a:pt x="2243" y="1824"/>
                  </a:cubicBezTo>
                  <a:cubicBezTo>
                    <a:pt x="2501" y="1824"/>
                    <a:pt x="2604" y="1483"/>
                    <a:pt x="2385" y="1333"/>
                  </a:cubicBezTo>
                  <a:lnTo>
                    <a:pt x="724" y="220"/>
                  </a:lnTo>
                  <a:lnTo>
                    <a:pt x="469" y="47"/>
                  </a:lnTo>
                  <a:cubicBezTo>
                    <a:pt x="422" y="15"/>
                    <a:pt x="370"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83"/>
            <p:cNvSpPr/>
            <p:nvPr/>
          </p:nvSpPr>
          <p:spPr>
            <a:xfrm>
              <a:off x="2060075" y="3192129"/>
              <a:ext cx="51200" cy="59139"/>
            </a:xfrm>
            <a:custGeom>
              <a:rect b="b" l="l" r="r" t="t"/>
              <a:pathLst>
                <a:path extrusionOk="0" h="2257" w="1954">
                  <a:moveTo>
                    <a:pt x="73" y="1"/>
                  </a:moveTo>
                  <a:cubicBezTo>
                    <a:pt x="54" y="39"/>
                    <a:pt x="44" y="78"/>
                    <a:pt x="44" y="121"/>
                  </a:cubicBezTo>
                  <a:lnTo>
                    <a:pt x="1" y="2257"/>
                  </a:lnTo>
                  <a:lnTo>
                    <a:pt x="361" y="1681"/>
                  </a:lnTo>
                  <a:cubicBezTo>
                    <a:pt x="407" y="1603"/>
                    <a:pt x="496" y="1556"/>
                    <a:pt x="588" y="1556"/>
                  </a:cubicBezTo>
                  <a:cubicBezTo>
                    <a:pt x="592" y="1556"/>
                    <a:pt x="596" y="1556"/>
                    <a:pt x="601" y="1556"/>
                  </a:cubicBezTo>
                  <a:lnTo>
                    <a:pt x="1570" y="1609"/>
                  </a:lnTo>
                  <a:cubicBezTo>
                    <a:pt x="1578" y="1609"/>
                    <a:pt x="1585" y="1610"/>
                    <a:pt x="1592" y="1610"/>
                  </a:cubicBezTo>
                  <a:cubicBezTo>
                    <a:pt x="1850" y="1610"/>
                    <a:pt x="1953" y="1269"/>
                    <a:pt x="1734" y="1119"/>
                  </a:cubicBezTo>
                  <a:lnTo>
                    <a:pt x="7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3"/>
            <p:cNvSpPr/>
            <p:nvPr/>
          </p:nvSpPr>
          <p:spPr>
            <a:xfrm>
              <a:off x="1913419" y="2907125"/>
              <a:ext cx="200659" cy="155355"/>
            </a:xfrm>
            <a:custGeom>
              <a:rect b="b" l="l" r="r" t="t"/>
              <a:pathLst>
                <a:path extrusionOk="0" h="5929" w="7658">
                  <a:moveTo>
                    <a:pt x="375" y="1"/>
                  </a:moveTo>
                  <a:cubicBezTo>
                    <a:pt x="169" y="1"/>
                    <a:pt x="1" y="169"/>
                    <a:pt x="1" y="375"/>
                  </a:cubicBezTo>
                  <a:lnTo>
                    <a:pt x="1" y="5559"/>
                  </a:lnTo>
                  <a:cubicBezTo>
                    <a:pt x="1" y="5761"/>
                    <a:pt x="169" y="5929"/>
                    <a:pt x="375" y="5929"/>
                  </a:cubicBezTo>
                  <a:lnTo>
                    <a:pt x="7283" y="5929"/>
                  </a:lnTo>
                  <a:cubicBezTo>
                    <a:pt x="7489" y="5929"/>
                    <a:pt x="7657" y="5761"/>
                    <a:pt x="7657" y="5559"/>
                  </a:cubicBezTo>
                  <a:lnTo>
                    <a:pt x="7657" y="370"/>
                  </a:lnTo>
                  <a:cubicBezTo>
                    <a:pt x="7657" y="164"/>
                    <a:pt x="7489" y="1"/>
                    <a:pt x="728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3"/>
            <p:cNvSpPr/>
            <p:nvPr/>
          </p:nvSpPr>
          <p:spPr>
            <a:xfrm>
              <a:off x="1940224" y="2907125"/>
              <a:ext cx="173854" cy="155355"/>
            </a:xfrm>
            <a:custGeom>
              <a:rect b="b" l="l" r="r" t="t"/>
              <a:pathLst>
                <a:path extrusionOk="0" h="5929" w="6635">
                  <a:moveTo>
                    <a:pt x="374" y="1"/>
                  </a:moveTo>
                  <a:cubicBezTo>
                    <a:pt x="168" y="1"/>
                    <a:pt x="0" y="169"/>
                    <a:pt x="0" y="375"/>
                  </a:cubicBezTo>
                  <a:lnTo>
                    <a:pt x="0" y="5559"/>
                  </a:lnTo>
                  <a:cubicBezTo>
                    <a:pt x="0" y="5761"/>
                    <a:pt x="168" y="5929"/>
                    <a:pt x="374" y="5929"/>
                  </a:cubicBezTo>
                  <a:lnTo>
                    <a:pt x="6260" y="5929"/>
                  </a:lnTo>
                  <a:cubicBezTo>
                    <a:pt x="6466" y="5929"/>
                    <a:pt x="6634" y="5761"/>
                    <a:pt x="6634" y="5559"/>
                  </a:cubicBezTo>
                  <a:lnTo>
                    <a:pt x="6634" y="370"/>
                  </a:lnTo>
                  <a:cubicBezTo>
                    <a:pt x="6634" y="164"/>
                    <a:pt x="6466" y="1"/>
                    <a:pt x="626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3"/>
            <p:cNvSpPr/>
            <p:nvPr/>
          </p:nvSpPr>
          <p:spPr>
            <a:xfrm>
              <a:off x="1759480" y="2906627"/>
              <a:ext cx="128943" cy="155355"/>
            </a:xfrm>
            <a:custGeom>
              <a:rect b="b" l="l" r="r" t="t"/>
              <a:pathLst>
                <a:path extrusionOk="0" h="5929" w="4921">
                  <a:moveTo>
                    <a:pt x="163" y="0"/>
                  </a:moveTo>
                  <a:cubicBezTo>
                    <a:pt x="72" y="0"/>
                    <a:pt x="0" y="72"/>
                    <a:pt x="0" y="159"/>
                  </a:cubicBezTo>
                  <a:lnTo>
                    <a:pt x="0" y="5770"/>
                  </a:lnTo>
                  <a:cubicBezTo>
                    <a:pt x="0" y="5857"/>
                    <a:pt x="72" y="5929"/>
                    <a:pt x="163" y="5929"/>
                  </a:cubicBezTo>
                  <a:lnTo>
                    <a:pt x="4757" y="5929"/>
                  </a:lnTo>
                  <a:cubicBezTo>
                    <a:pt x="4848" y="5929"/>
                    <a:pt x="4920" y="5857"/>
                    <a:pt x="4920" y="5770"/>
                  </a:cubicBezTo>
                  <a:lnTo>
                    <a:pt x="4920" y="159"/>
                  </a:lnTo>
                  <a:cubicBezTo>
                    <a:pt x="4920" y="72"/>
                    <a:pt x="4848" y="0"/>
                    <a:pt x="475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3"/>
            <p:cNvSpPr/>
            <p:nvPr/>
          </p:nvSpPr>
          <p:spPr>
            <a:xfrm>
              <a:off x="1781228" y="2906627"/>
              <a:ext cx="107194" cy="155355"/>
            </a:xfrm>
            <a:custGeom>
              <a:rect b="b" l="l" r="r" t="t"/>
              <a:pathLst>
                <a:path extrusionOk="0" h="5929" w="4091">
                  <a:moveTo>
                    <a:pt x="159" y="0"/>
                  </a:moveTo>
                  <a:cubicBezTo>
                    <a:pt x="73" y="0"/>
                    <a:pt x="1" y="72"/>
                    <a:pt x="1" y="159"/>
                  </a:cubicBezTo>
                  <a:lnTo>
                    <a:pt x="1" y="5770"/>
                  </a:lnTo>
                  <a:cubicBezTo>
                    <a:pt x="1" y="5857"/>
                    <a:pt x="73" y="5929"/>
                    <a:pt x="159" y="5929"/>
                  </a:cubicBezTo>
                  <a:lnTo>
                    <a:pt x="3927" y="5929"/>
                  </a:lnTo>
                  <a:cubicBezTo>
                    <a:pt x="4018" y="5929"/>
                    <a:pt x="4090" y="5857"/>
                    <a:pt x="4090" y="5770"/>
                  </a:cubicBezTo>
                  <a:lnTo>
                    <a:pt x="4090" y="159"/>
                  </a:lnTo>
                  <a:cubicBezTo>
                    <a:pt x="4090" y="72"/>
                    <a:pt x="4018" y="0"/>
                    <a:pt x="392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3"/>
            <p:cNvSpPr/>
            <p:nvPr/>
          </p:nvSpPr>
          <p:spPr>
            <a:xfrm>
              <a:off x="1908022" y="2901596"/>
              <a:ext cx="211454" cy="166307"/>
            </a:xfrm>
            <a:custGeom>
              <a:rect b="b" l="l" r="r" t="t"/>
              <a:pathLst>
                <a:path extrusionOk="0" h="6347" w="8070">
                  <a:moveTo>
                    <a:pt x="7657" y="413"/>
                  </a:moveTo>
                  <a:lnTo>
                    <a:pt x="7657" y="5933"/>
                  </a:lnTo>
                  <a:lnTo>
                    <a:pt x="413" y="5933"/>
                  </a:lnTo>
                  <a:lnTo>
                    <a:pt x="413" y="413"/>
                  </a:lnTo>
                  <a:close/>
                  <a:moveTo>
                    <a:pt x="207" y="0"/>
                  </a:moveTo>
                  <a:cubicBezTo>
                    <a:pt x="91" y="0"/>
                    <a:pt x="0" y="91"/>
                    <a:pt x="0" y="207"/>
                  </a:cubicBezTo>
                  <a:lnTo>
                    <a:pt x="0" y="6140"/>
                  </a:lnTo>
                  <a:cubicBezTo>
                    <a:pt x="0" y="6255"/>
                    <a:pt x="91" y="6346"/>
                    <a:pt x="207" y="6346"/>
                  </a:cubicBezTo>
                  <a:lnTo>
                    <a:pt x="7863" y="6346"/>
                  </a:lnTo>
                  <a:cubicBezTo>
                    <a:pt x="7978" y="6346"/>
                    <a:pt x="8069" y="6255"/>
                    <a:pt x="8069" y="6140"/>
                  </a:cubicBezTo>
                  <a:lnTo>
                    <a:pt x="8069" y="207"/>
                  </a:lnTo>
                  <a:cubicBezTo>
                    <a:pt x="8069" y="91"/>
                    <a:pt x="7978" y="0"/>
                    <a:pt x="78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3"/>
            <p:cNvSpPr/>
            <p:nvPr/>
          </p:nvSpPr>
          <p:spPr>
            <a:xfrm>
              <a:off x="1754318" y="2901098"/>
              <a:ext cx="139502" cy="166281"/>
            </a:xfrm>
            <a:custGeom>
              <a:rect b="b" l="l" r="r" t="t"/>
              <a:pathLst>
                <a:path extrusionOk="0" h="6346" w="5324">
                  <a:moveTo>
                    <a:pt x="4589" y="418"/>
                  </a:moveTo>
                  <a:lnTo>
                    <a:pt x="2616" y="2775"/>
                  </a:lnTo>
                  <a:lnTo>
                    <a:pt x="644" y="418"/>
                  </a:lnTo>
                  <a:close/>
                  <a:moveTo>
                    <a:pt x="403" y="778"/>
                  </a:moveTo>
                  <a:lnTo>
                    <a:pt x="2348" y="3096"/>
                  </a:lnTo>
                  <a:lnTo>
                    <a:pt x="403" y="5415"/>
                  </a:lnTo>
                  <a:lnTo>
                    <a:pt x="403" y="778"/>
                  </a:lnTo>
                  <a:close/>
                  <a:moveTo>
                    <a:pt x="4911" y="682"/>
                  </a:moveTo>
                  <a:lnTo>
                    <a:pt x="4911" y="5516"/>
                  </a:lnTo>
                  <a:lnTo>
                    <a:pt x="2885" y="3096"/>
                  </a:lnTo>
                  <a:lnTo>
                    <a:pt x="4911" y="682"/>
                  </a:lnTo>
                  <a:close/>
                  <a:moveTo>
                    <a:pt x="2616" y="3418"/>
                  </a:moveTo>
                  <a:lnTo>
                    <a:pt x="4724" y="5933"/>
                  </a:lnTo>
                  <a:lnTo>
                    <a:pt x="509" y="5933"/>
                  </a:lnTo>
                  <a:lnTo>
                    <a:pt x="2616" y="3418"/>
                  </a:lnTo>
                  <a:close/>
                  <a:moveTo>
                    <a:pt x="197" y="0"/>
                  </a:moveTo>
                  <a:cubicBezTo>
                    <a:pt x="183" y="5"/>
                    <a:pt x="168" y="5"/>
                    <a:pt x="159" y="5"/>
                  </a:cubicBezTo>
                  <a:lnTo>
                    <a:pt x="154" y="5"/>
                  </a:lnTo>
                  <a:lnTo>
                    <a:pt x="135" y="10"/>
                  </a:lnTo>
                  <a:lnTo>
                    <a:pt x="130" y="10"/>
                  </a:lnTo>
                  <a:lnTo>
                    <a:pt x="120" y="14"/>
                  </a:lnTo>
                  <a:lnTo>
                    <a:pt x="106" y="19"/>
                  </a:lnTo>
                  <a:lnTo>
                    <a:pt x="101" y="24"/>
                  </a:lnTo>
                  <a:lnTo>
                    <a:pt x="82" y="34"/>
                  </a:lnTo>
                  <a:lnTo>
                    <a:pt x="67" y="48"/>
                  </a:lnTo>
                  <a:lnTo>
                    <a:pt x="63" y="48"/>
                  </a:lnTo>
                  <a:lnTo>
                    <a:pt x="53" y="58"/>
                  </a:lnTo>
                  <a:lnTo>
                    <a:pt x="48" y="67"/>
                  </a:lnTo>
                  <a:lnTo>
                    <a:pt x="39" y="77"/>
                  </a:lnTo>
                  <a:lnTo>
                    <a:pt x="34" y="82"/>
                  </a:lnTo>
                  <a:lnTo>
                    <a:pt x="29" y="91"/>
                  </a:lnTo>
                  <a:lnTo>
                    <a:pt x="19" y="101"/>
                  </a:lnTo>
                  <a:lnTo>
                    <a:pt x="15" y="110"/>
                  </a:lnTo>
                  <a:lnTo>
                    <a:pt x="15" y="115"/>
                  </a:lnTo>
                  <a:lnTo>
                    <a:pt x="10" y="125"/>
                  </a:lnTo>
                  <a:lnTo>
                    <a:pt x="5" y="134"/>
                  </a:lnTo>
                  <a:lnTo>
                    <a:pt x="0" y="144"/>
                  </a:lnTo>
                  <a:lnTo>
                    <a:pt x="0" y="154"/>
                  </a:lnTo>
                  <a:lnTo>
                    <a:pt x="0" y="168"/>
                  </a:lnTo>
                  <a:lnTo>
                    <a:pt x="0" y="173"/>
                  </a:lnTo>
                  <a:lnTo>
                    <a:pt x="0" y="187"/>
                  </a:lnTo>
                  <a:lnTo>
                    <a:pt x="0" y="197"/>
                  </a:lnTo>
                  <a:lnTo>
                    <a:pt x="0" y="207"/>
                  </a:lnTo>
                  <a:lnTo>
                    <a:pt x="0" y="6140"/>
                  </a:lnTo>
                  <a:cubicBezTo>
                    <a:pt x="0" y="6250"/>
                    <a:pt x="87" y="6341"/>
                    <a:pt x="197" y="6346"/>
                  </a:cubicBezTo>
                  <a:lnTo>
                    <a:pt x="5117" y="6346"/>
                  </a:lnTo>
                  <a:cubicBezTo>
                    <a:pt x="5233" y="6346"/>
                    <a:pt x="5324" y="6255"/>
                    <a:pt x="5324" y="6140"/>
                  </a:cubicBezTo>
                  <a:lnTo>
                    <a:pt x="5324" y="211"/>
                  </a:lnTo>
                  <a:cubicBezTo>
                    <a:pt x="5324" y="96"/>
                    <a:pt x="5233" y="0"/>
                    <a:pt x="51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3"/>
            <p:cNvSpPr/>
            <p:nvPr/>
          </p:nvSpPr>
          <p:spPr>
            <a:xfrm>
              <a:off x="1938574" y="2928375"/>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3"/>
            <p:cNvSpPr/>
            <p:nvPr/>
          </p:nvSpPr>
          <p:spPr>
            <a:xfrm>
              <a:off x="2018439" y="2928375"/>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3"/>
            <p:cNvSpPr/>
            <p:nvPr/>
          </p:nvSpPr>
          <p:spPr>
            <a:xfrm>
              <a:off x="1938574" y="2962333"/>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3"/>
            <p:cNvSpPr/>
            <p:nvPr/>
          </p:nvSpPr>
          <p:spPr>
            <a:xfrm>
              <a:off x="2018439" y="2962333"/>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3"/>
            <p:cNvSpPr/>
            <p:nvPr/>
          </p:nvSpPr>
          <p:spPr>
            <a:xfrm>
              <a:off x="1938574" y="2996292"/>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3"/>
            <p:cNvSpPr/>
            <p:nvPr/>
          </p:nvSpPr>
          <p:spPr>
            <a:xfrm>
              <a:off x="2018439" y="2996292"/>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3"/>
            <p:cNvSpPr/>
            <p:nvPr/>
          </p:nvSpPr>
          <p:spPr>
            <a:xfrm>
              <a:off x="1938574" y="3030250"/>
              <a:ext cx="70459" cy="10979"/>
            </a:xfrm>
            <a:custGeom>
              <a:rect b="b" l="l" r="r" t="t"/>
              <a:pathLst>
                <a:path extrusionOk="0" h="419" w="2689">
                  <a:moveTo>
                    <a:pt x="274" y="1"/>
                  </a:moveTo>
                  <a:cubicBezTo>
                    <a:pt x="1" y="1"/>
                    <a:pt x="1" y="419"/>
                    <a:pt x="274" y="419"/>
                  </a:cubicBezTo>
                  <a:lnTo>
                    <a:pt x="2415" y="419"/>
                  </a:lnTo>
                  <a:cubicBezTo>
                    <a:pt x="2689" y="419"/>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3"/>
            <p:cNvSpPr/>
            <p:nvPr/>
          </p:nvSpPr>
          <p:spPr>
            <a:xfrm>
              <a:off x="2018439" y="3030250"/>
              <a:ext cx="70590" cy="10979"/>
            </a:xfrm>
            <a:custGeom>
              <a:rect b="b" l="l" r="r" t="t"/>
              <a:pathLst>
                <a:path extrusionOk="0" h="419" w="2694">
                  <a:moveTo>
                    <a:pt x="279" y="1"/>
                  </a:moveTo>
                  <a:cubicBezTo>
                    <a:pt x="1" y="1"/>
                    <a:pt x="1" y="419"/>
                    <a:pt x="279" y="419"/>
                  </a:cubicBezTo>
                  <a:lnTo>
                    <a:pt x="2415" y="419"/>
                  </a:lnTo>
                  <a:cubicBezTo>
                    <a:pt x="2694" y="419"/>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3"/>
            <p:cNvSpPr/>
            <p:nvPr/>
          </p:nvSpPr>
          <p:spPr>
            <a:xfrm>
              <a:off x="1754187" y="3080061"/>
              <a:ext cx="365289" cy="186562"/>
            </a:xfrm>
            <a:custGeom>
              <a:rect b="b" l="l" r="r" t="t"/>
              <a:pathLst>
                <a:path extrusionOk="0" h="7120" w="13941">
                  <a:moveTo>
                    <a:pt x="12275" y="414"/>
                  </a:moveTo>
                  <a:lnTo>
                    <a:pt x="6970" y="1854"/>
                  </a:lnTo>
                  <a:lnTo>
                    <a:pt x="1666" y="414"/>
                  </a:lnTo>
                  <a:close/>
                  <a:moveTo>
                    <a:pt x="413" y="505"/>
                  </a:moveTo>
                  <a:lnTo>
                    <a:pt x="6178" y="2065"/>
                  </a:lnTo>
                  <a:lnTo>
                    <a:pt x="413" y="3630"/>
                  </a:lnTo>
                  <a:lnTo>
                    <a:pt x="413" y="505"/>
                  </a:lnTo>
                  <a:close/>
                  <a:moveTo>
                    <a:pt x="13528" y="505"/>
                  </a:moveTo>
                  <a:lnTo>
                    <a:pt x="13528" y="3630"/>
                  </a:lnTo>
                  <a:lnTo>
                    <a:pt x="7763" y="2070"/>
                  </a:lnTo>
                  <a:lnTo>
                    <a:pt x="13528" y="505"/>
                  </a:lnTo>
                  <a:close/>
                  <a:moveTo>
                    <a:pt x="6970" y="2281"/>
                  </a:moveTo>
                  <a:lnTo>
                    <a:pt x="12779" y="3855"/>
                  </a:lnTo>
                  <a:lnTo>
                    <a:pt x="1167" y="3855"/>
                  </a:lnTo>
                  <a:lnTo>
                    <a:pt x="6970" y="2281"/>
                  </a:lnTo>
                  <a:close/>
                  <a:moveTo>
                    <a:pt x="13257" y="6097"/>
                  </a:moveTo>
                  <a:cubicBezTo>
                    <a:pt x="13257" y="6097"/>
                    <a:pt x="13257" y="6097"/>
                    <a:pt x="13257" y="6097"/>
                  </a:cubicBezTo>
                  <a:cubicBezTo>
                    <a:pt x="13258" y="6097"/>
                    <a:pt x="13258" y="6097"/>
                    <a:pt x="13257" y="6097"/>
                  </a:cubicBezTo>
                  <a:close/>
                  <a:moveTo>
                    <a:pt x="11340" y="4273"/>
                  </a:moveTo>
                  <a:cubicBezTo>
                    <a:pt x="11351" y="4273"/>
                    <a:pt x="11362" y="4276"/>
                    <a:pt x="11372" y="4283"/>
                  </a:cubicBezTo>
                  <a:lnTo>
                    <a:pt x="13292" y="5569"/>
                  </a:lnTo>
                  <a:cubicBezTo>
                    <a:pt x="13340" y="5603"/>
                    <a:pt x="13321" y="5679"/>
                    <a:pt x="13259" y="5679"/>
                  </a:cubicBezTo>
                  <a:lnTo>
                    <a:pt x="13254" y="5679"/>
                  </a:lnTo>
                  <a:lnTo>
                    <a:pt x="12284" y="5627"/>
                  </a:lnTo>
                  <a:cubicBezTo>
                    <a:pt x="12276" y="5626"/>
                    <a:pt x="12267" y="5626"/>
                    <a:pt x="12258" y="5626"/>
                  </a:cubicBezTo>
                  <a:cubicBezTo>
                    <a:pt x="12095" y="5626"/>
                    <a:pt x="11944" y="5711"/>
                    <a:pt x="11857" y="5847"/>
                  </a:cubicBezTo>
                  <a:cubicBezTo>
                    <a:pt x="11319" y="6692"/>
                    <a:pt x="11348" y="6702"/>
                    <a:pt x="11295" y="6702"/>
                  </a:cubicBezTo>
                  <a:cubicBezTo>
                    <a:pt x="11293" y="6702"/>
                    <a:pt x="11290" y="6702"/>
                    <a:pt x="11287" y="6702"/>
                  </a:cubicBezTo>
                  <a:cubicBezTo>
                    <a:pt x="11253" y="6702"/>
                    <a:pt x="11228" y="6675"/>
                    <a:pt x="11228" y="6644"/>
                  </a:cubicBezTo>
                  <a:lnTo>
                    <a:pt x="11281" y="4331"/>
                  </a:lnTo>
                  <a:cubicBezTo>
                    <a:pt x="11281" y="4295"/>
                    <a:pt x="11309" y="4273"/>
                    <a:pt x="11340" y="4273"/>
                  </a:cubicBezTo>
                  <a:close/>
                  <a:moveTo>
                    <a:pt x="408" y="1"/>
                  </a:moveTo>
                  <a:cubicBezTo>
                    <a:pt x="192" y="1"/>
                    <a:pt x="10" y="174"/>
                    <a:pt x="0" y="390"/>
                  </a:cubicBezTo>
                  <a:lnTo>
                    <a:pt x="0" y="409"/>
                  </a:lnTo>
                  <a:lnTo>
                    <a:pt x="0" y="3860"/>
                  </a:lnTo>
                  <a:cubicBezTo>
                    <a:pt x="0" y="4086"/>
                    <a:pt x="183" y="4268"/>
                    <a:pt x="408" y="4273"/>
                  </a:cubicBezTo>
                  <a:lnTo>
                    <a:pt x="10868" y="4273"/>
                  </a:lnTo>
                  <a:cubicBezTo>
                    <a:pt x="10863" y="4321"/>
                    <a:pt x="10868" y="4182"/>
                    <a:pt x="10815" y="6630"/>
                  </a:cubicBezTo>
                  <a:cubicBezTo>
                    <a:pt x="10811" y="6760"/>
                    <a:pt x="10859" y="6884"/>
                    <a:pt x="10950" y="6971"/>
                  </a:cubicBezTo>
                  <a:cubicBezTo>
                    <a:pt x="11041" y="7067"/>
                    <a:pt x="11166" y="7115"/>
                    <a:pt x="11295" y="7120"/>
                  </a:cubicBezTo>
                  <a:cubicBezTo>
                    <a:pt x="11459" y="7115"/>
                    <a:pt x="11608" y="7033"/>
                    <a:pt x="11694" y="6894"/>
                  </a:cubicBezTo>
                  <a:cubicBezTo>
                    <a:pt x="12227" y="6059"/>
                    <a:pt x="12193" y="6039"/>
                    <a:pt x="12260" y="6039"/>
                  </a:cubicBezTo>
                  <a:cubicBezTo>
                    <a:pt x="13181" y="6090"/>
                    <a:pt x="13254" y="6096"/>
                    <a:pt x="13257" y="6097"/>
                  </a:cubicBezTo>
                  <a:lnTo>
                    <a:pt x="13257" y="6097"/>
                  </a:lnTo>
                  <a:cubicBezTo>
                    <a:pt x="13258" y="6097"/>
                    <a:pt x="13258" y="6097"/>
                    <a:pt x="13259" y="6097"/>
                  </a:cubicBezTo>
                  <a:cubicBezTo>
                    <a:pt x="13470" y="6097"/>
                    <a:pt x="13652" y="5958"/>
                    <a:pt x="13715" y="5756"/>
                  </a:cubicBezTo>
                  <a:cubicBezTo>
                    <a:pt x="13777" y="5559"/>
                    <a:pt x="13700" y="5339"/>
                    <a:pt x="13523" y="5228"/>
                  </a:cubicBezTo>
                  <a:lnTo>
                    <a:pt x="12102" y="4268"/>
                  </a:lnTo>
                  <a:lnTo>
                    <a:pt x="13532" y="4268"/>
                  </a:lnTo>
                  <a:cubicBezTo>
                    <a:pt x="13758" y="4268"/>
                    <a:pt x="13940" y="4086"/>
                    <a:pt x="13940" y="3860"/>
                  </a:cubicBezTo>
                  <a:lnTo>
                    <a:pt x="13940" y="409"/>
                  </a:lnTo>
                  <a:lnTo>
                    <a:pt x="13940" y="390"/>
                  </a:lnTo>
                  <a:cubicBezTo>
                    <a:pt x="13936" y="231"/>
                    <a:pt x="13835" y="92"/>
                    <a:pt x="13686" y="30"/>
                  </a:cubicBezTo>
                  <a:cubicBezTo>
                    <a:pt x="13638" y="10"/>
                    <a:pt x="13585" y="1"/>
                    <a:pt x="135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8" name="Google Shape;15278;p83"/>
          <p:cNvGrpSpPr/>
          <p:nvPr/>
        </p:nvGrpSpPr>
        <p:grpSpPr>
          <a:xfrm>
            <a:off x="5770820" y="2015349"/>
            <a:ext cx="363507" cy="303032"/>
            <a:chOff x="5770820" y="2015349"/>
            <a:chExt cx="363507" cy="303032"/>
          </a:xfrm>
        </p:grpSpPr>
        <p:sp>
          <p:nvSpPr>
            <p:cNvPr id="15279" name="Google Shape;15279;p83"/>
            <p:cNvSpPr/>
            <p:nvPr/>
          </p:nvSpPr>
          <p:spPr>
            <a:xfrm>
              <a:off x="5787040" y="2020615"/>
              <a:ext cx="331069" cy="160595"/>
            </a:xfrm>
            <a:custGeom>
              <a:rect b="b" l="l" r="r" t="t"/>
              <a:pathLst>
                <a:path extrusionOk="0" h="6129" w="12635">
                  <a:moveTo>
                    <a:pt x="12526" y="0"/>
                  </a:moveTo>
                  <a:cubicBezTo>
                    <a:pt x="12520" y="0"/>
                    <a:pt x="12515" y="1"/>
                    <a:pt x="12510" y="2"/>
                  </a:cubicBezTo>
                  <a:cubicBezTo>
                    <a:pt x="10460" y="318"/>
                    <a:pt x="8391" y="482"/>
                    <a:pt x="6317" y="486"/>
                  </a:cubicBezTo>
                  <a:cubicBezTo>
                    <a:pt x="4249" y="482"/>
                    <a:pt x="2180" y="323"/>
                    <a:pt x="130" y="6"/>
                  </a:cubicBezTo>
                  <a:cubicBezTo>
                    <a:pt x="122" y="5"/>
                    <a:pt x="115" y="4"/>
                    <a:pt x="108" y="4"/>
                  </a:cubicBezTo>
                  <a:cubicBezTo>
                    <a:pt x="50" y="4"/>
                    <a:pt x="1" y="52"/>
                    <a:pt x="5" y="112"/>
                  </a:cubicBezTo>
                  <a:lnTo>
                    <a:pt x="5" y="6021"/>
                  </a:lnTo>
                  <a:cubicBezTo>
                    <a:pt x="1" y="6081"/>
                    <a:pt x="50" y="6129"/>
                    <a:pt x="108" y="6129"/>
                  </a:cubicBezTo>
                  <a:cubicBezTo>
                    <a:pt x="115" y="6129"/>
                    <a:pt x="122" y="6128"/>
                    <a:pt x="130" y="6127"/>
                  </a:cubicBezTo>
                  <a:cubicBezTo>
                    <a:pt x="2180" y="5805"/>
                    <a:pt x="4249" y="5644"/>
                    <a:pt x="6318" y="5644"/>
                  </a:cubicBezTo>
                  <a:cubicBezTo>
                    <a:pt x="8388" y="5644"/>
                    <a:pt x="10458" y="5805"/>
                    <a:pt x="12510" y="6127"/>
                  </a:cubicBezTo>
                  <a:cubicBezTo>
                    <a:pt x="12517" y="6128"/>
                    <a:pt x="12525" y="6129"/>
                    <a:pt x="12532" y="6129"/>
                  </a:cubicBezTo>
                  <a:cubicBezTo>
                    <a:pt x="12589" y="6129"/>
                    <a:pt x="12635" y="6081"/>
                    <a:pt x="12635" y="6021"/>
                  </a:cubicBezTo>
                  <a:lnTo>
                    <a:pt x="12635" y="112"/>
                  </a:lnTo>
                  <a:cubicBezTo>
                    <a:pt x="12635" y="50"/>
                    <a:pt x="12586" y="0"/>
                    <a:pt x="125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3"/>
            <p:cNvSpPr/>
            <p:nvPr/>
          </p:nvSpPr>
          <p:spPr>
            <a:xfrm>
              <a:off x="5808421" y="2045639"/>
              <a:ext cx="288437" cy="110653"/>
            </a:xfrm>
            <a:custGeom>
              <a:rect b="b" l="l" r="r" t="t"/>
              <a:pathLst>
                <a:path extrusionOk="0" h="4223" w="11008">
                  <a:moveTo>
                    <a:pt x="187" y="0"/>
                  </a:moveTo>
                  <a:cubicBezTo>
                    <a:pt x="87" y="0"/>
                    <a:pt x="0" y="82"/>
                    <a:pt x="0" y="184"/>
                  </a:cubicBezTo>
                  <a:lnTo>
                    <a:pt x="0" y="4034"/>
                  </a:lnTo>
                  <a:cubicBezTo>
                    <a:pt x="0" y="4137"/>
                    <a:pt x="87" y="4223"/>
                    <a:pt x="188" y="4223"/>
                  </a:cubicBezTo>
                  <a:cubicBezTo>
                    <a:pt x="196" y="4223"/>
                    <a:pt x="204" y="4222"/>
                    <a:pt x="212" y="4221"/>
                  </a:cubicBezTo>
                  <a:cubicBezTo>
                    <a:pt x="1968" y="3991"/>
                    <a:pt x="3736" y="3876"/>
                    <a:pt x="5504" y="3876"/>
                  </a:cubicBezTo>
                  <a:cubicBezTo>
                    <a:pt x="7272" y="3876"/>
                    <a:pt x="9039" y="3991"/>
                    <a:pt x="10796" y="4221"/>
                  </a:cubicBezTo>
                  <a:cubicBezTo>
                    <a:pt x="10804" y="4222"/>
                    <a:pt x="10812" y="4223"/>
                    <a:pt x="10819" y="4223"/>
                  </a:cubicBezTo>
                  <a:cubicBezTo>
                    <a:pt x="10920" y="4223"/>
                    <a:pt x="11007" y="4137"/>
                    <a:pt x="11007" y="4034"/>
                  </a:cubicBezTo>
                  <a:lnTo>
                    <a:pt x="11007" y="184"/>
                  </a:lnTo>
                  <a:cubicBezTo>
                    <a:pt x="11007" y="82"/>
                    <a:pt x="10921" y="0"/>
                    <a:pt x="10820" y="0"/>
                  </a:cubicBezTo>
                  <a:cubicBezTo>
                    <a:pt x="10812" y="0"/>
                    <a:pt x="10804" y="1"/>
                    <a:pt x="10796" y="2"/>
                  </a:cubicBezTo>
                  <a:cubicBezTo>
                    <a:pt x="9039" y="227"/>
                    <a:pt x="7273" y="338"/>
                    <a:pt x="5506" y="343"/>
                  </a:cubicBezTo>
                  <a:cubicBezTo>
                    <a:pt x="3735" y="338"/>
                    <a:pt x="1968" y="227"/>
                    <a:pt x="212" y="2"/>
                  </a:cubicBezTo>
                  <a:cubicBezTo>
                    <a:pt x="203" y="1"/>
                    <a:pt x="195" y="0"/>
                    <a:pt x="18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83"/>
            <p:cNvSpPr/>
            <p:nvPr/>
          </p:nvSpPr>
          <p:spPr>
            <a:xfrm>
              <a:off x="5887919" y="2206051"/>
              <a:ext cx="64930" cy="54475"/>
            </a:xfrm>
            <a:custGeom>
              <a:rect b="b" l="l" r="r" t="t"/>
              <a:pathLst>
                <a:path extrusionOk="0" h="2079" w="2478">
                  <a:moveTo>
                    <a:pt x="1804" y="0"/>
                  </a:moveTo>
                  <a:cubicBezTo>
                    <a:pt x="1801" y="0"/>
                    <a:pt x="1798" y="0"/>
                    <a:pt x="1795" y="0"/>
                  </a:cubicBezTo>
                  <a:lnTo>
                    <a:pt x="677" y="0"/>
                  </a:lnTo>
                  <a:cubicBezTo>
                    <a:pt x="303" y="0"/>
                    <a:pt x="0" y="302"/>
                    <a:pt x="0" y="677"/>
                  </a:cubicBezTo>
                  <a:lnTo>
                    <a:pt x="0" y="2079"/>
                  </a:lnTo>
                  <a:lnTo>
                    <a:pt x="2477" y="2079"/>
                  </a:lnTo>
                  <a:lnTo>
                    <a:pt x="2477" y="677"/>
                  </a:lnTo>
                  <a:cubicBezTo>
                    <a:pt x="2477" y="305"/>
                    <a:pt x="2175" y="0"/>
                    <a:pt x="180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83"/>
            <p:cNvSpPr/>
            <p:nvPr/>
          </p:nvSpPr>
          <p:spPr>
            <a:xfrm>
              <a:off x="5823120" y="2206051"/>
              <a:ext cx="64825" cy="54475"/>
            </a:xfrm>
            <a:custGeom>
              <a:rect b="b" l="l" r="r" t="t"/>
              <a:pathLst>
                <a:path extrusionOk="0" h="2079" w="2474">
                  <a:moveTo>
                    <a:pt x="678" y="0"/>
                  </a:moveTo>
                  <a:cubicBezTo>
                    <a:pt x="303" y="0"/>
                    <a:pt x="1" y="302"/>
                    <a:pt x="1" y="677"/>
                  </a:cubicBezTo>
                  <a:lnTo>
                    <a:pt x="1" y="2079"/>
                  </a:lnTo>
                  <a:lnTo>
                    <a:pt x="2473" y="2079"/>
                  </a:lnTo>
                  <a:lnTo>
                    <a:pt x="2473" y="677"/>
                  </a:lnTo>
                  <a:cubicBezTo>
                    <a:pt x="2473" y="302"/>
                    <a:pt x="2171"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3"/>
            <p:cNvSpPr/>
            <p:nvPr/>
          </p:nvSpPr>
          <p:spPr>
            <a:xfrm>
              <a:off x="5952692" y="2206051"/>
              <a:ext cx="64799" cy="54475"/>
            </a:xfrm>
            <a:custGeom>
              <a:rect b="b" l="l" r="r" t="t"/>
              <a:pathLst>
                <a:path extrusionOk="0" h="2079" w="2473">
                  <a:moveTo>
                    <a:pt x="677" y="0"/>
                  </a:moveTo>
                  <a:cubicBezTo>
                    <a:pt x="303" y="0"/>
                    <a:pt x="0" y="302"/>
                    <a:pt x="0" y="677"/>
                  </a:cubicBezTo>
                  <a:lnTo>
                    <a:pt x="0" y="2079"/>
                  </a:lnTo>
                  <a:lnTo>
                    <a:pt x="2472" y="2079"/>
                  </a:lnTo>
                  <a:lnTo>
                    <a:pt x="2472" y="677"/>
                  </a:lnTo>
                  <a:cubicBezTo>
                    <a:pt x="2472"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83"/>
            <p:cNvSpPr/>
            <p:nvPr/>
          </p:nvSpPr>
          <p:spPr>
            <a:xfrm>
              <a:off x="6017333" y="2206051"/>
              <a:ext cx="64799" cy="54475"/>
            </a:xfrm>
            <a:custGeom>
              <a:rect b="b" l="l" r="r" t="t"/>
              <a:pathLst>
                <a:path extrusionOk="0" h="2079" w="2473">
                  <a:moveTo>
                    <a:pt x="682" y="0"/>
                  </a:moveTo>
                  <a:cubicBezTo>
                    <a:pt x="308" y="0"/>
                    <a:pt x="1" y="302"/>
                    <a:pt x="1" y="677"/>
                  </a:cubicBezTo>
                  <a:lnTo>
                    <a:pt x="1" y="2079"/>
                  </a:lnTo>
                  <a:lnTo>
                    <a:pt x="2473" y="2079"/>
                  </a:lnTo>
                  <a:lnTo>
                    <a:pt x="2473" y="677"/>
                  </a:lnTo>
                  <a:cubicBezTo>
                    <a:pt x="2473"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3"/>
            <p:cNvSpPr/>
            <p:nvPr/>
          </p:nvSpPr>
          <p:spPr>
            <a:xfrm>
              <a:off x="6033553" y="2206051"/>
              <a:ext cx="48710" cy="54475"/>
            </a:xfrm>
            <a:custGeom>
              <a:rect b="b" l="l" r="r" t="t"/>
              <a:pathLst>
                <a:path extrusionOk="0" h="2079" w="1859">
                  <a:moveTo>
                    <a:pt x="1186" y="0"/>
                  </a:moveTo>
                  <a:cubicBezTo>
                    <a:pt x="1183" y="0"/>
                    <a:pt x="1180" y="0"/>
                    <a:pt x="1177" y="0"/>
                  </a:cubicBezTo>
                  <a:lnTo>
                    <a:pt x="1" y="0"/>
                  </a:lnTo>
                  <a:cubicBezTo>
                    <a:pt x="351" y="34"/>
                    <a:pt x="615" y="326"/>
                    <a:pt x="615" y="677"/>
                  </a:cubicBezTo>
                  <a:lnTo>
                    <a:pt x="615" y="2079"/>
                  </a:lnTo>
                  <a:lnTo>
                    <a:pt x="1859" y="2079"/>
                  </a:lnTo>
                  <a:lnTo>
                    <a:pt x="1859" y="677"/>
                  </a:lnTo>
                  <a:cubicBezTo>
                    <a:pt x="1859"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3"/>
            <p:cNvSpPr/>
            <p:nvPr/>
          </p:nvSpPr>
          <p:spPr>
            <a:xfrm>
              <a:off x="5968911" y="2206051"/>
              <a:ext cx="48710" cy="54475"/>
            </a:xfrm>
            <a:custGeom>
              <a:rect b="b" l="l" r="r" t="t"/>
              <a:pathLst>
                <a:path extrusionOk="0" h="2079" w="1859">
                  <a:moveTo>
                    <a:pt x="1185" y="0"/>
                  </a:moveTo>
                  <a:cubicBezTo>
                    <a:pt x="1182" y="0"/>
                    <a:pt x="1179" y="0"/>
                    <a:pt x="1177" y="0"/>
                  </a:cubicBezTo>
                  <a:lnTo>
                    <a:pt x="0" y="0"/>
                  </a:lnTo>
                  <a:cubicBezTo>
                    <a:pt x="346" y="34"/>
                    <a:pt x="615" y="326"/>
                    <a:pt x="615" y="677"/>
                  </a:cubicBezTo>
                  <a:lnTo>
                    <a:pt x="615" y="2079"/>
                  </a:lnTo>
                  <a:lnTo>
                    <a:pt x="1858" y="2079"/>
                  </a:lnTo>
                  <a:lnTo>
                    <a:pt x="1858" y="677"/>
                  </a:lnTo>
                  <a:cubicBezTo>
                    <a:pt x="1858" y="305"/>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3"/>
            <p:cNvSpPr/>
            <p:nvPr/>
          </p:nvSpPr>
          <p:spPr>
            <a:xfrm>
              <a:off x="5904008" y="2206051"/>
              <a:ext cx="48710" cy="54475"/>
            </a:xfrm>
            <a:custGeom>
              <a:rect b="b" l="l" r="r" t="t"/>
              <a:pathLst>
                <a:path extrusionOk="0" h="2079" w="1859">
                  <a:moveTo>
                    <a:pt x="1185" y="0"/>
                  </a:moveTo>
                  <a:cubicBezTo>
                    <a:pt x="1182" y="0"/>
                    <a:pt x="1180" y="0"/>
                    <a:pt x="1177" y="0"/>
                  </a:cubicBezTo>
                  <a:lnTo>
                    <a:pt x="1" y="0"/>
                  </a:lnTo>
                  <a:cubicBezTo>
                    <a:pt x="351" y="34"/>
                    <a:pt x="615" y="326"/>
                    <a:pt x="615" y="677"/>
                  </a:cubicBezTo>
                  <a:lnTo>
                    <a:pt x="615" y="2079"/>
                  </a:lnTo>
                  <a:lnTo>
                    <a:pt x="1858" y="2079"/>
                  </a:lnTo>
                  <a:lnTo>
                    <a:pt x="1858" y="677"/>
                  </a:lnTo>
                  <a:cubicBezTo>
                    <a:pt x="1858" y="301"/>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3"/>
            <p:cNvSpPr/>
            <p:nvPr/>
          </p:nvSpPr>
          <p:spPr>
            <a:xfrm>
              <a:off x="5839602" y="2206051"/>
              <a:ext cx="48579" cy="54475"/>
            </a:xfrm>
            <a:custGeom>
              <a:rect b="b" l="l" r="r" t="t"/>
              <a:pathLst>
                <a:path extrusionOk="0" h="2079" w="1854">
                  <a:moveTo>
                    <a:pt x="1186" y="0"/>
                  </a:moveTo>
                  <a:cubicBezTo>
                    <a:pt x="1183" y="0"/>
                    <a:pt x="1180" y="0"/>
                    <a:pt x="1177" y="0"/>
                  </a:cubicBezTo>
                  <a:lnTo>
                    <a:pt x="1" y="0"/>
                  </a:lnTo>
                  <a:cubicBezTo>
                    <a:pt x="346" y="34"/>
                    <a:pt x="615" y="326"/>
                    <a:pt x="615" y="677"/>
                  </a:cubicBezTo>
                  <a:lnTo>
                    <a:pt x="615" y="2079"/>
                  </a:lnTo>
                  <a:lnTo>
                    <a:pt x="1854" y="2079"/>
                  </a:lnTo>
                  <a:lnTo>
                    <a:pt x="1854" y="677"/>
                  </a:lnTo>
                  <a:cubicBezTo>
                    <a:pt x="1854"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83"/>
            <p:cNvSpPr/>
            <p:nvPr/>
          </p:nvSpPr>
          <p:spPr>
            <a:xfrm>
              <a:off x="5790813" y="2243887"/>
              <a:ext cx="64799" cy="54501"/>
            </a:xfrm>
            <a:custGeom>
              <a:rect b="b" l="l" r="r" t="t"/>
              <a:pathLst>
                <a:path extrusionOk="0" h="2080" w="2473">
                  <a:moveTo>
                    <a:pt x="677" y="1"/>
                  </a:moveTo>
                  <a:cubicBezTo>
                    <a:pt x="303" y="1"/>
                    <a:pt x="0" y="303"/>
                    <a:pt x="0" y="678"/>
                  </a:cubicBezTo>
                  <a:lnTo>
                    <a:pt x="0" y="2079"/>
                  </a:lnTo>
                  <a:lnTo>
                    <a:pt x="2472" y="2079"/>
                  </a:lnTo>
                  <a:lnTo>
                    <a:pt x="2472" y="678"/>
                  </a:lnTo>
                  <a:cubicBezTo>
                    <a:pt x="2472"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83"/>
            <p:cNvSpPr/>
            <p:nvPr/>
          </p:nvSpPr>
          <p:spPr>
            <a:xfrm>
              <a:off x="5855585" y="2243887"/>
              <a:ext cx="64668" cy="54501"/>
            </a:xfrm>
            <a:custGeom>
              <a:rect b="b" l="l" r="r" t="t"/>
              <a:pathLst>
                <a:path extrusionOk="0" h="2080" w="2468">
                  <a:moveTo>
                    <a:pt x="677" y="1"/>
                  </a:moveTo>
                  <a:cubicBezTo>
                    <a:pt x="303" y="1"/>
                    <a:pt x="0" y="303"/>
                    <a:pt x="0" y="678"/>
                  </a:cubicBezTo>
                  <a:lnTo>
                    <a:pt x="0" y="2079"/>
                  </a:lnTo>
                  <a:lnTo>
                    <a:pt x="2468" y="2079"/>
                  </a:lnTo>
                  <a:lnTo>
                    <a:pt x="2468" y="678"/>
                  </a:lnTo>
                  <a:cubicBezTo>
                    <a:pt x="2468"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3"/>
            <p:cNvSpPr/>
            <p:nvPr/>
          </p:nvSpPr>
          <p:spPr>
            <a:xfrm>
              <a:off x="5920227" y="2243887"/>
              <a:ext cx="64799" cy="54501"/>
            </a:xfrm>
            <a:custGeom>
              <a:rect b="b" l="l" r="r" t="t"/>
              <a:pathLst>
                <a:path extrusionOk="0" h="2080" w="2473">
                  <a:moveTo>
                    <a:pt x="682" y="1"/>
                  </a:moveTo>
                  <a:cubicBezTo>
                    <a:pt x="308" y="1"/>
                    <a:pt x="1" y="303"/>
                    <a:pt x="1" y="678"/>
                  </a:cubicBezTo>
                  <a:lnTo>
                    <a:pt x="1" y="2079"/>
                  </a:lnTo>
                  <a:lnTo>
                    <a:pt x="2473" y="2079"/>
                  </a:lnTo>
                  <a:lnTo>
                    <a:pt x="2473" y="678"/>
                  </a:lnTo>
                  <a:cubicBezTo>
                    <a:pt x="2473" y="303"/>
                    <a:pt x="2170"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3"/>
            <p:cNvSpPr/>
            <p:nvPr/>
          </p:nvSpPr>
          <p:spPr>
            <a:xfrm>
              <a:off x="5985000" y="2243887"/>
              <a:ext cx="64825" cy="54501"/>
            </a:xfrm>
            <a:custGeom>
              <a:rect b="b" l="l" r="r" t="t"/>
              <a:pathLst>
                <a:path extrusionOk="0" h="2080" w="2474">
                  <a:moveTo>
                    <a:pt x="683" y="1"/>
                  </a:moveTo>
                  <a:cubicBezTo>
                    <a:pt x="308" y="1"/>
                    <a:pt x="1" y="303"/>
                    <a:pt x="1" y="678"/>
                  </a:cubicBezTo>
                  <a:lnTo>
                    <a:pt x="1" y="2079"/>
                  </a:lnTo>
                  <a:lnTo>
                    <a:pt x="2473" y="2079"/>
                  </a:lnTo>
                  <a:lnTo>
                    <a:pt x="2473" y="678"/>
                  </a:lnTo>
                  <a:cubicBezTo>
                    <a:pt x="2473" y="303"/>
                    <a:pt x="2171"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3"/>
            <p:cNvSpPr/>
            <p:nvPr/>
          </p:nvSpPr>
          <p:spPr>
            <a:xfrm>
              <a:off x="6049798" y="2243887"/>
              <a:ext cx="64799" cy="54501"/>
            </a:xfrm>
            <a:custGeom>
              <a:rect b="b" l="l" r="r" t="t"/>
              <a:pathLst>
                <a:path extrusionOk="0" h="2080" w="2473">
                  <a:moveTo>
                    <a:pt x="677" y="1"/>
                  </a:moveTo>
                  <a:cubicBezTo>
                    <a:pt x="302" y="1"/>
                    <a:pt x="0" y="303"/>
                    <a:pt x="0" y="678"/>
                  </a:cubicBezTo>
                  <a:lnTo>
                    <a:pt x="0" y="2079"/>
                  </a:lnTo>
                  <a:lnTo>
                    <a:pt x="2472" y="2079"/>
                  </a:lnTo>
                  <a:lnTo>
                    <a:pt x="2472" y="678"/>
                  </a:lnTo>
                  <a:cubicBezTo>
                    <a:pt x="2472" y="308"/>
                    <a:pt x="2170" y="1"/>
                    <a:pt x="179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3"/>
            <p:cNvSpPr/>
            <p:nvPr/>
          </p:nvSpPr>
          <p:spPr>
            <a:xfrm>
              <a:off x="6066018" y="2243887"/>
              <a:ext cx="48579" cy="54501"/>
            </a:xfrm>
            <a:custGeom>
              <a:rect b="b" l="l" r="r" t="t"/>
              <a:pathLst>
                <a:path extrusionOk="0" h="2080" w="1854">
                  <a:moveTo>
                    <a:pt x="58" y="1"/>
                  </a:moveTo>
                  <a:cubicBezTo>
                    <a:pt x="39" y="1"/>
                    <a:pt x="15" y="1"/>
                    <a:pt x="0" y="6"/>
                  </a:cubicBezTo>
                  <a:cubicBezTo>
                    <a:pt x="346" y="39"/>
                    <a:pt x="615" y="327"/>
                    <a:pt x="615" y="678"/>
                  </a:cubicBezTo>
                  <a:lnTo>
                    <a:pt x="615" y="2079"/>
                  </a:lnTo>
                  <a:lnTo>
                    <a:pt x="1853" y="2079"/>
                  </a:lnTo>
                  <a:lnTo>
                    <a:pt x="1853" y="678"/>
                  </a:lnTo>
                  <a:cubicBezTo>
                    <a:pt x="1853"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3"/>
            <p:cNvSpPr/>
            <p:nvPr/>
          </p:nvSpPr>
          <p:spPr>
            <a:xfrm>
              <a:off x="6001245"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3"/>
            <p:cNvSpPr/>
            <p:nvPr/>
          </p:nvSpPr>
          <p:spPr>
            <a:xfrm>
              <a:off x="5936341"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3"/>
            <p:cNvSpPr/>
            <p:nvPr/>
          </p:nvSpPr>
          <p:spPr>
            <a:xfrm>
              <a:off x="5871674" y="2243887"/>
              <a:ext cx="48579" cy="54501"/>
            </a:xfrm>
            <a:custGeom>
              <a:rect b="b" l="l" r="r" t="t"/>
              <a:pathLst>
                <a:path extrusionOk="0" h="2080" w="1854">
                  <a:moveTo>
                    <a:pt x="58" y="1"/>
                  </a:moveTo>
                  <a:cubicBezTo>
                    <a:pt x="39" y="1"/>
                    <a:pt x="15" y="1"/>
                    <a:pt x="1" y="6"/>
                  </a:cubicBezTo>
                  <a:cubicBezTo>
                    <a:pt x="346" y="39"/>
                    <a:pt x="615" y="327"/>
                    <a:pt x="615" y="678"/>
                  </a:cubicBezTo>
                  <a:lnTo>
                    <a:pt x="615" y="2079"/>
                  </a:lnTo>
                  <a:lnTo>
                    <a:pt x="1854" y="2079"/>
                  </a:lnTo>
                  <a:lnTo>
                    <a:pt x="1854" y="678"/>
                  </a:lnTo>
                  <a:cubicBezTo>
                    <a:pt x="1854" y="303"/>
                    <a:pt x="1551"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83"/>
            <p:cNvSpPr/>
            <p:nvPr/>
          </p:nvSpPr>
          <p:spPr>
            <a:xfrm>
              <a:off x="5806770" y="2243887"/>
              <a:ext cx="48710" cy="54501"/>
            </a:xfrm>
            <a:custGeom>
              <a:rect b="b" l="l" r="r" t="t"/>
              <a:pathLst>
                <a:path extrusionOk="0" h="2080" w="1859">
                  <a:moveTo>
                    <a:pt x="63" y="1"/>
                  </a:moveTo>
                  <a:cubicBezTo>
                    <a:pt x="44" y="1"/>
                    <a:pt x="20" y="1"/>
                    <a:pt x="1" y="6"/>
                  </a:cubicBezTo>
                  <a:cubicBezTo>
                    <a:pt x="351" y="39"/>
                    <a:pt x="615" y="327"/>
                    <a:pt x="620" y="678"/>
                  </a:cubicBezTo>
                  <a:lnTo>
                    <a:pt x="620" y="2079"/>
                  </a:lnTo>
                  <a:lnTo>
                    <a:pt x="1859" y="2079"/>
                  </a:lnTo>
                  <a:lnTo>
                    <a:pt x="1859" y="678"/>
                  </a:lnTo>
                  <a:cubicBezTo>
                    <a:pt x="1859" y="303"/>
                    <a:pt x="1556"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83"/>
            <p:cNvSpPr/>
            <p:nvPr/>
          </p:nvSpPr>
          <p:spPr>
            <a:xfrm>
              <a:off x="5776218" y="2294458"/>
              <a:ext cx="352843" cy="18525"/>
            </a:xfrm>
            <a:custGeom>
              <a:rect b="b" l="l" r="r" t="t"/>
              <a:pathLst>
                <a:path extrusionOk="0" h="707" w="13466">
                  <a:moveTo>
                    <a:pt x="53" y="1"/>
                  </a:moveTo>
                  <a:cubicBezTo>
                    <a:pt x="24" y="1"/>
                    <a:pt x="0" y="25"/>
                    <a:pt x="0" y="53"/>
                  </a:cubicBez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3"/>
            <p:cNvSpPr/>
            <p:nvPr/>
          </p:nvSpPr>
          <p:spPr>
            <a:xfrm>
              <a:off x="5776218" y="2294458"/>
              <a:ext cx="352843" cy="18525"/>
            </a:xfrm>
            <a:custGeom>
              <a:rect b="b" l="l" r="r" t="t"/>
              <a:pathLst>
                <a:path extrusionOk="0" h="707" w="13466">
                  <a:moveTo>
                    <a:pt x="12054" y="1"/>
                  </a:moveTo>
                  <a:lnTo>
                    <a:pt x="12054" y="433"/>
                  </a:lnTo>
                  <a:cubicBezTo>
                    <a:pt x="12054" y="461"/>
                    <a:pt x="12030" y="481"/>
                    <a:pt x="12001" y="481"/>
                  </a:cubicBezTo>
                  <a:lnTo>
                    <a:pt x="0" y="481"/>
                  </a:ln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3"/>
            <p:cNvSpPr/>
            <p:nvPr/>
          </p:nvSpPr>
          <p:spPr>
            <a:xfrm>
              <a:off x="5781878" y="2015349"/>
              <a:ext cx="341628" cy="78529"/>
            </a:xfrm>
            <a:custGeom>
              <a:rect b="b" l="l" r="r" t="t"/>
              <a:pathLst>
                <a:path extrusionOk="0" h="2997" w="13038">
                  <a:moveTo>
                    <a:pt x="307" y="1"/>
                  </a:moveTo>
                  <a:cubicBezTo>
                    <a:pt x="142" y="1"/>
                    <a:pt x="0" y="139"/>
                    <a:pt x="0" y="313"/>
                  </a:cubicBezTo>
                  <a:lnTo>
                    <a:pt x="0" y="2795"/>
                  </a:lnTo>
                  <a:cubicBezTo>
                    <a:pt x="0" y="2905"/>
                    <a:pt x="92" y="2996"/>
                    <a:pt x="202" y="2996"/>
                  </a:cubicBezTo>
                  <a:cubicBezTo>
                    <a:pt x="312" y="2996"/>
                    <a:pt x="404" y="2905"/>
                    <a:pt x="404" y="2795"/>
                  </a:cubicBezTo>
                  <a:lnTo>
                    <a:pt x="404" y="423"/>
                  </a:lnTo>
                  <a:cubicBezTo>
                    <a:pt x="2425" y="731"/>
                    <a:pt x="4470" y="884"/>
                    <a:pt x="6514" y="889"/>
                  </a:cubicBezTo>
                  <a:cubicBezTo>
                    <a:pt x="8564" y="884"/>
                    <a:pt x="10604" y="731"/>
                    <a:pt x="12630" y="423"/>
                  </a:cubicBezTo>
                  <a:lnTo>
                    <a:pt x="12630" y="2790"/>
                  </a:lnTo>
                  <a:cubicBezTo>
                    <a:pt x="12630" y="2927"/>
                    <a:pt x="12732" y="2995"/>
                    <a:pt x="12834" y="2995"/>
                  </a:cubicBezTo>
                  <a:cubicBezTo>
                    <a:pt x="12936" y="2995"/>
                    <a:pt x="13038" y="2927"/>
                    <a:pt x="13038" y="2790"/>
                  </a:cubicBezTo>
                  <a:lnTo>
                    <a:pt x="13038" y="313"/>
                  </a:lnTo>
                  <a:cubicBezTo>
                    <a:pt x="13034" y="139"/>
                    <a:pt x="12896" y="1"/>
                    <a:pt x="12731" y="1"/>
                  </a:cubicBezTo>
                  <a:cubicBezTo>
                    <a:pt x="12714" y="1"/>
                    <a:pt x="12696" y="3"/>
                    <a:pt x="12678" y="6"/>
                  </a:cubicBezTo>
                  <a:cubicBezTo>
                    <a:pt x="10638" y="318"/>
                    <a:pt x="8579" y="476"/>
                    <a:pt x="6519" y="486"/>
                  </a:cubicBezTo>
                  <a:cubicBezTo>
                    <a:pt x="4455" y="476"/>
                    <a:pt x="2401" y="318"/>
                    <a:pt x="360" y="6"/>
                  </a:cubicBezTo>
                  <a:cubicBezTo>
                    <a:pt x="343" y="3"/>
                    <a:pt x="32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3"/>
            <p:cNvSpPr/>
            <p:nvPr/>
          </p:nvSpPr>
          <p:spPr>
            <a:xfrm>
              <a:off x="5781747" y="2108053"/>
              <a:ext cx="341654" cy="78476"/>
            </a:xfrm>
            <a:custGeom>
              <a:rect b="b" l="l" r="r" t="t"/>
              <a:pathLst>
                <a:path extrusionOk="0" h="2995" w="13039">
                  <a:moveTo>
                    <a:pt x="205" y="1"/>
                  </a:moveTo>
                  <a:cubicBezTo>
                    <a:pt x="103" y="1"/>
                    <a:pt x="1" y="68"/>
                    <a:pt x="1" y="202"/>
                  </a:cubicBezTo>
                  <a:lnTo>
                    <a:pt x="1" y="2684"/>
                  </a:lnTo>
                  <a:cubicBezTo>
                    <a:pt x="1" y="2775"/>
                    <a:pt x="39" y="2862"/>
                    <a:pt x="111" y="2919"/>
                  </a:cubicBezTo>
                  <a:cubicBezTo>
                    <a:pt x="171" y="2967"/>
                    <a:pt x="244" y="2995"/>
                    <a:pt x="319" y="2995"/>
                  </a:cubicBezTo>
                  <a:cubicBezTo>
                    <a:pt x="334" y="2995"/>
                    <a:pt x="350" y="2994"/>
                    <a:pt x="365" y="2991"/>
                  </a:cubicBezTo>
                  <a:cubicBezTo>
                    <a:pt x="2406" y="2672"/>
                    <a:pt x="4464" y="2512"/>
                    <a:pt x="6522" y="2512"/>
                  </a:cubicBezTo>
                  <a:cubicBezTo>
                    <a:pt x="8580" y="2512"/>
                    <a:pt x="10638" y="2672"/>
                    <a:pt x="12678" y="2991"/>
                  </a:cubicBezTo>
                  <a:cubicBezTo>
                    <a:pt x="12694" y="2994"/>
                    <a:pt x="12709" y="2995"/>
                    <a:pt x="12725" y="2995"/>
                  </a:cubicBezTo>
                  <a:cubicBezTo>
                    <a:pt x="12893" y="2995"/>
                    <a:pt x="13038" y="2856"/>
                    <a:pt x="13038" y="2684"/>
                  </a:cubicBezTo>
                  <a:lnTo>
                    <a:pt x="13038" y="202"/>
                  </a:lnTo>
                  <a:cubicBezTo>
                    <a:pt x="13038" y="68"/>
                    <a:pt x="12936" y="1"/>
                    <a:pt x="12834" y="1"/>
                  </a:cubicBezTo>
                  <a:cubicBezTo>
                    <a:pt x="12732" y="1"/>
                    <a:pt x="12630" y="68"/>
                    <a:pt x="12630" y="202"/>
                  </a:cubicBezTo>
                  <a:lnTo>
                    <a:pt x="12630" y="2574"/>
                  </a:lnTo>
                  <a:cubicBezTo>
                    <a:pt x="10604" y="2262"/>
                    <a:pt x="8561" y="2106"/>
                    <a:pt x="6518" y="2106"/>
                  </a:cubicBezTo>
                  <a:cubicBezTo>
                    <a:pt x="4475" y="2106"/>
                    <a:pt x="2432" y="2262"/>
                    <a:pt x="409" y="2574"/>
                  </a:cubicBezTo>
                  <a:lnTo>
                    <a:pt x="409" y="202"/>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3"/>
            <p:cNvSpPr/>
            <p:nvPr/>
          </p:nvSpPr>
          <p:spPr>
            <a:xfrm>
              <a:off x="5803128" y="2040294"/>
              <a:ext cx="298997" cy="121318"/>
            </a:xfrm>
            <a:custGeom>
              <a:rect b="b" l="l" r="r" t="t"/>
              <a:pathLst>
                <a:path extrusionOk="0" h="4630" w="11411">
                  <a:moveTo>
                    <a:pt x="11003" y="407"/>
                  </a:moveTo>
                  <a:lnTo>
                    <a:pt x="11003" y="4219"/>
                  </a:lnTo>
                  <a:cubicBezTo>
                    <a:pt x="9244" y="3991"/>
                    <a:pt x="7474" y="3877"/>
                    <a:pt x="5703" y="3877"/>
                  </a:cubicBezTo>
                  <a:cubicBezTo>
                    <a:pt x="3933" y="3877"/>
                    <a:pt x="2163" y="3991"/>
                    <a:pt x="404" y="4219"/>
                  </a:cubicBezTo>
                  <a:lnTo>
                    <a:pt x="404" y="407"/>
                  </a:lnTo>
                  <a:cubicBezTo>
                    <a:pt x="2161" y="633"/>
                    <a:pt x="3932" y="748"/>
                    <a:pt x="5703" y="753"/>
                  </a:cubicBezTo>
                  <a:cubicBezTo>
                    <a:pt x="7475" y="748"/>
                    <a:pt x="9246" y="633"/>
                    <a:pt x="11003" y="407"/>
                  </a:cubicBezTo>
                  <a:close/>
                  <a:moveTo>
                    <a:pt x="386" y="0"/>
                  </a:moveTo>
                  <a:cubicBezTo>
                    <a:pt x="175" y="0"/>
                    <a:pt x="1" y="172"/>
                    <a:pt x="1" y="388"/>
                  </a:cubicBezTo>
                  <a:lnTo>
                    <a:pt x="1" y="4238"/>
                  </a:lnTo>
                  <a:cubicBezTo>
                    <a:pt x="1" y="4457"/>
                    <a:pt x="179" y="4630"/>
                    <a:pt x="393" y="4630"/>
                  </a:cubicBezTo>
                  <a:cubicBezTo>
                    <a:pt x="410" y="4630"/>
                    <a:pt x="426" y="4629"/>
                    <a:pt x="442" y="4627"/>
                  </a:cubicBezTo>
                  <a:cubicBezTo>
                    <a:pt x="2190" y="4399"/>
                    <a:pt x="3948" y="4285"/>
                    <a:pt x="5706" y="4285"/>
                  </a:cubicBezTo>
                  <a:cubicBezTo>
                    <a:pt x="7464" y="4285"/>
                    <a:pt x="9222" y="4399"/>
                    <a:pt x="10969" y="4627"/>
                  </a:cubicBezTo>
                  <a:cubicBezTo>
                    <a:pt x="10986" y="4629"/>
                    <a:pt x="11002" y="4630"/>
                    <a:pt x="11018" y="4630"/>
                  </a:cubicBezTo>
                  <a:cubicBezTo>
                    <a:pt x="11232" y="4630"/>
                    <a:pt x="11411" y="4457"/>
                    <a:pt x="11411" y="4238"/>
                  </a:cubicBezTo>
                  <a:lnTo>
                    <a:pt x="11411" y="388"/>
                  </a:lnTo>
                  <a:cubicBezTo>
                    <a:pt x="11411" y="172"/>
                    <a:pt x="11236" y="0"/>
                    <a:pt x="11025" y="0"/>
                  </a:cubicBezTo>
                  <a:cubicBezTo>
                    <a:pt x="11007" y="0"/>
                    <a:pt x="10988" y="1"/>
                    <a:pt x="10969" y="4"/>
                  </a:cubicBezTo>
                  <a:cubicBezTo>
                    <a:pt x="9222" y="225"/>
                    <a:pt x="7465" y="340"/>
                    <a:pt x="5703" y="345"/>
                  </a:cubicBezTo>
                  <a:cubicBezTo>
                    <a:pt x="3947" y="340"/>
                    <a:pt x="2185" y="225"/>
                    <a:pt x="442" y="4"/>
                  </a:cubicBezTo>
                  <a:cubicBezTo>
                    <a:pt x="423" y="1"/>
                    <a:pt x="405" y="0"/>
                    <a:pt x="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3"/>
            <p:cNvSpPr/>
            <p:nvPr/>
          </p:nvSpPr>
          <p:spPr>
            <a:xfrm>
              <a:off x="5770820" y="2200627"/>
              <a:ext cx="363507" cy="117754"/>
            </a:xfrm>
            <a:custGeom>
              <a:rect b="b" l="l" r="r" t="t"/>
              <a:pathLst>
                <a:path extrusionOk="0" h="4494" w="13873">
                  <a:moveTo>
                    <a:pt x="3792" y="409"/>
                  </a:moveTo>
                  <a:cubicBezTo>
                    <a:pt x="4056" y="409"/>
                    <a:pt x="4267" y="620"/>
                    <a:pt x="4267" y="884"/>
                  </a:cubicBezTo>
                  <a:lnTo>
                    <a:pt x="4267" y="1450"/>
                  </a:lnTo>
                  <a:lnTo>
                    <a:pt x="3816" y="1450"/>
                  </a:lnTo>
                  <a:lnTo>
                    <a:pt x="3778" y="1455"/>
                  </a:lnTo>
                  <a:lnTo>
                    <a:pt x="3773" y="1455"/>
                  </a:lnTo>
                  <a:cubicBezTo>
                    <a:pt x="3623" y="1657"/>
                    <a:pt x="3395" y="1758"/>
                    <a:pt x="3168" y="1758"/>
                  </a:cubicBezTo>
                  <a:cubicBezTo>
                    <a:pt x="2937" y="1758"/>
                    <a:pt x="2706" y="1654"/>
                    <a:pt x="2559" y="1446"/>
                  </a:cubicBezTo>
                  <a:lnTo>
                    <a:pt x="2203" y="1446"/>
                  </a:lnTo>
                  <a:lnTo>
                    <a:pt x="2203" y="884"/>
                  </a:lnTo>
                  <a:cubicBezTo>
                    <a:pt x="2203" y="620"/>
                    <a:pt x="2415" y="409"/>
                    <a:pt x="2679" y="409"/>
                  </a:cubicBezTo>
                  <a:close/>
                  <a:moveTo>
                    <a:pt x="8737" y="409"/>
                  </a:moveTo>
                  <a:cubicBezTo>
                    <a:pt x="8996" y="409"/>
                    <a:pt x="9207" y="625"/>
                    <a:pt x="9212" y="884"/>
                  </a:cubicBezTo>
                  <a:lnTo>
                    <a:pt x="9212" y="1450"/>
                  </a:lnTo>
                  <a:lnTo>
                    <a:pt x="8789" y="1450"/>
                  </a:lnTo>
                  <a:lnTo>
                    <a:pt x="8751" y="1455"/>
                  </a:lnTo>
                  <a:lnTo>
                    <a:pt x="8741" y="1455"/>
                  </a:lnTo>
                  <a:lnTo>
                    <a:pt x="8703" y="1460"/>
                  </a:lnTo>
                  <a:lnTo>
                    <a:pt x="8693" y="1460"/>
                  </a:lnTo>
                  <a:lnTo>
                    <a:pt x="8655" y="1465"/>
                  </a:lnTo>
                  <a:lnTo>
                    <a:pt x="8650" y="1465"/>
                  </a:lnTo>
                  <a:lnTo>
                    <a:pt x="8607" y="1479"/>
                  </a:lnTo>
                  <a:cubicBezTo>
                    <a:pt x="8525" y="1666"/>
                    <a:pt x="8350" y="1760"/>
                    <a:pt x="8175" y="1760"/>
                  </a:cubicBezTo>
                  <a:cubicBezTo>
                    <a:pt x="8000" y="1760"/>
                    <a:pt x="7824" y="1666"/>
                    <a:pt x="7743" y="1479"/>
                  </a:cubicBezTo>
                  <a:lnTo>
                    <a:pt x="7700" y="1465"/>
                  </a:lnTo>
                  <a:lnTo>
                    <a:pt x="7695" y="1465"/>
                  </a:lnTo>
                  <a:lnTo>
                    <a:pt x="7656" y="1460"/>
                  </a:lnTo>
                  <a:lnTo>
                    <a:pt x="7642" y="1460"/>
                  </a:lnTo>
                  <a:lnTo>
                    <a:pt x="7608" y="1455"/>
                  </a:lnTo>
                  <a:lnTo>
                    <a:pt x="7594" y="1455"/>
                  </a:lnTo>
                  <a:lnTo>
                    <a:pt x="7560" y="1450"/>
                  </a:lnTo>
                  <a:lnTo>
                    <a:pt x="7152" y="1450"/>
                  </a:lnTo>
                  <a:lnTo>
                    <a:pt x="7152" y="884"/>
                  </a:lnTo>
                  <a:lnTo>
                    <a:pt x="7143" y="884"/>
                  </a:lnTo>
                  <a:cubicBezTo>
                    <a:pt x="7143" y="625"/>
                    <a:pt x="7359" y="409"/>
                    <a:pt x="7618" y="409"/>
                  </a:cubicBezTo>
                  <a:close/>
                  <a:moveTo>
                    <a:pt x="11204" y="409"/>
                  </a:moveTo>
                  <a:cubicBezTo>
                    <a:pt x="11468" y="409"/>
                    <a:pt x="11679" y="625"/>
                    <a:pt x="11679" y="884"/>
                  </a:cubicBezTo>
                  <a:lnTo>
                    <a:pt x="11679" y="1450"/>
                  </a:lnTo>
                  <a:lnTo>
                    <a:pt x="11257" y="1450"/>
                  </a:lnTo>
                  <a:lnTo>
                    <a:pt x="11223" y="1455"/>
                  </a:lnTo>
                  <a:lnTo>
                    <a:pt x="11209" y="1455"/>
                  </a:lnTo>
                  <a:lnTo>
                    <a:pt x="11175" y="1460"/>
                  </a:lnTo>
                  <a:lnTo>
                    <a:pt x="11165" y="1460"/>
                  </a:lnTo>
                  <a:lnTo>
                    <a:pt x="11127" y="1465"/>
                  </a:lnTo>
                  <a:lnTo>
                    <a:pt x="11117" y="1465"/>
                  </a:lnTo>
                  <a:lnTo>
                    <a:pt x="11074" y="1479"/>
                  </a:lnTo>
                  <a:cubicBezTo>
                    <a:pt x="10993" y="1666"/>
                    <a:pt x="10817" y="1760"/>
                    <a:pt x="10642" y="1760"/>
                  </a:cubicBezTo>
                  <a:cubicBezTo>
                    <a:pt x="10467" y="1760"/>
                    <a:pt x="10292" y="1666"/>
                    <a:pt x="10210" y="1479"/>
                  </a:cubicBezTo>
                  <a:lnTo>
                    <a:pt x="10167" y="1465"/>
                  </a:lnTo>
                  <a:lnTo>
                    <a:pt x="10162" y="1465"/>
                  </a:lnTo>
                  <a:lnTo>
                    <a:pt x="10124" y="1460"/>
                  </a:lnTo>
                  <a:lnTo>
                    <a:pt x="10114" y="1460"/>
                  </a:lnTo>
                  <a:lnTo>
                    <a:pt x="10076" y="1455"/>
                  </a:lnTo>
                  <a:lnTo>
                    <a:pt x="10066" y="1455"/>
                  </a:lnTo>
                  <a:lnTo>
                    <a:pt x="10028" y="1450"/>
                  </a:lnTo>
                  <a:lnTo>
                    <a:pt x="9620" y="1450"/>
                  </a:lnTo>
                  <a:lnTo>
                    <a:pt x="9620" y="884"/>
                  </a:lnTo>
                  <a:lnTo>
                    <a:pt x="9615" y="884"/>
                  </a:lnTo>
                  <a:cubicBezTo>
                    <a:pt x="9615" y="625"/>
                    <a:pt x="9831" y="409"/>
                    <a:pt x="10090" y="409"/>
                  </a:cubicBezTo>
                  <a:close/>
                  <a:moveTo>
                    <a:pt x="6264" y="409"/>
                  </a:moveTo>
                  <a:cubicBezTo>
                    <a:pt x="6528" y="409"/>
                    <a:pt x="6740" y="625"/>
                    <a:pt x="6740" y="884"/>
                  </a:cubicBezTo>
                  <a:lnTo>
                    <a:pt x="6740" y="1450"/>
                  </a:lnTo>
                  <a:lnTo>
                    <a:pt x="6288" y="1450"/>
                  </a:lnTo>
                  <a:lnTo>
                    <a:pt x="6250" y="1455"/>
                  </a:lnTo>
                  <a:lnTo>
                    <a:pt x="6245" y="1455"/>
                  </a:lnTo>
                  <a:cubicBezTo>
                    <a:pt x="6096" y="1659"/>
                    <a:pt x="5869" y="1760"/>
                    <a:pt x="5642" y="1760"/>
                  </a:cubicBezTo>
                  <a:cubicBezTo>
                    <a:pt x="5410" y="1760"/>
                    <a:pt x="5179" y="1654"/>
                    <a:pt x="5031" y="1446"/>
                  </a:cubicBezTo>
                  <a:lnTo>
                    <a:pt x="4676" y="1446"/>
                  </a:lnTo>
                  <a:lnTo>
                    <a:pt x="4676" y="884"/>
                  </a:lnTo>
                  <a:cubicBezTo>
                    <a:pt x="4676" y="625"/>
                    <a:pt x="4887" y="409"/>
                    <a:pt x="5151" y="409"/>
                  </a:cubicBezTo>
                  <a:close/>
                  <a:moveTo>
                    <a:pt x="2554" y="1858"/>
                  </a:moveTo>
                  <a:cubicBezTo>
                    <a:pt x="2813" y="1858"/>
                    <a:pt x="3024" y="2070"/>
                    <a:pt x="3029" y="2329"/>
                  </a:cubicBezTo>
                  <a:lnTo>
                    <a:pt x="3029" y="3380"/>
                  </a:lnTo>
                  <a:lnTo>
                    <a:pt x="960" y="3380"/>
                  </a:lnTo>
                  <a:lnTo>
                    <a:pt x="960" y="2329"/>
                  </a:lnTo>
                  <a:cubicBezTo>
                    <a:pt x="960" y="2070"/>
                    <a:pt x="1176" y="1858"/>
                    <a:pt x="1435" y="1858"/>
                  </a:cubicBezTo>
                  <a:close/>
                  <a:moveTo>
                    <a:pt x="5021" y="1858"/>
                  </a:moveTo>
                  <a:cubicBezTo>
                    <a:pt x="5285" y="1858"/>
                    <a:pt x="5496" y="2070"/>
                    <a:pt x="5496" y="2334"/>
                  </a:cubicBezTo>
                  <a:lnTo>
                    <a:pt x="5496" y="3380"/>
                  </a:lnTo>
                  <a:lnTo>
                    <a:pt x="3432" y="3380"/>
                  </a:lnTo>
                  <a:lnTo>
                    <a:pt x="3432" y="2329"/>
                  </a:lnTo>
                  <a:lnTo>
                    <a:pt x="3432" y="2290"/>
                  </a:lnTo>
                  <a:cubicBezTo>
                    <a:pt x="3451" y="2079"/>
                    <a:pt x="3605" y="1906"/>
                    <a:pt x="3811" y="1868"/>
                  </a:cubicBezTo>
                  <a:lnTo>
                    <a:pt x="3826" y="1868"/>
                  </a:lnTo>
                  <a:lnTo>
                    <a:pt x="3859" y="1863"/>
                  </a:lnTo>
                  <a:lnTo>
                    <a:pt x="4469" y="1863"/>
                  </a:lnTo>
                  <a:lnTo>
                    <a:pt x="4469" y="1858"/>
                  </a:lnTo>
                  <a:close/>
                  <a:moveTo>
                    <a:pt x="7541" y="1858"/>
                  </a:moveTo>
                  <a:lnTo>
                    <a:pt x="7565" y="1863"/>
                  </a:lnTo>
                  <a:lnTo>
                    <a:pt x="7589" y="1863"/>
                  </a:lnTo>
                  <a:lnTo>
                    <a:pt x="7613" y="1873"/>
                  </a:lnTo>
                  <a:lnTo>
                    <a:pt x="7632" y="1878"/>
                  </a:lnTo>
                  <a:lnTo>
                    <a:pt x="7661" y="1887"/>
                  </a:lnTo>
                  <a:lnTo>
                    <a:pt x="7676" y="1892"/>
                  </a:lnTo>
                  <a:lnTo>
                    <a:pt x="7704" y="1906"/>
                  </a:lnTo>
                  <a:lnTo>
                    <a:pt x="7714" y="1911"/>
                  </a:lnTo>
                  <a:lnTo>
                    <a:pt x="7743" y="1926"/>
                  </a:lnTo>
                  <a:lnTo>
                    <a:pt x="7752" y="1930"/>
                  </a:lnTo>
                  <a:lnTo>
                    <a:pt x="7781" y="1950"/>
                  </a:lnTo>
                  <a:lnTo>
                    <a:pt x="7786" y="1959"/>
                  </a:lnTo>
                  <a:lnTo>
                    <a:pt x="7815" y="1978"/>
                  </a:lnTo>
                  <a:lnTo>
                    <a:pt x="7820" y="1988"/>
                  </a:lnTo>
                  <a:lnTo>
                    <a:pt x="7844" y="2007"/>
                  </a:lnTo>
                  <a:lnTo>
                    <a:pt x="7853" y="2017"/>
                  </a:lnTo>
                  <a:lnTo>
                    <a:pt x="7872" y="2041"/>
                  </a:lnTo>
                  <a:lnTo>
                    <a:pt x="7882" y="2055"/>
                  </a:lnTo>
                  <a:lnTo>
                    <a:pt x="7896" y="2079"/>
                  </a:lnTo>
                  <a:lnTo>
                    <a:pt x="7906" y="2094"/>
                  </a:lnTo>
                  <a:lnTo>
                    <a:pt x="7920" y="2118"/>
                  </a:lnTo>
                  <a:lnTo>
                    <a:pt x="7925" y="2132"/>
                  </a:lnTo>
                  <a:lnTo>
                    <a:pt x="7935" y="2156"/>
                  </a:lnTo>
                  <a:lnTo>
                    <a:pt x="7944" y="2175"/>
                  </a:lnTo>
                  <a:cubicBezTo>
                    <a:pt x="7944" y="2185"/>
                    <a:pt x="7949" y="2190"/>
                    <a:pt x="7949" y="2199"/>
                  </a:cubicBezTo>
                  <a:cubicBezTo>
                    <a:pt x="7954" y="2209"/>
                    <a:pt x="7954" y="2214"/>
                    <a:pt x="7954" y="2218"/>
                  </a:cubicBezTo>
                  <a:cubicBezTo>
                    <a:pt x="7959" y="2223"/>
                    <a:pt x="7959" y="2238"/>
                    <a:pt x="7964" y="2247"/>
                  </a:cubicBezTo>
                  <a:cubicBezTo>
                    <a:pt x="7964" y="2252"/>
                    <a:pt x="7964" y="2257"/>
                    <a:pt x="7964" y="2262"/>
                  </a:cubicBezTo>
                  <a:cubicBezTo>
                    <a:pt x="7964" y="2271"/>
                    <a:pt x="7964" y="2281"/>
                    <a:pt x="7964" y="2290"/>
                  </a:cubicBezTo>
                  <a:cubicBezTo>
                    <a:pt x="7968" y="2300"/>
                    <a:pt x="7964" y="2319"/>
                    <a:pt x="7964" y="2329"/>
                  </a:cubicBezTo>
                  <a:lnTo>
                    <a:pt x="7964" y="3380"/>
                  </a:lnTo>
                  <a:lnTo>
                    <a:pt x="5900" y="3380"/>
                  </a:lnTo>
                  <a:lnTo>
                    <a:pt x="5900" y="2329"/>
                  </a:lnTo>
                  <a:lnTo>
                    <a:pt x="5900" y="2290"/>
                  </a:lnTo>
                  <a:cubicBezTo>
                    <a:pt x="5924" y="2079"/>
                    <a:pt x="6077" y="1906"/>
                    <a:pt x="6284" y="1868"/>
                  </a:cubicBezTo>
                  <a:lnTo>
                    <a:pt x="6293" y="1868"/>
                  </a:lnTo>
                  <a:lnTo>
                    <a:pt x="6327" y="1863"/>
                  </a:lnTo>
                  <a:lnTo>
                    <a:pt x="6375" y="1863"/>
                  </a:lnTo>
                  <a:lnTo>
                    <a:pt x="6946" y="1858"/>
                  </a:lnTo>
                  <a:close/>
                  <a:moveTo>
                    <a:pt x="10013" y="1858"/>
                  </a:moveTo>
                  <a:lnTo>
                    <a:pt x="10033" y="1863"/>
                  </a:lnTo>
                  <a:lnTo>
                    <a:pt x="10057" y="1863"/>
                  </a:lnTo>
                  <a:lnTo>
                    <a:pt x="10085" y="1873"/>
                  </a:lnTo>
                  <a:lnTo>
                    <a:pt x="10100" y="1878"/>
                  </a:lnTo>
                  <a:lnTo>
                    <a:pt x="10129" y="1887"/>
                  </a:lnTo>
                  <a:lnTo>
                    <a:pt x="10143" y="1892"/>
                  </a:lnTo>
                  <a:lnTo>
                    <a:pt x="10172" y="1906"/>
                  </a:lnTo>
                  <a:lnTo>
                    <a:pt x="10181" y="1911"/>
                  </a:lnTo>
                  <a:lnTo>
                    <a:pt x="10210" y="1926"/>
                  </a:lnTo>
                  <a:lnTo>
                    <a:pt x="10220" y="1930"/>
                  </a:lnTo>
                  <a:lnTo>
                    <a:pt x="10249" y="1950"/>
                  </a:lnTo>
                  <a:lnTo>
                    <a:pt x="10258" y="1959"/>
                  </a:lnTo>
                  <a:lnTo>
                    <a:pt x="10282" y="1978"/>
                  </a:lnTo>
                  <a:lnTo>
                    <a:pt x="10292" y="1988"/>
                  </a:lnTo>
                  <a:lnTo>
                    <a:pt x="10311" y="2007"/>
                  </a:lnTo>
                  <a:lnTo>
                    <a:pt x="10321" y="2017"/>
                  </a:lnTo>
                  <a:lnTo>
                    <a:pt x="10340" y="2041"/>
                  </a:lnTo>
                  <a:lnTo>
                    <a:pt x="10349" y="2055"/>
                  </a:lnTo>
                  <a:lnTo>
                    <a:pt x="10369" y="2079"/>
                  </a:lnTo>
                  <a:lnTo>
                    <a:pt x="10373" y="2094"/>
                  </a:lnTo>
                  <a:lnTo>
                    <a:pt x="10388" y="2118"/>
                  </a:lnTo>
                  <a:lnTo>
                    <a:pt x="10397" y="2132"/>
                  </a:lnTo>
                  <a:lnTo>
                    <a:pt x="10407" y="2156"/>
                  </a:lnTo>
                  <a:lnTo>
                    <a:pt x="10412" y="2175"/>
                  </a:lnTo>
                  <a:cubicBezTo>
                    <a:pt x="10412" y="2185"/>
                    <a:pt x="10417" y="2190"/>
                    <a:pt x="10421" y="2199"/>
                  </a:cubicBezTo>
                  <a:cubicBezTo>
                    <a:pt x="10421" y="2209"/>
                    <a:pt x="10421" y="2214"/>
                    <a:pt x="10426" y="2218"/>
                  </a:cubicBezTo>
                  <a:cubicBezTo>
                    <a:pt x="10426" y="2223"/>
                    <a:pt x="10431" y="2238"/>
                    <a:pt x="10431" y="2247"/>
                  </a:cubicBezTo>
                  <a:cubicBezTo>
                    <a:pt x="10431" y="2252"/>
                    <a:pt x="10431" y="2257"/>
                    <a:pt x="10431" y="2262"/>
                  </a:cubicBezTo>
                  <a:cubicBezTo>
                    <a:pt x="10431" y="2271"/>
                    <a:pt x="10431" y="2281"/>
                    <a:pt x="10436" y="2290"/>
                  </a:cubicBezTo>
                  <a:cubicBezTo>
                    <a:pt x="10441" y="2300"/>
                    <a:pt x="10436" y="2319"/>
                    <a:pt x="10436" y="2329"/>
                  </a:cubicBezTo>
                  <a:lnTo>
                    <a:pt x="10436" y="3380"/>
                  </a:lnTo>
                  <a:lnTo>
                    <a:pt x="8372" y="3380"/>
                  </a:lnTo>
                  <a:lnTo>
                    <a:pt x="8372" y="2329"/>
                  </a:lnTo>
                  <a:lnTo>
                    <a:pt x="8372" y="2295"/>
                  </a:lnTo>
                  <a:cubicBezTo>
                    <a:pt x="8372" y="2281"/>
                    <a:pt x="8372" y="2271"/>
                    <a:pt x="8372" y="2262"/>
                  </a:cubicBezTo>
                  <a:cubicBezTo>
                    <a:pt x="8377" y="2252"/>
                    <a:pt x="8372" y="2252"/>
                    <a:pt x="8372" y="2247"/>
                  </a:cubicBezTo>
                  <a:cubicBezTo>
                    <a:pt x="8372" y="2242"/>
                    <a:pt x="8377" y="2228"/>
                    <a:pt x="8381" y="2218"/>
                  </a:cubicBezTo>
                  <a:lnTo>
                    <a:pt x="8386" y="2199"/>
                  </a:lnTo>
                  <a:cubicBezTo>
                    <a:pt x="8386" y="2194"/>
                    <a:pt x="8391" y="2185"/>
                    <a:pt x="8391" y="2175"/>
                  </a:cubicBezTo>
                  <a:lnTo>
                    <a:pt x="8401" y="2156"/>
                  </a:lnTo>
                  <a:lnTo>
                    <a:pt x="8410" y="2132"/>
                  </a:lnTo>
                  <a:lnTo>
                    <a:pt x="8415" y="2118"/>
                  </a:lnTo>
                  <a:lnTo>
                    <a:pt x="8429" y="2094"/>
                  </a:lnTo>
                  <a:lnTo>
                    <a:pt x="8439" y="2079"/>
                  </a:lnTo>
                  <a:lnTo>
                    <a:pt x="8453" y="2055"/>
                  </a:lnTo>
                  <a:lnTo>
                    <a:pt x="8463" y="2041"/>
                  </a:lnTo>
                  <a:lnTo>
                    <a:pt x="8482" y="2022"/>
                  </a:lnTo>
                  <a:lnTo>
                    <a:pt x="8492" y="2012"/>
                  </a:lnTo>
                  <a:lnTo>
                    <a:pt x="8516" y="1988"/>
                  </a:lnTo>
                  <a:lnTo>
                    <a:pt x="8521" y="1978"/>
                  </a:lnTo>
                  <a:lnTo>
                    <a:pt x="8549" y="1959"/>
                  </a:lnTo>
                  <a:lnTo>
                    <a:pt x="8554" y="1954"/>
                  </a:lnTo>
                  <a:lnTo>
                    <a:pt x="8583" y="1935"/>
                  </a:lnTo>
                  <a:lnTo>
                    <a:pt x="8593" y="1926"/>
                  </a:lnTo>
                  <a:lnTo>
                    <a:pt x="8621" y="1911"/>
                  </a:lnTo>
                  <a:lnTo>
                    <a:pt x="8631" y="1906"/>
                  </a:lnTo>
                  <a:lnTo>
                    <a:pt x="8660" y="1892"/>
                  </a:lnTo>
                  <a:lnTo>
                    <a:pt x="8674" y="1887"/>
                  </a:lnTo>
                  <a:lnTo>
                    <a:pt x="8703" y="1878"/>
                  </a:lnTo>
                  <a:lnTo>
                    <a:pt x="8722" y="1873"/>
                  </a:lnTo>
                  <a:lnTo>
                    <a:pt x="8746" y="1868"/>
                  </a:lnTo>
                  <a:lnTo>
                    <a:pt x="8770" y="1863"/>
                  </a:lnTo>
                  <a:lnTo>
                    <a:pt x="8794" y="1858"/>
                  </a:lnTo>
                  <a:close/>
                  <a:moveTo>
                    <a:pt x="12438" y="1858"/>
                  </a:moveTo>
                  <a:cubicBezTo>
                    <a:pt x="12697" y="1858"/>
                    <a:pt x="12913" y="2070"/>
                    <a:pt x="12913" y="2334"/>
                  </a:cubicBezTo>
                  <a:lnTo>
                    <a:pt x="12913" y="3380"/>
                  </a:lnTo>
                  <a:lnTo>
                    <a:pt x="10844" y="3380"/>
                  </a:lnTo>
                  <a:lnTo>
                    <a:pt x="10844" y="2329"/>
                  </a:lnTo>
                  <a:lnTo>
                    <a:pt x="10844" y="2295"/>
                  </a:lnTo>
                  <a:cubicBezTo>
                    <a:pt x="10844" y="2281"/>
                    <a:pt x="10844" y="2271"/>
                    <a:pt x="10849" y="2262"/>
                  </a:cubicBezTo>
                  <a:cubicBezTo>
                    <a:pt x="10853" y="2252"/>
                    <a:pt x="10849" y="2252"/>
                    <a:pt x="10849" y="2247"/>
                  </a:cubicBezTo>
                  <a:cubicBezTo>
                    <a:pt x="10849" y="2242"/>
                    <a:pt x="10853" y="2228"/>
                    <a:pt x="10853" y="2218"/>
                  </a:cubicBezTo>
                  <a:lnTo>
                    <a:pt x="10858" y="2199"/>
                  </a:lnTo>
                  <a:cubicBezTo>
                    <a:pt x="10858" y="2194"/>
                    <a:pt x="10863" y="2185"/>
                    <a:pt x="10868" y="2175"/>
                  </a:cubicBezTo>
                  <a:lnTo>
                    <a:pt x="10873" y="2156"/>
                  </a:lnTo>
                  <a:lnTo>
                    <a:pt x="10882" y="2132"/>
                  </a:lnTo>
                  <a:lnTo>
                    <a:pt x="10892" y="2118"/>
                  </a:lnTo>
                  <a:lnTo>
                    <a:pt x="10901" y="2094"/>
                  </a:lnTo>
                  <a:lnTo>
                    <a:pt x="10911" y="2079"/>
                  </a:lnTo>
                  <a:lnTo>
                    <a:pt x="10925" y="2055"/>
                  </a:lnTo>
                  <a:lnTo>
                    <a:pt x="10935" y="2041"/>
                  </a:lnTo>
                  <a:lnTo>
                    <a:pt x="10954" y="2022"/>
                  </a:lnTo>
                  <a:lnTo>
                    <a:pt x="10964" y="2012"/>
                  </a:lnTo>
                  <a:lnTo>
                    <a:pt x="10988" y="1988"/>
                  </a:lnTo>
                  <a:lnTo>
                    <a:pt x="10997" y="1978"/>
                  </a:lnTo>
                  <a:lnTo>
                    <a:pt x="11021" y="1959"/>
                  </a:lnTo>
                  <a:lnTo>
                    <a:pt x="11031" y="1954"/>
                  </a:lnTo>
                  <a:lnTo>
                    <a:pt x="11055" y="1935"/>
                  </a:lnTo>
                  <a:lnTo>
                    <a:pt x="11065" y="1926"/>
                  </a:lnTo>
                  <a:lnTo>
                    <a:pt x="11093" y="1911"/>
                  </a:lnTo>
                  <a:lnTo>
                    <a:pt x="11103" y="1906"/>
                  </a:lnTo>
                  <a:lnTo>
                    <a:pt x="11137" y="1892"/>
                  </a:lnTo>
                  <a:lnTo>
                    <a:pt x="11146" y="1887"/>
                  </a:lnTo>
                  <a:lnTo>
                    <a:pt x="11175" y="1878"/>
                  </a:lnTo>
                  <a:lnTo>
                    <a:pt x="11194" y="1873"/>
                  </a:lnTo>
                  <a:lnTo>
                    <a:pt x="11218" y="1868"/>
                  </a:lnTo>
                  <a:lnTo>
                    <a:pt x="11242" y="1863"/>
                  </a:lnTo>
                  <a:lnTo>
                    <a:pt x="11266" y="1858"/>
                  </a:lnTo>
                  <a:close/>
                  <a:moveTo>
                    <a:pt x="13465" y="3788"/>
                  </a:moveTo>
                  <a:lnTo>
                    <a:pt x="13465" y="4086"/>
                  </a:lnTo>
                  <a:lnTo>
                    <a:pt x="413" y="4086"/>
                  </a:lnTo>
                  <a:lnTo>
                    <a:pt x="413" y="3788"/>
                  </a:lnTo>
                  <a:close/>
                  <a:moveTo>
                    <a:pt x="2674" y="1"/>
                  </a:moveTo>
                  <a:cubicBezTo>
                    <a:pt x="2184" y="1"/>
                    <a:pt x="1791" y="399"/>
                    <a:pt x="1791" y="884"/>
                  </a:cubicBezTo>
                  <a:lnTo>
                    <a:pt x="1791" y="1450"/>
                  </a:lnTo>
                  <a:lnTo>
                    <a:pt x="1431" y="1450"/>
                  </a:lnTo>
                  <a:cubicBezTo>
                    <a:pt x="946" y="1450"/>
                    <a:pt x="552" y="1844"/>
                    <a:pt x="552" y="2329"/>
                  </a:cubicBezTo>
                  <a:lnTo>
                    <a:pt x="552" y="3380"/>
                  </a:lnTo>
                  <a:lnTo>
                    <a:pt x="254" y="3380"/>
                  </a:lnTo>
                  <a:cubicBezTo>
                    <a:pt x="115" y="3380"/>
                    <a:pt x="0" y="3490"/>
                    <a:pt x="0" y="3634"/>
                  </a:cubicBezTo>
                  <a:lnTo>
                    <a:pt x="0" y="4239"/>
                  </a:lnTo>
                  <a:cubicBezTo>
                    <a:pt x="0" y="4378"/>
                    <a:pt x="115" y="4494"/>
                    <a:pt x="254" y="4494"/>
                  </a:cubicBezTo>
                  <a:lnTo>
                    <a:pt x="13618" y="4494"/>
                  </a:lnTo>
                  <a:cubicBezTo>
                    <a:pt x="13758" y="4494"/>
                    <a:pt x="13868" y="4378"/>
                    <a:pt x="13868" y="4239"/>
                  </a:cubicBezTo>
                  <a:lnTo>
                    <a:pt x="13868" y="3634"/>
                  </a:lnTo>
                  <a:cubicBezTo>
                    <a:pt x="13873" y="3495"/>
                    <a:pt x="13758" y="3380"/>
                    <a:pt x="13618" y="3380"/>
                  </a:cubicBezTo>
                  <a:lnTo>
                    <a:pt x="13321" y="3380"/>
                  </a:lnTo>
                  <a:lnTo>
                    <a:pt x="13321" y="2329"/>
                  </a:lnTo>
                  <a:cubicBezTo>
                    <a:pt x="13316" y="1844"/>
                    <a:pt x="12922" y="1450"/>
                    <a:pt x="12438" y="1450"/>
                  </a:cubicBezTo>
                  <a:lnTo>
                    <a:pt x="12087" y="1450"/>
                  </a:lnTo>
                  <a:lnTo>
                    <a:pt x="12087" y="884"/>
                  </a:lnTo>
                  <a:cubicBezTo>
                    <a:pt x="12087" y="394"/>
                    <a:pt x="11693" y="1"/>
                    <a:pt x="11204" y="1"/>
                  </a:cubicBezTo>
                  <a:lnTo>
                    <a:pt x="10090" y="1"/>
                  </a:lnTo>
                  <a:cubicBezTo>
                    <a:pt x="9913" y="214"/>
                    <a:pt x="9661" y="321"/>
                    <a:pt x="9409" y="321"/>
                  </a:cubicBezTo>
                  <a:cubicBezTo>
                    <a:pt x="9158" y="321"/>
                    <a:pt x="8907" y="214"/>
                    <a:pt x="8732" y="1"/>
                  </a:cubicBezTo>
                  <a:lnTo>
                    <a:pt x="7618" y="1"/>
                  </a:lnTo>
                  <a:cubicBezTo>
                    <a:pt x="7440" y="214"/>
                    <a:pt x="7188" y="321"/>
                    <a:pt x="6937" y="321"/>
                  </a:cubicBezTo>
                  <a:cubicBezTo>
                    <a:pt x="6686" y="321"/>
                    <a:pt x="6435" y="214"/>
                    <a:pt x="6260" y="1"/>
                  </a:cubicBezTo>
                  <a:lnTo>
                    <a:pt x="5146" y="1"/>
                  </a:lnTo>
                  <a:cubicBezTo>
                    <a:pt x="4968" y="214"/>
                    <a:pt x="4718" y="321"/>
                    <a:pt x="4467" y="321"/>
                  </a:cubicBezTo>
                  <a:cubicBezTo>
                    <a:pt x="4216" y="321"/>
                    <a:pt x="3965" y="214"/>
                    <a:pt x="3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5" name="Google Shape;15305;p83"/>
          <p:cNvGrpSpPr/>
          <p:nvPr/>
        </p:nvGrpSpPr>
        <p:grpSpPr>
          <a:xfrm>
            <a:off x="5322417" y="1986736"/>
            <a:ext cx="368931" cy="359944"/>
            <a:chOff x="5322417" y="1986736"/>
            <a:chExt cx="368931" cy="359944"/>
          </a:xfrm>
        </p:grpSpPr>
        <p:sp>
          <p:nvSpPr>
            <p:cNvPr id="15306" name="Google Shape;15306;p83"/>
            <p:cNvSpPr/>
            <p:nvPr/>
          </p:nvSpPr>
          <p:spPr>
            <a:xfrm>
              <a:off x="5650944" y="2058111"/>
              <a:ext cx="21538" cy="194737"/>
            </a:xfrm>
            <a:custGeom>
              <a:rect b="b" l="l" r="r" t="t"/>
              <a:pathLst>
                <a:path extrusionOk="0" h="7432" w="822">
                  <a:moveTo>
                    <a:pt x="0" y="1"/>
                  </a:moveTo>
                  <a:lnTo>
                    <a:pt x="0" y="7432"/>
                  </a:lnTo>
                  <a:lnTo>
                    <a:pt x="821" y="7432"/>
                  </a:lnTo>
                  <a:lnTo>
                    <a:pt x="821"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3"/>
            <p:cNvSpPr/>
            <p:nvPr/>
          </p:nvSpPr>
          <p:spPr>
            <a:xfrm>
              <a:off x="5661765" y="2058111"/>
              <a:ext cx="10717" cy="194737"/>
            </a:xfrm>
            <a:custGeom>
              <a:rect b="b" l="l" r="r" t="t"/>
              <a:pathLst>
                <a:path extrusionOk="0" h="7432" w="409">
                  <a:moveTo>
                    <a:pt x="0" y="1"/>
                  </a:moveTo>
                  <a:lnTo>
                    <a:pt x="0" y="7432"/>
                  </a:lnTo>
                  <a:lnTo>
                    <a:pt x="408" y="7432"/>
                  </a:lnTo>
                  <a:lnTo>
                    <a:pt x="4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3"/>
            <p:cNvSpPr/>
            <p:nvPr/>
          </p:nvSpPr>
          <p:spPr>
            <a:xfrm>
              <a:off x="5644655" y="2220121"/>
              <a:ext cx="34247" cy="121291"/>
            </a:xfrm>
            <a:custGeom>
              <a:rect b="b" l="l" r="r" t="t"/>
              <a:pathLst>
                <a:path extrusionOk="0" h="4629" w="1307">
                  <a:moveTo>
                    <a:pt x="245" y="1"/>
                  </a:moveTo>
                  <a:lnTo>
                    <a:pt x="15" y="4258"/>
                  </a:lnTo>
                  <a:cubicBezTo>
                    <a:pt x="0" y="4460"/>
                    <a:pt x="164" y="4628"/>
                    <a:pt x="365" y="4628"/>
                  </a:cubicBezTo>
                  <a:lnTo>
                    <a:pt x="941" y="4628"/>
                  </a:lnTo>
                  <a:cubicBezTo>
                    <a:pt x="1143" y="4628"/>
                    <a:pt x="1306" y="4460"/>
                    <a:pt x="1292" y="4258"/>
                  </a:cubicBezTo>
                  <a:lnTo>
                    <a:pt x="1061"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3"/>
            <p:cNvSpPr/>
            <p:nvPr/>
          </p:nvSpPr>
          <p:spPr>
            <a:xfrm>
              <a:off x="5639860" y="2044538"/>
              <a:ext cx="46326" cy="35373"/>
            </a:xfrm>
            <a:custGeom>
              <a:rect b="b" l="l" r="r" t="t"/>
              <a:pathLst>
                <a:path extrusionOk="0" h="1350" w="1768">
                  <a:moveTo>
                    <a:pt x="1" y="1"/>
                  </a:moveTo>
                  <a:lnTo>
                    <a:pt x="1" y="1349"/>
                  </a:lnTo>
                  <a:lnTo>
                    <a:pt x="1129" y="1349"/>
                  </a:lnTo>
                  <a:cubicBezTo>
                    <a:pt x="1479" y="1345"/>
                    <a:pt x="1767" y="1061"/>
                    <a:pt x="1767" y="711"/>
                  </a:cubicBezTo>
                  <a:lnTo>
                    <a:pt x="1767" y="639"/>
                  </a:lnTo>
                  <a:cubicBezTo>
                    <a:pt x="1767" y="284"/>
                    <a:pt x="1479" y="1"/>
                    <a:pt x="11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3"/>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83"/>
            <p:cNvSpPr/>
            <p:nvPr/>
          </p:nvSpPr>
          <p:spPr>
            <a:xfrm>
              <a:off x="5484296" y="2005811"/>
              <a:ext cx="26438" cy="26438"/>
            </a:xfrm>
            <a:custGeom>
              <a:rect b="b" l="l" r="r" t="t"/>
              <a:pathLst>
                <a:path extrusionOk="0" h="1009" w="1009">
                  <a:moveTo>
                    <a:pt x="504" y="0"/>
                  </a:moveTo>
                  <a:cubicBezTo>
                    <a:pt x="226" y="0"/>
                    <a:pt x="0" y="226"/>
                    <a:pt x="0" y="504"/>
                  </a:cubicBezTo>
                  <a:cubicBezTo>
                    <a:pt x="0" y="783"/>
                    <a:pt x="226" y="1008"/>
                    <a:pt x="504" y="1008"/>
                  </a:cubicBezTo>
                  <a:cubicBezTo>
                    <a:pt x="782" y="1008"/>
                    <a:pt x="1008" y="783"/>
                    <a:pt x="1008" y="504"/>
                  </a:cubicBezTo>
                  <a:cubicBezTo>
                    <a:pt x="1008" y="226"/>
                    <a:pt x="782" y="0"/>
                    <a:pt x="5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83"/>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3"/>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3"/>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83"/>
            <p:cNvSpPr/>
            <p:nvPr/>
          </p:nvSpPr>
          <p:spPr>
            <a:xfrm>
              <a:off x="5442031" y="2030808"/>
              <a:ext cx="111203" cy="39540"/>
            </a:xfrm>
            <a:custGeom>
              <a:rect b="b" l="l" r="r" t="t"/>
              <a:pathLst>
                <a:path extrusionOk="0" h="1509" w="4244">
                  <a:moveTo>
                    <a:pt x="2122" y="0"/>
                  </a:moveTo>
                  <a:cubicBezTo>
                    <a:pt x="1991" y="0"/>
                    <a:pt x="1860" y="28"/>
                    <a:pt x="1738" y="83"/>
                  </a:cubicBezTo>
                  <a:lnTo>
                    <a:pt x="10" y="889"/>
                  </a:lnTo>
                  <a:cubicBezTo>
                    <a:pt x="5" y="889"/>
                    <a:pt x="5" y="894"/>
                    <a:pt x="5" y="894"/>
                  </a:cubicBezTo>
                  <a:cubicBezTo>
                    <a:pt x="0" y="899"/>
                    <a:pt x="0" y="904"/>
                    <a:pt x="5" y="904"/>
                  </a:cubicBezTo>
                  <a:lnTo>
                    <a:pt x="283" y="1504"/>
                  </a:lnTo>
                  <a:cubicBezTo>
                    <a:pt x="283" y="1509"/>
                    <a:pt x="288" y="1509"/>
                    <a:pt x="293" y="1509"/>
                  </a:cubicBezTo>
                  <a:lnTo>
                    <a:pt x="298" y="1509"/>
                  </a:lnTo>
                  <a:lnTo>
                    <a:pt x="1397" y="1000"/>
                  </a:lnTo>
                  <a:cubicBezTo>
                    <a:pt x="1627" y="892"/>
                    <a:pt x="1875" y="838"/>
                    <a:pt x="2122" y="838"/>
                  </a:cubicBezTo>
                  <a:cubicBezTo>
                    <a:pt x="2369" y="838"/>
                    <a:pt x="2616" y="892"/>
                    <a:pt x="2847" y="1000"/>
                  </a:cubicBezTo>
                  <a:lnTo>
                    <a:pt x="3946" y="1509"/>
                  </a:lnTo>
                  <a:lnTo>
                    <a:pt x="3951" y="1509"/>
                  </a:lnTo>
                  <a:cubicBezTo>
                    <a:pt x="3956" y="1509"/>
                    <a:pt x="3960" y="1509"/>
                    <a:pt x="3960" y="1504"/>
                  </a:cubicBezTo>
                  <a:lnTo>
                    <a:pt x="4239" y="904"/>
                  </a:lnTo>
                  <a:cubicBezTo>
                    <a:pt x="4244" y="899"/>
                    <a:pt x="4239" y="894"/>
                    <a:pt x="4234" y="889"/>
                  </a:cubicBezTo>
                  <a:lnTo>
                    <a:pt x="2506" y="83"/>
                  </a:lnTo>
                  <a:cubicBezTo>
                    <a:pt x="2383" y="28"/>
                    <a:pt x="2253" y="0"/>
                    <a:pt x="212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3"/>
            <p:cNvSpPr/>
            <p:nvPr/>
          </p:nvSpPr>
          <p:spPr>
            <a:xfrm>
              <a:off x="5333343" y="1992212"/>
              <a:ext cx="139895" cy="139895"/>
            </a:xfrm>
            <a:custGeom>
              <a:rect b="b" l="l" r="r" t="t"/>
              <a:pathLst>
                <a:path extrusionOk="0" h="5339" w="5339">
                  <a:moveTo>
                    <a:pt x="2670" y="1"/>
                  </a:moveTo>
                  <a:cubicBezTo>
                    <a:pt x="1196" y="1"/>
                    <a:pt x="1" y="1196"/>
                    <a:pt x="1" y="2670"/>
                  </a:cubicBezTo>
                  <a:cubicBezTo>
                    <a:pt x="1" y="4143"/>
                    <a:pt x="1196" y="5339"/>
                    <a:pt x="2670" y="5339"/>
                  </a:cubicBezTo>
                  <a:cubicBezTo>
                    <a:pt x="4143" y="5339"/>
                    <a:pt x="5339" y="4143"/>
                    <a:pt x="5339" y="2670"/>
                  </a:cubicBezTo>
                  <a:cubicBezTo>
                    <a:pt x="5339" y="1196"/>
                    <a:pt x="4143" y="1"/>
                    <a:pt x="2670"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3"/>
            <p:cNvSpPr/>
            <p:nvPr/>
          </p:nvSpPr>
          <p:spPr>
            <a:xfrm>
              <a:off x="5353860" y="2012729"/>
              <a:ext cx="126296" cy="119457"/>
            </a:xfrm>
            <a:custGeom>
              <a:rect b="b" l="l" r="r" t="t"/>
              <a:pathLst>
                <a:path extrusionOk="0" h="4559" w="4820">
                  <a:moveTo>
                    <a:pt x="3778" y="0"/>
                  </a:moveTo>
                  <a:lnTo>
                    <a:pt x="0" y="3778"/>
                  </a:lnTo>
                  <a:cubicBezTo>
                    <a:pt x="520" y="4298"/>
                    <a:pt x="1202" y="4559"/>
                    <a:pt x="1884" y="4559"/>
                  </a:cubicBezTo>
                  <a:cubicBezTo>
                    <a:pt x="2568" y="4559"/>
                    <a:pt x="3252" y="4297"/>
                    <a:pt x="3773" y="3773"/>
                  </a:cubicBezTo>
                  <a:cubicBezTo>
                    <a:pt x="4820" y="2731"/>
                    <a:pt x="4820" y="1042"/>
                    <a:pt x="3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3"/>
            <p:cNvSpPr/>
            <p:nvPr/>
          </p:nvSpPr>
          <p:spPr>
            <a:xfrm>
              <a:off x="5344427" y="2018126"/>
              <a:ext cx="106304" cy="88067"/>
            </a:xfrm>
            <a:custGeom>
              <a:rect b="b" l="l" r="r" t="t"/>
              <a:pathLst>
                <a:path extrusionOk="0" h="3361" w="4057">
                  <a:moveTo>
                    <a:pt x="2247" y="1"/>
                  </a:moveTo>
                  <a:cubicBezTo>
                    <a:pt x="749" y="1"/>
                    <a:pt x="0" y="1810"/>
                    <a:pt x="1061" y="2871"/>
                  </a:cubicBezTo>
                  <a:cubicBezTo>
                    <a:pt x="1387" y="3197"/>
                    <a:pt x="1817" y="3361"/>
                    <a:pt x="2247" y="3361"/>
                  </a:cubicBezTo>
                  <a:cubicBezTo>
                    <a:pt x="2676" y="3361"/>
                    <a:pt x="3106" y="3197"/>
                    <a:pt x="3432" y="2871"/>
                  </a:cubicBezTo>
                  <a:cubicBezTo>
                    <a:pt x="3917" y="2391"/>
                    <a:pt x="4056" y="1666"/>
                    <a:pt x="3797" y="1037"/>
                  </a:cubicBezTo>
                  <a:cubicBezTo>
                    <a:pt x="3538" y="409"/>
                    <a:pt x="2928"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3"/>
            <p:cNvSpPr/>
            <p:nvPr/>
          </p:nvSpPr>
          <p:spPr>
            <a:xfrm>
              <a:off x="5372228" y="2031070"/>
              <a:ext cx="80258" cy="75778"/>
            </a:xfrm>
            <a:custGeom>
              <a:rect b="b" l="l" r="r" t="t"/>
              <a:pathLst>
                <a:path extrusionOk="0" h="2892" w="3063">
                  <a:moveTo>
                    <a:pt x="2371" y="1"/>
                  </a:moveTo>
                  <a:lnTo>
                    <a:pt x="0" y="2377"/>
                  </a:lnTo>
                  <a:cubicBezTo>
                    <a:pt x="328" y="2720"/>
                    <a:pt x="768" y="2891"/>
                    <a:pt x="1209" y="2891"/>
                  </a:cubicBezTo>
                  <a:cubicBezTo>
                    <a:pt x="1638" y="2891"/>
                    <a:pt x="2068" y="2728"/>
                    <a:pt x="2395" y="2401"/>
                  </a:cubicBezTo>
                  <a:cubicBezTo>
                    <a:pt x="3063" y="1734"/>
                    <a:pt x="3053" y="654"/>
                    <a:pt x="237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3"/>
            <p:cNvSpPr/>
            <p:nvPr/>
          </p:nvSpPr>
          <p:spPr>
            <a:xfrm>
              <a:off x="5521897" y="1992212"/>
              <a:ext cx="139895" cy="139895"/>
            </a:xfrm>
            <a:custGeom>
              <a:rect b="b" l="l" r="r" t="t"/>
              <a:pathLst>
                <a:path extrusionOk="0" h="5339" w="5339">
                  <a:moveTo>
                    <a:pt x="2669" y="1"/>
                  </a:moveTo>
                  <a:cubicBezTo>
                    <a:pt x="1196" y="1"/>
                    <a:pt x="0" y="1196"/>
                    <a:pt x="0" y="2670"/>
                  </a:cubicBezTo>
                  <a:cubicBezTo>
                    <a:pt x="0" y="4143"/>
                    <a:pt x="1196" y="5339"/>
                    <a:pt x="2669" y="5339"/>
                  </a:cubicBezTo>
                  <a:cubicBezTo>
                    <a:pt x="4143" y="5339"/>
                    <a:pt x="5338" y="4143"/>
                    <a:pt x="5338" y="2670"/>
                  </a:cubicBezTo>
                  <a:cubicBezTo>
                    <a:pt x="5338" y="1196"/>
                    <a:pt x="4143" y="1"/>
                    <a:pt x="266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3"/>
            <p:cNvSpPr/>
            <p:nvPr/>
          </p:nvSpPr>
          <p:spPr>
            <a:xfrm>
              <a:off x="5542387" y="2012729"/>
              <a:ext cx="126322" cy="119431"/>
            </a:xfrm>
            <a:custGeom>
              <a:rect b="b" l="l" r="r" t="t"/>
              <a:pathLst>
                <a:path extrusionOk="0" h="4558" w="4821">
                  <a:moveTo>
                    <a:pt x="3774" y="0"/>
                  </a:moveTo>
                  <a:lnTo>
                    <a:pt x="1" y="3773"/>
                  </a:lnTo>
                  <a:cubicBezTo>
                    <a:pt x="522" y="4296"/>
                    <a:pt x="1204" y="4558"/>
                    <a:pt x="1887" y="4558"/>
                  </a:cubicBezTo>
                  <a:cubicBezTo>
                    <a:pt x="2570" y="4558"/>
                    <a:pt x="3253" y="4296"/>
                    <a:pt x="3774" y="3773"/>
                  </a:cubicBezTo>
                  <a:cubicBezTo>
                    <a:pt x="4820" y="2731"/>
                    <a:pt x="4820" y="1042"/>
                    <a:pt x="377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3"/>
            <p:cNvSpPr/>
            <p:nvPr/>
          </p:nvSpPr>
          <p:spPr>
            <a:xfrm>
              <a:off x="5532954" y="2018126"/>
              <a:ext cx="106304" cy="88067"/>
            </a:xfrm>
            <a:custGeom>
              <a:rect b="b" l="l" r="r" t="t"/>
              <a:pathLst>
                <a:path extrusionOk="0" h="3361" w="4057">
                  <a:moveTo>
                    <a:pt x="2247" y="1"/>
                  </a:moveTo>
                  <a:cubicBezTo>
                    <a:pt x="750" y="1"/>
                    <a:pt x="1" y="1810"/>
                    <a:pt x="1062" y="2871"/>
                  </a:cubicBezTo>
                  <a:cubicBezTo>
                    <a:pt x="1388" y="3197"/>
                    <a:pt x="1818" y="3361"/>
                    <a:pt x="2247" y="3361"/>
                  </a:cubicBezTo>
                  <a:cubicBezTo>
                    <a:pt x="2677" y="3361"/>
                    <a:pt x="3107" y="3197"/>
                    <a:pt x="3433" y="2871"/>
                  </a:cubicBezTo>
                  <a:cubicBezTo>
                    <a:pt x="3918" y="2391"/>
                    <a:pt x="4057" y="1666"/>
                    <a:pt x="3798" y="1037"/>
                  </a:cubicBezTo>
                  <a:cubicBezTo>
                    <a:pt x="3539" y="409"/>
                    <a:pt x="2929"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3"/>
            <p:cNvSpPr/>
            <p:nvPr/>
          </p:nvSpPr>
          <p:spPr>
            <a:xfrm>
              <a:off x="5560624" y="2031070"/>
              <a:ext cx="80415" cy="75778"/>
            </a:xfrm>
            <a:custGeom>
              <a:rect b="b" l="l" r="r" t="t"/>
              <a:pathLst>
                <a:path extrusionOk="0" h="2892" w="3069">
                  <a:moveTo>
                    <a:pt x="2377" y="1"/>
                  </a:moveTo>
                  <a:lnTo>
                    <a:pt x="1" y="2377"/>
                  </a:lnTo>
                  <a:cubicBezTo>
                    <a:pt x="331" y="2720"/>
                    <a:pt x="773" y="2891"/>
                    <a:pt x="1214" y="2891"/>
                  </a:cubicBezTo>
                  <a:cubicBezTo>
                    <a:pt x="1644" y="2891"/>
                    <a:pt x="2074" y="2728"/>
                    <a:pt x="2401" y="2401"/>
                  </a:cubicBezTo>
                  <a:cubicBezTo>
                    <a:pt x="3068" y="1734"/>
                    <a:pt x="3059" y="654"/>
                    <a:pt x="2377"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3"/>
            <p:cNvSpPr/>
            <p:nvPr/>
          </p:nvSpPr>
          <p:spPr>
            <a:xfrm>
              <a:off x="5661765" y="2220121"/>
              <a:ext cx="17136" cy="121291"/>
            </a:xfrm>
            <a:custGeom>
              <a:rect b="b" l="l" r="r" t="t"/>
              <a:pathLst>
                <a:path extrusionOk="0" h="4629" w="654">
                  <a:moveTo>
                    <a:pt x="0" y="1"/>
                  </a:moveTo>
                  <a:lnTo>
                    <a:pt x="0" y="4628"/>
                  </a:lnTo>
                  <a:lnTo>
                    <a:pt x="288" y="4628"/>
                  </a:lnTo>
                  <a:cubicBezTo>
                    <a:pt x="490" y="4628"/>
                    <a:pt x="653" y="4460"/>
                    <a:pt x="639" y="4258"/>
                  </a:cubicBezTo>
                  <a:lnTo>
                    <a:pt x="408"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3"/>
            <p:cNvSpPr/>
            <p:nvPr/>
          </p:nvSpPr>
          <p:spPr>
            <a:xfrm>
              <a:off x="5350454" y="2012833"/>
              <a:ext cx="106932" cy="98521"/>
            </a:xfrm>
            <a:custGeom>
              <a:rect b="b" l="l" r="r" t="t"/>
              <a:pathLst>
                <a:path extrusionOk="0" h="3760" w="4081">
                  <a:moveTo>
                    <a:pt x="2027" y="404"/>
                  </a:moveTo>
                  <a:cubicBezTo>
                    <a:pt x="2391" y="404"/>
                    <a:pt x="2762" y="539"/>
                    <a:pt x="3063" y="841"/>
                  </a:cubicBezTo>
                  <a:cubicBezTo>
                    <a:pt x="3639" y="1417"/>
                    <a:pt x="3639" y="2353"/>
                    <a:pt x="3063" y="2929"/>
                  </a:cubicBezTo>
                  <a:cubicBezTo>
                    <a:pt x="2762" y="3228"/>
                    <a:pt x="2393" y="3362"/>
                    <a:pt x="2030" y="3362"/>
                  </a:cubicBezTo>
                  <a:cubicBezTo>
                    <a:pt x="1269" y="3362"/>
                    <a:pt x="538" y="2773"/>
                    <a:pt x="538" y="1883"/>
                  </a:cubicBezTo>
                  <a:cubicBezTo>
                    <a:pt x="538" y="993"/>
                    <a:pt x="1267" y="404"/>
                    <a:pt x="2027" y="404"/>
                  </a:cubicBezTo>
                  <a:close/>
                  <a:moveTo>
                    <a:pt x="2017" y="1"/>
                  </a:moveTo>
                  <a:cubicBezTo>
                    <a:pt x="1119" y="1"/>
                    <a:pt x="351" y="639"/>
                    <a:pt x="173" y="1518"/>
                  </a:cubicBezTo>
                  <a:cubicBezTo>
                    <a:pt x="1" y="2396"/>
                    <a:pt x="471" y="3275"/>
                    <a:pt x="1301" y="3615"/>
                  </a:cubicBezTo>
                  <a:cubicBezTo>
                    <a:pt x="1535" y="3713"/>
                    <a:pt x="1778" y="3760"/>
                    <a:pt x="2019" y="3760"/>
                  </a:cubicBezTo>
                  <a:cubicBezTo>
                    <a:pt x="2630" y="3760"/>
                    <a:pt x="3223" y="3458"/>
                    <a:pt x="3582" y="2924"/>
                  </a:cubicBezTo>
                  <a:cubicBezTo>
                    <a:pt x="4081" y="2180"/>
                    <a:pt x="3980" y="1187"/>
                    <a:pt x="3346" y="553"/>
                  </a:cubicBezTo>
                  <a:cubicBezTo>
                    <a:pt x="2996" y="198"/>
                    <a:pt x="2516" y="1"/>
                    <a:pt x="2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3"/>
            <p:cNvSpPr/>
            <p:nvPr/>
          </p:nvSpPr>
          <p:spPr>
            <a:xfrm>
              <a:off x="5539007" y="2012833"/>
              <a:ext cx="106932" cy="98521"/>
            </a:xfrm>
            <a:custGeom>
              <a:rect b="b" l="l" r="r" t="t"/>
              <a:pathLst>
                <a:path extrusionOk="0" h="3760" w="4081">
                  <a:moveTo>
                    <a:pt x="2025" y="404"/>
                  </a:moveTo>
                  <a:cubicBezTo>
                    <a:pt x="2388" y="404"/>
                    <a:pt x="2758" y="539"/>
                    <a:pt x="3058" y="841"/>
                  </a:cubicBezTo>
                  <a:cubicBezTo>
                    <a:pt x="3639" y="1417"/>
                    <a:pt x="3639" y="2353"/>
                    <a:pt x="3063" y="2929"/>
                  </a:cubicBezTo>
                  <a:lnTo>
                    <a:pt x="3058" y="2929"/>
                  </a:lnTo>
                  <a:cubicBezTo>
                    <a:pt x="2759" y="3228"/>
                    <a:pt x="2390" y="3362"/>
                    <a:pt x="2028" y="3362"/>
                  </a:cubicBezTo>
                  <a:cubicBezTo>
                    <a:pt x="1268" y="3362"/>
                    <a:pt x="538" y="2773"/>
                    <a:pt x="538" y="1883"/>
                  </a:cubicBezTo>
                  <a:cubicBezTo>
                    <a:pt x="538" y="993"/>
                    <a:pt x="1267" y="404"/>
                    <a:pt x="2025" y="404"/>
                  </a:cubicBezTo>
                  <a:close/>
                  <a:moveTo>
                    <a:pt x="2016" y="1"/>
                  </a:moveTo>
                  <a:cubicBezTo>
                    <a:pt x="1119" y="1"/>
                    <a:pt x="351" y="639"/>
                    <a:pt x="173" y="1518"/>
                  </a:cubicBezTo>
                  <a:cubicBezTo>
                    <a:pt x="0" y="2396"/>
                    <a:pt x="471" y="3275"/>
                    <a:pt x="1301" y="3615"/>
                  </a:cubicBezTo>
                  <a:cubicBezTo>
                    <a:pt x="1534" y="3713"/>
                    <a:pt x="1778" y="3760"/>
                    <a:pt x="2018" y="3760"/>
                  </a:cubicBezTo>
                  <a:cubicBezTo>
                    <a:pt x="2630" y="3760"/>
                    <a:pt x="3223" y="3458"/>
                    <a:pt x="3581" y="2924"/>
                  </a:cubicBezTo>
                  <a:cubicBezTo>
                    <a:pt x="4080" y="2180"/>
                    <a:pt x="3980" y="1187"/>
                    <a:pt x="3346" y="553"/>
                  </a:cubicBezTo>
                  <a:cubicBezTo>
                    <a:pt x="2996" y="198"/>
                    <a:pt x="2516" y="1"/>
                    <a:pt x="20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3"/>
            <p:cNvSpPr/>
            <p:nvPr/>
          </p:nvSpPr>
          <p:spPr>
            <a:xfrm>
              <a:off x="5322417" y="1986736"/>
              <a:ext cx="368931" cy="150769"/>
            </a:xfrm>
            <a:custGeom>
              <a:rect b="b" l="l" r="r" t="t"/>
              <a:pathLst>
                <a:path extrusionOk="0" h="5754" w="14080">
                  <a:moveTo>
                    <a:pt x="6682" y="531"/>
                  </a:moveTo>
                  <a:cubicBezTo>
                    <a:pt x="7071" y="531"/>
                    <a:pt x="7383" y="843"/>
                    <a:pt x="7383" y="1232"/>
                  </a:cubicBezTo>
                  <a:lnTo>
                    <a:pt x="7383" y="1242"/>
                  </a:lnTo>
                  <a:lnTo>
                    <a:pt x="7325" y="1213"/>
                  </a:lnTo>
                  <a:cubicBezTo>
                    <a:pt x="7258" y="1179"/>
                    <a:pt x="7186" y="1155"/>
                    <a:pt x="7119" y="1136"/>
                  </a:cubicBezTo>
                  <a:lnTo>
                    <a:pt x="7090" y="1127"/>
                  </a:lnTo>
                  <a:cubicBezTo>
                    <a:pt x="6957" y="1090"/>
                    <a:pt x="6820" y="1071"/>
                    <a:pt x="6683" y="1071"/>
                  </a:cubicBezTo>
                  <a:cubicBezTo>
                    <a:pt x="6464" y="1071"/>
                    <a:pt x="6245" y="1118"/>
                    <a:pt x="6044" y="1213"/>
                  </a:cubicBezTo>
                  <a:lnTo>
                    <a:pt x="5986" y="1242"/>
                  </a:lnTo>
                  <a:lnTo>
                    <a:pt x="5986" y="1232"/>
                  </a:lnTo>
                  <a:cubicBezTo>
                    <a:pt x="5986" y="843"/>
                    <a:pt x="6298" y="536"/>
                    <a:pt x="6682" y="531"/>
                  </a:cubicBezTo>
                  <a:close/>
                  <a:moveTo>
                    <a:pt x="6683" y="1478"/>
                  </a:moveTo>
                  <a:cubicBezTo>
                    <a:pt x="6843" y="1478"/>
                    <a:pt x="7004" y="1513"/>
                    <a:pt x="7153" y="1583"/>
                  </a:cubicBezTo>
                  <a:lnTo>
                    <a:pt x="7618" y="1799"/>
                  </a:lnTo>
                  <a:cubicBezTo>
                    <a:pt x="7479" y="2149"/>
                    <a:pt x="7407" y="2523"/>
                    <a:pt x="7412" y="2903"/>
                  </a:cubicBezTo>
                  <a:lnTo>
                    <a:pt x="7325" y="2859"/>
                  </a:lnTo>
                  <a:cubicBezTo>
                    <a:pt x="7121" y="2766"/>
                    <a:pt x="6902" y="2719"/>
                    <a:pt x="6683" y="2719"/>
                  </a:cubicBezTo>
                  <a:cubicBezTo>
                    <a:pt x="6464" y="2719"/>
                    <a:pt x="6245" y="2766"/>
                    <a:pt x="6044" y="2859"/>
                  </a:cubicBezTo>
                  <a:lnTo>
                    <a:pt x="5957" y="2903"/>
                  </a:lnTo>
                  <a:cubicBezTo>
                    <a:pt x="5962" y="2523"/>
                    <a:pt x="5890" y="2149"/>
                    <a:pt x="5746" y="1799"/>
                  </a:cubicBezTo>
                  <a:lnTo>
                    <a:pt x="5919" y="1717"/>
                  </a:lnTo>
                  <a:lnTo>
                    <a:pt x="6216" y="1583"/>
                  </a:lnTo>
                  <a:cubicBezTo>
                    <a:pt x="6363" y="1513"/>
                    <a:pt x="6522" y="1478"/>
                    <a:pt x="6683" y="1478"/>
                  </a:cubicBezTo>
                  <a:close/>
                  <a:moveTo>
                    <a:pt x="13244" y="2408"/>
                  </a:moveTo>
                  <a:cubicBezTo>
                    <a:pt x="13484" y="2408"/>
                    <a:pt x="13681" y="2600"/>
                    <a:pt x="13681" y="2840"/>
                  </a:cubicBezTo>
                  <a:lnTo>
                    <a:pt x="13681" y="2912"/>
                  </a:lnTo>
                  <a:cubicBezTo>
                    <a:pt x="13681" y="3152"/>
                    <a:pt x="13484" y="3349"/>
                    <a:pt x="13244" y="3349"/>
                  </a:cubicBezTo>
                  <a:lnTo>
                    <a:pt x="13114" y="3349"/>
                  </a:lnTo>
                  <a:cubicBezTo>
                    <a:pt x="13114" y="3330"/>
                    <a:pt x="13119" y="3315"/>
                    <a:pt x="13119" y="3296"/>
                  </a:cubicBezTo>
                  <a:lnTo>
                    <a:pt x="13119" y="3282"/>
                  </a:lnTo>
                  <a:cubicBezTo>
                    <a:pt x="13129" y="3239"/>
                    <a:pt x="13134" y="3195"/>
                    <a:pt x="13138" y="3152"/>
                  </a:cubicBezTo>
                  <a:cubicBezTo>
                    <a:pt x="13143" y="3085"/>
                    <a:pt x="13148" y="3018"/>
                    <a:pt x="13148" y="2951"/>
                  </a:cubicBezTo>
                  <a:lnTo>
                    <a:pt x="13148" y="2941"/>
                  </a:lnTo>
                  <a:lnTo>
                    <a:pt x="13148" y="2811"/>
                  </a:lnTo>
                  <a:lnTo>
                    <a:pt x="13148" y="2807"/>
                  </a:lnTo>
                  <a:cubicBezTo>
                    <a:pt x="13148" y="2739"/>
                    <a:pt x="13143" y="2667"/>
                    <a:pt x="13138" y="2600"/>
                  </a:cubicBezTo>
                  <a:cubicBezTo>
                    <a:pt x="13134" y="2557"/>
                    <a:pt x="13129" y="2514"/>
                    <a:pt x="13119" y="2475"/>
                  </a:cubicBezTo>
                  <a:lnTo>
                    <a:pt x="13119" y="2456"/>
                  </a:lnTo>
                  <a:cubicBezTo>
                    <a:pt x="13119" y="2442"/>
                    <a:pt x="13114" y="2423"/>
                    <a:pt x="13114" y="2408"/>
                  </a:cubicBezTo>
                  <a:close/>
                  <a:moveTo>
                    <a:pt x="3084" y="407"/>
                  </a:moveTo>
                  <a:cubicBezTo>
                    <a:pt x="4025" y="407"/>
                    <a:pt x="4898" y="943"/>
                    <a:pt x="5309" y="1808"/>
                  </a:cubicBezTo>
                  <a:lnTo>
                    <a:pt x="5333" y="1856"/>
                  </a:lnTo>
                  <a:cubicBezTo>
                    <a:pt x="5343" y="1880"/>
                    <a:pt x="5352" y="1904"/>
                    <a:pt x="5367" y="1928"/>
                  </a:cubicBezTo>
                  <a:lnTo>
                    <a:pt x="5372" y="1952"/>
                  </a:lnTo>
                  <a:cubicBezTo>
                    <a:pt x="5386" y="1986"/>
                    <a:pt x="5400" y="2019"/>
                    <a:pt x="5415" y="2058"/>
                  </a:cubicBezTo>
                  <a:lnTo>
                    <a:pt x="5415" y="2067"/>
                  </a:lnTo>
                  <a:cubicBezTo>
                    <a:pt x="5727" y="2960"/>
                    <a:pt x="5501" y="3954"/>
                    <a:pt x="4829" y="4621"/>
                  </a:cubicBezTo>
                  <a:cubicBezTo>
                    <a:pt x="4356" y="5095"/>
                    <a:pt x="3723" y="5344"/>
                    <a:pt x="3082" y="5344"/>
                  </a:cubicBezTo>
                  <a:cubicBezTo>
                    <a:pt x="2697" y="5344"/>
                    <a:pt x="2308" y="5253"/>
                    <a:pt x="1949" y="5068"/>
                  </a:cubicBezTo>
                  <a:cubicBezTo>
                    <a:pt x="999" y="4578"/>
                    <a:pt x="471" y="3522"/>
                    <a:pt x="653" y="2461"/>
                  </a:cubicBezTo>
                  <a:cubicBezTo>
                    <a:pt x="831" y="1400"/>
                    <a:pt x="1680" y="579"/>
                    <a:pt x="2741" y="430"/>
                  </a:cubicBezTo>
                  <a:cubicBezTo>
                    <a:pt x="2856" y="414"/>
                    <a:pt x="2971" y="407"/>
                    <a:pt x="3084" y="407"/>
                  </a:cubicBezTo>
                  <a:close/>
                  <a:moveTo>
                    <a:pt x="10276" y="407"/>
                  </a:moveTo>
                  <a:cubicBezTo>
                    <a:pt x="10362" y="407"/>
                    <a:pt x="10449" y="412"/>
                    <a:pt x="10537" y="421"/>
                  </a:cubicBezTo>
                  <a:cubicBezTo>
                    <a:pt x="11574" y="526"/>
                    <a:pt x="12433" y="1275"/>
                    <a:pt x="12678" y="2288"/>
                  </a:cubicBezTo>
                  <a:cubicBezTo>
                    <a:pt x="12774" y="2677"/>
                    <a:pt x="12774" y="3080"/>
                    <a:pt x="12678" y="3469"/>
                  </a:cubicBezTo>
                  <a:lnTo>
                    <a:pt x="12678" y="3464"/>
                  </a:lnTo>
                  <a:cubicBezTo>
                    <a:pt x="12400" y="4594"/>
                    <a:pt x="11389" y="5344"/>
                    <a:pt x="10286" y="5344"/>
                  </a:cubicBezTo>
                  <a:cubicBezTo>
                    <a:pt x="10053" y="5344"/>
                    <a:pt x="9816" y="5311"/>
                    <a:pt x="9581" y="5240"/>
                  </a:cubicBezTo>
                  <a:cubicBezTo>
                    <a:pt x="8233" y="4842"/>
                    <a:pt x="7489" y="3397"/>
                    <a:pt x="7954" y="2067"/>
                  </a:cubicBezTo>
                  <a:lnTo>
                    <a:pt x="7954" y="2053"/>
                  </a:lnTo>
                  <a:cubicBezTo>
                    <a:pt x="7969" y="2019"/>
                    <a:pt x="7983" y="1986"/>
                    <a:pt x="7997" y="1947"/>
                  </a:cubicBezTo>
                  <a:lnTo>
                    <a:pt x="8002" y="1928"/>
                  </a:lnTo>
                  <a:cubicBezTo>
                    <a:pt x="8012" y="1904"/>
                    <a:pt x="8026" y="1880"/>
                    <a:pt x="8036" y="1856"/>
                  </a:cubicBezTo>
                  <a:lnTo>
                    <a:pt x="8060" y="1808"/>
                  </a:lnTo>
                  <a:cubicBezTo>
                    <a:pt x="8469" y="947"/>
                    <a:pt x="9336" y="407"/>
                    <a:pt x="10276" y="407"/>
                  </a:cubicBezTo>
                  <a:close/>
                  <a:moveTo>
                    <a:pt x="3077" y="1"/>
                  </a:moveTo>
                  <a:cubicBezTo>
                    <a:pt x="2747" y="1"/>
                    <a:pt x="2413" y="57"/>
                    <a:pt x="2088" y="176"/>
                  </a:cubicBezTo>
                  <a:cubicBezTo>
                    <a:pt x="778" y="656"/>
                    <a:pt x="0" y="2010"/>
                    <a:pt x="250" y="3383"/>
                  </a:cubicBezTo>
                  <a:cubicBezTo>
                    <a:pt x="494" y="4757"/>
                    <a:pt x="1684" y="5754"/>
                    <a:pt x="3077" y="5754"/>
                  </a:cubicBezTo>
                  <a:cubicBezTo>
                    <a:pt x="3080" y="5754"/>
                    <a:pt x="3083" y="5754"/>
                    <a:pt x="3087" y="5754"/>
                  </a:cubicBezTo>
                  <a:cubicBezTo>
                    <a:pt x="4484" y="5749"/>
                    <a:pt x="5674" y="4746"/>
                    <a:pt x="5914" y="3368"/>
                  </a:cubicBezTo>
                  <a:lnTo>
                    <a:pt x="6212" y="3229"/>
                  </a:lnTo>
                  <a:cubicBezTo>
                    <a:pt x="6360" y="3159"/>
                    <a:pt x="6521" y="3125"/>
                    <a:pt x="6682" y="3125"/>
                  </a:cubicBezTo>
                  <a:cubicBezTo>
                    <a:pt x="6843" y="3125"/>
                    <a:pt x="7004" y="3159"/>
                    <a:pt x="7153" y="3229"/>
                  </a:cubicBezTo>
                  <a:lnTo>
                    <a:pt x="7450" y="3368"/>
                  </a:lnTo>
                  <a:cubicBezTo>
                    <a:pt x="7676" y="4674"/>
                    <a:pt x="8761" y="5653"/>
                    <a:pt x="10081" y="5744"/>
                  </a:cubicBezTo>
                  <a:cubicBezTo>
                    <a:pt x="10148" y="5749"/>
                    <a:pt x="10214" y="5751"/>
                    <a:pt x="10280" y="5751"/>
                  </a:cubicBezTo>
                  <a:cubicBezTo>
                    <a:pt x="11521" y="5751"/>
                    <a:pt x="12631" y="4951"/>
                    <a:pt x="13014" y="3757"/>
                  </a:cubicBezTo>
                  <a:lnTo>
                    <a:pt x="13239" y="3757"/>
                  </a:lnTo>
                  <a:cubicBezTo>
                    <a:pt x="13705" y="3757"/>
                    <a:pt x="14079" y="3378"/>
                    <a:pt x="14079" y="2917"/>
                  </a:cubicBezTo>
                  <a:lnTo>
                    <a:pt x="14079" y="2845"/>
                  </a:lnTo>
                  <a:cubicBezTo>
                    <a:pt x="14079" y="2379"/>
                    <a:pt x="13705" y="2005"/>
                    <a:pt x="13244" y="2005"/>
                  </a:cubicBezTo>
                  <a:lnTo>
                    <a:pt x="13018" y="2005"/>
                  </a:lnTo>
                  <a:cubicBezTo>
                    <a:pt x="12673" y="920"/>
                    <a:pt x="11718" y="142"/>
                    <a:pt x="10589" y="22"/>
                  </a:cubicBezTo>
                  <a:cubicBezTo>
                    <a:pt x="10484" y="11"/>
                    <a:pt x="10380" y="5"/>
                    <a:pt x="10275" y="5"/>
                  </a:cubicBezTo>
                  <a:cubicBezTo>
                    <a:pt x="9262" y="5"/>
                    <a:pt x="8314" y="546"/>
                    <a:pt x="7796" y="1439"/>
                  </a:cubicBezTo>
                  <a:lnTo>
                    <a:pt x="7772" y="1424"/>
                  </a:lnTo>
                  <a:cubicBezTo>
                    <a:pt x="7887" y="747"/>
                    <a:pt x="7369" y="128"/>
                    <a:pt x="6682" y="128"/>
                  </a:cubicBezTo>
                  <a:cubicBezTo>
                    <a:pt x="5996" y="128"/>
                    <a:pt x="5477" y="747"/>
                    <a:pt x="5592" y="1424"/>
                  </a:cubicBezTo>
                  <a:lnTo>
                    <a:pt x="5568" y="1439"/>
                  </a:lnTo>
                  <a:cubicBezTo>
                    <a:pt x="5041" y="528"/>
                    <a:pt x="4080" y="1"/>
                    <a:pt x="3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83"/>
            <p:cNvSpPr/>
            <p:nvPr/>
          </p:nvSpPr>
          <p:spPr>
            <a:xfrm>
              <a:off x="5639231" y="2099747"/>
              <a:ext cx="45068" cy="246932"/>
            </a:xfrm>
            <a:custGeom>
              <a:rect b="b" l="l" r="r" t="t"/>
              <a:pathLst>
                <a:path extrusionOk="0" h="9424" w="1720">
                  <a:moveTo>
                    <a:pt x="1076" y="4796"/>
                  </a:moveTo>
                  <a:lnTo>
                    <a:pt x="1297" y="8862"/>
                  </a:lnTo>
                  <a:cubicBezTo>
                    <a:pt x="1302" y="8900"/>
                    <a:pt x="1287" y="8944"/>
                    <a:pt x="1259" y="8972"/>
                  </a:cubicBezTo>
                  <a:cubicBezTo>
                    <a:pt x="1230" y="9001"/>
                    <a:pt x="1191" y="9020"/>
                    <a:pt x="1148" y="9020"/>
                  </a:cubicBezTo>
                  <a:lnTo>
                    <a:pt x="572" y="9020"/>
                  </a:lnTo>
                  <a:cubicBezTo>
                    <a:pt x="486" y="9020"/>
                    <a:pt x="419" y="8948"/>
                    <a:pt x="423" y="8862"/>
                  </a:cubicBezTo>
                  <a:lnTo>
                    <a:pt x="644" y="4796"/>
                  </a:lnTo>
                  <a:close/>
                  <a:moveTo>
                    <a:pt x="1268" y="1"/>
                  </a:moveTo>
                  <a:cubicBezTo>
                    <a:pt x="1167" y="1"/>
                    <a:pt x="1067" y="68"/>
                    <a:pt x="1067" y="202"/>
                  </a:cubicBezTo>
                  <a:lnTo>
                    <a:pt x="1067" y="4393"/>
                  </a:lnTo>
                  <a:lnTo>
                    <a:pt x="654" y="4393"/>
                  </a:lnTo>
                  <a:lnTo>
                    <a:pt x="654" y="1105"/>
                  </a:lnTo>
                  <a:cubicBezTo>
                    <a:pt x="654" y="968"/>
                    <a:pt x="552" y="900"/>
                    <a:pt x="450" y="900"/>
                  </a:cubicBezTo>
                  <a:cubicBezTo>
                    <a:pt x="348" y="900"/>
                    <a:pt x="246" y="968"/>
                    <a:pt x="246" y="1105"/>
                  </a:cubicBezTo>
                  <a:lnTo>
                    <a:pt x="246" y="4619"/>
                  </a:lnTo>
                  <a:lnTo>
                    <a:pt x="20" y="8838"/>
                  </a:lnTo>
                  <a:cubicBezTo>
                    <a:pt x="1" y="9160"/>
                    <a:pt x="255" y="9424"/>
                    <a:pt x="572" y="9424"/>
                  </a:cubicBezTo>
                  <a:lnTo>
                    <a:pt x="1148" y="9424"/>
                  </a:lnTo>
                  <a:cubicBezTo>
                    <a:pt x="1470" y="9424"/>
                    <a:pt x="1719" y="9160"/>
                    <a:pt x="1705" y="8838"/>
                  </a:cubicBezTo>
                  <a:lnTo>
                    <a:pt x="1470" y="4585"/>
                  </a:lnTo>
                  <a:lnTo>
                    <a:pt x="1470" y="202"/>
                  </a:lnTo>
                  <a:cubicBezTo>
                    <a:pt x="1470" y="68"/>
                    <a:pt x="1369" y="1"/>
                    <a:pt x="1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9" name="Google Shape;15329;p83"/>
          <p:cNvGrpSpPr/>
          <p:nvPr/>
        </p:nvGrpSpPr>
        <p:grpSpPr>
          <a:xfrm>
            <a:off x="6189641" y="2466268"/>
            <a:ext cx="363298" cy="287572"/>
            <a:chOff x="6189641" y="2466268"/>
            <a:chExt cx="363298" cy="287572"/>
          </a:xfrm>
        </p:grpSpPr>
        <p:sp>
          <p:nvSpPr>
            <p:cNvPr id="15330" name="Google Shape;15330;p83"/>
            <p:cNvSpPr/>
            <p:nvPr/>
          </p:nvSpPr>
          <p:spPr>
            <a:xfrm>
              <a:off x="6285621" y="2471691"/>
              <a:ext cx="250208" cy="31836"/>
            </a:xfrm>
            <a:custGeom>
              <a:rect b="b" l="l" r="r" t="t"/>
              <a:pathLst>
                <a:path extrusionOk="0" h="1215" w="9549">
                  <a:moveTo>
                    <a:pt x="1" y="0"/>
                  </a:moveTo>
                  <a:cubicBezTo>
                    <a:pt x="629" y="0"/>
                    <a:pt x="1138" y="504"/>
                    <a:pt x="1148" y="1215"/>
                  </a:cubicBezTo>
                  <a:lnTo>
                    <a:pt x="9548" y="1215"/>
                  </a:lnTo>
                  <a:cubicBezTo>
                    <a:pt x="9539" y="504"/>
                    <a:pt x="9030" y="0"/>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3"/>
            <p:cNvSpPr/>
            <p:nvPr/>
          </p:nvSpPr>
          <p:spPr>
            <a:xfrm>
              <a:off x="6255567" y="2471691"/>
              <a:ext cx="250181" cy="276856"/>
            </a:xfrm>
            <a:custGeom>
              <a:rect b="b" l="l" r="r" t="t"/>
              <a:pathLst>
                <a:path extrusionOk="0" h="10566" w="9548">
                  <a:moveTo>
                    <a:pt x="1148" y="0"/>
                  </a:moveTo>
                  <a:cubicBezTo>
                    <a:pt x="514" y="0"/>
                    <a:pt x="0" y="509"/>
                    <a:pt x="0" y="1143"/>
                  </a:cubicBezTo>
                  <a:lnTo>
                    <a:pt x="0" y="10565"/>
                  </a:lnTo>
                  <a:lnTo>
                    <a:pt x="7253" y="10565"/>
                  </a:lnTo>
                  <a:cubicBezTo>
                    <a:pt x="7887" y="10565"/>
                    <a:pt x="8401" y="10052"/>
                    <a:pt x="8401" y="9418"/>
                  </a:cubicBezTo>
                  <a:lnTo>
                    <a:pt x="8401" y="1143"/>
                  </a:lnTo>
                  <a:cubicBezTo>
                    <a:pt x="8401" y="509"/>
                    <a:pt x="8914" y="0"/>
                    <a:pt x="954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3"/>
            <p:cNvSpPr/>
            <p:nvPr/>
          </p:nvSpPr>
          <p:spPr>
            <a:xfrm>
              <a:off x="6409139" y="2471691"/>
              <a:ext cx="96609" cy="276725"/>
            </a:xfrm>
            <a:custGeom>
              <a:rect b="b" l="l" r="r" t="t"/>
              <a:pathLst>
                <a:path extrusionOk="0" h="10561" w="3687">
                  <a:moveTo>
                    <a:pt x="2286" y="0"/>
                  </a:moveTo>
                  <a:cubicBezTo>
                    <a:pt x="1657" y="0"/>
                    <a:pt x="1148" y="512"/>
                    <a:pt x="1148" y="1143"/>
                  </a:cubicBezTo>
                  <a:lnTo>
                    <a:pt x="1148" y="9413"/>
                  </a:lnTo>
                  <a:cubicBezTo>
                    <a:pt x="1148" y="10047"/>
                    <a:pt x="634" y="10561"/>
                    <a:pt x="0" y="10561"/>
                  </a:cubicBezTo>
                  <a:lnTo>
                    <a:pt x="1392" y="10561"/>
                  </a:lnTo>
                  <a:cubicBezTo>
                    <a:pt x="2026" y="10561"/>
                    <a:pt x="2540" y="10047"/>
                    <a:pt x="2540" y="9413"/>
                  </a:cubicBezTo>
                  <a:lnTo>
                    <a:pt x="2540" y="1143"/>
                  </a:lnTo>
                  <a:cubicBezTo>
                    <a:pt x="2540" y="509"/>
                    <a:pt x="3053" y="0"/>
                    <a:pt x="3687" y="0"/>
                  </a:cubicBezTo>
                  <a:lnTo>
                    <a:pt x="2295" y="0"/>
                  </a:lnTo>
                  <a:cubicBezTo>
                    <a:pt x="2292" y="0"/>
                    <a:pt x="2289" y="0"/>
                    <a:pt x="2286"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3"/>
            <p:cNvSpPr/>
            <p:nvPr/>
          </p:nvSpPr>
          <p:spPr>
            <a:xfrm>
              <a:off x="6194934" y="2716580"/>
              <a:ext cx="250077" cy="31836"/>
            </a:xfrm>
            <a:custGeom>
              <a:rect b="b" l="l" r="r" t="t"/>
              <a:pathLst>
                <a:path extrusionOk="0" h="1215" w="9544">
                  <a:moveTo>
                    <a:pt x="1" y="0"/>
                  </a:moveTo>
                  <a:cubicBezTo>
                    <a:pt x="5" y="711"/>
                    <a:pt x="514" y="1215"/>
                    <a:pt x="1143" y="1215"/>
                  </a:cubicBezTo>
                  <a:lnTo>
                    <a:pt x="9543" y="1215"/>
                  </a:lnTo>
                  <a:cubicBezTo>
                    <a:pt x="8915" y="1215"/>
                    <a:pt x="8406" y="711"/>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3"/>
            <p:cNvSpPr/>
            <p:nvPr/>
          </p:nvSpPr>
          <p:spPr>
            <a:xfrm>
              <a:off x="6394676" y="2564422"/>
              <a:ext cx="152839" cy="95325"/>
            </a:xfrm>
            <a:custGeom>
              <a:rect b="b" l="l" r="r" t="t"/>
              <a:pathLst>
                <a:path extrusionOk="0" h="3638" w="5833">
                  <a:moveTo>
                    <a:pt x="5586" y="0"/>
                  </a:moveTo>
                  <a:cubicBezTo>
                    <a:pt x="4023" y="0"/>
                    <a:pt x="1990" y="394"/>
                    <a:pt x="951" y="1578"/>
                  </a:cubicBezTo>
                  <a:cubicBezTo>
                    <a:pt x="452" y="2154"/>
                    <a:pt x="240" y="2903"/>
                    <a:pt x="0" y="3637"/>
                  </a:cubicBezTo>
                  <a:cubicBezTo>
                    <a:pt x="663" y="3311"/>
                    <a:pt x="1090" y="3268"/>
                    <a:pt x="2012" y="2980"/>
                  </a:cubicBezTo>
                  <a:cubicBezTo>
                    <a:pt x="2602" y="2797"/>
                    <a:pt x="3836" y="1986"/>
                    <a:pt x="4397" y="1377"/>
                  </a:cubicBezTo>
                  <a:cubicBezTo>
                    <a:pt x="4844" y="887"/>
                    <a:pt x="5324" y="426"/>
                    <a:pt x="5833" y="4"/>
                  </a:cubicBezTo>
                  <a:cubicBezTo>
                    <a:pt x="5752" y="1"/>
                    <a:pt x="5669" y="0"/>
                    <a:pt x="5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3"/>
            <p:cNvSpPr/>
            <p:nvPr/>
          </p:nvSpPr>
          <p:spPr>
            <a:xfrm>
              <a:off x="6394676" y="2564501"/>
              <a:ext cx="152839" cy="95246"/>
            </a:xfrm>
            <a:custGeom>
              <a:rect b="b" l="l" r="r" t="t"/>
              <a:pathLst>
                <a:path extrusionOk="0" h="3635" w="5833">
                  <a:moveTo>
                    <a:pt x="5798" y="0"/>
                  </a:moveTo>
                  <a:cubicBezTo>
                    <a:pt x="4186" y="0"/>
                    <a:pt x="239" y="2905"/>
                    <a:pt x="0" y="3634"/>
                  </a:cubicBezTo>
                  <a:cubicBezTo>
                    <a:pt x="663" y="3308"/>
                    <a:pt x="1090" y="3265"/>
                    <a:pt x="2012" y="2977"/>
                  </a:cubicBezTo>
                  <a:cubicBezTo>
                    <a:pt x="2602" y="2794"/>
                    <a:pt x="3836" y="1983"/>
                    <a:pt x="4397" y="1374"/>
                  </a:cubicBezTo>
                  <a:cubicBezTo>
                    <a:pt x="4844" y="884"/>
                    <a:pt x="5324" y="423"/>
                    <a:pt x="5833" y="1"/>
                  </a:cubicBezTo>
                  <a:cubicBezTo>
                    <a:pt x="5821" y="0"/>
                    <a:pt x="5809" y="0"/>
                    <a:pt x="5798"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3"/>
            <p:cNvSpPr/>
            <p:nvPr/>
          </p:nvSpPr>
          <p:spPr>
            <a:xfrm>
              <a:off x="6324479" y="2520874"/>
              <a:ext cx="125824" cy="10586"/>
            </a:xfrm>
            <a:custGeom>
              <a:rect b="b" l="l" r="r" t="t"/>
              <a:pathLst>
                <a:path extrusionOk="0" h="404" w="4802">
                  <a:moveTo>
                    <a:pt x="270" y="0"/>
                  </a:moveTo>
                  <a:cubicBezTo>
                    <a:pt x="1" y="0"/>
                    <a:pt x="1" y="403"/>
                    <a:pt x="270" y="403"/>
                  </a:cubicBezTo>
                  <a:lnTo>
                    <a:pt x="4599" y="403"/>
                  </a:lnTo>
                  <a:cubicBezTo>
                    <a:pt x="4710" y="403"/>
                    <a:pt x="4801" y="312"/>
                    <a:pt x="4801" y="202"/>
                  </a:cubicBezTo>
                  <a:cubicBezTo>
                    <a:pt x="4801" y="86"/>
                    <a:pt x="4710" y="0"/>
                    <a:pt x="4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3"/>
            <p:cNvSpPr/>
            <p:nvPr/>
          </p:nvSpPr>
          <p:spPr>
            <a:xfrm>
              <a:off x="6281717" y="2520847"/>
              <a:ext cx="32098" cy="10612"/>
            </a:xfrm>
            <a:custGeom>
              <a:rect b="b" l="l" r="r" t="t"/>
              <a:pathLst>
                <a:path extrusionOk="0" h="405" w="1225">
                  <a:moveTo>
                    <a:pt x="265" y="1"/>
                  </a:moveTo>
                  <a:cubicBezTo>
                    <a:pt x="1" y="1"/>
                    <a:pt x="2" y="404"/>
                    <a:pt x="270" y="404"/>
                  </a:cubicBezTo>
                  <a:lnTo>
                    <a:pt x="956" y="404"/>
                  </a:lnTo>
                  <a:cubicBezTo>
                    <a:pt x="1223" y="404"/>
                    <a:pt x="1225" y="1"/>
                    <a:pt x="961" y="1"/>
                  </a:cubicBezTo>
                  <a:cubicBezTo>
                    <a:pt x="959" y="1"/>
                    <a:pt x="958" y="1"/>
                    <a:pt x="956" y="1"/>
                  </a:cubicBezTo>
                  <a:lnTo>
                    <a:pt x="270" y="1"/>
                  </a:lnTo>
                  <a:cubicBezTo>
                    <a:pt x="268" y="1"/>
                    <a:pt x="266"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3"/>
            <p:cNvSpPr/>
            <p:nvPr/>
          </p:nvSpPr>
          <p:spPr>
            <a:xfrm>
              <a:off x="6281717" y="2684115"/>
              <a:ext cx="69961" cy="10717"/>
            </a:xfrm>
            <a:custGeom>
              <a:rect b="b" l="l" r="r" t="t"/>
              <a:pathLst>
                <a:path extrusionOk="0" h="409" w="2670">
                  <a:moveTo>
                    <a:pt x="270" y="1"/>
                  </a:moveTo>
                  <a:cubicBezTo>
                    <a:pt x="1" y="1"/>
                    <a:pt x="1" y="404"/>
                    <a:pt x="270" y="409"/>
                  </a:cubicBezTo>
                  <a:lnTo>
                    <a:pt x="2396" y="409"/>
                  </a:lnTo>
                  <a:cubicBezTo>
                    <a:pt x="2670" y="409"/>
                    <a:pt x="2670" y="1"/>
                    <a:pt x="2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3"/>
            <p:cNvSpPr/>
            <p:nvPr/>
          </p:nvSpPr>
          <p:spPr>
            <a:xfrm>
              <a:off x="6281717" y="2629666"/>
              <a:ext cx="90477" cy="10717"/>
            </a:xfrm>
            <a:custGeom>
              <a:rect b="b" l="l" r="r" t="t"/>
              <a:pathLst>
                <a:path extrusionOk="0" h="409" w="3453">
                  <a:moveTo>
                    <a:pt x="270" y="0"/>
                  </a:moveTo>
                  <a:cubicBezTo>
                    <a:pt x="1" y="0"/>
                    <a:pt x="1" y="408"/>
                    <a:pt x="270" y="408"/>
                  </a:cubicBezTo>
                  <a:lnTo>
                    <a:pt x="3250" y="408"/>
                  </a:lnTo>
                  <a:cubicBezTo>
                    <a:pt x="3361" y="408"/>
                    <a:pt x="3452" y="317"/>
                    <a:pt x="3452" y="202"/>
                  </a:cubicBezTo>
                  <a:cubicBezTo>
                    <a:pt x="3452" y="91"/>
                    <a:pt x="3361" y="0"/>
                    <a:pt x="32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3"/>
            <p:cNvSpPr/>
            <p:nvPr/>
          </p:nvSpPr>
          <p:spPr>
            <a:xfrm>
              <a:off x="6281717" y="2575191"/>
              <a:ext cx="128576" cy="10717"/>
            </a:xfrm>
            <a:custGeom>
              <a:rect b="b" l="l" r="r" t="t"/>
              <a:pathLst>
                <a:path extrusionOk="0" h="409" w="4907">
                  <a:moveTo>
                    <a:pt x="274" y="1"/>
                  </a:moveTo>
                  <a:cubicBezTo>
                    <a:pt x="1" y="1"/>
                    <a:pt x="1" y="409"/>
                    <a:pt x="274" y="409"/>
                  </a:cubicBezTo>
                  <a:lnTo>
                    <a:pt x="4705" y="409"/>
                  </a:lnTo>
                  <a:cubicBezTo>
                    <a:pt x="4815" y="409"/>
                    <a:pt x="4907" y="318"/>
                    <a:pt x="4907" y="207"/>
                  </a:cubicBezTo>
                  <a:cubicBezTo>
                    <a:pt x="4907" y="92"/>
                    <a:pt x="4815" y="1"/>
                    <a:pt x="4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83"/>
            <p:cNvSpPr/>
            <p:nvPr/>
          </p:nvSpPr>
          <p:spPr>
            <a:xfrm>
              <a:off x="6189641" y="2466268"/>
              <a:ext cx="351716" cy="287572"/>
            </a:xfrm>
            <a:custGeom>
              <a:rect b="b" l="l" r="r" t="t"/>
              <a:pathLst>
                <a:path extrusionOk="0" h="10975" w="13423">
                  <a:moveTo>
                    <a:pt x="12059" y="418"/>
                  </a:moveTo>
                  <a:cubicBezTo>
                    <a:pt x="12525" y="418"/>
                    <a:pt x="12894" y="754"/>
                    <a:pt x="12981" y="1225"/>
                  </a:cubicBezTo>
                  <a:lnTo>
                    <a:pt x="11123" y="1225"/>
                  </a:lnTo>
                  <a:lnTo>
                    <a:pt x="11128" y="1210"/>
                  </a:lnTo>
                  <a:cubicBezTo>
                    <a:pt x="11128" y="1206"/>
                    <a:pt x="11128" y="1201"/>
                    <a:pt x="11133" y="1196"/>
                  </a:cubicBezTo>
                  <a:cubicBezTo>
                    <a:pt x="11138" y="1186"/>
                    <a:pt x="11133" y="1177"/>
                    <a:pt x="11138" y="1167"/>
                  </a:cubicBezTo>
                  <a:lnTo>
                    <a:pt x="11142" y="1148"/>
                  </a:lnTo>
                  <a:lnTo>
                    <a:pt x="11147" y="1124"/>
                  </a:lnTo>
                  <a:lnTo>
                    <a:pt x="11152" y="1105"/>
                  </a:lnTo>
                  <a:lnTo>
                    <a:pt x="11162" y="1081"/>
                  </a:lnTo>
                  <a:lnTo>
                    <a:pt x="11166" y="1062"/>
                  </a:lnTo>
                  <a:lnTo>
                    <a:pt x="11171" y="1038"/>
                  </a:lnTo>
                  <a:lnTo>
                    <a:pt x="11181" y="1018"/>
                  </a:lnTo>
                  <a:lnTo>
                    <a:pt x="11190" y="999"/>
                  </a:lnTo>
                  <a:lnTo>
                    <a:pt x="11200" y="980"/>
                  </a:lnTo>
                  <a:lnTo>
                    <a:pt x="11205" y="961"/>
                  </a:lnTo>
                  <a:lnTo>
                    <a:pt x="11214" y="937"/>
                  </a:lnTo>
                  <a:lnTo>
                    <a:pt x="11224" y="922"/>
                  </a:lnTo>
                  <a:lnTo>
                    <a:pt x="11238" y="898"/>
                  </a:lnTo>
                  <a:lnTo>
                    <a:pt x="11243" y="889"/>
                  </a:lnTo>
                  <a:cubicBezTo>
                    <a:pt x="11258" y="855"/>
                    <a:pt x="11277" y="826"/>
                    <a:pt x="11301" y="793"/>
                  </a:cubicBezTo>
                  <a:lnTo>
                    <a:pt x="11325" y="764"/>
                  </a:lnTo>
                  <a:lnTo>
                    <a:pt x="11325" y="759"/>
                  </a:lnTo>
                  <a:lnTo>
                    <a:pt x="11349" y="735"/>
                  </a:lnTo>
                  <a:lnTo>
                    <a:pt x="11354" y="730"/>
                  </a:lnTo>
                  <a:lnTo>
                    <a:pt x="11378" y="702"/>
                  </a:lnTo>
                  <a:lnTo>
                    <a:pt x="11382" y="697"/>
                  </a:lnTo>
                  <a:lnTo>
                    <a:pt x="11406" y="673"/>
                  </a:lnTo>
                  <a:lnTo>
                    <a:pt x="11411" y="673"/>
                  </a:lnTo>
                  <a:lnTo>
                    <a:pt x="11440" y="644"/>
                  </a:lnTo>
                  <a:cubicBezTo>
                    <a:pt x="11565" y="534"/>
                    <a:pt x="11723" y="462"/>
                    <a:pt x="11886" y="428"/>
                  </a:cubicBezTo>
                  <a:lnTo>
                    <a:pt x="11930" y="423"/>
                  </a:lnTo>
                  <a:lnTo>
                    <a:pt x="11968" y="418"/>
                  </a:lnTo>
                  <a:close/>
                  <a:moveTo>
                    <a:pt x="8406" y="9760"/>
                  </a:moveTo>
                  <a:cubicBezTo>
                    <a:pt x="8411" y="9779"/>
                    <a:pt x="8411" y="9798"/>
                    <a:pt x="8416" y="9817"/>
                  </a:cubicBezTo>
                  <a:cubicBezTo>
                    <a:pt x="8416" y="9827"/>
                    <a:pt x="8416" y="9832"/>
                    <a:pt x="8421" y="9836"/>
                  </a:cubicBezTo>
                  <a:cubicBezTo>
                    <a:pt x="8425" y="9846"/>
                    <a:pt x="8425" y="9865"/>
                    <a:pt x="8430" y="9880"/>
                  </a:cubicBezTo>
                  <a:lnTo>
                    <a:pt x="8435" y="9904"/>
                  </a:lnTo>
                  <a:cubicBezTo>
                    <a:pt x="8435" y="9913"/>
                    <a:pt x="8440" y="9928"/>
                    <a:pt x="8445" y="9937"/>
                  </a:cubicBezTo>
                  <a:lnTo>
                    <a:pt x="8449" y="9966"/>
                  </a:lnTo>
                  <a:cubicBezTo>
                    <a:pt x="8454" y="9976"/>
                    <a:pt x="8454" y="9985"/>
                    <a:pt x="8459" y="10000"/>
                  </a:cubicBezTo>
                  <a:lnTo>
                    <a:pt x="8469" y="10024"/>
                  </a:lnTo>
                  <a:lnTo>
                    <a:pt x="8478" y="10057"/>
                  </a:lnTo>
                  <a:lnTo>
                    <a:pt x="8488" y="10081"/>
                  </a:lnTo>
                  <a:lnTo>
                    <a:pt x="8497" y="10115"/>
                  </a:lnTo>
                  <a:lnTo>
                    <a:pt x="8507" y="10139"/>
                  </a:lnTo>
                  <a:lnTo>
                    <a:pt x="8521" y="10168"/>
                  </a:lnTo>
                  <a:lnTo>
                    <a:pt x="8531" y="10192"/>
                  </a:lnTo>
                  <a:lnTo>
                    <a:pt x="8550" y="10225"/>
                  </a:lnTo>
                  <a:lnTo>
                    <a:pt x="8560" y="10244"/>
                  </a:lnTo>
                  <a:lnTo>
                    <a:pt x="8579" y="10283"/>
                  </a:lnTo>
                  <a:lnTo>
                    <a:pt x="8589" y="10297"/>
                  </a:lnTo>
                  <a:cubicBezTo>
                    <a:pt x="8598" y="10316"/>
                    <a:pt x="8608" y="10331"/>
                    <a:pt x="8617" y="10345"/>
                  </a:cubicBezTo>
                  <a:lnTo>
                    <a:pt x="8622" y="10360"/>
                  </a:lnTo>
                  <a:lnTo>
                    <a:pt x="8651" y="10398"/>
                  </a:lnTo>
                  <a:lnTo>
                    <a:pt x="8661" y="10412"/>
                  </a:lnTo>
                  <a:lnTo>
                    <a:pt x="8685" y="10441"/>
                  </a:lnTo>
                  <a:lnTo>
                    <a:pt x="8699" y="10460"/>
                  </a:lnTo>
                  <a:lnTo>
                    <a:pt x="8718" y="10489"/>
                  </a:lnTo>
                  <a:lnTo>
                    <a:pt x="8733" y="10508"/>
                  </a:lnTo>
                  <a:lnTo>
                    <a:pt x="8757" y="10532"/>
                  </a:lnTo>
                  <a:lnTo>
                    <a:pt x="8771" y="10552"/>
                  </a:lnTo>
                  <a:lnTo>
                    <a:pt x="8785" y="10561"/>
                  </a:lnTo>
                  <a:lnTo>
                    <a:pt x="1340" y="10566"/>
                  </a:lnTo>
                  <a:cubicBezTo>
                    <a:pt x="875" y="10566"/>
                    <a:pt x="505" y="10230"/>
                    <a:pt x="419" y="9760"/>
                  </a:cubicBezTo>
                  <a:close/>
                  <a:moveTo>
                    <a:pt x="3668" y="1"/>
                  </a:moveTo>
                  <a:cubicBezTo>
                    <a:pt x="2924" y="1"/>
                    <a:pt x="2319" y="606"/>
                    <a:pt x="2319" y="1350"/>
                  </a:cubicBezTo>
                  <a:lnTo>
                    <a:pt x="2319" y="9352"/>
                  </a:lnTo>
                  <a:lnTo>
                    <a:pt x="203" y="9352"/>
                  </a:lnTo>
                  <a:cubicBezTo>
                    <a:pt x="92" y="9352"/>
                    <a:pt x="1" y="9443"/>
                    <a:pt x="1" y="9558"/>
                  </a:cubicBezTo>
                  <a:cubicBezTo>
                    <a:pt x="11" y="10364"/>
                    <a:pt x="591" y="10974"/>
                    <a:pt x="1350" y="10974"/>
                  </a:cubicBezTo>
                  <a:lnTo>
                    <a:pt x="9779" y="10974"/>
                  </a:lnTo>
                  <a:cubicBezTo>
                    <a:pt x="10523" y="10969"/>
                    <a:pt x="11118" y="10364"/>
                    <a:pt x="11123" y="9620"/>
                  </a:cubicBezTo>
                  <a:lnTo>
                    <a:pt x="11123" y="7158"/>
                  </a:lnTo>
                  <a:cubicBezTo>
                    <a:pt x="11123" y="7047"/>
                    <a:pt x="11027" y="6956"/>
                    <a:pt x="10917" y="6956"/>
                  </a:cubicBezTo>
                  <a:cubicBezTo>
                    <a:pt x="10802" y="6956"/>
                    <a:pt x="10715" y="7047"/>
                    <a:pt x="10715" y="7158"/>
                  </a:cubicBezTo>
                  <a:lnTo>
                    <a:pt x="10715" y="9620"/>
                  </a:lnTo>
                  <a:cubicBezTo>
                    <a:pt x="10710" y="10144"/>
                    <a:pt x="10288" y="10566"/>
                    <a:pt x="9769" y="10566"/>
                  </a:cubicBezTo>
                  <a:lnTo>
                    <a:pt x="9745" y="10566"/>
                  </a:lnTo>
                  <a:cubicBezTo>
                    <a:pt x="9213" y="10566"/>
                    <a:pt x="8805" y="10129"/>
                    <a:pt x="8800" y="9553"/>
                  </a:cubicBezTo>
                  <a:cubicBezTo>
                    <a:pt x="8800" y="9443"/>
                    <a:pt x="8709" y="9352"/>
                    <a:pt x="8598" y="9352"/>
                  </a:cubicBezTo>
                  <a:lnTo>
                    <a:pt x="2718" y="9352"/>
                  </a:lnTo>
                  <a:lnTo>
                    <a:pt x="2718" y="1350"/>
                  </a:lnTo>
                  <a:cubicBezTo>
                    <a:pt x="2718" y="831"/>
                    <a:pt x="3140" y="409"/>
                    <a:pt x="3659" y="409"/>
                  </a:cubicBezTo>
                  <a:lnTo>
                    <a:pt x="11099" y="409"/>
                  </a:lnTo>
                  <a:lnTo>
                    <a:pt x="11085" y="428"/>
                  </a:lnTo>
                  <a:lnTo>
                    <a:pt x="11061" y="447"/>
                  </a:lnTo>
                  <a:lnTo>
                    <a:pt x="11042" y="476"/>
                  </a:lnTo>
                  <a:lnTo>
                    <a:pt x="11022" y="500"/>
                  </a:lnTo>
                  <a:lnTo>
                    <a:pt x="10998" y="524"/>
                  </a:lnTo>
                  <a:lnTo>
                    <a:pt x="10979" y="548"/>
                  </a:lnTo>
                  <a:lnTo>
                    <a:pt x="10965" y="577"/>
                  </a:lnTo>
                  <a:lnTo>
                    <a:pt x="10946" y="601"/>
                  </a:lnTo>
                  <a:lnTo>
                    <a:pt x="10926" y="630"/>
                  </a:lnTo>
                  <a:lnTo>
                    <a:pt x="10907" y="654"/>
                  </a:lnTo>
                  <a:lnTo>
                    <a:pt x="10893" y="682"/>
                  </a:lnTo>
                  <a:lnTo>
                    <a:pt x="10878" y="711"/>
                  </a:lnTo>
                  <a:lnTo>
                    <a:pt x="10864" y="740"/>
                  </a:lnTo>
                  <a:lnTo>
                    <a:pt x="10850" y="769"/>
                  </a:lnTo>
                  <a:lnTo>
                    <a:pt x="10835" y="802"/>
                  </a:lnTo>
                  <a:lnTo>
                    <a:pt x="10821" y="831"/>
                  </a:lnTo>
                  <a:cubicBezTo>
                    <a:pt x="10816" y="841"/>
                    <a:pt x="10811" y="850"/>
                    <a:pt x="10811" y="860"/>
                  </a:cubicBezTo>
                  <a:cubicBezTo>
                    <a:pt x="10806" y="870"/>
                    <a:pt x="10802" y="879"/>
                    <a:pt x="10797" y="889"/>
                  </a:cubicBezTo>
                  <a:cubicBezTo>
                    <a:pt x="10792" y="898"/>
                    <a:pt x="10792" y="913"/>
                    <a:pt x="10787" y="922"/>
                  </a:cubicBezTo>
                  <a:cubicBezTo>
                    <a:pt x="10782" y="932"/>
                    <a:pt x="10778" y="942"/>
                    <a:pt x="10778" y="951"/>
                  </a:cubicBezTo>
                  <a:cubicBezTo>
                    <a:pt x="10773" y="961"/>
                    <a:pt x="10768" y="975"/>
                    <a:pt x="10768" y="985"/>
                  </a:cubicBezTo>
                  <a:cubicBezTo>
                    <a:pt x="10763" y="994"/>
                    <a:pt x="10758" y="1004"/>
                    <a:pt x="10758" y="1014"/>
                  </a:cubicBezTo>
                  <a:cubicBezTo>
                    <a:pt x="10754" y="1028"/>
                    <a:pt x="10754" y="1038"/>
                    <a:pt x="10749" y="1052"/>
                  </a:cubicBezTo>
                  <a:cubicBezTo>
                    <a:pt x="10749" y="1062"/>
                    <a:pt x="10744" y="1071"/>
                    <a:pt x="10744" y="1081"/>
                  </a:cubicBezTo>
                  <a:cubicBezTo>
                    <a:pt x="10739" y="1090"/>
                    <a:pt x="10739" y="1105"/>
                    <a:pt x="10734" y="1119"/>
                  </a:cubicBezTo>
                  <a:cubicBezTo>
                    <a:pt x="10734" y="1129"/>
                    <a:pt x="10734" y="1138"/>
                    <a:pt x="10730" y="1148"/>
                  </a:cubicBezTo>
                  <a:cubicBezTo>
                    <a:pt x="10730" y="1158"/>
                    <a:pt x="10730" y="1172"/>
                    <a:pt x="10725" y="1186"/>
                  </a:cubicBezTo>
                  <a:cubicBezTo>
                    <a:pt x="10725" y="1201"/>
                    <a:pt x="10725" y="1206"/>
                    <a:pt x="10725" y="1215"/>
                  </a:cubicBezTo>
                  <a:cubicBezTo>
                    <a:pt x="10720" y="1225"/>
                    <a:pt x="10725" y="1244"/>
                    <a:pt x="10720" y="1258"/>
                  </a:cubicBezTo>
                  <a:cubicBezTo>
                    <a:pt x="10715" y="1273"/>
                    <a:pt x="10720" y="1273"/>
                    <a:pt x="10720" y="1282"/>
                  </a:cubicBezTo>
                  <a:lnTo>
                    <a:pt x="10720" y="1350"/>
                  </a:lnTo>
                  <a:lnTo>
                    <a:pt x="10720" y="3154"/>
                  </a:lnTo>
                  <a:cubicBezTo>
                    <a:pt x="10720" y="3291"/>
                    <a:pt x="10822" y="3360"/>
                    <a:pt x="10924" y="3360"/>
                  </a:cubicBezTo>
                  <a:cubicBezTo>
                    <a:pt x="11026" y="3360"/>
                    <a:pt x="11128" y="3291"/>
                    <a:pt x="11128" y="3154"/>
                  </a:cubicBezTo>
                  <a:lnTo>
                    <a:pt x="11128" y="1623"/>
                  </a:lnTo>
                  <a:lnTo>
                    <a:pt x="13216" y="1623"/>
                  </a:lnTo>
                  <a:cubicBezTo>
                    <a:pt x="13331" y="1623"/>
                    <a:pt x="13422" y="1527"/>
                    <a:pt x="13422" y="1417"/>
                  </a:cubicBezTo>
                  <a:cubicBezTo>
                    <a:pt x="13413" y="610"/>
                    <a:pt x="12832" y="1"/>
                    <a:pt x="12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83"/>
            <p:cNvSpPr/>
            <p:nvPr/>
          </p:nvSpPr>
          <p:spPr>
            <a:xfrm>
              <a:off x="6379478" y="2559365"/>
              <a:ext cx="173461" cy="138061"/>
            </a:xfrm>
            <a:custGeom>
              <a:rect b="b" l="l" r="r" t="t"/>
              <a:pathLst>
                <a:path extrusionOk="0" h="5269" w="6620">
                  <a:moveTo>
                    <a:pt x="4651" y="523"/>
                  </a:moveTo>
                  <a:lnTo>
                    <a:pt x="4651" y="523"/>
                  </a:lnTo>
                  <a:cubicBezTo>
                    <a:pt x="4037" y="826"/>
                    <a:pt x="3446" y="1171"/>
                    <a:pt x="2875" y="1555"/>
                  </a:cubicBezTo>
                  <a:cubicBezTo>
                    <a:pt x="2256" y="1963"/>
                    <a:pt x="1670" y="2414"/>
                    <a:pt x="1108" y="2904"/>
                  </a:cubicBezTo>
                  <a:cubicBezTo>
                    <a:pt x="1243" y="2539"/>
                    <a:pt x="1435" y="2203"/>
                    <a:pt x="1684" y="1910"/>
                  </a:cubicBezTo>
                  <a:cubicBezTo>
                    <a:pt x="2160" y="1368"/>
                    <a:pt x="2884" y="960"/>
                    <a:pt x="3840" y="696"/>
                  </a:cubicBezTo>
                  <a:cubicBezTo>
                    <a:pt x="4109" y="624"/>
                    <a:pt x="4377" y="566"/>
                    <a:pt x="4651" y="523"/>
                  </a:cubicBezTo>
                  <a:close/>
                  <a:moveTo>
                    <a:pt x="5741" y="518"/>
                  </a:moveTo>
                  <a:lnTo>
                    <a:pt x="5741" y="518"/>
                  </a:lnTo>
                  <a:cubicBezTo>
                    <a:pt x="5443" y="787"/>
                    <a:pt x="5150" y="1085"/>
                    <a:pt x="4829" y="1430"/>
                  </a:cubicBezTo>
                  <a:cubicBezTo>
                    <a:pt x="4272" y="2040"/>
                    <a:pt x="3062" y="2818"/>
                    <a:pt x="2529" y="2981"/>
                  </a:cubicBezTo>
                  <a:cubicBezTo>
                    <a:pt x="2236" y="3072"/>
                    <a:pt x="1992" y="3139"/>
                    <a:pt x="1771" y="3197"/>
                  </a:cubicBezTo>
                  <a:cubicBezTo>
                    <a:pt x="1579" y="3250"/>
                    <a:pt x="1401" y="3298"/>
                    <a:pt x="1224" y="3355"/>
                  </a:cubicBezTo>
                  <a:cubicBezTo>
                    <a:pt x="1300" y="3278"/>
                    <a:pt x="1396" y="3197"/>
                    <a:pt x="1502" y="3101"/>
                  </a:cubicBezTo>
                  <a:cubicBezTo>
                    <a:pt x="2011" y="2664"/>
                    <a:pt x="2544" y="2261"/>
                    <a:pt x="3100" y="1891"/>
                  </a:cubicBezTo>
                  <a:cubicBezTo>
                    <a:pt x="4128" y="1205"/>
                    <a:pt x="5059" y="725"/>
                    <a:pt x="5741" y="518"/>
                  </a:cubicBezTo>
                  <a:close/>
                  <a:moveTo>
                    <a:pt x="6163" y="1"/>
                  </a:moveTo>
                  <a:cubicBezTo>
                    <a:pt x="4500" y="1"/>
                    <a:pt x="2448" y="435"/>
                    <a:pt x="1387" y="1646"/>
                  </a:cubicBezTo>
                  <a:cubicBezTo>
                    <a:pt x="892" y="2208"/>
                    <a:pt x="667" y="2918"/>
                    <a:pt x="451" y="3605"/>
                  </a:cubicBezTo>
                  <a:lnTo>
                    <a:pt x="393" y="3773"/>
                  </a:lnTo>
                  <a:lnTo>
                    <a:pt x="393" y="3782"/>
                  </a:lnTo>
                  <a:lnTo>
                    <a:pt x="52" y="5002"/>
                  </a:lnTo>
                  <a:cubicBezTo>
                    <a:pt x="1" y="5163"/>
                    <a:pt x="128" y="5269"/>
                    <a:pt x="252" y="5269"/>
                  </a:cubicBezTo>
                  <a:cubicBezTo>
                    <a:pt x="335" y="5269"/>
                    <a:pt x="416" y="5222"/>
                    <a:pt x="441" y="5112"/>
                  </a:cubicBezTo>
                  <a:lnTo>
                    <a:pt x="763" y="3984"/>
                  </a:lnTo>
                  <a:cubicBezTo>
                    <a:pt x="1152" y="3802"/>
                    <a:pt x="1464" y="3715"/>
                    <a:pt x="1886" y="3600"/>
                  </a:cubicBezTo>
                  <a:cubicBezTo>
                    <a:pt x="2107" y="3538"/>
                    <a:pt x="2356" y="3470"/>
                    <a:pt x="2659" y="3379"/>
                  </a:cubicBezTo>
                  <a:cubicBezTo>
                    <a:pt x="3312" y="3178"/>
                    <a:pt x="4560" y="2338"/>
                    <a:pt x="5136" y="1718"/>
                  </a:cubicBezTo>
                  <a:cubicBezTo>
                    <a:pt x="5577" y="1234"/>
                    <a:pt x="6048" y="778"/>
                    <a:pt x="6552" y="365"/>
                  </a:cubicBezTo>
                  <a:cubicBezTo>
                    <a:pt x="6561" y="355"/>
                    <a:pt x="6566" y="350"/>
                    <a:pt x="6571" y="346"/>
                  </a:cubicBezTo>
                  <a:cubicBezTo>
                    <a:pt x="6581" y="336"/>
                    <a:pt x="6585" y="326"/>
                    <a:pt x="6590" y="322"/>
                  </a:cubicBezTo>
                  <a:lnTo>
                    <a:pt x="6590" y="317"/>
                  </a:lnTo>
                  <a:cubicBezTo>
                    <a:pt x="6600" y="302"/>
                    <a:pt x="6605" y="283"/>
                    <a:pt x="6614" y="264"/>
                  </a:cubicBezTo>
                  <a:lnTo>
                    <a:pt x="6614" y="259"/>
                  </a:lnTo>
                  <a:cubicBezTo>
                    <a:pt x="6614" y="254"/>
                    <a:pt x="6614" y="245"/>
                    <a:pt x="6619" y="235"/>
                  </a:cubicBezTo>
                  <a:lnTo>
                    <a:pt x="6619" y="216"/>
                  </a:lnTo>
                  <a:lnTo>
                    <a:pt x="6619" y="197"/>
                  </a:lnTo>
                  <a:lnTo>
                    <a:pt x="6619" y="187"/>
                  </a:lnTo>
                  <a:cubicBezTo>
                    <a:pt x="6614" y="168"/>
                    <a:pt x="6614" y="149"/>
                    <a:pt x="6609" y="134"/>
                  </a:cubicBezTo>
                  <a:lnTo>
                    <a:pt x="6609" y="129"/>
                  </a:lnTo>
                  <a:cubicBezTo>
                    <a:pt x="6605" y="120"/>
                    <a:pt x="6600" y="110"/>
                    <a:pt x="6595" y="101"/>
                  </a:cubicBezTo>
                  <a:cubicBezTo>
                    <a:pt x="6590" y="91"/>
                    <a:pt x="6585" y="86"/>
                    <a:pt x="6581" y="77"/>
                  </a:cubicBezTo>
                  <a:cubicBezTo>
                    <a:pt x="6576" y="67"/>
                    <a:pt x="6566" y="62"/>
                    <a:pt x="6561" y="53"/>
                  </a:cubicBezTo>
                  <a:lnTo>
                    <a:pt x="6557" y="53"/>
                  </a:lnTo>
                  <a:cubicBezTo>
                    <a:pt x="6552" y="43"/>
                    <a:pt x="6547" y="38"/>
                    <a:pt x="6537" y="33"/>
                  </a:cubicBezTo>
                  <a:cubicBezTo>
                    <a:pt x="6533" y="29"/>
                    <a:pt x="6523" y="24"/>
                    <a:pt x="6518" y="19"/>
                  </a:cubicBezTo>
                  <a:lnTo>
                    <a:pt x="6513" y="19"/>
                  </a:lnTo>
                  <a:cubicBezTo>
                    <a:pt x="6504" y="14"/>
                    <a:pt x="6494" y="14"/>
                    <a:pt x="6485" y="9"/>
                  </a:cubicBezTo>
                  <a:cubicBezTo>
                    <a:pt x="6480" y="5"/>
                    <a:pt x="6470" y="5"/>
                    <a:pt x="6461" y="5"/>
                  </a:cubicBezTo>
                  <a:lnTo>
                    <a:pt x="6456" y="5"/>
                  </a:lnTo>
                  <a:cubicBezTo>
                    <a:pt x="6451" y="2"/>
                    <a:pt x="6446" y="1"/>
                    <a:pt x="6441" y="1"/>
                  </a:cubicBezTo>
                  <a:cubicBezTo>
                    <a:pt x="6437" y="1"/>
                    <a:pt x="6432" y="2"/>
                    <a:pt x="6427" y="5"/>
                  </a:cubicBezTo>
                  <a:cubicBezTo>
                    <a:pt x="6340" y="2"/>
                    <a:pt x="6252" y="1"/>
                    <a:pt x="6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3" name="Google Shape;15343;p83"/>
          <p:cNvGrpSpPr/>
          <p:nvPr/>
        </p:nvGrpSpPr>
        <p:grpSpPr>
          <a:xfrm>
            <a:off x="7076255" y="2428248"/>
            <a:ext cx="369455" cy="363638"/>
            <a:chOff x="7076255" y="2428248"/>
            <a:chExt cx="369455" cy="363638"/>
          </a:xfrm>
        </p:grpSpPr>
        <p:sp>
          <p:nvSpPr>
            <p:cNvPr id="15344" name="Google Shape;15344;p83"/>
            <p:cNvSpPr/>
            <p:nvPr/>
          </p:nvSpPr>
          <p:spPr>
            <a:xfrm>
              <a:off x="7082544" y="2433567"/>
              <a:ext cx="358136" cy="352974"/>
            </a:xfrm>
            <a:custGeom>
              <a:rect b="b" l="l" r="r" t="t"/>
              <a:pathLst>
                <a:path extrusionOk="0" h="13471" w="13668">
                  <a:moveTo>
                    <a:pt x="2706" y="0"/>
                  </a:moveTo>
                  <a:cubicBezTo>
                    <a:pt x="2674" y="0"/>
                    <a:pt x="2641" y="2"/>
                    <a:pt x="2608" y="5"/>
                  </a:cubicBezTo>
                  <a:cubicBezTo>
                    <a:pt x="2003" y="68"/>
                    <a:pt x="1412" y="188"/>
                    <a:pt x="831" y="361"/>
                  </a:cubicBezTo>
                  <a:cubicBezTo>
                    <a:pt x="289" y="519"/>
                    <a:pt x="1" y="1114"/>
                    <a:pt x="222" y="1642"/>
                  </a:cubicBezTo>
                  <a:lnTo>
                    <a:pt x="1988" y="5910"/>
                  </a:lnTo>
                  <a:cubicBezTo>
                    <a:pt x="2025" y="5995"/>
                    <a:pt x="2109" y="6049"/>
                    <a:pt x="2195" y="6049"/>
                  </a:cubicBezTo>
                  <a:cubicBezTo>
                    <a:pt x="2221" y="6049"/>
                    <a:pt x="2247" y="6044"/>
                    <a:pt x="2272" y="6035"/>
                  </a:cubicBezTo>
                  <a:cubicBezTo>
                    <a:pt x="2651" y="5900"/>
                    <a:pt x="3049" y="5823"/>
                    <a:pt x="3448" y="5804"/>
                  </a:cubicBezTo>
                  <a:cubicBezTo>
                    <a:pt x="3568" y="5795"/>
                    <a:pt x="3664" y="5694"/>
                    <a:pt x="3664" y="5574"/>
                  </a:cubicBezTo>
                  <a:cubicBezTo>
                    <a:pt x="3664" y="5694"/>
                    <a:pt x="3755" y="5795"/>
                    <a:pt x="3875" y="5804"/>
                  </a:cubicBezTo>
                  <a:cubicBezTo>
                    <a:pt x="4278" y="5823"/>
                    <a:pt x="4676" y="5900"/>
                    <a:pt x="5051" y="6035"/>
                  </a:cubicBezTo>
                  <a:cubicBezTo>
                    <a:pt x="5077" y="6044"/>
                    <a:pt x="5104" y="6049"/>
                    <a:pt x="5130" y="6049"/>
                  </a:cubicBezTo>
                  <a:cubicBezTo>
                    <a:pt x="5219" y="6049"/>
                    <a:pt x="5302" y="5995"/>
                    <a:pt x="5339" y="5910"/>
                  </a:cubicBezTo>
                  <a:lnTo>
                    <a:pt x="5339" y="5910"/>
                  </a:lnTo>
                  <a:cubicBezTo>
                    <a:pt x="5291" y="6020"/>
                    <a:pt x="5339" y="6150"/>
                    <a:pt x="5449" y="6203"/>
                  </a:cubicBezTo>
                  <a:cubicBezTo>
                    <a:pt x="5809" y="6375"/>
                    <a:pt x="6145" y="6596"/>
                    <a:pt x="6443" y="6870"/>
                  </a:cubicBezTo>
                  <a:cubicBezTo>
                    <a:pt x="6474" y="6827"/>
                    <a:pt x="6515" y="6809"/>
                    <a:pt x="6558" y="6809"/>
                  </a:cubicBezTo>
                  <a:cubicBezTo>
                    <a:pt x="6716" y="6809"/>
                    <a:pt x="6900" y="7054"/>
                    <a:pt x="6745" y="7167"/>
                  </a:cubicBezTo>
                  <a:cubicBezTo>
                    <a:pt x="7014" y="7465"/>
                    <a:pt x="7240" y="7801"/>
                    <a:pt x="7413" y="8166"/>
                  </a:cubicBezTo>
                  <a:cubicBezTo>
                    <a:pt x="7452" y="8245"/>
                    <a:pt x="7533" y="8292"/>
                    <a:pt x="7617" y="8292"/>
                  </a:cubicBezTo>
                  <a:cubicBezTo>
                    <a:pt x="7645" y="8292"/>
                    <a:pt x="7673" y="8287"/>
                    <a:pt x="7701" y="8276"/>
                  </a:cubicBezTo>
                  <a:lnTo>
                    <a:pt x="7701" y="8276"/>
                  </a:lnTo>
                  <a:cubicBezTo>
                    <a:pt x="7590" y="8319"/>
                    <a:pt x="7537" y="8444"/>
                    <a:pt x="7576" y="8559"/>
                  </a:cubicBezTo>
                  <a:cubicBezTo>
                    <a:pt x="7710" y="8939"/>
                    <a:pt x="7787" y="9332"/>
                    <a:pt x="7811" y="9736"/>
                  </a:cubicBezTo>
                  <a:cubicBezTo>
                    <a:pt x="7816" y="9856"/>
                    <a:pt x="7917" y="9947"/>
                    <a:pt x="8037" y="9947"/>
                  </a:cubicBezTo>
                  <a:cubicBezTo>
                    <a:pt x="7917" y="9947"/>
                    <a:pt x="7816" y="10043"/>
                    <a:pt x="7811" y="10163"/>
                  </a:cubicBezTo>
                  <a:cubicBezTo>
                    <a:pt x="7787" y="10561"/>
                    <a:pt x="7710" y="10960"/>
                    <a:pt x="7576" y="11339"/>
                  </a:cubicBezTo>
                  <a:cubicBezTo>
                    <a:pt x="7533" y="11454"/>
                    <a:pt x="7590" y="11584"/>
                    <a:pt x="7705" y="11632"/>
                  </a:cubicBezTo>
                  <a:lnTo>
                    <a:pt x="11973" y="13398"/>
                  </a:lnTo>
                  <a:cubicBezTo>
                    <a:pt x="12092" y="13447"/>
                    <a:pt x="12216" y="13471"/>
                    <a:pt x="12338" y="13471"/>
                  </a:cubicBezTo>
                  <a:cubicBezTo>
                    <a:pt x="12747" y="13471"/>
                    <a:pt x="13132" y="13206"/>
                    <a:pt x="13255" y="12784"/>
                  </a:cubicBezTo>
                  <a:cubicBezTo>
                    <a:pt x="13427" y="12203"/>
                    <a:pt x="13543" y="11612"/>
                    <a:pt x="13605" y="11012"/>
                  </a:cubicBezTo>
                  <a:cubicBezTo>
                    <a:pt x="13667" y="10446"/>
                    <a:pt x="13226" y="9956"/>
                    <a:pt x="12654" y="9952"/>
                  </a:cubicBezTo>
                  <a:cubicBezTo>
                    <a:pt x="13226" y="9952"/>
                    <a:pt x="13667" y="9457"/>
                    <a:pt x="13605" y="8895"/>
                  </a:cubicBezTo>
                  <a:cubicBezTo>
                    <a:pt x="13543" y="8295"/>
                    <a:pt x="13427" y="7700"/>
                    <a:pt x="13255" y="7119"/>
                  </a:cubicBezTo>
                  <a:cubicBezTo>
                    <a:pt x="13132" y="6701"/>
                    <a:pt x="12748" y="6437"/>
                    <a:pt x="12338" y="6437"/>
                  </a:cubicBezTo>
                  <a:cubicBezTo>
                    <a:pt x="12216" y="6437"/>
                    <a:pt x="12093" y="6460"/>
                    <a:pt x="11973" y="6510"/>
                  </a:cubicBezTo>
                  <a:cubicBezTo>
                    <a:pt x="12496" y="6294"/>
                    <a:pt x="12717" y="5665"/>
                    <a:pt x="12448" y="5171"/>
                  </a:cubicBezTo>
                  <a:cubicBezTo>
                    <a:pt x="12314" y="4921"/>
                    <a:pt x="12170" y="4686"/>
                    <a:pt x="12016" y="4450"/>
                  </a:cubicBezTo>
                  <a:cubicBezTo>
                    <a:pt x="11838" y="4182"/>
                    <a:pt x="11646" y="3918"/>
                    <a:pt x="11440" y="3668"/>
                  </a:cubicBezTo>
                  <a:cubicBezTo>
                    <a:pt x="11251" y="3433"/>
                    <a:pt x="10974" y="3313"/>
                    <a:pt x="10697" y="3313"/>
                  </a:cubicBezTo>
                  <a:cubicBezTo>
                    <a:pt x="10454" y="3313"/>
                    <a:pt x="10210" y="3405"/>
                    <a:pt x="10024" y="3591"/>
                  </a:cubicBezTo>
                  <a:cubicBezTo>
                    <a:pt x="10422" y="3193"/>
                    <a:pt x="10389" y="2530"/>
                    <a:pt x="9947" y="2175"/>
                  </a:cubicBezTo>
                  <a:cubicBezTo>
                    <a:pt x="9702" y="1974"/>
                    <a:pt x="9448" y="1786"/>
                    <a:pt x="9184" y="1614"/>
                  </a:cubicBezTo>
                  <a:cubicBezTo>
                    <a:pt x="8944" y="1450"/>
                    <a:pt x="8699" y="1306"/>
                    <a:pt x="8445" y="1167"/>
                  </a:cubicBezTo>
                  <a:cubicBezTo>
                    <a:pt x="8299" y="1088"/>
                    <a:pt x="8142" y="1051"/>
                    <a:pt x="7988" y="1051"/>
                  </a:cubicBezTo>
                  <a:cubicBezTo>
                    <a:pt x="7616" y="1051"/>
                    <a:pt x="7260" y="1268"/>
                    <a:pt x="7107" y="1639"/>
                  </a:cubicBezTo>
                  <a:lnTo>
                    <a:pt x="7107" y="1639"/>
                  </a:lnTo>
                  <a:cubicBezTo>
                    <a:pt x="7320" y="1117"/>
                    <a:pt x="7037" y="519"/>
                    <a:pt x="6496" y="361"/>
                  </a:cubicBezTo>
                  <a:cubicBezTo>
                    <a:pt x="6208" y="274"/>
                    <a:pt x="5920" y="202"/>
                    <a:pt x="5622" y="145"/>
                  </a:cubicBezTo>
                  <a:cubicBezTo>
                    <a:pt x="5324" y="87"/>
                    <a:pt x="5027" y="39"/>
                    <a:pt x="4724" y="5"/>
                  </a:cubicBezTo>
                  <a:cubicBezTo>
                    <a:pt x="4691" y="2"/>
                    <a:pt x="4658" y="0"/>
                    <a:pt x="4625" y="0"/>
                  </a:cubicBezTo>
                  <a:cubicBezTo>
                    <a:pt x="4102" y="0"/>
                    <a:pt x="3668" y="423"/>
                    <a:pt x="3664" y="956"/>
                  </a:cubicBezTo>
                  <a:cubicBezTo>
                    <a:pt x="3664" y="423"/>
                    <a:pt x="3226" y="0"/>
                    <a:pt x="2706"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3"/>
            <p:cNvSpPr/>
            <p:nvPr/>
          </p:nvSpPr>
          <p:spPr>
            <a:xfrm>
              <a:off x="7268319" y="2550168"/>
              <a:ext cx="147441" cy="100749"/>
            </a:xfrm>
            <a:custGeom>
              <a:rect b="b" l="l" r="r" t="t"/>
              <a:pathLst>
                <a:path extrusionOk="0" h="3845" w="5627">
                  <a:moveTo>
                    <a:pt x="4926" y="0"/>
                  </a:moveTo>
                  <a:lnTo>
                    <a:pt x="1" y="3159"/>
                  </a:lnTo>
                  <a:cubicBezTo>
                    <a:pt x="121" y="3337"/>
                    <a:pt x="231" y="3524"/>
                    <a:pt x="323" y="3721"/>
                  </a:cubicBezTo>
                  <a:cubicBezTo>
                    <a:pt x="361" y="3798"/>
                    <a:pt x="442" y="3845"/>
                    <a:pt x="526" y="3845"/>
                  </a:cubicBezTo>
                  <a:cubicBezTo>
                    <a:pt x="556" y="3845"/>
                    <a:pt x="586" y="3839"/>
                    <a:pt x="615" y="3826"/>
                  </a:cubicBezTo>
                  <a:lnTo>
                    <a:pt x="4883" y="2060"/>
                  </a:lnTo>
                  <a:cubicBezTo>
                    <a:pt x="5406" y="1844"/>
                    <a:pt x="5627" y="1215"/>
                    <a:pt x="5358" y="721"/>
                  </a:cubicBezTo>
                  <a:cubicBezTo>
                    <a:pt x="5224" y="471"/>
                    <a:pt x="5080" y="236"/>
                    <a:pt x="492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3"/>
            <p:cNvSpPr/>
            <p:nvPr/>
          </p:nvSpPr>
          <p:spPr>
            <a:xfrm>
              <a:off x="7285194" y="2641353"/>
              <a:ext cx="155355" cy="52981"/>
            </a:xfrm>
            <a:custGeom>
              <a:rect b="b" l="l" r="r" t="t"/>
              <a:pathLst>
                <a:path extrusionOk="0" h="2022" w="5929">
                  <a:moveTo>
                    <a:pt x="5722" y="1"/>
                  </a:moveTo>
                  <a:lnTo>
                    <a:pt x="0" y="1201"/>
                  </a:lnTo>
                  <a:cubicBezTo>
                    <a:pt x="43" y="1397"/>
                    <a:pt x="67" y="1604"/>
                    <a:pt x="77" y="1806"/>
                  </a:cubicBezTo>
                  <a:cubicBezTo>
                    <a:pt x="82" y="1926"/>
                    <a:pt x="183" y="2022"/>
                    <a:pt x="303" y="2022"/>
                  </a:cubicBezTo>
                  <a:lnTo>
                    <a:pt x="4925" y="2022"/>
                  </a:lnTo>
                  <a:cubicBezTo>
                    <a:pt x="5492" y="2017"/>
                    <a:pt x="5929" y="1527"/>
                    <a:pt x="5871" y="965"/>
                  </a:cubicBezTo>
                  <a:cubicBezTo>
                    <a:pt x="5837" y="639"/>
                    <a:pt x="5789" y="313"/>
                    <a:pt x="57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3"/>
            <p:cNvSpPr/>
            <p:nvPr/>
          </p:nvSpPr>
          <p:spPr>
            <a:xfrm>
              <a:off x="7238763" y="2475831"/>
              <a:ext cx="116889" cy="139292"/>
            </a:xfrm>
            <a:custGeom>
              <a:rect b="b" l="l" r="r" t="t"/>
              <a:pathLst>
                <a:path extrusionOk="0" h="5316" w="4461">
                  <a:moveTo>
                    <a:pt x="3222" y="1"/>
                  </a:moveTo>
                  <a:lnTo>
                    <a:pt x="1" y="4882"/>
                  </a:lnTo>
                  <a:cubicBezTo>
                    <a:pt x="169" y="4993"/>
                    <a:pt x="327" y="5118"/>
                    <a:pt x="481" y="5257"/>
                  </a:cubicBezTo>
                  <a:cubicBezTo>
                    <a:pt x="525" y="5296"/>
                    <a:pt x="578" y="5315"/>
                    <a:pt x="632" y="5315"/>
                  </a:cubicBezTo>
                  <a:cubicBezTo>
                    <a:pt x="690" y="5315"/>
                    <a:pt x="748" y="5292"/>
                    <a:pt x="793" y="5247"/>
                  </a:cubicBezTo>
                  <a:lnTo>
                    <a:pt x="4057" y="1978"/>
                  </a:lnTo>
                  <a:cubicBezTo>
                    <a:pt x="4460" y="1580"/>
                    <a:pt x="4427" y="917"/>
                    <a:pt x="3985" y="562"/>
                  </a:cubicBezTo>
                  <a:cubicBezTo>
                    <a:pt x="3740" y="361"/>
                    <a:pt x="3486" y="173"/>
                    <a:pt x="32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3"/>
            <p:cNvSpPr/>
            <p:nvPr/>
          </p:nvSpPr>
          <p:spPr>
            <a:xfrm>
              <a:off x="7280032" y="2713672"/>
              <a:ext cx="155852" cy="72869"/>
            </a:xfrm>
            <a:custGeom>
              <a:rect b="b" l="l" r="r" t="t"/>
              <a:pathLst>
                <a:path extrusionOk="0" h="2781" w="5948">
                  <a:moveTo>
                    <a:pt x="216" y="1"/>
                  </a:moveTo>
                  <a:cubicBezTo>
                    <a:pt x="173" y="222"/>
                    <a:pt x="116" y="438"/>
                    <a:pt x="39" y="654"/>
                  </a:cubicBezTo>
                  <a:cubicBezTo>
                    <a:pt x="0" y="769"/>
                    <a:pt x="58" y="894"/>
                    <a:pt x="168" y="942"/>
                  </a:cubicBezTo>
                  <a:lnTo>
                    <a:pt x="4436" y="2708"/>
                  </a:lnTo>
                  <a:cubicBezTo>
                    <a:pt x="4556" y="2758"/>
                    <a:pt x="4679" y="2781"/>
                    <a:pt x="4801" y="2781"/>
                  </a:cubicBezTo>
                  <a:cubicBezTo>
                    <a:pt x="5211" y="2781"/>
                    <a:pt x="5595" y="2517"/>
                    <a:pt x="5718" y="2098"/>
                  </a:cubicBezTo>
                  <a:cubicBezTo>
                    <a:pt x="5809" y="1786"/>
                    <a:pt x="5886" y="1470"/>
                    <a:pt x="5948" y="1148"/>
                  </a:cubicBezTo>
                  <a:lnTo>
                    <a:pt x="2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83"/>
            <p:cNvSpPr/>
            <p:nvPr/>
          </p:nvSpPr>
          <p:spPr>
            <a:xfrm>
              <a:off x="7128974" y="2433567"/>
              <a:ext cx="49575" cy="153861"/>
            </a:xfrm>
            <a:custGeom>
              <a:rect b="b" l="l" r="r" t="t"/>
              <a:pathLst>
                <a:path extrusionOk="0" h="5872" w="1892">
                  <a:moveTo>
                    <a:pt x="934" y="0"/>
                  </a:moveTo>
                  <a:cubicBezTo>
                    <a:pt x="902" y="0"/>
                    <a:pt x="869" y="2"/>
                    <a:pt x="836" y="5"/>
                  </a:cubicBezTo>
                  <a:cubicBezTo>
                    <a:pt x="552" y="34"/>
                    <a:pt x="274" y="77"/>
                    <a:pt x="0" y="130"/>
                  </a:cubicBezTo>
                  <a:lnTo>
                    <a:pt x="1100" y="5871"/>
                  </a:lnTo>
                  <a:cubicBezTo>
                    <a:pt x="1292" y="5838"/>
                    <a:pt x="1484" y="5814"/>
                    <a:pt x="1680" y="5804"/>
                  </a:cubicBezTo>
                  <a:cubicBezTo>
                    <a:pt x="1800" y="5795"/>
                    <a:pt x="1892" y="5694"/>
                    <a:pt x="1892" y="5574"/>
                  </a:cubicBezTo>
                  <a:lnTo>
                    <a:pt x="1892" y="956"/>
                  </a:lnTo>
                  <a:cubicBezTo>
                    <a:pt x="1892" y="423"/>
                    <a:pt x="1454" y="0"/>
                    <a:pt x="9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3"/>
            <p:cNvSpPr/>
            <p:nvPr/>
          </p:nvSpPr>
          <p:spPr>
            <a:xfrm>
              <a:off x="7199276" y="2437340"/>
              <a:ext cx="75123" cy="154804"/>
            </a:xfrm>
            <a:custGeom>
              <a:rect b="b" l="l" r="r" t="t"/>
              <a:pathLst>
                <a:path extrusionOk="0" h="5908" w="2867">
                  <a:moveTo>
                    <a:pt x="1167" y="1"/>
                  </a:moveTo>
                  <a:lnTo>
                    <a:pt x="1" y="5727"/>
                  </a:lnTo>
                  <a:cubicBezTo>
                    <a:pt x="202" y="5771"/>
                    <a:pt x="404" y="5823"/>
                    <a:pt x="601" y="5895"/>
                  </a:cubicBezTo>
                  <a:cubicBezTo>
                    <a:pt x="624" y="5903"/>
                    <a:pt x="648" y="5907"/>
                    <a:pt x="671" y="5907"/>
                  </a:cubicBezTo>
                  <a:cubicBezTo>
                    <a:pt x="760" y="5907"/>
                    <a:pt x="846" y="5853"/>
                    <a:pt x="884" y="5766"/>
                  </a:cubicBezTo>
                  <a:lnTo>
                    <a:pt x="2650" y="1498"/>
                  </a:lnTo>
                  <a:cubicBezTo>
                    <a:pt x="2866" y="970"/>
                    <a:pt x="2583" y="375"/>
                    <a:pt x="2041" y="217"/>
                  </a:cubicBezTo>
                  <a:cubicBezTo>
                    <a:pt x="1753" y="130"/>
                    <a:pt x="1460" y="58"/>
                    <a:pt x="1167"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3"/>
            <p:cNvSpPr/>
            <p:nvPr/>
          </p:nvSpPr>
          <p:spPr>
            <a:xfrm>
              <a:off x="7151849" y="2668892"/>
              <a:ext cx="52353" cy="52353"/>
            </a:xfrm>
            <a:custGeom>
              <a:rect b="b" l="l" r="r" t="t"/>
              <a:pathLst>
                <a:path extrusionOk="0" h="1998" w="1998">
                  <a:moveTo>
                    <a:pt x="999" y="1"/>
                  </a:moveTo>
                  <a:cubicBezTo>
                    <a:pt x="447" y="1"/>
                    <a:pt x="1" y="447"/>
                    <a:pt x="1" y="999"/>
                  </a:cubicBezTo>
                  <a:cubicBezTo>
                    <a:pt x="1" y="1551"/>
                    <a:pt x="447" y="1998"/>
                    <a:pt x="999" y="1998"/>
                  </a:cubicBezTo>
                  <a:cubicBezTo>
                    <a:pt x="1551" y="1998"/>
                    <a:pt x="1998" y="1551"/>
                    <a:pt x="1998" y="999"/>
                  </a:cubicBezTo>
                  <a:cubicBezTo>
                    <a:pt x="1998" y="447"/>
                    <a:pt x="1551" y="1"/>
                    <a:pt x="999"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3"/>
            <p:cNvSpPr/>
            <p:nvPr/>
          </p:nvSpPr>
          <p:spPr>
            <a:xfrm>
              <a:off x="7151849" y="2695068"/>
              <a:ext cx="52484" cy="26176"/>
            </a:xfrm>
            <a:custGeom>
              <a:rect b="b" l="l" r="r" t="t"/>
              <a:pathLst>
                <a:path extrusionOk="0" h="999" w="2003">
                  <a:moveTo>
                    <a:pt x="1" y="0"/>
                  </a:moveTo>
                  <a:cubicBezTo>
                    <a:pt x="1" y="552"/>
                    <a:pt x="447" y="999"/>
                    <a:pt x="999" y="999"/>
                  </a:cubicBezTo>
                  <a:cubicBezTo>
                    <a:pt x="1551" y="999"/>
                    <a:pt x="2003" y="552"/>
                    <a:pt x="200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3"/>
            <p:cNvSpPr/>
            <p:nvPr/>
          </p:nvSpPr>
          <p:spPr>
            <a:xfrm>
              <a:off x="7076255" y="2428248"/>
              <a:ext cx="369455" cy="363638"/>
            </a:xfrm>
            <a:custGeom>
              <a:rect b="b" l="l" r="r" t="t"/>
              <a:pathLst>
                <a:path extrusionOk="0" h="13878" w="14100">
                  <a:moveTo>
                    <a:pt x="4819" y="406"/>
                  </a:moveTo>
                  <a:lnTo>
                    <a:pt x="4819" y="406"/>
                  </a:lnTo>
                  <a:cubicBezTo>
                    <a:pt x="4648" y="415"/>
                    <a:pt x="4483" y="481"/>
                    <a:pt x="4355" y="597"/>
                  </a:cubicBezTo>
                  <a:cubicBezTo>
                    <a:pt x="4339" y="612"/>
                    <a:pt x="4323" y="627"/>
                    <a:pt x="4309" y="643"/>
                  </a:cubicBezTo>
                  <a:lnTo>
                    <a:pt x="4309" y="643"/>
                  </a:lnTo>
                  <a:cubicBezTo>
                    <a:pt x="4501" y="640"/>
                    <a:pt x="4691" y="556"/>
                    <a:pt x="4819" y="406"/>
                  </a:cubicBezTo>
                  <a:close/>
                  <a:moveTo>
                    <a:pt x="8229" y="1455"/>
                  </a:moveTo>
                  <a:cubicBezTo>
                    <a:pt x="8351" y="1455"/>
                    <a:pt x="8474" y="1485"/>
                    <a:pt x="8589" y="1548"/>
                  </a:cubicBezTo>
                  <a:cubicBezTo>
                    <a:pt x="8833" y="1682"/>
                    <a:pt x="9078" y="1826"/>
                    <a:pt x="9309" y="1985"/>
                  </a:cubicBezTo>
                  <a:cubicBezTo>
                    <a:pt x="9568" y="2153"/>
                    <a:pt x="9818" y="2340"/>
                    <a:pt x="10058" y="2532"/>
                  </a:cubicBezTo>
                  <a:cubicBezTo>
                    <a:pt x="10226" y="2666"/>
                    <a:pt x="10326" y="2868"/>
                    <a:pt x="10336" y="3079"/>
                  </a:cubicBezTo>
                  <a:lnTo>
                    <a:pt x="10336" y="3117"/>
                  </a:lnTo>
                  <a:cubicBezTo>
                    <a:pt x="10336" y="3319"/>
                    <a:pt x="10259" y="3511"/>
                    <a:pt x="10115" y="3655"/>
                  </a:cubicBezTo>
                  <a:lnTo>
                    <a:pt x="6851" y="6919"/>
                  </a:lnTo>
                  <a:cubicBezTo>
                    <a:pt x="6846" y="6924"/>
                    <a:pt x="6841" y="6929"/>
                    <a:pt x="6832" y="6929"/>
                  </a:cubicBezTo>
                  <a:cubicBezTo>
                    <a:pt x="6827" y="6929"/>
                    <a:pt x="6822" y="6924"/>
                    <a:pt x="6817" y="6924"/>
                  </a:cubicBezTo>
                  <a:cubicBezTo>
                    <a:pt x="6505" y="6641"/>
                    <a:pt x="6155" y="6406"/>
                    <a:pt x="5771" y="6223"/>
                  </a:cubicBezTo>
                  <a:cubicBezTo>
                    <a:pt x="5761" y="6218"/>
                    <a:pt x="5756" y="6204"/>
                    <a:pt x="5761" y="6190"/>
                  </a:cubicBezTo>
                  <a:lnTo>
                    <a:pt x="7533" y="1922"/>
                  </a:lnTo>
                  <a:cubicBezTo>
                    <a:pt x="7652" y="1630"/>
                    <a:pt x="7935" y="1455"/>
                    <a:pt x="8229" y="1455"/>
                  </a:cubicBezTo>
                  <a:close/>
                  <a:moveTo>
                    <a:pt x="10940" y="3718"/>
                  </a:moveTo>
                  <a:cubicBezTo>
                    <a:pt x="11158" y="3718"/>
                    <a:pt x="11376" y="3812"/>
                    <a:pt x="11526" y="3996"/>
                  </a:cubicBezTo>
                  <a:cubicBezTo>
                    <a:pt x="11723" y="4245"/>
                    <a:pt x="11915" y="4500"/>
                    <a:pt x="12088" y="4769"/>
                  </a:cubicBezTo>
                  <a:cubicBezTo>
                    <a:pt x="12237" y="4994"/>
                    <a:pt x="12381" y="5229"/>
                    <a:pt x="12510" y="5470"/>
                  </a:cubicBezTo>
                  <a:cubicBezTo>
                    <a:pt x="12626" y="5681"/>
                    <a:pt x="12630" y="5935"/>
                    <a:pt x="12525" y="6156"/>
                  </a:cubicBezTo>
                  <a:lnTo>
                    <a:pt x="12520" y="6170"/>
                  </a:lnTo>
                  <a:cubicBezTo>
                    <a:pt x="12438" y="6334"/>
                    <a:pt x="12304" y="6458"/>
                    <a:pt x="12136" y="6530"/>
                  </a:cubicBezTo>
                  <a:lnTo>
                    <a:pt x="7869" y="8297"/>
                  </a:lnTo>
                  <a:lnTo>
                    <a:pt x="7849" y="8297"/>
                  </a:lnTo>
                  <a:cubicBezTo>
                    <a:pt x="7845" y="8297"/>
                    <a:pt x="7840" y="8292"/>
                    <a:pt x="7840" y="8287"/>
                  </a:cubicBezTo>
                  <a:cubicBezTo>
                    <a:pt x="7657" y="7903"/>
                    <a:pt x="7422" y="7553"/>
                    <a:pt x="7139" y="7241"/>
                  </a:cubicBezTo>
                  <a:cubicBezTo>
                    <a:pt x="7129" y="7231"/>
                    <a:pt x="7129" y="7217"/>
                    <a:pt x="7139" y="7207"/>
                  </a:cubicBezTo>
                  <a:lnTo>
                    <a:pt x="10408" y="3938"/>
                  </a:lnTo>
                  <a:cubicBezTo>
                    <a:pt x="10556" y="3790"/>
                    <a:pt x="10748" y="3718"/>
                    <a:pt x="10940" y="3718"/>
                  </a:cubicBezTo>
                  <a:close/>
                  <a:moveTo>
                    <a:pt x="3904" y="6151"/>
                  </a:moveTo>
                  <a:cubicBezTo>
                    <a:pt x="3961" y="6190"/>
                    <a:pt x="4033" y="6209"/>
                    <a:pt x="4105" y="6214"/>
                  </a:cubicBezTo>
                  <a:cubicBezTo>
                    <a:pt x="4216" y="6218"/>
                    <a:pt x="4326" y="6228"/>
                    <a:pt x="4432" y="6242"/>
                  </a:cubicBezTo>
                  <a:lnTo>
                    <a:pt x="3884" y="8988"/>
                  </a:lnTo>
                  <a:lnTo>
                    <a:pt x="3832" y="8988"/>
                  </a:lnTo>
                  <a:lnTo>
                    <a:pt x="3342" y="6242"/>
                  </a:lnTo>
                  <a:cubicBezTo>
                    <a:pt x="3462" y="6228"/>
                    <a:pt x="3582" y="6214"/>
                    <a:pt x="3702" y="6209"/>
                  </a:cubicBezTo>
                  <a:cubicBezTo>
                    <a:pt x="3712" y="6209"/>
                    <a:pt x="3726" y="6209"/>
                    <a:pt x="3736" y="6204"/>
                  </a:cubicBezTo>
                  <a:lnTo>
                    <a:pt x="3745" y="6204"/>
                  </a:lnTo>
                  <a:lnTo>
                    <a:pt x="3784" y="6199"/>
                  </a:lnTo>
                  <a:lnTo>
                    <a:pt x="3817" y="6185"/>
                  </a:lnTo>
                  <a:lnTo>
                    <a:pt x="3822" y="6185"/>
                  </a:lnTo>
                  <a:lnTo>
                    <a:pt x="3856" y="6175"/>
                  </a:lnTo>
                  <a:lnTo>
                    <a:pt x="3860" y="6175"/>
                  </a:lnTo>
                  <a:lnTo>
                    <a:pt x="3889" y="6156"/>
                  </a:lnTo>
                  <a:lnTo>
                    <a:pt x="3894" y="6151"/>
                  </a:lnTo>
                  <a:close/>
                  <a:moveTo>
                    <a:pt x="4825" y="6310"/>
                  </a:moveTo>
                  <a:cubicBezTo>
                    <a:pt x="4960" y="6343"/>
                    <a:pt x="5094" y="6382"/>
                    <a:pt x="5224" y="6430"/>
                  </a:cubicBezTo>
                  <a:lnTo>
                    <a:pt x="5252" y="6439"/>
                  </a:lnTo>
                  <a:lnTo>
                    <a:pt x="5262" y="6439"/>
                  </a:lnTo>
                  <a:lnTo>
                    <a:pt x="5286" y="6444"/>
                  </a:lnTo>
                  <a:lnTo>
                    <a:pt x="5296" y="6444"/>
                  </a:lnTo>
                  <a:lnTo>
                    <a:pt x="5329" y="6449"/>
                  </a:lnTo>
                  <a:lnTo>
                    <a:pt x="5435" y="6449"/>
                  </a:lnTo>
                  <a:cubicBezTo>
                    <a:pt x="5478" y="6506"/>
                    <a:pt x="5531" y="6554"/>
                    <a:pt x="5598" y="6583"/>
                  </a:cubicBezTo>
                  <a:cubicBezTo>
                    <a:pt x="5704" y="6636"/>
                    <a:pt x="5804" y="6689"/>
                    <a:pt x="5905" y="6751"/>
                  </a:cubicBezTo>
                  <a:lnTo>
                    <a:pt x="4340" y="9074"/>
                  </a:lnTo>
                  <a:lnTo>
                    <a:pt x="4278" y="9050"/>
                  </a:lnTo>
                  <a:lnTo>
                    <a:pt x="4825" y="6310"/>
                  </a:lnTo>
                  <a:close/>
                  <a:moveTo>
                    <a:pt x="6241" y="6977"/>
                  </a:moveTo>
                  <a:cubicBezTo>
                    <a:pt x="6347" y="7054"/>
                    <a:pt x="6453" y="7135"/>
                    <a:pt x="6549" y="7222"/>
                  </a:cubicBezTo>
                  <a:cubicBezTo>
                    <a:pt x="6558" y="7231"/>
                    <a:pt x="6568" y="7241"/>
                    <a:pt x="6577" y="7246"/>
                  </a:cubicBezTo>
                  <a:lnTo>
                    <a:pt x="6582" y="7250"/>
                  </a:lnTo>
                  <a:lnTo>
                    <a:pt x="6611" y="7270"/>
                  </a:lnTo>
                  <a:cubicBezTo>
                    <a:pt x="6621" y="7274"/>
                    <a:pt x="6630" y="7279"/>
                    <a:pt x="6640" y="7284"/>
                  </a:cubicBezTo>
                  <a:lnTo>
                    <a:pt x="6649" y="7289"/>
                  </a:lnTo>
                  <a:lnTo>
                    <a:pt x="6678" y="7303"/>
                  </a:lnTo>
                  <a:lnTo>
                    <a:pt x="6683" y="7303"/>
                  </a:lnTo>
                  <a:lnTo>
                    <a:pt x="6717" y="7313"/>
                  </a:lnTo>
                  <a:lnTo>
                    <a:pt x="6721" y="7313"/>
                  </a:lnTo>
                  <a:lnTo>
                    <a:pt x="6736" y="7318"/>
                  </a:lnTo>
                  <a:cubicBezTo>
                    <a:pt x="6750" y="7385"/>
                    <a:pt x="6784" y="7452"/>
                    <a:pt x="6837" y="7505"/>
                  </a:cubicBezTo>
                  <a:cubicBezTo>
                    <a:pt x="6909" y="7586"/>
                    <a:pt x="6981" y="7673"/>
                    <a:pt x="7048" y="7759"/>
                  </a:cubicBezTo>
                  <a:lnTo>
                    <a:pt x="4734" y="9334"/>
                  </a:lnTo>
                  <a:lnTo>
                    <a:pt x="4768" y="9372"/>
                  </a:lnTo>
                  <a:cubicBezTo>
                    <a:pt x="4739" y="9344"/>
                    <a:pt x="4711" y="9316"/>
                    <a:pt x="4683" y="9288"/>
                  </a:cubicBezTo>
                  <a:lnTo>
                    <a:pt x="4683" y="9288"/>
                  </a:lnTo>
                  <a:lnTo>
                    <a:pt x="6241" y="6977"/>
                  </a:lnTo>
                  <a:close/>
                  <a:moveTo>
                    <a:pt x="7278" y="8100"/>
                  </a:moveTo>
                  <a:cubicBezTo>
                    <a:pt x="7350" y="8215"/>
                    <a:pt x="7413" y="8335"/>
                    <a:pt x="7475" y="8460"/>
                  </a:cubicBezTo>
                  <a:cubicBezTo>
                    <a:pt x="7480" y="8474"/>
                    <a:pt x="7489" y="8489"/>
                    <a:pt x="7499" y="8503"/>
                  </a:cubicBezTo>
                  <a:lnTo>
                    <a:pt x="7504" y="8513"/>
                  </a:lnTo>
                  <a:cubicBezTo>
                    <a:pt x="7509" y="8522"/>
                    <a:pt x="7518" y="8537"/>
                    <a:pt x="7533" y="8546"/>
                  </a:cubicBezTo>
                  <a:lnTo>
                    <a:pt x="7537" y="8556"/>
                  </a:lnTo>
                  <a:cubicBezTo>
                    <a:pt x="7547" y="8566"/>
                    <a:pt x="7557" y="8575"/>
                    <a:pt x="7566" y="8590"/>
                  </a:cubicBezTo>
                  <a:lnTo>
                    <a:pt x="7571" y="8594"/>
                  </a:lnTo>
                  <a:cubicBezTo>
                    <a:pt x="7585" y="8604"/>
                    <a:pt x="7595" y="8614"/>
                    <a:pt x="7609" y="8623"/>
                  </a:cubicBezTo>
                  <a:cubicBezTo>
                    <a:pt x="7600" y="8695"/>
                    <a:pt x="7605" y="8767"/>
                    <a:pt x="7629" y="8834"/>
                  </a:cubicBezTo>
                  <a:cubicBezTo>
                    <a:pt x="7667" y="8945"/>
                    <a:pt x="7701" y="9055"/>
                    <a:pt x="7729" y="9170"/>
                  </a:cubicBezTo>
                  <a:lnTo>
                    <a:pt x="4993" y="9718"/>
                  </a:lnTo>
                  <a:cubicBezTo>
                    <a:pt x="4984" y="9703"/>
                    <a:pt x="4974" y="9684"/>
                    <a:pt x="4969" y="9670"/>
                  </a:cubicBezTo>
                  <a:lnTo>
                    <a:pt x="7278" y="8100"/>
                  </a:lnTo>
                  <a:close/>
                  <a:moveTo>
                    <a:pt x="12584" y="6837"/>
                  </a:moveTo>
                  <a:cubicBezTo>
                    <a:pt x="12693" y="6837"/>
                    <a:pt x="12803" y="6861"/>
                    <a:pt x="12904" y="6910"/>
                  </a:cubicBezTo>
                  <a:cubicBezTo>
                    <a:pt x="13101" y="7001"/>
                    <a:pt x="13245" y="7174"/>
                    <a:pt x="13302" y="7375"/>
                  </a:cubicBezTo>
                  <a:cubicBezTo>
                    <a:pt x="13471" y="7946"/>
                    <a:pt x="13586" y="8527"/>
                    <a:pt x="13648" y="9118"/>
                  </a:cubicBezTo>
                  <a:cubicBezTo>
                    <a:pt x="13667" y="9314"/>
                    <a:pt x="13610" y="9511"/>
                    <a:pt x="13490" y="9665"/>
                  </a:cubicBezTo>
                  <a:lnTo>
                    <a:pt x="13485" y="9679"/>
                  </a:lnTo>
                  <a:lnTo>
                    <a:pt x="13480" y="9684"/>
                  </a:lnTo>
                  <a:lnTo>
                    <a:pt x="13461" y="9708"/>
                  </a:lnTo>
                  <a:lnTo>
                    <a:pt x="13432" y="9737"/>
                  </a:lnTo>
                  <a:lnTo>
                    <a:pt x="13423" y="9747"/>
                  </a:lnTo>
                  <a:lnTo>
                    <a:pt x="13403" y="9766"/>
                  </a:lnTo>
                  <a:lnTo>
                    <a:pt x="13389" y="9775"/>
                  </a:lnTo>
                  <a:lnTo>
                    <a:pt x="13375" y="9790"/>
                  </a:lnTo>
                  <a:lnTo>
                    <a:pt x="13360" y="9804"/>
                  </a:lnTo>
                  <a:lnTo>
                    <a:pt x="13341" y="9814"/>
                  </a:lnTo>
                  <a:lnTo>
                    <a:pt x="13326" y="9823"/>
                  </a:lnTo>
                  <a:lnTo>
                    <a:pt x="13312" y="9838"/>
                  </a:lnTo>
                  <a:lnTo>
                    <a:pt x="13298" y="9847"/>
                  </a:lnTo>
                  <a:lnTo>
                    <a:pt x="13278" y="9857"/>
                  </a:lnTo>
                  <a:lnTo>
                    <a:pt x="13264" y="9867"/>
                  </a:lnTo>
                  <a:lnTo>
                    <a:pt x="13245" y="9876"/>
                  </a:lnTo>
                  <a:lnTo>
                    <a:pt x="13226" y="9881"/>
                  </a:lnTo>
                  <a:lnTo>
                    <a:pt x="13206" y="9891"/>
                  </a:lnTo>
                  <a:lnTo>
                    <a:pt x="13192" y="9900"/>
                  </a:lnTo>
                  <a:lnTo>
                    <a:pt x="13173" y="9905"/>
                  </a:lnTo>
                  <a:lnTo>
                    <a:pt x="13158" y="9915"/>
                  </a:lnTo>
                  <a:lnTo>
                    <a:pt x="13134" y="9919"/>
                  </a:lnTo>
                  <a:lnTo>
                    <a:pt x="13120" y="9924"/>
                  </a:lnTo>
                  <a:lnTo>
                    <a:pt x="13096" y="9934"/>
                  </a:lnTo>
                  <a:lnTo>
                    <a:pt x="13082" y="9934"/>
                  </a:lnTo>
                  <a:lnTo>
                    <a:pt x="13062" y="9939"/>
                  </a:lnTo>
                  <a:lnTo>
                    <a:pt x="13043" y="9939"/>
                  </a:lnTo>
                  <a:lnTo>
                    <a:pt x="13024" y="9943"/>
                  </a:lnTo>
                  <a:lnTo>
                    <a:pt x="13005" y="9943"/>
                  </a:lnTo>
                  <a:lnTo>
                    <a:pt x="12981" y="9948"/>
                  </a:lnTo>
                  <a:lnTo>
                    <a:pt x="8281" y="9948"/>
                  </a:lnTo>
                  <a:cubicBezTo>
                    <a:pt x="8267" y="9948"/>
                    <a:pt x="8257" y="9939"/>
                    <a:pt x="8257" y="9924"/>
                  </a:cubicBezTo>
                  <a:cubicBezTo>
                    <a:pt x="8233" y="9506"/>
                    <a:pt x="8152" y="9089"/>
                    <a:pt x="8013" y="8695"/>
                  </a:cubicBezTo>
                  <a:cubicBezTo>
                    <a:pt x="8008" y="8681"/>
                    <a:pt x="8013" y="8666"/>
                    <a:pt x="8027" y="8662"/>
                  </a:cubicBezTo>
                  <a:lnTo>
                    <a:pt x="12294" y="6895"/>
                  </a:lnTo>
                  <a:cubicBezTo>
                    <a:pt x="12387" y="6857"/>
                    <a:pt x="12486" y="6837"/>
                    <a:pt x="12584" y="6837"/>
                  </a:cubicBezTo>
                  <a:close/>
                  <a:moveTo>
                    <a:pt x="7816" y="9564"/>
                  </a:moveTo>
                  <a:cubicBezTo>
                    <a:pt x="7835" y="9694"/>
                    <a:pt x="7849" y="9823"/>
                    <a:pt x="7854" y="9953"/>
                  </a:cubicBezTo>
                  <a:cubicBezTo>
                    <a:pt x="7854" y="9967"/>
                    <a:pt x="7854" y="9977"/>
                    <a:pt x="7859" y="9991"/>
                  </a:cubicBezTo>
                  <a:lnTo>
                    <a:pt x="7859" y="10001"/>
                  </a:lnTo>
                  <a:cubicBezTo>
                    <a:pt x="7859" y="10011"/>
                    <a:pt x="7864" y="10025"/>
                    <a:pt x="7864" y="10035"/>
                  </a:cubicBezTo>
                  <a:cubicBezTo>
                    <a:pt x="7864" y="10049"/>
                    <a:pt x="7873" y="10059"/>
                    <a:pt x="7878" y="10068"/>
                  </a:cubicBezTo>
                  <a:lnTo>
                    <a:pt x="7878" y="10078"/>
                  </a:lnTo>
                  <a:cubicBezTo>
                    <a:pt x="7878" y="10087"/>
                    <a:pt x="7883" y="10097"/>
                    <a:pt x="7888" y="10111"/>
                  </a:cubicBezTo>
                  <a:cubicBezTo>
                    <a:pt x="7893" y="10121"/>
                    <a:pt x="7897" y="10131"/>
                    <a:pt x="7907" y="10140"/>
                  </a:cubicBezTo>
                  <a:lnTo>
                    <a:pt x="7912" y="10150"/>
                  </a:lnTo>
                  <a:lnTo>
                    <a:pt x="7912" y="10155"/>
                  </a:lnTo>
                  <a:cubicBezTo>
                    <a:pt x="7873" y="10217"/>
                    <a:pt x="7854" y="10289"/>
                    <a:pt x="7849" y="10361"/>
                  </a:cubicBezTo>
                  <a:lnTo>
                    <a:pt x="7854" y="10361"/>
                  </a:lnTo>
                  <a:cubicBezTo>
                    <a:pt x="7849" y="10467"/>
                    <a:pt x="7840" y="10572"/>
                    <a:pt x="7825" y="10673"/>
                  </a:cubicBezTo>
                  <a:lnTo>
                    <a:pt x="5084" y="10183"/>
                  </a:lnTo>
                  <a:lnTo>
                    <a:pt x="5084" y="10111"/>
                  </a:lnTo>
                  <a:lnTo>
                    <a:pt x="7816" y="9564"/>
                  </a:lnTo>
                  <a:close/>
                  <a:moveTo>
                    <a:pt x="3883" y="9385"/>
                  </a:moveTo>
                  <a:cubicBezTo>
                    <a:pt x="4293" y="9385"/>
                    <a:pt x="4686" y="9704"/>
                    <a:pt x="4686" y="10188"/>
                  </a:cubicBezTo>
                  <a:cubicBezTo>
                    <a:pt x="4681" y="10625"/>
                    <a:pt x="4326" y="10980"/>
                    <a:pt x="3884" y="10980"/>
                  </a:cubicBezTo>
                  <a:lnTo>
                    <a:pt x="3884" y="10985"/>
                  </a:lnTo>
                  <a:cubicBezTo>
                    <a:pt x="3174" y="10985"/>
                    <a:pt x="2819" y="10126"/>
                    <a:pt x="3323" y="9622"/>
                  </a:cubicBezTo>
                  <a:cubicBezTo>
                    <a:pt x="3486" y="9459"/>
                    <a:pt x="3686" y="9385"/>
                    <a:pt x="3883" y="9385"/>
                  </a:cubicBezTo>
                  <a:close/>
                  <a:moveTo>
                    <a:pt x="2935" y="1"/>
                  </a:moveTo>
                  <a:cubicBezTo>
                    <a:pt x="2895" y="1"/>
                    <a:pt x="2854" y="3"/>
                    <a:pt x="2814" y="7"/>
                  </a:cubicBezTo>
                  <a:cubicBezTo>
                    <a:pt x="2204" y="74"/>
                    <a:pt x="1599" y="194"/>
                    <a:pt x="1009" y="367"/>
                  </a:cubicBezTo>
                  <a:cubicBezTo>
                    <a:pt x="347" y="564"/>
                    <a:pt x="1" y="1289"/>
                    <a:pt x="265" y="1922"/>
                  </a:cubicBezTo>
                  <a:lnTo>
                    <a:pt x="606" y="2743"/>
                  </a:lnTo>
                  <a:cubicBezTo>
                    <a:pt x="640" y="2838"/>
                    <a:pt x="714" y="2877"/>
                    <a:pt x="788" y="2877"/>
                  </a:cubicBezTo>
                  <a:cubicBezTo>
                    <a:pt x="921" y="2877"/>
                    <a:pt x="1057" y="2751"/>
                    <a:pt x="980" y="2585"/>
                  </a:cubicBezTo>
                  <a:lnTo>
                    <a:pt x="639" y="1769"/>
                  </a:lnTo>
                  <a:cubicBezTo>
                    <a:pt x="558" y="1567"/>
                    <a:pt x="563" y="1346"/>
                    <a:pt x="654" y="1154"/>
                  </a:cubicBezTo>
                  <a:cubicBezTo>
                    <a:pt x="745" y="957"/>
                    <a:pt x="918" y="813"/>
                    <a:pt x="1119" y="756"/>
                  </a:cubicBezTo>
                  <a:cubicBezTo>
                    <a:pt x="1691" y="588"/>
                    <a:pt x="2271" y="472"/>
                    <a:pt x="2862" y="410"/>
                  </a:cubicBezTo>
                  <a:cubicBezTo>
                    <a:pt x="2889" y="407"/>
                    <a:pt x="2916" y="406"/>
                    <a:pt x="2943" y="406"/>
                  </a:cubicBezTo>
                  <a:cubicBezTo>
                    <a:pt x="3127" y="406"/>
                    <a:pt x="3309" y="476"/>
                    <a:pt x="3448" y="602"/>
                  </a:cubicBezTo>
                  <a:cubicBezTo>
                    <a:pt x="3606" y="741"/>
                    <a:pt x="3697" y="948"/>
                    <a:pt x="3697" y="1159"/>
                  </a:cubicBezTo>
                  <a:lnTo>
                    <a:pt x="3697" y="5782"/>
                  </a:lnTo>
                  <a:cubicBezTo>
                    <a:pt x="3697" y="5786"/>
                    <a:pt x="3697" y="5786"/>
                    <a:pt x="3697" y="5791"/>
                  </a:cubicBezTo>
                  <a:cubicBezTo>
                    <a:pt x="3692" y="5801"/>
                    <a:pt x="3688" y="5806"/>
                    <a:pt x="3678" y="5806"/>
                  </a:cubicBezTo>
                  <a:cubicBezTo>
                    <a:pt x="3256" y="5830"/>
                    <a:pt x="2838" y="5911"/>
                    <a:pt x="2444" y="6055"/>
                  </a:cubicBezTo>
                  <a:cubicBezTo>
                    <a:pt x="2430" y="6055"/>
                    <a:pt x="2416" y="6050"/>
                    <a:pt x="2411" y="6036"/>
                  </a:cubicBezTo>
                  <a:lnTo>
                    <a:pt x="1340" y="3458"/>
                  </a:lnTo>
                  <a:cubicBezTo>
                    <a:pt x="1307" y="3362"/>
                    <a:pt x="1235" y="3321"/>
                    <a:pt x="1161" y="3321"/>
                  </a:cubicBezTo>
                  <a:cubicBezTo>
                    <a:pt x="1030" y="3321"/>
                    <a:pt x="894" y="3449"/>
                    <a:pt x="971" y="3612"/>
                  </a:cubicBezTo>
                  <a:lnTo>
                    <a:pt x="2041" y="6190"/>
                  </a:lnTo>
                  <a:cubicBezTo>
                    <a:pt x="2108" y="6354"/>
                    <a:pt x="2266" y="6455"/>
                    <a:pt x="2435" y="6455"/>
                  </a:cubicBezTo>
                  <a:cubicBezTo>
                    <a:pt x="2482" y="6455"/>
                    <a:pt x="2531" y="6447"/>
                    <a:pt x="2579" y="6430"/>
                  </a:cubicBezTo>
                  <a:cubicBezTo>
                    <a:pt x="2699" y="6391"/>
                    <a:pt x="2819" y="6353"/>
                    <a:pt x="2944" y="6324"/>
                  </a:cubicBezTo>
                  <a:lnTo>
                    <a:pt x="3438" y="9070"/>
                  </a:lnTo>
                  <a:cubicBezTo>
                    <a:pt x="2627" y="9396"/>
                    <a:pt x="2425" y="10452"/>
                    <a:pt x="3054" y="11052"/>
                  </a:cubicBezTo>
                  <a:cubicBezTo>
                    <a:pt x="3292" y="11279"/>
                    <a:pt x="3587" y="11385"/>
                    <a:pt x="3879" y="11385"/>
                  </a:cubicBezTo>
                  <a:cubicBezTo>
                    <a:pt x="4364" y="11385"/>
                    <a:pt x="4837" y="11092"/>
                    <a:pt x="5017" y="10577"/>
                  </a:cubicBezTo>
                  <a:lnTo>
                    <a:pt x="7749" y="11071"/>
                  </a:lnTo>
                  <a:cubicBezTo>
                    <a:pt x="7715" y="11211"/>
                    <a:pt x="7677" y="11345"/>
                    <a:pt x="7629" y="11479"/>
                  </a:cubicBezTo>
                  <a:cubicBezTo>
                    <a:pt x="7552" y="11695"/>
                    <a:pt x="7657" y="11931"/>
                    <a:pt x="7869" y="12022"/>
                  </a:cubicBezTo>
                  <a:lnTo>
                    <a:pt x="10341" y="13044"/>
                  </a:lnTo>
                  <a:cubicBezTo>
                    <a:pt x="10367" y="13054"/>
                    <a:pt x="10392" y="13058"/>
                    <a:pt x="10416" y="13058"/>
                  </a:cubicBezTo>
                  <a:cubicBezTo>
                    <a:pt x="10612" y="13058"/>
                    <a:pt x="10704" y="12769"/>
                    <a:pt x="10494" y="12675"/>
                  </a:cubicBezTo>
                  <a:lnTo>
                    <a:pt x="8022" y="11647"/>
                  </a:lnTo>
                  <a:cubicBezTo>
                    <a:pt x="8013" y="11643"/>
                    <a:pt x="8003" y="11628"/>
                    <a:pt x="8008" y="11619"/>
                  </a:cubicBezTo>
                  <a:cubicBezTo>
                    <a:pt x="8147" y="11220"/>
                    <a:pt x="8233" y="10803"/>
                    <a:pt x="8253" y="10385"/>
                  </a:cubicBezTo>
                  <a:cubicBezTo>
                    <a:pt x="8253" y="10371"/>
                    <a:pt x="8267" y="10361"/>
                    <a:pt x="8281" y="10361"/>
                  </a:cubicBezTo>
                  <a:lnTo>
                    <a:pt x="12899" y="10361"/>
                  </a:lnTo>
                  <a:cubicBezTo>
                    <a:pt x="13115" y="10361"/>
                    <a:pt x="13317" y="10447"/>
                    <a:pt x="13461" y="10611"/>
                  </a:cubicBezTo>
                  <a:cubicBezTo>
                    <a:pt x="13605" y="10769"/>
                    <a:pt x="13672" y="10980"/>
                    <a:pt x="13648" y="11196"/>
                  </a:cubicBezTo>
                  <a:cubicBezTo>
                    <a:pt x="13586" y="11787"/>
                    <a:pt x="13471" y="12367"/>
                    <a:pt x="13307" y="12939"/>
                  </a:cubicBezTo>
                  <a:cubicBezTo>
                    <a:pt x="13245" y="13140"/>
                    <a:pt x="13101" y="13313"/>
                    <a:pt x="12909" y="13404"/>
                  </a:cubicBezTo>
                  <a:cubicBezTo>
                    <a:pt x="12808" y="13452"/>
                    <a:pt x="12697" y="13476"/>
                    <a:pt x="12586" y="13476"/>
                  </a:cubicBezTo>
                  <a:cubicBezTo>
                    <a:pt x="12487" y="13476"/>
                    <a:pt x="12387" y="13457"/>
                    <a:pt x="12294" y="13419"/>
                  </a:cubicBezTo>
                  <a:lnTo>
                    <a:pt x="11363" y="13035"/>
                  </a:lnTo>
                  <a:cubicBezTo>
                    <a:pt x="11330" y="13019"/>
                    <a:pt x="11298" y="13012"/>
                    <a:pt x="11269" y="13012"/>
                  </a:cubicBezTo>
                  <a:cubicBezTo>
                    <a:pt x="11074" y="13012"/>
                    <a:pt x="10980" y="13321"/>
                    <a:pt x="11210" y="13404"/>
                  </a:cubicBezTo>
                  <a:lnTo>
                    <a:pt x="12141" y="13788"/>
                  </a:lnTo>
                  <a:cubicBezTo>
                    <a:pt x="12286" y="13849"/>
                    <a:pt x="12436" y="13877"/>
                    <a:pt x="12584" y="13877"/>
                  </a:cubicBezTo>
                  <a:cubicBezTo>
                    <a:pt x="13079" y="13877"/>
                    <a:pt x="13543" y="13556"/>
                    <a:pt x="13691" y="13049"/>
                  </a:cubicBezTo>
                  <a:cubicBezTo>
                    <a:pt x="13869" y="12459"/>
                    <a:pt x="13989" y="11854"/>
                    <a:pt x="14051" y="11239"/>
                  </a:cubicBezTo>
                  <a:cubicBezTo>
                    <a:pt x="14099" y="10817"/>
                    <a:pt x="13907" y="10399"/>
                    <a:pt x="13552" y="10159"/>
                  </a:cubicBezTo>
                  <a:lnTo>
                    <a:pt x="13547" y="10155"/>
                  </a:lnTo>
                  <a:lnTo>
                    <a:pt x="13562" y="10150"/>
                  </a:lnTo>
                  <a:lnTo>
                    <a:pt x="13591" y="10126"/>
                  </a:lnTo>
                  <a:lnTo>
                    <a:pt x="13615" y="10107"/>
                  </a:lnTo>
                  <a:lnTo>
                    <a:pt x="13643" y="10083"/>
                  </a:lnTo>
                  <a:lnTo>
                    <a:pt x="13663" y="10068"/>
                  </a:lnTo>
                  <a:lnTo>
                    <a:pt x="13696" y="10035"/>
                  </a:lnTo>
                  <a:lnTo>
                    <a:pt x="13711" y="10020"/>
                  </a:lnTo>
                  <a:cubicBezTo>
                    <a:pt x="13725" y="10006"/>
                    <a:pt x="13744" y="9991"/>
                    <a:pt x="13759" y="9977"/>
                  </a:cubicBezTo>
                  <a:cubicBezTo>
                    <a:pt x="13979" y="9727"/>
                    <a:pt x="14085" y="9401"/>
                    <a:pt x="14047" y="9074"/>
                  </a:cubicBezTo>
                  <a:cubicBezTo>
                    <a:pt x="13984" y="8460"/>
                    <a:pt x="13864" y="7855"/>
                    <a:pt x="13687" y="7265"/>
                  </a:cubicBezTo>
                  <a:cubicBezTo>
                    <a:pt x="13567" y="6857"/>
                    <a:pt x="13230" y="6550"/>
                    <a:pt x="12818" y="6463"/>
                  </a:cubicBezTo>
                  <a:lnTo>
                    <a:pt x="12822" y="6449"/>
                  </a:lnTo>
                  <a:lnTo>
                    <a:pt x="12842" y="6415"/>
                  </a:lnTo>
                  <a:lnTo>
                    <a:pt x="12856" y="6391"/>
                  </a:lnTo>
                  <a:lnTo>
                    <a:pt x="12875" y="6358"/>
                  </a:lnTo>
                  <a:lnTo>
                    <a:pt x="12885" y="6334"/>
                  </a:lnTo>
                  <a:cubicBezTo>
                    <a:pt x="12894" y="6324"/>
                    <a:pt x="12899" y="6310"/>
                    <a:pt x="12904" y="6295"/>
                  </a:cubicBezTo>
                  <a:lnTo>
                    <a:pt x="12914" y="6276"/>
                  </a:lnTo>
                  <a:cubicBezTo>
                    <a:pt x="12923" y="6257"/>
                    <a:pt x="12928" y="6233"/>
                    <a:pt x="12938" y="6214"/>
                  </a:cubicBezTo>
                  <a:cubicBezTo>
                    <a:pt x="13038" y="5926"/>
                    <a:pt x="13024" y="5609"/>
                    <a:pt x="12890" y="5330"/>
                  </a:cubicBezTo>
                  <a:cubicBezTo>
                    <a:pt x="12880" y="5311"/>
                    <a:pt x="12870" y="5292"/>
                    <a:pt x="12861" y="5277"/>
                  </a:cubicBezTo>
                  <a:cubicBezTo>
                    <a:pt x="12726" y="5028"/>
                    <a:pt x="12578" y="4783"/>
                    <a:pt x="12424" y="4543"/>
                  </a:cubicBezTo>
                  <a:cubicBezTo>
                    <a:pt x="12242" y="4269"/>
                    <a:pt x="12045" y="4001"/>
                    <a:pt x="11838" y="3746"/>
                  </a:cubicBezTo>
                  <a:cubicBezTo>
                    <a:pt x="11615" y="3467"/>
                    <a:pt x="11283" y="3314"/>
                    <a:pt x="10937" y="3314"/>
                  </a:cubicBezTo>
                  <a:cubicBezTo>
                    <a:pt x="10867" y="3314"/>
                    <a:pt x="10796" y="3320"/>
                    <a:pt x="10725" y="3333"/>
                  </a:cubicBezTo>
                  <a:lnTo>
                    <a:pt x="10725" y="3319"/>
                  </a:lnTo>
                  <a:cubicBezTo>
                    <a:pt x="10725" y="3314"/>
                    <a:pt x="10725" y="3295"/>
                    <a:pt x="10730" y="3281"/>
                  </a:cubicBezTo>
                  <a:cubicBezTo>
                    <a:pt x="10730" y="3271"/>
                    <a:pt x="10730" y="3266"/>
                    <a:pt x="10734" y="3257"/>
                  </a:cubicBezTo>
                  <a:cubicBezTo>
                    <a:pt x="10734" y="3247"/>
                    <a:pt x="10734" y="3228"/>
                    <a:pt x="10734" y="3213"/>
                  </a:cubicBezTo>
                  <a:cubicBezTo>
                    <a:pt x="10739" y="3204"/>
                    <a:pt x="10734" y="3199"/>
                    <a:pt x="10734" y="3189"/>
                  </a:cubicBezTo>
                  <a:lnTo>
                    <a:pt x="10734" y="3146"/>
                  </a:lnTo>
                  <a:lnTo>
                    <a:pt x="10734" y="3127"/>
                  </a:lnTo>
                  <a:lnTo>
                    <a:pt x="10734" y="3060"/>
                  </a:lnTo>
                  <a:cubicBezTo>
                    <a:pt x="10720" y="2733"/>
                    <a:pt x="10562" y="2426"/>
                    <a:pt x="10307" y="2220"/>
                  </a:cubicBezTo>
                  <a:cubicBezTo>
                    <a:pt x="10058" y="2018"/>
                    <a:pt x="9798" y="1826"/>
                    <a:pt x="9529" y="1649"/>
                  </a:cubicBezTo>
                  <a:cubicBezTo>
                    <a:pt x="9289" y="1485"/>
                    <a:pt x="9035" y="1332"/>
                    <a:pt x="8776" y="1193"/>
                  </a:cubicBezTo>
                  <a:cubicBezTo>
                    <a:pt x="8603" y="1100"/>
                    <a:pt x="8413" y="1054"/>
                    <a:pt x="8224" y="1054"/>
                  </a:cubicBezTo>
                  <a:cubicBezTo>
                    <a:pt x="8002" y="1054"/>
                    <a:pt x="7782" y="1116"/>
                    <a:pt x="7590" y="1241"/>
                  </a:cubicBezTo>
                  <a:lnTo>
                    <a:pt x="7585" y="1226"/>
                  </a:lnTo>
                  <a:cubicBezTo>
                    <a:pt x="7585" y="1217"/>
                    <a:pt x="7581" y="1202"/>
                    <a:pt x="7576" y="1188"/>
                  </a:cubicBezTo>
                  <a:lnTo>
                    <a:pt x="7571" y="1164"/>
                  </a:lnTo>
                  <a:cubicBezTo>
                    <a:pt x="7566" y="1149"/>
                    <a:pt x="7561" y="1135"/>
                    <a:pt x="7557" y="1125"/>
                  </a:cubicBezTo>
                  <a:lnTo>
                    <a:pt x="7552" y="1101"/>
                  </a:lnTo>
                  <a:cubicBezTo>
                    <a:pt x="7547" y="1087"/>
                    <a:pt x="7542" y="1073"/>
                    <a:pt x="7533" y="1058"/>
                  </a:cubicBezTo>
                  <a:lnTo>
                    <a:pt x="7528" y="1039"/>
                  </a:lnTo>
                  <a:cubicBezTo>
                    <a:pt x="7518" y="1020"/>
                    <a:pt x="7509" y="996"/>
                    <a:pt x="7499" y="976"/>
                  </a:cubicBezTo>
                  <a:cubicBezTo>
                    <a:pt x="7422" y="813"/>
                    <a:pt x="7307" y="669"/>
                    <a:pt x="7163" y="559"/>
                  </a:cubicBezTo>
                  <a:lnTo>
                    <a:pt x="7153" y="554"/>
                  </a:lnTo>
                  <a:cubicBezTo>
                    <a:pt x="7043" y="468"/>
                    <a:pt x="6918" y="405"/>
                    <a:pt x="6784" y="367"/>
                  </a:cubicBezTo>
                  <a:cubicBezTo>
                    <a:pt x="6496" y="280"/>
                    <a:pt x="6193" y="208"/>
                    <a:pt x="5896" y="146"/>
                  </a:cubicBezTo>
                  <a:cubicBezTo>
                    <a:pt x="5598" y="88"/>
                    <a:pt x="5286" y="40"/>
                    <a:pt x="4974" y="7"/>
                  </a:cubicBezTo>
                  <a:cubicBezTo>
                    <a:pt x="4965" y="168"/>
                    <a:pt x="4906" y="303"/>
                    <a:pt x="4819" y="406"/>
                  </a:cubicBezTo>
                  <a:lnTo>
                    <a:pt x="4819" y="406"/>
                  </a:lnTo>
                  <a:cubicBezTo>
                    <a:pt x="4831" y="406"/>
                    <a:pt x="4844" y="405"/>
                    <a:pt x="4856" y="405"/>
                  </a:cubicBezTo>
                  <a:cubicBezTo>
                    <a:pt x="4884" y="405"/>
                    <a:pt x="4912" y="407"/>
                    <a:pt x="4940" y="410"/>
                  </a:cubicBezTo>
                  <a:cubicBezTo>
                    <a:pt x="5238" y="439"/>
                    <a:pt x="5536" y="487"/>
                    <a:pt x="5824" y="544"/>
                  </a:cubicBezTo>
                  <a:cubicBezTo>
                    <a:pt x="6117" y="602"/>
                    <a:pt x="6400" y="669"/>
                    <a:pt x="6678" y="751"/>
                  </a:cubicBezTo>
                  <a:cubicBezTo>
                    <a:pt x="6885" y="813"/>
                    <a:pt x="7053" y="957"/>
                    <a:pt x="7144" y="1149"/>
                  </a:cubicBezTo>
                  <a:cubicBezTo>
                    <a:pt x="7235" y="1341"/>
                    <a:pt x="7245" y="1567"/>
                    <a:pt x="7163" y="1764"/>
                  </a:cubicBezTo>
                  <a:lnTo>
                    <a:pt x="5392" y="6031"/>
                  </a:lnTo>
                  <a:cubicBezTo>
                    <a:pt x="5392" y="6031"/>
                    <a:pt x="5392" y="6036"/>
                    <a:pt x="5392" y="6036"/>
                  </a:cubicBezTo>
                  <a:lnTo>
                    <a:pt x="5392" y="6041"/>
                  </a:lnTo>
                  <a:lnTo>
                    <a:pt x="5368" y="6041"/>
                  </a:lnTo>
                  <a:cubicBezTo>
                    <a:pt x="4974" y="5897"/>
                    <a:pt x="4556" y="5815"/>
                    <a:pt x="4134" y="5796"/>
                  </a:cubicBezTo>
                  <a:cubicBezTo>
                    <a:pt x="4124" y="5791"/>
                    <a:pt x="4110" y="5782"/>
                    <a:pt x="4115" y="5767"/>
                  </a:cubicBezTo>
                  <a:lnTo>
                    <a:pt x="4115" y="5767"/>
                  </a:lnTo>
                  <a:lnTo>
                    <a:pt x="4105" y="5777"/>
                  </a:lnTo>
                  <a:lnTo>
                    <a:pt x="4105" y="1159"/>
                  </a:lnTo>
                  <a:cubicBezTo>
                    <a:pt x="4105" y="965"/>
                    <a:pt x="4179" y="783"/>
                    <a:pt x="4309" y="643"/>
                  </a:cubicBezTo>
                  <a:lnTo>
                    <a:pt x="4309" y="643"/>
                  </a:lnTo>
                  <a:cubicBezTo>
                    <a:pt x="4304" y="643"/>
                    <a:pt x="4300" y="643"/>
                    <a:pt x="4296" y="643"/>
                  </a:cubicBezTo>
                  <a:cubicBezTo>
                    <a:pt x="4074" y="643"/>
                    <a:pt x="3850" y="536"/>
                    <a:pt x="3716" y="300"/>
                  </a:cubicBezTo>
                  <a:cubicBezTo>
                    <a:pt x="3501" y="106"/>
                    <a:pt x="3224" y="1"/>
                    <a:pt x="2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4" name="Google Shape;15354;p83"/>
          <p:cNvGrpSpPr/>
          <p:nvPr/>
        </p:nvGrpSpPr>
        <p:grpSpPr>
          <a:xfrm>
            <a:off x="5331090" y="3337029"/>
            <a:ext cx="316238" cy="388688"/>
            <a:chOff x="5331090" y="3337029"/>
            <a:chExt cx="316238" cy="388688"/>
          </a:xfrm>
        </p:grpSpPr>
        <p:sp>
          <p:nvSpPr>
            <p:cNvPr id="15355" name="Google Shape;15355;p83"/>
            <p:cNvSpPr/>
            <p:nvPr/>
          </p:nvSpPr>
          <p:spPr>
            <a:xfrm>
              <a:off x="5475859" y="3342689"/>
              <a:ext cx="26438" cy="33487"/>
            </a:xfrm>
            <a:custGeom>
              <a:rect b="b" l="l" r="r" t="t"/>
              <a:pathLst>
                <a:path extrusionOk="0" h="1278" w="1009">
                  <a:moveTo>
                    <a:pt x="116" y="1"/>
                  </a:moveTo>
                  <a:cubicBezTo>
                    <a:pt x="53" y="1"/>
                    <a:pt x="0" y="53"/>
                    <a:pt x="0" y="116"/>
                  </a:cubicBezTo>
                  <a:lnTo>
                    <a:pt x="0" y="1278"/>
                  </a:lnTo>
                  <a:lnTo>
                    <a:pt x="1008" y="1278"/>
                  </a:lnTo>
                  <a:lnTo>
                    <a:pt x="1008" y="116"/>
                  </a:lnTo>
                  <a:cubicBezTo>
                    <a:pt x="1008" y="53"/>
                    <a:pt x="960" y="1"/>
                    <a:pt x="89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3"/>
            <p:cNvSpPr/>
            <p:nvPr/>
          </p:nvSpPr>
          <p:spPr>
            <a:xfrm>
              <a:off x="5489065" y="3342689"/>
              <a:ext cx="13232" cy="33487"/>
            </a:xfrm>
            <a:custGeom>
              <a:rect b="b" l="l" r="r" t="t"/>
              <a:pathLst>
                <a:path extrusionOk="0" h="1278" w="505">
                  <a:moveTo>
                    <a:pt x="0" y="1"/>
                  </a:moveTo>
                  <a:lnTo>
                    <a:pt x="0" y="1278"/>
                  </a:lnTo>
                  <a:lnTo>
                    <a:pt x="504" y="1278"/>
                  </a:lnTo>
                  <a:lnTo>
                    <a:pt x="504" y="116"/>
                  </a:lnTo>
                  <a:cubicBezTo>
                    <a:pt x="504" y="53"/>
                    <a:pt x="456" y="1"/>
                    <a:pt x="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3"/>
            <p:cNvSpPr/>
            <p:nvPr/>
          </p:nvSpPr>
          <p:spPr>
            <a:xfrm>
              <a:off x="5477483" y="3471107"/>
              <a:ext cx="23294" cy="214861"/>
            </a:xfrm>
            <a:custGeom>
              <a:rect b="b" l="l" r="r" t="t"/>
              <a:pathLst>
                <a:path extrusionOk="0" h="8200" w="889">
                  <a:moveTo>
                    <a:pt x="1" y="1"/>
                  </a:moveTo>
                  <a:lnTo>
                    <a:pt x="1" y="7974"/>
                  </a:lnTo>
                  <a:cubicBezTo>
                    <a:pt x="1" y="8099"/>
                    <a:pt x="102" y="8199"/>
                    <a:pt x="226" y="8199"/>
                  </a:cubicBezTo>
                  <a:lnTo>
                    <a:pt x="658" y="8199"/>
                  </a:lnTo>
                  <a:cubicBezTo>
                    <a:pt x="783" y="8199"/>
                    <a:pt x="889" y="8099"/>
                    <a:pt x="889" y="7974"/>
                  </a:cubicBezTo>
                  <a:lnTo>
                    <a:pt x="88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3"/>
            <p:cNvSpPr/>
            <p:nvPr/>
          </p:nvSpPr>
          <p:spPr>
            <a:xfrm>
              <a:off x="5483274" y="3471107"/>
              <a:ext cx="17503" cy="214992"/>
            </a:xfrm>
            <a:custGeom>
              <a:rect b="b" l="l" r="r" t="t"/>
              <a:pathLst>
                <a:path extrusionOk="0" h="8205" w="668">
                  <a:moveTo>
                    <a:pt x="221" y="1"/>
                  </a:moveTo>
                  <a:lnTo>
                    <a:pt x="221" y="7974"/>
                  </a:lnTo>
                  <a:cubicBezTo>
                    <a:pt x="221" y="8099"/>
                    <a:pt x="125" y="8199"/>
                    <a:pt x="1" y="8204"/>
                  </a:cubicBezTo>
                  <a:lnTo>
                    <a:pt x="437" y="8204"/>
                  </a:lnTo>
                  <a:cubicBezTo>
                    <a:pt x="567" y="8204"/>
                    <a:pt x="668" y="8099"/>
                    <a:pt x="668" y="7974"/>
                  </a:cubicBezTo>
                  <a:lnTo>
                    <a:pt x="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3"/>
            <p:cNvSpPr/>
            <p:nvPr/>
          </p:nvSpPr>
          <p:spPr>
            <a:xfrm>
              <a:off x="5499755" y="3455386"/>
              <a:ext cx="101142" cy="264671"/>
            </a:xfrm>
            <a:custGeom>
              <a:rect b="b" l="l" r="r" t="t"/>
              <a:pathLst>
                <a:path extrusionOk="0" h="10101" w="3860">
                  <a:moveTo>
                    <a:pt x="0" y="1"/>
                  </a:moveTo>
                  <a:lnTo>
                    <a:pt x="2900" y="9932"/>
                  </a:lnTo>
                  <a:cubicBezTo>
                    <a:pt x="2929" y="10033"/>
                    <a:pt x="3020" y="10100"/>
                    <a:pt x="3121" y="10100"/>
                  </a:cubicBezTo>
                  <a:lnTo>
                    <a:pt x="3601" y="10100"/>
                  </a:lnTo>
                  <a:cubicBezTo>
                    <a:pt x="3754" y="10100"/>
                    <a:pt x="3860" y="9952"/>
                    <a:pt x="3821" y="9808"/>
                  </a:cubicBezTo>
                  <a:lnTo>
                    <a:pt x="95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3"/>
            <p:cNvSpPr/>
            <p:nvPr/>
          </p:nvSpPr>
          <p:spPr>
            <a:xfrm>
              <a:off x="5512333" y="3455386"/>
              <a:ext cx="88564" cy="264671"/>
            </a:xfrm>
            <a:custGeom>
              <a:rect b="b" l="l" r="r" t="t"/>
              <a:pathLst>
                <a:path extrusionOk="0" h="10101" w="3380">
                  <a:moveTo>
                    <a:pt x="1" y="1"/>
                  </a:moveTo>
                  <a:lnTo>
                    <a:pt x="2861" y="9808"/>
                  </a:lnTo>
                  <a:cubicBezTo>
                    <a:pt x="2905" y="9952"/>
                    <a:pt x="2794" y="10100"/>
                    <a:pt x="2641" y="10100"/>
                  </a:cubicBezTo>
                  <a:lnTo>
                    <a:pt x="3116" y="10100"/>
                  </a:lnTo>
                  <a:cubicBezTo>
                    <a:pt x="3269" y="10100"/>
                    <a:pt x="3380" y="9952"/>
                    <a:pt x="3337" y="9808"/>
                  </a:cubicBezTo>
                  <a:lnTo>
                    <a:pt x="476"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83"/>
            <p:cNvSpPr/>
            <p:nvPr/>
          </p:nvSpPr>
          <p:spPr>
            <a:xfrm>
              <a:off x="5377364" y="3455386"/>
              <a:ext cx="101168" cy="264671"/>
            </a:xfrm>
            <a:custGeom>
              <a:rect b="b" l="l" r="r" t="t"/>
              <a:pathLst>
                <a:path extrusionOk="0" h="10101" w="3861">
                  <a:moveTo>
                    <a:pt x="2905" y="1"/>
                  </a:moveTo>
                  <a:lnTo>
                    <a:pt x="44" y="9808"/>
                  </a:lnTo>
                  <a:cubicBezTo>
                    <a:pt x="1" y="9952"/>
                    <a:pt x="111" y="10100"/>
                    <a:pt x="260" y="10100"/>
                  </a:cubicBezTo>
                  <a:lnTo>
                    <a:pt x="740" y="10100"/>
                  </a:lnTo>
                  <a:cubicBezTo>
                    <a:pt x="846" y="10100"/>
                    <a:pt x="932" y="10033"/>
                    <a:pt x="961" y="9932"/>
                  </a:cubicBezTo>
                  <a:lnTo>
                    <a:pt x="386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83"/>
            <p:cNvSpPr/>
            <p:nvPr/>
          </p:nvSpPr>
          <p:spPr>
            <a:xfrm>
              <a:off x="5383914" y="3455386"/>
              <a:ext cx="94486" cy="264540"/>
            </a:xfrm>
            <a:custGeom>
              <a:rect b="b" l="l" r="r" t="t"/>
              <a:pathLst>
                <a:path extrusionOk="0" h="10096" w="3606">
                  <a:moveTo>
                    <a:pt x="3111" y="1"/>
                  </a:moveTo>
                  <a:lnTo>
                    <a:pt x="212" y="9932"/>
                  </a:lnTo>
                  <a:cubicBezTo>
                    <a:pt x="183" y="10028"/>
                    <a:pt x="96" y="10096"/>
                    <a:pt x="0" y="10096"/>
                  </a:cubicBezTo>
                  <a:lnTo>
                    <a:pt x="490" y="10096"/>
                  </a:lnTo>
                  <a:cubicBezTo>
                    <a:pt x="591" y="10096"/>
                    <a:pt x="677" y="10028"/>
                    <a:pt x="706" y="9932"/>
                  </a:cubicBezTo>
                  <a:lnTo>
                    <a:pt x="360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83"/>
            <p:cNvSpPr/>
            <p:nvPr/>
          </p:nvSpPr>
          <p:spPr>
            <a:xfrm>
              <a:off x="5487545" y="3561427"/>
              <a:ext cx="3066" cy="2411"/>
            </a:xfrm>
            <a:custGeom>
              <a:rect b="b" l="l" r="r" t="t"/>
              <a:pathLst>
                <a:path extrusionOk="0" h="92" w="117">
                  <a:moveTo>
                    <a:pt x="58" y="0"/>
                  </a:moveTo>
                  <a:cubicBezTo>
                    <a:pt x="1" y="0"/>
                    <a:pt x="1" y="91"/>
                    <a:pt x="58" y="91"/>
                  </a:cubicBezTo>
                  <a:cubicBezTo>
                    <a:pt x="116" y="91"/>
                    <a:pt x="116" y="0"/>
                    <a:pt x="58"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3"/>
            <p:cNvSpPr/>
            <p:nvPr/>
          </p:nvSpPr>
          <p:spPr>
            <a:xfrm>
              <a:off x="5351580" y="3376778"/>
              <a:ext cx="275100" cy="188684"/>
            </a:xfrm>
            <a:custGeom>
              <a:rect b="b" l="l" r="r" t="t"/>
              <a:pathLst>
                <a:path extrusionOk="0" h="7201" w="10499">
                  <a:moveTo>
                    <a:pt x="207" y="1"/>
                  </a:moveTo>
                  <a:cubicBezTo>
                    <a:pt x="92" y="1"/>
                    <a:pt x="1" y="97"/>
                    <a:pt x="1" y="212"/>
                  </a:cubicBezTo>
                  <a:lnTo>
                    <a:pt x="1" y="6990"/>
                  </a:lnTo>
                  <a:cubicBezTo>
                    <a:pt x="1" y="7105"/>
                    <a:pt x="92" y="7201"/>
                    <a:pt x="207" y="7201"/>
                  </a:cubicBezTo>
                  <a:lnTo>
                    <a:pt x="10288" y="7201"/>
                  </a:lnTo>
                  <a:cubicBezTo>
                    <a:pt x="10403" y="7201"/>
                    <a:pt x="10499" y="7105"/>
                    <a:pt x="10499" y="6990"/>
                  </a:cubicBezTo>
                  <a:lnTo>
                    <a:pt x="10499" y="212"/>
                  </a:lnTo>
                  <a:cubicBezTo>
                    <a:pt x="10499" y="97"/>
                    <a:pt x="10403" y="1"/>
                    <a:pt x="10288"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3"/>
            <p:cNvSpPr/>
            <p:nvPr/>
          </p:nvSpPr>
          <p:spPr>
            <a:xfrm>
              <a:off x="5580512" y="3376778"/>
              <a:ext cx="46169" cy="188684"/>
            </a:xfrm>
            <a:custGeom>
              <a:rect b="b" l="l" r="r" t="t"/>
              <a:pathLst>
                <a:path extrusionOk="0" h="7201" w="1762">
                  <a:moveTo>
                    <a:pt x="0" y="1"/>
                  </a:moveTo>
                  <a:cubicBezTo>
                    <a:pt x="115" y="1"/>
                    <a:pt x="207" y="97"/>
                    <a:pt x="207" y="212"/>
                  </a:cubicBezTo>
                  <a:lnTo>
                    <a:pt x="207" y="6990"/>
                  </a:lnTo>
                  <a:cubicBezTo>
                    <a:pt x="207" y="7105"/>
                    <a:pt x="115" y="7201"/>
                    <a:pt x="0" y="7201"/>
                  </a:cubicBezTo>
                  <a:lnTo>
                    <a:pt x="1551" y="7201"/>
                  </a:lnTo>
                  <a:cubicBezTo>
                    <a:pt x="1666" y="7201"/>
                    <a:pt x="1762" y="7105"/>
                    <a:pt x="1762" y="6990"/>
                  </a:cubicBezTo>
                  <a:lnTo>
                    <a:pt x="1762" y="212"/>
                  </a:lnTo>
                  <a:cubicBezTo>
                    <a:pt x="1762" y="97"/>
                    <a:pt x="1666" y="1"/>
                    <a:pt x="1551"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3"/>
            <p:cNvSpPr/>
            <p:nvPr/>
          </p:nvSpPr>
          <p:spPr>
            <a:xfrm>
              <a:off x="5455473" y="3365328"/>
              <a:ext cx="67445" cy="22927"/>
            </a:xfrm>
            <a:custGeom>
              <a:rect b="b" l="l" r="r" t="t"/>
              <a:pathLst>
                <a:path extrusionOk="0" h="875" w="2574">
                  <a:moveTo>
                    <a:pt x="92" y="1"/>
                  </a:moveTo>
                  <a:cubicBezTo>
                    <a:pt x="44" y="1"/>
                    <a:pt x="1" y="44"/>
                    <a:pt x="1" y="92"/>
                  </a:cubicBezTo>
                  <a:lnTo>
                    <a:pt x="1" y="783"/>
                  </a:lnTo>
                  <a:cubicBezTo>
                    <a:pt x="1" y="831"/>
                    <a:pt x="39" y="874"/>
                    <a:pt x="92" y="874"/>
                  </a:cubicBezTo>
                  <a:lnTo>
                    <a:pt x="2478" y="874"/>
                  </a:lnTo>
                  <a:cubicBezTo>
                    <a:pt x="2531" y="874"/>
                    <a:pt x="2574" y="836"/>
                    <a:pt x="2574" y="783"/>
                  </a:cubicBezTo>
                  <a:lnTo>
                    <a:pt x="2574" y="92"/>
                  </a:lnTo>
                  <a:cubicBezTo>
                    <a:pt x="2574" y="44"/>
                    <a:pt x="2531" y="1"/>
                    <a:pt x="247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83"/>
            <p:cNvSpPr/>
            <p:nvPr/>
          </p:nvSpPr>
          <p:spPr>
            <a:xfrm>
              <a:off x="5378254" y="3418545"/>
              <a:ext cx="225158" cy="113850"/>
            </a:xfrm>
            <a:custGeom>
              <a:rect b="b" l="l" r="r" t="t"/>
              <a:pathLst>
                <a:path extrusionOk="0" h="4345" w="8593">
                  <a:moveTo>
                    <a:pt x="5521" y="0"/>
                  </a:moveTo>
                  <a:lnTo>
                    <a:pt x="2876" y="3408"/>
                  </a:lnTo>
                  <a:lnTo>
                    <a:pt x="1853" y="1964"/>
                  </a:lnTo>
                  <a:lnTo>
                    <a:pt x="0" y="4344"/>
                  </a:lnTo>
                  <a:lnTo>
                    <a:pt x="8593" y="4344"/>
                  </a:lnTo>
                  <a:lnTo>
                    <a:pt x="5521"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3"/>
            <p:cNvSpPr/>
            <p:nvPr/>
          </p:nvSpPr>
          <p:spPr>
            <a:xfrm>
              <a:off x="5426808" y="3469981"/>
              <a:ext cx="44177" cy="62414"/>
            </a:xfrm>
            <a:custGeom>
              <a:rect b="b" l="l" r="r" t="t"/>
              <a:pathLst>
                <a:path extrusionOk="0" h="2382" w="1686">
                  <a:moveTo>
                    <a:pt x="0" y="1"/>
                  </a:moveTo>
                  <a:lnTo>
                    <a:pt x="716" y="2381"/>
                  </a:lnTo>
                  <a:lnTo>
                    <a:pt x="1685" y="2381"/>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3"/>
            <p:cNvSpPr/>
            <p:nvPr/>
          </p:nvSpPr>
          <p:spPr>
            <a:xfrm>
              <a:off x="5522892" y="3418545"/>
              <a:ext cx="80520" cy="113850"/>
            </a:xfrm>
            <a:custGeom>
              <a:rect b="b" l="l" r="r" t="t"/>
              <a:pathLst>
                <a:path extrusionOk="0" h="4345" w="3073">
                  <a:moveTo>
                    <a:pt x="1" y="0"/>
                  </a:moveTo>
                  <a:lnTo>
                    <a:pt x="1402" y="4344"/>
                  </a:lnTo>
                  <a:lnTo>
                    <a:pt x="3073" y="4344"/>
                  </a:lnTo>
                  <a:lnTo>
                    <a:pt x="1"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3"/>
            <p:cNvSpPr/>
            <p:nvPr/>
          </p:nvSpPr>
          <p:spPr>
            <a:xfrm>
              <a:off x="5351580" y="3532369"/>
              <a:ext cx="275100" cy="33094"/>
            </a:xfrm>
            <a:custGeom>
              <a:rect b="b" l="l" r="r" t="t"/>
              <a:pathLst>
                <a:path extrusionOk="0" h="1263" w="10499">
                  <a:moveTo>
                    <a:pt x="1" y="0"/>
                  </a:moveTo>
                  <a:lnTo>
                    <a:pt x="1" y="1052"/>
                  </a:lnTo>
                  <a:cubicBezTo>
                    <a:pt x="1" y="1167"/>
                    <a:pt x="92" y="1263"/>
                    <a:pt x="212" y="1263"/>
                  </a:cubicBezTo>
                  <a:lnTo>
                    <a:pt x="10293" y="1263"/>
                  </a:lnTo>
                  <a:cubicBezTo>
                    <a:pt x="10408" y="1263"/>
                    <a:pt x="10499" y="1167"/>
                    <a:pt x="10499" y="1052"/>
                  </a:cubicBezTo>
                  <a:lnTo>
                    <a:pt x="1049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3"/>
            <p:cNvSpPr/>
            <p:nvPr/>
          </p:nvSpPr>
          <p:spPr>
            <a:xfrm>
              <a:off x="5351580" y="3532369"/>
              <a:ext cx="275100" cy="33094"/>
            </a:xfrm>
            <a:custGeom>
              <a:rect b="b" l="l" r="r" t="t"/>
              <a:pathLst>
                <a:path extrusionOk="0" h="1263" w="10499">
                  <a:moveTo>
                    <a:pt x="8944" y="0"/>
                  </a:moveTo>
                  <a:lnTo>
                    <a:pt x="8944" y="360"/>
                  </a:lnTo>
                  <a:cubicBezTo>
                    <a:pt x="8944" y="485"/>
                    <a:pt x="8843" y="586"/>
                    <a:pt x="8718" y="586"/>
                  </a:cubicBezTo>
                  <a:lnTo>
                    <a:pt x="212" y="586"/>
                  </a:lnTo>
                  <a:cubicBezTo>
                    <a:pt x="92" y="538"/>
                    <a:pt x="1" y="442"/>
                    <a:pt x="1" y="327"/>
                  </a:cubicBezTo>
                  <a:lnTo>
                    <a:pt x="1" y="1052"/>
                  </a:lnTo>
                  <a:cubicBezTo>
                    <a:pt x="1" y="1167"/>
                    <a:pt x="92" y="1263"/>
                    <a:pt x="212" y="1263"/>
                  </a:cubicBezTo>
                  <a:lnTo>
                    <a:pt x="10293" y="1263"/>
                  </a:lnTo>
                  <a:cubicBezTo>
                    <a:pt x="10408" y="1263"/>
                    <a:pt x="10499" y="1167"/>
                    <a:pt x="10499" y="1052"/>
                  </a:cubicBezTo>
                  <a:lnTo>
                    <a:pt x="10499"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83"/>
            <p:cNvSpPr/>
            <p:nvPr/>
          </p:nvSpPr>
          <p:spPr>
            <a:xfrm>
              <a:off x="5336750" y="3557156"/>
              <a:ext cx="304787" cy="22901"/>
            </a:xfrm>
            <a:custGeom>
              <a:rect b="b" l="l" r="r" t="t"/>
              <a:pathLst>
                <a:path extrusionOk="0" h="874" w="11632">
                  <a:moveTo>
                    <a:pt x="159" y="0"/>
                  </a:moveTo>
                  <a:cubicBezTo>
                    <a:pt x="72" y="0"/>
                    <a:pt x="0" y="67"/>
                    <a:pt x="0" y="15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3"/>
            <p:cNvSpPr/>
            <p:nvPr/>
          </p:nvSpPr>
          <p:spPr>
            <a:xfrm>
              <a:off x="5336750" y="3557156"/>
              <a:ext cx="304787" cy="22901"/>
            </a:xfrm>
            <a:custGeom>
              <a:rect b="b" l="l" r="r" t="t"/>
              <a:pathLst>
                <a:path extrusionOk="0" h="874" w="11632">
                  <a:moveTo>
                    <a:pt x="10071" y="0"/>
                  </a:moveTo>
                  <a:lnTo>
                    <a:pt x="10071" y="240"/>
                  </a:lnTo>
                  <a:cubicBezTo>
                    <a:pt x="10071" y="403"/>
                    <a:pt x="9937" y="538"/>
                    <a:pt x="9774" y="538"/>
                  </a:cubicBezTo>
                  <a:lnTo>
                    <a:pt x="159" y="538"/>
                  </a:lnTo>
                  <a:cubicBezTo>
                    <a:pt x="72" y="538"/>
                    <a:pt x="0" y="470"/>
                    <a:pt x="0" y="38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3"/>
            <p:cNvSpPr/>
            <p:nvPr/>
          </p:nvSpPr>
          <p:spPr>
            <a:xfrm>
              <a:off x="5487309" y="3418545"/>
              <a:ext cx="72345" cy="53977"/>
            </a:xfrm>
            <a:custGeom>
              <a:rect b="b" l="l" r="r" t="t"/>
              <a:pathLst>
                <a:path extrusionOk="0" h="2060" w="2761">
                  <a:moveTo>
                    <a:pt x="1359" y="0"/>
                  </a:moveTo>
                  <a:lnTo>
                    <a:pt x="0" y="1747"/>
                  </a:lnTo>
                  <a:lnTo>
                    <a:pt x="908" y="1459"/>
                  </a:lnTo>
                  <a:lnTo>
                    <a:pt x="1354" y="2060"/>
                  </a:lnTo>
                  <a:lnTo>
                    <a:pt x="1671" y="1407"/>
                  </a:lnTo>
                  <a:lnTo>
                    <a:pt x="2760" y="1983"/>
                  </a:lnTo>
                  <a:lnTo>
                    <a:pt x="13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3"/>
            <p:cNvSpPr/>
            <p:nvPr/>
          </p:nvSpPr>
          <p:spPr>
            <a:xfrm>
              <a:off x="5522892" y="3418545"/>
              <a:ext cx="36762" cy="51960"/>
            </a:xfrm>
            <a:custGeom>
              <a:rect b="b" l="l" r="r" t="t"/>
              <a:pathLst>
                <a:path extrusionOk="0" h="1983" w="1403">
                  <a:moveTo>
                    <a:pt x="1" y="0"/>
                  </a:moveTo>
                  <a:lnTo>
                    <a:pt x="481" y="1498"/>
                  </a:lnTo>
                  <a:lnTo>
                    <a:pt x="1402" y="1983"/>
                  </a:lnTo>
                  <a:lnTo>
                    <a:pt x="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3"/>
            <p:cNvSpPr/>
            <p:nvPr/>
          </p:nvSpPr>
          <p:spPr>
            <a:xfrm>
              <a:off x="5399898" y="3469981"/>
              <a:ext cx="44282" cy="41400"/>
            </a:xfrm>
            <a:custGeom>
              <a:rect b="b" l="l" r="r" t="t"/>
              <a:pathLst>
                <a:path extrusionOk="0" h="1580" w="1690">
                  <a:moveTo>
                    <a:pt x="1027" y="1"/>
                  </a:moveTo>
                  <a:lnTo>
                    <a:pt x="0" y="1321"/>
                  </a:lnTo>
                  <a:lnTo>
                    <a:pt x="749" y="1186"/>
                  </a:lnTo>
                  <a:lnTo>
                    <a:pt x="1027" y="1580"/>
                  </a:lnTo>
                  <a:lnTo>
                    <a:pt x="1690" y="937"/>
                  </a:lnTo>
                  <a:lnTo>
                    <a:pt x="10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3"/>
            <p:cNvSpPr/>
            <p:nvPr/>
          </p:nvSpPr>
          <p:spPr>
            <a:xfrm>
              <a:off x="5426808" y="3469981"/>
              <a:ext cx="17372" cy="31967"/>
            </a:xfrm>
            <a:custGeom>
              <a:rect b="b" l="l" r="r" t="t"/>
              <a:pathLst>
                <a:path extrusionOk="0" h="1220" w="663">
                  <a:moveTo>
                    <a:pt x="0" y="1"/>
                  </a:moveTo>
                  <a:lnTo>
                    <a:pt x="370" y="1220"/>
                  </a:lnTo>
                  <a:lnTo>
                    <a:pt x="663" y="937"/>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3"/>
            <p:cNvSpPr/>
            <p:nvPr/>
          </p:nvSpPr>
          <p:spPr>
            <a:xfrm>
              <a:off x="5489196" y="3365328"/>
              <a:ext cx="33723" cy="22927"/>
            </a:xfrm>
            <a:custGeom>
              <a:rect b="b" l="l" r="r" t="t"/>
              <a:pathLst>
                <a:path extrusionOk="0" h="875" w="1287">
                  <a:moveTo>
                    <a:pt x="0" y="1"/>
                  </a:moveTo>
                  <a:lnTo>
                    <a:pt x="0" y="874"/>
                  </a:lnTo>
                  <a:lnTo>
                    <a:pt x="1191" y="874"/>
                  </a:lnTo>
                  <a:cubicBezTo>
                    <a:pt x="1244" y="874"/>
                    <a:pt x="1287" y="836"/>
                    <a:pt x="1287" y="783"/>
                  </a:cubicBezTo>
                  <a:lnTo>
                    <a:pt x="1287" y="92"/>
                  </a:lnTo>
                  <a:cubicBezTo>
                    <a:pt x="1287" y="44"/>
                    <a:pt x="1244" y="1"/>
                    <a:pt x="1191"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3"/>
            <p:cNvSpPr/>
            <p:nvPr/>
          </p:nvSpPr>
          <p:spPr>
            <a:xfrm>
              <a:off x="5400893" y="3337029"/>
              <a:ext cx="231447" cy="127947"/>
            </a:xfrm>
            <a:custGeom>
              <a:rect b="b" l="l" r="r" t="t"/>
              <a:pathLst>
                <a:path extrusionOk="0" h="4883" w="8833">
                  <a:moveTo>
                    <a:pt x="3653" y="433"/>
                  </a:moveTo>
                  <a:lnTo>
                    <a:pt x="3653" y="865"/>
                  </a:lnTo>
                  <a:lnTo>
                    <a:pt x="3082" y="865"/>
                  </a:lnTo>
                  <a:lnTo>
                    <a:pt x="3082" y="433"/>
                  </a:lnTo>
                  <a:close/>
                  <a:moveTo>
                    <a:pt x="4436" y="1297"/>
                  </a:moveTo>
                  <a:lnTo>
                    <a:pt x="4436" y="1738"/>
                  </a:lnTo>
                  <a:lnTo>
                    <a:pt x="2300" y="1738"/>
                  </a:lnTo>
                  <a:lnTo>
                    <a:pt x="2300" y="1518"/>
                  </a:lnTo>
                  <a:lnTo>
                    <a:pt x="2300" y="1297"/>
                  </a:lnTo>
                  <a:close/>
                  <a:moveTo>
                    <a:pt x="2981" y="1"/>
                  </a:moveTo>
                  <a:cubicBezTo>
                    <a:pt x="2794" y="1"/>
                    <a:pt x="2645" y="149"/>
                    <a:pt x="2645" y="332"/>
                  </a:cubicBezTo>
                  <a:lnTo>
                    <a:pt x="2645" y="865"/>
                  </a:lnTo>
                  <a:lnTo>
                    <a:pt x="2175" y="865"/>
                  </a:lnTo>
                  <a:cubicBezTo>
                    <a:pt x="2002" y="865"/>
                    <a:pt x="1863" y="999"/>
                    <a:pt x="1863" y="1172"/>
                  </a:cubicBezTo>
                  <a:lnTo>
                    <a:pt x="1863" y="1302"/>
                  </a:lnTo>
                  <a:lnTo>
                    <a:pt x="288" y="1302"/>
                  </a:lnTo>
                  <a:cubicBezTo>
                    <a:pt x="0" y="1302"/>
                    <a:pt x="0" y="1734"/>
                    <a:pt x="288" y="1734"/>
                  </a:cubicBezTo>
                  <a:lnTo>
                    <a:pt x="1863" y="1734"/>
                  </a:lnTo>
                  <a:lnTo>
                    <a:pt x="1863" y="1863"/>
                  </a:lnTo>
                  <a:cubicBezTo>
                    <a:pt x="1863" y="2036"/>
                    <a:pt x="2002" y="2175"/>
                    <a:pt x="2175" y="2175"/>
                  </a:cubicBezTo>
                  <a:lnTo>
                    <a:pt x="4561" y="2175"/>
                  </a:lnTo>
                  <a:cubicBezTo>
                    <a:pt x="4734" y="2175"/>
                    <a:pt x="4873" y="2036"/>
                    <a:pt x="4873" y="1863"/>
                  </a:cubicBezTo>
                  <a:lnTo>
                    <a:pt x="4873" y="1734"/>
                  </a:lnTo>
                  <a:lnTo>
                    <a:pt x="8401" y="1734"/>
                  </a:lnTo>
                  <a:lnTo>
                    <a:pt x="8401" y="4666"/>
                  </a:lnTo>
                  <a:cubicBezTo>
                    <a:pt x="8401" y="4810"/>
                    <a:pt x="8509" y="4882"/>
                    <a:pt x="8617" y="4882"/>
                  </a:cubicBezTo>
                  <a:cubicBezTo>
                    <a:pt x="8725" y="4882"/>
                    <a:pt x="8833" y="4810"/>
                    <a:pt x="8833" y="4666"/>
                  </a:cubicBezTo>
                  <a:lnTo>
                    <a:pt x="8833" y="1729"/>
                  </a:lnTo>
                  <a:cubicBezTo>
                    <a:pt x="8833" y="1494"/>
                    <a:pt x="8641" y="1302"/>
                    <a:pt x="8406" y="1302"/>
                  </a:cubicBezTo>
                  <a:lnTo>
                    <a:pt x="4873" y="1302"/>
                  </a:lnTo>
                  <a:lnTo>
                    <a:pt x="4873" y="1172"/>
                  </a:lnTo>
                  <a:cubicBezTo>
                    <a:pt x="4873" y="999"/>
                    <a:pt x="4734" y="865"/>
                    <a:pt x="4561" y="865"/>
                  </a:cubicBezTo>
                  <a:lnTo>
                    <a:pt x="4090" y="865"/>
                  </a:lnTo>
                  <a:lnTo>
                    <a:pt x="4090" y="332"/>
                  </a:lnTo>
                  <a:cubicBezTo>
                    <a:pt x="4090" y="149"/>
                    <a:pt x="3941"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3"/>
            <p:cNvSpPr/>
            <p:nvPr/>
          </p:nvSpPr>
          <p:spPr>
            <a:xfrm>
              <a:off x="5331090" y="3371119"/>
              <a:ext cx="316238" cy="354598"/>
            </a:xfrm>
            <a:custGeom>
              <a:rect b="b" l="l" r="r" t="t"/>
              <a:pathLst>
                <a:path extrusionOk="0" h="13533" w="12069">
                  <a:moveTo>
                    <a:pt x="7311" y="2175"/>
                  </a:moveTo>
                  <a:lnTo>
                    <a:pt x="8017" y="3178"/>
                  </a:lnTo>
                  <a:lnTo>
                    <a:pt x="7734" y="3025"/>
                  </a:lnTo>
                  <a:cubicBezTo>
                    <a:pt x="7700" y="3007"/>
                    <a:pt x="7665" y="2999"/>
                    <a:pt x="7630" y="2999"/>
                  </a:cubicBezTo>
                  <a:cubicBezTo>
                    <a:pt x="7550" y="2999"/>
                    <a:pt x="7473" y="3043"/>
                    <a:pt x="7436" y="3121"/>
                  </a:cubicBezTo>
                  <a:lnTo>
                    <a:pt x="7278" y="3452"/>
                  </a:lnTo>
                  <a:lnTo>
                    <a:pt x="7042" y="3140"/>
                  </a:lnTo>
                  <a:cubicBezTo>
                    <a:pt x="7003" y="3083"/>
                    <a:pt x="6940" y="3052"/>
                    <a:pt x="6872" y="3052"/>
                  </a:cubicBezTo>
                  <a:cubicBezTo>
                    <a:pt x="6849" y="3052"/>
                    <a:pt x="6826" y="3056"/>
                    <a:pt x="6802" y="3063"/>
                  </a:cubicBezTo>
                  <a:lnTo>
                    <a:pt x="6562" y="3140"/>
                  </a:lnTo>
                  <a:lnTo>
                    <a:pt x="6562" y="3140"/>
                  </a:lnTo>
                  <a:lnTo>
                    <a:pt x="7311" y="2175"/>
                  </a:lnTo>
                  <a:close/>
                  <a:moveTo>
                    <a:pt x="3644" y="4134"/>
                  </a:moveTo>
                  <a:lnTo>
                    <a:pt x="4028" y="4681"/>
                  </a:lnTo>
                  <a:lnTo>
                    <a:pt x="3682" y="5017"/>
                  </a:lnTo>
                  <a:lnTo>
                    <a:pt x="3553" y="4834"/>
                  </a:lnTo>
                  <a:cubicBezTo>
                    <a:pt x="3512" y="4773"/>
                    <a:pt x="3444" y="4740"/>
                    <a:pt x="3374" y="4740"/>
                  </a:cubicBezTo>
                  <a:cubicBezTo>
                    <a:pt x="3361" y="4740"/>
                    <a:pt x="3349" y="4741"/>
                    <a:pt x="3337" y="4743"/>
                  </a:cubicBezTo>
                  <a:lnTo>
                    <a:pt x="3140" y="4777"/>
                  </a:lnTo>
                  <a:lnTo>
                    <a:pt x="3178" y="4734"/>
                  </a:lnTo>
                  <a:lnTo>
                    <a:pt x="3644" y="4134"/>
                  </a:lnTo>
                  <a:close/>
                  <a:moveTo>
                    <a:pt x="7729" y="3519"/>
                  </a:moveTo>
                  <a:lnTo>
                    <a:pt x="8569" y="3966"/>
                  </a:lnTo>
                  <a:lnTo>
                    <a:pt x="9970" y="5943"/>
                  </a:lnTo>
                  <a:lnTo>
                    <a:pt x="2247" y="5943"/>
                  </a:lnTo>
                  <a:lnTo>
                    <a:pt x="2741" y="5295"/>
                  </a:lnTo>
                  <a:lnTo>
                    <a:pt x="3279" y="5194"/>
                  </a:lnTo>
                  <a:lnTo>
                    <a:pt x="3471" y="5478"/>
                  </a:lnTo>
                  <a:cubicBezTo>
                    <a:pt x="3509" y="5526"/>
                    <a:pt x="3567" y="5559"/>
                    <a:pt x="3629" y="5569"/>
                  </a:cubicBezTo>
                  <a:lnTo>
                    <a:pt x="3649" y="5569"/>
                  </a:lnTo>
                  <a:cubicBezTo>
                    <a:pt x="3706" y="5569"/>
                    <a:pt x="3759" y="5545"/>
                    <a:pt x="3802" y="5506"/>
                  </a:cubicBezTo>
                  <a:lnTo>
                    <a:pt x="4282" y="5041"/>
                  </a:lnTo>
                  <a:lnTo>
                    <a:pt x="4493" y="5343"/>
                  </a:lnTo>
                  <a:cubicBezTo>
                    <a:pt x="4535" y="5402"/>
                    <a:pt x="4602" y="5432"/>
                    <a:pt x="4668" y="5432"/>
                  </a:cubicBezTo>
                  <a:cubicBezTo>
                    <a:pt x="4733" y="5432"/>
                    <a:pt x="4797" y="5404"/>
                    <a:pt x="4839" y="5348"/>
                  </a:cubicBezTo>
                  <a:lnTo>
                    <a:pt x="6092" y="3745"/>
                  </a:lnTo>
                  <a:lnTo>
                    <a:pt x="6788" y="3524"/>
                  </a:lnTo>
                  <a:lnTo>
                    <a:pt x="7138" y="4004"/>
                  </a:lnTo>
                  <a:cubicBezTo>
                    <a:pt x="7182" y="4057"/>
                    <a:pt x="7244" y="4090"/>
                    <a:pt x="7311" y="4090"/>
                  </a:cubicBezTo>
                  <a:lnTo>
                    <a:pt x="7335" y="4090"/>
                  </a:lnTo>
                  <a:cubicBezTo>
                    <a:pt x="7407" y="4081"/>
                    <a:pt x="7474" y="4038"/>
                    <a:pt x="7508" y="3970"/>
                  </a:cubicBezTo>
                  <a:lnTo>
                    <a:pt x="7729" y="3519"/>
                  </a:lnTo>
                  <a:close/>
                  <a:moveTo>
                    <a:pt x="11065" y="6375"/>
                  </a:moveTo>
                  <a:lnTo>
                    <a:pt x="11065" y="6884"/>
                  </a:lnTo>
                  <a:lnTo>
                    <a:pt x="999" y="6884"/>
                  </a:lnTo>
                  <a:lnTo>
                    <a:pt x="999" y="6375"/>
                  </a:lnTo>
                  <a:close/>
                  <a:moveTo>
                    <a:pt x="11631" y="7316"/>
                  </a:moveTo>
                  <a:lnTo>
                    <a:pt x="11631" y="7762"/>
                  </a:lnTo>
                  <a:lnTo>
                    <a:pt x="432" y="7762"/>
                  </a:lnTo>
                  <a:lnTo>
                    <a:pt x="432" y="7316"/>
                  </a:lnTo>
                  <a:close/>
                  <a:moveTo>
                    <a:pt x="5367" y="8195"/>
                  </a:moveTo>
                  <a:lnTo>
                    <a:pt x="5367" y="9481"/>
                  </a:lnTo>
                  <a:lnTo>
                    <a:pt x="4023" y="9481"/>
                  </a:lnTo>
                  <a:lnTo>
                    <a:pt x="4397" y="8195"/>
                  </a:lnTo>
                  <a:close/>
                  <a:moveTo>
                    <a:pt x="7662" y="8190"/>
                  </a:moveTo>
                  <a:lnTo>
                    <a:pt x="8036" y="9476"/>
                  </a:lnTo>
                  <a:lnTo>
                    <a:pt x="6692" y="9481"/>
                  </a:lnTo>
                  <a:lnTo>
                    <a:pt x="6692" y="8190"/>
                  </a:lnTo>
                  <a:close/>
                  <a:moveTo>
                    <a:pt x="6255" y="8190"/>
                  </a:moveTo>
                  <a:lnTo>
                    <a:pt x="6255" y="11790"/>
                  </a:lnTo>
                  <a:cubicBezTo>
                    <a:pt x="6255" y="11799"/>
                    <a:pt x="6250" y="11804"/>
                    <a:pt x="6245" y="11804"/>
                  </a:cubicBezTo>
                  <a:lnTo>
                    <a:pt x="5813" y="11804"/>
                  </a:lnTo>
                  <a:cubicBezTo>
                    <a:pt x="5809" y="11804"/>
                    <a:pt x="5804" y="11799"/>
                    <a:pt x="5804" y="11790"/>
                  </a:cubicBezTo>
                  <a:lnTo>
                    <a:pt x="5804" y="8190"/>
                  </a:lnTo>
                  <a:close/>
                  <a:moveTo>
                    <a:pt x="3946" y="8190"/>
                  </a:moveTo>
                  <a:lnTo>
                    <a:pt x="2516" y="13096"/>
                  </a:lnTo>
                  <a:cubicBezTo>
                    <a:pt x="2511" y="13100"/>
                    <a:pt x="2511" y="13100"/>
                    <a:pt x="2506" y="13100"/>
                  </a:cubicBezTo>
                  <a:lnTo>
                    <a:pt x="2026" y="13100"/>
                  </a:lnTo>
                  <a:cubicBezTo>
                    <a:pt x="2016" y="13100"/>
                    <a:pt x="2012" y="13096"/>
                    <a:pt x="2012" y="13086"/>
                  </a:cubicBezTo>
                  <a:lnTo>
                    <a:pt x="3447" y="8190"/>
                  </a:lnTo>
                  <a:close/>
                  <a:moveTo>
                    <a:pt x="8617" y="8190"/>
                  </a:moveTo>
                  <a:lnTo>
                    <a:pt x="10042" y="13086"/>
                  </a:lnTo>
                  <a:cubicBezTo>
                    <a:pt x="10047" y="13096"/>
                    <a:pt x="10042" y="13100"/>
                    <a:pt x="10033" y="13100"/>
                  </a:cubicBezTo>
                  <a:lnTo>
                    <a:pt x="9553" y="13100"/>
                  </a:lnTo>
                  <a:cubicBezTo>
                    <a:pt x="9548" y="13100"/>
                    <a:pt x="9543" y="13096"/>
                    <a:pt x="9543" y="13091"/>
                  </a:cubicBezTo>
                  <a:lnTo>
                    <a:pt x="8118" y="8190"/>
                  </a:lnTo>
                  <a:close/>
                  <a:moveTo>
                    <a:pt x="994" y="1"/>
                  </a:moveTo>
                  <a:cubicBezTo>
                    <a:pt x="754" y="1"/>
                    <a:pt x="567" y="188"/>
                    <a:pt x="567" y="428"/>
                  </a:cubicBezTo>
                  <a:lnTo>
                    <a:pt x="567" y="6884"/>
                  </a:lnTo>
                  <a:lnTo>
                    <a:pt x="370" y="6884"/>
                  </a:lnTo>
                  <a:cubicBezTo>
                    <a:pt x="367" y="6884"/>
                    <a:pt x="364" y="6884"/>
                    <a:pt x="362" y="6884"/>
                  </a:cubicBezTo>
                  <a:cubicBezTo>
                    <a:pt x="164" y="6884"/>
                    <a:pt x="0" y="7050"/>
                    <a:pt x="0" y="7254"/>
                  </a:cubicBezTo>
                  <a:lnTo>
                    <a:pt x="0" y="7820"/>
                  </a:lnTo>
                  <a:cubicBezTo>
                    <a:pt x="0" y="8027"/>
                    <a:pt x="168" y="8195"/>
                    <a:pt x="370" y="8195"/>
                  </a:cubicBezTo>
                  <a:lnTo>
                    <a:pt x="2991" y="8195"/>
                  </a:lnTo>
                  <a:lnTo>
                    <a:pt x="1599" y="12961"/>
                  </a:lnTo>
                  <a:cubicBezTo>
                    <a:pt x="1517" y="13244"/>
                    <a:pt x="1728" y="13532"/>
                    <a:pt x="2026" y="13532"/>
                  </a:cubicBezTo>
                  <a:lnTo>
                    <a:pt x="2506" y="13532"/>
                  </a:lnTo>
                  <a:cubicBezTo>
                    <a:pt x="2703" y="13532"/>
                    <a:pt x="2880" y="13398"/>
                    <a:pt x="2933" y="13211"/>
                  </a:cubicBezTo>
                  <a:lnTo>
                    <a:pt x="3898" y="9913"/>
                  </a:lnTo>
                  <a:lnTo>
                    <a:pt x="5372" y="9913"/>
                  </a:lnTo>
                  <a:lnTo>
                    <a:pt x="5372" y="11790"/>
                  </a:lnTo>
                  <a:cubicBezTo>
                    <a:pt x="5372" y="12035"/>
                    <a:pt x="5573" y="12236"/>
                    <a:pt x="5818" y="12236"/>
                  </a:cubicBezTo>
                  <a:lnTo>
                    <a:pt x="6250" y="12236"/>
                  </a:lnTo>
                  <a:cubicBezTo>
                    <a:pt x="6495" y="12236"/>
                    <a:pt x="6692" y="12035"/>
                    <a:pt x="6692" y="11790"/>
                  </a:cubicBezTo>
                  <a:lnTo>
                    <a:pt x="6692" y="9913"/>
                  </a:lnTo>
                  <a:lnTo>
                    <a:pt x="8170" y="9913"/>
                  </a:lnTo>
                  <a:lnTo>
                    <a:pt x="9130" y="13211"/>
                  </a:lnTo>
                  <a:cubicBezTo>
                    <a:pt x="9188" y="13403"/>
                    <a:pt x="9361" y="13532"/>
                    <a:pt x="9558" y="13532"/>
                  </a:cubicBezTo>
                  <a:lnTo>
                    <a:pt x="10038" y="13532"/>
                  </a:lnTo>
                  <a:cubicBezTo>
                    <a:pt x="10335" y="13532"/>
                    <a:pt x="10551" y="13249"/>
                    <a:pt x="10465" y="12961"/>
                  </a:cubicBezTo>
                  <a:lnTo>
                    <a:pt x="9073" y="8195"/>
                  </a:lnTo>
                  <a:lnTo>
                    <a:pt x="11694" y="8195"/>
                  </a:lnTo>
                  <a:cubicBezTo>
                    <a:pt x="11900" y="8195"/>
                    <a:pt x="12068" y="8027"/>
                    <a:pt x="12068" y="7820"/>
                  </a:cubicBezTo>
                  <a:lnTo>
                    <a:pt x="12068" y="7254"/>
                  </a:lnTo>
                  <a:cubicBezTo>
                    <a:pt x="12068" y="7050"/>
                    <a:pt x="11905" y="6884"/>
                    <a:pt x="11698" y="6884"/>
                  </a:cubicBezTo>
                  <a:cubicBezTo>
                    <a:pt x="11695" y="6884"/>
                    <a:pt x="11692" y="6884"/>
                    <a:pt x="11689" y="6884"/>
                  </a:cubicBezTo>
                  <a:lnTo>
                    <a:pt x="11497" y="6884"/>
                  </a:lnTo>
                  <a:lnTo>
                    <a:pt x="11497" y="4374"/>
                  </a:lnTo>
                  <a:cubicBezTo>
                    <a:pt x="11497" y="4230"/>
                    <a:pt x="11389" y="4158"/>
                    <a:pt x="11281" y="4158"/>
                  </a:cubicBezTo>
                  <a:cubicBezTo>
                    <a:pt x="11173" y="4158"/>
                    <a:pt x="11065" y="4230"/>
                    <a:pt x="11065" y="4374"/>
                  </a:cubicBezTo>
                  <a:lnTo>
                    <a:pt x="11065" y="5934"/>
                  </a:lnTo>
                  <a:lnTo>
                    <a:pt x="10503" y="5934"/>
                  </a:lnTo>
                  <a:lnTo>
                    <a:pt x="8900" y="3668"/>
                  </a:lnTo>
                  <a:lnTo>
                    <a:pt x="7498" y="1685"/>
                  </a:lnTo>
                  <a:cubicBezTo>
                    <a:pt x="7454" y="1624"/>
                    <a:pt x="7386" y="1592"/>
                    <a:pt x="7319" y="1592"/>
                  </a:cubicBezTo>
                  <a:cubicBezTo>
                    <a:pt x="7256" y="1592"/>
                    <a:pt x="7192" y="1620"/>
                    <a:pt x="7148" y="1676"/>
                  </a:cubicBezTo>
                  <a:lnTo>
                    <a:pt x="4681" y="4854"/>
                  </a:lnTo>
                  <a:lnTo>
                    <a:pt x="3831" y="3644"/>
                  </a:lnTo>
                  <a:cubicBezTo>
                    <a:pt x="3793" y="3596"/>
                    <a:pt x="3740" y="3562"/>
                    <a:pt x="3682" y="3557"/>
                  </a:cubicBezTo>
                  <a:lnTo>
                    <a:pt x="3658" y="3557"/>
                  </a:lnTo>
                  <a:cubicBezTo>
                    <a:pt x="3654" y="3557"/>
                    <a:pt x="3650" y="3557"/>
                    <a:pt x="3645" y="3557"/>
                  </a:cubicBezTo>
                  <a:cubicBezTo>
                    <a:pt x="3582" y="3557"/>
                    <a:pt x="3521" y="3590"/>
                    <a:pt x="3481" y="3639"/>
                  </a:cubicBezTo>
                  <a:lnTo>
                    <a:pt x="2453" y="4959"/>
                  </a:lnTo>
                  <a:lnTo>
                    <a:pt x="1695" y="5938"/>
                  </a:lnTo>
                  <a:lnTo>
                    <a:pt x="999" y="5938"/>
                  </a:lnTo>
                  <a:lnTo>
                    <a:pt x="999" y="433"/>
                  </a:lnTo>
                  <a:lnTo>
                    <a:pt x="1944" y="433"/>
                  </a:lnTo>
                  <a:cubicBezTo>
                    <a:pt x="2232" y="433"/>
                    <a:pt x="2232" y="1"/>
                    <a:pt x="1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1" name="Google Shape;15381;p83"/>
          <p:cNvGrpSpPr/>
          <p:nvPr/>
        </p:nvGrpSpPr>
        <p:grpSpPr>
          <a:xfrm>
            <a:off x="7995963" y="1985163"/>
            <a:ext cx="343279" cy="363402"/>
            <a:chOff x="7995963" y="1985163"/>
            <a:chExt cx="343279" cy="363402"/>
          </a:xfrm>
        </p:grpSpPr>
        <p:sp>
          <p:nvSpPr>
            <p:cNvPr id="15382" name="Google Shape;15382;p83"/>
            <p:cNvSpPr/>
            <p:nvPr/>
          </p:nvSpPr>
          <p:spPr>
            <a:xfrm>
              <a:off x="8067155" y="2040110"/>
              <a:ext cx="265798" cy="241666"/>
            </a:xfrm>
            <a:custGeom>
              <a:rect b="b" l="l" r="r" t="t"/>
              <a:pathLst>
                <a:path extrusionOk="0" h="9223" w="10144">
                  <a:moveTo>
                    <a:pt x="7837" y="0"/>
                  </a:moveTo>
                  <a:cubicBezTo>
                    <a:pt x="7691" y="0"/>
                    <a:pt x="7545" y="46"/>
                    <a:pt x="7422" y="141"/>
                  </a:cubicBezTo>
                  <a:lnTo>
                    <a:pt x="3245" y="3333"/>
                  </a:lnTo>
                  <a:cubicBezTo>
                    <a:pt x="3218" y="3354"/>
                    <a:pt x="3189" y="3363"/>
                    <a:pt x="3160" y="3363"/>
                  </a:cubicBezTo>
                  <a:cubicBezTo>
                    <a:pt x="3083" y="3363"/>
                    <a:pt x="3014" y="3296"/>
                    <a:pt x="3025" y="3208"/>
                  </a:cubicBezTo>
                  <a:lnTo>
                    <a:pt x="3221" y="1874"/>
                  </a:lnTo>
                  <a:cubicBezTo>
                    <a:pt x="3269" y="1509"/>
                    <a:pt x="3010" y="1178"/>
                    <a:pt x="2650" y="1130"/>
                  </a:cubicBezTo>
                  <a:cubicBezTo>
                    <a:pt x="2614" y="1125"/>
                    <a:pt x="2580" y="1123"/>
                    <a:pt x="2546" y="1123"/>
                  </a:cubicBezTo>
                  <a:cubicBezTo>
                    <a:pt x="2242" y="1123"/>
                    <a:pt x="2044" y="1320"/>
                    <a:pt x="1901" y="1701"/>
                  </a:cubicBezTo>
                  <a:lnTo>
                    <a:pt x="648" y="5080"/>
                  </a:lnTo>
                  <a:cubicBezTo>
                    <a:pt x="620" y="5191"/>
                    <a:pt x="389" y="5464"/>
                    <a:pt x="0" y="5767"/>
                  </a:cubicBezTo>
                  <a:lnTo>
                    <a:pt x="2641" y="9223"/>
                  </a:lnTo>
                  <a:lnTo>
                    <a:pt x="3313" y="8714"/>
                  </a:lnTo>
                  <a:cubicBezTo>
                    <a:pt x="3620" y="8484"/>
                    <a:pt x="4565" y="8244"/>
                    <a:pt x="4950" y="8224"/>
                  </a:cubicBezTo>
                  <a:cubicBezTo>
                    <a:pt x="5338" y="8205"/>
                    <a:pt x="5713" y="8076"/>
                    <a:pt x="6025" y="7840"/>
                  </a:cubicBezTo>
                  <a:lnTo>
                    <a:pt x="9793" y="5027"/>
                  </a:lnTo>
                  <a:cubicBezTo>
                    <a:pt x="10086" y="4802"/>
                    <a:pt x="10143" y="4384"/>
                    <a:pt x="9918" y="4091"/>
                  </a:cubicBezTo>
                  <a:cubicBezTo>
                    <a:pt x="9788" y="3920"/>
                    <a:pt x="9591" y="3831"/>
                    <a:pt x="9392" y="3831"/>
                  </a:cubicBezTo>
                  <a:cubicBezTo>
                    <a:pt x="9250" y="3831"/>
                    <a:pt x="9108" y="3875"/>
                    <a:pt x="8987" y="3967"/>
                  </a:cubicBezTo>
                  <a:lnTo>
                    <a:pt x="9716" y="3410"/>
                  </a:lnTo>
                  <a:cubicBezTo>
                    <a:pt x="10009" y="3189"/>
                    <a:pt x="10067" y="2771"/>
                    <a:pt x="9841" y="2478"/>
                  </a:cubicBezTo>
                  <a:cubicBezTo>
                    <a:pt x="9711" y="2307"/>
                    <a:pt x="9514" y="2216"/>
                    <a:pt x="9313" y="2216"/>
                  </a:cubicBezTo>
                  <a:cubicBezTo>
                    <a:pt x="9174" y="2216"/>
                    <a:pt x="9034" y="2260"/>
                    <a:pt x="8914" y="2350"/>
                  </a:cubicBezTo>
                  <a:lnTo>
                    <a:pt x="8914" y="2350"/>
                  </a:lnTo>
                  <a:lnTo>
                    <a:pt x="9663" y="1778"/>
                  </a:lnTo>
                  <a:cubicBezTo>
                    <a:pt x="9956" y="1552"/>
                    <a:pt x="10014" y="1134"/>
                    <a:pt x="9788" y="842"/>
                  </a:cubicBezTo>
                  <a:cubicBezTo>
                    <a:pt x="9659" y="670"/>
                    <a:pt x="9462" y="581"/>
                    <a:pt x="9262" y="581"/>
                  </a:cubicBezTo>
                  <a:cubicBezTo>
                    <a:pt x="9121" y="581"/>
                    <a:pt x="8978" y="625"/>
                    <a:pt x="8857" y="717"/>
                  </a:cubicBezTo>
                  <a:lnTo>
                    <a:pt x="8248" y="1183"/>
                  </a:lnTo>
                  <a:lnTo>
                    <a:pt x="8248" y="1183"/>
                  </a:lnTo>
                  <a:cubicBezTo>
                    <a:pt x="8541" y="957"/>
                    <a:pt x="8587" y="533"/>
                    <a:pt x="8358" y="242"/>
                  </a:cubicBezTo>
                  <a:cubicBezTo>
                    <a:pt x="8223" y="82"/>
                    <a:pt x="8031" y="0"/>
                    <a:pt x="783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3"/>
            <p:cNvSpPr/>
            <p:nvPr/>
          </p:nvSpPr>
          <p:spPr>
            <a:xfrm>
              <a:off x="8257333" y="2141776"/>
              <a:ext cx="75620" cy="75358"/>
            </a:xfrm>
            <a:custGeom>
              <a:rect b="b" l="l" r="r" t="t"/>
              <a:pathLst>
                <a:path extrusionOk="0" h="2876" w="2886">
                  <a:moveTo>
                    <a:pt x="2391" y="0"/>
                  </a:moveTo>
                  <a:lnTo>
                    <a:pt x="2391" y="0"/>
                  </a:lnTo>
                  <a:cubicBezTo>
                    <a:pt x="2420" y="235"/>
                    <a:pt x="2324" y="466"/>
                    <a:pt x="2132" y="615"/>
                  </a:cubicBezTo>
                  <a:lnTo>
                    <a:pt x="351" y="1949"/>
                  </a:lnTo>
                  <a:cubicBezTo>
                    <a:pt x="58" y="2165"/>
                    <a:pt x="0" y="2583"/>
                    <a:pt x="221" y="2875"/>
                  </a:cubicBezTo>
                  <a:lnTo>
                    <a:pt x="2540" y="1143"/>
                  </a:lnTo>
                  <a:cubicBezTo>
                    <a:pt x="2828" y="917"/>
                    <a:pt x="2885" y="499"/>
                    <a:pt x="2665" y="211"/>
                  </a:cubicBezTo>
                  <a:cubicBezTo>
                    <a:pt x="2593" y="115"/>
                    <a:pt x="2497" y="43"/>
                    <a:pt x="239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3"/>
            <p:cNvSpPr/>
            <p:nvPr/>
          </p:nvSpPr>
          <p:spPr>
            <a:xfrm>
              <a:off x="8236449" y="2099380"/>
              <a:ext cx="94486" cy="90713"/>
            </a:xfrm>
            <a:custGeom>
              <a:rect b="b" l="l" r="r" t="t"/>
              <a:pathLst>
                <a:path extrusionOk="0" h="3462" w="3606">
                  <a:moveTo>
                    <a:pt x="3111" y="0"/>
                  </a:moveTo>
                  <a:cubicBezTo>
                    <a:pt x="3140" y="236"/>
                    <a:pt x="3039" y="471"/>
                    <a:pt x="2852" y="615"/>
                  </a:cubicBezTo>
                  <a:lnTo>
                    <a:pt x="2122" y="1172"/>
                  </a:lnTo>
                  <a:lnTo>
                    <a:pt x="351" y="2525"/>
                  </a:lnTo>
                  <a:cubicBezTo>
                    <a:pt x="58" y="2746"/>
                    <a:pt x="1" y="3169"/>
                    <a:pt x="226" y="3461"/>
                  </a:cubicBezTo>
                  <a:lnTo>
                    <a:pt x="2526" y="1705"/>
                  </a:lnTo>
                  <a:lnTo>
                    <a:pt x="3255" y="1143"/>
                  </a:lnTo>
                  <a:cubicBezTo>
                    <a:pt x="3548" y="922"/>
                    <a:pt x="3606" y="504"/>
                    <a:pt x="3380" y="212"/>
                  </a:cubicBezTo>
                  <a:cubicBezTo>
                    <a:pt x="3313" y="120"/>
                    <a:pt x="3217" y="48"/>
                    <a:pt x="311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3"/>
            <p:cNvSpPr/>
            <p:nvPr/>
          </p:nvSpPr>
          <p:spPr>
            <a:xfrm>
              <a:off x="8215330" y="2056618"/>
              <a:ext cx="114217" cy="105675"/>
            </a:xfrm>
            <a:custGeom>
              <a:rect b="b" l="l" r="r" t="t"/>
              <a:pathLst>
                <a:path extrusionOk="0" h="4033" w="4359">
                  <a:moveTo>
                    <a:pt x="3864" y="0"/>
                  </a:moveTo>
                  <a:lnTo>
                    <a:pt x="3864" y="0"/>
                  </a:lnTo>
                  <a:cubicBezTo>
                    <a:pt x="3893" y="236"/>
                    <a:pt x="3797" y="466"/>
                    <a:pt x="3605" y="615"/>
                  </a:cubicBezTo>
                  <a:lnTo>
                    <a:pt x="351" y="3101"/>
                  </a:lnTo>
                  <a:cubicBezTo>
                    <a:pt x="58" y="3322"/>
                    <a:pt x="0" y="3740"/>
                    <a:pt x="226" y="4033"/>
                  </a:cubicBezTo>
                  <a:lnTo>
                    <a:pt x="4013" y="1143"/>
                  </a:lnTo>
                  <a:cubicBezTo>
                    <a:pt x="4301" y="917"/>
                    <a:pt x="4359" y="500"/>
                    <a:pt x="4138" y="212"/>
                  </a:cubicBezTo>
                  <a:cubicBezTo>
                    <a:pt x="4066" y="116"/>
                    <a:pt x="3970" y="44"/>
                    <a:pt x="386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3"/>
            <p:cNvSpPr/>
            <p:nvPr/>
          </p:nvSpPr>
          <p:spPr>
            <a:xfrm>
              <a:off x="8194185" y="2041263"/>
              <a:ext cx="98128" cy="93360"/>
            </a:xfrm>
            <a:custGeom>
              <a:rect b="b" l="l" r="r" t="t"/>
              <a:pathLst>
                <a:path extrusionOk="0" h="3563" w="3745">
                  <a:moveTo>
                    <a:pt x="3246" y="1"/>
                  </a:moveTo>
                  <a:cubicBezTo>
                    <a:pt x="3274" y="236"/>
                    <a:pt x="3178" y="466"/>
                    <a:pt x="2991" y="610"/>
                  </a:cubicBezTo>
                  <a:lnTo>
                    <a:pt x="351" y="2626"/>
                  </a:lnTo>
                  <a:cubicBezTo>
                    <a:pt x="58" y="2852"/>
                    <a:pt x="1" y="3270"/>
                    <a:pt x="226" y="3563"/>
                  </a:cubicBezTo>
                  <a:lnTo>
                    <a:pt x="3394" y="1143"/>
                  </a:lnTo>
                  <a:cubicBezTo>
                    <a:pt x="3692" y="918"/>
                    <a:pt x="3745" y="486"/>
                    <a:pt x="3510" y="198"/>
                  </a:cubicBezTo>
                  <a:cubicBezTo>
                    <a:pt x="3438" y="111"/>
                    <a:pt x="3346" y="44"/>
                    <a:pt x="3246"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3"/>
            <p:cNvSpPr/>
            <p:nvPr/>
          </p:nvSpPr>
          <p:spPr>
            <a:xfrm>
              <a:off x="8110677" y="1990456"/>
              <a:ext cx="201523" cy="282280"/>
            </a:xfrm>
            <a:custGeom>
              <a:rect b="b" l="l" r="r" t="t"/>
              <a:pathLst>
                <a:path extrusionOk="0" h="10773" w="7691">
                  <a:moveTo>
                    <a:pt x="4364" y="0"/>
                  </a:moveTo>
                  <a:cubicBezTo>
                    <a:pt x="3994" y="0"/>
                    <a:pt x="3697" y="298"/>
                    <a:pt x="3697" y="668"/>
                  </a:cubicBezTo>
                  <a:lnTo>
                    <a:pt x="3697" y="1441"/>
                  </a:lnTo>
                  <a:cubicBezTo>
                    <a:pt x="3697" y="1072"/>
                    <a:pt x="3399" y="778"/>
                    <a:pt x="3033" y="778"/>
                  </a:cubicBezTo>
                  <a:cubicBezTo>
                    <a:pt x="3027" y="778"/>
                    <a:pt x="3021" y="778"/>
                    <a:pt x="3015" y="778"/>
                  </a:cubicBezTo>
                  <a:cubicBezTo>
                    <a:pt x="2650" y="793"/>
                    <a:pt x="2367" y="1095"/>
                    <a:pt x="2367" y="1460"/>
                  </a:cubicBezTo>
                  <a:lnTo>
                    <a:pt x="2376" y="6721"/>
                  </a:lnTo>
                  <a:cubicBezTo>
                    <a:pt x="2376" y="6801"/>
                    <a:pt x="2310" y="6856"/>
                    <a:pt x="2240" y="6856"/>
                  </a:cubicBezTo>
                  <a:cubicBezTo>
                    <a:pt x="2205" y="6856"/>
                    <a:pt x="2170" y="6842"/>
                    <a:pt x="2141" y="6812"/>
                  </a:cubicBezTo>
                  <a:lnTo>
                    <a:pt x="1200" y="5852"/>
                  </a:lnTo>
                  <a:cubicBezTo>
                    <a:pt x="1071" y="5722"/>
                    <a:pt x="900" y="5658"/>
                    <a:pt x="730" y="5658"/>
                  </a:cubicBezTo>
                  <a:cubicBezTo>
                    <a:pt x="560" y="5658"/>
                    <a:pt x="389" y="5722"/>
                    <a:pt x="260" y="5852"/>
                  </a:cubicBezTo>
                  <a:cubicBezTo>
                    <a:pt x="0" y="6111"/>
                    <a:pt x="0" y="6534"/>
                    <a:pt x="260" y="6793"/>
                  </a:cubicBezTo>
                  <a:lnTo>
                    <a:pt x="2189" y="9841"/>
                  </a:lnTo>
                  <a:cubicBezTo>
                    <a:pt x="2261" y="9932"/>
                    <a:pt x="2343" y="10283"/>
                    <a:pt x="2343" y="10772"/>
                  </a:cubicBezTo>
                  <a:lnTo>
                    <a:pt x="6692" y="10763"/>
                  </a:lnTo>
                  <a:lnTo>
                    <a:pt x="6692" y="9923"/>
                  </a:lnTo>
                  <a:cubicBezTo>
                    <a:pt x="6697" y="9539"/>
                    <a:pt x="7081" y="8641"/>
                    <a:pt x="7297" y="8324"/>
                  </a:cubicBezTo>
                  <a:cubicBezTo>
                    <a:pt x="7518" y="8002"/>
                    <a:pt x="7642" y="7628"/>
                    <a:pt x="7647" y="7239"/>
                  </a:cubicBezTo>
                  <a:lnTo>
                    <a:pt x="7690" y="2530"/>
                  </a:lnTo>
                  <a:cubicBezTo>
                    <a:pt x="7690" y="2165"/>
                    <a:pt x="7393" y="1868"/>
                    <a:pt x="7023" y="1868"/>
                  </a:cubicBezTo>
                  <a:cubicBezTo>
                    <a:pt x="6659" y="1868"/>
                    <a:pt x="6365" y="2156"/>
                    <a:pt x="6361" y="2513"/>
                  </a:cubicBezTo>
                  <a:lnTo>
                    <a:pt x="6361" y="2513"/>
                  </a:lnTo>
                  <a:lnTo>
                    <a:pt x="6361" y="1613"/>
                  </a:lnTo>
                  <a:cubicBezTo>
                    <a:pt x="6361" y="1247"/>
                    <a:pt x="6063" y="951"/>
                    <a:pt x="5702" y="951"/>
                  </a:cubicBezTo>
                  <a:cubicBezTo>
                    <a:pt x="5699" y="951"/>
                    <a:pt x="5696" y="951"/>
                    <a:pt x="5693" y="951"/>
                  </a:cubicBezTo>
                  <a:cubicBezTo>
                    <a:pt x="5330" y="951"/>
                    <a:pt x="5036" y="1239"/>
                    <a:pt x="5031" y="1596"/>
                  </a:cubicBezTo>
                  <a:lnTo>
                    <a:pt x="5031" y="1596"/>
                  </a:lnTo>
                  <a:lnTo>
                    <a:pt x="5031" y="663"/>
                  </a:lnTo>
                  <a:cubicBezTo>
                    <a:pt x="5026" y="298"/>
                    <a:pt x="4729" y="0"/>
                    <a:pt x="436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3"/>
            <p:cNvSpPr/>
            <p:nvPr/>
          </p:nvSpPr>
          <p:spPr>
            <a:xfrm>
              <a:off x="8285998" y="2039376"/>
              <a:ext cx="26071" cy="93228"/>
            </a:xfrm>
            <a:custGeom>
              <a:rect b="b" l="l" r="r" t="t"/>
              <a:pathLst>
                <a:path extrusionOk="0" h="3558" w="995">
                  <a:moveTo>
                    <a:pt x="310" y="0"/>
                  </a:moveTo>
                  <a:cubicBezTo>
                    <a:pt x="202" y="0"/>
                    <a:pt x="95" y="33"/>
                    <a:pt x="1" y="87"/>
                  </a:cubicBezTo>
                  <a:cubicBezTo>
                    <a:pt x="207" y="207"/>
                    <a:pt x="337" y="423"/>
                    <a:pt x="337" y="663"/>
                  </a:cubicBezTo>
                  <a:lnTo>
                    <a:pt x="318" y="2895"/>
                  </a:lnTo>
                  <a:cubicBezTo>
                    <a:pt x="313" y="3260"/>
                    <a:pt x="606" y="3558"/>
                    <a:pt x="971" y="3558"/>
                  </a:cubicBezTo>
                  <a:lnTo>
                    <a:pt x="995" y="663"/>
                  </a:lnTo>
                  <a:cubicBezTo>
                    <a:pt x="995" y="297"/>
                    <a:pt x="702" y="1"/>
                    <a:pt x="341" y="1"/>
                  </a:cubicBezTo>
                  <a:cubicBezTo>
                    <a:pt x="338" y="1"/>
                    <a:pt x="335" y="1"/>
                    <a:pt x="332" y="1"/>
                  </a:cubicBezTo>
                  <a:cubicBezTo>
                    <a:pt x="325" y="0"/>
                    <a:pt x="318" y="0"/>
                    <a:pt x="31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3"/>
            <p:cNvSpPr/>
            <p:nvPr/>
          </p:nvSpPr>
          <p:spPr>
            <a:xfrm>
              <a:off x="8251044" y="2015349"/>
              <a:ext cx="26307" cy="117256"/>
            </a:xfrm>
            <a:custGeom>
              <a:rect b="b" l="l" r="r" t="t"/>
              <a:pathLst>
                <a:path extrusionOk="0" h="4475" w="1004">
                  <a:moveTo>
                    <a:pt x="314" y="0"/>
                  </a:moveTo>
                  <a:cubicBezTo>
                    <a:pt x="202" y="0"/>
                    <a:pt x="95" y="33"/>
                    <a:pt x="0" y="87"/>
                  </a:cubicBezTo>
                  <a:cubicBezTo>
                    <a:pt x="207" y="207"/>
                    <a:pt x="332" y="428"/>
                    <a:pt x="332" y="663"/>
                  </a:cubicBezTo>
                  <a:lnTo>
                    <a:pt x="332" y="1580"/>
                  </a:lnTo>
                  <a:lnTo>
                    <a:pt x="332" y="3822"/>
                  </a:lnTo>
                  <a:cubicBezTo>
                    <a:pt x="332" y="4182"/>
                    <a:pt x="629" y="4475"/>
                    <a:pt x="989" y="4475"/>
                  </a:cubicBezTo>
                  <a:lnTo>
                    <a:pt x="1004" y="4475"/>
                  </a:lnTo>
                  <a:lnTo>
                    <a:pt x="999" y="1580"/>
                  </a:lnTo>
                  <a:lnTo>
                    <a:pt x="999" y="663"/>
                  </a:lnTo>
                  <a:cubicBezTo>
                    <a:pt x="999" y="297"/>
                    <a:pt x="706" y="1"/>
                    <a:pt x="345" y="1"/>
                  </a:cubicBezTo>
                  <a:cubicBezTo>
                    <a:pt x="342" y="1"/>
                    <a:pt x="339" y="1"/>
                    <a:pt x="336" y="1"/>
                  </a:cubicBezTo>
                  <a:cubicBezTo>
                    <a:pt x="329" y="1"/>
                    <a:pt x="321" y="0"/>
                    <a:pt x="31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3"/>
            <p:cNvSpPr/>
            <p:nvPr/>
          </p:nvSpPr>
          <p:spPr>
            <a:xfrm>
              <a:off x="8216195" y="1990456"/>
              <a:ext cx="26307" cy="142280"/>
            </a:xfrm>
            <a:custGeom>
              <a:rect b="b" l="l" r="r" t="t"/>
              <a:pathLst>
                <a:path extrusionOk="0" h="5430" w="1004">
                  <a:moveTo>
                    <a:pt x="332" y="0"/>
                  </a:moveTo>
                  <a:cubicBezTo>
                    <a:pt x="217" y="0"/>
                    <a:pt x="102" y="29"/>
                    <a:pt x="1" y="92"/>
                  </a:cubicBezTo>
                  <a:cubicBezTo>
                    <a:pt x="202" y="207"/>
                    <a:pt x="327" y="428"/>
                    <a:pt x="332" y="663"/>
                  </a:cubicBezTo>
                  <a:lnTo>
                    <a:pt x="337" y="4772"/>
                  </a:lnTo>
                  <a:cubicBezTo>
                    <a:pt x="337" y="5132"/>
                    <a:pt x="630" y="5430"/>
                    <a:pt x="990" y="5430"/>
                  </a:cubicBezTo>
                  <a:lnTo>
                    <a:pt x="1004" y="5430"/>
                  </a:lnTo>
                  <a:lnTo>
                    <a:pt x="999" y="663"/>
                  </a:lnTo>
                  <a:cubicBezTo>
                    <a:pt x="999" y="298"/>
                    <a:pt x="702" y="0"/>
                    <a:pt x="3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3"/>
            <p:cNvSpPr/>
            <p:nvPr/>
          </p:nvSpPr>
          <p:spPr>
            <a:xfrm>
              <a:off x="8181372" y="2010816"/>
              <a:ext cx="26307" cy="121920"/>
            </a:xfrm>
            <a:custGeom>
              <a:rect b="b" l="l" r="r" t="t"/>
              <a:pathLst>
                <a:path extrusionOk="0" h="4653" w="1004">
                  <a:moveTo>
                    <a:pt x="330" y="1"/>
                  </a:moveTo>
                  <a:cubicBezTo>
                    <a:pt x="324" y="1"/>
                    <a:pt x="318" y="1"/>
                    <a:pt x="312" y="1"/>
                  </a:cubicBezTo>
                  <a:cubicBezTo>
                    <a:pt x="202" y="6"/>
                    <a:pt x="96" y="35"/>
                    <a:pt x="0" y="92"/>
                  </a:cubicBezTo>
                  <a:cubicBezTo>
                    <a:pt x="206" y="212"/>
                    <a:pt x="331" y="428"/>
                    <a:pt x="331" y="664"/>
                  </a:cubicBezTo>
                  <a:lnTo>
                    <a:pt x="336" y="4000"/>
                  </a:lnTo>
                  <a:cubicBezTo>
                    <a:pt x="336" y="4360"/>
                    <a:pt x="629" y="4653"/>
                    <a:pt x="994" y="4653"/>
                  </a:cubicBezTo>
                  <a:lnTo>
                    <a:pt x="1003" y="4653"/>
                  </a:lnTo>
                  <a:lnTo>
                    <a:pt x="999" y="664"/>
                  </a:lnTo>
                  <a:cubicBezTo>
                    <a:pt x="999" y="295"/>
                    <a:pt x="696" y="1"/>
                    <a:pt x="3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83"/>
            <p:cNvSpPr/>
            <p:nvPr/>
          </p:nvSpPr>
          <p:spPr>
            <a:xfrm>
              <a:off x="8046141" y="2178590"/>
              <a:ext cx="103788" cy="119903"/>
            </a:xfrm>
            <a:custGeom>
              <a:rect b="b" l="l" r="r" t="t"/>
              <a:pathLst>
                <a:path extrusionOk="0" h="4576" w="3961">
                  <a:moveTo>
                    <a:pt x="995" y="0"/>
                  </a:moveTo>
                  <a:cubicBezTo>
                    <a:pt x="958" y="0"/>
                    <a:pt x="920" y="12"/>
                    <a:pt x="889" y="35"/>
                  </a:cubicBezTo>
                  <a:lnTo>
                    <a:pt x="92" y="645"/>
                  </a:lnTo>
                  <a:cubicBezTo>
                    <a:pt x="15" y="702"/>
                    <a:pt x="1" y="818"/>
                    <a:pt x="58" y="894"/>
                  </a:cubicBezTo>
                  <a:lnTo>
                    <a:pt x="2819" y="4504"/>
                  </a:lnTo>
                  <a:cubicBezTo>
                    <a:pt x="2856" y="4550"/>
                    <a:pt x="2910" y="4575"/>
                    <a:pt x="2964" y="4575"/>
                  </a:cubicBezTo>
                  <a:cubicBezTo>
                    <a:pt x="3002" y="4575"/>
                    <a:pt x="3040" y="4563"/>
                    <a:pt x="3073" y="4538"/>
                  </a:cubicBezTo>
                  <a:lnTo>
                    <a:pt x="3865" y="3933"/>
                  </a:lnTo>
                  <a:cubicBezTo>
                    <a:pt x="3942" y="3871"/>
                    <a:pt x="3961" y="3760"/>
                    <a:pt x="3899" y="3679"/>
                  </a:cubicBezTo>
                  <a:lnTo>
                    <a:pt x="1138" y="69"/>
                  </a:lnTo>
                  <a:cubicBezTo>
                    <a:pt x="1102" y="24"/>
                    <a:pt x="1048" y="0"/>
                    <a:pt x="9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3"/>
            <p:cNvSpPr/>
            <p:nvPr/>
          </p:nvSpPr>
          <p:spPr>
            <a:xfrm>
              <a:off x="8084894" y="2230445"/>
              <a:ext cx="64930" cy="68048"/>
            </a:xfrm>
            <a:custGeom>
              <a:rect b="b" l="l" r="r" t="t"/>
              <a:pathLst>
                <a:path extrusionOk="0" h="2597" w="2478">
                  <a:moveTo>
                    <a:pt x="1119" y="0"/>
                  </a:moveTo>
                  <a:lnTo>
                    <a:pt x="0" y="768"/>
                  </a:lnTo>
                  <a:lnTo>
                    <a:pt x="1340" y="2525"/>
                  </a:lnTo>
                  <a:cubicBezTo>
                    <a:pt x="1374" y="2571"/>
                    <a:pt x="1428" y="2596"/>
                    <a:pt x="1484" y="2596"/>
                  </a:cubicBezTo>
                  <a:cubicBezTo>
                    <a:pt x="1522" y="2596"/>
                    <a:pt x="1561" y="2584"/>
                    <a:pt x="1594" y="2559"/>
                  </a:cubicBezTo>
                  <a:lnTo>
                    <a:pt x="2386" y="1954"/>
                  </a:lnTo>
                  <a:cubicBezTo>
                    <a:pt x="2463" y="1892"/>
                    <a:pt x="2477" y="1781"/>
                    <a:pt x="2420" y="1700"/>
                  </a:cubicBezTo>
                  <a:lnTo>
                    <a:pt x="1119"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3"/>
            <p:cNvSpPr/>
            <p:nvPr/>
          </p:nvSpPr>
          <p:spPr>
            <a:xfrm>
              <a:off x="8002513" y="2187945"/>
              <a:ext cx="132585" cy="146524"/>
            </a:xfrm>
            <a:custGeom>
              <a:rect b="b" l="l" r="r" t="t"/>
              <a:pathLst>
                <a:path extrusionOk="0" h="5592" w="5060">
                  <a:moveTo>
                    <a:pt x="1842" y="0"/>
                  </a:moveTo>
                  <a:cubicBezTo>
                    <a:pt x="1805" y="0"/>
                    <a:pt x="1767" y="11"/>
                    <a:pt x="1733" y="33"/>
                  </a:cubicBezTo>
                  <a:lnTo>
                    <a:pt x="115" y="1137"/>
                  </a:lnTo>
                  <a:cubicBezTo>
                    <a:pt x="24" y="1195"/>
                    <a:pt x="0" y="1325"/>
                    <a:pt x="67" y="1411"/>
                  </a:cubicBezTo>
                  <a:lnTo>
                    <a:pt x="3202" y="5515"/>
                  </a:lnTo>
                  <a:cubicBezTo>
                    <a:pt x="3239" y="5566"/>
                    <a:pt x="3296" y="5592"/>
                    <a:pt x="3355" y="5592"/>
                  </a:cubicBezTo>
                  <a:cubicBezTo>
                    <a:pt x="3400" y="5592"/>
                    <a:pt x="3447" y="5576"/>
                    <a:pt x="3485" y="5544"/>
                  </a:cubicBezTo>
                  <a:lnTo>
                    <a:pt x="4973" y="4272"/>
                  </a:lnTo>
                  <a:cubicBezTo>
                    <a:pt x="5050" y="4205"/>
                    <a:pt x="5060" y="4090"/>
                    <a:pt x="4997" y="4008"/>
                  </a:cubicBezTo>
                  <a:lnTo>
                    <a:pt x="1997" y="77"/>
                  </a:lnTo>
                  <a:cubicBezTo>
                    <a:pt x="1959" y="27"/>
                    <a:pt x="1901" y="0"/>
                    <a:pt x="184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3"/>
            <p:cNvSpPr/>
            <p:nvPr/>
          </p:nvSpPr>
          <p:spPr>
            <a:xfrm>
              <a:off x="8065137" y="2263513"/>
              <a:ext cx="69961" cy="70956"/>
            </a:xfrm>
            <a:custGeom>
              <a:rect b="b" l="l" r="r" t="t"/>
              <a:pathLst>
                <a:path extrusionOk="0" h="2708" w="2670">
                  <a:moveTo>
                    <a:pt x="1753" y="1"/>
                  </a:moveTo>
                  <a:cubicBezTo>
                    <a:pt x="1801" y="82"/>
                    <a:pt x="1782" y="183"/>
                    <a:pt x="1710" y="246"/>
                  </a:cubicBezTo>
                  <a:lnTo>
                    <a:pt x="207" y="1537"/>
                  </a:lnTo>
                  <a:cubicBezTo>
                    <a:pt x="171" y="1567"/>
                    <a:pt x="127" y="1584"/>
                    <a:pt x="81" y="1584"/>
                  </a:cubicBezTo>
                  <a:cubicBezTo>
                    <a:pt x="55" y="1584"/>
                    <a:pt x="27" y="1578"/>
                    <a:pt x="1" y="1566"/>
                  </a:cubicBezTo>
                  <a:lnTo>
                    <a:pt x="1" y="1566"/>
                  </a:lnTo>
                  <a:lnTo>
                    <a:pt x="817" y="2631"/>
                  </a:lnTo>
                  <a:cubicBezTo>
                    <a:pt x="854" y="2682"/>
                    <a:pt x="911" y="2708"/>
                    <a:pt x="969" y="2708"/>
                  </a:cubicBezTo>
                  <a:cubicBezTo>
                    <a:pt x="1014" y="2708"/>
                    <a:pt x="1059" y="2692"/>
                    <a:pt x="1095" y="2660"/>
                  </a:cubicBezTo>
                  <a:lnTo>
                    <a:pt x="2583" y="1388"/>
                  </a:lnTo>
                  <a:cubicBezTo>
                    <a:pt x="2660" y="1321"/>
                    <a:pt x="2670" y="1201"/>
                    <a:pt x="2607" y="1124"/>
                  </a:cubicBezTo>
                  <a:lnTo>
                    <a:pt x="1753"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3"/>
            <p:cNvSpPr/>
            <p:nvPr/>
          </p:nvSpPr>
          <p:spPr>
            <a:xfrm>
              <a:off x="8164261" y="2258980"/>
              <a:ext cx="128445" cy="35766"/>
            </a:xfrm>
            <a:custGeom>
              <a:rect b="b" l="l" r="r" t="t"/>
              <a:pathLst>
                <a:path extrusionOk="0" h="1365" w="4902">
                  <a:moveTo>
                    <a:pt x="4724" y="1"/>
                  </a:moveTo>
                  <a:lnTo>
                    <a:pt x="178" y="11"/>
                  </a:lnTo>
                  <a:cubicBezTo>
                    <a:pt x="77" y="11"/>
                    <a:pt x="0" y="87"/>
                    <a:pt x="0" y="188"/>
                  </a:cubicBezTo>
                  <a:lnTo>
                    <a:pt x="0" y="1187"/>
                  </a:lnTo>
                  <a:cubicBezTo>
                    <a:pt x="0" y="1287"/>
                    <a:pt x="77" y="1364"/>
                    <a:pt x="178" y="1364"/>
                  </a:cubicBezTo>
                  <a:lnTo>
                    <a:pt x="4724" y="1359"/>
                  </a:lnTo>
                  <a:cubicBezTo>
                    <a:pt x="4820" y="1359"/>
                    <a:pt x="4901" y="1278"/>
                    <a:pt x="4901" y="1182"/>
                  </a:cubicBezTo>
                  <a:lnTo>
                    <a:pt x="4901" y="183"/>
                  </a:lnTo>
                  <a:cubicBezTo>
                    <a:pt x="4901" y="83"/>
                    <a:pt x="4820" y="1"/>
                    <a:pt x="4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3"/>
            <p:cNvSpPr/>
            <p:nvPr/>
          </p:nvSpPr>
          <p:spPr>
            <a:xfrm>
              <a:off x="8228536" y="2258980"/>
              <a:ext cx="64170" cy="35766"/>
            </a:xfrm>
            <a:custGeom>
              <a:rect b="b" l="l" r="r" t="t"/>
              <a:pathLst>
                <a:path extrusionOk="0" h="1365" w="2449">
                  <a:moveTo>
                    <a:pt x="2266" y="1"/>
                  </a:moveTo>
                  <a:lnTo>
                    <a:pt x="0" y="6"/>
                  </a:lnTo>
                  <a:lnTo>
                    <a:pt x="0" y="1364"/>
                  </a:lnTo>
                  <a:lnTo>
                    <a:pt x="2271" y="1359"/>
                  </a:lnTo>
                  <a:cubicBezTo>
                    <a:pt x="2367" y="1359"/>
                    <a:pt x="2448" y="1278"/>
                    <a:pt x="2448" y="1177"/>
                  </a:cubicBezTo>
                  <a:lnTo>
                    <a:pt x="2448" y="183"/>
                  </a:lnTo>
                  <a:cubicBezTo>
                    <a:pt x="2448" y="83"/>
                    <a:pt x="2367" y="1"/>
                    <a:pt x="2266"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3"/>
            <p:cNvSpPr/>
            <p:nvPr/>
          </p:nvSpPr>
          <p:spPr>
            <a:xfrm>
              <a:off x="8155588" y="2281619"/>
              <a:ext cx="145791" cy="61681"/>
            </a:xfrm>
            <a:custGeom>
              <a:rect b="b" l="l" r="r" t="t"/>
              <a:pathLst>
                <a:path extrusionOk="0" h="2354" w="5564">
                  <a:moveTo>
                    <a:pt x="5256" y="1"/>
                  </a:moveTo>
                  <a:lnTo>
                    <a:pt x="307" y="11"/>
                  </a:lnTo>
                  <a:cubicBezTo>
                    <a:pt x="206" y="11"/>
                    <a:pt x="120" y="87"/>
                    <a:pt x="115" y="188"/>
                  </a:cubicBezTo>
                  <a:lnTo>
                    <a:pt x="10" y="2147"/>
                  </a:lnTo>
                  <a:cubicBezTo>
                    <a:pt x="0" y="2257"/>
                    <a:pt x="91" y="2353"/>
                    <a:pt x="202" y="2353"/>
                  </a:cubicBezTo>
                  <a:lnTo>
                    <a:pt x="5367" y="2344"/>
                  </a:lnTo>
                  <a:cubicBezTo>
                    <a:pt x="5477" y="2344"/>
                    <a:pt x="5564" y="2247"/>
                    <a:pt x="5559" y="2137"/>
                  </a:cubicBezTo>
                  <a:lnTo>
                    <a:pt x="5448" y="183"/>
                  </a:lnTo>
                  <a:cubicBezTo>
                    <a:pt x="5439" y="83"/>
                    <a:pt x="5357" y="1"/>
                    <a:pt x="525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3"/>
            <p:cNvSpPr/>
            <p:nvPr/>
          </p:nvSpPr>
          <p:spPr>
            <a:xfrm>
              <a:off x="8160095" y="2281619"/>
              <a:ext cx="141284" cy="61550"/>
            </a:xfrm>
            <a:custGeom>
              <a:rect b="b" l="l" r="r" t="t"/>
              <a:pathLst>
                <a:path extrusionOk="0" h="2349" w="5392">
                  <a:moveTo>
                    <a:pt x="3582" y="1"/>
                  </a:moveTo>
                  <a:cubicBezTo>
                    <a:pt x="3673" y="15"/>
                    <a:pt x="3740" y="92"/>
                    <a:pt x="3745" y="183"/>
                  </a:cubicBezTo>
                  <a:lnTo>
                    <a:pt x="3860" y="2137"/>
                  </a:lnTo>
                  <a:cubicBezTo>
                    <a:pt x="3865" y="2247"/>
                    <a:pt x="3779" y="2344"/>
                    <a:pt x="3668" y="2344"/>
                  </a:cubicBezTo>
                  <a:lnTo>
                    <a:pt x="1" y="2348"/>
                  </a:lnTo>
                  <a:lnTo>
                    <a:pt x="30" y="2348"/>
                  </a:lnTo>
                  <a:lnTo>
                    <a:pt x="5195" y="2344"/>
                  </a:lnTo>
                  <a:cubicBezTo>
                    <a:pt x="5305" y="2339"/>
                    <a:pt x="5392" y="2247"/>
                    <a:pt x="5387" y="2137"/>
                  </a:cubicBezTo>
                  <a:lnTo>
                    <a:pt x="5276" y="183"/>
                  </a:lnTo>
                  <a:cubicBezTo>
                    <a:pt x="5267" y="83"/>
                    <a:pt x="5185" y="1"/>
                    <a:pt x="508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3"/>
            <p:cNvSpPr/>
            <p:nvPr/>
          </p:nvSpPr>
          <p:spPr>
            <a:xfrm>
              <a:off x="8166148" y="2144658"/>
              <a:ext cx="119510" cy="96006"/>
            </a:xfrm>
            <a:custGeom>
              <a:rect b="b" l="l" r="r" t="t"/>
              <a:pathLst>
                <a:path extrusionOk="0" h="3664" w="4561">
                  <a:moveTo>
                    <a:pt x="1973" y="1"/>
                  </a:moveTo>
                  <a:cubicBezTo>
                    <a:pt x="1560" y="1"/>
                    <a:pt x="1229" y="337"/>
                    <a:pt x="1229" y="745"/>
                  </a:cubicBezTo>
                  <a:lnTo>
                    <a:pt x="1229" y="831"/>
                  </a:lnTo>
                  <a:cubicBezTo>
                    <a:pt x="1234" y="1129"/>
                    <a:pt x="1114" y="1412"/>
                    <a:pt x="908" y="1618"/>
                  </a:cubicBezTo>
                  <a:cubicBezTo>
                    <a:pt x="696" y="1825"/>
                    <a:pt x="413" y="1945"/>
                    <a:pt x="120" y="1945"/>
                  </a:cubicBezTo>
                  <a:lnTo>
                    <a:pt x="111" y="1945"/>
                  </a:lnTo>
                  <a:cubicBezTo>
                    <a:pt x="43" y="1945"/>
                    <a:pt x="0" y="2021"/>
                    <a:pt x="39" y="2079"/>
                  </a:cubicBezTo>
                  <a:lnTo>
                    <a:pt x="883" y="3418"/>
                  </a:lnTo>
                  <a:cubicBezTo>
                    <a:pt x="984" y="3572"/>
                    <a:pt x="1148" y="3663"/>
                    <a:pt x="1330" y="3663"/>
                  </a:cubicBezTo>
                  <a:lnTo>
                    <a:pt x="3231" y="3663"/>
                  </a:lnTo>
                  <a:cubicBezTo>
                    <a:pt x="3461" y="3663"/>
                    <a:pt x="3668" y="3510"/>
                    <a:pt x="3735" y="3284"/>
                  </a:cubicBezTo>
                  <a:cubicBezTo>
                    <a:pt x="3908" y="2722"/>
                    <a:pt x="4200" y="2137"/>
                    <a:pt x="4378" y="1882"/>
                  </a:cubicBezTo>
                  <a:cubicBezTo>
                    <a:pt x="4488" y="1724"/>
                    <a:pt x="4546" y="1537"/>
                    <a:pt x="4551" y="1345"/>
                  </a:cubicBezTo>
                  <a:lnTo>
                    <a:pt x="4556" y="749"/>
                  </a:lnTo>
                  <a:cubicBezTo>
                    <a:pt x="4560" y="341"/>
                    <a:pt x="4224" y="5"/>
                    <a:pt x="38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3"/>
            <p:cNvSpPr/>
            <p:nvPr/>
          </p:nvSpPr>
          <p:spPr>
            <a:xfrm>
              <a:off x="7995963" y="1985163"/>
              <a:ext cx="343279" cy="363402"/>
            </a:xfrm>
            <a:custGeom>
              <a:rect b="b" l="l" r="r" t="t"/>
              <a:pathLst>
                <a:path extrusionOk="0" h="13869" w="13101">
                  <a:moveTo>
                    <a:pt x="12265" y="2977"/>
                  </a:moveTo>
                  <a:lnTo>
                    <a:pt x="12265" y="2977"/>
                  </a:lnTo>
                  <a:cubicBezTo>
                    <a:pt x="12500" y="3164"/>
                    <a:pt x="12496" y="3519"/>
                    <a:pt x="12260" y="3707"/>
                  </a:cubicBezTo>
                  <a:lnTo>
                    <a:pt x="12265" y="2977"/>
                  </a:lnTo>
                  <a:close/>
                  <a:moveTo>
                    <a:pt x="12251" y="4566"/>
                  </a:moveTo>
                  <a:cubicBezTo>
                    <a:pt x="12544" y="4724"/>
                    <a:pt x="12577" y="5137"/>
                    <a:pt x="12313" y="5339"/>
                  </a:cubicBezTo>
                  <a:lnTo>
                    <a:pt x="12241" y="5392"/>
                  </a:lnTo>
                  <a:lnTo>
                    <a:pt x="12251" y="4566"/>
                  </a:lnTo>
                  <a:close/>
                  <a:moveTo>
                    <a:pt x="12236" y="6140"/>
                  </a:moveTo>
                  <a:cubicBezTo>
                    <a:pt x="12457" y="6208"/>
                    <a:pt x="12596" y="6419"/>
                    <a:pt x="12568" y="6649"/>
                  </a:cubicBezTo>
                  <a:cubicBezTo>
                    <a:pt x="12548" y="6769"/>
                    <a:pt x="12486" y="6880"/>
                    <a:pt x="12390" y="6952"/>
                  </a:cubicBezTo>
                  <a:lnTo>
                    <a:pt x="12227" y="7072"/>
                  </a:lnTo>
                  <a:lnTo>
                    <a:pt x="12236" y="6140"/>
                  </a:lnTo>
                  <a:close/>
                  <a:moveTo>
                    <a:pt x="11118" y="10657"/>
                  </a:moveTo>
                  <a:lnTo>
                    <a:pt x="11118" y="11113"/>
                  </a:lnTo>
                  <a:lnTo>
                    <a:pt x="8871" y="11118"/>
                  </a:lnTo>
                  <a:lnTo>
                    <a:pt x="6620" y="11123"/>
                  </a:lnTo>
                  <a:lnTo>
                    <a:pt x="6620" y="10667"/>
                  </a:lnTo>
                  <a:lnTo>
                    <a:pt x="9707" y="10657"/>
                  </a:lnTo>
                  <a:close/>
                  <a:moveTo>
                    <a:pt x="2905" y="7595"/>
                  </a:moveTo>
                  <a:lnTo>
                    <a:pt x="2943" y="7643"/>
                  </a:lnTo>
                  <a:lnTo>
                    <a:pt x="4906" y="10216"/>
                  </a:lnTo>
                  <a:lnTo>
                    <a:pt x="5631" y="11166"/>
                  </a:lnTo>
                  <a:lnTo>
                    <a:pt x="5271" y="11445"/>
                  </a:lnTo>
                  <a:lnTo>
                    <a:pt x="2545" y="7873"/>
                  </a:lnTo>
                  <a:lnTo>
                    <a:pt x="2905" y="7595"/>
                  </a:lnTo>
                  <a:close/>
                  <a:moveTo>
                    <a:pt x="2089" y="7945"/>
                  </a:moveTo>
                  <a:lnTo>
                    <a:pt x="5084" y="11862"/>
                  </a:lnTo>
                  <a:lnTo>
                    <a:pt x="3610" y="13125"/>
                  </a:lnTo>
                  <a:lnTo>
                    <a:pt x="485" y="9035"/>
                  </a:lnTo>
                  <a:lnTo>
                    <a:pt x="2089" y="7945"/>
                  </a:lnTo>
                  <a:close/>
                  <a:moveTo>
                    <a:pt x="11339" y="11517"/>
                  </a:moveTo>
                  <a:lnTo>
                    <a:pt x="11449" y="13456"/>
                  </a:lnTo>
                  <a:lnTo>
                    <a:pt x="6303" y="13461"/>
                  </a:lnTo>
                  <a:lnTo>
                    <a:pt x="6409" y="11526"/>
                  </a:lnTo>
                  <a:lnTo>
                    <a:pt x="8867" y="11521"/>
                  </a:lnTo>
                  <a:lnTo>
                    <a:pt x="11324" y="11517"/>
                  </a:lnTo>
                  <a:close/>
                  <a:moveTo>
                    <a:pt x="8737" y="1"/>
                  </a:moveTo>
                  <a:cubicBezTo>
                    <a:pt x="8257" y="1"/>
                    <a:pt x="7868" y="390"/>
                    <a:pt x="7873" y="870"/>
                  </a:cubicBezTo>
                  <a:lnTo>
                    <a:pt x="7873" y="913"/>
                  </a:lnTo>
                  <a:cubicBezTo>
                    <a:pt x="7731" y="826"/>
                    <a:pt x="7571" y="778"/>
                    <a:pt x="7411" y="778"/>
                  </a:cubicBezTo>
                  <a:cubicBezTo>
                    <a:pt x="7403" y="778"/>
                    <a:pt x="7396" y="778"/>
                    <a:pt x="7388" y="779"/>
                  </a:cubicBezTo>
                  <a:cubicBezTo>
                    <a:pt x="6913" y="798"/>
                    <a:pt x="6538" y="1191"/>
                    <a:pt x="6543" y="1662"/>
                  </a:cubicBezTo>
                  <a:lnTo>
                    <a:pt x="6548" y="4729"/>
                  </a:lnTo>
                  <a:lnTo>
                    <a:pt x="5967" y="5166"/>
                  </a:lnTo>
                  <a:lnTo>
                    <a:pt x="6135" y="3995"/>
                  </a:lnTo>
                  <a:cubicBezTo>
                    <a:pt x="6198" y="3519"/>
                    <a:pt x="5866" y="3083"/>
                    <a:pt x="5391" y="3020"/>
                  </a:cubicBezTo>
                  <a:cubicBezTo>
                    <a:pt x="5347" y="3014"/>
                    <a:pt x="5304" y="3012"/>
                    <a:pt x="5263" y="3012"/>
                  </a:cubicBezTo>
                  <a:cubicBezTo>
                    <a:pt x="4699" y="3012"/>
                    <a:pt x="4498" y="3537"/>
                    <a:pt x="4426" y="3721"/>
                  </a:cubicBezTo>
                  <a:lnTo>
                    <a:pt x="4076" y="4671"/>
                  </a:lnTo>
                  <a:cubicBezTo>
                    <a:pt x="4027" y="4826"/>
                    <a:pt x="4151" y="4937"/>
                    <a:pt x="4274" y="4937"/>
                  </a:cubicBezTo>
                  <a:cubicBezTo>
                    <a:pt x="4346" y="4937"/>
                    <a:pt x="4418" y="4899"/>
                    <a:pt x="4455" y="4811"/>
                  </a:cubicBezTo>
                  <a:lnTo>
                    <a:pt x="4806" y="3865"/>
                  </a:lnTo>
                  <a:cubicBezTo>
                    <a:pt x="4949" y="3489"/>
                    <a:pt x="5107" y="3416"/>
                    <a:pt x="5252" y="3416"/>
                  </a:cubicBezTo>
                  <a:cubicBezTo>
                    <a:pt x="5281" y="3416"/>
                    <a:pt x="5310" y="3419"/>
                    <a:pt x="5338" y="3423"/>
                  </a:cubicBezTo>
                  <a:cubicBezTo>
                    <a:pt x="5588" y="3457"/>
                    <a:pt x="5766" y="3687"/>
                    <a:pt x="5732" y="3942"/>
                  </a:cubicBezTo>
                  <a:lnTo>
                    <a:pt x="5540" y="5272"/>
                  </a:lnTo>
                  <a:cubicBezTo>
                    <a:pt x="5508" y="5491"/>
                    <a:pt x="5685" y="5658"/>
                    <a:pt x="5878" y="5658"/>
                  </a:cubicBezTo>
                  <a:cubicBezTo>
                    <a:pt x="5947" y="5658"/>
                    <a:pt x="6018" y="5636"/>
                    <a:pt x="6082" y="5588"/>
                  </a:cubicBezTo>
                  <a:lnTo>
                    <a:pt x="6543" y="5238"/>
                  </a:lnTo>
                  <a:lnTo>
                    <a:pt x="6543" y="6755"/>
                  </a:lnTo>
                  <a:lnTo>
                    <a:pt x="5713" y="5910"/>
                  </a:lnTo>
                  <a:cubicBezTo>
                    <a:pt x="5545" y="5742"/>
                    <a:pt x="5323" y="5658"/>
                    <a:pt x="5101" y="5658"/>
                  </a:cubicBezTo>
                  <a:cubicBezTo>
                    <a:pt x="4879" y="5658"/>
                    <a:pt x="4657" y="5742"/>
                    <a:pt x="4489" y="5910"/>
                  </a:cubicBezTo>
                  <a:lnTo>
                    <a:pt x="4455" y="5944"/>
                  </a:lnTo>
                  <a:cubicBezTo>
                    <a:pt x="4177" y="6256"/>
                    <a:pt x="4158" y="6721"/>
                    <a:pt x="4417" y="7052"/>
                  </a:cubicBezTo>
                  <a:lnTo>
                    <a:pt x="4441" y="7081"/>
                  </a:lnTo>
                  <a:lnTo>
                    <a:pt x="4446" y="7086"/>
                  </a:lnTo>
                  <a:lnTo>
                    <a:pt x="4470" y="7120"/>
                  </a:lnTo>
                  <a:lnTo>
                    <a:pt x="6390" y="10144"/>
                  </a:lnTo>
                  <a:lnTo>
                    <a:pt x="6399" y="10158"/>
                  </a:lnTo>
                  <a:lnTo>
                    <a:pt x="6399" y="10163"/>
                  </a:lnTo>
                  <a:lnTo>
                    <a:pt x="6399" y="10168"/>
                  </a:lnTo>
                  <a:lnTo>
                    <a:pt x="6404" y="10173"/>
                  </a:lnTo>
                  <a:lnTo>
                    <a:pt x="6409" y="10182"/>
                  </a:lnTo>
                  <a:cubicBezTo>
                    <a:pt x="6414" y="10197"/>
                    <a:pt x="6418" y="10216"/>
                    <a:pt x="6428" y="10240"/>
                  </a:cubicBezTo>
                  <a:lnTo>
                    <a:pt x="6428" y="10245"/>
                  </a:lnTo>
                  <a:lnTo>
                    <a:pt x="6428" y="10259"/>
                  </a:lnTo>
                  <a:lnTo>
                    <a:pt x="6428" y="10269"/>
                  </a:lnTo>
                  <a:lnTo>
                    <a:pt x="6428" y="10273"/>
                  </a:lnTo>
                  <a:cubicBezTo>
                    <a:pt x="6351" y="10307"/>
                    <a:pt x="6284" y="10369"/>
                    <a:pt x="6246" y="10446"/>
                  </a:cubicBezTo>
                  <a:cubicBezTo>
                    <a:pt x="6121" y="10494"/>
                    <a:pt x="6001" y="10557"/>
                    <a:pt x="5890" y="10629"/>
                  </a:cubicBezTo>
                  <a:lnTo>
                    <a:pt x="5794" y="10705"/>
                  </a:lnTo>
                  <a:lnTo>
                    <a:pt x="3687" y="7950"/>
                  </a:lnTo>
                  <a:lnTo>
                    <a:pt x="3356" y="7518"/>
                  </a:lnTo>
                  <a:cubicBezTo>
                    <a:pt x="3437" y="7432"/>
                    <a:pt x="3500" y="7331"/>
                    <a:pt x="3543" y="7220"/>
                  </a:cubicBezTo>
                  <a:lnTo>
                    <a:pt x="4110" y="5699"/>
                  </a:lnTo>
                  <a:cubicBezTo>
                    <a:pt x="4158" y="5544"/>
                    <a:pt x="4032" y="5436"/>
                    <a:pt x="3908" y="5436"/>
                  </a:cubicBezTo>
                  <a:cubicBezTo>
                    <a:pt x="3835" y="5436"/>
                    <a:pt x="3763" y="5473"/>
                    <a:pt x="3725" y="5560"/>
                  </a:cubicBezTo>
                  <a:lnTo>
                    <a:pt x="3159" y="7086"/>
                  </a:lnTo>
                  <a:cubicBezTo>
                    <a:pt x="3159" y="7091"/>
                    <a:pt x="3159" y="7100"/>
                    <a:pt x="3154" y="7105"/>
                  </a:cubicBezTo>
                  <a:cubicBezTo>
                    <a:pt x="3135" y="7144"/>
                    <a:pt x="3111" y="7177"/>
                    <a:pt x="3082" y="7211"/>
                  </a:cubicBezTo>
                  <a:cubicBezTo>
                    <a:pt x="3024" y="7179"/>
                    <a:pt x="2960" y="7164"/>
                    <a:pt x="2896" y="7164"/>
                  </a:cubicBezTo>
                  <a:cubicBezTo>
                    <a:pt x="2813" y="7164"/>
                    <a:pt x="2730" y="7190"/>
                    <a:pt x="2660" y="7244"/>
                  </a:cubicBezTo>
                  <a:lnTo>
                    <a:pt x="2247" y="7561"/>
                  </a:lnTo>
                  <a:cubicBezTo>
                    <a:pt x="2191" y="7534"/>
                    <a:pt x="2131" y="7521"/>
                    <a:pt x="2072" y="7521"/>
                  </a:cubicBezTo>
                  <a:cubicBezTo>
                    <a:pt x="1995" y="7521"/>
                    <a:pt x="1919" y="7544"/>
                    <a:pt x="1853" y="7590"/>
                  </a:cubicBezTo>
                  <a:lnTo>
                    <a:pt x="231" y="8694"/>
                  </a:lnTo>
                  <a:cubicBezTo>
                    <a:pt x="44" y="8819"/>
                    <a:pt x="0" y="9078"/>
                    <a:pt x="140" y="9260"/>
                  </a:cubicBezTo>
                  <a:lnTo>
                    <a:pt x="3293" y="13384"/>
                  </a:lnTo>
                  <a:cubicBezTo>
                    <a:pt x="3370" y="13484"/>
                    <a:pt x="3487" y="13537"/>
                    <a:pt x="3606" y="13537"/>
                  </a:cubicBezTo>
                  <a:cubicBezTo>
                    <a:pt x="3697" y="13537"/>
                    <a:pt x="3790" y="13506"/>
                    <a:pt x="3865" y="13441"/>
                  </a:cubicBezTo>
                  <a:lnTo>
                    <a:pt x="5353" y="12165"/>
                  </a:lnTo>
                  <a:cubicBezTo>
                    <a:pt x="5458" y="12073"/>
                    <a:pt x="5511" y="11934"/>
                    <a:pt x="5487" y="11795"/>
                  </a:cubicBezTo>
                  <a:lnTo>
                    <a:pt x="5900" y="11478"/>
                  </a:lnTo>
                  <a:cubicBezTo>
                    <a:pt x="6030" y="11377"/>
                    <a:pt x="6082" y="11209"/>
                    <a:pt x="6034" y="11056"/>
                  </a:cubicBezTo>
                  <a:lnTo>
                    <a:pt x="6150" y="10969"/>
                  </a:lnTo>
                  <a:cubicBezTo>
                    <a:pt x="6169" y="10955"/>
                    <a:pt x="6193" y="10941"/>
                    <a:pt x="6217" y="10926"/>
                  </a:cubicBezTo>
                  <a:lnTo>
                    <a:pt x="6217" y="11161"/>
                  </a:lnTo>
                  <a:cubicBezTo>
                    <a:pt x="6092" y="11224"/>
                    <a:pt x="6010" y="11353"/>
                    <a:pt x="6001" y="11493"/>
                  </a:cubicBezTo>
                  <a:lnTo>
                    <a:pt x="5895" y="13451"/>
                  </a:lnTo>
                  <a:cubicBezTo>
                    <a:pt x="5881" y="13677"/>
                    <a:pt x="6063" y="13869"/>
                    <a:pt x="6294" y="13869"/>
                  </a:cubicBezTo>
                  <a:lnTo>
                    <a:pt x="11459" y="13864"/>
                  </a:lnTo>
                  <a:cubicBezTo>
                    <a:pt x="11684" y="13864"/>
                    <a:pt x="11867" y="13672"/>
                    <a:pt x="11852" y="13441"/>
                  </a:cubicBezTo>
                  <a:lnTo>
                    <a:pt x="11742" y="11488"/>
                  </a:lnTo>
                  <a:cubicBezTo>
                    <a:pt x="11732" y="11344"/>
                    <a:pt x="11651" y="11219"/>
                    <a:pt x="11526" y="11157"/>
                  </a:cubicBezTo>
                  <a:lnTo>
                    <a:pt x="11526" y="10633"/>
                  </a:lnTo>
                  <a:cubicBezTo>
                    <a:pt x="11526" y="10470"/>
                    <a:pt x="11425" y="10326"/>
                    <a:pt x="11272" y="10273"/>
                  </a:cubicBezTo>
                  <a:lnTo>
                    <a:pt x="11272" y="10129"/>
                  </a:lnTo>
                  <a:cubicBezTo>
                    <a:pt x="11272" y="9995"/>
                    <a:pt x="11339" y="9750"/>
                    <a:pt x="11449" y="9457"/>
                  </a:cubicBezTo>
                  <a:cubicBezTo>
                    <a:pt x="11519" y="9294"/>
                    <a:pt x="11386" y="9174"/>
                    <a:pt x="11256" y="9174"/>
                  </a:cubicBezTo>
                  <a:cubicBezTo>
                    <a:pt x="11179" y="9174"/>
                    <a:pt x="11104" y="9216"/>
                    <a:pt x="11070" y="9313"/>
                  </a:cubicBezTo>
                  <a:cubicBezTo>
                    <a:pt x="10979" y="9553"/>
                    <a:pt x="10868" y="9889"/>
                    <a:pt x="10868" y="10125"/>
                  </a:cubicBezTo>
                  <a:lnTo>
                    <a:pt x="10868" y="10249"/>
                  </a:lnTo>
                  <a:lnTo>
                    <a:pt x="9155" y="10249"/>
                  </a:lnTo>
                  <a:lnTo>
                    <a:pt x="6855" y="10254"/>
                  </a:lnTo>
                  <a:cubicBezTo>
                    <a:pt x="6836" y="10139"/>
                    <a:pt x="6798" y="10024"/>
                    <a:pt x="6735" y="9923"/>
                  </a:cubicBezTo>
                  <a:lnTo>
                    <a:pt x="4810" y="6889"/>
                  </a:lnTo>
                  <a:cubicBezTo>
                    <a:pt x="4801" y="6875"/>
                    <a:pt x="4791" y="6860"/>
                    <a:pt x="4782" y="6851"/>
                  </a:cubicBezTo>
                  <a:cubicBezTo>
                    <a:pt x="4609" y="6668"/>
                    <a:pt x="4614" y="6385"/>
                    <a:pt x="4786" y="6208"/>
                  </a:cubicBezTo>
                  <a:cubicBezTo>
                    <a:pt x="4877" y="6117"/>
                    <a:pt x="4995" y="6071"/>
                    <a:pt x="5114" y="6071"/>
                  </a:cubicBezTo>
                  <a:cubicBezTo>
                    <a:pt x="5228" y="6071"/>
                    <a:pt x="5343" y="6113"/>
                    <a:pt x="5434" y="6198"/>
                  </a:cubicBezTo>
                  <a:lnTo>
                    <a:pt x="6375" y="7158"/>
                  </a:lnTo>
                  <a:cubicBezTo>
                    <a:pt x="6444" y="7228"/>
                    <a:pt x="6528" y="7259"/>
                    <a:pt x="6612" y="7259"/>
                  </a:cubicBezTo>
                  <a:cubicBezTo>
                    <a:pt x="6787" y="7259"/>
                    <a:pt x="6956" y="7123"/>
                    <a:pt x="6956" y="6918"/>
                  </a:cubicBezTo>
                  <a:lnTo>
                    <a:pt x="6956" y="4820"/>
                  </a:lnTo>
                  <a:lnTo>
                    <a:pt x="6951" y="1657"/>
                  </a:lnTo>
                  <a:cubicBezTo>
                    <a:pt x="6946" y="1403"/>
                    <a:pt x="7148" y="1191"/>
                    <a:pt x="7403" y="1177"/>
                  </a:cubicBezTo>
                  <a:cubicBezTo>
                    <a:pt x="7405" y="1177"/>
                    <a:pt x="7408" y="1177"/>
                    <a:pt x="7411" y="1177"/>
                  </a:cubicBezTo>
                  <a:cubicBezTo>
                    <a:pt x="7667" y="1177"/>
                    <a:pt x="7873" y="1381"/>
                    <a:pt x="7873" y="1638"/>
                  </a:cubicBezTo>
                  <a:lnTo>
                    <a:pt x="7883" y="5627"/>
                  </a:lnTo>
                  <a:cubicBezTo>
                    <a:pt x="7883" y="5737"/>
                    <a:pt x="7974" y="5828"/>
                    <a:pt x="8084" y="5828"/>
                  </a:cubicBezTo>
                  <a:cubicBezTo>
                    <a:pt x="8195" y="5828"/>
                    <a:pt x="8286" y="5737"/>
                    <a:pt x="8286" y="5627"/>
                  </a:cubicBezTo>
                  <a:lnTo>
                    <a:pt x="8281" y="1638"/>
                  </a:lnTo>
                  <a:lnTo>
                    <a:pt x="8281" y="860"/>
                  </a:lnTo>
                  <a:cubicBezTo>
                    <a:pt x="8281" y="606"/>
                    <a:pt x="8487" y="399"/>
                    <a:pt x="8742" y="399"/>
                  </a:cubicBezTo>
                  <a:cubicBezTo>
                    <a:pt x="8996" y="399"/>
                    <a:pt x="9203" y="606"/>
                    <a:pt x="9203" y="860"/>
                  </a:cubicBezTo>
                  <a:lnTo>
                    <a:pt x="9212" y="5622"/>
                  </a:lnTo>
                  <a:cubicBezTo>
                    <a:pt x="9212" y="5737"/>
                    <a:pt x="9303" y="5828"/>
                    <a:pt x="9414" y="5828"/>
                  </a:cubicBezTo>
                  <a:cubicBezTo>
                    <a:pt x="9529" y="5824"/>
                    <a:pt x="9620" y="5732"/>
                    <a:pt x="9615" y="5622"/>
                  </a:cubicBezTo>
                  <a:lnTo>
                    <a:pt x="9611" y="1811"/>
                  </a:lnTo>
                  <a:cubicBezTo>
                    <a:pt x="9611" y="1556"/>
                    <a:pt x="9817" y="1350"/>
                    <a:pt x="10071" y="1350"/>
                  </a:cubicBezTo>
                  <a:cubicBezTo>
                    <a:pt x="10331" y="1350"/>
                    <a:pt x="10537" y="1556"/>
                    <a:pt x="10537" y="1811"/>
                  </a:cubicBezTo>
                  <a:lnTo>
                    <a:pt x="10542" y="5622"/>
                  </a:lnTo>
                  <a:cubicBezTo>
                    <a:pt x="10542" y="5737"/>
                    <a:pt x="10633" y="5828"/>
                    <a:pt x="10743" y="5828"/>
                  </a:cubicBezTo>
                  <a:cubicBezTo>
                    <a:pt x="10854" y="5828"/>
                    <a:pt x="10945" y="5737"/>
                    <a:pt x="10945" y="5622"/>
                  </a:cubicBezTo>
                  <a:lnTo>
                    <a:pt x="10945" y="2732"/>
                  </a:lnTo>
                  <a:lnTo>
                    <a:pt x="10945" y="2727"/>
                  </a:lnTo>
                  <a:cubicBezTo>
                    <a:pt x="10945" y="2473"/>
                    <a:pt x="11152" y="2267"/>
                    <a:pt x="11406" y="2267"/>
                  </a:cubicBezTo>
                  <a:cubicBezTo>
                    <a:pt x="11660" y="2267"/>
                    <a:pt x="11867" y="2473"/>
                    <a:pt x="11867" y="2723"/>
                  </a:cubicBezTo>
                  <a:lnTo>
                    <a:pt x="11824" y="7432"/>
                  </a:lnTo>
                  <a:lnTo>
                    <a:pt x="11824" y="7470"/>
                  </a:lnTo>
                  <a:cubicBezTo>
                    <a:pt x="11809" y="7806"/>
                    <a:pt x="11704" y="8128"/>
                    <a:pt x="11516" y="8401"/>
                  </a:cubicBezTo>
                  <a:cubicBezTo>
                    <a:pt x="11417" y="8559"/>
                    <a:pt x="11551" y="8715"/>
                    <a:pt x="11691" y="8715"/>
                  </a:cubicBezTo>
                  <a:cubicBezTo>
                    <a:pt x="11747" y="8715"/>
                    <a:pt x="11804" y="8690"/>
                    <a:pt x="11848" y="8632"/>
                  </a:cubicBezTo>
                  <a:cubicBezTo>
                    <a:pt x="12064" y="8320"/>
                    <a:pt x="12193" y="7960"/>
                    <a:pt x="12222" y="7585"/>
                  </a:cubicBezTo>
                  <a:lnTo>
                    <a:pt x="12644" y="7273"/>
                  </a:lnTo>
                  <a:cubicBezTo>
                    <a:pt x="13019" y="6980"/>
                    <a:pt x="13086" y="6438"/>
                    <a:pt x="12798" y="6064"/>
                  </a:cubicBezTo>
                  <a:cubicBezTo>
                    <a:pt x="12702" y="5929"/>
                    <a:pt x="12568" y="5833"/>
                    <a:pt x="12414" y="5776"/>
                  </a:cubicBezTo>
                  <a:lnTo>
                    <a:pt x="12558" y="5665"/>
                  </a:lnTo>
                  <a:cubicBezTo>
                    <a:pt x="13100" y="5248"/>
                    <a:pt x="12976" y="4398"/>
                    <a:pt x="12337" y="4158"/>
                  </a:cubicBezTo>
                  <a:lnTo>
                    <a:pt x="12505" y="4028"/>
                  </a:lnTo>
                  <a:cubicBezTo>
                    <a:pt x="13067" y="3601"/>
                    <a:pt x="12913" y="2723"/>
                    <a:pt x="12241" y="2511"/>
                  </a:cubicBezTo>
                  <a:cubicBezTo>
                    <a:pt x="12140" y="2132"/>
                    <a:pt x="11795" y="1863"/>
                    <a:pt x="11401" y="1863"/>
                  </a:cubicBezTo>
                  <a:cubicBezTo>
                    <a:pt x="11238" y="1863"/>
                    <a:pt x="11080" y="1911"/>
                    <a:pt x="10940" y="1998"/>
                  </a:cubicBezTo>
                  <a:lnTo>
                    <a:pt x="10940" y="1815"/>
                  </a:lnTo>
                  <a:cubicBezTo>
                    <a:pt x="10940" y="1335"/>
                    <a:pt x="10551" y="947"/>
                    <a:pt x="10071" y="947"/>
                  </a:cubicBezTo>
                  <a:cubicBezTo>
                    <a:pt x="9908" y="947"/>
                    <a:pt x="9750" y="990"/>
                    <a:pt x="9611" y="1081"/>
                  </a:cubicBezTo>
                  <a:lnTo>
                    <a:pt x="9611" y="865"/>
                  </a:lnTo>
                  <a:cubicBezTo>
                    <a:pt x="9606" y="385"/>
                    <a:pt x="9217"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2" name="Google Shape;15402;p83"/>
          <p:cNvGrpSpPr/>
          <p:nvPr/>
        </p:nvGrpSpPr>
        <p:grpSpPr>
          <a:xfrm>
            <a:off x="5743255" y="2433410"/>
            <a:ext cx="364162" cy="353236"/>
            <a:chOff x="5743255" y="2433410"/>
            <a:chExt cx="364162" cy="353236"/>
          </a:xfrm>
        </p:grpSpPr>
        <p:sp>
          <p:nvSpPr>
            <p:cNvPr id="15403" name="Google Shape;15403;p83"/>
            <p:cNvSpPr/>
            <p:nvPr/>
          </p:nvSpPr>
          <p:spPr>
            <a:xfrm>
              <a:off x="6077704" y="2456075"/>
              <a:ext cx="18263" cy="325304"/>
            </a:xfrm>
            <a:custGeom>
              <a:rect b="b" l="l" r="r" t="t"/>
              <a:pathLst>
                <a:path extrusionOk="0" h="12415" w="697">
                  <a:moveTo>
                    <a:pt x="346" y="1"/>
                  </a:moveTo>
                  <a:cubicBezTo>
                    <a:pt x="154" y="1"/>
                    <a:pt x="1" y="155"/>
                    <a:pt x="1" y="347"/>
                  </a:cubicBezTo>
                  <a:lnTo>
                    <a:pt x="1" y="12064"/>
                  </a:lnTo>
                  <a:cubicBezTo>
                    <a:pt x="1" y="12256"/>
                    <a:pt x="154" y="12414"/>
                    <a:pt x="346" y="12414"/>
                  </a:cubicBezTo>
                  <a:cubicBezTo>
                    <a:pt x="538" y="12414"/>
                    <a:pt x="697" y="12256"/>
                    <a:pt x="697" y="12064"/>
                  </a:cubicBezTo>
                  <a:lnTo>
                    <a:pt x="697" y="347"/>
                  </a:lnTo>
                  <a:cubicBezTo>
                    <a:pt x="697" y="155"/>
                    <a:pt x="538" y="1"/>
                    <a:pt x="34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3"/>
            <p:cNvSpPr/>
            <p:nvPr/>
          </p:nvSpPr>
          <p:spPr>
            <a:xfrm>
              <a:off x="6077704" y="2723235"/>
              <a:ext cx="18263" cy="58143"/>
            </a:xfrm>
            <a:custGeom>
              <a:rect b="b" l="l" r="r" t="t"/>
              <a:pathLst>
                <a:path extrusionOk="0" h="2219" w="697">
                  <a:moveTo>
                    <a:pt x="1" y="1"/>
                  </a:moveTo>
                  <a:lnTo>
                    <a:pt x="1" y="1868"/>
                  </a:lnTo>
                  <a:cubicBezTo>
                    <a:pt x="1" y="2060"/>
                    <a:pt x="154" y="2218"/>
                    <a:pt x="346" y="2218"/>
                  </a:cubicBezTo>
                  <a:cubicBezTo>
                    <a:pt x="538" y="2218"/>
                    <a:pt x="697" y="2060"/>
                    <a:pt x="697" y="1868"/>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3"/>
            <p:cNvSpPr/>
            <p:nvPr/>
          </p:nvSpPr>
          <p:spPr>
            <a:xfrm>
              <a:off x="5987017" y="2640593"/>
              <a:ext cx="18263" cy="137511"/>
            </a:xfrm>
            <a:custGeom>
              <a:rect b="b" l="l" r="r" t="t"/>
              <a:pathLst>
                <a:path extrusionOk="0" h="5248" w="697">
                  <a:moveTo>
                    <a:pt x="1" y="1"/>
                  </a:moveTo>
                  <a:lnTo>
                    <a:pt x="1" y="4897"/>
                  </a:lnTo>
                  <a:cubicBezTo>
                    <a:pt x="1" y="5089"/>
                    <a:pt x="159" y="5247"/>
                    <a:pt x="351" y="5247"/>
                  </a:cubicBezTo>
                  <a:cubicBezTo>
                    <a:pt x="543" y="5247"/>
                    <a:pt x="697" y="5089"/>
                    <a:pt x="697" y="4897"/>
                  </a:cubicBezTo>
                  <a:lnTo>
                    <a:pt x="69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3"/>
            <p:cNvSpPr/>
            <p:nvPr/>
          </p:nvSpPr>
          <p:spPr>
            <a:xfrm>
              <a:off x="5987017" y="2723235"/>
              <a:ext cx="18263" cy="54868"/>
            </a:xfrm>
            <a:custGeom>
              <a:rect b="b" l="l" r="r" t="t"/>
              <a:pathLst>
                <a:path extrusionOk="0" h="2094" w="697">
                  <a:moveTo>
                    <a:pt x="1" y="1"/>
                  </a:moveTo>
                  <a:lnTo>
                    <a:pt x="1" y="1743"/>
                  </a:lnTo>
                  <a:cubicBezTo>
                    <a:pt x="1" y="1935"/>
                    <a:pt x="159" y="2093"/>
                    <a:pt x="351" y="2093"/>
                  </a:cubicBezTo>
                  <a:cubicBezTo>
                    <a:pt x="543" y="2093"/>
                    <a:pt x="697" y="1935"/>
                    <a:pt x="697" y="1743"/>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3"/>
            <p:cNvSpPr/>
            <p:nvPr/>
          </p:nvSpPr>
          <p:spPr>
            <a:xfrm>
              <a:off x="5748810" y="2438729"/>
              <a:ext cx="353079" cy="119641"/>
            </a:xfrm>
            <a:custGeom>
              <a:rect b="b" l="l" r="r" t="t"/>
              <a:pathLst>
                <a:path extrusionOk="0" h="4566" w="13475">
                  <a:moveTo>
                    <a:pt x="230" y="0"/>
                  </a:moveTo>
                  <a:cubicBezTo>
                    <a:pt x="163" y="5"/>
                    <a:pt x="101" y="39"/>
                    <a:pt x="58" y="92"/>
                  </a:cubicBezTo>
                  <a:cubicBezTo>
                    <a:pt x="14" y="144"/>
                    <a:pt x="0" y="207"/>
                    <a:pt x="10" y="274"/>
                  </a:cubicBezTo>
                  <a:cubicBezTo>
                    <a:pt x="125" y="1119"/>
                    <a:pt x="590" y="3183"/>
                    <a:pt x="2295" y="4143"/>
                  </a:cubicBezTo>
                  <a:cubicBezTo>
                    <a:pt x="2775" y="4417"/>
                    <a:pt x="3317" y="4565"/>
                    <a:pt x="3874" y="4565"/>
                  </a:cubicBezTo>
                  <a:cubicBezTo>
                    <a:pt x="3946" y="4565"/>
                    <a:pt x="4023" y="4565"/>
                    <a:pt x="4095" y="4561"/>
                  </a:cubicBezTo>
                  <a:cubicBezTo>
                    <a:pt x="5223" y="4479"/>
                    <a:pt x="6159" y="3841"/>
                    <a:pt x="6615" y="3466"/>
                  </a:cubicBezTo>
                  <a:cubicBezTo>
                    <a:pt x="6651" y="3437"/>
                    <a:pt x="6694" y="3423"/>
                    <a:pt x="6737" y="3423"/>
                  </a:cubicBezTo>
                  <a:cubicBezTo>
                    <a:pt x="6779" y="3423"/>
                    <a:pt x="6821" y="3437"/>
                    <a:pt x="6855" y="3466"/>
                  </a:cubicBezTo>
                  <a:cubicBezTo>
                    <a:pt x="7316" y="3841"/>
                    <a:pt x="8247" y="4479"/>
                    <a:pt x="9375" y="4561"/>
                  </a:cubicBezTo>
                  <a:cubicBezTo>
                    <a:pt x="9450" y="4565"/>
                    <a:pt x="9521" y="4565"/>
                    <a:pt x="9597" y="4565"/>
                  </a:cubicBezTo>
                  <a:lnTo>
                    <a:pt x="9596" y="4565"/>
                  </a:lnTo>
                  <a:cubicBezTo>
                    <a:pt x="10153" y="4565"/>
                    <a:pt x="10695" y="4417"/>
                    <a:pt x="11180" y="4143"/>
                  </a:cubicBezTo>
                  <a:cubicBezTo>
                    <a:pt x="12884" y="3183"/>
                    <a:pt x="13345" y="1114"/>
                    <a:pt x="13465" y="274"/>
                  </a:cubicBezTo>
                  <a:cubicBezTo>
                    <a:pt x="13474" y="207"/>
                    <a:pt x="13455" y="144"/>
                    <a:pt x="13412" y="92"/>
                  </a:cubicBezTo>
                  <a:cubicBezTo>
                    <a:pt x="13369" y="39"/>
                    <a:pt x="13306" y="5"/>
                    <a:pt x="13239" y="0"/>
                  </a:cubicBezTo>
                  <a:lnTo>
                    <a:pt x="13225" y="0"/>
                  </a:lnTo>
                  <a:cubicBezTo>
                    <a:pt x="13162" y="0"/>
                    <a:pt x="13105" y="24"/>
                    <a:pt x="13062" y="68"/>
                  </a:cubicBezTo>
                  <a:cubicBezTo>
                    <a:pt x="12750" y="356"/>
                    <a:pt x="11986" y="855"/>
                    <a:pt x="10378" y="941"/>
                  </a:cubicBezTo>
                  <a:cubicBezTo>
                    <a:pt x="9097" y="1009"/>
                    <a:pt x="8108" y="1556"/>
                    <a:pt x="7508" y="2007"/>
                  </a:cubicBezTo>
                  <a:cubicBezTo>
                    <a:pt x="7464" y="2041"/>
                    <a:pt x="7426" y="2069"/>
                    <a:pt x="7388" y="2098"/>
                  </a:cubicBezTo>
                  <a:cubicBezTo>
                    <a:pt x="7196" y="2249"/>
                    <a:pt x="6965" y="2325"/>
                    <a:pt x="6735" y="2325"/>
                  </a:cubicBezTo>
                  <a:cubicBezTo>
                    <a:pt x="6506" y="2325"/>
                    <a:pt x="6276" y="2249"/>
                    <a:pt x="6087" y="2098"/>
                  </a:cubicBezTo>
                  <a:cubicBezTo>
                    <a:pt x="6044" y="2069"/>
                    <a:pt x="6005" y="2036"/>
                    <a:pt x="5967" y="2007"/>
                  </a:cubicBezTo>
                  <a:cubicBezTo>
                    <a:pt x="5362" y="1556"/>
                    <a:pt x="4373" y="1009"/>
                    <a:pt x="3096" y="941"/>
                  </a:cubicBezTo>
                  <a:cubicBezTo>
                    <a:pt x="1483" y="855"/>
                    <a:pt x="720" y="356"/>
                    <a:pt x="408" y="68"/>
                  </a:cubicBezTo>
                  <a:cubicBezTo>
                    <a:pt x="365" y="24"/>
                    <a:pt x="307" y="0"/>
                    <a:pt x="245" y="0"/>
                  </a:cubicBezTo>
                  <a:close/>
                  <a:moveTo>
                    <a:pt x="9596" y="4565"/>
                  </a:moveTo>
                  <a:cubicBezTo>
                    <a:pt x="9596" y="4565"/>
                    <a:pt x="9596" y="4565"/>
                    <a:pt x="9596" y="4565"/>
                  </a:cubicBezTo>
                  <a:lnTo>
                    <a:pt x="9601" y="4565"/>
                  </a:lnTo>
                  <a:cubicBezTo>
                    <a:pt x="9599" y="4565"/>
                    <a:pt x="9598" y="4565"/>
                    <a:pt x="9597" y="4565"/>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3"/>
            <p:cNvSpPr/>
            <p:nvPr/>
          </p:nvSpPr>
          <p:spPr>
            <a:xfrm>
              <a:off x="5980362" y="2438729"/>
              <a:ext cx="121527" cy="119772"/>
            </a:xfrm>
            <a:custGeom>
              <a:rect b="b" l="l" r="r" t="t"/>
              <a:pathLst>
                <a:path extrusionOk="0" h="4571" w="4638">
                  <a:moveTo>
                    <a:pt x="4388" y="0"/>
                  </a:moveTo>
                  <a:cubicBezTo>
                    <a:pt x="4330" y="0"/>
                    <a:pt x="4273" y="24"/>
                    <a:pt x="4229" y="68"/>
                  </a:cubicBezTo>
                  <a:cubicBezTo>
                    <a:pt x="4037" y="245"/>
                    <a:pt x="3677" y="500"/>
                    <a:pt x="3058" y="692"/>
                  </a:cubicBezTo>
                  <a:cubicBezTo>
                    <a:pt x="2856" y="1671"/>
                    <a:pt x="2314" y="3317"/>
                    <a:pt x="845" y="4143"/>
                  </a:cubicBezTo>
                  <a:cubicBezTo>
                    <a:pt x="581" y="4297"/>
                    <a:pt x="293" y="4407"/>
                    <a:pt x="0" y="4479"/>
                  </a:cubicBezTo>
                  <a:cubicBezTo>
                    <a:pt x="178" y="4522"/>
                    <a:pt x="356" y="4546"/>
                    <a:pt x="538" y="4561"/>
                  </a:cubicBezTo>
                  <a:cubicBezTo>
                    <a:pt x="615" y="4565"/>
                    <a:pt x="687" y="4570"/>
                    <a:pt x="764" y="4570"/>
                  </a:cubicBezTo>
                  <a:cubicBezTo>
                    <a:pt x="1316" y="4565"/>
                    <a:pt x="1863" y="4421"/>
                    <a:pt x="2343" y="4143"/>
                  </a:cubicBezTo>
                  <a:cubicBezTo>
                    <a:pt x="4047" y="3183"/>
                    <a:pt x="4508" y="1119"/>
                    <a:pt x="4628" y="279"/>
                  </a:cubicBezTo>
                  <a:cubicBezTo>
                    <a:pt x="4637" y="212"/>
                    <a:pt x="4618" y="144"/>
                    <a:pt x="4580" y="92"/>
                  </a:cubicBezTo>
                  <a:cubicBezTo>
                    <a:pt x="4537" y="39"/>
                    <a:pt x="4474" y="5"/>
                    <a:pt x="4407"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3"/>
            <p:cNvSpPr/>
            <p:nvPr/>
          </p:nvSpPr>
          <p:spPr>
            <a:xfrm>
              <a:off x="5775589" y="2473945"/>
              <a:ext cx="128314" cy="63174"/>
            </a:xfrm>
            <a:custGeom>
              <a:rect b="b" l="l" r="r" t="t"/>
              <a:pathLst>
                <a:path extrusionOk="0" h="2411" w="4897">
                  <a:moveTo>
                    <a:pt x="0" y="1"/>
                  </a:moveTo>
                  <a:lnTo>
                    <a:pt x="226" y="485"/>
                  </a:lnTo>
                  <a:cubicBezTo>
                    <a:pt x="572" y="1215"/>
                    <a:pt x="1042" y="1757"/>
                    <a:pt x="1628" y="2084"/>
                  </a:cubicBezTo>
                  <a:cubicBezTo>
                    <a:pt x="1988" y="2295"/>
                    <a:pt x="2401" y="2405"/>
                    <a:pt x="2818" y="2410"/>
                  </a:cubicBezTo>
                  <a:cubicBezTo>
                    <a:pt x="2876" y="2410"/>
                    <a:pt x="2933" y="2410"/>
                    <a:pt x="2991" y="2401"/>
                  </a:cubicBezTo>
                  <a:cubicBezTo>
                    <a:pt x="3639" y="2357"/>
                    <a:pt x="4225" y="2060"/>
                    <a:pt x="4604" y="1820"/>
                  </a:cubicBezTo>
                  <a:lnTo>
                    <a:pt x="4897" y="1633"/>
                  </a:lnTo>
                  <a:lnTo>
                    <a:pt x="4628" y="1412"/>
                  </a:lnTo>
                  <a:cubicBezTo>
                    <a:pt x="4081" y="965"/>
                    <a:pt x="3178" y="413"/>
                    <a:pt x="2002" y="356"/>
                  </a:cubicBezTo>
                  <a:cubicBezTo>
                    <a:pt x="1498" y="332"/>
                    <a:pt x="1004" y="260"/>
                    <a:pt x="519" y="135"/>
                  </a:cubicBezTo>
                  <a:lnTo>
                    <a:pt x="0"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3"/>
            <p:cNvSpPr/>
            <p:nvPr/>
          </p:nvSpPr>
          <p:spPr>
            <a:xfrm>
              <a:off x="5946901" y="2473945"/>
              <a:ext cx="128183" cy="63174"/>
            </a:xfrm>
            <a:custGeom>
              <a:rect b="b" l="l" r="r" t="t"/>
              <a:pathLst>
                <a:path extrusionOk="0" h="2411" w="4892">
                  <a:moveTo>
                    <a:pt x="4892" y="1"/>
                  </a:moveTo>
                  <a:lnTo>
                    <a:pt x="4378" y="135"/>
                  </a:lnTo>
                  <a:cubicBezTo>
                    <a:pt x="3889" y="260"/>
                    <a:pt x="3394" y="332"/>
                    <a:pt x="2890" y="356"/>
                  </a:cubicBezTo>
                  <a:cubicBezTo>
                    <a:pt x="1714" y="413"/>
                    <a:pt x="816" y="965"/>
                    <a:pt x="264" y="1412"/>
                  </a:cubicBezTo>
                  <a:lnTo>
                    <a:pt x="0" y="1633"/>
                  </a:lnTo>
                  <a:lnTo>
                    <a:pt x="288" y="1820"/>
                  </a:lnTo>
                  <a:cubicBezTo>
                    <a:pt x="668" y="2060"/>
                    <a:pt x="1253" y="2357"/>
                    <a:pt x="1901" y="2401"/>
                  </a:cubicBezTo>
                  <a:cubicBezTo>
                    <a:pt x="1959" y="2410"/>
                    <a:pt x="2017" y="2410"/>
                    <a:pt x="2074" y="2410"/>
                  </a:cubicBezTo>
                  <a:cubicBezTo>
                    <a:pt x="2492" y="2405"/>
                    <a:pt x="2905" y="2295"/>
                    <a:pt x="3265" y="2084"/>
                  </a:cubicBezTo>
                  <a:cubicBezTo>
                    <a:pt x="3850" y="1757"/>
                    <a:pt x="4321" y="1215"/>
                    <a:pt x="4666" y="485"/>
                  </a:cubicBezTo>
                  <a:lnTo>
                    <a:pt x="4892"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3"/>
            <p:cNvSpPr/>
            <p:nvPr/>
          </p:nvSpPr>
          <p:spPr>
            <a:xfrm>
              <a:off x="6007403" y="2473945"/>
              <a:ext cx="67681" cy="62781"/>
            </a:xfrm>
            <a:custGeom>
              <a:rect b="b" l="l" r="r" t="t"/>
              <a:pathLst>
                <a:path extrusionOk="0" h="2396" w="2583">
                  <a:moveTo>
                    <a:pt x="2583" y="1"/>
                  </a:moveTo>
                  <a:lnTo>
                    <a:pt x="2069" y="135"/>
                  </a:lnTo>
                  <a:cubicBezTo>
                    <a:pt x="1738" y="221"/>
                    <a:pt x="1397" y="279"/>
                    <a:pt x="1061" y="317"/>
                  </a:cubicBezTo>
                  <a:cubicBezTo>
                    <a:pt x="999" y="802"/>
                    <a:pt x="778" y="1748"/>
                    <a:pt x="0" y="2396"/>
                  </a:cubicBezTo>
                  <a:cubicBezTo>
                    <a:pt x="336" y="2362"/>
                    <a:pt x="663" y="2257"/>
                    <a:pt x="956" y="2084"/>
                  </a:cubicBezTo>
                  <a:cubicBezTo>
                    <a:pt x="1541" y="1757"/>
                    <a:pt x="2012" y="1215"/>
                    <a:pt x="2357" y="485"/>
                  </a:cubicBezTo>
                  <a:lnTo>
                    <a:pt x="2583" y="1"/>
                  </a:ln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3"/>
            <p:cNvSpPr/>
            <p:nvPr/>
          </p:nvSpPr>
          <p:spPr>
            <a:xfrm>
              <a:off x="5827785" y="2498968"/>
              <a:ext cx="75987" cy="38151"/>
            </a:xfrm>
            <a:custGeom>
              <a:rect b="b" l="l" r="r" t="t"/>
              <a:pathLst>
                <a:path extrusionOk="0" h="1456" w="2900">
                  <a:moveTo>
                    <a:pt x="1973" y="1"/>
                  </a:moveTo>
                  <a:cubicBezTo>
                    <a:pt x="1609" y="404"/>
                    <a:pt x="855" y="1143"/>
                    <a:pt x="1" y="1302"/>
                  </a:cubicBezTo>
                  <a:cubicBezTo>
                    <a:pt x="265" y="1402"/>
                    <a:pt x="543" y="1455"/>
                    <a:pt x="826" y="1455"/>
                  </a:cubicBezTo>
                  <a:cubicBezTo>
                    <a:pt x="884" y="1455"/>
                    <a:pt x="941" y="1455"/>
                    <a:pt x="999" y="1446"/>
                  </a:cubicBezTo>
                  <a:cubicBezTo>
                    <a:pt x="1647" y="1402"/>
                    <a:pt x="2233" y="1105"/>
                    <a:pt x="2612" y="865"/>
                  </a:cubicBezTo>
                  <a:lnTo>
                    <a:pt x="2900" y="678"/>
                  </a:lnTo>
                  <a:lnTo>
                    <a:pt x="2636" y="457"/>
                  </a:lnTo>
                  <a:cubicBezTo>
                    <a:pt x="2430" y="289"/>
                    <a:pt x="2209" y="135"/>
                    <a:pt x="1973"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3"/>
            <p:cNvSpPr/>
            <p:nvPr/>
          </p:nvSpPr>
          <p:spPr>
            <a:xfrm>
              <a:off x="5839733" y="2609045"/>
              <a:ext cx="171207" cy="71087"/>
            </a:xfrm>
            <a:custGeom>
              <a:rect b="b" l="l" r="r" t="t"/>
              <a:pathLst>
                <a:path extrusionOk="0" h="2713" w="6534">
                  <a:moveTo>
                    <a:pt x="2428" y="1"/>
                  </a:moveTo>
                  <a:cubicBezTo>
                    <a:pt x="2093" y="1"/>
                    <a:pt x="1725" y="114"/>
                    <a:pt x="1417" y="422"/>
                  </a:cubicBezTo>
                  <a:cubicBezTo>
                    <a:pt x="687" y="1152"/>
                    <a:pt x="1" y="1253"/>
                    <a:pt x="1" y="1253"/>
                  </a:cubicBezTo>
                  <a:cubicBezTo>
                    <a:pt x="1" y="1253"/>
                    <a:pt x="850" y="1666"/>
                    <a:pt x="1484" y="2294"/>
                  </a:cubicBezTo>
                  <a:cubicBezTo>
                    <a:pt x="1879" y="2690"/>
                    <a:pt x="2971" y="2712"/>
                    <a:pt x="3216" y="2712"/>
                  </a:cubicBezTo>
                  <a:cubicBezTo>
                    <a:pt x="3247" y="2712"/>
                    <a:pt x="3265" y="2712"/>
                    <a:pt x="3265" y="2712"/>
                  </a:cubicBezTo>
                  <a:cubicBezTo>
                    <a:pt x="3265" y="2712"/>
                    <a:pt x="3282" y="2712"/>
                    <a:pt x="3314" y="2712"/>
                  </a:cubicBezTo>
                  <a:cubicBezTo>
                    <a:pt x="3559" y="2712"/>
                    <a:pt x="4655" y="2690"/>
                    <a:pt x="5050" y="2294"/>
                  </a:cubicBezTo>
                  <a:cubicBezTo>
                    <a:pt x="5684" y="1666"/>
                    <a:pt x="6534" y="1253"/>
                    <a:pt x="6534" y="1253"/>
                  </a:cubicBezTo>
                  <a:cubicBezTo>
                    <a:pt x="6534" y="1253"/>
                    <a:pt x="5847" y="1152"/>
                    <a:pt x="5118" y="422"/>
                  </a:cubicBezTo>
                  <a:cubicBezTo>
                    <a:pt x="4809" y="114"/>
                    <a:pt x="4441" y="1"/>
                    <a:pt x="4106" y="1"/>
                  </a:cubicBezTo>
                  <a:cubicBezTo>
                    <a:pt x="3754" y="1"/>
                    <a:pt x="3439" y="126"/>
                    <a:pt x="3270" y="278"/>
                  </a:cubicBezTo>
                  <a:cubicBezTo>
                    <a:pt x="3097" y="126"/>
                    <a:pt x="2781" y="1"/>
                    <a:pt x="2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3"/>
            <p:cNvSpPr/>
            <p:nvPr/>
          </p:nvSpPr>
          <p:spPr>
            <a:xfrm>
              <a:off x="5839733" y="2640593"/>
              <a:ext cx="171207" cy="39540"/>
            </a:xfrm>
            <a:custGeom>
              <a:rect b="b" l="l" r="r" t="t"/>
              <a:pathLst>
                <a:path extrusionOk="0" h="1509" w="6534">
                  <a:moveTo>
                    <a:pt x="3270" y="1"/>
                  </a:moveTo>
                  <a:lnTo>
                    <a:pt x="3159" y="49"/>
                  </a:lnTo>
                  <a:cubicBezTo>
                    <a:pt x="2785" y="190"/>
                    <a:pt x="2309" y="237"/>
                    <a:pt x="1841" y="237"/>
                  </a:cubicBezTo>
                  <a:cubicBezTo>
                    <a:pt x="905" y="237"/>
                    <a:pt x="1" y="49"/>
                    <a:pt x="1" y="49"/>
                  </a:cubicBezTo>
                  <a:lnTo>
                    <a:pt x="1" y="49"/>
                  </a:lnTo>
                  <a:cubicBezTo>
                    <a:pt x="1" y="49"/>
                    <a:pt x="850" y="462"/>
                    <a:pt x="1484" y="1090"/>
                  </a:cubicBezTo>
                  <a:cubicBezTo>
                    <a:pt x="1879" y="1486"/>
                    <a:pt x="2971" y="1508"/>
                    <a:pt x="3216" y="1508"/>
                  </a:cubicBezTo>
                  <a:cubicBezTo>
                    <a:pt x="3247" y="1508"/>
                    <a:pt x="3265" y="1508"/>
                    <a:pt x="3265" y="1508"/>
                  </a:cubicBezTo>
                  <a:cubicBezTo>
                    <a:pt x="3265" y="1508"/>
                    <a:pt x="3282" y="1508"/>
                    <a:pt x="3314" y="1508"/>
                  </a:cubicBezTo>
                  <a:cubicBezTo>
                    <a:pt x="3559" y="1508"/>
                    <a:pt x="4655" y="1486"/>
                    <a:pt x="5050" y="1090"/>
                  </a:cubicBezTo>
                  <a:cubicBezTo>
                    <a:pt x="5684" y="462"/>
                    <a:pt x="6534" y="49"/>
                    <a:pt x="6534" y="49"/>
                  </a:cubicBezTo>
                  <a:lnTo>
                    <a:pt x="6534" y="49"/>
                  </a:lnTo>
                  <a:cubicBezTo>
                    <a:pt x="6534" y="49"/>
                    <a:pt x="5627" y="237"/>
                    <a:pt x="4691" y="237"/>
                  </a:cubicBezTo>
                  <a:cubicBezTo>
                    <a:pt x="4223" y="237"/>
                    <a:pt x="3748" y="190"/>
                    <a:pt x="3375" y="49"/>
                  </a:cubicBezTo>
                  <a:lnTo>
                    <a:pt x="3270"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83"/>
            <p:cNvSpPr/>
            <p:nvPr/>
          </p:nvSpPr>
          <p:spPr>
            <a:xfrm>
              <a:off x="5883124" y="2652672"/>
              <a:ext cx="84555" cy="16246"/>
            </a:xfrm>
            <a:custGeom>
              <a:rect b="b" l="l" r="r" t="t"/>
              <a:pathLst>
                <a:path extrusionOk="0" h="620" w="3227">
                  <a:moveTo>
                    <a:pt x="1614" y="1"/>
                  </a:moveTo>
                  <a:cubicBezTo>
                    <a:pt x="1239" y="135"/>
                    <a:pt x="759" y="202"/>
                    <a:pt x="188" y="202"/>
                  </a:cubicBezTo>
                  <a:lnTo>
                    <a:pt x="1" y="202"/>
                  </a:lnTo>
                  <a:cubicBezTo>
                    <a:pt x="44" y="241"/>
                    <a:pt x="87" y="284"/>
                    <a:pt x="130" y="327"/>
                  </a:cubicBezTo>
                  <a:cubicBezTo>
                    <a:pt x="298" y="500"/>
                    <a:pt x="894" y="620"/>
                    <a:pt x="1556" y="620"/>
                  </a:cubicBezTo>
                  <a:lnTo>
                    <a:pt x="1666" y="620"/>
                  </a:lnTo>
                  <a:cubicBezTo>
                    <a:pt x="2324" y="620"/>
                    <a:pt x="2924" y="495"/>
                    <a:pt x="3092" y="327"/>
                  </a:cubicBezTo>
                  <a:cubicBezTo>
                    <a:pt x="3135" y="284"/>
                    <a:pt x="3178" y="241"/>
                    <a:pt x="3226" y="202"/>
                  </a:cubicBezTo>
                  <a:lnTo>
                    <a:pt x="3039" y="202"/>
                  </a:lnTo>
                  <a:cubicBezTo>
                    <a:pt x="2463" y="202"/>
                    <a:pt x="1983" y="135"/>
                    <a:pt x="16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3"/>
            <p:cNvSpPr/>
            <p:nvPr/>
          </p:nvSpPr>
          <p:spPr>
            <a:xfrm>
              <a:off x="5929922" y="2621596"/>
              <a:ext cx="49706" cy="16770"/>
            </a:xfrm>
            <a:custGeom>
              <a:rect b="b" l="l" r="r" t="t"/>
              <a:pathLst>
                <a:path extrusionOk="0" h="640" w="1897">
                  <a:moveTo>
                    <a:pt x="824" y="1"/>
                  </a:moveTo>
                  <a:cubicBezTo>
                    <a:pt x="818" y="1"/>
                    <a:pt x="813" y="1"/>
                    <a:pt x="807" y="1"/>
                  </a:cubicBezTo>
                  <a:cubicBezTo>
                    <a:pt x="548" y="1"/>
                    <a:pt x="332" y="92"/>
                    <a:pt x="236" y="174"/>
                  </a:cubicBezTo>
                  <a:lnTo>
                    <a:pt x="0" y="385"/>
                  </a:lnTo>
                  <a:lnTo>
                    <a:pt x="226" y="476"/>
                  </a:lnTo>
                  <a:cubicBezTo>
                    <a:pt x="509" y="587"/>
                    <a:pt x="903" y="639"/>
                    <a:pt x="1392" y="639"/>
                  </a:cubicBezTo>
                  <a:cubicBezTo>
                    <a:pt x="1565" y="639"/>
                    <a:pt x="1733" y="635"/>
                    <a:pt x="1896" y="620"/>
                  </a:cubicBezTo>
                  <a:cubicBezTo>
                    <a:pt x="1767" y="519"/>
                    <a:pt x="1647" y="414"/>
                    <a:pt x="1536" y="299"/>
                  </a:cubicBezTo>
                  <a:cubicBezTo>
                    <a:pt x="1348" y="111"/>
                    <a:pt x="1091" y="1"/>
                    <a:pt x="8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3"/>
            <p:cNvSpPr/>
            <p:nvPr/>
          </p:nvSpPr>
          <p:spPr>
            <a:xfrm>
              <a:off x="5871176" y="2621596"/>
              <a:ext cx="49706" cy="16770"/>
            </a:xfrm>
            <a:custGeom>
              <a:rect b="b" l="l" r="r" t="t"/>
              <a:pathLst>
                <a:path extrusionOk="0" h="640" w="1897">
                  <a:moveTo>
                    <a:pt x="1086" y="1"/>
                  </a:moveTo>
                  <a:cubicBezTo>
                    <a:pt x="812" y="1"/>
                    <a:pt x="553" y="107"/>
                    <a:pt x="361" y="303"/>
                  </a:cubicBezTo>
                  <a:cubicBezTo>
                    <a:pt x="245" y="414"/>
                    <a:pt x="125" y="524"/>
                    <a:pt x="1" y="620"/>
                  </a:cubicBezTo>
                  <a:cubicBezTo>
                    <a:pt x="164" y="635"/>
                    <a:pt x="332" y="639"/>
                    <a:pt x="500" y="639"/>
                  </a:cubicBezTo>
                  <a:cubicBezTo>
                    <a:pt x="994" y="639"/>
                    <a:pt x="1388" y="587"/>
                    <a:pt x="1671" y="481"/>
                  </a:cubicBezTo>
                  <a:lnTo>
                    <a:pt x="1897" y="390"/>
                  </a:lnTo>
                  <a:lnTo>
                    <a:pt x="1662" y="179"/>
                  </a:lnTo>
                  <a:cubicBezTo>
                    <a:pt x="1566" y="92"/>
                    <a:pt x="1345" y="1"/>
                    <a:pt x="1086"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3"/>
            <p:cNvSpPr/>
            <p:nvPr/>
          </p:nvSpPr>
          <p:spPr>
            <a:xfrm>
              <a:off x="5834702" y="2609621"/>
              <a:ext cx="183024" cy="75463"/>
            </a:xfrm>
            <a:custGeom>
              <a:rect b="b" l="l" r="r" t="t"/>
              <a:pathLst>
                <a:path extrusionOk="0" h="2880" w="6985">
                  <a:moveTo>
                    <a:pt x="2625" y="184"/>
                  </a:moveTo>
                  <a:cubicBezTo>
                    <a:pt x="2921" y="184"/>
                    <a:pt x="3183" y="286"/>
                    <a:pt x="3322" y="410"/>
                  </a:cubicBezTo>
                  <a:cubicBezTo>
                    <a:pt x="3361" y="444"/>
                    <a:pt x="3409" y="460"/>
                    <a:pt x="3457" y="460"/>
                  </a:cubicBezTo>
                  <a:cubicBezTo>
                    <a:pt x="3506" y="460"/>
                    <a:pt x="3555" y="444"/>
                    <a:pt x="3596" y="410"/>
                  </a:cubicBezTo>
                  <a:cubicBezTo>
                    <a:pt x="3733" y="288"/>
                    <a:pt x="3997" y="185"/>
                    <a:pt x="4294" y="185"/>
                  </a:cubicBezTo>
                  <a:cubicBezTo>
                    <a:pt x="4581" y="185"/>
                    <a:pt x="4899" y="281"/>
                    <a:pt x="5166" y="544"/>
                  </a:cubicBezTo>
                  <a:cubicBezTo>
                    <a:pt x="5396" y="780"/>
                    <a:pt x="5660" y="981"/>
                    <a:pt x="5948" y="1144"/>
                  </a:cubicBezTo>
                  <a:cubicBezTo>
                    <a:pt x="5638" y="1182"/>
                    <a:pt x="5260" y="1215"/>
                    <a:pt x="4879" y="1215"/>
                  </a:cubicBezTo>
                  <a:cubicBezTo>
                    <a:pt x="4436" y="1215"/>
                    <a:pt x="3990" y="1171"/>
                    <a:pt x="3644" y="1039"/>
                  </a:cubicBezTo>
                  <a:lnTo>
                    <a:pt x="3538" y="996"/>
                  </a:lnTo>
                  <a:cubicBezTo>
                    <a:pt x="3512" y="986"/>
                    <a:pt x="3486" y="981"/>
                    <a:pt x="3459" y="981"/>
                  </a:cubicBezTo>
                  <a:cubicBezTo>
                    <a:pt x="3433" y="981"/>
                    <a:pt x="3406" y="986"/>
                    <a:pt x="3380" y="996"/>
                  </a:cubicBezTo>
                  <a:lnTo>
                    <a:pt x="3274" y="1039"/>
                  </a:lnTo>
                  <a:cubicBezTo>
                    <a:pt x="2925" y="1169"/>
                    <a:pt x="2475" y="1213"/>
                    <a:pt x="2027" y="1213"/>
                  </a:cubicBezTo>
                  <a:cubicBezTo>
                    <a:pt x="1650" y="1213"/>
                    <a:pt x="1275" y="1182"/>
                    <a:pt x="965" y="1144"/>
                  </a:cubicBezTo>
                  <a:cubicBezTo>
                    <a:pt x="1253" y="981"/>
                    <a:pt x="1517" y="780"/>
                    <a:pt x="1753" y="544"/>
                  </a:cubicBezTo>
                  <a:cubicBezTo>
                    <a:pt x="2020" y="280"/>
                    <a:pt x="2338" y="184"/>
                    <a:pt x="2625" y="184"/>
                  </a:cubicBezTo>
                  <a:close/>
                  <a:moveTo>
                    <a:pt x="3457" y="1404"/>
                  </a:moveTo>
                  <a:lnTo>
                    <a:pt x="3490" y="1413"/>
                  </a:lnTo>
                  <a:lnTo>
                    <a:pt x="3495" y="1413"/>
                  </a:lnTo>
                  <a:cubicBezTo>
                    <a:pt x="3894" y="1567"/>
                    <a:pt x="4397" y="1617"/>
                    <a:pt x="4887" y="1617"/>
                  </a:cubicBezTo>
                  <a:cubicBezTo>
                    <a:pt x="5193" y="1617"/>
                    <a:pt x="5493" y="1597"/>
                    <a:pt x="5761" y="1572"/>
                  </a:cubicBezTo>
                  <a:lnTo>
                    <a:pt x="5761" y="1572"/>
                  </a:lnTo>
                  <a:lnTo>
                    <a:pt x="5756" y="1581"/>
                  </a:lnTo>
                  <a:lnTo>
                    <a:pt x="5684" y="1634"/>
                  </a:lnTo>
                  <a:lnTo>
                    <a:pt x="5679" y="1639"/>
                  </a:lnTo>
                  <a:lnTo>
                    <a:pt x="5602" y="1696"/>
                  </a:lnTo>
                  <a:lnTo>
                    <a:pt x="5578" y="1716"/>
                  </a:lnTo>
                  <a:lnTo>
                    <a:pt x="5521" y="1759"/>
                  </a:lnTo>
                  <a:lnTo>
                    <a:pt x="5492" y="1783"/>
                  </a:lnTo>
                  <a:lnTo>
                    <a:pt x="5439" y="1821"/>
                  </a:lnTo>
                  <a:lnTo>
                    <a:pt x="5410" y="1845"/>
                  </a:lnTo>
                  <a:lnTo>
                    <a:pt x="5362" y="1888"/>
                  </a:lnTo>
                  <a:lnTo>
                    <a:pt x="5329" y="1917"/>
                  </a:lnTo>
                  <a:lnTo>
                    <a:pt x="5281" y="1960"/>
                  </a:lnTo>
                  <a:lnTo>
                    <a:pt x="5252" y="1984"/>
                  </a:lnTo>
                  <a:lnTo>
                    <a:pt x="5199" y="2032"/>
                  </a:lnTo>
                  <a:lnTo>
                    <a:pt x="5175" y="2056"/>
                  </a:lnTo>
                  <a:cubicBezTo>
                    <a:pt x="5146" y="2080"/>
                    <a:pt x="5122" y="2104"/>
                    <a:pt x="5098" y="2133"/>
                  </a:cubicBezTo>
                  <a:cubicBezTo>
                    <a:pt x="4950" y="2277"/>
                    <a:pt x="4618" y="2392"/>
                    <a:pt x="4162" y="2445"/>
                  </a:cubicBezTo>
                  <a:cubicBezTo>
                    <a:pt x="3961" y="2470"/>
                    <a:pt x="3756" y="2485"/>
                    <a:pt x="3551" y="2485"/>
                  </a:cubicBezTo>
                  <a:cubicBezTo>
                    <a:pt x="3521" y="2485"/>
                    <a:pt x="3491" y="2484"/>
                    <a:pt x="3462" y="2484"/>
                  </a:cubicBezTo>
                  <a:lnTo>
                    <a:pt x="3409" y="2484"/>
                  </a:lnTo>
                  <a:cubicBezTo>
                    <a:pt x="3188" y="2484"/>
                    <a:pt x="2972" y="2474"/>
                    <a:pt x="2751" y="2445"/>
                  </a:cubicBezTo>
                  <a:cubicBezTo>
                    <a:pt x="2295" y="2388"/>
                    <a:pt x="1964" y="2277"/>
                    <a:pt x="1815" y="2128"/>
                  </a:cubicBezTo>
                  <a:cubicBezTo>
                    <a:pt x="1791" y="2104"/>
                    <a:pt x="1767" y="2080"/>
                    <a:pt x="1743" y="2056"/>
                  </a:cubicBezTo>
                  <a:lnTo>
                    <a:pt x="1719" y="2032"/>
                  </a:lnTo>
                  <a:lnTo>
                    <a:pt x="1666" y="1984"/>
                  </a:lnTo>
                  <a:lnTo>
                    <a:pt x="1633" y="1956"/>
                  </a:lnTo>
                  <a:lnTo>
                    <a:pt x="1585" y="1912"/>
                  </a:lnTo>
                  <a:lnTo>
                    <a:pt x="1556" y="1888"/>
                  </a:lnTo>
                  <a:lnTo>
                    <a:pt x="1508" y="1845"/>
                  </a:lnTo>
                  <a:lnTo>
                    <a:pt x="1474" y="1821"/>
                  </a:lnTo>
                  <a:lnTo>
                    <a:pt x="1426" y="1778"/>
                  </a:lnTo>
                  <a:lnTo>
                    <a:pt x="1393" y="1754"/>
                  </a:lnTo>
                  <a:lnTo>
                    <a:pt x="1340" y="1716"/>
                  </a:lnTo>
                  <a:lnTo>
                    <a:pt x="1316" y="1692"/>
                  </a:lnTo>
                  <a:lnTo>
                    <a:pt x="1239" y="1634"/>
                  </a:lnTo>
                  <a:lnTo>
                    <a:pt x="1229" y="1624"/>
                  </a:lnTo>
                  <a:lnTo>
                    <a:pt x="1157" y="1576"/>
                  </a:lnTo>
                  <a:lnTo>
                    <a:pt x="1153" y="1572"/>
                  </a:lnTo>
                  <a:lnTo>
                    <a:pt x="1153" y="1572"/>
                  </a:lnTo>
                  <a:cubicBezTo>
                    <a:pt x="1422" y="1597"/>
                    <a:pt x="1724" y="1617"/>
                    <a:pt x="2030" y="1617"/>
                  </a:cubicBezTo>
                  <a:cubicBezTo>
                    <a:pt x="2521" y="1617"/>
                    <a:pt x="3024" y="1567"/>
                    <a:pt x="3423" y="1413"/>
                  </a:cubicBezTo>
                  <a:lnTo>
                    <a:pt x="3428" y="1413"/>
                  </a:lnTo>
                  <a:lnTo>
                    <a:pt x="3457" y="1404"/>
                  </a:lnTo>
                  <a:close/>
                  <a:moveTo>
                    <a:pt x="3462" y="1"/>
                  </a:moveTo>
                  <a:cubicBezTo>
                    <a:pt x="2792" y="1"/>
                    <a:pt x="2122" y="86"/>
                    <a:pt x="1469" y="256"/>
                  </a:cubicBezTo>
                  <a:cubicBezTo>
                    <a:pt x="797" y="924"/>
                    <a:pt x="169" y="1029"/>
                    <a:pt x="164" y="1029"/>
                  </a:cubicBezTo>
                  <a:cubicBezTo>
                    <a:pt x="154" y="1029"/>
                    <a:pt x="145" y="1034"/>
                    <a:pt x="135" y="1034"/>
                  </a:cubicBezTo>
                  <a:lnTo>
                    <a:pt x="130" y="1034"/>
                  </a:lnTo>
                  <a:cubicBezTo>
                    <a:pt x="121" y="1039"/>
                    <a:pt x="111" y="1039"/>
                    <a:pt x="106" y="1044"/>
                  </a:cubicBezTo>
                  <a:lnTo>
                    <a:pt x="101" y="1044"/>
                  </a:lnTo>
                  <a:cubicBezTo>
                    <a:pt x="92" y="1048"/>
                    <a:pt x="82" y="1053"/>
                    <a:pt x="77" y="1058"/>
                  </a:cubicBezTo>
                  <a:lnTo>
                    <a:pt x="73" y="1058"/>
                  </a:lnTo>
                  <a:cubicBezTo>
                    <a:pt x="68" y="1063"/>
                    <a:pt x="58" y="1072"/>
                    <a:pt x="53" y="1077"/>
                  </a:cubicBezTo>
                  <a:cubicBezTo>
                    <a:pt x="44" y="1087"/>
                    <a:pt x="39" y="1092"/>
                    <a:pt x="34" y="1101"/>
                  </a:cubicBezTo>
                  <a:cubicBezTo>
                    <a:pt x="29" y="1111"/>
                    <a:pt x="25" y="1120"/>
                    <a:pt x="20" y="1125"/>
                  </a:cubicBezTo>
                  <a:lnTo>
                    <a:pt x="20" y="1130"/>
                  </a:lnTo>
                  <a:cubicBezTo>
                    <a:pt x="15" y="1140"/>
                    <a:pt x="10" y="1149"/>
                    <a:pt x="5" y="1159"/>
                  </a:cubicBezTo>
                  <a:cubicBezTo>
                    <a:pt x="5" y="1168"/>
                    <a:pt x="1" y="1178"/>
                    <a:pt x="1" y="1188"/>
                  </a:cubicBezTo>
                  <a:cubicBezTo>
                    <a:pt x="1" y="1197"/>
                    <a:pt x="1" y="1207"/>
                    <a:pt x="1" y="1216"/>
                  </a:cubicBezTo>
                  <a:lnTo>
                    <a:pt x="1" y="1221"/>
                  </a:lnTo>
                  <a:cubicBezTo>
                    <a:pt x="1" y="1231"/>
                    <a:pt x="1" y="1240"/>
                    <a:pt x="1" y="1250"/>
                  </a:cubicBezTo>
                  <a:lnTo>
                    <a:pt x="1" y="1255"/>
                  </a:lnTo>
                  <a:cubicBezTo>
                    <a:pt x="1" y="1264"/>
                    <a:pt x="5" y="1274"/>
                    <a:pt x="5" y="1284"/>
                  </a:cubicBezTo>
                  <a:lnTo>
                    <a:pt x="5" y="1288"/>
                  </a:lnTo>
                  <a:cubicBezTo>
                    <a:pt x="10" y="1298"/>
                    <a:pt x="15" y="1303"/>
                    <a:pt x="20" y="1312"/>
                  </a:cubicBezTo>
                  <a:cubicBezTo>
                    <a:pt x="25" y="1322"/>
                    <a:pt x="29" y="1332"/>
                    <a:pt x="34" y="1336"/>
                  </a:cubicBezTo>
                  <a:lnTo>
                    <a:pt x="34" y="1341"/>
                  </a:lnTo>
                  <a:cubicBezTo>
                    <a:pt x="39" y="1346"/>
                    <a:pt x="44" y="1356"/>
                    <a:pt x="53" y="1360"/>
                  </a:cubicBezTo>
                  <a:lnTo>
                    <a:pt x="58" y="1365"/>
                  </a:lnTo>
                  <a:cubicBezTo>
                    <a:pt x="63" y="1370"/>
                    <a:pt x="73" y="1380"/>
                    <a:pt x="77" y="1384"/>
                  </a:cubicBezTo>
                  <a:lnTo>
                    <a:pt x="82" y="1384"/>
                  </a:lnTo>
                  <a:cubicBezTo>
                    <a:pt x="92" y="1389"/>
                    <a:pt x="101" y="1394"/>
                    <a:pt x="111" y="1399"/>
                  </a:cubicBezTo>
                  <a:cubicBezTo>
                    <a:pt x="116" y="1404"/>
                    <a:pt x="937" y="1807"/>
                    <a:pt x="1537" y="2407"/>
                  </a:cubicBezTo>
                  <a:cubicBezTo>
                    <a:pt x="1962" y="2828"/>
                    <a:pt x="2978" y="2880"/>
                    <a:pt x="3348" y="2880"/>
                  </a:cubicBezTo>
                  <a:cubicBezTo>
                    <a:pt x="3403" y="2880"/>
                    <a:pt x="3444" y="2879"/>
                    <a:pt x="3466" y="2877"/>
                  </a:cubicBezTo>
                  <a:lnTo>
                    <a:pt x="3548" y="2877"/>
                  </a:lnTo>
                  <a:cubicBezTo>
                    <a:pt x="3879" y="2877"/>
                    <a:pt x="4954" y="2844"/>
                    <a:pt x="5396" y="2402"/>
                  </a:cubicBezTo>
                  <a:cubicBezTo>
                    <a:pt x="5996" y="1802"/>
                    <a:pt x="6817" y="1404"/>
                    <a:pt x="6822" y="1399"/>
                  </a:cubicBezTo>
                  <a:cubicBezTo>
                    <a:pt x="6831" y="1394"/>
                    <a:pt x="6841" y="1389"/>
                    <a:pt x="6851" y="1384"/>
                  </a:cubicBezTo>
                  <a:cubicBezTo>
                    <a:pt x="6860" y="1375"/>
                    <a:pt x="6870" y="1370"/>
                    <a:pt x="6875" y="1365"/>
                  </a:cubicBezTo>
                  <a:cubicBezTo>
                    <a:pt x="6985" y="1255"/>
                    <a:pt x="6942" y="1072"/>
                    <a:pt x="6793" y="1024"/>
                  </a:cubicBezTo>
                  <a:lnTo>
                    <a:pt x="6788" y="1034"/>
                  </a:lnTo>
                  <a:cubicBezTo>
                    <a:pt x="6779" y="1034"/>
                    <a:pt x="6769" y="1029"/>
                    <a:pt x="6759" y="1029"/>
                  </a:cubicBezTo>
                  <a:cubicBezTo>
                    <a:pt x="6755" y="1029"/>
                    <a:pt x="6126" y="924"/>
                    <a:pt x="5454" y="256"/>
                  </a:cubicBezTo>
                  <a:cubicBezTo>
                    <a:pt x="4801" y="86"/>
                    <a:pt x="4131"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3"/>
            <p:cNvSpPr/>
            <p:nvPr/>
          </p:nvSpPr>
          <p:spPr>
            <a:xfrm>
              <a:off x="5743255" y="2433410"/>
              <a:ext cx="364162" cy="130357"/>
            </a:xfrm>
            <a:custGeom>
              <a:rect b="b" l="l" r="r" t="t"/>
              <a:pathLst>
                <a:path extrusionOk="0" h="4975" w="13898">
                  <a:moveTo>
                    <a:pt x="462" y="405"/>
                  </a:moveTo>
                  <a:cubicBezTo>
                    <a:pt x="466" y="405"/>
                    <a:pt x="476" y="410"/>
                    <a:pt x="486" y="419"/>
                  </a:cubicBezTo>
                  <a:cubicBezTo>
                    <a:pt x="1258" y="1140"/>
                    <a:pt x="2579" y="1308"/>
                    <a:pt x="3299" y="1346"/>
                  </a:cubicBezTo>
                  <a:cubicBezTo>
                    <a:pt x="4527" y="1408"/>
                    <a:pt x="5478" y="1941"/>
                    <a:pt x="6059" y="2373"/>
                  </a:cubicBezTo>
                  <a:cubicBezTo>
                    <a:pt x="6097" y="2402"/>
                    <a:pt x="6136" y="2431"/>
                    <a:pt x="6174" y="2460"/>
                  </a:cubicBezTo>
                  <a:cubicBezTo>
                    <a:pt x="6402" y="2640"/>
                    <a:pt x="6676" y="2730"/>
                    <a:pt x="6950" y="2730"/>
                  </a:cubicBezTo>
                  <a:cubicBezTo>
                    <a:pt x="7224" y="2730"/>
                    <a:pt x="7499" y="2640"/>
                    <a:pt x="7729" y="2460"/>
                  </a:cubicBezTo>
                  <a:cubicBezTo>
                    <a:pt x="7763" y="2431"/>
                    <a:pt x="7801" y="2402"/>
                    <a:pt x="7844" y="2373"/>
                  </a:cubicBezTo>
                  <a:cubicBezTo>
                    <a:pt x="8425" y="1941"/>
                    <a:pt x="9371" y="1413"/>
                    <a:pt x="10605" y="1346"/>
                  </a:cubicBezTo>
                  <a:cubicBezTo>
                    <a:pt x="11325" y="1308"/>
                    <a:pt x="12645" y="1140"/>
                    <a:pt x="13418" y="419"/>
                  </a:cubicBezTo>
                  <a:cubicBezTo>
                    <a:pt x="13421" y="412"/>
                    <a:pt x="13427" y="408"/>
                    <a:pt x="13434" y="408"/>
                  </a:cubicBezTo>
                  <a:cubicBezTo>
                    <a:pt x="13436" y="408"/>
                    <a:pt x="13439" y="409"/>
                    <a:pt x="13442" y="410"/>
                  </a:cubicBezTo>
                  <a:cubicBezTo>
                    <a:pt x="13451" y="410"/>
                    <a:pt x="13466" y="415"/>
                    <a:pt x="13470" y="424"/>
                  </a:cubicBezTo>
                  <a:cubicBezTo>
                    <a:pt x="13475" y="429"/>
                    <a:pt x="13480" y="439"/>
                    <a:pt x="13475" y="448"/>
                  </a:cubicBezTo>
                  <a:cubicBezTo>
                    <a:pt x="13360" y="1264"/>
                    <a:pt x="12918" y="3252"/>
                    <a:pt x="11291" y="4168"/>
                  </a:cubicBezTo>
                  <a:cubicBezTo>
                    <a:pt x="10840" y="4428"/>
                    <a:pt x="10331" y="4567"/>
                    <a:pt x="9813" y="4567"/>
                  </a:cubicBezTo>
                  <a:cubicBezTo>
                    <a:pt x="9741" y="4567"/>
                    <a:pt x="9673" y="4567"/>
                    <a:pt x="9601" y="4557"/>
                  </a:cubicBezTo>
                  <a:cubicBezTo>
                    <a:pt x="8531" y="4485"/>
                    <a:pt x="7638" y="3871"/>
                    <a:pt x="7196" y="3511"/>
                  </a:cubicBezTo>
                  <a:cubicBezTo>
                    <a:pt x="7124" y="3453"/>
                    <a:pt x="7037" y="3424"/>
                    <a:pt x="6949" y="3424"/>
                  </a:cubicBezTo>
                  <a:cubicBezTo>
                    <a:pt x="6862" y="3424"/>
                    <a:pt x="6774" y="3453"/>
                    <a:pt x="6702" y="3511"/>
                  </a:cubicBezTo>
                  <a:cubicBezTo>
                    <a:pt x="6265" y="3871"/>
                    <a:pt x="5367" y="4485"/>
                    <a:pt x="4297" y="4557"/>
                  </a:cubicBezTo>
                  <a:cubicBezTo>
                    <a:pt x="4225" y="4562"/>
                    <a:pt x="4158" y="4567"/>
                    <a:pt x="4086" y="4567"/>
                  </a:cubicBezTo>
                  <a:cubicBezTo>
                    <a:pt x="3567" y="4567"/>
                    <a:pt x="3059" y="4428"/>
                    <a:pt x="2607" y="4168"/>
                  </a:cubicBezTo>
                  <a:cubicBezTo>
                    <a:pt x="980" y="3252"/>
                    <a:pt x="538" y="1264"/>
                    <a:pt x="423" y="448"/>
                  </a:cubicBezTo>
                  <a:cubicBezTo>
                    <a:pt x="418" y="439"/>
                    <a:pt x="423" y="429"/>
                    <a:pt x="428" y="419"/>
                  </a:cubicBezTo>
                  <a:cubicBezTo>
                    <a:pt x="438" y="415"/>
                    <a:pt x="447" y="405"/>
                    <a:pt x="462" y="405"/>
                  </a:cubicBezTo>
                  <a:close/>
                  <a:moveTo>
                    <a:pt x="462" y="1"/>
                  </a:moveTo>
                  <a:cubicBezTo>
                    <a:pt x="451" y="1"/>
                    <a:pt x="439" y="1"/>
                    <a:pt x="428" y="2"/>
                  </a:cubicBezTo>
                  <a:cubicBezTo>
                    <a:pt x="303" y="11"/>
                    <a:pt x="193" y="69"/>
                    <a:pt x="111" y="165"/>
                  </a:cubicBezTo>
                  <a:cubicBezTo>
                    <a:pt x="34" y="261"/>
                    <a:pt x="1" y="386"/>
                    <a:pt x="20" y="506"/>
                  </a:cubicBezTo>
                  <a:cubicBezTo>
                    <a:pt x="140" y="1380"/>
                    <a:pt x="620" y="3520"/>
                    <a:pt x="2406" y="4524"/>
                  </a:cubicBezTo>
                  <a:cubicBezTo>
                    <a:pt x="2915" y="4816"/>
                    <a:pt x="3495" y="4970"/>
                    <a:pt x="4086" y="4975"/>
                  </a:cubicBezTo>
                  <a:cubicBezTo>
                    <a:pt x="4163" y="4975"/>
                    <a:pt x="4244" y="4975"/>
                    <a:pt x="4321" y="4965"/>
                  </a:cubicBezTo>
                  <a:cubicBezTo>
                    <a:pt x="5497" y="4884"/>
                    <a:pt x="6467" y="4226"/>
                    <a:pt x="6947" y="3837"/>
                  </a:cubicBezTo>
                  <a:cubicBezTo>
                    <a:pt x="7427" y="4226"/>
                    <a:pt x="8396" y="4884"/>
                    <a:pt x="9573" y="4965"/>
                  </a:cubicBezTo>
                  <a:cubicBezTo>
                    <a:pt x="9654" y="4970"/>
                    <a:pt x="9731" y="4975"/>
                    <a:pt x="9808" y="4975"/>
                  </a:cubicBezTo>
                  <a:cubicBezTo>
                    <a:pt x="10398" y="4970"/>
                    <a:pt x="10979" y="4816"/>
                    <a:pt x="11488" y="4524"/>
                  </a:cubicBezTo>
                  <a:cubicBezTo>
                    <a:pt x="13274" y="3520"/>
                    <a:pt x="13754" y="1380"/>
                    <a:pt x="13878" y="506"/>
                  </a:cubicBezTo>
                  <a:cubicBezTo>
                    <a:pt x="13898" y="386"/>
                    <a:pt x="13864" y="261"/>
                    <a:pt x="13787" y="165"/>
                  </a:cubicBezTo>
                  <a:cubicBezTo>
                    <a:pt x="13706" y="69"/>
                    <a:pt x="13590" y="11"/>
                    <a:pt x="13470" y="2"/>
                  </a:cubicBezTo>
                  <a:cubicBezTo>
                    <a:pt x="13459" y="1"/>
                    <a:pt x="13447" y="1"/>
                    <a:pt x="13436" y="1"/>
                  </a:cubicBezTo>
                  <a:cubicBezTo>
                    <a:pt x="13324" y="1"/>
                    <a:pt x="13217" y="43"/>
                    <a:pt x="13134" y="122"/>
                  </a:cubicBezTo>
                  <a:cubicBezTo>
                    <a:pt x="12846" y="391"/>
                    <a:pt x="12126" y="861"/>
                    <a:pt x="10581" y="943"/>
                  </a:cubicBezTo>
                  <a:cubicBezTo>
                    <a:pt x="9246" y="1010"/>
                    <a:pt x="8224" y="1581"/>
                    <a:pt x="7595" y="2047"/>
                  </a:cubicBezTo>
                  <a:cubicBezTo>
                    <a:pt x="7556" y="2080"/>
                    <a:pt x="7513" y="2109"/>
                    <a:pt x="7475" y="2143"/>
                  </a:cubicBezTo>
                  <a:cubicBezTo>
                    <a:pt x="7319" y="2263"/>
                    <a:pt x="7133" y="2323"/>
                    <a:pt x="6947" y="2323"/>
                  </a:cubicBezTo>
                  <a:cubicBezTo>
                    <a:pt x="6762" y="2323"/>
                    <a:pt x="6577" y="2263"/>
                    <a:pt x="6424" y="2143"/>
                  </a:cubicBezTo>
                  <a:cubicBezTo>
                    <a:pt x="6385" y="2109"/>
                    <a:pt x="6342" y="2080"/>
                    <a:pt x="6299" y="2047"/>
                  </a:cubicBezTo>
                  <a:cubicBezTo>
                    <a:pt x="5675" y="1581"/>
                    <a:pt x="4647" y="1010"/>
                    <a:pt x="3318" y="943"/>
                  </a:cubicBezTo>
                  <a:cubicBezTo>
                    <a:pt x="1772" y="861"/>
                    <a:pt x="1052" y="391"/>
                    <a:pt x="759" y="122"/>
                  </a:cubicBezTo>
                  <a:cubicBezTo>
                    <a:pt x="681" y="43"/>
                    <a:pt x="575" y="1"/>
                    <a:pt x="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3"/>
            <p:cNvSpPr/>
            <p:nvPr/>
          </p:nvSpPr>
          <p:spPr>
            <a:xfrm>
              <a:off x="5769012" y="2468600"/>
              <a:ext cx="140943" cy="73786"/>
            </a:xfrm>
            <a:custGeom>
              <a:rect b="b" l="l" r="r" t="t"/>
              <a:pathLst>
                <a:path extrusionOk="0" h="2816" w="5379">
                  <a:moveTo>
                    <a:pt x="616" y="512"/>
                  </a:moveTo>
                  <a:lnTo>
                    <a:pt x="712" y="536"/>
                  </a:lnTo>
                  <a:cubicBezTo>
                    <a:pt x="1212" y="665"/>
                    <a:pt x="1725" y="737"/>
                    <a:pt x="2239" y="761"/>
                  </a:cubicBezTo>
                  <a:cubicBezTo>
                    <a:pt x="3362" y="824"/>
                    <a:pt x="4221" y="1347"/>
                    <a:pt x="4749" y="1774"/>
                  </a:cubicBezTo>
                  <a:lnTo>
                    <a:pt x="4797" y="1817"/>
                  </a:lnTo>
                  <a:lnTo>
                    <a:pt x="4745" y="1851"/>
                  </a:lnTo>
                  <a:cubicBezTo>
                    <a:pt x="4384" y="2081"/>
                    <a:pt x="3832" y="2360"/>
                    <a:pt x="3223" y="2403"/>
                  </a:cubicBezTo>
                  <a:cubicBezTo>
                    <a:pt x="3175" y="2406"/>
                    <a:pt x="3126" y="2408"/>
                    <a:pt x="3078" y="2408"/>
                  </a:cubicBezTo>
                  <a:cubicBezTo>
                    <a:pt x="2694" y="2408"/>
                    <a:pt x="2312" y="2306"/>
                    <a:pt x="1975" y="2110"/>
                  </a:cubicBezTo>
                  <a:cubicBezTo>
                    <a:pt x="1428" y="1803"/>
                    <a:pt x="986" y="1294"/>
                    <a:pt x="659" y="603"/>
                  </a:cubicBezTo>
                  <a:lnTo>
                    <a:pt x="616" y="512"/>
                  </a:lnTo>
                  <a:close/>
                  <a:moveTo>
                    <a:pt x="246" y="1"/>
                  </a:moveTo>
                  <a:cubicBezTo>
                    <a:pt x="104" y="1"/>
                    <a:pt x="0" y="150"/>
                    <a:pt x="64" y="291"/>
                  </a:cubicBezTo>
                  <a:lnTo>
                    <a:pt x="290" y="776"/>
                  </a:lnTo>
                  <a:cubicBezTo>
                    <a:pt x="650" y="1549"/>
                    <a:pt x="1154" y="2115"/>
                    <a:pt x="1778" y="2465"/>
                  </a:cubicBezTo>
                  <a:cubicBezTo>
                    <a:pt x="2167" y="2696"/>
                    <a:pt x="2613" y="2816"/>
                    <a:pt x="3069" y="2816"/>
                  </a:cubicBezTo>
                  <a:cubicBezTo>
                    <a:pt x="3127" y="2816"/>
                    <a:pt x="3189" y="2816"/>
                    <a:pt x="3252" y="2811"/>
                  </a:cubicBezTo>
                  <a:cubicBezTo>
                    <a:pt x="3943" y="2763"/>
                    <a:pt x="4562" y="2451"/>
                    <a:pt x="4961" y="2192"/>
                  </a:cubicBezTo>
                  <a:lnTo>
                    <a:pt x="5253" y="2009"/>
                  </a:lnTo>
                  <a:cubicBezTo>
                    <a:pt x="5369" y="1933"/>
                    <a:pt x="5378" y="1765"/>
                    <a:pt x="5273" y="1678"/>
                  </a:cubicBezTo>
                  <a:lnTo>
                    <a:pt x="5004" y="1462"/>
                  </a:lnTo>
                  <a:cubicBezTo>
                    <a:pt x="4432" y="992"/>
                    <a:pt x="3492" y="421"/>
                    <a:pt x="2263" y="353"/>
                  </a:cubicBezTo>
                  <a:cubicBezTo>
                    <a:pt x="1773" y="334"/>
                    <a:pt x="1288" y="262"/>
                    <a:pt x="818" y="142"/>
                  </a:cubicBezTo>
                  <a:lnTo>
                    <a:pt x="299" y="8"/>
                  </a:lnTo>
                  <a:cubicBezTo>
                    <a:pt x="281" y="3"/>
                    <a:pt x="263"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83"/>
            <p:cNvSpPr/>
            <p:nvPr/>
          </p:nvSpPr>
          <p:spPr>
            <a:xfrm>
              <a:off x="5940612" y="2468600"/>
              <a:ext cx="141074" cy="73786"/>
            </a:xfrm>
            <a:custGeom>
              <a:rect b="b" l="l" r="r" t="t"/>
              <a:pathLst>
                <a:path extrusionOk="0" h="2816" w="5384">
                  <a:moveTo>
                    <a:pt x="4762" y="512"/>
                  </a:moveTo>
                  <a:lnTo>
                    <a:pt x="4719" y="603"/>
                  </a:lnTo>
                  <a:cubicBezTo>
                    <a:pt x="4397" y="1294"/>
                    <a:pt x="3956" y="1803"/>
                    <a:pt x="3404" y="2110"/>
                  </a:cubicBezTo>
                  <a:cubicBezTo>
                    <a:pt x="3071" y="2306"/>
                    <a:pt x="2689" y="2408"/>
                    <a:pt x="2302" y="2408"/>
                  </a:cubicBezTo>
                  <a:cubicBezTo>
                    <a:pt x="2253" y="2408"/>
                    <a:pt x="2204" y="2406"/>
                    <a:pt x="2156" y="2403"/>
                  </a:cubicBezTo>
                  <a:cubicBezTo>
                    <a:pt x="1551" y="2360"/>
                    <a:pt x="994" y="2077"/>
                    <a:pt x="639" y="1851"/>
                  </a:cubicBezTo>
                  <a:lnTo>
                    <a:pt x="586" y="1813"/>
                  </a:lnTo>
                  <a:lnTo>
                    <a:pt x="634" y="1774"/>
                  </a:lnTo>
                  <a:cubicBezTo>
                    <a:pt x="1157" y="1347"/>
                    <a:pt x="2021" y="819"/>
                    <a:pt x="3140" y="761"/>
                  </a:cubicBezTo>
                  <a:cubicBezTo>
                    <a:pt x="3653" y="737"/>
                    <a:pt x="4167" y="665"/>
                    <a:pt x="4666" y="536"/>
                  </a:cubicBezTo>
                  <a:lnTo>
                    <a:pt x="4762" y="512"/>
                  </a:lnTo>
                  <a:close/>
                  <a:moveTo>
                    <a:pt x="5133" y="1"/>
                  </a:moveTo>
                  <a:cubicBezTo>
                    <a:pt x="5115" y="1"/>
                    <a:pt x="5097" y="3"/>
                    <a:pt x="5079" y="8"/>
                  </a:cubicBezTo>
                  <a:lnTo>
                    <a:pt x="4565" y="142"/>
                  </a:lnTo>
                  <a:cubicBezTo>
                    <a:pt x="4090" y="262"/>
                    <a:pt x="3605" y="334"/>
                    <a:pt x="3121" y="353"/>
                  </a:cubicBezTo>
                  <a:cubicBezTo>
                    <a:pt x="1892" y="416"/>
                    <a:pt x="951" y="992"/>
                    <a:pt x="375" y="1457"/>
                  </a:cubicBezTo>
                  <a:lnTo>
                    <a:pt x="111" y="1678"/>
                  </a:lnTo>
                  <a:cubicBezTo>
                    <a:pt x="0" y="1765"/>
                    <a:pt x="10" y="1933"/>
                    <a:pt x="130" y="2009"/>
                  </a:cubicBezTo>
                  <a:lnTo>
                    <a:pt x="418" y="2192"/>
                  </a:lnTo>
                  <a:cubicBezTo>
                    <a:pt x="816" y="2446"/>
                    <a:pt x="1440" y="2763"/>
                    <a:pt x="2127" y="2811"/>
                  </a:cubicBezTo>
                  <a:cubicBezTo>
                    <a:pt x="2189" y="2816"/>
                    <a:pt x="2252" y="2816"/>
                    <a:pt x="2314" y="2816"/>
                  </a:cubicBezTo>
                  <a:cubicBezTo>
                    <a:pt x="2765" y="2816"/>
                    <a:pt x="3212" y="2696"/>
                    <a:pt x="3605" y="2465"/>
                  </a:cubicBezTo>
                  <a:cubicBezTo>
                    <a:pt x="4229" y="2115"/>
                    <a:pt x="4729" y="1549"/>
                    <a:pt x="5089" y="776"/>
                  </a:cubicBezTo>
                  <a:lnTo>
                    <a:pt x="5319" y="291"/>
                  </a:lnTo>
                  <a:cubicBezTo>
                    <a:pt x="5383" y="150"/>
                    <a:pt x="5276" y="1"/>
                    <a:pt x="5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3"/>
            <p:cNvSpPr/>
            <p:nvPr/>
          </p:nvSpPr>
          <p:spPr>
            <a:xfrm>
              <a:off x="5981750" y="2666638"/>
              <a:ext cx="28954" cy="116758"/>
            </a:xfrm>
            <a:custGeom>
              <a:rect b="b" l="l" r="r" t="t"/>
              <a:pathLst>
                <a:path extrusionOk="0" h="4456" w="1105">
                  <a:moveTo>
                    <a:pt x="696" y="2362"/>
                  </a:moveTo>
                  <a:lnTo>
                    <a:pt x="696" y="3903"/>
                  </a:lnTo>
                  <a:cubicBezTo>
                    <a:pt x="696" y="3999"/>
                    <a:pt x="624" y="4047"/>
                    <a:pt x="552" y="4047"/>
                  </a:cubicBezTo>
                  <a:cubicBezTo>
                    <a:pt x="480" y="4047"/>
                    <a:pt x="408" y="3999"/>
                    <a:pt x="408" y="3903"/>
                  </a:cubicBezTo>
                  <a:lnTo>
                    <a:pt x="408" y="2362"/>
                  </a:lnTo>
                  <a:close/>
                  <a:moveTo>
                    <a:pt x="898" y="0"/>
                  </a:moveTo>
                  <a:cubicBezTo>
                    <a:pt x="787" y="0"/>
                    <a:pt x="696" y="92"/>
                    <a:pt x="696" y="207"/>
                  </a:cubicBezTo>
                  <a:lnTo>
                    <a:pt x="696" y="1954"/>
                  </a:lnTo>
                  <a:lnTo>
                    <a:pt x="408" y="1954"/>
                  </a:lnTo>
                  <a:lnTo>
                    <a:pt x="408" y="456"/>
                  </a:lnTo>
                  <a:cubicBezTo>
                    <a:pt x="401" y="327"/>
                    <a:pt x="303" y="262"/>
                    <a:pt x="204" y="262"/>
                  </a:cubicBezTo>
                  <a:cubicBezTo>
                    <a:pt x="106" y="262"/>
                    <a:pt x="7" y="327"/>
                    <a:pt x="0" y="456"/>
                  </a:cubicBezTo>
                  <a:lnTo>
                    <a:pt x="0" y="3903"/>
                  </a:lnTo>
                  <a:cubicBezTo>
                    <a:pt x="0" y="4205"/>
                    <a:pt x="245" y="4455"/>
                    <a:pt x="552" y="4455"/>
                  </a:cubicBezTo>
                  <a:cubicBezTo>
                    <a:pt x="855" y="4455"/>
                    <a:pt x="1104" y="4205"/>
                    <a:pt x="1104" y="3903"/>
                  </a:cubicBezTo>
                  <a:lnTo>
                    <a:pt x="1104" y="207"/>
                  </a:lnTo>
                  <a:cubicBezTo>
                    <a:pt x="1104" y="92"/>
                    <a:pt x="101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3"/>
            <p:cNvSpPr/>
            <p:nvPr/>
          </p:nvSpPr>
          <p:spPr>
            <a:xfrm>
              <a:off x="6072123" y="2505650"/>
              <a:ext cx="29137" cy="280996"/>
            </a:xfrm>
            <a:custGeom>
              <a:rect b="b" l="l" r="r" t="t"/>
              <a:pathLst>
                <a:path extrusionOk="0" h="10724" w="1112">
                  <a:moveTo>
                    <a:pt x="703" y="8506"/>
                  </a:moveTo>
                  <a:lnTo>
                    <a:pt x="703" y="10172"/>
                  </a:lnTo>
                  <a:cubicBezTo>
                    <a:pt x="703" y="10268"/>
                    <a:pt x="631" y="10316"/>
                    <a:pt x="559" y="10316"/>
                  </a:cubicBezTo>
                  <a:cubicBezTo>
                    <a:pt x="487" y="10316"/>
                    <a:pt x="415" y="10268"/>
                    <a:pt x="415" y="10172"/>
                  </a:cubicBezTo>
                  <a:lnTo>
                    <a:pt x="415" y="8506"/>
                  </a:lnTo>
                  <a:close/>
                  <a:moveTo>
                    <a:pt x="910" y="0"/>
                  </a:moveTo>
                  <a:cubicBezTo>
                    <a:pt x="795" y="0"/>
                    <a:pt x="703" y="91"/>
                    <a:pt x="703" y="207"/>
                  </a:cubicBezTo>
                  <a:lnTo>
                    <a:pt x="703" y="8098"/>
                  </a:lnTo>
                  <a:lnTo>
                    <a:pt x="415" y="8098"/>
                  </a:lnTo>
                  <a:lnTo>
                    <a:pt x="415" y="1469"/>
                  </a:lnTo>
                  <a:cubicBezTo>
                    <a:pt x="423" y="1325"/>
                    <a:pt x="317" y="1253"/>
                    <a:pt x="211" y="1253"/>
                  </a:cubicBezTo>
                  <a:cubicBezTo>
                    <a:pt x="106" y="1253"/>
                    <a:pt x="0" y="1325"/>
                    <a:pt x="7" y="1469"/>
                  </a:cubicBezTo>
                  <a:lnTo>
                    <a:pt x="7" y="10172"/>
                  </a:lnTo>
                  <a:cubicBezTo>
                    <a:pt x="7" y="10479"/>
                    <a:pt x="257" y="10724"/>
                    <a:pt x="559" y="10724"/>
                  </a:cubicBezTo>
                  <a:cubicBezTo>
                    <a:pt x="867" y="10724"/>
                    <a:pt x="1111" y="10479"/>
                    <a:pt x="1111" y="10172"/>
                  </a:cubicBezTo>
                  <a:lnTo>
                    <a:pt x="1111" y="207"/>
                  </a:lnTo>
                  <a:cubicBezTo>
                    <a:pt x="1111" y="91"/>
                    <a:pt x="1020" y="0"/>
                    <a:pt x="9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4" name="Google Shape;15424;p83"/>
          <p:cNvGrpSpPr/>
          <p:nvPr/>
        </p:nvGrpSpPr>
        <p:grpSpPr>
          <a:xfrm>
            <a:off x="4885202" y="1999260"/>
            <a:ext cx="363271" cy="335104"/>
            <a:chOff x="4885202" y="1999260"/>
            <a:chExt cx="363271" cy="335104"/>
          </a:xfrm>
        </p:grpSpPr>
        <p:sp>
          <p:nvSpPr>
            <p:cNvPr id="15425" name="Google Shape;15425;p83"/>
            <p:cNvSpPr/>
            <p:nvPr/>
          </p:nvSpPr>
          <p:spPr>
            <a:xfrm>
              <a:off x="5222402" y="2021008"/>
              <a:ext cx="17267" cy="308063"/>
            </a:xfrm>
            <a:custGeom>
              <a:rect b="b" l="l" r="r" t="t"/>
              <a:pathLst>
                <a:path extrusionOk="0" h="11757" w="659">
                  <a:moveTo>
                    <a:pt x="327" y="1"/>
                  </a:moveTo>
                  <a:cubicBezTo>
                    <a:pt x="145" y="1"/>
                    <a:pt x="1" y="150"/>
                    <a:pt x="1" y="327"/>
                  </a:cubicBezTo>
                  <a:lnTo>
                    <a:pt x="1" y="11430"/>
                  </a:lnTo>
                  <a:cubicBezTo>
                    <a:pt x="1" y="11613"/>
                    <a:pt x="145" y="11757"/>
                    <a:pt x="327" y="11757"/>
                  </a:cubicBezTo>
                  <a:cubicBezTo>
                    <a:pt x="510" y="11757"/>
                    <a:pt x="659" y="11613"/>
                    <a:pt x="659" y="11430"/>
                  </a:cubicBezTo>
                  <a:lnTo>
                    <a:pt x="659" y="327"/>
                  </a:lnTo>
                  <a:cubicBezTo>
                    <a:pt x="659" y="150"/>
                    <a:pt x="510" y="1"/>
                    <a:pt x="32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3"/>
            <p:cNvSpPr/>
            <p:nvPr/>
          </p:nvSpPr>
          <p:spPr>
            <a:xfrm>
              <a:off x="5222402" y="2273967"/>
              <a:ext cx="17267" cy="55104"/>
            </a:xfrm>
            <a:custGeom>
              <a:rect b="b" l="l" r="r" t="t"/>
              <a:pathLst>
                <a:path extrusionOk="0" h="2103" w="659">
                  <a:moveTo>
                    <a:pt x="1" y="0"/>
                  </a:moveTo>
                  <a:lnTo>
                    <a:pt x="1" y="1771"/>
                  </a:lnTo>
                  <a:cubicBezTo>
                    <a:pt x="1" y="1954"/>
                    <a:pt x="145" y="2103"/>
                    <a:pt x="327" y="2103"/>
                  </a:cubicBezTo>
                  <a:cubicBezTo>
                    <a:pt x="510" y="2103"/>
                    <a:pt x="659" y="1954"/>
                    <a:pt x="659" y="1771"/>
                  </a:cubicBezTo>
                  <a:lnTo>
                    <a:pt x="659"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3"/>
            <p:cNvSpPr/>
            <p:nvPr/>
          </p:nvSpPr>
          <p:spPr>
            <a:xfrm>
              <a:off x="5158258" y="2180765"/>
              <a:ext cx="17267" cy="148306"/>
            </a:xfrm>
            <a:custGeom>
              <a:rect b="b" l="l" r="r" t="t"/>
              <a:pathLst>
                <a:path extrusionOk="0" h="5660" w="659">
                  <a:moveTo>
                    <a:pt x="1" y="0"/>
                  </a:moveTo>
                  <a:lnTo>
                    <a:pt x="1" y="5333"/>
                  </a:lnTo>
                  <a:cubicBezTo>
                    <a:pt x="1" y="5511"/>
                    <a:pt x="150" y="5660"/>
                    <a:pt x="332" y="5660"/>
                  </a:cubicBezTo>
                  <a:cubicBezTo>
                    <a:pt x="510" y="5660"/>
                    <a:pt x="658" y="5511"/>
                    <a:pt x="658" y="5333"/>
                  </a:cubicBezTo>
                  <a:lnTo>
                    <a:pt x="658"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83"/>
            <p:cNvSpPr/>
            <p:nvPr/>
          </p:nvSpPr>
          <p:spPr>
            <a:xfrm>
              <a:off x="5158258" y="2273967"/>
              <a:ext cx="17267" cy="55104"/>
            </a:xfrm>
            <a:custGeom>
              <a:rect b="b" l="l" r="r" t="t"/>
              <a:pathLst>
                <a:path extrusionOk="0" h="2103" w="659">
                  <a:moveTo>
                    <a:pt x="1" y="0"/>
                  </a:moveTo>
                  <a:lnTo>
                    <a:pt x="1" y="1771"/>
                  </a:lnTo>
                  <a:cubicBezTo>
                    <a:pt x="1" y="1954"/>
                    <a:pt x="150" y="2103"/>
                    <a:pt x="332" y="2103"/>
                  </a:cubicBezTo>
                  <a:cubicBezTo>
                    <a:pt x="510" y="2103"/>
                    <a:pt x="658" y="1954"/>
                    <a:pt x="658" y="1771"/>
                  </a:cubicBezTo>
                  <a:lnTo>
                    <a:pt x="658"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3"/>
            <p:cNvSpPr/>
            <p:nvPr/>
          </p:nvSpPr>
          <p:spPr>
            <a:xfrm>
              <a:off x="4951730" y="2141383"/>
              <a:ext cx="230346" cy="57410"/>
            </a:xfrm>
            <a:custGeom>
              <a:rect b="b" l="l" r="r" t="t"/>
              <a:pathLst>
                <a:path extrusionOk="0" h="2191" w="8791">
                  <a:moveTo>
                    <a:pt x="3231" y="1"/>
                  </a:moveTo>
                  <a:cubicBezTo>
                    <a:pt x="2161" y="1"/>
                    <a:pt x="1566" y="1335"/>
                    <a:pt x="764" y="1335"/>
                  </a:cubicBezTo>
                  <a:cubicBezTo>
                    <a:pt x="145" y="1335"/>
                    <a:pt x="231" y="889"/>
                    <a:pt x="303" y="687"/>
                  </a:cubicBezTo>
                  <a:cubicBezTo>
                    <a:pt x="310" y="671"/>
                    <a:pt x="301" y="659"/>
                    <a:pt x="290" y="659"/>
                  </a:cubicBezTo>
                  <a:cubicBezTo>
                    <a:pt x="285" y="659"/>
                    <a:pt x="279" y="662"/>
                    <a:pt x="274" y="668"/>
                  </a:cubicBezTo>
                  <a:cubicBezTo>
                    <a:pt x="169" y="798"/>
                    <a:pt x="1" y="1071"/>
                    <a:pt x="130" y="1398"/>
                  </a:cubicBezTo>
                  <a:cubicBezTo>
                    <a:pt x="293" y="1795"/>
                    <a:pt x="848" y="2190"/>
                    <a:pt x="1581" y="2190"/>
                  </a:cubicBezTo>
                  <a:cubicBezTo>
                    <a:pt x="1910" y="2190"/>
                    <a:pt x="2275" y="2111"/>
                    <a:pt x="2655" y="1916"/>
                  </a:cubicBezTo>
                  <a:cubicBezTo>
                    <a:pt x="3516" y="1479"/>
                    <a:pt x="4024" y="1414"/>
                    <a:pt x="4250" y="1414"/>
                  </a:cubicBezTo>
                  <a:cubicBezTo>
                    <a:pt x="4283" y="1414"/>
                    <a:pt x="4310" y="1415"/>
                    <a:pt x="4331" y="1417"/>
                  </a:cubicBezTo>
                  <a:cubicBezTo>
                    <a:pt x="4352" y="1419"/>
                    <a:pt x="4374" y="1420"/>
                    <a:pt x="4395" y="1420"/>
                  </a:cubicBezTo>
                  <a:cubicBezTo>
                    <a:pt x="4417" y="1420"/>
                    <a:pt x="4439" y="1419"/>
                    <a:pt x="4460" y="1417"/>
                  </a:cubicBezTo>
                  <a:cubicBezTo>
                    <a:pt x="4481" y="1415"/>
                    <a:pt x="4508" y="1414"/>
                    <a:pt x="4540" y="1414"/>
                  </a:cubicBezTo>
                  <a:cubicBezTo>
                    <a:pt x="4767" y="1414"/>
                    <a:pt x="5275" y="1479"/>
                    <a:pt x="6135" y="1916"/>
                  </a:cubicBezTo>
                  <a:cubicBezTo>
                    <a:pt x="6516" y="2111"/>
                    <a:pt x="6881" y="2190"/>
                    <a:pt x="7210" y="2190"/>
                  </a:cubicBezTo>
                  <a:cubicBezTo>
                    <a:pt x="7942" y="2190"/>
                    <a:pt x="8498" y="1795"/>
                    <a:pt x="8660" y="1398"/>
                  </a:cubicBezTo>
                  <a:cubicBezTo>
                    <a:pt x="8790" y="1076"/>
                    <a:pt x="8622" y="798"/>
                    <a:pt x="8516" y="668"/>
                  </a:cubicBezTo>
                  <a:cubicBezTo>
                    <a:pt x="8512" y="662"/>
                    <a:pt x="8506" y="659"/>
                    <a:pt x="8501" y="659"/>
                  </a:cubicBezTo>
                  <a:cubicBezTo>
                    <a:pt x="8490" y="659"/>
                    <a:pt x="8480" y="671"/>
                    <a:pt x="8483" y="687"/>
                  </a:cubicBezTo>
                  <a:cubicBezTo>
                    <a:pt x="8555" y="889"/>
                    <a:pt x="8646" y="1335"/>
                    <a:pt x="8027" y="1335"/>
                  </a:cubicBezTo>
                  <a:cubicBezTo>
                    <a:pt x="7225" y="1335"/>
                    <a:pt x="6630" y="1"/>
                    <a:pt x="5559" y="1"/>
                  </a:cubicBezTo>
                  <a:cubicBezTo>
                    <a:pt x="4705" y="1"/>
                    <a:pt x="4470" y="505"/>
                    <a:pt x="4412" y="706"/>
                  </a:cubicBezTo>
                  <a:cubicBezTo>
                    <a:pt x="4410" y="714"/>
                    <a:pt x="4403" y="717"/>
                    <a:pt x="4395" y="717"/>
                  </a:cubicBezTo>
                  <a:cubicBezTo>
                    <a:pt x="4388" y="717"/>
                    <a:pt x="4381" y="714"/>
                    <a:pt x="4379" y="706"/>
                  </a:cubicBezTo>
                  <a:cubicBezTo>
                    <a:pt x="4316" y="505"/>
                    <a:pt x="4086" y="1"/>
                    <a:pt x="32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3"/>
            <p:cNvSpPr/>
            <p:nvPr/>
          </p:nvSpPr>
          <p:spPr>
            <a:xfrm>
              <a:off x="4890495" y="2004658"/>
              <a:ext cx="352948" cy="116523"/>
            </a:xfrm>
            <a:custGeom>
              <a:rect b="b" l="l" r="r" t="t"/>
              <a:pathLst>
                <a:path extrusionOk="0" h="4447" w="13470">
                  <a:moveTo>
                    <a:pt x="3083" y="1"/>
                  </a:moveTo>
                  <a:cubicBezTo>
                    <a:pt x="2096" y="1"/>
                    <a:pt x="1113" y="58"/>
                    <a:pt x="134" y="169"/>
                  </a:cubicBezTo>
                  <a:cubicBezTo>
                    <a:pt x="58" y="179"/>
                    <a:pt x="0" y="241"/>
                    <a:pt x="5" y="318"/>
                  </a:cubicBezTo>
                  <a:lnTo>
                    <a:pt x="5" y="783"/>
                  </a:lnTo>
                  <a:cubicBezTo>
                    <a:pt x="0" y="817"/>
                    <a:pt x="10" y="846"/>
                    <a:pt x="29" y="870"/>
                  </a:cubicBezTo>
                  <a:cubicBezTo>
                    <a:pt x="82" y="947"/>
                    <a:pt x="192" y="1158"/>
                    <a:pt x="192" y="1599"/>
                  </a:cubicBezTo>
                  <a:cubicBezTo>
                    <a:pt x="192" y="2305"/>
                    <a:pt x="278" y="3198"/>
                    <a:pt x="763" y="3750"/>
                  </a:cubicBezTo>
                  <a:cubicBezTo>
                    <a:pt x="1027" y="4052"/>
                    <a:pt x="1406" y="4239"/>
                    <a:pt x="1795" y="4336"/>
                  </a:cubicBezTo>
                  <a:cubicBezTo>
                    <a:pt x="2189" y="4432"/>
                    <a:pt x="2592" y="4446"/>
                    <a:pt x="2995" y="4446"/>
                  </a:cubicBezTo>
                  <a:cubicBezTo>
                    <a:pt x="3039" y="4446"/>
                    <a:pt x="3083" y="4447"/>
                    <a:pt x="3128" y="4447"/>
                  </a:cubicBezTo>
                  <a:cubicBezTo>
                    <a:pt x="3585" y="4447"/>
                    <a:pt x="4048" y="4417"/>
                    <a:pt x="4455" y="4220"/>
                  </a:cubicBezTo>
                  <a:cubicBezTo>
                    <a:pt x="4997" y="3956"/>
                    <a:pt x="5352" y="3433"/>
                    <a:pt x="5626" y="2915"/>
                  </a:cubicBezTo>
                  <a:cubicBezTo>
                    <a:pt x="5770" y="2641"/>
                    <a:pt x="5885" y="2353"/>
                    <a:pt x="5967" y="2060"/>
                  </a:cubicBezTo>
                  <a:lnTo>
                    <a:pt x="5967" y="2055"/>
                  </a:lnTo>
                  <a:cubicBezTo>
                    <a:pt x="6058" y="1743"/>
                    <a:pt x="6336" y="1532"/>
                    <a:pt x="6663" y="1527"/>
                  </a:cubicBezTo>
                  <a:lnTo>
                    <a:pt x="6812" y="1527"/>
                  </a:lnTo>
                  <a:cubicBezTo>
                    <a:pt x="7133" y="1532"/>
                    <a:pt x="7416" y="1743"/>
                    <a:pt x="7503" y="2055"/>
                  </a:cubicBezTo>
                  <a:lnTo>
                    <a:pt x="7503" y="2060"/>
                  </a:lnTo>
                  <a:cubicBezTo>
                    <a:pt x="7589" y="2353"/>
                    <a:pt x="7704" y="2641"/>
                    <a:pt x="7848" y="2915"/>
                  </a:cubicBezTo>
                  <a:cubicBezTo>
                    <a:pt x="8122" y="3433"/>
                    <a:pt x="8472" y="3956"/>
                    <a:pt x="9020" y="4220"/>
                  </a:cubicBezTo>
                  <a:cubicBezTo>
                    <a:pt x="9427" y="4417"/>
                    <a:pt x="9890" y="4447"/>
                    <a:pt x="10343" y="4447"/>
                  </a:cubicBezTo>
                  <a:cubicBezTo>
                    <a:pt x="10387" y="4447"/>
                    <a:pt x="10431" y="4446"/>
                    <a:pt x="10474" y="4446"/>
                  </a:cubicBezTo>
                  <a:cubicBezTo>
                    <a:pt x="10877" y="4441"/>
                    <a:pt x="11285" y="4432"/>
                    <a:pt x="11674" y="4336"/>
                  </a:cubicBezTo>
                  <a:cubicBezTo>
                    <a:pt x="12068" y="4239"/>
                    <a:pt x="12447" y="4057"/>
                    <a:pt x="12711" y="3750"/>
                  </a:cubicBezTo>
                  <a:cubicBezTo>
                    <a:pt x="13196" y="3198"/>
                    <a:pt x="13282" y="2305"/>
                    <a:pt x="13282" y="1599"/>
                  </a:cubicBezTo>
                  <a:cubicBezTo>
                    <a:pt x="13282" y="1158"/>
                    <a:pt x="13393" y="947"/>
                    <a:pt x="13441" y="870"/>
                  </a:cubicBezTo>
                  <a:cubicBezTo>
                    <a:pt x="13460" y="846"/>
                    <a:pt x="13470" y="817"/>
                    <a:pt x="13470" y="783"/>
                  </a:cubicBezTo>
                  <a:lnTo>
                    <a:pt x="13470" y="318"/>
                  </a:lnTo>
                  <a:cubicBezTo>
                    <a:pt x="13470" y="241"/>
                    <a:pt x="13407" y="174"/>
                    <a:pt x="13330" y="169"/>
                  </a:cubicBezTo>
                  <a:cubicBezTo>
                    <a:pt x="12352" y="58"/>
                    <a:pt x="11369" y="1"/>
                    <a:pt x="10386" y="1"/>
                  </a:cubicBezTo>
                  <a:cubicBezTo>
                    <a:pt x="10347" y="1"/>
                    <a:pt x="10307" y="1"/>
                    <a:pt x="10268" y="1"/>
                  </a:cubicBezTo>
                  <a:cubicBezTo>
                    <a:pt x="9025" y="1"/>
                    <a:pt x="8156" y="351"/>
                    <a:pt x="7733" y="567"/>
                  </a:cubicBezTo>
                  <a:cubicBezTo>
                    <a:pt x="7565" y="659"/>
                    <a:pt x="7383" y="726"/>
                    <a:pt x="7196" y="764"/>
                  </a:cubicBezTo>
                  <a:cubicBezTo>
                    <a:pt x="7042" y="798"/>
                    <a:pt x="6887" y="815"/>
                    <a:pt x="6733" y="815"/>
                  </a:cubicBezTo>
                  <a:cubicBezTo>
                    <a:pt x="6579" y="815"/>
                    <a:pt x="6425" y="798"/>
                    <a:pt x="6274" y="764"/>
                  </a:cubicBezTo>
                  <a:cubicBezTo>
                    <a:pt x="6082" y="726"/>
                    <a:pt x="5904" y="659"/>
                    <a:pt x="5732" y="567"/>
                  </a:cubicBezTo>
                  <a:cubicBezTo>
                    <a:pt x="5314" y="351"/>
                    <a:pt x="4445" y="1"/>
                    <a:pt x="3202" y="1"/>
                  </a:cubicBezTo>
                  <a:cubicBezTo>
                    <a:pt x="3162" y="1"/>
                    <a:pt x="3123" y="1"/>
                    <a:pt x="308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3"/>
            <p:cNvSpPr/>
            <p:nvPr/>
          </p:nvSpPr>
          <p:spPr>
            <a:xfrm>
              <a:off x="5145681" y="2006178"/>
              <a:ext cx="97762" cy="115029"/>
            </a:xfrm>
            <a:custGeom>
              <a:rect b="b" l="l" r="r" t="t"/>
              <a:pathLst>
                <a:path extrusionOk="0" h="4390" w="3731">
                  <a:moveTo>
                    <a:pt x="2305" y="1"/>
                  </a:moveTo>
                  <a:lnTo>
                    <a:pt x="2305" y="778"/>
                  </a:lnTo>
                  <a:cubicBezTo>
                    <a:pt x="2305" y="778"/>
                    <a:pt x="2122" y="965"/>
                    <a:pt x="2122" y="1541"/>
                  </a:cubicBezTo>
                  <a:cubicBezTo>
                    <a:pt x="2122" y="2247"/>
                    <a:pt x="2031" y="3140"/>
                    <a:pt x="1551" y="3692"/>
                  </a:cubicBezTo>
                  <a:cubicBezTo>
                    <a:pt x="1282" y="3994"/>
                    <a:pt x="903" y="4181"/>
                    <a:pt x="514" y="4278"/>
                  </a:cubicBezTo>
                  <a:cubicBezTo>
                    <a:pt x="346" y="4316"/>
                    <a:pt x="174" y="4345"/>
                    <a:pt x="1" y="4359"/>
                  </a:cubicBezTo>
                  <a:cubicBezTo>
                    <a:pt x="205" y="4379"/>
                    <a:pt x="409" y="4389"/>
                    <a:pt x="613" y="4389"/>
                  </a:cubicBezTo>
                  <a:cubicBezTo>
                    <a:pt x="654" y="4389"/>
                    <a:pt x="694" y="4389"/>
                    <a:pt x="735" y="4388"/>
                  </a:cubicBezTo>
                  <a:cubicBezTo>
                    <a:pt x="1138" y="4383"/>
                    <a:pt x="1542" y="4374"/>
                    <a:pt x="1935" y="4278"/>
                  </a:cubicBezTo>
                  <a:cubicBezTo>
                    <a:pt x="2329" y="4181"/>
                    <a:pt x="2703" y="3999"/>
                    <a:pt x="2972" y="3697"/>
                  </a:cubicBezTo>
                  <a:cubicBezTo>
                    <a:pt x="3452" y="3140"/>
                    <a:pt x="3543" y="2247"/>
                    <a:pt x="3543" y="1541"/>
                  </a:cubicBezTo>
                  <a:cubicBezTo>
                    <a:pt x="3543" y="1100"/>
                    <a:pt x="3649" y="889"/>
                    <a:pt x="3702" y="812"/>
                  </a:cubicBezTo>
                  <a:cubicBezTo>
                    <a:pt x="3721" y="788"/>
                    <a:pt x="3731" y="759"/>
                    <a:pt x="3731" y="725"/>
                  </a:cubicBezTo>
                  <a:lnTo>
                    <a:pt x="3731" y="260"/>
                  </a:lnTo>
                  <a:lnTo>
                    <a:pt x="3726" y="260"/>
                  </a:lnTo>
                  <a:cubicBezTo>
                    <a:pt x="3726" y="183"/>
                    <a:pt x="3668" y="121"/>
                    <a:pt x="3591" y="111"/>
                  </a:cubicBezTo>
                  <a:cubicBezTo>
                    <a:pt x="3375" y="87"/>
                    <a:pt x="2919" y="39"/>
                    <a:pt x="2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3"/>
            <p:cNvSpPr/>
            <p:nvPr/>
          </p:nvSpPr>
          <p:spPr>
            <a:xfrm>
              <a:off x="5098019" y="2022266"/>
              <a:ext cx="124934" cy="81175"/>
            </a:xfrm>
            <a:custGeom>
              <a:rect b="b" l="l" r="r" t="t"/>
              <a:pathLst>
                <a:path extrusionOk="0" h="3098" w="4768">
                  <a:moveTo>
                    <a:pt x="2348" y="1"/>
                  </a:moveTo>
                  <a:cubicBezTo>
                    <a:pt x="1239" y="1"/>
                    <a:pt x="480" y="313"/>
                    <a:pt x="125" y="495"/>
                  </a:cubicBezTo>
                  <a:lnTo>
                    <a:pt x="120" y="500"/>
                  </a:lnTo>
                  <a:cubicBezTo>
                    <a:pt x="68" y="529"/>
                    <a:pt x="29" y="572"/>
                    <a:pt x="15" y="630"/>
                  </a:cubicBezTo>
                  <a:cubicBezTo>
                    <a:pt x="0" y="687"/>
                    <a:pt x="10" y="750"/>
                    <a:pt x="44" y="798"/>
                  </a:cubicBezTo>
                  <a:cubicBezTo>
                    <a:pt x="125" y="923"/>
                    <a:pt x="192" y="1057"/>
                    <a:pt x="231" y="1201"/>
                  </a:cubicBezTo>
                  <a:cubicBezTo>
                    <a:pt x="303" y="1451"/>
                    <a:pt x="399" y="1695"/>
                    <a:pt x="524" y="1926"/>
                  </a:cubicBezTo>
                  <a:cubicBezTo>
                    <a:pt x="812" y="2478"/>
                    <a:pt x="1081" y="2790"/>
                    <a:pt x="1393" y="2943"/>
                  </a:cubicBezTo>
                  <a:cubicBezTo>
                    <a:pt x="1661" y="3073"/>
                    <a:pt x="1997" y="3097"/>
                    <a:pt x="2425" y="3097"/>
                  </a:cubicBezTo>
                  <a:lnTo>
                    <a:pt x="2549" y="3097"/>
                  </a:lnTo>
                  <a:cubicBezTo>
                    <a:pt x="2914" y="3092"/>
                    <a:pt x="3269" y="3083"/>
                    <a:pt x="3591" y="3006"/>
                  </a:cubicBezTo>
                  <a:cubicBezTo>
                    <a:pt x="3802" y="2953"/>
                    <a:pt x="4090" y="2847"/>
                    <a:pt x="4277" y="2636"/>
                  </a:cubicBezTo>
                  <a:cubicBezTo>
                    <a:pt x="4546" y="2329"/>
                    <a:pt x="4681" y="1753"/>
                    <a:pt x="4681" y="923"/>
                  </a:cubicBezTo>
                  <a:cubicBezTo>
                    <a:pt x="4681" y="726"/>
                    <a:pt x="4700" y="534"/>
                    <a:pt x="4738" y="342"/>
                  </a:cubicBezTo>
                  <a:cubicBezTo>
                    <a:pt x="4767" y="222"/>
                    <a:pt x="4686" y="102"/>
                    <a:pt x="4561" y="92"/>
                  </a:cubicBezTo>
                  <a:cubicBezTo>
                    <a:pt x="4047" y="54"/>
                    <a:pt x="3245" y="1"/>
                    <a:pt x="2348"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3"/>
            <p:cNvSpPr/>
            <p:nvPr/>
          </p:nvSpPr>
          <p:spPr>
            <a:xfrm>
              <a:off x="4910854" y="2022397"/>
              <a:ext cx="125065" cy="81044"/>
            </a:xfrm>
            <a:custGeom>
              <a:rect b="b" l="l" r="r" t="t"/>
              <a:pathLst>
                <a:path extrusionOk="0" h="3093" w="4773">
                  <a:moveTo>
                    <a:pt x="2425" y="1"/>
                  </a:moveTo>
                  <a:cubicBezTo>
                    <a:pt x="1522" y="1"/>
                    <a:pt x="721" y="49"/>
                    <a:pt x="212" y="92"/>
                  </a:cubicBezTo>
                  <a:cubicBezTo>
                    <a:pt x="87" y="102"/>
                    <a:pt x="1" y="217"/>
                    <a:pt x="29" y="337"/>
                  </a:cubicBezTo>
                  <a:cubicBezTo>
                    <a:pt x="73" y="529"/>
                    <a:pt x="92" y="726"/>
                    <a:pt x="92" y="922"/>
                  </a:cubicBezTo>
                  <a:cubicBezTo>
                    <a:pt x="92" y="1748"/>
                    <a:pt x="226" y="2324"/>
                    <a:pt x="495" y="2631"/>
                  </a:cubicBezTo>
                  <a:cubicBezTo>
                    <a:pt x="682" y="2847"/>
                    <a:pt x="970" y="2953"/>
                    <a:pt x="1182" y="3001"/>
                  </a:cubicBezTo>
                  <a:cubicBezTo>
                    <a:pt x="1503" y="3082"/>
                    <a:pt x="1858" y="3092"/>
                    <a:pt x="2223" y="3092"/>
                  </a:cubicBezTo>
                  <a:lnTo>
                    <a:pt x="2343" y="3092"/>
                  </a:lnTo>
                  <a:cubicBezTo>
                    <a:pt x="2770" y="3092"/>
                    <a:pt x="3106" y="3068"/>
                    <a:pt x="3380" y="2938"/>
                  </a:cubicBezTo>
                  <a:cubicBezTo>
                    <a:pt x="3692" y="2785"/>
                    <a:pt x="3956" y="2473"/>
                    <a:pt x="4249" y="1921"/>
                  </a:cubicBezTo>
                  <a:cubicBezTo>
                    <a:pt x="4369" y="1690"/>
                    <a:pt x="4470" y="1446"/>
                    <a:pt x="4542" y="1196"/>
                  </a:cubicBezTo>
                  <a:cubicBezTo>
                    <a:pt x="4580" y="1052"/>
                    <a:pt x="4643" y="918"/>
                    <a:pt x="4729" y="793"/>
                  </a:cubicBezTo>
                  <a:cubicBezTo>
                    <a:pt x="4763" y="745"/>
                    <a:pt x="4772" y="682"/>
                    <a:pt x="4758" y="625"/>
                  </a:cubicBezTo>
                  <a:cubicBezTo>
                    <a:pt x="4743" y="572"/>
                    <a:pt x="4705" y="524"/>
                    <a:pt x="4652" y="495"/>
                  </a:cubicBezTo>
                  <a:lnTo>
                    <a:pt x="4647" y="495"/>
                  </a:lnTo>
                  <a:cubicBezTo>
                    <a:pt x="4292" y="308"/>
                    <a:pt x="3534" y="1"/>
                    <a:pt x="2425"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3"/>
            <p:cNvSpPr/>
            <p:nvPr/>
          </p:nvSpPr>
          <p:spPr>
            <a:xfrm>
              <a:off x="4952123" y="2025175"/>
              <a:ext cx="83665" cy="78267"/>
            </a:xfrm>
            <a:custGeom>
              <a:rect b="b" l="l" r="r" t="t"/>
              <a:pathLst>
                <a:path extrusionOk="0" h="2987" w="3193">
                  <a:moveTo>
                    <a:pt x="1954" y="0"/>
                  </a:moveTo>
                  <a:cubicBezTo>
                    <a:pt x="1896" y="221"/>
                    <a:pt x="1795" y="557"/>
                    <a:pt x="1642" y="1085"/>
                  </a:cubicBezTo>
                  <a:cubicBezTo>
                    <a:pt x="1565" y="1340"/>
                    <a:pt x="1469" y="1584"/>
                    <a:pt x="1349" y="1815"/>
                  </a:cubicBezTo>
                  <a:cubicBezTo>
                    <a:pt x="1056" y="2367"/>
                    <a:pt x="792" y="2679"/>
                    <a:pt x="480" y="2832"/>
                  </a:cubicBezTo>
                  <a:cubicBezTo>
                    <a:pt x="327" y="2900"/>
                    <a:pt x="163" y="2943"/>
                    <a:pt x="0" y="2962"/>
                  </a:cubicBezTo>
                  <a:cubicBezTo>
                    <a:pt x="207" y="2981"/>
                    <a:pt x="423" y="2986"/>
                    <a:pt x="643" y="2986"/>
                  </a:cubicBezTo>
                  <a:lnTo>
                    <a:pt x="763" y="2986"/>
                  </a:lnTo>
                  <a:cubicBezTo>
                    <a:pt x="1191" y="2986"/>
                    <a:pt x="1531" y="2962"/>
                    <a:pt x="1800" y="2828"/>
                  </a:cubicBezTo>
                  <a:cubicBezTo>
                    <a:pt x="2107" y="2679"/>
                    <a:pt x="2376" y="2367"/>
                    <a:pt x="2664" y="1815"/>
                  </a:cubicBezTo>
                  <a:cubicBezTo>
                    <a:pt x="2789" y="1584"/>
                    <a:pt x="2885" y="1340"/>
                    <a:pt x="2957" y="1085"/>
                  </a:cubicBezTo>
                  <a:cubicBezTo>
                    <a:pt x="3000" y="946"/>
                    <a:pt x="3063" y="812"/>
                    <a:pt x="3144" y="687"/>
                  </a:cubicBezTo>
                  <a:cubicBezTo>
                    <a:pt x="3178" y="639"/>
                    <a:pt x="3192" y="576"/>
                    <a:pt x="3178" y="519"/>
                  </a:cubicBezTo>
                  <a:cubicBezTo>
                    <a:pt x="3164" y="461"/>
                    <a:pt x="3125" y="418"/>
                    <a:pt x="3072" y="389"/>
                  </a:cubicBezTo>
                  <a:lnTo>
                    <a:pt x="3068" y="384"/>
                  </a:lnTo>
                  <a:cubicBezTo>
                    <a:pt x="2712" y="207"/>
                    <a:pt x="2343" y="77"/>
                    <a:pt x="195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3"/>
            <p:cNvSpPr/>
            <p:nvPr/>
          </p:nvSpPr>
          <p:spPr>
            <a:xfrm>
              <a:off x="5146572" y="2022790"/>
              <a:ext cx="75987" cy="80677"/>
            </a:xfrm>
            <a:custGeom>
              <a:rect b="b" l="l" r="r" t="t"/>
              <a:pathLst>
                <a:path extrusionOk="0" h="3079" w="2900">
                  <a:moveTo>
                    <a:pt x="1484" y="0"/>
                  </a:moveTo>
                  <a:cubicBezTo>
                    <a:pt x="1469" y="288"/>
                    <a:pt x="1469" y="744"/>
                    <a:pt x="1469" y="907"/>
                  </a:cubicBezTo>
                  <a:cubicBezTo>
                    <a:pt x="1469" y="1733"/>
                    <a:pt x="1335" y="2309"/>
                    <a:pt x="1066" y="2616"/>
                  </a:cubicBezTo>
                  <a:cubicBezTo>
                    <a:pt x="879" y="2832"/>
                    <a:pt x="591" y="2938"/>
                    <a:pt x="384" y="2986"/>
                  </a:cubicBezTo>
                  <a:cubicBezTo>
                    <a:pt x="255" y="3015"/>
                    <a:pt x="130" y="3039"/>
                    <a:pt x="0" y="3048"/>
                  </a:cubicBezTo>
                  <a:cubicBezTo>
                    <a:pt x="160" y="3068"/>
                    <a:pt x="317" y="3078"/>
                    <a:pt x="476" y="3078"/>
                  </a:cubicBezTo>
                  <a:cubicBezTo>
                    <a:pt x="508" y="3078"/>
                    <a:pt x="540" y="3078"/>
                    <a:pt x="572" y="3077"/>
                  </a:cubicBezTo>
                  <a:lnTo>
                    <a:pt x="692" y="3077"/>
                  </a:lnTo>
                  <a:cubicBezTo>
                    <a:pt x="1056" y="3077"/>
                    <a:pt x="1412" y="3067"/>
                    <a:pt x="1733" y="2986"/>
                  </a:cubicBezTo>
                  <a:cubicBezTo>
                    <a:pt x="1944" y="2938"/>
                    <a:pt x="2232" y="2832"/>
                    <a:pt x="2420" y="2616"/>
                  </a:cubicBezTo>
                  <a:cubicBezTo>
                    <a:pt x="2688" y="2309"/>
                    <a:pt x="2823" y="1733"/>
                    <a:pt x="2823" y="907"/>
                  </a:cubicBezTo>
                  <a:cubicBezTo>
                    <a:pt x="2823" y="711"/>
                    <a:pt x="2842" y="514"/>
                    <a:pt x="2885" y="322"/>
                  </a:cubicBezTo>
                  <a:cubicBezTo>
                    <a:pt x="2900" y="264"/>
                    <a:pt x="2885" y="207"/>
                    <a:pt x="2857" y="159"/>
                  </a:cubicBezTo>
                  <a:cubicBezTo>
                    <a:pt x="2818" y="111"/>
                    <a:pt x="2765" y="77"/>
                    <a:pt x="2708" y="72"/>
                  </a:cubicBezTo>
                  <a:cubicBezTo>
                    <a:pt x="2396" y="48"/>
                    <a:pt x="1973" y="19"/>
                    <a:pt x="148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3"/>
            <p:cNvSpPr/>
            <p:nvPr/>
          </p:nvSpPr>
          <p:spPr>
            <a:xfrm>
              <a:off x="4980029" y="2152073"/>
              <a:ext cx="173723" cy="36133"/>
            </a:xfrm>
            <a:custGeom>
              <a:rect b="b" l="l" r="r" t="t"/>
              <a:pathLst>
                <a:path extrusionOk="0" h="1379" w="6630">
                  <a:moveTo>
                    <a:pt x="4479" y="1"/>
                  </a:moveTo>
                  <a:cubicBezTo>
                    <a:pt x="3923" y="1"/>
                    <a:pt x="3764" y="260"/>
                    <a:pt x="3721" y="414"/>
                  </a:cubicBezTo>
                  <a:cubicBezTo>
                    <a:pt x="3702" y="490"/>
                    <a:pt x="3659" y="558"/>
                    <a:pt x="3601" y="610"/>
                  </a:cubicBezTo>
                  <a:cubicBezTo>
                    <a:pt x="3937" y="634"/>
                    <a:pt x="4470" y="759"/>
                    <a:pt x="5238" y="1148"/>
                  </a:cubicBezTo>
                  <a:cubicBezTo>
                    <a:pt x="5511" y="1292"/>
                    <a:pt x="5814" y="1374"/>
                    <a:pt x="6126" y="1378"/>
                  </a:cubicBezTo>
                  <a:lnTo>
                    <a:pt x="6126" y="1378"/>
                  </a:lnTo>
                  <a:cubicBezTo>
                    <a:pt x="6297" y="1378"/>
                    <a:pt x="6468" y="1349"/>
                    <a:pt x="6630" y="1292"/>
                  </a:cubicBezTo>
                  <a:cubicBezTo>
                    <a:pt x="6251" y="1186"/>
                    <a:pt x="5934" y="908"/>
                    <a:pt x="5627" y="639"/>
                  </a:cubicBezTo>
                  <a:cubicBezTo>
                    <a:pt x="5252" y="313"/>
                    <a:pt x="4897" y="1"/>
                    <a:pt x="4479" y="1"/>
                  </a:cubicBezTo>
                  <a:close/>
                  <a:moveTo>
                    <a:pt x="2151" y="1"/>
                  </a:moveTo>
                  <a:cubicBezTo>
                    <a:pt x="1729" y="1"/>
                    <a:pt x="1378" y="308"/>
                    <a:pt x="1004" y="639"/>
                  </a:cubicBezTo>
                  <a:cubicBezTo>
                    <a:pt x="692" y="908"/>
                    <a:pt x="375" y="1186"/>
                    <a:pt x="1" y="1292"/>
                  </a:cubicBezTo>
                  <a:cubicBezTo>
                    <a:pt x="159" y="1350"/>
                    <a:pt x="332" y="1378"/>
                    <a:pt x="505" y="1378"/>
                  </a:cubicBezTo>
                  <a:cubicBezTo>
                    <a:pt x="812" y="1369"/>
                    <a:pt x="1119" y="1292"/>
                    <a:pt x="1388" y="1148"/>
                  </a:cubicBezTo>
                  <a:cubicBezTo>
                    <a:pt x="2161" y="759"/>
                    <a:pt x="2689" y="634"/>
                    <a:pt x="3025" y="606"/>
                  </a:cubicBezTo>
                  <a:cubicBezTo>
                    <a:pt x="2967" y="553"/>
                    <a:pt x="2929" y="486"/>
                    <a:pt x="2905" y="414"/>
                  </a:cubicBezTo>
                  <a:cubicBezTo>
                    <a:pt x="2862" y="260"/>
                    <a:pt x="2703" y="1"/>
                    <a:pt x="2151" y="1"/>
                  </a:cubicBezTo>
                  <a:close/>
                  <a:moveTo>
                    <a:pt x="6126" y="1378"/>
                  </a:moveTo>
                  <a:cubicBezTo>
                    <a:pt x="6124" y="1378"/>
                    <a:pt x="6123" y="1378"/>
                    <a:pt x="6121" y="1378"/>
                  </a:cubicBezTo>
                  <a:lnTo>
                    <a:pt x="6126" y="1378"/>
                  </a:lnTo>
                  <a:cubicBezTo>
                    <a:pt x="6126" y="1378"/>
                    <a:pt x="6126" y="1378"/>
                    <a:pt x="6126" y="1378"/>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3"/>
            <p:cNvSpPr/>
            <p:nvPr/>
          </p:nvSpPr>
          <p:spPr>
            <a:xfrm>
              <a:off x="4885202" y="1999260"/>
              <a:ext cx="363271" cy="127318"/>
            </a:xfrm>
            <a:custGeom>
              <a:rect b="b" l="l" r="r" t="t"/>
              <a:pathLst>
                <a:path extrusionOk="0" h="4859" w="13864">
                  <a:moveTo>
                    <a:pt x="10470" y="409"/>
                  </a:moveTo>
                  <a:cubicBezTo>
                    <a:pt x="11473" y="409"/>
                    <a:pt x="12471" y="461"/>
                    <a:pt x="13465" y="572"/>
                  </a:cubicBezTo>
                  <a:lnTo>
                    <a:pt x="13460" y="975"/>
                  </a:lnTo>
                  <a:cubicBezTo>
                    <a:pt x="13388" y="1090"/>
                    <a:pt x="13273" y="1340"/>
                    <a:pt x="13273" y="1805"/>
                  </a:cubicBezTo>
                  <a:cubicBezTo>
                    <a:pt x="13273" y="2765"/>
                    <a:pt x="13105" y="3423"/>
                    <a:pt x="12755" y="3826"/>
                  </a:cubicBezTo>
                  <a:cubicBezTo>
                    <a:pt x="12486" y="4133"/>
                    <a:pt x="12102" y="4277"/>
                    <a:pt x="11823" y="4345"/>
                  </a:cubicBezTo>
                  <a:cubicBezTo>
                    <a:pt x="11454" y="4436"/>
                    <a:pt x="11051" y="4445"/>
                    <a:pt x="10671" y="4450"/>
                  </a:cubicBezTo>
                  <a:cubicBezTo>
                    <a:pt x="10627" y="4451"/>
                    <a:pt x="10583" y="4451"/>
                    <a:pt x="10539" y="4451"/>
                  </a:cubicBezTo>
                  <a:cubicBezTo>
                    <a:pt x="10097" y="4451"/>
                    <a:pt x="9675" y="4423"/>
                    <a:pt x="9308" y="4244"/>
                  </a:cubicBezTo>
                  <a:cubicBezTo>
                    <a:pt x="8785" y="3989"/>
                    <a:pt x="8454" y="3461"/>
                    <a:pt x="8228" y="3025"/>
                  </a:cubicBezTo>
                  <a:cubicBezTo>
                    <a:pt x="8089" y="2765"/>
                    <a:pt x="7978" y="2492"/>
                    <a:pt x="7897" y="2209"/>
                  </a:cubicBezTo>
                  <a:cubicBezTo>
                    <a:pt x="7786" y="1810"/>
                    <a:pt x="7422" y="1537"/>
                    <a:pt x="7009" y="1537"/>
                  </a:cubicBezTo>
                  <a:lnTo>
                    <a:pt x="6860" y="1537"/>
                  </a:lnTo>
                  <a:cubicBezTo>
                    <a:pt x="6447" y="1537"/>
                    <a:pt x="6087" y="1810"/>
                    <a:pt x="5972" y="2209"/>
                  </a:cubicBezTo>
                  <a:cubicBezTo>
                    <a:pt x="5890" y="2492"/>
                    <a:pt x="5780" y="2765"/>
                    <a:pt x="5646" y="3025"/>
                  </a:cubicBezTo>
                  <a:cubicBezTo>
                    <a:pt x="5415" y="3461"/>
                    <a:pt x="5084" y="3989"/>
                    <a:pt x="4565" y="4244"/>
                  </a:cubicBezTo>
                  <a:cubicBezTo>
                    <a:pt x="4199" y="4423"/>
                    <a:pt x="3772" y="4451"/>
                    <a:pt x="3330" y="4451"/>
                  </a:cubicBezTo>
                  <a:cubicBezTo>
                    <a:pt x="3286" y="4451"/>
                    <a:pt x="3242" y="4451"/>
                    <a:pt x="3197" y="4450"/>
                  </a:cubicBezTo>
                  <a:cubicBezTo>
                    <a:pt x="2818" y="4445"/>
                    <a:pt x="2420" y="4436"/>
                    <a:pt x="2045" y="4345"/>
                  </a:cubicBezTo>
                  <a:cubicBezTo>
                    <a:pt x="1772" y="4277"/>
                    <a:pt x="1388" y="4133"/>
                    <a:pt x="1114" y="3826"/>
                  </a:cubicBezTo>
                  <a:cubicBezTo>
                    <a:pt x="764" y="3423"/>
                    <a:pt x="596" y="2761"/>
                    <a:pt x="596" y="1805"/>
                  </a:cubicBezTo>
                  <a:cubicBezTo>
                    <a:pt x="596" y="1340"/>
                    <a:pt x="480" y="1090"/>
                    <a:pt x="408" y="975"/>
                  </a:cubicBezTo>
                  <a:lnTo>
                    <a:pt x="408" y="572"/>
                  </a:lnTo>
                  <a:cubicBezTo>
                    <a:pt x="1402" y="461"/>
                    <a:pt x="2401" y="409"/>
                    <a:pt x="3404" y="409"/>
                  </a:cubicBezTo>
                  <a:cubicBezTo>
                    <a:pt x="4609" y="409"/>
                    <a:pt x="5449" y="749"/>
                    <a:pt x="5842" y="956"/>
                  </a:cubicBezTo>
                  <a:cubicBezTo>
                    <a:pt x="6030" y="1052"/>
                    <a:pt x="6226" y="1124"/>
                    <a:pt x="6433" y="1172"/>
                  </a:cubicBezTo>
                  <a:cubicBezTo>
                    <a:pt x="6598" y="1208"/>
                    <a:pt x="6768" y="1226"/>
                    <a:pt x="6937" y="1226"/>
                  </a:cubicBezTo>
                  <a:cubicBezTo>
                    <a:pt x="7106" y="1226"/>
                    <a:pt x="7275" y="1208"/>
                    <a:pt x="7441" y="1172"/>
                  </a:cubicBezTo>
                  <a:cubicBezTo>
                    <a:pt x="7647" y="1124"/>
                    <a:pt x="7844" y="1052"/>
                    <a:pt x="8031" y="956"/>
                  </a:cubicBezTo>
                  <a:cubicBezTo>
                    <a:pt x="8425" y="749"/>
                    <a:pt x="9265" y="409"/>
                    <a:pt x="10470" y="409"/>
                  </a:cubicBezTo>
                  <a:close/>
                  <a:moveTo>
                    <a:pt x="3399" y="0"/>
                  </a:moveTo>
                  <a:cubicBezTo>
                    <a:pt x="2367" y="0"/>
                    <a:pt x="1340" y="58"/>
                    <a:pt x="312" y="173"/>
                  </a:cubicBezTo>
                  <a:cubicBezTo>
                    <a:pt x="135" y="192"/>
                    <a:pt x="0" y="346"/>
                    <a:pt x="0" y="524"/>
                  </a:cubicBezTo>
                  <a:lnTo>
                    <a:pt x="0" y="989"/>
                  </a:lnTo>
                  <a:cubicBezTo>
                    <a:pt x="0" y="1061"/>
                    <a:pt x="20" y="1133"/>
                    <a:pt x="58" y="1191"/>
                  </a:cubicBezTo>
                  <a:cubicBezTo>
                    <a:pt x="87" y="1234"/>
                    <a:pt x="183" y="1407"/>
                    <a:pt x="183" y="1805"/>
                  </a:cubicBezTo>
                  <a:cubicBezTo>
                    <a:pt x="183" y="2866"/>
                    <a:pt x="389" y="3615"/>
                    <a:pt x="807" y="4090"/>
                  </a:cubicBezTo>
                  <a:cubicBezTo>
                    <a:pt x="1076" y="4397"/>
                    <a:pt x="1464" y="4623"/>
                    <a:pt x="1945" y="4738"/>
                  </a:cubicBezTo>
                  <a:cubicBezTo>
                    <a:pt x="2362" y="4839"/>
                    <a:pt x="2785" y="4854"/>
                    <a:pt x="3193" y="4858"/>
                  </a:cubicBezTo>
                  <a:cubicBezTo>
                    <a:pt x="3711" y="4858"/>
                    <a:pt x="4258" y="4844"/>
                    <a:pt x="4738" y="4609"/>
                  </a:cubicBezTo>
                  <a:cubicBezTo>
                    <a:pt x="5367" y="4306"/>
                    <a:pt x="5746" y="3706"/>
                    <a:pt x="6001" y="3217"/>
                  </a:cubicBezTo>
                  <a:cubicBezTo>
                    <a:pt x="6150" y="2929"/>
                    <a:pt x="6270" y="2631"/>
                    <a:pt x="6361" y="2324"/>
                  </a:cubicBezTo>
                  <a:lnTo>
                    <a:pt x="6361" y="2314"/>
                  </a:lnTo>
                  <a:cubicBezTo>
                    <a:pt x="6423" y="2093"/>
                    <a:pt x="6625" y="1940"/>
                    <a:pt x="6855" y="1940"/>
                  </a:cubicBezTo>
                  <a:lnTo>
                    <a:pt x="7009" y="1940"/>
                  </a:lnTo>
                  <a:cubicBezTo>
                    <a:pt x="7239" y="1940"/>
                    <a:pt x="7441" y="2093"/>
                    <a:pt x="7503" y="2314"/>
                  </a:cubicBezTo>
                  <a:lnTo>
                    <a:pt x="7503" y="2319"/>
                  </a:lnTo>
                  <a:cubicBezTo>
                    <a:pt x="7590" y="2631"/>
                    <a:pt x="7714" y="2929"/>
                    <a:pt x="7863" y="3217"/>
                  </a:cubicBezTo>
                  <a:cubicBezTo>
                    <a:pt x="8122" y="3701"/>
                    <a:pt x="8497" y="4306"/>
                    <a:pt x="9121" y="4609"/>
                  </a:cubicBezTo>
                  <a:cubicBezTo>
                    <a:pt x="9567" y="4825"/>
                    <a:pt x="10067" y="4858"/>
                    <a:pt x="10547" y="4858"/>
                  </a:cubicBezTo>
                  <a:lnTo>
                    <a:pt x="10671" y="4858"/>
                  </a:lnTo>
                  <a:cubicBezTo>
                    <a:pt x="11075" y="4854"/>
                    <a:pt x="11502" y="4844"/>
                    <a:pt x="11915" y="4738"/>
                  </a:cubicBezTo>
                  <a:cubicBezTo>
                    <a:pt x="12395" y="4623"/>
                    <a:pt x="12788" y="4402"/>
                    <a:pt x="13057" y="4095"/>
                  </a:cubicBezTo>
                  <a:cubicBezTo>
                    <a:pt x="13475" y="3615"/>
                    <a:pt x="13676" y="2866"/>
                    <a:pt x="13676" y="1805"/>
                  </a:cubicBezTo>
                  <a:cubicBezTo>
                    <a:pt x="13676" y="1407"/>
                    <a:pt x="13772" y="1234"/>
                    <a:pt x="13806" y="1191"/>
                  </a:cubicBezTo>
                  <a:cubicBezTo>
                    <a:pt x="13844" y="1133"/>
                    <a:pt x="13864" y="1061"/>
                    <a:pt x="13864" y="989"/>
                  </a:cubicBezTo>
                  <a:lnTo>
                    <a:pt x="13864" y="524"/>
                  </a:lnTo>
                  <a:cubicBezTo>
                    <a:pt x="13864" y="346"/>
                    <a:pt x="13734" y="197"/>
                    <a:pt x="13556" y="173"/>
                  </a:cubicBezTo>
                  <a:cubicBezTo>
                    <a:pt x="12529" y="58"/>
                    <a:pt x="11497" y="0"/>
                    <a:pt x="10470" y="0"/>
                  </a:cubicBezTo>
                  <a:cubicBezTo>
                    <a:pt x="9174" y="0"/>
                    <a:pt x="8266" y="375"/>
                    <a:pt x="7844" y="596"/>
                  </a:cubicBezTo>
                  <a:cubicBezTo>
                    <a:pt x="7686" y="677"/>
                    <a:pt x="7522" y="735"/>
                    <a:pt x="7350" y="773"/>
                  </a:cubicBezTo>
                  <a:cubicBezTo>
                    <a:pt x="7213" y="805"/>
                    <a:pt x="7074" y="820"/>
                    <a:pt x="6934" y="820"/>
                  </a:cubicBezTo>
                  <a:cubicBezTo>
                    <a:pt x="6794" y="820"/>
                    <a:pt x="6654" y="805"/>
                    <a:pt x="6514" y="773"/>
                  </a:cubicBezTo>
                  <a:cubicBezTo>
                    <a:pt x="6346" y="735"/>
                    <a:pt x="6178" y="677"/>
                    <a:pt x="6025" y="596"/>
                  </a:cubicBezTo>
                  <a:cubicBezTo>
                    <a:pt x="5602" y="375"/>
                    <a:pt x="4695" y="0"/>
                    <a:pt x="3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3"/>
            <p:cNvSpPr/>
            <p:nvPr/>
          </p:nvSpPr>
          <p:spPr>
            <a:xfrm>
              <a:off x="5092490" y="2017000"/>
              <a:ext cx="136489" cy="91840"/>
            </a:xfrm>
            <a:custGeom>
              <a:rect b="b" l="l" r="r" t="t"/>
              <a:pathLst>
                <a:path extrusionOk="0" h="3505" w="5209">
                  <a:moveTo>
                    <a:pt x="2559" y="408"/>
                  </a:moveTo>
                  <a:cubicBezTo>
                    <a:pt x="3452" y="408"/>
                    <a:pt x="4248" y="456"/>
                    <a:pt x="4752" y="495"/>
                  </a:cubicBezTo>
                  <a:cubicBezTo>
                    <a:pt x="4709" y="701"/>
                    <a:pt x="4685" y="912"/>
                    <a:pt x="4690" y="1128"/>
                  </a:cubicBezTo>
                  <a:cubicBezTo>
                    <a:pt x="4690" y="2093"/>
                    <a:pt x="4498" y="2516"/>
                    <a:pt x="4335" y="2703"/>
                  </a:cubicBezTo>
                  <a:cubicBezTo>
                    <a:pt x="4181" y="2876"/>
                    <a:pt x="3936" y="2967"/>
                    <a:pt x="3754" y="3010"/>
                  </a:cubicBezTo>
                  <a:cubicBezTo>
                    <a:pt x="3456" y="3082"/>
                    <a:pt x="3111" y="3092"/>
                    <a:pt x="2760" y="3096"/>
                  </a:cubicBezTo>
                  <a:lnTo>
                    <a:pt x="2640" y="3096"/>
                  </a:lnTo>
                  <a:cubicBezTo>
                    <a:pt x="2242" y="3096"/>
                    <a:pt x="1925" y="3072"/>
                    <a:pt x="1695" y="2957"/>
                  </a:cubicBezTo>
                  <a:cubicBezTo>
                    <a:pt x="1426" y="2828"/>
                    <a:pt x="1186" y="2540"/>
                    <a:pt x="917" y="2031"/>
                  </a:cubicBezTo>
                  <a:cubicBezTo>
                    <a:pt x="802" y="1815"/>
                    <a:pt x="711" y="1584"/>
                    <a:pt x="639" y="1344"/>
                  </a:cubicBezTo>
                  <a:cubicBezTo>
                    <a:pt x="595" y="1181"/>
                    <a:pt x="523" y="1028"/>
                    <a:pt x="427" y="884"/>
                  </a:cubicBezTo>
                  <a:lnTo>
                    <a:pt x="423" y="884"/>
                  </a:lnTo>
                  <a:lnTo>
                    <a:pt x="432" y="879"/>
                  </a:lnTo>
                  <a:cubicBezTo>
                    <a:pt x="768" y="701"/>
                    <a:pt x="1493" y="408"/>
                    <a:pt x="2559" y="408"/>
                  </a:cubicBezTo>
                  <a:close/>
                  <a:moveTo>
                    <a:pt x="2559" y="0"/>
                  </a:moveTo>
                  <a:cubicBezTo>
                    <a:pt x="1412" y="0"/>
                    <a:pt x="619" y="327"/>
                    <a:pt x="250" y="519"/>
                  </a:cubicBezTo>
                  <a:lnTo>
                    <a:pt x="235" y="524"/>
                  </a:lnTo>
                  <a:cubicBezTo>
                    <a:pt x="130" y="572"/>
                    <a:pt x="58" y="668"/>
                    <a:pt x="29" y="783"/>
                  </a:cubicBezTo>
                  <a:cubicBezTo>
                    <a:pt x="0" y="893"/>
                    <a:pt x="19" y="1018"/>
                    <a:pt x="87" y="1114"/>
                  </a:cubicBezTo>
                  <a:cubicBezTo>
                    <a:pt x="159" y="1220"/>
                    <a:pt x="211" y="1335"/>
                    <a:pt x="250" y="1460"/>
                  </a:cubicBezTo>
                  <a:cubicBezTo>
                    <a:pt x="322" y="1724"/>
                    <a:pt x="427" y="1978"/>
                    <a:pt x="557" y="2223"/>
                  </a:cubicBezTo>
                  <a:cubicBezTo>
                    <a:pt x="864" y="2813"/>
                    <a:pt x="1162" y="3154"/>
                    <a:pt x="1517" y="3322"/>
                  </a:cubicBezTo>
                  <a:cubicBezTo>
                    <a:pt x="1820" y="3471"/>
                    <a:pt x="2184" y="3504"/>
                    <a:pt x="2636" y="3504"/>
                  </a:cubicBezTo>
                  <a:lnTo>
                    <a:pt x="2760" y="3504"/>
                  </a:lnTo>
                  <a:cubicBezTo>
                    <a:pt x="3140" y="3500"/>
                    <a:pt x="3509" y="3490"/>
                    <a:pt x="3850" y="3408"/>
                  </a:cubicBezTo>
                  <a:cubicBezTo>
                    <a:pt x="4090" y="3346"/>
                    <a:pt x="4416" y="3226"/>
                    <a:pt x="4642" y="2972"/>
                  </a:cubicBezTo>
                  <a:cubicBezTo>
                    <a:pt x="4949" y="2621"/>
                    <a:pt x="5098" y="2021"/>
                    <a:pt x="5098" y="1128"/>
                  </a:cubicBezTo>
                  <a:cubicBezTo>
                    <a:pt x="5093" y="946"/>
                    <a:pt x="5113" y="764"/>
                    <a:pt x="5151" y="591"/>
                  </a:cubicBezTo>
                  <a:cubicBezTo>
                    <a:pt x="5209" y="351"/>
                    <a:pt x="5036" y="116"/>
                    <a:pt x="4791" y="96"/>
                  </a:cubicBezTo>
                  <a:cubicBezTo>
                    <a:pt x="4277" y="53"/>
                    <a:pt x="3471" y="0"/>
                    <a:pt x="2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3"/>
            <p:cNvSpPr/>
            <p:nvPr/>
          </p:nvSpPr>
          <p:spPr>
            <a:xfrm>
              <a:off x="4904959" y="2017000"/>
              <a:ext cx="136489" cy="91840"/>
            </a:xfrm>
            <a:custGeom>
              <a:rect b="b" l="l" r="r" t="t"/>
              <a:pathLst>
                <a:path extrusionOk="0" h="3505" w="5209">
                  <a:moveTo>
                    <a:pt x="2645" y="408"/>
                  </a:moveTo>
                  <a:cubicBezTo>
                    <a:pt x="3711" y="408"/>
                    <a:pt x="4435" y="701"/>
                    <a:pt x="4772" y="879"/>
                  </a:cubicBezTo>
                  <a:lnTo>
                    <a:pt x="4781" y="884"/>
                  </a:lnTo>
                  <a:cubicBezTo>
                    <a:pt x="4781" y="884"/>
                    <a:pt x="4781" y="884"/>
                    <a:pt x="4781" y="888"/>
                  </a:cubicBezTo>
                  <a:cubicBezTo>
                    <a:pt x="4685" y="1028"/>
                    <a:pt x="4613" y="1181"/>
                    <a:pt x="4565" y="1344"/>
                  </a:cubicBezTo>
                  <a:cubicBezTo>
                    <a:pt x="4498" y="1580"/>
                    <a:pt x="4407" y="1815"/>
                    <a:pt x="4287" y="2031"/>
                  </a:cubicBezTo>
                  <a:cubicBezTo>
                    <a:pt x="4023" y="2544"/>
                    <a:pt x="3783" y="2828"/>
                    <a:pt x="3514" y="2957"/>
                  </a:cubicBezTo>
                  <a:cubicBezTo>
                    <a:pt x="3279" y="3072"/>
                    <a:pt x="2967" y="3096"/>
                    <a:pt x="2568" y="3096"/>
                  </a:cubicBezTo>
                  <a:lnTo>
                    <a:pt x="2448" y="3096"/>
                  </a:lnTo>
                  <a:cubicBezTo>
                    <a:pt x="2093" y="3092"/>
                    <a:pt x="1752" y="3082"/>
                    <a:pt x="1450" y="3010"/>
                  </a:cubicBezTo>
                  <a:cubicBezTo>
                    <a:pt x="1267" y="2967"/>
                    <a:pt x="1023" y="2876"/>
                    <a:pt x="869" y="2703"/>
                  </a:cubicBezTo>
                  <a:cubicBezTo>
                    <a:pt x="706" y="2516"/>
                    <a:pt x="514" y="2093"/>
                    <a:pt x="514" y="1128"/>
                  </a:cubicBezTo>
                  <a:cubicBezTo>
                    <a:pt x="518" y="912"/>
                    <a:pt x="494" y="701"/>
                    <a:pt x="446" y="500"/>
                  </a:cubicBezTo>
                  <a:cubicBezTo>
                    <a:pt x="955" y="456"/>
                    <a:pt x="1747" y="408"/>
                    <a:pt x="2645" y="408"/>
                  </a:cubicBezTo>
                  <a:close/>
                  <a:moveTo>
                    <a:pt x="2645" y="0"/>
                  </a:moveTo>
                  <a:cubicBezTo>
                    <a:pt x="1738" y="0"/>
                    <a:pt x="931" y="53"/>
                    <a:pt x="413" y="92"/>
                  </a:cubicBezTo>
                  <a:cubicBezTo>
                    <a:pt x="168" y="116"/>
                    <a:pt x="0" y="346"/>
                    <a:pt x="53" y="586"/>
                  </a:cubicBezTo>
                  <a:cubicBezTo>
                    <a:pt x="91" y="764"/>
                    <a:pt x="110" y="946"/>
                    <a:pt x="110" y="1128"/>
                  </a:cubicBezTo>
                  <a:cubicBezTo>
                    <a:pt x="110" y="2016"/>
                    <a:pt x="259" y="2621"/>
                    <a:pt x="566" y="2972"/>
                  </a:cubicBezTo>
                  <a:cubicBezTo>
                    <a:pt x="787" y="3226"/>
                    <a:pt x="1119" y="3346"/>
                    <a:pt x="1354" y="3404"/>
                  </a:cubicBezTo>
                  <a:cubicBezTo>
                    <a:pt x="1699" y="3490"/>
                    <a:pt x="2069" y="3500"/>
                    <a:pt x="2443" y="3504"/>
                  </a:cubicBezTo>
                  <a:lnTo>
                    <a:pt x="2568" y="3504"/>
                  </a:lnTo>
                  <a:cubicBezTo>
                    <a:pt x="3024" y="3504"/>
                    <a:pt x="3389" y="3471"/>
                    <a:pt x="3691" y="3322"/>
                  </a:cubicBezTo>
                  <a:cubicBezTo>
                    <a:pt x="4042" y="3149"/>
                    <a:pt x="4339" y="2813"/>
                    <a:pt x="4652" y="2218"/>
                  </a:cubicBezTo>
                  <a:cubicBezTo>
                    <a:pt x="4781" y="1978"/>
                    <a:pt x="4882" y="1719"/>
                    <a:pt x="4959" y="1455"/>
                  </a:cubicBezTo>
                  <a:cubicBezTo>
                    <a:pt x="4992" y="1330"/>
                    <a:pt x="5050" y="1215"/>
                    <a:pt x="5117" y="1109"/>
                  </a:cubicBezTo>
                  <a:cubicBezTo>
                    <a:pt x="5184" y="1013"/>
                    <a:pt x="5208" y="893"/>
                    <a:pt x="5180" y="778"/>
                  </a:cubicBezTo>
                  <a:cubicBezTo>
                    <a:pt x="5151" y="668"/>
                    <a:pt x="5074" y="572"/>
                    <a:pt x="4968" y="524"/>
                  </a:cubicBezTo>
                  <a:lnTo>
                    <a:pt x="4959" y="519"/>
                  </a:lnTo>
                  <a:cubicBezTo>
                    <a:pt x="4589" y="327"/>
                    <a:pt x="3797" y="0"/>
                    <a:pt x="2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3"/>
            <p:cNvSpPr/>
            <p:nvPr/>
          </p:nvSpPr>
          <p:spPr>
            <a:xfrm>
              <a:off x="4946961" y="2135985"/>
              <a:ext cx="239622" cy="68205"/>
            </a:xfrm>
            <a:custGeom>
              <a:rect b="b" l="l" r="r" t="t"/>
              <a:pathLst>
                <a:path extrusionOk="0" h="2603" w="9145">
                  <a:moveTo>
                    <a:pt x="5741" y="408"/>
                  </a:moveTo>
                  <a:cubicBezTo>
                    <a:pt x="6236" y="408"/>
                    <a:pt x="6639" y="759"/>
                    <a:pt x="7023" y="1100"/>
                  </a:cubicBezTo>
                  <a:cubicBezTo>
                    <a:pt x="7412" y="1440"/>
                    <a:pt x="7762" y="1748"/>
                    <a:pt x="8209" y="1748"/>
                  </a:cubicBezTo>
                  <a:cubicBezTo>
                    <a:pt x="8329" y="1748"/>
                    <a:pt x="8444" y="1728"/>
                    <a:pt x="8554" y="1690"/>
                  </a:cubicBezTo>
                  <a:lnTo>
                    <a:pt x="8554" y="1690"/>
                  </a:lnTo>
                  <a:cubicBezTo>
                    <a:pt x="8406" y="1872"/>
                    <a:pt x="8209" y="2012"/>
                    <a:pt x="7983" y="2088"/>
                  </a:cubicBezTo>
                  <a:cubicBezTo>
                    <a:pt x="7848" y="2140"/>
                    <a:pt x="7645" y="2193"/>
                    <a:pt x="7388" y="2193"/>
                  </a:cubicBezTo>
                  <a:cubicBezTo>
                    <a:pt x="7115" y="2193"/>
                    <a:pt x="6782" y="2133"/>
                    <a:pt x="6409" y="1944"/>
                  </a:cubicBezTo>
                  <a:cubicBezTo>
                    <a:pt x="6087" y="1781"/>
                    <a:pt x="5308" y="1417"/>
                    <a:pt x="4725" y="1417"/>
                  </a:cubicBezTo>
                  <a:cubicBezTo>
                    <a:pt x="4690" y="1417"/>
                    <a:pt x="4656" y="1419"/>
                    <a:pt x="4623" y="1421"/>
                  </a:cubicBezTo>
                  <a:cubicBezTo>
                    <a:pt x="4609" y="1424"/>
                    <a:pt x="4593" y="1425"/>
                    <a:pt x="4577" y="1425"/>
                  </a:cubicBezTo>
                  <a:cubicBezTo>
                    <a:pt x="4562" y="1425"/>
                    <a:pt x="4546" y="1424"/>
                    <a:pt x="4532" y="1421"/>
                  </a:cubicBezTo>
                  <a:cubicBezTo>
                    <a:pt x="4499" y="1419"/>
                    <a:pt x="4465" y="1417"/>
                    <a:pt x="4430" y="1417"/>
                  </a:cubicBezTo>
                  <a:cubicBezTo>
                    <a:pt x="3847" y="1417"/>
                    <a:pt x="3068" y="1781"/>
                    <a:pt x="2746" y="1944"/>
                  </a:cubicBezTo>
                  <a:cubicBezTo>
                    <a:pt x="2372" y="2133"/>
                    <a:pt x="2038" y="2193"/>
                    <a:pt x="1764" y="2193"/>
                  </a:cubicBezTo>
                  <a:cubicBezTo>
                    <a:pt x="1506" y="2193"/>
                    <a:pt x="1302" y="2140"/>
                    <a:pt x="1167" y="2088"/>
                  </a:cubicBezTo>
                  <a:cubicBezTo>
                    <a:pt x="946" y="2012"/>
                    <a:pt x="749" y="1872"/>
                    <a:pt x="600" y="1690"/>
                  </a:cubicBezTo>
                  <a:lnTo>
                    <a:pt x="600" y="1690"/>
                  </a:lnTo>
                  <a:cubicBezTo>
                    <a:pt x="711" y="1728"/>
                    <a:pt x="826" y="1748"/>
                    <a:pt x="946" y="1748"/>
                  </a:cubicBezTo>
                  <a:cubicBezTo>
                    <a:pt x="1392" y="1748"/>
                    <a:pt x="1752" y="1431"/>
                    <a:pt x="2132" y="1100"/>
                  </a:cubicBezTo>
                  <a:cubicBezTo>
                    <a:pt x="2511" y="768"/>
                    <a:pt x="2914" y="408"/>
                    <a:pt x="3413" y="408"/>
                  </a:cubicBezTo>
                  <a:cubicBezTo>
                    <a:pt x="3649" y="408"/>
                    <a:pt x="4215" y="466"/>
                    <a:pt x="4364" y="970"/>
                  </a:cubicBezTo>
                  <a:cubicBezTo>
                    <a:pt x="4395" y="1076"/>
                    <a:pt x="4486" y="1128"/>
                    <a:pt x="4577" y="1128"/>
                  </a:cubicBezTo>
                  <a:cubicBezTo>
                    <a:pt x="4669" y="1128"/>
                    <a:pt x="4760" y="1076"/>
                    <a:pt x="4791" y="970"/>
                  </a:cubicBezTo>
                  <a:cubicBezTo>
                    <a:pt x="4940" y="461"/>
                    <a:pt x="5506" y="408"/>
                    <a:pt x="5741" y="408"/>
                  </a:cubicBezTo>
                  <a:close/>
                  <a:moveTo>
                    <a:pt x="5741" y="0"/>
                  </a:moveTo>
                  <a:cubicBezTo>
                    <a:pt x="5093" y="0"/>
                    <a:pt x="4757" y="264"/>
                    <a:pt x="4580" y="504"/>
                  </a:cubicBezTo>
                  <a:cubicBezTo>
                    <a:pt x="4532" y="442"/>
                    <a:pt x="4474" y="384"/>
                    <a:pt x="4417" y="332"/>
                  </a:cubicBezTo>
                  <a:cubicBezTo>
                    <a:pt x="4172" y="111"/>
                    <a:pt x="3831" y="5"/>
                    <a:pt x="3413" y="5"/>
                  </a:cubicBezTo>
                  <a:cubicBezTo>
                    <a:pt x="2760" y="5"/>
                    <a:pt x="2285" y="423"/>
                    <a:pt x="1863" y="792"/>
                  </a:cubicBezTo>
                  <a:cubicBezTo>
                    <a:pt x="1541" y="1076"/>
                    <a:pt x="1239" y="1340"/>
                    <a:pt x="946" y="1340"/>
                  </a:cubicBezTo>
                  <a:cubicBezTo>
                    <a:pt x="797" y="1340"/>
                    <a:pt x="701" y="1311"/>
                    <a:pt x="663" y="1258"/>
                  </a:cubicBezTo>
                  <a:cubicBezTo>
                    <a:pt x="624" y="1210"/>
                    <a:pt x="629" y="1090"/>
                    <a:pt x="677" y="960"/>
                  </a:cubicBezTo>
                  <a:cubicBezTo>
                    <a:pt x="738" y="796"/>
                    <a:pt x="603" y="662"/>
                    <a:pt x="464" y="662"/>
                  </a:cubicBezTo>
                  <a:cubicBezTo>
                    <a:pt x="405" y="662"/>
                    <a:pt x="344" y="687"/>
                    <a:pt x="298" y="744"/>
                  </a:cubicBezTo>
                  <a:cubicBezTo>
                    <a:pt x="63" y="1037"/>
                    <a:pt x="0" y="1378"/>
                    <a:pt x="125" y="1680"/>
                  </a:cubicBezTo>
                  <a:cubicBezTo>
                    <a:pt x="260" y="2016"/>
                    <a:pt x="596" y="2309"/>
                    <a:pt x="1023" y="2472"/>
                  </a:cubicBezTo>
                  <a:cubicBezTo>
                    <a:pt x="1257" y="2558"/>
                    <a:pt x="1506" y="2601"/>
                    <a:pt x="1760" y="2601"/>
                  </a:cubicBezTo>
                  <a:cubicBezTo>
                    <a:pt x="2145" y="2601"/>
                    <a:pt x="2544" y="2503"/>
                    <a:pt x="2928" y="2309"/>
                  </a:cubicBezTo>
                  <a:cubicBezTo>
                    <a:pt x="3751" y="1888"/>
                    <a:pt x="4224" y="1826"/>
                    <a:pt x="4420" y="1826"/>
                  </a:cubicBezTo>
                  <a:cubicBezTo>
                    <a:pt x="4452" y="1826"/>
                    <a:pt x="4476" y="1827"/>
                    <a:pt x="4493" y="1829"/>
                  </a:cubicBezTo>
                  <a:lnTo>
                    <a:pt x="4652" y="1829"/>
                  </a:lnTo>
                  <a:cubicBezTo>
                    <a:pt x="4670" y="1827"/>
                    <a:pt x="4695" y="1826"/>
                    <a:pt x="4727" y="1826"/>
                  </a:cubicBezTo>
                  <a:cubicBezTo>
                    <a:pt x="4926" y="1826"/>
                    <a:pt x="5399" y="1888"/>
                    <a:pt x="6221" y="2309"/>
                  </a:cubicBezTo>
                  <a:cubicBezTo>
                    <a:pt x="6581" y="2496"/>
                    <a:pt x="6980" y="2597"/>
                    <a:pt x="7388" y="2602"/>
                  </a:cubicBezTo>
                  <a:cubicBezTo>
                    <a:pt x="7638" y="2602"/>
                    <a:pt x="7887" y="2559"/>
                    <a:pt x="8122" y="2472"/>
                  </a:cubicBezTo>
                  <a:cubicBezTo>
                    <a:pt x="8550" y="2309"/>
                    <a:pt x="8890" y="2016"/>
                    <a:pt x="9025" y="1680"/>
                  </a:cubicBezTo>
                  <a:cubicBezTo>
                    <a:pt x="9145" y="1378"/>
                    <a:pt x="9082" y="1037"/>
                    <a:pt x="8852" y="744"/>
                  </a:cubicBezTo>
                  <a:lnTo>
                    <a:pt x="8857" y="744"/>
                  </a:lnTo>
                  <a:cubicBezTo>
                    <a:pt x="8809" y="687"/>
                    <a:pt x="8748" y="662"/>
                    <a:pt x="8688" y="662"/>
                  </a:cubicBezTo>
                  <a:cubicBezTo>
                    <a:pt x="8549" y="662"/>
                    <a:pt x="8417" y="796"/>
                    <a:pt x="8478" y="960"/>
                  </a:cubicBezTo>
                  <a:cubicBezTo>
                    <a:pt x="8521" y="1090"/>
                    <a:pt x="8526" y="1205"/>
                    <a:pt x="8492" y="1258"/>
                  </a:cubicBezTo>
                  <a:cubicBezTo>
                    <a:pt x="8454" y="1311"/>
                    <a:pt x="8353" y="1340"/>
                    <a:pt x="8209" y="1340"/>
                  </a:cubicBezTo>
                  <a:cubicBezTo>
                    <a:pt x="7916" y="1340"/>
                    <a:pt x="7609" y="1076"/>
                    <a:pt x="7292" y="792"/>
                  </a:cubicBezTo>
                  <a:cubicBezTo>
                    <a:pt x="6870" y="423"/>
                    <a:pt x="6389" y="0"/>
                    <a:pt x="57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3"/>
            <p:cNvSpPr/>
            <p:nvPr/>
          </p:nvSpPr>
          <p:spPr>
            <a:xfrm>
              <a:off x="5152677" y="2206051"/>
              <a:ext cx="28141" cy="128314"/>
            </a:xfrm>
            <a:custGeom>
              <a:rect b="b" l="l" r="r" t="t"/>
              <a:pathLst>
                <a:path extrusionOk="0" h="4897" w="1074">
                  <a:moveTo>
                    <a:pt x="670" y="2799"/>
                  </a:moveTo>
                  <a:lnTo>
                    <a:pt x="670" y="4363"/>
                  </a:lnTo>
                  <a:cubicBezTo>
                    <a:pt x="670" y="4447"/>
                    <a:pt x="606" y="4489"/>
                    <a:pt x="543" y="4489"/>
                  </a:cubicBezTo>
                  <a:cubicBezTo>
                    <a:pt x="479" y="4489"/>
                    <a:pt x="415" y="4447"/>
                    <a:pt x="415" y="4363"/>
                  </a:cubicBezTo>
                  <a:lnTo>
                    <a:pt x="415" y="2799"/>
                  </a:lnTo>
                  <a:close/>
                  <a:moveTo>
                    <a:pt x="871" y="0"/>
                  </a:moveTo>
                  <a:cubicBezTo>
                    <a:pt x="756" y="0"/>
                    <a:pt x="670" y="86"/>
                    <a:pt x="670" y="202"/>
                  </a:cubicBezTo>
                  <a:lnTo>
                    <a:pt x="670" y="2391"/>
                  </a:lnTo>
                  <a:lnTo>
                    <a:pt x="415" y="2391"/>
                  </a:lnTo>
                  <a:lnTo>
                    <a:pt x="415" y="538"/>
                  </a:lnTo>
                  <a:cubicBezTo>
                    <a:pt x="423" y="396"/>
                    <a:pt x="317" y="325"/>
                    <a:pt x="211" y="325"/>
                  </a:cubicBezTo>
                  <a:cubicBezTo>
                    <a:pt x="106" y="325"/>
                    <a:pt x="0" y="396"/>
                    <a:pt x="7" y="538"/>
                  </a:cubicBezTo>
                  <a:lnTo>
                    <a:pt x="7" y="4363"/>
                  </a:lnTo>
                  <a:cubicBezTo>
                    <a:pt x="7" y="4661"/>
                    <a:pt x="247" y="4896"/>
                    <a:pt x="540" y="4896"/>
                  </a:cubicBezTo>
                  <a:cubicBezTo>
                    <a:pt x="833" y="4896"/>
                    <a:pt x="1073" y="4661"/>
                    <a:pt x="1073" y="4363"/>
                  </a:cubicBezTo>
                  <a:lnTo>
                    <a:pt x="1073" y="202"/>
                  </a:lnTo>
                  <a:cubicBezTo>
                    <a:pt x="1073" y="91"/>
                    <a:pt x="982" y="0"/>
                    <a:pt x="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3"/>
            <p:cNvSpPr/>
            <p:nvPr/>
          </p:nvSpPr>
          <p:spPr>
            <a:xfrm>
              <a:off x="5217004" y="2100140"/>
              <a:ext cx="27958" cy="234224"/>
            </a:xfrm>
            <a:custGeom>
              <a:rect b="b" l="l" r="r" t="t"/>
              <a:pathLst>
                <a:path extrusionOk="0" h="8939" w="1067">
                  <a:moveTo>
                    <a:pt x="658" y="6841"/>
                  </a:moveTo>
                  <a:lnTo>
                    <a:pt x="658" y="8405"/>
                  </a:lnTo>
                  <a:cubicBezTo>
                    <a:pt x="658" y="8489"/>
                    <a:pt x="596" y="8531"/>
                    <a:pt x="533" y="8531"/>
                  </a:cubicBezTo>
                  <a:cubicBezTo>
                    <a:pt x="471" y="8531"/>
                    <a:pt x="409" y="8489"/>
                    <a:pt x="409" y="8405"/>
                  </a:cubicBezTo>
                  <a:lnTo>
                    <a:pt x="409" y="6841"/>
                  </a:lnTo>
                  <a:close/>
                  <a:moveTo>
                    <a:pt x="865" y="0"/>
                  </a:moveTo>
                  <a:cubicBezTo>
                    <a:pt x="749" y="0"/>
                    <a:pt x="658" y="91"/>
                    <a:pt x="658" y="207"/>
                  </a:cubicBezTo>
                  <a:lnTo>
                    <a:pt x="658" y="6433"/>
                  </a:lnTo>
                  <a:lnTo>
                    <a:pt x="409" y="6433"/>
                  </a:lnTo>
                  <a:lnTo>
                    <a:pt x="409" y="879"/>
                  </a:lnTo>
                  <a:cubicBezTo>
                    <a:pt x="401" y="749"/>
                    <a:pt x="303" y="684"/>
                    <a:pt x="205" y="684"/>
                  </a:cubicBezTo>
                  <a:cubicBezTo>
                    <a:pt x="106" y="684"/>
                    <a:pt x="8" y="749"/>
                    <a:pt x="0" y="879"/>
                  </a:cubicBezTo>
                  <a:lnTo>
                    <a:pt x="0" y="8405"/>
                  </a:lnTo>
                  <a:cubicBezTo>
                    <a:pt x="0" y="8703"/>
                    <a:pt x="241" y="8938"/>
                    <a:pt x="533" y="8938"/>
                  </a:cubicBezTo>
                  <a:cubicBezTo>
                    <a:pt x="826" y="8938"/>
                    <a:pt x="1066" y="8703"/>
                    <a:pt x="1066" y="8405"/>
                  </a:cubicBezTo>
                  <a:lnTo>
                    <a:pt x="1066" y="207"/>
                  </a:lnTo>
                  <a:cubicBezTo>
                    <a:pt x="1066" y="91"/>
                    <a:pt x="975" y="0"/>
                    <a:pt x="8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3" name="Google Shape;15443;p83"/>
          <p:cNvGrpSpPr/>
          <p:nvPr/>
        </p:nvGrpSpPr>
        <p:grpSpPr>
          <a:xfrm>
            <a:off x="7062315" y="2901963"/>
            <a:ext cx="363507" cy="346423"/>
            <a:chOff x="7062315" y="2901963"/>
            <a:chExt cx="363507" cy="346423"/>
          </a:xfrm>
        </p:grpSpPr>
        <p:sp>
          <p:nvSpPr>
            <p:cNvPr id="15444" name="Google Shape;15444;p83"/>
            <p:cNvSpPr/>
            <p:nvPr/>
          </p:nvSpPr>
          <p:spPr>
            <a:xfrm>
              <a:off x="7067582" y="2907256"/>
              <a:ext cx="215751" cy="265274"/>
            </a:xfrm>
            <a:custGeom>
              <a:rect b="b" l="l" r="r" t="t"/>
              <a:pathLst>
                <a:path extrusionOk="0" h="10124" w="8234">
                  <a:moveTo>
                    <a:pt x="8228" y="0"/>
                  </a:moveTo>
                  <a:lnTo>
                    <a:pt x="1791" y="1426"/>
                  </a:lnTo>
                  <a:lnTo>
                    <a:pt x="1791" y="3692"/>
                  </a:lnTo>
                  <a:lnTo>
                    <a:pt x="1791" y="8540"/>
                  </a:lnTo>
                  <a:cubicBezTo>
                    <a:pt x="1575" y="8449"/>
                    <a:pt x="1340" y="8396"/>
                    <a:pt x="1105" y="8391"/>
                  </a:cubicBezTo>
                  <a:cubicBezTo>
                    <a:pt x="495" y="8391"/>
                    <a:pt x="1" y="8780"/>
                    <a:pt x="1" y="9260"/>
                  </a:cubicBezTo>
                  <a:cubicBezTo>
                    <a:pt x="1" y="9735"/>
                    <a:pt x="495" y="10124"/>
                    <a:pt x="1105" y="10124"/>
                  </a:cubicBezTo>
                  <a:cubicBezTo>
                    <a:pt x="2223" y="10124"/>
                    <a:pt x="2540" y="9279"/>
                    <a:pt x="2540" y="8948"/>
                  </a:cubicBezTo>
                  <a:lnTo>
                    <a:pt x="2540" y="3524"/>
                  </a:lnTo>
                  <a:lnTo>
                    <a:pt x="7484" y="2434"/>
                  </a:lnTo>
                  <a:lnTo>
                    <a:pt x="7484" y="7057"/>
                  </a:lnTo>
                  <a:cubicBezTo>
                    <a:pt x="7264" y="6965"/>
                    <a:pt x="7033" y="6917"/>
                    <a:pt x="6798" y="6913"/>
                  </a:cubicBezTo>
                  <a:cubicBezTo>
                    <a:pt x="6188" y="6913"/>
                    <a:pt x="5694" y="7297"/>
                    <a:pt x="5694" y="7777"/>
                  </a:cubicBezTo>
                  <a:cubicBezTo>
                    <a:pt x="5694" y="8257"/>
                    <a:pt x="6188" y="8646"/>
                    <a:pt x="6798" y="8646"/>
                  </a:cubicBezTo>
                  <a:cubicBezTo>
                    <a:pt x="7777" y="8646"/>
                    <a:pt x="8233" y="7911"/>
                    <a:pt x="8233" y="7436"/>
                  </a:cubicBezTo>
                  <a:cubicBezTo>
                    <a:pt x="8228" y="7138"/>
                    <a:pt x="8228" y="2266"/>
                    <a:pt x="8228" y="2266"/>
                  </a:cubicBezTo>
                  <a:lnTo>
                    <a:pt x="822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3"/>
            <p:cNvSpPr/>
            <p:nvPr/>
          </p:nvSpPr>
          <p:spPr>
            <a:xfrm>
              <a:off x="7091741" y="2999567"/>
              <a:ext cx="42422" cy="172963"/>
            </a:xfrm>
            <a:custGeom>
              <a:rect b="b" l="l" r="r" t="t"/>
              <a:pathLst>
                <a:path extrusionOk="0" h="6601" w="1619">
                  <a:moveTo>
                    <a:pt x="1618" y="1"/>
                  </a:moveTo>
                  <a:lnTo>
                    <a:pt x="1210" y="92"/>
                  </a:lnTo>
                  <a:lnTo>
                    <a:pt x="1210" y="5425"/>
                  </a:lnTo>
                  <a:cubicBezTo>
                    <a:pt x="1210" y="5732"/>
                    <a:pt x="936" y="6486"/>
                    <a:pt x="0" y="6587"/>
                  </a:cubicBezTo>
                  <a:cubicBezTo>
                    <a:pt x="58" y="6596"/>
                    <a:pt x="120" y="6601"/>
                    <a:pt x="183" y="6601"/>
                  </a:cubicBezTo>
                  <a:cubicBezTo>
                    <a:pt x="1301" y="6601"/>
                    <a:pt x="1618" y="5756"/>
                    <a:pt x="1618" y="5425"/>
                  </a:cubicBezTo>
                  <a:lnTo>
                    <a:pt x="161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3"/>
            <p:cNvSpPr/>
            <p:nvPr/>
          </p:nvSpPr>
          <p:spPr>
            <a:xfrm>
              <a:off x="7240650" y="2907256"/>
              <a:ext cx="42553" cy="226416"/>
            </a:xfrm>
            <a:custGeom>
              <a:rect b="b" l="l" r="r" t="t"/>
              <a:pathLst>
                <a:path extrusionOk="0" h="8641" w="1624">
                  <a:moveTo>
                    <a:pt x="1623" y="0"/>
                  </a:moveTo>
                  <a:lnTo>
                    <a:pt x="1220" y="92"/>
                  </a:lnTo>
                  <a:lnTo>
                    <a:pt x="1220" y="2266"/>
                  </a:lnTo>
                  <a:lnTo>
                    <a:pt x="1220" y="7431"/>
                  </a:lnTo>
                  <a:cubicBezTo>
                    <a:pt x="1220" y="7873"/>
                    <a:pt x="831" y="8530"/>
                    <a:pt x="1" y="8626"/>
                  </a:cubicBezTo>
                  <a:cubicBezTo>
                    <a:pt x="63" y="8636"/>
                    <a:pt x="126" y="8641"/>
                    <a:pt x="193" y="8641"/>
                  </a:cubicBezTo>
                  <a:cubicBezTo>
                    <a:pt x="1172" y="8641"/>
                    <a:pt x="1623" y="7911"/>
                    <a:pt x="1623" y="7431"/>
                  </a:cubicBezTo>
                  <a:lnTo>
                    <a:pt x="1623" y="2266"/>
                  </a:lnTo>
                  <a:lnTo>
                    <a:pt x="16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3"/>
            <p:cNvSpPr/>
            <p:nvPr/>
          </p:nvSpPr>
          <p:spPr>
            <a:xfrm>
              <a:off x="7269708" y="2965268"/>
              <a:ext cx="150717" cy="277720"/>
            </a:xfrm>
            <a:custGeom>
              <a:rect b="b" l="l" r="r" t="t"/>
              <a:pathLst>
                <a:path extrusionOk="0" h="10599" w="5752">
                  <a:moveTo>
                    <a:pt x="2221" y="1"/>
                  </a:moveTo>
                  <a:cubicBezTo>
                    <a:pt x="2192" y="1"/>
                    <a:pt x="2164" y="22"/>
                    <a:pt x="2161" y="57"/>
                  </a:cubicBezTo>
                  <a:lnTo>
                    <a:pt x="2161" y="8832"/>
                  </a:lnTo>
                  <a:cubicBezTo>
                    <a:pt x="1882" y="8697"/>
                    <a:pt x="1575" y="8620"/>
                    <a:pt x="1263" y="8611"/>
                  </a:cubicBezTo>
                  <a:cubicBezTo>
                    <a:pt x="567" y="8611"/>
                    <a:pt x="1" y="9057"/>
                    <a:pt x="1" y="9604"/>
                  </a:cubicBezTo>
                  <a:cubicBezTo>
                    <a:pt x="1" y="10156"/>
                    <a:pt x="567" y="10598"/>
                    <a:pt x="1263" y="10598"/>
                  </a:cubicBezTo>
                  <a:cubicBezTo>
                    <a:pt x="2315" y="10598"/>
                    <a:pt x="2910" y="9600"/>
                    <a:pt x="2910" y="9048"/>
                  </a:cubicBezTo>
                  <a:lnTo>
                    <a:pt x="2910" y="3503"/>
                  </a:lnTo>
                  <a:cubicBezTo>
                    <a:pt x="4561" y="4118"/>
                    <a:pt x="5444" y="5395"/>
                    <a:pt x="5684" y="5779"/>
                  </a:cubicBezTo>
                  <a:cubicBezTo>
                    <a:pt x="5692" y="5792"/>
                    <a:pt x="5703" y="5798"/>
                    <a:pt x="5715" y="5798"/>
                  </a:cubicBezTo>
                  <a:cubicBezTo>
                    <a:pt x="5733" y="5798"/>
                    <a:pt x="5751" y="5783"/>
                    <a:pt x="5751" y="5759"/>
                  </a:cubicBezTo>
                  <a:cubicBezTo>
                    <a:pt x="5751" y="5207"/>
                    <a:pt x="5689" y="3124"/>
                    <a:pt x="4619" y="2678"/>
                  </a:cubicBezTo>
                  <a:cubicBezTo>
                    <a:pt x="3975" y="2414"/>
                    <a:pt x="3337" y="1650"/>
                    <a:pt x="2871" y="983"/>
                  </a:cubicBezTo>
                  <a:cubicBezTo>
                    <a:pt x="2857" y="950"/>
                    <a:pt x="2833" y="921"/>
                    <a:pt x="2809" y="897"/>
                  </a:cubicBezTo>
                  <a:cubicBezTo>
                    <a:pt x="2569" y="542"/>
                    <a:pt x="2382" y="225"/>
                    <a:pt x="2271" y="28"/>
                  </a:cubicBezTo>
                  <a:cubicBezTo>
                    <a:pt x="2258" y="9"/>
                    <a:pt x="2239" y="1"/>
                    <a:pt x="22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3"/>
            <p:cNvSpPr/>
            <p:nvPr/>
          </p:nvSpPr>
          <p:spPr>
            <a:xfrm>
              <a:off x="7270966" y="3029517"/>
              <a:ext cx="149616" cy="213341"/>
            </a:xfrm>
            <a:custGeom>
              <a:rect b="b" l="l" r="r" t="t"/>
              <a:pathLst>
                <a:path extrusionOk="0" h="8142" w="5710">
                  <a:moveTo>
                    <a:pt x="2463" y="0"/>
                  </a:moveTo>
                  <a:lnTo>
                    <a:pt x="2463" y="6120"/>
                  </a:lnTo>
                  <a:cubicBezTo>
                    <a:pt x="2463" y="6672"/>
                    <a:pt x="1868" y="7676"/>
                    <a:pt x="822" y="7676"/>
                  </a:cubicBezTo>
                  <a:cubicBezTo>
                    <a:pt x="529" y="7676"/>
                    <a:pt x="246" y="7594"/>
                    <a:pt x="1" y="7440"/>
                  </a:cubicBezTo>
                  <a:lnTo>
                    <a:pt x="1" y="7440"/>
                  </a:lnTo>
                  <a:cubicBezTo>
                    <a:pt x="6" y="7450"/>
                    <a:pt x="10" y="7464"/>
                    <a:pt x="15" y="7474"/>
                  </a:cubicBezTo>
                  <a:lnTo>
                    <a:pt x="15" y="7479"/>
                  </a:lnTo>
                  <a:cubicBezTo>
                    <a:pt x="25" y="7488"/>
                    <a:pt x="30" y="7503"/>
                    <a:pt x="34" y="7512"/>
                  </a:cubicBezTo>
                  <a:cubicBezTo>
                    <a:pt x="58" y="7565"/>
                    <a:pt x="87" y="7613"/>
                    <a:pt x="121" y="7656"/>
                  </a:cubicBezTo>
                  <a:lnTo>
                    <a:pt x="145" y="7690"/>
                  </a:lnTo>
                  <a:lnTo>
                    <a:pt x="150" y="7695"/>
                  </a:lnTo>
                  <a:lnTo>
                    <a:pt x="174" y="7724"/>
                  </a:lnTo>
                  <a:cubicBezTo>
                    <a:pt x="202" y="7757"/>
                    <a:pt x="231" y="7786"/>
                    <a:pt x="260" y="7815"/>
                  </a:cubicBezTo>
                  <a:lnTo>
                    <a:pt x="265" y="7815"/>
                  </a:lnTo>
                  <a:lnTo>
                    <a:pt x="294" y="7839"/>
                  </a:lnTo>
                  <a:lnTo>
                    <a:pt x="303" y="7848"/>
                  </a:lnTo>
                  <a:lnTo>
                    <a:pt x="332" y="7868"/>
                  </a:lnTo>
                  <a:lnTo>
                    <a:pt x="342" y="7877"/>
                  </a:lnTo>
                  <a:lnTo>
                    <a:pt x="370" y="7896"/>
                  </a:lnTo>
                  <a:lnTo>
                    <a:pt x="380" y="7906"/>
                  </a:lnTo>
                  <a:cubicBezTo>
                    <a:pt x="399" y="7916"/>
                    <a:pt x="418" y="7930"/>
                    <a:pt x="438" y="7944"/>
                  </a:cubicBezTo>
                  <a:lnTo>
                    <a:pt x="447" y="7949"/>
                  </a:lnTo>
                  <a:lnTo>
                    <a:pt x="476" y="7964"/>
                  </a:lnTo>
                  <a:lnTo>
                    <a:pt x="495" y="7978"/>
                  </a:lnTo>
                  <a:lnTo>
                    <a:pt x="519" y="7988"/>
                  </a:lnTo>
                  <a:lnTo>
                    <a:pt x="543" y="8002"/>
                  </a:lnTo>
                  <a:lnTo>
                    <a:pt x="567" y="8012"/>
                  </a:lnTo>
                  <a:lnTo>
                    <a:pt x="591" y="8021"/>
                  </a:lnTo>
                  <a:lnTo>
                    <a:pt x="615" y="8031"/>
                  </a:lnTo>
                  <a:lnTo>
                    <a:pt x="658" y="8050"/>
                  </a:lnTo>
                  <a:lnTo>
                    <a:pt x="682" y="8060"/>
                  </a:lnTo>
                  <a:lnTo>
                    <a:pt x="711" y="8069"/>
                  </a:lnTo>
                  <a:lnTo>
                    <a:pt x="735" y="8079"/>
                  </a:lnTo>
                  <a:lnTo>
                    <a:pt x="769" y="8088"/>
                  </a:lnTo>
                  <a:lnTo>
                    <a:pt x="788" y="8093"/>
                  </a:lnTo>
                  <a:lnTo>
                    <a:pt x="822" y="8103"/>
                  </a:lnTo>
                  <a:lnTo>
                    <a:pt x="846" y="8108"/>
                  </a:lnTo>
                  <a:lnTo>
                    <a:pt x="884" y="8117"/>
                  </a:lnTo>
                  <a:lnTo>
                    <a:pt x="898" y="8122"/>
                  </a:lnTo>
                  <a:lnTo>
                    <a:pt x="956" y="8132"/>
                  </a:lnTo>
                  <a:lnTo>
                    <a:pt x="970" y="8132"/>
                  </a:lnTo>
                  <a:lnTo>
                    <a:pt x="1014" y="8137"/>
                  </a:lnTo>
                  <a:lnTo>
                    <a:pt x="1033" y="8137"/>
                  </a:lnTo>
                  <a:lnTo>
                    <a:pt x="1071" y="8141"/>
                  </a:lnTo>
                  <a:lnTo>
                    <a:pt x="1215" y="8141"/>
                  </a:lnTo>
                  <a:cubicBezTo>
                    <a:pt x="2262" y="8141"/>
                    <a:pt x="2857" y="7138"/>
                    <a:pt x="2857" y="6586"/>
                  </a:cubicBezTo>
                  <a:lnTo>
                    <a:pt x="2857" y="1051"/>
                  </a:lnTo>
                  <a:cubicBezTo>
                    <a:pt x="4508" y="1666"/>
                    <a:pt x="5391" y="2943"/>
                    <a:pt x="5631" y="3327"/>
                  </a:cubicBezTo>
                  <a:cubicBezTo>
                    <a:pt x="5637" y="3344"/>
                    <a:pt x="5651" y="3351"/>
                    <a:pt x="5665" y="3351"/>
                  </a:cubicBezTo>
                  <a:cubicBezTo>
                    <a:pt x="5687" y="3351"/>
                    <a:pt x="5709" y="3334"/>
                    <a:pt x="5703" y="3307"/>
                  </a:cubicBezTo>
                  <a:cubicBezTo>
                    <a:pt x="5703" y="3211"/>
                    <a:pt x="5703" y="3067"/>
                    <a:pt x="5694" y="2895"/>
                  </a:cubicBezTo>
                  <a:cubicBezTo>
                    <a:pt x="5406" y="2002"/>
                    <a:pt x="4748" y="816"/>
                    <a:pt x="246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83"/>
            <p:cNvSpPr/>
            <p:nvPr/>
          </p:nvSpPr>
          <p:spPr>
            <a:xfrm>
              <a:off x="7114511" y="2907256"/>
              <a:ext cx="168692" cy="96740"/>
            </a:xfrm>
            <a:custGeom>
              <a:rect b="b" l="l" r="r" t="t"/>
              <a:pathLst>
                <a:path extrusionOk="0" h="3692" w="6438">
                  <a:moveTo>
                    <a:pt x="6437" y="0"/>
                  </a:moveTo>
                  <a:lnTo>
                    <a:pt x="0" y="1426"/>
                  </a:lnTo>
                  <a:lnTo>
                    <a:pt x="0" y="3692"/>
                  </a:lnTo>
                  <a:lnTo>
                    <a:pt x="6437" y="2266"/>
                  </a:lnTo>
                  <a:lnTo>
                    <a:pt x="643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3"/>
            <p:cNvSpPr/>
            <p:nvPr/>
          </p:nvSpPr>
          <p:spPr>
            <a:xfrm>
              <a:off x="7062315" y="2901963"/>
              <a:ext cx="226285" cy="275860"/>
            </a:xfrm>
            <a:custGeom>
              <a:rect b="b" l="l" r="r" t="t"/>
              <a:pathLst>
                <a:path extrusionOk="0" h="10528" w="8636">
                  <a:moveTo>
                    <a:pt x="8228" y="457"/>
                  </a:moveTo>
                  <a:lnTo>
                    <a:pt x="8228" y="2305"/>
                  </a:lnTo>
                  <a:lnTo>
                    <a:pt x="7642" y="2434"/>
                  </a:lnTo>
                  <a:lnTo>
                    <a:pt x="2703" y="3529"/>
                  </a:lnTo>
                  <a:lnTo>
                    <a:pt x="2194" y="3639"/>
                  </a:lnTo>
                  <a:lnTo>
                    <a:pt x="2194" y="1796"/>
                  </a:lnTo>
                  <a:lnTo>
                    <a:pt x="8228" y="457"/>
                  </a:lnTo>
                  <a:close/>
                  <a:moveTo>
                    <a:pt x="8228" y="2718"/>
                  </a:moveTo>
                  <a:lnTo>
                    <a:pt x="8228" y="7633"/>
                  </a:lnTo>
                  <a:cubicBezTo>
                    <a:pt x="8213" y="7878"/>
                    <a:pt x="8113" y="8103"/>
                    <a:pt x="7940" y="8276"/>
                  </a:cubicBezTo>
                  <a:cubicBezTo>
                    <a:pt x="7777" y="8439"/>
                    <a:pt x="7484" y="8636"/>
                    <a:pt x="6999" y="8636"/>
                  </a:cubicBezTo>
                  <a:cubicBezTo>
                    <a:pt x="6500" y="8636"/>
                    <a:pt x="6096" y="8339"/>
                    <a:pt x="6096" y="7974"/>
                  </a:cubicBezTo>
                  <a:cubicBezTo>
                    <a:pt x="6096" y="7609"/>
                    <a:pt x="6504" y="7311"/>
                    <a:pt x="6999" y="7311"/>
                  </a:cubicBezTo>
                  <a:cubicBezTo>
                    <a:pt x="7205" y="7316"/>
                    <a:pt x="7412" y="7359"/>
                    <a:pt x="7609" y="7441"/>
                  </a:cubicBezTo>
                  <a:cubicBezTo>
                    <a:pt x="7634" y="7452"/>
                    <a:pt x="7660" y="7458"/>
                    <a:pt x="7686" y="7458"/>
                  </a:cubicBezTo>
                  <a:cubicBezTo>
                    <a:pt x="7791" y="7458"/>
                    <a:pt x="7887" y="7370"/>
                    <a:pt x="7887" y="7254"/>
                  </a:cubicBezTo>
                  <a:lnTo>
                    <a:pt x="7887" y="2794"/>
                  </a:lnTo>
                  <a:lnTo>
                    <a:pt x="8228" y="2718"/>
                  </a:lnTo>
                  <a:close/>
                  <a:moveTo>
                    <a:pt x="8433" y="0"/>
                  </a:moveTo>
                  <a:cubicBezTo>
                    <a:pt x="8417" y="0"/>
                    <a:pt x="8402" y="2"/>
                    <a:pt x="8386" y="5"/>
                  </a:cubicBezTo>
                  <a:lnTo>
                    <a:pt x="1949" y="1436"/>
                  </a:lnTo>
                  <a:cubicBezTo>
                    <a:pt x="1858" y="1455"/>
                    <a:pt x="1791" y="1537"/>
                    <a:pt x="1791" y="1633"/>
                  </a:cubicBezTo>
                  <a:lnTo>
                    <a:pt x="1791" y="3894"/>
                  </a:lnTo>
                  <a:lnTo>
                    <a:pt x="1791" y="5051"/>
                  </a:lnTo>
                  <a:cubicBezTo>
                    <a:pt x="1791" y="5185"/>
                    <a:pt x="1891" y="5252"/>
                    <a:pt x="1992" y="5252"/>
                  </a:cubicBezTo>
                  <a:cubicBezTo>
                    <a:pt x="2093" y="5252"/>
                    <a:pt x="2194" y="5185"/>
                    <a:pt x="2194" y="5051"/>
                  </a:cubicBezTo>
                  <a:lnTo>
                    <a:pt x="2194" y="4057"/>
                  </a:lnTo>
                  <a:lnTo>
                    <a:pt x="2539" y="3980"/>
                  </a:lnTo>
                  <a:lnTo>
                    <a:pt x="2539" y="9150"/>
                  </a:lnTo>
                  <a:cubicBezTo>
                    <a:pt x="2539" y="9356"/>
                    <a:pt x="2328" y="10124"/>
                    <a:pt x="1306" y="10124"/>
                  </a:cubicBezTo>
                  <a:cubicBezTo>
                    <a:pt x="811" y="10124"/>
                    <a:pt x="408" y="9822"/>
                    <a:pt x="408" y="9462"/>
                  </a:cubicBezTo>
                  <a:cubicBezTo>
                    <a:pt x="408" y="9097"/>
                    <a:pt x="811" y="8795"/>
                    <a:pt x="1306" y="8795"/>
                  </a:cubicBezTo>
                  <a:cubicBezTo>
                    <a:pt x="1517" y="8800"/>
                    <a:pt x="1723" y="8848"/>
                    <a:pt x="1915" y="8929"/>
                  </a:cubicBezTo>
                  <a:cubicBezTo>
                    <a:pt x="1941" y="8939"/>
                    <a:pt x="1967" y="8944"/>
                    <a:pt x="1992" y="8944"/>
                  </a:cubicBezTo>
                  <a:cubicBezTo>
                    <a:pt x="2099" y="8944"/>
                    <a:pt x="2194" y="8859"/>
                    <a:pt x="2194" y="8742"/>
                  </a:cubicBezTo>
                  <a:lnTo>
                    <a:pt x="2194" y="5963"/>
                  </a:lnTo>
                  <a:cubicBezTo>
                    <a:pt x="2194" y="5826"/>
                    <a:pt x="2093" y="5757"/>
                    <a:pt x="1992" y="5757"/>
                  </a:cubicBezTo>
                  <a:cubicBezTo>
                    <a:pt x="1891" y="5757"/>
                    <a:pt x="1791" y="5826"/>
                    <a:pt x="1791" y="5963"/>
                  </a:cubicBezTo>
                  <a:lnTo>
                    <a:pt x="1791" y="8459"/>
                  </a:lnTo>
                  <a:cubicBezTo>
                    <a:pt x="1632" y="8415"/>
                    <a:pt x="1469" y="8391"/>
                    <a:pt x="1306" y="8391"/>
                  </a:cubicBezTo>
                  <a:cubicBezTo>
                    <a:pt x="586" y="8391"/>
                    <a:pt x="0" y="8872"/>
                    <a:pt x="0" y="9457"/>
                  </a:cubicBezTo>
                  <a:cubicBezTo>
                    <a:pt x="0" y="10048"/>
                    <a:pt x="586" y="10528"/>
                    <a:pt x="1306" y="10528"/>
                  </a:cubicBezTo>
                  <a:cubicBezTo>
                    <a:pt x="1987" y="10528"/>
                    <a:pt x="2386" y="10240"/>
                    <a:pt x="2597" y="9995"/>
                  </a:cubicBezTo>
                  <a:cubicBezTo>
                    <a:pt x="2803" y="9760"/>
                    <a:pt x="2928" y="9462"/>
                    <a:pt x="2943" y="9150"/>
                  </a:cubicBezTo>
                  <a:lnTo>
                    <a:pt x="2943" y="3889"/>
                  </a:lnTo>
                  <a:lnTo>
                    <a:pt x="7479" y="2886"/>
                  </a:lnTo>
                  <a:lnTo>
                    <a:pt x="7479" y="6975"/>
                  </a:lnTo>
                  <a:cubicBezTo>
                    <a:pt x="7325" y="6932"/>
                    <a:pt x="7162" y="6908"/>
                    <a:pt x="6999" y="6908"/>
                  </a:cubicBezTo>
                  <a:cubicBezTo>
                    <a:pt x="6279" y="6908"/>
                    <a:pt x="5693" y="7388"/>
                    <a:pt x="5693" y="7974"/>
                  </a:cubicBezTo>
                  <a:cubicBezTo>
                    <a:pt x="5693" y="8564"/>
                    <a:pt x="6279" y="9044"/>
                    <a:pt x="6999" y="9044"/>
                  </a:cubicBezTo>
                  <a:cubicBezTo>
                    <a:pt x="8113" y="9044"/>
                    <a:pt x="8636" y="8204"/>
                    <a:pt x="8636" y="7633"/>
                  </a:cubicBezTo>
                  <a:lnTo>
                    <a:pt x="8636" y="2468"/>
                  </a:lnTo>
                  <a:lnTo>
                    <a:pt x="8636" y="202"/>
                  </a:lnTo>
                  <a:cubicBezTo>
                    <a:pt x="8636" y="88"/>
                    <a:pt x="8543" y="0"/>
                    <a:pt x="8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3"/>
            <p:cNvSpPr/>
            <p:nvPr/>
          </p:nvSpPr>
          <p:spPr>
            <a:xfrm>
              <a:off x="7264310" y="2959975"/>
              <a:ext cx="161512" cy="288411"/>
            </a:xfrm>
            <a:custGeom>
              <a:rect b="b" l="l" r="r" t="t"/>
              <a:pathLst>
                <a:path extrusionOk="0" h="11007" w="6164">
                  <a:moveTo>
                    <a:pt x="2427" y="1"/>
                  </a:moveTo>
                  <a:cubicBezTo>
                    <a:pt x="2294" y="1"/>
                    <a:pt x="2162" y="100"/>
                    <a:pt x="2165" y="264"/>
                  </a:cubicBezTo>
                  <a:lnTo>
                    <a:pt x="2165" y="4713"/>
                  </a:lnTo>
                  <a:cubicBezTo>
                    <a:pt x="2163" y="4848"/>
                    <a:pt x="2264" y="4915"/>
                    <a:pt x="2365" y="4915"/>
                  </a:cubicBezTo>
                  <a:cubicBezTo>
                    <a:pt x="2466" y="4915"/>
                    <a:pt x="2569" y="4848"/>
                    <a:pt x="2569" y="4713"/>
                  </a:cubicBezTo>
                  <a:lnTo>
                    <a:pt x="2569" y="787"/>
                  </a:lnTo>
                  <a:cubicBezTo>
                    <a:pt x="2650" y="921"/>
                    <a:pt x="2746" y="1065"/>
                    <a:pt x="2847" y="1214"/>
                  </a:cubicBezTo>
                  <a:cubicBezTo>
                    <a:pt x="2852" y="1219"/>
                    <a:pt x="2857" y="1228"/>
                    <a:pt x="2866" y="1238"/>
                  </a:cubicBezTo>
                  <a:cubicBezTo>
                    <a:pt x="2876" y="1248"/>
                    <a:pt x="2885" y="1262"/>
                    <a:pt x="2895" y="1276"/>
                  </a:cubicBezTo>
                  <a:cubicBezTo>
                    <a:pt x="2900" y="1286"/>
                    <a:pt x="2905" y="1296"/>
                    <a:pt x="2909" y="1300"/>
                  </a:cubicBezTo>
                  <a:cubicBezTo>
                    <a:pt x="3562" y="2241"/>
                    <a:pt x="4177" y="2837"/>
                    <a:pt x="4743" y="3067"/>
                  </a:cubicBezTo>
                  <a:cubicBezTo>
                    <a:pt x="5233" y="3269"/>
                    <a:pt x="5477" y="3917"/>
                    <a:pt x="5593" y="4425"/>
                  </a:cubicBezTo>
                  <a:cubicBezTo>
                    <a:pt x="5665" y="4752"/>
                    <a:pt x="5713" y="5078"/>
                    <a:pt x="5737" y="5409"/>
                  </a:cubicBezTo>
                  <a:cubicBezTo>
                    <a:pt x="5290" y="4838"/>
                    <a:pt x="4455" y="3989"/>
                    <a:pt x="3183" y="3513"/>
                  </a:cubicBezTo>
                  <a:cubicBezTo>
                    <a:pt x="3160" y="3505"/>
                    <a:pt x="3137" y="3501"/>
                    <a:pt x="3114" y="3501"/>
                  </a:cubicBezTo>
                  <a:cubicBezTo>
                    <a:pt x="3007" y="3501"/>
                    <a:pt x="2909" y="3587"/>
                    <a:pt x="2909" y="3705"/>
                  </a:cubicBezTo>
                  <a:lnTo>
                    <a:pt x="2909" y="9250"/>
                  </a:lnTo>
                  <a:cubicBezTo>
                    <a:pt x="2909" y="9725"/>
                    <a:pt x="2362" y="10598"/>
                    <a:pt x="1469" y="10598"/>
                  </a:cubicBezTo>
                  <a:cubicBezTo>
                    <a:pt x="884" y="10598"/>
                    <a:pt x="408" y="10248"/>
                    <a:pt x="408" y="9811"/>
                  </a:cubicBezTo>
                  <a:cubicBezTo>
                    <a:pt x="408" y="9374"/>
                    <a:pt x="884" y="9019"/>
                    <a:pt x="1469" y="9019"/>
                  </a:cubicBezTo>
                  <a:cubicBezTo>
                    <a:pt x="1752" y="9029"/>
                    <a:pt x="2026" y="9096"/>
                    <a:pt x="2280" y="9216"/>
                  </a:cubicBezTo>
                  <a:cubicBezTo>
                    <a:pt x="2310" y="9231"/>
                    <a:pt x="2340" y="9237"/>
                    <a:pt x="2369" y="9237"/>
                  </a:cubicBezTo>
                  <a:cubicBezTo>
                    <a:pt x="2474" y="9237"/>
                    <a:pt x="2569" y="9150"/>
                    <a:pt x="2569" y="9034"/>
                  </a:cubicBezTo>
                  <a:lnTo>
                    <a:pt x="2569" y="5664"/>
                  </a:lnTo>
                  <a:cubicBezTo>
                    <a:pt x="2569" y="5529"/>
                    <a:pt x="2468" y="5462"/>
                    <a:pt x="2367" y="5462"/>
                  </a:cubicBezTo>
                  <a:cubicBezTo>
                    <a:pt x="2266" y="5462"/>
                    <a:pt x="2165" y="5529"/>
                    <a:pt x="2165" y="5664"/>
                  </a:cubicBezTo>
                  <a:lnTo>
                    <a:pt x="2165" y="8736"/>
                  </a:lnTo>
                  <a:cubicBezTo>
                    <a:pt x="1940" y="8659"/>
                    <a:pt x="1704" y="8616"/>
                    <a:pt x="1469" y="8616"/>
                  </a:cubicBezTo>
                  <a:cubicBezTo>
                    <a:pt x="663" y="8616"/>
                    <a:pt x="0" y="9154"/>
                    <a:pt x="0" y="9811"/>
                  </a:cubicBezTo>
                  <a:cubicBezTo>
                    <a:pt x="0" y="10469"/>
                    <a:pt x="663" y="11007"/>
                    <a:pt x="1469" y="11007"/>
                  </a:cubicBezTo>
                  <a:cubicBezTo>
                    <a:pt x="1997" y="11007"/>
                    <a:pt x="2497" y="10771"/>
                    <a:pt x="2837" y="10368"/>
                  </a:cubicBezTo>
                  <a:cubicBezTo>
                    <a:pt x="3130" y="10037"/>
                    <a:pt x="3317" y="9600"/>
                    <a:pt x="3317" y="9254"/>
                  </a:cubicBezTo>
                  <a:lnTo>
                    <a:pt x="3317" y="4008"/>
                  </a:lnTo>
                  <a:cubicBezTo>
                    <a:pt x="4306" y="4449"/>
                    <a:pt x="5137" y="5174"/>
                    <a:pt x="5717" y="6086"/>
                  </a:cubicBezTo>
                  <a:cubicBezTo>
                    <a:pt x="5767" y="6165"/>
                    <a:pt x="5844" y="6201"/>
                    <a:pt x="5919" y="6201"/>
                  </a:cubicBezTo>
                  <a:cubicBezTo>
                    <a:pt x="6041" y="6201"/>
                    <a:pt x="6161" y="6109"/>
                    <a:pt x="6164" y="5961"/>
                  </a:cubicBezTo>
                  <a:cubicBezTo>
                    <a:pt x="6164" y="5414"/>
                    <a:pt x="6106" y="4872"/>
                    <a:pt x="5991" y="4334"/>
                  </a:cubicBezTo>
                  <a:cubicBezTo>
                    <a:pt x="5785" y="3461"/>
                    <a:pt x="5420" y="2909"/>
                    <a:pt x="4901" y="2693"/>
                  </a:cubicBezTo>
                  <a:cubicBezTo>
                    <a:pt x="4417" y="2496"/>
                    <a:pt x="3845" y="1939"/>
                    <a:pt x="3250" y="1084"/>
                  </a:cubicBezTo>
                  <a:cubicBezTo>
                    <a:pt x="3231" y="1046"/>
                    <a:pt x="3202" y="1008"/>
                    <a:pt x="3173" y="974"/>
                  </a:cubicBezTo>
                  <a:cubicBezTo>
                    <a:pt x="2943" y="633"/>
                    <a:pt x="2765" y="331"/>
                    <a:pt x="2650" y="134"/>
                  </a:cubicBezTo>
                  <a:cubicBezTo>
                    <a:pt x="2599" y="42"/>
                    <a:pt x="2513" y="1"/>
                    <a:pt x="24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3"/>
            <p:cNvSpPr/>
            <p:nvPr/>
          </p:nvSpPr>
          <p:spPr>
            <a:xfrm>
              <a:off x="7359425" y="3200357"/>
              <a:ext cx="64039" cy="24761"/>
            </a:xfrm>
            <a:custGeom>
              <a:rect b="b" l="l" r="r" t="t"/>
              <a:pathLst>
                <a:path extrusionOk="0" h="945" w="2444">
                  <a:moveTo>
                    <a:pt x="2157" y="0"/>
                  </a:moveTo>
                  <a:cubicBezTo>
                    <a:pt x="2122" y="0"/>
                    <a:pt x="2086" y="10"/>
                    <a:pt x="2049" y="32"/>
                  </a:cubicBezTo>
                  <a:lnTo>
                    <a:pt x="2044" y="32"/>
                  </a:lnTo>
                  <a:cubicBezTo>
                    <a:pt x="2039" y="37"/>
                    <a:pt x="1492" y="431"/>
                    <a:pt x="263" y="541"/>
                  </a:cubicBezTo>
                  <a:cubicBezTo>
                    <a:pt x="1" y="560"/>
                    <a:pt x="18" y="945"/>
                    <a:pt x="273" y="945"/>
                  </a:cubicBezTo>
                  <a:cubicBezTo>
                    <a:pt x="275" y="945"/>
                    <a:pt x="276" y="944"/>
                    <a:pt x="278" y="944"/>
                  </a:cubicBezTo>
                  <a:lnTo>
                    <a:pt x="297" y="944"/>
                  </a:lnTo>
                  <a:cubicBezTo>
                    <a:pt x="1655" y="824"/>
                    <a:pt x="2265" y="378"/>
                    <a:pt x="2289" y="359"/>
                  </a:cubicBezTo>
                  <a:cubicBezTo>
                    <a:pt x="2444" y="224"/>
                    <a:pt x="2323" y="0"/>
                    <a:pt x="21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3"/>
            <p:cNvSpPr/>
            <p:nvPr/>
          </p:nvSpPr>
          <p:spPr>
            <a:xfrm>
              <a:off x="7063678" y="3188120"/>
              <a:ext cx="187793" cy="25600"/>
            </a:xfrm>
            <a:custGeom>
              <a:rect b="b" l="l" r="r" t="t"/>
              <a:pathLst>
                <a:path extrusionOk="0" h="977" w="7167">
                  <a:moveTo>
                    <a:pt x="2149" y="0"/>
                  </a:moveTo>
                  <a:cubicBezTo>
                    <a:pt x="1850" y="0"/>
                    <a:pt x="1570" y="11"/>
                    <a:pt x="1311" y="34"/>
                  </a:cubicBezTo>
                  <a:cubicBezTo>
                    <a:pt x="779" y="77"/>
                    <a:pt x="404" y="173"/>
                    <a:pt x="169" y="264"/>
                  </a:cubicBezTo>
                  <a:cubicBezTo>
                    <a:pt x="44" y="312"/>
                    <a:pt x="1" y="471"/>
                    <a:pt x="87" y="576"/>
                  </a:cubicBezTo>
                  <a:lnTo>
                    <a:pt x="92" y="581"/>
                  </a:lnTo>
                  <a:cubicBezTo>
                    <a:pt x="129" y="628"/>
                    <a:pt x="187" y="654"/>
                    <a:pt x="246" y="654"/>
                  </a:cubicBezTo>
                  <a:cubicBezTo>
                    <a:pt x="272" y="654"/>
                    <a:pt x="298" y="649"/>
                    <a:pt x="323" y="639"/>
                  </a:cubicBezTo>
                  <a:cubicBezTo>
                    <a:pt x="486" y="571"/>
                    <a:pt x="831" y="471"/>
                    <a:pt x="1455" y="427"/>
                  </a:cubicBezTo>
                  <a:cubicBezTo>
                    <a:pt x="1665" y="413"/>
                    <a:pt x="1884" y="406"/>
                    <a:pt x="2111" y="406"/>
                  </a:cubicBezTo>
                  <a:cubicBezTo>
                    <a:pt x="3629" y="406"/>
                    <a:pt x="5481" y="703"/>
                    <a:pt x="6846" y="975"/>
                  </a:cubicBezTo>
                  <a:cubicBezTo>
                    <a:pt x="6856" y="975"/>
                    <a:pt x="6863" y="977"/>
                    <a:pt x="6871" y="977"/>
                  </a:cubicBezTo>
                  <a:cubicBezTo>
                    <a:pt x="6875" y="977"/>
                    <a:pt x="6880" y="976"/>
                    <a:pt x="6885" y="975"/>
                  </a:cubicBezTo>
                  <a:cubicBezTo>
                    <a:pt x="6886" y="975"/>
                    <a:pt x="6888" y="975"/>
                    <a:pt x="6889" y="975"/>
                  </a:cubicBezTo>
                  <a:cubicBezTo>
                    <a:pt x="7135" y="975"/>
                    <a:pt x="7166" y="619"/>
                    <a:pt x="6923" y="576"/>
                  </a:cubicBezTo>
                  <a:cubicBezTo>
                    <a:pt x="4996" y="193"/>
                    <a:pt x="3396" y="0"/>
                    <a:pt x="21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3"/>
            <p:cNvSpPr/>
            <p:nvPr/>
          </p:nvSpPr>
          <p:spPr>
            <a:xfrm>
              <a:off x="7365819" y="3152485"/>
              <a:ext cx="52222" cy="20805"/>
            </a:xfrm>
            <a:custGeom>
              <a:rect b="b" l="l" r="r" t="t"/>
              <a:pathLst>
                <a:path extrusionOk="0" h="794" w="1993">
                  <a:moveTo>
                    <a:pt x="1756" y="1"/>
                  </a:moveTo>
                  <a:cubicBezTo>
                    <a:pt x="1723" y="1"/>
                    <a:pt x="1691" y="9"/>
                    <a:pt x="1661" y="26"/>
                  </a:cubicBezTo>
                  <a:cubicBezTo>
                    <a:pt x="1435" y="155"/>
                    <a:pt x="965" y="319"/>
                    <a:pt x="197" y="391"/>
                  </a:cubicBezTo>
                  <a:cubicBezTo>
                    <a:pt x="87" y="395"/>
                    <a:pt x="0" y="487"/>
                    <a:pt x="0" y="597"/>
                  </a:cubicBezTo>
                  <a:cubicBezTo>
                    <a:pt x="5" y="707"/>
                    <a:pt x="96" y="794"/>
                    <a:pt x="207" y="794"/>
                  </a:cubicBezTo>
                  <a:lnTo>
                    <a:pt x="221" y="794"/>
                  </a:lnTo>
                  <a:cubicBezTo>
                    <a:pt x="1114" y="717"/>
                    <a:pt x="1608" y="520"/>
                    <a:pt x="1858" y="376"/>
                  </a:cubicBezTo>
                  <a:cubicBezTo>
                    <a:pt x="1973" y="314"/>
                    <a:pt x="1992" y="155"/>
                    <a:pt x="1901" y="59"/>
                  </a:cubicBezTo>
                  <a:cubicBezTo>
                    <a:pt x="1860" y="21"/>
                    <a:pt x="1808" y="1"/>
                    <a:pt x="17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3"/>
            <p:cNvSpPr/>
            <p:nvPr/>
          </p:nvSpPr>
          <p:spPr>
            <a:xfrm>
              <a:off x="7152399" y="3137025"/>
              <a:ext cx="156429" cy="34273"/>
            </a:xfrm>
            <a:custGeom>
              <a:rect b="b" l="l" r="r" t="t"/>
              <a:pathLst>
                <a:path extrusionOk="0" h="1308" w="5970">
                  <a:moveTo>
                    <a:pt x="283" y="1"/>
                  </a:moveTo>
                  <a:cubicBezTo>
                    <a:pt x="36" y="1"/>
                    <a:pt x="1" y="372"/>
                    <a:pt x="258" y="405"/>
                  </a:cubicBezTo>
                  <a:cubicBezTo>
                    <a:pt x="974" y="481"/>
                    <a:pt x="1977" y="645"/>
                    <a:pt x="3163" y="880"/>
                  </a:cubicBezTo>
                  <a:cubicBezTo>
                    <a:pt x="4281" y="1101"/>
                    <a:pt x="5073" y="1235"/>
                    <a:pt x="5663" y="1307"/>
                  </a:cubicBezTo>
                  <a:lnTo>
                    <a:pt x="5692" y="1307"/>
                  </a:lnTo>
                  <a:cubicBezTo>
                    <a:pt x="5694" y="1307"/>
                    <a:pt x="5695" y="1307"/>
                    <a:pt x="5697" y="1307"/>
                  </a:cubicBezTo>
                  <a:cubicBezTo>
                    <a:pt x="5947" y="1307"/>
                    <a:pt x="5969" y="932"/>
                    <a:pt x="5716" y="904"/>
                  </a:cubicBezTo>
                  <a:cubicBezTo>
                    <a:pt x="5135" y="832"/>
                    <a:pt x="4348" y="697"/>
                    <a:pt x="3244" y="481"/>
                  </a:cubicBezTo>
                  <a:cubicBezTo>
                    <a:pt x="2044" y="246"/>
                    <a:pt x="1026" y="78"/>
                    <a:pt x="302" y="1"/>
                  </a:cubicBezTo>
                  <a:cubicBezTo>
                    <a:pt x="295" y="1"/>
                    <a:pt x="289"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6" name="Google Shape;15456;p83"/>
          <p:cNvGrpSpPr/>
          <p:nvPr/>
        </p:nvGrpSpPr>
        <p:grpSpPr>
          <a:xfrm>
            <a:off x="7541533" y="1985163"/>
            <a:ext cx="359865" cy="363402"/>
            <a:chOff x="7541533" y="1985163"/>
            <a:chExt cx="359865" cy="363402"/>
          </a:xfrm>
        </p:grpSpPr>
        <p:sp>
          <p:nvSpPr>
            <p:cNvPr id="15457" name="Google Shape;15457;p83"/>
            <p:cNvSpPr/>
            <p:nvPr/>
          </p:nvSpPr>
          <p:spPr>
            <a:xfrm>
              <a:off x="7645531" y="2035367"/>
              <a:ext cx="157005" cy="258357"/>
            </a:xfrm>
            <a:custGeom>
              <a:rect b="b" l="l" r="r" t="t"/>
              <a:pathLst>
                <a:path extrusionOk="0" h="9860" w="5992">
                  <a:moveTo>
                    <a:pt x="1" y="0"/>
                  </a:moveTo>
                  <a:lnTo>
                    <a:pt x="1" y="9860"/>
                  </a:lnTo>
                  <a:lnTo>
                    <a:pt x="5992" y="9860"/>
                  </a:lnTo>
                  <a:lnTo>
                    <a:pt x="599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3"/>
            <p:cNvSpPr/>
            <p:nvPr/>
          </p:nvSpPr>
          <p:spPr>
            <a:xfrm>
              <a:off x="7765276" y="2035367"/>
              <a:ext cx="37260" cy="258357"/>
            </a:xfrm>
            <a:custGeom>
              <a:rect b="b" l="l" r="r" t="t"/>
              <a:pathLst>
                <a:path extrusionOk="0" h="9860" w="1422">
                  <a:moveTo>
                    <a:pt x="1" y="0"/>
                  </a:moveTo>
                  <a:lnTo>
                    <a:pt x="1" y="9860"/>
                  </a:lnTo>
                  <a:lnTo>
                    <a:pt x="1422" y="9860"/>
                  </a:lnTo>
                  <a:lnTo>
                    <a:pt x="142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83"/>
            <p:cNvSpPr/>
            <p:nvPr/>
          </p:nvSpPr>
          <p:spPr>
            <a:xfrm>
              <a:off x="7605808" y="2019882"/>
              <a:ext cx="237997" cy="63436"/>
            </a:xfrm>
            <a:custGeom>
              <a:rect b="b" l="l" r="r" t="t"/>
              <a:pathLst>
                <a:path extrusionOk="0" h="2421" w="9083">
                  <a:moveTo>
                    <a:pt x="0" y="1"/>
                  </a:moveTo>
                  <a:lnTo>
                    <a:pt x="610" y="1700"/>
                  </a:lnTo>
                  <a:cubicBezTo>
                    <a:pt x="763" y="2132"/>
                    <a:pt x="1171" y="2420"/>
                    <a:pt x="1627" y="2420"/>
                  </a:cubicBezTo>
                  <a:lnTo>
                    <a:pt x="7455" y="2420"/>
                  </a:lnTo>
                  <a:cubicBezTo>
                    <a:pt x="7911" y="2420"/>
                    <a:pt x="8319" y="2132"/>
                    <a:pt x="8473" y="1700"/>
                  </a:cubicBezTo>
                  <a:lnTo>
                    <a:pt x="9082"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3"/>
            <p:cNvSpPr/>
            <p:nvPr/>
          </p:nvSpPr>
          <p:spPr>
            <a:xfrm>
              <a:off x="7605808" y="2020013"/>
              <a:ext cx="237997" cy="62283"/>
            </a:xfrm>
            <a:custGeom>
              <a:rect b="b" l="l" r="r" t="t"/>
              <a:pathLst>
                <a:path extrusionOk="0" h="2377" w="9083">
                  <a:moveTo>
                    <a:pt x="0" y="1"/>
                  </a:moveTo>
                  <a:lnTo>
                    <a:pt x="610" y="1695"/>
                  </a:lnTo>
                  <a:cubicBezTo>
                    <a:pt x="725" y="2021"/>
                    <a:pt x="989" y="2271"/>
                    <a:pt x="1315" y="2367"/>
                  </a:cubicBezTo>
                  <a:cubicBezTo>
                    <a:pt x="1685" y="2060"/>
                    <a:pt x="1949" y="1647"/>
                    <a:pt x="2079" y="1186"/>
                  </a:cubicBezTo>
                  <a:lnTo>
                    <a:pt x="6951" y="1186"/>
                  </a:lnTo>
                  <a:cubicBezTo>
                    <a:pt x="7076" y="1657"/>
                    <a:pt x="7349" y="2074"/>
                    <a:pt x="7724" y="2377"/>
                  </a:cubicBezTo>
                  <a:cubicBezTo>
                    <a:pt x="8074" y="2290"/>
                    <a:pt x="8353" y="2036"/>
                    <a:pt x="8473" y="1695"/>
                  </a:cubicBezTo>
                  <a:lnTo>
                    <a:pt x="9082"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3"/>
            <p:cNvSpPr/>
            <p:nvPr/>
          </p:nvSpPr>
          <p:spPr>
            <a:xfrm>
              <a:off x="7541533" y="1990456"/>
              <a:ext cx="353341" cy="89953"/>
            </a:xfrm>
            <a:custGeom>
              <a:rect b="b" l="l" r="r" t="t"/>
              <a:pathLst>
                <a:path extrusionOk="0" h="3433" w="13485">
                  <a:moveTo>
                    <a:pt x="2295" y="0"/>
                  </a:moveTo>
                  <a:cubicBezTo>
                    <a:pt x="768" y="0"/>
                    <a:pt x="0" y="1849"/>
                    <a:pt x="1085" y="2929"/>
                  </a:cubicBezTo>
                  <a:cubicBezTo>
                    <a:pt x="1412" y="3256"/>
                    <a:pt x="1848" y="3431"/>
                    <a:pt x="2294" y="3431"/>
                  </a:cubicBezTo>
                  <a:cubicBezTo>
                    <a:pt x="2515" y="3431"/>
                    <a:pt x="2739" y="3387"/>
                    <a:pt x="2952" y="3298"/>
                  </a:cubicBezTo>
                  <a:cubicBezTo>
                    <a:pt x="3591" y="3034"/>
                    <a:pt x="4008" y="2410"/>
                    <a:pt x="4008" y="1714"/>
                  </a:cubicBezTo>
                  <a:lnTo>
                    <a:pt x="9922" y="1714"/>
                  </a:lnTo>
                  <a:cubicBezTo>
                    <a:pt x="9922" y="2405"/>
                    <a:pt x="10335" y="3029"/>
                    <a:pt x="10974" y="3298"/>
                  </a:cubicBezTo>
                  <a:cubicBezTo>
                    <a:pt x="11188" y="3388"/>
                    <a:pt x="11413" y="3432"/>
                    <a:pt x="11636" y="3432"/>
                  </a:cubicBezTo>
                  <a:cubicBezTo>
                    <a:pt x="12078" y="3432"/>
                    <a:pt x="12512" y="3260"/>
                    <a:pt x="12841" y="2938"/>
                  </a:cubicBezTo>
                  <a:cubicBezTo>
                    <a:pt x="13335" y="2453"/>
                    <a:pt x="13484" y="1719"/>
                    <a:pt x="13230" y="1076"/>
                  </a:cubicBezTo>
                  <a:cubicBezTo>
                    <a:pt x="12970" y="437"/>
                    <a:pt x="12356" y="10"/>
                    <a:pt x="11665"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3"/>
            <p:cNvSpPr/>
            <p:nvPr/>
          </p:nvSpPr>
          <p:spPr>
            <a:xfrm>
              <a:off x="7809925" y="1990456"/>
              <a:ext cx="86704" cy="89875"/>
            </a:xfrm>
            <a:custGeom>
              <a:rect b="b" l="l" r="r" t="t"/>
              <a:pathLst>
                <a:path extrusionOk="0" h="3430" w="3309">
                  <a:moveTo>
                    <a:pt x="1" y="0"/>
                  </a:moveTo>
                  <a:cubicBezTo>
                    <a:pt x="803" y="15"/>
                    <a:pt x="1489" y="581"/>
                    <a:pt x="1652" y="1364"/>
                  </a:cubicBezTo>
                  <a:cubicBezTo>
                    <a:pt x="1815" y="2151"/>
                    <a:pt x="1412" y="2943"/>
                    <a:pt x="683" y="3274"/>
                  </a:cubicBezTo>
                  <a:cubicBezTo>
                    <a:pt x="916" y="3380"/>
                    <a:pt x="1158" y="3430"/>
                    <a:pt x="1396" y="3430"/>
                  </a:cubicBezTo>
                  <a:cubicBezTo>
                    <a:pt x="2167" y="3430"/>
                    <a:pt x="2885" y="2905"/>
                    <a:pt x="3068" y="2093"/>
                  </a:cubicBezTo>
                  <a:cubicBezTo>
                    <a:pt x="3308" y="1033"/>
                    <a:pt x="2511" y="20"/>
                    <a:pt x="142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3"/>
            <p:cNvSpPr/>
            <p:nvPr/>
          </p:nvSpPr>
          <p:spPr>
            <a:xfrm>
              <a:off x="7583038" y="2035472"/>
              <a:ext cx="63541" cy="45016"/>
            </a:xfrm>
            <a:custGeom>
              <a:rect b="b" l="l" r="r" t="t"/>
              <a:pathLst>
                <a:path extrusionOk="0" h="1718" w="2425">
                  <a:moveTo>
                    <a:pt x="1003" y="1"/>
                  </a:moveTo>
                  <a:cubicBezTo>
                    <a:pt x="1003" y="673"/>
                    <a:pt x="610" y="1283"/>
                    <a:pt x="0" y="1561"/>
                  </a:cubicBezTo>
                  <a:cubicBezTo>
                    <a:pt x="236" y="1668"/>
                    <a:pt x="478" y="1718"/>
                    <a:pt x="713" y="1718"/>
                  </a:cubicBezTo>
                  <a:cubicBezTo>
                    <a:pt x="1615" y="1718"/>
                    <a:pt x="2424" y="991"/>
                    <a:pt x="242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3"/>
            <p:cNvSpPr/>
            <p:nvPr/>
          </p:nvSpPr>
          <p:spPr>
            <a:xfrm>
              <a:off x="7613354" y="2277976"/>
              <a:ext cx="221516" cy="39540"/>
            </a:xfrm>
            <a:custGeom>
              <a:rect b="b" l="l" r="r" t="t"/>
              <a:pathLst>
                <a:path extrusionOk="0" h="1509" w="8454">
                  <a:moveTo>
                    <a:pt x="490" y="1"/>
                  </a:moveTo>
                  <a:cubicBezTo>
                    <a:pt x="216" y="1"/>
                    <a:pt x="0" y="217"/>
                    <a:pt x="0" y="490"/>
                  </a:cubicBezTo>
                  <a:lnTo>
                    <a:pt x="0" y="1508"/>
                  </a:lnTo>
                  <a:lnTo>
                    <a:pt x="8453" y="1508"/>
                  </a:lnTo>
                  <a:lnTo>
                    <a:pt x="8453" y="490"/>
                  </a:lnTo>
                  <a:cubicBezTo>
                    <a:pt x="8453" y="217"/>
                    <a:pt x="8233" y="1"/>
                    <a:pt x="7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3"/>
            <p:cNvSpPr/>
            <p:nvPr/>
          </p:nvSpPr>
          <p:spPr>
            <a:xfrm>
              <a:off x="7613354" y="2277976"/>
              <a:ext cx="221516" cy="39540"/>
            </a:xfrm>
            <a:custGeom>
              <a:rect b="b" l="l" r="r" t="t"/>
              <a:pathLst>
                <a:path extrusionOk="0" h="1509" w="8454">
                  <a:moveTo>
                    <a:pt x="7032" y="1"/>
                  </a:moveTo>
                  <a:lnTo>
                    <a:pt x="7032" y="476"/>
                  </a:lnTo>
                  <a:cubicBezTo>
                    <a:pt x="7032" y="711"/>
                    <a:pt x="6840" y="898"/>
                    <a:pt x="6605" y="898"/>
                  </a:cubicBezTo>
                  <a:lnTo>
                    <a:pt x="0" y="898"/>
                  </a:lnTo>
                  <a:lnTo>
                    <a:pt x="0" y="1508"/>
                  </a:lnTo>
                  <a:lnTo>
                    <a:pt x="8453" y="1508"/>
                  </a:lnTo>
                  <a:lnTo>
                    <a:pt x="8453" y="490"/>
                  </a:lnTo>
                  <a:cubicBezTo>
                    <a:pt x="8453" y="217"/>
                    <a:pt x="8233" y="1"/>
                    <a:pt x="796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83"/>
            <p:cNvSpPr/>
            <p:nvPr/>
          </p:nvSpPr>
          <p:spPr>
            <a:xfrm>
              <a:off x="7579762" y="2310572"/>
              <a:ext cx="288568" cy="32727"/>
            </a:xfrm>
            <a:custGeom>
              <a:rect b="b" l="l" r="r" t="t"/>
              <a:pathLst>
                <a:path extrusionOk="0" h="1249" w="11013">
                  <a:moveTo>
                    <a:pt x="764" y="0"/>
                  </a:moveTo>
                  <a:cubicBezTo>
                    <a:pt x="341" y="0"/>
                    <a:pt x="0" y="341"/>
                    <a:pt x="0" y="758"/>
                  </a:cubicBezTo>
                  <a:lnTo>
                    <a:pt x="0" y="1248"/>
                  </a:lnTo>
                  <a:lnTo>
                    <a:pt x="11012" y="1248"/>
                  </a:lnTo>
                  <a:lnTo>
                    <a:pt x="11012" y="758"/>
                  </a:lnTo>
                  <a:cubicBezTo>
                    <a:pt x="11012" y="341"/>
                    <a:pt x="10671" y="0"/>
                    <a:pt x="1025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83"/>
            <p:cNvSpPr/>
            <p:nvPr/>
          </p:nvSpPr>
          <p:spPr>
            <a:xfrm>
              <a:off x="7579762" y="2310572"/>
              <a:ext cx="288673" cy="32727"/>
            </a:xfrm>
            <a:custGeom>
              <a:rect b="b" l="l" r="r" t="t"/>
              <a:pathLst>
                <a:path extrusionOk="0" h="1249" w="11017">
                  <a:moveTo>
                    <a:pt x="9433" y="0"/>
                  </a:moveTo>
                  <a:cubicBezTo>
                    <a:pt x="9534" y="130"/>
                    <a:pt x="9591" y="293"/>
                    <a:pt x="9591" y="461"/>
                  </a:cubicBezTo>
                  <a:lnTo>
                    <a:pt x="9591" y="638"/>
                  </a:lnTo>
                  <a:cubicBezTo>
                    <a:pt x="9591" y="797"/>
                    <a:pt x="9467" y="922"/>
                    <a:pt x="9308" y="922"/>
                  </a:cubicBezTo>
                  <a:lnTo>
                    <a:pt x="0" y="922"/>
                  </a:lnTo>
                  <a:lnTo>
                    <a:pt x="0" y="1248"/>
                  </a:lnTo>
                  <a:lnTo>
                    <a:pt x="11012" y="1248"/>
                  </a:lnTo>
                  <a:lnTo>
                    <a:pt x="11012" y="763"/>
                  </a:lnTo>
                  <a:cubicBezTo>
                    <a:pt x="11017" y="341"/>
                    <a:pt x="10671" y="0"/>
                    <a:pt x="1025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3"/>
            <p:cNvSpPr/>
            <p:nvPr/>
          </p:nvSpPr>
          <p:spPr>
            <a:xfrm>
              <a:off x="7580024" y="2014484"/>
              <a:ext cx="41898" cy="41898"/>
            </a:xfrm>
            <a:custGeom>
              <a:rect b="b" l="l" r="r" t="t"/>
              <a:pathLst>
                <a:path extrusionOk="0" h="1599" w="1599">
                  <a:moveTo>
                    <a:pt x="797" y="0"/>
                  </a:moveTo>
                  <a:cubicBezTo>
                    <a:pt x="355" y="0"/>
                    <a:pt x="0" y="356"/>
                    <a:pt x="0" y="797"/>
                  </a:cubicBezTo>
                  <a:cubicBezTo>
                    <a:pt x="0" y="1239"/>
                    <a:pt x="355" y="1599"/>
                    <a:pt x="797" y="1599"/>
                  </a:cubicBezTo>
                  <a:cubicBezTo>
                    <a:pt x="1243" y="1599"/>
                    <a:pt x="1599" y="1239"/>
                    <a:pt x="1599" y="797"/>
                  </a:cubicBezTo>
                  <a:cubicBezTo>
                    <a:pt x="1599" y="356"/>
                    <a:pt x="1243" y="0"/>
                    <a:pt x="79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3"/>
            <p:cNvSpPr/>
            <p:nvPr/>
          </p:nvSpPr>
          <p:spPr>
            <a:xfrm>
              <a:off x="7826275" y="2014484"/>
              <a:ext cx="41924" cy="41898"/>
            </a:xfrm>
            <a:custGeom>
              <a:rect b="b" l="l" r="r" t="t"/>
              <a:pathLst>
                <a:path extrusionOk="0" h="1599" w="1600">
                  <a:moveTo>
                    <a:pt x="798" y="0"/>
                  </a:moveTo>
                  <a:cubicBezTo>
                    <a:pt x="356" y="0"/>
                    <a:pt x="1" y="356"/>
                    <a:pt x="1" y="797"/>
                  </a:cubicBezTo>
                  <a:cubicBezTo>
                    <a:pt x="1" y="1239"/>
                    <a:pt x="356" y="1599"/>
                    <a:pt x="798" y="1599"/>
                  </a:cubicBezTo>
                  <a:cubicBezTo>
                    <a:pt x="1239" y="1599"/>
                    <a:pt x="1599" y="1239"/>
                    <a:pt x="1599" y="797"/>
                  </a:cubicBezTo>
                  <a:cubicBezTo>
                    <a:pt x="1599" y="356"/>
                    <a:pt x="1239" y="0"/>
                    <a:pt x="79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3"/>
            <p:cNvSpPr/>
            <p:nvPr/>
          </p:nvSpPr>
          <p:spPr>
            <a:xfrm>
              <a:off x="7670711" y="2104149"/>
              <a:ext cx="20255" cy="149957"/>
            </a:xfrm>
            <a:custGeom>
              <a:rect b="b" l="l" r="r" t="t"/>
              <a:pathLst>
                <a:path extrusionOk="0" h="5723" w="773">
                  <a:moveTo>
                    <a:pt x="389" y="1"/>
                  </a:moveTo>
                  <a:cubicBezTo>
                    <a:pt x="173" y="1"/>
                    <a:pt x="0" y="178"/>
                    <a:pt x="0" y="390"/>
                  </a:cubicBezTo>
                  <a:lnTo>
                    <a:pt x="0" y="5334"/>
                  </a:lnTo>
                  <a:cubicBezTo>
                    <a:pt x="0" y="5550"/>
                    <a:pt x="173" y="5723"/>
                    <a:pt x="389" y="5723"/>
                  </a:cubicBezTo>
                  <a:cubicBezTo>
                    <a:pt x="600" y="5723"/>
                    <a:pt x="773" y="5550"/>
                    <a:pt x="773" y="5334"/>
                  </a:cubicBezTo>
                  <a:lnTo>
                    <a:pt x="773" y="390"/>
                  </a:lnTo>
                  <a:cubicBezTo>
                    <a:pt x="773" y="178"/>
                    <a:pt x="600"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83"/>
            <p:cNvSpPr/>
            <p:nvPr/>
          </p:nvSpPr>
          <p:spPr>
            <a:xfrm>
              <a:off x="7713840" y="2104149"/>
              <a:ext cx="20412" cy="149957"/>
            </a:xfrm>
            <a:custGeom>
              <a:rect b="b" l="l" r="r" t="t"/>
              <a:pathLst>
                <a:path extrusionOk="0" h="5723" w="779">
                  <a:moveTo>
                    <a:pt x="389" y="1"/>
                  </a:moveTo>
                  <a:cubicBezTo>
                    <a:pt x="178" y="1"/>
                    <a:pt x="1" y="178"/>
                    <a:pt x="1" y="390"/>
                  </a:cubicBezTo>
                  <a:lnTo>
                    <a:pt x="1" y="5334"/>
                  </a:lnTo>
                  <a:cubicBezTo>
                    <a:pt x="1" y="5550"/>
                    <a:pt x="178" y="5723"/>
                    <a:pt x="389" y="5723"/>
                  </a:cubicBezTo>
                  <a:cubicBezTo>
                    <a:pt x="605" y="5723"/>
                    <a:pt x="778" y="5550"/>
                    <a:pt x="778" y="5334"/>
                  </a:cubicBezTo>
                  <a:lnTo>
                    <a:pt x="778" y="390"/>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3"/>
            <p:cNvSpPr/>
            <p:nvPr/>
          </p:nvSpPr>
          <p:spPr>
            <a:xfrm>
              <a:off x="7757101" y="2104149"/>
              <a:ext cx="20412" cy="149957"/>
            </a:xfrm>
            <a:custGeom>
              <a:rect b="b" l="l" r="r" t="t"/>
              <a:pathLst>
                <a:path extrusionOk="0" h="5723" w="779">
                  <a:moveTo>
                    <a:pt x="390" y="1"/>
                  </a:moveTo>
                  <a:cubicBezTo>
                    <a:pt x="174" y="1"/>
                    <a:pt x="1" y="178"/>
                    <a:pt x="1" y="390"/>
                  </a:cubicBezTo>
                  <a:lnTo>
                    <a:pt x="1" y="5334"/>
                  </a:lnTo>
                  <a:cubicBezTo>
                    <a:pt x="1" y="5550"/>
                    <a:pt x="174" y="5723"/>
                    <a:pt x="390" y="5723"/>
                  </a:cubicBezTo>
                  <a:cubicBezTo>
                    <a:pt x="606" y="5723"/>
                    <a:pt x="778" y="5550"/>
                    <a:pt x="778" y="5334"/>
                  </a:cubicBezTo>
                  <a:lnTo>
                    <a:pt x="778" y="390"/>
                  </a:lnTo>
                  <a:cubicBezTo>
                    <a:pt x="778" y="178"/>
                    <a:pt x="606" y="1"/>
                    <a:pt x="39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3"/>
            <p:cNvSpPr/>
            <p:nvPr/>
          </p:nvSpPr>
          <p:spPr>
            <a:xfrm>
              <a:off x="7544677" y="1985163"/>
              <a:ext cx="356721" cy="244024"/>
            </a:xfrm>
            <a:custGeom>
              <a:rect b="b" l="l" r="r" t="t"/>
              <a:pathLst>
                <a:path extrusionOk="0" h="9313" w="13614">
                  <a:moveTo>
                    <a:pt x="11554" y="409"/>
                  </a:moveTo>
                  <a:cubicBezTo>
                    <a:pt x="12380" y="428"/>
                    <a:pt x="13033" y="1105"/>
                    <a:pt x="13028" y="1931"/>
                  </a:cubicBezTo>
                  <a:cubicBezTo>
                    <a:pt x="13018" y="2751"/>
                    <a:pt x="12356" y="3419"/>
                    <a:pt x="11530" y="3428"/>
                  </a:cubicBezTo>
                  <a:lnTo>
                    <a:pt x="11516" y="3428"/>
                  </a:lnTo>
                  <a:cubicBezTo>
                    <a:pt x="10743" y="3428"/>
                    <a:pt x="10095" y="2843"/>
                    <a:pt x="10014" y="2075"/>
                  </a:cubicBezTo>
                  <a:lnTo>
                    <a:pt x="10014" y="2070"/>
                  </a:lnTo>
                  <a:cubicBezTo>
                    <a:pt x="10014" y="2051"/>
                    <a:pt x="10009" y="2027"/>
                    <a:pt x="10009" y="2003"/>
                  </a:cubicBezTo>
                  <a:lnTo>
                    <a:pt x="10009" y="1988"/>
                  </a:lnTo>
                  <a:lnTo>
                    <a:pt x="10009" y="1916"/>
                  </a:lnTo>
                  <a:cubicBezTo>
                    <a:pt x="10009" y="1806"/>
                    <a:pt x="9917" y="1715"/>
                    <a:pt x="9807" y="1715"/>
                  </a:cubicBezTo>
                  <a:lnTo>
                    <a:pt x="3893" y="1715"/>
                  </a:lnTo>
                  <a:cubicBezTo>
                    <a:pt x="3783" y="1715"/>
                    <a:pt x="3692" y="1806"/>
                    <a:pt x="3692" y="1916"/>
                  </a:cubicBezTo>
                  <a:lnTo>
                    <a:pt x="3692" y="2007"/>
                  </a:lnTo>
                  <a:lnTo>
                    <a:pt x="3692" y="2031"/>
                  </a:lnTo>
                  <a:cubicBezTo>
                    <a:pt x="3692" y="2051"/>
                    <a:pt x="3687" y="2075"/>
                    <a:pt x="3682" y="2094"/>
                  </a:cubicBezTo>
                  <a:cubicBezTo>
                    <a:pt x="3682" y="2103"/>
                    <a:pt x="3682" y="2113"/>
                    <a:pt x="3682" y="2123"/>
                  </a:cubicBezTo>
                  <a:cubicBezTo>
                    <a:pt x="3677" y="2142"/>
                    <a:pt x="3677" y="2161"/>
                    <a:pt x="3672" y="2180"/>
                  </a:cubicBezTo>
                  <a:cubicBezTo>
                    <a:pt x="3672" y="2190"/>
                    <a:pt x="3668" y="2199"/>
                    <a:pt x="3668" y="2209"/>
                  </a:cubicBezTo>
                  <a:cubicBezTo>
                    <a:pt x="3663" y="2233"/>
                    <a:pt x="3658" y="2252"/>
                    <a:pt x="3653" y="2276"/>
                  </a:cubicBezTo>
                  <a:cubicBezTo>
                    <a:pt x="3653" y="2281"/>
                    <a:pt x="3653" y="2286"/>
                    <a:pt x="3648" y="2295"/>
                  </a:cubicBezTo>
                  <a:cubicBezTo>
                    <a:pt x="3644" y="2319"/>
                    <a:pt x="3634" y="2348"/>
                    <a:pt x="3624" y="2372"/>
                  </a:cubicBezTo>
                  <a:cubicBezTo>
                    <a:pt x="3620" y="2382"/>
                    <a:pt x="3620" y="2391"/>
                    <a:pt x="3615" y="2406"/>
                  </a:cubicBezTo>
                  <a:cubicBezTo>
                    <a:pt x="3610" y="2415"/>
                    <a:pt x="3605" y="2435"/>
                    <a:pt x="3600" y="2449"/>
                  </a:cubicBezTo>
                  <a:cubicBezTo>
                    <a:pt x="3591" y="2463"/>
                    <a:pt x="3586" y="2478"/>
                    <a:pt x="3581" y="2487"/>
                  </a:cubicBezTo>
                  <a:lnTo>
                    <a:pt x="3567" y="2526"/>
                  </a:lnTo>
                  <a:cubicBezTo>
                    <a:pt x="3562" y="2540"/>
                    <a:pt x="3557" y="2555"/>
                    <a:pt x="3548" y="2569"/>
                  </a:cubicBezTo>
                  <a:lnTo>
                    <a:pt x="3538" y="2588"/>
                  </a:lnTo>
                  <a:cubicBezTo>
                    <a:pt x="3509" y="2646"/>
                    <a:pt x="3476" y="2703"/>
                    <a:pt x="3437" y="2761"/>
                  </a:cubicBezTo>
                  <a:lnTo>
                    <a:pt x="3437" y="2766"/>
                  </a:lnTo>
                  <a:cubicBezTo>
                    <a:pt x="3423" y="2785"/>
                    <a:pt x="3413" y="2804"/>
                    <a:pt x="3399" y="2823"/>
                  </a:cubicBezTo>
                  <a:cubicBezTo>
                    <a:pt x="3341" y="2900"/>
                    <a:pt x="3279" y="2967"/>
                    <a:pt x="3207" y="3035"/>
                  </a:cubicBezTo>
                  <a:lnTo>
                    <a:pt x="3197" y="3039"/>
                  </a:lnTo>
                  <a:lnTo>
                    <a:pt x="3154" y="3083"/>
                  </a:lnTo>
                  <a:lnTo>
                    <a:pt x="3140" y="3092"/>
                  </a:lnTo>
                  <a:cubicBezTo>
                    <a:pt x="2856" y="3322"/>
                    <a:pt x="2522" y="3430"/>
                    <a:pt x="2194" y="3430"/>
                  </a:cubicBezTo>
                  <a:cubicBezTo>
                    <a:pt x="1584" y="3430"/>
                    <a:pt x="991" y="3060"/>
                    <a:pt x="763" y="2420"/>
                  </a:cubicBezTo>
                  <a:cubicBezTo>
                    <a:pt x="418" y="1441"/>
                    <a:pt x="1147" y="409"/>
                    <a:pt x="2189" y="409"/>
                  </a:cubicBezTo>
                  <a:close/>
                  <a:moveTo>
                    <a:pt x="9605" y="2127"/>
                  </a:moveTo>
                  <a:cubicBezTo>
                    <a:pt x="9658" y="2617"/>
                    <a:pt x="9898" y="3073"/>
                    <a:pt x="10282" y="3390"/>
                  </a:cubicBezTo>
                  <a:cubicBezTo>
                    <a:pt x="10134" y="3491"/>
                    <a:pt x="9965" y="3543"/>
                    <a:pt x="9788" y="3543"/>
                  </a:cubicBezTo>
                  <a:lnTo>
                    <a:pt x="3879" y="3543"/>
                  </a:lnTo>
                  <a:cubicBezTo>
                    <a:pt x="3716" y="3524"/>
                    <a:pt x="3562" y="3467"/>
                    <a:pt x="3432" y="3371"/>
                  </a:cubicBezTo>
                  <a:cubicBezTo>
                    <a:pt x="3730" y="3111"/>
                    <a:pt x="3936" y="2771"/>
                    <a:pt x="4032" y="2391"/>
                  </a:cubicBezTo>
                  <a:cubicBezTo>
                    <a:pt x="4032" y="2387"/>
                    <a:pt x="4032" y="2377"/>
                    <a:pt x="4037" y="2372"/>
                  </a:cubicBezTo>
                  <a:cubicBezTo>
                    <a:pt x="4042" y="2353"/>
                    <a:pt x="4047" y="2329"/>
                    <a:pt x="4052" y="2305"/>
                  </a:cubicBezTo>
                  <a:cubicBezTo>
                    <a:pt x="4066" y="2247"/>
                    <a:pt x="4076" y="2185"/>
                    <a:pt x="4080" y="2127"/>
                  </a:cubicBezTo>
                  <a:close/>
                  <a:moveTo>
                    <a:pt x="2167" y="1"/>
                  </a:moveTo>
                  <a:cubicBezTo>
                    <a:pt x="918" y="1"/>
                    <a:pt x="1" y="1179"/>
                    <a:pt x="307" y="2391"/>
                  </a:cubicBezTo>
                  <a:cubicBezTo>
                    <a:pt x="532" y="3281"/>
                    <a:pt x="1329" y="3841"/>
                    <a:pt x="2174" y="3841"/>
                  </a:cubicBezTo>
                  <a:cubicBezTo>
                    <a:pt x="2482" y="3841"/>
                    <a:pt x="2796" y="3766"/>
                    <a:pt x="3092" y="3606"/>
                  </a:cubicBezTo>
                  <a:cubicBezTo>
                    <a:pt x="3245" y="3750"/>
                    <a:pt x="3442" y="3855"/>
                    <a:pt x="3648" y="3908"/>
                  </a:cubicBezTo>
                  <a:lnTo>
                    <a:pt x="3648" y="9107"/>
                  </a:lnTo>
                  <a:cubicBezTo>
                    <a:pt x="3648" y="9244"/>
                    <a:pt x="3750" y="9312"/>
                    <a:pt x="3852" y="9312"/>
                  </a:cubicBezTo>
                  <a:cubicBezTo>
                    <a:pt x="3954" y="9312"/>
                    <a:pt x="4056" y="9244"/>
                    <a:pt x="4056" y="9107"/>
                  </a:cubicBezTo>
                  <a:lnTo>
                    <a:pt x="4056" y="3947"/>
                  </a:lnTo>
                  <a:lnTo>
                    <a:pt x="9639" y="3947"/>
                  </a:lnTo>
                  <a:lnTo>
                    <a:pt x="9639" y="4897"/>
                  </a:lnTo>
                  <a:cubicBezTo>
                    <a:pt x="9639" y="5034"/>
                    <a:pt x="9741" y="5102"/>
                    <a:pt x="9843" y="5102"/>
                  </a:cubicBezTo>
                  <a:cubicBezTo>
                    <a:pt x="9945" y="5102"/>
                    <a:pt x="10047" y="5034"/>
                    <a:pt x="10047" y="4897"/>
                  </a:cubicBezTo>
                  <a:lnTo>
                    <a:pt x="10047" y="3923"/>
                  </a:lnTo>
                  <a:cubicBezTo>
                    <a:pt x="10268" y="3875"/>
                    <a:pt x="10474" y="3769"/>
                    <a:pt x="10642" y="3620"/>
                  </a:cubicBezTo>
                  <a:cubicBezTo>
                    <a:pt x="10919" y="3762"/>
                    <a:pt x="11215" y="3829"/>
                    <a:pt x="11509" y="3829"/>
                  </a:cubicBezTo>
                  <a:cubicBezTo>
                    <a:pt x="12103" y="3829"/>
                    <a:pt x="12684" y="3552"/>
                    <a:pt x="13057" y="3044"/>
                  </a:cubicBezTo>
                  <a:cubicBezTo>
                    <a:pt x="13614" y="2291"/>
                    <a:pt x="13542" y="1239"/>
                    <a:pt x="12884" y="567"/>
                  </a:cubicBezTo>
                  <a:lnTo>
                    <a:pt x="12884" y="572"/>
                  </a:lnTo>
                  <a:cubicBezTo>
                    <a:pt x="12534" y="217"/>
                    <a:pt x="12063" y="10"/>
                    <a:pt x="11564" y="1"/>
                  </a:cubicBezTo>
                  <a:lnTo>
                    <a:pt x="2175" y="1"/>
                  </a:lnTo>
                  <a:cubicBezTo>
                    <a:pt x="2172" y="1"/>
                    <a:pt x="2170"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3"/>
            <p:cNvSpPr/>
            <p:nvPr/>
          </p:nvSpPr>
          <p:spPr>
            <a:xfrm>
              <a:off x="7565665" y="2009060"/>
              <a:ext cx="61550" cy="52719"/>
            </a:xfrm>
            <a:custGeom>
              <a:rect b="b" l="l" r="r" t="t"/>
              <a:pathLst>
                <a:path extrusionOk="0" h="2012" w="2349">
                  <a:moveTo>
                    <a:pt x="1342" y="407"/>
                  </a:moveTo>
                  <a:cubicBezTo>
                    <a:pt x="1649" y="407"/>
                    <a:pt x="1945" y="646"/>
                    <a:pt x="1945" y="1004"/>
                  </a:cubicBezTo>
                  <a:cubicBezTo>
                    <a:pt x="1945" y="1335"/>
                    <a:pt x="1676" y="1599"/>
                    <a:pt x="1350" y="1604"/>
                  </a:cubicBezTo>
                  <a:cubicBezTo>
                    <a:pt x="817" y="1604"/>
                    <a:pt x="548" y="961"/>
                    <a:pt x="927" y="582"/>
                  </a:cubicBezTo>
                  <a:cubicBezTo>
                    <a:pt x="1048" y="461"/>
                    <a:pt x="1196" y="407"/>
                    <a:pt x="1342" y="407"/>
                  </a:cubicBezTo>
                  <a:close/>
                  <a:moveTo>
                    <a:pt x="1350" y="1"/>
                  </a:moveTo>
                  <a:cubicBezTo>
                    <a:pt x="452" y="1"/>
                    <a:pt x="1" y="1081"/>
                    <a:pt x="634" y="1715"/>
                  </a:cubicBezTo>
                  <a:cubicBezTo>
                    <a:pt x="840" y="1920"/>
                    <a:pt x="1092" y="2012"/>
                    <a:pt x="1339" y="2012"/>
                  </a:cubicBezTo>
                  <a:cubicBezTo>
                    <a:pt x="1854" y="2012"/>
                    <a:pt x="2348" y="1611"/>
                    <a:pt x="2348" y="1004"/>
                  </a:cubicBezTo>
                  <a:cubicBezTo>
                    <a:pt x="2348" y="452"/>
                    <a:pt x="1902" y="6"/>
                    <a:pt x="13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3"/>
            <p:cNvSpPr/>
            <p:nvPr/>
          </p:nvSpPr>
          <p:spPr>
            <a:xfrm>
              <a:off x="7812074" y="2009060"/>
              <a:ext cx="61419" cy="52719"/>
            </a:xfrm>
            <a:custGeom>
              <a:rect b="b" l="l" r="r" t="t"/>
              <a:pathLst>
                <a:path extrusionOk="0" h="2012" w="2344">
                  <a:moveTo>
                    <a:pt x="1334" y="407"/>
                  </a:moveTo>
                  <a:cubicBezTo>
                    <a:pt x="1642" y="407"/>
                    <a:pt x="1935" y="646"/>
                    <a:pt x="1935" y="1004"/>
                  </a:cubicBezTo>
                  <a:cubicBezTo>
                    <a:pt x="1935" y="1335"/>
                    <a:pt x="1671" y="1599"/>
                    <a:pt x="1340" y="1604"/>
                  </a:cubicBezTo>
                  <a:cubicBezTo>
                    <a:pt x="807" y="1604"/>
                    <a:pt x="543" y="961"/>
                    <a:pt x="917" y="582"/>
                  </a:cubicBezTo>
                  <a:cubicBezTo>
                    <a:pt x="1039" y="461"/>
                    <a:pt x="1188" y="407"/>
                    <a:pt x="1334" y="407"/>
                  </a:cubicBezTo>
                  <a:close/>
                  <a:moveTo>
                    <a:pt x="1340" y="1"/>
                  </a:moveTo>
                  <a:cubicBezTo>
                    <a:pt x="447" y="1"/>
                    <a:pt x="1" y="1086"/>
                    <a:pt x="629" y="1715"/>
                  </a:cubicBezTo>
                  <a:cubicBezTo>
                    <a:pt x="835" y="1920"/>
                    <a:pt x="1087" y="2012"/>
                    <a:pt x="1334" y="2012"/>
                  </a:cubicBezTo>
                  <a:cubicBezTo>
                    <a:pt x="1849" y="2012"/>
                    <a:pt x="2343" y="1611"/>
                    <a:pt x="2343" y="1004"/>
                  </a:cubicBezTo>
                  <a:cubicBezTo>
                    <a:pt x="2343" y="452"/>
                    <a:pt x="1897" y="1"/>
                    <a:pt x="1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3"/>
            <p:cNvSpPr/>
            <p:nvPr/>
          </p:nvSpPr>
          <p:spPr>
            <a:xfrm>
              <a:off x="7574469" y="2133470"/>
              <a:ext cx="299259" cy="215096"/>
            </a:xfrm>
            <a:custGeom>
              <a:rect b="b" l="l" r="r" t="t"/>
              <a:pathLst>
                <a:path extrusionOk="0" h="8209" w="11421">
                  <a:moveTo>
                    <a:pt x="9448" y="5717"/>
                  </a:moveTo>
                  <a:cubicBezTo>
                    <a:pt x="9606" y="5717"/>
                    <a:pt x="9736" y="5847"/>
                    <a:pt x="9736" y="6005"/>
                  </a:cubicBezTo>
                  <a:lnTo>
                    <a:pt x="9736" y="6553"/>
                  </a:lnTo>
                  <a:lnTo>
                    <a:pt x="1686" y="6553"/>
                  </a:lnTo>
                  <a:lnTo>
                    <a:pt x="1686" y="6005"/>
                  </a:lnTo>
                  <a:cubicBezTo>
                    <a:pt x="1686" y="5847"/>
                    <a:pt x="1815" y="5717"/>
                    <a:pt x="1974" y="5717"/>
                  </a:cubicBezTo>
                  <a:close/>
                  <a:moveTo>
                    <a:pt x="10456" y="6961"/>
                  </a:moveTo>
                  <a:cubicBezTo>
                    <a:pt x="10763" y="6961"/>
                    <a:pt x="11013" y="7210"/>
                    <a:pt x="11013" y="7517"/>
                  </a:cubicBezTo>
                  <a:lnTo>
                    <a:pt x="11013" y="7801"/>
                  </a:lnTo>
                  <a:lnTo>
                    <a:pt x="409" y="7801"/>
                  </a:lnTo>
                  <a:lnTo>
                    <a:pt x="409" y="7517"/>
                  </a:lnTo>
                  <a:cubicBezTo>
                    <a:pt x="409" y="7210"/>
                    <a:pt x="658" y="6961"/>
                    <a:pt x="966" y="6961"/>
                  </a:cubicBezTo>
                  <a:close/>
                  <a:moveTo>
                    <a:pt x="8704" y="0"/>
                  </a:moveTo>
                  <a:cubicBezTo>
                    <a:pt x="8603" y="0"/>
                    <a:pt x="8502" y="68"/>
                    <a:pt x="8502" y="202"/>
                  </a:cubicBezTo>
                  <a:lnTo>
                    <a:pt x="8502" y="5314"/>
                  </a:lnTo>
                  <a:lnTo>
                    <a:pt x="2919" y="5314"/>
                  </a:lnTo>
                  <a:lnTo>
                    <a:pt x="2919" y="4407"/>
                  </a:lnTo>
                  <a:cubicBezTo>
                    <a:pt x="2919" y="4270"/>
                    <a:pt x="2817" y="4202"/>
                    <a:pt x="2715" y="4202"/>
                  </a:cubicBezTo>
                  <a:cubicBezTo>
                    <a:pt x="2613" y="4202"/>
                    <a:pt x="2511" y="4270"/>
                    <a:pt x="2511" y="4407"/>
                  </a:cubicBezTo>
                  <a:lnTo>
                    <a:pt x="2511" y="5309"/>
                  </a:lnTo>
                  <a:lnTo>
                    <a:pt x="1974" y="5309"/>
                  </a:lnTo>
                  <a:cubicBezTo>
                    <a:pt x="1590" y="5309"/>
                    <a:pt x="1278" y="5621"/>
                    <a:pt x="1278" y="6005"/>
                  </a:cubicBezTo>
                  <a:lnTo>
                    <a:pt x="1278" y="6553"/>
                  </a:lnTo>
                  <a:lnTo>
                    <a:pt x="966" y="6553"/>
                  </a:lnTo>
                  <a:cubicBezTo>
                    <a:pt x="433" y="6553"/>
                    <a:pt x="1" y="6985"/>
                    <a:pt x="1" y="7517"/>
                  </a:cubicBezTo>
                  <a:lnTo>
                    <a:pt x="1" y="8007"/>
                  </a:lnTo>
                  <a:cubicBezTo>
                    <a:pt x="1" y="8118"/>
                    <a:pt x="92" y="8209"/>
                    <a:pt x="202" y="8209"/>
                  </a:cubicBezTo>
                  <a:lnTo>
                    <a:pt x="11214" y="8209"/>
                  </a:lnTo>
                  <a:cubicBezTo>
                    <a:pt x="11329" y="8209"/>
                    <a:pt x="11421" y="8118"/>
                    <a:pt x="11421" y="8007"/>
                  </a:cubicBezTo>
                  <a:lnTo>
                    <a:pt x="11421" y="7517"/>
                  </a:lnTo>
                  <a:cubicBezTo>
                    <a:pt x="11416" y="6985"/>
                    <a:pt x="10989" y="6553"/>
                    <a:pt x="10456" y="6553"/>
                  </a:cubicBezTo>
                  <a:lnTo>
                    <a:pt x="10139" y="6553"/>
                  </a:lnTo>
                  <a:lnTo>
                    <a:pt x="10139" y="6005"/>
                  </a:lnTo>
                  <a:cubicBezTo>
                    <a:pt x="10139" y="5621"/>
                    <a:pt x="9832" y="5309"/>
                    <a:pt x="9448" y="5309"/>
                  </a:cubicBezTo>
                  <a:lnTo>
                    <a:pt x="8905" y="5309"/>
                  </a:lnTo>
                  <a:lnTo>
                    <a:pt x="8905" y="202"/>
                  </a:lnTo>
                  <a:cubicBezTo>
                    <a:pt x="8905" y="68"/>
                    <a:pt x="8804" y="0"/>
                    <a:pt x="8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3"/>
            <p:cNvSpPr/>
            <p:nvPr/>
          </p:nvSpPr>
          <p:spPr>
            <a:xfrm>
              <a:off x="7665051" y="2098384"/>
              <a:ext cx="31574" cy="160621"/>
            </a:xfrm>
            <a:custGeom>
              <a:rect b="b" l="l" r="r" t="t"/>
              <a:pathLst>
                <a:path extrusionOk="0" h="6130" w="1205">
                  <a:moveTo>
                    <a:pt x="602" y="437"/>
                  </a:moveTo>
                  <a:cubicBezTo>
                    <a:pt x="691" y="437"/>
                    <a:pt x="780" y="494"/>
                    <a:pt x="787" y="610"/>
                  </a:cubicBezTo>
                  <a:lnTo>
                    <a:pt x="787" y="5554"/>
                  </a:lnTo>
                  <a:cubicBezTo>
                    <a:pt x="780" y="5672"/>
                    <a:pt x="691" y="5730"/>
                    <a:pt x="602" y="5730"/>
                  </a:cubicBezTo>
                  <a:cubicBezTo>
                    <a:pt x="514" y="5730"/>
                    <a:pt x="425" y="5672"/>
                    <a:pt x="418" y="5554"/>
                  </a:cubicBezTo>
                  <a:lnTo>
                    <a:pt x="418" y="610"/>
                  </a:lnTo>
                  <a:cubicBezTo>
                    <a:pt x="425" y="494"/>
                    <a:pt x="514" y="437"/>
                    <a:pt x="602" y="437"/>
                  </a:cubicBezTo>
                  <a:close/>
                  <a:moveTo>
                    <a:pt x="605" y="0"/>
                  </a:moveTo>
                  <a:cubicBezTo>
                    <a:pt x="269" y="0"/>
                    <a:pt x="0" y="278"/>
                    <a:pt x="10" y="610"/>
                  </a:cubicBezTo>
                  <a:lnTo>
                    <a:pt x="10" y="5554"/>
                  </a:lnTo>
                  <a:cubicBezTo>
                    <a:pt x="19" y="5876"/>
                    <a:pt x="283" y="6130"/>
                    <a:pt x="605" y="6130"/>
                  </a:cubicBezTo>
                  <a:cubicBezTo>
                    <a:pt x="922" y="6130"/>
                    <a:pt x="1186" y="5876"/>
                    <a:pt x="1195" y="5554"/>
                  </a:cubicBezTo>
                  <a:lnTo>
                    <a:pt x="1195" y="610"/>
                  </a:lnTo>
                  <a:cubicBezTo>
                    <a:pt x="1205" y="278"/>
                    <a:pt x="936" y="0"/>
                    <a:pt x="6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83"/>
            <p:cNvSpPr/>
            <p:nvPr/>
          </p:nvSpPr>
          <p:spPr>
            <a:xfrm>
              <a:off x="7708312" y="2098384"/>
              <a:ext cx="31600" cy="160621"/>
            </a:xfrm>
            <a:custGeom>
              <a:rect b="b" l="l" r="r" t="t"/>
              <a:pathLst>
                <a:path extrusionOk="0" h="6130" w="1206">
                  <a:moveTo>
                    <a:pt x="603" y="437"/>
                  </a:moveTo>
                  <a:cubicBezTo>
                    <a:pt x="692" y="437"/>
                    <a:pt x="780" y="494"/>
                    <a:pt x="788" y="610"/>
                  </a:cubicBezTo>
                  <a:lnTo>
                    <a:pt x="788" y="5554"/>
                  </a:lnTo>
                  <a:cubicBezTo>
                    <a:pt x="780" y="5672"/>
                    <a:pt x="692" y="5730"/>
                    <a:pt x="603" y="5730"/>
                  </a:cubicBezTo>
                  <a:cubicBezTo>
                    <a:pt x="514" y="5730"/>
                    <a:pt x="425" y="5672"/>
                    <a:pt x="418" y="5554"/>
                  </a:cubicBezTo>
                  <a:lnTo>
                    <a:pt x="418" y="610"/>
                  </a:lnTo>
                  <a:cubicBezTo>
                    <a:pt x="425" y="494"/>
                    <a:pt x="514" y="437"/>
                    <a:pt x="603" y="437"/>
                  </a:cubicBezTo>
                  <a:close/>
                  <a:moveTo>
                    <a:pt x="600" y="0"/>
                  </a:moveTo>
                  <a:cubicBezTo>
                    <a:pt x="269" y="0"/>
                    <a:pt x="0" y="278"/>
                    <a:pt x="10" y="610"/>
                  </a:cubicBezTo>
                  <a:lnTo>
                    <a:pt x="10" y="5554"/>
                  </a:lnTo>
                  <a:cubicBezTo>
                    <a:pt x="19" y="5876"/>
                    <a:pt x="284" y="6130"/>
                    <a:pt x="600" y="6130"/>
                  </a:cubicBezTo>
                  <a:cubicBezTo>
                    <a:pt x="922" y="6130"/>
                    <a:pt x="1186" y="5876"/>
                    <a:pt x="1196" y="5554"/>
                  </a:cubicBezTo>
                  <a:lnTo>
                    <a:pt x="1196" y="610"/>
                  </a:lnTo>
                  <a:cubicBezTo>
                    <a:pt x="1205" y="278"/>
                    <a:pt x="936"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83"/>
            <p:cNvSpPr/>
            <p:nvPr/>
          </p:nvSpPr>
          <p:spPr>
            <a:xfrm>
              <a:off x="7751834" y="2099380"/>
              <a:ext cx="31076" cy="159626"/>
            </a:xfrm>
            <a:custGeom>
              <a:rect b="b" l="l" r="r" t="t"/>
              <a:pathLst>
                <a:path extrusionOk="0" h="6092" w="1186">
                  <a:moveTo>
                    <a:pt x="593" y="399"/>
                  </a:moveTo>
                  <a:cubicBezTo>
                    <a:pt x="682" y="399"/>
                    <a:pt x="771" y="456"/>
                    <a:pt x="778" y="572"/>
                  </a:cubicBezTo>
                  <a:lnTo>
                    <a:pt x="778" y="5516"/>
                  </a:lnTo>
                  <a:cubicBezTo>
                    <a:pt x="771" y="5634"/>
                    <a:pt x="682" y="5692"/>
                    <a:pt x="593" y="5692"/>
                  </a:cubicBezTo>
                  <a:cubicBezTo>
                    <a:pt x="504" y="5692"/>
                    <a:pt x="415" y="5634"/>
                    <a:pt x="408" y="5516"/>
                  </a:cubicBezTo>
                  <a:lnTo>
                    <a:pt x="408" y="572"/>
                  </a:lnTo>
                  <a:cubicBezTo>
                    <a:pt x="415" y="456"/>
                    <a:pt x="504" y="399"/>
                    <a:pt x="593" y="399"/>
                  </a:cubicBezTo>
                  <a:close/>
                  <a:moveTo>
                    <a:pt x="591" y="0"/>
                  </a:moveTo>
                  <a:cubicBezTo>
                    <a:pt x="274" y="0"/>
                    <a:pt x="10" y="255"/>
                    <a:pt x="0" y="572"/>
                  </a:cubicBezTo>
                  <a:lnTo>
                    <a:pt x="0" y="5516"/>
                  </a:lnTo>
                  <a:cubicBezTo>
                    <a:pt x="10" y="5838"/>
                    <a:pt x="274" y="6092"/>
                    <a:pt x="591" y="6092"/>
                  </a:cubicBezTo>
                  <a:cubicBezTo>
                    <a:pt x="912" y="6092"/>
                    <a:pt x="1171" y="5838"/>
                    <a:pt x="1186" y="5516"/>
                  </a:cubicBezTo>
                  <a:lnTo>
                    <a:pt x="1186" y="572"/>
                  </a:lnTo>
                  <a:cubicBezTo>
                    <a:pt x="1171" y="255"/>
                    <a:pt x="912" y="0"/>
                    <a:pt x="5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0" name="Google Shape;15480;p83"/>
          <p:cNvGrpSpPr/>
          <p:nvPr/>
        </p:nvGrpSpPr>
        <p:grpSpPr>
          <a:xfrm>
            <a:off x="6602959" y="2908513"/>
            <a:ext cx="363402" cy="333322"/>
            <a:chOff x="6602959" y="2908513"/>
            <a:chExt cx="363402" cy="333322"/>
          </a:xfrm>
        </p:grpSpPr>
        <p:sp>
          <p:nvSpPr>
            <p:cNvPr id="15481" name="Google Shape;15481;p83"/>
            <p:cNvSpPr/>
            <p:nvPr/>
          </p:nvSpPr>
          <p:spPr>
            <a:xfrm>
              <a:off x="6613781" y="2913911"/>
              <a:ext cx="341628" cy="322527"/>
            </a:xfrm>
            <a:custGeom>
              <a:rect b="b" l="l" r="r" t="t"/>
              <a:pathLst>
                <a:path extrusionOk="0" h="12309" w="13038">
                  <a:moveTo>
                    <a:pt x="0" y="1"/>
                  </a:moveTo>
                  <a:lnTo>
                    <a:pt x="0" y="12308"/>
                  </a:lnTo>
                  <a:lnTo>
                    <a:pt x="13038" y="12308"/>
                  </a:lnTo>
                  <a:lnTo>
                    <a:pt x="13038"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3"/>
            <p:cNvSpPr/>
            <p:nvPr/>
          </p:nvSpPr>
          <p:spPr>
            <a:xfrm>
              <a:off x="6613781" y="2913911"/>
              <a:ext cx="341628" cy="322527"/>
            </a:xfrm>
            <a:custGeom>
              <a:rect b="b" l="l" r="r" t="t"/>
              <a:pathLst>
                <a:path extrusionOk="0" h="12309" w="13038">
                  <a:moveTo>
                    <a:pt x="5511" y="1"/>
                  </a:moveTo>
                  <a:cubicBezTo>
                    <a:pt x="5511" y="5641"/>
                    <a:pt x="0" y="12308"/>
                    <a:pt x="0" y="12308"/>
                  </a:cubicBezTo>
                  <a:lnTo>
                    <a:pt x="13038" y="12308"/>
                  </a:lnTo>
                  <a:cubicBezTo>
                    <a:pt x="13038" y="12308"/>
                    <a:pt x="7532" y="5636"/>
                    <a:pt x="753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3"/>
            <p:cNvSpPr/>
            <p:nvPr/>
          </p:nvSpPr>
          <p:spPr>
            <a:xfrm>
              <a:off x="6613781" y="3136292"/>
              <a:ext cx="341628" cy="100146"/>
            </a:xfrm>
            <a:custGeom>
              <a:rect b="b" l="l" r="r" t="t"/>
              <a:pathLst>
                <a:path extrusionOk="0" h="3822" w="13038">
                  <a:moveTo>
                    <a:pt x="0" y="1"/>
                  </a:moveTo>
                  <a:lnTo>
                    <a:pt x="0" y="3821"/>
                  </a:lnTo>
                  <a:lnTo>
                    <a:pt x="13038" y="3821"/>
                  </a:lnTo>
                  <a:lnTo>
                    <a:pt x="13038"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83"/>
            <p:cNvSpPr/>
            <p:nvPr/>
          </p:nvSpPr>
          <p:spPr>
            <a:xfrm>
              <a:off x="6613781" y="3136423"/>
              <a:ext cx="271458" cy="28823"/>
            </a:xfrm>
            <a:custGeom>
              <a:rect b="b" l="l" r="r" t="t"/>
              <a:pathLst>
                <a:path extrusionOk="0" h="1100" w="10360">
                  <a:moveTo>
                    <a:pt x="0" y="0"/>
                  </a:moveTo>
                  <a:lnTo>
                    <a:pt x="0" y="1100"/>
                  </a:lnTo>
                  <a:lnTo>
                    <a:pt x="8746" y="1100"/>
                  </a:lnTo>
                  <a:cubicBezTo>
                    <a:pt x="9457" y="1100"/>
                    <a:pt x="10100" y="663"/>
                    <a:pt x="10359"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83"/>
            <p:cNvSpPr/>
            <p:nvPr/>
          </p:nvSpPr>
          <p:spPr>
            <a:xfrm>
              <a:off x="6613781" y="2913911"/>
              <a:ext cx="147441" cy="322527"/>
            </a:xfrm>
            <a:custGeom>
              <a:rect b="b" l="l" r="r" t="t"/>
              <a:pathLst>
                <a:path extrusionOk="0" h="12309" w="5627">
                  <a:moveTo>
                    <a:pt x="0" y="1"/>
                  </a:moveTo>
                  <a:lnTo>
                    <a:pt x="0" y="12308"/>
                  </a:lnTo>
                  <a:lnTo>
                    <a:pt x="1897" y="12308"/>
                  </a:lnTo>
                  <a:cubicBezTo>
                    <a:pt x="2017" y="12308"/>
                    <a:pt x="2127" y="12241"/>
                    <a:pt x="2185" y="12136"/>
                  </a:cubicBezTo>
                  <a:cubicBezTo>
                    <a:pt x="2871" y="10892"/>
                    <a:pt x="1181" y="6284"/>
                    <a:pt x="1181" y="6284"/>
                  </a:cubicBezTo>
                  <a:cubicBezTo>
                    <a:pt x="1181" y="6284"/>
                    <a:pt x="5626" y="2271"/>
                    <a:pt x="4436"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3"/>
            <p:cNvSpPr/>
            <p:nvPr/>
          </p:nvSpPr>
          <p:spPr>
            <a:xfrm>
              <a:off x="6613912" y="2913911"/>
              <a:ext cx="53348" cy="322527"/>
            </a:xfrm>
            <a:custGeom>
              <a:rect b="b" l="l" r="r" t="t"/>
              <a:pathLst>
                <a:path extrusionOk="0" h="12309" w="2036">
                  <a:moveTo>
                    <a:pt x="0" y="1"/>
                  </a:moveTo>
                  <a:lnTo>
                    <a:pt x="0" y="12308"/>
                  </a:lnTo>
                  <a:lnTo>
                    <a:pt x="922" y="12308"/>
                  </a:lnTo>
                  <a:cubicBezTo>
                    <a:pt x="1042" y="12308"/>
                    <a:pt x="1152" y="12241"/>
                    <a:pt x="1210" y="12140"/>
                  </a:cubicBezTo>
                  <a:cubicBezTo>
                    <a:pt x="1896" y="10892"/>
                    <a:pt x="370" y="6284"/>
                    <a:pt x="370" y="6284"/>
                  </a:cubicBezTo>
                  <a:cubicBezTo>
                    <a:pt x="370" y="6284"/>
                    <a:pt x="2036" y="2358"/>
                    <a:pt x="133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3"/>
            <p:cNvSpPr/>
            <p:nvPr/>
          </p:nvSpPr>
          <p:spPr>
            <a:xfrm>
              <a:off x="6623581" y="2913911"/>
              <a:ext cx="137642" cy="322527"/>
            </a:xfrm>
            <a:custGeom>
              <a:rect b="b" l="l" r="r" t="t"/>
              <a:pathLst>
                <a:path extrusionOk="0" h="12309" w="5253">
                  <a:moveTo>
                    <a:pt x="3102" y="1"/>
                  </a:moveTo>
                  <a:cubicBezTo>
                    <a:pt x="2809" y="3654"/>
                    <a:pt x="1" y="6284"/>
                    <a:pt x="1" y="6284"/>
                  </a:cubicBezTo>
                  <a:cubicBezTo>
                    <a:pt x="1" y="6284"/>
                    <a:pt x="1527" y="10892"/>
                    <a:pt x="841" y="12136"/>
                  </a:cubicBezTo>
                  <a:cubicBezTo>
                    <a:pt x="778" y="12241"/>
                    <a:pt x="668" y="12308"/>
                    <a:pt x="548" y="12308"/>
                  </a:cubicBezTo>
                  <a:lnTo>
                    <a:pt x="1523" y="12308"/>
                  </a:lnTo>
                  <a:cubicBezTo>
                    <a:pt x="1643" y="12308"/>
                    <a:pt x="1753" y="12241"/>
                    <a:pt x="1811" y="12136"/>
                  </a:cubicBezTo>
                  <a:cubicBezTo>
                    <a:pt x="2497" y="10892"/>
                    <a:pt x="807" y="6284"/>
                    <a:pt x="807" y="6284"/>
                  </a:cubicBezTo>
                  <a:cubicBezTo>
                    <a:pt x="807" y="6284"/>
                    <a:pt x="5252" y="2271"/>
                    <a:pt x="40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3"/>
            <p:cNvSpPr/>
            <p:nvPr/>
          </p:nvSpPr>
          <p:spPr>
            <a:xfrm>
              <a:off x="6608252" y="3072148"/>
              <a:ext cx="45540" cy="21276"/>
            </a:xfrm>
            <a:custGeom>
              <a:rect b="b" l="l" r="r" t="t"/>
              <a:pathLst>
                <a:path extrusionOk="0" h="812" w="1738">
                  <a:moveTo>
                    <a:pt x="192" y="0"/>
                  </a:moveTo>
                  <a:cubicBezTo>
                    <a:pt x="87" y="0"/>
                    <a:pt x="0" y="87"/>
                    <a:pt x="0" y="197"/>
                  </a:cubicBezTo>
                  <a:lnTo>
                    <a:pt x="0" y="615"/>
                  </a:lnTo>
                  <a:cubicBezTo>
                    <a:pt x="0" y="725"/>
                    <a:pt x="87" y="812"/>
                    <a:pt x="192" y="812"/>
                  </a:cubicBezTo>
                  <a:lnTo>
                    <a:pt x="1546" y="812"/>
                  </a:lnTo>
                  <a:cubicBezTo>
                    <a:pt x="1651" y="812"/>
                    <a:pt x="1738" y="725"/>
                    <a:pt x="1738" y="615"/>
                  </a:cubicBezTo>
                  <a:lnTo>
                    <a:pt x="1738" y="197"/>
                  </a:lnTo>
                  <a:cubicBezTo>
                    <a:pt x="1738" y="87"/>
                    <a:pt x="1651"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3"/>
            <p:cNvSpPr/>
            <p:nvPr/>
          </p:nvSpPr>
          <p:spPr>
            <a:xfrm>
              <a:off x="6807994" y="2913911"/>
              <a:ext cx="147415" cy="322527"/>
            </a:xfrm>
            <a:custGeom>
              <a:rect b="b" l="l" r="r" t="t"/>
              <a:pathLst>
                <a:path extrusionOk="0" h="12309" w="5626">
                  <a:moveTo>
                    <a:pt x="1190" y="1"/>
                  </a:moveTo>
                  <a:cubicBezTo>
                    <a:pt x="0" y="2271"/>
                    <a:pt x="4450" y="6284"/>
                    <a:pt x="4450" y="6284"/>
                  </a:cubicBezTo>
                  <a:cubicBezTo>
                    <a:pt x="4450" y="6284"/>
                    <a:pt x="2755" y="10892"/>
                    <a:pt x="3442" y="12136"/>
                  </a:cubicBezTo>
                  <a:cubicBezTo>
                    <a:pt x="3499" y="12241"/>
                    <a:pt x="3610" y="12308"/>
                    <a:pt x="3735" y="12308"/>
                  </a:cubicBezTo>
                  <a:lnTo>
                    <a:pt x="5626" y="12308"/>
                  </a:lnTo>
                  <a:lnTo>
                    <a:pt x="5626"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3"/>
            <p:cNvSpPr/>
            <p:nvPr/>
          </p:nvSpPr>
          <p:spPr>
            <a:xfrm>
              <a:off x="6901930" y="2913911"/>
              <a:ext cx="53479" cy="322527"/>
            </a:xfrm>
            <a:custGeom>
              <a:rect b="b" l="l" r="r" t="t"/>
              <a:pathLst>
                <a:path extrusionOk="0" h="12309" w="2041">
                  <a:moveTo>
                    <a:pt x="702" y="1"/>
                  </a:moveTo>
                  <a:cubicBezTo>
                    <a:pt x="1" y="2358"/>
                    <a:pt x="1666" y="6284"/>
                    <a:pt x="1666" y="6284"/>
                  </a:cubicBezTo>
                  <a:cubicBezTo>
                    <a:pt x="1666" y="6284"/>
                    <a:pt x="140" y="10892"/>
                    <a:pt x="826" y="12140"/>
                  </a:cubicBezTo>
                  <a:cubicBezTo>
                    <a:pt x="884" y="12241"/>
                    <a:pt x="994" y="12308"/>
                    <a:pt x="1114" y="12308"/>
                  </a:cubicBezTo>
                  <a:lnTo>
                    <a:pt x="2041" y="12308"/>
                  </a:lnTo>
                  <a:lnTo>
                    <a:pt x="20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3"/>
            <p:cNvSpPr/>
            <p:nvPr/>
          </p:nvSpPr>
          <p:spPr>
            <a:xfrm>
              <a:off x="6808099" y="2913911"/>
              <a:ext cx="137642" cy="322527"/>
            </a:xfrm>
            <a:custGeom>
              <a:rect b="b" l="l" r="r" t="t"/>
              <a:pathLst>
                <a:path extrusionOk="0" h="12309" w="5253">
                  <a:moveTo>
                    <a:pt x="1186" y="1"/>
                  </a:moveTo>
                  <a:cubicBezTo>
                    <a:pt x="1" y="2271"/>
                    <a:pt x="4451" y="6284"/>
                    <a:pt x="4451" y="6284"/>
                  </a:cubicBezTo>
                  <a:cubicBezTo>
                    <a:pt x="4451" y="6284"/>
                    <a:pt x="2756" y="10892"/>
                    <a:pt x="3443" y="12136"/>
                  </a:cubicBezTo>
                  <a:cubicBezTo>
                    <a:pt x="3500" y="12241"/>
                    <a:pt x="3611" y="12308"/>
                    <a:pt x="3735" y="12308"/>
                  </a:cubicBezTo>
                  <a:lnTo>
                    <a:pt x="4705" y="12308"/>
                  </a:lnTo>
                  <a:cubicBezTo>
                    <a:pt x="4580" y="12308"/>
                    <a:pt x="4470" y="12241"/>
                    <a:pt x="4412" y="12136"/>
                  </a:cubicBezTo>
                  <a:cubicBezTo>
                    <a:pt x="3721" y="10892"/>
                    <a:pt x="5252" y="6284"/>
                    <a:pt x="5252" y="6284"/>
                  </a:cubicBezTo>
                  <a:cubicBezTo>
                    <a:pt x="5252" y="6284"/>
                    <a:pt x="2444" y="3654"/>
                    <a:pt x="214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3"/>
            <p:cNvSpPr/>
            <p:nvPr/>
          </p:nvSpPr>
          <p:spPr>
            <a:xfrm>
              <a:off x="6915398" y="3072148"/>
              <a:ext cx="45566" cy="21276"/>
            </a:xfrm>
            <a:custGeom>
              <a:rect b="b" l="l" r="r" t="t"/>
              <a:pathLst>
                <a:path extrusionOk="0" h="812" w="1739">
                  <a:moveTo>
                    <a:pt x="192" y="0"/>
                  </a:moveTo>
                  <a:cubicBezTo>
                    <a:pt x="87" y="0"/>
                    <a:pt x="0" y="87"/>
                    <a:pt x="0" y="197"/>
                  </a:cubicBezTo>
                  <a:lnTo>
                    <a:pt x="0" y="615"/>
                  </a:lnTo>
                  <a:cubicBezTo>
                    <a:pt x="0" y="725"/>
                    <a:pt x="87" y="812"/>
                    <a:pt x="197" y="812"/>
                  </a:cubicBezTo>
                  <a:lnTo>
                    <a:pt x="1546" y="812"/>
                  </a:lnTo>
                  <a:cubicBezTo>
                    <a:pt x="1652" y="812"/>
                    <a:pt x="1738" y="725"/>
                    <a:pt x="1738" y="615"/>
                  </a:cubicBezTo>
                  <a:lnTo>
                    <a:pt x="1738" y="197"/>
                  </a:lnTo>
                  <a:cubicBezTo>
                    <a:pt x="1738" y="87"/>
                    <a:pt x="1652"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3"/>
            <p:cNvSpPr/>
            <p:nvPr/>
          </p:nvSpPr>
          <p:spPr>
            <a:xfrm>
              <a:off x="6915398" y="3077677"/>
              <a:ext cx="45566" cy="15748"/>
            </a:xfrm>
            <a:custGeom>
              <a:rect b="b" l="l" r="r" t="t"/>
              <a:pathLst>
                <a:path extrusionOk="0" h="601" w="1739">
                  <a:moveTo>
                    <a:pt x="0" y="1"/>
                  </a:moveTo>
                  <a:lnTo>
                    <a:pt x="0" y="404"/>
                  </a:lnTo>
                  <a:cubicBezTo>
                    <a:pt x="0" y="514"/>
                    <a:pt x="87" y="601"/>
                    <a:pt x="192" y="601"/>
                  </a:cubicBezTo>
                  <a:lnTo>
                    <a:pt x="1546" y="601"/>
                  </a:lnTo>
                  <a:cubicBezTo>
                    <a:pt x="1652" y="601"/>
                    <a:pt x="1738" y="514"/>
                    <a:pt x="1738" y="404"/>
                  </a:cubicBezTo>
                  <a:lnTo>
                    <a:pt x="1738" y="1"/>
                  </a:lnTo>
                  <a:cubicBezTo>
                    <a:pt x="1738" y="106"/>
                    <a:pt x="1652"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3"/>
            <p:cNvSpPr/>
            <p:nvPr/>
          </p:nvSpPr>
          <p:spPr>
            <a:xfrm>
              <a:off x="6884086" y="3093267"/>
              <a:ext cx="56990" cy="143170"/>
            </a:xfrm>
            <a:custGeom>
              <a:rect b="b" l="l" r="r" t="t"/>
              <a:pathLst>
                <a:path extrusionOk="0" h="5464" w="2175">
                  <a:moveTo>
                    <a:pt x="1354" y="1"/>
                  </a:moveTo>
                  <a:cubicBezTo>
                    <a:pt x="927" y="1268"/>
                    <a:pt x="0" y="4316"/>
                    <a:pt x="538" y="5295"/>
                  </a:cubicBezTo>
                  <a:cubicBezTo>
                    <a:pt x="600" y="5401"/>
                    <a:pt x="711" y="5463"/>
                    <a:pt x="831" y="5463"/>
                  </a:cubicBezTo>
                  <a:lnTo>
                    <a:pt x="1800" y="5463"/>
                  </a:lnTo>
                  <a:cubicBezTo>
                    <a:pt x="1680" y="5463"/>
                    <a:pt x="1565" y="5401"/>
                    <a:pt x="1507" y="5295"/>
                  </a:cubicBezTo>
                  <a:cubicBezTo>
                    <a:pt x="965" y="4316"/>
                    <a:pt x="1791" y="1273"/>
                    <a:pt x="2175" y="6"/>
                  </a:cubicBezTo>
                  <a:lnTo>
                    <a:pt x="1392" y="6"/>
                  </a:lnTo>
                  <a:cubicBezTo>
                    <a:pt x="1378" y="6"/>
                    <a:pt x="1363" y="6"/>
                    <a:pt x="135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3"/>
            <p:cNvSpPr/>
            <p:nvPr/>
          </p:nvSpPr>
          <p:spPr>
            <a:xfrm>
              <a:off x="6608252" y="3077677"/>
              <a:ext cx="45540" cy="15748"/>
            </a:xfrm>
            <a:custGeom>
              <a:rect b="b" l="l" r="r" t="t"/>
              <a:pathLst>
                <a:path extrusionOk="0" h="601" w="1738">
                  <a:moveTo>
                    <a:pt x="0" y="1"/>
                  </a:moveTo>
                  <a:lnTo>
                    <a:pt x="0" y="404"/>
                  </a:lnTo>
                  <a:cubicBezTo>
                    <a:pt x="0" y="514"/>
                    <a:pt x="87" y="601"/>
                    <a:pt x="192" y="601"/>
                  </a:cubicBezTo>
                  <a:lnTo>
                    <a:pt x="1546" y="601"/>
                  </a:lnTo>
                  <a:cubicBezTo>
                    <a:pt x="1651" y="601"/>
                    <a:pt x="1738" y="514"/>
                    <a:pt x="1738" y="404"/>
                  </a:cubicBezTo>
                  <a:lnTo>
                    <a:pt x="1738" y="1"/>
                  </a:lnTo>
                  <a:cubicBezTo>
                    <a:pt x="1738" y="106"/>
                    <a:pt x="1651"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3"/>
            <p:cNvSpPr/>
            <p:nvPr/>
          </p:nvSpPr>
          <p:spPr>
            <a:xfrm>
              <a:off x="6628245" y="3093267"/>
              <a:ext cx="56990" cy="143170"/>
            </a:xfrm>
            <a:custGeom>
              <a:rect b="b" l="l" r="r" t="t"/>
              <a:pathLst>
                <a:path extrusionOk="0" h="5464" w="2175">
                  <a:moveTo>
                    <a:pt x="821" y="1"/>
                  </a:moveTo>
                  <a:cubicBezTo>
                    <a:pt x="807" y="1"/>
                    <a:pt x="792" y="6"/>
                    <a:pt x="783" y="6"/>
                  </a:cubicBezTo>
                  <a:lnTo>
                    <a:pt x="0" y="6"/>
                  </a:lnTo>
                  <a:cubicBezTo>
                    <a:pt x="384" y="1273"/>
                    <a:pt x="1205" y="4316"/>
                    <a:pt x="668" y="5291"/>
                  </a:cubicBezTo>
                  <a:cubicBezTo>
                    <a:pt x="610" y="5396"/>
                    <a:pt x="495" y="5463"/>
                    <a:pt x="375" y="5463"/>
                  </a:cubicBezTo>
                  <a:lnTo>
                    <a:pt x="1345" y="5463"/>
                  </a:lnTo>
                  <a:cubicBezTo>
                    <a:pt x="1465" y="5463"/>
                    <a:pt x="1575" y="5396"/>
                    <a:pt x="1633" y="5291"/>
                  </a:cubicBezTo>
                  <a:cubicBezTo>
                    <a:pt x="2175" y="4316"/>
                    <a:pt x="1244" y="1268"/>
                    <a:pt x="82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3"/>
            <p:cNvSpPr/>
            <p:nvPr/>
          </p:nvSpPr>
          <p:spPr>
            <a:xfrm>
              <a:off x="6613781" y="2913911"/>
              <a:ext cx="341628" cy="52746"/>
            </a:xfrm>
            <a:custGeom>
              <a:rect b="b" l="l" r="r" t="t"/>
              <a:pathLst>
                <a:path extrusionOk="0" h="2013" w="13038">
                  <a:moveTo>
                    <a:pt x="0" y="1"/>
                  </a:moveTo>
                  <a:cubicBezTo>
                    <a:pt x="0" y="913"/>
                    <a:pt x="2919" y="2012"/>
                    <a:pt x="6519" y="2012"/>
                  </a:cubicBezTo>
                  <a:cubicBezTo>
                    <a:pt x="10119" y="2012"/>
                    <a:pt x="13038" y="913"/>
                    <a:pt x="13038"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3"/>
            <p:cNvSpPr/>
            <p:nvPr/>
          </p:nvSpPr>
          <p:spPr>
            <a:xfrm>
              <a:off x="6723072" y="3184845"/>
              <a:ext cx="61419" cy="51593"/>
            </a:xfrm>
            <a:custGeom>
              <a:rect b="b" l="l" r="r" t="t"/>
              <a:pathLst>
                <a:path extrusionOk="0" h="1969" w="2344">
                  <a:moveTo>
                    <a:pt x="644" y="0"/>
                  </a:moveTo>
                  <a:cubicBezTo>
                    <a:pt x="289" y="0"/>
                    <a:pt x="1" y="284"/>
                    <a:pt x="1" y="639"/>
                  </a:cubicBezTo>
                  <a:lnTo>
                    <a:pt x="1"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3"/>
            <p:cNvSpPr/>
            <p:nvPr/>
          </p:nvSpPr>
          <p:spPr>
            <a:xfrm>
              <a:off x="6661836" y="3184845"/>
              <a:ext cx="61261" cy="51593"/>
            </a:xfrm>
            <a:custGeom>
              <a:rect b="b" l="l" r="r" t="t"/>
              <a:pathLst>
                <a:path extrusionOk="0" h="1969" w="2338">
                  <a:moveTo>
                    <a:pt x="643" y="0"/>
                  </a:moveTo>
                  <a:cubicBezTo>
                    <a:pt x="288" y="0"/>
                    <a:pt x="0" y="284"/>
                    <a:pt x="0" y="639"/>
                  </a:cubicBezTo>
                  <a:lnTo>
                    <a:pt x="0" y="1968"/>
                  </a:lnTo>
                  <a:lnTo>
                    <a:pt x="2338" y="1968"/>
                  </a:lnTo>
                  <a:lnTo>
                    <a:pt x="2338" y="639"/>
                  </a:lnTo>
                  <a:cubicBezTo>
                    <a:pt x="2338" y="284"/>
                    <a:pt x="2050" y="0"/>
                    <a:pt x="1699"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83"/>
            <p:cNvSpPr/>
            <p:nvPr/>
          </p:nvSpPr>
          <p:spPr>
            <a:xfrm>
              <a:off x="6677165" y="3184845"/>
              <a:ext cx="46064" cy="51462"/>
            </a:xfrm>
            <a:custGeom>
              <a:rect b="b" l="l" r="r" t="t"/>
              <a:pathLst>
                <a:path extrusionOk="0" h="1964" w="1758">
                  <a:moveTo>
                    <a:pt x="1123" y="0"/>
                  </a:moveTo>
                  <a:cubicBezTo>
                    <a:pt x="1120" y="0"/>
                    <a:pt x="1117" y="0"/>
                    <a:pt x="1114" y="0"/>
                  </a:cubicBezTo>
                  <a:lnTo>
                    <a:pt x="1" y="0"/>
                  </a:lnTo>
                  <a:cubicBezTo>
                    <a:pt x="332" y="29"/>
                    <a:pt x="586" y="303"/>
                    <a:pt x="586" y="639"/>
                  </a:cubicBezTo>
                  <a:lnTo>
                    <a:pt x="586" y="1964"/>
                  </a:lnTo>
                  <a:lnTo>
                    <a:pt x="1758" y="1964"/>
                  </a:lnTo>
                  <a:lnTo>
                    <a:pt x="1758" y="639"/>
                  </a:lnTo>
                  <a:cubicBezTo>
                    <a:pt x="1753" y="287"/>
                    <a:pt x="1470" y="0"/>
                    <a:pt x="112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3"/>
            <p:cNvSpPr/>
            <p:nvPr/>
          </p:nvSpPr>
          <p:spPr>
            <a:xfrm>
              <a:off x="6738688" y="3184845"/>
              <a:ext cx="45933" cy="51462"/>
            </a:xfrm>
            <a:custGeom>
              <a:rect b="b" l="l" r="r" t="t"/>
              <a:pathLst>
                <a:path extrusionOk="0" h="1964" w="1753">
                  <a:moveTo>
                    <a:pt x="1122" y="0"/>
                  </a:moveTo>
                  <a:cubicBezTo>
                    <a:pt x="1119" y="0"/>
                    <a:pt x="1117" y="0"/>
                    <a:pt x="1114" y="0"/>
                  </a:cubicBezTo>
                  <a:lnTo>
                    <a:pt x="0" y="0"/>
                  </a:lnTo>
                  <a:cubicBezTo>
                    <a:pt x="331" y="29"/>
                    <a:pt x="581" y="303"/>
                    <a:pt x="581" y="639"/>
                  </a:cubicBezTo>
                  <a:lnTo>
                    <a:pt x="581" y="1964"/>
                  </a:lnTo>
                  <a:lnTo>
                    <a:pt x="1752" y="1964"/>
                  </a:lnTo>
                  <a:lnTo>
                    <a:pt x="1752" y="639"/>
                  </a:lnTo>
                  <a:cubicBezTo>
                    <a:pt x="1752" y="287"/>
                    <a:pt x="1469" y="0"/>
                    <a:pt x="112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3"/>
            <p:cNvSpPr/>
            <p:nvPr/>
          </p:nvSpPr>
          <p:spPr>
            <a:xfrm>
              <a:off x="6784464" y="3184845"/>
              <a:ext cx="61392" cy="51593"/>
            </a:xfrm>
            <a:custGeom>
              <a:rect b="b" l="l" r="r" t="t"/>
              <a:pathLst>
                <a:path extrusionOk="0" h="1969" w="2343">
                  <a:moveTo>
                    <a:pt x="644" y="0"/>
                  </a:moveTo>
                  <a:cubicBezTo>
                    <a:pt x="288" y="0"/>
                    <a:pt x="0" y="284"/>
                    <a:pt x="0" y="639"/>
                  </a:cubicBezTo>
                  <a:lnTo>
                    <a:pt x="0"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3"/>
            <p:cNvSpPr/>
            <p:nvPr/>
          </p:nvSpPr>
          <p:spPr>
            <a:xfrm>
              <a:off x="6845830" y="3184845"/>
              <a:ext cx="61288" cy="51593"/>
            </a:xfrm>
            <a:custGeom>
              <a:rect b="b" l="l" r="r" t="t"/>
              <a:pathLst>
                <a:path extrusionOk="0" h="1969" w="2339">
                  <a:moveTo>
                    <a:pt x="644" y="0"/>
                  </a:moveTo>
                  <a:cubicBezTo>
                    <a:pt x="289" y="0"/>
                    <a:pt x="1" y="284"/>
                    <a:pt x="1" y="639"/>
                  </a:cubicBezTo>
                  <a:lnTo>
                    <a:pt x="1" y="1968"/>
                  </a:lnTo>
                  <a:lnTo>
                    <a:pt x="2339" y="1968"/>
                  </a:lnTo>
                  <a:lnTo>
                    <a:pt x="2339" y="639"/>
                  </a:lnTo>
                  <a:cubicBezTo>
                    <a:pt x="2339" y="284"/>
                    <a:pt x="2051"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3"/>
            <p:cNvSpPr/>
            <p:nvPr/>
          </p:nvSpPr>
          <p:spPr>
            <a:xfrm>
              <a:off x="6799792" y="3184845"/>
              <a:ext cx="46064" cy="51462"/>
            </a:xfrm>
            <a:custGeom>
              <a:rect b="b" l="l" r="r" t="t"/>
              <a:pathLst>
                <a:path extrusionOk="0" h="1964" w="1758">
                  <a:moveTo>
                    <a:pt x="1" y="0"/>
                  </a:moveTo>
                  <a:cubicBezTo>
                    <a:pt x="332" y="29"/>
                    <a:pt x="587" y="303"/>
                    <a:pt x="587" y="639"/>
                  </a:cubicBezTo>
                  <a:lnTo>
                    <a:pt x="587" y="1964"/>
                  </a:lnTo>
                  <a:lnTo>
                    <a:pt x="1758" y="1964"/>
                  </a:lnTo>
                  <a:lnTo>
                    <a:pt x="1758" y="639"/>
                  </a:lnTo>
                  <a:cubicBezTo>
                    <a:pt x="1753" y="284"/>
                    <a:pt x="1470" y="0"/>
                    <a:pt x="111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3"/>
            <p:cNvSpPr/>
            <p:nvPr/>
          </p:nvSpPr>
          <p:spPr>
            <a:xfrm>
              <a:off x="6861185" y="3184845"/>
              <a:ext cx="45933" cy="51462"/>
            </a:xfrm>
            <a:custGeom>
              <a:rect b="b" l="l" r="r" t="t"/>
              <a:pathLst>
                <a:path extrusionOk="0" h="1964" w="1753">
                  <a:moveTo>
                    <a:pt x="1" y="0"/>
                  </a:moveTo>
                  <a:cubicBezTo>
                    <a:pt x="332" y="29"/>
                    <a:pt x="586" y="303"/>
                    <a:pt x="586" y="639"/>
                  </a:cubicBezTo>
                  <a:lnTo>
                    <a:pt x="586" y="1964"/>
                  </a:lnTo>
                  <a:lnTo>
                    <a:pt x="1753" y="1964"/>
                  </a:lnTo>
                  <a:lnTo>
                    <a:pt x="1753" y="639"/>
                  </a:lnTo>
                  <a:cubicBezTo>
                    <a:pt x="1753" y="284"/>
                    <a:pt x="1465" y="0"/>
                    <a:pt x="1114"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3"/>
            <p:cNvSpPr/>
            <p:nvPr/>
          </p:nvSpPr>
          <p:spPr>
            <a:xfrm>
              <a:off x="6602959" y="2908513"/>
              <a:ext cx="363402" cy="333322"/>
            </a:xfrm>
            <a:custGeom>
              <a:rect b="b" l="l" r="r" t="t"/>
              <a:pathLst>
                <a:path extrusionOk="0" h="12721" w="13869">
                  <a:moveTo>
                    <a:pt x="13173" y="408"/>
                  </a:moveTo>
                  <a:cubicBezTo>
                    <a:pt x="13091" y="528"/>
                    <a:pt x="12937" y="668"/>
                    <a:pt x="12702" y="816"/>
                  </a:cubicBezTo>
                  <a:lnTo>
                    <a:pt x="12692" y="826"/>
                  </a:lnTo>
                  <a:lnTo>
                    <a:pt x="12649" y="850"/>
                  </a:lnTo>
                  <a:lnTo>
                    <a:pt x="12630" y="860"/>
                  </a:lnTo>
                  <a:lnTo>
                    <a:pt x="12596" y="884"/>
                  </a:lnTo>
                  <a:lnTo>
                    <a:pt x="12568" y="898"/>
                  </a:lnTo>
                  <a:lnTo>
                    <a:pt x="12539" y="912"/>
                  </a:lnTo>
                  <a:lnTo>
                    <a:pt x="12505" y="932"/>
                  </a:lnTo>
                  <a:lnTo>
                    <a:pt x="12500" y="936"/>
                  </a:lnTo>
                  <a:lnTo>
                    <a:pt x="12409" y="984"/>
                  </a:lnTo>
                  <a:lnTo>
                    <a:pt x="12385" y="994"/>
                  </a:lnTo>
                  <a:lnTo>
                    <a:pt x="12347" y="1013"/>
                  </a:lnTo>
                  <a:lnTo>
                    <a:pt x="12313" y="1032"/>
                  </a:lnTo>
                  <a:lnTo>
                    <a:pt x="12280" y="1047"/>
                  </a:lnTo>
                  <a:lnTo>
                    <a:pt x="12236" y="1066"/>
                  </a:lnTo>
                  <a:lnTo>
                    <a:pt x="12208" y="1080"/>
                  </a:lnTo>
                  <a:lnTo>
                    <a:pt x="12150" y="1109"/>
                  </a:lnTo>
                  <a:lnTo>
                    <a:pt x="12136" y="1114"/>
                  </a:lnTo>
                  <a:cubicBezTo>
                    <a:pt x="12054" y="1148"/>
                    <a:pt x="11963" y="1186"/>
                    <a:pt x="11872" y="1224"/>
                  </a:cubicBezTo>
                  <a:cubicBezTo>
                    <a:pt x="11752" y="1268"/>
                    <a:pt x="11617" y="1316"/>
                    <a:pt x="11478" y="1364"/>
                  </a:cubicBezTo>
                  <a:cubicBezTo>
                    <a:pt x="11080" y="1493"/>
                    <a:pt x="10676" y="1599"/>
                    <a:pt x="10268" y="1685"/>
                  </a:cubicBezTo>
                  <a:lnTo>
                    <a:pt x="10249" y="1690"/>
                  </a:lnTo>
                  <a:cubicBezTo>
                    <a:pt x="9846" y="1772"/>
                    <a:pt x="9419" y="1844"/>
                    <a:pt x="8982" y="1896"/>
                  </a:cubicBezTo>
                  <a:lnTo>
                    <a:pt x="8963" y="1896"/>
                  </a:lnTo>
                  <a:cubicBezTo>
                    <a:pt x="8288" y="1976"/>
                    <a:pt x="7610" y="2015"/>
                    <a:pt x="6932" y="2015"/>
                  </a:cubicBezTo>
                  <a:cubicBezTo>
                    <a:pt x="6254" y="2015"/>
                    <a:pt x="5576" y="1976"/>
                    <a:pt x="4902" y="1896"/>
                  </a:cubicBezTo>
                  <a:lnTo>
                    <a:pt x="4882" y="1896"/>
                  </a:lnTo>
                  <a:cubicBezTo>
                    <a:pt x="4450" y="1844"/>
                    <a:pt x="4023" y="1776"/>
                    <a:pt x="3615" y="1690"/>
                  </a:cubicBezTo>
                  <a:lnTo>
                    <a:pt x="3596" y="1685"/>
                  </a:lnTo>
                  <a:cubicBezTo>
                    <a:pt x="3188" y="1599"/>
                    <a:pt x="2785" y="1493"/>
                    <a:pt x="2386" y="1364"/>
                  </a:cubicBezTo>
                  <a:cubicBezTo>
                    <a:pt x="2247" y="1316"/>
                    <a:pt x="2118" y="1268"/>
                    <a:pt x="1997" y="1224"/>
                  </a:cubicBezTo>
                  <a:cubicBezTo>
                    <a:pt x="1901" y="1186"/>
                    <a:pt x="1815" y="1148"/>
                    <a:pt x="1729" y="1114"/>
                  </a:cubicBezTo>
                  <a:lnTo>
                    <a:pt x="1714" y="1109"/>
                  </a:lnTo>
                  <a:lnTo>
                    <a:pt x="1657" y="1080"/>
                  </a:lnTo>
                  <a:lnTo>
                    <a:pt x="1628" y="1066"/>
                  </a:lnTo>
                  <a:lnTo>
                    <a:pt x="1585" y="1047"/>
                  </a:lnTo>
                  <a:lnTo>
                    <a:pt x="1551" y="1032"/>
                  </a:lnTo>
                  <a:lnTo>
                    <a:pt x="1517" y="1013"/>
                  </a:lnTo>
                  <a:lnTo>
                    <a:pt x="1479" y="994"/>
                  </a:lnTo>
                  <a:lnTo>
                    <a:pt x="1455" y="984"/>
                  </a:lnTo>
                  <a:lnTo>
                    <a:pt x="1364" y="936"/>
                  </a:lnTo>
                  <a:lnTo>
                    <a:pt x="1359" y="932"/>
                  </a:lnTo>
                  <a:lnTo>
                    <a:pt x="1325" y="912"/>
                  </a:lnTo>
                  <a:lnTo>
                    <a:pt x="1297" y="898"/>
                  </a:lnTo>
                  <a:lnTo>
                    <a:pt x="1268" y="884"/>
                  </a:lnTo>
                  <a:lnTo>
                    <a:pt x="1234" y="864"/>
                  </a:lnTo>
                  <a:lnTo>
                    <a:pt x="1215" y="850"/>
                  </a:lnTo>
                  <a:lnTo>
                    <a:pt x="1172" y="826"/>
                  </a:lnTo>
                  <a:lnTo>
                    <a:pt x="1162" y="821"/>
                  </a:lnTo>
                  <a:cubicBezTo>
                    <a:pt x="922" y="668"/>
                    <a:pt x="773" y="528"/>
                    <a:pt x="692" y="408"/>
                  </a:cubicBezTo>
                  <a:close/>
                  <a:moveTo>
                    <a:pt x="1738" y="6452"/>
                  </a:moveTo>
                  <a:lnTo>
                    <a:pt x="1738" y="6850"/>
                  </a:lnTo>
                  <a:lnTo>
                    <a:pt x="404" y="6850"/>
                  </a:lnTo>
                  <a:lnTo>
                    <a:pt x="404" y="6452"/>
                  </a:lnTo>
                  <a:close/>
                  <a:moveTo>
                    <a:pt x="13461" y="6452"/>
                  </a:moveTo>
                  <a:lnTo>
                    <a:pt x="13461" y="6850"/>
                  </a:lnTo>
                  <a:lnTo>
                    <a:pt x="12126" y="6850"/>
                  </a:lnTo>
                  <a:lnTo>
                    <a:pt x="12126" y="6452"/>
                  </a:lnTo>
                  <a:close/>
                  <a:moveTo>
                    <a:pt x="13245" y="922"/>
                  </a:moveTo>
                  <a:lnTo>
                    <a:pt x="13245" y="6044"/>
                  </a:lnTo>
                  <a:lnTo>
                    <a:pt x="12116" y="6044"/>
                  </a:lnTo>
                  <a:cubicBezTo>
                    <a:pt x="11896" y="6044"/>
                    <a:pt x="11718" y="6221"/>
                    <a:pt x="11718" y="6442"/>
                  </a:cubicBezTo>
                  <a:lnTo>
                    <a:pt x="11718" y="6865"/>
                  </a:lnTo>
                  <a:cubicBezTo>
                    <a:pt x="11718" y="6965"/>
                    <a:pt x="11756" y="7066"/>
                    <a:pt x="11833" y="7143"/>
                  </a:cubicBezTo>
                  <a:cubicBezTo>
                    <a:pt x="11708" y="7517"/>
                    <a:pt x="11560" y="7983"/>
                    <a:pt x="11420" y="8492"/>
                  </a:cubicBezTo>
                  <a:lnTo>
                    <a:pt x="2439" y="8492"/>
                  </a:lnTo>
                  <a:cubicBezTo>
                    <a:pt x="2295" y="7983"/>
                    <a:pt x="2151" y="7513"/>
                    <a:pt x="2026" y="7143"/>
                  </a:cubicBezTo>
                  <a:cubicBezTo>
                    <a:pt x="2098" y="7066"/>
                    <a:pt x="2142" y="6965"/>
                    <a:pt x="2142" y="6865"/>
                  </a:cubicBezTo>
                  <a:lnTo>
                    <a:pt x="2142" y="6442"/>
                  </a:lnTo>
                  <a:cubicBezTo>
                    <a:pt x="2142" y="6221"/>
                    <a:pt x="1964" y="6044"/>
                    <a:pt x="1743" y="6044"/>
                  </a:cubicBezTo>
                  <a:lnTo>
                    <a:pt x="615" y="6044"/>
                  </a:lnTo>
                  <a:lnTo>
                    <a:pt x="620" y="927"/>
                  </a:lnTo>
                  <a:cubicBezTo>
                    <a:pt x="687" y="984"/>
                    <a:pt x="759" y="1037"/>
                    <a:pt x="836" y="1090"/>
                  </a:cubicBezTo>
                  <a:cubicBezTo>
                    <a:pt x="1109" y="1277"/>
                    <a:pt x="1407" y="1431"/>
                    <a:pt x="1719" y="1551"/>
                  </a:cubicBezTo>
                  <a:cubicBezTo>
                    <a:pt x="1719" y="2828"/>
                    <a:pt x="1349" y="4253"/>
                    <a:pt x="1028" y="5233"/>
                  </a:cubicBezTo>
                  <a:cubicBezTo>
                    <a:pt x="977" y="5393"/>
                    <a:pt x="1105" y="5501"/>
                    <a:pt x="1229" y="5501"/>
                  </a:cubicBezTo>
                  <a:cubicBezTo>
                    <a:pt x="1307" y="5501"/>
                    <a:pt x="1384" y="5460"/>
                    <a:pt x="1417" y="5362"/>
                  </a:cubicBezTo>
                  <a:cubicBezTo>
                    <a:pt x="1733" y="4388"/>
                    <a:pt x="2098" y="2991"/>
                    <a:pt x="2127" y="1700"/>
                  </a:cubicBezTo>
                  <a:lnTo>
                    <a:pt x="2262" y="1748"/>
                  </a:lnTo>
                  <a:cubicBezTo>
                    <a:pt x="2593" y="1858"/>
                    <a:pt x="2943" y="1954"/>
                    <a:pt x="3313" y="2036"/>
                  </a:cubicBezTo>
                  <a:cubicBezTo>
                    <a:pt x="2886" y="3370"/>
                    <a:pt x="2185" y="4469"/>
                    <a:pt x="1657" y="5170"/>
                  </a:cubicBezTo>
                  <a:cubicBezTo>
                    <a:pt x="1539" y="5330"/>
                    <a:pt x="1677" y="5500"/>
                    <a:pt x="1824" y="5500"/>
                  </a:cubicBezTo>
                  <a:cubicBezTo>
                    <a:pt x="1880" y="5500"/>
                    <a:pt x="1938" y="5475"/>
                    <a:pt x="1983" y="5415"/>
                  </a:cubicBezTo>
                  <a:cubicBezTo>
                    <a:pt x="2535" y="4685"/>
                    <a:pt x="3270" y="3528"/>
                    <a:pt x="3716" y="2122"/>
                  </a:cubicBezTo>
                  <a:cubicBezTo>
                    <a:pt x="3994" y="2175"/>
                    <a:pt x="4282" y="2223"/>
                    <a:pt x="4580" y="2266"/>
                  </a:cubicBezTo>
                  <a:cubicBezTo>
                    <a:pt x="4148" y="3322"/>
                    <a:pt x="3284" y="4407"/>
                    <a:pt x="2612" y="5156"/>
                  </a:cubicBezTo>
                  <a:cubicBezTo>
                    <a:pt x="2478" y="5307"/>
                    <a:pt x="2617" y="5500"/>
                    <a:pt x="2771" y="5500"/>
                  </a:cubicBezTo>
                  <a:cubicBezTo>
                    <a:pt x="2822" y="5500"/>
                    <a:pt x="2874" y="5479"/>
                    <a:pt x="2919" y="5429"/>
                  </a:cubicBezTo>
                  <a:cubicBezTo>
                    <a:pt x="4167" y="4032"/>
                    <a:pt x="4738" y="2986"/>
                    <a:pt x="4998" y="2314"/>
                  </a:cubicBezTo>
                  <a:cubicBezTo>
                    <a:pt x="5641" y="2386"/>
                    <a:pt x="6287" y="2422"/>
                    <a:pt x="6933" y="2422"/>
                  </a:cubicBezTo>
                  <a:cubicBezTo>
                    <a:pt x="7579" y="2422"/>
                    <a:pt x="8226" y="2386"/>
                    <a:pt x="8871" y="2314"/>
                  </a:cubicBezTo>
                  <a:cubicBezTo>
                    <a:pt x="9308" y="3461"/>
                    <a:pt x="10235" y="4633"/>
                    <a:pt x="10950" y="5429"/>
                  </a:cubicBezTo>
                  <a:cubicBezTo>
                    <a:pt x="10993" y="5469"/>
                    <a:pt x="11041" y="5486"/>
                    <a:pt x="11087" y="5486"/>
                  </a:cubicBezTo>
                  <a:cubicBezTo>
                    <a:pt x="11235" y="5486"/>
                    <a:pt x="11362" y="5311"/>
                    <a:pt x="11252" y="5161"/>
                  </a:cubicBezTo>
                  <a:cubicBezTo>
                    <a:pt x="10580" y="4412"/>
                    <a:pt x="9716" y="3322"/>
                    <a:pt x="9284" y="2266"/>
                  </a:cubicBezTo>
                  <a:cubicBezTo>
                    <a:pt x="9577" y="2223"/>
                    <a:pt x="9865" y="2175"/>
                    <a:pt x="10148" y="2122"/>
                  </a:cubicBezTo>
                  <a:cubicBezTo>
                    <a:pt x="10595" y="3528"/>
                    <a:pt x="11329" y="4685"/>
                    <a:pt x="11881" y="5420"/>
                  </a:cubicBezTo>
                  <a:cubicBezTo>
                    <a:pt x="11926" y="5478"/>
                    <a:pt x="11982" y="5502"/>
                    <a:pt x="12037" y="5502"/>
                  </a:cubicBezTo>
                  <a:cubicBezTo>
                    <a:pt x="12183" y="5502"/>
                    <a:pt x="12319" y="5333"/>
                    <a:pt x="12208" y="5180"/>
                  </a:cubicBezTo>
                  <a:cubicBezTo>
                    <a:pt x="11680" y="4474"/>
                    <a:pt x="10979" y="3380"/>
                    <a:pt x="10547" y="2040"/>
                  </a:cubicBezTo>
                  <a:cubicBezTo>
                    <a:pt x="10916" y="1954"/>
                    <a:pt x="11272" y="1858"/>
                    <a:pt x="11603" y="1748"/>
                  </a:cubicBezTo>
                  <a:lnTo>
                    <a:pt x="11737" y="1704"/>
                  </a:lnTo>
                  <a:cubicBezTo>
                    <a:pt x="11766" y="2991"/>
                    <a:pt x="12131" y="4388"/>
                    <a:pt x="12448" y="5357"/>
                  </a:cubicBezTo>
                  <a:cubicBezTo>
                    <a:pt x="12479" y="5457"/>
                    <a:pt x="12556" y="5500"/>
                    <a:pt x="12634" y="5500"/>
                  </a:cubicBezTo>
                  <a:cubicBezTo>
                    <a:pt x="12759" y="5500"/>
                    <a:pt x="12885" y="5392"/>
                    <a:pt x="12832" y="5233"/>
                  </a:cubicBezTo>
                  <a:cubicBezTo>
                    <a:pt x="12515" y="4249"/>
                    <a:pt x="12140" y="2828"/>
                    <a:pt x="12140" y="1551"/>
                  </a:cubicBezTo>
                  <a:cubicBezTo>
                    <a:pt x="12452" y="1431"/>
                    <a:pt x="12750" y="1272"/>
                    <a:pt x="13028" y="1090"/>
                  </a:cubicBezTo>
                  <a:cubicBezTo>
                    <a:pt x="13105" y="1037"/>
                    <a:pt x="13177" y="984"/>
                    <a:pt x="13245" y="922"/>
                  </a:cubicBezTo>
                  <a:close/>
                  <a:moveTo>
                    <a:pt x="812" y="7258"/>
                  </a:moveTo>
                  <a:cubicBezTo>
                    <a:pt x="1556" y="9769"/>
                    <a:pt x="1791" y="11626"/>
                    <a:pt x="1450" y="12246"/>
                  </a:cubicBezTo>
                  <a:cubicBezTo>
                    <a:pt x="1431" y="12289"/>
                    <a:pt x="1388" y="12313"/>
                    <a:pt x="1340" y="12313"/>
                  </a:cubicBezTo>
                  <a:lnTo>
                    <a:pt x="620" y="12313"/>
                  </a:lnTo>
                  <a:lnTo>
                    <a:pt x="620" y="7258"/>
                  </a:lnTo>
                  <a:close/>
                  <a:moveTo>
                    <a:pt x="3946" y="10748"/>
                  </a:moveTo>
                  <a:cubicBezTo>
                    <a:pt x="4186" y="10748"/>
                    <a:pt x="4383" y="10945"/>
                    <a:pt x="4383" y="11190"/>
                  </a:cubicBezTo>
                  <a:lnTo>
                    <a:pt x="4383" y="12313"/>
                  </a:lnTo>
                  <a:lnTo>
                    <a:pt x="2449" y="12313"/>
                  </a:lnTo>
                  <a:lnTo>
                    <a:pt x="2449" y="11190"/>
                  </a:lnTo>
                  <a:cubicBezTo>
                    <a:pt x="2449" y="10945"/>
                    <a:pt x="2646" y="10748"/>
                    <a:pt x="2890" y="10748"/>
                  </a:cubicBezTo>
                  <a:close/>
                  <a:moveTo>
                    <a:pt x="6284" y="10748"/>
                  </a:moveTo>
                  <a:cubicBezTo>
                    <a:pt x="6529" y="10748"/>
                    <a:pt x="6726" y="10945"/>
                    <a:pt x="6726" y="11190"/>
                  </a:cubicBezTo>
                  <a:lnTo>
                    <a:pt x="6726" y="12313"/>
                  </a:lnTo>
                  <a:lnTo>
                    <a:pt x="4791" y="12313"/>
                  </a:lnTo>
                  <a:lnTo>
                    <a:pt x="4791" y="11190"/>
                  </a:lnTo>
                  <a:cubicBezTo>
                    <a:pt x="4791" y="10945"/>
                    <a:pt x="4988" y="10748"/>
                    <a:pt x="5228" y="10748"/>
                  </a:cubicBezTo>
                  <a:close/>
                  <a:moveTo>
                    <a:pt x="8627" y="10748"/>
                  </a:moveTo>
                  <a:cubicBezTo>
                    <a:pt x="8867" y="10748"/>
                    <a:pt x="9063" y="10945"/>
                    <a:pt x="9063" y="11190"/>
                  </a:cubicBezTo>
                  <a:lnTo>
                    <a:pt x="9063" y="12313"/>
                  </a:lnTo>
                  <a:lnTo>
                    <a:pt x="7134" y="12313"/>
                  </a:lnTo>
                  <a:lnTo>
                    <a:pt x="7134" y="11190"/>
                  </a:lnTo>
                  <a:cubicBezTo>
                    <a:pt x="7134" y="10945"/>
                    <a:pt x="7326" y="10748"/>
                    <a:pt x="7571" y="10748"/>
                  </a:cubicBezTo>
                  <a:close/>
                  <a:moveTo>
                    <a:pt x="10964" y="10748"/>
                  </a:moveTo>
                  <a:cubicBezTo>
                    <a:pt x="11209" y="10748"/>
                    <a:pt x="11406" y="10945"/>
                    <a:pt x="11406" y="11190"/>
                  </a:cubicBezTo>
                  <a:lnTo>
                    <a:pt x="11406" y="12313"/>
                  </a:lnTo>
                  <a:lnTo>
                    <a:pt x="9472" y="12313"/>
                  </a:lnTo>
                  <a:lnTo>
                    <a:pt x="9472" y="11190"/>
                  </a:lnTo>
                  <a:cubicBezTo>
                    <a:pt x="9472" y="10945"/>
                    <a:pt x="9668" y="10748"/>
                    <a:pt x="9908" y="10748"/>
                  </a:cubicBezTo>
                  <a:close/>
                  <a:moveTo>
                    <a:pt x="12630" y="7258"/>
                  </a:moveTo>
                  <a:cubicBezTo>
                    <a:pt x="12174" y="8818"/>
                    <a:pt x="11584" y="11266"/>
                    <a:pt x="11996" y="12313"/>
                  </a:cubicBezTo>
                  <a:lnTo>
                    <a:pt x="11809" y="12313"/>
                  </a:lnTo>
                  <a:lnTo>
                    <a:pt x="11809" y="11190"/>
                  </a:lnTo>
                  <a:cubicBezTo>
                    <a:pt x="11809" y="10724"/>
                    <a:pt x="11430" y="10345"/>
                    <a:pt x="10964" y="10345"/>
                  </a:cubicBezTo>
                  <a:lnTo>
                    <a:pt x="9908" y="10345"/>
                  </a:lnTo>
                  <a:cubicBezTo>
                    <a:pt x="9740" y="10542"/>
                    <a:pt x="9504" y="10640"/>
                    <a:pt x="9267" y="10640"/>
                  </a:cubicBezTo>
                  <a:cubicBezTo>
                    <a:pt x="9031" y="10640"/>
                    <a:pt x="8795" y="10542"/>
                    <a:pt x="8627" y="10345"/>
                  </a:cubicBezTo>
                  <a:lnTo>
                    <a:pt x="7571" y="10345"/>
                  </a:lnTo>
                  <a:cubicBezTo>
                    <a:pt x="7403" y="10542"/>
                    <a:pt x="7165" y="10640"/>
                    <a:pt x="6927" y="10640"/>
                  </a:cubicBezTo>
                  <a:cubicBezTo>
                    <a:pt x="6690" y="10640"/>
                    <a:pt x="6452" y="10542"/>
                    <a:pt x="6284" y="10345"/>
                  </a:cubicBezTo>
                  <a:lnTo>
                    <a:pt x="5228" y="10345"/>
                  </a:lnTo>
                  <a:cubicBezTo>
                    <a:pt x="5060" y="10542"/>
                    <a:pt x="4824" y="10640"/>
                    <a:pt x="4587" y="10640"/>
                  </a:cubicBezTo>
                  <a:cubicBezTo>
                    <a:pt x="4351" y="10640"/>
                    <a:pt x="4114" y="10542"/>
                    <a:pt x="3946" y="10345"/>
                  </a:cubicBezTo>
                  <a:lnTo>
                    <a:pt x="2886" y="10345"/>
                  </a:lnTo>
                  <a:cubicBezTo>
                    <a:pt x="2420" y="10345"/>
                    <a:pt x="2045" y="10724"/>
                    <a:pt x="2041" y="11190"/>
                  </a:cubicBezTo>
                  <a:lnTo>
                    <a:pt x="2041" y="12313"/>
                  </a:lnTo>
                  <a:lnTo>
                    <a:pt x="1868" y="12313"/>
                  </a:lnTo>
                  <a:cubicBezTo>
                    <a:pt x="2281" y="11271"/>
                    <a:pt x="1690" y="8823"/>
                    <a:pt x="1234" y="7258"/>
                  </a:cubicBezTo>
                  <a:lnTo>
                    <a:pt x="1642" y="7258"/>
                  </a:lnTo>
                  <a:cubicBezTo>
                    <a:pt x="1834" y="7844"/>
                    <a:pt x="2084" y="8665"/>
                    <a:pt x="2276" y="9500"/>
                  </a:cubicBezTo>
                  <a:cubicBezTo>
                    <a:pt x="2302" y="9610"/>
                    <a:pt x="2386" y="9658"/>
                    <a:pt x="2471" y="9658"/>
                  </a:cubicBezTo>
                  <a:cubicBezTo>
                    <a:pt x="2590" y="9658"/>
                    <a:pt x="2711" y="9563"/>
                    <a:pt x="2674" y="9409"/>
                  </a:cubicBezTo>
                  <a:cubicBezTo>
                    <a:pt x="2636" y="9236"/>
                    <a:pt x="2593" y="9068"/>
                    <a:pt x="2550" y="8900"/>
                  </a:cubicBezTo>
                  <a:lnTo>
                    <a:pt x="11315" y="8900"/>
                  </a:lnTo>
                  <a:cubicBezTo>
                    <a:pt x="11272" y="9068"/>
                    <a:pt x="11228" y="9241"/>
                    <a:pt x="11190" y="9414"/>
                  </a:cubicBezTo>
                  <a:cubicBezTo>
                    <a:pt x="11154" y="9568"/>
                    <a:pt x="11274" y="9663"/>
                    <a:pt x="11392" y="9663"/>
                  </a:cubicBezTo>
                  <a:cubicBezTo>
                    <a:pt x="11477" y="9663"/>
                    <a:pt x="11560" y="9615"/>
                    <a:pt x="11584" y="9505"/>
                  </a:cubicBezTo>
                  <a:cubicBezTo>
                    <a:pt x="11780" y="8670"/>
                    <a:pt x="12030" y="7844"/>
                    <a:pt x="12222" y="7258"/>
                  </a:cubicBezTo>
                  <a:close/>
                  <a:moveTo>
                    <a:pt x="13249" y="7258"/>
                  </a:moveTo>
                  <a:lnTo>
                    <a:pt x="13245" y="12313"/>
                  </a:lnTo>
                  <a:lnTo>
                    <a:pt x="12524" y="12313"/>
                  </a:lnTo>
                  <a:cubicBezTo>
                    <a:pt x="12481" y="12313"/>
                    <a:pt x="12438" y="12289"/>
                    <a:pt x="12414" y="12246"/>
                  </a:cubicBezTo>
                  <a:cubicBezTo>
                    <a:pt x="12073" y="11626"/>
                    <a:pt x="12313" y="9769"/>
                    <a:pt x="13052" y="7258"/>
                  </a:cubicBezTo>
                  <a:close/>
                  <a:moveTo>
                    <a:pt x="413" y="0"/>
                  </a:moveTo>
                  <a:cubicBezTo>
                    <a:pt x="303" y="0"/>
                    <a:pt x="212" y="92"/>
                    <a:pt x="212" y="207"/>
                  </a:cubicBezTo>
                  <a:lnTo>
                    <a:pt x="212" y="6092"/>
                  </a:lnTo>
                  <a:cubicBezTo>
                    <a:pt x="82" y="6159"/>
                    <a:pt x="1" y="6293"/>
                    <a:pt x="1" y="6442"/>
                  </a:cubicBezTo>
                  <a:lnTo>
                    <a:pt x="1" y="6865"/>
                  </a:lnTo>
                  <a:cubicBezTo>
                    <a:pt x="1" y="7009"/>
                    <a:pt x="82" y="7148"/>
                    <a:pt x="212" y="7215"/>
                  </a:cubicBezTo>
                  <a:lnTo>
                    <a:pt x="212" y="12519"/>
                  </a:lnTo>
                  <a:cubicBezTo>
                    <a:pt x="212" y="12630"/>
                    <a:pt x="303" y="12721"/>
                    <a:pt x="413" y="12721"/>
                  </a:cubicBezTo>
                  <a:lnTo>
                    <a:pt x="13451" y="12721"/>
                  </a:lnTo>
                  <a:cubicBezTo>
                    <a:pt x="13566" y="12721"/>
                    <a:pt x="13657" y="12630"/>
                    <a:pt x="13657" y="12519"/>
                  </a:cubicBezTo>
                  <a:lnTo>
                    <a:pt x="13657" y="7215"/>
                  </a:lnTo>
                  <a:cubicBezTo>
                    <a:pt x="13787" y="7148"/>
                    <a:pt x="13869" y="7009"/>
                    <a:pt x="13869" y="6865"/>
                  </a:cubicBezTo>
                  <a:lnTo>
                    <a:pt x="13869" y="6442"/>
                  </a:lnTo>
                  <a:cubicBezTo>
                    <a:pt x="13869" y="6293"/>
                    <a:pt x="13787" y="6159"/>
                    <a:pt x="13657" y="6092"/>
                  </a:cubicBezTo>
                  <a:lnTo>
                    <a:pt x="13657" y="207"/>
                  </a:lnTo>
                  <a:cubicBezTo>
                    <a:pt x="13657" y="92"/>
                    <a:pt x="13566" y="0"/>
                    <a:pt x="134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7" name="Google Shape;15507;p83"/>
          <p:cNvGrpSpPr/>
          <p:nvPr/>
        </p:nvGrpSpPr>
        <p:grpSpPr>
          <a:xfrm>
            <a:off x="5289454" y="2484138"/>
            <a:ext cx="371840" cy="252068"/>
            <a:chOff x="5289454" y="2484138"/>
            <a:chExt cx="371840" cy="252068"/>
          </a:xfrm>
        </p:grpSpPr>
        <p:sp>
          <p:nvSpPr>
            <p:cNvPr id="15508" name="Google Shape;15508;p83"/>
            <p:cNvSpPr/>
            <p:nvPr/>
          </p:nvSpPr>
          <p:spPr>
            <a:xfrm>
              <a:off x="5547418" y="2628409"/>
              <a:ext cx="74861" cy="47820"/>
            </a:xfrm>
            <a:custGeom>
              <a:rect b="b" l="l" r="r" t="t"/>
              <a:pathLst>
                <a:path extrusionOk="0" h="1825" w="2857">
                  <a:moveTo>
                    <a:pt x="1" y="0"/>
                  </a:moveTo>
                  <a:lnTo>
                    <a:pt x="1" y="1824"/>
                  </a:lnTo>
                  <a:lnTo>
                    <a:pt x="2857" y="1824"/>
                  </a:lnTo>
                  <a:lnTo>
                    <a:pt x="2857"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3"/>
            <p:cNvSpPr/>
            <p:nvPr/>
          </p:nvSpPr>
          <p:spPr>
            <a:xfrm>
              <a:off x="5547418" y="2652305"/>
              <a:ext cx="74861" cy="23923"/>
            </a:xfrm>
            <a:custGeom>
              <a:rect b="b" l="l" r="r" t="t"/>
              <a:pathLst>
                <a:path extrusionOk="0" h="913" w="2857">
                  <a:moveTo>
                    <a:pt x="1" y="0"/>
                  </a:moveTo>
                  <a:lnTo>
                    <a:pt x="1" y="912"/>
                  </a:lnTo>
                  <a:lnTo>
                    <a:pt x="2857" y="912"/>
                  </a:lnTo>
                  <a:lnTo>
                    <a:pt x="285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3"/>
            <p:cNvSpPr/>
            <p:nvPr/>
          </p:nvSpPr>
          <p:spPr>
            <a:xfrm>
              <a:off x="5603517" y="2596494"/>
              <a:ext cx="52353" cy="111623"/>
            </a:xfrm>
            <a:custGeom>
              <a:rect b="b" l="l" r="r" t="t"/>
              <a:pathLst>
                <a:path extrusionOk="0" h="4260" w="1998">
                  <a:moveTo>
                    <a:pt x="1782" y="1"/>
                  </a:moveTo>
                  <a:cubicBezTo>
                    <a:pt x="1763" y="1"/>
                    <a:pt x="1744" y="3"/>
                    <a:pt x="1724" y="9"/>
                  </a:cubicBezTo>
                  <a:lnTo>
                    <a:pt x="164" y="436"/>
                  </a:lnTo>
                  <a:cubicBezTo>
                    <a:pt x="68" y="460"/>
                    <a:pt x="1" y="546"/>
                    <a:pt x="1" y="647"/>
                  </a:cubicBezTo>
                  <a:lnTo>
                    <a:pt x="1" y="3614"/>
                  </a:lnTo>
                  <a:cubicBezTo>
                    <a:pt x="1" y="3714"/>
                    <a:pt x="68" y="3801"/>
                    <a:pt x="164" y="3825"/>
                  </a:cubicBezTo>
                  <a:lnTo>
                    <a:pt x="1724" y="4252"/>
                  </a:lnTo>
                  <a:cubicBezTo>
                    <a:pt x="1744" y="4257"/>
                    <a:pt x="1763" y="4260"/>
                    <a:pt x="1782" y="4260"/>
                  </a:cubicBezTo>
                  <a:cubicBezTo>
                    <a:pt x="1898" y="4260"/>
                    <a:pt x="1998" y="4165"/>
                    <a:pt x="1998" y="4041"/>
                  </a:cubicBezTo>
                  <a:lnTo>
                    <a:pt x="1998" y="220"/>
                  </a:lnTo>
                  <a:cubicBezTo>
                    <a:pt x="1998" y="96"/>
                    <a:pt x="1898" y="1"/>
                    <a:pt x="178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3"/>
            <p:cNvSpPr/>
            <p:nvPr/>
          </p:nvSpPr>
          <p:spPr>
            <a:xfrm>
              <a:off x="5329963" y="2573803"/>
              <a:ext cx="240644" cy="157005"/>
            </a:xfrm>
            <a:custGeom>
              <a:rect b="b" l="l" r="r" t="t"/>
              <a:pathLst>
                <a:path extrusionOk="0" h="5992" w="9184">
                  <a:moveTo>
                    <a:pt x="307" y="1"/>
                  </a:moveTo>
                  <a:cubicBezTo>
                    <a:pt x="135" y="1"/>
                    <a:pt x="0" y="140"/>
                    <a:pt x="0" y="308"/>
                  </a:cubicBezTo>
                  <a:lnTo>
                    <a:pt x="0" y="5684"/>
                  </a:lnTo>
                  <a:cubicBezTo>
                    <a:pt x="0" y="5852"/>
                    <a:pt x="135" y="5992"/>
                    <a:pt x="307" y="5992"/>
                  </a:cubicBezTo>
                  <a:lnTo>
                    <a:pt x="8876" y="5992"/>
                  </a:lnTo>
                  <a:cubicBezTo>
                    <a:pt x="9049" y="5992"/>
                    <a:pt x="9183" y="5852"/>
                    <a:pt x="9183" y="5684"/>
                  </a:cubicBezTo>
                  <a:lnTo>
                    <a:pt x="9183" y="308"/>
                  </a:lnTo>
                  <a:cubicBezTo>
                    <a:pt x="9183" y="140"/>
                    <a:pt x="9049" y="1"/>
                    <a:pt x="887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3"/>
            <p:cNvSpPr/>
            <p:nvPr/>
          </p:nvSpPr>
          <p:spPr>
            <a:xfrm>
              <a:off x="5329832" y="2573803"/>
              <a:ext cx="240880" cy="157005"/>
            </a:xfrm>
            <a:custGeom>
              <a:rect b="b" l="l" r="r" t="t"/>
              <a:pathLst>
                <a:path extrusionOk="0" h="5992" w="9193">
                  <a:moveTo>
                    <a:pt x="7460" y="1"/>
                  </a:moveTo>
                  <a:cubicBezTo>
                    <a:pt x="7633" y="1"/>
                    <a:pt x="7772" y="140"/>
                    <a:pt x="7772" y="308"/>
                  </a:cubicBezTo>
                  <a:lnTo>
                    <a:pt x="7772" y="5171"/>
                  </a:lnTo>
                  <a:cubicBezTo>
                    <a:pt x="7772" y="5406"/>
                    <a:pt x="7580" y="5593"/>
                    <a:pt x="7350" y="5593"/>
                  </a:cubicBezTo>
                  <a:lnTo>
                    <a:pt x="308" y="5593"/>
                  </a:lnTo>
                  <a:cubicBezTo>
                    <a:pt x="154" y="5593"/>
                    <a:pt x="29" y="5488"/>
                    <a:pt x="0" y="5339"/>
                  </a:cubicBezTo>
                  <a:lnTo>
                    <a:pt x="0" y="5684"/>
                  </a:lnTo>
                  <a:cubicBezTo>
                    <a:pt x="0" y="5857"/>
                    <a:pt x="140" y="5992"/>
                    <a:pt x="312" y="5992"/>
                  </a:cubicBezTo>
                  <a:lnTo>
                    <a:pt x="8881" y="5992"/>
                  </a:lnTo>
                  <a:cubicBezTo>
                    <a:pt x="9054" y="5992"/>
                    <a:pt x="9188" y="5857"/>
                    <a:pt x="9188" y="5684"/>
                  </a:cubicBezTo>
                  <a:lnTo>
                    <a:pt x="9188" y="308"/>
                  </a:lnTo>
                  <a:cubicBezTo>
                    <a:pt x="9193" y="299"/>
                    <a:pt x="9188" y="289"/>
                    <a:pt x="9188" y="284"/>
                  </a:cubicBezTo>
                  <a:cubicBezTo>
                    <a:pt x="9174" y="121"/>
                    <a:pt x="9039" y="1"/>
                    <a:pt x="88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83"/>
            <p:cNvSpPr/>
            <p:nvPr/>
          </p:nvSpPr>
          <p:spPr>
            <a:xfrm>
              <a:off x="5303027" y="2489169"/>
              <a:ext cx="143799" cy="143799"/>
            </a:xfrm>
            <a:custGeom>
              <a:rect b="b" l="l" r="r" t="t"/>
              <a:pathLst>
                <a:path extrusionOk="0" h="5488" w="5488">
                  <a:moveTo>
                    <a:pt x="2747" y="0"/>
                  </a:moveTo>
                  <a:cubicBezTo>
                    <a:pt x="1230" y="0"/>
                    <a:pt x="1" y="1229"/>
                    <a:pt x="1" y="2746"/>
                  </a:cubicBezTo>
                  <a:cubicBezTo>
                    <a:pt x="1" y="4258"/>
                    <a:pt x="1230" y="5487"/>
                    <a:pt x="2747" y="5487"/>
                  </a:cubicBezTo>
                  <a:cubicBezTo>
                    <a:pt x="4259" y="5487"/>
                    <a:pt x="5488" y="4258"/>
                    <a:pt x="5488" y="2746"/>
                  </a:cubicBezTo>
                  <a:cubicBezTo>
                    <a:pt x="5488" y="1229"/>
                    <a:pt x="4259" y="0"/>
                    <a:pt x="2747"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3"/>
            <p:cNvSpPr/>
            <p:nvPr/>
          </p:nvSpPr>
          <p:spPr>
            <a:xfrm>
              <a:off x="5324172" y="2510288"/>
              <a:ext cx="130462" cy="123230"/>
            </a:xfrm>
            <a:custGeom>
              <a:rect b="b" l="l" r="r" t="t"/>
              <a:pathLst>
                <a:path extrusionOk="0" h="4703" w="4979">
                  <a:moveTo>
                    <a:pt x="3879" y="1"/>
                  </a:moveTo>
                  <a:lnTo>
                    <a:pt x="0" y="3879"/>
                  </a:lnTo>
                  <a:cubicBezTo>
                    <a:pt x="537" y="4428"/>
                    <a:pt x="1247" y="4703"/>
                    <a:pt x="1958" y="4703"/>
                  </a:cubicBezTo>
                  <a:cubicBezTo>
                    <a:pt x="2659" y="4703"/>
                    <a:pt x="3362" y="4435"/>
                    <a:pt x="3898" y="3899"/>
                  </a:cubicBezTo>
                  <a:cubicBezTo>
                    <a:pt x="4978" y="2823"/>
                    <a:pt x="4969" y="1066"/>
                    <a:pt x="387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3"/>
            <p:cNvSpPr/>
            <p:nvPr/>
          </p:nvSpPr>
          <p:spPr>
            <a:xfrm>
              <a:off x="5485423" y="2654323"/>
              <a:ext cx="52588" cy="52588"/>
            </a:xfrm>
            <a:custGeom>
              <a:rect b="b" l="l" r="r" t="t"/>
              <a:pathLst>
                <a:path extrusionOk="0" h="2007" w="2007">
                  <a:moveTo>
                    <a:pt x="91" y="0"/>
                  </a:moveTo>
                  <a:cubicBezTo>
                    <a:pt x="43" y="0"/>
                    <a:pt x="0" y="43"/>
                    <a:pt x="0" y="91"/>
                  </a:cubicBezTo>
                  <a:lnTo>
                    <a:pt x="0" y="1915"/>
                  </a:lnTo>
                  <a:cubicBezTo>
                    <a:pt x="0" y="1968"/>
                    <a:pt x="43" y="2007"/>
                    <a:pt x="91" y="2007"/>
                  </a:cubicBezTo>
                  <a:lnTo>
                    <a:pt x="1916" y="2007"/>
                  </a:lnTo>
                  <a:cubicBezTo>
                    <a:pt x="1968" y="2007"/>
                    <a:pt x="2007" y="1968"/>
                    <a:pt x="2007" y="1915"/>
                  </a:cubicBezTo>
                  <a:lnTo>
                    <a:pt x="2007" y="91"/>
                  </a:lnTo>
                  <a:cubicBezTo>
                    <a:pt x="2007" y="43"/>
                    <a:pt x="1968" y="0"/>
                    <a:pt x="191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3"/>
            <p:cNvSpPr/>
            <p:nvPr/>
          </p:nvSpPr>
          <p:spPr>
            <a:xfrm>
              <a:off x="5342776" y="2536988"/>
              <a:ext cx="56257" cy="48160"/>
            </a:xfrm>
            <a:custGeom>
              <a:rect b="b" l="l" r="r" t="t"/>
              <a:pathLst>
                <a:path extrusionOk="0" h="1838" w="2147">
                  <a:moveTo>
                    <a:pt x="1225" y="0"/>
                  </a:moveTo>
                  <a:cubicBezTo>
                    <a:pt x="999" y="0"/>
                    <a:pt x="768" y="85"/>
                    <a:pt x="582" y="273"/>
                  </a:cubicBezTo>
                  <a:cubicBezTo>
                    <a:pt x="1" y="849"/>
                    <a:pt x="409" y="1838"/>
                    <a:pt x="1230" y="1838"/>
                  </a:cubicBezTo>
                  <a:cubicBezTo>
                    <a:pt x="1734" y="1838"/>
                    <a:pt x="2146" y="1425"/>
                    <a:pt x="2146" y="921"/>
                  </a:cubicBezTo>
                  <a:cubicBezTo>
                    <a:pt x="2146" y="366"/>
                    <a:pt x="1695" y="0"/>
                    <a:pt x="12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3"/>
            <p:cNvSpPr/>
            <p:nvPr/>
          </p:nvSpPr>
          <p:spPr>
            <a:xfrm>
              <a:off x="5465797" y="2505886"/>
              <a:ext cx="110339" cy="110339"/>
            </a:xfrm>
            <a:custGeom>
              <a:rect b="b" l="l" r="r" t="t"/>
              <a:pathLst>
                <a:path extrusionOk="0" h="4211" w="4211">
                  <a:moveTo>
                    <a:pt x="2108" y="1"/>
                  </a:moveTo>
                  <a:cubicBezTo>
                    <a:pt x="941" y="1"/>
                    <a:pt x="0" y="946"/>
                    <a:pt x="0" y="2108"/>
                  </a:cubicBezTo>
                  <a:cubicBezTo>
                    <a:pt x="0" y="3270"/>
                    <a:pt x="941" y="4211"/>
                    <a:pt x="2108" y="4211"/>
                  </a:cubicBezTo>
                  <a:cubicBezTo>
                    <a:pt x="3269" y="4211"/>
                    <a:pt x="4210" y="3270"/>
                    <a:pt x="4210" y="2108"/>
                  </a:cubicBezTo>
                  <a:cubicBezTo>
                    <a:pt x="4210" y="946"/>
                    <a:pt x="3269" y="1"/>
                    <a:pt x="210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3"/>
            <p:cNvSpPr/>
            <p:nvPr/>
          </p:nvSpPr>
          <p:spPr>
            <a:xfrm>
              <a:off x="5482016" y="2522131"/>
              <a:ext cx="99517" cy="94119"/>
            </a:xfrm>
            <a:custGeom>
              <a:rect b="b" l="l" r="r" t="t"/>
              <a:pathLst>
                <a:path extrusionOk="0" h="3592" w="3798">
                  <a:moveTo>
                    <a:pt x="2977" y="0"/>
                  </a:moveTo>
                  <a:lnTo>
                    <a:pt x="1" y="2976"/>
                  </a:lnTo>
                  <a:cubicBezTo>
                    <a:pt x="411" y="3387"/>
                    <a:pt x="949" y="3592"/>
                    <a:pt x="1487" y="3592"/>
                  </a:cubicBezTo>
                  <a:cubicBezTo>
                    <a:pt x="2025" y="3592"/>
                    <a:pt x="2564" y="3387"/>
                    <a:pt x="2977" y="2976"/>
                  </a:cubicBezTo>
                  <a:cubicBezTo>
                    <a:pt x="3798" y="2155"/>
                    <a:pt x="3798" y="821"/>
                    <a:pt x="297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83"/>
            <p:cNvSpPr/>
            <p:nvPr/>
          </p:nvSpPr>
          <p:spPr>
            <a:xfrm>
              <a:off x="5501275" y="2546290"/>
              <a:ext cx="34482" cy="29556"/>
            </a:xfrm>
            <a:custGeom>
              <a:rect b="b" l="l" r="r" t="t"/>
              <a:pathLst>
                <a:path extrusionOk="0" h="1128" w="1316">
                  <a:moveTo>
                    <a:pt x="750" y="1"/>
                  </a:moveTo>
                  <a:cubicBezTo>
                    <a:pt x="612" y="1"/>
                    <a:pt x="470" y="53"/>
                    <a:pt x="355" y="168"/>
                  </a:cubicBezTo>
                  <a:cubicBezTo>
                    <a:pt x="0" y="523"/>
                    <a:pt x="250" y="1128"/>
                    <a:pt x="754" y="1128"/>
                  </a:cubicBezTo>
                  <a:cubicBezTo>
                    <a:pt x="1061" y="1128"/>
                    <a:pt x="1315" y="873"/>
                    <a:pt x="1315" y="566"/>
                  </a:cubicBezTo>
                  <a:cubicBezTo>
                    <a:pt x="1315" y="225"/>
                    <a:pt x="1039" y="1"/>
                    <a:pt x="75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83"/>
            <p:cNvSpPr/>
            <p:nvPr/>
          </p:nvSpPr>
          <p:spPr>
            <a:xfrm>
              <a:off x="5511704" y="2654323"/>
              <a:ext cx="26307" cy="52588"/>
            </a:xfrm>
            <a:custGeom>
              <a:rect b="b" l="l" r="r" t="t"/>
              <a:pathLst>
                <a:path extrusionOk="0" h="2007" w="1004">
                  <a:moveTo>
                    <a:pt x="1" y="0"/>
                  </a:moveTo>
                  <a:lnTo>
                    <a:pt x="1" y="2007"/>
                  </a:lnTo>
                  <a:lnTo>
                    <a:pt x="913" y="2007"/>
                  </a:lnTo>
                  <a:cubicBezTo>
                    <a:pt x="965" y="2007"/>
                    <a:pt x="1004" y="1968"/>
                    <a:pt x="1004" y="1915"/>
                  </a:cubicBezTo>
                  <a:lnTo>
                    <a:pt x="1004" y="91"/>
                  </a:lnTo>
                  <a:cubicBezTo>
                    <a:pt x="1004" y="43"/>
                    <a:pt x="965" y="0"/>
                    <a:pt x="9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3"/>
            <p:cNvSpPr/>
            <p:nvPr/>
          </p:nvSpPr>
          <p:spPr>
            <a:xfrm>
              <a:off x="5603648" y="2652305"/>
              <a:ext cx="52353" cy="55811"/>
            </a:xfrm>
            <a:custGeom>
              <a:rect b="b" l="l" r="r" t="t"/>
              <a:pathLst>
                <a:path extrusionOk="0" h="2130" w="1998">
                  <a:moveTo>
                    <a:pt x="1" y="0"/>
                  </a:moveTo>
                  <a:lnTo>
                    <a:pt x="1" y="1484"/>
                  </a:lnTo>
                  <a:cubicBezTo>
                    <a:pt x="1" y="1584"/>
                    <a:pt x="63" y="1671"/>
                    <a:pt x="159" y="1695"/>
                  </a:cubicBezTo>
                  <a:lnTo>
                    <a:pt x="1719" y="2122"/>
                  </a:lnTo>
                  <a:cubicBezTo>
                    <a:pt x="1739" y="2127"/>
                    <a:pt x="1758" y="2130"/>
                    <a:pt x="1777" y="2130"/>
                  </a:cubicBezTo>
                  <a:cubicBezTo>
                    <a:pt x="1895" y="2130"/>
                    <a:pt x="1997" y="2035"/>
                    <a:pt x="1997" y="1911"/>
                  </a:cubicBezTo>
                  <a:lnTo>
                    <a:pt x="199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3"/>
            <p:cNvSpPr/>
            <p:nvPr/>
          </p:nvSpPr>
          <p:spPr>
            <a:xfrm>
              <a:off x="5374979" y="2537093"/>
              <a:ext cx="24054" cy="48055"/>
            </a:xfrm>
            <a:custGeom>
              <a:rect b="b" l="l" r="r" t="t"/>
              <a:pathLst>
                <a:path extrusionOk="0" h="1834" w="918">
                  <a:moveTo>
                    <a:pt x="1" y="0"/>
                  </a:moveTo>
                  <a:lnTo>
                    <a:pt x="1" y="1834"/>
                  </a:lnTo>
                  <a:cubicBezTo>
                    <a:pt x="505" y="1834"/>
                    <a:pt x="917" y="1421"/>
                    <a:pt x="917" y="917"/>
                  </a:cubicBezTo>
                  <a:cubicBezTo>
                    <a:pt x="917" y="408"/>
                    <a:pt x="505"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3"/>
            <p:cNvSpPr/>
            <p:nvPr/>
          </p:nvSpPr>
          <p:spPr>
            <a:xfrm>
              <a:off x="5521006" y="2546395"/>
              <a:ext cx="14752" cy="29452"/>
            </a:xfrm>
            <a:custGeom>
              <a:rect b="b" l="l" r="r" t="t"/>
              <a:pathLst>
                <a:path extrusionOk="0" h="1124" w="563">
                  <a:moveTo>
                    <a:pt x="1" y="0"/>
                  </a:moveTo>
                  <a:lnTo>
                    <a:pt x="1" y="1124"/>
                  </a:lnTo>
                  <a:cubicBezTo>
                    <a:pt x="308" y="1124"/>
                    <a:pt x="562" y="869"/>
                    <a:pt x="562" y="562"/>
                  </a:cubicBezTo>
                  <a:cubicBezTo>
                    <a:pt x="562" y="250"/>
                    <a:pt x="308"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3"/>
            <p:cNvSpPr/>
            <p:nvPr/>
          </p:nvSpPr>
          <p:spPr>
            <a:xfrm>
              <a:off x="5395994" y="2516838"/>
              <a:ext cx="25285" cy="21407"/>
            </a:xfrm>
            <a:custGeom>
              <a:rect b="b" l="l" r="r" t="t"/>
              <a:pathLst>
                <a:path extrusionOk="0" h="817" w="965">
                  <a:moveTo>
                    <a:pt x="679" y="1"/>
                  </a:moveTo>
                  <a:cubicBezTo>
                    <a:pt x="634" y="1"/>
                    <a:pt x="586" y="18"/>
                    <a:pt x="543" y="58"/>
                  </a:cubicBezTo>
                  <a:lnTo>
                    <a:pt x="130" y="471"/>
                  </a:lnTo>
                  <a:cubicBezTo>
                    <a:pt x="0" y="600"/>
                    <a:pt x="91" y="816"/>
                    <a:pt x="269" y="816"/>
                  </a:cubicBezTo>
                  <a:lnTo>
                    <a:pt x="274" y="816"/>
                  </a:lnTo>
                  <a:cubicBezTo>
                    <a:pt x="327" y="816"/>
                    <a:pt x="379" y="797"/>
                    <a:pt x="418" y="759"/>
                  </a:cubicBezTo>
                  <a:lnTo>
                    <a:pt x="831" y="346"/>
                  </a:lnTo>
                  <a:cubicBezTo>
                    <a:pt x="964" y="198"/>
                    <a:pt x="834" y="1"/>
                    <a:pt x="6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83"/>
            <p:cNvSpPr/>
            <p:nvPr/>
          </p:nvSpPr>
          <p:spPr>
            <a:xfrm>
              <a:off x="5328601" y="2583655"/>
              <a:ext cx="26124" cy="21696"/>
            </a:xfrm>
            <a:custGeom>
              <a:rect b="b" l="l" r="r" t="t"/>
              <a:pathLst>
                <a:path extrusionOk="0" h="828" w="997">
                  <a:moveTo>
                    <a:pt x="699" y="0"/>
                  </a:moveTo>
                  <a:cubicBezTo>
                    <a:pt x="649" y="0"/>
                    <a:pt x="597" y="21"/>
                    <a:pt x="551" y="71"/>
                  </a:cubicBezTo>
                  <a:lnTo>
                    <a:pt x="139" y="484"/>
                  </a:lnTo>
                  <a:cubicBezTo>
                    <a:pt x="1" y="633"/>
                    <a:pt x="134" y="828"/>
                    <a:pt x="290" y="828"/>
                  </a:cubicBezTo>
                  <a:cubicBezTo>
                    <a:pt x="336" y="828"/>
                    <a:pt x="383" y="811"/>
                    <a:pt x="427" y="772"/>
                  </a:cubicBezTo>
                  <a:lnTo>
                    <a:pt x="839" y="355"/>
                  </a:lnTo>
                  <a:cubicBezTo>
                    <a:pt x="996" y="212"/>
                    <a:pt x="859" y="0"/>
                    <a:pt x="6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83"/>
            <p:cNvSpPr/>
            <p:nvPr/>
          </p:nvSpPr>
          <p:spPr>
            <a:xfrm>
              <a:off x="5395181" y="2583655"/>
              <a:ext cx="26098" cy="21696"/>
            </a:xfrm>
            <a:custGeom>
              <a:rect b="b" l="l" r="r" t="t"/>
              <a:pathLst>
                <a:path extrusionOk="0" h="828" w="996">
                  <a:moveTo>
                    <a:pt x="300" y="0"/>
                  </a:moveTo>
                  <a:cubicBezTo>
                    <a:pt x="140" y="0"/>
                    <a:pt x="0" y="212"/>
                    <a:pt x="161" y="355"/>
                  </a:cubicBezTo>
                  <a:lnTo>
                    <a:pt x="574" y="772"/>
                  </a:lnTo>
                  <a:cubicBezTo>
                    <a:pt x="617" y="811"/>
                    <a:pt x="664" y="828"/>
                    <a:pt x="709" y="828"/>
                  </a:cubicBezTo>
                  <a:cubicBezTo>
                    <a:pt x="864" y="828"/>
                    <a:pt x="996" y="633"/>
                    <a:pt x="862" y="484"/>
                  </a:cubicBezTo>
                  <a:lnTo>
                    <a:pt x="449" y="71"/>
                  </a:lnTo>
                  <a:cubicBezTo>
                    <a:pt x="403" y="21"/>
                    <a:pt x="351"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3"/>
            <p:cNvSpPr/>
            <p:nvPr/>
          </p:nvSpPr>
          <p:spPr>
            <a:xfrm>
              <a:off x="5328103" y="2516472"/>
              <a:ext cx="26622" cy="22089"/>
            </a:xfrm>
            <a:custGeom>
              <a:rect b="b" l="l" r="r" t="t"/>
              <a:pathLst>
                <a:path extrusionOk="0" h="843" w="1016">
                  <a:moveTo>
                    <a:pt x="298" y="1"/>
                  </a:moveTo>
                  <a:cubicBezTo>
                    <a:pt x="138" y="1"/>
                    <a:pt x="0" y="214"/>
                    <a:pt x="158" y="360"/>
                  </a:cubicBezTo>
                  <a:lnTo>
                    <a:pt x="570" y="773"/>
                  </a:lnTo>
                  <a:cubicBezTo>
                    <a:pt x="616" y="822"/>
                    <a:pt x="668" y="842"/>
                    <a:pt x="717" y="842"/>
                  </a:cubicBezTo>
                  <a:cubicBezTo>
                    <a:pt x="877" y="842"/>
                    <a:pt x="1016" y="631"/>
                    <a:pt x="858" y="485"/>
                  </a:cubicBezTo>
                  <a:lnTo>
                    <a:pt x="446" y="72"/>
                  </a:lnTo>
                  <a:cubicBezTo>
                    <a:pt x="400" y="22"/>
                    <a:pt x="348"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83"/>
            <p:cNvSpPr/>
            <p:nvPr/>
          </p:nvSpPr>
          <p:spPr>
            <a:xfrm>
              <a:off x="5536596" y="2527267"/>
              <a:ext cx="20359" cy="16508"/>
            </a:xfrm>
            <a:custGeom>
              <a:rect b="b" l="l" r="r" t="t"/>
              <a:pathLst>
                <a:path extrusionOk="0" h="630" w="777">
                  <a:moveTo>
                    <a:pt x="490" y="0"/>
                  </a:moveTo>
                  <a:cubicBezTo>
                    <a:pt x="444" y="0"/>
                    <a:pt x="396" y="18"/>
                    <a:pt x="351" y="58"/>
                  </a:cubicBezTo>
                  <a:lnTo>
                    <a:pt x="126" y="279"/>
                  </a:lnTo>
                  <a:cubicBezTo>
                    <a:pt x="1" y="409"/>
                    <a:pt x="92" y="625"/>
                    <a:pt x="270" y="625"/>
                  </a:cubicBezTo>
                  <a:lnTo>
                    <a:pt x="270" y="630"/>
                  </a:lnTo>
                  <a:cubicBezTo>
                    <a:pt x="327" y="630"/>
                    <a:pt x="375" y="606"/>
                    <a:pt x="414" y="567"/>
                  </a:cubicBezTo>
                  <a:lnTo>
                    <a:pt x="639" y="342"/>
                  </a:lnTo>
                  <a:cubicBezTo>
                    <a:pt x="776" y="194"/>
                    <a:pt x="645" y="0"/>
                    <a:pt x="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83"/>
            <p:cNvSpPr/>
            <p:nvPr/>
          </p:nvSpPr>
          <p:spPr>
            <a:xfrm>
              <a:off x="5485292" y="2578519"/>
              <a:ext cx="20359" cy="16455"/>
            </a:xfrm>
            <a:custGeom>
              <a:rect b="b" l="l" r="r" t="t"/>
              <a:pathLst>
                <a:path extrusionOk="0" h="628" w="777">
                  <a:moveTo>
                    <a:pt x="487" y="1"/>
                  </a:moveTo>
                  <a:cubicBezTo>
                    <a:pt x="442" y="1"/>
                    <a:pt x="394" y="17"/>
                    <a:pt x="351" y="56"/>
                  </a:cubicBezTo>
                  <a:lnTo>
                    <a:pt x="130" y="282"/>
                  </a:lnTo>
                  <a:cubicBezTo>
                    <a:pt x="0" y="411"/>
                    <a:pt x="92" y="627"/>
                    <a:pt x="274" y="627"/>
                  </a:cubicBezTo>
                  <a:cubicBezTo>
                    <a:pt x="327" y="627"/>
                    <a:pt x="380" y="608"/>
                    <a:pt x="418" y="570"/>
                  </a:cubicBezTo>
                  <a:lnTo>
                    <a:pt x="639" y="344"/>
                  </a:lnTo>
                  <a:cubicBezTo>
                    <a:pt x="776" y="195"/>
                    <a:pt x="643" y="1"/>
                    <a:pt x="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83"/>
            <p:cNvSpPr/>
            <p:nvPr/>
          </p:nvSpPr>
          <p:spPr>
            <a:xfrm>
              <a:off x="5536360" y="2578519"/>
              <a:ext cx="20595" cy="16455"/>
            </a:xfrm>
            <a:custGeom>
              <a:rect b="b" l="l" r="r" t="t"/>
              <a:pathLst>
                <a:path extrusionOk="0" h="628" w="786">
                  <a:moveTo>
                    <a:pt x="287" y="1"/>
                  </a:moveTo>
                  <a:cubicBezTo>
                    <a:pt x="132" y="1"/>
                    <a:pt x="1" y="195"/>
                    <a:pt x="135" y="344"/>
                  </a:cubicBezTo>
                  <a:lnTo>
                    <a:pt x="360" y="570"/>
                  </a:lnTo>
                  <a:cubicBezTo>
                    <a:pt x="404" y="610"/>
                    <a:pt x="452" y="627"/>
                    <a:pt x="498" y="627"/>
                  </a:cubicBezTo>
                  <a:cubicBezTo>
                    <a:pt x="653" y="627"/>
                    <a:pt x="786" y="430"/>
                    <a:pt x="648" y="282"/>
                  </a:cubicBezTo>
                  <a:lnTo>
                    <a:pt x="423" y="56"/>
                  </a:lnTo>
                  <a:cubicBezTo>
                    <a:pt x="379" y="17"/>
                    <a:pt x="33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83"/>
            <p:cNvSpPr/>
            <p:nvPr/>
          </p:nvSpPr>
          <p:spPr>
            <a:xfrm>
              <a:off x="5485108" y="2527267"/>
              <a:ext cx="20543" cy="16377"/>
            </a:xfrm>
            <a:custGeom>
              <a:rect b="b" l="l" r="r" t="t"/>
              <a:pathLst>
                <a:path extrusionOk="0" h="625" w="784">
                  <a:moveTo>
                    <a:pt x="282" y="0"/>
                  </a:moveTo>
                  <a:cubicBezTo>
                    <a:pt x="128" y="0"/>
                    <a:pt x="0" y="194"/>
                    <a:pt x="137" y="342"/>
                  </a:cubicBezTo>
                  <a:lnTo>
                    <a:pt x="358" y="567"/>
                  </a:lnTo>
                  <a:cubicBezTo>
                    <a:pt x="402" y="608"/>
                    <a:pt x="449" y="625"/>
                    <a:pt x="495" y="625"/>
                  </a:cubicBezTo>
                  <a:cubicBezTo>
                    <a:pt x="651" y="625"/>
                    <a:pt x="783" y="428"/>
                    <a:pt x="646" y="279"/>
                  </a:cubicBezTo>
                  <a:lnTo>
                    <a:pt x="420" y="58"/>
                  </a:lnTo>
                  <a:cubicBezTo>
                    <a:pt x="376" y="18"/>
                    <a:pt x="328" y="0"/>
                    <a:pt x="2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83"/>
            <p:cNvSpPr/>
            <p:nvPr/>
          </p:nvSpPr>
          <p:spPr>
            <a:xfrm>
              <a:off x="5352078" y="2649030"/>
              <a:ext cx="102164" cy="10717"/>
            </a:xfrm>
            <a:custGeom>
              <a:rect b="b" l="l" r="r" t="t"/>
              <a:pathLst>
                <a:path extrusionOk="0" h="409" w="3899">
                  <a:moveTo>
                    <a:pt x="3629" y="0"/>
                  </a:moveTo>
                  <a:cubicBezTo>
                    <a:pt x="3625" y="0"/>
                    <a:pt x="3620" y="0"/>
                    <a:pt x="3616" y="0"/>
                  </a:cubicBezTo>
                  <a:lnTo>
                    <a:pt x="255" y="0"/>
                  </a:lnTo>
                  <a:cubicBezTo>
                    <a:pt x="1" y="15"/>
                    <a:pt x="1" y="394"/>
                    <a:pt x="255" y="408"/>
                  </a:cubicBezTo>
                  <a:lnTo>
                    <a:pt x="3616" y="408"/>
                  </a:lnTo>
                  <a:cubicBezTo>
                    <a:pt x="3620" y="409"/>
                    <a:pt x="3625" y="409"/>
                    <a:pt x="3629" y="409"/>
                  </a:cubicBezTo>
                  <a:cubicBezTo>
                    <a:pt x="3899" y="409"/>
                    <a:pt x="3899" y="0"/>
                    <a:pt x="36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3"/>
            <p:cNvSpPr/>
            <p:nvPr/>
          </p:nvSpPr>
          <p:spPr>
            <a:xfrm>
              <a:off x="5352078" y="2701592"/>
              <a:ext cx="23949" cy="10717"/>
            </a:xfrm>
            <a:custGeom>
              <a:rect b="b" l="l" r="r" t="t"/>
              <a:pathLst>
                <a:path extrusionOk="0" h="409" w="914">
                  <a:moveTo>
                    <a:pt x="260" y="1"/>
                  </a:moveTo>
                  <a:cubicBezTo>
                    <a:pt x="1" y="15"/>
                    <a:pt x="1" y="395"/>
                    <a:pt x="260" y="409"/>
                  </a:cubicBezTo>
                  <a:lnTo>
                    <a:pt x="654" y="409"/>
                  </a:lnTo>
                  <a:cubicBezTo>
                    <a:pt x="913" y="395"/>
                    <a:pt x="913" y="15"/>
                    <a:pt x="6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3"/>
            <p:cNvSpPr/>
            <p:nvPr/>
          </p:nvSpPr>
          <p:spPr>
            <a:xfrm>
              <a:off x="5387425" y="2701592"/>
              <a:ext cx="66188" cy="10717"/>
            </a:xfrm>
            <a:custGeom>
              <a:rect b="b" l="l" r="r" t="t"/>
              <a:pathLst>
                <a:path extrusionOk="0" h="409" w="2526">
                  <a:moveTo>
                    <a:pt x="255" y="1"/>
                  </a:moveTo>
                  <a:cubicBezTo>
                    <a:pt x="1" y="15"/>
                    <a:pt x="1" y="395"/>
                    <a:pt x="255" y="409"/>
                  </a:cubicBezTo>
                  <a:lnTo>
                    <a:pt x="2267" y="409"/>
                  </a:lnTo>
                  <a:cubicBezTo>
                    <a:pt x="2526" y="395"/>
                    <a:pt x="2526" y="15"/>
                    <a:pt x="2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3"/>
            <p:cNvSpPr/>
            <p:nvPr/>
          </p:nvSpPr>
          <p:spPr>
            <a:xfrm>
              <a:off x="5352078" y="2675416"/>
              <a:ext cx="102164" cy="10638"/>
            </a:xfrm>
            <a:custGeom>
              <a:rect b="b" l="l" r="r" t="t"/>
              <a:pathLst>
                <a:path extrusionOk="0" h="406" w="3899">
                  <a:moveTo>
                    <a:pt x="3634" y="1"/>
                  </a:moveTo>
                  <a:cubicBezTo>
                    <a:pt x="3628" y="1"/>
                    <a:pt x="3622" y="1"/>
                    <a:pt x="3616" y="1"/>
                  </a:cubicBezTo>
                  <a:lnTo>
                    <a:pt x="255" y="1"/>
                  </a:lnTo>
                  <a:cubicBezTo>
                    <a:pt x="1" y="11"/>
                    <a:pt x="1" y="390"/>
                    <a:pt x="255" y="405"/>
                  </a:cubicBezTo>
                  <a:lnTo>
                    <a:pt x="3616" y="405"/>
                  </a:lnTo>
                  <a:cubicBezTo>
                    <a:pt x="3620" y="405"/>
                    <a:pt x="3625" y="405"/>
                    <a:pt x="3629" y="405"/>
                  </a:cubicBezTo>
                  <a:cubicBezTo>
                    <a:pt x="3898" y="405"/>
                    <a:pt x="3899"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3"/>
            <p:cNvSpPr/>
            <p:nvPr/>
          </p:nvSpPr>
          <p:spPr>
            <a:xfrm>
              <a:off x="5289454" y="2484138"/>
              <a:ext cx="298001" cy="154097"/>
            </a:xfrm>
            <a:custGeom>
              <a:rect b="b" l="l" r="r" t="t"/>
              <a:pathLst>
                <a:path extrusionOk="0" h="5881" w="11373">
                  <a:moveTo>
                    <a:pt x="8837" y="1034"/>
                  </a:moveTo>
                  <a:cubicBezTo>
                    <a:pt x="9083" y="1034"/>
                    <a:pt x="9331" y="1082"/>
                    <a:pt x="9567" y="1181"/>
                  </a:cubicBezTo>
                  <a:cubicBezTo>
                    <a:pt x="10278" y="1474"/>
                    <a:pt x="10739" y="2165"/>
                    <a:pt x="10739" y="2938"/>
                  </a:cubicBezTo>
                  <a:cubicBezTo>
                    <a:pt x="10739" y="3706"/>
                    <a:pt x="10278" y="4397"/>
                    <a:pt x="9567" y="4695"/>
                  </a:cubicBezTo>
                  <a:cubicBezTo>
                    <a:pt x="9333" y="4792"/>
                    <a:pt x="9086" y="4839"/>
                    <a:pt x="8841" y="4839"/>
                  </a:cubicBezTo>
                  <a:cubicBezTo>
                    <a:pt x="8345" y="4839"/>
                    <a:pt x="7857" y="4645"/>
                    <a:pt x="7494" y="4282"/>
                  </a:cubicBezTo>
                  <a:cubicBezTo>
                    <a:pt x="6750" y="3538"/>
                    <a:pt x="6750" y="2333"/>
                    <a:pt x="7494" y="1594"/>
                  </a:cubicBezTo>
                  <a:cubicBezTo>
                    <a:pt x="7856" y="1229"/>
                    <a:pt x="8342" y="1034"/>
                    <a:pt x="8837" y="1034"/>
                  </a:cubicBezTo>
                  <a:close/>
                  <a:moveTo>
                    <a:pt x="3266" y="397"/>
                  </a:moveTo>
                  <a:cubicBezTo>
                    <a:pt x="3594" y="397"/>
                    <a:pt x="3924" y="460"/>
                    <a:pt x="4239" y="591"/>
                  </a:cubicBezTo>
                  <a:cubicBezTo>
                    <a:pt x="5185" y="984"/>
                    <a:pt x="5804" y="1911"/>
                    <a:pt x="5804" y="2938"/>
                  </a:cubicBezTo>
                  <a:cubicBezTo>
                    <a:pt x="5804" y="3965"/>
                    <a:pt x="5185" y="4892"/>
                    <a:pt x="4239" y="5281"/>
                  </a:cubicBezTo>
                  <a:cubicBezTo>
                    <a:pt x="3924" y="5411"/>
                    <a:pt x="3593" y="5475"/>
                    <a:pt x="3265" y="5475"/>
                  </a:cubicBezTo>
                  <a:cubicBezTo>
                    <a:pt x="2605" y="5475"/>
                    <a:pt x="1957" y="5218"/>
                    <a:pt x="1469" y="4733"/>
                  </a:cubicBezTo>
                  <a:cubicBezTo>
                    <a:pt x="476" y="3745"/>
                    <a:pt x="471" y="2132"/>
                    <a:pt x="1469" y="1143"/>
                  </a:cubicBezTo>
                  <a:cubicBezTo>
                    <a:pt x="1957" y="655"/>
                    <a:pt x="2606" y="397"/>
                    <a:pt x="3266" y="397"/>
                  </a:cubicBezTo>
                  <a:close/>
                  <a:moveTo>
                    <a:pt x="3267" y="0"/>
                  </a:moveTo>
                  <a:cubicBezTo>
                    <a:pt x="2153" y="0"/>
                    <a:pt x="1105" y="638"/>
                    <a:pt x="610" y="1690"/>
                  </a:cubicBezTo>
                  <a:cubicBezTo>
                    <a:pt x="0" y="2981"/>
                    <a:pt x="408" y="4522"/>
                    <a:pt x="1580" y="5343"/>
                  </a:cubicBezTo>
                  <a:cubicBezTo>
                    <a:pt x="2090" y="5704"/>
                    <a:pt x="2681" y="5881"/>
                    <a:pt x="3269" y="5881"/>
                  </a:cubicBezTo>
                  <a:cubicBezTo>
                    <a:pt x="4026" y="5881"/>
                    <a:pt x="4778" y="5589"/>
                    <a:pt x="5348" y="5021"/>
                  </a:cubicBezTo>
                  <a:cubicBezTo>
                    <a:pt x="5732" y="4637"/>
                    <a:pt x="6001" y="4153"/>
                    <a:pt x="6126" y="3625"/>
                  </a:cubicBezTo>
                  <a:lnTo>
                    <a:pt x="6634" y="3625"/>
                  </a:lnTo>
                  <a:cubicBezTo>
                    <a:pt x="6940" y="4616"/>
                    <a:pt x="7852" y="5255"/>
                    <a:pt x="8845" y="5255"/>
                  </a:cubicBezTo>
                  <a:cubicBezTo>
                    <a:pt x="9039" y="5255"/>
                    <a:pt x="9237" y="5231"/>
                    <a:pt x="9433" y="5180"/>
                  </a:cubicBezTo>
                  <a:cubicBezTo>
                    <a:pt x="10633" y="4868"/>
                    <a:pt x="11372" y="3668"/>
                    <a:pt x="11113" y="2453"/>
                  </a:cubicBezTo>
                  <a:cubicBezTo>
                    <a:pt x="10877" y="1372"/>
                    <a:pt x="9924" y="621"/>
                    <a:pt x="8850" y="621"/>
                  </a:cubicBezTo>
                  <a:cubicBezTo>
                    <a:pt x="8723" y="621"/>
                    <a:pt x="8593" y="631"/>
                    <a:pt x="8463" y="653"/>
                  </a:cubicBezTo>
                  <a:cubicBezTo>
                    <a:pt x="7244" y="860"/>
                    <a:pt x="6399" y="1988"/>
                    <a:pt x="6548" y="3221"/>
                  </a:cubicBezTo>
                  <a:lnTo>
                    <a:pt x="6193" y="3221"/>
                  </a:lnTo>
                  <a:cubicBezTo>
                    <a:pt x="6332" y="1796"/>
                    <a:pt x="5425" y="480"/>
                    <a:pt x="4047" y="106"/>
                  </a:cubicBezTo>
                  <a:cubicBezTo>
                    <a:pt x="3788" y="35"/>
                    <a:pt x="3526" y="0"/>
                    <a:pt x="32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83"/>
            <p:cNvSpPr/>
            <p:nvPr/>
          </p:nvSpPr>
          <p:spPr>
            <a:xfrm>
              <a:off x="5335623" y="2531695"/>
              <a:ext cx="68703" cy="58877"/>
            </a:xfrm>
            <a:custGeom>
              <a:rect b="b" l="l" r="r" t="t"/>
              <a:pathLst>
                <a:path extrusionOk="0" h="2247" w="2622">
                  <a:moveTo>
                    <a:pt x="1508" y="406"/>
                  </a:moveTo>
                  <a:cubicBezTo>
                    <a:pt x="1683" y="406"/>
                    <a:pt x="1861" y="470"/>
                    <a:pt x="2007" y="614"/>
                  </a:cubicBezTo>
                  <a:cubicBezTo>
                    <a:pt x="2458" y="1065"/>
                    <a:pt x="2136" y="1838"/>
                    <a:pt x="1503" y="1838"/>
                  </a:cubicBezTo>
                  <a:cubicBezTo>
                    <a:pt x="1109" y="1834"/>
                    <a:pt x="787" y="1517"/>
                    <a:pt x="787" y="1123"/>
                  </a:cubicBezTo>
                  <a:cubicBezTo>
                    <a:pt x="787" y="691"/>
                    <a:pt x="1140" y="406"/>
                    <a:pt x="1508" y="406"/>
                  </a:cubicBezTo>
                  <a:close/>
                  <a:moveTo>
                    <a:pt x="1494" y="1"/>
                  </a:moveTo>
                  <a:cubicBezTo>
                    <a:pt x="1219" y="1"/>
                    <a:pt x="939" y="103"/>
                    <a:pt x="711" y="331"/>
                  </a:cubicBezTo>
                  <a:cubicBezTo>
                    <a:pt x="0" y="1037"/>
                    <a:pt x="504" y="2242"/>
                    <a:pt x="1503" y="2246"/>
                  </a:cubicBezTo>
                  <a:cubicBezTo>
                    <a:pt x="2122" y="2242"/>
                    <a:pt x="2621" y="1742"/>
                    <a:pt x="2621" y="1123"/>
                  </a:cubicBezTo>
                  <a:cubicBezTo>
                    <a:pt x="2621" y="448"/>
                    <a:pt x="2070" y="1"/>
                    <a:pt x="14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83"/>
            <p:cNvSpPr/>
            <p:nvPr/>
          </p:nvSpPr>
          <p:spPr>
            <a:xfrm>
              <a:off x="5500882" y="2540971"/>
              <a:ext cx="46955" cy="40168"/>
            </a:xfrm>
            <a:custGeom>
              <a:rect b="b" l="l" r="r" t="t"/>
              <a:pathLst>
                <a:path extrusionOk="0" h="1533" w="1792">
                  <a:moveTo>
                    <a:pt x="769" y="409"/>
                  </a:moveTo>
                  <a:cubicBezTo>
                    <a:pt x="1086" y="409"/>
                    <a:pt x="1249" y="798"/>
                    <a:pt x="1023" y="1024"/>
                  </a:cubicBezTo>
                  <a:cubicBezTo>
                    <a:pt x="949" y="1097"/>
                    <a:pt x="858" y="1129"/>
                    <a:pt x="769" y="1129"/>
                  </a:cubicBezTo>
                  <a:cubicBezTo>
                    <a:pt x="584" y="1129"/>
                    <a:pt x="409" y="987"/>
                    <a:pt x="409" y="769"/>
                  </a:cubicBezTo>
                  <a:cubicBezTo>
                    <a:pt x="409" y="567"/>
                    <a:pt x="567" y="409"/>
                    <a:pt x="769" y="409"/>
                  </a:cubicBezTo>
                  <a:close/>
                  <a:moveTo>
                    <a:pt x="773" y="0"/>
                  </a:moveTo>
                  <a:cubicBezTo>
                    <a:pt x="379" y="0"/>
                    <a:pt x="1" y="308"/>
                    <a:pt x="1" y="769"/>
                  </a:cubicBezTo>
                  <a:cubicBezTo>
                    <a:pt x="1" y="1192"/>
                    <a:pt x="346" y="1532"/>
                    <a:pt x="769" y="1532"/>
                  </a:cubicBezTo>
                  <a:cubicBezTo>
                    <a:pt x="1450" y="1532"/>
                    <a:pt x="1791" y="707"/>
                    <a:pt x="1306" y="227"/>
                  </a:cubicBezTo>
                  <a:cubicBezTo>
                    <a:pt x="1151" y="70"/>
                    <a:pt x="960" y="0"/>
                    <a:pt x="7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3"/>
            <p:cNvSpPr/>
            <p:nvPr/>
          </p:nvSpPr>
          <p:spPr>
            <a:xfrm>
              <a:off x="5480130" y="2649030"/>
              <a:ext cx="63305" cy="63279"/>
            </a:xfrm>
            <a:custGeom>
              <a:rect b="b" l="l" r="r" t="t"/>
              <a:pathLst>
                <a:path extrusionOk="0" h="2415" w="2416">
                  <a:moveTo>
                    <a:pt x="2007" y="408"/>
                  </a:moveTo>
                  <a:lnTo>
                    <a:pt x="2007" y="2007"/>
                  </a:lnTo>
                  <a:lnTo>
                    <a:pt x="409" y="2007"/>
                  </a:lnTo>
                  <a:lnTo>
                    <a:pt x="409" y="408"/>
                  </a:lnTo>
                  <a:close/>
                  <a:moveTo>
                    <a:pt x="293" y="0"/>
                  </a:moveTo>
                  <a:cubicBezTo>
                    <a:pt x="130" y="0"/>
                    <a:pt x="1" y="130"/>
                    <a:pt x="1" y="293"/>
                  </a:cubicBezTo>
                  <a:lnTo>
                    <a:pt x="1" y="2117"/>
                  </a:lnTo>
                  <a:cubicBezTo>
                    <a:pt x="1" y="2281"/>
                    <a:pt x="130" y="2415"/>
                    <a:pt x="293" y="2415"/>
                  </a:cubicBezTo>
                  <a:lnTo>
                    <a:pt x="2118" y="2415"/>
                  </a:lnTo>
                  <a:cubicBezTo>
                    <a:pt x="2281" y="2415"/>
                    <a:pt x="2415" y="2281"/>
                    <a:pt x="2415" y="2117"/>
                  </a:cubicBezTo>
                  <a:lnTo>
                    <a:pt x="2415" y="293"/>
                  </a:lnTo>
                  <a:cubicBezTo>
                    <a:pt x="2415" y="130"/>
                    <a:pt x="2281" y="0"/>
                    <a:pt x="2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3"/>
            <p:cNvSpPr/>
            <p:nvPr/>
          </p:nvSpPr>
          <p:spPr>
            <a:xfrm>
              <a:off x="5324356" y="2591175"/>
              <a:ext cx="336938" cy="145031"/>
            </a:xfrm>
            <a:custGeom>
              <a:rect b="b" l="l" r="r" t="t"/>
              <a:pathLst>
                <a:path extrusionOk="0" h="5535" w="12859">
                  <a:moveTo>
                    <a:pt x="10453" y="1628"/>
                  </a:moveTo>
                  <a:lnTo>
                    <a:pt x="10453" y="3039"/>
                  </a:lnTo>
                  <a:lnTo>
                    <a:pt x="9603" y="3039"/>
                  </a:lnTo>
                  <a:lnTo>
                    <a:pt x="9603" y="1628"/>
                  </a:lnTo>
                  <a:close/>
                  <a:moveTo>
                    <a:pt x="12436" y="407"/>
                  </a:moveTo>
                  <a:cubicBezTo>
                    <a:pt x="12444" y="407"/>
                    <a:pt x="12450" y="415"/>
                    <a:pt x="12450" y="423"/>
                  </a:cubicBezTo>
                  <a:lnTo>
                    <a:pt x="12450" y="4244"/>
                  </a:lnTo>
                  <a:cubicBezTo>
                    <a:pt x="12450" y="4252"/>
                    <a:pt x="12444" y="4259"/>
                    <a:pt x="12436" y="4259"/>
                  </a:cubicBezTo>
                  <a:cubicBezTo>
                    <a:pt x="12434" y="4259"/>
                    <a:pt x="12433" y="4259"/>
                    <a:pt x="12431" y="4258"/>
                  </a:cubicBezTo>
                  <a:lnTo>
                    <a:pt x="10871" y="3831"/>
                  </a:lnTo>
                  <a:cubicBezTo>
                    <a:pt x="10866" y="3831"/>
                    <a:pt x="10861" y="3826"/>
                    <a:pt x="10861" y="3817"/>
                  </a:cubicBezTo>
                  <a:lnTo>
                    <a:pt x="10861" y="850"/>
                  </a:lnTo>
                  <a:cubicBezTo>
                    <a:pt x="10861" y="840"/>
                    <a:pt x="10866" y="836"/>
                    <a:pt x="10871" y="836"/>
                  </a:cubicBezTo>
                  <a:lnTo>
                    <a:pt x="12431" y="408"/>
                  </a:lnTo>
                  <a:cubicBezTo>
                    <a:pt x="12433" y="407"/>
                    <a:pt x="12434" y="407"/>
                    <a:pt x="12436" y="407"/>
                  </a:cubicBezTo>
                  <a:close/>
                  <a:moveTo>
                    <a:pt x="12436" y="0"/>
                  </a:moveTo>
                  <a:cubicBezTo>
                    <a:pt x="12399" y="0"/>
                    <a:pt x="12362" y="5"/>
                    <a:pt x="12325" y="15"/>
                  </a:cubicBezTo>
                  <a:lnTo>
                    <a:pt x="10765" y="442"/>
                  </a:lnTo>
                  <a:cubicBezTo>
                    <a:pt x="10578" y="490"/>
                    <a:pt x="10453" y="658"/>
                    <a:pt x="10453" y="850"/>
                  </a:cubicBezTo>
                  <a:lnTo>
                    <a:pt x="10453" y="1220"/>
                  </a:lnTo>
                  <a:lnTo>
                    <a:pt x="9599" y="1220"/>
                  </a:lnTo>
                  <a:lnTo>
                    <a:pt x="9599" y="922"/>
                  </a:lnTo>
                  <a:cubicBezTo>
                    <a:pt x="9591" y="792"/>
                    <a:pt x="9494" y="728"/>
                    <a:pt x="9397" y="728"/>
                  </a:cubicBezTo>
                  <a:cubicBezTo>
                    <a:pt x="9300" y="728"/>
                    <a:pt x="9203" y="792"/>
                    <a:pt x="9195" y="922"/>
                  </a:cubicBezTo>
                  <a:lnTo>
                    <a:pt x="9195" y="5021"/>
                  </a:lnTo>
                  <a:cubicBezTo>
                    <a:pt x="9195" y="5079"/>
                    <a:pt x="9147" y="5127"/>
                    <a:pt x="9090" y="5127"/>
                  </a:cubicBezTo>
                  <a:lnTo>
                    <a:pt x="521" y="5127"/>
                  </a:lnTo>
                  <a:cubicBezTo>
                    <a:pt x="464" y="5127"/>
                    <a:pt x="416" y="5079"/>
                    <a:pt x="416" y="5021"/>
                  </a:cubicBezTo>
                  <a:lnTo>
                    <a:pt x="416" y="1872"/>
                  </a:lnTo>
                  <a:cubicBezTo>
                    <a:pt x="423" y="1731"/>
                    <a:pt x="317" y="1660"/>
                    <a:pt x="212" y="1660"/>
                  </a:cubicBezTo>
                  <a:cubicBezTo>
                    <a:pt x="106" y="1660"/>
                    <a:pt x="1" y="1731"/>
                    <a:pt x="8" y="1872"/>
                  </a:cubicBezTo>
                  <a:lnTo>
                    <a:pt x="8" y="5021"/>
                  </a:lnTo>
                  <a:cubicBezTo>
                    <a:pt x="8" y="5305"/>
                    <a:pt x="238" y="5530"/>
                    <a:pt x="521" y="5535"/>
                  </a:cubicBezTo>
                  <a:lnTo>
                    <a:pt x="9090" y="5535"/>
                  </a:lnTo>
                  <a:cubicBezTo>
                    <a:pt x="9373" y="5530"/>
                    <a:pt x="9603" y="5305"/>
                    <a:pt x="9603" y="5021"/>
                  </a:cubicBezTo>
                  <a:lnTo>
                    <a:pt x="9603" y="3447"/>
                  </a:lnTo>
                  <a:lnTo>
                    <a:pt x="10458" y="3447"/>
                  </a:lnTo>
                  <a:lnTo>
                    <a:pt x="10458" y="3817"/>
                  </a:lnTo>
                  <a:cubicBezTo>
                    <a:pt x="10453" y="4009"/>
                    <a:pt x="10583" y="4177"/>
                    <a:pt x="10765" y="4225"/>
                  </a:cubicBezTo>
                  <a:lnTo>
                    <a:pt x="12325" y="4652"/>
                  </a:lnTo>
                  <a:cubicBezTo>
                    <a:pt x="12364" y="4661"/>
                    <a:pt x="12402" y="4666"/>
                    <a:pt x="12440" y="4666"/>
                  </a:cubicBezTo>
                  <a:cubicBezTo>
                    <a:pt x="12671" y="4666"/>
                    <a:pt x="12858" y="4479"/>
                    <a:pt x="12858" y="4249"/>
                  </a:cubicBezTo>
                  <a:lnTo>
                    <a:pt x="12858" y="423"/>
                  </a:lnTo>
                  <a:cubicBezTo>
                    <a:pt x="12858" y="288"/>
                    <a:pt x="12796" y="164"/>
                    <a:pt x="12690" y="87"/>
                  </a:cubicBezTo>
                  <a:cubicBezTo>
                    <a:pt x="12615" y="29"/>
                    <a:pt x="12526" y="0"/>
                    <a:pt x="12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1" name="Google Shape;15541;p83"/>
          <p:cNvGrpSpPr/>
          <p:nvPr/>
        </p:nvGrpSpPr>
        <p:grpSpPr>
          <a:xfrm>
            <a:off x="6215319" y="1985085"/>
            <a:ext cx="360258" cy="363455"/>
            <a:chOff x="6215319" y="1985085"/>
            <a:chExt cx="360258" cy="363455"/>
          </a:xfrm>
        </p:grpSpPr>
        <p:sp>
          <p:nvSpPr>
            <p:cNvPr id="15542" name="Google Shape;15542;p83"/>
            <p:cNvSpPr/>
            <p:nvPr/>
          </p:nvSpPr>
          <p:spPr>
            <a:xfrm>
              <a:off x="6220848" y="2197482"/>
              <a:ext cx="349437" cy="145686"/>
            </a:xfrm>
            <a:custGeom>
              <a:rect b="b" l="l" r="r" t="t"/>
              <a:pathLst>
                <a:path extrusionOk="0" h="5560" w="13336">
                  <a:moveTo>
                    <a:pt x="6663" y="1"/>
                  </a:moveTo>
                  <a:cubicBezTo>
                    <a:pt x="5281" y="1"/>
                    <a:pt x="3893" y="63"/>
                    <a:pt x="2516" y="197"/>
                  </a:cubicBezTo>
                  <a:lnTo>
                    <a:pt x="0" y="433"/>
                  </a:lnTo>
                  <a:cubicBezTo>
                    <a:pt x="0" y="586"/>
                    <a:pt x="48" y="735"/>
                    <a:pt x="144" y="855"/>
                  </a:cubicBezTo>
                  <a:cubicBezTo>
                    <a:pt x="322" y="1100"/>
                    <a:pt x="471" y="1522"/>
                    <a:pt x="471" y="1806"/>
                  </a:cubicBezTo>
                  <a:lnTo>
                    <a:pt x="471" y="1858"/>
                  </a:lnTo>
                  <a:cubicBezTo>
                    <a:pt x="471" y="2271"/>
                    <a:pt x="740" y="2655"/>
                    <a:pt x="1176" y="2900"/>
                  </a:cubicBezTo>
                  <a:cubicBezTo>
                    <a:pt x="1440" y="3054"/>
                    <a:pt x="1613" y="3289"/>
                    <a:pt x="1628" y="3553"/>
                  </a:cubicBezTo>
                  <a:cubicBezTo>
                    <a:pt x="1656" y="3970"/>
                    <a:pt x="2093" y="4306"/>
                    <a:pt x="2641" y="4306"/>
                  </a:cubicBezTo>
                  <a:lnTo>
                    <a:pt x="2650" y="4306"/>
                  </a:lnTo>
                  <a:cubicBezTo>
                    <a:pt x="3029" y="4330"/>
                    <a:pt x="3370" y="4508"/>
                    <a:pt x="3548" y="4767"/>
                  </a:cubicBezTo>
                  <a:cubicBezTo>
                    <a:pt x="3748" y="5061"/>
                    <a:pt x="4137" y="5234"/>
                    <a:pt x="4546" y="5234"/>
                  </a:cubicBezTo>
                  <a:cubicBezTo>
                    <a:pt x="4658" y="5234"/>
                    <a:pt x="4771" y="5221"/>
                    <a:pt x="4882" y="5194"/>
                  </a:cubicBezTo>
                  <a:cubicBezTo>
                    <a:pt x="4994" y="5166"/>
                    <a:pt x="5107" y="5152"/>
                    <a:pt x="5221" y="5152"/>
                  </a:cubicBezTo>
                  <a:cubicBezTo>
                    <a:pt x="5474" y="5152"/>
                    <a:pt x="5724" y="5222"/>
                    <a:pt x="5943" y="5358"/>
                  </a:cubicBezTo>
                  <a:cubicBezTo>
                    <a:pt x="6166" y="5492"/>
                    <a:pt x="6417" y="5559"/>
                    <a:pt x="6667" y="5559"/>
                  </a:cubicBezTo>
                  <a:cubicBezTo>
                    <a:pt x="6918" y="5559"/>
                    <a:pt x="7167" y="5492"/>
                    <a:pt x="7388" y="5358"/>
                  </a:cubicBezTo>
                  <a:cubicBezTo>
                    <a:pt x="7607" y="5222"/>
                    <a:pt x="7858" y="5152"/>
                    <a:pt x="8110" y="5152"/>
                  </a:cubicBezTo>
                  <a:cubicBezTo>
                    <a:pt x="8224" y="5152"/>
                    <a:pt x="8337" y="5166"/>
                    <a:pt x="8449" y="5194"/>
                  </a:cubicBezTo>
                  <a:cubicBezTo>
                    <a:pt x="8561" y="5221"/>
                    <a:pt x="8675" y="5234"/>
                    <a:pt x="8787" y="5234"/>
                  </a:cubicBezTo>
                  <a:cubicBezTo>
                    <a:pt x="9199" y="5234"/>
                    <a:pt x="9587" y="5061"/>
                    <a:pt x="9783" y="4767"/>
                  </a:cubicBezTo>
                  <a:cubicBezTo>
                    <a:pt x="9966" y="4508"/>
                    <a:pt x="10302" y="4335"/>
                    <a:pt x="10686" y="4306"/>
                  </a:cubicBezTo>
                  <a:lnTo>
                    <a:pt x="10691" y="4306"/>
                  </a:lnTo>
                  <a:cubicBezTo>
                    <a:pt x="11238" y="4306"/>
                    <a:pt x="11675" y="3970"/>
                    <a:pt x="11703" y="3553"/>
                  </a:cubicBezTo>
                  <a:cubicBezTo>
                    <a:pt x="11718" y="3289"/>
                    <a:pt x="11891" y="3054"/>
                    <a:pt x="12159" y="2900"/>
                  </a:cubicBezTo>
                  <a:cubicBezTo>
                    <a:pt x="12591" y="2655"/>
                    <a:pt x="12860" y="2271"/>
                    <a:pt x="12860" y="1858"/>
                  </a:cubicBezTo>
                  <a:lnTo>
                    <a:pt x="12860" y="1806"/>
                  </a:lnTo>
                  <a:cubicBezTo>
                    <a:pt x="12860" y="1522"/>
                    <a:pt x="13014" y="1100"/>
                    <a:pt x="13192" y="855"/>
                  </a:cubicBezTo>
                  <a:cubicBezTo>
                    <a:pt x="13283" y="735"/>
                    <a:pt x="13331" y="586"/>
                    <a:pt x="13336" y="433"/>
                  </a:cubicBezTo>
                  <a:lnTo>
                    <a:pt x="10815" y="197"/>
                  </a:lnTo>
                  <a:cubicBezTo>
                    <a:pt x="9438" y="63"/>
                    <a:pt x="8050" y="1"/>
                    <a:pt x="6663" y="1"/>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83"/>
            <p:cNvSpPr/>
            <p:nvPr/>
          </p:nvSpPr>
          <p:spPr>
            <a:xfrm>
              <a:off x="6250274" y="2197482"/>
              <a:ext cx="290455" cy="116129"/>
            </a:xfrm>
            <a:custGeom>
              <a:rect b="b" l="l" r="r" t="t"/>
              <a:pathLst>
                <a:path extrusionOk="0" h="4432" w="11085">
                  <a:moveTo>
                    <a:pt x="5540" y="1"/>
                  </a:moveTo>
                  <a:cubicBezTo>
                    <a:pt x="4158" y="1"/>
                    <a:pt x="2770" y="68"/>
                    <a:pt x="1393" y="197"/>
                  </a:cubicBezTo>
                  <a:lnTo>
                    <a:pt x="1" y="327"/>
                  </a:lnTo>
                  <a:cubicBezTo>
                    <a:pt x="173" y="2617"/>
                    <a:pt x="2588" y="4431"/>
                    <a:pt x="5540" y="4431"/>
                  </a:cubicBezTo>
                  <a:cubicBezTo>
                    <a:pt x="8497" y="4431"/>
                    <a:pt x="10907" y="2617"/>
                    <a:pt x="11084" y="327"/>
                  </a:cubicBezTo>
                  <a:lnTo>
                    <a:pt x="9692" y="197"/>
                  </a:lnTo>
                  <a:cubicBezTo>
                    <a:pt x="8315" y="68"/>
                    <a:pt x="6927" y="1"/>
                    <a:pt x="554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3"/>
            <p:cNvSpPr/>
            <p:nvPr/>
          </p:nvSpPr>
          <p:spPr>
            <a:xfrm>
              <a:off x="6395435" y="2197482"/>
              <a:ext cx="145293" cy="115998"/>
            </a:xfrm>
            <a:custGeom>
              <a:rect b="b" l="l" r="r" t="t"/>
              <a:pathLst>
                <a:path extrusionOk="0" h="4427" w="5545">
                  <a:moveTo>
                    <a:pt x="0" y="1"/>
                  </a:moveTo>
                  <a:lnTo>
                    <a:pt x="0" y="4426"/>
                  </a:lnTo>
                  <a:cubicBezTo>
                    <a:pt x="4" y="4426"/>
                    <a:pt x="8" y="4426"/>
                    <a:pt x="12" y="4426"/>
                  </a:cubicBezTo>
                  <a:cubicBezTo>
                    <a:pt x="2963" y="4426"/>
                    <a:pt x="5367" y="2614"/>
                    <a:pt x="5544" y="327"/>
                  </a:cubicBezTo>
                  <a:lnTo>
                    <a:pt x="4152" y="197"/>
                  </a:lnTo>
                  <a:cubicBezTo>
                    <a:pt x="2775" y="63"/>
                    <a:pt x="1387" y="1"/>
                    <a:pt x="0"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3"/>
            <p:cNvSpPr/>
            <p:nvPr/>
          </p:nvSpPr>
          <p:spPr>
            <a:xfrm>
              <a:off x="6299194" y="2027035"/>
              <a:ext cx="192615" cy="225446"/>
            </a:xfrm>
            <a:custGeom>
              <a:rect b="b" l="l" r="r" t="t"/>
              <a:pathLst>
                <a:path extrusionOk="0" h="8604" w="7351">
                  <a:moveTo>
                    <a:pt x="929" y="0"/>
                  </a:moveTo>
                  <a:cubicBezTo>
                    <a:pt x="889" y="0"/>
                    <a:pt x="848" y="18"/>
                    <a:pt x="822" y="54"/>
                  </a:cubicBezTo>
                  <a:lnTo>
                    <a:pt x="1" y="1259"/>
                  </a:lnTo>
                  <a:cubicBezTo>
                    <a:pt x="1038" y="5642"/>
                    <a:pt x="750" y="7192"/>
                    <a:pt x="659" y="7658"/>
                  </a:cubicBezTo>
                  <a:cubicBezTo>
                    <a:pt x="644" y="7691"/>
                    <a:pt x="639" y="7725"/>
                    <a:pt x="639" y="7763"/>
                  </a:cubicBezTo>
                  <a:cubicBezTo>
                    <a:pt x="639" y="8224"/>
                    <a:pt x="1998" y="8603"/>
                    <a:pt x="3678" y="8603"/>
                  </a:cubicBezTo>
                  <a:cubicBezTo>
                    <a:pt x="5358" y="8603"/>
                    <a:pt x="6717" y="8229"/>
                    <a:pt x="6717" y="7763"/>
                  </a:cubicBezTo>
                  <a:cubicBezTo>
                    <a:pt x="6717" y="7725"/>
                    <a:pt x="6707" y="7691"/>
                    <a:pt x="6693" y="7658"/>
                  </a:cubicBezTo>
                  <a:cubicBezTo>
                    <a:pt x="6597" y="7192"/>
                    <a:pt x="6308" y="5642"/>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3"/>
            <p:cNvSpPr/>
            <p:nvPr/>
          </p:nvSpPr>
          <p:spPr>
            <a:xfrm>
              <a:off x="6315806" y="2027140"/>
              <a:ext cx="176002" cy="225342"/>
            </a:xfrm>
            <a:custGeom>
              <a:rect b="b" l="l" r="r" t="t"/>
              <a:pathLst>
                <a:path extrusionOk="0" h="8600" w="6717">
                  <a:moveTo>
                    <a:pt x="5788" y="1"/>
                  </a:moveTo>
                  <a:cubicBezTo>
                    <a:pt x="5748" y="1"/>
                    <a:pt x="5708" y="19"/>
                    <a:pt x="5684" y="55"/>
                  </a:cubicBezTo>
                  <a:cubicBezTo>
                    <a:pt x="5487" y="319"/>
                    <a:pt x="5242" y="545"/>
                    <a:pt x="4964" y="713"/>
                  </a:cubicBezTo>
                  <a:lnTo>
                    <a:pt x="5338" y="1260"/>
                  </a:lnTo>
                  <a:cubicBezTo>
                    <a:pt x="4302" y="5647"/>
                    <a:pt x="4590" y="7193"/>
                    <a:pt x="4681" y="7663"/>
                  </a:cubicBezTo>
                  <a:cubicBezTo>
                    <a:pt x="4695" y="7697"/>
                    <a:pt x="4700" y="7730"/>
                    <a:pt x="4700" y="7769"/>
                  </a:cubicBezTo>
                  <a:cubicBezTo>
                    <a:pt x="4700" y="7846"/>
                    <a:pt x="4638" y="7918"/>
                    <a:pt x="4556" y="7927"/>
                  </a:cubicBezTo>
                  <a:cubicBezTo>
                    <a:pt x="4085" y="8000"/>
                    <a:pt x="3605" y="8038"/>
                    <a:pt x="3124" y="8038"/>
                  </a:cubicBezTo>
                  <a:cubicBezTo>
                    <a:pt x="3096" y="8038"/>
                    <a:pt x="3068" y="8038"/>
                    <a:pt x="3039" y="8038"/>
                  </a:cubicBezTo>
                  <a:cubicBezTo>
                    <a:pt x="1585" y="8038"/>
                    <a:pt x="370" y="7759"/>
                    <a:pt x="73" y="7385"/>
                  </a:cubicBezTo>
                  <a:cubicBezTo>
                    <a:pt x="53" y="7505"/>
                    <a:pt x="34" y="7591"/>
                    <a:pt x="25" y="7658"/>
                  </a:cubicBezTo>
                  <a:cubicBezTo>
                    <a:pt x="5" y="7692"/>
                    <a:pt x="1" y="7730"/>
                    <a:pt x="1" y="7764"/>
                  </a:cubicBezTo>
                  <a:cubicBezTo>
                    <a:pt x="1" y="8177"/>
                    <a:pt x="1085" y="8523"/>
                    <a:pt x="2516" y="8590"/>
                  </a:cubicBezTo>
                  <a:lnTo>
                    <a:pt x="2526" y="8590"/>
                  </a:lnTo>
                  <a:lnTo>
                    <a:pt x="2679" y="8595"/>
                  </a:lnTo>
                  <a:lnTo>
                    <a:pt x="2698" y="8595"/>
                  </a:lnTo>
                  <a:lnTo>
                    <a:pt x="2852" y="8599"/>
                  </a:lnTo>
                  <a:lnTo>
                    <a:pt x="3039" y="8599"/>
                  </a:lnTo>
                  <a:cubicBezTo>
                    <a:pt x="4719" y="8599"/>
                    <a:pt x="6078" y="8225"/>
                    <a:pt x="6078" y="7759"/>
                  </a:cubicBezTo>
                  <a:cubicBezTo>
                    <a:pt x="6078" y="7726"/>
                    <a:pt x="6068" y="7687"/>
                    <a:pt x="6054" y="7654"/>
                  </a:cubicBezTo>
                  <a:lnTo>
                    <a:pt x="6054" y="7630"/>
                  </a:lnTo>
                  <a:lnTo>
                    <a:pt x="6049" y="7606"/>
                  </a:lnTo>
                  <a:lnTo>
                    <a:pt x="6049" y="7601"/>
                  </a:lnTo>
                  <a:lnTo>
                    <a:pt x="6044" y="7572"/>
                  </a:lnTo>
                  <a:lnTo>
                    <a:pt x="6035" y="7538"/>
                  </a:lnTo>
                  <a:cubicBezTo>
                    <a:pt x="6030" y="7495"/>
                    <a:pt x="6020" y="7442"/>
                    <a:pt x="6011" y="7385"/>
                  </a:cubicBezTo>
                  <a:cubicBezTo>
                    <a:pt x="5910" y="6684"/>
                    <a:pt x="5833" y="5009"/>
                    <a:pt x="6716" y="1260"/>
                  </a:cubicBezTo>
                  <a:lnTo>
                    <a:pt x="5895" y="55"/>
                  </a:lnTo>
                  <a:cubicBezTo>
                    <a:pt x="5869" y="19"/>
                    <a:pt x="5828" y="1"/>
                    <a:pt x="5788"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3"/>
            <p:cNvSpPr/>
            <p:nvPr/>
          </p:nvSpPr>
          <p:spPr>
            <a:xfrm>
              <a:off x="6299194" y="2027035"/>
              <a:ext cx="192615" cy="61052"/>
            </a:xfrm>
            <a:custGeom>
              <a:rect b="b" l="l" r="r" t="t"/>
              <a:pathLst>
                <a:path extrusionOk="0" h="2330" w="7351">
                  <a:moveTo>
                    <a:pt x="929" y="0"/>
                  </a:moveTo>
                  <a:cubicBezTo>
                    <a:pt x="889" y="0"/>
                    <a:pt x="848" y="18"/>
                    <a:pt x="822" y="54"/>
                  </a:cubicBezTo>
                  <a:lnTo>
                    <a:pt x="1" y="1259"/>
                  </a:lnTo>
                  <a:cubicBezTo>
                    <a:pt x="92" y="1638"/>
                    <a:pt x="169" y="1993"/>
                    <a:pt x="241" y="2329"/>
                  </a:cubicBezTo>
                  <a:lnTo>
                    <a:pt x="1023" y="1173"/>
                  </a:lnTo>
                  <a:cubicBezTo>
                    <a:pt x="1503" y="1547"/>
                    <a:pt x="2358" y="1989"/>
                    <a:pt x="3673" y="1993"/>
                  </a:cubicBezTo>
                  <a:lnTo>
                    <a:pt x="3678" y="1993"/>
                  </a:lnTo>
                  <a:cubicBezTo>
                    <a:pt x="4998" y="1989"/>
                    <a:pt x="5843" y="1547"/>
                    <a:pt x="6323" y="1173"/>
                  </a:cubicBezTo>
                  <a:lnTo>
                    <a:pt x="7110" y="2329"/>
                  </a:lnTo>
                  <a:cubicBezTo>
                    <a:pt x="7177" y="1993"/>
                    <a:pt x="7259" y="1633"/>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3"/>
            <p:cNvSpPr/>
            <p:nvPr/>
          </p:nvSpPr>
          <p:spPr>
            <a:xfrm>
              <a:off x="6445875" y="2026930"/>
              <a:ext cx="45802" cy="61288"/>
            </a:xfrm>
            <a:custGeom>
              <a:rect b="b" l="l" r="r" t="t"/>
              <a:pathLst>
                <a:path extrusionOk="0" h="2339" w="1748">
                  <a:moveTo>
                    <a:pt x="821" y="1"/>
                  </a:moveTo>
                  <a:cubicBezTo>
                    <a:pt x="783" y="1"/>
                    <a:pt x="739" y="20"/>
                    <a:pt x="715" y="53"/>
                  </a:cubicBezTo>
                  <a:lnTo>
                    <a:pt x="691" y="87"/>
                  </a:lnTo>
                  <a:lnTo>
                    <a:pt x="686" y="101"/>
                  </a:lnTo>
                  <a:lnTo>
                    <a:pt x="667" y="125"/>
                  </a:lnTo>
                  <a:lnTo>
                    <a:pt x="653" y="140"/>
                  </a:lnTo>
                  <a:lnTo>
                    <a:pt x="638" y="164"/>
                  </a:lnTo>
                  <a:lnTo>
                    <a:pt x="624" y="178"/>
                  </a:lnTo>
                  <a:lnTo>
                    <a:pt x="605" y="202"/>
                  </a:lnTo>
                  <a:lnTo>
                    <a:pt x="590" y="221"/>
                  </a:lnTo>
                  <a:lnTo>
                    <a:pt x="571" y="241"/>
                  </a:lnTo>
                  <a:lnTo>
                    <a:pt x="552" y="260"/>
                  </a:lnTo>
                  <a:lnTo>
                    <a:pt x="533" y="284"/>
                  </a:lnTo>
                  <a:lnTo>
                    <a:pt x="509" y="303"/>
                  </a:lnTo>
                  <a:lnTo>
                    <a:pt x="490" y="327"/>
                  </a:lnTo>
                  <a:lnTo>
                    <a:pt x="466" y="346"/>
                  </a:lnTo>
                  <a:lnTo>
                    <a:pt x="446" y="370"/>
                  </a:lnTo>
                  <a:lnTo>
                    <a:pt x="422" y="394"/>
                  </a:lnTo>
                  <a:lnTo>
                    <a:pt x="398" y="413"/>
                  </a:lnTo>
                  <a:lnTo>
                    <a:pt x="370" y="437"/>
                  </a:lnTo>
                  <a:lnTo>
                    <a:pt x="346" y="461"/>
                  </a:lnTo>
                  <a:lnTo>
                    <a:pt x="317" y="485"/>
                  </a:lnTo>
                  <a:lnTo>
                    <a:pt x="293" y="505"/>
                  </a:lnTo>
                  <a:lnTo>
                    <a:pt x="264" y="529"/>
                  </a:lnTo>
                  <a:lnTo>
                    <a:pt x="235" y="553"/>
                  </a:lnTo>
                  <a:lnTo>
                    <a:pt x="202" y="577"/>
                  </a:lnTo>
                  <a:lnTo>
                    <a:pt x="173" y="596"/>
                  </a:lnTo>
                  <a:lnTo>
                    <a:pt x="139" y="625"/>
                  </a:lnTo>
                  <a:lnTo>
                    <a:pt x="106" y="644"/>
                  </a:lnTo>
                  <a:lnTo>
                    <a:pt x="72" y="668"/>
                  </a:lnTo>
                  <a:lnTo>
                    <a:pt x="38" y="687"/>
                  </a:lnTo>
                  <a:lnTo>
                    <a:pt x="0" y="716"/>
                  </a:lnTo>
                  <a:lnTo>
                    <a:pt x="374" y="1263"/>
                  </a:lnTo>
                  <a:lnTo>
                    <a:pt x="331" y="1441"/>
                  </a:lnTo>
                  <a:cubicBezTo>
                    <a:pt x="470" y="1364"/>
                    <a:pt x="600" y="1277"/>
                    <a:pt x="730" y="1181"/>
                  </a:cubicBezTo>
                  <a:lnTo>
                    <a:pt x="1512" y="2338"/>
                  </a:lnTo>
                  <a:cubicBezTo>
                    <a:pt x="1546" y="2170"/>
                    <a:pt x="1584" y="1997"/>
                    <a:pt x="1623" y="1820"/>
                  </a:cubicBezTo>
                  <a:lnTo>
                    <a:pt x="1623" y="1815"/>
                  </a:lnTo>
                  <a:lnTo>
                    <a:pt x="1647" y="1714"/>
                  </a:lnTo>
                  <a:lnTo>
                    <a:pt x="1661" y="1652"/>
                  </a:lnTo>
                  <a:lnTo>
                    <a:pt x="1680" y="1570"/>
                  </a:lnTo>
                  <a:lnTo>
                    <a:pt x="1699" y="1484"/>
                  </a:lnTo>
                  <a:lnTo>
                    <a:pt x="1714" y="1421"/>
                  </a:lnTo>
                  <a:lnTo>
                    <a:pt x="1747" y="1268"/>
                  </a:lnTo>
                  <a:lnTo>
                    <a:pt x="1747" y="1263"/>
                  </a:lnTo>
                  <a:lnTo>
                    <a:pt x="1479" y="860"/>
                  </a:lnTo>
                  <a:lnTo>
                    <a:pt x="927" y="58"/>
                  </a:lnTo>
                  <a:cubicBezTo>
                    <a:pt x="903" y="25"/>
                    <a:pt x="864" y="1"/>
                    <a:pt x="821"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3"/>
            <p:cNvSpPr/>
            <p:nvPr/>
          </p:nvSpPr>
          <p:spPr>
            <a:xfrm>
              <a:off x="6293927" y="1985085"/>
              <a:ext cx="203646" cy="272663"/>
            </a:xfrm>
            <a:custGeom>
              <a:rect b="b" l="l" r="r" t="t"/>
              <a:pathLst>
                <a:path extrusionOk="0" h="10406" w="7772">
                  <a:moveTo>
                    <a:pt x="6615" y="1862"/>
                  </a:moveTo>
                  <a:lnTo>
                    <a:pt x="7326" y="2898"/>
                  </a:lnTo>
                  <a:cubicBezTo>
                    <a:pt x="7306" y="2980"/>
                    <a:pt x="7287" y="3062"/>
                    <a:pt x="7268" y="3138"/>
                  </a:cubicBezTo>
                  <a:lnTo>
                    <a:pt x="7258" y="3172"/>
                  </a:lnTo>
                  <a:cubicBezTo>
                    <a:pt x="7244" y="3254"/>
                    <a:pt x="7225" y="3335"/>
                    <a:pt x="7206" y="3412"/>
                  </a:cubicBezTo>
                  <a:lnTo>
                    <a:pt x="6692" y="2654"/>
                  </a:lnTo>
                  <a:cubicBezTo>
                    <a:pt x="6651" y="2595"/>
                    <a:pt x="6586" y="2564"/>
                    <a:pt x="6519" y="2564"/>
                  </a:cubicBezTo>
                  <a:cubicBezTo>
                    <a:pt x="6476" y="2564"/>
                    <a:pt x="6432" y="2577"/>
                    <a:pt x="6394" y="2606"/>
                  </a:cubicBezTo>
                  <a:cubicBezTo>
                    <a:pt x="5938" y="2961"/>
                    <a:pt x="5132" y="3383"/>
                    <a:pt x="3874" y="3383"/>
                  </a:cubicBezTo>
                  <a:cubicBezTo>
                    <a:pt x="2616" y="3383"/>
                    <a:pt x="1810" y="2961"/>
                    <a:pt x="1354" y="2606"/>
                  </a:cubicBezTo>
                  <a:cubicBezTo>
                    <a:pt x="1318" y="2577"/>
                    <a:pt x="1275" y="2564"/>
                    <a:pt x="1231" y="2564"/>
                  </a:cubicBezTo>
                  <a:cubicBezTo>
                    <a:pt x="1164" y="2564"/>
                    <a:pt x="1097" y="2595"/>
                    <a:pt x="1056" y="2654"/>
                  </a:cubicBezTo>
                  <a:lnTo>
                    <a:pt x="543" y="3417"/>
                  </a:lnTo>
                  <a:cubicBezTo>
                    <a:pt x="524" y="3335"/>
                    <a:pt x="504" y="3254"/>
                    <a:pt x="485" y="3172"/>
                  </a:cubicBezTo>
                  <a:lnTo>
                    <a:pt x="480" y="3143"/>
                  </a:lnTo>
                  <a:cubicBezTo>
                    <a:pt x="461" y="3062"/>
                    <a:pt x="442" y="2985"/>
                    <a:pt x="423" y="2898"/>
                  </a:cubicBezTo>
                  <a:lnTo>
                    <a:pt x="711" y="2476"/>
                  </a:lnTo>
                  <a:lnTo>
                    <a:pt x="1128" y="1862"/>
                  </a:lnTo>
                  <a:cubicBezTo>
                    <a:pt x="1349" y="2135"/>
                    <a:pt x="1618" y="2361"/>
                    <a:pt x="1920" y="2534"/>
                  </a:cubicBezTo>
                  <a:cubicBezTo>
                    <a:pt x="2093" y="2630"/>
                    <a:pt x="2276" y="2711"/>
                    <a:pt x="2463" y="2778"/>
                  </a:cubicBezTo>
                  <a:cubicBezTo>
                    <a:pt x="2901" y="2927"/>
                    <a:pt x="3366" y="3004"/>
                    <a:pt x="3827" y="3004"/>
                  </a:cubicBezTo>
                  <a:cubicBezTo>
                    <a:pt x="3841" y="3004"/>
                    <a:pt x="3855" y="3004"/>
                    <a:pt x="3869" y="3004"/>
                  </a:cubicBezTo>
                  <a:cubicBezTo>
                    <a:pt x="5329" y="2999"/>
                    <a:pt x="6125" y="2404"/>
                    <a:pt x="6500" y="1991"/>
                  </a:cubicBezTo>
                  <a:cubicBezTo>
                    <a:pt x="6543" y="1948"/>
                    <a:pt x="6582" y="1900"/>
                    <a:pt x="6615" y="1862"/>
                  </a:cubicBezTo>
                  <a:close/>
                  <a:moveTo>
                    <a:pt x="6476" y="3066"/>
                  </a:moveTo>
                  <a:lnTo>
                    <a:pt x="7090" y="3974"/>
                  </a:lnTo>
                  <a:cubicBezTo>
                    <a:pt x="6802" y="5351"/>
                    <a:pt x="6634" y="6542"/>
                    <a:pt x="6591" y="7516"/>
                  </a:cubicBezTo>
                  <a:cubicBezTo>
                    <a:pt x="6543" y="8558"/>
                    <a:pt x="6644" y="9076"/>
                    <a:pt x="6692" y="9302"/>
                  </a:cubicBezTo>
                  <a:cubicBezTo>
                    <a:pt x="6692" y="9307"/>
                    <a:pt x="6692" y="9311"/>
                    <a:pt x="6692" y="9316"/>
                  </a:cubicBezTo>
                  <a:lnTo>
                    <a:pt x="6692" y="9321"/>
                  </a:lnTo>
                  <a:cubicBezTo>
                    <a:pt x="6697" y="9326"/>
                    <a:pt x="6697" y="9335"/>
                    <a:pt x="6702" y="9340"/>
                  </a:cubicBezTo>
                  <a:cubicBezTo>
                    <a:pt x="6702" y="9345"/>
                    <a:pt x="6706" y="9350"/>
                    <a:pt x="6706" y="9350"/>
                  </a:cubicBezTo>
                  <a:cubicBezTo>
                    <a:pt x="6706" y="9355"/>
                    <a:pt x="6706" y="9355"/>
                    <a:pt x="6706" y="9360"/>
                  </a:cubicBezTo>
                  <a:cubicBezTo>
                    <a:pt x="6706" y="9422"/>
                    <a:pt x="6524" y="9600"/>
                    <a:pt x="5967" y="9753"/>
                  </a:cubicBezTo>
                  <a:cubicBezTo>
                    <a:pt x="5473" y="9878"/>
                    <a:pt x="4964" y="9955"/>
                    <a:pt x="4455" y="9974"/>
                  </a:cubicBezTo>
                  <a:cubicBezTo>
                    <a:pt x="4268" y="9988"/>
                    <a:pt x="4071" y="9993"/>
                    <a:pt x="3874" y="9993"/>
                  </a:cubicBezTo>
                  <a:cubicBezTo>
                    <a:pt x="3773" y="9993"/>
                    <a:pt x="3673" y="9988"/>
                    <a:pt x="3577" y="9988"/>
                  </a:cubicBezTo>
                  <a:cubicBezTo>
                    <a:pt x="2895" y="9969"/>
                    <a:pt x="2266" y="9888"/>
                    <a:pt x="1776" y="9753"/>
                  </a:cubicBezTo>
                  <a:cubicBezTo>
                    <a:pt x="1220" y="9600"/>
                    <a:pt x="1037" y="9422"/>
                    <a:pt x="1037" y="9360"/>
                  </a:cubicBezTo>
                  <a:cubicBezTo>
                    <a:pt x="1037" y="9355"/>
                    <a:pt x="1037" y="9345"/>
                    <a:pt x="1042" y="9340"/>
                  </a:cubicBezTo>
                  <a:cubicBezTo>
                    <a:pt x="1042" y="9335"/>
                    <a:pt x="1047" y="9326"/>
                    <a:pt x="1052" y="9321"/>
                  </a:cubicBezTo>
                  <a:lnTo>
                    <a:pt x="1052" y="9316"/>
                  </a:lnTo>
                  <a:cubicBezTo>
                    <a:pt x="1052" y="9311"/>
                    <a:pt x="1052" y="9307"/>
                    <a:pt x="1056" y="9297"/>
                  </a:cubicBezTo>
                  <a:cubicBezTo>
                    <a:pt x="1100" y="9076"/>
                    <a:pt x="1200" y="8558"/>
                    <a:pt x="1152" y="7516"/>
                  </a:cubicBezTo>
                  <a:cubicBezTo>
                    <a:pt x="1109" y="6542"/>
                    <a:pt x="941" y="5351"/>
                    <a:pt x="653" y="3974"/>
                  </a:cubicBezTo>
                  <a:lnTo>
                    <a:pt x="1277" y="3066"/>
                  </a:lnTo>
                  <a:cubicBezTo>
                    <a:pt x="1805" y="3426"/>
                    <a:pt x="2645" y="3796"/>
                    <a:pt x="3874" y="3796"/>
                  </a:cubicBezTo>
                  <a:lnTo>
                    <a:pt x="3879" y="3796"/>
                  </a:lnTo>
                  <a:cubicBezTo>
                    <a:pt x="5108" y="3796"/>
                    <a:pt x="5948" y="3422"/>
                    <a:pt x="6476" y="3066"/>
                  </a:cubicBezTo>
                  <a:close/>
                  <a:moveTo>
                    <a:pt x="1148" y="0"/>
                  </a:moveTo>
                  <a:cubicBezTo>
                    <a:pt x="1044" y="0"/>
                    <a:pt x="941" y="69"/>
                    <a:pt x="941" y="205"/>
                  </a:cubicBezTo>
                  <a:lnTo>
                    <a:pt x="941" y="1458"/>
                  </a:lnTo>
                  <a:cubicBezTo>
                    <a:pt x="912" y="1478"/>
                    <a:pt x="888" y="1506"/>
                    <a:pt x="869" y="1535"/>
                  </a:cubicBezTo>
                  <a:lnTo>
                    <a:pt x="44" y="2740"/>
                  </a:lnTo>
                  <a:cubicBezTo>
                    <a:pt x="10" y="2788"/>
                    <a:pt x="0" y="2846"/>
                    <a:pt x="15" y="2903"/>
                  </a:cubicBezTo>
                  <a:cubicBezTo>
                    <a:pt x="87" y="3268"/>
                    <a:pt x="168" y="3628"/>
                    <a:pt x="240" y="3974"/>
                  </a:cubicBezTo>
                  <a:lnTo>
                    <a:pt x="240" y="3978"/>
                  </a:lnTo>
                  <a:cubicBezTo>
                    <a:pt x="735" y="6331"/>
                    <a:pt x="874" y="8083"/>
                    <a:pt x="663" y="9196"/>
                  </a:cubicBezTo>
                  <a:cubicBezTo>
                    <a:pt x="663" y="9201"/>
                    <a:pt x="663" y="9206"/>
                    <a:pt x="658" y="9211"/>
                  </a:cubicBezTo>
                  <a:lnTo>
                    <a:pt x="648" y="9230"/>
                  </a:lnTo>
                  <a:cubicBezTo>
                    <a:pt x="648" y="9239"/>
                    <a:pt x="644" y="9249"/>
                    <a:pt x="644" y="9254"/>
                  </a:cubicBezTo>
                  <a:cubicBezTo>
                    <a:pt x="639" y="9263"/>
                    <a:pt x="644" y="9268"/>
                    <a:pt x="639" y="9273"/>
                  </a:cubicBezTo>
                  <a:cubicBezTo>
                    <a:pt x="634" y="9278"/>
                    <a:pt x="634" y="9292"/>
                    <a:pt x="634" y="9302"/>
                  </a:cubicBezTo>
                  <a:cubicBezTo>
                    <a:pt x="634" y="9311"/>
                    <a:pt x="634" y="9311"/>
                    <a:pt x="634" y="9316"/>
                  </a:cubicBezTo>
                  <a:cubicBezTo>
                    <a:pt x="634" y="9331"/>
                    <a:pt x="634" y="9350"/>
                    <a:pt x="634" y="9364"/>
                  </a:cubicBezTo>
                  <a:cubicBezTo>
                    <a:pt x="634" y="10084"/>
                    <a:pt x="2314" y="10406"/>
                    <a:pt x="3879" y="10406"/>
                  </a:cubicBezTo>
                  <a:cubicBezTo>
                    <a:pt x="5444" y="10406"/>
                    <a:pt x="7124" y="10080"/>
                    <a:pt x="7124" y="9364"/>
                  </a:cubicBezTo>
                  <a:lnTo>
                    <a:pt x="7124" y="9360"/>
                  </a:lnTo>
                  <a:lnTo>
                    <a:pt x="7124" y="9316"/>
                  </a:lnTo>
                  <a:lnTo>
                    <a:pt x="7124" y="9302"/>
                  </a:lnTo>
                  <a:cubicBezTo>
                    <a:pt x="7124" y="9297"/>
                    <a:pt x="7124" y="9283"/>
                    <a:pt x="7119" y="9273"/>
                  </a:cubicBezTo>
                  <a:cubicBezTo>
                    <a:pt x="7114" y="9263"/>
                    <a:pt x="7119" y="9259"/>
                    <a:pt x="7114" y="9254"/>
                  </a:cubicBezTo>
                  <a:cubicBezTo>
                    <a:pt x="7110" y="9249"/>
                    <a:pt x="7110" y="9235"/>
                    <a:pt x="7110" y="9230"/>
                  </a:cubicBezTo>
                  <a:lnTo>
                    <a:pt x="7100" y="9211"/>
                  </a:lnTo>
                  <a:lnTo>
                    <a:pt x="7100" y="9196"/>
                  </a:lnTo>
                  <a:cubicBezTo>
                    <a:pt x="6884" y="8083"/>
                    <a:pt x="7023" y="6326"/>
                    <a:pt x="7518" y="3978"/>
                  </a:cubicBezTo>
                  <a:lnTo>
                    <a:pt x="7518" y="3974"/>
                  </a:lnTo>
                  <a:cubicBezTo>
                    <a:pt x="7590" y="3628"/>
                    <a:pt x="7671" y="3268"/>
                    <a:pt x="7758" y="2908"/>
                  </a:cubicBezTo>
                  <a:cubicBezTo>
                    <a:pt x="7772" y="2850"/>
                    <a:pt x="7758" y="2788"/>
                    <a:pt x="7729" y="2740"/>
                  </a:cubicBezTo>
                  <a:lnTo>
                    <a:pt x="6903" y="1540"/>
                  </a:lnTo>
                  <a:cubicBezTo>
                    <a:pt x="6884" y="1506"/>
                    <a:pt x="6860" y="1482"/>
                    <a:pt x="6826" y="1458"/>
                  </a:cubicBezTo>
                  <a:lnTo>
                    <a:pt x="6826" y="205"/>
                  </a:lnTo>
                  <a:cubicBezTo>
                    <a:pt x="6826" y="69"/>
                    <a:pt x="6723" y="0"/>
                    <a:pt x="6620" y="0"/>
                  </a:cubicBezTo>
                  <a:cubicBezTo>
                    <a:pt x="6517" y="0"/>
                    <a:pt x="6413" y="69"/>
                    <a:pt x="6413" y="205"/>
                  </a:cubicBezTo>
                  <a:lnTo>
                    <a:pt x="6413" y="1468"/>
                  </a:lnTo>
                  <a:lnTo>
                    <a:pt x="6425" y="1461"/>
                  </a:lnTo>
                  <a:lnTo>
                    <a:pt x="6425" y="1461"/>
                  </a:lnTo>
                  <a:cubicBezTo>
                    <a:pt x="6410" y="1471"/>
                    <a:pt x="6396" y="1485"/>
                    <a:pt x="6385" y="1497"/>
                  </a:cubicBezTo>
                  <a:cubicBezTo>
                    <a:pt x="6375" y="1506"/>
                    <a:pt x="6370" y="1516"/>
                    <a:pt x="6365" y="1521"/>
                  </a:cubicBezTo>
                  <a:lnTo>
                    <a:pt x="6356" y="1530"/>
                  </a:lnTo>
                  <a:cubicBezTo>
                    <a:pt x="6313" y="1593"/>
                    <a:pt x="6269" y="1650"/>
                    <a:pt x="6217" y="1703"/>
                  </a:cubicBezTo>
                  <a:cubicBezTo>
                    <a:pt x="5900" y="2058"/>
                    <a:pt x="5204" y="2582"/>
                    <a:pt x="3889" y="2586"/>
                  </a:cubicBezTo>
                  <a:cubicBezTo>
                    <a:pt x="2424" y="2582"/>
                    <a:pt x="1728" y="1934"/>
                    <a:pt x="1464" y="1593"/>
                  </a:cubicBezTo>
                  <a:cubicBezTo>
                    <a:pt x="1445" y="1569"/>
                    <a:pt x="1431" y="1550"/>
                    <a:pt x="1416" y="1530"/>
                  </a:cubicBezTo>
                  <a:cubicBezTo>
                    <a:pt x="1397" y="1506"/>
                    <a:pt x="1378" y="1482"/>
                    <a:pt x="1354" y="1463"/>
                  </a:cubicBezTo>
                  <a:lnTo>
                    <a:pt x="1354" y="205"/>
                  </a:lnTo>
                  <a:cubicBezTo>
                    <a:pt x="1354" y="69"/>
                    <a:pt x="1251" y="0"/>
                    <a:pt x="11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3"/>
            <p:cNvSpPr/>
            <p:nvPr/>
          </p:nvSpPr>
          <p:spPr>
            <a:xfrm>
              <a:off x="6215319" y="2196460"/>
              <a:ext cx="360258" cy="152079"/>
            </a:xfrm>
            <a:custGeom>
              <a:rect b="b" l="l" r="r" t="t"/>
              <a:pathLst>
                <a:path extrusionOk="0" h="5804" w="13749">
                  <a:moveTo>
                    <a:pt x="12596" y="587"/>
                  </a:moveTo>
                  <a:lnTo>
                    <a:pt x="13292" y="654"/>
                  </a:lnTo>
                  <a:cubicBezTo>
                    <a:pt x="13278" y="692"/>
                    <a:pt x="13259" y="736"/>
                    <a:pt x="13230" y="774"/>
                  </a:cubicBezTo>
                  <a:cubicBezTo>
                    <a:pt x="13023" y="1057"/>
                    <a:pt x="12860" y="1528"/>
                    <a:pt x="12860" y="1845"/>
                  </a:cubicBezTo>
                  <a:lnTo>
                    <a:pt x="12860" y="1897"/>
                  </a:lnTo>
                  <a:cubicBezTo>
                    <a:pt x="12860" y="2229"/>
                    <a:pt x="12644" y="2545"/>
                    <a:pt x="12260" y="2761"/>
                  </a:cubicBezTo>
                  <a:cubicBezTo>
                    <a:pt x="11929" y="2949"/>
                    <a:pt x="11727" y="3246"/>
                    <a:pt x="11703" y="3577"/>
                  </a:cubicBezTo>
                  <a:cubicBezTo>
                    <a:pt x="11684" y="3894"/>
                    <a:pt x="11329" y="4139"/>
                    <a:pt x="10897" y="4139"/>
                  </a:cubicBezTo>
                  <a:lnTo>
                    <a:pt x="10878" y="4139"/>
                  </a:lnTo>
                  <a:cubicBezTo>
                    <a:pt x="10431" y="4168"/>
                    <a:pt x="10038" y="4374"/>
                    <a:pt x="9822" y="4691"/>
                  </a:cubicBezTo>
                  <a:cubicBezTo>
                    <a:pt x="9664" y="4927"/>
                    <a:pt x="9338" y="5066"/>
                    <a:pt x="8995" y="5066"/>
                  </a:cubicBezTo>
                  <a:cubicBezTo>
                    <a:pt x="8898" y="5066"/>
                    <a:pt x="8799" y="5055"/>
                    <a:pt x="8703" y="5032"/>
                  </a:cubicBezTo>
                  <a:cubicBezTo>
                    <a:pt x="8577" y="5000"/>
                    <a:pt x="8449" y="4984"/>
                    <a:pt x="8320" y="4984"/>
                  </a:cubicBezTo>
                  <a:cubicBezTo>
                    <a:pt x="8028" y="4984"/>
                    <a:pt x="7737" y="5066"/>
                    <a:pt x="7484" y="5219"/>
                  </a:cubicBezTo>
                  <a:cubicBezTo>
                    <a:pt x="7297" y="5334"/>
                    <a:pt x="7085" y="5392"/>
                    <a:pt x="6874" y="5392"/>
                  </a:cubicBezTo>
                  <a:cubicBezTo>
                    <a:pt x="6663" y="5392"/>
                    <a:pt x="6452" y="5334"/>
                    <a:pt x="6265" y="5219"/>
                  </a:cubicBezTo>
                  <a:cubicBezTo>
                    <a:pt x="6011" y="5066"/>
                    <a:pt x="5720" y="4984"/>
                    <a:pt x="5426" y="4984"/>
                  </a:cubicBezTo>
                  <a:cubicBezTo>
                    <a:pt x="5297" y="4984"/>
                    <a:pt x="5168" y="5000"/>
                    <a:pt x="5040" y="5032"/>
                  </a:cubicBezTo>
                  <a:cubicBezTo>
                    <a:pt x="4947" y="5055"/>
                    <a:pt x="4850" y="5066"/>
                    <a:pt x="4755" y="5066"/>
                  </a:cubicBezTo>
                  <a:cubicBezTo>
                    <a:pt x="4413" y="5066"/>
                    <a:pt x="4085" y="4924"/>
                    <a:pt x="3927" y="4691"/>
                  </a:cubicBezTo>
                  <a:cubicBezTo>
                    <a:pt x="3711" y="4374"/>
                    <a:pt x="3317" y="4168"/>
                    <a:pt x="2871" y="4139"/>
                  </a:cubicBezTo>
                  <a:lnTo>
                    <a:pt x="2852" y="4139"/>
                  </a:lnTo>
                  <a:cubicBezTo>
                    <a:pt x="2420" y="4139"/>
                    <a:pt x="2064" y="3889"/>
                    <a:pt x="2045" y="3577"/>
                  </a:cubicBezTo>
                  <a:cubicBezTo>
                    <a:pt x="2021" y="3246"/>
                    <a:pt x="1819" y="2949"/>
                    <a:pt x="1483" y="2761"/>
                  </a:cubicBezTo>
                  <a:cubicBezTo>
                    <a:pt x="1104" y="2545"/>
                    <a:pt x="883" y="2229"/>
                    <a:pt x="883" y="1897"/>
                  </a:cubicBezTo>
                  <a:lnTo>
                    <a:pt x="883" y="1845"/>
                  </a:lnTo>
                  <a:cubicBezTo>
                    <a:pt x="883" y="1528"/>
                    <a:pt x="720" y="1057"/>
                    <a:pt x="514" y="774"/>
                  </a:cubicBezTo>
                  <a:cubicBezTo>
                    <a:pt x="490" y="736"/>
                    <a:pt x="466" y="692"/>
                    <a:pt x="447" y="654"/>
                  </a:cubicBezTo>
                  <a:lnTo>
                    <a:pt x="1147" y="587"/>
                  </a:lnTo>
                  <a:cubicBezTo>
                    <a:pt x="1291" y="1677"/>
                    <a:pt x="1920" y="2685"/>
                    <a:pt x="2933" y="3438"/>
                  </a:cubicBezTo>
                  <a:cubicBezTo>
                    <a:pt x="4004" y="4235"/>
                    <a:pt x="5400" y="4672"/>
                    <a:pt x="6869" y="4672"/>
                  </a:cubicBezTo>
                  <a:cubicBezTo>
                    <a:pt x="8338" y="4672"/>
                    <a:pt x="9735" y="4235"/>
                    <a:pt x="10806" y="3438"/>
                  </a:cubicBezTo>
                  <a:cubicBezTo>
                    <a:pt x="11823" y="2685"/>
                    <a:pt x="12452" y="1677"/>
                    <a:pt x="12596" y="587"/>
                  </a:cubicBezTo>
                  <a:close/>
                  <a:moveTo>
                    <a:pt x="10721" y="0"/>
                  </a:moveTo>
                  <a:cubicBezTo>
                    <a:pt x="10468" y="0"/>
                    <a:pt x="10444" y="391"/>
                    <a:pt x="10710" y="414"/>
                  </a:cubicBezTo>
                  <a:lnTo>
                    <a:pt x="11007" y="438"/>
                  </a:lnTo>
                  <a:lnTo>
                    <a:pt x="12188" y="548"/>
                  </a:lnTo>
                  <a:cubicBezTo>
                    <a:pt x="11900" y="2646"/>
                    <a:pt x="9610" y="4264"/>
                    <a:pt x="6874" y="4264"/>
                  </a:cubicBezTo>
                  <a:cubicBezTo>
                    <a:pt x="4138" y="4264"/>
                    <a:pt x="1848" y="2646"/>
                    <a:pt x="1560" y="548"/>
                  </a:cubicBezTo>
                  <a:lnTo>
                    <a:pt x="2741" y="438"/>
                  </a:lnTo>
                  <a:lnTo>
                    <a:pt x="3020" y="414"/>
                  </a:lnTo>
                  <a:cubicBezTo>
                    <a:pt x="3287" y="391"/>
                    <a:pt x="3256" y="1"/>
                    <a:pt x="3004" y="1"/>
                  </a:cubicBezTo>
                  <a:cubicBezTo>
                    <a:pt x="2998" y="1"/>
                    <a:pt x="2992" y="1"/>
                    <a:pt x="2986" y="1"/>
                  </a:cubicBezTo>
                  <a:lnTo>
                    <a:pt x="2703" y="30"/>
                  </a:lnTo>
                  <a:lnTo>
                    <a:pt x="187" y="265"/>
                  </a:lnTo>
                  <a:cubicBezTo>
                    <a:pt x="82" y="275"/>
                    <a:pt x="0" y="366"/>
                    <a:pt x="0" y="472"/>
                  </a:cubicBezTo>
                  <a:cubicBezTo>
                    <a:pt x="5" y="668"/>
                    <a:pt x="67" y="860"/>
                    <a:pt x="187" y="1019"/>
                  </a:cubicBezTo>
                  <a:cubicBezTo>
                    <a:pt x="341" y="1230"/>
                    <a:pt x="475" y="1619"/>
                    <a:pt x="475" y="1845"/>
                  </a:cubicBezTo>
                  <a:lnTo>
                    <a:pt x="475" y="1897"/>
                  </a:lnTo>
                  <a:cubicBezTo>
                    <a:pt x="475" y="2377"/>
                    <a:pt x="778" y="2833"/>
                    <a:pt x="1282" y="3121"/>
                  </a:cubicBezTo>
                  <a:cubicBezTo>
                    <a:pt x="1493" y="3241"/>
                    <a:pt x="1618" y="3414"/>
                    <a:pt x="1632" y="3606"/>
                  </a:cubicBezTo>
                  <a:cubicBezTo>
                    <a:pt x="1671" y="4134"/>
                    <a:pt x="2203" y="4552"/>
                    <a:pt x="2852" y="4552"/>
                  </a:cubicBezTo>
                  <a:cubicBezTo>
                    <a:pt x="3164" y="4576"/>
                    <a:pt x="3447" y="4715"/>
                    <a:pt x="3586" y="4926"/>
                  </a:cubicBezTo>
                  <a:cubicBezTo>
                    <a:pt x="3821" y="5275"/>
                    <a:pt x="4277" y="5480"/>
                    <a:pt x="4757" y="5480"/>
                  </a:cubicBezTo>
                  <a:cubicBezTo>
                    <a:pt x="4885" y="5480"/>
                    <a:pt x="5014" y="5465"/>
                    <a:pt x="5141" y="5435"/>
                  </a:cubicBezTo>
                  <a:cubicBezTo>
                    <a:pt x="5235" y="5411"/>
                    <a:pt x="5332" y="5399"/>
                    <a:pt x="5428" y="5399"/>
                  </a:cubicBezTo>
                  <a:cubicBezTo>
                    <a:pt x="5641" y="5399"/>
                    <a:pt x="5854" y="5457"/>
                    <a:pt x="6039" y="5570"/>
                  </a:cubicBezTo>
                  <a:cubicBezTo>
                    <a:pt x="6296" y="5726"/>
                    <a:pt x="6585" y="5804"/>
                    <a:pt x="6874" y="5804"/>
                  </a:cubicBezTo>
                  <a:cubicBezTo>
                    <a:pt x="7163" y="5804"/>
                    <a:pt x="7453" y="5726"/>
                    <a:pt x="7709" y="5570"/>
                  </a:cubicBezTo>
                  <a:cubicBezTo>
                    <a:pt x="7894" y="5457"/>
                    <a:pt x="8105" y="5399"/>
                    <a:pt x="8318" y="5399"/>
                  </a:cubicBezTo>
                  <a:cubicBezTo>
                    <a:pt x="8414" y="5399"/>
                    <a:pt x="8511" y="5411"/>
                    <a:pt x="8607" y="5435"/>
                  </a:cubicBezTo>
                  <a:cubicBezTo>
                    <a:pt x="8733" y="5465"/>
                    <a:pt x="8862" y="5480"/>
                    <a:pt x="8990" y="5480"/>
                  </a:cubicBezTo>
                  <a:cubicBezTo>
                    <a:pt x="9468" y="5480"/>
                    <a:pt x="9927" y="5275"/>
                    <a:pt x="10162" y="4926"/>
                  </a:cubicBezTo>
                  <a:cubicBezTo>
                    <a:pt x="10302" y="4715"/>
                    <a:pt x="10585" y="4576"/>
                    <a:pt x="10897" y="4552"/>
                  </a:cubicBezTo>
                  <a:cubicBezTo>
                    <a:pt x="11545" y="4552"/>
                    <a:pt x="12078" y="4134"/>
                    <a:pt x="12116" y="3606"/>
                  </a:cubicBezTo>
                  <a:cubicBezTo>
                    <a:pt x="12130" y="3414"/>
                    <a:pt x="12255" y="3241"/>
                    <a:pt x="12466" y="3121"/>
                  </a:cubicBezTo>
                  <a:cubicBezTo>
                    <a:pt x="12970" y="2833"/>
                    <a:pt x="13273" y="2377"/>
                    <a:pt x="13273" y="1897"/>
                  </a:cubicBezTo>
                  <a:lnTo>
                    <a:pt x="13273" y="1845"/>
                  </a:lnTo>
                  <a:cubicBezTo>
                    <a:pt x="13273" y="1614"/>
                    <a:pt x="13407" y="1225"/>
                    <a:pt x="13561" y="1014"/>
                  </a:cubicBezTo>
                  <a:cubicBezTo>
                    <a:pt x="13681" y="860"/>
                    <a:pt x="13743" y="668"/>
                    <a:pt x="13748" y="472"/>
                  </a:cubicBezTo>
                  <a:cubicBezTo>
                    <a:pt x="13748" y="366"/>
                    <a:pt x="13667" y="275"/>
                    <a:pt x="13561" y="265"/>
                  </a:cubicBezTo>
                  <a:lnTo>
                    <a:pt x="11046" y="30"/>
                  </a:lnTo>
                  <a:lnTo>
                    <a:pt x="10743" y="1"/>
                  </a:lnTo>
                  <a:cubicBezTo>
                    <a:pt x="10735" y="1"/>
                    <a:pt x="10728" y="0"/>
                    <a:pt x="107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1" name="Google Shape;15551;p83"/>
          <p:cNvGrpSpPr/>
          <p:nvPr/>
        </p:nvGrpSpPr>
        <p:grpSpPr>
          <a:xfrm>
            <a:off x="5354856" y="1502697"/>
            <a:ext cx="251334" cy="363402"/>
            <a:chOff x="5354856" y="1502697"/>
            <a:chExt cx="251334" cy="363402"/>
          </a:xfrm>
        </p:grpSpPr>
        <p:sp>
          <p:nvSpPr>
            <p:cNvPr id="15552" name="Google Shape;15552;p83"/>
            <p:cNvSpPr/>
            <p:nvPr/>
          </p:nvSpPr>
          <p:spPr>
            <a:xfrm>
              <a:off x="5466793" y="1780024"/>
              <a:ext cx="27827" cy="69096"/>
            </a:xfrm>
            <a:custGeom>
              <a:rect b="b" l="l" r="r" t="t"/>
              <a:pathLst>
                <a:path extrusionOk="0" h="2637" w="1062">
                  <a:moveTo>
                    <a:pt x="1" y="1"/>
                  </a:moveTo>
                  <a:lnTo>
                    <a:pt x="1" y="2636"/>
                  </a:lnTo>
                  <a:lnTo>
                    <a:pt x="1062" y="2636"/>
                  </a:lnTo>
                  <a:lnTo>
                    <a:pt x="1062"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83"/>
            <p:cNvSpPr/>
            <p:nvPr/>
          </p:nvSpPr>
          <p:spPr>
            <a:xfrm>
              <a:off x="5480759" y="1780024"/>
              <a:ext cx="13861" cy="69096"/>
            </a:xfrm>
            <a:custGeom>
              <a:rect b="b" l="l" r="r" t="t"/>
              <a:pathLst>
                <a:path extrusionOk="0" h="2637" w="529">
                  <a:moveTo>
                    <a:pt x="1" y="1"/>
                  </a:moveTo>
                  <a:lnTo>
                    <a:pt x="1" y="2636"/>
                  </a:lnTo>
                  <a:lnTo>
                    <a:pt x="529" y="2636"/>
                  </a:lnTo>
                  <a:lnTo>
                    <a:pt x="52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83"/>
            <p:cNvSpPr/>
            <p:nvPr/>
          </p:nvSpPr>
          <p:spPr>
            <a:xfrm>
              <a:off x="5399269" y="1507964"/>
              <a:ext cx="162901" cy="244286"/>
            </a:xfrm>
            <a:custGeom>
              <a:rect b="b" l="l" r="r" t="t"/>
              <a:pathLst>
                <a:path extrusionOk="0" h="9323" w="6217">
                  <a:moveTo>
                    <a:pt x="1882" y="1"/>
                  </a:moveTo>
                  <a:cubicBezTo>
                    <a:pt x="845" y="1"/>
                    <a:pt x="0" y="841"/>
                    <a:pt x="5" y="1878"/>
                  </a:cubicBezTo>
                  <a:lnTo>
                    <a:pt x="5" y="7441"/>
                  </a:lnTo>
                  <a:cubicBezTo>
                    <a:pt x="0" y="8478"/>
                    <a:pt x="845" y="9318"/>
                    <a:pt x="1882" y="9323"/>
                  </a:cubicBezTo>
                  <a:lnTo>
                    <a:pt x="4335" y="9323"/>
                  </a:lnTo>
                  <a:cubicBezTo>
                    <a:pt x="5376" y="9323"/>
                    <a:pt x="6216" y="8478"/>
                    <a:pt x="6216" y="7441"/>
                  </a:cubicBezTo>
                  <a:lnTo>
                    <a:pt x="6216" y="1878"/>
                  </a:lnTo>
                  <a:cubicBezTo>
                    <a:pt x="6216" y="841"/>
                    <a:pt x="5376" y="1"/>
                    <a:pt x="4335"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83"/>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83"/>
            <p:cNvSpPr/>
            <p:nvPr/>
          </p:nvSpPr>
          <p:spPr>
            <a:xfrm>
              <a:off x="5465928" y="1615263"/>
              <a:ext cx="29583" cy="29583"/>
            </a:xfrm>
            <a:custGeom>
              <a:rect b="b" l="l" r="r" t="t"/>
              <a:pathLst>
                <a:path extrusionOk="0" h="1129" w="1129">
                  <a:moveTo>
                    <a:pt x="567" y="0"/>
                  </a:moveTo>
                  <a:cubicBezTo>
                    <a:pt x="255" y="0"/>
                    <a:pt x="0" y="255"/>
                    <a:pt x="0" y="567"/>
                  </a:cubicBezTo>
                  <a:cubicBezTo>
                    <a:pt x="0" y="874"/>
                    <a:pt x="255" y="1128"/>
                    <a:pt x="567" y="1128"/>
                  </a:cubicBezTo>
                  <a:cubicBezTo>
                    <a:pt x="874" y="1128"/>
                    <a:pt x="1128" y="874"/>
                    <a:pt x="1128" y="567"/>
                  </a:cubicBezTo>
                  <a:cubicBezTo>
                    <a:pt x="1128" y="255"/>
                    <a:pt x="874" y="0"/>
                    <a:pt x="56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83"/>
            <p:cNvSpPr/>
            <p:nvPr/>
          </p:nvSpPr>
          <p:spPr>
            <a:xfrm>
              <a:off x="5376997" y="1836386"/>
              <a:ext cx="207550" cy="24421"/>
            </a:xfrm>
            <a:custGeom>
              <a:rect b="b" l="l" r="r" t="t"/>
              <a:pathLst>
                <a:path extrusionOk="0" h="932" w="7921">
                  <a:moveTo>
                    <a:pt x="927" y="0"/>
                  </a:moveTo>
                  <a:cubicBezTo>
                    <a:pt x="413" y="0"/>
                    <a:pt x="0" y="418"/>
                    <a:pt x="0" y="931"/>
                  </a:cubicBezTo>
                  <a:lnTo>
                    <a:pt x="7921" y="931"/>
                  </a:lnTo>
                  <a:cubicBezTo>
                    <a:pt x="7921" y="418"/>
                    <a:pt x="7503" y="0"/>
                    <a:pt x="6990"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3"/>
            <p:cNvSpPr/>
            <p:nvPr/>
          </p:nvSpPr>
          <p:spPr>
            <a:xfrm>
              <a:off x="5360515" y="1640915"/>
              <a:ext cx="240382" cy="152106"/>
            </a:xfrm>
            <a:custGeom>
              <a:rect b="b" l="l" r="r" t="t"/>
              <a:pathLst>
                <a:path extrusionOk="0" h="5805" w="9174">
                  <a:moveTo>
                    <a:pt x="389" y="1"/>
                  </a:moveTo>
                  <a:cubicBezTo>
                    <a:pt x="173" y="1"/>
                    <a:pt x="1" y="178"/>
                    <a:pt x="1" y="394"/>
                  </a:cubicBezTo>
                  <a:lnTo>
                    <a:pt x="1" y="2492"/>
                  </a:lnTo>
                  <a:cubicBezTo>
                    <a:pt x="1" y="4321"/>
                    <a:pt x="1484" y="5804"/>
                    <a:pt x="3318" y="5804"/>
                  </a:cubicBezTo>
                  <a:lnTo>
                    <a:pt x="5862" y="5804"/>
                  </a:lnTo>
                  <a:cubicBezTo>
                    <a:pt x="7691" y="5804"/>
                    <a:pt x="9174" y="4321"/>
                    <a:pt x="9174" y="2492"/>
                  </a:cubicBezTo>
                  <a:lnTo>
                    <a:pt x="9174" y="394"/>
                  </a:lnTo>
                  <a:cubicBezTo>
                    <a:pt x="9174" y="178"/>
                    <a:pt x="9001" y="1"/>
                    <a:pt x="8785" y="1"/>
                  </a:cubicBezTo>
                  <a:cubicBezTo>
                    <a:pt x="8569" y="1"/>
                    <a:pt x="8396" y="178"/>
                    <a:pt x="8396" y="394"/>
                  </a:cubicBezTo>
                  <a:lnTo>
                    <a:pt x="8396" y="2492"/>
                  </a:lnTo>
                  <a:cubicBezTo>
                    <a:pt x="8396" y="3894"/>
                    <a:pt x="7263" y="5026"/>
                    <a:pt x="5862" y="5026"/>
                  </a:cubicBezTo>
                  <a:lnTo>
                    <a:pt x="3318" y="5026"/>
                  </a:lnTo>
                  <a:cubicBezTo>
                    <a:pt x="1916" y="5026"/>
                    <a:pt x="778" y="3894"/>
                    <a:pt x="778" y="2492"/>
                  </a:cubicBezTo>
                  <a:lnTo>
                    <a:pt x="778" y="394"/>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3"/>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3"/>
            <p:cNvSpPr/>
            <p:nvPr/>
          </p:nvSpPr>
          <p:spPr>
            <a:xfrm>
              <a:off x="5480759" y="1641046"/>
              <a:ext cx="120138" cy="152079"/>
            </a:xfrm>
            <a:custGeom>
              <a:rect b="b" l="l" r="r" t="t"/>
              <a:pathLst>
                <a:path extrusionOk="0" h="5804" w="4585">
                  <a:moveTo>
                    <a:pt x="4205" y="0"/>
                  </a:moveTo>
                  <a:cubicBezTo>
                    <a:pt x="4202" y="0"/>
                    <a:pt x="4199" y="0"/>
                    <a:pt x="4196" y="0"/>
                  </a:cubicBezTo>
                  <a:cubicBezTo>
                    <a:pt x="3980" y="0"/>
                    <a:pt x="3807" y="173"/>
                    <a:pt x="3807" y="389"/>
                  </a:cubicBezTo>
                  <a:lnTo>
                    <a:pt x="3807" y="2487"/>
                  </a:lnTo>
                  <a:cubicBezTo>
                    <a:pt x="3807" y="3889"/>
                    <a:pt x="2674" y="5021"/>
                    <a:pt x="1273" y="5021"/>
                  </a:cubicBezTo>
                  <a:lnTo>
                    <a:pt x="1" y="5021"/>
                  </a:lnTo>
                  <a:lnTo>
                    <a:pt x="1" y="5804"/>
                  </a:lnTo>
                  <a:lnTo>
                    <a:pt x="1273" y="5804"/>
                  </a:lnTo>
                  <a:cubicBezTo>
                    <a:pt x="3102" y="5804"/>
                    <a:pt x="4585" y="4321"/>
                    <a:pt x="4585" y="2487"/>
                  </a:cubicBezTo>
                  <a:lnTo>
                    <a:pt x="4585" y="389"/>
                  </a:lnTo>
                  <a:cubicBezTo>
                    <a:pt x="4585" y="176"/>
                    <a:pt x="4417" y="0"/>
                    <a:pt x="4205"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83"/>
            <p:cNvSpPr/>
            <p:nvPr/>
          </p:nvSpPr>
          <p:spPr>
            <a:xfrm>
              <a:off x="5480759" y="1836386"/>
              <a:ext cx="103788" cy="24421"/>
            </a:xfrm>
            <a:custGeom>
              <a:rect b="b" l="l" r="r" t="t"/>
              <a:pathLst>
                <a:path extrusionOk="0" h="932" w="3961">
                  <a:moveTo>
                    <a:pt x="1" y="0"/>
                  </a:moveTo>
                  <a:lnTo>
                    <a:pt x="1" y="931"/>
                  </a:lnTo>
                  <a:lnTo>
                    <a:pt x="3961" y="931"/>
                  </a:lnTo>
                  <a:cubicBezTo>
                    <a:pt x="3961" y="418"/>
                    <a:pt x="3543" y="0"/>
                    <a:pt x="3030"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83"/>
            <p:cNvSpPr/>
            <p:nvPr/>
          </p:nvSpPr>
          <p:spPr>
            <a:xfrm>
              <a:off x="5441140" y="1570090"/>
              <a:ext cx="29976" cy="10612"/>
            </a:xfrm>
            <a:custGeom>
              <a:rect b="b" l="l" r="r" t="t"/>
              <a:pathLst>
                <a:path extrusionOk="0" h="405" w="1144">
                  <a:moveTo>
                    <a:pt x="265" y="1"/>
                  </a:moveTo>
                  <a:cubicBezTo>
                    <a:pt x="0" y="1"/>
                    <a:pt x="0" y="405"/>
                    <a:pt x="265" y="405"/>
                  </a:cubicBezTo>
                  <a:cubicBezTo>
                    <a:pt x="270" y="405"/>
                    <a:pt x="274" y="405"/>
                    <a:pt x="279" y="404"/>
                  </a:cubicBezTo>
                  <a:lnTo>
                    <a:pt x="865" y="404"/>
                  </a:lnTo>
                  <a:cubicBezTo>
                    <a:pt x="869" y="405"/>
                    <a:pt x="874" y="405"/>
                    <a:pt x="878" y="405"/>
                  </a:cubicBezTo>
                  <a:cubicBezTo>
                    <a:pt x="1143" y="405"/>
                    <a:pt x="1143" y="1"/>
                    <a:pt x="878" y="1"/>
                  </a:cubicBezTo>
                  <a:cubicBezTo>
                    <a:pt x="874" y="1"/>
                    <a:pt x="869" y="1"/>
                    <a:pt x="865" y="1"/>
                  </a:cubicBezTo>
                  <a:lnTo>
                    <a:pt x="279" y="1"/>
                  </a:lnTo>
                  <a:cubicBezTo>
                    <a:pt x="274" y="1"/>
                    <a:pt x="270"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3"/>
            <p:cNvSpPr/>
            <p:nvPr/>
          </p:nvSpPr>
          <p:spPr>
            <a:xfrm>
              <a:off x="5453980" y="1610022"/>
              <a:ext cx="46798" cy="40116"/>
            </a:xfrm>
            <a:custGeom>
              <a:rect b="b" l="l" r="r" t="t"/>
              <a:pathLst>
                <a:path extrusionOk="0" h="1531" w="1786">
                  <a:moveTo>
                    <a:pt x="1020" y="404"/>
                  </a:moveTo>
                  <a:cubicBezTo>
                    <a:pt x="1109" y="404"/>
                    <a:pt x="1199" y="438"/>
                    <a:pt x="1272" y="512"/>
                  </a:cubicBezTo>
                  <a:cubicBezTo>
                    <a:pt x="1503" y="738"/>
                    <a:pt x="1339" y="1127"/>
                    <a:pt x="1018" y="1127"/>
                  </a:cubicBezTo>
                  <a:cubicBezTo>
                    <a:pt x="821" y="1127"/>
                    <a:pt x="658" y="964"/>
                    <a:pt x="658" y="767"/>
                  </a:cubicBezTo>
                  <a:cubicBezTo>
                    <a:pt x="658" y="549"/>
                    <a:pt x="835" y="404"/>
                    <a:pt x="1020" y="404"/>
                  </a:cubicBezTo>
                  <a:close/>
                  <a:moveTo>
                    <a:pt x="1014" y="0"/>
                  </a:moveTo>
                  <a:cubicBezTo>
                    <a:pt x="826" y="0"/>
                    <a:pt x="635" y="69"/>
                    <a:pt x="480" y="224"/>
                  </a:cubicBezTo>
                  <a:cubicBezTo>
                    <a:pt x="0" y="704"/>
                    <a:pt x="341" y="1530"/>
                    <a:pt x="1023" y="1530"/>
                  </a:cubicBezTo>
                  <a:cubicBezTo>
                    <a:pt x="1440" y="1530"/>
                    <a:pt x="1786" y="1189"/>
                    <a:pt x="1786" y="767"/>
                  </a:cubicBezTo>
                  <a:cubicBezTo>
                    <a:pt x="1786" y="305"/>
                    <a:pt x="1407" y="0"/>
                    <a:pt x="10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3"/>
            <p:cNvSpPr/>
            <p:nvPr/>
          </p:nvSpPr>
          <p:spPr>
            <a:xfrm>
              <a:off x="5354856" y="1502697"/>
              <a:ext cx="251334" cy="363402"/>
            </a:xfrm>
            <a:custGeom>
              <a:rect b="b" l="l" r="r" t="t"/>
              <a:pathLst>
                <a:path extrusionOk="0" h="13869" w="9592">
                  <a:moveTo>
                    <a:pt x="5847" y="403"/>
                  </a:moveTo>
                  <a:lnTo>
                    <a:pt x="5847" y="1507"/>
                  </a:lnTo>
                  <a:cubicBezTo>
                    <a:pt x="5838" y="1649"/>
                    <a:pt x="5942" y="1720"/>
                    <a:pt x="6047" y="1720"/>
                  </a:cubicBezTo>
                  <a:cubicBezTo>
                    <a:pt x="6152" y="1720"/>
                    <a:pt x="6258" y="1649"/>
                    <a:pt x="6251" y="1507"/>
                  </a:cubicBezTo>
                  <a:lnTo>
                    <a:pt x="6251" y="418"/>
                  </a:lnTo>
                  <a:cubicBezTo>
                    <a:pt x="7086" y="528"/>
                    <a:pt x="7710" y="1239"/>
                    <a:pt x="7710" y="2079"/>
                  </a:cubicBezTo>
                  <a:lnTo>
                    <a:pt x="7710" y="2573"/>
                  </a:lnTo>
                  <a:lnTo>
                    <a:pt x="5449" y="2573"/>
                  </a:lnTo>
                  <a:cubicBezTo>
                    <a:pt x="5194" y="2588"/>
                    <a:pt x="5194" y="2962"/>
                    <a:pt x="5449" y="2976"/>
                  </a:cubicBezTo>
                  <a:lnTo>
                    <a:pt x="7710" y="2976"/>
                  </a:lnTo>
                  <a:lnTo>
                    <a:pt x="7710" y="3408"/>
                  </a:lnTo>
                  <a:lnTo>
                    <a:pt x="5449" y="3408"/>
                  </a:lnTo>
                  <a:cubicBezTo>
                    <a:pt x="5194" y="3423"/>
                    <a:pt x="5194" y="3797"/>
                    <a:pt x="5449" y="3807"/>
                  </a:cubicBezTo>
                  <a:lnTo>
                    <a:pt x="7710" y="3807"/>
                  </a:lnTo>
                  <a:lnTo>
                    <a:pt x="7710" y="4239"/>
                  </a:lnTo>
                  <a:lnTo>
                    <a:pt x="6049" y="4239"/>
                  </a:lnTo>
                  <a:cubicBezTo>
                    <a:pt x="5795" y="4253"/>
                    <a:pt x="5795" y="4628"/>
                    <a:pt x="6049" y="4642"/>
                  </a:cubicBezTo>
                  <a:lnTo>
                    <a:pt x="7710" y="4642"/>
                  </a:lnTo>
                  <a:lnTo>
                    <a:pt x="7710" y="5074"/>
                  </a:lnTo>
                  <a:lnTo>
                    <a:pt x="6049" y="5074"/>
                  </a:lnTo>
                  <a:cubicBezTo>
                    <a:pt x="5795" y="5088"/>
                    <a:pt x="5795" y="5463"/>
                    <a:pt x="6049" y="5477"/>
                  </a:cubicBezTo>
                  <a:lnTo>
                    <a:pt x="7710" y="5477"/>
                  </a:lnTo>
                  <a:lnTo>
                    <a:pt x="7710" y="5904"/>
                  </a:lnTo>
                  <a:lnTo>
                    <a:pt x="5449" y="5904"/>
                  </a:lnTo>
                  <a:cubicBezTo>
                    <a:pt x="5194" y="5919"/>
                    <a:pt x="5194" y="6293"/>
                    <a:pt x="5449" y="6308"/>
                  </a:cubicBezTo>
                  <a:lnTo>
                    <a:pt x="7710" y="6308"/>
                  </a:lnTo>
                  <a:lnTo>
                    <a:pt x="7710" y="6740"/>
                  </a:lnTo>
                  <a:lnTo>
                    <a:pt x="5449" y="6740"/>
                  </a:lnTo>
                  <a:cubicBezTo>
                    <a:pt x="5194" y="6754"/>
                    <a:pt x="5194" y="7129"/>
                    <a:pt x="5449" y="7143"/>
                  </a:cubicBezTo>
                  <a:lnTo>
                    <a:pt x="7710" y="7143"/>
                  </a:lnTo>
                  <a:lnTo>
                    <a:pt x="7710" y="7637"/>
                  </a:lnTo>
                  <a:cubicBezTo>
                    <a:pt x="7710" y="8482"/>
                    <a:pt x="7086" y="9193"/>
                    <a:pt x="6251" y="9303"/>
                  </a:cubicBezTo>
                  <a:lnTo>
                    <a:pt x="6251" y="8218"/>
                  </a:lnTo>
                  <a:cubicBezTo>
                    <a:pt x="6243" y="8091"/>
                    <a:pt x="6146" y="8027"/>
                    <a:pt x="6049" y="8027"/>
                  </a:cubicBezTo>
                  <a:cubicBezTo>
                    <a:pt x="5952" y="8027"/>
                    <a:pt x="5855" y="8091"/>
                    <a:pt x="5847" y="8218"/>
                  </a:cubicBezTo>
                  <a:lnTo>
                    <a:pt x="5847" y="9322"/>
                  </a:lnTo>
                  <a:lnTo>
                    <a:pt x="5420" y="9322"/>
                  </a:lnTo>
                  <a:lnTo>
                    <a:pt x="5420" y="8218"/>
                  </a:lnTo>
                  <a:cubicBezTo>
                    <a:pt x="5413" y="8091"/>
                    <a:pt x="5316" y="8027"/>
                    <a:pt x="5218" y="8027"/>
                  </a:cubicBezTo>
                  <a:cubicBezTo>
                    <a:pt x="5121" y="8027"/>
                    <a:pt x="5024" y="8091"/>
                    <a:pt x="5017" y="8218"/>
                  </a:cubicBezTo>
                  <a:lnTo>
                    <a:pt x="5017" y="9322"/>
                  </a:lnTo>
                  <a:lnTo>
                    <a:pt x="4590" y="9322"/>
                  </a:lnTo>
                  <a:lnTo>
                    <a:pt x="4590" y="8218"/>
                  </a:lnTo>
                  <a:cubicBezTo>
                    <a:pt x="4582" y="8091"/>
                    <a:pt x="4485" y="8027"/>
                    <a:pt x="4388" y="8027"/>
                  </a:cubicBezTo>
                  <a:cubicBezTo>
                    <a:pt x="4291" y="8027"/>
                    <a:pt x="4194" y="8091"/>
                    <a:pt x="4186" y="8218"/>
                  </a:cubicBezTo>
                  <a:lnTo>
                    <a:pt x="4186" y="9322"/>
                  </a:lnTo>
                  <a:lnTo>
                    <a:pt x="3759" y="9322"/>
                  </a:lnTo>
                  <a:lnTo>
                    <a:pt x="3759" y="8218"/>
                  </a:lnTo>
                  <a:cubicBezTo>
                    <a:pt x="3752" y="8091"/>
                    <a:pt x="3655" y="8027"/>
                    <a:pt x="3558" y="8027"/>
                  </a:cubicBezTo>
                  <a:cubicBezTo>
                    <a:pt x="3460" y="8027"/>
                    <a:pt x="3363" y="8091"/>
                    <a:pt x="3356" y="8218"/>
                  </a:cubicBezTo>
                  <a:lnTo>
                    <a:pt x="3356" y="9308"/>
                  </a:lnTo>
                  <a:cubicBezTo>
                    <a:pt x="2521" y="9197"/>
                    <a:pt x="1897" y="8482"/>
                    <a:pt x="1897" y="7642"/>
                  </a:cubicBezTo>
                  <a:lnTo>
                    <a:pt x="1897" y="7148"/>
                  </a:lnTo>
                  <a:lnTo>
                    <a:pt x="4158" y="7148"/>
                  </a:lnTo>
                  <a:cubicBezTo>
                    <a:pt x="4162" y="7148"/>
                    <a:pt x="4167" y="7148"/>
                    <a:pt x="4171" y="7148"/>
                  </a:cubicBezTo>
                  <a:cubicBezTo>
                    <a:pt x="4436" y="7148"/>
                    <a:pt x="4436" y="6744"/>
                    <a:pt x="4171" y="6744"/>
                  </a:cubicBezTo>
                  <a:cubicBezTo>
                    <a:pt x="4167" y="6744"/>
                    <a:pt x="4162" y="6744"/>
                    <a:pt x="4158" y="6745"/>
                  </a:cubicBezTo>
                  <a:lnTo>
                    <a:pt x="1897" y="6745"/>
                  </a:lnTo>
                  <a:lnTo>
                    <a:pt x="1897" y="6312"/>
                  </a:lnTo>
                  <a:lnTo>
                    <a:pt x="4158" y="6312"/>
                  </a:lnTo>
                  <a:cubicBezTo>
                    <a:pt x="4412" y="6298"/>
                    <a:pt x="4412" y="5924"/>
                    <a:pt x="4158" y="5909"/>
                  </a:cubicBezTo>
                  <a:lnTo>
                    <a:pt x="1897" y="5909"/>
                  </a:lnTo>
                  <a:lnTo>
                    <a:pt x="1897" y="5482"/>
                  </a:lnTo>
                  <a:lnTo>
                    <a:pt x="3558" y="5482"/>
                  </a:lnTo>
                  <a:cubicBezTo>
                    <a:pt x="3562" y="5482"/>
                    <a:pt x="3567" y="5482"/>
                    <a:pt x="3571" y="5482"/>
                  </a:cubicBezTo>
                  <a:cubicBezTo>
                    <a:pt x="3835" y="5482"/>
                    <a:pt x="3836" y="5078"/>
                    <a:pt x="3575" y="5078"/>
                  </a:cubicBezTo>
                  <a:cubicBezTo>
                    <a:pt x="3570" y="5078"/>
                    <a:pt x="3564" y="5078"/>
                    <a:pt x="3558" y="5079"/>
                  </a:cubicBezTo>
                  <a:lnTo>
                    <a:pt x="1897" y="5079"/>
                  </a:lnTo>
                  <a:lnTo>
                    <a:pt x="1897" y="4647"/>
                  </a:lnTo>
                  <a:lnTo>
                    <a:pt x="3558" y="4647"/>
                  </a:lnTo>
                  <a:cubicBezTo>
                    <a:pt x="3562" y="4647"/>
                    <a:pt x="3567" y="4647"/>
                    <a:pt x="3571" y="4647"/>
                  </a:cubicBezTo>
                  <a:cubicBezTo>
                    <a:pt x="3836" y="4647"/>
                    <a:pt x="3836" y="4243"/>
                    <a:pt x="3571" y="4243"/>
                  </a:cubicBezTo>
                  <a:cubicBezTo>
                    <a:pt x="3567" y="4243"/>
                    <a:pt x="3562" y="4243"/>
                    <a:pt x="3558" y="4244"/>
                  </a:cubicBezTo>
                  <a:lnTo>
                    <a:pt x="1897" y="4244"/>
                  </a:lnTo>
                  <a:lnTo>
                    <a:pt x="1897" y="3812"/>
                  </a:lnTo>
                  <a:lnTo>
                    <a:pt x="4158" y="3812"/>
                  </a:lnTo>
                  <a:cubicBezTo>
                    <a:pt x="4162" y="3812"/>
                    <a:pt x="4167" y="3812"/>
                    <a:pt x="4171" y="3812"/>
                  </a:cubicBezTo>
                  <a:cubicBezTo>
                    <a:pt x="4436" y="3812"/>
                    <a:pt x="4436" y="3408"/>
                    <a:pt x="4171" y="3408"/>
                  </a:cubicBezTo>
                  <a:cubicBezTo>
                    <a:pt x="4167" y="3408"/>
                    <a:pt x="4162" y="3408"/>
                    <a:pt x="4158" y="3408"/>
                  </a:cubicBezTo>
                  <a:lnTo>
                    <a:pt x="1897" y="3408"/>
                  </a:lnTo>
                  <a:lnTo>
                    <a:pt x="1897" y="2981"/>
                  </a:lnTo>
                  <a:lnTo>
                    <a:pt x="2636" y="2981"/>
                  </a:lnTo>
                  <a:cubicBezTo>
                    <a:pt x="2641" y="2981"/>
                    <a:pt x="2645" y="2981"/>
                    <a:pt x="2649" y="2981"/>
                  </a:cubicBezTo>
                  <a:cubicBezTo>
                    <a:pt x="2913" y="2981"/>
                    <a:pt x="2915" y="2577"/>
                    <a:pt x="2654" y="2577"/>
                  </a:cubicBezTo>
                  <a:cubicBezTo>
                    <a:pt x="2648" y="2577"/>
                    <a:pt x="2642" y="2578"/>
                    <a:pt x="2636" y="2578"/>
                  </a:cubicBezTo>
                  <a:lnTo>
                    <a:pt x="1897" y="2578"/>
                  </a:lnTo>
                  <a:lnTo>
                    <a:pt x="1897" y="2079"/>
                  </a:lnTo>
                  <a:cubicBezTo>
                    <a:pt x="1897" y="1239"/>
                    <a:pt x="2521" y="528"/>
                    <a:pt x="3356" y="418"/>
                  </a:cubicBezTo>
                  <a:lnTo>
                    <a:pt x="3356" y="1507"/>
                  </a:lnTo>
                  <a:cubicBezTo>
                    <a:pt x="3363" y="1632"/>
                    <a:pt x="3460" y="1695"/>
                    <a:pt x="3558" y="1695"/>
                  </a:cubicBezTo>
                  <a:cubicBezTo>
                    <a:pt x="3655" y="1695"/>
                    <a:pt x="3752" y="1632"/>
                    <a:pt x="3759" y="1507"/>
                  </a:cubicBezTo>
                  <a:lnTo>
                    <a:pt x="3759" y="403"/>
                  </a:lnTo>
                  <a:lnTo>
                    <a:pt x="4186" y="403"/>
                  </a:lnTo>
                  <a:lnTo>
                    <a:pt x="4186" y="1507"/>
                  </a:lnTo>
                  <a:cubicBezTo>
                    <a:pt x="4194" y="1632"/>
                    <a:pt x="4291" y="1695"/>
                    <a:pt x="4388" y="1695"/>
                  </a:cubicBezTo>
                  <a:cubicBezTo>
                    <a:pt x="4485" y="1695"/>
                    <a:pt x="4582" y="1632"/>
                    <a:pt x="4590" y="1507"/>
                  </a:cubicBezTo>
                  <a:lnTo>
                    <a:pt x="4590" y="403"/>
                  </a:lnTo>
                  <a:lnTo>
                    <a:pt x="5017" y="403"/>
                  </a:lnTo>
                  <a:lnTo>
                    <a:pt x="5017" y="1507"/>
                  </a:lnTo>
                  <a:cubicBezTo>
                    <a:pt x="5010" y="1649"/>
                    <a:pt x="5114" y="1720"/>
                    <a:pt x="5218" y="1720"/>
                  </a:cubicBezTo>
                  <a:cubicBezTo>
                    <a:pt x="5323" y="1720"/>
                    <a:pt x="5427" y="1649"/>
                    <a:pt x="5420" y="1507"/>
                  </a:cubicBezTo>
                  <a:lnTo>
                    <a:pt x="5420" y="403"/>
                  </a:lnTo>
                  <a:close/>
                  <a:moveTo>
                    <a:pt x="8415" y="6312"/>
                  </a:moveTo>
                  <a:lnTo>
                    <a:pt x="8415" y="7767"/>
                  </a:lnTo>
                  <a:lnTo>
                    <a:pt x="8411" y="7767"/>
                  </a:lnTo>
                  <a:cubicBezTo>
                    <a:pt x="8411" y="9053"/>
                    <a:pt x="7364" y="10100"/>
                    <a:pt x="6078" y="10100"/>
                  </a:cubicBezTo>
                  <a:lnTo>
                    <a:pt x="3529" y="10100"/>
                  </a:lnTo>
                  <a:cubicBezTo>
                    <a:pt x="2242" y="10100"/>
                    <a:pt x="1196" y="9053"/>
                    <a:pt x="1196" y="7767"/>
                  </a:cubicBezTo>
                  <a:lnTo>
                    <a:pt x="1196" y="6312"/>
                  </a:lnTo>
                  <a:lnTo>
                    <a:pt x="1493" y="6312"/>
                  </a:lnTo>
                  <a:lnTo>
                    <a:pt x="1493" y="7642"/>
                  </a:lnTo>
                  <a:cubicBezTo>
                    <a:pt x="1498" y="8780"/>
                    <a:pt x="2406" y="9701"/>
                    <a:pt x="3543" y="9725"/>
                  </a:cubicBezTo>
                  <a:lnTo>
                    <a:pt x="6068" y="9725"/>
                  </a:lnTo>
                  <a:cubicBezTo>
                    <a:pt x="7201" y="9701"/>
                    <a:pt x="8113" y="8780"/>
                    <a:pt x="8113" y="7642"/>
                  </a:cubicBezTo>
                  <a:lnTo>
                    <a:pt x="8113" y="6312"/>
                  </a:lnTo>
                  <a:close/>
                  <a:moveTo>
                    <a:pt x="5132" y="11281"/>
                  </a:moveTo>
                  <a:lnTo>
                    <a:pt x="5132" y="12534"/>
                  </a:lnTo>
                  <a:lnTo>
                    <a:pt x="4474" y="12534"/>
                  </a:lnTo>
                  <a:lnTo>
                    <a:pt x="4474" y="11281"/>
                  </a:lnTo>
                  <a:close/>
                  <a:moveTo>
                    <a:pt x="7835" y="12937"/>
                  </a:moveTo>
                  <a:cubicBezTo>
                    <a:pt x="8156" y="12937"/>
                    <a:pt x="8444" y="13153"/>
                    <a:pt x="8535" y="13465"/>
                  </a:cubicBezTo>
                  <a:lnTo>
                    <a:pt x="1071" y="13465"/>
                  </a:lnTo>
                  <a:cubicBezTo>
                    <a:pt x="1162" y="13153"/>
                    <a:pt x="1450" y="12937"/>
                    <a:pt x="1772" y="12937"/>
                  </a:cubicBezTo>
                  <a:close/>
                  <a:moveTo>
                    <a:pt x="3538" y="0"/>
                  </a:moveTo>
                  <a:cubicBezTo>
                    <a:pt x="2406" y="19"/>
                    <a:pt x="1493" y="946"/>
                    <a:pt x="1493" y="2079"/>
                  </a:cubicBezTo>
                  <a:lnTo>
                    <a:pt x="1493" y="5909"/>
                  </a:lnTo>
                  <a:lnTo>
                    <a:pt x="1191" y="5909"/>
                  </a:lnTo>
                  <a:lnTo>
                    <a:pt x="1191" y="5669"/>
                  </a:lnTo>
                  <a:cubicBezTo>
                    <a:pt x="1201" y="5333"/>
                    <a:pt x="937" y="5060"/>
                    <a:pt x="601" y="5060"/>
                  </a:cubicBezTo>
                  <a:cubicBezTo>
                    <a:pt x="269" y="5060"/>
                    <a:pt x="1" y="5333"/>
                    <a:pt x="10" y="5669"/>
                  </a:cubicBezTo>
                  <a:lnTo>
                    <a:pt x="10" y="7767"/>
                  </a:lnTo>
                  <a:cubicBezTo>
                    <a:pt x="10" y="9706"/>
                    <a:pt x="1585" y="11281"/>
                    <a:pt x="3524" y="11286"/>
                  </a:cubicBezTo>
                  <a:lnTo>
                    <a:pt x="4066" y="11286"/>
                  </a:lnTo>
                  <a:lnTo>
                    <a:pt x="4066" y="12534"/>
                  </a:lnTo>
                  <a:lnTo>
                    <a:pt x="1767" y="12534"/>
                  </a:lnTo>
                  <a:cubicBezTo>
                    <a:pt x="1143" y="12534"/>
                    <a:pt x="639" y="13042"/>
                    <a:pt x="634" y="13666"/>
                  </a:cubicBezTo>
                  <a:cubicBezTo>
                    <a:pt x="634" y="13777"/>
                    <a:pt x="725" y="13868"/>
                    <a:pt x="836" y="13868"/>
                  </a:cubicBezTo>
                  <a:lnTo>
                    <a:pt x="8756" y="13868"/>
                  </a:lnTo>
                  <a:cubicBezTo>
                    <a:pt x="8871" y="13868"/>
                    <a:pt x="8958" y="13777"/>
                    <a:pt x="8958" y="13666"/>
                  </a:cubicBezTo>
                  <a:cubicBezTo>
                    <a:pt x="8958" y="13042"/>
                    <a:pt x="8454" y="12538"/>
                    <a:pt x="7835" y="12534"/>
                  </a:cubicBezTo>
                  <a:lnTo>
                    <a:pt x="5540" y="12534"/>
                  </a:lnTo>
                  <a:lnTo>
                    <a:pt x="5540" y="11281"/>
                  </a:lnTo>
                  <a:lnTo>
                    <a:pt x="6078" y="11281"/>
                  </a:lnTo>
                  <a:cubicBezTo>
                    <a:pt x="8017" y="11281"/>
                    <a:pt x="9592" y="9706"/>
                    <a:pt x="9592" y="7767"/>
                  </a:cubicBezTo>
                  <a:lnTo>
                    <a:pt x="9592" y="7532"/>
                  </a:lnTo>
                  <a:cubicBezTo>
                    <a:pt x="9584" y="7405"/>
                    <a:pt x="9487" y="7341"/>
                    <a:pt x="9390" y="7341"/>
                  </a:cubicBezTo>
                  <a:cubicBezTo>
                    <a:pt x="9294" y="7341"/>
                    <a:pt x="9198" y="7405"/>
                    <a:pt x="9193" y="7532"/>
                  </a:cubicBezTo>
                  <a:lnTo>
                    <a:pt x="9193" y="7767"/>
                  </a:lnTo>
                  <a:cubicBezTo>
                    <a:pt x="9188" y="9485"/>
                    <a:pt x="7796" y="10878"/>
                    <a:pt x="6078" y="10878"/>
                  </a:cubicBezTo>
                  <a:lnTo>
                    <a:pt x="3534" y="10878"/>
                  </a:lnTo>
                  <a:cubicBezTo>
                    <a:pt x="1815" y="10878"/>
                    <a:pt x="423" y="9485"/>
                    <a:pt x="418" y="7767"/>
                  </a:cubicBezTo>
                  <a:lnTo>
                    <a:pt x="418" y="5669"/>
                  </a:lnTo>
                  <a:cubicBezTo>
                    <a:pt x="418" y="5542"/>
                    <a:pt x="512" y="5478"/>
                    <a:pt x="605" y="5478"/>
                  </a:cubicBezTo>
                  <a:cubicBezTo>
                    <a:pt x="699" y="5478"/>
                    <a:pt x="793" y="5542"/>
                    <a:pt x="793" y="5669"/>
                  </a:cubicBezTo>
                  <a:lnTo>
                    <a:pt x="793" y="7767"/>
                  </a:lnTo>
                  <a:cubicBezTo>
                    <a:pt x="797" y="9279"/>
                    <a:pt x="2021" y="10503"/>
                    <a:pt x="3534" y="10503"/>
                  </a:cubicBezTo>
                  <a:lnTo>
                    <a:pt x="6078" y="10503"/>
                  </a:lnTo>
                  <a:cubicBezTo>
                    <a:pt x="7590" y="10503"/>
                    <a:pt x="8814" y="9279"/>
                    <a:pt x="8814" y="7767"/>
                  </a:cubicBezTo>
                  <a:lnTo>
                    <a:pt x="8814" y="5669"/>
                  </a:lnTo>
                  <a:cubicBezTo>
                    <a:pt x="8814" y="5542"/>
                    <a:pt x="8907" y="5478"/>
                    <a:pt x="9001" y="5478"/>
                  </a:cubicBezTo>
                  <a:cubicBezTo>
                    <a:pt x="9095" y="5478"/>
                    <a:pt x="9188" y="5542"/>
                    <a:pt x="9188" y="5669"/>
                  </a:cubicBezTo>
                  <a:lnTo>
                    <a:pt x="9188" y="6596"/>
                  </a:lnTo>
                  <a:cubicBezTo>
                    <a:pt x="9188" y="6706"/>
                    <a:pt x="9279" y="6797"/>
                    <a:pt x="9390" y="6797"/>
                  </a:cubicBezTo>
                  <a:cubicBezTo>
                    <a:pt x="9500" y="6797"/>
                    <a:pt x="9592" y="6706"/>
                    <a:pt x="9592" y="6596"/>
                  </a:cubicBezTo>
                  <a:lnTo>
                    <a:pt x="9592" y="5669"/>
                  </a:lnTo>
                  <a:cubicBezTo>
                    <a:pt x="9582" y="5348"/>
                    <a:pt x="9323" y="5093"/>
                    <a:pt x="9001" y="5093"/>
                  </a:cubicBezTo>
                  <a:cubicBezTo>
                    <a:pt x="8684" y="5093"/>
                    <a:pt x="8420" y="5348"/>
                    <a:pt x="8411" y="5669"/>
                  </a:cubicBezTo>
                  <a:lnTo>
                    <a:pt x="8411" y="5909"/>
                  </a:lnTo>
                  <a:lnTo>
                    <a:pt x="8113" y="5909"/>
                  </a:lnTo>
                  <a:lnTo>
                    <a:pt x="8113" y="2079"/>
                  </a:lnTo>
                  <a:cubicBezTo>
                    <a:pt x="8108" y="946"/>
                    <a:pt x="7201" y="19"/>
                    <a:pt x="60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5" name="Google Shape;15565;p83"/>
          <p:cNvGrpSpPr/>
          <p:nvPr/>
        </p:nvGrpSpPr>
        <p:grpSpPr>
          <a:xfrm>
            <a:off x="7967402" y="2475543"/>
            <a:ext cx="374093" cy="267082"/>
            <a:chOff x="7967402" y="2475543"/>
            <a:chExt cx="374093" cy="267082"/>
          </a:xfrm>
        </p:grpSpPr>
        <p:sp>
          <p:nvSpPr>
            <p:cNvPr id="15566" name="Google Shape;15566;p83"/>
            <p:cNvSpPr/>
            <p:nvPr/>
          </p:nvSpPr>
          <p:spPr>
            <a:xfrm>
              <a:off x="8135439" y="2480836"/>
              <a:ext cx="200266" cy="229481"/>
            </a:xfrm>
            <a:custGeom>
              <a:rect b="b" l="l" r="r" t="t"/>
              <a:pathLst>
                <a:path extrusionOk="0" h="8758" w="7643">
                  <a:moveTo>
                    <a:pt x="2696" y="1"/>
                  </a:moveTo>
                  <a:cubicBezTo>
                    <a:pt x="1916" y="1"/>
                    <a:pt x="1231" y="546"/>
                    <a:pt x="1062" y="1312"/>
                  </a:cubicBezTo>
                  <a:lnTo>
                    <a:pt x="942" y="1859"/>
                  </a:lnTo>
                  <a:cubicBezTo>
                    <a:pt x="870" y="2181"/>
                    <a:pt x="735" y="2483"/>
                    <a:pt x="548" y="2752"/>
                  </a:cubicBezTo>
                  <a:cubicBezTo>
                    <a:pt x="150" y="3323"/>
                    <a:pt x="1" y="4034"/>
                    <a:pt x="150" y="4715"/>
                  </a:cubicBezTo>
                  <a:lnTo>
                    <a:pt x="567" y="7077"/>
                  </a:lnTo>
                  <a:cubicBezTo>
                    <a:pt x="678" y="7701"/>
                    <a:pt x="1124" y="8220"/>
                    <a:pt x="1724" y="8426"/>
                  </a:cubicBezTo>
                  <a:lnTo>
                    <a:pt x="2075" y="8546"/>
                  </a:lnTo>
                  <a:lnTo>
                    <a:pt x="2420" y="8666"/>
                  </a:lnTo>
                  <a:cubicBezTo>
                    <a:pt x="2604" y="8728"/>
                    <a:pt x="2794" y="8758"/>
                    <a:pt x="2983" y="8758"/>
                  </a:cubicBezTo>
                  <a:cubicBezTo>
                    <a:pt x="3411" y="8758"/>
                    <a:pt x="3833" y="8602"/>
                    <a:pt x="4163" y="8306"/>
                  </a:cubicBezTo>
                  <a:lnTo>
                    <a:pt x="5939" y="6693"/>
                  </a:lnTo>
                  <a:cubicBezTo>
                    <a:pt x="6472" y="6247"/>
                    <a:pt x="6793" y="5594"/>
                    <a:pt x="6827" y="4903"/>
                  </a:cubicBezTo>
                  <a:cubicBezTo>
                    <a:pt x="6841" y="4571"/>
                    <a:pt x="6918" y="4250"/>
                    <a:pt x="7057" y="3952"/>
                  </a:cubicBezTo>
                  <a:lnTo>
                    <a:pt x="7297" y="3448"/>
                  </a:lnTo>
                  <a:cubicBezTo>
                    <a:pt x="7643" y="2718"/>
                    <a:pt x="7417" y="1850"/>
                    <a:pt x="6769" y="1379"/>
                  </a:cubicBezTo>
                  <a:cubicBezTo>
                    <a:pt x="5593" y="525"/>
                    <a:pt x="4196" y="45"/>
                    <a:pt x="2747" y="2"/>
                  </a:cubicBezTo>
                  <a:cubicBezTo>
                    <a:pt x="2730" y="1"/>
                    <a:pt x="2713" y="1"/>
                    <a:pt x="269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3"/>
            <p:cNvSpPr/>
            <p:nvPr/>
          </p:nvSpPr>
          <p:spPr>
            <a:xfrm>
              <a:off x="8152549" y="2506777"/>
              <a:ext cx="183155" cy="203489"/>
            </a:xfrm>
            <a:custGeom>
              <a:rect b="b" l="l" r="r" t="t"/>
              <a:pathLst>
                <a:path extrusionOk="0" h="7766" w="6990">
                  <a:moveTo>
                    <a:pt x="5516" y="0"/>
                  </a:moveTo>
                  <a:lnTo>
                    <a:pt x="5516" y="0"/>
                  </a:lnTo>
                  <a:cubicBezTo>
                    <a:pt x="5713" y="442"/>
                    <a:pt x="5708" y="951"/>
                    <a:pt x="5502" y="1388"/>
                  </a:cubicBezTo>
                  <a:lnTo>
                    <a:pt x="5262" y="1896"/>
                  </a:lnTo>
                  <a:cubicBezTo>
                    <a:pt x="5118" y="2194"/>
                    <a:pt x="5041" y="2516"/>
                    <a:pt x="5027" y="2842"/>
                  </a:cubicBezTo>
                  <a:cubicBezTo>
                    <a:pt x="4993" y="3538"/>
                    <a:pt x="4671" y="4186"/>
                    <a:pt x="4143" y="4637"/>
                  </a:cubicBezTo>
                  <a:lnTo>
                    <a:pt x="2363" y="6245"/>
                  </a:lnTo>
                  <a:cubicBezTo>
                    <a:pt x="2036" y="6542"/>
                    <a:pt x="1615" y="6697"/>
                    <a:pt x="1187" y="6697"/>
                  </a:cubicBezTo>
                  <a:cubicBezTo>
                    <a:pt x="998" y="6697"/>
                    <a:pt x="808" y="6667"/>
                    <a:pt x="625" y="6606"/>
                  </a:cubicBezTo>
                  <a:lnTo>
                    <a:pt x="274" y="6485"/>
                  </a:lnTo>
                  <a:lnTo>
                    <a:pt x="1" y="6389"/>
                  </a:lnTo>
                  <a:lnTo>
                    <a:pt x="1" y="6389"/>
                  </a:lnTo>
                  <a:cubicBezTo>
                    <a:pt x="183" y="6879"/>
                    <a:pt x="577" y="7263"/>
                    <a:pt x="1071" y="7431"/>
                  </a:cubicBezTo>
                  <a:lnTo>
                    <a:pt x="1422" y="7551"/>
                  </a:lnTo>
                  <a:lnTo>
                    <a:pt x="1767" y="7671"/>
                  </a:lnTo>
                  <a:cubicBezTo>
                    <a:pt x="1951" y="7734"/>
                    <a:pt x="2141" y="7765"/>
                    <a:pt x="2330" y="7765"/>
                  </a:cubicBezTo>
                  <a:cubicBezTo>
                    <a:pt x="2758" y="7765"/>
                    <a:pt x="3179" y="7607"/>
                    <a:pt x="3505" y="7311"/>
                  </a:cubicBezTo>
                  <a:lnTo>
                    <a:pt x="5286" y="5703"/>
                  </a:lnTo>
                  <a:cubicBezTo>
                    <a:pt x="5819" y="5257"/>
                    <a:pt x="6136" y="4604"/>
                    <a:pt x="6174" y="3913"/>
                  </a:cubicBezTo>
                  <a:cubicBezTo>
                    <a:pt x="6188" y="3581"/>
                    <a:pt x="6265" y="3260"/>
                    <a:pt x="6409" y="2967"/>
                  </a:cubicBezTo>
                  <a:lnTo>
                    <a:pt x="6649" y="2458"/>
                  </a:lnTo>
                  <a:cubicBezTo>
                    <a:pt x="6990" y="1728"/>
                    <a:pt x="6764" y="860"/>
                    <a:pt x="6112" y="389"/>
                  </a:cubicBezTo>
                  <a:cubicBezTo>
                    <a:pt x="5920" y="245"/>
                    <a:pt x="5718" y="116"/>
                    <a:pt x="551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83"/>
            <p:cNvSpPr/>
            <p:nvPr/>
          </p:nvSpPr>
          <p:spPr>
            <a:xfrm>
              <a:off x="8169161" y="2628671"/>
              <a:ext cx="74730" cy="47793"/>
            </a:xfrm>
            <a:custGeom>
              <a:rect b="b" l="l" r="r" t="t"/>
              <a:pathLst>
                <a:path extrusionOk="0" h="1824" w="2852">
                  <a:moveTo>
                    <a:pt x="1298" y="0"/>
                  </a:moveTo>
                  <a:cubicBezTo>
                    <a:pt x="727" y="0"/>
                    <a:pt x="195" y="360"/>
                    <a:pt x="0" y="931"/>
                  </a:cubicBezTo>
                  <a:cubicBezTo>
                    <a:pt x="198" y="884"/>
                    <a:pt x="398" y="861"/>
                    <a:pt x="596" y="861"/>
                  </a:cubicBezTo>
                  <a:cubicBezTo>
                    <a:pt x="1324" y="861"/>
                    <a:pt x="2031" y="1171"/>
                    <a:pt x="2525" y="1733"/>
                  </a:cubicBezTo>
                  <a:lnTo>
                    <a:pt x="2607" y="1824"/>
                  </a:lnTo>
                  <a:cubicBezTo>
                    <a:pt x="2852" y="1104"/>
                    <a:pt x="2468" y="321"/>
                    <a:pt x="1748" y="77"/>
                  </a:cubicBezTo>
                  <a:cubicBezTo>
                    <a:pt x="1599" y="25"/>
                    <a:pt x="1447" y="0"/>
                    <a:pt x="1298"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83"/>
            <p:cNvSpPr/>
            <p:nvPr/>
          </p:nvSpPr>
          <p:spPr>
            <a:xfrm>
              <a:off x="7973324" y="2508165"/>
              <a:ext cx="198746" cy="228984"/>
            </a:xfrm>
            <a:custGeom>
              <a:rect b="b" l="l" r="r" t="t"/>
              <a:pathLst>
                <a:path extrusionOk="0" h="8739" w="7585">
                  <a:moveTo>
                    <a:pt x="4945" y="0"/>
                  </a:moveTo>
                  <a:cubicBezTo>
                    <a:pt x="3512" y="0"/>
                    <a:pt x="2114" y="427"/>
                    <a:pt x="922" y="1224"/>
                  </a:cubicBezTo>
                  <a:cubicBezTo>
                    <a:pt x="255" y="1671"/>
                    <a:pt x="0" y="2530"/>
                    <a:pt x="312" y="3269"/>
                  </a:cubicBezTo>
                  <a:lnTo>
                    <a:pt x="533" y="3788"/>
                  </a:lnTo>
                  <a:cubicBezTo>
                    <a:pt x="663" y="4090"/>
                    <a:pt x="730" y="4412"/>
                    <a:pt x="730" y="4743"/>
                  </a:cubicBezTo>
                  <a:cubicBezTo>
                    <a:pt x="740" y="5434"/>
                    <a:pt x="1033" y="6096"/>
                    <a:pt x="1546" y="6567"/>
                  </a:cubicBezTo>
                  <a:lnTo>
                    <a:pt x="3265" y="8242"/>
                  </a:lnTo>
                  <a:cubicBezTo>
                    <a:pt x="3596" y="8567"/>
                    <a:pt x="4036" y="8739"/>
                    <a:pt x="4486" y="8739"/>
                  </a:cubicBezTo>
                  <a:cubicBezTo>
                    <a:pt x="4655" y="8739"/>
                    <a:pt x="4826" y="8714"/>
                    <a:pt x="4993" y="8665"/>
                  </a:cubicBezTo>
                  <a:lnTo>
                    <a:pt x="5343" y="8559"/>
                  </a:lnTo>
                  <a:lnTo>
                    <a:pt x="5694" y="8453"/>
                  </a:lnTo>
                  <a:cubicBezTo>
                    <a:pt x="6303" y="8271"/>
                    <a:pt x="6769" y="7772"/>
                    <a:pt x="6903" y="7153"/>
                  </a:cubicBezTo>
                  <a:lnTo>
                    <a:pt x="7417" y="4805"/>
                  </a:lnTo>
                  <a:cubicBezTo>
                    <a:pt x="7585" y="4133"/>
                    <a:pt x="7470" y="3418"/>
                    <a:pt x="7090" y="2832"/>
                  </a:cubicBezTo>
                  <a:cubicBezTo>
                    <a:pt x="6913" y="2559"/>
                    <a:pt x="6793" y="2251"/>
                    <a:pt x="6730" y="1930"/>
                  </a:cubicBezTo>
                  <a:lnTo>
                    <a:pt x="6630" y="1378"/>
                  </a:lnTo>
                  <a:cubicBezTo>
                    <a:pt x="6486" y="586"/>
                    <a:pt x="5799" y="10"/>
                    <a:pt x="4993" y="0"/>
                  </a:cubicBezTo>
                  <a:cubicBezTo>
                    <a:pt x="4977" y="0"/>
                    <a:pt x="4961" y="0"/>
                    <a:pt x="4945"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3"/>
            <p:cNvSpPr/>
            <p:nvPr/>
          </p:nvSpPr>
          <p:spPr>
            <a:xfrm>
              <a:off x="8073077" y="2508165"/>
              <a:ext cx="98993" cy="229115"/>
            </a:xfrm>
            <a:custGeom>
              <a:rect b="b" l="l" r="r" t="t"/>
              <a:pathLst>
                <a:path extrusionOk="0" h="8744" w="3778">
                  <a:moveTo>
                    <a:pt x="1186" y="0"/>
                  </a:moveTo>
                  <a:cubicBezTo>
                    <a:pt x="864" y="0"/>
                    <a:pt x="538" y="19"/>
                    <a:pt x="216" y="63"/>
                  </a:cubicBezTo>
                  <a:cubicBezTo>
                    <a:pt x="840" y="231"/>
                    <a:pt x="1311" y="744"/>
                    <a:pt x="1426" y="1378"/>
                  </a:cubicBezTo>
                  <a:lnTo>
                    <a:pt x="1527" y="1930"/>
                  </a:lnTo>
                  <a:cubicBezTo>
                    <a:pt x="1589" y="2251"/>
                    <a:pt x="1709" y="2559"/>
                    <a:pt x="1887" y="2837"/>
                  </a:cubicBezTo>
                  <a:cubicBezTo>
                    <a:pt x="2266" y="3418"/>
                    <a:pt x="2381" y="4133"/>
                    <a:pt x="2213" y="4810"/>
                  </a:cubicBezTo>
                  <a:lnTo>
                    <a:pt x="1699" y="7153"/>
                  </a:lnTo>
                  <a:cubicBezTo>
                    <a:pt x="1565" y="7777"/>
                    <a:pt x="1099" y="8276"/>
                    <a:pt x="490" y="8458"/>
                  </a:cubicBezTo>
                  <a:lnTo>
                    <a:pt x="139" y="8564"/>
                  </a:lnTo>
                  <a:lnTo>
                    <a:pt x="0" y="8607"/>
                  </a:lnTo>
                  <a:cubicBezTo>
                    <a:pt x="215" y="8698"/>
                    <a:pt x="446" y="8743"/>
                    <a:pt x="678" y="8743"/>
                  </a:cubicBezTo>
                  <a:cubicBezTo>
                    <a:pt x="849" y="8743"/>
                    <a:pt x="1020" y="8718"/>
                    <a:pt x="1186" y="8669"/>
                  </a:cubicBezTo>
                  <a:lnTo>
                    <a:pt x="1536" y="8564"/>
                  </a:lnTo>
                  <a:lnTo>
                    <a:pt x="1887" y="8458"/>
                  </a:lnTo>
                  <a:cubicBezTo>
                    <a:pt x="2496" y="8276"/>
                    <a:pt x="2962" y="7777"/>
                    <a:pt x="3096" y="7153"/>
                  </a:cubicBezTo>
                  <a:lnTo>
                    <a:pt x="3610" y="4810"/>
                  </a:lnTo>
                  <a:cubicBezTo>
                    <a:pt x="3778" y="4133"/>
                    <a:pt x="3663" y="3418"/>
                    <a:pt x="3283" y="2837"/>
                  </a:cubicBezTo>
                  <a:cubicBezTo>
                    <a:pt x="3106" y="2559"/>
                    <a:pt x="2986" y="2251"/>
                    <a:pt x="2923" y="1930"/>
                  </a:cubicBezTo>
                  <a:lnTo>
                    <a:pt x="2823" y="1378"/>
                  </a:lnTo>
                  <a:cubicBezTo>
                    <a:pt x="2679" y="586"/>
                    <a:pt x="1992" y="10"/>
                    <a:pt x="118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3"/>
            <p:cNvSpPr/>
            <p:nvPr/>
          </p:nvSpPr>
          <p:spPr>
            <a:xfrm>
              <a:off x="8057224" y="2650419"/>
              <a:ext cx="74861" cy="46562"/>
            </a:xfrm>
            <a:custGeom>
              <a:rect b="b" l="l" r="r" t="t"/>
              <a:pathLst>
                <a:path extrusionOk="0" h="1777" w="2857">
                  <a:moveTo>
                    <a:pt x="2640" y="0"/>
                  </a:moveTo>
                  <a:lnTo>
                    <a:pt x="2554" y="91"/>
                  </a:lnTo>
                  <a:cubicBezTo>
                    <a:pt x="2060" y="607"/>
                    <a:pt x="1386" y="887"/>
                    <a:pt x="692" y="887"/>
                  </a:cubicBezTo>
                  <a:cubicBezTo>
                    <a:pt x="461" y="887"/>
                    <a:pt x="229" y="856"/>
                    <a:pt x="0" y="792"/>
                  </a:cubicBezTo>
                  <a:lnTo>
                    <a:pt x="0" y="792"/>
                  </a:lnTo>
                  <a:cubicBezTo>
                    <a:pt x="181" y="1391"/>
                    <a:pt x="731" y="1776"/>
                    <a:pt x="1325" y="1776"/>
                  </a:cubicBezTo>
                  <a:cubicBezTo>
                    <a:pt x="1455" y="1776"/>
                    <a:pt x="1588" y="1758"/>
                    <a:pt x="1719" y="1719"/>
                  </a:cubicBezTo>
                  <a:cubicBezTo>
                    <a:pt x="2444" y="1498"/>
                    <a:pt x="2856" y="730"/>
                    <a:pt x="264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83"/>
            <p:cNvSpPr/>
            <p:nvPr/>
          </p:nvSpPr>
          <p:spPr>
            <a:xfrm>
              <a:off x="8205137" y="2569820"/>
              <a:ext cx="37836" cy="51147"/>
            </a:xfrm>
            <a:custGeom>
              <a:rect b="b" l="l" r="r" t="t"/>
              <a:pathLst>
                <a:path extrusionOk="0" h="1952" w="1444">
                  <a:moveTo>
                    <a:pt x="1155" y="1"/>
                  </a:moveTo>
                  <a:cubicBezTo>
                    <a:pt x="1102" y="1"/>
                    <a:pt x="1048" y="23"/>
                    <a:pt x="1004" y="76"/>
                  </a:cubicBezTo>
                  <a:lnTo>
                    <a:pt x="207" y="1036"/>
                  </a:lnTo>
                  <a:cubicBezTo>
                    <a:pt x="0" y="1281"/>
                    <a:pt x="106" y="1655"/>
                    <a:pt x="408" y="1756"/>
                  </a:cubicBezTo>
                  <a:lnTo>
                    <a:pt x="936" y="1939"/>
                  </a:lnTo>
                  <a:cubicBezTo>
                    <a:pt x="962" y="1947"/>
                    <a:pt x="986" y="1951"/>
                    <a:pt x="1009" y="1951"/>
                  </a:cubicBezTo>
                  <a:cubicBezTo>
                    <a:pt x="1213" y="1951"/>
                    <a:pt x="1295" y="1632"/>
                    <a:pt x="1066" y="1555"/>
                  </a:cubicBezTo>
                  <a:lnTo>
                    <a:pt x="538" y="1372"/>
                  </a:lnTo>
                  <a:cubicBezTo>
                    <a:pt x="509" y="1363"/>
                    <a:pt x="500" y="1324"/>
                    <a:pt x="519" y="1300"/>
                  </a:cubicBezTo>
                  <a:lnTo>
                    <a:pt x="1316" y="340"/>
                  </a:lnTo>
                  <a:cubicBezTo>
                    <a:pt x="1444" y="184"/>
                    <a:pt x="1305" y="1"/>
                    <a:pt x="11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83"/>
            <p:cNvSpPr/>
            <p:nvPr/>
          </p:nvSpPr>
          <p:spPr>
            <a:xfrm>
              <a:off x="8169974" y="2535992"/>
              <a:ext cx="54920" cy="21591"/>
            </a:xfrm>
            <a:custGeom>
              <a:rect b="b" l="l" r="r" t="t"/>
              <a:pathLst>
                <a:path extrusionOk="0" h="824" w="2096">
                  <a:moveTo>
                    <a:pt x="1070" y="1"/>
                  </a:moveTo>
                  <a:cubicBezTo>
                    <a:pt x="1032" y="1"/>
                    <a:pt x="994" y="2"/>
                    <a:pt x="954" y="4"/>
                  </a:cubicBezTo>
                  <a:cubicBezTo>
                    <a:pt x="713" y="18"/>
                    <a:pt x="478" y="57"/>
                    <a:pt x="248" y="119"/>
                  </a:cubicBezTo>
                  <a:cubicBezTo>
                    <a:pt x="1" y="184"/>
                    <a:pt x="75" y="520"/>
                    <a:pt x="290" y="520"/>
                  </a:cubicBezTo>
                  <a:cubicBezTo>
                    <a:pt x="313" y="520"/>
                    <a:pt x="337" y="516"/>
                    <a:pt x="363" y="508"/>
                  </a:cubicBezTo>
                  <a:cubicBezTo>
                    <a:pt x="560" y="455"/>
                    <a:pt x="766" y="421"/>
                    <a:pt x="973" y="407"/>
                  </a:cubicBezTo>
                  <a:cubicBezTo>
                    <a:pt x="1001" y="406"/>
                    <a:pt x="1030" y="405"/>
                    <a:pt x="1059" y="405"/>
                  </a:cubicBezTo>
                  <a:cubicBezTo>
                    <a:pt x="1276" y="405"/>
                    <a:pt x="1517" y="442"/>
                    <a:pt x="1635" y="589"/>
                  </a:cubicBezTo>
                  <a:cubicBezTo>
                    <a:pt x="1612" y="719"/>
                    <a:pt x="1716" y="824"/>
                    <a:pt x="1834" y="824"/>
                  </a:cubicBezTo>
                  <a:cubicBezTo>
                    <a:pt x="1865" y="824"/>
                    <a:pt x="1897" y="817"/>
                    <a:pt x="1928" y="801"/>
                  </a:cubicBezTo>
                  <a:cubicBezTo>
                    <a:pt x="2048" y="738"/>
                    <a:pt x="2096" y="585"/>
                    <a:pt x="2034" y="465"/>
                  </a:cubicBezTo>
                  <a:cubicBezTo>
                    <a:pt x="1925" y="248"/>
                    <a:pt x="1672" y="1"/>
                    <a:pt x="10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83"/>
            <p:cNvSpPr/>
            <p:nvPr/>
          </p:nvSpPr>
          <p:spPr>
            <a:xfrm>
              <a:off x="8254319" y="2558369"/>
              <a:ext cx="50309" cy="32019"/>
            </a:xfrm>
            <a:custGeom>
              <a:rect b="b" l="l" r="r" t="t"/>
              <a:pathLst>
                <a:path extrusionOk="0" h="1222" w="1920">
                  <a:moveTo>
                    <a:pt x="503" y="1"/>
                  </a:moveTo>
                  <a:cubicBezTo>
                    <a:pt x="374" y="1"/>
                    <a:pt x="267" y="33"/>
                    <a:pt x="183" y="76"/>
                  </a:cubicBezTo>
                  <a:cubicBezTo>
                    <a:pt x="58" y="129"/>
                    <a:pt x="0" y="278"/>
                    <a:pt x="58" y="403"/>
                  </a:cubicBezTo>
                  <a:cubicBezTo>
                    <a:pt x="93" y="481"/>
                    <a:pt x="168" y="525"/>
                    <a:pt x="246" y="525"/>
                  </a:cubicBezTo>
                  <a:cubicBezTo>
                    <a:pt x="273" y="525"/>
                    <a:pt x="301" y="520"/>
                    <a:pt x="327" y="508"/>
                  </a:cubicBezTo>
                  <a:cubicBezTo>
                    <a:pt x="365" y="489"/>
                    <a:pt x="399" y="456"/>
                    <a:pt x="423" y="422"/>
                  </a:cubicBezTo>
                  <a:cubicBezTo>
                    <a:pt x="450" y="415"/>
                    <a:pt x="478" y="411"/>
                    <a:pt x="507" y="411"/>
                  </a:cubicBezTo>
                  <a:cubicBezTo>
                    <a:pt x="864" y="411"/>
                    <a:pt x="1323" y="928"/>
                    <a:pt x="1474" y="1137"/>
                  </a:cubicBezTo>
                  <a:cubicBezTo>
                    <a:pt x="1518" y="1197"/>
                    <a:pt x="1575" y="1222"/>
                    <a:pt x="1631" y="1222"/>
                  </a:cubicBezTo>
                  <a:cubicBezTo>
                    <a:pt x="1778" y="1222"/>
                    <a:pt x="1920" y="1053"/>
                    <a:pt x="1805" y="897"/>
                  </a:cubicBezTo>
                  <a:cubicBezTo>
                    <a:pt x="1661" y="705"/>
                    <a:pt x="1493" y="528"/>
                    <a:pt x="1316" y="369"/>
                  </a:cubicBezTo>
                  <a:cubicBezTo>
                    <a:pt x="989" y="90"/>
                    <a:pt x="716" y="1"/>
                    <a:pt x="5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3"/>
            <p:cNvSpPr/>
            <p:nvPr/>
          </p:nvSpPr>
          <p:spPr>
            <a:xfrm>
              <a:off x="8067417" y="2595105"/>
              <a:ext cx="35714" cy="50440"/>
            </a:xfrm>
            <a:custGeom>
              <a:rect b="b" l="l" r="r" t="t"/>
              <a:pathLst>
                <a:path extrusionOk="0" h="1925" w="1363">
                  <a:moveTo>
                    <a:pt x="300" y="1"/>
                  </a:moveTo>
                  <a:cubicBezTo>
                    <a:pt x="201" y="1"/>
                    <a:pt x="103" y="64"/>
                    <a:pt x="96" y="196"/>
                  </a:cubicBezTo>
                  <a:lnTo>
                    <a:pt x="10" y="1439"/>
                  </a:lnTo>
                  <a:cubicBezTo>
                    <a:pt x="0" y="1588"/>
                    <a:pt x="62" y="1732"/>
                    <a:pt x="182" y="1828"/>
                  </a:cubicBezTo>
                  <a:cubicBezTo>
                    <a:pt x="262" y="1891"/>
                    <a:pt x="361" y="1925"/>
                    <a:pt x="462" y="1925"/>
                  </a:cubicBezTo>
                  <a:cubicBezTo>
                    <a:pt x="506" y="1925"/>
                    <a:pt x="551" y="1918"/>
                    <a:pt x="595" y="1905"/>
                  </a:cubicBezTo>
                  <a:lnTo>
                    <a:pt x="1128" y="1746"/>
                  </a:lnTo>
                  <a:cubicBezTo>
                    <a:pt x="1363" y="1673"/>
                    <a:pt x="1287" y="1346"/>
                    <a:pt x="1077" y="1346"/>
                  </a:cubicBezTo>
                  <a:cubicBezTo>
                    <a:pt x="1056" y="1346"/>
                    <a:pt x="1032" y="1350"/>
                    <a:pt x="1008" y="1358"/>
                  </a:cubicBezTo>
                  <a:lnTo>
                    <a:pt x="475" y="1516"/>
                  </a:lnTo>
                  <a:cubicBezTo>
                    <a:pt x="470" y="1517"/>
                    <a:pt x="465" y="1518"/>
                    <a:pt x="460" y="1518"/>
                  </a:cubicBezTo>
                  <a:cubicBezTo>
                    <a:pt x="434" y="1518"/>
                    <a:pt x="413" y="1497"/>
                    <a:pt x="413" y="1468"/>
                  </a:cubicBezTo>
                  <a:lnTo>
                    <a:pt x="504" y="225"/>
                  </a:lnTo>
                  <a:cubicBezTo>
                    <a:pt x="519" y="78"/>
                    <a:pt x="410"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3"/>
            <p:cNvSpPr/>
            <p:nvPr/>
          </p:nvSpPr>
          <p:spPr>
            <a:xfrm>
              <a:off x="8001361" y="2590284"/>
              <a:ext cx="52981" cy="23766"/>
            </a:xfrm>
            <a:custGeom>
              <a:rect b="b" l="l" r="r" t="t"/>
              <a:pathLst>
                <a:path extrusionOk="0" h="907" w="2022">
                  <a:moveTo>
                    <a:pt x="1480" y="1"/>
                  </a:moveTo>
                  <a:cubicBezTo>
                    <a:pt x="822" y="1"/>
                    <a:pt x="202" y="475"/>
                    <a:pt x="174" y="495"/>
                  </a:cubicBezTo>
                  <a:cubicBezTo>
                    <a:pt x="0" y="630"/>
                    <a:pt x="127" y="864"/>
                    <a:pt x="293" y="864"/>
                  </a:cubicBezTo>
                  <a:cubicBezTo>
                    <a:pt x="334" y="864"/>
                    <a:pt x="377" y="850"/>
                    <a:pt x="419" y="817"/>
                  </a:cubicBezTo>
                  <a:cubicBezTo>
                    <a:pt x="563" y="716"/>
                    <a:pt x="716" y="625"/>
                    <a:pt x="875" y="553"/>
                  </a:cubicBezTo>
                  <a:cubicBezTo>
                    <a:pt x="1068" y="461"/>
                    <a:pt x="1283" y="408"/>
                    <a:pt x="1499" y="408"/>
                  </a:cubicBezTo>
                  <a:cubicBezTo>
                    <a:pt x="1508" y="408"/>
                    <a:pt x="1518" y="409"/>
                    <a:pt x="1527" y="409"/>
                  </a:cubicBezTo>
                  <a:lnTo>
                    <a:pt x="1431" y="591"/>
                  </a:lnTo>
                  <a:cubicBezTo>
                    <a:pt x="1323" y="758"/>
                    <a:pt x="1470" y="907"/>
                    <a:pt x="1613" y="907"/>
                  </a:cubicBezTo>
                  <a:cubicBezTo>
                    <a:pt x="1684" y="907"/>
                    <a:pt x="1755" y="870"/>
                    <a:pt x="1791" y="778"/>
                  </a:cubicBezTo>
                  <a:lnTo>
                    <a:pt x="1983" y="404"/>
                  </a:lnTo>
                  <a:cubicBezTo>
                    <a:pt x="2017" y="337"/>
                    <a:pt x="2022" y="260"/>
                    <a:pt x="1993" y="193"/>
                  </a:cubicBezTo>
                  <a:cubicBezTo>
                    <a:pt x="1964" y="126"/>
                    <a:pt x="1907" y="73"/>
                    <a:pt x="1839" y="54"/>
                  </a:cubicBezTo>
                  <a:cubicBezTo>
                    <a:pt x="1720" y="17"/>
                    <a:pt x="1599" y="1"/>
                    <a:pt x="14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3"/>
            <p:cNvSpPr/>
            <p:nvPr/>
          </p:nvSpPr>
          <p:spPr>
            <a:xfrm>
              <a:off x="8086388" y="2565365"/>
              <a:ext cx="52353" cy="30395"/>
            </a:xfrm>
            <a:custGeom>
              <a:rect b="b" l="l" r="r" t="t"/>
              <a:pathLst>
                <a:path extrusionOk="0" h="1160" w="1998">
                  <a:moveTo>
                    <a:pt x="1580" y="1"/>
                  </a:moveTo>
                  <a:cubicBezTo>
                    <a:pt x="1252" y="1"/>
                    <a:pt x="501" y="59"/>
                    <a:pt x="102" y="549"/>
                  </a:cubicBezTo>
                  <a:cubicBezTo>
                    <a:pt x="1" y="669"/>
                    <a:pt x="34" y="846"/>
                    <a:pt x="169" y="923"/>
                  </a:cubicBezTo>
                  <a:lnTo>
                    <a:pt x="534" y="1129"/>
                  </a:lnTo>
                  <a:cubicBezTo>
                    <a:pt x="570" y="1150"/>
                    <a:pt x="606" y="1160"/>
                    <a:pt x="640" y="1160"/>
                  </a:cubicBezTo>
                  <a:cubicBezTo>
                    <a:pt x="821" y="1160"/>
                    <a:pt x="934" y="892"/>
                    <a:pt x="735" y="779"/>
                  </a:cubicBezTo>
                  <a:lnTo>
                    <a:pt x="558" y="673"/>
                  </a:lnTo>
                  <a:cubicBezTo>
                    <a:pt x="877" y="435"/>
                    <a:pt x="1373" y="407"/>
                    <a:pt x="1593" y="407"/>
                  </a:cubicBezTo>
                  <a:cubicBezTo>
                    <a:pt x="1661" y="407"/>
                    <a:pt x="1703" y="409"/>
                    <a:pt x="1705" y="409"/>
                  </a:cubicBezTo>
                  <a:cubicBezTo>
                    <a:pt x="1710" y="410"/>
                    <a:pt x="1715" y="410"/>
                    <a:pt x="1719" y="410"/>
                  </a:cubicBezTo>
                  <a:cubicBezTo>
                    <a:pt x="1975" y="410"/>
                    <a:pt x="1998" y="30"/>
                    <a:pt x="1739" y="6"/>
                  </a:cubicBezTo>
                  <a:cubicBezTo>
                    <a:pt x="1728" y="5"/>
                    <a:pt x="1670" y="1"/>
                    <a:pt x="1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3"/>
            <p:cNvSpPr/>
            <p:nvPr/>
          </p:nvSpPr>
          <p:spPr>
            <a:xfrm>
              <a:off x="7967402" y="2503003"/>
              <a:ext cx="281520" cy="239622"/>
            </a:xfrm>
            <a:custGeom>
              <a:rect b="b" l="l" r="r" t="t"/>
              <a:pathLst>
                <a:path extrusionOk="0" h="9145" w="10744">
                  <a:moveTo>
                    <a:pt x="8989" y="4999"/>
                  </a:moveTo>
                  <a:cubicBezTo>
                    <a:pt x="9593" y="4999"/>
                    <a:pt x="10184" y="5463"/>
                    <a:pt x="10177" y="6188"/>
                  </a:cubicBezTo>
                  <a:cubicBezTo>
                    <a:pt x="9664" y="5717"/>
                    <a:pt x="8997" y="5453"/>
                    <a:pt x="8300" y="5453"/>
                  </a:cubicBezTo>
                  <a:cubicBezTo>
                    <a:pt x="8224" y="5453"/>
                    <a:pt x="8147" y="5458"/>
                    <a:pt x="8070" y="5463"/>
                  </a:cubicBezTo>
                  <a:cubicBezTo>
                    <a:pt x="8314" y="5142"/>
                    <a:pt x="8653" y="4999"/>
                    <a:pt x="8989" y="4999"/>
                  </a:cubicBezTo>
                  <a:close/>
                  <a:moveTo>
                    <a:pt x="5219" y="399"/>
                  </a:moveTo>
                  <a:cubicBezTo>
                    <a:pt x="5924" y="404"/>
                    <a:pt x="6529" y="912"/>
                    <a:pt x="6659" y="1608"/>
                  </a:cubicBezTo>
                  <a:lnTo>
                    <a:pt x="6760" y="2160"/>
                  </a:lnTo>
                  <a:cubicBezTo>
                    <a:pt x="6822" y="2506"/>
                    <a:pt x="6956" y="2842"/>
                    <a:pt x="7148" y="3140"/>
                  </a:cubicBezTo>
                  <a:cubicBezTo>
                    <a:pt x="7494" y="3677"/>
                    <a:pt x="7600" y="4335"/>
                    <a:pt x="7446" y="4954"/>
                  </a:cubicBezTo>
                  <a:lnTo>
                    <a:pt x="7446" y="4964"/>
                  </a:lnTo>
                  <a:lnTo>
                    <a:pt x="6932" y="7306"/>
                  </a:lnTo>
                  <a:cubicBezTo>
                    <a:pt x="6812" y="7854"/>
                    <a:pt x="6404" y="8295"/>
                    <a:pt x="5867" y="8458"/>
                  </a:cubicBezTo>
                  <a:lnTo>
                    <a:pt x="5161" y="8670"/>
                  </a:lnTo>
                  <a:cubicBezTo>
                    <a:pt x="5015" y="8714"/>
                    <a:pt x="4864" y="8736"/>
                    <a:pt x="4715" y="8736"/>
                  </a:cubicBezTo>
                  <a:cubicBezTo>
                    <a:pt x="4318" y="8736"/>
                    <a:pt x="3928" y="8581"/>
                    <a:pt x="3635" y="8295"/>
                  </a:cubicBezTo>
                  <a:lnTo>
                    <a:pt x="1916" y="6620"/>
                  </a:lnTo>
                  <a:lnTo>
                    <a:pt x="1911" y="6615"/>
                  </a:lnTo>
                  <a:cubicBezTo>
                    <a:pt x="1441" y="6183"/>
                    <a:pt x="1167" y="5573"/>
                    <a:pt x="1162" y="4935"/>
                  </a:cubicBezTo>
                  <a:cubicBezTo>
                    <a:pt x="1158" y="4580"/>
                    <a:pt x="1086" y="4229"/>
                    <a:pt x="946" y="3903"/>
                  </a:cubicBezTo>
                  <a:lnTo>
                    <a:pt x="730" y="3389"/>
                  </a:lnTo>
                  <a:cubicBezTo>
                    <a:pt x="452" y="2737"/>
                    <a:pt x="678" y="1983"/>
                    <a:pt x="1263" y="1589"/>
                  </a:cubicBezTo>
                  <a:cubicBezTo>
                    <a:pt x="2415" y="812"/>
                    <a:pt x="3774" y="399"/>
                    <a:pt x="5166" y="399"/>
                  </a:cubicBezTo>
                  <a:close/>
                  <a:moveTo>
                    <a:pt x="5152" y="0"/>
                  </a:moveTo>
                  <a:cubicBezTo>
                    <a:pt x="3684" y="0"/>
                    <a:pt x="2252" y="436"/>
                    <a:pt x="1038" y="1253"/>
                  </a:cubicBezTo>
                  <a:cubicBezTo>
                    <a:pt x="289" y="1757"/>
                    <a:pt x="1" y="2722"/>
                    <a:pt x="351" y="3553"/>
                  </a:cubicBezTo>
                  <a:lnTo>
                    <a:pt x="572" y="4066"/>
                  </a:lnTo>
                  <a:cubicBezTo>
                    <a:pt x="692" y="4345"/>
                    <a:pt x="754" y="4642"/>
                    <a:pt x="754" y="4945"/>
                  </a:cubicBezTo>
                  <a:cubicBezTo>
                    <a:pt x="764" y="5693"/>
                    <a:pt x="1081" y="6409"/>
                    <a:pt x="1633" y="6918"/>
                  </a:cubicBezTo>
                  <a:lnTo>
                    <a:pt x="3351" y="8588"/>
                  </a:lnTo>
                  <a:cubicBezTo>
                    <a:pt x="3722" y="8952"/>
                    <a:pt x="4213" y="9145"/>
                    <a:pt x="4715" y="9145"/>
                  </a:cubicBezTo>
                  <a:cubicBezTo>
                    <a:pt x="4902" y="9145"/>
                    <a:pt x="5091" y="9118"/>
                    <a:pt x="5276" y="9063"/>
                  </a:cubicBezTo>
                  <a:lnTo>
                    <a:pt x="5982" y="8852"/>
                  </a:lnTo>
                  <a:cubicBezTo>
                    <a:pt x="6659" y="8646"/>
                    <a:pt x="7177" y="8089"/>
                    <a:pt x="7331" y="7398"/>
                  </a:cubicBezTo>
                  <a:lnTo>
                    <a:pt x="7648" y="5929"/>
                  </a:lnTo>
                  <a:cubicBezTo>
                    <a:pt x="7664" y="5933"/>
                    <a:pt x="7681" y="5936"/>
                    <a:pt x="7698" y="5936"/>
                  </a:cubicBezTo>
                  <a:cubicBezTo>
                    <a:pt x="7715" y="5936"/>
                    <a:pt x="7732" y="5933"/>
                    <a:pt x="7748" y="5929"/>
                  </a:cubicBezTo>
                  <a:cubicBezTo>
                    <a:pt x="7932" y="5884"/>
                    <a:pt x="8118" y="5862"/>
                    <a:pt x="8302" y="5862"/>
                  </a:cubicBezTo>
                  <a:cubicBezTo>
                    <a:pt x="8970" y="5862"/>
                    <a:pt x="9617" y="6148"/>
                    <a:pt x="10072" y="6663"/>
                  </a:cubicBezTo>
                  <a:lnTo>
                    <a:pt x="10158" y="6754"/>
                  </a:lnTo>
                  <a:cubicBezTo>
                    <a:pt x="10199" y="6803"/>
                    <a:pt x="10254" y="6825"/>
                    <a:pt x="10309" y="6825"/>
                  </a:cubicBezTo>
                  <a:cubicBezTo>
                    <a:pt x="10390" y="6825"/>
                    <a:pt x="10470" y="6776"/>
                    <a:pt x="10499" y="6687"/>
                  </a:cubicBezTo>
                  <a:cubicBezTo>
                    <a:pt x="10744" y="5977"/>
                    <a:pt x="10451" y="5189"/>
                    <a:pt x="9803" y="4810"/>
                  </a:cubicBezTo>
                  <a:cubicBezTo>
                    <a:pt x="9554" y="4665"/>
                    <a:pt x="9279" y="4594"/>
                    <a:pt x="9007" y="4594"/>
                  </a:cubicBezTo>
                  <a:cubicBezTo>
                    <a:pt x="8569" y="4594"/>
                    <a:pt x="8136" y="4776"/>
                    <a:pt x="7825" y="5122"/>
                  </a:cubicBezTo>
                  <a:lnTo>
                    <a:pt x="7840" y="5050"/>
                  </a:lnTo>
                  <a:cubicBezTo>
                    <a:pt x="8022" y="4321"/>
                    <a:pt x="7892" y="3553"/>
                    <a:pt x="7489" y="2924"/>
                  </a:cubicBezTo>
                  <a:cubicBezTo>
                    <a:pt x="7326" y="2669"/>
                    <a:pt x="7211" y="2386"/>
                    <a:pt x="7158" y="2088"/>
                  </a:cubicBezTo>
                  <a:lnTo>
                    <a:pt x="7057" y="1541"/>
                  </a:lnTo>
                  <a:cubicBezTo>
                    <a:pt x="6894" y="653"/>
                    <a:pt x="6126" y="5"/>
                    <a:pt x="5224" y="0"/>
                  </a:cubicBezTo>
                  <a:cubicBezTo>
                    <a:pt x="5200" y="0"/>
                    <a:pt x="5176" y="0"/>
                    <a:pt x="51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3"/>
            <p:cNvSpPr/>
            <p:nvPr/>
          </p:nvSpPr>
          <p:spPr>
            <a:xfrm>
              <a:off x="8051093" y="2645073"/>
              <a:ext cx="86652" cy="56676"/>
            </a:xfrm>
            <a:custGeom>
              <a:rect b="b" l="l" r="r" t="t"/>
              <a:pathLst>
                <a:path extrusionOk="0" h="2163" w="3307">
                  <a:moveTo>
                    <a:pt x="2730" y="631"/>
                  </a:moveTo>
                  <a:lnTo>
                    <a:pt x="2730" y="631"/>
                  </a:lnTo>
                  <a:cubicBezTo>
                    <a:pt x="2716" y="1135"/>
                    <a:pt x="2380" y="1577"/>
                    <a:pt x="1890" y="1726"/>
                  </a:cubicBezTo>
                  <a:cubicBezTo>
                    <a:pt x="1780" y="1759"/>
                    <a:pt x="1667" y="1775"/>
                    <a:pt x="1556" y="1775"/>
                  </a:cubicBezTo>
                  <a:cubicBezTo>
                    <a:pt x="1179" y="1775"/>
                    <a:pt x="817" y="1593"/>
                    <a:pt x="594" y="1275"/>
                  </a:cubicBezTo>
                  <a:lnTo>
                    <a:pt x="594" y="1275"/>
                  </a:lnTo>
                  <a:cubicBezTo>
                    <a:pt x="707" y="1289"/>
                    <a:pt x="820" y="1296"/>
                    <a:pt x="933" y="1296"/>
                  </a:cubicBezTo>
                  <a:cubicBezTo>
                    <a:pt x="1587" y="1296"/>
                    <a:pt x="2227" y="1061"/>
                    <a:pt x="2730" y="631"/>
                  </a:cubicBezTo>
                  <a:close/>
                  <a:moveTo>
                    <a:pt x="2873" y="1"/>
                  </a:moveTo>
                  <a:cubicBezTo>
                    <a:pt x="2818" y="1"/>
                    <a:pt x="2766" y="24"/>
                    <a:pt x="2726" y="65"/>
                  </a:cubicBezTo>
                  <a:lnTo>
                    <a:pt x="2639" y="156"/>
                  </a:lnTo>
                  <a:cubicBezTo>
                    <a:pt x="2189" y="632"/>
                    <a:pt x="1565" y="891"/>
                    <a:pt x="926" y="891"/>
                  </a:cubicBezTo>
                  <a:cubicBezTo>
                    <a:pt x="714" y="891"/>
                    <a:pt x="501" y="863"/>
                    <a:pt x="292" y="804"/>
                  </a:cubicBezTo>
                  <a:cubicBezTo>
                    <a:pt x="272" y="799"/>
                    <a:pt x="253" y="797"/>
                    <a:pt x="235" y="797"/>
                  </a:cubicBezTo>
                  <a:cubicBezTo>
                    <a:pt x="102" y="797"/>
                    <a:pt x="0" y="924"/>
                    <a:pt x="42" y="1059"/>
                  </a:cubicBezTo>
                  <a:cubicBezTo>
                    <a:pt x="254" y="1729"/>
                    <a:pt x="876" y="2163"/>
                    <a:pt x="1547" y="2163"/>
                  </a:cubicBezTo>
                  <a:cubicBezTo>
                    <a:pt x="1697" y="2163"/>
                    <a:pt x="1850" y="2141"/>
                    <a:pt x="2001" y="2096"/>
                  </a:cubicBezTo>
                  <a:cubicBezTo>
                    <a:pt x="2831" y="1846"/>
                    <a:pt x="3306" y="982"/>
                    <a:pt x="3071" y="147"/>
                  </a:cubicBezTo>
                  <a:cubicBezTo>
                    <a:pt x="3047" y="79"/>
                    <a:pt x="2994" y="22"/>
                    <a:pt x="2922" y="7"/>
                  </a:cubicBezTo>
                  <a:cubicBezTo>
                    <a:pt x="2906" y="3"/>
                    <a:pt x="2889" y="1"/>
                    <a:pt x="28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83"/>
            <p:cNvSpPr/>
            <p:nvPr/>
          </p:nvSpPr>
          <p:spPr>
            <a:xfrm>
              <a:off x="8154069" y="2475543"/>
              <a:ext cx="187426" cy="240041"/>
            </a:xfrm>
            <a:custGeom>
              <a:rect b="b" l="l" r="r" t="t"/>
              <a:pathLst>
                <a:path extrusionOk="0" h="9161" w="7153">
                  <a:moveTo>
                    <a:pt x="1980" y="1"/>
                  </a:moveTo>
                  <a:cubicBezTo>
                    <a:pt x="1103" y="1"/>
                    <a:pt x="337" y="612"/>
                    <a:pt x="144" y="1471"/>
                  </a:cubicBezTo>
                  <a:lnTo>
                    <a:pt x="34" y="1970"/>
                  </a:lnTo>
                  <a:cubicBezTo>
                    <a:pt x="1" y="2123"/>
                    <a:pt x="121" y="2216"/>
                    <a:pt x="238" y="2216"/>
                  </a:cubicBezTo>
                  <a:cubicBezTo>
                    <a:pt x="324" y="2216"/>
                    <a:pt x="408" y="2167"/>
                    <a:pt x="432" y="2056"/>
                  </a:cubicBezTo>
                  <a:lnTo>
                    <a:pt x="543" y="1562"/>
                  </a:lnTo>
                  <a:cubicBezTo>
                    <a:pt x="693" y="887"/>
                    <a:pt x="1291" y="409"/>
                    <a:pt x="1976" y="409"/>
                  </a:cubicBezTo>
                  <a:cubicBezTo>
                    <a:pt x="1993" y="409"/>
                    <a:pt x="2009" y="409"/>
                    <a:pt x="2026" y="410"/>
                  </a:cubicBezTo>
                  <a:cubicBezTo>
                    <a:pt x="3433" y="448"/>
                    <a:pt x="4796" y="919"/>
                    <a:pt x="5934" y="1749"/>
                  </a:cubicBezTo>
                  <a:cubicBezTo>
                    <a:pt x="6505" y="2162"/>
                    <a:pt x="6702" y="2925"/>
                    <a:pt x="6399" y="3564"/>
                  </a:cubicBezTo>
                  <a:lnTo>
                    <a:pt x="6159" y="4073"/>
                  </a:lnTo>
                  <a:cubicBezTo>
                    <a:pt x="6010" y="4394"/>
                    <a:pt x="5924" y="4740"/>
                    <a:pt x="5905" y="5095"/>
                  </a:cubicBezTo>
                  <a:cubicBezTo>
                    <a:pt x="5876" y="5733"/>
                    <a:pt x="5583" y="6329"/>
                    <a:pt x="5094" y="6746"/>
                  </a:cubicBezTo>
                  <a:lnTo>
                    <a:pt x="5089" y="6746"/>
                  </a:lnTo>
                  <a:lnTo>
                    <a:pt x="3313" y="8359"/>
                  </a:lnTo>
                  <a:cubicBezTo>
                    <a:pt x="3023" y="8619"/>
                    <a:pt x="2649" y="8759"/>
                    <a:pt x="2270" y="8759"/>
                  </a:cubicBezTo>
                  <a:cubicBezTo>
                    <a:pt x="2103" y="8759"/>
                    <a:pt x="1935" y="8732"/>
                    <a:pt x="1772" y="8676"/>
                  </a:cubicBezTo>
                  <a:lnTo>
                    <a:pt x="1076" y="8436"/>
                  </a:lnTo>
                  <a:lnTo>
                    <a:pt x="1013" y="8407"/>
                  </a:lnTo>
                  <a:cubicBezTo>
                    <a:pt x="985" y="8396"/>
                    <a:pt x="959" y="8392"/>
                    <a:pt x="934" y="8392"/>
                  </a:cubicBezTo>
                  <a:cubicBezTo>
                    <a:pt x="735" y="8392"/>
                    <a:pt x="643" y="8697"/>
                    <a:pt x="864" y="8786"/>
                  </a:cubicBezTo>
                  <a:cubicBezTo>
                    <a:pt x="893" y="8796"/>
                    <a:pt x="922" y="8806"/>
                    <a:pt x="946" y="8815"/>
                  </a:cubicBezTo>
                  <a:lnTo>
                    <a:pt x="1642" y="9055"/>
                  </a:lnTo>
                  <a:cubicBezTo>
                    <a:pt x="1849" y="9126"/>
                    <a:pt x="2062" y="9161"/>
                    <a:pt x="2275" y="9161"/>
                  </a:cubicBezTo>
                  <a:cubicBezTo>
                    <a:pt x="2752" y="9161"/>
                    <a:pt x="3221" y="8986"/>
                    <a:pt x="3586" y="8657"/>
                  </a:cubicBezTo>
                  <a:lnTo>
                    <a:pt x="5362" y="7049"/>
                  </a:lnTo>
                  <a:cubicBezTo>
                    <a:pt x="5934" y="6564"/>
                    <a:pt x="6279" y="5863"/>
                    <a:pt x="6318" y="5114"/>
                  </a:cubicBezTo>
                  <a:cubicBezTo>
                    <a:pt x="6332" y="4812"/>
                    <a:pt x="6404" y="4514"/>
                    <a:pt x="6534" y="4241"/>
                  </a:cubicBezTo>
                  <a:lnTo>
                    <a:pt x="6774" y="3737"/>
                  </a:lnTo>
                  <a:cubicBezTo>
                    <a:pt x="7153" y="2920"/>
                    <a:pt x="6903" y="1946"/>
                    <a:pt x="6174" y="1413"/>
                  </a:cubicBezTo>
                  <a:cubicBezTo>
                    <a:pt x="4969" y="540"/>
                    <a:pt x="3529" y="45"/>
                    <a:pt x="2041" y="2"/>
                  </a:cubicBezTo>
                  <a:cubicBezTo>
                    <a:pt x="2020" y="1"/>
                    <a:pt x="2000" y="1"/>
                    <a:pt x="19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1" name="Google Shape;15581;p83"/>
          <p:cNvGrpSpPr/>
          <p:nvPr/>
        </p:nvGrpSpPr>
        <p:grpSpPr>
          <a:xfrm>
            <a:off x="7526624" y="2460686"/>
            <a:ext cx="363979" cy="298604"/>
            <a:chOff x="7526624" y="2460686"/>
            <a:chExt cx="363979" cy="298604"/>
          </a:xfrm>
        </p:grpSpPr>
        <p:sp>
          <p:nvSpPr>
            <p:cNvPr id="15582" name="Google Shape;15582;p83"/>
            <p:cNvSpPr/>
            <p:nvPr/>
          </p:nvSpPr>
          <p:spPr>
            <a:xfrm>
              <a:off x="7681507" y="2466032"/>
              <a:ext cx="54239" cy="259745"/>
            </a:xfrm>
            <a:custGeom>
              <a:rect b="b" l="l" r="r" t="t"/>
              <a:pathLst>
                <a:path extrusionOk="0" h="9913" w="2070">
                  <a:moveTo>
                    <a:pt x="1033" y="0"/>
                  </a:moveTo>
                  <a:cubicBezTo>
                    <a:pt x="1033" y="0"/>
                    <a:pt x="1" y="2371"/>
                    <a:pt x="1" y="4536"/>
                  </a:cubicBezTo>
                  <a:cubicBezTo>
                    <a:pt x="1" y="6701"/>
                    <a:pt x="1033" y="9913"/>
                    <a:pt x="1033" y="9913"/>
                  </a:cubicBezTo>
                  <a:cubicBezTo>
                    <a:pt x="1033" y="9913"/>
                    <a:pt x="2070" y="6701"/>
                    <a:pt x="2070" y="4536"/>
                  </a:cubicBezTo>
                  <a:cubicBezTo>
                    <a:pt x="2070" y="2371"/>
                    <a:pt x="1033" y="0"/>
                    <a:pt x="103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83"/>
            <p:cNvSpPr/>
            <p:nvPr/>
          </p:nvSpPr>
          <p:spPr>
            <a:xfrm>
              <a:off x="7708548" y="2466032"/>
              <a:ext cx="27198" cy="259745"/>
            </a:xfrm>
            <a:custGeom>
              <a:rect b="b" l="l" r="r" t="t"/>
              <a:pathLst>
                <a:path extrusionOk="0" h="9913" w="1038">
                  <a:moveTo>
                    <a:pt x="1" y="0"/>
                  </a:moveTo>
                  <a:lnTo>
                    <a:pt x="1" y="9913"/>
                  </a:lnTo>
                  <a:cubicBezTo>
                    <a:pt x="1" y="9913"/>
                    <a:pt x="1038" y="6701"/>
                    <a:pt x="1038" y="4536"/>
                  </a:cubicBezTo>
                  <a:cubicBezTo>
                    <a:pt x="1038" y="2371"/>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3"/>
            <p:cNvSpPr/>
            <p:nvPr/>
          </p:nvSpPr>
          <p:spPr>
            <a:xfrm>
              <a:off x="7567054" y="2557609"/>
              <a:ext cx="144926" cy="168168"/>
            </a:xfrm>
            <a:custGeom>
              <a:rect b="b" l="l" r="r" t="t"/>
              <a:pathLst>
                <a:path extrusionOk="0" h="6418" w="5531">
                  <a:moveTo>
                    <a:pt x="653" y="1"/>
                  </a:moveTo>
                  <a:cubicBezTo>
                    <a:pt x="435" y="1"/>
                    <a:pt x="217" y="20"/>
                    <a:pt x="1" y="62"/>
                  </a:cubicBezTo>
                  <a:cubicBezTo>
                    <a:pt x="821" y="878"/>
                    <a:pt x="841" y="1872"/>
                    <a:pt x="1839" y="2457"/>
                  </a:cubicBezTo>
                  <a:cubicBezTo>
                    <a:pt x="4167" y="3811"/>
                    <a:pt x="4993" y="5232"/>
                    <a:pt x="5401" y="6418"/>
                  </a:cubicBezTo>
                  <a:cubicBezTo>
                    <a:pt x="5531" y="4747"/>
                    <a:pt x="4897" y="2357"/>
                    <a:pt x="3668" y="1238"/>
                  </a:cubicBezTo>
                  <a:cubicBezTo>
                    <a:pt x="2869" y="515"/>
                    <a:pt x="1768" y="1"/>
                    <a:pt x="65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3"/>
            <p:cNvSpPr/>
            <p:nvPr/>
          </p:nvSpPr>
          <p:spPr>
            <a:xfrm>
              <a:off x="7567054" y="2559234"/>
              <a:ext cx="144795" cy="166543"/>
            </a:xfrm>
            <a:custGeom>
              <a:rect b="b" l="l" r="r" t="t"/>
              <a:pathLst>
                <a:path extrusionOk="0" h="6356" w="5526">
                  <a:moveTo>
                    <a:pt x="1" y="0"/>
                  </a:moveTo>
                  <a:lnTo>
                    <a:pt x="1" y="0"/>
                  </a:lnTo>
                  <a:cubicBezTo>
                    <a:pt x="821" y="816"/>
                    <a:pt x="841" y="1810"/>
                    <a:pt x="1839" y="2395"/>
                  </a:cubicBezTo>
                  <a:cubicBezTo>
                    <a:pt x="4167" y="3749"/>
                    <a:pt x="4993" y="5170"/>
                    <a:pt x="5401" y="6356"/>
                  </a:cubicBezTo>
                  <a:cubicBezTo>
                    <a:pt x="5526" y="4685"/>
                    <a:pt x="2775" y="423"/>
                    <a:pt x="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83"/>
            <p:cNvSpPr/>
            <p:nvPr/>
          </p:nvSpPr>
          <p:spPr>
            <a:xfrm>
              <a:off x="7705298" y="2557609"/>
              <a:ext cx="144900" cy="168168"/>
            </a:xfrm>
            <a:custGeom>
              <a:rect b="b" l="l" r="r" t="t"/>
              <a:pathLst>
                <a:path extrusionOk="0" h="6418" w="5530">
                  <a:moveTo>
                    <a:pt x="4877" y="1"/>
                  </a:moveTo>
                  <a:cubicBezTo>
                    <a:pt x="3762" y="1"/>
                    <a:pt x="2657" y="515"/>
                    <a:pt x="1858" y="1238"/>
                  </a:cubicBezTo>
                  <a:cubicBezTo>
                    <a:pt x="634" y="2357"/>
                    <a:pt x="0" y="4747"/>
                    <a:pt x="130" y="6418"/>
                  </a:cubicBezTo>
                  <a:cubicBezTo>
                    <a:pt x="533" y="5232"/>
                    <a:pt x="1359" y="3811"/>
                    <a:pt x="3691" y="2457"/>
                  </a:cubicBezTo>
                  <a:cubicBezTo>
                    <a:pt x="4690" y="1872"/>
                    <a:pt x="4704" y="878"/>
                    <a:pt x="5530" y="62"/>
                  </a:cubicBezTo>
                  <a:cubicBezTo>
                    <a:pt x="5313" y="20"/>
                    <a:pt x="5095" y="1"/>
                    <a:pt x="487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83"/>
            <p:cNvSpPr/>
            <p:nvPr/>
          </p:nvSpPr>
          <p:spPr>
            <a:xfrm>
              <a:off x="7705298" y="2559234"/>
              <a:ext cx="144900" cy="166543"/>
            </a:xfrm>
            <a:custGeom>
              <a:rect b="b" l="l" r="r" t="t"/>
              <a:pathLst>
                <a:path extrusionOk="0" h="6356" w="5530">
                  <a:moveTo>
                    <a:pt x="5530" y="0"/>
                  </a:moveTo>
                  <a:lnTo>
                    <a:pt x="5530" y="0"/>
                  </a:lnTo>
                  <a:cubicBezTo>
                    <a:pt x="2410" y="936"/>
                    <a:pt x="0" y="4685"/>
                    <a:pt x="130" y="6356"/>
                  </a:cubicBezTo>
                  <a:cubicBezTo>
                    <a:pt x="538" y="5170"/>
                    <a:pt x="1363" y="3749"/>
                    <a:pt x="3691" y="2395"/>
                  </a:cubicBezTo>
                  <a:cubicBezTo>
                    <a:pt x="4690" y="1810"/>
                    <a:pt x="4704" y="816"/>
                    <a:pt x="55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83"/>
            <p:cNvSpPr/>
            <p:nvPr/>
          </p:nvSpPr>
          <p:spPr>
            <a:xfrm>
              <a:off x="7532336" y="2594188"/>
              <a:ext cx="176238" cy="145424"/>
            </a:xfrm>
            <a:custGeom>
              <a:rect b="b" l="l" r="r" t="t"/>
              <a:pathLst>
                <a:path extrusionOk="0" h="5550" w="6726">
                  <a:moveTo>
                    <a:pt x="1" y="1"/>
                  </a:moveTo>
                  <a:cubicBezTo>
                    <a:pt x="1" y="1"/>
                    <a:pt x="102" y="1541"/>
                    <a:pt x="702" y="2213"/>
                  </a:cubicBezTo>
                  <a:cubicBezTo>
                    <a:pt x="702" y="2213"/>
                    <a:pt x="689" y="2213"/>
                    <a:pt x="667" y="2213"/>
                  </a:cubicBezTo>
                  <a:cubicBezTo>
                    <a:pt x="538" y="2213"/>
                    <a:pt x="91" y="2231"/>
                    <a:pt x="140" y="2477"/>
                  </a:cubicBezTo>
                  <a:cubicBezTo>
                    <a:pt x="193" y="2737"/>
                    <a:pt x="1076" y="3452"/>
                    <a:pt x="1158" y="3711"/>
                  </a:cubicBezTo>
                  <a:cubicBezTo>
                    <a:pt x="1158" y="3711"/>
                    <a:pt x="553" y="3841"/>
                    <a:pt x="702" y="4105"/>
                  </a:cubicBezTo>
                  <a:cubicBezTo>
                    <a:pt x="889" y="4446"/>
                    <a:pt x="1138" y="4743"/>
                    <a:pt x="1436" y="4988"/>
                  </a:cubicBezTo>
                  <a:cubicBezTo>
                    <a:pt x="1870" y="5335"/>
                    <a:pt x="2428" y="5550"/>
                    <a:pt x="3146" y="5550"/>
                  </a:cubicBezTo>
                  <a:cubicBezTo>
                    <a:pt x="3619" y="5550"/>
                    <a:pt x="4160" y="5457"/>
                    <a:pt x="4782" y="5247"/>
                  </a:cubicBezTo>
                  <a:cubicBezTo>
                    <a:pt x="4984" y="5180"/>
                    <a:pt x="5424" y="5162"/>
                    <a:pt x="5834" y="5162"/>
                  </a:cubicBezTo>
                  <a:cubicBezTo>
                    <a:pt x="6299" y="5162"/>
                    <a:pt x="6726" y="5185"/>
                    <a:pt x="6726" y="5185"/>
                  </a:cubicBezTo>
                  <a:cubicBezTo>
                    <a:pt x="6726" y="5185"/>
                    <a:pt x="5881" y="2204"/>
                    <a:pt x="3471" y="1700"/>
                  </a:cubicBezTo>
                  <a:lnTo>
                    <a:pt x="1993" y="1469"/>
                  </a:lnTo>
                  <a:cubicBezTo>
                    <a:pt x="1556" y="1402"/>
                    <a:pt x="1138" y="1177"/>
                    <a:pt x="793" y="812"/>
                  </a:cubicBezTo>
                  <a:lnTo>
                    <a:pt x="1" y="1"/>
                  </a:ln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83"/>
            <p:cNvSpPr/>
            <p:nvPr/>
          </p:nvSpPr>
          <p:spPr>
            <a:xfrm>
              <a:off x="7532205" y="2594188"/>
              <a:ext cx="176369" cy="135991"/>
            </a:xfrm>
            <a:custGeom>
              <a:rect b="b" l="l" r="r" t="t"/>
              <a:pathLst>
                <a:path extrusionOk="0" h="5190" w="6731">
                  <a:moveTo>
                    <a:pt x="1" y="1"/>
                  </a:moveTo>
                  <a:lnTo>
                    <a:pt x="1" y="1"/>
                  </a:lnTo>
                  <a:cubicBezTo>
                    <a:pt x="270" y="1714"/>
                    <a:pt x="2439" y="2079"/>
                    <a:pt x="2439" y="2079"/>
                  </a:cubicBezTo>
                  <a:cubicBezTo>
                    <a:pt x="4595" y="2530"/>
                    <a:pt x="5214" y="4719"/>
                    <a:pt x="5344" y="5175"/>
                  </a:cubicBezTo>
                  <a:cubicBezTo>
                    <a:pt x="5494" y="5168"/>
                    <a:pt x="5655" y="5165"/>
                    <a:pt x="5814" y="5165"/>
                  </a:cubicBezTo>
                  <a:cubicBezTo>
                    <a:pt x="6288" y="5165"/>
                    <a:pt x="6731" y="5190"/>
                    <a:pt x="6731" y="5190"/>
                  </a:cubicBezTo>
                  <a:cubicBezTo>
                    <a:pt x="6731" y="5190"/>
                    <a:pt x="6692" y="5046"/>
                    <a:pt x="6601" y="4815"/>
                  </a:cubicBezTo>
                  <a:cubicBezTo>
                    <a:pt x="6592" y="4786"/>
                    <a:pt x="6577" y="4748"/>
                    <a:pt x="6563" y="4714"/>
                  </a:cubicBezTo>
                  <a:cubicBezTo>
                    <a:pt x="6342" y="4162"/>
                    <a:pt x="6044" y="3649"/>
                    <a:pt x="5684" y="3173"/>
                  </a:cubicBezTo>
                  <a:cubicBezTo>
                    <a:pt x="5608" y="3073"/>
                    <a:pt x="5526" y="2977"/>
                    <a:pt x="5435" y="2876"/>
                  </a:cubicBezTo>
                  <a:cubicBezTo>
                    <a:pt x="5276" y="2698"/>
                    <a:pt x="5104" y="2540"/>
                    <a:pt x="4921" y="2391"/>
                  </a:cubicBezTo>
                  <a:cubicBezTo>
                    <a:pt x="4787" y="2281"/>
                    <a:pt x="4643" y="2185"/>
                    <a:pt x="4494" y="2093"/>
                  </a:cubicBezTo>
                  <a:cubicBezTo>
                    <a:pt x="4432" y="2060"/>
                    <a:pt x="4369" y="2026"/>
                    <a:pt x="4307" y="1993"/>
                  </a:cubicBezTo>
                  <a:cubicBezTo>
                    <a:pt x="4043" y="1858"/>
                    <a:pt x="3764" y="1757"/>
                    <a:pt x="3476" y="1700"/>
                  </a:cubicBezTo>
                  <a:lnTo>
                    <a:pt x="1998" y="1469"/>
                  </a:lnTo>
                  <a:cubicBezTo>
                    <a:pt x="1940" y="1460"/>
                    <a:pt x="1887" y="1450"/>
                    <a:pt x="1835" y="1436"/>
                  </a:cubicBezTo>
                  <a:cubicBezTo>
                    <a:pt x="1436" y="1330"/>
                    <a:pt x="1076" y="1114"/>
                    <a:pt x="793" y="812"/>
                  </a:cubicBez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83"/>
            <p:cNvSpPr/>
            <p:nvPr/>
          </p:nvSpPr>
          <p:spPr>
            <a:xfrm>
              <a:off x="7708548" y="2594188"/>
              <a:ext cx="176369" cy="145502"/>
            </a:xfrm>
            <a:custGeom>
              <a:rect b="b" l="l" r="r" t="t"/>
              <a:pathLst>
                <a:path extrusionOk="0" h="5553" w="6731">
                  <a:moveTo>
                    <a:pt x="6731" y="1"/>
                  </a:moveTo>
                  <a:lnTo>
                    <a:pt x="5939" y="812"/>
                  </a:lnTo>
                  <a:cubicBezTo>
                    <a:pt x="5588" y="1177"/>
                    <a:pt x="5176" y="1402"/>
                    <a:pt x="4739" y="1469"/>
                  </a:cubicBezTo>
                  <a:lnTo>
                    <a:pt x="3260" y="1700"/>
                  </a:lnTo>
                  <a:cubicBezTo>
                    <a:pt x="846" y="2204"/>
                    <a:pt x="1" y="5185"/>
                    <a:pt x="1" y="5185"/>
                  </a:cubicBezTo>
                  <a:cubicBezTo>
                    <a:pt x="1" y="5185"/>
                    <a:pt x="429" y="5162"/>
                    <a:pt x="895" y="5162"/>
                  </a:cubicBezTo>
                  <a:cubicBezTo>
                    <a:pt x="1306" y="5162"/>
                    <a:pt x="1747" y="5180"/>
                    <a:pt x="1950" y="5247"/>
                  </a:cubicBezTo>
                  <a:cubicBezTo>
                    <a:pt x="2573" y="5459"/>
                    <a:pt x="3117" y="5552"/>
                    <a:pt x="3590" y="5552"/>
                  </a:cubicBezTo>
                  <a:cubicBezTo>
                    <a:pt x="4308" y="5552"/>
                    <a:pt x="4864" y="5337"/>
                    <a:pt x="5296" y="4993"/>
                  </a:cubicBezTo>
                  <a:cubicBezTo>
                    <a:pt x="5593" y="4743"/>
                    <a:pt x="5843" y="4446"/>
                    <a:pt x="6025" y="4105"/>
                  </a:cubicBezTo>
                  <a:cubicBezTo>
                    <a:pt x="6179" y="3841"/>
                    <a:pt x="5569" y="3711"/>
                    <a:pt x="5569" y="3711"/>
                  </a:cubicBezTo>
                  <a:cubicBezTo>
                    <a:pt x="5656" y="3452"/>
                    <a:pt x="6539" y="2737"/>
                    <a:pt x="6592" y="2477"/>
                  </a:cubicBezTo>
                  <a:cubicBezTo>
                    <a:pt x="6637" y="2231"/>
                    <a:pt x="6192" y="2213"/>
                    <a:pt x="6064" y="2213"/>
                  </a:cubicBezTo>
                  <a:cubicBezTo>
                    <a:pt x="6043" y="2213"/>
                    <a:pt x="6030" y="2213"/>
                    <a:pt x="6030" y="2213"/>
                  </a:cubicBezTo>
                  <a:cubicBezTo>
                    <a:pt x="6630" y="1541"/>
                    <a:pt x="6731" y="1"/>
                    <a:pt x="6731"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83"/>
            <p:cNvSpPr/>
            <p:nvPr/>
          </p:nvSpPr>
          <p:spPr>
            <a:xfrm>
              <a:off x="7781260" y="2594188"/>
              <a:ext cx="103788" cy="145555"/>
            </a:xfrm>
            <a:custGeom>
              <a:rect b="b" l="l" r="r" t="t"/>
              <a:pathLst>
                <a:path extrusionOk="0" h="5555" w="3961">
                  <a:moveTo>
                    <a:pt x="3961" y="1"/>
                  </a:moveTo>
                  <a:lnTo>
                    <a:pt x="3169" y="812"/>
                  </a:lnTo>
                  <a:cubicBezTo>
                    <a:pt x="2977" y="1013"/>
                    <a:pt x="2756" y="1177"/>
                    <a:pt x="2511" y="1297"/>
                  </a:cubicBezTo>
                  <a:cubicBezTo>
                    <a:pt x="2501" y="2098"/>
                    <a:pt x="2444" y="3682"/>
                    <a:pt x="927" y="4993"/>
                  </a:cubicBezTo>
                  <a:cubicBezTo>
                    <a:pt x="663" y="5223"/>
                    <a:pt x="341" y="5386"/>
                    <a:pt x="0" y="5473"/>
                  </a:cubicBezTo>
                  <a:cubicBezTo>
                    <a:pt x="290" y="5528"/>
                    <a:pt x="559" y="5554"/>
                    <a:pt x="808" y="5554"/>
                  </a:cubicBezTo>
                  <a:cubicBezTo>
                    <a:pt x="1527" y="5554"/>
                    <a:pt x="2086" y="5338"/>
                    <a:pt x="2521" y="4993"/>
                  </a:cubicBezTo>
                  <a:cubicBezTo>
                    <a:pt x="2818" y="4748"/>
                    <a:pt x="3068" y="4446"/>
                    <a:pt x="3255" y="4105"/>
                  </a:cubicBezTo>
                  <a:cubicBezTo>
                    <a:pt x="3404" y="3841"/>
                    <a:pt x="2799" y="3716"/>
                    <a:pt x="2799" y="3716"/>
                  </a:cubicBezTo>
                  <a:cubicBezTo>
                    <a:pt x="2881" y="3457"/>
                    <a:pt x="3769" y="2741"/>
                    <a:pt x="3817" y="2477"/>
                  </a:cubicBezTo>
                  <a:cubicBezTo>
                    <a:pt x="3867" y="2228"/>
                    <a:pt x="3393" y="2213"/>
                    <a:pt x="3279" y="2213"/>
                  </a:cubicBezTo>
                  <a:cubicBezTo>
                    <a:pt x="3264" y="2213"/>
                    <a:pt x="3255" y="2213"/>
                    <a:pt x="3255" y="2213"/>
                  </a:cubicBezTo>
                  <a:cubicBezTo>
                    <a:pt x="3855" y="1541"/>
                    <a:pt x="3961" y="1"/>
                    <a:pt x="396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3"/>
            <p:cNvSpPr/>
            <p:nvPr/>
          </p:nvSpPr>
          <p:spPr>
            <a:xfrm>
              <a:off x="7687559" y="2694334"/>
              <a:ext cx="42291" cy="59925"/>
            </a:xfrm>
            <a:custGeom>
              <a:rect b="b" l="l" r="r" t="t"/>
              <a:pathLst>
                <a:path extrusionOk="0" h="2287" w="1614">
                  <a:moveTo>
                    <a:pt x="807" y="1"/>
                  </a:moveTo>
                  <a:cubicBezTo>
                    <a:pt x="762" y="1"/>
                    <a:pt x="718" y="12"/>
                    <a:pt x="677" y="33"/>
                  </a:cubicBezTo>
                  <a:lnTo>
                    <a:pt x="168" y="292"/>
                  </a:lnTo>
                  <a:cubicBezTo>
                    <a:pt x="53" y="355"/>
                    <a:pt x="0" y="494"/>
                    <a:pt x="48" y="614"/>
                  </a:cubicBezTo>
                  <a:lnTo>
                    <a:pt x="715" y="2222"/>
                  </a:lnTo>
                  <a:cubicBezTo>
                    <a:pt x="730" y="2265"/>
                    <a:pt x="768" y="2287"/>
                    <a:pt x="807" y="2287"/>
                  </a:cubicBezTo>
                  <a:cubicBezTo>
                    <a:pt x="845" y="2287"/>
                    <a:pt x="884" y="2265"/>
                    <a:pt x="898" y="2222"/>
                  </a:cubicBezTo>
                  <a:lnTo>
                    <a:pt x="1565" y="614"/>
                  </a:lnTo>
                  <a:cubicBezTo>
                    <a:pt x="1613" y="494"/>
                    <a:pt x="1560" y="355"/>
                    <a:pt x="1445" y="292"/>
                  </a:cubicBezTo>
                  <a:lnTo>
                    <a:pt x="936" y="33"/>
                  </a:lnTo>
                  <a:cubicBezTo>
                    <a:pt x="896" y="12"/>
                    <a:pt x="851" y="1"/>
                    <a:pt x="80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3"/>
            <p:cNvSpPr/>
            <p:nvPr/>
          </p:nvSpPr>
          <p:spPr>
            <a:xfrm>
              <a:off x="7708548" y="2694439"/>
              <a:ext cx="21172" cy="59768"/>
            </a:xfrm>
            <a:custGeom>
              <a:rect b="b" l="l" r="r" t="t"/>
              <a:pathLst>
                <a:path extrusionOk="0" h="2281" w="808">
                  <a:moveTo>
                    <a:pt x="1" y="0"/>
                  </a:moveTo>
                  <a:lnTo>
                    <a:pt x="1" y="2280"/>
                  </a:lnTo>
                  <a:cubicBezTo>
                    <a:pt x="44" y="2276"/>
                    <a:pt x="78" y="2252"/>
                    <a:pt x="87" y="2218"/>
                  </a:cubicBezTo>
                  <a:lnTo>
                    <a:pt x="755" y="610"/>
                  </a:lnTo>
                  <a:cubicBezTo>
                    <a:pt x="807" y="490"/>
                    <a:pt x="755" y="351"/>
                    <a:pt x="639" y="288"/>
                  </a:cubicBezTo>
                  <a:lnTo>
                    <a:pt x="135" y="29"/>
                  </a:lnTo>
                  <a:cubicBezTo>
                    <a:pt x="92" y="10"/>
                    <a:pt x="49"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3"/>
            <p:cNvSpPr/>
            <p:nvPr/>
          </p:nvSpPr>
          <p:spPr>
            <a:xfrm>
              <a:off x="7593964" y="2666900"/>
              <a:ext cx="72869" cy="40483"/>
            </a:xfrm>
            <a:custGeom>
              <a:rect b="b" l="l" r="r" t="t"/>
              <a:pathLst>
                <a:path extrusionOk="0" h="1545" w="2781">
                  <a:moveTo>
                    <a:pt x="1071" y="0"/>
                  </a:moveTo>
                  <a:cubicBezTo>
                    <a:pt x="503" y="0"/>
                    <a:pt x="1" y="288"/>
                    <a:pt x="1" y="288"/>
                  </a:cubicBezTo>
                  <a:cubicBezTo>
                    <a:pt x="1" y="288"/>
                    <a:pt x="380" y="1147"/>
                    <a:pt x="1119" y="1445"/>
                  </a:cubicBezTo>
                  <a:cubicBezTo>
                    <a:pt x="1296" y="1517"/>
                    <a:pt x="1484" y="1545"/>
                    <a:pt x="1667" y="1545"/>
                  </a:cubicBezTo>
                  <a:cubicBezTo>
                    <a:pt x="2247" y="1545"/>
                    <a:pt x="2780" y="1267"/>
                    <a:pt x="2780" y="1267"/>
                  </a:cubicBezTo>
                  <a:cubicBezTo>
                    <a:pt x="2780" y="1267"/>
                    <a:pt x="2334" y="398"/>
                    <a:pt x="1595" y="96"/>
                  </a:cubicBezTo>
                  <a:cubicBezTo>
                    <a:pt x="1422" y="27"/>
                    <a:pt x="1244"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3"/>
            <p:cNvSpPr/>
            <p:nvPr/>
          </p:nvSpPr>
          <p:spPr>
            <a:xfrm>
              <a:off x="7750314" y="2666900"/>
              <a:ext cx="72974" cy="40483"/>
            </a:xfrm>
            <a:custGeom>
              <a:rect b="b" l="l" r="r" t="t"/>
              <a:pathLst>
                <a:path extrusionOk="0" h="1545" w="2785">
                  <a:moveTo>
                    <a:pt x="1714" y="0"/>
                  </a:moveTo>
                  <a:cubicBezTo>
                    <a:pt x="1542" y="0"/>
                    <a:pt x="1363" y="27"/>
                    <a:pt x="1191" y="96"/>
                  </a:cubicBezTo>
                  <a:cubicBezTo>
                    <a:pt x="447" y="398"/>
                    <a:pt x="1" y="1267"/>
                    <a:pt x="1" y="1267"/>
                  </a:cubicBezTo>
                  <a:cubicBezTo>
                    <a:pt x="1" y="1267"/>
                    <a:pt x="534" y="1545"/>
                    <a:pt x="1114" y="1545"/>
                  </a:cubicBezTo>
                  <a:cubicBezTo>
                    <a:pt x="1297" y="1545"/>
                    <a:pt x="1484" y="1517"/>
                    <a:pt x="1661" y="1445"/>
                  </a:cubicBezTo>
                  <a:cubicBezTo>
                    <a:pt x="2406" y="1147"/>
                    <a:pt x="2785" y="288"/>
                    <a:pt x="2785" y="288"/>
                  </a:cubicBezTo>
                  <a:cubicBezTo>
                    <a:pt x="2785" y="288"/>
                    <a:pt x="2282"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3"/>
            <p:cNvSpPr/>
            <p:nvPr/>
          </p:nvSpPr>
          <p:spPr>
            <a:xfrm>
              <a:off x="7703281" y="2574851"/>
              <a:ext cx="10717" cy="68493"/>
            </a:xfrm>
            <a:custGeom>
              <a:rect b="b" l="l" r="r" t="t"/>
              <a:pathLst>
                <a:path extrusionOk="0" h="2614" w="409">
                  <a:moveTo>
                    <a:pt x="204" y="1"/>
                  </a:moveTo>
                  <a:cubicBezTo>
                    <a:pt x="106" y="1"/>
                    <a:pt x="7" y="64"/>
                    <a:pt x="0" y="191"/>
                  </a:cubicBezTo>
                  <a:lnTo>
                    <a:pt x="0" y="2419"/>
                  </a:lnTo>
                  <a:cubicBezTo>
                    <a:pt x="7" y="2548"/>
                    <a:pt x="106" y="2613"/>
                    <a:pt x="204" y="2613"/>
                  </a:cubicBezTo>
                  <a:cubicBezTo>
                    <a:pt x="303" y="2613"/>
                    <a:pt x="401" y="2548"/>
                    <a:pt x="408" y="2419"/>
                  </a:cubicBezTo>
                  <a:lnTo>
                    <a:pt x="408" y="191"/>
                  </a:lnTo>
                  <a:cubicBezTo>
                    <a:pt x="401" y="64"/>
                    <a:pt x="303"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3"/>
            <p:cNvSpPr/>
            <p:nvPr/>
          </p:nvSpPr>
          <p:spPr>
            <a:xfrm>
              <a:off x="7526624" y="2552421"/>
              <a:ext cx="363979" cy="206869"/>
            </a:xfrm>
            <a:custGeom>
              <a:rect b="b" l="l" r="r" t="t"/>
              <a:pathLst>
                <a:path extrusionOk="0" h="7895" w="13891">
                  <a:moveTo>
                    <a:pt x="13400" y="2171"/>
                  </a:moveTo>
                  <a:cubicBezTo>
                    <a:pt x="13314" y="2651"/>
                    <a:pt x="13146" y="3313"/>
                    <a:pt x="12824" y="3673"/>
                  </a:cubicBezTo>
                  <a:cubicBezTo>
                    <a:pt x="12706" y="3801"/>
                    <a:pt x="12803" y="4009"/>
                    <a:pt x="12977" y="4009"/>
                  </a:cubicBezTo>
                  <a:cubicBezTo>
                    <a:pt x="12979" y="4009"/>
                    <a:pt x="12981" y="4009"/>
                    <a:pt x="12983" y="4009"/>
                  </a:cubicBezTo>
                  <a:cubicBezTo>
                    <a:pt x="12994" y="4009"/>
                    <a:pt x="13006" y="4008"/>
                    <a:pt x="13018" y="4008"/>
                  </a:cubicBezTo>
                  <a:cubicBezTo>
                    <a:pt x="13122" y="4008"/>
                    <a:pt x="13229" y="4027"/>
                    <a:pt x="13328" y="4057"/>
                  </a:cubicBezTo>
                  <a:cubicBezTo>
                    <a:pt x="13261" y="4172"/>
                    <a:pt x="13011" y="4427"/>
                    <a:pt x="12858" y="4585"/>
                  </a:cubicBezTo>
                  <a:lnTo>
                    <a:pt x="12863" y="4585"/>
                  </a:lnTo>
                  <a:cubicBezTo>
                    <a:pt x="12560" y="4888"/>
                    <a:pt x="12378" y="5084"/>
                    <a:pt x="12320" y="5243"/>
                  </a:cubicBezTo>
                  <a:cubicBezTo>
                    <a:pt x="12282" y="5358"/>
                    <a:pt x="12354" y="5483"/>
                    <a:pt x="12474" y="5507"/>
                  </a:cubicBezTo>
                  <a:cubicBezTo>
                    <a:pt x="12579" y="5526"/>
                    <a:pt x="12685" y="5569"/>
                    <a:pt x="12776" y="5627"/>
                  </a:cubicBezTo>
                  <a:cubicBezTo>
                    <a:pt x="12608" y="5929"/>
                    <a:pt x="12383" y="6203"/>
                    <a:pt x="12109" y="6424"/>
                  </a:cubicBezTo>
                  <a:cubicBezTo>
                    <a:pt x="11678" y="6767"/>
                    <a:pt x="11146" y="6939"/>
                    <a:pt x="10520" y="6939"/>
                  </a:cubicBezTo>
                  <a:cubicBezTo>
                    <a:pt x="10051" y="6939"/>
                    <a:pt x="9529" y="6842"/>
                    <a:pt x="8955" y="6649"/>
                  </a:cubicBezTo>
                  <a:cubicBezTo>
                    <a:pt x="8763" y="6587"/>
                    <a:pt x="8394" y="6553"/>
                    <a:pt x="7851" y="6553"/>
                  </a:cubicBezTo>
                  <a:lnTo>
                    <a:pt x="7702" y="6553"/>
                  </a:lnTo>
                  <a:lnTo>
                    <a:pt x="7890" y="6107"/>
                  </a:lnTo>
                  <a:lnTo>
                    <a:pt x="7890" y="6102"/>
                  </a:lnTo>
                  <a:cubicBezTo>
                    <a:pt x="7894" y="6088"/>
                    <a:pt x="7894" y="6078"/>
                    <a:pt x="7899" y="6064"/>
                  </a:cubicBezTo>
                  <a:cubicBezTo>
                    <a:pt x="7904" y="6054"/>
                    <a:pt x="7899" y="6054"/>
                    <a:pt x="7904" y="6049"/>
                  </a:cubicBezTo>
                  <a:cubicBezTo>
                    <a:pt x="7909" y="6044"/>
                    <a:pt x="7909" y="6035"/>
                    <a:pt x="7909" y="6025"/>
                  </a:cubicBezTo>
                  <a:cubicBezTo>
                    <a:pt x="7914" y="6016"/>
                    <a:pt x="7909" y="6016"/>
                    <a:pt x="7909" y="6006"/>
                  </a:cubicBezTo>
                  <a:cubicBezTo>
                    <a:pt x="7909" y="6001"/>
                    <a:pt x="7909" y="5992"/>
                    <a:pt x="7914" y="5982"/>
                  </a:cubicBezTo>
                  <a:cubicBezTo>
                    <a:pt x="7918" y="5977"/>
                    <a:pt x="7914" y="5972"/>
                    <a:pt x="7914" y="5968"/>
                  </a:cubicBezTo>
                  <a:lnTo>
                    <a:pt x="7914" y="5944"/>
                  </a:lnTo>
                  <a:lnTo>
                    <a:pt x="7914" y="5924"/>
                  </a:lnTo>
                  <a:lnTo>
                    <a:pt x="7914" y="5900"/>
                  </a:lnTo>
                  <a:lnTo>
                    <a:pt x="7914" y="5886"/>
                  </a:lnTo>
                  <a:lnTo>
                    <a:pt x="7914" y="5862"/>
                  </a:lnTo>
                  <a:cubicBezTo>
                    <a:pt x="7914" y="5857"/>
                    <a:pt x="7914" y="5852"/>
                    <a:pt x="7914" y="5843"/>
                  </a:cubicBezTo>
                  <a:cubicBezTo>
                    <a:pt x="7909" y="5838"/>
                    <a:pt x="7909" y="5828"/>
                    <a:pt x="7909" y="5824"/>
                  </a:cubicBezTo>
                  <a:lnTo>
                    <a:pt x="7904" y="5804"/>
                  </a:lnTo>
                  <a:cubicBezTo>
                    <a:pt x="7904" y="5800"/>
                    <a:pt x="7899" y="5790"/>
                    <a:pt x="7894" y="5785"/>
                  </a:cubicBezTo>
                  <a:lnTo>
                    <a:pt x="7890" y="5766"/>
                  </a:lnTo>
                  <a:lnTo>
                    <a:pt x="7880" y="5747"/>
                  </a:lnTo>
                  <a:lnTo>
                    <a:pt x="7875" y="5732"/>
                  </a:lnTo>
                  <a:lnTo>
                    <a:pt x="7861" y="5713"/>
                  </a:lnTo>
                  <a:lnTo>
                    <a:pt x="7851" y="5694"/>
                  </a:lnTo>
                  <a:lnTo>
                    <a:pt x="7842" y="5675"/>
                  </a:lnTo>
                  <a:lnTo>
                    <a:pt x="7832" y="5660"/>
                  </a:lnTo>
                  <a:lnTo>
                    <a:pt x="7818" y="5646"/>
                  </a:lnTo>
                  <a:lnTo>
                    <a:pt x="7803" y="5632"/>
                  </a:lnTo>
                  <a:lnTo>
                    <a:pt x="7789" y="5612"/>
                  </a:lnTo>
                  <a:lnTo>
                    <a:pt x="7774" y="5603"/>
                  </a:lnTo>
                  <a:lnTo>
                    <a:pt x="7760" y="5584"/>
                  </a:lnTo>
                  <a:lnTo>
                    <a:pt x="7746" y="5574"/>
                  </a:lnTo>
                  <a:lnTo>
                    <a:pt x="7722" y="5560"/>
                  </a:lnTo>
                  <a:lnTo>
                    <a:pt x="7712" y="5550"/>
                  </a:lnTo>
                  <a:cubicBezTo>
                    <a:pt x="8192" y="4719"/>
                    <a:pt x="8998" y="3755"/>
                    <a:pt x="10242" y="3491"/>
                  </a:cubicBezTo>
                  <a:lnTo>
                    <a:pt x="11715" y="3265"/>
                  </a:lnTo>
                  <a:cubicBezTo>
                    <a:pt x="12195" y="3188"/>
                    <a:pt x="12647" y="2943"/>
                    <a:pt x="13035" y="2550"/>
                  </a:cubicBezTo>
                  <a:lnTo>
                    <a:pt x="13400" y="2171"/>
                  </a:lnTo>
                  <a:close/>
                  <a:moveTo>
                    <a:pt x="492" y="2175"/>
                  </a:moveTo>
                  <a:lnTo>
                    <a:pt x="857" y="2550"/>
                  </a:lnTo>
                  <a:cubicBezTo>
                    <a:pt x="1241" y="2943"/>
                    <a:pt x="1697" y="3193"/>
                    <a:pt x="2177" y="3265"/>
                  </a:cubicBezTo>
                  <a:lnTo>
                    <a:pt x="3651" y="3491"/>
                  </a:lnTo>
                  <a:cubicBezTo>
                    <a:pt x="4889" y="3755"/>
                    <a:pt x="5701" y="4719"/>
                    <a:pt x="6181" y="5550"/>
                  </a:cubicBezTo>
                  <a:lnTo>
                    <a:pt x="6166" y="5560"/>
                  </a:lnTo>
                  <a:lnTo>
                    <a:pt x="6147" y="5574"/>
                  </a:lnTo>
                  <a:lnTo>
                    <a:pt x="6133" y="5584"/>
                  </a:lnTo>
                  <a:lnTo>
                    <a:pt x="6113" y="5603"/>
                  </a:lnTo>
                  <a:lnTo>
                    <a:pt x="6099" y="5612"/>
                  </a:lnTo>
                  <a:lnTo>
                    <a:pt x="6085" y="5632"/>
                  </a:lnTo>
                  <a:lnTo>
                    <a:pt x="6075" y="5646"/>
                  </a:lnTo>
                  <a:lnTo>
                    <a:pt x="6061" y="5660"/>
                  </a:lnTo>
                  <a:lnTo>
                    <a:pt x="6051" y="5680"/>
                  </a:lnTo>
                  <a:lnTo>
                    <a:pt x="6037" y="5699"/>
                  </a:lnTo>
                  <a:lnTo>
                    <a:pt x="6027" y="5713"/>
                  </a:lnTo>
                  <a:lnTo>
                    <a:pt x="6017" y="5732"/>
                  </a:lnTo>
                  <a:lnTo>
                    <a:pt x="6008" y="5747"/>
                  </a:lnTo>
                  <a:lnTo>
                    <a:pt x="6003" y="5771"/>
                  </a:lnTo>
                  <a:lnTo>
                    <a:pt x="5993" y="5785"/>
                  </a:lnTo>
                  <a:lnTo>
                    <a:pt x="5989" y="5804"/>
                  </a:lnTo>
                  <a:lnTo>
                    <a:pt x="5984" y="5824"/>
                  </a:lnTo>
                  <a:cubicBezTo>
                    <a:pt x="5984" y="5833"/>
                    <a:pt x="5979" y="5838"/>
                    <a:pt x="5979" y="5848"/>
                  </a:cubicBezTo>
                  <a:cubicBezTo>
                    <a:pt x="5979" y="5852"/>
                    <a:pt x="5979" y="5857"/>
                    <a:pt x="5974" y="5867"/>
                  </a:cubicBezTo>
                  <a:cubicBezTo>
                    <a:pt x="5969" y="5872"/>
                    <a:pt x="5974" y="5881"/>
                    <a:pt x="5974" y="5886"/>
                  </a:cubicBezTo>
                  <a:lnTo>
                    <a:pt x="5974" y="5905"/>
                  </a:lnTo>
                  <a:lnTo>
                    <a:pt x="5974" y="5929"/>
                  </a:lnTo>
                  <a:lnTo>
                    <a:pt x="5974" y="5944"/>
                  </a:lnTo>
                  <a:lnTo>
                    <a:pt x="5974" y="5968"/>
                  </a:lnTo>
                  <a:lnTo>
                    <a:pt x="5974" y="5987"/>
                  </a:lnTo>
                  <a:cubicBezTo>
                    <a:pt x="5974" y="5992"/>
                    <a:pt x="5974" y="6001"/>
                    <a:pt x="5979" y="6011"/>
                  </a:cubicBezTo>
                  <a:cubicBezTo>
                    <a:pt x="5984" y="6016"/>
                    <a:pt x="5979" y="6020"/>
                    <a:pt x="5979" y="6025"/>
                  </a:cubicBezTo>
                  <a:cubicBezTo>
                    <a:pt x="5979" y="6035"/>
                    <a:pt x="5984" y="6044"/>
                    <a:pt x="5984" y="6054"/>
                  </a:cubicBezTo>
                  <a:cubicBezTo>
                    <a:pt x="5989" y="6059"/>
                    <a:pt x="5984" y="6064"/>
                    <a:pt x="5989" y="6068"/>
                  </a:cubicBezTo>
                  <a:cubicBezTo>
                    <a:pt x="5993" y="6073"/>
                    <a:pt x="5998" y="6088"/>
                    <a:pt x="5998" y="6097"/>
                  </a:cubicBezTo>
                  <a:lnTo>
                    <a:pt x="6003" y="6107"/>
                  </a:lnTo>
                  <a:lnTo>
                    <a:pt x="6190" y="6553"/>
                  </a:lnTo>
                  <a:cubicBezTo>
                    <a:pt x="6151" y="6553"/>
                    <a:pt x="6113" y="6553"/>
                    <a:pt x="6075" y="6553"/>
                  </a:cubicBezTo>
                  <a:cubicBezTo>
                    <a:pt x="5514" y="6553"/>
                    <a:pt x="5131" y="6586"/>
                    <a:pt x="4933" y="6649"/>
                  </a:cubicBezTo>
                  <a:cubicBezTo>
                    <a:pt x="4357" y="6845"/>
                    <a:pt x="3833" y="6943"/>
                    <a:pt x="3363" y="6943"/>
                  </a:cubicBezTo>
                  <a:cubicBezTo>
                    <a:pt x="2739" y="6943"/>
                    <a:pt x="2209" y="6771"/>
                    <a:pt x="1779" y="6428"/>
                  </a:cubicBezTo>
                  <a:cubicBezTo>
                    <a:pt x="1510" y="6203"/>
                    <a:pt x="1284" y="5934"/>
                    <a:pt x="1112" y="5627"/>
                  </a:cubicBezTo>
                  <a:cubicBezTo>
                    <a:pt x="1208" y="5569"/>
                    <a:pt x="1308" y="5531"/>
                    <a:pt x="1419" y="5507"/>
                  </a:cubicBezTo>
                  <a:cubicBezTo>
                    <a:pt x="1539" y="5483"/>
                    <a:pt x="1606" y="5363"/>
                    <a:pt x="1572" y="5248"/>
                  </a:cubicBezTo>
                  <a:cubicBezTo>
                    <a:pt x="1520" y="5084"/>
                    <a:pt x="1332" y="4892"/>
                    <a:pt x="1030" y="4585"/>
                  </a:cubicBezTo>
                  <a:cubicBezTo>
                    <a:pt x="876" y="4427"/>
                    <a:pt x="627" y="4172"/>
                    <a:pt x="564" y="4062"/>
                  </a:cubicBezTo>
                  <a:cubicBezTo>
                    <a:pt x="656" y="4030"/>
                    <a:pt x="751" y="4011"/>
                    <a:pt x="849" y="4011"/>
                  </a:cubicBezTo>
                  <a:cubicBezTo>
                    <a:pt x="869" y="4011"/>
                    <a:pt x="889" y="4012"/>
                    <a:pt x="910" y="4014"/>
                  </a:cubicBezTo>
                  <a:cubicBezTo>
                    <a:pt x="912" y="4014"/>
                    <a:pt x="914" y="4014"/>
                    <a:pt x="916" y="4014"/>
                  </a:cubicBezTo>
                  <a:cubicBezTo>
                    <a:pt x="1090" y="4014"/>
                    <a:pt x="1182" y="3806"/>
                    <a:pt x="1068" y="3673"/>
                  </a:cubicBezTo>
                  <a:cubicBezTo>
                    <a:pt x="742" y="3313"/>
                    <a:pt x="574" y="2655"/>
                    <a:pt x="492" y="2175"/>
                  </a:cubicBezTo>
                  <a:close/>
                  <a:moveTo>
                    <a:pt x="6944" y="5624"/>
                  </a:moveTo>
                  <a:cubicBezTo>
                    <a:pt x="6957" y="5624"/>
                    <a:pt x="6970" y="5627"/>
                    <a:pt x="6982" y="5632"/>
                  </a:cubicBezTo>
                  <a:lnTo>
                    <a:pt x="7491" y="5896"/>
                  </a:lnTo>
                  <a:lnTo>
                    <a:pt x="7496" y="5900"/>
                  </a:lnTo>
                  <a:cubicBezTo>
                    <a:pt x="7515" y="5910"/>
                    <a:pt x="7520" y="5934"/>
                    <a:pt x="7510" y="5953"/>
                  </a:cubicBezTo>
                  <a:lnTo>
                    <a:pt x="7515" y="5953"/>
                  </a:lnTo>
                  <a:lnTo>
                    <a:pt x="7213" y="6688"/>
                  </a:lnTo>
                  <a:lnTo>
                    <a:pt x="6949" y="7316"/>
                  </a:lnTo>
                  <a:lnTo>
                    <a:pt x="6689" y="6688"/>
                  </a:lnTo>
                  <a:lnTo>
                    <a:pt x="6377" y="5953"/>
                  </a:lnTo>
                  <a:cubicBezTo>
                    <a:pt x="6373" y="5929"/>
                    <a:pt x="6382" y="5905"/>
                    <a:pt x="6401" y="5896"/>
                  </a:cubicBezTo>
                  <a:lnTo>
                    <a:pt x="6905" y="5632"/>
                  </a:lnTo>
                  <a:cubicBezTo>
                    <a:pt x="6917" y="5627"/>
                    <a:pt x="6931" y="5624"/>
                    <a:pt x="6944" y="5624"/>
                  </a:cubicBezTo>
                  <a:close/>
                  <a:moveTo>
                    <a:pt x="2218" y="0"/>
                  </a:moveTo>
                  <a:cubicBezTo>
                    <a:pt x="1980" y="0"/>
                    <a:pt x="1742" y="21"/>
                    <a:pt x="1505" y="63"/>
                  </a:cubicBezTo>
                  <a:cubicBezTo>
                    <a:pt x="1347" y="92"/>
                    <a:pt x="1289" y="289"/>
                    <a:pt x="1404" y="404"/>
                  </a:cubicBezTo>
                  <a:cubicBezTo>
                    <a:pt x="1736" y="735"/>
                    <a:pt x="1932" y="1100"/>
                    <a:pt x="2124" y="1460"/>
                  </a:cubicBezTo>
                  <a:cubicBezTo>
                    <a:pt x="2388" y="1955"/>
                    <a:pt x="2662" y="2468"/>
                    <a:pt x="3286" y="2828"/>
                  </a:cubicBezTo>
                  <a:cubicBezTo>
                    <a:pt x="3327" y="2856"/>
                    <a:pt x="3367" y="2868"/>
                    <a:pt x="3405" y="2868"/>
                  </a:cubicBezTo>
                  <a:cubicBezTo>
                    <a:pt x="3587" y="2868"/>
                    <a:pt x="3703" y="2585"/>
                    <a:pt x="3488" y="2478"/>
                  </a:cubicBezTo>
                  <a:cubicBezTo>
                    <a:pt x="2964" y="2175"/>
                    <a:pt x="2739" y="1753"/>
                    <a:pt x="2480" y="1268"/>
                  </a:cubicBezTo>
                  <a:cubicBezTo>
                    <a:pt x="2331" y="966"/>
                    <a:pt x="2153" y="683"/>
                    <a:pt x="1952" y="414"/>
                  </a:cubicBezTo>
                  <a:cubicBezTo>
                    <a:pt x="2032" y="408"/>
                    <a:pt x="2112" y="405"/>
                    <a:pt x="2194" y="405"/>
                  </a:cubicBezTo>
                  <a:cubicBezTo>
                    <a:pt x="3187" y="405"/>
                    <a:pt x="4247" y="835"/>
                    <a:pt x="5081" y="1590"/>
                  </a:cubicBezTo>
                  <a:cubicBezTo>
                    <a:pt x="5753" y="2199"/>
                    <a:pt x="6305" y="3313"/>
                    <a:pt x="6579" y="4561"/>
                  </a:cubicBezTo>
                  <a:cubicBezTo>
                    <a:pt x="6272" y="3951"/>
                    <a:pt x="5907" y="3371"/>
                    <a:pt x="5485" y="2833"/>
                  </a:cubicBezTo>
                  <a:cubicBezTo>
                    <a:pt x="5439" y="2769"/>
                    <a:pt x="5381" y="2743"/>
                    <a:pt x="5323" y="2743"/>
                  </a:cubicBezTo>
                  <a:cubicBezTo>
                    <a:pt x="5173" y="2743"/>
                    <a:pt x="5031" y="2923"/>
                    <a:pt x="5163" y="3083"/>
                  </a:cubicBezTo>
                  <a:cubicBezTo>
                    <a:pt x="5638" y="3692"/>
                    <a:pt x="6041" y="4359"/>
                    <a:pt x="6363" y="5070"/>
                  </a:cubicBezTo>
                  <a:cubicBezTo>
                    <a:pt x="5825" y="4235"/>
                    <a:pt x="4981" y="3351"/>
                    <a:pt x="3728" y="3087"/>
                  </a:cubicBezTo>
                  <a:lnTo>
                    <a:pt x="3718" y="3087"/>
                  </a:lnTo>
                  <a:lnTo>
                    <a:pt x="2240" y="2857"/>
                  </a:lnTo>
                  <a:cubicBezTo>
                    <a:pt x="1851" y="2799"/>
                    <a:pt x="1472" y="2593"/>
                    <a:pt x="1150" y="2257"/>
                  </a:cubicBezTo>
                  <a:lnTo>
                    <a:pt x="358" y="1455"/>
                  </a:lnTo>
                  <a:cubicBezTo>
                    <a:pt x="317" y="1411"/>
                    <a:pt x="265" y="1392"/>
                    <a:pt x="215" y="1392"/>
                  </a:cubicBezTo>
                  <a:cubicBezTo>
                    <a:pt x="106" y="1392"/>
                    <a:pt x="1" y="1481"/>
                    <a:pt x="8" y="1609"/>
                  </a:cubicBezTo>
                  <a:cubicBezTo>
                    <a:pt x="12" y="1667"/>
                    <a:pt x="99" y="2862"/>
                    <a:pt x="550" y="3639"/>
                  </a:cubicBezTo>
                  <a:cubicBezTo>
                    <a:pt x="430" y="3663"/>
                    <a:pt x="320" y="3721"/>
                    <a:pt x="233" y="3807"/>
                  </a:cubicBezTo>
                  <a:cubicBezTo>
                    <a:pt x="161" y="3894"/>
                    <a:pt x="132" y="4004"/>
                    <a:pt x="156" y="4110"/>
                  </a:cubicBezTo>
                  <a:cubicBezTo>
                    <a:pt x="190" y="4297"/>
                    <a:pt x="401" y="4518"/>
                    <a:pt x="742" y="4868"/>
                  </a:cubicBezTo>
                  <a:cubicBezTo>
                    <a:pt x="838" y="4964"/>
                    <a:pt x="963" y="5089"/>
                    <a:pt x="1054" y="5195"/>
                  </a:cubicBezTo>
                  <a:cubicBezTo>
                    <a:pt x="920" y="5257"/>
                    <a:pt x="785" y="5344"/>
                    <a:pt x="723" y="5473"/>
                  </a:cubicBezTo>
                  <a:cubicBezTo>
                    <a:pt x="675" y="5579"/>
                    <a:pt x="684" y="5699"/>
                    <a:pt x="742" y="5800"/>
                  </a:cubicBezTo>
                  <a:cubicBezTo>
                    <a:pt x="944" y="6160"/>
                    <a:pt x="1208" y="6481"/>
                    <a:pt x="1529" y="6745"/>
                  </a:cubicBezTo>
                  <a:cubicBezTo>
                    <a:pt x="2033" y="7148"/>
                    <a:pt x="2648" y="7350"/>
                    <a:pt x="3363" y="7350"/>
                  </a:cubicBezTo>
                  <a:cubicBezTo>
                    <a:pt x="3877" y="7350"/>
                    <a:pt x="4443" y="7244"/>
                    <a:pt x="5062" y="7033"/>
                  </a:cubicBezTo>
                  <a:cubicBezTo>
                    <a:pt x="5214" y="6984"/>
                    <a:pt x="5578" y="6959"/>
                    <a:pt x="6090" y="6959"/>
                  </a:cubicBezTo>
                  <a:cubicBezTo>
                    <a:pt x="6176" y="6959"/>
                    <a:pt x="6265" y="6960"/>
                    <a:pt x="6358" y="6961"/>
                  </a:cubicBezTo>
                  <a:lnTo>
                    <a:pt x="6670" y="7715"/>
                  </a:lnTo>
                  <a:cubicBezTo>
                    <a:pt x="6723" y="7835"/>
                    <a:pt x="6835" y="7895"/>
                    <a:pt x="6946" y="7895"/>
                  </a:cubicBezTo>
                  <a:cubicBezTo>
                    <a:pt x="7057" y="7895"/>
                    <a:pt x="7167" y="7835"/>
                    <a:pt x="7218" y="7715"/>
                  </a:cubicBezTo>
                  <a:lnTo>
                    <a:pt x="7530" y="6961"/>
                  </a:lnTo>
                  <a:cubicBezTo>
                    <a:pt x="7623" y="6960"/>
                    <a:pt x="7712" y="6959"/>
                    <a:pt x="7798" y="6959"/>
                  </a:cubicBezTo>
                  <a:cubicBezTo>
                    <a:pt x="8311" y="6959"/>
                    <a:pt x="8677" y="6984"/>
                    <a:pt x="8826" y="7033"/>
                  </a:cubicBezTo>
                  <a:cubicBezTo>
                    <a:pt x="9445" y="7244"/>
                    <a:pt x="10011" y="7350"/>
                    <a:pt x="10530" y="7350"/>
                  </a:cubicBezTo>
                  <a:cubicBezTo>
                    <a:pt x="11245" y="7350"/>
                    <a:pt x="11859" y="7148"/>
                    <a:pt x="12363" y="6745"/>
                  </a:cubicBezTo>
                  <a:cubicBezTo>
                    <a:pt x="12680" y="6481"/>
                    <a:pt x="12949" y="6160"/>
                    <a:pt x="13146" y="5800"/>
                  </a:cubicBezTo>
                  <a:cubicBezTo>
                    <a:pt x="13208" y="5699"/>
                    <a:pt x="13213" y="5579"/>
                    <a:pt x="13165" y="5473"/>
                  </a:cubicBezTo>
                  <a:cubicBezTo>
                    <a:pt x="13107" y="5344"/>
                    <a:pt x="12968" y="5252"/>
                    <a:pt x="12834" y="5195"/>
                  </a:cubicBezTo>
                  <a:cubicBezTo>
                    <a:pt x="12930" y="5094"/>
                    <a:pt x="13055" y="4964"/>
                    <a:pt x="13146" y="4868"/>
                  </a:cubicBezTo>
                  <a:cubicBezTo>
                    <a:pt x="13487" y="4518"/>
                    <a:pt x="13698" y="4297"/>
                    <a:pt x="13736" y="4110"/>
                  </a:cubicBezTo>
                  <a:cubicBezTo>
                    <a:pt x="13755" y="4004"/>
                    <a:pt x="13727" y="3894"/>
                    <a:pt x="13659" y="3807"/>
                  </a:cubicBezTo>
                  <a:cubicBezTo>
                    <a:pt x="13573" y="3721"/>
                    <a:pt x="13463" y="3659"/>
                    <a:pt x="13343" y="3639"/>
                  </a:cubicBezTo>
                  <a:cubicBezTo>
                    <a:pt x="13789" y="2857"/>
                    <a:pt x="13875" y="1667"/>
                    <a:pt x="13880" y="1609"/>
                  </a:cubicBezTo>
                  <a:cubicBezTo>
                    <a:pt x="13890" y="1478"/>
                    <a:pt x="13786" y="1389"/>
                    <a:pt x="13675" y="1389"/>
                  </a:cubicBezTo>
                  <a:cubicBezTo>
                    <a:pt x="13625" y="1389"/>
                    <a:pt x="13572" y="1408"/>
                    <a:pt x="13530" y="1451"/>
                  </a:cubicBezTo>
                  <a:lnTo>
                    <a:pt x="12738" y="2267"/>
                  </a:lnTo>
                  <a:cubicBezTo>
                    <a:pt x="12421" y="2598"/>
                    <a:pt x="12042" y="2804"/>
                    <a:pt x="11653" y="2867"/>
                  </a:cubicBezTo>
                  <a:lnTo>
                    <a:pt x="10174" y="3092"/>
                  </a:lnTo>
                  <a:lnTo>
                    <a:pt x="10160" y="3092"/>
                  </a:lnTo>
                  <a:cubicBezTo>
                    <a:pt x="8869" y="3366"/>
                    <a:pt x="8010" y="4292"/>
                    <a:pt x="7477" y="5156"/>
                  </a:cubicBezTo>
                  <a:cubicBezTo>
                    <a:pt x="7798" y="4417"/>
                    <a:pt x="8226" y="3726"/>
                    <a:pt x="8734" y="3107"/>
                  </a:cubicBezTo>
                  <a:cubicBezTo>
                    <a:pt x="8845" y="2953"/>
                    <a:pt x="8712" y="2782"/>
                    <a:pt x="8566" y="2782"/>
                  </a:cubicBezTo>
                  <a:cubicBezTo>
                    <a:pt x="8515" y="2782"/>
                    <a:pt x="8462" y="2803"/>
                    <a:pt x="8418" y="2852"/>
                  </a:cubicBezTo>
                  <a:cubicBezTo>
                    <a:pt x="8000" y="3366"/>
                    <a:pt x="7635" y="3918"/>
                    <a:pt x="7333" y="4508"/>
                  </a:cubicBezTo>
                  <a:cubicBezTo>
                    <a:pt x="7611" y="3279"/>
                    <a:pt x="8154" y="2190"/>
                    <a:pt x="8816" y="1590"/>
                  </a:cubicBezTo>
                  <a:cubicBezTo>
                    <a:pt x="9650" y="831"/>
                    <a:pt x="10709" y="405"/>
                    <a:pt x="11698" y="405"/>
                  </a:cubicBezTo>
                  <a:cubicBezTo>
                    <a:pt x="11779" y="405"/>
                    <a:pt x="11861" y="408"/>
                    <a:pt x="11941" y="414"/>
                  </a:cubicBezTo>
                  <a:cubicBezTo>
                    <a:pt x="11739" y="683"/>
                    <a:pt x="11567" y="966"/>
                    <a:pt x="11413" y="1268"/>
                  </a:cubicBezTo>
                  <a:cubicBezTo>
                    <a:pt x="11154" y="1753"/>
                    <a:pt x="10928" y="2175"/>
                    <a:pt x="10410" y="2478"/>
                  </a:cubicBezTo>
                  <a:cubicBezTo>
                    <a:pt x="10230" y="2601"/>
                    <a:pt x="10339" y="2853"/>
                    <a:pt x="10515" y="2853"/>
                  </a:cubicBezTo>
                  <a:cubicBezTo>
                    <a:pt x="10546" y="2853"/>
                    <a:pt x="10578" y="2845"/>
                    <a:pt x="10611" y="2828"/>
                  </a:cubicBezTo>
                  <a:cubicBezTo>
                    <a:pt x="11235" y="2468"/>
                    <a:pt x="11509" y="1955"/>
                    <a:pt x="11773" y="1460"/>
                  </a:cubicBezTo>
                  <a:cubicBezTo>
                    <a:pt x="11965" y="1100"/>
                    <a:pt x="12162" y="735"/>
                    <a:pt x="12493" y="404"/>
                  </a:cubicBezTo>
                  <a:cubicBezTo>
                    <a:pt x="12608" y="289"/>
                    <a:pt x="12551" y="92"/>
                    <a:pt x="12387" y="63"/>
                  </a:cubicBezTo>
                  <a:cubicBezTo>
                    <a:pt x="12152" y="21"/>
                    <a:pt x="11915" y="0"/>
                    <a:pt x="11678" y="0"/>
                  </a:cubicBezTo>
                  <a:cubicBezTo>
                    <a:pt x="11214" y="0"/>
                    <a:pt x="10751" y="80"/>
                    <a:pt x="10309" y="236"/>
                  </a:cubicBezTo>
                  <a:cubicBezTo>
                    <a:pt x="9656" y="466"/>
                    <a:pt x="9056" y="822"/>
                    <a:pt x="8542" y="1287"/>
                  </a:cubicBezTo>
                  <a:cubicBezTo>
                    <a:pt x="8072" y="1715"/>
                    <a:pt x="7654" y="2353"/>
                    <a:pt x="7338" y="3126"/>
                  </a:cubicBezTo>
                  <a:cubicBezTo>
                    <a:pt x="7179" y="3529"/>
                    <a:pt x="7045" y="3942"/>
                    <a:pt x="6949" y="4364"/>
                  </a:cubicBezTo>
                  <a:cubicBezTo>
                    <a:pt x="6853" y="3942"/>
                    <a:pt x="6718" y="3529"/>
                    <a:pt x="6555" y="3126"/>
                  </a:cubicBezTo>
                  <a:cubicBezTo>
                    <a:pt x="6238" y="2353"/>
                    <a:pt x="5821" y="1715"/>
                    <a:pt x="5350" y="1287"/>
                  </a:cubicBezTo>
                  <a:cubicBezTo>
                    <a:pt x="4841" y="822"/>
                    <a:pt x="4241" y="466"/>
                    <a:pt x="3584" y="236"/>
                  </a:cubicBezTo>
                  <a:cubicBezTo>
                    <a:pt x="3145" y="80"/>
                    <a:pt x="2683" y="0"/>
                    <a:pt x="22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3"/>
            <p:cNvSpPr/>
            <p:nvPr/>
          </p:nvSpPr>
          <p:spPr>
            <a:xfrm>
              <a:off x="7587937" y="2661529"/>
              <a:ext cx="91054" cy="52091"/>
            </a:xfrm>
            <a:custGeom>
              <a:rect b="b" l="l" r="r" t="t"/>
              <a:pathLst>
                <a:path extrusionOk="0" h="1988" w="3475">
                  <a:moveTo>
                    <a:pt x="1294" y="409"/>
                  </a:moveTo>
                  <a:cubicBezTo>
                    <a:pt x="1445" y="409"/>
                    <a:pt x="1600" y="432"/>
                    <a:pt x="1748" y="493"/>
                  </a:cubicBezTo>
                  <a:cubicBezTo>
                    <a:pt x="2204" y="675"/>
                    <a:pt x="2554" y="1122"/>
                    <a:pt x="2717" y="1376"/>
                  </a:cubicBezTo>
                  <a:cubicBezTo>
                    <a:pt x="2525" y="1453"/>
                    <a:pt x="2216" y="1549"/>
                    <a:pt x="1897" y="1549"/>
                  </a:cubicBezTo>
                  <a:cubicBezTo>
                    <a:pt x="1738" y="1549"/>
                    <a:pt x="1577" y="1525"/>
                    <a:pt x="1426" y="1463"/>
                  </a:cubicBezTo>
                  <a:cubicBezTo>
                    <a:pt x="965" y="1276"/>
                    <a:pt x="653" y="834"/>
                    <a:pt x="504" y="584"/>
                  </a:cubicBezTo>
                  <a:cubicBezTo>
                    <a:pt x="686" y="510"/>
                    <a:pt x="981" y="409"/>
                    <a:pt x="1294" y="409"/>
                  </a:cubicBezTo>
                  <a:close/>
                  <a:moveTo>
                    <a:pt x="1295" y="0"/>
                  </a:moveTo>
                  <a:cubicBezTo>
                    <a:pt x="684" y="0"/>
                    <a:pt x="154" y="297"/>
                    <a:pt x="125" y="315"/>
                  </a:cubicBezTo>
                  <a:cubicBezTo>
                    <a:pt x="39" y="368"/>
                    <a:pt x="0" y="479"/>
                    <a:pt x="44" y="575"/>
                  </a:cubicBezTo>
                  <a:cubicBezTo>
                    <a:pt x="58" y="613"/>
                    <a:pt x="466" y="1511"/>
                    <a:pt x="1273" y="1837"/>
                  </a:cubicBezTo>
                  <a:cubicBezTo>
                    <a:pt x="1469" y="1914"/>
                    <a:pt x="1681" y="1952"/>
                    <a:pt x="1892" y="1952"/>
                  </a:cubicBezTo>
                  <a:cubicBezTo>
                    <a:pt x="2252" y="1943"/>
                    <a:pt x="2602" y="1866"/>
                    <a:pt x="2929" y="1727"/>
                  </a:cubicBezTo>
                  <a:lnTo>
                    <a:pt x="3015" y="1876"/>
                  </a:lnTo>
                  <a:cubicBezTo>
                    <a:pt x="3056" y="1955"/>
                    <a:pt x="3121" y="1988"/>
                    <a:pt x="3186" y="1988"/>
                  </a:cubicBezTo>
                  <a:cubicBezTo>
                    <a:pt x="3329" y="1988"/>
                    <a:pt x="3474" y="1831"/>
                    <a:pt x="3365" y="1669"/>
                  </a:cubicBezTo>
                  <a:lnTo>
                    <a:pt x="3188" y="1372"/>
                  </a:lnTo>
                  <a:cubicBezTo>
                    <a:pt x="3145" y="1285"/>
                    <a:pt x="2679" y="431"/>
                    <a:pt x="1901" y="114"/>
                  </a:cubicBezTo>
                  <a:cubicBezTo>
                    <a:pt x="1700" y="32"/>
                    <a:pt x="1493" y="0"/>
                    <a:pt x="1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3"/>
            <p:cNvSpPr/>
            <p:nvPr/>
          </p:nvSpPr>
          <p:spPr>
            <a:xfrm>
              <a:off x="7738287" y="2661581"/>
              <a:ext cx="91054" cy="52195"/>
            </a:xfrm>
            <a:custGeom>
              <a:rect b="b" l="l" r="r" t="t"/>
              <a:pathLst>
                <a:path extrusionOk="0" h="1992" w="3475">
                  <a:moveTo>
                    <a:pt x="2178" y="407"/>
                  </a:moveTo>
                  <a:cubicBezTo>
                    <a:pt x="2491" y="407"/>
                    <a:pt x="2787" y="508"/>
                    <a:pt x="2965" y="582"/>
                  </a:cubicBezTo>
                  <a:cubicBezTo>
                    <a:pt x="2821" y="832"/>
                    <a:pt x="2509" y="1274"/>
                    <a:pt x="2048" y="1461"/>
                  </a:cubicBezTo>
                  <a:cubicBezTo>
                    <a:pt x="1896" y="1523"/>
                    <a:pt x="1734" y="1547"/>
                    <a:pt x="1575" y="1547"/>
                  </a:cubicBezTo>
                  <a:cubicBezTo>
                    <a:pt x="1256" y="1547"/>
                    <a:pt x="948" y="1451"/>
                    <a:pt x="752" y="1374"/>
                  </a:cubicBezTo>
                  <a:cubicBezTo>
                    <a:pt x="920" y="1120"/>
                    <a:pt x="1261" y="678"/>
                    <a:pt x="1727" y="491"/>
                  </a:cubicBezTo>
                  <a:cubicBezTo>
                    <a:pt x="1873" y="430"/>
                    <a:pt x="2028" y="407"/>
                    <a:pt x="2178" y="407"/>
                  </a:cubicBezTo>
                  <a:close/>
                  <a:moveTo>
                    <a:pt x="2173" y="1"/>
                  </a:moveTo>
                  <a:cubicBezTo>
                    <a:pt x="1977" y="1"/>
                    <a:pt x="1772" y="31"/>
                    <a:pt x="1573" y="112"/>
                  </a:cubicBezTo>
                  <a:cubicBezTo>
                    <a:pt x="791" y="429"/>
                    <a:pt x="330" y="1288"/>
                    <a:pt x="282" y="1374"/>
                  </a:cubicBezTo>
                  <a:lnTo>
                    <a:pt x="109" y="1672"/>
                  </a:lnTo>
                  <a:cubicBezTo>
                    <a:pt x="1" y="1836"/>
                    <a:pt x="142" y="1992"/>
                    <a:pt x="285" y="1992"/>
                  </a:cubicBezTo>
                  <a:cubicBezTo>
                    <a:pt x="351" y="1992"/>
                    <a:pt x="417" y="1959"/>
                    <a:pt x="460" y="1878"/>
                  </a:cubicBezTo>
                  <a:lnTo>
                    <a:pt x="541" y="1734"/>
                  </a:lnTo>
                  <a:cubicBezTo>
                    <a:pt x="872" y="1874"/>
                    <a:pt x="1223" y="1950"/>
                    <a:pt x="1578" y="1955"/>
                  </a:cubicBezTo>
                  <a:cubicBezTo>
                    <a:pt x="1590" y="1955"/>
                    <a:pt x="1602" y="1956"/>
                    <a:pt x="1613" y="1956"/>
                  </a:cubicBezTo>
                  <a:cubicBezTo>
                    <a:pt x="1813" y="1956"/>
                    <a:pt x="2011" y="1917"/>
                    <a:pt x="2197" y="1845"/>
                  </a:cubicBezTo>
                  <a:cubicBezTo>
                    <a:pt x="3009" y="1518"/>
                    <a:pt x="3412" y="616"/>
                    <a:pt x="3431" y="577"/>
                  </a:cubicBezTo>
                  <a:cubicBezTo>
                    <a:pt x="3474" y="481"/>
                    <a:pt x="3441" y="366"/>
                    <a:pt x="3345" y="313"/>
                  </a:cubicBezTo>
                  <a:cubicBezTo>
                    <a:pt x="3315" y="299"/>
                    <a:pt x="2785" y="1"/>
                    <a:pt x="2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3"/>
            <p:cNvSpPr/>
            <p:nvPr/>
          </p:nvSpPr>
          <p:spPr>
            <a:xfrm>
              <a:off x="7676109" y="2460686"/>
              <a:ext cx="64930" cy="125484"/>
            </a:xfrm>
            <a:custGeom>
              <a:rect b="b" l="l" r="r" t="t"/>
              <a:pathLst>
                <a:path extrusionOk="0" h="4789" w="2478">
                  <a:moveTo>
                    <a:pt x="1239" y="0"/>
                  </a:moveTo>
                  <a:cubicBezTo>
                    <a:pt x="1163" y="0"/>
                    <a:pt x="1088" y="41"/>
                    <a:pt x="1052" y="123"/>
                  </a:cubicBezTo>
                  <a:cubicBezTo>
                    <a:pt x="1013" y="214"/>
                    <a:pt x="58" y="2427"/>
                    <a:pt x="5" y="4558"/>
                  </a:cubicBezTo>
                  <a:cubicBezTo>
                    <a:pt x="0" y="4668"/>
                    <a:pt x="92" y="4764"/>
                    <a:pt x="202" y="4764"/>
                  </a:cubicBezTo>
                  <a:lnTo>
                    <a:pt x="207" y="4764"/>
                  </a:lnTo>
                  <a:cubicBezTo>
                    <a:pt x="317" y="4764"/>
                    <a:pt x="408" y="4678"/>
                    <a:pt x="413" y="4568"/>
                  </a:cubicBezTo>
                  <a:cubicBezTo>
                    <a:pt x="452" y="3089"/>
                    <a:pt x="956" y="1519"/>
                    <a:pt x="1239" y="756"/>
                  </a:cubicBezTo>
                  <a:cubicBezTo>
                    <a:pt x="1522" y="1524"/>
                    <a:pt x="2036" y="3103"/>
                    <a:pt x="2069" y="4592"/>
                  </a:cubicBezTo>
                  <a:cubicBezTo>
                    <a:pt x="2069" y="4702"/>
                    <a:pt x="2161" y="4788"/>
                    <a:pt x="2271" y="4788"/>
                  </a:cubicBezTo>
                  <a:lnTo>
                    <a:pt x="2276" y="4788"/>
                  </a:lnTo>
                  <a:cubicBezTo>
                    <a:pt x="2386" y="4788"/>
                    <a:pt x="2477" y="4692"/>
                    <a:pt x="2477" y="4582"/>
                  </a:cubicBezTo>
                  <a:cubicBezTo>
                    <a:pt x="2429" y="2446"/>
                    <a:pt x="1469" y="219"/>
                    <a:pt x="1426" y="123"/>
                  </a:cubicBezTo>
                  <a:cubicBezTo>
                    <a:pt x="1390" y="41"/>
                    <a:pt x="1315" y="0"/>
                    <a:pt x="1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1" name="Google Shape;15601;p83"/>
          <p:cNvGrpSpPr/>
          <p:nvPr/>
        </p:nvGrpSpPr>
        <p:grpSpPr>
          <a:xfrm>
            <a:off x="7108353" y="1985085"/>
            <a:ext cx="346161" cy="363481"/>
            <a:chOff x="7108353" y="1985085"/>
            <a:chExt cx="346161" cy="363481"/>
          </a:xfrm>
        </p:grpSpPr>
        <p:sp>
          <p:nvSpPr>
            <p:cNvPr id="15602" name="Google Shape;15602;p83"/>
            <p:cNvSpPr/>
            <p:nvPr/>
          </p:nvSpPr>
          <p:spPr>
            <a:xfrm>
              <a:off x="7138014" y="2121390"/>
              <a:ext cx="217245" cy="221909"/>
            </a:xfrm>
            <a:custGeom>
              <a:rect b="b" l="l" r="r" t="t"/>
              <a:pathLst>
                <a:path extrusionOk="0" h="8469" w="8291">
                  <a:moveTo>
                    <a:pt x="1244" y="1"/>
                  </a:moveTo>
                  <a:cubicBezTo>
                    <a:pt x="1244" y="4013"/>
                    <a:pt x="1" y="7638"/>
                    <a:pt x="1" y="7638"/>
                  </a:cubicBezTo>
                  <a:lnTo>
                    <a:pt x="6" y="7638"/>
                  </a:lnTo>
                  <a:cubicBezTo>
                    <a:pt x="1" y="7647"/>
                    <a:pt x="1" y="7662"/>
                    <a:pt x="1" y="7676"/>
                  </a:cubicBezTo>
                  <a:cubicBezTo>
                    <a:pt x="1" y="8113"/>
                    <a:pt x="1854" y="8468"/>
                    <a:pt x="4144" y="8468"/>
                  </a:cubicBezTo>
                  <a:cubicBezTo>
                    <a:pt x="6433" y="8468"/>
                    <a:pt x="8291" y="8113"/>
                    <a:pt x="8291" y="7676"/>
                  </a:cubicBezTo>
                  <a:cubicBezTo>
                    <a:pt x="8286" y="7662"/>
                    <a:pt x="8286" y="7647"/>
                    <a:pt x="8281" y="7638"/>
                  </a:cubicBezTo>
                  <a:lnTo>
                    <a:pt x="8291" y="7638"/>
                  </a:lnTo>
                  <a:cubicBezTo>
                    <a:pt x="8291" y="7638"/>
                    <a:pt x="7043" y="4013"/>
                    <a:pt x="7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83"/>
            <p:cNvSpPr/>
            <p:nvPr/>
          </p:nvSpPr>
          <p:spPr>
            <a:xfrm>
              <a:off x="7138014" y="2121390"/>
              <a:ext cx="217245" cy="221778"/>
            </a:xfrm>
            <a:custGeom>
              <a:rect b="b" l="l" r="r" t="t"/>
              <a:pathLst>
                <a:path extrusionOk="0" h="8464" w="8291">
                  <a:moveTo>
                    <a:pt x="5612" y="1"/>
                  </a:moveTo>
                  <a:cubicBezTo>
                    <a:pt x="5612" y="2300"/>
                    <a:pt x="6020" y="4470"/>
                    <a:pt x="6371" y="5905"/>
                  </a:cubicBezTo>
                  <a:cubicBezTo>
                    <a:pt x="6606" y="6865"/>
                    <a:pt x="5896" y="7801"/>
                    <a:pt x="4907" y="7825"/>
                  </a:cubicBezTo>
                  <a:cubicBezTo>
                    <a:pt x="4676" y="7834"/>
                    <a:pt x="4427" y="7834"/>
                    <a:pt x="4148" y="7834"/>
                  </a:cubicBezTo>
                  <a:cubicBezTo>
                    <a:pt x="2209" y="7834"/>
                    <a:pt x="582" y="7580"/>
                    <a:pt x="131" y="7239"/>
                  </a:cubicBezTo>
                  <a:cubicBezTo>
                    <a:pt x="54" y="7494"/>
                    <a:pt x="1" y="7638"/>
                    <a:pt x="1" y="7638"/>
                  </a:cubicBezTo>
                  <a:lnTo>
                    <a:pt x="11" y="7638"/>
                  </a:lnTo>
                  <a:cubicBezTo>
                    <a:pt x="6" y="7647"/>
                    <a:pt x="6" y="7662"/>
                    <a:pt x="1" y="7676"/>
                  </a:cubicBezTo>
                  <a:cubicBezTo>
                    <a:pt x="1" y="8065"/>
                    <a:pt x="1484" y="8391"/>
                    <a:pt x="3428" y="8459"/>
                  </a:cubicBezTo>
                  <a:lnTo>
                    <a:pt x="3606" y="8463"/>
                  </a:lnTo>
                  <a:lnTo>
                    <a:pt x="4148" y="8463"/>
                  </a:lnTo>
                  <a:cubicBezTo>
                    <a:pt x="6433" y="8463"/>
                    <a:pt x="8291" y="8113"/>
                    <a:pt x="8291" y="7676"/>
                  </a:cubicBezTo>
                  <a:cubicBezTo>
                    <a:pt x="8291" y="7662"/>
                    <a:pt x="8291" y="7647"/>
                    <a:pt x="8286" y="7633"/>
                  </a:cubicBezTo>
                  <a:lnTo>
                    <a:pt x="8286" y="7633"/>
                  </a:lnTo>
                  <a:lnTo>
                    <a:pt x="8291" y="7638"/>
                  </a:lnTo>
                  <a:lnTo>
                    <a:pt x="8291" y="7633"/>
                  </a:lnTo>
                  <a:lnTo>
                    <a:pt x="8291" y="7628"/>
                  </a:lnTo>
                  <a:lnTo>
                    <a:pt x="8291" y="7623"/>
                  </a:lnTo>
                  <a:cubicBezTo>
                    <a:pt x="8277" y="7580"/>
                    <a:pt x="8229" y="7450"/>
                    <a:pt x="8171" y="7239"/>
                  </a:cubicBezTo>
                  <a:cubicBezTo>
                    <a:pt x="7854" y="6198"/>
                    <a:pt x="7048" y="3226"/>
                    <a:pt x="70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3"/>
            <p:cNvSpPr/>
            <p:nvPr/>
          </p:nvSpPr>
          <p:spPr>
            <a:xfrm>
              <a:off x="7166837" y="2121390"/>
              <a:ext cx="159757" cy="71847"/>
            </a:xfrm>
            <a:custGeom>
              <a:rect b="b" l="l" r="r" t="t"/>
              <a:pathLst>
                <a:path extrusionOk="0" h="2742" w="6097">
                  <a:moveTo>
                    <a:pt x="149" y="1"/>
                  </a:moveTo>
                  <a:cubicBezTo>
                    <a:pt x="149" y="845"/>
                    <a:pt x="96" y="1690"/>
                    <a:pt x="0" y="2530"/>
                  </a:cubicBezTo>
                  <a:cubicBezTo>
                    <a:pt x="977" y="2670"/>
                    <a:pt x="1962" y="2742"/>
                    <a:pt x="2952" y="2742"/>
                  </a:cubicBezTo>
                  <a:cubicBezTo>
                    <a:pt x="2984" y="2742"/>
                    <a:pt x="3016" y="2742"/>
                    <a:pt x="3048" y="2741"/>
                  </a:cubicBezTo>
                  <a:cubicBezTo>
                    <a:pt x="3080" y="2742"/>
                    <a:pt x="3112" y="2742"/>
                    <a:pt x="3144" y="2742"/>
                  </a:cubicBezTo>
                  <a:cubicBezTo>
                    <a:pt x="4134" y="2742"/>
                    <a:pt x="5120" y="2670"/>
                    <a:pt x="6096" y="2530"/>
                  </a:cubicBezTo>
                  <a:cubicBezTo>
                    <a:pt x="6000" y="1690"/>
                    <a:pt x="5948" y="845"/>
                    <a:pt x="59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3"/>
            <p:cNvSpPr/>
            <p:nvPr/>
          </p:nvSpPr>
          <p:spPr>
            <a:xfrm>
              <a:off x="7285194" y="2121259"/>
              <a:ext cx="41400" cy="70459"/>
            </a:xfrm>
            <a:custGeom>
              <a:rect b="b" l="l" r="r" t="t"/>
              <a:pathLst>
                <a:path extrusionOk="0" h="2689" w="1580">
                  <a:moveTo>
                    <a:pt x="0" y="1"/>
                  </a:moveTo>
                  <a:cubicBezTo>
                    <a:pt x="5" y="898"/>
                    <a:pt x="58" y="1796"/>
                    <a:pt x="168" y="2689"/>
                  </a:cubicBezTo>
                  <a:cubicBezTo>
                    <a:pt x="667" y="2655"/>
                    <a:pt x="1143" y="2602"/>
                    <a:pt x="1579" y="2535"/>
                  </a:cubicBezTo>
                  <a:lnTo>
                    <a:pt x="1579" y="2530"/>
                  </a:lnTo>
                  <a:cubicBezTo>
                    <a:pt x="1546" y="2233"/>
                    <a:pt x="1517" y="1926"/>
                    <a:pt x="1493" y="1614"/>
                  </a:cubicBezTo>
                  <a:lnTo>
                    <a:pt x="1493" y="1604"/>
                  </a:lnTo>
                  <a:cubicBezTo>
                    <a:pt x="1483" y="1508"/>
                    <a:pt x="1479" y="1407"/>
                    <a:pt x="1474" y="1306"/>
                  </a:cubicBezTo>
                  <a:lnTo>
                    <a:pt x="1474" y="1282"/>
                  </a:lnTo>
                  <a:cubicBezTo>
                    <a:pt x="1464" y="1186"/>
                    <a:pt x="1459" y="1090"/>
                    <a:pt x="1455" y="990"/>
                  </a:cubicBezTo>
                  <a:lnTo>
                    <a:pt x="1455" y="961"/>
                  </a:lnTo>
                  <a:cubicBezTo>
                    <a:pt x="1450" y="865"/>
                    <a:pt x="1445" y="769"/>
                    <a:pt x="1445" y="673"/>
                  </a:cubicBezTo>
                  <a:lnTo>
                    <a:pt x="1445" y="644"/>
                  </a:lnTo>
                  <a:cubicBezTo>
                    <a:pt x="1440" y="543"/>
                    <a:pt x="1440" y="442"/>
                    <a:pt x="1435" y="342"/>
                  </a:cubicBezTo>
                  <a:lnTo>
                    <a:pt x="1435" y="322"/>
                  </a:lnTo>
                  <a:lnTo>
                    <a:pt x="1435"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3"/>
            <p:cNvSpPr/>
            <p:nvPr/>
          </p:nvSpPr>
          <p:spPr>
            <a:xfrm>
              <a:off x="7114013" y="2094716"/>
              <a:ext cx="266034" cy="64196"/>
            </a:xfrm>
            <a:custGeom>
              <a:rect b="b" l="l" r="r" t="t"/>
              <a:pathLst>
                <a:path extrusionOk="0" h="2450" w="10153">
                  <a:moveTo>
                    <a:pt x="4942" y="0"/>
                  </a:moveTo>
                  <a:cubicBezTo>
                    <a:pt x="2206" y="0"/>
                    <a:pt x="10" y="526"/>
                    <a:pt x="5" y="1191"/>
                  </a:cubicBezTo>
                  <a:cubicBezTo>
                    <a:pt x="0" y="1868"/>
                    <a:pt x="2271" y="2430"/>
                    <a:pt x="5069" y="2449"/>
                  </a:cubicBezTo>
                  <a:cubicBezTo>
                    <a:pt x="5106" y="2449"/>
                    <a:pt x="5143" y="2449"/>
                    <a:pt x="5180" y="2449"/>
                  </a:cubicBezTo>
                  <a:cubicBezTo>
                    <a:pt x="7932" y="2449"/>
                    <a:pt x="10148" y="1922"/>
                    <a:pt x="10153" y="1259"/>
                  </a:cubicBezTo>
                  <a:cubicBezTo>
                    <a:pt x="10153" y="582"/>
                    <a:pt x="7887" y="20"/>
                    <a:pt x="5088" y="1"/>
                  </a:cubicBezTo>
                  <a:cubicBezTo>
                    <a:pt x="5039" y="1"/>
                    <a:pt x="4990" y="0"/>
                    <a:pt x="4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3"/>
            <p:cNvSpPr/>
            <p:nvPr/>
          </p:nvSpPr>
          <p:spPr>
            <a:xfrm>
              <a:off x="7152609" y="2115102"/>
              <a:ext cx="188186" cy="23425"/>
            </a:xfrm>
            <a:custGeom>
              <a:rect b="b" l="l" r="r" t="t"/>
              <a:pathLst>
                <a:path extrusionOk="0" h="894" w="7182">
                  <a:moveTo>
                    <a:pt x="3591" y="0"/>
                  </a:moveTo>
                  <a:cubicBezTo>
                    <a:pt x="2497" y="0"/>
                    <a:pt x="1431" y="87"/>
                    <a:pt x="582" y="250"/>
                  </a:cubicBezTo>
                  <a:cubicBezTo>
                    <a:pt x="394" y="284"/>
                    <a:pt x="231" y="322"/>
                    <a:pt x="87" y="361"/>
                  </a:cubicBezTo>
                  <a:cubicBezTo>
                    <a:pt x="1" y="385"/>
                    <a:pt x="1" y="505"/>
                    <a:pt x="87" y="529"/>
                  </a:cubicBezTo>
                  <a:cubicBezTo>
                    <a:pt x="231" y="567"/>
                    <a:pt x="394" y="605"/>
                    <a:pt x="582" y="639"/>
                  </a:cubicBezTo>
                  <a:cubicBezTo>
                    <a:pt x="1431" y="802"/>
                    <a:pt x="2497" y="893"/>
                    <a:pt x="3591" y="893"/>
                  </a:cubicBezTo>
                  <a:cubicBezTo>
                    <a:pt x="4686" y="893"/>
                    <a:pt x="5751" y="802"/>
                    <a:pt x="6601" y="639"/>
                  </a:cubicBezTo>
                  <a:cubicBezTo>
                    <a:pt x="6788" y="605"/>
                    <a:pt x="6952" y="567"/>
                    <a:pt x="7096" y="529"/>
                  </a:cubicBezTo>
                  <a:cubicBezTo>
                    <a:pt x="7182" y="505"/>
                    <a:pt x="7182" y="385"/>
                    <a:pt x="7096" y="361"/>
                  </a:cubicBezTo>
                  <a:cubicBezTo>
                    <a:pt x="6952" y="322"/>
                    <a:pt x="6788" y="284"/>
                    <a:pt x="6601" y="250"/>
                  </a:cubicBezTo>
                  <a:cubicBezTo>
                    <a:pt x="5751" y="87"/>
                    <a:pt x="4686" y="0"/>
                    <a:pt x="359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3"/>
            <p:cNvSpPr/>
            <p:nvPr/>
          </p:nvSpPr>
          <p:spPr>
            <a:xfrm>
              <a:off x="7208211" y="1990823"/>
              <a:ext cx="241404" cy="88879"/>
            </a:xfrm>
            <a:custGeom>
              <a:rect b="b" l="l" r="r" t="t"/>
              <a:pathLst>
                <a:path extrusionOk="0" h="3392" w="9213">
                  <a:moveTo>
                    <a:pt x="8753" y="0"/>
                  </a:moveTo>
                  <a:cubicBezTo>
                    <a:pt x="8732" y="0"/>
                    <a:pt x="8710" y="4"/>
                    <a:pt x="8689" y="10"/>
                  </a:cubicBezTo>
                  <a:lnTo>
                    <a:pt x="197" y="2775"/>
                  </a:lnTo>
                  <a:cubicBezTo>
                    <a:pt x="68" y="2819"/>
                    <a:pt x="0" y="2982"/>
                    <a:pt x="48" y="3140"/>
                  </a:cubicBezTo>
                  <a:lnTo>
                    <a:pt x="53" y="3164"/>
                  </a:lnTo>
                  <a:cubicBezTo>
                    <a:pt x="95" y="3301"/>
                    <a:pt x="208" y="3392"/>
                    <a:pt x="322" y="3392"/>
                  </a:cubicBezTo>
                  <a:cubicBezTo>
                    <a:pt x="340" y="3392"/>
                    <a:pt x="357" y="3390"/>
                    <a:pt x="375" y="3385"/>
                  </a:cubicBezTo>
                  <a:lnTo>
                    <a:pt x="9001" y="1062"/>
                  </a:lnTo>
                  <a:cubicBezTo>
                    <a:pt x="9140" y="1028"/>
                    <a:pt x="9212" y="860"/>
                    <a:pt x="9164" y="697"/>
                  </a:cubicBezTo>
                  <a:lnTo>
                    <a:pt x="9025" y="231"/>
                  </a:lnTo>
                  <a:cubicBezTo>
                    <a:pt x="8984" y="94"/>
                    <a:pt x="8869" y="0"/>
                    <a:pt x="8753"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3"/>
            <p:cNvSpPr/>
            <p:nvPr/>
          </p:nvSpPr>
          <p:spPr>
            <a:xfrm>
              <a:off x="7209731" y="2002143"/>
              <a:ext cx="239884" cy="77559"/>
            </a:xfrm>
            <a:custGeom>
              <a:rect b="b" l="l" r="r" t="t"/>
              <a:pathLst>
                <a:path extrusionOk="0" h="2960" w="9155">
                  <a:moveTo>
                    <a:pt x="9025" y="1"/>
                  </a:moveTo>
                  <a:lnTo>
                    <a:pt x="0" y="2747"/>
                  </a:lnTo>
                  <a:cubicBezTo>
                    <a:pt x="45" y="2875"/>
                    <a:pt x="155" y="2960"/>
                    <a:pt x="264" y="2960"/>
                  </a:cubicBezTo>
                  <a:cubicBezTo>
                    <a:pt x="282" y="2960"/>
                    <a:pt x="299" y="2958"/>
                    <a:pt x="317" y="2953"/>
                  </a:cubicBezTo>
                  <a:lnTo>
                    <a:pt x="8943" y="630"/>
                  </a:lnTo>
                  <a:cubicBezTo>
                    <a:pt x="9082" y="596"/>
                    <a:pt x="9154" y="428"/>
                    <a:pt x="9106" y="265"/>
                  </a:cubicBezTo>
                  <a:lnTo>
                    <a:pt x="9025"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3"/>
            <p:cNvSpPr/>
            <p:nvPr/>
          </p:nvSpPr>
          <p:spPr>
            <a:xfrm>
              <a:off x="7208211" y="2050460"/>
              <a:ext cx="50833" cy="29242"/>
            </a:xfrm>
            <a:custGeom>
              <a:rect b="b" l="l" r="r" t="t"/>
              <a:pathLst>
                <a:path extrusionOk="0" h="1116" w="1940">
                  <a:moveTo>
                    <a:pt x="1733" y="0"/>
                  </a:moveTo>
                  <a:lnTo>
                    <a:pt x="197" y="499"/>
                  </a:lnTo>
                  <a:cubicBezTo>
                    <a:pt x="68" y="543"/>
                    <a:pt x="0" y="706"/>
                    <a:pt x="48" y="864"/>
                  </a:cubicBezTo>
                  <a:lnTo>
                    <a:pt x="53" y="883"/>
                  </a:lnTo>
                  <a:cubicBezTo>
                    <a:pt x="95" y="1025"/>
                    <a:pt x="208" y="1116"/>
                    <a:pt x="325" y="1116"/>
                  </a:cubicBezTo>
                  <a:cubicBezTo>
                    <a:pt x="343" y="1116"/>
                    <a:pt x="362" y="1114"/>
                    <a:pt x="380" y="1109"/>
                  </a:cubicBezTo>
                  <a:lnTo>
                    <a:pt x="1940" y="687"/>
                  </a:lnTo>
                  <a:lnTo>
                    <a:pt x="173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83"/>
            <p:cNvSpPr/>
            <p:nvPr/>
          </p:nvSpPr>
          <p:spPr>
            <a:xfrm>
              <a:off x="7209731" y="2059893"/>
              <a:ext cx="49313" cy="19390"/>
            </a:xfrm>
            <a:custGeom>
              <a:rect b="b" l="l" r="r" t="t"/>
              <a:pathLst>
                <a:path extrusionOk="0" h="740" w="1882">
                  <a:moveTo>
                    <a:pt x="1781" y="0"/>
                  </a:moveTo>
                  <a:lnTo>
                    <a:pt x="0" y="543"/>
                  </a:lnTo>
                  <a:cubicBezTo>
                    <a:pt x="5" y="552"/>
                    <a:pt x="10" y="562"/>
                    <a:pt x="14" y="571"/>
                  </a:cubicBezTo>
                  <a:cubicBezTo>
                    <a:pt x="14" y="576"/>
                    <a:pt x="19" y="586"/>
                    <a:pt x="24" y="595"/>
                  </a:cubicBezTo>
                  <a:cubicBezTo>
                    <a:pt x="29" y="600"/>
                    <a:pt x="34" y="610"/>
                    <a:pt x="38" y="619"/>
                  </a:cubicBezTo>
                  <a:lnTo>
                    <a:pt x="53" y="639"/>
                  </a:lnTo>
                  <a:lnTo>
                    <a:pt x="67" y="658"/>
                  </a:lnTo>
                  <a:lnTo>
                    <a:pt x="86" y="672"/>
                  </a:lnTo>
                  <a:lnTo>
                    <a:pt x="106" y="687"/>
                  </a:lnTo>
                  <a:lnTo>
                    <a:pt x="110" y="691"/>
                  </a:lnTo>
                  <a:lnTo>
                    <a:pt x="125" y="701"/>
                  </a:lnTo>
                  <a:lnTo>
                    <a:pt x="130" y="706"/>
                  </a:lnTo>
                  <a:lnTo>
                    <a:pt x="149" y="715"/>
                  </a:lnTo>
                  <a:lnTo>
                    <a:pt x="154" y="720"/>
                  </a:lnTo>
                  <a:lnTo>
                    <a:pt x="168" y="725"/>
                  </a:lnTo>
                  <a:lnTo>
                    <a:pt x="178" y="730"/>
                  </a:lnTo>
                  <a:lnTo>
                    <a:pt x="192" y="735"/>
                  </a:lnTo>
                  <a:lnTo>
                    <a:pt x="202" y="735"/>
                  </a:lnTo>
                  <a:lnTo>
                    <a:pt x="216" y="739"/>
                  </a:lnTo>
                  <a:lnTo>
                    <a:pt x="288" y="739"/>
                  </a:lnTo>
                  <a:lnTo>
                    <a:pt x="312" y="735"/>
                  </a:lnTo>
                  <a:lnTo>
                    <a:pt x="1882" y="331"/>
                  </a:lnTo>
                  <a:lnTo>
                    <a:pt x="178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83"/>
            <p:cNvSpPr/>
            <p:nvPr/>
          </p:nvSpPr>
          <p:spPr>
            <a:xfrm>
              <a:off x="7132617" y="2254027"/>
              <a:ext cx="228067" cy="94539"/>
            </a:xfrm>
            <a:custGeom>
              <a:rect b="b" l="l" r="r" t="t"/>
              <a:pathLst>
                <a:path extrusionOk="0" h="3608" w="8704">
                  <a:moveTo>
                    <a:pt x="834" y="1"/>
                  </a:moveTo>
                  <a:cubicBezTo>
                    <a:pt x="752" y="1"/>
                    <a:pt x="670" y="47"/>
                    <a:pt x="644" y="152"/>
                  </a:cubicBezTo>
                  <a:cubicBezTo>
                    <a:pt x="471" y="948"/>
                    <a:pt x="265" y="1736"/>
                    <a:pt x="10" y="2508"/>
                  </a:cubicBezTo>
                  <a:cubicBezTo>
                    <a:pt x="0" y="2537"/>
                    <a:pt x="0" y="2566"/>
                    <a:pt x="0" y="2590"/>
                  </a:cubicBezTo>
                  <a:lnTo>
                    <a:pt x="0" y="2614"/>
                  </a:lnTo>
                  <a:cubicBezTo>
                    <a:pt x="0" y="2955"/>
                    <a:pt x="437" y="3195"/>
                    <a:pt x="1383" y="3373"/>
                  </a:cubicBezTo>
                  <a:cubicBezTo>
                    <a:pt x="2175" y="3526"/>
                    <a:pt x="3231" y="3608"/>
                    <a:pt x="4350" y="3608"/>
                  </a:cubicBezTo>
                  <a:cubicBezTo>
                    <a:pt x="5468" y="3608"/>
                    <a:pt x="6524" y="3526"/>
                    <a:pt x="7316" y="3373"/>
                  </a:cubicBezTo>
                  <a:cubicBezTo>
                    <a:pt x="8257" y="3195"/>
                    <a:pt x="8699" y="2955"/>
                    <a:pt x="8699" y="2614"/>
                  </a:cubicBezTo>
                  <a:lnTo>
                    <a:pt x="8699" y="2590"/>
                  </a:lnTo>
                  <a:cubicBezTo>
                    <a:pt x="8703" y="2566"/>
                    <a:pt x="8699" y="2537"/>
                    <a:pt x="8689" y="2508"/>
                  </a:cubicBezTo>
                  <a:cubicBezTo>
                    <a:pt x="8439" y="1736"/>
                    <a:pt x="8228" y="948"/>
                    <a:pt x="8060" y="156"/>
                  </a:cubicBezTo>
                  <a:cubicBezTo>
                    <a:pt x="8032" y="49"/>
                    <a:pt x="7949" y="2"/>
                    <a:pt x="7865" y="2"/>
                  </a:cubicBezTo>
                  <a:cubicBezTo>
                    <a:pt x="7750" y="2"/>
                    <a:pt x="7634" y="92"/>
                    <a:pt x="7662" y="243"/>
                  </a:cubicBezTo>
                  <a:cubicBezTo>
                    <a:pt x="7940" y="1515"/>
                    <a:pt x="8219" y="2384"/>
                    <a:pt x="8291" y="2595"/>
                  </a:cubicBezTo>
                  <a:lnTo>
                    <a:pt x="8291" y="2609"/>
                  </a:lnTo>
                  <a:cubicBezTo>
                    <a:pt x="8243" y="2676"/>
                    <a:pt x="7959" y="2849"/>
                    <a:pt x="7119" y="2998"/>
                  </a:cubicBezTo>
                  <a:cubicBezTo>
                    <a:pt x="6361" y="3128"/>
                    <a:pt x="5377" y="3200"/>
                    <a:pt x="4350" y="3200"/>
                  </a:cubicBezTo>
                  <a:cubicBezTo>
                    <a:pt x="3322" y="3200"/>
                    <a:pt x="2338" y="3128"/>
                    <a:pt x="1585" y="2998"/>
                  </a:cubicBezTo>
                  <a:cubicBezTo>
                    <a:pt x="740" y="2849"/>
                    <a:pt x="457" y="2676"/>
                    <a:pt x="409" y="2609"/>
                  </a:cubicBezTo>
                  <a:lnTo>
                    <a:pt x="409" y="2595"/>
                  </a:lnTo>
                  <a:cubicBezTo>
                    <a:pt x="481" y="2384"/>
                    <a:pt x="759" y="1515"/>
                    <a:pt x="1037" y="238"/>
                  </a:cubicBezTo>
                  <a:cubicBezTo>
                    <a:pt x="1065" y="90"/>
                    <a:pt x="949" y="1"/>
                    <a:pt x="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3"/>
            <p:cNvSpPr/>
            <p:nvPr/>
          </p:nvSpPr>
          <p:spPr>
            <a:xfrm>
              <a:off x="7108353" y="2089449"/>
              <a:ext cx="276463" cy="150848"/>
            </a:xfrm>
            <a:custGeom>
              <a:rect b="b" l="l" r="r" t="t"/>
              <a:pathLst>
                <a:path extrusionOk="0" h="5757" w="10551">
                  <a:moveTo>
                    <a:pt x="5285" y="399"/>
                  </a:moveTo>
                  <a:cubicBezTo>
                    <a:pt x="6624" y="399"/>
                    <a:pt x="7882" y="523"/>
                    <a:pt x="8823" y="754"/>
                  </a:cubicBezTo>
                  <a:cubicBezTo>
                    <a:pt x="9740" y="970"/>
                    <a:pt x="10153" y="1253"/>
                    <a:pt x="10153" y="1421"/>
                  </a:cubicBezTo>
                  <a:cubicBezTo>
                    <a:pt x="10148" y="1508"/>
                    <a:pt x="10037" y="1618"/>
                    <a:pt x="9850" y="1724"/>
                  </a:cubicBezTo>
                  <a:cubicBezTo>
                    <a:pt x="9615" y="1858"/>
                    <a:pt x="9260" y="1983"/>
                    <a:pt x="8818" y="2088"/>
                  </a:cubicBezTo>
                  <a:cubicBezTo>
                    <a:pt x="8617" y="2136"/>
                    <a:pt x="8405" y="2180"/>
                    <a:pt x="8184" y="2218"/>
                  </a:cubicBezTo>
                  <a:lnTo>
                    <a:pt x="8175" y="2218"/>
                  </a:lnTo>
                  <a:lnTo>
                    <a:pt x="8036" y="2242"/>
                  </a:lnTo>
                  <a:lnTo>
                    <a:pt x="7988" y="2247"/>
                  </a:lnTo>
                  <a:lnTo>
                    <a:pt x="7882" y="2266"/>
                  </a:lnTo>
                  <a:lnTo>
                    <a:pt x="7834" y="2271"/>
                  </a:lnTo>
                  <a:lnTo>
                    <a:pt x="7685" y="2290"/>
                  </a:lnTo>
                  <a:lnTo>
                    <a:pt x="7676" y="2290"/>
                  </a:lnTo>
                  <a:lnTo>
                    <a:pt x="7532" y="2309"/>
                  </a:lnTo>
                  <a:lnTo>
                    <a:pt x="7484" y="2314"/>
                  </a:lnTo>
                  <a:lnTo>
                    <a:pt x="7373" y="2328"/>
                  </a:lnTo>
                  <a:lnTo>
                    <a:pt x="7320" y="2333"/>
                  </a:lnTo>
                  <a:lnTo>
                    <a:pt x="7167" y="2348"/>
                  </a:lnTo>
                  <a:lnTo>
                    <a:pt x="7143" y="2348"/>
                  </a:lnTo>
                  <a:lnTo>
                    <a:pt x="7004" y="2362"/>
                  </a:lnTo>
                  <a:lnTo>
                    <a:pt x="6951" y="2367"/>
                  </a:lnTo>
                  <a:lnTo>
                    <a:pt x="6836" y="2376"/>
                  </a:lnTo>
                  <a:lnTo>
                    <a:pt x="6783" y="2381"/>
                  </a:lnTo>
                  <a:lnTo>
                    <a:pt x="6624" y="2391"/>
                  </a:lnTo>
                  <a:lnTo>
                    <a:pt x="6591" y="2391"/>
                  </a:lnTo>
                  <a:lnTo>
                    <a:pt x="6456" y="2400"/>
                  </a:lnTo>
                  <a:lnTo>
                    <a:pt x="6394" y="2405"/>
                  </a:lnTo>
                  <a:lnTo>
                    <a:pt x="6284" y="2410"/>
                  </a:lnTo>
                  <a:lnTo>
                    <a:pt x="6226" y="2410"/>
                  </a:lnTo>
                  <a:lnTo>
                    <a:pt x="6063" y="2415"/>
                  </a:lnTo>
                  <a:lnTo>
                    <a:pt x="6053" y="2415"/>
                  </a:lnTo>
                  <a:lnTo>
                    <a:pt x="5871" y="2424"/>
                  </a:lnTo>
                  <a:lnTo>
                    <a:pt x="4685" y="2424"/>
                  </a:lnTo>
                  <a:lnTo>
                    <a:pt x="4507" y="2415"/>
                  </a:lnTo>
                  <a:lnTo>
                    <a:pt x="4498" y="2415"/>
                  </a:lnTo>
                  <a:lnTo>
                    <a:pt x="4335" y="2410"/>
                  </a:lnTo>
                  <a:lnTo>
                    <a:pt x="4277" y="2410"/>
                  </a:lnTo>
                  <a:lnTo>
                    <a:pt x="4162" y="2405"/>
                  </a:lnTo>
                  <a:lnTo>
                    <a:pt x="4104" y="2400"/>
                  </a:lnTo>
                  <a:lnTo>
                    <a:pt x="3970" y="2391"/>
                  </a:lnTo>
                  <a:lnTo>
                    <a:pt x="3936" y="2391"/>
                  </a:lnTo>
                  <a:lnTo>
                    <a:pt x="3778" y="2381"/>
                  </a:lnTo>
                  <a:lnTo>
                    <a:pt x="3720" y="2376"/>
                  </a:lnTo>
                  <a:lnTo>
                    <a:pt x="3610" y="2367"/>
                  </a:lnTo>
                  <a:lnTo>
                    <a:pt x="3552" y="2362"/>
                  </a:lnTo>
                  <a:lnTo>
                    <a:pt x="3413" y="2348"/>
                  </a:lnTo>
                  <a:lnTo>
                    <a:pt x="3394" y="2348"/>
                  </a:lnTo>
                  <a:lnTo>
                    <a:pt x="3240" y="2333"/>
                  </a:lnTo>
                  <a:lnTo>
                    <a:pt x="3187" y="2328"/>
                  </a:lnTo>
                  <a:lnTo>
                    <a:pt x="3077" y="2314"/>
                  </a:lnTo>
                  <a:lnTo>
                    <a:pt x="3029" y="2309"/>
                  </a:lnTo>
                  <a:lnTo>
                    <a:pt x="2885" y="2290"/>
                  </a:lnTo>
                  <a:lnTo>
                    <a:pt x="2875" y="2290"/>
                  </a:lnTo>
                  <a:lnTo>
                    <a:pt x="2722" y="2271"/>
                  </a:lnTo>
                  <a:lnTo>
                    <a:pt x="2679" y="2261"/>
                  </a:lnTo>
                  <a:lnTo>
                    <a:pt x="2568" y="2247"/>
                  </a:lnTo>
                  <a:lnTo>
                    <a:pt x="2525" y="2242"/>
                  </a:lnTo>
                  <a:lnTo>
                    <a:pt x="2381" y="2218"/>
                  </a:lnTo>
                  <a:lnTo>
                    <a:pt x="2376" y="2218"/>
                  </a:lnTo>
                  <a:cubicBezTo>
                    <a:pt x="2155" y="2180"/>
                    <a:pt x="1939" y="2136"/>
                    <a:pt x="1743" y="2088"/>
                  </a:cubicBezTo>
                  <a:cubicBezTo>
                    <a:pt x="830" y="1868"/>
                    <a:pt x="413" y="1589"/>
                    <a:pt x="413" y="1421"/>
                  </a:cubicBezTo>
                  <a:cubicBezTo>
                    <a:pt x="413" y="1340"/>
                    <a:pt x="523" y="1224"/>
                    <a:pt x="710" y="1119"/>
                  </a:cubicBezTo>
                  <a:cubicBezTo>
                    <a:pt x="946" y="984"/>
                    <a:pt x="1301" y="859"/>
                    <a:pt x="1743" y="754"/>
                  </a:cubicBezTo>
                  <a:cubicBezTo>
                    <a:pt x="2688" y="523"/>
                    <a:pt x="3941" y="399"/>
                    <a:pt x="5285" y="399"/>
                  </a:cubicBezTo>
                  <a:close/>
                  <a:moveTo>
                    <a:pt x="8016" y="2655"/>
                  </a:moveTo>
                  <a:cubicBezTo>
                    <a:pt x="8016" y="2688"/>
                    <a:pt x="8021" y="2717"/>
                    <a:pt x="8021" y="2746"/>
                  </a:cubicBezTo>
                  <a:cubicBezTo>
                    <a:pt x="8026" y="2813"/>
                    <a:pt x="8036" y="2880"/>
                    <a:pt x="8040" y="2948"/>
                  </a:cubicBezTo>
                  <a:cubicBezTo>
                    <a:pt x="8040" y="2986"/>
                    <a:pt x="8045" y="3024"/>
                    <a:pt x="8050" y="3063"/>
                  </a:cubicBezTo>
                  <a:cubicBezTo>
                    <a:pt x="8055" y="3164"/>
                    <a:pt x="8064" y="3264"/>
                    <a:pt x="8074" y="3365"/>
                  </a:cubicBezTo>
                  <a:lnTo>
                    <a:pt x="8074" y="3384"/>
                  </a:lnTo>
                  <a:cubicBezTo>
                    <a:pt x="8088" y="3447"/>
                    <a:pt x="8098" y="3514"/>
                    <a:pt x="8108" y="3576"/>
                  </a:cubicBezTo>
                  <a:lnTo>
                    <a:pt x="8103" y="3576"/>
                  </a:lnTo>
                  <a:cubicBezTo>
                    <a:pt x="7164" y="3699"/>
                    <a:pt x="6221" y="3760"/>
                    <a:pt x="5277" y="3760"/>
                  </a:cubicBezTo>
                  <a:cubicBezTo>
                    <a:pt x="4333" y="3760"/>
                    <a:pt x="3389" y="3699"/>
                    <a:pt x="2448" y="3576"/>
                  </a:cubicBezTo>
                  <a:cubicBezTo>
                    <a:pt x="2458" y="3514"/>
                    <a:pt x="2463" y="3452"/>
                    <a:pt x="2472" y="3384"/>
                  </a:cubicBezTo>
                  <a:lnTo>
                    <a:pt x="2472" y="3365"/>
                  </a:lnTo>
                  <a:cubicBezTo>
                    <a:pt x="2482" y="3264"/>
                    <a:pt x="2487" y="3164"/>
                    <a:pt x="2496" y="3063"/>
                  </a:cubicBezTo>
                  <a:cubicBezTo>
                    <a:pt x="2501" y="3024"/>
                    <a:pt x="2506" y="2986"/>
                    <a:pt x="2506" y="2948"/>
                  </a:cubicBezTo>
                  <a:cubicBezTo>
                    <a:pt x="2511" y="2880"/>
                    <a:pt x="2515" y="2818"/>
                    <a:pt x="2520" y="2751"/>
                  </a:cubicBezTo>
                  <a:cubicBezTo>
                    <a:pt x="2520" y="2722"/>
                    <a:pt x="2525" y="2688"/>
                    <a:pt x="2530" y="2660"/>
                  </a:cubicBezTo>
                  <a:cubicBezTo>
                    <a:pt x="2938" y="2717"/>
                    <a:pt x="3379" y="2770"/>
                    <a:pt x="3840" y="2799"/>
                  </a:cubicBezTo>
                  <a:lnTo>
                    <a:pt x="3951" y="2808"/>
                  </a:lnTo>
                  <a:lnTo>
                    <a:pt x="4171" y="2823"/>
                  </a:lnTo>
                  <a:lnTo>
                    <a:pt x="4200" y="2823"/>
                  </a:lnTo>
                  <a:lnTo>
                    <a:pt x="4359" y="2828"/>
                  </a:lnTo>
                  <a:lnTo>
                    <a:pt x="4368" y="2828"/>
                  </a:lnTo>
                  <a:lnTo>
                    <a:pt x="4536" y="2832"/>
                  </a:lnTo>
                  <a:lnTo>
                    <a:pt x="4584" y="2832"/>
                  </a:lnTo>
                  <a:lnTo>
                    <a:pt x="4704" y="2837"/>
                  </a:lnTo>
                  <a:lnTo>
                    <a:pt x="4738" y="2837"/>
                  </a:lnTo>
                  <a:lnTo>
                    <a:pt x="4896" y="2842"/>
                  </a:lnTo>
                  <a:lnTo>
                    <a:pt x="5645" y="2842"/>
                  </a:lnTo>
                  <a:lnTo>
                    <a:pt x="5808" y="2837"/>
                  </a:lnTo>
                  <a:lnTo>
                    <a:pt x="5842" y="2837"/>
                  </a:lnTo>
                  <a:lnTo>
                    <a:pt x="5981" y="2832"/>
                  </a:lnTo>
                  <a:lnTo>
                    <a:pt x="6010" y="2832"/>
                  </a:lnTo>
                  <a:lnTo>
                    <a:pt x="6173" y="2828"/>
                  </a:lnTo>
                  <a:lnTo>
                    <a:pt x="6188" y="2828"/>
                  </a:lnTo>
                  <a:lnTo>
                    <a:pt x="6341" y="2818"/>
                  </a:lnTo>
                  <a:lnTo>
                    <a:pt x="6375" y="2818"/>
                  </a:lnTo>
                  <a:lnTo>
                    <a:pt x="6615" y="2804"/>
                  </a:lnTo>
                  <a:lnTo>
                    <a:pt x="6706" y="2799"/>
                  </a:lnTo>
                  <a:cubicBezTo>
                    <a:pt x="7167" y="2765"/>
                    <a:pt x="7608" y="2717"/>
                    <a:pt x="8016" y="2655"/>
                  </a:cubicBezTo>
                  <a:close/>
                  <a:moveTo>
                    <a:pt x="5276" y="0"/>
                  </a:moveTo>
                  <a:cubicBezTo>
                    <a:pt x="3907" y="0"/>
                    <a:pt x="2616" y="130"/>
                    <a:pt x="1642" y="360"/>
                  </a:cubicBezTo>
                  <a:cubicBezTo>
                    <a:pt x="557" y="624"/>
                    <a:pt x="0" y="984"/>
                    <a:pt x="0" y="1421"/>
                  </a:cubicBezTo>
                  <a:cubicBezTo>
                    <a:pt x="0" y="1863"/>
                    <a:pt x="552" y="2223"/>
                    <a:pt x="1642" y="2482"/>
                  </a:cubicBezTo>
                  <a:cubicBezTo>
                    <a:pt x="1795" y="2520"/>
                    <a:pt x="1959" y="2554"/>
                    <a:pt x="2127" y="2588"/>
                  </a:cubicBezTo>
                  <a:cubicBezTo>
                    <a:pt x="2107" y="2861"/>
                    <a:pt x="2083" y="3135"/>
                    <a:pt x="2059" y="3413"/>
                  </a:cubicBezTo>
                  <a:lnTo>
                    <a:pt x="2050" y="3480"/>
                  </a:lnTo>
                  <a:cubicBezTo>
                    <a:pt x="2045" y="3538"/>
                    <a:pt x="2040" y="3596"/>
                    <a:pt x="2031" y="3653"/>
                  </a:cubicBezTo>
                  <a:cubicBezTo>
                    <a:pt x="1963" y="4263"/>
                    <a:pt x="1872" y="4882"/>
                    <a:pt x="1757" y="5506"/>
                  </a:cubicBezTo>
                  <a:cubicBezTo>
                    <a:pt x="1738" y="5617"/>
                    <a:pt x="1810" y="5722"/>
                    <a:pt x="1920" y="5741"/>
                  </a:cubicBezTo>
                  <a:cubicBezTo>
                    <a:pt x="1930" y="5746"/>
                    <a:pt x="1944" y="5746"/>
                    <a:pt x="1954" y="5746"/>
                  </a:cubicBezTo>
                  <a:cubicBezTo>
                    <a:pt x="2055" y="5746"/>
                    <a:pt x="2136" y="5674"/>
                    <a:pt x="2155" y="5578"/>
                  </a:cubicBezTo>
                  <a:cubicBezTo>
                    <a:pt x="2256" y="5040"/>
                    <a:pt x="2333" y="4503"/>
                    <a:pt x="2400" y="3975"/>
                  </a:cubicBezTo>
                  <a:cubicBezTo>
                    <a:pt x="3355" y="4100"/>
                    <a:pt x="4315" y="4162"/>
                    <a:pt x="5276" y="4162"/>
                  </a:cubicBezTo>
                  <a:cubicBezTo>
                    <a:pt x="6236" y="4162"/>
                    <a:pt x="7196" y="4100"/>
                    <a:pt x="8151" y="3975"/>
                  </a:cubicBezTo>
                  <a:cubicBezTo>
                    <a:pt x="8213" y="4503"/>
                    <a:pt x="8295" y="5040"/>
                    <a:pt x="8396" y="5578"/>
                  </a:cubicBezTo>
                  <a:cubicBezTo>
                    <a:pt x="8412" y="5701"/>
                    <a:pt x="8503" y="5756"/>
                    <a:pt x="8594" y="5756"/>
                  </a:cubicBezTo>
                  <a:cubicBezTo>
                    <a:pt x="8712" y="5756"/>
                    <a:pt x="8832" y="5663"/>
                    <a:pt x="8794" y="5506"/>
                  </a:cubicBezTo>
                  <a:cubicBezTo>
                    <a:pt x="8679" y="4877"/>
                    <a:pt x="8588" y="4258"/>
                    <a:pt x="8521" y="3653"/>
                  </a:cubicBezTo>
                  <a:cubicBezTo>
                    <a:pt x="8511" y="3596"/>
                    <a:pt x="8506" y="3533"/>
                    <a:pt x="8501" y="3476"/>
                  </a:cubicBezTo>
                  <a:lnTo>
                    <a:pt x="8492" y="3413"/>
                  </a:lnTo>
                  <a:cubicBezTo>
                    <a:pt x="8468" y="3135"/>
                    <a:pt x="8444" y="2861"/>
                    <a:pt x="8424" y="2588"/>
                  </a:cubicBezTo>
                  <a:cubicBezTo>
                    <a:pt x="8593" y="2554"/>
                    <a:pt x="8756" y="2520"/>
                    <a:pt x="8909" y="2482"/>
                  </a:cubicBezTo>
                  <a:cubicBezTo>
                    <a:pt x="9999" y="2218"/>
                    <a:pt x="10551" y="1863"/>
                    <a:pt x="10551" y="1421"/>
                  </a:cubicBezTo>
                  <a:cubicBezTo>
                    <a:pt x="10551" y="979"/>
                    <a:pt x="10004" y="624"/>
                    <a:pt x="8914" y="360"/>
                  </a:cubicBezTo>
                  <a:cubicBezTo>
                    <a:pt x="7940" y="130"/>
                    <a:pt x="6648" y="0"/>
                    <a:pt x="5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3"/>
            <p:cNvSpPr/>
            <p:nvPr/>
          </p:nvSpPr>
          <p:spPr>
            <a:xfrm>
              <a:off x="7145823" y="2109704"/>
              <a:ext cx="201654" cy="34089"/>
            </a:xfrm>
            <a:custGeom>
              <a:rect b="b" l="l" r="r" t="t"/>
              <a:pathLst>
                <a:path extrusionOk="0" h="1301" w="7696">
                  <a:moveTo>
                    <a:pt x="3850" y="408"/>
                  </a:moveTo>
                  <a:cubicBezTo>
                    <a:pt x="4926" y="408"/>
                    <a:pt x="5972" y="495"/>
                    <a:pt x="6798" y="653"/>
                  </a:cubicBezTo>
                  <a:cubicBezTo>
                    <a:pt x="5967" y="807"/>
                    <a:pt x="4921" y="893"/>
                    <a:pt x="3850" y="893"/>
                  </a:cubicBezTo>
                  <a:cubicBezTo>
                    <a:pt x="2780" y="893"/>
                    <a:pt x="1733" y="807"/>
                    <a:pt x="903" y="653"/>
                  </a:cubicBezTo>
                  <a:cubicBezTo>
                    <a:pt x="1733" y="495"/>
                    <a:pt x="2780" y="408"/>
                    <a:pt x="3850" y="408"/>
                  </a:cubicBezTo>
                  <a:close/>
                  <a:moveTo>
                    <a:pt x="3850" y="0"/>
                  </a:moveTo>
                  <a:cubicBezTo>
                    <a:pt x="2741" y="0"/>
                    <a:pt x="1661" y="91"/>
                    <a:pt x="802" y="254"/>
                  </a:cubicBezTo>
                  <a:cubicBezTo>
                    <a:pt x="620" y="293"/>
                    <a:pt x="452" y="331"/>
                    <a:pt x="293" y="370"/>
                  </a:cubicBezTo>
                  <a:cubicBezTo>
                    <a:pt x="1" y="442"/>
                    <a:pt x="1" y="859"/>
                    <a:pt x="293" y="931"/>
                  </a:cubicBezTo>
                  <a:cubicBezTo>
                    <a:pt x="452" y="970"/>
                    <a:pt x="620" y="1008"/>
                    <a:pt x="802" y="1047"/>
                  </a:cubicBezTo>
                  <a:cubicBezTo>
                    <a:pt x="1661" y="1210"/>
                    <a:pt x="2741" y="1301"/>
                    <a:pt x="3850" y="1301"/>
                  </a:cubicBezTo>
                  <a:cubicBezTo>
                    <a:pt x="4954" y="1301"/>
                    <a:pt x="6039" y="1210"/>
                    <a:pt x="6894" y="1047"/>
                  </a:cubicBezTo>
                  <a:cubicBezTo>
                    <a:pt x="7076" y="1008"/>
                    <a:pt x="7249" y="975"/>
                    <a:pt x="7403" y="931"/>
                  </a:cubicBezTo>
                  <a:cubicBezTo>
                    <a:pt x="7695" y="859"/>
                    <a:pt x="7695" y="442"/>
                    <a:pt x="7403" y="370"/>
                  </a:cubicBezTo>
                  <a:cubicBezTo>
                    <a:pt x="7249" y="331"/>
                    <a:pt x="7076" y="293"/>
                    <a:pt x="6894" y="254"/>
                  </a:cubicBezTo>
                  <a:cubicBezTo>
                    <a:pt x="6039" y="91"/>
                    <a:pt x="4954" y="0"/>
                    <a:pt x="3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3"/>
            <p:cNvSpPr/>
            <p:nvPr/>
          </p:nvSpPr>
          <p:spPr>
            <a:xfrm>
              <a:off x="7202289" y="1985557"/>
              <a:ext cx="252225" cy="99412"/>
            </a:xfrm>
            <a:custGeom>
              <a:rect b="b" l="l" r="r" t="t"/>
              <a:pathLst>
                <a:path extrusionOk="0" h="3794" w="9626">
                  <a:moveTo>
                    <a:pt x="8977" y="408"/>
                  </a:moveTo>
                  <a:cubicBezTo>
                    <a:pt x="8987" y="408"/>
                    <a:pt x="8992" y="408"/>
                    <a:pt x="8997" y="413"/>
                  </a:cubicBezTo>
                  <a:cubicBezTo>
                    <a:pt x="9025" y="427"/>
                    <a:pt x="9045" y="456"/>
                    <a:pt x="9054" y="490"/>
                  </a:cubicBezTo>
                  <a:lnTo>
                    <a:pt x="9193" y="956"/>
                  </a:lnTo>
                  <a:cubicBezTo>
                    <a:pt x="9203" y="989"/>
                    <a:pt x="9203" y="1023"/>
                    <a:pt x="9189" y="1056"/>
                  </a:cubicBezTo>
                  <a:cubicBezTo>
                    <a:pt x="9189" y="1061"/>
                    <a:pt x="9184" y="1066"/>
                    <a:pt x="9179" y="1066"/>
                  </a:cubicBezTo>
                  <a:lnTo>
                    <a:pt x="2305" y="2919"/>
                  </a:lnTo>
                  <a:lnTo>
                    <a:pt x="2214" y="2607"/>
                  </a:lnTo>
                  <a:lnTo>
                    <a:pt x="8977" y="408"/>
                  </a:lnTo>
                  <a:close/>
                  <a:moveTo>
                    <a:pt x="1825" y="2736"/>
                  </a:moveTo>
                  <a:lnTo>
                    <a:pt x="1911" y="3024"/>
                  </a:lnTo>
                  <a:lnTo>
                    <a:pt x="548" y="3389"/>
                  </a:lnTo>
                  <a:cubicBezTo>
                    <a:pt x="538" y="3389"/>
                    <a:pt x="490" y="3370"/>
                    <a:pt x="471" y="3303"/>
                  </a:cubicBezTo>
                  <a:lnTo>
                    <a:pt x="466" y="3284"/>
                  </a:lnTo>
                  <a:cubicBezTo>
                    <a:pt x="447" y="3221"/>
                    <a:pt x="471" y="3173"/>
                    <a:pt x="486" y="3168"/>
                  </a:cubicBezTo>
                  <a:lnTo>
                    <a:pt x="1825" y="2736"/>
                  </a:lnTo>
                  <a:close/>
                  <a:moveTo>
                    <a:pt x="8981" y="0"/>
                  </a:moveTo>
                  <a:cubicBezTo>
                    <a:pt x="8938" y="0"/>
                    <a:pt x="8895" y="7"/>
                    <a:pt x="8853" y="19"/>
                  </a:cubicBezTo>
                  <a:lnTo>
                    <a:pt x="1897" y="2285"/>
                  </a:lnTo>
                  <a:lnTo>
                    <a:pt x="361" y="2784"/>
                  </a:lnTo>
                  <a:cubicBezTo>
                    <a:pt x="121" y="2861"/>
                    <a:pt x="1" y="3130"/>
                    <a:pt x="78" y="3399"/>
                  </a:cubicBezTo>
                  <a:lnTo>
                    <a:pt x="87" y="3418"/>
                  </a:lnTo>
                  <a:cubicBezTo>
                    <a:pt x="140" y="3634"/>
                    <a:pt x="327" y="3783"/>
                    <a:pt x="548" y="3792"/>
                  </a:cubicBezTo>
                  <a:cubicBezTo>
                    <a:pt x="554" y="3793"/>
                    <a:pt x="561" y="3794"/>
                    <a:pt x="567" y="3794"/>
                  </a:cubicBezTo>
                  <a:cubicBezTo>
                    <a:pt x="596" y="3794"/>
                    <a:pt x="627" y="3786"/>
                    <a:pt x="658" y="3778"/>
                  </a:cubicBezTo>
                  <a:lnTo>
                    <a:pt x="9280" y="1460"/>
                  </a:lnTo>
                  <a:cubicBezTo>
                    <a:pt x="9395" y="1426"/>
                    <a:pt x="9486" y="1354"/>
                    <a:pt x="9544" y="1253"/>
                  </a:cubicBezTo>
                  <a:cubicBezTo>
                    <a:pt x="9611" y="1124"/>
                    <a:pt x="9625" y="975"/>
                    <a:pt x="9582" y="840"/>
                  </a:cubicBezTo>
                  <a:lnTo>
                    <a:pt x="9443" y="375"/>
                  </a:lnTo>
                  <a:cubicBezTo>
                    <a:pt x="9405" y="235"/>
                    <a:pt x="9313" y="120"/>
                    <a:pt x="9184" y="53"/>
                  </a:cubicBezTo>
                  <a:cubicBezTo>
                    <a:pt x="9121" y="17"/>
                    <a:pt x="9052" y="0"/>
                    <a:pt x="89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83"/>
            <p:cNvSpPr/>
            <p:nvPr/>
          </p:nvSpPr>
          <p:spPr>
            <a:xfrm>
              <a:off x="7147971" y="2033481"/>
              <a:ext cx="37496" cy="33985"/>
            </a:xfrm>
            <a:custGeom>
              <a:rect b="b" l="l" r="r" t="t"/>
              <a:pathLst>
                <a:path extrusionOk="0" h="1297" w="1431">
                  <a:moveTo>
                    <a:pt x="715" y="0"/>
                  </a:moveTo>
                  <a:cubicBezTo>
                    <a:pt x="615" y="0"/>
                    <a:pt x="514" y="67"/>
                    <a:pt x="514" y="202"/>
                  </a:cubicBezTo>
                  <a:lnTo>
                    <a:pt x="514" y="447"/>
                  </a:lnTo>
                  <a:lnTo>
                    <a:pt x="269" y="447"/>
                  </a:lnTo>
                  <a:cubicBezTo>
                    <a:pt x="0" y="447"/>
                    <a:pt x="0" y="850"/>
                    <a:pt x="269" y="850"/>
                  </a:cubicBezTo>
                  <a:lnTo>
                    <a:pt x="514" y="850"/>
                  </a:lnTo>
                  <a:lnTo>
                    <a:pt x="514" y="1095"/>
                  </a:lnTo>
                  <a:cubicBezTo>
                    <a:pt x="514" y="1229"/>
                    <a:pt x="615" y="1296"/>
                    <a:pt x="715" y="1296"/>
                  </a:cubicBezTo>
                  <a:cubicBezTo>
                    <a:pt x="816" y="1296"/>
                    <a:pt x="917" y="1229"/>
                    <a:pt x="917" y="1095"/>
                  </a:cubicBezTo>
                  <a:lnTo>
                    <a:pt x="917" y="850"/>
                  </a:lnTo>
                  <a:lnTo>
                    <a:pt x="1162" y="850"/>
                  </a:lnTo>
                  <a:cubicBezTo>
                    <a:pt x="1431" y="850"/>
                    <a:pt x="1431" y="447"/>
                    <a:pt x="1162" y="447"/>
                  </a:cubicBezTo>
                  <a:lnTo>
                    <a:pt x="917" y="447"/>
                  </a:lnTo>
                  <a:lnTo>
                    <a:pt x="917" y="202"/>
                  </a:lnTo>
                  <a:cubicBezTo>
                    <a:pt x="917" y="67"/>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83"/>
            <p:cNvSpPr/>
            <p:nvPr/>
          </p:nvSpPr>
          <p:spPr>
            <a:xfrm>
              <a:off x="7348080" y="2054600"/>
              <a:ext cx="37627" cy="33985"/>
            </a:xfrm>
            <a:custGeom>
              <a:rect b="b" l="l" r="r" t="t"/>
              <a:pathLst>
                <a:path extrusionOk="0" h="1297" w="1436">
                  <a:moveTo>
                    <a:pt x="720" y="1"/>
                  </a:moveTo>
                  <a:cubicBezTo>
                    <a:pt x="610" y="1"/>
                    <a:pt x="519" y="92"/>
                    <a:pt x="519" y="202"/>
                  </a:cubicBezTo>
                  <a:lnTo>
                    <a:pt x="519" y="447"/>
                  </a:lnTo>
                  <a:lnTo>
                    <a:pt x="274" y="447"/>
                  </a:lnTo>
                  <a:cubicBezTo>
                    <a:pt x="0" y="447"/>
                    <a:pt x="0" y="850"/>
                    <a:pt x="274" y="850"/>
                  </a:cubicBezTo>
                  <a:lnTo>
                    <a:pt x="514" y="850"/>
                  </a:lnTo>
                  <a:lnTo>
                    <a:pt x="514" y="1095"/>
                  </a:lnTo>
                  <a:cubicBezTo>
                    <a:pt x="514" y="1229"/>
                    <a:pt x="616" y="1297"/>
                    <a:pt x="718" y="1297"/>
                  </a:cubicBezTo>
                  <a:cubicBezTo>
                    <a:pt x="820" y="1297"/>
                    <a:pt x="922" y="1229"/>
                    <a:pt x="922" y="1095"/>
                  </a:cubicBezTo>
                  <a:lnTo>
                    <a:pt x="922" y="850"/>
                  </a:lnTo>
                  <a:lnTo>
                    <a:pt x="1162" y="850"/>
                  </a:lnTo>
                  <a:cubicBezTo>
                    <a:pt x="1436" y="850"/>
                    <a:pt x="1436" y="447"/>
                    <a:pt x="1162" y="447"/>
                  </a:cubicBezTo>
                  <a:lnTo>
                    <a:pt x="922" y="447"/>
                  </a:lnTo>
                  <a:lnTo>
                    <a:pt x="922" y="202"/>
                  </a:lnTo>
                  <a:cubicBezTo>
                    <a:pt x="922" y="92"/>
                    <a:pt x="831" y="1"/>
                    <a:pt x="7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3"/>
            <p:cNvSpPr/>
            <p:nvPr/>
          </p:nvSpPr>
          <p:spPr>
            <a:xfrm>
              <a:off x="7270730" y="1985085"/>
              <a:ext cx="37496" cy="34063"/>
            </a:xfrm>
            <a:custGeom>
              <a:rect b="b" l="l" r="r" t="t"/>
              <a:pathLst>
                <a:path extrusionOk="0" h="1300" w="1431">
                  <a:moveTo>
                    <a:pt x="715" y="0"/>
                  </a:moveTo>
                  <a:cubicBezTo>
                    <a:pt x="615" y="0"/>
                    <a:pt x="514" y="69"/>
                    <a:pt x="514" y="205"/>
                  </a:cubicBezTo>
                  <a:lnTo>
                    <a:pt x="514" y="445"/>
                  </a:lnTo>
                  <a:lnTo>
                    <a:pt x="269" y="445"/>
                  </a:lnTo>
                  <a:cubicBezTo>
                    <a:pt x="0" y="445"/>
                    <a:pt x="0" y="854"/>
                    <a:pt x="269" y="854"/>
                  </a:cubicBezTo>
                  <a:lnTo>
                    <a:pt x="514" y="854"/>
                  </a:lnTo>
                  <a:lnTo>
                    <a:pt x="514" y="1098"/>
                  </a:lnTo>
                  <a:cubicBezTo>
                    <a:pt x="514" y="1233"/>
                    <a:pt x="615" y="1300"/>
                    <a:pt x="715" y="1300"/>
                  </a:cubicBezTo>
                  <a:cubicBezTo>
                    <a:pt x="816" y="1300"/>
                    <a:pt x="917" y="1233"/>
                    <a:pt x="917" y="1098"/>
                  </a:cubicBezTo>
                  <a:lnTo>
                    <a:pt x="917" y="854"/>
                  </a:lnTo>
                  <a:lnTo>
                    <a:pt x="1162" y="854"/>
                  </a:lnTo>
                  <a:cubicBezTo>
                    <a:pt x="1431" y="854"/>
                    <a:pt x="1431" y="445"/>
                    <a:pt x="1162" y="445"/>
                  </a:cubicBezTo>
                  <a:lnTo>
                    <a:pt x="917" y="445"/>
                  </a:lnTo>
                  <a:lnTo>
                    <a:pt x="917" y="205"/>
                  </a:lnTo>
                  <a:cubicBezTo>
                    <a:pt x="917" y="69"/>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9" name="Google Shape;15619;p83"/>
          <p:cNvGrpSpPr/>
          <p:nvPr/>
        </p:nvGrpSpPr>
        <p:grpSpPr>
          <a:xfrm>
            <a:off x="6139594" y="2917448"/>
            <a:ext cx="371578" cy="315347"/>
            <a:chOff x="6139594" y="2917448"/>
            <a:chExt cx="371578" cy="315347"/>
          </a:xfrm>
        </p:grpSpPr>
        <p:sp>
          <p:nvSpPr>
            <p:cNvPr id="15620" name="Google Shape;15620;p83"/>
            <p:cNvSpPr/>
            <p:nvPr/>
          </p:nvSpPr>
          <p:spPr>
            <a:xfrm>
              <a:off x="6144887" y="3147402"/>
              <a:ext cx="360625" cy="80101"/>
            </a:xfrm>
            <a:custGeom>
              <a:rect b="b" l="l" r="r" t="t"/>
              <a:pathLst>
                <a:path extrusionOk="0" h="3057" w="13763">
                  <a:moveTo>
                    <a:pt x="5260" y="0"/>
                  </a:moveTo>
                  <a:cubicBezTo>
                    <a:pt x="4269" y="0"/>
                    <a:pt x="3277" y="12"/>
                    <a:pt x="2290" y="81"/>
                  </a:cubicBezTo>
                  <a:cubicBezTo>
                    <a:pt x="1776" y="119"/>
                    <a:pt x="312" y="129"/>
                    <a:pt x="163" y="762"/>
                  </a:cubicBezTo>
                  <a:cubicBezTo>
                    <a:pt x="0" y="1439"/>
                    <a:pt x="1459" y="2020"/>
                    <a:pt x="1944" y="2212"/>
                  </a:cubicBezTo>
                  <a:cubicBezTo>
                    <a:pt x="3509" y="2831"/>
                    <a:pt x="5228" y="3057"/>
                    <a:pt x="6884" y="3057"/>
                  </a:cubicBezTo>
                  <a:cubicBezTo>
                    <a:pt x="8535" y="3057"/>
                    <a:pt x="10253" y="2826"/>
                    <a:pt x="11818" y="2212"/>
                  </a:cubicBezTo>
                  <a:cubicBezTo>
                    <a:pt x="12308" y="2020"/>
                    <a:pt x="13762" y="1439"/>
                    <a:pt x="13599" y="762"/>
                  </a:cubicBezTo>
                  <a:cubicBezTo>
                    <a:pt x="13450" y="133"/>
                    <a:pt x="11981" y="119"/>
                    <a:pt x="11473" y="81"/>
                  </a:cubicBezTo>
                  <a:cubicBezTo>
                    <a:pt x="10485" y="12"/>
                    <a:pt x="9493" y="0"/>
                    <a:pt x="8501" y="0"/>
                  </a:cubicBezTo>
                  <a:cubicBezTo>
                    <a:pt x="7960" y="0"/>
                    <a:pt x="7419" y="4"/>
                    <a:pt x="6879" y="4"/>
                  </a:cubicBezTo>
                  <a:cubicBezTo>
                    <a:pt x="6340" y="4"/>
                    <a:pt x="5800" y="0"/>
                    <a:pt x="5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3"/>
            <p:cNvSpPr/>
            <p:nvPr/>
          </p:nvSpPr>
          <p:spPr>
            <a:xfrm>
              <a:off x="6195432" y="2948263"/>
              <a:ext cx="259641" cy="243159"/>
            </a:xfrm>
            <a:custGeom>
              <a:rect b="b" l="l" r="r" t="t"/>
              <a:pathLst>
                <a:path extrusionOk="0" h="9280" w="9909">
                  <a:moveTo>
                    <a:pt x="1" y="0"/>
                  </a:moveTo>
                  <a:cubicBezTo>
                    <a:pt x="1" y="0"/>
                    <a:pt x="1407" y="3591"/>
                    <a:pt x="1292" y="8593"/>
                  </a:cubicBezTo>
                  <a:cubicBezTo>
                    <a:pt x="1292" y="8597"/>
                    <a:pt x="1292" y="8607"/>
                    <a:pt x="1292" y="8617"/>
                  </a:cubicBezTo>
                  <a:cubicBezTo>
                    <a:pt x="1292" y="8981"/>
                    <a:pt x="2934" y="9279"/>
                    <a:pt x="4955" y="9279"/>
                  </a:cubicBezTo>
                  <a:cubicBezTo>
                    <a:pt x="6980" y="9279"/>
                    <a:pt x="8617" y="8981"/>
                    <a:pt x="8617" y="8617"/>
                  </a:cubicBezTo>
                  <a:cubicBezTo>
                    <a:pt x="8492" y="3605"/>
                    <a:pt x="9908" y="0"/>
                    <a:pt x="9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83"/>
            <p:cNvSpPr/>
            <p:nvPr/>
          </p:nvSpPr>
          <p:spPr>
            <a:xfrm>
              <a:off x="6306740" y="2948263"/>
              <a:ext cx="148332" cy="243159"/>
            </a:xfrm>
            <a:custGeom>
              <a:rect b="b" l="l" r="r" t="t"/>
              <a:pathLst>
                <a:path extrusionOk="0" h="9280" w="5661">
                  <a:moveTo>
                    <a:pt x="4254" y="0"/>
                  </a:moveTo>
                  <a:cubicBezTo>
                    <a:pt x="4254" y="0"/>
                    <a:pt x="2838" y="3605"/>
                    <a:pt x="2963" y="8617"/>
                  </a:cubicBezTo>
                  <a:cubicBezTo>
                    <a:pt x="2963" y="8938"/>
                    <a:pt x="1686" y="9207"/>
                    <a:pt x="1" y="9269"/>
                  </a:cubicBezTo>
                  <a:cubicBezTo>
                    <a:pt x="231" y="9274"/>
                    <a:pt x="467" y="9279"/>
                    <a:pt x="707" y="9279"/>
                  </a:cubicBezTo>
                  <a:cubicBezTo>
                    <a:pt x="2728" y="9279"/>
                    <a:pt x="4369" y="8981"/>
                    <a:pt x="4369" y="8617"/>
                  </a:cubicBezTo>
                  <a:cubicBezTo>
                    <a:pt x="4244" y="3605"/>
                    <a:pt x="5660" y="0"/>
                    <a:pt x="566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83"/>
            <p:cNvSpPr/>
            <p:nvPr/>
          </p:nvSpPr>
          <p:spPr>
            <a:xfrm>
              <a:off x="6195432" y="2922846"/>
              <a:ext cx="259641" cy="51593"/>
            </a:xfrm>
            <a:custGeom>
              <a:rect b="b" l="l" r="r" t="t"/>
              <a:pathLst>
                <a:path extrusionOk="0" h="1969" w="9909">
                  <a:moveTo>
                    <a:pt x="4955" y="1"/>
                  </a:moveTo>
                  <a:cubicBezTo>
                    <a:pt x="2218" y="1"/>
                    <a:pt x="1" y="442"/>
                    <a:pt x="1" y="985"/>
                  </a:cubicBezTo>
                  <a:cubicBezTo>
                    <a:pt x="1" y="1527"/>
                    <a:pt x="2218" y="1969"/>
                    <a:pt x="4955" y="1969"/>
                  </a:cubicBezTo>
                  <a:cubicBezTo>
                    <a:pt x="7691" y="1969"/>
                    <a:pt x="9908" y="1527"/>
                    <a:pt x="9908" y="985"/>
                  </a:cubicBezTo>
                  <a:cubicBezTo>
                    <a:pt x="9908" y="442"/>
                    <a:pt x="7691" y="1"/>
                    <a:pt x="49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83"/>
            <p:cNvSpPr/>
            <p:nvPr/>
          </p:nvSpPr>
          <p:spPr>
            <a:xfrm>
              <a:off x="6228892" y="3133514"/>
              <a:ext cx="192588" cy="58012"/>
            </a:xfrm>
            <a:custGeom>
              <a:rect b="b" l="l" r="r" t="t"/>
              <a:pathLst>
                <a:path extrusionOk="0" h="2214" w="7350">
                  <a:moveTo>
                    <a:pt x="1" y="1"/>
                  </a:moveTo>
                  <a:lnTo>
                    <a:pt x="1" y="1"/>
                  </a:lnTo>
                  <a:cubicBezTo>
                    <a:pt x="20" y="491"/>
                    <a:pt x="25" y="999"/>
                    <a:pt x="15" y="1527"/>
                  </a:cubicBezTo>
                  <a:cubicBezTo>
                    <a:pt x="10" y="1532"/>
                    <a:pt x="10" y="1542"/>
                    <a:pt x="15" y="1551"/>
                  </a:cubicBezTo>
                  <a:cubicBezTo>
                    <a:pt x="15" y="1916"/>
                    <a:pt x="1652" y="2214"/>
                    <a:pt x="3678" y="2214"/>
                  </a:cubicBezTo>
                  <a:cubicBezTo>
                    <a:pt x="5699" y="2214"/>
                    <a:pt x="7340" y="1916"/>
                    <a:pt x="7340" y="1551"/>
                  </a:cubicBezTo>
                  <a:cubicBezTo>
                    <a:pt x="7326" y="1019"/>
                    <a:pt x="7331" y="500"/>
                    <a:pt x="7350" y="1"/>
                  </a:cubicBezTo>
                  <a:lnTo>
                    <a:pt x="7350" y="1"/>
                  </a:lnTo>
                  <a:cubicBezTo>
                    <a:pt x="6385" y="183"/>
                    <a:pt x="5089" y="303"/>
                    <a:pt x="3678" y="303"/>
                  </a:cubicBezTo>
                  <a:cubicBezTo>
                    <a:pt x="3063" y="303"/>
                    <a:pt x="2478" y="279"/>
                    <a:pt x="1926" y="241"/>
                  </a:cubicBezTo>
                  <a:lnTo>
                    <a:pt x="1897" y="241"/>
                  </a:lnTo>
                  <a:cubicBezTo>
                    <a:pt x="1575" y="217"/>
                    <a:pt x="1273" y="188"/>
                    <a:pt x="980" y="155"/>
                  </a:cubicBezTo>
                  <a:cubicBezTo>
                    <a:pt x="629" y="111"/>
                    <a:pt x="298" y="5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3"/>
            <p:cNvSpPr/>
            <p:nvPr/>
          </p:nvSpPr>
          <p:spPr>
            <a:xfrm>
              <a:off x="6229023" y="3133409"/>
              <a:ext cx="393" cy="18368"/>
            </a:xfrm>
            <a:custGeom>
              <a:rect b="b" l="l" r="r" t="t"/>
              <a:pathLst>
                <a:path extrusionOk="0" h="701" w="15">
                  <a:moveTo>
                    <a:pt x="0" y="0"/>
                  </a:moveTo>
                  <a:cubicBezTo>
                    <a:pt x="5" y="231"/>
                    <a:pt x="10" y="466"/>
                    <a:pt x="15" y="701"/>
                  </a:cubicBezTo>
                  <a:cubicBezTo>
                    <a:pt x="15" y="466"/>
                    <a:pt x="15" y="231"/>
                    <a:pt x="1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3"/>
            <p:cNvSpPr/>
            <p:nvPr/>
          </p:nvSpPr>
          <p:spPr>
            <a:xfrm>
              <a:off x="6229154" y="3133409"/>
              <a:ext cx="192326" cy="58012"/>
            </a:xfrm>
            <a:custGeom>
              <a:rect b="b" l="l" r="r" t="t"/>
              <a:pathLst>
                <a:path extrusionOk="0" h="2214" w="7340">
                  <a:moveTo>
                    <a:pt x="7340" y="0"/>
                  </a:moveTo>
                  <a:cubicBezTo>
                    <a:pt x="6917" y="82"/>
                    <a:pt x="6442" y="149"/>
                    <a:pt x="5924" y="202"/>
                  </a:cubicBezTo>
                  <a:cubicBezTo>
                    <a:pt x="5919" y="360"/>
                    <a:pt x="5914" y="586"/>
                    <a:pt x="5914" y="807"/>
                  </a:cubicBezTo>
                  <a:cubicBezTo>
                    <a:pt x="5914" y="1263"/>
                    <a:pt x="5564" y="1637"/>
                    <a:pt x="5117" y="1671"/>
                  </a:cubicBezTo>
                  <a:cubicBezTo>
                    <a:pt x="4671" y="1709"/>
                    <a:pt x="4181" y="1728"/>
                    <a:pt x="3663" y="1728"/>
                  </a:cubicBezTo>
                  <a:cubicBezTo>
                    <a:pt x="1728" y="1728"/>
                    <a:pt x="139" y="1455"/>
                    <a:pt x="10" y="1109"/>
                  </a:cubicBezTo>
                  <a:cubicBezTo>
                    <a:pt x="10" y="1243"/>
                    <a:pt x="5" y="1383"/>
                    <a:pt x="5" y="1522"/>
                  </a:cubicBezTo>
                  <a:cubicBezTo>
                    <a:pt x="0" y="1531"/>
                    <a:pt x="0" y="1541"/>
                    <a:pt x="5" y="1551"/>
                  </a:cubicBezTo>
                  <a:cubicBezTo>
                    <a:pt x="5" y="1882"/>
                    <a:pt x="1363" y="2160"/>
                    <a:pt x="3135" y="2208"/>
                  </a:cubicBezTo>
                  <a:cubicBezTo>
                    <a:pt x="3250" y="2213"/>
                    <a:pt x="3365" y="2213"/>
                    <a:pt x="3485" y="2213"/>
                  </a:cubicBezTo>
                  <a:lnTo>
                    <a:pt x="3668" y="2213"/>
                  </a:lnTo>
                  <a:cubicBezTo>
                    <a:pt x="5689" y="2213"/>
                    <a:pt x="7330" y="1915"/>
                    <a:pt x="7330" y="1551"/>
                  </a:cubicBezTo>
                  <a:cubicBezTo>
                    <a:pt x="7330" y="1479"/>
                    <a:pt x="7325" y="1402"/>
                    <a:pt x="7325" y="1330"/>
                  </a:cubicBezTo>
                  <a:cubicBezTo>
                    <a:pt x="7325" y="1325"/>
                    <a:pt x="7325" y="1320"/>
                    <a:pt x="7325" y="1315"/>
                  </a:cubicBezTo>
                  <a:lnTo>
                    <a:pt x="7325" y="1104"/>
                  </a:lnTo>
                  <a:lnTo>
                    <a:pt x="7325" y="1023"/>
                  </a:lnTo>
                  <a:lnTo>
                    <a:pt x="7325" y="907"/>
                  </a:lnTo>
                  <a:lnTo>
                    <a:pt x="7325" y="802"/>
                  </a:lnTo>
                  <a:lnTo>
                    <a:pt x="7325" y="706"/>
                  </a:lnTo>
                  <a:lnTo>
                    <a:pt x="7325" y="701"/>
                  </a:lnTo>
                  <a:cubicBezTo>
                    <a:pt x="7325" y="600"/>
                    <a:pt x="7325" y="504"/>
                    <a:pt x="7330" y="403"/>
                  </a:cubicBezTo>
                  <a:lnTo>
                    <a:pt x="7330" y="307"/>
                  </a:lnTo>
                  <a:cubicBezTo>
                    <a:pt x="7330" y="207"/>
                    <a:pt x="7335" y="101"/>
                    <a:pt x="734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3"/>
            <p:cNvSpPr/>
            <p:nvPr/>
          </p:nvSpPr>
          <p:spPr>
            <a:xfrm>
              <a:off x="6139594" y="2917448"/>
              <a:ext cx="371578" cy="315347"/>
            </a:xfrm>
            <a:custGeom>
              <a:rect b="b" l="l" r="r" t="t"/>
              <a:pathLst>
                <a:path extrusionOk="0" h="12035" w="14181">
                  <a:moveTo>
                    <a:pt x="7081" y="413"/>
                  </a:moveTo>
                  <a:cubicBezTo>
                    <a:pt x="8367" y="413"/>
                    <a:pt x="9587" y="509"/>
                    <a:pt x="10503" y="687"/>
                  </a:cubicBezTo>
                  <a:cubicBezTo>
                    <a:pt x="11564" y="893"/>
                    <a:pt x="11819" y="1133"/>
                    <a:pt x="11828" y="1191"/>
                  </a:cubicBezTo>
                  <a:cubicBezTo>
                    <a:pt x="11828" y="1195"/>
                    <a:pt x="11823" y="1200"/>
                    <a:pt x="11823" y="1205"/>
                  </a:cubicBezTo>
                  <a:lnTo>
                    <a:pt x="11809" y="1219"/>
                  </a:lnTo>
                  <a:cubicBezTo>
                    <a:pt x="11775" y="1258"/>
                    <a:pt x="11732" y="1291"/>
                    <a:pt x="11684" y="1320"/>
                  </a:cubicBezTo>
                  <a:cubicBezTo>
                    <a:pt x="11607" y="1368"/>
                    <a:pt x="11526" y="1407"/>
                    <a:pt x="11444" y="1440"/>
                  </a:cubicBezTo>
                  <a:lnTo>
                    <a:pt x="11420" y="1450"/>
                  </a:lnTo>
                  <a:lnTo>
                    <a:pt x="11401" y="1455"/>
                  </a:lnTo>
                  <a:lnTo>
                    <a:pt x="11358" y="1474"/>
                  </a:lnTo>
                  <a:cubicBezTo>
                    <a:pt x="11065" y="1575"/>
                    <a:pt x="10758" y="1651"/>
                    <a:pt x="10451" y="1704"/>
                  </a:cubicBezTo>
                  <a:lnTo>
                    <a:pt x="10374" y="1719"/>
                  </a:lnTo>
                  <a:lnTo>
                    <a:pt x="10364" y="1719"/>
                  </a:lnTo>
                  <a:lnTo>
                    <a:pt x="10283" y="1733"/>
                  </a:lnTo>
                  <a:cubicBezTo>
                    <a:pt x="9452" y="1877"/>
                    <a:pt x="8401" y="1959"/>
                    <a:pt x="7311" y="1968"/>
                  </a:cubicBezTo>
                  <a:lnTo>
                    <a:pt x="6865" y="1968"/>
                  </a:lnTo>
                  <a:cubicBezTo>
                    <a:pt x="5770" y="1959"/>
                    <a:pt x="4724" y="1877"/>
                    <a:pt x="3893" y="1733"/>
                  </a:cubicBezTo>
                  <a:lnTo>
                    <a:pt x="3812" y="1719"/>
                  </a:lnTo>
                  <a:lnTo>
                    <a:pt x="3802" y="1719"/>
                  </a:lnTo>
                  <a:lnTo>
                    <a:pt x="3725" y="1704"/>
                  </a:lnTo>
                  <a:lnTo>
                    <a:pt x="3721" y="1704"/>
                  </a:lnTo>
                  <a:cubicBezTo>
                    <a:pt x="3394" y="1651"/>
                    <a:pt x="3073" y="1565"/>
                    <a:pt x="2765" y="1455"/>
                  </a:cubicBezTo>
                  <a:lnTo>
                    <a:pt x="2722" y="1440"/>
                  </a:lnTo>
                  <a:cubicBezTo>
                    <a:pt x="2660" y="1411"/>
                    <a:pt x="2597" y="1383"/>
                    <a:pt x="2535" y="1354"/>
                  </a:cubicBezTo>
                  <a:lnTo>
                    <a:pt x="2525" y="1349"/>
                  </a:lnTo>
                  <a:lnTo>
                    <a:pt x="2501" y="1335"/>
                  </a:lnTo>
                  <a:cubicBezTo>
                    <a:pt x="2449" y="1306"/>
                    <a:pt x="2396" y="1267"/>
                    <a:pt x="2353" y="1219"/>
                  </a:cubicBezTo>
                  <a:lnTo>
                    <a:pt x="2343" y="1205"/>
                  </a:lnTo>
                  <a:cubicBezTo>
                    <a:pt x="2338" y="1200"/>
                    <a:pt x="2333" y="1195"/>
                    <a:pt x="2333" y="1191"/>
                  </a:cubicBezTo>
                  <a:cubicBezTo>
                    <a:pt x="2348" y="1133"/>
                    <a:pt x="2597" y="893"/>
                    <a:pt x="3663" y="687"/>
                  </a:cubicBezTo>
                  <a:cubicBezTo>
                    <a:pt x="4580" y="509"/>
                    <a:pt x="5794" y="413"/>
                    <a:pt x="7081" y="413"/>
                  </a:cubicBezTo>
                  <a:close/>
                  <a:moveTo>
                    <a:pt x="10950" y="9020"/>
                  </a:moveTo>
                  <a:cubicBezTo>
                    <a:pt x="11204" y="9029"/>
                    <a:pt x="11439" y="9044"/>
                    <a:pt x="11670" y="9058"/>
                  </a:cubicBezTo>
                  <a:lnTo>
                    <a:pt x="11843" y="9068"/>
                  </a:lnTo>
                  <a:cubicBezTo>
                    <a:pt x="12140" y="9087"/>
                    <a:pt x="12587" y="9111"/>
                    <a:pt x="12966" y="9197"/>
                  </a:cubicBezTo>
                  <a:cubicBezTo>
                    <a:pt x="13235" y="9260"/>
                    <a:pt x="13566" y="9380"/>
                    <a:pt x="13614" y="9581"/>
                  </a:cubicBezTo>
                  <a:cubicBezTo>
                    <a:pt x="13667" y="9841"/>
                    <a:pt x="13283" y="10124"/>
                    <a:pt x="13048" y="10273"/>
                  </a:cubicBezTo>
                  <a:cubicBezTo>
                    <a:pt x="12649" y="10522"/>
                    <a:pt x="12159" y="10714"/>
                    <a:pt x="11948" y="10796"/>
                  </a:cubicBezTo>
                  <a:cubicBezTo>
                    <a:pt x="10547" y="11348"/>
                    <a:pt x="8910" y="11631"/>
                    <a:pt x="7086" y="11631"/>
                  </a:cubicBezTo>
                  <a:cubicBezTo>
                    <a:pt x="5262" y="11631"/>
                    <a:pt x="3625" y="11348"/>
                    <a:pt x="2228" y="10796"/>
                  </a:cubicBezTo>
                  <a:cubicBezTo>
                    <a:pt x="2017" y="10714"/>
                    <a:pt x="1522" y="10522"/>
                    <a:pt x="1128" y="10273"/>
                  </a:cubicBezTo>
                  <a:cubicBezTo>
                    <a:pt x="893" y="10124"/>
                    <a:pt x="509" y="9841"/>
                    <a:pt x="567" y="9586"/>
                  </a:cubicBezTo>
                  <a:cubicBezTo>
                    <a:pt x="668" y="9164"/>
                    <a:pt x="1877" y="9097"/>
                    <a:pt x="2333" y="9073"/>
                  </a:cubicBezTo>
                  <a:lnTo>
                    <a:pt x="2511" y="9058"/>
                  </a:lnTo>
                  <a:cubicBezTo>
                    <a:pt x="2741" y="9044"/>
                    <a:pt x="2977" y="9029"/>
                    <a:pt x="3231" y="9020"/>
                  </a:cubicBezTo>
                  <a:lnTo>
                    <a:pt x="3231" y="9365"/>
                  </a:lnTo>
                  <a:lnTo>
                    <a:pt x="3231" y="9380"/>
                  </a:lnTo>
                  <a:cubicBezTo>
                    <a:pt x="3231" y="9505"/>
                    <a:pt x="3231" y="9625"/>
                    <a:pt x="3226" y="9745"/>
                  </a:cubicBezTo>
                  <a:cubicBezTo>
                    <a:pt x="3221" y="9764"/>
                    <a:pt x="3221" y="9778"/>
                    <a:pt x="3221" y="9793"/>
                  </a:cubicBezTo>
                  <a:cubicBezTo>
                    <a:pt x="3221" y="9821"/>
                    <a:pt x="3226" y="9850"/>
                    <a:pt x="3231" y="9874"/>
                  </a:cubicBezTo>
                  <a:cubicBezTo>
                    <a:pt x="3236" y="9893"/>
                    <a:pt x="3241" y="9913"/>
                    <a:pt x="3250" y="9927"/>
                  </a:cubicBezTo>
                  <a:cubicBezTo>
                    <a:pt x="3260" y="9946"/>
                    <a:pt x="3269" y="9965"/>
                    <a:pt x="3279" y="9980"/>
                  </a:cubicBezTo>
                  <a:cubicBezTo>
                    <a:pt x="3413" y="10186"/>
                    <a:pt x="3793" y="10340"/>
                    <a:pt x="4465" y="10460"/>
                  </a:cubicBezTo>
                  <a:cubicBezTo>
                    <a:pt x="5166" y="10589"/>
                    <a:pt x="6102" y="10657"/>
                    <a:pt x="7090" y="10657"/>
                  </a:cubicBezTo>
                  <a:cubicBezTo>
                    <a:pt x="7335" y="10657"/>
                    <a:pt x="7580" y="10652"/>
                    <a:pt x="7820" y="10642"/>
                  </a:cubicBezTo>
                  <a:cubicBezTo>
                    <a:pt x="8454" y="10628"/>
                    <a:pt x="9087" y="10565"/>
                    <a:pt x="9716" y="10460"/>
                  </a:cubicBezTo>
                  <a:cubicBezTo>
                    <a:pt x="10499" y="10321"/>
                    <a:pt x="10883" y="10133"/>
                    <a:pt x="10945" y="9874"/>
                  </a:cubicBezTo>
                  <a:cubicBezTo>
                    <a:pt x="10955" y="9845"/>
                    <a:pt x="10959" y="9817"/>
                    <a:pt x="10959" y="9788"/>
                  </a:cubicBezTo>
                  <a:lnTo>
                    <a:pt x="10959" y="9769"/>
                  </a:lnTo>
                  <a:cubicBezTo>
                    <a:pt x="10955" y="9649"/>
                    <a:pt x="10955" y="9533"/>
                    <a:pt x="10950" y="9413"/>
                  </a:cubicBezTo>
                  <a:lnTo>
                    <a:pt x="10950" y="9409"/>
                  </a:lnTo>
                  <a:lnTo>
                    <a:pt x="10950" y="9356"/>
                  </a:lnTo>
                  <a:lnTo>
                    <a:pt x="10950" y="9034"/>
                  </a:lnTo>
                  <a:lnTo>
                    <a:pt x="10950" y="9020"/>
                  </a:lnTo>
                  <a:close/>
                  <a:moveTo>
                    <a:pt x="7090" y="0"/>
                  </a:moveTo>
                  <a:cubicBezTo>
                    <a:pt x="5756" y="0"/>
                    <a:pt x="4498" y="106"/>
                    <a:pt x="3553" y="293"/>
                  </a:cubicBezTo>
                  <a:cubicBezTo>
                    <a:pt x="3082" y="389"/>
                    <a:pt x="2708" y="499"/>
                    <a:pt x="2444" y="624"/>
                  </a:cubicBezTo>
                  <a:cubicBezTo>
                    <a:pt x="2324" y="677"/>
                    <a:pt x="1973" y="845"/>
                    <a:pt x="1940" y="1143"/>
                  </a:cubicBezTo>
                  <a:cubicBezTo>
                    <a:pt x="1940" y="1152"/>
                    <a:pt x="1940" y="1167"/>
                    <a:pt x="1940" y="1181"/>
                  </a:cubicBezTo>
                  <a:lnTo>
                    <a:pt x="1940" y="1191"/>
                  </a:lnTo>
                  <a:cubicBezTo>
                    <a:pt x="1940" y="1282"/>
                    <a:pt x="1969" y="1373"/>
                    <a:pt x="2026" y="1445"/>
                  </a:cubicBezTo>
                  <a:cubicBezTo>
                    <a:pt x="2309" y="2251"/>
                    <a:pt x="3097" y="4786"/>
                    <a:pt x="3221" y="8237"/>
                  </a:cubicBezTo>
                  <a:lnTo>
                    <a:pt x="3221" y="8247"/>
                  </a:lnTo>
                  <a:cubicBezTo>
                    <a:pt x="3226" y="8367"/>
                    <a:pt x="3231" y="8492"/>
                    <a:pt x="3231" y="8612"/>
                  </a:cubicBezTo>
                  <a:cubicBezTo>
                    <a:pt x="2972" y="8626"/>
                    <a:pt x="2727" y="8636"/>
                    <a:pt x="2492" y="8655"/>
                  </a:cubicBezTo>
                  <a:lnTo>
                    <a:pt x="2319" y="8665"/>
                  </a:lnTo>
                  <a:cubicBezTo>
                    <a:pt x="1633" y="8703"/>
                    <a:pt x="351" y="8770"/>
                    <a:pt x="183" y="9490"/>
                  </a:cubicBezTo>
                  <a:cubicBezTo>
                    <a:pt x="0" y="10253"/>
                    <a:pt x="1181" y="10820"/>
                    <a:pt x="2084" y="11175"/>
                  </a:cubicBezTo>
                  <a:cubicBezTo>
                    <a:pt x="3533" y="11746"/>
                    <a:pt x="5218" y="12034"/>
                    <a:pt x="7100" y="12034"/>
                  </a:cubicBezTo>
                  <a:cubicBezTo>
                    <a:pt x="8977" y="12034"/>
                    <a:pt x="10662" y="11746"/>
                    <a:pt x="12111" y="11175"/>
                  </a:cubicBezTo>
                  <a:cubicBezTo>
                    <a:pt x="13000" y="10820"/>
                    <a:pt x="14180" y="10258"/>
                    <a:pt x="13998" y="9490"/>
                  </a:cubicBezTo>
                  <a:cubicBezTo>
                    <a:pt x="13830" y="8775"/>
                    <a:pt x="12548" y="8703"/>
                    <a:pt x="11857" y="8665"/>
                  </a:cubicBezTo>
                  <a:lnTo>
                    <a:pt x="11689" y="8655"/>
                  </a:lnTo>
                  <a:cubicBezTo>
                    <a:pt x="11454" y="8636"/>
                    <a:pt x="11209" y="8626"/>
                    <a:pt x="10950" y="8612"/>
                  </a:cubicBezTo>
                  <a:cubicBezTo>
                    <a:pt x="10950" y="8492"/>
                    <a:pt x="10955" y="8372"/>
                    <a:pt x="10959" y="8247"/>
                  </a:cubicBezTo>
                  <a:cubicBezTo>
                    <a:pt x="11007" y="6860"/>
                    <a:pt x="11171" y="5482"/>
                    <a:pt x="11444" y="4119"/>
                  </a:cubicBezTo>
                  <a:cubicBezTo>
                    <a:pt x="11485" y="3962"/>
                    <a:pt x="11363" y="3867"/>
                    <a:pt x="11243" y="3867"/>
                  </a:cubicBezTo>
                  <a:cubicBezTo>
                    <a:pt x="11153" y="3867"/>
                    <a:pt x="11064" y="3921"/>
                    <a:pt x="11046" y="4042"/>
                  </a:cubicBezTo>
                  <a:cubicBezTo>
                    <a:pt x="10782" y="5372"/>
                    <a:pt x="10619" y="6716"/>
                    <a:pt x="10561" y="8069"/>
                  </a:cubicBezTo>
                  <a:cubicBezTo>
                    <a:pt x="9587" y="8247"/>
                    <a:pt x="8362" y="8343"/>
                    <a:pt x="7081" y="8343"/>
                  </a:cubicBezTo>
                  <a:cubicBezTo>
                    <a:pt x="6490" y="8343"/>
                    <a:pt x="5905" y="8324"/>
                    <a:pt x="5348" y="8285"/>
                  </a:cubicBezTo>
                  <a:cubicBezTo>
                    <a:pt x="5339" y="8284"/>
                    <a:pt x="5330" y="8284"/>
                    <a:pt x="5321" y="8284"/>
                  </a:cubicBezTo>
                  <a:cubicBezTo>
                    <a:pt x="5068" y="8284"/>
                    <a:pt x="5050" y="8679"/>
                    <a:pt x="5319" y="8689"/>
                  </a:cubicBezTo>
                  <a:cubicBezTo>
                    <a:pt x="5886" y="8732"/>
                    <a:pt x="6481" y="8751"/>
                    <a:pt x="7081" y="8751"/>
                  </a:cubicBezTo>
                  <a:cubicBezTo>
                    <a:pt x="8348" y="8751"/>
                    <a:pt x="9563" y="8655"/>
                    <a:pt x="10547" y="8487"/>
                  </a:cubicBezTo>
                  <a:lnTo>
                    <a:pt x="10547" y="8516"/>
                  </a:lnTo>
                  <a:cubicBezTo>
                    <a:pt x="10542" y="8607"/>
                    <a:pt x="10542" y="8698"/>
                    <a:pt x="10537" y="8785"/>
                  </a:cubicBezTo>
                  <a:lnTo>
                    <a:pt x="10537" y="8852"/>
                  </a:lnTo>
                  <a:lnTo>
                    <a:pt x="10537" y="8885"/>
                  </a:lnTo>
                  <a:lnTo>
                    <a:pt x="10537" y="9106"/>
                  </a:lnTo>
                  <a:lnTo>
                    <a:pt x="10537" y="9193"/>
                  </a:lnTo>
                  <a:lnTo>
                    <a:pt x="10537" y="9346"/>
                  </a:lnTo>
                  <a:lnTo>
                    <a:pt x="10537" y="9437"/>
                  </a:lnTo>
                  <a:lnTo>
                    <a:pt x="10537" y="9485"/>
                  </a:lnTo>
                  <a:cubicBezTo>
                    <a:pt x="10537" y="9581"/>
                    <a:pt x="10537" y="9673"/>
                    <a:pt x="10542" y="9769"/>
                  </a:cubicBezTo>
                  <a:cubicBezTo>
                    <a:pt x="10503" y="9807"/>
                    <a:pt x="10302" y="9956"/>
                    <a:pt x="9491" y="10085"/>
                  </a:cubicBezTo>
                  <a:cubicBezTo>
                    <a:pt x="8691" y="10196"/>
                    <a:pt x="7887" y="10251"/>
                    <a:pt x="7083" y="10251"/>
                  </a:cubicBezTo>
                  <a:cubicBezTo>
                    <a:pt x="6279" y="10251"/>
                    <a:pt x="5475" y="10196"/>
                    <a:pt x="4676" y="10085"/>
                  </a:cubicBezTo>
                  <a:cubicBezTo>
                    <a:pt x="4604" y="10076"/>
                    <a:pt x="4532" y="10061"/>
                    <a:pt x="4469" y="10052"/>
                  </a:cubicBezTo>
                  <a:cubicBezTo>
                    <a:pt x="4292" y="10018"/>
                    <a:pt x="4157" y="9985"/>
                    <a:pt x="4047" y="9951"/>
                  </a:cubicBezTo>
                  <a:lnTo>
                    <a:pt x="4009" y="9941"/>
                  </a:lnTo>
                  <a:cubicBezTo>
                    <a:pt x="3749" y="9860"/>
                    <a:pt x="3658" y="9797"/>
                    <a:pt x="3629" y="9769"/>
                  </a:cubicBezTo>
                  <a:cubicBezTo>
                    <a:pt x="3629" y="9697"/>
                    <a:pt x="3629" y="9625"/>
                    <a:pt x="3634" y="9548"/>
                  </a:cubicBezTo>
                  <a:lnTo>
                    <a:pt x="3634" y="9509"/>
                  </a:lnTo>
                  <a:lnTo>
                    <a:pt x="3634" y="9457"/>
                  </a:lnTo>
                  <a:lnTo>
                    <a:pt x="3634" y="9452"/>
                  </a:lnTo>
                  <a:cubicBezTo>
                    <a:pt x="3639" y="9121"/>
                    <a:pt x="3634" y="8799"/>
                    <a:pt x="3625" y="8487"/>
                  </a:cubicBezTo>
                  <a:lnTo>
                    <a:pt x="3625" y="8487"/>
                  </a:lnTo>
                  <a:cubicBezTo>
                    <a:pt x="3860" y="8525"/>
                    <a:pt x="4105" y="8564"/>
                    <a:pt x="4369" y="8593"/>
                  </a:cubicBezTo>
                  <a:cubicBezTo>
                    <a:pt x="4375" y="8593"/>
                    <a:pt x="4381" y="8593"/>
                    <a:pt x="4387" y="8593"/>
                  </a:cubicBezTo>
                  <a:cubicBezTo>
                    <a:pt x="4625" y="8593"/>
                    <a:pt x="4665" y="8236"/>
                    <a:pt x="4417" y="8189"/>
                  </a:cubicBezTo>
                  <a:cubicBezTo>
                    <a:pt x="4133" y="8156"/>
                    <a:pt x="3860" y="8117"/>
                    <a:pt x="3610" y="8069"/>
                  </a:cubicBezTo>
                  <a:cubicBezTo>
                    <a:pt x="3490" y="5175"/>
                    <a:pt x="2909" y="2928"/>
                    <a:pt x="2564" y="1810"/>
                  </a:cubicBezTo>
                  <a:lnTo>
                    <a:pt x="2564" y="1810"/>
                  </a:lnTo>
                  <a:cubicBezTo>
                    <a:pt x="2881" y="1935"/>
                    <a:pt x="3212" y="2026"/>
                    <a:pt x="3543" y="2083"/>
                  </a:cubicBezTo>
                  <a:cubicBezTo>
                    <a:pt x="4455" y="2266"/>
                    <a:pt x="5650" y="2367"/>
                    <a:pt x="6927" y="2376"/>
                  </a:cubicBezTo>
                  <a:lnTo>
                    <a:pt x="7244" y="2376"/>
                  </a:lnTo>
                  <a:cubicBezTo>
                    <a:pt x="8521" y="2367"/>
                    <a:pt x="9716" y="2266"/>
                    <a:pt x="10628" y="2083"/>
                  </a:cubicBezTo>
                  <a:cubicBezTo>
                    <a:pt x="10964" y="2026"/>
                    <a:pt x="11291" y="1935"/>
                    <a:pt x="11607" y="1810"/>
                  </a:cubicBezTo>
                  <a:lnTo>
                    <a:pt x="11607" y="1810"/>
                  </a:lnTo>
                  <a:cubicBezTo>
                    <a:pt x="11507" y="2141"/>
                    <a:pt x="11382" y="2583"/>
                    <a:pt x="11252" y="3111"/>
                  </a:cubicBezTo>
                  <a:cubicBezTo>
                    <a:pt x="11218" y="3266"/>
                    <a:pt x="11338" y="3361"/>
                    <a:pt x="11457" y="3361"/>
                  </a:cubicBezTo>
                  <a:cubicBezTo>
                    <a:pt x="11540" y="3361"/>
                    <a:pt x="11623" y="3314"/>
                    <a:pt x="11651" y="3207"/>
                  </a:cubicBezTo>
                  <a:cubicBezTo>
                    <a:pt x="11852" y="2352"/>
                    <a:pt x="12054" y="1747"/>
                    <a:pt x="12155" y="1445"/>
                  </a:cubicBezTo>
                  <a:cubicBezTo>
                    <a:pt x="12212" y="1373"/>
                    <a:pt x="12241" y="1282"/>
                    <a:pt x="12241" y="1191"/>
                  </a:cubicBezTo>
                  <a:lnTo>
                    <a:pt x="12241" y="1176"/>
                  </a:lnTo>
                  <a:lnTo>
                    <a:pt x="12241" y="1157"/>
                  </a:lnTo>
                  <a:lnTo>
                    <a:pt x="12241" y="1143"/>
                  </a:lnTo>
                  <a:cubicBezTo>
                    <a:pt x="12212" y="845"/>
                    <a:pt x="11857" y="677"/>
                    <a:pt x="11737" y="624"/>
                  </a:cubicBezTo>
                  <a:cubicBezTo>
                    <a:pt x="11473" y="499"/>
                    <a:pt x="11103" y="389"/>
                    <a:pt x="10633" y="293"/>
                  </a:cubicBezTo>
                  <a:cubicBezTo>
                    <a:pt x="9683" y="106"/>
                    <a:pt x="8425" y="0"/>
                    <a:pt x="70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8" name="Google Shape;15628;p83"/>
          <p:cNvGrpSpPr/>
          <p:nvPr/>
        </p:nvGrpSpPr>
        <p:grpSpPr>
          <a:xfrm>
            <a:off x="7539253" y="2893395"/>
            <a:ext cx="328186" cy="363429"/>
            <a:chOff x="7539253" y="2893395"/>
            <a:chExt cx="328186" cy="363429"/>
          </a:xfrm>
        </p:grpSpPr>
        <p:sp>
          <p:nvSpPr>
            <p:cNvPr id="15629" name="Google Shape;15629;p83"/>
            <p:cNvSpPr/>
            <p:nvPr/>
          </p:nvSpPr>
          <p:spPr>
            <a:xfrm>
              <a:off x="7655356" y="3110011"/>
              <a:ext cx="96111" cy="94617"/>
            </a:xfrm>
            <a:custGeom>
              <a:rect b="b" l="l" r="r" t="t"/>
              <a:pathLst>
                <a:path extrusionOk="0" h="3611" w="3668">
                  <a:moveTo>
                    <a:pt x="1143" y="0"/>
                  </a:moveTo>
                  <a:lnTo>
                    <a:pt x="1143" y="884"/>
                  </a:lnTo>
                  <a:cubicBezTo>
                    <a:pt x="1138" y="1272"/>
                    <a:pt x="922" y="1632"/>
                    <a:pt x="572" y="1805"/>
                  </a:cubicBezTo>
                  <a:lnTo>
                    <a:pt x="432" y="1877"/>
                  </a:lnTo>
                  <a:cubicBezTo>
                    <a:pt x="168" y="2007"/>
                    <a:pt x="0" y="2280"/>
                    <a:pt x="0" y="2573"/>
                  </a:cubicBezTo>
                  <a:lnTo>
                    <a:pt x="0" y="3610"/>
                  </a:lnTo>
                  <a:lnTo>
                    <a:pt x="3668" y="3610"/>
                  </a:lnTo>
                  <a:lnTo>
                    <a:pt x="3668" y="2573"/>
                  </a:lnTo>
                  <a:cubicBezTo>
                    <a:pt x="3668" y="2280"/>
                    <a:pt x="3505" y="2007"/>
                    <a:pt x="3241" y="1877"/>
                  </a:cubicBezTo>
                  <a:lnTo>
                    <a:pt x="3097" y="1805"/>
                  </a:lnTo>
                  <a:cubicBezTo>
                    <a:pt x="2751" y="1632"/>
                    <a:pt x="2530" y="1272"/>
                    <a:pt x="2530" y="884"/>
                  </a:cubicBezTo>
                  <a:lnTo>
                    <a:pt x="253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83"/>
            <p:cNvSpPr/>
            <p:nvPr/>
          </p:nvSpPr>
          <p:spPr>
            <a:xfrm>
              <a:off x="7703412" y="3110011"/>
              <a:ext cx="48055" cy="94617"/>
            </a:xfrm>
            <a:custGeom>
              <a:rect b="b" l="l" r="r" t="t"/>
              <a:pathLst>
                <a:path extrusionOk="0" h="3611" w="1834">
                  <a:moveTo>
                    <a:pt x="0" y="0"/>
                  </a:moveTo>
                  <a:lnTo>
                    <a:pt x="0" y="3610"/>
                  </a:lnTo>
                  <a:lnTo>
                    <a:pt x="1834" y="3610"/>
                  </a:lnTo>
                  <a:lnTo>
                    <a:pt x="1834" y="2573"/>
                  </a:lnTo>
                  <a:cubicBezTo>
                    <a:pt x="1834" y="2280"/>
                    <a:pt x="1671" y="2007"/>
                    <a:pt x="1407" y="1877"/>
                  </a:cubicBezTo>
                  <a:lnTo>
                    <a:pt x="1263" y="1805"/>
                  </a:lnTo>
                  <a:cubicBezTo>
                    <a:pt x="917" y="1632"/>
                    <a:pt x="696" y="1272"/>
                    <a:pt x="696" y="884"/>
                  </a:cubicBezTo>
                  <a:lnTo>
                    <a:pt x="69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83"/>
            <p:cNvSpPr/>
            <p:nvPr/>
          </p:nvSpPr>
          <p:spPr>
            <a:xfrm>
              <a:off x="7617494" y="2913046"/>
              <a:ext cx="171967" cy="216616"/>
            </a:xfrm>
            <a:custGeom>
              <a:rect b="b" l="l" r="r" t="t"/>
              <a:pathLst>
                <a:path extrusionOk="0" h="8267" w="6563">
                  <a:moveTo>
                    <a:pt x="1" y="0"/>
                  </a:moveTo>
                  <a:lnTo>
                    <a:pt x="313" y="4205"/>
                  </a:lnTo>
                  <a:cubicBezTo>
                    <a:pt x="442" y="6015"/>
                    <a:pt x="1594" y="7589"/>
                    <a:pt x="3279" y="8266"/>
                  </a:cubicBezTo>
                  <a:cubicBezTo>
                    <a:pt x="4964" y="7589"/>
                    <a:pt x="6116" y="6015"/>
                    <a:pt x="6250" y="4205"/>
                  </a:cubicBezTo>
                  <a:lnTo>
                    <a:pt x="656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3"/>
            <p:cNvSpPr/>
            <p:nvPr/>
          </p:nvSpPr>
          <p:spPr>
            <a:xfrm>
              <a:off x="7703412" y="2913046"/>
              <a:ext cx="86049" cy="216485"/>
            </a:xfrm>
            <a:custGeom>
              <a:rect b="b" l="l" r="r" t="t"/>
              <a:pathLst>
                <a:path extrusionOk="0" h="8262" w="3284">
                  <a:moveTo>
                    <a:pt x="1978" y="0"/>
                  </a:moveTo>
                  <a:lnTo>
                    <a:pt x="1666" y="4205"/>
                  </a:lnTo>
                  <a:cubicBezTo>
                    <a:pt x="1570" y="5496"/>
                    <a:pt x="955" y="7167"/>
                    <a:pt x="0" y="8261"/>
                  </a:cubicBezTo>
                  <a:cubicBezTo>
                    <a:pt x="1685" y="7589"/>
                    <a:pt x="2837" y="6015"/>
                    <a:pt x="2971" y="4205"/>
                  </a:cubicBezTo>
                  <a:lnTo>
                    <a:pt x="328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3"/>
            <p:cNvSpPr/>
            <p:nvPr/>
          </p:nvSpPr>
          <p:spPr>
            <a:xfrm>
              <a:off x="7602768" y="2898818"/>
              <a:ext cx="201419" cy="24421"/>
            </a:xfrm>
            <a:custGeom>
              <a:rect b="b" l="l" r="r" t="t"/>
              <a:pathLst>
                <a:path extrusionOk="0" h="932" w="7687">
                  <a:moveTo>
                    <a:pt x="7440" y="1"/>
                  </a:moveTo>
                  <a:cubicBezTo>
                    <a:pt x="7437" y="1"/>
                    <a:pt x="7434" y="1"/>
                    <a:pt x="7432" y="1"/>
                  </a:cubicBezTo>
                  <a:lnTo>
                    <a:pt x="250" y="1"/>
                  </a:lnTo>
                  <a:cubicBezTo>
                    <a:pt x="111" y="1"/>
                    <a:pt x="1" y="111"/>
                    <a:pt x="1" y="250"/>
                  </a:cubicBezTo>
                  <a:lnTo>
                    <a:pt x="1" y="678"/>
                  </a:lnTo>
                  <a:cubicBezTo>
                    <a:pt x="1" y="817"/>
                    <a:pt x="111" y="932"/>
                    <a:pt x="250" y="932"/>
                  </a:cubicBezTo>
                  <a:lnTo>
                    <a:pt x="7432" y="932"/>
                  </a:lnTo>
                  <a:cubicBezTo>
                    <a:pt x="7571" y="932"/>
                    <a:pt x="7686" y="817"/>
                    <a:pt x="7686" y="678"/>
                  </a:cubicBezTo>
                  <a:lnTo>
                    <a:pt x="7686" y="250"/>
                  </a:lnTo>
                  <a:cubicBezTo>
                    <a:pt x="7686" y="114"/>
                    <a:pt x="7575" y="1"/>
                    <a:pt x="7440"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3"/>
            <p:cNvSpPr/>
            <p:nvPr/>
          </p:nvSpPr>
          <p:spPr>
            <a:xfrm>
              <a:off x="7602768" y="2904871"/>
              <a:ext cx="201419" cy="18368"/>
            </a:xfrm>
            <a:custGeom>
              <a:rect b="b" l="l" r="r" t="t"/>
              <a:pathLst>
                <a:path extrusionOk="0" h="701" w="7687">
                  <a:moveTo>
                    <a:pt x="1" y="0"/>
                  </a:moveTo>
                  <a:lnTo>
                    <a:pt x="1" y="19"/>
                  </a:lnTo>
                  <a:lnTo>
                    <a:pt x="1" y="447"/>
                  </a:lnTo>
                  <a:cubicBezTo>
                    <a:pt x="1" y="586"/>
                    <a:pt x="111" y="701"/>
                    <a:pt x="255" y="701"/>
                  </a:cubicBezTo>
                  <a:lnTo>
                    <a:pt x="7432" y="701"/>
                  </a:lnTo>
                  <a:cubicBezTo>
                    <a:pt x="7571" y="701"/>
                    <a:pt x="7686" y="586"/>
                    <a:pt x="7686" y="447"/>
                  </a:cubicBezTo>
                  <a:lnTo>
                    <a:pt x="7686" y="19"/>
                  </a:lnTo>
                  <a:lnTo>
                    <a:pt x="7686" y="0"/>
                  </a:lnTo>
                  <a:cubicBezTo>
                    <a:pt x="7677" y="131"/>
                    <a:pt x="7571" y="231"/>
                    <a:pt x="7441" y="231"/>
                  </a:cubicBezTo>
                  <a:cubicBezTo>
                    <a:pt x="7438" y="231"/>
                    <a:pt x="7435" y="231"/>
                    <a:pt x="7432" y="231"/>
                  </a:cubicBezTo>
                  <a:lnTo>
                    <a:pt x="250" y="231"/>
                  </a:lnTo>
                  <a:cubicBezTo>
                    <a:pt x="121" y="231"/>
                    <a:pt x="10" y="130"/>
                    <a:pt x="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83"/>
            <p:cNvSpPr/>
            <p:nvPr/>
          </p:nvSpPr>
          <p:spPr>
            <a:xfrm>
              <a:off x="7619511" y="3183954"/>
              <a:ext cx="167932" cy="48710"/>
            </a:xfrm>
            <a:custGeom>
              <a:rect b="b" l="l" r="r" t="t"/>
              <a:pathLst>
                <a:path extrusionOk="0" h="1859" w="6409">
                  <a:moveTo>
                    <a:pt x="692" y="1"/>
                  </a:moveTo>
                  <a:cubicBezTo>
                    <a:pt x="308" y="1"/>
                    <a:pt x="0" y="313"/>
                    <a:pt x="0" y="697"/>
                  </a:cubicBezTo>
                  <a:lnTo>
                    <a:pt x="0" y="1858"/>
                  </a:lnTo>
                  <a:lnTo>
                    <a:pt x="6409" y="1858"/>
                  </a:lnTo>
                  <a:lnTo>
                    <a:pt x="6409" y="697"/>
                  </a:lnTo>
                  <a:cubicBezTo>
                    <a:pt x="6409" y="313"/>
                    <a:pt x="6097" y="1"/>
                    <a:pt x="5713"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83"/>
            <p:cNvSpPr/>
            <p:nvPr/>
          </p:nvSpPr>
          <p:spPr>
            <a:xfrm>
              <a:off x="7619511" y="3184085"/>
              <a:ext cx="167932" cy="48579"/>
            </a:xfrm>
            <a:custGeom>
              <a:rect b="b" l="l" r="r" t="t"/>
              <a:pathLst>
                <a:path extrusionOk="0" h="1854" w="6409">
                  <a:moveTo>
                    <a:pt x="5721" y="1"/>
                  </a:moveTo>
                  <a:cubicBezTo>
                    <a:pt x="5718" y="1"/>
                    <a:pt x="5716" y="1"/>
                    <a:pt x="5713" y="1"/>
                  </a:cubicBezTo>
                  <a:lnTo>
                    <a:pt x="4988" y="1"/>
                  </a:lnTo>
                  <a:lnTo>
                    <a:pt x="4988" y="817"/>
                  </a:lnTo>
                  <a:cubicBezTo>
                    <a:pt x="4988" y="1105"/>
                    <a:pt x="4757" y="1335"/>
                    <a:pt x="4469" y="1335"/>
                  </a:cubicBezTo>
                  <a:lnTo>
                    <a:pt x="0" y="1335"/>
                  </a:lnTo>
                  <a:lnTo>
                    <a:pt x="0" y="1853"/>
                  </a:lnTo>
                  <a:lnTo>
                    <a:pt x="6409" y="1853"/>
                  </a:lnTo>
                  <a:lnTo>
                    <a:pt x="6409" y="692"/>
                  </a:lnTo>
                  <a:cubicBezTo>
                    <a:pt x="6404" y="311"/>
                    <a:pt x="6101" y="1"/>
                    <a:pt x="5721"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83"/>
            <p:cNvSpPr/>
            <p:nvPr/>
          </p:nvSpPr>
          <p:spPr>
            <a:xfrm>
              <a:off x="7603161" y="3228865"/>
              <a:ext cx="200633" cy="22665"/>
            </a:xfrm>
            <a:custGeom>
              <a:rect b="b" l="l" r="r" t="t"/>
              <a:pathLst>
                <a:path extrusionOk="0" h="865" w="7657">
                  <a:moveTo>
                    <a:pt x="70" y="0"/>
                  </a:moveTo>
                  <a:cubicBezTo>
                    <a:pt x="30" y="0"/>
                    <a:pt x="0" y="37"/>
                    <a:pt x="0" y="77"/>
                  </a:cubicBezTo>
                  <a:lnTo>
                    <a:pt x="0" y="788"/>
                  </a:lnTo>
                  <a:cubicBezTo>
                    <a:pt x="0" y="831"/>
                    <a:pt x="34" y="865"/>
                    <a:pt x="77" y="865"/>
                  </a:cubicBezTo>
                  <a:lnTo>
                    <a:pt x="7580" y="865"/>
                  </a:lnTo>
                  <a:cubicBezTo>
                    <a:pt x="7618" y="865"/>
                    <a:pt x="7657" y="831"/>
                    <a:pt x="7657" y="788"/>
                  </a:cubicBezTo>
                  <a:lnTo>
                    <a:pt x="7657" y="77"/>
                  </a:lnTo>
                  <a:cubicBezTo>
                    <a:pt x="7657" y="34"/>
                    <a:pt x="7623" y="0"/>
                    <a:pt x="7580" y="0"/>
                  </a:cubicBezTo>
                  <a:lnTo>
                    <a:pt x="77" y="0"/>
                  </a:lnTo>
                  <a:cubicBezTo>
                    <a:pt x="75" y="0"/>
                    <a:pt x="72" y="0"/>
                    <a:pt x="7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3"/>
            <p:cNvSpPr/>
            <p:nvPr/>
          </p:nvSpPr>
          <p:spPr>
            <a:xfrm>
              <a:off x="7671445" y="3112893"/>
              <a:ext cx="63934" cy="23058"/>
            </a:xfrm>
            <a:custGeom>
              <a:rect b="b" l="l" r="r" t="t"/>
              <a:pathLst>
                <a:path extrusionOk="0" h="880" w="2440">
                  <a:moveTo>
                    <a:pt x="380" y="1"/>
                  </a:moveTo>
                  <a:cubicBezTo>
                    <a:pt x="169" y="1"/>
                    <a:pt x="1" y="169"/>
                    <a:pt x="1" y="380"/>
                  </a:cubicBezTo>
                  <a:lnTo>
                    <a:pt x="1" y="500"/>
                  </a:lnTo>
                  <a:cubicBezTo>
                    <a:pt x="1" y="706"/>
                    <a:pt x="169" y="879"/>
                    <a:pt x="380" y="879"/>
                  </a:cubicBezTo>
                  <a:lnTo>
                    <a:pt x="2060" y="879"/>
                  </a:lnTo>
                  <a:cubicBezTo>
                    <a:pt x="2271" y="879"/>
                    <a:pt x="2439" y="706"/>
                    <a:pt x="2439" y="500"/>
                  </a:cubicBezTo>
                  <a:lnTo>
                    <a:pt x="2439" y="380"/>
                  </a:lnTo>
                  <a:cubicBezTo>
                    <a:pt x="2439" y="169"/>
                    <a:pt x="2271" y="1"/>
                    <a:pt x="2060"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3"/>
            <p:cNvSpPr/>
            <p:nvPr/>
          </p:nvSpPr>
          <p:spPr>
            <a:xfrm>
              <a:off x="7671445" y="3118553"/>
              <a:ext cx="63934" cy="17267"/>
            </a:xfrm>
            <a:custGeom>
              <a:rect b="b" l="l" r="r" t="t"/>
              <a:pathLst>
                <a:path extrusionOk="0" h="659" w="2440">
                  <a:moveTo>
                    <a:pt x="34" y="1"/>
                  </a:moveTo>
                  <a:cubicBezTo>
                    <a:pt x="15" y="49"/>
                    <a:pt x="1" y="106"/>
                    <a:pt x="1" y="159"/>
                  </a:cubicBezTo>
                  <a:lnTo>
                    <a:pt x="1" y="279"/>
                  </a:lnTo>
                  <a:cubicBezTo>
                    <a:pt x="1" y="490"/>
                    <a:pt x="169" y="658"/>
                    <a:pt x="380" y="658"/>
                  </a:cubicBezTo>
                  <a:lnTo>
                    <a:pt x="2060" y="658"/>
                  </a:lnTo>
                  <a:cubicBezTo>
                    <a:pt x="2271" y="658"/>
                    <a:pt x="2439" y="490"/>
                    <a:pt x="2439" y="279"/>
                  </a:cubicBezTo>
                  <a:lnTo>
                    <a:pt x="2439" y="159"/>
                  </a:lnTo>
                  <a:cubicBezTo>
                    <a:pt x="2439" y="106"/>
                    <a:pt x="2430" y="49"/>
                    <a:pt x="2406" y="1"/>
                  </a:cubicBezTo>
                  <a:cubicBezTo>
                    <a:pt x="2343" y="135"/>
                    <a:pt x="2209" y="221"/>
                    <a:pt x="2060" y="221"/>
                  </a:cubicBezTo>
                  <a:lnTo>
                    <a:pt x="380" y="221"/>
                  </a:lnTo>
                  <a:cubicBezTo>
                    <a:pt x="231" y="221"/>
                    <a:pt x="97" y="135"/>
                    <a:pt x="3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3"/>
            <p:cNvSpPr/>
            <p:nvPr/>
          </p:nvSpPr>
          <p:spPr>
            <a:xfrm>
              <a:off x="7650954" y="2948734"/>
              <a:ext cx="104915" cy="98705"/>
            </a:xfrm>
            <a:custGeom>
              <a:rect b="b" l="l" r="r" t="t"/>
              <a:pathLst>
                <a:path extrusionOk="0" h="3767" w="4004">
                  <a:moveTo>
                    <a:pt x="2004" y="0"/>
                  </a:moveTo>
                  <a:cubicBezTo>
                    <a:pt x="1979" y="0"/>
                    <a:pt x="1954" y="13"/>
                    <a:pt x="1944" y="40"/>
                  </a:cubicBezTo>
                  <a:lnTo>
                    <a:pt x="1474" y="1341"/>
                  </a:lnTo>
                  <a:lnTo>
                    <a:pt x="92" y="1384"/>
                  </a:lnTo>
                  <a:cubicBezTo>
                    <a:pt x="29" y="1384"/>
                    <a:pt x="0" y="1465"/>
                    <a:pt x="53" y="1504"/>
                  </a:cubicBezTo>
                  <a:lnTo>
                    <a:pt x="1138" y="2353"/>
                  </a:lnTo>
                  <a:lnTo>
                    <a:pt x="759" y="3683"/>
                  </a:lnTo>
                  <a:cubicBezTo>
                    <a:pt x="744" y="3728"/>
                    <a:pt x="781" y="3766"/>
                    <a:pt x="822" y="3766"/>
                  </a:cubicBezTo>
                  <a:cubicBezTo>
                    <a:pt x="835" y="3766"/>
                    <a:pt x="848" y="3763"/>
                    <a:pt x="860" y="3755"/>
                  </a:cubicBezTo>
                  <a:lnTo>
                    <a:pt x="2002" y="2982"/>
                  </a:lnTo>
                  <a:lnTo>
                    <a:pt x="3145" y="3755"/>
                  </a:lnTo>
                  <a:cubicBezTo>
                    <a:pt x="3157" y="3763"/>
                    <a:pt x="3169" y="3766"/>
                    <a:pt x="3182" y="3766"/>
                  </a:cubicBezTo>
                  <a:cubicBezTo>
                    <a:pt x="3224" y="3766"/>
                    <a:pt x="3260" y="3728"/>
                    <a:pt x="3245" y="3683"/>
                  </a:cubicBezTo>
                  <a:lnTo>
                    <a:pt x="2866" y="2353"/>
                  </a:lnTo>
                  <a:lnTo>
                    <a:pt x="3956" y="1504"/>
                  </a:lnTo>
                  <a:cubicBezTo>
                    <a:pt x="4004" y="1470"/>
                    <a:pt x="3980" y="1389"/>
                    <a:pt x="3917" y="1384"/>
                  </a:cubicBezTo>
                  <a:lnTo>
                    <a:pt x="2535" y="1341"/>
                  </a:lnTo>
                  <a:lnTo>
                    <a:pt x="2064" y="40"/>
                  </a:lnTo>
                  <a:cubicBezTo>
                    <a:pt x="2055" y="13"/>
                    <a:pt x="2030" y="0"/>
                    <a:pt x="2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83"/>
            <p:cNvSpPr/>
            <p:nvPr/>
          </p:nvSpPr>
          <p:spPr>
            <a:xfrm>
              <a:off x="7603161" y="3228865"/>
              <a:ext cx="200633" cy="22665"/>
            </a:xfrm>
            <a:custGeom>
              <a:rect b="b" l="l" r="r" t="t"/>
              <a:pathLst>
                <a:path extrusionOk="0" h="865" w="7657">
                  <a:moveTo>
                    <a:pt x="7587" y="0"/>
                  </a:moveTo>
                  <a:cubicBezTo>
                    <a:pt x="7585" y="0"/>
                    <a:pt x="7582" y="0"/>
                    <a:pt x="7580" y="0"/>
                  </a:cubicBezTo>
                  <a:lnTo>
                    <a:pt x="6236" y="0"/>
                  </a:lnTo>
                  <a:lnTo>
                    <a:pt x="6236" y="279"/>
                  </a:lnTo>
                  <a:cubicBezTo>
                    <a:pt x="6236" y="447"/>
                    <a:pt x="6101" y="581"/>
                    <a:pt x="5938" y="581"/>
                  </a:cubicBezTo>
                  <a:lnTo>
                    <a:pt x="77" y="581"/>
                  </a:lnTo>
                  <a:cubicBezTo>
                    <a:pt x="34" y="581"/>
                    <a:pt x="0" y="543"/>
                    <a:pt x="0" y="500"/>
                  </a:cubicBezTo>
                  <a:lnTo>
                    <a:pt x="0" y="788"/>
                  </a:lnTo>
                  <a:cubicBezTo>
                    <a:pt x="0" y="831"/>
                    <a:pt x="34" y="865"/>
                    <a:pt x="77" y="865"/>
                  </a:cubicBezTo>
                  <a:lnTo>
                    <a:pt x="7580" y="865"/>
                  </a:lnTo>
                  <a:cubicBezTo>
                    <a:pt x="7623" y="865"/>
                    <a:pt x="7657" y="831"/>
                    <a:pt x="7657" y="788"/>
                  </a:cubicBezTo>
                  <a:lnTo>
                    <a:pt x="7657" y="77"/>
                  </a:lnTo>
                  <a:cubicBezTo>
                    <a:pt x="7657" y="37"/>
                    <a:pt x="7627" y="0"/>
                    <a:pt x="758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3"/>
            <p:cNvSpPr/>
            <p:nvPr/>
          </p:nvSpPr>
          <p:spPr>
            <a:xfrm>
              <a:off x="7539253" y="2893395"/>
              <a:ext cx="328186" cy="363429"/>
            </a:xfrm>
            <a:custGeom>
              <a:rect b="b" l="l" r="r" t="t"/>
              <a:pathLst>
                <a:path extrusionOk="0" h="13870" w="12525">
                  <a:moveTo>
                    <a:pt x="2891" y="2238"/>
                  </a:moveTo>
                  <a:lnTo>
                    <a:pt x="3087" y="4970"/>
                  </a:lnTo>
                  <a:cubicBezTo>
                    <a:pt x="3140" y="5670"/>
                    <a:pt x="3342" y="6347"/>
                    <a:pt x="3678" y="6966"/>
                  </a:cubicBezTo>
                  <a:lnTo>
                    <a:pt x="2655" y="6453"/>
                  </a:lnTo>
                  <a:cubicBezTo>
                    <a:pt x="1278" y="5766"/>
                    <a:pt x="409" y="4360"/>
                    <a:pt x="409" y="2819"/>
                  </a:cubicBezTo>
                  <a:lnTo>
                    <a:pt x="409" y="2502"/>
                  </a:lnTo>
                  <a:cubicBezTo>
                    <a:pt x="409" y="2358"/>
                    <a:pt x="524" y="2238"/>
                    <a:pt x="668" y="2238"/>
                  </a:cubicBezTo>
                  <a:close/>
                  <a:moveTo>
                    <a:pt x="9299" y="1341"/>
                  </a:moveTo>
                  <a:lnTo>
                    <a:pt x="9044" y="4802"/>
                  </a:lnTo>
                  <a:cubicBezTo>
                    <a:pt x="9042" y="4938"/>
                    <a:pt x="9145" y="5010"/>
                    <a:pt x="9248" y="5010"/>
                  </a:cubicBezTo>
                  <a:cubicBezTo>
                    <a:pt x="9340" y="5010"/>
                    <a:pt x="9432" y="4953"/>
                    <a:pt x="9448" y="4835"/>
                  </a:cubicBezTo>
                  <a:lnTo>
                    <a:pt x="9640" y="2238"/>
                  </a:lnTo>
                  <a:lnTo>
                    <a:pt x="11862" y="2238"/>
                  </a:lnTo>
                  <a:cubicBezTo>
                    <a:pt x="12006" y="2238"/>
                    <a:pt x="12121" y="2353"/>
                    <a:pt x="12121" y="2497"/>
                  </a:cubicBezTo>
                  <a:lnTo>
                    <a:pt x="12126" y="2814"/>
                  </a:lnTo>
                  <a:cubicBezTo>
                    <a:pt x="12126" y="4355"/>
                    <a:pt x="11257" y="5762"/>
                    <a:pt x="9880" y="6453"/>
                  </a:cubicBezTo>
                  <a:lnTo>
                    <a:pt x="8857" y="6962"/>
                  </a:lnTo>
                  <a:cubicBezTo>
                    <a:pt x="9054" y="6597"/>
                    <a:pt x="9208" y="6208"/>
                    <a:pt x="9308" y="5810"/>
                  </a:cubicBezTo>
                  <a:cubicBezTo>
                    <a:pt x="9354" y="5648"/>
                    <a:pt x="9227" y="5545"/>
                    <a:pt x="9104" y="5545"/>
                  </a:cubicBezTo>
                  <a:cubicBezTo>
                    <a:pt x="9019" y="5545"/>
                    <a:pt x="8936" y="5595"/>
                    <a:pt x="8915" y="5709"/>
                  </a:cubicBezTo>
                  <a:cubicBezTo>
                    <a:pt x="8756" y="6323"/>
                    <a:pt x="8478" y="6899"/>
                    <a:pt x="8084" y="7398"/>
                  </a:cubicBezTo>
                  <a:cubicBezTo>
                    <a:pt x="8080" y="7408"/>
                    <a:pt x="8070" y="7418"/>
                    <a:pt x="8065" y="7427"/>
                  </a:cubicBezTo>
                  <a:cubicBezTo>
                    <a:pt x="7835" y="7715"/>
                    <a:pt x="7576" y="7970"/>
                    <a:pt x="7283" y="8195"/>
                  </a:cubicBezTo>
                  <a:lnTo>
                    <a:pt x="7264" y="8190"/>
                  </a:lnTo>
                  <a:lnTo>
                    <a:pt x="7235" y="8181"/>
                  </a:lnTo>
                  <a:lnTo>
                    <a:pt x="7211" y="8176"/>
                  </a:lnTo>
                  <a:lnTo>
                    <a:pt x="7177" y="8171"/>
                  </a:lnTo>
                  <a:lnTo>
                    <a:pt x="5353" y="8171"/>
                  </a:lnTo>
                  <a:lnTo>
                    <a:pt x="5319" y="8176"/>
                  </a:lnTo>
                  <a:lnTo>
                    <a:pt x="5300" y="8181"/>
                  </a:lnTo>
                  <a:lnTo>
                    <a:pt x="5267" y="8190"/>
                  </a:lnTo>
                  <a:lnTo>
                    <a:pt x="5247" y="8195"/>
                  </a:lnTo>
                  <a:cubicBezTo>
                    <a:pt x="4964" y="7974"/>
                    <a:pt x="4710" y="7725"/>
                    <a:pt x="4484" y="7446"/>
                  </a:cubicBezTo>
                  <a:cubicBezTo>
                    <a:pt x="4470" y="7427"/>
                    <a:pt x="4455" y="7408"/>
                    <a:pt x="4441" y="7389"/>
                  </a:cubicBezTo>
                  <a:cubicBezTo>
                    <a:pt x="3894" y="6683"/>
                    <a:pt x="3563" y="5834"/>
                    <a:pt x="3495" y="4941"/>
                  </a:cubicBezTo>
                  <a:lnTo>
                    <a:pt x="3231" y="1341"/>
                  </a:lnTo>
                  <a:close/>
                  <a:moveTo>
                    <a:pt x="7134" y="8584"/>
                  </a:moveTo>
                  <a:lnTo>
                    <a:pt x="7158" y="8589"/>
                  </a:lnTo>
                  <a:cubicBezTo>
                    <a:pt x="7172" y="8594"/>
                    <a:pt x="7187" y="8598"/>
                    <a:pt x="7201" y="8608"/>
                  </a:cubicBezTo>
                  <a:cubicBezTo>
                    <a:pt x="7249" y="8642"/>
                    <a:pt x="7283" y="8694"/>
                    <a:pt x="7283" y="8757"/>
                  </a:cubicBezTo>
                  <a:lnTo>
                    <a:pt x="7283" y="8877"/>
                  </a:lnTo>
                  <a:cubicBezTo>
                    <a:pt x="7283" y="8973"/>
                    <a:pt x="7206" y="9055"/>
                    <a:pt x="7110" y="9055"/>
                  </a:cubicBezTo>
                  <a:lnTo>
                    <a:pt x="5430" y="9055"/>
                  </a:lnTo>
                  <a:cubicBezTo>
                    <a:pt x="5329" y="9055"/>
                    <a:pt x="5252" y="8973"/>
                    <a:pt x="5252" y="8877"/>
                  </a:cubicBezTo>
                  <a:lnTo>
                    <a:pt x="5252" y="8757"/>
                  </a:lnTo>
                  <a:cubicBezTo>
                    <a:pt x="5252" y="8694"/>
                    <a:pt x="5281" y="8642"/>
                    <a:pt x="5334" y="8608"/>
                  </a:cubicBezTo>
                  <a:cubicBezTo>
                    <a:pt x="5343" y="8598"/>
                    <a:pt x="5363" y="8594"/>
                    <a:pt x="5377" y="8589"/>
                  </a:cubicBezTo>
                  <a:lnTo>
                    <a:pt x="5401" y="8584"/>
                  </a:lnTo>
                  <a:close/>
                  <a:moveTo>
                    <a:pt x="6798" y="9458"/>
                  </a:moveTo>
                  <a:cubicBezTo>
                    <a:pt x="6889" y="9803"/>
                    <a:pt x="7120" y="10096"/>
                    <a:pt x="7436" y="10255"/>
                  </a:cubicBezTo>
                  <a:lnTo>
                    <a:pt x="7441" y="10255"/>
                  </a:lnTo>
                  <a:lnTo>
                    <a:pt x="7580" y="10327"/>
                  </a:lnTo>
                  <a:cubicBezTo>
                    <a:pt x="7777" y="10423"/>
                    <a:pt x="7902" y="10624"/>
                    <a:pt x="7897" y="10845"/>
                  </a:cubicBezTo>
                  <a:lnTo>
                    <a:pt x="7897" y="10888"/>
                  </a:lnTo>
                  <a:lnTo>
                    <a:pt x="4638" y="10888"/>
                  </a:lnTo>
                  <a:lnTo>
                    <a:pt x="4638" y="10845"/>
                  </a:lnTo>
                  <a:cubicBezTo>
                    <a:pt x="4638" y="10624"/>
                    <a:pt x="4758" y="10423"/>
                    <a:pt x="4955" y="10327"/>
                  </a:cubicBezTo>
                  <a:lnTo>
                    <a:pt x="5094" y="10255"/>
                  </a:lnTo>
                  <a:cubicBezTo>
                    <a:pt x="5415" y="10096"/>
                    <a:pt x="5651" y="9803"/>
                    <a:pt x="5737" y="9458"/>
                  </a:cubicBezTo>
                  <a:close/>
                  <a:moveTo>
                    <a:pt x="8776" y="11296"/>
                  </a:moveTo>
                  <a:cubicBezTo>
                    <a:pt x="9049" y="11296"/>
                    <a:pt x="9265" y="11517"/>
                    <a:pt x="9265" y="11786"/>
                  </a:cubicBezTo>
                  <a:lnTo>
                    <a:pt x="9265" y="12597"/>
                  </a:lnTo>
                  <a:lnTo>
                    <a:pt x="3265" y="12597"/>
                  </a:lnTo>
                  <a:lnTo>
                    <a:pt x="3265" y="11786"/>
                  </a:lnTo>
                  <a:cubicBezTo>
                    <a:pt x="3265" y="11517"/>
                    <a:pt x="3486" y="11296"/>
                    <a:pt x="3759" y="11296"/>
                  </a:cubicBezTo>
                  <a:close/>
                  <a:moveTo>
                    <a:pt x="9899" y="13005"/>
                  </a:moveTo>
                  <a:lnTo>
                    <a:pt x="9899" y="13466"/>
                  </a:lnTo>
                  <a:lnTo>
                    <a:pt x="2636" y="13466"/>
                  </a:lnTo>
                  <a:lnTo>
                    <a:pt x="2636" y="13005"/>
                  </a:lnTo>
                  <a:close/>
                  <a:moveTo>
                    <a:pt x="4384" y="1"/>
                  </a:moveTo>
                  <a:cubicBezTo>
                    <a:pt x="4119" y="1"/>
                    <a:pt x="4119" y="410"/>
                    <a:pt x="4384" y="410"/>
                  </a:cubicBezTo>
                  <a:cubicBezTo>
                    <a:pt x="4389" y="410"/>
                    <a:pt x="4393" y="410"/>
                    <a:pt x="4398" y="409"/>
                  </a:cubicBezTo>
                  <a:lnTo>
                    <a:pt x="9856" y="409"/>
                  </a:lnTo>
                  <a:cubicBezTo>
                    <a:pt x="9884" y="409"/>
                    <a:pt x="9904" y="433"/>
                    <a:pt x="9904" y="457"/>
                  </a:cubicBezTo>
                  <a:lnTo>
                    <a:pt x="9904" y="885"/>
                  </a:lnTo>
                  <a:cubicBezTo>
                    <a:pt x="9904" y="913"/>
                    <a:pt x="9884" y="937"/>
                    <a:pt x="9856" y="937"/>
                  </a:cubicBezTo>
                  <a:lnTo>
                    <a:pt x="2674" y="937"/>
                  </a:lnTo>
                  <a:cubicBezTo>
                    <a:pt x="2650" y="937"/>
                    <a:pt x="2626" y="913"/>
                    <a:pt x="2626" y="885"/>
                  </a:cubicBezTo>
                  <a:lnTo>
                    <a:pt x="2626" y="457"/>
                  </a:lnTo>
                  <a:cubicBezTo>
                    <a:pt x="2626" y="433"/>
                    <a:pt x="2650" y="409"/>
                    <a:pt x="2674" y="409"/>
                  </a:cubicBezTo>
                  <a:lnTo>
                    <a:pt x="3447" y="409"/>
                  </a:lnTo>
                  <a:cubicBezTo>
                    <a:pt x="3707" y="395"/>
                    <a:pt x="3707" y="16"/>
                    <a:pt x="3447" y="1"/>
                  </a:cubicBezTo>
                  <a:lnTo>
                    <a:pt x="2674" y="1"/>
                  </a:lnTo>
                  <a:cubicBezTo>
                    <a:pt x="2425" y="1"/>
                    <a:pt x="2218" y="208"/>
                    <a:pt x="2218" y="457"/>
                  </a:cubicBezTo>
                  <a:lnTo>
                    <a:pt x="2218" y="885"/>
                  </a:lnTo>
                  <a:cubicBezTo>
                    <a:pt x="2218" y="1139"/>
                    <a:pt x="2425" y="1341"/>
                    <a:pt x="2674" y="1341"/>
                  </a:cubicBezTo>
                  <a:lnTo>
                    <a:pt x="2823" y="1341"/>
                  </a:lnTo>
                  <a:lnTo>
                    <a:pt x="2862" y="1835"/>
                  </a:lnTo>
                  <a:lnTo>
                    <a:pt x="668" y="1835"/>
                  </a:lnTo>
                  <a:cubicBezTo>
                    <a:pt x="298" y="1835"/>
                    <a:pt x="1" y="2133"/>
                    <a:pt x="1" y="2497"/>
                  </a:cubicBezTo>
                  <a:lnTo>
                    <a:pt x="1" y="2819"/>
                  </a:lnTo>
                  <a:cubicBezTo>
                    <a:pt x="1" y="4509"/>
                    <a:pt x="956" y="6059"/>
                    <a:pt x="2473" y="6818"/>
                  </a:cubicBezTo>
                  <a:lnTo>
                    <a:pt x="4086" y="7624"/>
                  </a:lnTo>
                  <a:cubicBezTo>
                    <a:pt x="4105" y="7634"/>
                    <a:pt x="4119" y="7643"/>
                    <a:pt x="4134" y="7662"/>
                  </a:cubicBezTo>
                  <a:lnTo>
                    <a:pt x="4148" y="7677"/>
                  </a:lnTo>
                  <a:cubicBezTo>
                    <a:pt x="4225" y="7787"/>
                    <a:pt x="4143" y="7936"/>
                    <a:pt x="4014" y="7936"/>
                  </a:cubicBezTo>
                  <a:lnTo>
                    <a:pt x="3783" y="7936"/>
                  </a:lnTo>
                  <a:cubicBezTo>
                    <a:pt x="3779" y="7936"/>
                    <a:pt x="3774" y="7936"/>
                    <a:pt x="3770" y="7936"/>
                  </a:cubicBezTo>
                  <a:cubicBezTo>
                    <a:pt x="3505" y="7936"/>
                    <a:pt x="3505" y="8344"/>
                    <a:pt x="3770" y="8344"/>
                  </a:cubicBezTo>
                  <a:cubicBezTo>
                    <a:pt x="3774" y="8344"/>
                    <a:pt x="3779" y="8344"/>
                    <a:pt x="3783" y="8344"/>
                  </a:cubicBezTo>
                  <a:lnTo>
                    <a:pt x="4014" y="8344"/>
                  </a:lnTo>
                  <a:cubicBezTo>
                    <a:pt x="4211" y="8339"/>
                    <a:pt x="4393" y="8238"/>
                    <a:pt x="4499" y="8070"/>
                  </a:cubicBezTo>
                  <a:cubicBezTo>
                    <a:pt x="4633" y="8210"/>
                    <a:pt x="4772" y="8339"/>
                    <a:pt x="4926" y="8459"/>
                  </a:cubicBezTo>
                  <a:cubicBezTo>
                    <a:pt x="4873" y="8550"/>
                    <a:pt x="4844" y="8651"/>
                    <a:pt x="4844" y="8752"/>
                  </a:cubicBezTo>
                  <a:lnTo>
                    <a:pt x="4844" y="8872"/>
                  </a:lnTo>
                  <a:cubicBezTo>
                    <a:pt x="4844" y="9151"/>
                    <a:pt x="5041" y="9391"/>
                    <a:pt x="5315" y="9443"/>
                  </a:cubicBezTo>
                  <a:cubicBezTo>
                    <a:pt x="5238" y="9640"/>
                    <a:pt x="5099" y="9799"/>
                    <a:pt x="4911" y="9890"/>
                  </a:cubicBezTo>
                  <a:lnTo>
                    <a:pt x="4772" y="9962"/>
                  </a:lnTo>
                  <a:cubicBezTo>
                    <a:pt x="4441" y="10125"/>
                    <a:pt x="4230" y="10466"/>
                    <a:pt x="4230" y="10840"/>
                  </a:cubicBezTo>
                  <a:lnTo>
                    <a:pt x="4230" y="10888"/>
                  </a:lnTo>
                  <a:lnTo>
                    <a:pt x="3759" y="10888"/>
                  </a:lnTo>
                  <a:cubicBezTo>
                    <a:pt x="3265" y="10888"/>
                    <a:pt x="2867" y="11291"/>
                    <a:pt x="2862" y="11786"/>
                  </a:cubicBezTo>
                  <a:lnTo>
                    <a:pt x="2862" y="12592"/>
                  </a:lnTo>
                  <a:lnTo>
                    <a:pt x="2516" y="12592"/>
                  </a:lnTo>
                  <a:cubicBezTo>
                    <a:pt x="2362" y="12592"/>
                    <a:pt x="2233" y="12722"/>
                    <a:pt x="2233" y="12875"/>
                  </a:cubicBezTo>
                  <a:lnTo>
                    <a:pt x="2233" y="13586"/>
                  </a:lnTo>
                  <a:cubicBezTo>
                    <a:pt x="2233" y="13744"/>
                    <a:pt x="2362" y="13869"/>
                    <a:pt x="2516" y="13869"/>
                  </a:cubicBezTo>
                  <a:lnTo>
                    <a:pt x="10019" y="13869"/>
                  </a:lnTo>
                  <a:cubicBezTo>
                    <a:pt x="10172" y="13869"/>
                    <a:pt x="10297" y="13744"/>
                    <a:pt x="10297" y="13586"/>
                  </a:cubicBezTo>
                  <a:lnTo>
                    <a:pt x="10297" y="12875"/>
                  </a:lnTo>
                  <a:cubicBezTo>
                    <a:pt x="10297" y="12722"/>
                    <a:pt x="10172" y="12592"/>
                    <a:pt x="10019" y="12592"/>
                  </a:cubicBezTo>
                  <a:lnTo>
                    <a:pt x="9673" y="12592"/>
                  </a:lnTo>
                  <a:lnTo>
                    <a:pt x="9673" y="11786"/>
                  </a:lnTo>
                  <a:cubicBezTo>
                    <a:pt x="9668" y="11291"/>
                    <a:pt x="9270" y="10888"/>
                    <a:pt x="8776" y="10888"/>
                  </a:cubicBezTo>
                  <a:lnTo>
                    <a:pt x="8300" y="10888"/>
                  </a:lnTo>
                  <a:lnTo>
                    <a:pt x="8300" y="10840"/>
                  </a:lnTo>
                  <a:cubicBezTo>
                    <a:pt x="8305" y="10466"/>
                    <a:pt x="8094" y="10125"/>
                    <a:pt x="7763" y="9962"/>
                  </a:cubicBezTo>
                  <a:lnTo>
                    <a:pt x="7624" y="9890"/>
                  </a:lnTo>
                  <a:cubicBezTo>
                    <a:pt x="7436" y="9799"/>
                    <a:pt x="7292" y="9640"/>
                    <a:pt x="7220" y="9443"/>
                  </a:cubicBezTo>
                  <a:cubicBezTo>
                    <a:pt x="7494" y="9391"/>
                    <a:pt x="7691" y="9151"/>
                    <a:pt x="7691" y="8872"/>
                  </a:cubicBezTo>
                  <a:lnTo>
                    <a:pt x="7691" y="8752"/>
                  </a:lnTo>
                  <a:cubicBezTo>
                    <a:pt x="7691" y="8651"/>
                    <a:pt x="7662" y="8550"/>
                    <a:pt x="7609" y="8459"/>
                  </a:cubicBezTo>
                  <a:cubicBezTo>
                    <a:pt x="7758" y="8339"/>
                    <a:pt x="7902" y="8210"/>
                    <a:pt x="8036" y="8070"/>
                  </a:cubicBezTo>
                  <a:cubicBezTo>
                    <a:pt x="8142" y="8238"/>
                    <a:pt x="8324" y="8339"/>
                    <a:pt x="8521" y="8344"/>
                  </a:cubicBezTo>
                  <a:lnTo>
                    <a:pt x="8747" y="8344"/>
                  </a:lnTo>
                  <a:cubicBezTo>
                    <a:pt x="8751" y="8344"/>
                    <a:pt x="8756" y="8344"/>
                    <a:pt x="8761" y="8344"/>
                  </a:cubicBezTo>
                  <a:cubicBezTo>
                    <a:pt x="9030" y="8344"/>
                    <a:pt x="9030" y="7936"/>
                    <a:pt x="8761" y="7936"/>
                  </a:cubicBezTo>
                  <a:cubicBezTo>
                    <a:pt x="8756" y="7936"/>
                    <a:pt x="8751" y="7936"/>
                    <a:pt x="8747" y="7936"/>
                  </a:cubicBezTo>
                  <a:lnTo>
                    <a:pt x="8516" y="7936"/>
                  </a:lnTo>
                  <a:cubicBezTo>
                    <a:pt x="8377" y="7936"/>
                    <a:pt x="8300" y="7778"/>
                    <a:pt x="8387" y="7667"/>
                  </a:cubicBezTo>
                  <a:cubicBezTo>
                    <a:pt x="8401" y="7648"/>
                    <a:pt x="8420" y="7634"/>
                    <a:pt x="8440" y="7624"/>
                  </a:cubicBezTo>
                  <a:lnTo>
                    <a:pt x="10057" y="6818"/>
                  </a:lnTo>
                  <a:cubicBezTo>
                    <a:pt x="11569" y="6059"/>
                    <a:pt x="12525" y="4513"/>
                    <a:pt x="12525" y="2819"/>
                  </a:cubicBezTo>
                  <a:lnTo>
                    <a:pt x="12525" y="2502"/>
                  </a:lnTo>
                  <a:cubicBezTo>
                    <a:pt x="12525" y="2133"/>
                    <a:pt x="12232" y="1835"/>
                    <a:pt x="11862" y="1835"/>
                  </a:cubicBezTo>
                  <a:lnTo>
                    <a:pt x="9673" y="1835"/>
                  </a:lnTo>
                  <a:lnTo>
                    <a:pt x="9707" y="1341"/>
                  </a:lnTo>
                  <a:lnTo>
                    <a:pt x="9856" y="1341"/>
                  </a:lnTo>
                  <a:cubicBezTo>
                    <a:pt x="10105" y="1341"/>
                    <a:pt x="10312" y="1139"/>
                    <a:pt x="10312" y="885"/>
                  </a:cubicBezTo>
                  <a:lnTo>
                    <a:pt x="10312" y="457"/>
                  </a:lnTo>
                  <a:cubicBezTo>
                    <a:pt x="10312" y="208"/>
                    <a:pt x="10105" y="1"/>
                    <a:pt x="9856" y="1"/>
                  </a:cubicBezTo>
                  <a:lnTo>
                    <a:pt x="4398" y="1"/>
                  </a:lnTo>
                  <a:cubicBezTo>
                    <a:pt x="4393" y="1"/>
                    <a:pt x="4389"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3"/>
            <p:cNvSpPr/>
            <p:nvPr/>
          </p:nvSpPr>
          <p:spPr>
            <a:xfrm>
              <a:off x="7643906" y="2943284"/>
              <a:ext cx="119143" cy="109526"/>
            </a:xfrm>
            <a:custGeom>
              <a:rect b="b" l="l" r="r" t="t"/>
              <a:pathLst>
                <a:path extrusionOk="0" h="4180" w="4547">
                  <a:moveTo>
                    <a:pt x="2271" y="675"/>
                  </a:moveTo>
                  <a:lnTo>
                    <a:pt x="2612" y="1616"/>
                  </a:lnTo>
                  <a:cubicBezTo>
                    <a:pt x="2641" y="1697"/>
                    <a:pt x="2713" y="1750"/>
                    <a:pt x="2799" y="1750"/>
                  </a:cubicBezTo>
                  <a:lnTo>
                    <a:pt x="3802" y="1784"/>
                  </a:lnTo>
                  <a:lnTo>
                    <a:pt x="3010" y="2403"/>
                  </a:lnTo>
                  <a:cubicBezTo>
                    <a:pt x="2943" y="2451"/>
                    <a:pt x="2914" y="2537"/>
                    <a:pt x="2938" y="2619"/>
                  </a:cubicBezTo>
                  <a:lnTo>
                    <a:pt x="3217" y="3584"/>
                  </a:lnTo>
                  <a:lnTo>
                    <a:pt x="2386" y="3018"/>
                  </a:lnTo>
                  <a:cubicBezTo>
                    <a:pt x="2353" y="2996"/>
                    <a:pt x="2313" y="2985"/>
                    <a:pt x="2273" y="2985"/>
                  </a:cubicBezTo>
                  <a:cubicBezTo>
                    <a:pt x="2233" y="2985"/>
                    <a:pt x="2192" y="2996"/>
                    <a:pt x="2156" y="3018"/>
                  </a:cubicBezTo>
                  <a:lnTo>
                    <a:pt x="1325" y="3584"/>
                  </a:lnTo>
                  <a:lnTo>
                    <a:pt x="1604" y="2619"/>
                  </a:lnTo>
                  <a:cubicBezTo>
                    <a:pt x="1628" y="2537"/>
                    <a:pt x="1599" y="2451"/>
                    <a:pt x="1537" y="2403"/>
                  </a:cubicBezTo>
                  <a:lnTo>
                    <a:pt x="745" y="1784"/>
                  </a:lnTo>
                  <a:lnTo>
                    <a:pt x="1748" y="1750"/>
                  </a:lnTo>
                  <a:cubicBezTo>
                    <a:pt x="1829" y="1750"/>
                    <a:pt x="1901" y="1697"/>
                    <a:pt x="1930" y="1616"/>
                  </a:cubicBezTo>
                  <a:lnTo>
                    <a:pt x="2271" y="675"/>
                  </a:lnTo>
                  <a:close/>
                  <a:moveTo>
                    <a:pt x="2271" y="1"/>
                  </a:moveTo>
                  <a:cubicBezTo>
                    <a:pt x="2165" y="1"/>
                    <a:pt x="2060" y="61"/>
                    <a:pt x="2017" y="181"/>
                  </a:cubicBezTo>
                  <a:lnTo>
                    <a:pt x="1594" y="1352"/>
                  </a:lnTo>
                  <a:lnTo>
                    <a:pt x="351" y="1390"/>
                  </a:lnTo>
                  <a:cubicBezTo>
                    <a:pt x="101" y="1400"/>
                    <a:pt x="1" y="1717"/>
                    <a:pt x="193" y="1870"/>
                  </a:cubicBezTo>
                  <a:lnTo>
                    <a:pt x="1177" y="2633"/>
                  </a:lnTo>
                  <a:lnTo>
                    <a:pt x="831" y="3829"/>
                  </a:lnTo>
                  <a:cubicBezTo>
                    <a:pt x="776" y="4017"/>
                    <a:pt x="924" y="4179"/>
                    <a:pt x="1090" y="4179"/>
                  </a:cubicBezTo>
                  <a:cubicBezTo>
                    <a:pt x="1140" y="4179"/>
                    <a:pt x="1191" y="4165"/>
                    <a:pt x="1239" y="4131"/>
                  </a:cubicBezTo>
                  <a:lnTo>
                    <a:pt x="2271" y="3435"/>
                  </a:lnTo>
                  <a:lnTo>
                    <a:pt x="3303" y="4131"/>
                  </a:lnTo>
                  <a:cubicBezTo>
                    <a:pt x="3351" y="4165"/>
                    <a:pt x="3403" y="4179"/>
                    <a:pt x="3453" y="4179"/>
                  </a:cubicBezTo>
                  <a:cubicBezTo>
                    <a:pt x="3620" y="4179"/>
                    <a:pt x="3770" y="4017"/>
                    <a:pt x="3711" y="3829"/>
                  </a:cubicBezTo>
                  <a:lnTo>
                    <a:pt x="3366" y="2633"/>
                  </a:lnTo>
                  <a:lnTo>
                    <a:pt x="4350" y="1870"/>
                  </a:lnTo>
                  <a:cubicBezTo>
                    <a:pt x="4546" y="1717"/>
                    <a:pt x="4441" y="1400"/>
                    <a:pt x="4191" y="1390"/>
                  </a:cubicBezTo>
                  <a:lnTo>
                    <a:pt x="2948" y="1352"/>
                  </a:lnTo>
                  <a:lnTo>
                    <a:pt x="2526" y="181"/>
                  </a:lnTo>
                  <a:cubicBezTo>
                    <a:pt x="2482" y="61"/>
                    <a:pt x="2377" y="1"/>
                    <a:pt x="2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4" name="Google Shape;15644;p83"/>
          <p:cNvGrpSpPr/>
          <p:nvPr/>
        </p:nvGrpSpPr>
        <p:grpSpPr>
          <a:xfrm>
            <a:off x="8004138" y="2893421"/>
            <a:ext cx="317365" cy="363402"/>
            <a:chOff x="8004138" y="2893421"/>
            <a:chExt cx="317365" cy="363402"/>
          </a:xfrm>
        </p:grpSpPr>
        <p:sp>
          <p:nvSpPr>
            <p:cNvPr id="15645" name="Google Shape;15645;p83"/>
            <p:cNvSpPr/>
            <p:nvPr/>
          </p:nvSpPr>
          <p:spPr>
            <a:xfrm>
              <a:off x="8069408" y="3163962"/>
              <a:ext cx="27329" cy="87569"/>
            </a:xfrm>
            <a:custGeom>
              <a:rect b="b" l="l" r="r" t="t"/>
              <a:pathLst>
                <a:path extrusionOk="0" h="3342" w="1043">
                  <a:moveTo>
                    <a:pt x="1" y="1"/>
                  </a:moveTo>
                  <a:lnTo>
                    <a:pt x="1" y="3342"/>
                  </a:lnTo>
                  <a:lnTo>
                    <a:pt x="1043" y="3342"/>
                  </a:lnTo>
                  <a:lnTo>
                    <a:pt x="104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83"/>
            <p:cNvSpPr/>
            <p:nvPr/>
          </p:nvSpPr>
          <p:spPr>
            <a:xfrm>
              <a:off x="8083007" y="3163962"/>
              <a:ext cx="13730" cy="87569"/>
            </a:xfrm>
            <a:custGeom>
              <a:rect b="b" l="l" r="r" t="t"/>
              <a:pathLst>
                <a:path extrusionOk="0" h="3342" w="524">
                  <a:moveTo>
                    <a:pt x="0" y="1"/>
                  </a:moveTo>
                  <a:lnTo>
                    <a:pt x="0" y="3342"/>
                  </a:lnTo>
                  <a:lnTo>
                    <a:pt x="524" y="3342"/>
                  </a:lnTo>
                  <a:lnTo>
                    <a:pt x="524"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3"/>
            <p:cNvSpPr/>
            <p:nvPr/>
          </p:nvSpPr>
          <p:spPr>
            <a:xfrm>
              <a:off x="8227514" y="3163962"/>
              <a:ext cx="27460" cy="87569"/>
            </a:xfrm>
            <a:custGeom>
              <a:rect b="b" l="l" r="r" t="t"/>
              <a:pathLst>
                <a:path extrusionOk="0" h="3342" w="1048">
                  <a:moveTo>
                    <a:pt x="1" y="1"/>
                  </a:moveTo>
                  <a:lnTo>
                    <a:pt x="1" y="3342"/>
                  </a:lnTo>
                  <a:lnTo>
                    <a:pt x="1047" y="3342"/>
                  </a:lnTo>
                  <a:lnTo>
                    <a:pt x="104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83"/>
            <p:cNvSpPr/>
            <p:nvPr/>
          </p:nvSpPr>
          <p:spPr>
            <a:xfrm>
              <a:off x="8241244" y="3163962"/>
              <a:ext cx="13599" cy="87569"/>
            </a:xfrm>
            <a:custGeom>
              <a:rect b="b" l="l" r="r" t="t"/>
              <a:pathLst>
                <a:path extrusionOk="0" h="3342" w="519">
                  <a:moveTo>
                    <a:pt x="0" y="1"/>
                  </a:moveTo>
                  <a:lnTo>
                    <a:pt x="0" y="3342"/>
                  </a:lnTo>
                  <a:lnTo>
                    <a:pt x="518" y="3342"/>
                  </a:lnTo>
                  <a:lnTo>
                    <a:pt x="518"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3"/>
            <p:cNvSpPr/>
            <p:nvPr/>
          </p:nvSpPr>
          <p:spPr>
            <a:xfrm>
              <a:off x="8041870" y="3143707"/>
              <a:ext cx="240644" cy="46195"/>
            </a:xfrm>
            <a:custGeom>
              <a:rect b="b" l="l" r="r" t="t"/>
              <a:pathLst>
                <a:path extrusionOk="0" h="1763" w="9184">
                  <a:moveTo>
                    <a:pt x="1" y="1"/>
                  </a:moveTo>
                  <a:lnTo>
                    <a:pt x="1" y="1378"/>
                  </a:lnTo>
                  <a:cubicBezTo>
                    <a:pt x="1" y="1590"/>
                    <a:pt x="169" y="1762"/>
                    <a:pt x="380" y="1762"/>
                  </a:cubicBezTo>
                  <a:lnTo>
                    <a:pt x="8799" y="1762"/>
                  </a:lnTo>
                  <a:cubicBezTo>
                    <a:pt x="9011" y="1762"/>
                    <a:pt x="9183" y="1590"/>
                    <a:pt x="9183" y="1378"/>
                  </a:cubicBezTo>
                  <a:lnTo>
                    <a:pt x="918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3"/>
            <p:cNvSpPr/>
            <p:nvPr/>
          </p:nvSpPr>
          <p:spPr>
            <a:xfrm>
              <a:off x="8048918" y="2898818"/>
              <a:ext cx="226416" cy="265169"/>
            </a:xfrm>
            <a:custGeom>
              <a:rect b="b" l="l" r="r" t="t"/>
              <a:pathLst>
                <a:path extrusionOk="0" h="10120" w="8641">
                  <a:moveTo>
                    <a:pt x="1474" y="1"/>
                  </a:moveTo>
                  <a:cubicBezTo>
                    <a:pt x="658" y="1"/>
                    <a:pt x="0" y="658"/>
                    <a:pt x="0" y="1470"/>
                  </a:cubicBezTo>
                  <a:lnTo>
                    <a:pt x="0" y="10120"/>
                  </a:lnTo>
                  <a:lnTo>
                    <a:pt x="8641" y="10120"/>
                  </a:lnTo>
                  <a:lnTo>
                    <a:pt x="8641" y="1470"/>
                  </a:lnTo>
                  <a:cubicBezTo>
                    <a:pt x="8641" y="658"/>
                    <a:pt x="7983" y="1"/>
                    <a:pt x="717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3"/>
            <p:cNvSpPr/>
            <p:nvPr/>
          </p:nvSpPr>
          <p:spPr>
            <a:xfrm>
              <a:off x="8199478" y="2898818"/>
              <a:ext cx="75987" cy="265169"/>
            </a:xfrm>
            <a:custGeom>
              <a:rect b="b" l="l" r="r" t="t"/>
              <a:pathLst>
                <a:path extrusionOk="0" h="10120" w="2900">
                  <a:moveTo>
                    <a:pt x="1435" y="1"/>
                  </a:moveTo>
                  <a:cubicBezTo>
                    <a:pt x="1432" y="1"/>
                    <a:pt x="1429" y="1"/>
                    <a:pt x="1426" y="1"/>
                  </a:cubicBezTo>
                  <a:lnTo>
                    <a:pt x="0" y="1"/>
                  </a:lnTo>
                  <a:cubicBezTo>
                    <a:pt x="812" y="1"/>
                    <a:pt x="1474" y="658"/>
                    <a:pt x="1474" y="1470"/>
                  </a:cubicBezTo>
                  <a:lnTo>
                    <a:pt x="1474" y="10120"/>
                  </a:lnTo>
                  <a:lnTo>
                    <a:pt x="2900" y="10120"/>
                  </a:lnTo>
                  <a:lnTo>
                    <a:pt x="2900" y="1470"/>
                  </a:lnTo>
                  <a:cubicBezTo>
                    <a:pt x="2900" y="661"/>
                    <a:pt x="2242" y="1"/>
                    <a:pt x="143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3"/>
            <p:cNvSpPr/>
            <p:nvPr/>
          </p:nvSpPr>
          <p:spPr>
            <a:xfrm>
              <a:off x="8022873" y="3067248"/>
              <a:ext cx="54999" cy="96740"/>
            </a:xfrm>
            <a:custGeom>
              <a:rect b="b" l="l" r="r" t="t"/>
              <a:pathLst>
                <a:path extrusionOk="0" h="3692" w="2099">
                  <a:moveTo>
                    <a:pt x="1" y="0"/>
                  </a:moveTo>
                  <a:lnTo>
                    <a:pt x="1" y="3101"/>
                  </a:lnTo>
                  <a:cubicBezTo>
                    <a:pt x="1" y="3428"/>
                    <a:pt x="265" y="3692"/>
                    <a:pt x="591" y="3692"/>
                  </a:cubicBezTo>
                  <a:lnTo>
                    <a:pt x="2098" y="3692"/>
                  </a:ln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83"/>
            <p:cNvSpPr/>
            <p:nvPr/>
          </p:nvSpPr>
          <p:spPr>
            <a:xfrm>
              <a:off x="8050307" y="3067248"/>
              <a:ext cx="27565" cy="96740"/>
            </a:xfrm>
            <a:custGeom>
              <a:rect b="b" l="l" r="r" t="t"/>
              <a:pathLst>
                <a:path extrusionOk="0" h="3692" w="1052">
                  <a:moveTo>
                    <a:pt x="0" y="0"/>
                  </a:moveTo>
                  <a:lnTo>
                    <a:pt x="0" y="3692"/>
                  </a:lnTo>
                  <a:lnTo>
                    <a:pt x="1051" y="3692"/>
                  </a:lnTo>
                  <a:lnTo>
                    <a:pt x="105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83"/>
            <p:cNvSpPr/>
            <p:nvPr/>
          </p:nvSpPr>
          <p:spPr>
            <a:xfrm>
              <a:off x="8246511" y="3067248"/>
              <a:ext cx="54999" cy="96740"/>
            </a:xfrm>
            <a:custGeom>
              <a:rect b="b" l="l" r="r" t="t"/>
              <a:pathLst>
                <a:path extrusionOk="0" h="3692" w="2099">
                  <a:moveTo>
                    <a:pt x="1" y="0"/>
                  </a:moveTo>
                  <a:lnTo>
                    <a:pt x="1" y="3692"/>
                  </a:lnTo>
                  <a:lnTo>
                    <a:pt x="1508" y="3692"/>
                  </a:lnTo>
                  <a:cubicBezTo>
                    <a:pt x="1834" y="3692"/>
                    <a:pt x="2098" y="3428"/>
                    <a:pt x="2098" y="3101"/>
                  </a:cubicBez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3"/>
            <p:cNvSpPr/>
            <p:nvPr/>
          </p:nvSpPr>
          <p:spPr>
            <a:xfrm>
              <a:off x="8258459" y="3067248"/>
              <a:ext cx="43051" cy="96740"/>
            </a:xfrm>
            <a:custGeom>
              <a:rect b="b" l="l" r="r" t="t"/>
              <a:pathLst>
                <a:path extrusionOk="0" h="3692" w="1643">
                  <a:moveTo>
                    <a:pt x="591" y="0"/>
                  </a:moveTo>
                  <a:lnTo>
                    <a:pt x="591" y="3101"/>
                  </a:lnTo>
                  <a:cubicBezTo>
                    <a:pt x="591" y="3428"/>
                    <a:pt x="327" y="3692"/>
                    <a:pt x="1" y="3692"/>
                  </a:cubicBezTo>
                  <a:lnTo>
                    <a:pt x="1052" y="3692"/>
                  </a:lnTo>
                  <a:cubicBezTo>
                    <a:pt x="1378" y="3692"/>
                    <a:pt x="1642" y="3428"/>
                    <a:pt x="1642" y="3101"/>
                  </a:cubicBezTo>
                  <a:lnTo>
                    <a:pt x="164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3"/>
            <p:cNvSpPr/>
            <p:nvPr/>
          </p:nvSpPr>
          <p:spPr>
            <a:xfrm>
              <a:off x="8077846" y="3103958"/>
              <a:ext cx="168561" cy="60030"/>
            </a:xfrm>
            <a:custGeom>
              <a:rect b="b" l="l" r="r" t="t"/>
              <a:pathLst>
                <a:path extrusionOk="0" h="2291" w="6433">
                  <a:moveTo>
                    <a:pt x="860" y="1"/>
                  </a:moveTo>
                  <a:cubicBezTo>
                    <a:pt x="384" y="1"/>
                    <a:pt x="0" y="385"/>
                    <a:pt x="0" y="860"/>
                  </a:cubicBezTo>
                  <a:lnTo>
                    <a:pt x="0" y="2291"/>
                  </a:lnTo>
                  <a:lnTo>
                    <a:pt x="6433" y="2291"/>
                  </a:lnTo>
                  <a:lnTo>
                    <a:pt x="6433" y="860"/>
                  </a:lnTo>
                  <a:cubicBezTo>
                    <a:pt x="6433" y="385"/>
                    <a:pt x="6049" y="1"/>
                    <a:pt x="557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3"/>
            <p:cNvSpPr/>
            <p:nvPr/>
          </p:nvSpPr>
          <p:spPr>
            <a:xfrm>
              <a:off x="8009536" y="3049509"/>
              <a:ext cx="81673" cy="25678"/>
            </a:xfrm>
            <a:custGeom>
              <a:rect b="b" l="l" r="r" t="t"/>
              <a:pathLst>
                <a:path extrusionOk="0" h="980" w="3117">
                  <a:moveTo>
                    <a:pt x="212" y="0"/>
                  </a:moveTo>
                  <a:cubicBezTo>
                    <a:pt x="97" y="0"/>
                    <a:pt x="1" y="96"/>
                    <a:pt x="1" y="216"/>
                  </a:cubicBezTo>
                  <a:lnTo>
                    <a:pt x="1" y="764"/>
                  </a:lnTo>
                  <a:cubicBezTo>
                    <a:pt x="1" y="884"/>
                    <a:pt x="97" y="980"/>
                    <a:pt x="212" y="980"/>
                  </a:cubicBezTo>
                  <a:lnTo>
                    <a:pt x="2905" y="980"/>
                  </a:lnTo>
                  <a:cubicBezTo>
                    <a:pt x="3020" y="980"/>
                    <a:pt x="3116" y="884"/>
                    <a:pt x="3116" y="764"/>
                  </a:cubicBezTo>
                  <a:lnTo>
                    <a:pt x="3116" y="216"/>
                  </a:lnTo>
                  <a:cubicBezTo>
                    <a:pt x="3116" y="96"/>
                    <a:pt x="3020"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3"/>
            <p:cNvSpPr/>
            <p:nvPr/>
          </p:nvSpPr>
          <p:spPr>
            <a:xfrm>
              <a:off x="8009536" y="3056793"/>
              <a:ext cx="81673" cy="18394"/>
            </a:xfrm>
            <a:custGeom>
              <a:rect b="b" l="l" r="r" t="t"/>
              <a:pathLst>
                <a:path extrusionOk="0" h="702" w="3117">
                  <a:moveTo>
                    <a:pt x="1" y="1"/>
                  </a:moveTo>
                  <a:lnTo>
                    <a:pt x="1" y="486"/>
                  </a:lnTo>
                  <a:cubicBezTo>
                    <a:pt x="1" y="606"/>
                    <a:pt x="97" y="702"/>
                    <a:pt x="212" y="702"/>
                  </a:cubicBezTo>
                  <a:lnTo>
                    <a:pt x="2905" y="702"/>
                  </a:lnTo>
                  <a:cubicBezTo>
                    <a:pt x="3020" y="702"/>
                    <a:pt x="3116" y="606"/>
                    <a:pt x="3116" y="486"/>
                  </a:cubicBezTo>
                  <a:lnTo>
                    <a:pt x="3116" y="1"/>
                  </a:lnTo>
                  <a:cubicBezTo>
                    <a:pt x="3116" y="116"/>
                    <a:pt x="3020" y="212"/>
                    <a:pt x="2905" y="212"/>
                  </a:cubicBezTo>
                  <a:lnTo>
                    <a:pt x="212" y="212"/>
                  </a:lnTo>
                  <a:cubicBezTo>
                    <a:pt x="97" y="212"/>
                    <a:pt x="1" y="116"/>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3"/>
            <p:cNvSpPr/>
            <p:nvPr/>
          </p:nvSpPr>
          <p:spPr>
            <a:xfrm>
              <a:off x="8234432" y="3049640"/>
              <a:ext cx="81778" cy="25547"/>
            </a:xfrm>
            <a:custGeom>
              <a:rect b="b" l="l" r="r" t="t"/>
              <a:pathLst>
                <a:path extrusionOk="0" h="975" w="3121">
                  <a:moveTo>
                    <a:pt x="217" y="0"/>
                  </a:moveTo>
                  <a:cubicBezTo>
                    <a:pt x="97" y="0"/>
                    <a:pt x="1" y="96"/>
                    <a:pt x="1" y="211"/>
                  </a:cubicBezTo>
                  <a:lnTo>
                    <a:pt x="1" y="763"/>
                  </a:lnTo>
                  <a:cubicBezTo>
                    <a:pt x="1" y="879"/>
                    <a:pt x="97" y="975"/>
                    <a:pt x="217" y="975"/>
                  </a:cubicBezTo>
                  <a:lnTo>
                    <a:pt x="2905" y="975"/>
                  </a:lnTo>
                  <a:cubicBezTo>
                    <a:pt x="3025" y="975"/>
                    <a:pt x="3121" y="879"/>
                    <a:pt x="3121" y="763"/>
                  </a:cubicBezTo>
                  <a:lnTo>
                    <a:pt x="3121" y="211"/>
                  </a:lnTo>
                  <a:cubicBezTo>
                    <a:pt x="3121" y="96"/>
                    <a:pt x="3025"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3"/>
            <p:cNvSpPr/>
            <p:nvPr/>
          </p:nvSpPr>
          <p:spPr>
            <a:xfrm>
              <a:off x="8234432" y="3056793"/>
              <a:ext cx="81778" cy="18394"/>
            </a:xfrm>
            <a:custGeom>
              <a:rect b="b" l="l" r="r" t="t"/>
              <a:pathLst>
                <a:path extrusionOk="0" h="702" w="3121">
                  <a:moveTo>
                    <a:pt x="1" y="1"/>
                  </a:moveTo>
                  <a:lnTo>
                    <a:pt x="1" y="490"/>
                  </a:lnTo>
                  <a:cubicBezTo>
                    <a:pt x="1" y="606"/>
                    <a:pt x="97" y="702"/>
                    <a:pt x="217" y="702"/>
                  </a:cubicBezTo>
                  <a:lnTo>
                    <a:pt x="2905" y="702"/>
                  </a:lnTo>
                  <a:cubicBezTo>
                    <a:pt x="3025" y="702"/>
                    <a:pt x="3121" y="606"/>
                    <a:pt x="3121" y="490"/>
                  </a:cubicBezTo>
                  <a:lnTo>
                    <a:pt x="3121" y="1"/>
                  </a:lnTo>
                  <a:cubicBezTo>
                    <a:pt x="3121" y="121"/>
                    <a:pt x="3025" y="217"/>
                    <a:pt x="2905" y="217"/>
                  </a:cubicBezTo>
                  <a:lnTo>
                    <a:pt x="217" y="217"/>
                  </a:lnTo>
                  <a:cubicBezTo>
                    <a:pt x="97" y="217"/>
                    <a:pt x="1" y="121"/>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83"/>
            <p:cNvSpPr/>
            <p:nvPr/>
          </p:nvSpPr>
          <p:spPr>
            <a:xfrm>
              <a:off x="8078212" y="3103958"/>
              <a:ext cx="168063" cy="30107"/>
            </a:xfrm>
            <a:custGeom>
              <a:rect b="b" l="l" r="r" t="t"/>
              <a:pathLst>
                <a:path extrusionOk="0" h="1149" w="6414">
                  <a:moveTo>
                    <a:pt x="851" y="1"/>
                  </a:moveTo>
                  <a:cubicBezTo>
                    <a:pt x="423" y="1"/>
                    <a:pt x="63" y="308"/>
                    <a:pt x="1" y="730"/>
                  </a:cubicBezTo>
                  <a:cubicBezTo>
                    <a:pt x="750" y="985"/>
                    <a:pt x="1921" y="1148"/>
                    <a:pt x="3231" y="1148"/>
                  </a:cubicBezTo>
                  <a:cubicBezTo>
                    <a:pt x="4518" y="1148"/>
                    <a:pt x="5665" y="990"/>
                    <a:pt x="6414" y="745"/>
                  </a:cubicBezTo>
                  <a:cubicBezTo>
                    <a:pt x="6356" y="322"/>
                    <a:pt x="5992" y="1"/>
                    <a:pt x="5560"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3"/>
            <p:cNvSpPr/>
            <p:nvPr/>
          </p:nvSpPr>
          <p:spPr>
            <a:xfrm>
              <a:off x="8097209" y="2948367"/>
              <a:ext cx="34614" cy="31102"/>
            </a:xfrm>
            <a:custGeom>
              <a:rect b="b" l="l" r="r" t="t"/>
              <a:pathLst>
                <a:path extrusionOk="0" h="1187"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19"/>
                    <a:pt x="559" y="1187"/>
                    <a:pt x="661" y="1187"/>
                  </a:cubicBezTo>
                  <a:cubicBezTo>
                    <a:pt x="763" y="1187"/>
                    <a:pt x="865" y="1119"/>
                    <a:pt x="865" y="985"/>
                  </a:cubicBezTo>
                  <a:lnTo>
                    <a:pt x="865" y="798"/>
                  </a:lnTo>
                  <a:lnTo>
                    <a:pt x="1052" y="798"/>
                  </a:lnTo>
                  <a:cubicBezTo>
                    <a:pt x="1321" y="793"/>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3"/>
            <p:cNvSpPr/>
            <p:nvPr/>
          </p:nvSpPr>
          <p:spPr>
            <a:xfrm>
              <a:off x="8193818" y="2948367"/>
              <a:ext cx="34614" cy="31102"/>
            </a:xfrm>
            <a:custGeom>
              <a:rect b="b" l="l" r="r" t="t"/>
              <a:pathLst>
                <a:path extrusionOk="0" h="1187" w="1321">
                  <a:moveTo>
                    <a:pt x="660" y="1"/>
                  </a:moveTo>
                  <a:cubicBezTo>
                    <a:pt x="558" y="1"/>
                    <a:pt x="456" y="68"/>
                    <a:pt x="456" y="203"/>
                  </a:cubicBezTo>
                  <a:lnTo>
                    <a:pt x="456" y="390"/>
                  </a:lnTo>
                  <a:lnTo>
                    <a:pt x="269" y="390"/>
                  </a:lnTo>
                  <a:cubicBezTo>
                    <a:pt x="0" y="390"/>
                    <a:pt x="0" y="798"/>
                    <a:pt x="269" y="798"/>
                  </a:cubicBezTo>
                  <a:lnTo>
                    <a:pt x="269" y="793"/>
                  </a:lnTo>
                  <a:lnTo>
                    <a:pt x="456" y="793"/>
                  </a:lnTo>
                  <a:lnTo>
                    <a:pt x="456" y="985"/>
                  </a:lnTo>
                  <a:cubicBezTo>
                    <a:pt x="456" y="1119"/>
                    <a:pt x="558" y="1187"/>
                    <a:pt x="660" y="1187"/>
                  </a:cubicBezTo>
                  <a:cubicBezTo>
                    <a:pt x="762" y="1187"/>
                    <a:pt x="864" y="1119"/>
                    <a:pt x="864" y="985"/>
                  </a:cubicBezTo>
                  <a:lnTo>
                    <a:pt x="864" y="798"/>
                  </a:lnTo>
                  <a:lnTo>
                    <a:pt x="1052" y="798"/>
                  </a:lnTo>
                  <a:cubicBezTo>
                    <a:pt x="1320" y="793"/>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3"/>
            <p:cNvSpPr/>
            <p:nvPr/>
          </p:nvSpPr>
          <p:spPr>
            <a:xfrm>
              <a:off x="8097209" y="3021446"/>
              <a:ext cx="34614" cy="31207"/>
            </a:xfrm>
            <a:custGeom>
              <a:rect b="b" l="l" r="r" t="t"/>
              <a:pathLst>
                <a:path extrusionOk="0" h="1191"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22"/>
                    <a:pt x="559" y="1190"/>
                    <a:pt x="661" y="1190"/>
                  </a:cubicBezTo>
                  <a:cubicBezTo>
                    <a:pt x="763" y="1190"/>
                    <a:pt x="865" y="1122"/>
                    <a:pt x="865" y="985"/>
                  </a:cubicBezTo>
                  <a:lnTo>
                    <a:pt x="865" y="798"/>
                  </a:lnTo>
                  <a:lnTo>
                    <a:pt x="1052" y="798"/>
                  </a:lnTo>
                  <a:cubicBezTo>
                    <a:pt x="1321" y="798"/>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83"/>
            <p:cNvSpPr/>
            <p:nvPr/>
          </p:nvSpPr>
          <p:spPr>
            <a:xfrm>
              <a:off x="8193818" y="3021446"/>
              <a:ext cx="34614" cy="31207"/>
            </a:xfrm>
            <a:custGeom>
              <a:rect b="b" l="l" r="r" t="t"/>
              <a:pathLst>
                <a:path extrusionOk="0" h="1191" w="1321">
                  <a:moveTo>
                    <a:pt x="660" y="1"/>
                  </a:moveTo>
                  <a:cubicBezTo>
                    <a:pt x="558" y="1"/>
                    <a:pt x="456" y="68"/>
                    <a:pt x="456" y="203"/>
                  </a:cubicBezTo>
                  <a:lnTo>
                    <a:pt x="456" y="390"/>
                  </a:lnTo>
                  <a:lnTo>
                    <a:pt x="269" y="390"/>
                  </a:lnTo>
                  <a:cubicBezTo>
                    <a:pt x="0" y="390"/>
                    <a:pt x="0" y="798"/>
                    <a:pt x="269" y="798"/>
                  </a:cubicBezTo>
                  <a:lnTo>
                    <a:pt x="456" y="798"/>
                  </a:lnTo>
                  <a:lnTo>
                    <a:pt x="456" y="985"/>
                  </a:lnTo>
                  <a:cubicBezTo>
                    <a:pt x="456" y="1122"/>
                    <a:pt x="558" y="1190"/>
                    <a:pt x="660" y="1190"/>
                  </a:cubicBezTo>
                  <a:cubicBezTo>
                    <a:pt x="762" y="1190"/>
                    <a:pt x="864" y="1122"/>
                    <a:pt x="864" y="985"/>
                  </a:cubicBezTo>
                  <a:lnTo>
                    <a:pt x="864" y="798"/>
                  </a:lnTo>
                  <a:lnTo>
                    <a:pt x="1052" y="798"/>
                  </a:lnTo>
                  <a:cubicBezTo>
                    <a:pt x="1320" y="798"/>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83"/>
            <p:cNvSpPr/>
            <p:nvPr/>
          </p:nvSpPr>
          <p:spPr>
            <a:xfrm>
              <a:off x="8004138" y="3044216"/>
              <a:ext cx="317365" cy="212607"/>
            </a:xfrm>
            <a:custGeom>
              <a:rect b="b" l="l" r="r" t="t"/>
              <a:pathLst>
                <a:path extrusionOk="0" h="8114" w="12112">
                  <a:moveTo>
                    <a:pt x="9004" y="407"/>
                  </a:moveTo>
                  <a:cubicBezTo>
                    <a:pt x="9006" y="407"/>
                    <a:pt x="9008" y="407"/>
                    <a:pt x="9011" y="409"/>
                  </a:cubicBezTo>
                  <a:lnTo>
                    <a:pt x="11699" y="409"/>
                  </a:lnTo>
                  <a:cubicBezTo>
                    <a:pt x="11704" y="409"/>
                    <a:pt x="11708" y="409"/>
                    <a:pt x="11708" y="418"/>
                  </a:cubicBezTo>
                  <a:lnTo>
                    <a:pt x="11708" y="966"/>
                  </a:lnTo>
                  <a:cubicBezTo>
                    <a:pt x="11708" y="970"/>
                    <a:pt x="11704" y="975"/>
                    <a:pt x="11699" y="975"/>
                  </a:cubicBezTo>
                  <a:lnTo>
                    <a:pt x="9011" y="975"/>
                  </a:lnTo>
                  <a:cubicBezTo>
                    <a:pt x="9001" y="975"/>
                    <a:pt x="8996" y="970"/>
                    <a:pt x="8996" y="966"/>
                  </a:cubicBezTo>
                  <a:lnTo>
                    <a:pt x="8996" y="418"/>
                  </a:lnTo>
                  <a:cubicBezTo>
                    <a:pt x="8996" y="411"/>
                    <a:pt x="8999" y="407"/>
                    <a:pt x="9004" y="407"/>
                  </a:cubicBezTo>
                  <a:close/>
                  <a:moveTo>
                    <a:pt x="3111" y="409"/>
                  </a:moveTo>
                  <a:cubicBezTo>
                    <a:pt x="3116" y="409"/>
                    <a:pt x="3121" y="414"/>
                    <a:pt x="3121" y="418"/>
                  </a:cubicBezTo>
                  <a:lnTo>
                    <a:pt x="3121" y="966"/>
                  </a:lnTo>
                  <a:cubicBezTo>
                    <a:pt x="3121" y="975"/>
                    <a:pt x="3116" y="980"/>
                    <a:pt x="3111" y="980"/>
                  </a:cubicBezTo>
                  <a:lnTo>
                    <a:pt x="423" y="980"/>
                  </a:lnTo>
                  <a:cubicBezTo>
                    <a:pt x="413" y="980"/>
                    <a:pt x="409" y="975"/>
                    <a:pt x="409" y="966"/>
                  </a:cubicBezTo>
                  <a:lnTo>
                    <a:pt x="409" y="418"/>
                  </a:lnTo>
                  <a:cubicBezTo>
                    <a:pt x="409" y="414"/>
                    <a:pt x="413" y="409"/>
                    <a:pt x="423" y="409"/>
                  </a:cubicBezTo>
                  <a:close/>
                  <a:moveTo>
                    <a:pt x="11147" y="1383"/>
                  </a:moveTo>
                  <a:lnTo>
                    <a:pt x="11147" y="3975"/>
                  </a:lnTo>
                  <a:cubicBezTo>
                    <a:pt x="11147" y="4191"/>
                    <a:pt x="10969" y="4364"/>
                    <a:pt x="10758" y="4364"/>
                  </a:cubicBezTo>
                  <a:lnTo>
                    <a:pt x="9452" y="4364"/>
                  </a:lnTo>
                  <a:lnTo>
                    <a:pt x="9452" y="1383"/>
                  </a:lnTo>
                  <a:close/>
                  <a:moveTo>
                    <a:pt x="2612" y="1383"/>
                  </a:moveTo>
                  <a:lnTo>
                    <a:pt x="2612" y="4369"/>
                  </a:lnTo>
                  <a:lnTo>
                    <a:pt x="1311" y="4369"/>
                  </a:lnTo>
                  <a:cubicBezTo>
                    <a:pt x="1095" y="4369"/>
                    <a:pt x="922" y="4191"/>
                    <a:pt x="922" y="3980"/>
                  </a:cubicBezTo>
                  <a:lnTo>
                    <a:pt x="922" y="1383"/>
                  </a:lnTo>
                  <a:close/>
                  <a:moveTo>
                    <a:pt x="3669" y="2487"/>
                  </a:moveTo>
                  <a:cubicBezTo>
                    <a:pt x="3672" y="2487"/>
                    <a:pt x="3675" y="2487"/>
                    <a:pt x="3678" y="2487"/>
                  </a:cubicBezTo>
                  <a:lnTo>
                    <a:pt x="8391" y="2487"/>
                  </a:lnTo>
                  <a:cubicBezTo>
                    <a:pt x="8751" y="2487"/>
                    <a:pt x="9044" y="2780"/>
                    <a:pt x="9044" y="3140"/>
                  </a:cubicBezTo>
                  <a:lnTo>
                    <a:pt x="9044" y="4369"/>
                  </a:lnTo>
                  <a:lnTo>
                    <a:pt x="3015" y="4369"/>
                  </a:lnTo>
                  <a:lnTo>
                    <a:pt x="3015" y="3140"/>
                  </a:lnTo>
                  <a:cubicBezTo>
                    <a:pt x="3015" y="2783"/>
                    <a:pt x="3308" y="2487"/>
                    <a:pt x="3669" y="2487"/>
                  </a:cubicBezTo>
                  <a:close/>
                  <a:moveTo>
                    <a:pt x="10412" y="4772"/>
                  </a:moveTo>
                  <a:lnTo>
                    <a:pt x="10412" y="5175"/>
                  </a:lnTo>
                  <a:lnTo>
                    <a:pt x="10417" y="5175"/>
                  </a:lnTo>
                  <a:cubicBezTo>
                    <a:pt x="10417" y="5276"/>
                    <a:pt x="10340" y="5358"/>
                    <a:pt x="10239" y="5358"/>
                  </a:cubicBezTo>
                  <a:lnTo>
                    <a:pt x="1820" y="5358"/>
                  </a:lnTo>
                  <a:cubicBezTo>
                    <a:pt x="1724" y="5358"/>
                    <a:pt x="1642" y="5276"/>
                    <a:pt x="1642" y="5175"/>
                  </a:cubicBezTo>
                  <a:lnTo>
                    <a:pt x="1642" y="4772"/>
                  </a:lnTo>
                  <a:close/>
                  <a:moveTo>
                    <a:pt x="3332" y="5761"/>
                  </a:moveTo>
                  <a:lnTo>
                    <a:pt x="3332" y="7710"/>
                  </a:lnTo>
                  <a:lnTo>
                    <a:pt x="2693" y="7710"/>
                  </a:lnTo>
                  <a:lnTo>
                    <a:pt x="2693" y="5761"/>
                  </a:lnTo>
                  <a:close/>
                  <a:moveTo>
                    <a:pt x="9371" y="5761"/>
                  </a:moveTo>
                  <a:lnTo>
                    <a:pt x="9371" y="7710"/>
                  </a:lnTo>
                  <a:lnTo>
                    <a:pt x="8732" y="7710"/>
                  </a:lnTo>
                  <a:lnTo>
                    <a:pt x="8732" y="5761"/>
                  </a:lnTo>
                  <a:close/>
                  <a:moveTo>
                    <a:pt x="418" y="1"/>
                  </a:moveTo>
                  <a:cubicBezTo>
                    <a:pt x="188" y="1"/>
                    <a:pt x="1" y="188"/>
                    <a:pt x="1" y="414"/>
                  </a:cubicBezTo>
                  <a:lnTo>
                    <a:pt x="1" y="966"/>
                  </a:lnTo>
                  <a:cubicBezTo>
                    <a:pt x="1" y="1196"/>
                    <a:pt x="188" y="1383"/>
                    <a:pt x="418" y="1383"/>
                  </a:cubicBezTo>
                  <a:lnTo>
                    <a:pt x="509" y="1383"/>
                  </a:lnTo>
                  <a:lnTo>
                    <a:pt x="509" y="3975"/>
                  </a:lnTo>
                  <a:cubicBezTo>
                    <a:pt x="509" y="4388"/>
                    <a:pt x="826" y="4734"/>
                    <a:pt x="1234" y="4767"/>
                  </a:cubicBezTo>
                  <a:lnTo>
                    <a:pt x="1234" y="5175"/>
                  </a:lnTo>
                  <a:cubicBezTo>
                    <a:pt x="1234" y="5497"/>
                    <a:pt x="1498" y="5756"/>
                    <a:pt x="1820" y="5761"/>
                  </a:cubicBezTo>
                  <a:lnTo>
                    <a:pt x="2285" y="5761"/>
                  </a:lnTo>
                  <a:lnTo>
                    <a:pt x="2285" y="7710"/>
                  </a:lnTo>
                  <a:lnTo>
                    <a:pt x="1997" y="7710"/>
                  </a:lnTo>
                  <a:cubicBezTo>
                    <a:pt x="1724" y="7710"/>
                    <a:pt x="1724" y="8113"/>
                    <a:pt x="1997" y="8113"/>
                  </a:cubicBezTo>
                  <a:lnTo>
                    <a:pt x="4028" y="8113"/>
                  </a:lnTo>
                  <a:cubicBezTo>
                    <a:pt x="4297" y="8113"/>
                    <a:pt x="4297" y="7710"/>
                    <a:pt x="4028" y="7710"/>
                  </a:cubicBezTo>
                  <a:lnTo>
                    <a:pt x="3735" y="7710"/>
                  </a:lnTo>
                  <a:lnTo>
                    <a:pt x="3735" y="5761"/>
                  </a:lnTo>
                  <a:lnTo>
                    <a:pt x="8324" y="5761"/>
                  </a:lnTo>
                  <a:lnTo>
                    <a:pt x="8324" y="7710"/>
                  </a:lnTo>
                  <a:lnTo>
                    <a:pt x="8031" y="7710"/>
                  </a:lnTo>
                  <a:cubicBezTo>
                    <a:pt x="8030" y="7710"/>
                    <a:pt x="8028" y="7710"/>
                    <a:pt x="8027" y="7710"/>
                  </a:cubicBezTo>
                  <a:cubicBezTo>
                    <a:pt x="7763" y="7710"/>
                    <a:pt x="7764" y="8113"/>
                    <a:pt x="8031" y="8113"/>
                  </a:cubicBezTo>
                  <a:lnTo>
                    <a:pt x="10062" y="8113"/>
                  </a:lnTo>
                  <a:cubicBezTo>
                    <a:pt x="10335" y="8113"/>
                    <a:pt x="10335" y="7710"/>
                    <a:pt x="10062" y="7710"/>
                  </a:cubicBezTo>
                  <a:lnTo>
                    <a:pt x="9774" y="7710"/>
                  </a:lnTo>
                  <a:lnTo>
                    <a:pt x="9774" y="5761"/>
                  </a:lnTo>
                  <a:lnTo>
                    <a:pt x="10239" y="5761"/>
                  </a:lnTo>
                  <a:cubicBezTo>
                    <a:pt x="10561" y="5756"/>
                    <a:pt x="10820" y="5497"/>
                    <a:pt x="10820" y="5175"/>
                  </a:cubicBezTo>
                  <a:lnTo>
                    <a:pt x="10820" y="4767"/>
                  </a:lnTo>
                  <a:cubicBezTo>
                    <a:pt x="11233" y="4734"/>
                    <a:pt x="11550" y="4388"/>
                    <a:pt x="11550" y="3975"/>
                  </a:cubicBezTo>
                  <a:lnTo>
                    <a:pt x="11550" y="1383"/>
                  </a:lnTo>
                  <a:lnTo>
                    <a:pt x="11694" y="1383"/>
                  </a:lnTo>
                  <a:cubicBezTo>
                    <a:pt x="11924" y="1383"/>
                    <a:pt x="12112" y="1196"/>
                    <a:pt x="12112" y="966"/>
                  </a:cubicBezTo>
                  <a:lnTo>
                    <a:pt x="12112" y="418"/>
                  </a:lnTo>
                  <a:cubicBezTo>
                    <a:pt x="12107" y="188"/>
                    <a:pt x="11924" y="6"/>
                    <a:pt x="11694" y="1"/>
                  </a:cubicBezTo>
                  <a:lnTo>
                    <a:pt x="9006" y="1"/>
                  </a:lnTo>
                  <a:cubicBezTo>
                    <a:pt x="8775" y="6"/>
                    <a:pt x="8588" y="188"/>
                    <a:pt x="8588" y="418"/>
                  </a:cubicBezTo>
                  <a:lnTo>
                    <a:pt x="8588" y="970"/>
                  </a:lnTo>
                  <a:cubicBezTo>
                    <a:pt x="8588" y="1201"/>
                    <a:pt x="8775" y="1383"/>
                    <a:pt x="9006" y="1388"/>
                  </a:cubicBezTo>
                  <a:lnTo>
                    <a:pt x="9044" y="1388"/>
                  </a:lnTo>
                  <a:lnTo>
                    <a:pt x="9044" y="2305"/>
                  </a:lnTo>
                  <a:cubicBezTo>
                    <a:pt x="8862" y="2160"/>
                    <a:pt x="8639" y="2079"/>
                    <a:pt x="8407" y="2079"/>
                  </a:cubicBezTo>
                  <a:cubicBezTo>
                    <a:pt x="8400" y="2079"/>
                    <a:pt x="8393" y="2079"/>
                    <a:pt x="8387" y="2079"/>
                  </a:cubicBezTo>
                  <a:lnTo>
                    <a:pt x="3678" y="2079"/>
                  </a:lnTo>
                  <a:cubicBezTo>
                    <a:pt x="3671" y="2079"/>
                    <a:pt x="3664" y="2079"/>
                    <a:pt x="3657" y="2079"/>
                  </a:cubicBezTo>
                  <a:cubicBezTo>
                    <a:pt x="3424" y="2079"/>
                    <a:pt x="3197" y="2160"/>
                    <a:pt x="3015" y="2305"/>
                  </a:cubicBezTo>
                  <a:lnTo>
                    <a:pt x="3015" y="1383"/>
                  </a:lnTo>
                  <a:lnTo>
                    <a:pt x="3106" y="1383"/>
                  </a:lnTo>
                  <a:cubicBezTo>
                    <a:pt x="3337" y="1383"/>
                    <a:pt x="3524" y="1196"/>
                    <a:pt x="3524" y="966"/>
                  </a:cubicBezTo>
                  <a:lnTo>
                    <a:pt x="3524" y="414"/>
                  </a:lnTo>
                  <a:cubicBezTo>
                    <a:pt x="3524" y="188"/>
                    <a:pt x="3337" y="1"/>
                    <a:pt x="31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3"/>
            <p:cNvSpPr/>
            <p:nvPr/>
          </p:nvSpPr>
          <p:spPr>
            <a:xfrm>
              <a:off x="8043494" y="2893421"/>
              <a:ext cx="237630" cy="136620"/>
            </a:xfrm>
            <a:custGeom>
              <a:rect b="b" l="l" r="r" t="t"/>
              <a:pathLst>
                <a:path extrusionOk="0" h="5214" w="9069">
                  <a:moveTo>
                    <a:pt x="1676" y="0"/>
                  </a:moveTo>
                  <a:cubicBezTo>
                    <a:pt x="750" y="5"/>
                    <a:pt x="1" y="754"/>
                    <a:pt x="1" y="1676"/>
                  </a:cubicBezTo>
                  <a:lnTo>
                    <a:pt x="1" y="5007"/>
                  </a:lnTo>
                  <a:cubicBezTo>
                    <a:pt x="1" y="5122"/>
                    <a:pt x="92" y="5213"/>
                    <a:pt x="207" y="5213"/>
                  </a:cubicBezTo>
                  <a:cubicBezTo>
                    <a:pt x="318" y="5209"/>
                    <a:pt x="409" y="5122"/>
                    <a:pt x="409" y="5007"/>
                  </a:cubicBezTo>
                  <a:lnTo>
                    <a:pt x="409" y="1676"/>
                  </a:lnTo>
                  <a:cubicBezTo>
                    <a:pt x="414" y="975"/>
                    <a:pt x="980" y="408"/>
                    <a:pt x="1681" y="408"/>
                  </a:cubicBezTo>
                  <a:lnTo>
                    <a:pt x="7379" y="408"/>
                  </a:lnTo>
                  <a:cubicBezTo>
                    <a:pt x="8075" y="408"/>
                    <a:pt x="8646" y="980"/>
                    <a:pt x="8646" y="1680"/>
                  </a:cubicBezTo>
                  <a:lnTo>
                    <a:pt x="8661" y="5012"/>
                  </a:lnTo>
                  <a:cubicBezTo>
                    <a:pt x="8661" y="5122"/>
                    <a:pt x="8752" y="5213"/>
                    <a:pt x="8862" y="5213"/>
                  </a:cubicBezTo>
                  <a:cubicBezTo>
                    <a:pt x="8977" y="5209"/>
                    <a:pt x="9069" y="5117"/>
                    <a:pt x="9069" y="5007"/>
                  </a:cubicBezTo>
                  <a:lnTo>
                    <a:pt x="9049" y="1676"/>
                  </a:lnTo>
                  <a:cubicBezTo>
                    <a:pt x="9049" y="754"/>
                    <a:pt x="8301" y="5"/>
                    <a:pt x="73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8" name="Google Shape;15668;p83"/>
          <p:cNvGrpSpPr/>
          <p:nvPr/>
        </p:nvGrpSpPr>
        <p:grpSpPr>
          <a:xfrm>
            <a:off x="5683016" y="2893499"/>
            <a:ext cx="365551" cy="363376"/>
            <a:chOff x="5683016" y="2893499"/>
            <a:chExt cx="365551" cy="363376"/>
          </a:xfrm>
        </p:grpSpPr>
        <p:sp>
          <p:nvSpPr>
            <p:cNvPr id="15669" name="Google Shape;15669;p83"/>
            <p:cNvSpPr/>
            <p:nvPr/>
          </p:nvSpPr>
          <p:spPr>
            <a:xfrm>
              <a:off x="5688806" y="2898845"/>
              <a:ext cx="353839" cy="352502"/>
            </a:xfrm>
            <a:custGeom>
              <a:rect b="b" l="l" r="r" t="t"/>
              <a:pathLst>
                <a:path extrusionOk="0" h="13453" w="13504">
                  <a:moveTo>
                    <a:pt x="8518" y="1"/>
                  </a:moveTo>
                  <a:cubicBezTo>
                    <a:pt x="8462" y="1"/>
                    <a:pt x="8406" y="21"/>
                    <a:pt x="8362" y="62"/>
                  </a:cubicBezTo>
                  <a:lnTo>
                    <a:pt x="87" y="8333"/>
                  </a:lnTo>
                  <a:cubicBezTo>
                    <a:pt x="0" y="8419"/>
                    <a:pt x="0" y="8558"/>
                    <a:pt x="87" y="8640"/>
                  </a:cubicBezTo>
                  <a:lnTo>
                    <a:pt x="312" y="8866"/>
                  </a:lnTo>
                  <a:cubicBezTo>
                    <a:pt x="356" y="8909"/>
                    <a:pt x="412" y="8930"/>
                    <a:pt x="468" y="8930"/>
                  </a:cubicBezTo>
                  <a:cubicBezTo>
                    <a:pt x="505" y="8930"/>
                    <a:pt x="542" y="8921"/>
                    <a:pt x="576" y="8904"/>
                  </a:cubicBezTo>
                  <a:cubicBezTo>
                    <a:pt x="668" y="8855"/>
                    <a:pt x="761" y="8833"/>
                    <a:pt x="850" y="8833"/>
                  </a:cubicBezTo>
                  <a:cubicBezTo>
                    <a:pt x="1247" y="8833"/>
                    <a:pt x="1569" y="9269"/>
                    <a:pt x="1349" y="9677"/>
                  </a:cubicBezTo>
                  <a:cubicBezTo>
                    <a:pt x="1301" y="9763"/>
                    <a:pt x="1316" y="9869"/>
                    <a:pt x="1383" y="9941"/>
                  </a:cubicBezTo>
                  <a:lnTo>
                    <a:pt x="1925" y="10479"/>
                  </a:lnTo>
                  <a:cubicBezTo>
                    <a:pt x="1966" y="10519"/>
                    <a:pt x="2022" y="10540"/>
                    <a:pt x="2079" y="10540"/>
                  </a:cubicBezTo>
                  <a:cubicBezTo>
                    <a:pt x="2117" y="10540"/>
                    <a:pt x="2155" y="10531"/>
                    <a:pt x="2189" y="10512"/>
                  </a:cubicBezTo>
                  <a:cubicBezTo>
                    <a:pt x="2279" y="10464"/>
                    <a:pt x="2370" y="10443"/>
                    <a:pt x="2457" y="10443"/>
                  </a:cubicBezTo>
                  <a:cubicBezTo>
                    <a:pt x="2854" y="10443"/>
                    <a:pt x="3178" y="10881"/>
                    <a:pt x="2962" y="11290"/>
                  </a:cubicBezTo>
                  <a:cubicBezTo>
                    <a:pt x="2914" y="11376"/>
                    <a:pt x="2928" y="11482"/>
                    <a:pt x="2996" y="11554"/>
                  </a:cubicBezTo>
                  <a:lnTo>
                    <a:pt x="3538" y="12091"/>
                  </a:lnTo>
                  <a:cubicBezTo>
                    <a:pt x="3579" y="12132"/>
                    <a:pt x="3635" y="12153"/>
                    <a:pt x="3691" y="12153"/>
                  </a:cubicBezTo>
                  <a:cubicBezTo>
                    <a:pt x="3728" y="12153"/>
                    <a:pt x="3765" y="12144"/>
                    <a:pt x="3797" y="12125"/>
                  </a:cubicBezTo>
                  <a:cubicBezTo>
                    <a:pt x="3888" y="12077"/>
                    <a:pt x="3979" y="12056"/>
                    <a:pt x="4067" y="12056"/>
                  </a:cubicBezTo>
                  <a:cubicBezTo>
                    <a:pt x="4466" y="12056"/>
                    <a:pt x="4791" y="12494"/>
                    <a:pt x="4575" y="12903"/>
                  </a:cubicBezTo>
                  <a:cubicBezTo>
                    <a:pt x="4527" y="12984"/>
                    <a:pt x="4541" y="13095"/>
                    <a:pt x="4609" y="13162"/>
                  </a:cubicBezTo>
                  <a:lnTo>
                    <a:pt x="4834" y="13388"/>
                  </a:lnTo>
                  <a:cubicBezTo>
                    <a:pt x="4877" y="13431"/>
                    <a:pt x="4933" y="13452"/>
                    <a:pt x="4988" y="13452"/>
                  </a:cubicBezTo>
                  <a:cubicBezTo>
                    <a:pt x="5043" y="13452"/>
                    <a:pt x="5098" y="13431"/>
                    <a:pt x="5141" y="13388"/>
                  </a:cubicBezTo>
                  <a:lnTo>
                    <a:pt x="13417" y="5117"/>
                  </a:lnTo>
                  <a:cubicBezTo>
                    <a:pt x="13503" y="5030"/>
                    <a:pt x="13503" y="4891"/>
                    <a:pt x="13417" y="4805"/>
                  </a:cubicBezTo>
                  <a:lnTo>
                    <a:pt x="13196" y="4589"/>
                  </a:lnTo>
                  <a:cubicBezTo>
                    <a:pt x="13156" y="4548"/>
                    <a:pt x="13099" y="4527"/>
                    <a:pt x="13042" y="4527"/>
                  </a:cubicBezTo>
                  <a:cubicBezTo>
                    <a:pt x="13005" y="4527"/>
                    <a:pt x="12966" y="4536"/>
                    <a:pt x="12932" y="4555"/>
                  </a:cubicBezTo>
                  <a:cubicBezTo>
                    <a:pt x="12840" y="4606"/>
                    <a:pt x="12746" y="4628"/>
                    <a:pt x="12656" y="4628"/>
                  </a:cubicBezTo>
                  <a:cubicBezTo>
                    <a:pt x="12259" y="4628"/>
                    <a:pt x="11936" y="4189"/>
                    <a:pt x="12159" y="3782"/>
                  </a:cubicBezTo>
                  <a:cubicBezTo>
                    <a:pt x="12207" y="3696"/>
                    <a:pt x="12193" y="3585"/>
                    <a:pt x="12126" y="3518"/>
                  </a:cubicBezTo>
                  <a:lnTo>
                    <a:pt x="11583" y="2976"/>
                  </a:lnTo>
                  <a:cubicBezTo>
                    <a:pt x="11540" y="2935"/>
                    <a:pt x="11484" y="2914"/>
                    <a:pt x="11428" y="2914"/>
                  </a:cubicBezTo>
                  <a:cubicBezTo>
                    <a:pt x="11391" y="2914"/>
                    <a:pt x="11354" y="2923"/>
                    <a:pt x="11319" y="2942"/>
                  </a:cubicBezTo>
                  <a:cubicBezTo>
                    <a:pt x="11228" y="2991"/>
                    <a:pt x="11135" y="3014"/>
                    <a:pt x="11045" y="3014"/>
                  </a:cubicBezTo>
                  <a:cubicBezTo>
                    <a:pt x="10647" y="3014"/>
                    <a:pt x="10323" y="2576"/>
                    <a:pt x="10546" y="2165"/>
                  </a:cubicBezTo>
                  <a:cubicBezTo>
                    <a:pt x="10594" y="2083"/>
                    <a:pt x="10580" y="1973"/>
                    <a:pt x="10508" y="1901"/>
                  </a:cubicBezTo>
                  <a:lnTo>
                    <a:pt x="9970" y="1363"/>
                  </a:lnTo>
                  <a:cubicBezTo>
                    <a:pt x="9927" y="1322"/>
                    <a:pt x="9871" y="1301"/>
                    <a:pt x="9815" y="1301"/>
                  </a:cubicBezTo>
                  <a:cubicBezTo>
                    <a:pt x="9778" y="1301"/>
                    <a:pt x="9741" y="1310"/>
                    <a:pt x="9706" y="1329"/>
                  </a:cubicBezTo>
                  <a:cubicBezTo>
                    <a:pt x="9615" y="1378"/>
                    <a:pt x="9523" y="1400"/>
                    <a:pt x="9434" y="1400"/>
                  </a:cubicBezTo>
                  <a:cubicBezTo>
                    <a:pt x="9035" y="1400"/>
                    <a:pt x="8709" y="960"/>
                    <a:pt x="8929" y="552"/>
                  </a:cubicBezTo>
                  <a:cubicBezTo>
                    <a:pt x="8977" y="465"/>
                    <a:pt x="8962" y="360"/>
                    <a:pt x="8895" y="288"/>
                  </a:cubicBezTo>
                  <a:lnTo>
                    <a:pt x="8670" y="62"/>
                  </a:lnTo>
                  <a:cubicBezTo>
                    <a:pt x="8629" y="21"/>
                    <a:pt x="8574" y="1"/>
                    <a:pt x="851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83"/>
            <p:cNvSpPr/>
            <p:nvPr/>
          </p:nvSpPr>
          <p:spPr>
            <a:xfrm>
              <a:off x="5802997" y="3012537"/>
              <a:ext cx="239779" cy="239045"/>
            </a:xfrm>
            <a:custGeom>
              <a:rect b="b" l="l" r="r" t="t"/>
              <a:pathLst>
                <a:path extrusionOk="0" h="9123" w="9151">
                  <a:moveTo>
                    <a:pt x="7806" y="0"/>
                  </a:moveTo>
                  <a:lnTo>
                    <a:pt x="1" y="7805"/>
                  </a:lnTo>
                  <a:cubicBezTo>
                    <a:pt x="270" y="7959"/>
                    <a:pt x="366" y="8295"/>
                    <a:pt x="222" y="8568"/>
                  </a:cubicBezTo>
                  <a:cubicBezTo>
                    <a:pt x="174" y="8655"/>
                    <a:pt x="188" y="8761"/>
                    <a:pt x="255" y="8833"/>
                  </a:cubicBezTo>
                  <a:lnTo>
                    <a:pt x="481" y="9058"/>
                  </a:lnTo>
                  <a:cubicBezTo>
                    <a:pt x="524" y="9101"/>
                    <a:pt x="581" y="9123"/>
                    <a:pt x="637" y="9123"/>
                  </a:cubicBezTo>
                  <a:cubicBezTo>
                    <a:pt x="693" y="9123"/>
                    <a:pt x="750" y="9101"/>
                    <a:pt x="793" y="9058"/>
                  </a:cubicBezTo>
                  <a:lnTo>
                    <a:pt x="9064" y="783"/>
                  </a:lnTo>
                  <a:cubicBezTo>
                    <a:pt x="9150" y="696"/>
                    <a:pt x="9150" y="562"/>
                    <a:pt x="9064" y="475"/>
                  </a:cubicBezTo>
                  <a:lnTo>
                    <a:pt x="8838" y="250"/>
                  </a:lnTo>
                  <a:cubicBezTo>
                    <a:pt x="8798" y="209"/>
                    <a:pt x="8741" y="188"/>
                    <a:pt x="8684" y="188"/>
                  </a:cubicBezTo>
                  <a:cubicBezTo>
                    <a:pt x="8647" y="188"/>
                    <a:pt x="8608" y="197"/>
                    <a:pt x="8574" y="216"/>
                  </a:cubicBezTo>
                  <a:cubicBezTo>
                    <a:pt x="8488" y="264"/>
                    <a:pt x="8395" y="286"/>
                    <a:pt x="8302" y="286"/>
                  </a:cubicBezTo>
                  <a:cubicBezTo>
                    <a:pt x="8104" y="286"/>
                    <a:pt x="7911"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3"/>
            <p:cNvSpPr/>
            <p:nvPr/>
          </p:nvSpPr>
          <p:spPr>
            <a:xfrm>
              <a:off x="5872067" y="2898766"/>
              <a:ext cx="170709" cy="170133"/>
            </a:xfrm>
            <a:custGeom>
              <a:rect b="b" l="l" r="r" t="t"/>
              <a:pathLst>
                <a:path extrusionOk="0" h="6493" w="6515">
                  <a:moveTo>
                    <a:pt x="1520" y="0"/>
                  </a:moveTo>
                  <a:cubicBezTo>
                    <a:pt x="1464" y="0"/>
                    <a:pt x="1409" y="22"/>
                    <a:pt x="1368" y="65"/>
                  </a:cubicBezTo>
                  <a:lnTo>
                    <a:pt x="0" y="1428"/>
                  </a:lnTo>
                  <a:lnTo>
                    <a:pt x="5065" y="6493"/>
                  </a:lnTo>
                  <a:lnTo>
                    <a:pt x="6428" y="5125"/>
                  </a:lnTo>
                  <a:cubicBezTo>
                    <a:pt x="6514" y="5043"/>
                    <a:pt x="6514" y="4904"/>
                    <a:pt x="6428" y="4817"/>
                  </a:cubicBezTo>
                  <a:lnTo>
                    <a:pt x="6202" y="4592"/>
                  </a:lnTo>
                  <a:cubicBezTo>
                    <a:pt x="6162" y="4551"/>
                    <a:pt x="6105" y="4530"/>
                    <a:pt x="6048" y="4530"/>
                  </a:cubicBezTo>
                  <a:cubicBezTo>
                    <a:pt x="6011" y="4530"/>
                    <a:pt x="5972" y="4539"/>
                    <a:pt x="5938" y="4558"/>
                  </a:cubicBezTo>
                  <a:cubicBezTo>
                    <a:pt x="5846" y="4609"/>
                    <a:pt x="5752" y="4631"/>
                    <a:pt x="5662" y="4631"/>
                  </a:cubicBezTo>
                  <a:cubicBezTo>
                    <a:pt x="5265" y="4631"/>
                    <a:pt x="4942" y="4192"/>
                    <a:pt x="5165" y="3785"/>
                  </a:cubicBezTo>
                  <a:cubicBezTo>
                    <a:pt x="5213" y="3699"/>
                    <a:pt x="5199" y="3588"/>
                    <a:pt x="5132" y="3521"/>
                  </a:cubicBezTo>
                  <a:lnTo>
                    <a:pt x="4589" y="2979"/>
                  </a:lnTo>
                  <a:cubicBezTo>
                    <a:pt x="4546" y="2938"/>
                    <a:pt x="4490" y="2917"/>
                    <a:pt x="4434" y="2917"/>
                  </a:cubicBezTo>
                  <a:cubicBezTo>
                    <a:pt x="4397" y="2917"/>
                    <a:pt x="4360" y="2926"/>
                    <a:pt x="4325" y="2945"/>
                  </a:cubicBezTo>
                  <a:cubicBezTo>
                    <a:pt x="4234" y="2994"/>
                    <a:pt x="4141" y="3017"/>
                    <a:pt x="4051" y="3017"/>
                  </a:cubicBezTo>
                  <a:cubicBezTo>
                    <a:pt x="3653" y="3017"/>
                    <a:pt x="3329" y="2579"/>
                    <a:pt x="3552" y="2168"/>
                  </a:cubicBezTo>
                  <a:cubicBezTo>
                    <a:pt x="3600" y="2081"/>
                    <a:pt x="3586" y="1976"/>
                    <a:pt x="3514" y="1904"/>
                  </a:cubicBezTo>
                  <a:lnTo>
                    <a:pt x="2976" y="1366"/>
                  </a:lnTo>
                  <a:cubicBezTo>
                    <a:pt x="2934" y="1323"/>
                    <a:pt x="2879" y="1301"/>
                    <a:pt x="2823" y="1301"/>
                  </a:cubicBezTo>
                  <a:cubicBezTo>
                    <a:pt x="2785" y="1301"/>
                    <a:pt x="2747" y="1311"/>
                    <a:pt x="2712" y="1332"/>
                  </a:cubicBezTo>
                  <a:cubicBezTo>
                    <a:pt x="2621" y="1381"/>
                    <a:pt x="2529" y="1403"/>
                    <a:pt x="2440" y="1403"/>
                  </a:cubicBezTo>
                  <a:cubicBezTo>
                    <a:pt x="2041" y="1403"/>
                    <a:pt x="1715" y="963"/>
                    <a:pt x="1935" y="555"/>
                  </a:cubicBezTo>
                  <a:cubicBezTo>
                    <a:pt x="1983" y="468"/>
                    <a:pt x="1968" y="358"/>
                    <a:pt x="1901" y="291"/>
                  </a:cubicBezTo>
                  <a:lnTo>
                    <a:pt x="1676" y="65"/>
                  </a:lnTo>
                  <a:cubicBezTo>
                    <a:pt x="1632"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3"/>
            <p:cNvSpPr/>
            <p:nvPr/>
          </p:nvSpPr>
          <p:spPr>
            <a:xfrm>
              <a:off x="5737858" y="2979470"/>
              <a:ext cx="223796" cy="223481"/>
            </a:xfrm>
            <a:custGeom>
              <a:rect b="b" l="l" r="r" t="t"/>
              <a:pathLst>
                <a:path extrusionOk="0" h="8529" w="8541">
                  <a:moveTo>
                    <a:pt x="4954" y="1"/>
                  </a:moveTo>
                  <a:cubicBezTo>
                    <a:pt x="4939" y="1"/>
                    <a:pt x="4923" y="7"/>
                    <a:pt x="4911" y="19"/>
                  </a:cubicBezTo>
                  <a:lnTo>
                    <a:pt x="24" y="4905"/>
                  </a:lnTo>
                  <a:cubicBezTo>
                    <a:pt x="0" y="4929"/>
                    <a:pt x="0" y="4968"/>
                    <a:pt x="24" y="4992"/>
                  </a:cubicBezTo>
                  <a:lnTo>
                    <a:pt x="1402" y="6370"/>
                  </a:lnTo>
                  <a:lnTo>
                    <a:pt x="1872" y="6845"/>
                  </a:lnTo>
                  <a:lnTo>
                    <a:pt x="2165" y="7133"/>
                  </a:lnTo>
                  <a:lnTo>
                    <a:pt x="3543" y="8510"/>
                  </a:lnTo>
                  <a:cubicBezTo>
                    <a:pt x="3555" y="8522"/>
                    <a:pt x="3571" y="8528"/>
                    <a:pt x="3586" y="8528"/>
                  </a:cubicBezTo>
                  <a:cubicBezTo>
                    <a:pt x="3602"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3"/>
            <p:cNvSpPr/>
            <p:nvPr/>
          </p:nvSpPr>
          <p:spPr>
            <a:xfrm>
              <a:off x="5821863" y="2979470"/>
              <a:ext cx="139659" cy="223455"/>
            </a:xfrm>
            <a:custGeom>
              <a:rect b="b" l="l" r="r" t="t"/>
              <a:pathLst>
                <a:path extrusionOk="0" h="8528" w="5330">
                  <a:moveTo>
                    <a:pt x="1748" y="1"/>
                  </a:moveTo>
                  <a:cubicBezTo>
                    <a:pt x="1733" y="1"/>
                    <a:pt x="1717" y="7"/>
                    <a:pt x="1705" y="19"/>
                  </a:cubicBezTo>
                  <a:lnTo>
                    <a:pt x="846" y="878"/>
                  </a:lnTo>
                  <a:lnTo>
                    <a:pt x="4028" y="4061"/>
                  </a:lnTo>
                  <a:cubicBezTo>
                    <a:pt x="4052" y="4085"/>
                    <a:pt x="4052" y="4123"/>
                    <a:pt x="4028" y="4147"/>
                  </a:cubicBezTo>
                  <a:lnTo>
                    <a:pt x="1" y="8174"/>
                  </a:lnTo>
                  <a:lnTo>
                    <a:pt x="332" y="8506"/>
                  </a:lnTo>
                  <a:cubicBezTo>
                    <a:pt x="344" y="8520"/>
                    <a:pt x="360" y="8527"/>
                    <a:pt x="375" y="8527"/>
                  </a:cubicBezTo>
                  <a:cubicBezTo>
                    <a:pt x="391" y="8527"/>
                    <a:pt x="407" y="8520"/>
                    <a:pt x="419" y="8506"/>
                  </a:cubicBezTo>
                  <a:lnTo>
                    <a:pt x="5305" y="3619"/>
                  </a:lnTo>
                  <a:cubicBezTo>
                    <a:pt x="5329" y="3595"/>
                    <a:pt x="5329" y="3557"/>
                    <a:pt x="5305" y="3533"/>
                  </a:cubicBezTo>
                  <a:lnTo>
                    <a:pt x="1791" y="19"/>
                  </a:lnTo>
                  <a:cubicBezTo>
                    <a:pt x="1779" y="7"/>
                    <a:pt x="1764" y="1"/>
                    <a:pt x="17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83"/>
            <p:cNvSpPr/>
            <p:nvPr/>
          </p:nvSpPr>
          <p:spPr>
            <a:xfrm>
              <a:off x="5764951" y="3008502"/>
              <a:ext cx="112409" cy="109762"/>
            </a:xfrm>
            <a:custGeom>
              <a:rect b="b" l="l" r="r" t="t"/>
              <a:pathLst>
                <a:path extrusionOk="0" h="4189" w="4290">
                  <a:moveTo>
                    <a:pt x="4067" y="0"/>
                  </a:moveTo>
                  <a:cubicBezTo>
                    <a:pt x="4015" y="0"/>
                    <a:pt x="3963" y="20"/>
                    <a:pt x="3925" y="58"/>
                  </a:cubicBezTo>
                  <a:lnTo>
                    <a:pt x="138" y="3845"/>
                  </a:lnTo>
                  <a:cubicBezTo>
                    <a:pt x="0" y="3994"/>
                    <a:pt x="133" y="4189"/>
                    <a:pt x="289" y="4189"/>
                  </a:cubicBezTo>
                  <a:cubicBezTo>
                    <a:pt x="335" y="4189"/>
                    <a:pt x="382" y="4172"/>
                    <a:pt x="426" y="4133"/>
                  </a:cubicBezTo>
                  <a:lnTo>
                    <a:pt x="4213" y="346"/>
                  </a:lnTo>
                  <a:cubicBezTo>
                    <a:pt x="4290" y="264"/>
                    <a:pt x="4290" y="140"/>
                    <a:pt x="4213" y="58"/>
                  </a:cubicBezTo>
                  <a:cubicBezTo>
                    <a:pt x="4172" y="20"/>
                    <a:pt x="4119" y="0"/>
                    <a:pt x="40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83"/>
            <p:cNvSpPr/>
            <p:nvPr/>
          </p:nvSpPr>
          <p:spPr>
            <a:xfrm>
              <a:off x="5792988" y="3036539"/>
              <a:ext cx="112435" cy="109788"/>
            </a:xfrm>
            <a:custGeom>
              <a:rect b="b" l="l" r="r" t="t"/>
              <a:pathLst>
                <a:path extrusionOk="0" h="4190" w="4291">
                  <a:moveTo>
                    <a:pt x="4068" y="1"/>
                  </a:moveTo>
                  <a:cubicBezTo>
                    <a:pt x="4016" y="1"/>
                    <a:pt x="3964" y="20"/>
                    <a:pt x="3926" y="59"/>
                  </a:cubicBezTo>
                  <a:lnTo>
                    <a:pt x="138" y="3846"/>
                  </a:lnTo>
                  <a:cubicBezTo>
                    <a:pt x="1" y="3995"/>
                    <a:pt x="134" y="4189"/>
                    <a:pt x="290" y="4189"/>
                  </a:cubicBezTo>
                  <a:cubicBezTo>
                    <a:pt x="335" y="4189"/>
                    <a:pt x="383" y="4173"/>
                    <a:pt x="426" y="4134"/>
                  </a:cubicBezTo>
                  <a:lnTo>
                    <a:pt x="4214" y="347"/>
                  </a:lnTo>
                  <a:cubicBezTo>
                    <a:pt x="4290" y="265"/>
                    <a:pt x="4290" y="140"/>
                    <a:pt x="4214" y="59"/>
                  </a:cubicBezTo>
                  <a:cubicBezTo>
                    <a:pt x="4173" y="20"/>
                    <a:pt x="4120" y="1"/>
                    <a:pt x="40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3"/>
            <p:cNvSpPr/>
            <p:nvPr/>
          </p:nvSpPr>
          <p:spPr>
            <a:xfrm>
              <a:off x="5821050" y="3144048"/>
              <a:ext cx="34745" cy="30316"/>
            </a:xfrm>
            <a:custGeom>
              <a:rect b="b" l="l" r="r" t="t"/>
              <a:pathLst>
                <a:path extrusionOk="0" h="1157" w="1326">
                  <a:moveTo>
                    <a:pt x="1026" y="0"/>
                  </a:moveTo>
                  <a:cubicBezTo>
                    <a:pt x="977" y="0"/>
                    <a:pt x="926" y="20"/>
                    <a:pt x="882" y="69"/>
                  </a:cubicBezTo>
                  <a:lnTo>
                    <a:pt x="138" y="813"/>
                  </a:lnTo>
                  <a:cubicBezTo>
                    <a:pt x="0" y="962"/>
                    <a:pt x="133" y="1157"/>
                    <a:pt x="289" y="1157"/>
                  </a:cubicBezTo>
                  <a:cubicBezTo>
                    <a:pt x="335" y="1157"/>
                    <a:pt x="382" y="1140"/>
                    <a:pt x="426" y="1101"/>
                  </a:cubicBezTo>
                  <a:lnTo>
                    <a:pt x="1165" y="357"/>
                  </a:lnTo>
                  <a:cubicBezTo>
                    <a:pt x="1326" y="211"/>
                    <a:pt x="1185" y="0"/>
                    <a:pt x="10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3"/>
            <p:cNvSpPr/>
            <p:nvPr/>
          </p:nvSpPr>
          <p:spPr>
            <a:xfrm>
              <a:off x="5858232" y="3064602"/>
              <a:ext cx="76695" cy="72843"/>
            </a:xfrm>
            <a:custGeom>
              <a:rect b="b" l="l" r="r" t="t"/>
              <a:pathLst>
                <a:path extrusionOk="0" h="2780" w="2927">
                  <a:moveTo>
                    <a:pt x="2641" y="1"/>
                  </a:moveTo>
                  <a:cubicBezTo>
                    <a:pt x="2596" y="1"/>
                    <a:pt x="2549" y="18"/>
                    <a:pt x="2506" y="58"/>
                  </a:cubicBezTo>
                  <a:lnTo>
                    <a:pt x="130" y="2434"/>
                  </a:lnTo>
                  <a:cubicBezTo>
                    <a:pt x="0" y="2559"/>
                    <a:pt x="91" y="2780"/>
                    <a:pt x="269" y="2780"/>
                  </a:cubicBezTo>
                  <a:lnTo>
                    <a:pt x="274" y="2780"/>
                  </a:lnTo>
                  <a:cubicBezTo>
                    <a:pt x="327" y="2780"/>
                    <a:pt x="379" y="2756"/>
                    <a:pt x="418" y="2722"/>
                  </a:cubicBezTo>
                  <a:lnTo>
                    <a:pt x="2789" y="346"/>
                  </a:lnTo>
                  <a:cubicBezTo>
                    <a:pt x="2926" y="198"/>
                    <a:pt x="2794" y="1"/>
                    <a:pt x="26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3"/>
            <p:cNvSpPr/>
            <p:nvPr/>
          </p:nvSpPr>
          <p:spPr>
            <a:xfrm>
              <a:off x="5683016" y="2893499"/>
              <a:ext cx="365551" cy="363376"/>
            </a:xfrm>
            <a:custGeom>
              <a:rect b="b" l="l" r="r" t="t"/>
              <a:pathLst>
                <a:path extrusionOk="0" h="13868" w="13951">
                  <a:moveTo>
                    <a:pt x="8738" y="406"/>
                  </a:moveTo>
                  <a:cubicBezTo>
                    <a:pt x="8742" y="406"/>
                    <a:pt x="8747" y="408"/>
                    <a:pt x="8751" y="410"/>
                  </a:cubicBezTo>
                  <a:lnTo>
                    <a:pt x="8972" y="636"/>
                  </a:lnTo>
                  <a:cubicBezTo>
                    <a:pt x="8977" y="645"/>
                    <a:pt x="8977" y="655"/>
                    <a:pt x="8972" y="660"/>
                  </a:cubicBezTo>
                  <a:cubicBezTo>
                    <a:pt x="8674" y="1212"/>
                    <a:pt x="9112" y="1809"/>
                    <a:pt x="9654" y="1809"/>
                  </a:cubicBezTo>
                  <a:cubicBezTo>
                    <a:pt x="9776" y="1809"/>
                    <a:pt x="9903" y="1779"/>
                    <a:pt x="10028" y="1711"/>
                  </a:cubicBezTo>
                  <a:cubicBezTo>
                    <a:pt x="10031" y="1709"/>
                    <a:pt x="10034" y="1707"/>
                    <a:pt x="10038" y="1707"/>
                  </a:cubicBezTo>
                  <a:cubicBezTo>
                    <a:pt x="10041" y="1707"/>
                    <a:pt x="10045" y="1709"/>
                    <a:pt x="10047" y="1711"/>
                  </a:cubicBezTo>
                  <a:lnTo>
                    <a:pt x="10590" y="2253"/>
                  </a:lnTo>
                  <a:cubicBezTo>
                    <a:pt x="10595" y="2258"/>
                    <a:pt x="10595" y="2268"/>
                    <a:pt x="10590" y="2273"/>
                  </a:cubicBezTo>
                  <a:cubicBezTo>
                    <a:pt x="10288" y="2830"/>
                    <a:pt x="10729" y="3425"/>
                    <a:pt x="11270" y="3425"/>
                  </a:cubicBezTo>
                  <a:cubicBezTo>
                    <a:pt x="11391" y="3425"/>
                    <a:pt x="11517" y="3395"/>
                    <a:pt x="11641" y="3329"/>
                  </a:cubicBezTo>
                  <a:cubicBezTo>
                    <a:pt x="11647" y="3326"/>
                    <a:pt x="11652" y="3323"/>
                    <a:pt x="11657" y="3323"/>
                  </a:cubicBezTo>
                  <a:cubicBezTo>
                    <a:pt x="11660" y="3323"/>
                    <a:pt x="11663" y="3325"/>
                    <a:pt x="11665" y="3329"/>
                  </a:cubicBezTo>
                  <a:lnTo>
                    <a:pt x="12203" y="3866"/>
                  </a:lnTo>
                  <a:cubicBezTo>
                    <a:pt x="12212" y="3871"/>
                    <a:pt x="12208" y="3881"/>
                    <a:pt x="12203" y="3890"/>
                  </a:cubicBezTo>
                  <a:cubicBezTo>
                    <a:pt x="11915" y="4441"/>
                    <a:pt x="12351" y="5028"/>
                    <a:pt x="12891" y="5028"/>
                  </a:cubicBezTo>
                  <a:cubicBezTo>
                    <a:pt x="13009" y="5028"/>
                    <a:pt x="13132" y="5000"/>
                    <a:pt x="13254" y="4937"/>
                  </a:cubicBezTo>
                  <a:cubicBezTo>
                    <a:pt x="13256" y="4934"/>
                    <a:pt x="13260" y="4933"/>
                    <a:pt x="13264" y="4933"/>
                  </a:cubicBezTo>
                  <a:cubicBezTo>
                    <a:pt x="13268" y="4933"/>
                    <a:pt x="13273" y="4934"/>
                    <a:pt x="13278" y="4937"/>
                  </a:cubicBezTo>
                  <a:lnTo>
                    <a:pt x="13499" y="5162"/>
                  </a:lnTo>
                  <a:cubicBezTo>
                    <a:pt x="13508" y="5167"/>
                    <a:pt x="13508" y="5177"/>
                    <a:pt x="13499" y="5182"/>
                  </a:cubicBezTo>
                  <a:lnTo>
                    <a:pt x="13499" y="5186"/>
                  </a:lnTo>
                  <a:lnTo>
                    <a:pt x="12280" y="6406"/>
                  </a:lnTo>
                  <a:lnTo>
                    <a:pt x="11876" y="6007"/>
                  </a:lnTo>
                  <a:cubicBezTo>
                    <a:pt x="11830" y="5957"/>
                    <a:pt x="11778" y="5936"/>
                    <a:pt x="11728" y="5936"/>
                  </a:cubicBezTo>
                  <a:cubicBezTo>
                    <a:pt x="11569" y="5936"/>
                    <a:pt x="11431" y="6148"/>
                    <a:pt x="11588" y="6290"/>
                  </a:cubicBezTo>
                  <a:lnTo>
                    <a:pt x="11992" y="6694"/>
                  </a:lnTo>
                  <a:lnTo>
                    <a:pt x="5228" y="13457"/>
                  </a:lnTo>
                  <a:cubicBezTo>
                    <a:pt x="5223" y="13460"/>
                    <a:pt x="5218" y="13461"/>
                    <a:pt x="5214" y="13461"/>
                  </a:cubicBezTo>
                  <a:cubicBezTo>
                    <a:pt x="5210" y="13461"/>
                    <a:pt x="5206" y="13460"/>
                    <a:pt x="5204" y="13457"/>
                  </a:cubicBezTo>
                  <a:lnTo>
                    <a:pt x="4978" y="13231"/>
                  </a:lnTo>
                  <a:cubicBezTo>
                    <a:pt x="4974" y="13227"/>
                    <a:pt x="4974" y="13217"/>
                    <a:pt x="4978" y="13207"/>
                  </a:cubicBezTo>
                  <a:cubicBezTo>
                    <a:pt x="5280" y="12654"/>
                    <a:pt x="4842" y="12060"/>
                    <a:pt x="4302" y="12060"/>
                  </a:cubicBezTo>
                  <a:cubicBezTo>
                    <a:pt x="4182" y="12060"/>
                    <a:pt x="4056" y="12090"/>
                    <a:pt x="3932" y="12156"/>
                  </a:cubicBezTo>
                  <a:cubicBezTo>
                    <a:pt x="3927" y="12159"/>
                    <a:pt x="3922" y="12160"/>
                    <a:pt x="3918" y="12160"/>
                  </a:cubicBezTo>
                  <a:cubicBezTo>
                    <a:pt x="3914" y="12160"/>
                    <a:pt x="3910" y="12159"/>
                    <a:pt x="3908" y="12156"/>
                  </a:cubicBezTo>
                  <a:lnTo>
                    <a:pt x="3365" y="11619"/>
                  </a:lnTo>
                  <a:cubicBezTo>
                    <a:pt x="3361" y="11614"/>
                    <a:pt x="3361" y="11604"/>
                    <a:pt x="3365" y="11595"/>
                  </a:cubicBezTo>
                  <a:cubicBezTo>
                    <a:pt x="3664" y="11042"/>
                    <a:pt x="3224" y="10447"/>
                    <a:pt x="2685" y="10447"/>
                  </a:cubicBezTo>
                  <a:cubicBezTo>
                    <a:pt x="2564" y="10447"/>
                    <a:pt x="2438" y="10477"/>
                    <a:pt x="2314" y="10543"/>
                  </a:cubicBezTo>
                  <a:cubicBezTo>
                    <a:pt x="2312" y="10546"/>
                    <a:pt x="2308" y="10547"/>
                    <a:pt x="2305" y="10547"/>
                  </a:cubicBezTo>
                  <a:cubicBezTo>
                    <a:pt x="2301" y="10547"/>
                    <a:pt x="2297" y="10546"/>
                    <a:pt x="2295" y="10543"/>
                  </a:cubicBezTo>
                  <a:lnTo>
                    <a:pt x="1753" y="10006"/>
                  </a:lnTo>
                  <a:cubicBezTo>
                    <a:pt x="1748" y="9996"/>
                    <a:pt x="1748" y="9987"/>
                    <a:pt x="1753" y="9982"/>
                  </a:cubicBezTo>
                  <a:cubicBezTo>
                    <a:pt x="1911" y="9679"/>
                    <a:pt x="1858" y="9310"/>
                    <a:pt x="1618" y="9065"/>
                  </a:cubicBezTo>
                  <a:cubicBezTo>
                    <a:pt x="1470" y="8917"/>
                    <a:pt x="1270" y="8838"/>
                    <a:pt x="1068" y="8838"/>
                  </a:cubicBezTo>
                  <a:cubicBezTo>
                    <a:pt x="943" y="8838"/>
                    <a:pt x="817" y="8868"/>
                    <a:pt x="701" y="8930"/>
                  </a:cubicBezTo>
                  <a:cubicBezTo>
                    <a:pt x="699" y="8933"/>
                    <a:pt x="694" y="8936"/>
                    <a:pt x="690" y="8936"/>
                  </a:cubicBezTo>
                  <a:cubicBezTo>
                    <a:pt x="687" y="8936"/>
                    <a:pt x="684" y="8935"/>
                    <a:pt x="682" y="8930"/>
                  </a:cubicBezTo>
                  <a:lnTo>
                    <a:pt x="456" y="8705"/>
                  </a:lnTo>
                  <a:cubicBezTo>
                    <a:pt x="447" y="8700"/>
                    <a:pt x="447" y="8690"/>
                    <a:pt x="456" y="8686"/>
                  </a:cubicBezTo>
                  <a:lnTo>
                    <a:pt x="7220" y="1922"/>
                  </a:lnTo>
                  <a:lnTo>
                    <a:pt x="7638" y="2340"/>
                  </a:lnTo>
                  <a:cubicBezTo>
                    <a:pt x="7683" y="2390"/>
                    <a:pt x="7736" y="2411"/>
                    <a:pt x="7785" y="2411"/>
                  </a:cubicBezTo>
                  <a:cubicBezTo>
                    <a:pt x="7945" y="2411"/>
                    <a:pt x="8083" y="2198"/>
                    <a:pt x="7926" y="2052"/>
                  </a:cubicBezTo>
                  <a:lnTo>
                    <a:pt x="7508" y="1634"/>
                  </a:lnTo>
                  <a:lnTo>
                    <a:pt x="8727" y="410"/>
                  </a:lnTo>
                  <a:cubicBezTo>
                    <a:pt x="8730" y="408"/>
                    <a:pt x="8733" y="406"/>
                    <a:pt x="8738" y="406"/>
                  </a:cubicBezTo>
                  <a:close/>
                  <a:moveTo>
                    <a:pt x="8737" y="1"/>
                  </a:moveTo>
                  <a:cubicBezTo>
                    <a:pt x="8629" y="1"/>
                    <a:pt x="8521" y="43"/>
                    <a:pt x="8439" y="127"/>
                  </a:cubicBezTo>
                  <a:lnTo>
                    <a:pt x="168" y="8398"/>
                  </a:lnTo>
                  <a:cubicBezTo>
                    <a:pt x="0" y="8561"/>
                    <a:pt x="0" y="8830"/>
                    <a:pt x="168" y="8998"/>
                  </a:cubicBezTo>
                  <a:lnTo>
                    <a:pt x="394" y="9219"/>
                  </a:lnTo>
                  <a:cubicBezTo>
                    <a:pt x="473" y="9301"/>
                    <a:pt x="581" y="9343"/>
                    <a:pt x="690" y="9343"/>
                  </a:cubicBezTo>
                  <a:cubicBezTo>
                    <a:pt x="760" y="9343"/>
                    <a:pt x="830" y="9326"/>
                    <a:pt x="893" y="9291"/>
                  </a:cubicBezTo>
                  <a:cubicBezTo>
                    <a:pt x="952" y="9259"/>
                    <a:pt x="1012" y="9245"/>
                    <a:pt x="1070" y="9245"/>
                  </a:cubicBezTo>
                  <a:cubicBezTo>
                    <a:pt x="1327" y="9245"/>
                    <a:pt x="1538" y="9527"/>
                    <a:pt x="1393" y="9790"/>
                  </a:cubicBezTo>
                  <a:cubicBezTo>
                    <a:pt x="1301" y="9953"/>
                    <a:pt x="1330" y="10159"/>
                    <a:pt x="1465" y="10294"/>
                  </a:cubicBezTo>
                  <a:lnTo>
                    <a:pt x="2007" y="10831"/>
                  </a:lnTo>
                  <a:cubicBezTo>
                    <a:pt x="2086" y="10913"/>
                    <a:pt x="2194" y="10956"/>
                    <a:pt x="2303" y="10956"/>
                  </a:cubicBezTo>
                  <a:cubicBezTo>
                    <a:pt x="2373" y="10956"/>
                    <a:pt x="2443" y="10939"/>
                    <a:pt x="2506" y="10903"/>
                  </a:cubicBezTo>
                  <a:cubicBezTo>
                    <a:pt x="2565" y="10872"/>
                    <a:pt x="2625" y="10858"/>
                    <a:pt x="2682" y="10858"/>
                  </a:cubicBezTo>
                  <a:cubicBezTo>
                    <a:pt x="2940" y="10858"/>
                    <a:pt x="3151" y="11140"/>
                    <a:pt x="3005" y="11403"/>
                  </a:cubicBezTo>
                  <a:cubicBezTo>
                    <a:pt x="2914" y="11566"/>
                    <a:pt x="2943" y="11772"/>
                    <a:pt x="3077" y="11907"/>
                  </a:cubicBezTo>
                  <a:lnTo>
                    <a:pt x="3620" y="12444"/>
                  </a:lnTo>
                  <a:cubicBezTo>
                    <a:pt x="3699" y="12526"/>
                    <a:pt x="3807" y="12569"/>
                    <a:pt x="3916" y="12569"/>
                  </a:cubicBezTo>
                  <a:cubicBezTo>
                    <a:pt x="3986" y="12569"/>
                    <a:pt x="4056" y="12552"/>
                    <a:pt x="4119" y="12516"/>
                  </a:cubicBezTo>
                  <a:cubicBezTo>
                    <a:pt x="4178" y="12485"/>
                    <a:pt x="4238" y="12471"/>
                    <a:pt x="4295" y="12471"/>
                  </a:cubicBezTo>
                  <a:cubicBezTo>
                    <a:pt x="4553" y="12471"/>
                    <a:pt x="4763" y="12753"/>
                    <a:pt x="4618" y="13015"/>
                  </a:cubicBezTo>
                  <a:cubicBezTo>
                    <a:pt x="4527" y="13179"/>
                    <a:pt x="4556" y="13385"/>
                    <a:pt x="4690" y="13520"/>
                  </a:cubicBezTo>
                  <a:lnTo>
                    <a:pt x="4916" y="13745"/>
                  </a:lnTo>
                  <a:cubicBezTo>
                    <a:pt x="4998" y="13827"/>
                    <a:pt x="5106" y="13868"/>
                    <a:pt x="5214" y="13868"/>
                  </a:cubicBezTo>
                  <a:cubicBezTo>
                    <a:pt x="5322" y="13868"/>
                    <a:pt x="5430" y="13827"/>
                    <a:pt x="5511" y="13745"/>
                  </a:cubicBezTo>
                  <a:lnTo>
                    <a:pt x="13787" y="5470"/>
                  </a:lnTo>
                  <a:cubicBezTo>
                    <a:pt x="13950" y="5306"/>
                    <a:pt x="13950" y="5038"/>
                    <a:pt x="13787" y="4874"/>
                  </a:cubicBezTo>
                  <a:lnTo>
                    <a:pt x="13787" y="4879"/>
                  </a:lnTo>
                  <a:lnTo>
                    <a:pt x="13561" y="4653"/>
                  </a:lnTo>
                  <a:cubicBezTo>
                    <a:pt x="13479" y="4571"/>
                    <a:pt x="13370" y="4529"/>
                    <a:pt x="13261" y="4529"/>
                  </a:cubicBezTo>
                  <a:cubicBezTo>
                    <a:pt x="13191" y="4529"/>
                    <a:pt x="13121" y="4546"/>
                    <a:pt x="13057" y="4581"/>
                  </a:cubicBezTo>
                  <a:cubicBezTo>
                    <a:pt x="12998" y="4614"/>
                    <a:pt x="12937" y="4629"/>
                    <a:pt x="12879" y="4629"/>
                  </a:cubicBezTo>
                  <a:cubicBezTo>
                    <a:pt x="12622" y="4629"/>
                    <a:pt x="12413" y="4344"/>
                    <a:pt x="12558" y="4082"/>
                  </a:cubicBezTo>
                  <a:cubicBezTo>
                    <a:pt x="12649" y="3919"/>
                    <a:pt x="12620" y="3713"/>
                    <a:pt x="12491" y="3578"/>
                  </a:cubicBezTo>
                  <a:lnTo>
                    <a:pt x="11948" y="3041"/>
                  </a:lnTo>
                  <a:cubicBezTo>
                    <a:pt x="11866" y="2959"/>
                    <a:pt x="11757" y="2916"/>
                    <a:pt x="11648" y="2916"/>
                  </a:cubicBezTo>
                  <a:cubicBezTo>
                    <a:pt x="11578" y="2916"/>
                    <a:pt x="11508" y="2933"/>
                    <a:pt x="11444" y="2969"/>
                  </a:cubicBezTo>
                  <a:cubicBezTo>
                    <a:pt x="11385" y="3001"/>
                    <a:pt x="11324" y="3016"/>
                    <a:pt x="11266" y="3016"/>
                  </a:cubicBezTo>
                  <a:cubicBezTo>
                    <a:pt x="11010" y="3016"/>
                    <a:pt x="10800" y="2732"/>
                    <a:pt x="10945" y="2469"/>
                  </a:cubicBezTo>
                  <a:cubicBezTo>
                    <a:pt x="11036" y="2306"/>
                    <a:pt x="11007" y="2100"/>
                    <a:pt x="10873" y="1965"/>
                  </a:cubicBezTo>
                  <a:lnTo>
                    <a:pt x="10335" y="1423"/>
                  </a:lnTo>
                  <a:cubicBezTo>
                    <a:pt x="10254" y="1342"/>
                    <a:pt x="10147" y="1299"/>
                    <a:pt x="10039" y="1299"/>
                  </a:cubicBezTo>
                  <a:cubicBezTo>
                    <a:pt x="9968" y="1299"/>
                    <a:pt x="9896" y="1318"/>
                    <a:pt x="9831" y="1356"/>
                  </a:cubicBezTo>
                  <a:cubicBezTo>
                    <a:pt x="9772" y="1387"/>
                    <a:pt x="9711" y="1401"/>
                    <a:pt x="9653" y="1401"/>
                  </a:cubicBezTo>
                  <a:cubicBezTo>
                    <a:pt x="9394" y="1401"/>
                    <a:pt x="9186" y="1119"/>
                    <a:pt x="9327" y="857"/>
                  </a:cubicBezTo>
                  <a:cubicBezTo>
                    <a:pt x="9423" y="689"/>
                    <a:pt x="9395" y="482"/>
                    <a:pt x="9260" y="352"/>
                  </a:cubicBezTo>
                  <a:lnTo>
                    <a:pt x="9035" y="127"/>
                  </a:lnTo>
                  <a:cubicBezTo>
                    <a:pt x="8953" y="43"/>
                    <a:pt x="8845"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3"/>
            <p:cNvSpPr/>
            <p:nvPr/>
          </p:nvSpPr>
          <p:spPr>
            <a:xfrm>
              <a:off x="5732067" y="2974203"/>
              <a:ext cx="182003" cy="178675"/>
            </a:xfrm>
            <a:custGeom>
              <a:rect b="b" l="l" r="r" t="t"/>
              <a:pathLst>
                <a:path extrusionOk="0" h="6819" w="6946">
                  <a:moveTo>
                    <a:pt x="5177" y="0"/>
                  </a:moveTo>
                  <a:cubicBezTo>
                    <a:pt x="5109" y="0"/>
                    <a:pt x="5041" y="25"/>
                    <a:pt x="4988" y="76"/>
                  </a:cubicBezTo>
                  <a:lnTo>
                    <a:pt x="101" y="4962"/>
                  </a:lnTo>
                  <a:cubicBezTo>
                    <a:pt x="1" y="5068"/>
                    <a:pt x="1" y="5236"/>
                    <a:pt x="101" y="5337"/>
                  </a:cubicBezTo>
                  <a:lnTo>
                    <a:pt x="1527" y="6763"/>
                  </a:lnTo>
                  <a:cubicBezTo>
                    <a:pt x="1570" y="6802"/>
                    <a:pt x="1618" y="6818"/>
                    <a:pt x="1663" y="6818"/>
                  </a:cubicBezTo>
                  <a:cubicBezTo>
                    <a:pt x="1818" y="6818"/>
                    <a:pt x="1949" y="6623"/>
                    <a:pt x="1815" y="6475"/>
                  </a:cubicBezTo>
                  <a:lnTo>
                    <a:pt x="490" y="5150"/>
                  </a:lnTo>
                  <a:lnTo>
                    <a:pt x="5175" y="465"/>
                  </a:lnTo>
                  <a:lnTo>
                    <a:pt x="6500" y="1790"/>
                  </a:lnTo>
                  <a:cubicBezTo>
                    <a:pt x="6546" y="1838"/>
                    <a:pt x="6597" y="1859"/>
                    <a:pt x="6647" y="1859"/>
                  </a:cubicBezTo>
                  <a:cubicBezTo>
                    <a:pt x="6807" y="1859"/>
                    <a:pt x="6946" y="1648"/>
                    <a:pt x="6788" y="1501"/>
                  </a:cubicBezTo>
                  <a:lnTo>
                    <a:pt x="5362" y="76"/>
                  </a:lnTo>
                  <a:cubicBezTo>
                    <a:pt x="5312" y="25"/>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3"/>
            <p:cNvSpPr/>
            <p:nvPr/>
          </p:nvSpPr>
          <p:spPr>
            <a:xfrm>
              <a:off x="5785939" y="3029202"/>
              <a:ext cx="181479" cy="179042"/>
            </a:xfrm>
            <a:custGeom>
              <a:rect b="b" l="l" r="r" t="t"/>
              <a:pathLst>
                <a:path extrusionOk="0" h="6833" w="6926">
                  <a:moveTo>
                    <a:pt x="5252" y="0"/>
                  </a:moveTo>
                  <a:cubicBezTo>
                    <a:pt x="5093" y="0"/>
                    <a:pt x="4954" y="211"/>
                    <a:pt x="5111" y="358"/>
                  </a:cubicBezTo>
                  <a:lnTo>
                    <a:pt x="6436" y="1683"/>
                  </a:lnTo>
                  <a:lnTo>
                    <a:pt x="1751" y="6368"/>
                  </a:lnTo>
                  <a:lnTo>
                    <a:pt x="426" y="5043"/>
                  </a:lnTo>
                  <a:cubicBezTo>
                    <a:pt x="383" y="5004"/>
                    <a:pt x="336" y="4987"/>
                    <a:pt x="290" y="4987"/>
                  </a:cubicBezTo>
                  <a:cubicBezTo>
                    <a:pt x="134" y="4987"/>
                    <a:pt x="1" y="5182"/>
                    <a:pt x="138" y="5331"/>
                  </a:cubicBezTo>
                  <a:lnTo>
                    <a:pt x="1564" y="6756"/>
                  </a:lnTo>
                  <a:cubicBezTo>
                    <a:pt x="1614" y="6807"/>
                    <a:pt x="1682" y="6832"/>
                    <a:pt x="1749" y="6832"/>
                  </a:cubicBezTo>
                  <a:cubicBezTo>
                    <a:pt x="1817" y="6832"/>
                    <a:pt x="1886" y="6807"/>
                    <a:pt x="1938" y="6756"/>
                  </a:cubicBezTo>
                  <a:lnTo>
                    <a:pt x="6825" y="1870"/>
                  </a:lnTo>
                  <a:cubicBezTo>
                    <a:pt x="6926" y="1764"/>
                    <a:pt x="6926" y="1596"/>
                    <a:pt x="6825" y="1495"/>
                  </a:cubicBezTo>
                  <a:lnTo>
                    <a:pt x="5399" y="70"/>
                  </a:lnTo>
                  <a:cubicBezTo>
                    <a:pt x="5354" y="21"/>
                    <a:pt x="5302" y="0"/>
                    <a:pt x="52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3"/>
            <p:cNvSpPr/>
            <p:nvPr/>
          </p:nvSpPr>
          <p:spPr>
            <a:xfrm>
              <a:off x="5953845" y="3020267"/>
              <a:ext cx="27015" cy="22403"/>
            </a:xfrm>
            <a:custGeom>
              <a:rect b="b" l="l" r="r" t="t"/>
              <a:pathLst>
                <a:path extrusionOk="0" h="855" w="1031">
                  <a:moveTo>
                    <a:pt x="299" y="1"/>
                  </a:moveTo>
                  <a:cubicBezTo>
                    <a:pt x="139" y="1"/>
                    <a:pt x="0" y="211"/>
                    <a:pt x="158" y="358"/>
                  </a:cubicBezTo>
                  <a:lnTo>
                    <a:pt x="585" y="785"/>
                  </a:lnTo>
                  <a:cubicBezTo>
                    <a:pt x="631" y="834"/>
                    <a:pt x="682" y="854"/>
                    <a:pt x="732" y="854"/>
                  </a:cubicBezTo>
                  <a:cubicBezTo>
                    <a:pt x="892" y="854"/>
                    <a:pt x="1031" y="644"/>
                    <a:pt x="873" y="497"/>
                  </a:cubicBezTo>
                  <a:lnTo>
                    <a:pt x="446" y="70"/>
                  </a:lnTo>
                  <a:cubicBezTo>
                    <a:pt x="400" y="21"/>
                    <a:pt x="349" y="1"/>
                    <a:pt x="2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3"/>
            <p:cNvSpPr/>
            <p:nvPr/>
          </p:nvSpPr>
          <p:spPr>
            <a:xfrm>
              <a:off x="5925703" y="2991916"/>
              <a:ext cx="25574" cy="21460"/>
            </a:xfrm>
            <a:custGeom>
              <a:rect b="b" l="l" r="r" t="t"/>
              <a:pathLst>
                <a:path extrusionOk="0" h="819" w="976">
                  <a:moveTo>
                    <a:pt x="288" y="0"/>
                  </a:moveTo>
                  <a:cubicBezTo>
                    <a:pt x="132" y="0"/>
                    <a:pt x="0" y="197"/>
                    <a:pt x="137" y="345"/>
                  </a:cubicBezTo>
                  <a:lnTo>
                    <a:pt x="555" y="763"/>
                  </a:lnTo>
                  <a:cubicBezTo>
                    <a:pt x="597" y="802"/>
                    <a:pt x="644" y="819"/>
                    <a:pt x="689" y="819"/>
                  </a:cubicBezTo>
                  <a:cubicBezTo>
                    <a:pt x="843" y="819"/>
                    <a:pt x="976" y="624"/>
                    <a:pt x="838" y="475"/>
                  </a:cubicBezTo>
                  <a:lnTo>
                    <a:pt x="425" y="57"/>
                  </a:lnTo>
                  <a:cubicBezTo>
                    <a:pt x="382" y="17"/>
                    <a:pt x="334"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3"/>
            <p:cNvSpPr/>
            <p:nvPr/>
          </p:nvSpPr>
          <p:spPr>
            <a:xfrm>
              <a:off x="5897143" y="2963224"/>
              <a:ext cx="25836" cy="21722"/>
            </a:xfrm>
            <a:custGeom>
              <a:rect b="b" l="l" r="r" t="t"/>
              <a:pathLst>
                <a:path extrusionOk="0" h="829" w="986">
                  <a:moveTo>
                    <a:pt x="288" y="1"/>
                  </a:moveTo>
                  <a:cubicBezTo>
                    <a:pt x="133" y="1"/>
                    <a:pt x="0" y="198"/>
                    <a:pt x="138" y="346"/>
                  </a:cubicBezTo>
                  <a:lnTo>
                    <a:pt x="565" y="773"/>
                  </a:lnTo>
                  <a:cubicBezTo>
                    <a:pt x="607" y="812"/>
                    <a:pt x="654" y="829"/>
                    <a:pt x="699" y="829"/>
                  </a:cubicBezTo>
                  <a:cubicBezTo>
                    <a:pt x="853" y="829"/>
                    <a:pt x="986" y="634"/>
                    <a:pt x="848" y="485"/>
                  </a:cubicBezTo>
                  <a:lnTo>
                    <a:pt x="426" y="58"/>
                  </a:lnTo>
                  <a:cubicBezTo>
                    <a:pt x="382" y="18"/>
                    <a:pt x="334"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4" name="Google Shape;15684;p83"/>
          <p:cNvGrpSpPr/>
          <p:nvPr/>
        </p:nvGrpSpPr>
        <p:grpSpPr>
          <a:xfrm>
            <a:off x="4891622" y="1502697"/>
            <a:ext cx="255841" cy="363402"/>
            <a:chOff x="4891622" y="1502697"/>
            <a:chExt cx="255841" cy="363402"/>
          </a:xfrm>
        </p:grpSpPr>
        <p:sp>
          <p:nvSpPr>
            <p:cNvPr id="15685" name="Google Shape;15685;p83"/>
            <p:cNvSpPr/>
            <p:nvPr/>
          </p:nvSpPr>
          <p:spPr>
            <a:xfrm>
              <a:off x="4893010" y="1507964"/>
              <a:ext cx="252959" cy="144166"/>
            </a:xfrm>
            <a:custGeom>
              <a:rect b="b" l="l" r="r" t="t"/>
              <a:pathLst>
                <a:path extrusionOk="0" h="5502" w="9654">
                  <a:moveTo>
                    <a:pt x="4795" y="1"/>
                  </a:moveTo>
                  <a:lnTo>
                    <a:pt x="4795" y="6"/>
                  </a:lnTo>
                  <a:cubicBezTo>
                    <a:pt x="4546" y="25"/>
                    <a:pt x="4320" y="150"/>
                    <a:pt x="4167" y="346"/>
                  </a:cubicBezTo>
                  <a:cubicBezTo>
                    <a:pt x="4080" y="322"/>
                    <a:pt x="3989" y="313"/>
                    <a:pt x="3898" y="313"/>
                  </a:cubicBezTo>
                  <a:cubicBezTo>
                    <a:pt x="3895" y="313"/>
                    <a:pt x="3891" y="313"/>
                    <a:pt x="3888" y="313"/>
                  </a:cubicBezTo>
                  <a:cubicBezTo>
                    <a:pt x="3355" y="313"/>
                    <a:pt x="2914" y="714"/>
                    <a:pt x="2914" y="1215"/>
                  </a:cubicBezTo>
                  <a:lnTo>
                    <a:pt x="2914" y="1225"/>
                  </a:lnTo>
                  <a:cubicBezTo>
                    <a:pt x="2866" y="1215"/>
                    <a:pt x="2823" y="1215"/>
                    <a:pt x="2775" y="1215"/>
                  </a:cubicBezTo>
                  <a:cubicBezTo>
                    <a:pt x="2771" y="1215"/>
                    <a:pt x="2768" y="1215"/>
                    <a:pt x="2765" y="1215"/>
                  </a:cubicBezTo>
                  <a:cubicBezTo>
                    <a:pt x="2193" y="1215"/>
                    <a:pt x="1728" y="1645"/>
                    <a:pt x="1723" y="2180"/>
                  </a:cubicBezTo>
                  <a:cubicBezTo>
                    <a:pt x="1723" y="2315"/>
                    <a:pt x="1752" y="2449"/>
                    <a:pt x="1810" y="2569"/>
                  </a:cubicBezTo>
                  <a:cubicBezTo>
                    <a:pt x="1781" y="2569"/>
                    <a:pt x="1747" y="2564"/>
                    <a:pt x="1719" y="2564"/>
                  </a:cubicBezTo>
                  <a:cubicBezTo>
                    <a:pt x="1142" y="2564"/>
                    <a:pt x="667" y="2996"/>
                    <a:pt x="667" y="3534"/>
                  </a:cubicBezTo>
                  <a:cubicBezTo>
                    <a:pt x="667" y="3668"/>
                    <a:pt x="696" y="3798"/>
                    <a:pt x="754" y="3923"/>
                  </a:cubicBezTo>
                  <a:cubicBezTo>
                    <a:pt x="720" y="3923"/>
                    <a:pt x="691" y="3918"/>
                    <a:pt x="662" y="3918"/>
                  </a:cubicBezTo>
                  <a:lnTo>
                    <a:pt x="624" y="3918"/>
                  </a:lnTo>
                  <a:cubicBezTo>
                    <a:pt x="619" y="3918"/>
                    <a:pt x="614" y="3918"/>
                    <a:pt x="609" y="3918"/>
                  </a:cubicBezTo>
                  <a:cubicBezTo>
                    <a:pt x="104" y="3918"/>
                    <a:pt x="0" y="4634"/>
                    <a:pt x="490" y="4777"/>
                  </a:cubicBezTo>
                  <a:cubicBezTo>
                    <a:pt x="466" y="4839"/>
                    <a:pt x="451" y="4907"/>
                    <a:pt x="451" y="4974"/>
                  </a:cubicBezTo>
                  <a:cubicBezTo>
                    <a:pt x="451" y="5267"/>
                    <a:pt x="706" y="5502"/>
                    <a:pt x="1022" y="5502"/>
                  </a:cubicBezTo>
                  <a:lnTo>
                    <a:pt x="8631" y="5502"/>
                  </a:lnTo>
                  <a:cubicBezTo>
                    <a:pt x="8948" y="5502"/>
                    <a:pt x="9202" y="5262"/>
                    <a:pt x="9202" y="4974"/>
                  </a:cubicBezTo>
                  <a:cubicBezTo>
                    <a:pt x="9202" y="4907"/>
                    <a:pt x="9188" y="4839"/>
                    <a:pt x="9164" y="4777"/>
                  </a:cubicBezTo>
                  <a:cubicBezTo>
                    <a:pt x="9653" y="4634"/>
                    <a:pt x="9545" y="3918"/>
                    <a:pt x="9044" y="3918"/>
                  </a:cubicBezTo>
                  <a:cubicBezTo>
                    <a:pt x="9039" y="3918"/>
                    <a:pt x="9034" y="3918"/>
                    <a:pt x="9029" y="3918"/>
                  </a:cubicBezTo>
                  <a:lnTo>
                    <a:pt x="8991" y="3918"/>
                  </a:lnTo>
                  <a:cubicBezTo>
                    <a:pt x="8962" y="3918"/>
                    <a:pt x="8929" y="3918"/>
                    <a:pt x="8900" y="3923"/>
                  </a:cubicBezTo>
                  <a:cubicBezTo>
                    <a:pt x="8957" y="3798"/>
                    <a:pt x="8986" y="3668"/>
                    <a:pt x="8986" y="3534"/>
                  </a:cubicBezTo>
                  <a:cubicBezTo>
                    <a:pt x="8986" y="2996"/>
                    <a:pt x="8511" y="2564"/>
                    <a:pt x="7935" y="2564"/>
                  </a:cubicBezTo>
                  <a:cubicBezTo>
                    <a:pt x="7901" y="2564"/>
                    <a:pt x="7872" y="2564"/>
                    <a:pt x="7844" y="2569"/>
                  </a:cubicBezTo>
                  <a:cubicBezTo>
                    <a:pt x="7901" y="2449"/>
                    <a:pt x="7930" y="2315"/>
                    <a:pt x="7930" y="2180"/>
                  </a:cubicBezTo>
                  <a:cubicBezTo>
                    <a:pt x="7925" y="1645"/>
                    <a:pt x="7460" y="1215"/>
                    <a:pt x="6888" y="1215"/>
                  </a:cubicBezTo>
                  <a:cubicBezTo>
                    <a:pt x="6885" y="1215"/>
                    <a:pt x="6882" y="1215"/>
                    <a:pt x="6879" y="1215"/>
                  </a:cubicBezTo>
                  <a:cubicBezTo>
                    <a:pt x="6831" y="1215"/>
                    <a:pt x="6788" y="1215"/>
                    <a:pt x="6740" y="1225"/>
                  </a:cubicBezTo>
                  <a:lnTo>
                    <a:pt x="6740" y="1215"/>
                  </a:lnTo>
                  <a:cubicBezTo>
                    <a:pt x="6740" y="714"/>
                    <a:pt x="6303" y="313"/>
                    <a:pt x="5765" y="313"/>
                  </a:cubicBezTo>
                  <a:cubicBezTo>
                    <a:pt x="5762" y="313"/>
                    <a:pt x="5759" y="313"/>
                    <a:pt x="5756" y="313"/>
                  </a:cubicBezTo>
                  <a:cubicBezTo>
                    <a:pt x="5664" y="313"/>
                    <a:pt x="5573" y="322"/>
                    <a:pt x="5482" y="346"/>
                  </a:cubicBezTo>
                  <a:cubicBezTo>
                    <a:pt x="5333" y="150"/>
                    <a:pt x="5108" y="25"/>
                    <a:pt x="4858" y="6"/>
                  </a:cubicBezTo>
                  <a:lnTo>
                    <a:pt x="485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83"/>
            <p:cNvSpPr/>
            <p:nvPr/>
          </p:nvSpPr>
          <p:spPr>
            <a:xfrm>
              <a:off x="5003192" y="1507964"/>
              <a:ext cx="142777" cy="144166"/>
            </a:xfrm>
            <a:custGeom>
              <a:rect b="b" l="l" r="r" t="t"/>
              <a:pathLst>
                <a:path extrusionOk="0" h="5502" w="5449">
                  <a:moveTo>
                    <a:pt x="590" y="1"/>
                  </a:moveTo>
                  <a:lnTo>
                    <a:pt x="590" y="6"/>
                  </a:lnTo>
                  <a:cubicBezTo>
                    <a:pt x="360" y="25"/>
                    <a:pt x="149" y="135"/>
                    <a:pt x="0" y="308"/>
                  </a:cubicBezTo>
                  <a:cubicBezTo>
                    <a:pt x="3000" y="1455"/>
                    <a:pt x="3303" y="4479"/>
                    <a:pt x="3408" y="4777"/>
                  </a:cubicBezTo>
                  <a:cubicBezTo>
                    <a:pt x="3437" y="4835"/>
                    <a:pt x="3451" y="4902"/>
                    <a:pt x="3451" y="4974"/>
                  </a:cubicBezTo>
                  <a:cubicBezTo>
                    <a:pt x="3451" y="5267"/>
                    <a:pt x="3192" y="5502"/>
                    <a:pt x="2880" y="5502"/>
                  </a:cubicBezTo>
                  <a:lnTo>
                    <a:pt x="4431" y="5502"/>
                  </a:lnTo>
                  <a:cubicBezTo>
                    <a:pt x="4748" y="5502"/>
                    <a:pt x="5002" y="5262"/>
                    <a:pt x="5002" y="4974"/>
                  </a:cubicBezTo>
                  <a:cubicBezTo>
                    <a:pt x="5002" y="4902"/>
                    <a:pt x="4988" y="4835"/>
                    <a:pt x="4959" y="4777"/>
                  </a:cubicBezTo>
                  <a:cubicBezTo>
                    <a:pt x="5448" y="4630"/>
                    <a:pt x="5340" y="3918"/>
                    <a:pt x="4839" y="3918"/>
                  </a:cubicBezTo>
                  <a:cubicBezTo>
                    <a:pt x="4834" y="3918"/>
                    <a:pt x="4829" y="3918"/>
                    <a:pt x="4824" y="3918"/>
                  </a:cubicBezTo>
                  <a:lnTo>
                    <a:pt x="4786" y="3918"/>
                  </a:lnTo>
                  <a:cubicBezTo>
                    <a:pt x="4757" y="3918"/>
                    <a:pt x="4724" y="3918"/>
                    <a:pt x="4695" y="3923"/>
                  </a:cubicBezTo>
                  <a:cubicBezTo>
                    <a:pt x="4752" y="3798"/>
                    <a:pt x="4781" y="3668"/>
                    <a:pt x="4781" y="3534"/>
                  </a:cubicBezTo>
                  <a:cubicBezTo>
                    <a:pt x="4781" y="2996"/>
                    <a:pt x="4306" y="2564"/>
                    <a:pt x="3730" y="2564"/>
                  </a:cubicBezTo>
                  <a:cubicBezTo>
                    <a:pt x="3696" y="2564"/>
                    <a:pt x="3667" y="2564"/>
                    <a:pt x="3639" y="2569"/>
                  </a:cubicBezTo>
                  <a:cubicBezTo>
                    <a:pt x="3696" y="2449"/>
                    <a:pt x="3725" y="2315"/>
                    <a:pt x="3725" y="2180"/>
                  </a:cubicBezTo>
                  <a:cubicBezTo>
                    <a:pt x="3720" y="1645"/>
                    <a:pt x="3255" y="1215"/>
                    <a:pt x="2683" y="1215"/>
                  </a:cubicBezTo>
                  <a:cubicBezTo>
                    <a:pt x="2680" y="1215"/>
                    <a:pt x="2677" y="1215"/>
                    <a:pt x="2674" y="1215"/>
                  </a:cubicBezTo>
                  <a:cubicBezTo>
                    <a:pt x="2626" y="1215"/>
                    <a:pt x="2583" y="1215"/>
                    <a:pt x="2535" y="1225"/>
                  </a:cubicBezTo>
                  <a:lnTo>
                    <a:pt x="2535" y="1215"/>
                  </a:lnTo>
                  <a:cubicBezTo>
                    <a:pt x="2535" y="714"/>
                    <a:pt x="2098" y="313"/>
                    <a:pt x="1560" y="313"/>
                  </a:cubicBezTo>
                  <a:cubicBezTo>
                    <a:pt x="1557" y="313"/>
                    <a:pt x="1554" y="313"/>
                    <a:pt x="1551" y="313"/>
                  </a:cubicBezTo>
                  <a:cubicBezTo>
                    <a:pt x="1459" y="313"/>
                    <a:pt x="1368" y="322"/>
                    <a:pt x="1277" y="346"/>
                  </a:cubicBezTo>
                  <a:cubicBezTo>
                    <a:pt x="1128" y="150"/>
                    <a:pt x="903" y="25"/>
                    <a:pt x="653" y="6"/>
                  </a:cubicBezTo>
                  <a:lnTo>
                    <a:pt x="653"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83"/>
            <p:cNvSpPr/>
            <p:nvPr/>
          </p:nvSpPr>
          <p:spPr>
            <a:xfrm>
              <a:off x="4903570" y="1627342"/>
              <a:ext cx="232076" cy="233464"/>
            </a:xfrm>
            <a:custGeom>
              <a:rect b="b" l="l" r="r" t="t"/>
              <a:pathLst>
                <a:path extrusionOk="0" h="8910" w="8857">
                  <a:moveTo>
                    <a:pt x="6182" y="0"/>
                  </a:moveTo>
                  <a:cubicBezTo>
                    <a:pt x="6179" y="0"/>
                    <a:pt x="6176" y="0"/>
                    <a:pt x="6173" y="0"/>
                  </a:cubicBezTo>
                  <a:lnTo>
                    <a:pt x="6159" y="0"/>
                  </a:lnTo>
                  <a:cubicBezTo>
                    <a:pt x="5694" y="0"/>
                    <a:pt x="5316" y="363"/>
                    <a:pt x="5300" y="828"/>
                  </a:cubicBezTo>
                  <a:lnTo>
                    <a:pt x="5300" y="828"/>
                  </a:lnTo>
                  <a:cubicBezTo>
                    <a:pt x="5283" y="372"/>
                    <a:pt x="4903" y="0"/>
                    <a:pt x="4440" y="0"/>
                  </a:cubicBezTo>
                  <a:lnTo>
                    <a:pt x="4421" y="0"/>
                  </a:lnTo>
                  <a:cubicBezTo>
                    <a:pt x="3954" y="0"/>
                    <a:pt x="3574" y="372"/>
                    <a:pt x="3557" y="828"/>
                  </a:cubicBezTo>
                  <a:lnTo>
                    <a:pt x="3557" y="828"/>
                  </a:lnTo>
                  <a:cubicBezTo>
                    <a:pt x="3541" y="363"/>
                    <a:pt x="3158" y="0"/>
                    <a:pt x="2698" y="0"/>
                  </a:cubicBezTo>
                  <a:lnTo>
                    <a:pt x="2684" y="0"/>
                  </a:lnTo>
                  <a:cubicBezTo>
                    <a:pt x="2172" y="0"/>
                    <a:pt x="1778" y="434"/>
                    <a:pt x="1822" y="939"/>
                  </a:cubicBezTo>
                  <a:lnTo>
                    <a:pt x="1822" y="939"/>
                  </a:lnTo>
                  <a:lnTo>
                    <a:pt x="1805" y="768"/>
                  </a:lnTo>
                  <a:cubicBezTo>
                    <a:pt x="1752" y="331"/>
                    <a:pt x="1388" y="0"/>
                    <a:pt x="946" y="0"/>
                  </a:cubicBezTo>
                  <a:cubicBezTo>
                    <a:pt x="408" y="0"/>
                    <a:pt x="0" y="495"/>
                    <a:pt x="96" y="1023"/>
                  </a:cubicBezTo>
                  <a:lnTo>
                    <a:pt x="1469" y="8439"/>
                  </a:lnTo>
                  <a:cubicBezTo>
                    <a:pt x="1517" y="8708"/>
                    <a:pt x="1757" y="8909"/>
                    <a:pt x="2031" y="8909"/>
                  </a:cubicBezTo>
                  <a:lnTo>
                    <a:pt x="6817" y="8909"/>
                  </a:lnTo>
                  <a:cubicBezTo>
                    <a:pt x="7095" y="8909"/>
                    <a:pt x="7330" y="8708"/>
                    <a:pt x="7383" y="8439"/>
                  </a:cubicBezTo>
                  <a:lnTo>
                    <a:pt x="8756" y="1018"/>
                  </a:lnTo>
                  <a:cubicBezTo>
                    <a:pt x="8857" y="490"/>
                    <a:pt x="8449" y="0"/>
                    <a:pt x="7911" y="0"/>
                  </a:cubicBezTo>
                  <a:cubicBezTo>
                    <a:pt x="7469" y="0"/>
                    <a:pt x="7100" y="331"/>
                    <a:pt x="7052" y="768"/>
                  </a:cubicBezTo>
                  <a:lnTo>
                    <a:pt x="7035" y="939"/>
                  </a:lnTo>
                  <a:lnTo>
                    <a:pt x="7035" y="939"/>
                  </a:lnTo>
                  <a:cubicBezTo>
                    <a:pt x="7079" y="437"/>
                    <a:pt x="6684" y="0"/>
                    <a:pt x="618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83"/>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3"/>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3"/>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83"/>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83"/>
            <p:cNvSpPr/>
            <p:nvPr/>
          </p:nvSpPr>
          <p:spPr>
            <a:xfrm>
              <a:off x="5034504" y="1751725"/>
              <a:ext cx="42291" cy="109081"/>
            </a:xfrm>
            <a:custGeom>
              <a:rect b="b" l="l" r="r" t="t"/>
              <a:pathLst>
                <a:path extrusionOk="0" h="4163" w="1614">
                  <a:moveTo>
                    <a:pt x="1613" y="1"/>
                  </a:moveTo>
                  <a:lnTo>
                    <a:pt x="1138" y="2559"/>
                  </a:lnTo>
                  <a:cubicBezTo>
                    <a:pt x="1037" y="3092"/>
                    <a:pt x="572" y="3481"/>
                    <a:pt x="34" y="3481"/>
                  </a:cubicBezTo>
                  <a:lnTo>
                    <a:pt x="29" y="3481"/>
                  </a:lnTo>
                  <a:lnTo>
                    <a:pt x="0" y="4162"/>
                  </a:lnTo>
                  <a:lnTo>
                    <a:pt x="1148" y="4162"/>
                  </a:lnTo>
                  <a:lnTo>
                    <a:pt x="161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3"/>
            <p:cNvSpPr/>
            <p:nvPr/>
          </p:nvSpPr>
          <p:spPr>
            <a:xfrm>
              <a:off x="4949739" y="1627342"/>
              <a:ext cx="54737" cy="233464"/>
            </a:xfrm>
            <a:custGeom>
              <a:rect b="b" l="l" r="r" t="t"/>
              <a:pathLst>
                <a:path extrusionOk="0" h="8910" w="2089">
                  <a:moveTo>
                    <a:pt x="909" y="0"/>
                  </a:moveTo>
                  <a:cubicBezTo>
                    <a:pt x="394" y="0"/>
                    <a:pt x="0" y="449"/>
                    <a:pt x="58" y="960"/>
                  </a:cubicBezTo>
                  <a:lnTo>
                    <a:pt x="941" y="8909"/>
                  </a:lnTo>
                  <a:lnTo>
                    <a:pt x="2088" y="8909"/>
                  </a:lnTo>
                  <a:lnTo>
                    <a:pt x="1790" y="831"/>
                  </a:lnTo>
                  <a:cubicBezTo>
                    <a:pt x="1776" y="365"/>
                    <a:pt x="1392" y="0"/>
                    <a:pt x="931" y="0"/>
                  </a:cubicBezTo>
                  <a:lnTo>
                    <a:pt x="917" y="0"/>
                  </a:lnTo>
                  <a:cubicBezTo>
                    <a:pt x="914" y="0"/>
                    <a:pt x="911" y="0"/>
                    <a:pt x="909"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3"/>
            <p:cNvSpPr/>
            <p:nvPr/>
          </p:nvSpPr>
          <p:spPr>
            <a:xfrm>
              <a:off x="4972352" y="1842910"/>
              <a:ext cx="32124" cy="17896"/>
            </a:xfrm>
            <a:custGeom>
              <a:rect b="b" l="l" r="r" t="t"/>
              <a:pathLst>
                <a:path extrusionOk="0" h="683" w="1226">
                  <a:moveTo>
                    <a:pt x="1" y="1"/>
                  </a:moveTo>
                  <a:lnTo>
                    <a:pt x="78" y="682"/>
                  </a:lnTo>
                  <a:lnTo>
                    <a:pt x="1225" y="682"/>
                  </a:lnTo>
                  <a:lnTo>
                    <a:pt x="120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3"/>
            <p:cNvSpPr/>
            <p:nvPr/>
          </p:nvSpPr>
          <p:spPr>
            <a:xfrm>
              <a:off x="4949215" y="1699268"/>
              <a:ext cx="140524" cy="96897"/>
            </a:xfrm>
            <a:custGeom>
              <a:rect b="b" l="l" r="r" t="t"/>
              <a:pathLst>
                <a:path extrusionOk="0" h="3698" w="5363">
                  <a:moveTo>
                    <a:pt x="2679" y="1"/>
                  </a:moveTo>
                  <a:cubicBezTo>
                    <a:pt x="1201" y="1"/>
                    <a:pt x="1" y="827"/>
                    <a:pt x="1" y="1849"/>
                  </a:cubicBezTo>
                  <a:cubicBezTo>
                    <a:pt x="1" y="2871"/>
                    <a:pt x="1201" y="3697"/>
                    <a:pt x="2679" y="3697"/>
                  </a:cubicBezTo>
                  <a:cubicBezTo>
                    <a:pt x="4163" y="3697"/>
                    <a:pt x="5363" y="2871"/>
                    <a:pt x="5363" y="1849"/>
                  </a:cubicBezTo>
                  <a:cubicBezTo>
                    <a:pt x="5363" y="827"/>
                    <a:pt x="4163" y="1"/>
                    <a:pt x="2679"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3"/>
            <p:cNvSpPr/>
            <p:nvPr/>
          </p:nvSpPr>
          <p:spPr>
            <a:xfrm>
              <a:off x="4947328" y="1572998"/>
              <a:ext cx="33356" cy="31600"/>
            </a:xfrm>
            <a:custGeom>
              <a:rect b="b" l="l" r="r" t="t"/>
              <a:pathLst>
                <a:path extrusionOk="0" h="1206" w="1273">
                  <a:moveTo>
                    <a:pt x="999" y="1"/>
                  </a:moveTo>
                  <a:cubicBezTo>
                    <a:pt x="447" y="5"/>
                    <a:pt x="1" y="452"/>
                    <a:pt x="1" y="1004"/>
                  </a:cubicBezTo>
                  <a:cubicBezTo>
                    <a:pt x="1" y="1138"/>
                    <a:pt x="103" y="1205"/>
                    <a:pt x="205" y="1205"/>
                  </a:cubicBezTo>
                  <a:cubicBezTo>
                    <a:pt x="307" y="1205"/>
                    <a:pt x="409" y="1138"/>
                    <a:pt x="409" y="1004"/>
                  </a:cubicBezTo>
                  <a:cubicBezTo>
                    <a:pt x="409" y="673"/>
                    <a:pt x="673" y="409"/>
                    <a:pt x="999" y="409"/>
                  </a:cubicBezTo>
                  <a:cubicBezTo>
                    <a:pt x="1273" y="409"/>
                    <a:pt x="1273" y="1"/>
                    <a:pt x="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3"/>
            <p:cNvSpPr/>
            <p:nvPr/>
          </p:nvSpPr>
          <p:spPr>
            <a:xfrm>
              <a:off x="5057143" y="1593882"/>
              <a:ext cx="33356" cy="31574"/>
            </a:xfrm>
            <a:custGeom>
              <a:rect b="b" l="l" r="r" t="t"/>
              <a:pathLst>
                <a:path extrusionOk="0" h="1205" w="1273">
                  <a:moveTo>
                    <a:pt x="274" y="0"/>
                  </a:moveTo>
                  <a:cubicBezTo>
                    <a:pt x="0" y="0"/>
                    <a:pt x="0" y="408"/>
                    <a:pt x="274" y="408"/>
                  </a:cubicBezTo>
                  <a:cubicBezTo>
                    <a:pt x="600" y="408"/>
                    <a:pt x="864" y="672"/>
                    <a:pt x="864" y="999"/>
                  </a:cubicBezTo>
                  <a:cubicBezTo>
                    <a:pt x="864" y="1136"/>
                    <a:pt x="966" y="1204"/>
                    <a:pt x="1068" y="1204"/>
                  </a:cubicBezTo>
                  <a:cubicBezTo>
                    <a:pt x="1170" y="1204"/>
                    <a:pt x="1272" y="1136"/>
                    <a:pt x="1272" y="999"/>
                  </a:cubicBezTo>
                  <a:cubicBezTo>
                    <a:pt x="1268" y="447"/>
                    <a:pt x="821"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3"/>
            <p:cNvSpPr/>
            <p:nvPr/>
          </p:nvSpPr>
          <p:spPr>
            <a:xfrm>
              <a:off x="5006022" y="1532620"/>
              <a:ext cx="38727" cy="26753"/>
            </a:xfrm>
            <a:custGeom>
              <a:rect b="b" l="l" r="r" t="t"/>
              <a:pathLst>
                <a:path extrusionOk="0" h="1021" w="1478">
                  <a:moveTo>
                    <a:pt x="479" y="1"/>
                  </a:moveTo>
                  <a:cubicBezTo>
                    <a:pt x="407" y="1"/>
                    <a:pt x="335" y="8"/>
                    <a:pt x="262" y="25"/>
                  </a:cubicBezTo>
                  <a:cubicBezTo>
                    <a:pt x="1" y="69"/>
                    <a:pt x="62" y="431"/>
                    <a:pt x="287" y="431"/>
                  </a:cubicBezTo>
                  <a:cubicBezTo>
                    <a:pt x="306" y="431"/>
                    <a:pt x="327" y="429"/>
                    <a:pt x="348" y="423"/>
                  </a:cubicBezTo>
                  <a:cubicBezTo>
                    <a:pt x="392" y="413"/>
                    <a:pt x="436" y="408"/>
                    <a:pt x="479" y="408"/>
                  </a:cubicBezTo>
                  <a:cubicBezTo>
                    <a:pt x="752" y="408"/>
                    <a:pt x="996" y="596"/>
                    <a:pt x="1059" y="869"/>
                  </a:cubicBezTo>
                  <a:cubicBezTo>
                    <a:pt x="1087" y="974"/>
                    <a:pt x="1168" y="1020"/>
                    <a:pt x="1250" y="1020"/>
                  </a:cubicBezTo>
                  <a:cubicBezTo>
                    <a:pt x="1363" y="1020"/>
                    <a:pt x="1477" y="931"/>
                    <a:pt x="1452" y="783"/>
                  </a:cubicBezTo>
                  <a:cubicBezTo>
                    <a:pt x="1348" y="318"/>
                    <a:pt x="936" y="1"/>
                    <a:pt x="4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3"/>
            <p:cNvSpPr/>
            <p:nvPr/>
          </p:nvSpPr>
          <p:spPr>
            <a:xfrm>
              <a:off x="4943948" y="1694001"/>
              <a:ext cx="151084" cy="107430"/>
            </a:xfrm>
            <a:custGeom>
              <a:rect b="b" l="l" r="r" t="t"/>
              <a:pathLst>
                <a:path extrusionOk="0" h="4100" w="5766">
                  <a:moveTo>
                    <a:pt x="2885" y="404"/>
                  </a:moveTo>
                  <a:cubicBezTo>
                    <a:pt x="3557" y="404"/>
                    <a:pt x="4191" y="586"/>
                    <a:pt x="4661" y="908"/>
                  </a:cubicBezTo>
                  <a:cubicBezTo>
                    <a:pt x="5112" y="1220"/>
                    <a:pt x="5362" y="1623"/>
                    <a:pt x="5362" y="2050"/>
                  </a:cubicBezTo>
                  <a:cubicBezTo>
                    <a:pt x="5362" y="2477"/>
                    <a:pt x="5112" y="2880"/>
                    <a:pt x="4661" y="3188"/>
                  </a:cubicBezTo>
                  <a:cubicBezTo>
                    <a:pt x="4191" y="3514"/>
                    <a:pt x="3557" y="3697"/>
                    <a:pt x="2885" y="3697"/>
                  </a:cubicBezTo>
                  <a:cubicBezTo>
                    <a:pt x="2208" y="3697"/>
                    <a:pt x="1575" y="3514"/>
                    <a:pt x="1104" y="3188"/>
                  </a:cubicBezTo>
                  <a:cubicBezTo>
                    <a:pt x="653" y="2880"/>
                    <a:pt x="408" y="2477"/>
                    <a:pt x="408" y="2050"/>
                  </a:cubicBezTo>
                  <a:cubicBezTo>
                    <a:pt x="408" y="1623"/>
                    <a:pt x="653" y="1220"/>
                    <a:pt x="1104" y="908"/>
                  </a:cubicBezTo>
                  <a:cubicBezTo>
                    <a:pt x="1575" y="581"/>
                    <a:pt x="2208" y="404"/>
                    <a:pt x="2885" y="404"/>
                  </a:cubicBezTo>
                  <a:close/>
                  <a:moveTo>
                    <a:pt x="2880" y="0"/>
                  </a:moveTo>
                  <a:cubicBezTo>
                    <a:pt x="2127" y="0"/>
                    <a:pt x="1411" y="202"/>
                    <a:pt x="874" y="576"/>
                  </a:cubicBezTo>
                  <a:cubicBezTo>
                    <a:pt x="307" y="965"/>
                    <a:pt x="0" y="1488"/>
                    <a:pt x="0" y="2050"/>
                  </a:cubicBezTo>
                  <a:cubicBezTo>
                    <a:pt x="0" y="2612"/>
                    <a:pt x="307" y="3135"/>
                    <a:pt x="874" y="3524"/>
                  </a:cubicBezTo>
                  <a:cubicBezTo>
                    <a:pt x="1411" y="3898"/>
                    <a:pt x="2127" y="4100"/>
                    <a:pt x="2880" y="4100"/>
                  </a:cubicBezTo>
                  <a:cubicBezTo>
                    <a:pt x="3639" y="4100"/>
                    <a:pt x="4354" y="3898"/>
                    <a:pt x="4892" y="3524"/>
                  </a:cubicBezTo>
                  <a:cubicBezTo>
                    <a:pt x="5458" y="3135"/>
                    <a:pt x="5765" y="2612"/>
                    <a:pt x="5765" y="2050"/>
                  </a:cubicBezTo>
                  <a:cubicBezTo>
                    <a:pt x="5765" y="1488"/>
                    <a:pt x="5458" y="965"/>
                    <a:pt x="4892" y="576"/>
                  </a:cubicBezTo>
                  <a:cubicBezTo>
                    <a:pt x="4354" y="202"/>
                    <a:pt x="3639" y="0"/>
                    <a:pt x="28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83"/>
            <p:cNvSpPr/>
            <p:nvPr/>
          </p:nvSpPr>
          <p:spPr>
            <a:xfrm>
              <a:off x="4891622" y="1502697"/>
              <a:ext cx="255841" cy="363402"/>
            </a:xfrm>
            <a:custGeom>
              <a:rect b="b" l="l" r="r" t="t"/>
              <a:pathLst>
                <a:path extrusionOk="0" h="13869" w="9764">
                  <a:moveTo>
                    <a:pt x="4892" y="408"/>
                  </a:moveTo>
                  <a:cubicBezTo>
                    <a:pt x="5084" y="423"/>
                    <a:pt x="5257" y="519"/>
                    <a:pt x="5372" y="667"/>
                  </a:cubicBezTo>
                  <a:cubicBezTo>
                    <a:pt x="5412" y="723"/>
                    <a:pt x="5473" y="753"/>
                    <a:pt x="5535" y="753"/>
                  </a:cubicBezTo>
                  <a:cubicBezTo>
                    <a:pt x="5554" y="753"/>
                    <a:pt x="5574" y="750"/>
                    <a:pt x="5593" y="744"/>
                  </a:cubicBezTo>
                  <a:cubicBezTo>
                    <a:pt x="5660" y="725"/>
                    <a:pt x="5737" y="715"/>
                    <a:pt x="5809" y="715"/>
                  </a:cubicBezTo>
                  <a:cubicBezTo>
                    <a:pt x="6236" y="715"/>
                    <a:pt x="6591" y="1027"/>
                    <a:pt x="6591" y="1416"/>
                  </a:cubicBezTo>
                  <a:lnTo>
                    <a:pt x="6591" y="1421"/>
                  </a:lnTo>
                  <a:cubicBezTo>
                    <a:pt x="6587" y="1538"/>
                    <a:pt x="6682" y="1629"/>
                    <a:pt x="6793" y="1629"/>
                  </a:cubicBezTo>
                  <a:cubicBezTo>
                    <a:pt x="6801" y="1629"/>
                    <a:pt x="6809" y="1628"/>
                    <a:pt x="6817" y="1627"/>
                  </a:cubicBezTo>
                  <a:cubicBezTo>
                    <a:pt x="6855" y="1618"/>
                    <a:pt x="6893" y="1618"/>
                    <a:pt x="6927" y="1618"/>
                  </a:cubicBezTo>
                  <a:lnTo>
                    <a:pt x="6932" y="1618"/>
                  </a:lnTo>
                  <a:cubicBezTo>
                    <a:pt x="7397" y="1618"/>
                    <a:pt x="7772" y="1959"/>
                    <a:pt x="7777" y="2381"/>
                  </a:cubicBezTo>
                  <a:cubicBezTo>
                    <a:pt x="7781" y="2487"/>
                    <a:pt x="7757" y="2588"/>
                    <a:pt x="7709" y="2684"/>
                  </a:cubicBezTo>
                  <a:cubicBezTo>
                    <a:pt x="7650" y="2821"/>
                    <a:pt x="7748" y="2972"/>
                    <a:pt x="7892" y="2972"/>
                  </a:cubicBezTo>
                  <a:cubicBezTo>
                    <a:pt x="7898" y="2972"/>
                    <a:pt x="7905" y="2972"/>
                    <a:pt x="7911" y="2972"/>
                  </a:cubicBezTo>
                  <a:lnTo>
                    <a:pt x="7983" y="2972"/>
                  </a:lnTo>
                  <a:cubicBezTo>
                    <a:pt x="7986" y="2972"/>
                    <a:pt x="7990" y="2971"/>
                    <a:pt x="7993" y="2971"/>
                  </a:cubicBezTo>
                  <a:cubicBezTo>
                    <a:pt x="8459" y="2971"/>
                    <a:pt x="8833" y="3311"/>
                    <a:pt x="8833" y="3735"/>
                  </a:cubicBezTo>
                  <a:cubicBezTo>
                    <a:pt x="8838" y="3836"/>
                    <a:pt x="8814" y="3941"/>
                    <a:pt x="8770" y="4037"/>
                  </a:cubicBezTo>
                  <a:cubicBezTo>
                    <a:pt x="8708" y="4172"/>
                    <a:pt x="8804" y="4325"/>
                    <a:pt x="8953" y="4325"/>
                  </a:cubicBezTo>
                  <a:lnTo>
                    <a:pt x="8967" y="4325"/>
                  </a:lnTo>
                  <a:cubicBezTo>
                    <a:pt x="8996" y="4325"/>
                    <a:pt x="9020" y="4320"/>
                    <a:pt x="9044" y="4320"/>
                  </a:cubicBezTo>
                  <a:lnTo>
                    <a:pt x="9078" y="4320"/>
                  </a:lnTo>
                  <a:cubicBezTo>
                    <a:pt x="9279" y="4325"/>
                    <a:pt x="9318" y="4464"/>
                    <a:pt x="9327" y="4522"/>
                  </a:cubicBezTo>
                  <a:cubicBezTo>
                    <a:pt x="9346" y="4637"/>
                    <a:pt x="9274" y="4748"/>
                    <a:pt x="9159" y="4781"/>
                  </a:cubicBezTo>
                  <a:cubicBezTo>
                    <a:pt x="9130" y="4786"/>
                    <a:pt x="9102" y="4805"/>
                    <a:pt x="9078" y="4824"/>
                  </a:cubicBezTo>
                  <a:lnTo>
                    <a:pt x="9073" y="4820"/>
                  </a:lnTo>
                  <a:lnTo>
                    <a:pt x="9044" y="4800"/>
                  </a:lnTo>
                  <a:lnTo>
                    <a:pt x="9034" y="4786"/>
                  </a:lnTo>
                  <a:lnTo>
                    <a:pt x="9006" y="4767"/>
                  </a:lnTo>
                  <a:lnTo>
                    <a:pt x="8996" y="4762"/>
                  </a:lnTo>
                  <a:cubicBezTo>
                    <a:pt x="8948" y="4724"/>
                    <a:pt x="8895" y="4695"/>
                    <a:pt x="8842" y="4666"/>
                  </a:cubicBezTo>
                  <a:lnTo>
                    <a:pt x="8838" y="4661"/>
                  </a:lnTo>
                  <a:lnTo>
                    <a:pt x="8799" y="4647"/>
                  </a:lnTo>
                  <a:lnTo>
                    <a:pt x="8790" y="4642"/>
                  </a:lnTo>
                  <a:lnTo>
                    <a:pt x="8751" y="4623"/>
                  </a:lnTo>
                  <a:lnTo>
                    <a:pt x="8746" y="4623"/>
                  </a:lnTo>
                  <a:cubicBezTo>
                    <a:pt x="8708" y="4608"/>
                    <a:pt x="8665" y="4599"/>
                    <a:pt x="8626" y="4589"/>
                  </a:cubicBezTo>
                  <a:lnTo>
                    <a:pt x="8602" y="4584"/>
                  </a:lnTo>
                  <a:lnTo>
                    <a:pt x="8578" y="4575"/>
                  </a:lnTo>
                  <a:lnTo>
                    <a:pt x="8549" y="4570"/>
                  </a:lnTo>
                  <a:lnTo>
                    <a:pt x="8525" y="4565"/>
                  </a:lnTo>
                  <a:lnTo>
                    <a:pt x="8492" y="4560"/>
                  </a:lnTo>
                  <a:lnTo>
                    <a:pt x="8362" y="4560"/>
                  </a:lnTo>
                  <a:cubicBezTo>
                    <a:pt x="8319" y="4560"/>
                    <a:pt x="8276" y="4565"/>
                    <a:pt x="8233" y="4570"/>
                  </a:cubicBezTo>
                  <a:lnTo>
                    <a:pt x="8194" y="4575"/>
                  </a:lnTo>
                  <a:lnTo>
                    <a:pt x="8165" y="4580"/>
                  </a:lnTo>
                  <a:lnTo>
                    <a:pt x="8132" y="4589"/>
                  </a:lnTo>
                  <a:lnTo>
                    <a:pt x="8103" y="4594"/>
                  </a:lnTo>
                  <a:cubicBezTo>
                    <a:pt x="8021" y="4613"/>
                    <a:pt x="7949" y="4642"/>
                    <a:pt x="7873" y="4680"/>
                  </a:cubicBezTo>
                  <a:lnTo>
                    <a:pt x="7868" y="4685"/>
                  </a:lnTo>
                  <a:lnTo>
                    <a:pt x="7829" y="4704"/>
                  </a:lnTo>
                  <a:lnTo>
                    <a:pt x="7810" y="4714"/>
                  </a:lnTo>
                  <a:lnTo>
                    <a:pt x="7777" y="4738"/>
                  </a:lnTo>
                  <a:lnTo>
                    <a:pt x="7757" y="4748"/>
                  </a:lnTo>
                  <a:lnTo>
                    <a:pt x="7729" y="4767"/>
                  </a:lnTo>
                  <a:lnTo>
                    <a:pt x="7709" y="4786"/>
                  </a:lnTo>
                  <a:lnTo>
                    <a:pt x="7690" y="4800"/>
                  </a:lnTo>
                  <a:lnTo>
                    <a:pt x="7661" y="4824"/>
                  </a:lnTo>
                  <a:lnTo>
                    <a:pt x="7647" y="4834"/>
                  </a:lnTo>
                  <a:lnTo>
                    <a:pt x="7613" y="4868"/>
                  </a:lnTo>
                  <a:lnTo>
                    <a:pt x="7609" y="4872"/>
                  </a:lnTo>
                  <a:cubicBezTo>
                    <a:pt x="7585" y="4901"/>
                    <a:pt x="7556" y="4930"/>
                    <a:pt x="7532" y="4959"/>
                  </a:cubicBezTo>
                  <a:cubicBezTo>
                    <a:pt x="7517" y="4973"/>
                    <a:pt x="7508" y="4992"/>
                    <a:pt x="7493" y="5007"/>
                  </a:cubicBezTo>
                  <a:lnTo>
                    <a:pt x="7469" y="4973"/>
                  </a:lnTo>
                  <a:lnTo>
                    <a:pt x="7460" y="4959"/>
                  </a:lnTo>
                  <a:cubicBezTo>
                    <a:pt x="7450" y="4944"/>
                    <a:pt x="7436" y="4930"/>
                    <a:pt x="7426" y="4916"/>
                  </a:cubicBezTo>
                  <a:lnTo>
                    <a:pt x="7421" y="4911"/>
                  </a:lnTo>
                  <a:lnTo>
                    <a:pt x="7412" y="4906"/>
                  </a:lnTo>
                  <a:lnTo>
                    <a:pt x="7383" y="4872"/>
                  </a:lnTo>
                  <a:lnTo>
                    <a:pt x="7373" y="4863"/>
                  </a:lnTo>
                  <a:lnTo>
                    <a:pt x="7340" y="4834"/>
                  </a:lnTo>
                  <a:lnTo>
                    <a:pt x="7330" y="4824"/>
                  </a:lnTo>
                  <a:lnTo>
                    <a:pt x="7301" y="4800"/>
                  </a:lnTo>
                  <a:lnTo>
                    <a:pt x="7292" y="4791"/>
                  </a:lnTo>
                  <a:lnTo>
                    <a:pt x="7253" y="4767"/>
                  </a:lnTo>
                  <a:lnTo>
                    <a:pt x="7244" y="4757"/>
                  </a:lnTo>
                  <a:lnTo>
                    <a:pt x="7210" y="4733"/>
                  </a:lnTo>
                  <a:lnTo>
                    <a:pt x="7201" y="4728"/>
                  </a:lnTo>
                  <a:lnTo>
                    <a:pt x="7162" y="4704"/>
                  </a:lnTo>
                  <a:lnTo>
                    <a:pt x="7157" y="4704"/>
                  </a:lnTo>
                  <a:lnTo>
                    <a:pt x="7114" y="4680"/>
                  </a:lnTo>
                  <a:lnTo>
                    <a:pt x="7109" y="4680"/>
                  </a:lnTo>
                  <a:lnTo>
                    <a:pt x="7061" y="4656"/>
                  </a:lnTo>
                  <a:lnTo>
                    <a:pt x="7013" y="4637"/>
                  </a:lnTo>
                  <a:lnTo>
                    <a:pt x="6961" y="4618"/>
                  </a:lnTo>
                  <a:lnTo>
                    <a:pt x="6908" y="4604"/>
                  </a:lnTo>
                  <a:lnTo>
                    <a:pt x="6855" y="4589"/>
                  </a:lnTo>
                  <a:lnTo>
                    <a:pt x="6850" y="4589"/>
                  </a:lnTo>
                  <a:lnTo>
                    <a:pt x="6802" y="4580"/>
                  </a:lnTo>
                  <a:lnTo>
                    <a:pt x="6793" y="4580"/>
                  </a:lnTo>
                  <a:lnTo>
                    <a:pt x="6749" y="4575"/>
                  </a:lnTo>
                  <a:lnTo>
                    <a:pt x="6543" y="4575"/>
                  </a:lnTo>
                  <a:lnTo>
                    <a:pt x="6500" y="4580"/>
                  </a:lnTo>
                  <a:lnTo>
                    <a:pt x="6481" y="4580"/>
                  </a:lnTo>
                  <a:lnTo>
                    <a:pt x="6437" y="4584"/>
                  </a:lnTo>
                  <a:lnTo>
                    <a:pt x="6418" y="4589"/>
                  </a:lnTo>
                  <a:lnTo>
                    <a:pt x="6370" y="4599"/>
                  </a:lnTo>
                  <a:lnTo>
                    <a:pt x="6361" y="4599"/>
                  </a:lnTo>
                  <a:lnTo>
                    <a:pt x="6308" y="4613"/>
                  </a:lnTo>
                  <a:lnTo>
                    <a:pt x="6289" y="4623"/>
                  </a:lnTo>
                  <a:lnTo>
                    <a:pt x="6250" y="4632"/>
                  </a:lnTo>
                  <a:lnTo>
                    <a:pt x="6231" y="4642"/>
                  </a:lnTo>
                  <a:lnTo>
                    <a:pt x="6197" y="4656"/>
                  </a:lnTo>
                  <a:lnTo>
                    <a:pt x="6178" y="4661"/>
                  </a:lnTo>
                  <a:lnTo>
                    <a:pt x="6140" y="4680"/>
                  </a:lnTo>
                  <a:lnTo>
                    <a:pt x="6125" y="4690"/>
                  </a:lnTo>
                  <a:lnTo>
                    <a:pt x="6077" y="4714"/>
                  </a:lnTo>
                  <a:lnTo>
                    <a:pt x="6063" y="4724"/>
                  </a:lnTo>
                  <a:lnTo>
                    <a:pt x="6029" y="4748"/>
                  </a:lnTo>
                  <a:lnTo>
                    <a:pt x="6010" y="4757"/>
                  </a:lnTo>
                  <a:lnTo>
                    <a:pt x="5981" y="4781"/>
                  </a:lnTo>
                  <a:lnTo>
                    <a:pt x="5967" y="4791"/>
                  </a:lnTo>
                  <a:lnTo>
                    <a:pt x="5933" y="4820"/>
                  </a:lnTo>
                  <a:lnTo>
                    <a:pt x="5919" y="4829"/>
                  </a:lnTo>
                  <a:cubicBezTo>
                    <a:pt x="5909" y="4839"/>
                    <a:pt x="5895" y="4853"/>
                    <a:pt x="5881" y="4868"/>
                  </a:cubicBezTo>
                  <a:lnTo>
                    <a:pt x="5871" y="4872"/>
                  </a:lnTo>
                  <a:lnTo>
                    <a:pt x="5842" y="4906"/>
                  </a:lnTo>
                  <a:lnTo>
                    <a:pt x="5828" y="4920"/>
                  </a:lnTo>
                  <a:lnTo>
                    <a:pt x="5804" y="4949"/>
                  </a:lnTo>
                  <a:lnTo>
                    <a:pt x="5789" y="4964"/>
                  </a:lnTo>
                  <a:lnTo>
                    <a:pt x="5765" y="4997"/>
                  </a:lnTo>
                  <a:lnTo>
                    <a:pt x="5756" y="5007"/>
                  </a:lnTo>
                  <a:cubicBezTo>
                    <a:pt x="5727" y="4968"/>
                    <a:pt x="5698" y="4930"/>
                    <a:pt x="5665" y="4896"/>
                  </a:cubicBezTo>
                  <a:cubicBezTo>
                    <a:pt x="5463" y="4676"/>
                    <a:pt x="5185" y="4556"/>
                    <a:pt x="4892" y="4556"/>
                  </a:cubicBezTo>
                  <a:lnTo>
                    <a:pt x="4872" y="4556"/>
                  </a:lnTo>
                  <a:cubicBezTo>
                    <a:pt x="4867" y="4556"/>
                    <a:pt x="4861" y="4555"/>
                    <a:pt x="4856" y="4555"/>
                  </a:cubicBezTo>
                  <a:cubicBezTo>
                    <a:pt x="4569" y="4555"/>
                    <a:pt x="4297" y="4675"/>
                    <a:pt x="4104" y="4882"/>
                  </a:cubicBezTo>
                  <a:cubicBezTo>
                    <a:pt x="4071" y="4916"/>
                    <a:pt x="4037" y="4954"/>
                    <a:pt x="4008" y="4992"/>
                  </a:cubicBezTo>
                  <a:lnTo>
                    <a:pt x="3999" y="4983"/>
                  </a:lnTo>
                  <a:lnTo>
                    <a:pt x="3975" y="4949"/>
                  </a:lnTo>
                  <a:lnTo>
                    <a:pt x="3965" y="4935"/>
                  </a:lnTo>
                  <a:lnTo>
                    <a:pt x="3941" y="4906"/>
                  </a:lnTo>
                  <a:lnTo>
                    <a:pt x="3927" y="4892"/>
                  </a:lnTo>
                  <a:lnTo>
                    <a:pt x="3893" y="4858"/>
                  </a:lnTo>
                  <a:lnTo>
                    <a:pt x="3888" y="4853"/>
                  </a:lnTo>
                  <a:cubicBezTo>
                    <a:pt x="3874" y="4839"/>
                    <a:pt x="3860" y="4824"/>
                    <a:pt x="3845" y="4815"/>
                  </a:cubicBezTo>
                  <a:lnTo>
                    <a:pt x="3831" y="4805"/>
                  </a:lnTo>
                  <a:lnTo>
                    <a:pt x="3802" y="4776"/>
                  </a:lnTo>
                  <a:lnTo>
                    <a:pt x="3783" y="4767"/>
                  </a:lnTo>
                  <a:lnTo>
                    <a:pt x="3754" y="4743"/>
                  </a:lnTo>
                  <a:lnTo>
                    <a:pt x="3735" y="4733"/>
                  </a:lnTo>
                  <a:lnTo>
                    <a:pt x="3701" y="4709"/>
                  </a:lnTo>
                  <a:lnTo>
                    <a:pt x="3687" y="4700"/>
                  </a:lnTo>
                  <a:lnTo>
                    <a:pt x="3639" y="4671"/>
                  </a:lnTo>
                  <a:lnTo>
                    <a:pt x="3624" y="4666"/>
                  </a:lnTo>
                  <a:lnTo>
                    <a:pt x="3586" y="4647"/>
                  </a:lnTo>
                  <a:lnTo>
                    <a:pt x="3567" y="4642"/>
                  </a:lnTo>
                  <a:lnTo>
                    <a:pt x="3533" y="4628"/>
                  </a:lnTo>
                  <a:lnTo>
                    <a:pt x="3514" y="4618"/>
                  </a:lnTo>
                  <a:lnTo>
                    <a:pt x="3476" y="4608"/>
                  </a:lnTo>
                  <a:lnTo>
                    <a:pt x="3456" y="4599"/>
                  </a:lnTo>
                  <a:lnTo>
                    <a:pt x="3404" y="4584"/>
                  </a:lnTo>
                  <a:lnTo>
                    <a:pt x="3394" y="4584"/>
                  </a:lnTo>
                  <a:lnTo>
                    <a:pt x="3346" y="4575"/>
                  </a:lnTo>
                  <a:lnTo>
                    <a:pt x="3327" y="4570"/>
                  </a:lnTo>
                  <a:lnTo>
                    <a:pt x="3288" y="4565"/>
                  </a:lnTo>
                  <a:lnTo>
                    <a:pt x="3264" y="4565"/>
                  </a:lnTo>
                  <a:lnTo>
                    <a:pt x="3226" y="4560"/>
                  </a:lnTo>
                  <a:lnTo>
                    <a:pt x="3020" y="4560"/>
                  </a:lnTo>
                  <a:lnTo>
                    <a:pt x="2976" y="4565"/>
                  </a:lnTo>
                  <a:lnTo>
                    <a:pt x="2962" y="4565"/>
                  </a:lnTo>
                  <a:lnTo>
                    <a:pt x="2914" y="4575"/>
                  </a:lnTo>
                  <a:lnTo>
                    <a:pt x="2909" y="4575"/>
                  </a:lnTo>
                  <a:lnTo>
                    <a:pt x="2856" y="4589"/>
                  </a:lnTo>
                  <a:cubicBezTo>
                    <a:pt x="2804" y="4604"/>
                    <a:pt x="2751" y="4623"/>
                    <a:pt x="2698" y="4647"/>
                  </a:cubicBezTo>
                  <a:lnTo>
                    <a:pt x="2650" y="4666"/>
                  </a:lnTo>
                  <a:lnTo>
                    <a:pt x="2607" y="4690"/>
                  </a:lnTo>
                  <a:lnTo>
                    <a:pt x="2602" y="4690"/>
                  </a:lnTo>
                  <a:lnTo>
                    <a:pt x="2559" y="4719"/>
                  </a:lnTo>
                  <a:lnTo>
                    <a:pt x="2554" y="4724"/>
                  </a:lnTo>
                  <a:lnTo>
                    <a:pt x="2516" y="4748"/>
                  </a:lnTo>
                  <a:lnTo>
                    <a:pt x="2511" y="4752"/>
                  </a:lnTo>
                  <a:lnTo>
                    <a:pt x="2472" y="4781"/>
                  </a:lnTo>
                  <a:lnTo>
                    <a:pt x="2468" y="4786"/>
                  </a:lnTo>
                  <a:lnTo>
                    <a:pt x="2434" y="4815"/>
                  </a:lnTo>
                  <a:lnTo>
                    <a:pt x="2424" y="4824"/>
                  </a:lnTo>
                  <a:lnTo>
                    <a:pt x="2420" y="4824"/>
                  </a:lnTo>
                  <a:lnTo>
                    <a:pt x="2391" y="4848"/>
                  </a:lnTo>
                  <a:lnTo>
                    <a:pt x="2381" y="4858"/>
                  </a:lnTo>
                  <a:lnTo>
                    <a:pt x="2352" y="4892"/>
                  </a:lnTo>
                  <a:lnTo>
                    <a:pt x="2343" y="4896"/>
                  </a:lnTo>
                  <a:lnTo>
                    <a:pt x="2343" y="4901"/>
                  </a:lnTo>
                  <a:cubicBezTo>
                    <a:pt x="2328" y="4916"/>
                    <a:pt x="2314" y="4930"/>
                    <a:pt x="2304" y="4949"/>
                  </a:cubicBezTo>
                  <a:lnTo>
                    <a:pt x="2295" y="4964"/>
                  </a:lnTo>
                  <a:lnTo>
                    <a:pt x="2271" y="4992"/>
                  </a:lnTo>
                  <a:cubicBezTo>
                    <a:pt x="2256" y="4978"/>
                    <a:pt x="2247" y="4959"/>
                    <a:pt x="2232" y="4944"/>
                  </a:cubicBezTo>
                  <a:cubicBezTo>
                    <a:pt x="2223" y="4930"/>
                    <a:pt x="2213" y="4920"/>
                    <a:pt x="2204" y="4911"/>
                  </a:cubicBezTo>
                  <a:lnTo>
                    <a:pt x="2189" y="4896"/>
                  </a:lnTo>
                  <a:cubicBezTo>
                    <a:pt x="1991" y="4680"/>
                    <a:pt x="1706" y="4555"/>
                    <a:pt x="1414" y="4555"/>
                  </a:cubicBezTo>
                  <a:cubicBezTo>
                    <a:pt x="1408" y="4555"/>
                    <a:pt x="1403" y="4556"/>
                    <a:pt x="1397" y="4556"/>
                  </a:cubicBezTo>
                  <a:lnTo>
                    <a:pt x="1234" y="4556"/>
                  </a:lnTo>
                  <a:lnTo>
                    <a:pt x="1205" y="4560"/>
                  </a:lnTo>
                  <a:lnTo>
                    <a:pt x="1181" y="4565"/>
                  </a:lnTo>
                  <a:lnTo>
                    <a:pt x="1152" y="4575"/>
                  </a:lnTo>
                  <a:lnTo>
                    <a:pt x="1133" y="4580"/>
                  </a:lnTo>
                  <a:cubicBezTo>
                    <a:pt x="1090" y="4589"/>
                    <a:pt x="1051" y="4604"/>
                    <a:pt x="1013" y="4618"/>
                  </a:cubicBezTo>
                  <a:lnTo>
                    <a:pt x="1008" y="4618"/>
                  </a:lnTo>
                  <a:lnTo>
                    <a:pt x="970" y="4632"/>
                  </a:lnTo>
                  <a:lnTo>
                    <a:pt x="960" y="4637"/>
                  </a:lnTo>
                  <a:lnTo>
                    <a:pt x="922" y="4652"/>
                  </a:lnTo>
                  <a:lnTo>
                    <a:pt x="917" y="4652"/>
                  </a:lnTo>
                  <a:cubicBezTo>
                    <a:pt x="864" y="4680"/>
                    <a:pt x="811" y="4714"/>
                    <a:pt x="759" y="4748"/>
                  </a:cubicBezTo>
                  <a:lnTo>
                    <a:pt x="754" y="4752"/>
                  </a:lnTo>
                  <a:lnTo>
                    <a:pt x="725" y="4776"/>
                  </a:lnTo>
                  <a:lnTo>
                    <a:pt x="711" y="4786"/>
                  </a:lnTo>
                  <a:lnTo>
                    <a:pt x="687" y="4810"/>
                  </a:lnTo>
                  <a:lnTo>
                    <a:pt x="682" y="4815"/>
                  </a:lnTo>
                  <a:cubicBezTo>
                    <a:pt x="658" y="4791"/>
                    <a:pt x="629" y="4776"/>
                    <a:pt x="600" y="4767"/>
                  </a:cubicBezTo>
                  <a:cubicBezTo>
                    <a:pt x="485" y="4738"/>
                    <a:pt x="413" y="4623"/>
                    <a:pt x="432" y="4508"/>
                  </a:cubicBezTo>
                  <a:cubicBezTo>
                    <a:pt x="437" y="4445"/>
                    <a:pt x="475" y="4316"/>
                    <a:pt x="682" y="4306"/>
                  </a:cubicBezTo>
                  <a:lnTo>
                    <a:pt x="715" y="4306"/>
                  </a:lnTo>
                  <a:cubicBezTo>
                    <a:pt x="739" y="4306"/>
                    <a:pt x="763" y="4306"/>
                    <a:pt x="787" y="4311"/>
                  </a:cubicBezTo>
                  <a:cubicBezTo>
                    <a:pt x="794" y="4311"/>
                    <a:pt x="801" y="4312"/>
                    <a:pt x="807" y="4312"/>
                  </a:cubicBezTo>
                  <a:cubicBezTo>
                    <a:pt x="955" y="4312"/>
                    <a:pt x="1053" y="4161"/>
                    <a:pt x="989" y="4023"/>
                  </a:cubicBezTo>
                  <a:cubicBezTo>
                    <a:pt x="946" y="3927"/>
                    <a:pt x="922" y="3826"/>
                    <a:pt x="922" y="3720"/>
                  </a:cubicBezTo>
                  <a:cubicBezTo>
                    <a:pt x="922" y="3301"/>
                    <a:pt x="1301" y="2957"/>
                    <a:pt x="1762" y="2957"/>
                  </a:cubicBezTo>
                  <a:cubicBezTo>
                    <a:pt x="1765" y="2957"/>
                    <a:pt x="1768" y="2957"/>
                    <a:pt x="1772" y="2957"/>
                  </a:cubicBezTo>
                  <a:cubicBezTo>
                    <a:pt x="1796" y="2957"/>
                    <a:pt x="1820" y="2957"/>
                    <a:pt x="1844" y="2962"/>
                  </a:cubicBezTo>
                  <a:cubicBezTo>
                    <a:pt x="1848" y="2962"/>
                    <a:pt x="1853" y="2962"/>
                    <a:pt x="1857" y="2962"/>
                  </a:cubicBezTo>
                  <a:cubicBezTo>
                    <a:pt x="2008" y="2962"/>
                    <a:pt x="2110" y="2809"/>
                    <a:pt x="2045" y="2669"/>
                  </a:cubicBezTo>
                  <a:cubicBezTo>
                    <a:pt x="2002" y="2578"/>
                    <a:pt x="1978" y="2472"/>
                    <a:pt x="1978" y="2367"/>
                  </a:cubicBezTo>
                  <a:cubicBezTo>
                    <a:pt x="1978" y="1949"/>
                    <a:pt x="2362" y="1603"/>
                    <a:pt x="2823" y="1603"/>
                  </a:cubicBezTo>
                  <a:lnTo>
                    <a:pt x="2828" y="1603"/>
                  </a:lnTo>
                  <a:cubicBezTo>
                    <a:pt x="2866" y="1603"/>
                    <a:pt x="2904" y="1608"/>
                    <a:pt x="2943" y="1613"/>
                  </a:cubicBezTo>
                  <a:cubicBezTo>
                    <a:pt x="2951" y="1614"/>
                    <a:pt x="2959" y="1615"/>
                    <a:pt x="2967" y="1615"/>
                  </a:cubicBezTo>
                  <a:cubicBezTo>
                    <a:pt x="3076" y="1615"/>
                    <a:pt x="3168" y="1523"/>
                    <a:pt x="3168" y="1411"/>
                  </a:cubicBezTo>
                  <a:lnTo>
                    <a:pt x="3168" y="1416"/>
                  </a:lnTo>
                  <a:cubicBezTo>
                    <a:pt x="3173" y="1027"/>
                    <a:pt x="3519" y="715"/>
                    <a:pt x="3946" y="715"/>
                  </a:cubicBezTo>
                  <a:lnTo>
                    <a:pt x="3951" y="715"/>
                  </a:lnTo>
                  <a:cubicBezTo>
                    <a:pt x="4023" y="715"/>
                    <a:pt x="4100" y="725"/>
                    <a:pt x="4172" y="744"/>
                  </a:cubicBezTo>
                  <a:cubicBezTo>
                    <a:pt x="4191" y="750"/>
                    <a:pt x="4210" y="753"/>
                    <a:pt x="4229" y="753"/>
                  </a:cubicBezTo>
                  <a:cubicBezTo>
                    <a:pt x="4291" y="753"/>
                    <a:pt x="4351" y="723"/>
                    <a:pt x="4388" y="667"/>
                  </a:cubicBezTo>
                  <a:cubicBezTo>
                    <a:pt x="4503" y="519"/>
                    <a:pt x="4676" y="423"/>
                    <a:pt x="4868" y="408"/>
                  </a:cubicBezTo>
                  <a:close/>
                  <a:moveTo>
                    <a:pt x="8420" y="4959"/>
                  </a:moveTo>
                  <a:cubicBezTo>
                    <a:pt x="8453" y="4959"/>
                    <a:pt x="8487" y="4968"/>
                    <a:pt x="8516" y="4973"/>
                  </a:cubicBezTo>
                  <a:lnTo>
                    <a:pt x="8525" y="4973"/>
                  </a:lnTo>
                  <a:cubicBezTo>
                    <a:pt x="8559" y="4983"/>
                    <a:pt x="8593" y="4992"/>
                    <a:pt x="8621" y="5007"/>
                  </a:cubicBezTo>
                  <a:cubicBezTo>
                    <a:pt x="8655" y="5021"/>
                    <a:pt x="8684" y="5040"/>
                    <a:pt x="8713" y="5060"/>
                  </a:cubicBezTo>
                  <a:cubicBezTo>
                    <a:pt x="8741" y="5074"/>
                    <a:pt x="8770" y="5098"/>
                    <a:pt x="8794" y="5117"/>
                  </a:cubicBezTo>
                  <a:lnTo>
                    <a:pt x="8799" y="5122"/>
                  </a:lnTo>
                  <a:cubicBezTo>
                    <a:pt x="8814" y="5136"/>
                    <a:pt x="8823" y="5146"/>
                    <a:pt x="8833" y="5156"/>
                  </a:cubicBezTo>
                  <a:cubicBezTo>
                    <a:pt x="8842" y="5170"/>
                    <a:pt x="8852" y="5180"/>
                    <a:pt x="8862" y="5189"/>
                  </a:cubicBezTo>
                  <a:lnTo>
                    <a:pt x="8871" y="5204"/>
                  </a:lnTo>
                  <a:lnTo>
                    <a:pt x="8895" y="5232"/>
                  </a:lnTo>
                  <a:lnTo>
                    <a:pt x="8900" y="5242"/>
                  </a:lnTo>
                  <a:cubicBezTo>
                    <a:pt x="8910" y="5256"/>
                    <a:pt x="8919" y="5266"/>
                    <a:pt x="8924" y="5280"/>
                  </a:cubicBezTo>
                  <a:lnTo>
                    <a:pt x="8934" y="5295"/>
                  </a:lnTo>
                  <a:cubicBezTo>
                    <a:pt x="8938" y="5304"/>
                    <a:pt x="8943" y="5319"/>
                    <a:pt x="8948" y="5328"/>
                  </a:cubicBezTo>
                  <a:lnTo>
                    <a:pt x="8953" y="5338"/>
                  </a:lnTo>
                  <a:cubicBezTo>
                    <a:pt x="8958" y="5352"/>
                    <a:pt x="8967" y="5367"/>
                    <a:pt x="8972" y="5381"/>
                  </a:cubicBezTo>
                  <a:lnTo>
                    <a:pt x="8977" y="5396"/>
                  </a:lnTo>
                  <a:cubicBezTo>
                    <a:pt x="8982" y="5410"/>
                    <a:pt x="8986" y="5424"/>
                    <a:pt x="8991" y="5439"/>
                  </a:cubicBezTo>
                  <a:cubicBezTo>
                    <a:pt x="9020" y="5535"/>
                    <a:pt x="9030" y="5640"/>
                    <a:pt x="9015" y="5741"/>
                  </a:cubicBezTo>
                  <a:lnTo>
                    <a:pt x="9010" y="5741"/>
                  </a:lnTo>
                  <a:lnTo>
                    <a:pt x="7637" y="13158"/>
                  </a:lnTo>
                  <a:cubicBezTo>
                    <a:pt x="7604" y="13335"/>
                    <a:pt x="7450" y="13460"/>
                    <a:pt x="7273" y="13460"/>
                  </a:cubicBezTo>
                  <a:lnTo>
                    <a:pt x="6831" y="13460"/>
                  </a:lnTo>
                  <a:lnTo>
                    <a:pt x="7047" y="11502"/>
                  </a:lnTo>
                  <a:cubicBezTo>
                    <a:pt x="7055" y="11361"/>
                    <a:pt x="6949" y="11284"/>
                    <a:pt x="6843" y="11284"/>
                  </a:cubicBezTo>
                  <a:cubicBezTo>
                    <a:pt x="6753" y="11284"/>
                    <a:pt x="6664" y="11339"/>
                    <a:pt x="6644" y="11458"/>
                  </a:cubicBezTo>
                  <a:lnTo>
                    <a:pt x="6423" y="13460"/>
                  </a:lnTo>
                  <a:lnTo>
                    <a:pt x="5665" y="13460"/>
                  </a:lnTo>
                  <a:lnTo>
                    <a:pt x="5717" y="12087"/>
                  </a:lnTo>
                  <a:cubicBezTo>
                    <a:pt x="5717" y="11954"/>
                    <a:pt x="5615" y="11885"/>
                    <a:pt x="5512" y="11885"/>
                  </a:cubicBezTo>
                  <a:cubicBezTo>
                    <a:pt x="5415" y="11885"/>
                    <a:pt x="5319" y="11947"/>
                    <a:pt x="5309" y="12073"/>
                  </a:cubicBezTo>
                  <a:lnTo>
                    <a:pt x="5257" y="13465"/>
                  </a:lnTo>
                  <a:lnTo>
                    <a:pt x="4503" y="13465"/>
                  </a:lnTo>
                  <a:lnTo>
                    <a:pt x="4450" y="12068"/>
                  </a:lnTo>
                  <a:cubicBezTo>
                    <a:pt x="4450" y="11933"/>
                    <a:pt x="4350" y="11867"/>
                    <a:pt x="4248" y="11867"/>
                  </a:cubicBezTo>
                  <a:cubicBezTo>
                    <a:pt x="4141" y="11867"/>
                    <a:pt x="4032" y="11941"/>
                    <a:pt x="4042" y="12087"/>
                  </a:cubicBezTo>
                  <a:lnTo>
                    <a:pt x="4095" y="13465"/>
                  </a:lnTo>
                  <a:lnTo>
                    <a:pt x="3341" y="13465"/>
                  </a:lnTo>
                  <a:lnTo>
                    <a:pt x="3116" y="11458"/>
                  </a:lnTo>
                  <a:cubicBezTo>
                    <a:pt x="3096" y="11342"/>
                    <a:pt x="3007" y="11288"/>
                    <a:pt x="2918" y="11288"/>
                  </a:cubicBezTo>
                  <a:cubicBezTo>
                    <a:pt x="2812" y="11288"/>
                    <a:pt x="2705" y="11365"/>
                    <a:pt x="2712" y="11506"/>
                  </a:cubicBezTo>
                  <a:lnTo>
                    <a:pt x="2928" y="13460"/>
                  </a:lnTo>
                  <a:lnTo>
                    <a:pt x="2487" y="13460"/>
                  </a:lnTo>
                  <a:cubicBezTo>
                    <a:pt x="2309" y="13460"/>
                    <a:pt x="2156" y="13335"/>
                    <a:pt x="2122" y="13158"/>
                  </a:cubicBezTo>
                  <a:lnTo>
                    <a:pt x="749" y="5741"/>
                  </a:lnTo>
                  <a:cubicBezTo>
                    <a:pt x="730" y="5645"/>
                    <a:pt x="735" y="5544"/>
                    <a:pt x="759" y="5453"/>
                  </a:cubicBezTo>
                  <a:cubicBezTo>
                    <a:pt x="763" y="5439"/>
                    <a:pt x="763" y="5424"/>
                    <a:pt x="773" y="5405"/>
                  </a:cubicBezTo>
                  <a:lnTo>
                    <a:pt x="778" y="5396"/>
                  </a:lnTo>
                  <a:cubicBezTo>
                    <a:pt x="783" y="5376"/>
                    <a:pt x="787" y="5362"/>
                    <a:pt x="792" y="5348"/>
                  </a:cubicBezTo>
                  <a:lnTo>
                    <a:pt x="797" y="5343"/>
                  </a:lnTo>
                  <a:cubicBezTo>
                    <a:pt x="802" y="5328"/>
                    <a:pt x="807" y="5319"/>
                    <a:pt x="816" y="5304"/>
                  </a:cubicBezTo>
                  <a:lnTo>
                    <a:pt x="821" y="5295"/>
                  </a:lnTo>
                  <a:cubicBezTo>
                    <a:pt x="831" y="5280"/>
                    <a:pt x="835" y="5266"/>
                    <a:pt x="845" y="5256"/>
                  </a:cubicBezTo>
                  <a:lnTo>
                    <a:pt x="850" y="5247"/>
                  </a:lnTo>
                  <a:lnTo>
                    <a:pt x="874" y="5218"/>
                  </a:lnTo>
                  <a:lnTo>
                    <a:pt x="883" y="5204"/>
                  </a:lnTo>
                  <a:cubicBezTo>
                    <a:pt x="893" y="5194"/>
                    <a:pt x="903" y="5180"/>
                    <a:pt x="912" y="5170"/>
                  </a:cubicBezTo>
                  <a:cubicBezTo>
                    <a:pt x="922" y="5156"/>
                    <a:pt x="936" y="5146"/>
                    <a:pt x="946" y="5136"/>
                  </a:cubicBezTo>
                  <a:lnTo>
                    <a:pt x="955" y="5132"/>
                  </a:lnTo>
                  <a:cubicBezTo>
                    <a:pt x="979" y="5108"/>
                    <a:pt x="1003" y="5088"/>
                    <a:pt x="1032" y="5069"/>
                  </a:cubicBezTo>
                  <a:cubicBezTo>
                    <a:pt x="1061" y="5050"/>
                    <a:pt x="1095" y="5036"/>
                    <a:pt x="1123" y="5021"/>
                  </a:cubicBezTo>
                  <a:cubicBezTo>
                    <a:pt x="1157" y="5007"/>
                    <a:pt x="1191" y="4997"/>
                    <a:pt x="1224" y="4988"/>
                  </a:cubicBezTo>
                  <a:lnTo>
                    <a:pt x="1229" y="4988"/>
                  </a:lnTo>
                  <a:cubicBezTo>
                    <a:pt x="1263" y="4978"/>
                    <a:pt x="1296" y="4973"/>
                    <a:pt x="1325" y="4968"/>
                  </a:cubicBezTo>
                  <a:lnTo>
                    <a:pt x="1387" y="4968"/>
                  </a:lnTo>
                  <a:cubicBezTo>
                    <a:pt x="1724" y="4968"/>
                    <a:pt x="2007" y="5223"/>
                    <a:pt x="2045" y="5554"/>
                  </a:cubicBezTo>
                  <a:lnTo>
                    <a:pt x="2050" y="5602"/>
                  </a:lnTo>
                  <a:lnTo>
                    <a:pt x="2064" y="5736"/>
                  </a:lnTo>
                  <a:lnTo>
                    <a:pt x="2064" y="5746"/>
                  </a:lnTo>
                  <a:lnTo>
                    <a:pt x="2252" y="7421"/>
                  </a:lnTo>
                  <a:cubicBezTo>
                    <a:pt x="2261" y="7522"/>
                    <a:pt x="2348" y="7599"/>
                    <a:pt x="2453" y="7599"/>
                  </a:cubicBezTo>
                  <a:lnTo>
                    <a:pt x="2477" y="7599"/>
                  </a:lnTo>
                  <a:cubicBezTo>
                    <a:pt x="2588" y="7589"/>
                    <a:pt x="2669" y="7489"/>
                    <a:pt x="2655" y="7373"/>
                  </a:cubicBezTo>
                  <a:lnTo>
                    <a:pt x="2477" y="5693"/>
                  </a:lnTo>
                  <a:lnTo>
                    <a:pt x="2477" y="5688"/>
                  </a:lnTo>
                  <a:cubicBezTo>
                    <a:pt x="2477" y="5664"/>
                    <a:pt x="2472" y="5640"/>
                    <a:pt x="2472" y="5621"/>
                  </a:cubicBezTo>
                  <a:lnTo>
                    <a:pt x="2472" y="5602"/>
                  </a:lnTo>
                  <a:lnTo>
                    <a:pt x="2472" y="5588"/>
                  </a:lnTo>
                  <a:lnTo>
                    <a:pt x="2472" y="5559"/>
                  </a:lnTo>
                  <a:lnTo>
                    <a:pt x="2472" y="5554"/>
                  </a:lnTo>
                  <a:cubicBezTo>
                    <a:pt x="2472" y="5544"/>
                    <a:pt x="2472" y="5535"/>
                    <a:pt x="2477" y="5525"/>
                  </a:cubicBezTo>
                  <a:lnTo>
                    <a:pt x="2477" y="5520"/>
                  </a:lnTo>
                  <a:cubicBezTo>
                    <a:pt x="2477" y="5511"/>
                    <a:pt x="2477" y="5501"/>
                    <a:pt x="2482" y="5492"/>
                  </a:cubicBezTo>
                  <a:lnTo>
                    <a:pt x="2482" y="5487"/>
                  </a:lnTo>
                  <a:cubicBezTo>
                    <a:pt x="2482" y="5477"/>
                    <a:pt x="2487" y="5468"/>
                    <a:pt x="2487" y="5458"/>
                  </a:cubicBezTo>
                  <a:lnTo>
                    <a:pt x="2487" y="5453"/>
                  </a:lnTo>
                  <a:cubicBezTo>
                    <a:pt x="2487" y="5444"/>
                    <a:pt x="2492" y="5434"/>
                    <a:pt x="2496" y="5429"/>
                  </a:cubicBezTo>
                  <a:lnTo>
                    <a:pt x="2496" y="5420"/>
                  </a:lnTo>
                  <a:cubicBezTo>
                    <a:pt x="2496" y="5410"/>
                    <a:pt x="2501" y="5405"/>
                    <a:pt x="2501" y="5396"/>
                  </a:cubicBezTo>
                  <a:lnTo>
                    <a:pt x="2506" y="5386"/>
                  </a:lnTo>
                  <a:cubicBezTo>
                    <a:pt x="2511" y="5376"/>
                    <a:pt x="2511" y="5372"/>
                    <a:pt x="2516" y="5362"/>
                  </a:cubicBezTo>
                  <a:lnTo>
                    <a:pt x="2516" y="5357"/>
                  </a:lnTo>
                  <a:lnTo>
                    <a:pt x="2525" y="5333"/>
                  </a:lnTo>
                  <a:lnTo>
                    <a:pt x="2530" y="5324"/>
                  </a:lnTo>
                  <a:lnTo>
                    <a:pt x="2544" y="5304"/>
                  </a:lnTo>
                  <a:lnTo>
                    <a:pt x="2549" y="5295"/>
                  </a:lnTo>
                  <a:lnTo>
                    <a:pt x="2559" y="5276"/>
                  </a:lnTo>
                  <a:lnTo>
                    <a:pt x="2564" y="5261"/>
                  </a:lnTo>
                  <a:lnTo>
                    <a:pt x="2578" y="5247"/>
                  </a:lnTo>
                  <a:lnTo>
                    <a:pt x="2583" y="5237"/>
                  </a:lnTo>
                  <a:lnTo>
                    <a:pt x="2583" y="5232"/>
                  </a:lnTo>
                  <a:lnTo>
                    <a:pt x="2597" y="5218"/>
                  </a:lnTo>
                  <a:lnTo>
                    <a:pt x="2607" y="5204"/>
                  </a:lnTo>
                  <a:lnTo>
                    <a:pt x="2612" y="5199"/>
                  </a:lnTo>
                  <a:lnTo>
                    <a:pt x="2631" y="5180"/>
                  </a:lnTo>
                  <a:lnTo>
                    <a:pt x="2655" y="5151"/>
                  </a:lnTo>
                  <a:lnTo>
                    <a:pt x="2669" y="5136"/>
                  </a:lnTo>
                  <a:lnTo>
                    <a:pt x="2679" y="5132"/>
                  </a:lnTo>
                  <a:cubicBezTo>
                    <a:pt x="2799" y="5021"/>
                    <a:pt x="2957" y="4964"/>
                    <a:pt x="3120" y="4959"/>
                  </a:cubicBezTo>
                  <a:lnTo>
                    <a:pt x="3135" y="4959"/>
                  </a:lnTo>
                  <a:cubicBezTo>
                    <a:pt x="3490" y="4959"/>
                    <a:pt x="3783" y="5242"/>
                    <a:pt x="3792" y="5597"/>
                  </a:cubicBezTo>
                  <a:lnTo>
                    <a:pt x="3792" y="5607"/>
                  </a:lnTo>
                  <a:lnTo>
                    <a:pt x="3831" y="6644"/>
                  </a:lnTo>
                  <a:cubicBezTo>
                    <a:pt x="3831" y="6782"/>
                    <a:pt x="3933" y="6849"/>
                    <a:pt x="4036" y="6849"/>
                  </a:cubicBezTo>
                  <a:cubicBezTo>
                    <a:pt x="4144" y="6849"/>
                    <a:pt x="4251" y="6775"/>
                    <a:pt x="4239" y="6629"/>
                  </a:cubicBezTo>
                  <a:lnTo>
                    <a:pt x="4200" y="5645"/>
                  </a:lnTo>
                  <a:lnTo>
                    <a:pt x="4200" y="5626"/>
                  </a:lnTo>
                  <a:lnTo>
                    <a:pt x="4200" y="5612"/>
                  </a:lnTo>
                  <a:lnTo>
                    <a:pt x="4200" y="5597"/>
                  </a:lnTo>
                  <a:lnTo>
                    <a:pt x="4200" y="5578"/>
                  </a:lnTo>
                  <a:lnTo>
                    <a:pt x="4200" y="5564"/>
                  </a:lnTo>
                  <a:lnTo>
                    <a:pt x="4200" y="5544"/>
                  </a:lnTo>
                  <a:lnTo>
                    <a:pt x="4200" y="5530"/>
                  </a:lnTo>
                  <a:lnTo>
                    <a:pt x="4200" y="5511"/>
                  </a:lnTo>
                  <a:lnTo>
                    <a:pt x="4200" y="5496"/>
                  </a:lnTo>
                  <a:cubicBezTo>
                    <a:pt x="4200" y="5492"/>
                    <a:pt x="4200" y="5487"/>
                    <a:pt x="4205" y="5477"/>
                  </a:cubicBezTo>
                  <a:lnTo>
                    <a:pt x="4210" y="5468"/>
                  </a:lnTo>
                  <a:cubicBezTo>
                    <a:pt x="4210" y="5458"/>
                    <a:pt x="4210" y="5453"/>
                    <a:pt x="4215" y="5448"/>
                  </a:cubicBezTo>
                  <a:lnTo>
                    <a:pt x="4215" y="5434"/>
                  </a:lnTo>
                  <a:lnTo>
                    <a:pt x="4224" y="5415"/>
                  </a:lnTo>
                  <a:lnTo>
                    <a:pt x="4229" y="5405"/>
                  </a:lnTo>
                  <a:lnTo>
                    <a:pt x="4234" y="5386"/>
                  </a:lnTo>
                  <a:lnTo>
                    <a:pt x="4239" y="5372"/>
                  </a:lnTo>
                  <a:lnTo>
                    <a:pt x="4244" y="5357"/>
                  </a:lnTo>
                  <a:lnTo>
                    <a:pt x="4253" y="5343"/>
                  </a:lnTo>
                  <a:lnTo>
                    <a:pt x="4258" y="5328"/>
                  </a:lnTo>
                  <a:lnTo>
                    <a:pt x="4268" y="5314"/>
                  </a:lnTo>
                  <a:lnTo>
                    <a:pt x="4277" y="5300"/>
                  </a:lnTo>
                  <a:lnTo>
                    <a:pt x="4282" y="5285"/>
                  </a:lnTo>
                  <a:lnTo>
                    <a:pt x="4292" y="5271"/>
                  </a:lnTo>
                  <a:lnTo>
                    <a:pt x="4301" y="5256"/>
                  </a:lnTo>
                  <a:lnTo>
                    <a:pt x="4311" y="5242"/>
                  </a:lnTo>
                  <a:lnTo>
                    <a:pt x="4320" y="5228"/>
                  </a:lnTo>
                  <a:lnTo>
                    <a:pt x="4330" y="5213"/>
                  </a:lnTo>
                  <a:lnTo>
                    <a:pt x="4349" y="5194"/>
                  </a:lnTo>
                  <a:lnTo>
                    <a:pt x="4354" y="5189"/>
                  </a:lnTo>
                  <a:lnTo>
                    <a:pt x="4373" y="5165"/>
                  </a:lnTo>
                  <a:cubicBezTo>
                    <a:pt x="4474" y="5060"/>
                    <a:pt x="4608" y="4992"/>
                    <a:pt x="4748" y="4968"/>
                  </a:cubicBezTo>
                  <a:cubicBezTo>
                    <a:pt x="4781" y="4964"/>
                    <a:pt x="4815" y="4964"/>
                    <a:pt x="4848" y="4964"/>
                  </a:cubicBezTo>
                  <a:lnTo>
                    <a:pt x="4868" y="4964"/>
                  </a:lnTo>
                  <a:cubicBezTo>
                    <a:pt x="4874" y="4963"/>
                    <a:pt x="4881" y="4963"/>
                    <a:pt x="4887" y="4963"/>
                  </a:cubicBezTo>
                  <a:cubicBezTo>
                    <a:pt x="5210" y="4963"/>
                    <a:pt x="5488" y="5196"/>
                    <a:pt x="5540" y="5516"/>
                  </a:cubicBezTo>
                  <a:cubicBezTo>
                    <a:pt x="5540" y="5525"/>
                    <a:pt x="5540" y="5535"/>
                    <a:pt x="5545" y="5544"/>
                  </a:cubicBezTo>
                  <a:lnTo>
                    <a:pt x="5545" y="5549"/>
                  </a:lnTo>
                  <a:lnTo>
                    <a:pt x="5545" y="5578"/>
                  </a:lnTo>
                  <a:lnTo>
                    <a:pt x="5545" y="5583"/>
                  </a:lnTo>
                  <a:lnTo>
                    <a:pt x="5545" y="5612"/>
                  </a:lnTo>
                  <a:lnTo>
                    <a:pt x="5545" y="5616"/>
                  </a:lnTo>
                  <a:lnTo>
                    <a:pt x="5545" y="5645"/>
                  </a:lnTo>
                  <a:lnTo>
                    <a:pt x="5506" y="6625"/>
                  </a:lnTo>
                  <a:cubicBezTo>
                    <a:pt x="5509" y="6758"/>
                    <a:pt x="5611" y="6826"/>
                    <a:pt x="5713" y="6826"/>
                  </a:cubicBezTo>
                  <a:cubicBezTo>
                    <a:pt x="5809" y="6826"/>
                    <a:pt x="5905" y="6765"/>
                    <a:pt x="5914" y="6639"/>
                  </a:cubicBezTo>
                  <a:lnTo>
                    <a:pt x="5953" y="5597"/>
                  </a:lnTo>
                  <a:cubicBezTo>
                    <a:pt x="5967" y="5245"/>
                    <a:pt x="6255" y="4964"/>
                    <a:pt x="6606" y="4964"/>
                  </a:cubicBezTo>
                  <a:cubicBezTo>
                    <a:pt x="6609" y="4964"/>
                    <a:pt x="6612" y="4964"/>
                    <a:pt x="6615" y="4964"/>
                  </a:cubicBezTo>
                  <a:lnTo>
                    <a:pt x="6629" y="4964"/>
                  </a:lnTo>
                  <a:cubicBezTo>
                    <a:pt x="6788" y="4964"/>
                    <a:pt x="6946" y="5021"/>
                    <a:pt x="7071" y="5132"/>
                  </a:cubicBezTo>
                  <a:lnTo>
                    <a:pt x="7076" y="5136"/>
                  </a:lnTo>
                  <a:lnTo>
                    <a:pt x="7090" y="5156"/>
                  </a:lnTo>
                  <a:lnTo>
                    <a:pt x="7114" y="5180"/>
                  </a:lnTo>
                  <a:lnTo>
                    <a:pt x="7133" y="5199"/>
                  </a:lnTo>
                  <a:lnTo>
                    <a:pt x="7138" y="5204"/>
                  </a:lnTo>
                  <a:lnTo>
                    <a:pt x="7153" y="5223"/>
                  </a:lnTo>
                  <a:lnTo>
                    <a:pt x="7162" y="5232"/>
                  </a:lnTo>
                  <a:lnTo>
                    <a:pt x="7167" y="5237"/>
                  </a:lnTo>
                  <a:cubicBezTo>
                    <a:pt x="7177" y="5256"/>
                    <a:pt x="7191" y="5276"/>
                    <a:pt x="7201" y="5295"/>
                  </a:cubicBezTo>
                  <a:cubicBezTo>
                    <a:pt x="7205" y="5304"/>
                    <a:pt x="7210" y="5314"/>
                    <a:pt x="7215" y="5324"/>
                  </a:cubicBezTo>
                  <a:lnTo>
                    <a:pt x="7220" y="5333"/>
                  </a:lnTo>
                  <a:lnTo>
                    <a:pt x="7229" y="5352"/>
                  </a:lnTo>
                  <a:lnTo>
                    <a:pt x="7239" y="5372"/>
                  </a:lnTo>
                  <a:lnTo>
                    <a:pt x="7244" y="5386"/>
                  </a:lnTo>
                  <a:lnTo>
                    <a:pt x="7253" y="5405"/>
                  </a:lnTo>
                  <a:lnTo>
                    <a:pt x="7253" y="5420"/>
                  </a:lnTo>
                  <a:cubicBezTo>
                    <a:pt x="7253" y="5424"/>
                    <a:pt x="7258" y="5434"/>
                    <a:pt x="7263" y="5444"/>
                  </a:cubicBezTo>
                  <a:lnTo>
                    <a:pt x="7263" y="5453"/>
                  </a:lnTo>
                  <a:cubicBezTo>
                    <a:pt x="7263" y="5458"/>
                    <a:pt x="7268" y="5468"/>
                    <a:pt x="7268" y="5472"/>
                  </a:cubicBezTo>
                  <a:lnTo>
                    <a:pt x="7268" y="5487"/>
                  </a:lnTo>
                  <a:cubicBezTo>
                    <a:pt x="7268" y="5496"/>
                    <a:pt x="7273" y="5501"/>
                    <a:pt x="7273" y="5511"/>
                  </a:cubicBezTo>
                  <a:lnTo>
                    <a:pt x="7273" y="5520"/>
                  </a:lnTo>
                  <a:cubicBezTo>
                    <a:pt x="7273" y="5525"/>
                    <a:pt x="7273" y="5535"/>
                    <a:pt x="7277" y="5544"/>
                  </a:cubicBezTo>
                  <a:cubicBezTo>
                    <a:pt x="7282" y="5549"/>
                    <a:pt x="7277" y="5549"/>
                    <a:pt x="7277" y="5554"/>
                  </a:cubicBezTo>
                  <a:lnTo>
                    <a:pt x="7277" y="5573"/>
                  </a:lnTo>
                  <a:lnTo>
                    <a:pt x="7277" y="5588"/>
                  </a:lnTo>
                  <a:lnTo>
                    <a:pt x="7277" y="5597"/>
                  </a:lnTo>
                  <a:lnTo>
                    <a:pt x="7277" y="5607"/>
                  </a:lnTo>
                  <a:lnTo>
                    <a:pt x="7277" y="5616"/>
                  </a:lnTo>
                  <a:lnTo>
                    <a:pt x="7277" y="5650"/>
                  </a:lnTo>
                  <a:lnTo>
                    <a:pt x="7277" y="5684"/>
                  </a:lnTo>
                  <a:lnTo>
                    <a:pt x="7277" y="5688"/>
                  </a:lnTo>
                  <a:lnTo>
                    <a:pt x="7095" y="7345"/>
                  </a:lnTo>
                  <a:cubicBezTo>
                    <a:pt x="7081" y="7455"/>
                    <a:pt x="7162" y="7556"/>
                    <a:pt x="7273" y="7570"/>
                  </a:cubicBezTo>
                  <a:lnTo>
                    <a:pt x="7297" y="7570"/>
                  </a:lnTo>
                  <a:cubicBezTo>
                    <a:pt x="7397" y="7570"/>
                    <a:pt x="7484" y="7493"/>
                    <a:pt x="7498" y="7388"/>
                  </a:cubicBezTo>
                  <a:lnTo>
                    <a:pt x="7681" y="5736"/>
                  </a:lnTo>
                  <a:lnTo>
                    <a:pt x="7705" y="5544"/>
                  </a:lnTo>
                  <a:cubicBezTo>
                    <a:pt x="7738" y="5208"/>
                    <a:pt x="8021" y="4959"/>
                    <a:pt x="8357" y="4959"/>
                  </a:cubicBezTo>
                  <a:close/>
                  <a:moveTo>
                    <a:pt x="4853" y="0"/>
                  </a:moveTo>
                  <a:cubicBezTo>
                    <a:pt x="4834" y="0"/>
                    <a:pt x="4815" y="0"/>
                    <a:pt x="4796" y="10"/>
                  </a:cubicBezTo>
                  <a:cubicBezTo>
                    <a:pt x="4551" y="34"/>
                    <a:pt x="4320" y="149"/>
                    <a:pt x="4148" y="327"/>
                  </a:cubicBezTo>
                  <a:cubicBezTo>
                    <a:pt x="4085" y="312"/>
                    <a:pt x="4023" y="307"/>
                    <a:pt x="3956" y="307"/>
                  </a:cubicBezTo>
                  <a:lnTo>
                    <a:pt x="3951" y="307"/>
                  </a:lnTo>
                  <a:cubicBezTo>
                    <a:pt x="3375" y="307"/>
                    <a:pt x="2890" y="696"/>
                    <a:pt x="2784" y="1210"/>
                  </a:cubicBezTo>
                  <a:cubicBezTo>
                    <a:pt x="2117" y="1229"/>
                    <a:pt x="1580" y="1743"/>
                    <a:pt x="1575" y="2376"/>
                  </a:cubicBezTo>
                  <a:cubicBezTo>
                    <a:pt x="1575" y="2439"/>
                    <a:pt x="1580" y="2506"/>
                    <a:pt x="1594" y="2573"/>
                  </a:cubicBezTo>
                  <a:cubicBezTo>
                    <a:pt x="994" y="2655"/>
                    <a:pt x="523" y="3140"/>
                    <a:pt x="519" y="3730"/>
                  </a:cubicBezTo>
                  <a:cubicBezTo>
                    <a:pt x="519" y="3797"/>
                    <a:pt x="523" y="3864"/>
                    <a:pt x="538" y="3932"/>
                  </a:cubicBezTo>
                  <a:cubicBezTo>
                    <a:pt x="269" y="3980"/>
                    <a:pt x="63" y="4196"/>
                    <a:pt x="29" y="4469"/>
                  </a:cubicBezTo>
                  <a:cubicBezTo>
                    <a:pt x="0" y="4709"/>
                    <a:pt x="106" y="4949"/>
                    <a:pt x="307" y="5088"/>
                  </a:cubicBezTo>
                  <a:cubicBezTo>
                    <a:pt x="303" y="5117"/>
                    <a:pt x="303" y="5146"/>
                    <a:pt x="303" y="5175"/>
                  </a:cubicBezTo>
                  <a:cubicBezTo>
                    <a:pt x="303" y="5261"/>
                    <a:pt x="317" y="5343"/>
                    <a:pt x="351" y="5424"/>
                  </a:cubicBezTo>
                  <a:cubicBezTo>
                    <a:pt x="327" y="5554"/>
                    <a:pt x="327" y="5684"/>
                    <a:pt x="351" y="5813"/>
                  </a:cubicBezTo>
                  <a:lnTo>
                    <a:pt x="1724" y="13230"/>
                  </a:lnTo>
                  <a:cubicBezTo>
                    <a:pt x="1796" y="13599"/>
                    <a:pt x="2117" y="13868"/>
                    <a:pt x="2492" y="13868"/>
                  </a:cubicBezTo>
                  <a:lnTo>
                    <a:pt x="7277" y="13868"/>
                  </a:lnTo>
                  <a:cubicBezTo>
                    <a:pt x="7647" y="13863"/>
                    <a:pt x="7969" y="13599"/>
                    <a:pt x="8036" y="13234"/>
                  </a:cubicBezTo>
                  <a:lnTo>
                    <a:pt x="9418" y="5813"/>
                  </a:lnTo>
                  <a:cubicBezTo>
                    <a:pt x="9438" y="5684"/>
                    <a:pt x="9438" y="5554"/>
                    <a:pt x="9418" y="5424"/>
                  </a:cubicBezTo>
                  <a:cubicBezTo>
                    <a:pt x="9457" y="5319"/>
                    <a:pt x="9471" y="5199"/>
                    <a:pt x="9457" y="5088"/>
                  </a:cubicBezTo>
                  <a:cubicBezTo>
                    <a:pt x="9658" y="4949"/>
                    <a:pt x="9764" y="4709"/>
                    <a:pt x="9730" y="4469"/>
                  </a:cubicBezTo>
                  <a:cubicBezTo>
                    <a:pt x="9702" y="4196"/>
                    <a:pt x="9495" y="3980"/>
                    <a:pt x="9226" y="3932"/>
                  </a:cubicBezTo>
                  <a:cubicBezTo>
                    <a:pt x="9236" y="3864"/>
                    <a:pt x="9246" y="3797"/>
                    <a:pt x="9246" y="3730"/>
                  </a:cubicBezTo>
                  <a:cubicBezTo>
                    <a:pt x="9241" y="3140"/>
                    <a:pt x="8775" y="2655"/>
                    <a:pt x="8170" y="2573"/>
                  </a:cubicBezTo>
                  <a:cubicBezTo>
                    <a:pt x="8180" y="2506"/>
                    <a:pt x="8185" y="2439"/>
                    <a:pt x="8185" y="2376"/>
                  </a:cubicBezTo>
                  <a:cubicBezTo>
                    <a:pt x="8185" y="1743"/>
                    <a:pt x="7647" y="1229"/>
                    <a:pt x="6975" y="1210"/>
                  </a:cubicBezTo>
                  <a:cubicBezTo>
                    <a:pt x="6870" y="695"/>
                    <a:pt x="6390" y="307"/>
                    <a:pt x="5819" y="307"/>
                  </a:cubicBezTo>
                  <a:cubicBezTo>
                    <a:pt x="5816" y="307"/>
                    <a:pt x="5812" y="307"/>
                    <a:pt x="5809" y="307"/>
                  </a:cubicBezTo>
                  <a:cubicBezTo>
                    <a:pt x="5741" y="307"/>
                    <a:pt x="5679" y="312"/>
                    <a:pt x="5612" y="327"/>
                  </a:cubicBezTo>
                  <a:cubicBezTo>
                    <a:pt x="5439" y="149"/>
                    <a:pt x="5213" y="34"/>
                    <a:pt x="4968" y="10"/>
                  </a:cubicBezTo>
                  <a:cubicBezTo>
                    <a:pt x="4949" y="0"/>
                    <a:pt x="4930" y="0"/>
                    <a:pt x="4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1" name="Google Shape;15701;p83"/>
          <p:cNvGrpSpPr/>
          <p:nvPr/>
        </p:nvGrpSpPr>
        <p:grpSpPr>
          <a:xfrm>
            <a:off x="6281219" y="1502697"/>
            <a:ext cx="243919" cy="363402"/>
            <a:chOff x="6281219" y="1502697"/>
            <a:chExt cx="243919" cy="363402"/>
          </a:xfrm>
        </p:grpSpPr>
        <p:sp>
          <p:nvSpPr>
            <p:cNvPr id="15702" name="Google Shape;15702;p83"/>
            <p:cNvSpPr/>
            <p:nvPr/>
          </p:nvSpPr>
          <p:spPr>
            <a:xfrm>
              <a:off x="6309020" y="1615263"/>
              <a:ext cx="188317" cy="245544"/>
            </a:xfrm>
            <a:custGeom>
              <a:rect b="b" l="l" r="r" t="t"/>
              <a:pathLst>
                <a:path extrusionOk="0" h="9371" w="7187">
                  <a:moveTo>
                    <a:pt x="0" y="0"/>
                  </a:moveTo>
                  <a:lnTo>
                    <a:pt x="1023" y="8751"/>
                  </a:lnTo>
                  <a:cubicBezTo>
                    <a:pt x="1061" y="9102"/>
                    <a:pt x="1364" y="9370"/>
                    <a:pt x="1719" y="9370"/>
                  </a:cubicBezTo>
                  <a:lnTo>
                    <a:pt x="5468" y="9370"/>
                  </a:lnTo>
                  <a:cubicBezTo>
                    <a:pt x="5823" y="9370"/>
                    <a:pt x="6121" y="9102"/>
                    <a:pt x="6164" y="8751"/>
                  </a:cubicBezTo>
                  <a:lnTo>
                    <a:pt x="718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3"/>
            <p:cNvSpPr/>
            <p:nvPr/>
          </p:nvSpPr>
          <p:spPr>
            <a:xfrm>
              <a:off x="6334541" y="1615263"/>
              <a:ext cx="162796" cy="245544"/>
            </a:xfrm>
            <a:custGeom>
              <a:rect b="b" l="l" r="r" t="t"/>
              <a:pathLst>
                <a:path extrusionOk="0" h="9371" w="6213">
                  <a:moveTo>
                    <a:pt x="4772" y="0"/>
                  </a:moveTo>
                  <a:lnTo>
                    <a:pt x="3755" y="8751"/>
                  </a:lnTo>
                  <a:cubicBezTo>
                    <a:pt x="3745" y="8828"/>
                    <a:pt x="3678" y="8886"/>
                    <a:pt x="3601" y="8886"/>
                  </a:cubicBezTo>
                  <a:lnTo>
                    <a:pt x="697" y="8886"/>
                  </a:lnTo>
                  <a:cubicBezTo>
                    <a:pt x="370" y="8886"/>
                    <a:pt x="87" y="8665"/>
                    <a:pt x="1" y="8353"/>
                  </a:cubicBezTo>
                  <a:lnTo>
                    <a:pt x="1" y="8353"/>
                  </a:lnTo>
                  <a:lnTo>
                    <a:pt x="49" y="8751"/>
                  </a:lnTo>
                  <a:cubicBezTo>
                    <a:pt x="87" y="9102"/>
                    <a:pt x="390" y="9370"/>
                    <a:pt x="745" y="9370"/>
                  </a:cubicBezTo>
                  <a:lnTo>
                    <a:pt x="4494" y="9370"/>
                  </a:lnTo>
                  <a:cubicBezTo>
                    <a:pt x="4849" y="9370"/>
                    <a:pt x="5147" y="9102"/>
                    <a:pt x="5190" y="8751"/>
                  </a:cubicBezTo>
                  <a:lnTo>
                    <a:pt x="621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3"/>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3"/>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3"/>
            <p:cNvSpPr/>
            <p:nvPr/>
          </p:nvSpPr>
          <p:spPr>
            <a:xfrm>
              <a:off x="6362971" y="1848072"/>
              <a:ext cx="27067" cy="12734"/>
            </a:xfrm>
            <a:custGeom>
              <a:rect b="b" l="l" r="r" t="t"/>
              <a:pathLst>
                <a:path extrusionOk="0" h="486" w="1033">
                  <a:moveTo>
                    <a:pt x="1" y="1"/>
                  </a:moveTo>
                  <a:lnTo>
                    <a:pt x="34" y="485"/>
                  </a:lnTo>
                  <a:lnTo>
                    <a:pt x="1033" y="485"/>
                  </a:lnTo>
                  <a:lnTo>
                    <a:pt x="102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3"/>
            <p:cNvSpPr/>
            <p:nvPr/>
          </p:nvSpPr>
          <p:spPr>
            <a:xfrm>
              <a:off x="6416188" y="1615263"/>
              <a:ext cx="43418" cy="245544"/>
            </a:xfrm>
            <a:custGeom>
              <a:rect b="b" l="l" r="r" t="t"/>
              <a:pathLst>
                <a:path extrusionOk="0" h="9371" w="1657">
                  <a:moveTo>
                    <a:pt x="221" y="0"/>
                  </a:moveTo>
                  <a:lnTo>
                    <a:pt x="0" y="9370"/>
                  </a:lnTo>
                  <a:lnTo>
                    <a:pt x="1003" y="9370"/>
                  </a:lnTo>
                  <a:lnTo>
                    <a:pt x="1656"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3"/>
            <p:cNvSpPr/>
            <p:nvPr/>
          </p:nvSpPr>
          <p:spPr>
            <a:xfrm>
              <a:off x="6416293" y="1615263"/>
              <a:ext cx="43313" cy="245544"/>
            </a:xfrm>
            <a:custGeom>
              <a:rect b="b" l="l" r="r" t="t"/>
              <a:pathLst>
                <a:path extrusionOk="0" h="9371" w="1653">
                  <a:moveTo>
                    <a:pt x="1652" y="0"/>
                  </a:moveTo>
                  <a:lnTo>
                    <a:pt x="635" y="8751"/>
                  </a:lnTo>
                  <a:cubicBezTo>
                    <a:pt x="625" y="8828"/>
                    <a:pt x="558" y="8886"/>
                    <a:pt x="481" y="8886"/>
                  </a:cubicBezTo>
                  <a:lnTo>
                    <a:pt x="11" y="8886"/>
                  </a:lnTo>
                  <a:lnTo>
                    <a:pt x="1" y="9370"/>
                  </a:lnTo>
                  <a:lnTo>
                    <a:pt x="999" y="9370"/>
                  </a:lnTo>
                  <a:lnTo>
                    <a:pt x="165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83"/>
            <p:cNvSpPr/>
            <p:nvPr/>
          </p:nvSpPr>
          <p:spPr>
            <a:xfrm>
              <a:off x="6320470" y="1576404"/>
              <a:ext cx="165416" cy="33356"/>
            </a:xfrm>
            <a:custGeom>
              <a:rect b="b" l="l" r="r" t="t"/>
              <a:pathLst>
                <a:path extrusionOk="0" h="1273" w="6313">
                  <a:moveTo>
                    <a:pt x="595" y="0"/>
                  </a:moveTo>
                  <a:cubicBezTo>
                    <a:pt x="442" y="0"/>
                    <a:pt x="307" y="106"/>
                    <a:pt x="269" y="255"/>
                  </a:cubicBezTo>
                  <a:lnTo>
                    <a:pt x="0" y="1272"/>
                  </a:lnTo>
                  <a:lnTo>
                    <a:pt x="6313" y="1272"/>
                  </a:lnTo>
                  <a:lnTo>
                    <a:pt x="6044" y="255"/>
                  </a:lnTo>
                  <a:cubicBezTo>
                    <a:pt x="6005" y="106"/>
                    <a:pt x="5871" y="0"/>
                    <a:pt x="5717"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83"/>
            <p:cNvSpPr/>
            <p:nvPr/>
          </p:nvSpPr>
          <p:spPr>
            <a:xfrm>
              <a:off x="6320339" y="1576404"/>
              <a:ext cx="165547" cy="33356"/>
            </a:xfrm>
            <a:custGeom>
              <a:rect b="b" l="l" r="r" t="t"/>
              <a:pathLst>
                <a:path extrusionOk="0" h="1273" w="6318">
                  <a:moveTo>
                    <a:pt x="4258" y="0"/>
                  </a:moveTo>
                  <a:cubicBezTo>
                    <a:pt x="4412" y="0"/>
                    <a:pt x="4546" y="106"/>
                    <a:pt x="4585" y="255"/>
                  </a:cubicBezTo>
                  <a:lnTo>
                    <a:pt x="4647" y="480"/>
                  </a:lnTo>
                  <a:cubicBezTo>
                    <a:pt x="4700" y="677"/>
                    <a:pt x="4551" y="869"/>
                    <a:pt x="4345" y="869"/>
                  </a:cubicBezTo>
                  <a:lnTo>
                    <a:pt x="111" y="869"/>
                  </a:lnTo>
                  <a:lnTo>
                    <a:pt x="0" y="1272"/>
                  </a:lnTo>
                  <a:lnTo>
                    <a:pt x="6318" y="1272"/>
                  </a:lnTo>
                  <a:lnTo>
                    <a:pt x="6049" y="255"/>
                  </a:lnTo>
                  <a:cubicBezTo>
                    <a:pt x="6010" y="106"/>
                    <a:pt x="5876" y="0"/>
                    <a:pt x="572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3"/>
            <p:cNvSpPr/>
            <p:nvPr/>
          </p:nvSpPr>
          <p:spPr>
            <a:xfrm>
              <a:off x="6286512" y="1606328"/>
              <a:ext cx="233202" cy="29216"/>
            </a:xfrm>
            <a:custGeom>
              <a:rect b="b" l="l" r="r" t="t"/>
              <a:pathLst>
                <a:path extrusionOk="0" h="1115" w="8900">
                  <a:moveTo>
                    <a:pt x="197" y="1"/>
                  </a:moveTo>
                  <a:cubicBezTo>
                    <a:pt x="91" y="1"/>
                    <a:pt x="0" y="92"/>
                    <a:pt x="0" y="197"/>
                  </a:cubicBezTo>
                  <a:lnTo>
                    <a:pt x="0" y="922"/>
                  </a:lnTo>
                  <a:cubicBezTo>
                    <a:pt x="0" y="1028"/>
                    <a:pt x="91" y="1114"/>
                    <a:pt x="197" y="1114"/>
                  </a:cubicBezTo>
                  <a:lnTo>
                    <a:pt x="8708" y="1114"/>
                  </a:lnTo>
                  <a:cubicBezTo>
                    <a:pt x="8813" y="1114"/>
                    <a:pt x="8900" y="1028"/>
                    <a:pt x="8900" y="922"/>
                  </a:cubicBezTo>
                  <a:lnTo>
                    <a:pt x="8900" y="197"/>
                  </a:lnTo>
                  <a:cubicBezTo>
                    <a:pt x="8900" y="92"/>
                    <a:pt x="8813" y="1"/>
                    <a:pt x="870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3"/>
            <p:cNvSpPr/>
            <p:nvPr/>
          </p:nvSpPr>
          <p:spPr>
            <a:xfrm>
              <a:off x="6286512" y="1606328"/>
              <a:ext cx="233202" cy="29347"/>
            </a:xfrm>
            <a:custGeom>
              <a:rect b="b" l="l" r="r" t="t"/>
              <a:pathLst>
                <a:path extrusionOk="0" h="1120" w="8900">
                  <a:moveTo>
                    <a:pt x="7489" y="1"/>
                  </a:moveTo>
                  <a:lnTo>
                    <a:pt x="7489" y="658"/>
                  </a:lnTo>
                  <a:cubicBezTo>
                    <a:pt x="7489" y="764"/>
                    <a:pt x="7402" y="855"/>
                    <a:pt x="7292" y="855"/>
                  </a:cubicBezTo>
                  <a:lnTo>
                    <a:pt x="0" y="855"/>
                  </a:lnTo>
                  <a:lnTo>
                    <a:pt x="0" y="922"/>
                  </a:lnTo>
                  <a:cubicBezTo>
                    <a:pt x="0" y="1028"/>
                    <a:pt x="91" y="1119"/>
                    <a:pt x="197" y="1119"/>
                  </a:cubicBezTo>
                  <a:lnTo>
                    <a:pt x="8708" y="1119"/>
                  </a:lnTo>
                  <a:cubicBezTo>
                    <a:pt x="8813" y="1119"/>
                    <a:pt x="8900" y="1028"/>
                    <a:pt x="8900" y="922"/>
                  </a:cubicBezTo>
                  <a:lnTo>
                    <a:pt x="8900" y="197"/>
                  </a:lnTo>
                  <a:cubicBezTo>
                    <a:pt x="8900" y="92"/>
                    <a:pt x="8813" y="1"/>
                    <a:pt x="8708"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3"/>
            <p:cNvSpPr/>
            <p:nvPr/>
          </p:nvSpPr>
          <p:spPr>
            <a:xfrm>
              <a:off x="6346253" y="1708832"/>
              <a:ext cx="112854" cy="77900"/>
            </a:xfrm>
            <a:custGeom>
              <a:rect b="b" l="l" r="r" t="t"/>
              <a:pathLst>
                <a:path extrusionOk="0" h="2973" w="4307">
                  <a:moveTo>
                    <a:pt x="2151" y="1"/>
                  </a:moveTo>
                  <a:cubicBezTo>
                    <a:pt x="965" y="1"/>
                    <a:pt x="0" y="663"/>
                    <a:pt x="0" y="1484"/>
                  </a:cubicBezTo>
                  <a:cubicBezTo>
                    <a:pt x="0" y="2305"/>
                    <a:pt x="965" y="2972"/>
                    <a:pt x="2151" y="2972"/>
                  </a:cubicBezTo>
                  <a:cubicBezTo>
                    <a:pt x="3341" y="2972"/>
                    <a:pt x="4306" y="2305"/>
                    <a:pt x="4306" y="1484"/>
                  </a:cubicBezTo>
                  <a:cubicBezTo>
                    <a:pt x="4306" y="663"/>
                    <a:pt x="3341" y="1"/>
                    <a:pt x="2151"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3"/>
            <p:cNvSpPr/>
            <p:nvPr/>
          </p:nvSpPr>
          <p:spPr>
            <a:xfrm>
              <a:off x="6281219" y="1502697"/>
              <a:ext cx="243919" cy="363402"/>
            </a:xfrm>
            <a:custGeom>
              <a:rect b="b" l="l" r="r" t="t"/>
              <a:pathLst>
                <a:path extrusionOk="0" h="13869" w="9309">
                  <a:moveTo>
                    <a:pt x="7215" y="3020"/>
                  </a:moveTo>
                  <a:cubicBezTo>
                    <a:pt x="7278" y="3020"/>
                    <a:pt x="7331" y="3058"/>
                    <a:pt x="7345" y="3120"/>
                  </a:cubicBezTo>
                  <a:lnTo>
                    <a:pt x="7513" y="3754"/>
                  </a:lnTo>
                  <a:lnTo>
                    <a:pt x="1796" y="3754"/>
                  </a:lnTo>
                  <a:lnTo>
                    <a:pt x="1964" y="3120"/>
                  </a:lnTo>
                  <a:cubicBezTo>
                    <a:pt x="1978" y="3058"/>
                    <a:pt x="2031" y="3020"/>
                    <a:pt x="2093" y="3020"/>
                  </a:cubicBezTo>
                  <a:close/>
                  <a:moveTo>
                    <a:pt x="8900" y="4162"/>
                  </a:moveTo>
                  <a:lnTo>
                    <a:pt x="8900" y="4868"/>
                  </a:lnTo>
                  <a:lnTo>
                    <a:pt x="409" y="4868"/>
                  </a:lnTo>
                  <a:lnTo>
                    <a:pt x="409" y="4162"/>
                  </a:lnTo>
                  <a:close/>
                  <a:moveTo>
                    <a:pt x="7926" y="5276"/>
                  </a:moveTo>
                  <a:lnTo>
                    <a:pt x="7023" y="13023"/>
                  </a:lnTo>
                  <a:cubicBezTo>
                    <a:pt x="6994" y="13273"/>
                    <a:pt x="6783" y="13460"/>
                    <a:pt x="6529" y="13460"/>
                  </a:cubicBezTo>
                  <a:lnTo>
                    <a:pt x="6370" y="13460"/>
                  </a:lnTo>
                  <a:lnTo>
                    <a:pt x="6529" y="11218"/>
                  </a:lnTo>
                  <a:cubicBezTo>
                    <a:pt x="6534" y="11079"/>
                    <a:pt x="6428" y="11005"/>
                    <a:pt x="6323" y="11005"/>
                  </a:cubicBezTo>
                  <a:cubicBezTo>
                    <a:pt x="6229" y="11005"/>
                    <a:pt x="6134" y="11065"/>
                    <a:pt x="6121" y="11190"/>
                  </a:cubicBezTo>
                  <a:lnTo>
                    <a:pt x="5962" y="13460"/>
                  </a:lnTo>
                  <a:lnTo>
                    <a:pt x="5362" y="13460"/>
                  </a:lnTo>
                  <a:lnTo>
                    <a:pt x="5406" y="11727"/>
                  </a:lnTo>
                  <a:cubicBezTo>
                    <a:pt x="5401" y="11595"/>
                    <a:pt x="5300" y="11528"/>
                    <a:pt x="5200" y="11528"/>
                  </a:cubicBezTo>
                  <a:cubicBezTo>
                    <a:pt x="5103" y="11528"/>
                    <a:pt x="5007" y="11590"/>
                    <a:pt x="4998" y="11718"/>
                  </a:cubicBezTo>
                  <a:lnTo>
                    <a:pt x="4959" y="13460"/>
                  </a:lnTo>
                  <a:lnTo>
                    <a:pt x="4359" y="13460"/>
                  </a:lnTo>
                  <a:lnTo>
                    <a:pt x="4316" y="11722"/>
                  </a:lnTo>
                  <a:cubicBezTo>
                    <a:pt x="4321" y="11583"/>
                    <a:pt x="4218" y="11515"/>
                    <a:pt x="4114" y="11515"/>
                  </a:cubicBezTo>
                  <a:cubicBezTo>
                    <a:pt x="4006" y="11515"/>
                    <a:pt x="3898" y="11588"/>
                    <a:pt x="3908" y="11732"/>
                  </a:cubicBezTo>
                  <a:lnTo>
                    <a:pt x="3951" y="13460"/>
                  </a:lnTo>
                  <a:lnTo>
                    <a:pt x="3351" y="13460"/>
                  </a:lnTo>
                  <a:lnTo>
                    <a:pt x="3193" y="11180"/>
                  </a:lnTo>
                  <a:cubicBezTo>
                    <a:pt x="3186" y="11048"/>
                    <a:pt x="3087" y="10985"/>
                    <a:pt x="2989" y="10985"/>
                  </a:cubicBezTo>
                  <a:cubicBezTo>
                    <a:pt x="2879" y="10985"/>
                    <a:pt x="2770" y="11062"/>
                    <a:pt x="2785" y="11209"/>
                  </a:cubicBezTo>
                  <a:lnTo>
                    <a:pt x="2943" y="13460"/>
                  </a:lnTo>
                  <a:lnTo>
                    <a:pt x="2785" y="13460"/>
                  </a:lnTo>
                  <a:cubicBezTo>
                    <a:pt x="2530" y="13460"/>
                    <a:pt x="2319" y="13273"/>
                    <a:pt x="2290" y="13023"/>
                  </a:cubicBezTo>
                  <a:lnTo>
                    <a:pt x="1383" y="5276"/>
                  </a:lnTo>
                  <a:lnTo>
                    <a:pt x="2362" y="5276"/>
                  </a:lnTo>
                  <a:lnTo>
                    <a:pt x="2525" y="7599"/>
                  </a:lnTo>
                  <a:cubicBezTo>
                    <a:pt x="2535" y="7705"/>
                    <a:pt x="2621" y="7786"/>
                    <a:pt x="2727" y="7786"/>
                  </a:cubicBezTo>
                  <a:lnTo>
                    <a:pt x="2741" y="7786"/>
                  </a:lnTo>
                  <a:cubicBezTo>
                    <a:pt x="2857" y="7777"/>
                    <a:pt x="2938" y="7681"/>
                    <a:pt x="2933" y="7570"/>
                  </a:cubicBezTo>
                  <a:lnTo>
                    <a:pt x="2770" y="5276"/>
                  </a:lnTo>
                  <a:lnTo>
                    <a:pt x="3754" y="5276"/>
                  </a:lnTo>
                  <a:lnTo>
                    <a:pt x="3798" y="6985"/>
                  </a:lnTo>
                  <a:cubicBezTo>
                    <a:pt x="3793" y="7124"/>
                    <a:pt x="3895" y="7192"/>
                    <a:pt x="3997" y="7192"/>
                  </a:cubicBezTo>
                  <a:cubicBezTo>
                    <a:pt x="4104" y="7192"/>
                    <a:pt x="4211" y="7119"/>
                    <a:pt x="4201" y="6975"/>
                  </a:cubicBezTo>
                  <a:lnTo>
                    <a:pt x="4162" y="5276"/>
                  </a:lnTo>
                  <a:lnTo>
                    <a:pt x="5146" y="5276"/>
                  </a:lnTo>
                  <a:lnTo>
                    <a:pt x="5108" y="6961"/>
                  </a:lnTo>
                  <a:cubicBezTo>
                    <a:pt x="5110" y="7093"/>
                    <a:pt x="5210" y="7160"/>
                    <a:pt x="5310" y="7160"/>
                  </a:cubicBezTo>
                  <a:cubicBezTo>
                    <a:pt x="5406" y="7160"/>
                    <a:pt x="5502" y="7097"/>
                    <a:pt x="5511" y="6970"/>
                  </a:cubicBezTo>
                  <a:lnTo>
                    <a:pt x="5550" y="5276"/>
                  </a:lnTo>
                  <a:lnTo>
                    <a:pt x="6534" y="5276"/>
                  </a:lnTo>
                  <a:lnTo>
                    <a:pt x="6375" y="7551"/>
                  </a:lnTo>
                  <a:cubicBezTo>
                    <a:pt x="6370" y="7661"/>
                    <a:pt x="6452" y="7757"/>
                    <a:pt x="6567" y="7767"/>
                  </a:cubicBezTo>
                  <a:lnTo>
                    <a:pt x="6582" y="7767"/>
                  </a:lnTo>
                  <a:cubicBezTo>
                    <a:pt x="6687" y="7767"/>
                    <a:pt x="6774" y="7685"/>
                    <a:pt x="6783" y="7580"/>
                  </a:cubicBezTo>
                  <a:lnTo>
                    <a:pt x="6942" y="5276"/>
                  </a:lnTo>
                  <a:close/>
                  <a:moveTo>
                    <a:pt x="5170" y="0"/>
                  </a:moveTo>
                  <a:cubicBezTo>
                    <a:pt x="5079" y="0"/>
                    <a:pt x="4998" y="63"/>
                    <a:pt x="4974" y="149"/>
                  </a:cubicBezTo>
                  <a:lnTo>
                    <a:pt x="4340" y="2612"/>
                  </a:lnTo>
                  <a:lnTo>
                    <a:pt x="2093" y="2612"/>
                  </a:lnTo>
                  <a:cubicBezTo>
                    <a:pt x="1844" y="2612"/>
                    <a:pt x="1628" y="2775"/>
                    <a:pt x="1570" y="3015"/>
                  </a:cubicBezTo>
                  <a:lnTo>
                    <a:pt x="1373" y="3754"/>
                  </a:lnTo>
                  <a:lnTo>
                    <a:pt x="399" y="3754"/>
                  </a:lnTo>
                  <a:cubicBezTo>
                    <a:pt x="178" y="3754"/>
                    <a:pt x="1" y="3932"/>
                    <a:pt x="1" y="4152"/>
                  </a:cubicBezTo>
                  <a:lnTo>
                    <a:pt x="1" y="4877"/>
                  </a:lnTo>
                  <a:cubicBezTo>
                    <a:pt x="1" y="5093"/>
                    <a:pt x="178" y="5276"/>
                    <a:pt x="399" y="5276"/>
                  </a:cubicBezTo>
                  <a:lnTo>
                    <a:pt x="970" y="5276"/>
                  </a:lnTo>
                  <a:lnTo>
                    <a:pt x="1877" y="13071"/>
                  </a:lnTo>
                  <a:cubicBezTo>
                    <a:pt x="1930" y="13527"/>
                    <a:pt x="2319" y="13868"/>
                    <a:pt x="2780" y="13868"/>
                  </a:cubicBezTo>
                  <a:lnTo>
                    <a:pt x="6529" y="13868"/>
                  </a:lnTo>
                  <a:cubicBezTo>
                    <a:pt x="6990" y="13868"/>
                    <a:pt x="7379" y="13527"/>
                    <a:pt x="7431" y="13071"/>
                  </a:cubicBezTo>
                  <a:lnTo>
                    <a:pt x="8334" y="5276"/>
                  </a:lnTo>
                  <a:lnTo>
                    <a:pt x="8910" y="5276"/>
                  </a:lnTo>
                  <a:cubicBezTo>
                    <a:pt x="9126" y="5271"/>
                    <a:pt x="9308" y="5093"/>
                    <a:pt x="9308" y="4877"/>
                  </a:cubicBezTo>
                  <a:lnTo>
                    <a:pt x="9308" y="4152"/>
                  </a:lnTo>
                  <a:cubicBezTo>
                    <a:pt x="9308" y="3932"/>
                    <a:pt x="9126" y="3754"/>
                    <a:pt x="8910" y="3754"/>
                  </a:cubicBezTo>
                  <a:lnTo>
                    <a:pt x="7935" y="3754"/>
                  </a:lnTo>
                  <a:lnTo>
                    <a:pt x="7739" y="3015"/>
                  </a:lnTo>
                  <a:cubicBezTo>
                    <a:pt x="7676" y="2775"/>
                    <a:pt x="7460" y="2612"/>
                    <a:pt x="7215" y="2612"/>
                  </a:cubicBezTo>
                  <a:lnTo>
                    <a:pt x="4758" y="2612"/>
                  </a:lnTo>
                  <a:lnTo>
                    <a:pt x="5329" y="403"/>
                  </a:lnTo>
                  <a:lnTo>
                    <a:pt x="7518" y="403"/>
                  </a:lnTo>
                  <a:cubicBezTo>
                    <a:pt x="7787" y="403"/>
                    <a:pt x="7787" y="0"/>
                    <a:pt x="7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3"/>
            <p:cNvSpPr/>
            <p:nvPr/>
          </p:nvSpPr>
          <p:spPr>
            <a:xfrm>
              <a:off x="6340829" y="1703434"/>
              <a:ext cx="123676" cy="88564"/>
            </a:xfrm>
            <a:custGeom>
              <a:rect b="b" l="l" r="r" t="t"/>
              <a:pathLst>
                <a:path extrusionOk="0" h="3380" w="4720">
                  <a:moveTo>
                    <a:pt x="2363" y="408"/>
                  </a:moveTo>
                  <a:cubicBezTo>
                    <a:pt x="2895" y="408"/>
                    <a:pt x="3395" y="548"/>
                    <a:pt x="3769" y="807"/>
                  </a:cubicBezTo>
                  <a:cubicBezTo>
                    <a:pt x="4119" y="1047"/>
                    <a:pt x="4311" y="1359"/>
                    <a:pt x="4311" y="1690"/>
                  </a:cubicBezTo>
                  <a:cubicBezTo>
                    <a:pt x="4311" y="2016"/>
                    <a:pt x="4119" y="2333"/>
                    <a:pt x="3769" y="2573"/>
                  </a:cubicBezTo>
                  <a:cubicBezTo>
                    <a:pt x="3395" y="2828"/>
                    <a:pt x="2895" y="2972"/>
                    <a:pt x="2363" y="2972"/>
                  </a:cubicBezTo>
                  <a:cubicBezTo>
                    <a:pt x="1825" y="2972"/>
                    <a:pt x="1326" y="2828"/>
                    <a:pt x="951" y="2573"/>
                  </a:cubicBezTo>
                  <a:cubicBezTo>
                    <a:pt x="601" y="2333"/>
                    <a:pt x="409" y="2016"/>
                    <a:pt x="409" y="1690"/>
                  </a:cubicBezTo>
                  <a:cubicBezTo>
                    <a:pt x="409" y="1359"/>
                    <a:pt x="601" y="1047"/>
                    <a:pt x="951" y="807"/>
                  </a:cubicBezTo>
                  <a:cubicBezTo>
                    <a:pt x="1326" y="548"/>
                    <a:pt x="1825" y="408"/>
                    <a:pt x="2363" y="408"/>
                  </a:cubicBezTo>
                  <a:close/>
                  <a:moveTo>
                    <a:pt x="2363" y="0"/>
                  </a:moveTo>
                  <a:cubicBezTo>
                    <a:pt x="1739" y="0"/>
                    <a:pt x="1163" y="168"/>
                    <a:pt x="721" y="471"/>
                  </a:cubicBezTo>
                  <a:cubicBezTo>
                    <a:pt x="255" y="792"/>
                    <a:pt x="1" y="1224"/>
                    <a:pt x="1" y="1690"/>
                  </a:cubicBezTo>
                  <a:cubicBezTo>
                    <a:pt x="1" y="2156"/>
                    <a:pt x="255" y="2592"/>
                    <a:pt x="721" y="2909"/>
                  </a:cubicBezTo>
                  <a:cubicBezTo>
                    <a:pt x="1163" y="3212"/>
                    <a:pt x="1739" y="3380"/>
                    <a:pt x="2363" y="3380"/>
                  </a:cubicBezTo>
                  <a:cubicBezTo>
                    <a:pt x="2982" y="3380"/>
                    <a:pt x="3563" y="3212"/>
                    <a:pt x="3999" y="2909"/>
                  </a:cubicBezTo>
                  <a:cubicBezTo>
                    <a:pt x="4465" y="2588"/>
                    <a:pt x="4719" y="2156"/>
                    <a:pt x="4719" y="1690"/>
                  </a:cubicBezTo>
                  <a:cubicBezTo>
                    <a:pt x="4719" y="1224"/>
                    <a:pt x="4465" y="792"/>
                    <a:pt x="3999" y="471"/>
                  </a:cubicBezTo>
                  <a:cubicBezTo>
                    <a:pt x="3558" y="168"/>
                    <a:pt x="2982" y="0"/>
                    <a:pt x="23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6" name="Google Shape;15716;p83"/>
          <p:cNvGrpSpPr/>
          <p:nvPr/>
        </p:nvGrpSpPr>
        <p:grpSpPr>
          <a:xfrm>
            <a:off x="4888713" y="3349868"/>
            <a:ext cx="311469" cy="363167"/>
            <a:chOff x="4888713" y="3349868"/>
            <a:chExt cx="311469" cy="363167"/>
          </a:xfrm>
        </p:grpSpPr>
        <p:sp>
          <p:nvSpPr>
            <p:cNvPr id="15717" name="Google Shape;15717;p83"/>
            <p:cNvSpPr/>
            <p:nvPr/>
          </p:nvSpPr>
          <p:spPr>
            <a:xfrm>
              <a:off x="4891491" y="3514420"/>
              <a:ext cx="305914" cy="74441"/>
            </a:xfrm>
            <a:custGeom>
              <a:rect b="b" l="l" r="r" t="t"/>
              <a:pathLst>
                <a:path extrusionOk="0" h="2841" w="11675">
                  <a:moveTo>
                    <a:pt x="4446" y="1"/>
                  </a:moveTo>
                  <a:cubicBezTo>
                    <a:pt x="3611" y="1"/>
                    <a:pt x="2775" y="11"/>
                    <a:pt x="1945" y="66"/>
                  </a:cubicBezTo>
                  <a:cubicBezTo>
                    <a:pt x="1513" y="95"/>
                    <a:pt x="264" y="109"/>
                    <a:pt x="140" y="633"/>
                  </a:cubicBezTo>
                  <a:cubicBezTo>
                    <a:pt x="0" y="1189"/>
                    <a:pt x="1940" y="2841"/>
                    <a:pt x="5838" y="2841"/>
                  </a:cubicBezTo>
                  <a:cubicBezTo>
                    <a:pt x="9735" y="2841"/>
                    <a:pt x="11675" y="1189"/>
                    <a:pt x="11540" y="633"/>
                  </a:cubicBezTo>
                  <a:cubicBezTo>
                    <a:pt x="11411" y="109"/>
                    <a:pt x="10167" y="95"/>
                    <a:pt x="9735" y="66"/>
                  </a:cubicBezTo>
                  <a:cubicBezTo>
                    <a:pt x="8902" y="11"/>
                    <a:pt x="8065" y="1"/>
                    <a:pt x="7229" y="1"/>
                  </a:cubicBezTo>
                  <a:cubicBezTo>
                    <a:pt x="6765" y="1"/>
                    <a:pt x="6300" y="4"/>
                    <a:pt x="5838" y="4"/>
                  </a:cubicBezTo>
                  <a:cubicBezTo>
                    <a:pt x="5375" y="4"/>
                    <a:pt x="4911" y="1"/>
                    <a:pt x="44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3"/>
            <p:cNvSpPr/>
            <p:nvPr/>
          </p:nvSpPr>
          <p:spPr>
            <a:xfrm>
              <a:off x="4935013" y="3375887"/>
              <a:ext cx="218738" cy="174744"/>
            </a:xfrm>
            <a:custGeom>
              <a:rect b="b" l="l" r="r" t="t"/>
              <a:pathLst>
                <a:path extrusionOk="0" h="6669" w="8348">
                  <a:moveTo>
                    <a:pt x="0" y="1"/>
                  </a:moveTo>
                  <a:cubicBezTo>
                    <a:pt x="0" y="1"/>
                    <a:pt x="1191" y="1988"/>
                    <a:pt x="1090" y="6102"/>
                  </a:cubicBezTo>
                  <a:cubicBezTo>
                    <a:pt x="1090" y="6107"/>
                    <a:pt x="1090" y="6116"/>
                    <a:pt x="1090" y="6121"/>
                  </a:cubicBezTo>
                  <a:cubicBezTo>
                    <a:pt x="1090" y="6424"/>
                    <a:pt x="2472" y="6668"/>
                    <a:pt x="4177" y="6668"/>
                  </a:cubicBezTo>
                  <a:cubicBezTo>
                    <a:pt x="5885" y="6668"/>
                    <a:pt x="7263" y="6424"/>
                    <a:pt x="7263" y="6121"/>
                  </a:cubicBezTo>
                  <a:cubicBezTo>
                    <a:pt x="7162" y="2003"/>
                    <a:pt x="8348" y="1"/>
                    <a:pt x="8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3"/>
            <p:cNvSpPr/>
            <p:nvPr/>
          </p:nvSpPr>
          <p:spPr>
            <a:xfrm>
              <a:off x="5027193" y="3375887"/>
              <a:ext cx="126558" cy="174744"/>
            </a:xfrm>
            <a:custGeom>
              <a:rect b="b" l="l" r="r" t="t"/>
              <a:pathLst>
                <a:path extrusionOk="0" h="6669" w="4830">
                  <a:moveTo>
                    <a:pt x="3515" y="1"/>
                  </a:moveTo>
                  <a:cubicBezTo>
                    <a:pt x="3515" y="1"/>
                    <a:pt x="2324" y="2003"/>
                    <a:pt x="2430" y="6121"/>
                  </a:cubicBezTo>
                  <a:cubicBezTo>
                    <a:pt x="2430" y="6380"/>
                    <a:pt x="1388" y="6601"/>
                    <a:pt x="1" y="6654"/>
                  </a:cubicBezTo>
                  <a:cubicBezTo>
                    <a:pt x="212" y="6664"/>
                    <a:pt x="433" y="6668"/>
                    <a:pt x="659" y="6668"/>
                  </a:cubicBezTo>
                  <a:cubicBezTo>
                    <a:pt x="2363" y="6668"/>
                    <a:pt x="3745" y="6424"/>
                    <a:pt x="3745" y="6121"/>
                  </a:cubicBezTo>
                  <a:cubicBezTo>
                    <a:pt x="3644" y="2003"/>
                    <a:pt x="4830" y="1"/>
                    <a:pt x="483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3"/>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3"/>
            <p:cNvSpPr/>
            <p:nvPr/>
          </p:nvSpPr>
          <p:spPr>
            <a:xfrm>
              <a:off x="4963547" y="3510856"/>
              <a:ext cx="157" cy="5948"/>
            </a:xfrm>
            <a:custGeom>
              <a:rect b="b" l="l" r="r" t="t"/>
              <a:pathLst>
                <a:path extrusionOk="0" h="227" w="6">
                  <a:moveTo>
                    <a:pt x="1" y="1"/>
                  </a:moveTo>
                  <a:cubicBezTo>
                    <a:pt x="1" y="73"/>
                    <a:pt x="1" y="149"/>
                    <a:pt x="6" y="226"/>
                  </a:cubicBezTo>
                  <a:cubicBezTo>
                    <a:pt x="6" y="149"/>
                    <a:pt x="6" y="73"/>
                    <a:pt x="6"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3"/>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3"/>
            <p:cNvSpPr/>
            <p:nvPr/>
          </p:nvSpPr>
          <p:spPr>
            <a:xfrm>
              <a:off x="4963547" y="3510725"/>
              <a:ext cx="161669" cy="39906"/>
            </a:xfrm>
            <a:custGeom>
              <a:rect b="b" l="l" r="r" t="t"/>
              <a:pathLst>
                <a:path extrusionOk="0" h="1523" w="6170">
                  <a:moveTo>
                    <a:pt x="6165" y="1"/>
                  </a:moveTo>
                  <a:cubicBezTo>
                    <a:pt x="5732" y="92"/>
                    <a:pt x="5291" y="159"/>
                    <a:pt x="4854" y="193"/>
                  </a:cubicBezTo>
                  <a:lnTo>
                    <a:pt x="4854" y="303"/>
                  </a:lnTo>
                  <a:cubicBezTo>
                    <a:pt x="4849" y="668"/>
                    <a:pt x="4566" y="966"/>
                    <a:pt x="4206" y="990"/>
                  </a:cubicBezTo>
                  <a:cubicBezTo>
                    <a:pt x="3856" y="1014"/>
                    <a:pt x="3481" y="1028"/>
                    <a:pt x="3088" y="1028"/>
                  </a:cubicBezTo>
                  <a:cubicBezTo>
                    <a:pt x="1455" y="1028"/>
                    <a:pt x="121" y="802"/>
                    <a:pt x="6" y="519"/>
                  </a:cubicBezTo>
                  <a:lnTo>
                    <a:pt x="6" y="730"/>
                  </a:lnTo>
                  <a:cubicBezTo>
                    <a:pt x="6" y="802"/>
                    <a:pt x="6" y="879"/>
                    <a:pt x="1" y="951"/>
                  </a:cubicBezTo>
                  <a:cubicBezTo>
                    <a:pt x="1" y="966"/>
                    <a:pt x="1" y="975"/>
                    <a:pt x="1" y="985"/>
                  </a:cubicBezTo>
                  <a:lnTo>
                    <a:pt x="1" y="994"/>
                  </a:lnTo>
                  <a:cubicBezTo>
                    <a:pt x="1" y="994"/>
                    <a:pt x="1" y="999"/>
                    <a:pt x="1" y="1004"/>
                  </a:cubicBezTo>
                  <a:cubicBezTo>
                    <a:pt x="83" y="1292"/>
                    <a:pt x="1431" y="1522"/>
                    <a:pt x="3083" y="1522"/>
                  </a:cubicBezTo>
                  <a:cubicBezTo>
                    <a:pt x="4787" y="1522"/>
                    <a:pt x="6169" y="1278"/>
                    <a:pt x="6169" y="975"/>
                  </a:cubicBezTo>
                  <a:cubicBezTo>
                    <a:pt x="6160" y="634"/>
                    <a:pt x="6165" y="313"/>
                    <a:pt x="616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3"/>
            <p:cNvSpPr/>
            <p:nvPr/>
          </p:nvSpPr>
          <p:spPr>
            <a:xfrm>
              <a:off x="4935144" y="3355030"/>
              <a:ext cx="218607" cy="42396"/>
            </a:xfrm>
            <a:custGeom>
              <a:rect b="b" l="l" r="r" t="t"/>
              <a:pathLst>
                <a:path extrusionOk="0" h="1618" w="8343">
                  <a:moveTo>
                    <a:pt x="4172" y="0"/>
                  </a:moveTo>
                  <a:cubicBezTo>
                    <a:pt x="1867" y="0"/>
                    <a:pt x="0" y="360"/>
                    <a:pt x="0" y="807"/>
                  </a:cubicBezTo>
                  <a:cubicBezTo>
                    <a:pt x="0" y="1253"/>
                    <a:pt x="1867" y="1618"/>
                    <a:pt x="4172" y="1618"/>
                  </a:cubicBezTo>
                  <a:cubicBezTo>
                    <a:pt x="6476" y="1618"/>
                    <a:pt x="8343" y="1253"/>
                    <a:pt x="8343" y="807"/>
                  </a:cubicBezTo>
                  <a:cubicBezTo>
                    <a:pt x="8343" y="360"/>
                    <a:pt x="6476" y="0"/>
                    <a:pt x="4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3"/>
            <p:cNvSpPr/>
            <p:nvPr/>
          </p:nvSpPr>
          <p:spPr>
            <a:xfrm>
              <a:off x="4932995" y="3608330"/>
              <a:ext cx="111465" cy="99412"/>
            </a:xfrm>
            <a:custGeom>
              <a:rect b="b" l="l" r="r" t="t"/>
              <a:pathLst>
                <a:path extrusionOk="0" h="3794" w="4254">
                  <a:moveTo>
                    <a:pt x="1393" y="0"/>
                  </a:moveTo>
                  <a:cubicBezTo>
                    <a:pt x="1252" y="0"/>
                    <a:pt x="1119" y="23"/>
                    <a:pt x="999" y="73"/>
                  </a:cubicBezTo>
                  <a:cubicBezTo>
                    <a:pt x="1" y="490"/>
                    <a:pt x="500" y="1719"/>
                    <a:pt x="581" y="1897"/>
                  </a:cubicBezTo>
                  <a:cubicBezTo>
                    <a:pt x="495" y="2074"/>
                    <a:pt x="1" y="3303"/>
                    <a:pt x="999" y="3721"/>
                  </a:cubicBezTo>
                  <a:cubicBezTo>
                    <a:pt x="1119" y="3771"/>
                    <a:pt x="1251" y="3793"/>
                    <a:pt x="1392" y="3793"/>
                  </a:cubicBezTo>
                  <a:cubicBezTo>
                    <a:pt x="2548" y="3793"/>
                    <a:pt x="4254" y="2286"/>
                    <a:pt x="4254" y="2286"/>
                  </a:cubicBezTo>
                  <a:lnTo>
                    <a:pt x="4254" y="1503"/>
                  </a:lnTo>
                  <a:cubicBezTo>
                    <a:pt x="4254" y="1503"/>
                    <a:pt x="2549" y="0"/>
                    <a:pt x="1393"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3"/>
            <p:cNvSpPr/>
            <p:nvPr/>
          </p:nvSpPr>
          <p:spPr>
            <a:xfrm>
              <a:off x="5044435" y="3608330"/>
              <a:ext cx="111465" cy="99412"/>
            </a:xfrm>
            <a:custGeom>
              <a:rect b="b" l="l" r="r" t="t"/>
              <a:pathLst>
                <a:path extrusionOk="0" h="3794" w="4254">
                  <a:moveTo>
                    <a:pt x="2862" y="1"/>
                  </a:moveTo>
                  <a:cubicBezTo>
                    <a:pt x="1706" y="1"/>
                    <a:pt x="1" y="1508"/>
                    <a:pt x="1" y="1508"/>
                  </a:cubicBezTo>
                  <a:lnTo>
                    <a:pt x="1" y="2286"/>
                  </a:lnTo>
                  <a:cubicBezTo>
                    <a:pt x="1" y="2286"/>
                    <a:pt x="1706" y="3793"/>
                    <a:pt x="2862" y="3793"/>
                  </a:cubicBezTo>
                  <a:cubicBezTo>
                    <a:pt x="3003" y="3793"/>
                    <a:pt x="3135" y="3771"/>
                    <a:pt x="3255" y="3721"/>
                  </a:cubicBezTo>
                  <a:cubicBezTo>
                    <a:pt x="4249" y="3303"/>
                    <a:pt x="3754" y="2074"/>
                    <a:pt x="3673" y="1897"/>
                  </a:cubicBezTo>
                  <a:cubicBezTo>
                    <a:pt x="3759" y="1714"/>
                    <a:pt x="4254" y="490"/>
                    <a:pt x="3255" y="73"/>
                  </a:cubicBezTo>
                  <a:cubicBezTo>
                    <a:pt x="3135" y="23"/>
                    <a:pt x="3003" y="1"/>
                    <a:pt x="28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3"/>
            <p:cNvSpPr/>
            <p:nvPr/>
          </p:nvSpPr>
          <p:spPr>
            <a:xfrm>
              <a:off x="5106456" y="3608356"/>
              <a:ext cx="49444" cy="99360"/>
            </a:xfrm>
            <a:custGeom>
              <a:rect b="b" l="l" r="r" t="t"/>
              <a:pathLst>
                <a:path extrusionOk="0" h="3792" w="1887">
                  <a:moveTo>
                    <a:pt x="496" y="0"/>
                  </a:moveTo>
                  <a:cubicBezTo>
                    <a:pt x="338" y="0"/>
                    <a:pt x="171" y="28"/>
                    <a:pt x="0" y="77"/>
                  </a:cubicBezTo>
                  <a:cubicBezTo>
                    <a:pt x="984" y="494"/>
                    <a:pt x="494" y="1718"/>
                    <a:pt x="408" y="1896"/>
                  </a:cubicBezTo>
                  <a:cubicBezTo>
                    <a:pt x="494" y="2073"/>
                    <a:pt x="984" y="3298"/>
                    <a:pt x="0" y="3715"/>
                  </a:cubicBezTo>
                  <a:cubicBezTo>
                    <a:pt x="171" y="3763"/>
                    <a:pt x="338" y="3792"/>
                    <a:pt x="496" y="3792"/>
                  </a:cubicBezTo>
                  <a:cubicBezTo>
                    <a:pt x="636" y="3792"/>
                    <a:pt x="769" y="3770"/>
                    <a:pt x="888" y="3720"/>
                  </a:cubicBezTo>
                  <a:cubicBezTo>
                    <a:pt x="1882" y="3302"/>
                    <a:pt x="1387" y="2073"/>
                    <a:pt x="1306" y="1896"/>
                  </a:cubicBezTo>
                  <a:cubicBezTo>
                    <a:pt x="1387" y="1718"/>
                    <a:pt x="1887" y="489"/>
                    <a:pt x="888" y="72"/>
                  </a:cubicBezTo>
                  <a:cubicBezTo>
                    <a:pt x="769" y="22"/>
                    <a:pt x="636" y="0"/>
                    <a:pt x="496"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3"/>
            <p:cNvSpPr/>
            <p:nvPr/>
          </p:nvSpPr>
          <p:spPr>
            <a:xfrm>
              <a:off x="5027455" y="3627955"/>
              <a:ext cx="33985" cy="60161"/>
            </a:xfrm>
            <a:custGeom>
              <a:rect b="b" l="l" r="r" t="t"/>
              <a:pathLst>
                <a:path extrusionOk="0" h="2296" w="1297">
                  <a:moveTo>
                    <a:pt x="389" y="1"/>
                  </a:moveTo>
                  <a:cubicBezTo>
                    <a:pt x="173" y="1"/>
                    <a:pt x="1" y="173"/>
                    <a:pt x="1" y="385"/>
                  </a:cubicBezTo>
                  <a:lnTo>
                    <a:pt x="1" y="1911"/>
                  </a:lnTo>
                  <a:cubicBezTo>
                    <a:pt x="1" y="2122"/>
                    <a:pt x="173" y="2295"/>
                    <a:pt x="389" y="2295"/>
                  </a:cubicBezTo>
                  <a:lnTo>
                    <a:pt x="908" y="2295"/>
                  </a:lnTo>
                  <a:cubicBezTo>
                    <a:pt x="1124" y="2295"/>
                    <a:pt x="1297" y="2122"/>
                    <a:pt x="1297" y="1906"/>
                  </a:cubicBezTo>
                  <a:lnTo>
                    <a:pt x="1297" y="385"/>
                  </a:lnTo>
                  <a:cubicBezTo>
                    <a:pt x="1297" y="173"/>
                    <a:pt x="1124" y="1"/>
                    <a:pt x="90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83"/>
            <p:cNvSpPr/>
            <p:nvPr/>
          </p:nvSpPr>
          <p:spPr>
            <a:xfrm>
              <a:off x="4888713" y="3456408"/>
              <a:ext cx="311469" cy="137878"/>
            </a:xfrm>
            <a:custGeom>
              <a:rect b="b" l="l" r="r" t="t"/>
              <a:pathLst>
                <a:path extrusionOk="0" h="5262" w="11887">
                  <a:moveTo>
                    <a:pt x="8819" y="2328"/>
                  </a:moveTo>
                  <a:lnTo>
                    <a:pt x="8819" y="2343"/>
                  </a:lnTo>
                  <a:lnTo>
                    <a:pt x="8819" y="2664"/>
                  </a:lnTo>
                  <a:lnTo>
                    <a:pt x="8819" y="2683"/>
                  </a:lnTo>
                  <a:cubicBezTo>
                    <a:pt x="8819" y="2789"/>
                    <a:pt x="8819" y="2899"/>
                    <a:pt x="8824" y="3010"/>
                  </a:cubicBezTo>
                  <a:cubicBezTo>
                    <a:pt x="8737" y="3063"/>
                    <a:pt x="8646" y="3106"/>
                    <a:pt x="8550" y="3130"/>
                  </a:cubicBezTo>
                  <a:cubicBezTo>
                    <a:pt x="8200" y="3221"/>
                    <a:pt x="7835" y="3283"/>
                    <a:pt x="7475" y="3317"/>
                  </a:cubicBezTo>
                  <a:lnTo>
                    <a:pt x="7384" y="3327"/>
                  </a:lnTo>
                  <a:lnTo>
                    <a:pt x="7379" y="3327"/>
                  </a:lnTo>
                  <a:cubicBezTo>
                    <a:pt x="7024" y="3360"/>
                    <a:pt x="6630" y="3379"/>
                    <a:pt x="6222" y="3384"/>
                  </a:cubicBezTo>
                  <a:lnTo>
                    <a:pt x="5665" y="3384"/>
                  </a:lnTo>
                  <a:cubicBezTo>
                    <a:pt x="5262" y="3379"/>
                    <a:pt x="4868" y="3360"/>
                    <a:pt x="4508" y="3327"/>
                  </a:cubicBezTo>
                  <a:lnTo>
                    <a:pt x="4503" y="3327"/>
                  </a:lnTo>
                  <a:lnTo>
                    <a:pt x="4417" y="3317"/>
                  </a:lnTo>
                  <a:cubicBezTo>
                    <a:pt x="4052" y="3283"/>
                    <a:pt x="3687" y="3221"/>
                    <a:pt x="3337" y="3130"/>
                  </a:cubicBezTo>
                  <a:cubicBezTo>
                    <a:pt x="3241" y="3101"/>
                    <a:pt x="3150" y="3063"/>
                    <a:pt x="3063" y="3015"/>
                  </a:cubicBezTo>
                  <a:lnTo>
                    <a:pt x="3063" y="3010"/>
                  </a:lnTo>
                  <a:cubicBezTo>
                    <a:pt x="3063" y="2947"/>
                    <a:pt x="3063" y="2885"/>
                    <a:pt x="3068" y="2823"/>
                  </a:cubicBezTo>
                  <a:lnTo>
                    <a:pt x="3068" y="2808"/>
                  </a:lnTo>
                  <a:lnTo>
                    <a:pt x="3068" y="2683"/>
                  </a:lnTo>
                  <a:lnTo>
                    <a:pt x="3068" y="2664"/>
                  </a:lnTo>
                  <a:lnTo>
                    <a:pt x="3068" y="2626"/>
                  </a:lnTo>
                  <a:lnTo>
                    <a:pt x="3068" y="2621"/>
                  </a:lnTo>
                  <a:lnTo>
                    <a:pt x="3068" y="2434"/>
                  </a:lnTo>
                  <a:lnTo>
                    <a:pt x="3068" y="2415"/>
                  </a:lnTo>
                  <a:lnTo>
                    <a:pt x="3068" y="2347"/>
                  </a:lnTo>
                  <a:lnTo>
                    <a:pt x="3068" y="2328"/>
                  </a:lnTo>
                  <a:cubicBezTo>
                    <a:pt x="3812" y="2472"/>
                    <a:pt x="4839" y="2554"/>
                    <a:pt x="5944" y="2554"/>
                  </a:cubicBezTo>
                  <a:cubicBezTo>
                    <a:pt x="7043" y="2554"/>
                    <a:pt x="8075" y="2472"/>
                    <a:pt x="8819" y="2328"/>
                  </a:cubicBezTo>
                  <a:close/>
                  <a:moveTo>
                    <a:pt x="9237" y="2453"/>
                  </a:moveTo>
                  <a:cubicBezTo>
                    <a:pt x="9448" y="2463"/>
                    <a:pt x="9645" y="2472"/>
                    <a:pt x="9837" y="2487"/>
                  </a:cubicBezTo>
                  <a:lnTo>
                    <a:pt x="9985" y="2496"/>
                  </a:lnTo>
                  <a:cubicBezTo>
                    <a:pt x="10302" y="2506"/>
                    <a:pt x="10619" y="2539"/>
                    <a:pt x="10931" y="2602"/>
                  </a:cubicBezTo>
                  <a:cubicBezTo>
                    <a:pt x="11238" y="2669"/>
                    <a:pt x="11430" y="2775"/>
                    <a:pt x="11459" y="2895"/>
                  </a:cubicBezTo>
                  <a:cubicBezTo>
                    <a:pt x="11449" y="2914"/>
                    <a:pt x="11440" y="3010"/>
                    <a:pt x="11315" y="3168"/>
                  </a:cubicBezTo>
                  <a:cubicBezTo>
                    <a:pt x="11013" y="3547"/>
                    <a:pt x="10369" y="3955"/>
                    <a:pt x="9592" y="4248"/>
                  </a:cubicBezTo>
                  <a:cubicBezTo>
                    <a:pt x="8560" y="4642"/>
                    <a:pt x="7297" y="4848"/>
                    <a:pt x="5944" y="4848"/>
                  </a:cubicBezTo>
                  <a:lnTo>
                    <a:pt x="5939" y="4848"/>
                  </a:lnTo>
                  <a:cubicBezTo>
                    <a:pt x="4585" y="4848"/>
                    <a:pt x="3327" y="4642"/>
                    <a:pt x="2291" y="4248"/>
                  </a:cubicBezTo>
                  <a:cubicBezTo>
                    <a:pt x="1513" y="3951"/>
                    <a:pt x="874" y="3547"/>
                    <a:pt x="572" y="3168"/>
                  </a:cubicBezTo>
                  <a:cubicBezTo>
                    <a:pt x="447" y="3010"/>
                    <a:pt x="433" y="2914"/>
                    <a:pt x="442" y="2895"/>
                  </a:cubicBezTo>
                  <a:cubicBezTo>
                    <a:pt x="466" y="2779"/>
                    <a:pt x="658" y="2674"/>
                    <a:pt x="966" y="2602"/>
                  </a:cubicBezTo>
                  <a:cubicBezTo>
                    <a:pt x="1278" y="2539"/>
                    <a:pt x="1595" y="2506"/>
                    <a:pt x="1911" y="2496"/>
                  </a:cubicBezTo>
                  <a:lnTo>
                    <a:pt x="2060" y="2487"/>
                  </a:lnTo>
                  <a:cubicBezTo>
                    <a:pt x="2252" y="2472"/>
                    <a:pt x="2449" y="2463"/>
                    <a:pt x="2660" y="2453"/>
                  </a:cubicBezTo>
                  <a:lnTo>
                    <a:pt x="2660" y="2487"/>
                  </a:lnTo>
                  <a:lnTo>
                    <a:pt x="2660" y="2679"/>
                  </a:lnTo>
                  <a:lnTo>
                    <a:pt x="2660" y="2736"/>
                  </a:lnTo>
                  <a:lnTo>
                    <a:pt x="2660" y="2755"/>
                  </a:lnTo>
                  <a:cubicBezTo>
                    <a:pt x="2660" y="2837"/>
                    <a:pt x="2660" y="2923"/>
                    <a:pt x="2655" y="3005"/>
                  </a:cubicBezTo>
                  <a:cubicBezTo>
                    <a:pt x="2655" y="3019"/>
                    <a:pt x="2655" y="3034"/>
                    <a:pt x="2655" y="3048"/>
                  </a:cubicBezTo>
                  <a:cubicBezTo>
                    <a:pt x="2655" y="3327"/>
                    <a:pt x="2977" y="3504"/>
                    <a:pt x="3731" y="3634"/>
                  </a:cubicBezTo>
                  <a:cubicBezTo>
                    <a:pt x="4321" y="3739"/>
                    <a:pt x="5108" y="3797"/>
                    <a:pt x="5948" y="3797"/>
                  </a:cubicBezTo>
                  <a:cubicBezTo>
                    <a:pt x="6788" y="3797"/>
                    <a:pt x="7571" y="3739"/>
                    <a:pt x="8171" y="3634"/>
                  </a:cubicBezTo>
                  <a:cubicBezTo>
                    <a:pt x="8920" y="3504"/>
                    <a:pt x="9241" y="3327"/>
                    <a:pt x="9241" y="3048"/>
                  </a:cubicBezTo>
                  <a:lnTo>
                    <a:pt x="9241" y="3043"/>
                  </a:lnTo>
                  <a:cubicBezTo>
                    <a:pt x="9241" y="2952"/>
                    <a:pt x="9237" y="2861"/>
                    <a:pt x="9237" y="2770"/>
                  </a:cubicBezTo>
                  <a:lnTo>
                    <a:pt x="9237" y="2765"/>
                  </a:lnTo>
                  <a:lnTo>
                    <a:pt x="9237" y="2693"/>
                  </a:lnTo>
                  <a:lnTo>
                    <a:pt x="9237" y="2491"/>
                  </a:lnTo>
                  <a:lnTo>
                    <a:pt x="9237" y="2453"/>
                  </a:lnTo>
                  <a:close/>
                  <a:moveTo>
                    <a:pt x="2716" y="1"/>
                  </a:moveTo>
                  <a:cubicBezTo>
                    <a:pt x="2603" y="1"/>
                    <a:pt x="2488" y="85"/>
                    <a:pt x="2507" y="235"/>
                  </a:cubicBezTo>
                  <a:cubicBezTo>
                    <a:pt x="2588" y="835"/>
                    <a:pt x="2636" y="1435"/>
                    <a:pt x="2651" y="2045"/>
                  </a:cubicBezTo>
                  <a:cubicBezTo>
                    <a:pt x="2435" y="2050"/>
                    <a:pt x="2233" y="2064"/>
                    <a:pt x="2031" y="2074"/>
                  </a:cubicBezTo>
                  <a:lnTo>
                    <a:pt x="1892" y="2083"/>
                  </a:lnTo>
                  <a:cubicBezTo>
                    <a:pt x="1254" y="2122"/>
                    <a:pt x="193" y="2179"/>
                    <a:pt x="44" y="2794"/>
                  </a:cubicBezTo>
                  <a:cubicBezTo>
                    <a:pt x="1" y="2976"/>
                    <a:pt x="73" y="3192"/>
                    <a:pt x="250" y="3423"/>
                  </a:cubicBezTo>
                  <a:cubicBezTo>
                    <a:pt x="601" y="3864"/>
                    <a:pt x="1292" y="4306"/>
                    <a:pt x="2147" y="4632"/>
                  </a:cubicBezTo>
                  <a:cubicBezTo>
                    <a:pt x="3227" y="5045"/>
                    <a:pt x="4542" y="5261"/>
                    <a:pt x="5944" y="5261"/>
                  </a:cubicBezTo>
                  <a:cubicBezTo>
                    <a:pt x="7345" y="5261"/>
                    <a:pt x="8660" y="5045"/>
                    <a:pt x="9741" y="4632"/>
                  </a:cubicBezTo>
                  <a:cubicBezTo>
                    <a:pt x="10595" y="4306"/>
                    <a:pt x="11286" y="3864"/>
                    <a:pt x="11637" y="3423"/>
                  </a:cubicBezTo>
                  <a:cubicBezTo>
                    <a:pt x="11814" y="3197"/>
                    <a:pt x="11886" y="2976"/>
                    <a:pt x="11843" y="2794"/>
                  </a:cubicBezTo>
                  <a:cubicBezTo>
                    <a:pt x="11694" y="2179"/>
                    <a:pt x="10633" y="2122"/>
                    <a:pt x="9995" y="2083"/>
                  </a:cubicBezTo>
                  <a:lnTo>
                    <a:pt x="9856" y="2074"/>
                  </a:lnTo>
                  <a:cubicBezTo>
                    <a:pt x="9654" y="2064"/>
                    <a:pt x="9453" y="2050"/>
                    <a:pt x="9237" y="2045"/>
                  </a:cubicBezTo>
                  <a:cubicBezTo>
                    <a:pt x="9251" y="1440"/>
                    <a:pt x="9299" y="835"/>
                    <a:pt x="9376" y="235"/>
                  </a:cubicBezTo>
                  <a:cubicBezTo>
                    <a:pt x="9397" y="85"/>
                    <a:pt x="9283" y="1"/>
                    <a:pt x="9170" y="1"/>
                  </a:cubicBezTo>
                  <a:cubicBezTo>
                    <a:pt x="9078" y="1"/>
                    <a:pt x="8988" y="57"/>
                    <a:pt x="8973" y="178"/>
                  </a:cubicBezTo>
                  <a:cubicBezTo>
                    <a:pt x="8896" y="754"/>
                    <a:pt x="8848" y="1330"/>
                    <a:pt x="8828" y="1906"/>
                  </a:cubicBezTo>
                  <a:cubicBezTo>
                    <a:pt x="8108" y="2055"/>
                    <a:pt x="7048" y="2141"/>
                    <a:pt x="5944" y="2141"/>
                  </a:cubicBezTo>
                  <a:cubicBezTo>
                    <a:pt x="4820" y="2141"/>
                    <a:pt x="3783" y="2055"/>
                    <a:pt x="3059" y="1911"/>
                  </a:cubicBezTo>
                  <a:cubicBezTo>
                    <a:pt x="3039" y="1330"/>
                    <a:pt x="2991" y="754"/>
                    <a:pt x="2915" y="178"/>
                  </a:cubicBezTo>
                  <a:cubicBezTo>
                    <a:pt x="2899" y="57"/>
                    <a:pt x="2809" y="1"/>
                    <a:pt x="27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3"/>
            <p:cNvSpPr/>
            <p:nvPr/>
          </p:nvSpPr>
          <p:spPr>
            <a:xfrm>
              <a:off x="4934751" y="3602984"/>
              <a:ext cx="219525" cy="110050"/>
            </a:xfrm>
            <a:custGeom>
              <a:rect b="b" l="l" r="r" t="t"/>
              <a:pathLst>
                <a:path extrusionOk="0" h="4200" w="8378">
                  <a:moveTo>
                    <a:pt x="4451" y="1160"/>
                  </a:moveTo>
                  <a:cubicBezTo>
                    <a:pt x="4527" y="1160"/>
                    <a:pt x="4595" y="1208"/>
                    <a:pt x="4623" y="1285"/>
                  </a:cubicBezTo>
                  <a:cubicBezTo>
                    <a:pt x="4623" y="1294"/>
                    <a:pt x="4628" y="1304"/>
                    <a:pt x="4628" y="1314"/>
                  </a:cubicBezTo>
                  <a:cubicBezTo>
                    <a:pt x="4628" y="1323"/>
                    <a:pt x="4628" y="1328"/>
                    <a:pt x="4628" y="1338"/>
                  </a:cubicBezTo>
                  <a:lnTo>
                    <a:pt x="4628" y="2859"/>
                  </a:lnTo>
                  <a:cubicBezTo>
                    <a:pt x="4628" y="2869"/>
                    <a:pt x="4628" y="2878"/>
                    <a:pt x="4628" y="2888"/>
                  </a:cubicBezTo>
                  <a:cubicBezTo>
                    <a:pt x="4628" y="2898"/>
                    <a:pt x="4623" y="2907"/>
                    <a:pt x="4623" y="2917"/>
                  </a:cubicBezTo>
                  <a:cubicBezTo>
                    <a:pt x="4595" y="2994"/>
                    <a:pt x="4527" y="3042"/>
                    <a:pt x="4451" y="3042"/>
                  </a:cubicBezTo>
                  <a:lnTo>
                    <a:pt x="3927" y="3042"/>
                  </a:lnTo>
                  <a:cubicBezTo>
                    <a:pt x="3851" y="3042"/>
                    <a:pt x="3783" y="2994"/>
                    <a:pt x="3755" y="2917"/>
                  </a:cubicBezTo>
                  <a:cubicBezTo>
                    <a:pt x="3755" y="2907"/>
                    <a:pt x="3750" y="2898"/>
                    <a:pt x="3750" y="2888"/>
                  </a:cubicBezTo>
                  <a:cubicBezTo>
                    <a:pt x="3750" y="2878"/>
                    <a:pt x="3750" y="2869"/>
                    <a:pt x="3750" y="2859"/>
                  </a:cubicBezTo>
                  <a:lnTo>
                    <a:pt x="3750" y="1338"/>
                  </a:lnTo>
                  <a:cubicBezTo>
                    <a:pt x="3750" y="1328"/>
                    <a:pt x="3750" y="1323"/>
                    <a:pt x="3750" y="1314"/>
                  </a:cubicBezTo>
                  <a:cubicBezTo>
                    <a:pt x="3750" y="1304"/>
                    <a:pt x="3755" y="1294"/>
                    <a:pt x="3755" y="1285"/>
                  </a:cubicBezTo>
                  <a:cubicBezTo>
                    <a:pt x="3783" y="1208"/>
                    <a:pt x="3851" y="1160"/>
                    <a:pt x="3927" y="1160"/>
                  </a:cubicBezTo>
                  <a:close/>
                  <a:moveTo>
                    <a:pt x="7047" y="408"/>
                  </a:moveTo>
                  <a:cubicBezTo>
                    <a:pt x="7165" y="408"/>
                    <a:pt x="7269" y="426"/>
                    <a:pt x="7360" y="464"/>
                  </a:cubicBezTo>
                  <a:cubicBezTo>
                    <a:pt x="7556" y="536"/>
                    <a:pt x="7715" y="685"/>
                    <a:pt x="7792" y="882"/>
                  </a:cubicBezTo>
                  <a:cubicBezTo>
                    <a:pt x="7974" y="1362"/>
                    <a:pt x="7676" y="2005"/>
                    <a:pt x="7672" y="2010"/>
                  </a:cubicBezTo>
                  <a:cubicBezTo>
                    <a:pt x="7643" y="2067"/>
                    <a:pt x="7643" y="2130"/>
                    <a:pt x="7672" y="2187"/>
                  </a:cubicBezTo>
                  <a:cubicBezTo>
                    <a:pt x="7676" y="2192"/>
                    <a:pt x="7969" y="2840"/>
                    <a:pt x="7792" y="3315"/>
                  </a:cubicBezTo>
                  <a:cubicBezTo>
                    <a:pt x="7715" y="3512"/>
                    <a:pt x="7556" y="3666"/>
                    <a:pt x="7360" y="3733"/>
                  </a:cubicBezTo>
                  <a:cubicBezTo>
                    <a:pt x="7270" y="3770"/>
                    <a:pt x="7166" y="3789"/>
                    <a:pt x="7049" y="3789"/>
                  </a:cubicBezTo>
                  <a:cubicBezTo>
                    <a:pt x="6567" y="3789"/>
                    <a:pt x="5860" y="3476"/>
                    <a:pt x="5041" y="2893"/>
                  </a:cubicBezTo>
                  <a:lnTo>
                    <a:pt x="5041" y="2859"/>
                  </a:lnTo>
                  <a:lnTo>
                    <a:pt x="5041" y="2682"/>
                  </a:lnTo>
                  <a:lnTo>
                    <a:pt x="5876" y="2907"/>
                  </a:lnTo>
                  <a:cubicBezTo>
                    <a:pt x="5898" y="2913"/>
                    <a:pt x="5919" y="2916"/>
                    <a:pt x="5938" y="2916"/>
                  </a:cubicBezTo>
                  <a:cubicBezTo>
                    <a:pt x="6155" y="2916"/>
                    <a:pt x="6224" y="2575"/>
                    <a:pt x="5982" y="2514"/>
                  </a:cubicBezTo>
                  <a:lnTo>
                    <a:pt x="5041" y="2254"/>
                  </a:lnTo>
                  <a:lnTo>
                    <a:pt x="5041" y="1942"/>
                  </a:lnTo>
                  <a:lnTo>
                    <a:pt x="5982" y="1688"/>
                  </a:lnTo>
                  <a:cubicBezTo>
                    <a:pt x="6224" y="1622"/>
                    <a:pt x="6155" y="1281"/>
                    <a:pt x="5938" y="1281"/>
                  </a:cubicBezTo>
                  <a:cubicBezTo>
                    <a:pt x="5919" y="1281"/>
                    <a:pt x="5898" y="1284"/>
                    <a:pt x="5876" y="1290"/>
                  </a:cubicBezTo>
                  <a:lnTo>
                    <a:pt x="5041" y="1515"/>
                  </a:lnTo>
                  <a:lnTo>
                    <a:pt x="5041" y="1338"/>
                  </a:lnTo>
                  <a:lnTo>
                    <a:pt x="5041" y="1304"/>
                  </a:lnTo>
                  <a:cubicBezTo>
                    <a:pt x="5860" y="721"/>
                    <a:pt x="6564" y="408"/>
                    <a:pt x="7047" y="408"/>
                  </a:cubicBezTo>
                  <a:close/>
                  <a:moveTo>
                    <a:pt x="1321" y="411"/>
                  </a:moveTo>
                  <a:cubicBezTo>
                    <a:pt x="1806" y="411"/>
                    <a:pt x="2511" y="723"/>
                    <a:pt x="3332" y="1309"/>
                  </a:cubicBezTo>
                  <a:lnTo>
                    <a:pt x="3332" y="1338"/>
                  </a:lnTo>
                  <a:lnTo>
                    <a:pt x="3332" y="1520"/>
                  </a:lnTo>
                  <a:lnTo>
                    <a:pt x="2502" y="1294"/>
                  </a:lnTo>
                  <a:cubicBezTo>
                    <a:pt x="2480" y="1288"/>
                    <a:pt x="2459" y="1286"/>
                    <a:pt x="2439" y="1286"/>
                  </a:cubicBezTo>
                  <a:cubicBezTo>
                    <a:pt x="2218" y="1286"/>
                    <a:pt x="2149" y="1626"/>
                    <a:pt x="2391" y="1688"/>
                  </a:cubicBezTo>
                  <a:lnTo>
                    <a:pt x="3332" y="1942"/>
                  </a:lnTo>
                  <a:lnTo>
                    <a:pt x="3332" y="2259"/>
                  </a:lnTo>
                  <a:lnTo>
                    <a:pt x="2391" y="2514"/>
                  </a:lnTo>
                  <a:cubicBezTo>
                    <a:pt x="2149" y="2580"/>
                    <a:pt x="2218" y="2916"/>
                    <a:pt x="2434" y="2916"/>
                  </a:cubicBezTo>
                  <a:cubicBezTo>
                    <a:pt x="2454" y="2916"/>
                    <a:pt x="2475" y="2913"/>
                    <a:pt x="2497" y="2907"/>
                  </a:cubicBezTo>
                  <a:lnTo>
                    <a:pt x="3332" y="2682"/>
                  </a:lnTo>
                  <a:lnTo>
                    <a:pt x="3332" y="2864"/>
                  </a:lnTo>
                  <a:lnTo>
                    <a:pt x="3332" y="2898"/>
                  </a:lnTo>
                  <a:cubicBezTo>
                    <a:pt x="2512" y="3482"/>
                    <a:pt x="1807" y="3792"/>
                    <a:pt x="1320" y="3792"/>
                  </a:cubicBezTo>
                  <a:cubicBezTo>
                    <a:pt x="1203" y="3792"/>
                    <a:pt x="1099" y="3774"/>
                    <a:pt x="1009" y="3738"/>
                  </a:cubicBezTo>
                  <a:cubicBezTo>
                    <a:pt x="817" y="3666"/>
                    <a:pt x="658" y="3512"/>
                    <a:pt x="582" y="3320"/>
                  </a:cubicBezTo>
                  <a:cubicBezTo>
                    <a:pt x="399" y="2840"/>
                    <a:pt x="697" y="2197"/>
                    <a:pt x="702" y="2187"/>
                  </a:cubicBezTo>
                  <a:cubicBezTo>
                    <a:pt x="726" y="2134"/>
                    <a:pt x="726" y="2072"/>
                    <a:pt x="702" y="2014"/>
                  </a:cubicBezTo>
                  <a:cubicBezTo>
                    <a:pt x="697" y="2010"/>
                    <a:pt x="399" y="1362"/>
                    <a:pt x="582" y="886"/>
                  </a:cubicBezTo>
                  <a:cubicBezTo>
                    <a:pt x="658" y="690"/>
                    <a:pt x="817" y="541"/>
                    <a:pt x="1009" y="469"/>
                  </a:cubicBezTo>
                  <a:cubicBezTo>
                    <a:pt x="1110" y="430"/>
                    <a:pt x="1215" y="411"/>
                    <a:pt x="1321" y="411"/>
                  </a:cubicBezTo>
                  <a:close/>
                  <a:moveTo>
                    <a:pt x="1331" y="1"/>
                  </a:moveTo>
                  <a:cubicBezTo>
                    <a:pt x="1164" y="1"/>
                    <a:pt x="1005" y="28"/>
                    <a:pt x="860" y="90"/>
                  </a:cubicBezTo>
                  <a:cubicBezTo>
                    <a:pt x="558" y="200"/>
                    <a:pt x="322" y="435"/>
                    <a:pt x="207" y="738"/>
                  </a:cubicBezTo>
                  <a:cubicBezTo>
                    <a:pt x="1" y="1266"/>
                    <a:pt x="207" y="1870"/>
                    <a:pt x="298" y="2101"/>
                  </a:cubicBezTo>
                  <a:cubicBezTo>
                    <a:pt x="236" y="2250"/>
                    <a:pt x="193" y="2403"/>
                    <a:pt x="159" y="2557"/>
                  </a:cubicBezTo>
                  <a:cubicBezTo>
                    <a:pt x="92" y="2902"/>
                    <a:pt x="106" y="3210"/>
                    <a:pt x="202" y="3464"/>
                  </a:cubicBezTo>
                  <a:cubicBezTo>
                    <a:pt x="322" y="3767"/>
                    <a:pt x="558" y="4002"/>
                    <a:pt x="860" y="4112"/>
                  </a:cubicBezTo>
                  <a:cubicBezTo>
                    <a:pt x="998" y="4170"/>
                    <a:pt x="1145" y="4199"/>
                    <a:pt x="1292" y="4199"/>
                  </a:cubicBezTo>
                  <a:cubicBezTo>
                    <a:pt x="1303" y="4199"/>
                    <a:pt x="1314" y="4199"/>
                    <a:pt x="1326" y="4199"/>
                  </a:cubicBezTo>
                  <a:cubicBezTo>
                    <a:pt x="2012" y="4199"/>
                    <a:pt x="2838" y="3743"/>
                    <a:pt x="3510" y="3277"/>
                  </a:cubicBezTo>
                  <a:cubicBezTo>
                    <a:pt x="3620" y="3392"/>
                    <a:pt x="3769" y="3455"/>
                    <a:pt x="3927" y="3459"/>
                  </a:cubicBezTo>
                  <a:lnTo>
                    <a:pt x="4451" y="3459"/>
                  </a:lnTo>
                  <a:cubicBezTo>
                    <a:pt x="4609" y="3455"/>
                    <a:pt x="4758" y="3392"/>
                    <a:pt x="4868" y="3277"/>
                  </a:cubicBezTo>
                  <a:cubicBezTo>
                    <a:pt x="5540" y="3743"/>
                    <a:pt x="6371" y="4199"/>
                    <a:pt x="7047" y="4199"/>
                  </a:cubicBezTo>
                  <a:cubicBezTo>
                    <a:pt x="7059" y="4199"/>
                    <a:pt x="7071" y="4199"/>
                    <a:pt x="7082" y="4199"/>
                  </a:cubicBezTo>
                  <a:cubicBezTo>
                    <a:pt x="7233" y="4199"/>
                    <a:pt x="7380" y="4170"/>
                    <a:pt x="7518" y="4112"/>
                  </a:cubicBezTo>
                  <a:cubicBezTo>
                    <a:pt x="7820" y="4002"/>
                    <a:pt x="8056" y="3767"/>
                    <a:pt x="8171" y="3464"/>
                  </a:cubicBezTo>
                  <a:cubicBezTo>
                    <a:pt x="8377" y="2936"/>
                    <a:pt x="8171" y="2331"/>
                    <a:pt x="8080" y="2101"/>
                  </a:cubicBezTo>
                  <a:cubicBezTo>
                    <a:pt x="8142" y="1952"/>
                    <a:pt x="8185" y="1798"/>
                    <a:pt x="8219" y="1640"/>
                  </a:cubicBezTo>
                  <a:cubicBezTo>
                    <a:pt x="8286" y="1299"/>
                    <a:pt x="8272" y="992"/>
                    <a:pt x="8171" y="738"/>
                  </a:cubicBezTo>
                  <a:cubicBezTo>
                    <a:pt x="8056" y="435"/>
                    <a:pt x="7820" y="200"/>
                    <a:pt x="7518" y="90"/>
                  </a:cubicBezTo>
                  <a:cubicBezTo>
                    <a:pt x="7373" y="28"/>
                    <a:pt x="7214" y="1"/>
                    <a:pt x="7047" y="1"/>
                  </a:cubicBezTo>
                  <a:cubicBezTo>
                    <a:pt x="6364" y="1"/>
                    <a:pt x="5535" y="458"/>
                    <a:pt x="4868" y="925"/>
                  </a:cubicBezTo>
                  <a:cubicBezTo>
                    <a:pt x="4758" y="810"/>
                    <a:pt x="4609" y="742"/>
                    <a:pt x="4451" y="742"/>
                  </a:cubicBezTo>
                  <a:lnTo>
                    <a:pt x="3927" y="742"/>
                  </a:lnTo>
                  <a:cubicBezTo>
                    <a:pt x="3769" y="742"/>
                    <a:pt x="3620" y="810"/>
                    <a:pt x="3510" y="925"/>
                  </a:cubicBezTo>
                  <a:cubicBezTo>
                    <a:pt x="2839" y="458"/>
                    <a:pt x="2013" y="1"/>
                    <a:pt x="13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3"/>
            <p:cNvSpPr/>
            <p:nvPr/>
          </p:nvSpPr>
          <p:spPr>
            <a:xfrm>
              <a:off x="4929720" y="3349868"/>
              <a:ext cx="229324" cy="92914"/>
            </a:xfrm>
            <a:custGeom>
              <a:rect b="b" l="l" r="r" t="t"/>
              <a:pathLst>
                <a:path extrusionOk="0" h="3546" w="8752">
                  <a:moveTo>
                    <a:pt x="4379" y="404"/>
                  </a:moveTo>
                  <a:cubicBezTo>
                    <a:pt x="5415" y="404"/>
                    <a:pt x="6409" y="476"/>
                    <a:pt x="7167" y="615"/>
                  </a:cubicBezTo>
                  <a:cubicBezTo>
                    <a:pt x="7998" y="759"/>
                    <a:pt x="8286" y="936"/>
                    <a:pt x="8339" y="1004"/>
                  </a:cubicBezTo>
                  <a:lnTo>
                    <a:pt x="8329" y="1018"/>
                  </a:lnTo>
                  <a:lnTo>
                    <a:pt x="8320" y="1028"/>
                  </a:lnTo>
                  <a:cubicBezTo>
                    <a:pt x="8276" y="1066"/>
                    <a:pt x="8118" y="1176"/>
                    <a:pt x="7667" y="1292"/>
                  </a:cubicBezTo>
                  <a:lnTo>
                    <a:pt x="7657" y="1292"/>
                  </a:lnTo>
                  <a:lnTo>
                    <a:pt x="7609" y="1306"/>
                  </a:lnTo>
                  <a:lnTo>
                    <a:pt x="7595" y="1306"/>
                  </a:lnTo>
                  <a:lnTo>
                    <a:pt x="7552" y="1320"/>
                  </a:lnTo>
                  <a:lnTo>
                    <a:pt x="7528" y="1325"/>
                  </a:lnTo>
                  <a:lnTo>
                    <a:pt x="7489" y="1335"/>
                  </a:lnTo>
                  <a:lnTo>
                    <a:pt x="7460" y="1340"/>
                  </a:lnTo>
                  <a:lnTo>
                    <a:pt x="7417" y="1349"/>
                  </a:lnTo>
                  <a:lnTo>
                    <a:pt x="7393" y="1354"/>
                  </a:lnTo>
                  <a:lnTo>
                    <a:pt x="7326" y="1368"/>
                  </a:lnTo>
                  <a:lnTo>
                    <a:pt x="7321" y="1368"/>
                  </a:lnTo>
                  <a:lnTo>
                    <a:pt x="7244" y="1383"/>
                  </a:lnTo>
                  <a:lnTo>
                    <a:pt x="7167" y="1397"/>
                  </a:lnTo>
                  <a:lnTo>
                    <a:pt x="7047" y="1416"/>
                  </a:lnTo>
                  <a:lnTo>
                    <a:pt x="7009" y="1421"/>
                  </a:lnTo>
                  <a:lnTo>
                    <a:pt x="6937" y="1436"/>
                  </a:lnTo>
                  <a:lnTo>
                    <a:pt x="6855" y="1445"/>
                  </a:lnTo>
                  <a:lnTo>
                    <a:pt x="6803" y="1455"/>
                  </a:lnTo>
                  <a:lnTo>
                    <a:pt x="6702" y="1464"/>
                  </a:lnTo>
                  <a:lnTo>
                    <a:pt x="6692" y="1464"/>
                  </a:lnTo>
                  <a:cubicBezTo>
                    <a:pt x="6260" y="1522"/>
                    <a:pt x="5771" y="1565"/>
                    <a:pt x="5262" y="1584"/>
                  </a:cubicBezTo>
                  <a:lnTo>
                    <a:pt x="5252" y="1584"/>
                  </a:lnTo>
                  <a:lnTo>
                    <a:pt x="5094" y="1594"/>
                  </a:lnTo>
                  <a:lnTo>
                    <a:pt x="3673" y="1594"/>
                  </a:lnTo>
                  <a:lnTo>
                    <a:pt x="3510" y="1584"/>
                  </a:lnTo>
                  <a:lnTo>
                    <a:pt x="3505" y="1584"/>
                  </a:lnTo>
                  <a:cubicBezTo>
                    <a:pt x="2996" y="1565"/>
                    <a:pt x="2506" y="1527"/>
                    <a:pt x="2074" y="1464"/>
                  </a:cubicBezTo>
                  <a:lnTo>
                    <a:pt x="2065" y="1464"/>
                  </a:lnTo>
                  <a:lnTo>
                    <a:pt x="1964" y="1455"/>
                  </a:lnTo>
                  <a:lnTo>
                    <a:pt x="1911" y="1445"/>
                  </a:lnTo>
                  <a:lnTo>
                    <a:pt x="1830" y="1436"/>
                  </a:lnTo>
                  <a:lnTo>
                    <a:pt x="1758" y="1421"/>
                  </a:lnTo>
                  <a:lnTo>
                    <a:pt x="1719" y="1416"/>
                  </a:lnTo>
                  <a:lnTo>
                    <a:pt x="1599" y="1397"/>
                  </a:lnTo>
                  <a:lnTo>
                    <a:pt x="1527" y="1383"/>
                  </a:lnTo>
                  <a:lnTo>
                    <a:pt x="1522" y="1383"/>
                  </a:lnTo>
                  <a:lnTo>
                    <a:pt x="1369" y="1354"/>
                  </a:lnTo>
                  <a:lnTo>
                    <a:pt x="1350" y="1349"/>
                  </a:lnTo>
                  <a:lnTo>
                    <a:pt x="1302" y="1335"/>
                  </a:lnTo>
                  <a:lnTo>
                    <a:pt x="1278" y="1330"/>
                  </a:lnTo>
                  <a:lnTo>
                    <a:pt x="1234" y="1320"/>
                  </a:lnTo>
                  <a:lnTo>
                    <a:pt x="1210" y="1316"/>
                  </a:lnTo>
                  <a:lnTo>
                    <a:pt x="1167" y="1306"/>
                  </a:lnTo>
                  <a:lnTo>
                    <a:pt x="1153" y="1301"/>
                  </a:lnTo>
                  <a:lnTo>
                    <a:pt x="1105" y="1292"/>
                  </a:lnTo>
                  <a:lnTo>
                    <a:pt x="1100" y="1292"/>
                  </a:lnTo>
                  <a:cubicBezTo>
                    <a:pt x="644" y="1172"/>
                    <a:pt x="486" y="1061"/>
                    <a:pt x="442" y="1023"/>
                  </a:cubicBezTo>
                  <a:lnTo>
                    <a:pt x="433" y="1018"/>
                  </a:lnTo>
                  <a:lnTo>
                    <a:pt x="423" y="1004"/>
                  </a:lnTo>
                  <a:cubicBezTo>
                    <a:pt x="471" y="936"/>
                    <a:pt x="754" y="764"/>
                    <a:pt x="1585" y="615"/>
                  </a:cubicBezTo>
                  <a:cubicBezTo>
                    <a:pt x="2348" y="476"/>
                    <a:pt x="3337" y="404"/>
                    <a:pt x="4379" y="404"/>
                  </a:cubicBezTo>
                  <a:close/>
                  <a:moveTo>
                    <a:pt x="4379" y="0"/>
                  </a:moveTo>
                  <a:cubicBezTo>
                    <a:pt x="3246" y="0"/>
                    <a:pt x="2190" y="82"/>
                    <a:pt x="1388" y="240"/>
                  </a:cubicBezTo>
                  <a:cubicBezTo>
                    <a:pt x="481" y="413"/>
                    <a:pt x="39" y="648"/>
                    <a:pt x="1" y="965"/>
                  </a:cubicBezTo>
                  <a:cubicBezTo>
                    <a:pt x="1" y="980"/>
                    <a:pt x="1" y="994"/>
                    <a:pt x="1" y="1004"/>
                  </a:cubicBezTo>
                  <a:lnTo>
                    <a:pt x="1" y="1013"/>
                  </a:lnTo>
                  <a:cubicBezTo>
                    <a:pt x="1" y="1128"/>
                    <a:pt x="49" y="1234"/>
                    <a:pt x="135" y="1311"/>
                  </a:cubicBezTo>
                  <a:cubicBezTo>
                    <a:pt x="289" y="1632"/>
                    <a:pt x="567" y="2314"/>
                    <a:pt x="783" y="3375"/>
                  </a:cubicBezTo>
                  <a:cubicBezTo>
                    <a:pt x="808" y="3487"/>
                    <a:pt x="894" y="3536"/>
                    <a:pt x="981" y="3536"/>
                  </a:cubicBezTo>
                  <a:cubicBezTo>
                    <a:pt x="1099" y="3536"/>
                    <a:pt x="1220" y="3444"/>
                    <a:pt x="1186" y="3288"/>
                  </a:cubicBezTo>
                  <a:cubicBezTo>
                    <a:pt x="1071" y="2717"/>
                    <a:pt x="913" y="2156"/>
                    <a:pt x="706" y="1608"/>
                  </a:cubicBezTo>
                  <a:lnTo>
                    <a:pt x="706" y="1608"/>
                  </a:lnTo>
                  <a:cubicBezTo>
                    <a:pt x="759" y="1628"/>
                    <a:pt x="807" y="1642"/>
                    <a:pt x="865" y="1656"/>
                  </a:cubicBezTo>
                  <a:lnTo>
                    <a:pt x="889" y="1666"/>
                  </a:lnTo>
                  <a:lnTo>
                    <a:pt x="922" y="1676"/>
                  </a:lnTo>
                  <a:cubicBezTo>
                    <a:pt x="1282" y="1767"/>
                    <a:pt x="1647" y="1834"/>
                    <a:pt x="2017" y="1882"/>
                  </a:cubicBezTo>
                  <a:lnTo>
                    <a:pt x="2094" y="1892"/>
                  </a:lnTo>
                  <a:lnTo>
                    <a:pt x="2132" y="1896"/>
                  </a:lnTo>
                  <a:cubicBezTo>
                    <a:pt x="2766" y="1968"/>
                    <a:pt x="3399" y="2007"/>
                    <a:pt x="4038" y="2016"/>
                  </a:cubicBezTo>
                  <a:lnTo>
                    <a:pt x="4931" y="2016"/>
                  </a:lnTo>
                  <a:cubicBezTo>
                    <a:pt x="5646" y="2002"/>
                    <a:pt x="6366" y="1944"/>
                    <a:pt x="7076" y="1834"/>
                  </a:cubicBezTo>
                  <a:lnTo>
                    <a:pt x="7206" y="1815"/>
                  </a:lnTo>
                  <a:lnTo>
                    <a:pt x="7220" y="1815"/>
                  </a:lnTo>
                  <a:cubicBezTo>
                    <a:pt x="7393" y="1781"/>
                    <a:pt x="7552" y="1752"/>
                    <a:pt x="7696" y="1714"/>
                  </a:cubicBezTo>
                  <a:lnTo>
                    <a:pt x="7763" y="1700"/>
                  </a:lnTo>
                  <a:lnTo>
                    <a:pt x="7777" y="1695"/>
                  </a:lnTo>
                  <a:lnTo>
                    <a:pt x="7801" y="1690"/>
                  </a:lnTo>
                  <a:cubicBezTo>
                    <a:pt x="7888" y="1666"/>
                    <a:pt x="7969" y="1642"/>
                    <a:pt x="8046" y="1618"/>
                  </a:cubicBezTo>
                  <a:lnTo>
                    <a:pt x="8046" y="1618"/>
                  </a:lnTo>
                  <a:cubicBezTo>
                    <a:pt x="7840" y="2165"/>
                    <a:pt x="7681" y="2727"/>
                    <a:pt x="7566" y="3298"/>
                  </a:cubicBezTo>
                  <a:cubicBezTo>
                    <a:pt x="7533" y="3452"/>
                    <a:pt x="7652" y="3545"/>
                    <a:pt x="7770" y="3545"/>
                  </a:cubicBezTo>
                  <a:cubicBezTo>
                    <a:pt x="7857" y="3545"/>
                    <a:pt x="7945" y="3494"/>
                    <a:pt x="7969" y="3380"/>
                  </a:cubicBezTo>
                  <a:cubicBezTo>
                    <a:pt x="8185" y="2324"/>
                    <a:pt x="8464" y="1642"/>
                    <a:pt x="8617" y="1311"/>
                  </a:cubicBezTo>
                  <a:cubicBezTo>
                    <a:pt x="8704" y="1234"/>
                    <a:pt x="8752" y="1124"/>
                    <a:pt x="8752" y="1013"/>
                  </a:cubicBezTo>
                  <a:lnTo>
                    <a:pt x="8752" y="1004"/>
                  </a:lnTo>
                  <a:lnTo>
                    <a:pt x="8752" y="989"/>
                  </a:lnTo>
                  <a:lnTo>
                    <a:pt x="8752" y="980"/>
                  </a:lnTo>
                  <a:lnTo>
                    <a:pt x="8752" y="975"/>
                  </a:lnTo>
                  <a:cubicBezTo>
                    <a:pt x="8718" y="648"/>
                    <a:pt x="8276" y="413"/>
                    <a:pt x="7364" y="240"/>
                  </a:cubicBezTo>
                  <a:cubicBezTo>
                    <a:pt x="6567" y="82"/>
                    <a:pt x="5507" y="0"/>
                    <a:pt x="4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2" name="Google Shape;15732;p83"/>
          <p:cNvGrpSpPr/>
          <p:nvPr/>
        </p:nvGrpSpPr>
        <p:grpSpPr>
          <a:xfrm>
            <a:off x="6196821" y="3409296"/>
            <a:ext cx="363402" cy="243971"/>
            <a:chOff x="6196821" y="3409296"/>
            <a:chExt cx="363402" cy="243971"/>
          </a:xfrm>
        </p:grpSpPr>
        <p:sp>
          <p:nvSpPr>
            <p:cNvPr id="15733" name="Google Shape;15733;p83"/>
            <p:cNvSpPr/>
            <p:nvPr/>
          </p:nvSpPr>
          <p:spPr>
            <a:xfrm>
              <a:off x="6420957" y="3414641"/>
              <a:ext cx="133973" cy="142542"/>
            </a:xfrm>
            <a:custGeom>
              <a:rect b="b" l="l" r="r" t="t"/>
              <a:pathLst>
                <a:path extrusionOk="0" h="5440" w="5113">
                  <a:moveTo>
                    <a:pt x="644" y="0"/>
                  </a:moveTo>
                  <a:cubicBezTo>
                    <a:pt x="289" y="0"/>
                    <a:pt x="1" y="288"/>
                    <a:pt x="1" y="644"/>
                  </a:cubicBezTo>
                  <a:lnTo>
                    <a:pt x="1" y="2021"/>
                  </a:lnTo>
                  <a:cubicBezTo>
                    <a:pt x="1" y="2276"/>
                    <a:pt x="207" y="2482"/>
                    <a:pt x="461" y="2482"/>
                  </a:cubicBezTo>
                  <a:cubicBezTo>
                    <a:pt x="716" y="2482"/>
                    <a:pt x="922" y="2276"/>
                    <a:pt x="922" y="2021"/>
                  </a:cubicBezTo>
                  <a:lnTo>
                    <a:pt x="922" y="1445"/>
                  </a:lnTo>
                  <a:lnTo>
                    <a:pt x="3865" y="5439"/>
                  </a:lnTo>
                  <a:lnTo>
                    <a:pt x="5113" y="5439"/>
                  </a:lnTo>
                  <a:lnTo>
                    <a:pt x="5113" y="4916"/>
                  </a:lnTo>
                  <a:cubicBezTo>
                    <a:pt x="5113" y="4647"/>
                    <a:pt x="5007" y="4388"/>
                    <a:pt x="4830" y="4196"/>
                  </a:cubicBezTo>
                  <a:lnTo>
                    <a:pt x="1114" y="207"/>
                  </a:lnTo>
                  <a:cubicBezTo>
                    <a:pt x="989" y="77"/>
                    <a:pt x="821" y="0"/>
                    <a:pt x="644"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3"/>
            <p:cNvSpPr/>
            <p:nvPr/>
          </p:nvSpPr>
          <p:spPr>
            <a:xfrm>
              <a:off x="6433088" y="3434293"/>
              <a:ext cx="115815" cy="122890"/>
            </a:xfrm>
            <a:custGeom>
              <a:rect b="b" l="l" r="r" t="t"/>
              <a:pathLst>
                <a:path extrusionOk="0" h="4690" w="4420">
                  <a:moveTo>
                    <a:pt x="236" y="0"/>
                  </a:moveTo>
                  <a:cubicBezTo>
                    <a:pt x="115" y="0"/>
                    <a:pt x="0" y="92"/>
                    <a:pt x="3" y="234"/>
                  </a:cubicBezTo>
                  <a:lnTo>
                    <a:pt x="3" y="1732"/>
                  </a:lnTo>
                  <a:cubicBezTo>
                    <a:pt x="253" y="1732"/>
                    <a:pt x="459" y="1526"/>
                    <a:pt x="459" y="1271"/>
                  </a:cubicBezTo>
                  <a:lnTo>
                    <a:pt x="459" y="695"/>
                  </a:lnTo>
                  <a:lnTo>
                    <a:pt x="3397" y="4689"/>
                  </a:lnTo>
                  <a:lnTo>
                    <a:pt x="4419" y="4689"/>
                  </a:lnTo>
                  <a:lnTo>
                    <a:pt x="411" y="81"/>
                  </a:lnTo>
                  <a:cubicBezTo>
                    <a:pt x="362" y="25"/>
                    <a:pt x="298" y="0"/>
                    <a:pt x="23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3"/>
            <p:cNvSpPr/>
            <p:nvPr/>
          </p:nvSpPr>
          <p:spPr>
            <a:xfrm>
              <a:off x="6202113" y="3414641"/>
              <a:ext cx="133842" cy="142542"/>
            </a:xfrm>
            <a:custGeom>
              <a:rect b="b" l="l" r="r" t="t"/>
              <a:pathLst>
                <a:path extrusionOk="0" h="5440" w="5108">
                  <a:moveTo>
                    <a:pt x="4469" y="0"/>
                  </a:moveTo>
                  <a:cubicBezTo>
                    <a:pt x="4292" y="0"/>
                    <a:pt x="4119" y="77"/>
                    <a:pt x="3999" y="207"/>
                  </a:cubicBezTo>
                  <a:lnTo>
                    <a:pt x="283" y="4196"/>
                  </a:lnTo>
                  <a:cubicBezTo>
                    <a:pt x="101" y="4388"/>
                    <a:pt x="0" y="4647"/>
                    <a:pt x="0" y="4916"/>
                  </a:cubicBezTo>
                  <a:lnTo>
                    <a:pt x="0" y="5439"/>
                  </a:lnTo>
                  <a:lnTo>
                    <a:pt x="1248" y="5439"/>
                  </a:lnTo>
                  <a:lnTo>
                    <a:pt x="4191" y="1445"/>
                  </a:lnTo>
                  <a:lnTo>
                    <a:pt x="4191" y="2021"/>
                  </a:lnTo>
                  <a:cubicBezTo>
                    <a:pt x="4191" y="2276"/>
                    <a:pt x="4397" y="2482"/>
                    <a:pt x="4652" y="2482"/>
                  </a:cubicBezTo>
                  <a:cubicBezTo>
                    <a:pt x="4901" y="2482"/>
                    <a:pt x="5108" y="2276"/>
                    <a:pt x="5108" y="2021"/>
                  </a:cubicBezTo>
                  <a:lnTo>
                    <a:pt x="5108" y="644"/>
                  </a:lnTo>
                  <a:cubicBezTo>
                    <a:pt x="5108" y="288"/>
                    <a:pt x="4824" y="0"/>
                    <a:pt x="4469"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83"/>
            <p:cNvSpPr/>
            <p:nvPr/>
          </p:nvSpPr>
          <p:spPr>
            <a:xfrm>
              <a:off x="6208140" y="3434293"/>
              <a:ext cx="115736" cy="122890"/>
            </a:xfrm>
            <a:custGeom>
              <a:rect b="b" l="l" r="r" t="t"/>
              <a:pathLst>
                <a:path extrusionOk="0" h="4690" w="4417">
                  <a:moveTo>
                    <a:pt x="4181" y="0"/>
                  </a:moveTo>
                  <a:cubicBezTo>
                    <a:pt x="4119" y="0"/>
                    <a:pt x="4056" y="25"/>
                    <a:pt x="4009" y="81"/>
                  </a:cubicBezTo>
                  <a:lnTo>
                    <a:pt x="1" y="4689"/>
                  </a:lnTo>
                  <a:lnTo>
                    <a:pt x="1018" y="4689"/>
                  </a:lnTo>
                  <a:lnTo>
                    <a:pt x="3961" y="695"/>
                  </a:lnTo>
                  <a:lnTo>
                    <a:pt x="3961" y="1271"/>
                  </a:lnTo>
                  <a:cubicBezTo>
                    <a:pt x="3961" y="1526"/>
                    <a:pt x="4162" y="1732"/>
                    <a:pt x="4417" y="1732"/>
                  </a:cubicBezTo>
                  <a:lnTo>
                    <a:pt x="4417" y="234"/>
                  </a:lnTo>
                  <a:cubicBezTo>
                    <a:pt x="4417" y="92"/>
                    <a:pt x="4300" y="0"/>
                    <a:pt x="418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3"/>
            <p:cNvSpPr/>
            <p:nvPr/>
          </p:nvSpPr>
          <p:spPr>
            <a:xfrm>
              <a:off x="6202113" y="3532631"/>
              <a:ext cx="352712" cy="115239"/>
            </a:xfrm>
            <a:custGeom>
              <a:rect b="b" l="l" r="r" t="t"/>
              <a:pathLst>
                <a:path extrusionOk="0" h="4398" w="13461">
                  <a:moveTo>
                    <a:pt x="480" y="0"/>
                  </a:moveTo>
                  <a:cubicBezTo>
                    <a:pt x="216" y="0"/>
                    <a:pt x="0" y="211"/>
                    <a:pt x="0" y="480"/>
                  </a:cubicBezTo>
                  <a:lnTo>
                    <a:pt x="0" y="3917"/>
                  </a:lnTo>
                  <a:cubicBezTo>
                    <a:pt x="0" y="4181"/>
                    <a:pt x="216" y="4397"/>
                    <a:pt x="480" y="4397"/>
                  </a:cubicBezTo>
                  <a:lnTo>
                    <a:pt x="5146" y="4397"/>
                  </a:lnTo>
                  <a:cubicBezTo>
                    <a:pt x="5338" y="4397"/>
                    <a:pt x="5520" y="4325"/>
                    <a:pt x="5660" y="4195"/>
                  </a:cubicBezTo>
                  <a:lnTo>
                    <a:pt x="6730" y="3211"/>
                  </a:lnTo>
                  <a:lnTo>
                    <a:pt x="7801" y="4195"/>
                  </a:lnTo>
                  <a:cubicBezTo>
                    <a:pt x="7940" y="4325"/>
                    <a:pt x="8127" y="4397"/>
                    <a:pt x="8314" y="4397"/>
                  </a:cubicBezTo>
                  <a:lnTo>
                    <a:pt x="12980" y="4397"/>
                  </a:lnTo>
                  <a:cubicBezTo>
                    <a:pt x="13244" y="4397"/>
                    <a:pt x="13460" y="4181"/>
                    <a:pt x="13460" y="3917"/>
                  </a:cubicBezTo>
                  <a:lnTo>
                    <a:pt x="13460" y="480"/>
                  </a:lnTo>
                  <a:cubicBezTo>
                    <a:pt x="13460" y="211"/>
                    <a:pt x="13244" y="0"/>
                    <a:pt x="1298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83"/>
            <p:cNvSpPr/>
            <p:nvPr/>
          </p:nvSpPr>
          <p:spPr>
            <a:xfrm>
              <a:off x="6227399" y="3557890"/>
              <a:ext cx="125798" cy="64799"/>
            </a:xfrm>
            <a:custGeom>
              <a:rect b="b" l="l" r="r" t="t"/>
              <a:pathLst>
                <a:path extrusionOk="0" h="2473" w="4801">
                  <a:moveTo>
                    <a:pt x="115" y="1"/>
                  </a:moveTo>
                  <a:cubicBezTo>
                    <a:pt x="53" y="1"/>
                    <a:pt x="0" y="49"/>
                    <a:pt x="0" y="111"/>
                  </a:cubicBezTo>
                  <a:lnTo>
                    <a:pt x="0" y="2358"/>
                  </a:lnTo>
                  <a:cubicBezTo>
                    <a:pt x="0" y="2420"/>
                    <a:pt x="48" y="2473"/>
                    <a:pt x="115" y="2473"/>
                  </a:cubicBezTo>
                  <a:lnTo>
                    <a:pt x="4056" y="2473"/>
                  </a:lnTo>
                  <a:cubicBezTo>
                    <a:pt x="4085" y="2473"/>
                    <a:pt x="4114" y="2463"/>
                    <a:pt x="4133" y="2444"/>
                  </a:cubicBezTo>
                  <a:lnTo>
                    <a:pt x="4762" y="1863"/>
                  </a:lnTo>
                  <a:cubicBezTo>
                    <a:pt x="4786" y="1844"/>
                    <a:pt x="4800" y="1815"/>
                    <a:pt x="4800" y="1782"/>
                  </a:cubicBezTo>
                  <a:lnTo>
                    <a:pt x="4800" y="111"/>
                  </a:lnTo>
                  <a:cubicBezTo>
                    <a:pt x="4800" y="49"/>
                    <a:pt x="4747" y="1"/>
                    <a:pt x="469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83"/>
            <p:cNvSpPr/>
            <p:nvPr/>
          </p:nvSpPr>
          <p:spPr>
            <a:xfrm>
              <a:off x="6312924" y="3557890"/>
              <a:ext cx="40273" cy="64720"/>
            </a:xfrm>
            <a:custGeom>
              <a:rect b="b" l="l" r="r" t="t"/>
              <a:pathLst>
                <a:path extrusionOk="0" h="2470" w="1537">
                  <a:moveTo>
                    <a:pt x="0" y="1"/>
                  </a:moveTo>
                  <a:cubicBezTo>
                    <a:pt x="63" y="1"/>
                    <a:pt x="111" y="49"/>
                    <a:pt x="111" y="111"/>
                  </a:cubicBezTo>
                  <a:lnTo>
                    <a:pt x="111" y="2358"/>
                  </a:lnTo>
                  <a:cubicBezTo>
                    <a:pt x="111" y="2420"/>
                    <a:pt x="63" y="2468"/>
                    <a:pt x="0" y="2468"/>
                  </a:cubicBezTo>
                  <a:lnTo>
                    <a:pt x="792" y="2468"/>
                  </a:lnTo>
                  <a:cubicBezTo>
                    <a:pt x="796" y="2469"/>
                    <a:pt x="800" y="2469"/>
                    <a:pt x="804" y="2469"/>
                  </a:cubicBezTo>
                  <a:cubicBezTo>
                    <a:pt x="828" y="2469"/>
                    <a:pt x="852" y="2456"/>
                    <a:pt x="869" y="2439"/>
                  </a:cubicBezTo>
                  <a:lnTo>
                    <a:pt x="1498" y="1863"/>
                  </a:lnTo>
                  <a:cubicBezTo>
                    <a:pt x="1522" y="1839"/>
                    <a:pt x="1536" y="1811"/>
                    <a:pt x="1536" y="1782"/>
                  </a:cubicBezTo>
                  <a:lnTo>
                    <a:pt x="1536" y="111"/>
                  </a:lnTo>
                  <a:cubicBezTo>
                    <a:pt x="1536" y="49"/>
                    <a:pt x="1488" y="1"/>
                    <a:pt x="142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3"/>
            <p:cNvSpPr/>
            <p:nvPr/>
          </p:nvSpPr>
          <p:spPr>
            <a:xfrm>
              <a:off x="6398947" y="3532605"/>
              <a:ext cx="155983" cy="115265"/>
            </a:xfrm>
            <a:custGeom>
              <a:rect b="b" l="l" r="r" t="t"/>
              <a:pathLst>
                <a:path extrusionOk="0" h="4399" w="5953">
                  <a:moveTo>
                    <a:pt x="5477" y="1"/>
                  </a:moveTo>
                  <a:cubicBezTo>
                    <a:pt x="5474" y="1"/>
                    <a:pt x="5471" y="1"/>
                    <a:pt x="5468" y="1"/>
                  </a:cubicBezTo>
                  <a:lnTo>
                    <a:pt x="4532" y="1"/>
                  </a:lnTo>
                  <a:lnTo>
                    <a:pt x="4532" y="15"/>
                  </a:lnTo>
                  <a:lnTo>
                    <a:pt x="4532" y="3452"/>
                  </a:lnTo>
                  <a:cubicBezTo>
                    <a:pt x="4532" y="3716"/>
                    <a:pt x="4316" y="3932"/>
                    <a:pt x="4052" y="3932"/>
                  </a:cubicBezTo>
                  <a:lnTo>
                    <a:pt x="1" y="3932"/>
                  </a:lnTo>
                  <a:lnTo>
                    <a:pt x="293" y="4201"/>
                  </a:lnTo>
                  <a:cubicBezTo>
                    <a:pt x="433" y="4326"/>
                    <a:pt x="615" y="4398"/>
                    <a:pt x="807" y="4398"/>
                  </a:cubicBezTo>
                  <a:lnTo>
                    <a:pt x="5473" y="4398"/>
                  </a:lnTo>
                  <a:cubicBezTo>
                    <a:pt x="5737" y="4398"/>
                    <a:pt x="5953" y="4182"/>
                    <a:pt x="5953" y="3918"/>
                  </a:cubicBezTo>
                  <a:lnTo>
                    <a:pt x="5953" y="481"/>
                  </a:lnTo>
                  <a:cubicBezTo>
                    <a:pt x="5953" y="215"/>
                    <a:pt x="5742" y="1"/>
                    <a:pt x="547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3"/>
            <p:cNvSpPr/>
            <p:nvPr/>
          </p:nvSpPr>
          <p:spPr>
            <a:xfrm>
              <a:off x="6403846" y="3557890"/>
              <a:ext cx="125693" cy="64799"/>
            </a:xfrm>
            <a:custGeom>
              <a:rect b="b" l="l" r="r" t="t"/>
              <a:pathLst>
                <a:path extrusionOk="0" h="2473" w="4797">
                  <a:moveTo>
                    <a:pt x="111" y="1"/>
                  </a:moveTo>
                  <a:cubicBezTo>
                    <a:pt x="49" y="1"/>
                    <a:pt x="1" y="49"/>
                    <a:pt x="1" y="111"/>
                  </a:cubicBezTo>
                  <a:lnTo>
                    <a:pt x="1" y="1782"/>
                  </a:lnTo>
                  <a:cubicBezTo>
                    <a:pt x="1" y="1811"/>
                    <a:pt x="15" y="1844"/>
                    <a:pt x="34" y="1863"/>
                  </a:cubicBezTo>
                  <a:lnTo>
                    <a:pt x="668" y="2444"/>
                  </a:lnTo>
                  <a:cubicBezTo>
                    <a:pt x="687" y="2459"/>
                    <a:pt x="711" y="2473"/>
                    <a:pt x="740" y="2473"/>
                  </a:cubicBezTo>
                  <a:lnTo>
                    <a:pt x="4686" y="2473"/>
                  </a:lnTo>
                  <a:cubicBezTo>
                    <a:pt x="4748" y="2473"/>
                    <a:pt x="4796" y="2420"/>
                    <a:pt x="4796" y="2358"/>
                  </a:cubicBezTo>
                  <a:lnTo>
                    <a:pt x="4796" y="111"/>
                  </a:lnTo>
                  <a:cubicBezTo>
                    <a:pt x="4796" y="49"/>
                    <a:pt x="4748" y="1"/>
                    <a:pt x="468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3"/>
            <p:cNvSpPr/>
            <p:nvPr/>
          </p:nvSpPr>
          <p:spPr>
            <a:xfrm>
              <a:off x="6489371" y="3557890"/>
              <a:ext cx="40168" cy="64694"/>
            </a:xfrm>
            <a:custGeom>
              <a:rect b="b" l="l" r="r" t="t"/>
              <a:pathLst>
                <a:path extrusionOk="0" h="2469" w="1533">
                  <a:moveTo>
                    <a:pt x="1" y="1"/>
                  </a:moveTo>
                  <a:cubicBezTo>
                    <a:pt x="63" y="1"/>
                    <a:pt x="116" y="49"/>
                    <a:pt x="116" y="111"/>
                  </a:cubicBezTo>
                  <a:lnTo>
                    <a:pt x="116" y="2358"/>
                  </a:lnTo>
                  <a:cubicBezTo>
                    <a:pt x="116" y="2420"/>
                    <a:pt x="63" y="2468"/>
                    <a:pt x="1" y="2468"/>
                  </a:cubicBezTo>
                  <a:lnTo>
                    <a:pt x="1422" y="2468"/>
                  </a:lnTo>
                  <a:cubicBezTo>
                    <a:pt x="1484" y="2468"/>
                    <a:pt x="1532" y="2420"/>
                    <a:pt x="1532" y="2358"/>
                  </a:cubicBezTo>
                  <a:lnTo>
                    <a:pt x="1532" y="111"/>
                  </a:lnTo>
                  <a:cubicBezTo>
                    <a:pt x="1532" y="49"/>
                    <a:pt x="1484" y="1"/>
                    <a:pt x="142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3"/>
            <p:cNvSpPr/>
            <p:nvPr/>
          </p:nvSpPr>
          <p:spPr>
            <a:xfrm>
              <a:off x="6202113" y="3635764"/>
              <a:ext cx="155983" cy="12210"/>
            </a:xfrm>
            <a:custGeom>
              <a:rect b="b" l="l" r="r" t="t"/>
              <a:pathLst>
                <a:path extrusionOk="0" h="466" w="5953">
                  <a:moveTo>
                    <a:pt x="0" y="0"/>
                  </a:moveTo>
                  <a:cubicBezTo>
                    <a:pt x="10" y="259"/>
                    <a:pt x="221" y="466"/>
                    <a:pt x="480" y="466"/>
                  </a:cubicBezTo>
                  <a:lnTo>
                    <a:pt x="5146" y="466"/>
                  </a:lnTo>
                  <a:cubicBezTo>
                    <a:pt x="5338" y="466"/>
                    <a:pt x="5520" y="394"/>
                    <a:pt x="5660" y="264"/>
                  </a:cubicBezTo>
                  <a:lnTo>
                    <a:pt x="595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3"/>
            <p:cNvSpPr/>
            <p:nvPr/>
          </p:nvSpPr>
          <p:spPr>
            <a:xfrm>
              <a:off x="6196821" y="3527207"/>
              <a:ext cx="363402" cy="126060"/>
            </a:xfrm>
            <a:custGeom>
              <a:rect b="b" l="l" r="r" t="t"/>
              <a:pathLst>
                <a:path extrusionOk="0" h="4811" w="13869">
                  <a:moveTo>
                    <a:pt x="13182" y="409"/>
                  </a:moveTo>
                  <a:cubicBezTo>
                    <a:pt x="13336" y="409"/>
                    <a:pt x="13460" y="533"/>
                    <a:pt x="13460" y="687"/>
                  </a:cubicBezTo>
                  <a:lnTo>
                    <a:pt x="13460" y="4124"/>
                  </a:lnTo>
                  <a:cubicBezTo>
                    <a:pt x="13460" y="4278"/>
                    <a:pt x="13336" y="4402"/>
                    <a:pt x="13182" y="4407"/>
                  </a:cubicBezTo>
                  <a:lnTo>
                    <a:pt x="8516" y="4407"/>
                  </a:lnTo>
                  <a:cubicBezTo>
                    <a:pt x="8377" y="4407"/>
                    <a:pt x="8243" y="4354"/>
                    <a:pt x="8142" y="4258"/>
                  </a:cubicBezTo>
                  <a:lnTo>
                    <a:pt x="7086" y="3289"/>
                  </a:lnTo>
                  <a:cubicBezTo>
                    <a:pt x="7043" y="3244"/>
                    <a:pt x="6986" y="3221"/>
                    <a:pt x="6930" y="3221"/>
                  </a:cubicBezTo>
                  <a:cubicBezTo>
                    <a:pt x="6878" y="3221"/>
                    <a:pt x="6827" y="3240"/>
                    <a:pt x="6788" y="3279"/>
                  </a:cubicBezTo>
                  <a:lnTo>
                    <a:pt x="5727" y="4258"/>
                  </a:lnTo>
                  <a:cubicBezTo>
                    <a:pt x="5622" y="4354"/>
                    <a:pt x="5487" y="4407"/>
                    <a:pt x="5348" y="4407"/>
                  </a:cubicBezTo>
                  <a:lnTo>
                    <a:pt x="682" y="4407"/>
                  </a:lnTo>
                  <a:cubicBezTo>
                    <a:pt x="529" y="4402"/>
                    <a:pt x="404" y="4278"/>
                    <a:pt x="404" y="4124"/>
                  </a:cubicBezTo>
                  <a:lnTo>
                    <a:pt x="404" y="687"/>
                  </a:lnTo>
                  <a:cubicBezTo>
                    <a:pt x="404" y="533"/>
                    <a:pt x="529" y="409"/>
                    <a:pt x="682" y="409"/>
                  </a:cubicBezTo>
                  <a:close/>
                  <a:moveTo>
                    <a:pt x="682" y="1"/>
                  </a:moveTo>
                  <a:cubicBezTo>
                    <a:pt x="303" y="1"/>
                    <a:pt x="1" y="308"/>
                    <a:pt x="1" y="687"/>
                  </a:cubicBezTo>
                  <a:lnTo>
                    <a:pt x="1" y="4124"/>
                  </a:lnTo>
                  <a:cubicBezTo>
                    <a:pt x="1" y="4503"/>
                    <a:pt x="303" y="4810"/>
                    <a:pt x="682" y="4810"/>
                  </a:cubicBezTo>
                  <a:lnTo>
                    <a:pt x="5348" y="4810"/>
                  </a:lnTo>
                  <a:cubicBezTo>
                    <a:pt x="5593" y="4810"/>
                    <a:pt x="5823" y="4719"/>
                    <a:pt x="6001" y="4556"/>
                  </a:cubicBezTo>
                  <a:lnTo>
                    <a:pt x="6932" y="3702"/>
                  </a:lnTo>
                  <a:lnTo>
                    <a:pt x="7868" y="4556"/>
                  </a:lnTo>
                  <a:cubicBezTo>
                    <a:pt x="8041" y="4719"/>
                    <a:pt x="8276" y="4810"/>
                    <a:pt x="8516" y="4810"/>
                  </a:cubicBezTo>
                  <a:lnTo>
                    <a:pt x="13182" y="4810"/>
                  </a:lnTo>
                  <a:cubicBezTo>
                    <a:pt x="13561" y="4810"/>
                    <a:pt x="13868" y="4503"/>
                    <a:pt x="13868" y="4124"/>
                  </a:cubicBezTo>
                  <a:lnTo>
                    <a:pt x="13868" y="687"/>
                  </a:lnTo>
                  <a:cubicBezTo>
                    <a:pt x="13868" y="308"/>
                    <a:pt x="13561" y="1"/>
                    <a:pt x="131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3"/>
            <p:cNvSpPr/>
            <p:nvPr/>
          </p:nvSpPr>
          <p:spPr>
            <a:xfrm>
              <a:off x="6222106" y="3552623"/>
              <a:ext cx="136358" cy="75358"/>
            </a:xfrm>
            <a:custGeom>
              <a:rect b="b" l="l" r="r" t="t"/>
              <a:pathLst>
                <a:path extrusionOk="0" h="2876" w="5204">
                  <a:moveTo>
                    <a:pt x="4801" y="403"/>
                  </a:moveTo>
                  <a:lnTo>
                    <a:pt x="4801" y="1940"/>
                  </a:lnTo>
                  <a:lnTo>
                    <a:pt x="4225" y="2468"/>
                  </a:lnTo>
                  <a:lnTo>
                    <a:pt x="408" y="2468"/>
                  </a:lnTo>
                  <a:lnTo>
                    <a:pt x="408" y="403"/>
                  </a:lnTo>
                  <a:close/>
                  <a:moveTo>
                    <a:pt x="317" y="0"/>
                  </a:moveTo>
                  <a:cubicBezTo>
                    <a:pt x="140" y="0"/>
                    <a:pt x="0" y="139"/>
                    <a:pt x="0" y="312"/>
                  </a:cubicBezTo>
                  <a:lnTo>
                    <a:pt x="0" y="2559"/>
                  </a:lnTo>
                  <a:cubicBezTo>
                    <a:pt x="0" y="2736"/>
                    <a:pt x="140" y="2876"/>
                    <a:pt x="317" y="2876"/>
                  </a:cubicBezTo>
                  <a:lnTo>
                    <a:pt x="4258" y="2876"/>
                  </a:lnTo>
                  <a:cubicBezTo>
                    <a:pt x="4340" y="2876"/>
                    <a:pt x="4417" y="2847"/>
                    <a:pt x="4474" y="2794"/>
                  </a:cubicBezTo>
                  <a:lnTo>
                    <a:pt x="5103" y="2213"/>
                  </a:lnTo>
                  <a:cubicBezTo>
                    <a:pt x="5170" y="2156"/>
                    <a:pt x="5204" y="2069"/>
                    <a:pt x="5204" y="1983"/>
                  </a:cubicBezTo>
                  <a:lnTo>
                    <a:pt x="5204" y="312"/>
                  </a:lnTo>
                  <a:cubicBezTo>
                    <a:pt x="5204"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83"/>
            <p:cNvSpPr/>
            <p:nvPr/>
          </p:nvSpPr>
          <p:spPr>
            <a:xfrm>
              <a:off x="6398449" y="3552623"/>
              <a:ext cx="136489" cy="75358"/>
            </a:xfrm>
            <a:custGeom>
              <a:rect b="b" l="l" r="r" t="t"/>
              <a:pathLst>
                <a:path extrusionOk="0" h="2876" w="5209">
                  <a:moveTo>
                    <a:pt x="4801" y="403"/>
                  </a:moveTo>
                  <a:lnTo>
                    <a:pt x="4801" y="2468"/>
                  </a:lnTo>
                  <a:lnTo>
                    <a:pt x="984" y="2468"/>
                  </a:lnTo>
                  <a:lnTo>
                    <a:pt x="408" y="1940"/>
                  </a:lnTo>
                  <a:lnTo>
                    <a:pt x="408" y="403"/>
                  </a:lnTo>
                  <a:close/>
                  <a:moveTo>
                    <a:pt x="317" y="0"/>
                  </a:moveTo>
                  <a:cubicBezTo>
                    <a:pt x="144" y="0"/>
                    <a:pt x="0" y="139"/>
                    <a:pt x="0" y="312"/>
                  </a:cubicBezTo>
                  <a:lnTo>
                    <a:pt x="0" y="1983"/>
                  </a:lnTo>
                  <a:cubicBezTo>
                    <a:pt x="0" y="2069"/>
                    <a:pt x="39" y="2156"/>
                    <a:pt x="106" y="2213"/>
                  </a:cubicBezTo>
                  <a:lnTo>
                    <a:pt x="735" y="2794"/>
                  </a:lnTo>
                  <a:cubicBezTo>
                    <a:pt x="792" y="2847"/>
                    <a:pt x="869" y="2876"/>
                    <a:pt x="946" y="2876"/>
                  </a:cubicBezTo>
                  <a:lnTo>
                    <a:pt x="4892" y="2876"/>
                  </a:lnTo>
                  <a:cubicBezTo>
                    <a:pt x="5065" y="2876"/>
                    <a:pt x="5209" y="2736"/>
                    <a:pt x="5209" y="2564"/>
                  </a:cubicBezTo>
                  <a:lnTo>
                    <a:pt x="5209" y="317"/>
                  </a:lnTo>
                  <a:cubicBezTo>
                    <a:pt x="5209"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83"/>
            <p:cNvSpPr/>
            <p:nvPr/>
          </p:nvSpPr>
          <p:spPr>
            <a:xfrm>
              <a:off x="6415664" y="3409296"/>
              <a:ext cx="127030" cy="109029"/>
            </a:xfrm>
            <a:custGeom>
              <a:rect b="b" l="l" r="r" t="t"/>
              <a:pathLst>
                <a:path extrusionOk="0" h="4161" w="4848">
                  <a:moveTo>
                    <a:pt x="852" y="1"/>
                  </a:moveTo>
                  <a:cubicBezTo>
                    <a:pt x="419" y="1"/>
                    <a:pt x="1" y="336"/>
                    <a:pt x="1" y="848"/>
                  </a:cubicBezTo>
                  <a:lnTo>
                    <a:pt x="1" y="2230"/>
                  </a:lnTo>
                  <a:cubicBezTo>
                    <a:pt x="1" y="2595"/>
                    <a:pt x="299" y="2893"/>
                    <a:pt x="663" y="2893"/>
                  </a:cubicBezTo>
                  <a:cubicBezTo>
                    <a:pt x="1014" y="2893"/>
                    <a:pt x="1302" y="2619"/>
                    <a:pt x="1321" y="2269"/>
                  </a:cubicBezTo>
                  <a:lnTo>
                    <a:pt x="2641" y="4059"/>
                  </a:lnTo>
                  <a:cubicBezTo>
                    <a:pt x="2687" y="4131"/>
                    <a:pt x="2749" y="4160"/>
                    <a:pt x="2810" y="4160"/>
                  </a:cubicBezTo>
                  <a:cubicBezTo>
                    <a:pt x="2961" y="4160"/>
                    <a:pt x="3104" y="3980"/>
                    <a:pt x="2968" y="3819"/>
                  </a:cubicBezTo>
                  <a:lnTo>
                    <a:pt x="1283" y="1534"/>
                  </a:lnTo>
                  <a:cubicBezTo>
                    <a:pt x="1241" y="1476"/>
                    <a:pt x="1181" y="1450"/>
                    <a:pt x="1122" y="1450"/>
                  </a:cubicBezTo>
                  <a:cubicBezTo>
                    <a:pt x="1019" y="1450"/>
                    <a:pt x="918" y="1529"/>
                    <a:pt x="918" y="1654"/>
                  </a:cubicBezTo>
                  <a:lnTo>
                    <a:pt x="918" y="2230"/>
                  </a:lnTo>
                  <a:cubicBezTo>
                    <a:pt x="911" y="2393"/>
                    <a:pt x="786" y="2475"/>
                    <a:pt x="661" y="2475"/>
                  </a:cubicBezTo>
                  <a:cubicBezTo>
                    <a:pt x="536" y="2475"/>
                    <a:pt x="411" y="2393"/>
                    <a:pt x="404" y="2230"/>
                  </a:cubicBezTo>
                  <a:lnTo>
                    <a:pt x="404" y="848"/>
                  </a:lnTo>
                  <a:cubicBezTo>
                    <a:pt x="404" y="582"/>
                    <a:pt x="619" y="409"/>
                    <a:pt x="844" y="409"/>
                  </a:cubicBezTo>
                  <a:cubicBezTo>
                    <a:pt x="956" y="409"/>
                    <a:pt x="1071" y="452"/>
                    <a:pt x="1163" y="550"/>
                  </a:cubicBezTo>
                  <a:lnTo>
                    <a:pt x="4408" y="4030"/>
                  </a:lnTo>
                  <a:cubicBezTo>
                    <a:pt x="4453" y="4080"/>
                    <a:pt x="4506" y="4100"/>
                    <a:pt x="4556" y="4100"/>
                  </a:cubicBezTo>
                  <a:cubicBezTo>
                    <a:pt x="4712" y="4100"/>
                    <a:pt x="4848" y="3904"/>
                    <a:pt x="4710" y="3752"/>
                  </a:cubicBezTo>
                  <a:lnTo>
                    <a:pt x="1460" y="272"/>
                  </a:lnTo>
                  <a:cubicBezTo>
                    <a:pt x="1287" y="84"/>
                    <a:pt x="1068" y="1"/>
                    <a:pt x="8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3"/>
            <p:cNvSpPr/>
            <p:nvPr/>
          </p:nvSpPr>
          <p:spPr>
            <a:xfrm>
              <a:off x="6214848" y="3409427"/>
              <a:ext cx="126532" cy="108478"/>
            </a:xfrm>
            <a:custGeom>
              <a:rect b="b" l="l" r="r" t="t"/>
              <a:pathLst>
                <a:path extrusionOk="0" h="4140" w="4829">
                  <a:moveTo>
                    <a:pt x="3976" y="0"/>
                  </a:moveTo>
                  <a:cubicBezTo>
                    <a:pt x="3759" y="0"/>
                    <a:pt x="3538" y="84"/>
                    <a:pt x="3364" y="271"/>
                  </a:cubicBezTo>
                  <a:lnTo>
                    <a:pt x="138" y="3732"/>
                  </a:lnTo>
                  <a:cubicBezTo>
                    <a:pt x="0" y="3885"/>
                    <a:pt x="137" y="4079"/>
                    <a:pt x="293" y="4079"/>
                  </a:cubicBezTo>
                  <a:cubicBezTo>
                    <a:pt x="343" y="4079"/>
                    <a:pt x="395" y="4059"/>
                    <a:pt x="441" y="4011"/>
                  </a:cubicBezTo>
                  <a:lnTo>
                    <a:pt x="436" y="4011"/>
                  </a:lnTo>
                  <a:lnTo>
                    <a:pt x="3662" y="545"/>
                  </a:lnTo>
                  <a:cubicBezTo>
                    <a:pt x="3752" y="450"/>
                    <a:pt x="3866" y="407"/>
                    <a:pt x="3978" y="407"/>
                  </a:cubicBezTo>
                  <a:cubicBezTo>
                    <a:pt x="4203" y="407"/>
                    <a:pt x="4420" y="581"/>
                    <a:pt x="4420" y="847"/>
                  </a:cubicBezTo>
                  <a:lnTo>
                    <a:pt x="4420" y="2225"/>
                  </a:lnTo>
                  <a:cubicBezTo>
                    <a:pt x="4413" y="2388"/>
                    <a:pt x="4288" y="2470"/>
                    <a:pt x="4163" y="2470"/>
                  </a:cubicBezTo>
                  <a:cubicBezTo>
                    <a:pt x="4038" y="2470"/>
                    <a:pt x="3914" y="2388"/>
                    <a:pt x="3906" y="2225"/>
                  </a:cubicBezTo>
                  <a:lnTo>
                    <a:pt x="3906" y="1649"/>
                  </a:lnTo>
                  <a:cubicBezTo>
                    <a:pt x="3906" y="1524"/>
                    <a:pt x="3806" y="1445"/>
                    <a:pt x="3703" y="1445"/>
                  </a:cubicBezTo>
                  <a:cubicBezTo>
                    <a:pt x="3643" y="1445"/>
                    <a:pt x="3584" y="1471"/>
                    <a:pt x="3542" y="1529"/>
                  </a:cubicBezTo>
                  <a:lnTo>
                    <a:pt x="1866" y="3800"/>
                  </a:lnTo>
                  <a:cubicBezTo>
                    <a:pt x="1732" y="3957"/>
                    <a:pt x="1878" y="4140"/>
                    <a:pt x="2028" y="4140"/>
                  </a:cubicBezTo>
                  <a:cubicBezTo>
                    <a:pt x="2088" y="4140"/>
                    <a:pt x="2149" y="4111"/>
                    <a:pt x="2193" y="4040"/>
                  </a:cubicBezTo>
                  <a:lnTo>
                    <a:pt x="3503" y="2264"/>
                  </a:lnTo>
                  <a:cubicBezTo>
                    <a:pt x="3527" y="2613"/>
                    <a:pt x="3819" y="2883"/>
                    <a:pt x="4167" y="2883"/>
                  </a:cubicBezTo>
                  <a:cubicBezTo>
                    <a:pt x="4173" y="2883"/>
                    <a:pt x="4179" y="2883"/>
                    <a:pt x="4185" y="2883"/>
                  </a:cubicBezTo>
                  <a:cubicBezTo>
                    <a:pt x="4540" y="2868"/>
                    <a:pt x="4823" y="2580"/>
                    <a:pt x="4828" y="2225"/>
                  </a:cubicBezTo>
                  <a:lnTo>
                    <a:pt x="4828" y="847"/>
                  </a:lnTo>
                  <a:cubicBezTo>
                    <a:pt x="4828" y="335"/>
                    <a:pt x="4410" y="0"/>
                    <a:pt x="39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9" name="Google Shape;15749;p83"/>
          <p:cNvGrpSpPr/>
          <p:nvPr/>
        </p:nvGrpSpPr>
        <p:grpSpPr>
          <a:xfrm>
            <a:off x="5818221" y="1502697"/>
            <a:ext cx="252723" cy="363402"/>
            <a:chOff x="5818221" y="1502697"/>
            <a:chExt cx="252723" cy="363402"/>
          </a:xfrm>
        </p:grpSpPr>
        <p:sp>
          <p:nvSpPr>
            <p:cNvPr id="15750" name="Google Shape;15750;p83"/>
            <p:cNvSpPr/>
            <p:nvPr/>
          </p:nvSpPr>
          <p:spPr>
            <a:xfrm>
              <a:off x="5861114" y="1528559"/>
              <a:ext cx="203043" cy="322448"/>
            </a:xfrm>
            <a:custGeom>
              <a:rect b="b" l="l" r="r" t="t"/>
              <a:pathLst>
                <a:path extrusionOk="0" h="12306" w="7749">
                  <a:moveTo>
                    <a:pt x="1427" y="1"/>
                  </a:moveTo>
                  <a:cubicBezTo>
                    <a:pt x="970" y="1"/>
                    <a:pt x="462" y="17"/>
                    <a:pt x="1" y="21"/>
                  </a:cubicBezTo>
                  <a:lnTo>
                    <a:pt x="1" y="1749"/>
                  </a:lnTo>
                  <a:cubicBezTo>
                    <a:pt x="332" y="1746"/>
                    <a:pt x="773" y="1705"/>
                    <a:pt x="1238" y="1705"/>
                  </a:cubicBezTo>
                  <a:cubicBezTo>
                    <a:pt x="2159" y="1705"/>
                    <a:pt x="3173" y="1866"/>
                    <a:pt x="3620" y="2801"/>
                  </a:cubicBezTo>
                  <a:cubicBezTo>
                    <a:pt x="3803" y="3184"/>
                    <a:pt x="4069" y="3839"/>
                    <a:pt x="4870" y="3839"/>
                  </a:cubicBezTo>
                  <a:cubicBezTo>
                    <a:pt x="5161" y="3839"/>
                    <a:pt x="5523" y="3753"/>
                    <a:pt x="5977" y="3535"/>
                  </a:cubicBezTo>
                  <a:cubicBezTo>
                    <a:pt x="6235" y="3407"/>
                    <a:pt x="6457" y="3339"/>
                    <a:pt x="6622" y="3339"/>
                  </a:cubicBezTo>
                  <a:cubicBezTo>
                    <a:pt x="6724" y="3339"/>
                    <a:pt x="6805" y="3365"/>
                    <a:pt x="6860" y="3420"/>
                  </a:cubicBezTo>
                  <a:cubicBezTo>
                    <a:pt x="7004" y="3564"/>
                    <a:pt x="7004" y="3842"/>
                    <a:pt x="6543" y="4375"/>
                  </a:cubicBezTo>
                  <a:cubicBezTo>
                    <a:pt x="6140" y="4845"/>
                    <a:pt x="1556" y="10414"/>
                    <a:pt x="1210" y="12305"/>
                  </a:cubicBezTo>
                  <a:lnTo>
                    <a:pt x="3169" y="12305"/>
                  </a:lnTo>
                  <a:cubicBezTo>
                    <a:pt x="3457" y="10611"/>
                    <a:pt x="3903" y="9228"/>
                    <a:pt x="7004" y="4874"/>
                  </a:cubicBezTo>
                  <a:cubicBezTo>
                    <a:pt x="7623" y="4005"/>
                    <a:pt x="7748" y="3569"/>
                    <a:pt x="7427" y="3060"/>
                  </a:cubicBezTo>
                  <a:cubicBezTo>
                    <a:pt x="7273" y="2815"/>
                    <a:pt x="7019" y="2657"/>
                    <a:pt x="6735" y="2623"/>
                  </a:cubicBezTo>
                  <a:cubicBezTo>
                    <a:pt x="6674" y="2615"/>
                    <a:pt x="6611" y="2611"/>
                    <a:pt x="6546" y="2611"/>
                  </a:cubicBezTo>
                  <a:cubicBezTo>
                    <a:pt x="6299" y="2611"/>
                    <a:pt x="6022" y="2669"/>
                    <a:pt x="5718" y="2791"/>
                  </a:cubicBezTo>
                  <a:cubicBezTo>
                    <a:pt x="5348" y="2939"/>
                    <a:pt x="5084" y="3012"/>
                    <a:pt x="4917" y="3012"/>
                  </a:cubicBezTo>
                  <a:cubicBezTo>
                    <a:pt x="4856" y="3012"/>
                    <a:pt x="4808" y="3002"/>
                    <a:pt x="4772" y="2983"/>
                  </a:cubicBezTo>
                  <a:cubicBezTo>
                    <a:pt x="4642" y="2906"/>
                    <a:pt x="4513" y="2594"/>
                    <a:pt x="4354" y="2201"/>
                  </a:cubicBezTo>
                  <a:cubicBezTo>
                    <a:pt x="4268" y="1994"/>
                    <a:pt x="4172" y="1759"/>
                    <a:pt x="4052" y="1490"/>
                  </a:cubicBezTo>
                  <a:cubicBezTo>
                    <a:pt x="3649" y="602"/>
                    <a:pt x="3058" y="247"/>
                    <a:pt x="2641" y="103"/>
                  </a:cubicBezTo>
                  <a:cubicBezTo>
                    <a:pt x="2396" y="21"/>
                    <a:pt x="1944" y="1"/>
                    <a:pt x="14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83"/>
            <p:cNvSpPr/>
            <p:nvPr/>
          </p:nvSpPr>
          <p:spPr>
            <a:xfrm>
              <a:off x="5860983" y="1548263"/>
              <a:ext cx="195497" cy="302744"/>
            </a:xfrm>
            <a:custGeom>
              <a:rect b="b" l="l" r="r" t="t"/>
              <a:pathLst>
                <a:path extrusionOk="0" h="11554" w="7461">
                  <a:moveTo>
                    <a:pt x="1037" y="1"/>
                  </a:moveTo>
                  <a:cubicBezTo>
                    <a:pt x="450" y="1"/>
                    <a:pt x="14" y="102"/>
                    <a:pt x="1" y="109"/>
                  </a:cubicBezTo>
                  <a:lnTo>
                    <a:pt x="1" y="997"/>
                  </a:lnTo>
                  <a:cubicBezTo>
                    <a:pt x="333" y="994"/>
                    <a:pt x="774" y="953"/>
                    <a:pt x="1239" y="953"/>
                  </a:cubicBezTo>
                  <a:cubicBezTo>
                    <a:pt x="2160" y="953"/>
                    <a:pt x="3175" y="1114"/>
                    <a:pt x="3625" y="2049"/>
                  </a:cubicBezTo>
                  <a:cubicBezTo>
                    <a:pt x="3805" y="2432"/>
                    <a:pt x="4069" y="3087"/>
                    <a:pt x="4870" y="3087"/>
                  </a:cubicBezTo>
                  <a:cubicBezTo>
                    <a:pt x="5161" y="3087"/>
                    <a:pt x="5523" y="3001"/>
                    <a:pt x="5977" y="2783"/>
                  </a:cubicBezTo>
                  <a:cubicBezTo>
                    <a:pt x="6238" y="2655"/>
                    <a:pt x="6459" y="2587"/>
                    <a:pt x="6624" y="2587"/>
                  </a:cubicBezTo>
                  <a:cubicBezTo>
                    <a:pt x="6725" y="2587"/>
                    <a:pt x="6805" y="2613"/>
                    <a:pt x="6860" y="2668"/>
                  </a:cubicBezTo>
                  <a:cubicBezTo>
                    <a:pt x="7004" y="2812"/>
                    <a:pt x="7009" y="3090"/>
                    <a:pt x="6544" y="3623"/>
                  </a:cubicBezTo>
                  <a:cubicBezTo>
                    <a:pt x="6140" y="4093"/>
                    <a:pt x="1556" y="9662"/>
                    <a:pt x="1211" y="11553"/>
                  </a:cubicBezTo>
                  <a:lnTo>
                    <a:pt x="2089" y="11553"/>
                  </a:lnTo>
                  <a:cubicBezTo>
                    <a:pt x="2089" y="11553"/>
                    <a:pt x="3207" y="7833"/>
                    <a:pt x="6731" y="3916"/>
                  </a:cubicBezTo>
                  <a:cubicBezTo>
                    <a:pt x="7254" y="3330"/>
                    <a:pt x="7460" y="2725"/>
                    <a:pt x="7158" y="2457"/>
                  </a:cubicBezTo>
                  <a:cubicBezTo>
                    <a:pt x="7018" y="2333"/>
                    <a:pt x="6854" y="2287"/>
                    <a:pt x="6674" y="2287"/>
                  </a:cubicBezTo>
                  <a:cubicBezTo>
                    <a:pt x="6166" y="2287"/>
                    <a:pt x="5528" y="2649"/>
                    <a:pt x="4926" y="2663"/>
                  </a:cubicBezTo>
                  <a:cubicBezTo>
                    <a:pt x="4916" y="2663"/>
                    <a:pt x="4907" y="2664"/>
                    <a:pt x="4897" y="2664"/>
                  </a:cubicBezTo>
                  <a:cubicBezTo>
                    <a:pt x="4812" y="2664"/>
                    <a:pt x="4731" y="2644"/>
                    <a:pt x="4657" y="2605"/>
                  </a:cubicBezTo>
                  <a:cubicBezTo>
                    <a:pt x="4446" y="2485"/>
                    <a:pt x="4139" y="2183"/>
                    <a:pt x="3923" y="1722"/>
                  </a:cubicBezTo>
                  <a:cubicBezTo>
                    <a:pt x="3644" y="1117"/>
                    <a:pt x="3246" y="623"/>
                    <a:pt x="2761" y="373"/>
                  </a:cubicBezTo>
                  <a:cubicBezTo>
                    <a:pt x="2195" y="80"/>
                    <a:pt x="1557" y="1"/>
                    <a:pt x="103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83"/>
            <p:cNvSpPr/>
            <p:nvPr/>
          </p:nvSpPr>
          <p:spPr>
            <a:xfrm>
              <a:off x="5848039" y="1536393"/>
              <a:ext cx="23661" cy="306805"/>
            </a:xfrm>
            <a:custGeom>
              <a:rect b="b" l="l" r="r" t="t"/>
              <a:pathLst>
                <a:path extrusionOk="0" h="11709" w="903">
                  <a:moveTo>
                    <a:pt x="0" y="1"/>
                  </a:moveTo>
                  <a:lnTo>
                    <a:pt x="0" y="11708"/>
                  </a:lnTo>
                  <a:lnTo>
                    <a:pt x="903" y="11708"/>
                  </a:lnTo>
                  <a:lnTo>
                    <a:pt x="903"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3"/>
            <p:cNvSpPr/>
            <p:nvPr/>
          </p:nvSpPr>
          <p:spPr>
            <a:xfrm>
              <a:off x="5859856" y="1536393"/>
              <a:ext cx="11844" cy="306805"/>
            </a:xfrm>
            <a:custGeom>
              <a:rect b="b" l="l" r="r" t="t"/>
              <a:pathLst>
                <a:path extrusionOk="0" h="11709" w="452">
                  <a:moveTo>
                    <a:pt x="1" y="1"/>
                  </a:moveTo>
                  <a:lnTo>
                    <a:pt x="1" y="11708"/>
                  </a:lnTo>
                  <a:lnTo>
                    <a:pt x="452" y="11708"/>
                  </a:lnTo>
                  <a:lnTo>
                    <a:pt x="45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3"/>
            <p:cNvSpPr/>
            <p:nvPr/>
          </p:nvSpPr>
          <p:spPr>
            <a:xfrm>
              <a:off x="5840624" y="1547477"/>
              <a:ext cx="38518" cy="17110"/>
            </a:xfrm>
            <a:custGeom>
              <a:rect b="b" l="l" r="r" t="t"/>
              <a:pathLst>
                <a:path extrusionOk="0" h="653" w="1470">
                  <a:moveTo>
                    <a:pt x="91" y="0"/>
                  </a:moveTo>
                  <a:cubicBezTo>
                    <a:pt x="43" y="0"/>
                    <a:pt x="0" y="38"/>
                    <a:pt x="0" y="91"/>
                  </a:cubicBezTo>
                  <a:lnTo>
                    <a:pt x="0" y="562"/>
                  </a:lnTo>
                  <a:cubicBezTo>
                    <a:pt x="0" y="610"/>
                    <a:pt x="43" y="653"/>
                    <a:pt x="91" y="653"/>
                  </a:cubicBezTo>
                  <a:lnTo>
                    <a:pt x="1383" y="653"/>
                  </a:lnTo>
                  <a:cubicBezTo>
                    <a:pt x="1431" y="653"/>
                    <a:pt x="1469" y="610"/>
                    <a:pt x="1469" y="562"/>
                  </a:cubicBezTo>
                  <a:lnTo>
                    <a:pt x="1469" y="91"/>
                  </a:lnTo>
                  <a:cubicBezTo>
                    <a:pt x="1469" y="38"/>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3"/>
            <p:cNvSpPr/>
            <p:nvPr/>
          </p:nvSpPr>
          <p:spPr>
            <a:xfrm>
              <a:off x="5840991" y="1507964"/>
              <a:ext cx="37889" cy="39540"/>
            </a:xfrm>
            <a:custGeom>
              <a:rect b="b" l="l" r="r" t="t"/>
              <a:pathLst>
                <a:path extrusionOk="0" h="1509" w="1446">
                  <a:moveTo>
                    <a:pt x="29" y="1"/>
                  </a:moveTo>
                  <a:cubicBezTo>
                    <a:pt x="10" y="6"/>
                    <a:pt x="1" y="20"/>
                    <a:pt x="5" y="39"/>
                  </a:cubicBezTo>
                  <a:lnTo>
                    <a:pt x="241" y="1508"/>
                  </a:lnTo>
                  <a:lnTo>
                    <a:pt x="1205" y="1508"/>
                  </a:lnTo>
                  <a:lnTo>
                    <a:pt x="1441" y="39"/>
                  </a:lnTo>
                  <a:cubicBezTo>
                    <a:pt x="1445" y="20"/>
                    <a:pt x="1436" y="6"/>
                    <a:pt x="14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3"/>
            <p:cNvSpPr/>
            <p:nvPr/>
          </p:nvSpPr>
          <p:spPr>
            <a:xfrm>
              <a:off x="5840624" y="1781544"/>
              <a:ext cx="38622" cy="17005"/>
            </a:xfrm>
            <a:custGeom>
              <a:rect b="b" l="l" r="r" t="t"/>
              <a:pathLst>
                <a:path extrusionOk="0" h="649" w="1474">
                  <a:moveTo>
                    <a:pt x="91" y="0"/>
                  </a:moveTo>
                  <a:cubicBezTo>
                    <a:pt x="43" y="0"/>
                    <a:pt x="0" y="39"/>
                    <a:pt x="0" y="92"/>
                  </a:cubicBezTo>
                  <a:lnTo>
                    <a:pt x="0" y="562"/>
                  </a:lnTo>
                  <a:cubicBezTo>
                    <a:pt x="0" y="610"/>
                    <a:pt x="43" y="648"/>
                    <a:pt x="91" y="648"/>
                  </a:cubicBezTo>
                  <a:lnTo>
                    <a:pt x="1383" y="648"/>
                  </a:lnTo>
                  <a:cubicBezTo>
                    <a:pt x="1431" y="648"/>
                    <a:pt x="1469" y="610"/>
                    <a:pt x="1469" y="562"/>
                  </a:cubicBezTo>
                  <a:lnTo>
                    <a:pt x="1469" y="92"/>
                  </a:lnTo>
                  <a:cubicBezTo>
                    <a:pt x="1474" y="39"/>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3"/>
            <p:cNvSpPr/>
            <p:nvPr/>
          </p:nvSpPr>
          <p:spPr>
            <a:xfrm>
              <a:off x="5840991" y="1798523"/>
              <a:ext cx="37889" cy="39513"/>
            </a:xfrm>
            <a:custGeom>
              <a:rect b="b" l="l" r="r" t="t"/>
              <a:pathLst>
                <a:path extrusionOk="0" h="1508" w="1446">
                  <a:moveTo>
                    <a:pt x="241" y="0"/>
                  </a:moveTo>
                  <a:lnTo>
                    <a:pt x="5" y="1474"/>
                  </a:lnTo>
                  <a:cubicBezTo>
                    <a:pt x="1" y="1488"/>
                    <a:pt x="10" y="1508"/>
                    <a:pt x="29" y="1508"/>
                  </a:cubicBezTo>
                  <a:lnTo>
                    <a:pt x="1417" y="1508"/>
                  </a:lnTo>
                  <a:cubicBezTo>
                    <a:pt x="1436" y="1508"/>
                    <a:pt x="1445" y="1488"/>
                    <a:pt x="1441" y="1474"/>
                  </a:cubicBezTo>
                  <a:lnTo>
                    <a:pt x="120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3"/>
            <p:cNvSpPr/>
            <p:nvPr/>
          </p:nvSpPr>
          <p:spPr>
            <a:xfrm>
              <a:off x="5859856" y="1547477"/>
              <a:ext cx="19285" cy="17110"/>
            </a:xfrm>
            <a:custGeom>
              <a:rect b="b" l="l" r="r" t="t"/>
              <a:pathLst>
                <a:path extrusionOk="0" h="653" w="736">
                  <a:moveTo>
                    <a:pt x="1" y="0"/>
                  </a:moveTo>
                  <a:lnTo>
                    <a:pt x="1" y="653"/>
                  </a:lnTo>
                  <a:lnTo>
                    <a:pt x="649" y="653"/>
                  </a:lnTo>
                  <a:cubicBezTo>
                    <a:pt x="697" y="653"/>
                    <a:pt x="735" y="610"/>
                    <a:pt x="735" y="562"/>
                  </a:cubicBezTo>
                  <a:lnTo>
                    <a:pt x="735" y="91"/>
                  </a:lnTo>
                  <a:cubicBezTo>
                    <a:pt x="735" y="38"/>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83"/>
            <p:cNvSpPr/>
            <p:nvPr/>
          </p:nvSpPr>
          <p:spPr>
            <a:xfrm>
              <a:off x="5859856" y="1781544"/>
              <a:ext cx="19390" cy="17005"/>
            </a:xfrm>
            <a:custGeom>
              <a:rect b="b" l="l" r="r" t="t"/>
              <a:pathLst>
                <a:path extrusionOk="0" h="649" w="740">
                  <a:moveTo>
                    <a:pt x="1" y="0"/>
                  </a:moveTo>
                  <a:lnTo>
                    <a:pt x="1" y="648"/>
                  </a:lnTo>
                  <a:lnTo>
                    <a:pt x="649" y="648"/>
                  </a:lnTo>
                  <a:cubicBezTo>
                    <a:pt x="697" y="648"/>
                    <a:pt x="735" y="610"/>
                    <a:pt x="735" y="562"/>
                  </a:cubicBezTo>
                  <a:lnTo>
                    <a:pt x="735" y="92"/>
                  </a:lnTo>
                  <a:cubicBezTo>
                    <a:pt x="740" y="39"/>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3"/>
            <p:cNvSpPr/>
            <p:nvPr/>
          </p:nvSpPr>
          <p:spPr>
            <a:xfrm>
              <a:off x="5859856" y="1507964"/>
              <a:ext cx="19023" cy="39540"/>
            </a:xfrm>
            <a:custGeom>
              <a:rect b="b" l="l" r="r" t="t"/>
              <a:pathLst>
                <a:path extrusionOk="0" h="1509" w="726">
                  <a:moveTo>
                    <a:pt x="1" y="1"/>
                  </a:moveTo>
                  <a:lnTo>
                    <a:pt x="1" y="1508"/>
                  </a:lnTo>
                  <a:lnTo>
                    <a:pt x="485" y="1508"/>
                  </a:lnTo>
                  <a:lnTo>
                    <a:pt x="721" y="39"/>
                  </a:lnTo>
                  <a:cubicBezTo>
                    <a:pt x="725" y="20"/>
                    <a:pt x="711" y="6"/>
                    <a:pt x="6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3"/>
            <p:cNvSpPr/>
            <p:nvPr/>
          </p:nvSpPr>
          <p:spPr>
            <a:xfrm>
              <a:off x="5859856" y="1798523"/>
              <a:ext cx="19023" cy="39513"/>
            </a:xfrm>
            <a:custGeom>
              <a:rect b="b" l="l" r="r" t="t"/>
              <a:pathLst>
                <a:path extrusionOk="0" h="1508" w="726">
                  <a:moveTo>
                    <a:pt x="1" y="0"/>
                  </a:moveTo>
                  <a:lnTo>
                    <a:pt x="1" y="1508"/>
                  </a:lnTo>
                  <a:lnTo>
                    <a:pt x="697" y="1508"/>
                  </a:lnTo>
                  <a:cubicBezTo>
                    <a:pt x="711" y="1508"/>
                    <a:pt x="725" y="1488"/>
                    <a:pt x="721" y="1474"/>
                  </a:cubicBezTo>
                  <a:lnTo>
                    <a:pt x="485"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3"/>
            <p:cNvSpPr/>
            <p:nvPr/>
          </p:nvSpPr>
          <p:spPr>
            <a:xfrm>
              <a:off x="5823645" y="1836753"/>
              <a:ext cx="138244" cy="24054"/>
            </a:xfrm>
            <a:custGeom>
              <a:rect b="b" l="l" r="r" t="t"/>
              <a:pathLst>
                <a:path extrusionOk="0" h="918" w="5276">
                  <a:moveTo>
                    <a:pt x="245" y="1"/>
                  </a:moveTo>
                  <a:cubicBezTo>
                    <a:pt x="111" y="1"/>
                    <a:pt x="0" y="111"/>
                    <a:pt x="0" y="245"/>
                  </a:cubicBezTo>
                  <a:lnTo>
                    <a:pt x="0" y="673"/>
                  </a:lnTo>
                  <a:cubicBezTo>
                    <a:pt x="0" y="807"/>
                    <a:pt x="111" y="917"/>
                    <a:pt x="245" y="917"/>
                  </a:cubicBezTo>
                  <a:lnTo>
                    <a:pt x="5031" y="917"/>
                  </a:lnTo>
                  <a:cubicBezTo>
                    <a:pt x="5165" y="917"/>
                    <a:pt x="5276" y="807"/>
                    <a:pt x="5276" y="673"/>
                  </a:cubicBezTo>
                  <a:lnTo>
                    <a:pt x="5276" y="245"/>
                  </a:lnTo>
                  <a:cubicBezTo>
                    <a:pt x="5276" y="111"/>
                    <a:pt x="5165" y="1"/>
                    <a:pt x="50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3"/>
            <p:cNvSpPr/>
            <p:nvPr/>
          </p:nvSpPr>
          <p:spPr>
            <a:xfrm>
              <a:off x="5823645" y="1843041"/>
              <a:ext cx="138244" cy="17765"/>
            </a:xfrm>
            <a:custGeom>
              <a:rect b="b" l="l" r="r" t="t"/>
              <a:pathLst>
                <a:path extrusionOk="0" h="678" w="5276">
                  <a:moveTo>
                    <a:pt x="0" y="1"/>
                  </a:moveTo>
                  <a:lnTo>
                    <a:pt x="0" y="5"/>
                  </a:lnTo>
                  <a:lnTo>
                    <a:pt x="0" y="433"/>
                  </a:lnTo>
                  <a:cubicBezTo>
                    <a:pt x="0" y="567"/>
                    <a:pt x="111" y="677"/>
                    <a:pt x="245" y="677"/>
                  </a:cubicBezTo>
                  <a:lnTo>
                    <a:pt x="5031" y="677"/>
                  </a:lnTo>
                  <a:cubicBezTo>
                    <a:pt x="5165" y="673"/>
                    <a:pt x="5276" y="567"/>
                    <a:pt x="5276" y="433"/>
                  </a:cubicBezTo>
                  <a:lnTo>
                    <a:pt x="5276" y="5"/>
                  </a:lnTo>
                  <a:lnTo>
                    <a:pt x="5276" y="1"/>
                  </a:lnTo>
                  <a:cubicBezTo>
                    <a:pt x="5271" y="130"/>
                    <a:pt x="5160" y="236"/>
                    <a:pt x="5031" y="236"/>
                  </a:cubicBezTo>
                  <a:lnTo>
                    <a:pt x="245" y="236"/>
                  </a:lnTo>
                  <a:cubicBezTo>
                    <a:pt x="111" y="236"/>
                    <a:pt x="5" y="130"/>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3"/>
            <p:cNvSpPr/>
            <p:nvPr/>
          </p:nvSpPr>
          <p:spPr>
            <a:xfrm>
              <a:off x="5818221" y="1502697"/>
              <a:ext cx="252723" cy="363402"/>
            </a:xfrm>
            <a:custGeom>
              <a:rect b="b" l="l" r="r" t="t"/>
              <a:pathLst>
                <a:path extrusionOk="0" h="13869" w="9645">
                  <a:moveTo>
                    <a:pt x="1105" y="403"/>
                  </a:moveTo>
                  <a:lnTo>
                    <a:pt x="2074" y="408"/>
                  </a:lnTo>
                  <a:lnTo>
                    <a:pt x="1983" y="970"/>
                  </a:lnTo>
                  <a:lnTo>
                    <a:pt x="1964" y="1090"/>
                  </a:lnTo>
                  <a:lnTo>
                    <a:pt x="1902" y="1507"/>
                  </a:lnTo>
                  <a:lnTo>
                    <a:pt x="1282" y="1507"/>
                  </a:lnTo>
                  <a:lnTo>
                    <a:pt x="1105" y="403"/>
                  </a:lnTo>
                  <a:close/>
                  <a:moveTo>
                    <a:pt x="2122" y="1915"/>
                  </a:moveTo>
                  <a:lnTo>
                    <a:pt x="2122" y="2156"/>
                  </a:lnTo>
                  <a:lnTo>
                    <a:pt x="1057" y="2156"/>
                  </a:lnTo>
                  <a:lnTo>
                    <a:pt x="1057" y="1915"/>
                  </a:lnTo>
                  <a:close/>
                  <a:moveTo>
                    <a:pt x="8254" y="4530"/>
                  </a:moveTo>
                  <a:cubicBezTo>
                    <a:pt x="8307" y="4530"/>
                    <a:pt x="8336" y="4541"/>
                    <a:pt x="8348" y="4551"/>
                  </a:cubicBezTo>
                  <a:cubicBezTo>
                    <a:pt x="8435" y="4637"/>
                    <a:pt x="8310" y="4892"/>
                    <a:pt x="8017" y="5232"/>
                  </a:cubicBezTo>
                  <a:cubicBezTo>
                    <a:pt x="8012" y="5242"/>
                    <a:pt x="7864" y="5415"/>
                    <a:pt x="7624" y="5712"/>
                  </a:cubicBezTo>
                  <a:lnTo>
                    <a:pt x="7624" y="4738"/>
                  </a:lnTo>
                  <a:lnTo>
                    <a:pt x="7696" y="4704"/>
                  </a:lnTo>
                  <a:cubicBezTo>
                    <a:pt x="7983" y="4565"/>
                    <a:pt x="8157" y="4530"/>
                    <a:pt x="8254" y="4530"/>
                  </a:cubicBezTo>
                  <a:close/>
                  <a:moveTo>
                    <a:pt x="7216" y="4901"/>
                  </a:moveTo>
                  <a:lnTo>
                    <a:pt x="7216" y="6216"/>
                  </a:lnTo>
                  <a:cubicBezTo>
                    <a:pt x="7009" y="6471"/>
                    <a:pt x="6779" y="6764"/>
                    <a:pt x="6529" y="7085"/>
                  </a:cubicBezTo>
                  <a:lnTo>
                    <a:pt x="6529" y="5026"/>
                  </a:lnTo>
                  <a:cubicBezTo>
                    <a:pt x="6764" y="5021"/>
                    <a:pt x="6995" y="4978"/>
                    <a:pt x="7216" y="4901"/>
                  </a:cubicBezTo>
                  <a:close/>
                  <a:moveTo>
                    <a:pt x="5439" y="4522"/>
                  </a:moveTo>
                  <a:cubicBezTo>
                    <a:pt x="5588" y="4719"/>
                    <a:pt x="5795" y="4868"/>
                    <a:pt x="6025" y="4949"/>
                  </a:cubicBezTo>
                  <a:cubicBezTo>
                    <a:pt x="6059" y="4964"/>
                    <a:pt x="6087" y="4973"/>
                    <a:pt x="6121" y="4978"/>
                  </a:cubicBezTo>
                  <a:lnTo>
                    <a:pt x="6121" y="7609"/>
                  </a:lnTo>
                  <a:cubicBezTo>
                    <a:pt x="5900" y="7901"/>
                    <a:pt x="5670" y="8204"/>
                    <a:pt x="5435" y="8516"/>
                  </a:cubicBezTo>
                  <a:lnTo>
                    <a:pt x="5439" y="4522"/>
                  </a:lnTo>
                  <a:close/>
                  <a:moveTo>
                    <a:pt x="4345" y="3159"/>
                  </a:moveTo>
                  <a:cubicBezTo>
                    <a:pt x="4638" y="3293"/>
                    <a:pt x="4878" y="3519"/>
                    <a:pt x="5031" y="3802"/>
                  </a:cubicBezTo>
                  <a:lnTo>
                    <a:pt x="5031" y="9073"/>
                  </a:lnTo>
                  <a:cubicBezTo>
                    <a:pt x="4796" y="9394"/>
                    <a:pt x="4566" y="9725"/>
                    <a:pt x="4345" y="10047"/>
                  </a:cubicBezTo>
                  <a:lnTo>
                    <a:pt x="4345" y="3159"/>
                  </a:lnTo>
                  <a:close/>
                  <a:moveTo>
                    <a:pt x="2122" y="10844"/>
                  </a:moveTo>
                  <a:lnTo>
                    <a:pt x="2122" y="11089"/>
                  </a:lnTo>
                  <a:lnTo>
                    <a:pt x="1057" y="11089"/>
                  </a:lnTo>
                  <a:lnTo>
                    <a:pt x="1057" y="10844"/>
                  </a:lnTo>
                  <a:close/>
                  <a:moveTo>
                    <a:pt x="3255" y="2904"/>
                  </a:moveTo>
                  <a:cubicBezTo>
                    <a:pt x="3486" y="2919"/>
                    <a:pt x="3716" y="2952"/>
                    <a:pt x="3942" y="3010"/>
                  </a:cubicBezTo>
                  <a:lnTo>
                    <a:pt x="3942" y="10642"/>
                  </a:lnTo>
                  <a:lnTo>
                    <a:pt x="3942" y="10657"/>
                  </a:lnTo>
                  <a:cubicBezTo>
                    <a:pt x="3683" y="11055"/>
                    <a:pt x="3452" y="11434"/>
                    <a:pt x="3255" y="11790"/>
                  </a:cubicBezTo>
                  <a:lnTo>
                    <a:pt x="3255" y="2909"/>
                  </a:lnTo>
                  <a:lnTo>
                    <a:pt x="3255" y="2904"/>
                  </a:lnTo>
                  <a:close/>
                  <a:moveTo>
                    <a:pt x="1902" y="11497"/>
                  </a:moveTo>
                  <a:lnTo>
                    <a:pt x="2065" y="12548"/>
                  </a:lnTo>
                  <a:lnTo>
                    <a:pt x="1114" y="12548"/>
                  </a:lnTo>
                  <a:lnTo>
                    <a:pt x="1282" y="11497"/>
                  </a:lnTo>
                  <a:close/>
                  <a:moveTo>
                    <a:pt x="2847" y="2895"/>
                  </a:moveTo>
                  <a:lnTo>
                    <a:pt x="2847" y="12548"/>
                  </a:lnTo>
                  <a:lnTo>
                    <a:pt x="2478" y="12548"/>
                  </a:lnTo>
                  <a:lnTo>
                    <a:pt x="2310" y="11487"/>
                  </a:lnTo>
                  <a:cubicBezTo>
                    <a:pt x="2439" y="11449"/>
                    <a:pt x="2530" y="11334"/>
                    <a:pt x="2530" y="11204"/>
                  </a:cubicBezTo>
                  <a:lnTo>
                    <a:pt x="2530" y="10734"/>
                  </a:lnTo>
                  <a:cubicBezTo>
                    <a:pt x="2530" y="10575"/>
                    <a:pt x="2401" y="10445"/>
                    <a:pt x="2242" y="10441"/>
                  </a:cubicBezTo>
                  <a:lnTo>
                    <a:pt x="2242" y="2914"/>
                  </a:lnTo>
                  <a:cubicBezTo>
                    <a:pt x="2434" y="2904"/>
                    <a:pt x="2641" y="2895"/>
                    <a:pt x="2847" y="2895"/>
                  </a:cubicBezTo>
                  <a:close/>
                  <a:moveTo>
                    <a:pt x="445" y="12955"/>
                  </a:moveTo>
                  <a:cubicBezTo>
                    <a:pt x="447" y="12955"/>
                    <a:pt x="449" y="12956"/>
                    <a:pt x="452" y="12956"/>
                  </a:cubicBezTo>
                  <a:lnTo>
                    <a:pt x="5238" y="12956"/>
                  </a:lnTo>
                  <a:cubicBezTo>
                    <a:pt x="5262" y="12956"/>
                    <a:pt x="5276" y="12970"/>
                    <a:pt x="5276" y="12994"/>
                  </a:cubicBezTo>
                  <a:lnTo>
                    <a:pt x="5276" y="13422"/>
                  </a:lnTo>
                  <a:cubicBezTo>
                    <a:pt x="5276" y="13441"/>
                    <a:pt x="5262" y="13460"/>
                    <a:pt x="5238" y="13460"/>
                  </a:cubicBezTo>
                  <a:lnTo>
                    <a:pt x="452" y="13460"/>
                  </a:lnTo>
                  <a:cubicBezTo>
                    <a:pt x="428" y="13460"/>
                    <a:pt x="409" y="13441"/>
                    <a:pt x="409" y="13422"/>
                  </a:cubicBezTo>
                  <a:lnTo>
                    <a:pt x="409" y="12994"/>
                  </a:lnTo>
                  <a:cubicBezTo>
                    <a:pt x="409" y="12973"/>
                    <a:pt x="424" y="12955"/>
                    <a:pt x="445" y="12955"/>
                  </a:cubicBezTo>
                  <a:close/>
                  <a:moveTo>
                    <a:pt x="894" y="0"/>
                  </a:moveTo>
                  <a:cubicBezTo>
                    <a:pt x="831" y="0"/>
                    <a:pt x="769" y="29"/>
                    <a:pt x="726" y="82"/>
                  </a:cubicBezTo>
                  <a:cubicBezTo>
                    <a:pt x="678" y="135"/>
                    <a:pt x="658" y="202"/>
                    <a:pt x="673" y="274"/>
                  </a:cubicBezTo>
                  <a:lnTo>
                    <a:pt x="870" y="1517"/>
                  </a:lnTo>
                  <a:cubicBezTo>
                    <a:pt x="740" y="1555"/>
                    <a:pt x="654" y="1671"/>
                    <a:pt x="654" y="1800"/>
                  </a:cubicBezTo>
                  <a:lnTo>
                    <a:pt x="654" y="2271"/>
                  </a:lnTo>
                  <a:cubicBezTo>
                    <a:pt x="654" y="2434"/>
                    <a:pt x="778" y="2564"/>
                    <a:pt x="937" y="2568"/>
                  </a:cubicBezTo>
                  <a:lnTo>
                    <a:pt x="937" y="3576"/>
                  </a:lnTo>
                  <a:cubicBezTo>
                    <a:pt x="937" y="3711"/>
                    <a:pt x="1039" y="3778"/>
                    <a:pt x="1141" y="3778"/>
                  </a:cubicBezTo>
                  <a:cubicBezTo>
                    <a:pt x="1243" y="3778"/>
                    <a:pt x="1345" y="3711"/>
                    <a:pt x="1345" y="3576"/>
                  </a:cubicBezTo>
                  <a:lnTo>
                    <a:pt x="1345" y="2564"/>
                  </a:lnTo>
                  <a:lnTo>
                    <a:pt x="1834" y="2564"/>
                  </a:lnTo>
                  <a:lnTo>
                    <a:pt x="1834" y="10436"/>
                  </a:lnTo>
                  <a:lnTo>
                    <a:pt x="1340" y="10436"/>
                  </a:lnTo>
                  <a:lnTo>
                    <a:pt x="1340" y="4536"/>
                  </a:lnTo>
                  <a:cubicBezTo>
                    <a:pt x="1340" y="4400"/>
                    <a:pt x="1239" y="4331"/>
                    <a:pt x="1138" y="4331"/>
                  </a:cubicBezTo>
                  <a:cubicBezTo>
                    <a:pt x="1038" y="4331"/>
                    <a:pt x="937" y="4400"/>
                    <a:pt x="937" y="4536"/>
                  </a:cubicBezTo>
                  <a:lnTo>
                    <a:pt x="937" y="10436"/>
                  </a:lnTo>
                  <a:cubicBezTo>
                    <a:pt x="778" y="10441"/>
                    <a:pt x="649" y="10570"/>
                    <a:pt x="649" y="10729"/>
                  </a:cubicBezTo>
                  <a:lnTo>
                    <a:pt x="649" y="11204"/>
                  </a:lnTo>
                  <a:cubicBezTo>
                    <a:pt x="649" y="11334"/>
                    <a:pt x="740" y="11449"/>
                    <a:pt x="870" y="11487"/>
                  </a:cubicBezTo>
                  <a:lnTo>
                    <a:pt x="702" y="12548"/>
                  </a:lnTo>
                  <a:lnTo>
                    <a:pt x="447" y="12548"/>
                  </a:lnTo>
                  <a:cubicBezTo>
                    <a:pt x="202" y="12548"/>
                    <a:pt x="1" y="12750"/>
                    <a:pt x="1" y="12994"/>
                  </a:cubicBezTo>
                  <a:lnTo>
                    <a:pt x="1" y="13422"/>
                  </a:lnTo>
                  <a:cubicBezTo>
                    <a:pt x="1" y="13666"/>
                    <a:pt x="202" y="13868"/>
                    <a:pt x="447" y="13868"/>
                  </a:cubicBezTo>
                  <a:lnTo>
                    <a:pt x="5238" y="13868"/>
                  </a:lnTo>
                  <a:cubicBezTo>
                    <a:pt x="5483" y="13868"/>
                    <a:pt x="5684" y="13666"/>
                    <a:pt x="5684" y="13422"/>
                  </a:cubicBezTo>
                  <a:lnTo>
                    <a:pt x="5684" y="12994"/>
                  </a:lnTo>
                  <a:cubicBezTo>
                    <a:pt x="5684" y="12750"/>
                    <a:pt x="5483" y="12548"/>
                    <a:pt x="5238" y="12548"/>
                  </a:cubicBezTo>
                  <a:lnTo>
                    <a:pt x="5156" y="12548"/>
                  </a:lnTo>
                  <a:cubicBezTo>
                    <a:pt x="5271" y="12044"/>
                    <a:pt x="5439" y="11554"/>
                    <a:pt x="5646" y="11084"/>
                  </a:cubicBezTo>
                  <a:cubicBezTo>
                    <a:pt x="5715" y="10924"/>
                    <a:pt x="5584" y="10800"/>
                    <a:pt x="5454" y="10800"/>
                  </a:cubicBezTo>
                  <a:cubicBezTo>
                    <a:pt x="5384" y="10800"/>
                    <a:pt x="5315" y="10835"/>
                    <a:pt x="5276" y="10921"/>
                  </a:cubicBezTo>
                  <a:cubicBezTo>
                    <a:pt x="5041" y="11444"/>
                    <a:pt x="4863" y="11991"/>
                    <a:pt x="4734" y="12548"/>
                  </a:cubicBezTo>
                  <a:lnTo>
                    <a:pt x="3318" y="12548"/>
                  </a:lnTo>
                  <a:cubicBezTo>
                    <a:pt x="3740" y="11641"/>
                    <a:pt x="4542" y="10436"/>
                    <a:pt x="5382" y="9274"/>
                  </a:cubicBezTo>
                  <a:cubicBezTo>
                    <a:pt x="5391" y="9265"/>
                    <a:pt x="5401" y="9250"/>
                    <a:pt x="5411" y="9241"/>
                  </a:cubicBezTo>
                  <a:cubicBezTo>
                    <a:pt x="6808" y="7311"/>
                    <a:pt x="8300" y="5525"/>
                    <a:pt x="8324" y="5496"/>
                  </a:cubicBezTo>
                  <a:cubicBezTo>
                    <a:pt x="8502" y="5295"/>
                    <a:pt x="9040" y="4671"/>
                    <a:pt x="8632" y="4263"/>
                  </a:cubicBezTo>
                  <a:cubicBezTo>
                    <a:pt x="8537" y="4169"/>
                    <a:pt x="8413" y="4122"/>
                    <a:pt x="8256" y="4122"/>
                  </a:cubicBezTo>
                  <a:cubicBezTo>
                    <a:pt x="8061" y="4122"/>
                    <a:pt x="7816" y="4194"/>
                    <a:pt x="7518" y="4335"/>
                  </a:cubicBezTo>
                  <a:cubicBezTo>
                    <a:pt x="7124" y="4525"/>
                    <a:pt x="6784" y="4620"/>
                    <a:pt x="6500" y="4620"/>
                  </a:cubicBezTo>
                  <a:cubicBezTo>
                    <a:pt x="6376" y="4620"/>
                    <a:pt x="6262" y="4602"/>
                    <a:pt x="6159" y="4565"/>
                  </a:cubicBezTo>
                  <a:cubicBezTo>
                    <a:pt x="5775" y="4431"/>
                    <a:pt x="5603" y="4061"/>
                    <a:pt x="5463" y="3764"/>
                  </a:cubicBezTo>
                  <a:lnTo>
                    <a:pt x="5435" y="3701"/>
                  </a:lnTo>
                  <a:cubicBezTo>
                    <a:pt x="4969" y="2732"/>
                    <a:pt x="3975" y="2516"/>
                    <a:pt x="3054" y="2492"/>
                  </a:cubicBezTo>
                  <a:lnTo>
                    <a:pt x="3049" y="2492"/>
                  </a:lnTo>
                  <a:cubicBezTo>
                    <a:pt x="2990" y="2490"/>
                    <a:pt x="2931" y="2490"/>
                    <a:pt x="2873" y="2490"/>
                  </a:cubicBezTo>
                  <a:cubicBezTo>
                    <a:pt x="2716" y="2490"/>
                    <a:pt x="2563" y="2494"/>
                    <a:pt x="2415" y="2501"/>
                  </a:cubicBezTo>
                  <a:cubicBezTo>
                    <a:pt x="2425" y="2492"/>
                    <a:pt x="2430" y="2487"/>
                    <a:pt x="2439" y="2477"/>
                  </a:cubicBezTo>
                  <a:lnTo>
                    <a:pt x="2458" y="2458"/>
                  </a:lnTo>
                  <a:lnTo>
                    <a:pt x="2463" y="2453"/>
                  </a:lnTo>
                  <a:lnTo>
                    <a:pt x="2478" y="2434"/>
                  </a:lnTo>
                  <a:lnTo>
                    <a:pt x="2482" y="2424"/>
                  </a:lnTo>
                  <a:lnTo>
                    <a:pt x="2492" y="2410"/>
                  </a:lnTo>
                  <a:lnTo>
                    <a:pt x="2497" y="2396"/>
                  </a:lnTo>
                  <a:lnTo>
                    <a:pt x="2502" y="2381"/>
                  </a:lnTo>
                  <a:lnTo>
                    <a:pt x="2506" y="2367"/>
                  </a:lnTo>
                  <a:cubicBezTo>
                    <a:pt x="2506" y="2362"/>
                    <a:pt x="2511" y="2357"/>
                    <a:pt x="2511" y="2348"/>
                  </a:cubicBezTo>
                  <a:lnTo>
                    <a:pt x="2516" y="2338"/>
                  </a:lnTo>
                  <a:cubicBezTo>
                    <a:pt x="2516" y="2333"/>
                    <a:pt x="2516" y="2324"/>
                    <a:pt x="2521" y="2319"/>
                  </a:cubicBezTo>
                  <a:cubicBezTo>
                    <a:pt x="2521" y="2309"/>
                    <a:pt x="2521" y="2309"/>
                    <a:pt x="2521" y="2304"/>
                  </a:cubicBezTo>
                  <a:cubicBezTo>
                    <a:pt x="2521" y="2295"/>
                    <a:pt x="2521" y="2285"/>
                    <a:pt x="2521" y="2276"/>
                  </a:cubicBezTo>
                  <a:lnTo>
                    <a:pt x="2521" y="1800"/>
                  </a:lnTo>
                  <a:lnTo>
                    <a:pt x="2521" y="1771"/>
                  </a:lnTo>
                  <a:lnTo>
                    <a:pt x="2521" y="1762"/>
                  </a:lnTo>
                  <a:lnTo>
                    <a:pt x="2521" y="1743"/>
                  </a:lnTo>
                  <a:lnTo>
                    <a:pt x="2521" y="1733"/>
                  </a:lnTo>
                  <a:cubicBezTo>
                    <a:pt x="2521" y="1728"/>
                    <a:pt x="2516" y="1723"/>
                    <a:pt x="2516" y="1719"/>
                  </a:cubicBezTo>
                  <a:lnTo>
                    <a:pt x="2516" y="1709"/>
                  </a:lnTo>
                  <a:cubicBezTo>
                    <a:pt x="2516" y="1704"/>
                    <a:pt x="2511" y="1695"/>
                    <a:pt x="2511" y="1690"/>
                  </a:cubicBezTo>
                  <a:lnTo>
                    <a:pt x="2506" y="1685"/>
                  </a:lnTo>
                  <a:cubicBezTo>
                    <a:pt x="2502" y="1675"/>
                    <a:pt x="2497" y="1671"/>
                    <a:pt x="2497" y="1661"/>
                  </a:cubicBezTo>
                  <a:cubicBezTo>
                    <a:pt x="2492" y="1651"/>
                    <a:pt x="2487" y="1647"/>
                    <a:pt x="2482" y="1637"/>
                  </a:cubicBezTo>
                  <a:lnTo>
                    <a:pt x="2478" y="1632"/>
                  </a:lnTo>
                  <a:lnTo>
                    <a:pt x="2468" y="1618"/>
                  </a:lnTo>
                  <a:lnTo>
                    <a:pt x="2458" y="1608"/>
                  </a:lnTo>
                  <a:lnTo>
                    <a:pt x="2449" y="1599"/>
                  </a:lnTo>
                  <a:lnTo>
                    <a:pt x="2444" y="1589"/>
                  </a:lnTo>
                  <a:lnTo>
                    <a:pt x="2430" y="1579"/>
                  </a:lnTo>
                  <a:lnTo>
                    <a:pt x="2420" y="1570"/>
                  </a:lnTo>
                  <a:lnTo>
                    <a:pt x="2406" y="1560"/>
                  </a:lnTo>
                  <a:lnTo>
                    <a:pt x="2401" y="1555"/>
                  </a:lnTo>
                  <a:lnTo>
                    <a:pt x="2377" y="1541"/>
                  </a:lnTo>
                  <a:lnTo>
                    <a:pt x="2372" y="1541"/>
                  </a:lnTo>
                  <a:lnTo>
                    <a:pt x="2353" y="1531"/>
                  </a:lnTo>
                  <a:lnTo>
                    <a:pt x="2348" y="1527"/>
                  </a:lnTo>
                  <a:lnTo>
                    <a:pt x="2329" y="1522"/>
                  </a:lnTo>
                  <a:lnTo>
                    <a:pt x="2319" y="1517"/>
                  </a:lnTo>
                  <a:lnTo>
                    <a:pt x="2314" y="1517"/>
                  </a:lnTo>
                  <a:lnTo>
                    <a:pt x="2343" y="1330"/>
                  </a:lnTo>
                  <a:lnTo>
                    <a:pt x="2362" y="1205"/>
                  </a:lnTo>
                  <a:cubicBezTo>
                    <a:pt x="2593" y="1201"/>
                    <a:pt x="2830" y="1196"/>
                    <a:pt x="3056" y="1196"/>
                  </a:cubicBezTo>
                  <a:cubicBezTo>
                    <a:pt x="3548" y="1196"/>
                    <a:pt x="3990" y="1216"/>
                    <a:pt x="4211" y="1291"/>
                  </a:cubicBezTo>
                  <a:cubicBezTo>
                    <a:pt x="4595" y="1416"/>
                    <a:pt x="5127" y="1743"/>
                    <a:pt x="5502" y="2568"/>
                  </a:cubicBezTo>
                  <a:cubicBezTo>
                    <a:pt x="5622" y="2828"/>
                    <a:pt x="5718" y="3063"/>
                    <a:pt x="5804" y="3269"/>
                  </a:cubicBezTo>
                  <a:cubicBezTo>
                    <a:pt x="5991" y="3730"/>
                    <a:pt x="6116" y="4037"/>
                    <a:pt x="6313" y="4148"/>
                  </a:cubicBezTo>
                  <a:cubicBezTo>
                    <a:pt x="6380" y="4184"/>
                    <a:pt x="6459" y="4203"/>
                    <a:pt x="6558" y="4203"/>
                  </a:cubicBezTo>
                  <a:cubicBezTo>
                    <a:pt x="6757" y="4203"/>
                    <a:pt x="7034" y="4126"/>
                    <a:pt x="7436" y="3965"/>
                  </a:cubicBezTo>
                  <a:cubicBezTo>
                    <a:pt x="7714" y="3857"/>
                    <a:pt x="7968" y="3802"/>
                    <a:pt x="8188" y="3802"/>
                  </a:cubicBezTo>
                  <a:cubicBezTo>
                    <a:pt x="8242" y="3802"/>
                    <a:pt x="8294" y="3805"/>
                    <a:pt x="8344" y="3812"/>
                  </a:cubicBezTo>
                  <a:cubicBezTo>
                    <a:pt x="8569" y="3840"/>
                    <a:pt x="8771" y="3965"/>
                    <a:pt x="8896" y="4152"/>
                  </a:cubicBezTo>
                  <a:cubicBezTo>
                    <a:pt x="9126" y="4517"/>
                    <a:pt x="9121" y="4834"/>
                    <a:pt x="8478" y="5746"/>
                  </a:cubicBezTo>
                  <a:cubicBezTo>
                    <a:pt x="7163" y="7585"/>
                    <a:pt x="6284" y="8953"/>
                    <a:pt x="5703" y="10052"/>
                  </a:cubicBezTo>
                  <a:cubicBezTo>
                    <a:pt x="5620" y="10213"/>
                    <a:pt x="5755" y="10351"/>
                    <a:pt x="5890" y="10351"/>
                  </a:cubicBezTo>
                  <a:cubicBezTo>
                    <a:pt x="5956" y="10351"/>
                    <a:pt x="6023" y="10318"/>
                    <a:pt x="6063" y="10239"/>
                  </a:cubicBezTo>
                  <a:cubicBezTo>
                    <a:pt x="6635" y="9159"/>
                    <a:pt x="7504" y="7805"/>
                    <a:pt x="8809" y="5981"/>
                  </a:cubicBezTo>
                  <a:cubicBezTo>
                    <a:pt x="9409" y="5127"/>
                    <a:pt x="9644" y="4580"/>
                    <a:pt x="9236" y="3936"/>
                  </a:cubicBezTo>
                  <a:cubicBezTo>
                    <a:pt x="9049" y="3644"/>
                    <a:pt x="8742" y="3452"/>
                    <a:pt x="8401" y="3413"/>
                  </a:cubicBezTo>
                  <a:cubicBezTo>
                    <a:pt x="8330" y="3403"/>
                    <a:pt x="8256" y="3397"/>
                    <a:pt x="8180" y="3397"/>
                  </a:cubicBezTo>
                  <a:cubicBezTo>
                    <a:pt x="7907" y="3397"/>
                    <a:pt x="7604" y="3464"/>
                    <a:pt x="7278" y="3596"/>
                  </a:cubicBezTo>
                  <a:cubicBezTo>
                    <a:pt x="6844" y="3769"/>
                    <a:pt x="6646" y="3800"/>
                    <a:pt x="6563" y="3800"/>
                  </a:cubicBezTo>
                  <a:cubicBezTo>
                    <a:pt x="6531" y="3800"/>
                    <a:pt x="6515" y="3795"/>
                    <a:pt x="6510" y="3792"/>
                  </a:cubicBezTo>
                  <a:cubicBezTo>
                    <a:pt x="6428" y="3740"/>
                    <a:pt x="6284" y="3380"/>
                    <a:pt x="6179" y="3120"/>
                  </a:cubicBezTo>
                  <a:cubicBezTo>
                    <a:pt x="6092" y="2909"/>
                    <a:pt x="5996" y="2669"/>
                    <a:pt x="5871" y="2400"/>
                  </a:cubicBezTo>
                  <a:cubicBezTo>
                    <a:pt x="5435" y="1440"/>
                    <a:pt x="4796" y="1056"/>
                    <a:pt x="4335" y="903"/>
                  </a:cubicBezTo>
                  <a:cubicBezTo>
                    <a:pt x="4068" y="812"/>
                    <a:pt x="3606" y="790"/>
                    <a:pt x="3067" y="790"/>
                  </a:cubicBezTo>
                  <a:cubicBezTo>
                    <a:pt x="2862" y="790"/>
                    <a:pt x="2646" y="793"/>
                    <a:pt x="2425" y="797"/>
                  </a:cubicBezTo>
                  <a:lnTo>
                    <a:pt x="2506" y="274"/>
                  </a:lnTo>
                  <a:cubicBezTo>
                    <a:pt x="2521" y="202"/>
                    <a:pt x="2502" y="135"/>
                    <a:pt x="2454" y="82"/>
                  </a:cubicBezTo>
                  <a:cubicBezTo>
                    <a:pt x="2410" y="29"/>
                    <a:pt x="2348" y="0"/>
                    <a:pt x="2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5" name="Google Shape;15765;p83"/>
          <p:cNvGrpSpPr/>
          <p:nvPr/>
        </p:nvGrpSpPr>
        <p:grpSpPr>
          <a:xfrm>
            <a:off x="6660814" y="1985085"/>
            <a:ext cx="355096" cy="363481"/>
            <a:chOff x="6660814" y="1985085"/>
            <a:chExt cx="355096" cy="363481"/>
          </a:xfrm>
        </p:grpSpPr>
        <p:sp>
          <p:nvSpPr>
            <p:cNvPr id="15766" name="Google Shape;15766;p83"/>
            <p:cNvSpPr/>
            <p:nvPr/>
          </p:nvSpPr>
          <p:spPr>
            <a:xfrm>
              <a:off x="6665976" y="1990325"/>
              <a:ext cx="344406" cy="344039"/>
            </a:xfrm>
            <a:custGeom>
              <a:rect b="b" l="l" r="r" t="t"/>
              <a:pathLst>
                <a:path extrusionOk="0" h="13130" w="13144">
                  <a:moveTo>
                    <a:pt x="5103" y="1"/>
                  </a:moveTo>
                  <a:cubicBezTo>
                    <a:pt x="2285" y="1"/>
                    <a:pt x="1" y="2286"/>
                    <a:pt x="1" y="5103"/>
                  </a:cubicBezTo>
                  <a:lnTo>
                    <a:pt x="1" y="12908"/>
                  </a:lnTo>
                  <a:cubicBezTo>
                    <a:pt x="1" y="13028"/>
                    <a:pt x="101" y="13129"/>
                    <a:pt x="226" y="13129"/>
                  </a:cubicBezTo>
                  <a:lnTo>
                    <a:pt x="12923" y="13129"/>
                  </a:lnTo>
                  <a:cubicBezTo>
                    <a:pt x="13043" y="13129"/>
                    <a:pt x="13144" y="13028"/>
                    <a:pt x="13144" y="12908"/>
                  </a:cubicBezTo>
                  <a:lnTo>
                    <a:pt x="13144" y="8934"/>
                  </a:lnTo>
                  <a:cubicBezTo>
                    <a:pt x="13144" y="8185"/>
                    <a:pt x="12539" y="7580"/>
                    <a:pt x="11790" y="7580"/>
                  </a:cubicBezTo>
                  <a:lnTo>
                    <a:pt x="11555" y="7580"/>
                  </a:lnTo>
                  <a:cubicBezTo>
                    <a:pt x="10806" y="7575"/>
                    <a:pt x="10201" y="6971"/>
                    <a:pt x="10201" y="6227"/>
                  </a:cubicBezTo>
                  <a:lnTo>
                    <a:pt x="10201" y="5103"/>
                  </a:lnTo>
                  <a:cubicBezTo>
                    <a:pt x="10201" y="2286"/>
                    <a:pt x="7921" y="1"/>
                    <a:pt x="5103"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83"/>
            <p:cNvSpPr/>
            <p:nvPr/>
          </p:nvSpPr>
          <p:spPr>
            <a:xfrm>
              <a:off x="6781058" y="1990325"/>
              <a:ext cx="229455" cy="344039"/>
            </a:xfrm>
            <a:custGeom>
              <a:rect b="b" l="l" r="r" t="t"/>
              <a:pathLst>
                <a:path extrusionOk="0" h="13130" w="8757">
                  <a:moveTo>
                    <a:pt x="711" y="1"/>
                  </a:moveTo>
                  <a:cubicBezTo>
                    <a:pt x="471" y="1"/>
                    <a:pt x="236" y="20"/>
                    <a:pt x="1" y="53"/>
                  </a:cubicBezTo>
                  <a:cubicBezTo>
                    <a:pt x="2516" y="404"/>
                    <a:pt x="4393" y="2559"/>
                    <a:pt x="4393" y="5103"/>
                  </a:cubicBezTo>
                  <a:lnTo>
                    <a:pt x="4393" y="7547"/>
                  </a:lnTo>
                  <a:cubicBezTo>
                    <a:pt x="4393" y="8166"/>
                    <a:pt x="4892" y="8665"/>
                    <a:pt x="5507" y="8665"/>
                  </a:cubicBezTo>
                  <a:lnTo>
                    <a:pt x="6222" y="8665"/>
                  </a:lnTo>
                  <a:cubicBezTo>
                    <a:pt x="6836" y="8665"/>
                    <a:pt x="7336" y="9164"/>
                    <a:pt x="7336" y="9784"/>
                  </a:cubicBezTo>
                  <a:lnTo>
                    <a:pt x="7336" y="12908"/>
                  </a:lnTo>
                  <a:cubicBezTo>
                    <a:pt x="7336" y="13028"/>
                    <a:pt x="7240" y="13129"/>
                    <a:pt x="7115" y="13129"/>
                  </a:cubicBezTo>
                  <a:lnTo>
                    <a:pt x="8536" y="13129"/>
                  </a:lnTo>
                  <a:cubicBezTo>
                    <a:pt x="8656" y="13129"/>
                    <a:pt x="8756" y="13028"/>
                    <a:pt x="8756" y="12908"/>
                  </a:cubicBezTo>
                  <a:lnTo>
                    <a:pt x="8756" y="8934"/>
                  </a:lnTo>
                  <a:cubicBezTo>
                    <a:pt x="8756" y="8185"/>
                    <a:pt x="8152" y="7580"/>
                    <a:pt x="7403" y="7580"/>
                  </a:cubicBezTo>
                  <a:lnTo>
                    <a:pt x="7168" y="7580"/>
                  </a:lnTo>
                  <a:cubicBezTo>
                    <a:pt x="6419" y="7580"/>
                    <a:pt x="5809" y="6975"/>
                    <a:pt x="5809" y="6227"/>
                  </a:cubicBezTo>
                  <a:lnTo>
                    <a:pt x="5809" y="5103"/>
                  </a:lnTo>
                  <a:cubicBezTo>
                    <a:pt x="5809" y="2286"/>
                    <a:pt x="3529" y="1"/>
                    <a:pt x="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3"/>
            <p:cNvSpPr/>
            <p:nvPr/>
          </p:nvSpPr>
          <p:spPr>
            <a:xfrm>
              <a:off x="6666238" y="2269041"/>
              <a:ext cx="344406" cy="65323"/>
            </a:xfrm>
            <a:custGeom>
              <a:rect b="b" l="l" r="r" t="t"/>
              <a:pathLst>
                <a:path extrusionOk="0" h="2493" w="13144">
                  <a:moveTo>
                    <a:pt x="0" y="1"/>
                  </a:moveTo>
                  <a:lnTo>
                    <a:pt x="0" y="2267"/>
                  </a:lnTo>
                  <a:cubicBezTo>
                    <a:pt x="0" y="2391"/>
                    <a:pt x="101" y="2492"/>
                    <a:pt x="226" y="2492"/>
                  </a:cubicBezTo>
                  <a:lnTo>
                    <a:pt x="12913" y="2492"/>
                  </a:lnTo>
                  <a:cubicBezTo>
                    <a:pt x="13038" y="2492"/>
                    <a:pt x="13143" y="2391"/>
                    <a:pt x="13143" y="2267"/>
                  </a:cubicBezTo>
                  <a:lnTo>
                    <a:pt x="131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83"/>
            <p:cNvSpPr/>
            <p:nvPr/>
          </p:nvSpPr>
          <p:spPr>
            <a:xfrm>
              <a:off x="6666107" y="2269041"/>
              <a:ext cx="33854" cy="74127"/>
            </a:xfrm>
            <a:custGeom>
              <a:rect b="b" l="l" r="r" t="t"/>
              <a:pathLst>
                <a:path extrusionOk="0" h="2829" w="1292">
                  <a:moveTo>
                    <a:pt x="0" y="1"/>
                  </a:moveTo>
                  <a:lnTo>
                    <a:pt x="0" y="2603"/>
                  </a:lnTo>
                  <a:cubicBezTo>
                    <a:pt x="0" y="2727"/>
                    <a:pt x="106" y="2828"/>
                    <a:pt x="231" y="2828"/>
                  </a:cubicBezTo>
                  <a:lnTo>
                    <a:pt x="1292" y="2828"/>
                  </a:ln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3"/>
            <p:cNvSpPr/>
            <p:nvPr/>
          </p:nvSpPr>
          <p:spPr>
            <a:xfrm>
              <a:off x="6683087" y="2269041"/>
              <a:ext cx="16874" cy="74258"/>
            </a:xfrm>
            <a:custGeom>
              <a:rect b="b" l="l" r="r" t="t"/>
              <a:pathLst>
                <a:path extrusionOk="0" h="2834" w="644">
                  <a:moveTo>
                    <a:pt x="0" y="1"/>
                  </a:moveTo>
                  <a:lnTo>
                    <a:pt x="0" y="2833"/>
                  </a:lnTo>
                  <a:lnTo>
                    <a:pt x="644" y="2833"/>
                  </a:lnTo>
                  <a:lnTo>
                    <a:pt x="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3"/>
            <p:cNvSpPr/>
            <p:nvPr/>
          </p:nvSpPr>
          <p:spPr>
            <a:xfrm>
              <a:off x="6976764" y="2269041"/>
              <a:ext cx="33880" cy="74258"/>
            </a:xfrm>
            <a:custGeom>
              <a:rect b="b" l="l" r="r" t="t"/>
              <a:pathLst>
                <a:path extrusionOk="0" h="2834" w="1293">
                  <a:moveTo>
                    <a:pt x="1" y="1"/>
                  </a:moveTo>
                  <a:lnTo>
                    <a:pt x="1" y="2833"/>
                  </a:lnTo>
                  <a:lnTo>
                    <a:pt x="1062" y="2833"/>
                  </a:lnTo>
                  <a:cubicBezTo>
                    <a:pt x="1187" y="2833"/>
                    <a:pt x="1292" y="2727"/>
                    <a:pt x="1292" y="2603"/>
                  </a:cubicBez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83"/>
            <p:cNvSpPr/>
            <p:nvPr/>
          </p:nvSpPr>
          <p:spPr>
            <a:xfrm>
              <a:off x="6987586" y="2269041"/>
              <a:ext cx="23058" cy="74127"/>
            </a:xfrm>
            <a:custGeom>
              <a:rect b="b" l="l" r="r" t="t"/>
              <a:pathLst>
                <a:path extrusionOk="0" h="2829" w="880">
                  <a:moveTo>
                    <a:pt x="231" y="1"/>
                  </a:moveTo>
                  <a:lnTo>
                    <a:pt x="231" y="2603"/>
                  </a:lnTo>
                  <a:cubicBezTo>
                    <a:pt x="231" y="2727"/>
                    <a:pt x="126" y="2828"/>
                    <a:pt x="1" y="2828"/>
                  </a:cubicBezTo>
                  <a:lnTo>
                    <a:pt x="649" y="2828"/>
                  </a:lnTo>
                  <a:cubicBezTo>
                    <a:pt x="774" y="2828"/>
                    <a:pt x="879" y="2727"/>
                    <a:pt x="879" y="2603"/>
                  </a:cubicBezTo>
                  <a:lnTo>
                    <a:pt x="8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83"/>
            <p:cNvSpPr/>
            <p:nvPr/>
          </p:nvSpPr>
          <p:spPr>
            <a:xfrm>
              <a:off x="6699935"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3"/>
            <p:cNvSpPr/>
            <p:nvPr/>
          </p:nvSpPr>
          <p:spPr>
            <a:xfrm>
              <a:off x="6727605"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3"/>
            <p:cNvSpPr/>
            <p:nvPr/>
          </p:nvSpPr>
          <p:spPr>
            <a:xfrm>
              <a:off x="675527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83"/>
            <p:cNvSpPr/>
            <p:nvPr/>
          </p:nvSpPr>
          <p:spPr>
            <a:xfrm>
              <a:off x="678294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83"/>
            <p:cNvSpPr/>
            <p:nvPr/>
          </p:nvSpPr>
          <p:spPr>
            <a:xfrm>
              <a:off x="681061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83"/>
            <p:cNvSpPr/>
            <p:nvPr/>
          </p:nvSpPr>
          <p:spPr>
            <a:xfrm>
              <a:off x="683828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3"/>
            <p:cNvSpPr/>
            <p:nvPr/>
          </p:nvSpPr>
          <p:spPr>
            <a:xfrm>
              <a:off x="6865954" y="2262019"/>
              <a:ext cx="27827" cy="72345"/>
            </a:xfrm>
            <a:custGeom>
              <a:rect b="b" l="l" r="r" t="t"/>
              <a:pathLst>
                <a:path extrusionOk="0" h="2761" w="1062">
                  <a:moveTo>
                    <a:pt x="1" y="0"/>
                  </a:moveTo>
                  <a:lnTo>
                    <a:pt x="1" y="2760"/>
                  </a:lnTo>
                  <a:lnTo>
                    <a:pt x="1062" y="2760"/>
                  </a:lnTo>
                  <a:lnTo>
                    <a:pt x="10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3"/>
            <p:cNvSpPr/>
            <p:nvPr/>
          </p:nvSpPr>
          <p:spPr>
            <a:xfrm>
              <a:off x="6893624" y="2262019"/>
              <a:ext cx="27827" cy="72345"/>
            </a:xfrm>
            <a:custGeom>
              <a:rect b="b" l="l" r="r" t="t"/>
              <a:pathLst>
                <a:path extrusionOk="0" h="2761" w="1062">
                  <a:moveTo>
                    <a:pt x="1" y="0"/>
                  </a:moveTo>
                  <a:lnTo>
                    <a:pt x="1" y="2760"/>
                  </a:lnTo>
                  <a:lnTo>
                    <a:pt x="1062" y="2760"/>
                  </a:lnTo>
                  <a:lnTo>
                    <a:pt x="106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3"/>
            <p:cNvSpPr/>
            <p:nvPr/>
          </p:nvSpPr>
          <p:spPr>
            <a:xfrm>
              <a:off x="692142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3"/>
            <p:cNvSpPr/>
            <p:nvPr/>
          </p:nvSpPr>
          <p:spPr>
            <a:xfrm>
              <a:off x="694909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83"/>
            <p:cNvSpPr/>
            <p:nvPr/>
          </p:nvSpPr>
          <p:spPr>
            <a:xfrm>
              <a:off x="6717543" y="2262019"/>
              <a:ext cx="20150" cy="38256"/>
            </a:xfrm>
            <a:custGeom>
              <a:rect b="b" l="l" r="r" t="t"/>
              <a:pathLst>
                <a:path extrusionOk="0" h="1460" w="769">
                  <a:moveTo>
                    <a:pt x="1" y="0"/>
                  </a:moveTo>
                  <a:lnTo>
                    <a:pt x="1" y="1138"/>
                  </a:lnTo>
                  <a:cubicBezTo>
                    <a:pt x="1" y="1315"/>
                    <a:pt x="145" y="1459"/>
                    <a:pt x="317"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83"/>
            <p:cNvSpPr/>
            <p:nvPr/>
          </p:nvSpPr>
          <p:spPr>
            <a:xfrm>
              <a:off x="6722574" y="2262019"/>
              <a:ext cx="15119" cy="38256"/>
            </a:xfrm>
            <a:custGeom>
              <a:rect b="b" l="l" r="r" t="t"/>
              <a:pathLst>
                <a:path extrusionOk="0" h="1460" w="577">
                  <a:moveTo>
                    <a:pt x="193" y="0"/>
                  </a:moveTo>
                  <a:lnTo>
                    <a:pt x="193" y="1138"/>
                  </a:lnTo>
                  <a:cubicBezTo>
                    <a:pt x="193" y="1267"/>
                    <a:pt x="116" y="1383"/>
                    <a:pt x="1" y="1431"/>
                  </a:cubicBezTo>
                  <a:cubicBezTo>
                    <a:pt x="39" y="1450"/>
                    <a:pt x="82" y="1459"/>
                    <a:pt x="125" y="1459"/>
                  </a:cubicBezTo>
                  <a:lnTo>
                    <a:pt x="260"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83"/>
            <p:cNvSpPr/>
            <p:nvPr/>
          </p:nvSpPr>
          <p:spPr>
            <a:xfrm>
              <a:off x="6772882" y="2262019"/>
              <a:ext cx="20150" cy="38256"/>
            </a:xfrm>
            <a:custGeom>
              <a:rect b="b" l="l" r="r" t="t"/>
              <a:pathLst>
                <a:path extrusionOk="0" h="1460" w="769">
                  <a:moveTo>
                    <a:pt x="1" y="0"/>
                  </a:moveTo>
                  <a:lnTo>
                    <a:pt x="1" y="1138"/>
                  </a:lnTo>
                  <a:cubicBezTo>
                    <a:pt x="1" y="1315"/>
                    <a:pt x="145" y="1459"/>
                    <a:pt x="318"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3"/>
            <p:cNvSpPr/>
            <p:nvPr/>
          </p:nvSpPr>
          <p:spPr>
            <a:xfrm>
              <a:off x="6828222" y="2262019"/>
              <a:ext cx="20281" cy="38256"/>
            </a:xfrm>
            <a:custGeom>
              <a:rect b="b" l="l" r="r" t="t"/>
              <a:pathLst>
                <a:path extrusionOk="0" h="1460" w="774">
                  <a:moveTo>
                    <a:pt x="1" y="0"/>
                  </a:moveTo>
                  <a:lnTo>
                    <a:pt x="1" y="1138"/>
                  </a:lnTo>
                  <a:cubicBezTo>
                    <a:pt x="1" y="1315"/>
                    <a:pt x="145" y="1459"/>
                    <a:pt x="322"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3"/>
            <p:cNvSpPr/>
            <p:nvPr/>
          </p:nvSpPr>
          <p:spPr>
            <a:xfrm>
              <a:off x="6883562" y="2262019"/>
              <a:ext cx="20281" cy="38256"/>
            </a:xfrm>
            <a:custGeom>
              <a:rect b="b" l="l" r="r" t="t"/>
              <a:pathLst>
                <a:path extrusionOk="0" h="1460" w="774">
                  <a:moveTo>
                    <a:pt x="1" y="0"/>
                  </a:moveTo>
                  <a:lnTo>
                    <a:pt x="1" y="1138"/>
                  </a:lnTo>
                  <a:cubicBezTo>
                    <a:pt x="1" y="1315"/>
                    <a:pt x="145" y="1459"/>
                    <a:pt x="323"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83"/>
            <p:cNvSpPr/>
            <p:nvPr/>
          </p:nvSpPr>
          <p:spPr>
            <a:xfrm>
              <a:off x="6939033" y="2262019"/>
              <a:ext cx="20150" cy="38256"/>
            </a:xfrm>
            <a:custGeom>
              <a:rect b="b" l="l" r="r" t="t"/>
              <a:pathLst>
                <a:path extrusionOk="0" h="1460" w="769">
                  <a:moveTo>
                    <a:pt x="1" y="0"/>
                  </a:moveTo>
                  <a:lnTo>
                    <a:pt x="1" y="1138"/>
                  </a:lnTo>
                  <a:cubicBezTo>
                    <a:pt x="1" y="1315"/>
                    <a:pt x="140" y="1459"/>
                    <a:pt x="318" y="1459"/>
                  </a:cubicBezTo>
                  <a:lnTo>
                    <a:pt x="447"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83"/>
            <p:cNvSpPr/>
            <p:nvPr/>
          </p:nvSpPr>
          <p:spPr>
            <a:xfrm>
              <a:off x="6777782"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3"/>
            <p:cNvSpPr/>
            <p:nvPr/>
          </p:nvSpPr>
          <p:spPr>
            <a:xfrm>
              <a:off x="6833253" y="2262019"/>
              <a:ext cx="15119" cy="38256"/>
            </a:xfrm>
            <a:custGeom>
              <a:rect b="b" l="l" r="r" t="t"/>
              <a:pathLst>
                <a:path extrusionOk="0" h="1460" w="577">
                  <a:moveTo>
                    <a:pt x="193" y="0"/>
                  </a:moveTo>
                  <a:lnTo>
                    <a:pt x="193" y="1138"/>
                  </a:lnTo>
                  <a:cubicBezTo>
                    <a:pt x="193" y="1267"/>
                    <a:pt x="116" y="1383"/>
                    <a:pt x="1" y="1431"/>
                  </a:cubicBezTo>
                  <a:cubicBezTo>
                    <a:pt x="39" y="1450"/>
                    <a:pt x="82" y="1459"/>
                    <a:pt x="130" y="1459"/>
                  </a:cubicBezTo>
                  <a:lnTo>
                    <a:pt x="260" y="1459"/>
                  </a:lnTo>
                  <a:cubicBezTo>
                    <a:pt x="438"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3"/>
            <p:cNvSpPr/>
            <p:nvPr/>
          </p:nvSpPr>
          <p:spPr>
            <a:xfrm>
              <a:off x="6888593"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83"/>
            <p:cNvSpPr/>
            <p:nvPr/>
          </p:nvSpPr>
          <p:spPr>
            <a:xfrm>
              <a:off x="6944063" y="2262019"/>
              <a:ext cx="15119" cy="38256"/>
            </a:xfrm>
            <a:custGeom>
              <a:rect b="b" l="l" r="r" t="t"/>
              <a:pathLst>
                <a:path extrusionOk="0" h="1460" w="577">
                  <a:moveTo>
                    <a:pt x="193" y="0"/>
                  </a:moveTo>
                  <a:lnTo>
                    <a:pt x="193" y="1138"/>
                  </a:lnTo>
                  <a:cubicBezTo>
                    <a:pt x="193" y="1267"/>
                    <a:pt x="116" y="1383"/>
                    <a:pt x="1" y="1431"/>
                  </a:cubicBezTo>
                  <a:cubicBezTo>
                    <a:pt x="39" y="1450"/>
                    <a:pt x="83" y="1459"/>
                    <a:pt x="126" y="1459"/>
                  </a:cubicBezTo>
                  <a:lnTo>
                    <a:pt x="255"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3"/>
            <p:cNvSpPr/>
            <p:nvPr/>
          </p:nvSpPr>
          <p:spPr>
            <a:xfrm>
              <a:off x="6666107" y="2243153"/>
              <a:ext cx="344406" cy="25914"/>
            </a:xfrm>
            <a:custGeom>
              <a:rect b="b" l="l" r="r" t="t"/>
              <a:pathLst>
                <a:path extrusionOk="0" h="989" w="13144">
                  <a:moveTo>
                    <a:pt x="0" y="0"/>
                  </a:moveTo>
                  <a:lnTo>
                    <a:pt x="0" y="989"/>
                  </a:lnTo>
                  <a:lnTo>
                    <a:pt x="13143" y="989"/>
                  </a:lnTo>
                  <a:lnTo>
                    <a:pt x="131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3"/>
            <p:cNvSpPr/>
            <p:nvPr/>
          </p:nvSpPr>
          <p:spPr>
            <a:xfrm>
              <a:off x="6660814" y="1985085"/>
              <a:ext cx="355096" cy="363481"/>
            </a:xfrm>
            <a:custGeom>
              <a:rect b="b" l="l" r="r" t="t"/>
              <a:pathLst>
                <a:path extrusionOk="0" h="13872" w="13552">
                  <a:moveTo>
                    <a:pt x="2732" y="11044"/>
                  </a:moveTo>
                  <a:lnTo>
                    <a:pt x="2732" y="11712"/>
                  </a:lnTo>
                  <a:cubicBezTo>
                    <a:pt x="2732" y="11774"/>
                    <a:pt x="2679" y="11827"/>
                    <a:pt x="2617" y="11827"/>
                  </a:cubicBezTo>
                  <a:lnTo>
                    <a:pt x="2482" y="11827"/>
                  </a:lnTo>
                  <a:cubicBezTo>
                    <a:pt x="2420" y="11827"/>
                    <a:pt x="2367" y="11774"/>
                    <a:pt x="2367" y="11712"/>
                  </a:cubicBezTo>
                  <a:lnTo>
                    <a:pt x="2367" y="11044"/>
                  </a:lnTo>
                  <a:close/>
                  <a:moveTo>
                    <a:pt x="4849" y="11044"/>
                  </a:moveTo>
                  <a:lnTo>
                    <a:pt x="4849" y="11712"/>
                  </a:lnTo>
                  <a:lnTo>
                    <a:pt x="4844" y="11712"/>
                  </a:lnTo>
                  <a:cubicBezTo>
                    <a:pt x="4844" y="11774"/>
                    <a:pt x="4791" y="11827"/>
                    <a:pt x="4729" y="11827"/>
                  </a:cubicBezTo>
                  <a:lnTo>
                    <a:pt x="4599" y="11827"/>
                  </a:lnTo>
                  <a:cubicBezTo>
                    <a:pt x="4537" y="11827"/>
                    <a:pt x="4484" y="11774"/>
                    <a:pt x="4484" y="11712"/>
                  </a:cubicBezTo>
                  <a:lnTo>
                    <a:pt x="4484" y="11044"/>
                  </a:lnTo>
                  <a:close/>
                  <a:moveTo>
                    <a:pt x="6956" y="11044"/>
                  </a:moveTo>
                  <a:lnTo>
                    <a:pt x="6956" y="11712"/>
                  </a:lnTo>
                  <a:cubicBezTo>
                    <a:pt x="6956" y="11774"/>
                    <a:pt x="6903" y="11827"/>
                    <a:pt x="6841" y="11827"/>
                  </a:cubicBezTo>
                  <a:lnTo>
                    <a:pt x="6711" y="11827"/>
                  </a:lnTo>
                  <a:cubicBezTo>
                    <a:pt x="6644" y="11827"/>
                    <a:pt x="6591" y="11774"/>
                    <a:pt x="6591" y="11712"/>
                  </a:cubicBezTo>
                  <a:lnTo>
                    <a:pt x="6591" y="11044"/>
                  </a:lnTo>
                  <a:close/>
                  <a:moveTo>
                    <a:pt x="9068" y="11044"/>
                  </a:moveTo>
                  <a:lnTo>
                    <a:pt x="9068" y="11712"/>
                  </a:lnTo>
                  <a:cubicBezTo>
                    <a:pt x="9068" y="11774"/>
                    <a:pt x="9016" y="11827"/>
                    <a:pt x="8953" y="11827"/>
                  </a:cubicBezTo>
                  <a:lnTo>
                    <a:pt x="8824" y="11827"/>
                  </a:lnTo>
                  <a:cubicBezTo>
                    <a:pt x="8756" y="11827"/>
                    <a:pt x="8708" y="11774"/>
                    <a:pt x="8708" y="11712"/>
                  </a:cubicBezTo>
                  <a:lnTo>
                    <a:pt x="8708" y="11044"/>
                  </a:lnTo>
                  <a:close/>
                  <a:moveTo>
                    <a:pt x="11181" y="11044"/>
                  </a:moveTo>
                  <a:lnTo>
                    <a:pt x="11181" y="11712"/>
                  </a:lnTo>
                  <a:cubicBezTo>
                    <a:pt x="11181" y="11774"/>
                    <a:pt x="11128" y="11827"/>
                    <a:pt x="11065" y="11827"/>
                  </a:cubicBezTo>
                  <a:lnTo>
                    <a:pt x="10936" y="11827"/>
                  </a:lnTo>
                  <a:cubicBezTo>
                    <a:pt x="10868" y="11827"/>
                    <a:pt x="10820" y="11774"/>
                    <a:pt x="10820" y="11712"/>
                  </a:cubicBezTo>
                  <a:lnTo>
                    <a:pt x="10820" y="11044"/>
                  </a:lnTo>
                  <a:close/>
                  <a:moveTo>
                    <a:pt x="1959" y="11044"/>
                  </a:moveTo>
                  <a:lnTo>
                    <a:pt x="1959" y="11712"/>
                  </a:lnTo>
                  <a:cubicBezTo>
                    <a:pt x="1959" y="11947"/>
                    <a:pt x="2118" y="12153"/>
                    <a:pt x="2343" y="12216"/>
                  </a:cubicBezTo>
                  <a:lnTo>
                    <a:pt x="2343" y="13128"/>
                  </a:lnTo>
                  <a:lnTo>
                    <a:pt x="1695" y="13128"/>
                  </a:lnTo>
                  <a:lnTo>
                    <a:pt x="1695" y="11044"/>
                  </a:lnTo>
                  <a:close/>
                  <a:moveTo>
                    <a:pt x="3404" y="11044"/>
                  </a:moveTo>
                  <a:lnTo>
                    <a:pt x="3404" y="13128"/>
                  </a:lnTo>
                  <a:lnTo>
                    <a:pt x="2751" y="13128"/>
                  </a:lnTo>
                  <a:lnTo>
                    <a:pt x="2751" y="12216"/>
                  </a:lnTo>
                  <a:cubicBezTo>
                    <a:pt x="2982" y="12153"/>
                    <a:pt x="3135" y="11947"/>
                    <a:pt x="3135" y="11712"/>
                  </a:cubicBezTo>
                  <a:lnTo>
                    <a:pt x="3135" y="11044"/>
                  </a:lnTo>
                  <a:close/>
                  <a:moveTo>
                    <a:pt x="4076" y="11044"/>
                  </a:moveTo>
                  <a:lnTo>
                    <a:pt x="4076" y="11712"/>
                  </a:lnTo>
                  <a:cubicBezTo>
                    <a:pt x="4076" y="11947"/>
                    <a:pt x="4230" y="12153"/>
                    <a:pt x="4460" y="12216"/>
                  </a:cubicBezTo>
                  <a:lnTo>
                    <a:pt x="4460" y="13128"/>
                  </a:lnTo>
                  <a:lnTo>
                    <a:pt x="3807" y="13128"/>
                  </a:lnTo>
                  <a:lnTo>
                    <a:pt x="3807" y="11044"/>
                  </a:lnTo>
                  <a:close/>
                  <a:moveTo>
                    <a:pt x="5516" y="11044"/>
                  </a:moveTo>
                  <a:lnTo>
                    <a:pt x="5516" y="13128"/>
                  </a:lnTo>
                  <a:lnTo>
                    <a:pt x="4863" y="13128"/>
                  </a:lnTo>
                  <a:lnTo>
                    <a:pt x="4863" y="12216"/>
                  </a:lnTo>
                  <a:cubicBezTo>
                    <a:pt x="5094" y="12153"/>
                    <a:pt x="5247" y="11947"/>
                    <a:pt x="5252" y="11712"/>
                  </a:cubicBezTo>
                  <a:lnTo>
                    <a:pt x="5252" y="11044"/>
                  </a:lnTo>
                  <a:close/>
                  <a:moveTo>
                    <a:pt x="6183" y="11044"/>
                  </a:moveTo>
                  <a:lnTo>
                    <a:pt x="6183" y="11712"/>
                  </a:lnTo>
                  <a:cubicBezTo>
                    <a:pt x="6183" y="11947"/>
                    <a:pt x="6342" y="12153"/>
                    <a:pt x="6567" y="12216"/>
                  </a:cubicBezTo>
                  <a:lnTo>
                    <a:pt x="6572" y="13128"/>
                  </a:lnTo>
                  <a:lnTo>
                    <a:pt x="5919" y="13128"/>
                  </a:lnTo>
                  <a:lnTo>
                    <a:pt x="5919" y="11044"/>
                  </a:lnTo>
                  <a:close/>
                  <a:moveTo>
                    <a:pt x="7628" y="11044"/>
                  </a:moveTo>
                  <a:lnTo>
                    <a:pt x="7628" y="13128"/>
                  </a:lnTo>
                  <a:lnTo>
                    <a:pt x="6980" y="13128"/>
                  </a:lnTo>
                  <a:lnTo>
                    <a:pt x="6980" y="12216"/>
                  </a:lnTo>
                  <a:cubicBezTo>
                    <a:pt x="7206" y="12153"/>
                    <a:pt x="7364" y="11947"/>
                    <a:pt x="7364" y="11712"/>
                  </a:cubicBezTo>
                  <a:lnTo>
                    <a:pt x="7364" y="11044"/>
                  </a:lnTo>
                  <a:close/>
                  <a:moveTo>
                    <a:pt x="8300" y="11044"/>
                  </a:moveTo>
                  <a:lnTo>
                    <a:pt x="8300" y="11712"/>
                  </a:lnTo>
                  <a:cubicBezTo>
                    <a:pt x="8300" y="11947"/>
                    <a:pt x="8459" y="12153"/>
                    <a:pt x="8684" y="12216"/>
                  </a:cubicBezTo>
                  <a:lnTo>
                    <a:pt x="8684" y="13128"/>
                  </a:lnTo>
                  <a:lnTo>
                    <a:pt x="8036" y="13128"/>
                  </a:lnTo>
                  <a:lnTo>
                    <a:pt x="8036" y="11044"/>
                  </a:lnTo>
                  <a:close/>
                  <a:moveTo>
                    <a:pt x="9740" y="11044"/>
                  </a:moveTo>
                  <a:lnTo>
                    <a:pt x="9740" y="13128"/>
                  </a:lnTo>
                  <a:lnTo>
                    <a:pt x="9092" y="13128"/>
                  </a:lnTo>
                  <a:lnTo>
                    <a:pt x="9092" y="12216"/>
                  </a:lnTo>
                  <a:cubicBezTo>
                    <a:pt x="9318" y="12153"/>
                    <a:pt x="9476" y="11947"/>
                    <a:pt x="9476" y="11712"/>
                  </a:cubicBezTo>
                  <a:lnTo>
                    <a:pt x="9476" y="11044"/>
                  </a:lnTo>
                  <a:close/>
                  <a:moveTo>
                    <a:pt x="10412" y="11044"/>
                  </a:moveTo>
                  <a:lnTo>
                    <a:pt x="10412" y="11712"/>
                  </a:lnTo>
                  <a:cubicBezTo>
                    <a:pt x="10412" y="11947"/>
                    <a:pt x="10571" y="12153"/>
                    <a:pt x="10796" y="12216"/>
                  </a:cubicBezTo>
                  <a:lnTo>
                    <a:pt x="10796" y="13128"/>
                  </a:lnTo>
                  <a:lnTo>
                    <a:pt x="10148" y="13128"/>
                  </a:lnTo>
                  <a:lnTo>
                    <a:pt x="10148" y="11044"/>
                  </a:lnTo>
                  <a:close/>
                  <a:moveTo>
                    <a:pt x="11853" y="11044"/>
                  </a:moveTo>
                  <a:lnTo>
                    <a:pt x="11853" y="13128"/>
                  </a:lnTo>
                  <a:lnTo>
                    <a:pt x="11205" y="13128"/>
                  </a:lnTo>
                  <a:lnTo>
                    <a:pt x="11205" y="12216"/>
                  </a:lnTo>
                  <a:cubicBezTo>
                    <a:pt x="11430" y="12153"/>
                    <a:pt x="11589" y="11947"/>
                    <a:pt x="11589" y="11712"/>
                  </a:cubicBezTo>
                  <a:lnTo>
                    <a:pt x="11589" y="11044"/>
                  </a:lnTo>
                  <a:close/>
                  <a:moveTo>
                    <a:pt x="1287" y="11044"/>
                  </a:moveTo>
                  <a:lnTo>
                    <a:pt x="1287" y="13329"/>
                  </a:lnTo>
                  <a:lnTo>
                    <a:pt x="1292" y="13329"/>
                  </a:lnTo>
                  <a:lnTo>
                    <a:pt x="1292" y="13464"/>
                  </a:lnTo>
                  <a:lnTo>
                    <a:pt x="433" y="13464"/>
                  </a:lnTo>
                  <a:cubicBezTo>
                    <a:pt x="418" y="13464"/>
                    <a:pt x="409" y="13454"/>
                    <a:pt x="409" y="13440"/>
                  </a:cubicBezTo>
                  <a:lnTo>
                    <a:pt x="409" y="11044"/>
                  </a:lnTo>
                  <a:close/>
                  <a:moveTo>
                    <a:pt x="13144" y="11044"/>
                  </a:moveTo>
                  <a:lnTo>
                    <a:pt x="13144" y="13440"/>
                  </a:lnTo>
                  <a:cubicBezTo>
                    <a:pt x="13144" y="13454"/>
                    <a:pt x="13129" y="13464"/>
                    <a:pt x="13115" y="13464"/>
                  </a:cubicBezTo>
                  <a:lnTo>
                    <a:pt x="12261" y="13464"/>
                  </a:lnTo>
                  <a:lnTo>
                    <a:pt x="12261" y="11044"/>
                  </a:lnTo>
                  <a:close/>
                  <a:moveTo>
                    <a:pt x="5304" y="0"/>
                  </a:moveTo>
                  <a:cubicBezTo>
                    <a:pt x="4992" y="0"/>
                    <a:pt x="4676" y="28"/>
                    <a:pt x="4359" y="85"/>
                  </a:cubicBezTo>
                  <a:cubicBezTo>
                    <a:pt x="1834" y="546"/>
                    <a:pt x="1" y="2740"/>
                    <a:pt x="1" y="5308"/>
                  </a:cubicBezTo>
                  <a:lnTo>
                    <a:pt x="1" y="13440"/>
                  </a:lnTo>
                  <a:cubicBezTo>
                    <a:pt x="1" y="13680"/>
                    <a:pt x="198" y="13872"/>
                    <a:pt x="433" y="13872"/>
                  </a:cubicBezTo>
                  <a:lnTo>
                    <a:pt x="1494" y="13872"/>
                  </a:lnTo>
                  <a:cubicBezTo>
                    <a:pt x="1604" y="13872"/>
                    <a:pt x="1695" y="13781"/>
                    <a:pt x="1695" y="13670"/>
                  </a:cubicBezTo>
                  <a:lnTo>
                    <a:pt x="1695" y="13536"/>
                  </a:lnTo>
                  <a:lnTo>
                    <a:pt x="11857" y="13536"/>
                  </a:lnTo>
                  <a:lnTo>
                    <a:pt x="11857" y="13670"/>
                  </a:lnTo>
                  <a:cubicBezTo>
                    <a:pt x="11857" y="13781"/>
                    <a:pt x="11949" y="13872"/>
                    <a:pt x="12059" y="13872"/>
                  </a:cubicBezTo>
                  <a:lnTo>
                    <a:pt x="13120" y="13872"/>
                  </a:lnTo>
                  <a:cubicBezTo>
                    <a:pt x="13360" y="13872"/>
                    <a:pt x="13552" y="13680"/>
                    <a:pt x="13552" y="13440"/>
                  </a:cubicBezTo>
                  <a:lnTo>
                    <a:pt x="13552" y="9134"/>
                  </a:lnTo>
                  <a:cubicBezTo>
                    <a:pt x="13552" y="8275"/>
                    <a:pt x="12851" y="7579"/>
                    <a:pt x="11992" y="7579"/>
                  </a:cubicBezTo>
                  <a:lnTo>
                    <a:pt x="11757" y="7579"/>
                  </a:lnTo>
                  <a:cubicBezTo>
                    <a:pt x="11118" y="7579"/>
                    <a:pt x="10604" y="7060"/>
                    <a:pt x="10604" y="6427"/>
                  </a:cubicBezTo>
                  <a:lnTo>
                    <a:pt x="10604" y="5303"/>
                  </a:lnTo>
                  <a:cubicBezTo>
                    <a:pt x="10604" y="5006"/>
                    <a:pt x="10576" y="4708"/>
                    <a:pt x="10528" y="4420"/>
                  </a:cubicBezTo>
                  <a:cubicBezTo>
                    <a:pt x="10505" y="4309"/>
                    <a:pt x="10419" y="4258"/>
                    <a:pt x="10333" y="4258"/>
                  </a:cubicBezTo>
                  <a:cubicBezTo>
                    <a:pt x="10222" y="4258"/>
                    <a:pt x="10110" y="4342"/>
                    <a:pt x="10129" y="4487"/>
                  </a:cubicBezTo>
                  <a:cubicBezTo>
                    <a:pt x="10172" y="4756"/>
                    <a:pt x="10196" y="5030"/>
                    <a:pt x="10196" y="5303"/>
                  </a:cubicBezTo>
                  <a:lnTo>
                    <a:pt x="10196" y="6427"/>
                  </a:lnTo>
                  <a:cubicBezTo>
                    <a:pt x="10196" y="7286"/>
                    <a:pt x="10893" y="7987"/>
                    <a:pt x="11757" y="7987"/>
                  </a:cubicBezTo>
                  <a:lnTo>
                    <a:pt x="11992" y="7987"/>
                  </a:lnTo>
                  <a:cubicBezTo>
                    <a:pt x="12630" y="7987"/>
                    <a:pt x="13144" y="8500"/>
                    <a:pt x="13144" y="9139"/>
                  </a:cubicBezTo>
                  <a:lnTo>
                    <a:pt x="13144" y="9648"/>
                  </a:lnTo>
                  <a:lnTo>
                    <a:pt x="2377" y="9648"/>
                  </a:lnTo>
                  <a:cubicBezTo>
                    <a:pt x="2103" y="9648"/>
                    <a:pt x="2103" y="10051"/>
                    <a:pt x="2377" y="10051"/>
                  </a:cubicBezTo>
                  <a:lnTo>
                    <a:pt x="13144" y="10051"/>
                  </a:lnTo>
                  <a:lnTo>
                    <a:pt x="13144" y="10636"/>
                  </a:lnTo>
                  <a:lnTo>
                    <a:pt x="409" y="10636"/>
                  </a:lnTo>
                  <a:lnTo>
                    <a:pt x="409" y="10051"/>
                  </a:lnTo>
                  <a:lnTo>
                    <a:pt x="1426" y="10051"/>
                  </a:lnTo>
                  <a:cubicBezTo>
                    <a:pt x="1700" y="10051"/>
                    <a:pt x="1700" y="9648"/>
                    <a:pt x="1426" y="9648"/>
                  </a:cubicBezTo>
                  <a:lnTo>
                    <a:pt x="409" y="9648"/>
                  </a:lnTo>
                  <a:lnTo>
                    <a:pt x="409" y="5303"/>
                  </a:lnTo>
                  <a:cubicBezTo>
                    <a:pt x="409" y="2937"/>
                    <a:pt x="2103" y="906"/>
                    <a:pt x="4431" y="489"/>
                  </a:cubicBezTo>
                  <a:cubicBezTo>
                    <a:pt x="4725" y="435"/>
                    <a:pt x="5017" y="410"/>
                    <a:pt x="5307" y="410"/>
                  </a:cubicBezTo>
                  <a:cubicBezTo>
                    <a:pt x="7315" y="410"/>
                    <a:pt x="9163" y="1651"/>
                    <a:pt x="9889" y="3590"/>
                  </a:cubicBezTo>
                  <a:cubicBezTo>
                    <a:pt x="9923" y="3686"/>
                    <a:pt x="9998" y="3726"/>
                    <a:pt x="10074" y="3726"/>
                  </a:cubicBezTo>
                  <a:cubicBezTo>
                    <a:pt x="10204" y="3726"/>
                    <a:pt x="10335" y="3609"/>
                    <a:pt x="10268" y="3446"/>
                  </a:cubicBezTo>
                  <a:cubicBezTo>
                    <a:pt x="9484" y="1347"/>
                    <a:pt x="7480" y="0"/>
                    <a:pt x="5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5" name="Google Shape;15795;p83"/>
          <p:cNvGrpSpPr/>
          <p:nvPr/>
        </p:nvGrpSpPr>
        <p:grpSpPr>
          <a:xfrm>
            <a:off x="7226448" y="1502697"/>
            <a:ext cx="198379" cy="363402"/>
            <a:chOff x="7226448" y="1502697"/>
            <a:chExt cx="198379" cy="363402"/>
          </a:xfrm>
        </p:grpSpPr>
        <p:sp>
          <p:nvSpPr>
            <p:cNvPr id="15796" name="Google Shape;15796;p83"/>
            <p:cNvSpPr/>
            <p:nvPr/>
          </p:nvSpPr>
          <p:spPr>
            <a:xfrm>
              <a:off x="7295491" y="1598912"/>
              <a:ext cx="104679" cy="222407"/>
            </a:xfrm>
            <a:custGeom>
              <a:rect b="b" l="l" r="r" t="t"/>
              <a:pathLst>
                <a:path extrusionOk="0" h="8488" w="3995">
                  <a:moveTo>
                    <a:pt x="1998" y="1023"/>
                  </a:moveTo>
                  <a:cubicBezTo>
                    <a:pt x="2535" y="1023"/>
                    <a:pt x="2967" y="1460"/>
                    <a:pt x="2967" y="1997"/>
                  </a:cubicBezTo>
                  <a:lnTo>
                    <a:pt x="2967" y="6490"/>
                  </a:lnTo>
                  <a:cubicBezTo>
                    <a:pt x="2967" y="7028"/>
                    <a:pt x="2531" y="7465"/>
                    <a:pt x="1993" y="7465"/>
                  </a:cubicBezTo>
                  <a:cubicBezTo>
                    <a:pt x="1455" y="7465"/>
                    <a:pt x="1018" y="7028"/>
                    <a:pt x="1018" y="6490"/>
                  </a:cubicBezTo>
                  <a:lnTo>
                    <a:pt x="1018" y="1997"/>
                  </a:lnTo>
                  <a:cubicBezTo>
                    <a:pt x="1018" y="1460"/>
                    <a:pt x="1455" y="1023"/>
                    <a:pt x="1998" y="1023"/>
                  </a:cubicBezTo>
                  <a:close/>
                  <a:moveTo>
                    <a:pt x="1998" y="0"/>
                  </a:moveTo>
                  <a:cubicBezTo>
                    <a:pt x="894" y="0"/>
                    <a:pt x="1" y="893"/>
                    <a:pt x="1" y="1997"/>
                  </a:cubicBezTo>
                  <a:lnTo>
                    <a:pt x="1" y="6490"/>
                  </a:lnTo>
                  <a:cubicBezTo>
                    <a:pt x="1" y="7590"/>
                    <a:pt x="894" y="8487"/>
                    <a:pt x="1998" y="8487"/>
                  </a:cubicBezTo>
                  <a:cubicBezTo>
                    <a:pt x="3097" y="8482"/>
                    <a:pt x="3990" y="7590"/>
                    <a:pt x="3995" y="6490"/>
                  </a:cubicBezTo>
                  <a:lnTo>
                    <a:pt x="3995" y="1997"/>
                  </a:lnTo>
                  <a:cubicBezTo>
                    <a:pt x="3995" y="893"/>
                    <a:pt x="3097" y="0"/>
                    <a:pt x="19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3"/>
            <p:cNvSpPr/>
            <p:nvPr/>
          </p:nvSpPr>
          <p:spPr>
            <a:xfrm>
              <a:off x="7242169" y="1522323"/>
              <a:ext cx="133476" cy="325147"/>
            </a:xfrm>
            <a:custGeom>
              <a:rect b="b" l="l" r="r" t="t"/>
              <a:pathLst>
                <a:path extrusionOk="0" h="12409" w="5094">
                  <a:moveTo>
                    <a:pt x="1" y="0"/>
                  </a:moveTo>
                  <a:cubicBezTo>
                    <a:pt x="1" y="0"/>
                    <a:pt x="1978" y="1843"/>
                    <a:pt x="2017" y="3610"/>
                  </a:cubicBezTo>
                  <a:lnTo>
                    <a:pt x="2017" y="12409"/>
                  </a:lnTo>
                  <a:lnTo>
                    <a:pt x="3073" y="12409"/>
                  </a:lnTo>
                  <a:lnTo>
                    <a:pt x="3073" y="3610"/>
                  </a:lnTo>
                  <a:cubicBezTo>
                    <a:pt x="3116" y="1843"/>
                    <a:pt x="5094" y="0"/>
                    <a:pt x="509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83"/>
            <p:cNvSpPr/>
            <p:nvPr/>
          </p:nvSpPr>
          <p:spPr>
            <a:xfrm>
              <a:off x="7308462" y="1522323"/>
              <a:ext cx="67183" cy="325147"/>
            </a:xfrm>
            <a:custGeom>
              <a:rect b="b" l="l" r="r" t="t"/>
              <a:pathLst>
                <a:path extrusionOk="0" h="12409" w="2564">
                  <a:moveTo>
                    <a:pt x="927" y="0"/>
                  </a:moveTo>
                  <a:cubicBezTo>
                    <a:pt x="927" y="0"/>
                    <a:pt x="43" y="1843"/>
                    <a:pt x="0" y="3610"/>
                  </a:cubicBezTo>
                  <a:lnTo>
                    <a:pt x="0" y="12409"/>
                  </a:lnTo>
                  <a:lnTo>
                    <a:pt x="543" y="12409"/>
                  </a:lnTo>
                  <a:lnTo>
                    <a:pt x="543" y="3610"/>
                  </a:lnTo>
                  <a:cubicBezTo>
                    <a:pt x="586" y="1843"/>
                    <a:pt x="2564" y="0"/>
                    <a:pt x="25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83"/>
            <p:cNvSpPr/>
            <p:nvPr/>
          </p:nvSpPr>
          <p:spPr>
            <a:xfrm>
              <a:off x="7231741" y="1507964"/>
              <a:ext cx="154228" cy="24683"/>
            </a:xfrm>
            <a:custGeom>
              <a:rect b="b" l="l" r="r" t="t"/>
              <a:pathLst>
                <a:path extrusionOk="0" h="942" w="5886">
                  <a:moveTo>
                    <a:pt x="475" y="1"/>
                  </a:moveTo>
                  <a:cubicBezTo>
                    <a:pt x="211" y="1"/>
                    <a:pt x="0" y="212"/>
                    <a:pt x="0" y="471"/>
                  </a:cubicBezTo>
                  <a:cubicBezTo>
                    <a:pt x="0" y="730"/>
                    <a:pt x="211" y="942"/>
                    <a:pt x="471" y="942"/>
                  </a:cubicBezTo>
                  <a:lnTo>
                    <a:pt x="5415" y="942"/>
                  </a:lnTo>
                  <a:cubicBezTo>
                    <a:pt x="5674" y="942"/>
                    <a:pt x="5885" y="730"/>
                    <a:pt x="5885" y="471"/>
                  </a:cubicBezTo>
                  <a:cubicBezTo>
                    <a:pt x="5885" y="212"/>
                    <a:pt x="5674" y="1"/>
                    <a:pt x="541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83"/>
            <p:cNvSpPr/>
            <p:nvPr/>
          </p:nvSpPr>
          <p:spPr>
            <a:xfrm>
              <a:off x="7228701" y="1514147"/>
              <a:ext cx="160412" cy="18499"/>
            </a:xfrm>
            <a:custGeom>
              <a:rect b="b" l="l" r="r" t="t"/>
              <a:pathLst>
                <a:path extrusionOk="0" h="706" w="6122">
                  <a:moveTo>
                    <a:pt x="183" y="0"/>
                  </a:moveTo>
                  <a:cubicBezTo>
                    <a:pt x="1" y="317"/>
                    <a:pt x="227" y="706"/>
                    <a:pt x="587" y="706"/>
                  </a:cubicBezTo>
                  <a:lnTo>
                    <a:pt x="5531" y="706"/>
                  </a:lnTo>
                  <a:cubicBezTo>
                    <a:pt x="5891" y="706"/>
                    <a:pt x="6121" y="317"/>
                    <a:pt x="5939" y="0"/>
                  </a:cubicBezTo>
                  <a:lnTo>
                    <a:pt x="5939" y="0"/>
                  </a:lnTo>
                  <a:cubicBezTo>
                    <a:pt x="5852" y="144"/>
                    <a:pt x="5699" y="235"/>
                    <a:pt x="5531" y="235"/>
                  </a:cubicBezTo>
                  <a:lnTo>
                    <a:pt x="587" y="235"/>
                  </a:lnTo>
                  <a:cubicBezTo>
                    <a:pt x="419" y="235"/>
                    <a:pt x="265" y="14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3"/>
            <p:cNvSpPr/>
            <p:nvPr/>
          </p:nvSpPr>
          <p:spPr>
            <a:xfrm>
              <a:off x="7277123" y="1647335"/>
              <a:ext cx="142306" cy="23294"/>
            </a:xfrm>
            <a:custGeom>
              <a:rect b="b" l="l" r="r" t="t"/>
              <a:pathLst>
                <a:path extrusionOk="0" h="889" w="5431">
                  <a:moveTo>
                    <a:pt x="111" y="0"/>
                  </a:moveTo>
                  <a:cubicBezTo>
                    <a:pt x="49" y="0"/>
                    <a:pt x="1" y="48"/>
                    <a:pt x="1" y="116"/>
                  </a:cubicBezTo>
                  <a:lnTo>
                    <a:pt x="1" y="773"/>
                  </a:lnTo>
                  <a:cubicBezTo>
                    <a:pt x="1" y="836"/>
                    <a:pt x="49" y="889"/>
                    <a:pt x="111" y="889"/>
                  </a:cubicBezTo>
                  <a:lnTo>
                    <a:pt x="4984" y="889"/>
                  </a:lnTo>
                  <a:cubicBezTo>
                    <a:pt x="5233" y="889"/>
                    <a:pt x="5430" y="692"/>
                    <a:pt x="5430" y="442"/>
                  </a:cubicBezTo>
                  <a:cubicBezTo>
                    <a:pt x="5430" y="197"/>
                    <a:pt x="5233" y="0"/>
                    <a:pt x="4984"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3"/>
            <p:cNvSpPr/>
            <p:nvPr/>
          </p:nvSpPr>
          <p:spPr>
            <a:xfrm>
              <a:off x="7277123" y="1653125"/>
              <a:ext cx="145188" cy="17503"/>
            </a:xfrm>
            <a:custGeom>
              <a:rect b="b" l="l" r="r" t="t"/>
              <a:pathLst>
                <a:path extrusionOk="0" h="668" w="5541">
                  <a:moveTo>
                    <a:pt x="5372" y="0"/>
                  </a:moveTo>
                  <a:cubicBezTo>
                    <a:pt x="5291" y="139"/>
                    <a:pt x="5142" y="221"/>
                    <a:pt x="4984" y="221"/>
                  </a:cubicBezTo>
                  <a:lnTo>
                    <a:pt x="111" y="221"/>
                  </a:lnTo>
                  <a:cubicBezTo>
                    <a:pt x="49" y="221"/>
                    <a:pt x="1" y="173"/>
                    <a:pt x="1" y="111"/>
                  </a:cubicBezTo>
                  <a:lnTo>
                    <a:pt x="1" y="552"/>
                  </a:lnTo>
                  <a:cubicBezTo>
                    <a:pt x="1" y="615"/>
                    <a:pt x="49" y="668"/>
                    <a:pt x="111" y="668"/>
                  </a:cubicBezTo>
                  <a:lnTo>
                    <a:pt x="4984" y="668"/>
                  </a:lnTo>
                  <a:cubicBezTo>
                    <a:pt x="5329" y="668"/>
                    <a:pt x="5540" y="298"/>
                    <a:pt x="5372"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3"/>
            <p:cNvSpPr/>
            <p:nvPr/>
          </p:nvSpPr>
          <p:spPr>
            <a:xfrm>
              <a:off x="7277019" y="1697774"/>
              <a:ext cx="142411" cy="23425"/>
            </a:xfrm>
            <a:custGeom>
              <a:rect b="b" l="l" r="r" t="t"/>
              <a:pathLst>
                <a:path extrusionOk="0" h="894" w="5435">
                  <a:moveTo>
                    <a:pt x="115" y="0"/>
                  </a:moveTo>
                  <a:cubicBezTo>
                    <a:pt x="53" y="0"/>
                    <a:pt x="0" y="53"/>
                    <a:pt x="5" y="116"/>
                  </a:cubicBezTo>
                  <a:lnTo>
                    <a:pt x="5" y="778"/>
                  </a:lnTo>
                  <a:cubicBezTo>
                    <a:pt x="5" y="840"/>
                    <a:pt x="53" y="893"/>
                    <a:pt x="115" y="893"/>
                  </a:cubicBezTo>
                  <a:lnTo>
                    <a:pt x="4988" y="893"/>
                  </a:lnTo>
                  <a:cubicBezTo>
                    <a:pt x="5237" y="893"/>
                    <a:pt x="5434" y="692"/>
                    <a:pt x="5434" y="447"/>
                  </a:cubicBezTo>
                  <a:cubicBezTo>
                    <a:pt x="5434" y="202"/>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3"/>
            <p:cNvSpPr/>
            <p:nvPr/>
          </p:nvSpPr>
          <p:spPr>
            <a:xfrm>
              <a:off x="7277123" y="1703801"/>
              <a:ext cx="145057" cy="17398"/>
            </a:xfrm>
            <a:custGeom>
              <a:rect b="b" l="l" r="r" t="t"/>
              <a:pathLst>
                <a:path extrusionOk="0" h="664" w="5536">
                  <a:moveTo>
                    <a:pt x="5372" y="1"/>
                  </a:moveTo>
                  <a:cubicBezTo>
                    <a:pt x="5296" y="140"/>
                    <a:pt x="5147" y="226"/>
                    <a:pt x="4984" y="226"/>
                  </a:cubicBezTo>
                  <a:lnTo>
                    <a:pt x="111" y="226"/>
                  </a:lnTo>
                  <a:cubicBezTo>
                    <a:pt x="49" y="226"/>
                    <a:pt x="1" y="178"/>
                    <a:pt x="1" y="116"/>
                  </a:cubicBezTo>
                  <a:lnTo>
                    <a:pt x="1" y="548"/>
                  </a:lnTo>
                  <a:cubicBezTo>
                    <a:pt x="1" y="610"/>
                    <a:pt x="49" y="663"/>
                    <a:pt x="111" y="663"/>
                  </a:cubicBezTo>
                  <a:lnTo>
                    <a:pt x="4984" y="663"/>
                  </a:lnTo>
                  <a:cubicBezTo>
                    <a:pt x="5324" y="658"/>
                    <a:pt x="5536"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83"/>
            <p:cNvSpPr/>
            <p:nvPr/>
          </p:nvSpPr>
          <p:spPr>
            <a:xfrm>
              <a:off x="7277019" y="1748345"/>
              <a:ext cx="142411" cy="23294"/>
            </a:xfrm>
            <a:custGeom>
              <a:rect b="b" l="l" r="r" t="t"/>
              <a:pathLst>
                <a:path extrusionOk="0" h="889" w="5435">
                  <a:moveTo>
                    <a:pt x="115" y="0"/>
                  </a:moveTo>
                  <a:cubicBezTo>
                    <a:pt x="53" y="0"/>
                    <a:pt x="0" y="48"/>
                    <a:pt x="5" y="115"/>
                  </a:cubicBezTo>
                  <a:lnTo>
                    <a:pt x="5" y="773"/>
                  </a:lnTo>
                  <a:cubicBezTo>
                    <a:pt x="5" y="835"/>
                    <a:pt x="53" y="888"/>
                    <a:pt x="115" y="888"/>
                  </a:cubicBezTo>
                  <a:lnTo>
                    <a:pt x="4988" y="888"/>
                  </a:lnTo>
                  <a:cubicBezTo>
                    <a:pt x="5237" y="888"/>
                    <a:pt x="5434" y="686"/>
                    <a:pt x="5434" y="442"/>
                  </a:cubicBezTo>
                  <a:cubicBezTo>
                    <a:pt x="5434" y="197"/>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83"/>
            <p:cNvSpPr/>
            <p:nvPr/>
          </p:nvSpPr>
          <p:spPr>
            <a:xfrm>
              <a:off x="7277123" y="1754110"/>
              <a:ext cx="145188" cy="17529"/>
            </a:xfrm>
            <a:custGeom>
              <a:rect b="b" l="l" r="r" t="t"/>
              <a:pathLst>
                <a:path extrusionOk="0" h="669" w="5541">
                  <a:moveTo>
                    <a:pt x="5372" y="1"/>
                  </a:moveTo>
                  <a:cubicBezTo>
                    <a:pt x="5291" y="140"/>
                    <a:pt x="5142" y="222"/>
                    <a:pt x="4984" y="222"/>
                  </a:cubicBezTo>
                  <a:lnTo>
                    <a:pt x="111" y="222"/>
                  </a:lnTo>
                  <a:cubicBezTo>
                    <a:pt x="49" y="222"/>
                    <a:pt x="1" y="174"/>
                    <a:pt x="1" y="111"/>
                  </a:cubicBezTo>
                  <a:lnTo>
                    <a:pt x="1" y="553"/>
                  </a:lnTo>
                  <a:cubicBezTo>
                    <a:pt x="1" y="615"/>
                    <a:pt x="49" y="668"/>
                    <a:pt x="111" y="668"/>
                  </a:cubicBezTo>
                  <a:lnTo>
                    <a:pt x="4984" y="668"/>
                  </a:lnTo>
                  <a:cubicBezTo>
                    <a:pt x="5329" y="668"/>
                    <a:pt x="5540"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83"/>
            <p:cNvSpPr/>
            <p:nvPr/>
          </p:nvSpPr>
          <p:spPr>
            <a:xfrm>
              <a:off x="7282809" y="1836255"/>
              <a:ext cx="52091" cy="24552"/>
            </a:xfrm>
            <a:custGeom>
              <a:rect b="b" l="l" r="r" t="t"/>
              <a:pathLst>
                <a:path extrusionOk="0" h="937" w="1988">
                  <a:moveTo>
                    <a:pt x="370" y="0"/>
                  </a:moveTo>
                  <a:cubicBezTo>
                    <a:pt x="322" y="0"/>
                    <a:pt x="278" y="29"/>
                    <a:pt x="264" y="77"/>
                  </a:cubicBezTo>
                  <a:lnTo>
                    <a:pt x="29" y="788"/>
                  </a:lnTo>
                  <a:cubicBezTo>
                    <a:pt x="0" y="860"/>
                    <a:pt x="58" y="936"/>
                    <a:pt x="134" y="936"/>
                  </a:cubicBezTo>
                  <a:lnTo>
                    <a:pt x="1853" y="936"/>
                  </a:lnTo>
                  <a:cubicBezTo>
                    <a:pt x="1930" y="936"/>
                    <a:pt x="1987" y="860"/>
                    <a:pt x="1963" y="788"/>
                  </a:cubicBezTo>
                  <a:lnTo>
                    <a:pt x="1728" y="77"/>
                  </a:lnTo>
                  <a:cubicBezTo>
                    <a:pt x="1709" y="29"/>
                    <a:pt x="1666" y="0"/>
                    <a:pt x="161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3"/>
            <p:cNvSpPr/>
            <p:nvPr/>
          </p:nvSpPr>
          <p:spPr>
            <a:xfrm>
              <a:off x="7308828" y="1836255"/>
              <a:ext cx="26071" cy="24552"/>
            </a:xfrm>
            <a:custGeom>
              <a:rect b="b" l="l" r="r" t="t"/>
              <a:pathLst>
                <a:path extrusionOk="0" h="937" w="995">
                  <a:moveTo>
                    <a:pt x="1" y="0"/>
                  </a:moveTo>
                  <a:lnTo>
                    <a:pt x="1" y="936"/>
                  </a:lnTo>
                  <a:lnTo>
                    <a:pt x="860" y="936"/>
                  </a:lnTo>
                  <a:cubicBezTo>
                    <a:pt x="937" y="936"/>
                    <a:pt x="994" y="860"/>
                    <a:pt x="970" y="788"/>
                  </a:cubicBezTo>
                  <a:lnTo>
                    <a:pt x="735" y="77"/>
                  </a:lnTo>
                  <a:cubicBezTo>
                    <a:pt x="716" y="29"/>
                    <a:pt x="673" y="0"/>
                    <a:pt x="6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83"/>
            <p:cNvSpPr/>
            <p:nvPr/>
          </p:nvSpPr>
          <p:spPr>
            <a:xfrm>
              <a:off x="7226448" y="1502697"/>
              <a:ext cx="198379" cy="363402"/>
            </a:xfrm>
            <a:custGeom>
              <a:rect b="b" l="l" r="r" t="t"/>
              <a:pathLst>
                <a:path extrusionOk="0" h="13869" w="7571">
                  <a:moveTo>
                    <a:pt x="5617" y="403"/>
                  </a:moveTo>
                  <a:cubicBezTo>
                    <a:pt x="5972" y="403"/>
                    <a:pt x="5972" y="941"/>
                    <a:pt x="5617" y="941"/>
                  </a:cubicBezTo>
                  <a:lnTo>
                    <a:pt x="677" y="941"/>
                  </a:lnTo>
                  <a:cubicBezTo>
                    <a:pt x="317" y="941"/>
                    <a:pt x="317" y="403"/>
                    <a:pt x="677" y="403"/>
                  </a:cubicBezTo>
                  <a:close/>
                  <a:moveTo>
                    <a:pt x="4863" y="1349"/>
                  </a:moveTo>
                  <a:cubicBezTo>
                    <a:pt x="4263" y="2074"/>
                    <a:pt x="3509" y="3207"/>
                    <a:pt x="3471" y="4325"/>
                  </a:cubicBezTo>
                  <a:cubicBezTo>
                    <a:pt x="3471" y="4340"/>
                    <a:pt x="3471" y="4349"/>
                    <a:pt x="3471" y="4359"/>
                  </a:cubicBezTo>
                  <a:lnTo>
                    <a:pt x="3471" y="5314"/>
                  </a:lnTo>
                  <a:lnTo>
                    <a:pt x="2823" y="5314"/>
                  </a:lnTo>
                  <a:lnTo>
                    <a:pt x="2823" y="4359"/>
                  </a:lnTo>
                  <a:lnTo>
                    <a:pt x="2823" y="4354"/>
                  </a:lnTo>
                  <a:cubicBezTo>
                    <a:pt x="2794" y="3226"/>
                    <a:pt x="2036" y="2079"/>
                    <a:pt x="1426" y="1349"/>
                  </a:cubicBezTo>
                  <a:close/>
                  <a:moveTo>
                    <a:pt x="6918" y="5727"/>
                  </a:moveTo>
                  <a:cubicBezTo>
                    <a:pt x="7239" y="5727"/>
                    <a:pt x="7239" y="6207"/>
                    <a:pt x="6918" y="6207"/>
                  </a:cubicBezTo>
                  <a:lnTo>
                    <a:pt x="2137" y="6207"/>
                  </a:lnTo>
                  <a:lnTo>
                    <a:pt x="2137" y="5727"/>
                  </a:lnTo>
                  <a:close/>
                  <a:moveTo>
                    <a:pt x="2823" y="6610"/>
                  </a:moveTo>
                  <a:lnTo>
                    <a:pt x="3471" y="6615"/>
                  </a:lnTo>
                  <a:lnTo>
                    <a:pt x="3471" y="7249"/>
                  </a:lnTo>
                  <a:lnTo>
                    <a:pt x="2823" y="7249"/>
                  </a:lnTo>
                  <a:lnTo>
                    <a:pt x="2823" y="6610"/>
                  </a:lnTo>
                  <a:close/>
                  <a:moveTo>
                    <a:pt x="3874" y="6610"/>
                  </a:moveTo>
                  <a:lnTo>
                    <a:pt x="5406" y="6615"/>
                  </a:lnTo>
                  <a:lnTo>
                    <a:pt x="5406" y="7249"/>
                  </a:lnTo>
                  <a:lnTo>
                    <a:pt x="3874" y="7249"/>
                  </a:lnTo>
                  <a:lnTo>
                    <a:pt x="3874" y="6610"/>
                  </a:lnTo>
                  <a:close/>
                  <a:moveTo>
                    <a:pt x="5809" y="6610"/>
                  </a:moveTo>
                  <a:lnTo>
                    <a:pt x="6423" y="6615"/>
                  </a:lnTo>
                  <a:lnTo>
                    <a:pt x="6423" y="7249"/>
                  </a:lnTo>
                  <a:lnTo>
                    <a:pt x="5809" y="7249"/>
                  </a:lnTo>
                  <a:lnTo>
                    <a:pt x="5809" y="6610"/>
                  </a:lnTo>
                  <a:close/>
                  <a:moveTo>
                    <a:pt x="6918" y="7657"/>
                  </a:moveTo>
                  <a:cubicBezTo>
                    <a:pt x="7239" y="7657"/>
                    <a:pt x="7239" y="8137"/>
                    <a:pt x="6918" y="8137"/>
                  </a:cubicBezTo>
                  <a:lnTo>
                    <a:pt x="2137" y="8137"/>
                  </a:lnTo>
                  <a:lnTo>
                    <a:pt x="2137" y="7657"/>
                  </a:lnTo>
                  <a:close/>
                  <a:moveTo>
                    <a:pt x="3471" y="8540"/>
                  </a:moveTo>
                  <a:lnTo>
                    <a:pt x="3471" y="9169"/>
                  </a:lnTo>
                  <a:lnTo>
                    <a:pt x="2823" y="9173"/>
                  </a:lnTo>
                  <a:lnTo>
                    <a:pt x="2823" y="8540"/>
                  </a:lnTo>
                  <a:close/>
                  <a:moveTo>
                    <a:pt x="5406" y="8540"/>
                  </a:moveTo>
                  <a:lnTo>
                    <a:pt x="5406" y="9169"/>
                  </a:lnTo>
                  <a:lnTo>
                    <a:pt x="3874" y="9173"/>
                  </a:lnTo>
                  <a:lnTo>
                    <a:pt x="3874" y="8540"/>
                  </a:lnTo>
                  <a:close/>
                  <a:moveTo>
                    <a:pt x="6428" y="8540"/>
                  </a:moveTo>
                  <a:lnTo>
                    <a:pt x="6428" y="9169"/>
                  </a:lnTo>
                  <a:lnTo>
                    <a:pt x="5809" y="9173"/>
                  </a:lnTo>
                  <a:lnTo>
                    <a:pt x="5809" y="8540"/>
                  </a:lnTo>
                  <a:close/>
                  <a:moveTo>
                    <a:pt x="6922" y="9581"/>
                  </a:moveTo>
                  <a:cubicBezTo>
                    <a:pt x="7239" y="9581"/>
                    <a:pt x="7239" y="10061"/>
                    <a:pt x="6922" y="10061"/>
                  </a:cubicBezTo>
                  <a:lnTo>
                    <a:pt x="2137" y="10061"/>
                  </a:lnTo>
                  <a:lnTo>
                    <a:pt x="2137" y="9581"/>
                  </a:lnTo>
                  <a:close/>
                  <a:moveTo>
                    <a:pt x="3471" y="10465"/>
                  </a:moveTo>
                  <a:lnTo>
                    <a:pt x="3471" y="12524"/>
                  </a:lnTo>
                  <a:lnTo>
                    <a:pt x="2823" y="12529"/>
                  </a:lnTo>
                  <a:lnTo>
                    <a:pt x="2823" y="10465"/>
                  </a:lnTo>
                  <a:close/>
                  <a:moveTo>
                    <a:pt x="3706" y="12932"/>
                  </a:moveTo>
                  <a:lnTo>
                    <a:pt x="3884" y="13465"/>
                  </a:lnTo>
                  <a:lnTo>
                    <a:pt x="2410" y="13465"/>
                  </a:lnTo>
                  <a:lnTo>
                    <a:pt x="2588" y="12932"/>
                  </a:lnTo>
                  <a:close/>
                  <a:moveTo>
                    <a:pt x="673" y="0"/>
                  </a:moveTo>
                  <a:cubicBezTo>
                    <a:pt x="303" y="0"/>
                    <a:pt x="0" y="303"/>
                    <a:pt x="0" y="672"/>
                  </a:cubicBezTo>
                  <a:cubicBezTo>
                    <a:pt x="0" y="1047"/>
                    <a:pt x="303" y="1349"/>
                    <a:pt x="673" y="1349"/>
                  </a:cubicBezTo>
                  <a:lnTo>
                    <a:pt x="893" y="1349"/>
                  </a:lnTo>
                  <a:cubicBezTo>
                    <a:pt x="2189" y="2799"/>
                    <a:pt x="2405" y="3855"/>
                    <a:pt x="2415" y="4364"/>
                  </a:cubicBezTo>
                  <a:lnTo>
                    <a:pt x="2415" y="5314"/>
                  </a:lnTo>
                  <a:lnTo>
                    <a:pt x="2050" y="5314"/>
                  </a:lnTo>
                  <a:cubicBezTo>
                    <a:pt x="1873" y="5314"/>
                    <a:pt x="1733" y="5458"/>
                    <a:pt x="1733" y="5631"/>
                  </a:cubicBezTo>
                  <a:lnTo>
                    <a:pt x="1733" y="5760"/>
                  </a:lnTo>
                  <a:lnTo>
                    <a:pt x="1474" y="5760"/>
                  </a:lnTo>
                  <a:lnTo>
                    <a:pt x="1474" y="5477"/>
                  </a:lnTo>
                  <a:cubicBezTo>
                    <a:pt x="1481" y="5336"/>
                    <a:pt x="1376" y="5265"/>
                    <a:pt x="1270" y="5265"/>
                  </a:cubicBezTo>
                  <a:cubicBezTo>
                    <a:pt x="1165" y="5265"/>
                    <a:pt x="1059" y="5336"/>
                    <a:pt x="1066" y="5477"/>
                  </a:cubicBezTo>
                  <a:lnTo>
                    <a:pt x="1066" y="6447"/>
                  </a:lnTo>
                  <a:cubicBezTo>
                    <a:pt x="1059" y="6591"/>
                    <a:pt x="1165" y="6663"/>
                    <a:pt x="1270" y="6663"/>
                  </a:cubicBezTo>
                  <a:cubicBezTo>
                    <a:pt x="1376" y="6663"/>
                    <a:pt x="1481" y="6591"/>
                    <a:pt x="1474" y="6447"/>
                  </a:cubicBezTo>
                  <a:lnTo>
                    <a:pt x="1474" y="6168"/>
                  </a:lnTo>
                  <a:lnTo>
                    <a:pt x="1733" y="6168"/>
                  </a:lnTo>
                  <a:lnTo>
                    <a:pt x="1733" y="6293"/>
                  </a:lnTo>
                  <a:cubicBezTo>
                    <a:pt x="1733" y="6466"/>
                    <a:pt x="1873" y="6610"/>
                    <a:pt x="2050" y="6610"/>
                  </a:cubicBezTo>
                  <a:lnTo>
                    <a:pt x="2415" y="6610"/>
                  </a:lnTo>
                  <a:lnTo>
                    <a:pt x="2415" y="7244"/>
                  </a:lnTo>
                  <a:lnTo>
                    <a:pt x="2050" y="7244"/>
                  </a:lnTo>
                  <a:cubicBezTo>
                    <a:pt x="1873" y="7244"/>
                    <a:pt x="1733" y="7383"/>
                    <a:pt x="1733" y="7561"/>
                  </a:cubicBezTo>
                  <a:lnTo>
                    <a:pt x="1733" y="7709"/>
                  </a:lnTo>
                  <a:lnTo>
                    <a:pt x="1474" y="7709"/>
                  </a:lnTo>
                  <a:lnTo>
                    <a:pt x="1474" y="7426"/>
                  </a:lnTo>
                  <a:cubicBezTo>
                    <a:pt x="1481" y="7285"/>
                    <a:pt x="1376" y="7214"/>
                    <a:pt x="1270" y="7214"/>
                  </a:cubicBezTo>
                  <a:cubicBezTo>
                    <a:pt x="1165" y="7214"/>
                    <a:pt x="1059" y="7285"/>
                    <a:pt x="1066" y="7426"/>
                  </a:cubicBezTo>
                  <a:lnTo>
                    <a:pt x="1066" y="8401"/>
                  </a:lnTo>
                  <a:cubicBezTo>
                    <a:pt x="1059" y="8542"/>
                    <a:pt x="1165" y="8613"/>
                    <a:pt x="1270" y="8613"/>
                  </a:cubicBezTo>
                  <a:cubicBezTo>
                    <a:pt x="1376" y="8613"/>
                    <a:pt x="1481" y="8542"/>
                    <a:pt x="1474" y="8401"/>
                  </a:cubicBezTo>
                  <a:lnTo>
                    <a:pt x="1474" y="8117"/>
                  </a:lnTo>
                  <a:lnTo>
                    <a:pt x="1733" y="8117"/>
                  </a:lnTo>
                  <a:lnTo>
                    <a:pt x="1733" y="8223"/>
                  </a:lnTo>
                  <a:cubicBezTo>
                    <a:pt x="1733" y="8396"/>
                    <a:pt x="1873" y="8540"/>
                    <a:pt x="2050" y="8540"/>
                  </a:cubicBezTo>
                  <a:lnTo>
                    <a:pt x="2415" y="8540"/>
                  </a:lnTo>
                  <a:lnTo>
                    <a:pt x="2415" y="9169"/>
                  </a:lnTo>
                  <a:lnTo>
                    <a:pt x="2050" y="9169"/>
                  </a:lnTo>
                  <a:cubicBezTo>
                    <a:pt x="1873" y="9169"/>
                    <a:pt x="1733" y="9313"/>
                    <a:pt x="1733" y="9485"/>
                  </a:cubicBezTo>
                  <a:lnTo>
                    <a:pt x="1733" y="9615"/>
                  </a:lnTo>
                  <a:lnTo>
                    <a:pt x="1474" y="9615"/>
                  </a:lnTo>
                  <a:lnTo>
                    <a:pt x="1474" y="9332"/>
                  </a:lnTo>
                  <a:cubicBezTo>
                    <a:pt x="1481" y="9190"/>
                    <a:pt x="1376" y="9119"/>
                    <a:pt x="1270" y="9119"/>
                  </a:cubicBezTo>
                  <a:cubicBezTo>
                    <a:pt x="1165" y="9119"/>
                    <a:pt x="1059" y="9190"/>
                    <a:pt x="1066" y="9332"/>
                  </a:cubicBezTo>
                  <a:lnTo>
                    <a:pt x="1066" y="10301"/>
                  </a:lnTo>
                  <a:cubicBezTo>
                    <a:pt x="1059" y="10445"/>
                    <a:pt x="1165" y="10517"/>
                    <a:pt x="1270" y="10517"/>
                  </a:cubicBezTo>
                  <a:cubicBezTo>
                    <a:pt x="1376" y="10517"/>
                    <a:pt x="1481" y="10445"/>
                    <a:pt x="1474" y="10301"/>
                  </a:cubicBezTo>
                  <a:lnTo>
                    <a:pt x="1474" y="10023"/>
                  </a:lnTo>
                  <a:lnTo>
                    <a:pt x="1733" y="10023"/>
                  </a:lnTo>
                  <a:lnTo>
                    <a:pt x="1733" y="10148"/>
                  </a:lnTo>
                  <a:cubicBezTo>
                    <a:pt x="1733" y="10325"/>
                    <a:pt x="1873" y="10465"/>
                    <a:pt x="2050" y="10465"/>
                  </a:cubicBezTo>
                  <a:lnTo>
                    <a:pt x="2415" y="10465"/>
                  </a:lnTo>
                  <a:lnTo>
                    <a:pt x="2415" y="12543"/>
                  </a:lnTo>
                  <a:cubicBezTo>
                    <a:pt x="2324" y="12577"/>
                    <a:pt x="2252" y="12649"/>
                    <a:pt x="2223" y="12740"/>
                  </a:cubicBezTo>
                  <a:lnTo>
                    <a:pt x="1988" y="13450"/>
                  </a:lnTo>
                  <a:cubicBezTo>
                    <a:pt x="1921" y="13657"/>
                    <a:pt x="2074" y="13868"/>
                    <a:pt x="2290" y="13868"/>
                  </a:cubicBezTo>
                  <a:lnTo>
                    <a:pt x="4009" y="13868"/>
                  </a:lnTo>
                  <a:cubicBezTo>
                    <a:pt x="4225" y="13868"/>
                    <a:pt x="4374" y="13657"/>
                    <a:pt x="4306" y="13450"/>
                  </a:cubicBezTo>
                  <a:lnTo>
                    <a:pt x="4071" y="12740"/>
                  </a:lnTo>
                  <a:cubicBezTo>
                    <a:pt x="4042" y="12649"/>
                    <a:pt x="3970" y="12577"/>
                    <a:pt x="3879" y="12543"/>
                  </a:cubicBezTo>
                  <a:lnTo>
                    <a:pt x="3879" y="10465"/>
                  </a:lnTo>
                  <a:lnTo>
                    <a:pt x="5343" y="10465"/>
                  </a:lnTo>
                  <a:cubicBezTo>
                    <a:pt x="5223" y="10748"/>
                    <a:pt x="4940" y="10935"/>
                    <a:pt x="4633" y="10935"/>
                  </a:cubicBezTo>
                  <a:cubicBezTo>
                    <a:pt x="4378" y="10945"/>
                    <a:pt x="4378" y="11324"/>
                    <a:pt x="4633" y="11338"/>
                  </a:cubicBezTo>
                  <a:cubicBezTo>
                    <a:pt x="4636" y="11338"/>
                    <a:pt x="4640" y="11338"/>
                    <a:pt x="4643" y="11338"/>
                  </a:cubicBezTo>
                  <a:cubicBezTo>
                    <a:pt x="5172" y="11338"/>
                    <a:pt x="5637" y="10980"/>
                    <a:pt x="5775" y="10465"/>
                  </a:cubicBezTo>
                  <a:lnTo>
                    <a:pt x="6404" y="10465"/>
                  </a:lnTo>
                  <a:cubicBezTo>
                    <a:pt x="6255" y="11324"/>
                    <a:pt x="5506" y="11953"/>
                    <a:pt x="4633" y="11953"/>
                  </a:cubicBezTo>
                  <a:cubicBezTo>
                    <a:pt x="4378" y="11967"/>
                    <a:pt x="4378" y="12346"/>
                    <a:pt x="4633" y="12361"/>
                  </a:cubicBezTo>
                  <a:cubicBezTo>
                    <a:pt x="5732" y="12361"/>
                    <a:pt x="6663" y="11554"/>
                    <a:pt x="6812" y="10465"/>
                  </a:cubicBezTo>
                  <a:lnTo>
                    <a:pt x="6922" y="10465"/>
                  </a:lnTo>
                  <a:cubicBezTo>
                    <a:pt x="7282" y="10465"/>
                    <a:pt x="7570" y="10177"/>
                    <a:pt x="7570" y="9817"/>
                  </a:cubicBezTo>
                  <a:cubicBezTo>
                    <a:pt x="7570" y="9461"/>
                    <a:pt x="7282" y="9169"/>
                    <a:pt x="6922" y="9169"/>
                  </a:cubicBezTo>
                  <a:lnTo>
                    <a:pt x="6836" y="9169"/>
                  </a:lnTo>
                  <a:lnTo>
                    <a:pt x="6836" y="8540"/>
                  </a:lnTo>
                  <a:lnTo>
                    <a:pt x="6918" y="8540"/>
                  </a:lnTo>
                  <a:cubicBezTo>
                    <a:pt x="7278" y="8540"/>
                    <a:pt x="7566" y="8247"/>
                    <a:pt x="7566" y="7892"/>
                  </a:cubicBezTo>
                  <a:cubicBezTo>
                    <a:pt x="7566" y="7532"/>
                    <a:pt x="7278" y="7244"/>
                    <a:pt x="6918" y="7244"/>
                  </a:cubicBezTo>
                  <a:lnTo>
                    <a:pt x="6836" y="7244"/>
                  </a:lnTo>
                  <a:lnTo>
                    <a:pt x="6836" y="6610"/>
                  </a:lnTo>
                  <a:lnTo>
                    <a:pt x="6922" y="6610"/>
                  </a:lnTo>
                  <a:cubicBezTo>
                    <a:pt x="7278" y="6610"/>
                    <a:pt x="7570" y="6322"/>
                    <a:pt x="7570" y="5962"/>
                  </a:cubicBezTo>
                  <a:cubicBezTo>
                    <a:pt x="7570" y="5607"/>
                    <a:pt x="7278" y="5314"/>
                    <a:pt x="6922" y="5314"/>
                  </a:cubicBezTo>
                  <a:lnTo>
                    <a:pt x="6802" y="5314"/>
                  </a:lnTo>
                  <a:cubicBezTo>
                    <a:pt x="6634" y="4316"/>
                    <a:pt x="5809" y="3552"/>
                    <a:pt x="4796" y="3476"/>
                  </a:cubicBezTo>
                  <a:cubicBezTo>
                    <a:pt x="4794" y="3476"/>
                    <a:pt x="4793" y="3476"/>
                    <a:pt x="4791" y="3476"/>
                  </a:cubicBezTo>
                  <a:cubicBezTo>
                    <a:pt x="4536" y="3476"/>
                    <a:pt x="4514" y="3845"/>
                    <a:pt x="4762" y="3879"/>
                  </a:cubicBezTo>
                  <a:cubicBezTo>
                    <a:pt x="5564" y="3941"/>
                    <a:pt x="6226" y="4527"/>
                    <a:pt x="6390" y="5314"/>
                  </a:cubicBezTo>
                  <a:lnTo>
                    <a:pt x="5756" y="5314"/>
                  </a:lnTo>
                  <a:cubicBezTo>
                    <a:pt x="5598" y="4824"/>
                    <a:pt x="5142" y="4493"/>
                    <a:pt x="4628" y="4488"/>
                  </a:cubicBezTo>
                  <a:cubicBezTo>
                    <a:pt x="4623" y="4488"/>
                    <a:pt x="4619" y="4488"/>
                    <a:pt x="4614" y="4488"/>
                  </a:cubicBezTo>
                  <a:cubicBezTo>
                    <a:pt x="4349" y="4488"/>
                    <a:pt x="4349" y="4897"/>
                    <a:pt x="4614" y="4897"/>
                  </a:cubicBezTo>
                  <a:cubicBezTo>
                    <a:pt x="4619" y="4897"/>
                    <a:pt x="4623" y="4897"/>
                    <a:pt x="4628" y="4896"/>
                  </a:cubicBezTo>
                  <a:cubicBezTo>
                    <a:pt x="4921" y="4896"/>
                    <a:pt x="5185" y="5060"/>
                    <a:pt x="5314" y="5314"/>
                  </a:cubicBezTo>
                  <a:lnTo>
                    <a:pt x="3874" y="5314"/>
                  </a:lnTo>
                  <a:lnTo>
                    <a:pt x="3874" y="4388"/>
                  </a:lnTo>
                  <a:cubicBezTo>
                    <a:pt x="3874" y="4378"/>
                    <a:pt x="3874" y="4368"/>
                    <a:pt x="3874" y="4364"/>
                  </a:cubicBezTo>
                  <a:cubicBezTo>
                    <a:pt x="3889" y="3860"/>
                    <a:pt x="4105" y="2804"/>
                    <a:pt x="5401" y="1349"/>
                  </a:cubicBezTo>
                  <a:lnTo>
                    <a:pt x="5617" y="1349"/>
                  </a:lnTo>
                  <a:cubicBezTo>
                    <a:pt x="5986" y="1349"/>
                    <a:pt x="6289" y="1047"/>
                    <a:pt x="6289" y="672"/>
                  </a:cubicBezTo>
                  <a:cubicBezTo>
                    <a:pt x="6289" y="303"/>
                    <a:pt x="5986" y="0"/>
                    <a:pt x="56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0" name="Google Shape;15810;p83"/>
          <p:cNvGrpSpPr/>
          <p:nvPr/>
        </p:nvGrpSpPr>
        <p:grpSpPr>
          <a:xfrm>
            <a:off x="8169030" y="1502566"/>
            <a:ext cx="158001" cy="363533"/>
            <a:chOff x="8169030" y="1502566"/>
            <a:chExt cx="158001" cy="363533"/>
          </a:xfrm>
        </p:grpSpPr>
        <p:sp>
          <p:nvSpPr>
            <p:cNvPr id="15811" name="Google Shape;15811;p83"/>
            <p:cNvSpPr/>
            <p:nvPr/>
          </p:nvSpPr>
          <p:spPr>
            <a:xfrm>
              <a:off x="8174323" y="1659545"/>
              <a:ext cx="147310" cy="201261"/>
            </a:xfrm>
            <a:custGeom>
              <a:rect b="b" l="l" r="r" t="t"/>
              <a:pathLst>
                <a:path extrusionOk="0" h="7681" w="5622">
                  <a:moveTo>
                    <a:pt x="2813" y="0"/>
                  </a:moveTo>
                  <a:cubicBezTo>
                    <a:pt x="2732" y="0"/>
                    <a:pt x="2568" y="5"/>
                    <a:pt x="2487" y="10"/>
                  </a:cubicBezTo>
                  <a:cubicBezTo>
                    <a:pt x="1484" y="82"/>
                    <a:pt x="701" y="610"/>
                    <a:pt x="701" y="1642"/>
                  </a:cubicBezTo>
                  <a:cubicBezTo>
                    <a:pt x="701" y="1915"/>
                    <a:pt x="754" y="2179"/>
                    <a:pt x="860" y="2429"/>
                  </a:cubicBezTo>
                  <a:cubicBezTo>
                    <a:pt x="1037" y="2856"/>
                    <a:pt x="960" y="3346"/>
                    <a:pt x="658" y="3696"/>
                  </a:cubicBezTo>
                  <a:cubicBezTo>
                    <a:pt x="235" y="4191"/>
                    <a:pt x="0" y="4820"/>
                    <a:pt x="0" y="5468"/>
                  </a:cubicBezTo>
                  <a:cubicBezTo>
                    <a:pt x="0" y="6893"/>
                    <a:pt x="1090" y="7599"/>
                    <a:pt x="2482" y="7671"/>
                  </a:cubicBezTo>
                  <a:cubicBezTo>
                    <a:pt x="2564" y="7676"/>
                    <a:pt x="2727" y="7680"/>
                    <a:pt x="2813" y="7680"/>
                  </a:cubicBezTo>
                  <a:cubicBezTo>
                    <a:pt x="2895" y="7680"/>
                    <a:pt x="3058" y="7680"/>
                    <a:pt x="3140" y="7671"/>
                  </a:cubicBezTo>
                  <a:cubicBezTo>
                    <a:pt x="4532" y="7599"/>
                    <a:pt x="5621" y="6893"/>
                    <a:pt x="5621" y="5468"/>
                  </a:cubicBezTo>
                  <a:cubicBezTo>
                    <a:pt x="5621" y="4820"/>
                    <a:pt x="5391" y="4191"/>
                    <a:pt x="4969" y="3696"/>
                  </a:cubicBezTo>
                  <a:cubicBezTo>
                    <a:pt x="4666" y="3346"/>
                    <a:pt x="4589" y="2856"/>
                    <a:pt x="4767" y="2429"/>
                  </a:cubicBezTo>
                  <a:cubicBezTo>
                    <a:pt x="4873" y="2179"/>
                    <a:pt x="4925" y="1915"/>
                    <a:pt x="4925" y="1642"/>
                  </a:cubicBezTo>
                  <a:cubicBezTo>
                    <a:pt x="4925" y="605"/>
                    <a:pt x="4143" y="82"/>
                    <a:pt x="3140" y="10"/>
                  </a:cubicBezTo>
                  <a:cubicBezTo>
                    <a:pt x="3063" y="5"/>
                    <a:pt x="2895" y="0"/>
                    <a:pt x="281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83"/>
            <p:cNvSpPr/>
            <p:nvPr/>
          </p:nvSpPr>
          <p:spPr>
            <a:xfrm>
              <a:off x="8229401" y="1659545"/>
              <a:ext cx="92364" cy="201261"/>
            </a:xfrm>
            <a:custGeom>
              <a:rect b="b" l="l" r="r" t="t"/>
              <a:pathLst>
                <a:path extrusionOk="0" h="7681" w="3525">
                  <a:moveTo>
                    <a:pt x="711" y="0"/>
                  </a:moveTo>
                  <a:cubicBezTo>
                    <a:pt x="630" y="0"/>
                    <a:pt x="466" y="5"/>
                    <a:pt x="385" y="10"/>
                  </a:cubicBezTo>
                  <a:cubicBezTo>
                    <a:pt x="303" y="14"/>
                    <a:pt x="226" y="24"/>
                    <a:pt x="150" y="34"/>
                  </a:cubicBezTo>
                  <a:cubicBezTo>
                    <a:pt x="961" y="72"/>
                    <a:pt x="2079" y="312"/>
                    <a:pt x="2084" y="1023"/>
                  </a:cubicBezTo>
                  <a:cubicBezTo>
                    <a:pt x="2089" y="1954"/>
                    <a:pt x="1604" y="1906"/>
                    <a:pt x="1244" y="2429"/>
                  </a:cubicBezTo>
                  <a:cubicBezTo>
                    <a:pt x="985" y="2813"/>
                    <a:pt x="1148" y="3346"/>
                    <a:pt x="1446" y="3696"/>
                  </a:cubicBezTo>
                  <a:cubicBezTo>
                    <a:pt x="1873" y="4191"/>
                    <a:pt x="2103" y="4820"/>
                    <a:pt x="2103" y="5468"/>
                  </a:cubicBezTo>
                  <a:cubicBezTo>
                    <a:pt x="2103" y="6759"/>
                    <a:pt x="1206" y="7460"/>
                    <a:pt x="1" y="7632"/>
                  </a:cubicBezTo>
                  <a:cubicBezTo>
                    <a:pt x="126" y="7652"/>
                    <a:pt x="255" y="7666"/>
                    <a:pt x="385" y="7671"/>
                  </a:cubicBezTo>
                  <a:cubicBezTo>
                    <a:pt x="466" y="7676"/>
                    <a:pt x="630" y="7680"/>
                    <a:pt x="711" y="7680"/>
                  </a:cubicBezTo>
                  <a:cubicBezTo>
                    <a:pt x="793" y="7680"/>
                    <a:pt x="956" y="7680"/>
                    <a:pt x="1038" y="7671"/>
                  </a:cubicBezTo>
                  <a:cubicBezTo>
                    <a:pt x="2430" y="7599"/>
                    <a:pt x="3524" y="6893"/>
                    <a:pt x="3524" y="5468"/>
                  </a:cubicBezTo>
                  <a:cubicBezTo>
                    <a:pt x="3524" y="4820"/>
                    <a:pt x="3289" y="4191"/>
                    <a:pt x="2867" y="3696"/>
                  </a:cubicBezTo>
                  <a:cubicBezTo>
                    <a:pt x="2564" y="3346"/>
                    <a:pt x="2487" y="2856"/>
                    <a:pt x="2665" y="2429"/>
                  </a:cubicBezTo>
                  <a:cubicBezTo>
                    <a:pt x="2771" y="2179"/>
                    <a:pt x="2823" y="1915"/>
                    <a:pt x="2823" y="1642"/>
                  </a:cubicBezTo>
                  <a:cubicBezTo>
                    <a:pt x="2823" y="605"/>
                    <a:pt x="2041" y="82"/>
                    <a:pt x="1038" y="10"/>
                  </a:cubicBezTo>
                  <a:cubicBezTo>
                    <a:pt x="961" y="5"/>
                    <a:pt x="793" y="0"/>
                    <a:pt x="71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3"/>
            <p:cNvSpPr/>
            <p:nvPr/>
          </p:nvSpPr>
          <p:spPr>
            <a:xfrm>
              <a:off x="8233043" y="1520174"/>
              <a:ext cx="29976" cy="165181"/>
            </a:xfrm>
            <a:custGeom>
              <a:rect b="b" l="l" r="r" t="t"/>
              <a:pathLst>
                <a:path extrusionOk="0" h="6304" w="1144">
                  <a:moveTo>
                    <a:pt x="241" y="0"/>
                  </a:moveTo>
                  <a:lnTo>
                    <a:pt x="1" y="6193"/>
                  </a:lnTo>
                  <a:cubicBezTo>
                    <a:pt x="1" y="6250"/>
                    <a:pt x="49" y="6303"/>
                    <a:pt x="111" y="6303"/>
                  </a:cubicBezTo>
                  <a:lnTo>
                    <a:pt x="1033" y="6303"/>
                  </a:lnTo>
                  <a:cubicBezTo>
                    <a:pt x="1095" y="6303"/>
                    <a:pt x="1143" y="6250"/>
                    <a:pt x="1143" y="6193"/>
                  </a:cubicBezTo>
                  <a:lnTo>
                    <a:pt x="90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3"/>
            <p:cNvSpPr/>
            <p:nvPr/>
          </p:nvSpPr>
          <p:spPr>
            <a:xfrm>
              <a:off x="8221488" y="1705321"/>
              <a:ext cx="53112" cy="53112"/>
            </a:xfrm>
            <a:custGeom>
              <a:rect b="b" l="l" r="r" t="t"/>
              <a:pathLst>
                <a:path extrusionOk="0" h="2027" w="2027">
                  <a:moveTo>
                    <a:pt x="1013" y="0"/>
                  </a:moveTo>
                  <a:cubicBezTo>
                    <a:pt x="452" y="0"/>
                    <a:pt x="0" y="452"/>
                    <a:pt x="0" y="1013"/>
                  </a:cubicBezTo>
                  <a:cubicBezTo>
                    <a:pt x="0" y="1570"/>
                    <a:pt x="452" y="2026"/>
                    <a:pt x="1013" y="2026"/>
                  </a:cubicBezTo>
                  <a:cubicBezTo>
                    <a:pt x="1575" y="2026"/>
                    <a:pt x="2026" y="1570"/>
                    <a:pt x="2026" y="1013"/>
                  </a:cubicBezTo>
                  <a:cubicBezTo>
                    <a:pt x="2026" y="452"/>
                    <a:pt x="1575" y="0"/>
                    <a:pt x="1013"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3"/>
            <p:cNvSpPr/>
            <p:nvPr/>
          </p:nvSpPr>
          <p:spPr>
            <a:xfrm>
              <a:off x="8212919" y="1809450"/>
              <a:ext cx="70223" cy="20674"/>
            </a:xfrm>
            <a:custGeom>
              <a:rect b="b" l="l" r="r" t="t"/>
              <a:pathLst>
                <a:path extrusionOk="0" h="789" w="2680">
                  <a:moveTo>
                    <a:pt x="107" y="1"/>
                  </a:moveTo>
                  <a:cubicBezTo>
                    <a:pt x="49" y="1"/>
                    <a:pt x="1" y="44"/>
                    <a:pt x="1" y="102"/>
                  </a:cubicBezTo>
                  <a:lnTo>
                    <a:pt x="1" y="687"/>
                  </a:lnTo>
                  <a:cubicBezTo>
                    <a:pt x="1" y="745"/>
                    <a:pt x="49" y="788"/>
                    <a:pt x="107" y="788"/>
                  </a:cubicBezTo>
                  <a:lnTo>
                    <a:pt x="2574" y="788"/>
                  </a:lnTo>
                  <a:cubicBezTo>
                    <a:pt x="2631" y="788"/>
                    <a:pt x="2679" y="745"/>
                    <a:pt x="2679" y="687"/>
                  </a:cubicBezTo>
                  <a:lnTo>
                    <a:pt x="2679" y="102"/>
                  </a:lnTo>
                  <a:cubicBezTo>
                    <a:pt x="2679" y="44"/>
                    <a:pt x="2631" y="1"/>
                    <a:pt x="257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3"/>
            <p:cNvSpPr/>
            <p:nvPr/>
          </p:nvSpPr>
          <p:spPr>
            <a:xfrm>
              <a:off x="8212919" y="1817127"/>
              <a:ext cx="70223" cy="12996"/>
            </a:xfrm>
            <a:custGeom>
              <a:rect b="b" l="l" r="r" t="t"/>
              <a:pathLst>
                <a:path extrusionOk="0" h="496" w="2680">
                  <a:moveTo>
                    <a:pt x="1" y="1"/>
                  </a:moveTo>
                  <a:lnTo>
                    <a:pt x="1" y="394"/>
                  </a:lnTo>
                  <a:cubicBezTo>
                    <a:pt x="1" y="452"/>
                    <a:pt x="49" y="495"/>
                    <a:pt x="107" y="495"/>
                  </a:cubicBezTo>
                  <a:lnTo>
                    <a:pt x="2574" y="495"/>
                  </a:lnTo>
                  <a:cubicBezTo>
                    <a:pt x="2631" y="495"/>
                    <a:pt x="2679" y="452"/>
                    <a:pt x="2679" y="394"/>
                  </a:cubicBezTo>
                  <a:lnTo>
                    <a:pt x="2679" y="1"/>
                  </a:lnTo>
                  <a:cubicBezTo>
                    <a:pt x="2679" y="54"/>
                    <a:pt x="2631" y="102"/>
                    <a:pt x="2574" y="102"/>
                  </a:cubicBezTo>
                  <a:lnTo>
                    <a:pt x="107" y="102"/>
                  </a:lnTo>
                  <a:cubicBezTo>
                    <a:pt x="49" y="102"/>
                    <a:pt x="1" y="54"/>
                    <a:pt x="1"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3"/>
            <p:cNvSpPr/>
            <p:nvPr/>
          </p:nvSpPr>
          <p:spPr>
            <a:xfrm>
              <a:off x="8248031" y="1520043"/>
              <a:ext cx="14988" cy="165312"/>
            </a:xfrm>
            <a:custGeom>
              <a:rect b="b" l="l" r="r" t="t"/>
              <a:pathLst>
                <a:path extrusionOk="0" h="6309" w="572">
                  <a:moveTo>
                    <a:pt x="331" y="1"/>
                  </a:moveTo>
                  <a:lnTo>
                    <a:pt x="0" y="5"/>
                  </a:lnTo>
                  <a:lnTo>
                    <a:pt x="0" y="6308"/>
                  </a:lnTo>
                  <a:lnTo>
                    <a:pt x="461" y="6308"/>
                  </a:lnTo>
                  <a:cubicBezTo>
                    <a:pt x="523" y="6308"/>
                    <a:pt x="571" y="6255"/>
                    <a:pt x="571" y="6193"/>
                  </a:cubicBezTo>
                  <a:lnTo>
                    <a:pt x="331"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3"/>
            <p:cNvSpPr/>
            <p:nvPr/>
          </p:nvSpPr>
          <p:spPr>
            <a:xfrm>
              <a:off x="8227514" y="1507964"/>
              <a:ext cx="41164" cy="48841"/>
            </a:xfrm>
            <a:custGeom>
              <a:rect b="b" l="l" r="r" t="t"/>
              <a:pathLst>
                <a:path extrusionOk="0" h="1864" w="1571">
                  <a:moveTo>
                    <a:pt x="188" y="1"/>
                  </a:moveTo>
                  <a:cubicBezTo>
                    <a:pt x="82" y="1"/>
                    <a:pt x="1" y="92"/>
                    <a:pt x="10" y="198"/>
                  </a:cubicBezTo>
                  <a:lnTo>
                    <a:pt x="145" y="1700"/>
                  </a:lnTo>
                  <a:cubicBezTo>
                    <a:pt x="150" y="1791"/>
                    <a:pt x="231" y="1863"/>
                    <a:pt x="322" y="1863"/>
                  </a:cubicBezTo>
                  <a:lnTo>
                    <a:pt x="1244" y="1863"/>
                  </a:lnTo>
                  <a:cubicBezTo>
                    <a:pt x="1247" y="1863"/>
                    <a:pt x="1250" y="1864"/>
                    <a:pt x="1253" y="1864"/>
                  </a:cubicBezTo>
                  <a:cubicBezTo>
                    <a:pt x="1345" y="1864"/>
                    <a:pt x="1417" y="1789"/>
                    <a:pt x="1426" y="1700"/>
                  </a:cubicBezTo>
                  <a:lnTo>
                    <a:pt x="1556" y="198"/>
                  </a:lnTo>
                  <a:cubicBezTo>
                    <a:pt x="1570" y="92"/>
                    <a:pt x="1484" y="1"/>
                    <a:pt x="137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3"/>
            <p:cNvSpPr/>
            <p:nvPr/>
          </p:nvSpPr>
          <p:spPr>
            <a:xfrm>
              <a:off x="8248031" y="1507964"/>
              <a:ext cx="20648" cy="48841"/>
            </a:xfrm>
            <a:custGeom>
              <a:rect b="b" l="l" r="r" t="t"/>
              <a:pathLst>
                <a:path extrusionOk="0" h="1864" w="788">
                  <a:moveTo>
                    <a:pt x="0" y="1"/>
                  </a:moveTo>
                  <a:lnTo>
                    <a:pt x="0" y="1863"/>
                  </a:lnTo>
                  <a:lnTo>
                    <a:pt x="461" y="1863"/>
                  </a:lnTo>
                  <a:cubicBezTo>
                    <a:pt x="552" y="1863"/>
                    <a:pt x="634" y="1791"/>
                    <a:pt x="639" y="1700"/>
                  </a:cubicBezTo>
                  <a:lnTo>
                    <a:pt x="773" y="198"/>
                  </a:lnTo>
                  <a:cubicBezTo>
                    <a:pt x="787" y="92"/>
                    <a:pt x="701" y="1"/>
                    <a:pt x="59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83"/>
            <p:cNvSpPr/>
            <p:nvPr/>
          </p:nvSpPr>
          <p:spPr>
            <a:xfrm>
              <a:off x="8205373" y="1699923"/>
              <a:ext cx="74494" cy="63777"/>
            </a:xfrm>
            <a:custGeom>
              <a:rect b="b" l="l" r="r" t="t"/>
              <a:pathLst>
                <a:path extrusionOk="0" h="2434" w="2843">
                  <a:moveTo>
                    <a:pt x="1634" y="405"/>
                  </a:moveTo>
                  <a:cubicBezTo>
                    <a:pt x="1833" y="405"/>
                    <a:pt x="2035" y="479"/>
                    <a:pt x="2199" y="643"/>
                  </a:cubicBezTo>
                  <a:cubicBezTo>
                    <a:pt x="2708" y="1157"/>
                    <a:pt x="2348" y="2026"/>
                    <a:pt x="1628" y="2026"/>
                  </a:cubicBezTo>
                  <a:cubicBezTo>
                    <a:pt x="1182" y="2026"/>
                    <a:pt x="822" y="1666"/>
                    <a:pt x="817" y="1219"/>
                  </a:cubicBezTo>
                  <a:cubicBezTo>
                    <a:pt x="817" y="729"/>
                    <a:pt x="1217" y="405"/>
                    <a:pt x="1634" y="405"/>
                  </a:cubicBezTo>
                  <a:close/>
                  <a:moveTo>
                    <a:pt x="1619" y="0"/>
                  </a:moveTo>
                  <a:cubicBezTo>
                    <a:pt x="1321" y="0"/>
                    <a:pt x="1016" y="111"/>
                    <a:pt x="769" y="360"/>
                  </a:cubicBezTo>
                  <a:cubicBezTo>
                    <a:pt x="1" y="1123"/>
                    <a:pt x="543" y="2434"/>
                    <a:pt x="1628" y="2434"/>
                  </a:cubicBezTo>
                  <a:cubicBezTo>
                    <a:pt x="2300" y="2434"/>
                    <a:pt x="2843" y="1886"/>
                    <a:pt x="2843" y="1219"/>
                  </a:cubicBezTo>
                  <a:cubicBezTo>
                    <a:pt x="2843" y="486"/>
                    <a:pt x="2243" y="0"/>
                    <a:pt x="16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3"/>
            <p:cNvSpPr/>
            <p:nvPr/>
          </p:nvSpPr>
          <p:spPr>
            <a:xfrm>
              <a:off x="8207653" y="1804183"/>
              <a:ext cx="80782" cy="31338"/>
            </a:xfrm>
            <a:custGeom>
              <a:rect b="b" l="l" r="r" t="t"/>
              <a:pathLst>
                <a:path extrusionOk="0" h="1196" w="3083">
                  <a:moveTo>
                    <a:pt x="2674" y="404"/>
                  </a:moveTo>
                  <a:lnTo>
                    <a:pt x="2674" y="788"/>
                  </a:lnTo>
                  <a:lnTo>
                    <a:pt x="408" y="788"/>
                  </a:lnTo>
                  <a:lnTo>
                    <a:pt x="408" y="404"/>
                  </a:lnTo>
                  <a:close/>
                  <a:moveTo>
                    <a:pt x="2783" y="0"/>
                  </a:moveTo>
                  <a:cubicBezTo>
                    <a:pt x="2781" y="0"/>
                    <a:pt x="2778" y="0"/>
                    <a:pt x="2775" y="0"/>
                  </a:cubicBezTo>
                  <a:lnTo>
                    <a:pt x="308" y="0"/>
                  </a:lnTo>
                  <a:cubicBezTo>
                    <a:pt x="140" y="0"/>
                    <a:pt x="0" y="135"/>
                    <a:pt x="0" y="303"/>
                  </a:cubicBezTo>
                  <a:lnTo>
                    <a:pt x="0" y="888"/>
                  </a:lnTo>
                  <a:cubicBezTo>
                    <a:pt x="0" y="1056"/>
                    <a:pt x="140" y="1196"/>
                    <a:pt x="308" y="1196"/>
                  </a:cubicBezTo>
                  <a:lnTo>
                    <a:pt x="2775" y="1196"/>
                  </a:lnTo>
                  <a:cubicBezTo>
                    <a:pt x="2943" y="1196"/>
                    <a:pt x="3082" y="1056"/>
                    <a:pt x="3082" y="888"/>
                  </a:cubicBezTo>
                  <a:lnTo>
                    <a:pt x="3082" y="303"/>
                  </a:lnTo>
                  <a:cubicBezTo>
                    <a:pt x="3082" y="138"/>
                    <a:pt x="2948" y="0"/>
                    <a:pt x="2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3"/>
            <p:cNvSpPr/>
            <p:nvPr/>
          </p:nvSpPr>
          <p:spPr>
            <a:xfrm>
              <a:off x="8169030" y="1663135"/>
              <a:ext cx="158001" cy="202965"/>
            </a:xfrm>
            <a:custGeom>
              <a:rect b="b" l="l" r="r" t="t"/>
              <a:pathLst>
                <a:path extrusionOk="0" h="7746" w="6030">
                  <a:moveTo>
                    <a:pt x="1582" y="1"/>
                  </a:moveTo>
                  <a:cubicBezTo>
                    <a:pt x="1544" y="1"/>
                    <a:pt x="1504" y="13"/>
                    <a:pt x="1465" y="41"/>
                  </a:cubicBezTo>
                  <a:cubicBezTo>
                    <a:pt x="1441" y="55"/>
                    <a:pt x="1417" y="69"/>
                    <a:pt x="1398" y="89"/>
                  </a:cubicBezTo>
                  <a:cubicBezTo>
                    <a:pt x="942" y="415"/>
                    <a:pt x="701" y="905"/>
                    <a:pt x="701" y="1505"/>
                  </a:cubicBezTo>
                  <a:cubicBezTo>
                    <a:pt x="701" y="1802"/>
                    <a:pt x="759" y="2095"/>
                    <a:pt x="874" y="2369"/>
                  </a:cubicBezTo>
                  <a:cubicBezTo>
                    <a:pt x="1023" y="2724"/>
                    <a:pt x="956" y="3132"/>
                    <a:pt x="706" y="3425"/>
                  </a:cubicBezTo>
                  <a:cubicBezTo>
                    <a:pt x="250" y="3958"/>
                    <a:pt x="1" y="4630"/>
                    <a:pt x="1" y="5331"/>
                  </a:cubicBezTo>
                  <a:cubicBezTo>
                    <a:pt x="1" y="6065"/>
                    <a:pt x="274" y="6675"/>
                    <a:pt x="798" y="7097"/>
                  </a:cubicBezTo>
                  <a:cubicBezTo>
                    <a:pt x="1258" y="7476"/>
                    <a:pt x="1911" y="7697"/>
                    <a:pt x="2679" y="7735"/>
                  </a:cubicBezTo>
                  <a:cubicBezTo>
                    <a:pt x="2761" y="7740"/>
                    <a:pt x="2929" y="7745"/>
                    <a:pt x="3015" y="7745"/>
                  </a:cubicBezTo>
                  <a:cubicBezTo>
                    <a:pt x="3102" y="7745"/>
                    <a:pt x="3270" y="7745"/>
                    <a:pt x="3356" y="7735"/>
                  </a:cubicBezTo>
                  <a:cubicBezTo>
                    <a:pt x="4119" y="7697"/>
                    <a:pt x="4772" y="7476"/>
                    <a:pt x="5233" y="7097"/>
                  </a:cubicBezTo>
                  <a:cubicBezTo>
                    <a:pt x="5756" y="6675"/>
                    <a:pt x="6030" y="6065"/>
                    <a:pt x="6030" y="5331"/>
                  </a:cubicBezTo>
                  <a:cubicBezTo>
                    <a:pt x="6030" y="4630"/>
                    <a:pt x="5780" y="3958"/>
                    <a:pt x="5324" y="3425"/>
                  </a:cubicBezTo>
                  <a:cubicBezTo>
                    <a:pt x="5070" y="3137"/>
                    <a:pt x="5007" y="2724"/>
                    <a:pt x="5156" y="2369"/>
                  </a:cubicBezTo>
                  <a:cubicBezTo>
                    <a:pt x="5271" y="2095"/>
                    <a:pt x="5329" y="1802"/>
                    <a:pt x="5329" y="1505"/>
                  </a:cubicBezTo>
                  <a:cubicBezTo>
                    <a:pt x="5329" y="905"/>
                    <a:pt x="5089" y="415"/>
                    <a:pt x="4633" y="89"/>
                  </a:cubicBezTo>
                  <a:cubicBezTo>
                    <a:pt x="4614" y="74"/>
                    <a:pt x="4590" y="60"/>
                    <a:pt x="4571" y="41"/>
                  </a:cubicBezTo>
                  <a:cubicBezTo>
                    <a:pt x="4534" y="21"/>
                    <a:pt x="4499" y="12"/>
                    <a:pt x="4465" y="12"/>
                  </a:cubicBezTo>
                  <a:cubicBezTo>
                    <a:pt x="4291" y="12"/>
                    <a:pt x="4176" y="253"/>
                    <a:pt x="4345" y="382"/>
                  </a:cubicBezTo>
                  <a:lnTo>
                    <a:pt x="4398" y="415"/>
                  </a:lnTo>
                  <a:cubicBezTo>
                    <a:pt x="4748" y="670"/>
                    <a:pt x="4921" y="1034"/>
                    <a:pt x="4921" y="1505"/>
                  </a:cubicBezTo>
                  <a:cubicBezTo>
                    <a:pt x="4921" y="1750"/>
                    <a:pt x="4873" y="1990"/>
                    <a:pt x="4782" y="2210"/>
                  </a:cubicBezTo>
                  <a:cubicBezTo>
                    <a:pt x="4571" y="2710"/>
                    <a:pt x="4662" y="3281"/>
                    <a:pt x="5017" y="3689"/>
                  </a:cubicBezTo>
                  <a:cubicBezTo>
                    <a:pt x="5406" y="4150"/>
                    <a:pt x="5622" y="4731"/>
                    <a:pt x="5622" y="5331"/>
                  </a:cubicBezTo>
                  <a:cubicBezTo>
                    <a:pt x="5622" y="5945"/>
                    <a:pt x="5406" y="6435"/>
                    <a:pt x="4979" y="6785"/>
                  </a:cubicBezTo>
                  <a:cubicBezTo>
                    <a:pt x="4580" y="7107"/>
                    <a:pt x="4009" y="7299"/>
                    <a:pt x="3332" y="7332"/>
                  </a:cubicBezTo>
                  <a:cubicBezTo>
                    <a:pt x="3255" y="7337"/>
                    <a:pt x="3097" y="7337"/>
                    <a:pt x="3015" y="7337"/>
                  </a:cubicBezTo>
                  <a:cubicBezTo>
                    <a:pt x="2934" y="7337"/>
                    <a:pt x="2775" y="7337"/>
                    <a:pt x="2698" y="7332"/>
                  </a:cubicBezTo>
                  <a:cubicBezTo>
                    <a:pt x="2022" y="7299"/>
                    <a:pt x="1450" y="7107"/>
                    <a:pt x="1052" y="6785"/>
                  </a:cubicBezTo>
                  <a:cubicBezTo>
                    <a:pt x="625" y="6435"/>
                    <a:pt x="409" y="5945"/>
                    <a:pt x="409" y="5331"/>
                  </a:cubicBezTo>
                  <a:cubicBezTo>
                    <a:pt x="409" y="4731"/>
                    <a:pt x="625" y="4150"/>
                    <a:pt x="1014" y="3689"/>
                  </a:cubicBezTo>
                  <a:cubicBezTo>
                    <a:pt x="1369" y="3281"/>
                    <a:pt x="1460" y="2710"/>
                    <a:pt x="1249" y="2210"/>
                  </a:cubicBezTo>
                  <a:cubicBezTo>
                    <a:pt x="1158" y="1990"/>
                    <a:pt x="1110" y="1750"/>
                    <a:pt x="1110" y="1505"/>
                  </a:cubicBezTo>
                  <a:cubicBezTo>
                    <a:pt x="1110" y="1034"/>
                    <a:pt x="1287" y="665"/>
                    <a:pt x="1633" y="415"/>
                  </a:cubicBezTo>
                  <a:lnTo>
                    <a:pt x="1686" y="382"/>
                  </a:lnTo>
                  <a:cubicBezTo>
                    <a:pt x="1883" y="263"/>
                    <a:pt x="1758" y="1"/>
                    <a:pt x="15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3"/>
            <p:cNvSpPr/>
            <p:nvPr/>
          </p:nvSpPr>
          <p:spPr>
            <a:xfrm>
              <a:off x="8208779" y="1502566"/>
              <a:ext cx="78503" cy="188055"/>
            </a:xfrm>
            <a:custGeom>
              <a:rect b="b" l="l" r="r" t="t"/>
              <a:pathLst>
                <a:path extrusionOk="0" h="7177" w="2996">
                  <a:moveTo>
                    <a:pt x="2069" y="413"/>
                  </a:moveTo>
                  <a:lnTo>
                    <a:pt x="1940" y="1868"/>
                  </a:lnTo>
                  <a:lnTo>
                    <a:pt x="1057" y="1868"/>
                  </a:lnTo>
                  <a:lnTo>
                    <a:pt x="927" y="413"/>
                  </a:lnTo>
                  <a:close/>
                  <a:moveTo>
                    <a:pt x="1690" y="2271"/>
                  </a:moveTo>
                  <a:lnTo>
                    <a:pt x="1863" y="6774"/>
                  </a:lnTo>
                  <a:lnTo>
                    <a:pt x="1133" y="6774"/>
                  </a:lnTo>
                  <a:lnTo>
                    <a:pt x="1306" y="2271"/>
                  </a:lnTo>
                  <a:close/>
                  <a:moveTo>
                    <a:pt x="908" y="0"/>
                  </a:moveTo>
                  <a:cubicBezTo>
                    <a:pt x="677" y="0"/>
                    <a:pt x="500" y="197"/>
                    <a:pt x="524" y="423"/>
                  </a:cubicBezTo>
                  <a:lnTo>
                    <a:pt x="524" y="466"/>
                  </a:lnTo>
                  <a:lnTo>
                    <a:pt x="255" y="466"/>
                  </a:lnTo>
                  <a:cubicBezTo>
                    <a:pt x="1" y="480"/>
                    <a:pt x="1" y="860"/>
                    <a:pt x="255" y="874"/>
                  </a:cubicBezTo>
                  <a:lnTo>
                    <a:pt x="562" y="874"/>
                  </a:lnTo>
                  <a:lnTo>
                    <a:pt x="615" y="1455"/>
                  </a:lnTo>
                  <a:lnTo>
                    <a:pt x="308" y="1455"/>
                  </a:lnTo>
                  <a:cubicBezTo>
                    <a:pt x="49" y="1469"/>
                    <a:pt x="49" y="1844"/>
                    <a:pt x="308" y="1858"/>
                  </a:cubicBezTo>
                  <a:lnTo>
                    <a:pt x="649" y="1858"/>
                  </a:lnTo>
                  <a:lnTo>
                    <a:pt x="653" y="1925"/>
                  </a:lnTo>
                  <a:cubicBezTo>
                    <a:pt x="663" y="2069"/>
                    <a:pt x="759" y="2199"/>
                    <a:pt x="898" y="2252"/>
                  </a:cubicBezTo>
                  <a:lnTo>
                    <a:pt x="725" y="6855"/>
                  </a:lnTo>
                  <a:cubicBezTo>
                    <a:pt x="721" y="7033"/>
                    <a:pt x="860" y="7177"/>
                    <a:pt x="1037" y="7177"/>
                  </a:cubicBezTo>
                  <a:lnTo>
                    <a:pt x="1959" y="7177"/>
                  </a:lnTo>
                  <a:cubicBezTo>
                    <a:pt x="2137" y="7177"/>
                    <a:pt x="2276" y="7033"/>
                    <a:pt x="2271" y="6855"/>
                  </a:cubicBezTo>
                  <a:lnTo>
                    <a:pt x="2093" y="2247"/>
                  </a:lnTo>
                  <a:cubicBezTo>
                    <a:pt x="2233" y="2199"/>
                    <a:pt x="2329" y="2069"/>
                    <a:pt x="2343" y="1925"/>
                  </a:cubicBezTo>
                  <a:lnTo>
                    <a:pt x="2348" y="1858"/>
                  </a:lnTo>
                  <a:lnTo>
                    <a:pt x="2689" y="1858"/>
                  </a:lnTo>
                  <a:cubicBezTo>
                    <a:pt x="2943" y="1844"/>
                    <a:pt x="2943" y="1464"/>
                    <a:pt x="2689" y="1450"/>
                  </a:cubicBezTo>
                  <a:lnTo>
                    <a:pt x="2381" y="1450"/>
                  </a:lnTo>
                  <a:lnTo>
                    <a:pt x="2434" y="874"/>
                  </a:lnTo>
                  <a:lnTo>
                    <a:pt x="2741" y="874"/>
                  </a:lnTo>
                  <a:cubicBezTo>
                    <a:pt x="2996" y="860"/>
                    <a:pt x="2996" y="480"/>
                    <a:pt x="2741" y="466"/>
                  </a:cubicBezTo>
                  <a:lnTo>
                    <a:pt x="2468" y="466"/>
                  </a:lnTo>
                  <a:lnTo>
                    <a:pt x="2473" y="423"/>
                  </a:lnTo>
                  <a:cubicBezTo>
                    <a:pt x="2497" y="197"/>
                    <a:pt x="2319" y="0"/>
                    <a:pt x="20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4" name="Google Shape;15824;p83"/>
          <p:cNvGrpSpPr/>
          <p:nvPr/>
        </p:nvGrpSpPr>
        <p:grpSpPr>
          <a:xfrm>
            <a:off x="7706661" y="1502697"/>
            <a:ext cx="160281" cy="363402"/>
            <a:chOff x="7706661" y="1502697"/>
            <a:chExt cx="160281" cy="363402"/>
          </a:xfrm>
        </p:grpSpPr>
        <p:sp>
          <p:nvSpPr>
            <p:cNvPr id="15825" name="Google Shape;15825;p83"/>
            <p:cNvSpPr/>
            <p:nvPr/>
          </p:nvSpPr>
          <p:spPr>
            <a:xfrm>
              <a:off x="7712085" y="1640915"/>
              <a:ext cx="149564" cy="206423"/>
            </a:xfrm>
            <a:custGeom>
              <a:rect b="b" l="l" r="r" t="t"/>
              <a:pathLst>
                <a:path extrusionOk="0" h="7878" w="5708">
                  <a:moveTo>
                    <a:pt x="3446" y="1"/>
                  </a:moveTo>
                  <a:cubicBezTo>
                    <a:pt x="3443" y="1"/>
                    <a:pt x="3440" y="1"/>
                    <a:pt x="3437" y="1"/>
                  </a:cubicBezTo>
                  <a:lnTo>
                    <a:pt x="2271" y="1"/>
                  </a:lnTo>
                  <a:cubicBezTo>
                    <a:pt x="1229" y="1"/>
                    <a:pt x="389" y="841"/>
                    <a:pt x="389" y="1878"/>
                  </a:cubicBezTo>
                  <a:lnTo>
                    <a:pt x="389" y="3106"/>
                  </a:lnTo>
                  <a:cubicBezTo>
                    <a:pt x="389" y="3246"/>
                    <a:pt x="490" y="3366"/>
                    <a:pt x="629" y="3394"/>
                  </a:cubicBezTo>
                  <a:cubicBezTo>
                    <a:pt x="874" y="3447"/>
                    <a:pt x="1047" y="3658"/>
                    <a:pt x="1052" y="3908"/>
                  </a:cubicBezTo>
                  <a:lnTo>
                    <a:pt x="1052" y="4143"/>
                  </a:lnTo>
                  <a:cubicBezTo>
                    <a:pt x="1047" y="4407"/>
                    <a:pt x="845" y="4633"/>
                    <a:pt x="581" y="4662"/>
                  </a:cubicBezTo>
                  <a:cubicBezTo>
                    <a:pt x="250" y="4695"/>
                    <a:pt x="0" y="4974"/>
                    <a:pt x="0" y="5305"/>
                  </a:cubicBezTo>
                  <a:lnTo>
                    <a:pt x="0" y="5699"/>
                  </a:lnTo>
                  <a:cubicBezTo>
                    <a:pt x="0" y="6903"/>
                    <a:pt x="975" y="7878"/>
                    <a:pt x="2180" y="7878"/>
                  </a:cubicBezTo>
                  <a:lnTo>
                    <a:pt x="3528" y="7878"/>
                  </a:lnTo>
                  <a:cubicBezTo>
                    <a:pt x="4733" y="7878"/>
                    <a:pt x="5708" y="6903"/>
                    <a:pt x="5708" y="5699"/>
                  </a:cubicBezTo>
                  <a:lnTo>
                    <a:pt x="5708" y="5305"/>
                  </a:lnTo>
                  <a:cubicBezTo>
                    <a:pt x="5708" y="4974"/>
                    <a:pt x="5458" y="4695"/>
                    <a:pt x="5132" y="4662"/>
                  </a:cubicBezTo>
                  <a:cubicBezTo>
                    <a:pt x="4863" y="4638"/>
                    <a:pt x="4661" y="4412"/>
                    <a:pt x="4661" y="4143"/>
                  </a:cubicBezTo>
                  <a:lnTo>
                    <a:pt x="4661" y="3913"/>
                  </a:lnTo>
                  <a:cubicBezTo>
                    <a:pt x="4661" y="3663"/>
                    <a:pt x="4834" y="3447"/>
                    <a:pt x="5079" y="3399"/>
                  </a:cubicBezTo>
                  <a:cubicBezTo>
                    <a:pt x="5218" y="3370"/>
                    <a:pt x="5319" y="3246"/>
                    <a:pt x="5319" y="3106"/>
                  </a:cubicBezTo>
                  <a:lnTo>
                    <a:pt x="5319" y="1878"/>
                  </a:lnTo>
                  <a:cubicBezTo>
                    <a:pt x="5319" y="844"/>
                    <a:pt x="4479" y="1"/>
                    <a:pt x="344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3"/>
            <p:cNvSpPr/>
            <p:nvPr/>
          </p:nvSpPr>
          <p:spPr>
            <a:xfrm>
              <a:off x="7768184" y="1640915"/>
              <a:ext cx="93333" cy="206423"/>
            </a:xfrm>
            <a:custGeom>
              <a:rect b="b" l="l" r="r" t="t"/>
              <a:pathLst>
                <a:path extrusionOk="0" h="7878" w="3562">
                  <a:moveTo>
                    <a:pt x="1305" y="1"/>
                  </a:moveTo>
                  <a:cubicBezTo>
                    <a:pt x="1302" y="1"/>
                    <a:pt x="1299" y="1"/>
                    <a:pt x="1296" y="1"/>
                  </a:cubicBezTo>
                  <a:lnTo>
                    <a:pt x="130" y="1"/>
                  </a:lnTo>
                  <a:cubicBezTo>
                    <a:pt x="87" y="1"/>
                    <a:pt x="43" y="1"/>
                    <a:pt x="0" y="5"/>
                  </a:cubicBezTo>
                  <a:cubicBezTo>
                    <a:pt x="989" y="68"/>
                    <a:pt x="1757" y="889"/>
                    <a:pt x="1757" y="1878"/>
                  </a:cubicBezTo>
                  <a:lnTo>
                    <a:pt x="1757" y="3106"/>
                  </a:lnTo>
                  <a:cubicBezTo>
                    <a:pt x="1757" y="3246"/>
                    <a:pt x="1656" y="3366"/>
                    <a:pt x="1517" y="3394"/>
                  </a:cubicBezTo>
                  <a:cubicBezTo>
                    <a:pt x="1272" y="3447"/>
                    <a:pt x="1095" y="3658"/>
                    <a:pt x="1095" y="3908"/>
                  </a:cubicBezTo>
                  <a:lnTo>
                    <a:pt x="1095" y="4143"/>
                  </a:lnTo>
                  <a:cubicBezTo>
                    <a:pt x="1095" y="4407"/>
                    <a:pt x="1301" y="4633"/>
                    <a:pt x="1565" y="4662"/>
                  </a:cubicBezTo>
                  <a:cubicBezTo>
                    <a:pt x="1896" y="4695"/>
                    <a:pt x="2141" y="4974"/>
                    <a:pt x="2141" y="5300"/>
                  </a:cubicBezTo>
                  <a:lnTo>
                    <a:pt x="2141" y="5699"/>
                  </a:lnTo>
                  <a:cubicBezTo>
                    <a:pt x="2141" y="6889"/>
                    <a:pt x="1191" y="7859"/>
                    <a:pt x="0" y="7878"/>
                  </a:cubicBezTo>
                  <a:lnTo>
                    <a:pt x="1383" y="7878"/>
                  </a:lnTo>
                  <a:cubicBezTo>
                    <a:pt x="2588" y="7873"/>
                    <a:pt x="3562" y="6899"/>
                    <a:pt x="3562" y="5699"/>
                  </a:cubicBezTo>
                  <a:lnTo>
                    <a:pt x="3562" y="5305"/>
                  </a:lnTo>
                  <a:cubicBezTo>
                    <a:pt x="3562" y="4974"/>
                    <a:pt x="3312" y="4700"/>
                    <a:pt x="2986" y="4662"/>
                  </a:cubicBezTo>
                  <a:cubicBezTo>
                    <a:pt x="2722" y="4638"/>
                    <a:pt x="2520" y="4412"/>
                    <a:pt x="2516" y="4143"/>
                  </a:cubicBezTo>
                  <a:lnTo>
                    <a:pt x="2516" y="3913"/>
                  </a:lnTo>
                  <a:cubicBezTo>
                    <a:pt x="2520" y="3663"/>
                    <a:pt x="2693" y="3447"/>
                    <a:pt x="2938" y="3399"/>
                  </a:cubicBezTo>
                  <a:cubicBezTo>
                    <a:pt x="3077" y="3370"/>
                    <a:pt x="3178" y="3246"/>
                    <a:pt x="3178" y="3106"/>
                  </a:cubicBezTo>
                  <a:lnTo>
                    <a:pt x="3178" y="1878"/>
                  </a:lnTo>
                  <a:cubicBezTo>
                    <a:pt x="3178" y="844"/>
                    <a:pt x="2338" y="1"/>
                    <a:pt x="130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83"/>
            <p:cNvSpPr/>
            <p:nvPr/>
          </p:nvSpPr>
          <p:spPr>
            <a:xfrm>
              <a:off x="7772324" y="1792601"/>
              <a:ext cx="28954" cy="68205"/>
            </a:xfrm>
            <a:custGeom>
              <a:rect b="b" l="l" r="r" t="t"/>
              <a:pathLst>
                <a:path extrusionOk="0" h="2603" w="1105">
                  <a:moveTo>
                    <a:pt x="116" y="1"/>
                  </a:moveTo>
                  <a:cubicBezTo>
                    <a:pt x="53" y="1"/>
                    <a:pt x="1" y="54"/>
                    <a:pt x="5" y="116"/>
                  </a:cubicBezTo>
                  <a:lnTo>
                    <a:pt x="145" y="2502"/>
                  </a:lnTo>
                  <a:cubicBezTo>
                    <a:pt x="149" y="2559"/>
                    <a:pt x="197" y="2602"/>
                    <a:pt x="250" y="2602"/>
                  </a:cubicBezTo>
                  <a:lnTo>
                    <a:pt x="850" y="2602"/>
                  </a:lnTo>
                  <a:cubicBezTo>
                    <a:pt x="908" y="2602"/>
                    <a:pt x="956" y="2559"/>
                    <a:pt x="961" y="2502"/>
                  </a:cubicBezTo>
                  <a:lnTo>
                    <a:pt x="1100" y="116"/>
                  </a:lnTo>
                  <a:cubicBezTo>
                    <a:pt x="1105" y="54"/>
                    <a:pt x="1052" y="1"/>
                    <a:pt x="99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83"/>
            <p:cNvSpPr/>
            <p:nvPr/>
          </p:nvSpPr>
          <p:spPr>
            <a:xfrm>
              <a:off x="7773975" y="1529974"/>
              <a:ext cx="25678" cy="182291"/>
            </a:xfrm>
            <a:custGeom>
              <a:rect b="b" l="l" r="r" t="t"/>
              <a:pathLst>
                <a:path extrusionOk="0" h="6957" w="980">
                  <a:moveTo>
                    <a:pt x="235" y="1"/>
                  </a:moveTo>
                  <a:lnTo>
                    <a:pt x="5" y="6726"/>
                  </a:lnTo>
                  <a:cubicBezTo>
                    <a:pt x="0" y="6851"/>
                    <a:pt x="101" y="6956"/>
                    <a:pt x="230" y="6956"/>
                  </a:cubicBezTo>
                  <a:lnTo>
                    <a:pt x="754" y="6956"/>
                  </a:lnTo>
                  <a:cubicBezTo>
                    <a:pt x="878" y="6956"/>
                    <a:pt x="979" y="6851"/>
                    <a:pt x="974" y="6726"/>
                  </a:cubicBezTo>
                  <a:lnTo>
                    <a:pt x="74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3"/>
            <p:cNvSpPr/>
            <p:nvPr/>
          </p:nvSpPr>
          <p:spPr>
            <a:xfrm>
              <a:off x="7786788" y="1529974"/>
              <a:ext cx="12865" cy="182291"/>
            </a:xfrm>
            <a:custGeom>
              <a:rect b="b" l="l" r="r" t="t"/>
              <a:pathLst>
                <a:path extrusionOk="0" h="6957" w="491">
                  <a:moveTo>
                    <a:pt x="1" y="1"/>
                  </a:moveTo>
                  <a:lnTo>
                    <a:pt x="1" y="6956"/>
                  </a:lnTo>
                  <a:lnTo>
                    <a:pt x="265" y="6956"/>
                  </a:lnTo>
                  <a:cubicBezTo>
                    <a:pt x="389" y="6956"/>
                    <a:pt x="490" y="6851"/>
                    <a:pt x="485" y="672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3"/>
            <p:cNvSpPr/>
            <p:nvPr/>
          </p:nvSpPr>
          <p:spPr>
            <a:xfrm>
              <a:off x="7772089" y="1507964"/>
              <a:ext cx="29583" cy="40666"/>
            </a:xfrm>
            <a:custGeom>
              <a:rect b="b" l="l" r="r" t="t"/>
              <a:pathLst>
                <a:path extrusionOk="0" h="1552" w="1129">
                  <a:moveTo>
                    <a:pt x="274" y="1"/>
                  </a:moveTo>
                  <a:cubicBezTo>
                    <a:pt x="230" y="1"/>
                    <a:pt x="197" y="30"/>
                    <a:pt x="192" y="73"/>
                  </a:cubicBezTo>
                  <a:lnTo>
                    <a:pt x="5" y="1460"/>
                  </a:lnTo>
                  <a:cubicBezTo>
                    <a:pt x="0" y="1508"/>
                    <a:pt x="34" y="1551"/>
                    <a:pt x="86" y="1551"/>
                  </a:cubicBezTo>
                  <a:lnTo>
                    <a:pt x="1037" y="1551"/>
                  </a:lnTo>
                  <a:cubicBezTo>
                    <a:pt x="1090" y="1551"/>
                    <a:pt x="1128" y="1508"/>
                    <a:pt x="1118" y="1460"/>
                  </a:cubicBezTo>
                  <a:lnTo>
                    <a:pt x="931" y="73"/>
                  </a:lnTo>
                  <a:cubicBezTo>
                    <a:pt x="926" y="30"/>
                    <a:pt x="893" y="1"/>
                    <a:pt x="85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3"/>
            <p:cNvSpPr/>
            <p:nvPr/>
          </p:nvSpPr>
          <p:spPr>
            <a:xfrm>
              <a:off x="7786788" y="1792601"/>
              <a:ext cx="14490" cy="68205"/>
            </a:xfrm>
            <a:custGeom>
              <a:rect b="b" l="l" r="r" t="t"/>
              <a:pathLst>
                <a:path extrusionOk="0" h="2603" w="553">
                  <a:moveTo>
                    <a:pt x="1" y="1"/>
                  </a:moveTo>
                  <a:lnTo>
                    <a:pt x="1" y="2602"/>
                  </a:lnTo>
                  <a:lnTo>
                    <a:pt x="303" y="2602"/>
                  </a:lnTo>
                  <a:cubicBezTo>
                    <a:pt x="356" y="2602"/>
                    <a:pt x="404" y="2559"/>
                    <a:pt x="409" y="2502"/>
                  </a:cubicBezTo>
                  <a:lnTo>
                    <a:pt x="548" y="116"/>
                  </a:lnTo>
                  <a:cubicBezTo>
                    <a:pt x="553" y="54"/>
                    <a:pt x="500" y="1"/>
                    <a:pt x="44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3"/>
            <p:cNvSpPr/>
            <p:nvPr/>
          </p:nvSpPr>
          <p:spPr>
            <a:xfrm>
              <a:off x="7786788" y="1507964"/>
              <a:ext cx="14883" cy="40666"/>
            </a:xfrm>
            <a:custGeom>
              <a:rect b="b" l="l" r="r" t="t"/>
              <a:pathLst>
                <a:path extrusionOk="0" h="1552" w="568">
                  <a:moveTo>
                    <a:pt x="1" y="1"/>
                  </a:moveTo>
                  <a:lnTo>
                    <a:pt x="1" y="1551"/>
                  </a:lnTo>
                  <a:lnTo>
                    <a:pt x="481" y="1551"/>
                  </a:lnTo>
                  <a:cubicBezTo>
                    <a:pt x="529" y="1551"/>
                    <a:pt x="567" y="1508"/>
                    <a:pt x="562" y="1460"/>
                  </a:cubicBezTo>
                  <a:lnTo>
                    <a:pt x="370" y="73"/>
                  </a:lnTo>
                  <a:cubicBezTo>
                    <a:pt x="365" y="30"/>
                    <a:pt x="332" y="1"/>
                    <a:pt x="2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83"/>
            <p:cNvSpPr/>
            <p:nvPr/>
          </p:nvSpPr>
          <p:spPr>
            <a:xfrm>
              <a:off x="7741772" y="1738781"/>
              <a:ext cx="24421" cy="59218"/>
            </a:xfrm>
            <a:custGeom>
              <a:rect b="b" l="l" r="r" t="t"/>
              <a:pathLst>
                <a:path extrusionOk="0" h="2260" w="932">
                  <a:moveTo>
                    <a:pt x="730" y="0"/>
                  </a:moveTo>
                  <a:cubicBezTo>
                    <a:pt x="615" y="0"/>
                    <a:pt x="523" y="91"/>
                    <a:pt x="523" y="202"/>
                  </a:cubicBezTo>
                  <a:lnTo>
                    <a:pt x="523" y="624"/>
                  </a:lnTo>
                  <a:cubicBezTo>
                    <a:pt x="523" y="763"/>
                    <a:pt x="466" y="893"/>
                    <a:pt x="370" y="994"/>
                  </a:cubicBezTo>
                  <a:cubicBezTo>
                    <a:pt x="77" y="1267"/>
                    <a:pt x="0" y="1695"/>
                    <a:pt x="178" y="2050"/>
                  </a:cubicBezTo>
                  <a:lnTo>
                    <a:pt x="221" y="2146"/>
                  </a:lnTo>
                  <a:cubicBezTo>
                    <a:pt x="260" y="2226"/>
                    <a:pt x="326" y="2260"/>
                    <a:pt x="393" y="2260"/>
                  </a:cubicBezTo>
                  <a:cubicBezTo>
                    <a:pt x="527" y="2260"/>
                    <a:pt x="662" y="2128"/>
                    <a:pt x="586" y="1968"/>
                  </a:cubicBezTo>
                  <a:lnTo>
                    <a:pt x="543" y="1877"/>
                  </a:lnTo>
                  <a:cubicBezTo>
                    <a:pt x="442" y="1676"/>
                    <a:pt x="485" y="1435"/>
                    <a:pt x="648" y="1287"/>
                  </a:cubicBezTo>
                  <a:cubicBezTo>
                    <a:pt x="826" y="1114"/>
                    <a:pt x="931" y="874"/>
                    <a:pt x="931" y="624"/>
                  </a:cubicBezTo>
                  <a:lnTo>
                    <a:pt x="931" y="207"/>
                  </a:lnTo>
                  <a:cubicBezTo>
                    <a:pt x="931" y="91"/>
                    <a:pt x="840" y="0"/>
                    <a:pt x="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3"/>
            <p:cNvSpPr/>
            <p:nvPr/>
          </p:nvSpPr>
          <p:spPr>
            <a:xfrm>
              <a:off x="7807410" y="1738781"/>
              <a:ext cx="24447" cy="59191"/>
            </a:xfrm>
            <a:custGeom>
              <a:rect b="b" l="l" r="r" t="t"/>
              <a:pathLst>
                <a:path extrusionOk="0" h="2259" w="933">
                  <a:moveTo>
                    <a:pt x="205" y="0"/>
                  </a:moveTo>
                  <a:cubicBezTo>
                    <a:pt x="103" y="0"/>
                    <a:pt x="1" y="67"/>
                    <a:pt x="1" y="202"/>
                  </a:cubicBezTo>
                  <a:lnTo>
                    <a:pt x="1" y="624"/>
                  </a:lnTo>
                  <a:cubicBezTo>
                    <a:pt x="6" y="874"/>
                    <a:pt x="107" y="1109"/>
                    <a:pt x="284" y="1282"/>
                  </a:cubicBezTo>
                  <a:cubicBezTo>
                    <a:pt x="447" y="1435"/>
                    <a:pt x="491" y="1676"/>
                    <a:pt x="395" y="1872"/>
                  </a:cubicBezTo>
                  <a:lnTo>
                    <a:pt x="347" y="1968"/>
                  </a:lnTo>
                  <a:cubicBezTo>
                    <a:pt x="270" y="2127"/>
                    <a:pt x="404" y="2258"/>
                    <a:pt x="538" y="2258"/>
                  </a:cubicBezTo>
                  <a:cubicBezTo>
                    <a:pt x="607" y="2258"/>
                    <a:pt x="676" y="2224"/>
                    <a:pt x="716" y="2141"/>
                  </a:cubicBezTo>
                  <a:lnTo>
                    <a:pt x="759" y="2050"/>
                  </a:lnTo>
                  <a:cubicBezTo>
                    <a:pt x="932" y="1695"/>
                    <a:pt x="855" y="1263"/>
                    <a:pt x="567" y="994"/>
                  </a:cubicBezTo>
                  <a:cubicBezTo>
                    <a:pt x="467" y="893"/>
                    <a:pt x="409" y="763"/>
                    <a:pt x="409" y="624"/>
                  </a:cubicBezTo>
                  <a:lnTo>
                    <a:pt x="409" y="202"/>
                  </a:lnTo>
                  <a:cubicBezTo>
                    <a:pt x="409" y="67"/>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3"/>
            <p:cNvSpPr/>
            <p:nvPr/>
          </p:nvSpPr>
          <p:spPr>
            <a:xfrm>
              <a:off x="7766927" y="1787335"/>
              <a:ext cx="39775" cy="78765"/>
            </a:xfrm>
            <a:custGeom>
              <a:rect b="b" l="l" r="r" t="t"/>
              <a:pathLst>
                <a:path extrusionOk="0" h="3006" w="1518">
                  <a:moveTo>
                    <a:pt x="1095" y="403"/>
                  </a:moveTo>
                  <a:lnTo>
                    <a:pt x="1051" y="1123"/>
                  </a:lnTo>
                  <a:lnTo>
                    <a:pt x="466" y="1123"/>
                  </a:lnTo>
                  <a:lnTo>
                    <a:pt x="423" y="403"/>
                  </a:lnTo>
                  <a:close/>
                  <a:moveTo>
                    <a:pt x="1032" y="1531"/>
                  </a:moveTo>
                  <a:lnTo>
                    <a:pt x="970" y="2602"/>
                  </a:lnTo>
                  <a:lnTo>
                    <a:pt x="552" y="2602"/>
                  </a:lnTo>
                  <a:lnTo>
                    <a:pt x="490" y="1531"/>
                  </a:lnTo>
                  <a:close/>
                  <a:moveTo>
                    <a:pt x="322" y="0"/>
                  </a:moveTo>
                  <a:cubicBezTo>
                    <a:pt x="139" y="0"/>
                    <a:pt x="0" y="149"/>
                    <a:pt x="10" y="327"/>
                  </a:cubicBezTo>
                  <a:lnTo>
                    <a:pt x="72" y="1320"/>
                  </a:lnTo>
                  <a:lnTo>
                    <a:pt x="72" y="1325"/>
                  </a:lnTo>
                  <a:cubicBezTo>
                    <a:pt x="72" y="1335"/>
                    <a:pt x="72" y="1344"/>
                    <a:pt x="72" y="1359"/>
                  </a:cubicBezTo>
                  <a:lnTo>
                    <a:pt x="149" y="2712"/>
                  </a:lnTo>
                  <a:cubicBezTo>
                    <a:pt x="159" y="2880"/>
                    <a:pt x="298" y="3005"/>
                    <a:pt x="461" y="3005"/>
                  </a:cubicBezTo>
                  <a:lnTo>
                    <a:pt x="1061" y="3005"/>
                  </a:lnTo>
                  <a:cubicBezTo>
                    <a:pt x="1224" y="3005"/>
                    <a:pt x="1359" y="2880"/>
                    <a:pt x="1368" y="2712"/>
                  </a:cubicBezTo>
                  <a:lnTo>
                    <a:pt x="1508" y="327"/>
                  </a:lnTo>
                  <a:cubicBezTo>
                    <a:pt x="1517" y="149"/>
                    <a:pt x="1378" y="0"/>
                    <a:pt x="1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3"/>
            <p:cNvSpPr/>
            <p:nvPr/>
          </p:nvSpPr>
          <p:spPr>
            <a:xfrm>
              <a:off x="7814406" y="1639762"/>
              <a:ext cx="52536" cy="209803"/>
            </a:xfrm>
            <a:custGeom>
              <a:rect b="b" l="l" r="r" t="t"/>
              <a:pathLst>
                <a:path extrusionOk="0" h="8007" w="2005">
                  <a:moveTo>
                    <a:pt x="288" y="0"/>
                  </a:moveTo>
                  <a:cubicBezTo>
                    <a:pt x="97" y="0"/>
                    <a:pt x="0" y="294"/>
                    <a:pt x="214" y="390"/>
                  </a:cubicBezTo>
                  <a:cubicBezTo>
                    <a:pt x="819" y="664"/>
                    <a:pt x="1208" y="1264"/>
                    <a:pt x="1208" y="1922"/>
                  </a:cubicBezTo>
                  <a:lnTo>
                    <a:pt x="1208" y="3150"/>
                  </a:lnTo>
                  <a:cubicBezTo>
                    <a:pt x="1208" y="3194"/>
                    <a:pt x="1174" y="3232"/>
                    <a:pt x="1131" y="3242"/>
                  </a:cubicBezTo>
                  <a:cubicBezTo>
                    <a:pt x="795" y="3314"/>
                    <a:pt x="550" y="3611"/>
                    <a:pt x="550" y="3957"/>
                  </a:cubicBezTo>
                  <a:lnTo>
                    <a:pt x="550" y="4187"/>
                  </a:lnTo>
                  <a:cubicBezTo>
                    <a:pt x="550" y="4562"/>
                    <a:pt x="833" y="4874"/>
                    <a:pt x="1203" y="4912"/>
                  </a:cubicBezTo>
                  <a:cubicBezTo>
                    <a:pt x="1428" y="4931"/>
                    <a:pt x="1596" y="5123"/>
                    <a:pt x="1596" y="5349"/>
                  </a:cubicBezTo>
                  <a:lnTo>
                    <a:pt x="1596" y="5743"/>
                  </a:lnTo>
                  <a:cubicBezTo>
                    <a:pt x="1596" y="6587"/>
                    <a:pt x="1064" y="7336"/>
                    <a:pt x="267" y="7610"/>
                  </a:cubicBezTo>
                  <a:cubicBezTo>
                    <a:pt x="33" y="7688"/>
                    <a:pt x="119" y="8006"/>
                    <a:pt x="324" y="8006"/>
                  </a:cubicBezTo>
                  <a:cubicBezTo>
                    <a:pt x="347" y="8006"/>
                    <a:pt x="371" y="8002"/>
                    <a:pt x="396" y="7994"/>
                  </a:cubicBezTo>
                  <a:cubicBezTo>
                    <a:pt x="1356" y="7663"/>
                    <a:pt x="2004" y="6760"/>
                    <a:pt x="2004" y="5743"/>
                  </a:cubicBezTo>
                  <a:lnTo>
                    <a:pt x="2004" y="5349"/>
                  </a:lnTo>
                  <a:cubicBezTo>
                    <a:pt x="2004" y="4912"/>
                    <a:pt x="1678" y="4547"/>
                    <a:pt x="1246" y="4504"/>
                  </a:cubicBezTo>
                  <a:cubicBezTo>
                    <a:pt x="1083" y="4490"/>
                    <a:pt x="958" y="4350"/>
                    <a:pt x="958" y="4187"/>
                  </a:cubicBezTo>
                  <a:lnTo>
                    <a:pt x="958" y="3957"/>
                  </a:lnTo>
                  <a:cubicBezTo>
                    <a:pt x="958" y="3803"/>
                    <a:pt x="1064" y="3674"/>
                    <a:pt x="1212" y="3640"/>
                  </a:cubicBezTo>
                  <a:cubicBezTo>
                    <a:pt x="1448" y="3592"/>
                    <a:pt x="1611" y="3386"/>
                    <a:pt x="1616" y="3150"/>
                  </a:cubicBezTo>
                  <a:lnTo>
                    <a:pt x="1616" y="1922"/>
                  </a:lnTo>
                  <a:cubicBezTo>
                    <a:pt x="1611" y="1101"/>
                    <a:pt x="1131" y="357"/>
                    <a:pt x="377" y="21"/>
                  </a:cubicBezTo>
                  <a:cubicBezTo>
                    <a:pt x="346" y="7"/>
                    <a:pt x="316"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83"/>
            <p:cNvSpPr/>
            <p:nvPr/>
          </p:nvSpPr>
          <p:spPr>
            <a:xfrm>
              <a:off x="7706661" y="1639893"/>
              <a:ext cx="52300" cy="209803"/>
            </a:xfrm>
            <a:custGeom>
              <a:rect b="b" l="l" r="r" t="t"/>
              <a:pathLst>
                <a:path extrusionOk="0" h="8007" w="1996">
                  <a:moveTo>
                    <a:pt x="1703" y="0"/>
                  </a:moveTo>
                  <a:cubicBezTo>
                    <a:pt x="1675" y="0"/>
                    <a:pt x="1645" y="6"/>
                    <a:pt x="1614" y="20"/>
                  </a:cubicBezTo>
                  <a:cubicBezTo>
                    <a:pt x="870" y="361"/>
                    <a:pt x="395" y="1101"/>
                    <a:pt x="395" y="1917"/>
                  </a:cubicBezTo>
                  <a:lnTo>
                    <a:pt x="395" y="3145"/>
                  </a:lnTo>
                  <a:cubicBezTo>
                    <a:pt x="395" y="3381"/>
                    <a:pt x="563" y="3587"/>
                    <a:pt x="793" y="3635"/>
                  </a:cubicBezTo>
                  <a:cubicBezTo>
                    <a:pt x="942" y="3669"/>
                    <a:pt x="1047" y="3798"/>
                    <a:pt x="1047" y="3952"/>
                  </a:cubicBezTo>
                  <a:lnTo>
                    <a:pt x="1047" y="4182"/>
                  </a:lnTo>
                  <a:cubicBezTo>
                    <a:pt x="1047" y="4345"/>
                    <a:pt x="923" y="4485"/>
                    <a:pt x="759" y="4499"/>
                  </a:cubicBezTo>
                  <a:cubicBezTo>
                    <a:pt x="332" y="4542"/>
                    <a:pt x="1" y="4907"/>
                    <a:pt x="1" y="5339"/>
                  </a:cubicBezTo>
                  <a:lnTo>
                    <a:pt x="1" y="5738"/>
                  </a:lnTo>
                  <a:cubicBezTo>
                    <a:pt x="1" y="6760"/>
                    <a:pt x="654" y="7667"/>
                    <a:pt x="1623" y="7994"/>
                  </a:cubicBezTo>
                  <a:cubicBezTo>
                    <a:pt x="1649" y="8002"/>
                    <a:pt x="1673" y="8006"/>
                    <a:pt x="1696" y="8006"/>
                  </a:cubicBezTo>
                  <a:cubicBezTo>
                    <a:pt x="1900" y="8006"/>
                    <a:pt x="1982" y="7687"/>
                    <a:pt x="1753" y="7610"/>
                  </a:cubicBezTo>
                  <a:cubicBezTo>
                    <a:pt x="947" y="7341"/>
                    <a:pt x="409" y="6587"/>
                    <a:pt x="409" y="5738"/>
                  </a:cubicBezTo>
                  <a:lnTo>
                    <a:pt x="409" y="5344"/>
                  </a:lnTo>
                  <a:cubicBezTo>
                    <a:pt x="409" y="5118"/>
                    <a:pt x="577" y="4926"/>
                    <a:pt x="803" y="4902"/>
                  </a:cubicBezTo>
                  <a:cubicBezTo>
                    <a:pt x="1172" y="4869"/>
                    <a:pt x="1455" y="4552"/>
                    <a:pt x="1455" y="4182"/>
                  </a:cubicBezTo>
                  <a:lnTo>
                    <a:pt x="1455" y="3952"/>
                  </a:lnTo>
                  <a:cubicBezTo>
                    <a:pt x="1455" y="3606"/>
                    <a:pt x="1211" y="3309"/>
                    <a:pt x="875" y="3237"/>
                  </a:cubicBezTo>
                  <a:cubicBezTo>
                    <a:pt x="831" y="3227"/>
                    <a:pt x="798" y="3189"/>
                    <a:pt x="798" y="3145"/>
                  </a:cubicBezTo>
                  <a:lnTo>
                    <a:pt x="798" y="1917"/>
                  </a:lnTo>
                  <a:cubicBezTo>
                    <a:pt x="798" y="1259"/>
                    <a:pt x="1182" y="664"/>
                    <a:pt x="1782" y="390"/>
                  </a:cubicBezTo>
                  <a:cubicBezTo>
                    <a:pt x="1995" y="294"/>
                    <a:pt x="1895"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83"/>
            <p:cNvSpPr/>
            <p:nvPr/>
          </p:nvSpPr>
          <p:spPr>
            <a:xfrm>
              <a:off x="7750681" y="1502697"/>
              <a:ext cx="72240" cy="214834"/>
            </a:xfrm>
            <a:custGeom>
              <a:rect b="b" l="l" r="r" t="t"/>
              <a:pathLst>
                <a:path extrusionOk="0" h="8199" w="2757">
                  <a:moveTo>
                    <a:pt x="1561" y="403"/>
                  </a:moveTo>
                  <a:lnTo>
                    <a:pt x="1719" y="1546"/>
                  </a:lnTo>
                  <a:lnTo>
                    <a:pt x="1043" y="1546"/>
                  </a:lnTo>
                  <a:lnTo>
                    <a:pt x="1196" y="403"/>
                  </a:lnTo>
                  <a:close/>
                  <a:moveTo>
                    <a:pt x="1465" y="1954"/>
                  </a:moveTo>
                  <a:lnTo>
                    <a:pt x="1662" y="7772"/>
                  </a:lnTo>
                  <a:cubicBezTo>
                    <a:pt x="1662" y="7777"/>
                    <a:pt x="1662" y="7781"/>
                    <a:pt x="1657" y="7786"/>
                  </a:cubicBezTo>
                  <a:cubicBezTo>
                    <a:pt x="1652" y="7791"/>
                    <a:pt x="1647" y="7796"/>
                    <a:pt x="1643" y="7796"/>
                  </a:cubicBezTo>
                  <a:lnTo>
                    <a:pt x="1119" y="7796"/>
                  </a:lnTo>
                  <a:cubicBezTo>
                    <a:pt x="1105" y="7796"/>
                    <a:pt x="1095" y="7786"/>
                    <a:pt x="1095" y="7772"/>
                  </a:cubicBezTo>
                  <a:lnTo>
                    <a:pt x="1297" y="1954"/>
                  </a:lnTo>
                  <a:close/>
                  <a:moveTo>
                    <a:pt x="1091" y="0"/>
                  </a:moveTo>
                  <a:cubicBezTo>
                    <a:pt x="947" y="0"/>
                    <a:pt x="827" y="106"/>
                    <a:pt x="807" y="245"/>
                  </a:cubicBezTo>
                  <a:lnTo>
                    <a:pt x="798" y="307"/>
                  </a:lnTo>
                  <a:lnTo>
                    <a:pt x="409" y="307"/>
                  </a:lnTo>
                  <a:cubicBezTo>
                    <a:pt x="135" y="307"/>
                    <a:pt x="135" y="715"/>
                    <a:pt x="409" y="715"/>
                  </a:cubicBezTo>
                  <a:lnTo>
                    <a:pt x="745" y="715"/>
                  </a:lnTo>
                  <a:lnTo>
                    <a:pt x="673" y="1234"/>
                  </a:lnTo>
                  <a:lnTo>
                    <a:pt x="275" y="1234"/>
                  </a:lnTo>
                  <a:cubicBezTo>
                    <a:pt x="1" y="1234"/>
                    <a:pt x="1" y="1642"/>
                    <a:pt x="275" y="1642"/>
                  </a:cubicBezTo>
                  <a:lnTo>
                    <a:pt x="620" y="1642"/>
                  </a:lnTo>
                  <a:cubicBezTo>
                    <a:pt x="599" y="1803"/>
                    <a:pt x="723" y="1949"/>
                    <a:pt x="889" y="1954"/>
                  </a:cubicBezTo>
                  <a:lnTo>
                    <a:pt x="692" y="7757"/>
                  </a:lnTo>
                  <a:cubicBezTo>
                    <a:pt x="683" y="8002"/>
                    <a:pt x="875" y="8199"/>
                    <a:pt x="1115" y="8199"/>
                  </a:cubicBezTo>
                  <a:lnTo>
                    <a:pt x="1643" y="8199"/>
                  </a:lnTo>
                  <a:cubicBezTo>
                    <a:pt x="1883" y="8199"/>
                    <a:pt x="2075" y="8002"/>
                    <a:pt x="2065" y="7757"/>
                  </a:cubicBezTo>
                  <a:lnTo>
                    <a:pt x="1868" y="1954"/>
                  </a:lnTo>
                  <a:cubicBezTo>
                    <a:pt x="2031" y="1949"/>
                    <a:pt x="2152" y="1810"/>
                    <a:pt x="2137" y="1651"/>
                  </a:cubicBezTo>
                  <a:lnTo>
                    <a:pt x="2488" y="1651"/>
                  </a:lnTo>
                  <a:cubicBezTo>
                    <a:pt x="2756" y="1651"/>
                    <a:pt x="2756" y="1243"/>
                    <a:pt x="2488" y="1243"/>
                  </a:cubicBezTo>
                  <a:lnTo>
                    <a:pt x="2089" y="1243"/>
                  </a:lnTo>
                  <a:lnTo>
                    <a:pt x="2017" y="725"/>
                  </a:lnTo>
                  <a:lnTo>
                    <a:pt x="2353" y="725"/>
                  </a:lnTo>
                  <a:cubicBezTo>
                    <a:pt x="2622" y="725"/>
                    <a:pt x="2622" y="317"/>
                    <a:pt x="2353" y="317"/>
                  </a:cubicBezTo>
                  <a:lnTo>
                    <a:pt x="1964" y="317"/>
                  </a:lnTo>
                  <a:lnTo>
                    <a:pt x="1955" y="245"/>
                  </a:lnTo>
                  <a:cubicBezTo>
                    <a:pt x="1935" y="106"/>
                    <a:pt x="1815" y="0"/>
                    <a:pt x="16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9" name="Google Shape;15839;p83"/>
          <p:cNvGrpSpPr/>
          <p:nvPr/>
        </p:nvGrpSpPr>
        <p:grpSpPr>
          <a:xfrm>
            <a:off x="6753519" y="1502671"/>
            <a:ext cx="225158" cy="365184"/>
            <a:chOff x="6753519" y="1502671"/>
            <a:chExt cx="225158" cy="365184"/>
          </a:xfrm>
        </p:grpSpPr>
        <p:sp>
          <p:nvSpPr>
            <p:cNvPr id="15840" name="Google Shape;15840;p83"/>
            <p:cNvSpPr/>
            <p:nvPr/>
          </p:nvSpPr>
          <p:spPr>
            <a:xfrm>
              <a:off x="6775791" y="1507964"/>
              <a:ext cx="180378" cy="352712"/>
            </a:xfrm>
            <a:custGeom>
              <a:rect b="b" l="l" r="r" t="t"/>
              <a:pathLst>
                <a:path extrusionOk="0" h="13461" w="6884">
                  <a:moveTo>
                    <a:pt x="1253" y="0"/>
                  </a:moveTo>
                  <a:cubicBezTo>
                    <a:pt x="1109" y="0"/>
                    <a:pt x="962" y="32"/>
                    <a:pt x="821" y="102"/>
                  </a:cubicBezTo>
                  <a:lnTo>
                    <a:pt x="0" y="505"/>
                  </a:lnTo>
                  <a:lnTo>
                    <a:pt x="965" y="534"/>
                  </a:lnTo>
                  <a:cubicBezTo>
                    <a:pt x="1248" y="572"/>
                    <a:pt x="1459" y="822"/>
                    <a:pt x="1440" y="1110"/>
                  </a:cubicBezTo>
                  <a:lnTo>
                    <a:pt x="960" y="11483"/>
                  </a:lnTo>
                  <a:cubicBezTo>
                    <a:pt x="912" y="12563"/>
                    <a:pt x="1776" y="13461"/>
                    <a:pt x="2856" y="13461"/>
                  </a:cubicBezTo>
                  <a:cubicBezTo>
                    <a:pt x="3903" y="13461"/>
                    <a:pt x="4748" y="12616"/>
                    <a:pt x="4748" y="11569"/>
                  </a:cubicBezTo>
                  <a:lnTo>
                    <a:pt x="4748" y="10115"/>
                  </a:lnTo>
                  <a:cubicBezTo>
                    <a:pt x="4748" y="8848"/>
                    <a:pt x="5357" y="7657"/>
                    <a:pt x="6389" y="6923"/>
                  </a:cubicBezTo>
                  <a:lnTo>
                    <a:pt x="6884" y="6568"/>
                  </a:lnTo>
                  <a:lnTo>
                    <a:pt x="4671" y="3692"/>
                  </a:lnTo>
                  <a:lnTo>
                    <a:pt x="3692" y="5339"/>
                  </a:lnTo>
                  <a:cubicBezTo>
                    <a:pt x="3332" y="5948"/>
                    <a:pt x="3140" y="6640"/>
                    <a:pt x="3140" y="7350"/>
                  </a:cubicBezTo>
                  <a:lnTo>
                    <a:pt x="3140" y="11104"/>
                  </a:lnTo>
                  <a:cubicBezTo>
                    <a:pt x="3140" y="11363"/>
                    <a:pt x="2928" y="11579"/>
                    <a:pt x="2664" y="11579"/>
                  </a:cubicBezTo>
                  <a:cubicBezTo>
                    <a:pt x="2415" y="11574"/>
                    <a:pt x="2213" y="11368"/>
                    <a:pt x="2213" y="11113"/>
                  </a:cubicBezTo>
                  <a:lnTo>
                    <a:pt x="2227" y="961"/>
                  </a:lnTo>
                  <a:lnTo>
                    <a:pt x="2227" y="918"/>
                  </a:lnTo>
                  <a:cubicBezTo>
                    <a:pt x="2205" y="378"/>
                    <a:pt x="1748" y="0"/>
                    <a:pt x="125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83"/>
            <p:cNvSpPr/>
            <p:nvPr/>
          </p:nvSpPr>
          <p:spPr>
            <a:xfrm>
              <a:off x="6800814" y="1507990"/>
              <a:ext cx="37129" cy="303373"/>
            </a:xfrm>
            <a:custGeom>
              <a:rect b="b" l="l" r="r" t="t"/>
              <a:pathLst>
                <a:path extrusionOk="0" h="11578" w="1417">
                  <a:moveTo>
                    <a:pt x="299" y="1"/>
                  </a:moveTo>
                  <a:cubicBezTo>
                    <a:pt x="200" y="1"/>
                    <a:pt x="99" y="16"/>
                    <a:pt x="0" y="48"/>
                  </a:cubicBezTo>
                  <a:cubicBezTo>
                    <a:pt x="360" y="163"/>
                    <a:pt x="874" y="489"/>
                    <a:pt x="888" y="917"/>
                  </a:cubicBezTo>
                  <a:cubicBezTo>
                    <a:pt x="888" y="931"/>
                    <a:pt x="658" y="11112"/>
                    <a:pt x="658" y="11112"/>
                  </a:cubicBezTo>
                  <a:cubicBezTo>
                    <a:pt x="653" y="11367"/>
                    <a:pt x="860" y="11573"/>
                    <a:pt x="1109" y="11578"/>
                  </a:cubicBezTo>
                  <a:cubicBezTo>
                    <a:pt x="1224" y="11578"/>
                    <a:pt x="1330" y="11540"/>
                    <a:pt x="1416" y="11463"/>
                  </a:cubicBezTo>
                  <a:cubicBezTo>
                    <a:pt x="1316" y="11376"/>
                    <a:pt x="1253" y="11247"/>
                    <a:pt x="1258" y="11112"/>
                  </a:cubicBezTo>
                  <a:lnTo>
                    <a:pt x="1268" y="960"/>
                  </a:lnTo>
                  <a:lnTo>
                    <a:pt x="1268" y="917"/>
                  </a:lnTo>
                  <a:cubicBezTo>
                    <a:pt x="1248" y="377"/>
                    <a:pt x="792" y="1"/>
                    <a:pt x="2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83"/>
            <p:cNvSpPr/>
            <p:nvPr/>
          </p:nvSpPr>
          <p:spPr>
            <a:xfrm>
              <a:off x="6799688" y="1648854"/>
              <a:ext cx="156246" cy="211952"/>
            </a:xfrm>
            <a:custGeom>
              <a:rect b="b" l="l" r="r" t="t"/>
              <a:pathLst>
                <a:path extrusionOk="0" h="8089" w="5963">
                  <a:moveTo>
                    <a:pt x="5050" y="0"/>
                  </a:moveTo>
                  <a:lnTo>
                    <a:pt x="4383" y="451"/>
                  </a:lnTo>
                  <a:cubicBezTo>
                    <a:pt x="3356" y="1191"/>
                    <a:pt x="3053" y="2376"/>
                    <a:pt x="3053" y="3643"/>
                  </a:cubicBezTo>
                  <a:lnTo>
                    <a:pt x="3053" y="6581"/>
                  </a:lnTo>
                  <a:cubicBezTo>
                    <a:pt x="3058" y="7114"/>
                    <a:pt x="2660" y="7560"/>
                    <a:pt x="2127" y="7618"/>
                  </a:cubicBezTo>
                  <a:cubicBezTo>
                    <a:pt x="2064" y="7628"/>
                    <a:pt x="2007" y="7628"/>
                    <a:pt x="1944" y="7628"/>
                  </a:cubicBezTo>
                  <a:cubicBezTo>
                    <a:pt x="970" y="7628"/>
                    <a:pt x="159" y="6893"/>
                    <a:pt x="58" y="5928"/>
                  </a:cubicBezTo>
                  <a:lnTo>
                    <a:pt x="48" y="6111"/>
                  </a:lnTo>
                  <a:cubicBezTo>
                    <a:pt x="0" y="7186"/>
                    <a:pt x="864" y="8088"/>
                    <a:pt x="1944" y="8088"/>
                  </a:cubicBezTo>
                  <a:lnTo>
                    <a:pt x="1983" y="8088"/>
                  </a:lnTo>
                  <a:cubicBezTo>
                    <a:pt x="2295" y="8084"/>
                    <a:pt x="2597" y="8002"/>
                    <a:pt x="2871" y="7848"/>
                  </a:cubicBezTo>
                  <a:cubicBezTo>
                    <a:pt x="2895" y="7834"/>
                    <a:pt x="2919" y="7820"/>
                    <a:pt x="2948" y="7805"/>
                  </a:cubicBezTo>
                  <a:cubicBezTo>
                    <a:pt x="2972" y="7786"/>
                    <a:pt x="2996" y="7772"/>
                    <a:pt x="3020" y="7757"/>
                  </a:cubicBezTo>
                  <a:cubicBezTo>
                    <a:pt x="3044" y="7738"/>
                    <a:pt x="3068" y="7724"/>
                    <a:pt x="3092" y="7704"/>
                  </a:cubicBezTo>
                  <a:lnTo>
                    <a:pt x="3096" y="7700"/>
                  </a:lnTo>
                  <a:cubicBezTo>
                    <a:pt x="3116" y="7685"/>
                    <a:pt x="3140" y="7666"/>
                    <a:pt x="3159" y="7647"/>
                  </a:cubicBezTo>
                  <a:lnTo>
                    <a:pt x="3168" y="7642"/>
                  </a:lnTo>
                  <a:cubicBezTo>
                    <a:pt x="3188" y="7628"/>
                    <a:pt x="3207" y="7608"/>
                    <a:pt x="3226" y="7589"/>
                  </a:cubicBezTo>
                  <a:lnTo>
                    <a:pt x="3236" y="7584"/>
                  </a:lnTo>
                  <a:cubicBezTo>
                    <a:pt x="3255" y="7565"/>
                    <a:pt x="3274" y="7546"/>
                    <a:pt x="3293" y="7527"/>
                  </a:cubicBezTo>
                  <a:lnTo>
                    <a:pt x="3303" y="7517"/>
                  </a:lnTo>
                  <a:cubicBezTo>
                    <a:pt x="3317" y="7498"/>
                    <a:pt x="3336" y="7484"/>
                    <a:pt x="3351" y="7464"/>
                  </a:cubicBezTo>
                  <a:lnTo>
                    <a:pt x="3365" y="7450"/>
                  </a:lnTo>
                  <a:cubicBezTo>
                    <a:pt x="3380" y="7431"/>
                    <a:pt x="3394" y="7412"/>
                    <a:pt x="3408" y="7392"/>
                  </a:cubicBezTo>
                  <a:lnTo>
                    <a:pt x="3423" y="7378"/>
                  </a:lnTo>
                  <a:cubicBezTo>
                    <a:pt x="3437" y="7359"/>
                    <a:pt x="3452" y="7344"/>
                    <a:pt x="3466" y="7325"/>
                  </a:cubicBezTo>
                  <a:lnTo>
                    <a:pt x="3480" y="7306"/>
                  </a:lnTo>
                  <a:cubicBezTo>
                    <a:pt x="3490" y="7287"/>
                    <a:pt x="3504" y="7268"/>
                    <a:pt x="3519" y="7248"/>
                  </a:cubicBezTo>
                  <a:lnTo>
                    <a:pt x="3533" y="7229"/>
                  </a:lnTo>
                  <a:cubicBezTo>
                    <a:pt x="3543" y="7210"/>
                    <a:pt x="3552" y="7191"/>
                    <a:pt x="3567" y="7172"/>
                  </a:cubicBezTo>
                  <a:lnTo>
                    <a:pt x="3581" y="7148"/>
                  </a:lnTo>
                  <a:cubicBezTo>
                    <a:pt x="3591" y="7133"/>
                    <a:pt x="3600" y="7114"/>
                    <a:pt x="3610" y="7095"/>
                  </a:cubicBezTo>
                  <a:lnTo>
                    <a:pt x="3624" y="7066"/>
                  </a:lnTo>
                  <a:cubicBezTo>
                    <a:pt x="3634" y="7052"/>
                    <a:pt x="3644" y="7032"/>
                    <a:pt x="3653" y="7013"/>
                  </a:cubicBezTo>
                  <a:lnTo>
                    <a:pt x="3668" y="6984"/>
                  </a:lnTo>
                  <a:lnTo>
                    <a:pt x="3687" y="6932"/>
                  </a:lnTo>
                  <a:cubicBezTo>
                    <a:pt x="3696" y="6912"/>
                    <a:pt x="3696" y="6908"/>
                    <a:pt x="3701" y="6893"/>
                  </a:cubicBezTo>
                  <a:cubicBezTo>
                    <a:pt x="3706" y="6884"/>
                    <a:pt x="3716" y="6860"/>
                    <a:pt x="3720" y="6845"/>
                  </a:cubicBezTo>
                  <a:cubicBezTo>
                    <a:pt x="3730" y="6826"/>
                    <a:pt x="3730" y="6821"/>
                    <a:pt x="3735" y="6807"/>
                  </a:cubicBezTo>
                  <a:cubicBezTo>
                    <a:pt x="3740" y="6792"/>
                    <a:pt x="3744" y="6773"/>
                    <a:pt x="3749" y="6759"/>
                  </a:cubicBezTo>
                  <a:cubicBezTo>
                    <a:pt x="3754" y="6740"/>
                    <a:pt x="3759" y="6730"/>
                    <a:pt x="3764" y="6716"/>
                  </a:cubicBezTo>
                  <a:cubicBezTo>
                    <a:pt x="3768" y="6701"/>
                    <a:pt x="3773" y="6687"/>
                    <a:pt x="3778" y="6668"/>
                  </a:cubicBezTo>
                  <a:cubicBezTo>
                    <a:pt x="3778" y="6653"/>
                    <a:pt x="3783" y="6639"/>
                    <a:pt x="3788" y="6624"/>
                  </a:cubicBezTo>
                  <a:cubicBezTo>
                    <a:pt x="3788" y="6610"/>
                    <a:pt x="3792" y="6591"/>
                    <a:pt x="3797" y="6576"/>
                  </a:cubicBezTo>
                  <a:cubicBezTo>
                    <a:pt x="3802" y="6562"/>
                    <a:pt x="3802" y="6543"/>
                    <a:pt x="3807" y="6528"/>
                  </a:cubicBezTo>
                  <a:cubicBezTo>
                    <a:pt x="3807" y="6509"/>
                    <a:pt x="3812" y="6500"/>
                    <a:pt x="3812" y="6485"/>
                  </a:cubicBezTo>
                  <a:cubicBezTo>
                    <a:pt x="3816" y="6471"/>
                    <a:pt x="3816" y="6447"/>
                    <a:pt x="3821" y="6428"/>
                  </a:cubicBezTo>
                  <a:cubicBezTo>
                    <a:pt x="3821" y="6413"/>
                    <a:pt x="3826" y="6404"/>
                    <a:pt x="3826" y="6389"/>
                  </a:cubicBezTo>
                  <a:cubicBezTo>
                    <a:pt x="3826" y="6375"/>
                    <a:pt x="3831" y="6351"/>
                    <a:pt x="3831" y="6332"/>
                  </a:cubicBezTo>
                  <a:lnTo>
                    <a:pt x="3831" y="6298"/>
                  </a:lnTo>
                  <a:lnTo>
                    <a:pt x="3831" y="6202"/>
                  </a:lnTo>
                  <a:lnTo>
                    <a:pt x="3831" y="4738"/>
                  </a:lnTo>
                  <a:cubicBezTo>
                    <a:pt x="3831" y="3471"/>
                    <a:pt x="4440" y="2280"/>
                    <a:pt x="5468" y="1546"/>
                  </a:cubicBezTo>
                  <a:lnTo>
                    <a:pt x="5962" y="1191"/>
                  </a:lnTo>
                  <a:lnTo>
                    <a:pt x="505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83"/>
            <p:cNvSpPr/>
            <p:nvPr/>
          </p:nvSpPr>
          <p:spPr>
            <a:xfrm>
              <a:off x="6878793" y="1593908"/>
              <a:ext cx="90844" cy="106146"/>
            </a:xfrm>
            <a:custGeom>
              <a:rect b="b" l="l" r="r" t="t"/>
              <a:pathLst>
                <a:path extrusionOk="0" h="4051" w="3467">
                  <a:moveTo>
                    <a:pt x="549" y="0"/>
                  </a:moveTo>
                  <a:cubicBezTo>
                    <a:pt x="444" y="0"/>
                    <a:pt x="339" y="35"/>
                    <a:pt x="250" y="105"/>
                  </a:cubicBezTo>
                  <a:cubicBezTo>
                    <a:pt x="39" y="268"/>
                    <a:pt x="1" y="571"/>
                    <a:pt x="164" y="782"/>
                  </a:cubicBezTo>
                  <a:lnTo>
                    <a:pt x="2530" y="3859"/>
                  </a:lnTo>
                  <a:cubicBezTo>
                    <a:pt x="2626" y="3985"/>
                    <a:pt x="2771" y="4051"/>
                    <a:pt x="2917" y="4051"/>
                  </a:cubicBezTo>
                  <a:cubicBezTo>
                    <a:pt x="3022" y="4051"/>
                    <a:pt x="3127" y="4018"/>
                    <a:pt x="3217" y="3950"/>
                  </a:cubicBezTo>
                  <a:cubicBezTo>
                    <a:pt x="3428" y="3782"/>
                    <a:pt x="3466" y="3480"/>
                    <a:pt x="3303" y="3268"/>
                  </a:cubicBezTo>
                  <a:lnTo>
                    <a:pt x="932" y="191"/>
                  </a:lnTo>
                  <a:cubicBezTo>
                    <a:pt x="837" y="66"/>
                    <a:pt x="694" y="0"/>
                    <a:pt x="54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83"/>
            <p:cNvSpPr/>
            <p:nvPr/>
          </p:nvSpPr>
          <p:spPr>
            <a:xfrm>
              <a:off x="6881806" y="1593908"/>
              <a:ext cx="89901" cy="106146"/>
            </a:xfrm>
            <a:custGeom>
              <a:rect b="b" l="l" r="r" t="t"/>
              <a:pathLst>
                <a:path extrusionOk="0" h="4051" w="3431">
                  <a:moveTo>
                    <a:pt x="434" y="0"/>
                  </a:moveTo>
                  <a:cubicBezTo>
                    <a:pt x="329" y="0"/>
                    <a:pt x="224" y="35"/>
                    <a:pt x="135" y="105"/>
                  </a:cubicBezTo>
                  <a:cubicBezTo>
                    <a:pt x="78" y="143"/>
                    <a:pt x="34" y="201"/>
                    <a:pt x="1" y="259"/>
                  </a:cubicBezTo>
                  <a:cubicBezTo>
                    <a:pt x="150" y="263"/>
                    <a:pt x="284" y="335"/>
                    <a:pt x="375" y="451"/>
                  </a:cubicBezTo>
                  <a:lnTo>
                    <a:pt x="2742" y="3528"/>
                  </a:lnTo>
                  <a:cubicBezTo>
                    <a:pt x="2857" y="3676"/>
                    <a:pt x="2876" y="3883"/>
                    <a:pt x="2790" y="4051"/>
                  </a:cubicBezTo>
                  <a:cubicBezTo>
                    <a:pt x="2794" y="4051"/>
                    <a:pt x="2798" y="4051"/>
                    <a:pt x="2802" y="4051"/>
                  </a:cubicBezTo>
                  <a:cubicBezTo>
                    <a:pt x="3198" y="4051"/>
                    <a:pt x="3430" y="3591"/>
                    <a:pt x="3183" y="3268"/>
                  </a:cubicBezTo>
                  <a:lnTo>
                    <a:pt x="3188" y="3268"/>
                  </a:lnTo>
                  <a:lnTo>
                    <a:pt x="817" y="191"/>
                  </a:lnTo>
                  <a:cubicBezTo>
                    <a:pt x="722" y="66"/>
                    <a:pt x="579" y="0"/>
                    <a:pt x="4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83"/>
            <p:cNvSpPr/>
            <p:nvPr/>
          </p:nvSpPr>
          <p:spPr>
            <a:xfrm>
              <a:off x="6815540" y="1660410"/>
              <a:ext cx="10324" cy="10350"/>
            </a:xfrm>
            <a:custGeom>
              <a:rect b="b" l="l" r="r" t="t"/>
              <a:pathLst>
                <a:path extrusionOk="0" h="395" w="394">
                  <a:moveTo>
                    <a:pt x="197" y="1"/>
                  </a:moveTo>
                  <a:cubicBezTo>
                    <a:pt x="86" y="1"/>
                    <a:pt x="0" y="87"/>
                    <a:pt x="0" y="197"/>
                  </a:cubicBezTo>
                  <a:cubicBezTo>
                    <a:pt x="0" y="308"/>
                    <a:pt x="86" y="394"/>
                    <a:pt x="197" y="394"/>
                  </a:cubicBezTo>
                  <a:cubicBezTo>
                    <a:pt x="307" y="394"/>
                    <a:pt x="394" y="308"/>
                    <a:pt x="394" y="197"/>
                  </a:cubicBezTo>
                  <a:cubicBezTo>
                    <a:pt x="394" y="87"/>
                    <a:pt x="307" y="1"/>
                    <a:pt x="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3"/>
            <p:cNvSpPr/>
            <p:nvPr/>
          </p:nvSpPr>
          <p:spPr>
            <a:xfrm>
              <a:off x="6814387" y="1706814"/>
              <a:ext cx="10350" cy="10350"/>
            </a:xfrm>
            <a:custGeom>
              <a:rect b="b" l="l" r="r" t="t"/>
              <a:pathLst>
                <a:path extrusionOk="0" h="395" w="395">
                  <a:moveTo>
                    <a:pt x="198" y="1"/>
                  </a:moveTo>
                  <a:cubicBezTo>
                    <a:pt x="87" y="1"/>
                    <a:pt x="1" y="87"/>
                    <a:pt x="1" y="198"/>
                  </a:cubicBezTo>
                  <a:cubicBezTo>
                    <a:pt x="1" y="308"/>
                    <a:pt x="87" y="395"/>
                    <a:pt x="198" y="395"/>
                  </a:cubicBezTo>
                  <a:cubicBezTo>
                    <a:pt x="308" y="395"/>
                    <a:pt x="394" y="308"/>
                    <a:pt x="394" y="198"/>
                  </a:cubicBezTo>
                  <a:cubicBezTo>
                    <a:pt x="394" y="87"/>
                    <a:pt x="308" y="1"/>
                    <a:pt x="1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3"/>
            <p:cNvSpPr/>
            <p:nvPr/>
          </p:nvSpPr>
          <p:spPr>
            <a:xfrm>
              <a:off x="6813261" y="1756389"/>
              <a:ext cx="10350" cy="10324"/>
            </a:xfrm>
            <a:custGeom>
              <a:rect b="b" l="l" r="r" t="t"/>
              <a:pathLst>
                <a:path extrusionOk="0" h="394" w="395">
                  <a:moveTo>
                    <a:pt x="197" y="0"/>
                  </a:moveTo>
                  <a:cubicBezTo>
                    <a:pt x="87" y="0"/>
                    <a:pt x="1" y="87"/>
                    <a:pt x="1" y="197"/>
                  </a:cubicBezTo>
                  <a:cubicBezTo>
                    <a:pt x="1" y="307"/>
                    <a:pt x="87" y="394"/>
                    <a:pt x="197" y="394"/>
                  </a:cubicBezTo>
                  <a:cubicBezTo>
                    <a:pt x="308" y="394"/>
                    <a:pt x="394" y="307"/>
                    <a:pt x="394" y="197"/>
                  </a:cubicBezTo>
                  <a:cubicBezTo>
                    <a:pt x="394" y="87"/>
                    <a:pt x="308" y="0"/>
                    <a:pt x="1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83"/>
            <p:cNvSpPr/>
            <p:nvPr/>
          </p:nvSpPr>
          <p:spPr>
            <a:xfrm>
              <a:off x="6753519" y="1502671"/>
              <a:ext cx="225158" cy="365184"/>
            </a:xfrm>
            <a:custGeom>
              <a:rect b="b" l="l" r="r" t="t"/>
              <a:pathLst>
                <a:path extrusionOk="0" h="13937" w="8593">
                  <a:moveTo>
                    <a:pt x="5166" y="4888"/>
                  </a:moveTo>
                  <a:lnTo>
                    <a:pt x="6121" y="6126"/>
                  </a:lnTo>
                  <a:lnTo>
                    <a:pt x="6898" y="7134"/>
                  </a:lnTo>
                  <a:cubicBezTo>
                    <a:pt x="5948" y="7922"/>
                    <a:pt x="5401" y="9083"/>
                    <a:pt x="5396" y="10317"/>
                  </a:cubicBezTo>
                  <a:lnTo>
                    <a:pt x="5396" y="10811"/>
                  </a:lnTo>
                  <a:lnTo>
                    <a:pt x="4191" y="10811"/>
                  </a:lnTo>
                  <a:lnTo>
                    <a:pt x="4191" y="7552"/>
                  </a:lnTo>
                  <a:cubicBezTo>
                    <a:pt x="4191" y="6880"/>
                    <a:pt x="4374" y="6222"/>
                    <a:pt x="4714" y="5646"/>
                  </a:cubicBezTo>
                  <a:lnTo>
                    <a:pt x="5166" y="4888"/>
                  </a:lnTo>
                  <a:close/>
                  <a:moveTo>
                    <a:pt x="5396" y="11215"/>
                  </a:moveTo>
                  <a:lnTo>
                    <a:pt x="5396" y="11771"/>
                  </a:lnTo>
                  <a:cubicBezTo>
                    <a:pt x="5396" y="12707"/>
                    <a:pt x="4638" y="13466"/>
                    <a:pt x="3702" y="13466"/>
                  </a:cubicBezTo>
                  <a:cubicBezTo>
                    <a:pt x="2737" y="13466"/>
                    <a:pt x="1969" y="12659"/>
                    <a:pt x="2012" y="11695"/>
                  </a:cubicBezTo>
                  <a:lnTo>
                    <a:pt x="2031" y="11215"/>
                  </a:lnTo>
                  <a:lnTo>
                    <a:pt x="2857" y="11215"/>
                  </a:lnTo>
                  <a:lnTo>
                    <a:pt x="2857" y="11315"/>
                  </a:lnTo>
                  <a:cubicBezTo>
                    <a:pt x="2857" y="11675"/>
                    <a:pt x="3145" y="11973"/>
                    <a:pt x="3509" y="11983"/>
                  </a:cubicBezTo>
                  <a:cubicBezTo>
                    <a:pt x="3687" y="11983"/>
                    <a:pt x="3855" y="11915"/>
                    <a:pt x="3980" y="11791"/>
                  </a:cubicBezTo>
                  <a:cubicBezTo>
                    <a:pt x="4114" y="11661"/>
                    <a:pt x="4186" y="11488"/>
                    <a:pt x="4186" y="11306"/>
                  </a:cubicBezTo>
                  <a:lnTo>
                    <a:pt x="4186" y="11215"/>
                  </a:lnTo>
                  <a:close/>
                  <a:moveTo>
                    <a:pt x="2105" y="0"/>
                  </a:moveTo>
                  <a:cubicBezTo>
                    <a:pt x="1927" y="0"/>
                    <a:pt x="1749" y="40"/>
                    <a:pt x="1585" y="121"/>
                  </a:cubicBezTo>
                  <a:lnTo>
                    <a:pt x="778" y="520"/>
                  </a:lnTo>
                  <a:lnTo>
                    <a:pt x="284" y="520"/>
                  </a:lnTo>
                  <a:cubicBezTo>
                    <a:pt x="279" y="519"/>
                    <a:pt x="274" y="519"/>
                    <a:pt x="270" y="519"/>
                  </a:cubicBezTo>
                  <a:cubicBezTo>
                    <a:pt x="2" y="519"/>
                    <a:pt x="0" y="923"/>
                    <a:pt x="266" y="923"/>
                  </a:cubicBezTo>
                  <a:cubicBezTo>
                    <a:pt x="271" y="923"/>
                    <a:pt x="278" y="923"/>
                    <a:pt x="284" y="923"/>
                  </a:cubicBezTo>
                  <a:lnTo>
                    <a:pt x="1378" y="923"/>
                  </a:lnTo>
                  <a:lnTo>
                    <a:pt x="1796" y="937"/>
                  </a:lnTo>
                  <a:cubicBezTo>
                    <a:pt x="1973" y="966"/>
                    <a:pt x="2098" y="1124"/>
                    <a:pt x="2089" y="1302"/>
                  </a:cubicBezTo>
                  <a:lnTo>
                    <a:pt x="2055" y="2041"/>
                  </a:lnTo>
                  <a:cubicBezTo>
                    <a:pt x="2043" y="2185"/>
                    <a:pt x="2150" y="2260"/>
                    <a:pt x="2256" y="2260"/>
                  </a:cubicBezTo>
                  <a:cubicBezTo>
                    <a:pt x="2356" y="2260"/>
                    <a:pt x="2456" y="2195"/>
                    <a:pt x="2458" y="2061"/>
                  </a:cubicBezTo>
                  <a:lnTo>
                    <a:pt x="2492" y="1321"/>
                  </a:lnTo>
                  <a:cubicBezTo>
                    <a:pt x="2511" y="928"/>
                    <a:pt x="2228" y="587"/>
                    <a:pt x="1844" y="534"/>
                  </a:cubicBezTo>
                  <a:lnTo>
                    <a:pt x="1820" y="534"/>
                  </a:lnTo>
                  <a:lnTo>
                    <a:pt x="1676" y="529"/>
                  </a:lnTo>
                  <a:lnTo>
                    <a:pt x="1762" y="491"/>
                  </a:lnTo>
                  <a:cubicBezTo>
                    <a:pt x="1872" y="435"/>
                    <a:pt x="1991" y="407"/>
                    <a:pt x="2110" y="407"/>
                  </a:cubicBezTo>
                  <a:cubicBezTo>
                    <a:pt x="2246" y="407"/>
                    <a:pt x="2381" y="443"/>
                    <a:pt x="2501" y="515"/>
                  </a:cubicBezTo>
                  <a:cubicBezTo>
                    <a:pt x="2722" y="644"/>
                    <a:pt x="2861" y="875"/>
                    <a:pt x="2871" y="1129"/>
                  </a:cubicBezTo>
                  <a:lnTo>
                    <a:pt x="2871" y="1163"/>
                  </a:lnTo>
                  <a:lnTo>
                    <a:pt x="2866" y="3990"/>
                  </a:lnTo>
                  <a:lnTo>
                    <a:pt x="2857" y="10811"/>
                  </a:lnTo>
                  <a:lnTo>
                    <a:pt x="2050" y="10811"/>
                  </a:lnTo>
                  <a:lnTo>
                    <a:pt x="2410" y="3011"/>
                  </a:lnTo>
                  <a:cubicBezTo>
                    <a:pt x="2413" y="2874"/>
                    <a:pt x="2310" y="2803"/>
                    <a:pt x="2207" y="2803"/>
                  </a:cubicBezTo>
                  <a:cubicBezTo>
                    <a:pt x="2111" y="2803"/>
                    <a:pt x="2016" y="2865"/>
                    <a:pt x="2007" y="2992"/>
                  </a:cubicBezTo>
                  <a:lnTo>
                    <a:pt x="1762" y="8306"/>
                  </a:lnTo>
                  <a:lnTo>
                    <a:pt x="1469" y="8306"/>
                  </a:lnTo>
                  <a:lnTo>
                    <a:pt x="1469" y="8085"/>
                  </a:lnTo>
                  <a:cubicBezTo>
                    <a:pt x="1462" y="7955"/>
                    <a:pt x="1365" y="7890"/>
                    <a:pt x="1268" y="7890"/>
                  </a:cubicBezTo>
                  <a:cubicBezTo>
                    <a:pt x="1171" y="7890"/>
                    <a:pt x="1073" y="7955"/>
                    <a:pt x="1066" y="8085"/>
                  </a:cubicBezTo>
                  <a:lnTo>
                    <a:pt x="1066" y="8934"/>
                  </a:lnTo>
                  <a:cubicBezTo>
                    <a:pt x="1073" y="9062"/>
                    <a:pt x="1171" y="9125"/>
                    <a:pt x="1268" y="9125"/>
                  </a:cubicBezTo>
                  <a:cubicBezTo>
                    <a:pt x="1365" y="9125"/>
                    <a:pt x="1462" y="9062"/>
                    <a:pt x="1469" y="8934"/>
                  </a:cubicBezTo>
                  <a:lnTo>
                    <a:pt x="1469" y="8709"/>
                  </a:lnTo>
                  <a:lnTo>
                    <a:pt x="1743" y="8709"/>
                  </a:lnTo>
                  <a:lnTo>
                    <a:pt x="1685" y="9933"/>
                  </a:lnTo>
                  <a:lnTo>
                    <a:pt x="1469" y="9933"/>
                  </a:lnTo>
                  <a:lnTo>
                    <a:pt x="1469" y="9707"/>
                  </a:lnTo>
                  <a:cubicBezTo>
                    <a:pt x="1462" y="9580"/>
                    <a:pt x="1365" y="9516"/>
                    <a:pt x="1268" y="9516"/>
                  </a:cubicBezTo>
                  <a:cubicBezTo>
                    <a:pt x="1171" y="9516"/>
                    <a:pt x="1073" y="9580"/>
                    <a:pt x="1066" y="9707"/>
                  </a:cubicBezTo>
                  <a:lnTo>
                    <a:pt x="1066" y="10562"/>
                  </a:lnTo>
                  <a:cubicBezTo>
                    <a:pt x="1073" y="10689"/>
                    <a:pt x="1171" y="10753"/>
                    <a:pt x="1268" y="10753"/>
                  </a:cubicBezTo>
                  <a:cubicBezTo>
                    <a:pt x="1365" y="10753"/>
                    <a:pt x="1462" y="10689"/>
                    <a:pt x="1469" y="10562"/>
                  </a:cubicBezTo>
                  <a:lnTo>
                    <a:pt x="1469" y="10336"/>
                  </a:lnTo>
                  <a:lnTo>
                    <a:pt x="1671" y="10336"/>
                  </a:lnTo>
                  <a:lnTo>
                    <a:pt x="1609" y="11675"/>
                  </a:lnTo>
                  <a:cubicBezTo>
                    <a:pt x="1517" y="12875"/>
                    <a:pt x="2449" y="13907"/>
                    <a:pt x="3653" y="13936"/>
                  </a:cubicBezTo>
                  <a:cubicBezTo>
                    <a:pt x="3671" y="13937"/>
                    <a:pt x="3688" y="13937"/>
                    <a:pt x="3705" y="13937"/>
                  </a:cubicBezTo>
                  <a:cubicBezTo>
                    <a:pt x="4886" y="13937"/>
                    <a:pt x="5837" y="12959"/>
                    <a:pt x="5804" y="11771"/>
                  </a:cubicBezTo>
                  <a:lnTo>
                    <a:pt x="5804" y="10317"/>
                  </a:lnTo>
                  <a:cubicBezTo>
                    <a:pt x="5804" y="9208"/>
                    <a:pt x="6294" y="8162"/>
                    <a:pt x="7143" y="7456"/>
                  </a:cubicBezTo>
                  <a:lnTo>
                    <a:pt x="7153" y="7466"/>
                  </a:lnTo>
                  <a:cubicBezTo>
                    <a:pt x="7263" y="7610"/>
                    <a:pt x="7427" y="7706"/>
                    <a:pt x="7609" y="7730"/>
                  </a:cubicBezTo>
                  <a:cubicBezTo>
                    <a:pt x="7643" y="7730"/>
                    <a:pt x="7671" y="7734"/>
                    <a:pt x="7700" y="7734"/>
                  </a:cubicBezTo>
                  <a:cubicBezTo>
                    <a:pt x="8271" y="7730"/>
                    <a:pt x="8593" y="7077"/>
                    <a:pt x="8243" y="6626"/>
                  </a:cubicBezTo>
                  <a:lnTo>
                    <a:pt x="7724" y="5953"/>
                  </a:lnTo>
                  <a:cubicBezTo>
                    <a:pt x="7679" y="5901"/>
                    <a:pt x="7625" y="5879"/>
                    <a:pt x="7572" y="5879"/>
                  </a:cubicBezTo>
                  <a:cubicBezTo>
                    <a:pt x="7428" y="5879"/>
                    <a:pt x="7297" y="6044"/>
                    <a:pt x="7403" y="6198"/>
                  </a:cubicBezTo>
                  <a:lnTo>
                    <a:pt x="7921" y="6875"/>
                  </a:lnTo>
                  <a:cubicBezTo>
                    <a:pt x="8089" y="7092"/>
                    <a:pt x="7897" y="7335"/>
                    <a:pt x="7691" y="7335"/>
                  </a:cubicBezTo>
                  <a:cubicBezTo>
                    <a:pt x="7615" y="7335"/>
                    <a:pt x="7537" y="7301"/>
                    <a:pt x="7475" y="7221"/>
                  </a:cubicBezTo>
                  <a:lnTo>
                    <a:pt x="5770" y="5003"/>
                  </a:lnTo>
                  <a:lnTo>
                    <a:pt x="5305" y="4403"/>
                  </a:lnTo>
                  <a:lnTo>
                    <a:pt x="5103" y="4144"/>
                  </a:lnTo>
                  <a:cubicBezTo>
                    <a:pt x="4936" y="3924"/>
                    <a:pt x="5128" y="3681"/>
                    <a:pt x="5335" y="3681"/>
                  </a:cubicBezTo>
                  <a:cubicBezTo>
                    <a:pt x="5412" y="3681"/>
                    <a:pt x="5491" y="3716"/>
                    <a:pt x="5554" y="3798"/>
                  </a:cubicBezTo>
                  <a:lnTo>
                    <a:pt x="6831" y="5454"/>
                  </a:lnTo>
                  <a:cubicBezTo>
                    <a:pt x="6875" y="5507"/>
                    <a:pt x="6929" y="5529"/>
                    <a:pt x="6981" y="5529"/>
                  </a:cubicBezTo>
                  <a:cubicBezTo>
                    <a:pt x="7124" y="5529"/>
                    <a:pt x="7257" y="5364"/>
                    <a:pt x="7148" y="5209"/>
                  </a:cubicBezTo>
                  <a:lnTo>
                    <a:pt x="5876" y="3549"/>
                  </a:lnTo>
                  <a:cubicBezTo>
                    <a:pt x="5740" y="3382"/>
                    <a:pt x="5540" y="3294"/>
                    <a:pt x="5339" y="3294"/>
                  </a:cubicBezTo>
                  <a:cubicBezTo>
                    <a:pt x="5192" y="3294"/>
                    <a:pt x="5044" y="3341"/>
                    <a:pt x="4921" y="3438"/>
                  </a:cubicBezTo>
                  <a:cubicBezTo>
                    <a:pt x="4623" y="3664"/>
                    <a:pt x="4561" y="4086"/>
                    <a:pt x="4782" y="4389"/>
                  </a:cubicBezTo>
                  <a:lnTo>
                    <a:pt x="4902" y="4542"/>
                  </a:lnTo>
                  <a:lnTo>
                    <a:pt x="4369" y="5440"/>
                  </a:lnTo>
                  <a:cubicBezTo>
                    <a:pt x="3990" y="6078"/>
                    <a:pt x="3788" y="6808"/>
                    <a:pt x="3788" y="7552"/>
                  </a:cubicBezTo>
                  <a:lnTo>
                    <a:pt x="3788" y="11306"/>
                  </a:lnTo>
                  <a:cubicBezTo>
                    <a:pt x="3788" y="11378"/>
                    <a:pt x="3754" y="11450"/>
                    <a:pt x="3702" y="11503"/>
                  </a:cubicBezTo>
                  <a:cubicBezTo>
                    <a:pt x="3653" y="11551"/>
                    <a:pt x="3591" y="11579"/>
                    <a:pt x="3524" y="11579"/>
                  </a:cubicBezTo>
                  <a:cubicBezTo>
                    <a:pt x="3380" y="11575"/>
                    <a:pt x="3269" y="11459"/>
                    <a:pt x="3269" y="11315"/>
                  </a:cubicBezTo>
                  <a:lnTo>
                    <a:pt x="3274" y="5627"/>
                  </a:lnTo>
                  <a:lnTo>
                    <a:pt x="3490" y="5627"/>
                  </a:lnTo>
                  <a:lnTo>
                    <a:pt x="3490" y="5853"/>
                  </a:lnTo>
                  <a:cubicBezTo>
                    <a:pt x="3497" y="5980"/>
                    <a:pt x="3596" y="6043"/>
                    <a:pt x="3694" y="6043"/>
                  </a:cubicBezTo>
                  <a:cubicBezTo>
                    <a:pt x="3793" y="6043"/>
                    <a:pt x="3891" y="5980"/>
                    <a:pt x="3898" y="5853"/>
                  </a:cubicBezTo>
                  <a:lnTo>
                    <a:pt x="3898" y="4998"/>
                  </a:lnTo>
                  <a:cubicBezTo>
                    <a:pt x="3891" y="4871"/>
                    <a:pt x="3793" y="4807"/>
                    <a:pt x="3694" y="4807"/>
                  </a:cubicBezTo>
                  <a:cubicBezTo>
                    <a:pt x="3596" y="4807"/>
                    <a:pt x="3497" y="4871"/>
                    <a:pt x="3490" y="4998"/>
                  </a:cubicBezTo>
                  <a:lnTo>
                    <a:pt x="3490" y="5224"/>
                  </a:lnTo>
                  <a:lnTo>
                    <a:pt x="3274" y="5224"/>
                  </a:lnTo>
                  <a:lnTo>
                    <a:pt x="3274" y="4192"/>
                  </a:lnTo>
                  <a:lnTo>
                    <a:pt x="3490" y="4192"/>
                  </a:lnTo>
                  <a:lnTo>
                    <a:pt x="3490" y="4417"/>
                  </a:lnTo>
                  <a:cubicBezTo>
                    <a:pt x="3483" y="4559"/>
                    <a:pt x="3589" y="4630"/>
                    <a:pt x="3694" y="4630"/>
                  </a:cubicBezTo>
                  <a:cubicBezTo>
                    <a:pt x="3800" y="4630"/>
                    <a:pt x="3906" y="4559"/>
                    <a:pt x="3898" y="4417"/>
                  </a:cubicBezTo>
                  <a:lnTo>
                    <a:pt x="3898" y="3563"/>
                  </a:lnTo>
                  <a:cubicBezTo>
                    <a:pt x="3906" y="3421"/>
                    <a:pt x="3800" y="3351"/>
                    <a:pt x="3694" y="3351"/>
                  </a:cubicBezTo>
                  <a:cubicBezTo>
                    <a:pt x="3589" y="3351"/>
                    <a:pt x="3483" y="3421"/>
                    <a:pt x="3490" y="3563"/>
                  </a:cubicBezTo>
                  <a:lnTo>
                    <a:pt x="3490" y="3789"/>
                  </a:lnTo>
                  <a:lnTo>
                    <a:pt x="3274" y="3789"/>
                  </a:lnTo>
                  <a:lnTo>
                    <a:pt x="3279" y="1163"/>
                  </a:lnTo>
                  <a:lnTo>
                    <a:pt x="3279" y="1110"/>
                  </a:lnTo>
                  <a:cubicBezTo>
                    <a:pt x="3265" y="721"/>
                    <a:pt x="3049" y="366"/>
                    <a:pt x="2713" y="169"/>
                  </a:cubicBezTo>
                  <a:cubicBezTo>
                    <a:pt x="2527" y="57"/>
                    <a:pt x="2316" y="0"/>
                    <a:pt x="2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9" name="Google Shape;15849;p83"/>
          <p:cNvGrpSpPr/>
          <p:nvPr/>
        </p:nvGrpSpPr>
        <p:grpSpPr>
          <a:xfrm>
            <a:off x="5751876" y="3437411"/>
            <a:ext cx="363769" cy="187924"/>
            <a:chOff x="5751876" y="3437411"/>
            <a:chExt cx="363769" cy="187924"/>
          </a:xfrm>
        </p:grpSpPr>
        <p:sp>
          <p:nvSpPr>
            <p:cNvPr id="15850" name="Google Shape;15850;p83"/>
            <p:cNvSpPr/>
            <p:nvPr/>
          </p:nvSpPr>
          <p:spPr>
            <a:xfrm>
              <a:off x="5757483" y="3442678"/>
              <a:ext cx="352712" cy="177391"/>
            </a:xfrm>
            <a:custGeom>
              <a:rect b="b" l="l" r="r" t="t"/>
              <a:pathLst>
                <a:path extrusionOk="0" h="6770" w="13461">
                  <a:moveTo>
                    <a:pt x="259" y="1"/>
                  </a:moveTo>
                  <a:cubicBezTo>
                    <a:pt x="115" y="1"/>
                    <a:pt x="0" y="116"/>
                    <a:pt x="0" y="265"/>
                  </a:cubicBezTo>
                  <a:lnTo>
                    <a:pt x="0" y="6505"/>
                  </a:lnTo>
                  <a:cubicBezTo>
                    <a:pt x="0" y="6649"/>
                    <a:pt x="115" y="6769"/>
                    <a:pt x="259" y="6769"/>
                  </a:cubicBezTo>
                  <a:lnTo>
                    <a:pt x="13196" y="6769"/>
                  </a:lnTo>
                  <a:cubicBezTo>
                    <a:pt x="13345" y="6769"/>
                    <a:pt x="13460" y="6649"/>
                    <a:pt x="13460" y="6505"/>
                  </a:cubicBezTo>
                  <a:lnTo>
                    <a:pt x="13460" y="265"/>
                  </a:lnTo>
                  <a:cubicBezTo>
                    <a:pt x="13460" y="116"/>
                    <a:pt x="13345" y="1"/>
                    <a:pt x="1319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3"/>
            <p:cNvSpPr/>
            <p:nvPr/>
          </p:nvSpPr>
          <p:spPr>
            <a:xfrm>
              <a:off x="5757352" y="3442678"/>
              <a:ext cx="352843" cy="94381"/>
            </a:xfrm>
            <a:custGeom>
              <a:rect b="b" l="l" r="r" t="t"/>
              <a:pathLst>
                <a:path extrusionOk="0" h="3602" w="13466">
                  <a:moveTo>
                    <a:pt x="264" y="1"/>
                  </a:moveTo>
                  <a:cubicBezTo>
                    <a:pt x="120" y="1"/>
                    <a:pt x="0" y="116"/>
                    <a:pt x="0" y="260"/>
                  </a:cubicBezTo>
                  <a:lnTo>
                    <a:pt x="0" y="3601"/>
                  </a:lnTo>
                  <a:lnTo>
                    <a:pt x="13465" y="3601"/>
                  </a:lnTo>
                  <a:lnTo>
                    <a:pt x="13465" y="260"/>
                  </a:lnTo>
                  <a:cubicBezTo>
                    <a:pt x="13465" y="116"/>
                    <a:pt x="13350" y="1"/>
                    <a:pt x="13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3"/>
            <p:cNvSpPr/>
            <p:nvPr/>
          </p:nvSpPr>
          <p:spPr>
            <a:xfrm>
              <a:off x="5757483" y="3442678"/>
              <a:ext cx="352712" cy="94381"/>
            </a:xfrm>
            <a:custGeom>
              <a:rect b="b" l="l" r="r" t="t"/>
              <a:pathLst>
                <a:path extrusionOk="0" h="3602" w="13461">
                  <a:moveTo>
                    <a:pt x="13205" y="1"/>
                  </a:moveTo>
                  <a:cubicBezTo>
                    <a:pt x="13202" y="1"/>
                    <a:pt x="13199" y="1"/>
                    <a:pt x="13196" y="1"/>
                  </a:cubicBezTo>
                  <a:lnTo>
                    <a:pt x="12039" y="1"/>
                  </a:lnTo>
                  <a:lnTo>
                    <a:pt x="12039" y="2670"/>
                  </a:lnTo>
                  <a:cubicBezTo>
                    <a:pt x="12039" y="2895"/>
                    <a:pt x="11862" y="3078"/>
                    <a:pt x="11636" y="3078"/>
                  </a:cubicBezTo>
                  <a:lnTo>
                    <a:pt x="0" y="3078"/>
                  </a:lnTo>
                  <a:lnTo>
                    <a:pt x="0" y="3601"/>
                  </a:lnTo>
                  <a:lnTo>
                    <a:pt x="13460" y="3601"/>
                  </a:lnTo>
                  <a:lnTo>
                    <a:pt x="13460" y="260"/>
                  </a:lnTo>
                  <a:cubicBezTo>
                    <a:pt x="13460" y="119"/>
                    <a:pt x="13349" y="1"/>
                    <a:pt x="1320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3"/>
            <p:cNvSpPr/>
            <p:nvPr/>
          </p:nvSpPr>
          <p:spPr>
            <a:xfrm>
              <a:off x="5792071" y="3537033"/>
              <a:ext cx="28325" cy="83036"/>
            </a:xfrm>
            <a:custGeom>
              <a:rect b="b" l="l" r="r" t="t"/>
              <a:pathLst>
                <a:path extrusionOk="0" h="3169" w="1081">
                  <a:moveTo>
                    <a:pt x="0" y="0"/>
                  </a:moveTo>
                  <a:lnTo>
                    <a:pt x="0" y="3168"/>
                  </a:lnTo>
                  <a:lnTo>
                    <a:pt x="1080" y="3168"/>
                  </a:lnTo>
                  <a:lnTo>
                    <a:pt x="108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3"/>
            <p:cNvSpPr/>
            <p:nvPr/>
          </p:nvSpPr>
          <p:spPr>
            <a:xfrm>
              <a:off x="5820369" y="3537033"/>
              <a:ext cx="28456" cy="83036"/>
            </a:xfrm>
            <a:custGeom>
              <a:rect b="b" l="l" r="r" t="t"/>
              <a:pathLst>
                <a:path extrusionOk="0" h="3169" w="1086">
                  <a:moveTo>
                    <a:pt x="0" y="0"/>
                  </a:moveTo>
                  <a:lnTo>
                    <a:pt x="0" y="3168"/>
                  </a:lnTo>
                  <a:lnTo>
                    <a:pt x="1085" y="3168"/>
                  </a:lnTo>
                  <a:lnTo>
                    <a:pt x="1085"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83"/>
            <p:cNvSpPr/>
            <p:nvPr/>
          </p:nvSpPr>
          <p:spPr>
            <a:xfrm>
              <a:off x="5848668"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83"/>
            <p:cNvSpPr/>
            <p:nvPr/>
          </p:nvSpPr>
          <p:spPr>
            <a:xfrm>
              <a:off x="5877098"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3"/>
            <p:cNvSpPr/>
            <p:nvPr/>
          </p:nvSpPr>
          <p:spPr>
            <a:xfrm>
              <a:off x="5905396"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3"/>
            <p:cNvSpPr/>
            <p:nvPr/>
          </p:nvSpPr>
          <p:spPr>
            <a:xfrm>
              <a:off x="5933826"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83"/>
            <p:cNvSpPr/>
            <p:nvPr/>
          </p:nvSpPr>
          <p:spPr>
            <a:xfrm>
              <a:off x="5962125"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3"/>
            <p:cNvSpPr/>
            <p:nvPr/>
          </p:nvSpPr>
          <p:spPr>
            <a:xfrm>
              <a:off x="5990554"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3"/>
            <p:cNvSpPr/>
            <p:nvPr/>
          </p:nvSpPr>
          <p:spPr>
            <a:xfrm>
              <a:off x="6018853"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3"/>
            <p:cNvSpPr/>
            <p:nvPr/>
          </p:nvSpPr>
          <p:spPr>
            <a:xfrm>
              <a:off x="6047283"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3"/>
            <p:cNvSpPr/>
            <p:nvPr/>
          </p:nvSpPr>
          <p:spPr>
            <a:xfrm>
              <a:off x="5809810" y="3537033"/>
              <a:ext cx="21145" cy="46798"/>
            </a:xfrm>
            <a:custGeom>
              <a:rect b="b" l="l" r="r" t="t"/>
              <a:pathLst>
                <a:path extrusionOk="0" h="1786" w="807">
                  <a:moveTo>
                    <a:pt x="0" y="0"/>
                  </a:moveTo>
                  <a:lnTo>
                    <a:pt x="0" y="1589"/>
                  </a:lnTo>
                  <a:cubicBezTo>
                    <a:pt x="0" y="1699"/>
                    <a:pt x="91" y="1786"/>
                    <a:pt x="202" y="1786"/>
                  </a:cubicBezTo>
                  <a:lnTo>
                    <a:pt x="605" y="1786"/>
                  </a:lnTo>
                  <a:cubicBezTo>
                    <a:pt x="715" y="1786"/>
                    <a:pt x="807" y="1699"/>
                    <a:pt x="807" y="1589"/>
                  </a:cubicBezTo>
                  <a:lnTo>
                    <a:pt x="80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83"/>
            <p:cNvSpPr/>
            <p:nvPr/>
          </p:nvSpPr>
          <p:spPr>
            <a:xfrm>
              <a:off x="5866538" y="3537033"/>
              <a:ext cx="21014" cy="46798"/>
            </a:xfrm>
            <a:custGeom>
              <a:rect b="b" l="l" r="r" t="t"/>
              <a:pathLst>
                <a:path extrusionOk="0" h="1786" w="802">
                  <a:moveTo>
                    <a:pt x="0" y="0"/>
                  </a:moveTo>
                  <a:lnTo>
                    <a:pt x="0" y="1589"/>
                  </a:lnTo>
                  <a:cubicBezTo>
                    <a:pt x="0" y="1699"/>
                    <a:pt x="91" y="1786"/>
                    <a:pt x="202" y="1786"/>
                  </a:cubicBezTo>
                  <a:lnTo>
                    <a:pt x="605" y="1786"/>
                  </a:lnTo>
                  <a:cubicBezTo>
                    <a:pt x="715"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83"/>
            <p:cNvSpPr/>
            <p:nvPr/>
          </p:nvSpPr>
          <p:spPr>
            <a:xfrm>
              <a:off x="5923240" y="3537033"/>
              <a:ext cx="21041" cy="46798"/>
            </a:xfrm>
            <a:custGeom>
              <a:rect b="b" l="l" r="r" t="t"/>
              <a:pathLst>
                <a:path extrusionOk="0" h="1786" w="803">
                  <a:moveTo>
                    <a:pt x="1" y="0"/>
                  </a:moveTo>
                  <a:lnTo>
                    <a:pt x="1" y="1589"/>
                  </a:lnTo>
                  <a:cubicBezTo>
                    <a:pt x="1" y="1699"/>
                    <a:pt x="92" y="1786"/>
                    <a:pt x="203"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83"/>
            <p:cNvSpPr/>
            <p:nvPr/>
          </p:nvSpPr>
          <p:spPr>
            <a:xfrm>
              <a:off x="5979969"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83"/>
            <p:cNvSpPr/>
            <p:nvPr/>
          </p:nvSpPr>
          <p:spPr>
            <a:xfrm>
              <a:off x="6036697"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83"/>
            <p:cNvSpPr/>
            <p:nvPr/>
          </p:nvSpPr>
          <p:spPr>
            <a:xfrm>
              <a:off x="5927642" y="3466574"/>
              <a:ext cx="136384" cy="41531"/>
            </a:xfrm>
            <a:custGeom>
              <a:rect b="b" l="l" r="r" t="t"/>
              <a:pathLst>
                <a:path extrusionOk="0" h="1585" w="5205">
                  <a:moveTo>
                    <a:pt x="169" y="1"/>
                  </a:moveTo>
                  <a:cubicBezTo>
                    <a:pt x="78" y="1"/>
                    <a:pt x="1" y="73"/>
                    <a:pt x="1" y="169"/>
                  </a:cubicBezTo>
                  <a:lnTo>
                    <a:pt x="1" y="1422"/>
                  </a:lnTo>
                  <a:cubicBezTo>
                    <a:pt x="1" y="1513"/>
                    <a:pt x="78" y="1585"/>
                    <a:pt x="169" y="1585"/>
                  </a:cubicBezTo>
                  <a:lnTo>
                    <a:pt x="5041" y="1585"/>
                  </a:lnTo>
                  <a:cubicBezTo>
                    <a:pt x="5132" y="1585"/>
                    <a:pt x="5204" y="1508"/>
                    <a:pt x="5204" y="1417"/>
                  </a:cubicBezTo>
                  <a:lnTo>
                    <a:pt x="5204" y="169"/>
                  </a:lnTo>
                  <a:cubicBezTo>
                    <a:pt x="5204" y="73"/>
                    <a:pt x="5132" y="1"/>
                    <a:pt x="5041"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83"/>
            <p:cNvSpPr/>
            <p:nvPr/>
          </p:nvSpPr>
          <p:spPr>
            <a:xfrm>
              <a:off x="5927642" y="3482925"/>
              <a:ext cx="136384" cy="25181"/>
            </a:xfrm>
            <a:custGeom>
              <a:rect b="b" l="l" r="r" t="t"/>
              <a:pathLst>
                <a:path extrusionOk="0" h="961" w="5205">
                  <a:moveTo>
                    <a:pt x="1" y="1"/>
                  </a:moveTo>
                  <a:lnTo>
                    <a:pt x="1" y="798"/>
                  </a:lnTo>
                  <a:cubicBezTo>
                    <a:pt x="1" y="889"/>
                    <a:pt x="78" y="961"/>
                    <a:pt x="169" y="961"/>
                  </a:cubicBezTo>
                  <a:lnTo>
                    <a:pt x="5041" y="961"/>
                  </a:lnTo>
                  <a:cubicBezTo>
                    <a:pt x="5132" y="961"/>
                    <a:pt x="5204" y="889"/>
                    <a:pt x="5204" y="798"/>
                  </a:cubicBezTo>
                  <a:lnTo>
                    <a:pt x="5204" y="1"/>
                  </a:lnTo>
                  <a:cubicBezTo>
                    <a:pt x="5204" y="97"/>
                    <a:pt x="5132" y="169"/>
                    <a:pt x="5041" y="169"/>
                  </a:cubicBezTo>
                  <a:lnTo>
                    <a:pt x="169" y="169"/>
                  </a:lnTo>
                  <a:cubicBezTo>
                    <a:pt x="78" y="169"/>
                    <a:pt x="1" y="97"/>
                    <a:pt x="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3"/>
            <p:cNvSpPr/>
            <p:nvPr/>
          </p:nvSpPr>
          <p:spPr>
            <a:xfrm>
              <a:off x="6091801" y="3537033"/>
              <a:ext cx="18132" cy="83036"/>
            </a:xfrm>
            <a:custGeom>
              <a:rect b="b" l="l" r="r" t="t"/>
              <a:pathLst>
                <a:path extrusionOk="0" h="3169" w="692">
                  <a:moveTo>
                    <a:pt x="0" y="0"/>
                  </a:moveTo>
                  <a:lnTo>
                    <a:pt x="0" y="3168"/>
                  </a:lnTo>
                  <a:lnTo>
                    <a:pt x="437" y="3168"/>
                  </a:lnTo>
                  <a:cubicBezTo>
                    <a:pt x="557" y="3168"/>
                    <a:pt x="658" y="3087"/>
                    <a:pt x="692" y="2976"/>
                  </a:cubicBezTo>
                  <a:lnTo>
                    <a:pt x="692"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3"/>
            <p:cNvSpPr/>
            <p:nvPr/>
          </p:nvSpPr>
          <p:spPr>
            <a:xfrm>
              <a:off x="5773834" y="3537033"/>
              <a:ext cx="18263" cy="83036"/>
            </a:xfrm>
            <a:custGeom>
              <a:rect b="b" l="l" r="r" t="t"/>
              <a:pathLst>
                <a:path extrusionOk="0" h="3169" w="697">
                  <a:moveTo>
                    <a:pt x="0" y="0"/>
                  </a:moveTo>
                  <a:lnTo>
                    <a:pt x="0" y="3168"/>
                  </a:lnTo>
                  <a:lnTo>
                    <a:pt x="696" y="3168"/>
                  </a:lnTo>
                  <a:lnTo>
                    <a:pt x="69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3"/>
            <p:cNvSpPr/>
            <p:nvPr/>
          </p:nvSpPr>
          <p:spPr>
            <a:xfrm>
              <a:off x="5862634" y="3461308"/>
              <a:ext cx="30840" cy="52457"/>
            </a:xfrm>
            <a:custGeom>
              <a:rect b="b" l="l" r="r" t="t"/>
              <a:pathLst>
                <a:path extrusionOk="0" h="2002" w="1177">
                  <a:moveTo>
                    <a:pt x="600" y="0"/>
                  </a:moveTo>
                  <a:cubicBezTo>
                    <a:pt x="490" y="0"/>
                    <a:pt x="399" y="91"/>
                    <a:pt x="399" y="202"/>
                  </a:cubicBezTo>
                  <a:lnTo>
                    <a:pt x="399" y="298"/>
                  </a:lnTo>
                  <a:lnTo>
                    <a:pt x="283" y="298"/>
                  </a:lnTo>
                  <a:cubicBezTo>
                    <a:pt x="279" y="298"/>
                    <a:pt x="274" y="298"/>
                    <a:pt x="270" y="298"/>
                  </a:cubicBezTo>
                  <a:cubicBezTo>
                    <a:pt x="2" y="298"/>
                    <a:pt x="0" y="702"/>
                    <a:pt x="265" y="702"/>
                  </a:cubicBezTo>
                  <a:cubicBezTo>
                    <a:pt x="271" y="702"/>
                    <a:pt x="277" y="702"/>
                    <a:pt x="283" y="701"/>
                  </a:cubicBezTo>
                  <a:lnTo>
                    <a:pt x="399" y="701"/>
                  </a:lnTo>
                  <a:lnTo>
                    <a:pt x="399" y="1786"/>
                  </a:lnTo>
                  <a:cubicBezTo>
                    <a:pt x="391" y="1930"/>
                    <a:pt x="497" y="2002"/>
                    <a:pt x="603" y="2002"/>
                  </a:cubicBezTo>
                  <a:cubicBezTo>
                    <a:pt x="708" y="2002"/>
                    <a:pt x="814" y="1930"/>
                    <a:pt x="807" y="1786"/>
                  </a:cubicBezTo>
                  <a:lnTo>
                    <a:pt x="807" y="701"/>
                  </a:lnTo>
                  <a:lnTo>
                    <a:pt x="922" y="701"/>
                  </a:lnTo>
                  <a:cubicBezTo>
                    <a:pt x="1176" y="687"/>
                    <a:pt x="1176" y="312"/>
                    <a:pt x="922" y="298"/>
                  </a:cubicBezTo>
                  <a:lnTo>
                    <a:pt x="807" y="298"/>
                  </a:lnTo>
                  <a:lnTo>
                    <a:pt x="807" y="202"/>
                  </a:lnTo>
                  <a:cubicBezTo>
                    <a:pt x="807" y="91"/>
                    <a:pt x="715"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83"/>
            <p:cNvSpPr/>
            <p:nvPr/>
          </p:nvSpPr>
          <p:spPr>
            <a:xfrm>
              <a:off x="5827391" y="3461308"/>
              <a:ext cx="31495" cy="52457"/>
            </a:xfrm>
            <a:custGeom>
              <a:rect b="b" l="l" r="r" t="t"/>
              <a:pathLst>
                <a:path extrusionOk="0" h="2002" w="1202">
                  <a:moveTo>
                    <a:pt x="610" y="0"/>
                  </a:moveTo>
                  <a:cubicBezTo>
                    <a:pt x="607" y="0"/>
                    <a:pt x="604" y="0"/>
                    <a:pt x="601" y="0"/>
                  </a:cubicBezTo>
                  <a:cubicBezTo>
                    <a:pt x="486" y="0"/>
                    <a:pt x="395" y="91"/>
                    <a:pt x="395" y="202"/>
                  </a:cubicBezTo>
                  <a:lnTo>
                    <a:pt x="395" y="1056"/>
                  </a:lnTo>
                  <a:lnTo>
                    <a:pt x="284" y="1056"/>
                  </a:lnTo>
                  <a:cubicBezTo>
                    <a:pt x="278" y="1056"/>
                    <a:pt x="272" y="1056"/>
                    <a:pt x="266" y="1056"/>
                  </a:cubicBezTo>
                  <a:cubicBezTo>
                    <a:pt x="1" y="1056"/>
                    <a:pt x="2" y="1460"/>
                    <a:pt x="271" y="1460"/>
                  </a:cubicBezTo>
                  <a:cubicBezTo>
                    <a:pt x="275" y="1460"/>
                    <a:pt x="280" y="1460"/>
                    <a:pt x="284" y="1460"/>
                  </a:cubicBezTo>
                  <a:lnTo>
                    <a:pt x="400" y="1460"/>
                  </a:lnTo>
                  <a:lnTo>
                    <a:pt x="400" y="1786"/>
                  </a:lnTo>
                  <a:cubicBezTo>
                    <a:pt x="392" y="1930"/>
                    <a:pt x="498" y="2002"/>
                    <a:pt x="604" y="2002"/>
                  </a:cubicBezTo>
                  <a:cubicBezTo>
                    <a:pt x="709" y="2002"/>
                    <a:pt x="815" y="1930"/>
                    <a:pt x="808" y="1786"/>
                  </a:cubicBezTo>
                  <a:lnTo>
                    <a:pt x="808" y="1460"/>
                  </a:lnTo>
                  <a:lnTo>
                    <a:pt x="923" y="1460"/>
                  </a:lnTo>
                  <a:cubicBezTo>
                    <a:pt x="927" y="1460"/>
                    <a:pt x="932" y="1460"/>
                    <a:pt x="936" y="1460"/>
                  </a:cubicBezTo>
                  <a:cubicBezTo>
                    <a:pt x="1200" y="1460"/>
                    <a:pt x="1202" y="1056"/>
                    <a:pt x="941" y="1056"/>
                  </a:cubicBezTo>
                  <a:cubicBezTo>
                    <a:pt x="935" y="1056"/>
                    <a:pt x="929" y="1056"/>
                    <a:pt x="923" y="1056"/>
                  </a:cubicBezTo>
                  <a:lnTo>
                    <a:pt x="808" y="1056"/>
                  </a:lnTo>
                  <a:lnTo>
                    <a:pt x="808" y="202"/>
                  </a:lnTo>
                  <a:cubicBezTo>
                    <a:pt x="808" y="90"/>
                    <a:pt x="716" y="0"/>
                    <a:pt x="6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83"/>
            <p:cNvSpPr/>
            <p:nvPr/>
          </p:nvSpPr>
          <p:spPr>
            <a:xfrm>
              <a:off x="5791049" y="3461308"/>
              <a:ext cx="30736" cy="51907"/>
            </a:xfrm>
            <a:custGeom>
              <a:rect b="b" l="l" r="r" t="t"/>
              <a:pathLst>
                <a:path extrusionOk="0" h="1981" w="1173">
                  <a:moveTo>
                    <a:pt x="601" y="0"/>
                  </a:moveTo>
                  <a:cubicBezTo>
                    <a:pt x="486" y="0"/>
                    <a:pt x="395" y="91"/>
                    <a:pt x="395" y="202"/>
                  </a:cubicBezTo>
                  <a:lnTo>
                    <a:pt x="395" y="298"/>
                  </a:lnTo>
                  <a:lnTo>
                    <a:pt x="279" y="298"/>
                  </a:lnTo>
                  <a:cubicBezTo>
                    <a:pt x="275" y="298"/>
                    <a:pt x="270" y="298"/>
                    <a:pt x="266" y="298"/>
                  </a:cubicBezTo>
                  <a:cubicBezTo>
                    <a:pt x="2" y="298"/>
                    <a:pt x="1" y="702"/>
                    <a:pt x="261" y="702"/>
                  </a:cubicBezTo>
                  <a:cubicBezTo>
                    <a:pt x="267" y="702"/>
                    <a:pt x="273" y="702"/>
                    <a:pt x="279" y="701"/>
                  </a:cubicBezTo>
                  <a:lnTo>
                    <a:pt x="395" y="701"/>
                  </a:lnTo>
                  <a:lnTo>
                    <a:pt x="395" y="1786"/>
                  </a:lnTo>
                  <a:cubicBezTo>
                    <a:pt x="402" y="1916"/>
                    <a:pt x="500" y="1980"/>
                    <a:pt x="599" y="1980"/>
                  </a:cubicBezTo>
                  <a:cubicBezTo>
                    <a:pt x="697" y="1980"/>
                    <a:pt x="795" y="1916"/>
                    <a:pt x="803" y="1786"/>
                  </a:cubicBezTo>
                  <a:lnTo>
                    <a:pt x="803" y="701"/>
                  </a:lnTo>
                  <a:lnTo>
                    <a:pt x="918" y="701"/>
                  </a:lnTo>
                  <a:cubicBezTo>
                    <a:pt x="1172" y="687"/>
                    <a:pt x="1172" y="312"/>
                    <a:pt x="918" y="298"/>
                  </a:cubicBezTo>
                  <a:lnTo>
                    <a:pt x="803" y="298"/>
                  </a:lnTo>
                  <a:lnTo>
                    <a:pt x="803" y="202"/>
                  </a:lnTo>
                  <a:cubicBezTo>
                    <a:pt x="803" y="91"/>
                    <a:pt x="711" y="0"/>
                    <a:pt x="6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3"/>
            <p:cNvSpPr/>
            <p:nvPr/>
          </p:nvSpPr>
          <p:spPr>
            <a:xfrm>
              <a:off x="5922376" y="3461177"/>
              <a:ext cx="147048" cy="52222"/>
            </a:xfrm>
            <a:custGeom>
              <a:rect b="b" l="l" r="r" t="t"/>
              <a:pathLst>
                <a:path extrusionOk="0" h="1993" w="5612">
                  <a:moveTo>
                    <a:pt x="5204" y="409"/>
                  </a:moveTo>
                  <a:lnTo>
                    <a:pt x="5204" y="1585"/>
                  </a:lnTo>
                  <a:lnTo>
                    <a:pt x="404" y="1585"/>
                  </a:lnTo>
                  <a:lnTo>
                    <a:pt x="404" y="409"/>
                  </a:lnTo>
                  <a:close/>
                  <a:moveTo>
                    <a:pt x="370" y="0"/>
                  </a:moveTo>
                  <a:cubicBezTo>
                    <a:pt x="164" y="0"/>
                    <a:pt x="0" y="168"/>
                    <a:pt x="0" y="375"/>
                  </a:cubicBezTo>
                  <a:lnTo>
                    <a:pt x="0" y="1623"/>
                  </a:lnTo>
                  <a:cubicBezTo>
                    <a:pt x="0" y="1829"/>
                    <a:pt x="164" y="1993"/>
                    <a:pt x="370" y="1993"/>
                  </a:cubicBezTo>
                  <a:lnTo>
                    <a:pt x="5242" y="1993"/>
                  </a:lnTo>
                  <a:cubicBezTo>
                    <a:pt x="5444" y="1993"/>
                    <a:pt x="5612" y="1825"/>
                    <a:pt x="5612" y="1623"/>
                  </a:cubicBezTo>
                  <a:lnTo>
                    <a:pt x="5612" y="375"/>
                  </a:lnTo>
                  <a:cubicBezTo>
                    <a:pt x="5612" y="168"/>
                    <a:pt x="5444" y="0"/>
                    <a:pt x="52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83"/>
            <p:cNvSpPr/>
            <p:nvPr/>
          </p:nvSpPr>
          <p:spPr>
            <a:xfrm>
              <a:off x="5751876" y="3437411"/>
              <a:ext cx="363769" cy="41400"/>
            </a:xfrm>
            <a:custGeom>
              <a:rect b="b" l="l" r="r" t="t"/>
              <a:pathLst>
                <a:path extrusionOk="0" h="1580" w="13883">
                  <a:moveTo>
                    <a:pt x="473" y="0"/>
                  </a:moveTo>
                  <a:cubicBezTo>
                    <a:pt x="219" y="0"/>
                    <a:pt x="8" y="207"/>
                    <a:pt x="8" y="466"/>
                  </a:cubicBezTo>
                  <a:lnTo>
                    <a:pt x="8" y="1364"/>
                  </a:lnTo>
                  <a:cubicBezTo>
                    <a:pt x="1" y="1508"/>
                    <a:pt x="106" y="1580"/>
                    <a:pt x="212" y="1580"/>
                  </a:cubicBezTo>
                  <a:cubicBezTo>
                    <a:pt x="317" y="1580"/>
                    <a:pt x="423" y="1508"/>
                    <a:pt x="416" y="1364"/>
                  </a:cubicBezTo>
                  <a:lnTo>
                    <a:pt x="416" y="466"/>
                  </a:lnTo>
                  <a:cubicBezTo>
                    <a:pt x="416" y="432"/>
                    <a:pt x="440" y="403"/>
                    <a:pt x="473" y="403"/>
                  </a:cubicBezTo>
                  <a:lnTo>
                    <a:pt x="13410" y="403"/>
                  </a:lnTo>
                  <a:cubicBezTo>
                    <a:pt x="13444" y="403"/>
                    <a:pt x="13473" y="432"/>
                    <a:pt x="13473" y="466"/>
                  </a:cubicBezTo>
                  <a:lnTo>
                    <a:pt x="13473" y="1364"/>
                  </a:lnTo>
                  <a:cubicBezTo>
                    <a:pt x="13463" y="1508"/>
                    <a:pt x="13567" y="1580"/>
                    <a:pt x="13672" y="1580"/>
                  </a:cubicBezTo>
                  <a:cubicBezTo>
                    <a:pt x="13777" y="1580"/>
                    <a:pt x="13883" y="1508"/>
                    <a:pt x="13876" y="1364"/>
                  </a:cubicBezTo>
                  <a:lnTo>
                    <a:pt x="13876" y="466"/>
                  </a:lnTo>
                  <a:cubicBezTo>
                    <a:pt x="13876" y="207"/>
                    <a:pt x="13669" y="0"/>
                    <a:pt x="13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83"/>
            <p:cNvSpPr/>
            <p:nvPr/>
          </p:nvSpPr>
          <p:spPr>
            <a:xfrm>
              <a:off x="5751876" y="3492331"/>
              <a:ext cx="363717" cy="133004"/>
            </a:xfrm>
            <a:custGeom>
              <a:rect b="b" l="l" r="r" t="t"/>
              <a:pathLst>
                <a:path extrusionOk="0" h="5076" w="13881">
                  <a:moveTo>
                    <a:pt x="2811" y="1908"/>
                  </a:moveTo>
                  <a:lnTo>
                    <a:pt x="2811" y="3290"/>
                  </a:lnTo>
                  <a:lnTo>
                    <a:pt x="2413" y="3290"/>
                  </a:lnTo>
                  <a:lnTo>
                    <a:pt x="2413" y="1908"/>
                  </a:lnTo>
                  <a:close/>
                  <a:moveTo>
                    <a:pt x="4971" y="1908"/>
                  </a:moveTo>
                  <a:lnTo>
                    <a:pt x="4971" y="3290"/>
                  </a:lnTo>
                  <a:lnTo>
                    <a:pt x="4578" y="3290"/>
                  </a:lnTo>
                  <a:lnTo>
                    <a:pt x="4578" y="1908"/>
                  </a:lnTo>
                  <a:close/>
                  <a:moveTo>
                    <a:pt x="7136" y="1908"/>
                  </a:moveTo>
                  <a:lnTo>
                    <a:pt x="7136" y="3290"/>
                  </a:lnTo>
                  <a:lnTo>
                    <a:pt x="6738" y="3290"/>
                  </a:lnTo>
                  <a:lnTo>
                    <a:pt x="6738" y="1908"/>
                  </a:lnTo>
                  <a:close/>
                  <a:moveTo>
                    <a:pt x="9296" y="1908"/>
                  </a:moveTo>
                  <a:lnTo>
                    <a:pt x="9296" y="3290"/>
                  </a:lnTo>
                  <a:lnTo>
                    <a:pt x="8903" y="3290"/>
                  </a:lnTo>
                  <a:lnTo>
                    <a:pt x="8903" y="1908"/>
                  </a:lnTo>
                  <a:close/>
                  <a:moveTo>
                    <a:pt x="11461" y="1908"/>
                  </a:moveTo>
                  <a:lnTo>
                    <a:pt x="11461" y="3290"/>
                  </a:lnTo>
                  <a:lnTo>
                    <a:pt x="11063" y="3290"/>
                  </a:lnTo>
                  <a:lnTo>
                    <a:pt x="11063" y="1908"/>
                  </a:lnTo>
                  <a:close/>
                  <a:moveTo>
                    <a:pt x="1328" y="1908"/>
                  </a:moveTo>
                  <a:lnTo>
                    <a:pt x="1328" y="4668"/>
                  </a:lnTo>
                  <a:lnTo>
                    <a:pt x="473" y="4668"/>
                  </a:lnTo>
                  <a:cubicBezTo>
                    <a:pt x="440" y="4668"/>
                    <a:pt x="416" y="4644"/>
                    <a:pt x="416" y="4610"/>
                  </a:cubicBezTo>
                  <a:lnTo>
                    <a:pt x="416" y="1908"/>
                  </a:lnTo>
                  <a:close/>
                  <a:moveTo>
                    <a:pt x="2005" y="1908"/>
                  </a:moveTo>
                  <a:lnTo>
                    <a:pt x="2005" y="3295"/>
                  </a:lnTo>
                  <a:cubicBezTo>
                    <a:pt x="2005" y="3516"/>
                    <a:pt x="2187" y="3698"/>
                    <a:pt x="2408" y="3698"/>
                  </a:cubicBezTo>
                  <a:lnTo>
                    <a:pt x="2408" y="4668"/>
                  </a:lnTo>
                  <a:lnTo>
                    <a:pt x="1731" y="4668"/>
                  </a:lnTo>
                  <a:lnTo>
                    <a:pt x="1731" y="1908"/>
                  </a:lnTo>
                  <a:close/>
                  <a:moveTo>
                    <a:pt x="3493" y="1908"/>
                  </a:moveTo>
                  <a:lnTo>
                    <a:pt x="3493" y="4668"/>
                  </a:lnTo>
                  <a:lnTo>
                    <a:pt x="2816" y="4668"/>
                  </a:lnTo>
                  <a:lnTo>
                    <a:pt x="2816" y="3698"/>
                  </a:lnTo>
                  <a:cubicBezTo>
                    <a:pt x="3037" y="3698"/>
                    <a:pt x="3214" y="3516"/>
                    <a:pt x="3214" y="3295"/>
                  </a:cubicBezTo>
                  <a:lnTo>
                    <a:pt x="3214" y="1908"/>
                  </a:lnTo>
                  <a:close/>
                  <a:moveTo>
                    <a:pt x="4170" y="1908"/>
                  </a:moveTo>
                  <a:lnTo>
                    <a:pt x="4170" y="3295"/>
                  </a:lnTo>
                  <a:cubicBezTo>
                    <a:pt x="4170" y="3516"/>
                    <a:pt x="4347" y="3698"/>
                    <a:pt x="4573" y="3698"/>
                  </a:cubicBezTo>
                  <a:lnTo>
                    <a:pt x="4573" y="4668"/>
                  </a:lnTo>
                  <a:lnTo>
                    <a:pt x="3896" y="4668"/>
                  </a:lnTo>
                  <a:lnTo>
                    <a:pt x="3896" y="1908"/>
                  </a:lnTo>
                  <a:close/>
                  <a:moveTo>
                    <a:pt x="5653" y="1908"/>
                  </a:moveTo>
                  <a:lnTo>
                    <a:pt x="5653" y="4668"/>
                  </a:lnTo>
                  <a:lnTo>
                    <a:pt x="4976" y="4668"/>
                  </a:lnTo>
                  <a:lnTo>
                    <a:pt x="4976" y="3698"/>
                  </a:lnTo>
                  <a:cubicBezTo>
                    <a:pt x="5197" y="3698"/>
                    <a:pt x="5379" y="3516"/>
                    <a:pt x="5379" y="3295"/>
                  </a:cubicBezTo>
                  <a:lnTo>
                    <a:pt x="5379" y="1908"/>
                  </a:lnTo>
                  <a:close/>
                  <a:moveTo>
                    <a:pt x="6330" y="1908"/>
                  </a:moveTo>
                  <a:lnTo>
                    <a:pt x="6330" y="3295"/>
                  </a:lnTo>
                  <a:cubicBezTo>
                    <a:pt x="6330" y="3516"/>
                    <a:pt x="6512" y="3698"/>
                    <a:pt x="6733" y="3698"/>
                  </a:cubicBezTo>
                  <a:lnTo>
                    <a:pt x="6733" y="4668"/>
                  </a:lnTo>
                  <a:lnTo>
                    <a:pt x="6056" y="4668"/>
                  </a:lnTo>
                  <a:lnTo>
                    <a:pt x="6056" y="1908"/>
                  </a:lnTo>
                  <a:close/>
                  <a:moveTo>
                    <a:pt x="7818" y="1908"/>
                  </a:moveTo>
                  <a:lnTo>
                    <a:pt x="7818" y="4668"/>
                  </a:lnTo>
                  <a:lnTo>
                    <a:pt x="7141" y="4668"/>
                  </a:lnTo>
                  <a:lnTo>
                    <a:pt x="7141" y="3698"/>
                  </a:lnTo>
                  <a:cubicBezTo>
                    <a:pt x="7362" y="3698"/>
                    <a:pt x="7539" y="3516"/>
                    <a:pt x="7539" y="3295"/>
                  </a:cubicBezTo>
                  <a:lnTo>
                    <a:pt x="7539" y="1908"/>
                  </a:lnTo>
                  <a:close/>
                  <a:moveTo>
                    <a:pt x="8495" y="1908"/>
                  </a:moveTo>
                  <a:lnTo>
                    <a:pt x="8495" y="3295"/>
                  </a:lnTo>
                  <a:cubicBezTo>
                    <a:pt x="8495" y="3516"/>
                    <a:pt x="8672" y="3698"/>
                    <a:pt x="8898" y="3698"/>
                  </a:cubicBezTo>
                  <a:lnTo>
                    <a:pt x="8898" y="4668"/>
                  </a:lnTo>
                  <a:lnTo>
                    <a:pt x="8221" y="4668"/>
                  </a:lnTo>
                  <a:lnTo>
                    <a:pt x="8221" y="1908"/>
                  </a:lnTo>
                  <a:close/>
                  <a:moveTo>
                    <a:pt x="9978" y="1908"/>
                  </a:moveTo>
                  <a:lnTo>
                    <a:pt x="9978" y="4668"/>
                  </a:lnTo>
                  <a:lnTo>
                    <a:pt x="9301" y="4668"/>
                  </a:lnTo>
                  <a:lnTo>
                    <a:pt x="9301" y="3698"/>
                  </a:lnTo>
                  <a:cubicBezTo>
                    <a:pt x="9522" y="3698"/>
                    <a:pt x="9704" y="3516"/>
                    <a:pt x="9704" y="3295"/>
                  </a:cubicBezTo>
                  <a:lnTo>
                    <a:pt x="9704" y="1908"/>
                  </a:lnTo>
                  <a:close/>
                  <a:moveTo>
                    <a:pt x="10669" y="1908"/>
                  </a:moveTo>
                  <a:lnTo>
                    <a:pt x="10669" y="3295"/>
                  </a:lnTo>
                  <a:cubicBezTo>
                    <a:pt x="10669" y="3516"/>
                    <a:pt x="10847" y="3698"/>
                    <a:pt x="11068" y="3698"/>
                  </a:cubicBezTo>
                  <a:lnTo>
                    <a:pt x="11058" y="4668"/>
                  </a:lnTo>
                  <a:lnTo>
                    <a:pt x="10381" y="4668"/>
                  </a:lnTo>
                  <a:lnTo>
                    <a:pt x="10381" y="1908"/>
                  </a:lnTo>
                  <a:close/>
                  <a:moveTo>
                    <a:pt x="12143" y="1908"/>
                  </a:moveTo>
                  <a:lnTo>
                    <a:pt x="12143" y="4668"/>
                  </a:lnTo>
                  <a:lnTo>
                    <a:pt x="11466" y="4668"/>
                  </a:lnTo>
                  <a:lnTo>
                    <a:pt x="11466" y="3698"/>
                  </a:lnTo>
                  <a:cubicBezTo>
                    <a:pt x="11687" y="3698"/>
                    <a:pt x="11864" y="3516"/>
                    <a:pt x="11864" y="3295"/>
                  </a:cubicBezTo>
                  <a:lnTo>
                    <a:pt x="11864" y="1908"/>
                  </a:lnTo>
                  <a:close/>
                  <a:moveTo>
                    <a:pt x="13463" y="1908"/>
                  </a:moveTo>
                  <a:lnTo>
                    <a:pt x="13463" y="4610"/>
                  </a:lnTo>
                  <a:cubicBezTo>
                    <a:pt x="13463" y="4644"/>
                    <a:pt x="13434" y="4668"/>
                    <a:pt x="13401" y="4668"/>
                  </a:cubicBezTo>
                  <a:lnTo>
                    <a:pt x="12546" y="4668"/>
                  </a:lnTo>
                  <a:lnTo>
                    <a:pt x="12546" y="1908"/>
                  </a:lnTo>
                  <a:close/>
                  <a:moveTo>
                    <a:pt x="212" y="1"/>
                  </a:moveTo>
                  <a:cubicBezTo>
                    <a:pt x="106" y="1"/>
                    <a:pt x="1" y="72"/>
                    <a:pt x="8" y="213"/>
                  </a:cubicBezTo>
                  <a:lnTo>
                    <a:pt x="8" y="4610"/>
                  </a:lnTo>
                  <a:cubicBezTo>
                    <a:pt x="8" y="4869"/>
                    <a:pt x="219" y="5076"/>
                    <a:pt x="473" y="5076"/>
                  </a:cubicBezTo>
                  <a:lnTo>
                    <a:pt x="13410" y="5076"/>
                  </a:lnTo>
                  <a:cubicBezTo>
                    <a:pt x="13669" y="5076"/>
                    <a:pt x="13881" y="4869"/>
                    <a:pt x="13881" y="4610"/>
                  </a:cubicBezTo>
                  <a:lnTo>
                    <a:pt x="13881" y="213"/>
                  </a:lnTo>
                  <a:cubicBezTo>
                    <a:pt x="13881" y="103"/>
                    <a:pt x="13789" y="12"/>
                    <a:pt x="13674" y="12"/>
                  </a:cubicBezTo>
                  <a:cubicBezTo>
                    <a:pt x="13564" y="12"/>
                    <a:pt x="13473" y="103"/>
                    <a:pt x="13473" y="213"/>
                  </a:cubicBezTo>
                  <a:lnTo>
                    <a:pt x="13473" y="1504"/>
                  </a:lnTo>
                  <a:lnTo>
                    <a:pt x="416" y="1504"/>
                  </a:lnTo>
                  <a:lnTo>
                    <a:pt x="416" y="213"/>
                  </a:lnTo>
                  <a:cubicBezTo>
                    <a:pt x="423" y="72"/>
                    <a:pt x="317"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8" name="Google Shape;15878;p83"/>
          <p:cNvGrpSpPr/>
          <p:nvPr/>
        </p:nvGrpSpPr>
        <p:grpSpPr>
          <a:xfrm>
            <a:off x="7660518" y="3800289"/>
            <a:ext cx="304263" cy="363664"/>
            <a:chOff x="7660518" y="3800289"/>
            <a:chExt cx="304263" cy="363664"/>
          </a:xfrm>
        </p:grpSpPr>
        <p:sp>
          <p:nvSpPr>
            <p:cNvPr id="15879" name="Google Shape;15879;p83"/>
            <p:cNvSpPr/>
            <p:nvPr/>
          </p:nvSpPr>
          <p:spPr>
            <a:xfrm>
              <a:off x="7672205" y="4031317"/>
              <a:ext cx="54868" cy="54527"/>
            </a:xfrm>
            <a:custGeom>
              <a:rect b="b" l="l" r="r" t="t"/>
              <a:pathLst>
                <a:path extrusionOk="0" h="2081" w="2094">
                  <a:moveTo>
                    <a:pt x="1316" y="1"/>
                  </a:moveTo>
                  <a:lnTo>
                    <a:pt x="63" y="1441"/>
                  </a:lnTo>
                  <a:cubicBezTo>
                    <a:pt x="1" y="1513"/>
                    <a:pt x="5" y="1619"/>
                    <a:pt x="73" y="1686"/>
                  </a:cubicBezTo>
                  <a:lnTo>
                    <a:pt x="413" y="2031"/>
                  </a:lnTo>
                  <a:cubicBezTo>
                    <a:pt x="448" y="2064"/>
                    <a:pt x="494" y="2081"/>
                    <a:pt x="538" y="2081"/>
                  </a:cubicBezTo>
                  <a:cubicBezTo>
                    <a:pt x="580" y="2081"/>
                    <a:pt x="621" y="2066"/>
                    <a:pt x="653" y="2036"/>
                  </a:cubicBezTo>
                  <a:lnTo>
                    <a:pt x="2094" y="783"/>
                  </a:lnTo>
                  <a:lnTo>
                    <a:pt x="1316"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3"/>
            <p:cNvSpPr/>
            <p:nvPr/>
          </p:nvSpPr>
          <p:spPr>
            <a:xfrm>
              <a:off x="7678493" y="4041640"/>
              <a:ext cx="48710" cy="44308"/>
            </a:xfrm>
            <a:custGeom>
              <a:rect b="b" l="l" r="r" t="t"/>
              <a:pathLst>
                <a:path extrusionOk="0" h="1691" w="1859">
                  <a:moveTo>
                    <a:pt x="1470" y="1"/>
                  </a:moveTo>
                  <a:lnTo>
                    <a:pt x="1" y="1465"/>
                  </a:lnTo>
                  <a:lnTo>
                    <a:pt x="173" y="1637"/>
                  </a:lnTo>
                  <a:cubicBezTo>
                    <a:pt x="209" y="1673"/>
                    <a:pt x="255" y="1691"/>
                    <a:pt x="301" y="1691"/>
                  </a:cubicBezTo>
                  <a:cubicBezTo>
                    <a:pt x="343" y="1691"/>
                    <a:pt x="384" y="1676"/>
                    <a:pt x="418" y="1647"/>
                  </a:cubicBezTo>
                  <a:lnTo>
                    <a:pt x="1858" y="389"/>
                  </a:lnTo>
                  <a:lnTo>
                    <a:pt x="147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3"/>
            <p:cNvSpPr/>
            <p:nvPr/>
          </p:nvSpPr>
          <p:spPr>
            <a:xfrm>
              <a:off x="7691464" y="3858380"/>
              <a:ext cx="208677" cy="207995"/>
            </a:xfrm>
            <a:custGeom>
              <a:rect b="b" l="l" r="r" t="t"/>
              <a:pathLst>
                <a:path extrusionOk="0" h="7938" w="7964">
                  <a:moveTo>
                    <a:pt x="6015" y="1"/>
                  </a:moveTo>
                  <a:lnTo>
                    <a:pt x="96" y="6875"/>
                  </a:lnTo>
                  <a:cubicBezTo>
                    <a:pt x="0" y="6985"/>
                    <a:pt x="5" y="7148"/>
                    <a:pt x="110" y="7254"/>
                  </a:cubicBezTo>
                  <a:lnTo>
                    <a:pt x="715" y="7859"/>
                  </a:lnTo>
                  <a:cubicBezTo>
                    <a:pt x="768" y="7911"/>
                    <a:pt x="838" y="7937"/>
                    <a:pt x="909" y="7937"/>
                  </a:cubicBezTo>
                  <a:cubicBezTo>
                    <a:pt x="975" y="7937"/>
                    <a:pt x="1041" y="7914"/>
                    <a:pt x="1095" y="7868"/>
                  </a:cubicBezTo>
                  <a:lnTo>
                    <a:pt x="7964" y="1949"/>
                  </a:lnTo>
                  <a:lnTo>
                    <a:pt x="7906" y="1916"/>
                  </a:lnTo>
                  <a:cubicBezTo>
                    <a:pt x="7133" y="1469"/>
                    <a:pt x="6495" y="831"/>
                    <a:pt x="6048" y="58"/>
                  </a:cubicBezTo>
                  <a:lnTo>
                    <a:pt x="6015" y="1"/>
                  </a:ln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3"/>
            <p:cNvSpPr/>
            <p:nvPr/>
          </p:nvSpPr>
          <p:spPr>
            <a:xfrm>
              <a:off x="7702259" y="3887439"/>
              <a:ext cx="197881" cy="178911"/>
            </a:xfrm>
            <a:custGeom>
              <a:rect b="b" l="l" r="r" t="t"/>
              <a:pathLst>
                <a:path extrusionOk="0" h="6828" w="7552">
                  <a:moveTo>
                    <a:pt x="6443" y="0"/>
                  </a:moveTo>
                  <a:lnTo>
                    <a:pt x="1" y="6442"/>
                  </a:lnTo>
                  <a:lnTo>
                    <a:pt x="303" y="6745"/>
                  </a:lnTo>
                  <a:cubicBezTo>
                    <a:pt x="356" y="6800"/>
                    <a:pt x="427" y="6828"/>
                    <a:pt x="499" y="6828"/>
                  </a:cubicBezTo>
                  <a:cubicBezTo>
                    <a:pt x="564" y="6828"/>
                    <a:pt x="630" y="6805"/>
                    <a:pt x="683" y="6759"/>
                  </a:cubicBezTo>
                  <a:lnTo>
                    <a:pt x="7552" y="840"/>
                  </a:lnTo>
                  <a:lnTo>
                    <a:pt x="7494" y="807"/>
                  </a:lnTo>
                  <a:cubicBezTo>
                    <a:pt x="7110" y="581"/>
                    <a:pt x="6755" y="312"/>
                    <a:pt x="644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3"/>
            <p:cNvSpPr/>
            <p:nvPr/>
          </p:nvSpPr>
          <p:spPr>
            <a:xfrm>
              <a:off x="7795985" y="3805713"/>
              <a:ext cx="163032" cy="136489"/>
            </a:xfrm>
            <a:custGeom>
              <a:rect b="b" l="l" r="r" t="t"/>
              <a:pathLst>
                <a:path extrusionOk="0" h="5209" w="6222">
                  <a:moveTo>
                    <a:pt x="3609" y="1"/>
                  </a:moveTo>
                  <a:cubicBezTo>
                    <a:pt x="3000" y="1"/>
                    <a:pt x="2391" y="232"/>
                    <a:pt x="1925" y="695"/>
                  </a:cubicBezTo>
                  <a:cubicBezTo>
                    <a:pt x="0" y="2625"/>
                    <a:pt x="931" y="3388"/>
                    <a:pt x="1762" y="4224"/>
                  </a:cubicBezTo>
                  <a:cubicBezTo>
                    <a:pt x="2253" y="4712"/>
                    <a:pt x="2696" y="5209"/>
                    <a:pt x="3333" y="5209"/>
                  </a:cubicBezTo>
                  <a:cubicBezTo>
                    <a:pt x="3830" y="5209"/>
                    <a:pt x="4444" y="4906"/>
                    <a:pt x="5290" y="4060"/>
                  </a:cubicBezTo>
                  <a:cubicBezTo>
                    <a:pt x="6221" y="3129"/>
                    <a:pt x="6221" y="1627"/>
                    <a:pt x="5290" y="695"/>
                  </a:cubicBezTo>
                  <a:cubicBezTo>
                    <a:pt x="4827" y="232"/>
                    <a:pt x="4218" y="1"/>
                    <a:pt x="360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83"/>
            <p:cNvSpPr/>
            <p:nvPr/>
          </p:nvSpPr>
          <p:spPr>
            <a:xfrm>
              <a:off x="7829315" y="3812735"/>
              <a:ext cx="129702" cy="129467"/>
            </a:xfrm>
            <a:custGeom>
              <a:rect b="b" l="l" r="r" t="t"/>
              <a:pathLst>
                <a:path extrusionOk="0" h="4941" w="4950">
                  <a:moveTo>
                    <a:pt x="3437" y="0"/>
                  </a:moveTo>
                  <a:lnTo>
                    <a:pt x="3437" y="0"/>
                  </a:lnTo>
                  <a:cubicBezTo>
                    <a:pt x="3912" y="922"/>
                    <a:pt x="3740" y="2045"/>
                    <a:pt x="3005" y="2779"/>
                  </a:cubicBezTo>
                  <a:cubicBezTo>
                    <a:pt x="2161" y="3626"/>
                    <a:pt x="1546" y="3929"/>
                    <a:pt x="1048" y="3929"/>
                  </a:cubicBezTo>
                  <a:cubicBezTo>
                    <a:pt x="640" y="3929"/>
                    <a:pt x="311" y="3726"/>
                    <a:pt x="0" y="3451"/>
                  </a:cubicBezTo>
                  <a:lnTo>
                    <a:pt x="0" y="3451"/>
                  </a:lnTo>
                  <a:cubicBezTo>
                    <a:pt x="149" y="3624"/>
                    <a:pt x="322" y="3787"/>
                    <a:pt x="490" y="3956"/>
                  </a:cubicBezTo>
                  <a:cubicBezTo>
                    <a:pt x="978" y="4444"/>
                    <a:pt x="1422" y="4941"/>
                    <a:pt x="2060" y="4941"/>
                  </a:cubicBezTo>
                  <a:cubicBezTo>
                    <a:pt x="2557" y="4941"/>
                    <a:pt x="3172" y="4638"/>
                    <a:pt x="4018" y="3792"/>
                  </a:cubicBezTo>
                  <a:cubicBezTo>
                    <a:pt x="4949" y="2861"/>
                    <a:pt x="4949" y="1359"/>
                    <a:pt x="4018" y="427"/>
                  </a:cubicBezTo>
                  <a:cubicBezTo>
                    <a:pt x="3845" y="255"/>
                    <a:pt x="3648" y="111"/>
                    <a:pt x="343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3"/>
            <p:cNvSpPr/>
            <p:nvPr/>
          </p:nvSpPr>
          <p:spPr>
            <a:xfrm>
              <a:off x="7800623" y="3929834"/>
              <a:ext cx="28194" cy="28063"/>
            </a:xfrm>
            <a:custGeom>
              <a:rect b="b" l="l" r="r" t="t"/>
              <a:pathLst>
                <a:path extrusionOk="0" h="1071" w="1076">
                  <a:moveTo>
                    <a:pt x="538" y="0"/>
                  </a:moveTo>
                  <a:cubicBezTo>
                    <a:pt x="241" y="0"/>
                    <a:pt x="1" y="240"/>
                    <a:pt x="1" y="533"/>
                  </a:cubicBezTo>
                  <a:cubicBezTo>
                    <a:pt x="1" y="831"/>
                    <a:pt x="241" y="1071"/>
                    <a:pt x="538" y="1071"/>
                  </a:cubicBezTo>
                  <a:cubicBezTo>
                    <a:pt x="836" y="1071"/>
                    <a:pt x="1076" y="831"/>
                    <a:pt x="1076" y="533"/>
                  </a:cubicBezTo>
                  <a:cubicBezTo>
                    <a:pt x="1076" y="240"/>
                    <a:pt x="836" y="0"/>
                    <a:pt x="53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83"/>
            <p:cNvSpPr/>
            <p:nvPr/>
          </p:nvSpPr>
          <p:spPr>
            <a:xfrm>
              <a:off x="7803401" y="4127061"/>
              <a:ext cx="29583" cy="28430"/>
            </a:xfrm>
            <a:custGeom>
              <a:rect b="b" l="l" r="r" t="t"/>
              <a:pathLst>
                <a:path extrusionOk="0" h="1085" w="1129">
                  <a:moveTo>
                    <a:pt x="575" y="1"/>
                  </a:moveTo>
                  <a:cubicBezTo>
                    <a:pt x="519" y="1"/>
                    <a:pt x="464" y="25"/>
                    <a:pt x="428" y="72"/>
                  </a:cubicBezTo>
                  <a:lnTo>
                    <a:pt x="58" y="566"/>
                  </a:lnTo>
                  <a:cubicBezTo>
                    <a:pt x="0" y="638"/>
                    <a:pt x="10" y="739"/>
                    <a:pt x="72" y="806"/>
                  </a:cubicBezTo>
                  <a:lnTo>
                    <a:pt x="298" y="1027"/>
                  </a:lnTo>
                  <a:cubicBezTo>
                    <a:pt x="333" y="1065"/>
                    <a:pt x="379" y="1084"/>
                    <a:pt x="427" y="1084"/>
                  </a:cubicBezTo>
                  <a:cubicBezTo>
                    <a:pt x="465" y="1084"/>
                    <a:pt x="504" y="1072"/>
                    <a:pt x="538" y="1046"/>
                  </a:cubicBezTo>
                  <a:lnTo>
                    <a:pt x="1032" y="677"/>
                  </a:lnTo>
                  <a:cubicBezTo>
                    <a:pt x="1119" y="610"/>
                    <a:pt x="1128" y="475"/>
                    <a:pt x="1047" y="398"/>
                  </a:cubicBezTo>
                  <a:lnTo>
                    <a:pt x="706" y="53"/>
                  </a:lnTo>
                  <a:cubicBezTo>
                    <a:pt x="669" y="18"/>
                    <a:pt x="622" y="1"/>
                    <a:pt x="57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83"/>
            <p:cNvSpPr/>
            <p:nvPr/>
          </p:nvSpPr>
          <p:spPr>
            <a:xfrm>
              <a:off x="7793968" y="3924332"/>
              <a:ext cx="42029" cy="38858"/>
            </a:xfrm>
            <a:custGeom>
              <a:rect b="b" l="l" r="r" t="t"/>
              <a:pathLst>
                <a:path extrusionOk="0" h="1483" w="1604">
                  <a:moveTo>
                    <a:pt x="792" y="412"/>
                  </a:moveTo>
                  <a:cubicBezTo>
                    <a:pt x="1090" y="412"/>
                    <a:pt x="1234" y="772"/>
                    <a:pt x="1028" y="978"/>
                  </a:cubicBezTo>
                  <a:cubicBezTo>
                    <a:pt x="963" y="1043"/>
                    <a:pt x="878" y="1075"/>
                    <a:pt x="792" y="1075"/>
                  </a:cubicBezTo>
                  <a:cubicBezTo>
                    <a:pt x="707" y="1075"/>
                    <a:pt x="622" y="1043"/>
                    <a:pt x="557" y="978"/>
                  </a:cubicBezTo>
                  <a:cubicBezTo>
                    <a:pt x="351" y="772"/>
                    <a:pt x="495" y="412"/>
                    <a:pt x="792" y="412"/>
                  </a:cubicBezTo>
                  <a:close/>
                  <a:moveTo>
                    <a:pt x="791" y="1"/>
                  </a:moveTo>
                  <a:cubicBezTo>
                    <a:pt x="696" y="1"/>
                    <a:pt x="601" y="19"/>
                    <a:pt x="509" y="57"/>
                  </a:cubicBezTo>
                  <a:cubicBezTo>
                    <a:pt x="183" y="196"/>
                    <a:pt x="0" y="541"/>
                    <a:pt x="67" y="887"/>
                  </a:cubicBezTo>
                  <a:cubicBezTo>
                    <a:pt x="135" y="1233"/>
                    <a:pt x="437" y="1482"/>
                    <a:pt x="792" y="1482"/>
                  </a:cubicBezTo>
                  <a:cubicBezTo>
                    <a:pt x="989" y="1482"/>
                    <a:pt x="1176" y="1405"/>
                    <a:pt x="1316" y="1266"/>
                  </a:cubicBezTo>
                  <a:cubicBezTo>
                    <a:pt x="1565" y="1017"/>
                    <a:pt x="1604" y="628"/>
                    <a:pt x="1407" y="330"/>
                  </a:cubicBezTo>
                  <a:cubicBezTo>
                    <a:pt x="1269" y="119"/>
                    <a:pt x="1034" y="1"/>
                    <a:pt x="7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83"/>
            <p:cNvSpPr/>
            <p:nvPr/>
          </p:nvSpPr>
          <p:spPr>
            <a:xfrm>
              <a:off x="7660518" y="3800289"/>
              <a:ext cx="304263" cy="363664"/>
            </a:xfrm>
            <a:custGeom>
              <a:rect b="b" l="l" r="r" t="t"/>
              <a:pathLst>
                <a:path extrusionOk="0" h="13879" w="11612">
                  <a:moveTo>
                    <a:pt x="1248" y="9716"/>
                  </a:moveTo>
                  <a:lnTo>
                    <a:pt x="1647" y="10114"/>
                  </a:lnTo>
                  <a:lnTo>
                    <a:pt x="989" y="10685"/>
                  </a:lnTo>
                  <a:lnTo>
                    <a:pt x="677" y="10373"/>
                  </a:lnTo>
                  <a:lnTo>
                    <a:pt x="1248" y="9716"/>
                  </a:lnTo>
                  <a:close/>
                  <a:moveTo>
                    <a:pt x="6029" y="12682"/>
                  </a:moveTo>
                  <a:lnTo>
                    <a:pt x="6341" y="12994"/>
                  </a:lnTo>
                  <a:lnTo>
                    <a:pt x="5881" y="13345"/>
                  </a:lnTo>
                  <a:lnTo>
                    <a:pt x="5684" y="13143"/>
                  </a:lnTo>
                  <a:lnTo>
                    <a:pt x="6029" y="12682"/>
                  </a:lnTo>
                  <a:close/>
                  <a:moveTo>
                    <a:pt x="8777" y="0"/>
                  </a:moveTo>
                  <a:cubicBezTo>
                    <a:pt x="8274" y="0"/>
                    <a:pt x="7767" y="147"/>
                    <a:pt x="7325" y="446"/>
                  </a:cubicBezTo>
                  <a:cubicBezTo>
                    <a:pt x="7140" y="573"/>
                    <a:pt x="7263" y="826"/>
                    <a:pt x="7438" y="826"/>
                  </a:cubicBezTo>
                  <a:cubicBezTo>
                    <a:pt x="7476" y="826"/>
                    <a:pt x="7516" y="814"/>
                    <a:pt x="7556" y="787"/>
                  </a:cubicBezTo>
                  <a:cubicBezTo>
                    <a:pt x="7928" y="534"/>
                    <a:pt x="8354" y="412"/>
                    <a:pt x="8776" y="412"/>
                  </a:cubicBezTo>
                  <a:cubicBezTo>
                    <a:pt x="9405" y="412"/>
                    <a:pt x="10025" y="683"/>
                    <a:pt x="10450" y="1200"/>
                  </a:cubicBezTo>
                  <a:cubicBezTo>
                    <a:pt x="11166" y="2064"/>
                    <a:pt x="11108" y="3331"/>
                    <a:pt x="10316" y="4123"/>
                  </a:cubicBezTo>
                  <a:cubicBezTo>
                    <a:pt x="9586" y="4853"/>
                    <a:pt x="8991" y="5213"/>
                    <a:pt x="8501" y="5213"/>
                  </a:cubicBezTo>
                  <a:cubicBezTo>
                    <a:pt x="8324" y="5208"/>
                    <a:pt x="8146" y="5160"/>
                    <a:pt x="7993" y="5074"/>
                  </a:cubicBezTo>
                  <a:lnTo>
                    <a:pt x="7988" y="5069"/>
                  </a:lnTo>
                  <a:cubicBezTo>
                    <a:pt x="7709" y="4920"/>
                    <a:pt x="7455" y="4661"/>
                    <a:pt x="7181" y="4392"/>
                  </a:cubicBezTo>
                  <a:lnTo>
                    <a:pt x="7081" y="4286"/>
                  </a:lnTo>
                  <a:lnTo>
                    <a:pt x="6980" y="4186"/>
                  </a:lnTo>
                  <a:cubicBezTo>
                    <a:pt x="6706" y="3917"/>
                    <a:pt x="6452" y="3662"/>
                    <a:pt x="6298" y="3374"/>
                  </a:cubicBezTo>
                  <a:cubicBezTo>
                    <a:pt x="6298" y="3370"/>
                    <a:pt x="6293" y="3365"/>
                    <a:pt x="6289" y="3360"/>
                  </a:cubicBezTo>
                  <a:cubicBezTo>
                    <a:pt x="6044" y="2880"/>
                    <a:pt x="6111" y="2314"/>
                    <a:pt x="6893" y="1416"/>
                  </a:cubicBezTo>
                  <a:cubicBezTo>
                    <a:pt x="7036" y="1262"/>
                    <a:pt x="6895" y="1069"/>
                    <a:pt x="6740" y="1069"/>
                  </a:cubicBezTo>
                  <a:cubicBezTo>
                    <a:pt x="6687" y="1069"/>
                    <a:pt x="6632" y="1092"/>
                    <a:pt x="6586" y="1147"/>
                  </a:cubicBezTo>
                  <a:cubicBezTo>
                    <a:pt x="5914" y="1920"/>
                    <a:pt x="5660" y="2563"/>
                    <a:pt x="5789" y="3163"/>
                  </a:cubicBezTo>
                  <a:cubicBezTo>
                    <a:pt x="5809" y="3259"/>
                    <a:pt x="5842" y="3350"/>
                    <a:pt x="5876" y="3437"/>
                  </a:cubicBezTo>
                  <a:lnTo>
                    <a:pt x="1123" y="8957"/>
                  </a:lnTo>
                  <a:cubicBezTo>
                    <a:pt x="1027" y="9072"/>
                    <a:pt x="989" y="9226"/>
                    <a:pt x="1018" y="9370"/>
                  </a:cubicBezTo>
                  <a:lnTo>
                    <a:pt x="355" y="10128"/>
                  </a:lnTo>
                  <a:cubicBezTo>
                    <a:pt x="226" y="10282"/>
                    <a:pt x="231" y="10508"/>
                    <a:pt x="375" y="10652"/>
                  </a:cubicBezTo>
                  <a:lnTo>
                    <a:pt x="413" y="10690"/>
                  </a:lnTo>
                  <a:cubicBezTo>
                    <a:pt x="0" y="11295"/>
                    <a:pt x="77" y="12106"/>
                    <a:pt x="595" y="12624"/>
                  </a:cubicBezTo>
                  <a:lnTo>
                    <a:pt x="720" y="12754"/>
                  </a:lnTo>
                  <a:cubicBezTo>
                    <a:pt x="1020" y="13052"/>
                    <a:pt x="1411" y="13201"/>
                    <a:pt x="1802" y="13201"/>
                  </a:cubicBezTo>
                  <a:cubicBezTo>
                    <a:pt x="2193" y="13201"/>
                    <a:pt x="2583" y="13052"/>
                    <a:pt x="2880" y="12754"/>
                  </a:cubicBezTo>
                  <a:lnTo>
                    <a:pt x="5060" y="10575"/>
                  </a:lnTo>
                  <a:cubicBezTo>
                    <a:pt x="5272" y="10374"/>
                    <a:pt x="5543" y="10275"/>
                    <a:pt x="5814" y="10275"/>
                  </a:cubicBezTo>
                  <a:cubicBezTo>
                    <a:pt x="6094" y="10275"/>
                    <a:pt x="6374" y="10382"/>
                    <a:pt x="6586" y="10594"/>
                  </a:cubicBezTo>
                  <a:cubicBezTo>
                    <a:pt x="7004" y="11012"/>
                    <a:pt x="7013" y="11688"/>
                    <a:pt x="6605" y="12120"/>
                  </a:cubicBezTo>
                  <a:lnTo>
                    <a:pt x="6322" y="12399"/>
                  </a:lnTo>
                  <a:lnTo>
                    <a:pt x="6303" y="12384"/>
                  </a:lnTo>
                  <a:cubicBezTo>
                    <a:pt x="6228" y="12307"/>
                    <a:pt x="6129" y="12270"/>
                    <a:pt x="6029" y="12270"/>
                  </a:cubicBezTo>
                  <a:cubicBezTo>
                    <a:pt x="5912" y="12270"/>
                    <a:pt x="5795" y="12322"/>
                    <a:pt x="5717" y="12423"/>
                  </a:cubicBezTo>
                  <a:lnTo>
                    <a:pt x="5348" y="12917"/>
                  </a:lnTo>
                  <a:cubicBezTo>
                    <a:pt x="5242" y="13057"/>
                    <a:pt x="5247" y="13253"/>
                    <a:pt x="5352" y="13388"/>
                  </a:cubicBezTo>
                  <a:lnTo>
                    <a:pt x="5218" y="13527"/>
                  </a:lnTo>
                  <a:cubicBezTo>
                    <a:pt x="5071" y="13674"/>
                    <a:pt x="5206" y="13878"/>
                    <a:pt x="5364" y="13878"/>
                  </a:cubicBezTo>
                  <a:cubicBezTo>
                    <a:pt x="5412" y="13878"/>
                    <a:pt x="5461" y="13860"/>
                    <a:pt x="5506" y="13815"/>
                  </a:cubicBezTo>
                  <a:lnTo>
                    <a:pt x="5641" y="13676"/>
                  </a:lnTo>
                  <a:cubicBezTo>
                    <a:pt x="5712" y="13733"/>
                    <a:pt x="5800" y="13762"/>
                    <a:pt x="5887" y="13762"/>
                  </a:cubicBezTo>
                  <a:cubicBezTo>
                    <a:pt x="5968" y="13762"/>
                    <a:pt x="6048" y="13736"/>
                    <a:pt x="6116" y="13685"/>
                  </a:cubicBezTo>
                  <a:lnTo>
                    <a:pt x="6610" y="13311"/>
                  </a:lnTo>
                  <a:cubicBezTo>
                    <a:pt x="6797" y="13172"/>
                    <a:pt x="6817" y="12893"/>
                    <a:pt x="6649" y="12725"/>
                  </a:cubicBezTo>
                  <a:lnTo>
                    <a:pt x="6610" y="12692"/>
                  </a:lnTo>
                  <a:lnTo>
                    <a:pt x="6893" y="12408"/>
                  </a:lnTo>
                  <a:cubicBezTo>
                    <a:pt x="7465" y="11818"/>
                    <a:pt x="7455" y="10882"/>
                    <a:pt x="6874" y="10306"/>
                  </a:cubicBezTo>
                  <a:cubicBezTo>
                    <a:pt x="6583" y="10012"/>
                    <a:pt x="6199" y="9864"/>
                    <a:pt x="5814" y="9864"/>
                  </a:cubicBezTo>
                  <a:cubicBezTo>
                    <a:pt x="5439" y="9864"/>
                    <a:pt x="5063" y="10005"/>
                    <a:pt x="4772" y="10287"/>
                  </a:cubicBezTo>
                  <a:lnTo>
                    <a:pt x="2592" y="12466"/>
                  </a:lnTo>
                  <a:cubicBezTo>
                    <a:pt x="2374" y="12684"/>
                    <a:pt x="2088" y="12794"/>
                    <a:pt x="1803" y="12794"/>
                  </a:cubicBezTo>
                  <a:cubicBezTo>
                    <a:pt x="1517" y="12794"/>
                    <a:pt x="1231" y="12684"/>
                    <a:pt x="1013" y="12466"/>
                  </a:cubicBezTo>
                  <a:lnTo>
                    <a:pt x="883" y="12336"/>
                  </a:lnTo>
                  <a:cubicBezTo>
                    <a:pt x="524" y="11982"/>
                    <a:pt x="452" y="11427"/>
                    <a:pt x="704" y="10986"/>
                  </a:cubicBezTo>
                  <a:lnTo>
                    <a:pt x="704" y="10986"/>
                  </a:lnTo>
                  <a:lnTo>
                    <a:pt x="715" y="10997"/>
                  </a:lnTo>
                  <a:cubicBezTo>
                    <a:pt x="791" y="11070"/>
                    <a:pt x="888" y="11107"/>
                    <a:pt x="986" y="11107"/>
                  </a:cubicBezTo>
                  <a:cubicBezTo>
                    <a:pt x="1075" y="11107"/>
                    <a:pt x="1165" y="11076"/>
                    <a:pt x="1239" y="11012"/>
                  </a:cubicBezTo>
                  <a:lnTo>
                    <a:pt x="1997" y="10354"/>
                  </a:lnTo>
                  <a:cubicBezTo>
                    <a:pt x="2031" y="10359"/>
                    <a:pt x="2060" y="10364"/>
                    <a:pt x="2093" y="10364"/>
                  </a:cubicBezTo>
                  <a:cubicBezTo>
                    <a:pt x="2208" y="10364"/>
                    <a:pt x="2319" y="10320"/>
                    <a:pt x="2405" y="10248"/>
                  </a:cubicBezTo>
                  <a:lnTo>
                    <a:pt x="3389" y="9399"/>
                  </a:lnTo>
                  <a:cubicBezTo>
                    <a:pt x="3549" y="9258"/>
                    <a:pt x="3417" y="9040"/>
                    <a:pt x="3253" y="9040"/>
                  </a:cubicBezTo>
                  <a:cubicBezTo>
                    <a:pt x="3209" y="9040"/>
                    <a:pt x="3164" y="9055"/>
                    <a:pt x="3120" y="9092"/>
                  </a:cubicBezTo>
                  <a:lnTo>
                    <a:pt x="2141" y="9932"/>
                  </a:lnTo>
                  <a:cubicBezTo>
                    <a:pt x="2127" y="9943"/>
                    <a:pt x="2109" y="9950"/>
                    <a:pt x="2090" y="9950"/>
                  </a:cubicBezTo>
                  <a:cubicBezTo>
                    <a:pt x="2078" y="9950"/>
                    <a:pt x="2066" y="9947"/>
                    <a:pt x="2055" y="9941"/>
                  </a:cubicBezTo>
                  <a:lnTo>
                    <a:pt x="2050" y="9936"/>
                  </a:lnTo>
                  <a:lnTo>
                    <a:pt x="2040" y="9927"/>
                  </a:lnTo>
                  <a:lnTo>
                    <a:pt x="1435" y="9327"/>
                  </a:lnTo>
                  <a:cubicBezTo>
                    <a:pt x="1431" y="9322"/>
                    <a:pt x="1426" y="9317"/>
                    <a:pt x="1426" y="9308"/>
                  </a:cubicBezTo>
                  <a:cubicBezTo>
                    <a:pt x="1407" y="9284"/>
                    <a:pt x="1411" y="9245"/>
                    <a:pt x="1431" y="9221"/>
                  </a:cubicBezTo>
                  <a:lnTo>
                    <a:pt x="6092" y="3816"/>
                  </a:lnTo>
                  <a:cubicBezTo>
                    <a:pt x="6274" y="4051"/>
                    <a:pt x="6476" y="4272"/>
                    <a:pt x="6692" y="4474"/>
                  </a:cubicBezTo>
                  <a:lnTo>
                    <a:pt x="6793" y="4575"/>
                  </a:lnTo>
                  <a:lnTo>
                    <a:pt x="6893" y="4680"/>
                  </a:lnTo>
                  <a:lnTo>
                    <a:pt x="6970" y="4757"/>
                  </a:lnTo>
                  <a:lnTo>
                    <a:pt x="6975" y="4762"/>
                  </a:lnTo>
                  <a:lnTo>
                    <a:pt x="7037" y="4819"/>
                  </a:lnTo>
                  <a:lnTo>
                    <a:pt x="7066" y="4848"/>
                  </a:lnTo>
                  <a:lnTo>
                    <a:pt x="7114" y="4896"/>
                  </a:lnTo>
                  <a:cubicBezTo>
                    <a:pt x="7249" y="5031"/>
                    <a:pt x="7397" y="5155"/>
                    <a:pt x="7546" y="5271"/>
                  </a:cubicBezTo>
                  <a:lnTo>
                    <a:pt x="3845" y="8463"/>
                  </a:lnTo>
                  <a:cubicBezTo>
                    <a:pt x="3682" y="8599"/>
                    <a:pt x="3815" y="8825"/>
                    <a:pt x="3980" y="8825"/>
                  </a:cubicBezTo>
                  <a:cubicBezTo>
                    <a:pt x="4024" y="8825"/>
                    <a:pt x="4070" y="8808"/>
                    <a:pt x="4114" y="8770"/>
                  </a:cubicBezTo>
                  <a:lnTo>
                    <a:pt x="7921" y="5491"/>
                  </a:lnTo>
                  <a:cubicBezTo>
                    <a:pt x="8103" y="5573"/>
                    <a:pt x="8300" y="5616"/>
                    <a:pt x="8501" y="5616"/>
                  </a:cubicBezTo>
                  <a:cubicBezTo>
                    <a:pt x="9111" y="5616"/>
                    <a:pt x="9778" y="5232"/>
                    <a:pt x="10604" y="4407"/>
                  </a:cubicBezTo>
                  <a:cubicBezTo>
                    <a:pt x="11607" y="3398"/>
                    <a:pt x="11612" y="1766"/>
                    <a:pt x="10604" y="758"/>
                  </a:cubicBezTo>
                  <a:cubicBezTo>
                    <a:pt x="10106" y="258"/>
                    <a:pt x="9445" y="0"/>
                    <a:pt x="8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9" name="Google Shape;15889;p83"/>
          <p:cNvGrpSpPr/>
          <p:nvPr/>
        </p:nvGrpSpPr>
        <p:grpSpPr>
          <a:xfrm>
            <a:off x="5223660" y="2893473"/>
            <a:ext cx="365551" cy="363271"/>
            <a:chOff x="5223660" y="2893473"/>
            <a:chExt cx="365551" cy="363271"/>
          </a:xfrm>
        </p:grpSpPr>
        <p:sp>
          <p:nvSpPr>
            <p:cNvPr id="15890" name="Google Shape;15890;p83"/>
            <p:cNvSpPr/>
            <p:nvPr/>
          </p:nvSpPr>
          <p:spPr>
            <a:xfrm>
              <a:off x="5229450" y="2898766"/>
              <a:ext cx="353734" cy="352581"/>
            </a:xfrm>
            <a:custGeom>
              <a:rect b="b" l="l" r="r" t="t"/>
              <a:pathLst>
                <a:path extrusionOk="0" h="13456" w="13500">
                  <a:moveTo>
                    <a:pt x="8514" y="0"/>
                  </a:moveTo>
                  <a:cubicBezTo>
                    <a:pt x="8458" y="0"/>
                    <a:pt x="8401" y="22"/>
                    <a:pt x="8358" y="65"/>
                  </a:cubicBezTo>
                  <a:lnTo>
                    <a:pt x="82" y="8336"/>
                  </a:lnTo>
                  <a:cubicBezTo>
                    <a:pt x="1" y="8422"/>
                    <a:pt x="1" y="8561"/>
                    <a:pt x="82" y="8643"/>
                  </a:cubicBezTo>
                  <a:lnTo>
                    <a:pt x="308" y="8869"/>
                  </a:lnTo>
                  <a:cubicBezTo>
                    <a:pt x="352" y="8912"/>
                    <a:pt x="407" y="8933"/>
                    <a:pt x="464" y="8933"/>
                  </a:cubicBezTo>
                  <a:cubicBezTo>
                    <a:pt x="501" y="8933"/>
                    <a:pt x="538" y="8924"/>
                    <a:pt x="572" y="8907"/>
                  </a:cubicBezTo>
                  <a:cubicBezTo>
                    <a:pt x="664" y="8858"/>
                    <a:pt x="757" y="8836"/>
                    <a:pt x="846" y="8836"/>
                  </a:cubicBezTo>
                  <a:cubicBezTo>
                    <a:pt x="1243" y="8836"/>
                    <a:pt x="1564" y="9272"/>
                    <a:pt x="1345" y="9680"/>
                  </a:cubicBezTo>
                  <a:cubicBezTo>
                    <a:pt x="1297" y="9766"/>
                    <a:pt x="1311" y="9872"/>
                    <a:pt x="1383" y="9944"/>
                  </a:cubicBezTo>
                  <a:lnTo>
                    <a:pt x="1921" y="10482"/>
                  </a:lnTo>
                  <a:cubicBezTo>
                    <a:pt x="1964" y="10522"/>
                    <a:pt x="2020" y="10543"/>
                    <a:pt x="2076" y="10543"/>
                  </a:cubicBezTo>
                  <a:cubicBezTo>
                    <a:pt x="2113" y="10543"/>
                    <a:pt x="2151" y="10534"/>
                    <a:pt x="2185" y="10515"/>
                  </a:cubicBezTo>
                  <a:cubicBezTo>
                    <a:pt x="2275" y="10467"/>
                    <a:pt x="2367" y="10446"/>
                    <a:pt x="2455" y="10446"/>
                  </a:cubicBezTo>
                  <a:cubicBezTo>
                    <a:pt x="2854" y="10446"/>
                    <a:pt x="3178" y="10884"/>
                    <a:pt x="2958" y="11293"/>
                  </a:cubicBezTo>
                  <a:cubicBezTo>
                    <a:pt x="2910" y="11379"/>
                    <a:pt x="2924" y="11485"/>
                    <a:pt x="2991" y="11557"/>
                  </a:cubicBezTo>
                  <a:lnTo>
                    <a:pt x="3534" y="12094"/>
                  </a:lnTo>
                  <a:cubicBezTo>
                    <a:pt x="3577" y="12135"/>
                    <a:pt x="3633" y="12156"/>
                    <a:pt x="3689" y="12156"/>
                  </a:cubicBezTo>
                  <a:cubicBezTo>
                    <a:pt x="3726" y="12156"/>
                    <a:pt x="3763" y="12147"/>
                    <a:pt x="3798" y="12128"/>
                  </a:cubicBezTo>
                  <a:cubicBezTo>
                    <a:pt x="3888" y="12080"/>
                    <a:pt x="3980" y="12059"/>
                    <a:pt x="4068" y="12059"/>
                  </a:cubicBezTo>
                  <a:cubicBezTo>
                    <a:pt x="4467" y="12059"/>
                    <a:pt x="4791" y="12497"/>
                    <a:pt x="4571" y="12906"/>
                  </a:cubicBezTo>
                  <a:cubicBezTo>
                    <a:pt x="4523" y="12987"/>
                    <a:pt x="4537" y="13098"/>
                    <a:pt x="4604" y="13165"/>
                  </a:cubicBezTo>
                  <a:lnTo>
                    <a:pt x="4830" y="13391"/>
                  </a:lnTo>
                  <a:cubicBezTo>
                    <a:pt x="4873" y="13434"/>
                    <a:pt x="4929" y="13455"/>
                    <a:pt x="4986" y="13455"/>
                  </a:cubicBezTo>
                  <a:cubicBezTo>
                    <a:pt x="5042" y="13455"/>
                    <a:pt x="5099" y="13434"/>
                    <a:pt x="5142" y="13391"/>
                  </a:cubicBezTo>
                  <a:lnTo>
                    <a:pt x="13413" y="5120"/>
                  </a:lnTo>
                  <a:cubicBezTo>
                    <a:pt x="13499" y="5033"/>
                    <a:pt x="13499" y="4894"/>
                    <a:pt x="13413" y="4808"/>
                  </a:cubicBezTo>
                  <a:lnTo>
                    <a:pt x="13197" y="4592"/>
                  </a:lnTo>
                  <a:cubicBezTo>
                    <a:pt x="13153" y="4551"/>
                    <a:pt x="13098" y="4530"/>
                    <a:pt x="13041" y="4530"/>
                  </a:cubicBezTo>
                  <a:cubicBezTo>
                    <a:pt x="13004" y="4530"/>
                    <a:pt x="12967" y="4539"/>
                    <a:pt x="12933" y="4558"/>
                  </a:cubicBezTo>
                  <a:cubicBezTo>
                    <a:pt x="12840" y="4609"/>
                    <a:pt x="12747" y="4631"/>
                    <a:pt x="12657" y="4631"/>
                  </a:cubicBezTo>
                  <a:cubicBezTo>
                    <a:pt x="12259" y="4631"/>
                    <a:pt x="11936" y="4191"/>
                    <a:pt x="12155" y="3780"/>
                  </a:cubicBezTo>
                  <a:cubicBezTo>
                    <a:pt x="12208" y="3699"/>
                    <a:pt x="12193" y="3588"/>
                    <a:pt x="12121" y="3516"/>
                  </a:cubicBezTo>
                  <a:lnTo>
                    <a:pt x="11584" y="2979"/>
                  </a:lnTo>
                  <a:cubicBezTo>
                    <a:pt x="11540" y="2938"/>
                    <a:pt x="11485" y="2917"/>
                    <a:pt x="11428" y="2917"/>
                  </a:cubicBezTo>
                  <a:cubicBezTo>
                    <a:pt x="11391" y="2917"/>
                    <a:pt x="11354" y="2926"/>
                    <a:pt x="11320" y="2945"/>
                  </a:cubicBezTo>
                  <a:cubicBezTo>
                    <a:pt x="11227" y="2995"/>
                    <a:pt x="11133" y="3018"/>
                    <a:pt x="11043" y="3018"/>
                  </a:cubicBezTo>
                  <a:cubicBezTo>
                    <a:pt x="10642" y="3018"/>
                    <a:pt x="10319" y="2575"/>
                    <a:pt x="10542" y="2168"/>
                  </a:cubicBezTo>
                  <a:cubicBezTo>
                    <a:pt x="10590" y="2081"/>
                    <a:pt x="10576" y="1976"/>
                    <a:pt x="10508" y="1904"/>
                  </a:cubicBezTo>
                  <a:lnTo>
                    <a:pt x="9966" y="1361"/>
                  </a:lnTo>
                  <a:cubicBezTo>
                    <a:pt x="9926" y="1321"/>
                    <a:pt x="9869" y="1299"/>
                    <a:pt x="9812" y="1299"/>
                  </a:cubicBezTo>
                  <a:cubicBezTo>
                    <a:pt x="9774" y="1299"/>
                    <a:pt x="9736" y="1309"/>
                    <a:pt x="9702" y="1328"/>
                  </a:cubicBezTo>
                  <a:cubicBezTo>
                    <a:pt x="9610" y="1378"/>
                    <a:pt x="9516" y="1401"/>
                    <a:pt x="9426" y="1401"/>
                  </a:cubicBezTo>
                  <a:cubicBezTo>
                    <a:pt x="9029" y="1401"/>
                    <a:pt x="8706" y="962"/>
                    <a:pt x="8929" y="555"/>
                  </a:cubicBezTo>
                  <a:cubicBezTo>
                    <a:pt x="8977" y="468"/>
                    <a:pt x="8963" y="358"/>
                    <a:pt x="8891" y="291"/>
                  </a:cubicBezTo>
                  <a:lnTo>
                    <a:pt x="8670" y="65"/>
                  </a:lnTo>
                  <a:cubicBezTo>
                    <a:pt x="8627" y="22"/>
                    <a:pt x="8570" y="0"/>
                    <a:pt x="851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83"/>
            <p:cNvSpPr/>
            <p:nvPr/>
          </p:nvSpPr>
          <p:spPr>
            <a:xfrm>
              <a:off x="5343667" y="3012537"/>
              <a:ext cx="239622" cy="239045"/>
            </a:xfrm>
            <a:custGeom>
              <a:rect b="b" l="l" r="r" t="t"/>
              <a:pathLst>
                <a:path extrusionOk="0" h="9123" w="9145">
                  <a:moveTo>
                    <a:pt x="7806" y="0"/>
                  </a:moveTo>
                  <a:lnTo>
                    <a:pt x="0" y="7805"/>
                  </a:lnTo>
                  <a:cubicBezTo>
                    <a:pt x="269" y="7959"/>
                    <a:pt x="365" y="8300"/>
                    <a:pt x="216" y="8568"/>
                  </a:cubicBezTo>
                  <a:cubicBezTo>
                    <a:pt x="168" y="8655"/>
                    <a:pt x="183" y="8761"/>
                    <a:pt x="255" y="8833"/>
                  </a:cubicBezTo>
                  <a:lnTo>
                    <a:pt x="480" y="9058"/>
                  </a:lnTo>
                  <a:cubicBezTo>
                    <a:pt x="521" y="9101"/>
                    <a:pt x="576" y="9123"/>
                    <a:pt x="632" y="9123"/>
                  </a:cubicBezTo>
                  <a:cubicBezTo>
                    <a:pt x="688" y="9123"/>
                    <a:pt x="744" y="9101"/>
                    <a:pt x="788" y="9058"/>
                  </a:cubicBezTo>
                  <a:lnTo>
                    <a:pt x="9063" y="783"/>
                  </a:lnTo>
                  <a:cubicBezTo>
                    <a:pt x="9145" y="701"/>
                    <a:pt x="9145" y="562"/>
                    <a:pt x="9063" y="475"/>
                  </a:cubicBezTo>
                  <a:lnTo>
                    <a:pt x="8838" y="250"/>
                  </a:lnTo>
                  <a:cubicBezTo>
                    <a:pt x="8794" y="209"/>
                    <a:pt x="8739" y="188"/>
                    <a:pt x="8682" y="188"/>
                  </a:cubicBezTo>
                  <a:cubicBezTo>
                    <a:pt x="8645" y="188"/>
                    <a:pt x="8608" y="197"/>
                    <a:pt x="8574" y="216"/>
                  </a:cubicBezTo>
                  <a:cubicBezTo>
                    <a:pt x="8486" y="264"/>
                    <a:pt x="8392" y="286"/>
                    <a:pt x="8300" y="286"/>
                  </a:cubicBezTo>
                  <a:cubicBezTo>
                    <a:pt x="8102" y="286"/>
                    <a:pt x="7910"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83"/>
            <p:cNvSpPr/>
            <p:nvPr/>
          </p:nvSpPr>
          <p:spPr>
            <a:xfrm>
              <a:off x="5412711" y="2898766"/>
              <a:ext cx="170709" cy="170133"/>
            </a:xfrm>
            <a:custGeom>
              <a:rect b="b" l="l" r="r" t="t"/>
              <a:pathLst>
                <a:path extrusionOk="0" h="6493" w="6515">
                  <a:moveTo>
                    <a:pt x="1520" y="0"/>
                  </a:moveTo>
                  <a:cubicBezTo>
                    <a:pt x="1464" y="0"/>
                    <a:pt x="1407" y="22"/>
                    <a:pt x="1364" y="65"/>
                  </a:cubicBezTo>
                  <a:lnTo>
                    <a:pt x="1" y="1428"/>
                  </a:lnTo>
                  <a:lnTo>
                    <a:pt x="5060" y="6493"/>
                  </a:lnTo>
                  <a:lnTo>
                    <a:pt x="6428" y="5129"/>
                  </a:lnTo>
                  <a:cubicBezTo>
                    <a:pt x="6515" y="5043"/>
                    <a:pt x="6515" y="4904"/>
                    <a:pt x="6428" y="4817"/>
                  </a:cubicBezTo>
                  <a:lnTo>
                    <a:pt x="6203" y="4592"/>
                  </a:lnTo>
                  <a:cubicBezTo>
                    <a:pt x="6159" y="4551"/>
                    <a:pt x="6104" y="4530"/>
                    <a:pt x="6047" y="4530"/>
                  </a:cubicBezTo>
                  <a:cubicBezTo>
                    <a:pt x="6010" y="4530"/>
                    <a:pt x="5973" y="4539"/>
                    <a:pt x="5939" y="4558"/>
                  </a:cubicBezTo>
                  <a:cubicBezTo>
                    <a:pt x="5846" y="4609"/>
                    <a:pt x="5753" y="4631"/>
                    <a:pt x="5662" y="4631"/>
                  </a:cubicBezTo>
                  <a:cubicBezTo>
                    <a:pt x="5264" y="4631"/>
                    <a:pt x="4938" y="4191"/>
                    <a:pt x="5161" y="3780"/>
                  </a:cubicBezTo>
                  <a:cubicBezTo>
                    <a:pt x="5209" y="3699"/>
                    <a:pt x="5195" y="3588"/>
                    <a:pt x="5127" y="3516"/>
                  </a:cubicBezTo>
                  <a:lnTo>
                    <a:pt x="4590" y="2979"/>
                  </a:lnTo>
                  <a:cubicBezTo>
                    <a:pt x="4546" y="2938"/>
                    <a:pt x="4489" y="2917"/>
                    <a:pt x="4432" y="2917"/>
                  </a:cubicBezTo>
                  <a:cubicBezTo>
                    <a:pt x="4395" y="2917"/>
                    <a:pt x="4358" y="2926"/>
                    <a:pt x="4326" y="2945"/>
                  </a:cubicBezTo>
                  <a:cubicBezTo>
                    <a:pt x="4233" y="2995"/>
                    <a:pt x="4139" y="3018"/>
                    <a:pt x="4049" y="3018"/>
                  </a:cubicBezTo>
                  <a:cubicBezTo>
                    <a:pt x="3648" y="3018"/>
                    <a:pt x="3325" y="2575"/>
                    <a:pt x="3548" y="2168"/>
                  </a:cubicBezTo>
                  <a:cubicBezTo>
                    <a:pt x="3596" y="2081"/>
                    <a:pt x="3582" y="1976"/>
                    <a:pt x="3514" y="1904"/>
                  </a:cubicBezTo>
                  <a:lnTo>
                    <a:pt x="2972" y="1361"/>
                  </a:lnTo>
                  <a:cubicBezTo>
                    <a:pt x="2932" y="1321"/>
                    <a:pt x="2875" y="1299"/>
                    <a:pt x="2818" y="1299"/>
                  </a:cubicBezTo>
                  <a:cubicBezTo>
                    <a:pt x="2780" y="1299"/>
                    <a:pt x="2742" y="1309"/>
                    <a:pt x="2708" y="1328"/>
                  </a:cubicBezTo>
                  <a:cubicBezTo>
                    <a:pt x="2616" y="1378"/>
                    <a:pt x="2522" y="1401"/>
                    <a:pt x="2432" y="1401"/>
                  </a:cubicBezTo>
                  <a:cubicBezTo>
                    <a:pt x="2034" y="1401"/>
                    <a:pt x="1711" y="962"/>
                    <a:pt x="1930" y="555"/>
                  </a:cubicBezTo>
                  <a:cubicBezTo>
                    <a:pt x="1983" y="468"/>
                    <a:pt x="1969" y="358"/>
                    <a:pt x="1897" y="291"/>
                  </a:cubicBezTo>
                  <a:lnTo>
                    <a:pt x="1676" y="65"/>
                  </a:lnTo>
                  <a:cubicBezTo>
                    <a:pt x="1633"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3"/>
            <p:cNvSpPr/>
            <p:nvPr/>
          </p:nvSpPr>
          <p:spPr>
            <a:xfrm>
              <a:off x="5278266" y="2979601"/>
              <a:ext cx="223769" cy="223481"/>
            </a:xfrm>
            <a:custGeom>
              <a:rect b="b" l="l" r="r" t="t"/>
              <a:pathLst>
                <a:path extrusionOk="0" h="8529" w="8540">
                  <a:moveTo>
                    <a:pt x="4954" y="1"/>
                  </a:moveTo>
                  <a:cubicBezTo>
                    <a:pt x="4938" y="1"/>
                    <a:pt x="4923" y="7"/>
                    <a:pt x="4911" y="19"/>
                  </a:cubicBezTo>
                  <a:lnTo>
                    <a:pt x="24" y="4910"/>
                  </a:lnTo>
                  <a:cubicBezTo>
                    <a:pt x="0" y="4934"/>
                    <a:pt x="0" y="4972"/>
                    <a:pt x="24" y="4996"/>
                  </a:cubicBezTo>
                  <a:lnTo>
                    <a:pt x="3543" y="8510"/>
                  </a:lnTo>
                  <a:cubicBezTo>
                    <a:pt x="3552" y="8522"/>
                    <a:pt x="3568" y="8528"/>
                    <a:pt x="3584" y="8528"/>
                  </a:cubicBezTo>
                  <a:cubicBezTo>
                    <a:pt x="3600"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3"/>
            <p:cNvSpPr/>
            <p:nvPr/>
          </p:nvSpPr>
          <p:spPr>
            <a:xfrm>
              <a:off x="5357240" y="2979601"/>
              <a:ext cx="144795" cy="223481"/>
            </a:xfrm>
            <a:custGeom>
              <a:rect b="b" l="l" r="r" t="t"/>
              <a:pathLst>
                <a:path extrusionOk="0" h="8529" w="5526">
                  <a:moveTo>
                    <a:pt x="1940" y="1"/>
                  </a:moveTo>
                  <a:cubicBezTo>
                    <a:pt x="1924" y="1"/>
                    <a:pt x="1909" y="7"/>
                    <a:pt x="1897" y="19"/>
                  </a:cubicBezTo>
                  <a:lnTo>
                    <a:pt x="922" y="998"/>
                  </a:lnTo>
                  <a:lnTo>
                    <a:pt x="3908" y="3988"/>
                  </a:lnTo>
                  <a:cubicBezTo>
                    <a:pt x="3932" y="4012"/>
                    <a:pt x="3932" y="4051"/>
                    <a:pt x="3908" y="4075"/>
                  </a:cubicBezTo>
                  <a:lnTo>
                    <a:pt x="1" y="7982"/>
                  </a:lnTo>
                  <a:lnTo>
                    <a:pt x="529" y="8510"/>
                  </a:lnTo>
                  <a:cubicBezTo>
                    <a:pt x="541" y="8522"/>
                    <a:pt x="556" y="8528"/>
                    <a:pt x="572" y="8528"/>
                  </a:cubicBezTo>
                  <a:cubicBezTo>
                    <a:pt x="588" y="8528"/>
                    <a:pt x="603" y="8522"/>
                    <a:pt x="615" y="8510"/>
                  </a:cubicBezTo>
                  <a:lnTo>
                    <a:pt x="5502" y="3624"/>
                  </a:lnTo>
                  <a:cubicBezTo>
                    <a:pt x="5526" y="3600"/>
                    <a:pt x="5526" y="3561"/>
                    <a:pt x="5502" y="3537"/>
                  </a:cubicBezTo>
                  <a:lnTo>
                    <a:pt x="1983" y="19"/>
                  </a:lnTo>
                  <a:cubicBezTo>
                    <a:pt x="1971" y="7"/>
                    <a:pt x="1956" y="1"/>
                    <a:pt x="194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83"/>
            <p:cNvSpPr/>
            <p:nvPr/>
          </p:nvSpPr>
          <p:spPr>
            <a:xfrm>
              <a:off x="5318880" y="3083887"/>
              <a:ext cx="71847" cy="69987"/>
            </a:xfrm>
            <a:custGeom>
              <a:rect b="b" l="l" r="r" t="t"/>
              <a:pathLst>
                <a:path extrusionOk="0" h="2671" w="2742">
                  <a:moveTo>
                    <a:pt x="1400" y="0"/>
                  </a:moveTo>
                  <a:cubicBezTo>
                    <a:pt x="1330" y="0"/>
                    <a:pt x="1247" y="39"/>
                    <a:pt x="1196" y="90"/>
                  </a:cubicBezTo>
                  <a:cubicBezTo>
                    <a:pt x="1148" y="128"/>
                    <a:pt x="1134" y="191"/>
                    <a:pt x="1158" y="244"/>
                  </a:cubicBezTo>
                  <a:lnTo>
                    <a:pt x="2233" y="2188"/>
                  </a:lnTo>
                  <a:lnTo>
                    <a:pt x="289" y="1117"/>
                  </a:lnTo>
                  <a:cubicBezTo>
                    <a:pt x="270" y="1108"/>
                    <a:pt x="251" y="1104"/>
                    <a:pt x="232" y="1104"/>
                  </a:cubicBezTo>
                  <a:cubicBezTo>
                    <a:pt x="191" y="1104"/>
                    <a:pt x="153" y="1123"/>
                    <a:pt x="130" y="1156"/>
                  </a:cubicBezTo>
                  <a:cubicBezTo>
                    <a:pt x="54" y="1232"/>
                    <a:pt x="1" y="1376"/>
                    <a:pt x="73" y="1448"/>
                  </a:cubicBezTo>
                  <a:cubicBezTo>
                    <a:pt x="78" y="1453"/>
                    <a:pt x="87" y="1463"/>
                    <a:pt x="97" y="1468"/>
                  </a:cubicBezTo>
                  <a:lnTo>
                    <a:pt x="2343" y="2653"/>
                  </a:lnTo>
                  <a:cubicBezTo>
                    <a:pt x="2367" y="2665"/>
                    <a:pt x="2391" y="2670"/>
                    <a:pt x="2417" y="2670"/>
                  </a:cubicBezTo>
                  <a:cubicBezTo>
                    <a:pt x="2485" y="2670"/>
                    <a:pt x="2557" y="2631"/>
                    <a:pt x="2617" y="2572"/>
                  </a:cubicBezTo>
                  <a:cubicBezTo>
                    <a:pt x="2698" y="2495"/>
                    <a:pt x="2742" y="2380"/>
                    <a:pt x="2698" y="2298"/>
                  </a:cubicBezTo>
                  <a:lnTo>
                    <a:pt x="1508" y="61"/>
                  </a:lnTo>
                  <a:cubicBezTo>
                    <a:pt x="1503" y="52"/>
                    <a:pt x="1494" y="42"/>
                    <a:pt x="1489" y="32"/>
                  </a:cubicBezTo>
                  <a:cubicBezTo>
                    <a:pt x="1466" y="10"/>
                    <a:pt x="1435" y="0"/>
                    <a:pt x="14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83"/>
            <p:cNvSpPr/>
            <p:nvPr/>
          </p:nvSpPr>
          <p:spPr>
            <a:xfrm>
              <a:off x="5362664" y="3068584"/>
              <a:ext cx="56493" cy="54920"/>
            </a:xfrm>
            <a:custGeom>
              <a:rect b="b" l="l" r="r" t="t"/>
              <a:pathLst>
                <a:path extrusionOk="0" h="2096" w="2156">
                  <a:moveTo>
                    <a:pt x="272" y="1"/>
                  </a:moveTo>
                  <a:cubicBezTo>
                    <a:pt x="219" y="1"/>
                    <a:pt x="160" y="36"/>
                    <a:pt x="115" y="84"/>
                  </a:cubicBezTo>
                  <a:cubicBezTo>
                    <a:pt x="43" y="151"/>
                    <a:pt x="0" y="252"/>
                    <a:pt x="63" y="314"/>
                  </a:cubicBezTo>
                  <a:lnTo>
                    <a:pt x="1815" y="2066"/>
                  </a:lnTo>
                  <a:cubicBezTo>
                    <a:pt x="1837" y="2086"/>
                    <a:pt x="1863" y="2095"/>
                    <a:pt x="1892" y="2095"/>
                  </a:cubicBezTo>
                  <a:cubicBezTo>
                    <a:pt x="1944" y="2095"/>
                    <a:pt x="2003" y="2065"/>
                    <a:pt x="2050" y="2018"/>
                  </a:cubicBezTo>
                  <a:cubicBezTo>
                    <a:pt x="2122" y="1946"/>
                    <a:pt x="2156" y="1845"/>
                    <a:pt x="2098" y="1783"/>
                  </a:cubicBezTo>
                  <a:lnTo>
                    <a:pt x="346" y="31"/>
                  </a:lnTo>
                  <a:cubicBezTo>
                    <a:pt x="325" y="10"/>
                    <a:pt x="299"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3"/>
            <p:cNvSpPr/>
            <p:nvPr/>
          </p:nvSpPr>
          <p:spPr>
            <a:xfrm>
              <a:off x="5381268" y="3032425"/>
              <a:ext cx="57383" cy="72764"/>
            </a:xfrm>
            <a:custGeom>
              <a:rect b="b" l="l" r="r" t="t"/>
              <a:pathLst>
                <a:path extrusionOk="0" h="2777" w="2190">
                  <a:moveTo>
                    <a:pt x="1130" y="403"/>
                  </a:moveTo>
                  <a:cubicBezTo>
                    <a:pt x="1242" y="403"/>
                    <a:pt x="1360" y="458"/>
                    <a:pt x="1479" y="576"/>
                  </a:cubicBezTo>
                  <a:lnTo>
                    <a:pt x="1508" y="609"/>
                  </a:lnTo>
                  <a:cubicBezTo>
                    <a:pt x="1743" y="844"/>
                    <a:pt x="1734" y="1075"/>
                    <a:pt x="1537" y="1267"/>
                  </a:cubicBezTo>
                  <a:lnTo>
                    <a:pt x="1210" y="1598"/>
                  </a:lnTo>
                  <a:lnTo>
                    <a:pt x="490" y="878"/>
                  </a:lnTo>
                  <a:lnTo>
                    <a:pt x="821" y="552"/>
                  </a:lnTo>
                  <a:cubicBezTo>
                    <a:pt x="918" y="455"/>
                    <a:pt x="1022" y="403"/>
                    <a:pt x="1130" y="403"/>
                  </a:cubicBezTo>
                  <a:close/>
                  <a:moveTo>
                    <a:pt x="1167" y="1"/>
                  </a:moveTo>
                  <a:cubicBezTo>
                    <a:pt x="956" y="1"/>
                    <a:pt x="760" y="109"/>
                    <a:pt x="586" y="283"/>
                  </a:cubicBezTo>
                  <a:lnTo>
                    <a:pt x="68" y="796"/>
                  </a:lnTo>
                  <a:cubicBezTo>
                    <a:pt x="5" y="849"/>
                    <a:pt x="1" y="936"/>
                    <a:pt x="49" y="998"/>
                  </a:cubicBezTo>
                  <a:lnTo>
                    <a:pt x="1801" y="2745"/>
                  </a:lnTo>
                  <a:cubicBezTo>
                    <a:pt x="1823" y="2767"/>
                    <a:pt x="1849" y="2777"/>
                    <a:pt x="1878" y="2777"/>
                  </a:cubicBezTo>
                  <a:cubicBezTo>
                    <a:pt x="1930" y="2777"/>
                    <a:pt x="1989" y="2744"/>
                    <a:pt x="2036" y="2697"/>
                  </a:cubicBezTo>
                  <a:cubicBezTo>
                    <a:pt x="2108" y="2625"/>
                    <a:pt x="2142" y="2524"/>
                    <a:pt x="2084" y="2467"/>
                  </a:cubicBezTo>
                  <a:lnTo>
                    <a:pt x="1426" y="1814"/>
                  </a:lnTo>
                  <a:lnTo>
                    <a:pt x="1758" y="1483"/>
                  </a:lnTo>
                  <a:cubicBezTo>
                    <a:pt x="2089" y="1152"/>
                    <a:pt x="2190" y="729"/>
                    <a:pt x="1767" y="302"/>
                  </a:cubicBezTo>
                  <a:lnTo>
                    <a:pt x="1748" y="283"/>
                  </a:lnTo>
                  <a:cubicBezTo>
                    <a:pt x="1548" y="85"/>
                    <a:pt x="1352"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3"/>
            <p:cNvSpPr/>
            <p:nvPr/>
          </p:nvSpPr>
          <p:spPr>
            <a:xfrm>
              <a:off x="5223660" y="2893473"/>
              <a:ext cx="365551" cy="363271"/>
            </a:xfrm>
            <a:custGeom>
              <a:rect b="b" l="l" r="r" t="t"/>
              <a:pathLst>
                <a:path extrusionOk="0" h="13864" w="13951">
                  <a:moveTo>
                    <a:pt x="8738" y="407"/>
                  </a:moveTo>
                  <a:cubicBezTo>
                    <a:pt x="8742" y="407"/>
                    <a:pt x="8747" y="409"/>
                    <a:pt x="8752" y="411"/>
                  </a:cubicBezTo>
                  <a:lnTo>
                    <a:pt x="8973" y="637"/>
                  </a:lnTo>
                  <a:cubicBezTo>
                    <a:pt x="8982" y="642"/>
                    <a:pt x="8982" y="651"/>
                    <a:pt x="8973" y="661"/>
                  </a:cubicBezTo>
                  <a:cubicBezTo>
                    <a:pt x="8675" y="1213"/>
                    <a:pt x="9112" y="1810"/>
                    <a:pt x="9651" y="1810"/>
                  </a:cubicBezTo>
                  <a:cubicBezTo>
                    <a:pt x="9773" y="1810"/>
                    <a:pt x="9899" y="1780"/>
                    <a:pt x="10024" y="1712"/>
                  </a:cubicBezTo>
                  <a:cubicBezTo>
                    <a:pt x="10029" y="1710"/>
                    <a:pt x="10033" y="1708"/>
                    <a:pt x="10038" y="1708"/>
                  </a:cubicBezTo>
                  <a:cubicBezTo>
                    <a:pt x="10043" y="1708"/>
                    <a:pt x="10048" y="1710"/>
                    <a:pt x="10053" y="1712"/>
                  </a:cubicBezTo>
                  <a:lnTo>
                    <a:pt x="10590" y="2250"/>
                  </a:lnTo>
                  <a:cubicBezTo>
                    <a:pt x="10595" y="2259"/>
                    <a:pt x="10595" y="2269"/>
                    <a:pt x="10590" y="2274"/>
                  </a:cubicBezTo>
                  <a:cubicBezTo>
                    <a:pt x="10289" y="2829"/>
                    <a:pt x="10728" y="3424"/>
                    <a:pt x="11267" y="3424"/>
                  </a:cubicBezTo>
                  <a:cubicBezTo>
                    <a:pt x="11389" y="3424"/>
                    <a:pt x="11517" y="3393"/>
                    <a:pt x="11642" y="3325"/>
                  </a:cubicBezTo>
                  <a:cubicBezTo>
                    <a:pt x="11644" y="3322"/>
                    <a:pt x="11648" y="3321"/>
                    <a:pt x="11652" y="3321"/>
                  </a:cubicBezTo>
                  <a:cubicBezTo>
                    <a:pt x="11656" y="3321"/>
                    <a:pt x="11661" y="3322"/>
                    <a:pt x="11666" y="3325"/>
                  </a:cubicBezTo>
                  <a:lnTo>
                    <a:pt x="12208" y="3867"/>
                  </a:lnTo>
                  <a:cubicBezTo>
                    <a:pt x="12213" y="3872"/>
                    <a:pt x="12213" y="3882"/>
                    <a:pt x="12208" y="3891"/>
                  </a:cubicBezTo>
                  <a:cubicBezTo>
                    <a:pt x="11917" y="4442"/>
                    <a:pt x="12352" y="5029"/>
                    <a:pt x="12888" y="5029"/>
                  </a:cubicBezTo>
                  <a:cubicBezTo>
                    <a:pt x="13006" y="5029"/>
                    <a:pt x="13129" y="5001"/>
                    <a:pt x="13250" y="4938"/>
                  </a:cubicBezTo>
                  <a:cubicBezTo>
                    <a:pt x="13254" y="4935"/>
                    <a:pt x="13259" y="4934"/>
                    <a:pt x="13263" y="4934"/>
                  </a:cubicBezTo>
                  <a:cubicBezTo>
                    <a:pt x="13268" y="4934"/>
                    <a:pt x="13271" y="4935"/>
                    <a:pt x="13274" y="4938"/>
                  </a:cubicBezTo>
                  <a:lnTo>
                    <a:pt x="13499" y="5163"/>
                  </a:lnTo>
                  <a:cubicBezTo>
                    <a:pt x="13504" y="5168"/>
                    <a:pt x="13504" y="5178"/>
                    <a:pt x="13499" y="5187"/>
                  </a:cubicBezTo>
                  <a:lnTo>
                    <a:pt x="12275" y="6411"/>
                  </a:lnTo>
                  <a:lnTo>
                    <a:pt x="11910" y="6042"/>
                  </a:lnTo>
                  <a:cubicBezTo>
                    <a:pt x="11866" y="5997"/>
                    <a:pt x="11816" y="5978"/>
                    <a:pt x="11768" y="5978"/>
                  </a:cubicBezTo>
                  <a:cubicBezTo>
                    <a:pt x="11610" y="5978"/>
                    <a:pt x="11475" y="6182"/>
                    <a:pt x="11622" y="6330"/>
                  </a:cubicBezTo>
                  <a:lnTo>
                    <a:pt x="11992" y="6695"/>
                  </a:lnTo>
                  <a:lnTo>
                    <a:pt x="5224" y="13458"/>
                  </a:lnTo>
                  <a:cubicBezTo>
                    <a:pt x="5221" y="13461"/>
                    <a:pt x="5218" y="13462"/>
                    <a:pt x="5214" y="13462"/>
                  </a:cubicBezTo>
                  <a:cubicBezTo>
                    <a:pt x="5210" y="13462"/>
                    <a:pt x="5207" y="13461"/>
                    <a:pt x="5204" y="13458"/>
                  </a:cubicBezTo>
                  <a:lnTo>
                    <a:pt x="4979" y="13232"/>
                  </a:lnTo>
                  <a:cubicBezTo>
                    <a:pt x="4974" y="13228"/>
                    <a:pt x="4974" y="13218"/>
                    <a:pt x="4979" y="13208"/>
                  </a:cubicBezTo>
                  <a:cubicBezTo>
                    <a:pt x="5256" y="12692"/>
                    <a:pt x="4881" y="12071"/>
                    <a:pt x="4299" y="12071"/>
                  </a:cubicBezTo>
                  <a:cubicBezTo>
                    <a:pt x="4297" y="12071"/>
                    <a:pt x="4295" y="12071"/>
                    <a:pt x="4292" y="12071"/>
                  </a:cubicBezTo>
                  <a:cubicBezTo>
                    <a:pt x="4163" y="12071"/>
                    <a:pt x="4038" y="12100"/>
                    <a:pt x="3928" y="12157"/>
                  </a:cubicBezTo>
                  <a:cubicBezTo>
                    <a:pt x="3925" y="12162"/>
                    <a:pt x="3922" y="12164"/>
                    <a:pt x="3917" y="12164"/>
                  </a:cubicBezTo>
                  <a:cubicBezTo>
                    <a:pt x="3913" y="12164"/>
                    <a:pt x="3908" y="12162"/>
                    <a:pt x="3904" y="12157"/>
                  </a:cubicBezTo>
                  <a:lnTo>
                    <a:pt x="3366" y="11620"/>
                  </a:lnTo>
                  <a:cubicBezTo>
                    <a:pt x="3361" y="11610"/>
                    <a:pt x="3361" y="11605"/>
                    <a:pt x="3366" y="11596"/>
                  </a:cubicBezTo>
                  <a:cubicBezTo>
                    <a:pt x="3660" y="11042"/>
                    <a:pt x="3222" y="10450"/>
                    <a:pt x="2683" y="10450"/>
                  </a:cubicBezTo>
                  <a:cubicBezTo>
                    <a:pt x="2563" y="10450"/>
                    <a:pt x="2438" y="10479"/>
                    <a:pt x="2315" y="10544"/>
                  </a:cubicBezTo>
                  <a:cubicBezTo>
                    <a:pt x="2312" y="10549"/>
                    <a:pt x="2309" y="10552"/>
                    <a:pt x="2304" y="10552"/>
                  </a:cubicBezTo>
                  <a:cubicBezTo>
                    <a:pt x="2300" y="10552"/>
                    <a:pt x="2295" y="10549"/>
                    <a:pt x="2291" y="10544"/>
                  </a:cubicBezTo>
                  <a:lnTo>
                    <a:pt x="1753" y="10007"/>
                  </a:lnTo>
                  <a:cubicBezTo>
                    <a:pt x="1748" y="9997"/>
                    <a:pt x="1748" y="9992"/>
                    <a:pt x="1753" y="9983"/>
                  </a:cubicBezTo>
                  <a:cubicBezTo>
                    <a:pt x="2048" y="9429"/>
                    <a:pt x="1610" y="8837"/>
                    <a:pt x="1070" y="8837"/>
                  </a:cubicBezTo>
                  <a:cubicBezTo>
                    <a:pt x="950" y="8837"/>
                    <a:pt x="825" y="8866"/>
                    <a:pt x="702" y="8931"/>
                  </a:cubicBezTo>
                  <a:cubicBezTo>
                    <a:pt x="699" y="8936"/>
                    <a:pt x="696" y="8939"/>
                    <a:pt x="692" y="8939"/>
                  </a:cubicBezTo>
                  <a:cubicBezTo>
                    <a:pt x="687" y="8939"/>
                    <a:pt x="683" y="8936"/>
                    <a:pt x="678" y="8931"/>
                  </a:cubicBezTo>
                  <a:lnTo>
                    <a:pt x="452" y="8711"/>
                  </a:lnTo>
                  <a:cubicBezTo>
                    <a:pt x="447" y="8701"/>
                    <a:pt x="447" y="8691"/>
                    <a:pt x="452" y="8687"/>
                  </a:cubicBezTo>
                  <a:lnTo>
                    <a:pt x="7221" y="1918"/>
                  </a:lnTo>
                  <a:lnTo>
                    <a:pt x="7605" y="2307"/>
                  </a:lnTo>
                  <a:cubicBezTo>
                    <a:pt x="7649" y="2352"/>
                    <a:pt x="7699" y="2371"/>
                    <a:pt x="7747" y="2371"/>
                  </a:cubicBezTo>
                  <a:cubicBezTo>
                    <a:pt x="7904" y="2371"/>
                    <a:pt x="8040" y="2167"/>
                    <a:pt x="7893" y="2019"/>
                  </a:cubicBezTo>
                  <a:lnTo>
                    <a:pt x="7504" y="1635"/>
                  </a:lnTo>
                  <a:lnTo>
                    <a:pt x="8728" y="411"/>
                  </a:lnTo>
                  <a:cubicBezTo>
                    <a:pt x="8730" y="409"/>
                    <a:pt x="8734" y="407"/>
                    <a:pt x="8738" y="407"/>
                  </a:cubicBezTo>
                  <a:close/>
                  <a:moveTo>
                    <a:pt x="8734" y="1"/>
                  </a:moveTo>
                  <a:cubicBezTo>
                    <a:pt x="8627" y="1"/>
                    <a:pt x="8519" y="41"/>
                    <a:pt x="8435" y="123"/>
                  </a:cubicBezTo>
                  <a:lnTo>
                    <a:pt x="164" y="8399"/>
                  </a:lnTo>
                  <a:cubicBezTo>
                    <a:pt x="1" y="8562"/>
                    <a:pt x="1" y="8826"/>
                    <a:pt x="164" y="8994"/>
                  </a:cubicBezTo>
                  <a:lnTo>
                    <a:pt x="390" y="9220"/>
                  </a:lnTo>
                  <a:cubicBezTo>
                    <a:pt x="471" y="9298"/>
                    <a:pt x="578" y="9340"/>
                    <a:pt x="686" y="9340"/>
                  </a:cubicBezTo>
                  <a:cubicBezTo>
                    <a:pt x="755" y="9340"/>
                    <a:pt x="825" y="9322"/>
                    <a:pt x="889" y="9287"/>
                  </a:cubicBezTo>
                  <a:cubicBezTo>
                    <a:pt x="949" y="9255"/>
                    <a:pt x="1009" y="9241"/>
                    <a:pt x="1067" y="9241"/>
                  </a:cubicBezTo>
                  <a:cubicBezTo>
                    <a:pt x="1326" y="9241"/>
                    <a:pt x="1534" y="9524"/>
                    <a:pt x="1393" y="9791"/>
                  </a:cubicBezTo>
                  <a:cubicBezTo>
                    <a:pt x="1302" y="9954"/>
                    <a:pt x="1331" y="10156"/>
                    <a:pt x="1460" y="10290"/>
                  </a:cubicBezTo>
                  <a:lnTo>
                    <a:pt x="2003" y="10832"/>
                  </a:lnTo>
                  <a:cubicBezTo>
                    <a:pt x="2084" y="10911"/>
                    <a:pt x="2191" y="10953"/>
                    <a:pt x="2298" y="10953"/>
                  </a:cubicBezTo>
                  <a:cubicBezTo>
                    <a:pt x="2368" y="10953"/>
                    <a:pt x="2438" y="10935"/>
                    <a:pt x="2502" y="10900"/>
                  </a:cubicBezTo>
                  <a:cubicBezTo>
                    <a:pt x="2561" y="10868"/>
                    <a:pt x="2622" y="10854"/>
                    <a:pt x="2680" y="10854"/>
                  </a:cubicBezTo>
                  <a:cubicBezTo>
                    <a:pt x="2939" y="10854"/>
                    <a:pt x="3147" y="11137"/>
                    <a:pt x="3006" y="11404"/>
                  </a:cubicBezTo>
                  <a:cubicBezTo>
                    <a:pt x="2915" y="11567"/>
                    <a:pt x="2943" y="11768"/>
                    <a:pt x="3073" y="11903"/>
                  </a:cubicBezTo>
                  <a:lnTo>
                    <a:pt x="3616" y="12445"/>
                  </a:lnTo>
                  <a:cubicBezTo>
                    <a:pt x="3697" y="12524"/>
                    <a:pt x="3804" y="12566"/>
                    <a:pt x="3911" y="12566"/>
                  </a:cubicBezTo>
                  <a:cubicBezTo>
                    <a:pt x="3981" y="12566"/>
                    <a:pt x="4051" y="12548"/>
                    <a:pt x="4115" y="12512"/>
                  </a:cubicBezTo>
                  <a:cubicBezTo>
                    <a:pt x="4174" y="12481"/>
                    <a:pt x="4235" y="12467"/>
                    <a:pt x="4293" y="12467"/>
                  </a:cubicBezTo>
                  <a:cubicBezTo>
                    <a:pt x="4552" y="12467"/>
                    <a:pt x="4760" y="12749"/>
                    <a:pt x="4619" y="13012"/>
                  </a:cubicBezTo>
                  <a:cubicBezTo>
                    <a:pt x="4528" y="13180"/>
                    <a:pt x="4556" y="13381"/>
                    <a:pt x="4686" y="13516"/>
                  </a:cubicBezTo>
                  <a:lnTo>
                    <a:pt x="4912" y="13741"/>
                  </a:lnTo>
                  <a:cubicBezTo>
                    <a:pt x="4993" y="13823"/>
                    <a:pt x="5101" y="13864"/>
                    <a:pt x="5209" y="13864"/>
                  </a:cubicBezTo>
                  <a:cubicBezTo>
                    <a:pt x="5317" y="13864"/>
                    <a:pt x="5425" y="13823"/>
                    <a:pt x="5507" y="13741"/>
                  </a:cubicBezTo>
                  <a:lnTo>
                    <a:pt x="13787" y="5471"/>
                  </a:lnTo>
                  <a:cubicBezTo>
                    <a:pt x="13950" y="5307"/>
                    <a:pt x="13950" y="5043"/>
                    <a:pt x="13787" y="4880"/>
                  </a:cubicBezTo>
                  <a:lnTo>
                    <a:pt x="13562" y="4654"/>
                  </a:lnTo>
                  <a:cubicBezTo>
                    <a:pt x="13480" y="4572"/>
                    <a:pt x="13371" y="4530"/>
                    <a:pt x="13261" y="4530"/>
                  </a:cubicBezTo>
                  <a:cubicBezTo>
                    <a:pt x="13191" y="4530"/>
                    <a:pt x="13121" y="4547"/>
                    <a:pt x="13058" y="4582"/>
                  </a:cubicBezTo>
                  <a:cubicBezTo>
                    <a:pt x="12997" y="4615"/>
                    <a:pt x="12936" y="4630"/>
                    <a:pt x="12878" y="4630"/>
                  </a:cubicBezTo>
                  <a:cubicBezTo>
                    <a:pt x="12620" y="4630"/>
                    <a:pt x="12413" y="4345"/>
                    <a:pt x="12554" y="4083"/>
                  </a:cubicBezTo>
                  <a:cubicBezTo>
                    <a:pt x="12650" y="3920"/>
                    <a:pt x="12621" y="3714"/>
                    <a:pt x="12486" y="3579"/>
                  </a:cubicBezTo>
                  <a:lnTo>
                    <a:pt x="11944" y="3037"/>
                  </a:lnTo>
                  <a:cubicBezTo>
                    <a:pt x="11865" y="2958"/>
                    <a:pt x="11758" y="2917"/>
                    <a:pt x="11648" y="2917"/>
                  </a:cubicBezTo>
                  <a:cubicBezTo>
                    <a:pt x="11578" y="2917"/>
                    <a:pt x="11506" y="2934"/>
                    <a:pt x="11440" y="2970"/>
                  </a:cubicBezTo>
                  <a:cubicBezTo>
                    <a:pt x="11381" y="3001"/>
                    <a:pt x="11321" y="3015"/>
                    <a:pt x="11264" y="3015"/>
                  </a:cubicBezTo>
                  <a:cubicBezTo>
                    <a:pt x="11008" y="3015"/>
                    <a:pt x="10799" y="2733"/>
                    <a:pt x="10941" y="2470"/>
                  </a:cubicBezTo>
                  <a:cubicBezTo>
                    <a:pt x="11032" y="2302"/>
                    <a:pt x="11003" y="2096"/>
                    <a:pt x="10869" y="1966"/>
                  </a:cubicBezTo>
                  <a:lnTo>
                    <a:pt x="10331" y="1424"/>
                  </a:lnTo>
                  <a:cubicBezTo>
                    <a:pt x="10250" y="1343"/>
                    <a:pt x="10143" y="1300"/>
                    <a:pt x="10034" y="1300"/>
                  </a:cubicBezTo>
                  <a:cubicBezTo>
                    <a:pt x="9963" y="1300"/>
                    <a:pt x="9892" y="1319"/>
                    <a:pt x="9827" y="1357"/>
                  </a:cubicBezTo>
                  <a:cubicBezTo>
                    <a:pt x="9768" y="1388"/>
                    <a:pt x="9708" y="1402"/>
                    <a:pt x="9651" y="1402"/>
                  </a:cubicBezTo>
                  <a:cubicBezTo>
                    <a:pt x="9393" y="1402"/>
                    <a:pt x="9182" y="1120"/>
                    <a:pt x="9323" y="853"/>
                  </a:cubicBezTo>
                  <a:cubicBezTo>
                    <a:pt x="9419" y="690"/>
                    <a:pt x="9390" y="483"/>
                    <a:pt x="9256" y="349"/>
                  </a:cubicBezTo>
                  <a:lnTo>
                    <a:pt x="9030" y="123"/>
                  </a:lnTo>
                  <a:cubicBezTo>
                    <a:pt x="8949" y="41"/>
                    <a:pt x="8842" y="1"/>
                    <a:pt x="87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3"/>
            <p:cNvSpPr/>
            <p:nvPr/>
          </p:nvSpPr>
          <p:spPr>
            <a:xfrm>
              <a:off x="5326478" y="3029857"/>
              <a:ext cx="181348" cy="178491"/>
            </a:xfrm>
            <a:custGeom>
              <a:rect b="b" l="l" r="r" t="t"/>
              <a:pathLst>
                <a:path extrusionOk="0" h="6812" w="6921">
                  <a:moveTo>
                    <a:pt x="5264" y="1"/>
                  </a:moveTo>
                  <a:cubicBezTo>
                    <a:pt x="5109" y="1"/>
                    <a:pt x="4973" y="205"/>
                    <a:pt x="5121" y="352"/>
                  </a:cubicBezTo>
                  <a:lnTo>
                    <a:pt x="6431" y="1662"/>
                  </a:lnTo>
                  <a:lnTo>
                    <a:pt x="1746" y="6352"/>
                  </a:lnTo>
                  <a:lnTo>
                    <a:pt x="431" y="5037"/>
                  </a:lnTo>
                  <a:cubicBezTo>
                    <a:pt x="386" y="4992"/>
                    <a:pt x="337" y="4974"/>
                    <a:pt x="289" y="4974"/>
                  </a:cubicBezTo>
                  <a:cubicBezTo>
                    <a:pt x="133" y="4974"/>
                    <a:pt x="0" y="5178"/>
                    <a:pt x="148" y="5325"/>
                  </a:cubicBezTo>
                  <a:lnTo>
                    <a:pt x="1559" y="6736"/>
                  </a:lnTo>
                  <a:cubicBezTo>
                    <a:pt x="1609" y="6787"/>
                    <a:pt x="1676" y="6812"/>
                    <a:pt x="1744" y="6812"/>
                  </a:cubicBezTo>
                  <a:cubicBezTo>
                    <a:pt x="1811" y="6812"/>
                    <a:pt x="1878" y="6787"/>
                    <a:pt x="1928" y="6736"/>
                  </a:cubicBezTo>
                  <a:lnTo>
                    <a:pt x="6820" y="1850"/>
                  </a:lnTo>
                  <a:cubicBezTo>
                    <a:pt x="6921" y="1744"/>
                    <a:pt x="6921" y="1581"/>
                    <a:pt x="6820" y="1475"/>
                  </a:cubicBezTo>
                  <a:lnTo>
                    <a:pt x="5404" y="64"/>
                  </a:lnTo>
                  <a:cubicBezTo>
                    <a:pt x="5360" y="19"/>
                    <a:pt x="5311" y="1"/>
                    <a:pt x="5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83"/>
            <p:cNvSpPr/>
            <p:nvPr/>
          </p:nvSpPr>
          <p:spPr>
            <a:xfrm>
              <a:off x="5272475" y="2974360"/>
              <a:ext cx="181636" cy="178832"/>
            </a:xfrm>
            <a:custGeom>
              <a:rect b="b" l="l" r="r" t="t"/>
              <a:pathLst>
                <a:path extrusionOk="0" h="6825" w="6932">
                  <a:moveTo>
                    <a:pt x="5177" y="0"/>
                  </a:moveTo>
                  <a:cubicBezTo>
                    <a:pt x="5110" y="0"/>
                    <a:pt x="5043" y="27"/>
                    <a:pt x="4993" y="79"/>
                  </a:cubicBezTo>
                  <a:lnTo>
                    <a:pt x="101" y="4966"/>
                  </a:lnTo>
                  <a:cubicBezTo>
                    <a:pt x="0" y="5067"/>
                    <a:pt x="0" y="5235"/>
                    <a:pt x="101" y="5340"/>
                  </a:cubicBezTo>
                  <a:lnTo>
                    <a:pt x="1527" y="6761"/>
                  </a:lnTo>
                  <a:cubicBezTo>
                    <a:pt x="1570" y="6806"/>
                    <a:pt x="1620" y="6825"/>
                    <a:pt x="1667" y="6825"/>
                  </a:cubicBezTo>
                  <a:cubicBezTo>
                    <a:pt x="1822" y="6825"/>
                    <a:pt x="1957" y="6622"/>
                    <a:pt x="1810" y="6478"/>
                  </a:cubicBezTo>
                  <a:lnTo>
                    <a:pt x="490" y="5153"/>
                  </a:lnTo>
                  <a:lnTo>
                    <a:pt x="5175" y="463"/>
                  </a:lnTo>
                  <a:lnTo>
                    <a:pt x="6500" y="1788"/>
                  </a:lnTo>
                  <a:cubicBezTo>
                    <a:pt x="6544" y="1832"/>
                    <a:pt x="6593" y="1850"/>
                    <a:pt x="6641" y="1850"/>
                  </a:cubicBezTo>
                  <a:cubicBezTo>
                    <a:pt x="6798" y="1850"/>
                    <a:pt x="6932" y="1648"/>
                    <a:pt x="6788" y="1500"/>
                  </a:cubicBezTo>
                  <a:lnTo>
                    <a:pt x="5362" y="79"/>
                  </a:lnTo>
                  <a:cubicBezTo>
                    <a:pt x="5312" y="27"/>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3"/>
            <p:cNvSpPr/>
            <p:nvPr/>
          </p:nvSpPr>
          <p:spPr>
            <a:xfrm>
              <a:off x="5495144" y="3020922"/>
              <a:ext cx="26622" cy="22167"/>
            </a:xfrm>
            <a:custGeom>
              <a:rect b="b" l="l" r="r" t="t"/>
              <a:pathLst>
                <a:path extrusionOk="0" h="846" w="1016">
                  <a:moveTo>
                    <a:pt x="292" y="0"/>
                  </a:moveTo>
                  <a:cubicBezTo>
                    <a:pt x="135" y="0"/>
                    <a:pt x="1" y="200"/>
                    <a:pt x="148" y="347"/>
                  </a:cubicBezTo>
                  <a:lnTo>
                    <a:pt x="580" y="784"/>
                  </a:lnTo>
                  <a:cubicBezTo>
                    <a:pt x="624" y="827"/>
                    <a:pt x="673" y="845"/>
                    <a:pt x="721" y="845"/>
                  </a:cubicBezTo>
                  <a:cubicBezTo>
                    <a:pt x="879" y="845"/>
                    <a:pt x="1015" y="644"/>
                    <a:pt x="868" y="496"/>
                  </a:cubicBezTo>
                  <a:lnTo>
                    <a:pt x="436" y="64"/>
                  </a:lnTo>
                  <a:cubicBezTo>
                    <a:pt x="391" y="19"/>
                    <a:pt x="340"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3"/>
            <p:cNvSpPr/>
            <p:nvPr/>
          </p:nvSpPr>
          <p:spPr>
            <a:xfrm>
              <a:off x="5465980" y="2991733"/>
              <a:ext cx="26360" cy="21931"/>
            </a:xfrm>
            <a:custGeom>
              <a:rect b="b" l="l" r="r" t="t"/>
              <a:pathLst>
                <a:path extrusionOk="0" h="837" w="1006">
                  <a:moveTo>
                    <a:pt x="291" y="0"/>
                  </a:moveTo>
                  <a:cubicBezTo>
                    <a:pt x="134" y="0"/>
                    <a:pt x="0" y="201"/>
                    <a:pt x="147" y="348"/>
                  </a:cubicBezTo>
                  <a:lnTo>
                    <a:pt x="574" y="775"/>
                  </a:lnTo>
                  <a:cubicBezTo>
                    <a:pt x="617" y="818"/>
                    <a:pt x="666" y="836"/>
                    <a:pt x="713" y="836"/>
                  </a:cubicBezTo>
                  <a:cubicBezTo>
                    <a:pt x="869" y="836"/>
                    <a:pt x="1005" y="635"/>
                    <a:pt x="857" y="487"/>
                  </a:cubicBezTo>
                  <a:lnTo>
                    <a:pt x="435" y="64"/>
                  </a:lnTo>
                  <a:cubicBezTo>
                    <a:pt x="390" y="19"/>
                    <a:pt x="340"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3"/>
            <p:cNvSpPr/>
            <p:nvPr/>
          </p:nvSpPr>
          <p:spPr>
            <a:xfrm>
              <a:off x="5436791" y="2962543"/>
              <a:ext cx="26596" cy="22115"/>
            </a:xfrm>
            <a:custGeom>
              <a:rect b="b" l="l" r="r" t="t"/>
              <a:pathLst>
                <a:path extrusionOk="0" h="844" w="1015">
                  <a:moveTo>
                    <a:pt x="292" y="1"/>
                  </a:moveTo>
                  <a:cubicBezTo>
                    <a:pt x="135" y="1"/>
                    <a:pt x="0" y="201"/>
                    <a:pt x="147" y="348"/>
                  </a:cubicBezTo>
                  <a:lnTo>
                    <a:pt x="579" y="780"/>
                  </a:lnTo>
                  <a:cubicBezTo>
                    <a:pt x="624" y="825"/>
                    <a:pt x="674" y="843"/>
                    <a:pt x="722" y="843"/>
                  </a:cubicBezTo>
                  <a:cubicBezTo>
                    <a:pt x="879" y="843"/>
                    <a:pt x="1015" y="640"/>
                    <a:pt x="867" y="497"/>
                  </a:cubicBezTo>
                  <a:lnTo>
                    <a:pt x="435" y="65"/>
                  </a:lnTo>
                  <a:cubicBezTo>
                    <a:pt x="390" y="20"/>
                    <a:pt x="340"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4" name="Google Shape;15904;p83"/>
          <p:cNvGrpSpPr/>
          <p:nvPr/>
        </p:nvGrpSpPr>
        <p:grpSpPr>
          <a:xfrm>
            <a:off x="4864057" y="2893421"/>
            <a:ext cx="166700" cy="363271"/>
            <a:chOff x="4864057" y="2893421"/>
            <a:chExt cx="166700" cy="363271"/>
          </a:xfrm>
        </p:grpSpPr>
        <p:sp>
          <p:nvSpPr>
            <p:cNvPr id="15905" name="Google Shape;15905;p83"/>
            <p:cNvSpPr/>
            <p:nvPr/>
          </p:nvSpPr>
          <p:spPr>
            <a:xfrm>
              <a:off x="4864057" y="3055562"/>
              <a:ext cx="166700" cy="195968"/>
            </a:xfrm>
            <a:custGeom>
              <a:rect b="b" l="l" r="r" t="t"/>
              <a:pathLst>
                <a:path extrusionOk="0" h="7479" w="6362">
                  <a:moveTo>
                    <a:pt x="1054" y="1"/>
                  </a:moveTo>
                  <a:cubicBezTo>
                    <a:pt x="666" y="1"/>
                    <a:pt x="579" y="995"/>
                    <a:pt x="1340" y="2563"/>
                  </a:cubicBezTo>
                  <a:cubicBezTo>
                    <a:pt x="1667" y="3264"/>
                    <a:pt x="1345" y="3206"/>
                    <a:pt x="678" y="4147"/>
                  </a:cubicBezTo>
                  <a:cubicBezTo>
                    <a:pt x="1" y="5098"/>
                    <a:pt x="399" y="7349"/>
                    <a:pt x="2848" y="7474"/>
                  </a:cubicBezTo>
                  <a:cubicBezTo>
                    <a:pt x="2924" y="7479"/>
                    <a:pt x="3068" y="7479"/>
                    <a:pt x="3145" y="7479"/>
                  </a:cubicBezTo>
                  <a:cubicBezTo>
                    <a:pt x="3227" y="7479"/>
                    <a:pt x="3352" y="7479"/>
                    <a:pt x="3428" y="7474"/>
                  </a:cubicBezTo>
                  <a:cubicBezTo>
                    <a:pt x="5876" y="7349"/>
                    <a:pt x="6361" y="5040"/>
                    <a:pt x="5622" y="4147"/>
                  </a:cubicBezTo>
                  <a:cubicBezTo>
                    <a:pt x="5084" y="3523"/>
                    <a:pt x="4811" y="3341"/>
                    <a:pt x="4806" y="3029"/>
                  </a:cubicBezTo>
                  <a:cubicBezTo>
                    <a:pt x="4801" y="2837"/>
                    <a:pt x="5800" y="1637"/>
                    <a:pt x="5430" y="984"/>
                  </a:cubicBezTo>
                  <a:cubicBezTo>
                    <a:pt x="5397" y="926"/>
                    <a:pt x="5357" y="901"/>
                    <a:pt x="5309" y="901"/>
                  </a:cubicBezTo>
                  <a:cubicBezTo>
                    <a:pt x="5012" y="901"/>
                    <a:pt x="4449" y="1850"/>
                    <a:pt x="3928" y="1850"/>
                  </a:cubicBezTo>
                  <a:cubicBezTo>
                    <a:pt x="3740" y="1850"/>
                    <a:pt x="3557" y="1727"/>
                    <a:pt x="3395" y="1392"/>
                  </a:cubicBezTo>
                  <a:lnTo>
                    <a:pt x="3395" y="1176"/>
                  </a:lnTo>
                  <a:lnTo>
                    <a:pt x="2723" y="1176"/>
                  </a:lnTo>
                  <a:cubicBezTo>
                    <a:pt x="1561" y="1176"/>
                    <a:pt x="1643" y="105"/>
                    <a:pt x="1095" y="5"/>
                  </a:cubicBezTo>
                  <a:cubicBezTo>
                    <a:pt x="1081" y="2"/>
                    <a:pt x="1067" y="1"/>
                    <a:pt x="1054"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3"/>
            <p:cNvSpPr/>
            <p:nvPr/>
          </p:nvSpPr>
          <p:spPr>
            <a:xfrm>
              <a:off x="4927964" y="3080585"/>
              <a:ext cx="102792" cy="170945"/>
            </a:xfrm>
            <a:custGeom>
              <a:rect b="b" l="l" r="r" t="t"/>
              <a:pathLst>
                <a:path extrusionOk="0" h="6524" w="3923">
                  <a:moveTo>
                    <a:pt x="2972" y="0"/>
                  </a:moveTo>
                  <a:cubicBezTo>
                    <a:pt x="2972" y="1013"/>
                    <a:pt x="965" y="1738"/>
                    <a:pt x="965" y="2223"/>
                  </a:cubicBezTo>
                  <a:cubicBezTo>
                    <a:pt x="965" y="2530"/>
                    <a:pt x="1249" y="2568"/>
                    <a:pt x="1786" y="3187"/>
                  </a:cubicBezTo>
                  <a:cubicBezTo>
                    <a:pt x="2477" y="4037"/>
                    <a:pt x="2093" y="6130"/>
                    <a:pt x="0" y="6476"/>
                  </a:cubicBezTo>
                  <a:cubicBezTo>
                    <a:pt x="135" y="6495"/>
                    <a:pt x="274" y="6509"/>
                    <a:pt x="409" y="6519"/>
                  </a:cubicBezTo>
                  <a:cubicBezTo>
                    <a:pt x="485" y="6524"/>
                    <a:pt x="634" y="6524"/>
                    <a:pt x="711" y="6524"/>
                  </a:cubicBezTo>
                  <a:cubicBezTo>
                    <a:pt x="788" y="6524"/>
                    <a:pt x="913" y="6524"/>
                    <a:pt x="989" y="6519"/>
                  </a:cubicBezTo>
                  <a:cubicBezTo>
                    <a:pt x="3437" y="6394"/>
                    <a:pt x="3922" y="4085"/>
                    <a:pt x="3183" y="3192"/>
                  </a:cubicBezTo>
                  <a:cubicBezTo>
                    <a:pt x="2645" y="2568"/>
                    <a:pt x="2372" y="2386"/>
                    <a:pt x="2367" y="2074"/>
                  </a:cubicBezTo>
                  <a:cubicBezTo>
                    <a:pt x="2362" y="1882"/>
                    <a:pt x="3361" y="682"/>
                    <a:pt x="2991" y="29"/>
                  </a:cubicBezTo>
                  <a:cubicBezTo>
                    <a:pt x="2986" y="19"/>
                    <a:pt x="2977" y="10"/>
                    <a:pt x="29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83"/>
            <p:cNvSpPr/>
            <p:nvPr/>
          </p:nvSpPr>
          <p:spPr>
            <a:xfrm>
              <a:off x="4934384" y="2961207"/>
              <a:ext cx="25181" cy="157634"/>
            </a:xfrm>
            <a:custGeom>
              <a:rect b="b" l="l" r="r" t="t"/>
              <a:pathLst>
                <a:path extrusionOk="0" h="6016" w="961">
                  <a:moveTo>
                    <a:pt x="202" y="1"/>
                  </a:moveTo>
                  <a:lnTo>
                    <a:pt x="5" y="5838"/>
                  </a:lnTo>
                  <a:cubicBezTo>
                    <a:pt x="0" y="5934"/>
                    <a:pt x="77" y="6015"/>
                    <a:pt x="178" y="6015"/>
                  </a:cubicBezTo>
                  <a:lnTo>
                    <a:pt x="783" y="6015"/>
                  </a:lnTo>
                  <a:cubicBezTo>
                    <a:pt x="879" y="6015"/>
                    <a:pt x="960" y="5934"/>
                    <a:pt x="956" y="5838"/>
                  </a:cubicBezTo>
                  <a:lnTo>
                    <a:pt x="75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3"/>
            <p:cNvSpPr/>
            <p:nvPr/>
          </p:nvSpPr>
          <p:spPr>
            <a:xfrm>
              <a:off x="4946961" y="2961207"/>
              <a:ext cx="12472" cy="157634"/>
            </a:xfrm>
            <a:custGeom>
              <a:rect b="b" l="l" r="r" t="t"/>
              <a:pathLst>
                <a:path extrusionOk="0" h="6016" w="476">
                  <a:moveTo>
                    <a:pt x="0" y="1"/>
                  </a:moveTo>
                  <a:lnTo>
                    <a:pt x="0" y="6015"/>
                  </a:lnTo>
                  <a:lnTo>
                    <a:pt x="298" y="6015"/>
                  </a:lnTo>
                  <a:cubicBezTo>
                    <a:pt x="399" y="6015"/>
                    <a:pt x="476" y="5934"/>
                    <a:pt x="471" y="5838"/>
                  </a:cubicBezTo>
                  <a:lnTo>
                    <a:pt x="2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3"/>
            <p:cNvSpPr/>
            <p:nvPr/>
          </p:nvSpPr>
          <p:spPr>
            <a:xfrm>
              <a:off x="4933624" y="2898818"/>
              <a:ext cx="32989" cy="69961"/>
            </a:xfrm>
            <a:custGeom>
              <a:rect b="b" l="l" r="r" t="t"/>
              <a:pathLst>
                <a:path extrusionOk="0" h="2670" w="1259">
                  <a:moveTo>
                    <a:pt x="939" y="1"/>
                  </a:moveTo>
                  <a:cubicBezTo>
                    <a:pt x="937" y="1"/>
                    <a:pt x="934" y="1"/>
                    <a:pt x="932" y="1"/>
                  </a:cubicBezTo>
                  <a:lnTo>
                    <a:pt x="893" y="1"/>
                  </a:lnTo>
                  <a:cubicBezTo>
                    <a:pt x="802" y="1"/>
                    <a:pt x="721" y="58"/>
                    <a:pt x="692" y="149"/>
                  </a:cubicBezTo>
                  <a:lnTo>
                    <a:pt x="39" y="2386"/>
                  </a:lnTo>
                  <a:cubicBezTo>
                    <a:pt x="1" y="2530"/>
                    <a:pt x="106" y="2670"/>
                    <a:pt x="250" y="2670"/>
                  </a:cubicBezTo>
                  <a:lnTo>
                    <a:pt x="682" y="2670"/>
                  </a:lnTo>
                  <a:cubicBezTo>
                    <a:pt x="778" y="2665"/>
                    <a:pt x="865" y="2602"/>
                    <a:pt x="893" y="2511"/>
                  </a:cubicBezTo>
                  <a:cubicBezTo>
                    <a:pt x="941" y="2377"/>
                    <a:pt x="1023" y="2257"/>
                    <a:pt x="1133" y="2166"/>
                  </a:cubicBezTo>
                  <a:cubicBezTo>
                    <a:pt x="1220" y="2089"/>
                    <a:pt x="1258" y="1974"/>
                    <a:pt x="1239" y="1858"/>
                  </a:cubicBezTo>
                  <a:lnTo>
                    <a:pt x="1129" y="1182"/>
                  </a:lnTo>
                  <a:cubicBezTo>
                    <a:pt x="1085" y="922"/>
                    <a:pt x="1100" y="654"/>
                    <a:pt x="1162" y="399"/>
                  </a:cubicBezTo>
                  <a:lnTo>
                    <a:pt x="1181" y="318"/>
                  </a:lnTo>
                  <a:cubicBezTo>
                    <a:pt x="1219" y="157"/>
                    <a:pt x="1103" y="1"/>
                    <a:pt x="9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83"/>
            <p:cNvSpPr/>
            <p:nvPr/>
          </p:nvSpPr>
          <p:spPr>
            <a:xfrm>
              <a:off x="4941930" y="2909745"/>
              <a:ext cx="18001" cy="52484"/>
            </a:xfrm>
            <a:custGeom>
              <a:rect b="b" l="l" r="r" t="t"/>
              <a:pathLst>
                <a:path extrusionOk="0" h="2003" w="687">
                  <a:moveTo>
                    <a:pt x="562" y="0"/>
                  </a:moveTo>
                  <a:cubicBezTo>
                    <a:pt x="554" y="0"/>
                    <a:pt x="547" y="8"/>
                    <a:pt x="543" y="16"/>
                  </a:cubicBezTo>
                  <a:lnTo>
                    <a:pt x="39" y="1763"/>
                  </a:lnTo>
                  <a:cubicBezTo>
                    <a:pt x="0" y="1883"/>
                    <a:pt x="92" y="2003"/>
                    <a:pt x="216" y="2003"/>
                  </a:cubicBezTo>
                  <a:lnTo>
                    <a:pt x="221" y="2003"/>
                  </a:lnTo>
                  <a:cubicBezTo>
                    <a:pt x="293" y="2003"/>
                    <a:pt x="360" y="1960"/>
                    <a:pt x="389" y="1897"/>
                  </a:cubicBezTo>
                  <a:cubicBezTo>
                    <a:pt x="456" y="1768"/>
                    <a:pt x="543" y="1657"/>
                    <a:pt x="653" y="1561"/>
                  </a:cubicBezTo>
                  <a:cubicBezTo>
                    <a:pt x="672" y="1542"/>
                    <a:pt x="687" y="1509"/>
                    <a:pt x="677" y="1480"/>
                  </a:cubicBezTo>
                  <a:lnTo>
                    <a:pt x="572" y="803"/>
                  </a:lnTo>
                  <a:cubicBezTo>
                    <a:pt x="528" y="544"/>
                    <a:pt x="533" y="280"/>
                    <a:pt x="586" y="25"/>
                  </a:cubicBezTo>
                  <a:cubicBezTo>
                    <a:pt x="586" y="16"/>
                    <a:pt x="581" y="1"/>
                    <a:pt x="567" y="1"/>
                  </a:cubicBezTo>
                  <a:cubicBezTo>
                    <a:pt x="565" y="0"/>
                    <a:pt x="563" y="0"/>
                    <a:pt x="562"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83"/>
            <p:cNvSpPr/>
            <p:nvPr/>
          </p:nvSpPr>
          <p:spPr>
            <a:xfrm>
              <a:off x="4983068" y="3166739"/>
              <a:ext cx="10953" cy="11084"/>
            </a:xfrm>
            <a:custGeom>
              <a:rect b="b" l="l" r="r" t="t"/>
              <a:pathLst>
                <a:path extrusionOk="0" h="423" w="418">
                  <a:moveTo>
                    <a:pt x="206" y="0"/>
                  </a:moveTo>
                  <a:cubicBezTo>
                    <a:pt x="91" y="0"/>
                    <a:pt x="0" y="96"/>
                    <a:pt x="0" y="211"/>
                  </a:cubicBezTo>
                  <a:cubicBezTo>
                    <a:pt x="0" y="327"/>
                    <a:pt x="91" y="423"/>
                    <a:pt x="206" y="423"/>
                  </a:cubicBezTo>
                  <a:cubicBezTo>
                    <a:pt x="326" y="423"/>
                    <a:pt x="418" y="327"/>
                    <a:pt x="418" y="211"/>
                  </a:cubicBezTo>
                  <a:cubicBezTo>
                    <a:pt x="418" y="96"/>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83"/>
            <p:cNvSpPr/>
            <p:nvPr/>
          </p:nvSpPr>
          <p:spPr>
            <a:xfrm>
              <a:off x="4983068" y="3194278"/>
              <a:ext cx="10953" cy="10979"/>
            </a:xfrm>
            <a:custGeom>
              <a:rect b="b" l="l" r="r" t="t"/>
              <a:pathLst>
                <a:path extrusionOk="0" h="419" w="418">
                  <a:moveTo>
                    <a:pt x="206" y="0"/>
                  </a:moveTo>
                  <a:cubicBezTo>
                    <a:pt x="91" y="0"/>
                    <a:pt x="0" y="92"/>
                    <a:pt x="0" y="207"/>
                  </a:cubicBezTo>
                  <a:cubicBezTo>
                    <a:pt x="0" y="322"/>
                    <a:pt x="91" y="418"/>
                    <a:pt x="206" y="418"/>
                  </a:cubicBezTo>
                  <a:cubicBezTo>
                    <a:pt x="326" y="418"/>
                    <a:pt x="418" y="322"/>
                    <a:pt x="418" y="207"/>
                  </a:cubicBezTo>
                  <a:cubicBezTo>
                    <a:pt x="418" y="92"/>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83"/>
            <p:cNvSpPr/>
            <p:nvPr/>
          </p:nvSpPr>
          <p:spPr>
            <a:xfrm>
              <a:off x="4922934" y="2893421"/>
              <a:ext cx="49208" cy="230818"/>
            </a:xfrm>
            <a:custGeom>
              <a:rect b="b" l="l" r="r" t="t"/>
              <a:pathLst>
                <a:path extrusionOk="0" h="8809" w="1878">
                  <a:moveTo>
                    <a:pt x="1340" y="408"/>
                  </a:moveTo>
                  <a:cubicBezTo>
                    <a:pt x="1373" y="408"/>
                    <a:pt x="1397" y="442"/>
                    <a:pt x="1393" y="476"/>
                  </a:cubicBezTo>
                  <a:lnTo>
                    <a:pt x="1369" y="557"/>
                  </a:lnTo>
                  <a:cubicBezTo>
                    <a:pt x="1301" y="840"/>
                    <a:pt x="1287" y="1133"/>
                    <a:pt x="1335" y="1421"/>
                  </a:cubicBezTo>
                  <a:lnTo>
                    <a:pt x="1445" y="2098"/>
                  </a:lnTo>
                  <a:cubicBezTo>
                    <a:pt x="1455" y="2146"/>
                    <a:pt x="1441" y="2189"/>
                    <a:pt x="1407" y="2218"/>
                  </a:cubicBezTo>
                  <a:cubicBezTo>
                    <a:pt x="1268" y="2338"/>
                    <a:pt x="1167" y="2487"/>
                    <a:pt x="1105" y="2655"/>
                  </a:cubicBezTo>
                  <a:cubicBezTo>
                    <a:pt x="1105" y="2660"/>
                    <a:pt x="1100" y="2664"/>
                    <a:pt x="1100" y="2669"/>
                  </a:cubicBezTo>
                  <a:lnTo>
                    <a:pt x="658" y="2669"/>
                  </a:lnTo>
                  <a:cubicBezTo>
                    <a:pt x="649" y="2664"/>
                    <a:pt x="644" y="2655"/>
                    <a:pt x="644" y="2650"/>
                  </a:cubicBezTo>
                  <a:lnTo>
                    <a:pt x="1292" y="418"/>
                  </a:lnTo>
                  <a:cubicBezTo>
                    <a:pt x="1297" y="413"/>
                    <a:pt x="1297" y="408"/>
                    <a:pt x="1301" y="408"/>
                  </a:cubicBezTo>
                  <a:close/>
                  <a:moveTo>
                    <a:pt x="1009" y="3077"/>
                  </a:moveTo>
                  <a:lnTo>
                    <a:pt x="1191" y="8401"/>
                  </a:lnTo>
                  <a:lnTo>
                    <a:pt x="644" y="8401"/>
                  </a:lnTo>
                  <a:lnTo>
                    <a:pt x="821" y="3077"/>
                  </a:lnTo>
                  <a:close/>
                  <a:moveTo>
                    <a:pt x="1306" y="0"/>
                  </a:moveTo>
                  <a:cubicBezTo>
                    <a:pt x="1119" y="0"/>
                    <a:pt x="956" y="125"/>
                    <a:pt x="908" y="303"/>
                  </a:cubicBezTo>
                  <a:lnTo>
                    <a:pt x="879" y="399"/>
                  </a:lnTo>
                  <a:lnTo>
                    <a:pt x="740" y="360"/>
                  </a:lnTo>
                  <a:cubicBezTo>
                    <a:pt x="720" y="356"/>
                    <a:pt x="702" y="353"/>
                    <a:pt x="684" y="353"/>
                  </a:cubicBezTo>
                  <a:cubicBezTo>
                    <a:pt x="471" y="353"/>
                    <a:pt x="399" y="679"/>
                    <a:pt x="629" y="754"/>
                  </a:cubicBezTo>
                  <a:lnTo>
                    <a:pt x="764" y="792"/>
                  </a:lnTo>
                  <a:lnTo>
                    <a:pt x="677" y="1090"/>
                  </a:lnTo>
                  <a:lnTo>
                    <a:pt x="543" y="1052"/>
                  </a:lnTo>
                  <a:cubicBezTo>
                    <a:pt x="524" y="1047"/>
                    <a:pt x="505" y="1045"/>
                    <a:pt x="487" y="1045"/>
                  </a:cubicBezTo>
                  <a:cubicBezTo>
                    <a:pt x="274" y="1045"/>
                    <a:pt x="197" y="1370"/>
                    <a:pt x="428" y="1445"/>
                  </a:cubicBezTo>
                  <a:lnTo>
                    <a:pt x="562" y="1484"/>
                  </a:lnTo>
                  <a:lnTo>
                    <a:pt x="476" y="1781"/>
                  </a:lnTo>
                  <a:lnTo>
                    <a:pt x="341" y="1743"/>
                  </a:lnTo>
                  <a:cubicBezTo>
                    <a:pt x="322" y="1738"/>
                    <a:pt x="303" y="1736"/>
                    <a:pt x="286" y="1736"/>
                  </a:cubicBezTo>
                  <a:cubicBezTo>
                    <a:pt x="73" y="1736"/>
                    <a:pt x="0" y="2061"/>
                    <a:pt x="231" y="2136"/>
                  </a:cubicBezTo>
                  <a:lnTo>
                    <a:pt x="226" y="2127"/>
                  </a:lnTo>
                  <a:lnTo>
                    <a:pt x="361" y="2165"/>
                  </a:lnTo>
                  <a:lnTo>
                    <a:pt x="255" y="2540"/>
                  </a:lnTo>
                  <a:cubicBezTo>
                    <a:pt x="216" y="2664"/>
                    <a:pt x="240" y="2804"/>
                    <a:pt x="322" y="2909"/>
                  </a:cubicBezTo>
                  <a:cubicBezTo>
                    <a:pt x="346" y="2948"/>
                    <a:pt x="380" y="2976"/>
                    <a:pt x="418" y="3005"/>
                  </a:cubicBezTo>
                  <a:lnTo>
                    <a:pt x="240" y="8420"/>
                  </a:lnTo>
                  <a:cubicBezTo>
                    <a:pt x="231" y="8631"/>
                    <a:pt x="404" y="8809"/>
                    <a:pt x="615" y="8809"/>
                  </a:cubicBezTo>
                  <a:lnTo>
                    <a:pt x="1220" y="8809"/>
                  </a:lnTo>
                  <a:cubicBezTo>
                    <a:pt x="1436" y="8809"/>
                    <a:pt x="1604" y="8631"/>
                    <a:pt x="1599" y="8420"/>
                  </a:cubicBezTo>
                  <a:lnTo>
                    <a:pt x="1412" y="2928"/>
                  </a:lnTo>
                  <a:cubicBezTo>
                    <a:pt x="1450" y="2885"/>
                    <a:pt x="1479" y="2832"/>
                    <a:pt x="1493" y="2780"/>
                  </a:cubicBezTo>
                  <a:cubicBezTo>
                    <a:pt x="1532" y="2679"/>
                    <a:pt x="1594" y="2592"/>
                    <a:pt x="1676" y="2520"/>
                  </a:cubicBezTo>
                  <a:cubicBezTo>
                    <a:pt x="1810" y="2400"/>
                    <a:pt x="1877" y="2213"/>
                    <a:pt x="1849" y="2036"/>
                  </a:cubicBezTo>
                  <a:lnTo>
                    <a:pt x="1743" y="1359"/>
                  </a:lnTo>
                  <a:cubicBezTo>
                    <a:pt x="1705" y="1124"/>
                    <a:pt x="1714" y="884"/>
                    <a:pt x="1767" y="653"/>
                  </a:cubicBezTo>
                  <a:lnTo>
                    <a:pt x="1786" y="572"/>
                  </a:lnTo>
                  <a:cubicBezTo>
                    <a:pt x="1858" y="283"/>
                    <a:pt x="1642" y="0"/>
                    <a:pt x="13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83"/>
            <p:cNvSpPr/>
            <p:nvPr/>
          </p:nvSpPr>
          <p:spPr>
            <a:xfrm>
              <a:off x="4922567" y="3138807"/>
              <a:ext cx="49313" cy="10586"/>
            </a:xfrm>
            <a:custGeom>
              <a:rect b="b" l="l" r="r" t="t"/>
              <a:pathLst>
                <a:path extrusionOk="0" h="404" w="1882">
                  <a:moveTo>
                    <a:pt x="254" y="1"/>
                  </a:moveTo>
                  <a:cubicBezTo>
                    <a:pt x="0" y="15"/>
                    <a:pt x="0" y="389"/>
                    <a:pt x="254" y="404"/>
                  </a:cubicBezTo>
                  <a:lnTo>
                    <a:pt x="1627" y="404"/>
                  </a:lnTo>
                  <a:cubicBezTo>
                    <a:pt x="1882" y="389"/>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83"/>
            <p:cNvSpPr/>
            <p:nvPr/>
          </p:nvSpPr>
          <p:spPr>
            <a:xfrm>
              <a:off x="4922567" y="3166975"/>
              <a:ext cx="49313" cy="10586"/>
            </a:xfrm>
            <a:custGeom>
              <a:rect b="b" l="l" r="r" t="t"/>
              <a:pathLst>
                <a:path extrusionOk="0" h="404" w="1882">
                  <a:moveTo>
                    <a:pt x="254" y="1"/>
                  </a:moveTo>
                  <a:cubicBezTo>
                    <a:pt x="0" y="15"/>
                    <a:pt x="0" y="390"/>
                    <a:pt x="254" y="404"/>
                  </a:cubicBezTo>
                  <a:lnTo>
                    <a:pt x="1627" y="404"/>
                  </a:lnTo>
                  <a:cubicBezTo>
                    <a:pt x="1882" y="390"/>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3"/>
            <p:cNvSpPr/>
            <p:nvPr/>
          </p:nvSpPr>
          <p:spPr>
            <a:xfrm>
              <a:off x="4922567" y="3194409"/>
              <a:ext cx="49313" cy="10717"/>
            </a:xfrm>
            <a:custGeom>
              <a:rect b="b" l="l" r="r" t="t"/>
              <a:pathLst>
                <a:path extrusionOk="0" h="409" w="1882">
                  <a:moveTo>
                    <a:pt x="254" y="0"/>
                  </a:moveTo>
                  <a:cubicBezTo>
                    <a:pt x="0" y="15"/>
                    <a:pt x="0" y="394"/>
                    <a:pt x="254" y="408"/>
                  </a:cubicBezTo>
                  <a:lnTo>
                    <a:pt x="1627" y="408"/>
                  </a:lnTo>
                  <a:cubicBezTo>
                    <a:pt x="1882" y="394"/>
                    <a:pt x="1882" y="15"/>
                    <a:pt x="1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83"/>
            <p:cNvSpPr/>
            <p:nvPr/>
          </p:nvSpPr>
          <p:spPr>
            <a:xfrm>
              <a:off x="4865943" y="3050164"/>
              <a:ext cx="162298" cy="206528"/>
            </a:xfrm>
            <a:custGeom>
              <a:rect b="b" l="l" r="r" t="t"/>
              <a:pathLst>
                <a:path extrusionOk="0" h="7882" w="6194">
                  <a:moveTo>
                    <a:pt x="975" y="0"/>
                  </a:moveTo>
                  <a:cubicBezTo>
                    <a:pt x="845" y="0"/>
                    <a:pt x="720" y="65"/>
                    <a:pt x="644" y="172"/>
                  </a:cubicBezTo>
                  <a:cubicBezTo>
                    <a:pt x="327" y="595"/>
                    <a:pt x="500" y="1641"/>
                    <a:pt x="1081" y="2851"/>
                  </a:cubicBezTo>
                  <a:cubicBezTo>
                    <a:pt x="1263" y="3235"/>
                    <a:pt x="1235" y="3264"/>
                    <a:pt x="927" y="3619"/>
                  </a:cubicBezTo>
                  <a:cubicBezTo>
                    <a:pt x="759" y="3816"/>
                    <a:pt x="596" y="4017"/>
                    <a:pt x="443" y="4228"/>
                  </a:cubicBezTo>
                  <a:cubicBezTo>
                    <a:pt x="39" y="4800"/>
                    <a:pt x="1" y="5716"/>
                    <a:pt x="361" y="6451"/>
                  </a:cubicBezTo>
                  <a:cubicBezTo>
                    <a:pt x="601" y="6950"/>
                    <a:pt x="1239" y="7800"/>
                    <a:pt x="2766" y="7877"/>
                  </a:cubicBezTo>
                  <a:cubicBezTo>
                    <a:pt x="2852" y="7877"/>
                    <a:pt x="3006" y="7881"/>
                    <a:pt x="3078" y="7881"/>
                  </a:cubicBezTo>
                  <a:lnTo>
                    <a:pt x="3083" y="7881"/>
                  </a:lnTo>
                  <a:cubicBezTo>
                    <a:pt x="3169" y="7881"/>
                    <a:pt x="3294" y="7877"/>
                    <a:pt x="3371" y="7877"/>
                  </a:cubicBezTo>
                  <a:cubicBezTo>
                    <a:pt x="4542" y="7814"/>
                    <a:pt x="5449" y="7252"/>
                    <a:pt x="5857" y="6326"/>
                  </a:cubicBezTo>
                  <a:cubicBezTo>
                    <a:pt x="6193" y="5587"/>
                    <a:pt x="6131" y="4737"/>
                    <a:pt x="5708" y="4224"/>
                  </a:cubicBezTo>
                  <a:lnTo>
                    <a:pt x="5704" y="4219"/>
                  </a:lnTo>
                  <a:cubicBezTo>
                    <a:pt x="5560" y="4051"/>
                    <a:pt x="5435" y="3916"/>
                    <a:pt x="5329" y="3801"/>
                  </a:cubicBezTo>
                  <a:cubicBezTo>
                    <a:pt x="5051" y="3499"/>
                    <a:pt x="4950" y="3384"/>
                    <a:pt x="4936" y="3249"/>
                  </a:cubicBezTo>
                  <a:cubicBezTo>
                    <a:pt x="4955" y="3196"/>
                    <a:pt x="5032" y="3072"/>
                    <a:pt x="5089" y="2971"/>
                  </a:cubicBezTo>
                  <a:cubicBezTo>
                    <a:pt x="5377" y="2481"/>
                    <a:pt x="5857" y="1660"/>
                    <a:pt x="5536" y="1089"/>
                  </a:cubicBezTo>
                  <a:cubicBezTo>
                    <a:pt x="5483" y="988"/>
                    <a:pt x="5392" y="921"/>
                    <a:pt x="5281" y="907"/>
                  </a:cubicBezTo>
                  <a:cubicBezTo>
                    <a:pt x="5267" y="905"/>
                    <a:pt x="5252" y="904"/>
                    <a:pt x="5238" y="904"/>
                  </a:cubicBezTo>
                  <a:cubicBezTo>
                    <a:pt x="5029" y="904"/>
                    <a:pt x="4833" y="1096"/>
                    <a:pt x="4590" y="1339"/>
                  </a:cubicBezTo>
                  <a:cubicBezTo>
                    <a:pt x="4518" y="1406"/>
                    <a:pt x="4446" y="1478"/>
                    <a:pt x="4374" y="1550"/>
                  </a:cubicBezTo>
                  <a:cubicBezTo>
                    <a:pt x="4217" y="1692"/>
                    <a:pt x="4349" y="1904"/>
                    <a:pt x="4510" y="1904"/>
                  </a:cubicBezTo>
                  <a:cubicBezTo>
                    <a:pt x="4555" y="1904"/>
                    <a:pt x="4603" y="1888"/>
                    <a:pt x="4648" y="1847"/>
                  </a:cubicBezTo>
                  <a:cubicBezTo>
                    <a:pt x="4729" y="1775"/>
                    <a:pt x="4801" y="1699"/>
                    <a:pt x="4873" y="1627"/>
                  </a:cubicBezTo>
                  <a:cubicBezTo>
                    <a:pt x="4974" y="1521"/>
                    <a:pt x="5084" y="1420"/>
                    <a:pt x="5200" y="1334"/>
                  </a:cubicBezTo>
                  <a:lnTo>
                    <a:pt x="5200" y="1334"/>
                  </a:lnTo>
                  <a:cubicBezTo>
                    <a:pt x="5358" y="1713"/>
                    <a:pt x="4960" y="2395"/>
                    <a:pt x="4739" y="2764"/>
                  </a:cubicBezTo>
                  <a:cubicBezTo>
                    <a:pt x="4585" y="3023"/>
                    <a:pt x="4528" y="3134"/>
                    <a:pt x="4528" y="3240"/>
                  </a:cubicBezTo>
                  <a:cubicBezTo>
                    <a:pt x="4537" y="3547"/>
                    <a:pt x="4724" y="3748"/>
                    <a:pt x="5032" y="4080"/>
                  </a:cubicBezTo>
                  <a:cubicBezTo>
                    <a:pt x="5137" y="4195"/>
                    <a:pt x="5257" y="4324"/>
                    <a:pt x="5396" y="4483"/>
                  </a:cubicBezTo>
                  <a:cubicBezTo>
                    <a:pt x="5718" y="4876"/>
                    <a:pt x="5756" y="5572"/>
                    <a:pt x="5488" y="6172"/>
                  </a:cubicBezTo>
                  <a:cubicBezTo>
                    <a:pt x="5286" y="6628"/>
                    <a:pt x="4739" y="7411"/>
                    <a:pt x="3352" y="7478"/>
                  </a:cubicBezTo>
                  <a:cubicBezTo>
                    <a:pt x="3280" y="7483"/>
                    <a:pt x="3160" y="7483"/>
                    <a:pt x="3078" y="7483"/>
                  </a:cubicBezTo>
                  <a:cubicBezTo>
                    <a:pt x="3055" y="7484"/>
                    <a:pt x="3028" y="7485"/>
                    <a:pt x="2998" y="7485"/>
                  </a:cubicBezTo>
                  <a:cubicBezTo>
                    <a:pt x="2925" y="7485"/>
                    <a:pt x="2841" y="7482"/>
                    <a:pt x="2790" y="7478"/>
                  </a:cubicBezTo>
                  <a:cubicBezTo>
                    <a:pt x="1811" y="7430"/>
                    <a:pt x="1076" y="7003"/>
                    <a:pt x="726" y="6278"/>
                  </a:cubicBezTo>
                  <a:cubicBezTo>
                    <a:pt x="433" y="5678"/>
                    <a:pt x="457" y="4920"/>
                    <a:pt x="774" y="4468"/>
                  </a:cubicBezTo>
                  <a:cubicBezTo>
                    <a:pt x="918" y="4267"/>
                    <a:pt x="1071" y="4075"/>
                    <a:pt x="1235" y="3888"/>
                  </a:cubicBezTo>
                  <a:cubicBezTo>
                    <a:pt x="1585" y="3484"/>
                    <a:pt x="1729" y="3278"/>
                    <a:pt x="1451" y="2683"/>
                  </a:cubicBezTo>
                  <a:cubicBezTo>
                    <a:pt x="735" y="1199"/>
                    <a:pt x="879" y="465"/>
                    <a:pt x="975" y="412"/>
                  </a:cubicBezTo>
                  <a:lnTo>
                    <a:pt x="985" y="412"/>
                  </a:lnTo>
                  <a:cubicBezTo>
                    <a:pt x="1105" y="431"/>
                    <a:pt x="1191" y="561"/>
                    <a:pt x="1321" y="763"/>
                  </a:cubicBezTo>
                  <a:cubicBezTo>
                    <a:pt x="1403" y="907"/>
                    <a:pt x="1503" y="1046"/>
                    <a:pt x="1614" y="1171"/>
                  </a:cubicBezTo>
                  <a:cubicBezTo>
                    <a:pt x="1660" y="1221"/>
                    <a:pt x="1712" y="1242"/>
                    <a:pt x="1763" y="1242"/>
                  </a:cubicBezTo>
                  <a:cubicBezTo>
                    <a:pt x="1921" y="1242"/>
                    <a:pt x="2060" y="1041"/>
                    <a:pt x="1911" y="892"/>
                  </a:cubicBezTo>
                  <a:cubicBezTo>
                    <a:pt x="1820" y="787"/>
                    <a:pt x="1734" y="671"/>
                    <a:pt x="1667" y="547"/>
                  </a:cubicBezTo>
                  <a:cubicBezTo>
                    <a:pt x="1518" y="311"/>
                    <a:pt x="1364" y="67"/>
                    <a:pt x="1057" y="9"/>
                  </a:cubicBezTo>
                  <a:cubicBezTo>
                    <a:pt x="1030" y="3"/>
                    <a:pt x="1002"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921" name="Shape 15921"/>
        <p:cNvGrpSpPr/>
        <p:nvPr/>
      </p:nvGrpSpPr>
      <p:grpSpPr>
        <a:xfrm>
          <a:off x="0" y="0"/>
          <a:ext cx="0" cy="0"/>
          <a:chOff x="0" y="0"/>
          <a:chExt cx="0" cy="0"/>
        </a:xfrm>
      </p:grpSpPr>
      <p:sp>
        <p:nvSpPr>
          <p:cNvPr id="15922" name="Google Shape;15922;p8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15923" name="Google Shape;15923;p8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24" name="Google Shape;15924;p84"/>
          <p:cNvGrpSpPr/>
          <p:nvPr/>
        </p:nvGrpSpPr>
        <p:grpSpPr>
          <a:xfrm>
            <a:off x="4132674" y="2896128"/>
            <a:ext cx="361261" cy="357748"/>
            <a:chOff x="4132674" y="2896128"/>
            <a:chExt cx="361261" cy="357748"/>
          </a:xfrm>
        </p:grpSpPr>
        <p:sp>
          <p:nvSpPr>
            <p:cNvPr id="15925" name="Google Shape;15925;p84"/>
            <p:cNvSpPr/>
            <p:nvPr/>
          </p:nvSpPr>
          <p:spPr>
            <a:xfrm>
              <a:off x="4167799" y="2929391"/>
              <a:ext cx="291195" cy="291221"/>
            </a:xfrm>
            <a:custGeom>
              <a:rect b="b" l="l" r="r" t="t"/>
              <a:pathLst>
                <a:path extrusionOk="0" h="11110" w="11109">
                  <a:moveTo>
                    <a:pt x="5553" y="1"/>
                  </a:moveTo>
                  <a:cubicBezTo>
                    <a:pt x="4978" y="1119"/>
                    <a:pt x="3833" y="1784"/>
                    <a:pt x="2630" y="1784"/>
                  </a:cubicBezTo>
                  <a:cubicBezTo>
                    <a:pt x="2296" y="1784"/>
                    <a:pt x="1957" y="1732"/>
                    <a:pt x="1625" y="1626"/>
                  </a:cubicBezTo>
                  <a:lnTo>
                    <a:pt x="1625" y="1626"/>
                  </a:lnTo>
                  <a:cubicBezTo>
                    <a:pt x="2114" y="3159"/>
                    <a:pt x="1428" y="4818"/>
                    <a:pt x="1" y="5557"/>
                  </a:cubicBezTo>
                  <a:cubicBezTo>
                    <a:pt x="1428" y="6292"/>
                    <a:pt x="2114" y="7952"/>
                    <a:pt x="1625" y="9485"/>
                  </a:cubicBezTo>
                  <a:cubicBezTo>
                    <a:pt x="1957" y="9378"/>
                    <a:pt x="2296" y="9327"/>
                    <a:pt x="2630" y="9327"/>
                  </a:cubicBezTo>
                  <a:cubicBezTo>
                    <a:pt x="3833" y="9327"/>
                    <a:pt x="4978" y="9992"/>
                    <a:pt x="5553" y="11109"/>
                  </a:cubicBezTo>
                  <a:cubicBezTo>
                    <a:pt x="6131" y="9992"/>
                    <a:pt x="7274" y="9327"/>
                    <a:pt x="8477" y="9327"/>
                  </a:cubicBezTo>
                  <a:cubicBezTo>
                    <a:pt x="8810" y="9327"/>
                    <a:pt x="9149" y="9378"/>
                    <a:pt x="9481" y="9485"/>
                  </a:cubicBezTo>
                  <a:cubicBezTo>
                    <a:pt x="8992" y="7952"/>
                    <a:pt x="9681" y="6292"/>
                    <a:pt x="11109" y="5557"/>
                  </a:cubicBezTo>
                  <a:cubicBezTo>
                    <a:pt x="9681" y="4818"/>
                    <a:pt x="8992" y="3159"/>
                    <a:pt x="9481" y="1626"/>
                  </a:cubicBezTo>
                  <a:lnTo>
                    <a:pt x="9481" y="1626"/>
                  </a:lnTo>
                  <a:cubicBezTo>
                    <a:pt x="9149" y="1732"/>
                    <a:pt x="8810" y="1784"/>
                    <a:pt x="8477" y="1784"/>
                  </a:cubicBezTo>
                  <a:cubicBezTo>
                    <a:pt x="7274" y="1784"/>
                    <a:pt x="6131" y="1119"/>
                    <a:pt x="5553"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4"/>
            <p:cNvSpPr/>
            <p:nvPr/>
          </p:nvSpPr>
          <p:spPr>
            <a:xfrm>
              <a:off x="4229372" y="2990965"/>
              <a:ext cx="168075" cy="168075"/>
            </a:xfrm>
            <a:custGeom>
              <a:rect b="b" l="l" r="r" t="t"/>
              <a:pathLst>
                <a:path extrusionOk="0" h="6412" w="6412">
                  <a:moveTo>
                    <a:pt x="3204" y="1"/>
                  </a:moveTo>
                  <a:cubicBezTo>
                    <a:pt x="2870" y="646"/>
                    <a:pt x="2210" y="1030"/>
                    <a:pt x="1515" y="1030"/>
                  </a:cubicBezTo>
                  <a:cubicBezTo>
                    <a:pt x="1324" y="1030"/>
                    <a:pt x="1130" y="1001"/>
                    <a:pt x="939" y="940"/>
                  </a:cubicBezTo>
                  <a:lnTo>
                    <a:pt x="939" y="940"/>
                  </a:lnTo>
                  <a:cubicBezTo>
                    <a:pt x="1221" y="1822"/>
                    <a:pt x="823" y="2782"/>
                    <a:pt x="1" y="3208"/>
                  </a:cubicBezTo>
                  <a:cubicBezTo>
                    <a:pt x="823" y="3630"/>
                    <a:pt x="1221" y="4590"/>
                    <a:pt x="939" y="5472"/>
                  </a:cubicBezTo>
                  <a:cubicBezTo>
                    <a:pt x="1130" y="5412"/>
                    <a:pt x="1324" y="5383"/>
                    <a:pt x="1515" y="5383"/>
                  </a:cubicBezTo>
                  <a:cubicBezTo>
                    <a:pt x="2210" y="5383"/>
                    <a:pt x="2870" y="5766"/>
                    <a:pt x="3204" y="6411"/>
                  </a:cubicBezTo>
                  <a:cubicBezTo>
                    <a:pt x="3538" y="5766"/>
                    <a:pt x="4198" y="5383"/>
                    <a:pt x="4894" y="5383"/>
                  </a:cubicBezTo>
                  <a:cubicBezTo>
                    <a:pt x="5086" y="5383"/>
                    <a:pt x="5281" y="5412"/>
                    <a:pt x="5472" y="5472"/>
                  </a:cubicBezTo>
                  <a:cubicBezTo>
                    <a:pt x="5187" y="4590"/>
                    <a:pt x="5585" y="3630"/>
                    <a:pt x="6411" y="3208"/>
                  </a:cubicBezTo>
                  <a:cubicBezTo>
                    <a:pt x="5585" y="2782"/>
                    <a:pt x="5187" y="1822"/>
                    <a:pt x="5472" y="940"/>
                  </a:cubicBezTo>
                  <a:lnTo>
                    <a:pt x="5472" y="940"/>
                  </a:lnTo>
                  <a:cubicBezTo>
                    <a:pt x="5281" y="1001"/>
                    <a:pt x="5086" y="1030"/>
                    <a:pt x="4894" y="1030"/>
                  </a:cubicBezTo>
                  <a:cubicBezTo>
                    <a:pt x="4198" y="1030"/>
                    <a:pt x="3538" y="646"/>
                    <a:pt x="3204"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4"/>
            <p:cNvSpPr/>
            <p:nvPr/>
          </p:nvSpPr>
          <p:spPr>
            <a:xfrm>
              <a:off x="4132674" y="2896128"/>
              <a:ext cx="361261" cy="357748"/>
            </a:xfrm>
            <a:custGeom>
              <a:rect b="b" l="l" r="r" t="t"/>
              <a:pathLst>
                <a:path extrusionOk="0" h="13648" w="13782">
                  <a:moveTo>
                    <a:pt x="6693" y="1942"/>
                  </a:moveTo>
                  <a:lnTo>
                    <a:pt x="6693" y="3566"/>
                  </a:lnTo>
                  <a:cubicBezTo>
                    <a:pt x="6392" y="4121"/>
                    <a:pt x="5817" y="4448"/>
                    <a:pt x="5210" y="4448"/>
                  </a:cubicBezTo>
                  <a:cubicBezTo>
                    <a:pt x="5051" y="4448"/>
                    <a:pt x="4890" y="4425"/>
                    <a:pt x="4730" y="4378"/>
                  </a:cubicBezTo>
                  <a:lnTo>
                    <a:pt x="3581" y="3229"/>
                  </a:lnTo>
                  <a:lnTo>
                    <a:pt x="3581" y="3229"/>
                  </a:lnTo>
                  <a:cubicBezTo>
                    <a:pt x="3711" y="3243"/>
                    <a:pt x="3842" y="3251"/>
                    <a:pt x="3973" y="3251"/>
                  </a:cubicBezTo>
                  <a:cubicBezTo>
                    <a:pt x="4429" y="3251"/>
                    <a:pt x="4880" y="3161"/>
                    <a:pt x="5304" y="2986"/>
                  </a:cubicBezTo>
                  <a:cubicBezTo>
                    <a:pt x="5849" y="2761"/>
                    <a:pt x="6327" y="2399"/>
                    <a:pt x="6693" y="1942"/>
                  </a:cubicBezTo>
                  <a:close/>
                  <a:moveTo>
                    <a:pt x="6693" y="4227"/>
                  </a:moveTo>
                  <a:lnTo>
                    <a:pt x="6693" y="6341"/>
                  </a:lnTo>
                  <a:lnTo>
                    <a:pt x="5198" y="4846"/>
                  </a:lnTo>
                  <a:lnTo>
                    <a:pt x="5209" y="4846"/>
                  </a:lnTo>
                  <a:cubicBezTo>
                    <a:pt x="5764" y="4846"/>
                    <a:pt x="6299" y="4625"/>
                    <a:pt x="6693" y="4227"/>
                  </a:cubicBezTo>
                  <a:close/>
                  <a:moveTo>
                    <a:pt x="7093" y="4231"/>
                  </a:moveTo>
                  <a:cubicBezTo>
                    <a:pt x="7484" y="4628"/>
                    <a:pt x="8018" y="4850"/>
                    <a:pt x="8577" y="4850"/>
                  </a:cubicBezTo>
                  <a:lnTo>
                    <a:pt x="8584" y="4850"/>
                  </a:lnTo>
                  <a:lnTo>
                    <a:pt x="7090" y="6344"/>
                  </a:lnTo>
                  <a:lnTo>
                    <a:pt x="7093" y="4231"/>
                  </a:lnTo>
                  <a:close/>
                  <a:moveTo>
                    <a:pt x="3299" y="3513"/>
                  </a:moveTo>
                  <a:lnTo>
                    <a:pt x="4449" y="4663"/>
                  </a:lnTo>
                  <a:cubicBezTo>
                    <a:pt x="4671" y="5426"/>
                    <a:pt x="4333" y="6242"/>
                    <a:pt x="3637" y="6622"/>
                  </a:cubicBezTo>
                  <a:lnTo>
                    <a:pt x="2009" y="6622"/>
                  </a:lnTo>
                  <a:cubicBezTo>
                    <a:pt x="2469" y="6256"/>
                    <a:pt x="2828" y="5778"/>
                    <a:pt x="3057" y="5233"/>
                  </a:cubicBezTo>
                  <a:cubicBezTo>
                    <a:pt x="3278" y="4688"/>
                    <a:pt x="3363" y="4097"/>
                    <a:pt x="3299" y="3513"/>
                  </a:cubicBezTo>
                  <a:close/>
                  <a:moveTo>
                    <a:pt x="4920" y="5127"/>
                  </a:moveTo>
                  <a:lnTo>
                    <a:pt x="6411" y="6622"/>
                  </a:lnTo>
                  <a:lnTo>
                    <a:pt x="4301" y="6622"/>
                  </a:lnTo>
                  <a:cubicBezTo>
                    <a:pt x="4699" y="6228"/>
                    <a:pt x="4920" y="5690"/>
                    <a:pt x="4920" y="5127"/>
                  </a:cubicBezTo>
                  <a:close/>
                  <a:moveTo>
                    <a:pt x="8869" y="5127"/>
                  </a:moveTo>
                  <a:lnTo>
                    <a:pt x="8869" y="5127"/>
                  </a:lnTo>
                  <a:cubicBezTo>
                    <a:pt x="8866" y="5690"/>
                    <a:pt x="9091" y="6228"/>
                    <a:pt x="9488" y="6622"/>
                  </a:cubicBezTo>
                  <a:lnTo>
                    <a:pt x="7375" y="6622"/>
                  </a:lnTo>
                  <a:lnTo>
                    <a:pt x="8869" y="5127"/>
                  </a:lnTo>
                  <a:close/>
                  <a:moveTo>
                    <a:pt x="7093" y="1942"/>
                  </a:moveTo>
                  <a:cubicBezTo>
                    <a:pt x="7463" y="2402"/>
                    <a:pt x="7937" y="2761"/>
                    <a:pt x="8482" y="2986"/>
                  </a:cubicBezTo>
                  <a:cubicBezTo>
                    <a:pt x="8906" y="3161"/>
                    <a:pt x="9357" y="3251"/>
                    <a:pt x="9813" y="3251"/>
                  </a:cubicBezTo>
                  <a:cubicBezTo>
                    <a:pt x="9944" y="3251"/>
                    <a:pt x="10075" y="3243"/>
                    <a:pt x="10206" y="3229"/>
                  </a:cubicBezTo>
                  <a:lnTo>
                    <a:pt x="10206" y="3229"/>
                  </a:lnTo>
                  <a:lnTo>
                    <a:pt x="10170" y="3264"/>
                  </a:lnTo>
                  <a:cubicBezTo>
                    <a:pt x="10035" y="3410"/>
                    <a:pt x="10165" y="3602"/>
                    <a:pt x="10317" y="3602"/>
                  </a:cubicBezTo>
                  <a:cubicBezTo>
                    <a:pt x="10362" y="3602"/>
                    <a:pt x="10409" y="3585"/>
                    <a:pt x="10452" y="3545"/>
                  </a:cubicBezTo>
                  <a:lnTo>
                    <a:pt x="10487" y="3513"/>
                  </a:lnTo>
                  <a:lnTo>
                    <a:pt x="10487" y="3513"/>
                  </a:lnTo>
                  <a:cubicBezTo>
                    <a:pt x="10353" y="4702"/>
                    <a:pt x="10838" y="5876"/>
                    <a:pt x="11777" y="6625"/>
                  </a:cubicBezTo>
                  <a:lnTo>
                    <a:pt x="10149" y="6625"/>
                  </a:lnTo>
                  <a:cubicBezTo>
                    <a:pt x="9453" y="6242"/>
                    <a:pt x="9112" y="5426"/>
                    <a:pt x="9337" y="4663"/>
                  </a:cubicBezTo>
                  <a:lnTo>
                    <a:pt x="9812" y="4189"/>
                  </a:lnTo>
                  <a:cubicBezTo>
                    <a:pt x="9948" y="4042"/>
                    <a:pt x="9816" y="3848"/>
                    <a:pt x="9664" y="3848"/>
                  </a:cubicBezTo>
                  <a:cubicBezTo>
                    <a:pt x="9619" y="3848"/>
                    <a:pt x="9572" y="3865"/>
                    <a:pt x="9530" y="3904"/>
                  </a:cubicBezTo>
                  <a:lnTo>
                    <a:pt x="9056" y="4382"/>
                  </a:lnTo>
                  <a:cubicBezTo>
                    <a:pt x="8899" y="4428"/>
                    <a:pt x="8739" y="4449"/>
                    <a:pt x="8582" y="4449"/>
                  </a:cubicBezTo>
                  <a:cubicBezTo>
                    <a:pt x="7975" y="4449"/>
                    <a:pt x="7398" y="4123"/>
                    <a:pt x="7093" y="3570"/>
                  </a:cubicBezTo>
                  <a:lnTo>
                    <a:pt x="7093" y="1942"/>
                  </a:lnTo>
                  <a:close/>
                  <a:moveTo>
                    <a:pt x="6411" y="7023"/>
                  </a:moveTo>
                  <a:lnTo>
                    <a:pt x="4917" y="8517"/>
                  </a:lnTo>
                  <a:cubicBezTo>
                    <a:pt x="4920" y="7958"/>
                    <a:pt x="4695" y="7417"/>
                    <a:pt x="4298" y="7023"/>
                  </a:cubicBezTo>
                  <a:close/>
                  <a:moveTo>
                    <a:pt x="9485" y="7023"/>
                  </a:moveTo>
                  <a:cubicBezTo>
                    <a:pt x="9087" y="7417"/>
                    <a:pt x="8866" y="7958"/>
                    <a:pt x="8866" y="8517"/>
                  </a:cubicBezTo>
                  <a:lnTo>
                    <a:pt x="7375" y="7023"/>
                  </a:lnTo>
                  <a:close/>
                  <a:moveTo>
                    <a:pt x="6693" y="7308"/>
                  </a:moveTo>
                  <a:lnTo>
                    <a:pt x="6693" y="9418"/>
                  </a:lnTo>
                  <a:cubicBezTo>
                    <a:pt x="6302" y="9020"/>
                    <a:pt x="5768" y="8799"/>
                    <a:pt x="5209" y="8799"/>
                  </a:cubicBezTo>
                  <a:lnTo>
                    <a:pt x="5202" y="8799"/>
                  </a:lnTo>
                  <a:lnTo>
                    <a:pt x="6693" y="7308"/>
                  </a:lnTo>
                  <a:close/>
                  <a:moveTo>
                    <a:pt x="7093" y="7308"/>
                  </a:moveTo>
                  <a:lnTo>
                    <a:pt x="8588" y="8802"/>
                  </a:lnTo>
                  <a:cubicBezTo>
                    <a:pt x="8584" y="8802"/>
                    <a:pt x="8579" y="8802"/>
                    <a:pt x="8575" y="8802"/>
                  </a:cubicBezTo>
                  <a:cubicBezTo>
                    <a:pt x="8017" y="8802"/>
                    <a:pt x="7484" y="9023"/>
                    <a:pt x="7093" y="9418"/>
                  </a:cubicBezTo>
                  <a:lnTo>
                    <a:pt x="7093" y="7308"/>
                  </a:lnTo>
                  <a:close/>
                  <a:moveTo>
                    <a:pt x="11777" y="7023"/>
                  </a:moveTo>
                  <a:cubicBezTo>
                    <a:pt x="11317" y="7392"/>
                    <a:pt x="10958" y="7870"/>
                    <a:pt x="10729" y="8415"/>
                  </a:cubicBezTo>
                  <a:lnTo>
                    <a:pt x="10729" y="8412"/>
                  </a:lnTo>
                  <a:cubicBezTo>
                    <a:pt x="10504" y="8957"/>
                    <a:pt x="10424" y="9551"/>
                    <a:pt x="10487" y="10135"/>
                  </a:cubicBezTo>
                  <a:lnTo>
                    <a:pt x="9337" y="8985"/>
                  </a:lnTo>
                  <a:cubicBezTo>
                    <a:pt x="9112" y="8222"/>
                    <a:pt x="9453" y="7406"/>
                    <a:pt x="10149" y="7023"/>
                  </a:cubicBezTo>
                  <a:close/>
                  <a:moveTo>
                    <a:pt x="3637" y="7023"/>
                  </a:moveTo>
                  <a:cubicBezTo>
                    <a:pt x="4333" y="7406"/>
                    <a:pt x="4671" y="8222"/>
                    <a:pt x="4449" y="8985"/>
                  </a:cubicBezTo>
                  <a:lnTo>
                    <a:pt x="3974" y="9463"/>
                  </a:lnTo>
                  <a:cubicBezTo>
                    <a:pt x="3838" y="9607"/>
                    <a:pt x="3970" y="9800"/>
                    <a:pt x="4122" y="9800"/>
                  </a:cubicBezTo>
                  <a:cubicBezTo>
                    <a:pt x="4167" y="9800"/>
                    <a:pt x="4214" y="9784"/>
                    <a:pt x="4256" y="9745"/>
                  </a:cubicBezTo>
                  <a:lnTo>
                    <a:pt x="4734" y="9270"/>
                  </a:lnTo>
                  <a:cubicBezTo>
                    <a:pt x="4892" y="9223"/>
                    <a:pt x="5053" y="9201"/>
                    <a:pt x="5212" y="9201"/>
                  </a:cubicBezTo>
                  <a:cubicBezTo>
                    <a:pt x="5817" y="9201"/>
                    <a:pt x="6392" y="9528"/>
                    <a:pt x="6693" y="10082"/>
                  </a:cubicBezTo>
                  <a:lnTo>
                    <a:pt x="6693" y="11707"/>
                  </a:lnTo>
                  <a:cubicBezTo>
                    <a:pt x="6327" y="11246"/>
                    <a:pt x="5849" y="10887"/>
                    <a:pt x="5304" y="10662"/>
                  </a:cubicBezTo>
                  <a:cubicBezTo>
                    <a:pt x="4876" y="10486"/>
                    <a:pt x="4420" y="10396"/>
                    <a:pt x="3960" y="10396"/>
                  </a:cubicBezTo>
                  <a:cubicBezTo>
                    <a:pt x="3834" y="10396"/>
                    <a:pt x="3707" y="10403"/>
                    <a:pt x="3581" y="10416"/>
                  </a:cubicBezTo>
                  <a:lnTo>
                    <a:pt x="3616" y="10385"/>
                  </a:lnTo>
                  <a:cubicBezTo>
                    <a:pt x="3748" y="10238"/>
                    <a:pt x="3620" y="10046"/>
                    <a:pt x="3469" y="10046"/>
                  </a:cubicBezTo>
                  <a:cubicBezTo>
                    <a:pt x="3424" y="10046"/>
                    <a:pt x="3377" y="10063"/>
                    <a:pt x="3334" y="10103"/>
                  </a:cubicBezTo>
                  <a:lnTo>
                    <a:pt x="3299" y="10135"/>
                  </a:lnTo>
                  <a:cubicBezTo>
                    <a:pt x="3433" y="8946"/>
                    <a:pt x="2944" y="7772"/>
                    <a:pt x="2009" y="7023"/>
                  </a:cubicBezTo>
                  <a:close/>
                  <a:moveTo>
                    <a:pt x="8574" y="9201"/>
                  </a:moveTo>
                  <a:cubicBezTo>
                    <a:pt x="8733" y="9201"/>
                    <a:pt x="8894" y="9223"/>
                    <a:pt x="9052" y="9270"/>
                  </a:cubicBezTo>
                  <a:lnTo>
                    <a:pt x="10206" y="10420"/>
                  </a:lnTo>
                  <a:cubicBezTo>
                    <a:pt x="10075" y="10405"/>
                    <a:pt x="9944" y="10397"/>
                    <a:pt x="9813" y="10397"/>
                  </a:cubicBezTo>
                  <a:cubicBezTo>
                    <a:pt x="9357" y="10397"/>
                    <a:pt x="8906" y="10487"/>
                    <a:pt x="8482" y="10662"/>
                  </a:cubicBezTo>
                  <a:cubicBezTo>
                    <a:pt x="7937" y="10887"/>
                    <a:pt x="7459" y="11246"/>
                    <a:pt x="7093" y="11707"/>
                  </a:cubicBezTo>
                  <a:lnTo>
                    <a:pt x="7093" y="10082"/>
                  </a:lnTo>
                  <a:cubicBezTo>
                    <a:pt x="7394" y="9528"/>
                    <a:pt x="7969" y="9201"/>
                    <a:pt x="8574" y="9201"/>
                  </a:cubicBezTo>
                  <a:close/>
                  <a:moveTo>
                    <a:pt x="6893" y="0"/>
                  </a:moveTo>
                  <a:cubicBezTo>
                    <a:pt x="6793" y="0"/>
                    <a:pt x="6693" y="67"/>
                    <a:pt x="6693" y="201"/>
                  </a:cubicBezTo>
                  <a:lnTo>
                    <a:pt x="6693" y="1217"/>
                  </a:lnTo>
                  <a:cubicBezTo>
                    <a:pt x="6146" y="2244"/>
                    <a:pt x="5084" y="2853"/>
                    <a:pt x="3968" y="2853"/>
                  </a:cubicBezTo>
                  <a:cubicBezTo>
                    <a:pt x="3670" y="2853"/>
                    <a:pt x="3368" y="2809"/>
                    <a:pt x="3071" y="2719"/>
                  </a:cubicBezTo>
                  <a:lnTo>
                    <a:pt x="2350" y="1998"/>
                  </a:lnTo>
                  <a:cubicBezTo>
                    <a:pt x="2306" y="1950"/>
                    <a:pt x="2255" y="1929"/>
                    <a:pt x="2207" y="1929"/>
                  </a:cubicBezTo>
                  <a:cubicBezTo>
                    <a:pt x="2050" y="1929"/>
                    <a:pt x="1913" y="2138"/>
                    <a:pt x="2068" y="2283"/>
                  </a:cubicBezTo>
                  <a:lnTo>
                    <a:pt x="2786" y="3000"/>
                  </a:lnTo>
                  <a:cubicBezTo>
                    <a:pt x="3215" y="4414"/>
                    <a:pt x="2589" y="5929"/>
                    <a:pt x="1288" y="6625"/>
                  </a:cubicBezTo>
                  <a:lnTo>
                    <a:pt x="268" y="6625"/>
                  </a:lnTo>
                  <a:cubicBezTo>
                    <a:pt x="1" y="6625"/>
                    <a:pt x="1" y="7023"/>
                    <a:pt x="268" y="7023"/>
                  </a:cubicBezTo>
                  <a:lnTo>
                    <a:pt x="1288" y="7023"/>
                  </a:lnTo>
                  <a:cubicBezTo>
                    <a:pt x="2589" y="7719"/>
                    <a:pt x="3215" y="9235"/>
                    <a:pt x="2786" y="10648"/>
                  </a:cubicBezTo>
                  <a:lnTo>
                    <a:pt x="2068" y="11366"/>
                  </a:lnTo>
                  <a:cubicBezTo>
                    <a:pt x="1932" y="11513"/>
                    <a:pt x="2064" y="11706"/>
                    <a:pt x="2217" y="11706"/>
                  </a:cubicBezTo>
                  <a:cubicBezTo>
                    <a:pt x="2261" y="11706"/>
                    <a:pt x="2308" y="11689"/>
                    <a:pt x="2350" y="11650"/>
                  </a:cubicBezTo>
                  <a:lnTo>
                    <a:pt x="3071" y="10930"/>
                  </a:lnTo>
                  <a:cubicBezTo>
                    <a:pt x="3368" y="10839"/>
                    <a:pt x="3670" y="10796"/>
                    <a:pt x="3968" y="10796"/>
                  </a:cubicBezTo>
                  <a:cubicBezTo>
                    <a:pt x="5084" y="10796"/>
                    <a:pt x="6146" y="11404"/>
                    <a:pt x="6693" y="12431"/>
                  </a:cubicBezTo>
                  <a:lnTo>
                    <a:pt x="6693" y="13447"/>
                  </a:lnTo>
                  <a:cubicBezTo>
                    <a:pt x="6693" y="13581"/>
                    <a:pt x="6793" y="13648"/>
                    <a:pt x="6893" y="13648"/>
                  </a:cubicBezTo>
                  <a:cubicBezTo>
                    <a:pt x="6993" y="13648"/>
                    <a:pt x="7093" y="13581"/>
                    <a:pt x="7093" y="13447"/>
                  </a:cubicBezTo>
                  <a:lnTo>
                    <a:pt x="7093" y="12431"/>
                  </a:lnTo>
                  <a:cubicBezTo>
                    <a:pt x="7640" y="11404"/>
                    <a:pt x="8699" y="10796"/>
                    <a:pt x="9817" y="10796"/>
                  </a:cubicBezTo>
                  <a:cubicBezTo>
                    <a:pt x="10115" y="10796"/>
                    <a:pt x="10417" y="10839"/>
                    <a:pt x="10715" y="10930"/>
                  </a:cubicBezTo>
                  <a:lnTo>
                    <a:pt x="11433" y="11650"/>
                  </a:lnTo>
                  <a:cubicBezTo>
                    <a:pt x="11476" y="11689"/>
                    <a:pt x="11523" y="11706"/>
                    <a:pt x="11567" y="11706"/>
                  </a:cubicBezTo>
                  <a:cubicBezTo>
                    <a:pt x="11721" y="11706"/>
                    <a:pt x="11851" y="11513"/>
                    <a:pt x="11718" y="11366"/>
                  </a:cubicBezTo>
                  <a:lnTo>
                    <a:pt x="11000" y="10648"/>
                  </a:lnTo>
                  <a:cubicBezTo>
                    <a:pt x="10568" y="9238"/>
                    <a:pt x="11197" y="7719"/>
                    <a:pt x="12498" y="7026"/>
                  </a:cubicBezTo>
                  <a:lnTo>
                    <a:pt x="13518" y="7026"/>
                  </a:lnTo>
                  <a:cubicBezTo>
                    <a:pt x="13782" y="7026"/>
                    <a:pt x="13782" y="6625"/>
                    <a:pt x="13518" y="6625"/>
                  </a:cubicBezTo>
                  <a:lnTo>
                    <a:pt x="12498" y="6625"/>
                  </a:lnTo>
                  <a:cubicBezTo>
                    <a:pt x="11197" y="5929"/>
                    <a:pt x="10571" y="4414"/>
                    <a:pt x="11000" y="3000"/>
                  </a:cubicBezTo>
                  <a:lnTo>
                    <a:pt x="11718" y="2283"/>
                  </a:lnTo>
                  <a:cubicBezTo>
                    <a:pt x="11873" y="2138"/>
                    <a:pt x="11736" y="1929"/>
                    <a:pt x="11580" y="1929"/>
                  </a:cubicBezTo>
                  <a:cubicBezTo>
                    <a:pt x="11531" y="1929"/>
                    <a:pt x="11480" y="1950"/>
                    <a:pt x="11436" y="1998"/>
                  </a:cubicBezTo>
                  <a:lnTo>
                    <a:pt x="10715" y="2719"/>
                  </a:lnTo>
                  <a:cubicBezTo>
                    <a:pt x="10418" y="2809"/>
                    <a:pt x="10116" y="2853"/>
                    <a:pt x="9818" y="2853"/>
                  </a:cubicBezTo>
                  <a:cubicBezTo>
                    <a:pt x="8702" y="2853"/>
                    <a:pt x="7640" y="2244"/>
                    <a:pt x="7093" y="1217"/>
                  </a:cubicBezTo>
                  <a:lnTo>
                    <a:pt x="7093" y="201"/>
                  </a:lnTo>
                  <a:cubicBezTo>
                    <a:pt x="7093" y="67"/>
                    <a:pt x="6993" y="0"/>
                    <a:pt x="68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8" name="Google Shape;15928;p84"/>
          <p:cNvGrpSpPr/>
          <p:nvPr/>
        </p:nvGrpSpPr>
        <p:grpSpPr>
          <a:xfrm>
            <a:off x="8018284" y="2896075"/>
            <a:ext cx="248363" cy="357801"/>
            <a:chOff x="8018284" y="2896075"/>
            <a:chExt cx="248363" cy="357801"/>
          </a:xfrm>
        </p:grpSpPr>
        <p:sp>
          <p:nvSpPr>
            <p:cNvPr id="15929" name="Google Shape;15929;p84"/>
            <p:cNvSpPr/>
            <p:nvPr/>
          </p:nvSpPr>
          <p:spPr>
            <a:xfrm>
              <a:off x="8099517" y="3022682"/>
              <a:ext cx="52477" cy="225952"/>
            </a:xfrm>
            <a:custGeom>
              <a:rect b="b" l="l" r="r" t="t"/>
              <a:pathLst>
                <a:path extrusionOk="0" h="8620" w="2002">
                  <a:moveTo>
                    <a:pt x="1302" y="1"/>
                  </a:moveTo>
                  <a:cubicBezTo>
                    <a:pt x="1" y="3120"/>
                    <a:pt x="352" y="8619"/>
                    <a:pt x="352" y="8619"/>
                  </a:cubicBezTo>
                  <a:lnTo>
                    <a:pt x="1636" y="8619"/>
                  </a:lnTo>
                  <a:cubicBezTo>
                    <a:pt x="1636" y="8619"/>
                    <a:pt x="890" y="3517"/>
                    <a:pt x="2001" y="275"/>
                  </a:cubicBezTo>
                  <a:lnTo>
                    <a:pt x="1302"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4"/>
            <p:cNvSpPr/>
            <p:nvPr/>
          </p:nvSpPr>
          <p:spPr>
            <a:xfrm>
              <a:off x="8099517" y="2989235"/>
              <a:ext cx="79109" cy="259399"/>
            </a:xfrm>
            <a:custGeom>
              <a:rect b="b" l="l" r="r" t="t"/>
              <a:pathLst>
                <a:path extrusionOk="0" h="9896" w="3018">
                  <a:moveTo>
                    <a:pt x="1056" y="0"/>
                  </a:moveTo>
                  <a:cubicBezTo>
                    <a:pt x="809" y="433"/>
                    <a:pt x="908" y="978"/>
                    <a:pt x="1291" y="1298"/>
                  </a:cubicBezTo>
                  <a:cubicBezTo>
                    <a:pt x="1" y="4417"/>
                    <a:pt x="352" y="9895"/>
                    <a:pt x="352" y="9895"/>
                  </a:cubicBezTo>
                  <a:lnTo>
                    <a:pt x="950" y="9895"/>
                  </a:lnTo>
                  <a:cubicBezTo>
                    <a:pt x="883" y="8893"/>
                    <a:pt x="662" y="4526"/>
                    <a:pt x="1523" y="1670"/>
                  </a:cubicBezTo>
                  <a:cubicBezTo>
                    <a:pt x="1550" y="1585"/>
                    <a:pt x="1631" y="1527"/>
                    <a:pt x="1720" y="1527"/>
                  </a:cubicBezTo>
                  <a:cubicBezTo>
                    <a:pt x="1738" y="1527"/>
                    <a:pt x="1755" y="1529"/>
                    <a:pt x="1773" y="1533"/>
                  </a:cubicBezTo>
                  <a:cubicBezTo>
                    <a:pt x="1836" y="1544"/>
                    <a:pt x="1903" y="1551"/>
                    <a:pt x="1973" y="1551"/>
                  </a:cubicBezTo>
                  <a:cubicBezTo>
                    <a:pt x="2536" y="1551"/>
                    <a:pt x="2997" y="1104"/>
                    <a:pt x="3018" y="542"/>
                  </a:cubicBezTo>
                  <a:cubicBezTo>
                    <a:pt x="2367" y="348"/>
                    <a:pt x="1713" y="162"/>
                    <a:pt x="105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4"/>
            <p:cNvSpPr/>
            <p:nvPr/>
          </p:nvSpPr>
          <p:spPr>
            <a:xfrm>
              <a:off x="8123213" y="2902760"/>
              <a:ext cx="57353" cy="99476"/>
            </a:xfrm>
            <a:custGeom>
              <a:rect b="b" l="l" r="r" t="t"/>
              <a:pathLst>
                <a:path extrusionOk="0" h="3795" w="2188">
                  <a:moveTo>
                    <a:pt x="160" y="0"/>
                  </a:moveTo>
                  <a:cubicBezTo>
                    <a:pt x="68" y="0"/>
                    <a:pt x="0" y="99"/>
                    <a:pt x="46" y="191"/>
                  </a:cubicBezTo>
                  <a:cubicBezTo>
                    <a:pt x="310" y="792"/>
                    <a:pt x="971" y="2381"/>
                    <a:pt x="1157" y="3795"/>
                  </a:cubicBezTo>
                  <a:lnTo>
                    <a:pt x="1157" y="3791"/>
                  </a:lnTo>
                  <a:cubicBezTo>
                    <a:pt x="2188" y="2508"/>
                    <a:pt x="2089" y="1773"/>
                    <a:pt x="1896" y="1369"/>
                  </a:cubicBezTo>
                  <a:cubicBezTo>
                    <a:pt x="1470" y="475"/>
                    <a:pt x="633" y="127"/>
                    <a:pt x="204" y="8"/>
                  </a:cubicBezTo>
                  <a:cubicBezTo>
                    <a:pt x="189" y="2"/>
                    <a:pt x="174" y="0"/>
                    <a:pt x="160"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4"/>
            <p:cNvSpPr/>
            <p:nvPr/>
          </p:nvSpPr>
          <p:spPr>
            <a:xfrm>
              <a:off x="8027092" y="2968343"/>
              <a:ext cx="126475" cy="48021"/>
            </a:xfrm>
            <a:custGeom>
              <a:rect b="b" l="l" r="r" t="t"/>
              <a:pathLst>
                <a:path extrusionOk="0" h="1832" w="4825">
                  <a:moveTo>
                    <a:pt x="2691" y="1"/>
                  </a:moveTo>
                  <a:cubicBezTo>
                    <a:pt x="2489" y="1"/>
                    <a:pt x="2297" y="22"/>
                    <a:pt x="2127" y="55"/>
                  </a:cubicBezTo>
                  <a:cubicBezTo>
                    <a:pt x="998" y="277"/>
                    <a:pt x="316" y="1216"/>
                    <a:pt x="45" y="1676"/>
                  </a:cubicBezTo>
                  <a:cubicBezTo>
                    <a:pt x="0" y="1749"/>
                    <a:pt x="56" y="1831"/>
                    <a:pt x="130" y="1831"/>
                  </a:cubicBezTo>
                  <a:cubicBezTo>
                    <a:pt x="142" y="1831"/>
                    <a:pt x="155" y="1829"/>
                    <a:pt x="168" y="1824"/>
                  </a:cubicBezTo>
                  <a:cubicBezTo>
                    <a:pt x="699" y="1624"/>
                    <a:pt x="1984" y="1208"/>
                    <a:pt x="3588" y="1208"/>
                  </a:cubicBezTo>
                  <a:cubicBezTo>
                    <a:pt x="3983" y="1208"/>
                    <a:pt x="4397" y="1233"/>
                    <a:pt x="4824" y="1293"/>
                  </a:cubicBezTo>
                  <a:cubicBezTo>
                    <a:pt x="4319" y="284"/>
                    <a:pt x="3433" y="1"/>
                    <a:pt x="269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84"/>
            <p:cNvSpPr/>
            <p:nvPr/>
          </p:nvSpPr>
          <p:spPr>
            <a:xfrm>
              <a:off x="8153541" y="2988212"/>
              <a:ext cx="88520" cy="78035"/>
            </a:xfrm>
            <a:custGeom>
              <a:rect b="b" l="l" r="r" t="t"/>
              <a:pathLst>
                <a:path extrusionOk="0" h="2977" w="3377">
                  <a:moveTo>
                    <a:pt x="1201" y="0"/>
                  </a:moveTo>
                  <a:cubicBezTo>
                    <a:pt x="447" y="0"/>
                    <a:pt x="0" y="535"/>
                    <a:pt x="0" y="535"/>
                  </a:cubicBezTo>
                  <a:cubicBezTo>
                    <a:pt x="1646" y="1157"/>
                    <a:pt x="2694" y="2356"/>
                    <a:pt x="3119" y="2923"/>
                  </a:cubicBezTo>
                  <a:cubicBezTo>
                    <a:pt x="3147" y="2960"/>
                    <a:pt x="3187" y="2976"/>
                    <a:pt x="3226" y="2976"/>
                  </a:cubicBezTo>
                  <a:cubicBezTo>
                    <a:pt x="3295" y="2976"/>
                    <a:pt x="3363" y="2925"/>
                    <a:pt x="3365" y="2842"/>
                  </a:cubicBezTo>
                  <a:cubicBezTo>
                    <a:pt x="3376" y="2293"/>
                    <a:pt x="3327" y="1175"/>
                    <a:pt x="2609" y="588"/>
                  </a:cubicBezTo>
                  <a:cubicBezTo>
                    <a:pt x="2070" y="145"/>
                    <a:pt x="1593" y="0"/>
                    <a:pt x="120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84"/>
            <p:cNvSpPr/>
            <p:nvPr/>
          </p:nvSpPr>
          <p:spPr>
            <a:xfrm>
              <a:off x="8054641" y="2913716"/>
              <a:ext cx="197275" cy="88520"/>
            </a:xfrm>
            <a:custGeom>
              <a:rect b="b" l="l" r="r" t="t"/>
              <a:pathLst>
                <a:path extrusionOk="0" h="3377" w="7526">
                  <a:moveTo>
                    <a:pt x="1097" y="1"/>
                  </a:moveTo>
                  <a:cubicBezTo>
                    <a:pt x="739" y="1"/>
                    <a:pt x="414" y="57"/>
                    <a:pt x="158" y="124"/>
                  </a:cubicBezTo>
                  <a:cubicBezTo>
                    <a:pt x="11" y="166"/>
                    <a:pt x="0" y="367"/>
                    <a:pt x="141" y="427"/>
                  </a:cubicBezTo>
                  <a:cubicBezTo>
                    <a:pt x="907" y="764"/>
                    <a:pt x="2782" y="2086"/>
                    <a:pt x="3773" y="3377"/>
                  </a:cubicBezTo>
                  <a:cubicBezTo>
                    <a:pt x="4779" y="2663"/>
                    <a:pt x="6667" y="1840"/>
                    <a:pt x="7367" y="1731"/>
                  </a:cubicBezTo>
                  <a:cubicBezTo>
                    <a:pt x="7497" y="1710"/>
                    <a:pt x="7525" y="1534"/>
                    <a:pt x="7409" y="1475"/>
                  </a:cubicBezTo>
                  <a:cubicBezTo>
                    <a:pt x="7049" y="1276"/>
                    <a:pt x="6446" y="1007"/>
                    <a:pt x="5801" y="1007"/>
                  </a:cubicBezTo>
                  <a:cubicBezTo>
                    <a:pt x="5576" y="1007"/>
                    <a:pt x="5346" y="1039"/>
                    <a:pt x="5120" y="1119"/>
                  </a:cubicBezTo>
                  <a:cubicBezTo>
                    <a:pt x="4389" y="1376"/>
                    <a:pt x="4040" y="1858"/>
                    <a:pt x="3882" y="2308"/>
                  </a:cubicBezTo>
                  <a:cubicBezTo>
                    <a:pt x="3822" y="1735"/>
                    <a:pt x="3552" y="1031"/>
                    <a:pt x="2718" y="476"/>
                  </a:cubicBezTo>
                  <a:cubicBezTo>
                    <a:pt x="2180" y="115"/>
                    <a:pt x="1605" y="1"/>
                    <a:pt x="1097"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4"/>
            <p:cNvSpPr/>
            <p:nvPr/>
          </p:nvSpPr>
          <p:spPr>
            <a:xfrm>
              <a:off x="8018284" y="2896075"/>
              <a:ext cx="248363" cy="357801"/>
            </a:xfrm>
            <a:custGeom>
              <a:rect b="b" l="l" r="r" t="t"/>
              <a:pathLst>
                <a:path extrusionOk="0" h="13650" w="9475">
                  <a:moveTo>
                    <a:pt x="4362" y="519"/>
                  </a:moveTo>
                  <a:lnTo>
                    <a:pt x="4362" y="519"/>
                  </a:lnTo>
                  <a:cubicBezTo>
                    <a:pt x="4784" y="674"/>
                    <a:pt x="5392" y="1008"/>
                    <a:pt x="5719" y="1711"/>
                  </a:cubicBezTo>
                  <a:cubicBezTo>
                    <a:pt x="5758" y="1796"/>
                    <a:pt x="5786" y="1887"/>
                    <a:pt x="5807" y="1979"/>
                  </a:cubicBezTo>
                  <a:cubicBezTo>
                    <a:pt x="5646" y="2119"/>
                    <a:pt x="5505" y="2281"/>
                    <a:pt x="5389" y="2460"/>
                  </a:cubicBezTo>
                  <a:cubicBezTo>
                    <a:pt x="5181" y="2780"/>
                    <a:pt x="5044" y="3139"/>
                    <a:pt x="4977" y="3512"/>
                  </a:cubicBezTo>
                  <a:cubicBezTo>
                    <a:pt x="3820" y="2165"/>
                    <a:pt x="2439" y="1328"/>
                    <a:pt x="1718" y="955"/>
                  </a:cubicBezTo>
                  <a:cubicBezTo>
                    <a:pt x="1932" y="910"/>
                    <a:pt x="2200" y="871"/>
                    <a:pt x="2493" y="871"/>
                  </a:cubicBezTo>
                  <a:cubicBezTo>
                    <a:pt x="2947" y="871"/>
                    <a:pt x="3458" y="964"/>
                    <a:pt x="3915" y="1265"/>
                  </a:cubicBezTo>
                  <a:cubicBezTo>
                    <a:pt x="4246" y="1486"/>
                    <a:pt x="4527" y="1775"/>
                    <a:pt x="4742" y="2112"/>
                  </a:cubicBezTo>
                  <a:cubicBezTo>
                    <a:pt x="4784" y="2177"/>
                    <a:pt x="4844" y="2205"/>
                    <a:pt x="4903" y="2205"/>
                  </a:cubicBezTo>
                  <a:cubicBezTo>
                    <a:pt x="5038" y="2205"/>
                    <a:pt x="5169" y="2062"/>
                    <a:pt x="5083" y="1905"/>
                  </a:cubicBezTo>
                  <a:cubicBezTo>
                    <a:pt x="5009" y="1785"/>
                    <a:pt x="4928" y="1673"/>
                    <a:pt x="4837" y="1567"/>
                  </a:cubicBezTo>
                  <a:cubicBezTo>
                    <a:pt x="4703" y="1209"/>
                    <a:pt x="4545" y="857"/>
                    <a:pt x="4362" y="519"/>
                  </a:cubicBezTo>
                  <a:close/>
                  <a:moveTo>
                    <a:pt x="7295" y="1859"/>
                  </a:moveTo>
                  <a:cubicBezTo>
                    <a:pt x="7857" y="1859"/>
                    <a:pt x="8360" y="2063"/>
                    <a:pt x="8691" y="2239"/>
                  </a:cubicBezTo>
                  <a:cubicBezTo>
                    <a:pt x="7516" y="2517"/>
                    <a:pt x="6395" y="2977"/>
                    <a:pt x="5368" y="3610"/>
                  </a:cubicBezTo>
                  <a:lnTo>
                    <a:pt x="5364" y="3610"/>
                  </a:lnTo>
                  <a:cubicBezTo>
                    <a:pt x="5515" y="2657"/>
                    <a:pt x="6138" y="2084"/>
                    <a:pt x="6750" y="1926"/>
                  </a:cubicBezTo>
                  <a:cubicBezTo>
                    <a:pt x="6929" y="1880"/>
                    <a:pt x="7112" y="1859"/>
                    <a:pt x="7295" y="1859"/>
                  </a:cubicBezTo>
                  <a:close/>
                  <a:moveTo>
                    <a:pt x="3072" y="2955"/>
                  </a:moveTo>
                  <a:cubicBezTo>
                    <a:pt x="3502" y="2955"/>
                    <a:pt x="3891" y="3062"/>
                    <a:pt x="4200" y="3269"/>
                  </a:cubicBezTo>
                  <a:cubicBezTo>
                    <a:pt x="4207" y="3273"/>
                    <a:pt x="4214" y="3276"/>
                    <a:pt x="4221" y="3280"/>
                  </a:cubicBezTo>
                  <a:cubicBezTo>
                    <a:pt x="4383" y="3442"/>
                    <a:pt x="4545" y="3617"/>
                    <a:pt x="4700" y="3800"/>
                  </a:cubicBezTo>
                  <a:cubicBezTo>
                    <a:pt x="4437" y="3780"/>
                    <a:pt x="4175" y="3769"/>
                    <a:pt x="3912" y="3769"/>
                  </a:cubicBezTo>
                  <a:cubicBezTo>
                    <a:pt x="3148" y="3769"/>
                    <a:pt x="2386" y="3857"/>
                    <a:pt x="1640" y="4032"/>
                  </a:cubicBezTo>
                  <a:cubicBezTo>
                    <a:pt x="1266" y="4120"/>
                    <a:pt x="954" y="4214"/>
                    <a:pt x="712" y="4295"/>
                  </a:cubicBezTo>
                  <a:lnTo>
                    <a:pt x="712" y="4295"/>
                  </a:lnTo>
                  <a:cubicBezTo>
                    <a:pt x="1032" y="3835"/>
                    <a:pt x="1626" y="3181"/>
                    <a:pt x="2505" y="3013"/>
                  </a:cubicBezTo>
                  <a:cubicBezTo>
                    <a:pt x="2700" y="2974"/>
                    <a:pt x="2889" y="2955"/>
                    <a:pt x="3072" y="2955"/>
                  </a:cubicBezTo>
                  <a:close/>
                  <a:moveTo>
                    <a:pt x="4105" y="4166"/>
                  </a:moveTo>
                  <a:lnTo>
                    <a:pt x="4105" y="4166"/>
                  </a:lnTo>
                  <a:cubicBezTo>
                    <a:pt x="4443" y="4173"/>
                    <a:pt x="4780" y="4201"/>
                    <a:pt x="5115" y="4247"/>
                  </a:cubicBezTo>
                  <a:cubicBezTo>
                    <a:pt x="5350" y="4335"/>
                    <a:pt x="5582" y="4444"/>
                    <a:pt x="5804" y="4563"/>
                  </a:cubicBezTo>
                  <a:cubicBezTo>
                    <a:pt x="5621" y="4785"/>
                    <a:pt x="5343" y="4915"/>
                    <a:pt x="5055" y="4918"/>
                  </a:cubicBezTo>
                  <a:cubicBezTo>
                    <a:pt x="4601" y="4918"/>
                    <a:pt x="4207" y="4606"/>
                    <a:pt x="4105" y="4166"/>
                  </a:cubicBezTo>
                  <a:close/>
                  <a:moveTo>
                    <a:pt x="6452" y="3813"/>
                  </a:moveTo>
                  <a:cubicBezTo>
                    <a:pt x="6879" y="3813"/>
                    <a:pt x="7275" y="3981"/>
                    <a:pt x="7636" y="4317"/>
                  </a:cubicBezTo>
                  <a:cubicBezTo>
                    <a:pt x="8191" y="4827"/>
                    <a:pt x="8311" y="5629"/>
                    <a:pt x="8325" y="6167"/>
                  </a:cubicBezTo>
                  <a:cubicBezTo>
                    <a:pt x="7868" y="5590"/>
                    <a:pt x="6961" y="4630"/>
                    <a:pt x="5603" y="4018"/>
                  </a:cubicBezTo>
                  <a:cubicBezTo>
                    <a:pt x="5740" y="3951"/>
                    <a:pt x="5885" y="3899"/>
                    <a:pt x="6036" y="3864"/>
                  </a:cubicBezTo>
                  <a:cubicBezTo>
                    <a:pt x="6177" y="3830"/>
                    <a:pt x="6316" y="3813"/>
                    <a:pt x="6452" y="3813"/>
                  </a:cubicBezTo>
                  <a:close/>
                  <a:moveTo>
                    <a:pt x="4482" y="5193"/>
                  </a:moveTo>
                  <a:cubicBezTo>
                    <a:pt x="4594" y="5246"/>
                    <a:pt x="4714" y="5281"/>
                    <a:pt x="4837" y="5302"/>
                  </a:cubicBezTo>
                  <a:cubicBezTo>
                    <a:pt x="4422" y="6634"/>
                    <a:pt x="4242" y="8386"/>
                    <a:pt x="4302" y="10510"/>
                  </a:cubicBezTo>
                  <a:lnTo>
                    <a:pt x="4302" y="10513"/>
                  </a:lnTo>
                  <a:cubicBezTo>
                    <a:pt x="4337" y="11768"/>
                    <a:pt x="4450" y="12809"/>
                    <a:pt x="4506" y="13252"/>
                  </a:cubicBezTo>
                  <a:lnTo>
                    <a:pt x="3641" y="13252"/>
                  </a:lnTo>
                  <a:cubicBezTo>
                    <a:pt x="3588" y="12299"/>
                    <a:pt x="3427" y="7914"/>
                    <a:pt x="4482" y="5193"/>
                  </a:cubicBezTo>
                  <a:close/>
                  <a:moveTo>
                    <a:pt x="3935" y="1"/>
                  </a:moveTo>
                  <a:cubicBezTo>
                    <a:pt x="3778" y="1"/>
                    <a:pt x="3678" y="182"/>
                    <a:pt x="3771" y="315"/>
                  </a:cubicBezTo>
                  <a:cubicBezTo>
                    <a:pt x="3901" y="512"/>
                    <a:pt x="4017" y="713"/>
                    <a:pt x="4119" y="920"/>
                  </a:cubicBezTo>
                  <a:cubicBezTo>
                    <a:pt x="3585" y="574"/>
                    <a:pt x="3002" y="469"/>
                    <a:pt x="2490" y="469"/>
                  </a:cubicBezTo>
                  <a:cubicBezTo>
                    <a:pt x="1729" y="469"/>
                    <a:pt x="1128" y="702"/>
                    <a:pt x="1088" y="716"/>
                  </a:cubicBezTo>
                  <a:cubicBezTo>
                    <a:pt x="919" y="783"/>
                    <a:pt x="916" y="1019"/>
                    <a:pt x="1081" y="1089"/>
                  </a:cubicBezTo>
                  <a:cubicBezTo>
                    <a:pt x="1099" y="1096"/>
                    <a:pt x="2231" y="1581"/>
                    <a:pt x="3448" y="2580"/>
                  </a:cubicBezTo>
                  <a:cubicBezTo>
                    <a:pt x="3316" y="2564"/>
                    <a:pt x="3183" y="2555"/>
                    <a:pt x="3051" y="2555"/>
                  </a:cubicBezTo>
                  <a:cubicBezTo>
                    <a:pt x="2843" y="2555"/>
                    <a:pt x="2634" y="2576"/>
                    <a:pt x="2428" y="2619"/>
                  </a:cubicBezTo>
                  <a:cubicBezTo>
                    <a:pt x="835" y="2928"/>
                    <a:pt x="97" y="4539"/>
                    <a:pt x="65" y="4609"/>
                  </a:cubicBezTo>
                  <a:cubicBezTo>
                    <a:pt x="1" y="4749"/>
                    <a:pt x="111" y="4892"/>
                    <a:pt x="247" y="4892"/>
                  </a:cubicBezTo>
                  <a:cubicBezTo>
                    <a:pt x="275" y="4892"/>
                    <a:pt x="304" y="4886"/>
                    <a:pt x="332" y="4873"/>
                  </a:cubicBezTo>
                  <a:cubicBezTo>
                    <a:pt x="350" y="4862"/>
                    <a:pt x="1767" y="4219"/>
                    <a:pt x="3697" y="4169"/>
                  </a:cubicBezTo>
                  <a:cubicBezTo>
                    <a:pt x="3750" y="4479"/>
                    <a:pt x="3908" y="4760"/>
                    <a:pt x="4140" y="4971"/>
                  </a:cubicBezTo>
                  <a:cubicBezTo>
                    <a:pt x="3620" y="6272"/>
                    <a:pt x="3311" y="8080"/>
                    <a:pt x="3223" y="10351"/>
                  </a:cubicBezTo>
                  <a:cubicBezTo>
                    <a:pt x="3173" y="11681"/>
                    <a:pt x="3216" y="12799"/>
                    <a:pt x="3240" y="13252"/>
                  </a:cubicBezTo>
                  <a:lnTo>
                    <a:pt x="3026" y="13252"/>
                  </a:lnTo>
                  <a:cubicBezTo>
                    <a:pt x="2760" y="13252"/>
                    <a:pt x="2759" y="13650"/>
                    <a:pt x="3022" y="13650"/>
                  </a:cubicBezTo>
                  <a:cubicBezTo>
                    <a:pt x="3023" y="13650"/>
                    <a:pt x="3025" y="13650"/>
                    <a:pt x="3026" y="13650"/>
                  </a:cubicBezTo>
                  <a:lnTo>
                    <a:pt x="5160" y="13650"/>
                  </a:lnTo>
                  <a:cubicBezTo>
                    <a:pt x="5424" y="13650"/>
                    <a:pt x="5424" y="13252"/>
                    <a:pt x="5160" y="13252"/>
                  </a:cubicBezTo>
                  <a:lnTo>
                    <a:pt x="4907" y="13252"/>
                  </a:lnTo>
                  <a:cubicBezTo>
                    <a:pt x="4795" y="12352"/>
                    <a:pt x="4330" y="8122"/>
                    <a:pt x="5255" y="5302"/>
                  </a:cubicBezTo>
                  <a:cubicBezTo>
                    <a:pt x="5614" y="5249"/>
                    <a:pt x="5937" y="5056"/>
                    <a:pt x="6155" y="4764"/>
                  </a:cubicBezTo>
                  <a:cubicBezTo>
                    <a:pt x="7573" y="5639"/>
                    <a:pt x="8314" y="6842"/>
                    <a:pt x="8325" y="6856"/>
                  </a:cubicBezTo>
                  <a:cubicBezTo>
                    <a:pt x="8364" y="6921"/>
                    <a:pt x="8428" y="6951"/>
                    <a:pt x="8492" y="6951"/>
                  </a:cubicBezTo>
                  <a:cubicBezTo>
                    <a:pt x="8583" y="6951"/>
                    <a:pt x="8674" y="6890"/>
                    <a:pt x="8691" y="6782"/>
                  </a:cubicBezTo>
                  <a:cubicBezTo>
                    <a:pt x="8733" y="6448"/>
                    <a:pt x="8736" y="6111"/>
                    <a:pt x="8698" y="5776"/>
                  </a:cubicBezTo>
                  <a:cubicBezTo>
                    <a:pt x="8617" y="5031"/>
                    <a:pt x="8343" y="4426"/>
                    <a:pt x="7907" y="4022"/>
                  </a:cubicBezTo>
                  <a:cubicBezTo>
                    <a:pt x="7442" y="3593"/>
                    <a:pt x="6971" y="3438"/>
                    <a:pt x="6560" y="3417"/>
                  </a:cubicBezTo>
                  <a:cubicBezTo>
                    <a:pt x="8023" y="2717"/>
                    <a:pt x="9229" y="2541"/>
                    <a:pt x="9246" y="2538"/>
                  </a:cubicBezTo>
                  <a:cubicBezTo>
                    <a:pt x="9415" y="2510"/>
                    <a:pt x="9475" y="2295"/>
                    <a:pt x="9345" y="2186"/>
                  </a:cubicBezTo>
                  <a:lnTo>
                    <a:pt x="9345" y="2183"/>
                  </a:lnTo>
                  <a:cubicBezTo>
                    <a:pt x="9303" y="2147"/>
                    <a:pt x="8430" y="1457"/>
                    <a:pt x="7308" y="1457"/>
                  </a:cubicBezTo>
                  <a:cubicBezTo>
                    <a:pt x="7097" y="1457"/>
                    <a:pt x="6876" y="1481"/>
                    <a:pt x="6651" y="1539"/>
                  </a:cubicBezTo>
                  <a:cubicBezTo>
                    <a:pt x="6479" y="1581"/>
                    <a:pt x="6314" y="1648"/>
                    <a:pt x="6155" y="1736"/>
                  </a:cubicBezTo>
                  <a:cubicBezTo>
                    <a:pt x="6138" y="1669"/>
                    <a:pt x="6113" y="1606"/>
                    <a:pt x="6082" y="1543"/>
                  </a:cubicBezTo>
                  <a:cubicBezTo>
                    <a:pt x="5463" y="210"/>
                    <a:pt x="4024" y="10"/>
                    <a:pt x="3961" y="2"/>
                  </a:cubicBezTo>
                  <a:cubicBezTo>
                    <a:pt x="3952" y="1"/>
                    <a:pt x="3944" y="1"/>
                    <a:pt x="3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6" name="Google Shape;15936;p84"/>
          <p:cNvGrpSpPr/>
          <p:nvPr/>
        </p:nvGrpSpPr>
        <p:grpSpPr>
          <a:xfrm>
            <a:off x="4680149" y="2896128"/>
            <a:ext cx="360448" cy="357748"/>
            <a:chOff x="4680149" y="2896128"/>
            <a:chExt cx="360448" cy="357748"/>
          </a:xfrm>
        </p:grpSpPr>
        <p:sp>
          <p:nvSpPr>
            <p:cNvPr id="15937" name="Google Shape;15937;p84"/>
            <p:cNvSpPr/>
            <p:nvPr/>
          </p:nvSpPr>
          <p:spPr>
            <a:xfrm>
              <a:off x="4843531" y="3018986"/>
              <a:ext cx="33683" cy="39214"/>
            </a:xfrm>
            <a:custGeom>
              <a:rect b="b" l="l" r="r" t="t"/>
              <a:pathLst>
                <a:path extrusionOk="0" h="1496" w="1285">
                  <a:moveTo>
                    <a:pt x="641" y="1"/>
                  </a:moveTo>
                  <a:cubicBezTo>
                    <a:pt x="289" y="1"/>
                    <a:pt x="1" y="286"/>
                    <a:pt x="1" y="641"/>
                  </a:cubicBezTo>
                  <a:lnTo>
                    <a:pt x="1" y="1495"/>
                  </a:lnTo>
                  <a:lnTo>
                    <a:pt x="1284" y="1495"/>
                  </a:lnTo>
                  <a:lnTo>
                    <a:pt x="1284" y="644"/>
                  </a:lnTo>
                  <a:cubicBezTo>
                    <a:pt x="1284" y="289"/>
                    <a:pt x="996" y="1"/>
                    <a:pt x="64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84"/>
            <p:cNvSpPr/>
            <p:nvPr/>
          </p:nvSpPr>
          <p:spPr>
            <a:xfrm>
              <a:off x="4832286" y="3046928"/>
              <a:ext cx="56069" cy="56069"/>
            </a:xfrm>
            <a:custGeom>
              <a:rect b="b" l="l" r="r" t="t"/>
              <a:pathLst>
                <a:path extrusionOk="0" h="2139" w="2139">
                  <a:moveTo>
                    <a:pt x="1070" y="0"/>
                  </a:moveTo>
                  <a:cubicBezTo>
                    <a:pt x="479" y="0"/>
                    <a:pt x="1" y="482"/>
                    <a:pt x="1" y="1069"/>
                  </a:cubicBezTo>
                  <a:cubicBezTo>
                    <a:pt x="1" y="1660"/>
                    <a:pt x="479" y="2138"/>
                    <a:pt x="1070" y="2138"/>
                  </a:cubicBezTo>
                  <a:cubicBezTo>
                    <a:pt x="1660" y="2138"/>
                    <a:pt x="2139" y="1660"/>
                    <a:pt x="2139" y="1069"/>
                  </a:cubicBezTo>
                  <a:cubicBezTo>
                    <a:pt x="2139" y="482"/>
                    <a:pt x="1660" y="0"/>
                    <a:pt x="107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4"/>
            <p:cNvSpPr/>
            <p:nvPr/>
          </p:nvSpPr>
          <p:spPr>
            <a:xfrm>
              <a:off x="4809979" y="3086195"/>
              <a:ext cx="100787" cy="100866"/>
            </a:xfrm>
            <a:custGeom>
              <a:rect b="b" l="l" r="r" t="t"/>
              <a:pathLst>
                <a:path extrusionOk="0" h="3848" w="3845">
                  <a:moveTo>
                    <a:pt x="1921" y="0"/>
                  </a:moveTo>
                  <a:cubicBezTo>
                    <a:pt x="859" y="0"/>
                    <a:pt x="1" y="588"/>
                    <a:pt x="1" y="1650"/>
                  </a:cubicBezTo>
                  <a:cubicBezTo>
                    <a:pt x="1" y="2712"/>
                    <a:pt x="859" y="3847"/>
                    <a:pt x="1921" y="3847"/>
                  </a:cubicBezTo>
                  <a:cubicBezTo>
                    <a:pt x="2983" y="3847"/>
                    <a:pt x="3844" y="2712"/>
                    <a:pt x="3844" y="1650"/>
                  </a:cubicBezTo>
                  <a:cubicBezTo>
                    <a:pt x="3844" y="588"/>
                    <a:pt x="2983" y="0"/>
                    <a:pt x="192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84"/>
            <p:cNvSpPr/>
            <p:nvPr/>
          </p:nvSpPr>
          <p:spPr>
            <a:xfrm>
              <a:off x="4809900" y="3086273"/>
              <a:ext cx="52373" cy="100682"/>
            </a:xfrm>
            <a:custGeom>
              <a:rect b="b" l="l" r="r" t="t"/>
              <a:pathLst>
                <a:path extrusionOk="0" h="3841" w="1998">
                  <a:moveTo>
                    <a:pt x="1730" y="1"/>
                  </a:moveTo>
                  <a:cubicBezTo>
                    <a:pt x="760" y="71"/>
                    <a:pt x="0" y="648"/>
                    <a:pt x="0" y="1643"/>
                  </a:cubicBezTo>
                  <a:cubicBezTo>
                    <a:pt x="0" y="2705"/>
                    <a:pt x="862" y="3841"/>
                    <a:pt x="1924" y="3841"/>
                  </a:cubicBezTo>
                  <a:cubicBezTo>
                    <a:pt x="1948" y="3841"/>
                    <a:pt x="1973" y="3837"/>
                    <a:pt x="1997" y="3837"/>
                  </a:cubicBezTo>
                  <a:cubicBezTo>
                    <a:pt x="1442" y="3327"/>
                    <a:pt x="1069" y="2438"/>
                    <a:pt x="1069" y="1583"/>
                  </a:cubicBezTo>
                  <a:cubicBezTo>
                    <a:pt x="1069" y="877"/>
                    <a:pt x="1326" y="346"/>
                    <a:pt x="173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84"/>
            <p:cNvSpPr/>
            <p:nvPr/>
          </p:nvSpPr>
          <p:spPr>
            <a:xfrm>
              <a:off x="4680149" y="2896128"/>
              <a:ext cx="360448" cy="357748"/>
            </a:xfrm>
            <a:custGeom>
              <a:rect b="b" l="l" r="r" t="t"/>
              <a:pathLst>
                <a:path extrusionOk="0" h="13648" w="13751">
                  <a:moveTo>
                    <a:pt x="6870" y="4894"/>
                  </a:moveTo>
                  <a:cubicBezTo>
                    <a:pt x="6919" y="4894"/>
                    <a:pt x="6968" y="4902"/>
                    <a:pt x="7018" y="4920"/>
                  </a:cubicBezTo>
                  <a:cubicBezTo>
                    <a:pt x="7303" y="5018"/>
                    <a:pt x="7405" y="5367"/>
                    <a:pt x="7218" y="5606"/>
                  </a:cubicBezTo>
                  <a:cubicBezTo>
                    <a:pt x="7106" y="5574"/>
                    <a:pt x="6990" y="5558"/>
                    <a:pt x="6874" y="5558"/>
                  </a:cubicBezTo>
                  <a:cubicBezTo>
                    <a:pt x="6758" y="5558"/>
                    <a:pt x="6643" y="5574"/>
                    <a:pt x="6533" y="5606"/>
                  </a:cubicBezTo>
                  <a:cubicBezTo>
                    <a:pt x="6469" y="5528"/>
                    <a:pt x="6434" y="5430"/>
                    <a:pt x="6434" y="5331"/>
                  </a:cubicBezTo>
                  <a:cubicBezTo>
                    <a:pt x="6437" y="5081"/>
                    <a:pt x="6639" y="4894"/>
                    <a:pt x="6870" y="4894"/>
                  </a:cubicBezTo>
                  <a:close/>
                  <a:moveTo>
                    <a:pt x="6873" y="5957"/>
                  </a:moveTo>
                  <a:cubicBezTo>
                    <a:pt x="6881" y="5957"/>
                    <a:pt x="6890" y="5957"/>
                    <a:pt x="6898" y="5957"/>
                  </a:cubicBezTo>
                  <a:cubicBezTo>
                    <a:pt x="7531" y="5975"/>
                    <a:pt x="7936" y="6643"/>
                    <a:pt x="7654" y="7213"/>
                  </a:cubicBezTo>
                  <a:cubicBezTo>
                    <a:pt x="7485" y="7280"/>
                    <a:pt x="7489" y="7519"/>
                    <a:pt x="7661" y="7582"/>
                  </a:cubicBezTo>
                  <a:cubicBezTo>
                    <a:pt x="8266" y="7807"/>
                    <a:pt x="8597" y="8275"/>
                    <a:pt x="8597" y="8901"/>
                  </a:cubicBezTo>
                  <a:cubicBezTo>
                    <a:pt x="8597" y="9825"/>
                    <a:pt x="7844" y="10898"/>
                    <a:pt x="6874" y="10898"/>
                  </a:cubicBezTo>
                  <a:cubicBezTo>
                    <a:pt x="5903" y="10898"/>
                    <a:pt x="5151" y="9825"/>
                    <a:pt x="5151" y="8901"/>
                  </a:cubicBezTo>
                  <a:cubicBezTo>
                    <a:pt x="5151" y="8461"/>
                    <a:pt x="5319" y="8092"/>
                    <a:pt x="5639" y="7835"/>
                  </a:cubicBezTo>
                  <a:cubicBezTo>
                    <a:pt x="5949" y="7589"/>
                    <a:pt x="6388" y="7452"/>
                    <a:pt x="6874" y="7452"/>
                  </a:cubicBezTo>
                  <a:cubicBezTo>
                    <a:pt x="7141" y="7452"/>
                    <a:pt x="7141" y="7051"/>
                    <a:pt x="6874" y="7051"/>
                  </a:cubicBezTo>
                  <a:cubicBezTo>
                    <a:pt x="6606" y="7051"/>
                    <a:pt x="6336" y="7090"/>
                    <a:pt x="6079" y="7167"/>
                  </a:cubicBezTo>
                  <a:cubicBezTo>
                    <a:pt x="5829" y="6591"/>
                    <a:pt x="6254" y="5957"/>
                    <a:pt x="6873" y="5957"/>
                  </a:cubicBezTo>
                  <a:close/>
                  <a:moveTo>
                    <a:pt x="4525" y="0"/>
                  </a:moveTo>
                  <a:cubicBezTo>
                    <a:pt x="4415" y="0"/>
                    <a:pt x="4324" y="87"/>
                    <a:pt x="4324" y="197"/>
                  </a:cubicBezTo>
                  <a:lnTo>
                    <a:pt x="4324" y="3492"/>
                  </a:lnTo>
                  <a:cubicBezTo>
                    <a:pt x="4324" y="3612"/>
                    <a:pt x="4359" y="3728"/>
                    <a:pt x="4423" y="3830"/>
                  </a:cubicBezTo>
                  <a:lnTo>
                    <a:pt x="5850" y="6077"/>
                  </a:lnTo>
                  <a:cubicBezTo>
                    <a:pt x="5836" y="6098"/>
                    <a:pt x="5819" y="6119"/>
                    <a:pt x="5808" y="6140"/>
                  </a:cubicBezTo>
                  <a:lnTo>
                    <a:pt x="3030" y="3960"/>
                  </a:lnTo>
                  <a:cubicBezTo>
                    <a:pt x="2998" y="3935"/>
                    <a:pt x="2974" y="3900"/>
                    <a:pt x="2960" y="3865"/>
                  </a:cubicBezTo>
                  <a:lnTo>
                    <a:pt x="1933" y="1200"/>
                  </a:lnTo>
                  <a:cubicBezTo>
                    <a:pt x="1897" y="1111"/>
                    <a:pt x="1826" y="1073"/>
                    <a:pt x="1754" y="1073"/>
                  </a:cubicBezTo>
                  <a:cubicBezTo>
                    <a:pt x="1630" y="1073"/>
                    <a:pt x="1504" y="1186"/>
                    <a:pt x="1560" y="1340"/>
                  </a:cubicBezTo>
                  <a:lnTo>
                    <a:pt x="2587" y="4009"/>
                  </a:lnTo>
                  <a:cubicBezTo>
                    <a:pt x="2626" y="4115"/>
                    <a:pt x="2696" y="4206"/>
                    <a:pt x="2784" y="4276"/>
                  </a:cubicBezTo>
                  <a:lnTo>
                    <a:pt x="5643" y="6523"/>
                  </a:lnTo>
                  <a:cubicBezTo>
                    <a:pt x="5636" y="6545"/>
                    <a:pt x="5632" y="6562"/>
                    <a:pt x="5629" y="6583"/>
                  </a:cubicBezTo>
                  <a:lnTo>
                    <a:pt x="4089" y="6239"/>
                  </a:lnTo>
                  <a:cubicBezTo>
                    <a:pt x="4045" y="6229"/>
                    <a:pt x="4001" y="6224"/>
                    <a:pt x="3957" y="6224"/>
                  </a:cubicBezTo>
                  <a:cubicBezTo>
                    <a:pt x="3847" y="6224"/>
                    <a:pt x="3736" y="6254"/>
                    <a:pt x="3638" y="6309"/>
                  </a:cubicBezTo>
                  <a:lnTo>
                    <a:pt x="1346" y="7649"/>
                  </a:lnTo>
                  <a:cubicBezTo>
                    <a:pt x="1226" y="7716"/>
                    <a:pt x="1135" y="7821"/>
                    <a:pt x="1082" y="7948"/>
                  </a:cubicBezTo>
                  <a:lnTo>
                    <a:pt x="66" y="10381"/>
                  </a:lnTo>
                  <a:cubicBezTo>
                    <a:pt x="0" y="10539"/>
                    <a:pt x="129" y="10658"/>
                    <a:pt x="256" y="10658"/>
                  </a:cubicBezTo>
                  <a:cubicBezTo>
                    <a:pt x="327" y="10658"/>
                    <a:pt x="398" y="10621"/>
                    <a:pt x="435" y="10532"/>
                  </a:cubicBezTo>
                  <a:lnTo>
                    <a:pt x="1451" y="8102"/>
                  </a:lnTo>
                  <a:cubicBezTo>
                    <a:pt x="1469" y="8057"/>
                    <a:pt x="1500" y="8018"/>
                    <a:pt x="1546" y="7993"/>
                  </a:cubicBezTo>
                  <a:lnTo>
                    <a:pt x="3842" y="6654"/>
                  </a:lnTo>
                  <a:cubicBezTo>
                    <a:pt x="3877" y="6634"/>
                    <a:pt x="3915" y="6623"/>
                    <a:pt x="3954" y="6623"/>
                  </a:cubicBezTo>
                  <a:cubicBezTo>
                    <a:pt x="3971" y="6623"/>
                    <a:pt x="3987" y="6625"/>
                    <a:pt x="4004" y="6629"/>
                  </a:cubicBezTo>
                  <a:lnTo>
                    <a:pt x="5618" y="6988"/>
                  </a:lnTo>
                  <a:cubicBezTo>
                    <a:pt x="5622" y="7023"/>
                    <a:pt x="5629" y="7062"/>
                    <a:pt x="5639" y="7097"/>
                  </a:cubicBezTo>
                  <a:lnTo>
                    <a:pt x="4658" y="7424"/>
                  </a:lnTo>
                  <a:cubicBezTo>
                    <a:pt x="4475" y="7483"/>
                    <a:pt x="4331" y="7624"/>
                    <a:pt x="4268" y="7807"/>
                  </a:cubicBezTo>
                  <a:lnTo>
                    <a:pt x="3301" y="10518"/>
                  </a:lnTo>
                  <a:cubicBezTo>
                    <a:pt x="3269" y="10599"/>
                    <a:pt x="3259" y="10687"/>
                    <a:pt x="3266" y="10775"/>
                  </a:cubicBezTo>
                  <a:lnTo>
                    <a:pt x="3473" y="13465"/>
                  </a:lnTo>
                  <a:cubicBezTo>
                    <a:pt x="3480" y="13567"/>
                    <a:pt x="3568" y="13648"/>
                    <a:pt x="3670" y="13648"/>
                  </a:cubicBezTo>
                  <a:lnTo>
                    <a:pt x="3688" y="13648"/>
                  </a:lnTo>
                  <a:cubicBezTo>
                    <a:pt x="3797" y="13641"/>
                    <a:pt x="3878" y="13542"/>
                    <a:pt x="3871" y="13433"/>
                  </a:cubicBezTo>
                  <a:lnTo>
                    <a:pt x="3663" y="10747"/>
                  </a:lnTo>
                  <a:cubicBezTo>
                    <a:pt x="3663" y="10715"/>
                    <a:pt x="3667" y="10683"/>
                    <a:pt x="3677" y="10652"/>
                  </a:cubicBezTo>
                  <a:lnTo>
                    <a:pt x="4644" y="7944"/>
                  </a:lnTo>
                  <a:cubicBezTo>
                    <a:pt x="4669" y="7877"/>
                    <a:pt x="4718" y="7825"/>
                    <a:pt x="4785" y="7803"/>
                  </a:cubicBezTo>
                  <a:lnTo>
                    <a:pt x="5249" y="7649"/>
                  </a:lnTo>
                  <a:lnTo>
                    <a:pt x="5249" y="7649"/>
                  </a:lnTo>
                  <a:cubicBezTo>
                    <a:pt x="4926" y="7972"/>
                    <a:pt x="4753" y="8401"/>
                    <a:pt x="4753" y="8901"/>
                  </a:cubicBezTo>
                  <a:cubicBezTo>
                    <a:pt x="4753" y="9470"/>
                    <a:pt x="4975" y="10061"/>
                    <a:pt x="5362" y="10525"/>
                  </a:cubicBezTo>
                  <a:cubicBezTo>
                    <a:pt x="5780" y="11025"/>
                    <a:pt x="6318" y="11299"/>
                    <a:pt x="6877" y="11299"/>
                  </a:cubicBezTo>
                  <a:cubicBezTo>
                    <a:pt x="7436" y="11299"/>
                    <a:pt x="7974" y="11025"/>
                    <a:pt x="8389" y="10525"/>
                  </a:cubicBezTo>
                  <a:cubicBezTo>
                    <a:pt x="8776" y="10061"/>
                    <a:pt x="8998" y="9470"/>
                    <a:pt x="8998" y="8901"/>
                  </a:cubicBezTo>
                  <a:cubicBezTo>
                    <a:pt x="8998" y="8401"/>
                    <a:pt x="8822" y="7969"/>
                    <a:pt x="8505" y="7649"/>
                  </a:cubicBezTo>
                  <a:lnTo>
                    <a:pt x="8505" y="7649"/>
                  </a:lnTo>
                  <a:lnTo>
                    <a:pt x="8966" y="7803"/>
                  </a:lnTo>
                  <a:cubicBezTo>
                    <a:pt x="9033" y="7825"/>
                    <a:pt x="9085" y="7877"/>
                    <a:pt x="9107" y="7944"/>
                  </a:cubicBezTo>
                  <a:lnTo>
                    <a:pt x="10074" y="10652"/>
                  </a:lnTo>
                  <a:cubicBezTo>
                    <a:pt x="10088" y="10683"/>
                    <a:pt x="10091" y="10715"/>
                    <a:pt x="10088" y="10747"/>
                  </a:cubicBezTo>
                  <a:lnTo>
                    <a:pt x="9880" y="13433"/>
                  </a:lnTo>
                  <a:cubicBezTo>
                    <a:pt x="9873" y="13542"/>
                    <a:pt x="9954" y="13641"/>
                    <a:pt x="10067" y="13648"/>
                  </a:cubicBezTo>
                  <a:lnTo>
                    <a:pt x="10081" y="13648"/>
                  </a:lnTo>
                  <a:cubicBezTo>
                    <a:pt x="10186" y="13648"/>
                    <a:pt x="10271" y="13567"/>
                    <a:pt x="10281" y="13465"/>
                  </a:cubicBezTo>
                  <a:lnTo>
                    <a:pt x="10485" y="10775"/>
                  </a:lnTo>
                  <a:cubicBezTo>
                    <a:pt x="10492" y="10687"/>
                    <a:pt x="10481" y="10599"/>
                    <a:pt x="10453" y="10518"/>
                  </a:cubicBezTo>
                  <a:lnTo>
                    <a:pt x="9486" y="7807"/>
                  </a:lnTo>
                  <a:cubicBezTo>
                    <a:pt x="9420" y="7624"/>
                    <a:pt x="9275" y="7483"/>
                    <a:pt x="9092" y="7424"/>
                  </a:cubicBezTo>
                  <a:lnTo>
                    <a:pt x="8115" y="7097"/>
                  </a:lnTo>
                  <a:cubicBezTo>
                    <a:pt x="8122" y="7062"/>
                    <a:pt x="8129" y="7023"/>
                    <a:pt x="8133" y="6988"/>
                  </a:cubicBezTo>
                  <a:lnTo>
                    <a:pt x="9747" y="6629"/>
                  </a:lnTo>
                  <a:cubicBezTo>
                    <a:pt x="9763" y="6625"/>
                    <a:pt x="9780" y="6623"/>
                    <a:pt x="9797" y="6623"/>
                  </a:cubicBezTo>
                  <a:cubicBezTo>
                    <a:pt x="9838" y="6623"/>
                    <a:pt x="9877" y="6634"/>
                    <a:pt x="9912" y="6654"/>
                  </a:cubicBezTo>
                  <a:lnTo>
                    <a:pt x="12208" y="7993"/>
                  </a:lnTo>
                  <a:cubicBezTo>
                    <a:pt x="12250" y="8018"/>
                    <a:pt x="12282" y="8057"/>
                    <a:pt x="12303" y="8102"/>
                  </a:cubicBezTo>
                  <a:lnTo>
                    <a:pt x="13316" y="10532"/>
                  </a:lnTo>
                  <a:cubicBezTo>
                    <a:pt x="13352" y="10621"/>
                    <a:pt x="13423" y="10658"/>
                    <a:pt x="13495" y="10658"/>
                  </a:cubicBezTo>
                  <a:cubicBezTo>
                    <a:pt x="13622" y="10658"/>
                    <a:pt x="13750" y="10539"/>
                    <a:pt x="13685" y="10381"/>
                  </a:cubicBezTo>
                  <a:lnTo>
                    <a:pt x="12669" y="7948"/>
                  </a:lnTo>
                  <a:cubicBezTo>
                    <a:pt x="12616" y="7821"/>
                    <a:pt x="12525" y="7716"/>
                    <a:pt x="12405" y="7649"/>
                  </a:cubicBezTo>
                  <a:lnTo>
                    <a:pt x="10109" y="6309"/>
                  </a:lnTo>
                  <a:cubicBezTo>
                    <a:pt x="10015" y="6252"/>
                    <a:pt x="9907" y="6223"/>
                    <a:pt x="9797" y="6223"/>
                  </a:cubicBezTo>
                  <a:cubicBezTo>
                    <a:pt x="9751" y="6223"/>
                    <a:pt x="9705" y="6228"/>
                    <a:pt x="9659" y="6239"/>
                  </a:cubicBezTo>
                  <a:lnTo>
                    <a:pt x="8118" y="6580"/>
                  </a:lnTo>
                  <a:cubicBezTo>
                    <a:pt x="8115" y="6562"/>
                    <a:pt x="8111" y="6541"/>
                    <a:pt x="8108" y="6523"/>
                  </a:cubicBezTo>
                  <a:lnTo>
                    <a:pt x="10963" y="4276"/>
                  </a:lnTo>
                  <a:cubicBezTo>
                    <a:pt x="11055" y="4206"/>
                    <a:pt x="11121" y="4115"/>
                    <a:pt x="11160" y="4009"/>
                  </a:cubicBezTo>
                  <a:lnTo>
                    <a:pt x="12187" y="1340"/>
                  </a:lnTo>
                  <a:cubicBezTo>
                    <a:pt x="12245" y="1184"/>
                    <a:pt x="12119" y="1070"/>
                    <a:pt x="11993" y="1070"/>
                  </a:cubicBezTo>
                  <a:cubicBezTo>
                    <a:pt x="11922" y="1070"/>
                    <a:pt x="11850" y="1108"/>
                    <a:pt x="11814" y="1196"/>
                  </a:cubicBezTo>
                  <a:lnTo>
                    <a:pt x="10787" y="3865"/>
                  </a:lnTo>
                  <a:cubicBezTo>
                    <a:pt x="10773" y="3904"/>
                    <a:pt x="10749" y="3935"/>
                    <a:pt x="10717" y="3964"/>
                  </a:cubicBezTo>
                  <a:lnTo>
                    <a:pt x="7943" y="6144"/>
                  </a:lnTo>
                  <a:cubicBezTo>
                    <a:pt x="7929" y="6119"/>
                    <a:pt x="7914" y="6098"/>
                    <a:pt x="7897" y="6077"/>
                  </a:cubicBezTo>
                  <a:lnTo>
                    <a:pt x="9328" y="3830"/>
                  </a:lnTo>
                  <a:cubicBezTo>
                    <a:pt x="9391" y="3731"/>
                    <a:pt x="9423" y="3615"/>
                    <a:pt x="9423" y="3496"/>
                  </a:cubicBezTo>
                  <a:lnTo>
                    <a:pt x="9423" y="208"/>
                  </a:lnTo>
                  <a:cubicBezTo>
                    <a:pt x="9427" y="99"/>
                    <a:pt x="9342" y="8"/>
                    <a:pt x="9230" y="0"/>
                  </a:cubicBezTo>
                  <a:cubicBezTo>
                    <a:pt x="9228" y="0"/>
                    <a:pt x="9225" y="0"/>
                    <a:pt x="9223" y="0"/>
                  </a:cubicBezTo>
                  <a:cubicBezTo>
                    <a:pt x="9114" y="0"/>
                    <a:pt x="9026" y="91"/>
                    <a:pt x="9026" y="201"/>
                  </a:cubicBezTo>
                  <a:lnTo>
                    <a:pt x="9026" y="3496"/>
                  </a:lnTo>
                  <a:cubicBezTo>
                    <a:pt x="9026" y="3538"/>
                    <a:pt x="9012" y="3580"/>
                    <a:pt x="8991" y="3615"/>
                  </a:cubicBezTo>
                  <a:lnTo>
                    <a:pt x="7605" y="5789"/>
                  </a:lnTo>
                  <a:lnTo>
                    <a:pt x="7587" y="5774"/>
                  </a:lnTo>
                  <a:cubicBezTo>
                    <a:pt x="7672" y="5641"/>
                    <a:pt x="7718" y="5486"/>
                    <a:pt x="7718" y="5331"/>
                  </a:cubicBezTo>
                  <a:lnTo>
                    <a:pt x="7718" y="4262"/>
                  </a:lnTo>
                  <a:cubicBezTo>
                    <a:pt x="7721" y="4125"/>
                    <a:pt x="7682" y="3988"/>
                    <a:pt x="7616" y="3872"/>
                  </a:cubicBezTo>
                  <a:cubicBezTo>
                    <a:pt x="7576" y="3809"/>
                    <a:pt x="7512" y="3778"/>
                    <a:pt x="7448" y="3778"/>
                  </a:cubicBezTo>
                  <a:cubicBezTo>
                    <a:pt x="7380" y="3778"/>
                    <a:pt x="7313" y="3814"/>
                    <a:pt x="7278" y="3883"/>
                  </a:cubicBezTo>
                  <a:lnTo>
                    <a:pt x="7274" y="3890"/>
                  </a:lnTo>
                  <a:cubicBezTo>
                    <a:pt x="7239" y="3949"/>
                    <a:pt x="7239" y="4023"/>
                    <a:pt x="7274" y="4083"/>
                  </a:cubicBezTo>
                  <a:cubicBezTo>
                    <a:pt x="7303" y="4136"/>
                    <a:pt x="7320" y="4199"/>
                    <a:pt x="7317" y="4262"/>
                  </a:cubicBezTo>
                  <a:lnTo>
                    <a:pt x="7317" y="4614"/>
                  </a:lnTo>
                  <a:cubicBezTo>
                    <a:pt x="7181" y="4530"/>
                    <a:pt x="7028" y="4487"/>
                    <a:pt x="6875" y="4487"/>
                  </a:cubicBezTo>
                  <a:cubicBezTo>
                    <a:pt x="6722" y="4487"/>
                    <a:pt x="6569" y="4530"/>
                    <a:pt x="6434" y="4614"/>
                  </a:cubicBezTo>
                  <a:lnTo>
                    <a:pt x="6434" y="4262"/>
                  </a:lnTo>
                  <a:cubicBezTo>
                    <a:pt x="6434" y="4199"/>
                    <a:pt x="6448" y="4136"/>
                    <a:pt x="6480" y="4083"/>
                  </a:cubicBezTo>
                  <a:cubicBezTo>
                    <a:pt x="6511" y="4023"/>
                    <a:pt x="6511" y="3949"/>
                    <a:pt x="6480" y="3890"/>
                  </a:cubicBezTo>
                  <a:lnTo>
                    <a:pt x="6476" y="3883"/>
                  </a:lnTo>
                  <a:cubicBezTo>
                    <a:pt x="6442" y="3814"/>
                    <a:pt x="6374" y="3778"/>
                    <a:pt x="6306" y="3778"/>
                  </a:cubicBezTo>
                  <a:cubicBezTo>
                    <a:pt x="6242" y="3778"/>
                    <a:pt x="6178" y="3809"/>
                    <a:pt x="6139" y="3872"/>
                  </a:cubicBezTo>
                  <a:cubicBezTo>
                    <a:pt x="6068" y="3988"/>
                    <a:pt x="6033" y="4125"/>
                    <a:pt x="6037" y="4262"/>
                  </a:cubicBezTo>
                  <a:lnTo>
                    <a:pt x="6037" y="5331"/>
                  </a:lnTo>
                  <a:cubicBezTo>
                    <a:pt x="6037" y="5486"/>
                    <a:pt x="6079" y="5641"/>
                    <a:pt x="6163" y="5778"/>
                  </a:cubicBezTo>
                  <a:lnTo>
                    <a:pt x="6146" y="5792"/>
                  </a:lnTo>
                  <a:lnTo>
                    <a:pt x="4760" y="3615"/>
                  </a:lnTo>
                  <a:cubicBezTo>
                    <a:pt x="4736" y="3580"/>
                    <a:pt x="4725" y="3538"/>
                    <a:pt x="4725" y="3492"/>
                  </a:cubicBezTo>
                  <a:lnTo>
                    <a:pt x="4725" y="208"/>
                  </a:lnTo>
                  <a:cubicBezTo>
                    <a:pt x="4725" y="95"/>
                    <a:pt x="4641" y="4"/>
                    <a:pt x="4532" y="0"/>
                  </a:cubicBezTo>
                  <a:cubicBezTo>
                    <a:pt x="4529" y="0"/>
                    <a:pt x="4527"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2" name="Google Shape;15942;p84"/>
          <p:cNvGrpSpPr/>
          <p:nvPr/>
        </p:nvGrpSpPr>
        <p:grpSpPr>
          <a:xfrm>
            <a:off x="7504703" y="2896049"/>
            <a:ext cx="181259" cy="357827"/>
            <a:chOff x="7504703" y="2896049"/>
            <a:chExt cx="181259" cy="357827"/>
          </a:xfrm>
        </p:grpSpPr>
        <p:sp>
          <p:nvSpPr>
            <p:cNvPr id="15943" name="Google Shape;15943;p84"/>
            <p:cNvSpPr/>
            <p:nvPr/>
          </p:nvSpPr>
          <p:spPr>
            <a:xfrm>
              <a:off x="7578543" y="3198174"/>
              <a:ext cx="33578" cy="50459"/>
            </a:xfrm>
            <a:custGeom>
              <a:rect b="b" l="l" r="r" t="t"/>
              <a:pathLst>
                <a:path extrusionOk="0" h="1925" w="1281">
                  <a:moveTo>
                    <a:pt x="1" y="1"/>
                  </a:moveTo>
                  <a:lnTo>
                    <a:pt x="1" y="1924"/>
                  </a:lnTo>
                  <a:lnTo>
                    <a:pt x="1281" y="1924"/>
                  </a:lnTo>
                  <a:lnTo>
                    <a:pt x="1281"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84"/>
            <p:cNvSpPr/>
            <p:nvPr/>
          </p:nvSpPr>
          <p:spPr>
            <a:xfrm>
              <a:off x="7595319" y="3215055"/>
              <a:ext cx="16802" cy="33578"/>
            </a:xfrm>
            <a:custGeom>
              <a:rect b="b" l="l" r="r" t="t"/>
              <a:pathLst>
                <a:path extrusionOk="0" h="1281" w="641">
                  <a:moveTo>
                    <a:pt x="215" y="0"/>
                  </a:moveTo>
                  <a:cubicBezTo>
                    <a:pt x="96" y="0"/>
                    <a:pt x="1" y="95"/>
                    <a:pt x="1" y="211"/>
                  </a:cubicBezTo>
                  <a:lnTo>
                    <a:pt x="1" y="1280"/>
                  </a:lnTo>
                  <a:lnTo>
                    <a:pt x="641" y="1280"/>
                  </a:lnTo>
                  <a:lnTo>
                    <a:pt x="641" y="0"/>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84"/>
            <p:cNvSpPr/>
            <p:nvPr/>
          </p:nvSpPr>
          <p:spPr>
            <a:xfrm>
              <a:off x="7518726" y="3058173"/>
              <a:ext cx="153212" cy="100866"/>
            </a:xfrm>
            <a:custGeom>
              <a:rect b="b" l="l" r="r" t="t"/>
              <a:pathLst>
                <a:path extrusionOk="0" h="3848" w="5845">
                  <a:moveTo>
                    <a:pt x="1643" y="0"/>
                  </a:moveTo>
                  <a:lnTo>
                    <a:pt x="64" y="3548"/>
                  </a:lnTo>
                  <a:cubicBezTo>
                    <a:pt x="0" y="3689"/>
                    <a:pt x="106" y="3847"/>
                    <a:pt x="261" y="3847"/>
                  </a:cubicBezTo>
                  <a:lnTo>
                    <a:pt x="5585" y="3847"/>
                  </a:lnTo>
                  <a:cubicBezTo>
                    <a:pt x="5739" y="3847"/>
                    <a:pt x="5845" y="3689"/>
                    <a:pt x="5782" y="3548"/>
                  </a:cubicBezTo>
                  <a:lnTo>
                    <a:pt x="4206"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84"/>
            <p:cNvSpPr/>
            <p:nvPr/>
          </p:nvSpPr>
          <p:spPr>
            <a:xfrm>
              <a:off x="7514218" y="3159013"/>
              <a:ext cx="162255" cy="44823"/>
            </a:xfrm>
            <a:custGeom>
              <a:rect b="b" l="l" r="r" t="t"/>
              <a:pathLst>
                <a:path extrusionOk="0" h="1710" w="6190">
                  <a:moveTo>
                    <a:pt x="925" y="0"/>
                  </a:moveTo>
                  <a:lnTo>
                    <a:pt x="88" y="1386"/>
                  </a:lnTo>
                  <a:cubicBezTo>
                    <a:pt x="0" y="1527"/>
                    <a:pt x="102" y="1709"/>
                    <a:pt x="271" y="1709"/>
                  </a:cubicBezTo>
                  <a:lnTo>
                    <a:pt x="5922" y="1709"/>
                  </a:lnTo>
                  <a:cubicBezTo>
                    <a:pt x="6087" y="1709"/>
                    <a:pt x="6189" y="1527"/>
                    <a:pt x="6105" y="1386"/>
                  </a:cubicBezTo>
                  <a:lnTo>
                    <a:pt x="5264"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4"/>
            <p:cNvSpPr/>
            <p:nvPr/>
          </p:nvSpPr>
          <p:spPr>
            <a:xfrm>
              <a:off x="7514218" y="3159092"/>
              <a:ext cx="144719" cy="44823"/>
            </a:xfrm>
            <a:custGeom>
              <a:rect b="b" l="l" r="r" t="t"/>
              <a:pathLst>
                <a:path extrusionOk="0" h="1710" w="5521">
                  <a:moveTo>
                    <a:pt x="925" y="1"/>
                  </a:moveTo>
                  <a:lnTo>
                    <a:pt x="85" y="1383"/>
                  </a:lnTo>
                  <a:cubicBezTo>
                    <a:pt x="0" y="1527"/>
                    <a:pt x="102" y="1710"/>
                    <a:pt x="267" y="1710"/>
                  </a:cubicBezTo>
                  <a:lnTo>
                    <a:pt x="2300" y="1710"/>
                  </a:lnTo>
                  <a:cubicBezTo>
                    <a:pt x="2254" y="1706"/>
                    <a:pt x="2226" y="1524"/>
                    <a:pt x="2251" y="1383"/>
                  </a:cubicBezTo>
                  <a:lnTo>
                    <a:pt x="2381" y="602"/>
                  </a:lnTo>
                  <a:cubicBezTo>
                    <a:pt x="2398" y="500"/>
                    <a:pt x="2486" y="426"/>
                    <a:pt x="2592" y="426"/>
                  </a:cubicBezTo>
                  <a:lnTo>
                    <a:pt x="5521" y="426"/>
                  </a:lnTo>
                  <a:lnTo>
                    <a:pt x="5264"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84"/>
            <p:cNvSpPr/>
            <p:nvPr/>
          </p:nvSpPr>
          <p:spPr>
            <a:xfrm>
              <a:off x="7518726" y="3058173"/>
              <a:ext cx="125191" cy="100866"/>
            </a:xfrm>
            <a:custGeom>
              <a:rect b="b" l="l" r="r" t="t"/>
              <a:pathLst>
                <a:path extrusionOk="0" h="3848" w="4776">
                  <a:moveTo>
                    <a:pt x="1643" y="0"/>
                  </a:moveTo>
                  <a:lnTo>
                    <a:pt x="64" y="3548"/>
                  </a:lnTo>
                  <a:cubicBezTo>
                    <a:pt x="0" y="3689"/>
                    <a:pt x="106" y="3847"/>
                    <a:pt x="261" y="3847"/>
                  </a:cubicBezTo>
                  <a:lnTo>
                    <a:pt x="2174" y="3847"/>
                  </a:lnTo>
                  <a:cubicBezTo>
                    <a:pt x="2131" y="3847"/>
                    <a:pt x="2103" y="3689"/>
                    <a:pt x="2121" y="3548"/>
                  </a:cubicBezTo>
                  <a:lnTo>
                    <a:pt x="2378" y="1470"/>
                  </a:lnTo>
                  <a:cubicBezTo>
                    <a:pt x="2392" y="1365"/>
                    <a:pt x="2483" y="1284"/>
                    <a:pt x="2589" y="1284"/>
                  </a:cubicBezTo>
                  <a:lnTo>
                    <a:pt x="4776" y="1284"/>
                  </a:lnTo>
                  <a:lnTo>
                    <a:pt x="4203"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84"/>
            <p:cNvSpPr/>
            <p:nvPr/>
          </p:nvSpPr>
          <p:spPr>
            <a:xfrm>
              <a:off x="7529605" y="2911698"/>
              <a:ext cx="131456" cy="168887"/>
            </a:xfrm>
            <a:custGeom>
              <a:rect b="b" l="l" r="r" t="t"/>
              <a:pathLst>
                <a:path extrusionOk="0" h="6443" w="5015">
                  <a:moveTo>
                    <a:pt x="2508" y="1"/>
                  </a:moveTo>
                  <a:cubicBezTo>
                    <a:pt x="2425" y="1"/>
                    <a:pt x="2342" y="46"/>
                    <a:pt x="2307" y="138"/>
                  </a:cubicBezTo>
                  <a:lnTo>
                    <a:pt x="53" y="6155"/>
                  </a:lnTo>
                  <a:cubicBezTo>
                    <a:pt x="0" y="6295"/>
                    <a:pt x="102" y="6443"/>
                    <a:pt x="250" y="6443"/>
                  </a:cubicBezTo>
                  <a:lnTo>
                    <a:pt x="4762" y="6443"/>
                  </a:lnTo>
                  <a:cubicBezTo>
                    <a:pt x="4913" y="6443"/>
                    <a:pt x="5015" y="6295"/>
                    <a:pt x="4962" y="6155"/>
                  </a:cubicBezTo>
                  <a:lnTo>
                    <a:pt x="2708" y="138"/>
                  </a:lnTo>
                  <a:cubicBezTo>
                    <a:pt x="2673" y="46"/>
                    <a:pt x="2590" y="1"/>
                    <a:pt x="250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4"/>
            <p:cNvSpPr/>
            <p:nvPr/>
          </p:nvSpPr>
          <p:spPr>
            <a:xfrm>
              <a:off x="7529605" y="2911698"/>
              <a:ext cx="65741" cy="168887"/>
            </a:xfrm>
            <a:custGeom>
              <a:rect b="b" l="l" r="r" t="t"/>
              <a:pathLst>
                <a:path extrusionOk="0" h="6443" w="2508">
                  <a:moveTo>
                    <a:pt x="2508" y="1"/>
                  </a:moveTo>
                  <a:cubicBezTo>
                    <a:pt x="2416" y="1"/>
                    <a:pt x="2339" y="54"/>
                    <a:pt x="2307" y="138"/>
                  </a:cubicBezTo>
                  <a:lnTo>
                    <a:pt x="53" y="6155"/>
                  </a:lnTo>
                  <a:cubicBezTo>
                    <a:pt x="0" y="6295"/>
                    <a:pt x="102" y="6443"/>
                    <a:pt x="250" y="6443"/>
                  </a:cubicBezTo>
                  <a:lnTo>
                    <a:pt x="1875" y="6443"/>
                  </a:lnTo>
                  <a:cubicBezTo>
                    <a:pt x="1829" y="6443"/>
                    <a:pt x="1801" y="6295"/>
                    <a:pt x="1818" y="6155"/>
                  </a:cubicBezTo>
                  <a:lnTo>
                    <a:pt x="2451" y="138"/>
                  </a:lnTo>
                  <a:cubicBezTo>
                    <a:pt x="2462" y="46"/>
                    <a:pt x="2483" y="1"/>
                    <a:pt x="2508"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84"/>
            <p:cNvSpPr/>
            <p:nvPr/>
          </p:nvSpPr>
          <p:spPr>
            <a:xfrm>
              <a:off x="7504703" y="2896049"/>
              <a:ext cx="181259" cy="357827"/>
            </a:xfrm>
            <a:custGeom>
              <a:rect b="b" l="l" r="r" t="t"/>
              <a:pathLst>
                <a:path extrusionOk="0" h="13651" w="6915">
                  <a:moveTo>
                    <a:pt x="3458" y="770"/>
                  </a:moveTo>
                  <a:lnTo>
                    <a:pt x="5733" y="6839"/>
                  </a:lnTo>
                  <a:lnTo>
                    <a:pt x="4741" y="6839"/>
                  </a:lnTo>
                  <a:cubicBezTo>
                    <a:pt x="4474" y="6839"/>
                    <a:pt x="4474" y="7240"/>
                    <a:pt x="4741" y="7240"/>
                  </a:cubicBezTo>
                  <a:lnTo>
                    <a:pt x="4973" y="7240"/>
                  </a:lnTo>
                  <a:lnTo>
                    <a:pt x="6141" y="9832"/>
                  </a:lnTo>
                  <a:lnTo>
                    <a:pt x="5385" y="9832"/>
                  </a:lnTo>
                  <a:cubicBezTo>
                    <a:pt x="5117" y="9832"/>
                    <a:pt x="5117" y="10233"/>
                    <a:pt x="5385" y="10233"/>
                  </a:cubicBezTo>
                  <a:lnTo>
                    <a:pt x="5515" y="10233"/>
                  </a:lnTo>
                  <a:lnTo>
                    <a:pt x="6309" y="11541"/>
                  </a:lnTo>
                  <a:lnTo>
                    <a:pt x="606" y="11541"/>
                  </a:lnTo>
                  <a:lnTo>
                    <a:pt x="1401" y="10233"/>
                  </a:lnTo>
                  <a:lnTo>
                    <a:pt x="3458" y="10233"/>
                  </a:lnTo>
                  <a:cubicBezTo>
                    <a:pt x="3725" y="10233"/>
                    <a:pt x="3725" y="9832"/>
                    <a:pt x="3458" y="9832"/>
                  </a:cubicBezTo>
                  <a:lnTo>
                    <a:pt x="778" y="9832"/>
                  </a:lnTo>
                  <a:lnTo>
                    <a:pt x="1946" y="7240"/>
                  </a:lnTo>
                  <a:lnTo>
                    <a:pt x="2818" y="7240"/>
                  </a:lnTo>
                  <a:cubicBezTo>
                    <a:pt x="3085" y="7240"/>
                    <a:pt x="3085" y="6839"/>
                    <a:pt x="2818" y="6839"/>
                  </a:cubicBezTo>
                  <a:lnTo>
                    <a:pt x="1182" y="6839"/>
                  </a:lnTo>
                  <a:lnTo>
                    <a:pt x="3458" y="770"/>
                  </a:lnTo>
                  <a:close/>
                  <a:moveTo>
                    <a:pt x="3901" y="11942"/>
                  </a:moveTo>
                  <a:lnTo>
                    <a:pt x="3901" y="13250"/>
                  </a:lnTo>
                  <a:lnTo>
                    <a:pt x="3018" y="13250"/>
                  </a:lnTo>
                  <a:lnTo>
                    <a:pt x="3018" y="11942"/>
                  </a:lnTo>
                  <a:close/>
                  <a:moveTo>
                    <a:pt x="3459" y="1"/>
                  </a:moveTo>
                  <a:cubicBezTo>
                    <a:pt x="3382" y="1"/>
                    <a:pt x="3305" y="44"/>
                    <a:pt x="3271" y="130"/>
                  </a:cubicBezTo>
                  <a:lnTo>
                    <a:pt x="708" y="6970"/>
                  </a:lnTo>
                  <a:cubicBezTo>
                    <a:pt x="659" y="7100"/>
                    <a:pt x="757" y="7240"/>
                    <a:pt x="894" y="7240"/>
                  </a:cubicBezTo>
                  <a:lnTo>
                    <a:pt x="1510" y="7240"/>
                  </a:lnTo>
                  <a:lnTo>
                    <a:pt x="286" y="9948"/>
                  </a:lnTo>
                  <a:cubicBezTo>
                    <a:pt x="226" y="10082"/>
                    <a:pt x="321" y="10229"/>
                    <a:pt x="465" y="10229"/>
                  </a:cubicBezTo>
                  <a:lnTo>
                    <a:pt x="933" y="10229"/>
                  </a:lnTo>
                  <a:lnTo>
                    <a:pt x="82" y="11636"/>
                  </a:lnTo>
                  <a:cubicBezTo>
                    <a:pt x="1" y="11769"/>
                    <a:pt x="96" y="11942"/>
                    <a:pt x="254" y="11942"/>
                  </a:cubicBezTo>
                  <a:lnTo>
                    <a:pt x="2617" y="11942"/>
                  </a:lnTo>
                  <a:lnTo>
                    <a:pt x="2617" y="13250"/>
                  </a:lnTo>
                  <a:lnTo>
                    <a:pt x="2389" y="13250"/>
                  </a:lnTo>
                  <a:cubicBezTo>
                    <a:pt x="2125" y="13250"/>
                    <a:pt x="2125" y="13651"/>
                    <a:pt x="2389" y="13651"/>
                  </a:cubicBezTo>
                  <a:lnTo>
                    <a:pt x="4527" y="13651"/>
                  </a:lnTo>
                  <a:cubicBezTo>
                    <a:pt x="4794" y="13651"/>
                    <a:pt x="4794" y="13250"/>
                    <a:pt x="4527" y="13250"/>
                  </a:cubicBezTo>
                  <a:lnTo>
                    <a:pt x="4298" y="13250"/>
                  </a:lnTo>
                  <a:lnTo>
                    <a:pt x="4298" y="11942"/>
                  </a:lnTo>
                  <a:lnTo>
                    <a:pt x="6665" y="11942"/>
                  </a:lnTo>
                  <a:cubicBezTo>
                    <a:pt x="6819" y="11942"/>
                    <a:pt x="6914" y="11769"/>
                    <a:pt x="6833" y="11636"/>
                  </a:cubicBezTo>
                  <a:lnTo>
                    <a:pt x="6833" y="11636"/>
                  </a:lnTo>
                  <a:lnTo>
                    <a:pt x="6833" y="11639"/>
                  </a:lnTo>
                  <a:lnTo>
                    <a:pt x="5982" y="10233"/>
                  </a:lnTo>
                  <a:lnTo>
                    <a:pt x="6450" y="10233"/>
                  </a:lnTo>
                  <a:cubicBezTo>
                    <a:pt x="6594" y="10233"/>
                    <a:pt x="6693" y="10082"/>
                    <a:pt x="6633" y="9948"/>
                  </a:cubicBezTo>
                  <a:lnTo>
                    <a:pt x="5409" y="7240"/>
                  </a:lnTo>
                  <a:lnTo>
                    <a:pt x="6025" y="7240"/>
                  </a:lnTo>
                  <a:cubicBezTo>
                    <a:pt x="6162" y="7240"/>
                    <a:pt x="6260" y="7100"/>
                    <a:pt x="6211" y="6970"/>
                  </a:cubicBezTo>
                  <a:lnTo>
                    <a:pt x="3648" y="130"/>
                  </a:lnTo>
                  <a:cubicBezTo>
                    <a:pt x="3614" y="44"/>
                    <a:pt x="3537" y="1"/>
                    <a:pt x="34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84"/>
            <p:cNvSpPr/>
            <p:nvPr/>
          </p:nvSpPr>
          <p:spPr>
            <a:xfrm>
              <a:off x="7610706" y="3153744"/>
              <a:ext cx="19659" cy="10537"/>
            </a:xfrm>
            <a:custGeom>
              <a:rect b="b" l="l" r="r" t="t"/>
              <a:pathLst>
                <a:path extrusionOk="0" h="402" w="750">
                  <a:moveTo>
                    <a:pt x="268" y="1"/>
                  </a:moveTo>
                  <a:cubicBezTo>
                    <a:pt x="1" y="1"/>
                    <a:pt x="1" y="402"/>
                    <a:pt x="268" y="402"/>
                  </a:cubicBezTo>
                  <a:lnTo>
                    <a:pt x="483" y="402"/>
                  </a:lnTo>
                  <a:cubicBezTo>
                    <a:pt x="750" y="402"/>
                    <a:pt x="750"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4"/>
            <p:cNvSpPr/>
            <p:nvPr/>
          </p:nvSpPr>
          <p:spPr>
            <a:xfrm>
              <a:off x="7593930" y="3075316"/>
              <a:ext cx="19581" cy="10537"/>
            </a:xfrm>
            <a:custGeom>
              <a:rect b="b" l="l" r="r" t="t"/>
              <a:pathLst>
                <a:path extrusionOk="0" h="402" w="747">
                  <a:moveTo>
                    <a:pt x="268" y="0"/>
                  </a:moveTo>
                  <a:cubicBezTo>
                    <a:pt x="1" y="0"/>
                    <a:pt x="1" y="401"/>
                    <a:pt x="268" y="401"/>
                  </a:cubicBezTo>
                  <a:lnTo>
                    <a:pt x="483" y="401"/>
                  </a:lnTo>
                  <a:cubicBezTo>
                    <a:pt x="746" y="401"/>
                    <a:pt x="746" y="0"/>
                    <a:pt x="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4" name="Google Shape;15954;p84"/>
          <p:cNvGrpSpPr/>
          <p:nvPr/>
        </p:nvGrpSpPr>
        <p:grpSpPr>
          <a:xfrm>
            <a:off x="4680751" y="1499971"/>
            <a:ext cx="374341" cy="364590"/>
            <a:chOff x="4680751" y="1499971"/>
            <a:chExt cx="374341" cy="364590"/>
          </a:xfrm>
        </p:grpSpPr>
        <p:sp>
          <p:nvSpPr>
            <p:cNvPr id="15955" name="Google Shape;15955;p84"/>
            <p:cNvSpPr/>
            <p:nvPr/>
          </p:nvSpPr>
          <p:spPr>
            <a:xfrm>
              <a:off x="4924187"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84"/>
            <p:cNvSpPr/>
            <p:nvPr/>
          </p:nvSpPr>
          <p:spPr>
            <a:xfrm>
              <a:off x="4946966"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84"/>
            <p:cNvSpPr/>
            <p:nvPr/>
          </p:nvSpPr>
          <p:spPr>
            <a:xfrm>
              <a:off x="469587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84"/>
            <p:cNvSpPr/>
            <p:nvPr/>
          </p:nvSpPr>
          <p:spPr>
            <a:xfrm>
              <a:off x="4718733"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84"/>
            <p:cNvSpPr/>
            <p:nvPr/>
          </p:nvSpPr>
          <p:spPr>
            <a:xfrm>
              <a:off x="4707305" y="1539500"/>
              <a:ext cx="331011" cy="305952"/>
            </a:xfrm>
            <a:custGeom>
              <a:rect b="b" l="l" r="r" t="t"/>
              <a:pathLst>
                <a:path extrusionOk="0" h="11672" w="12628">
                  <a:moveTo>
                    <a:pt x="6316" y="1"/>
                  </a:moveTo>
                  <a:cubicBezTo>
                    <a:pt x="2828" y="1"/>
                    <a:pt x="0" y="2634"/>
                    <a:pt x="0" y="5880"/>
                  </a:cubicBezTo>
                  <a:cubicBezTo>
                    <a:pt x="0" y="7747"/>
                    <a:pt x="932" y="9407"/>
                    <a:pt x="2388" y="10487"/>
                  </a:cubicBezTo>
                  <a:cubicBezTo>
                    <a:pt x="3468" y="11285"/>
                    <a:pt x="4793" y="11672"/>
                    <a:pt x="6137" y="11672"/>
                  </a:cubicBezTo>
                  <a:lnTo>
                    <a:pt x="6481" y="11672"/>
                  </a:lnTo>
                  <a:cubicBezTo>
                    <a:pt x="7821" y="11672"/>
                    <a:pt x="9150" y="11285"/>
                    <a:pt x="10233" y="10490"/>
                  </a:cubicBezTo>
                  <a:cubicBezTo>
                    <a:pt x="11693" y="9414"/>
                    <a:pt x="12628" y="7747"/>
                    <a:pt x="12628" y="5880"/>
                  </a:cubicBezTo>
                  <a:cubicBezTo>
                    <a:pt x="12628" y="2634"/>
                    <a:pt x="9804" y="1"/>
                    <a:pt x="6316"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84"/>
            <p:cNvSpPr/>
            <p:nvPr/>
          </p:nvSpPr>
          <p:spPr>
            <a:xfrm>
              <a:off x="4707305" y="1539605"/>
              <a:ext cx="167236" cy="305952"/>
            </a:xfrm>
            <a:custGeom>
              <a:rect b="b" l="l" r="r" t="t"/>
              <a:pathLst>
                <a:path extrusionOk="0" h="11672" w="6380">
                  <a:moveTo>
                    <a:pt x="6316" y="0"/>
                  </a:moveTo>
                  <a:cubicBezTo>
                    <a:pt x="2828" y="0"/>
                    <a:pt x="0" y="2630"/>
                    <a:pt x="0" y="5880"/>
                  </a:cubicBezTo>
                  <a:cubicBezTo>
                    <a:pt x="0" y="7743"/>
                    <a:pt x="936" y="9407"/>
                    <a:pt x="2391" y="10483"/>
                  </a:cubicBezTo>
                  <a:cubicBezTo>
                    <a:pt x="3468" y="11281"/>
                    <a:pt x="4797" y="11671"/>
                    <a:pt x="6137" y="11671"/>
                  </a:cubicBezTo>
                  <a:lnTo>
                    <a:pt x="6224" y="11671"/>
                  </a:lnTo>
                  <a:cubicBezTo>
                    <a:pt x="5468" y="11474"/>
                    <a:pt x="4755" y="11130"/>
                    <a:pt x="4132" y="10655"/>
                  </a:cubicBezTo>
                  <a:cubicBezTo>
                    <a:pt x="2676" y="9537"/>
                    <a:pt x="1744" y="7814"/>
                    <a:pt x="1744" y="5880"/>
                  </a:cubicBezTo>
                  <a:cubicBezTo>
                    <a:pt x="1744" y="3073"/>
                    <a:pt x="3707" y="710"/>
                    <a:pt x="6379"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84"/>
            <p:cNvSpPr/>
            <p:nvPr/>
          </p:nvSpPr>
          <p:spPr>
            <a:xfrm>
              <a:off x="4833570" y="1722201"/>
              <a:ext cx="78375" cy="136987"/>
            </a:xfrm>
            <a:custGeom>
              <a:rect b="b" l="l" r="r" t="t"/>
              <a:pathLst>
                <a:path extrusionOk="0" h="5226" w="2990">
                  <a:moveTo>
                    <a:pt x="1495" y="0"/>
                  </a:moveTo>
                  <a:cubicBezTo>
                    <a:pt x="665" y="0"/>
                    <a:pt x="1" y="693"/>
                    <a:pt x="36" y="1523"/>
                  </a:cubicBezTo>
                  <a:lnTo>
                    <a:pt x="134" y="3921"/>
                  </a:lnTo>
                  <a:cubicBezTo>
                    <a:pt x="166" y="4649"/>
                    <a:pt x="767" y="5226"/>
                    <a:pt x="1499" y="5226"/>
                  </a:cubicBezTo>
                  <a:cubicBezTo>
                    <a:pt x="2227" y="5226"/>
                    <a:pt x="2828" y="4649"/>
                    <a:pt x="2860" y="3917"/>
                  </a:cubicBezTo>
                  <a:lnTo>
                    <a:pt x="2955" y="1523"/>
                  </a:lnTo>
                  <a:cubicBezTo>
                    <a:pt x="2990" y="693"/>
                    <a:pt x="2325" y="0"/>
                    <a:pt x="149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84"/>
            <p:cNvSpPr/>
            <p:nvPr/>
          </p:nvSpPr>
          <p:spPr>
            <a:xfrm>
              <a:off x="4833570" y="1722201"/>
              <a:ext cx="78480" cy="96986"/>
            </a:xfrm>
            <a:custGeom>
              <a:rect b="b" l="l" r="r" t="t"/>
              <a:pathLst>
                <a:path extrusionOk="0" h="3700" w="2994">
                  <a:moveTo>
                    <a:pt x="1499" y="0"/>
                  </a:moveTo>
                  <a:cubicBezTo>
                    <a:pt x="665" y="0"/>
                    <a:pt x="1" y="689"/>
                    <a:pt x="36" y="1523"/>
                  </a:cubicBezTo>
                  <a:lnTo>
                    <a:pt x="117" y="3457"/>
                  </a:lnTo>
                  <a:cubicBezTo>
                    <a:pt x="483" y="3608"/>
                    <a:pt x="964" y="3699"/>
                    <a:pt x="1499" y="3699"/>
                  </a:cubicBezTo>
                  <a:cubicBezTo>
                    <a:pt x="2030" y="3699"/>
                    <a:pt x="2512" y="3608"/>
                    <a:pt x="2877" y="3457"/>
                  </a:cubicBezTo>
                  <a:lnTo>
                    <a:pt x="2958" y="1523"/>
                  </a:lnTo>
                  <a:cubicBezTo>
                    <a:pt x="2993" y="689"/>
                    <a:pt x="2329" y="0"/>
                    <a:pt x="149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84"/>
            <p:cNvSpPr/>
            <p:nvPr/>
          </p:nvSpPr>
          <p:spPr>
            <a:xfrm>
              <a:off x="4775798" y="1670746"/>
              <a:ext cx="39922" cy="51481"/>
            </a:xfrm>
            <a:custGeom>
              <a:rect b="b" l="l" r="r" t="t"/>
              <a:pathLst>
                <a:path extrusionOk="0" h="1964" w="1523">
                  <a:moveTo>
                    <a:pt x="763" y="1"/>
                  </a:moveTo>
                  <a:cubicBezTo>
                    <a:pt x="341" y="4"/>
                    <a:pt x="0" y="342"/>
                    <a:pt x="0" y="764"/>
                  </a:cubicBezTo>
                  <a:lnTo>
                    <a:pt x="0" y="1200"/>
                  </a:lnTo>
                  <a:cubicBezTo>
                    <a:pt x="0" y="1619"/>
                    <a:pt x="341" y="1960"/>
                    <a:pt x="763" y="1963"/>
                  </a:cubicBezTo>
                  <a:cubicBezTo>
                    <a:pt x="1182" y="1960"/>
                    <a:pt x="1523" y="1619"/>
                    <a:pt x="1523" y="1200"/>
                  </a:cubicBezTo>
                  <a:lnTo>
                    <a:pt x="1523" y="764"/>
                  </a:lnTo>
                  <a:cubicBezTo>
                    <a:pt x="1523" y="342"/>
                    <a:pt x="1182" y="4"/>
                    <a:pt x="763"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4"/>
            <p:cNvSpPr/>
            <p:nvPr/>
          </p:nvSpPr>
          <p:spPr>
            <a:xfrm>
              <a:off x="4792653" y="1670851"/>
              <a:ext cx="23250" cy="40210"/>
            </a:xfrm>
            <a:custGeom>
              <a:rect b="b" l="l" r="r" t="t"/>
              <a:pathLst>
                <a:path extrusionOk="0" h="1534" w="887">
                  <a:moveTo>
                    <a:pt x="120" y="0"/>
                  </a:moveTo>
                  <a:cubicBezTo>
                    <a:pt x="81" y="0"/>
                    <a:pt x="46" y="4"/>
                    <a:pt x="11" y="11"/>
                  </a:cubicBezTo>
                  <a:lnTo>
                    <a:pt x="11" y="1087"/>
                  </a:lnTo>
                  <a:cubicBezTo>
                    <a:pt x="1" y="1330"/>
                    <a:pt x="197" y="1534"/>
                    <a:pt x="444" y="1534"/>
                  </a:cubicBezTo>
                  <a:cubicBezTo>
                    <a:pt x="690" y="1534"/>
                    <a:pt x="887" y="1330"/>
                    <a:pt x="880" y="1087"/>
                  </a:cubicBezTo>
                  <a:lnTo>
                    <a:pt x="880" y="760"/>
                  </a:lnTo>
                  <a:cubicBezTo>
                    <a:pt x="880" y="338"/>
                    <a:pt x="539"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84"/>
            <p:cNvSpPr/>
            <p:nvPr/>
          </p:nvSpPr>
          <p:spPr>
            <a:xfrm>
              <a:off x="4787227" y="1676460"/>
              <a:ext cx="17169" cy="17195"/>
            </a:xfrm>
            <a:custGeom>
              <a:rect b="b" l="l" r="r" t="t"/>
              <a:pathLst>
                <a:path extrusionOk="0" h="656" w="655">
                  <a:moveTo>
                    <a:pt x="327" y="1"/>
                  </a:moveTo>
                  <a:cubicBezTo>
                    <a:pt x="144" y="1"/>
                    <a:pt x="0" y="149"/>
                    <a:pt x="0" y="328"/>
                  </a:cubicBezTo>
                  <a:cubicBezTo>
                    <a:pt x="0" y="511"/>
                    <a:pt x="144" y="655"/>
                    <a:pt x="327" y="655"/>
                  </a:cubicBezTo>
                  <a:cubicBezTo>
                    <a:pt x="506" y="655"/>
                    <a:pt x="654" y="511"/>
                    <a:pt x="654" y="328"/>
                  </a:cubicBezTo>
                  <a:cubicBezTo>
                    <a:pt x="654" y="149"/>
                    <a:pt x="506" y="1"/>
                    <a:pt x="3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84"/>
            <p:cNvSpPr/>
            <p:nvPr/>
          </p:nvSpPr>
          <p:spPr>
            <a:xfrm>
              <a:off x="4929901" y="1670746"/>
              <a:ext cx="39948" cy="51481"/>
            </a:xfrm>
            <a:custGeom>
              <a:rect b="b" l="l" r="r" t="t"/>
              <a:pathLst>
                <a:path extrusionOk="0" h="1964" w="1524">
                  <a:moveTo>
                    <a:pt x="760" y="1"/>
                  </a:moveTo>
                  <a:cubicBezTo>
                    <a:pt x="342" y="4"/>
                    <a:pt x="1" y="342"/>
                    <a:pt x="1" y="764"/>
                  </a:cubicBezTo>
                  <a:lnTo>
                    <a:pt x="1" y="1200"/>
                  </a:lnTo>
                  <a:cubicBezTo>
                    <a:pt x="1" y="1619"/>
                    <a:pt x="342" y="1960"/>
                    <a:pt x="760" y="1963"/>
                  </a:cubicBezTo>
                  <a:cubicBezTo>
                    <a:pt x="1182" y="1960"/>
                    <a:pt x="1523" y="1619"/>
                    <a:pt x="1523" y="1200"/>
                  </a:cubicBezTo>
                  <a:lnTo>
                    <a:pt x="1523" y="764"/>
                  </a:lnTo>
                  <a:cubicBezTo>
                    <a:pt x="1523" y="342"/>
                    <a:pt x="1182" y="4"/>
                    <a:pt x="76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84"/>
            <p:cNvSpPr/>
            <p:nvPr/>
          </p:nvSpPr>
          <p:spPr>
            <a:xfrm>
              <a:off x="4946966" y="1670851"/>
              <a:ext cx="22884" cy="39476"/>
            </a:xfrm>
            <a:custGeom>
              <a:rect b="b" l="l" r="r" t="t"/>
              <a:pathLst>
                <a:path extrusionOk="0" h="1506" w="873">
                  <a:moveTo>
                    <a:pt x="109" y="0"/>
                  </a:moveTo>
                  <a:cubicBezTo>
                    <a:pt x="74" y="0"/>
                    <a:pt x="39" y="4"/>
                    <a:pt x="0" y="11"/>
                  </a:cubicBezTo>
                  <a:lnTo>
                    <a:pt x="0" y="1087"/>
                  </a:lnTo>
                  <a:cubicBezTo>
                    <a:pt x="7" y="1319"/>
                    <a:pt x="201" y="1506"/>
                    <a:pt x="436" y="1506"/>
                  </a:cubicBezTo>
                  <a:cubicBezTo>
                    <a:pt x="672" y="1506"/>
                    <a:pt x="865" y="1319"/>
                    <a:pt x="872" y="1087"/>
                  </a:cubicBezTo>
                  <a:lnTo>
                    <a:pt x="872" y="760"/>
                  </a:lnTo>
                  <a:cubicBezTo>
                    <a:pt x="869" y="338"/>
                    <a:pt x="531" y="0"/>
                    <a:pt x="10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84"/>
            <p:cNvSpPr/>
            <p:nvPr/>
          </p:nvSpPr>
          <p:spPr>
            <a:xfrm>
              <a:off x="4941330" y="1676460"/>
              <a:ext cx="17091" cy="17195"/>
            </a:xfrm>
            <a:custGeom>
              <a:rect b="b" l="l" r="r" t="t"/>
              <a:pathLst>
                <a:path extrusionOk="0" h="656" w="652">
                  <a:moveTo>
                    <a:pt x="324" y="1"/>
                  </a:moveTo>
                  <a:cubicBezTo>
                    <a:pt x="145" y="1"/>
                    <a:pt x="1" y="149"/>
                    <a:pt x="1" y="328"/>
                  </a:cubicBezTo>
                  <a:cubicBezTo>
                    <a:pt x="1" y="511"/>
                    <a:pt x="145" y="655"/>
                    <a:pt x="324" y="655"/>
                  </a:cubicBezTo>
                  <a:cubicBezTo>
                    <a:pt x="507" y="655"/>
                    <a:pt x="651" y="511"/>
                    <a:pt x="651" y="328"/>
                  </a:cubicBezTo>
                  <a:cubicBezTo>
                    <a:pt x="651" y="149"/>
                    <a:pt x="507" y="1"/>
                    <a:pt x="3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4"/>
            <p:cNvSpPr/>
            <p:nvPr/>
          </p:nvSpPr>
          <p:spPr>
            <a:xfrm>
              <a:off x="4833465" y="1722122"/>
              <a:ext cx="49909" cy="97065"/>
            </a:xfrm>
            <a:custGeom>
              <a:rect b="b" l="l" r="r" t="t"/>
              <a:pathLst>
                <a:path extrusionOk="0" h="3703" w="1904">
                  <a:moveTo>
                    <a:pt x="1494" y="1"/>
                  </a:moveTo>
                  <a:cubicBezTo>
                    <a:pt x="692" y="1"/>
                    <a:pt x="1" y="670"/>
                    <a:pt x="40" y="1526"/>
                  </a:cubicBezTo>
                  <a:lnTo>
                    <a:pt x="121" y="3460"/>
                  </a:lnTo>
                  <a:cubicBezTo>
                    <a:pt x="487" y="3611"/>
                    <a:pt x="968" y="3702"/>
                    <a:pt x="1499" y="3702"/>
                  </a:cubicBezTo>
                  <a:cubicBezTo>
                    <a:pt x="1640" y="3702"/>
                    <a:pt x="1774" y="3695"/>
                    <a:pt x="1904" y="3685"/>
                  </a:cubicBezTo>
                  <a:cubicBezTo>
                    <a:pt x="1535" y="3650"/>
                    <a:pt x="1200" y="3702"/>
                    <a:pt x="930" y="3593"/>
                  </a:cubicBezTo>
                  <a:lnTo>
                    <a:pt x="849" y="1526"/>
                  </a:lnTo>
                  <a:cubicBezTo>
                    <a:pt x="821" y="851"/>
                    <a:pt x="1257" y="246"/>
                    <a:pt x="1904" y="59"/>
                  </a:cubicBezTo>
                  <a:cubicBezTo>
                    <a:pt x="1766" y="20"/>
                    <a:pt x="1628" y="1"/>
                    <a:pt x="14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4"/>
            <p:cNvSpPr/>
            <p:nvPr/>
          </p:nvSpPr>
          <p:spPr>
            <a:xfrm>
              <a:off x="4680751" y="1499971"/>
              <a:ext cx="374341" cy="364590"/>
            </a:xfrm>
            <a:custGeom>
              <a:rect b="b" l="l" r="r" t="t"/>
              <a:pathLst>
                <a:path extrusionOk="0" h="13909" w="14281">
                  <a:moveTo>
                    <a:pt x="2973" y="1283"/>
                  </a:moveTo>
                  <a:cubicBezTo>
                    <a:pt x="3469" y="1283"/>
                    <a:pt x="3953" y="1563"/>
                    <a:pt x="4178" y="2061"/>
                  </a:cubicBezTo>
                  <a:cubicBezTo>
                    <a:pt x="3647" y="2331"/>
                    <a:pt x="3158" y="2676"/>
                    <a:pt x="2722" y="3084"/>
                  </a:cubicBezTo>
                  <a:cubicBezTo>
                    <a:pt x="2532" y="3263"/>
                    <a:pt x="2350" y="3453"/>
                    <a:pt x="2181" y="3654"/>
                  </a:cubicBezTo>
                  <a:cubicBezTo>
                    <a:pt x="1495" y="3133"/>
                    <a:pt x="1481" y="2106"/>
                    <a:pt x="2153" y="1572"/>
                  </a:cubicBezTo>
                  <a:cubicBezTo>
                    <a:pt x="2399" y="1375"/>
                    <a:pt x="2688" y="1283"/>
                    <a:pt x="2973" y="1283"/>
                  </a:cubicBezTo>
                  <a:close/>
                  <a:moveTo>
                    <a:pt x="2968" y="407"/>
                  </a:moveTo>
                  <a:cubicBezTo>
                    <a:pt x="3822" y="407"/>
                    <a:pt x="4620" y="907"/>
                    <a:pt x="4976" y="1713"/>
                  </a:cubicBezTo>
                  <a:cubicBezTo>
                    <a:pt x="4829" y="1765"/>
                    <a:pt x="4688" y="1822"/>
                    <a:pt x="4544" y="1885"/>
                  </a:cubicBezTo>
                  <a:cubicBezTo>
                    <a:pt x="4250" y="1234"/>
                    <a:pt x="3616" y="870"/>
                    <a:pt x="2968" y="870"/>
                  </a:cubicBezTo>
                  <a:cubicBezTo>
                    <a:pt x="2593" y="870"/>
                    <a:pt x="2214" y="991"/>
                    <a:pt x="1892" y="1248"/>
                  </a:cubicBezTo>
                  <a:cubicBezTo>
                    <a:pt x="1013" y="1952"/>
                    <a:pt x="1031" y="3295"/>
                    <a:pt x="1928" y="3977"/>
                  </a:cubicBezTo>
                  <a:cubicBezTo>
                    <a:pt x="1836" y="4104"/>
                    <a:pt x="1752" y="4230"/>
                    <a:pt x="1671" y="4360"/>
                  </a:cubicBezTo>
                  <a:cubicBezTo>
                    <a:pt x="1112" y="3949"/>
                    <a:pt x="781" y="3295"/>
                    <a:pt x="781" y="2599"/>
                  </a:cubicBezTo>
                  <a:cubicBezTo>
                    <a:pt x="781" y="1565"/>
                    <a:pt x="1506" y="668"/>
                    <a:pt x="2518" y="454"/>
                  </a:cubicBezTo>
                  <a:cubicBezTo>
                    <a:pt x="2668" y="422"/>
                    <a:pt x="2819" y="407"/>
                    <a:pt x="2968" y="407"/>
                  </a:cubicBezTo>
                  <a:close/>
                  <a:moveTo>
                    <a:pt x="11682" y="408"/>
                  </a:moveTo>
                  <a:cubicBezTo>
                    <a:pt x="12628" y="408"/>
                    <a:pt x="13469" y="1013"/>
                    <a:pt x="13764" y="1913"/>
                  </a:cubicBezTo>
                  <a:cubicBezTo>
                    <a:pt x="14059" y="2813"/>
                    <a:pt x="13746" y="3798"/>
                    <a:pt x="12983" y="4360"/>
                  </a:cubicBezTo>
                  <a:cubicBezTo>
                    <a:pt x="12902" y="4230"/>
                    <a:pt x="12815" y="4104"/>
                    <a:pt x="12723" y="3977"/>
                  </a:cubicBezTo>
                  <a:cubicBezTo>
                    <a:pt x="13356" y="3499"/>
                    <a:pt x="13581" y="2655"/>
                    <a:pt x="13275" y="1927"/>
                  </a:cubicBezTo>
                  <a:cubicBezTo>
                    <a:pt x="13236" y="1838"/>
                    <a:pt x="13165" y="1801"/>
                    <a:pt x="13093" y="1801"/>
                  </a:cubicBezTo>
                  <a:cubicBezTo>
                    <a:pt x="12962" y="1801"/>
                    <a:pt x="12831" y="1924"/>
                    <a:pt x="12899" y="2085"/>
                  </a:cubicBezTo>
                  <a:cubicBezTo>
                    <a:pt x="13135" y="2644"/>
                    <a:pt x="12959" y="3291"/>
                    <a:pt x="12473" y="3654"/>
                  </a:cubicBezTo>
                  <a:cubicBezTo>
                    <a:pt x="12305" y="3453"/>
                    <a:pt x="12122" y="3263"/>
                    <a:pt x="11932" y="3084"/>
                  </a:cubicBezTo>
                  <a:cubicBezTo>
                    <a:pt x="11496" y="2680"/>
                    <a:pt x="11004" y="2335"/>
                    <a:pt x="10476" y="2061"/>
                  </a:cubicBezTo>
                  <a:cubicBezTo>
                    <a:pt x="10696" y="1565"/>
                    <a:pt x="11181" y="1279"/>
                    <a:pt x="11683" y="1279"/>
                  </a:cubicBezTo>
                  <a:cubicBezTo>
                    <a:pt x="11910" y="1279"/>
                    <a:pt x="12142" y="1338"/>
                    <a:pt x="12354" y="1463"/>
                  </a:cubicBezTo>
                  <a:cubicBezTo>
                    <a:pt x="12391" y="1485"/>
                    <a:pt x="12428" y="1494"/>
                    <a:pt x="12462" y="1494"/>
                  </a:cubicBezTo>
                  <a:cubicBezTo>
                    <a:pt x="12644" y="1494"/>
                    <a:pt x="12760" y="1227"/>
                    <a:pt x="12561" y="1111"/>
                  </a:cubicBezTo>
                  <a:cubicBezTo>
                    <a:pt x="12283" y="947"/>
                    <a:pt x="11980" y="869"/>
                    <a:pt x="11681" y="869"/>
                  </a:cubicBezTo>
                  <a:cubicBezTo>
                    <a:pt x="11028" y="869"/>
                    <a:pt x="10399" y="1240"/>
                    <a:pt x="10107" y="1881"/>
                  </a:cubicBezTo>
                  <a:cubicBezTo>
                    <a:pt x="9966" y="1822"/>
                    <a:pt x="9822" y="1762"/>
                    <a:pt x="9678" y="1709"/>
                  </a:cubicBezTo>
                  <a:cubicBezTo>
                    <a:pt x="10029" y="918"/>
                    <a:pt x="10814" y="408"/>
                    <a:pt x="11682" y="408"/>
                  </a:cubicBezTo>
                  <a:close/>
                  <a:moveTo>
                    <a:pt x="7325" y="8686"/>
                  </a:moveTo>
                  <a:cubicBezTo>
                    <a:pt x="8039" y="8686"/>
                    <a:pt x="8609" y="9280"/>
                    <a:pt x="8584" y="9990"/>
                  </a:cubicBezTo>
                  <a:lnTo>
                    <a:pt x="8507" y="11794"/>
                  </a:lnTo>
                  <a:cubicBezTo>
                    <a:pt x="8122" y="11914"/>
                    <a:pt x="7724" y="11973"/>
                    <a:pt x="7325" y="11973"/>
                  </a:cubicBezTo>
                  <a:cubicBezTo>
                    <a:pt x="6927" y="11973"/>
                    <a:pt x="6529" y="11914"/>
                    <a:pt x="6144" y="11794"/>
                  </a:cubicBezTo>
                  <a:lnTo>
                    <a:pt x="6070" y="9990"/>
                  </a:lnTo>
                  <a:cubicBezTo>
                    <a:pt x="6042" y="9280"/>
                    <a:pt x="6611" y="8686"/>
                    <a:pt x="7325" y="8686"/>
                  </a:cubicBezTo>
                  <a:close/>
                  <a:moveTo>
                    <a:pt x="7325" y="1713"/>
                  </a:moveTo>
                  <a:cubicBezTo>
                    <a:pt x="10694" y="1713"/>
                    <a:pt x="13437" y="4258"/>
                    <a:pt x="13437" y="7388"/>
                  </a:cubicBezTo>
                  <a:cubicBezTo>
                    <a:pt x="13437" y="8731"/>
                    <a:pt x="12924" y="10036"/>
                    <a:pt x="11988" y="11059"/>
                  </a:cubicBezTo>
                  <a:lnTo>
                    <a:pt x="11985" y="11059"/>
                  </a:lnTo>
                  <a:cubicBezTo>
                    <a:pt x="11130" y="11984"/>
                    <a:pt x="10015" y="12624"/>
                    <a:pt x="8788" y="12898"/>
                  </a:cubicBezTo>
                  <a:cubicBezTo>
                    <a:pt x="8848" y="12740"/>
                    <a:pt x="8883" y="12575"/>
                    <a:pt x="8890" y="12406"/>
                  </a:cubicBezTo>
                  <a:lnTo>
                    <a:pt x="8904" y="12072"/>
                  </a:lnTo>
                  <a:cubicBezTo>
                    <a:pt x="9003" y="12026"/>
                    <a:pt x="9098" y="11970"/>
                    <a:pt x="9186" y="11910"/>
                  </a:cubicBezTo>
                  <a:cubicBezTo>
                    <a:pt x="9366" y="11781"/>
                    <a:pt x="9240" y="11535"/>
                    <a:pt x="9069" y="11535"/>
                  </a:cubicBezTo>
                  <a:cubicBezTo>
                    <a:pt x="9031" y="11535"/>
                    <a:pt x="8990" y="11547"/>
                    <a:pt x="8950" y="11576"/>
                  </a:cubicBezTo>
                  <a:lnTo>
                    <a:pt x="8925" y="11594"/>
                  </a:lnTo>
                  <a:lnTo>
                    <a:pt x="8925" y="11594"/>
                  </a:lnTo>
                  <a:lnTo>
                    <a:pt x="8989" y="10008"/>
                  </a:lnTo>
                  <a:cubicBezTo>
                    <a:pt x="9027" y="9062"/>
                    <a:pt x="8271" y="8278"/>
                    <a:pt x="7325" y="8278"/>
                  </a:cubicBezTo>
                  <a:cubicBezTo>
                    <a:pt x="6379" y="8278"/>
                    <a:pt x="5623" y="9062"/>
                    <a:pt x="5662" y="10008"/>
                  </a:cubicBezTo>
                  <a:lnTo>
                    <a:pt x="5729" y="11594"/>
                  </a:lnTo>
                  <a:lnTo>
                    <a:pt x="5704" y="11576"/>
                  </a:lnTo>
                  <a:cubicBezTo>
                    <a:pt x="5664" y="11547"/>
                    <a:pt x="5622" y="11535"/>
                    <a:pt x="5583" y="11535"/>
                  </a:cubicBezTo>
                  <a:cubicBezTo>
                    <a:pt x="5410" y="11535"/>
                    <a:pt x="5284" y="11781"/>
                    <a:pt x="5465" y="11910"/>
                  </a:cubicBezTo>
                  <a:cubicBezTo>
                    <a:pt x="5553" y="11970"/>
                    <a:pt x="5648" y="12026"/>
                    <a:pt x="5746" y="12072"/>
                  </a:cubicBezTo>
                  <a:lnTo>
                    <a:pt x="5761" y="12406"/>
                  </a:lnTo>
                  <a:cubicBezTo>
                    <a:pt x="5768" y="12575"/>
                    <a:pt x="5803" y="12740"/>
                    <a:pt x="5862" y="12898"/>
                  </a:cubicBezTo>
                  <a:cubicBezTo>
                    <a:pt x="4635" y="12624"/>
                    <a:pt x="3517" y="11981"/>
                    <a:pt x="2663" y="11056"/>
                  </a:cubicBezTo>
                  <a:cubicBezTo>
                    <a:pt x="1731" y="10032"/>
                    <a:pt x="1217" y="8731"/>
                    <a:pt x="1217" y="7388"/>
                  </a:cubicBezTo>
                  <a:cubicBezTo>
                    <a:pt x="1217" y="4258"/>
                    <a:pt x="3957" y="1713"/>
                    <a:pt x="7325" y="1713"/>
                  </a:cubicBezTo>
                  <a:close/>
                  <a:moveTo>
                    <a:pt x="6165" y="12227"/>
                  </a:moveTo>
                  <a:lnTo>
                    <a:pt x="6165" y="12227"/>
                  </a:lnTo>
                  <a:cubicBezTo>
                    <a:pt x="6545" y="12330"/>
                    <a:pt x="6936" y="12382"/>
                    <a:pt x="7328" y="12382"/>
                  </a:cubicBezTo>
                  <a:cubicBezTo>
                    <a:pt x="7719" y="12382"/>
                    <a:pt x="8111" y="12330"/>
                    <a:pt x="8493" y="12227"/>
                  </a:cubicBezTo>
                  <a:lnTo>
                    <a:pt x="8493" y="12227"/>
                  </a:lnTo>
                  <a:lnTo>
                    <a:pt x="8486" y="12388"/>
                  </a:lnTo>
                  <a:cubicBezTo>
                    <a:pt x="8461" y="13011"/>
                    <a:pt x="7948" y="13500"/>
                    <a:pt x="7329" y="13500"/>
                  </a:cubicBezTo>
                  <a:cubicBezTo>
                    <a:pt x="6706" y="13500"/>
                    <a:pt x="6193" y="13011"/>
                    <a:pt x="6168" y="12388"/>
                  </a:cubicBezTo>
                  <a:lnTo>
                    <a:pt x="6165" y="12227"/>
                  </a:lnTo>
                  <a:close/>
                  <a:moveTo>
                    <a:pt x="2967" y="0"/>
                  </a:moveTo>
                  <a:cubicBezTo>
                    <a:pt x="2403" y="0"/>
                    <a:pt x="1830" y="183"/>
                    <a:pt x="1344" y="573"/>
                  </a:cubicBezTo>
                  <a:cubicBezTo>
                    <a:pt x="1" y="1653"/>
                    <a:pt x="64" y="3720"/>
                    <a:pt x="1470" y="4719"/>
                  </a:cubicBezTo>
                  <a:cubicBezTo>
                    <a:pt x="1034" y="5542"/>
                    <a:pt x="809" y="6460"/>
                    <a:pt x="809" y="7392"/>
                  </a:cubicBezTo>
                  <a:cubicBezTo>
                    <a:pt x="809" y="8833"/>
                    <a:pt x="1361" y="10233"/>
                    <a:pt x="2364" y="11333"/>
                  </a:cubicBezTo>
                  <a:cubicBezTo>
                    <a:pt x="3338" y="12399"/>
                    <a:pt x="4677" y="13123"/>
                    <a:pt x="6147" y="13373"/>
                  </a:cubicBezTo>
                  <a:cubicBezTo>
                    <a:pt x="6460" y="13730"/>
                    <a:pt x="6894" y="13908"/>
                    <a:pt x="7327" y="13908"/>
                  </a:cubicBezTo>
                  <a:cubicBezTo>
                    <a:pt x="7760" y="13908"/>
                    <a:pt x="8194" y="13730"/>
                    <a:pt x="8507" y="13373"/>
                  </a:cubicBezTo>
                  <a:cubicBezTo>
                    <a:pt x="9973" y="13123"/>
                    <a:pt x="11313" y="12402"/>
                    <a:pt x="12287" y="11337"/>
                  </a:cubicBezTo>
                  <a:cubicBezTo>
                    <a:pt x="13293" y="10240"/>
                    <a:pt x="13845" y="8837"/>
                    <a:pt x="13845" y="7392"/>
                  </a:cubicBezTo>
                  <a:cubicBezTo>
                    <a:pt x="13845" y="6460"/>
                    <a:pt x="13620" y="5542"/>
                    <a:pt x="13187" y="4719"/>
                  </a:cubicBezTo>
                  <a:cubicBezTo>
                    <a:pt x="13873" y="4230"/>
                    <a:pt x="14281" y="3439"/>
                    <a:pt x="14281" y="2599"/>
                  </a:cubicBezTo>
                  <a:cubicBezTo>
                    <a:pt x="14281" y="1364"/>
                    <a:pt x="13409" y="299"/>
                    <a:pt x="12199" y="53"/>
                  </a:cubicBezTo>
                  <a:cubicBezTo>
                    <a:pt x="12027" y="18"/>
                    <a:pt x="11855" y="2"/>
                    <a:pt x="11685" y="2"/>
                  </a:cubicBezTo>
                  <a:cubicBezTo>
                    <a:pt x="10656" y="2"/>
                    <a:pt x="9701" y="611"/>
                    <a:pt x="9288" y="1586"/>
                  </a:cubicBezTo>
                  <a:cubicBezTo>
                    <a:pt x="8648" y="1401"/>
                    <a:pt x="7987" y="1309"/>
                    <a:pt x="7327" y="1309"/>
                  </a:cubicBezTo>
                  <a:cubicBezTo>
                    <a:pt x="6667" y="1309"/>
                    <a:pt x="6007" y="1401"/>
                    <a:pt x="5367" y="1586"/>
                  </a:cubicBezTo>
                  <a:cubicBezTo>
                    <a:pt x="4938" y="573"/>
                    <a:pt x="3965" y="0"/>
                    <a:pt x="2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4"/>
            <p:cNvSpPr/>
            <p:nvPr/>
          </p:nvSpPr>
          <p:spPr>
            <a:xfrm>
              <a:off x="4770451" y="1665425"/>
              <a:ext cx="50616" cy="60839"/>
            </a:xfrm>
            <a:custGeom>
              <a:rect b="b" l="l" r="r" t="t"/>
              <a:pathLst>
                <a:path extrusionOk="0" h="2321" w="1931">
                  <a:moveTo>
                    <a:pt x="967" y="0"/>
                  </a:moveTo>
                  <a:cubicBezTo>
                    <a:pt x="433" y="0"/>
                    <a:pt x="0" y="436"/>
                    <a:pt x="0" y="971"/>
                  </a:cubicBezTo>
                  <a:lnTo>
                    <a:pt x="0" y="1403"/>
                  </a:lnTo>
                  <a:cubicBezTo>
                    <a:pt x="25" y="1916"/>
                    <a:pt x="450" y="2321"/>
                    <a:pt x="964" y="2321"/>
                  </a:cubicBezTo>
                  <a:cubicBezTo>
                    <a:pt x="1481" y="2321"/>
                    <a:pt x="1902" y="1916"/>
                    <a:pt x="1931" y="1403"/>
                  </a:cubicBezTo>
                  <a:lnTo>
                    <a:pt x="1931" y="971"/>
                  </a:lnTo>
                  <a:cubicBezTo>
                    <a:pt x="1931" y="826"/>
                    <a:pt x="1899" y="686"/>
                    <a:pt x="1836" y="556"/>
                  </a:cubicBezTo>
                  <a:cubicBezTo>
                    <a:pt x="1802" y="481"/>
                    <a:pt x="1728" y="439"/>
                    <a:pt x="1652" y="439"/>
                  </a:cubicBezTo>
                  <a:cubicBezTo>
                    <a:pt x="1624" y="439"/>
                    <a:pt x="1595" y="445"/>
                    <a:pt x="1568" y="457"/>
                  </a:cubicBezTo>
                  <a:cubicBezTo>
                    <a:pt x="1466" y="506"/>
                    <a:pt x="1421" y="626"/>
                    <a:pt x="1470" y="728"/>
                  </a:cubicBezTo>
                  <a:cubicBezTo>
                    <a:pt x="1505" y="802"/>
                    <a:pt x="1523" y="886"/>
                    <a:pt x="1523" y="967"/>
                  </a:cubicBezTo>
                  <a:lnTo>
                    <a:pt x="1523" y="1403"/>
                  </a:lnTo>
                  <a:cubicBezTo>
                    <a:pt x="1523" y="1713"/>
                    <a:pt x="1273" y="1962"/>
                    <a:pt x="967" y="1962"/>
                  </a:cubicBezTo>
                  <a:cubicBezTo>
                    <a:pt x="658" y="1962"/>
                    <a:pt x="408" y="1713"/>
                    <a:pt x="408" y="1403"/>
                  </a:cubicBezTo>
                  <a:lnTo>
                    <a:pt x="408" y="967"/>
                  </a:lnTo>
                  <a:cubicBezTo>
                    <a:pt x="408" y="661"/>
                    <a:pt x="658"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84"/>
            <p:cNvSpPr/>
            <p:nvPr/>
          </p:nvSpPr>
          <p:spPr>
            <a:xfrm>
              <a:off x="4924475" y="1665425"/>
              <a:ext cx="50721" cy="60839"/>
            </a:xfrm>
            <a:custGeom>
              <a:rect b="b" l="l" r="r" t="t"/>
              <a:pathLst>
                <a:path extrusionOk="0" h="2321" w="1935">
                  <a:moveTo>
                    <a:pt x="967" y="0"/>
                  </a:moveTo>
                  <a:cubicBezTo>
                    <a:pt x="433" y="0"/>
                    <a:pt x="0" y="436"/>
                    <a:pt x="0" y="971"/>
                  </a:cubicBezTo>
                  <a:lnTo>
                    <a:pt x="0" y="1403"/>
                  </a:lnTo>
                  <a:cubicBezTo>
                    <a:pt x="28" y="1916"/>
                    <a:pt x="454" y="2321"/>
                    <a:pt x="967" y="2321"/>
                  </a:cubicBezTo>
                  <a:cubicBezTo>
                    <a:pt x="1480" y="2321"/>
                    <a:pt x="1906" y="1916"/>
                    <a:pt x="1934" y="1403"/>
                  </a:cubicBezTo>
                  <a:lnTo>
                    <a:pt x="1934" y="971"/>
                  </a:lnTo>
                  <a:cubicBezTo>
                    <a:pt x="1934" y="826"/>
                    <a:pt x="1902" y="686"/>
                    <a:pt x="1839" y="556"/>
                  </a:cubicBezTo>
                  <a:cubicBezTo>
                    <a:pt x="1806" y="481"/>
                    <a:pt x="1732" y="439"/>
                    <a:pt x="1654" y="439"/>
                  </a:cubicBezTo>
                  <a:cubicBezTo>
                    <a:pt x="1625" y="439"/>
                    <a:pt x="1596" y="445"/>
                    <a:pt x="1568" y="457"/>
                  </a:cubicBezTo>
                  <a:cubicBezTo>
                    <a:pt x="1470" y="506"/>
                    <a:pt x="1424" y="626"/>
                    <a:pt x="1473" y="728"/>
                  </a:cubicBezTo>
                  <a:cubicBezTo>
                    <a:pt x="1509" y="802"/>
                    <a:pt x="1526" y="886"/>
                    <a:pt x="1526" y="967"/>
                  </a:cubicBezTo>
                  <a:lnTo>
                    <a:pt x="1526" y="1403"/>
                  </a:lnTo>
                  <a:cubicBezTo>
                    <a:pt x="1526" y="1713"/>
                    <a:pt x="1277" y="1962"/>
                    <a:pt x="967" y="1962"/>
                  </a:cubicBezTo>
                  <a:cubicBezTo>
                    <a:pt x="661" y="1962"/>
                    <a:pt x="411" y="1713"/>
                    <a:pt x="411" y="1403"/>
                  </a:cubicBezTo>
                  <a:lnTo>
                    <a:pt x="411" y="967"/>
                  </a:lnTo>
                  <a:cubicBezTo>
                    <a:pt x="411" y="661"/>
                    <a:pt x="661"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3" name="Google Shape;15973;p84"/>
          <p:cNvGrpSpPr/>
          <p:nvPr/>
        </p:nvGrpSpPr>
        <p:grpSpPr>
          <a:xfrm>
            <a:off x="853281" y="1499867"/>
            <a:ext cx="374917" cy="364668"/>
            <a:chOff x="853281" y="1499867"/>
            <a:chExt cx="374917" cy="364668"/>
          </a:xfrm>
        </p:grpSpPr>
        <p:sp>
          <p:nvSpPr>
            <p:cNvPr id="15974" name="Google Shape;15974;p84"/>
            <p:cNvSpPr/>
            <p:nvPr/>
          </p:nvSpPr>
          <p:spPr>
            <a:xfrm>
              <a:off x="1097267" y="1505293"/>
              <a:ext cx="125584" cy="125584"/>
            </a:xfrm>
            <a:custGeom>
              <a:rect b="b" l="l" r="r" t="t"/>
              <a:pathLst>
                <a:path extrusionOk="0" h="4791" w="4791">
                  <a:moveTo>
                    <a:pt x="2395" y="1"/>
                  </a:moveTo>
                  <a:cubicBezTo>
                    <a:pt x="1073" y="1"/>
                    <a:pt x="1" y="1073"/>
                    <a:pt x="1" y="2396"/>
                  </a:cubicBezTo>
                  <a:cubicBezTo>
                    <a:pt x="1" y="3718"/>
                    <a:pt x="1073" y="4790"/>
                    <a:pt x="2395" y="4790"/>
                  </a:cubicBezTo>
                  <a:cubicBezTo>
                    <a:pt x="3718" y="4790"/>
                    <a:pt x="4790" y="3718"/>
                    <a:pt x="4790" y="2396"/>
                  </a:cubicBezTo>
                  <a:cubicBezTo>
                    <a:pt x="4790" y="1073"/>
                    <a:pt x="3718"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4"/>
            <p:cNvSpPr/>
            <p:nvPr/>
          </p:nvSpPr>
          <p:spPr>
            <a:xfrm>
              <a:off x="1120045"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4"/>
            <p:cNvSpPr/>
            <p:nvPr/>
          </p:nvSpPr>
          <p:spPr>
            <a:xfrm>
              <a:off x="86895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4"/>
            <p:cNvSpPr/>
            <p:nvPr/>
          </p:nvSpPr>
          <p:spPr>
            <a:xfrm>
              <a:off x="891813"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84"/>
            <p:cNvSpPr/>
            <p:nvPr/>
          </p:nvSpPr>
          <p:spPr>
            <a:xfrm>
              <a:off x="880385" y="1539500"/>
              <a:ext cx="331038" cy="319688"/>
            </a:xfrm>
            <a:custGeom>
              <a:rect b="b" l="l" r="r" t="t"/>
              <a:pathLst>
                <a:path extrusionOk="0" h="12196" w="12629">
                  <a:moveTo>
                    <a:pt x="6312" y="1"/>
                  </a:moveTo>
                  <a:cubicBezTo>
                    <a:pt x="2828" y="1"/>
                    <a:pt x="0" y="2733"/>
                    <a:pt x="0" y="6098"/>
                  </a:cubicBezTo>
                  <a:cubicBezTo>
                    <a:pt x="0" y="9463"/>
                    <a:pt x="2828" y="12196"/>
                    <a:pt x="6312" y="12196"/>
                  </a:cubicBezTo>
                  <a:cubicBezTo>
                    <a:pt x="9801" y="12196"/>
                    <a:pt x="12628" y="9463"/>
                    <a:pt x="12628" y="6098"/>
                  </a:cubicBezTo>
                  <a:cubicBezTo>
                    <a:pt x="12628" y="2733"/>
                    <a:pt x="9801" y="1"/>
                    <a:pt x="631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84"/>
            <p:cNvSpPr/>
            <p:nvPr/>
          </p:nvSpPr>
          <p:spPr>
            <a:xfrm>
              <a:off x="1067489" y="1647993"/>
              <a:ext cx="115440" cy="110119"/>
            </a:xfrm>
            <a:custGeom>
              <a:rect b="b" l="l" r="r" t="t"/>
              <a:pathLst>
                <a:path extrusionOk="0" h="4201" w="4404">
                  <a:moveTo>
                    <a:pt x="1929" y="0"/>
                  </a:moveTo>
                  <a:cubicBezTo>
                    <a:pt x="1645" y="0"/>
                    <a:pt x="1365" y="69"/>
                    <a:pt x="1112" y="215"/>
                  </a:cubicBezTo>
                  <a:cubicBezTo>
                    <a:pt x="229" y="725"/>
                    <a:pt x="1" y="1984"/>
                    <a:pt x="599" y="3025"/>
                  </a:cubicBezTo>
                  <a:cubicBezTo>
                    <a:pt x="1028" y="3768"/>
                    <a:pt x="1766" y="4201"/>
                    <a:pt x="2475" y="4201"/>
                  </a:cubicBezTo>
                  <a:cubicBezTo>
                    <a:pt x="2759" y="4201"/>
                    <a:pt x="3039" y="4131"/>
                    <a:pt x="3292" y="3985"/>
                  </a:cubicBezTo>
                  <a:cubicBezTo>
                    <a:pt x="4175" y="3475"/>
                    <a:pt x="4403" y="2216"/>
                    <a:pt x="3806" y="1175"/>
                  </a:cubicBezTo>
                  <a:cubicBezTo>
                    <a:pt x="3376" y="431"/>
                    <a:pt x="2638" y="0"/>
                    <a:pt x="19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84"/>
            <p:cNvSpPr/>
            <p:nvPr/>
          </p:nvSpPr>
          <p:spPr>
            <a:xfrm>
              <a:off x="880385" y="1543379"/>
              <a:ext cx="157930" cy="315546"/>
            </a:xfrm>
            <a:custGeom>
              <a:rect b="b" l="l" r="r" t="t"/>
              <a:pathLst>
                <a:path extrusionOk="0" h="12038" w="6025">
                  <a:moveTo>
                    <a:pt x="4941" y="0"/>
                  </a:moveTo>
                  <a:cubicBezTo>
                    <a:pt x="2114" y="605"/>
                    <a:pt x="0" y="3038"/>
                    <a:pt x="0" y="5950"/>
                  </a:cubicBezTo>
                  <a:cubicBezTo>
                    <a:pt x="0" y="9220"/>
                    <a:pt x="2673" y="11893"/>
                    <a:pt x="6024" y="12037"/>
                  </a:cubicBezTo>
                  <a:cubicBezTo>
                    <a:pt x="3647" y="11070"/>
                    <a:pt x="1959" y="8612"/>
                    <a:pt x="1959" y="5732"/>
                  </a:cubicBezTo>
                  <a:cubicBezTo>
                    <a:pt x="1959" y="3316"/>
                    <a:pt x="3151" y="1192"/>
                    <a:pt x="49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84"/>
            <p:cNvSpPr/>
            <p:nvPr/>
          </p:nvSpPr>
          <p:spPr>
            <a:xfrm>
              <a:off x="1097188" y="1676382"/>
              <a:ext cx="34312" cy="40131"/>
            </a:xfrm>
            <a:custGeom>
              <a:rect b="b" l="l" r="r" t="t"/>
              <a:pathLst>
                <a:path extrusionOk="0" h="1531" w="1309">
                  <a:moveTo>
                    <a:pt x="654" y="0"/>
                  </a:moveTo>
                  <a:cubicBezTo>
                    <a:pt x="296" y="0"/>
                    <a:pt x="4" y="292"/>
                    <a:pt x="4" y="655"/>
                  </a:cubicBezTo>
                  <a:lnTo>
                    <a:pt x="4" y="876"/>
                  </a:lnTo>
                  <a:cubicBezTo>
                    <a:pt x="0" y="1235"/>
                    <a:pt x="296" y="1530"/>
                    <a:pt x="654" y="1530"/>
                  </a:cubicBezTo>
                  <a:cubicBezTo>
                    <a:pt x="1016" y="1530"/>
                    <a:pt x="1308" y="1235"/>
                    <a:pt x="1308" y="876"/>
                  </a:cubicBezTo>
                  <a:lnTo>
                    <a:pt x="1308" y="655"/>
                  </a:lnTo>
                  <a:cubicBezTo>
                    <a:pt x="1308" y="292"/>
                    <a:pt x="1016" y="0"/>
                    <a:pt x="65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84"/>
            <p:cNvSpPr/>
            <p:nvPr/>
          </p:nvSpPr>
          <p:spPr>
            <a:xfrm>
              <a:off x="1114331" y="1676460"/>
              <a:ext cx="17169" cy="28624"/>
            </a:xfrm>
            <a:custGeom>
              <a:rect b="b" l="l" r="r" t="t"/>
              <a:pathLst>
                <a:path extrusionOk="0" h="1092" w="655">
                  <a:moveTo>
                    <a:pt x="0" y="1"/>
                  </a:moveTo>
                  <a:lnTo>
                    <a:pt x="0" y="764"/>
                  </a:lnTo>
                  <a:cubicBezTo>
                    <a:pt x="0" y="943"/>
                    <a:pt x="148" y="1091"/>
                    <a:pt x="327" y="1091"/>
                  </a:cubicBezTo>
                  <a:cubicBezTo>
                    <a:pt x="510" y="1091"/>
                    <a:pt x="654" y="943"/>
                    <a:pt x="654" y="764"/>
                  </a:cubicBezTo>
                  <a:lnTo>
                    <a:pt x="654" y="655"/>
                  </a:lnTo>
                  <a:cubicBezTo>
                    <a:pt x="654" y="296"/>
                    <a:pt x="362"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4"/>
            <p:cNvSpPr/>
            <p:nvPr/>
          </p:nvSpPr>
          <p:spPr>
            <a:xfrm>
              <a:off x="1108617" y="1682201"/>
              <a:ext cx="11455" cy="11455"/>
            </a:xfrm>
            <a:custGeom>
              <a:rect b="b" l="l" r="r" t="t"/>
              <a:pathLst>
                <a:path extrusionOk="0" h="437" w="437">
                  <a:moveTo>
                    <a:pt x="218" y="0"/>
                  </a:moveTo>
                  <a:cubicBezTo>
                    <a:pt x="99" y="0"/>
                    <a:pt x="0" y="98"/>
                    <a:pt x="0" y="218"/>
                  </a:cubicBezTo>
                  <a:cubicBezTo>
                    <a:pt x="0" y="338"/>
                    <a:pt x="99" y="436"/>
                    <a:pt x="218" y="436"/>
                  </a:cubicBezTo>
                  <a:cubicBezTo>
                    <a:pt x="341" y="436"/>
                    <a:pt x="436" y="338"/>
                    <a:pt x="436" y="218"/>
                  </a:cubicBezTo>
                  <a:cubicBezTo>
                    <a:pt x="436" y="98"/>
                    <a:pt x="341"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4"/>
            <p:cNvSpPr/>
            <p:nvPr/>
          </p:nvSpPr>
          <p:spPr>
            <a:xfrm>
              <a:off x="994488" y="1762096"/>
              <a:ext cx="102805" cy="74234"/>
            </a:xfrm>
            <a:custGeom>
              <a:rect b="b" l="l" r="r" t="t"/>
              <a:pathLst>
                <a:path extrusionOk="0" h="2832" w="3922">
                  <a:moveTo>
                    <a:pt x="1219" y="1"/>
                  </a:moveTo>
                  <a:cubicBezTo>
                    <a:pt x="1213" y="1"/>
                    <a:pt x="1206" y="1"/>
                    <a:pt x="1200" y="1"/>
                  </a:cubicBezTo>
                  <a:cubicBezTo>
                    <a:pt x="539" y="1"/>
                    <a:pt x="1" y="391"/>
                    <a:pt x="1" y="873"/>
                  </a:cubicBezTo>
                  <a:cubicBezTo>
                    <a:pt x="1" y="1161"/>
                    <a:pt x="198" y="1418"/>
                    <a:pt x="493" y="1576"/>
                  </a:cubicBezTo>
                  <a:cubicBezTo>
                    <a:pt x="525" y="2272"/>
                    <a:pt x="1168" y="2831"/>
                    <a:pt x="1959" y="2831"/>
                  </a:cubicBezTo>
                  <a:cubicBezTo>
                    <a:pt x="2754" y="2831"/>
                    <a:pt x="3398" y="2272"/>
                    <a:pt x="3429" y="1576"/>
                  </a:cubicBezTo>
                  <a:cubicBezTo>
                    <a:pt x="3725" y="1418"/>
                    <a:pt x="3922" y="1161"/>
                    <a:pt x="3922" y="873"/>
                  </a:cubicBezTo>
                  <a:cubicBezTo>
                    <a:pt x="3922" y="391"/>
                    <a:pt x="3384" y="1"/>
                    <a:pt x="2723" y="1"/>
                  </a:cubicBezTo>
                  <a:cubicBezTo>
                    <a:pt x="2716" y="1"/>
                    <a:pt x="2710" y="1"/>
                    <a:pt x="2703" y="1"/>
                  </a:cubicBezTo>
                  <a:cubicBezTo>
                    <a:pt x="2443" y="1"/>
                    <a:pt x="2186" y="71"/>
                    <a:pt x="1959" y="201"/>
                  </a:cubicBezTo>
                  <a:cubicBezTo>
                    <a:pt x="1736" y="71"/>
                    <a:pt x="1480" y="1"/>
                    <a:pt x="1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4"/>
            <p:cNvSpPr/>
            <p:nvPr/>
          </p:nvSpPr>
          <p:spPr>
            <a:xfrm>
              <a:off x="1017345" y="1744953"/>
              <a:ext cx="57196" cy="40026"/>
            </a:xfrm>
            <a:custGeom>
              <a:rect b="b" l="l" r="r" t="t"/>
              <a:pathLst>
                <a:path extrusionOk="0" h="1527" w="2182">
                  <a:moveTo>
                    <a:pt x="1091" y="1"/>
                  </a:moveTo>
                  <a:cubicBezTo>
                    <a:pt x="490" y="1"/>
                    <a:pt x="1" y="296"/>
                    <a:pt x="1" y="655"/>
                  </a:cubicBezTo>
                  <a:cubicBezTo>
                    <a:pt x="1" y="1017"/>
                    <a:pt x="490" y="1527"/>
                    <a:pt x="1091" y="1527"/>
                  </a:cubicBezTo>
                  <a:cubicBezTo>
                    <a:pt x="1692" y="1527"/>
                    <a:pt x="2181" y="1017"/>
                    <a:pt x="2181" y="655"/>
                  </a:cubicBezTo>
                  <a:cubicBezTo>
                    <a:pt x="2181"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84"/>
            <p:cNvSpPr/>
            <p:nvPr/>
          </p:nvSpPr>
          <p:spPr>
            <a:xfrm>
              <a:off x="1017345"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22" y="1196"/>
                    <a:pt x="1524" y="1196"/>
                  </a:cubicBezTo>
                  <a:cubicBezTo>
                    <a:pt x="922" y="1196"/>
                    <a:pt x="437" y="612"/>
                    <a:pt x="437"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84"/>
            <p:cNvSpPr/>
            <p:nvPr/>
          </p:nvSpPr>
          <p:spPr>
            <a:xfrm>
              <a:off x="908878" y="1647993"/>
              <a:ext cx="115518" cy="110092"/>
            </a:xfrm>
            <a:custGeom>
              <a:rect b="b" l="l" r="r" t="t"/>
              <a:pathLst>
                <a:path extrusionOk="0" h="4200" w="4407">
                  <a:moveTo>
                    <a:pt x="2476" y="0"/>
                  </a:moveTo>
                  <a:cubicBezTo>
                    <a:pt x="1767" y="0"/>
                    <a:pt x="1031" y="431"/>
                    <a:pt x="601" y="1175"/>
                  </a:cubicBezTo>
                  <a:cubicBezTo>
                    <a:pt x="0" y="2216"/>
                    <a:pt x="229" y="3475"/>
                    <a:pt x="1115" y="3985"/>
                  </a:cubicBezTo>
                  <a:cubicBezTo>
                    <a:pt x="1367" y="4130"/>
                    <a:pt x="1646" y="4199"/>
                    <a:pt x="1929" y="4199"/>
                  </a:cubicBezTo>
                  <a:cubicBezTo>
                    <a:pt x="2637" y="4199"/>
                    <a:pt x="3375" y="3768"/>
                    <a:pt x="3805" y="3025"/>
                  </a:cubicBezTo>
                  <a:cubicBezTo>
                    <a:pt x="4406" y="1984"/>
                    <a:pt x="4174" y="725"/>
                    <a:pt x="3291" y="215"/>
                  </a:cubicBezTo>
                  <a:cubicBezTo>
                    <a:pt x="3038" y="69"/>
                    <a:pt x="2759" y="0"/>
                    <a:pt x="247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84"/>
            <p:cNvSpPr/>
            <p:nvPr/>
          </p:nvSpPr>
          <p:spPr>
            <a:xfrm>
              <a:off x="960202" y="1676382"/>
              <a:ext cx="34417" cy="40131"/>
            </a:xfrm>
            <a:custGeom>
              <a:rect b="b" l="l" r="r" t="t"/>
              <a:pathLst>
                <a:path extrusionOk="0" h="1531" w="1313">
                  <a:moveTo>
                    <a:pt x="658" y="0"/>
                  </a:moveTo>
                  <a:cubicBezTo>
                    <a:pt x="296" y="0"/>
                    <a:pt x="4" y="292"/>
                    <a:pt x="4" y="655"/>
                  </a:cubicBezTo>
                  <a:lnTo>
                    <a:pt x="4" y="876"/>
                  </a:lnTo>
                  <a:cubicBezTo>
                    <a:pt x="1" y="1235"/>
                    <a:pt x="296" y="1530"/>
                    <a:pt x="658" y="1530"/>
                  </a:cubicBezTo>
                  <a:cubicBezTo>
                    <a:pt x="1017" y="1530"/>
                    <a:pt x="1312" y="1235"/>
                    <a:pt x="1309" y="876"/>
                  </a:cubicBezTo>
                  <a:lnTo>
                    <a:pt x="1309" y="655"/>
                  </a:lnTo>
                  <a:cubicBezTo>
                    <a:pt x="1309" y="292"/>
                    <a:pt x="1017" y="0"/>
                    <a:pt x="658"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84"/>
            <p:cNvSpPr/>
            <p:nvPr/>
          </p:nvSpPr>
          <p:spPr>
            <a:xfrm>
              <a:off x="977449" y="1676460"/>
              <a:ext cx="17064" cy="28624"/>
            </a:xfrm>
            <a:custGeom>
              <a:rect b="b" l="l" r="r" t="t"/>
              <a:pathLst>
                <a:path extrusionOk="0" h="1092" w="651">
                  <a:moveTo>
                    <a:pt x="0" y="1"/>
                  </a:moveTo>
                  <a:lnTo>
                    <a:pt x="0" y="764"/>
                  </a:lnTo>
                  <a:cubicBezTo>
                    <a:pt x="0" y="943"/>
                    <a:pt x="144" y="1091"/>
                    <a:pt x="324" y="1091"/>
                  </a:cubicBezTo>
                  <a:cubicBezTo>
                    <a:pt x="507" y="1091"/>
                    <a:pt x="651" y="943"/>
                    <a:pt x="651" y="764"/>
                  </a:cubicBezTo>
                  <a:lnTo>
                    <a:pt x="651" y="655"/>
                  </a:lnTo>
                  <a:cubicBezTo>
                    <a:pt x="651" y="296"/>
                    <a:pt x="359"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84"/>
            <p:cNvSpPr/>
            <p:nvPr/>
          </p:nvSpPr>
          <p:spPr>
            <a:xfrm>
              <a:off x="971735" y="1682201"/>
              <a:ext cx="11455" cy="11455"/>
            </a:xfrm>
            <a:custGeom>
              <a:rect b="b" l="l" r="r" t="t"/>
              <a:pathLst>
                <a:path extrusionOk="0" h="437" w="437">
                  <a:moveTo>
                    <a:pt x="218" y="0"/>
                  </a:moveTo>
                  <a:cubicBezTo>
                    <a:pt x="95" y="0"/>
                    <a:pt x="0" y="98"/>
                    <a:pt x="0" y="218"/>
                  </a:cubicBezTo>
                  <a:cubicBezTo>
                    <a:pt x="0" y="338"/>
                    <a:pt x="95"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84"/>
            <p:cNvSpPr/>
            <p:nvPr/>
          </p:nvSpPr>
          <p:spPr>
            <a:xfrm>
              <a:off x="853281" y="1499867"/>
              <a:ext cx="374917" cy="364668"/>
            </a:xfrm>
            <a:custGeom>
              <a:rect b="b" l="l" r="r" t="t"/>
              <a:pathLst>
                <a:path extrusionOk="0" h="13912" w="14303">
                  <a:moveTo>
                    <a:pt x="2995" y="1288"/>
                  </a:moveTo>
                  <a:cubicBezTo>
                    <a:pt x="3498" y="1288"/>
                    <a:pt x="3989" y="1575"/>
                    <a:pt x="4210" y="2086"/>
                  </a:cubicBezTo>
                  <a:cubicBezTo>
                    <a:pt x="3454" y="2487"/>
                    <a:pt x="2789" y="3032"/>
                    <a:pt x="2244" y="3689"/>
                  </a:cubicBezTo>
                  <a:cubicBezTo>
                    <a:pt x="1527" y="3190"/>
                    <a:pt x="1485" y="2142"/>
                    <a:pt x="2163" y="1586"/>
                  </a:cubicBezTo>
                  <a:cubicBezTo>
                    <a:pt x="2411" y="1383"/>
                    <a:pt x="2705" y="1288"/>
                    <a:pt x="2995" y="1288"/>
                  </a:cubicBezTo>
                  <a:close/>
                  <a:moveTo>
                    <a:pt x="2993" y="412"/>
                  </a:moveTo>
                  <a:cubicBezTo>
                    <a:pt x="3850" y="412"/>
                    <a:pt x="4647" y="917"/>
                    <a:pt x="5001" y="1727"/>
                  </a:cubicBezTo>
                  <a:cubicBezTo>
                    <a:pt x="4857" y="1783"/>
                    <a:pt x="4713" y="1840"/>
                    <a:pt x="4572" y="1903"/>
                  </a:cubicBezTo>
                  <a:cubicBezTo>
                    <a:pt x="4281" y="1242"/>
                    <a:pt x="3642" y="873"/>
                    <a:pt x="2989" y="873"/>
                  </a:cubicBezTo>
                  <a:cubicBezTo>
                    <a:pt x="2609" y="873"/>
                    <a:pt x="2224" y="998"/>
                    <a:pt x="1900" y="1263"/>
                  </a:cubicBezTo>
                  <a:cubicBezTo>
                    <a:pt x="1013" y="1987"/>
                    <a:pt x="1063" y="3355"/>
                    <a:pt x="1994" y="4013"/>
                  </a:cubicBezTo>
                  <a:cubicBezTo>
                    <a:pt x="1907" y="4139"/>
                    <a:pt x="1819" y="4266"/>
                    <a:pt x="1738" y="4400"/>
                  </a:cubicBezTo>
                  <a:cubicBezTo>
                    <a:pt x="1154" y="3988"/>
                    <a:pt x="802" y="3316"/>
                    <a:pt x="802" y="2603"/>
                  </a:cubicBezTo>
                  <a:cubicBezTo>
                    <a:pt x="802" y="1565"/>
                    <a:pt x="1530" y="669"/>
                    <a:pt x="2547" y="458"/>
                  </a:cubicBezTo>
                  <a:cubicBezTo>
                    <a:pt x="2696" y="427"/>
                    <a:pt x="2845" y="412"/>
                    <a:pt x="2993" y="412"/>
                  </a:cubicBezTo>
                  <a:close/>
                  <a:moveTo>
                    <a:pt x="11703" y="412"/>
                  </a:moveTo>
                  <a:cubicBezTo>
                    <a:pt x="12660" y="412"/>
                    <a:pt x="13507" y="1031"/>
                    <a:pt x="13796" y="1945"/>
                  </a:cubicBezTo>
                  <a:cubicBezTo>
                    <a:pt x="14080" y="2859"/>
                    <a:pt x="13743" y="3851"/>
                    <a:pt x="12959" y="4400"/>
                  </a:cubicBezTo>
                  <a:cubicBezTo>
                    <a:pt x="12878" y="4269"/>
                    <a:pt x="12793" y="4139"/>
                    <a:pt x="12702" y="4013"/>
                  </a:cubicBezTo>
                  <a:cubicBezTo>
                    <a:pt x="13363" y="3545"/>
                    <a:pt x="13613" y="2676"/>
                    <a:pt x="13296" y="1931"/>
                  </a:cubicBezTo>
                  <a:cubicBezTo>
                    <a:pt x="13259" y="1841"/>
                    <a:pt x="13187" y="1804"/>
                    <a:pt x="13115" y="1804"/>
                  </a:cubicBezTo>
                  <a:cubicBezTo>
                    <a:pt x="12985" y="1804"/>
                    <a:pt x="12852" y="1928"/>
                    <a:pt x="12920" y="2089"/>
                  </a:cubicBezTo>
                  <a:cubicBezTo>
                    <a:pt x="13163" y="2666"/>
                    <a:pt x="12969" y="3334"/>
                    <a:pt x="12452" y="3689"/>
                  </a:cubicBezTo>
                  <a:cubicBezTo>
                    <a:pt x="11911" y="3032"/>
                    <a:pt x="11243" y="2487"/>
                    <a:pt x="10490" y="2086"/>
                  </a:cubicBezTo>
                  <a:cubicBezTo>
                    <a:pt x="10704" y="1578"/>
                    <a:pt x="11195" y="1282"/>
                    <a:pt x="11705" y="1282"/>
                  </a:cubicBezTo>
                  <a:cubicBezTo>
                    <a:pt x="11933" y="1282"/>
                    <a:pt x="12166" y="1341"/>
                    <a:pt x="12379" y="1467"/>
                  </a:cubicBezTo>
                  <a:cubicBezTo>
                    <a:pt x="12416" y="1489"/>
                    <a:pt x="12452" y="1498"/>
                    <a:pt x="12487" y="1498"/>
                  </a:cubicBezTo>
                  <a:cubicBezTo>
                    <a:pt x="12669" y="1498"/>
                    <a:pt x="12784" y="1231"/>
                    <a:pt x="12586" y="1115"/>
                  </a:cubicBezTo>
                  <a:cubicBezTo>
                    <a:pt x="12309" y="951"/>
                    <a:pt x="12007" y="874"/>
                    <a:pt x="11709" y="874"/>
                  </a:cubicBezTo>
                  <a:cubicBezTo>
                    <a:pt x="11050" y="874"/>
                    <a:pt x="10413" y="1252"/>
                    <a:pt x="10124" y="1906"/>
                  </a:cubicBezTo>
                  <a:cubicBezTo>
                    <a:pt x="9984" y="1840"/>
                    <a:pt x="9843" y="1783"/>
                    <a:pt x="9695" y="1731"/>
                  </a:cubicBezTo>
                  <a:cubicBezTo>
                    <a:pt x="10044" y="932"/>
                    <a:pt x="10831" y="415"/>
                    <a:pt x="11703" y="412"/>
                  </a:cubicBezTo>
                  <a:close/>
                  <a:moveTo>
                    <a:pt x="7346" y="1720"/>
                  </a:moveTo>
                  <a:cubicBezTo>
                    <a:pt x="8982" y="1720"/>
                    <a:pt x="10518" y="2335"/>
                    <a:pt x="11672" y="3447"/>
                  </a:cubicBezTo>
                  <a:cubicBezTo>
                    <a:pt x="12825" y="4558"/>
                    <a:pt x="13458" y="6042"/>
                    <a:pt x="13458" y="7610"/>
                  </a:cubicBezTo>
                  <a:cubicBezTo>
                    <a:pt x="13458" y="9182"/>
                    <a:pt x="12825" y="10662"/>
                    <a:pt x="11672" y="11774"/>
                  </a:cubicBezTo>
                  <a:cubicBezTo>
                    <a:pt x="10518" y="12888"/>
                    <a:pt x="8982" y="13504"/>
                    <a:pt x="7350" y="13504"/>
                  </a:cubicBezTo>
                  <a:cubicBezTo>
                    <a:pt x="5715" y="13504"/>
                    <a:pt x="4178" y="12888"/>
                    <a:pt x="3025" y="11774"/>
                  </a:cubicBezTo>
                  <a:cubicBezTo>
                    <a:pt x="1871" y="10662"/>
                    <a:pt x="1238" y="9182"/>
                    <a:pt x="1238" y="7610"/>
                  </a:cubicBezTo>
                  <a:cubicBezTo>
                    <a:pt x="1238" y="6038"/>
                    <a:pt x="1871" y="4558"/>
                    <a:pt x="3025" y="3447"/>
                  </a:cubicBezTo>
                  <a:cubicBezTo>
                    <a:pt x="4178" y="2335"/>
                    <a:pt x="5715" y="1720"/>
                    <a:pt x="7346" y="1720"/>
                  </a:cubicBezTo>
                  <a:close/>
                  <a:moveTo>
                    <a:pt x="2988" y="1"/>
                  </a:moveTo>
                  <a:cubicBezTo>
                    <a:pt x="2416" y="1"/>
                    <a:pt x="1836" y="189"/>
                    <a:pt x="1347" y="591"/>
                  </a:cubicBezTo>
                  <a:cubicBezTo>
                    <a:pt x="1" y="1692"/>
                    <a:pt x="96" y="3781"/>
                    <a:pt x="1537" y="4755"/>
                  </a:cubicBezTo>
                  <a:cubicBezTo>
                    <a:pt x="1073" y="5634"/>
                    <a:pt x="831" y="6615"/>
                    <a:pt x="834" y="7610"/>
                  </a:cubicBezTo>
                  <a:cubicBezTo>
                    <a:pt x="834" y="9294"/>
                    <a:pt x="1513" y="10877"/>
                    <a:pt x="2747" y="12069"/>
                  </a:cubicBezTo>
                  <a:cubicBezTo>
                    <a:pt x="3978" y="13257"/>
                    <a:pt x="5613" y="13912"/>
                    <a:pt x="7354" y="13912"/>
                  </a:cubicBezTo>
                  <a:cubicBezTo>
                    <a:pt x="9091" y="13912"/>
                    <a:pt x="10726" y="13257"/>
                    <a:pt x="11957" y="12069"/>
                  </a:cubicBezTo>
                  <a:cubicBezTo>
                    <a:pt x="13187" y="10877"/>
                    <a:pt x="13866" y="9294"/>
                    <a:pt x="13866" y="7610"/>
                  </a:cubicBezTo>
                  <a:cubicBezTo>
                    <a:pt x="13869" y="6615"/>
                    <a:pt x="13627" y="5634"/>
                    <a:pt x="13163" y="4755"/>
                  </a:cubicBezTo>
                  <a:cubicBezTo>
                    <a:pt x="13873" y="4269"/>
                    <a:pt x="14298" y="3464"/>
                    <a:pt x="14302" y="2603"/>
                  </a:cubicBezTo>
                  <a:cubicBezTo>
                    <a:pt x="14302" y="1365"/>
                    <a:pt x="13430" y="299"/>
                    <a:pt x="12213" y="53"/>
                  </a:cubicBezTo>
                  <a:cubicBezTo>
                    <a:pt x="12042" y="19"/>
                    <a:pt x="11872" y="3"/>
                    <a:pt x="11703" y="3"/>
                  </a:cubicBezTo>
                  <a:cubicBezTo>
                    <a:pt x="10672" y="3"/>
                    <a:pt x="9716" y="618"/>
                    <a:pt x="9305" y="1597"/>
                  </a:cubicBezTo>
                  <a:cubicBezTo>
                    <a:pt x="8667" y="1405"/>
                    <a:pt x="8008" y="1309"/>
                    <a:pt x="7348" y="1309"/>
                  </a:cubicBezTo>
                  <a:cubicBezTo>
                    <a:pt x="6689" y="1309"/>
                    <a:pt x="6030" y="1405"/>
                    <a:pt x="5391" y="1597"/>
                  </a:cubicBezTo>
                  <a:cubicBezTo>
                    <a:pt x="4964" y="577"/>
                    <a:pt x="3988"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84"/>
            <p:cNvSpPr/>
            <p:nvPr/>
          </p:nvSpPr>
          <p:spPr>
            <a:xfrm>
              <a:off x="954959" y="1671139"/>
              <a:ext cx="44902" cy="50721"/>
            </a:xfrm>
            <a:custGeom>
              <a:rect b="b" l="l" r="r" t="t"/>
              <a:pathLst>
                <a:path extrusionOk="0" h="1935" w="1713">
                  <a:moveTo>
                    <a:pt x="858" y="0"/>
                  </a:moveTo>
                  <a:cubicBezTo>
                    <a:pt x="384" y="4"/>
                    <a:pt x="0" y="387"/>
                    <a:pt x="0" y="858"/>
                  </a:cubicBezTo>
                  <a:lnTo>
                    <a:pt x="0" y="1080"/>
                  </a:lnTo>
                  <a:cubicBezTo>
                    <a:pt x="0" y="1551"/>
                    <a:pt x="384" y="1934"/>
                    <a:pt x="858" y="1934"/>
                  </a:cubicBezTo>
                  <a:cubicBezTo>
                    <a:pt x="1329" y="1934"/>
                    <a:pt x="1713" y="1551"/>
                    <a:pt x="1713" y="1080"/>
                  </a:cubicBezTo>
                  <a:lnTo>
                    <a:pt x="1713" y="858"/>
                  </a:lnTo>
                  <a:cubicBezTo>
                    <a:pt x="1713" y="723"/>
                    <a:pt x="1612" y="655"/>
                    <a:pt x="1511" y="655"/>
                  </a:cubicBezTo>
                  <a:cubicBezTo>
                    <a:pt x="1409" y="655"/>
                    <a:pt x="1308" y="723"/>
                    <a:pt x="1308" y="858"/>
                  </a:cubicBezTo>
                  <a:lnTo>
                    <a:pt x="1308" y="1080"/>
                  </a:lnTo>
                  <a:cubicBezTo>
                    <a:pt x="1315" y="1333"/>
                    <a:pt x="1111" y="1540"/>
                    <a:pt x="858" y="1540"/>
                  </a:cubicBezTo>
                  <a:cubicBezTo>
                    <a:pt x="602" y="1540"/>
                    <a:pt x="401" y="1333"/>
                    <a:pt x="408" y="1080"/>
                  </a:cubicBezTo>
                  <a:lnTo>
                    <a:pt x="408" y="858"/>
                  </a:lnTo>
                  <a:cubicBezTo>
                    <a:pt x="408" y="612"/>
                    <a:pt x="609" y="408"/>
                    <a:pt x="858" y="408"/>
                  </a:cubicBezTo>
                  <a:cubicBezTo>
                    <a:pt x="967" y="408"/>
                    <a:pt x="1059" y="317"/>
                    <a:pt x="1059" y="204"/>
                  </a:cubicBezTo>
                  <a:cubicBezTo>
                    <a:pt x="1059" y="91"/>
                    <a:pt x="967"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84"/>
            <p:cNvSpPr/>
            <p:nvPr/>
          </p:nvSpPr>
          <p:spPr>
            <a:xfrm>
              <a:off x="1091919" y="1671139"/>
              <a:ext cx="44928" cy="50721"/>
            </a:xfrm>
            <a:custGeom>
              <a:rect b="b" l="l" r="r" t="t"/>
              <a:pathLst>
                <a:path extrusionOk="0" h="1935" w="1714">
                  <a:moveTo>
                    <a:pt x="859" y="0"/>
                  </a:moveTo>
                  <a:cubicBezTo>
                    <a:pt x="384" y="0"/>
                    <a:pt x="1" y="383"/>
                    <a:pt x="1" y="858"/>
                  </a:cubicBezTo>
                  <a:lnTo>
                    <a:pt x="1" y="1076"/>
                  </a:lnTo>
                  <a:cubicBezTo>
                    <a:pt x="1" y="1551"/>
                    <a:pt x="384" y="1934"/>
                    <a:pt x="859" y="1934"/>
                  </a:cubicBezTo>
                  <a:cubicBezTo>
                    <a:pt x="1330" y="1934"/>
                    <a:pt x="1713" y="1551"/>
                    <a:pt x="1713" y="1076"/>
                  </a:cubicBezTo>
                  <a:lnTo>
                    <a:pt x="1713" y="858"/>
                  </a:lnTo>
                  <a:cubicBezTo>
                    <a:pt x="1713" y="746"/>
                    <a:pt x="1622" y="654"/>
                    <a:pt x="1509" y="654"/>
                  </a:cubicBezTo>
                  <a:cubicBezTo>
                    <a:pt x="1397" y="654"/>
                    <a:pt x="1305" y="746"/>
                    <a:pt x="1305" y="858"/>
                  </a:cubicBezTo>
                  <a:lnTo>
                    <a:pt x="1305" y="1080"/>
                  </a:lnTo>
                  <a:cubicBezTo>
                    <a:pt x="1298" y="1322"/>
                    <a:pt x="1101" y="1512"/>
                    <a:pt x="855" y="1512"/>
                  </a:cubicBezTo>
                  <a:cubicBezTo>
                    <a:pt x="613" y="1512"/>
                    <a:pt x="416" y="1322"/>
                    <a:pt x="409" y="1080"/>
                  </a:cubicBezTo>
                  <a:lnTo>
                    <a:pt x="409" y="858"/>
                  </a:lnTo>
                  <a:cubicBezTo>
                    <a:pt x="409" y="608"/>
                    <a:pt x="609" y="408"/>
                    <a:pt x="859" y="408"/>
                  </a:cubicBezTo>
                  <a:cubicBezTo>
                    <a:pt x="968" y="408"/>
                    <a:pt x="1059" y="317"/>
                    <a:pt x="1059" y="204"/>
                  </a:cubicBezTo>
                  <a:cubicBezTo>
                    <a:pt x="1059" y="91"/>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4"/>
            <p:cNvSpPr/>
            <p:nvPr/>
          </p:nvSpPr>
          <p:spPr>
            <a:xfrm>
              <a:off x="909507" y="1642620"/>
              <a:ext cx="114968" cy="120813"/>
            </a:xfrm>
            <a:custGeom>
              <a:rect b="b" l="l" r="r" t="t"/>
              <a:pathLst>
                <a:path extrusionOk="0" h="4609" w="4386">
                  <a:moveTo>
                    <a:pt x="2454" y="1"/>
                  </a:moveTo>
                  <a:cubicBezTo>
                    <a:pt x="2222" y="1"/>
                    <a:pt x="1983" y="43"/>
                    <a:pt x="1745" y="128"/>
                  </a:cubicBezTo>
                  <a:cubicBezTo>
                    <a:pt x="1196" y="325"/>
                    <a:pt x="714" y="733"/>
                    <a:pt x="398" y="1278"/>
                  </a:cubicBezTo>
                  <a:cubicBezTo>
                    <a:pt x="124" y="1749"/>
                    <a:pt x="1" y="2294"/>
                    <a:pt x="46" y="2839"/>
                  </a:cubicBezTo>
                  <a:cubicBezTo>
                    <a:pt x="59" y="2940"/>
                    <a:pt x="145" y="3020"/>
                    <a:pt x="247" y="3020"/>
                  </a:cubicBezTo>
                  <a:cubicBezTo>
                    <a:pt x="255" y="3020"/>
                    <a:pt x="263" y="3020"/>
                    <a:pt x="271" y="3019"/>
                  </a:cubicBezTo>
                  <a:cubicBezTo>
                    <a:pt x="384" y="3008"/>
                    <a:pt x="465" y="2910"/>
                    <a:pt x="454" y="2797"/>
                  </a:cubicBezTo>
                  <a:cubicBezTo>
                    <a:pt x="412" y="2340"/>
                    <a:pt x="518" y="1879"/>
                    <a:pt x="750" y="1482"/>
                  </a:cubicBezTo>
                  <a:cubicBezTo>
                    <a:pt x="1020" y="1021"/>
                    <a:pt x="1421" y="677"/>
                    <a:pt x="1882" y="511"/>
                  </a:cubicBezTo>
                  <a:cubicBezTo>
                    <a:pt x="2074" y="443"/>
                    <a:pt x="2267" y="408"/>
                    <a:pt x="2453" y="408"/>
                  </a:cubicBezTo>
                  <a:cubicBezTo>
                    <a:pt x="2707" y="408"/>
                    <a:pt x="2949" y="472"/>
                    <a:pt x="3165" y="599"/>
                  </a:cubicBezTo>
                  <a:cubicBezTo>
                    <a:pt x="3538" y="817"/>
                    <a:pt x="3795" y="1194"/>
                    <a:pt x="3879" y="1665"/>
                  </a:cubicBezTo>
                  <a:cubicBezTo>
                    <a:pt x="3967" y="2146"/>
                    <a:pt x="3869" y="2667"/>
                    <a:pt x="3605" y="3131"/>
                  </a:cubicBezTo>
                  <a:cubicBezTo>
                    <a:pt x="3213" y="3809"/>
                    <a:pt x="2543" y="4205"/>
                    <a:pt x="1905" y="4205"/>
                  </a:cubicBezTo>
                  <a:cubicBezTo>
                    <a:pt x="1657" y="4205"/>
                    <a:pt x="1413" y="4145"/>
                    <a:pt x="1193" y="4017"/>
                  </a:cubicBezTo>
                  <a:cubicBezTo>
                    <a:pt x="1003" y="3908"/>
                    <a:pt x="845" y="3757"/>
                    <a:pt x="725" y="3578"/>
                  </a:cubicBezTo>
                  <a:cubicBezTo>
                    <a:pt x="681" y="3511"/>
                    <a:pt x="620" y="3483"/>
                    <a:pt x="561" y="3483"/>
                  </a:cubicBezTo>
                  <a:cubicBezTo>
                    <a:pt x="418" y="3483"/>
                    <a:pt x="281" y="3644"/>
                    <a:pt x="387" y="3803"/>
                  </a:cubicBezTo>
                  <a:cubicBezTo>
                    <a:pt x="718" y="4303"/>
                    <a:pt x="1278" y="4608"/>
                    <a:pt x="1882" y="4608"/>
                  </a:cubicBezTo>
                  <a:cubicBezTo>
                    <a:pt x="1889" y="4608"/>
                    <a:pt x="1896" y="4608"/>
                    <a:pt x="1903" y="4608"/>
                  </a:cubicBezTo>
                  <a:cubicBezTo>
                    <a:pt x="2680" y="4608"/>
                    <a:pt x="3489" y="4140"/>
                    <a:pt x="3957" y="3332"/>
                  </a:cubicBezTo>
                  <a:cubicBezTo>
                    <a:pt x="4270" y="2786"/>
                    <a:pt x="4386" y="2168"/>
                    <a:pt x="4280" y="1591"/>
                  </a:cubicBezTo>
                  <a:cubicBezTo>
                    <a:pt x="4171" y="1000"/>
                    <a:pt x="3848" y="522"/>
                    <a:pt x="3369" y="244"/>
                  </a:cubicBezTo>
                  <a:cubicBezTo>
                    <a:pt x="3089" y="82"/>
                    <a:pt x="2778" y="1"/>
                    <a:pt x="2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4"/>
            <p:cNvSpPr/>
            <p:nvPr/>
          </p:nvSpPr>
          <p:spPr>
            <a:xfrm>
              <a:off x="1067306" y="1642620"/>
              <a:ext cx="121705" cy="120787"/>
            </a:xfrm>
            <a:custGeom>
              <a:rect b="b" l="l" r="r" t="t"/>
              <a:pathLst>
                <a:path extrusionOk="0" h="4608" w="4643">
                  <a:moveTo>
                    <a:pt x="1935" y="409"/>
                  </a:moveTo>
                  <a:cubicBezTo>
                    <a:pt x="2128" y="409"/>
                    <a:pt x="2322" y="445"/>
                    <a:pt x="2505" y="511"/>
                  </a:cubicBezTo>
                  <a:cubicBezTo>
                    <a:pt x="2965" y="677"/>
                    <a:pt x="3366" y="1021"/>
                    <a:pt x="3633" y="1485"/>
                  </a:cubicBezTo>
                  <a:cubicBezTo>
                    <a:pt x="4178" y="2428"/>
                    <a:pt x="3981" y="3560"/>
                    <a:pt x="3194" y="4014"/>
                  </a:cubicBezTo>
                  <a:cubicBezTo>
                    <a:pt x="2973" y="4141"/>
                    <a:pt x="2730" y="4201"/>
                    <a:pt x="2481" y="4201"/>
                  </a:cubicBezTo>
                  <a:cubicBezTo>
                    <a:pt x="1845" y="4201"/>
                    <a:pt x="1177" y="3806"/>
                    <a:pt x="785" y="3131"/>
                  </a:cubicBezTo>
                  <a:cubicBezTo>
                    <a:pt x="518" y="2667"/>
                    <a:pt x="419" y="2146"/>
                    <a:pt x="507" y="1665"/>
                  </a:cubicBezTo>
                  <a:cubicBezTo>
                    <a:pt x="595" y="1194"/>
                    <a:pt x="848" y="814"/>
                    <a:pt x="1221" y="599"/>
                  </a:cubicBezTo>
                  <a:cubicBezTo>
                    <a:pt x="1439" y="473"/>
                    <a:pt x="1685" y="409"/>
                    <a:pt x="1935" y="409"/>
                  </a:cubicBezTo>
                  <a:close/>
                  <a:moveTo>
                    <a:pt x="1934" y="1"/>
                  </a:moveTo>
                  <a:cubicBezTo>
                    <a:pt x="1610" y="1"/>
                    <a:pt x="1297" y="82"/>
                    <a:pt x="1017" y="244"/>
                  </a:cubicBezTo>
                  <a:cubicBezTo>
                    <a:pt x="539" y="522"/>
                    <a:pt x="215" y="1000"/>
                    <a:pt x="106" y="1591"/>
                  </a:cubicBezTo>
                  <a:cubicBezTo>
                    <a:pt x="1" y="2168"/>
                    <a:pt x="117" y="2786"/>
                    <a:pt x="430" y="3332"/>
                  </a:cubicBezTo>
                  <a:cubicBezTo>
                    <a:pt x="898" y="4140"/>
                    <a:pt x="1706" y="4608"/>
                    <a:pt x="2483" y="4608"/>
                  </a:cubicBezTo>
                  <a:cubicBezTo>
                    <a:pt x="2803" y="4608"/>
                    <a:pt x="3120" y="4524"/>
                    <a:pt x="3398" y="4365"/>
                  </a:cubicBezTo>
                  <a:cubicBezTo>
                    <a:pt x="4379" y="3799"/>
                    <a:pt x="4643" y="2414"/>
                    <a:pt x="3985" y="1278"/>
                  </a:cubicBezTo>
                  <a:cubicBezTo>
                    <a:pt x="3672" y="733"/>
                    <a:pt x="3194" y="325"/>
                    <a:pt x="2642" y="128"/>
                  </a:cubicBezTo>
                  <a:cubicBezTo>
                    <a:pt x="2405" y="43"/>
                    <a:pt x="2166" y="1"/>
                    <a:pt x="19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4"/>
            <p:cNvSpPr/>
            <p:nvPr/>
          </p:nvSpPr>
          <p:spPr>
            <a:xfrm>
              <a:off x="988144" y="1739711"/>
              <a:ext cx="115230" cy="101967"/>
            </a:xfrm>
            <a:custGeom>
              <a:rect b="b" l="l" r="r" t="t"/>
              <a:pathLst>
                <a:path extrusionOk="0" h="3890" w="4396">
                  <a:moveTo>
                    <a:pt x="2201" y="405"/>
                  </a:moveTo>
                  <a:cubicBezTo>
                    <a:pt x="2620" y="405"/>
                    <a:pt x="3088" y="598"/>
                    <a:pt x="3088" y="855"/>
                  </a:cubicBezTo>
                  <a:cubicBezTo>
                    <a:pt x="3088" y="1083"/>
                    <a:pt x="2715" y="1523"/>
                    <a:pt x="2201" y="1523"/>
                  </a:cubicBezTo>
                  <a:cubicBezTo>
                    <a:pt x="1692" y="1523"/>
                    <a:pt x="1319" y="1083"/>
                    <a:pt x="1319" y="855"/>
                  </a:cubicBezTo>
                  <a:cubicBezTo>
                    <a:pt x="1319" y="598"/>
                    <a:pt x="1787" y="405"/>
                    <a:pt x="2201" y="405"/>
                  </a:cubicBezTo>
                  <a:close/>
                  <a:moveTo>
                    <a:pt x="2203" y="2624"/>
                  </a:moveTo>
                  <a:cubicBezTo>
                    <a:pt x="2331" y="2624"/>
                    <a:pt x="2458" y="2632"/>
                    <a:pt x="2585" y="2648"/>
                  </a:cubicBezTo>
                  <a:cubicBezTo>
                    <a:pt x="2771" y="2673"/>
                    <a:pt x="2943" y="2686"/>
                    <a:pt x="3103" y="2686"/>
                  </a:cubicBezTo>
                  <a:cubicBezTo>
                    <a:pt x="3278" y="2686"/>
                    <a:pt x="3436" y="2671"/>
                    <a:pt x="3576" y="2641"/>
                  </a:cubicBezTo>
                  <a:lnTo>
                    <a:pt x="3576" y="2641"/>
                  </a:lnTo>
                  <a:cubicBezTo>
                    <a:pt x="3425" y="3123"/>
                    <a:pt x="2866" y="3482"/>
                    <a:pt x="2201" y="3482"/>
                  </a:cubicBezTo>
                  <a:cubicBezTo>
                    <a:pt x="1540" y="3482"/>
                    <a:pt x="981" y="3123"/>
                    <a:pt x="830" y="2641"/>
                  </a:cubicBezTo>
                  <a:lnTo>
                    <a:pt x="830" y="2641"/>
                  </a:lnTo>
                  <a:cubicBezTo>
                    <a:pt x="970" y="2671"/>
                    <a:pt x="1128" y="2686"/>
                    <a:pt x="1302" y="2686"/>
                  </a:cubicBezTo>
                  <a:cubicBezTo>
                    <a:pt x="1461" y="2686"/>
                    <a:pt x="1634" y="2673"/>
                    <a:pt x="1822" y="2648"/>
                  </a:cubicBezTo>
                  <a:cubicBezTo>
                    <a:pt x="1948" y="2632"/>
                    <a:pt x="2076" y="2624"/>
                    <a:pt x="2203" y="2624"/>
                  </a:cubicBezTo>
                  <a:close/>
                  <a:moveTo>
                    <a:pt x="2201" y="0"/>
                  </a:moveTo>
                  <a:cubicBezTo>
                    <a:pt x="1477" y="0"/>
                    <a:pt x="907" y="377"/>
                    <a:pt x="907" y="855"/>
                  </a:cubicBezTo>
                  <a:cubicBezTo>
                    <a:pt x="907" y="1097"/>
                    <a:pt x="1055" y="1365"/>
                    <a:pt x="1298" y="1579"/>
                  </a:cubicBezTo>
                  <a:cubicBezTo>
                    <a:pt x="1495" y="1755"/>
                    <a:pt x="1737" y="1871"/>
                    <a:pt x="1998" y="1913"/>
                  </a:cubicBezTo>
                  <a:lnTo>
                    <a:pt x="1998" y="2223"/>
                  </a:lnTo>
                  <a:cubicBezTo>
                    <a:pt x="1920" y="2230"/>
                    <a:pt x="1843" y="2237"/>
                    <a:pt x="1769" y="2244"/>
                  </a:cubicBezTo>
                  <a:cubicBezTo>
                    <a:pt x="1600" y="2266"/>
                    <a:pt x="1443" y="2277"/>
                    <a:pt x="1302" y="2277"/>
                  </a:cubicBezTo>
                  <a:cubicBezTo>
                    <a:pt x="936" y="2277"/>
                    <a:pt x="670" y="2203"/>
                    <a:pt x="538" y="2061"/>
                  </a:cubicBezTo>
                  <a:cubicBezTo>
                    <a:pt x="461" y="1984"/>
                    <a:pt x="426" y="1875"/>
                    <a:pt x="440" y="1766"/>
                  </a:cubicBezTo>
                  <a:cubicBezTo>
                    <a:pt x="470" y="1612"/>
                    <a:pt x="351" y="1522"/>
                    <a:pt x="234" y="1522"/>
                  </a:cubicBezTo>
                  <a:cubicBezTo>
                    <a:pt x="147" y="1522"/>
                    <a:pt x="61" y="1572"/>
                    <a:pt x="39" y="1685"/>
                  </a:cubicBezTo>
                  <a:cubicBezTo>
                    <a:pt x="0" y="1924"/>
                    <a:pt x="74" y="2163"/>
                    <a:pt x="239" y="2339"/>
                  </a:cubicBezTo>
                  <a:cubicBezTo>
                    <a:pt x="282" y="2384"/>
                    <a:pt x="327" y="2423"/>
                    <a:pt x="380" y="2458"/>
                  </a:cubicBezTo>
                  <a:cubicBezTo>
                    <a:pt x="433" y="3256"/>
                    <a:pt x="1227" y="3889"/>
                    <a:pt x="2198" y="3889"/>
                  </a:cubicBezTo>
                  <a:cubicBezTo>
                    <a:pt x="3169" y="3889"/>
                    <a:pt x="3963" y="3256"/>
                    <a:pt x="4019" y="2458"/>
                  </a:cubicBezTo>
                  <a:cubicBezTo>
                    <a:pt x="4069" y="2423"/>
                    <a:pt x="4114" y="2384"/>
                    <a:pt x="4157" y="2339"/>
                  </a:cubicBezTo>
                  <a:cubicBezTo>
                    <a:pt x="4322" y="2163"/>
                    <a:pt x="4396" y="1924"/>
                    <a:pt x="4357" y="1685"/>
                  </a:cubicBezTo>
                  <a:cubicBezTo>
                    <a:pt x="4338" y="1590"/>
                    <a:pt x="4251" y="1524"/>
                    <a:pt x="4155" y="1524"/>
                  </a:cubicBezTo>
                  <a:cubicBezTo>
                    <a:pt x="4144" y="1524"/>
                    <a:pt x="4133" y="1525"/>
                    <a:pt x="4121" y="1526"/>
                  </a:cubicBezTo>
                  <a:cubicBezTo>
                    <a:pt x="4012" y="1547"/>
                    <a:pt x="3942" y="1657"/>
                    <a:pt x="3963" y="1766"/>
                  </a:cubicBezTo>
                  <a:cubicBezTo>
                    <a:pt x="3974" y="1875"/>
                    <a:pt x="3939" y="1984"/>
                    <a:pt x="3865" y="2064"/>
                  </a:cubicBezTo>
                  <a:cubicBezTo>
                    <a:pt x="3733" y="2207"/>
                    <a:pt x="3469" y="2281"/>
                    <a:pt x="3103" y="2281"/>
                  </a:cubicBezTo>
                  <a:cubicBezTo>
                    <a:pt x="2961" y="2281"/>
                    <a:pt x="2804" y="2270"/>
                    <a:pt x="2634" y="2247"/>
                  </a:cubicBezTo>
                  <a:cubicBezTo>
                    <a:pt x="2557" y="2237"/>
                    <a:pt x="2483" y="2230"/>
                    <a:pt x="2405" y="2226"/>
                  </a:cubicBezTo>
                  <a:lnTo>
                    <a:pt x="2405" y="1913"/>
                  </a:lnTo>
                  <a:cubicBezTo>
                    <a:pt x="2666" y="1871"/>
                    <a:pt x="2908" y="1755"/>
                    <a:pt x="3105" y="1579"/>
                  </a:cubicBezTo>
                  <a:cubicBezTo>
                    <a:pt x="3348" y="1365"/>
                    <a:pt x="3492" y="1097"/>
                    <a:pt x="3492" y="855"/>
                  </a:cubicBezTo>
                  <a:cubicBezTo>
                    <a:pt x="3492" y="377"/>
                    <a:pt x="2926" y="0"/>
                    <a:pt x="2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7" name="Google Shape;15997;p84"/>
          <p:cNvGrpSpPr/>
          <p:nvPr/>
        </p:nvGrpSpPr>
        <p:grpSpPr>
          <a:xfrm>
            <a:off x="6330671" y="1551243"/>
            <a:ext cx="365245" cy="261968"/>
            <a:chOff x="6330671" y="1551243"/>
            <a:chExt cx="365245" cy="261968"/>
          </a:xfrm>
        </p:grpSpPr>
        <p:sp>
          <p:nvSpPr>
            <p:cNvPr id="15998" name="Google Shape;15998;p84"/>
            <p:cNvSpPr/>
            <p:nvPr/>
          </p:nvSpPr>
          <p:spPr>
            <a:xfrm>
              <a:off x="6537802" y="1762096"/>
              <a:ext cx="51743" cy="45741"/>
            </a:xfrm>
            <a:custGeom>
              <a:rect b="b" l="l" r="r" t="t"/>
              <a:pathLst>
                <a:path extrusionOk="0" h="1745" w="1974">
                  <a:moveTo>
                    <a:pt x="665" y="1"/>
                  </a:moveTo>
                  <a:lnTo>
                    <a:pt x="665" y="1010"/>
                  </a:lnTo>
                  <a:lnTo>
                    <a:pt x="317" y="1052"/>
                  </a:lnTo>
                  <a:cubicBezTo>
                    <a:pt x="134" y="1073"/>
                    <a:pt x="0" y="1235"/>
                    <a:pt x="15" y="1418"/>
                  </a:cubicBezTo>
                  <a:cubicBezTo>
                    <a:pt x="25" y="1601"/>
                    <a:pt x="176" y="1745"/>
                    <a:pt x="359" y="1745"/>
                  </a:cubicBezTo>
                  <a:lnTo>
                    <a:pt x="1537" y="1745"/>
                  </a:lnTo>
                  <a:cubicBezTo>
                    <a:pt x="1780" y="1745"/>
                    <a:pt x="1973" y="1548"/>
                    <a:pt x="1973" y="1309"/>
                  </a:cubicBezTo>
                  <a:lnTo>
                    <a:pt x="1973"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4"/>
            <p:cNvSpPr/>
            <p:nvPr/>
          </p:nvSpPr>
          <p:spPr>
            <a:xfrm>
              <a:off x="6412271" y="1768912"/>
              <a:ext cx="46003" cy="38847"/>
            </a:xfrm>
            <a:custGeom>
              <a:rect b="b" l="l" r="r" t="t"/>
              <a:pathLst>
                <a:path extrusionOk="0" h="1482" w="1755">
                  <a:moveTo>
                    <a:pt x="665" y="1"/>
                  </a:moveTo>
                  <a:lnTo>
                    <a:pt x="665" y="746"/>
                  </a:lnTo>
                  <a:lnTo>
                    <a:pt x="317" y="792"/>
                  </a:lnTo>
                  <a:cubicBezTo>
                    <a:pt x="134" y="813"/>
                    <a:pt x="0" y="975"/>
                    <a:pt x="11" y="1158"/>
                  </a:cubicBezTo>
                  <a:cubicBezTo>
                    <a:pt x="25" y="1341"/>
                    <a:pt x="176" y="1481"/>
                    <a:pt x="359" y="1481"/>
                  </a:cubicBezTo>
                  <a:lnTo>
                    <a:pt x="1319" y="1481"/>
                  </a:lnTo>
                  <a:cubicBezTo>
                    <a:pt x="1561" y="1481"/>
                    <a:pt x="1755" y="1288"/>
                    <a:pt x="1755" y="1045"/>
                  </a:cubicBezTo>
                  <a:lnTo>
                    <a:pt x="1755"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4"/>
            <p:cNvSpPr/>
            <p:nvPr/>
          </p:nvSpPr>
          <p:spPr>
            <a:xfrm>
              <a:off x="6569703" y="1762096"/>
              <a:ext cx="51717" cy="45741"/>
            </a:xfrm>
            <a:custGeom>
              <a:rect b="b" l="l" r="r" t="t"/>
              <a:pathLst>
                <a:path extrusionOk="0" h="1745" w="1973">
                  <a:moveTo>
                    <a:pt x="665" y="1"/>
                  </a:moveTo>
                  <a:lnTo>
                    <a:pt x="665" y="1010"/>
                  </a:lnTo>
                  <a:lnTo>
                    <a:pt x="317" y="1052"/>
                  </a:lnTo>
                  <a:cubicBezTo>
                    <a:pt x="134" y="1073"/>
                    <a:pt x="0" y="1235"/>
                    <a:pt x="11" y="1418"/>
                  </a:cubicBezTo>
                  <a:cubicBezTo>
                    <a:pt x="25" y="1601"/>
                    <a:pt x="176" y="1745"/>
                    <a:pt x="359" y="1745"/>
                  </a:cubicBezTo>
                  <a:lnTo>
                    <a:pt x="1537" y="1745"/>
                  </a:lnTo>
                  <a:cubicBezTo>
                    <a:pt x="1776" y="1745"/>
                    <a:pt x="1973" y="1548"/>
                    <a:pt x="1973" y="1309"/>
                  </a:cubicBezTo>
                  <a:lnTo>
                    <a:pt x="1973"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4"/>
            <p:cNvSpPr/>
            <p:nvPr/>
          </p:nvSpPr>
          <p:spPr>
            <a:xfrm>
              <a:off x="6444145" y="1768912"/>
              <a:ext cx="46029" cy="38847"/>
            </a:xfrm>
            <a:custGeom>
              <a:rect b="b" l="l" r="r" t="t"/>
              <a:pathLst>
                <a:path extrusionOk="0" h="1482" w="1756">
                  <a:moveTo>
                    <a:pt x="665" y="1"/>
                  </a:moveTo>
                  <a:lnTo>
                    <a:pt x="665" y="746"/>
                  </a:lnTo>
                  <a:lnTo>
                    <a:pt x="314" y="792"/>
                  </a:lnTo>
                  <a:cubicBezTo>
                    <a:pt x="134" y="813"/>
                    <a:pt x="1" y="975"/>
                    <a:pt x="11" y="1158"/>
                  </a:cubicBezTo>
                  <a:cubicBezTo>
                    <a:pt x="22" y="1341"/>
                    <a:pt x="177" y="1481"/>
                    <a:pt x="359" y="1481"/>
                  </a:cubicBezTo>
                  <a:lnTo>
                    <a:pt x="1319" y="1481"/>
                  </a:lnTo>
                  <a:cubicBezTo>
                    <a:pt x="1559" y="1481"/>
                    <a:pt x="1755" y="1288"/>
                    <a:pt x="1755" y="1045"/>
                  </a:cubicBezTo>
                  <a:lnTo>
                    <a:pt x="1755"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4"/>
            <p:cNvSpPr/>
            <p:nvPr/>
          </p:nvSpPr>
          <p:spPr>
            <a:xfrm>
              <a:off x="6336018" y="1670956"/>
              <a:ext cx="345690" cy="107209"/>
            </a:xfrm>
            <a:custGeom>
              <a:rect b="b" l="l" r="r" t="t"/>
              <a:pathLst>
                <a:path extrusionOk="0" h="4090" w="13188">
                  <a:moveTo>
                    <a:pt x="3557" y="1"/>
                  </a:moveTo>
                  <a:cubicBezTo>
                    <a:pt x="2661" y="1"/>
                    <a:pt x="2064" y="733"/>
                    <a:pt x="651" y="865"/>
                  </a:cubicBezTo>
                  <a:cubicBezTo>
                    <a:pt x="237" y="904"/>
                    <a:pt x="85" y="1160"/>
                    <a:pt x="29" y="1340"/>
                  </a:cubicBezTo>
                  <a:cubicBezTo>
                    <a:pt x="1" y="1438"/>
                    <a:pt x="11" y="1547"/>
                    <a:pt x="64" y="1639"/>
                  </a:cubicBezTo>
                  <a:cubicBezTo>
                    <a:pt x="973" y="3203"/>
                    <a:pt x="4044" y="4090"/>
                    <a:pt x="7032" y="4090"/>
                  </a:cubicBezTo>
                  <a:cubicBezTo>
                    <a:pt x="9653" y="4090"/>
                    <a:pt x="12210" y="3407"/>
                    <a:pt x="13188" y="1902"/>
                  </a:cubicBezTo>
                  <a:lnTo>
                    <a:pt x="11936" y="651"/>
                  </a:lnTo>
                  <a:lnTo>
                    <a:pt x="3816" y="21"/>
                  </a:lnTo>
                  <a:cubicBezTo>
                    <a:pt x="3727" y="7"/>
                    <a:pt x="3641" y="1"/>
                    <a:pt x="355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4"/>
            <p:cNvSpPr/>
            <p:nvPr/>
          </p:nvSpPr>
          <p:spPr>
            <a:xfrm>
              <a:off x="6336018" y="1700156"/>
              <a:ext cx="345795" cy="78008"/>
            </a:xfrm>
            <a:custGeom>
              <a:rect b="b" l="l" r="r" t="t"/>
              <a:pathLst>
                <a:path extrusionOk="0" h="2976" w="13192">
                  <a:moveTo>
                    <a:pt x="152" y="1"/>
                  </a:moveTo>
                  <a:cubicBezTo>
                    <a:pt x="96" y="68"/>
                    <a:pt x="57" y="145"/>
                    <a:pt x="33" y="226"/>
                  </a:cubicBezTo>
                  <a:cubicBezTo>
                    <a:pt x="1" y="324"/>
                    <a:pt x="11" y="433"/>
                    <a:pt x="64" y="525"/>
                  </a:cubicBezTo>
                  <a:cubicBezTo>
                    <a:pt x="973" y="2089"/>
                    <a:pt x="4045" y="2976"/>
                    <a:pt x="7034" y="2976"/>
                  </a:cubicBezTo>
                  <a:cubicBezTo>
                    <a:pt x="9656" y="2976"/>
                    <a:pt x="12213" y="2293"/>
                    <a:pt x="13191" y="788"/>
                  </a:cubicBezTo>
                  <a:lnTo>
                    <a:pt x="12991" y="588"/>
                  </a:lnTo>
                  <a:cubicBezTo>
                    <a:pt x="11140" y="1889"/>
                    <a:pt x="9136" y="2353"/>
                    <a:pt x="7268" y="2353"/>
                  </a:cubicBezTo>
                  <a:cubicBezTo>
                    <a:pt x="3867" y="2353"/>
                    <a:pt x="915" y="816"/>
                    <a:pt x="152"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4"/>
            <p:cNvSpPr/>
            <p:nvPr/>
          </p:nvSpPr>
          <p:spPr>
            <a:xfrm>
              <a:off x="6336018" y="1671008"/>
              <a:ext cx="111927" cy="93605"/>
            </a:xfrm>
            <a:custGeom>
              <a:rect b="b" l="l" r="r" t="t"/>
              <a:pathLst>
                <a:path extrusionOk="0" h="3571" w="4270">
                  <a:moveTo>
                    <a:pt x="3560" y="0"/>
                  </a:moveTo>
                  <a:cubicBezTo>
                    <a:pt x="3503" y="0"/>
                    <a:pt x="3445" y="3"/>
                    <a:pt x="3387" y="9"/>
                  </a:cubicBezTo>
                  <a:cubicBezTo>
                    <a:pt x="3303" y="23"/>
                    <a:pt x="3215" y="40"/>
                    <a:pt x="3124" y="54"/>
                  </a:cubicBezTo>
                  <a:cubicBezTo>
                    <a:pt x="2438" y="227"/>
                    <a:pt x="1826" y="751"/>
                    <a:pt x="651" y="863"/>
                  </a:cubicBezTo>
                  <a:cubicBezTo>
                    <a:pt x="237" y="902"/>
                    <a:pt x="85" y="1158"/>
                    <a:pt x="33" y="1338"/>
                  </a:cubicBezTo>
                  <a:cubicBezTo>
                    <a:pt x="1" y="1436"/>
                    <a:pt x="11" y="1542"/>
                    <a:pt x="64" y="1633"/>
                  </a:cubicBezTo>
                  <a:cubicBezTo>
                    <a:pt x="567" y="2498"/>
                    <a:pt x="1735" y="3156"/>
                    <a:pt x="3183" y="3571"/>
                  </a:cubicBezTo>
                  <a:cubicBezTo>
                    <a:pt x="3809" y="3121"/>
                    <a:pt x="4182" y="2396"/>
                    <a:pt x="4182" y="1623"/>
                  </a:cubicBezTo>
                  <a:cubicBezTo>
                    <a:pt x="4182" y="1046"/>
                    <a:pt x="3929" y="624"/>
                    <a:pt x="4270" y="54"/>
                  </a:cubicBezTo>
                  <a:lnTo>
                    <a:pt x="3816" y="19"/>
                  </a:lnTo>
                  <a:cubicBezTo>
                    <a:pt x="3732" y="6"/>
                    <a:pt x="3646" y="0"/>
                    <a:pt x="3560"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84"/>
            <p:cNvSpPr/>
            <p:nvPr/>
          </p:nvSpPr>
          <p:spPr>
            <a:xfrm>
              <a:off x="6391982" y="1557875"/>
              <a:ext cx="297617" cy="169333"/>
            </a:xfrm>
            <a:custGeom>
              <a:rect b="b" l="l" r="r" t="t"/>
              <a:pathLst>
                <a:path extrusionOk="0" h="6460" w="11354">
                  <a:moveTo>
                    <a:pt x="5116" y="0"/>
                  </a:moveTo>
                  <a:cubicBezTo>
                    <a:pt x="5105" y="0"/>
                    <a:pt x="5093" y="2"/>
                    <a:pt x="5082" y="6"/>
                  </a:cubicBezTo>
                  <a:cubicBezTo>
                    <a:pt x="4610" y="151"/>
                    <a:pt x="3323" y="622"/>
                    <a:pt x="2254" y="1712"/>
                  </a:cubicBezTo>
                  <a:lnTo>
                    <a:pt x="2096" y="1272"/>
                  </a:lnTo>
                  <a:cubicBezTo>
                    <a:pt x="2082" y="1229"/>
                    <a:pt x="2040" y="1203"/>
                    <a:pt x="1998" y="1203"/>
                  </a:cubicBezTo>
                  <a:cubicBezTo>
                    <a:pt x="1979" y="1203"/>
                    <a:pt x="1959" y="1209"/>
                    <a:pt x="1941" y="1220"/>
                  </a:cubicBezTo>
                  <a:cubicBezTo>
                    <a:pt x="1509" y="1511"/>
                    <a:pt x="0" y="2675"/>
                    <a:pt x="422" y="4578"/>
                  </a:cubicBezTo>
                  <a:cubicBezTo>
                    <a:pt x="774" y="4473"/>
                    <a:pt x="1134" y="4428"/>
                    <a:pt x="1496" y="4428"/>
                  </a:cubicBezTo>
                  <a:cubicBezTo>
                    <a:pt x="3441" y="4428"/>
                    <a:pt x="5408" y="5738"/>
                    <a:pt x="5992" y="6153"/>
                  </a:cubicBezTo>
                  <a:cubicBezTo>
                    <a:pt x="6011" y="6165"/>
                    <a:pt x="6031" y="6170"/>
                    <a:pt x="6051" y="6170"/>
                  </a:cubicBezTo>
                  <a:cubicBezTo>
                    <a:pt x="6092" y="6170"/>
                    <a:pt x="6131" y="6147"/>
                    <a:pt x="6147" y="6107"/>
                  </a:cubicBezTo>
                  <a:lnTo>
                    <a:pt x="6573" y="5176"/>
                  </a:lnTo>
                  <a:cubicBezTo>
                    <a:pt x="6573" y="5176"/>
                    <a:pt x="7515" y="5538"/>
                    <a:pt x="8869" y="6357"/>
                  </a:cubicBezTo>
                  <a:cubicBezTo>
                    <a:pt x="8887" y="6368"/>
                    <a:pt x="8906" y="6372"/>
                    <a:pt x="8924" y="6372"/>
                  </a:cubicBezTo>
                  <a:cubicBezTo>
                    <a:pt x="8968" y="6372"/>
                    <a:pt x="9010" y="6345"/>
                    <a:pt x="9027" y="6301"/>
                  </a:cubicBezTo>
                  <a:lnTo>
                    <a:pt x="9256" y="5594"/>
                  </a:lnTo>
                  <a:cubicBezTo>
                    <a:pt x="10233" y="5840"/>
                    <a:pt x="10891" y="6234"/>
                    <a:pt x="11186" y="6441"/>
                  </a:cubicBezTo>
                  <a:cubicBezTo>
                    <a:pt x="11204" y="6454"/>
                    <a:pt x="11224" y="6460"/>
                    <a:pt x="11244" y="6460"/>
                  </a:cubicBezTo>
                  <a:cubicBezTo>
                    <a:pt x="11300" y="6460"/>
                    <a:pt x="11353" y="6412"/>
                    <a:pt x="11348" y="6346"/>
                  </a:cubicBezTo>
                  <a:cubicBezTo>
                    <a:pt x="11313" y="5963"/>
                    <a:pt x="11183" y="5168"/>
                    <a:pt x="10708" y="4521"/>
                  </a:cubicBezTo>
                  <a:lnTo>
                    <a:pt x="11278" y="3952"/>
                  </a:lnTo>
                  <a:cubicBezTo>
                    <a:pt x="11320" y="3910"/>
                    <a:pt x="11316" y="3839"/>
                    <a:pt x="11267" y="3801"/>
                  </a:cubicBezTo>
                  <a:cubicBezTo>
                    <a:pt x="10979" y="3586"/>
                    <a:pt x="10096" y="2960"/>
                    <a:pt x="9323" y="2770"/>
                  </a:cubicBezTo>
                  <a:lnTo>
                    <a:pt x="9952" y="2380"/>
                  </a:lnTo>
                  <a:cubicBezTo>
                    <a:pt x="10026" y="2334"/>
                    <a:pt x="10019" y="2232"/>
                    <a:pt x="9945" y="2197"/>
                  </a:cubicBezTo>
                  <a:cubicBezTo>
                    <a:pt x="9108" y="1807"/>
                    <a:pt x="8204"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84"/>
            <p:cNvSpPr/>
            <p:nvPr/>
          </p:nvSpPr>
          <p:spPr>
            <a:xfrm>
              <a:off x="6391982" y="1557875"/>
              <a:ext cx="262728" cy="120001"/>
            </a:xfrm>
            <a:custGeom>
              <a:rect b="b" l="l" r="r" t="t"/>
              <a:pathLst>
                <a:path extrusionOk="0" h="4578" w="10023">
                  <a:moveTo>
                    <a:pt x="5116" y="0"/>
                  </a:moveTo>
                  <a:cubicBezTo>
                    <a:pt x="5105" y="0"/>
                    <a:pt x="5093" y="2"/>
                    <a:pt x="5082" y="6"/>
                  </a:cubicBezTo>
                  <a:cubicBezTo>
                    <a:pt x="4610" y="151"/>
                    <a:pt x="3323" y="622"/>
                    <a:pt x="2254" y="1712"/>
                  </a:cubicBezTo>
                  <a:lnTo>
                    <a:pt x="2096" y="1272"/>
                  </a:lnTo>
                  <a:cubicBezTo>
                    <a:pt x="2082" y="1229"/>
                    <a:pt x="2041" y="1202"/>
                    <a:pt x="1998" y="1202"/>
                  </a:cubicBezTo>
                  <a:cubicBezTo>
                    <a:pt x="1979" y="1202"/>
                    <a:pt x="1959" y="1207"/>
                    <a:pt x="1941" y="1220"/>
                  </a:cubicBezTo>
                  <a:cubicBezTo>
                    <a:pt x="1509" y="1511"/>
                    <a:pt x="0" y="2675"/>
                    <a:pt x="422" y="4578"/>
                  </a:cubicBezTo>
                  <a:cubicBezTo>
                    <a:pt x="774" y="4474"/>
                    <a:pt x="1136" y="4429"/>
                    <a:pt x="1499" y="4429"/>
                  </a:cubicBezTo>
                  <a:cubicBezTo>
                    <a:pt x="1872" y="4429"/>
                    <a:pt x="2246" y="4476"/>
                    <a:pt x="2610" y="4557"/>
                  </a:cubicBezTo>
                  <a:cubicBezTo>
                    <a:pt x="2610" y="4557"/>
                    <a:pt x="3211" y="3189"/>
                    <a:pt x="4600" y="2549"/>
                  </a:cubicBezTo>
                  <a:lnTo>
                    <a:pt x="4871" y="3284"/>
                  </a:lnTo>
                  <a:cubicBezTo>
                    <a:pt x="4871" y="3284"/>
                    <a:pt x="6062" y="2671"/>
                    <a:pt x="7978" y="2671"/>
                  </a:cubicBezTo>
                  <a:cubicBezTo>
                    <a:pt x="8394" y="2671"/>
                    <a:pt x="8843" y="2700"/>
                    <a:pt x="9323" y="2770"/>
                  </a:cubicBezTo>
                  <a:lnTo>
                    <a:pt x="9952" y="2380"/>
                  </a:lnTo>
                  <a:cubicBezTo>
                    <a:pt x="10022" y="2338"/>
                    <a:pt x="10019" y="2232"/>
                    <a:pt x="9945" y="2197"/>
                  </a:cubicBezTo>
                  <a:cubicBezTo>
                    <a:pt x="9108" y="1807"/>
                    <a:pt x="8201"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4"/>
            <p:cNvSpPr/>
            <p:nvPr/>
          </p:nvSpPr>
          <p:spPr>
            <a:xfrm>
              <a:off x="6398797" y="1699344"/>
              <a:ext cx="22805" cy="22884"/>
            </a:xfrm>
            <a:custGeom>
              <a:rect b="b" l="l" r="r" t="t"/>
              <a:pathLst>
                <a:path extrusionOk="0" h="873" w="870">
                  <a:moveTo>
                    <a:pt x="433" y="0"/>
                  </a:moveTo>
                  <a:cubicBezTo>
                    <a:pt x="194" y="0"/>
                    <a:pt x="1" y="197"/>
                    <a:pt x="1" y="436"/>
                  </a:cubicBezTo>
                  <a:cubicBezTo>
                    <a:pt x="1" y="675"/>
                    <a:pt x="194" y="872"/>
                    <a:pt x="433" y="872"/>
                  </a:cubicBezTo>
                  <a:cubicBezTo>
                    <a:pt x="676" y="872"/>
                    <a:pt x="869" y="675"/>
                    <a:pt x="869" y="436"/>
                  </a:cubicBezTo>
                  <a:cubicBezTo>
                    <a:pt x="869" y="197"/>
                    <a:pt x="676" y="0"/>
                    <a:pt x="43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4"/>
            <p:cNvSpPr/>
            <p:nvPr/>
          </p:nvSpPr>
          <p:spPr>
            <a:xfrm>
              <a:off x="6435495" y="1665031"/>
              <a:ext cx="49830" cy="33945"/>
            </a:xfrm>
            <a:custGeom>
              <a:rect b="b" l="l" r="r" t="t"/>
              <a:pathLst>
                <a:path extrusionOk="0" h="1295" w="1901">
                  <a:moveTo>
                    <a:pt x="897" y="1"/>
                  </a:moveTo>
                  <a:cubicBezTo>
                    <a:pt x="838" y="1"/>
                    <a:pt x="777" y="8"/>
                    <a:pt x="714" y="22"/>
                  </a:cubicBezTo>
                  <a:cubicBezTo>
                    <a:pt x="253" y="128"/>
                    <a:pt x="0" y="620"/>
                    <a:pt x="183" y="1056"/>
                  </a:cubicBezTo>
                  <a:cubicBezTo>
                    <a:pt x="201" y="1096"/>
                    <a:pt x="239" y="1118"/>
                    <a:pt x="278" y="1118"/>
                  </a:cubicBezTo>
                  <a:cubicBezTo>
                    <a:pt x="307" y="1118"/>
                    <a:pt x="336" y="1106"/>
                    <a:pt x="359" y="1080"/>
                  </a:cubicBezTo>
                  <a:cubicBezTo>
                    <a:pt x="469" y="946"/>
                    <a:pt x="623" y="883"/>
                    <a:pt x="776" y="883"/>
                  </a:cubicBezTo>
                  <a:cubicBezTo>
                    <a:pt x="987" y="883"/>
                    <a:pt x="1196" y="1005"/>
                    <a:pt x="1284" y="1232"/>
                  </a:cubicBezTo>
                  <a:cubicBezTo>
                    <a:pt x="1303" y="1273"/>
                    <a:pt x="1344" y="1294"/>
                    <a:pt x="1385" y="1294"/>
                  </a:cubicBezTo>
                  <a:cubicBezTo>
                    <a:pt x="1417" y="1294"/>
                    <a:pt x="1450" y="1281"/>
                    <a:pt x="1474" y="1253"/>
                  </a:cubicBezTo>
                  <a:cubicBezTo>
                    <a:pt x="1900" y="739"/>
                    <a:pt x="1510" y="1"/>
                    <a:pt x="897"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84"/>
            <p:cNvSpPr/>
            <p:nvPr/>
          </p:nvSpPr>
          <p:spPr>
            <a:xfrm>
              <a:off x="6336018" y="1700156"/>
              <a:ext cx="99136" cy="64561"/>
            </a:xfrm>
            <a:custGeom>
              <a:rect b="b" l="l" r="r" t="t"/>
              <a:pathLst>
                <a:path extrusionOk="0" h="2463" w="3782">
                  <a:moveTo>
                    <a:pt x="152" y="1"/>
                  </a:moveTo>
                  <a:cubicBezTo>
                    <a:pt x="96" y="68"/>
                    <a:pt x="57" y="145"/>
                    <a:pt x="33" y="226"/>
                  </a:cubicBezTo>
                  <a:cubicBezTo>
                    <a:pt x="1" y="328"/>
                    <a:pt x="11" y="433"/>
                    <a:pt x="64" y="525"/>
                  </a:cubicBezTo>
                  <a:cubicBezTo>
                    <a:pt x="567" y="1390"/>
                    <a:pt x="1735" y="2047"/>
                    <a:pt x="3183" y="2462"/>
                  </a:cubicBezTo>
                  <a:cubicBezTo>
                    <a:pt x="3419" y="2290"/>
                    <a:pt x="3619" y="2079"/>
                    <a:pt x="3781" y="1840"/>
                  </a:cubicBezTo>
                  <a:cubicBezTo>
                    <a:pt x="1988" y="1316"/>
                    <a:pt x="634" y="514"/>
                    <a:pt x="152"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84"/>
            <p:cNvSpPr/>
            <p:nvPr/>
          </p:nvSpPr>
          <p:spPr>
            <a:xfrm>
              <a:off x="6336018" y="1693053"/>
              <a:ext cx="22988" cy="28703"/>
            </a:xfrm>
            <a:custGeom>
              <a:rect b="b" l="l" r="r" t="t"/>
              <a:pathLst>
                <a:path extrusionOk="0" h="1095" w="877">
                  <a:moveTo>
                    <a:pt x="834" y="1"/>
                  </a:moveTo>
                  <a:cubicBezTo>
                    <a:pt x="775" y="8"/>
                    <a:pt x="715" y="19"/>
                    <a:pt x="655" y="22"/>
                  </a:cubicBezTo>
                  <a:cubicBezTo>
                    <a:pt x="237" y="61"/>
                    <a:pt x="85" y="317"/>
                    <a:pt x="33" y="497"/>
                  </a:cubicBezTo>
                  <a:cubicBezTo>
                    <a:pt x="1" y="599"/>
                    <a:pt x="11" y="704"/>
                    <a:pt x="64" y="796"/>
                  </a:cubicBezTo>
                  <a:cubicBezTo>
                    <a:pt x="128" y="901"/>
                    <a:pt x="194" y="1000"/>
                    <a:pt x="272" y="1095"/>
                  </a:cubicBezTo>
                  <a:cubicBezTo>
                    <a:pt x="634" y="975"/>
                    <a:pt x="877" y="637"/>
                    <a:pt x="877" y="258"/>
                  </a:cubicBezTo>
                  <a:cubicBezTo>
                    <a:pt x="877" y="170"/>
                    <a:pt x="862" y="82"/>
                    <a:pt x="83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84"/>
            <p:cNvSpPr/>
            <p:nvPr/>
          </p:nvSpPr>
          <p:spPr>
            <a:xfrm>
              <a:off x="6387841" y="1693996"/>
              <a:ext cx="39188" cy="33552"/>
            </a:xfrm>
            <a:custGeom>
              <a:rect b="b" l="l" r="r" t="t"/>
              <a:pathLst>
                <a:path extrusionOk="0" h="1280" w="1495">
                  <a:moveTo>
                    <a:pt x="852" y="407"/>
                  </a:moveTo>
                  <a:cubicBezTo>
                    <a:pt x="972" y="407"/>
                    <a:pt x="1087" y="500"/>
                    <a:pt x="1087" y="640"/>
                  </a:cubicBezTo>
                  <a:cubicBezTo>
                    <a:pt x="1087" y="767"/>
                    <a:pt x="981" y="872"/>
                    <a:pt x="855" y="872"/>
                  </a:cubicBezTo>
                  <a:cubicBezTo>
                    <a:pt x="647" y="872"/>
                    <a:pt x="545" y="623"/>
                    <a:pt x="689" y="475"/>
                  </a:cubicBezTo>
                  <a:cubicBezTo>
                    <a:pt x="737" y="428"/>
                    <a:pt x="795" y="407"/>
                    <a:pt x="852" y="407"/>
                  </a:cubicBezTo>
                  <a:close/>
                  <a:moveTo>
                    <a:pt x="855" y="0"/>
                  </a:moveTo>
                  <a:cubicBezTo>
                    <a:pt x="285" y="0"/>
                    <a:pt x="0" y="689"/>
                    <a:pt x="401" y="1090"/>
                  </a:cubicBezTo>
                  <a:cubicBezTo>
                    <a:pt x="532" y="1221"/>
                    <a:pt x="693" y="1280"/>
                    <a:pt x="851" y="1280"/>
                  </a:cubicBezTo>
                  <a:cubicBezTo>
                    <a:pt x="1180" y="1280"/>
                    <a:pt x="1495" y="1025"/>
                    <a:pt x="1495" y="640"/>
                  </a:cubicBezTo>
                  <a:cubicBezTo>
                    <a:pt x="1495" y="288"/>
                    <a:pt x="1206"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84"/>
            <p:cNvSpPr/>
            <p:nvPr/>
          </p:nvSpPr>
          <p:spPr>
            <a:xfrm>
              <a:off x="6330671" y="1551243"/>
              <a:ext cx="365245" cy="261968"/>
            </a:xfrm>
            <a:custGeom>
              <a:rect b="b" l="l" r="r" t="t"/>
              <a:pathLst>
                <a:path extrusionOk="0" h="9994" w="13934">
                  <a:moveTo>
                    <a:pt x="855" y="5640"/>
                  </a:moveTo>
                  <a:lnTo>
                    <a:pt x="855" y="5640"/>
                  </a:lnTo>
                  <a:cubicBezTo>
                    <a:pt x="870" y="5808"/>
                    <a:pt x="806" y="5977"/>
                    <a:pt x="680" y="6097"/>
                  </a:cubicBezTo>
                  <a:cubicBezTo>
                    <a:pt x="634" y="6149"/>
                    <a:pt x="581" y="6192"/>
                    <a:pt x="521" y="6230"/>
                  </a:cubicBezTo>
                  <a:cubicBezTo>
                    <a:pt x="483" y="6170"/>
                    <a:pt x="444" y="6111"/>
                    <a:pt x="412" y="6047"/>
                  </a:cubicBezTo>
                  <a:cubicBezTo>
                    <a:pt x="419" y="5988"/>
                    <a:pt x="441" y="5931"/>
                    <a:pt x="465" y="5879"/>
                  </a:cubicBezTo>
                  <a:cubicBezTo>
                    <a:pt x="539" y="5738"/>
                    <a:pt x="669" y="5661"/>
                    <a:pt x="855" y="5640"/>
                  </a:cubicBezTo>
                  <a:close/>
                  <a:moveTo>
                    <a:pt x="7308" y="513"/>
                  </a:moveTo>
                  <a:lnTo>
                    <a:pt x="7125" y="1149"/>
                  </a:lnTo>
                  <a:cubicBezTo>
                    <a:pt x="7084" y="1283"/>
                    <a:pt x="7189" y="1408"/>
                    <a:pt x="7317" y="1408"/>
                  </a:cubicBezTo>
                  <a:cubicBezTo>
                    <a:pt x="7342" y="1408"/>
                    <a:pt x="7369" y="1403"/>
                    <a:pt x="7396" y="1392"/>
                  </a:cubicBezTo>
                  <a:cubicBezTo>
                    <a:pt x="7934" y="1176"/>
                    <a:pt x="8460" y="1107"/>
                    <a:pt x="8913" y="1107"/>
                  </a:cubicBezTo>
                  <a:cubicBezTo>
                    <a:pt x="9345" y="1107"/>
                    <a:pt x="9710" y="1170"/>
                    <a:pt x="9956" y="1226"/>
                  </a:cubicBezTo>
                  <a:lnTo>
                    <a:pt x="9485" y="1662"/>
                  </a:lnTo>
                  <a:cubicBezTo>
                    <a:pt x="9355" y="1785"/>
                    <a:pt x="9436" y="2007"/>
                    <a:pt x="9618" y="2014"/>
                  </a:cubicBezTo>
                  <a:cubicBezTo>
                    <a:pt x="10448" y="2046"/>
                    <a:pt x="11268" y="2229"/>
                    <a:pt x="12031" y="2556"/>
                  </a:cubicBezTo>
                  <a:lnTo>
                    <a:pt x="11560" y="2847"/>
                  </a:lnTo>
                  <a:cubicBezTo>
                    <a:pt x="11405" y="2942"/>
                    <a:pt x="11440" y="3178"/>
                    <a:pt x="11616" y="3220"/>
                  </a:cubicBezTo>
                  <a:cubicBezTo>
                    <a:pt x="12280" y="3382"/>
                    <a:pt x="13051" y="3899"/>
                    <a:pt x="13395" y="4145"/>
                  </a:cubicBezTo>
                  <a:lnTo>
                    <a:pt x="12910" y="4634"/>
                  </a:lnTo>
                  <a:cubicBezTo>
                    <a:pt x="12840" y="4704"/>
                    <a:pt x="12829" y="4817"/>
                    <a:pt x="12889" y="4898"/>
                  </a:cubicBezTo>
                  <a:cubicBezTo>
                    <a:pt x="13262" y="5400"/>
                    <a:pt x="13406" y="6009"/>
                    <a:pt x="13465" y="6406"/>
                  </a:cubicBezTo>
                  <a:cubicBezTo>
                    <a:pt x="12903" y="6065"/>
                    <a:pt x="12287" y="5808"/>
                    <a:pt x="11647" y="5654"/>
                  </a:cubicBezTo>
                  <a:lnTo>
                    <a:pt x="11644" y="5654"/>
                  </a:lnTo>
                  <a:cubicBezTo>
                    <a:pt x="11627" y="5649"/>
                    <a:pt x="11610" y="5647"/>
                    <a:pt x="11593" y="5647"/>
                  </a:cubicBezTo>
                  <a:cubicBezTo>
                    <a:pt x="11508" y="5647"/>
                    <a:pt x="11428" y="5702"/>
                    <a:pt x="11401" y="5787"/>
                  </a:cubicBezTo>
                  <a:lnTo>
                    <a:pt x="11211" y="6378"/>
                  </a:lnTo>
                  <a:cubicBezTo>
                    <a:pt x="9914" y="5601"/>
                    <a:pt x="9024" y="5256"/>
                    <a:pt x="8986" y="5242"/>
                  </a:cubicBezTo>
                  <a:cubicBezTo>
                    <a:pt x="8961" y="5233"/>
                    <a:pt x="8936" y="5228"/>
                    <a:pt x="8911" y="5228"/>
                  </a:cubicBezTo>
                  <a:cubicBezTo>
                    <a:pt x="8834" y="5228"/>
                    <a:pt x="8761" y="5273"/>
                    <a:pt x="8729" y="5348"/>
                  </a:cubicBezTo>
                  <a:lnTo>
                    <a:pt x="8356" y="6170"/>
                  </a:lnTo>
                  <a:cubicBezTo>
                    <a:pt x="7976" y="5910"/>
                    <a:pt x="7586" y="5675"/>
                    <a:pt x="7185" y="5457"/>
                  </a:cubicBezTo>
                  <a:cubicBezTo>
                    <a:pt x="7150" y="5438"/>
                    <a:pt x="7116" y="5430"/>
                    <a:pt x="7084" y="5430"/>
                  </a:cubicBezTo>
                  <a:cubicBezTo>
                    <a:pt x="6899" y="5430"/>
                    <a:pt x="6788" y="5707"/>
                    <a:pt x="6992" y="5815"/>
                  </a:cubicBezTo>
                  <a:cubicBezTo>
                    <a:pt x="7452" y="6061"/>
                    <a:pt x="7895" y="6339"/>
                    <a:pt x="8317" y="6645"/>
                  </a:cubicBezTo>
                  <a:cubicBezTo>
                    <a:pt x="8354" y="6671"/>
                    <a:pt x="8396" y="6683"/>
                    <a:pt x="8437" y="6683"/>
                  </a:cubicBezTo>
                  <a:cubicBezTo>
                    <a:pt x="8514" y="6683"/>
                    <a:pt x="8589" y="6640"/>
                    <a:pt x="8623" y="6564"/>
                  </a:cubicBezTo>
                  <a:lnTo>
                    <a:pt x="9021" y="5696"/>
                  </a:lnTo>
                  <a:cubicBezTo>
                    <a:pt x="9780" y="6030"/>
                    <a:pt x="10515" y="6420"/>
                    <a:pt x="11222" y="6860"/>
                  </a:cubicBezTo>
                  <a:cubicBezTo>
                    <a:pt x="11255" y="6878"/>
                    <a:pt x="11290" y="6887"/>
                    <a:pt x="11324" y="6887"/>
                  </a:cubicBezTo>
                  <a:cubicBezTo>
                    <a:pt x="11409" y="6887"/>
                    <a:pt x="11491" y="6835"/>
                    <a:pt x="11521" y="6747"/>
                  </a:cubicBezTo>
                  <a:lnTo>
                    <a:pt x="11732" y="6097"/>
                  </a:lnTo>
                  <a:cubicBezTo>
                    <a:pt x="12157" y="6216"/>
                    <a:pt x="12569" y="6381"/>
                    <a:pt x="12959" y="6589"/>
                  </a:cubicBezTo>
                  <a:cubicBezTo>
                    <a:pt x="12477" y="7261"/>
                    <a:pt x="11591" y="7788"/>
                    <a:pt x="10389" y="8119"/>
                  </a:cubicBezTo>
                  <a:cubicBezTo>
                    <a:pt x="9480" y="8369"/>
                    <a:pt x="8403" y="8498"/>
                    <a:pt x="7285" y="8498"/>
                  </a:cubicBezTo>
                  <a:cubicBezTo>
                    <a:pt x="6988" y="8498"/>
                    <a:pt x="6688" y="8489"/>
                    <a:pt x="6387" y="8470"/>
                  </a:cubicBezTo>
                  <a:cubicBezTo>
                    <a:pt x="5483" y="8417"/>
                    <a:pt x="4586" y="8277"/>
                    <a:pt x="3707" y="8048"/>
                  </a:cubicBezTo>
                  <a:cubicBezTo>
                    <a:pt x="4562" y="7443"/>
                    <a:pt x="4615" y="6607"/>
                    <a:pt x="4558" y="6121"/>
                  </a:cubicBezTo>
                  <a:cubicBezTo>
                    <a:pt x="4544" y="5999"/>
                    <a:pt x="4452" y="5943"/>
                    <a:pt x="4359" y="5943"/>
                  </a:cubicBezTo>
                  <a:cubicBezTo>
                    <a:pt x="4248" y="5943"/>
                    <a:pt x="4137" y="6023"/>
                    <a:pt x="4154" y="6170"/>
                  </a:cubicBezTo>
                  <a:cubicBezTo>
                    <a:pt x="4217" y="6698"/>
                    <a:pt x="4094" y="7422"/>
                    <a:pt x="3180" y="7894"/>
                  </a:cubicBezTo>
                  <a:cubicBezTo>
                    <a:pt x="2983" y="7830"/>
                    <a:pt x="2793" y="7760"/>
                    <a:pt x="2614" y="7690"/>
                  </a:cubicBezTo>
                  <a:cubicBezTo>
                    <a:pt x="1812" y="7373"/>
                    <a:pt x="1193" y="6983"/>
                    <a:pt x="782" y="6547"/>
                  </a:cubicBezTo>
                  <a:cubicBezTo>
                    <a:pt x="1035" y="6367"/>
                    <a:pt x="1302" y="6047"/>
                    <a:pt x="1260" y="5583"/>
                  </a:cubicBezTo>
                  <a:cubicBezTo>
                    <a:pt x="1826" y="5488"/>
                    <a:pt x="2280" y="5316"/>
                    <a:pt x="2688" y="5161"/>
                  </a:cubicBezTo>
                  <a:cubicBezTo>
                    <a:pt x="3136" y="4992"/>
                    <a:pt x="3508" y="4851"/>
                    <a:pt x="3910" y="4851"/>
                  </a:cubicBezTo>
                  <a:cubicBezTo>
                    <a:pt x="3925" y="4851"/>
                    <a:pt x="3939" y="4851"/>
                    <a:pt x="3953" y="4852"/>
                  </a:cubicBezTo>
                  <a:cubicBezTo>
                    <a:pt x="3929" y="4936"/>
                    <a:pt x="3918" y="5021"/>
                    <a:pt x="3918" y="5105"/>
                  </a:cubicBezTo>
                  <a:cubicBezTo>
                    <a:pt x="3922" y="5207"/>
                    <a:pt x="3939" y="5309"/>
                    <a:pt x="3971" y="5404"/>
                  </a:cubicBezTo>
                  <a:cubicBezTo>
                    <a:pt x="4002" y="5504"/>
                    <a:pt x="4081" y="5547"/>
                    <a:pt x="4160" y="5547"/>
                  </a:cubicBezTo>
                  <a:cubicBezTo>
                    <a:pt x="4284" y="5547"/>
                    <a:pt x="4411" y="5440"/>
                    <a:pt x="4361" y="5281"/>
                  </a:cubicBezTo>
                  <a:cubicBezTo>
                    <a:pt x="4340" y="5225"/>
                    <a:pt x="4330" y="5165"/>
                    <a:pt x="4326" y="5105"/>
                  </a:cubicBezTo>
                  <a:cubicBezTo>
                    <a:pt x="4326" y="4785"/>
                    <a:pt x="4590" y="4547"/>
                    <a:pt x="4884" y="4547"/>
                  </a:cubicBezTo>
                  <a:cubicBezTo>
                    <a:pt x="4955" y="4547"/>
                    <a:pt x="5028" y="4561"/>
                    <a:pt x="5100" y="4592"/>
                  </a:cubicBezTo>
                  <a:cubicBezTo>
                    <a:pt x="5469" y="4746"/>
                    <a:pt x="5560" y="5225"/>
                    <a:pt x="5276" y="5502"/>
                  </a:cubicBezTo>
                  <a:cubicBezTo>
                    <a:pt x="5126" y="5649"/>
                    <a:pt x="5262" y="5856"/>
                    <a:pt x="5420" y="5856"/>
                  </a:cubicBezTo>
                  <a:cubicBezTo>
                    <a:pt x="5467" y="5856"/>
                    <a:pt x="5516" y="5838"/>
                    <a:pt x="5560" y="5794"/>
                  </a:cubicBezTo>
                  <a:cubicBezTo>
                    <a:pt x="5701" y="5657"/>
                    <a:pt x="5800" y="5478"/>
                    <a:pt x="5835" y="5284"/>
                  </a:cubicBezTo>
                  <a:cubicBezTo>
                    <a:pt x="5944" y="5323"/>
                    <a:pt x="6081" y="5379"/>
                    <a:pt x="6243" y="5450"/>
                  </a:cubicBezTo>
                  <a:cubicBezTo>
                    <a:pt x="6275" y="5464"/>
                    <a:pt x="6305" y="5471"/>
                    <a:pt x="6334" y="5471"/>
                  </a:cubicBezTo>
                  <a:cubicBezTo>
                    <a:pt x="6527" y="5471"/>
                    <a:pt x="6622" y="5175"/>
                    <a:pt x="6408" y="5077"/>
                  </a:cubicBezTo>
                  <a:cubicBezTo>
                    <a:pt x="6137" y="4961"/>
                    <a:pt x="5933" y="4883"/>
                    <a:pt x="5814" y="4841"/>
                  </a:cubicBezTo>
                  <a:cubicBezTo>
                    <a:pt x="5687" y="4395"/>
                    <a:pt x="5288" y="4142"/>
                    <a:pt x="4881" y="4142"/>
                  </a:cubicBezTo>
                  <a:cubicBezTo>
                    <a:pt x="4624" y="4142"/>
                    <a:pt x="4364" y="4244"/>
                    <a:pt x="4168" y="4462"/>
                  </a:cubicBezTo>
                  <a:cubicBezTo>
                    <a:pt x="4077" y="4450"/>
                    <a:pt x="3985" y="4444"/>
                    <a:pt x="3893" y="4444"/>
                  </a:cubicBezTo>
                  <a:cubicBezTo>
                    <a:pt x="3711" y="4444"/>
                    <a:pt x="3530" y="4466"/>
                    <a:pt x="3356" y="4511"/>
                  </a:cubicBezTo>
                  <a:cubicBezTo>
                    <a:pt x="3211" y="4546"/>
                    <a:pt x="3071" y="4588"/>
                    <a:pt x="2934" y="4637"/>
                  </a:cubicBezTo>
                  <a:cubicBezTo>
                    <a:pt x="2800" y="3846"/>
                    <a:pt x="3004" y="3101"/>
                    <a:pt x="3549" y="2425"/>
                  </a:cubicBezTo>
                  <a:cubicBezTo>
                    <a:pt x="3764" y="2158"/>
                    <a:pt x="4017" y="1923"/>
                    <a:pt x="4295" y="1719"/>
                  </a:cubicBezTo>
                  <a:lnTo>
                    <a:pt x="4407" y="2035"/>
                  </a:lnTo>
                  <a:cubicBezTo>
                    <a:pt x="4437" y="2121"/>
                    <a:pt x="4518" y="2171"/>
                    <a:pt x="4600" y="2171"/>
                  </a:cubicBezTo>
                  <a:cubicBezTo>
                    <a:pt x="4652" y="2171"/>
                    <a:pt x="4704" y="2151"/>
                    <a:pt x="4745" y="2109"/>
                  </a:cubicBezTo>
                  <a:cubicBezTo>
                    <a:pt x="5662" y="1174"/>
                    <a:pt x="6760" y="702"/>
                    <a:pt x="7308" y="513"/>
                  </a:cubicBezTo>
                  <a:close/>
                  <a:moveTo>
                    <a:pt x="3890" y="8516"/>
                  </a:moveTo>
                  <a:cubicBezTo>
                    <a:pt x="4179" y="8586"/>
                    <a:pt x="4481" y="8650"/>
                    <a:pt x="4787" y="8699"/>
                  </a:cubicBezTo>
                  <a:lnTo>
                    <a:pt x="4787" y="8871"/>
                  </a:lnTo>
                  <a:lnTo>
                    <a:pt x="4618" y="8896"/>
                  </a:lnTo>
                  <a:cubicBezTo>
                    <a:pt x="4284" y="8934"/>
                    <a:pt x="4066" y="9261"/>
                    <a:pt x="4154" y="9585"/>
                  </a:cubicBezTo>
                  <a:lnTo>
                    <a:pt x="3380" y="9585"/>
                  </a:lnTo>
                  <a:cubicBezTo>
                    <a:pt x="3299" y="9581"/>
                    <a:pt x="3236" y="9518"/>
                    <a:pt x="3240" y="9441"/>
                  </a:cubicBezTo>
                  <a:lnTo>
                    <a:pt x="3236" y="9441"/>
                  </a:lnTo>
                  <a:cubicBezTo>
                    <a:pt x="3236" y="9367"/>
                    <a:pt x="3289" y="9307"/>
                    <a:pt x="3363" y="9297"/>
                  </a:cubicBezTo>
                  <a:lnTo>
                    <a:pt x="3711" y="9254"/>
                  </a:lnTo>
                  <a:cubicBezTo>
                    <a:pt x="3813" y="9240"/>
                    <a:pt x="3890" y="9156"/>
                    <a:pt x="3890" y="9050"/>
                  </a:cubicBezTo>
                  <a:lnTo>
                    <a:pt x="3890" y="8516"/>
                  </a:lnTo>
                  <a:close/>
                  <a:moveTo>
                    <a:pt x="5195" y="8762"/>
                  </a:moveTo>
                  <a:cubicBezTo>
                    <a:pt x="5420" y="8794"/>
                    <a:pt x="5648" y="8822"/>
                    <a:pt x="5877" y="8843"/>
                  </a:cubicBezTo>
                  <a:lnTo>
                    <a:pt x="5877" y="9353"/>
                  </a:lnTo>
                  <a:cubicBezTo>
                    <a:pt x="5877" y="9479"/>
                    <a:pt x="5771" y="9585"/>
                    <a:pt x="5645" y="9585"/>
                  </a:cubicBezTo>
                  <a:lnTo>
                    <a:pt x="4685" y="9585"/>
                  </a:lnTo>
                  <a:cubicBezTo>
                    <a:pt x="4509" y="9581"/>
                    <a:pt x="4491" y="9321"/>
                    <a:pt x="4667" y="9297"/>
                  </a:cubicBezTo>
                  <a:lnTo>
                    <a:pt x="5019" y="9254"/>
                  </a:lnTo>
                  <a:cubicBezTo>
                    <a:pt x="5117" y="9240"/>
                    <a:pt x="5195" y="9156"/>
                    <a:pt x="5195" y="9050"/>
                  </a:cubicBezTo>
                  <a:lnTo>
                    <a:pt x="5195" y="8762"/>
                  </a:lnTo>
                  <a:close/>
                  <a:moveTo>
                    <a:pt x="9576" y="8716"/>
                  </a:moveTo>
                  <a:lnTo>
                    <a:pt x="9576" y="8871"/>
                  </a:lnTo>
                  <a:lnTo>
                    <a:pt x="9407" y="8896"/>
                  </a:lnTo>
                  <a:cubicBezTo>
                    <a:pt x="9073" y="8934"/>
                    <a:pt x="8855" y="9261"/>
                    <a:pt x="8943" y="9585"/>
                  </a:cubicBezTo>
                  <a:lnTo>
                    <a:pt x="8170" y="9585"/>
                  </a:lnTo>
                  <a:cubicBezTo>
                    <a:pt x="8089" y="9581"/>
                    <a:pt x="8029" y="9518"/>
                    <a:pt x="8029" y="9441"/>
                  </a:cubicBezTo>
                  <a:lnTo>
                    <a:pt x="8026" y="9441"/>
                  </a:lnTo>
                  <a:cubicBezTo>
                    <a:pt x="8026" y="9367"/>
                    <a:pt x="8078" y="9307"/>
                    <a:pt x="8152" y="9297"/>
                  </a:cubicBezTo>
                  <a:lnTo>
                    <a:pt x="8500" y="9254"/>
                  </a:lnTo>
                  <a:cubicBezTo>
                    <a:pt x="8602" y="9240"/>
                    <a:pt x="8680" y="9156"/>
                    <a:pt x="8680" y="9050"/>
                  </a:cubicBezTo>
                  <a:lnTo>
                    <a:pt x="8680" y="8836"/>
                  </a:lnTo>
                  <a:cubicBezTo>
                    <a:pt x="8986" y="8808"/>
                    <a:pt x="9288" y="8766"/>
                    <a:pt x="9576" y="8716"/>
                  </a:cubicBezTo>
                  <a:close/>
                  <a:moveTo>
                    <a:pt x="10884" y="8396"/>
                  </a:moveTo>
                  <a:lnTo>
                    <a:pt x="10884" y="9353"/>
                  </a:lnTo>
                  <a:cubicBezTo>
                    <a:pt x="10881" y="9479"/>
                    <a:pt x="10779" y="9585"/>
                    <a:pt x="10652" y="9585"/>
                  </a:cubicBezTo>
                  <a:lnTo>
                    <a:pt x="9474" y="9585"/>
                  </a:lnTo>
                  <a:cubicBezTo>
                    <a:pt x="9295" y="9581"/>
                    <a:pt x="9281" y="9321"/>
                    <a:pt x="9457" y="9297"/>
                  </a:cubicBezTo>
                  <a:lnTo>
                    <a:pt x="9805" y="9254"/>
                  </a:lnTo>
                  <a:cubicBezTo>
                    <a:pt x="9907" y="9240"/>
                    <a:pt x="9984" y="9156"/>
                    <a:pt x="9984" y="9050"/>
                  </a:cubicBezTo>
                  <a:lnTo>
                    <a:pt x="9984" y="8639"/>
                  </a:lnTo>
                  <a:cubicBezTo>
                    <a:pt x="10160" y="8600"/>
                    <a:pt x="10329" y="8558"/>
                    <a:pt x="10491" y="8512"/>
                  </a:cubicBezTo>
                  <a:cubicBezTo>
                    <a:pt x="10628" y="8477"/>
                    <a:pt x="10758" y="8439"/>
                    <a:pt x="10884" y="8396"/>
                  </a:cubicBezTo>
                  <a:close/>
                  <a:moveTo>
                    <a:pt x="7608" y="1"/>
                  </a:moveTo>
                  <a:cubicBezTo>
                    <a:pt x="7593" y="1"/>
                    <a:pt x="7577" y="2"/>
                    <a:pt x="7561" y="6"/>
                  </a:cubicBezTo>
                  <a:cubicBezTo>
                    <a:pt x="7495" y="24"/>
                    <a:pt x="5993" y="393"/>
                    <a:pt x="4681" y="1599"/>
                  </a:cubicBezTo>
                  <a:lnTo>
                    <a:pt x="4586" y="1335"/>
                  </a:lnTo>
                  <a:cubicBezTo>
                    <a:pt x="4556" y="1251"/>
                    <a:pt x="4477" y="1199"/>
                    <a:pt x="4394" y="1199"/>
                  </a:cubicBezTo>
                  <a:cubicBezTo>
                    <a:pt x="4361" y="1199"/>
                    <a:pt x="4326" y="1208"/>
                    <a:pt x="4295" y="1226"/>
                  </a:cubicBezTo>
                  <a:cubicBezTo>
                    <a:pt x="3894" y="1476"/>
                    <a:pt x="3535" y="1793"/>
                    <a:pt x="3236" y="2158"/>
                  </a:cubicBezTo>
                  <a:cubicBezTo>
                    <a:pt x="2603" y="2942"/>
                    <a:pt x="2368" y="3846"/>
                    <a:pt x="2543" y="4781"/>
                  </a:cubicBezTo>
                  <a:cubicBezTo>
                    <a:pt x="2072" y="4961"/>
                    <a:pt x="1534" y="5161"/>
                    <a:pt x="838" y="5228"/>
                  </a:cubicBezTo>
                  <a:cubicBezTo>
                    <a:pt x="412" y="5267"/>
                    <a:pt x="205" y="5499"/>
                    <a:pt x="106" y="5685"/>
                  </a:cubicBezTo>
                  <a:cubicBezTo>
                    <a:pt x="43" y="5808"/>
                    <a:pt x="8" y="5942"/>
                    <a:pt x="1" y="6083"/>
                  </a:cubicBezTo>
                  <a:cubicBezTo>
                    <a:pt x="1" y="6114"/>
                    <a:pt x="8" y="6146"/>
                    <a:pt x="22" y="6174"/>
                  </a:cubicBezTo>
                  <a:cubicBezTo>
                    <a:pt x="402" y="6927"/>
                    <a:pt x="1246" y="7584"/>
                    <a:pt x="2462" y="8066"/>
                  </a:cubicBezTo>
                  <a:cubicBezTo>
                    <a:pt x="2797" y="8199"/>
                    <a:pt x="3138" y="8312"/>
                    <a:pt x="3486" y="8407"/>
                  </a:cubicBezTo>
                  <a:lnTo>
                    <a:pt x="3486" y="8868"/>
                  </a:lnTo>
                  <a:lnTo>
                    <a:pt x="3313" y="8892"/>
                  </a:lnTo>
                  <a:cubicBezTo>
                    <a:pt x="3018" y="8917"/>
                    <a:pt x="2797" y="9177"/>
                    <a:pt x="2814" y="9472"/>
                  </a:cubicBezTo>
                  <a:cubicBezTo>
                    <a:pt x="2835" y="9765"/>
                    <a:pt x="3074" y="9990"/>
                    <a:pt x="3364" y="9990"/>
                  </a:cubicBezTo>
                  <a:cubicBezTo>
                    <a:pt x="3371" y="9990"/>
                    <a:pt x="3377" y="9990"/>
                    <a:pt x="3384" y="9989"/>
                  </a:cubicBezTo>
                  <a:lnTo>
                    <a:pt x="5648" y="9989"/>
                  </a:lnTo>
                  <a:cubicBezTo>
                    <a:pt x="6000" y="9989"/>
                    <a:pt x="6285" y="9705"/>
                    <a:pt x="6288" y="9349"/>
                  </a:cubicBezTo>
                  <a:lnTo>
                    <a:pt x="6288" y="8875"/>
                  </a:lnTo>
                  <a:lnTo>
                    <a:pt x="6362" y="8878"/>
                  </a:lnTo>
                  <a:cubicBezTo>
                    <a:pt x="6668" y="8899"/>
                    <a:pt x="6971" y="8906"/>
                    <a:pt x="7273" y="8906"/>
                  </a:cubicBezTo>
                  <a:cubicBezTo>
                    <a:pt x="7611" y="8906"/>
                    <a:pt x="7945" y="8896"/>
                    <a:pt x="8275" y="8871"/>
                  </a:cubicBezTo>
                  <a:lnTo>
                    <a:pt x="8275" y="8871"/>
                  </a:lnTo>
                  <a:lnTo>
                    <a:pt x="8103" y="8892"/>
                  </a:lnTo>
                  <a:cubicBezTo>
                    <a:pt x="7807" y="8920"/>
                    <a:pt x="7586" y="9181"/>
                    <a:pt x="7604" y="9476"/>
                  </a:cubicBezTo>
                  <a:cubicBezTo>
                    <a:pt x="7624" y="9767"/>
                    <a:pt x="7867" y="9993"/>
                    <a:pt x="8160" y="9993"/>
                  </a:cubicBezTo>
                  <a:cubicBezTo>
                    <a:pt x="8164" y="9993"/>
                    <a:pt x="8169" y="9993"/>
                    <a:pt x="8173" y="9993"/>
                  </a:cubicBezTo>
                  <a:lnTo>
                    <a:pt x="10656" y="9993"/>
                  </a:lnTo>
                  <a:cubicBezTo>
                    <a:pt x="11007" y="9993"/>
                    <a:pt x="11292" y="9705"/>
                    <a:pt x="11296" y="9353"/>
                  </a:cubicBezTo>
                  <a:lnTo>
                    <a:pt x="11296" y="8249"/>
                  </a:lnTo>
                  <a:cubicBezTo>
                    <a:pt x="12207" y="7890"/>
                    <a:pt x="12896" y="7398"/>
                    <a:pt x="13314" y="6796"/>
                  </a:cubicBezTo>
                  <a:cubicBezTo>
                    <a:pt x="13402" y="6853"/>
                    <a:pt x="13490" y="6916"/>
                    <a:pt x="13571" y="6983"/>
                  </a:cubicBezTo>
                  <a:cubicBezTo>
                    <a:pt x="13611" y="7018"/>
                    <a:pt x="13658" y="7034"/>
                    <a:pt x="13704" y="7034"/>
                  </a:cubicBezTo>
                  <a:cubicBezTo>
                    <a:pt x="13810" y="7034"/>
                    <a:pt x="13909" y="6951"/>
                    <a:pt x="13909" y="6828"/>
                  </a:cubicBezTo>
                  <a:cubicBezTo>
                    <a:pt x="13905" y="6782"/>
                    <a:pt x="13898" y="5710"/>
                    <a:pt x="13314" y="4803"/>
                  </a:cubicBezTo>
                  <a:lnTo>
                    <a:pt x="13845" y="4272"/>
                  </a:lnTo>
                  <a:cubicBezTo>
                    <a:pt x="13933" y="4184"/>
                    <a:pt x="13923" y="4043"/>
                    <a:pt x="13828" y="3966"/>
                  </a:cubicBezTo>
                  <a:cubicBezTo>
                    <a:pt x="13789" y="3934"/>
                    <a:pt x="12980" y="3301"/>
                    <a:pt x="12140" y="2967"/>
                  </a:cubicBezTo>
                  <a:lnTo>
                    <a:pt x="12558" y="2707"/>
                  </a:lnTo>
                  <a:cubicBezTo>
                    <a:pt x="12692" y="2626"/>
                    <a:pt x="12688" y="2433"/>
                    <a:pt x="12551" y="2355"/>
                  </a:cubicBezTo>
                  <a:cubicBezTo>
                    <a:pt x="12509" y="2331"/>
                    <a:pt x="11538" y="1785"/>
                    <a:pt x="10107" y="1641"/>
                  </a:cubicBezTo>
                  <a:lnTo>
                    <a:pt x="10494" y="1279"/>
                  </a:lnTo>
                  <a:cubicBezTo>
                    <a:pt x="10603" y="1177"/>
                    <a:pt x="10568" y="994"/>
                    <a:pt x="10431" y="942"/>
                  </a:cubicBezTo>
                  <a:cubicBezTo>
                    <a:pt x="10390" y="925"/>
                    <a:pt x="9779" y="696"/>
                    <a:pt x="8923" y="696"/>
                  </a:cubicBezTo>
                  <a:cubicBezTo>
                    <a:pt x="8531" y="696"/>
                    <a:pt x="8088" y="744"/>
                    <a:pt x="7625" y="882"/>
                  </a:cubicBezTo>
                  <a:lnTo>
                    <a:pt x="7804" y="263"/>
                  </a:lnTo>
                  <a:cubicBezTo>
                    <a:pt x="7842" y="128"/>
                    <a:pt x="7739" y="1"/>
                    <a:pt x="7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84"/>
            <p:cNvSpPr/>
            <p:nvPr/>
          </p:nvSpPr>
          <p:spPr>
            <a:xfrm>
              <a:off x="6462363" y="1592161"/>
              <a:ext cx="46501" cy="41127"/>
            </a:xfrm>
            <a:custGeom>
              <a:rect b="b" l="l" r="r" t="t"/>
              <a:pathLst>
                <a:path extrusionOk="0" h="1569" w="1774">
                  <a:moveTo>
                    <a:pt x="1479" y="0"/>
                  </a:moveTo>
                  <a:cubicBezTo>
                    <a:pt x="1442" y="0"/>
                    <a:pt x="1402" y="11"/>
                    <a:pt x="1363" y="38"/>
                  </a:cubicBezTo>
                  <a:cubicBezTo>
                    <a:pt x="804" y="411"/>
                    <a:pt x="378" y="896"/>
                    <a:pt x="118" y="1237"/>
                  </a:cubicBezTo>
                  <a:cubicBezTo>
                    <a:pt x="1" y="1395"/>
                    <a:pt x="140" y="1568"/>
                    <a:pt x="288" y="1568"/>
                  </a:cubicBezTo>
                  <a:cubicBezTo>
                    <a:pt x="344" y="1568"/>
                    <a:pt x="401" y="1543"/>
                    <a:pt x="445" y="1483"/>
                  </a:cubicBezTo>
                  <a:cubicBezTo>
                    <a:pt x="684" y="1167"/>
                    <a:pt x="1074" y="717"/>
                    <a:pt x="1588" y="376"/>
                  </a:cubicBezTo>
                  <a:cubicBezTo>
                    <a:pt x="1773" y="251"/>
                    <a:pt x="1653" y="0"/>
                    <a:pt x="1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4"/>
            <p:cNvSpPr/>
            <p:nvPr/>
          </p:nvSpPr>
          <p:spPr>
            <a:xfrm>
              <a:off x="6519689" y="1595988"/>
              <a:ext cx="45059" cy="24666"/>
            </a:xfrm>
            <a:custGeom>
              <a:rect b="b" l="l" r="r" t="t"/>
              <a:pathLst>
                <a:path extrusionOk="0" h="941" w="1719">
                  <a:moveTo>
                    <a:pt x="1494" y="0"/>
                  </a:moveTo>
                  <a:cubicBezTo>
                    <a:pt x="1475" y="0"/>
                    <a:pt x="1456" y="3"/>
                    <a:pt x="1437" y="8"/>
                  </a:cubicBezTo>
                  <a:cubicBezTo>
                    <a:pt x="990" y="114"/>
                    <a:pt x="565" y="304"/>
                    <a:pt x="185" y="564"/>
                  </a:cubicBezTo>
                  <a:cubicBezTo>
                    <a:pt x="0" y="691"/>
                    <a:pt x="124" y="941"/>
                    <a:pt x="298" y="941"/>
                  </a:cubicBezTo>
                  <a:cubicBezTo>
                    <a:pt x="336" y="941"/>
                    <a:pt x="377" y="929"/>
                    <a:pt x="417" y="901"/>
                  </a:cubicBezTo>
                  <a:cubicBezTo>
                    <a:pt x="755" y="666"/>
                    <a:pt x="1131" y="500"/>
                    <a:pt x="1532" y="406"/>
                  </a:cubicBezTo>
                  <a:cubicBezTo>
                    <a:pt x="1644" y="381"/>
                    <a:pt x="1718" y="268"/>
                    <a:pt x="1690" y="156"/>
                  </a:cubicBezTo>
                  <a:cubicBezTo>
                    <a:pt x="1670" y="62"/>
                    <a:pt x="1586" y="0"/>
                    <a:pt x="1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84"/>
            <p:cNvSpPr/>
            <p:nvPr/>
          </p:nvSpPr>
          <p:spPr>
            <a:xfrm>
              <a:off x="6575496" y="1619920"/>
              <a:ext cx="41966" cy="11874"/>
            </a:xfrm>
            <a:custGeom>
              <a:rect b="b" l="l" r="r" t="t"/>
              <a:pathLst>
                <a:path extrusionOk="0" h="453" w="1601">
                  <a:moveTo>
                    <a:pt x="979" y="1"/>
                  </a:moveTo>
                  <a:cubicBezTo>
                    <a:pt x="737" y="1"/>
                    <a:pt x="497" y="16"/>
                    <a:pt x="257" y="45"/>
                  </a:cubicBezTo>
                  <a:cubicBezTo>
                    <a:pt x="1" y="76"/>
                    <a:pt x="22" y="453"/>
                    <a:pt x="282" y="453"/>
                  </a:cubicBezTo>
                  <a:lnTo>
                    <a:pt x="307" y="453"/>
                  </a:lnTo>
                  <a:cubicBezTo>
                    <a:pt x="533" y="425"/>
                    <a:pt x="762" y="411"/>
                    <a:pt x="991" y="411"/>
                  </a:cubicBezTo>
                  <a:cubicBezTo>
                    <a:pt x="1117" y="411"/>
                    <a:pt x="1243" y="416"/>
                    <a:pt x="1369" y="424"/>
                  </a:cubicBezTo>
                  <a:cubicBezTo>
                    <a:pt x="1373" y="425"/>
                    <a:pt x="1377" y="425"/>
                    <a:pt x="1382" y="425"/>
                  </a:cubicBezTo>
                  <a:cubicBezTo>
                    <a:pt x="1489" y="425"/>
                    <a:pt x="1580" y="343"/>
                    <a:pt x="1590" y="238"/>
                  </a:cubicBezTo>
                  <a:cubicBezTo>
                    <a:pt x="1601" y="125"/>
                    <a:pt x="1516" y="27"/>
                    <a:pt x="1404" y="16"/>
                  </a:cubicBezTo>
                  <a:cubicBezTo>
                    <a:pt x="1262" y="6"/>
                    <a:pt x="1120" y="1"/>
                    <a:pt x="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84"/>
            <p:cNvSpPr/>
            <p:nvPr/>
          </p:nvSpPr>
          <p:spPr>
            <a:xfrm>
              <a:off x="6631826" y="1654520"/>
              <a:ext cx="29751" cy="17956"/>
            </a:xfrm>
            <a:custGeom>
              <a:rect b="b" l="l" r="r" t="t"/>
              <a:pathLst>
                <a:path extrusionOk="0" h="685" w="1135">
                  <a:moveTo>
                    <a:pt x="293" y="0"/>
                  </a:moveTo>
                  <a:cubicBezTo>
                    <a:pt x="89" y="0"/>
                    <a:pt x="0" y="310"/>
                    <a:pt x="229" y="395"/>
                  </a:cubicBezTo>
                  <a:cubicBezTo>
                    <a:pt x="401" y="462"/>
                    <a:pt x="566" y="543"/>
                    <a:pt x="721" y="645"/>
                  </a:cubicBezTo>
                  <a:cubicBezTo>
                    <a:pt x="761" y="673"/>
                    <a:pt x="801" y="685"/>
                    <a:pt x="839" y="685"/>
                  </a:cubicBezTo>
                  <a:cubicBezTo>
                    <a:pt x="1012" y="685"/>
                    <a:pt x="1135" y="437"/>
                    <a:pt x="953" y="311"/>
                  </a:cubicBezTo>
                  <a:cubicBezTo>
                    <a:pt x="770" y="191"/>
                    <a:pt x="577" y="92"/>
                    <a:pt x="373" y="15"/>
                  </a:cubicBezTo>
                  <a:cubicBezTo>
                    <a:pt x="345" y="5"/>
                    <a:pt x="318"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7" name="Google Shape;16017;p84"/>
          <p:cNvGrpSpPr/>
          <p:nvPr/>
        </p:nvGrpSpPr>
        <p:grpSpPr>
          <a:xfrm>
            <a:off x="3596131" y="1508648"/>
            <a:ext cx="367630" cy="347289"/>
            <a:chOff x="3596131" y="1508648"/>
            <a:chExt cx="367630" cy="347289"/>
          </a:xfrm>
        </p:grpSpPr>
        <p:sp>
          <p:nvSpPr>
            <p:cNvPr id="16018" name="Google Shape;16018;p84"/>
            <p:cNvSpPr/>
            <p:nvPr/>
          </p:nvSpPr>
          <p:spPr>
            <a:xfrm>
              <a:off x="3741112" y="1521439"/>
              <a:ext cx="215257" cy="203645"/>
            </a:xfrm>
            <a:custGeom>
              <a:rect b="b" l="l" r="r" t="t"/>
              <a:pathLst>
                <a:path extrusionOk="0" h="7769" w="8212">
                  <a:moveTo>
                    <a:pt x="2423" y="1"/>
                  </a:moveTo>
                  <a:cubicBezTo>
                    <a:pt x="1696" y="1"/>
                    <a:pt x="942" y="150"/>
                    <a:pt x="166" y="479"/>
                  </a:cubicBezTo>
                  <a:cubicBezTo>
                    <a:pt x="47" y="535"/>
                    <a:pt x="1" y="683"/>
                    <a:pt x="71" y="795"/>
                  </a:cubicBezTo>
                  <a:lnTo>
                    <a:pt x="1024" y="2325"/>
                  </a:lnTo>
                  <a:lnTo>
                    <a:pt x="8212" y="7768"/>
                  </a:lnTo>
                  <a:lnTo>
                    <a:pt x="8212" y="3643"/>
                  </a:lnTo>
                  <a:cubicBezTo>
                    <a:pt x="8212" y="3492"/>
                    <a:pt x="8159" y="3348"/>
                    <a:pt x="8068" y="3232"/>
                  </a:cubicBezTo>
                  <a:cubicBezTo>
                    <a:pt x="6539" y="1342"/>
                    <a:pt x="4602" y="1"/>
                    <a:pt x="2423"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84"/>
            <p:cNvSpPr/>
            <p:nvPr/>
          </p:nvSpPr>
          <p:spPr>
            <a:xfrm>
              <a:off x="3741112" y="1521466"/>
              <a:ext cx="132504" cy="120918"/>
            </a:xfrm>
            <a:custGeom>
              <a:rect b="b" l="l" r="r" t="t"/>
              <a:pathLst>
                <a:path extrusionOk="0" h="4613" w="5055">
                  <a:moveTo>
                    <a:pt x="2420" y="0"/>
                  </a:moveTo>
                  <a:cubicBezTo>
                    <a:pt x="1694" y="0"/>
                    <a:pt x="941" y="150"/>
                    <a:pt x="166" y="478"/>
                  </a:cubicBezTo>
                  <a:cubicBezTo>
                    <a:pt x="47" y="534"/>
                    <a:pt x="1" y="682"/>
                    <a:pt x="71" y="794"/>
                  </a:cubicBezTo>
                  <a:lnTo>
                    <a:pt x="1024" y="2324"/>
                  </a:lnTo>
                  <a:lnTo>
                    <a:pt x="4048" y="4613"/>
                  </a:lnTo>
                  <a:cubicBezTo>
                    <a:pt x="4664" y="4493"/>
                    <a:pt x="5054" y="4180"/>
                    <a:pt x="4998" y="3558"/>
                  </a:cubicBezTo>
                  <a:cubicBezTo>
                    <a:pt x="4857" y="1888"/>
                    <a:pt x="4259" y="773"/>
                    <a:pt x="3869" y="200"/>
                  </a:cubicBezTo>
                  <a:cubicBezTo>
                    <a:pt x="3399" y="70"/>
                    <a:pt x="2916" y="0"/>
                    <a:pt x="242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84"/>
            <p:cNvSpPr/>
            <p:nvPr/>
          </p:nvSpPr>
          <p:spPr>
            <a:xfrm>
              <a:off x="3601766" y="1562908"/>
              <a:ext cx="354524" cy="287630"/>
            </a:xfrm>
            <a:custGeom>
              <a:rect b="b" l="l" r="r" t="t"/>
              <a:pathLst>
                <a:path extrusionOk="0" h="10973" w="13525">
                  <a:moveTo>
                    <a:pt x="7987" y="0"/>
                  </a:moveTo>
                  <a:cubicBezTo>
                    <a:pt x="7448" y="0"/>
                    <a:pt x="6543" y="155"/>
                    <a:pt x="5472" y="957"/>
                  </a:cubicBezTo>
                  <a:cubicBezTo>
                    <a:pt x="4494" y="1689"/>
                    <a:pt x="1023" y="4766"/>
                    <a:pt x="172" y="5529"/>
                  </a:cubicBezTo>
                  <a:cubicBezTo>
                    <a:pt x="49" y="5638"/>
                    <a:pt x="0" y="5806"/>
                    <a:pt x="42" y="5965"/>
                  </a:cubicBezTo>
                  <a:cubicBezTo>
                    <a:pt x="176" y="6471"/>
                    <a:pt x="601" y="7589"/>
                    <a:pt x="1407" y="7670"/>
                  </a:cubicBezTo>
                  <a:cubicBezTo>
                    <a:pt x="1412" y="7671"/>
                    <a:pt x="1418" y="7671"/>
                    <a:pt x="1424" y="7671"/>
                  </a:cubicBezTo>
                  <a:cubicBezTo>
                    <a:pt x="1503" y="7671"/>
                    <a:pt x="1622" y="7630"/>
                    <a:pt x="1765" y="7565"/>
                  </a:cubicBezTo>
                  <a:lnTo>
                    <a:pt x="2511" y="8071"/>
                  </a:lnTo>
                  <a:cubicBezTo>
                    <a:pt x="2587" y="8122"/>
                    <a:pt x="2676" y="8149"/>
                    <a:pt x="2766" y="8149"/>
                  </a:cubicBezTo>
                  <a:cubicBezTo>
                    <a:pt x="2813" y="8149"/>
                    <a:pt x="2859" y="8142"/>
                    <a:pt x="2905" y="8127"/>
                  </a:cubicBezTo>
                  <a:cubicBezTo>
                    <a:pt x="3829" y="7804"/>
                    <a:pt x="6337" y="6791"/>
                    <a:pt x="8032" y="6154"/>
                  </a:cubicBezTo>
                  <a:cubicBezTo>
                    <a:pt x="8541" y="7283"/>
                    <a:pt x="9445" y="9330"/>
                    <a:pt x="10040" y="10972"/>
                  </a:cubicBezTo>
                  <a:cubicBezTo>
                    <a:pt x="10040" y="10972"/>
                    <a:pt x="11959" y="10395"/>
                    <a:pt x="13275" y="9063"/>
                  </a:cubicBezTo>
                  <a:cubicBezTo>
                    <a:pt x="13433" y="8901"/>
                    <a:pt x="13524" y="8683"/>
                    <a:pt x="13524" y="8454"/>
                  </a:cubicBezTo>
                  <a:lnTo>
                    <a:pt x="13524" y="5275"/>
                  </a:lnTo>
                  <a:cubicBezTo>
                    <a:pt x="13524" y="5008"/>
                    <a:pt x="13450" y="4744"/>
                    <a:pt x="13317" y="4516"/>
                  </a:cubicBezTo>
                  <a:cubicBezTo>
                    <a:pt x="10985" y="500"/>
                    <a:pt x="8517" y="61"/>
                    <a:pt x="8517" y="61"/>
                  </a:cubicBezTo>
                  <a:cubicBezTo>
                    <a:pt x="8517" y="61"/>
                    <a:pt x="8324" y="0"/>
                    <a:pt x="798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84"/>
            <p:cNvSpPr/>
            <p:nvPr/>
          </p:nvSpPr>
          <p:spPr>
            <a:xfrm>
              <a:off x="3601766" y="1671768"/>
              <a:ext cx="138454" cy="104798"/>
            </a:xfrm>
            <a:custGeom>
              <a:rect b="b" l="l" r="r" t="t"/>
              <a:pathLst>
                <a:path extrusionOk="0" h="3998" w="5282">
                  <a:moveTo>
                    <a:pt x="1727" y="1"/>
                  </a:moveTo>
                  <a:cubicBezTo>
                    <a:pt x="1041" y="602"/>
                    <a:pt x="461" y="1122"/>
                    <a:pt x="172" y="1379"/>
                  </a:cubicBezTo>
                  <a:cubicBezTo>
                    <a:pt x="49" y="1488"/>
                    <a:pt x="0" y="1657"/>
                    <a:pt x="42" y="1812"/>
                  </a:cubicBezTo>
                  <a:cubicBezTo>
                    <a:pt x="176" y="2321"/>
                    <a:pt x="601" y="3440"/>
                    <a:pt x="1410" y="3521"/>
                  </a:cubicBezTo>
                  <a:cubicBezTo>
                    <a:pt x="1415" y="3521"/>
                    <a:pt x="1421" y="3521"/>
                    <a:pt x="1427" y="3521"/>
                  </a:cubicBezTo>
                  <a:cubicBezTo>
                    <a:pt x="1502" y="3521"/>
                    <a:pt x="1622" y="3480"/>
                    <a:pt x="1765" y="3412"/>
                  </a:cubicBezTo>
                  <a:lnTo>
                    <a:pt x="2511" y="3918"/>
                  </a:lnTo>
                  <a:cubicBezTo>
                    <a:pt x="2586" y="3971"/>
                    <a:pt x="2674" y="3998"/>
                    <a:pt x="2763" y="3998"/>
                  </a:cubicBezTo>
                  <a:cubicBezTo>
                    <a:pt x="2810" y="3998"/>
                    <a:pt x="2858" y="3990"/>
                    <a:pt x="2905" y="3974"/>
                  </a:cubicBezTo>
                  <a:cubicBezTo>
                    <a:pt x="3383" y="3809"/>
                    <a:pt x="4287" y="3457"/>
                    <a:pt x="5282" y="3067"/>
                  </a:cubicBezTo>
                  <a:cubicBezTo>
                    <a:pt x="5236" y="2758"/>
                    <a:pt x="4934" y="1745"/>
                    <a:pt x="3028" y="1210"/>
                  </a:cubicBezTo>
                  <a:cubicBezTo>
                    <a:pt x="2050" y="936"/>
                    <a:pt x="1779" y="198"/>
                    <a:pt x="1727"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4"/>
            <p:cNvSpPr/>
            <p:nvPr/>
          </p:nvSpPr>
          <p:spPr>
            <a:xfrm>
              <a:off x="3782318" y="1514886"/>
              <a:ext cx="42884" cy="67497"/>
            </a:xfrm>
            <a:custGeom>
              <a:rect b="b" l="l" r="r" t="t"/>
              <a:pathLst>
                <a:path extrusionOk="0" h="2575" w="1636">
                  <a:moveTo>
                    <a:pt x="426" y="1"/>
                  </a:moveTo>
                  <a:cubicBezTo>
                    <a:pt x="360" y="1"/>
                    <a:pt x="297" y="43"/>
                    <a:pt x="279" y="110"/>
                  </a:cubicBezTo>
                  <a:cubicBezTo>
                    <a:pt x="1" y="1087"/>
                    <a:pt x="184" y="2037"/>
                    <a:pt x="279" y="2409"/>
                  </a:cubicBezTo>
                  <a:cubicBezTo>
                    <a:pt x="303" y="2504"/>
                    <a:pt x="391" y="2571"/>
                    <a:pt x="490" y="2575"/>
                  </a:cubicBezTo>
                  <a:lnTo>
                    <a:pt x="1411" y="2575"/>
                  </a:lnTo>
                  <a:cubicBezTo>
                    <a:pt x="1534" y="2575"/>
                    <a:pt x="1636" y="2469"/>
                    <a:pt x="1629" y="2343"/>
                  </a:cubicBezTo>
                  <a:cubicBezTo>
                    <a:pt x="1569" y="658"/>
                    <a:pt x="824" y="155"/>
                    <a:pt x="490" y="15"/>
                  </a:cubicBezTo>
                  <a:cubicBezTo>
                    <a:pt x="469" y="5"/>
                    <a:pt x="447" y="1"/>
                    <a:pt x="426"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84"/>
            <p:cNvSpPr/>
            <p:nvPr/>
          </p:nvSpPr>
          <p:spPr>
            <a:xfrm>
              <a:off x="3668032" y="1641729"/>
              <a:ext cx="132950" cy="98638"/>
            </a:xfrm>
            <a:custGeom>
              <a:rect b="b" l="l" r="r" t="t"/>
              <a:pathLst>
                <a:path extrusionOk="0" h="3763" w="5072">
                  <a:moveTo>
                    <a:pt x="507" y="0"/>
                  </a:moveTo>
                  <a:cubicBezTo>
                    <a:pt x="338" y="148"/>
                    <a:pt x="169" y="296"/>
                    <a:pt x="0" y="443"/>
                  </a:cubicBezTo>
                  <a:cubicBezTo>
                    <a:pt x="458" y="1495"/>
                    <a:pt x="1593" y="1762"/>
                    <a:pt x="1762" y="1797"/>
                  </a:cubicBezTo>
                  <a:cubicBezTo>
                    <a:pt x="3584" y="2188"/>
                    <a:pt x="3868" y="3387"/>
                    <a:pt x="3914" y="3763"/>
                  </a:cubicBezTo>
                  <a:cubicBezTo>
                    <a:pt x="4312" y="3608"/>
                    <a:pt x="4705" y="3457"/>
                    <a:pt x="5071" y="3316"/>
                  </a:cubicBezTo>
                  <a:cubicBezTo>
                    <a:pt x="5029" y="2381"/>
                    <a:pt x="4442" y="1291"/>
                    <a:pt x="2687" y="1073"/>
                  </a:cubicBezTo>
                  <a:cubicBezTo>
                    <a:pt x="1055" y="872"/>
                    <a:pt x="605" y="190"/>
                    <a:pt x="5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84"/>
            <p:cNvSpPr/>
            <p:nvPr/>
          </p:nvSpPr>
          <p:spPr>
            <a:xfrm>
              <a:off x="3750811" y="1613707"/>
              <a:ext cx="34312" cy="40026"/>
            </a:xfrm>
            <a:custGeom>
              <a:rect b="b" l="l" r="r" t="t"/>
              <a:pathLst>
                <a:path extrusionOk="0" h="1527" w="1309">
                  <a:moveTo>
                    <a:pt x="654" y="0"/>
                  </a:moveTo>
                  <a:cubicBezTo>
                    <a:pt x="296" y="0"/>
                    <a:pt x="0" y="292"/>
                    <a:pt x="0" y="651"/>
                  </a:cubicBezTo>
                  <a:lnTo>
                    <a:pt x="0" y="872"/>
                  </a:lnTo>
                  <a:cubicBezTo>
                    <a:pt x="0" y="1231"/>
                    <a:pt x="296" y="1526"/>
                    <a:pt x="654" y="1526"/>
                  </a:cubicBezTo>
                  <a:cubicBezTo>
                    <a:pt x="1016" y="1526"/>
                    <a:pt x="1308" y="1231"/>
                    <a:pt x="1308" y="872"/>
                  </a:cubicBezTo>
                  <a:lnTo>
                    <a:pt x="1308" y="651"/>
                  </a:lnTo>
                  <a:cubicBezTo>
                    <a:pt x="1308" y="292"/>
                    <a:pt x="1016"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84"/>
            <p:cNvSpPr/>
            <p:nvPr/>
          </p:nvSpPr>
          <p:spPr>
            <a:xfrm>
              <a:off x="3767954" y="1613707"/>
              <a:ext cx="17169" cy="28598"/>
            </a:xfrm>
            <a:custGeom>
              <a:rect b="b" l="l" r="r" t="t"/>
              <a:pathLst>
                <a:path extrusionOk="0" h="1091" w="655">
                  <a:moveTo>
                    <a:pt x="0" y="0"/>
                  </a:moveTo>
                  <a:lnTo>
                    <a:pt x="0" y="763"/>
                  </a:lnTo>
                  <a:cubicBezTo>
                    <a:pt x="0" y="943"/>
                    <a:pt x="148" y="1090"/>
                    <a:pt x="327" y="1090"/>
                  </a:cubicBezTo>
                  <a:cubicBezTo>
                    <a:pt x="507" y="1090"/>
                    <a:pt x="654" y="943"/>
                    <a:pt x="654" y="763"/>
                  </a:cubicBezTo>
                  <a:lnTo>
                    <a:pt x="654" y="654"/>
                  </a:lnTo>
                  <a:cubicBezTo>
                    <a:pt x="654" y="292"/>
                    <a:pt x="362"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84"/>
            <p:cNvSpPr/>
            <p:nvPr/>
          </p:nvSpPr>
          <p:spPr>
            <a:xfrm>
              <a:off x="3762239" y="1619422"/>
              <a:ext cx="11455" cy="11455"/>
            </a:xfrm>
            <a:custGeom>
              <a:rect b="b" l="l" r="r" t="t"/>
              <a:pathLst>
                <a:path extrusionOk="0" h="437" w="437">
                  <a:moveTo>
                    <a:pt x="218" y="0"/>
                  </a:moveTo>
                  <a:cubicBezTo>
                    <a:pt x="99" y="0"/>
                    <a:pt x="0" y="99"/>
                    <a:pt x="0" y="218"/>
                  </a:cubicBezTo>
                  <a:cubicBezTo>
                    <a:pt x="0" y="338"/>
                    <a:pt x="99" y="436"/>
                    <a:pt x="218" y="436"/>
                  </a:cubicBezTo>
                  <a:cubicBezTo>
                    <a:pt x="338" y="436"/>
                    <a:pt x="436" y="338"/>
                    <a:pt x="436" y="218"/>
                  </a:cubicBezTo>
                  <a:cubicBezTo>
                    <a:pt x="436" y="99"/>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4"/>
            <p:cNvSpPr/>
            <p:nvPr/>
          </p:nvSpPr>
          <p:spPr>
            <a:xfrm>
              <a:off x="3799566" y="1639605"/>
              <a:ext cx="30800" cy="89621"/>
            </a:xfrm>
            <a:custGeom>
              <a:rect b="b" l="l" r="r" t="t"/>
              <a:pathLst>
                <a:path extrusionOk="0" h="3419" w="1175">
                  <a:moveTo>
                    <a:pt x="493" y="0"/>
                  </a:moveTo>
                  <a:cubicBezTo>
                    <a:pt x="493" y="4"/>
                    <a:pt x="834" y="2388"/>
                    <a:pt x="0" y="3418"/>
                  </a:cubicBezTo>
                  <a:cubicBezTo>
                    <a:pt x="169" y="3355"/>
                    <a:pt x="334" y="3292"/>
                    <a:pt x="489" y="3232"/>
                  </a:cubicBezTo>
                  <a:lnTo>
                    <a:pt x="517" y="3295"/>
                  </a:lnTo>
                  <a:cubicBezTo>
                    <a:pt x="890" y="3032"/>
                    <a:pt x="1112" y="2536"/>
                    <a:pt x="1133" y="2072"/>
                  </a:cubicBezTo>
                  <a:cubicBezTo>
                    <a:pt x="1175" y="1108"/>
                    <a:pt x="837" y="334"/>
                    <a:pt x="49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4"/>
            <p:cNvSpPr/>
            <p:nvPr/>
          </p:nvSpPr>
          <p:spPr>
            <a:xfrm>
              <a:off x="3845569" y="1694730"/>
              <a:ext cx="110800" cy="134496"/>
            </a:xfrm>
            <a:custGeom>
              <a:rect b="b" l="l" r="r" t="t"/>
              <a:pathLst>
                <a:path extrusionOk="0" h="5131" w="4227">
                  <a:moveTo>
                    <a:pt x="4206" y="0"/>
                  </a:moveTo>
                  <a:cubicBezTo>
                    <a:pt x="3334" y="2170"/>
                    <a:pt x="1572" y="3418"/>
                    <a:pt x="0" y="4048"/>
                  </a:cubicBezTo>
                  <a:cubicBezTo>
                    <a:pt x="148" y="4410"/>
                    <a:pt x="295" y="4776"/>
                    <a:pt x="436" y="5131"/>
                  </a:cubicBezTo>
                  <a:cubicBezTo>
                    <a:pt x="1818" y="4547"/>
                    <a:pt x="3228" y="3626"/>
                    <a:pt x="4227" y="2268"/>
                  </a:cubicBezTo>
                  <a:lnTo>
                    <a:pt x="4227" y="246"/>
                  </a:lnTo>
                  <a:cubicBezTo>
                    <a:pt x="4227" y="162"/>
                    <a:pt x="4220" y="81"/>
                    <a:pt x="420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4"/>
            <p:cNvSpPr/>
            <p:nvPr/>
          </p:nvSpPr>
          <p:spPr>
            <a:xfrm>
              <a:off x="3889527" y="1550850"/>
              <a:ext cx="55518" cy="146475"/>
            </a:xfrm>
            <a:custGeom>
              <a:rect b="b" l="l" r="r" t="t"/>
              <a:pathLst>
                <a:path extrusionOk="0" h="5588" w="2118">
                  <a:moveTo>
                    <a:pt x="166" y="0"/>
                  </a:moveTo>
                  <a:lnTo>
                    <a:pt x="166" y="0"/>
                  </a:lnTo>
                  <a:cubicBezTo>
                    <a:pt x="605" y="2001"/>
                    <a:pt x="447" y="3545"/>
                    <a:pt x="0" y="4712"/>
                  </a:cubicBezTo>
                  <a:lnTo>
                    <a:pt x="1157" y="5588"/>
                  </a:lnTo>
                  <a:cubicBezTo>
                    <a:pt x="1678" y="4600"/>
                    <a:pt x="2043" y="3344"/>
                    <a:pt x="2117" y="1765"/>
                  </a:cubicBezTo>
                  <a:cubicBezTo>
                    <a:pt x="1519" y="1076"/>
                    <a:pt x="865" y="475"/>
                    <a:pt x="16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84"/>
            <p:cNvSpPr/>
            <p:nvPr/>
          </p:nvSpPr>
          <p:spPr>
            <a:xfrm>
              <a:off x="3822607" y="1613524"/>
              <a:ext cx="113133" cy="161417"/>
            </a:xfrm>
            <a:custGeom>
              <a:rect b="b" l="l" r="r" t="t"/>
              <a:pathLst>
                <a:path extrusionOk="0" h="6158" w="4316">
                  <a:moveTo>
                    <a:pt x="2975" y="0"/>
                  </a:moveTo>
                  <a:cubicBezTo>
                    <a:pt x="2923" y="2989"/>
                    <a:pt x="1280" y="4533"/>
                    <a:pt x="0" y="5103"/>
                  </a:cubicBezTo>
                  <a:cubicBezTo>
                    <a:pt x="145" y="5426"/>
                    <a:pt x="303" y="5785"/>
                    <a:pt x="458" y="6158"/>
                  </a:cubicBezTo>
                  <a:cubicBezTo>
                    <a:pt x="1797" y="5669"/>
                    <a:pt x="3563" y="4343"/>
                    <a:pt x="4315" y="1660"/>
                  </a:cubicBezTo>
                  <a:cubicBezTo>
                    <a:pt x="3918" y="1069"/>
                    <a:pt x="3471" y="514"/>
                    <a:pt x="2975"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84"/>
            <p:cNvSpPr/>
            <p:nvPr/>
          </p:nvSpPr>
          <p:spPr>
            <a:xfrm>
              <a:off x="3745542" y="1608439"/>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45"/>
                    <a:pt x="1625" y="655"/>
                    <a:pt x="1516" y="655"/>
                  </a:cubicBezTo>
                  <a:cubicBezTo>
                    <a:pt x="1513" y="655"/>
                    <a:pt x="1511" y="655"/>
                    <a:pt x="1509" y="655"/>
                  </a:cubicBezTo>
                  <a:cubicBezTo>
                    <a:pt x="1397" y="655"/>
                    <a:pt x="1305" y="743"/>
                    <a:pt x="1305" y="855"/>
                  </a:cubicBezTo>
                  <a:lnTo>
                    <a:pt x="1305" y="1077"/>
                  </a:lnTo>
                  <a:cubicBezTo>
                    <a:pt x="1298" y="1320"/>
                    <a:pt x="1098" y="1513"/>
                    <a:pt x="855" y="1513"/>
                  </a:cubicBezTo>
                  <a:cubicBezTo>
                    <a:pt x="613" y="1513"/>
                    <a:pt x="416" y="132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84"/>
            <p:cNvSpPr/>
            <p:nvPr/>
          </p:nvSpPr>
          <p:spPr>
            <a:xfrm>
              <a:off x="3617599" y="1719580"/>
              <a:ext cx="21075" cy="16671"/>
            </a:xfrm>
            <a:custGeom>
              <a:rect b="b" l="l" r="r" t="t"/>
              <a:pathLst>
                <a:path extrusionOk="0" h="636" w="804">
                  <a:moveTo>
                    <a:pt x="510" y="1"/>
                  </a:moveTo>
                  <a:cubicBezTo>
                    <a:pt x="462" y="1"/>
                    <a:pt x="412" y="20"/>
                    <a:pt x="367" y="65"/>
                  </a:cubicBezTo>
                  <a:lnTo>
                    <a:pt x="149" y="283"/>
                  </a:lnTo>
                  <a:cubicBezTo>
                    <a:pt x="0" y="431"/>
                    <a:pt x="135" y="635"/>
                    <a:pt x="293" y="635"/>
                  </a:cubicBezTo>
                  <a:cubicBezTo>
                    <a:pt x="341" y="635"/>
                    <a:pt x="392" y="616"/>
                    <a:pt x="437" y="571"/>
                  </a:cubicBezTo>
                  <a:lnTo>
                    <a:pt x="655" y="353"/>
                  </a:lnTo>
                  <a:cubicBezTo>
                    <a:pt x="803" y="205"/>
                    <a:pt x="668" y="1"/>
                    <a:pt x="5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84"/>
            <p:cNvSpPr/>
            <p:nvPr/>
          </p:nvSpPr>
          <p:spPr>
            <a:xfrm>
              <a:off x="3596131" y="1508648"/>
              <a:ext cx="367630" cy="347289"/>
            </a:xfrm>
            <a:custGeom>
              <a:rect b="b" l="l" r="r" t="t"/>
              <a:pathLst>
                <a:path extrusionOk="0" h="13249" w="14025">
                  <a:moveTo>
                    <a:pt x="7079" y="763"/>
                  </a:moveTo>
                  <a:lnTo>
                    <a:pt x="7079" y="763"/>
                  </a:lnTo>
                  <a:cubicBezTo>
                    <a:pt x="7016" y="1163"/>
                    <a:pt x="7012" y="1571"/>
                    <a:pt x="7069" y="1976"/>
                  </a:cubicBezTo>
                  <a:cubicBezTo>
                    <a:pt x="6949" y="2004"/>
                    <a:pt x="6763" y="2071"/>
                    <a:pt x="6485" y="2229"/>
                  </a:cubicBezTo>
                  <a:lnTo>
                    <a:pt x="5764" y="1146"/>
                  </a:lnTo>
                  <a:cubicBezTo>
                    <a:pt x="6182" y="960"/>
                    <a:pt x="6626" y="829"/>
                    <a:pt x="7079" y="763"/>
                  </a:cubicBezTo>
                  <a:close/>
                  <a:moveTo>
                    <a:pt x="8436" y="724"/>
                  </a:moveTo>
                  <a:lnTo>
                    <a:pt x="8436" y="724"/>
                  </a:lnTo>
                  <a:cubicBezTo>
                    <a:pt x="9182" y="805"/>
                    <a:pt x="9903" y="1026"/>
                    <a:pt x="10564" y="1374"/>
                  </a:cubicBezTo>
                  <a:cubicBezTo>
                    <a:pt x="10778" y="1491"/>
                    <a:pt x="10986" y="1614"/>
                    <a:pt x="11186" y="1747"/>
                  </a:cubicBezTo>
                  <a:cubicBezTo>
                    <a:pt x="11320" y="2327"/>
                    <a:pt x="11394" y="2918"/>
                    <a:pt x="11408" y="3516"/>
                  </a:cubicBezTo>
                  <a:cubicBezTo>
                    <a:pt x="11109" y="3235"/>
                    <a:pt x="10789" y="2974"/>
                    <a:pt x="10455" y="2739"/>
                  </a:cubicBezTo>
                  <a:cubicBezTo>
                    <a:pt x="9688" y="2208"/>
                    <a:pt x="9105" y="2018"/>
                    <a:pt x="8876" y="1955"/>
                  </a:cubicBezTo>
                  <a:cubicBezTo>
                    <a:pt x="8788" y="1406"/>
                    <a:pt x="8623" y="1012"/>
                    <a:pt x="8436" y="724"/>
                  </a:cubicBezTo>
                  <a:close/>
                  <a:moveTo>
                    <a:pt x="11679" y="2095"/>
                  </a:moveTo>
                  <a:lnTo>
                    <a:pt x="11679" y="2095"/>
                  </a:lnTo>
                  <a:cubicBezTo>
                    <a:pt x="12192" y="2500"/>
                    <a:pt x="12670" y="2950"/>
                    <a:pt x="13099" y="3446"/>
                  </a:cubicBezTo>
                  <a:cubicBezTo>
                    <a:pt x="13082" y="4036"/>
                    <a:pt x="13008" y="4624"/>
                    <a:pt x="12881" y="5200"/>
                  </a:cubicBezTo>
                  <a:cubicBezTo>
                    <a:pt x="12554" y="4750"/>
                    <a:pt x="12203" y="4325"/>
                    <a:pt x="11819" y="3920"/>
                  </a:cubicBezTo>
                  <a:cubicBezTo>
                    <a:pt x="11830" y="3309"/>
                    <a:pt x="11784" y="2697"/>
                    <a:pt x="11679" y="2095"/>
                  </a:cubicBezTo>
                  <a:close/>
                  <a:moveTo>
                    <a:pt x="3215" y="5401"/>
                  </a:moveTo>
                  <a:cubicBezTo>
                    <a:pt x="3390" y="5654"/>
                    <a:pt x="3925" y="6174"/>
                    <a:pt x="5409" y="6354"/>
                  </a:cubicBezTo>
                  <a:cubicBezTo>
                    <a:pt x="7273" y="6575"/>
                    <a:pt x="7543" y="7711"/>
                    <a:pt x="7568" y="8235"/>
                  </a:cubicBezTo>
                  <a:cubicBezTo>
                    <a:pt x="7329" y="8323"/>
                    <a:pt x="7072" y="8421"/>
                    <a:pt x="6808" y="8523"/>
                  </a:cubicBezTo>
                  <a:cubicBezTo>
                    <a:pt x="6752" y="8281"/>
                    <a:pt x="6654" y="8049"/>
                    <a:pt x="6513" y="7841"/>
                  </a:cubicBezTo>
                  <a:cubicBezTo>
                    <a:pt x="6024" y="7117"/>
                    <a:pt x="5173" y="6807"/>
                    <a:pt x="4547" y="6677"/>
                  </a:cubicBezTo>
                  <a:cubicBezTo>
                    <a:pt x="4396" y="6646"/>
                    <a:pt x="4245" y="6603"/>
                    <a:pt x="4097" y="6551"/>
                  </a:cubicBezTo>
                  <a:cubicBezTo>
                    <a:pt x="4070" y="6541"/>
                    <a:pt x="4045" y="6537"/>
                    <a:pt x="4021" y="6537"/>
                  </a:cubicBezTo>
                  <a:cubicBezTo>
                    <a:pt x="3817" y="6537"/>
                    <a:pt x="3733" y="6856"/>
                    <a:pt x="3960" y="6937"/>
                  </a:cubicBezTo>
                  <a:cubicBezTo>
                    <a:pt x="4125" y="6994"/>
                    <a:pt x="4294" y="7039"/>
                    <a:pt x="4463" y="7075"/>
                  </a:cubicBezTo>
                  <a:cubicBezTo>
                    <a:pt x="6168" y="7433"/>
                    <a:pt x="6393" y="8457"/>
                    <a:pt x="6422" y="8675"/>
                  </a:cubicBezTo>
                  <a:cubicBezTo>
                    <a:pt x="6158" y="8780"/>
                    <a:pt x="5887" y="8889"/>
                    <a:pt x="5616" y="8998"/>
                  </a:cubicBezTo>
                  <a:cubicBezTo>
                    <a:pt x="5500" y="8573"/>
                    <a:pt x="5047" y="7753"/>
                    <a:pt x="3310" y="7261"/>
                  </a:cubicBezTo>
                  <a:cubicBezTo>
                    <a:pt x="2430" y="7011"/>
                    <a:pt x="2226" y="6421"/>
                    <a:pt x="2191" y="6287"/>
                  </a:cubicBezTo>
                  <a:lnTo>
                    <a:pt x="2652" y="5886"/>
                  </a:lnTo>
                  <a:cubicBezTo>
                    <a:pt x="2768" y="6115"/>
                    <a:pt x="2930" y="6319"/>
                    <a:pt x="3134" y="6480"/>
                  </a:cubicBezTo>
                  <a:cubicBezTo>
                    <a:pt x="3176" y="6516"/>
                    <a:pt x="3221" y="6530"/>
                    <a:pt x="3263" y="6530"/>
                  </a:cubicBezTo>
                  <a:cubicBezTo>
                    <a:pt x="3428" y="6530"/>
                    <a:pt x="3559" y="6304"/>
                    <a:pt x="3394" y="6164"/>
                  </a:cubicBezTo>
                  <a:cubicBezTo>
                    <a:pt x="3060" y="5890"/>
                    <a:pt x="2982" y="5626"/>
                    <a:pt x="2979" y="5612"/>
                  </a:cubicBezTo>
                  <a:cubicBezTo>
                    <a:pt x="2979" y="5608"/>
                    <a:pt x="2979" y="5605"/>
                    <a:pt x="2979" y="5605"/>
                  </a:cubicBezTo>
                  <a:lnTo>
                    <a:pt x="3215" y="5401"/>
                  </a:lnTo>
                  <a:close/>
                  <a:moveTo>
                    <a:pt x="7561" y="460"/>
                  </a:moveTo>
                  <a:lnTo>
                    <a:pt x="7561" y="460"/>
                  </a:lnTo>
                  <a:cubicBezTo>
                    <a:pt x="7712" y="538"/>
                    <a:pt x="7846" y="643"/>
                    <a:pt x="7955" y="770"/>
                  </a:cubicBezTo>
                  <a:cubicBezTo>
                    <a:pt x="8331" y="1195"/>
                    <a:pt x="8531" y="1902"/>
                    <a:pt x="8531" y="2813"/>
                  </a:cubicBezTo>
                  <a:cubicBezTo>
                    <a:pt x="8531" y="2925"/>
                    <a:pt x="8623" y="3017"/>
                    <a:pt x="8735" y="3017"/>
                  </a:cubicBezTo>
                  <a:cubicBezTo>
                    <a:pt x="8848" y="3017"/>
                    <a:pt x="8939" y="2925"/>
                    <a:pt x="8939" y="2813"/>
                  </a:cubicBezTo>
                  <a:cubicBezTo>
                    <a:pt x="8939" y="2665"/>
                    <a:pt x="8936" y="2528"/>
                    <a:pt x="8925" y="2398"/>
                  </a:cubicBezTo>
                  <a:lnTo>
                    <a:pt x="8925" y="2398"/>
                  </a:lnTo>
                  <a:cubicBezTo>
                    <a:pt x="9189" y="2486"/>
                    <a:pt x="9660" y="2683"/>
                    <a:pt x="10251" y="3094"/>
                  </a:cubicBezTo>
                  <a:cubicBezTo>
                    <a:pt x="10666" y="3386"/>
                    <a:pt x="11053" y="3716"/>
                    <a:pt x="11408" y="4082"/>
                  </a:cubicBezTo>
                  <a:cubicBezTo>
                    <a:pt x="11397" y="4430"/>
                    <a:pt x="11362" y="4775"/>
                    <a:pt x="11302" y="5119"/>
                  </a:cubicBezTo>
                  <a:cubicBezTo>
                    <a:pt x="11275" y="5270"/>
                    <a:pt x="11390" y="5359"/>
                    <a:pt x="11505" y="5359"/>
                  </a:cubicBezTo>
                  <a:cubicBezTo>
                    <a:pt x="11594" y="5359"/>
                    <a:pt x="11682" y="5306"/>
                    <a:pt x="11703" y="5190"/>
                  </a:cubicBezTo>
                  <a:cubicBezTo>
                    <a:pt x="11745" y="4954"/>
                    <a:pt x="11774" y="4719"/>
                    <a:pt x="11795" y="4490"/>
                  </a:cubicBezTo>
                  <a:cubicBezTo>
                    <a:pt x="12136" y="4880"/>
                    <a:pt x="12452" y="5288"/>
                    <a:pt x="12748" y="5717"/>
                  </a:cubicBezTo>
                  <a:cubicBezTo>
                    <a:pt x="12656" y="6020"/>
                    <a:pt x="12547" y="6315"/>
                    <a:pt x="12417" y="6603"/>
                  </a:cubicBezTo>
                  <a:cubicBezTo>
                    <a:pt x="12090" y="7349"/>
                    <a:pt x="11626" y="8024"/>
                    <a:pt x="11053" y="8601"/>
                  </a:cubicBezTo>
                  <a:cubicBezTo>
                    <a:pt x="10279" y="9378"/>
                    <a:pt x="9505" y="9744"/>
                    <a:pt x="9221" y="9867"/>
                  </a:cubicBezTo>
                  <a:cubicBezTo>
                    <a:pt x="9112" y="9610"/>
                    <a:pt x="9010" y="9371"/>
                    <a:pt x="8918" y="9160"/>
                  </a:cubicBezTo>
                  <a:cubicBezTo>
                    <a:pt x="10167" y="8502"/>
                    <a:pt x="11025" y="7475"/>
                    <a:pt x="11475" y="6108"/>
                  </a:cubicBezTo>
                  <a:cubicBezTo>
                    <a:pt x="11524" y="5948"/>
                    <a:pt x="11397" y="5838"/>
                    <a:pt x="11272" y="5838"/>
                  </a:cubicBezTo>
                  <a:cubicBezTo>
                    <a:pt x="11194" y="5838"/>
                    <a:pt x="11117" y="5881"/>
                    <a:pt x="11084" y="5981"/>
                  </a:cubicBezTo>
                  <a:cubicBezTo>
                    <a:pt x="10676" y="7236"/>
                    <a:pt x="9892" y="8179"/>
                    <a:pt x="8756" y="8787"/>
                  </a:cubicBezTo>
                  <a:cubicBezTo>
                    <a:pt x="8669" y="8583"/>
                    <a:pt x="8595" y="8421"/>
                    <a:pt x="8549" y="8316"/>
                  </a:cubicBezTo>
                  <a:cubicBezTo>
                    <a:pt x="9182" y="8049"/>
                    <a:pt x="9593" y="7634"/>
                    <a:pt x="9776" y="7082"/>
                  </a:cubicBezTo>
                  <a:cubicBezTo>
                    <a:pt x="10244" y="5643"/>
                    <a:pt x="8953" y="3808"/>
                    <a:pt x="8901" y="3727"/>
                  </a:cubicBezTo>
                  <a:cubicBezTo>
                    <a:pt x="8856" y="3665"/>
                    <a:pt x="8798" y="3639"/>
                    <a:pt x="8741" y="3639"/>
                  </a:cubicBezTo>
                  <a:cubicBezTo>
                    <a:pt x="8595" y="3639"/>
                    <a:pt x="8455" y="3807"/>
                    <a:pt x="8567" y="3966"/>
                  </a:cubicBezTo>
                  <a:cubicBezTo>
                    <a:pt x="8581" y="3980"/>
                    <a:pt x="9794" y="5714"/>
                    <a:pt x="9386" y="6955"/>
                  </a:cubicBezTo>
                  <a:cubicBezTo>
                    <a:pt x="9312" y="7184"/>
                    <a:pt x="9178" y="7391"/>
                    <a:pt x="8999" y="7556"/>
                  </a:cubicBezTo>
                  <a:cubicBezTo>
                    <a:pt x="9115" y="7022"/>
                    <a:pt x="9122" y="6132"/>
                    <a:pt x="8538" y="4849"/>
                  </a:cubicBezTo>
                  <a:cubicBezTo>
                    <a:pt x="8500" y="4764"/>
                    <a:pt x="8430" y="4728"/>
                    <a:pt x="8360" y="4728"/>
                  </a:cubicBezTo>
                  <a:cubicBezTo>
                    <a:pt x="8227" y="4728"/>
                    <a:pt x="8092" y="4856"/>
                    <a:pt x="8166" y="5018"/>
                  </a:cubicBezTo>
                  <a:cubicBezTo>
                    <a:pt x="8429" y="5598"/>
                    <a:pt x="8725" y="6449"/>
                    <a:pt x="8640" y="7236"/>
                  </a:cubicBezTo>
                  <a:cubicBezTo>
                    <a:pt x="8591" y="7686"/>
                    <a:pt x="8433" y="7912"/>
                    <a:pt x="8426" y="7922"/>
                  </a:cubicBezTo>
                  <a:cubicBezTo>
                    <a:pt x="8342" y="7961"/>
                    <a:pt x="8032" y="8070"/>
                    <a:pt x="7965" y="8091"/>
                  </a:cubicBezTo>
                  <a:cubicBezTo>
                    <a:pt x="7923" y="7634"/>
                    <a:pt x="7740" y="7198"/>
                    <a:pt x="7438" y="6853"/>
                  </a:cubicBezTo>
                  <a:cubicBezTo>
                    <a:pt x="7002" y="6357"/>
                    <a:pt x="6334" y="6055"/>
                    <a:pt x="5458" y="5949"/>
                  </a:cubicBezTo>
                  <a:cubicBezTo>
                    <a:pt x="3981" y="5774"/>
                    <a:pt x="3591" y="5236"/>
                    <a:pt x="3528" y="5130"/>
                  </a:cubicBezTo>
                  <a:cubicBezTo>
                    <a:pt x="4495" y="4293"/>
                    <a:pt x="5405" y="3516"/>
                    <a:pt x="5813" y="3189"/>
                  </a:cubicBezTo>
                  <a:cubicBezTo>
                    <a:pt x="6573" y="2581"/>
                    <a:pt x="6995" y="2419"/>
                    <a:pt x="7149" y="2377"/>
                  </a:cubicBezTo>
                  <a:cubicBezTo>
                    <a:pt x="7174" y="2475"/>
                    <a:pt x="7202" y="2574"/>
                    <a:pt x="7241" y="2669"/>
                  </a:cubicBezTo>
                  <a:cubicBezTo>
                    <a:pt x="7277" y="2760"/>
                    <a:pt x="7349" y="2799"/>
                    <a:pt x="7422" y="2799"/>
                  </a:cubicBezTo>
                  <a:cubicBezTo>
                    <a:pt x="7551" y="2799"/>
                    <a:pt x="7682" y="2679"/>
                    <a:pt x="7617" y="2517"/>
                  </a:cubicBezTo>
                  <a:cubicBezTo>
                    <a:pt x="7614" y="2510"/>
                    <a:pt x="7258" y="1589"/>
                    <a:pt x="7561" y="460"/>
                  </a:cubicBezTo>
                  <a:close/>
                  <a:moveTo>
                    <a:pt x="1864" y="6575"/>
                  </a:moveTo>
                  <a:cubicBezTo>
                    <a:pt x="1998" y="6885"/>
                    <a:pt x="2346" y="7409"/>
                    <a:pt x="3201" y="7651"/>
                  </a:cubicBezTo>
                  <a:cubicBezTo>
                    <a:pt x="3795" y="7820"/>
                    <a:pt x="4593" y="8137"/>
                    <a:pt x="5011" y="8689"/>
                  </a:cubicBezTo>
                  <a:cubicBezTo>
                    <a:pt x="5120" y="8822"/>
                    <a:pt x="5198" y="8984"/>
                    <a:pt x="5240" y="9153"/>
                  </a:cubicBezTo>
                  <a:lnTo>
                    <a:pt x="5212" y="9163"/>
                  </a:lnTo>
                  <a:cubicBezTo>
                    <a:pt x="4368" y="9504"/>
                    <a:pt x="3573" y="9824"/>
                    <a:pt x="3053" y="10007"/>
                  </a:cubicBezTo>
                  <a:cubicBezTo>
                    <a:pt x="3029" y="10014"/>
                    <a:pt x="3005" y="10018"/>
                    <a:pt x="2981" y="10018"/>
                  </a:cubicBezTo>
                  <a:cubicBezTo>
                    <a:pt x="2933" y="10018"/>
                    <a:pt x="2885" y="10004"/>
                    <a:pt x="2845" y="9976"/>
                  </a:cubicBezTo>
                  <a:lnTo>
                    <a:pt x="2388" y="9656"/>
                  </a:lnTo>
                  <a:cubicBezTo>
                    <a:pt x="2511" y="9589"/>
                    <a:pt x="2648" y="9504"/>
                    <a:pt x="2810" y="9403"/>
                  </a:cubicBezTo>
                  <a:cubicBezTo>
                    <a:pt x="3236" y="9135"/>
                    <a:pt x="3612" y="8868"/>
                    <a:pt x="3626" y="8857"/>
                  </a:cubicBezTo>
                  <a:cubicBezTo>
                    <a:pt x="3807" y="8728"/>
                    <a:pt x="3683" y="8485"/>
                    <a:pt x="3512" y="8485"/>
                  </a:cubicBezTo>
                  <a:cubicBezTo>
                    <a:pt x="3473" y="8485"/>
                    <a:pt x="3431" y="8498"/>
                    <a:pt x="3390" y="8527"/>
                  </a:cubicBezTo>
                  <a:cubicBezTo>
                    <a:pt x="2701" y="9016"/>
                    <a:pt x="1840" y="9540"/>
                    <a:pt x="1646" y="9540"/>
                  </a:cubicBezTo>
                  <a:cubicBezTo>
                    <a:pt x="873" y="9462"/>
                    <a:pt x="496" y="8133"/>
                    <a:pt x="458" y="7985"/>
                  </a:cubicBezTo>
                  <a:cubicBezTo>
                    <a:pt x="433" y="7901"/>
                    <a:pt x="461" y="7810"/>
                    <a:pt x="524" y="7753"/>
                  </a:cubicBezTo>
                  <a:cubicBezTo>
                    <a:pt x="788" y="7521"/>
                    <a:pt x="1277" y="7085"/>
                    <a:pt x="1864" y="6575"/>
                  </a:cubicBezTo>
                  <a:close/>
                  <a:moveTo>
                    <a:pt x="7427" y="0"/>
                  </a:moveTo>
                  <a:cubicBezTo>
                    <a:pt x="7339" y="0"/>
                    <a:pt x="7262" y="56"/>
                    <a:pt x="7234" y="140"/>
                  </a:cubicBezTo>
                  <a:cubicBezTo>
                    <a:pt x="7213" y="207"/>
                    <a:pt x="7192" y="274"/>
                    <a:pt x="7174" y="341"/>
                  </a:cubicBezTo>
                  <a:cubicBezTo>
                    <a:pt x="6080" y="478"/>
                    <a:pt x="5395" y="882"/>
                    <a:pt x="5363" y="900"/>
                  </a:cubicBezTo>
                  <a:cubicBezTo>
                    <a:pt x="5265" y="960"/>
                    <a:pt x="5233" y="1090"/>
                    <a:pt x="5300" y="1188"/>
                  </a:cubicBezTo>
                  <a:lnTo>
                    <a:pt x="6137" y="2447"/>
                  </a:lnTo>
                  <a:cubicBezTo>
                    <a:pt x="5968" y="2563"/>
                    <a:pt x="5775" y="2700"/>
                    <a:pt x="5560" y="2876"/>
                  </a:cubicBezTo>
                  <a:cubicBezTo>
                    <a:pt x="4625" y="3621"/>
                    <a:pt x="1129" y="6667"/>
                    <a:pt x="254" y="7454"/>
                  </a:cubicBezTo>
                  <a:cubicBezTo>
                    <a:pt x="74" y="7616"/>
                    <a:pt x="1" y="7862"/>
                    <a:pt x="60" y="8094"/>
                  </a:cubicBezTo>
                  <a:cubicBezTo>
                    <a:pt x="162" y="8471"/>
                    <a:pt x="317" y="8829"/>
                    <a:pt x="517" y="9163"/>
                  </a:cubicBezTo>
                  <a:cubicBezTo>
                    <a:pt x="823" y="9645"/>
                    <a:pt x="1189" y="9909"/>
                    <a:pt x="1604" y="9951"/>
                  </a:cubicBezTo>
                  <a:lnTo>
                    <a:pt x="1646" y="9951"/>
                  </a:lnTo>
                  <a:cubicBezTo>
                    <a:pt x="1717" y="9951"/>
                    <a:pt x="1819" y="9933"/>
                    <a:pt x="1977" y="9867"/>
                  </a:cubicBezTo>
                  <a:lnTo>
                    <a:pt x="2613" y="10310"/>
                  </a:lnTo>
                  <a:cubicBezTo>
                    <a:pt x="2719" y="10384"/>
                    <a:pt x="2849" y="10426"/>
                    <a:pt x="2979" y="10426"/>
                  </a:cubicBezTo>
                  <a:cubicBezTo>
                    <a:pt x="3049" y="10426"/>
                    <a:pt x="3120" y="10415"/>
                    <a:pt x="3186" y="10391"/>
                  </a:cubicBezTo>
                  <a:cubicBezTo>
                    <a:pt x="3714" y="10208"/>
                    <a:pt x="4516" y="9884"/>
                    <a:pt x="5363" y="9540"/>
                  </a:cubicBezTo>
                  <a:cubicBezTo>
                    <a:pt x="6372" y="9132"/>
                    <a:pt x="7413" y="8710"/>
                    <a:pt x="8162" y="8453"/>
                  </a:cubicBezTo>
                  <a:cubicBezTo>
                    <a:pt x="8391" y="8959"/>
                    <a:pt x="9312" y="11048"/>
                    <a:pt x="10065" y="13112"/>
                  </a:cubicBezTo>
                  <a:cubicBezTo>
                    <a:pt x="10100" y="13208"/>
                    <a:pt x="10175" y="13249"/>
                    <a:pt x="10250" y="13249"/>
                  </a:cubicBezTo>
                  <a:cubicBezTo>
                    <a:pt x="10377" y="13249"/>
                    <a:pt x="10505" y="13134"/>
                    <a:pt x="10448" y="12975"/>
                  </a:cubicBezTo>
                  <a:cubicBezTo>
                    <a:pt x="10371" y="12764"/>
                    <a:pt x="10293" y="12557"/>
                    <a:pt x="10216" y="12346"/>
                  </a:cubicBezTo>
                  <a:cubicBezTo>
                    <a:pt x="10550" y="12184"/>
                    <a:pt x="11886" y="11495"/>
                    <a:pt x="12973" y="10510"/>
                  </a:cubicBezTo>
                  <a:cubicBezTo>
                    <a:pt x="13129" y="10367"/>
                    <a:pt x="12996" y="10151"/>
                    <a:pt x="12834" y="10151"/>
                  </a:cubicBezTo>
                  <a:cubicBezTo>
                    <a:pt x="12789" y="10151"/>
                    <a:pt x="12742" y="10168"/>
                    <a:pt x="12698" y="10208"/>
                  </a:cubicBezTo>
                  <a:cubicBezTo>
                    <a:pt x="11693" y="11119"/>
                    <a:pt x="10434" y="11783"/>
                    <a:pt x="10068" y="11966"/>
                  </a:cubicBezTo>
                  <a:cubicBezTo>
                    <a:pt x="9980" y="11737"/>
                    <a:pt x="9892" y="11509"/>
                    <a:pt x="9801" y="11287"/>
                  </a:cubicBezTo>
                  <a:cubicBezTo>
                    <a:pt x="10272" y="11069"/>
                    <a:pt x="11760" y="10299"/>
                    <a:pt x="12871" y="8942"/>
                  </a:cubicBezTo>
                  <a:cubicBezTo>
                    <a:pt x="12998" y="8786"/>
                    <a:pt x="12858" y="8605"/>
                    <a:pt x="12707" y="8605"/>
                  </a:cubicBezTo>
                  <a:cubicBezTo>
                    <a:pt x="12654" y="8605"/>
                    <a:pt x="12599" y="8628"/>
                    <a:pt x="12554" y="8682"/>
                  </a:cubicBezTo>
                  <a:cubicBezTo>
                    <a:pt x="11524" y="9941"/>
                    <a:pt x="10114" y="10686"/>
                    <a:pt x="9650" y="10908"/>
                  </a:cubicBezTo>
                  <a:cubicBezTo>
                    <a:pt x="9555" y="10679"/>
                    <a:pt x="9463" y="10454"/>
                    <a:pt x="9375" y="10243"/>
                  </a:cubicBezTo>
                  <a:cubicBezTo>
                    <a:pt x="9699" y="10113"/>
                    <a:pt x="10504" y="9723"/>
                    <a:pt x="11324" y="8907"/>
                  </a:cubicBezTo>
                  <a:cubicBezTo>
                    <a:pt x="11939" y="8295"/>
                    <a:pt x="12431" y="7574"/>
                    <a:pt x="12783" y="6783"/>
                  </a:cubicBezTo>
                  <a:cubicBezTo>
                    <a:pt x="12874" y="6579"/>
                    <a:pt x="12955" y="6368"/>
                    <a:pt x="13029" y="6150"/>
                  </a:cubicBezTo>
                  <a:cubicBezTo>
                    <a:pt x="13212" y="6438"/>
                    <a:pt x="13374" y="6712"/>
                    <a:pt x="13518" y="6969"/>
                  </a:cubicBezTo>
                  <a:cubicBezTo>
                    <a:pt x="13409" y="7300"/>
                    <a:pt x="13268" y="7616"/>
                    <a:pt x="13092" y="7915"/>
                  </a:cubicBezTo>
                  <a:cubicBezTo>
                    <a:pt x="12998" y="8077"/>
                    <a:pt x="13135" y="8225"/>
                    <a:pt x="13275" y="8225"/>
                  </a:cubicBezTo>
                  <a:cubicBezTo>
                    <a:pt x="13338" y="8225"/>
                    <a:pt x="13401" y="8195"/>
                    <a:pt x="13444" y="8123"/>
                  </a:cubicBezTo>
                  <a:cubicBezTo>
                    <a:pt x="13651" y="7771"/>
                    <a:pt x="13817" y="7398"/>
                    <a:pt x="13936" y="7011"/>
                  </a:cubicBezTo>
                  <a:cubicBezTo>
                    <a:pt x="13936" y="7004"/>
                    <a:pt x="13936" y="7001"/>
                    <a:pt x="13940" y="6997"/>
                  </a:cubicBezTo>
                  <a:cubicBezTo>
                    <a:pt x="13943" y="6994"/>
                    <a:pt x="13940" y="6994"/>
                    <a:pt x="13940" y="6990"/>
                  </a:cubicBezTo>
                  <a:lnTo>
                    <a:pt x="13940" y="6980"/>
                  </a:lnTo>
                  <a:lnTo>
                    <a:pt x="13940" y="6969"/>
                  </a:lnTo>
                  <a:lnTo>
                    <a:pt x="13940" y="6962"/>
                  </a:lnTo>
                  <a:lnTo>
                    <a:pt x="13940" y="6952"/>
                  </a:lnTo>
                  <a:lnTo>
                    <a:pt x="13940" y="6941"/>
                  </a:lnTo>
                  <a:lnTo>
                    <a:pt x="13940" y="6930"/>
                  </a:lnTo>
                  <a:lnTo>
                    <a:pt x="13940" y="6916"/>
                  </a:lnTo>
                  <a:lnTo>
                    <a:pt x="13940" y="6909"/>
                  </a:lnTo>
                  <a:cubicBezTo>
                    <a:pt x="13940" y="6909"/>
                    <a:pt x="13940" y="6902"/>
                    <a:pt x="13936" y="6899"/>
                  </a:cubicBezTo>
                  <a:cubicBezTo>
                    <a:pt x="13933" y="6895"/>
                    <a:pt x="13936" y="6895"/>
                    <a:pt x="13936" y="6892"/>
                  </a:cubicBezTo>
                  <a:lnTo>
                    <a:pt x="13933" y="6881"/>
                  </a:lnTo>
                  <a:lnTo>
                    <a:pt x="13929" y="6874"/>
                  </a:lnTo>
                  <a:lnTo>
                    <a:pt x="13926" y="6867"/>
                  </a:lnTo>
                  <a:lnTo>
                    <a:pt x="13919" y="6857"/>
                  </a:lnTo>
                  <a:cubicBezTo>
                    <a:pt x="13676" y="6417"/>
                    <a:pt x="13433" y="6013"/>
                    <a:pt x="13187" y="5647"/>
                  </a:cubicBezTo>
                  <a:cubicBezTo>
                    <a:pt x="13342" y="5077"/>
                    <a:pt x="13440" y="4494"/>
                    <a:pt x="13483" y="3906"/>
                  </a:cubicBezTo>
                  <a:cubicBezTo>
                    <a:pt x="13514" y="3949"/>
                    <a:pt x="13549" y="3987"/>
                    <a:pt x="13581" y="4029"/>
                  </a:cubicBezTo>
                  <a:cubicBezTo>
                    <a:pt x="13626" y="4087"/>
                    <a:pt x="13682" y="4111"/>
                    <a:pt x="13737" y="4111"/>
                  </a:cubicBezTo>
                  <a:cubicBezTo>
                    <a:pt x="13885" y="4111"/>
                    <a:pt x="14024" y="3936"/>
                    <a:pt x="13901" y="3780"/>
                  </a:cubicBezTo>
                  <a:cubicBezTo>
                    <a:pt x="12927" y="2531"/>
                    <a:pt x="11869" y="1603"/>
                    <a:pt x="10754" y="1023"/>
                  </a:cubicBezTo>
                  <a:cubicBezTo>
                    <a:pt x="9878" y="569"/>
                    <a:pt x="8967" y="327"/>
                    <a:pt x="8050" y="298"/>
                  </a:cubicBezTo>
                  <a:cubicBezTo>
                    <a:pt x="7751" y="56"/>
                    <a:pt x="7487" y="7"/>
                    <a:pt x="7462" y="3"/>
                  </a:cubicBezTo>
                  <a:cubicBezTo>
                    <a:pt x="7450" y="1"/>
                    <a:pt x="7439" y="0"/>
                    <a:pt x="7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84"/>
            <p:cNvSpPr/>
            <p:nvPr/>
          </p:nvSpPr>
          <p:spPr>
            <a:xfrm>
              <a:off x="3941611" y="1748178"/>
              <a:ext cx="20839" cy="20472"/>
            </a:xfrm>
            <a:custGeom>
              <a:rect b="b" l="l" r="r" t="t"/>
              <a:pathLst>
                <a:path extrusionOk="0" h="781" w="795">
                  <a:moveTo>
                    <a:pt x="561" y="1"/>
                  </a:moveTo>
                  <a:cubicBezTo>
                    <a:pt x="495" y="1"/>
                    <a:pt x="431" y="33"/>
                    <a:pt x="394" y="92"/>
                  </a:cubicBezTo>
                  <a:cubicBezTo>
                    <a:pt x="313" y="208"/>
                    <a:pt x="225" y="324"/>
                    <a:pt x="130" y="444"/>
                  </a:cubicBezTo>
                  <a:cubicBezTo>
                    <a:pt x="0" y="598"/>
                    <a:pt x="138" y="780"/>
                    <a:pt x="290" y="780"/>
                  </a:cubicBezTo>
                  <a:cubicBezTo>
                    <a:pt x="343" y="780"/>
                    <a:pt x="398" y="758"/>
                    <a:pt x="443" y="704"/>
                  </a:cubicBezTo>
                  <a:cubicBezTo>
                    <a:pt x="549" y="577"/>
                    <a:pt x="647" y="447"/>
                    <a:pt x="732" y="321"/>
                  </a:cubicBezTo>
                  <a:cubicBezTo>
                    <a:pt x="795" y="226"/>
                    <a:pt x="770" y="99"/>
                    <a:pt x="675" y="36"/>
                  </a:cubicBezTo>
                  <a:cubicBezTo>
                    <a:pt x="640" y="12"/>
                    <a:pt x="60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5" name="Google Shape;16035;p84"/>
          <p:cNvGrpSpPr/>
          <p:nvPr/>
        </p:nvGrpSpPr>
        <p:grpSpPr>
          <a:xfrm>
            <a:off x="6322493" y="2422415"/>
            <a:ext cx="375809" cy="349019"/>
            <a:chOff x="6322493" y="2422415"/>
            <a:chExt cx="375809" cy="349019"/>
          </a:xfrm>
        </p:grpSpPr>
        <p:sp>
          <p:nvSpPr>
            <p:cNvPr id="16036" name="Google Shape;16036;p84"/>
            <p:cNvSpPr/>
            <p:nvPr/>
          </p:nvSpPr>
          <p:spPr>
            <a:xfrm>
              <a:off x="6551983" y="2435443"/>
              <a:ext cx="125768" cy="55151"/>
            </a:xfrm>
            <a:custGeom>
              <a:rect b="b" l="l" r="r" t="t"/>
              <a:pathLst>
                <a:path extrusionOk="0" h="2104" w="4798">
                  <a:moveTo>
                    <a:pt x="2504" y="1"/>
                  </a:moveTo>
                  <a:cubicBezTo>
                    <a:pt x="1192" y="1"/>
                    <a:pt x="1" y="183"/>
                    <a:pt x="1" y="183"/>
                  </a:cubicBezTo>
                  <a:lnTo>
                    <a:pt x="3261" y="2103"/>
                  </a:lnTo>
                  <a:cubicBezTo>
                    <a:pt x="3658" y="1495"/>
                    <a:pt x="4249" y="967"/>
                    <a:pt x="4636" y="658"/>
                  </a:cubicBezTo>
                  <a:cubicBezTo>
                    <a:pt x="4797" y="528"/>
                    <a:pt x="4741" y="264"/>
                    <a:pt x="4541" y="211"/>
                  </a:cubicBezTo>
                  <a:cubicBezTo>
                    <a:pt x="3936" y="52"/>
                    <a:pt x="3203" y="1"/>
                    <a:pt x="2504"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4"/>
            <p:cNvSpPr/>
            <p:nvPr/>
          </p:nvSpPr>
          <p:spPr>
            <a:xfrm>
              <a:off x="6327919" y="2427973"/>
              <a:ext cx="363384" cy="338036"/>
            </a:xfrm>
            <a:custGeom>
              <a:rect b="b" l="l" r="r" t="t"/>
              <a:pathLst>
                <a:path extrusionOk="0" h="12896" w="13863">
                  <a:moveTo>
                    <a:pt x="5628" y="0"/>
                  </a:moveTo>
                  <a:cubicBezTo>
                    <a:pt x="5158" y="0"/>
                    <a:pt x="4697" y="35"/>
                    <a:pt x="4255" y="102"/>
                  </a:cubicBezTo>
                  <a:cubicBezTo>
                    <a:pt x="2188" y="419"/>
                    <a:pt x="0" y="996"/>
                    <a:pt x="0" y="1674"/>
                  </a:cubicBezTo>
                  <a:cubicBezTo>
                    <a:pt x="0" y="2026"/>
                    <a:pt x="454" y="2483"/>
                    <a:pt x="1126" y="2782"/>
                  </a:cubicBezTo>
                  <a:cubicBezTo>
                    <a:pt x="1315" y="2866"/>
                    <a:pt x="1521" y="2896"/>
                    <a:pt x="1755" y="2896"/>
                  </a:cubicBezTo>
                  <a:cubicBezTo>
                    <a:pt x="1912" y="2896"/>
                    <a:pt x="2082" y="2883"/>
                    <a:pt x="2269" y="2863"/>
                  </a:cubicBezTo>
                  <a:cubicBezTo>
                    <a:pt x="2560" y="3693"/>
                    <a:pt x="4023" y="3992"/>
                    <a:pt x="6457" y="4234"/>
                  </a:cubicBezTo>
                  <a:cubicBezTo>
                    <a:pt x="10880" y="4674"/>
                    <a:pt x="12776" y="7867"/>
                    <a:pt x="10789" y="9959"/>
                  </a:cubicBezTo>
                  <a:cubicBezTo>
                    <a:pt x="10047" y="10740"/>
                    <a:pt x="8489" y="11105"/>
                    <a:pt x="7571" y="11257"/>
                  </a:cubicBezTo>
                  <a:cubicBezTo>
                    <a:pt x="6152" y="10699"/>
                    <a:pt x="4564" y="10601"/>
                    <a:pt x="3595" y="10601"/>
                  </a:cubicBezTo>
                  <a:cubicBezTo>
                    <a:pt x="3519" y="10601"/>
                    <a:pt x="3447" y="10602"/>
                    <a:pt x="3380" y="10603"/>
                  </a:cubicBezTo>
                  <a:cubicBezTo>
                    <a:pt x="3204" y="10606"/>
                    <a:pt x="3155" y="10845"/>
                    <a:pt x="3316" y="10919"/>
                  </a:cubicBezTo>
                  <a:lnTo>
                    <a:pt x="5152" y="11752"/>
                  </a:lnTo>
                  <a:lnTo>
                    <a:pt x="3331" y="12579"/>
                  </a:lnTo>
                  <a:cubicBezTo>
                    <a:pt x="3169" y="12653"/>
                    <a:pt x="3218" y="12895"/>
                    <a:pt x="3394" y="12895"/>
                  </a:cubicBezTo>
                  <a:cubicBezTo>
                    <a:pt x="3423" y="12895"/>
                    <a:pt x="3453" y="12896"/>
                    <a:pt x="3484" y="12896"/>
                  </a:cubicBezTo>
                  <a:cubicBezTo>
                    <a:pt x="4476" y="12896"/>
                    <a:pt x="6212" y="12779"/>
                    <a:pt x="7607" y="12094"/>
                  </a:cubicBezTo>
                  <a:cubicBezTo>
                    <a:pt x="9435" y="11953"/>
                    <a:pt x="13862" y="11622"/>
                    <a:pt x="13862" y="7030"/>
                  </a:cubicBezTo>
                  <a:cubicBezTo>
                    <a:pt x="13862" y="6495"/>
                    <a:pt x="13803" y="5964"/>
                    <a:pt x="13686" y="5444"/>
                  </a:cubicBezTo>
                  <a:cubicBezTo>
                    <a:pt x="13581" y="5018"/>
                    <a:pt x="13430" y="4607"/>
                    <a:pt x="13240" y="4213"/>
                  </a:cubicBezTo>
                  <a:cubicBezTo>
                    <a:pt x="13018" y="3731"/>
                    <a:pt x="12734" y="3278"/>
                    <a:pt x="12399" y="2866"/>
                  </a:cubicBezTo>
                  <a:cubicBezTo>
                    <a:pt x="10783" y="931"/>
                    <a:pt x="8079" y="0"/>
                    <a:pt x="5628"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84"/>
            <p:cNvSpPr/>
            <p:nvPr/>
          </p:nvSpPr>
          <p:spPr>
            <a:xfrm>
              <a:off x="6327919" y="2444355"/>
              <a:ext cx="360527" cy="300553"/>
            </a:xfrm>
            <a:custGeom>
              <a:rect b="b" l="l" r="r" t="t"/>
              <a:pathLst>
                <a:path extrusionOk="0" h="11466" w="13754">
                  <a:moveTo>
                    <a:pt x="4294" y="1"/>
                  </a:moveTo>
                  <a:cubicBezTo>
                    <a:pt x="3034" y="1"/>
                    <a:pt x="1672" y="189"/>
                    <a:pt x="271" y="631"/>
                  </a:cubicBezTo>
                  <a:cubicBezTo>
                    <a:pt x="95" y="764"/>
                    <a:pt x="0" y="905"/>
                    <a:pt x="0" y="1049"/>
                  </a:cubicBezTo>
                  <a:cubicBezTo>
                    <a:pt x="0" y="1401"/>
                    <a:pt x="454" y="1858"/>
                    <a:pt x="1126" y="2157"/>
                  </a:cubicBezTo>
                  <a:cubicBezTo>
                    <a:pt x="1312" y="2240"/>
                    <a:pt x="1514" y="2269"/>
                    <a:pt x="1743" y="2269"/>
                  </a:cubicBezTo>
                  <a:cubicBezTo>
                    <a:pt x="1904" y="2269"/>
                    <a:pt x="2077" y="2255"/>
                    <a:pt x="2269" y="2234"/>
                  </a:cubicBezTo>
                  <a:cubicBezTo>
                    <a:pt x="2560" y="3068"/>
                    <a:pt x="4023" y="3363"/>
                    <a:pt x="6457" y="3609"/>
                  </a:cubicBezTo>
                  <a:cubicBezTo>
                    <a:pt x="9520" y="3915"/>
                    <a:pt x="11369" y="5543"/>
                    <a:pt x="11556" y="7203"/>
                  </a:cubicBezTo>
                  <a:cubicBezTo>
                    <a:pt x="12283" y="10034"/>
                    <a:pt x="8605" y="11314"/>
                    <a:pt x="7600" y="11465"/>
                  </a:cubicBezTo>
                  <a:cubicBezTo>
                    <a:pt x="8581" y="11388"/>
                    <a:pt x="10307" y="11258"/>
                    <a:pt x="11700" y="10449"/>
                  </a:cubicBezTo>
                  <a:cubicBezTo>
                    <a:pt x="12544" y="9717"/>
                    <a:pt x="13131" y="8648"/>
                    <a:pt x="13131" y="7069"/>
                  </a:cubicBezTo>
                  <a:cubicBezTo>
                    <a:pt x="13131" y="6538"/>
                    <a:pt x="13068" y="6015"/>
                    <a:pt x="12937" y="5501"/>
                  </a:cubicBezTo>
                  <a:cubicBezTo>
                    <a:pt x="12821" y="5076"/>
                    <a:pt x="12656" y="4664"/>
                    <a:pt x="12445" y="4274"/>
                  </a:cubicBezTo>
                  <a:cubicBezTo>
                    <a:pt x="12403" y="4193"/>
                    <a:pt x="12357" y="4116"/>
                    <a:pt x="12312" y="4038"/>
                  </a:cubicBezTo>
                  <a:lnTo>
                    <a:pt x="13588" y="3961"/>
                  </a:lnTo>
                  <a:cubicBezTo>
                    <a:pt x="13697" y="3954"/>
                    <a:pt x="13753" y="3820"/>
                    <a:pt x="13676" y="3739"/>
                  </a:cubicBezTo>
                  <a:cubicBezTo>
                    <a:pt x="13247" y="3289"/>
                    <a:pt x="12072" y="2238"/>
                    <a:pt x="10265" y="1876"/>
                  </a:cubicBezTo>
                  <a:cubicBezTo>
                    <a:pt x="9096" y="819"/>
                    <a:pt x="6917" y="1"/>
                    <a:pt x="4294"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84"/>
            <p:cNvSpPr/>
            <p:nvPr/>
          </p:nvSpPr>
          <p:spPr>
            <a:xfrm>
              <a:off x="6439348" y="2442258"/>
              <a:ext cx="23460" cy="23434"/>
            </a:xfrm>
            <a:custGeom>
              <a:rect b="b" l="l" r="r" t="t"/>
              <a:pathLst>
                <a:path extrusionOk="0" h="894" w="895">
                  <a:moveTo>
                    <a:pt x="447" y="1"/>
                  </a:moveTo>
                  <a:cubicBezTo>
                    <a:pt x="201" y="1"/>
                    <a:pt x="1" y="201"/>
                    <a:pt x="1" y="447"/>
                  </a:cubicBezTo>
                  <a:cubicBezTo>
                    <a:pt x="1" y="697"/>
                    <a:pt x="201" y="894"/>
                    <a:pt x="447" y="894"/>
                  </a:cubicBezTo>
                  <a:cubicBezTo>
                    <a:pt x="697" y="894"/>
                    <a:pt x="894" y="697"/>
                    <a:pt x="894" y="447"/>
                  </a:cubicBezTo>
                  <a:cubicBezTo>
                    <a:pt x="894" y="201"/>
                    <a:pt x="697"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4"/>
            <p:cNvSpPr/>
            <p:nvPr/>
          </p:nvSpPr>
          <p:spPr>
            <a:xfrm>
              <a:off x="6322493" y="2422415"/>
              <a:ext cx="375809" cy="349019"/>
            </a:xfrm>
            <a:custGeom>
              <a:rect b="b" l="l" r="r" t="t"/>
              <a:pathLst>
                <a:path extrusionOk="0" h="13315" w="14337">
                  <a:moveTo>
                    <a:pt x="4909" y="965"/>
                  </a:moveTo>
                  <a:cubicBezTo>
                    <a:pt x="5039" y="965"/>
                    <a:pt x="5145" y="1074"/>
                    <a:pt x="5145" y="1204"/>
                  </a:cubicBezTo>
                  <a:cubicBezTo>
                    <a:pt x="5145" y="1347"/>
                    <a:pt x="5027" y="1442"/>
                    <a:pt x="4904" y="1442"/>
                  </a:cubicBezTo>
                  <a:cubicBezTo>
                    <a:pt x="4847" y="1442"/>
                    <a:pt x="4788" y="1420"/>
                    <a:pt x="4740" y="1373"/>
                  </a:cubicBezTo>
                  <a:cubicBezTo>
                    <a:pt x="4589" y="1222"/>
                    <a:pt x="4694" y="965"/>
                    <a:pt x="4909" y="965"/>
                  </a:cubicBezTo>
                  <a:close/>
                  <a:moveTo>
                    <a:pt x="11292" y="705"/>
                  </a:moveTo>
                  <a:cubicBezTo>
                    <a:pt x="11995" y="705"/>
                    <a:pt x="12733" y="760"/>
                    <a:pt x="13327" y="933"/>
                  </a:cubicBezTo>
                  <a:cubicBezTo>
                    <a:pt x="12983" y="1197"/>
                    <a:pt x="12441" y="1651"/>
                    <a:pt x="12026" y="2182"/>
                  </a:cubicBezTo>
                  <a:cubicBezTo>
                    <a:pt x="11351" y="1594"/>
                    <a:pt x="10581" y="1120"/>
                    <a:pt x="9751" y="782"/>
                  </a:cubicBezTo>
                  <a:cubicBezTo>
                    <a:pt x="10178" y="741"/>
                    <a:pt x="10723" y="705"/>
                    <a:pt x="11292" y="705"/>
                  </a:cubicBezTo>
                  <a:close/>
                  <a:moveTo>
                    <a:pt x="5830" y="420"/>
                  </a:moveTo>
                  <a:cubicBezTo>
                    <a:pt x="6995" y="420"/>
                    <a:pt x="8203" y="634"/>
                    <a:pt x="9290" y="1046"/>
                  </a:cubicBezTo>
                  <a:cubicBezTo>
                    <a:pt x="10602" y="1542"/>
                    <a:pt x="11678" y="2280"/>
                    <a:pt x="12452" y="3216"/>
                  </a:cubicBezTo>
                  <a:cubicBezTo>
                    <a:pt x="11903" y="2910"/>
                    <a:pt x="11312" y="2685"/>
                    <a:pt x="10701" y="2547"/>
                  </a:cubicBezTo>
                  <a:cubicBezTo>
                    <a:pt x="10300" y="2210"/>
                    <a:pt x="9860" y="1921"/>
                    <a:pt x="9392" y="1689"/>
                  </a:cubicBezTo>
                  <a:cubicBezTo>
                    <a:pt x="8643" y="1317"/>
                    <a:pt x="7771" y="1039"/>
                    <a:pt x="6801" y="867"/>
                  </a:cubicBezTo>
                  <a:cubicBezTo>
                    <a:pt x="6785" y="864"/>
                    <a:pt x="6771" y="862"/>
                    <a:pt x="6756" y="862"/>
                  </a:cubicBezTo>
                  <a:cubicBezTo>
                    <a:pt x="6519" y="862"/>
                    <a:pt x="6468" y="1232"/>
                    <a:pt x="6727" y="1278"/>
                  </a:cubicBezTo>
                  <a:cubicBezTo>
                    <a:pt x="7082" y="1341"/>
                    <a:pt x="7423" y="1419"/>
                    <a:pt x="7750" y="1514"/>
                  </a:cubicBezTo>
                  <a:cubicBezTo>
                    <a:pt x="7652" y="1953"/>
                    <a:pt x="7251" y="2245"/>
                    <a:pt x="7244" y="2249"/>
                  </a:cubicBezTo>
                  <a:cubicBezTo>
                    <a:pt x="7062" y="2382"/>
                    <a:pt x="7189" y="2631"/>
                    <a:pt x="7365" y="2631"/>
                  </a:cubicBezTo>
                  <a:cubicBezTo>
                    <a:pt x="7403" y="2631"/>
                    <a:pt x="7443" y="2620"/>
                    <a:pt x="7483" y="2593"/>
                  </a:cubicBezTo>
                  <a:cubicBezTo>
                    <a:pt x="7508" y="2576"/>
                    <a:pt x="8007" y="2220"/>
                    <a:pt x="8151" y="1633"/>
                  </a:cubicBezTo>
                  <a:cubicBezTo>
                    <a:pt x="8285" y="1679"/>
                    <a:pt x="8418" y="1725"/>
                    <a:pt x="8545" y="1774"/>
                  </a:cubicBezTo>
                  <a:cubicBezTo>
                    <a:pt x="8531" y="2136"/>
                    <a:pt x="8229" y="2414"/>
                    <a:pt x="8221" y="2421"/>
                  </a:cubicBezTo>
                  <a:cubicBezTo>
                    <a:pt x="8064" y="2567"/>
                    <a:pt x="8197" y="2785"/>
                    <a:pt x="8362" y="2785"/>
                  </a:cubicBezTo>
                  <a:cubicBezTo>
                    <a:pt x="8407" y="2785"/>
                    <a:pt x="8455" y="2769"/>
                    <a:pt x="8499" y="2730"/>
                  </a:cubicBezTo>
                  <a:cubicBezTo>
                    <a:pt x="8517" y="2716"/>
                    <a:pt x="8865" y="2403"/>
                    <a:pt x="8946" y="1939"/>
                  </a:cubicBezTo>
                  <a:cubicBezTo>
                    <a:pt x="9034" y="1981"/>
                    <a:pt x="9122" y="2020"/>
                    <a:pt x="9210" y="2062"/>
                  </a:cubicBezTo>
                  <a:cubicBezTo>
                    <a:pt x="9252" y="2083"/>
                    <a:pt x="9294" y="2108"/>
                    <a:pt x="9336" y="2129"/>
                  </a:cubicBezTo>
                  <a:cubicBezTo>
                    <a:pt x="9298" y="2365"/>
                    <a:pt x="9104" y="2547"/>
                    <a:pt x="9101" y="2551"/>
                  </a:cubicBezTo>
                  <a:cubicBezTo>
                    <a:pt x="8940" y="2698"/>
                    <a:pt x="9076" y="2918"/>
                    <a:pt x="9242" y="2918"/>
                  </a:cubicBezTo>
                  <a:cubicBezTo>
                    <a:pt x="9287" y="2918"/>
                    <a:pt x="9334" y="2902"/>
                    <a:pt x="9378" y="2864"/>
                  </a:cubicBezTo>
                  <a:cubicBezTo>
                    <a:pt x="9530" y="2720"/>
                    <a:pt x="9642" y="2544"/>
                    <a:pt x="9712" y="2347"/>
                  </a:cubicBezTo>
                  <a:cubicBezTo>
                    <a:pt x="9976" y="2512"/>
                    <a:pt x="10229" y="2699"/>
                    <a:pt x="10468" y="2899"/>
                  </a:cubicBezTo>
                  <a:cubicBezTo>
                    <a:pt x="10493" y="2920"/>
                    <a:pt x="10525" y="2938"/>
                    <a:pt x="10556" y="2945"/>
                  </a:cubicBezTo>
                  <a:cubicBezTo>
                    <a:pt x="11706" y="3205"/>
                    <a:pt x="12765" y="3775"/>
                    <a:pt x="13612" y="4598"/>
                  </a:cubicBezTo>
                  <a:lnTo>
                    <a:pt x="12392" y="4671"/>
                  </a:lnTo>
                  <a:cubicBezTo>
                    <a:pt x="12237" y="4682"/>
                    <a:pt x="12146" y="4854"/>
                    <a:pt x="12227" y="4988"/>
                  </a:cubicBezTo>
                  <a:cubicBezTo>
                    <a:pt x="12297" y="5111"/>
                    <a:pt x="12367" y="5234"/>
                    <a:pt x="12431" y="5357"/>
                  </a:cubicBezTo>
                  <a:cubicBezTo>
                    <a:pt x="12472" y="5438"/>
                    <a:pt x="12540" y="5471"/>
                    <a:pt x="12608" y="5471"/>
                  </a:cubicBezTo>
                  <a:cubicBezTo>
                    <a:pt x="12747" y="5471"/>
                    <a:pt x="12887" y="5329"/>
                    <a:pt x="12800" y="5164"/>
                  </a:cubicBezTo>
                  <a:cubicBezTo>
                    <a:pt x="12786" y="5132"/>
                    <a:pt x="12768" y="5100"/>
                    <a:pt x="12751" y="5069"/>
                  </a:cubicBezTo>
                  <a:lnTo>
                    <a:pt x="13489" y="5027"/>
                  </a:lnTo>
                  <a:cubicBezTo>
                    <a:pt x="13739" y="5737"/>
                    <a:pt x="13862" y="6486"/>
                    <a:pt x="13858" y="7238"/>
                  </a:cubicBezTo>
                  <a:cubicBezTo>
                    <a:pt x="13858" y="8184"/>
                    <a:pt x="13661" y="8997"/>
                    <a:pt x="13275" y="9665"/>
                  </a:cubicBezTo>
                  <a:cubicBezTo>
                    <a:pt x="13355" y="9457"/>
                    <a:pt x="13419" y="9243"/>
                    <a:pt x="13468" y="9025"/>
                  </a:cubicBezTo>
                  <a:cubicBezTo>
                    <a:pt x="13668" y="8110"/>
                    <a:pt x="13570" y="7073"/>
                    <a:pt x="13187" y="6032"/>
                  </a:cubicBezTo>
                  <a:cubicBezTo>
                    <a:pt x="13150" y="5934"/>
                    <a:pt x="13072" y="5892"/>
                    <a:pt x="12995" y="5892"/>
                  </a:cubicBezTo>
                  <a:cubicBezTo>
                    <a:pt x="12863" y="5892"/>
                    <a:pt x="12731" y="6011"/>
                    <a:pt x="12793" y="6176"/>
                  </a:cubicBezTo>
                  <a:cubicBezTo>
                    <a:pt x="13152" y="7143"/>
                    <a:pt x="13243" y="8100"/>
                    <a:pt x="13060" y="8937"/>
                  </a:cubicBezTo>
                  <a:cubicBezTo>
                    <a:pt x="12856" y="9869"/>
                    <a:pt x="12322" y="10656"/>
                    <a:pt x="11474" y="11282"/>
                  </a:cubicBezTo>
                  <a:cubicBezTo>
                    <a:pt x="10890" y="11571"/>
                    <a:pt x="10261" y="11750"/>
                    <a:pt x="9667" y="11866"/>
                  </a:cubicBezTo>
                  <a:cubicBezTo>
                    <a:pt x="9821" y="11789"/>
                    <a:pt x="9980" y="11701"/>
                    <a:pt x="10134" y="11609"/>
                  </a:cubicBezTo>
                  <a:cubicBezTo>
                    <a:pt x="11601" y="10720"/>
                    <a:pt x="12237" y="9485"/>
                    <a:pt x="11974" y="8033"/>
                  </a:cubicBezTo>
                  <a:cubicBezTo>
                    <a:pt x="11949" y="7794"/>
                    <a:pt x="11893" y="7558"/>
                    <a:pt x="11808" y="7337"/>
                  </a:cubicBezTo>
                  <a:cubicBezTo>
                    <a:pt x="11523" y="6556"/>
                    <a:pt x="10915" y="5856"/>
                    <a:pt x="10057" y="5315"/>
                  </a:cubicBezTo>
                  <a:cubicBezTo>
                    <a:pt x="9146" y="4738"/>
                    <a:pt x="7979" y="4365"/>
                    <a:pt x="6688" y="4239"/>
                  </a:cubicBezTo>
                  <a:cubicBezTo>
                    <a:pt x="5120" y="4081"/>
                    <a:pt x="3313" y="3827"/>
                    <a:pt x="2785" y="3251"/>
                  </a:cubicBezTo>
                  <a:cubicBezTo>
                    <a:pt x="3205" y="3202"/>
                    <a:pt x="3691" y="3148"/>
                    <a:pt x="4291" y="3148"/>
                  </a:cubicBezTo>
                  <a:cubicBezTo>
                    <a:pt x="4605" y="3148"/>
                    <a:pt x="4951" y="3163"/>
                    <a:pt x="5334" y="3201"/>
                  </a:cubicBezTo>
                  <a:cubicBezTo>
                    <a:pt x="5341" y="3202"/>
                    <a:pt x="5348" y="3202"/>
                    <a:pt x="5355" y="3202"/>
                  </a:cubicBezTo>
                  <a:cubicBezTo>
                    <a:pt x="5611" y="3202"/>
                    <a:pt x="5641" y="2817"/>
                    <a:pt x="5377" y="2787"/>
                  </a:cubicBezTo>
                  <a:cubicBezTo>
                    <a:pt x="4981" y="2746"/>
                    <a:pt x="4620" y="2731"/>
                    <a:pt x="4293" y="2731"/>
                  </a:cubicBezTo>
                  <a:cubicBezTo>
                    <a:pt x="3654" y="2731"/>
                    <a:pt x="3139" y="2789"/>
                    <a:pt x="2725" y="2836"/>
                  </a:cubicBezTo>
                  <a:cubicBezTo>
                    <a:pt x="2433" y="2868"/>
                    <a:pt x="2183" y="2896"/>
                    <a:pt x="1965" y="2896"/>
                  </a:cubicBezTo>
                  <a:cubicBezTo>
                    <a:pt x="1757" y="2896"/>
                    <a:pt x="1578" y="2871"/>
                    <a:pt x="1421" y="2801"/>
                  </a:cubicBezTo>
                  <a:cubicBezTo>
                    <a:pt x="791" y="2523"/>
                    <a:pt x="418" y="2118"/>
                    <a:pt x="418" y="1886"/>
                  </a:cubicBezTo>
                  <a:cubicBezTo>
                    <a:pt x="418" y="1837"/>
                    <a:pt x="450" y="1781"/>
                    <a:pt x="513" y="1718"/>
                  </a:cubicBezTo>
                  <a:cubicBezTo>
                    <a:pt x="802" y="1468"/>
                    <a:pt x="2236" y="1067"/>
                    <a:pt x="4269" y="1067"/>
                  </a:cubicBezTo>
                  <a:cubicBezTo>
                    <a:pt x="4181" y="1464"/>
                    <a:pt x="4476" y="1844"/>
                    <a:pt x="4881" y="1862"/>
                  </a:cubicBezTo>
                  <a:cubicBezTo>
                    <a:pt x="4891" y="1862"/>
                    <a:pt x="4900" y="1862"/>
                    <a:pt x="4910" y="1862"/>
                  </a:cubicBezTo>
                  <a:cubicBezTo>
                    <a:pt x="5304" y="1862"/>
                    <a:pt x="5611" y="1518"/>
                    <a:pt x="5560" y="1123"/>
                  </a:cubicBezTo>
                  <a:lnTo>
                    <a:pt x="5560" y="1123"/>
                  </a:lnTo>
                  <a:cubicBezTo>
                    <a:pt x="5669" y="1134"/>
                    <a:pt x="5774" y="1144"/>
                    <a:pt x="5880" y="1155"/>
                  </a:cubicBezTo>
                  <a:lnTo>
                    <a:pt x="5901" y="1155"/>
                  </a:lnTo>
                  <a:cubicBezTo>
                    <a:pt x="6164" y="1155"/>
                    <a:pt x="6185" y="768"/>
                    <a:pt x="5925" y="736"/>
                  </a:cubicBezTo>
                  <a:cubicBezTo>
                    <a:pt x="5721" y="715"/>
                    <a:pt x="5514" y="698"/>
                    <a:pt x="5306" y="684"/>
                  </a:cubicBezTo>
                  <a:cubicBezTo>
                    <a:pt x="5190" y="594"/>
                    <a:pt x="5051" y="549"/>
                    <a:pt x="4911" y="549"/>
                  </a:cubicBezTo>
                  <a:cubicBezTo>
                    <a:pt x="4789" y="549"/>
                    <a:pt x="4668" y="583"/>
                    <a:pt x="4561" y="652"/>
                  </a:cubicBezTo>
                  <a:cubicBezTo>
                    <a:pt x="4475" y="650"/>
                    <a:pt x="4390" y="649"/>
                    <a:pt x="4305" y="649"/>
                  </a:cubicBezTo>
                  <a:cubicBezTo>
                    <a:pt x="4085" y="649"/>
                    <a:pt x="3867" y="655"/>
                    <a:pt x="3654" y="663"/>
                  </a:cubicBezTo>
                  <a:cubicBezTo>
                    <a:pt x="3924" y="610"/>
                    <a:pt x="4206" y="564"/>
                    <a:pt x="4494" y="518"/>
                  </a:cubicBezTo>
                  <a:cubicBezTo>
                    <a:pt x="4926" y="452"/>
                    <a:pt x="5375" y="420"/>
                    <a:pt x="5830" y="420"/>
                  </a:cubicBezTo>
                  <a:close/>
                  <a:moveTo>
                    <a:pt x="10616" y="10744"/>
                  </a:moveTo>
                  <a:lnTo>
                    <a:pt x="10616" y="10744"/>
                  </a:lnTo>
                  <a:cubicBezTo>
                    <a:pt x="10402" y="10931"/>
                    <a:pt x="10173" y="11099"/>
                    <a:pt x="9927" y="11247"/>
                  </a:cubicBezTo>
                  <a:cubicBezTo>
                    <a:pt x="8904" y="11869"/>
                    <a:pt x="7782" y="12098"/>
                    <a:pt x="7771" y="12098"/>
                  </a:cubicBezTo>
                  <a:cubicBezTo>
                    <a:pt x="7754" y="12102"/>
                    <a:pt x="7736" y="12109"/>
                    <a:pt x="7719" y="12116"/>
                  </a:cubicBezTo>
                  <a:cubicBezTo>
                    <a:pt x="6421" y="12752"/>
                    <a:pt x="4800" y="12882"/>
                    <a:pt x="3812" y="12896"/>
                  </a:cubicBezTo>
                  <a:lnTo>
                    <a:pt x="5443" y="12154"/>
                  </a:lnTo>
                  <a:cubicBezTo>
                    <a:pt x="5609" y="12080"/>
                    <a:pt x="5609" y="11848"/>
                    <a:pt x="5443" y="11775"/>
                  </a:cubicBezTo>
                  <a:lnTo>
                    <a:pt x="3791" y="11026"/>
                  </a:lnTo>
                  <a:lnTo>
                    <a:pt x="3801" y="11026"/>
                  </a:lnTo>
                  <a:cubicBezTo>
                    <a:pt x="4754" y="11026"/>
                    <a:pt x="6319" y="11124"/>
                    <a:pt x="7698" y="11666"/>
                  </a:cubicBezTo>
                  <a:cubicBezTo>
                    <a:pt x="7723" y="11675"/>
                    <a:pt x="7748" y="11680"/>
                    <a:pt x="7772" y="11680"/>
                  </a:cubicBezTo>
                  <a:cubicBezTo>
                    <a:pt x="7785" y="11680"/>
                    <a:pt x="7797" y="11678"/>
                    <a:pt x="7810" y="11676"/>
                  </a:cubicBezTo>
                  <a:cubicBezTo>
                    <a:pt x="9210" y="11444"/>
                    <a:pt x="10078" y="11085"/>
                    <a:pt x="10616" y="10744"/>
                  </a:cubicBezTo>
                  <a:close/>
                  <a:moveTo>
                    <a:pt x="5821" y="0"/>
                  </a:moveTo>
                  <a:cubicBezTo>
                    <a:pt x="5347" y="0"/>
                    <a:pt x="4880" y="34"/>
                    <a:pt x="4431" y="103"/>
                  </a:cubicBezTo>
                  <a:cubicBezTo>
                    <a:pt x="3281" y="279"/>
                    <a:pt x="2236" y="515"/>
                    <a:pt x="1495" y="765"/>
                  </a:cubicBezTo>
                  <a:cubicBezTo>
                    <a:pt x="471" y="1102"/>
                    <a:pt x="0" y="1461"/>
                    <a:pt x="0" y="1883"/>
                  </a:cubicBezTo>
                  <a:cubicBezTo>
                    <a:pt x="0" y="2329"/>
                    <a:pt x="503" y="2850"/>
                    <a:pt x="1248" y="3184"/>
                  </a:cubicBezTo>
                  <a:cubicBezTo>
                    <a:pt x="1469" y="3281"/>
                    <a:pt x="1696" y="3314"/>
                    <a:pt x="1950" y="3314"/>
                  </a:cubicBezTo>
                  <a:cubicBezTo>
                    <a:pt x="2065" y="3314"/>
                    <a:pt x="2186" y="3307"/>
                    <a:pt x="2314" y="3296"/>
                  </a:cubicBezTo>
                  <a:cubicBezTo>
                    <a:pt x="2500" y="3662"/>
                    <a:pt x="2929" y="3936"/>
                    <a:pt x="3657" y="4154"/>
                  </a:cubicBezTo>
                  <a:cubicBezTo>
                    <a:pt x="4339" y="4358"/>
                    <a:pt x="5289" y="4517"/>
                    <a:pt x="6646" y="4650"/>
                  </a:cubicBezTo>
                  <a:cubicBezTo>
                    <a:pt x="7873" y="4773"/>
                    <a:pt x="8978" y="5125"/>
                    <a:pt x="9832" y="5666"/>
                  </a:cubicBezTo>
                  <a:cubicBezTo>
                    <a:pt x="10616" y="6162"/>
                    <a:pt x="11165" y="6788"/>
                    <a:pt x="11421" y="7477"/>
                  </a:cubicBezTo>
                  <a:cubicBezTo>
                    <a:pt x="11755" y="8378"/>
                    <a:pt x="11552" y="9285"/>
                    <a:pt x="10845" y="10023"/>
                  </a:cubicBezTo>
                  <a:cubicBezTo>
                    <a:pt x="10156" y="10751"/>
                    <a:pt x="8665" y="11103"/>
                    <a:pt x="7799" y="11251"/>
                  </a:cubicBezTo>
                  <a:cubicBezTo>
                    <a:pt x="6368" y="10702"/>
                    <a:pt x="4799" y="10599"/>
                    <a:pt x="3825" y="10599"/>
                  </a:cubicBezTo>
                  <a:cubicBezTo>
                    <a:pt x="3277" y="10599"/>
                    <a:pt x="2917" y="10631"/>
                    <a:pt x="2876" y="10635"/>
                  </a:cubicBezTo>
                  <a:cubicBezTo>
                    <a:pt x="2662" y="10656"/>
                    <a:pt x="2616" y="10945"/>
                    <a:pt x="2810" y="11036"/>
                  </a:cubicBezTo>
                  <a:lnTo>
                    <a:pt x="4853" y="11961"/>
                  </a:lnTo>
                  <a:lnTo>
                    <a:pt x="2810" y="12889"/>
                  </a:lnTo>
                  <a:cubicBezTo>
                    <a:pt x="2616" y="12977"/>
                    <a:pt x="2665" y="13269"/>
                    <a:pt x="2880" y="13287"/>
                  </a:cubicBezTo>
                  <a:cubicBezTo>
                    <a:pt x="2915" y="13290"/>
                    <a:pt x="3221" y="13315"/>
                    <a:pt x="3689" y="13315"/>
                  </a:cubicBezTo>
                  <a:cubicBezTo>
                    <a:pt x="4691" y="13315"/>
                    <a:pt x="6435" y="13199"/>
                    <a:pt x="7870" y="12506"/>
                  </a:cubicBezTo>
                  <a:cubicBezTo>
                    <a:pt x="8816" y="12432"/>
                    <a:pt x="10374" y="12309"/>
                    <a:pt x="11731" y="11620"/>
                  </a:cubicBezTo>
                  <a:cubicBezTo>
                    <a:pt x="13419" y="10762"/>
                    <a:pt x="14277" y="9288"/>
                    <a:pt x="14277" y="7235"/>
                  </a:cubicBezTo>
                  <a:cubicBezTo>
                    <a:pt x="14280" y="6475"/>
                    <a:pt x="14161" y="5719"/>
                    <a:pt x="13922" y="4998"/>
                  </a:cubicBezTo>
                  <a:lnTo>
                    <a:pt x="14080" y="4988"/>
                  </a:lnTo>
                  <a:cubicBezTo>
                    <a:pt x="14249" y="4977"/>
                    <a:pt x="14337" y="4784"/>
                    <a:pt x="14231" y="4650"/>
                  </a:cubicBezTo>
                  <a:cubicBezTo>
                    <a:pt x="14210" y="4622"/>
                    <a:pt x="13929" y="4270"/>
                    <a:pt x="13405" y="3852"/>
                  </a:cubicBezTo>
                  <a:cubicBezTo>
                    <a:pt x="13109" y="3346"/>
                    <a:pt x="12751" y="2881"/>
                    <a:pt x="12332" y="2470"/>
                  </a:cubicBezTo>
                  <a:cubicBezTo>
                    <a:pt x="12930" y="1689"/>
                    <a:pt x="13876" y="1049"/>
                    <a:pt x="13886" y="1046"/>
                  </a:cubicBezTo>
                  <a:cubicBezTo>
                    <a:pt x="14027" y="951"/>
                    <a:pt x="14006" y="743"/>
                    <a:pt x="13855" y="677"/>
                  </a:cubicBezTo>
                  <a:cubicBezTo>
                    <a:pt x="13249" y="416"/>
                    <a:pt x="12387" y="285"/>
                    <a:pt x="11285" y="285"/>
                  </a:cubicBezTo>
                  <a:cubicBezTo>
                    <a:pt x="11095" y="285"/>
                    <a:pt x="10898" y="289"/>
                    <a:pt x="10694" y="297"/>
                  </a:cubicBezTo>
                  <a:cubicBezTo>
                    <a:pt x="10082" y="322"/>
                    <a:pt x="9473" y="374"/>
                    <a:pt x="8872" y="462"/>
                  </a:cubicBezTo>
                  <a:cubicBezTo>
                    <a:pt x="7891" y="157"/>
                    <a:pt x="6839" y="0"/>
                    <a:pt x="5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1" name="Google Shape;16041;p84"/>
          <p:cNvGrpSpPr/>
          <p:nvPr/>
        </p:nvGrpSpPr>
        <p:grpSpPr>
          <a:xfrm>
            <a:off x="2493449" y="2915682"/>
            <a:ext cx="357853" cy="318665"/>
            <a:chOff x="2493449" y="2915682"/>
            <a:chExt cx="357853" cy="318665"/>
          </a:xfrm>
        </p:grpSpPr>
        <p:sp>
          <p:nvSpPr>
            <p:cNvPr id="16042" name="Google Shape;16042;p84"/>
            <p:cNvSpPr/>
            <p:nvPr/>
          </p:nvSpPr>
          <p:spPr>
            <a:xfrm>
              <a:off x="2498692" y="2993743"/>
              <a:ext cx="340238" cy="235336"/>
            </a:xfrm>
            <a:custGeom>
              <a:rect b="b" l="l" r="r" t="t"/>
              <a:pathLst>
                <a:path extrusionOk="0" h="8978" w="12980">
                  <a:moveTo>
                    <a:pt x="641" y="0"/>
                  </a:moveTo>
                  <a:cubicBezTo>
                    <a:pt x="286" y="0"/>
                    <a:pt x="1" y="289"/>
                    <a:pt x="1" y="640"/>
                  </a:cubicBezTo>
                  <a:lnTo>
                    <a:pt x="1" y="858"/>
                  </a:lnTo>
                  <a:cubicBezTo>
                    <a:pt x="1" y="1400"/>
                    <a:pt x="342" y="1885"/>
                    <a:pt x="855" y="2065"/>
                  </a:cubicBezTo>
                  <a:lnTo>
                    <a:pt x="855" y="4702"/>
                  </a:lnTo>
                  <a:cubicBezTo>
                    <a:pt x="855" y="7065"/>
                    <a:pt x="2768" y="8978"/>
                    <a:pt x="5128" y="8978"/>
                  </a:cubicBezTo>
                  <a:lnTo>
                    <a:pt x="12403" y="8978"/>
                  </a:lnTo>
                  <a:cubicBezTo>
                    <a:pt x="12818" y="8978"/>
                    <a:pt x="12980" y="8440"/>
                    <a:pt x="12635" y="8211"/>
                  </a:cubicBezTo>
                  <a:lnTo>
                    <a:pt x="11542" y="7480"/>
                  </a:lnTo>
                  <a:lnTo>
                    <a:pt x="3180" y="4941"/>
                  </a:lnTo>
                  <a:cubicBezTo>
                    <a:pt x="2796" y="4709"/>
                    <a:pt x="2564" y="4294"/>
                    <a:pt x="2564" y="3847"/>
                  </a:cubicBezTo>
                  <a:lnTo>
                    <a:pt x="2564" y="1069"/>
                  </a:lnTo>
                  <a:cubicBezTo>
                    <a:pt x="2564" y="479"/>
                    <a:pt x="2086" y="0"/>
                    <a:pt x="14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4"/>
            <p:cNvSpPr/>
            <p:nvPr/>
          </p:nvSpPr>
          <p:spPr>
            <a:xfrm>
              <a:off x="2498692" y="2993743"/>
              <a:ext cx="319321" cy="235257"/>
            </a:xfrm>
            <a:custGeom>
              <a:rect b="b" l="l" r="r" t="t"/>
              <a:pathLst>
                <a:path extrusionOk="0" h="8975" w="12182">
                  <a:moveTo>
                    <a:pt x="644" y="0"/>
                  </a:moveTo>
                  <a:cubicBezTo>
                    <a:pt x="289" y="0"/>
                    <a:pt x="1" y="289"/>
                    <a:pt x="1" y="644"/>
                  </a:cubicBezTo>
                  <a:lnTo>
                    <a:pt x="1" y="855"/>
                  </a:lnTo>
                  <a:cubicBezTo>
                    <a:pt x="1" y="1400"/>
                    <a:pt x="345" y="1882"/>
                    <a:pt x="855" y="2065"/>
                  </a:cubicBezTo>
                  <a:lnTo>
                    <a:pt x="855" y="4702"/>
                  </a:lnTo>
                  <a:cubicBezTo>
                    <a:pt x="855" y="7061"/>
                    <a:pt x="2772" y="8974"/>
                    <a:pt x="5131" y="8974"/>
                  </a:cubicBezTo>
                  <a:lnTo>
                    <a:pt x="11967" y="8974"/>
                  </a:lnTo>
                  <a:cubicBezTo>
                    <a:pt x="12087" y="8974"/>
                    <a:pt x="12182" y="8879"/>
                    <a:pt x="12182" y="8760"/>
                  </a:cubicBezTo>
                  <a:cubicBezTo>
                    <a:pt x="12182" y="8644"/>
                    <a:pt x="12087" y="8545"/>
                    <a:pt x="11967" y="8545"/>
                  </a:cubicBezTo>
                  <a:lnTo>
                    <a:pt x="11967" y="8552"/>
                  </a:lnTo>
                  <a:lnTo>
                    <a:pt x="5986" y="8552"/>
                  </a:lnTo>
                  <a:cubicBezTo>
                    <a:pt x="3623" y="8552"/>
                    <a:pt x="1710" y="6636"/>
                    <a:pt x="1710" y="4276"/>
                  </a:cubicBezTo>
                  <a:lnTo>
                    <a:pt x="1710" y="2198"/>
                  </a:lnTo>
                  <a:cubicBezTo>
                    <a:pt x="1706" y="2040"/>
                    <a:pt x="1622" y="1896"/>
                    <a:pt x="1485" y="1822"/>
                  </a:cubicBezTo>
                  <a:cubicBezTo>
                    <a:pt x="1094" y="1590"/>
                    <a:pt x="855" y="1171"/>
                    <a:pt x="855" y="718"/>
                  </a:cubicBezTo>
                  <a:lnTo>
                    <a:pt x="855"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4"/>
            <p:cNvSpPr/>
            <p:nvPr/>
          </p:nvSpPr>
          <p:spPr>
            <a:xfrm>
              <a:off x="2549125" y="2920925"/>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84"/>
            <p:cNvSpPr/>
            <p:nvPr/>
          </p:nvSpPr>
          <p:spPr>
            <a:xfrm>
              <a:off x="2504328" y="2920925"/>
              <a:ext cx="22412" cy="22412"/>
            </a:xfrm>
            <a:custGeom>
              <a:rect b="b" l="l" r="r" t="t"/>
              <a:pathLst>
                <a:path extrusionOk="0" h="855" w="855">
                  <a:moveTo>
                    <a:pt x="426" y="0"/>
                  </a:moveTo>
                  <a:cubicBezTo>
                    <a:pt x="190" y="0"/>
                    <a:pt x="0" y="194"/>
                    <a:pt x="0" y="429"/>
                  </a:cubicBezTo>
                  <a:cubicBezTo>
                    <a:pt x="0" y="665"/>
                    <a:pt x="190" y="855"/>
                    <a:pt x="426" y="855"/>
                  </a:cubicBezTo>
                  <a:cubicBezTo>
                    <a:pt x="665" y="855"/>
                    <a:pt x="855" y="665"/>
                    <a:pt x="855" y="429"/>
                  </a:cubicBezTo>
                  <a:cubicBezTo>
                    <a:pt x="855" y="194"/>
                    <a:pt x="665" y="0"/>
                    <a:pt x="42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84"/>
            <p:cNvSpPr/>
            <p:nvPr/>
          </p:nvSpPr>
          <p:spPr>
            <a:xfrm>
              <a:off x="2576124" y="2977701"/>
              <a:ext cx="269910" cy="228888"/>
            </a:xfrm>
            <a:custGeom>
              <a:rect b="b" l="l" r="r" t="t"/>
              <a:pathLst>
                <a:path extrusionOk="0" h="8732" w="10297">
                  <a:moveTo>
                    <a:pt x="5444" y="1"/>
                  </a:moveTo>
                  <a:cubicBezTo>
                    <a:pt x="2093" y="1"/>
                    <a:pt x="1" y="2719"/>
                    <a:pt x="278" y="5757"/>
                  </a:cubicBezTo>
                  <a:cubicBezTo>
                    <a:pt x="337" y="6392"/>
                    <a:pt x="985" y="7580"/>
                    <a:pt x="2252" y="7580"/>
                  </a:cubicBezTo>
                  <a:cubicBezTo>
                    <a:pt x="2668" y="7580"/>
                    <a:pt x="3150" y="7452"/>
                    <a:pt x="3700" y="7135"/>
                  </a:cubicBezTo>
                  <a:cubicBezTo>
                    <a:pt x="4248" y="8120"/>
                    <a:pt x="5286" y="8732"/>
                    <a:pt x="6415" y="8732"/>
                  </a:cubicBezTo>
                  <a:cubicBezTo>
                    <a:pt x="8560" y="8732"/>
                    <a:pt x="10297" y="6995"/>
                    <a:pt x="10297" y="4853"/>
                  </a:cubicBezTo>
                  <a:cubicBezTo>
                    <a:pt x="10297" y="2174"/>
                    <a:pt x="8124" y="1"/>
                    <a:pt x="544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84"/>
            <p:cNvSpPr/>
            <p:nvPr/>
          </p:nvSpPr>
          <p:spPr>
            <a:xfrm>
              <a:off x="2576124" y="2977701"/>
              <a:ext cx="213789" cy="198560"/>
            </a:xfrm>
            <a:custGeom>
              <a:rect b="b" l="l" r="r" t="t"/>
              <a:pathLst>
                <a:path extrusionOk="0" h="7575" w="8156">
                  <a:moveTo>
                    <a:pt x="5461" y="1"/>
                  </a:moveTo>
                  <a:cubicBezTo>
                    <a:pt x="5456" y="1"/>
                    <a:pt x="5450" y="1"/>
                    <a:pt x="5444" y="1"/>
                  </a:cubicBezTo>
                  <a:cubicBezTo>
                    <a:pt x="2093" y="1"/>
                    <a:pt x="1" y="2719"/>
                    <a:pt x="278" y="5757"/>
                  </a:cubicBezTo>
                  <a:cubicBezTo>
                    <a:pt x="335" y="6372"/>
                    <a:pt x="946" y="7512"/>
                    <a:pt x="2142" y="7575"/>
                  </a:cubicBezTo>
                  <a:cubicBezTo>
                    <a:pt x="1783" y="7192"/>
                    <a:pt x="1590" y="6706"/>
                    <a:pt x="1558" y="6372"/>
                  </a:cubicBezTo>
                  <a:cubicBezTo>
                    <a:pt x="1281" y="3331"/>
                    <a:pt x="3376" y="612"/>
                    <a:pt x="6724" y="612"/>
                  </a:cubicBezTo>
                  <a:cubicBezTo>
                    <a:pt x="7209" y="612"/>
                    <a:pt x="7695" y="686"/>
                    <a:pt x="8155" y="830"/>
                  </a:cubicBezTo>
                  <a:cubicBezTo>
                    <a:pt x="7362" y="292"/>
                    <a:pt x="6422" y="1"/>
                    <a:pt x="546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84"/>
            <p:cNvSpPr/>
            <p:nvPr/>
          </p:nvSpPr>
          <p:spPr>
            <a:xfrm>
              <a:off x="2657618" y="3054844"/>
              <a:ext cx="127760" cy="104273"/>
            </a:xfrm>
            <a:custGeom>
              <a:rect b="b" l="l" r="r" t="t"/>
              <a:pathLst>
                <a:path extrusionOk="0" h="3978" w="4874">
                  <a:moveTo>
                    <a:pt x="2687" y="1"/>
                  </a:moveTo>
                  <a:cubicBezTo>
                    <a:pt x="1203" y="1"/>
                    <a:pt x="4" y="1203"/>
                    <a:pt x="0" y="2684"/>
                  </a:cubicBezTo>
                  <a:cubicBezTo>
                    <a:pt x="0" y="2793"/>
                    <a:pt x="88" y="2884"/>
                    <a:pt x="201" y="2884"/>
                  </a:cubicBezTo>
                  <a:cubicBezTo>
                    <a:pt x="310" y="2884"/>
                    <a:pt x="401" y="2796"/>
                    <a:pt x="401" y="2684"/>
                  </a:cubicBezTo>
                  <a:cubicBezTo>
                    <a:pt x="401" y="1421"/>
                    <a:pt x="1424" y="398"/>
                    <a:pt x="2687" y="398"/>
                  </a:cubicBezTo>
                  <a:cubicBezTo>
                    <a:pt x="3671" y="402"/>
                    <a:pt x="4473" y="1200"/>
                    <a:pt x="4473" y="2188"/>
                  </a:cubicBezTo>
                  <a:cubicBezTo>
                    <a:pt x="4473" y="2955"/>
                    <a:pt x="3851" y="3577"/>
                    <a:pt x="3084" y="3577"/>
                  </a:cubicBezTo>
                  <a:cubicBezTo>
                    <a:pt x="2490" y="3577"/>
                    <a:pt x="2011" y="3095"/>
                    <a:pt x="2011" y="2505"/>
                  </a:cubicBezTo>
                  <a:cubicBezTo>
                    <a:pt x="2011" y="2054"/>
                    <a:pt x="2377" y="1689"/>
                    <a:pt x="2827" y="1689"/>
                  </a:cubicBezTo>
                  <a:cubicBezTo>
                    <a:pt x="3095" y="1689"/>
                    <a:pt x="3095" y="1288"/>
                    <a:pt x="2827" y="1288"/>
                  </a:cubicBezTo>
                  <a:cubicBezTo>
                    <a:pt x="2156" y="1288"/>
                    <a:pt x="1611" y="1833"/>
                    <a:pt x="1611" y="2505"/>
                  </a:cubicBezTo>
                  <a:cubicBezTo>
                    <a:pt x="1611" y="3317"/>
                    <a:pt x="2272" y="3978"/>
                    <a:pt x="3084" y="3978"/>
                  </a:cubicBezTo>
                  <a:cubicBezTo>
                    <a:pt x="4072" y="3974"/>
                    <a:pt x="4870" y="3176"/>
                    <a:pt x="4874" y="2188"/>
                  </a:cubicBezTo>
                  <a:cubicBezTo>
                    <a:pt x="4870" y="978"/>
                    <a:pt x="3893" y="1"/>
                    <a:pt x="2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84"/>
            <p:cNvSpPr/>
            <p:nvPr/>
          </p:nvSpPr>
          <p:spPr>
            <a:xfrm>
              <a:off x="2744670" y="3101450"/>
              <a:ext cx="13631" cy="18952"/>
            </a:xfrm>
            <a:custGeom>
              <a:rect b="b" l="l" r="r" t="t"/>
              <a:pathLst>
                <a:path extrusionOk="0" h="723" w="520">
                  <a:moveTo>
                    <a:pt x="261" y="0"/>
                  </a:moveTo>
                  <a:cubicBezTo>
                    <a:pt x="131" y="0"/>
                    <a:pt x="0" y="123"/>
                    <a:pt x="72" y="283"/>
                  </a:cubicBezTo>
                  <a:cubicBezTo>
                    <a:pt x="104" y="361"/>
                    <a:pt x="122" y="442"/>
                    <a:pt x="122" y="523"/>
                  </a:cubicBezTo>
                  <a:cubicBezTo>
                    <a:pt x="118" y="635"/>
                    <a:pt x="210" y="723"/>
                    <a:pt x="319" y="723"/>
                  </a:cubicBezTo>
                  <a:cubicBezTo>
                    <a:pt x="431" y="723"/>
                    <a:pt x="519" y="635"/>
                    <a:pt x="519" y="526"/>
                  </a:cubicBezTo>
                  <a:cubicBezTo>
                    <a:pt x="519" y="389"/>
                    <a:pt x="494" y="255"/>
                    <a:pt x="442" y="129"/>
                  </a:cubicBezTo>
                  <a:cubicBezTo>
                    <a:pt x="405" y="38"/>
                    <a:pt x="33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84"/>
            <p:cNvSpPr/>
            <p:nvPr/>
          </p:nvSpPr>
          <p:spPr>
            <a:xfrm>
              <a:off x="2493449" y="2915682"/>
              <a:ext cx="357853" cy="318665"/>
            </a:xfrm>
            <a:custGeom>
              <a:rect b="b" l="l" r="r" t="t"/>
              <a:pathLst>
                <a:path extrusionOk="0" h="12157" w="13652">
                  <a:moveTo>
                    <a:pt x="843" y="400"/>
                  </a:moveTo>
                  <a:cubicBezTo>
                    <a:pt x="899" y="400"/>
                    <a:pt x="956" y="421"/>
                    <a:pt x="1002" y="468"/>
                  </a:cubicBezTo>
                  <a:cubicBezTo>
                    <a:pt x="1147" y="612"/>
                    <a:pt x="1045" y="854"/>
                    <a:pt x="841" y="854"/>
                  </a:cubicBezTo>
                  <a:cubicBezTo>
                    <a:pt x="718" y="854"/>
                    <a:pt x="616" y="752"/>
                    <a:pt x="616" y="629"/>
                  </a:cubicBezTo>
                  <a:cubicBezTo>
                    <a:pt x="616" y="491"/>
                    <a:pt x="727" y="400"/>
                    <a:pt x="843" y="400"/>
                  </a:cubicBezTo>
                  <a:close/>
                  <a:moveTo>
                    <a:pt x="2553" y="401"/>
                  </a:moveTo>
                  <a:cubicBezTo>
                    <a:pt x="2754" y="401"/>
                    <a:pt x="2856" y="647"/>
                    <a:pt x="2711" y="788"/>
                  </a:cubicBezTo>
                  <a:cubicBezTo>
                    <a:pt x="2665" y="834"/>
                    <a:pt x="2608" y="855"/>
                    <a:pt x="2552" y="855"/>
                  </a:cubicBezTo>
                  <a:cubicBezTo>
                    <a:pt x="2435" y="855"/>
                    <a:pt x="2325" y="765"/>
                    <a:pt x="2325" y="629"/>
                  </a:cubicBezTo>
                  <a:cubicBezTo>
                    <a:pt x="2325" y="503"/>
                    <a:pt x="2427" y="401"/>
                    <a:pt x="2553" y="401"/>
                  </a:cubicBezTo>
                  <a:close/>
                  <a:moveTo>
                    <a:pt x="8598" y="2563"/>
                  </a:moveTo>
                  <a:cubicBezTo>
                    <a:pt x="11165" y="2567"/>
                    <a:pt x="13247" y="4649"/>
                    <a:pt x="13250" y="7219"/>
                  </a:cubicBezTo>
                  <a:cubicBezTo>
                    <a:pt x="13247" y="9248"/>
                    <a:pt x="11601" y="10897"/>
                    <a:pt x="9569" y="10901"/>
                  </a:cubicBezTo>
                  <a:cubicBezTo>
                    <a:pt x="8943" y="10901"/>
                    <a:pt x="8331" y="10697"/>
                    <a:pt x="7828" y="10321"/>
                  </a:cubicBezTo>
                  <a:cubicBezTo>
                    <a:pt x="7339" y="9952"/>
                    <a:pt x="6977" y="9438"/>
                    <a:pt x="6794" y="8854"/>
                  </a:cubicBezTo>
                  <a:cubicBezTo>
                    <a:pt x="6764" y="8751"/>
                    <a:pt x="6685" y="8707"/>
                    <a:pt x="6606" y="8707"/>
                  </a:cubicBezTo>
                  <a:cubicBezTo>
                    <a:pt x="6482" y="8707"/>
                    <a:pt x="6357" y="8814"/>
                    <a:pt x="6411" y="8970"/>
                  </a:cubicBezTo>
                  <a:cubicBezTo>
                    <a:pt x="6460" y="9129"/>
                    <a:pt x="6520" y="9280"/>
                    <a:pt x="6590" y="9428"/>
                  </a:cubicBezTo>
                  <a:cubicBezTo>
                    <a:pt x="6146" y="9664"/>
                    <a:pt x="5735" y="9783"/>
                    <a:pt x="5362" y="9783"/>
                  </a:cubicBezTo>
                  <a:cubicBezTo>
                    <a:pt x="5097" y="9783"/>
                    <a:pt x="4851" y="9723"/>
                    <a:pt x="4624" y="9603"/>
                  </a:cubicBezTo>
                  <a:cubicBezTo>
                    <a:pt x="3970" y="9255"/>
                    <a:pt x="3668" y="8503"/>
                    <a:pt x="3633" y="8109"/>
                  </a:cubicBezTo>
                  <a:cubicBezTo>
                    <a:pt x="3492" y="6611"/>
                    <a:pt x="3956" y="5162"/>
                    <a:pt x="4906" y="4125"/>
                  </a:cubicBezTo>
                  <a:cubicBezTo>
                    <a:pt x="5820" y="3119"/>
                    <a:pt x="7132" y="2563"/>
                    <a:pt x="8598" y="2563"/>
                  </a:cubicBezTo>
                  <a:close/>
                  <a:moveTo>
                    <a:pt x="1695" y="3179"/>
                  </a:moveTo>
                  <a:cubicBezTo>
                    <a:pt x="2173" y="3182"/>
                    <a:pt x="2564" y="3569"/>
                    <a:pt x="2564" y="4047"/>
                  </a:cubicBezTo>
                  <a:lnTo>
                    <a:pt x="2564" y="6825"/>
                  </a:lnTo>
                  <a:cubicBezTo>
                    <a:pt x="2560" y="7321"/>
                    <a:pt x="2810" y="7785"/>
                    <a:pt x="3221" y="8060"/>
                  </a:cubicBezTo>
                  <a:cubicBezTo>
                    <a:pt x="3221" y="8088"/>
                    <a:pt x="3228" y="8116"/>
                    <a:pt x="3228" y="8141"/>
                  </a:cubicBezTo>
                  <a:cubicBezTo>
                    <a:pt x="3274" y="8640"/>
                    <a:pt x="3633" y="9533"/>
                    <a:pt x="4431" y="9955"/>
                  </a:cubicBezTo>
                  <a:cubicBezTo>
                    <a:pt x="4716" y="10103"/>
                    <a:pt x="5032" y="10180"/>
                    <a:pt x="5352" y="10180"/>
                  </a:cubicBezTo>
                  <a:cubicBezTo>
                    <a:pt x="5880" y="10180"/>
                    <a:pt x="6383" y="9990"/>
                    <a:pt x="6784" y="9776"/>
                  </a:cubicBezTo>
                  <a:cubicBezTo>
                    <a:pt x="6998" y="10110"/>
                    <a:pt x="7269" y="10402"/>
                    <a:pt x="7585" y="10641"/>
                  </a:cubicBezTo>
                  <a:cubicBezTo>
                    <a:pt x="8155" y="11070"/>
                    <a:pt x="8851" y="11302"/>
                    <a:pt x="9565" y="11302"/>
                  </a:cubicBezTo>
                  <a:cubicBezTo>
                    <a:pt x="10325" y="11302"/>
                    <a:pt x="11070" y="11087"/>
                    <a:pt x="11714" y="10686"/>
                  </a:cubicBezTo>
                  <a:lnTo>
                    <a:pt x="12723" y="11355"/>
                  </a:lnTo>
                  <a:cubicBezTo>
                    <a:pt x="12892" y="11478"/>
                    <a:pt x="12811" y="11748"/>
                    <a:pt x="12600" y="11755"/>
                  </a:cubicBezTo>
                  <a:lnTo>
                    <a:pt x="5331" y="11755"/>
                  </a:lnTo>
                  <a:cubicBezTo>
                    <a:pt x="3081" y="11752"/>
                    <a:pt x="1259" y="9930"/>
                    <a:pt x="1256" y="7680"/>
                  </a:cubicBezTo>
                  <a:lnTo>
                    <a:pt x="1256" y="5299"/>
                  </a:lnTo>
                  <a:cubicBezTo>
                    <a:pt x="1330" y="5310"/>
                    <a:pt x="1407" y="5317"/>
                    <a:pt x="1484" y="5317"/>
                  </a:cubicBezTo>
                  <a:cubicBezTo>
                    <a:pt x="1748" y="5317"/>
                    <a:pt x="1748" y="4916"/>
                    <a:pt x="1484" y="4916"/>
                  </a:cubicBezTo>
                  <a:cubicBezTo>
                    <a:pt x="886" y="4916"/>
                    <a:pt x="401" y="4431"/>
                    <a:pt x="401" y="3833"/>
                  </a:cubicBezTo>
                  <a:lnTo>
                    <a:pt x="401" y="3618"/>
                  </a:lnTo>
                  <a:cubicBezTo>
                    <a:pt x="401" y="3376"/>
                    <a:pt x="598" y="3179"/>
                    <a:pt x="841" y="3179"/>
                  </a:cubicBezTo>
                  <a:close/>
                  <a:moveTo>
                    <a:pt x="2554" y="0"/>
                  </a:moveTo>
                  <a:cubicBezTo>
                    <a:pt x="2313" y="0"/>
                    <a:pt x="2084" y="139"/>
                    <a:pt x="1980" y="369"/>
                  </a:cubicBezTo>
                  <a:cubicBezTo>
                    <a:pt x="1853" y="647"/>
                    <a:pt x="1948" y="978"/>
                    <a:pt x="2202" y="1150"/>
                  </a:cubicBezTo>
                  <a:lnTo>
                    <a:pt x="1868" y="2792"/>
                  </a:lnTo>
                  <a:cubicBezTo>
                    <a:pt x="1808" y="2781"/>
                    <a:pt x="1751" y="2778"/>
                    <a:pt x="1695" y="2778"/>
                  </a:cubicBezTo>
                  <a:lnTo>
                    <a:pt x="1526" y="2778"/>
                  </a:lnTo>
                  <a:lnTo>
                    <a:pt x="1189" y="1153"/>
                  </a:lnTo>
                  <a:cubicBezTo>
                    <a:pt x="1442" y="981"/>
                    <a:pt x="1540" y="651"/>
                    <a:pt x="1414" y="373"/>
                  </a:cubicBezTo>
                  <a:cubicBezTo>
                    <a:pt x="1311" y="143"/>
                    <a:pt x="1083" y="3"/>
                    <a:pt x="842" y="3"/>
                  </a:cubicBezTo>
                  <a:cubicBezTo>
                    <a:pt x="788" y="3"/>
                    <a:pt x="733" y="10"/>
                    <a:pt x="679" y="25"/>
                  </a:cubicBezTo>
                  <a:cubicBezTo>
                    <a:pt x="384" y="102"/>
                    <a:pt x="187" y="387"/>
                    <a:pt x="218" y="693"/>
                  </a:cubicBezTo>
                  <a:cubicBezTo>
                    <a:pt x="246" y="999"/>
                    <a:pt x="493" y="1238"/>
                    <a:pt x="802" y="1255"/>
                  </a:cubicBezTo>
                  <a:lnTo>
                    <a:pt x="1119" y="2781"/>
                  </a:lnTo>
                  <a:lnTo>
                    <a:pt x="841" y="2781"/>
                  </a:lnTo>
                  <a:cubicBezTo>
                    <a:pt x="377" y="2781"/>
                    <a:pt x="0" y="3158"/>
                    <a:pt x="0" y="3622"/>
                  </a:cubicBezTo>
                  <a:lnTo>
                    <a:pt x="0" y="3836"/>
                  </a:lnTo>
                  <a:cubicBezTo>
                    <a:pt x="0" y="4410"/>
                    <a:pt x="334" y="4934"/>
                    <a:pt x="855" y="5176"/>
                  </a:cubicBezTo>
                  <a:lnTo>
                    <a:pt x="855" y="7683"/>
                  </a:lnTo>
                  <a:cubicBezTo>
                    <a:pt x="858" y="10152"/>
                    <a:pt x="2859" y="12153"/>
                    <a:pt x="5328" y="12156"/>
                  </a:cubicBezTo>
                  <a:lnTo>
                    <a:pt x="12603" y="12156"/>
                  </a:lnTo>
                  <a:cubicBezTo>
                    <a:pt x="12606" y="12156"/>
                    <a:pt x="12609" y="12156"/>
                    <a:pt x="12611" y="12156"/>
                  </a:cubicBezTo>
                  <a:cubicBezTo>
                    <a:pt x="13221" y="12156"/>
                    <a:pt x="13459" y="11360"/>
                    <a:pt x="12944" y="11024"/>
                  </a:cubicBezTo>
                  <a:lnTo>
                    <a:pt x="12948" y="11024"/>
                  </a:lnTo>
                  <a:lnTo>
                    <a:pt x="12072" y="10440"/>
                  </a:lnTo>
                  <a:cubicBezTo>
                    <a:pt x="13067" y="9667"/>
                    <a:pt x="13651" y="8478"/>
                    <a:pt x="13651" y="7219"/>
                  </a:cubicBezTo>
                  <a:cubicBezTo>
                    <a:pt x="13644" y="4431"/>
                    <a:pt x="11387" y="2170"/>
                    <a:pt x="8598" y="2166"/>
                  </a:cubicBezTo>
                  <a:cubicBezTo>
                    <a:pt x="7019" y="2166"/>
                    <a:pt x="5602" y="2767"/>
                    <a:pt x="4610" y="3854"/>
                  </a:cubicBezTo>
                  <a:cubicBezTo>
                    <a:pt x="3721" y="4828"/>
                    <a:pt x="3228" y="6133"/>
                    <a:pt x="3207" y="7511"/>
                  </a:cubicBezTo>
                  <a:cubicBezTo>
                    <a:pt x="3049" y="7318"/>
                    <a:pt x="2965" y="7075"/>
                    <a:pt x="2965" y="6825"/>
                  </a:cubicBezTo>
                  <a:lnTo>
                    <a:pt x="2965" y="4047"/>
                  </a:lnTo>
                  <a:cubicBezTo>
                    <a:pt x="2965" y="3562"/>
                    <a:pt x="2687" y="3119"/>
                    <a:pt x="2251" y="2908"/>
                  </a:cubicBezTo>
                  <a:lnTo>
                    <a:pt x="2588" y="1255"/>
                  </a:lnTo>
                  <a:cubicBezTo>
                    <a:pt x="2898" y="1234"/>
                    <a:pt x="3144" y="999"/>
                    <a:pt x="3176" y="693"/>
                  </a:cubicBezTo>
                  <a:cubicBezTo>
                    <a:pt x="3207" y="387"/>
                    <a:pt x="3010" y="102"/>
                    <a:pt x="2715" y="21"/>
                  </a:cubicBezTo>
                  <a:cubicBezTo>
                    <a:pt x="2662" y="7"/>
                    <a:pt x="2608" y="0"/>
                    <a:pt x="25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1" name="Google Shape;16051;p84"/>
          <p:cNvGrpSpPr/>
          <p:nvPr/>
        </p:nvGrpSpPr>
        <p:grpSpPr>
          <a:xfrm>
            <a:off x="1399523" y="2966141"/>
            <a:ext cx="359583" cy="217695"/>
            <a:chOff x="1399523" y="2966141"/>
            <a:chExt cx="359583" cy="217695"/>
          </a:xfrm>
        </p:grpSpPr>
        <p:sp>
          <p:nvSpPr>
            <p:cNvPr id="16052" name="Google Shape;16052;p84"/>
            <p:cNvSpPr/>
            <p:nvPr/>
          </p:nvSpPr>
          <p:spPr>
            <a:xfrm>
              <a:off x="1455644" y="3082499"/>
              <a:ext cx="260710" cy="74312"/>
            </a:xfrm>
            <a:custGeom>
              <a:rect b="b" l="l" r="r" t="t"/>
              <a:pathLst>
                <a:path extrusionOk="0" h="2835" w="9946">
                  <a:moveTo>
                    <a:pt x="1" y="1"/>
                  </a:moveTo>
                  <a:lnTo>
                    <a:pt x="1" y="2350"/>
                  </a:lnTo>
                  <a:cubicBezTo>
                    <a:pt x="1327" y="2678"/>
                    <a:pt x="2832" y="2834"/>
                    <a:pt x="4289" y="2834"/>
                  </a:cubicBezTo>
                  <a:cubicBezTo>
                    <a:pt x="6470" y="2834"/>
                    <a:pt x="8541" y="2483"/>
                    <a:pt x="9734" y="1829"/>
                  </a:cubicBezTo>
                  <a:cubicBezTo>
                    <a:pt x="9917" y="1734"/>
                    <a:pt x="9945" y="1488"/>
                    <a:pt x="9794" y="1351"/>
                  </a:cubicBezTo>
                  <a:lnTo>
                    <a:pt x="9010" y="658"/>
                  </a:lnTo>
                  <a:lnTo>
                    <a:pt x="1"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84"/>
            <p:cNvSpPr/>
            <p:nvPr/>
          </p:nvSpPr>
          <p:spPr>
            <a:xfrm>
              <a:off x="1455565" y="3082420"/>
              <a:ext cx="256804" cy="66947"/>
            </a:xfrm>
            <a:custGeom>
              <a:rect b="b" l="l" r="r" t="t"/>
              <a:pathLst>
                <a:path extrusionOk="0" h="2554" w="9797">
                  <a:moveTo>
                    <a:pt x="0" y="0"/>
                  </a:moveTo>
                  <a:lnTo>
                    <a:pt x="0" y="2356"/>
                  </a:lnTo>
                  <a:cubicBezTo>
                    <a:pt x="306" y="2430"/>
                    <a:pt x="623" y="2497"/>
                    <a:pt x="942" y="2553"/>
                  </a:cubicBezTo>
                  <a:cubicBezTo>
                    <a:pt x="1284" y="2149"/>
                    <a:pt x="1586" y="1713"/>
                    <a:pt x="1843" y="1252"/>
                  </a:cubicBezTo>
                  <a:cubicBezTo>
                    <a:pt x="1916" y="1114"/>
                    <a:pt x="2059" y="1032"/>
                    <a:pt x="2214" y="1032"/>
                  </a:cubicBezTo>
                  <a:cubicBezTo>
                    <a:pt x="2236" y="1032"/>
                    <a:pt x="2259" y="1034"/>
                    <a:pt x="2282" y="1038"/>
                  </a:cubicBezTo>
                  <a:cubicBezTo>
                    <a:pt x="3946" y="1301"/>
                    <a:pt x="5837" y="1431"/>
                    <a:pt x="7937" y="1431"/>
                  </a:cubicBezTo>
                  <a:cubicBezTo>
                    <a:pt x="8622" y="1431"/>
                    <a:pt x="9248" y="1417"/>
                    <a:pt x="9779" y="1396"/>
                  </a:cubicBezTo>
                  <a:lnTo>
                    <a:pt x="9797" y="1354"/>
                  </a:lnTo>
                  <a:lnTo>
                    <a:pt x="9013" y="661"/>
                  </a:lnTo>
                  <a:lnTo>
                    <a:pt x="0" y="0"/>
                  </a:ln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84"/>
            <p:cNvSpPr/>
            <p:nvPr/>
          </p:nvSpPr>
          <p:spPr>
            <a:xfrm>
              <a:off x="1443953" y="3047662"/>
              <a:ext cx="300867" cy="61128"/>
            </a:xfrm>
            <a:custGeom>
              <a:rect b="b" l="l" r="r" t="t"/>
              <a:pathLst>
                <a:path extrusionOk="0" h="2332" w="11478">
                  <a:moveTo>
                    <a:pt x="4149" y="0"/>
                  </a:moveTo>
                  <a:cubicBezTo>
                    <a:pt x="2874" y="0"/>
                    <a:pt x="1483" y="175"/>
                    <a:pt x="0" y="616"/>
                  </a:cubicBezTo>
                  <a:lnTo>
                    <a:pt x="879" y="1551"/>
                  </a:lnTo>
                  <a:cubicBezTo>
                    <a:pt x="3367" y="2181"/>
                    <a:pt x="6194" y="2331"/>
                    <a:pt x="8384" y="2331"/>
                  </a:cubicBezTo>
                  <a:cubicBezTo>
                    <a:pt x="9608" y="2331"/>
                    <a:pt x="10632" y="2284"/>
                    <a:pt x="11288" y="2248"/>
                  </a:cubicBezTo>
                  <a:cubicBezTo>
                    <a:pt x="11432" y="2240"/>
                    <a:pt x="11478" y="2047"/>
                    <a:pt x="11351" y="1973"/>
                  </a:cubicBezTo>
                  <a:cubicBezTo>
                    <a:pt x="10023" y="1197"/>
                    <a:pt x="7483" y="0"/>
                    <a:pt x="4149"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4"/>
            <p:cNvSpPr/>
            <p:nvPr/>
          </p:nvSpPr>
          <p:spPr>
            <a:xfrm>
              <a:off x="1404766" y="3061031"/>
              <a:ext cx="67235" cy="95151"/>
            </a:xfrm>
            <a:custGeom>
              <a:rect b="b" l="l" r="r" t="t"/>
              <a:pathLst>
                <a:path extrusionOk="0" h="3630" w="2565">
                  <a:moveTo>
                    <a:pt x="1281" y="0"/>
                  </a:moveTo>
                  <a:cubicBezTo>
                    <a:pt x="574" y="0"/>
                    <a:pt x="1" y="433"/>
                    <a:pt x="1" y="1495"/>
                  </a:cubicBezTo>
                  <a:cubicBezTo>
                    <a:pt x="1" y="2557"/>
                    <a:pt x="641" y="3629"/>
                    <a:pt x="1281" y="3629"/>
                  </a:cubicBezTo>
                  <a:cubicBezTo>
                    <a:pt x="1924" y="3629"/>
                    <a:pt x="2564" y="2557"/>
                    <a:pt x="2564" y="1495"/>
                  </a:cubicBezTo>
                  <a:cubicBezTo>
                    <a:pt x="2564" y="433"/>
                    <a:pt x="1991" y="0"/>
                    <a:pt x="128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4"/>
            <p:cNvSpPr/>
            <p:nvPr/>
          </p:nvSpPr>
          <p:spPr>
            <a:xfrm>
              <a:off x="1513338" y="3020742"/>
              <a:ext cx="129175" cy="143566"/>
            </a:xfrm>
            <a:custGeom>
              <a:rect b="b" l="l" r="r" t="t"/>
              <a:pathLst>
                <a:path extrusionOk="0" h="5477" w="4928">
                  <a:moveTo>
                    <a:pt x="4469" y="0"/>
                  </a:moveTo>
                  <a:cubicBezTo>
                    <a:pt x="4354" y="0"/>
                    <a:pt x="4237" y="47"/>
                    <a:pt x="4150" y="145"/>
                  </a:cubicBezTo>
                  <a:lnTo>
                    <a:pt x="106" y="4741"/>
                  </a:lnTo>
                  <a:cubicBezTo>
                    <a:pt x="1" y="4860"/>
                    <a:pt x="22" y="5043"/>
                    <a:pt x="156" y="5135"/>
                  </a:cubicBezTo>
                  <a:cubicBezTo>
                    <a:pt x="386" y="5284"/>
                    <a:pt x="752" y="5476"/>
                    <a:pt x="1129" y="5476"/>
                  </a:cubicBezTo>
                  <a:cubicBezTo>
                    <a:pt x="1373" y="5476"/>
                    <a:pt x="1621" y="5395"/>
                    <a:pt x="1840" y="5170"/>
                  </a:cubicBezTo>
                  <a:cubicBezTo>
                    <a:pt x="2093" y="4906"/>
                    <a:pt x="3767" y="2357"/>
                    <a:pt x="4818" y="736"/>
                  </a:cubicBezTo>
                  <a:cubicBezTo>
                    <a:pt x="4906" y="602"/>
                    <a:pt x="4927" y="433"/>
                    <a:pt x="4871" y="282"/>
                  </a:cubicBezTo>
                  <a:cubicBezTo>
                    <a:pt x="4804" y="100"/>
                    <a:pt x="4638" y="0"/>
                    <a:pt x="44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84"/>
            <p:cNvSpPr/>
            <p:nvPr/>
          </p:nvSpPr>
          <p:spPr>
            <a:xfrm>
              <a:off x="1427177" y="3083416"/>
              <a:ext cx="27943" cy="33578"/>
            </a:xfrm>
            <a:custGeom>
              <a:rect b="b" l="l" r="r" t="t"/>
              <a:pathLst>
                <a:path extrusionOk="0" h="1281" w="1066">
                  <a:moveTo>
                    <a:pt x="531" y="1"/>
                  </a:moveTo>
                  <a:cubicBezTo>
                    <a:pt x="236" y="1"/>
                    <a:pt x="0" y="240"/>
                    <a:pt x="0" y="535"/>
                  </a:cubicBezTo>
                  <a:lnTo>
                    <a:pt x="0" y="746"/>
                  </a:lnTo>
                  <a:cubicBezTo>
                    <a:pt x="0" y="1042"/>
                    <a:pt x="236" y="1281"/>
                    <a:pt x="531" y="1281"/>
                  </a:cubicBezTo>
                  <a:cubicBezTo>
                    <a:pt x="826" y="1281"/>
                    <a:pt x="1066" y="1042"/>
                    <a:pt x="1066" y="746"/>
                  </a:cubicBezTo>
                  <a:lnTo>
                    <a:pt x="1066" y="535"/>
                  </a:ln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84"/>
            <p:cNvSpPr/>
            <p:nvPr/>
          </p:nvSpPr>
          <p:spPr>
            <a:xfrm>
              <a:off x="1443953" y="3083704"/>
              <a:ext cx="11167" cy="22150"/>
            </a:xfrm>
            <a:custGeom>
              <a:rect b="b" l="l" r="r" t="t"/>
              <a:pathLst>
                <a:path extrusionOk="0" h="845" w="426">
                  <a:moveTo>
                    <a:pt x="0" y="0"/>
                  </a:moveTo>
                  <a:lnTo>
                    <a:pt x="0" y="630"/>
                  </a:lnTo>
                  <a:cubicBezTo>
                    <a:pt x="0" y="746"/>
                    <a:pt x="95" y="844"/>
                    <a:pt x="215" y="844"/>
                  </a:cubicBezTo>
                  <a:cubicBezTo>
                    <a:pt x="331" y="844"/>
                    <a:pt x="426" y="746"/>
                    <a:pt x="426" y="630"/>
                  </a:cubicBezTo>
                  <a:lnTo>
                    <a:pt x="426" y="521"/>
                  </a:lnTo>
                  <a:cubicBezTo>
                    <a:pt x="426" y="268"/>
                    <a:pt x="250" y="5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84"/>
            <p:cNvSpPr/>
            <p:nvPr/>
          </p:nvSpPr>
          <p:spPr>
            <a:xfrm>
              <a:off x="1438318" y="3088947"/>
              <a:ext cx="11193" cy="11271"/>
            </a:xfrm>
            <a:custGeom>
              <a:rect b="b" l="l" r="r" t="t"/>
              <a:pathLst>
                <a:path extrusionOk="0" h="430" w="427">
                  <a:moveTo>
                    <a:pt x="215" y="1"/>
                  </a:moveTo>
                  <a:cubicBezTo>
                    <a:pt x="95" y="1"/>
                    <a:pt x="1" y="99"/>
                    <a:pt x="1" y="215"/>
                  </a:cubicBezTo>
                  <a:cubicBezTo>
                    <a:pt x="1" y="335"/>
                    <a:pt x="95" y="430"/>
                    <a:pt x="215" y="430"/>
                  </a:cubicBezTo>
                  <a:cubicBezTo>
                    <a:pt x="331" y="430"/>
                    <a:pt x="426" y="335"/>
                    <a:pt x="426" y="215"/>
                  </a:cubicBezTo>
                  <a:cubicBezTo>
                    <a:pt x="426" y="99"/>
                    <a:pt x="331" y="1"/>
                    <a:pt x="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4"/>
            <p:cNvSpPr/>
            <p:nvPr/>
          </p:nvSpPr>
          <p:spPr>
            <a:xfrm>
              <a:off x="1404766" y="3066011"/>
              <a:ext cx="52294" cy="90250"/>
            </a:xfrm>
            <a:custGeom>
              <a:rect b="b" l="l" r="r" t="t"/>
              <a:pathLst>
                <a:path extrusionOk="0" h="3443" w="1995">
                  <a:moveTo>
                    <a:pt x="567" y="0"/>
                  </a:moveTo>
                  <a:lnTo>
                    <a:pt x="567" y="0"/>
                  </a:lnTo>
                  <a:cubicBezTo>
                    <a:pt x="222" y="222"/>
                    <a:pt x="1" y="640"/>
                    <a:pt x="1" y="1305"/>
                  </a:cubicBezTo>
                  <a:cubicBezTo>
                    <a:pt x="1" y="2367"/>
                    <a:pt x="641" y="3443"/>
                    <a:pt x="1281" y="3443"/>
                  </a:cubicBezTo>
                  <a:cubicBezTo>
                    <a:pt x="1534" y="3443"/>
                    <a:pt x="1783" y="3274"/>
                    <a:pt x="1994" y="3010"/>
                  </a:cubicBezTo>
                  <a:cubicBezTo>
                    <a:pt x="1207" y="2982"/>
                    <a:pt x="426" y="1860"/>
                    <a:pt x="426" y="753"/>
                  </a:cubicBezTo>
                  <a:cubicBezTo>
                    <a:pt x="423" y="496"/>
                    <a:pt x="468" y="239"/>
                    <a:pt x="567"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4"/>
            <p:cNvSpPr/>
            <p:nvPr/>
          </p:nvSpPr>
          <p:spPr>
            <a:xfrm>
              <a:off x="1421909" y="3078174"/>
              <a:ext cx="38454" cy="44089"/>
            </a:xfrm>
            <a:custGeom>
              <a:rect b="b" l="l" r="r" t="t"/>
              <a:pathLst>
                <a:path extrusionOk="0" h="1682" w="1467">
                  <a:moveTo>
                    <a:pt x="732" y="0"/>
                  </a:moveTo>
                  <a:cubicBezTo>
                    <a:pt x="328" y="0"/>
                    <a:pt x="1" y="327"/>
                    <a:pt x="1" y="735"/>
                  </a:cubicBezTo>
                  <a:lnTo>
                    <a:pt x="1" y="946"/>
                  </a:lnTo>
                  <a:cubicBezTo>
                    <a:pt x="1" y="1354"/>
                    <a:pt x="328" y="1681"/>
                    <a:pt x="732" y="1681"/>
                  </a:cubicBezTo>
                  <a:cubicBezTo>
                    <a:pt x="1140" y="1681"/>
                    <a:pt x="1467" y="1354"/>
                    <a:pt x="1467" y="946"/>
                  </a:cubicBezTo>
                  <a:lnTo>
                    <a:pt x="1467" y="841"/>
                  </a:lnTo>
                  <a:cubicBezTo>
                    <a:pt x="1467" y="707"/>
                    <a:pt x="1368" y="640"/>
                    <a:pt x="1268" y="640"/>
                  </a:cubicBezTo>
                  <a:cubicBezTo>
                    <a:pt x="1169" y="640"/>
                    <a:pt x="1070" y="707"/>
                    <a:pt x="1070" y="841"/>
                  </a:cubicBezTo>
                  <a:lnTo>
                    <a:pt x="1070" y="946"/>
                  </a:lnTo>
                  <a:cubicBezTo>
                    <a:pt x="1063" y="1126"/>
                    <a:pt x="915" y="1270"/>
                    <a:pt x="732" y="1270"/>
                  </a:cubicBezTo>
                  <a:cubicBezTo>
                    <a:pt x="553" y="1270"/>
                    <a:pt x="405" y="1126"/>
                    <a:pt x="398" y="946"/>
                  </a:cubicBezTo>
                  <a:lnTo>
                    <a:pt x="398" y="735"/>
                  </a:lnTo>
                  <a:cubicBezTo>
                    <a:pt x="398" y="549"/>
                    <a:pt x="549" y="401"/>
                    <a:pt x="732" y="401"/>
                  </a:cubicBezTo>
                  <a:cubicBezTo>
                    <a:pt x="999" y="398"/>
                    <a:pt x="999" y="0"/>
                    <a:pt x="7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84"/>
            <p:cNvSpPr/>
            <p:nvPr/>
          </p:nvSpPr>
          <p:spPr>
            <a:xfrm>
              <a:off x="1399523" y="2966141"/>
              <a:ext cx="359583" cy="217695"/>
            </a:xfrm>
            <a:custGeom>
              <a:rect b="b" l="l" r="r" t="t"/>
              <a:pathLst>
                <a:path extrusionOk="0" h="8305" w="13718">
                  <a:moveTo>
                    <a:pt x="9255" y="3068"/>
                  </a:moveTo>
                  <a:lnTo>
                    <a:pt x="9368" y="3371"/>
                  </a:lnTo>
                  <a:cubicBezTo>
                    <a:pt x="9280" y="3350"/>
                    <a:pt x="9192" y="3329"/>
                    <a:pt x="9101" y="3307"/>
                  </a:cubicBezTo>
                  <a:lnTo>
                    <a:pt x="9255" y="3068"/>
                  </a:lnTo>
                  <a:close/>
                  <a:moveTo>
                    <a:pt x="5535" y="3332"/>
                  </a:moveTo>
                  <a:lnTo>
                    <a:pt x="5535" y="3332"/>
                  </a:lnTo>
                  <a:cubicBezTo>
                    <a:pt x="5159" y="3782"/>
                    <a:pt x="3879" y="4232"/>
                    <a:pt x="2880" y="4457"/>
                  </a:cubicBezTo>
                  <a:cubicBezTo>
                    <a:pt x="2817" y="4222"/>
                    <a:pt x="2697" y="4007"/>
                    <a:pt x="2532" y="3831"/>
                  </a:cubicBezTo>
                  <a:cubicBezTo>
                    <a:pt x="2490" y="3786"/>
                    <a:pt x="2444" y="3743"/>
                    <a:pt x="2398" y="3708"/>
                  </a:cubicBezTo>
                  <a:cubicBezTo>
                    <a:pt x="3425" y="3469"/>
                    <a:pt x="4477" y="3343"/>
                    <a:pt x="5535" y="3332"/>
                  </a:cubicBezTo>
                  <a:close/>
                  <a:moveTo>
                    <a:pt x="5989" y="3336"/>
                  </a:moveTo>
                  <a:cubicBezTo>
                    <a:pt x="6372" y="3339"/>
                    <a:pt x="6773" y="3364"/>
                    <a:pt x="7191" y="3402"/>
                  </a:cubicBezTo>
                  <a:lnTo>
                    <a:pt x="5788" y="4995"/>
                  </a:lnTo>
                  <a:cubicBezTo>
                    <a:pt x="4856" y="4893"/>
                    <a:pt x="4128" y="4770"/>
                    <a:pt x="3626" y="4675"/>
                  </a:cubicBezTo>
                  <a:cubicBezTo>
                    <a:pt x="3840" y="4612"/>
                    <a:pt x="4079" y="4538"/>
                    <a:pt x="4318" y="4454"/>
                  </a:cubicBezTo>
                  <a:cubicBezTo>
                    <a:pt x="5285" y="4109"/>
                    <a:pt x="5834" y="3740"/>
                    <a:pt x="5989" y="3336"/>
                  </a:cubicBezTo>
                  <a:close/>
                  <a:moveTo>
                    <a:pt x="10011" y="3965"/>
                  </a:moveTo>
                  <a:lnTo>
                    <a:pt x="10011" y="3965"/>
                  </a:lnTo>
                  <a:cubicBezTo>
                    <a:pt x="10978" y="4264"/>
                    <a:pt x="11907" y="4665"/>
                    <a:pt x="12786" y="5164"/>
                  </a:cubicBezTo>
                  <a:cubicBezTo>
                    <a:pt x="12005" y="5206"/>
                    <a:pt x="11232" y="5224"/>
                    <a:pt x="10472" y="5227"/>
                  </a:cubicBezTo>
                  <a:lnTo>
                    <a:pt x="10011" y="3965"/>
                  </a:lnTo>
                  <a:close/>
                  <a:moveTo>
                    <a:pt x="11393" y="5614"/>
                  </a:moveTo>
                  <a:lnTo>
                    <a:pt x="11875" y="6015"/>
                  </a:lnTo>
                  <a:cubicBezTo>
                    <a:pt x="11566" y="6177"/>
                    <a:pt x="11242" y="6318"/>
                    <a:pt x="10915" y="6434"/>
                  </a:cubicBezTo>
                  <a:lnTo>
                    <a:pt x="10620" y="5628"/>
                  </a:lnTo>
                  <a:cubicBezTo>
                    <a:pt x="10876" y="5625"/>
                    <a:pt x="11133" y="5621"/>
                    <a:pt x="11393" y="5614"/>
                  </a:cubicBezTo>
                  <a:close/>
                  <a:moveTo>
                    <a:pt x="2957" y="4943"/>
                  </a:moveTo>
                  <a:cubicBezTo>
                    <a:pt x="3168" y="4992"/>
                    <a:pt x="3513" y="5066"/>
                    <a:pt x="3991" y="5147"/>
                  </a:cubicBezTo>
                  <a:cubicBezTo>
                    <a:pt x="3731" y="5730"/>
                    <a:pt x="3386" y="6272"/>
                    <a:pt x="2961" y="6750"/>
                  </a:cubicBezTo>
                  <a:cubicBezTo>
                    <a:pt x="2789" y="6722"/>
                    <a:pt x="2644" y="6694"/>
                    <a:pt x="2539" y="6673"/>
                  </a:cubicBezTo>
                  <a:cubicBezTo>
                    <a:pt x="2813" y="6198"/>
                    <a:pt x="2961" y="5660"/>
                    <a:pt x="2964" y="5115"/>
                  </a:cubicBezTo>
                  <a:cubicBezTo>
                    <a:pt x="2964" y="5055"/>
                    <a:pt x="2964" y="4999"/>
                    <a:pt x="2957" y="4943"/>
                  </a:cubicBezTo>
                  <a:close/>
                  <a:moveTo>
                    <a:pt x="4396" y="5213"/>
                  </a:moveTo>
                  <a:cubicBezTo>
                    <a:pt x="4712" y="5263"/>
                    <a:pt x="5067" y="5312"/>
                    <a:pt x="5468" y="5361"/>
                  </a:cubicBezTo>
                  <a:lnTo>
                    <a:pt x="4100" y="6915"/>
                  </a:lnTo>
                  <a:cubicBezTo>
                    <a:pt x="3854" y="6887"/>
                    <a:pt x="3629" y="6856"/>
                    <a:pt x="3425" y="6824"/>
                  </a:cubicBezTo>
                  <a:cubicBezTo>
                    <a:pt x="3826" y="6339"/>
                    <a:pt x="4153" y="5797"/>
                    <a:pt x="4396" y="5213"/>
                  </a:cubicBezTo>
                  <a:close/>
                  <a:moveTo>
                    <a:pt x="1481" y="3821"/>
                  </a:moveTo>
                  <a:cubicBezTo>
                    <a:pt x="2180" y="3821"/>
                    <a:pt x="2564" y="4281"/>
                    <a:pt x="2564" y="5118"/>
                  </a:cubicBezTo>
                  <a:cubicBezTo>
                    <a:pt x="2560" y="5597"/>
                    <a:pt x="2433" y="6064"/>
                    <a:pt x="2191" y="6479"/>
                  </a:cubicBezTo>
                  <a:cubicBezTo>
                    <a:pt x="1976" y="6838"/>
                    <a:pt x="1709" y="7052"/>
                    <a:pt x="1481" y="7052"/>
                  </a:cubicBezTo>
                  <a:cubicBezTo>
                    <a:pt x="1252" y="7052"/>
                    <a:pt x="988" y="6838"/>
                    <a:pt x="774" y="6479"/>
                  </a:cubicBezTo>
                  <a:cubicBezTo>
                    <a:pt x="531" y="6064"/>
                    <a:pt x="401" y="5597"/>
                    <a:pt x="401" y="5118"/>
                  </a:cubicBezTo>
                  <a:cubicBezTo>
                    <a:pt x="401" y="4281"/>
                    <a:pt x="784" y="3821"/>
                    <a:pt x="1481" y="3821"/>
                  </a:cubicBezTo>
                  <a:close/>
                  <a:moveTo>
                    <a:pt x="8869" y="3666"/>
                  </a:moveTo>
                  <a:cubicBezTo>
                    <a:pt x="9094" y="3715"/>
                    <a:pt x="9315" y="3768"/>
                    <a:pt x="9537" y="3828"/>
                  </a:cubicBezTo>
                  <a:lnTo>
                    <a:pt x="10047" y="5227"/>
                  </a:lnTo>
                  <a:lnTo>
                    <a:pt x="9818" y="5227"/>
                  </a:lnTo>
                  <a:cubicBezTo>
                    <a:pt x="9551" y="5227"/>
                    <a:pt x="9551" y="5628"/>
                    <a:pt x="9818" y="5628"/>
                  </a:cubicBezTo>
                  <a:lnTo>
                    <a:pt x="10198" y="5628"/>
                  </a:lnTo>
                  <a:lnTo>
                    <a:pt x="10539" y="6560"/>
                  </a:lnTo>
                  <a:cubicBezTo>
                    <a:pt x="10110" y="6690"/>
                    <a:pt x="9674" y="6792"/>
                    <a:pt x="9231" y="6866"/>
                  </a:cubicBezTo>
                  <a:lnTo>
                    <a:pt x="9234" y="6866"/>
                  </a:lnTo>
                  <a:cubicBezTo>
                    <a:pt x="8397" y="7007"/>
                    <a:pt x="7550" y="7074"/>
                    <a:pt x="6703" y="7074"/>
                  </a:cubicBezTo>
                  <a:cubicBezTo>
                    <a:pt x="6660" y="7074"/>
                    <a:pt x="6618" y="7074"/>
                    <a:pt x="6576" y="7074"/>
                  </a:cubicBezTo>
                  <a:cubicBezTo>
                    <a:pt x="6829" y="6729"/>
                    <a:pt x="7212" y="6163"/>
                    <a:pt x="7624" y="5551"/>
                  </a:cubicBezTo>
                  <a:cubicBezTo>
                    <a:pt x="8060" y="5576"/>
                    <a:pt x="8506" y="5597"/>
                    <a:pt x="8956" y="5611"/>
                  </a:cubicBezTo>
                  <a:lnTo>
                    <a:pt x="8964" y="5611"/>
                  </a:lnTo>
                  <a:cubicBezTo>
                    <a:pt x="9217" y="5600"/>
                    <a:pt x="9224" y="5224"/>
                    <a:pt x="8967" y="5210"/>
                  </a:cubicBezTo>
                  <a:cubicBezTo>
                    <a:pt x="8601" y="5199"/>
                    <a:pt x="8239" y="5185"/>
                    <a:pt x="7880" y="5164"/>
                  </a:cubicBezTo>
                  <a:cubicBezTo>
                    <a:pt x="8232" y="4637"/>
                    <a:pt x="8584" y="4102"/>
                    <a:pt x="8869" y="3666"/>
                  </a:cubicBezTo>
                  <a:close/>
                  <a:moveTo>
                    <a:pt x="8813" y="2283"/>
                  </a:moveTo>
                  <a:cubicBezTo>
                    <a:pt x="8901" y="2283"/>
                    <a:pt x="8988" y="2335"/>
                    <a:pt x="9023" y="2428"/>
                  </a:cubicBezTo>
                  <a:lnTo>
                    <a:pt x="9087" y="2597"/>
                  </a:lnTo>
                  <a:cubicBezTo>
                    <a:pt x="8299" y="3810"/>
                    <a:pt x="6333" y="6810"/>
                    <a:pt x="6038" y="7112"/>
                  </a:cubicBezTo>
                  <a:cubicBezTo>
                    <a:pt x="5878" y="7279"/>
                    <a:pt x="5689" y="7361"/>
                    <a:pt x="5468" y="7361"/>
                  </a:cubicBezTo>
                  <a:cubicBezTo>
                    <a:pt x="5329" y="7361"/>
                    <a:pt x="5177" y="7329"/>
                    <a:pt x="5011" y="7263"/>
                  </a:cubicBezTo>
                  <a:lnTo>
                    <a:pt x="5015" y="7263"/>
                  </a:lnTo>
                  <a:cubicBezTo>
                    <a:pt x="4849" y="7197"/>
                    <a:pt x="4695" y="7112"/>
                    <a:pt x="4550" y="7010"/>
                  </a:cubicBezTo>
                  <a:lnTo>
                    <a:pt x="8644" y="2362"/>
                  </a:lnTo>
                  <a:cubicBezTo>
                    <a:pt x="8690" y="2308"/>
                    <a:pt x="8752" y="2283"/>
                    <a:pt x="8813" y="2283"/>
                  </a:cubicBezTo>
                  <a:close/>
                  <a:moveTo>
                    <a:pt x="624" y="1"/>
                  </a:moveTo>
                  <a:cubicBezTo>
                    <a:pt x="579" y="1"/>
                    <a:pt x="532" y="18"/>
                    <a:pt x="489" y="58"/>
                  </a:cubicBezTo>
                  <a:cubicBezTo>
                    <a:pt x="468" y="76"/>
                    <a:pt x="0" y="554"/>
                    <a:pt x="0" y="1693"/>
                  </a:cubicBezTo>
                  <a:cubicBezTo>
                    <a:pt x="0" y="2674"/>
                    <a:pt x="464" y="3307"/>
                    <a:pt x="739" y="3596"/>
                  </a:cubicBezTo>
                  <a:cubicBezTo>
                    <a:pt x="626" y="3656"/>
                    <a:pt x="521" y="3736"/>
                    <a:pt x="433" y="3828"/>
                  </a:cubicBezTo>
                  <a:cubicBezTo>
                    <a:pt x="144" y="4127"/>
                    <a:pt x="0" y="4559"/>
                    <a:pt x="0" y="5115"/>
                  </a:cubicBezTo>
                  <a:cubicBezTo>
                    <a:pt x="4" y="5663"/>
                    <a:pt x="151" y="6205"/>
                    <a:pt x="429" y="6683"/>
                  </a:cubicBezTo>
                  <a:cubicBezTo>
                    <a:pt x="721" y="7168"/>
                    <a:pt x="1104" y="7450"/>
                    <a:pt x="1484" y="7450"/>
                  </a:cubicBezTo>
                  <a:cubicBezTo>
                    <a:pt x="1762" y="7450"/>
                    <a:pt x="2040" y="7299"/>
                    <a:pt x="2286" y="7024"/>
                  </a:cubicBezTo>
                  <a:cubicBezTo>
                    <a:pt x="2331" y="7035"/>
                    <a:pt x="2405" y="7052"/>
                    <a:pt x="2511" y="7074"/>
                  </a:cubicBezTo>
                  <a:lnTo>
                    <a:pt x="2015" y="7896"/>
                  </a:lnTo>
                  <a:cubicBezTo>
                    <a:pt x="2015" y="7903"/>
                    <a:pt x="2008" y="7903"/>
                    <a:pt x="2004" y="7903"/>
                  </a:cubicBezTo>
                  <a:lnTo>
                    <a:pt x="841" y="7903"/>
                  </a:lnTo>
                  <a:cubicBezTo>
                    <a:pt x="573" y="7903"/>
                    <a:pt x="573" y="8304"/>
                    <a:pt x="841" y="8304"/>
                  </a:cubicBezTo>
                  <a:lnTo>
                    <a:pt x="2001" y="8304"/>
                  </a:lnTo>
                  <a:cubicBezTo>
                    <a:pt x="2145" y="8304"/>
                    <a:pt x="2282" y="8227"/>
                    <a:pt x="2356" y="8104"/>
                  </a:cubicBezTo>
                  <a:lnTo>
                    <a:pt x="2926" y="7151"/>
                  </a:lnTo>
                  <a:cubicBezTo>
                    <a:pt x="3070" y="7176"/>
                    <a:pt x="3235" y="7200"/>
                    <a:pt x="3418" y="7228"/>
                  </a:cubicBezTo>
                  <a:lnTo>
                    <a:pt x="3418" y="7889"/>
                  </a:lnTo>
                  <a:cubicBezTo>
                    <a:pt x="3418" y="7900"/>
                    <a:pt x="3411" y="7903"/>
                    <a:pt x="3404" y="7903"/>
                  </a:cubicBezTo>
                  <a:lnTo>
                    <a:pt x="2975" y="7903"/>
                  </a:lnTo>
                  <a:cubicBezTo>
                    <a:pt x="2708" y="7903"/>
                    <a:pt x="2708" y="8304"/>
                    <a:pt x="2975" y="8304"/>
                  </a:cubicBezTo>
                  <a:lnTo>
                    <a:pt x="3404" y="8304"/>
                  </a:lnTo>
                  <a:cubicBezTo>
                    <a:pt x="3633" y="8304"/>
                    <a:pt x="3815" y="8118"/>
                    <a:pt x="3815" y="7889"/>
                  </a:cubicBezTo>
                  <a:lnTo>
                    <a:pt x="3815" y="7285"/>
                  </a:lnTo>
                  <a:cubicBezTo>
                    <a:pt x="3981" y="7306"/>
                    <a:pt x="4153" y="7323"/>
                    <a:pt x="4332" y="7344"/>
                  </a:cubicBezTo>
                  <a:cubicBezTo>
                    <a:pt x="4494" y="7457"/>
                    <a:pt x="4670" y="7555"/>
                    <a:pt x="4856" y="7629"/>
                  </a:cubicBezTo>
                  <a:cubicBezTo>
                    <a:pt x="5050" y="7710"/>
                    <a:pt x="5257" y="7756"/>
                    <a:pt x="5472" y="7759"/>
                  </a:cubicBezTo>
                  <a:cubicBezTo>
                    <a:pt x="5476" y="7759"/>
                    <a:pt x="5481" y="7759"/>
                    <a:pt x="5485" y="7759"/>
                  </a:cubicBezTo>
                  <a:cubicBezTo>
                    <a:pt x="5762" y="7759"/>
                    <a:pt x="6031" y="7654"/>
                    <a:pt x="6242" y="7467"/>
                  </a:cubicBezTo>
                  <a:cubicBezTo>
                    <a:pt x="6379" y="7471"/>
                    <a:pt x="6516" y="7471"/>
                    <a:pt x="6650" y="7471"/>
                  </a:cubicBezTo>
                  <a:cubicBezTo>
                    <a:pt x="8179" y="7471"/>
                    <a:pt x="9523" y="7292"/>
                    <a:pt x="10669" y="6936"/>
                  </a:cubicBezTo>
                  <a:lnTo>
                    <a:pt x="11021" y="7893"/>
                  </a:lnTo>
                  <a:cubicBezTo>
                    <a:pt x="11109" y="8139"/>
                    <a:pt x="11344" y="8304"/>
                    <a:pt x="11608" y="8304"/>
                  </a:cubicBezTo>
                  <a:lnTo>
                    <a:pt x="12803" y="8304"/>
                  </a:lnTo>
                  <a:cubicBezTo>
                    <a:pt x="13070" y="8304"/>
                    <a:pt x="13071" y="7907"/>
                    <a:pt x="12807" y="7907"/>
                  </a:cubicBezTo>
                  <a:cubicBezTo>
                    <a:pt x="12806" y="7907"/>
                    <a:pt x="12805" y="7907"/>
                    <a:pt x="12803" y="7907"/>
                  </a:cubicBezTo>
                  <a:lnTo>
                    <a:pt x="11608" y="7907"/>
                  </a:lnTo>
                  <a:cubicBezTo>
                    <a:pt x="11513" y="7903"/>
                    <a:pt x="11429" y="7844"/>
                    <a:pt x="11397" y="7756"/>
                  </a:cubicBezTo>
                  <a:lnTo>
                    <a:pt x="11049" y="6810"/>
                  </a:lnTo>
                  <a:cubicBezTo>
                    <a:pt x="11492" y="6652"/>
                    <a:pt x="11921" y="6455"/>
                    <a:pt x="12329" y="6223"/>
                  </a:cubicBezTo>
                  <a:cubicBezTo>
                    <a:pt x="12448" y="6152"/>
                    <a:pt x="12462" y="5983"/>
                    <a:pt x="12353" y="5896"/>
                  </a:cubicBezTo>
                  <a:lnTo>
                    <a:pt x="11998" y="5597"/>
                  </a:lnTo>
                  <a:cubicBezTo>
                    <a:pt x="12480" y="5579"/>
                    <a:pt x="12969" y="5558"/>
                    <a:pt x="13461" y="5526"/>
                  </a:cubicBezTo>
                  <a:cubicBezTo>
                    <a:pt x="13654" y="5516"/>
                    <a:pt x="13718" y="5263"/>
                    <a:pt x="13552" y="5157"/>
                  </a:cubicBezTo>
                  <a:lnTo>
                    <a:pt x="13552" y="5157"/>
                  </a:lnTo>
                  <a:lnTo>
                    <a:pt x="13552" y="5161"/>
                  </a:lnTo>
                  <a:cubicBezTo>
                    <a:pt x="12399" y="4433"/>
                    <a:pt x="11151" y="3874"/>
                    <a:pt x="9843" y="3497"/>
                  </a:cubicBezTo>
                  <a:lnTo>
                    <a:pt x="9400" y="2288"/>
                  </a:lnTo>
                  <a:cubicBezTo>
                    <a:pt x="9300" y="2026"/>
                    <a:pt x="9058" y="1883"/>
                    <a:pt x="8812" y="1883"/>
                  </a:cubicBezTo>
                  <a:cubicBezTo>
                    <a:pt x="8642" y="1883"/>
                    <a:pt x="8469" y="1952"/>
                    <a:pt x="8341" y="2098"/>
                  </a:cubicBezTo>
                  <a:lnTo>
                    <a:pt x="7518" y="3033"/>
                  </a:lnTo>
                  <a:cubicBezTo>
                    <a:pt x="6880" y="2958"/>
                    <a:pt x="6275" y="2928"/>
                    <a:pt x="5714" y="2928"/>
                  </a:cubicBezTo>
                  <a:cubicBezTo>
                    <a:pt x="3616" y="2928"/>
                    <a:pt x="2131" y="3352"/>
                    <a:pt x="1815" y="3452"/>
                  </a:cubicBezTo>
                  <a:cubicBezTo>
                    <a:pt x="1702" y="3431"/>
                    <a:pt x="1593" y="3420"/>
                    <a:pt x="1481" y="3420"/>
                  </a:cubicBezTo>
                  <a:lnTo>
                    <a:pt x="1400" y="3420"/>
                  </a:lnTo>
                  <a:cubicBezTo>
                    <a:pt x="1192" y="2914"/>
                    <a:pt x="995" y="2221"/>
                    <a:pt x="1136" y="1581"/>
                  </a:cubicBezTo>
                  <a:cubicBezTo>
                    <a:pt x="1224" y="1184"/>
                    <a:pt x="1407" y="987"/>
                    <a:pt x="1414" y="980"/>
                  </a:cubicBezTo>
                  <a:cubicBezTo>
                    <a:pt x="1556" y="834"/>
                    <a:pt x="1423" y="635"/>
                    <a:pt x="1269" y="635"/>
                  </a:cubicBezTo>
                  <a:cubicBezTo>
                    <a:pt x="1222" y="635"/>
                    <a:pt x="1173" y="654"/>
                    <a:pt x="1129" y="698"/>
                  </a:cubicBezTo>
                  <a:cubicBezTo>
                    <a:pt x="1094" y="733"/>
                    <a:pt x="355" y="1500"/>
                    <a:pt x="872" y="3139"/>
                  </a:cubicBezTo>
                  <a:cubicBezTo>
                    <a:pt x="559" y="2724"/>
                    <a:pt x="394" y="2214"/>
                    <a:pt x="401" y="1693"/>
                  </a:cubicBezTo>
                  <a:cubicBezTo>
                    <a:pt x="401" y="737"/>
                    <a:pt x="767" y="343"/>
                    <a:pt x="770" y="340"/>
                  </a:cubicBezTo>
                  <a:cubicBezTo>
                    <a:pt x="903" y="193"/>
                    <a:pt x="775" y="1"/>
                    <a:pt x="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3" name="Google Shape;16063;p84"/>
          <p:cNvGrpSpPr/>
          <p:nvPr/>
        </p:nvGrpSpPr>
        <p:grpSpPr>
          <a:xfrm>
            <a:off x="872232" y="2888710"/>
            <a:ext cx="328810" cy="369911"/>
            <a:chOff x="872232" y="2888710"/>
            <a:chExt cx="328810" cy="369911"/>
          </a:xfrm>
        </p:grpSpPr>
        <p:sp>
          <p:nvSpPr>
            <p:cNvPr id="16064" name="Google Shape;16064;p84"/>
            <p:cNvSpPr/>
            <p:nvPr/>
          </p:nvSpPr>
          <p:spPr>
            <a:xfrm>
              <a:off x="984553" y="3004149"/>
              <a:ext cx="104273" cy="225952"/>
            </a:xfrm>
            <a:custGeom>
              <a:rect b="b" l="l" r="r" t="t"/>
              <a:pathLst>
                <a:path extrusionOk="0" h="8620" w="3978">
                  <a:moveTo>
                    <a:pt x="1990" y="1"/>
                  </a:moveTo>
                  <a:cubicBezTo>
                    <a:pt x="1502" y="1"/>
                    <a:pt x="1104" y="792"/>
                    <a:pt x="1104" y="1770"/>
                  </a:cubicBezTo>
                  <a:cubicBezTo>
                    <a:pt x="1104" y="2462"/>
                    <a:pt x="1305" y="3057"/>
                    <a:pt x="1593" y="3348"/>
                  </a:cubicBezTo>
                  <a:cubicBezTo>
                    <a:pt x="686" y="3500"/>
                    <a:pt x="0" y="4203"/>
                    <a:pt x="0" y="5486"/>
                  </a:cubicBezTo>
                  <a:cubicBezTo>
                    <a:pt x="0" y="6949"/>
                    <a:pt x="1104" y="8620"/>
                    <a:pt x="1990" y="8620"/>
                  </a:cubicBezTo>
                  <a:cubicBezTo>
                    <a:pt x="2873" y="8620"/>
                    <a:pt x="3977" y="6949"/>
                    <a:pt x="3977" y="5486"/>
                  </a:cubicBezTo>
                  <a:cubicBezTo>
                    <a:pt x="3977" y="4199"/>
                    <a:pt x="3291" y="3500"/>
                    <a:pt x="2384" y="3348"/>
                  </a:cubicBezTo>
                  <a:cubicBezTo>
                    <a:pt x="2673" y="3057"/>
                    <a:pt x="2873" y="2462"/>
                    <a:pt x="2873" y="1770"/>
                  </a:cubicBezTo>
                  <a:cubicBezTo>
                    <a:pt x="2873" y="792"/>
                    <a:pt x="2476" y="1"/>
                    <a:pt x="199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84"/>
            <p:cNvSpPr/>
            <p:nvPr/>
          </p:nvSpPr>
          <p:spPr>
            <a:xfrm>
              <a:off x="1043269" y="3091437"/>
              <a:ext cx="210" cy="26"/>
            </a:xfrm>
            <a:custGeom>
              <a:rect b="b" l="l" r="r" t="t"/>
              <a:pathLst>
                <a:path extrusionOk="0" h="1" w="8">
                  <a:moveTo>
                    <a:pt x="0" y="1"/>
                  </a:moveTo>
                  <a:lnTo>
                    <a:pt x="0" y="1"/>
                  </a:lnTo>
                  <a:cubicBezTo>
                    <a:pt x="7" y="1"/>
                    <a:pt x="4" y="1"/>
                    <a:pt x="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84"/>
            <p:cNvSpPr/>
            <p:nvPr/>
          </p:nvSpPr>
          <p:spPr>
            <a:xfrm>
              <a:off x="984553" y="3004149"/>
              <a:ext cx="70250" cy="225873"/>
            </a:xfrm>
            <a:custGeom>
              <a:rect b="b" l="l" r="r" t="t"/>
              <a:pathLst>
                <a:path extrusionOk="0" h="8617" w="2680">
                  <a:moveTo>
                    <a:pt x="1987" y="1"/>
                  </a:moveTo>
                  <a:cubicBezTo>
                    <a:pt x="1502" y="1"/>
                    <a:pt x="1104" y="792"/>
                    <a:pt x="1104" y="1770"/>
                  </a:cubicBezTo>
                  <a:cubicBezTo>
                    <a:pt x="1104" y="2462"/>
                    <a:pt x="1305" y="3060"/>
                    <a:pt x="1597" y="3348"/>
                  </a:cubicBezTo>
                  <a:cubicBezTo>
                    <a:pt x="686" y="3500"/>
                    <a:pt x="0" y="4199"/>
                    <a:pt x="0" y="5483"/>
                  </a:cubicBezTo>
                  <a:cubicBezTo>
                    <a:pt x="0" y="6949"/>
                    <a:pt x="1104" y="8616"/>
                    <a:pt x="1987" y="8616"/>
                  </a:cubicBezTo>
                  <a:cubicBezTo>
                    <a:pt x="2092" y="8616"/>
                    <a:pt x="2194" y="8595"/>
                    <a:pt x="2293" y="8553"/>
                  </a:cubicBezTo>
                  <a:cubicBezTo>
                    <a:pt x="1888" y="7885"/>
                    <a:pt x="1544" y="6657"/>
                    <a:pt x="1544" y="5536"/>
                  </a:cubicBezTo>
                  <a:cubicBezTo>
                    <a:pt x="1544" y="4681"/>
                    <a:pt x="1706" y="4059"/>
                    <a:pt x="1959" y="3654"/>
                  </a:cubicBezTo>
                  <a:cubicBezTo>
                    <a:pt x="2085" y="3454"/>
                    <a:pt x="2096" y="3197"/>
                    <a:pt x="1980" y="2986"/>
                  </a:cubicBezTo>
                  <a:cubicBezTo>
                    <a:pt x="1836" y="2715"/>
                    <a:pt x="1762" y="2410"/>
                    <a:pt x="1765" y="2100"/>
                  </a:cubicBezTo>
                  <a:cubicBezTo>
                    <a:pt x="1769" y="1309"/>
                    <a:pt x="2163" y="665"/>
                    <a:pt x="2651" y="665"/>
                  </a:cubicBezTo>
                  <a:lnTo>
                    <a:pt x="2680" y="665"/>
                  </a:lnTo>
                  <a:cubicBezTo>
                    <a:pt x="2518" y="261"/>
                    <a:pt x="2268" y="1"/>
                    <a:pt x="198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84"/>
            <p:cNvSpPr/>
            <p:nvPr/>
          </p:nvSpPr>
          <p:spPr>
            <a:xfrm>
              <a:off x="985837" y="3133561"/>
              <a:ext cx="26" cy="26"/>
            </a:xfrm>
            <a:custGeom>
              <a:rect b="b" l="l" r="r" t="t"/>
              <a:pathLst>
                <a:path extrusionOk="0" h="1" w="1">
                  <a:moveTo>
                    <a:pt x="0" y="1"/>
                  </a:moveTo>
                  <a:lnTo>
                    <a:pt x="0" y="1"/>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84"/>
            <p:cNvSpPr/>
            <p:nvPr/>
          </p:nvSpPr>
          <p:spPr>
            <a:xfrm>
              <a:off x="984920" y="3139930"/>
              <a:ext cx="26" cy="315"/>
            </a:xfrm>
            <a:custGeom>
              <a:rect b="b" l="l" r="r" t="t"/>
              <a:pathLst>
                <a:path extrusionOk="0" h="12" w="1">
                  <a:moveTo>
                    <a:pt x="0" y="0"/>
                  </a:moveTo>
                  <a:lnTo>
                    <a:pt x="0" y="11"/>
                  </a:lnTo>
                  <a:cubicBezTo>
                    <a:pt x="0" y="8"/>
                    <a:pt x="0" y="4"/>
                    <a:pt x="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84"/>
            <p:cNvSpPr/>
            <p:nvPr/>
          </p:nvSpPr>
          <p:spPr>
            <a:xfrm>
              <a:off x="992548" y="3185383"/>
              <a:ext cx="315" cy="760"/>
            </a:xfrm>
            <a:custGeom>
              <a:rect b="b" l="l" r="r" t="t"/>
              <a:pathLst>
                <a:path extrusionOk="0" h="29" w="12">
                  <a:moveTo>
                    <a:pt x="1" y="0"/>
                  </a:moveTo>
                  <a:lnTo>
                    <a:pt x="12" y="28"/>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84"/>
            <p:cNvSpPr/>
            <p:nvPr/>
          </p:nvSpPr>
          <p:spPr>
            <a:xfrm>
              <a:off x="1001880" y="2940453"/>
              <a:ext cx="69516" cy="69542"/>
            </a:xfrm>
            <a:custGeom>
              <a:rect b="b" l="l" r="r" t="t"/>
              <a:pathLst>
                <a:path extrusionOk="0" h="2653" w="2652">
                  <a:moveTo>
                    <a:pt x="1326" y="1"/>
                  </a:moveTo>
                  <a:cubicBezTo>
                    <a:pt x="594" y="1"/>
                    <a:pt x="0" y="817"/>
                    <a:pt x="0" y="1548"/>
                  </a:cubicBezTo>
                  <a:cubicBezTo>
                    <a:pt x="0" y="2280"/>
                    <a:pt x="594" y="2652"/>
                    <a:pt x="1326" y="2652"/>
                  </a:cubicBezTo>
                  <a:cubicBezTo>
                    <a:pt x="2061" y="2652"/>
                    <a:pt x="2652" y="2280"/>
                    <a:pt x="2652" y="1548"/>
                  </a:cubicBezTo>
                  <a:cubicBezTo>
                    <a:pt x="2652" y="817"/>
                    <a:pt x="2057" y="1"/>
                    <a:pt x="132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84"/>
            <p:cNvSpPr/>
            <p:nvPr/>
          </p:nvSpPr>
          <p:spPr>
            <a:xfrm>
              <a:off x="1001880" y="2940453"/>
              <a:ext cx="37431" cy="69358"/>
            </a:xfrm>
            <a:custGeom>
              <a:rect b="b" l="l" r="r" t="t"/>
              <a:pathLst>
                <a:path extrusionOk="0" h="2646" w="1428">
                  <a:moveTo>
                    <a:pt x="1326" y="1"/>
                  </a:moveTo>
                  <a:cubicBezTo>
                    <a:pt x="594" y="1"/>
                    <a:pt x="0" y="817"/>
                    <a:pt x="0" y="1548"/>
                  </a:cubicBezTo>
                  <a:cubicBezTo>
                    <a:pt x="0" y="2241"/>
                    <a:pt x="531" y="2610"/>
                    <a:pt x="1206" y="2645"/>
                  </a:cubicBezTo>
                  <a:cubicBezTo>
                    <a:pt x="1006" y="2406"/>
                    <a:pt x="886" y="2062"/>
                    <a:pt x="886" y="1622"/>
                  </a:cubicBezTo>
                  <a:cubicBezTo>
                    <a:pt x="886" y="1038"/>
                    <a:pt x="1101" y="416"/>
                    <a:pt x="1428" y="8"/>
                  </a:cubicBezTo>
                  <a:cubicBezTo>
                    <a:pt x="1393" y="4"/>
                    <a:pt x="1361" y="1"/>
                    <a:pt x="132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84"/>
            <p:cNvSpPr/>
            <p:nvPr/>
          </p:nvSpPr>
          <p:spPr>
            <a:xfrm>
              <a:off x="1001880" y="2969418"/>
              <a:ext cx="23250" cy="23250"/>
            </a:xfrm>
            <a:custGeom>
              <a:rect b="b" l="l" r="r" t="t"/>
              <a:pathLst>
                <a:path extrusionOk="0" h="887" w="887">
                  <a:moveTo>
                    <a:pt x="443" y="0"/>
                  </a:moveTo>
                  <a:cubicBezTo>
                    <a:pt x="201" y="0"/>
                    <a:pt x="0" y="197"/>
                    <a:pt x="0" y="443"/>
                  </a:cubicBezTo>
                  <a:cubicBezTo>
                    <a:pt x="0" y="686"/>
                    <a:pt x="201" y="886"/>
                    <a:pt x="443" y="886"/>
                  </a:cubicBezTo>
                  <a:cubicBezTo>
                    <a:pt x="689" y="886"/>
                    <a:pt x="886" y="686"/>
                    <a:pt x="886" y="443"/>
                  </a:cubicBezTo>
                  <a:cubicBezTo>
                    <a:pt x="886" y="197"/>
                    <a:pt x="689" y="0"/>
                    <a:pt x="44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84"/>
            <p:cNvSpPr/>
            <p:nvPr/>
          </p:nvSpPr>
          <p:spPr>
            <a:xfrm>
              <a:off x="1048223" y="2969418"/>
              <a:ext cx="23172" cy="23250"/>
            </a:xfrm>
            <a:custGeom>
              <a:rect b="b" l="l" r="r" t="t"/>
              <a:pathLst>
                <a:path extrusionOk="0" h="887" w="884">
                  <a:moveTo>
                    <a:pt x="444" y="0"/>
                  </a:moveTo>
                  <a:cubicBezTo>
                    <a:pt x="198" y="0"/>
                    <a:pt x="1" y="197"/>
                    <a:pt x="1" y="443"/>
                  </a:cubicBezTo>
                  <a:cubicBezTo>
                    <a:pt x="1" y="686"/>
                    <a:pt x="198" y="886"/>
                    <a:pt x="444" y="886"/>
                  </a:cubicBezTo>
                  <a:cubicBezTo>
                    <a:pt x="687" y="886"/>
                    <a:pt x="884" y="686"/>
                    <a:pt x="884" y="443"/>
                  </a:cubicBezTo>
                  <a:cubicBezTo>
                    <a:pt x="884" y="197"/>
                    <a:pt x="687" y="0"/>
                    <a:pt x="44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84"/>
            <p:cNvSpPr/>
            <p:nvPr/>
          </p:nvSpPr>
          <p:spPr>
            <a:xfrm>
              <a:off x="872232" y="2888710"/>
              <a:ext cx="328810" cy="369911"/>
            </a:xfrm>
            <a:custGeom>
              <a:rect b="b" l="l" r="r" t="t"/>
              <a:pathLst>
                <a:path extrusionOk="0" h="14112" w="12544">
                  <a:moveTo>
                    <a:pt x="5389" y="3287"/>
                  </a:moveTo>
                  <a:cubicBezTo>
                    <a:pt x="5600" y="3287"/>
                    <a:pt x="5702" y="3540"/>
                    <a:pt x="5554" y="3687"/>
                  </a:cubicBezTo>
                  <a:cubicBezTo>
                    <a:pt x="5507" y="3735"/>
                    <a:pt x="5448" y="3756"/>
                    <a:pt x="5391" y="3756"/>
                  </a:cubicBezTo>
                  <a:cubicBezTo>
                    <a:pt x="5270" y="3756"/>
                    <a:pt x="5154" y="3663"/>
                    <a:pt x="5154" y="3522"/>
                  </a:cubicBezTo>
                  <a:cubicBezTo>
                    <a:pt x="5154" y="3392"/>
                    <a:pt x="5259" y="3287"/>
                    <a:pt x="5389" y="3287"/>
                  </a:cubicBezTo>
                  <a:close/>
                  <a:moveTo>
                    <a:pt x="7158" y="3287"/>
                  </a:moveTo>
                  <a:cubicBezTo>
                    <a:pt x="7288" y="3287"/>
                    <a:pt x="7390" y="3392"/>
                    <a:pt x="7394" y="3522"/>
                  </a:cubicBezTo>
                  <a:cubicBezTo>
                    <a:pt x="7394" y="3663"/>
                    <a:pt x="7276" y="3756"/>
                    <a:pt x="7154" y="3756"/>
                  </a:cubicBezTo>
                  <a:cubicBezTo>
                    <a:pt x="7096" y="3756"/>
                    <a:pt x="7037" y="3735"/>
                    <a:pt x="6989" y="3687"/>
                  </a:cubicBezTo>
                  <a:cubicBezTo>
                    <a:pt x="6842" y="3540"/>
                    <a:pt x="6947" y="3287"/>
                    <a:pt x="7158" y="3287"/>
                  </a:cubicBezTo>
                  <a:close/>
                  <a:moveTo>
                    <a:pt x="6272" y="2186"/>
                  </a:moveTo>
                  <a:cubicBezTo>
                    <a:pt x="6676" y="2186"/>
                    <a:pt x="7028" y="2492"/>
                    <a:pt x="7225" y="2879"/>
                  </a:cubicBezTo>
                  <a:cubicBezTo>
                    <a:pt x="7203" y="2876"/>
                    <a:pt x="7182" y="2875"/>
                    <a:pt x="7161" y="2875"/>
                  </a:cubicBezTo>
                  <a:cubicBezTo>
                    <a:pt x="6832" y="2875"/>
                    <a:pt x="6551" y="3125"/>
                    <a:pt x="6518" y="3462"/>
                  </a:cubicBezTo>
                  <a:cubicBezTo>
                    <a:pt x="6486" y="3818"/>
                    <a:pt x="6747" y="4134"/>
                    <a:pt x="7105" y="4169"/>
                  </a:cubicBezTo>
                  <a:cubicBezTo>
                    <a:pt x="6884" y="4345"/>
                    <a:pt x="6574" y="4419"/>
                    <a:pt x="6272" y="4419"/>
                  </a:cubicBezTo>
                  <a:cubicBezTo>
                    <a:pt x="5973" y="4419"/>
                    <a:pt x="5660" y="4345"/>
                    <a:pt x="5442" y="4169"/>
                  </a:cubicBezTo>
                  <a:cubicBezTo>
                    <a:pt x="5790" y="4141"/>
                    <a:pt x="6057" y="3846"/>
                    <a:pt x="6043" y="3494"/>
                  </a:cubicBezTo>
                  <a:cubicBezTo>
                    <a:pt x="6029" y="3146"/>
                    <a:pt x="5737" y="2872"/>
                    <a:pt x="5389" y="2872"/>
                  </a:cubicBezTo>
                  <a:cubicBezTo>
                    <a:pt x="5365" y="2872"/>
                    <a:pt x="5343" y="2875"/>
                    <a:pt x="5319" y="2875"/>
                  </a:cubicBezTo>
                  <a:cubicBezTo>
                    <a:pt x="5519" y="2492"/>
                    <a:pt x="5871" y="2186"/>
                    <a:pt x="6272" y="2186"/>
                  </a:cubicBezTo>
                  <a:close/>
                  <a:moveTo>
                    <a:pt x="6275" y="4834"/>
                  </a:moveTo>
                  <a:cubicBezTo>
                    <a:pt x="6634" y="4834"/>
                    <a:pt x="6951" y="5460"/>
                    <a:pt x="6951" y="6174"/>
                  </a:cubicBezTo>
                  <a:cubicBezTo>
                    <a:pt x="6951" y="6887"/>
                    <a:pt x="6634" y="7513"/>
                    <a:pt x="6275" y="7513"/>
                  </a:cubicBezTo>
                  <a:cubicBezTo>
                    <a:pt x="5913" y="7513"/>
                    <a:pt x="5597" y="6887"/>
                    <a:pt x="5597" y="6174"/>
                  </a:cubicBezTo>
                  <a:cubicBezTo>
                    <a:pt x="5597" y="5460"/>
                    <a:pt x="5913" y="4834"/>
                    <a:pt x="6275" y="4834"/>
                  </a:cubicBezTo>
                  <a:close/>
                  <a:moveTo>
                    <a:pt x="6272" y="7928"/>
                  </a:moveTo>
                  <a:cubicBezTo>
                    <a:pt x="6785" y="7928"/>
                    <a:pt x="7221" y="8090"/>
                    <a:pt x="7534" y="8403"/>
                  </a:cubicBezTo>
                  <a:cubicBezTo>
                    <a:pt x="7794" y="8663"/>
                    <a:pt x="7960" y="9025"/>
                    <a:pt x="8023" y="9464"/>
                  </a:cubicBezTo>
                  <a:lnTo>
                    <a:pt x="8023" y="9464"/>
                  </a:lnTo>
                  <a:cubicBezTo>
                    <a:pt x="7890" y="9568"/>
                    <a:pt x="7744" y="9652"/>
                    <a:pt x="7587" y="9711"/>
                  </a:cubicBezTo>
                  <a:cubicBezTo>
                    <a:pt x="7360" y="9801"/>
                    <a:pt x="7457" y="10111"/>
                    <a:pt x="7658" y="10111"/>
                  </a:cubicBezTo>
                  <a:cubicBezTo>
                    <a:pt x="7684" y="10111"/>
                    <a:pt x="7712" y="10106"/>
                    <a:pt x="7742" y="10094"/>
                  </a:cubicBezTo>
                  <a:cubicBezTo>
                    <a:pt x="7851" y="10052"/>
                    <a:pt x="7953" y="9999"/>
                    <a:pt x="8055" y="9943"/>
                  </a:cubicBezTo>
                  <a:lnTo>
                    <a:pt x="8055" y="9943"/>
                  </a:lnTo>
                  <a:cubicBezTo>
                    <a:pt x="8041" y="10344"/>
                    <a:pt x="7960" y="10738"/>
                    <a:pt x="7816" y="11114"/>
                  </a:cubicBezTo>
                  <a:cubicBezTo>
                    <a:pt x="7612" y="11234"/>
                    <a:pt x="7390" y="11325"/>
                    <a:pt x="7162" y="11381"/>
                  </a:cubicBezTo>
                  <a:cubicBezTo>
                    <a:pt x="6915" y="11443"/>
                    <a:pt x="6986" y="11790"/>
                    <a:pt x="7209" y="11790"/>
                  </a:cubicBezTo>
                  <a:cubicBezTo>
                    <a:pt x="7227" y="11790"/>
                    <a:pt x="7247" y="11787"/>
                    <a:pt x="7267" y="11782"/>
                  </a:cubicBezTo>
                  <a:cubicBezTo>
                    <a:pt x="7362" y="11754"/>
                    <a:pt x="7453" y="11726"/>
                    <a:pt x="7545" y="11694"/>
                  </a:cubicBezTo>
                  <a:lnTo>
                    <a:pt x="7545" y="11694"/>
                  </a:lnTo>
                  <a:cubicBezTo>
                    <a:pt x="7506" y="11761"/>
                    <a:pt x="7467" y="11828"/>
                    <a:pt x="7425" y="11891"/>
                  </a:cubicBezTo>
                  <a:cubicBezTo>
                    <a:pt x="7060" y="12461"/>
                    <a:pt x="6616" y="12816"/>
                    <a:pt x="6275" y="12816"/>
                  </a:cubicBezTo>
                  <a:cubicBezTo>
                    <a:pt x="5931" y="12816"/>
                    <a:pt x="5488" y="12464"/>
                    <a:pt x="5122" y="11891"/>
                  </a:cubicBezTo>
                  <a:cubicBezTo>
                    <a:pt x="5080" y="11828"/>
                    <a:pt x="5041" y="11761"/>
                    <a:pt x="5006" y="11694"/>
                  </a:cubicBezTo>
                  <a:lnTo>
                    <a:pt x="5006" y="11694"/>
                  </a:lnTo>
                  <a:cubicBezTo>
                    <a:pt x="5404" y="11832"/>
                    <a:pt x="5822" y="11902"/>
                    <a:pt x="6244" y="11902"/>
                  </a:cubicBezTo>
                  <a:cubicBezTo>
                    <a:pt x="6255" y="11902"/>
                    <a:pt x="6265" y="11902"/>
                    <a:pt x="6275" y="11902"/>
                  </a:cubicBezTo>
                  <a:cubicBezTo>
                    <a:pt x="6388" y="11902"/>
                    <a:pt x="6479" y="11810"/>
                    <a:pt x="6479" y="11694"/>
                  </a:cubicBezTo>
                  <a:cubicBezTo>
                    <a:pt x="6479" y="11582"/>
                    <a:pt x="6388" y="11490"/>
                    <a:pt x="6275" y="11490"/>
                  </a:cubicBezTo>
                  <a:cubicBezTo>
                    <a:pt x="5678" y="11490"/>
                    <a:pt x="5118" y="11353"/>
                    <a:pt x="4732" y="11114"/>
                  </a:cubicBezTo>
                  <a:cubicBezTo>
                    <a:pt x="4587" y="10738"/>
                    <a:pt x="4507" y="10344"/>
                    <a:pt x="4493" y="9943"/>
                  </a:cubicBezTo>
                  <a:lnTo>
                    <a:pt x="4493" y="9943"/>
                  </a:lnTo>
                  <a:cubicBezTo>
                    <a:pt x="4943" y="10203"/>
                    <a:pt x="5583" y="10355"/>
                    <a:pt x="6272" y="10355"/>
                  </a:cubicBezTo>
                  <a:cubicBezTo>
                    <a:pt x="6292" y="10355"/>
                    <a:pt x="6313" y="10355"/>
                    <a:pt x="6333" y="10355"/>
                  </a:cubicBezTo>
                  <a:cubicBezTo>
                    <a:pt x="6467" y="10355"/>
                    <a:pt x="6602" y="10346"/>
                    <a:pt x="6736" y="10333"/>
                  </a:cubicBezTo>
                  <a:cubicBezTo>
                    <a:pt x="6849" y="10323"/>
                    <a:pt x="6933" y="10221"/>
                    <a:pt x="6919" y="10108"/>
                  </a:cubicBezTo>
                  <a:cubicBezTo>
                    <a:pt x="6909" y="9999"/>
                    <a:pt x="6818" y="9921"/>
                    <a:pt x="6714" y="9921"/>
                  </a:cubicBezTo>
                  <a:cubicBezTo>
                    <a:pt x="6707" y="9921"/>
                    <a:pt x="6700" y="9921"/>
                    <a:pt x="6694" y="9922"/>
                  </a:cubicBezTo>
                  <a:cubicBezTo>
                    <a:pt x="6553" y="9936"/>
                    <a:pt x="6412" y="9943"/>
                    <a:pt x="6272" y="9943"/>
                  </a:cubicBezTo>
                  <a:cubicBezTo>
                    <a:pt x="5554" y="9943"/>
                    <a:pt x="4883" y="9757"/>
                    <a:pt x="4521" y="9465"/>
                  </a:cubicBezTo>
                  <a:cubicBezTo>
                    <a:pt x="4587" y="9025"/>
                    <a:pt x="4753" y="8663"/>
                    <a:pt x="5013" y="8403"/>
                  </a:cubicBezTo>
                  <a:cubicBezTo>
                    <a:pt x="5326" y="8090"/>
                    <a:pt x="5762" y="7928"/>
                    <a:pt x="6272" y="7928"/>
                  </a:cubicBezTo>
                  <a:close/>
                  <a:moveTo>
                    <a:pt x="2733" y="1"/>
                  </a:moveTo>
                  <a:cubicBezTo>
                    <a:pt x="2501" y="1"/>
                    <a:pt x="2445" y="361"/>
                    <a:pt x="2699" y="410"/>
                  </a:cubicBezTo>
                  <a:cubicBezTo>
                    <a:pt x="3371" y="544"/>
                    <a:pt x="4060" y="1416"/>
                    <a:pt x="4485" y="2182"/>
                  </a:cubicBezTo>
                  <a:cubicBezTo>
                    <a:pt x="4559" y="2320"/>
                    <a:pt x="4704" y="2404"/>
                    <a:pt x="4858" y="2404"/>
                  </a:cubicBezTo>
                  <a:lnTo>
                    <a:pt x="5129" y="2404"/>
                  </a:lnTo>
                  <a:cubicBezTo>
                    <a:pt x="4883" y="2724"/>
                    <a:pt x="4746" y="3118"/>
                    <a:pt x="4739" y="3522"/>
                  </a:cubicBezTo>
                  <a:cubicBezTo>
                    <a:pt x="4739" y="3934"/>
                    <a:pt x="4900" y="4275"/>
                    <a:pt x="5210" y="4514"/>
                  </a:cubicBezTo>
                  <a:cubicBezTo>
                    <a:pt x="5340" y="4612"/>
                    <a:pt x="5484" y="4686"/>
                    <a:pt x="5639" y="4735"/>
                  </a:cubicBezTo>
                  <a:cubicBezTo>
                    <a:pt x="5505" y="4897"/>
                    <a:pt x="5400" y="5080"/>
                    <a:pt x="5333" y="5280"/>
                  </a:cubicBezTo>
                  <a:lnTo>
                    <a:pt x="3184" y="4693"/>
                  </a:lnTo>
                  <a:cubicBezTo>
                    <a:pt x="3107" y="4672"/>
                    <a:pt x="3037" y="4633"/>
                    <a:pt x="2980" y="4577"/>
                  </a:cubicBezTo>
                  <a:lnTo>
                    <a:pt x="1117" y="2713"/>
                  </a:lnTo>
                  <a:cubicBezTo>
                    <a:pt x="1071" y="2667"/>
                    <a:pt x="1021" y="2648"/>
                    <a:pt x="972" y="2648"/>
                  </a:cubicBezTo>
                  <a:cubicBezTo>
                    <a:pt x="813" y="2648"/>
                    <a:pt x="677" y="2854"/>
                    <a:pt x="825" y="3005"/>
                  </a:cubicBezTo>
                  <a:lnTo>
                    <a:pt x="2689" y="4869"/>
                  </a:lnTo>
                  <a:cubicBezTo>
                    <a:pt x="2794" y="4974"/>
                    <a:pt x="2928" y="5052"/>
                    <a:pt x="3075" y="5090"/>
                  </a:cubicBezTo>
                  <a:lnTo>
                    <a:pt x="5224" y="5678"/>
                  </a:lnTo>
                  <a:cubicBezTo>
                    <a:pt x="5196" y="5839"/>
                    <a:pt x="5182" y="6005"/>
                    <a:pt x="5182" y="6170"/>
                  </a:cubicBezTo>
                  <a:cubicBezTo>
                    <a:pt x="5182" y="6251"/>
                    <a:pt x="5185" y="6328"/>
                    <a:pt x="5192" y="6406"/>
                  </a:cubicBezTo>
                  <a:lnTo>
                    <a:pt x="3139" y="6406"/>
                  </a:lnTo>
                  <a:cubicBezTo>
                    <a:pt x="2984" y="6406"/>
                    <a:pt x="2833" y="6448"/>
                    <a:pt x="2699" y="6525"/>
                  </a:cubicBezTo>
                  <a:lnTo>
                    <a:pt x="202" y="7981"/>
                  </a:lnTo>
                  <a:cubicBezTo>
                    <a:pt x="1" y="8097"/>
                    <a:pt x="119" y="8370"/>
                    <a:pt x="303" y="8370"/>
                  </a:cubicBezTo>
                  <a:cubicBezTo>
                    <a:pt x="337" y="8370"/>
                    <a:pt x="373" y="8361"/>
                    <a:pt x="410" y="8340"/>
                  </a:cubicBezTo>
                  <a:lnTo>
                    <a:pt x="2907" y="6880"/>
                  </a:lnTo>
                  <a:cubicBezTo>
                    <a:pt x="2977" y="6842"/>
                    <a:pt x="3058" y="6821"/>
                    <a:pt x="3139" y="6821"/>
                  </a:cubicBezTo>
                  <a:lnTo>
                    <a:pt x="5256" y="6821"/>
                  </a:lnTo>
                  <a:cubicBezTo>
                    <a:pt x="5319" y="7102"/>
                    <a:pt x="5445" y="7366"/>
                    <a:pt x="5625" y="7591"/>
                  </a:cubicBezTo>
                  <a:cubicBezTo>
                    <a:pt x="5284" y="7682"/>
                    <a:pt x="4971" y="7858"/>
                    <a:pt x="4721" y="8108"/>
                  </a:cubicBezTo>
                  <a:cubicBezTo>
                    <a:pt x="4549" y="8280"/>
                    <a:pt x="4408" y="8484"/>
                    <a:pt x="4310" y="8709"/>
                  </a:cubicBezTo>
                  <a:lnTo>
                    <a:pt x="3012" y="9634"/>
                  </a:lnTo>
                  <a:cubicBezTo>
                    <a:pt x="2864" y="9739"/>
                    <a:pt x="2752" y="9890"/>
                    <a:pt x="2692" y="10066"/>
                  </a:cubicBezTo>
                  <a:lnTo>
                    <a:pt x="1437" y="13839"/>
                  </a:lnTo>
                  <a:cubicBezTo>
                    <a:pt x="1382" y="14000"/>
                    <a:pt x="1511" y="14111"/>
                    <a:pt x="1637" y="14111"/>
                  </a:cubicBezTo>
                  <a:cubicBezTo>
                    <a:pt x="1716" y="14111"/>
                    <a:pt x="1793" y="14069"/>
                    <a:pt x="1827" y="13969"/>
                  </a:cubicBezTo>
                  <a:lnTo>
                    <a:pt x="3086" y="10196"/>
                  </a:lnTo>
                  <a:cubicBezTo>
                    <a:pt x="3118" y="10105"/>
                    <a:pt x="3174" y="10028"/>
                    <a:pt x="3255" y="9971"/>
                  </a:cubicBezTo>
                  <a:lnTo>
                    <a:pt x="4120" y="9352"/>
                  </a:lnTo>
                  <a:lnTo>
                    <a:pt x="4120" y="9352"/>
                  </a:lnTo>
                  <a:cubicBezTo>
                    <a:pt x="4092" y="9528"/>
                    <a:pt x="4078" y="9708"/>
                    <a:pt x="4078" y="9887"/>
                  </a:cubicBezTo>
                  <a:cubicBezTo>
                    <a:pt x="4078" y="11448"/>
                    <a:pt x="5245" y="13228"/>
                    <a:pt x="6272" y="13228"/>
                  </a:cubicBezTo>
                  <a:cubicBezTo>
                    <a:pt x="7299" y="13228"/>
                    <a:pt x="8466" y="11448"/>
                    <a:pt x="8466" y="9887"/>
                  </a:cubicBezTo>
                  <a:cubicBezTo>
                    <a:pt x="8466" y="9708"/>
                    <a:pt x="8452" y="9528"/>
                    <a:pt x="8424" y="9352"/>
                  </a:cubicBezTo>
                  <a:lnTo>
                    <a:pt x="8424" y="9352"/>
                  </a:lnTo>
                  <a:lnTo>
                    <a:pt x="9289" y="9971"/>
                  </a:lnTo>
                  <a:cubicBezTo>
                    <a:pt x="9370" y="10028"/>
                    <a:pt x="9426" y="10105"/>
                    <a:pt x="9458" y="10196"/>
                  </a:cubicBezTo>
                  <a:lnTo>
                    <a:pt x="10717" y="13969"/>
                  </a:lnTo>
                  <a:cubicBezTo>
                    <a:pt x="10750" y="14069"/>
                    <a:pt x="10828" y="14111"/>
                    <a:pt x="10906" y="14111"/>
                  </a:cubicBezTo>
                  <a:cubicBezTo>
                    <a:pt x="11033" y="14111"/>
                    <a:pt x="11161" y="14000"/>
                    <a:pt x="11107" y="13839"/>
                  </a:cubicBezTo>
                  <a:lnTo>
                    <a:pt x="9852" y="10066"/>
                  </a:lnTo>
                  <a:cubicBezTo>
                    <a:pt x="9792" y="9890"/>
                    <a:pt x="9679" y="9739"/>
                    <a:pt x="9532" y="9634"/>
                  </a:cubicBezTo>
                  <a:lnTo>
                    <a:pt x="8234" y="8709"/>
                  </a:lnTo>
                  <a:cubicBezTo>
                    <a:pt x="8136" y="8484"/>
                    <a:pt x="7995" y="8280"/>
                    <a:pt x="7823" y="8108"/>
                  </a:cubicBezTo>
                  <a:cubicBezTo>
                    <a:pt x="7573" y="7858"/>
                    <a:pt x="7260" y="7682"/>
                    <a:pt x="6915" y="7591"/>
                  </a:cubicBezTo>
                  <a:cubicBezTo>
                    <a:pt x="7098" y="7366"/>
                    <a:pt x="7225" y="7102"/>
                    <a:pt x="7288" y="6821"/>
                  </a:cubicBezTo>
                  <a:lnTo>
                    <a:pt x="9409" y="6821"/>
                  </a:lnTo>
                  <a:cubicBezTo>
                    <a:pt x="9489" y="6821"/>
                    <a:pt x="9567" y="6842"/>
                    <a:pt x="9637" y="6880"/>
                  </a:cubicBezTo>
                  <a:lnTo>
                    <a:pt x="12134" y="8340"/>
                  </a:lnTo>
                  <a:cubicBezTo>
                    <a:pt x="12171" y="8361"/>
                    <a:pt x="12208" y="8370"/>
                    <a:pt x="12242" y="8370"/>
                  </a:cubicBezTo>
                  <a:cubicBezTo>
                    <a:pt x="12427" y="8370"/>
                    <a:pt x="12543" y="8097"/>
                    <a:pt x="12341" y="7981"/>
                  </a:cubicBezTo>
                  <a:lnTo>
                    <a:pt x="12341" y="7981"/>
                  </a:lnTo>
                  <a:lnTo>
                    <a:pt x="12341" y="7984"/>
                  </a:lnTo>
                  <a:lnTo>
                    <a:pt x="9845" y="6525"/>
                  </a:lnTo>
                  <a:cubicBezTo>
                    <a:pt x="9711" y="6448"/>
                    <a:pt x="9560" y="6409"/>
                    <a:pt x="9405" y="6409"/>
                  </a:cubicBezTo>
                  <a:lnTo>
                    <a:pt x="7355" y="6409"/>
                  </a:lnTo>
                  <a:cubicBezTo>
                    <a:pt x="7362" y="6332"/>
                    <a:pt x="7365" y="6254"/>
                    <a:pt x="7365" y="6174"/>
                  </a:cubicBezTo>
                  <a:cubicBezTo>
                    <a:pt x="7362" y="6008"/>
                    <a:pt x="7348" y="5843"/>
                    <a:pt x="7320" y="5681"/>
                  </a:cubicBezTo>
                  <a:lnTo>
                    <a:pt x="9475" y="5094"/>
                  </a:lnTo>
                  <a:cubicBezTo>
                    <a:pt x="9619" y="5052"/>
                    <a:pt x="9753" y="4974"/>
                    <a:pt x="9859" y="4869"/>
                  </a:cubicBezTo>
                  <a:lnTo>
                    <a:pt x="11722" y="3005"/>
                  </a:lnTo>
                  <a:cubicBezTo>
                    <a:pt x="11873" y="2857"/>
                    <a:pt x="11737" y="2648"/>
                    <a:pt x="11576" y="2648"/>
                  </a:cubicBezTo>
                  <a:cubicBezTo>
                    <a:pt x="11527" y="2648"/>
                    <a:pt x="11476" y="2668"/>
                    <a:pt x="11430" y="2713"/>
                  </a:cubicBezTo>
                  <a:lnTo>
                    <a:pt x="9567" y="4577"/>
                  </a:lnTo>
                  <a:cubicBezTo>
                    <a:pt x="9510" y="4633"/>
                    <a:pt x="9440" y="4672"/>
                    <a:pt x="9366" y="4693"/>
                  </a:cubicBezTo>
                  <a:lnTo>
                    <a:pt x="7218" y="5280"/>
                  </a:lnTo>
                  <a:cubicBezTo>
                    <a:pt x="7151" y="5080"/>
                    <a:pt x="7045" y="4897"/>
                    <a:pt x="6912" y="4735"/>
                  </a:cubicBezTo>
                  <a:cubicBezTo>
                    <a:pt x="7067" y="4686"/>
                    <a:pt x="7211" y="4612"/>
                    <a:pt x="7341" y="4514"/>
                  </a:cubicBezTo>
                  <a:cubicBezTo>
                    <a:pt x="7647" y="4275"/>
                    <a:pt x="7809" y="3934"/>
                    <a:pt x="7809" y="3522"/>
                  </a:cubicBezTo>
                  <a:cubicBezTo>
                    <a:pt x="7801" y="3118"/>
                    <a:pt x="7668" y="2724"/>
                    <a:pt x="7422" y="2404"/>
                  </a:cubicBezTo>
                  <a:lnTo>
                    <a:pt x="7689" y="2404"/>
                  </a:lnTo>
                  <a:cubicBezTo>
                    <a:pt x="7847" y="2404"/>
                    <a:pt x="7988" y="2320"/>
                    <a:pt x="8065" y="2182"/>
                  </a:cubicBezTo>
                  <a:cubicBezTo>
                    <a:pt x="8487" y="1416"/>
                    <a:pt x="9180" y="544"/>
                    <a:pt x="9852" y="410"/>
                  </a:cubicBezTo>
                  <a:cubicBezTo>
                    <a:pt x="10106" y="361"/>
                    <a:pt x="10050" y="1"/>
                    <a:pt x="9818" y="1"/>
                  </a:cubicBezTo>
                  <a:cubicBezTo>
                    <a:pt x="9803" y="1"/>
                    <a:pt x="9787" y="2"/>
                    <a:pt x="9771" y="6"/>
                  </a:cubicBezTo>
                  <a:cubicBezTo>
                    <a:pt x="9324" y="94"/>
                    <a:pt x="8870" y="407"/>
                    <a:pt x="8420" y="934"/>
                  </a:cubicBezTo>
                  <a:cubicBezTo>
                    <a:pt x="8146" y="1261"/>
                    <a:pt x="7907" y="1613"/>
                    <a:pt x="7703" y="1985"/>
                  </a:cubicBezTo>
                  <a:cubicBezTo>
                    <a:pt x="7700" y="1989"/>
                    <a:pt x="7696" y="1989"/>
                    <a:pt x="7692" y="1989"/>
                  </a:cubicBezTo>
                  <a:lnTo>
                    <a:pt x="6989" y="1989"/>
                  </a:lnTo>
                  <a:cubicBezTo>
                    <a:pt x="6775" y="1841"/>
                    <a:pt x="6526" y="1767"/>
                    <a:pt x="6277" y="1767"/>
                  </a:cubicBezTo>
                  <a:cubicBezTo>
                    <a:pt x="6028" y="1767"/>
                    <a:pt x="5780" y="1841"/>
                    <a:pt x="5565" y="1989"/>
                  </a:cubicBezTo>
                  <a:lnTo>
                    <a:pt x="4858" y="1989"/>
                  </a:lnTo>
                  <a:cubicBezTo>
                    <a:pt x="4855" y="1989"/>
                    <a:pt x="4848" y="1989"/>
                    <a:pt x="4848" y="1985"/>
                  </a:cubicBezTo>
                  <a:cubicBezTo>
                    <a:pt x="4644" y="1613"/>
                    <a:pt x="4401" y="1261"/>
                    <a:pt x="4130" y="934"/>
                  </a:cubicBezTo>
                  <a:cubicBezTo>
                    <a:pt x="3680" y="407"/>
                    <a:pt x="3223" y="94"/>
                    <a:pt x="2780" y="6"/>
                  </a:cubicBezTo>
                  <a:cubicBezTo>
                    <a:pt x="2763" y="2"/>
                    <a:pt x="2748" y="1"/>
                    <a:pt x="2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5" name="Google Shape;16075;p84"/>
          <p:cNvGrpSpPr/>
          <p:nvPr/>
        </p:nvGrpSpPr>
        <p:grpSpPr>
          <a:xfrm>
            <a:off x="5815045" y="2896128"/>
            <a:ext cx="281181" cy="357958"/>
            <a:chOff x="5815045" y="2896128"/>
            <a:chExt cx="281181" cy="357958"/>
          </a:xfrm>
        </p:grpSpPr>
        <p:sp>
          <p:nvSpPr>
            <p:cNvPr id="16076" name="Google Shape;16076;p84"/>
            <p:cNvSpPr/>
            <p:nvPr/>
          </p:nvSpPr>
          <p:spPr>
            <a:xfrm>
              <a:off x="5837273" y="2912013"/>
              <a:ext cx="57458" cy="275048"/>
            </a:xfrm>
            <a:custGeom>
              <a:rect b="b" l="l" r="r" t="t"/>
              <a:pathLst>
                <a:path extrusionOk="0" h="10493" w="2192">
                  <a:moveTo>
                    <a:pt x="847" y="0"/>
                  </a:moveTo>
                  <a:cubicBezTo>
                    <a:pt x="811" y="0"/>
                    <a:pt x="775" y="21"/>
                    <a:pt x="764" y="66"/>
                  </a:cubicBezTo>
                  <a:cubicBezTo>
                    <a:pt x="489" y="987"/>
                    <a:pt x="0" y="3231"/>
                    <a:pt x="479" y="6434"/>
                  </a:cubicBezTo>
                  <a:lnTo>
                    <a:pt x="1337" y="10492"/>
                  </a:lnTo>
                  <a:lnTo>
                    <a:pt x="2191" y="8354"/>
                  </a:lnTo>
                  <a:cubicBezTo>
                    <a:pt x="1150" y="5239"/>
                    <a:pt x="964" y="1420"/>
                    <a:pt x="932" y="84"/>
                  </a:cubicBezTo>
                  <a:cubicBezTo>
                    <a:pt x="932" y="30"/>
                    <a:pt x="890" y="0"/>
                    <a:pt x="847"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84"/>
            <p:cNvSpPr/>
            <p:nvPr/>
          </p:nvSpPr>
          <p:spPr>
            <a:xfrm>
              <a:off x="5877824" y="3079039"/>
              <a:ext cx="175335" cy="163959"/>
            </a:xfrm>
            <a:custGeom>
              <a:rect b="b" l="l" r="r" t="t"/>
              <a:pathLst>
                <a:path extrusionOk="0" h="6255" w="6689">
                  <a:moveTo>
                    <a:pt x="1907" y="0"/>
                  </a:moveTo>
                  <a:cubicBezTo>
                    <a:pt x="1837" y="0"/>
                    <a:pt x="1769" y="7"/>
                    <a:pt x="1703" y="20"/>
                  </a:cubicBezTo>
                  <a:cubicBezTo>
                    <a:pt x="222" y="323"/>
                    <a:pt x="1" y="3691"/>
                    <a:pt x="1" y="3691"/>
                  </a:cubicBezTo>
                  <a:lnTo>
                    <a:pt x="855" y="6255"/>
                  </a:lnTo>
                  <a:cubicBezTo>
                    <a:pt x="855" y="6255"/>
                    <a:pt x="1453" y="1346"/>
                    <a:pt x="2082" y="1233"/>
                  </a:cubicBezTo>
                  <a:cubicBezTo>
                    <a:pt x="2098" y="1231"/>
                    <a:pt x="2116" y="1229"/>
                    <a:pt x="2135" y="1229"/>
                  </a:cubicBezTo>
                  <a:cubicBezTo>
                    <a:pt x="2841" y="1229"/>
                    <a:pt x="5383" y="3191"/>
                    <a:pt x="6517" y="4099"/>
                  </a:cubicBezTo>
                  <a:cubicBezTo>
                    <a:pt x="6535" y="4114"/>
                    <a:pt x="6554" y="4120"/>
                    <a:pt x="6572" y="4120"/>
                  </a:cubicBezTo>
                  <a:cubicBezTo>
                    <a:pt x="6636" y="4120"/>
                    <a:pt x="6689" y="4043"/>
                    <a:pt x="6640" y="3980"/>
                  </a:cubicBezTo>
                  <a:cubicBezTo>
                    <a:pt x="5681" y="2762"/>
                    <a:pt x="3356" y="0"/>
                    <a:pt x="1907"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84"/>
            <p:cNvSpPr/>
            <p:nvPr/>
          </p:nvSpPr>
          <p:spPr>
            <a:xfrm>
              <a:off x="5821598" y="2978409"/>
              <a:ext cx="90354" cy="270225"/>
            </a:xfrm>
            <a:custGeom>
              <a:rect b="b" l="l" r="r" t="t"/>
              <a:pathLst>
                <a:path extrusionOk="0" h="10309" w="3447">
                  <a:moveTo>
                    <a:pt x="94" y="1"/>
                  </a:moveTo>
                  <a:cubicBezTo>
                    <a:pt x="52" y="1"/>
                    <a:pt x="11" y="29"/>
                    <a:pt x="11" y="83"/>
                  </a:cubicBezTo>
                  <a:cubicBezTo>
                    <a:pt x="1" y="1697"/>
                    <a:pt x="162" y="5969"/>
                    <a:pt x="1861" y="10308"/>
                  </a:cubicBezTo>
                  <a:lnTo>
                    <a:pt x="3447" y="10308"/>
                  </a:lnTo>
                  <a:cubicBezTo>
                    <a:pt x="1727" y="6215"/>
                    <a:pt x="574" y="1714"/>
                    <a:pt x="176" y="65"/>
                  </a:cubicBezTo>
                  <a:cubicBezTo>
                    <a:pt x="165" y="21"/>
                    <a:pt x="129" y="1"/>
                    <a:pt x="9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84"/>
            <p:cNvSpPr/>
            <p:nvPr/>
          </p:nvSpPr>
          <p:spPr>
            <a:xfrm>
              <a:off x="5947156" y="2909260"/>
              <a:ext cx="147314" cy="120918"/>
            </a:xfrm>
            <a:custGeom>
              <a:rect b="b" l="l" r="r" t="t"/>
              <a:pathLst>
                <a:path extrusionOk="0" h="4613" w="5620">
                  <a:moveTo>
                    <a:pt x="2165" y="0"/>
                  </a:moveTo>
                  <a:cubicBezTo>
                    <a:pt x="1819" y="0"/>
                    <a:pt x="1458" y="51"/>
                    <a:pt x="1087" y="154"/>
                  </a:cubicBezTo>
                  <a:cubicBezTo>
                    <a:pt x="689" y="263"/>
                    <a:pt x="320" y="452"/>
                    <a:pt x="0" y="709"/>
                  </a:cubicBezTo>
                  <a:cubicBezTo>
                    <a:pt x="70" y="706"/>
                    <a:pt x="141" y="704"/>
                    <a:pt x="211" y="704"/>
                  </a:cubicBezTo>
                  <a:cubicBezTo>
                    <a:pt x="2367" y="704"/>
                    <a:pt x="4607" y="2355"/>
                    <a:pt x="5278" y="4612"/>
                  </a:cubicBezTo>
                  <a:cubicBezTo>
                    <a:pt x="5620" y="1676"/>
                    <a:pt x="4158" y="0"/>
                    <a:pt x="21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84"/>
            <p:cNvSpPr/>
            <p:nvPr/>
          </p:nvSpPr>
          <p:spPr>
            <a:xfrm>
              <a:off x="5934522" y="2984936"/>
              <a:ext cx="134077" cy="146082"/>
            </a:xfrm>
            <a:custGeom>
              <a:rect b="b" l="l" r="r" t="t"/>
              <a:pathLst>
                <a:path extrusionOk="0" h="5573" w="5115">
                  <a:moveTo>
                    <a:pt x="1815" y="1"/>
                  </a:moveTo>
                  <a:cubicBezTo>
                    <a:pt x="1726" y="1"/>
                    <a:pt x="1635" y="5"/>
                    <a:pt x="1540" y="13"/>
                  </a:cubicBezTo>
                  <a:cubicBezTo>
                    <a:pt x="946" y="66"/>
                    <a:pt x="433" y="382"/>
                    <a:pt x="0" y="811"/>
                  </a:cubicBezTo>
                  <a:cubicBezTo>
                    <a:pt x="204" y="765"/>
                    <a:pt x="401" y="743"/>
                    <a:pt x="591" y="743"/>
                  </a:cubicBezTo>
                  <a:cubicBezTo>
                    <a:pt x="3428" y="743"/>
                    <a:pt x="4691" y="5572"/>
                    <a:pt x="4691" y="5572"/>
                  </a:cubicBezTo>
                  <a:cubicBezTo>
                    <a:pt x="4691" y="5572"/>
                    <a:pt x="5115" y="1"/>
                    <a:pt x="181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84"/>
            <p:cNvSpPr/>
            <p:nvPr/>
          </p:nvSpPr>
          <p:spPr>
            <a:xfrm>
              <a:off x="5815045" y="2896128"/>
              <a:ext cx="281181" cy="357958"/>
            </a:xfrm>
            <a:custGeom>
              <a:rect b="b" l="l" r="r" t="t"/>
              <a:pathLst>
                <a:path extrusionOk="0" h="13656" w="10727">
                  <a:moveTo>
                    <a:pt x="7209" y="700"/>
                  </a:moveTo>
                  <a:cubicBezTo>
                    <a:pt x="7909" y="700"/>
                    <a:pt x="8539" y="921"/>
                    <a:pt x="9038" y="1351"/>
                  </a:cubicBezTo>
                  <a:cubicBezTo>
                    <a:pt x="9766" y="1970"/>
                    <a:pt x="10153" y="2968"/>
                    <a:pt x="10171" y="4210"/>
                  </a:cubicBezTo>
                  <a:cubicBezTo>
                    <a:pt x="9717" y="3331"/>
                    <a:pt x="8996" y="2536"/>
                    <a:pt x="8106" y="1952"/>
                  </a:cubicBezTo>
                  <a:cubicBezTo>
                    <a:pt x="7269" y="1404"/>
                    <a:pt x="6373" y="1101"/>
                    <a:pt x="5585" y="1087"/>
                  </a:cubicBezTo>
                  <a:cubicBezTo>
                    <a:pt x="5775" y="985"/>
                    <a:pt x="5972" y="904"/>
                    <a:pt x="6179" y="848"/>
                  </a:cubicBezTo>
                  <a:cubicBezTo>
                    <a:pt x="6534" y="749"/>
                    <a:pt x="6879" y="700"/>
                    <a:pt x="7209" y="700"/>
                  </a:cubicBezTo>
                  <a:close/>
                  <a:moveTo>
                    <a:pt x="1622" y="1432"/>
                  </a:moveTo>
                  <a:cubicBezTo>
                    <a:pt x="1713" y="3077"/>
                    <a:pt x="1967" y="6052"/>
                    <a:pt x="2656" y="8377"/>
                  </a:cubicBezTo>
                  <a:cubicBezTo>
                    <a:pt x="2540" y="8725"/>
                    <a:pt x="2452" y="9080"/>
                    <a:pt x="2396" y="9442"/>
                  </a:cubicBezTo>
                  <a:cubicBezTo>
                    <a:pt x="2033" y="8377"/>
                    <a:pt x="1728" y="7374"/>
                    <a:pt x="1471" y="6481"/>
                  </a:cubicBezTo>
                  <a:cubicBezTo>
                    <a:pt x="1228" y="4407"/>
                    <a:pt x="1372" y="2835"/>
                    <a:pt x="1538" y="1878"/>
                  </a:cubicBezTo>
                  <a:cubicBezTo>
                    <a:pt x="1566" y="1717"/>
                    <a:pt x="1594" y="1569"/>
                    <a:pt x="1622" y="1432"/>
                  </a:cubicBezTo>
                  <a:close/>
                  <a:moveTo>
                    <a:pt x="1772" y="0"/>
                  </a:moveTo>
                  <a:cubicBezTo>
                    <a:pt x="1700" y="0"/>
                    <a:pt x="1627" y="38"/>
                    <a:pt x="1590" y="120"/>
                  </a:cubicBezTo>
                  <a:cubicBezTo>
                    <a:pt x="1580" y="145"/>
                    <a:pt x="1334" y="711"/>
                    <a:pt x="1147" y="1790"/>
                  </a:cubicBezTo>
                  <a:cubicBezTo>
                    <a:pt x="996" y="2694"/>
                    <a:pt x="929" y="3615"/>
                    <a:pt x="943" y="4533"/>
                  </a:cubicBezTo>
                  <a:cubicBezTo>
                    <a:pt x="630" y="3288"/>
                    <a:pt x="476" y="2529"/>
                    <a:pt x="476" y="2511"/>
                  </a:cubicBezTo>
                  <a:cubicBezTo>
                    <a:pt x="452" y="2403"/>
                    <a:pt x="365" y="2350"/>
                    <a:pt x="277" y="2350"/>
                  </a:cubicBezTo>
                  <a:cubicBezTo>
                    <a:pt x="181" y="2350"/>
                    <a:pt x="86" y="2414"/>
                    <a:pt x="78" y="2536"/>
                  </a:cubicBezTo>
                  <a:cubicBezTo>
                    <a:pt x="78" y="2550"/>
                    <a:pt x="1" y="3925"/>
                    <a:pt x="187" y="5954"/>
                  </a:cubicBezTo>
                  <a:cubicBezTo>
                    <a:pt x="363" y="7825"/>
                    <a:pt x="803" y="10655"/>
                    <a:pt x="1924" y="13521"/>
                  </a:cubicBezTo>
                  <a:cubicBezTo>
                    <a:pt x="1961" y="13608"/>
                    <a:pt x="2032" y="13645"/>
                    <a:pt x="2104" y="13645"/>
                  </a:cubicBezTo>
                  <a:cubicBezTo>
                    <a:pt x="2229" y="13645"/>
                    <a:pt x="2356" y="13531"/>
                    <a:pt x="2297" y="13374"/>
                  </a:cubicBezTo>
                  <a:cubicBezTo>
                    <a:pt x="1193" y="10557"/>
                    <a:pt x="761" y="7768"/>
                    <a:pt x="588" y="5926"/>
                  </a:cubicBezTo>
                  <a:cubicBezTo>
                    <a:pt x="532" y="5328"/>
                    <a:pt x="500" y="4790"/>
                    <a:pt x="483" y="4326"/>
                  </a:cubicBezTo>
                  <a:lnTo>
                    <a:pt x="483" y="4326"/>
                  </a:lnTo>
                  <a:cubicBezTo>
                    <a:pt x="1024" y="6506"/>
                    <a:pt x="1678" y="8658"/>
                    <a:pt x="2438" y="10771"/>
                  </a:cubicBezTo>
                  <a:cubicBezTo>
                    <a:pt x="2475" y="10859"/>
                    <a:pt x="2547" y="10897"/>
                    <a:pt x="2619" y="10897"/>
                  </a:cubicBezTo>
                  <a:cubicBezTo>
                    <a:pt x="2741" y="10897"/>
                    <a:pt x="2863" y="10790"/>
                    <a:pt x="2814" y="10638"/>
                  </a:cubicBezTo>
                  <a:cubicBezTo>
                    <a:pt x="2775" y="10532"/>
                    <a:pt x="2740" y="10427"/>
                    <a:pt x="2702" y="10321"/>
                  </a:cubicBezTo>
                  <a:cubicBezTo>
                    <a:pt x="2730" y="9815"/>
                    <a:pt x="2811" y="9316"/>
                    <a:pt x="2937" y="8823"/>
                  </a:cubicBezTo>
                  <a:cubicBezTo>
                    <a:pt x="3117" y="8155"/>
                    <a:pt x="3472" y="7329"/>
                    <a:pt x="4136" y="7192"/>
                  </a:cubicBezTo>
                  <a:cubicBezTo>
                    <a:pt x="4188" y="7181"/>
                    <a:pt x="4242" y="7176"/>
                    <a:pt x="4299" y="7176"/>
                  </a:cubicBezTo>
                  <a:cubicBezTo>
                    <a:pt x="4974" y="7176"/>
                    <a:pt x="6031" y="7904"/>
                    <a:pt x="7312" y="9259"/>
                  </a:cubicBezTo>
                  <a:cubicBezTo>
                    <a:pt x="7642" y="9607"/>
                    <a:pt x="7955" y="9963"/>
                    <a:pt x="8229" y="10286"/>
                  </a:cubicBezTo>
                  <a:cubicBezTo>
                    <a:pt x="7966" y="10086"/>
                    <a:pt x="7681" y="9868"/>
                    <a:pt x="7393" y="9657"/>
                  </a:cubicBezTo>
                  <a:cubicBezTo>
                    <a:pt x="6721" y="9161"/>
                    <a:pt x="6151" y="8770"/>
                    <a:pt x="5701" y="8500"/>
                  </a:cubicBezTo>
                  <a:cubicBezTo>
                    <a:pt x="5024" y="8092"/>
                    <a:pt x="4713" y="8007"/>
                    <a:pt x="4534" y="8007"/>
                  </a:cubicBezTo>
                  <a:cubicBezTo>
                    <a:pt x="4501" y="8007"/>
                    <a:pt x="4472" y="8010"/>
                    <a:pt x="4446" y="8014"/>
                  </a:cubicBezTo>
                  <a:cubicBezTo>
                    <a:pt x="4168" y="8064"/>
                    <a:pt x="3866" y="8401"/>
                    <a:pt x="3521" y="10497"/>
                  </a:cubicBezTo>
                  <a:cubicBezTo>
                    <a:pt x="3433" y="11028"/>
                    <a:pt x="3366" y="11559"/>
                    <a:pt x="3317" y="11974"/>
                  </a:cubicBezTo>
                  <a:cubicBezTo>
                    <a:pt x="3250" y="11805"/>
                    <a:pt x="3187" y="11636"/>
                    <a:pt x="3124" y="11464"/>
                  </a:cubicBezTo>
                  <a:cubicBezTo>
                    <a:pt x="3087" y="11375"/>
                    <a:pt x="3015" y="11337"/>
                    <a:pt x="2943" y="11337"/>
                  </a:cubicBezTo>
                  <a:cubicBezTo>
                    <a:pt x="2818" y="11337"/>
                    <a:pt x="2692" y="11450"/>
                    <a:pt x="2747" y="11608"/>
                  </a:cubicBezTo>
                  <a:cubicBezTo>
                    <a:pt x="2997" y="12259"/>
                    <a:pt x="3254" y="12906"/>
                    <a:pt x="3514" y="13525"/>
                  </a:cubicBezTo>
                  <a:cubicBezTo>
                    <a:pt x="3544" y="13605"/>
                    <a:pt x="3623" y="13655"/>
                    <a:pt x="3704" y="13655"/>
                  </a:cubicBezTo>
                  <a:cubicBezTo>
                    <a:pt x="3729" y="13655"/>
                    <a:pt x="3754" y="13651"/>
                    <a:pt x="3778" y="13641"/>
                  </a:cubicBezTo>
                  <a:cubicBezTo>
                    <a:pt x="3883" y="13595"/>
                    <a:pt x="3932" y="13472"/>
                    <a:pt x="3883" y="13370"/>
                  </a:cubicBezTo>
                  <a:cubicBezTo>
                    <a:pt x="3799" y="13170"/>
                    <a:pt x="3714" y="12969"/>
                    <a:pt x="3633" y="12765"/>
                  </a:cubicBezTo>
                  <a:cubicBezTo>
                    <a:pt x="3644" y="12628"/>
                    <a:pt x="3742" y="11650"/>
                    <a:pt x="3904" y="10648"/>
                  </a:cubicBezTo>
                  <a:cubicBezTo>
                    <a:pt x="4217" y="8690"/>
                    <a:pt x="4481" y="8436"/>
                    <a:pt x="4523" y="8408"/>
                  </a:cubicBezTo>
                  <a:cubicBezTo>
                    <a:pt x="4526" y="8408"/>
                    <a:pt x="4530" y="8408"/>
                    <a:pt x="4534" y="8408"/>
                  </a:cubicBezTo>
                  <a:cubicBezTo>
                    <a:pt x="4601" y="8408"/>
                    <a:pt x="4836" y="8444"/>
                    <a:pt x="5497" y="8841"/>
                  </a:cubicBezTo>
                  <a:cubicBezTo>
                    <a:pt x="5937" y="9105"/>
                    <a:pt x="6496" y="9488"/>
                    <a:pt x="7157" y="9973"/>
                  </a:cubicBezTo>
                  <a:cubicBezTo>
                    <a:pt x="8286" y="10810"/>
                    <a:pt x="9330" y="11668"/>
                    <a:pt x="9341" y="11679"/>
                  </a:cubicBezTo>
                  <a:cubicBezTo>
                    <a:pt x="9381" y="11711"/>
                    <a:pt x="9425" y="11725"/>
                    <a:pt x="9467" y="11725"/>
                  </a:cubicBezTo>
                  <a:cubicBezTo>
                    <a:pt x="9613" y="11725"/>
                    <a:pt x="9736" y="11553"/>
                    <a:pt x="9629" y="11408"/>
                  </a:cubicBezTo>
                  <a:cubicBezTo>
                    <a:pt x="9003" y="10560"/>
                    <a:pt x="8328" y="9752"/>
                    <a:pt x="7607" y="8985"/>
                  </a:cubicBezTo>
                  <a:cubicBezTo>
                    <a:pt x="6220" y="7519"/>
                    <a:pt x="5108" y="6778"/>
                    <a:pt x="4299" y="6778"/>
                  </a:cubicBezTo>
                  <a:cubicBezTo>
                    <a:pt x="4216" y="6778"/>
                    <a:pt x="4136" y="6786"/>
                    <a:pt x="4059" y="6801"/>
                  </a:cubicBezTo>
                  <a:cubicBezTo>
                    <a:pt x="3633" y="6889"/>
                    <a:pt x="3313" y="7163"/>
                    <a:pt x="3067" y="7526"/>
                  </a:cubicBezTo>
                  <a:cubicBezTo>
                    <a:pt x="3071" y="7420"/>
                    <a:pt x="3074" y="7308"/>
                    <a:pt x="3081" y="7188"/>
                  </a:cubicBezTo>
                  <a:cubicBezTo>
                    <a:pt x="3229" y="6749"/>
                    <a:pt x="3739" y="5360"/>
                    <a:pt x="4604" y="4442"/>
                  </a:cubicBezTo>
                  <a:cubicBezTo>
                    <a:pt x="4829" y="4359"/>
                    <a:pt x="5066" y="4317"/>
                    <a:pt x="5304" y="4317"/>
                  </a:cubicBezTo>
                  <a:cubicBezTo>
                    <a:pt x="5398" y="4317"/>
                    <a:pt x="5492" y="4323"/>
                    <a:pt x="5585" y="4336"/>
                  </a:cubicBezTo>
                  <a:cubicBezTo>
                    <a:pt x="5598" y="4339"/>
                    <a:pt x="5610" y="4340"/>
                    <a:pt x="5622" y="4340"/>
                  </a:cubicBezTo>
                  <a:cubicBezTo>
                    <a:pt x="5720" y="4340"/>
                    <a:pt x="5805" y="4267"/>
                    <a:pt x="5817" y="4167"/>
                  </a:cubicBezTo>
                  <a:cubicBezTo>
                    <a:pt x="5835" y="4058"/>
                    <a:pt x="5754" y="3953"/>
                    <a:pt x="5645" y="3942"/>
                  </a:cubicBezTo>
                  <a:cubicBezTo>
                    <a:pt x="5527" y="3925"/>
                    <a:pt x="5409" y="3917"/>
                    <a:pt x="5291" y="3917"/>
                  </a:cubicBezTo>
                  <a:cubicBezTo>
                    <a:pt x="5269" y="3917"/>
                    <a:pt x="5246" y="3917"/>
                    <a:pt x="5223" y="3918"/>
                  </a:cubicBezTo>
                  <a:cubicBezTo>
                    <a:pt x="5494" y="3742"/>
                    <a:pt x="5800" y="3633"/>
                    <a:pt x="6123" y="3601"/>
                  </a:cubicBezTo>
                  <a:cubicBezTo>
                    <a:pt x="6210" y="3594"/>
                    <a:pt x="6294" y="3590"/>
                    <a:pt x="6378" y="3590"/>
                  </a:cubicBezTo>
                  <a:cubicBezTo>
                    <a:pt x="6976" y="3590"/>
                    <a:pt x="7483" y="3790"/>
                    <a:pt x="7885" y="4185"/>
                  </a:cubicBezTo>
                  <a:cubicBezTo>
                    <a:pt x="8760" y="5050"/>
                    <a:pt x="9000" y="6664"/>
                    <a:pt x="9056" y="7772"/>
                  </a:cubicBezTo>
                  <a:cubicBezTo>
                    <a:pt x="8961" y="7529"/>
                    <a:pt x="8848" y="7265"/>
                    <a:pt x="8715" y="6988"/>
                  </a:cubicBezTo>
                  <a:cubicBezTo>
                    <a:pt x="8064" y="5609"/>
                    <a:pt x="7312" y="4684"/>
                    <a:pt x="6485" y="4231"/>
                  </a:cubicBezTo>
                  <a:cubicBezTo>
                    <a:pt x="6450" y="4211"/>
                    <a:pt x="6415" y="4202"/>
                    <a:pt x="6382" y="4202"/>
                  </a:cubicBezTo>
                  <a:cubicBezTo>
                    <a:pt x="6202" y="4202"/>
                    <a:pt x="6095" y="4472"/>
                    <a:pt x="6292" y="4582"/>
                  </a:cubicBezTo>
                  <a:cubicBezTo>
                    <a:pt x="8099" y="5571"/>
                    <a:pt x="9052" y="8978"/>
                    <a:pt x="9063" y="9013"/>
                  </a:cubicBezTo>
                  <a:cubicBezTo>
                    <a:pt x="9087" y="9101"/>
                    <a:pt x="9165" y="9161"/>
                    <a:pt x="9256" y="9161"/>
                  </a:cubicBezTo>
                  <a:lnTo>
                    <a:pt x="9274" y="9161"/>
                  </a:lnTo>
                  <a:cubicBezTo>
                    <a:pt x="9372" y="9150"/>
                    <a:pt x="9446" y="9073"/>
                    <a:pt x="9453" y="8978"/>
                  </a:cubicBezTo>
                  <a:cubicBezTo>
                    <a:pt x="9492" y="8327"/>
                    <a:pt x="9474" y="7677"/>
                    <a:pt x="9397" y="7033"/>
                  </a:cubicBezTo>
                  <a:cubicBezTo>
                    <a:pt x="9232" y="5599"/>
                    <a:pt x="8817" y="4547"/>
                    <a:pt x="8166" y="3904"/>
                  </a:cubicBezTo>
                  <a:cubicBezTo>
                    <a:pt x="7686" y="3430"/>
                    <a:pt x="7089" y="3191"/>
                    <a:pt x="6382" y="3191"/>
                  </a:cubicBezTo>
                  <a:cubicBezTo>
                    <a:pt x="6286" y="3191"/>
                    <a:pt x="6188" y="3195"/>
                    <a:pt x="6088" y="3204"/>
                  </a:cubicBezTo>
                  <a:cubicBezTo>
                    <a:pt x="5546" y="3250"/>
                    <a:pt x="5029" y="3499"/>
                    <a:pt x="4544" y="3939"/>
                  </a:cubicBezTo>
                  <a:cubicBezTo>
                    <a:pt x="4168" y="4284"/>
                    <a:pt x="3813" y="4744"/>
                    <a:pt x="3489" y="5307"/>
                  </a:cubicBezTo>
                  <a:cubicBezTo>
                    <a:pt x="3387" y="5483"/>
                    <a:pt x="3296" y="5662"/>
                    <a:pt x="3211" y="5831"/>
                  </a:cubicBezTo>
                  <a:cubicBezTo>
                    <a:pt x="3250" y="5535"/>
                    <a:pt x="3303" y="5222"/>
                    <a:pt x="3370" y="4909"/>
                  </a:cubicBezTo>
                  <a:cubicBezTo>
                    <a:pt x="3581" y="3886"/>
                    <a:pt x="3897" y="3032"/>
                    <a:pt x="4302" y="2374"/>
                  </a:cubicBezTo>
                  <a:cubicBezTo>
                    <a:pt x="4481" y="2072"/>
                    <a:pt x="4702" y="1797"/>
                    <a:pt x="4952" y="1555"/>
                  </a:cubicBezTo>
                  <a:cubicBezTo>
                    <a:pt x="5136" y="1508"/>
                    <a:pt x="5333" y="1485"/>
                    <a:pt x="5541" y="1485"/>
                  </a:cubicBezTo>
                  <a:cubicBezTo>
                    <a:pt x="6261" y="1485"/>
                    <a:pt x="7100" y="1764"/>
                    <a:pt x="7892" y="2283"/>
                  </a:cubicBezTo>
                  <a:cubicBezTo>
                    <a:pt x="8985" y="3000"/>
                    <a:pt x="9801" y="4051"/>
                    <a:pt x="10135" y="5170"/>
                  </a:cubicBezTo>
                  <a:cubicBezTo>
                    <a:pt x="10165" y="5266"/>
                    <a:pt x="10247" y="5313"/>
                    <a:pt x="10328" y="5313"/>
                  </a:cubicBezTo>
                  <a:cubicBezTo>
                    <a:pt x="10420" y="5313"/>
                    <a:pt x="10513" y="5252"/>
                    <a:pt x="10526" y="5138"/>
                  </a:cubicBezTo>
                  <a:cubicBezTo>
                    <a:pt x="10726" y="3352"/>
                    <a:pt x="10294" y="1899"/>
                    <a:pt x="9302" y="1048"/>
                  </a:cubicBezTo>
                  <a:cubicBezTo>
                    <a:pt x="8723" y="554"/>
                    <a:pt x="8004" y="301"/>
                    <a:pt x="7208" y="301"/>
                  </a:cubicBezTo>
                  <a:cubicBezTo>
                    <a:pt x="6844" y="301"/>
                    <a:pt x="6464" y="354"/>
                    <a:pt x="6074" y="461"/>
                  </a:cubicBezTo>
                  <a:cubicBezTo>
                    <a:pt x="5216" y="700"/>
                    <a:pt x="4502" y="1273"/>
                    <a:pt x="3950" y="2167"/>
                  </a:cubicBezTo>
                  <a:cubicBezTo>
                    <a:pt x="3521" y="2866"/>
                    <a:pt x="3190" y="3767"/>
                    <a:pt x="2969" y="4836"/>
                  </a:cubicBezTo>
                  <a:cubicBezTo>
                    <a:pt x="2832" y="5514"/>
                    <a:pt x="2740" y="6200"/>
                    <a:pt x="2695" y="6889"/>
                  </a:cubicBezTo>
                  <a:cubicBezTo>
                    <a:pt x="2033" y="3781"/>
                    <a:pt x="1974" y="240"/>
                    <a:pt x="1974" y="197"/>
                  </a:cubicBezTo>
                  <a:cubicBezTo>
                    <a:pt x="1972" y="73"/>
                    <a:pt x="1872" y="0"/>
                    <a:pt x="1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2" name="Google Shape;16082;p84"/>
          <p:cNvGrpSpPr/>
          <p:nvPr/>
        </p:nvGrpSpPr>
        <p:grpSpPr>
          <a:xfrm>
            <a:off x="5238894" y="2896102"/>
            <a:ext cx="336437" cy="357774"/>
            <a:chOff x="5238894" y="2896102"/>
            <a:chExt cx="336437" cy="357774"/>
          </a:xfrm>
        </p:grpSpPr>
        <p:sp>
          <p:nvSpPr>
            <p:cNvPr id="16083" name="Google Shape;16083;p84"/>
            <p:cNvSpPr/>
            <p:nvPr/>
          </p:nvSpPr>
          <p:spPr>
            <a:xfrm>
              <a:off x="5396117" y="3069419"/>
              <a:ext cx="173684" cy="162439"/>
            </a:xfrm>
            <a:custGeom>
              <a:rect b="b" l="l" r="r" t="t"/>
              <a:pathLst>
                <a:path extrusionOk="0" h="6197" w="6626">
                  <a:moveTo>
                    <a:pt x="6626" y="0"/>
                  </a:moveTo>
                  <a:lnTo>
                    <a:pt x="6626" y="0"/>
                  </a:lnTo>
                  <a:cubicBezTo>
                    <a:pt x="1393" y="2402"/>
                    <a:pt x="8" y="6179"/>
                    <a:pt x="1" y="6196"/>
                  </a:cubicBezTo>
                  <a:cubicBezTo>
                    <a:pt x="5592" y="3992"/>
                    <a:pt x="6626" y="1"/>
                    <a:pt x="662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84"/>
            <p:cNvSpPr/>
            <p:nvPr/>
          </p:nvSpPr>
          <p:spPr>
            <a:xfrm>
              <a:off x="5396117" y="3119825"/>
              <a:ext cx="22438" cy="128808"/>
            </a:xfrm>
            <a:custGeom>
              <a:rect b="b" l="l" r="r" t="t"/>
              <a:pathLst>
                <a:path extrusionOk="0" h="4914" w="856">
                  <a:moveTo>
                    <a:pt x="1" y="1"/>
                  </a:moveTo>
                  <a:lnTo>
                    <a:pt x="1" y="4913"/>
                  </a:lnTo>
                  <a:lnTo>
                    <a:pt x="855" y="4913"/>
                  </a:lnTo>
                  <a:lnTo>
                    <a:pt x="855"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84"/>
            <p:cNvSpPr/>
            <p:nvPr/>
          </p:nvSpPr>
          <p:spPr>
            <a:xfrm>
              <a:off x="5373731" y="2904568"/>
              <a:ext cx="67209" cy="80813"/>
            </a:xfrm>
            <a:custGeom>
              <a:rect b="b" l="l" r="r" t="t"/>
              <a:pathLst>
                <a:path extrusionOk="0" h="3083" w="2564">
                  <a:moveTo>
                    <a:pt x="1283" y="0"/>
                  </a:moveTo>
                  <a:cubicBezTo>
                    <a:pt x="1221" y="0"/>
                    <a:pt x="1159" y="27"/>
                    <a:pt x="1115" y="79"/>
                  </a:cubicBezTo>
                  <a:cubicBezTo>
                    <a:pt x="904" y="343"/>
                    <a:pt x="507" y="853"/>
                    <a:pt x="0" y="1588"/>
                  </a:cubicBezTo>
                  <a:lnTo>
                    <a:pt x="640" y="3082"/>
                  </a:lnTo>
                  <a:lnTo>
                    <a:pt x="2135" y="3082"/>
                  </a:lnTo>
                  <a:lnTo>
                    <a:pt x="2564" y="1588"/>
                  </a:lnTo>
                  <a:cubicBezTo>
                    <a:pt x="2057" y="853"/>
                    <a:pt x="1660" y="343"/>
                    <a:pt x="1449" y="79"/>
                  </a:cubicBezTo>
                  <a:cubicBezTo>
                    <a:pt x="1407" y="27"/>
                    <a:pt x="1345" y="0"/>
                    <a:pt x="1283" y="0"/>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84"/>
            <p:cNvSpPr/>
            <p:nvPr/>
          </p:nvSpPr>
          <p:spPr>
            <a:xfrm>
              <a:off x="5337873" y="2930466"/>
              <a:ext cx="156358" cy="200552"/>
            </a:xfrm>
            <a:custGeom>
              <a:rect b="b" l="l" r="r" t="t"/>
              <a:pathLst>
                <a:path extrusionOk="0" h="7651" w="5965">
                  <a:moveTo>
                    <a:pt x="4396" y="1"/>
                  </a:moveTo>
                  <a:cubicBezTo>
                    <a:pt x="4342" y="1"/>
                    <a:pt x="4287" y="21"/>
                    <a:pt x="4245" y="65"/>
                  </a:cubicBezTo>
                  <a:cubicBezTo>
                    <a:pt x="3788" y="519"/>
                    <a:pt x="2669" y="1676"/>
                    <a:pt x="1924" y="2748"/>
                  </a:cubicBezTo>
                  <a:cubicBezTo>
                    <a:pt x="0" y="5498"/>
                    <a:pt x="1259" y="7650"/>
                    <a:pt x="2655" y="7650"/>
                  </a:cubicBezTo>
                  <a:cubicBezTo>
                    <a:pt x="4480" y="7650"/>
                    <a:pt x="5964" y="6170"/>
                    <a:pt x="5964" y="4341"/>
                  </a:cubicBezTo>
                  <a:cubicBezTo>
                    <a:pt x="5964" y="2910"/>
                    <a:pt x="4955" y="832"/>
                    <a:pt x="4586" y="115"/>
                  </a:cubicBezTo>
                  <a:cubicBezTo>
                    <a:pt x="4547" y="41"/>
                    <a:pt x="4472" y="1"/>
                    <a:pt x="4396"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84"/>
            <p:cNvSpPr/>
            <p:nvPr/>
          </p:nvSpPr>
          <p:spPr>
            <a:xfrm>
              <a:off x="5320625" y="2930466"/>
              <a:ext cx="156279" cy="200552"/>
            </a:xfrm>
            <a:custGeom>
              <a:rect b="b" l="l" r="r" t="t"/>
              <a:pathLst>
                <a:path extrusionOk="0" h="7651" w="5962">
                  <a:moveTo>
                    <a:pt x="1569" y="1"/>
                  </a:moveTo>
                  <a:cubicBezTo>
                    <a:pt x="1493" y="1"/>
                    <a:pt x="1418" y="41"/>
                    <a:pt x="1379" y="115"/>
                  </a:cubicBezTo>
                  <a:cubicBezTo>
                    <a:pt x="1006" y="832"/>
                    <a:pt x="1" y="2910"/>
                    <a:pt x="1" y="4341"/>
                  </a:cubicBezTo>
                  <a:cubicBezTo>
                    <a:pt x="1" y="6170"/>
                    <a:pt x="1481" y="7650"/>
                    <a:pt x="3310" y="7650"/>
                  </a:cubicBezTo>
                  <a:cubicBezTo>
                    <a:pt x="4702" y="7650"/>
                    <a:pt x="5961" y="5498"/>
                    <a:pt x="4041" y="2748"/>
                  </a:cubicBezTo>
                  <a:cubicBezTo>
                    <a:pt x="3292" y="1676"/>
                    <a:pt x="2174" y="519"/>
                    <a:pt x="1720" y="65"/>
                  </a:cubicBezTo>
                  <a:cubicBezTo>
                    <a:pt x="1678" y="21"/>
                    <a:pt x="1623" y="1"/>
                    <a:pt x="156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84"/>
            <p:cNvSpPr/>
            <p:nvPr/>
          </p:nvSpPr>
          <p:spPr>
            <a:xfrm>
              <a:off x="5244949" y="3069419"/>
              <a:ext cx="173605" cy="162439"/>
            </a:xfrm>
            <a:custGeom>
              <a:rect b="b" l="l" r="r" t="t"/>
              <a:pathLst>
                <a:path extrusionOk="0" h="6197" w="6623">
                  <a:moveTo>
                    <a:pt x="1" y="0"/>
                  </a:moveTo>
                  <a:cubicBezTo>
                    <a:pt x="1" y="1"/>
                    <a:pt x="1035" y="3992"/>
                    <a:pt x="6622" y="6196"/>
                  </a:cubicBezTo>
                  <a:cubicBezTo>
                    <a:pt x="6619" y="6179"/>
                    <a:pt x="5233" y="2402"/>
                    <a:pt x="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84"/>
            <p:cNvSpPr/>
            <p:nvPr/>
          </p:nvSpPr>
          <p:spPr>
            <a:xfrm>
              <a:off x="5238894" y="2896102"/>
              <a:ext cx="336437" cy="357774"/>
            </a:xfrm>
            <a:custGeom>
              <a:rect b="b" l="l" r="r" t="t"/>
              <a:pathLst>
                <a:path extrusionOk="0" h="13649" w="12835">
                  <a:moveTo>
                    <a:pt x="6428" y="515"/>
                  </a:moveTo>
                  <a:cubicBezTo>
                    <a:pt x="6604" y="736"/>
                    <a:pt x="6924" y="1148"/>
                    <a:pt x="7328" y="1728"/>
                  </a:cubicBezTo>
                  <a:cubicBezTo>
                    <a:pt x="7001" y="2052"/>
                    <a:pt x="6698" y="2375"/>
                    <a:pt x="6428" y="2702"/>
                  </a:cubicBezTo>
                  <a:cubicBezTo>
                    <a:pt x="6153" y="2375"/>
                    <a:pt x="5855" y="2052"/>
                    <a:pt x="5524" y="1728"/>
                  </a:cubicBezTo>
                  <a:cubicBezTo>
                    <a:pt x="5932" y="1148"/>
                    <a:pt x="6252" y="736"/>
                    <a:pt x="6428" y="515"/>
                  </a:cubicBezTo>
                  <a:close/>
                  <a:moveTo>
                    <a:pt x="8165" y="1489"/>
                  </a:moveTo>
                  <a:cubicBezTo>
                    <a:pt x="8516" y="2168"/>
                    <a:pt x="9536" y="4253"/>
                    <a:pt x="9536" y="5652"/>
                  </a:cubicBezTo>
                  <a:cubicBezTo>
                    <a:pt x="9536" y="6844"/>
                    <a:pt x="8851" y="7931"/>
                    <a:pt x="7778" y="8451"/>
                  </a:cubicBezTo>
                  <a:cubicBezTo>
                    <a:pt x="7831" y="8378"/>
                    <a:pt x="7880" y="8304"/>
                    <a:pt x="7926" y="8223"/>
                  </a:cubicBezTo>
                  <a:cubicBezTo>
                    <a:pt x="8204" y="7731"/>
                    <a:pt x="8309" y="7105"/>
                    <a:pt x="8232" y="6412"/>
                  </a:cubicBezTo>
                  <a:cubicBezTo>
                    <a:pt x="8147" y="5635"/>
                    <a:pt x="7845" y="4808"/>
                    <a:pt x="7328" y="3954"/>
                  </a:cubicBezTo>
                  <a:cubicBezTo>
                    <a:pt x="7285" y="3885"/>
                    <a:pt x="7224" y="3857"/>
                    <a:pt x="7163" y="3857"/>
                  </a:cubicBezTo>
                  <a:cubicBezTo>
                    <a:pt x="7025" y="3857"/>
                    <a:pt x="6890" y="4005"/>
                    <a:pt x="6983" y="4161"/>
                  </a:cubicBezTo>
                  <a:cubicBezTo>
                    <a:pt x="7884" y="5642"/>
                    <a:pt x="8105" y="7087"/>
                    <a:pt x="7574" y="8030"/>
                  </a:cubicBezTo>
                  <a:cubicBezTo>
                    <a:pt x="7310" y="8497"/>
                    <a:pt x="6892" y="8764"/>
                    <a:pt x="6424" y="8764"/>
                  </a:cubicBezTo>
                  <a:cubicBezTo>
                    <a:pt x="4708" y="8761"/>
                    <a:pt x="3319" y="7368"/>
                    <a:pt x="3316" y="5652"/>
                  </a:cubicBezTo>
                  <a:cubicBezTo>
                    <a:pt x="3316" y="4253"/>
                    <a:pt x="4339" y="2168"/>
                    <a:pt x="4691" y="1489"/>
                  </a:cubicBezTo>
                  <a:cubicBezTo>
                    <a:pt x="5419" y="2147"/>
                    <a:pt x="6037" y="2815"/>
                    <a:pt x="6526" y="3476"/>
                  </a:cubicBezTo>
                  <a:cubicBezTo>
                    <a:pt x="6570" y="3532"/>
                    <a:pt x="6625" y="3555"/>
                    <a:pt x="6678" y="3555"/>
                  </a:cubicBezTo>
                  <a:cubicBezTo>
                    <a:pt x="6820" y="3555"/>
                    <a:pt x="6953" y="3392"/>
                    <a:pt x="6846" y="3237"/>
                  </a:cubicBezTo>
                  <a:cubicBezTo>
                    <a:pt x="6793" y="3166"/>
                    <a:pt x="6737" y="3092"/>
                    <a:pt x="6681" y="3019"/>
                  </a:cubicBezTo>
                  <a:cubicBezTo>
                    <a:pt x="7138" y="2474"/>
                    <a:pt x="7634" y="1964"/>
                    <a:pt x="8165" y="1489"/>
                  </a:cubicBezTo>
                  <a:close/>
                  <a:moveTo>
                    <a:pt x="6653" y="9155"/>
                  </a:moveTo>
                  <a:lnTo>
                    <a:pt x="6653" y="11940"/>
                  </a:lnTo>
                  <a:cubicBezTo>
                    <a:pt x="6533" y="11729"/>
                    <a:pt x="6386" y="11483"/>
                    <a:pt x="6199" y="11208"/>
                  </a:cubicBezTo>
                  <a:lnTo>
                    <a:pt x="6199" y="9155"/>
                  </a:lnTo>
                  <a:cubicBezTo>
                    <a:pt x="6273" y="9158"/>
                    <a:pt x="6350" y="9162"/>
                    <a:pt x="6428" y="9162"/>
                  </a:cubicBezTo>
                  <a:cubicBezTo>
                    <a:pt x="6502" y="9162"/>
                    <a:pt x="6579" y="9158"/>
                    <a:pt x="6653" y="9155"/>
                  </a:cubicBezTo>
                  <a:close/>
                  <a:moveTo>
                    <a:pt x="12272" y="6999"/>
                  </a:moveTo>
                  <a:lnTo>
                    <a:pt x="12272" y="6999"/>
                  </a:lnTo>
                  <a:cubicBezTo>
                    <a:pt x="12036" y="7555"/>
                    <a:pt x="11741" y="8082"/>
                    <a:pt x="11389" y="8571"/>
                  </a:cubicBezTo>
                  <a:cubicBezTo>
                    <a:pt x="10672" y="9580"/>
                    <a:pt x="9339" y="11001"/>
                    <a:pt x="7054" y="12123"/>
                  </a:cubicBezTo>
                  <a:lnTo>
                    <a:pt x="7054" y="11331"/>
                  </a:lnTo>
                  <a:cubicBezTo>
                    <a:pt x="7926" y="10087"/>
                    <a:pt x="9522" y="8357"/>
                    <a:pt x="12272" y="6999"/>
                  </a:cubicBezTo>
                  <a:close/>
                  <a:moveTo>
                    <a:pt x="580" y="6999"/>
                  </a:moveTo>
                  <a:lnTo>
                    <a:pt x="580" y="6999"/>
                  </a:lnTo>
                  <a:cubicBezTo>
                    <a:pt x="2989" y="8191"/>
                    <a:pt x="4490" y="9668"/>
                    <a:pt x="5338" y="10723"/>
                  </a:cubicBezTo>
                  <a:cubicBezTo>
                    <a:pt x="5770" y="11251"/>
                    <a:pt x="6146" y="11824"/>
                    <a:pt x="6463" y="12429"/>
                  </a:cubicBezTo>
                  <a:cubicBezTo>
                    <a:pt x="5440" y="11996"/>
                    <a:pt x="4480" y="11433"/>
                    <a:pt x="3597" y="10762"/>
                  </a:cubicBezTo>
                  <a:cubicBezTo>
                    <a:pt x="2852" y="10192"/>
                    <a:pt x="2187" y="9524"/>
                    <a:pt x="1617" y="8782"/>
                  </a:cubicBezTo>
                  <a:cubicBezTo>
                    <a:pt x="1199" y="8233"/>
                    <a:pt x="851" y="7636"/>
                    <a:pt x="580" y="6999"/>
                  </a:cubicBezTo>
                  <a:close/>
                  <a:moveTo>
                    <a:pt x="6426" y="1"/>
                  </a:moveTo>
                  <a:cubicBezTo>
                    <a:pt x="6370" y="1"/>
                    <a:pt x="6313" y="24"/>
                    <a:pt x="6273" y="72"/>
                  </a:cubicBezTo>
                  <a:cubicBezTo>
                    <a:pt x="6255" y="93"/>
                    <a:pt x="5851" y="564"/>
                    <a:pt x="5232" y="1447"/>
                  </a:cubicBezTo>
                  <a:cubicBezTo>
                    <a:pt x="5081" y="1303"/>
                    <a:pt x="4923" y="1162"/>
                    <a:pt x="4761" y="1021"/>
                  </a:cubicBezTo>
                  <a:cubicBezTo>
                    <a:pt x="4723" y="987"/>
                    <a:pt x="4675" y="971"/>
                    <a:pt x="4628" y="971"/>
                  </a:cubicBezTo>
                  <a:cubicBezTo>
                    <a:pt x="4559" y="971"/>
                    <a:pt x="4491" y="1007"/>
                    <a:pt x="4455" y="1074"/>
                  </a:cubicBezTo>
                  <a:cubicBezTo>
                    <a:pt x="4437" y="1102"/>
                    <a:pt x="4065" y="1777"/>
                    <a:pt x="3688" y="2678"/>
                  </a:cubicBezTo>
                  <a:cubicBezTo>
                    <a:pt x="3175" y="3898"/>
                    <a:pt x="2915" y="4900"/>
                    <a:pt x="2915" y="5652"/>
                  </a:cubicBezTo>
                  <a:cubicBezTo>
                    <a:pt x="2915" y="7347"/>
                    <a:pt x="4128" y="8800"/>
                    <a:pt x="5795" y="9106"/>
                  </a:cubicBezTo>
                  <a:lnTo>
                    <a:pt x="5795" y="10660"/>
                  </a:lnTo>
                  <a:cubicBezTo>
                    <a:pt x="5753" y="10604"/>
                    <a:pt x="5707" y="10547"/>
                    <a:pt x="5661" y="10488"/>
                  </a:cubicBezTo>
                  <a:cubicBezTo>
                    <a:pt x="4736" y="9334"/>
                    <a:pt x="3055" y="7688"/>
                    <a:pt x="309" y="6430"/>
                  </a:cubicBezTo>
                  <a:cubicBezTo>
                    <a:pt x="282" y="6417"/>
                    <a:pt x="254" y="6411"/>
                    <a:pt x="227" y="6411"/>
                  </a:cubicBezTo>
                  <a:cubicBezTo>
                    <a:pt x="105" y="6411"/>
                    <a:pt x="0" y="6529"/>
                    <a:pt x="35" y="6662"/>
                  </a:cubicBezTo>
                  <a:cubicBezTo>
                    <a:pt x="45" y="6704"/>
                    <a:pt x="313" y="7713"/>
                    <a:pt x="1283" y="9004"/>
                  </a:cubicBezTo>
                  <a:cubicBezTo>
                    <a:pt x="1870" y="9781"/>
                    <a:pt x="2563" y="10473"/>
                    <a:pt x="3337" y="11068"/>
                  </a:cubicBezTo>
                  <a:cubicBezTo>
                    <a:pt x="4100" y="11655"/>
                    <a:pt x="4926" y="12158"/>
                    <a:pt x="5798" y="12569"/>
                  </a:cubicBezTo>
                  <a:lnTo>
                    <a:pt x="5798" y="13448"/>
                  </a:lnTo>
                  <a:cubicBezTo>
                    <a:pt x="5798" y="13582"/>
                    <a:pt x="5898" y="13649"/>
                    <a:pt x="5997" y="13649"/>
                  </a:cubicBezTo>
                  <a:cubicBezTo>
                    <a:pt x="6096" y="13649"/>
                    <a:pt x="6196" y="13582"/>
                    <a:pt x="6196" y="13448"/>
                  </a:cubicBezTo>
                  <a:lnTo>
                    <a:pt x="6196" y="12749"/>
                  </a:lnTo>
                  <a:cubicBezTo>
                    <a:pt x="6347" y="12815"/>
                    <a:pt x="6498" y="12879"/>
                    <a:pt x="6653" y="12942"/>
                  </a:cubicBezTo>
                  <a:lnTo>
                    <a:pt x="6653" y="13448"/>
                  </a:lnTo>
                  <a:cubicBezTo>
                    <a:pt x="6653" y="13582"/>
                    <a:pt x="6752" y="13649"/>
                    <a:pt x="6851" y="13649"/>
                  </a:cubicBezTo>
                  <a:cubicBezTo>
                    <a:pt x="6951" y="13649"/>
                    <a:pt x="7050" y="13582"/>
                    <a:pt x="7050" y="13448"/>
                  </a:cubicBezTo>
                  <a:lnTo>
                    <a:pt x="7050" y="12569"/>
                  </a:lnTo>
                  <a:cubicBezTo>
                    <a:pt x="9529" y="11391"/>
                    <a:pt x="10960" y="9862"/>
                    <a:pt x="11727" y="8786"/>
                  </a:cubicBezTo>
                  <a:cubicBezTo>
                    <a:pt x="12567" y="7597"/>
                    <a:pt x="12807" y="6700"/>
                    <a:pt x="12814" y="6662"/>
                  </a:cubicBezTo>
                  <a:cubicBezTo>
                    <a:pt x="12835" y="6588"/>
                    <a:pt x="12810" y="6507"/>
                    <a:pt x="12750" y="6458"/>
                  </a:cubicBezTo>
                  <a:cubicBezTo>
                    <a:pt x="12715" y="6427"/>
                    <a:pt x="12670" y="6412"/>
                    <a:pt x="12624" y="6412"/>
                  </a:cubicBezTo>
                  <a:cubicBezTo>
                    <a:pt x="12595" y="6412"/>
                    <a:pt x="12566" y="6417"/>
                    <a:pt x="12539" y="6430"/>
                  </a:cubicBezTo>
                  <a:cubicBezTo>
                    <a:pt x="9772" y="7702"/>
                    <a:pt x="8059" y="9359"/>
                    <a:pt x="7054" y="10660"/>
                  </a:cubicBezTo>
                  <a:lnTo>
                    <a:pt x="7054" y="9106"/>
                  </a:lnTo>
                  <a:cubicBezTo>
                    <a:pt x="8720" y="8800"/>
                    <a:pt x="9934" y="7347"/>
                    <a:pt x="9937" y="5652"/>
                  </a:cubicBezTo>
                  <a:cubicBezTo>
                    <a:pt x="9937" y="4900"/>
                    <a:pt x="9677" y="3898"/>
                    <a:pt x="9164" y="2678"/>
                  </a:cubicBezTo>
                  <a:cubicBezTo>
                    <a:pt x="8784" y="1777"/>
                    <a:pt x="8411" y="1102"/>
                    <a:pt x="8397" y="1074"/>
                  </a:cubicBezTo>
                  <a:cubicBezTo>
                    <a:pt x="8359" y="1007"/>
                    <a:pt x="8290" y="971"/>
                    <a:pt x="8220" y="971"/>
                  </a:cubicBezTo>
                  <a:cubicBezTo>
                    <a:pt x="8173" y="971"/>
                    <a:pt x="8126" y="987"/>
                    <a:pt x="8087" y="1021"/>
                  </a:cubicBezTo>
                  <a:cubicBezTo>
                    <a:pt x="7926" y="1162"/>
                    <a:pt x="7771" y="1303"/>
                    <a:pt x="7620" y="1447"/>
                  </a:cubicBezTo>
                  <a:cubicBezTo>
                    <a:pt x="7001" y="568"/>
                    <a:pt x="6597" y="93"/>
                    <a:pt x="6575" y="72"/>
                  </a:cubicBezTo>
                  <a:cubicBezTo>
                    <a:pt x="6537" y="24"/>
                    <a:pt x="6481" y="1"/>
                    <a:pt x="6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0" name="Google Shape;16090;p84"/>
          <p:cNvGrpSpPr/>
          <p:nvPr/>
        </p:nvGrpSpPr>
        <p:grpSpPr>
          <a:xfrm>
            <a:off x="5226994" y="1499919"/>
            <a:ext cx="374786" cy="364616"/>
            <a:chOff x="5226994" y="1499919"/>
            <a:chExt cx="374786" cy="364616"/>
          </a:xfrm>
        </p:grpSpPr>
        <p:sp>
          <p:nvSpPr>
            <p:cNvPr id="16091" name="Google Shape;16091;p84"/>
            <p:cNvSpPr/>
            <p:nvPr/>
          </p:nvSpPr>
          <p:spPr>
            <a:xfrm>
              <a:off x="5470875"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84"/>
            <p:cNvSpPr/>
            <p:nvPr/>
          </p:nvSpPr>
          <p:spPr>
            <a:xfrm>
              <a:off x="5493732"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84"/>
            <p:cNvSpPr/>
            <p:nvPr/>
          </p:nvSpPr>
          <p:spPr>
            <a:xfrm>
              <a:off x="5242564" y="1505293"/>
              <a:ext cx="125663" cy="125584"/>
            </a:xfrm>
            <a:custGeom>
              <a:rect b="b" l="l" r="r" t="t"/>
              <a:pathLst>
                <a:path extrusionOk="0" h="4791" w="4794">
                  <a:moveTo>
                    <a:pt x="2395" y="1"/>
                  </a:moveTo>
                  <a:cubicBezTo>
                    <a:pt x="1073" y="1"/>
                    <a:pt x="0" y="1073"/>
                    <a:pt x="0" y="2396"/>
                  </a:cubicBezTo>
                  <a:cubicBezTo>
                    <a:pt x="0" y="3718"/>
                    <a:pt x="1073" y="4790"/>
                    <a:pt x="2395" y="4790"/>
                  </a:cubicBezTo>
                  <a:cubicBezTo>
                    <a:pt x="3721" y="4790"/>
                    <a:pt x="4793" y="3718"/>
                    <a:pt x="4793" y="2396"/>
                  </a:cubicBezTo>
                  <a:cubicBezTo>
                    <a:pt x="4793" y="1073"/>
                    <a:pt x="3721"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84"/>
            <p:cNvSpPr/>
            <p:nvPr/>
          </p:nvSpPr>
          <p:spPr>
            <a:xfrm>
              <a:off x="5265421"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84"/>
            <p:cNvSpPr/>
            <p:nvPr/>
          </p:nvSpPr>
          <p:spPr>
            <a:xfrm>
              <a:off x="5253993" y="1539500"/>
              <a:ext cx="331011" cy="319688"/>
            </a:xfrm>
            <a:custGeom>
              <a:rect b="b" l="l" r="r" t="t"/>
              <a:pathLst>
                <a:path extrusionOk="0" h="12196" w="12628">
                  <a:moveTo>
                    <a:pt x="6316" y="1"/>
                  </a:moveTo>
                  <a:cubicBezTo>
                    <a:pt x="2828" y="1"/>
                    <a:pt x="0" y="2733"/>
                    <a:pt x="0" y="6098"/>
                  </a:cubicBezTo>
                  <a:cubicBezTo>
                    <a:pt x="0" y="9463"/>
                    <a:pt x="2828" y="12196"/>
                    <a:pt x="6316" y="12196"/>
                  </a:cubicBezTo>
                  <a:cubicBezTo>
                    <a:pt x="9801" y="12196"/>
                    <a:pt x="12628" y="9463"/>
                    <a:pt x="12628" y="6098"/>
                  </a:cubicBezTo>
                  <a:cubicBezTo>
                    <a:pt x="12628" y="2733"/>
                    <a:pt x="9801" y="1"/>
                    <a:pt x="6316"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84"/>
            <p:cNvSpPr/>
            <p:nvPr/>
          </p:nvSpPr>
          <p:spPr>
            <a:xfrm>
              <a:off x="5376667" y="1767811"/>
              <a:ext cx="85662" cy="68519"/>
            </a:xfrm>
            <a:custGeom>
              <a:rect b="b" l="l" r="r" t="t"/>
              <a:pathLst>
                <a:path extrusionOk="0" h="2614" w="3268">
                  <a:moveTo>
                    <a:pt x="1636" y="1"/>
                  </a:moveTo>
                  <a:cubicBezTo>
                    <a:pt x="732" y="1"/>
                    <a:pt x="1" y="585"/>
                    <a:pt x="1" y="1309"/>
                  </a:cubicBezTo>
                  <a:cubicBezTo>
                    <a:pt x="1" y="2030"/>
                    <a:pt x="732" y="2613"/>
                    <a:pt x="1636" y="2613"/>
                  </a:cubicBezTo>
                  <a:cubicBezTo>
                    <a:pt x="2536" y="2613"/>
                    <a:pt x="3268" y="2030"/>
                    <a:pt x="3268" y="1309"/>
                  </a:cubicBezTo>
                  <a:cubicBezTo>
                    <a:pt x="3268" y="585"/>
                    <a:pt x="2536" y="1"/>
                    <a:pt x="1636"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84"/>
            <p:cNvSpPr/>
            <p:nvPr/>
          </p:nvSpPr>
          <p:spPr>
            <a:xfrm>
              <a:off x="5253993" y="1543379"/>
              <a:ext cx="157930" cy="315546"/>
            </a:xfrm>
            <a:custGeom>
              <a:rect b="b" l="l" r="r" t="t"/>
              <a:pathLst>
                <a:path extrusionOk="0" h="12038" w="6025">
                  <a:moveTo>
                    <a:pt x="4941" y="0"/>
                  </a:moveTo>
                  <a:cubicBezTo>
                    <a:pt x="2117" y="605"/>
                    <a:pt x="0" y="3038"/>
                    <a:pt x="0" y="5950"/>
                  </a:cubicBezTo>
                  <a:cubicBezTo>
                    <a:pt x="0" y="9220"/>
                    <a:pt x="2673" y="11893"/>
                    <a:pt x="6024" y="12037"/>
                  </a:cubicBezTo>
                  <a:cubicBezTo>
                    <a:pt x="3650" y="11070"/>
                    <a:pt x="1959" y="8612"/>
                    <a:pt x="1959" y="5732"/>
                  </a:cubicBezTo>
                  <a:cubicBezTo>
                    <a:pt x="1959" y="3316"/>
                    <a:pt x="3151" y="1192"/>
                    <a:pt x="4941"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84"/>
            <p:cNvSpPr/>
            <p:nvPr/>
          </p:nvSpPr>
          <p:spPr>
            <a:xfrm>
              <a:off x="5333915" y="1676382"/>
              <a:ext cx="34312" cy="40131"/>
            </a:xfrm>
            <a:custGeom>
              <a:rect b="b" l="l" r="r" t="t"/>
              <a:pathLst>
                <a:path extrusionOk="0" h="1531" w="1309">
                  <a:moveTo>
                    <a:pt x="654" y="0"/>
                  </a:moveTo>
                  <a:cubicBezTo>
                    <a:pt x="292" y="0"/>
                    <a:pt x="0" y="292"/>
                    <a:pt x="0" y="655"/>
                  </a:cubicBezTo>
                  <a:lnTo>
                    <a:pt x="0" y="876"/>
                  </a:lnTo>
                  <a:cubicBezTo>
                    <a:pt x="0" y="1235"/>
                    <a:pt x="292" y="1530"/>
                    <a:pt x="654" y="1530"/>
                  </a:cubicBezTo>
                  <a:cubicBezTo>
                    <a:pt x="1016" y="1530"/>
                    <a:pt x="1308" y="1235"/>
                    <a:pt x="1308" y="876"/>
                  </a:cubicBezTo>
                  <a:lnTo>
                    <a:pt x="1308" y="655"/>
                  </a:lnTo>
                  <a:cubicBezTo>
                    <a:pt x="1308"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84"/>
            <p:cNvSpPr/>
            <p:nvPr/>
          </p:nvSpPr>
          <p:spPr>
            <a:xfrm>
              <a:off x="5351058" y="1676460"/>
              <a:ext cx="17169" cy="28624"/>
            </a:xfrm>
            <a:custGeom>
              <a:rect b="b" l="l" r="r" t="t"/>
              <a:pathLst>
                <a:path extrusionOk="0" h="1092" w="655">
                  <a:moveTo>
                    <a:pt x="0" y="1"/>
                  </a:moveTo>
                  <a:lnTo>
                    <a:pt x="0" y="764"/>
                  </a:lnTo>
                  <a:cubicBezTo>
                    <a:pt x="0" y="943"/>
                    <a:pt x="144" y="1091"/>
                    <a:pt x="327" y="1091"/>
                  </a:cubicBezTo>
                  <a:cubicBezTo>
                    <a:pt x="507" y="1091"/>
                    <a:pt x="651" y="943"/>
                    <a:pt x="654" y="764"/>
                  </a:cubicBezTo>
                  <a:lnTo>
                    <a:pt x="654" y="655"/>
                  </a:lnTo>
                  <a:cubicBezTo>
                    <a:pt x="654" y="296"/>
                    <a:pt x="359"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84"/>
            <p:cNvSpPr/>
            <p:nvPr/>
          </p:nvSpPr>
          <p:spPr>
            <a:xfrm>
              <a:off x="5345343" y="1682201"/>
              <a:ext cx="11455" cy="11455"/>
            </a:xfrm>
            <a:custGeom>
              <a:rect b="b" l="l" r="r" t="t"/>
              <a:pathLst>
                <a:path extrusionOk="0" h="437" w="437">
                  <a:moveTo>
                    <a:pt x="218" y="0"/>
                  </a:moveTo>
                  <a:cubicBezTo>
                    <a:pt x="99" y="0"/>
                    <a:pt x="0" y="98"/>
                    <a:pt x="0" y="218"/>
                  </a:cubicBezTo>
                  <a:cubicBezTo>
                    <a:pt x="0" y="338"/>
                    <a:pt x="99"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84"/>
            <p:cNvSpPr/>
            <p:nvPr/>
          </p:nvSpPr>
          <p:spPr>
            <a:xfrm>
              <a:off x="5470875" y="1676382"/>
              <a:ext cx="34312" cy="40131"/>
            </a:xfrm>
            <a:custGeom>
              <a:rect b="b" l="l" r="r" t="t"/>
              <a:pathLst>
                <a:path extrusionOk="0" h="1531" w="1309">
                  <a:moveTo>
                    <a:pt x="655" y="0"/>
                  </a:moveTo>
                  <a:cubicBezTo>
                    <a:pt x="292" y="0"/>
                    <a:pt x="1" y="292"/>
                    <a:pt x="1" y="655"/>
                  </a:cubicBezTo>
                  <a:lnTo>
                    <a:pt x="1" y="876"/>
                  </a:lnTo>
                  <a:cubicBezTo>
                    <a:pt x="1" y="1235"/>
                    <a:pt x="292" y="1530"/>
                    <a:pt x="655" y="1530"/>
                  </a:cubicBezTo>
                  <a:cubicBezTo>
                    <a:pt x="1013" y="1530"/>
                    <a:pt x="1309" y="1235"/>
                    <a:pt x="1305" y="876"/>
                  </a:cubicBezTo>
                  <a:lnTo>
                    <a:pt x="1305" y="655"/>
                  </a:lnTo>
                  <a:cubicBezTo>
                    <a:pt x="1305" y="292"/>
                    <a:pt x="1013"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84"/>
            <p:cNvSpPr/>
            <p:nvPr/>
          </p:nvSpPr>
          <p:spPr>
            <a:xfrm>
              <a:off x="5488018" y="1676460"/>
              <a:ext cx="17091" cy="28624"/>
            </a:xfrm>
            <a:custGeom>
              <a:rect b="b" l="l" r="r" t="t"/>
              <a:pathLst>
                <a:path extrusionOk="0" h="1092" w="652">
                  <a:moveTo>
                    <a:pt x="1" y="1"/>
                  </a:moveTo>
                  <a:lnTo>
                    <a:pt x="1" y="764"/>
                  </a:lnTo>
                  <a:cubicBezTo>
                    <a:pt x="1" y="943"/>
                    <a:pt x="145" y="1091"/>
                    <a:pt x="328" y="1091"/>
                  </a:cubicBezTo>
                  <a:cubicBezTo>
                    <a:pt x="507" y="1091"/>
                    <a:pt x="651" y="943"/>
                    <a:pt x="651" y="764"/>
                  </a:cubicBezTo>
                  <a:lnTo>
                    <a:pt x="651" y="655"/>
                  </a:lnTo>
                  <a:cubicBezTo>
                    <a:pt x="651" y="296"/>
                    <a:pt x="359" y="1"/>
                    <a:pt x="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84"/>
            <p:cNvSpPr/>
            <p:nvPr/>
          </p:nvSpPr>
          <p:spPr>
            <a:xfrm>
              <a:off x="5482304" y="1682201"/>
              <a:ext cx="11455" cy="11455"/>
            </a:xfrm>
            <a:custGeom>
              <a:rect b="b" l="l" r="r" t="t"/>
              <a:pathLst>
                <a:path extrusionOk="0" h="437" w="437">
                  <a:moveTo>
                    <a:pt x="219" y="0"/>
                  </a:moveTo>
                  <a:cubicBezTo>
                    <a:pt x="96" y="0"/>
                    <a:pt x="1" y="98"/>
                    <a:pt x="1" y="218"/>
                  </a:cubicBezTo>
                  <a:cubicBezTo>
                    <a:pt x="1" y="338"/>
                    <a:pt x="96" y="436"/>
                    <a:pt x="219" y="436"/>
                  </a:cubicBezTo>
                  <a:cubicBezTo>
                    <a:pt x="338" y="436"/>
                    <a:pt x="437" y="338"/>
                    <a:pt x="437" y="218"/>
                  </a:cubicBezTo>
                  <a:cubicBezTo>
                    <a:pt x="437" y="98"/>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84"/>
            <p:cNvSpPr/>
            <p:nvPr/>
          </p:nvSpPr>
          <p:spPr>
            <a:xfrm>
              <a:off x="5368200" y="1762096"/>
              <a:ext cx="102701" cy="45662"/>
            </a:xfrm>
            <a:custGeom>
              <a:rect b="b" l="l" r="r" t="t"/>
              <a:pathLst>
                <a:path extrusionOk="0" h="1742" w="3918">
                  <a:moveTo>
                    <a:pt x="1196" y="1"/>
                  </a:moveTo>
                  <a:cubicBezTo>
                    <a:pt x="538" y="1"/>
                    <a:pt x="0" y="391"/>
                    <a:pt x="0" y="873"/>
                  </a:cubicBezTo>
                  <a:cubicBezTo>
                    <a:pt x="0" y="1351"/>
                    <a:pt x="535" y="1741"/>
                    <a:pt x="1196" y="1741"/>
                  </a:cubicBezTo>
                  <a:cubicBezTo>
                    <a:pt x="1433" y="1610"/>
                    <a:pt x="1696" y="1544"/>
                    <a:pt x="1958" y="1544"/>
                  </a:cubicBezTo>
                  <a:cubicBezTo>
                    <a:pt x="2221" y="1544"/>
                    <a:pt x="2483" y="1610"/>
                    <a:pt x="2718" y="1741"/>
                  </a:cubicBezTo>
                  <a:cubicBezTo>
                    <a:pt x="3380" y="1741"/>
                    <a:pt x="3918" y="1351"/>
                    <a:pt x="3918" y="873"/>
                  </a:cubicBezTo>
                  <a:cubicBezTo>
                    <a:pt x="3918" y="391"/>
                    <a:pt x="3383" y="1"/>
                    <a:pt x="2718" y="1"/>
                  </a:cubicBezTo>
                  <a:cubicBezTo>
                    <a:pt x="2483" y="134"/>
                    <a:pt x="2221" y="201"/>
                    <a:pt x="1958" y="201"/>
                  </a:cubicBezTo>
                  <a:cubicBezTo>
                    <a:pt x="1696" y="201"/>
                    <a:pt x="1433" y="134"/>
                    <a:pt x="119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84"/>
            <p:cNvSpPr/>
            <p:nvPr/>
          </p:nvSpPr>
          <p:spPr>
            <a:xfrm>
              <a:off x="5390953" y="1744953"/>
              <a:ext cx="57091" cy="40026"/>
            </a:xfrm>
            <a:custGeom>
              <a:rect b="b" l="l" r="r" t="t"/>
              <a:pathLst>
                <a:path extrusionOk="0" h="1527" w="2178">
                  <a:moveTo>
                    <a:pt x="1091" y="1"/>
                  </a:moveTo>
                  <a:cubicBezTo>
                    <a:pt x="490" y="1"/>
                    <a:pt x="1" y="296"/>
                    <a:pt x="1" y="655"/>
                  </a:cubicBezTo>
                  <a:cubicBezTo>
                    <a:pt x="1" y="1017"/>
                    <a:pt x="490" y="1527"/>
                    <a:pt x="1091" y="1527"/>
                  </a:cubicBezTo>
                  <a:cubicBezTo>
                    <a:pt x="1692" y="1527"/>
                    <a:pt x="2177" y="1017"/>
                    <a:pt x="2177" y="655"/>
                  </a:cubicBezTo>
                  <a:cubicBezTo>
                    <a:pt x="2177"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84"/>
            <p:cNvSpPr/>
            <p:nvPr/>
          </p:nvSpPr>
          <p:spPr>
            <a:xfrm>
              <a:off x="5390953"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18" y="1196"/>
                    <a:pt x="1523" y="1196"/>
                  </a:cubicBezTo>
                  <a:cubicBezTo>
                    <a:pt x="922" y="1196"/>
                    <a:pt x="433" y="612"/>
                    <a:pt x="433"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84"/>
            <p:cNvSpPr/>
            <p:nvPr/>
          </p:nvSpPr>
          <p:spPr>
            <a:xfrm>
              <a:off x="5226994" y="1499919"/>
              <a:ext cx="374786" cy="364616"/>
            </a:xfrm>
            <a:custGeom>
              <a:rect b="b" l="l" r="r" t="t"/>
              <a:pathLst>
                <a:path extrusionOk="0" h="13910" w="14298">
                  <a:moveTo>
                    <a:pt x="2991" y="1286"/>
                  </a:moveTo>
                  <a:cubicBezTo>
                    <a:pt x="3494" y="1286"/>
                    <a:pt x="3985" y="1573"/>
                    <a:pt x="4206" y="2084"/>
                  </a:cubicBezTo>
                  <a:cubicBezTo>
                    <a:pt x="3450" y="2485"/>
                    <a:pt x="2782" y="3030"/>
                    <a:pt x="2240" y="3687"/>
                  </a:cubicBezTo>
                  <a:cubicBezTo>
                    <a:pt x="1519" y="3188"/>
                    <a:pt x="1480" y="2140"/>
                    <a:pt x="2159" y="1584"/>
                  </a:cubicBezTo>
                  <a:cubicBezTo>
                    <a:pt x="2407" y="1381"/>
                    <a:pt x="2701" y="1286"/>
                    <a:pt x="2991" y="1286"/>
                  </a:cubicBezTo>
                  <a:close/>
                  <a:moveTo>
                    <a:pt x="2989" y="410"/>
                  </a:moveTo>
                  <a:cubicBezTo>
                    <a:pt x="3847" y="410"/>
                    <a:pt x="4646" y="915"/>
                    <a:pt x="5000" y="1725"/>
                  </a:cubicBezTo>
                  <a:cubicBezTo>
                    <a:pt x="4853" y="1781"/>
                    <a:pt x="4712" y="1838"/>
                    <a:pt x="4571" y="1901"/>
                  </a:cubicBezTo>
                  <a:cubicBezTo>
                    <a:pt x="4280" y="1240"/>
                    <a:pt x="3641" y="871"/>
                    <a:pt x="2987" y="871"/>
                  </a:cubicBezTo>
                  <a:cubicBezTo>
                    <a:pt x="2607" y="871"/>
                    <a:pt x="2221" y="996"/>
                    <a:pt x="1895" y="1261"/>
                  </a:cubicBezTo>
                  <a:cubicBezTo>
                    <a:pt x="1013" y="1982"/>
                    <a:pt x="1058" y="3350"/>
                    <a:pt x="1990" y="4011"/>
                  </a:cubicBezTo>
                  <a:cubicBezTo>
                    <a:pt x="1899" y="4134"/>
                    <a:pt x="1815" y="4264"/>
                    <a:pt x="1734" y="4394"/>
                  </a:cubicBezTo>
                  <a:cubicBezTo>
                    <a:pt x="1150" y="3983"/>
                    <a:pt x="802" y="3314"/>
                    <a:pt x="798" y="2601"/>
                  </a:cubicBezTo>
                  <a:cubicBezTo>
                    <a:pt x="798" y="1563"/>
                    <a:pt x="1526" y="667"/>
                    <a:pt x="2542" y="456"/>
                  </a:cubicBezTo>
                  <a:cubicBezTo>
                    <a:pt x="2692" y="425"/>
                    <a:pt x="2841" y="410"/>
                    <a:pt x="2989" y="410"/>
                  </a:cubicBezTo>
                  <a:close/>
                  <a:moveTo>
                    <a:pt x="11699" y="410"/>
                  </a:moveTo>
                  <a:cubicBezTo>
                    <a:pt x="12656" y="410"/>
                    <a:pt x="13503" y="1029"/>
                    <a:pt x="13792" y="1943"/>
                  </a:cubicBezTo>
                  <a:cubicBezTo>
                    <a:pt x="14080" y="2857"/>
                    <a:pt x="13739" y="3849"/>
                    <a:pt x="12955" y="4398"/>
                  </a:cubicBezTo>
                  <a:cubicBezTo>
                    <a:pt x="12874" y="4267"/>
                    <a:pt x="12789" y="4137"/>
                    <a:pt x="12698" y="4011"/>
                  </a:cubicBezTo>
                  <a:cubicBezTo>
                    <a:pt x="13359" y="3543"/>
                    <a:pt x="13605" y="2678"/>
                    <a:pt x="13292" y="1929"/>
                  </a:cubicBezTo>
                  <a:cubicBezTo>
                    <a:pt x="13255" y="1840"/>
                    <a:pt x="13183" y="1803"/>
                    <a:pt x="13111" y="1803"/>
                  </a:cubicBezTo>
                  <a:cubicBezTo>
                    <a:pt x="12980" y="1803"/>
                    <a:pt x="12848" y="1926"/>
                    <a:pt x="12916" y="2087"/>
                  </a:cubicBezTo>
                  <a:cubicBezTo>
                    <a:pt x="13159" y="2664"/>
                    <a:pt x="12962" y="3336"/>
                    <a:pt x="12448" y="3691"/>
                  </a:cubicBezTo>
                  <a:cubicBezTo>
                    <a:pt x="11903" y="3030"/>
                    <a:pt x="11239" y="2485"/>
                    <a:pt x="10483" y="2084"/>
                  </a:cubicBezTo>
                  <a:cubicBezTo>
                    <a:pt x="10699" y="1576"/>
                    <a:pt x="11190" y="1280"/>
                    <a:pt x="11701" y="1280"/>
                  </a:cubicBezTo>
                  <a:cubicBezTo>
                    <a:pt x="11929" y="1280"/>
                    <a:pt x="12161" y="1339"/>
                    <a:pt x="12374" y="1465"/>
                  </a:cubicBezTo>
                  <a:cubicBezTo>
                    <a:pt x="12411" y="1487"/>
                    <a:pt x="12447" y="1496"/>
                    <a:pt x="12481" y="1496"/>
                  </a:cubicBezTo>
                  <a:cubicBezTo>
                    <a:pt x="12662" y="1496"/>
                    <a:pt x="12780" y="1229"/>
                    <a:pt x="12582" y="1113"/>
                  </a:cubicBezTo>
                  <a:cubicBezTo>
                    <a:pt x="12304" y="949"/>
                    <a:pt x="12001" y="872"/>
                    <a:pt x="11703" y="872"/>
                  </a:cubicBezTo>
                  <a:cubicBezTo>
                    <a:pt x="11044" y="872"/>
                    <a:pt x="10409" y="1250"/>
                    <a:pt x="10120" y="1904"/>
                  </a:cubicBezTo>
                  <a:cubicBezTo>
                    <a:pt x="9980" y="1841"/>
                    <a:pt x="9836" y="1781"/>
                    <a:pt x="9691" y="1729"/>
                  </a:cubicBezTo>
                  <a:cubicBezTo>
                    <a:pt x="10039" y="930"/>
                    <a:pt x="10827" y="413"/>
                    <a:pt x="11699" y="410"/>
                  </a:cubicBezTo>
                  <a:close/>
                  <a:moveTo>
                    <a:pt x="7346" y="1718"/>
                  </a:moveTo>
                  <a:cubicBezTo>
                    <a:pt x="8978" y="1718"/>
                    <a:pt x="10514" y="2333"/>
                    <a:pt x="11668" y="3445"/>
                  </a:cubicBezTo>
                  <a:cubicBezTo>
                    <a:pt x="12821" y="4556"/>
                    <a:pt x="13454" y="6040"/>
                    <a:pt x="13454" y="7608"/>
                  </a:cubicBezTo>
                  <a:cubicBezTo>
                    <a:pt x="13454" y="9180"/>
                    <a:pt x="12821" y="10660"/>
                    <a:pt x="11668" y="11772"/>
                  </a:cubicBezTo>
                  <a:cubicBezTo>
                    <a:pt x="10511" y="12886"/>
                    <a:pt x="8978" y="13502"/>
                    <a:pt x="7342" y="13502"/>
                  </a:cubicBezTo>
                  <a:cubicBezTo>
                    <a:pt x="5711" y="13502"/>
                    <a:pt x="4174" y="12886"/>
                    <a:pt x="3021" y="11772"/>
                  </a:cubicBezTo>
                  <a:cubicBezTo>
                    <a:pt x="1867" y="10660"/>
                    <a:pt x="1234" y="9180"/>
                    <a:pt x="1234" y="7608"/>
                  </a:cubicBezTo>
                  <a:cubicBezTo>
                    <a:pt x="1234" y="6036"/>
                    <a:pt x="1867" y="4556"/>
                    <a:pt x="3021" y="3445"/>
                  </a:cubicBezTo>
                  <a:cubicBezTo>
                    <a:pt x="4174" y="2333"/>
                    <a:pt x="5714" y="1718"/>
                    <a:pt x="7346" y="1718"/>
                  </a:cubicBezTo>
                  <a:close/>
                  <a:moveTo>
                    <a:pt x="2986" y="0"/>
                  </a:moveTo>
                  <a:cubicBezTo>
                    <a:pt x="2414" y="0"/>
                    <a:pt x="1834" y="189"/>
                    <a:pt x="1343" y="589"/>
                  </a:cubicBezTo>
                  <a:cubicBezTo>
                    <a:pt x="0" y="1690"/>
                    <a:pt x="95" y="3775"/>
                    <a:pt x="1533" y="4753"/>
                  </a:cubicBezTo>
                  <a:cubicBezTo>
                    <a:pt x="1069" y="5632"/>
                    <a:pt x="826" y="6613"/>
                    <a:pt x="830" y="7608"/>
                  </a:cubicBezTo>
                  <a:cubicBezTo>
                    <a:pt x="830" y="9292"/>
                    <a:pt x="1509" y="10875"/>
                    <a:pt x="2739" y="12067"/>
                  </a:cubicBezTo>
                  <a:cubicBezTo>
                    <a:pt x="3974" y="13255"/>
                    <a:pt x="5605" y="13910"/>
                    <a:pt x="7346" y="13910"/>
                  </a:cubicBezTo>
                  <a:cubicBezTo>
                    <a:pt x="9087" y="13910"/>
                    <a:pt x="10722" y="13255"/>
                    <a:pt x="11952" y="12067"/>
                  </a:cubicBezTo>
                  <a:cubicBezTo>
                    <a:pt x="13183" y="10878"/>
                    <a:pt x="13865" y="9292"/>
                    <a:pt x="13865" y="7608"/>
                  </a:cubicBezTo>
                  <a:cubicBezTo>
                    <a:pt x="13865" y="6613"/>
                    <a:pt x="13626" y="5632"/>
                    <a:pt x="13162" y="4753"/>
                  </a:cubicBezTo>
                  <a:cubicBezTo>
                    <a:pt x="13872" y="4267"/>
                    <a:pt x="14298" y="3462"/>
                    <a:pt x="14298" y="2601"/>
                  </a:cubicBezTo>
                  <a:cubicBezTo>
                    <a:pt x="14298" y="1363"/>
                    <a:pt x="13426" y="297"/>
                    <a:pt x="12213" y="51"/>
                  </a:cubicBezTo>
                  <a:cubicBezTo>
                    <a:pt x="12042" y="17"/>
                    <a:pt x="11871" y="1"/>
                    <a:pt x="11702" y="1"/>
                  </a:cubicBezTo>
                  <a:cubicBezTo>
                    <a:pt x="10671" y="1"/>
                    <a:pt x="9712" y="616"/>
                    <a:pt x="9301" y="1595"/>
                  </a:cubicBezTo>
                  <a:cubicBezTo>
                    <a:pt x="8663" y="1403"/>
                    <a:pt x="8003" y="1307"/>
                    <a:pt x="7344" y="1307"/>
                  </a:cubicBezTo>
                  <a:cubicBezTo>
                    <a:pt x="6685" y="1307"/>
                    <a:pt x="6025" y="1403"/>
                    <a:pt x="5387" y="1595"/>
                  </a:cubicBezTo>
                  <a:cubicBezTo>
                    <a:pt x="4960" y="575"/>
                    <a:pt x="3985" y="0"/>
                    <a:pt x="2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84"/>
            <p:cNvSpPr/>
            <p:nvPr/>
          </p:nvSpPr>
          <p:spPr>
            <a:xfrm>
              <a:off x="5328567" y="1671034"/>
              <a:ext cx="45007" cy="50721"/>
            </a:xfrm>
            <a:custGeom>
              <a:rect b="b" l="l" r="r" t="t"/>
              <a:pathLst>
                <a:path extrusionOk="0" h="1935" w="1717">
                  <a:moveTo>
                    <a:pt x="858" y="1"/>
                  </a:moveTo>
                  <a:cubicBezTo>
                    <a:pt x="383" y="1"/>
                    <a:pt x="0" y="384"/>
                    <a:pt x="0" y="859"/>
                  </a:cubicBezTo>
                  <a:lnTo>
                    <a:pt x="0" y="1077"/>
                  </a:lnTo>
                  <a:cubicBezTo>
                    <a:pt x="0" y="1551"/>
                    <a:pt x="383" y="1935"/>
                    <a:pt x="858" y="1935"/>
                  </a:cubicBezTo>
                  <a:cubicBezTo>
                    <a:pt x="1329" y="1935"/>
                    <a:pt x="1716" y="1551"/>
                    <a:pt x="1716" y="1077"/>
                  </a:cubicBezTo>
                  <a:lnTo>
                    <a:pt x="1716" y="1077"/>
                  </a:lnTo>
                  <a:lnTo>
                    <a:pt x="1713" y="1080"/>
                  </a:lnTo>
                  <a:lnTo>
                    <a:pt x="1713" y="859"/>
                  </a:lnTo>
                  <a:cubicBezTo>
                    <a:pt x="1713" y="723"/>
                    <a:pt x="1612" y="655"/>
                    <a:pt x="1510" y="655"/>
                  </a:cubicBezTo>
                  <a:cubicBezTo>
                    <a:pt x="1409" y="655"/>
                    <a:pt x="1308" y="723"/>
                    <a:pt x="1308" y="859"/>
                  </a:cubicBezTo>
                  <a:lnTo>
                    <a:pt x="1308" y="1080"/>
                  </a:lnTo>
                  <a:cubicBezTo>
                    <a:pt x="1315" y="1333"/>
                    <a:pt x="1111" y="1541"/>
                    <a:pt x="858" y="1541"/>
                  </a:cubicBezTo>
                  <a:cubicBezTo>
                    <a:pt x="601" y="1541"/>
                    <a:pt x="401" y="1333"/>
                    <a:pt x="408" y="1080"/>
                  </a:cubicBezTo>
                  <a:lnTo>
                    <a:pt x="408" y="859"/>
                  </a:lnTo>
                  <a:cubicBezTo>
                    <a:pt x="408" y="609"/>
                    <a:pt x="609" y="408"/>
                    <a:pt x="858" y="408"/>
                  </a:cubicBezTo>
                  <a:cubicBezTo>
                    <a:pt x="971" y="408"/>
                    <a:pt x="1062" y="317"/>
                    <a:pt x="1062" y="204"/>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84"/>
            <p:cNvSpPr/>
            <p:nvPr/>
          </p:nvSpPr>
          <p:spPr>
            <a:xfrm>
              <a:off x="5465528" y="1671139"/>
              <a:ext cx="45007" cy="50721"/>
            </a:xfrm>
            <a:custGeom>
              <a:rect b="b" l="l" r="r" t="t"/>
              <a:pathLst>
                <a:path extrusionOk="0" h="1935" w="1717">
                  <a:moveTo>
                    <a:pt x="859" y="0"/>
                  </a:moveTo>
                  <a:cubicBezTo>
                    <a:pt x="384" y="0"/>
                    <a:pt x="1" y="383"/>
                    <a:pt x="1" y="858"/>
                  </a:cubicBezTo>
                  <a:lnTo>
                    <a:pt x="1" y="1076"/>
                  </a:lnTo>
                  <a:cubicBezTo>
                    <a:pt x="1" y="1551"/>
                    <a:pt x="384" y="1934"/>
                    <a:pt x="859" y="1934"/>
                  </a:cubicBezTo>
                  <a:cubicBezTo>
                    <a:pt x="1330" y="1934"/>
                    <a:pt x="1717" y="1551"/>
                    <a:pt x="1717" y="1076"/>
                  </a:cubicBezTo>
                  <a:lnTo>
                    <a:pt x="1717" y="858"/>
                  </a:lnTo>
                  <a:cubicBezTo>
                    <a:pt x="1717" y="746"/>
                    <a:pt x="1622" y="654"/>
                    <a:pt x="1509" y="654"/>
                  </a:cubicBezTo>
                  <a:cubicBezTo>
                    <a:pt x="1397" y="654"/>
                    <a:pt x="1309" y="746"/>
                    <a:pt x="1309" y="858"/>
                  </a:cubicBezTo>
                  <a:lnTo>
                    <a:pt x="1309" y="1080"/>
                  </a:lnTo>
                  <a:cubicBezTo>
                    <a:pt x="1298" y="1322"/>
                    <a:pt x="1101" y="1512"/>
                    <a:pt x="859" y="1512"/>
                  </a:cubicBezTo>
                  <a:cubicBezTo>
                    <a:pt x="616" y="1512"/>
                    <a:pt x="416" y="1322"/>
                    <a:pt x="409" y="1080"/>
                  </a:cubicBezTo>
                  <a:lnTo>
                    <a:pt x="409" y="858"/>
                  </a:lnTo>
                  <a:cubicBezTo>
                    <a:pt x="409" y="608"/>
                    <a:pt x="609" y="408"/>
                    <a:pt x="859" y="408"/>
                  </a:cubicBezTo>
                  <a:cubicBezTo>
                    <a:pt x="971" y="408"/>
                    <a:pt x="1063" y="317"/>
                    <a:pt x="1063" y="204"/>
                  </a:cubicBezTo>
                  <a:cubicBezTo>
                    <a:pt x="1063" y="91"/>
                    <a:pt x="971"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84"/>
            <p:cNvSpPr/>
            <p:nvPr/>
          </p:nvSpPr>
          <p:spPr>
            <a:xfrm>
              <a:off x="5361831" y="1739711"/>
              <a:ext cx="115152" cy="101967"/>
            </a:xfrm>
            <a:custGeom>
              <a:rect b="b" l="l" r="r" t="t"/>
              <a:pathLst>
                <a:path extrusionOk="0" h="3890" w="4393">
                  <a:moveTo>
                    <a:pt x="2202" y="405"/>
                  </a:moveTo>
                  <a:cubicBezTo>
                    <a:pt x="2617" y="405"/>
                    <a:pt x="3085" y="598"/>
                    <a:pt x="3085" y="855"/>
                  </a:cubicBezTo>
                  <a:cubicBezTo>
                    <a:pt x="3085" y="1083"/>
                    <a:pt x="2712" y="1523"/>
                    <a:pt x="2202" y="1523"/>
                  </a:cubicBezTo>
                  <a:cubicBezTo>
                    <a:pt x="1688" y="1523"/>
                    <a:pt x="1316" y="1083"/>
                    <a:pt x="1316" y="855"/>
                  </a:cubicBezTo>
                  <a:cubicBezTo>
                    <a:pt x="1316" y="598"/>
                    <a:pt x="1783" y="405"/>
                    <a:pt x="2202" y="405"/>
                  </a:cubicBezTo>
                  <a:close/>
                  <a:moveTo>
                    <a:pt x="2200" y="2624"/>
                  </a:moveTo>
                  <a:cubicBezTo>
                    <a:pt x="2328" y="2624"/>
                    <a:pt x="2455" y="2632"/>
                    <a:pt x="2582" y="2648"/>
                  </a:cubicBezTo>
                  <a:cubicBezTo>
                    <a:pt x="2769" y="2673"/>
                    <a:pt x="2942" y="2686"/>
                    <a:pt x="3101" y="2686"/>
                  </a:cubicBezTo>
                  <a:cubicBezTo>
                    <a:pt x="3276" y="2686"/>
                    <a:pt x="3433" y="2671"/>
                    <a:pt x="3573" y="2641"/>
                  </a:cubicBezTo>
                  <a:lnTo>
                    <a:pt x="3573" y="2641"/>
                  </a:lnTo>
                  <a:cubicBezTo>
                    <a:pt x="3422" y="3123"/>
                    <a:pt x="2863" y="3482"/>
                    <a:pt x="2202" y="3482"/>
                  </a:cubicBezTo>
                  <a:cubicBezTo>
                    <a:pt x="1537" y="3482"/>
                    <a:pt x="982" y="3123"/>
                    <a:pt x="827" y="2641"/>
                  </a:cubicBezTo>
                  <a:lnTo>
                    <a:pt x="827" y="2641"/>
                  </a:lnTo>
                  <a:cubicBezTo>
                    <a:pt x="967" y="2671"/>
                    <a:pt x="1125" y="2686"/>
                    <a:pt x="1299" y="2686"/>
                  </a:cubicBezTo>
                  <a:cubicBezTo>
                    <a:pt x="1458" y="2686"/>
                    <a:pt x="1631" y="2673"/>
                    <a:pt x="1819" y="2648"/>
                  </a:cubicBezTo>
                  <a:cubicBezTo>
                    <a:pt x="1945" y="2632"/>
                    <a:pt x="2073" y="2624"/>
                    <a:pt x="2200" y="2624"/>
                  </a:cubicBezTo>
                  <a:close/>
                  <a:moveTo>
                    <a:pt x="2198" y="0"/>
                  </a:moveTo>
                  <a:cubicBezTo>
                    <a:pt x="1474" y="0"/>
                    <a:pt x="904" y="377"/>
                    <a:pt x="904" y="855"/>
                  </a:cubicBezTo>
                  <a:cubicBezTo>
                    <a:pt x="904" y="1097"/>
                    <a:pt x="1052" y="1365"/>
                    <a:pt x="1295" y="1579"/>
                  </a:cubicBezTo>
                  <a:cubicBezTo>
                    <a:pt x="1492" y="1755"/>
                    <a:pt x="1734" y="1871"/>
                    <a:pt x="1994" y="1913"/>
                  </a:cubicBezTo>
                  <a:lnTo>
                    <a:pt x="1994" y="2223"/>
                  </a:lnTo>
                  <a:cubicBezTo>
                    <a:pt x="1917" y="2230"/>
                    <a:pt x="1840" y="2237"/>
                    <a:pt x="1766" y="2244"/>
                  </a:cubicBezTo>
                  <a:cubicBezTo>
                    <a:pt x="1596" y="2266"/>
                    <a:pt x="1440" y="2277"/>
                    <a:pt x="1299" y="2277"/>
                  </a:cubicBezTo>
                  <a:cubicBezTo>
                    <a:pt x="934" y="2277"/>
                    <a:pt x="670" y="2203"/>
                    <a:pt x="535" y="2061"/>
                  </a:cubicBezTo>
                  <a:cubicBezTo>
                    <a:pt x="461" y="1984"/>
                    <a:pt x="423" y="1875"/>
                    <a:pt x="437" y="1766"/>
                  </a:cubicBezTo>
                  <a:cubicBezTo>
                    <a:pt x="467" y="1612"/>
                    <a:pt x="348" y="1522"/>
                    <a:pt x="231" y="1522"/>
                  </a:cubicBezTo>
                  <a:cubicBezTo>
                    <a:pt x="144" y="1522"/>
                    <a:pt x="58" y="1572"/>
                    <a:pt x="36" y="1685"/>
                  </a:cubicBezTo>
                  <a:cubicBezTo>
                    <a:pt x="1" y="1924"/>
                    <a:pt x="71" y="2163"/>
                    <a:pt x="236" y="2339"/>
                  </a:cubicBezTo>
                  <a:cubicBezTo>
                    <a:pt x="278" y="2384"/>
                    <a:pt x="324" y="2423"/>
                    <a:pt x="377" y="2458"/>
                  </a:cubicBezTo>
                  <a:cubicBezTo>
                    <a:pt x="430" y="3256"/>
                    <a:pt x="1224" y="3889"/>
                    <a:pt x="2195" y="3889"/>
                  </a:cubicBezTo>
                  <a:cubicBezTo>
                    <a:pt x="3165" y="3889"/>
                    <a:pt x="3960" y="3256"/>
                    <a:pt x="4016" y="2458"/>
                  </a:cubicBezTo>
                  <a:cubicBezTo>
                    <a:pt x="4066" y="2423"/>
                    <a:pt x="4111" y="2384"/>
                    <a:pt x="4154" y="2339"/>
                  </a:cubicBezTo>
                  <a:cubicBezTo>
                    <a:pt x="4319" y="2163"/>
                    <a:pt x="4393" y="1924"/>
                    <a:pt x="4354" y="1685"/>
                  </a:cubicBezTo>
                  <a:cubicBezTo>
                    <a:pt x="4335" y="1590"/>
                    <a:pt x="4248" y="1524"/>
                    <a:pt x="4154" y="1524"/>
                  </a:cubicBezTo>
                  <a:cubicBezTo>
                    <a:pt x="4144" y="1524"/>
                    <a:pt x="4133" y="1525"/>
                    <a:pt x="4122" y="1526"/>
                  </a:cubicBezTo>
                  <a:cubicBezTo>
                    <a:pt x="4009" y="1547"/>
                    <a:pt x="3939" y="1657"/>
                    <a:pt x="3960" y="1766"/>
                  </a:cubicBezTo>
                  <a:cubicBezTo>
                    <a:pt x="3971" y="1875"/>
                    <a:pt x="3936" y="1984"/>
                    <a:pt x="3862" y="2061"/>
                  </a:cubicBezTo>
                  <a:cubicBezTo>
                    <a:pt x="3730" y="2203"/>
                    <a:pt x="3466" y="2277"/>
                    <a:pt x="3099" y="2277"/>
                  </a:cubicBezTo>
                  <a:cubicBezTo>
                    <a:pt x="2958" y="2277"/>
                    <a:pt x="2801" y="2266"/>
                    <a:pt x="2631" y="2244"/>
                  </a:cubicBezTo>
                  <a:cubicBezTo>
                    <a:pt x="2554" y="2237"/>
                    <a:pt x="2480" y="2230"/>
                    <a:pt x="2402" y="2223"/>
                  </a:cubicBezTo>
                  <a:lnTo>
                    <a:pt x="2402" y="1913"/>
                  </a:lnTo>
                  <a:cubicBezTo>
                    <a:pt x="2663" y="1871"/>
                    <a:pt x="2905" y="1755"/>
                    <a:pt x="3102" y="1579"/>
                  </a:cubicBezTo>
                  <a:cubicBezTo>
                    <a:pt x="3345" y="1365"/>
                    <a:pt x="3489" y="1097"/>
                    <a:pt x="3489" y="855"/>
                  </a:cubicBezTo>
                  <a:cubicBezTo>
                    <a:pt x="3489" y="377"/>
                    <a:pt x="2923" y="0"/>
                    <a:pt x="2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1" name="Google Shape;16111;p84"/>
          <p:cNvGrpSpPr/>
          <p:nvPr/>
        </p:nvGrpSpPr>
        <p:grpSpPr>
          <a:xfrm>
            <a:off x="5785923" y="2409807"/>
            <a:ext cx="352794" cy="374262"/>
            <a:chOff x="5785923" y="2409807"/>
            <a:chExt cx="352794" cy="374262"/>
          </a:xfrm>
        </p:grpSpPr>
        <p:sp>
          <p:nvSpPr>
            <p:cNvPr id="16112" name="Google Shape;16112;p84"/>
            <p:cNvSpPr/>
            <p:nvPr/>
          </p:nvSpPr>
          <p:spPr>
            <a:xfrm>
              <a:off x="5791637" y="2550018"/>
              <a:ext cx="341365" cy="228730"/>
            </a:xfrm>
            <a:custGeom>
              <a:rect b="b" l="l" r="r" t="t"/>
              <a:pathLst>
                <a:path extrusionOk="0" h="8726" w="13023">
                  <a:moveTo>
                    <a:pt x="1777" y="0"/>
                  </a:moveTo>
                  <a:cubicBezTo>
                    <a:pt x="859" y="0"/>
                    <a:pt x="57" y="711"/>
                    <a:pt x="29" y="1628"/>
                  </a:cubicBezTo>
                  <a:cubicBezTo>
                    <a:pt x="1" y="2574"/>
                    <a:pt x="760" y="3355"/>
                    <a:pt x="1706" y="3355"/>
                  </a:cubicBezTo>
                  <a:lnTo>
                    <a:pt x="4720" y="3355"/>
                  </a:lnTo>
                  <a:cubicBezTo>
                    <a:pt x="4297" y="3922"/>
                    <a:pt x="3630" y="4252"/>
                    <a:pt x="2924" y="4252"/>
                  </a:cubicBezTo>
                  <a:cubicBezTo>
                    <a:pt x="2920" y="4252"/>
                    <a:pt x="2916" y="4252"/>
                    <a:pt x="2912" y="4252"/>
                  </a:cubicBezTo>
                  <a:cubicBezTo>
                    <a:pt x="2906" y="4252"/>
                    <a:pt x="2900" y="4252"/>
                    <a:pt x="2894" y="4252"/>
                  </a:cubicBezTo>
                  <a:cubicBezTo>
                    <a:pt x="2045" y="4252"/>
                    <a:pt x="1369" y="4989"/>
                    <a:pt x="1369" y="5841"/>
                  </a:cubicBezTo>
                  <a:lnTo>
                    <a:pt x="1369" y="6263"/>
                  </a:lnTo>
                  <a:cubicBezTo>
                    <a:pt x="1369" y="5644"/>
                    <a:pt x="1872" y="5145"/>
                    <a:pt x="2487" y="5145"/>
                  </a:cubicBezTo>
                  <a:lnTo>
                    <a:pt x="3380" y="5145"/>
                  </a:lnTo>
                  <a:cubicBezTo>
                    <a:pt x="3672" y="5145"/>
                    <a:pt x="4541" y="4951"/>
                    <a:pt x="5170" y="4442"/>
                  </a:cubicBezTo>
                  <a:lnTo>
                    <a:pt x="5170" y="7114"/>
                  </a:lnTo>
                  <a:cubicBezTo>
                    <a:pt x="5170" y="7585"/>
                    <a:pt x="4861" y="8021"/>
                    <a:pt x="4400" y="8130"/>
                  </a:cubicBezTo>
                  <a:cubicBezTo>
                    <a:pt x="4320" y="8149"/>
                    <a:pt x="4241" y="8158"/>
                    <a:pt x="4163" y="8158"/>
                  </a:cubicBezTo>
                  <a:cubicBezTo>
                    <a:pt x="3623" y="8158"/>
                    <a:pt x="3155" y="7721"/>
                    <a:pt x="3155" y="7153"/>
                  </a:cubicBezTo>
                  <a:lnTo>
                    <a:pt x="3155" y="7209"/>
                  </a:lnTo>
                  <a:cubicBezTo>
                    <a:pt x="3155" y="8004"/>
                    <a:pt x="3770" y="8700"/>
                    <a:pt x="4562" y="8721"/>
                  </a:cubicBezTo>
                  <a:cubicBezTo>
                    <a:pt x="4579" y="8722"/>
                    <a:pt x="4595" y="8722"/>
                    <a:pt x="4612" y="8722"/>
                  </a:cubicBezTo>
                  <a:cubicBezTo>
                    <a:pt x="5409" y="8722"/>
                    <a:pt x="6060" y="8075"/>
                    <a:pt x="6060" y="7272"/>
                  </a:cubicBezTo>
                  <a:lnTo>
                    <a:pt x="6060" y="4501"/>
                  </a:lnTo>
                  <a:cubicBezTo>
                    <a:pt x="6060" y="4280"/>
                    <a:pt x="6214" y="4072"/>
                    <a:pt x="6432" y="4037"/>
                  </a:cubicBezTo>
                  <a:cubicBezTo>
                    <a:pt x="6458" y="4033"/>
                    <a:pt x="6483" y="4031"/>
                    <a:pt x="6507" y="4031"/>
                  </a:cubicBezTo>
                  <a:cubicBezTo>
                    <a:pt x="6750" y="4031"/>
                    <a:pt x="6953" y="4228"/>
                    <a:pt x="6956" y="4477"/>
                  </a:cubicBezTo>
                  <a:lnTo>
                    <a:pt x="6956" y="7209"/>
                  </a:lnTo>
                  <a:cubicBezTo>
                    <a:pt x="6956" y="8007"/>
                    <a:pt x="7568" y="8700"/>
                    <a:pt x="8363" y="8725"/>
                  </a:cubicBezTo>
                  <a:cubicBezTo>
                    <a:pt x="8378" y="8725"/>
                    <a:pt x="8393" y="8725"/>
                    <a:pt x="8407" y="8725"/>
                  </a:cubicBezTo>
                  <a:cubicBezTo>
                    <a:pt x="9207" y="8725"/>
                    <a:pt x="9857" y="8077"/>
                    <a:pt x="9861" y="7272"/>
                  </a:cubicBezTo>
                  <a:lnTo>
                    <a:pt x="9861" y="7149"/>
                  </a:lnTo>
                  <a:cubicBezTo>
                    <a:pt x="9861" y="7717"/>
                    <a:pt x="9395" y="8156"/>
                    <a:pt x="8856" y="8156"/>
                  </a:cubicBezTo>
                  <a:cubicBezTo>
                    <a:pt x="8777" y="8156"/>
                    <a:pt x="8697" y="8146"/>
                    <a:pt x="8616" y="8127"/>
                  </a:cubicBezTo>
                  <a:cubicBezTo>
                    <a:pt x="8155" y="8018"/>
                    <a:pt x="7846" y="7585"/>
                    <a:pt x="7846" y="7111"/>
                  </a:cubicBezTo>
                  <a:lnTo>
                    <a:pt x="7846" y="4438"/>
                  </a:lnTo>
                  <a:cubicBezTo>
                    <a:pt x="8475" y="4948"/>
                    <a:pt x="9340" y="5141"/>
                    <a:pt x="9636" y="5141"/>
                  </a:cubicBezTo>
                  <a:lnTo>
                    <a:pt x="10529" y="5141"/>
                  </a:lnTo>
                  <a:cubicBezTo>
                    <a:pt x="11148" y="5141"/>
                    <a:pt x="11647" y="5641"/>
                    <a:pt x="11647" y="6260"/>
                  </a:cubicBezTo>
                  <a:lnTo>
                    <a:pt x="11647" y="5841"/>
                  </a:lnTo>
                  <a:cubicBezTo>
                    <a:pt x="11647" y="4984"/>
                    <a:pt x="10972" y="4248"/>
                    <a:pt x="10116" y="4248"/>
                  </a:cubicBezTo>
                  <a:cubicBezTo>
                    <a:pt x="10112" y="4248"/>
                    <a:pt x="10108" y="4248"/>
                    <a:pt x="10104" y="4248"/>
                  </a:cubicBezTo>
                  <a:cubicBezTo>
                    <a:pt x="10100" y="4248"/>
                    <a:pt x="10096" y="4248"/>
                    <a:pt x="10092" y="4248"/>
                  </a:cubicBezTo>
                  <a:cubicBezTo>
                    <a:pt x="9390" y="4248"/>
                    <a:pt x="8726" y="3918"/>
                    <a:pt x="8303" y="3355"/>
                  </a:cubicBezTo>
                  <a:lnTo>
                    <a:pt x="11320" y="3355"/>
                  </a:lnTo>
                  <a:cubicBezTo>
                    <a:pt x="12263" y="3355"/>
                    <a:pt x="13022" y="2574"/>
                    <a:pt x="12994" y="1628"/>
                  </a:cubicBezTo>
                  <a:cubicBezTo>
                    <a:pt x="12966" y="711"/>
                    <a:pt x="12164" y="0"/>
                    <a:pt x="11246" y="0"/>
                  </a:cubicBezTo>
                  <a:lnTo>
                    <a:pt x="11095" y="0"/>
                  </a:lnTo>
                  <a:cubicBezTo>
                    <a:pt x="11760" y="0"/>
                    <a:pt x="12305" y="531"/>
                    <a:pt x="12326" y="1199"/>
                  </a:cubicBezTo>
                  <a:cubicBezTo>
                    <a:pt x="12343" y="1869"/>
                    <a:pt x="11765" y="2403"/>
                    <a:pt x="11096" y="2403"/>
                  </a:cubicBezTo>
                  <a:cubicBezTo>
                    <a:pt x="11077" y="2403"/>
                    <a:pt x="11058" y="2403"/>
                    <a:pt x="11039" y="2402"/>
                  </a:cubicBezTo>
                  <a:lnTo>
                    <a:pt x="8729" y="2297"/>
                  </a:lnTo>
                  <a:cubicBezTo>
                    <a:pt x="8490" y="2286"/>
                    <a:pt x="8300" y="2089"/>
                    <a:pt x="8300" y="1850"/>
                  </a:cubicBezTo>
                  <a:lnTo>
                    <a:pt x="8300" y="1344"/>
                  </a:lnTo>
                  <a:lnTo>
                    <a:pt x="4723" y="1344"/>
                  </a:lnTo>
                  <a:lnTo>
                    <a:pt x="4723" y="1850"/>
                  </a:lnTo>
                  <a:cubicBezTo>
                    <a:pt x="4723" y="2089"/>
                    <a:pt x="4537" y="2286"/>
                    <a:pt x="4298" y="2297"/>
                  </a:cubicBezTo>
                  <a:lnTo>
                    <a:pt x="1984" y="2402"/>
                  </a:lnTo>
                  <a:cubicBezTo>
                    <a:pt x="1965" y="2403"/>
                    <a:pt x="1946" y="2403"/>
                    <a:pt x="1927" y="2403"/>
                  </a:cubicBezTo>
                  <a:cubicBezTo>
                    <a:pt x="1258" y="2403"/>
                    <a:pt x="680" y="1869"/>
                    <a:pt x="697" y="1199"/>
                  </a:cubicBezTo>
                  <a:cubicBezTo>
                    <a:pt x="715" y="531"/>
                    <a:pt x="1263" y="0"/>
                    <a:pt x="192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84"/>
            <p:cNvSpPr/>
            <p:nvPr/>
          </p:nvSpPr>
          <p:spPr>
            <a:xfrm>
              <a:off x="5895150" y="2415259"/>
              <a:ext cx="134234" cy="211561"/>
            </a:xfrm>
            <a:custGeom>
              <a:rect b="b" l="l" r="r" t="t"/>
              <a:pathLst>
                <a:path extrusionOk="0" h="8071" w="5121">
                  <a:moveTo>
                    <a:pt x="2561" y="0"/>
                  </a:moveTo>
                  <a:cubicBezTo>
                    <a:pt x="1126" y="0"/>
                    <a:pt x="1" y="1242"/>
                    <a:pt x="145" y="2669"/>
                  </a:cubicBezTo>
                  <a:lnTo>
                    <a:pt x="549" y="6710"/>
                  </a:lnTo>
                  <a:lnTo>
                    <a:pt x="1668" y="6710"/>
                  </a:lnTo>
                  <a:lnTo>
                    <a:pt x="1668" y="7156"/>
                  </a:lnTo>
                  <a:cubicBezTo>
                    <a:pt x="1653" y="7656"/>
                    <a:pt x="2058" y="8070"/>
                    <a:pt x="2561" y="8070"/>
                  </a:cubicBezTo>
                  <a:cubicBezTo>
                    <a:pt x="3064" y="8070"/>
                    <a:pt x="3464" y="7656"/>
                    <a:pt x="3454" y="7156"/>
                  </a:cubicBezTo>
                  <a:lnTo>
                    <a:pt x="3454" y="6710"/>
                  </a:lnTo>
                  <a:lnTo>
                    <a:pt x="4576" y="6710"/>
                  </a:lnTo>
                  <a:lnTo>
                    <a:pt x="4977" y="2669"/>
                  </a:lnTo>
                  <a:cubicBezTo>
                    <a:pt x="5121" y="1242"/>
                    <a:pt x="3999" y="0"/>
                    <a:pt x="256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84"/>
            <p:cNvSpPr/>
            <p:nvPr/>
          </p:nvSpPr>
          <p:spPr>
            <a:xfrm>
              <a:off x="5895517" y="2415626"/>
              <a:ext cx="59843" cy="175440"/>
            </a:xfrm>
            <a:custGeom>
              <a:rect b="b" l="l" r="r" t="t"/>
              <a:pathLst>
                <a:path extrusionOk="0" h="6693" w="2283">
                  <a:moveTo>
                    <a:pt x="2283" y="0"/>
                  </a:moveTo>
                  <a:lnTo>
                    <a:pt x="2283" y="0"/>
                  </a:lnTo>
                  <a:cubicBezTo>
                    <a:pt x="957" y="148"/>
                    <a:pt x="1" y="1333"/>
                    <a:pt x="131" y="2655"/>
                  </a:cubicBezTo>
                  <a:lnTo>
                    <a:pt x="535" y="6692"/>
                  </a:lnTo>
                  <a:lnTo>
                    <a:pt x="1597" y="6692"/>
                  </a:lnTo>
                  <a:lnTo>
                    <a:pt x="1221" y="2508"/>
                  </a:lnTo>
                  <a:cubicBezTo>
                    <a:pt x="1126" y="1477"/>
                    <a:pt x="1569" y="535"/>
                    <a:pt x="2283"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84"/>
            <p:cNvSpPr/>
            <p:nvPr/>
          </p:nvSpPr>
          <p:spPr>
            <a:xfrm>
              <a:off x="5909541" y="2579323"/>
              <a:ext cx="29332" cy="23539"/>
            </a:xfrm>
            <a:custGeom>
              <a:rect b="b" l="l" r="r" t="t"/>
              <a:pathLst>
                <a:path extrusionOk="0" h="898" w="1119">
                  <a:moveTo>
                    <a:pt x="447" y="0"/>
                  </a:moveTo>
                  <a:cubicBezTo>
                    <a:pt x="201" y="0"/>
                    <a:pt x="0" y="201"/>
                    <a:pt x="0" y="451"/>
                  </a:cubicBezTo>
                  <a:cubicBezTo>
                    <a:pt x="0" y="697"/>
                    <a:pt x="201" y="897"/>
                    <a:pt x="447" y="897"/>
                  </a:cubicBezTo>
                  <a:lnTo>
                    <a:pt x="672" y="897"/>
                  </a:lnTo>
                  <a:cubicBezTo>
                    <a:pt x="918" y="897"/>
                    <a:pt x="1119" y="697"/>
                    <a:pt x="1119" y="451"/>
                  </a:cubicBezTo>
                  <a:cubicBezTo>
                    <a:pt x="1119" y="201"/>
                    <a:pt x="918" y="0"/>
                    <a:pt x="6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84"/>
            <p:cNvSpPr/>
            <p:nvPr/>
          </p:nvSpPr>
          <p:spPr>
            <a:xfrm>
              <a:off x="5985767" y="2579323"/>
              <a:ext cx="29332" cy="23539"/>
            </a:xfrm>
            <a:custGeom>
              <a:rect b="b" l="l" r="r" t="t"/>
              <a:pathLst>
                <a:path extrusionOk="0" h="898" w="1119">
                  <a:moveTo>
                    <a:pt x="447" y="0"/>
                  </a:moveTo>
                  <a:cubicBezTo>
                    <a:pt x="201" y="0"/>
                    <a:pt x="0" y="201"/>
                    <a:pt x="0" y="451"/>
                  </a:cubicBezTo>
                  <a:cubicBezTo>
                    <a:pt x="0" y="697"/>
                    <a:pt x="197" y="897"/>
                    <a:pt x="447" y="897"/>
                  </a:cubicBezTo>
                  <a:lnTo>
                    <a:pt x="669" y="897"/>
                  </a:lnTo>
                  <a:cubicBezTo>
                    <a:pt x="918" y="897"/>
                    <a:pt x="1119" y="697"/>
                    <a:pt x="1119" y="451"/>
                  </a:cubicBezTo>
                  <a:cubicBezTo>
                    <a:pt x="1119" y="201"/>
                    <a:pt x="918" y="0"/>
                    <a:pt x="66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84"/>
            <p:cNvSpPr/>
            <p:nvPr/>
          </p:nvSpPr>
          <p:spPr>
            <a:xfrm>
              <a:off x="5785923" y="2409807"/>
              <a:ext cx="352794" cy="374262"/>
            </a:xfrm>
            <a:custGeom>
              <a:rect b="b" l="l" r="r" t="t"/>
              <a:pathLst>
                <a:path extrusionOk="0" h="14278" w="13459">
                  <a:moveTo>
                    <a:pt x="5388" y="6678"/>
                  </a:moveTo>
                  <a:cubicBezTo>
                    <a:pt x="5518" y="6678"/>
                    <a:pt x="5627" y="6784"/>
                    <a:pt x="5627" y="6918"/>
                  </a:cubicBezTo>
                  <a:cubicBezTo>
                    <a:pt x="5627" y="7048"/>
                    <a:pt x="5518" y="7153"/>
                    <a:pt x="5388" y="7153"/>
                  </a:cubicBezTo>
                  <a:lnTo>
                    <a:pt x="5163" y="7153"/>
                  </a:lnTo>
                  <a:cubicBezTo>
                    <a:pt x="4846" y="7153"/>
                    <a:pt x="4846" y="6678"/>
                    <a:pt x="5163" y="6678"/>
                  </a:cubicBezTo>
                  <a:close/>
                  <a:moveTo>
                    <a:pt x="8293" y="6678"/>
                  </a:moveTo>
                  <a:cubicBezTo>
                    <a:pt x="8426" y="6678"/>
                    <a:pt x="8532" y="6784"/>
                    <a:pt x="8532" y="6918"/>
                  </a:cubicBezTo>
                  <a:cubicBezTo>
                    <a:pt x="8532" y="7048"/>
                    <a:pt x="8426" y="7153"/>
                    <a:pt x="8293" y="7153"/>
                  </a:cubicBezTo>
                  <a:lnTo>
                    <a:pt x="8071" y="7153"/>
                  </a:lnTo>
                  <a:cubicBezTo>
                    <a:pt x="7755" y="7153"/>
                    <a:pt x="7755" y="6678"/>
                    <a:pt x="8071" y="6678"/>
                  </a:cubicBezTo>
                  <a:close/>
                  <a:moveTo>
                    <a:pt x="12667" y="6091"/>
                  </a:moveTo>
                  <a:lnTo>
                    <a:pt x="12667" y="6091"/>
                  </a:lnTo>
                  <a:cubicBezTo>
                    <a:pt x="13458" y="7048"/>
                    <a:pt x="12776" y="8496"/>
                    <a:pt x="11535" y="8496"/>
                  </a:cubicBezTo>
                  <a:lnTo>
                    <a:pt x="8627" y="8496"/>
                  </a:lnTo>
                  <a:cubicBezTo>
                    <a:pt x="8489" y="8293"/>
                    <a:pt x="8391" y="8067"/>
                    <a:pt x="8335" y="7828"/>
                  </a:cubicBezTo>
                  <a:lnTo>
                    <a:pt x="8335" y="7828"/>
                  </a:lnTo>
                  <a:lnTo>
                    <a:pt x="11303" y="7965"/>
                  </a:lnTo>
                  <a:cubicBezTo>
                    <a:pt x="11324" y="7966"/>
                    <a:pt x="11345" y="7967"/>
                    <a:pt x="11366" y="7967"/>
                  </a:cubicBezTo>
                  <a:cubicBezTo>
                    <a:pt x="11723" y="7967"/>
                    <a:pt x="12067" y="7828"/>
                    <a:pt x="12322" y="7582"/>
                  </a:cubicBezTo>
                  <a:cubicBezTo>
                    <a:pt x="12597" y="7322"/>
                    <a:pt x="12751" y="6960"/>
                    <a:pt x="12751" y="6580"/>
                  </a:cubicBezTo>
                  <a:cubicBezTo>
                    <a:pt x="12751" y="6415"/>
                    <a:pt x="12723" y="6249"/>
                    <a:pt x="12667" y="6091"/>
                  </a:cubicBezTo>
                  <a:close/>
                  <a:moveTo>
                    <a:pt x="5177" y="8729"/>
                  </a:moveTo>
                  <a:lnTo>
                    <a:pt x="5177" y="9590"/>
                  </a:lnTo>
                  <a:cubicBezTo>
                    <a:pt x="4688" y="10034"/>
                    <a:pt x="4050" y="10283"/>
                    <a:pt x="3390" y="10283"/>
                  </a:cubicBezTo>
                  <a:cubicBezTo>
                    <a:pt x="3386" y="10283"/>
                    <a:pt x="3381" y="10283"/>
                    <a:pt x="3377" y="10283"/>
                  </a:cubicBezTo>
                  <a:lnTo>
                    <a:pt x="3377" y="10286"/>
                  </a:lnTo>
                  <a:lnTo>
                    <a:pt x="2705" y="10286"/>
                  </a:lnTo>
                  <a:cubicBezTo>
                    <a:pt x="2699" y="10286"/>
                    <a:pt x="2694" y="10286"/>
                    <a:pt x="2688" y="10286"/>
                  </a:cubicBezTo>
                  <a:cubicBezTo>
                    <a:pt x="2430" y="10286"/>
                    <a:pt x="2180" y="10367"/>
                    <a:pt x="1963" y="10511"/>
                  </a:cubicBezTo>
                  <a:cubicBezTo>
                    <a:pt x="2202" y="10079"/>
                    <a:pt x="2656" y="9808"/>
                    <a:pt x="3152" y="9808"/>
                  </a:cubicBezTo>
                  <a:cubicBezTo>
                    <a:pt x="3964" y="9808"/>
                    <a:pt x="4723" y="9404"/>
                    <a:pt x="5177" y="8729"/>
                  </a:cubicBezTo>
                  <a:close/>
                  <a:moveTo>
                    <a:pt x="6728" y="416"/>
                  </a:moveTo>
                  <a:cubicBezTo>
                    <a:pt x="8043" y="416"/>
                    <a:pt x="9070" y="1552"/>
                    <a:pt x="8936" y="2860"/>
                  </a:cubicBezTo>
                  <a:lnTo>
                    <a:pt x="8588" y="6330"/>
                  </a:lnTo>
                  <a:cubicBezTo>
                    <a:pt x="8497" y="6285"/>
                    <a:pt x="8398" y="6260"/>
                    <a:pt x="8293" y="6260"/>
                  </a:cubicBezTo>
                  <a:lnTo>
                    <a:pt x="8071" y="6260"/>
                  </a:lnTo>
                  <a:cubicBezTo>
                    <a:pt x="7748" y="6260"/>
                    <a:pt x="7473" y="6496"/>
                    <a:pt x="7424" y="6812"/>
                  </a:cubicBezTo>
                  <a:cubicBezTo>
                    <a:pt x="7371" y="7132"/>
                    <a:pt x="7561" y="7442"/>
                    <a:pt x="7867" y="7540"/>
                  </a:cubicBezTo>
                  <a:cubicBezTo>
                    <a:pt x="7962" y="8816"/>
                    <a:pt x="9024" y="9808"/>
                    <a:pt x="10307" y="9808"/>
                  </a:cubicBezTo>
                  <a:cubicBezTo>
                    <a:pt x="10800" y="9808"/>
                    <a:pt x="11253" y="10079"/>
                    <a:pt x="11493" y="10511"/>
                  </a:cubicBezTo>
                  <a:cubicBezTo>
                    <a:pt x="11275" y="10364"/>
                    <a:pt x="11018" y="10286"/>
                    <a:pt x="10754" y="10286"/>
                  </a:cubicBezTo>
                  <a:lnTo>
                    <a:pt x="10082" y="10286"/>
                  </a:lnTo>
                  <a:cubicBezTo>
                    <a:pt x="9418" y="10286"/>
                    <a:pt x="8774" y="10040"/>
                    <a:pt x="8278" y="9594"/>
                  </a:cubicBezTo>
                  <a:lnTo>
                    <a:pt x="8278" y="9379"/>
                  </a:lnTo>
                  <a:cubicBezTo>
                    <a:pt x="8278" y="9238"/>
                    <a:pt x="8174" y="9168"/>
                    <a:pt x="8069" y="9168"/>
                  </a:cubicBezTo>
                  <a:cubicBezTo>
                    <a:pt x="7965" y="9168"/>
                    <a:pt x="7860" y="9238"/>
                    <a:pt x="7860" y="9379"/>
                  </a:cubicBezTo>
                  <a:lnTo>
                    <a:pt x="7860" y="12498"/>
                  </a:lnTo>
                  <a:cubicBezTo>
                    <a:pt x="7860" y="13179"/>
                    <a:pt x="8415" y="13715"/>
                    <a:pt x="9075" y="13715"/>
                  </a:cubicBezTo>
                  <a:cubicBezTo>
                    <a:pt x="9128" y="13715"/>
                    <a:pt x="9181" y="13711"/>
                    <a:pt x="9235" y="13704"/>
                  </a:cubicBezTo>
                  <a:lnTo>
                    <a:pt x="9235" y="13704"/>
                  </a:lnTo>
                  <a:cubicBezTo>
                    <a:pt x="9039" y="13813"/>
                    <a:pt x="8833" y="13862"/>
                    <a:pt x="8632" y="13862"/>
                  </a:cubicBezTo>
                  <a:cubicBezTo>
                    <a:pt x="7981" y="13862"/>
                    <a:pt x="7385" y="13341"/>
                    <a:pt x="7385" y="12618"/>
                  </a:cubicBezTo>
                  <a:lnTo>
                    <a:pt x="7385" y="9822"/>
                  </a:lnTo>
                  <a:cubicBezTo>
                    <a:pt x="7385" y="9460"/>
                    <a:pt x="7093" y="9165"/>
                    <a:pt x="6728" y="9165"/>
                  </a:cubicBezTo>
                  <a:cubicBezTo>
                    <a:pt x="6366" y="9165"/>
                    <a:pt x="6074" y="9460"/>
                    <a:pt x="6074" y="9822"/>
                  </a:cubicBezTo>
                  <a:lnTo>
                    <a:pt x="6074" y="12618"/>
                  </a:lnTo>
                  <a:cubicBezTo>
                    <a:pt x="6074" y="13341"/>
                    <a:pt x="5478" y="13862"/>
                    <a:pt x="4826" y="13862"/>
                  </a:cubicBezTo>
                  <a:cubicBezTo>
                    <a:pt x="4626" y="13862"/>
                    <a:pt x="4420" y="13813"/>
                    <a:pt x="4224" y="13704"/>
                  </a:cubicBezTo>
                  <a:lnTo>
                    <a:pt x="4224" y="13704"/>
                  </a:lnTo>
                  <a:cubicBezTo>
                    <a:pt x="4278" y="13711"/>
                    <a:pt x="4331" y="13715"/>
                    <a:pt x="4384" y="13715"/>
                  </a:cubicBezTo>
                  <a:cubicBezTo>
                    <a:pt x="5044" y="13715"/>
                    <a:pt x="5599" y="13179"/>
                    <a:pt x="5595" y="12498"/>
                  </a:cubicBezTo>
                  <a:lnTo>
                    <a:pt x="5595" y="7540"/>
                  </a:lnTo>
                  <a:cubicBezTo>
                    <a:pt x="5901" y="7435"/>
                    <a:pt x="6088" y="7129"/>
                    <a:pt x="6035" y="6809"/>
                  </a:cubicBezTo>
                  <a:cubicBezTo>
                    <a:pt x="5982" y="6492"/>
                    <a:pt x="5708" y="6260"/>
                    <a:pt x="5388" y="6260"/>
                  </a:cubicBezTo>
                  <a:lnTo>
                    <a:pt x="5163" y="6260"/>
                  </a:lnTo>
                  <a:cubicBezTo>
                    <a:pt x="5061" y="6260"/>
                    <a:pt x="4959" y="6285"/>
                    <a:pt x="4868" y="6330"/>
                  </a:cubicBezTo>
                  <a:lnTo>
                    <a:pt x="4523" y="2860"/>
                  </a:lnTo>
                  <a:cubicBezTo>
                    <a:pt x="4389" y="1552"/>
                    <a:pt x="5416" y="416"/>
                    <a:pt x="6728" y="416"/>
                  </a:cubicBezTo>
                  <a:close/>
                  <a:moveTo>
                    <a:pt x="6728" y="1"/>
                  </a:moveTo>
                  <a:cubicBezTo>
                    <a:pt x="5166" y="1"/>
                    <a:pt x="3946" y="1348"/>
                    <a:pt x="4101" y="2902"/>
                  </a:cubicBezTo>
                  <a:lnTo>
                    <a:pt x="4505" y="6932"/>
                  </a:lnTo>
                  <a:cubicBezTo>
                    <a:pt x="4509" y="7125"/>
                    <a:pt x="4600" y="7308"/>
                    <a:pt x="4748" y="7427"/>
                  </a:cubicBezTo>
                  <a:lnTo>
                    <a:pt x="2132" y="7547"/>
                  </a:lnTo>
                  <a:cubicBezTo>
                    <a:pt x="2117" y="7548"/>
                    <a:pt x="2102" y="7548"/>
                    <a:pt x="2088" y="7548"/>
                  </a:cubicBezTo>
                  <a:cubicBezTo>
                    <a:pt x="1555" y="7548"/>
                    <a:pt x="1119" y="7117"/>
                    <a:pt x="1123" y="6580"/>
                  </a:cubicBezTo>
                  <a:cubicBezTo>
                    <a:pt x="1123" y="6016"/>
                    <a:pt x="1580" y="5560"/>
                    <a:pt x="2143" y="5560"/>
                  </a:cubicBezTo>
                  <a:cubicBezTo>
                    <a:pt x="2145" y="5560"/>
                    <a:pt x="2147" y="5560"/>
                    <a:pt x="2149" y="5560"/>
                  </a:cubicBezTo>
                  <a:lnTo>
                    <a:pt x="2258" y="5560"/>
                  </a:lnTo>
                  <a:cubicBezTo>
                    <a:pt x="2744" y="5560"/>
                    <a:pt x="3137" y="5166"/>
                    <a:pt x="3137" y="4681"/>
                  </a:cubicBezTo>
                  <a:cubicBezTo>
                    <a:pt x="3137" y="4542"/>
                    <a:pt x="3033" y="4473"/>
                    <a:pt x="2928" y="4473"/>
                  </a:cubicBezTo>
                  <a:cubicBezTo>
                    <a:pt x="2824" y="4473"/>
                    <a:pt x="2719" y="4542"/>
                    <a:pt x="2719" y="4681"/>
                  </a:cubicBezTo>
                  <a:cubicBezTo>
                    <a:pt x="2719" y="4938"/>
                    <a:pt x="2512" y="5142"/>
                    <a:pt x="2258" y="5142"/>
                  </a:cubicBezTo>
                  <a:lnTo>
                    <a:pt x="1924" y="5142"/>
                  </a:lnTo>
                  <a:cubicBezTo>
                    <a:pt x="894" y="5159"/>
                    <a:pt x="64" y="6000"/>
                    <a:pt x="64" y="7030"/>
                  </a:cubicBezTo>
                  <a:cubicBezTo>
                    <a:pt x="64" y="8060"/>
                    <a:pt x="894" y="8901"/>
                    <a:pt x="1924" y="8915"/>
                  </a:cubicBezTo>
                  <a:lnTo>
                    <a:pt x="3377" y="8915"/>
                  </a:lnTo>
                  <a:cubicBezTo>
                    <a:pt x="3493" y="8915"/>
                    <a:pt x="3584" y="8820"/>
                    <a:pt x="3584" y="8707"/>
                  </a:cubicBezTo>
                  <a:cubicBezTo>
                    <a:pt x="3584" y="8591"/>
                    <a:pt x="3493" y="8496"/>
                    <a:pt x="3377" y="8496"/>
                  </a:cubicBezTo>
                  <a:lnTo>
                    <a:pt x="1924" y="8496"/>
                  </a:lnTo>
                  <a:cubicBezTo>
                    <a:pt x="679" y="8496"/>
                    <a:pt x="1" y="7048"/>
                    <a:pt x="792" y="6095"/>
                  </a:cubicBezTo>
                  <a:lnTo>
                    <a:pt x="792" y="6095"/>
                  </a:lnTo>
                  <a:cubicBezTo>
                    <a:pt x="736" y="6249"/>
                    <a:pt x="708" y="6415"/>
                    <a:pt x="708" y="6580"/>
                  </a:cubicBezTo>
                  <a:cubicBezTo>
                    <a:pt x="708" y="7350"/>
                    <a:pt x="1330" y="7967"/>
                    <a:pt x="2093" y="7967"/>
                  </a:cubicBezTo>
                  <a:cubicBezTo>
                    <a:pt x="2114" y="7967"/>
                    <a:pt x="2135" y="7966"/>
                    <a:pt x="2156" y="7965"/>
                  </a:cubicBezTo>
                  <a:lnTo>
                    <a:pt x="5124" y="7828"/>
                  </a:lnTo>
                  <a:lnTo>
                    <a:pt x="5124" y="7828"/>
                  </a:lnTo>
                  <a:cubicBezTo>
                    <a:pt x="5068" y="8067"/>
                    <a:pt x="4970" y="8293"/>
                    <a:pt x="4832" y="8496"/>
                  </a:cubicBezTo>
                  <a:lnTo>
                    <a:pt x="4270" y="8496"/>
                  </a:lnTo>
                  <a:cubicBezTo>
                    <a:pt x="3992" y="8496"/>
                    <a:pt x="3992" y="8915"/>
                    <a:pt x="4270" y="8915"/>
                  </a:cubicBezTo>
                  <a:lnTo>
                    <a:pt x="4456" y="8915"/>
                  </a:lnTo>
                  <a:cubicBezTo>
                    <a:pt x="4090" y="9221"/>
                    <a:pt x="3630" y="9390"/>
                    <a:pt x="3152" y="9390"/>
                  </a:cubicBezTo>
                  <a:cubicBezTo>
                    <a:pt x="2174" y="9393"/>
                    <a:pt x="1379" y="10184"/>
                    <a:pt x="1379" y="11165"/>
                  </a:cubicBezTo>
                  <a:lnTo>
                    <a:pt x="1379" y="11612"/>
                  </a:lnTo>
                  <a:cubicBezTo>
                    <a:pt x="1379" y="11865"/>
                    <a:pt x="1172" y="12073"/>
                    <a:pt x="919" y="12073"/>
                  </a:cubicBezTo>
                  <a:cubicBezTo>
                    <a:pt x="637" y="12073"/>
                    <a:pt x="637" y="12491"/>
                    <a:pt x="919" y="12491"/>
                  </a:cubicBezTo>
                  <a:cubicBezTo>
                    <a:pt x="1404" y="12491"/>
                    <a:pt x="1798" y="12097"/>
                    <a:pt x="1798" y="11612"/>
                  </a:cubicBezTo>
                  <a:cubicBezTo>
                    <a:pt x="1798" y="11113"/>
                    <a:pt x="2202" y="10705"/>
                    <a:pt x="2705" y="10705"/>
                  </a:cubicBezTo>
                  <a:lnTo>
                    <a:pt x="3377" y="10705"/>
                  </a:lnTo>
                  <a:cubicBezTo>
                    <a:pt x="4020" y="10705"/>
                    <a:pt x="4653" y="10504"/>
                    <a:pt x="5177" y="10132"/>
                  </a:cubicBezTo>
                  <a:lnTo>
                    <a:pt x="5177" y="12498"/>
                  </a:lnTo>
                  <a:cubicBezTo>
                    <a:pt x="5177" y="12938"/>
                    <a:pt x="4822" y="13296"/>
                    <a:pt x="4382" y="13296"/>
                  </a:cubicBezTo>
                  <a:cubicBezTo>
                    <a:pt x="3939" y="13296"/>
                    <a:pt x="3584" y="12938"/>
                    <a:pt x="3584" y="12498"/>
                  </a:cubicBezTo>
                  <a:lnTo>
                    <a:pt x="3584" y="12280"/>
                  </a:lnTo>
                  <a:cubicBezTo>
                    <a:pt x="3584" y="11672"/>
                    <a:pt x="3088" y="11180"/>
                    <a:pt x="2480" y="11176"/>
                  </a:cubicBezTo>
                  <a:cubicBezTo>
                    <a:pt x="2202" y="11176"/>
                    <a:pt x="2202" y="11594"/>
                    <a:pt x="2480" y="11594"/>
                  </a:cubicBezTo>
                  <a:cubicBezTo>
                    <a:pt x="2860" y="11594"/>
                    <a:pt x="3166" y="11904"/>
                    <a:pt x="3166" y="12280"/>
                  </a:cubicBezTo>
                  <a:lnTo>
                    <a:pt x="3166" y="12618"/>
                  </a:lnTo>
                  <a:cubicBezTo>
                    <a:pt x="3166" y="13536"/>
                    <a:pt x="3911" y="14278"/>
                    <a:pt x="4829" y="14278"/>
                  </a:cubicBezTo>
                  <a:cubicBezTo>
                    <a:pt x="5747" y="14278"/>
                    <a:pt x="6492" y="13536"/>
                    <a:pt x="6492" y="12618"/>
                  </a:cubicBezTo>
                  <a:lnTo>
                    <a:pt x="6492" y="9822"/>
                  </a:lnTo>
                  <a:cubicBezTo>
                    <a:pt x="6492" y="9664"/>
                    <a:pt x="6611" y="9585"/>
                    <a:pt x="6729" y="9585"/>
                  </a:cubicBezTo>
                  <a:cubicBezTo>
                    <a:pt x="6848" y="9585"/>
                    <a:pt x="6967" y="9664"/>
                    <a:pt x="6967" y="9822"/>
                  </a:cubicBezTo>
                  <a:lnTo>
                    <a:pt x="6967" y="12618"/>
                  </a:lnTo>
                  <a:cubicBezTo>
                    <a:pt x="6967" y="13536"/>
                    <a:pt x="7712" y="14278"/>
                    <a:pt x="8630" y="14278"/>
                  </a:cubicBezTo>
                  <a:cubicBezTo>
                    <a:pt x="9548" y="14278"/>
                    <a:pt x="10290" y="13536"/>
                    <a:pt x="10293" y="12618"/>
                  </a:cubicBezTo>
                  <a:lnTo>
                    <a:pt x="10293" y="12280"/>
                  </a:lnTo>
                  <a:cubicBezTo>
                    <a:pt x="10293" y="11904"/>
                    <a:pt x="10599" y="11594"/>
                    <a:pt x="10976" y="11594"/>
                  </a:cubicBezTo>
                  <a:cubicBezTo>
                    <a:pt x="11092" y="11594"/>
                    <a:pt x="11187" y="11503"/>
                    <a:pt x="11187" y="11387"/>
                  </a:cubicBezTo>
                  <a:cubicBezTo>
                    <a:pt x="11187" y="11271"/>
                    <a:pt x="11092" y="11176"/>
                    <a:pt x="10976" y="11176"/>
                  </a:cubicBezTo>
                  <a:cubicBezTo>
                    <a:pt x="10367" y="11180"/>
                    <a:pt x="9875" y="11672"/>
                    <a:pt x="9875" y="12280"/>
                  </a:cubicBezTo>
                  <a:lnTo>
                    <a:pt x="9875" y="12498"/>
                  </a:lnTo>
                  <a:cubicBezTo>
                    <a:pt x="9875" y="12938"/>
                    <a:pt x="9516" y="13296"/>
                    <a:pt x="9077" y="13296"/>
                  </a:cubicBezTo>
                  <a:cubicBezTo>
                    <a:pt x="8637" y="13296"/>
                    <a:pt x="8278" y="12938"/>
                    <a:pt x="8278" y="12498"/>
                  </a:cubicBezTo>
                  <a:lnTo>
                    <a:pt x="8278" y="10128"/>
                  </a:lnTo>
                  <a:cubicBezTo>
                    <a:pt x="8806" y="10501"/>
                    <a:pt x="9435" y="10701"/>
                    <a:pt x="10082" y="10701"/>
                  </a:cubicBezTo>
                  <a:lnTo>
                    <a:pt x="10754" y="10701"/>
                  </a:lnTo>
                  <a:cubicBezTo>
                    <a:pt x="11253" y="10701"/>
                    <a:pt x="11661" y="11109"/>
                    <a:pt x="11661" y="11609"/>
                  </a:cubicBezTo>
                  <a:cubicBezTo>
                    <a:pt x="11661" y="12094"/>
                    <a:pt x="12055" y="12488"/>
                    <a:pt x="12540" y="12488"/>
                  </a:cubicBezTo>
                  <a:cubicBezTo>
                    <a:pt x="12656" y="12488"/>
                    <a:pt x="12748" y="12396"/>
                    <a:pt x="12748" y="12280"/>
                  </a:cubicBezTo>
                  <a:cubicBezTo>
                    <a:pt x="12748" y="12164"/>
                    <a:pt x="12656" y="12069"/>
                    <a:pt x="12540" y="12069"/>
                  </a:cubicBezTo>
                  <a:cubicBezTo>
                    <a:pt x="12287" y="12069"/>
                    <a:pt x="12080" y="11865"/>
                    <a:pt x="12080" y="11609"/>
                  </a:cubicBezTo>
                  <a:lnTo>
                    <a:pt x="12080" y="11162"/>
                  </a:lnTo>
                  <a:cubicBezTo>
                    <a:pt x="12076" y="10184"/>
                    <a:pt x="11285" y="9390"/>
                    <a:pt x="10304" y="9386"/>
                  </a:cubicBezTo>
                  <a:cubicBezTo>
                    <a:pt x="10299" y="9386"/>
                    <a:pt x="10294" y="9386"/>
                    <a:pt x="10289" y="9386"/>
                  </a:cubicBezTo>
                  <a:cubicBezTo>
                    <a:pt x="9820" y="9386"/>
                    <a:pt x="9365" y="9218"/>
                    <a:pt x="9006" y="8915"/>
                  </a:cubicBezTo>
                  <a:lnTo>
                    <a:pt x="11538" y="8915"/>
                  </a:lnTo>
                  <a:cubicBezTo>
                    <a:pt x="12576" y="8911"/>
                    <a:pt x="13420" y="8067"/>
                    <a:pt x="13423" y="7030"/>
                  </a:cubicBezTo>
                  <a:cubicBezTo>
                    <a:pt x="13420" y="5989"/>
                    <a:pt x="12576" y="5145"/>
                    <a:pt x="11535" y="5142"/>
                  </a:cubicBezTo>
                  <a:lnTo>
                    <a:pt x="11201" y="5142"/>
                  </a:lnTo>
                  <a:cubicBezTo>
                    <a:pt x="10944" y="5142"/>
                    <a:pt x="10740" y="4934"/>
                    <a:pt x="10740" y="4681"/>
                  </a:cubicBezTo>
                  <a:cubicBezTo>
                    <a:pt x="10740" y="4542"/>
                    <a:pt x="10635" y="4473"/>
                    <a:pt x="10531" y="4473"/>
                  </a:cubicBezTo>
                  <a:cubicBezTo>
                    <a:pt x="10426" y="4473"/>
                    <a:pt x="10322" y="4542"/>
                    <a:pt x="10322" y="4681"/>
                  </a:cubicBezTo>
                  <a:cubicBezTo>
                    <a:pt x="10322" y="5166"/>
                    <a:pt x="10715" y="5560"/>
                    <a:pt x="11201" y="5560"/>
                  </a:cubicBezTo>
                  <a:lnTo>
                    <a:pt x="11310" y="5560"/>
                  </a:lnTo>
                  <a:cubicBezTo>
                    <a:pt x="11876" y="5560"/>
                    <a:pt x="12329" y="6017"/>
                    <a:pt x="12333" y="6580"/>
                  </a:cubicBezTo>
                  <a:cubicBezTo>
                    <a:pt x="12333" y="7117"/>
                    <a:pt x="11897" y="7548"/>
                    <a:pt x="11364" y="7548"/>
                  </a:cubicBezTo>
                  <a:cubicBezTo>
                    <a:pt x="11350" y="7548"/>
                    <a:pt x="11335" y="7548"/>
                    <a:pt x="11320" y="7547"/>
                  </a:cubicBezTo>
                  <a:lnTo>
                    <a:pt x="8704" y="7427"/>
                  </a:lnTo>
                  <a:cubicBezTo>
                    <a:pt x="8855" y="7308"/>
                    <a:pt x="8943" y="7125"/>
                    <a:pt x="8947" y="6932"/>
                  </a:cubicBezTo>
                  <a:lnTo>
                    <a:pt x="9351" y="2902"/>
                  </a:lnTo>
                  <a:cubicBezTo>
                    <a:pt x="9506" y="1348"/>
                    <a:pt x="8286" y="1"/>
                    <a:pt x="6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8" name="Google Shape;16118;p84"/>
          <p:cNvGrpSpPr/>
          <p:nvPr/>
        </p:nvGrpSpPr>
        <p:grpSpPr>
          <a:xfrm>
            <a:off x="3587376" y="2937884"/>
            <a:ext cx="357853" cy="274235"/>
            <a:chOff x="3587376" y="2937884"/>
            <a:chExt cx="357853" cy="274235"/>
          </a:xfrm>
        </p:grpSpPr>
        <p:sp>
          <p:nvSpPr>
            <p:cNvPr id="16119" name="Google Shape;16119;p84"/>
            <p:cNvSpPr/>
            <p:nvPr/>
          </p:nvSpPr>
          <p:spPr>
            <a:xfrm>
              <a:off x="3592540" y="2943127"/>
              <a:ext cx="173763" cy="263776"/>
            </a:xfrm>
            <a:custGeom>
              <a:rect b="b" l="l" r="r" t="t"/>
              <a:pathLst>
                <a:path extrusionOk="0" h="10063" w="6629">
                  <a:moveTo>
                    <a:pt x="855" y="1"/>
                  </a:moveTo>
                  <a:cubicBezTo>
                    <a:pt x="0" y="1"/>
                    <a:pt x="7" y="426"/>
                    <a:pt x="7" y="641"/>
                  </a:cubicBezTo>
                  <a:cubicBezTo>
                    <a:pt x="7" y="1281"/>
                    <a:pt x="1333" y="2413"/>
                    <a:pt x="855" y="3851"/>
                  </a:cubicBezTo>
                  <a:cubicBezTo>
                    <a:pt x="686" y="4361"/>
                    <a:pt x="1470" y="4636"/>
                    <a:pt x="2472" y="4780"/>
                  </a:cubicBezTo>
                  <a:lnTo>
                    <a:pt x="2465" y="4780"/>
                  </a:lnTo>
                  <a:cubicBezTo>
                    <a:pt x="1059" y="5775"/>
                    <a:pt x="827" y="7290"/>
                    <a:pt x="1720" y="8553"/>
                  </a:cubicBezTo>
                  <a:cubicBezTo>
                    <a:pt x="2590" y="9789"/>
                    <a:pt x="3583" y="10062"/>
                    <a:pt x="4381" y="10062"/>
                  </a:cubicBezTo>
                  <a:cubicBezTo>
                    <a:pt x="4496" y="10062"/>
                    <a:pt x="4607" y="10057"/>
                    <a:pt x="4712" y="10047"/>
                  </a:cubicBezTo>
                  <a:cubicBezTo>
                    <a:pt x="5514" y="9981"/>
                    <a:pt x="6545" y="7301"/>
                    <a:pt x="6629" y="7072"/>
                  </a:cubicBezTo>
                  <a:lnTo>
                    <a:pt x="6629" y="4488"/>
                  </a:lnTo>
                  <a:lnTo>
                    <a:pt x="6207" y="4488"/>
                  </a:lnTo>
                  <a:cubicBezTo>
                    <a:pt x="6207" y="4168"/>
                    <a:pt x="4143" y="1"/>
                    <a:pt x="85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84"/>
            <p:cNvSpPr/>
            <p:nvPr/>
          </p:nvSpPr>
          <p:spPr>
            <a:xfrm>
              <a:off x="3610521" y="3027190"/>
              <a:ext cx="156148" cy="41337"/>
            </a:xfrm>
            <a:custGeom>
              <a:rect b="b" l="l" r="r" t="t"/>
              <a:pathLst>
                <a:path extrusionOk="0" h="1577" w="5957">
                  <a:moveTo>
                    <a:pt x="271" y="1"/>
                  </a:moveTo>
                  <a:cubicBezTo>
                    <a:pt x="271" y="219"/>
                    <a:pt x="239" y="433"/>
                    <a:pt x="169" y="641"/>
                  </a:cubicBezTo>
                  <a:cubicBezTo>
                    <a:pt x="0" y="1154"/>
                    <a:pt x="784" y="1425"/>
                    <a:pt x="1786" y="1569"/>
                  </a:cubicBezTo>
                  <a:lnTo>
                    <a:pt x="1779" y="1569"/>
                  </a:lnTo>
                  <a:cubicBezTo>
                    <a:pt x="1773" y="1574"/>
                    <a:pt x="1852" y="1576"/>
                    <a:pt x="1993" y="1576"/>
                  </a:cubicBezTo>
                  <a:cubicBezTo>
                    <a:pt x="2839" y="1576"/>
                    <a:pt x="5913" y="1498"/>
                    <a:pt x="5943" y="1495"/>
                  </a:cubicBezTo>
                  <a:cubicBezTo>
                    <a:pt x="5957" y="1495"/>
                    <a:pt x="5936" y="1291"/>
                    <a:pt x="5950" y="1288"/>
                  </a:cubicBezTo>
                  <a:cubicBezTo>
                    <a:pt x="4498" y="1080"/>
                    <a:pt x="1523" y="447"/>
                    <a:pt x="2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84"/>
            <p:cNvSpPr/>
            <p:nvPr/>
          </p:nvSpPr>
          <p:spPr>
            <a:xfrm>
              <a:off x="3592540" y="2943127"/>
              <a:ext cx="162701" cy="117747"/>
            </a:xfrm>
            <a:custGeom>
              <a:rect b="b" l="l" r="r" t="t"/>
              <a:pathLst>
                <a:path extrusionOk="0" h="4492" w="6207">
                  <a:moveTo>
                    <a:pt x="855" y="1"/>
                  </a:moveTo>
                  <a:cubicBezTo>
                    <a:pt x="0" y="1"/>
                    <a:pt x="7" y="426"/>
                    <a:pt x="7" y="641"/>
                  </a:cubicBezTo>
                  <a:cubicBezTo>
                    <a:pt x="7" y="796"/>
                    <a:pt x="85" y="978"/>
                    <a:pt x="194" y="1186"/>
                  </a:cubicBezTo>
                  <a:cubicBezTo>
                    <a:pt x="2304" y="2424"/>
                    <a:pt x="5131" y="4027"/>
                    <a:pt x="6207" y="4491"/>
                  </a:cubicBezTo>
                  <a:cubicBezTo>
                    <a:pt x="6207" y="4168"/>
                    <a:pt x="4143" y="1"/>
                    <a:pt x="855"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84"/>
            <p:cNvSpPr/>
            <p:nvPr/>
          </p:nvSpPr>
          <p:spPr>
            <a:xfrm>
              <a:off x="3592540" y="2943127"/>
              <a:ext cx="96069" cy="54339"/>
            </a:xfrm>
            <a:custGeom>
              <a:rect b="b" l="l" r="r" t="t"/>
              <a:pathLst>
                <a:path extrusionOk="0" h="2073" w="3665">
                  <a:moveTo>
                    <a:pt x="855" y="1"/>
                  </a:moveTo>
                  <a:cubicBezTo>
                    <a:pt x="0" y="1"/>
                    <a:pt x="7" y="426"/>
                    <a:pt x="7" y="641"/>
                  </a:cubicBezTo>
                  <a:cubicBezTo>
                    <a:pt x="7" y="985"/>
                    <a:pt x="391" y="1474"/>
                    <a:pt x="669" y="2072"/>
                  </a:cubicBezTo>
                  <a:cubicBezTo>
                    <a:pt x="1039" y="1493"/>
                    <a:pt x="1674" y="913"/>
                    <a:pt x="2703" y="913"/>
                  </a:cubicBezTo>
                  <a:cubicBezTo>
                    <a:pt x="2991" y="913"/>
                    <a:pt x="3311" y="959"/>
                    <a:pt x="3665" y="1063"/>
                  </a:cubicBezTo>
                  <a:cubicBezTo>
                    <a:pt x="2880" y="451"/>
                    <a:pt x="1934" y="1"/>
                    <a:pt x="85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84"/>
            <p:cNvSpPr/>
            <p:nvPr/>
          </p:nvSpPr>
          <p:spPr>
            <a:xfrm>
              <a:off x="3625436" y="3137257"/>
              <a:ext cx="61442" cy="46580"/>
            </a:xfrm>
            <a:custGeom>
              <a:rect b="b" l="l" r="r" t="t"/>
              <a:pathLst>
                <a:path extrusionOk="0" h="1777" w="2344">
                  <a:moveTo>
                    <a:pt x="2099" y="0"/>
                  </a:moveTo>
                  <a:cubicBezTo>
                    <a:pt x="2095" y="0"/>
                    <a:pt x="2090" y="0"/>
                    <a:pt x="2086" y="0"/>
                  </a:cubicBezTo>
                  <a:lnTo>
                    <a:pt x="1" y="138"/>
                  </a:lnTo>
                  <a:cubicBezTo>
                    <a:pt x="89" y="500"/>
                    <a:pt x="243" y="841"/>
                    <a:pt x="461" y="1147"/>
                  </a:cubicBezTo>
                  <a:cubicBezTo>
                    <a:pt x="620" y="1372"/>
                    <a:pt x="799" y="1583"/>
                    <a:pt x="999" y="1776"/>
                  </a:cubicBezTo>
                  <a:lnTo>
                    <a:pt x="2241" y="306"/>
                  </a:lnTo>
                  <a:cubicBezTo>
                    <a:pt x="2343" y="183"/>
                    <a:pt x="2256" y="0"/>
                    <a:pt x="2099"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84"/>
            <p:cNvSpPr/>
            <p:nvPr/>
          </p:nvSpPr>
          <p:spPr>
            <a:xfrm>
              <a:off x="3766381" y="2943127"/>
              <a:ext cx="173763" cy="263776"/>
            </a:xfrm>
            <a:custGeom>
              <a:rect b="b" l="l" r="r" t="t"/>
              <a:pathLst>
                <a:path extrusionOk="0" h="10063" w="6629">
                  <a:moveTo>
                    <a:pt x="5774" y="1"/>
                  </a:moveTo>
                  <a:cubicBezTo>
                    <a:pt x="2490" y="1"/>
                    <a:pt x="426" y="4168"/>
                    <a:pt x="426" y="4488"/>
                  </a:cubicBezTo>
                  <a:lnTo>
                    <a:pt x="0" y="4488"/>
                  </a:lnTo>
                  <a:lnTo>
                    <a:pt x="0" y="7072"/>
                  </a:lnTo>
                  <a:cubicBezTo>
                    <a:pt x="88" y="7301"/>
                    <a:pt x="1119" y="9981"/>
                    <a:pt x="1920" y="10047"/>
                  </a:cubicBezTo>
                  <a:cubicBezTo>
                    <a:pt x="2026" y="10057"/>
                    <a:pt x="2136" y="10062"/>
                    <a:pt x="2251" y="10062"/>
                  </a:cubicBezTo>
                  <a:cubicBezTo>
                    <a:pt x="3046" y="10062"/>
                    <a:pt x="4040" y="9789"/>
                    <a:pt x="4913" y="8553"/>
                  </a:cubicBezTo>
                  <a:cubicBezTo>
                    <a:pt x="5806" y="7290"/>
                    <a:pt x="5570" y="5775"/>
                    <a:pt x="4164" y="4780"/>
                  </a:cubicBezTo>
                  <a:lnTo>
                    <a:pt x="4157" y="4780"/>
                  </a:lnTo>
                  <a:cubicBezTo>
                    <a:pt x="5159" y="4636"/>
                    <a:pt x="5947" y="4361"/>
                    <a:pt x="5774" y="3851"/>
                  </a:cubicBezTo>
                  <a:cubicBezTo>
                    <a:pt x="5296" y="2413"/>
                    <a:pt x="6625" y="1281"/>
                    <a:pt x="6625" y="641"/>
                  </a:cubicBezTo>
                  <a:cubicBezTo>
                    <a:pt x="6625" y="426"/>
                    <a:pt x="6629" y="1"/>
                    <a:pt x="5774"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84"/>
            <p:cNvSpPr/>
            <p:nvPr/>
          </p:nvSpPr>
          <p:spPr>
            <a:xfrm>
              <a:off x="3766014" y="3027190"/>
              <a:ext cx="156253" cy="41337"/>
            </a:xfrm>
            <a:custGeom>
              <a:rect b="b" l="l" r="r" t="t"/>
              <a:pathLst>
                <a:path extrusionOk="0" h="1577" w="5961">
                  <a:moveTo>
                    <a:pt x="5690" y="1"/>
                  </a:moveTo>
                  <a:lnTo>
                    <a:pt x="5690" y="1"/>
                  </a:lnTo>
                  <a:cubicBezTo>
                    <a:pt x="4435" y="447"/>
                    <a:pt x="1460" y="1080"/>
                    <a:pt x="11" y="1288"/>
                  </a:cubicBezTo>
                  <a:cubicBezTo>
                    <a:pt x="25" y="1291"/>
                    <a:pt x="0" y="1495"/>
                    <a:pt x="18" y="1495"/>
                  </a:cubicBezTo>
                  <a:cubicBezTo>
                    <a:pt x="45" y="1498"/>
                    <a:pt x="3121" y="1576"/>
                    <a:pt x="3966" y="1576"/>
                  </a:cubicBezTo>
                  <a:cubicBezTo>
                    <a:pt x="4106" y="1576"/>
                    <a:pt x="4185" y="1574"/>
                    <a:pt x="4178" y="1569"/>
                  </a:cubicBezTo>
                  <a:lnTo>
                    <a:pt x="4171" y="1569"/>
                  </a:lnTo>
                  <a:cubicBezTo>
                    <a:pt x="5173" y="1425"/>
                    <a:pt x="5961" y="1154"/>
                    <a:pt x="5788" y="641"/>
                  </a:cubicBezTo>
                  <a:cubicBezTo>
                    <a:pt x="5722" y="433"/>
                    <a:pt x="5686" y="219"/>
                    <a:pt x="5690"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84"/>
            <p:cNvSpPr/>
            <p:nvPr/>
          </p:nvSpPr>
          <p:spPr>
            <a:xfrm>
              <a:off x="3777443" y="2943127"/>
              <a:ext cx="162701" cy="117747"/>
            </a:xfrm>
            <a:custGeom>
              <a:rect b="b" l="l" r="r" t="t"/>
              <a:pathLst>
                <a:path extrusionOk="0" h="4492" w="6207">
                  <a:moveTo>
                    <a:pt x="5352" y="1"/>
                  </a:moveTo>
                  <a:cubicBezTo>
                    <a:pt x="2065" y="1"/>
                    <a:pt x="4" y="4168"/>
                    <a:pt x="0" y="4491"/>
                  </a:cubicBezTo>
                  <a:cubicBezTo>
                    <a:pt x="1076" y="4027"/>
                    <a:pt x="3904" y="2424"/>
                    <a:pt x="6014" y="1186"/>
                  </a:cubicBezTo>
                  <a:cubicBezTo>
                    <a:pt x="6123" y="978"/>
                    <a:pt x="6200" y="796"/>
                    <a:pt x="6200" y="641"/>
                  </a:cubicBezTo>
                  <a:cubicBezTo>
                    <a:pt x="6200" y="426"/>
                    <a:pt x="6207" y="1"/>
                    <a:pt x="5352"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84"/>
            <p:cNvSpPr/>
            <p:nvPr/>
          </p:nvSpPr>
          <p:spPr>
            <a:xfrm>
              <a:off x="3844075" y="2943127"/>
              <a:ext cx="96069" cy="54339"/>
            </a:xfrm>
            <a:custGeom>
              <a:rect b="b" l="l" r="r" t="t"/>
              <a:pathLst>
                <a:path extrusionOk="0" h="2073" w="3665">
                  <a:moveTo>
                    <a:pt x="2810" y="1"/>
                  </a:moveTo>
                  <a:cubicBezTo>
                    <a:pt x="1731" y="1"/>
                    <a:pt x="785" y="451"/>
                    <a:pt x="1" y="1063"/>
                  </a:cubicBezTo>
                  <a:cubicBezTo>
                    <a:pt x="354" y="959"/>
                    <a:pt x="674" y="913"/>
                    <a:pt x="963" y="913"/>
                  </a:cubicBezTo>
                  <a:cubicBezTo>
                    <a:pt x="1992" y="913"/>
                    <a:pt x="2626" y="1493"/>
                    <a:pt x="2997" y="2072"/>
                  </a:cubicBezTo>
                  <a:cubicBezTo>
                    <a:pt x="3275" y="1474"/>
                    <a:pt x="3658" y="985"/>
                    <a:pt x="3658" y="641"/>
                  </a:cubicBezTo>
                  <a:cubicBezTo>
                    <a:pt x="3658" y="426"/>
                    <a:pt x="3665" y="1"/>
                    <a:pt x="281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84"/>
            <p:cNvSpPr/>
            <p:nvPr/>
          </p:nvSpPr>
          <p:spPr>
            <a:xfrm>
              <a:off x="3845805" y="3137257"/>
              <a:ext cx="61442" cy="46580"/>
            </a:xfrm>
            <a:custGeom>
              <a:rect b="b" l="l" r="r" t="t"/>
              <a:pathLst>
                <a:path extrusionOk="0" h="1777" w="2344">
                  <a:moveTo>
                    <a:pt x="245" y="0"/>
                  </a:moveTo>
                  <a:cubicBezTo>
                    <a:pt x="91" y="0"/>
                    <a:pt x="1" y="183"/>
                    <a:pt x="104" y="306"/>
                  </a:cubicBezTo>
                  <a:lnTo>
                    <a:pt x="1348" y="1776"/>
                  </a:lnTo>
                  <a:cubicBezTo>
                    <a:pt x="1545" y="1583"/>
                    <a:pt x="1725" y="1372"/>
                    <a:pt x="1883" y="1147"/>
                  </a:cubicBezTo>
                  <a:cubicBezTo>
                    <a:pt x="2101" y="841"/>
                    <a:pt x="2256" y="500"/>
                    <a:pt x="2344" y="138"/>
                  </a:cubicBezTo>
                  <a:lnTo>
                    <a:pt x="258" y="0"/>
                  </a:lnTo>
                  <a:cubicBezTo>
                    <a:pt x="254" y="0"/>
                    <a:pt x="250" y="0"/>
                    <a:pt x="245"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84"/>
            <p:cNvSpPr/>
            <p:nvPr/>
          </p:nvSpPr>
          <p:spPr>
            <a:xfrm>
              <a:off x="3749605" y="3055211"/>
              <a:ext cx="33657" cy="72845"/>
            </a:xfrm>
            <a:custGeom>
              <a:rect b="b" l="l" r="r" t="t"/>
              <a:pathLst>
                <a:path extrusionOk="0" h="2779" w="1284">
                  <a:moveTo>
                    <a:pt x="640" y="1"/>
                  </a:moveTo>
                  <a:cubicBezTo>
                    <a:pt x="289" y="1"/>
                    <a:pt x="0" y="623"/>
                    <a:pt x="0" y="1390"/>
                  </a:cubicBezTo>
                  <a:cubicBezTo>
                    <a:pt x="0" y="2156"/>
                    <a:pt x="289" y="2779"/>
                    <a:pt x="640" y="2779"/>
                  </a:cubicBezTo>
                  <a:cubicBezTo>
                    <a:pt x="996" y="2779"/>
                    <a:pt x="1284" y="2156"/>
                    <a:pt x="1284" y="1390"/>
                  </a:cubicBezTo>
                  <a:cubicBezTo>
                    <a:pt x="1284" y="623"/>
                    <a:pt x="996" y="1"/>
                    <a:pt x="64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84"/>
            <p:cNvSpPr/>
            <p:nvPr/>
          </p:nvSpPr>
          <p:spPr>
            <a:xfrm>
              <a:off x="3755031" y="3032721"/>
              <a:ext cx="22438" cy="22517"/>
            </a:xfrm>
            <a:custGeom>
              <a:rect b="b" l="l" r="r" t="t"/>
              <a:pathLst>
                <a:path extrusionOk="0" h="859" w="856">
                  <a:moveTo>
                    <a:pt x="430" y="1"/>
                  </a:moveTo>
                  <a:cubicBezTo>
                    <a:pt x="194" y="1"/>
                    <a:pt x="1" y="194"/>
                    <a:pt x="1" y="430"/>
                  </a:cubicBezTo>
                  <a:cubicBezTo>
                    <a:pt x="1" y="665"/>
                    <a:pt x="194" y="859"/>
                    <a:pt x="430" y="859"/>
                  </a:cubicBezTo>
                  <a:cubicBezTo>
                    <a:pt x="666" y="859"/>
                    <a:pt x="855" y="665"/>
                    <a:pt x="855" y="430"/>
                  </a:cubicBezTo>
                  <a:cubicBezTo>
                    <a:pt x="855" y="194"/>
                    <a:pt x="666" y="1"/>
                    <a:pt x="43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84"/>
            <p:cNvSpPr/>
            <p:nvPr/>
          </p:nvSpPr>
          <p:spPr>
            <a:xfrm>
              <a:off x="3587376" y="2937884"/>
              <a:ext cx="357853" cy="274235"/>
            </a:xfrm>
            <a:custGeom>
              <a:rect b="b" l="l" r="r" t="t"/>
              <a:pathLst>
                <a:path extrusionOk="0" h="10462" w="13652">
                  <a:moveTo>
                    <a:pt x="6826" y="3819"/>
                  </a:moveTo>
                  <a:cubicBezTo>
                    <a:pt x="6952" y="3819"/>
                    <a:pt x="7051" y="3921"/>
                    <a:pt x="7051" y="4048"/>
                  </a:cubicBezTo>
                  <a:cubicBezTo>
                    <a:pt x="7051" y="4186"/>
                    <a:pt x="6940" y="4276"/>
                    <a:pt x="6823" y="4276"/>
                  </a:cubicBezTo>
                  <a:cubicBezTo>
                    <a:pt x="6768" y="4276"/>
                    <a:pt x="6711" y="4255"/>
                    <a:pt x="6664" y="4210"/>
                  </a:cubicBezTo>
                  <a:cubicBezTo>
                    <a:pt x="6520" y="4065"/>
                    <a:pt x="6622" y="3819"/>
                    <a:pt x="6826" y="3819"/>
                  </a:cubicBezTo>
                  <a:close/>
                  <a:moveTo>
                    <a:pt x="1052" y="398"/>
                  </a:moveTo>
                  <a:cubicBezTo>
                    <a:pt x="1797" y="398"/>
                    <a:pt x="2469" y="626"/>
                    <a:pt x="3056" y="960"/>
                  </a:cubicBezTo>
                  <a:cubicBezTo>
                    <a:pt x="2958" y="960"/>
                    <a:pt x="2863" y="960"/>
                    <a:pt x="2771" y="964"/>
                  </a:cubicBezTo>
                  <a:cubicBezTo>
                    <a:pt x="2659" y="967"/>
                    <a:pt x="2571" y="1059"/>
                    <a:pt x="2575" y="1171"/>
                  </a:cubicBezTo>
                  <a:cubicBezTo>
                    <a:pt x="2575" y="1280"/>
                    <a:pt x="2662" y="1365"/>
                    <a:pt x="2769" y="1365"/>
                  </a:cubicBezTo>
                  <a:cubicBezTo>
                    <a:pt x="2774" y="1365"/>
                    <a:pt x="2778" y="1365"/>
                    <a:pt x="2782" y="1365"/>
                  </a:cubicBezTo>
                  <a:cubicBezTo>
                    <a:pt x="2861" y="1361"/>
                    <a:pt x="2940" y="1360"/>
                    <a:pt x="3019" y="1360"/>
                  </a:cubicBezTo>
                  <a:cubicBezTo>
                    <a:pt x="3256" y="1360"/>
                    <a:pt x="3492" y="1375"/>
                    <a:pt x="3724" y="1407"/>
                  </a:cubicBezTo>
                  <a:cubicBezTo>
                    <a:pt x="4104" y="1706"/>
                    <a:pt x="4452" y="2040"/>
                    <a:pt x="4765" y="2402"/>
                  </a:cubicBezTo>
                  <a:cubicBezTo>
                    <a:pt x="5676" y="3447"/>
                    <a:pt x="6172" y="4519"/>
                    <a:pt x="6203" y="4695"/>
                  </a:cubicBezTo>
                  <a:cubicBezTo>
                    <a:pt x="6211" y="4730"/>
                    <a:pt x="6207" y="4762"/>
                    <a:pt x="6200" y="4797"/>
                  </a:cubicBezTo>
                  <a:cubicBezTo>
                    <a:pt x="6179" y="4836"/>
                    <a:pt x="6161" y="4874"/>
                    <a:pt x="6147" y="4916"/>
                  </a:cubicBezTo>
                  <a:cubicBezTo>
                    <a:pt x="6044" y="4920"/>
                    <a:pt x="5733" y="4929"/>
                    <a:pt x="5312" y="4929"/>
                  </a:cubicBezTo>
                  <a:cubicBezTo>
                    <a:pt x="4912" y="4929"/>
                    <a:pt x="4414" y="4921"/>
                    <a:pt x="3904" y="4892"/>
                  </a:cubicBezTo>
                  <a:cubicBezTo>
                    <a:pt x="3218" y="4853"/>
                    <a:pt x="1590" y="4720"/>
                    <a:pt x="1270" y="4294"/>
                  </a:cubicBezTo>
                  <a:cubicBezTo>
                    <a:pt x="1228" y="4241"/>
                    <a:pt x="1217" y="4171"/>
                    <a:pt x="1242" y="4111"/>
                  </a:cubicBezTo>
                  <a:cubicBezTo>
                    <a:pt x="1470" y="3432"/>
                    <a:pt x="1326" y="2817"/>
                    <a:pt x="1098" y="2293"/>
                  </a:cubicBezTo>
                  <a:cubicBezTo>
                    <a:pt x="1115" y="2230"/>
                    <a:pt x="1277" y="1748"/>
                    <a:pt x="2008" y="1502"/>
                  </a:cubicBezTo>
                  <a:cubicBezTo>
                    <a:pt x="2107" y="1474"/>
                    <a:pt x="2167" y="1375"/>
                    <a:pt x="2153" y="1273"/>
                  </a:cubicBezTo>
                  <a:cubicBezTo>
                    <a:pt x="2133" y="1176"/>
                    <a:pt x="2047" y="1112"/>
                    <a:pt x="1956" y="1112"/>
                  </a:cubicBezTo>
                  <a:cubicBezTo>
                    <a:pt x="1935" y="1112"/>
                    <a:pt x="1913" y="1115"/>
                    <a:pt x="1892" y="1122"/>
                  </a:cubicBezTo>
                  <a:cubicBezTo>
                    <a:pt x="1340" y="1305"/>
                    <a:pt x="1038" y="1611"/>
                    <a:pt x="880" y="1850"/>
                  </a:cubicBezTo>
                  <a:cubicBezTo>
                    <a:pt x="827" y="1755"/>
                    <a:pt x="774" y="1664"/>
                    <a:pt x="725" y="1579"/>
                  </a:cubicBezTo>
                  <a:cubicBezTo>
                    <a:pt x="560" y="1287"/>
                    <a:pt x="405" y="1010"/>
                    <a:pt x="405" y="841"/>
                  </a:cubicBezTo>
                  <a:lnTo>
                    <a:pt x="405" y="837"/>
                  </a:lnTo>
                  <a:cubicBezTo>
                    <a:pt x="405" y="742"/>
                    <a:pt x="405" y="640"/>
                    <a:pt x="468" y="563"/>
                  </a:cubicBezTo>
                  <a:cubicBezTo>
                    <a:pt x="553" y="454"/>
                    <a:pt x="757" y="398"/>
                    <a:pt x="1052" y="398"/>
                  </a:cubicBezTo>
                  <a:close/>
                  <a:moveTo>
                    <a:pt x="12607" y="401"/>
                  </a:moveTo>
                  <a:cubicBezTo>
                    <a:pt x="12906" y="401"/>
                    <a:pt x="13106" y="458"/>
                    <a:pt x="13194" y="563"/>
                  </a:cubicBezTo>
                  <a:cubicBezTo>
                    <a:pt x="13254" y="640"/>
                    <a:pt x="13254" y="746"/>
                    <a:pt x="13254" y="837"/>
                  </a:cubicBezTo>
                  <a:lnTo>
                    <a:pt x="13254" y="841"/>
                  </a:lnTo>
                  <a:cubicBezTo>
                    <a:pt x="13254" y="1010"/>
                    <a:pt x="13096" y="1287"/>
                    <a:pt x="12930" y="1579"/>
                  </a:cubicBezTo>
                  <a:cubicBezTo>
                    <a:pt x="12881" y="1667"/>
                    <a:pt x="12832" y="1755"/>
                    <a:pt x="12779" y="1850"/>
                  </a:cubicBezTo>
                  <a:cubicBezTo>
                    <a:pt x="12621" y="1611"/>
                    <a:pt x="12319" y="1309"/>
                    <a:pt x="11770" y="1122"/>
                  </a:cubicBezTo>
                  <a:cubicBezTo>
                    <a:pt x="11749" y="1115"/>
                    <a:pt x="11727" y="1112"/>
                    <a:pt x="11705" y="1112"/>
                  </a:cubicBezTo>
                  <a:cubicBezTo>
                    <a:pt x="11630" y="1112"/>
                    <a:pt x="11556" y="1153"/>
                    <a:pt x="11520" y="1224"/>
                  </a:cubicBezTo>
                  <a:cubicBezTo>
                    <a:pt x="11471" y="1333"/>
                    <a:pt x="11524" y="1463"/>
                    <a:pt x="11640" y="1502"/>
                  </a:cubicBezTo>
                  <a:cubicBezTo>
                    <a:pt x="12371" y="1745"/>
                    <a:pt x="12537" y="2223"/>
                    <a:pt x="12558" y="2297"/>
                  </a:cubicBezTo>
                  <a:cubicBezTo>
                    <a:pt x="12333" y="2817"/>
                    <a:pt x="12188" y="3432"/>
                    <a:pt x="12414" y="4111"/>
                  </a:cubicBezTo>
                  <a:cubicBezTo>
                    <a:pt x="12442" y="4171"/>
                    <a:pt x="12431" y="4241"/>
                    <a:pt x="12389" y="4294"/>
                  </a:cubicBezTo>
                  <a:cubicBezTo>
                    <a:pt x="12069" y="4720"/>
                    <a:pt x="10437" y="4853"/>
                    <a:pt x="9752" y="4892"/>
                  </a:cubicBezTo>
                  <a:cubicBezTo>
                    <a:pt x="9233" y="4922"/>
                    <a:pt x="8727" y="4930"/>
                    <a:pt x="8325" y="4930"/>
                  </a:cubicBezTo>
                  <a:cubicBezTo>
                    <a:pt x="7923" y="4930"/>
                    <a:pt x="7624" y="4922"/>
                    <a:pt x="7519" y="4920"/>
                  </a:cubicBezTo>
                  <a:cubicBezTo>
                    <a:pt x="7501" y="4874"/>
                    <a:pt x="7480" y="4829"/>
                    <a:pt x="7462" y="4786"/>
                  </a:cubicBezTo>
                  <a:cubicBezTo>
                    <a:pt x="7455" y="4758"/>
                    <a:pt x="7452" y="4727"/>
                    <a:pt x="7452" y="4695"/>
                  </a:cubicBezTo>
                  <a:cubicBezTo>
                    <a:pt x="7480" y="4530"/>
                    <a:pt x="7979" y="3447"/>
                    <a:pt x="8890" y="2402"/>
                  </a:cubicBezTo>
                  <a:cubicBezTo>
                    <a:pt x="9207" y="2040"/>
                    <a:pt x="9555" y="1706"/>
                    <a:pt x="9931" y="1407"/>
                  </a:cubicBezTo>
                  <a:cubicBezTo>
                    <a:pt x="10163" y="1375"/>
                    <a:pt x="10397" y="1360"/>
                    <a:pt x="10632" y="1360"/>
                  </a:cubicBezTo>
                  <a:cubicBezTo>
                    <a:pt x="10710" y="1360"/>
                    <a:pt x="10788" y="1361"/>
                    <a:pt x="10866" y="1365"/>
                  </a:cubicBezTo>
                  <a:cubicBezTo>
                    <a:pt x="10871" y="1365"/>
                    <a:pt x="10875" y="1365"/>
                    <a:pt x="10880" y="1365"/>
                  </a:cubicBezTo>
                  <a:cubicBezTo>
                    <a:pt x="10983" y="1365"/>
                    <a:pt x="11074" y="1290"/>
                    <a:pt x="11084" y="1182"/>
                  </a:cubicBezTo>
                  <a:cubicBezTo>
                    <a:pt x="11095" y="1069"/>
                    <a:pt x="11010" y="971"/>
                    <a:pt x="10898" y="967"/>
                  </a:cubicBezTo>
                  <a:cubicBezTo>
                    <a:pt x="10803" y="960"/>
                    <a:pt x="10705" y="960"/>
                    <a:pt x="10603" y="960"/>
                  </a:cubicBezTo>
                  <a:cubicBezTo>
                    <a:pt x="11190" y="626"/>
                    <a:pt x="11861" y="401"/>
                    <a:pt x="12607" y="401"/>
                  </a:cubicBezTo>
                  <a:close/>
                  <a:moveTo>
                    <a:pt x="6035" y="5321"/>
                  </a:moveTo>
                  <a:cubicBezTo>
                    <a:pt x="6010" y="5476"/>
                    <a:pt x="5993" y="5634"/>
                    <a:pt x="5993" y="5792"/>
                  </a:cubicBezTo>
                  <a:lnTo>
                    <a:pt x="5254" y="6661"/>
                  </a:lnTo>
                  <a:lnTo>
                    <a:pt x="3302" y="6791"/>
                  </a:lnTo>
                  <a:lnTo>
                    <a:pt x="5764" y="5328"/>
                  </a:lnTo>
                  <a:cubicBezTo>
                    <a:pt x="5873" y="5328"/>
                    <a:pt x="5964" y="5324"/>
                    <a:pt x="6035" y="5321"/>
                  </a:cubicBezTo>
                  <a:close/>
                  <a:moveTo>
                    <a:pt x="7628" y="5321"/>
                  </a:moveTo>
                  <a:cubicBezTo>
                    <a:pt x="7694" y="5324"/>
                    <a:pt x="7786" y="5324"/>
                    <a:pt x="7891" y="5328"/>
                  </a:cubicBezTo>
                  <a:lnTo>
                    <a:pt x="10353" y="6791"/>
                  </a:lnTo>
                  <a:lnTo>
                    <a:pt x="8401" y="6661"/>
                  </a:lnTo>
                  <a:lnTo>
                    <a:pt x="7670" y="5799"/>
                  </a:lnTo>
                  <a:cubicBezTo>
                    <a:pt x="7670" y="5637"/>
                    <a:pt x="7652" y="5479"/>
                    <a:pt x="7628" y="5321"/>
                  </a:cubicBezTo>
                  <a:close/>
                  <a:moveTo>
                    <a:pt x="2715" y="5184"/>
                  </a:moveTo>
                  <a:cubicBezTo>
                    <a:pt x="3056" y="5233"/>
                    <a:pt x="3447" y="5268"/>
                    <a:pt x="3883" y="5293"/>
                  </a:cubicBezTo>
                  <a:cubicBezTo>
                    <a:pt x="4269" y="5314"/>
                    <a:pt x="4646" y="5324"/>
                    <a:pt x="4980" y="5328"/>
                  </a:cubicBezTo>
                  <a:lnTo>
                    <a:pt x="2423" y="6850"/>
                  </a:lnTo>
                  <a:lnTo>
                    <a:pt x="1604" y="6903"/>
                  </a:lnTo>
                  <a:cubicBezTo>
                    <a:pt x="1692" y="6267"/>
                    <a:pt x="2068" y="5665"/>
                    <a:pt x="2715" y="5187"/>
                  </a:cubicBezTo>
                  <a:lnTo>
                    <a:pt x="2715" y="5184"/>
                  </a:lnTo>
                  <a:close/>
                  <a:moveTo>
                    <a:pt x="10944" y="5187"/>
                  </a:moveTo>
                  <a:cubicBezTo>
                    <a:pt x="11591" y="5665"/>
                    <a:pt x="11967" y="6267"/>
                    <a:pt x="12051" y="6903"/>
                  </a:cubicBezTo>
                  <a:lnTo>
                    <a:pt x="11236" y="6850"/>
                  </a:lnTo>
                  <a:lnTo>
                    <a:pt x="8676" y="5328"/>
                  </a:lnTo>
                  <a:cubicBezTo>
                    <a:pt x="9010" y="5324"/>
                    <a:pt x="9389" y="5314"/>
                    <a:pt x="9773" y="5293"/>
                  </a:cubicBezTo>
                  <a:cubicBezTo>
                    <a:pt x="10212" y="5268"/>
                    <a:pt x="10603" y="5233"/>
                    <a:pt x="10944" y="5187"/>
                  </a:cubicBezTo>
                  <a:close/>
                  <a:moveTo>
                    <a:pt x="6833" y="4674"/>
                  </a:moveTo>
                  <a:cubicBezTo>
                    <a:pt x="6914" y="4674"/>
                    <a:pt x="7023" y="4790"/>
                    <a:pt x="7104" y="4966"/>
                  </a:cubicBezTo>
                  <a:cubicBezTo>
                    <a:pt x="7213" y="5198"/>
                    <a:pt x="7272" y="5525"/>
                    <a:pt x="7272" y="5866"/>
                  </a:cubicBezTo>
                  <a:cubicBezTo>
                    <a:pt x="7272" y="6203"/>
                    <a:pt x="7213" y="6530"/>
                    <a:pt x="7104" y="6763"/>
                  </a:cubicBezTo>
                  <a:cubicBezTo>
                    <a:pt x="7023" y="6942"/>
                    <a:pt x="6914" y="7054"/>
                    <a:pt x="6833" y="7054"/>
                  </a:cubicBezTo>
                  <a:cubicBezTo>
                    <a:pt x="6749" y="7054"/>
                    <a:pt x="6643" y="6942"/>
                    <a:pt x="6559" y="6763"/>
                  </a:cubicBezTo>
                  <a:cubicBezTo>
                    <a:pt x="6453" y="6530"/>
                    <a:pt x="6390" y="6203"/>
                    <a:pt x="6390" y="5866"/>
                  </a:cubicBezTo>
                  <a:cubicBezTo>
                    <a:pt x="6390" y="5525"/>
                    <a:pt x="6453" y="5198"/>
                    <a:pt x="6559" y="4966"/>
                  </a:cubicBezTo>
                  <a:cubicBezTo>
                    <a:pt x="6643" y="4790"/>
                    <a:pt x="6749" y="4674"/>
                    <a:pt x="6833" y="4674"/>
                  </a:cubicBezTo>
                  <a:close/>
                  <a:moveTo>
                    <a:pt x="6028" y="6362"/>
                  </a:moveTo>
                  <a:cubicBezTo>
                    <a:pt x="6109" y="6854"/>
                    <a:pt x="6305" y="7227"/>
                    <a:pt x="6566" y="7378"/>
                  </a:cubicBezTo>
                  <a:cubicBezTo>
                    <a:pt x="6464" y="7645"/>
                    <a:pt x="6256" y="8141"/>
                    <a:pt x="6003" y="8637"/>
                  </a:cubicBezTo>
                  <a:cubicBezTo>
                    <a:pt x="5792" y="9055"/>
                    <a:pt x="5588" y="9386"/>
                    <a:pt x="5402" y="9628"/>
                  </a:cubicBezTo>
                  <a:cubicBezTo>
                    <a:pt x="5131" y="9980"/>
                    <a:pt x="4966" y="10043"/>
                    <a:pt x="4892" y="10047"/>
                  </a:cubicBezTo>
                  <a:cubicBezTo>
                    <a:pt x="4792" y="10055"/>
                    <a:pt x="4693" y="10060"/>
                    <a:pt x="4596" y="10060"/>
                  </a:cubicBezTo>
                  <a:cubicBezTo>
                    <a:pt x="4086" y="10060"/>
                    <a:pt x="3624" y="9942"/>
                    <a:pt x="3207" y="9706"/>
                  </a:cubicBezTo>
                  <a:lnTo>
                    <a:pt x="3492" y="9368"/>
                  </a:lnTo>
                  <a:cubicBezTo>
                    <a:pt x="3620" y="9217"/>
                    <a:pt x="3483" y="9037"/>
                    <a:pt x="3333" y="9037"/>
                  </a:cubicBezTo>
                  <a:cubicBezTo>
                    <a:pt x="3281" y="9037"/>
                    <a:pt x="3227" y="9059"/>
                    <a:pt x="3183" y="9112"/>
                  </a:cubicBezTo>
                  <a:lnTo>
                    <a:pt x="2870" y="9484"/>
                  </a:lnTo>
                  <a:cubicBezTo>
                    <a:pt x="2564" y="9242"/>
                    <a:pt x="2297" y="8957"/>
                    <a:pt x="2075" y="8637"/>
                  </a:cubicBezTo>
                  <a:cubicBezTo>
                    <a:pt x="1769" y="8201"/>
                    <a:pt x="1607" y="7751"/>
                    <a:pt x="1586" y="7304"/>
                  </a:cubicBezTo>
                  <a:lnTo>
                    <a:pt x="4895" y="7086"/>
                  </a:lnTo>
                  <a:lnTo>
                    <a:pt x="4895" y="7086"/>
                  </a:lnTo>
                  <a:lnTo>
                    <a:pt x="3738" y="8454"/>
                  </a:lnTo>
                  <a:cubicBezTo>
                    <a:pt x="3606" y="8605"/>
                    <a:pt x="3744" y="8790"/>
                    <a:pt x="3893" y="8790"/>
                  </a:cubicBezTo>
                  <a:cubicBezTo>
                    <a:pt x="3946" y="8790"/>
                    <a:pt x="4000" y="8767"/>
                    <a:pt x="4044" y="8711"/>
                  </a:cubicBezTo>
                  <a:lnTo>
                    <a:pt x="6028" y="6362"/>
                  </a:lnTo>
                  <a:close/>
                  <a:moveTo>
                    <a:pt x="7631" y="6372"/>
                  </a:moveTo>
                  <a:lnTo>
                    <a:pt x="9607" y="8714"/>
                  </a:lnTo>
                  <a:cubicBezTo>
                    <a:pt x="9651" y="8763"/>
                    <a:pt x="9703" y="8784"/>
                    <a:pt x="9753" y="8784"/>
                  </a:cubicBezTo>
                  <a:cubicBezTo>
                    <a:pt x="9900" y="8784"/>
                    <a:pt x="10034" y="8607"/>
                    <a:pt x="9913" y="8457"/>
                  </a:cubicBezTo>
                  <a:lnTo>
                    <a:pt x="8760" y="7090"/>
                  </a:lnTo>
                  <a:lnTo>
                    <a:pt x="12069" y="7308"/>
                  </a:lnTo>
                  <a:cubicBezTo>
                    <a:pt x="12044" y="7751"/>
                    <a:pt x="11883" y="8204"/>
                    <a:pt x="11580" y="8637"/>
                  </a:cubicBezTo>
                  <a:cubicBezTo>
                    <a:pt x="11359" y="8957"/>
                    <a:pt x="11091" y="9245"/>
                    <a:pt x="10782" y="9484"/>
                  </a:cubicBezTo>
                  <a:lnTo>
                    <a:pt x="10469" y="9112"/>
                  </a:lnTo>
                  <a:cubicBezTo>
                    <a:pt x="10424" y="9059"/>
                    <a:pt x="10371" y="9037"/>
                    <a:pt x="10319" y="9037"/>
                  </a:cubicBezTo>
                  <a:cubicBezTo>
                    <a:pt x="10171" y="9037"/>
                    <a:pt x="10035" y="9218"/>
                    <a:pt x="10163" y="9372"/>
                  </a:cubicBezTo>
                  <a:lnTo>
                    <a:pt x="10448" y="9706"/>
                  </a:lnTo>
                  <a:cubicBezTo>
                    <a:pt x="10028" y="9945"/>
                    <a:pt x="9568" y="10063"/>
                    <a:pt x="9058" y="10063"/>
                  </a:cubicBezTo>
                  <a:cubicBezTo>
                    <a:pt x="8962" y="10063"/>
                    <a:pt x="8864" y="10059"/>
                    <a:pt x="8763" y="10050"/>
                  </a:cubicBezTo>
                  <a:cubicBezTo>
                    <a:pt x="8690" y="10043"/>
                    <a:pt x="8524" y="9980"/>
                    <a:pt x="8250" y="9628"/>
                  </a:cubicBezTo>
                  <a:cubicBezTo>
                    <a:pt x="8064" y="9389"/>
                    <a:pt x="7863" y="9055"/>
                    <a:pt x="7649" y="8637"/>
                  </a:cubicBezTo>
                  <a:cubicBezTo>
                    <a:pt x="7399" y="8145"/>
                    <a:pt x="7192" y="7649"/>
                    <a:pt x="7086" y="7385"/>
                  </a:cubicBezTo>
                  <a:cubicBezTo>
                    <a:pt x="7350" y="7237"/>
                    <a:pt x="7547" y="6861"/>
                    <a:pt x="7631" y="6372"/>
                  </a:cubicBezTo>
                  <a:close/>
                  <a:moveTo>
                    <a:pt x="1052" y="0"/>
                  </a:moveTo>
                  <a:cubicBezTo>
                    <a:pt x="616" y="0"/>
                    <a:pt x="320" y="102"/>
                    <a:pt x="152" y="313"/>
                  </a:cubicBezTo>
                  <a:cubicBezTo>
                    <a:pt x="0" y="500"/>
                    <a:pt x="0" y="718"/>
                    <a:pt x="0" y="837"/>
                  </a:cubicBezTo>
                  <a:lnTo>
                    <a:pt x="0" y="841"/>
                  </a:lnTo>
                  <a:cubicBezTo>
                    <a:pt x="0" y="1115"/>
                    <a:pt x="176" y="1421"/>
                    <a:pt x="377" y="1776"/>
                  </a:cubicBezTo>
                  <a:cubicBezTo>
                    <a:pt x="718" y="2381"/>
                    <a:pt x="1143" y="3130"/>
                    <a:pt x="858" y="3985"/>
                  </a:cubicBezTo>
                  <a:cubicBezTo>
                    <a:pt x="792" y="4171"/>
                    <a:pt x="827" y="4378"/>
                    <a:pt x="946" y="4533"/>
                  </a:cubicBezTo>
                  <a:cubicBezTo>
                    <a:pt x="1133" y="4779"/>
                    <a:pt x="1541" y="4966"/>
                    <a:pt x="2188" y="5099"/>
                  </a:cubicBezTo>
                  <a:cubicBezTo>
                    <a:pt x="1041" y="6130"/>
                    <a:pt x="851" y="7596"/>
                    <a:pt x="1748" y="8865"/>
                  </a:cubicBezTo>
                  <a:cubicBezTo>
                    <a:pt x="2216" y="9534"/>
                    <a:pt x="2771" y="9994"/>
                    <a:pt x="3394" y="10244"/>
                  </a:cubicBezTo>
                  <a:cubicBezTo>
                    <a:pt x="3765" y="10388"/>
                    <a:pt x="4156" y="10462"/>
                    <a:pt x="4555" y="10462"/>
                  </a:cubicBezTo>
                  <a:cubicBezTo>
                    <a:pt x="4564" y="10462"/>
                    <a:pt x="4573" y="10462"/>
                    <a:pt x="4582" y="10462"/>
                  </a:cubicBezTo>
                  <a:cubicBezTo>
                    <a:pt x="4691" y="10462"/>
                    <a:pt x="4807" y="10458"/>
                    <a:pt x="4924" y="10448"/>
                  </a:cubicBezTo>
                  <a:cubicBezTo>
                    <a:pt x="5177" y="10427"/>
                    <a:pt x="5437" y="10237"/>
                    <a:pt x="5718" y="9875"/>
                  </a:cubicBezTo>
                  <a:cubicBezTo>
                    <a:pt x="5919" y="9611"/>
                    <a:pt x="6137" y="9259"/>
                    <a:pt x="6362" y="8816"/>
                  </a:cubicBezTo>
                  <a:cubicBezTo>
                    <a:pt x="6460" y="8623"/>
                    <a:pt x="6548" y="8433"/>
                    <a:pt x="6629" y="8254"/>
                  </a:cubicBezTo>
                  <a:lnTo>
                    <a:pt x="6629" y="8967"/>
                  </a:lnTo>
                  <a:cubicBezTo>
                    <a:pt x="6629" y="9099"/>
                    <a:pt x="6729" y="9165"/>
                    <a:pt x="6829" y="9165"/>
                  </a:cubicBezTo>
                  <a:cubicBezTo>
                    <a:pt x="6930" y="9165"/>
                    <a:pt x="7030" y="9099"/>
                    <a:pt x="7030" y="8967"/>
                  </a:cubicBezTo>
                  <a:lnTo>
                    <a:pt x="7030" y="8268"/>
                  </a:lnTo>
                  <a:cubicBezTo>
                    <a:pt x="7111" y="8443"/>
                    <a:pt x="7199" y="8630"/>
                    <a:pt x="7294" y="8816"/>
                  </a:cubicBezTo>
                  <a:cubicBezTo>
                    <a:pt x="7519" y="9256"/>
                    <a:pt x="7733" y="9611"/>
                    <a:pt x="7937" y="9875"/>
                  </a:cubicBezTo>
                  <a:cubicBezTo>
                    <a:pt x="8218" y="10237"/>
                    <a:pt x="8479" y="10427"/>
                    <a:pt x="8732" y="10448"/>
                  </a:cubicBezTo>
                  <a:cubicBezTo>
                    <a:pt x="8848" y="10458"/>
                    <a:pt x="8964" y="10462"/>
                    <a:pt x="9073" y="10462"/>
                  </a:cubicBezTo>
                  <a:cubicBezTo>
                    <a:pt x="9082" y="10462"/>
                    <a:pt x="9091" y="10462"/>
                    <a:pt x="9100" y="10462"/>
                  </a:cubicBezTo>
                  <a:cubicBezTo>
                    <a:pt x="9496" y="10462"/>
                    <a:pt x="9890" y="10388"/>
                    <a:pt x="10258" y="10244"/>
                  </a:cubicBezTo>
                  <a:cubicBezTo>
                    <a:pt x="10884" y="9994"/>
                    <a:pt x="11436" y="9534"/>
                    <a:pt x="11907" y="8865"/>
                  </a:cubicBezTo>
                  <a:cubicBezTo>
                    <a:pt x="12800" y="7599"/>
                    <a:pt x="12614" y="6130"/>
                    <a:pt x="11468" y="5099"/>
                  </a:cubicBezTo>
                  <a:cubicBezTo>
                    <a:pt x="12111" y="4966"/>
                    <a:pt x="12523" y="4779"/>
                    <a:pt x="12705" y="4537"/>
                  </a:cubicBezTo>
                  <a:cubicBezTo>
                    <a:pt x="12828" y="4378"/>
                    <a:pt x="12860" y="4171"/>
                    <a:pt x="12793" y="3985"/>
                  </a:cubicBezTo>
                  <a:cubicBezTo>
                    <a:pt x="12508" y="3134"/>
                    <a:pt x="12937" y="2381"/>
                    <a:pt x="13279" y="1776"/>
                  </a:cubicBezTo>
                  <a:cubicBezTo>
                    <a:pt x="13479" y="1425"/>
                    <a:pt x="13651" y="1115"/>
                    <a:pt x="13651" y="841"/>
                  </a:cubicBezTo>
                  <a:lnTo>
                    <a:pt x="13651" y="837"/>
                  </a:lnTo>
                  <a:cubicBezTo>
                    <a:pt x="13651" y="718"/>
                    <a:pt x="13651" y="500"/>
                    <a:pt x="13504" y="313"/>
                  </a:cubicBezTo>
                  <a:cubicBezTo>
                    <a:pt x="13335" y="102"/>
                    <a:pt x="13039" y="0"/>
                    <a:pt x="12603" y="0"/>
                  </a:cubicBezTo>
                  <a:cubicBezTo>
                    <a:pt x="10803" y="0"/>
                    <a:pt x="9400" y="1193"/>
                    <a:pt x="8545" y="2195"/>
                  </a:cubicBezTo>
                  <a:cubicBezTo>
                    <a:pt x="8131" y="2676"/>
                    <a:pt x="7765" y="3200"/>
                    <a:pt x="7452" y="3756"/>
                  </a:cubicBezTo>
                  <a:lnTo>
                    <a:pt x="7413" y="3826"/>
                  </a:lnTo>
                  <a:cubicBezTo>
                    <a:pt x="7378" y="3735"/>
                    <a:pt x="7325" y="3654"/>
                    <a:pt x="7255" y="3591"/>
                  </a:cubicBezTo>
                  <a:cubicBezTo>
                    <a:pt x="7304" y="3401"/>
                    <a:pt x="7441" y="2902"/>
                    <a:pt x="7624" y="2406"/>
                  </a:cubicBezTo>
                  <a:cubicBezTo>
                    <a:pt x="8032" y="1291"/>
                    <a:pt x="8268" y="1263"/>
                    <a:pt x="8268" y="1263"/>
                  </a:cubicBezTo>
                  <a:cubicBezTo>
                    <a:pt x="8271" y="1263"/>
                    <a:pt x="8306" y="1273"/>
                    <a:pt x="8363" y="1372"/>
                  </a:cubicBezTo>
                  <a:cubicBezTo>
                    <a:pt x="8404" y="1448"/>
                    <a:pt x="8468" y="1479"/>
                    <a:pt x="8532" y="1479"/>
                  </a:cubicBezTo>
                  <a:cubicBezTo>
                    <a:pt x="8672" y="1479"/>
                    <a:pt x="8811" y="1328"/>
                    <a:pt x="8707" y="1168"/>
                  </a:cubicBezTo>
                  <a:cubicBezTo>
                    <a:pt x="8561" y="921"/>
                    <a:pt x="8396" y="862"/>
                    <a:pt x="8268" y="862"/>
                  </a:cubicBezTo>
                  <a:cubicBezTo>
                    <a:pt x="8248" y="862"/>
                    <a:pt x="8229" y="863"/>
                    <a:pt x="8211" y="865"/>
                  </a:cubicBezTo>
                  <a:cubicBezTo>
                    <a:pt x="7786" y="929"/>
                    <a:pt x="7466" y="1667"/>
                    <a:pt x="7234" y="2304"/>
                  </a:cubicBezTo>
                  <a:cubicBezTo>
                    <a:pt x="7069" y="2757"/>
                    <a:pt x="6945" y="3200"/>
                    <a:pt x="6882" y="3422"/>
                  </a:cubicBezTo>
                  <a:lnTo>
                    <a:pt x="6766" y="3422"/>
                  </a:lnTo>
                  <a:cubicBezTo>
                    <a:pt x="6706" y="3200"/>
                    <a:pt x="6580" y="2757"/>
                    <a:pt x="6414" y="2304"/>
                  </a:cubicBezTo>
                  <a:cubicBezTo>
                    <a:pt x="6182" y="1667"/>
                    <a:pt x="5862" y="929"/>
                    <a:pt x="5437" y="865"/>
                  </a:cubicBezTo>
                  <a:cubicBezTo>
                    <a:pt x="5419" y="863"/>
                    <a:pt x="5400" y="862"/>
                    <a:pt x="5380" y="862"/>
                  </a:cubicBezTo>
                  <a:cubicBezTo>
                    <a:pt x="5252" y="862"/>
                    <a:pt x="5087" y="921"/>
                    <a:pt x="4941" y="1168"/>
                  </a:cubicBezTo>
                  <a:cubicBezTo>
                    <a:pt x="4837" y="1328"/>
                    <a:pt x="4976" y="1479"/>
                    <a:pt x="5115" y="1479"/>
                  </a:cubicBezTo>
                  <a:cubicBezTo>
                    <a:pt x="5178" y="1479"/>
                    <a:pt x="5242" y="1448"/>
                    <a:pt x="5282" y="1372"/>
                  </a:cubicBezTo>
                  <a:cubicBezTo>
                    <a:pt x="5342" y="1273"/>
                    <a:pt x="5377" y="1263"/>
                    <a:pt x="5381" y="1263"/>
                  </a:cubicBezTo>
                  <a:cubicBezTo>
                    <a:pt x="5381" y="1263"/>
                    <a:pt x="5616" y="1291"/>
                    <a:pt x="6024" y="2406"/>
                  </a:cubicBezTo>
                  <a:cubicBezTo>
                    <a:pt x="6207" y="2898"/>
                    <a:pt x="6344" y="3401"/>
                    <a:pt x="6393" y="3591"/>
                  </a:cubicBezTo>
                  <a:cubicBezTo>
                    <a:pt x="6327" y="3654"/>
                    <a:pt x="6274" y="3735"/>
                    <a:pt x="6239" y="3819"/>
                  </a:cubicBezTo>
                  <a:lnTo>
                    <a:pt x="6203" y="3756"/>
                  </a:lnTo>
                  <a:cubicBezTo>
                    <a:pt x="5891" y="3200"/>
                    <a:pt x="5525" y="2680"/>
                    <a:pt x="5110" y="2195"/>
                  </a:cubicBezTo>
                  <a:cubicBezTo>
                    <a:pt x="4252" y="1193"/>
                    <a:pt x="2852"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2" name="Google Shape;16132;p84"/>
          <p:cNvGrpSpPr/>
          <p:nvPr/>
        </p:nvGrpSpPr>
        <p:grpSpPr>
          <a:xfrm>
            <a:off x="1944035" y="2896128"/>
            <a:ext cx="362650" cy="357748"/>
            <a:chOff x="1944035" y="2896128"/>
            <a:chExt cx="362650" cy="357748"/>
          </a:xfrm>
        </p:grpSpPr>
        <p:sp>
          <p:nvSpPr>
            <p:cNvPr id="16133" name="Google Shape;16133;p84"/>
            <p:cNvSpPr/>
            <p:nvPr/>
          </p:nvSpPr>
          <p:spPr>
            <a:xfrm>
              <a:off x="2002149" y="2990965"/>
              <a:ext cx="246502" cy="257669"/>
            </a:xfrm>
            <a:custGeom>
              <a:rect b="b" l="l" r="r" t="t"/>
              <a:pathLst>
                <a:path extrusionOk="0" h="9830" w="9404">
                  <a:moveTo>
                    <a:pt x="1490" y="1"/>
                  </a:moveTo>
                  <a:cubicBezTo>
                    <a:pt x="1173" y="1"/>
                    <a:pt x="882" y="183"/>
                    <a:pt x="736" y="469"/>
                  </a:cubicBezTo>
                  <a:cubicBezTo>
                    <a:pt x="271" y="1411"/>
                    <a:pt x="1" y="2533"/>
                    <a:pt x="1" y="3739"/>
                  </a:cubicBezTo>
                  <a:cubicBezTo>
                    <a:pt x="1" y="7104"/>
                    <a:pt x="2103" y="9829"/>
                    <a:pt x="4702" y="9829"/>
                  </a:cubicBezTo>
                  <a:cubicBezTo>
                    <a:pt x="7297" y="9829"/>
                    <a:pt x="9404" y="7104"/>
                    <a:pt x="9404" y="3739"/>
                  </a:cubicBezTo>
                  <a:cubicBezTo>
                    <a:pt x="9400" y="2536"/>
                    <a:pt x="9129" y="1415"/>
                    <a:pt x="8665" y="469"/>
                  </a:cubicBezTo>
                  <a:cubicBezTo>
                    <a:pt x="8519" y="183"/>
                    <a:pt x="8228" y="1"/>
                    <a:pt x="7911" y="1"/>
                  </a:cubicBezTo>
                  <a:cubicBezTo>
                    <a:pt x="7908" y="1"/>
                    <a:pt x="7905" y="1"/>
                    <a:pt x="7902" y="1"/>
                  </a:cubicBezTo>
                  <a:lnTo>
                    <a:pt x="1499" y="1"/>
                  </a:lnTo>
                  <a:cubicBezTo>
                    <a:pt x="1496" y="1"/>
                    <a:pt x="1493" y="1"/>
                    <a:pt x="149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84"/>
            <p:cNvSpPr/>
            <p:nvPr/>
          </p:nvSpPr>
          <p:spPr>
            <a:xfrm>
              <a:off x="2002149" y="2990965"/>
              <a:ext cx="125768" cy="257669"/>
            </a:xfrm>
            <a:custGeom>
              <a:rect b="b" l="l" r="r" t="t"/>
              <a:pathLst>
                <a:path extrusionOk="0" h="9830" w="4798">
                  <a:moveTo>
                    <a:pt x="1490" y="1"/>
                  </a:moveTo>
                  <a:cubicBezTo>
                    <a:pt x="1173" y="1"/>
                    <a:pt x="882" y="183"/>
                    <a:pt x="736" y="469"/>
                  </a:cubicBezTo>
                  <a:cubicBezTo>
                    <a:pt x="275" y="1407"/>
                    <a:pt x="4" y="2522"/>
                    <a:pt x="1" y="3721"/>
                  </a:cubicBezTo>
                  <a:cubicBezTo>
                    <a:pt x="1" y="3915"/>
                    <a:pt x="8" y="4108"/>
                    <a:pt x="22" y="4298"/>
                  </a:cubicBezTo>
                  <a:cubicBezTo>
                    <a:pt x="22" y="4316"/>
                    <a:pt x="22" y="4330"/>
                    <a:pt x="22" y="4347"/>
                  </a:cubicBezTo>
                  <a:cubicBezTo>
                    <a:pt x="25" y="4361"/>
                    <a:pt x="25" y="4386"/>
                    <a:pt x="29" y="4403"/>
                  </a:cubicBezTo>
                  <a:cubicBezTo>
                    <a:pt x="285" y="7456"/>
                    <a:pt x="2279" y="9829"/>
                    <a:pt x="4702" y="9829"/>
                  </a:cubicBezTo>
                  <a:cubicBezTo>
                    <a:pt x="4734" y="9829"/>
                    <a:pt x="4765" y="9826"/>
                    <a:pt x="4797" y="9826"/>
                  </a:cubicBezTo>
                  <a:cubicBezTo>
                    <a:pt x="3179" y="9101"/>
                    <a:pt x="1991" y="6629"/>
                    <a:pt x="1991" y="3690"/>
                  </a:cubicBezTo>
                  <a:cubicBezTo>
                    <a:pt x="1991" y="2431"/>
                    <a:pt x="2212" y="1260"/>
                    <a:pt x="2585" y="272"/>
                  </a:cubicBezTo>
                  <a:cubicBezTo>
                    <a:pt x="2620" y="173"/>
                    <a:pt x="2677" y="82"/>
                    <a:pt x="2750" y="1"/>
                  </a:cubicBezTo>
                  <a:lnTo>
                    <a:pt x="1499" y="1"/>
                  </a:lnTo>
                  <a:cubicBezTo>
                    <a:pt x="1496" y="1"/>
                    <a:pt x="1493" y="1"/>
                    <a:pt x="1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84"/>
            <p:cNvSpPr/>
            <p:nvPr/>
          </p:nvSpPr>
          <p:spPr>
            <a:xfrm>
              <a:off x="2041336" y="2923782"/>
              <a:ext cx="168048" cy="89621"/>
            </a:xfrm>
            <a:custGeom>
              <a:rect b="b" l="l" r="r" t="t"/>
              <a:pathLst>
                <a:path extrusionOk="0" h="3419" w="6411">
                  <a:moveTo>
                    <a:pt x="3207" y="0"/>
                  </a:moveTo>
                  <a:cubicBezTo>
                    <a:pt x="1435" y="0"/>
                    <a:pt x="0" y="1003"/>
                    <a:pt x="0" y="2240"/>
                  </a:cubicBezTo>
                  <a:cubicBezTo>
                    <a:pt x="0" y="3204"/>
                    <a:pt x="1435" y="3418"/>
                    <a:pt x="3207" y="3418"/>
                  </a:cubicBezTo>
                  <a:cubicBezTo>
                    <a:pt x="4976" y="3418"/>
                    <a:pt x="6411" y="3204"/>
                    <a:pt x="6411" y="2240"/>
                  </a:cubicBezTo>
                  <a:cubicBezTo>
                    <a:pt x="6411" y="1003"/>
                    <a:pt x="4976" y="0"/>
                    <a:pt x="32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84"/>
            <p:cNvSpPr/>
            <p:nvPr/>
          </p:nvSpPr>
          <p:spPr>
            <a:xfrm>
              <a:off x="2041231" y="2923782"/>
              <a:ext cx="96803" cy="88887"/>
            </a:xfrm>
            <a:custGeom>
              <a:rect b="b" l="l" r="r" t="t"/>
              <a:pathLst>
                <a:path extrusionOk="0" h="3391" w="3693">
                  <a:moveTo>
                    <a:pt x="3208" y="0"/>
                  </a:moveTo>
                  <a:cubicBezTo>
                    <a:pt x="1439" y="0"/>
                    <a:pt x="1" y="1006"/>
                    <a:pt x="1" y="2244"/>
                  </a:cubicBezTo>
                  <a:cubicBezTo>
                    <a:pt x="1" y="3025"/>
                    <a:pt x="950" y="3309"/>
                    <a:pt x="2255" y="3390"/>
                  </a:cubicBezTo>
                  <a:cubicBezTo>
                    <a:pt x="1790" y="3207"/>
                    <a:pt x="1499" y="2894"/>
                    <a:pt x="1499" y="2385"/>
                  </a:cubicBezTo>
                  <a:cubicBezTo>
                    <a:pt x="1499" y="1185"/>
                    <a:pt x="2452" y="197"/>
                    <a:pt x="3693" y="29"/>
                  </a:cubicBezTo>
                  <a:cubicBezTo>
                    <a:pt x="3531" y="11"/>
                    <a:pt x="3369" y="0"/>
                    <a:pt x="320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84"/>
            <p:cNvSpPr/>
            <p:nvPr/>
          </p:nvSpPr>
          <p:spPr>
            <a:xfrm>
              <a:off x="2146579" y="2928946"/>
              <a:ext cx="45662" cy="34024"/>
            </a:xfrm>
            <a:custGeom>
              <a:rect b="b" l="l" r="r" t="t"/>
              <a:pathLst>
                <a:path extrusionOk="0" h="1298" w="1742">
                  <a:moveTo>
                    <a:pt x="504" y="0"/>
                  </a:moveTo>
                  <a:lnTo>
                    <a:pt x="504" y="0"/>
                  </a:lnTo>
                  <a:cubicBezTo>
                    <a:pt x="1" y="461"/>
                    <a:pt x="328" y="1298"/>
                    <a:pt x="1007" y="1298"/>
                  </a:cubicBezTo>
                  <a:cubicBezTo>
                    <a:pt x="1365" y="1298"/>
                    <a:pt x="1675" y="1045"/>
                    <a:pt x="1742" y="690"/>
                  </a:cubicBezTo>
                  <a:cubicBezTo>
                    <a:pt x="1383" y="373"/>
                    <a:pt x="961" y="137"/>
                    <a:pt x="50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84"/>
            <p:cNvSpPr/>
            <p:nvPr/>
          </p:nvSpPr>
          <p:spPr>
            <a:xfrm>
              <a:off x="2058479" y="2928946"/>
              <a:ext cx="45636" cy="34024"/>
            </a:xfrm>
            <a:custGeom>
              <a:rect b="b" l="l" r="r" t="t"/>
              <a:pathLst>
                <a:path extrusionOk="0" h="1298" w="1741">
                  <a:moveTo>
                    <a:pt x="1238" y="0"/>
                  </a:moveTo>
                  <a:lnTo>
                    <a:pt x="1238" y="0"/>
                  </a:lnTo>
                  <a:cubicBezTo>
                    <a:pt x="781" y="137"/>
                    <a:pt x="359" y="373"/>
                    <a:pt x="0" y="690"/>
                  </a:cubicBezTo>
                  <a:cubicBezTo>
                    <a:pt x="67" y="1045"/>
                    <a:pt x="376" y="1298"/>
                    <a:pt x="735" y="1298"/>
                  </a:cubicBezTo>
                  <a:cubicBezTo>
                    <a:pt x="1414" y="1298"/>
                    <a:pt x="1741" y="461"/>
                    <a:pt x="1238"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84"/>
            <p:cNvSpPr/>
            <p:nvPr/>
          </p:nvSpPr>
          <p:spPr>
            <a:xfrm>
              <a:off x="2058112" y="3102971"/>
              <a:ext cx="39293" cy="39293"/>
            </a:xfrm>
            <a:custGeom>
              <a:rect b="b" l="l" r="r" t="t"/>
              <a:pathLst>
                <a:path extrusionOk="0" h="1499" w="1499">
                  <a:moveTo>
                    <a:pt x="749" y="0"/>
                  </a:moveTo>
                  <a:cubicBezTo>
                    <a:pt x="338" y="0"/>
                    <a:pt x="0" y="338"/>
                    <a:pt x="0" y="749"/>
                  </a:cubicBezTo>
                  <a:cubicBezTo>
                    <a:pt x="0" y="1161"/>
                    <a:pt x="338" y="1498"/>
                    <a:pt x="749" y="1498"/>
                  </a:cubicBezTo>
                  <a:cubicBezTo>
                    <a:pt x="1161" y="1498"/>
                    <a:pt x="1498" y="1161"/>
                    <a:pt x="1498" y="749"/>
                  </a:cubicBezTo>
                  <a:cubicBezTo>
                    <a:pt x="1498" y="338"/>
                    <a:pt x="1161" y="0"/>
                    <a:pt x="74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84"/>
            <p:cNvSpPr/>
            <p:nvPr/>
          </p:nvSpPr>
          <p:spPr>
            <a:xfrm>
              <a:off x="2036434" y="3187034"/>
              <a:ext cx="37536" cy="33395"/>
            </a:xfrm>
            <a:custGeom>
              <a:rect b="b" l="l" r="r" t="t"/>
              <a:pathLst>
                <a:path extrusionOk="0" h="1274" w="1432">
                  <a:moveTo>
                    <a:pt x="621" y="0"/>
                  </a:moveTo>
                  <a:cubicBezTo>
                    <a:pt x="349" y="0"/>
                    <a:pt x="81" y="174"/>
                    <a:pt x="1" y="475"/>
                  </a:cubicBezTo>
                  <a:cubicBezTo>
                    <a:pt x="212" y="763"/>
                    <a:pt x="454" y="1031"/>
                    <a:pt x="722" y="1273"/>
                  </a:cubicBezTo>
                  <a:cubicBezTo>
                    <a:pt x="1221" y="1189"/>
                    <a:pt x="1432" y="588"/>
                    <a:pt x="1091" y="211"/>
                  </a:cubicBezTo>
                  <a:cubicBezTo>
                    <a:pt x="962" y="67"/>
                    <a:pt x="790" y="0"/>
                    <a:pt x="62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84"/>
            <p:cNvSpPr/>
            <p:nvPr/>
          </p:nvSpPr>
          <p:spPr>
            <a:xfrm>
              <a:off x="2007784" y="3047007"/>
              <a:ext cx="27943" cy="27969"/>
            </a:xfrm>
            <a:custGeom>
              <a:rect b="b" l="l" r="r" t="t"/>
              <a:pathLst>
                <a:path extrusionOk="0" h="1067" w="1066">
                  <a:moveTo>
                    <a:pt x="531" y="1"/>
                  </a:moveTo>
                  <a:cubicBezTo>
                    <a:pt x="236" y="1"/>
                    <a:pt x="0" y="240"/>
                    <a:pt x="0" y="532"/>
                  </a:cubicBezTo>
                  <a:cubicBezTo>
                    <a:pt x="0" y="827"/>
                    <a:pt x="236" y="1066"/>
                    <a:pt x="531" y="1066"/>
                  </a:cubicBezTo>
                  <a:cubicBezTo>
                    <a:pt x="826" y="1066"/>
                    <a:pt x="1066" y="827"/>
                    <a:pt x="1066" y="532"/>
                  </a:cubicBez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84"/>
            <p:cNvSpPr/>
            <p:nvPr/>
          </p:nvSpPr>
          <p:spPr>
            <a:xfrm>
              <a:off x="2153316" y="3102971"/>
              <a:ext cx="39293" cy="39293"/>
            </a:xfrm>
            <a:custGeom>
              <a:rect b="b" l="l" r="r" t="t"/>
              <a:pathLst>
                <a:path extrusionOk="0" h="1499" w="1499">
                  <a:moveTo>
                    <a:pt x="750" y="0"/>
                  </a:moveTo>
                  <a:cubicBezTo>
                    <a:pt x="338" y="0"/>
                    <a:pt x="1" y="338"/>
                    <a:pt x="1" y="749"/>
                  </a:cubicBezTo>
                  <a:cubicBezTo>
                    <a:pt x="1" y="1161"/>
                    <a:pt x="338" y="1498"/>
                    <a:pt x="750" y="1498"/>
                  </a:cubicBezTo>
                  <a:cubicBezTo>
                    <a:pt x="1165" y="1498"/>
                    <a:pt x="1499" y="1161"/>
                    <a:pt x="1499" y="749"/>
                  </a:cubicBezTo>
                  <a:cubicBezTo>
                    <a:pt x="1499" y="338"/>
                    <a:pt x="1165" y="0"/>
                    <a:pt x="7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84"/>
            <p:cNvSpPr/>
            <p:nvPr/>
          </p:nvSpPr>
          <p:spPr>
            <a:xfrm>
              <a:off x="2176724" y="3187034"/>
              <a:ext cx="37641" cy="33395"/>
            </a:xfrm>
            <a:custGeom>
              <a:rect b="b" l="l" r="r" t="t"/>
              <a:pathLst>
                <a:path extrusionOk="0" h="1274" w="1436">
                  <a:moveTo>
                    <a:pt x="813" y="0"/>
                  </a:moveTo>
                  <a:cubicBezTo>
                    <a:pt x="644" y="0"/>
                    <a:pt x="473" y="67"/>
                    <a:pt x="342" y="211"/>
                  </a:cubicBezTo>
                  <a:cubicBezTo>
                    <a:pt x="1" y="588"/>
                    <a:pt x="212" y="1189"/>
                    <a:pt x="711" y="1273"/>
                  </a:cubicBezTo>
                  <a:cubicBezTo>
                    <a:pt x="978" y="1031"/>
                    <a:pt x="1221" y="763"/>
                    <a:pt x="1435" y="475"/>
                  </a:cubicBezTo>
                  <a:cubicBezTo>
                    <a:pt x="1353" y="174"/>
                    <a:pt x="1086" y="0"/>
                    <a:pt x="81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84"/>
            <p:cNvSpPr/>
            <p:nvPr/>
          </p:nvSpPr>
          <p:spPr>
            <a:xfrm>
              <a:off x="2214994" y="3047007"/>
              <a:ext cx="28047" cy="27969"/>
            </a:xfrm>
            <a:custGeom>
              <a:rect b="b" l="l" r="r" t="t"/>
              <a:pathLst>
                <a:path extrusionOk="0" h="1067" w="1070">
                  <a:moveTo>
                    <a:pt x="535" y="1"/>
                  </a:moveTo>
                  <a:cubicBezTo>
                    <a:pt x="239" y="1"/>
                    <a:pt x="0" y="240"/>
                    <a:pt x="0" y="532"/>
                  </a:cubicBezTo>
                  <a:cubicBezTo>
                    <a:pt x="0" y="827"/>
                    <a:pt x="239" y="1066"/>
                    <a:pt x="535" y="1066"/>
                  </a:cubicBezTo>
                  <a:cubicBezTo>
                    <a:pt x="830" y="1066"/>
                    <a:pt x="1069" y="827"/>
                    <a:pt x="1069" y="532"/>
                  </a:cubicBezTo>
                  <a:cubicBezTo>
                    <a:pt x="1069" y="240"/>
                    <a:pt x="830" y="1"/>
                    <a:pt x="53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84"/>
            <p:cNvSpPr/>
            <p:nvPr/>
          </p:nvSpPr>
          <p:spPr>
            <a:xfrm>
              <a:off x="1944035" y="2896128"/>
              <a:ext cx="362650" cy="357748"/>
            </a:xfrm>
            <a:custGeom>
              <a:rect b="b" l="l" r="r" t="t"/>
              <a:pathLst>
                <a:path extrusionOk="0" h="13648" w="13835">
                  <a:moveTo>
                    <a:pt x="5548" y="1481"/>
                  </a:moveTo>
                  <a:cubicBezTo>
                    <a:pt x="5615" y="1576"/>
                    <a:pt x="5650" y="1688"/>
                    <a:pt x="5650" y="1801"/>
                  </a:cubicBezTo>
                  <a:lnTo>
                    <a:pt x="5650" y="1804"/>
                  </a:lnTo>
                  <a:cubicBezTo>
                    <a:pt x="5646" y="2065"/>
                    <a:pt x="5463" y="2290"/>
                    <a:pt x="5207" y="2339"/>
                  </a:cubicBezTo>
                  <a:cubicBezTo>
                    <a:pt x="5172" y="2346"/>
                    <a:pt x="5138" y="2349"/>
                    <a:pt x="5104" y="2349"/>
                  </a:cubicBezTo>
                  <a:cubicBezTo>
                    <a:pt x="4884" y="2349"/>
                    <a:pt x="4680" y="2215"/>
                    <a:pt x="4595" y="2008"/>
                  </a:cubicBezTo>
                  <a:cubicBezTo>
                    <a:pt x="4880" y="1776"/>
                    <a:pt x="5200" y="1600"/>
                    <a:pt x="5548" y="1481"/>
                  </a:cubicBezTo>
                  <a:close/>
                  <a:moveTo>
                    <a:pt x="8291" y="1484"/>
                  </a:moveTo>
                  <a:cubicBezTo>
                    <a:pt x="8635" y="1600"/>
                    <a:pt x="8959" y="1776"/>
                    <a:pt x="9243" y="2008"/>
                  </a:cubicBezTo>
                  <a:cubicBezTo>
                    <a:pt x="9157" y="2224"/>
                    <a:pt x="8951" y="2353"/>
                    <a:pt x="8736" y="2353"/>
                  </a:cubicBezTo>
                  <a:cubicBezTo>
                    <a:pt x="8646" y="2353"/>
                    <a:pt x="8555" y="2330"/>
                    <a:pt x="8470" y="2283"/>
                  </a:cubicBezTo>
                  <a:cubicBezTo>
                    <a:pt x="8182" y="2124"/>
                    <a:pt x="8097" y="1748"/>
                    <a:pt x="8291" y="1484"/>
                  </a:cubicBezTo>
                  <a:close/>
                  <a:moveTo>
                    <a:pt x="10872" y="5957"/>
                  </a:moveTo>
                  <a:cubicBezTo>
                    <a:pt x="11058" y="5957"/>
                    <a:pt x="11206" y="6105"/>
                    <a:pt x="11206" y="6291"/>
                  </a:cubicBezTo>
                  <a:lnTo>
                    <a:pt x="11209" y="6291"/>
                  </a:lnTo>
                  <a:cubicBezTo>
                    <a:pt x="11209" y="6492"/>
                    <a:pt x="11043" y="6625"/>
                    <a:pt x="10870" y="6625"/>
                  </a:cubicBezTo>
                  <a:cubicBezTo>
                    <a:pt x="10788" y="6625"/>
                    <a:pt x="10704" y="6595"/>
                    <a:pt x="10636" y="6527"/>
                  </a:cubicBezTo>
                  <a:cubicBezTo>
                    <a:pt x="10425" y="6316"/>
                    <a:pt x="10576" y="5957"/>
                    <a:pt x="10872" y="5957"/>
                  </a:cubicBezTo>
                  <a:close/>
                  <a:moveTo>
                    <a:pt x="2969" y="5954"/>
                  </a:moveTo>
                  <a:cubicBezTo>
                    <a:pt x="3051" y="5954"/>
                    <a:pt x="3134" y="5984"/>
                    <a:pt x="3202" y="6052"/>
                  </a:cubicBezTo>
                  <a:cubicBezTo>
                    <a:pt x="3413" y="6263"/>
                    <a:pt x="3266" y="6625"/>
                    <a:pt x="2967" y="6625"/>
                  </a:cubicBezTo>
                  <a:cubicBezTo>
                    <a:pt x="2780" y="6625"/>
                    <a:pt x="2629" y="6474"/>
                    <a:pt x="2629" y="6291"/>
                  </a:cubicBezTo>
                  <a:lnTo>
                    <a:pt x="2633" y="6291"/>
                  </a:lnTo>
                  <a:cubicBezTo>
                    <a:pt x="2633" y="6089"/>
                    <a:pt x="2797" y="5954"/>
                    <a:pt x="2969" y="5954"/>
                  </a:cubicBezTo>
                  <a:close/>
                  <a:moveTo>
                    <a:pt x="9701" y="11303"/>
                  </a:moveTo>
                  <a:cubicBezTo>
                    <a:pt x="9855" y="11303"/>
                    <a:pt x="10009" y="11384"/>
                    <a:pt x="10091" y="11538"/>
                  </a:cubicBezTo>
                  <a:cubicBezTo>
                    <a:pt x="9923" y="11755"/>
                    <a:pt x="9737" y="11958"/>
                    <a:pt x="9534" y="12148"/>
                  </a:cubicBezTo>
                  <a:lnTo>
                    <a:pt x="9534" y="12148"/>
                  </a:lnTo>
                  <a:cubicBezTo>
                    <a:pt x="9253" y="12030"/>
                    <a:pt x="9174" y="11670"/>
                    <a:pt x="9377" y="11447"/>
                  </a:cubicBezTo>
                  <a:cubicBezTo>
                    <a:pt x="9465" y="11349"/>
                    <a:pt x="9583" y="11303"/>
                    <a:pt x="9701" y="11303"/>
                  </a:cubicBezTo>
                  <a:close/>
                  <a:moveTo>
                    <a:pt x="4140" y="11303"/>
                  </a:moveTo>
                  <a:cubicBezTo>
                    <a:pt x="4258" y="11303"/>
                    <a:pt x="4377" y="11349"/>
                    <a:pt x="4465" y="11447"/>
                  </a:cubicBezTo>
                  <a:cubicBezTo>
                    <a:pt x="4669" y="11672"/>
                    <a:pt x="4584" y="12034"/>
                    <a:pt x="4303" y="12150"/>
                  </a:cubicBezTo>
                  <a:cubicBezTo>
                    <a:pt x="4102" y="11960"/>
                    <a:pt x="3916" y="11756"/>
                    <a:pt x="3751" y="11538"/>
                  </a:cubicBezTo>
                  <a:cubicBezTo>
                    <a:pt x="3831" y="11384"/>
                    <a:pt x="3985" y="11303"/>
                    <a:pt x="4140" y="11303"/>
                  </a:cubicBezTo>
                  <a:close/>
                  <a:moveTo>
                    <a:pt x="6923" y="1251"/>
                  </a:moveTo>
                  <a:cubicBezTo>
                    <a:pt x="7250" y="1251"/>
                    <a:pt x="7577" y="1288"/>
                    <a:pt x="7897" y="1361"/>
                  </a:cubicBezTo>
                  <a:cubicBezTo>
                    <a:pt x="7661" y="1815"/>
                    <a:pt x="7826" y="2371"/>
                    <a:pt x="8269" y="2624"/>
                  </a:cubicBezTo>
                  <a:cubicBezTo>
                    <a:pt x="8416" y="2707"/>
                    <a:pt x="8577" y="2746"/>
                    <a:pt x="8735" y="2746"/>
                  </a:cubicBezTo>
                  <a:cubicBezTo>
                    <a:pt x="9054" y="2746"/>
                    <a:pt x="9365" y="2586"/>
                    <a:pt x="9546" y="2297"/>
                  </a:cubicBezTo>
                  <a:cubicBezTo>
                    <a:pt x="9789" y="2592"/>
                    <a:pt x="9926" y="2933"/>
                    <a:pt x="9926" y="3295"/>
                  </a:cubicBezTo>
                  <a:cubicBezTo>
                    <a:pt x="9926" y="3527"/>
                    <a:pt x="9820" y="3707"/>
                    <a:pt x="9592" y="3851"/>
                  </a:cubicBezTo>
                  <a:cubicBezTo>
                    <a:pt x="9397" y="3967"/>
                    <a:pt x="9517" y="4227"/>
                    <a:pt x="9691" y="4227"/>
                  </a:cubicBezTo>
                  <a:cubicBezTo>
                    <a:pt x="9728" y="4227"/>
                    <a:pt x="9767" y="4216"/>
                    <a:pt x="9806" y="4189"/>
                  </a:cubicBezTo>
                  <a:cubicBezTo>
                    <a:pt x="9961" y="4094"/>
                    <a:pt x="10087" y="3967"/>
                    <a:pt x="10186" y="3819"/>
                  </a:cubicBezTo>
                  <a:cubicBezTo>
                    <a:pt x="10407" y="3837"/>
                    <a:pt x="10604" y="3971"/>
                    <a:pt x="10706" y="4171"/>
                  </a:cubicBezTo>
                  <a:cubicBezTo>
                    <a:pt x="10935" y="4639"/>
                    <a:pt x="11111" y="5131"/>
                    <a:pt x="11227" y="5641"/>
                  </a:cubicBezTo>
                  <a:cubicBezTo>
                    <a:pt x="11112" y="5578"/>
                    <a:pt x="10992" y="5549"/>
                    <a:pt x="10876" y="5549"/>
                  </a:cubicBezTo>
                  <a:cubicBezTo>
                    <a:pt x="10455" y="5549"/>
                    <a:pt x="10079" y="5926"/>
                    <a:pt x="10151" y="6397"/>
                  </a:cubicBezTo>
                  <a:cubicBezTo>
                    <a:pt x="10210" y="6785"/>
                    <a:pt x="10539" y="7021"/>
                    <a:pt x="10878" y="7021"/>
                  </a:cubicBezTo>
                  <a:cubicBezTo>
                    <a:pt x="11064" y="7021"/>
                    <a:pt x="11253" y="6950"/>
                    <a:pt x="11403" y="6794"/>
                  </a:cubicBezTo>
                  <a:cubicBezTo>
                    <a:pt x="11417" y="6981"/>
                    <a:pt x="11424" y="7167"/>
                    <a:pt x="11424" y="7353"/>
                  </a:cubicBezTo>
                  <a:cubicBezTo>
                    <a:pt x="11424" y="8816"/>
                    <a:pt x="11016" y="10156"/>
                    <a:pt x="10337" y="11186"/>
                  </a:cubicBezTo>
                  <a:cubicBezTo>
                    <a:pt x="10171" y="10992"/>
                    <a:pt x="9937" y="10894"/>
                    <a:pt x="9702" y="10894"/>
                  </a:cubicBezTo>
                  <a:cubicBezTo>
                    <a:pt x="9474" y="10894"/>
                    <a:pt x="9246" y="10985"/>
                    <a:pt x="9078" y="11169"/>
                  </a:cubicBezTo>
                  <a:cubicBezTo>
                    <a:pt x="8737" y="11541"/>
                    <a:pt x="8804" y="12129"/>
                    <a:pt x="9215" y="12421"/>
                  </a:cubicBezTo>
                  <a:cubicBezTo>
                    <a:pt x="8544" y="12945"/>
                    <a:pt x="7760" y="13243"/>
                    <a:pt x="6923" y="13243"/>
                  </a:cubicBezTo>
                  <a:cubicBezTo>
                    <a:pt x="6086" y="13243"/>
                    <a:pt x="5298" y="12948"/>
                    <a:pt x="4626" y="12424"/>
                  </a:cubicBezTo>
                  <a:lnTo>
                    <a:pt x="4630" y="12424"/>
                  </a:lnTo>
                  <a:cubicBezTo>
                    <a:pt x="5041" y="12132"/>
                    <a:pt x="5105" y="11548"/>
                    <a:pt x="4764" y="11172"/>
                  </a:cubicBezTo>
                  <a:cubicBezTo>
                    <a:pt x="4597" y="10989"/>
                    <a:pt x="4370" y="10897"/>
                    <a:pt x="4143" y="10897"/>
                  </a:cubicBezTo>
                  <a:cubicBezTo>
                    <a:pt x="3908" y="10897"/>
                    <a:pt x="3673" y="10995"/>
                    <a:pt x="3505" y="11190"/>
                  </a:cubicBezTo>
                  <a:cubicBezTo>
                    <a:pt x="2829" y="10159"/>
                    <a:pt x="2418" y="8820"/>
                    <a:pt x="2418" y="7357"/>
                  </a:cubicBezTo>
                  <a:cubicBezTo>
                    <a:pt x="2418" y="7171"/>
                    <a:pt x="2429" y="6984"/>
                    <a:pt x="2439" y="6801"/>
                  </a:cubicBezTo>
                  <a:cubicBezTo>
                    <a:pt x="2588" y="6955"/>
                    <a:pt x="2777" y="7025"/>
                    <a:pt x="2963" y="7025"/>
                  </a:cubicBezTo>
                  <a:cubicBezTo>
                    <a:pt x="3304" y="7025"/>
                    <a:pt x="3635" y="6789"/>
                    <a:pt x="3695" y="6400"/>
                  </a:cubicBezTo>
                  <a:cubicBezTo>
                    <a:pt x="3766" y="5930"/>
                    <a:pt x="3392" y="5554"/>
                    <a:pt x="2970" y="5554"/>
                  </a:cubicBezTo>
                  <a:cubicBezTo>
                    <a:pt x="2853" y="5554"/>
                    <a:pt x="2731" y="5584"/>
                    <a:pt x="2615" y="5648"/>
                  </a:cubicBezTo>
                  <a:cubicBezTo>
                    <a:pt x="2735" y="5138"/>
                    <a:pt x="2907" y="4642"/>
                    <a:pt x="3139" y="4175"/>
                  </a:cubicBezTo>
                  <a:cubicBezTo>
                    <a:pt x="3241" y="3974"/>
                    <a:pt x="3438" y="3840"/>
                    <a:pt x="3659" y="3823"/>
                  </a:cubicBezTo>
                  <a:cubicBezTo>
                    <a:pt x="3825" y="4094"/>
                    <a:pt x="4141" y="4301"/>
                    <a:pt x="4598" y="4438"/>
                  </a:cubicBezTo>
                  <a:cubicBezTo>
                    <a:pt x="5101" y="4589"/>
                    <a:pt x="5780" y="4663"/>
                    <a:pt x="6722" y="4670"/>
                  </a:cubicBezTo>
                  <a:lnTo>
                    <a:pt x="6722" y="12593"/>
                  </a:lnTo>
                  <a:cubicBezTo>
                    <a:pt x="6722" y="12726"/>
                    <a:pt x="6822" y="12793"/>
                    <a:pt x="6923" y="12793"/>
                  </a:cubicBezTo>
                  <a:cubicBezTo>
                    <a:pt x="7023" y="12793"/>
                    <a:pt x="7123" y="12726"/>
                    <a:pt x="7123" y="12593"/>
                  </a:cubicBezTo>
                  <a:lnTo>
                    <a:pt x="7123" y="4670"/>
                  </a:lnTo>
                  <a:cubicBezTo>
                    <a:pt x="7854" y="4663"/>
                    <a:pt x="8431" y="4614"/>
                    <a:pt x="8885" y="4526"/>
                  </a:cubicBezTo>
                  <a:cubicBezTo>
                    <a:pt x="9124" y="4470"/>
                    <a:pt x="9071" y="4128"/>
                    <a:pt x="8846" y="4128"/>
                  </a:cubicBezTo>
                  <a:cubicBezTo>
                    <a:pt x="8833" y="4128"/>
                    <a:pt x="8819" y="4130"/>
                    <a:pt x="8804" y="4132"/>
                  </a:cubicBezTo>
                  <a:cubicBezTo>
                    <a:pt x="8340" y="4227"/>
                    <a:pt x="7721" y="4273"/>
                    <a:pt x="6923" y="4273"/>
                  </a:cubicBezTo>
                  <a:cubicBezTo>
                    <a:pt x="4873" y="4273"/>
                    <a:pt x="3916" y="3964"/>
                    <a:pt x="3916" y="3295"/>
                  </a:cubicBezTo>
                  <a:cubicBezTo>
                    <a:pt x="3916" y="2933"/>
                    <a:pt x="4057" y="2592"/>
                    <a:pt x="4299" y="2300"/>
                  </a:cubicBezTo>
                  <a:cubicBezTo>
                    <a:pt x="4474" y="2583"/>
                    <a:pt x="4782" y="2748"/>
                    <a:pt x="5105" y="2748"/>
                  </a:cubicBezTo>
                  <a:cubicBezTo>
                    <a:pt x="5191" y="2748"/>
                    <a:pt x="5279" y="2736"/>
                    <a:pt x="5365" y="2712"/>
                  </a:cubicBezTo>
                  <a:cubicBezTo>
                    <a:pt x="5773" y="2596"/>
                    <a:pt x="6054" y="2223"/>
                    <a:pt x="6054" y="1801"/>
                  </a:cubicBezTo>
                  <a:cubicBezTo>
                    <a:pt x="6054" y="1646"/>
                    <a:pt x="6019" y="1495"/>
                    <a:pt x="5949" y="1361"/>
                  </a:cubicBezTo>
                  <a:cubicBezTo>
                    <a:pt x="6269" y="1288"/>
                    <a:pt x="6596" y="1251"/>
                    <a:pt x="6923" y="1251"/>
                  </a:cubicBezTo>
                  <a:close/>
                  <a:moveTo>
                    <a:pt x="4349" y="0"/>
                  </a:moveTo>
                  <a:cubicBezTo>
                    <a:pt x="4085" y="0"/>
                    <a:pt x="4086" y="398"/>
                    <a:pt x="4352" y="398"/>
                  </a:cubicBezTo>
                  <a:cubicBezTo>
                    <a:pt x="4581" y="398"/>
                    <a:pt x="4676" y="398"/>
                    <a:pt x="4749" y="429"/>
                  </a:cubicBezTo>
                  <a:cubicBezTo>
                    <a:pt x="4830" y="461"/>
                    <a:pt x="4936" y="553"/>
                    <a:pt x="5122" y="711"/>
                  </a:cubicBezTo>
                  <a:cubicBezTo>
                    <a:pt x="5228" y="802"/>
                    <a:pt x="5361" y="918"/>
                    <a:pt x="5537" y="1062"/>
                  </a:cubicBezTo>
                  <a:cubicBezTo>
                    <a:pt x="5178" y="1171"/>
                    <a:pt x="4841" y="1337"/>
                    <a:pt x="4535" y="1548"/>
                  </a:cubicBezTo>
                  <a:cubicBezTo>
                    <a:pt x="4124" y="1836"/>
                    <a:pt x="3832" y="2184"/>
                    <a:pt x="3663" y="2564"/>
                  </a:cubicBezTo>
                  <a:lnTo>
                    <a:pt x="2861" y="2564"/>
                  </a:lnTo>
                  <a:cubicBezTo>
                    <a:pt x="2787" y="2564"/>
                    <a:pt x="2720" y="2529"/>
                    <a:pt x="2675" y="2469"/>
                  </a:cubicBezTo>
                  <a:lnTo>
                    <a:pt x="1736" y="1150"/>
                  </a:lnTo>
                  <a:cubicBezTo>
                    <a:pt x="1692" y="1086"/>
                    <a:pt x="1633" y="1060"/>
                    <a:pt x="1575" y="1060"/>
                  </a:cubicBezTo>
                  <a:cubicBezTo>
                    <a:pt x="1430" y="1060"/>
                    <a:pt x="1291" y="1227"/>
                    <a:pt x="1409" y="1382"/>
                  </a:cubicBezTo>
                  <a:lnTo>
                    <a:pt x="2351" y="2701"/>
                  </a:lnTo>
                  <a:cubicBezTo>
                    <a:pt x="2467" y="2866"/>
                    <a:pt x="2657" y="2965"/>
                    <a:pt x="2861" y="2965"/>
                  </a:cubicBezTo>
                  <a:lnTo>
                    <a:pt x="3540" y="2965"/>
                  </a:lnTo>
                  <a:cubicBezTo>
                    <a:pt x="3519" y="3077"/>
                    <a:pt x="3512" y="3190"/>
                    <a:pt x="3512" y="3299"/>
                  </a:cubicBezTo>
                  <a:cubicBezTo>
                    <a:pt x="3512" y="3348"/>
                    <a:pt x="3512" y="3394"/>
                    <a:pt x="3519" y="3440"/>
                  </a:cubicBezTo>
                  <a:cubicBezTo>
                    <a:pt x="3195" y="3499"/>
                    <a:pt x="2921" y="3707"/>
                    <a:pt x="2773" y="3999"/>
                  </a:cubicBezTo>
                  <a:cubicBezTo>
                    <a:pt x="2499" y="4561"/>
                    <a:pt x="2299" y="5156"/>
                    <a:pt x="2175" y="5771"/>
                  </a:cubicBezTo>
                  <a:lnTo>
                    <a:pt x="1919" y="5771"/>
                  </a:lnTo>
                  <a:cubicBezTo>
                    <a:pt x="1916" y="5771"/>
                    <a:pt x="1914" y="5771"/>
                    <a:pt x="1911" y="5771"/>
                  </a:cubicBezTo>
                  <a:cubicBezTo>
                    <a:pt x="1619" y="5771"/>
                    <a:pt x="1370" y="5974"/>
                    <a:pt x="1307" y="6260"/>
                  </a:cubicBezTo>
                  <a:lnTo>
                    <a:pt x="997" y="7649"/>
                  </a:lnTo>
                  <a:cubicBezTo>
                    <a:pt x="983" y="7716"/>
                    <a:pt x="938" y="7775"/>
                    <a:pt x="878" y="7803"/>
                  </a:cubicBezTo>
                  <a:lnTo>
                    <a:pt x="203" y="8145"/>
                  </a:lnTo>
                  <a:cubicBezTo>
                    <a:pt x="0" y="8244"/>
                    <a:pt x="102" y="8524"/>
                    <a:pt x="286" y="8524"/>
                  </a:cubicBezTo>
                  <a:cubicBezTo>
                    <a:pt x="316" y="8524"/>
                    <a:pt x="349" y="8516"/>
                    <a:pt x="382" y="8500"/>
                  </a:cubicBezTo>
                  <a:lnTo>
                    <a:pt x="1057" y="8166"/>
                  </a:lnTo>
                  <a:cubicBezTo>
                    <a:pt x="1226" y="8081"/>
                    <a:pt x="1346" y="7923"/>
                    <a:pt x="1388" y="7740"/>
                  </a:cubicBezTo>
                  <a:lnTo>
                    <a:pt x="1697" y="6351"/>
                  </a:lnTo>
                  <a:cubicBezTo>
                    <a:pt x="1718" y="6246"/>
                    <a:pt x="1810" y="6172"/>
                    <a:pt x="1919" y="6172"/>
                  </a:cubicBezTo>
                  <a:lnTo>
                    <a:pt x="2105" y="6172"/>
                  </a:lnTo>
                  <a:cubicBezTo>
                    <a:pt x="2045" y="6566"/>
                    <a:pt x="2017" y="6960"/>
                    <a:pt x="2017" y="7357"/>
                  </a:cubicBezTo>
                  <a:cubicBezTo>
                    <a:pt x="2014" y="8036"/>
                    <a:pt x="2098" y="8707"/>
                    <a:pt x="2267" y="9361"/>
                  </a:cubicBezTo>
                  <a:lnTo>
                    <a:pt x="1827" y="9734"/>
                  </a:lnTo>
                  <a:cubicBezTo>
                    <a:pt x="1673" y="9864"/>
                    <a:pt x="1592" y="10065"/>
                    <a:pt x="1609" y="10268"/>
                  </a:cubicBezTo>
                  <a:lnTo>
                    <a:pt x="1803" y="12399"/>
                  </a:lnTo>
                  <a:cubicBezTo>
                    <a:pt x="1813" y="12501"/>
                    <a:pt x="1898" y="12579"/>
                    <a:pt x="2000" y="12579"/>
                  </a:cubicBezTo>
                  <a:lnTo>
                    <a:pt x="2021" y="12579"/>
                  </a:lnTo>
                  <a:cubicBezTo>
                    <a:pt x="2130" y="12572"/>
                    <a:pt x="2211" y="12473"/>
                    <a:pt x="2200" y="12364"/>
                  </a:cubicBezTo>
                  <a:lnTo>
                    <a:pt x="2007" y="10233"/>
                  </a:lnTo>
                  <a:cubicBezTo>
                    <a:pt x="2000" y="10159"/>
                    <a:pt x="2031" y="10089"/>
                    <a:pt x="2088" y="10040"/>
                  </a:cubicBezTo>
                  <a:lnTo>
                    <a:pt x="2390" y="9783"/>
                  </a:lnTo>
                  <a:cubicBezTo>
                    <a:pt x="2622" y="10504"/>
                    <a:pt x="2974" y="11183"/>
                    <a:pt x="3434" y="11788"/>
                  </a:cubicBezTo>
                  <a:cubicBezTo>
                    <a:pt x="4359" y="12987"/>
                    <a:pt x="5597" y="13648"/>
                    <a:pt x="6916" y="13648"/>
                  </a:cubicBezTo>
                  <a:cubicBezTo>
                    <a:pt x="8234" y="13648"/>
                    <a:pt x="9472" y="12990"/>
                    <a:pt x="10397" y="11788"/>
                  </a:cubicBezTo>
                  <a:cubicBezTo>
                    <a:pt x="10858" y="11183"/>
                    <a:pt x="11213" y="10504"/>
                    <a:pt x="11441" y="9783"/>
                  </a:cubicBezTo>
                  <a:lnTo>
                    <a:pt x="11744" y="10040"/>
                  </a:lnTo>
                  <a:cubicBezTo>
                    <a:pt x="11803" y="10089"/>
                    <a:pt x="11832" y="10159"/>
                    <a:pt x="11825" y="10233"/>
                  </a:cubicBezTo>
                  <a:lnTo>
                    <a:pt x="11631" y="12364"/>
                  </a:lnTo>
                  <a:cubicBezTo>
                    <a:pt x="11621" y="12473"/>
                    <a:pt x="11701" y="12572"/>
                    <a:pt x="11814" y="12579"/>
                  </a:cubicBezTo>
                  <a:lnTo>
                    <a:pt x="11832" y="12579"/>
                  </a:lnTo>
                  <a:cubicBezTo>
                    <a:pt x="11934" y="12579"/>
                    <a:pt x="12021" y="12501"/>
                    <a:pt x="12029" y="12399"/>
                  </a:cubicBezTo>
                  <a:lnTo>
                    <a:pt x="12222" y="10268"/>
                  </a:lnTo>
                  <a:cubicBezTo>
                    <a:pt x="12243" y="10065"/>
                    <a:pt x="12159" y="9864"/>
                    <a:pt x="12004" y="9734"/>
                  </a:cubicBezTo>
                  <a:lnTo>
                    <a:pt x="11564" y="9361"/>
                  </a:lnTo>
                  <a:cubicBezTo>
                    <a:pt x="11733" y="8707"/>
                    <a:pt x="11818" y="8036"/>
                    <a:pt x="11818" y="7357"/>
                  </a:cubicBezTo>
                  <a:cubicBezTo>
                    <a:pt x="11818" y="6960"/>
                    <a:pt x="11786" y="6566"/>
                    <a:pt x="11730" y="6172"/>
                  </a:cubicBezTo>
                  <a:lnTo>
                    <a:pt x="11916" y="6172"/>
                  </a:lnTo>
                  <a:cubicBezTo>
                    <a:pt x="12021" y="6172"/>
                    <a:pt x="12113" y="6246"/>
                    <a:pt x="12138" y="6351"/>
                  </a:cubicBezTo>
                  <a:lnTo>
                    <a:pt x="12443" y="7740"/>
                  </a:lnTo>
                  <a:cubicBezTo>
                    <a:pt x="12486" y="7923"/>
                    <a:pt x="12605" y="8081"/>
                    <a:pt x="12778" y="8166"/>
                  </a:cubicBezTo>
                  <a:lnTo>
                    <a:pt x="13449" y="8500"/>
                  </a:lnTo>
                  <a:cubicBezTo>
                    <a:pt x="13483" y="8516"/>
                    <a:pt x="13515" y="8524"/>
                    <a:pt x="13545" y="8524"/>
                  </a:cubicBezTo>
                  <a:cubicBezTo>
                    <a:pt x="13730" y="8524"/>
                    <a:pt x="13834" y="8244"/>
                    <a:pt x="13628" y="8145"/>
                  </a:cubicBezTo>
                  <a:lnTo>
                    <a:pt x="13632" y="8145"/>
                  </a:lnTo>
                  <a:lnTo>
                    <a:pt x="12957" y="7807"/>
                  </a:lnTo>
                  <a:cubicBezTo>
                    <a:pt x="12897" y="7775"/>
                    <a:pt x="12851" y="7719"/>
                    <a:pt x="12837" y="7652"/>
                  </a:cubicBezTo>
                  <a:lnTo>
                    <a:pt x="12531" y="6263"/>
                  </a:lnTo>
                  <a:cubicBezTo>
                    <a:pt x="12468" y="5975"/>
                    <a:pt x="12211" y="5771"/>
                    <a:pt x="11916" y="5771"/>
                  </a:cubicBezTo>
                  <a:lnTo>
                    <a:pt x="11663" y="5771"/>
                  </a:lnTo>
                  <a:cubicBezTo>
                    <a:pt x="11540" y="5156"/>
                    <a:pt x="11336" y="4561"/>
                    <a:pt x="11061" y="3999"/>
                  </a:cubicBezTo>
                  <a:cubicBezTo>
                    <a:pt x="10914" y="3707"/>
                    <a:pt x="10636" y="3499"/>
                    <a:pt x="10312" y="3440"/>
                  </a:cubicBezTo>
                  <a:cubicBezTo>
                    <a:pt x="10320" y="3394"/>
                    <a:pt x="10323" y="3348"/>
                    <a:pt x="10323" y="3299"/>
                  </a:cubicBezTo>
                  <a:cubicBezTo>
                    <a:pt x="10323" y="3190"/>
                    <a:pt x="10312" y="3077"/>
                    <a:pt x="10291" y="2965"/>
                  </a:cubicBezTo>
                  <a:lnTo>
                    <a:pt x="10974" y="2965"/>
                  </a:lnTo>
                  <a:cubicBezTo>
                    <a:pt x="11174" y="2965"/>
                    <a:pt x="11364" y="2866"/>
                    <a:pt x="11483" y="2701"/>
                  </a:cubicBezTo>
                  <a:lnTo>
                    <a:pt x="12422" y="1382"/>
                  </a:lnTo>
                  <a:cubicBezTo>
                    <a:pt x="12541" y="1227"/>
                    <a:pt x="12402" y="1060"/>
                    <a:pt x="12257" y="1060"/>
                  </a:cubicBezTo>
                  <a:cubicBezTo>
                    <a:pt x="12200" y="1060"/>
                    <a:pt x="12142" y="1086"/>
                    <a:pt x="12099" y="1150"/>
                  </a:cubicBezTo>
                  <a:lnTo>
                    <a:pt x="11156" y="2469"/>
                  </a:lnTo>
                  <a:cubicBezTo>
                    <a:pt x="11114" y="2529"/>
                    <a:pt x="11044" y="2564"/>
                    <a:pt x="10970" y="2564"/>
                  </a:cubicBezTo>
                  <a:lnTo>
                    <a:pt x="10168" y="2564"/>
                  </a:lnTo>
                  <a:cubicBezTo>
                    <a:pt x="10003" y="2184"/>
                    <a:pt x="9708" y="1836"/>
                    <a:pt x="9296" y="1548"/>
                  </a:cubicBezTo>
                  <a:cubicBezTo>
                    <a:pt x="8990" y="1337"/>
                    <a:pt x="8649" y="1171"/>
                    <a:pt x="8294" y="1062"/>
                  </a:cubicBezTo>
                  <a:cubicBezTo>
                    <a:pt x="8470" y="918"/>
                    <a:pt x="8603" y="802"/>
                    <a:pt x="8709" y="711"/>
                  </a:cubicBezTo>
                  <a:cubicBezTo>
                    <a:pt x="8895" y="553"/>
                    <a:pt x="8997" y="461"/>
                    <a:pt x="9082" y="429"/>
                  </a:cubicBezTo>
                  <a:cubicBezTo>
                    <a:pt x="9156" y="401"/>
                    <a:pt x="9251" y="398"/>
                    <a:pt x="9479" y="398"/>
                  </a:cubicBezTo>
                  <a:cubicBezTo>
                    <a:pt x="9745" y="398"/>
                    <a:pt x="9746" y="0"/>
                    <a:pt x="9483" y="0"/>
                  </a:cubicBezTo>
                  <a:cubicBezTo>
                    <a:pt x="9481" y="0"/>
                    <a:pt x="9480" y="0"/>
                    <a:pt x="9479" y="0"/>
                  </a:cubicBezTo>
                  <a:cubicBezTo>
                    <a:pt x="8952" y="0"/>
                    <a:pt x="8902" y="18"/>
                    <a:pt x="8449" y="408"/>
                  </a:cubicBezTo>
                  <a:cubicBezTo>
                    <a:pt x="8322" y="517"/>
                    <a:pt x="8058" y="739"/>
                    <a:pt x="7809" y="939"/>
                  </a:cubicBezTo>
                  <a:cubicBezTo>
                    <a:pt x="7513" y="883"/>
                    <a:pt x="7214" y="855"/>
                    <a:pt x="6916" y="855"/>
                  </a:cubicBezTo>
                  <a:cubicBezTo>
                    <a:pt x="6617" y="855"/>
                    <a:pt x="6318" y="883"/>
                    <a:pt x="6022" y="939"/>
                  </a:cubicBezTo>
                  <a:cubicBezTo>
                    <a:pt x="5780" y="739"/>
                    <a:pt x="5506" y="514"/>
                    <a:pt x="5382" y="408"/>
                  </a:cubicBezTo>
                  <a:cubicBezTo>
                    <a:pt x="4929" y="18"/>
                    <a:pt x="4880" y="0"/>
                    <a:pt x="4352" y="0"/>
                  </a:cubicBezTo>
                  <a:cubicBezTo>
                    <a:pt x="4351" y="0"/>
                    <a:pt x="4350" y="0"/>
                    <a:pt x="43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84"/>
            <p:cNvSpPr/>
            <p:nvPr/>
          </p:nvSpPr>
          <p:spPr>
            <a:xfrm>
              <a:off x="2050904" y="3097702"/>
              <a:ext cx="53683" cy="49699"/>
            </a:xfrm>
            <a:custGeom>
              <a:rect b="b" l="l" r="r" t="t"/>
              <a:pathLst>
                <a:path extrusionOk="0" h="1896" w="2048">
                  <a:moveTo>
                    <a:pt x="1028" y="1"/>
                  </a:moveTo>
                  <a:cubicBezTo>
                    <a:pt x="620" y="1"/>
                    <a:pt x="261" y="261"/>
                    <a:pt x="131" y="648"/>
                  </a:cubicBezTo>
                  <a:cubicBezTo>
                    <a:pt x="1" y="1031"/>
                    <a:pt x="131" y="1457"/>
                    <a:pt x="454" y="1703"/>
                  </a:cubicBezTo>
                  <a:cubicBezTo>
                    <a:pt x="623" y="1831"/>
                    <a:pt x="825" y="1896"/>
                    <a:pt x="1027" y="1896"/>
                  </a:cubicBezTo>
                  <a:cubicBezTo>
                    <a:pt x="1212" y="1896"/>
                    <a:pt x="1397" y="1842"/>
                    <a:pt x="1559" y="1735"/>
                  </a:cubicBezTo>
                  <a:cubicBezTo>
                    <a:pt x="1893" y="1506"/>
                    <a:pt x="2047" y="1091"/>
                    <a:pt x="1942" y="697"/>
                  </a:cubicBezTo>
                  <a:cubicBezTo>
                    <a:pt x="1916" y="610"/>
                    <a:pt x="1837" y="552"/>
                    <a:pt x="1751" y="552"/>
                  </a:cubicBezTo>
                  <a:cubicBezTo>
                    <a:pt x="1733" y="552"/>
                    <a:pt x="1714" y="555"/>
                    <a:pt x="1696" y="560"/>
                  </a:cubicBezTo>
                  <a:cubicBezTo>
                    <a:pt x="1587" y="588"/>
                    <a:pt x="1523" y="697"/>
                    <a:pt x="1555" y="803"/>
                  </a:cubicBezTo>
                  <a:cubicBezTo>
                    <a:pt x="1661" y="1183"/>
                    <a:pt x="1358" y="1500"/>
                    <a:pt x="1023" y="1500"/>
                  </a:cubicBezTo>
                  <a:cubicBezTo>
                    <a:pt x="912" y="1500"/>
                    <a:pt x="798" y="1465"/>
                    <a:pt x="694" y="1386"/>
                  </a:cubicBezTo>
                  <a:cubicBezTo>
                    <a:pt x="275" y="1070"/>
                    <a:pt x="500" y="402"/>
                    <a:pt x="1028" y="402"/>
                  </a:cubicBezTo>
                  <a:cubicBezTo>
                    <a:pt x="1295" y="402"/>
                    <a:pt x="1295" y="1"/>
                    <a:pt x="10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84"/>
            <p:cNvSpPr/>
            <p:nvPr/>
          </p:nvSpPr>
          <p:spPr>
            <a:xfrm>
              <a:off x="2139764" y="3097702"/>
              <a:ext cx="58113" cy="49778"/>
            </a:xfrm>
            <a:custGeom>
              <a:rect b="b" l="l" r="r" t="t"/>
              <a:pathLst>
                <a:path extrusionOk="0" h="1899" w="2217">
                  <a:moveTo>
                    <a:pt x="1270" y="1"/>
                  </a:moveTo>
                  <a:cubicBezTo>
                    <a:pt x="426" y="1"/>
                    <a:pt x="1" y="1024"/>
                    <a:pt x="598" y="1619"/>
                  </a:cubicBezTo>
                  <a:cubicBezTo>
                    <a:pt x="792" y="1812"/>
                    <a:pt x="1030" y="1899"/>
                    <a:pt x="1263" y="1899"/>
                  </a:cubicBezTo>
                  <a:cubicBezTo>
                    <a:pt x="1750" y="1899"/>
                    <a:pt x="2216" y="1521"/>
                    <a:pt x="2216" y="950"/>
                  </a:cubicBezTo>
                  <a:cubicBezTo>
                    <a:pt x="2216" y="866"/>
                    <a:pt x="2205" y="782"/>
                    <a:pt x="2181" y="697"/>
                  </a:cubicBezTo>
                  <a:cubicBezTo>
                    <a:pt x="2151" y="597"/>
                    <a:pt x="2074" y="554"/>
                    <a:pt x="1995" y="554"/>
                  </a:cubicBezTo>
                  <a:cubicBezTo>
                    <a:pt x="1878" y="554"/>
                    <a:pt x="1760" y="651"/>
                    <a:pt x="1798" y="803"/>
                  </a:cubicBezTo>
                  <a:cubicBezTo>
                    <a:pt x="1903" y="1183"/>
                    <a:pt x="1600" y="1500"/>
                    <a:pt x="1265" y="1500"/>
                  </a:cubicBezTo>
                  <a:cubicBezTo>
                    <a:pt x="1155" y="1500"/>
                    <a:pt x="1040" y="1465"/>
                    <a:pt x="936" y="1386"/>
                  </a:cubicBezTo>
                  <a:cubicBezTo>
                    <a:pt x="518" y="1066"/>
                    <a:pt x="743" y="402"/>
                    <a:pt x="1270" y="402"/>
                  </a:cubicBezTo>
                  <a:cubicBezTo>
                    <a:pt x="1537" y="402"/>
                    <a:pt x="1537" y="1"/>
                    <a:pt x="1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8" name="Google Shape;16148;p84"/>
          <p:cNvGrpSpPr/>
          <p:nvPr/>
        </p:nvGrpSpPr>
        <p:grpSpPr>
          <a:xfrm>
            <a:off x="3030832" y="2903048"/>
            <a:ext cx="378115" cy="344118"/>
            <a:chOff x="3030832" y="2903048"/>
            <a:chExt cx="378115" cy="344118"/>
          </a:xfrm>
        </p:grpSpPr>
        <p:sp>
          <p:nvSpPr>
            <p:cNvPr id="16149" name="Google Shape;16149;p84"/>
            <p:cNvSpPr/>
            <p:nvPr/>
          </p:nvSpPr>
          <p:spPr>
            <a:xfrm>
              <a:off x="3164987" y="3164360"/>
              <a:ext cx="32975" cy="30354"/>
            </a:xfrm>
            <a:custGeom>
              <a:rect b="b" l="l" r="r" t="t"/>
              <a:pathLst>
                <a:path extrusionOk="0" h="1158" w="1258">
                  <a:moveTo>
                    <a:pt x="523" y="0"/>
                  </a:moveTo>
                  <a:lnTo>
                    <a:pt x="118" y="718"/>
                  </a:lnTo>
                  <a:cubicBezTo>
                    <a:pt x="1" y="921"/>
                    <a:pt x="157" y="1158"/>
                    <a:pt x="371" y="1158"/>
                  </a:cubicBezTo>
                  <a:cubicBezTo>
                    <a:pt x="401" y="1158"/>
                    <a:pt x="431" y="1153"/>
                    <a:pt x="463" y="1143"/>
                  </a:cubicBezTo>
                  <a:lnTo>
                    <a:pt x="1257" y="894"/>
                  </a:lnTo>
                  <a:lnTo>
                    <a:pt x="523"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84"/>
            <p:cNvSpPr/>
            <p:nvPr/>
          </p:nvSpPr>
          <p:spPr>
            <a:xfrm>
              <a:off x="3266692" y="3216445"/>
              <a:ext cx="27864" cy="23277"/>
            </a:xfrm>
            <a:custGeom>
              <a:rect b="b" l="l" r="r" t="t"/>
              <a:pathLst>
                <a:path extrusionOk="0" h="888" w="1063">
                  <a:moveTo>
                    <a:pt x="1" y="0"/>
                  </a:moveTo>
                  <a:lnTo>
                    <a:pt x="180" y="668"/>
                  </a:lnTo>
                  <a:cubicBezTo>
                    <a:pt x="217" y="812"/>
                    <a:pt x="340" y="888"/>
                    <a:pt x="465" y="888"/>
                  </a:cubicBezTo>
                  <a:cubicBezTo>
                    <a:pt x="566" y="888"/>
                    <a:pt x="668" y="837"/>
                    <a:pt x="725" y="732"/>
                  </a:cubicBezTo>
                  <a:lnTo>
                    <a:pt x="1063" y="102"/>
                  </a:lnTo>
                  <a:lnTo>
                    <a:pt x="1"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84"/>
            <p:cNvSpPr/>
            <p:nvPr/>
          </p:nvSpPr>
          <p:spPr>
            <a:xfrm>
              <a:off x="3351673" y="3182526"/>
              <a:ext cx="26815" cy="24876"/>
            </a:xfrm>
            <a:custGeom>
              <a:rect b="b" l="l" r="r" t="t"/>
              <a:pathLst>
                <a:path extrusionOk="0" h="949" w="1023">
                  <a:moveTo>
                    <a:pt x="964" y="0"/>
                  </a:moveTo>
                  <a:lnTo>
                    <a:pt x="1" y="394"/>
                  </a:lnTo>
                  <a:lnTo>
                    <a:pt x="514" y="869"/>
                  </a:lnTo>
                  <a:cubicBezTo>
                    <a:pt x="574" y="924"/>
                    <a:pt x="644" y="948"/>
                    <a:pt x="712" y="948"/>
                  </a:cubicBezTo>
                  <a:cubicBezTo>
                    <a:pt x="872" y="948"/>
                    <a:pt x="1022" y="816"/>
                    <a:pt x="1010" y="630"/>
                  </a:cubicBezTo>
                  <a:lnTo>
                    <a:pt x="964"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84"/>
            <p:cNvSpPr/>
            <p:nvPr/>
          </p:nvSpPr>
          <p:spPr>
            <a:xfrm>
              <a:off x="3152405" y="3069130"/>
              <a:ext cx="26763" cy="29175"/>
            </a:xfrm>
            <a:custGeom>
              <a:rect b="b" l="l" r="r" t="t"/>
              <a:pathLst>
                <a:path extrusionOk="0" h="1113" w="1021">
                  <a:moveTo>
                    <a:pt x="932" y="1"/>
                  </a:moveTo>
                  <a:lnTo>
                    <a:pt x="243" y="331"/>
                  </a:lnTo>
                  <a:cubicBezTo>
                    <a:pt x="0" y="444"/>
                    <a:pt x="25" y="799"/>
                    <a:pt x="282" y="880"/>
                  </a:cubicBezTo>
                  <a:lnTo>
                    <a:pt x="1020" y="1112"/>
                  </a:lnTo>
                  <a:lnTo>
                    <a:pt x="932"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84"/>
            <p:cNvSpPr/>
            <p:nvPr/>
          </p:nvSpPr>
          <p:spPr>
            <a:xfrm>
              <a:off x="3097097" y="2930466"/>
              <a:ext cx="311850" cy="291352"/>
            </a:xfrm>
            <a:custGeom>
              <a:rect b="b" l="l" r="r" t="t"/>
              <a:pathLst>
                <a:path extrusionOk="0" h="11115" w="11897">
                  <a:moveTo>
                    <a:pt x="2313" y="1"/>
                  </a:moveTo>
                  <a:cubicBezTo>
                    <a:pt x="1923" y="1"/>
                    <a:pt x="1502" y="131"/>
                    <a:pt x="1091" y="435"/>
                  </a:cubicBezTo>
                  <a:cubicBezTo>
                    <a:pt x="1069" y="449"/>
                    <a:pt x="1052" y="466"/>
                    <a:pt x="1038" y="487"/>
                  </a:cubicBezTo>
                  <a:cubicBezTo>
                    <a:pt x="0" y="1890"/>
                    <a:pt x="978" y="3420"/>
                    <a:pt x="2314" y="3420"/>
                  </a:cubicBezTo>
                  <a:cubicBezTo>
                    <a:pt x="2469" y="3420"/>
                    <a:pt x="2620" y="3399"/>
                    <a:pt x="2771" y="3357"/>
                  </a:cubicBezTo>
                  <a:cubicBezTo>
                    <a:pt x="2791" y="3351"/>
                    <a:pt x="2811" y="3349"/>
                    <a:pt x="2830" y="3349"/>
                  </a:cubicBezTo>
                  <a:cubicBezTo>
                    <a:pt x="2922" y="3349"/>
                    <a:pt x="3006" y="3408"/>
                    <a:pt x="3035" y="3501"/>
                  </a:cubicBezTo>
                  <a:cubicBezTo>
                    <a:pt x="3120" y="3775"/>
                    <a:pt x="3274" y="4025"/>
                    <a:pt x="3485" y="4225"/>
                  </a:cubicBezTo>
                  <a:cubicBezTo>
                    <a:pt x="3573" y="4310"/>
                    <a:pt x="3573" y="4454"/>
                    <a:pt x="3485" y="4538"/>
                  </a:cubicBezTo>
                  <a:cubicBezTo>
                    <a:pt x="2817" y="5175"/>
                    <a:pt x="2778" y="6230"/>
                    <a:pt x="3397" y="6912"/>
                  </a:cubicBezTo>
                  <a:cubicBezTo>
                    <a:pt x="3468" y="6993"/>
                    <a:pt x="3468" y="7116"/>
                    <a:pt x="3397" y="7193"/>
                  </a:cubicBezTo>
                  <a:cubicBezTo>
                    <a:pt x="2884" y="7763"/>
                    <a:pt x="2747" y="8674"/>
                    <a:pt x="3383" y="9546"/>
                  </a:cubicBezTo>
                  <a:cubicBezTo>
                    <a:pt x="3397" y="9563"/>
                    <a:pt x="3415" y="9581"/>
                    <a:pt x="3436" y="9598"/>
                  </a:cubicBezTo>
                  <a:cubicBezTo>
                    <a:pt x="3852" y="9912"/>
                    <a:pt x="4274" y="10046"/>
                    <a:pt x="4665" y="10046"/>
                  </a:cubicBezTo>
                  <a:cubicBezTo>
                    <a:pt x="4910" y="10046"/>
                    <a:pt x="5142" y="9994"/>
                    <a:pt x="5353" y="9901"/>
                  </a:cubicBezTo>
                  <a:cubicBezTo>
                    <a:pt x="5380" y="9888"/>
                    <a:pt x="5409" y="9882"/>
                    <a:pt x="5438" y="9882"/>
                  </a:cubicBezTo>
                  <a:cubicBezTo>
                    <a:pt x="5523" y="9882"/>
                    <a:pt x="5606" y="9934"/>
                    <a:pt x="5637" y="10020"/>
                  </a:cubicBezTo>
                  <a:cubicBezTo>
                    <a:pt x="5887" y="10667"/>
                    <a:pt x="6506" y="11100"/>
                    <a:pt x="7199" y="11114"/>
                  </a:cubicBezTo>
                  <a:cubicBezTo>
                    <a:pt x="7210" y="11114"/>
                    <a:pt x="7222" y="11114"/>
                    <a:pt x="7233" y="11114"/>
                  </a:cubicBezTo>
                  <a:cubicBezTo>
                    <a:pt x="7916" y="11114"/>
                    <a:pt x="8532" y="10706"/>
                    <a:pt x="8802" y="10080"/>
                  </a:cubicBezTo>
                  <a:cubicBezTo>
                    <a:pt x="8836" y="10001"/>
                    <a:pt x="8915" y="9952"/>
                    <a:pt x="8998" y="9952"/>
                  </a:cubicBezTo>
                  <a:cubicBezTo>
                    <a:pt x="9018" y="9952"/>
                    <a:pt x="9039" y="9954"/>
                    <a:pt x="9059" y="9961"/>
                  </a:cubicBezTo>
                  <a:cubicBezTo>
                    <a:pt x="9228" y="10017"/>
                    <a:pt x="9403" y="10045"/>
                    <a:pt x="9583" y="10045"/>
                  </a:cubicBezTo>
                  <a:cubicBezTo>
                    <a:pt x="10916" y="10045"/>
                    <a:pt x="11897" y="8515"/>
                    <a:pt x="10856" y="7112"/>
                  </a:cubicBezTo>
                  <a:cubicBezTo>
                    <a:pt x="10842" y="7091"/>
                    <a:pt x="10821" y="7077"/>
                    <a:pt x="10800" y="7063"/>
                  </a:cubicBezTo>
                  <a:cubicBezTo>
                    <a:pt x="10389" y="6759"/>
                    <a:pt x="9967" y="6628"/>
                    <a:pt x="9577" y="6628"/>
                  </a:cubicBezTo>
                  <a:cubicBezTo>
                    <a:pt x="8874" y="6628"/>
                    <a:pt x="8271" y="7053"/>
                    <a:pt x="8011" y="7661"/>
                  </a:cubicBezTo>
                  <a:cubicBezTo>
                    <a:pt x="7977" y="7742"/>
                    <a:pt x="7899" y="7790"/>
                    <a:pt x="7815" y="7790"/>
                  </a:cubicBezTo>
                  <a:cubicBezTo>
                    <a:pt x="7794" y="7790"/>
                    <a:pt x="7772" y="7787"/>
                    <a:pt x="7751" y="7780"/>
                  </a:cubicBezTo>
                  <a:cubicBezTo>
                    <a:pt x="7580" y="7724"/>
                    <a:pt x="7404" y="7696"/>
                    <a:pt x="7227" y="7696"/>
                  </a:cubicBezTo>
                  <a:cubicBezTo>
                    <a:pt x="6995" y="7696"/>
                    <a:pt x="6764" y="7744"/>
                    <a:pt x="6548" y="7840"/>
                  </a:cubicBezTo>
                  <a:cubicBezTo>
                    <a:pt x="6520" y="7853"/>
                    <a:pt x="6490" y="7859"/>
                    <a:pt x="6460" y="7859"/>
                  </a:cubicBezTo>
                  <a:cubicBezTo>
                    <a:pt x="6374" y="7859"/>
                    <a:pt x="6291" y="7807"/>
                    <a:pt x="6260" y="7721"/>
                  </a:cubicBezTo>
                  <a:cubicBezTo>
                    <a:pt x="6182" y="7527"/>
                    <a:pt x="6073" y="7348"/>
                    <a:pt x="5933" y="7193"/>
                  </a:cubicBezTo>
                  <a:cubicBezTo>
                    <a:pt x="5862" y="7112"/>
                    <a:pt x="5862" y="6993"/>
                    <a:pt x="5933" y="6912"/>
                  </a:cubicBezTo>
                  <a:cubicBezTo>
                    <a:pt x="6552" y="6230"/>
                    <a:pt x="6513" y="5178"/>
                    <a:pt x="5845" y="4538"/>
                  </a:cubicBezTo>
                  <a:cubicBezTo>
                    <a:pt x="5757" y="4454"/>
                    <a:pt x="5757" y="4310"/>
                    <a:pt x="5845" y="4225"/>
                  </a:cubicBezTo>
                  <a:cubicBezTo>
                    <a:pt x="6432" y="3663"/>
                    <a:pt x="6618" y="2696"/>
                    <a:pt x="5940" y="1774"/>
                  </a:cubicBezTo>
                  <a:cubicBezTo>
                    <a:pt x="5926" y="1753"/>
                    <a:pt x="5908" y="1736"/>
                    <a:pt x="5887" y="1722"/>
                  </a:cubicBezTo>
                  <a:cubicBezTo>
                    <a:pt x="5475" y="1414"/>
                    <a:pt x="5054" y="1283"/>
                    <a:pt x="4663" y="1283"/>
                  </a:cubicBezTo>
                  <a:cubicBezTo>
                    <a:pt x="4504" y="1283"/>
                    <a:pt x="4349" y="1305"/>
                    <a:pt x="4203" y="1345"/>
                  </a:cubicBezTo>
                  <a:cubicBezTo>
                    <a:pt x="4183" y="1351"/>
                    <a:pt x="4163" y="1354"/>
                    <a:pt x="4144" y="1354"/>
                  </a:cubicBezTo>
                  <a:cubicBezTo>
                    <a:pt x="4053" y="1354"/>
                    <a:pt x="3971" y="1295"/>
                    <a:pt x="3942" y="1205"/>
                  </a:cubicBezTo>
                  <a:cubicBezTo>
                    <a:pt x="3728" y="508"/>
                    <a:pt x="3080" y="1"/>
                    <a:pt x="2313" y="1"/>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84"/>
            <p:cNvSpPr/>
            <p:nvPr/>
          </p:nvSpPr>
          <p:spPr>
            <a:xfrm>
              <a:off x="3109024" y="2968107"/>
              <a:ext cx="283252" cy="253711"/>
            </a:xfrm>
            <a:custGeom>
              <a:rect b="b" l="l" r="r" t="t"/>
              <a:pathLst>
                <a:path extrusionOk="0" h="9679" w="10806">
                  <a:moveTo>
                    <a:pt x="175" y="1"/>
                  </a:moveTo>
                  <a:lnTo>
                    <a:pt x="175" y="1"/>
                  </a:lnTo>
                  <a:cubicBezTo>
                    <a:pt x="0" y="1073"/>
                    <a:pt x="845" y="1987"/>
                    <a:pt x="1857" y="1987"/>
                  </a:cubicBezTo>
                  <a:cubicBezTo>
                    <a:pt x="2008" y="1987"/>
                    <a:pt x="2162" y="1967"/>
                    <a:pt x="2316" y="1924"/>
                  </a:cubicBezTo>
                  <a:cubicBezTo>
                    <a:pt x="2337" y="1919"/>
                    <a:pt x="2357" y="1916"/>
                    <a:pt x="2377" y="1916"/>
                  </a:cubicBezTo>
                  <a:cubicBezTo>
                    <a:pt x="2467" y="1916"/>
                    <a:pt x="2548" y="1972"/>
                    <a:pt x="2577" y="2061"/>
                  </a:cubicBezTo>
                  <a:cubicBezTo>
                    <a:pt x="2665" y="2339"/>
                    <a:pt x="2819" y="2589"/>
                    <a:pt x="3027" y="2789"/>
                  </a:cubicBezTo>
                  <a:cubicBezTo>
                    <a:pt x="3118" y="2874"/>
                    <a:pt x="3118" y="3018"/>
                    <a:pt x="3027" y="3102"/>
                  </a:cubicBezTo>
                  <a:cubicBezTo>
                    <a:pt x="2362" y="3739"/>
                    <a:pt x="2323" y="4794"/>
                    <a:pt x="2939" y="5476"/>
                  </a:cubicBezTo>
                  <a:cubicBezTo>
                    <a:pt x="3013" y="5557"/>
                    <a:pt x="3013" y="5680"/>
                    <a:pt x="2939" y="5757"/>
                  </a:cubicBezTo>
                  <a:cubicBezTo>
                    <a:pt x="2429" y="6327"/>
                    <a:pt x="2292" y="7234"/>
                    <a:pt x="2925" y="8106"/>
                  </a:cubicBezTo>
                  <a:lnTo>
                    <a:pt x="2981" y="8162"/>
                  </a:lnTo>
                  <a:cubicBezTo>
                    <a:pt x="3396" y="8476"/>
                    <a:pt x="3818" y="8609"/>
                    <a:pt x="4209" y="8609"/>
                  </a:cubicBezTo>
                  <a:cubicBezTo>
                    <a:pt x="4453" y="8609"/>
                    <a:pt x="4684" y="8557"/>
                    <a:pt x="4894" y="8465"/>
                  </a:cubicBezTo>
                  <a:cubicBezTo>
                    <a:pt x="4923" y="8452"/>
                    <a:pt x="4952" y="8446"/>
                    <a:pt x="4981" y="8446"/>
                  </a:cubicBezTo>
                  <a:cubicBezTo>
                    <a:pt x="5067" y="8446"/>
                    <a:pt x="5148" y="8498"/>
                    <a:pt x="5182" y="8584"/>
                  </a:cubicBezTo>
                  <a:lnTo>
                    <a:pt x="5182" y="8588"/>
                  </a:lnTo>
                  <a:cubicBezTo>
                    <a:pt x="5432" y="9231"/>
                    <a:pt x="6047" y="9664"/>
                    <a:pt x="6740" y="9678"/>
                  </a:cubicBezTo>
                  <a:cubicBezTo>
                    <a:pt x="6749" y="9678"/>
                    <a:pt x="6758" y="9678"/>
                    <a:pt x="6767" y="9678"/>
                  </a:cubicBezTo>
                  <a:cubicBezTo>
                    <a:pt x="7449" y="9678"/>
                    <a:pt x="8066" y="9276"/>
                    <a:pt x="8337" y="8648"/>
                  </a:cubicBezTo>
                  <a:cubicBezTo>
                    <a:pt x="8373" y="8566"/>
                    <a:pt x="8454" y="8514"/>
                    <a:pt x="8541" y="8514"/>
                  </a:cubicBezTo>
                  <a:cubicBezTo>
                    <a:pt x="8563" y="8514"/>
                    <a:pt x="8585" y="8518"/>
                    <a:pt x="8607" y="8525"/>
                  </a:cubicBezTo>
                  <a:cubicBezTo>
                    <a:pt x="8773" y="8581"/>
                    <a:pt x="8948" y="8609"/>
                    <a:pt x="9124" y="8609"/>
                  </a:cubicBezTo>
                  <a:cubicBezTo>
                    <a:pt x="9951" y="8609"/>
                    <a:pt x="10657" y="8015"/>
                    <a:pt x="10805" y="7203"/>
                  </a:cubicBezTo>
                  <a:lnTo>
                    <a:pt x="10805" y="7203"/>
                  </a:lnTo>
                  <a:cubicBezTo>
                    <a:pt x="10482" y="7554"/>
                    <a:pt x="10028" y="7755"/>
                    <a:pt x="9550" y="7755"/>
                  </a:cubicBezTo>
                  <a:cubicBezTo>
                    <a:pt x="9483" y="7755"/>
                    <a:pt x="9420" y="7751"/>
                    <a:pt x="9353" y="7744"/>
                  </a:cubicBezTo>
                  <a:cubicBezTo>
                    <a:pt x="9325" y="7741"/>
                    <a:pt x="9297" y="7739"/>
                    <a:pt x="9270" y="7739"/>
                  </a:cubicBezTo>
                  <a:cubicBezTo>
                    <a:pt x="9059" y="7739"/>
                    <a:pt x="8857" y="7832"/>
                    <a:pt x="8723" y="7997"/>
                  </a:cubicBezTo>
                  <a:cubicBezTo>
                    <a:pt x="8597" y="8145"/>
                    <a:pt x="8446" y="8271"/>
                    <a:pt x="8277" y="8370"/>
                  </a:cubicBezTo>
                  <a:cubicBezTo>
                    <a:pt x="8017" y="8528"/>
                    <a:pt x="7718" y="8609"/>
                    <a:pt x="7415" y="8609"/>
                  </a:cubicBezTo>
                  <a:cubicBezTo>
                    <a:pt x="7413" y="8609"/>
                    <a:pt x="7410" y="8609"/>
                    <a:pt x="7408" y="8609"/>
                  </a:cubicBezTo>
                  <a:cubicBezTo>
                    <a:pt x="6630" y="8609"/>
                    <a:pt x="5952" y="8083"/>
                    <a:pt x="5759" y="7329"/>
                  </a:cubicBezTo>
                  <a:cubicBezTo>
                    <a:pt x="5731" y="7215"/>
                    <a:pt x="5598" y="7103"/>
                    <a:pt x="5460" y="7103"/>
                  </a:cubicBezTo>
                  <a:cubicBezTo>
                    <a:pt x="5342" y="7103"/>
                    <a:pt x="5219" y="7185"/>
                    <a:pt x="5154" y="7421"/>
                  </a:cubicBezTo>
                  <a:cubicBezTo>
                    <a:pt x="5105" y="7592"/>
                    <a:pt x="4939" y="7721"/>
                    <a:pt x="4764" y="7721"/>
                  </a:cubicBezTo>
                  <a:cubicBezTo>
                    <a:pt x="4738" y="7721"/>
                    <a:pt x="4712" y="7718"/>
                    <a:pt x="4687" y="7712"/>
                  </a:cubicBezTo>
                  <a:cubicBezTo>
                    <a:pt x="4082" y="7575"/>
                    <a:pt x="3600" y="7122"/>
                    <a:pt x="3424" y="6527"/>
                  </a:cubicBezTo>
                  <a:cubicBezTo>
                    <a:pt x="3354" y="6285"/>
                    <a:pt x="3533" y="6042"/>
                    <a:pt x="3786" y="6042"/>
                  </a:cubicBezTo>
                  <a:lnTo>
                    <a:pt x="4208" y="6042"/>
                  </a:lnTo>
                  <a:cubicBezTo>
                    <a:pt x="4767" y="6042"/>
                    <a:pt x="5288" y="5771"/>
                    <a:pt x="5608" y="5314"/>
                  </a:cubicBezTo>
                  <a:lnTo>
                    <a:pt x="5608" y="5314"/>
                  </a:lnTo>
                  <a:cubicBezTo>
                    <a:pt x="5432" y="5373"/>
                    <a:pt x="5250" y="5402"/>
                    <a:pt x="5067" y="5402"/>
                  </a:cubicBezTo>
                  <a:cubicBezTo>
                    <a:pt x="4921" y="5402"/>
                    <a:pt x="4774" y="5383"/>
                    <a:pt x="4630" y="5346"/>
                  </a:cubicBezTo>
                  <a:cubicBezTo>
                    <a:pt x="4029" y="5188"/>
                    <a:pt x="3558" y="4713"/>
                    <a:pt x="3407" y="4108"/>
                  </a:cubicBezTo>
                  <a:cubicBezTo>
                    <a:pt x="3347" y="3872"/>
                    <a:pt x="3340" y="3630"/>
                    <a:pt x="3382" y="3391"/>
                  </a:cubicBezTo>
                  <a:cubicBezTo>
                    <a:pt x="3405" y="3265"/>
                    <a:pt x="3516" y="3179"/>
                    <a:pt x="3637" y="3179"/>
                  </a:cubicBezTo>
                  <a:cubicBezTo>
                    <a:pt x="3662" y="3179"/>
                    <a:pt x="3687" y="3182"/>
                    <a:pt x="3712" y="3190"/>
                  </a:cubicBezTo>
                  <a:cubicBezTo>
                    <a:pt x="3877" y="3241"/>
                    <a:pt x="4045" y="3266"/>
                    <a:pt x="4212" y="3266"/>
                  </a:cubicBezTo>
                  <a:cubicBezTo>
                    <a:pt x="4659" y="3266"/>
                    <a:pt x="5095" y="3089"/>
                    <a:pt x="5418" y="2761"/>
                  </a:cubicBezTo>
                  <a:lnTo>
                    <a:pt x="5436" y="2744"/>
                  </a:lnTo>
                  <a:cubicBezTo>
                    <a:pt x="5534" y="2642"/>
                    <a:pt x="5622" y="2526"/>
                    <a:pt x="5692" y="2403"/>
                  </a:cubicBezTo>
                  <a:lnTo>
                    <a:pt x="5692" y="2403"/>
                  </a:lnTo>
                  <a:cubicBezTo>
                    <a:pt x="5424" y="2555"/>
                    <a:pt x="5135" y="2626"/>
                    <a:pt x="4852" y="2626"/>
                  </a:cubicBezTo>
                  <a:cubicBezTo>
                    <a:pt x="4129" y="2626"/>
                    <a:pt x="3442" y="2163"/>
                    <a:pt x="3217" y="1407"/>
                  </a:cubicBezTo>
                  <a:cubicBezTo>
                    <a:pt x="3180" y="1288"/>
                    <a:pt x="3070" y="1205"/>
                    <a:pt x="2949" y="1205"/>
                  </a:cubicBezTo>
                  <a:cubicBezTo>
                    <a:pt x="2932" y="1205"/>
                    <a:pt x="2914" y="1207"/>
                    <a:pt x="2897" y="1210"/>
                  </a:cubicBezTo>
                  <a:cubicBezTo>
                    <a:pt x="2759" y="1235"/>
                    <a:pt x="2630" y="1259"/>
                    <a:pt x="2476" y="1259"/>
                  </a:cubicBezTo>
                  <a:cubicBezTo>
                    <a:pt x="2364" y="1259"/>
                    <a:pt x="2237" y="1246"/>
                    <a:pt x="2084" y="1210"/>
                  </a:cubicBezTo>
                  <a:cubicBezTo>
                    <a:pt x="1413" y="1049"/>
                    <a:pt x="998" y="363"/>
                    <a:pt x="998" y="363"/>
                  </a:cubicBezTo>
                  <a:lnTo>
                    <a:pt x="175"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84"/>
            <p:cNvSpPr/>
            <p:nvPr/>
          </p:nvSpPr>
          <p:spPr>
            <a:xfrm>
              <a:off x="3045668" y="2936128"/>
              <a:ext cx="85479" cy="89621"/>
            </a:xfrm>
            <a:custGeom>
              <a:rect b="b" l="l" r="r" t="t"/>
              <a:pathLst>
                <a:path extrusionOk="0" h="3419" w="3261">
                  <a:moveTo>
                    <a:pt x="1632" y="1"/>
                  </a:moveTo>
                  <a:cubicBezTo>
                    <a:pt x="732" y="1"/>
                    <a:pt x="0" y="767"/>
                    <a:pt x="0" y="1710"/>
                  </a:cubicBezTo>
                  <a:cubicBezTo>
                    <a:pt x="0" y="2656"/>
                    <a:pt x="732" y="3419"/>
                    <a:pt x="1632" y="3419"/>
                  </a:cubicBezTo>
                  <a:cubicBezTo>
                    <a:pt x="2532" y="3419"/>
                    <a:pt x="3260" y="2656"/>
                    <a:pt x="3260" y="1710"/>
                  </a:cubicBezTo>
                  <a:cubicBezTo>
                    <a:pt x="3260" y="767"/>
                    <a:pt x="2532" y="1"/>
                    <a:pt x="1632"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84"/>
            <p:cNvSpPr/>
            <p:nvPr/>
          </p:nvSpPr>
          <p:spPr>
            <a:xfrm>
              <a:off x="3045563" y="2941004"/>
              <a:ext cx="80866" cy="84850"/>
            </a:xfrm>
            <a:custGeom>
              <a:rect b="b" l="l" r="r" t="t"/>
              <a:pathLst>
                <a:path extrusionOk="0" h="3237" w="3085">
                  <a:moveTo>
                    <a:pt x="897" y="1"/>
                  </a:moveTo>
                  <a:lnTo>
                    <a:pt x="897" y="1"/>
                  </a:lnTo>
                  <a:cubicBezTo>
                    <a:pt x="342" y="307"/>
                    <a:pt x="1" y="891"/>
                    <a:pt x="4" y="1524"/>
                  </a:cubicBezTo>
                  <a:cubicBezTo>
                    <a:pt x="4" y="2470"/>
                    <a:pt x="736" y="3236"/>
                    <a:pt x="1636" y="3236"/>
                  </a:cubicBezTo>
                  <a:cubicBezTo>
                    <a:pt x="2269" y="3236"/>
                    <a:pt x="2817" y="2853"/>
                    <a:pt x="3085" y="2301"/>
                  </a:cubicBezTo>
                  <a:lnTo>
                    <a:pt x="3085" y="2301"/>
                  </a:lnTo>
                  <a:cubicBezTo>
                    <a:pt x="2860" y="2420"/>
                    <a:pt x="2606" y="2487"/>
                    <a:pt x="2350" y="2487"/>
                  </a:cubicBezTo>
                  <a:cubicBezTo>
                    <a:pt x="1450" y="2487"/>
                    <a:pt x="718" y="1721"/>
                    <a:pt x="718" y="778"/>
                  </a:cubicBezTo>
                  <a:cubicBezTo>
                    <a:pt x="718" y="507"/>
                    <a:pt x="778" y="244"/>
                    <a:pt x="89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84"/>
            <p:cNvSpPr/>
            <p:nvPr/>
          </p:nvSpPr>
          <p:spPr>
            <a:xfrm>
              <a:off x="3073689" y="2958540"/>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84"/>
            <p:cNvSpPr/>
            <p:nvPr/>
          </p:nvSpPr>
          <p:spPr>
            <a:xfrm>
              <a:off x="3062890" y="2953271"/>
              <a:ext cx="38480" cy="32975"/>
            </a:xfrm>
            <a:custGeom>
              <a:rect b="b" l="l" r="r" t="t"/>
              <a:pathLst>
                <a:path extrusionOk="0" h="1258" w="1468">
                  <a:moveTo>
                    <a:pt x="840" y="401"/>
                  </a:moveTo>
                  <a:cubicBezTo>
                    <a:pt x="957" y="401"/>
                    <a:pt x="1070" y="492"/>
                    <a:pt x="1070" y="630"/>
                  </a:cubicBezTo>
                  <a:cubicBezTo>
                    <a:pt x="1066" y="757"/>
                    <a:pt x="968" y="855"/>
                    <a:pt x="841" y="859"/>
                  </a:cubicBezTo>
                  <a:cubicBezTo>
                    <a:pt x="637" y="859"/>
                    <a:pt x="535" y="613"/>
                    <a:pt x="680" y="468"/>
                  </a:cubicBezTo>
                  <a:cubicBezTo>
                    <a:pt x="726" y="422"/>
                    <a:pt x="784" y="401"/>
                    <a:pt x="840" y="401"/>
                  </a:cubicBezTo>
                  <a:close/>
                  <a:moveTo>
                    <a:pt x="841" y="1"/>
                  </a:moveTo>
                  <a:cubicBezTo>
                    <a:pt x="282" y="1"/>
                    <a:pt x="1" y="679"/>
                    <a:pt x="398" y="1073"/>
                  </a:cubicBezTo>
                  <a:cubicBezTo>
                    <a:pt x="526" y="1201"/>
                    <a:pt x="683" y="1258"/>
                    <a:pt x="837" y="1258"/>
                  </a:cubicBezTo>
                  <a:cubicBezTo>
                    <a:pt x="1158" y="1258"/>
                    <a:pt x="1467" y="1008"/>
                    <a:pt x="1467" y="630"/>
                  </a:cubicBezTo>
                  <a:cubicBezTo>
                    <a:pt x="1467" y="282"/>
                    <a:pt x="1186" y="4"/>
                    <a:pt x="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84"/>
            <p:cNvSpPr/>
            <p:nvPr/>
          </p:nvSpPr>
          <p:spPr>
            <a:xfrm>
              <a:off x="3030832" y="2903048"/>
              <a:ext cx="374813" cy="344118"/>
            </a:xfrm>
            <a:custGeom>
              <a:rect b="b" l="l" r="r" t="t"/>
              <a:pathLst>
                <a:path extrusionOk="0" h="13128" w="14299">
                  <a:moveTo>
                    <a:pt x="5314" y="6671"/>
                  </a:moveTo>
                  <a:lnTo>
                    <a:pt x="5314" y="6671"/>
                  </a:lnTo>
                  <a:cubicBezTo>
                    <a:pt x="5310" y="6703"/>
                    <a:pt x="5310" y="6734"/>
                    <a:pt x="5310" y="6766"/>
                  </a:cubicBezTo>
                  <a:cubicBezTo>
                    <a:pt x="5310" y="6899"/>
                    <a:pt x="5324" y="7033"/>
                    <a:pt x="5352" y="7167"/>
                  </a:cubicBezTo>
                  <a:lnTo>
                    <a:pt x="4934" y="7033"/>
                  </a:lnTo>
                  <a:cubicBezTo>
                    <a:pt x="4856" y="7005"/>
                    <a:pt x="4849" y="6896"/>
                    <a:pt x="4923" y="6857"/>
                  </a:cubicBezTo>
                  <a:lnTo>
                    <a:pt x="5314" y="6671"/>
                  </a:lnTo>
                  <a:close/>
                  <a:moveTo>
                    <a:pt x="5630" y="10395"/>
                  </a:moveTo>
                  <a:cubicBezTo>
                    <a:pt x="5718" y="10539"/>
                    <a:pt x="5830" y="10669"/>
                    <a:pt x="5954" y="10785"/>
                  </a:cubicBezTo>
                  <a:lnTo>
                    <a:pt x="5521" y="10922"/>
                  </a:lnTo>
                  <a:cubicBezTo>
                    <a:pt x="5511" y="10925"/>
                    <a:pt x="5501" y="10927"/>
                    <a:pt x="5492" y="10927"/>
                  </a:cubicBezTo>
                  <a:cubicBezTo>
                    <a:pt x="5422" y="10927"/>
                    <a:pt x="5371" y="10850"/>
                    <a:pt x="5408" y="10782"/>
                  </a:cubicBezTo>
                  <a:lnTo>
                    <a:pt x="5630" y="10395"/>
                  </a:lnTo>
                  <a:close/>
                  <a:moveTo>
                    <a:pt x="13039" y="11049"/>
                  </a:moveTo>
                  <a:lnTo>
                    <a:pt x="13060" y="11344"/>
                  </a:lnTo>
                  <a:cubicBezTo>
                    <a:pt x="13064" y="11383"/>
                    <a:pt x="13043" y="11422"/>
                    <a:pt x="13004" y="11439"/>
                  </a:cubicBezTo>
                  <a:lnTo>
                    <a:pt x="13004" y="11436"/>
                  </a:lnTo>
                  <a:cubicBezTo>
                    <a:pt x="12990" y="11443"/>
                    <a:pt x="12974" y="11446"/>
                    <a:pt x="12959" y="11446"/>
                  </a:cubicBezTo>
                  <a:cubicBezTo>
                    <a:pt x="12937" y="11446"/>
                    <a:pt x="12915" y="11438"/>
                    <a:pt x="12899" y="11422"/>
                  </a:cubicBezTo>
                  <a:lnTo>
                    <a:pt x="12666" y="11207"/>
                  </a:lnTo>
                  <a:cubicBezTo>
                    <a:pt x="12797" y="11168"/>
                    <a:pt x="12920" y="11116"/>
                    <a:pt x="13039" y="11049"/>
                  </a:cubicBezTo>
                  <a:close/>
                  <a:moveTo>
                    <a:pt x="4906" y="1294"/>
                  </a:moveTo>
                  <a:cubicBezTo>
                    <a:pt x="5585" y="1294"/>
                    <a:pt x="6250" y="1749"/>
                    <a:pt x="6397" y="2525"/>
                  </a:cubicBezTo>
                  <a:cubicBezTo>
                    <a:pt x="6393" y="2595"/>
                    <a:pt x="6386" y="2669"/>
                    <a:pt x="6372" y="2740"/>
                  </a:cubicBezTo>
                  <a:cubicBezTo>
                    <a:pt x="6351" y="2849"/>
                    <a:pt x="6425" y="2951"/>
                    <a:pt x="6534" y="2972"/>
                  </a:cubicBezTo>
                  <a:cubicBezTo>
                    <a:pt x="6544" y="2975"/>
                    <a:pt x="6555" y="2975"/>
                    <a:pt x="6569" y="2975"/>
                  </a:cubicBezTo>
                  <a:cubicBezTo>
                    <a:pt x="6664" y="2975"/>
                    <a:pt x="6748" y="2905"/>
                    <a:pt x="6766" y="2810"/>
                  </a:cubicBezTo>
                  <a:cubicBezTo>
                    <a:pt x="6776" y="2747"/>
                    <a:pt x="6783" y="2694"/>
                    <a:pt x="6787" y="2648"/>
                  </a:cubicBezTo>
                  <a:cubicBezTo>
                    <a:pt x="6945" y="2596"/>
                    <a:pt x="7106" y="2570"/>
                    <a:pt x="7264" y="2570"/>
                  </a:cubicBezTo>
                  <a:cubicBezTo>
                    <a:pt x="7807" y="2570"/>
                    <a:pt x="8324" y="2864"/>
                    <a:pt x="8591" y="3362"/>
                  </a:cubicBezTo>
                  <a:cubicBezTo>
                    <a:pt x="8939" y="4009"/>
                    <a:pt x="8770" y="4811"/>
                    <a:pt x="8193" y="5264"/>
                  </a:cubicBezTo>
                  <a:cubicBezTo>
                    <a:pt x="8130" y="5289"/>
                    <a:pt x="8067" y="5310"/>
                    <a:pt x="8004" y="5328"/>
                  </a:cubicBezTo>
                  <a:cubicBezTo>
                    <a:pt x="7763" y="5395"/>
                    <a:pt x="7838" y="5725"/>
                    <a:pt x="8047" y="5725"/>
                  </a:cubicBezTo>
                  <a:cubicBezTo>
                    <a:pt x="8068" y="5725"/>
                    <a:pt x="8090" y="5721"/>
                    <a:pt x="8113" y="5714"/>
                  </a:cubicBezTo>
                  <a:cubicBezTo>
                    <a:pt x="8158" y="5700"/>
                    <a:pt x="8208" y="5686"/>
                    <a:pt x="8253" y="5669"/>
                  </a:cubicBezTo>
                  <a:lnTo>
                    <a:pt x="8253" y="5669"/>
                  </a:lnTo>
                  <a:cubicBezTo>
                    <a:pt x="8897" y="6274"/>
                    <a:pt x="8886" y="7304"/>
                    <a:pt x="8225" y="7891"/>
                  </a:cubicBezTo>
                  <a:cubicBezTo>
                    <a:pt x="8172" y="7912"/>
                    <a:pt x="8116" y="7933"/>
                    <a:pt x="8063" y="7951"/>
                  </a:cubicBezTo>
                  <a:cubicBezTo>
                    <a:pt x="7828" y="8020"/>
                    <a:pt x="7907" y="8345"/>
                    <a:pt x="8112" y="8345"/>
                  </a:cubicBezTo>
                  <a:cubicBezTo>
                    <a:pt x="8136" y="8345"/>
                    <a:pt x="8162" y="8341"/>
                    <a:pt x="8190" y="8331"/>
                  </a:cubicBezTo>
                  <a:cubicBezTo>
                    <a:pt x="8222" y="8320"/>
                    <a:pt x="8257" y="8306"/>
                    <a:pt x="8288" y="8296"/>
                  </a:cubicBezTo>
                  <a:cubicBezTo>
                    <a:pt x="8482" y="8482"/>
                    <a:pt x="8623" y="8717"/>
                    <a:pt x="8696" y="8978"/>
                  </a:cubicBezTo>
                  <a:cubicBezTo>
                    <a:pt x="8700" y="9048"/>
                    <a:pt x="8700" y="9118"/>
                    <a:pt x="8696" y="9189"/>
                  </a:cubicBezTo>
                  <a:cubicBezTo>
                    <a:pt x="8693" y="9298"/>
                    <a:pt x="8777" y="9393"/>
                    <a:pt x="8886" y="9400"/>
                  </a:cubicBezTo>
                  <a:lnTo>
                    <a:pt x="8897" y="9400"/>
                  </a:lnTo>
                  <a:cubicBezTo>
                    <a:pt x="9002" y="9396"/>
                    <a:pt x="9090" y="9315"/>
                    <a:pt x="9097" y="9206"/>
                  </a:cubicBezTo>
                  <a:cubicBezTo>
                    <a:pt x="9097" y="9164"/>
                    <a:pt x="9101" y="9115"/>
                    <a:pt x="9101" y="9069"/>
                  </a:cubicBezTo>
                  <a:cubicBezTo>
                    <a:pt x="9291" y="8988"/>
                    <a:pt x="9495" y="8943"/>
                    <a:pt x="9702" y="8943"/>
                  </a:cubicBezTo>
                  <a:cubicBezTo>
                    <a:pt x="9934" y="8943"/>
                    <a:pt x="10166" y="8999"/>
                    <a:pt x="10374" y="9104"/>
                  </a:cubicBezTo>
                  <a:lnTo>
                    <a:pt x="10381" y="9104"/>
                  </a:lnTo>
                  <a:cubicBezTo>
                    <a:pt x="10486" y="9161"/>
                    <a:pt x="10581" y="9227"/>
                    <a:pt x="10669" y="9308"/>
                  </a:cubicBezTo>
                  <a:cubicBezTo>
                    <a:pt x="10713" y="9351"/>
                    <a:pt x="10761" y="9368"/>
                    <a:pt x="10806" y="9368"/>
                  </a:cubicBezTo>
                  <a:cubicBezTo>
                    <a:pt x="10966" y="9368"/>
                    <a:pt x="11098" y="9152"/>
                    <a:pt x="10936" y="9013"/>
                  </a:cubicBezTo>
                  <a:cubicBezTo>
                    <a:pt x="10862" y="8946"/>
                    <a:pt x="10785" y="8886"/>
                    <a:pt x="10704" y="8830"/>
                  </a:cubicBezTo>
                  <a:cubicBezTo>
                    <a:pt x="10950" y="8207"/>
                    <a:pt x="11527" y="7877"/>
                    <a:pt x="12110" y="7877"/>
                  </a:cubicBezTo>
                  <a:cubicBezTo>
                    <a:pt x="12579" y="7877"/>
                    <a:pt x="13051" y="8091"/>
                    <a:pt x="13356" y="8538"/>
                  </a:cubicBezTo>
                  <a:cubicBezTo>
                    <a:pt x="14038" y="9537"/>
                    <a:pt x="13320" y="10894"/>
                    <a:pt x="12107" y="10894"/>
                  </a:cubicBezTo>
                  <a:cubicBezTo>
                    <a:pt x="11921" y="10894"/>
                    <a:pt x="11738" y="10859"/>
                    <a:pt x="11566" y="10792"/>
                  </a:cubicBezTo>
                  <a:cubicBezTo>
                    <a:pt x="11597" y="10486"/>
                    <a:pt x="11573" y="10180"/>
                    <a:pt x="11488" y="9885"/>
                  </a:cubicBezTo>
                  <a:cubicBezTo>
                    <a:pt x="11457" y="9787"/>
                    <a:pt x="11380" y="9745"/>
                    <a:pt x="11303" y="9745"/>
                  </a:cubicBezTo>
                  <a:cubicBezTo>
                    <a:pt x="11184" y="9745"/>
                    <a:pt x="11062" y="9847"/>
                    <a:pt x="11105" y="10001"/>
                  </a:cubicBezTo>
                  <a:cubicBezTo>
                    <a:pt x="11186" y="10282"/>
                    <a:pt x="11200" y="10581"/>
                    <a:pt x="11151" y="10873"/>
                  </a:cubicBezTo>
                  <a:cubicBezTo>
                    <a:pt x="10964" y="11517"/>
                    <a:pt x="10374" y="11960"/>
                    <a:pt x="9702" y="11960"/>
                  </a:cubicBezTo>
                  <a:cubicBezTo>
                    <a:pt x="9066" y="11960"/>
                    <a:pt x="8499" y="11559"/>
                    <a:pt x="8281" y="10961"/>
                  </a:cubicBezTo>
                  <a:cubicBezTo>
                    <a:pt x="8542" y="10725"/>
                    <a:pt x="8749" y="10441"/>
                    <a:pt x="8886" y="10121"/>
                  </a:cubicBezTo>
                  <a:cubicBezTo>
                    <a:pt x="8961" y="9959"/>
                    <a:pt x="8828" y="9832"/>
                    <a:pt x="8698" y="9832"/>
                  </a:cubicBezTo>
                  <a:cubicBezTo>
                    <a:pt x="8627" y="9832"/>
                    <a:pt x="8556" y="9870"/>
                    <a:pt x="8521" y="9959"/>
                  </a:cubicBezTo>
                  <a:cubicBezTo>
                    <a:pt x="8394" y="10254"/>
                    <a:pt x="8197" y="10514"/>
                    <a:pt x="7947" y="10718"/>
                  </a:cubicBezTo>
                  <a:cubicBezTo>
                    <a:pt x="7725" y="10836"/>
                    <a:pt x="7483" y="10893"/>
                    <a:pt x="7245" y="10893"/>
                  </a:cubicBezTo>
                  <a:cubicBezTo>
                    <a:pt x="6780" y="10893"/>
                    <a:pt x="6324" y="10678"/>
                    <a:pt x="6031" y="10282"/>
                  </a:cubicBezTo>
                  <a:cubicBezTo>
                    <a:pt x="5588" y="9681"/>
                    <a:pt x="5651" y="8848"/>
                    <a:pt x="6175" y="8320"/>
                  </a:cubicBezTo>
                  <a:cubicBezTo>
                    <a:pt x="6483" y="8436"/>
                    <a:pt x="6810" y="8496"/>
                    <a:pt x="7139" y="8496"/>
                  </a:cubicBezTo>
                  <a:cubicBezTo>
                    <a:pt x="7148" y="8496"/>
                    <a:pt x="7157" y="8496"/>
                    <a:pt x="7167" y="8496"/>
                  </a:cubicBezTo>
                  <a:cubicBezTo>
                    <a:pt x="7212" y="8496"/>
                    <a:pt x="7262" y="8496"/>
                    <a:pt x="7307" y="8492"/>
                  </a:cubicBezTo>
                  <a:cubicBezTo>
                    <a:pt x="7420" y="8489"/>
                    <a:pt x="7508" y="8397"/>
                    <a:pt x="7501" y="8285"/>
                  </a:cubicBezTo>
                  <a:cubicBezTo>
                    <a:pt x="7497" y="8177"/>
                    <a:pt x="7410" y="8095"/>
                    <a:pt x="7303" y="8095"/>
                  </a:cubicBezTo>
                  <a:cubicBezTo>
                    <a:pt x="7299" y="8095"/>
                    <a:pt x="7294" y="8095"/>
                    <a:pt x="7290" y="8095"/>
                  </a:cubicBezTo>
                  <a:cubicBezTo>
                    <a:pt x="7243" y="8098"/>
                    <a:pt x="7196" y="8099"/>
                    <a:pt x="7149" y="8099"/>
                  </a:cubicBezTo>
                  <a:cubicBezTo>
                    <a:pt x="6839" y="8099"/>
                    <a:pt x="6533" y="8038"/>
                    <a:pt x="6245" y="7919"/>
                  </a:cubicBezTo>
                  <a:cubicBezTo>
                    <a:pt x="5539" y="7325"/>
                    <a:pt x="5528" y="6238"/>
                    <a:pt x="6224" y="5634"/>
                  </a:cubicBezTo>
                  <a:lnTo>
                    <a:pt x="6224" y="5634"/>
                  </a:lnTo>
                  <a:cubicBezTo>
                    <a:pt x="6530" y="5743"/>
                    <a:pt x="6850" y="5802"/>
                    <a:pt x="7174" y="5820"/>
                  </a:cubicBezTo>
                  <a:lnTo>
                    <a:pt x="7184" y="5820"/>
                  </a:lnTo>
                  <a:cubicBezTo>
                    <a:pt x="7437" y="5813"/>
                    <a:pt x="7448" y="5433"/>
                    <a:pt x="7191" y="5419"/>
                  </a:cubicBezTo>
                  <a:cubicBezTo>
                    <a:pt x="6885" y="5405"/>
                    <a:pt x="6583" y="5342"/>
                    <a:pt x="6295" y="5229"/>
                  </a:cubicBezTo>
                  <a:cubicBezTo>
                    <a:pt x="6052" y="5029"/>
                    <a:pt x="5883" y="4754"/>
                    <a:pt x="5806" y="4452"/>
                  </a:cubicBezTo>
                  <a:cubicBezTo>
                    <a:pt x="6055" y="4223"/>
                    <a:pt x="6270" y="3963"/>
                    <a:pt x="6442" y="3671"/>
                  </a:cubicBezTo>
                  <a:cubicBezTo>
                    <a:pt x="6534" y="3514"/>
                    <a:pt x="6398" y="3370"/>
                    <a:pt x="6261" y="3370"/>
                  </a:cubicBezTo>
                  <a:cubicBezTo>
                    <a:pt x="6198" y="3370"/>
                    <a:pt x="6136" y="3400"/>
                    <a:pt x="6094" y="3471"/>
                  </a:cubicBezTo>
                  <a:cubicBezTo>
                    <a:pt x="5932" y="3749"/>
                    <a:pt x="5725" y="3995"/>
                    <a:pt x="5479" y="4206"/>
                  </a:cubicBezTo>
                  <a:cubicBezTo>
                    <a:pt x="5297" y="4280"/>
                    <a:pt x="5106" y="4316"/>
                    <a:pt x="4917" y="4316"/>
                  </a:cubicBezTo>
                  <a:cubicBezTo>
                    <a:pt x="4539" y="4316"/>
                    <a:pt x="4166" y="4172"/>
                    <a:pt x="3882" y="3900"/>
                  </a:cubicBezTo>
                  <a:cubicBezTo>
                    <a:pt x="3925" y="3605"/>
                    <a:pt x="3946" y="3309"/>
                    <a:pt x="3953" y="3010"/>
                  </a:cubicBezTo>
                  <a:cubicBezTo>
                    <a:pt x="3953" y="2876"/>
                    <a:pt x="3852" y="2809"/>
                    <a:pt x="3751" y="2809"/>
                  </a:cubicBezTo>
                  <a:cubicBezTo>
                    <a:pt x="3651" y="2809"/>
                    <a:pt x="3552" y="2875"/>
                    <a:pt x="3552" y="3007"/>
                  </a:cubicBezTo>
                  <a:cubicBezTo>
                    <a:pt x="3548" y="3302"/>
                    <a:pt x="3524" y="3598"/>
                    <a:pt x="3478" y="3889"/>
                  </a:cubicBezTo>
                  <a:cubicBezTo>
                    <a:pt x="3173" y="4289"/>
                    <a:pt x="2727" y="4481"/>
                    <a:pt x="2284" y="4481"/>
                  </a:cubicBezTo>
                  <a:cubicBezTo>
                    <a:pt x="1740" y="4481"/>
                    <a:pt x="1200" y="4192"/>
                    <a:pt x="929" y="3640"/>
                  </a:cubicBezTo>
                  <a:cubicBezTo>
                    <a:pt x="433" y="2638"/>
                    <a:pt x="1164" y="1463"/>
                    <a:pt x="2282" y="1463"/>
                  </a:cubicBezTo>
                  <a:cubicBezTo>
                    <a:pt x="2694" y="1463"/>
                    <a:pt x="3088" y="1632"/>
                    <a:pt x="3372" y="1934"/>
                  </a:cubicBezTo>
                  <a:cubicBezTo>
                    <a:pt x="3408" y="2008"/>
                    <a:pt x="3439" y="2089"/>
                    <a:pt x="3460" y="2170"/>
                  </a:cubicBezTo>
                  <a:cubicBezTo>
                    <a:pt x="3491" y="2267"/>
                    <a:pt x="3568" y="2309"/>
                    <a:pt x="3645" y="2309"/>
                  </a:cubicBezTo>
                  <a:cubicBezTo>
                    <a:pt x="3761" y="2309"/>
                    <a:pt x="3877" y="2214"/>
                    <a:pt x="3844" y="2064"/>
                  </a:cubicBezTo>
                  <a:cubicBezTo>
                    <a:pt x="3823" y="1983"/>
                    <a:pt x="3794" y="1906"/>
                    <a:pt x="3763" y="1832"/>
                  </a:cubicBezTo>
                  <a:cubicBezTo>
                    <a:pt x="4073" y="1463"/>
                    <a:pt x="4492" y="1294"/>
                    <a:pt x="4906" y="1294"/>
                  </a:cubicBezTo>
                  <a:close/>
                  <a:moveTo>
                    <a:pt x="9266" y="12308"/>
                  </a:moveTo>
                  <a:lnTo>
                    <a:pt x="9266" y="12308"/>
                  </a:lnTo>
                  <a:cubicBezTo>
                    <a:pt x="9407" y="12343"/>
                    <a:pt x="9554" y="12361"/>
                    <a:pt x="9702" y="12361"/>
                  </a:cubicBezTo>
                  <a:lnTo>
                    <a:pt x="9533" y="12673"/>
                  </a:lnTo>
                  <a:cubicBezTo>
                    <a:pt x="9518" y="12704"/>
                    <a:pt x="9487" y="12724"/>
                    <a:pt x="9453" y="12724"/>
                  </a:cubicBezTo>
                  <a:cubicBezTo>
                    <a:pt x="9448" y="12724"/>
                    <a:pt x="9443" y="12724"/>
                    <a:pt x="9438" y="12723"/>
                  </a:cubicBezTo>
                  <a:cubicBezTo>
                    <a:pt x="9400" y="12719"/>
                    <a:pt x="9368" y="12691"/>
                    <a:pt x="9357" y="12652"/>
                  </a:cubicBezTo>
                  <a:lnTo>
                    <a:pt x="9266" y="12308"/>
                  </a:lnTo>
                  <a:close/>
                  <a:moveTo>
                    <a:pt x="2068" y="1"/>
                  </a:moveTo>
                  <a:cubicBezTo>
                    <a:pt x="1922" y="1"/>
                    <a:pt x="1793" y="176"/>
                    <a:pt x="1910" y="327"/>
                  </a:cubicBezTo>
                  <a:cubicBezTo>
                    <a:pt x="2124" y="566"/>
                    <a:pt x="2219" y="865"/>
                    <a:pt x="2258" y="1062"/>
                  </a:cubicBezTo>
                  <a:cubicBezTo>
                    <a:pt x="2180" y="1062"/>
                    <a:pt x="2103" y="1069"/>
                    <a:pt x="2026" y="1080"/>
                  </a:cubicBezTo>
                  <a:cubicBezTo>
                    <a:pt x="1836" y="802"/>
                    <a:pt x="1576" y="584"/>
                    <a:pt x="1270" y="443"/>
                  </a:cubicBezTo>
                  <a:cubicBezTo>
                    <a:pt x="1240" y="431"/>
                    <a:pt x="1211" y="425"/>
                    <a:pt x="1185" y="425"/>
                  </a:cubicBezTo>
                  <a:cubicBezTo>
                    <a:pt x="987" y="425"/>
                    <a:pt x="899" y="735"/>
                    <a:pt x="1125" y="816"/>
                  </a:cubicBezTo>
                  <a:cubicBezTo>
                    <a:pt x="1308" y="904"/>
                    <a:pt x="1470" y="1031"/>
                    <a:pt x="1600" y="1185"/>
                  </a:cubicBezTo>
                  <a:cubicBezTo>
                    <a:pt x="447" y="1618"/>
                    <a:pt x="0" y="3017"/>
                    <a:pt x="689" y="4041"/>
                  </a:cubicBezTo>
                  <a:cubicBezTo>
                    <a:pt x="1065" y="4596"/>
                    <a:pt x="1668" y="4882"/>
                    <a:pt x="2274" y="4882"/>
                  </a:cubicBezTo>
                  <a:cubicBezTo>
                    <a:pt x="2784" y="4882"/>
                    <a:pt x="3297" y="4679"/>
                    <a:pt x="3678" y="4262"/>
                  </a:cubicBezTo>
                  <a:cubicBezTo>
                    <a:pt x="4029" y="4557"/>
                    <a:pt x="4465" y="4713"/>
                    <a:pt x="4910" y="4713"/>
                  </a:cubicBezTo>
                  <a:cubicBezTo>
                    <a:pt x="5086" y="4713"/>
                    <a:pt x="5263" y="4688"/>
                    <a:pt x="5437" y="4638"/>
                  </a:cubicBezTo>
                  <a:cubicBezTo>
                    <a:pt x="5525" y="4923"/>
                    <a:pt x="5679" y="5183"/>
                    <a:pt x="5887" y="5398"/>
                  </a:cubicBezTo>
                  <a:cubicBezTo>
                    <a:pt x="5662" y="5616"/>
                    <a:pt x="5493" y="5887"/>
                    <a:pt x="5398" y="6182"/>
                  </a:cubicBezTo>
                  <a:lnTo>
                    <a:pt x="4747" y="6495"/>
                  </a:lnTo>
                  <a:cubicBezTo>
                    <a:pt x="4343" y="6688"/>
                    <a:pt x="4385" y="7279"/>
                    <a:pt x="4814" y="7416"/>
                  </a:cubicBezTo>
                  <a:lnTo>
                    <a:pt x="5517" y="7638"/>
                  </a:lnTo>
                  <a:cubicBezTo>
                    <a:pt x="5602" y="7803"/>
                    <a:pt x="5711" y="7954"/>
                    <a:pt x="5837" y="8088"/>
                  </a:cubicBezTo>
                  <a:cubicBezTo>
                    <a:pt x="5377" y="8591"/>
                    <a:pt x="5215" y="9298"/>
                    <a:pt x="5419" y="9948"/>
                  </a:cubicBezTo>
                  <a:lnTo>
                    <a:pt x="5057" y="10588"/>
                  </a:lnTo>
                  <a:cubicBezTo>
                    <a:pt x="4870" y="10915"/>
                    <a:pt x="5110" y="11327"/>
                    <a:pt x="5486" y="11327"/>
                  </a:cubicBezTo>
                  <a:cubicBezTo>
                    <a:pt x="5539" y="11327"/>
                    <a:pt x="5588" y="11320"/>
                    <a:pt x="5637" y="11302"/>
                  </a:cubicBezTo>
                  <a:lnTo>
                    <a:pt x="6361" y="11077"/>
                  </a:lnTo>
                  <a:cubicBezTo>
                    <a:pt x="6636" y="11220"/>
                    <a:pt x="6938" y="11293"/>
                    <a:pt x="7242" y="11293"/>
                  </a:cubicBezTo>
                  <a:cubicBezTo>
                    <a:pt x="7474" y="11293"/>
                    <a:pt x="7707" y="11250"/>
                    <a:pt x="7930" y="11165"/>
                  </a:cubicBezTo>
                  <a:cubicBezTo>
                    <a:pt x="8095" y="11580"/>
                    <a:pt x="8404" y="11924"/>
                    <a:pt x="8798" y="12135"/>
                  </a:cubicBezTo>
                  <a:lnTo>
                    <a:pt x="8971" y="12758"/>
                  </a:lnTo>
                  <a:cubicBezTo>
                    <a:pt x="9020" y="12955"/>
                    <a:pt x="9189" y="13099"/>
                    <a:pt x="9393" y="13124"/>
                  </a:cubicBezTo>
                  <a:cubicBezTo>
                    <a:pt x="9410" y="13124"/>
                    <a:pt x="9428" y="13127"/>
                    <a:pt x="9449" y="13127"/>
                  </a:cubicBezTo>
                  <a:cubicBezTo>
                    <a:pt x="9632" y="13127"/>
                    <a:pt x="9801" y="13025"/>
                    <a:pt x="9885" y="12863"/>
                  </a:cubicBezTo>
                  <a:lnTo>
                    <a:pt x="10187" y="12297"/>
                  </a:lnTo>
                  <a:cubicBezTo>
                    <a:pt x="10764" y="12142"/>
                    <a:pt x="11235" y="11731"/>
                    <a:pt x="11464" y="11179"/>
                  </a:cubicBezTo>
                  <a:cubicBezTo>
                    <a:pt x="11671" y="11253"/>
                    <a:pt x="11886" y="11292"/>
                    <a:pt x="12107" y="11292"/>
                  </a:cubicBezTo>
                  <a:lnTo>
                    <a:pt x="12167" y="11292"/>
                  </a:lnTo>
                  <a:lnTo>
                    <a:pt x="12624" y="11717"/>
                  </a:lnTo>
                  <a:cubicBezTo>
                    <a:pt x="12724" y="11808"/>
                    <a:pt x="12842" y="11849"/>
                    <a:pt x="12958" y="11849"/>
                  </a:cubicBezTo>
                  <a:cubicBezTo>
                    <a:pt x="13226" y="11849"/>
                    <a:pt x="13480" y="11631"/>
                    <a:pt x="13458" y="11316"/>
                  </a:cubicBezTo>
                  <a:lnTo>
                    <a:pt x="13419" y="10768"/>
                  </a:lnTo>
                  <a:cubicBezTo>
                    <a:pt x="14298" y="9934"/>
                    <a:pt x="14186" y="8499"/>
                    <a:pt x="13183" y="7814"/>
                  </a:cubicBezTo>
                  <a:cubicBezTo>
                    <a:pt x="12850" y="7585"/>
                    <a:pt x="12475" y="7478"/>
                    <a:pt x="12105" y="7478"/>
                  </a:cubicBezTo>
                  <a:cubicBezTo>
                    <a:pt x="11367" y="7478"/>
                    <a:pt x="10651" y="7907"/>
                    <a:pt x="10342" y="8654"/>
                  </a:cubicBezTo>
                  <a:cubicBezTo>
                    <a:pt x="10138" y="8580"/>
                    <a:pt x="9920" y="8542"/>
                    <a:pt x="9702" y="8542"/>
                  </a:cubicBezTo>
                  <a:cubicBezTo>
                    <a:pt x="9466" y="8542"/>
                    <a:pt x="9234" y="8587"/>
                    <a:pt x="9013" y="8672"/>
                  </a:cubicBezTo>
                  <a:cubicBezTo>
                    <a:pt x="8921" y="8443"/>
                    <a:pt x="8788" y="8236"/>
                    <a:pt x="8619" y="8060"/>
                  </a:cubicBezTo>
                  <a:cubicBezTo>
                    <a:pt x="9305" y="7318"/>
                    <a:pt x="9291" y="6172"/>
                    <a:pt x="8591" y="5444"/>
                  </a:cubicBezTo>
                  <a:cubicBezTo>
                    <a:pt x="8964" y="5085"/>
                    <a:pt x="9171" y="4593"/>
                    <a:pt x="9171" y="4076"/>
                  </a:cubicBezTo>
                  <a:cubicBezTo>
                    <a:pt x="9168" y="2991"/>
                    <a:pt x="8282" y="2166"/>
                    <a:pt x="7263" y="2166"/>
                  </a:cubicBezTo>
                  <a:cubicBezTo>
                    <a:pt x="7089" y="2166"/>
                    <a:pt x="6912" y="2190"/>
                    <a:pt x="6734" y="2240"/>
                  </a:cubicBezTo>
                  <a:cubicBezTo>
                    <a:pt x="6470" y="1379"/>
                    <a:pt x="5695" y="893"/>
                    <a:pt x="4905" y="893"/>
                  </a:cubicBezTo>
                  <a:cubicBezTo>
                    <a:pt x="4401" y="893"/>
                    <a:pt x="3890" y="1091"/>
                    <a:pt x="3503" y="1516"/>
                  </a:cubicBezTo>
                  <a:cubicBezTo>
                    <a:pt x="3263" y="1312"/>
                    <a:pt x="2979" y="1171"/>
                    <a:pt x="2673" y="1108"/>
                  </a:cubicBezTo>
                  <a:cubicBezTo>
                    <a:pt x="2638" y="876"/>
                    <a:pt x="2532" y="429"/>
                    <a:pt x="2209" y="64"/>
                  </a:cubicBezTo>
                  <a:cubicBezTo>
                    <a:pt x="2165" y="19"/>
                    <a:pt x="2116"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0" name="Google Shape;16160;p84"/>
          <p:cNvGrpSpPr/>
          <p:nvPr/>
        </p:nvGrpSpPr>
        <p:grpSpPr>
          <a:xfrm>
            <a:off x="3036546" y="2430122"/>
            <a:ext cx="379400" cy="333528"/>
            <a:chOff x="3036546" y="2430122"/>
            <a:chExt cx="379400" cy="333528"/>
          </a:xfrm>
        </p:grpSpPr>
        <p:sp>
          <p:nvSpPr>
            <p:cNvPr id="16161" name="Google Shape;16161;p84"/>
            <p:cNvSpPr/>
            <p:nvPr/>
          </p:nvSpPr>
          <p:spPr>
            <a:xfrm>
              <a:off x="3269916" y="2470463"/>
              <a:ext cx="65190" cy="73762"/>
            </a:xfrm>
            <a:custGeom>
              <a:rect b="b" l="l" r="r" t="t"/>
              <a:pathLst>
                <a:path extrusionOk="0" h="2814" w="2487">
                  <a:moveTo>
                    <a:pt x="1" y="1"/>
                  </a:moveTo>
                  <a:lnTo>
                    <a:pt x="1" y="1"/>
                  </a:lnTo>
                  <a:cubicBezTo>
                    <a:pt x="205" y="1808"/>
                    <a:pt x="2413" y="2814"/>
                    <a:pt x="2413" y="2814"/>
                  </a:cubicBezTo>
                  <a:lnTo>
                    <a:pt x="2487" y="2044"/>
                  </a:lnTo>
                  <a:lnTo>
                    <a:pt x="1741" y="236"/>
                  </a:lnTo>
                  <a:lnTo>
                    <a:pt x="1" y="1"/>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84"/>
            <p:cNvSpPr/>
            <p:nvPr/>
          </p:nvSpPr>
          <p:spPr>
            <a:xfrm>
              <a:off x="3116835" y="2470463"/>
              <a:ext cx="65269" cy="73762"/>
            </a:xfrm>
            <a:custGeom>
              <a:rect b="b" l="l" r="r" t="t"/>
              <a:pathLst>
                <a:path extrusionOk="0" h="2814" w="2490">
                  <a:moveTo>
                    <a:pt x="2490" y="1"/>
                  </a:moveTo>
                  <a:lnTo>
                    <a:pt x="749" y="236"/>
                  </a:lnTo>
                  <a:lnTo>
                    <a:pt x="0" y="2044"/>
                  </a:lnTo>
                  <a:lnTo>
                    <a:pt x="77" y="2814"/>
                  </a:lnTo>
                  <a:cubicBezTo>
                    <a:pt x="77" y="2814"/>
                    <a:pt x="2282" y="1808"/>
                    <a:pt x="2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84"/>
            <p:cNvSpPr/>
            <p:nvPr/>
          </p:nvSpPr>
          <p:spPr>
            <a:xfrm>
              <a:off x="3255263" y="2523753"/>
              <a:ext cx="23434" cy="23434"/>
            </a:xfrm>
            <a:custGeom>
              <a:rect b="b" l="l" r="r" t="t"/>
              <a:pathLst>
                <a:path extrusionOk="0" h="894" w="894">
                  <a:moveTo>
                    <a:pt x="447" y="0"/>
                  </a:moveTo>
                  <a:cubicBezTo>
                    <a:pt x="201" y="0"/>
                    <a:pt x="1" y="197"/>
                    <a:pt x="1" y="447"/>
                  </a:cubicBezTo>
                  <a:cubicBezTo>
                    <a:pt x="1" y="693"/>
                    <a:pt x="201" y="893"/>
                    <a:pt x="447" y="893"/>
                  </a:cubicBezTo>
                  <a:cubicBezTo>
                    <a:pt x="693" y="893"/>
                    <a:pt x="894" y="693"/>
                    <a:pt x="894" y="447"/>
                  </a:cubicBezTo>
                  <a:cubicBezTo>
                    <a:pt x="894"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84"/>
            <p:cNvSpPr/>
            <p:nvPr/>
          </p:nvSpPr>
          <p:spPr>
            <a:xfrm>
              <a:off x="3143913" y="2558852"/>
              <a:ext cx="164116" cy="123094"/>
            </a:xfrm>
            <a:custGeom>
              <a:rect b="b" l="l" r="r" t="t"/>
              <a:pathLst>
                <a:path extrusionOk="0" h="4696" w="6261">
                  <a:moveTo>
                    <a:pt x="3130" y="1"/>
                  </a:moveTo>
                  <a:cubicBezTo>
                    <a:pt x="1404" y="1"/>
                    <a:pt x="1" y="1049"/>
                    <a:pt x="1" y="2346"/>
                  </a:cubicBezTo>
                  <a:cubicBezTo>
                    <a:pt x="1" y="3644"/>
                    <a:pt x="2237" y="4695"/>
                    <a:pt x="3130" y="4695"/>
                  </a:cubicBezTo>
                  <a:cubicBezTo>
                    <a:pt x="4027" y="4695"/>
                    <a:pt x="6260" y="3644"/>
                    <a:pt x="6260" y="2346"/>
                  </a:cubicBezTo>
                  <a:cubicBezTo>
                    <a:pt x="6260" y="1049"/>
                    <a:pt x="4861" y="1"/>
                    <a:pt x="313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84"/>
            <p:cNvSpPr/>
            <p:nvPr/>
          </p:nvSpPr>
          <p:spPr>
            <a:xfrm>
              <a:off x="3173244" y="2523753"/>
              <a:ext cx="23434" cy="23434"/>
            </a:xfrm>
            <a:custGeom>
              <a:rect b="b" l="l" r="r" t="t"/>
              <a:pathLst>
                <a:path extrusionOk="0" h="894" w="894">
                  <a:moveTo>
                    <a:pt x="447" y="0"/>
                  </a:moveTo>
                  <a:cubicBezTo>
                    <a:pt x="201" y="0"/>
                    <a:pt x="0" y="197"/>
                    <a:pt x="0" y="447"/>
                  </a:cubicBezTo>
                  <a:cubicBezTo>
                    <a:pt x="0" y="693"/>
                    <a:pt x="201" y="893"/>
                    <a:pt x="447" y="893"/>
                  </a:cubicBezTo>
                  <a:cubicBezTo>
                    <a:pt x="693" y="893"/>
                    <a:pt x="893" y="693"/>
                    <a:pt x="893" y="447"/>
                  </a:cubicBezTo>
                  <a:cubicBezTo>
                    <a:pt x="893"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84"/>
            <p:cNvSpPr/>
            <p:nvPr/>
          </p:nvSpPr>
          <p:spPr>
            <a:xfrm>
              <a:off x="3143913" y="2559323"/>
              <a:ext cx="80682" cy="122622"/>
            </a:xfrm>
            <a:custGeom>
              <a:rect b="b" l="l" r="r" t="t"/>
              <a:pathLst>
                <a:path extrusionOk="0" h="4678" w="3078">
                  <a:moveTo>
                    <a:pt x="2768" y="0"/>
                  </a:moveTo>
                  <a:cubicBezTo>
                    <a:pt x="1211" y="138"/>
                    <a:pt x="1" y="1126"/>
                    <a:pt x="1" y="2332"/>
                  </a:cubicBezTo>
                  <a:cubicBezTo>
                    <a:pt x="1" y="3601"/>
                    <a:pt x="2153" y="4639"/>
                    <a:pt x="3078" y="4677"/>
                  </a:cubicBezTo>
                  <a:cubicBezTo>
                    <a:pt x="2294" y="4273"/>
                    <a:pt x="1344" y="3376"/>
                    <a:pt x="1344" y="2332"/>
                  </a:cubicBezTo>
                  <a:cubicBezTo>
                    <a:pt x="1344" y="1298"/>
                    <a:pt x="1928" y="408"/>
                    <a:pt x="276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84"/>
            <p:cNvSpPr/>
            <p:nvPr/>
          </p:nvSpPr>
          <p:spPr>
            <a:xfrm>
              <a:off x="3036546" y="2430122"/>
              <a:ext cx="379400" cy="333528"/>
            </a:xfrm>
            <a:custGeom>
              <a:rect b="b" l="l" r="r" t="t"/>
              <a:pathLst>
                <a:path extrusionOk="0" h="12724" w="14474">
                  <a:moveTo>
                    <a:pt x="4118" y="1705"/>
                  </a:moveTo>
                  <a:cubicBezTo>
                    <a:pt x="4171" y="1796"/>
                    <a:pt x="4245" y="1870"/>
                    <a:pt x="4336" y="1919"/>
                  </a:cubicBezTo>
                  <a:cubicBezTo>
                    <a:pt x="4436" y="1972"/>
                    <a:pt x="4545" y="2001"/>
                    <a:pt x="4657" y="2001"/>
                  </a:cubicBezTo>
                  <a:cubicBezTo>
                    <a:pt x="4664" y="2001"/>
                    <a:pt x="4670" y="2000"/>
                    <a:pt x="4677" y="2000"/>
                  </a:cubicBezTo>
                  <a:cubicBezTo>
                    <a:pt x="4849" y="2000"/>
                    <a:pt x="5050" y="1951"/>
                    <a:pt x="5278" y="1856"/>
                  </a:cubicBezTo>
                  <a:lnTo>
                    <a:pt x="5278" y="1856"/>
                  </a:lnTo>
                  <a:cubicBezTo>
                    <a:pt x="4958" y="3006"/>
                    <a:pt x="3773" y="3773"/>
                    <a:pt x="3274" y="4047"/>
                  </a:cubicBezTo>
                  <a:cubicBezTo>
                    <a:pt x="3270" y="3804"/>
                    <a:pt x="3292" y="3562"/>
                    <a:pt x="3341" y="3322"/>
                  </a:cubicBezTo>
                  <a:cubicBezTo>
                    <a:pt x="3464" y="2753"/>
                    <a:pt x="3738" y="2194"/>
                    <a:pt x="4118" y="1705"/>
                  </a:cubicBezTo>
                  <a:close/>
                  <a:moveTo>
                    <a:pt x="10339" y="1705"/>
                  </a:moveTo>
                  <a:cubicBezTo>
                    <a:pt x="10718" y="2194"/>
                    <a:pt x="10993" y="2753"/>
                    <a:pt x="11116" y="3322"/>
                  </a:cubicBezTo>
                  <a:cubicBezTo>
                    <a:pt x="11165" y="3562"/>
                    <a:pt x="11190" y="3804"/>
                    <a:pt x="11182" y="4047"/>
                  </a:cubicBezTo>
                  <a:cubicBezTo>
                    <a:pt x="10687" y="3773"/>
                    <a:pt x="9498" y="3006"/>
                    <a:pt x="9178" y="1856"/>
                  </a:cubicBezTo>
                  <a:lnTo>
                    <a:pt x="9178" y="1856"/>
                  </a:lnTo>
                  <a:cubicBezTo>
                    <a:pt x="9407" y="1951"/>
                    <a:pt x="9607" y="2000"/>
                    <a:pt x="9779" y="2000"/>
                  </a:cubicBezTo>
                  <a:cubicBezTo>
                    <a:pt x="9899" y="2000"/>
                    <a:pt x="10015" y="1976"/>
                    <a:pt x="10121" y="1919"/>
                  </a:cubicBezTo>
                  <a:cubicBezTo>
                    <a:pt x="10212" y="1870"/>
                    <a:pt x="10286" y="1796"/>
                    <a:pt x="10339" y="1705"/>
                  </a:cubicBezTo>
                  <a:close/>
                  <a:moveTo>
                    <a:pt x="5663" y="3779"/>
                  </a:moveTo>
                  <a:cubicBezTo>
                    <a:pt x="5721" y="3779"/>
                    <a:pt x="5781" y="3801"/>
                    <a:pt x="5830" y="3850"/>
                  </a:cubicBezTo>
                  <a:cubicBezTo>
                    <a:pt x="5982" y="3998"/>
                    <a:pt x="5873" y="4254"/>
                    <a:pt x="5662" y="4254"/>
                  </a:cubicBezTo>
                  <a:cubicBezTo>
                    <a:pt x="5532" y="4254"/>
                    <a:pt x="5426" y="4149"/>
                    <a:pt x="5426" y="4019"/>
                  </a:cubicBezTo>
                  <a:cubicBezTo>
                    <a:pt x="5426" y="3874"/>
                    <a:pt x="5541" y="3779"/>
                    <a:pt x="5663" y="3779"/>
                  </a:cubicBezTo>
                  <a:close/>
                  <a:moveTo>
                    <a:pt x="8791" y="3780"/>
                  </a:moveTo>
                  <a:cubicBezTo>
                    <a:pt x="9006" y="3780"/>
                    <a:pt x="9111" y="4036"/>
                    <a:pt x="8960" y="4184"/>
                  </a:cubicBezTo>
                  <a:cubicBezTo>
                    <a:pt x="8911" y="4233"/>
                    <a:pt x="8851" y="4255"/>
                    <a:pt x="8792" y="4255"/>
                  </a:cubicBezTo>
                  <a:cubicBezTo>
                    <a:pt x="8671" y="4255"/>
                    <a:pt x="8556" y="4161"/>
                    <a:pt x="8556" y="4019"/>
                  </a:cubicBezTo>
                  <a:cubicBezTo>
                    <a:pt x="8556" y="3885"/>
                    <a:pt x="8661" y="3780"/>
                    <a:pt x="8791" y="3780"/>
                  </a:cubicBezTo>
                  <a:close/>
                  <a:moveTo>
                    <a:pt x="8781" y="0"/>
                  </a:moveTo>
                  <a:cubicBezTo>
                    <a:pt x="8581" y="0"/>
                    <a:pt x="8482" y="310"/>
                    <a:pt x="8710" y="407"/>
                  </a:cubicBezTo>
                  <a:cubicBezTo>
                    <a:pt x="9199" y="629"/>
                    <a:pt x="9646" y="945"/>
                    <a:pt x="10019" y="1336"/>
                  </a:cubicBezTo>
                  <a:cubicBezTo>
                    <a:pt x="10019" y="1371"/>
                    <a:pt x="10008" y="1501"/>
                    <a:pt x="9920" y="1550"/>
                  </a:cubicBezTo>
                  <a:cubicBezTo>
                    <a:pt x="9895" y="1564"/>
                    <a:pt x="9850" y="1580"/>
                    <a:pt x="9774" y="1580"/>
                  </a:cubicBezTo>
                  <a:cubicBezTo>
                    <a:pt x="9574" y="1580"/>
                    <a:pt x="9160" y="1465"/>
                    <a:pt x="8338" y="875"/>
                  </a:cubicBezTo>
                  <a:cubicBezTo>
                    <a:pt x="8295" y="844"/>
                    <a:pt x="8251" y="831"/>
                    <a:pt x="8211" y="831"/>
                  </a:cubicBezTo>
                  <a:cubicBezTo>
                    <a:pt x="8032" y="831"/>
                    <a:pt x="7905" y="1085"/>
                    <a:pt x="8092" y="1220"/>
                  </a:cubicBezTo>
                  <a:cubicBezTo>
                    <a:pt x="8310" y="1374"/>
                    <a:pt x="8514" y="1508"/>
                    <a:pt x="8703" y="1617"/>
                  </a:cubicBezTo>
                  <a:cubicBezTo>
                    <a:pt x="8805" y="2394"/>
                    <a:pt x="9273" y="3143"/>
                    <a:pt x="10054" y="3787"/>
                  </a:cubicBezTo>
                  <a:cubicBezTo>
                    <a:pt x="10388" y="4064"/>
                    <a:pt x="10753" y="4304"/>
                    <a:pt x="11140" y="4500"/>
                  </a:cubicBezTo>
                  <a:cubicBezTo>
                    <a:pt x="11038" y="5112"/>
                    <a:pt x="10753" y="5700"/>
                    <a:pt x="10289" y="6238"/>
                  </a:cubicBezTo>
                  <a:cubicBezTo>
                    <a:pt x="10272" y="6206"/>
                    <a:pt x="10254" y="6174"/>
                    <a:pt x="10233" y="6146"/>
                  </a:cubicBezTo>
                  <a:cubicBezTo>
                    <a:pt x="10196" y="6072"/>
                    <a:pt x="10124" y="6031"/>
                    <a:pt x="10049" y="6031"/>
                  </a:cubicBezTo>
                  <a:cubicBezTo>
                    <a:pt x="10010" y="6031"/>
                    <a:pt x="9970" y="6042"/>
                    <a:pt x="9934" y="6065"/>
                  </a:cubicBezTo>
                  <a:cubicBezTo>
                    <a:pt x="9832" y="6129"/>
                    <a:pt x="9808" y="6269"/>
                    <a:pt x="9881" y="6368"/>
                  </a:cubicBezTo>
                  <a:cubicBezTo>
                    <a:pt x="10054" y="6635"/>
                    <a:pt x="10149" y="6944"/>
                    <a:pt x="10149" y="7261"/>
                  </a:cubicBezTo>
                  <a:cubicBezTo>
                    <a:pt x="10149" y="7549"/>
                    <a:pt x="10001" y="8122"/>
                    <a:pt x="9016" y="8745"/>
                  </a:cubicBezTo>
                  <a:cubicBezTo>
                    <a:pt x="8338" y="9174"/>
                    <a:pt x="7603" y="9399"/>
                    <a:pt x="7230" y="9399"/>
                  </a:cubicBezTo>
                  <a:cubicBezTo>
                    <a:pt x="6854" y="9399"/>
                    <a:pt x="6119" y="9174"/>
                    <a:pt x="5440" y="8745"/>
                  </a:cubicBezTo>
                  <a:cubicBezTo>
                    <a:pt x="4456" y="8119"/>
                    <a:pt x="4308" y="7546"/>
                    <a:pt x="4308" y="7261"/>
                  </a:cubicBezTo>
                  <a:cubicBezTo>
                    <a:pt x="4308" y="6083"/>
                    <a:pt x="5619" y="5123"/>
                    <a:pt x="7230" y="5123"/>
                  </a:cubicBezTo>
                  <a:cubicBezTo>
                    <a:pt x="8007" y="5123"/>
                    <a:pt x="8742" y="5348"/>
                    <a:pt x="9294" y="5752"/>
                  </a:cubicBezTo>
                  <a:cubicBezTo>
                    <a:pt x="9336" y="5783"/>
                    <a:pt x="9380" y="5797"/>
                    <a:pt x="9420" y="5797"/>
                  </a:cubicBezTo>
                  <a:cubicBezTo>
                    <a:pt x="9596" y="5797"/>
                    <a:pt x="9727" y="5549"/>
                    <a:pt x="9544" y="5415"/>
                  </a:cubicBezTo>
                  <a:cubicBezTo>
                    <a:pt x="9315" y="5249"/>
                    <a:pt x="9066" y="5112"/>
                    <a:pt x="8805" y="5007"/>
                  </a:cubicBezTo>
                  <a:lnTo>
                    <a:pt x="8872" y="4669"/>
                  </a:lnTo>
                  <a:cubicBezTo>
                    <a:pt x="9192" y="4631"/>
                    <a:pt x="9438" y="4367"/>
                    <a:pt x="9449" y="4047"/>
                  </a:cubicBezTo>
                  <a:cubicBezTo>
                    <a:pt x="9463" y="3723"/>
                    <a:pt x="9241" y="3442"/>
                    <a:pt x="8928" y="3375"/>
                  </a:cubicBezTo>
                  <a:cubicBezTo>
                    <a:pt x="8885" y="3366"/>
                    <a:pt x="8841" y="3362"/>
                    <a:pt x="8797" y="3362"/>
                  </a:cubicBezTo>
                  <a:cubicBezTo>
                    <a:pt x="8528" y="3362"/>
                    <a:pt x="8279" y="3526"/>
                    <a:pt x="8179" y="3783"/>
                  </a:cubicBezTo>
                  <a:cubicBezTo>
                    <a:pt x="8067" y="4085"/>
                    <a:pt x="8186" y="4423"/>
                    <a:pt x="8464" y="4585"/>
                  </a:cubicBezTo>
                  <a:lnTo>
                    <a:pt x="8408" y="4866"/>
                  </a:lnTo>
                  <a:cubicBezTo>
                    <a:pt x="8023" y="4757"/>
                    <a:pt x="7626" y="4703"/>
                    <a:pt x="7230" y="4703"/>
                  </a:cubicBezTo>
                  <a:cubicBezTo>
                    <a:pt x="6833" y="4703"/>
                    <a:pt x="6435" y="4757"/>
                    <a:pt x="6048" y="4866"/>
                  </a:cubicBezTo>
                  <a:lnTo>
                    <a:pt x="5992" y="4585"/>
                  </a:lnTo>
                  <a:cubicBezTo>
                    <a:pt x="6270" y="4423"/>
                    <a:pt x="6390" y="4085"/>
                    <a:pt x="6277" y="3783"/>
                  </a:cubicBezTo>
                  <a:cubicBezTo>
                    <a:pt x="6177" y="3526"/>
                    <a:pt x="5929" y="3362"/>
                    <a:pt x="5662" y="3362"/>
                  </a:cubicBezTo>
                  <a:cubicBezTo>
                    <a:pt x="5619" y="3362"/>
                    <a:pt x="5575" y="3366"/>
                    <a:pt x="5532" y="3375"/>
                  </a:cubicBezTo>
                  <a:cubicBezTo>
                    <a:pt x="5215" y="3442"/>
                    <a:pt x="4994" y="3727"/>
                    <a:pt x="5008" y="4047"/>
                  </a:cubicBezTo>
                  <a:cubicBezTo>
                    <a:pt x="5022" y="4367"/>
                    <a:pt x="5264" y="4631"/>
                    <a:pt x="5584" y="4669"/>
                  </a:cubicBezTo>
                  <a:lnTo>
                    <a:pt x="5651" y="5007"/>
                  </a:lnTo>
                  <a:cubicBezTo>
                    <a:pt x="5380" y="5116"/>
                    <a:pt x="5124" y="5260"/>
                    <a:pt x="4888" y="5432"/>
                  </a:cubicBezTo>
                  <a:cubicBezTo>
                    <a:pt x="4596" y="5650"/>
                    <a:pt x="4350" y="5921"/>
                    <a:pt x="4164" y="6238"/>
                  </a:cubicBezTo>
                  <a:cubicBezTo>
                    <a:pt x="3703" y="5700"/>
                    <a:pt x="3418" y="5112"/>
                    <a:pt x="3316" y="4500"/>
                  </a:cubicBezTo>
                  <a:cubicBezTo>
                    <a:pt x="3699" y="4304"/>
                    <a:pt x="4065" y="4061"/>
                    <a:pt x="4399" y="3787"/>
                  </a:cubicBezTo>
                  <a:cubicBezTo>
                    <a:pt x="5180" y="3140"/>
                    <a:pt x="5648" y="2391"/>
                    <a:pt x="5750" y="1617"/>
                  </a:cubicBezTo>
                  <a:cubicBezTo>
                    <a:pt x="5939" y="1508"/>
                    <a:pt x="6143" y="1374"/>
                    <a:pt x="6361" y="1216"/>
                  </a:cubicBezTo>
                  <a:cubicBezTo>
                    <a:pt x="6537" y="1080"/>
                    <a:pt x="6410" y="836"/>
                    <a:pt x="6237" y="836"/>
                  </a:cubicBezTo>
                  <a:cubicBezTo>
                    <a:pt x="6199" y="836"/>
                    <a:pt x="6159" y="848"/>
                    <a:pt x="6119" y="875"/>
                  </a:cubicBezTo>
                  <a:cubicBezTo>
                    <a:pt x="5294" y="1468"/>
                    <a:pt x="4877" y="1581"/>
                    <a:pt x="4679" y="1581"/>
                  </a:cubicBezTo>
                  <a:cubicBezTo>
                    <a:pt x="4606" y="1581"/>
                    <a:pt x="4563" y="1566"/>
                    <a:pt x="4540" y="1554"/>
                  </a:cubicBezTo>
                  <a:cubicBezTo>
                    <a:pt x="4456" y="1508"/>
                    <a:pt x="4438" y="1378"/>
                    <a:pt x="4434" y="1339"/>
                  </a:cubicBezTo>
                  <a:cubicBezTo>
                    <a:pt x="4811" y="949"/>
                    <a:pt x="5254" y="632"/>
                    <a:pt x="5746" y="407"/>
                  </a:cubicBezTo>
                  <a:cubicBezTo>
                    <a:pt x="5855" y="362"/>
                    <a:pt x="5904" y="238"/>
                    <a:pt x="5859" y="129"/>
                  </a:cubicBezTo>
                  <a:cubicBezTo>
                    <a:pt x="5822" y="52"/>
                    <a:pt x="5744" y="5"/>
                    <a:pt x="5664" y="5"/>
                  </a:cubicBezTo>
                  <a:cubicBezTo>
                    <a:pt x="5635" y="5"/>
                    <a:pt x="5605" y="11"/>
                    <a:pt x="5577" y="24"/>
                  </a:cubicBezTo>
                  <a:cubicBezTo>
                    <a:pt x="4937" y="319"/>
                    <a:pt x="4371" y="752"/>
                    <a:pt x="3914" y="1290"/>
                  </a:cubicBezTo>
                  <a:cubicBezTo>
                    <a:pt x="3418" y="1877"/>
                    <a:pt x="3077" y="2549"/>
                    <a:pt x="2933" y="3238"/>
                  </a:cubicBezTo>
                  <a:cubicBezTo>
                    <a:pt x="2757" y="4078"/>
                    <a:pt x="2785" y="5348"/>
                    <a:pt x="3942" y="6617"/>
                  </a:cubicBezTo>
                  <a:lnTo>
                    <a:pt x="3981" y="6663"/>
                  </a:lnTo>
                  <a:cubicBezTo>
                    <a:pt x="3953" y="6754"/>
                    <a:pt x="3928" y="6846"/>
                    <a:pt x="3914" y="6941"/>
                  </a:cubicBezTo>
                  <a:lnTo>
                    <a:pt x="2254" y="6941"/>
                  </a:lnTo>
                  <a:cubicBezTo>
                    <a:pt x="2096" y="6941"/>
                    <a:pt x="1941" y="6997"/>
                    <a:pt x="1822" y="7103"/>
                  </a:cubicBezTo>
                  <a:lnTo>
                    <a:pt x="158" y="8558"/>
                  </a:lnTo>
                  <a:cubicBezTo>
                    <a:pt x="0" y="8703"/>
                    <a:pt x="134" y="8924"/>
                    <a:pt x="301" y="8924"/>
                  </a:cubicBezTo>
                  <a:cubicBezTo>
                    <a:pt x="345" y="8924"/>
                    <a:pt x="392" y="8908"/>
                    <a:pt x="436" y="8871"/>
                  </a:cubicBezTo>
                  <a:lnTo>
                    <a:pt x="2096" y="7416"/>
                  </a:lnTo>
                  <a:cubicBezTo>
                    <a:pt x="2138" y="7377"/>
                    <a:pt x="2194" y="7356"/>
                    <a:pt x="2254" y="7356"/>
                  </a:cubicBezTo>
                  <a:lnTo>
                    <a:pt x="3893" y="7356"/>
                  </a:lnTo>
                  <a:cubicBezTo>
                    <a:pt x="3900" y="7472"/>
                    <a:pt x="3925" y="7584"/>
                    <a:pt x="3960" y="7693"/>
                  </a:cubicBezTo>
                  <a:lnTo>
                    <a:pt x="2472" y="8172"/>
                  </a:lnTo>
                  <a:cubicBezTo>
                    <a:pt x="2346" y="8214"/>
                    <a:pt x="2233" y="8291"/>
                    <a:pt x="2152" y="8400"/>
                  </a:cubicBezTo>
                  <a:lnTo>
                    <a:pt x="876" y="10077"/>
                  </a:lnTo>
                  <a:cubicBezTo>
                    <a:pt x="753" y="10239"/>
                    <a:pt x="896" y="10416"/>
                    <a:pt x="1048" y="10416"/>
                  </a:cubicBezTo>
                  <a:cubicBezTo>
                    <a:pt x="1105" y="10416"/>
                    <a:pt x="1164" y="10391"/>
                    <a:pt x="1210" y="10331"/>
                  </a:cubicBezTo>
                  <a:lnTo>
                    <a:pt x="2483" y="8653"/>
                  </a:lnTo>
                  <a:cubicBezTo>
                    <a:pt x="2514" y="8615"/>
                    <a:pt x="2553" y="8587"/>
                    <a:pt x="2602" y="8569"/>
                  </a:cubicBezTo>
                  <a:lnTo>
                    <a:pt x="4139" y="8073"/>
                  </a:lnTo>
                  <a:cubicBezTo>
                    <a:pt x="4199" y="8168"/>
                    <a:pt x="4262" y="8259"/>
                    <a:pt x="4336" y="8344"/>
                  </a:cubicBezTo>
                  <a:lnTo>
                    <a:pt x="2852" y="9413"/>
                  </a:lnTo>
                  <a:cubicBezTo>
                    <a:pt x="2768" y="9473"/>
                    <a:pt x="2701" y="9550"/>
                    <a:pt x="2652" y="9645"/>
                  </a:cubicBezTo>
                  <a:lnTo>
                    <a:pt x="1808" y="11280"/>
                  </a:lnTo>
                  <a:cubicBezTo>
                    <a:pt x="1716" y="11448"/>
                    <a:pt x="1858" y="11593"/>
                    <a:pt x="1999" y="11593"/>
                  </a:cubicBezTo>
                  <a:cubicBezTo>
                    <a:pt x="2068" y="11593"/>
                    <a:pt x="2136" y="11558"/>
                    <a:pt x="2177" y="11474"/>
                  </a:cubicBezTo>
                  <a:lnTo>
                    <a:pt x="3024" y="9835"/>
                  </a:lnTo>
                  <a:cubicBezTo>
                    <a:pt x="3042" y="9803"/>
                    <a:pt x="3067" y="9772"/>
                    <a:pt x="3095" y="9750"/>
                  </a:cubicBezTo>
                  <a:lnTo>
                    <a:pt x="4628" y="8650"/>
                  </a:lnTo>
                  <a:cubicBezTo>
                    <a:pt x="4726" y="8741"/>
                    <a:pt x="4832" y="8826"/>
                    <a:pt x="4937" y="8907"/>
                  </a:cubicBezTo>
                  <a:lnTo>
                    <a:pt x="3707" y="10028"/>
                  </a:lnTo>
                  <a:cubicBezTo>
                    <a:pt x="3608" y="10120"/>
                    <a:pt x="3538" y="10239"/>
                    <a:pt x="3510" y="10369"/>
                  </a:cubicBezTo>
                  <a:lnTo>
                    <a:pt x="3038" y="12469"/>
                  </a:lnTo>
                  <a:cubicBezTo>
                    <a:pt x="3010" y="12581"/>
                    <a:pt x="3081" y="12694"/>
                    <a:pt x="3197" y="12718"/>
                  </a:cubicBezTo>
                  <a:cubicBezTo>
                    <a:pt x="3212" y="12722"/>
                    <a:pt x="3227" y="12723"/>
                    <a:pt x="3242" y="12723"/>
                  </a:cubicBezTo>
                  <a:cubicBezTo>
                    <a:pt x="3337" y="12723"/>
                    <a:pt x="3422" y="12657"/>
                    <a:pt x="3446" y="12560"/>
                  </a:cubicBezTo>
                  <a:lnTo>
                    <a:pt x="3918" y="10461"/>
                  </a:lnTo>
                  <a:cubicBezTo>
                    <a:pt x="3928" y="10412"/>
                    <a:pt x="3953" y="10369"/>
                    <a:pt x="3988" y="10338"/>
                  </a:cubicBezTo>
                  <a:lnTo>
                    <a:pt x="5296" y="9146"/>
                  </a:lnTo>
                  <a:cubicBezTo>
                    <a:pt x="5989" y="9564"/>
                    <a:pt x="6766" y="9817"/>
                    <a:pt x="7226" y="9817"/>
                  </a:cubicBezTo>
                  <a:cubicBezTo>
                    <a:pt x="7691" y="9817"/>
                    <a:pt x="8468" y="9564"/>
                    <a:pt x="9157" y="9146"/>
                  </a:cubicBezTo>
                  <a:lnTo>
                    <a:pt x="10469" y="10338"/>
                  </a:lnTo>
                  <a:cubicBezTo>
                    <a:pt x="10504" y="10369"/>
                    <a:pt x="10528" y="10415"/>
                    <a:pt x="10539" y="10461"/>
                  </a:cubicBezTo>
                  <a:lnTo>
                    <a:pt x="11010" y="12560"/>
                  </a:lnTo>
                  <a:cubicBezTo>
                    <a:pt x="11031" y="12656"/>
                    <a:pt x="11116" y="12721"/>
                    <a:pt x="11210" y="12721"/>
                  </a:cubicBezTo>
                  <a:cubicBezTo>
                    <a:pt x="11226" y="12721"/>
                    <a:pt x="11243" y="12719"/>
                    <a:pt x="11260" y="12715"/>
                  </a:cubicBezTo>
                  <a:cubicBezTo>
                    <a:pt x="11372" y="12690"/>
                    <a:pt x="11443" y="12578"/>
                    <a:pt x="11418" y="12465"/>
                  </a:cubicBezTo>
                  <a:lnTo>
                    <a:pt x="10950" y="10369"/>
                  </a:lnTo>
                  <a:cubicBezTo>
                    <a:pt x="10919" y="10239"/>
                    <a:pt x="10848" y="10120"/>
                    <a:pt x="10750" y="10028"/>
                  </a:cubicBezTo>
                  <a:lnTo>
                    <a:pt x="9519" y="8907"/>
                  </a:lnTo>
                  <a:cubicBezTo>
                    <a:pt x="9628" y="8826"/>
                    <a:pt x="9730" y="8741"/>
                    <a:pt x="9832" y="8650"/>
                  </a:cubicBezTo>
                  <a:lnTo>
                    <a:pt x="11362" y="9750"/>
                  </a:lnTo>
                  <a:cubicBezTo>
                    <a:pt x="11393" y="9772"/>
                    <a:pt x="11415" y="9800"/>
                    <a:pt x="11432" y="9835"/>
                  </a:cubicBezTo>
                  <a:lnTo>
                    <a:pt x="12276" y="11470"/>
                  </a:lnTo>
                  <a:cubicBezTo>
                    <a:pt x="12319" y="11548"/>
                    <a:pt x="12386" y="11581"/>
                    <a:pt x="12454" y="11581"/>
                  </a:cubicBezTo>
                  <a:cubicBezTo>
                    <a:pt x="12592" y="11581"/>
                    <a:pt x="12729" y="11443"/>
                    <a:pt x="12649" y="11280"/>
                  </a:cubicBezTo>
                  <a:lnTo>
                    <a:pt x="11805" y="9641"/>
                  </a:lnTo>
                  <a:cubicBezTo>
                    <a:pt x="11756" y="9550"/>
                    <a:pt x="11689" y="9469"/>
                    <a:pt x="11604" y="9409"/>
                  </a:cubicBezTo>
                  <a:lnTo>
                    <a:pt x="10121" y="8344"/>
                  </a:lnTo>
                  <a:cubicBezTo>
                    <a:pt x="10194" y="8259"/>
                    <a:pt x="10258" y="8168"/>
                    <a:pt x="10317" y="8073"/>
                  </a:cubicBezTo>
                  <a:lnTo>
                    <a:pt x="11858" y="8569"/>
                  </a:lnTo>
                  <a:cubicBezTo>
                    <a:pt x="11903" y="8583"/>
                    <a:pt x="11942" y="8611"/>
                    <a:pt x="11974" y="8650"/>
                  </a:cubicBezTo>
                  <a:lnTo>
                    <a:pt x="13247" y="10327"/>
                  </a:lnTo>
                  <a:cubicBezTo>
                    <a:pt x="13293" y="10388"/>
                    <a:pt x="13351" y="10413"/>
                    <a:pt x="13408" y="10413"/>
                  </a:cubicBezTo>
                  <a:cubicBezTo>
                    <a:pt x="13560" y="10413"/>
                    <a:pt x="13703" y="10235"/>
                    <a:pt x="13581" y="10074"/>
                  </a:cubicBezTo>
                  <a:lnTo>
                    <a:pt x="12304" y="8397"/>
                  </a:lnTo>
                  <a:cubicBezTo>
                    <a:pt x="12223" y="8291"/>
                    <a:pt x="12111" y="8210"/>
                    <a:pt x="11984" y="8172"/>
                  </a:cubicBezTo>
                  <a:lnTo>
                    <a:pt x="10497" y="7693"/>
                  </a:lnTo>
                  <a:cubicBezTo>
                    <a:pt x="10532" y="7584"/>
                    <a:pt x="10553" y="7472"/>
                    <a:pt x="10564" y="7356"/>
                  </a:cubicBezTo>
                  <a:lnTo>
                    <a:pt x="12202" y="7356"/>
                  </a:lnTo>
                  <a:cubicBezTo>
                    <a:pt x="12259" y="7356"/>
                    <a:pt x="12315" y="7377"/>
                    <a:pt x="12361" y="7416"/>
                  </a:cubicBezTo>
                  <a:lnTo>
                    <a:pt x="14020" y="8871"/>
                  </a:lnTo>
                  <a:cubicBezTo>
                    <a:pt x="14066" y="8915"/>
                    <a:pt x="14116" y="8933"/>
                    <a:pt x="14164" y="8933"/>
                  </a:cubicBezTo>
                  <a:cubicBezTo>
                    <a:pt x="14334" y="8933"/>
                    <a:pt x="14473" y="8698"/>
                    <a:pt x="14295" y="8555"/>
                  </a:cubicBezTo>
                  <a:lnTo>
                    <a:pt x="12635" y="7099"/>
                  </a:lnTo>
                  <a:cubicBezTo>
                    <a:pt x="12515" y="6997"/>
                    <a:pt x="12361" y="6937"/>
                    <a:pt x="12202" y="6937"/>
                  </a:cubicBezTo>
                  <a:lnTo>
                    <a:pt x="10543" y="6937"/>
                  </a:lnTo>
                  <a:cubicBezTo>
                    <a:pt x="10525" y="6842"/>
                    <a:pt x="10504" y="6751"/>
                    <a:pt x="10476" y="6660"/>
                  </a:cubicBezTo>
                  <a:lnTo>
                    <a:pt x="10511" y="6614"/>
                  </a:lnTo>
                  <a:cubicBezTo>
                    <a:pt x="11668" y="5344"/>
                    <a:pt x="11699" y="4075"/>
                    <a:pt x="11524" y="3235"/>
                  </a:cubicBezTo>
                  <a:cubicBezTo>
                    <a:pt x="11379" y="2545"/>
                    <a:pt x="11038" y="1870"/>
                    <a:pt x="10539" y="1286"/>
                  </a:cubicBezTo>
                  <a:cubicBezTo>
                    <a:pt x="10075" y="741"/>
                    <a:pt x="9484" y="295"/>
                    <a:pt x="8879" y="24"/>
                  </a:cubicBezTo>
                  <a:cubicBezTo>
                    <a:pt x="8845" y="8"/>
                    <a:pt x="8812" y="0"/>
                    <a:pt x="87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8" name="Google Shape;16168;p84"/>
          <p:cNvGrpSpPr/>
          <p:nvPr/>
        </p:nvGrpSpPr>
        <p:grpSpPr>
          <a:xfrm>
            <a:off x="1944350" y="2476964"/>
            <a:ext cx="375546" cy="240106"/>
            <a:chOff x="1944350" y="2476964"/>
            <a:chExt cx="375546" cy="240106"/>
          </a:xfrm>
        </p:grpSpPr>
        <p:sp>
          <p:nvSpPr>
            <p:cNvPr id="16169" name="Google Shape;16169;p84"/>
            <p:cNvSpPr/>
            <p:nvPr/>
          </p:nvSpPr>
          <p:spPr>
            <a:xfrm>
              <a:off x="1949802" y="2482442"/>
              <a:ext cx="328259" cy="211482"/>
            </a:xfrm>
            <a:custGeom>
              <a:rect b="b" l="l" r="r" t="t"/>
              <a:pathLst>
                <a:path extrusionOk="0" h="8068" w="12523">
                  <a:moveTo>
                    <a:pt x="1794" y="1"/>
                  </a:moveTo>
                  <a:cubicBezTo>
                    <a:pt x="1730" y="1"/>
                    <a:pt x="1665" y="5"/>
                    <a:pt x="1600" y="15"/>
                  </a:cubicBezTo>
                  <a:lnTo>
                    <a:pt x="767" y="131"/>
                  </a:lnTo>
                  <a:cubicBezTo>
                    <a:pt x="327" y="194"/>
                    <a:pt x="0" y="570"/>
                    <a:pt x="0" y="1017"/>
                  </a:cubicBezTo>
                  <a:lnTo>
                    <a:pt x="0" y="1808"/>
                  </a:lnTo>
                  <a:cubicBezTo>
                    <a:pt x="0" y="1931"/>
                    <a:pt x="99" y="2030"/>
                    <a:pt x="220" y="2030"/>
                  </a:cubicBezTo>
                  <a:cubicBezTo>
                    <a:pt x="224" y="2030"/>
                    <a:pt x="228" y="2030"/>
                    <a:pt x="232" y="2030"/>
                  </a:cubicBezTo>
                  <a:lnTo>
                    <a:pt x="232" y="2030"/>
                  </a:lnTo>
                  <a:lnTo>
                    <a:pt x="229" y="2350"/>
                  </a:lnTo>
                  <a:cubicBezTo>
                    <a:pt x="225" y="2557"/>
                    <a:pt x="366" y="2737"/>
                    <a:pt x="566" y="2789"/>
                  </a:cubicBezTo>
                  <a:lnTo>
                    <a:pt x="974" y="2888"/>
                  </a:lnTo>
                  <a:cubicBezTo>
                    <a:pt x="1066" y="2909"/>
                    <a:pt x="1136" y="2990"/>
                    <a:pt x="1143" y="3088"/>
                  </a:cubicBezTo>
                  <a:cubicBezTo>
                    <a:pt x="1206" y="3957"/>
                    <a:pt x="1804" y="8067"/>
                    <a:pt x="7606" y="8067"/>
                  </a:cubicBezTo>
                  <a:cubicBezTo>
                    <a:pt x="12522" y="8067"/>
                    <a:pt x="12522" y="6503"/>
                    <a:pt x="12522" y="6503"/>
                  </a:cubicBezTo>
                  <a:lnTo>
                    <a:pt x="12522" y="6056"/>
                  </a:lnTo>
                  <a:lnTo>
                    <a:pt x="3130" y="3373"/>
                  </a:lnTo>
                  <a:lnTo>
                    <a:pt x="3130" y="1340"/>
                  </a:lnTo>
                  <a:cubicBezTo>
                    <a:pt x="3130" y="590"/>
                    <a:pt x="2521" y="1"/>
                    <a:pt x="179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84"/>
            <p:cNvSpPr/>
            <p:nvPr/>
          </p:nvSpPr>
          <p:spPr>
            <a:xfrm>
              <a:off x="1996434" y="2615733"/>
              <a:ext cx="107052" cy="95807"/>
            </a:xfrm>
            <a:custGeom>
              <a:rect b="b" l="l" r="r" t="t"/>
              <a:pathLst>
                <a:path extrusionOk="0" h="3655" w="4084">
                  <a:moveTo>
                    <a:pt x="2251" y="0"/>
                  </a:moveTo>
                  <a:lnTo>
                    <a:pt x="1762" y="162"/>
                  </a:lnTo>
                  <a:cubicBezTo>
                    <a:pt x="1513" y="243"/>
                    <a:pt x="1333" y="468"/>
                    <a:pt x="1309" y="732"/>
                  </a:cubicBezTo>
                  <a:lnTo>
                    <a:pt x="1126" y="2536"/>
                  </a:lnTo>
                  <a:lnTo>
                    <a:pt x="904" y="2536"/>
                  </a:lnTo>
                  <a:cubicBezTo>
                    <a:pt x="630" y="2536"/>
                    <a:pt x="384" y="2701"/>
                    <a:pt x="282" y="2958"/>
                  </a:cubicBezTo>
                  <a:lnTo>
                    <a:pt x="1" y="3654"/>
                  </a:lnTo>
                  <a:lnTo>
                    <a:pt x="1470" y="3654"/>
                  </a:lnTo>
                  <a:cubicBezTo>
                    <a:pt x="1790" y="3654"/>
                    <a:pt x="2068" y="3429"/>
                    <a:pt x="2132" y="3113"/>
                  </a:cubicBezTo>
                  <a:lnTo>
                    <a:pt x="2367" y="1927"/>
                  </a:lnTo>
                  <a:cubicBezTo>
                    <a:pt x="2670" y="1927"/>
                    <a:pt x="3658" y="1829"/>
                    <a:pt x="4083" y="1344"/>
                  </a:cubicBezTo>
                  <a:lnTo>
                    <a:pt x="2251"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84"/>
            <p:cNvSpPr/>
            <p:nvPr/>
          </p:nvSpPr>
          <p:spPr>
            <a:xfrm>
              <a:off x="2184194" y="2652876"/>
              <a:ext cx="58664" cy="58664"/>
            </a:xfrm>
            <a:custGeom>
              <a:rect b="b" l="l" r="r" t="t"/>
              <a:pathLst>
                <a:path extrusionOk="0" h="2238" w="2238">
                  <a:moveTo>
                    <a:pt x="1119" y="1"/>
                  </a:moveTo>
                  <a:lnTo>
                    <a:pt x="1119" y="1119"/>
                  </a:lnTo>
                  <a:lnTo>
                    <a:pt x="936" y="1119"/>
                  </a:lnTo>
                  <a:cubicBezTo>
                    <a:pt x="672" y="1119"/>
                    <a:pt x="433" y="1274"/>
                    <a:pt x="328" y="1513"/>
                  </a:cubicBezTo>
                  <a:lnTo>
                    <a:pt x="1" y="2237"/>
                  </a:lnTo>
                  <a:lnTo>
                    <a:pt x="1790" y="2237"/>
                  </a:lnTo>
                  <a:cubicBezTo>
                    <a:pt x="2037" y="2237"/>
                    <a:pt x="2237" y="2037"/>
                    <a:pt x="2237" y="1790"/>
                  </a:cubicBezTo>
                  <a:lnTo>
                    <a:pt x="2237"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84"/>
            <p:cNvSpPr/>
            <p:nvPr/>
          </p:nvSpPr>
          <p:spPr>
            <a:xfrm>
              <a:off x="1980680" y="2482442"/>
              <a:ext cx="51167" cy="88415"/>
            </a:xfrm>
            <a:custGeom>
              <a:rect b="b" l="l" r="r" t="t"/>
              <a:pathLst>
                <a:path extrusionOk="0" h="3373" w="1952">
                  <a:moveTo>
                    <a:pt x="616" y="1"/>
                  </a:moveTo>
                  <a:cubicBezTo>
                    <a:pt x="552" y="1"/>
                    <a:pt x="487" y="5"/>
                    <a:pt x="422" y="15"/>
                  </a:cubicBezTo>
                  <a:lnTo>
                    <a:pt x="0" y="75"/>
                  </a:lnTo>
                  <a:cubicBezTo>
                    <a:pt x="545" y="257"/>
                    <a:pt x="908" y="767"/>
                    <a:pt x="908" y="1340"/>
                  </a:cubicBezTo>
                  <a:lnTo>
                    <a:pt x="908" y="2329"/>
                  </a:lnTo>
                  <a:cubicBezTo>
                    <a:pt x="908" y="2905"/>
                    <a:pt x="1375" y="3373"/>
                    <a:pt x="1952" y="3373"/>
                  </a:cubicBezTo>
                  <a:lnTo>
                    <a:pt x="1952" y="1340"/>
                  </a:lnTo>
                  <a:cubicBezTo>
                    <a:pt x="1952" y="590"/>
                    <a:pt x="1343" y="1"/>
                    <a:pt x="616"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84"/>
            <p:cNvSpPr/>
            <p:nvPr/>
          </p:nvSpPr>
          <p:spPr>
            <a:xfrm>
              <a:off x="2031821" y="2519978"/>
              <a:ext cx="285218" cy="144457"/>
            </a:xfrm>
            <a:custGeom>
              <a:rect b="b" l="l" r="r" t="t"/>
              <a:pathLst>
                <a:path extrusionOk="0" h="5511" w="10881">
                  <a:moveTo>
                    <a:pt x="4697" y="1"/>
                  </a:moveTo>
                  <a:cubicBezTo>
                    <a:pt x="3324" y="1"/>
                    <a:pt x="1751" y="529"/>
                    <a:pt x="1" y="1941"/>
                  </a:cubicBezTo>
                  <a:cubicBezTo>
                    <a:pt x="1" y="1941"/>
                    <a:pt x="151" y="5511"/>
                    <a:pt x="5622" y="5511"/>
                  </a:cubicBezTo>
                  <a:cubicBezTo>
                    <a:pt x="6859" y="5511"/>
                    <a:pt x="8368" y="5328"/>
                    <a:pt x="10209" y="4881"/>
                  </a:cubicBezTo>
                  <a:cubicBezTo>
                    <a:pt x="10670" y="4772"/>
                    <a:pt x="10881" y="4237"/>
                    <a:pt x="10621" y="3843"/>
                  </a:cubicBezTo>
                  <a:cubicBezTo>
                    <a:pt x="9754" y="2526"/>
                    <a:pt x="7702" y="1"/>
                    <a:pt x="4697"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84"/>
            <p:cNvSpPr/>
            <p:nvPr/>
          </p:nvSpPr>
          <p:spPr>
            <a:xfrm>
              <a:off x="2031821" y="2556650"/>
              <a:ext cx="284222" cy="107838"/>
            </a:xfrm>
            <a:custGeom>
              <a:rect b="b" l="l" r="r" t="t"/>
              <a:pathLst>
                <a:path extrusionOk="0" h="4114" w="10843">
                  <a:moveTo>
                    <a:pt x="729" y="0"/>
                  </a:moveTo>
                  <a:cubicBezTo>
                    <a:pt x="490" y="162"/>
                    <a:pt x="247" y="342"/>
                    <a:pt x="1" y="542"/>
                  </a:cubicBezTo>
                  <a:cubicBezTo>
                    <a:pt x="1" y="542"/>
                    <a:pt x="151" y="4113"/>
                    <a:pt x="5627" y="4113"/>
                  </a:cubicBezTo>
                  <a:cubicBezTo>
                    <a:pt x="6863" y="4113"/>
                    <a:pt x="8371" y="3931"/>
                    <a:pt x="10209" y="3485"/>
                  </a:cubicBezTo>
                  <a:cubicBezTo>
                    <a:pt x="10621" y="3383"/>
                    <a:pt x="10842" y="2933"/>
                    <a:pt x="10670" y="2546"/>
                  </a:cubicBezTo>
                  <a:lnTo>
                    <a:pt x="10670" y="2546"/>
                  </a:lnTo>
                  <a:cubicBezTo>
                    <a:pt x="8703" y="3096"/>
                    <a:pt x="7122" y="3317"/>
                    <a:pt x="5853" y="3317"/>
                  </a:cubicBezTo>
                  <a:cubicBezTo>
                    <a:pt x="1823" y="3317"/>
                    <a:pt x="924" y="1083"/>
                    <a:pt x="729"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84"/>
            <p:cNvSpPr/>
            <p:nvPr/>
          </p:nvSpPr>
          <p:spPr>
            <a:xfrm>
              <a:off x="1944350" y="2476964"/>
              <a:ext cx="375546" cy="240106"/>
            </a:xfrm>
            <a:custGeom>
              <a:rect b="b" l="l" r="r" t="t"/>
              <a:pathLst>
                <a:path extrusionOk="0" h="9160" w="14327">
                  <a:moveTo>
                    <a:pt x="8042" y="1852"/>
                  </a:moveTo>
                  <a:cubicBezTo>
                    <a:pt x="8304" y="1852"/>
                    <a:pt x="8565" y="1872"/>
                    <a:pt x="8824" y="1912"/>
                  </a:cubicBezTo>
                  <a:cubicBezTo>
                    <a:pt x="8926" y="1929"/>
                    <a:pt x="9035" y="1950"/>
                    <a:pt x="9154" y="1978"/>
                  </a:cubicBezTo>
                  <a:lnTo>
                    <a:pt x="8940" y="3202"/>
                  </a:lnTo>
                  <a:lnTo>
                    <a:pt x="7213" y="3804"/>
                  </a:lnTo>
                  <a:lnTo>
                    <a:pt x="6450" y="2091"/>
                  </a:lnTo>
                  <a:cubicBezTo>
                    <a:pt x="6987" y="1932"/>
                    <a:pt x="7517" y="1852"/>
                    <a:pt x="8042" y="1852"/>
                  </a:cubicBezTo>
                  <a:close/>
                  <a:moveTo>
                    <a:pt x="9559" y="2087"/>
                  </a:moveTo>
                  <a:cubicBezTo>
                    <a:pt x="10174" y="2277"/>
                    <a:pt x="10933" y="2633"/>
                    <a:pt x="11739" y="3287"/>
                  </a:cubicBezTo>
                  <a:lnTo>
                    <a:pt x="11665" y="3336"/>
                  </a:lnTo>
                  <a:cubicBezTo>
                    <a:pt x="11478" y="3468"/>
                    <a:pt x="11604" y="3721"/>
                    <a:pt x="11782" y="3721"/>
                  </a:cubicBezTo>
                  <a:cubicBezTo>
                    <a:pt x="11821" y="3721"/>
                    <a:pt x="11863" y="3709"/>
                    <a:pt x="11904" y="3680"/>
                  </a:cubicBezTo>
                  <a:lnTo>
                    <a:pt x="12066" y="3568"/>
                  </a:lnTo>
                  <a:cubicBezTo>
                    <a:pt x="12666" y="4116"/>
                    <a:pt x="13200" y="4730"/>
                    <a:pt x="13653" y="5408"/>
                  </a:cubicBezTo>
                  <a:lnTo>
                    <a:pt x="13653" y="5408"/>
                  </a:lnTo>
                  <a:cubicBezTo>
                    <a:pt x="12827" y="5622"/>
                    <a:pt x="11991" y="5794"/>
                    <a:pt x="11148" y="5917"/>
                  </a:cubicBezTo>
                  <a:lnTo>
                    <a:pt x="10835" y="4429"/>
                  </a:lnTo>
                  <a:lnTo>
                    <a:pt x="11218" y="4162"/>
                  </a:lnTo>
                  <a:cubicBezTo>
                    <a:pt x="11406" y="4030"/>
                    <a:pt x="11276" y="3777"/>
                    <a:pt x="11100" y="3777"/>
                  </a:cubicBezTo>
                  <a:cubicBezTo>
                    <a:pt x="11061" y="3777"/>
                    <a:pt x="11020" y="3789"/>
                    <a:pt x="10979" y="3818"/>
                  </a:cubicBezTo>
                  <a:lnTo>
                    <a:pt x="10599" y="4081"/>
                  </a:lnTo>
                  <a:lnTo>
                    <a:pt x="9351" y="3258"/>
                  </a:lnTo>
                  <a:lnTo>
                    <a:pt x="9559" y="2087"/>
                  </a:lnTo>
                  <a:close/>
                  <a:moveTo>
                    <a:pt x="9094" y="3589"/>
                  </a:moveTo>
                  <a:lnTo>
                    <a:pt x="10420" y="4465"/>
                  </a:lnTo>
                  <a:lnTo>
                    <a:pt x="10733" y="5970"/>
                  </a:lnTo>
                  <a:cubicBezTo>
                    <a:pt x="10209" y="6035"/>
                    <a:pt x="9679" y="6069"/>
                    <a:pt x="9149" y="6069"/>
                  </a:cubicBezTo>
                  <a:cubicBezTo>
                    <a:pt x="9000" y="6069"/>
                    <a:pt x="8850" y="6066"/>
                    <a:pt x="8701" y="6061"/>
                  </a:cubicBezTo>
                  <a:cubicBezTo>
                    <a:pt x="7846" y="6026"/>
                    <a:pt x="7108" y="5878"/>
                    <a:pt x="6489" y="5629"/>
                  </a:cubicBezTo>
                  <a:lnTo>
                    <a:pt x="7248" y="4236"/>
                  </a:lnTo>
                  <a:lnTo>
                    <a:pt x="9094" y="3589"/>
                  </a:lnTo>
                  <a:close/>
                  <a:moveTo>
                    <a:pt x="2000" y="416"/>
                  </a:moveTo>
                  <a:cubicBezTo>
                    <a:pt x="2613" y="416"/>
                    <a:pt x="3127" y="916"/>
                    <a:pt x="3127" y="1549"/>
                  </a:cubicBezTo>
                  <a:lnTo>
                    <a:pt x="3127" y="3578"/>
                  </a:lnTo>
                  <a:lnTo>
                    <a:pt x="3127" y="3585"/>
                  </a:lnTo>
                  <a:lnTo>
                    <a:pt x="3127" y="3589"/>
                  </a:lnTo>
                  <a:cubicBezTo>
                    <a:pt x="3127" y="3631"/>
                    <a:pt x="3173" y="4401"/>
                    <a:pt x="3739" y="5238"/>
                  </a:cubicBezTo>
                  <a:lnTo>
                    <a:pt x="3683" y="5256"/>
                  </a:lnTo>
                  <a:cubicBezTo>
                    <a:pt x="3352" y="5365"/>
                    <a:pt x="3120" y="5657"/>
                    <a:pt x="3085" y="6001"/>
                  </a:cubicBezTo>
                  <a:lnTo>
                    <a:pt x="3025" y="6582"/>
                  </a:lnTo>
                  <a:cubicBezTo>
                    <a:pt x="1763" y="5228"/>
                    <a:pt x="1559" y="3353"/>
                    <a:pt x="1552" y="3269"/>
                  </a:cubicBezTo>
                  <a:cubicBezTo>
                    <a:pt x="1530" y="3086"/>
                    <a:pt x="1400" y="2938"/>
                    <a:pt x="1225" y="2893"/>
                  </a:cubicBezTo>
                  <a:lnTo>
                    <a:pt x="824" y="2794"/>
                  </a:lnTo>
                  <a:cubicBezTo>
                    <a:pt x="718" y="2766"/>
                    <a:pt x="644" y="2671"/>
                    <a:pt x="644" y="2559"/>
                  </a:cubicBezTo>
                  <a:lnTo>
                    <a:pt x="644" y="2439"/>
                  </a:lnTo>
                  <a:cubicBezTo>
                    <a:pt x="1073" y="2415"/>
                    <a:pt x="1576" y="2351"/>
                    <a:pt x="1865" y="2207"/>
                  </a:cubicBezTo>
                  <a:cubicBezTo>
                    <a:pt x="1974" y="2158"/>
                    <a:pt x="2016" y="2031"/>
                    <a:pt x="1963" y="1926"/>
                  </a:cubicBezTo>
                  <a:cubicBezTo>
                    <a:pt x="1926" y="1852"/>
                    <a:pt x="1853" y="1809"/>
                    <a:pt x="1777" y="1809"/>
                  </a:cubicBezTo>
                  <a:cubicBezTo>
                    <a:pt x="1744" y="1809"/>
                    <a:pt x="1710" y="1817"/>
                    <a:pt x="1678" y="1834"/>
                  </a:cubicBezTo>
                  <a:cubicBezTo>
                    <a:pt x="1471" y="1936"/>
                    <a:pt x="1017" y="2010"/>
                    <a:pt x="430" y="2031"/>
                  </a:cubicBezTo>
                  <a:cubicBezTo>
                    <a:pt x="426" y="2031"/>
                    <a:pt x="423" y="2031"/>
                    <a:pt x="419" y="2028"/>
                  </a:cubicBezTo>
                  <a:cubicBezTo>
                    <a:pt x="416" y="2024"/>
                    <a:pt x="416" y="2021"/>
                    <a:pt x="416" y="2017"/>
                  </a:cubicBezTo>
                  <a:lnTo>
                    <a:pt x="416" y="1226"/>
                  </a:lnTo>
                  <a:cubicBezTo>
                    <a:pt x="416" y="885"/>
                    <a:pt x="665" y="597"/>
                    <a:pt x="1003" y="547"/>
                  </a:cubicBezTo>
                  <a:lnTo>
                    <a:pt x="1836" y="428"/>
                  </a:lnTo>
                  <a:cubicBezTo>
                    <a:pt x="1891" y="420"/>
                    <a:pt x="1946" y="416"/>
                    <a:pt x="2000" y="416"/>
                  </a:cubicBezTo>
                  <a:close/>
                  <a:moveTo>
                    <a:pt x="6049" y="2221"/>
                  </a:moveTo>
                  <a:lnTo>
                    <a:pt x="6868" y="4057"/>
                  </a:lnTo>
                  <a:lnTo>
                    <a:pt x="6105" y="5453"/>
                  </a:lnTo>
                  <a:cubicBezTo>
                    <a:pt x="6021" y="5411"/>
                    <a:pt x="5937" y="5361"/>
                    <a:pt x="5856" y="5312"/>
                  </a:cubicBezTo>
                  <a:cubicBezTo>
                    <a:pt x="5819" y="5292"/>
                    <a:pt x="5783" y="5283"/>
                    <a:pt x="5749" y="5283"/>
                  </a:cubicBezTo>
                  <a:cubicBezTo>
                    <a:pt x="5569" y="5283"/>
                    <a:pt x="5451" y="5540"/>
                    <a:pt x="5638" y="5667"/>
                  </a:cubicBezTo>
                  <a:cubicBezTo>
                    <a:pt x="6520" y="6216"/>
                    <a:pt x="7695" y="6490"/>
                    <a:pt x="9140" y="6490"/>
                  </a:cubicBezTo>
                  <a:cubicBezTo>
                    <a:pt x="10480" y="6490"/>
                    <a:pt x="12055" y="6254"/>
                    <a:pt x="13856" y="5787"/>
                  </a:cubicBezTo>
                  <a:lnTo>
                    <a:pt x="13856" y="5787"/>
                  </a:lnTo>
                  <a:cubicBezTo>
                    <a:pt x="13870" y="5871"/>
                    <a:pt x="13859" y="5956"/>
                    <a:pt x="13827" y="6033"/>
                  </a:cubicBezTo>
                  <a:cubicBezTo>
                    <a:pt x="13771" y="6177"/>
                    <a:pt x="13648" y="6286"/>
                    <a:pt x="13497" y="6321"/>
                  </a:cubicBezTo>
                  <a:cubicBezTo>
                    <a:pt x="11787" y="6736"/>
                    <a:pt x="10265" y="6943"/>
                    <a:pt x="8953" y="6943"/>
                  </a:cubicBezTo>
                  <a:cubicBezTo>
                    <a:pt x="8574" y="6943"/>
                    <a:pt x="8211" y="6926"/>
                    <a:pt x="7867" y="6891"/>
                  </a:cubicBezTo>
                  <a:cubicBezTo>
                    <a:pt x="6650" y="6768"/>
                    <a:pt x="5659" y="6423"/>
                    <a:pt x="4920" y="5871"/>
                  </a:cubicBezTo>
                  <a:cubicBezTo>
                    <a:pt x="3834" y="5059"/>
                    <a:pt x="3602" y="4004"/>
                    <a:pt x="3559" y="3673"/>
                  </a:cubicBezTo>
                  <a:cubicBezTo>
                    <a:pt x="3704" y="3557"/>
                    <a:pt x="3851" y="3448"/>
                    <a:pt x="3999" y="3343"/>
                  </a:cubicBezTo>
                  <a:cubicBezTo>
                    <a:pt x="4126" y="4007"/>
                    <a:pt x="4449" y="4619"/>
                    <a:pt x="4924" y="5101"/>
                  </a:cubicBezTo>
                  <a:cubicBezTo>
                    <a:pt x="4971" y="5150"/>
                    <a:pt x="5024" y="5171"/>
                    <a:pt x="5074" y="5171"/>
                  </a:cubicBezTo>
                  <a:cubicBezTo>
                    <a:pt x="5237" y="5171"/>
                    <a:pt x="5378" y="4959"/>
                    <a:pt x="5223" y="4809"/>
                  </a:cubicBezTo>
                  <a:cubicBezTo>
                    <a:pt x="4762" y="4338"/>
                    <a:pt x="4463" y="3733"/>
                    <a:pt x="4379" y="3079"/>
                  </a:cubicBezTo>
                  <a:cubicBezTo>
                    <a:pt x="4903" y="2731"/>
                    <a:pt x="5462" y="2443"/>
                    <a:pt x="6049" y="2221"/>
                  </a:cubicBezTo>
                  <a:close/>
                  <a:moveTo>
                    <a:pt x="12393" y="6989"/>
                  </a:moveTo>
                  <a:cubicBezTo>
                    <a:pt x="12266" y="7162"/>
                    <a:pt x="12115" y="7309"/>
                    <a:pt x="11943" y="7432"/>
                  </a:cubicBezTo>
                  <a:cubicBezTo>
                    <a:pt x="11907" y="7454"/>
                    <a:pt x="11816" y="7506"/>
                    <a:pt x="11595" y="7580"/>
                  </a:cubicBezTo>
                  <a:lnTo>
                    <a:pt x="11595" y="7134"/>
                  </a:lnTo>
                  <a:cubicBezTo>
                    <a:pt x="11855" y="7091"/>
                    <a:pt x="12122" y="7042"/>
                    <a:pt x="12393" y="6989"/>
                  </a:cubicBezTo>
                  <a:close/>
                  <a:moveTo>
                    <a:pt x="6024" y="6916"/>
                  </a:moveTo>
                  <a:cubicBezTo>
                    <a:pt x="6605" y="7116"/>
                    <a:pt x="7202" y="7246"/>
                    <a:pt x="7814" y="7306"/>
                  </a:cubicBezTo>
                  <a:cubicBezTo>
                    <a:pt x="8191" y="7345"/>
                    <a:pt x="8574" y="7362"/>
                    <a:pt x="8957" y="7362"/>
                  </a:cubicBezTo>
                  <a:cubicBezTo>
                    <a:pt x="9309" y="7362"/>
                    <a:pt x="9678" y="7348"/>
                    <a:pt x="10058" y="7316"/>
                  </a:cubicBezTo>
                  <a:lnTo>
                    <a:pt x="10058" y="7622"/>
                  </a:lnTo>
                  <a:cubicBezTo>
                    <a:pt x="9769" y="7629"/>
                    <a:pt x="9502" y="7781"/>
                    <a:pt x="9344" y="8027"/>
                  </a:cubicBezTo>
                  <a:cubicBezTo>
                    <a:pt x="8726" y="8096"/>
                    <a:pt x="8168" y="8125"/>
                    <a:pt x="7666" y="8125"/>
                  </a:cubicBezTo>
                  <a:cubicBezTo>
                    <a:pt x="6078" y="8125"/>
                    <a:pt x="5055" y="7834"/>
                    <a:pt x="4491" y="7601"/>
                  </a:cubicBezTo>
                  <a:lnTo>
                    <a:pt x="4526" y="7425"/>
                  </a:lnTo>
                  <a:cubicBezTo>
                    <a:pt x="4836" y="7422"/>
                    <a:pt x="5557" y="7362"/>
                    <a:pt x="6024" y="6916"/>
                  </a:cubicBezTo>
                  <a:close/>
                  <a:moveTo>
                    <a:pt x="4010" y="5590"/>
                  </a:moveTo>
                  <a:cubicBezTo>
                    <a:pt x="4203" y="5815"/>
                    <a:pt x="4421" y="6019"/>
                    <a:pt x="4660" y="6198"/>
                  </a:cubicBezTo>
                  <a:cubicBezTo>
                    <a:pt x="4945" y="6409"/>
                    <a:pt x="5254" y="6592"/>
                    <a:pt x="5578" y="6736"/>
                  </a:cubicBezTo>
                  <a:cubicBezTo>
                    <a:pt x="5261" y="6940"/>
                    <a:pt x="4854" y="6993"/>
                    <a:pt x="4611" y="7003"/>
                  </a:cubicBezTo>
                  <a:lnTo>
                    <a:pt x="4618" y="6975"/>
                  </a:lnTo>
                  <a:cubicBezTo>
                    <a:pt x="4656" y="6814"/>
                    <a:pt x="4532" y="6717"/>
                    <a:pt x="4410" y="6717"/>
                  </a:cubicBezTo>
                  <a:cubicBezTo>
                    <a:pt x="4319" y="6717"/>
                    <a:pt x="4229" y="6771"/>
                    <a:pt x="4210" y="6891"/>
                  </a:cubicBezTo>
                  <a:lnTo>
                    <a:pt x="3911" y="8368"/>
                  </a:lnTo>
                  <a:cubicBezTo>
                    <a:pt x="3869" y="8582"/>
                    <a:pt x="3679" y="8737"/>
                    <a:pt x="3457" y="8737"/>
                  </a:cubicBezTo>
                  <a:lnTo>
                    <a:pt x="2297" y="8737"/>
                  </a:lnTo>
                  <a:lnTo>
                    <a:pt x="2462" y="8329"/>
                  </a:lnTo>
                  <a:cubicBezTo>
                    <a:pt x="2533" y="8153"/>
                    <a:pt x="2701" y="8037"/>
                    <a:pt x="2891" y="8037"/>
                  </a:cubicBezTo>
                  <a:lnTo>
                    <a:pt x="3113" y="8037"/>
                  </a:lnTo>
                  <a:cubicBezTo>
                    <a:pt x="3222" y="8037"/>
                    <a:pt x="3313" y="7956"/>
                    <a:pt x="3324" y="7851"/>
                  </a:cubicBezTo>
                  <a:lnTo>
                    <a:pt x="3503" y="6047"/>
                  </a:lnTo>
                  <a:cubicBezTo>
                    <a:pt x="3521" y="5868"/>
                    <a:pt x="3644" y="5713"/>
                    <a:pt x="3816" y="5657"/>
                  </a:cubicBezTo>
                  <a:lnTo>
                    <a:pt x="4010" y="5590"/>
                  </a:lnTo>
                  <a:close/>
                  <a:moveTo>
                    <a:pt x="11176" y="7197"/>
                  </a:moveTo>
                  <a:lnTo>
                    <a:pt x="11176" y="8501"/>
                  </a:lnTo>
                  <a:cubicBezTo>
                    <a:pt x="11176" y="8632"/>
                    <a:pt x="11071" y="8737"/>
                    <a:pt x="10940" y="8737"/>
                  </a:cubicBezTo>
                  <a:lnTo>
                    <a:pt x="9474" y="8737"/>
                  </a:lnTo>
                  <a:lnTo>
                    <a:pt x="9668" y="8312"/>
                  </a:lnTo>
                  <a:cubicBezTo>
                    <a:pt x="9741" y="8146"/>
                    <a:pt x="9907" y="8037"/>
                    <a:pt x="10086" y="8037"/>
                  </a:cubicBezTo>
                  <a:lnTo>
                    <a:pt x="10269" y="8037"/>
                  </a:lnTo>
                  <a:cubicBezTo>
                    <a:pt x="10385" y="8037"/>
                    <a:pt x="10476" y="7946"/>
                    <a:pt x="10476" y="7830"/>
                  </a:cubicBezTo>
                  <a:lnTo>
                    <a:pt x="10476" y="7281"/>
                  </a:lnTo>
                  <a:cubicBezTo>
                    <a:pt x="10705" y="7257"/>
                    <a:pt x="10940" y="7229"/>
                    <a:pt x="11176" y="7197"/>
                  </a:cubicBezTo>
                  <a:close/>
                  <a:moveTo>
                    <a:pt x="2000" y="0"/>
                  </a:moveTo>
                  <a:cubicBezTo>
                    <a:pt x="1926" y="0"/>
                    <a:pt x="1852" y="6"/>
                    <a:pt x="1777" y="16"/>
                  </a:cubicBezTo>
                  <a:lnTo>
                    <a:pt x="947" y="136"/>
                  </a:lnTo>
                  <a:cubicBezTo>
                    <a:pt x="405" y="213"/>
                    <a:pt x="4" y="677"/>
                    <a:pt x="1" y="1226"/>
                  </a:cubicBezTo>
                  <a:lnTo>
                    <a:pt x="1" y="2017"/>
                  </a:lnTo>
                  <a:cubicBezTo>
                    <a:pt x="1" y="2179"/>
                    <a:pt x="89" y="2327"/>
                    <a:pt x="229" y="2400"/>
                  </a:cubicBezTo>
                  <a:lnTo>
                    <a:pt x="229" y="2559"/>
                  </a:lnTo>
                  <a:cubicBezTo>
                    <a:pt x="226" y="2861"/>
                    <a:pt x="430" y="3128"/>
                    <a:pt x="725" y="3202"/>
                  </a:cubicBezTo>
                  <a:lnTo>
                    <a:pt x="1123" y="3301"/>
                  </a:lnTo>
                  <a:cubicBezTo>
                    <a:pt x="1130" y="3301"/>
                    <a:pt x="1133" y="3304"/>
                    <a:pt x="1133" y="3311"/>
                  </a:cubicBezTo>
                  <a:cubicBezTo>
                    <a:pt x="1172" y="3687"/>
                    <a:pt x="1305" y="4327"/>
                    <a:pt x="1569" y="4992"/>
                  </a:cubicBezTo>
                  <a:cubicBezTo>
                    <a:pt x="1910" y="5857"/>
                    <a:pt x="2385" y="6574"/>
                    <a:pt x="2976" y="7120"/>
                  </a:cubicBezTo>
                  <a:lnTo>
                    <a:pt x="2926" y="7619"/>
                  </a:lnTo>
                  <a:lnTo>
                    <a:pt x="2891" y="7619"/>
                  </a:lnTo>
                  <a:cubicBezTo>
                    <a:pt x="2529" y="7619"/>
                    <a:pt x="2206" y="7837"/>
                    <a:pt x="2072" y="8174"/>
                  </a:cubicBezTo>
                  <a:lnTo>
                    <a:pt x="1794" y="8871"/>
                  </a:lnTo>
                  <a:cubicBezTo>
                    <a:pt x="1738" y="9008"/>
                    <a:pt x="1840" y="9156"/>
                    <a:pt x="1988" y="9156"/>
                  </a:cubicBezTo>
                  <a:lnTo>
                    <a:pt x="3457" y="9156"/>
                  </a:lnTo>
                  <a:cubicBezTo>
                    <a:pt x="3876" y="9156"/>
                    <a:pt x="4238" y="8860"/>
                    <a:pt x="4323" y="8449"/>
                  </a:cubicBezTo>
                  <a:lnTo>
                    <a:pt x="4410" y="8020"/>
                  </a:lnTo>
                  <a:cubicBezTo>
                    <a:pt x="5022" y="8262"/>
                    <a:pt x="6074" y="8544"/>
                    <a:pt x="7663" y="8544"/>
                  </a:cubicBezTo>
                  <a:cubicBezTo>
                    <a:pt x="8113" y="8544"/>
                    <a:pt x="8606" y="8519"/>
                    <a:pt x="9140" y="8466"/>
                  </a:cubicBezTo>
                  <a:lnTo>
                    <a:pt x="9140" y="8466"/>
                  </a:lnTo>
                  <a:lnTo>
                    <a:pt x="8964" y="8864"/>
                  </a:lnTo>
                  <a:cubicBezTo>
                    <a:pt x="8901" y="9001"/>
                    <a:pt x="9003" y="9159"/>
                    <a:pt x="9154" y="9159"/>
                  </a:cubicBezTo>
                  <a:lnTo>
                    <a:pt x="10944" y="9159"/>
                  </a:lnTo>
                  <a:cubicBezTo>
                    <a:pt x="11303" y="9156"/>
                    <a:pt x="11598" y="8864"/>
                    <a:pt x="11598" y="8501"/>
                  </a:cubicBezTo>
                  <a:lnTo>
                    <a:pt x="11598" y="8020"/>
                  </a:lnTo>
                  <a:cubicBezTo>
                    <a:pt x="11869" y="7939"/>
                    <a:pt x="12062" y="7858"/>
                    <a:pt x="12178" y="7781"/>
                  </a:cubicBezTo>
                  <a:cubicBezTo>
                    <a:pt x="12463" y="7591"/>
                    <a:pt x="12734" y="7285"/>
                    <a:pt x="12987" y="6870"/>
                  </a:cubicBezTo>
                  <a:cubicBezTo>
                    <a:pt x="13187" y="6828"/>
                    <a:pt x="13391" y="6778"/>
                    <a:pt x="13599" y="6729"/>
                  </a:cubicBezTo>
                  <a:cubicBezTo>
                    <a:pt x="13880" y="6662"/>
                    <a:pt x="14116" y="6462"/>
                    <a:pt x="14221" y="6188"/>
                  </a:cubicBezTo>
                  <a:cubicBezTo>
                    <a:pt x="14327" y="5917"/>
                    <a:pt x="14292" y="5611"/>
                    <a:pt x="14133" y="5368"/>
                  </a:cubicBezTo>
                  <a:cubicBezTo>
                    <a:pt x="13740" y="4774"/>
                    <a:pt x="13089" y="3905"/>
                    <a:pt x="12206" y="3139"/>
                  </a:cubicBezTo>
                  <a:cubicBezTo>
                    <a:pt x="11166" y="2232"/>
                    <a:pt x="10047" y="1680"/>
                    <a:pt x="8887" y="1500"/>
                  </a:cubicBezTo>
                  <a:cubicBezTo>
                    <a:pt x="8604" y="1456"/>
                    <a:pt x="8318" y="1434"/>
                    <a:pt x="8032" y="1434"/>
                  </a:cubicBezTo>
                  <a:cubicBezTo>
                    <a:pt x="6570" y="1434"/>
                    <a:pt x="5066" y="2009"/>
                    <a:pt x="3549" y="3153"/>
                  </a:cubicBezTo>
                  <a:lnTo>
                    <a:pt x="3549" y="1549"/>
                  </a:lnTo>
                  <a:cubicBezTo>
                    <a:pt x="3546" y="683"/>
                    <a:pt x="2840"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84"/>
            <p:cNvSpPr/>
            <p:nvPr/>
          </p:nvSpPr>
          <p:spPr>
            <a:xfrm>
              <a:off x="1979475" y="2500896"/>
              <a:ext cx="11009" cy="16776"/>
            </a:xfrm>
            <a:custGeom>
              <a:rect b="b" l="l" r="r" t="t"/>
              <a:pathLst>
                <a:path extrusionOk="0" h="640" w="420">
                  <a:moveTo>
                    <a:pt x="208" y="0"/>
                  </a:moveTo>
                  <a:cubicBezTo>
                    <a:pt x="96" y="0"/>
                    <a:pt x="1" y="95"/>
                    <a:pt x="1" y="207"/>
                  </a:cubicBezTo>
                  <a:lnTo>
                    <a:pt x="1" y="433"/>
                  </a:lnTo>
                  <a:cubicBezTo>
                    <a:pt x="1" y="549"/>
                    <a:pt x="96" y="640"/>
                    <a:pt x="208" y="640"/>
                  </a:cubicBezTo>
                  <a:cubicBezTo>
                    <a:pt x="324" y="640"/>
                    <a:pt x="419" y="549"/>
                    <a:pt x="419" y="433"/>
                  </a:cubicBezTo>
                  <a:lnTo>
                    <a:pt x="419" y="207"/>
                  </a:lnTo>
                  <a:cubicBezTo>
                    <a:pt x="419" y="95"/>
                    <a:pt x="32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7" name="Google Shape;16177;p84"/>
          <p:cNvGrpSpPr/>
          <p:nvPr/>
        </p:nvGrpSpPr>
        <p:grpSpPr>
          <a:xfrm>
            <a:off x="7962635" y="2411695"/>
            <a:ext cx="376752" cy="370540"/>
            <a:chOff x="7962635" y="2411695"/>
            <a:chExt cx="376752" cy="370540"/>
          </a:xfrm>
        </p:grpSpPr>
        <p:sp>
          <p:nvSpPr>
            <p:cNvPr id="16178" name="Google Shape;16178;p84"/>
            <p:cNvSpPr/>
            <p:nvPr/>
          </p:nvSpPr>
          <p:spPr>
            <a:xfrm>
              <a:off x="8148639" y="2617777"/>
              <a:ext cx="116174" cy="158795"/>
            </a:xfrm>
            <a:custGeom>
              <a:rect b="b" l="l" r="r" t="t"/>
              <a:pathLst>
                <a:path extrusionOk="0" h="6058" w="4432">
                  <a:moveTo>
                    <a:pt x="454" y="0"/>
                  </a:moveTo>
                  <a:cubicBezTo>
                    <a:pt x="401" y="0"/>
                    <a:pt x="350" y="45"/>
                    <a:pt x="360" y="109"/>
                  </a:cubicBezTo>
                  <a:cubicBezTo>
                    <a:pt x="581" y="1691"/>
                    <a:pt x="1" y="3625"/>
                    <a:pt x="585" y="4940"/>
                  </a:cubicBezTo>
                  <a:cubicBezTo>
                    <a:pt x="897" y="5640"/>
                    <a:pt x="1586" y="6057"/>
                    <a:pt x="2309" y="6057"/>
                  </a:cubicBezTo>
                  <a:cubicBezTo>
                    <a:pt x="2562" y="6057"/>
                    <a:pt x="2820" y="6006"/>
                    <a:pt x="3067" y="5897"/>
                  </a:cubicBezTo>
                  <a:lnTo>
                    <a:pt x="3078" y="5893"/>
                  </a:lnTo>
                  <a:cubicBezTo>
                    <a:pt x="4020" y="5457"/>
                    <a:pt x="4432" y="4343"/>
                    <a:pt x="4003" y="3400"/>
                  </a:cubicBezTo>
                  <a:cubicBezTo>
                    <a:pt x="3401" y="2092"/>
                    <a:pt x="1566" y="1245"/>
                    <a:pt x="525" y="35"/>
                  </a:cubicBezTo>
                  <a:cubicBezTo>
                    <a:pt x="505" y="11"/>
                    <a:pt x="479" y="0"/>
                    <a:pt x="454"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84"/>
            <p:cNvSpPr/>
            <p:nvPr/>
          </p:nvSpPr>
          <p:spPr>
            <a:xfrm>
              <a:off x="8148744" y="2617777"/>
              <a:ext cx="105741" cy="158795"/>
            </a:xfrm>
            <a:custGeom>
              <a:rect b="b" l="l" r="r" t="t"/>
              <a:pathLst>
                <a:path extrusionOk="0" h="6058" w="4034">
                  <a:moveTo>
                    <a:pt x="451" y="0"/>
                  </a:moveTo>
                  <a:cubicBezTo>
                    <a:pt x="397" y="0"/>
                    <a:pt x="346" y="45"/>
                    <a:pt x="356" y="109"/>
                  </a:cubicBezTo>
                  <a:cubicBezTo>
                    <a:pt x="577" y="1691"/>
                    <a:pt x="0" y="3625"/>
                    <a:pt x="581" y="4940"/>
                  </a:cubicBezTo>
                  <a:cubicBezTo>
                    <a:pt x="895" y="5640"/>
                    <a:pt x="1584" y="6057"/>
                    <a:pt x="2305" y="6057"/>
                  </a:cubicBezTo>
                  <a:cubicBezTo>
                    <a:pt x="2559" y="6057"/>
                    <a:pt x="2816" y="6006"/>
                    <a:pt x="3063" y="5897"/>
                  </a:cubicBezTo>
                  <a:lnTo>
                    <a:pt x="3074" y="5893"/>
                  </a:lnTo>
                  <a:cubicBezTo>
                    <a:pt x="3513" y="5693"/>
                    <a:pt x="3858" y="5327"/>
                    <a:pt x="4034" y="4874"/>
                  </a:cubicBezTo>
                  <a:lnTo>
                    <a:pt x="4034" y="4874"/>
                  </a:lnTo>
                  <a:cubicBezTo>
                    <a:pt x="3956" y="4926"/>
                    <a:pt x="3879" y="4969"/>
                    <a:pt x="3795" y="5007"/>
                  </a:cubicBezTo>
                  <a:lnTo>
                    <a:pt x="3784" y="5014"/>
                  </a:lnTo>
                  <a:cubicBezTo>
                    <a:pt x="3538" y="5122"/>
                    <a:pt x="3280" y="5173"/>
                    <a:pt x="3027" y="5173"/>
                  </a:cubicBezTo>
                  <a:cubicBezTo>
                    <a:pt x="2305" y="5173"/>
                    <a:pt x="1616" y="4758"/>
                    <a:pt x="1301" y="4058"/>
                  </a:cubicBezTo>
                  <a:cubicBezTo>
                    <a:pt x="883" y="3112"/>
                    <a:pt x="1062" y="1849"/>
                    <a:pt x="1115" y="626"/>
                  </a:cubicBezTo>
                  <a:cubicBezTo>
                    <a:pt x="904" y="443"/>
                    <a:pt x="707" y="242"/>
                    <a:pt x="524" y="35"/>
                  </a:cubicBezTo>
                  <a:cubicBezTo>
                    <a:pt x="504" y="11"/>
                    <a:pt x="477" y="0"/>
                    <a:pt x="451"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84"/>
            <p:cNvSpPr/>
            <p:nvPr/>
          </p:nvSpPr>
          <p:spPr>
            <a:xfrm>
              <a:off x="8140041" y="2418484"/>
              <a:ext cx="199346" cy="192007"/>
            </a:xfrm>
            <a:custGeom>
              <a:rect b="b" l="l" r="r" t="t"/>
              <a:pathLst>
                <a:path extrusionOk="0" h="7325" w="7605">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604" y="5514"/>
                    <a:pt x="7594" y="3795"/>
                    <a:pt x="6553" y="2764"/>
                  </a:cubicBezTo>
                  <a:cubicBezTo>
                    <a:pt x="5097" y="1326"/>
                    <a:pt x="2231" y="1115"/>
                    <a:pt x="241" y="18"/>
                  </a:cubicBezTo>
                  <a:cubicBezTo>
                    <a:pt x="219" y="6"/>
                    <a:pt x="196" y="0"/>
                    <a:pt x="175"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84"/>
            <p:cNvSpPr/>
            <p:nvPr/>
          </p:nvSpPr>
          <p:spPr>
            <a:xfrm>
              <a:off x="8140041" y="2418484"/>
              <a:ext cx="192347" cy="192007"/>
            </a:xfrm>
            <a:custGeom>
              <a:rect b="b" l="l" r="r" t="t"/>
              <a:pathLst>
                <a:path extrusionOk="0" h="7325" w="7338">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052" y="6063"/>
                    <a:pt x="7330" y="5402"/>
                    <a:pt x="7337" y="4716"/>
                  </a:cubicBezTo>
                  <a:lnTo>
                    <a:pt x="7337" y="4716"/>
                  </a:lnTo>
                  <a:cubicBezTo>
                    <a:pt x="7260" y="4821"/>
                    <a:pt x="7175" y="4920"/>
                    <a:pt x="7084" y="5011"/>
                  </a:cubicBezTo>
                  <a:lnTo>
                    <a:pt x="7073" y="5025"/>
                  </a:lnTo>
                  <a:cubicBezTo>
                    <a:pt x="6560" y="5534"/>
                    <a:pt x="5880" y="5787"/>
                    <a:pt x="5201" y="5787"/>
                  </a:cubicBezTo>
                  <a:cubicBezTo>
                    <a:pt x="4504" y="5787"/>
                    <a:pt x="3806" y="5521"/>
                    <a:pt x="3286" y="4990"/>
                  </a:cubicBezTo>
                  <a:cubicBezTo>
                    <a:pt x="2263" y="3946"/>
                    <a:pt x="1866" y="2166"/>
                    <a:pt x="1324" y="510"/>
                  </a:cubicBezTo>
                  <a:cubicBezTo>
                    <a:pt x="951" y="370"/>
                    <a:pt x="589" y="208"/>
                    <a:pt x="241" y="18"/>
                  </a:cubicBezTo>
                  <a:cubicBezTo>
                    <a:pt x="219" y="6"/>
                    <a:pt x="196" y="0"/>
                    <a:pt x="175"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84"/>
            <p:cNvSpPr/>
            <p:nvPr/>
          </p:nvSpPr>
          <p:spPr>
            <a:xfrm>
              <a:off x="7967144" y="2470201"/>
              <a:ext cx="134156" cy="222439"/>
            </a:xfrm>
            <a:custGeom>
              <a:rect b="b" l="l" r="r" t="t"/>
              <a:pathLst>
                <a:path extrusionOk="0" h="8486" w="5118">
                  <a:moveTo>
                    <a:pt x="2207" y="0"/>
                  </a:moveTo>
                  <a:cubicBezTo>
                    <a:pt x="2152" y="0"/>
                    <a:pt x="2098" y="34"/>
                    <a:pt x="2083" y="98"/>
                  </a:cubicBezTo>
                  <a:cubicBezTo>
                    <a:pt x="1619" y="2145"/>
                    <a:pt x="1" y="4255"/>
                    <a:pt x="99" y="6143"/>
                  </a:cubicBezTo>
                  <a:cubicBezTo>
                    <a:pt x="171" y="7451"/>
                    <a:pt x="1275" y="8486"/>
                    <a:pt x="2566" y="8486"/>
                  </a:cubicBezTo>
                  <a:cubicBezTo>
                    <a:pt x="2612" y="8486"/>
                    <a:pt x="2659" y="8484"/>
                    <a:pt x="2705" y="8482"/>
                  </a:cubicBezTo>
                  <a:lnTo>
                    <a:pt x="2719" y="8482"/>
                  </a:lnTo>
                  <a:cubicBezTo>
                    <a:pt x="4073" y="8394"/>
                    <a:pt x="5117" y="7198"/>
                    <a:pt x="5026" y="5844"/>
                  </a:cubicBezTo>
                  <a:cubicBezTo>
                    <a:pt x="4896" y="3960"/>
                    <a:pt x="3036" y="2061"/>
                    <a:pt x="2325" y="84"/>
                  </a:cubicBezTo>
                  <a:cubicBezTo>
                    <a:pt x="2305" y="28"/>
                    <a:pt x="2256" y="0"/>
                    <a:pt x="2207"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84"/>
            <p:cNvSpPr/>
            <p:nvPr/>
          </p:nvSpPr>
          <p:spPr>
            <a:xfrm>
              <a:off x="7967144" y="2470201"/>
              <a:ext cx="114706" cy="222439"/>
            </a:xfrm>
            <a:custGeom>
              <a:rect b="b" l="l" r="r" t="t"/>
              <a:pathLst>
                <a:path extrusionOk="0" h="8486" w="4376">
                  <a:moveTo>
                    <a:pt x="2207" y="0"/>
                  </a:moveTo>
                  <a:cubicBezTo>
                    <a:pt x="2152" y="0"/>
                    <a:pt x="2098" y="34"/>
                    <a:pt x="2083" y="98"/>
                  </a:cubicBezTo>
                  <a:cubicBezTo>
                    <a:pt x="1619" y="2149"/>
                    <a:pt x="1" y="4255"/>
                    <a:pt x="99" y="6143"/>
                  </a:cubicBezTo>
                  <a:cubicBezTo>
                    <a:pt x="171" y="7451"/>
                    <a:pt x="1275" y="8486"/>
                    <a:pt x="2566" y="8486"/>
                  </a:cubicBezTo>
                  <a:cubicBezTo>
                    <a:pt x="2612" y="8486"/>
                    <a:pt x="2659" y="8484"/>
                    <a:pt x="2705" y="8482"/>
                  </a:cubicBezTo>
                  <a:lnTo>
                    <a:pt x="2719" y="8482"/>
                  </a:lnTo>
                  <a:cubicBezTo>
                    <a:pt x="3356" y="8439"/>
                    <a:pt x="3950" y="8151"/>
                    <a:pt x="4375" y="7680"/>
                  </a:cubicBezTo>
                  <a:lnTo>
                    <a:pt x="4375" y="7680"/>
                  </a:lnTo>
                  <a:cubicBezTo>
                    <a:pt x="4259" y="7705"/>
                    <a:pt x="4140" y="7722"/>
                    <a:pt x="4020" y="7729"/>
                  </a:cubicBezTo>
                  <a:lnTo>
                    <a:pt x="4006" y="7729"/>
                  </a:lnTo>
                  <a:cubicBezTo>
                    <a:pt x="3958" y="7732"/>
                    <a:pt x="3910" y="7733"/>
                    <a:pt x="3862" y="7733"/>
                  </a:cubicBezTo>
                  <a:cubicBezTo>
                    <a:pt x="2569" y="7733"/>
                    <a:pt x="1468" y="6696"/>
                    <a:pt x="1401" y="5394"/>
                  </a:cubicBezTo>
                  <a:cubicBezTo>
                    <a:pt x="1327" y="4040"/>
                    <a:pt x="2139" y="2567"/>
                    <a:pt x="2779" y="1087"/>
                  </a:cubicBezTo>
                  <a:cubicBezTo>
                    <a:pt x="2607" y="763"/>
                    <a:pt x="2455" y="429"/>
                    <a:pt x="2325" y="84"/>
                  </a:cubicBezTo>
                  <a:cubicBezTo>
                    <a:pt x="2305" y="28"/>
                    <a:pt x="2256" y="0"/>
                    <a:pt x="2207"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84"/>
            <p:cNvSpPr/>
            <p:nvPr/>
          </p:nvSpPr>
          <p:spPr>
            <a:xfrm>
              <a:off x="8130736" y="2411695"/>
              <a:ext cx="207996" cy="205349"/>
            </a:xfrm>
            <a:custGeom>
              <a:rect b="b" l="l" r="r" t="t"/>
              <a:pathLst>
                <a:path extrusionOk="0" h="7834" w="7935">
                  <a:moveTo>
                    <a:pt x="442" y="1"/>
                  </a:moveTo>
                  <a:cubicBezTo>
                    <a:pt x="198" y="1"/>
                    <a:pt x="0" y="269"/>
                    <a:pt x="135" y="516"/>
                  </a:cubicBezTo>
                  <a:cubicBezTo>
                    <a:pt x="578" y="1328"/>
                    <a:pt x="884" y="2306"/>
                    <a:pt x="1173" y="3252"/>
                  </a:cubicBezTo>
                  <a:cubicBezTo>
                    <a:pt x="1602" y="4634"/>
                    <a:pt x="2045" y="6065"/>
                    <a:pt x="2938" y="6972"/>
                  </a:cubicBezTo>
                  <a:cubicBezTo>
                    <a:pt x="3483" y="7524"/>
                    <a:pt x="4228" y="7834"/>
                    <a:pt x="5006" y="7834"/>
                  </a:cubicBezTo>
                  <a:lnTo>
                    <a:pt x="5020" y="7834"/>
                  </a:lnTo>
                  <a:cubicBezTo>
                    <a:pt x="5028" y="7834"/>
                    <a:pt x="5037" y="7834"/>
                    <a:pt x="5046" y="7834"/>
                  </a:cubicBezTo>
                  <a:cubicBezTo>
                    <a:pt x="5807" y="7834"/>
                    <a:pt x="6534" y="7532"/>
                    <a:pt x="7073" y="6997"/>
                  </a:cubicBezTo>
                  <a:lnTo>
                    <a:pt x="7080" y="6990"/>
                  </a:lnTo>
                  <a:lnTo>
                    <a:pt x="7087" y="6983"/>
                  </a:lnTo>
                  <a:cubicBezTo>
                    <a:pt x="7632" y="6434"/>
                    <a:pt x="7935" y="5689"/>
                    <a:pt x="7928" y="4915"/>
                  </a:cubicBezTo>
                  <a:cubicBezTo>
                    <a:pt x="7928" y="4138"/>
                    <a:pt x="7615" y="3392"/>
                    <a:pt x="7063" y="2847"/>
                  </a:cubicBezTo>
                  <a:cubicBezTo>
                    <a:pt x="6152" y="1954"/>
                    <a:pt x="4724" y="1511"/>
                    <a:pt x="3342" y="1086"/>
                  </a:cubicBezTo>
                  <a:cubicBezTo>
                    <a:pt x="3008" y="980"/>
                    <a:pt x="2667" y="875"/>
                    <a:pt x="2333" y="762"/>
                  </a:cubicBezTo>
                  <a:cubicBezTo>
                    <a:pt x="2314" y="758"/>
                    <a:pt x="2296" y="755"/>
                    <a:pt x="2278" y="755"/>
                  </a:cubicBezTo>
                  <a:cubicBezTo>
                    <a:pt x="2067" y="755"/>
                    <a:pt x="1982" y="1065"/>
                    <a:pt x="2203" y="1160"/>
                  </a:cubicBezTo>
                  <a:cubicBezTo>
                    <a:pt x="2537" y="1272"/>
                    <a:pt x="2885" y="1378"/>
                    <a:pt x="3219" y="1483"/>
                  </a:cubicBezTo>
                  <a:cubicBezTo>
                    <a:pt x="4615" y="1916"/>
                    <a:pt x="5934" y="2323"/>
                    <a:pt x="6767" y="3146"/>
                  </a:cubicBezTo>
                  <a:cubicBezTo>
                    <a:pt x="7745" y="4120"/>
                    <a:pt x="7755" y="5699"/>
                    <a:pt x="6792" y="6687"/>
                  </a:cubicBezTo>
                  <a:lnTo>
                    <a:pt x="6785" y="6694"/>
                  </a:lnTo>
                  <a:lnTo>
                    <a:pt x="6781" y="6698"/>
                  </a:lnTo>
                  <a:cubicBezTo>
                    <a:pt x="6317" y="7159"/>
                    <a:pt x="5689" y="7415"/>
                    <a:pt x="5037" y="7415"/>
                  </a:cubicBezTo>
                  <a:cubicBezTo>
                    <a:pt x="5032" y="7415"/>
                    <a:pt x="5028" y="7415"/>
                    <a:pt x="5023" y="7415"/>
                  </a:cubicBezTo>
                  <a:lnTo>
                    <a:pt x="5009" y="7415"/>
                  </a:lnTo>
                  <a:cubicBezTo>
                    <a:pt x="4341" y="7415"/>
                    <a:pt x="3704" y="7152"/>
                    <a:pt x="3237" y="6677"/>
                  </a:cubicBezTo>
                  <a:cubicBezTo>
                    <a:pt x="2414" y="5840"/>
                    <a:pt x="2006" y="4521"/>
                    <a:pt x="1574" y="3125"/>
                  </a:cubicBezTo>
                  <a:cubicBezTo>
                    <a:pt x="1299" y="2236"/>
                    <a:pt x="1014" y="1318"/>
                    <a:pt x="610" y="520"/>
                  </a:cubicBezTo>
                  <a:lnTo>
                    <a:pt x="610" y="520"/>
                  </a:lnTo>
                  <a:cubicBezTo>
                    <a:pt x="835" y="632"/>
                    <a:pt x="1081" y="741"/>
                    <a:pt x="1356" y="854"/>
                  </a:cubicBezTo>
                  <a:cubicBezTo>
                    <a:pt x="1383" y="864"/>
                    <a:pt x="1410" y="869"/>
                    <a:pt x="1435" y="869"/>
                  </a:cubicBezTo>
                  <a:cubicBezTo>
                    <a:pt x="1638" y="869"/>
                    <a:pt x="1736" y="557"/>
                    <a:pt x="1510" y="463"/>
                  </a:cubicBezTo>
                  <a:cubicBezTo>
                    <a:pt x="1201" y="344"/>
                    <a:pt x="898" y="203"/>
                    <a:pt x="610" y="45"/>
                  </a:cubicBezTo>
                  <a:cubicBezTo>
                    <a:pt x="554" y="15"/>
                    <a:pt x="497" y="1"/>
                    <a:pt x="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84"/>
            <p:cNvSpPr/>
            <p:nvPr/>
          </p:nvSpPr>
          <p:spPr>
            <a:xfrm>
              <a:off x="7962635" y="2464277"/>
              <a:ext cx="144457" cy="233894"/>
            </a:xfrm>
            <a:custGeom>
              <a:rect b="b" l="l" r="r" t="t"/>
              <a:pathLst>
                <a:path extrusionOk="0" h="8923" w="5511">
                  <a:moveTo>
                    <a:pt x="2377" y="0"/>
                  </a:moveTo>
                  <a:cubicBezTo>
                    <a:pt x="2232" y="0"/>
                    <a:pt x="2086" y="90"/>
                    <a:pt x="2047" y="265"/>
                  </a:cubicBezTo>
                  <a:cubicBezTo>
                    <a:pt x="1861" y="1084"/>
                    <a:pt x="1478" y="1935"/>
                    <a:pt x="1108" y="2758"/>
                  </a:cubicBezTo>
                  <a:cubicBezTo>
                    <a:pt x="563" y="3964"/>
                    <a:pt x="1" y="5212"/>
                    <a:pt x="64" y="6380"/>
                  </a:cubicBezTo>
                  <a:cubicBezTo>
                    <a:pt x="152" y="7800"/>
                    <a:pt x="1319" y="8908"/>
                    <a:pt x="2744" y="8922"/>
                  </a:cubicBezTo>
                  <a:cubicBezTo>
                    <a:pt x="2793" y="8922"/>
                    <a:pt x="2845" y="8919"/>
                    <a:pt x="2898" y="8915"/>
                  </a:cubicBezTo>
                  <a:lnTo>
                    <a:pt x="2916" y="8915"/>
                  </a:lnTo>
                  <a:cubicBezTo>
                    <a:pt x="4393" y="8810"/>
                    <a:pt x="5511" y="7530"/>
                    <a:pt x="5416" y="6049"/>
                  </a:cubicBezTo>
                  <a:cubicBezTo>
                    <a:pt x="5335" y="4889"/>
                    <a:pt x="4621" y="3718"/>
                    <a:pt x="3932" y="2589"/>
                  </a:cubicBezTo>
                  <a:cubicBezTo>
                    <a:pt x="3788" y="2350"/>
                    <a:pt x="3637" y="2100"/>
                    <a:pt x="3493" y="1858"/>
                  </a:cubicBezTo>
                  <a:cubicBezTo>
                    <a:pt x="3448" y="1782"/>
                    <a:pt x="3383" y="1750"/>
                    <a:pt x="3318" y="1750"/>
                  </a:cubicBezTo>
                  <a:cubicBezTo>
                    <a:pt x="3174" y="1750"/>
                    <a:pt x="3034" y="1902"/>
                    <a:pt x="3130" y="2069"/>
                  </a:cubicBezTo>
                  <a:cubicBezTo>
                    <a:pt x="3278" y="2315"/>
                    <a:pt x="3429" y="2564"/>
                    <a:pt x="3577" y="2807"/>
                  </a:cubicBezTo>
                  <a:cubicBezTo>
                    <a:pt x="4270" y="3943"/>
                    <a:pt x="4924" y="5019"/>
                    <a:pt x="4998" y="6084"/>
                  </a:cubicBezTo>
                  <a:cubicBezTo>
                    <a:pt x="5075" y="7333"/>
                    <a:pt x="4136" y="8409"/>
                    <a:pt x="2888" y="8500"/>
                  </a:cubicBezTo>
                  <a:lnTo>
                    <a:pt x="2874" y="8500"/>
                  </a:lnTo>
                  <a:cubicBezTo>
                    <a:pt x="2834" y="8502"/>
                    <a:pt x="2795" y="8503"/>
                    <a:pt x="2756" y="8503"/>
                  </a:cubicBezTo>
                  <a:cubicBezTo>
                    <a:pt x="1559" y="8503"/>
                    <a:pt x="554" y="7571"/>
                    <a:pt x="482" y="6362"/>
                  </a:cubicBezTo>
                  <a:cubicBezTo>
                    <a:pt x="423" y="5297"/>
                    <a:pt x="940" y="4147"/>
                    <a:pt x="1488" y="2934"/>
                  </a:cubicBezTo>
                  <a:cubicBezTo>
                    <a:pt x="1829" y="2174"/>
                    <a:pt x="2184" y="1390"/>
                    <a:pt x="2392" y="613"/>
                  </a:cubicBezTo>
                  <a:cubicBezTo>
                    <a:pt x="2469" y="803"/>
                    <a:pt x="2557" y="996"/>
                    <a:pt x="2659" y="1204"/>
                  </a:cubicBezTo>
                  <a:cubicBezTo>
                    <a:pt x="2701" y="1285"/>
                    <a:pt x="2770" y="1319"/>
                    <a:pt x="2839" y="1319"/>
                  </a:cubicBezTo>
                  <a:cubicBezTo>
                    <a:pt x="2978" y="1319"/>
                    <a:pt x="3118" y="1181"/>
                    <a:pt x="3035" y="1014"/>
                  </a:cubicBezTo>
                  <a:cubicBezTo>
                    <a:pt x="2905" y="757"/>
                    <a:pt x="2789" y="493"/>
                    <a:pt x="2691" y="223"/>
                  </a:cubicBezTo>
                  <a:cubicBezTo>
                    <a:pt x="2638" y="73"/>
                    <a:pt x="2507" y="0"/>
                    <a:pt x="23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84"/>
            <p:cNvSpPr/>
            <p:nvPr/>
          </p:nvSpPr>
          <p:spPr>
            <a:xfrm>
              <a:off x="8149189" y="2611644"/>
              <a:ext cx="122543" cy="170591"/>
            </a:xfrm>
            <a:custGeom>
              <a:rect b="b" l="l" r="r" t="t"/>
              <a:pathLst>
                <a:path extrusionOk="0" h="6508" w="4675">
                  <a:moveTo>
                    <a:pt x="401" y="1"/>
                  </a:moveTo>
                  <a:cubicBezTo>
                    <a:pt x="230" y="1"/>
                    <a:pt x="66" y="146"/>
                    <a:pt x="92" y="350"/>
                  </a:cubicBezTo>
                  <a:cubicBezTo>
                    <a:pt x="187" y="983"/>
                    <a:pt x="149" y="1693"/>
                    <a:pt x="110" y="2379"/>
                  </a:cubicBezTo>
                  <a:cubicBezTo>
                    <a:pt x="57" y="3395"/>
                    <a:pt x="1" y="4443"/>
                    <a:pt x="374" y="5269"/>
                  </a:cubicBezTo>
                  <a:cubicBezTo>
                    <a:pt x="606" y="5779"/>
                    <a:pt x="1031" y="6177"/>
                    <a:pt x="1555" y="6370"/>
                  </a:cubicBezTo>
                  <a:cubicBezTo>
                    <a:pt x="1794" y="6461"/>
                    <a:pt x="2048" y="6507"/>
                    <a:pt x="2304" y="6507"/>
                  </a:cubicBezTo>
                  <a:cubicBezTo>
                    <a:pt x="2600" y="6507"/>
                    <a:pt x="2891" y="6444"/>
                    <a:pt x="3162" y="6317"/>
                  </a:cubicBezTo>
                  <a:lnTo>
                    <a:pt x="3169" y="6317"/>
                  </a:lnTo>
                  <a:lnTo>
                    <a:pt x="3173" y="6314"/>
                  </a:lnTo>
                  <a:cubicBezTo>
                    <a:pt x="4221" y="5814"/>
                    <a:pt x="4674" y="4566"/>
                    <a:pt x="4186" y="3515"/>
                  </a:cubicBezTo>
                  <a:cubicBezTo>
                    <a:pt x="3799" y="2695"/>
                    <a:pt x="2962" y="2055"/>
                    <a:pt x="2157" y="1436"/>
                  </a:cubicBezTo>
                  <a:lnTo>
                    <a:pt x="2037" y="1345"/>
                  </a:lnTo>
                  <a:cubicBezTo>
                    <a:pt x="1992" y="1309"/>
                    <a:pt x="1946" y="1293"/>
                    <a:pt x="1902" y="1293"/>
                  </a:cubicBezTo>
                  <a:cubicBezTo>
                    <a:pt x="1726" y="1293"/>
                    <a:pt x="1591" y="1544"/>
                    <a:pt x="1780" y="1679"/>
                  </a:cubicBezTo>
                  <a:lnTo>
                    <a:pt x="1900" y="1771"/>
                  </a:lnTo>
                  <a:cubicBezTo>
                    <a:pt x="2705" y="2386"/>
                    <a:pt x="3465" y="2966"/>
                    <a:pt x="3806" y="3694"/>
                  </a:cubicBezTo>
                  <a:cubicBezTo>
                    <a:pt x="4196" y="4538"/>
                    <a:pt x="3834" y="5537"/>
                    <a:pt x="2993" y="5934"/>
                  </a:cubicBezTo>
                  <a:lnTo>
                    <a:pt x="2990" y="5938"/>
                  </a:lnTo>
                  <a:lnTo>
                    <a:pt x="2986" y="5938"/>
                  </a:lnTo>
                  <a:cubicBezTo>
                    <a:pt x="2762" y="6038"/>
                    <a:pt x="2528" y="6086"/>
                    <a:pt x="2297" y="6086"/>
                  </a:cubicBezTo>
                  <a:cubicBezTo>
                    <a:pt x="1655" y="6086"/>
                    <a:pt x="1041" y="5718"/>
                    <a:pt x="753" y="5097"/>
                  </a:cubicBezTo>
                  <a:cubicBezTo>
                    <a:pt x="423" y="4366"/>
                    <a:pt x="476" y="3413"/>
                    <a:pt x="528" y="2400"/>
                  </a:cubicBezTo>
                  <a:cubicBezTo>
                    <a:pt x="560" y="1813"/>
                    <a:pt x="592" y="1208"/>
                    <a:pt x="546" y="631"/>
                  </a:cubicBezTo>
                  <a:lnTo>
                    <a:pt x="546" y="631"/>
                  </a:lnTo>
                  <a:cubicBezTo>
                    <a:pt x="680" y="768"/>
                    <a:pt x="834" y="909"/>
                    <a:pt x="1003" y="1057"/>
                  </a:cubicBezTo>
                  <a:cubicBezTo>
                    <a:pt x="1049" y="1097"/>
                    <a:pt x="1097" y="1114"/>
                    <a:pt x="1143" y="1114"/>
                  </a:cubicBezTo>
                  <a:cubicBezTo>
                    <a:pt x="1313" y="1114"/>
                    <a:pt x="1449" y="881"/>
                    <a:pt x="1277" y="737"/>
                  </a:cubicBezTo>
                  <a:cubicBezTo>
                    <a:pt x="1045" y="543"/>
                    <a:pt x="827" y="332"/>
                    <a:pt x="627" y="104"/>
                  </a:cubicBezTo>
                  <a:cubicBezTo>
                    <a:pt x="562" y="32"/>
                    <a:pt x="481"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7" name="Google Shape;16187;p84"/>
          <p:cNvGrpSpPr/>
          <p:nvPr/>
        </p:nvGrpSpPr>
        <p:grpSpPr>
          <a:xfrm>
            <a:off x="6869626" y="2451197"/>
            <a:ext cx="374341" cy="291535"/>
            <a:chOff x="6869626" y="2451197"/>
            <a:chExt cx="374341" cy="291535"/>
          </a:xfrm>
        </p:grpSpPr>
        <p:sp>
          <p:nvSpPr>
            <p:cNvPr id="16188" name="Google Shape;16188;p84"/>
            <p:cNvSpPr/>
            <p:nvPr/>
          </p:nvSpPr>
          <p:spPr>
            <a:xfrm>
              <a:off x="6875157" y="2491852"/>
              <a:ext cx="363384" cy="236646"/>
            </a:xfrm>
            <a:custGeom>
              <a:rect b="b" l="l" r="r" t="t"/>
              <a:pathLst>
                <a:path extrusionOk="0" h="9028" w="13863">
                  <a:moveTo>
                    <a:pt x="10283" y="0"/>
                  </a:moveTo>
                  <a:lnTo>
                    <a:pt x="10283" y="894"/>
                  </a:lnTo>
                  <a:lnTo>
                    <a:pt x="10620" y="894"/>
                  </a:lnTo>
                  <a:cubicBezTo>
                    <a:pt x="11278" y="922"/>
                    <a:pt x="11798" y="1467"/>
                    <a:pt x="11798" y="2124"/>
                  </a:cubicBezTo>
                  <a:cubicBezTo>
                    <a:pt x="11798" y="2785"/>
                    <a:pt x="11278" y="3327"/>
                    <a:pt x="10620" y="3355"/>
                  </a:cubicBezTo>
                  <a:lnTo>
                    <a:pt x="894" y="3355"/>
                  </a:lnTo>
                  <a:cubicBezTo>
                    <a:pt x="402" y="3355"/>
                    <a:pt x="1" y="3756"/>
                    <a:pt x="1" y="4248"/>
                  </a:cubicBezTo>
                  <a:cubicBezTo>
                    <a:pt x="1" y="6956"/>
                    <a:pt x="2213" y="9027"/>
                    <a:pt x="4766" y="9027"/>
                  </a:cubicBezTo>
                  <a:cubicBezTo>
                    <a:pt x="5184" y="9027"/>
                    <a:pt x="5611" y="8972"/>
                    <a:pt x="6038" y="8855"/>
                  </a:cubicBezTo>
                  <a:lnTo>
                    <a:pt x="7758" y="8380"/>
                  </a:lnTo>
                  <a:lnTo>
                    <a:pt x="9354" y="7941"/>
                  </a:lnTo>
                  <a:lnTo>
                    <a:pt x="10842" y="7533"/>
                  </a:lnTo>
                  <a:cubicBezTo>
                    <a:pt x="12625" y="7044"/>
                    <a:pt x="13859" y="5426"/>
                    <a:pt x="13862" y="3577"/>
                  </a:cubicBezTo>
                  <a:cubicBezTo>
                    <a:pt x="13862" y="1604"/>
                    <a:pt x="12259" y="0"/>
                    <a:pt x="10283"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84"/>
            <p:cNvSpPr/>
            <p:nvPr/>
          </p:nvSpPr>
          <p:spPr>
            <a:xfrm>
              <a:off x="6875157" y="2579795"/>
              <a:ext cx="155335" cy="148599"/>
            </a:xfrm>
            <a:custGeom>
              <a:rect b="b" l="l" r="r" t="t"/>
              <a:pathLst>
                <a:path extrusionOk="0" h="5669" w="5926">
                  <a:moveTo>
                    <a:pt x="894" y="0"/>
                  </a:moveTo>
                  <a:cubicBezTo>
                    <a:pt x="402" y="0"/>
                    <a:pt x="1" y="401"/>
                    <a:pt x="1" y="893"/>
                  </a:cubicBezTo>
                  <a:cubicBezTo>
                    <a:pt x="1" y="3600"/>
                    <a:pt x="2214" y="5668"/>
                    <a:pt x="4764" y="5668"/>
                  </a:cubicBezTo>
                  <a:cubicBezTo>
                    <a:pt x="5146" y="5668"/>
                    <a:pt x="5535" y="5622"/>
                    <a:pt x="5926" y="5524"/>
                  </a:cubicBezTo>
                  <a:cubicBezTo>
                    <a:pt x="3900" y="5011"/>
                    <a:pt x="2318" y="3179"/>
                    <a:pt x="2318" y="893"/>
                  </a:cubicBezTo>
                  <a:cubicBezTo>
                    <a:pt x="2318" y="401"/>
                    <a:pt x="2719" y="0"/>
                    <a:pt x="3215"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84"/>
            <p:cNvSpPr/>
            <p:nvPr/>
          </p:nvSpPr>
          <p:spPr>
            <a:xfrm>
              <a:off x="6875341" y="2609101"/>
              <a:ext cx="218298" cy="119372"/>
            </a:xfrm>
            <a:custGeom>
              <a:rect b="b" l="l" r="r" t="t"/>
              <a:pathLst>
                <a:path extrusionOk="0" h="4554" w="8328">
                  <a:moveTo>
                    <a:pt x="1" y="0"/>
                  </a:moveTo>
                  <a:cubicBezTo>
                    <a:pt x="118" y="2595"/>
                    <a:pt x="2279" y="4554"/>
                    <a:pt x="4761" y="4554"/>
                  </a:cubicBezTo>
                  <a:cubicBezTo>
                    <a:pt x="5178" y="4554"/>
                    <a:pt x="5604" y="4499"/>
                    <a:pt x="6031" y="4382"/>
                  </a:cubicBezTo>
                  <a:lnTo>
                    <a:pt x="7751" y="3907"/>
                  </a:lnTo>
                  <a:lnTo>
                    <a:pt x="8328" y="3749"/>
                  </a:lnTo>
                  <a:cubicBezTo>
                    <a:pt x="4896" y="3060"/>
                    <a:pt x="4896" y="0"/>
                    <a:pt x="489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84"/>
            <p:cNvSpPr/>
            <p:nvPr/>
          </p:nvSpPr>
          <p:spPr>
            <a:xfrm>
              <a:off x="7039221" y="2597305"/>
              <a:ext cx="23460" cy="23513"/>
            </a:xfrm>
            <a:custGeom>
              <a:rect b="b" l="l" r="r" t="t"/>
              <a:pathLst>
                <a:path extrusionOk="0" h="897" w="895">
                  <a:moveTo>
                    <a:pt x="447" y="0"/>
                  </a:moveTo>
                  <a:cubicBezTo>
                    <a:pt x="201" y="0"/>
                    <a:pt x="1" y="201"/>
                    <a:pt x="1" y="450"/>
                  </a:cubicBezTo>
                  <a:cubicBezTo>
                    <a:pt x="1" y="696"/>
                    <a:pt x="201" y="897"/>
                    <a:pt x="447" y="897"/>
                  </a:cubicBezTo>
                  <a:cubicBezTo>
                    <a:pt x="694" y="897"/>
                    <a:pt x="894" y="696"/>
                    <a:pt x="894" y="450"/>
                  </a:cubicBezTo>
                  <a:cubicBezTo>
                    <a:pt x="894" y="201"/>
                    <a:pt x="694"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84"/>
            <p:cNvSpPr/>
            <p:nvPr/>
          </p:nvSpPr>
          <p:spPr>
            <a:xfrm>
              <a:off x="7067819" y="2675261"/>
              <a:ext cx="56986" cy="61914"/>
            </a:xfrm>
            <a:custGeom>
              <a:rect b="b" l="l" r="r" t="t"/>
              <a:pathLst>
                <a:path extrusionOk="0" h="2362" w="2174">
                  <a:moveTo>
                    <a:pt x="1380" y="1"/>
                  </a:moveTo>
                  <a:cubicBezTo>
                    <a:pt x="1341" y="1"/>
                    <a:pt x="1302" y="6"/>
                    <a:pt x="1262" y="15"/>
                  </a:cubicBezTo>
                  <a:lnTo>
                    <a:pt x="464" y="219"/>
                  </a:lnTo>
                  <a:cubicBezTo>
                    <a:pt x="151" y="296"/>
                    <a:pt x="0" y="652"/>
                    <a:pt x="155" y="933"/>
                  </a:cubicBezTo>
                  <a:cubicBezTo>
                    <a:pt x="401" y="1369"/>
                    <a:pt x="826" y="1953"/>
                    <a:pt x="1473" y="2308"/>
                  </a:cubicBezTo>
                  <a:cubicBezTo>
                    <a:pt x="1543" y="2345"/>
                    <a:pt x="1615" y="2362"/>
                    <a:pt x="1684" y="2362"/>
                  </a:cubicBezTo>
                  <a:cubicBezTo>
                    <a:pt x="1945" y="2362"/>
                    <a:pt x="2174" y="2125"/>
                    <a:pt x="2124" y="1833"/>
                  </a:cubicBezTo>
                  <a:lnTo>
                    <a:pt x="1864" y="405"/>
                  </a:lnTo>
                  <a:cubicBezTo>
                    <a:pt x="1822" y="165"/>
                    <a:pt x="1612" y="1"/>
                    <a:pt x="138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84"/>
            <p:cNvSpPr/>
            <p:nvPr/>
          </p:nvSpPr>
          <p:spPr>
            <a:xfrm>
              <a:off x="7086246" y="2550464"/>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84"/>
            <p:cNvSpPr/>
            <p:nvPr/>
          </p:nvSpPr>
          <p:spPr>
            <a:xfrm>
              <a:off x="7086246" y="2456728"/>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84"/>
            <p:cNvSpPr/>
            <p:nvPr/>
          </p:nvSpPr>
          <p:spPr>
            <a:xfrm>
              <a:off x="7091279" y="2457173"/>
              <a:ext cx="71586" cy="92871"/>
            </a:xfrm>
            <a:custGeom>
              <a:rect b="b" l="l" r="r" t="t"/>
              <a:pathLst>
                <a:path extrusionOk="0" h="3543" w="2731">
                  <a:moveTo>
                    <a:pt x="106" y="1"/>
                  </a:moveTo>
                  <a:cubicBezTo>
                    <a:pt x="40" y="1"/>
                    <a:pt x="0" y="81"/>
                    <a:pt x="47" y="131"/>
                  </a:cubicBezTo>
                  <a:cubicBezTo>
                    <a:pt x="153" y="265"/>
                    <a:pt x="251" y="511"/>
                    <a:pt x="251" y="975"/>
                  </a:cubicBezTo>
                  <a:cubicBezTo>
                    <a:pt x="251" y="1573"/>
                    <a:pt x="698" y="1770"/>
                    <a:pt x="698" y="1770"/>
                  </a:cubicBezTo>
                  <a:cubicBezTo>
                    <a:pt x="698" y="1770"/>
                    <a:pt x="251" y="1970"/>
                    <a:pt x="251" y="2565"/>
                  </a:cubicBezTo>
                  <a:cubicBezTo>
                    <a:pt x="251" y="3032"/>
                    <a:pt x="153" y="3279"/>
                    <a:pt x="47" y="3409"/>
                  </a:cubicBezTo>
                  <a:cubicBezTo>
                    <a:pt x="0" y="3463"/>
                    <a:pt x="40" y="3543"/>
                    <a:pt x="106" y="3543"/>
                  </a:cubicBezTo>
                  <a:cubicBezTo>
                    <a:pt x="109" y="3543"/>
                    <a:pt x="111" y="3543"/>
                    <a:pt x="114" y="3542"/>
                  </a:cubicBezTo>
                  <a:cubicBezTo>
                    <a:pt x="1429" y="3381"/>
                    <a:pt x="1816" y="2220"/>
                    <a:pt x="1816" y="2220"/>
                  </a:cubicBezTo>
                  <a:lnTo>
                    <a:pt x="2238" y="2220"/>
                  </a:lnTo>
                  <a:cubicBezTo>
                    <a:pt x="2474" y="2220"/>
                    <a:pt x="2688" y="2048"/>
                    <a:pt x="2709" y="1812"/>
                  </a:cubicBezTo>
                  <a:cubicBezTo>
                    <a:pt x="2730" y="1598"/>
                    <a:pt x="2590" y="1397"/>
                    <a:pt x="2382" y="1341"/>
                  </a:cubicBezTo>
                  <a:cubicBezTo>
                    <a:pt x="2270" y="1330"/>
                    <a:pt x="2157" y="1323"/>
                    <a:pt x="2041" y="1323"/>
                  </a:cubicBezTo>
                  <a:lnTo>
                    <a:pt x="1816" y="1323"/>
                  </a:lnTo>
                  <a:cubicBezTo>
                    <a:pt x="1816" y="1323"/>
                    <a:pt x="1429" y="163"/>
                    <a:pt x="114" y="1"/>
                  </a:cubicBezTo>
                  <a:cubicBezTo>
                    <a:pt x="111" y="1"/>
                    <a:pt x="109" y="1"/>
                    <a:pt x="10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84"/>
            <p:cNvSpPr/>
            <p:nvPr/>
          </p:nvSpPr>
          <p:spPr>
            <a:xfrm>
              <a:off x="7027897" y="2591853"/>
              <a:ext cx="40315" cy="34443"/>
            </a:xfrm>
            <a:custGeom>
              <a:rect b="b" l="l" r="r" t="t"/>
              <a:pathLst>
                <a:path extrusionOk="0" h="1314" w="1538">
                  <a:moveTo>
                    <a:pt x="879" y="418"/>
                  </a:moveTo>
                  <a:cubicBezTo>
                    <a:pt x="1002" y="418"/>
                    <a:pt x="1119" y="513"/>
                    <a:pt x="1119" y="658"/>
                  </a:cubicBezTo>
                  <a:cubicBezTo>
                    <a:pt x="1119" y="788"/>
                    <a:pt x="1010" y="894"/>
                    <a:pt x="879" y="894"/>
                  </a:cubicBezTo>
                  <a:cubicBezTo>
                    <a:pt x="669" y="894"/>
                    <a:pt x="563" y="637"/>
                    <a:pt x="711" y="490"/>
                  </a:cubicBezTo>
                  <a:cubicBezTo>
                    <a:pt x="760" y="440"/>
                    <a:pt x="820" y="418"/>
                    <a:pt x="879" y="418"/>
                  </a:cubicBezTo>
                  <a:close/>
                  <a:moveTo>
                    <a:pt x="879" y="1"/>
                  </a:moveTo>
                  <a:cubicBezTo>
                    <a:pt x="296" y="1"/>
                    <a:pt x="0" y="708"/>
                    <a:pt x="415" y="1119"/>
                  </a:cubicBezTo>
                  <a:cubicBezTo>
                    <a:pt x="549" y="1254"/>
                    <a:pt x="713" y="1314"/>
                    <a:pt x="875" y="1314"/>
                  </a:cubicBezTo>
                  <a:cubicBezTo>
                    <a:pt x="1211" y="1314"/>
                    <a:pt x="1535" y="1053"/>
                    <a:pt x="1537" y="658"/>
                  </a:cubicBezTo>
                  <a:cubicBezTo>
                    <a:pt x="1534" y="296"/>
                    <a:pt x="1242" y="1"/>
                    <a:pt x="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84"/>
            <p:cNvSpPr/>
            <p:nvPr/>
          </p:nvSpPr>
          <p:spPr>
            <a:xfrm>
              <a:off x="6869626" y="2451197"/>
              <a:ext cx="374341" cy="291535"/>
            </a:xfrm>
            <a:custGeom>
              <a:rect b="b" l="l" r="r" t="t"/>
              <a:pathLst>
                <a:path extrusionOk="0" h="11122" w="14281">
                  <a:moveTo>
                    <a:pt x="4934" y="6232"/>
                  </a:moveTo>
                  <a:cubicBezTo>
                    <a:pt x="4976" y="6689"/>
                    <a:pt x="5085" y="7139"/>
                    <a:pt x="5261" y="7568"/>
                  </a:cubicBezTo>
                  <a:cubicBezTo>
                    <a:pt x="5571" y="8306"/>
                    <a:pt x="6221" y="9263"/>
                    <a:pt x="7586" y="9667"/>
                  </a:cubicBezTo>
                  <a:cubicBezTo>
                    <a:pt x="7603" y="9699"/>
                    <a:pt x="7621" y="9731"/>
                    <a:pt x="7642" y="9766"/>
                  </a:cubicBezTo>
                  <a:cubicBezTo>
                    <a:pt x="5933" y="9748"/>
                    <a:pt x="4379" y="8788"/>
                    <a:pt x="3598" y="7273"/>
                  </a:cubicBezTo>
                  <a:cubicBezTo>
                    <a:pt x="3555" y="7190"/>
                    <a:pt x="3485" y="7155"/>
                    <a:pt x="3416" y="7155"/>
                  </a:cubicBezTo>
                  <a:cubicBezTo>
                    <a:pt x="3276" y="7155"/>
                    <a:pt x="3138" y="7296"/>
                    <a:pt x="3225" y="7463"/>
                  </a:cubicBezTo>
                  <a:cubicBezTo>
                    <a:pt x="3883" y="8750"/>
                    <a:pt x="5071" y="9692"/>
                    <a:pt x="6478" y="10040"/>
                  </a:cubicBezTo>
                  <a:cubicBezTo>
                    <a:pt x="6396" y="10044"/>
                    <a:pt x="6314" y="10047"/>
                    <a:pt x="6233" y="10047"/>
                  </a:cubicBezTo>
                  <a:cubicBezTo>
                    <a:pt x="4011" y="10047"/>
                    <a:pt x="2097" y="8444"/>
                    <a:pt x="1724" y="6232"/>
                  </a:cubicBezTo>
                  <a:lnTo>
                    <a:pt x="2793" y="6232"/>
                  </a:lnTo>
                  <a:cubicBezTo>
                    <a:pt x="2814" y="6330"/>
                    <a:pt x="2835" y="6429"/>
                    <a:pt x="2863" y="6527"/>
                  </a:cubicBezTo>
                  <a:cubicBezTo>
                    <a:pt x="2893" y="6633"/>
                    <a:pt x="2974" y="6678"/>
                    <a:pt x="3056" y="6678"/>
                  </a:cubicBezTo>
                  <a:cubicBezTo>
                    <a:pt x="3180" y="6678"/>
                    <a:pt x="3306" y="6575"/>
                    <a:pt x="3264" y="6415"/>
                  </a:cubicBezTo>
                  <a:cubicBezTo>
                    <a:pt x="3250" y="6355"/>
                    <a:pt x="3232" y="6295"/>
                    <a:pt x="3222" y="6232"/>
                  </a:cubicBezTo>
                  <a:close/>
                  <a:moveTo>
                    <a:pt x="1302" y="6232"/>
                  </a:moveTo>
                  <a:cubicBezTo>
                    <a:pt x="1618" y="8285"/>
                    <a:pt x="3172" y="9928"/>
                    <a:pt x="5201" y="10360"/>
                  </a:cubicBezTo>
                  <a:cubicBezTo>
                    <a:pt x="5123" y="10364"/>
                    <a:pt x="5045" y="10366"/>
                    <a:pt x="4966" y="10366"/>
                  </a:cubicBezTo>
                  <a:cubicBezTo>
                    <a:pt x="3975" y="10366"/>
                    <a:pt x="3008" y="10038"/>
                    <a:pt x="2216" y="9428"/>
                  </a:cubicBezTo>
                  <a:cubicBezTo>
                    <a:pt x="1200" y="8662"/>
                    <a:pt x="556" y="7501"/>
                    <a:pt x="440" y="6232"/>
                  </a:cubicBezTo>
                  <a:close/>
                  <a:moveTo>
                    <a:pt x="8809" y="486"/>
                  </a:moveTo>
                  <a:lnTo>
                    <a:pt x="8809" y="486"/>
                  </a:lnTo>
                  <a:cubicBezTo>
                    <a:pt x="9759" y="732"/>
                    <a:pt x="10058" y="1576"/>
                    <a:pt x="10072" y="1618"/>
                  </a:cubicBezTo>
                  <a:cubicBezTo>
                    <a:pt x="10100" y="1703"/>
                    <a:pt x="10181" y="1759"/>
                    <a:pt x="10272" y="1759"/>
                  </a:cubicBezTo>
                  <a:lnTo>
                    <a:pt x="10494" y="1759"/>
                  </a:lnTo>
                  <a:cubicBezTo>
                    <a:pt x="12354" y="1762"/>
                    <a:pt x="13862" y="3267"/>
                    <a:pt x="13862" y="5128"/>
                  </a:cubicBezTo>
                  <a:cubicBezTo>
                    <a:pt x="13859" y="6882"/>
                    <a:pt x="12688" y="8419"/>
                    <a:pt x="11000" y="8883"/>
                  </a:cubicBezTo>
                  <a:lnTo>
                    <a:pt x="9688" y="9245"/>
                  </a:lnTo>
                  <a:lnTo>
                    <a:pt x="9583" y="8669"/>
                  </a:lnTo>
                  <a:cubicBezTo>
                    <a:pt x="9559" y="8555"/>
                    <a:pt x="9472" y="8504"/>
                    <a:pt x="9384" y="8504"/>
                  </a:cubicBezTo>
                  <a:cubicBezTo>
                    <a:pt x="9267" y="8504"/>
                    <a:pt x="9150" y="8593"/>
                    <a:pt x="9172" y="8743"/>
                  </a:cubicBezTo>
                  <a:lnTo>
                    <a:pt x="9477" y="10420"/>
                  </a:lnTo>
                  <a:cubicBezTo>
                    <a:pt x="9495" y="10511"/>
                    <a:pt x="9456" y="10603"/>
                    <a:pt x="9379" y="10659"/>
                  </a:cubicBezTo>
                  <a:cubicBezTo>
                    <a:pt x="9340" y="10688"/>
                    <a:pt x="9293" y="10703"/>
                    <a:pt x="9245" y="10703"/>
                  </a:cubicBezTo>
                  <a:cubicBezTo>
                    <a:pt x="9206" y="10703"/>
                    <a:pt x="9167" y="10693"/>
                    <a:pt x="9133" y="10673"/>
                  </a:cubicBezTo>
                  <a:cubicBezTo>
                    <a:pt x="8507" y="10328"/>
                    <a:pt x="8032" y="9766"/>
                    <a:pt x="7790" y="9094"/>
                  </a:cubicBezTo>
                  <a:cubicBezTo>
                    <a:pt x="7760" y="8991"/>
                    <a:pt x="7676" y="8944"/>
                    <a:pt x="7592" y="8944"/>
                  </a:cubicBezTo>
                  <a:cubicBezTo>
                    <a:pt x="7486" y="8944"/>
                    <a:pt x="7380" y="9019"/>
                    <a:pt x="7382" y="9154"/>
                  </a:cubicBezTo>
                  <a:cubicBezTo>
                    <a:pt x="6580" y="8834"/>
                    <a:pt x="6000" y="8254"/>
                    <a:pt x="5652" y="7420"/>
                  </a:cubicBezTo>
                  <a:cubicBezTo>
                    <a:pt x="5493" y="7041"/>
                    <a:pt x="5395" y="6640"/>
                    <a:pt x="5353" y="6232"/>
                  </a:cubicBezTo>
                  <a:lnTo>
                    <a:pt x="5578" y="6232"/>
                  </a:lnTo>
                  <a:cubicBezTo>
                    <a:pt x="5694" y="6232"/>
                    <a:pt x="5785" y="6140"/>
                    <a:pt x="5785" y="6024"/>
                  </a:cubicBezTo>
                  <a:cubicBezTo>
                    <a:pt x="5785" y="5908"/>
                    <a:pt x="5694" y="5813"/>
                    <a:pt x="5578" y="5813"/>
                  </a:cubicBezTo>
                  <a:lnTo>
                    <a:pt x="419" y="5813"/>
                  </a:lnTo>
                  <a:lnTo>
                    <a:pt x="419" y="5799"/>
                  </a:lnTo>
                  <a:cubicBezTo>
                    <a:pt x="419" y="5423"/>
                    <a:pt x="729" y="5114"/>
                    <a:pt x="1105" y="5114"/>
                  </a:cubicBezTo>
                  <a:lnTo>
                    <a:pt x="10831" y="5114"/>
                  </a:lnTo>
                  <a:cubicBezTo>
                    <a:pt x="11626" y="5114"/>
                    <a:pt x="12270" y="4470"/>
                    <a:pt x="12270" y="3675"/>
                  </a:cubicBezTo>
                  <a:cubicBezTo>
                    <a:pt x="12270" y="2881"/>
                    <a:pt x="11626" y="2237"/>
                    <a:pt x="10831" y="2237"/>
                  </a:cubicBezTo>
                  <a:lnTo>
                    <a:pt x="10272" y="2237"/>
                  </a:lnTo>
                  <a:cubicBezTo>
                    <a:pt x="10181" y="2237"/>
                    <a:pt x="10100" y="2293"/>
                    <a:pt x="10072" y="2378"/>
                  </a:cubicBezTo>
                  <a:cubicBezTo>
                    <a:pt x="10068" y="2388"/>
                    <a:pt x="9769" y="3257"/>
                    <a:pt x="8809" y="3510"/>
                  </a:cubicBezTo>
                  <a:cubicBezTo>
                    <a:pt x="8873" y="3338"/>
                    <a:pt x="8915" y="3106"/>
                    <a:pt x="8915" y="2793"/>
                  </a:cubicBezTo>
                  <a:cubicBezTo>
                    <a:pt x="8915" y="2350"/>
                    <a:pt x="9228" y="2195"/>
                    <a:pt x="9238" y="2188"/>
                  </a:cubicBezTo>
                  <a:cubicBezTo>
                    <a:pt x="9316" y="2156"/>
                    <a:pt x="9365" y="2082"/>
                    <a:pt x="9365" y="1998"/>
                  </a:cubicBezTo>
                  <a:cubicBezTo>
                    <a:pt x="9365" y="1917"/>
                    <a:pt x="9316" y="1843"/>
                    <a:pt x="9242" y="1808"/>
                  </a:cubicBezTo>
                  <a:cubicBezTo>
                    <a:pt x="9228" y="1801"/>
                    <a:pt x="8915" y="1650"/>
                    <a:pt x="8915" y="1203"/>
                  </a:cubicBezTo>
                  <a:cubicBezTo>
                    <a:pt x="8915" y="890"/>
                    <a:pt x="8873" y="658"/>
                    <a:pt x="8809" y="486"/>
                  </a:cubicBezTo>
                  <a:close/>
                  <a:moveTo>
                    <a:pt x="8261" y="1"/>
                  </a:moveTo>
                  <a:cubicBezTo>
                    <a:pt x="7990" y="4"/>
                    <a:pt x="7979" y="402"/>
                    <a:pt x="8247" y="419"/>
                  </a:cubicBezTo>
                  <a:cubicBezTo>
                    <a:pt x="8317" y="433"/>
                    <a:pt x="8496" y="598"/>
                    <a:pt x="8496" y="1203"/>
                  </a:cubicBezTo>
                  <a:cubicBezTo>
                    <a:pt x="8496" y="1594"/>
                    <a:pt x="8655" y="1847"/>
                    <a:pt x="8806" y="1998"/>
                  </a:cubicBezTo>
                  <a:cubicBezTo>
                    <a:pt x="8655" y="2149"/>
                    <a:pt x="8496" y="2402"/>
                    <a:pt x="8496" y="2793"/>
                  </a:cubicBezTo>
                  <a:cubicBezTo>
                    <a:pt x="8496" y="3398"/>
                    <a:pt x="8317" y="3563"/>
                    <a:pt x="8247" y="3577"/>
                  </a:cubicBezTo>
                  <a:cubicBezTo>
                    <a:pt x="7979" y="3594"/>
                    <a:pt x="7990" y="3992"/>
                    <a:pt x="8261" y="3995"/>
                  </a:cubicBezTo>
                  <a:cubicBezTo>
                    <a:pt x="9143" y="3995"/>
                    <a:pt x="9699" y="3594"/>
                    <a:pt x="10005" y="3257"/>
                  </a:cubicBezTo>
                  <a:cubicBezTo>
                    <a:pt x="10170" y="3078"/>
                    <a:pt x="10307" y="2874"/>
                    <a:pt x="10409" y="2656"/>
                  </a:cubicBezTo>
                  <a:lnTo>
                    <a:pt x="10831" y="2656"/>
                  </a:lnTo>
                  <a:cubicBezTo>
                    <a:pt x="11387" y="2666"/>
                    <a:pt x="11830" y="3120"/>
                    <a:pt x="11830" y="3675"/>
                  </a:cubicBezTo>
                  <a:cubicBezTo>
                    <a:pt x="11830" y="4231"/>
                    <a:pt x="11387" y="4685"/>
                    <a:pt x="10831" y="4695"/>
                  </a:cubicBezTo>
                  <a:lnTo>
                    <a:pt x="1105" y="4695"/>
                  </a:lnTo>
                  <a:cubicBezTo>
                    <a:pt x="496" y="4695"/>
                    <a:pt x="4" y="5187"/>
                    <a:pt x="1" y="5799"/>
                  </a:cubicBezTo>
                  <a:cubicBezTo>
                    <a:pt x="1" y="8546"/>
                    <a:pt x="2223" y="10775"/>
                    <a:pt x="4973" y="10789"/>
                  </a:cubicBezTo>
                  <a:cubicBezTo>
                    <a:pt x="5423" y="10786"/>
                    <a:pt x="5870" y="10726"/>
                    <a:pt x="6302" y="10606"/>
                  </a:cubicBezTo>
                  <a:lnTo>
                    <a:pt x="7906" y="10167"/>
                  </a:lnTo>
                  <a:cubicBezTo>
                    <a:pt x="8183" y="10525"/>
                    <a:pt x="8532" y="10824"/>
                    <a:pt x="8929" y="11042"/>
                  </a:cubicBezTo>
                  <a:cubicBezTo>
                    <a:pt x="9031" y="11097"/>
                    <a:pt x="9137" y="11122"/>
                    <a:pt x="9240" y="11122"/>
                  </a:cubicBezTo>
                  <a:cubicBezTo>
                    <a:pt x="9626" y="11122"/>
                    <a:pt x="9967" y="10773"/>
                    <a:pt x="9889" y="10346"/>
                  </a:cubicBezTo>
                  <a:lnTo>
                    <a:pt x="9762" y="9657"/>
                  </a:lnTo>
                  <a:lnTo>
                    <a:pt x="11109" y="9288"/>
                  </a:lnTo>
                  <a:cubicBezTo>
                    <a:pt x="12980" y="8771"/>
                    <a:pt x="14277" y="7072"/>
                    <a:pt x="14281" y="5131"/>
                  </a:cubicBezTo>
                  <a:cubicBezTo>
                    <a:pt x="14281" y="3039"/>
                    <a:pt x="12586" y="1344"/>
                    <a:pt x="10494" y="1344"/>
                  </a:cubicBezTo>
                  <a:lnTo>
                    <a:pt x="10409" y="1344"/>
                  </a:lnTo>
                  <a:cubicBezTo>
                    <a:pt x="10307" y="1122"/>
                    <a:pt x="10170" y="918"/>
                    <a:pt x="10005" y="739"/>
                  </a:cubicBezTo>
                  <a:cubicBezTo>
                    <a:pt x="9699" y="402"/>
                    <a:pt x="9143" y="1"/>
                    <a:pt x="8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8" name="Google Shape;16198;p84"/>
          <p:cNvGrpSpPr/>
          <p:nvPr/>
        </p:nvGrpSpPr>
        <p:grpSpPr>
          <a:xfrm>
            <a:off x="6321261" y="2896154"/>
            <a:ext cx="359426" cy="357722"/>
            <a:chOff x="6321261" y="2896154"/>
            <a:chExt cx="359426" cy="357722"/>
          </a:xfrm>
        </p:grpSpPr>
        <p:sp>
          <p:nvSpPr>
            <p:cNvPr id="16199" name="Google Shape;16199;p84"/>
            <p:cNvSpPr/>
            <p:nvPr/>
          </p:nvSpPr>
          <p:spPr>
            <a:xfrm>
              <a:off x="6331851" y="2906613"/>
              <a:ext cx="338980" cy="307709"/>
            </a:xfrm>
            <a:custGeom>
              <a:rect b="b" l="l" r="r" t="t"/>
              <a:pathLst>
                <a:path extrusionOk="0" h="11739" w="12932">
                  <a:moveTo>
                    <a:pt x="6467" y="0"/>
                  </a:moveTo>
                  <a:cubicBezTo>
                    <a:pt x="6395" y="0"/>
                    <a:pt x="6324" y="35"/>
                    <a:pt x="6282" y="103"/>
                  </a:cubicBezTo>
                  <a:lnTo>
                    <a:pt x="5234" y="1855"/>
                  </a:lnTo>
                  <a:cubicBezTo>
                    <a:pt x="5203" y="1907"/>
                    <a:pt x="5150" y="1942"/>
                    <a:pt x="5090" y="1957"/>
                  </a:cubicBezTo>
                  <a:lnTo>
                    <a:pt x="4316" y="2111"/>
                  </a:lnTo>
                  <a:cubicBezTo>
                    <a:pt x="4204" y="2132"/>
                    <a:pt x="4130" y="2241"/>
                    <a:pt x="4148" y="2354"/>
                  </a:cubicBezTo>
                  <a:lnTo>
                    <a:pt x="4506" y="4576"/>
                  </a:lnTo>
                  <a:cubicBezTo>
                    <a:pt x="4530" y="4722"/>
                    <a:pt x="4415" y="4825"/>
                    <a:pt x="4294" y="4825"/>
                  </a:cubicBezTo>
                  <a:cubicBezTo>
                    <a:pt x="4237" y="4825"/>
                    <a:pt x="4179" y="4802"/>
                    <a:pt x="4134" y="4749"/>
                  </a:cubicBezTo>
                  <a:lnTo>
                    <a:pt x="3019" y="3437"/>
                  </a:lnTo>
                  <a:cubicBezTo>
                    <a:pt x="2974" y="3386"/>
                    <a:pt x="2914" y="3361"/>
                    <a:pt x="2854" y="3361"/>
                  </a:cubicBezTo>
                  <a:cubicBezTo>
                    <a:pt x="2786" y="3361"/>
                    <a:pt x="2719" y="3393"/>
                    <a:pt x="2678" y="3455"/>
                  </a:cubicBezTo>
                  <a:lnTo>
                    <a:pt x="2512" y="3704"/>
                  </a:lnTo>
                  <a:cubicBezTo>
                    <a:pt x="2469" y="3764"/>
                    <a:pt x="2402" y="3798"/>
                    <a:pt x="2333" y="3798"/>
                  </a:cubicBezTo>
                  <a:cubicBezTo>
                    <a:pt x="2301" y="3798"/>
                    <a:pt x="2269" y="3790"/>
                    <a:pt x="2238" y="3775"/>
                  </a:cubicBezTo>
                  <a:lnTo>
                    <a:pt x="357" y="2836"/>
                  </a:lnTo>
                  <a:cubicBezTo>
                    <a:pt x="324" y="2820"/>
                    <a:pt x="292" y="2813"/>
                    <a:pt x="260" y="2813"/>
                  </a:cubicBezTo>
                  <a:cubicBezTo>
                    <a:pt x="118" y="2813"/>
                    <a:pt x="1" y="2960"/>
                    <a:pt x="61" y="3110"/>
                  </a:cubicBezTo>
                  <a:lnTo>
                    <a:pt x="853" y="5009"/>
                  </a:lnTo>
                  <a:cubicBezTo>
                    <a:pt x="888" y="5090"/>
                    <a:pt x="870" y="5181"/>
                    <a:pt x="810" y="5244"/>
                  </a:cubicBezTo>
                  <a:lnTo>
                    <a:pt x="287" y="5768"/>
                  </a:lnTo>
                  <a:cubicBezTo>
                    <a:pt x="174" y="5877"/>
                    <a:pt x="213" y="6064"/>
                    <a:pt x="357" y="6120"/>
                  </a:cubicBezTo>
                  <a:lnTo>
                    <a:pt x="937" y="6352"/>
                  </a:lnTo>
                  <a:cubicBezTo>
                    <a:pt x="1043" y="6394"/>
                    <a:pt x="1099" y="6510"/>
                    <a:pt x="1060" y="6619"/>
                  </a:cubicBezTo>
                  <a:lnTo>
                    <a:pt x="969" y="6897"/>
                  </a:lnTo>
                  <a:cubicBezTo>
                    <a:pt x="937" y="6996"/>
                    <a:pt x="979" y="7105"/>
                    <a:pt x="1071" y="7154"/>
                  </a:cubicBezTo>
                  <a:lnTo>
                    <a:pt x="2836" y="8082"/>
                  </a:lnTo>
                  <a:cubicBezTo>
                    <a:pt x="2970" y="8152"/>
                    <a:pt x="2991" y="8335"/>
                    <a:pt x="2875" y="8434"/>
                  </a:cubicBezTo>
                  <a:lnTo>
                    <a:pt x="765" y="10245"/>
                  </a:lnTo>
                  <a:cubicBezTo>
                    <a:pt x="642" y="10354"/>
                    <a:pt x="680" y="10554"/>
                    <a:pt x="835" y="10610"/>
                  </a:cubicBezTo>
                  <a:lnTo>
                    <a:pt x="4000" y="11725"/>
                  </a:lnTo>
                  <a:cubicBezTo>
                    <a:pt x="4023" y="11734"/>
                    <a:pt x="4048" y="11738"/>
                    <a:pt x="4072" y="11738"/>
                  </a:cubicBezTo>
                  <a:cubicBezTo>
                    <a:pt x="4123" y="11738"/>
                    <a:pt x="4174" y="11719"/>
                    <a:pt x="4214" y="11683"/>
                  </a:cubicBezTo>
                  <a:lnTo>
                    <a:pt x="6328" y="9763"/>
                  </a:lnTo>
                  <a:cubicBezTo>
                    <a:pt x="6368" y="9726"/>
                    <a:pt x="6419" y="9708"/>
                    <a:pt x="6471" y="9708"/>
                  </a:cubicBezTo>
                  <a:cubicBezTo>
                    <a:pt x="6522" y="9708"/>
                    <a:pt x="6574" y="9726"/>
                    <a:pt x="6616" y="9763"/>
                  </a:cubicBezTo>
                  <a:lnTo>
                    <a:pt x="8726" y="11683"/>
                  </a:lnTo>
                  <a:cubicBezTo>
                    <a:pt x="8767" y="11719"/>
                    <a:pt x="8817" y="11738"/>
                    <a:pt x="8868" y="11738"/>
                  </a:cubicBezTo>
                  <a:cubicBezTo>
                    <a:pt x="8893" y="11738"/>
                    <a:pt x="8917" y="11734"/>
                    <a:pt x="8941" y="11725"/>
                  </a:cubicBezTo>
                  <a:lnTo>
                    <a:pt x="12105" y="10610"/>
                  </a:lnTo>
                  <a:cubicBezTo>
                    <a:pt x="12260" y="10554"/>
                    <a:pt x="12299" y="10354"/>
                    <a:pt x="12176" y="10245"/>
                  </a:cubicBezTo>
                  <a:lnTo>
                    <a:pt x="10066" y="8434"/>
                  </a:lnTo>
                  <a:cubicBezTo>
                    <a:pt x="9950" y="8335"/>
                    <a:pt x="9971" y="8152"/>
                    <a:pt x="10104" y="8082"/>
                  </a:cubicBezTo>
                  <a:lnTo>
                    <a:pt x="11870" y="7154"/>
                  </a:lnTo>
                  <a:cubicBezTo>
                    <a:pt x="11961" y="7105"/>
                    <a:pt x="12007" y="6996"/>
                    <a:pt x="11972" y="6897"/>
                  </a:cubicBezTo>
                  <a:lnTo>
                    <a:pt x="11880" y="6619"/>
                  </a:lnTo>
                  <a:cubicBezTo>
                    <a:pt x="11845" y="6510"/>
                    <a:pt x="11898" y="6394"/>
                    <a:pt x="12003" y="6352"/>
                  </a:cubicBezTo>
                  <a:lnTo>
                    <a:pt x="12584" y="6120"/>
                  </a:lnTo>
                  <a:cubicBezTo>
                    <a:pt x="12728" y="6064"/>
                    <a:pt x="12766" y="5877"/>
                    <a:pt x="12657" y="5768"/>
                  </a:cubicBezTo>
                  <a:lnTo>
                    <a:pt x="12130" y="5244"/>
                  </a:lnTo>
                  <a:cubicBezTo>
                    <a:pt x="12067" y="5185"/>
                    <a:pt x="12046" y="5090"/>
                    <a:pt x="12077" y="5009"/>
                  </a:cubicBezTo>
                  <a:lnTo>
                    <a:pt x="12868" y="3106"/>
                  </a:lnTo>
                  <a:cubicBezTo>
                    <a:pt x="12931" y="2958"/>
                    <a:pt x="12815" y="2811"/>
                    <a:pt x="12675" y="2811"/>
                  </a:cubicBezTo>
                  <a:cubicBezTo>
                    <a:pt x="12642" y="2811"/>
                    <a:pt x="12609" y="2819"/>
                    <a:pt x="12577" y="2836"/>
                  </a:cubicBezTo>
                  <a:lnTo>
                    <a:pt x="10695" y="3775"/>
                  </a:lnTo>
                  <a:cubicBezTo>
                    <a:pt x="10664" y="3790"/>
                    <a:pt x="10630" y="3798"/>
                    <a:pt x="10598" y="3798"/>
                  </a:cubicBezTo>
                  <a:cubicBezTo>
                    <a:pt x="10528" y="3798"/>
                    <a:pt x="10462" y="3764"/>
                    <a:pt x="10421" y="3704"/>
                  </a:cubicBezTo>
                  <a:lnTo>
                    <a:pt x="10256" y="3455"/>
                  </a:lnTo>
                  <a:cubicBezTo>
                    <a:pt x="10213" y="3391"/>
                    <a:pt x="10145" y="3359"/>
                    <a:pt x="10077" y="3359"/>
                  </a:cubicBezTo>
                  <a:cubicBezTo>
                    <a:pt x="10017" y="3359"/>
                    <a:pt x="9957" y="3384"/>
                    <a:pt x="9915" y="3433"/>
                  </a:cubicBezTo>
                  <a:lnTo>
                    <a:pt x="8867" y="4664"/>
                  </a:lnTo>
                  <a:cubicBezTo>
                    <a:pt x="8822" y="4718"/>
                    <a:pt x="8764" y="4741"/>
                    <a:pt x="8708" y="4741"/>
                  </a:cubicBezTo>
                  <a:cubicBezTo>
                    <a:pt x="8583" y="4741"/>
                    <a:pt x="8464" y="4628"/>
                    <a:pt x="8497" y="4478"/>
                  </a:cubicBezTo>
                  <a:lnTo>
                    <a:pt x="8979" y="2368"/>
                  </a:lnTo>
                  <a:cubicBezTo>
                    <a:pt x="9007" y="2248"/>
                    <a:pt x="8930" y="2132"/>
                    <a:pt x="8807" y="2111"/>
                  </a:cubicBezTo>
                  <a:lnTo>
                    <a:pt x="7847" y="1949"/>
                  </a:lnTo>
                  <a:cubicBezTo>
                    <a:pt x="7784" y="1942"/>
                    <a:pt x="7731" y="1904"/>
                    <a:pt x="7699" y="1851"/>
                  </a:cubicBezTo>
                  <a:lnTo>
                    <a:pt x="6651" y="103"/>
                  </a:lnTo>
                  <a:cubicBezTo>
                    <a:pt x="6609" y="35"/>
                    <a:pt x="6538" y="0"/>
                    <a:pt x="6467"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84"/>
            <p:cNvSpPr/>
            <p:nvPr/>
          </p:nvSpPr>
          <p:spPr>
            <a:xfrm>
              <a:off x="6410960" y="2996679"/>
              <a:ext cx="67707" cy="79738"/>
            </a:xfrm>
            <a:custGeom>
              <a:rect b="b" l="l" r="r" t="t"/>
              <a:pathLst>
                <a:path extrusionOk="0" h="3042" w="2583">
                  <a:moveTo>
                    <a:pt x="1" y="1"/>
                  </a:moveTo>
                  <a:lnTo>
                    <a:pt x="1200" y="2519"/>
                  </a:lnTo>
                  <a:cubicBezTo>
                    <a:pt x="1281" y="2691"/>
                    <a:pt x="1436" y="2821"/>
                    <a:pt x="1622" y="2867"/>
                  </a:cubicBezTo>
                  <a:lnTo>
                    <a:pt x="2297" y="3036"/>
                  </a:lnTo>
                  <a:cubicBezTo>
                    <a:pt x="2314" y="3040"/>
                    <a:pt x="2331" y="3042"/>
                    <a:pt x="2348" y="3042"/>
                  </a:cubicBezTo>
                  <a:cubicBezTo>
                    <a:pt x="2477" y="3042"/>
                    <a:pt x="2583" y="2927"/>
                    <a:pt x="2561" y="2793"/>
                  </a:cubicBezTo>
                  <a:lnTo>
                    <a:pt x="2357" y="1509"/>
                  </a:lnTo>
                  <a:cubicBezTo>
                    <a:pt x="2336" y="1383"/>
                    <a:pt x="2279" y="1263"/>
                    <a:pt x="2188" y="1168"/>
                  </a:cubicBezTo>
                  <a:lnTo>
                    <a:pt x="1355" y="289"/>
                  </a:lnTo>
                  <a:lnTo>
                    <a:pt x="1492" y="1140"/>
                  </a:lnTo>
                  <a:cubicBezTo>
                    <a:pt x="1516" y="1286"/>
                    <a:pt x="1400" y="1389"/>
                    <a:pt x="1280" y="1389"/>
                  </a:cubicBezTo>
                  <a:cubicBezTo>
                    <a:pt x="1223" y="1389"/>
                    <a:pt x="1164" y="1366"/>
                    <a:pt x="1119" y="1313"/>
                  </a:cubicBezTo>
                  <a:lnTo>
                    <a:pt x="1"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84"/>
            <p:cNvSpPr/>
            <p:nvPr/>
          </p:nvSpPr>
          <p:spPr>
            <a:xfrm>
              <a:off x="6356307" y="3080008"/>
              <a:ext cx="96252" cy="80787"/>
            </a:xfrm>
            <a:custGeom>
              <a:rect b="b" l="l" r="r" t="t"/>
              <a:pathLst>
                <a:path extrusionOk="0" h="3082" w="3672">
                  <a:moveTo>
                    <a:pt x="127" y="1"/>
                  </a:moveTo>
                  <a:lnTo>
                    <a:pt x="36" y="279"/>
                  </a:lnTo>
                  <a:cubicBezTo>
                    <a:pt x="1" y="377"/>
                    <a:pt x="46" y="486"/>
                    <a:pt x="138" y="535"/>
                  </a:cubicBezTo>
                  <a:lnTo>
                    <a:pt x="1903" y="1464"/>
                  </a:lnTo>
                  <a:cubicBezTo>
                    <a:pt x="2037" y="1534"/>
                    <a:pt x="2058" y="1717"/>
                    <a:pt x="1942" y="1815"/>
                  </a:cubicBezTo>
                  <a:lnTo>
                    <a:pt x="468" y="3081"/>
                  </a:lnTo>
                  <a:lnTo>
                    <a:pt x="3461" y="2343"/>
                  </a:lnTo>
                  <a:cubicBezTo>
                    <a:pt x="3608" y="2308"/>
                    <a:pt x="3672" y="2132"/>
                    <a:pt x="3584" y="2009"/>
                  </a:cubicBezTo>
                  <a:lnTo>
                    <a:pt x="3176" y="1457"/>
                  </a:lnTo>
                  <a:cubicBezTo>
                    <a:pt x="3109" y="1365"/>
                    <a:pt x="3021" y="1295"/>
                    <a:pt x="2923" y="1249"/>
                  </a:cubicBezTo>
                  <a:lnTo>
                    <a:pt x="127"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84"/>
            <p:cNvSpPr/>
            <p:nvPr/>
          </p:nvSpPr>
          <p:spPr>
            <a:xfrm>
              <a:off x="6550148" y="3080008"/>
              <a:ext cx="96174" cy="80787"/>
            </a:xfrm>
            <a:custGeom>
              <a:rect b="b" l="l" r="r" t="t"/>
              <a:pathLst>
                <a:path extrusionOk="0" h="3082" w="3669">
                  <a:moveTo>
                    <a:pt x="3545" y="1"/>
                  </a:moveTo>
                  <a:lnTo>
                    <a:pt x="750" y="1249"/>
                  </a:lnTo>
                  <a:cubicBezTo>
                    <a:pt x="648" y="1295"/>
                    <a:pt x="560" y="1365"/>
                    <a:pt x="496" y="1457"/>
                  </a:cubicBezTo>
                  <a:lnTo>
                    <a:pt x="89" y="2009"/>
                  </a:lnTo>
                  <a:cubicBezTo>
                    <a:pt x="1" y="2132"/>
                    <a:pt x="64" y="2308"/>
                    <a:pt x="212" y="2343"/>
                  </a:cubicBezTo>
                  <a:lnTo>
                    <a:pt x="3204" y="3081"/>
                  </a:lnTo>
                  <a:lnTo>
                    <a:pt x="1731" y="1815"/>
                  </a:lnTo>
                  <a:cubicBezTo>
                    <a:pt x="1615" y="1717"/>
                    <a:pt x="1636" y="1534"/>
                    <a:pt x="1769" y="1464"/>
                  </a:cubicBezTo>
                  <a:lnTo>
                    <a:pt x="3535" y="535"/>
                  </a:lnTo>
                  <a:cubicBezTo>
                    <a:pt x="3626" y="486"/>
                    <a:pt x="3668" y="377"/>
                    <a:pt x="3637" y="279"/>
                  </a:cubicBezTo>
                  <a:lnTo>
                    <a:pt x="3545"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84"/>
            <p:cNvSpPr/>
            <p:nvPr/>
          </p:nvSpPr>
          <p:spPr>
            <a:xfrm>
              <a:off x="6524067" y="2996417"/>
              <a:ext cx="67969" cy="79948"/>
            </a:xfrm>
            <a:custGeom>
              <a:rect b="b" l="l" r="r" t="t"/>
              <a:pathLst>
                <a:path extrusionOk="0" h="3050" w="2593">
                  <a:moveTo>
                    <a:pt x="2592" y="0"/>
                  </a:moveTo>
                  <a:lnTo>
                    <a:pt x="2592" y="0"/>
                  </a:lnTo>
                  <a:cubicBezTo>
                    <a:pt x="2589" y="4"/>
                    <a:pt x="2585" y="7"/>
                    <a:pt x="2582" y="11"/>
                  </a:cubicBezTo>
                  <a:lnTo>
                    <a:pt x="1537" y="1242"/>
                  </a:lnTo>
                  <a:cubicBezTo>
                    <a:pt x="1491" y="1294"/>
                    <a:pt x="1433" y="1317"/>
                    <a:pt x="1376" y="1317"/>
                  </a:cubicBezTo>
                  <a:cubicBezTo>
                    <a:pt x="1250" y="1317"/>
                    <a:pt x="1131" y="1205"/>
                    <a:pt x="1164" y="1055"/>
                  </a:cubicBezTo>
                  <a:lnTo>
                    <a:pt x="1368" y="169"/>
                  </a:lnTo>
                  <a:lnTo>
                    <a:pt x="391" y="1178"/>
                  </a:lnTo>
                  <a:cubicBezTo>
                    <a:pt x="303" y="1273"/>
                    <a:pt x="243" y="1393"/>
                    <a:pt x="226" y="1519"/>
                  </a:cubicBezTo>
                  <a:lnTo>
                    <a:pt x="22" y="2803"/>
                  </a:lnTo>
                  <a:cubicBezTo>
                    <a:pt x="0" y="2936"/>
                    <a:pt x="105" y="3049"/>
                    <a:pt x="231" y="3049"/>
                  </a:cubicBezTo>
                  <a:cubicBezTo>
                    <a:pt x="249" y="3049"/>
                    <a:pt x="267" y="3047"/>
                    <a:pt x="285" y="3042"/>
                  </a:cubicBezTo>
                  <a:lnTo>
                    <a:pt x="960" y="2873"/>
                  </a:lnTo>
                  <a:cubicBezTo>
                    <a:pt x="1147" y="2828"/>
                    <a:pt x="1302" y="2701"/>
                    <a:pt x="1382" y="2529"/>
                  </a:cubicBezTo>
                  <a:lnTo>
                    <a:pt x="2592"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84"/>
            <p:cNvSpPr/>
            <p:nvPr/>
          </p:nvSpPr>
          <p:spPr>
            <a:xfrm>
              <a:off x="6496046" y="2946456"/>
              <a:ext cx="10537" cy="16147"/>
            </a:xfrm>
            <a:custGeom>
              <a:rect b="b" l="l" r="r" t="t"/>
              <a:pathLst>
                <a:path extrusionOk="0" h="616" w="402">
                  <a:moveTo>
                    <a:pt x="201" y="0"/>
                  </a:moveTo>
                  <a:cubicBezTo>
                    <a:pt x="101" y="0"/>
                    <a:pt x="0" y="67"/>
                    <a:pt x="0" y="201"/>
                  </a:cubicBezTo>
                  <a:lnTo>
                    <a:pt x="0" y="415"/>
                  </a:lnTo>
                  <a:cubicBezTo>
                    <a:pt x="0" y="524"/>
                    <a:pt x="92" y="616"/>
                    <a:pt x="201" y="616"/>
                  </a:cubicBezTo>
                  <a:cubicBezTo>
                    <a:pt x="313" y="616"/>
                    <a:pt x="401" y="528"/>
                    <a:pt x="401" y="415"/>
                  </a:cubicBezTo>
                  <a:lnTo>
                    <a:pt x="401" y="201"/>
                  </a:lnTo>
                  <a:cubicBezTo>
                    <a:pt x="401"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84"/>
            <p:cNvSpPr/>
            <p:nvPr/>
          </p:nvSpPr>
          <p:spPr>
            <a:xfrm>
              <a:off x="6617619" y="3016417"/>
              <a:ext cx="20184" cy="16697"/>
            </a:xfrm>
            <a:custGeom>
              <a:rect b="b" l="l" r="r" t="t"/>
              <a:pathLst>
                <a:path extrusionOk="0" h="637" w="770">
                  <a:moveTo>
                    <a:pt x="477" y="0"/>
                  </a:moveTo>
                  <a:cubicBezTo>
                    <a:pt x="428" y="0"/>
                    <a:pt x="376" y="21"/>
                    <a:pt x="331" y="71"/>
                  </a:cubicBezTo>
                  <a:lnTo>
                    <a:pt x="120" y="299"/>
                  </a:lnTo>
                  <a:cubicBezTo>
                    <a:pt x="1" y="426"/>
                    <a:pt x="89" y="637"/>
                    <a:pt x="264" y="637"/>
                  </a:cubicBezTo>
                  <a:cubicBezTo>
                    <a:pt x="321" y="637"/>
                    <a:pt x="373" y="612"/>
                    <a:pt x="412" y="574"/>
                  </a:cubicBezTo>
                  <a:lnTo>
                    <a:pt x="623" y="345"/>
                  </a:lnTo>
                  <a:cubicBezTo>
                    <a:pt x="769" y="199"/>
                    <a:pt x="63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84"/>
            <p:cNvSpPr/>
            <p:nvPr/>
          </p:nvSpPr>
          <p:spPr>
            <a:xfrm>
              <a:off x="6607475" y="3168476"/>
              <a:ext cx="17641" cy="11402"/>
            </a:xfrm>
            <a:custGeom>
              <a:rect b="b" l="l" r="r" t="t"/>
              <a:pathLst>
                <a:path extrusionOk="0" h="435" w="673">
                  <a:moveTo>
                    <a:pt x="212" y="1"/>
                  </a:moveTo>
                  <a:cubicBezTo>
                    <a:pt x="113" y="1"/>
                    <a:pt x="27" y="75"/>
                    <a:pt x="15" y="174"/>
                  </a:cubicBezTo>
                  <a:cubicBezTo>
                    <a:pt x="1" y="290"/>
                    <a:pt x="85" y="392"/>
                    <a:pt x="201" y="402"/>
                  </a:cubicBezTo>
                  <a:lnTo>
                    <a:pt x="419" y="431"/>
                  </a:lnTo>
                  <a:cubicBezTo>
                    <a:pt x="432" y="433"/>
                    <a:pt x="444" y="434"/>
                    <a:pt x="457" y="434"/>
                  </a:cubicBezTo>
                  <a:cubicBezTo>
                    <a:pt x="555" y="434"/>
                    <a:pt x="643" y="362"/>
                    <a:pt x="658" y="262"/>
                  </a:cubicBezTo>
                  <a:cubicBezTo>
                    <a:pt x="673" y="146"/>
                    <a:pt x="588" y="44"/>
                    <a:pt x="472" y="33"/>
                  </a:cubicBezTo>
                  <a:lnTo>
                    <a:pt x="254" y="5"/>
                  </a:lnTo>
                  <a:cubicBezTo>
                    <a:pt x="240" y="2"/>
                    <a:pt x="226"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84"/>
            <p:cNvSpPr/>
            <p:nvPr/>
          </p:nvSpPr>
          <p:spPr>
            <a:xfrm>
              <a:off x="6364905" y="3016417"/>
              <a:ext cx="20813" cy="16855"/>
            </a:xfrm>
            <a:custGeom>
              <a:rect b="b" l="l" r="r" t="t"/>
              <a:pathLst>
                <a:path extrusionOk="0" h="643" w="794">
                  <a:moveTo>
                    <a:pt x="290" y="0"/>
                  </a:moveTo>
                  <a:cubicBezTo>
                    <a:pt x="136" y="0"/>
                    <a:pt x="0" y="199"/>
                    <a:pt x="144" y="345"/>
                  </a:cubicBezTo>
                  <a:lnTo>
                    <a:pt x="358" y="574"/>
                  </a:lnTo>
                  <a:cubicBezTo>
                    <a:pt x="403" y="622"/>
                    <a:pt x="454" y="643"/>
                    <a:pt x="503" y="643"/>
                  </a:cubicBezTo>
                  <a:cubicBezTo>
                    <a:pt x="657" y="643"/>
                    <a:pt x="794" y="446"/>
                    <a:pt x="650" y="299"/>
                  </a:cubicBezTo>
                  <a:lnTo>
                    <a:pt x="436" y="71"/>
                  </a:lnTo>
                  <a:cubicBezTo>
                    <a:pt x="391" y="21"/>
                    <a:pt x="33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84"/>
            <p:cNvSpPr/>
            <p:nvPr/>
          </p:nvSpPr>
          <p:spPr>
            <a:xfrm>
              <a:off x="6377591" y="3168476"/>
              <a:ext cx="17641" cy="11402"/>
            </a:xfrm>
            <a:custGeom>
              <a:rect b="b" l="l" r="r" t="t"/>
              <a:pathLst>
                <a:path extrusionOk="0" h="435" w="673">
                  <a:moveTo>
                    <a:pt x="461" y="1"/>
                  </a:moveTo>
                  <a:cubicBezTo>
                    <a:pt x="448" y="1"/>
                    <a:pt x="433" y="2"/>
                    <a:pt x="419" y="5"/>
                  </a:cubicBezTo>
                  <a:lnTo>
                    <a:pt x="201" y="33"/>
                  </a:lnTo>
                  <a:cubicBezTo>
                    <a:pt x="85" y="40"/>
                    <a:pt x="1" y="146"/>
                    <a:pt x="15" y="258"/>
                  </a:cubicBezTo>
                  <a:cubicBezTo>
                    <a:pt x="27" y="361"/>
                    <a:pt x="115" y="434"/>
                    <a:pt x="216" y="434"/>
                  </a:cubicBezTo>
                  <a:cubicBezTo>
                    <a:pt x="228" y="434"/>
                    <a:pt x="241" y="433"/>
                    <a:pt x="254" y="431"/>
                  </a:cubicBezTo>
                  <a:lnTo>
                    <a:pt x="472" y="399"/>
                  </a:lnTo>
                  <a:cubicBezTo>
                    <a:pt x="588" y="392"/>
                    <a:pt x="672" y="290"/>
                    <a:pt x="658" y="174"/>
                  </a:cubicBezTo>
                  <a:cubicBezTo>
                    <a:pt x="643" y="72"/>
                    <a:pt x="558" y="1"/>
                    <a:pt x="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84"/>
            <p:cNvSpPr/>
            <p:nvPr/>
          </p:nvSpPr>
          <p:spPr>
            <a:xfrm>
              <a:off x="6321261" y="2896154"/>
              <a:ext cx="359426" cy="357722"/>
            </a:xfrm>
            <a:custGeom>
              <a:rect b="b" l="l" r="r" t="t"/>
              <a:pathLst>
                <a:path extrusionOk="0" h="13647" w="13712">
                  <a:moveTo>
                    <a:pt x="6869" y="587"/>
                  </a:moveTo>
                  <a:lnTo>
                    <a:pt x="7980" y="2440"/>
                  </a:lnTo>
                  <a:cubicBezTo>
                    <a:pt x="8012" y="2489"/>
                    <a:pt x="8061" y="2524"/>
                    <a:pt x="8121" y="2535"/>
                  </a:cubicBezTo>
                  <a:lnTo>
                    <a:pt x="9035" y="2686"/>
                  </a:lnTo>
                  <a:lnTo>
                    <a:pt x="7069" y="4817"/>
                  </a:lnTo>
                  <a:lnTo>
                    <a:pt x="7069" y="3189"/>
                  </a:lnTo>
                  <a:cubicBezTo>
                    <a:pt x="7069" y="3055"/>
                    <a:pt x="6969" y="2988"/>
                    <a:pt x="6869" y="2988"/>
                  </a:cubicBezTo>
                  <a:cubicBezTo>
                    <a:pt x="6769" y="2988"/>
                    <a:pt x="6668" y="3055"/>
                    <a:pt x="6668" y="3189"/>
                  </a:cubicBezTo>
                  <a:lnTo>
                    <a:pt x="6668" y="4782"/>
                  </a:lnTo>
                  <a:lnTo>
                    <a:pt x="4889" y="2679"/>
                  </a:lnTo>
                  <a:lnTo>
                    <a:pt x="5628" y="2531"/>
                  </a:lnTo>
                  <a:cubicBezTo>
                    <a:pt x="5684" y="2521"/>
                    <a:pt x="5730" y="2486"/>
                    <a:pt x="5758" y="2440"/>
                  </a:cubicBezTo>
                  <a:lnTo>
                    <a:pt x="6869" y="587"/>
                  </a:lnTo>
                  <a:close/>
                  <a:moveTo>
                    <a:pt x="4833" y="3228"/>
                  </a:moveTo>
                  <a:lnTo>
                    <a:pt x="6668" y="5401"/>
                  </a:lnTo>
                  <a:lnTo>
                    <a:pt x="6668" y="7349"/>
                  </a:lnTo>
                  <a:lnTo>
                    <a:pt x="5223" y="5643"/>
                  </a:lnTo>
                  <a:lnTo>
                    <a:pt x="4833" y="3228"/>
                  </a:lnTo>
                  <a:close/>
                  <a:moveTo>
                    <a:pt x="9074" y="3238"/>
                  </a:moveTo>
                  <a:lnTo>
                    <a:pt x="8522" y="5640"/>
                  </a:lnTo>
                  <a:lnTo>
                    <a:pt x="7069" y="7349"/>
                  </a:lnTo>
                  <a:lnTo>
                    <a:pt x="7069" y="5404"/>
                  </a:lnTo>
                  <a:lnTo>
                    <a:pt x="9074" y="3238"/>
                  </a:lnTo>
                  <a:close/>
                  <a:moveTo>
                    <a:pt x="638" y="3393"/>
                  </a:moveTo>
                  <a:lnTo>
                    <a:pt x="2720" y="4437"/>
                  </a:lnTo>
                  <a:cubicBezTo>
                    <a:pt x="2748" y="4451"/>
                    <a:pt x="2778" y="4458"/>
                    <a:pt x="2808" y="4458"/>
                  </a:cubicBezTo>
                  <a:cubicBezTo>
                    <a:pt x="2874" y="4458"/>
                    <a:pt x="2937" y="4425"/>
                    <a:pt x="2976" y="4367"/>
                  </a:cubicBezTo>
                  <a:lnTo>
                    <a:pt x="3258" y="3948"/>
                  </a:lnTo>
                  <a:lnTo>
                    <a:pt x="6672" y="7964"/>
                  </a:lnTo>
                  <a:lnTo>
                    <a:pt x="6672" y="9522"/>
                  </a:lnTo>
                  <a:lnTo>
                    <a:pt x="2955" y="5566"/>
                  </a:lnTo>
                  <a:cubicBezTo>
                    <a:pt x="2912" y="5522"/>
                    <a:pt x="2864" y="5503"/>
                    <a:pt x="2816" y="5503"/>
                  </a:cubicBezTo>
                  <a:cubicBezTo>
                    <a:pt x="2666" y="5503"/>
                    <a:pt x="2533" y="5693"/>
                    <a:pt x="2667" y="5840"/>
                  </a:cubicBezTo>
                  <a:lnTo>
                    <a:pt x="6457" y="9877"/>
                  </a:lnTo>
                  <a:lnTo>
                    <a:pt x="3426" y="10282"/>
                  </a:lnTo>
                  <a:cubicBezTo>
                    <a:pt x="3310" y="10289"/>
                    <a:pt x="3226" y="10394"/>
                    <a:pt x="3240" y="10510"/>
                  </a:cubicBezTo>
                  <a:cubicBezTo>
                    <a:pt x="3256" y="10610"/>
                    <a:pt x="3343" y="10682"/>
                    <a:pt x="3442" y="10682"/>
                  </a:cubicBezTo>
                  <a:cubicBezTo>
                    <a:pt x="3454" y="10682"/>
                    <a:pt x="3467" y="10681"/>
                    <a:pt x="3479" y="10679"/>
                  </a:cubicBezTo>
                  <a:lnTo>
                    <a:pt x="6264" y="10306"/>
                  </a:lnTo>
                  <a:lnTo>
                    <a:pt x="6264" y="10306"/>
                  </a:lnTo>
                  <a:lnTo>
                    <a:pt x="4474" y="11938"/>
                  </a:lnTo>
                  <a:lnTo>
                    <a:pt x="1281" y="10809"/>
                  </a:lnTo>
                  <a:lnTo>
                    <a:pt x="3648" y="8777"/>
                  </a:lnTo>
                  <a:cubicBezTo>
                    <a:pt x="3753" y="8685"/>
                    <a:pt x="3736" y="8516"/>
                    <a:pt x="3613" y="8449"/>
                  </a:cubicBezTo>
                  <a:lnTo>
                    <a:pt x="1559" y="7366"/>
                  </a:lnTo>
                  <a:lnTo>
                    <a:pt x="1717" y="6885"/>
                  </a:lnTo>
                  <a:cubicBezTo>
                    <a:pt x="1749" y="6786"/>
                    <a:pt x="1700" y="6677"/>
                    <a:pt x="1601" y="6639"/>
                  </a:cubicBezTo>
                  <a:lnTo>
                    <a:pt x="814" y="6322"/>
                  </a:lnTo>
                  <a:lnTo>
                    <a:pt x="1457" y="5682"/>
                  </a:lnTo>
                  <a:cubicBezTo>
                    <a:pt x="1513" y="5626"/>
                    <a:pt x="1531" y="5538"/>
                    <a:pt x="1499" y="5464"/>
                  </a:cubicBezTo>
                  <a:lnTo>
                    <a:pt x="638" y="3393"/>
                  </a:lnTo>
                  <a:close/>
                  <a:moveTo>
                    <a:pt x="13104" y="3396"/>
                  </a:moveTo>
                  <a:lnTo>
                    <a:pt x="12242" y="5464"/>
                  </a:lnTo>
                  <a:cubicBezTo>
                    <a:pt x="12210" y="5538"/>
                    <a:pt x="12228" y="5626"/>
                    <a:pt x="12284" y="5682"/>
                  </a:cubicBezTo>
                  <a:lnTo>
                    <a:pt x="12924" y="6326"/>
                  </a:lnTo>
                  <a:lnTo>
                    <a:pt x="12140" y="6639"/>
                  </a:lnTo>
                  <a:cubicBezTo>
                    <a:pt x="12042" y="6677"/>
                    <a:pt x="11989" y="6786"/>
                    <a:pt x="12024" y="6888"/>
                  </a:cubicBezTo>
                  <a:lnTo>
                    <a:pt x="12182" y="7366"/>
                  </a:lnTo>
                  <a:lnTo>
                    <a:pt x="10129" y="8449"/>
                  </a:lnTo>
                  <a:cubicBezTo>
                    <a:pt x="10006" y="8516"/>
                    <a:pt x="9984" y="8685"/>
                    <a:pt x="10094" y="8780"/>
                  </a:cubicBezTo>
                  <a:lnTo>
                    <a:pt x="12460" y="10809"/>
                  </a:lnTo>
                  <a:lnTo>
                    <a:pt x="9267" y="11938"/>
                  </a:lnTo>
                  <a:lnTo>
                    <a:pt x="7477" y="10310"/>
                  </a:lnTo>
                  <a:lnTo>
                    <a:pt x="10262" y="10682"/>
                  </a:lnTo>
                  <a:cubicBezTo>
                    <a:pt x="10276" y="10685"/>
                    <a:pt x="10290" y="10687"/>
                    <a:pt x="10303" y="10687"/>
                  </a:cubicBezTo>
                  <a:cubicBezTo>
                    <a:pt x="10400" y="10687"/>
                    <a:pt x="10486" y="10612"/>
                    <a:pt x="10501" y="10514"/>
                  </a:cubicBezTo>
                  <a:cubicBezTo>
                    <a:pt x="10515" y="10398"/>
                    <a:pt x="10431" y="10296"/>
                    <a:pt x="10315" y="10289"/>
                  </a:cubicBezTo>
                  <a:lnTo>
                    <a:pt x="7284" y="9884"/>
                  </a:lnTo>
                  <a:lnTo>
                    <a:pt x="11075" y="5844"/>
                  </a:lnTo>
                  <a:cubicBezTo>
                    <a:pt x="11208" y="5697"/>
                    <a:pt x="11075" y="5506"/>
                    <a:pt x="10923" y="5506"/>
                  </a:cubicBezTo>
                  <a:cubicBezTo>
                    <a:pt x="10876" y="5506"/>
                    <a:pt x="10826" y="5525"/>
                    <a:pt x="10783" y="5570"/>
                  </a:cubicBezTo>
                  <a:lnTo>
                    <a:pt x="7069" y="9526"/>
                  </a:lnTo>
                  <a:lnTo>
                    <a:pt x="7069" y="7968"/>
                  </a:lnTo>
                  <a:lnTo>
                    <a:pt x="10484" y="3952"/>
                  </a:lnTo>
                  <a:lnTo>
                    <a:pt x="10765" y="4370"/>
                  </a:lnTo>
                  <a:cubicBezTo>
                    <a:pt x="10804" y="4429"/>
                    <a:pt x="10868" y="4460"/>
                    <a:pt x="10933" y="4460"/>
                  </a:cubicBezTo>
                  <a:cubicBezTo>
                    <a:pt x="10962" y="4460"/>
                    <a:pt x="10991" y="4454"/>
                    <a:pt x="11018" y="4441"/>
                  </a:cubicBezTo>
                  <a:lnTo>
                    <a:pt x="13104" y="3396"/>
                  </a:lnTo>
                  <a:close/>
                  <a:moveTo>
                    <a:pt x="6871" y="0"/>
                  </a:moveTo>
                  <a:cubicBezTo>
                    <a:pt x="6805" y="0"/>
                    <a:pt x="6739" y="33"/>
                    <a:pt x="6700" y="98"/>
                  </a:cubicBezTo>
                  <a:lnTo>
                    <a:pt x="5462" y="2155"/>
                  </a:lnTo>
                  <a:lnTo>
                    <a:pt x="4478" y="2352"/>
                  </a:lnTo>
                  <a:cubicBezTo>
                    <a:pt x="4372" y="2373"/>
                    <a:pt x="4302" y="2475"/>
                    <a:pt x="4319" y="2581"/>
                  </a:cubicBezTo>
                  <a:lnTo>
                    <a:pt x="4720" y="5056"/>
                  </a:lnTo>
                  <a:lnTo>
                    <a:pt x="3388" y="3488"/>
                  </a:lnTo>
                  <a:cubicBezTo>
                    <a:pt x="3349" y="3441"/>
                    <a:pt x="3293" y="3417"/>
                    <a:pt x="3237" y="3417"/>
                  </a:cubicBezTo>
                  <a:cubicBezTo>
                    <a:pt x="3172" y="3417"/>
                    <a:pt x="3107" y="3448"/>
                    <a:pt x="3068" y="3509"/>
                  </a:cubicBezTo>
                  <a:lnTo>
                    <a:pt x="2741" y="4001"/>
                  </a:lnTo>
                  <a:lnTo>
                    <a:pt x="332" y="2799"/>
                  </a:lnTo>
                  <a:cubicBezTo>
                    <a:pt x="302" y="2783"/>
                    <a:pt x="271" y="2776"/>
                    <a:pt x="241" y="2776"/>
                  </a:cubicBezTo>
                  <a:cubicBezTo>
                    <a:pt x="109" y="2776"/>
                    <a:pt x="1" y="2915"/>
                    <a:pt x="61" y="3055"/>
                  </a:cubicBezTo>
                  <a:lnTo>
                    <a:pt x="1077" y="5496"/>
                  </a:lnTo>
                  <a:lnTo>
                    <a:pt x="318" y="6255"/>
                  </a:lnTo>
                  <a:cubicBezTo>
                    <a:pt x="216" y="6357"/>
                    <a:pt x="251" y="6530"/>
                    <a:pt x="385" y="6582"/>
                  </a:cubicBezTo>
                  <a:lnTo>
                    <a:pt x="1278" y="6937"/>
                  </a:lnTo>
                  <a:lnTo>
                    <a:pt x="1123" y="7402"/>
                  </a:lnTo>
                  <a:cubicBezTo>
                    <a:pt x="1095" y="7493"/>
                    <a:pt x="1134" y="7595"/>
                    <a:pt x="1222" y="7641"/>
                  </a:cubicBezTo>
                  <a:lnTo>
                    <a:pt x="3163" y="8668"/>
                  </a:lnTo>
                  <a:lnTo>
                    <a:pt x="757" y="10732"/>
                  </a:lnTo>
                  <a:cubicBezTo>
                    <a:pt x="641" y="10830"/>
                    <a:pt x="676" y="11020"/>
                    <a:pt x="821" y="11073"/>
                  </a:cubicBezTo>
                  <a:lnTo>
                    <a:pt x="4453" y="12353"/>
                  </a:lnTo>
                  <a:cubicBezTo>
                    <a:pt x="4476" y="12361"/>
                    <a:pt x="4499" y="12365"/>
                    <a:pt x="4522" y="12365"/>
                  </a:cubicBezTo>
                  <a:cubicBezTo>
                    <a:pt x="4571" y="12365"/>
                    <a:pt x="4618" y="12347"/>
                    <a:pt x="4654" y="12314"/>
                  </a:cubicBezTo>
                  <a:lnTo>
                    <a:pt x="6668" y="10482"/>
                  </a:lnTo>
                  <a:lnTo>
                    <a:pt x="6668" y="13446"/>
                  </a:lnTo>
                  <a:cubicBezTo>
                    <a:pt x="6668" y="13580"/>
                    <a:pt x="6769" y="13647"/>
                    <a:pt x="6869" y="13647"/>
                  </a:cubicBezTo>
                  <a:cubicBezTo>
                    <a:pt x="6969" y="13647"/>
                    <a:pt x="7069" y="13580"/>
                    <a:pt x="7069" y="13446"/>
                  </a:cubicBezTo>
                  <a:lnTo>
                    <a:pt x="7069" y="10482"/>
                  </a:lnTo>
                  <a:lnTo>
                    <a:pt x="9084" y="12314"/>
                  </a:lnTo>
                  <a:cubicBezTo>
                    <a:pt x="9122" y="12347"/>
                    <a:pt x="9170" y="12365"/>
                    <a:pt x="9219" y="12365"/>
                  </a:cubicBezTo>
                  <a:cubicBezTo>
                    <a:pt x="9242" y="12365"/>
                    <a:pt x="9266" y="12361"/>
                    <a:pt x="9288" y="12353"/>
                  </a:cubicBezTo>
                  <a:lnTo>
                    <a:pt x="12921" y="11073"/>
                  </a:lnTo>
                  <a:cubicBezTo>
                    <a:pt x="13065" y="11020"/>
                    <a:pt x="13100" y="10830"/>
                    <a:pt x="12984" y="10732"/>
                  </a:cubicBezTo>
                  <a:lnTo>
                    <a:pt x="10575" y="8668"/>
                  </a:lnTo>
                  <a:lnTo>
                    <a:pt x="12520" y="7641"/>
                  </a:lnTo>
                  <a:cubicBezTo>
                    <a:pt x="12604" y="7595"/>
                    <a:pt x="12646" y="7493"/>
                    <a:pt x="12615" y="7402"/>
                  </a:cubicBezTo>
                  <a:lnTo>
                    <a:pt x="12460" y="6937"/>
                  </a:lnTo>
                  <a:lnTo>
                    <a:pt x="13353" y="6582"/>
                  </a:lnTo>
                  <a:cubicBezTo>
                    <a:pt x="13487" y="6530"/>
                    <a:pt x="13522" y="6357"/>
                    <a:pt x="13420" y="6255"/>
                  </a:cubicBezTo>
                  <a:lnTo>
                    <a:pt x="12661" y="5496"/>
                  </a:lnTo>
                  <a:lnTo>
                    <a:pt x="13680" y="3055"/>
                  </a:lnTo>
                  <a:cubicBezTo>
                    <a:pt x="13712" y="2978"/>
                    <a:pt x="13691" y="2886"/>
                    <a:pt x="13631" y="2830"/>
                  </a:cubicBezTo>
                  <a:cubicBezTo>
                    <a:pt x="13592" y="2795"/>
                    <a:pt x="13543" y="2777"/>
                    <a:pt x="13494" y="2777"/>
                  </a:cubicBezTo>
                  <a:cubicBezTo>
                    <a:pt x="13464" y="2777"/>
                    <a:pt x="13434" y="2784"/>
                    <a:pt x="13406" y="2799"/>
                  </a:cubicBezTo>
                  <a:lnTo>
                    <a:pt x="11001" y="4001"/>
                  </a:lnTo>
                  <a:lnTo>
                    <a:pt x="10670" y="3505"/>
                  </a:lnTo>
                  <a:cubicBezTo>
                    <a:pt x="10631" y="3447"/>
                    <a:pt x="10567" y="3417"/>
                    <a:pt x="10504" y="3417"/>
                  </a:cubicBezTo>
                  <a:cubicBezTo>
                    <a:pt x="10448" y="3417"/>
                    <a:pt x="10391" y="3440"/>
                    <a:pt x="10350" y="3488"/>
                  </a:cubicBezTo>
                  <a:lnTo>
                    <a:pt x="9084" y="4979"/>
                  </a:lnTo>
                  <a:lnTo>
                    <a:pt x="9629" y="2595"/>
                  </a:lnTo>
                  <a:cubicBezTo>
                    <a:pt x="9654" y="2482"/>
                    <a:pt x="9580" y="2370"/>
                    <a:pt x="9468" y="2352"/>
                  </a:cubicBezTo>
                  <a:lnTo>
                    <a:pt x="8276" y="2155"/>
                  </a:lnTo>
                  <a:lnTo>
                    <a:pt x="7045" y="98"/>
                  </a:lnTo>
                  <a:cubicBezTo>
                    <a:pt x="7004" y="33"/>
                    <a:pt x="6937" y="0"/>
                    <a:pt x="6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0" name="Google Shape;16210;p84"/>
          <p:cNvGrpSpPr/>
          <p:nvPr/>
        </p:nvGrpSpPr>
        <p:grpSpPr>
          <a:xfrm>
            <a:off x="5245867" y="2409781"/>
            <a:ext cx="347447" cy="374341"/>
            <a:chOff x="5245867" y="2409781"/>
            <a:chExt cx="347447" cy="374341"/>
          </a:xfrm>
        </p:grpSpPr>
        <p:sp>
          <p:nvSpPr>
            <p:cNvPr id="16211" name="Google Shape;16211;p84"/>
            <p:cNvSpPr/>
            <p:nvPr/>
          </p:nvSpPr>
          <p:spPr>
            <a:xfrm>
              <a:off x="5270035" y="2512324"/>
              <a:ext cx="127498" cy="66816"/>
            </a:xfrm>
            <a:custGeom>
              <a:rect b="b" l="l" r="r" t="t"/>
              <a:pathLst>
                <a:path extrusionOk="0" h="2549" w="4864">
                  <a:moveTo>
                    <a:pt x="3886" y="0"/>
                  </a:moveTo>
                  <a:lnTo>
                    <a:pt x="0" y="2201"/>
                  </a:lnTo>
                  <a:cubicBezTo>
                    <a:pt x="404" y="2449"/>
                    <a:pt x="848" y="2548"/>
                    <a:pt x="1292" y="2548"/>
                  </a:cubicBezTo>
                  <a:cubicBezTo>
                    <a:pt x="2018" y="2548"/>
                    <a:pt x="2745" y="2282"/>
                    <a:pt x="3299" y="1955"/>
                  </a:cubicBezTo>
                  <a:cubicBezTo>
                    <a:pt x="3907" y="1593"/>
                    <a:pt x="4347" y="1347"/>
                    <a:pt x="4863" y="1269"/>
                  </a:cubicBezTo>
                  <a:lnTo>
                    <a:pt x="388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84"/>
            <p:cNvSpPr/>
            <p:nvPr/>
          </p:nvSpPr>
          <p:spPr>
            <a:xfrm>
              <a:off x="5471976" y="2421262"/>
              <a:ext cx="94234" cy="65820"/>
            </a:xfrm>
            <a:custGeom>
              <a:rect b="b" l="l" r="r" t="t"/>
              <a:pathLst>
                <a:path extrusionOk="0" h="2511" w="3595">
                  <a:moveTo>
                    <a:pt x="1871" y="1"/>
                  </a:moveTo>
                  <a:cubicBezTo>
                    <a:pt x="701" y="1"/>
                    <a:pt x="1" y="292"/>
                    <a:pt x="1" y="292"/>
                  </a:cubicBezTo>
                  <a:lnTo>
                    <a:pt x="2424" y="2511"/>
                  </a:lnTo>
                  <a:lnTo>
                    <a:pt x="3433" y="780"/>
                  </a:lnTo>
                  <a:cubicBezTo>
                    <a:pt x="3595" y="503"/>
                    <a:pt x="3426" y="151"/>
                    <a:pt x="3109" y="105"/>
                  </a:cubicBezTo>
                  <a:cubicBezTo>
                    <a:pt x="2655" y="30"/>
                    <a:pt x="2240" y="1"/>
                    <a:pt x="18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84"/>
            <p:cNvSpPr/>
            <p:nvPr/>
          </p:nvSpPr>
          <p:spPr>
            <a:xfrm>
              <a:off x="5251293" y="2415312"/>
              <a:ext cx="333528" cy="359662"/>
            </a:xfrm>
            <a:custGeom>
              <a:rect b="b" l="l" r="r" t="t"/>
              <a:pathLst>
                <a:path extrusionOk="0" h="13721" w="12724">
                  <a:moveTo>
                    <a:pt x="6285" y="1"/>
                  </a:moveTo>
                  <a:cubicBezTo>
                    <a:pt x="5162" y="1"/>
                    <a:pt x="3785" y="372"/>
                    <a:pt x="3043" y="965"/>
                  </a:cubicBezTo>
                  <a:cubicBezTo>
                    <a:pt x="1816" y="1943"/>
                    <a:pt x="1605" y="2811"/>
                    <a:pt x="1587" y="3247"/>
                  </a:cubicBezTo>
                  <a:cubicBezTo>
                    <a:pt x="1577" y="3444"/>
                    <a:pt x="1478" y="3627"/>
                    <a:pt x="1317" y="3747"/>
                  </a:cubicBezTo>
                  <a:cubicBezTo>
                    <a:pt x="300" y="4517"/>
                    <a:pt x="37" y="5139"/>
                    <a:pt x="15" y="5547"/>
                  </a:cubicBezTo>
                  <a:cubicBezTo>
                    <a:pt x="0" y="5805"/>
                    <a:pt x="215" y="6002"/>
                    <a:pt x="459" y="6002"/>
                  </a:cubicBezTo>
                  <a:cubicBezTo>
                    <a:pt x="499" y="6002"/>
                    <a:pt x="538" y="5997"/>
                    <a:pt x="578" y="5987"/>
                  </a:cubicBezTo>
                  <a:cubicBezTo>
                    <a:pt x="2287" y="5537"/>
                    <a:pt x="3574" y="4640"/>
                    <a:pt x="4186" y="4148"/>
                  </a:cubicBezTo>
                  <a:cubicBezTo>
                    <a:pt x="4270" y="4078"/>
                    <a:pt x="4370" y="4045"/>
                    <a:pt x="4469" y="4045"/>
                  </a:cubicBezTo>
                  <a:cubicBezTo>
                    <a:pt x="4611" y="4045"/>
                    <a:pt x="4751" y="4114"/>
                    <a:pt x="4836" y="4243"/>
                  </a:cubicBezTo>
                  <a:cubicBezTo>
                    <a:pt x="5775" y="5695"/>
                    <a:pt x="7435" y="6205"/>
                    <a:pt x="8434" y="6384"/>
                  </a:cubicBezTo>
                  <a:lnTo>
                    <a:pt x="8437" y="6416"/>
                  </a:lnTo>
                  <a:cubicBezTo>
                    <a:pt x="8666" y="6739"/>
                    <a:pt x="8835" y="7105"/>
                    <a:pt x="8930" y="7492"/>
                  </a:cubicBezTo>
                  <a:cubicBezTo>
                    <a:pt x="9457" y="9640"/>
                    <a:pt x="7847" y="11560"/>
                    <a:pt x="5782" y="11560"/>
                  </a:cubicBezTo>
                  <a:cubicBezTo>
                    <a:pt x="5371" y="11560"/>
                    <a:pt x="4872" y="11539"/>
                    <a:pt x="4443" y="11497"/>
                  </a:cubicBezTo>
                  <a:lnTo>
                    <a:pt x="2495" y="10424"/>
                  </a:lnTo>
                  <a:cubicBezTo>
                    <a:pt x="2476" y="10414"/>
                    <a:pt x="2457" y="10409"/>
                    <a:pt x="2438" y="10409"/>
                  </a:cubicBezTo>
                  <a:cubicBezTo>
                    <a:pt x="2366" y="10409"/>
                    <a:pt x="2305" y="10482"/>
                    <a:pt x="2336" y="10558"/>
                  </a:cubicBezTo>
                  <a:cubicBezTo>
                    <a:pt x="2473" y="10910"/>
                    <a:pt x="2762" y="11515"/>
                    <a:pt x="3258" y="11919"/>
                  </a:cubicBezTo>
                  <a:cubicBezTo>
                    <a:pt x="3363" y="12003"/>
                    <a:pt x="3370" y="12158"/>
                    <a:pt x="3279" y="12250"/>
                  </a:cubicBezTo>
                  <a:cubicBezTo>
                    <a:pt x="2899" y="12633"/>
                    <a:pt x="2589" y="13076"/>
                    <a:pt x="2364" y="13561"/>
                  </a:cubicBezTo>
                  <a:cubicBezTo>
                    <a:pt x="2328" y="13641"/>
                    <a:pt x="2389" y="13720"/>
                    <a:pt x="2464" y="13720"/>
                  </a:cubicBezTo>
                  <a:cubicBezTo>
                    <a:pt x="2482" y="13720"/>
                    <a:pt x="2501" y="13715"/>
                    <a:pt x="2519" y="13705"/>
                  </a:cubicBezTo>
                  <a:lnTo>
                    <a:pt x="4678" y="12513"/>
                  </a:lnTo>
                  <a:cubicBezTo>
                    <a:pt x="5255" y="12555"/>
                    <a:pt x="5895" y="12573"/>
                    <a:pt x="6187" y="12573"/>
                  </a:cubicBezTo>
                  <a:cubicBezTo>
                    <a:pt x="6189" y="12573"/>
                    <a:pt x="6191" y="12573"/>
                    <a:pt x="6193" y="12573"/>
                  </a:cubicBezTo>
                  <a:cubicBezTo>
                    <a:pt x="9840" y="12573"/>
                    <a:pt x="12724" y="9476"/>
                    <a:pt x="12464" y="5839"/>
                  </a:cubicBezTo>
                  <a:cubicBezTo>
                    <a:pt x="12249" y="2713"/>
                    <a:pt x="9696" y="188"/>
                    <a:pt x="6567" y="9"/>
                  </a:cubicBezTo>
                  <a:cubicBezTo>
                    <a:pt x="6475" y="3"/>
                    <a:pt x="6381" y="1"/>
                    <a:pt x="628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84"/>
            <p:cNvSpPr/>
            <p:nvPr/>
          </p:nvSpPr>
          <p:spPr>
            <a:xfrm>
              <a:off x="5251293" y="2465089"/>
              <a:ext cx="342021" cy="309884"/>
            </a:xfrm>
            <a:custGeom>
              <a:rect b="b" l="l" r="r" t="t"/>
              <a:pathLst>
                <a:path extrusionOk="0" h="11822" w="13048">
                  <a:moveTo>
                    <a:pt x="6124" y="0"/>
                  </a:moveTo>
                  <a:cubicBezTo>
                    <a:pt x="4178" y="0"/>
                    <a:pt x="2355" y="941"/>
                    <a:pt x="1317" y="1844"/>
                  </a:cubicBezTo>
                  <a:cubicBezTo>
                    <a:pt x="300" y="2618"/>
                    <a:pt x="40" y="3240"/>
                    <a:pt x="15" y="3648"/>
                  </a:cubicBezTo>
                  <a:cubicBezTo>
                    <a:pt x="0" y="3906"/>
                    <a:pt x="218" y="4103"/>
                    <a:pt x="461" y="4103"/>
                  </a:cubicBezTo>
                  <a:cubicBezTo>
                    <a:pt x="499" y="4103"/>
                    <a:pt x="539" y="4098"/>
                    <a:pt x="578" y="4088"/>
                  </a:cubicBezTo>
                  <a:cubicBezTo>
                    <a:pt x="2291" y="3638"/>
                    <a:pt x="3574" y="2741"/>
                    <a:pt x="4189" y="2249"/>
                  </a:cubicBezTo>
                  <a:cubicBezTo>
                    <a:pt x="4272" y="2179"/>
                    <a:pt x="4371" y="2146"/>
                    <a:pt x="4469" y="2146"/>
                  </a:cubicBezTo>
                  <a:cubicBezTo>
                    <a:pt x="4611" y="2146"/>
                    <a:pt x="4751" y="2215"/>
                    <a:pt x="4836" y="2344"/>
                  </a:cubicBezTo>
                  <a:cubicBezTo>
                    <a:pt x="5775" y="3796"/>
                    <a:pt x="7435" y="4306"/>
                    <a:pt x="8434" y="4485"/>
                  </a:cubicBezTo>
                  <a:lnTo>
                    <a:pt x="8437" y="4517"/>
                  </a:lnTo>
                  <a:cubicBezTo>
                    <a:pt x="8669" y="4840"/>
                    <a:pt x="8835" y="5206"/>
                    <a:pt x="8930" y="5593"/>
                  </a:cubicBezTo>
                  <a:cubicBezTo>
                    <a:pt x="9457" y="7741"/>
                    <a:pt x="7847" y="9661"/>
                    <a:pt x="5786" y="9661"/>
                  </a:cubicBezTo>
                  <a:cubicBezTo>
                    <a:pt x="5375" y="9661"/>
                    <a:pt x="4872" y="9640"/>
                    <a:pt x="4446" y="9598"/>
                  </a:cubicBezTo>
                  <a:lnTo>
                    <a:pt x="2495" y="8525"/>
                  </a:lnTo>
                  <a:cubicBezTo>
                    <a:pt x="2476" y="8515"/>
                    <a:pt x="2457" y="8510"/>
                    <a:pt x="2439" y="8510"/>
                  </a:cubicBezTo>
                  <a:cubicBezTo>
                    <a:pt x="2367" y="8510"/>
                    <a:pt x="2308" y="8583"/>
                    <a:pt x="2336" y="8659"/>
                  </a:cubicBezTo>
                  <a:cubicBezTo>
                    <a:pt x="2473" y="9011"/>
                    <a:pt x="2762" y="9616"/>
                    <a:pt x="3261" y="10020"/>
                  </a:cubicBezTo>
                  <a:cubicBezTo>
                    <a:pt x="3363" y="10104"/>
                    <a:pt x="3370" y="10259"/>
                    <a:pt x="3279" y="10351"/>
                  </a:cubicBezTo>
                  <a:cubicBezTo>
                    <a:pt x="2902" y="10734"/>
                    <a:pt x="2593" y="11177"/>
                    <a:pt x="2364" y="11662"/>
                  </a:cubicBezTo>
                  <a:cubicBezTo>
                    <a:pt x="2328" y="11742"/>
                    <a:pt x="2391" y="11821"/>
                    <a:pt x="2465" y="11821"/>
                  </a:cubicBezTo>
                  <a:cubicBezTo>
                    <a:pt x="2483" y="11821"/>
                    <a:pt x="2502" y="11816"/>
                    <a:pt x="2519" y="11806"/>
                  </a:cubicBezTo>
                  <a:lnTo>
                    <a:pt x="4678" y="10614"/>
                  </a:lnTo>
                  <a:cubicBezTo>
                    <a:pt x="5258" y="10656"/>
                    <a:pt x="5898" y="10674"/>
                    <a:pt x="6190" y="10674"/>
                  </a:cubicBezTo>
                  <a:cubicBezTo>
                    <a:pt x="6199" y="10674"/>
                    <a:pt x="6207" y="10674"/>
                    <a:pt x="6216" y="10674"/>
                  </a:cubicBezTo>
                  <a:cubicBezTo>
                    <a:pt x="7051" y="10674"/>
                    <a:pt x="7879" y="10502"/>
                    <a:pt x="8652" y="10175"/>
                  </a:cubicBezTo>
                  <a:cubicBezTo>
                    <a:pt x="13047" y="7460"/>
                    <a:pt x="11377" y="2337"/>
                    <a:pt x="9155" y="891"/>
                  </a:cubicBezTo>
                  <a:cubicBezTo>
                    <a:pt x="8172" y="252"/>
                    <a:pt x="7132" y="0"/>
                    <a:pt x="6124"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84"/>
            <p:cNvSpPr/>
            <p:nvPr/>
          </p:nvSpPr>
          <p:spPr>
            <a:xfrm>
              <a:off x="5367729" y="2495575"/>
              <a:ext cx="186450" cy="227891"/>
            </a:xfrm>
            <a:custGeom>
              <a:rect b="b" l="l" r="r" t="t"/>
              <a:pathLst>
                <a:path extrusionOk="0" h="8694" w="7113">
                  <a:moveTo>
                    <a:pt x="3088" y="0"/>
                  </a:moveTo>
                  <a:cubicBezTo>
                    <a:pt x="2990" y="0"/>
                    <a:pt x="2909" y="94"/>
                    <a:pt x="2933" y="196"/>
                  </a:cubicBezTo>
                  <a:cubicBezTo>
                    <a:pt x="3257" y="1606"/>
                    <a:pt x="5040" y="1870"/>
                    <a:pt x="4832" y="3319"/>
                  </a:cubicBezTo>
                  <a:cubicBezTo>
                    <a:pt x="4826" y="3372"/>
                    <a:pt x="4777" y="3410"/>
                    <a:pt x="4723" y="3410"/>
                  </a:cubicBezTo>
                  <a:cubicBezTo>
                    <a:pt x="4721" y="3410"/>
                    <a:pt x="4719" y="3410"/>
                    <a:pt x="4716" y="3410"/>
                  </a:cubicBezTo>
                  <a:cubicBezTo>
                    <a:pt x="4576" y="3399"/>
                    <a:pt x="4298" y="3371"/>
                    <a:pt x="3964" y="3315"/>
                  </a:cubicBezTo>
                  <a:lnTo>
                    <a:pt x="3964" y="3315"/>
                  </a:lnTo>
                  <a:cubicBezTo>
                    <a:pt x="4203" y="3653"/>
                    <a:pt x="4382" y="4029"/>
                    <a:pt x="4488" y="4426"/>
                  </a:cubicBezTo>
                  <a:cubicBezTo>
                    <a:pt x="5015" y="6575"/>
                    <a:pt x="3405" y="8498"/>
                    <a:pt x="1340" y="8498"/>
                  </a:cubicBezTo>
                  <a:cubicBezTo>
                    <a:pt x="929" y="8498"/>
                    <a:pt x="430" y="8474"/>
                    <a:pt x="1" y="8435"/>
                  </a:cubicBezTo>
                  <a:lnTo>
                    <a:pt x="1" y="8435"/>
                  </a:lnTo>
                  <a:cubicBezTo>
                    <a:pt x="662" y="8612"/>
                    <a:pt x="1273" y="8693"/>
                    <a:pt x="1831" y="8693"/>
                  </a:cubicBezTo>
                  <a:cubicBezTo>
                    <a:pt x="5811" y="8693"/>
                    <a:pt x="7113" y="4565"/>
                    <a:pt x="5293" y="1768"/>
                  </a:cubicBezTo>
                  <a:cubicBezTo>
                    <a:pt x="4853" y="1096"/>
                    <a:pt x="4270" y="537"/>
                    <a:pt x="3556" y="168"/>
                  </a:cubicBezTo>
                  <a:cubicBezTo>
                    <a:pt x="3422" y="98"/>
                    <a:pt x="3278" y="45"/>
                    <a:pt x="3130" y="6"/>
                  </a:cubicBezTo>
                  <a:cubicBezTo>
                    <a:pt x="3116" y="2"/>
                    <a:pt x="3102" y="0"/>
                    <a:pt x="308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84"/>
            <p:cNvSpPr/>
            <p:nvPr/>
          </p:nvSpPr>
          <p:spPr>
            <a:xfrm>
              <a:off x="5351320" y="2473792"/>
              <a:ext cx="23434" cy="29332"/>
            </a:xfrm>
            <a:custGeom>
              <a:rect b="b" l="l" r="r" t="t"/>
              <a:pathLst>
                <a:path extrusionOk="0" h="1119" w="894">
                  <a:moveTo>
                    <a:pt x="447" y="0"/>
                  </a:moveTo>
                  <a:cubicBezTo>
                    <a:pt x="201" y="0"/>
                    <a:pt x="1" y="201"/>
                    <a:pt x="1" y="450"/>
                  </a:cubicBezTo>
                  <a:lnTo>
                    <a:pt x="1" y="672"/>
                  </a:lnTo>
                  <a:cubicBezTo>
                    <a:pt x="1" y="918"/>
                    <a:pt x="201" y="1118"/>
                    <a:pt x="447" y="1118"/>
                  </a:cubicBezTo>
                  <a:cubicBezTo>
                    <a:pt x="693" y="1118"/>
                    <a:pt x="894" y="918"/>
                    <a:pt x="894" y="672"/>
                  </a:cubicBezTo>
                  <a:lnTo>
                    <a:pt x="894" y="450"/>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84"/>
            <p:cNvSpPr/>
            <p:nvPr/>
          </p:nvSpPr>
          <p:spPr>
            <a:xfrm>
              <a:off x="5357139" y="2479690"/>
              <a:ext cx="11822" cy="11717"/>
            </a:xfrm>
            <a:custGeom>
              <a:rect b="b" l="l" r="r" t="t"/>
              <a:pathLst>
                <a:path extrusionOk="0" h="447" w="451">
                  <a:moveTo>
                    <a:pt x="225" y="0"/>
                  </a:moveTo>
                  <a:cubicBezTo>
                    <a:pt x="102" y="0"/>
                    <a:pt x="0" y="99"/>
                    <a:pt x="0" y="225"/>
                  </a:cubicBezTo>
                  <a:cubicBezTo>
                    <a:pt x="0" y="348"/>
                    <a:pt x="102" y="447"/>
                    <a:pt x="225" y="447"/>
                  </a:cubicBezTo>
                  <a:cubicBezTo>
                    <a:pt x="348" y="447"/>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84"/>
            <p:cNvSpPr/>
            <p:nvPr/>
          </p:nvSpPr>
          <p:spPr>
            <a:xfrm>
              <a:off x="5245867" y="2409781"/>
              <a:ext cx="344852" cy="374341"/>
            </a:xfrm>
            <a:custGeom>
              <a:rect b="b" l="l" r="r" t="t"/>
              <a:pathLst>
                <a:path extrusionOk="0" h="14281" w="13156">
                  <a:moveTo>
                    <a:pt x="10479" y="665"/>
                  </a:moveTo>
                  <a:cubicBezTo>
                    <a:pt x="10835" y="665"/>
                    <a:pt x="11246" y="688"/>
                    <a:pt x="11707" y="751"/>
                  </a:cubicBezTo>
                  <a:cubicBezTo>
                    <a:pt x="11879" y="772"/>
                    <a:pt x="11971" y="962"/>
                    <a:pt x="11883" y="1109"/>
                  </a:cubicBezTo>
                  <a:lnTo>
                    <a:pt x="11243" y="2175"/>
                  </a:lnTo>
                  <a:cubicBezTo>
                    <a:pt x="11155" y="2076"/>
                    <a:pt x="11060" y="1978"/>
                    <a:pt x="10965" y="1880"/>
                  </a:cubicBezTo>
                  <a:cubicBezTo>
                    <a:pt x="10505" y="1426"/>
                    <a:pt x="9981" y="1043"/>
                    <a:pt x="9411" y="740"/>
                  </a:cubicBezTo>
                  <a:cubicBezTo>
                    <a:pt x="9675" y="701"/>
                    <a:pt x="10034" y="665"/>
                    <a:pt x="10479" y="665"/>
                  </a:cubicBezTo>
                  <a:close/>
                  <a:moveTo>
                    <a:pt x="4674" y="4467"/>
                  </a:moveTo>
                  <a:cubicBezTo>
                    <a:pt x="4688" y="4467"/>
                    <a:pt x="4703" y="4468"/>
                    <a:pt x="4716" y="4471"/>
                  </a:cubicBezTo>
                  <a:cubicBezTo>
                    <a:pt x="4780" y="4478"/>
                    <a:pt x="4836" y="4517"/>
                    <a:pt x="4871" y="4570"/>
                  </a:cubicBezTo>
                  <a:cubicBezTo>
                    <a:pt x="5008" y="4781"/>
                    <a:pt x="5163" y="4981"/>
                    <a:pt x="5335" y="5164"/>
                  </a:cubicBezTo>
                  <a:cubicBezTo>
                    <a:pt x="4952" y="5273"/>
                    <a:pt x="4586" y="5466"/>
                    <a:pt x="4094" y="5741"/>
                  </a:cubicBezTo>
                  <a:cubicBezTo>
                    <a:pt x="3583" y="6027"/>
                    <a:pt x="2923" y="6251"/>
                    <a:pt x="2274" y="6251"/>
                  </a:cubicBezTo>
                  <a:cubicBezTo>
                    <a:pt x="2049" y="6251"/>
                    <a:pt x="1824" y="6223"/>
                    <a:pt x="1608" y="6163"/>
                  </a:cubicBezTo>
                  <a:cubicBezTo>
                    <a:pt x="2663" y="5776"/>
                    <a:pt x="3647" y="5224"/>
                    <a:pt x="4527" y="4520"/>
                  </a:cubicBezTo>
                  <a:cubicBezTo>
                    <a:pt x="4568" y="4487"/>
                    <a:pt x="4621" y="4467"/>
                    <a:pt x="4674" y="4467"/>
                  </a:cubicBezTo>
                  <a:close/>
                  <a:moveTo>
                    <a:pt x="6494" y="419"/>
                  </a:moveTo>
                  <a:cubicBezTo>
                    <a:pt x="6586" y="419"/>
                    <a:pt x="6677" y="422"/>
                    <a:pt x="6767" y="427"/>
                  </a:cubicBezTo>
                  <a:cubicBezTo>
                    <a:pt x="8683" y="543"/>
                    <a:pt x="10431" y="1556"/>
                    <a:pt x="11482" y="3160"/>
                  </a:cubicBezTo>
                  <a:cubicBezTo>
                    <a:pt x="12534" y="4767"/>
                    <a:pt x="12769" y="6771"/>
                    <a:pt x="12115" y="8575"/>
                  </a:cubicBezTo>
                  <a:cubicBezTo>
                    <a:pt x="11239" y="10977"/>
                    <a:pt x="8957" y="12577"/>
                    <a:pt x="6401" y="12577"/>
                  </a:cubicBezTo>
                  <a:cubicBezTo>
                    <a:pt x="6095" y="12577"/>
                    <a:pt x="5451" y="12552"/>
                    <a:pt x="4906" y="12517"/>
                  </a:cubicBezTo>
                  <a:cubicBezTo>
                    <a:pt x="4900" y="12516"/>
                    <a:pt x="4893" y="12516"/>
                    <a:pt x="4886" y="12516"/>
                  </a:cubicBezTo>
                  <a:cubicBezTo>
                    <a:pt x="4852" y="12516"/>
                    <a:pt x="4820" y="12524"/>
                    <a:pt x="4790" y="12541"/>
                  </a:cubicBezTo>
                  <a:lnTo>
                    <a:pt x="2913" y="13579"/>
                  </a:lnTo>
                  <a:cubicBezTo>
                    <a:pt x="3106" y="13224"/>
                    <a:pt x="3352" y="12897"/>
                    <a:pt x="3637" y="12608"/>
                  </a:cubicBezTo>
                  <a:cubicBezTo>
                    <a:pt x="3725" y="12524"/>
                    <a:pt x="3771" y="12404"/>
                    <a:pt x="3764" y="12285"/>
                  </a:cubicBezTo>
                  <a:cubicBezTo>
                    <a:pt x="3756" y="12162"/>
                    <a:pt x="3700" y="12046"/>
                    <a:pt x="3605" y="11968"/>
                  </a:cubicBezTo>
                  <a:cubicBezTo>
                    <a:pt x="3250" y="11680"/>
                    <a:pt x="3007" y="11272"/>
                    <a:pt x="2856" y="10952"/>
                  </a:cubicBezTo>
                  <a:lnTo>
                    <a:pt x="2856" y="10952"/>
                  </a:lnTo>
                  <a:lnTo>
                    <a:pt x="4558" y="11891"/>
                  </a:lnTo>
                  <a:cubicBezTo>
                    <a:pt x="4579" y="11901"/>
                    <a:pt x="4604" y="11912"/>
                    <a:pt x="4629" y="11915"/>
                  </a:cubicBezTo>
                  <a:cubicBezTo>
                    <a:pt x="5100" y="11982"/>
                    <a:pt x="5574" y="12017"/>
                    <a:pt x="6049" y="12021"/>
                  </a:cubicBezTo>
                  <a:cubicBezTo>
                    <a:pt x="7016" y="12021"/>
                    <a:pt x="7857" y="11859"/>
                    <a:pt x="8567" y="11536"/>
                  </a:cubicBezTo>
                  <a:cubicBezTo>
                    <a:pt x="9481" y="11121"/>
                    <a:pt x="10163" y="10432"/>
                    <a:pt x="10543" y="9538"/>
                  </a:cubicBezTo>
                  <a:cubicBezTo>
                    <a:pt x="10948" y="8596"/>
                    <a:pt x="11007" y="7460"/>
                    <a:pt x="10708" y="6338"/>
                  </a:cubicBezTo>
                  <a:cubicBezTo>
                    <a:pt x="10424" y="5255"/>
                    <a:pt x="9822" y="4292"/>
                    <a:pt x="9063" y="3691"/>
                  </a:cubicBezTo>
                  <a:cubicBezTo>
                    <a:pt x="9019" y="3654"/>
                    <a:pt x="8973" y="3638"/>
                    <a:pt x="8930" y="3638"/>
                  </a:cubicBezTo>
                  <a:cubicBezTo>
                    <a:pt x="8757" y="3638"/>
                    <a:pt x="8623" y="3883"/>
                    <a:pt x="8803" y="4021"/>
                  </a:cubicBezTo>
                  <a:cubicBezTo>
                    <a:pt x="9495" y="4566"/>
                    <a:pt x="10040" y="5449"/>
                    <a:pt x="10304" y="6444"/>
                  </a:cubicBezTo>
                  <a:cubicBezTo>
                    <a:pt x="10578" y="7478"/>
                    <a:pt x="10526" y="8519"/>
                    <a:pt x="10160" y="9373"/>
                  </a:cubicBezTo>
                  <a:cubicBezTo>
                    <a:pt x="9770" y="10287"/>
                    <a:pt x="9059" y="10927"/>
                    <a:pt x="8082" y="11282"/>
                  </a:cubicBezTo>
                  <a:cubicBezTo>
                    <a:pt x="8317" y="11100"/>
                    <a:pt x="8532" y="10889"/>
                    <a:pt x="8718" y="10653"/>
                  </a:cubicBezTo>
                  <a:cubicBezTo>
                    <a:pt x="9376" y="9813"/>
                    <a:pt x="9608" y="8715"/>
                    <a:pt x="9344" y="7650"/>
                  </a:cubicBezTo>
                  <a:cubicBezTo>
                    <a:pt x="9277" y="7379"/>
                    <a:pt x="9175" y="7116"/>
                    <a:pt x="9045" y="6866"/>
                  </a:cubicBezTo>
                  <a:lnTo>
                    <a:pt x="9045" y="6866"/>
                  </a:lnTo>
                  <a:cubicBezTo>
                    <a:pt x="9295" y="6894"/>
                    <a:pt x="9450" y="6901"/>
                    <a:pt x="9464" y="6901"/>
                  </a:cubicBezTo>
                  <a:cubicBezTo>
                    <a:pt x="9566" y="6901"/>
                    <a:pt x="9654" y="6831"/>
                    <a:pt x="9675" y="6732"/>
                  </a:cubicBezTo>
                  <a:cubicBezTo>
                    <a:pt x="9868" y="5758"/>
                    <a:pt x="9295" y="5238"/>
                    <a:pt x="8739" y="4738"/>
                  </a:cubicBezTo>
                  <a:cubicBezTo>
                    <a:pt x="8338" y="4373"/>
                    <a:pt x="7952" y="4025"/>
                    <a:pt x="7804" y="3497"/>
                  </a:cubicBezTo>
                  <a:lnTo>
                    <a:pt x="7804" y="3497"/>
                  </a:lnTo>
                  <a:cubicBezTo>
                    <a:pt x="7892" y="3522"/>
                    <a:pt x="7976" y="3550"/>
                    <a:pt x="8061" y="3585"/>
                  </a:cubicBezTo>
                  <a:cubicBezTo>
                    <a:pt x="8089" y="3596"/>
                    <a:pt x="8117" y="3601"/>
                    <a:pt x="8143" y="3601"/>
                  </a:cubicBezTo>
                  <a:cubicBezTo>
                    <a:pt x="8346" y="3601"/>
                    <a:pt x="8440" y="3288"/>
                    <a:pt x="8215" y="3195"/>
                  </a:cubicBezTo>
                  <a:cubicBezTo>
                    <a:pt x="8008" y="3114"/>
                    <a:pt x="7793" y="3054"/>
                    <a:pt x="7575" y="3019"/>
                  </a:cubicBezTo>
                  <a:cubicBezTo>
                    <a:pt x="7564" y="3017"/>
                    <a:pt x="7553" y="3016"/>
                    <a:pt x="7542" y="3016"/>
                  </a:cubicBezTo>
                  <a:cubicBezTo>
                    <a:pt x="7420" y="3016"/>
                    <a:pt x="7320" y="3121"/>
                    <a:pt x="7333" y="3247"/>
                  </a:cubicBezTo>
                  <a:cubicBezTo>
                    <a:pt x="7421" y="4109"/>
                    <a:pt x="7973" y="4612"/>
                    <a:pt x="8461" y="5051"/>
                  </a:cubicBezTo>
                  <a:cubicBezTo>
                    <a:pt x="8947" y="5491"/>
                    <a:pt x="9341" y="5846"/>
                    <a:pt x="9291" y="6472"/>
                  </a:cubicBezTo>
                  <a:cubicBezTo>
                    <a:pt x="8630" y="6416"/>
                    <a:pt x="6359" y="6096"/>
                    <a:pt x="5226" y="4341"/>
                  </a:cubicBezTo>
                  <a:cubicBezTo>
                    <a:pt x="5128" y="4190"/>
                    <a:pt x="4970" y="4084"/>
                    <a:pt x="4787" y="4056"/>
                  </a:cubicBezTo>
                  <a:cubicBezTo>
                    <a:pt x="4753" y="4051"/>
                    <a:pt x="4719" y="4048"/>
                    <a:pt x="4685" y="4048"/>
                  </a:cubicBezTo>
                  <a:cubicBezTo>
                    <a:pt x="4536" y="4048"/>
                    <a:pt x="4388" y="4099"/>
                    <a:pt x="4270" y="4193"/>
                  </a:cubicBezTo>
                  <a:cubicBezTo>
                    <a:pt x="3669" y="4679"/>
                    <a:pt x="2410" y="5558"/>
                    <a:pt x="739" y="5997"/>
                  </a:cubicBezTo>
                  <a:cubicBezTo>
                    <a:pt x="718" y="6003"/>
                    <a:pt x="696" y="6006"/>
                    <a:pt x="674" y="6006"/>
                  </a:cubicBezTo>
                  <a:cubicBezTo>
                    <a:pt x="617" y="6006"/>
                    <a:pt x="561" y="5986"/>
                    <a:pt x="518" y="5948"/>
                  </a:cubicBezTo>
                  <a:cubicBezTo>
                    <a:pt x="462" y="5902"/>
                    <a:pt x="430" y="5832"/>
                    <a:pt x="437" y="5758"/>
                  </a:cubicBezTo>
                  <a:cubicBezTo>
                    <a:pt x="462" y="5414"/>
                    <a:pt x="694" y="4851"/>
                    <a:pt x="1657" y="4123"/>
                  </a:cubicBezTo>
                  <a:cubicBezTo>
                    <a:pt x="1865" y="3968"/>
                    <a:pt x="1995" y="3726"/>
                    <a:pt x="2009" y="3465"/>
                  </a:cubicBezTo>
                  <a:cubicBezTo>
                    <a:pt x="2023" y="3068"/>
                    <a:pt x="2223" y="2266"/>
                    <a:pt x="3384" y="1338"/>
                  </a:cubicBezTo>
                  <a:cubicBezTo>
                    <a:pt x="4056" y="802"/>
                    <a:pt x="5376" y="419"/>
                    <a:pt x="6494" y="419"/>
                  </a:cubicBezTo>
                  <a:close/>
                  <a:moveTo>
                    <a:pt x="6497" y="1"/>
                  </a:moveTo>
                  <a:cubicBezTo>
                    <a:pt x="5277" y="1"/>
                    <a:pt x="3869" y="416"/>
                    <a:pt x="3120" y="1014"/>
                  </a:cubicBezTo>
                  <a:cubicBezTo>
                    <a:pt x="1826" y="2045"/>
                    <a:pt x="1604" y="2984"/>
                    <a:pt x="1587" y="3451"/>
                  </a:cubicBezTo>
                  <a:cubicBezTo>
                    <a:pt x="1576" y="3585"/>
                    <a:pt x="1509" y="3712"/>
                    <a:pt x="1400" y="3792"/>
                  </a:cubicBezTo>
                  <a:cubicBezTo>
                    <a:pt x="528" y="4450"/>
                    <a:pt x="61" y="5104"/>
                    <a:pt x="15" y="5727"/>
                  </a:cubicBezTo>
                  <a:cubicBezTo>
                    <a:pt x="1" y="5934"/>
                    <a:pt x="85" y="6138"/>
                    <a:pt x="247" y="6272"/>
                  </a:cubicBezTo>
                  <a:cubicBezTo>
                    <a:pt x="369" y="6370"/>
                    <a:pt x="521" y="6422"/>
                    <a:pt x="675" y="6422"/>
                  </a:cubicBezTo>
                  <a:cubicBezTo>
                    <a:pt x="731" y="6422"/>
                    <a:pt x="786" y="6416"/>
                    <a:pt x="841" y="6402"/>
                  </a:cubicBezTo>
                  <a:cubicBezTo>
                    <a:pt x="891" y="6388"/>
                    <a:pt x="940" y="6374"/>
                    <a:pt x="989" y="6359"/>
                  </a:cubicBezTo>
                  <a:cubicBezTo>
                    <a:pt x="1374" y="6564"/>
                    <a:pt x="1798" y="6669"/>
                    <a:pt x="2231" y="6669"/>
                  </a:cubicBezTo>
                  <a:cubicBezTo>
                    <a:pt x="2245" y="6669"/>
                    <a:pt x="2259" y="6669"/>
                    <a:pt x="2273" y="6669"/>
                  </a:cubicBezTo>
                  <a:cubicBezTo>
                    <a:pt x="3004" y="6669"/>
                    <a:pt x="3735" y="6423"/>
                    <a:pt x="4298" y="6110"/>
                  </a:cubicBezTo>
                  <a:cubicBezTo>
                    <a:pt x="4878" y="5786"/>
                    <a:pt x="5265" y="5582"/>
                    <a:pt x="5705" y="5516"/>
                  </a:cubicBezTo>
                  <a:cubicBezTo>
                    <a:pt x="6250" y="5983"/>
                    <a:pt x="6932" y="6345"/>
                    <a:pt x="7723" y="6592"/>
                  </a:cubicBezTo>
                  <a:cubicBezTo>
                    <a:pt x="7976" y="6669"/>
                    <a:pt x="8240" y="6736"/>
                    <a:pt x="8504" y="6785"/>
                  </a:cubicBezTo>
                  <a:cubicBezTo>
                    <a:pt x="8704" y="7080"/>
                    <a:pt x="8852" y="7407"/>
                    <a:pt x="8936" y="7752"/>
                  </a:cubicBezTo>
                  <a:cubicBezTo>
                    <a:pt x="9168" y="8694"/>
                    <a:pt x="8968" y="9658"/>
                    <a:pt x="8384" y="10396"/>
                  </a:cubicBezTo>
                  <a:cubicBezTo>
                    <a:pt x="7811" y="11135"/>
                    <a:pt x="6928" y="11564"/>
                    <a:pt x="5993" y="11564"/>
                  </a:cubicBezTo>
                  <a:cubicBezTo>
                    <a:pt x="5589" y="11564"/>
                    <a:pt x="5114" y="11543"/>
                    <a:pt x="4720" y="11504"/>
                  </a:cubicBezTo>
                  <a:lnTo>
                    <a:pt x="2554" y="10312"/>
                  </a:lnTo>
                  <a:cubicBezTo>
                    <a:pt x="2520" y="10293"/>
                    <a:pt x="2485" y="10284"/>
                    <a:pt x="2452" y="10284"/>
                  </a:cubicBezTo>
                  <a:cubicBezTo>
                    <a:pt x="2324" y="10284"/>
                    <a:pt x="2212" y="10408"/>
                    <a:pt x="2251" y="10548"/>
                  </a:cubicBezTo>
                  <a:cubicBezTo>
                    <a:pt x="2262" y="10593"/>
                    <a:pt x="2557" y="11655"/>
                    <a:pt x="3342" y="12295"/>
                  </a:cubicBezTo>
                  <a:cubicBezTo>
                    <a:pt x="3345" y="12295"/>
                    <a:pt x="3345" y="12302"/>
                    <a:pt x="3349" y="12306"/>
                  </a:cubicBezTo>
                  <a:cubicBezTo>
                    <a:pt x="3349" y="12309"/>
                    <a:pt x="3345" y="12313"/>
                    <a:pt x="3345" y="12313"/>
                  </a:cubicBezTo>
                  <a:cubicBezTo>
                    <a:pt x="2863" y="12795"/>
                    <a:pt x="2494" y="13371"/>
                    <a:pt x="2255" y="14004"/>
                  </a:cubicBezTo>
                  <a:cubicBezTo>
                    <a:pt x="2207" y="14150"/>
                    <a:pt x="2321" y="14281"/>
                    <a:pt x="2453" y="14281"/>
                  </a:cubicBezTo>
                  <a:cubicBezTo>
                    <a:pt x="2486" y="14281"/>
                    <a:pt x="2521" y="14272"/>
                    <a:pt x="2554" y="14254"/>
                  </a:cubicBezTo>
                  <a:lnTo>
                    <a:pt x="4938" y="12939"/>
                  </a:lnTo>
                  <a:cubicBezTo>
                    <a:pt x="5483" y="12974"/>
                    <a:pt x="6102" y="12995"/>
                    <a:pt x="6401" y="12995"/>
                  </a:cubicBezTo>
                  <a:cubicBezTo>
                    <a:pt x="6403" y="12995"/>
                    <a:pt x="6405" y="12995"/>
                    <a:pt x="6407" y="12995"/>
                  </a:cubicBezTo>
                  <a:cubicBezTo>
                    <a:pt x="10177" y="12995"/>
                    <a:pt x="13156" y="9796"/>
                    <a:pt x="12885" y="6036"/>
                  </a:cubicBezTo>
                  <a:lnTo>
                    <a:pt x="12878" y="6036"/>
                  </a:lnTo>
                  <a:cubicBezTo>
                    <a:pt x="12790" y="4752"/>
                    <a:pt x="12319" y="3529"/>
                    <a:pt x="11528" y="2516"/>
                  </a:cubicBezTo>
                  <a:lnTo>
                    <a:pt x="12242" y="1324"/>
                  </a:lnTo>
                  <a:cubicBezTo>
                    <a:pt x="12481" y="920"/>
                    <a:pt x="12231" y="399"/>
                    <a:pt x="11763" y="336"/>
                  </a:cubicBezTo>
                  <a:cubicBezTo>
                    <a:pt x="11280" y="270"/>
                    <a:pt x="10849" y="245"/>
                    <a:pt x="10473" y="245"/>
                  </a:cubicBezTo>
                  <a:cubicBezTo>
                    <a:pt x="9486" y="245"/>
                    <a:pt x="8889" y="415"/>
                    <a:pt x="8774" y="448"/>
                  </a:cubicBezTo>
                  <a:cubicBezTo>
                    <a:pt x="8141" y="199"/>
                    <a:pt x="7470" y="51"/>
                    <a:pt x="6788" y="9"/>
                  </a:cubicBezTo>
                  <a:cubicBezTo>
                    <a:pt x="6692" y="3"/>
                    <a:pt x="6595"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84"/>
            <p:cNvSpPr/>
            <p:nvPr/>
          </p:nvSpPr>
          <p:spPr>
            <a:xfrm>
              <a:off x="5345789" y="2468340"/>
              <a:ext cx="34496" cy="40315"/>
            </a:xfrm>
            <a:custGeom>
              <a:rect b="b" l="l" r="r" t="t"/>
              <a:pathLst>
                <a:path extrusionOk="0" h="1538" w="1316">
                  <a:moveTo>
                    <a:pt x="658" y="409"/>
                  </a:moveTo>
                  <a:cubicBezTo>
                    <a:pt x="792" y="409"/>
                    <a:pt x="901" y="521"/>
                    <a:pt x="897" y="658"/>
                  </a:cubicBezTo>
                  <a:lnTo>
                    <a:pt x="897" y="880"/>
                  </a:lnTo>
                  <a:cubicBezTo>
                    <a:pt x="897" y="1010"/>
                    <a:pt x="788" y="1119"/>
                    <a:pt x="658" y="1119"/>
                  </a:cubicBezTo>
                  <a:cubicBezTo>
                    <a:pt x="528" y="1119"/>
                    <a:pt x="419" y="1010"/>
                    <a:pt x="419" y="880"/>
                  </a:cubicBezTo>
                  <a:lnTo>
                    <a:pt x="419" y="658"/>
                  </a:lnTo>
                  <a:cubicBezTo>
                    <a:pt x="416" y="521"/>
                    <a:pt x="521" y="409"/>
                    <a:pt x="658" y="409"/>
                  </a:cubicBezTo>
                  <a:close/>
                  <a:moveTo>
                    <a:pt x="658" y="1"/>
                  </a:moveTo>
                  <a:cubicBezTo>
                    <a:pt x="296" y="1"/>
                    <a:pt x="4" y="296"/>
                    <a:pt x="1" y="658"/>
                  </a:cubicBezTo>
                  <a:lnTo>
                    <a:pt x="1" y="880"/>
                  </a:lnTo>
                  <a:cubicBezTo>
                    <a:pt x="1" y="1242"/>
                    <a:pt x="296" y="1537"/>
                    <a:pt x="658" y="1537"/>
                  </a:cubicBezTo>
                  <a:cubicBezTo>
                    <a:pt x="1021" y="1537"/>
                    <a:pt x="1316" y="1242"/>
                    <a:pt x="1316" y="880"/>
                  </a:cubicBezTo>
                  <a:lnTo>
                    <a:pt x="1316" y="658"/>
                  </a:lnTo>
                  <a:cubicBezTo>
                    <a:pt x="1312" y="296"/>
                    <a:pt x="102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0" name="Google Shape;16220;p84"/>
          <p:cNvGrpSpPr/>
          <p:nvPr/>
        </p:nvGrpSpPr>
        <p:grpSpPr>
          <a:xfrm>
            <a:off x="5782699" y="1500050"/>
            <a:ext cx="367158" cy="364301"/>
            <a:chOff x="5782699" y="1500050"/>
            <a:chExt cx="367158" cy="364301"/>
          </a:xfrm>
        </p:grpSpPr>
        <p:sp>
          <p:nvSpPr>
            <p:cNvPr id="16221" name="Google Shape;16221;p84"/>
            <p:cNvSpPr/>
            <p:nvPr/>
          </p:nvSpPr>
          <p:spPr>
            <a:xfrm>
              <a:off x="5824062" y="1620182"/>
              <a:ext cx="96645" cy="62019"/>
            </a:xfrm>
            <a:custGeom>
              <a:rect b="b" l="l" r="r" t="t"/>
              <a:pathLst>
                <a:path extrusionOk="0" h="2366" w="3687">
                  <a:moveTo>
                    <a:pt x="226" y="1"/>
                  </a:moveTo>
                  <a:cubicBezTo>
                    <a:pt x="100" y="1"/>
                    <a:pt x="0" y="112"/>
                    <a:pt x="26" y="242"/>
                  </a:cubicBezTo>
                  <a:cubicBezTo>
                    <a:pt x="160" y="847"/>
                    <a:pt x="670" y="2282"/>
                    <a:pt x="2597" y="2366"/>
                  </a:cubicBezTo>
                  <a:lnTo>
                    <a:pt x="3687" y="1279"/>
                  </a:lnTo>
                  <a:cubicBezTo>
                    <a:pt x="3687" y="1279"/>
                    <a:pt x="1893" y="235"/>
                    <a:pt x="258" y="3"/>
                  </a:cubicBezTo>
                  <a:cubicBezTo>
                    <a:pt x="247" y="1"/>
                    <a:pt x="237" y="1"/>
                    <a:pt x="226"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84"/>
            <p:cNvSpPr/>
            <p:nvPr/>
          </p:nvSpPr>
          <p:spPr>
            <a:xfrm>
              <a:off x="5827234" y="1620182"/>
              <a:ext cx="93395" cy="52346"/>
            </a:xfrm>
            <a:custGeom>
              <a:rect b="b" l="l" r="r" t="t"/>
              <a:pathLst>
                <a:path extrusionOk="0" h="1997" w="3563">
                  <a:moveTo>
                    <a:pt x="105" y="1"/>
                  </a:moveTo>
                  <a:cubicBezTo>
                    <a:pt x="68" y="1"/>
                    <a:pt x="31" y="11"/>
                    <a:pt x="0" y="31"/>
                  </a:cubicBezTo>
                  <a:cubicBezTo>
                    <a:pt x="426" y="221"/>
                    <a:pt x="1769" y="875"/>
                    <a:pt x="2845" y="1997"/>
                  </a:cubicBezTo>
                  <a:lnTo>
                    <a:pt x="3562" y="1279"/>
                  </a:lnTo>
                  <a:cubicBezTo>
                    <a:pt x="3562" y="1279"/>
                    <a:pt x="1772" y="235"/>
                    <a:pt x="134" y="3"/>
                  </a:cubicBezTo>
                  <a:cubicBezTo>
                    <a:pt x="124" y="2"/>
                    <a:pt x="115" y="1"/>
                    <a:pt x="10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84"/>
            <p:cNvSpPr/>
            <p:nvPr/>
          </p:nvSpPr>
          <p:spPr>
            <a:xfrm>
              <a:off x="6011953" y="1620182"/>
              <a:ext cx="96567" cy="62019"/>
            </a:xfrm>
            <a:custGeom>
              <a:rect b="b" l="l" r="r" t="t"/>
              <a:pathLst>
                <a:path extrusionOk="0" h="2366" w="3684">
                  <a:moveTo>
                    <a:pt x="3460" y="1"/>
                  </a:moveTo>
                  <a:cubicBezTo>
                    <a:pt x="3450" y="1"/>
                    <a:pt x="3439" y="1"/>
                    <a:pt x="3429" y="3"/>
                  </a:cubicBezTo>
                  <a:cubicBezTo>
                    <a:pt x="1790" y="235"/>
                    <a:pt x="0" y="1279"/>
                    <a:pt x="0" y="1279"/>
                  </a:cubicBezTo>
                  <a:lnTo>
                    <a:pt x="1087" y="2366"/>
                  </a:lnTo>
                  <a:cubicBezTo>
                    <a:pt x="3014" y="2282"/>
                    <a:pt x="3524" y="847"/>
                    <a:pt x="3657" y="242"/>
                  </a:cubicBezTo>
                  <a:cubicBezTo>
                    <a:pt x="3683" y="112"/>
                    <a:pt x="3583" y="1"/>
                    <a:pt x="346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84"/>
            <p:cNvSpPr/>
            <p:nvPr/>
          </p:nvSpPr>
          <p:spPr>
            <a:xfrm>
              <a:off x="6011953" y="1620182"/>
              <a:ext cx="93395" cy="52346"/>
            </a:xfrm>
            <a:custGeom>
              <a:rect b="b" l="l" r="r" t="t"/>
              <a:pathLst>
                <a:path extrusionOk="0" h="1997" w="3563">
                  <a:moveTo>
                    <a:pt x="3457" y="1"/>
                  </a:moveTo>
                  <a:cubicBezTo>
                    <a:pt x="3447" y="1"/>
                    <a:pt x="3438" y="2"/>
                    <a:pt x="3429" y="3"/>
                  </a:cubicBezTo>
                  <a:cubicBezTo>
                    <a:pt x="1790" y="235"/>
                    <a:pt x="0" y="1279"/>
                    <a:pt x="0" y="1279"/>
                  </a:cubicBezTo>
                  <a:lnTo>
                    <a:pt x="717" y="1997"/>
                  </a:lnTo>
                  <a:cubicBezTo>
                    <a:pt x="1793" y="875"/>
                    <a:pt x="3140" y="221"/>
                    <a:pt x="3562" y="31"/>
                  </a:cubicBezTo>
                  <a:cubicBezTo>
                    <a:pt x="3531" y="11"/>
                    <a:pt x="3494" y="1"/>
                    <a:pt x="3457"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84"/>
            <p:cNvSpPr/>
            <p:nvPr/>
          </p:nvSpPr>
          <p:spPr>
            <a:xfrm>
              <a:off x="5932110" y="1824875"/>
              <a:ext cx="68441" cy="34234"/>
            </a:xfrm>
            <a:custGeom>
              <a:rect b="b" l="l" r="r" t="t"/>
              <a:pathLst>
                <a:path extrusionOk="0" h="1306" w="2611">
                  <a:moveTo>
                    <a:pt x="1" y="0"/>
                  </a:moveTo>
                  <a:cubicBezTo>
                    <a:pt x="1" y="721"/>
                    <a:pt x="314" y="1305"/>
                    <a:pt x="1305" y="1305"/>
                  </a:cubicBezTo>
                  <a:cubicBezTo>
                    <a:pt x="2297" y="1305"/>
                    <a:pt x="2610" y="721"/>
                    <a:pt x="261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84"/>
            <p:cNvSpPr/>
            <p:nvPr/>
          </p:nvSpPr>
          <p:spPr>
            <a:xfrm>
              <a:off x="5880681" y="1636565"/>
              <a:ext cx="171299" cy="165480"/>
            </a:xfrm>
            <a:custGeom>
              <a:rect b="b" l="l" r="r" t="t"/>
              <a:pathLst>
                <a:path extrusionOk="0" h="6313" w="6535">
                  <a:moveTo>
                    <a:pt x="3267" y="0"/>
                  </a:moveTo>
                  <a:cubicBezTo>
                    <a:pt x="743" y="0"/>
                    <a:pt x="1" y="1463"/>
                    <a:pt x="1" y="3264"/>
                  </a:cubicBezTo>
                  <a:cubicBezTo>
                    <a:pt x="1" y="4790"/>
                    <a:pt x="437" y="4790"/>
                    <a:pt x="1523" y="6312"/>
                  </a:cubicBezTo>
                  <a:lnTo>
                    <a:pt x="5008" y="6312"/>
                  </a:lnTo>
                  <a:cubicBezTo>
                    <a:pt x="6095" y="4790"/>
                    <a:pt x="6531" y="4790"/>
                    <a:pt x="6531" y="3264"/>
                  </a:cubicBezTo>
                  <a:cubicBezTo>
                    <a:pt x="6534" y="1463"/>
                    <a:pt x="5789" y="0"/>
                    <a:pt x="3267"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84"/>
            <p:cNvSpPr/>
            <p:nvPr/>
          </p:nvSpPr>
          <p:spPr>
            <a:xfrm>
              <a:off x="5880681" y="1636643"/>
              <a:ext cx="87130" cy="165480"/>
            </a:xfrm>
            <a:custGeom>
              <a:rect b="b" l="l" r="r" t="t"/>
              <a:pathLst>
                <a:path extrusionOk="0" h="6313" w="3324">
                  <a:moveTo>
                    <a:pt x="3267" y="1"/>
                  </a:moveTo>
                  <a:cubicBezTo>
                    <a:pt x="743" y="1"/>
                    <a:pt x="1" y="1460"/>
                    <a:pt x="1" y="3264"/>
                  </a:cubicBezTo>
                  <a:cubicBezTo>
                    <a:pt x="1" y="4787"/>
                    <a:pt x="437" y="4787"/>
                    <a:pt x="1527" y="6313"/>
                  </a:cubicBezTo>
                  <a:lnTo>
                    <a:pt x="3173" y="6313"/>
                  </a:lnTo>
                  <a:cubicBezTo>
                    <a:pt x="2543" y="4984"/>
                    <a:pt x="2286" y="4847"/>
                    <a:pt x="2286" y="3275"/>
                  </a:cubicBezTo>
                  <a:cubicBezTo>
                    <a:pt x="2286" y="1843"/>
                    <a:pt x="2547" y="606"/>
                    <a:pt x="332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84"/>
            <p:cNvSpPr/>
            <p:nvPr/>
          </p:nvSpPr>
          <p:spPr>
            <a:xfrm>
              <a:off x="5903538" y="1710667"/>
              <a:ext cx="22805" cy="28598"/>
            </a:xfrm>
            <a:custGeom>
              <a:rect b="b" l="l" r="r" t="t"/>
              <a:pathLst>
                <a:path extrusionOk="0" h="1091" w="870">
                  <a:moveTo>
                    <a:pt x="437" y="1"/>
                  </a:moveTo>
                  <a:cubicBezTo>
                    <a:pt x="194" y="1"/>
                    <a:pt x="1" y="198"/>
                    <a:pt x="1" y="437"/>
                  </a:cubicBezTo>
                  <a:lnTo>
                    <a:pt x="1" y="658"/>
                  </a:lnTo>
                  <a:cubicBezTo>
                    <a:pt x="1" y="897"/>
                    <a:pt x="194" y="1091"/>
                    <a:pt x="437" y="1091"/>
                  </a:cubicBezTo>
                  <a:cubicBezTo>
                    <a:pt x="676" y="1091"/>
                    <a:pt x="869" y="897"/>
                    <a:pt x="869" y="658"/>
                  </a:cubicBezTo>
                  <a:lnTo>
                    <a:pt x="869" y="437"/>
                  </a:lnTo>
                  <a:cubicBezTo>
                    <a:pt x="869"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84"/>
            <p:cNvSpPr/>
            <p:nvPr/>
          </p:nvSpPr>
          <p:spPr>
            <a:xfrm>
              <a:off x="6006239" y="1710667"/>
              <a:ext cx="22779" cy="28598"/>
            </a:xfrm>
            <a:custGeom>
              <a:rect b="b" l="l" r="r" t="t"/>
              <a:pathLst>
                <a:path extrusionOk="0" h="1091" w="869">
                  <a:moveTo>
                    <a:pt x="436" y="1"/>
                  </a:moveTo>
                  <a:cubicBezTo>
                    <a:pt x="193" y="1"/>
                    <a:pt x="0" y="198"/>
                    <a:pt x="0" y="437"/>
                  </a:cubicBezTo>
                  <a:lnTo>
                    <a:pt x="0" y="658"/>
                  </a:lnTo>
                  <a:cubicBezTo>
                    <a:pt x="0" y="897"/>
                    <a:pt x="193" y="1091"/>
                    <a:pt x="436" y="1091"/>
                  </a:cubicBezTo>
                  <a:cubicBezTo>
                    <a:pt x="675" y="1091"/>
                    <a:pt x="869" y="897"/>
                    <a:pt x="869" y="658"/>
                  </a:cubicBezTo>
                  <a:lnTo>
                    <a:pt x="869" y="437"/>
                  </a:lnTo>
                  <a:cubicBezTo>
                    <a:pt x="869" y="198"/>
                    <a:pt x="675"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84"/>
            <p:cNvSpPr/>
            <p:nvPr/>
          </p:nvSpPr>
          <p:spPr>
            <a:xfrm>
              <a:off x="5918480" y="1762096"/>
              <a:ext cx="95597" cy="74129"/>
            </a:xfrm>
            <a:custGeom>
              <a:rect b="b" l="l" r="r" t="t"/>
              <a:pathLst>
                <a:path extrusionOk="0" h="2828" w="3647">
                  <a:moveTo>
                    <a:pt x="1825" y="1"/>
                  </a:moveTo>
                  <a:cubicBezTo>
                    <a:pt x="816" y="1"/>
                    <a:pt x="0" y="634"/>
                    <a:pt x="0" y="1414"/>
                  </a:cubicBezTo>
                  <a:cubicBezTo>
                    <a:pt x="0" y="2195"/>
                    <a:pt x="440" y="2828"/>
                    <a:pt x="1825" y="2828"/>
                  </a:cubicBezTo>
                  <a:cubicBezTo>
                    <a:pt x="3207" y="2828"/>
                    <a:pt x="3647" y="2195"/>
                    <a:pt x="3647" y="1414"/>
                  </a:cubicBezTo>
                  <a:cubicBezTo>
                    <a:pt x="3647" y="634"/>
                    <a:pt x="2831" y="1"/>
                    <a:pt x="182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84"/>
            <p:cNvSpPr/>
            <p:nvPr/>
          </p:nvSpPr>
          <p:spPr>
            <a:xfrm>
              <a:off x="5908886" y="1716120"/>
              <a:ext cx="12110" cy="12084"/>
            </a:xfrm>
            <a:custGeom>
              <a:rect b="b" l="l" r="r" t="t"/>
              <a:pathLst>
                <a:path extrusionOk="0" h="461" w="462">
                  <a:moveTo>
                    <a:pt x="233" y="0"/>
                  </a:moveTo>
                  <a:cubicBezTo>
                    <a:pt x="103" y="0"/>
                    <a:pt x="1" y="102"/>
                    <a:pt x="1" y="229"/>
                  </a:cubicBezTo>
                  <a:cubicBezTo>
                    <a:pt x="1" y="359"/>
                    <a:pt x="103" y="461"/>
                    <a:pt x="233" y="461"/>
                  </a:cubicBezTo>
                  <a:cubicBezTo>
                    <a:pt x="359" y="461"/>
                    <a:pt x="461" y="359"/>
                    <a:pt x="461" y="229"/>
                  </a:cubicBezTo>
                  <a:cubicBezTo>
                    <a:pt x="461" y="102"/>
                    <a:pt x="359" y="0"/>
                    <a:pt x="2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84"/>
            <p:cNvSpPr/>
            <p:nvPr/>
          </p:nvSpPr>
          <p:spPr>
            <a:xfrm>
              <a:off x="6011586" y="1716120"/>
              <a:ext cx="12084" cy="12084"/>
            </a:xfrm>
            <a:custGeom>
              <a:rect b="b" l="l" r="r" t="t"/>
              <a:pathLst>
                <a:path extrusionOk="0" h="461" w="461">
                  <a:moveTo>
                    <a:pt x="232" y="0"/>
                  </a:moveTo>
                  <a:cubicBezTo>
                    <a:pt x="102" y="0"/>
                    <a:pt x="0" y="102"/>
                    <a:pt x="0" y="229"/>
                  </a:cubicBezTo>
                  <a:cubicBezTo>
                    <a:pt x="0" y="359"/>
                    <a:pt x="102" y="461"/>
                    <a:pt x="232" y="461"/>
                  </a:cubicBezTo>
                  <a:cubicBezTo>
                    <a:pt x="359" y="461"/>
                    <a:pt x="461" y="359"/>
                    <a:pt x="461" y="229"/>
                  </a:cubicBezTo>
                  <a:cubicBezTo>
                    <a:pt x="461" y="102"/>
                    <a:pt x="359" y="0"/>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84"/>
            <p:cNvSpPr/>
            <p:nvPr/>
          </p:nvSpPr>
          <p:spPr>
            <a:xfrm>
              <a:off x="5918480" y="1766238"/>
              <a:ext cx="79214" cy="69987"/>
            </a:xfrm>
            <a:custGeom>
              <a:rect b="b" l="l" r="r" t="t"/>
              <a:pathLst>
                <a:path extrusionOk="0" h="2670" w="3022">
                  <a:moveTo>
                    <a:pt x="985" y="1"/>
                  </a:moveTo>
                  <a:cubicBezTo>
                    <a:pt x="401" y="240"/>
                    <a:pt x="0" y="711"/>
                    <a:pt x="0" y="1256"/>
                  </a:cubicBezTo>
                  <a:cubicBezTo>
                    <a:pt x="0" y="2037"/>
                    <a:pt x="440" y="2670"/>
                    <a:pt x="1825" y="2670"/>
                  </a:cubicBezTo>
                  <a:cubicBezTo>
                    <a:pt x="2353" y="2670"/>
                    <a:pt x="2740" y="2579"/>
                    <a:pt x="3021" y="2424"/>
                  </a:cubicBezTo>
                  <a:lnTo>
                    <a:pt x="3021" y="2424"/>
                  </a:lnTo>
                  <a:cubicBezTo>
                    <a:pt x="2870" y="2445"/>
                    <a:pt x="2715" y="2455"/>
                    <a:pt x="2557" y="2455"/>
                  </a:cubicBezTo>
                  <a:cubicBezTo>
                    <a:pt x="1175" y="2455"/>
                    <a:pt x="735" y="1724"/>
                    <a:pt x="735" y="820"/>
                  </a:cubicBezTo>
                  <a:cubicBezTo>
                    <a:pt x="735" y="528"/>
                    <a:pt x="823" y="247"/>
                    <a:pt x="98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84"/>
            <p:cNvSpPr/>
            <p:nvPr/>
          </p:nvSpPr>
          <p:spPr>
            <a:xfrm>
              <a:off x="5943460" y="1790589"/>
              <a:ext cx="45662" cy="28598"/>
            </a:xfrm>
            <a:custGeom>
              <a:rect b="b" l="l" r="r" t="t"/>
              <a:pathLst>
                <a:path extrusionOk="0" h="1091" w="1742">
                  <a:moveTo>
                    <a:pt x="872" y="0"/>
                  </a:moveTo>
                  <a:cubicBezTo>
                    <a:pt x="391" y="0"/>
                    <a:pt x="0" y="211"/>
                    <a:pt x="0" y="468"/>
                  </a:cubicBezTo>
                  <a:cubicBezTo>
                    <a:pt x="0" y="725"/>
                    <a:pt x="391" y="1090"/>
                    <a:pt x="872" y="1090"/>
                  </a:cubicBezTo>
                  <a:cubicBezTo>
                    <a:pt x="1351" y="1090"/>
                    <a:pt x="1741" y="725"/>
                    <a:pt x="1741" y="468"/>
                  </a:cubicBezTo>
                  <a:cubicBezTo>
                    <a:pt x="1741" y="211"/>
                    <a:pt x="1351" y="0"/>
                    <a:pt x="8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84"/>
            <p:cNvSpPr/>
            <p:nvPr/>
          </p:nvSpPr>
          <p:spPr>
            <a:xfrm>
              <a:off x="5943460" y="1791507"/>
              <a:ext cx="24640" cy="27680"/>
            </a:xfrm>
            <a:custGeom>
              <a:rect b="b" l="l" r="r" t="t"/>
              <a:pathLst>
                <a:path extrusionOk="0" h="1056" w="940">
                  <a:moveTo>
                    <a:pt x="542" y="0"/>
                  </a:moveTo>
                  <a:lnTo>
                    <a:pt x="542" y="0"/>
                  </a:lnTo>
                  <a:cubicBezTo>
                    <a:pt x="225" y="71"/>
                    <a:pt x="0" y="236"/>
                    <a:pt x="0" y="433"/>
                  </a:cubicBezTo>
                  <a:cubicBezTo>
                    <a:pt x="0" y="690"/>
                    <a:pt x="391" y="1055"/>
                    <a:pt x="869" y="1055"/>
                  </a:cubicBezTo>
                  <a:cubicBezTo>
                    <a:pt x="894" y="1055"/>
                    <a:pt x="918" y="1048"/>
                    <a:pt x="939" y="1048"/>
                  </a:cubicBezTo>
                  <a:cubicBezTo>
                    <a:pt x="683" y="841"/>
                    <a:pt x="507" y="482"/>
                    <a:pt x="507" y="201"/>
                  </a:cubicBezTo>
                  <a:cubicBezTo>
                    <a:pt x="510" y="134"/>
                    <a:pt x="521" y="67"/>
                    <a:pt x="54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84"/>
            <p:cNvSpPr/>
            <p:nvPr/>
          </p:nvSpPr>
          <p:spPr>
            <a:xfrm>
              <a:off x="5885190" y="1545581"/>
              <a:ext cx="16147" cy="16514"/>
            </a:xfrm>
            <a:custGeom>
              <a:rect b="b" l="l" r="r" t="t"/>
              <a:pathLst>
                <a:path extrusionOk="0" h="630" w="616">
                  <a:moveTo>
                    <a:pt x="348" y="1"/>
                  </a:moveTo>
                  <a:cubicBezTo>
                    <a:pt x="279" y="1"/>
                    <a:pt x="210" y="36"/>
                    <a:pt x="170" y="120"/>
                  </a:cubicBezTo>
                  <a:cubicBezTo>
                    <a:pt x="138" y="187"/>
                    <a:pt x="103" y="254"/>
                    <a:pt x="61" y="314"/>
                  </a:cubicBezTo>
                  <a:cubicBezTo>
                    <a:pt x="1" y="409"/>
                    <a:pt x="29" y="535"/>
                    <a:pt x="124" y="598"/>
                  </a:cubicBezTo>
                  <a:cubicBezTo>
                    <a:pt x="158" y="620"/>
                    <a:pt x="195" y="630"/>
                    <a:pt x="233" y="630"/>
                  </a:cubicBezTo>
                  <a:cubicBezTo>
                    <a:pt x="300" y="630"/>
                    <a:pt x="367" y="596"/>
                    <a:pt x="405" y="535"/>
                  </a:cubicBezTo>
                  <a:cubicBezTo>
                    <a:pt x="455" y="458"/>
                    <a:pt x="500" y="377"/>
                    <a:pt x="539" y="293"/>
                  </a:cubicBezTo>
                  <a:cubicBezTo>
                    <a:pt x="615" y="131"/>
                    <a:pt x="482" y="1"/>
                    <a:pt x="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84"/>
            <p:cNvSpPr/>
            <p:nvPr/>
          </p:nvSpPr>
          <p:spPr>
            <a:xfrm>
              <a:off x="5897929" y="1705425"/>
              <a:ext cx="34024" cy="39738"/>
            </a:xfrm>
            <a:custGeom>
              <a:rect b="b" l="l" r="r" t="t"/>
              <a:pathLst>
                <a:path extrusionOk="0" h="1516" w="1298">
                  <a:moveTo>
                    <a:pt x="651" y="405"/>
                  </a:moveTo>
                  <a:cubicBezTo>
                    <a:pt x="767" y="405"/>
                    <a:pt x="883" y="482"/>
                    <a:pt x="883" y="637"/>
                  </a:cubicBezTo>
                  <a:lnTo>
                    <a:pt x="883" y="855"/>
                  </a:lnTo>
                  <a:cubicBezTo>
                    <a:pt x="883" y="985"/>
                    <a:pt x="777" y="1087"/>
                    <a:pt x="651" y="1087"/>
                  </a:cubicBezTo>
                  <a:cubicBezTo>
                    <a:pt x="521" y="1087"/>
                    <a:pt x="419" y="985"/>
                    <a:pt x="419" y="855"/>
                  </a:cubicBezTo>
                  <a:lnTo>
                    <a:pt x="419" y="637"/>
                  </a:lnTo>
                  <a:cubicBezTo>
                    <a:pt x="419" y="482"/>
                    <a:pt x="535" y="405"/>
                    <a:pt x="651" y="405"/>
                  </a:cubicBezTo>
                  <a:close/>
                  <a:moveTo>
                    <a:pt x="651" y="0"/>
                  </a:moveTo>
                  <a:cubicBezTo>
                    <a:pt x="296" y="0"/>
                    <a:pt x="11" y="285"/>
                    <a:pt x="11" y="640"/>
                  </a:cubicBezTo>
                  <a:lnTo>
                    <a:pt x="11" y="858"/>
                  </a:lnTo>
                  <a:cubicBezTo>
                    <a:pt x="0" y="1217"/>
                    <a:pt x="289" y="1516"/>
                    <a:pt x="651" y="1516"/>
                  </a:cubicBezTo>
                  <a:cubicBezTo>
                    <a:pt x="1009" y="1516"/>
                    <a:pt x="1298" y="1217"/>
                    <a:pt x="1287" y="858"/>
                  </a:cubicBezTo>
                  <a:lnTo>
                    <a:pt x="1287" y="640"/>
                  </a:lnTo>
                  <a:cubicBezTo>
                    <a:pt x="1287" y="285"/>
                    <a:pt x="1002"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84"/>
            <p:cNvSpPr/>
            <p:nvPr/>
          </p:nvSpPr>
          <p:spPr>
            <a:xfrm>
              <a:off x="6000603" y="1705425"/>
              <a:ext cx="34050" cy="39738"/>
            </a:xfrm>
            <a:custGeom>
              <a:rect b="b" l="l" r="r" t="t"/>
              <a:pathLst>
                <a:path extrusionOk="0" h="1516" w="1299">
                  <a:moveTo>
                    <a:pt x="650" y="405"/>
                  </a:moveTo>
                  <a:cubicBezTo>
                    <a:pt x="765" y="405"/>
                    <a:pt x="881" y="482"/>
                    <a:pt x="883" y="637"/>
                  </a:cubicBezTo>
                  <a:lnTo>
                    <a:pt x="883" y="855"/>
                  </a:lnTo>
                  <a:cubicBezTo>
                    <a:pt x="883" y="985"/>
                    <a:pt x="778" y="1087"/>
                    <a:pt x="651" y="1087"/>
                  </a:cubicBezTo>
                  <a:cubicBezTo>
                    <a:pt x="521" y="1087"/>
                    <a:pt x="419" y="985"/>
                    <a:pt x="419" y="855"/>
                  </a:cubicBezTo>
                  <a:lnTo>
                    <a:pt x="419" y="637"/>
                  </a:lnTo>
                  <a:cubicBezTo>
                    <a:pt x="419" y="482"/>
                    <a:pt x="534" y="405"/>
                    <a:pt x="650" y="405"/>
                  </a:cubicBezTo>
                  <a:close/>
                  <a:moveTo>
                    <a:pt x="651" y="0"/>
                  </a:moveTo>
                  <a:cubicBezTo>
                    <a:pt x="296" y="0"/>
                    <a:pt x="11" y="285"/>
                    <a:pt x="11" y="640"/>
                  </a:cubicBezTo>
                  <a:lnTo>
                    <a:pt x="11" y="858"/>
                  </a:lnTo>
                  <a:cubicBezTo>
                    <a:pt x="1" y="1217"/>
                    <a:pt x="289" y="1516"/>
                    <a:pt x="651" y="1516"/>
                  </a:cubicBezTo>
                  <a:cubicBezTo>
                    <a:pt x="1010" y="1516"/>
                    <a:pt x="1298" y="1217"/>
                    <a:pt x="1288" y="858"/>
                  </a:cubicBezTo>
                  <a:lnTo>
                    <a:pt x="1288" y="640"/>
                  </a:lnTo>
                  <a:cubicBezTo>
                    <a:pt x="1288" y="285"/>
                    <a:pt x="1003"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84"/>
            <p:cNvSpPr/>
            <p:nvPr/>
          </p:nvSpPr>
          <p:spPr>
            <a:xfrm>
              <a:off x="5782699" y="1500050"/>
              <a:ext cx="367158" cy="364301"/>
            </a:xfrm>
            <a:custGeom>
              <a:rect b="b" l="l" r="r" t="t"/>
              <a:pathLst>
                <a:path extrusionOk="0" h="13898" w="14007">
                  <a:moveTo>
                    <a:pt x="10571" y="5205"/>
                  </a:moveTo>
                  <a:lnTo>
                    <a:pt x="10571" y="5205"/>
                  </a:lnTo>
                  <a:cubicBezTo>
                    <a:pt x="10248" y="5426"/>
                    <a:pt x="9956" y="5690"/>
                    <a:pt x="9703" y="5993"/>
                  </a:cubicBezTo>
                  <a:cubicBezTo>
                    <a:pt x="9611" y="5887"/>
                    <a:pt x="9509" y="5792"/>
                    <a:pt x="9404" y="5704"/>
                  </a:cubicBezTo>
                  <a:cubicBezTo>
                    <a:pt x="9783" y="5518"/>
                    <a:pt x="10170" y="5349"/>
                    <a:pt x="10571" y="5205"/>
                  </a:cubicBezTo>
                  <a:close/>
                  <a:moveTo>
                    <a:pt x="3433" y="5205"/>
                  </a:moveTo>
                  <a:lnTo>
                    <a:pt x="3433" y="5205"/>
                  </a:lnTo>
                  <a:cubicBezTo>
                    <a:pt x="3834" y="5349"/>
                    <a:pt x="4224" y="5518"/>
                    <a:pt x="4604" y="5708"/>
                  </a:cubicBezTo>
                  <a:cubicBezTo>
                    <a:pt x="4495" y="5796"/>
                    <a:pt x="4396" y="5891"/>
                    <a:pt x="4301" y="5996"/>
                  </a:cubicBezTo>
                  <a:cubicBezTo>
                    <a:pt x="4052" y="5694"/>
                    <a:pt x="3756" y="5426"/>
                    <a:pt x="3433" y="5205"/>
                  </a:cubicBezTo>
                  <a:close/>
                  <a:moveTo>
                    <a:pt x="1780" y="4836"/>
                  </a:moveTo>
                  <a:lnTo>
                    <a:pt x="1780" y="4836"/>
                  </a:lnTo>
                  <a:cubicBezTo>
                    <a:pt x="2279" y="5004"/>
                    <a:pt x="3373" y="5458"/>
                    <a:pt x="4052" y="6334"/>
                  </a:cubicBezTo>
                  <a:cubicBezTo>
                    <a:pt x="3964" y="6474"/>
                    <a:pt x="3890" y="6622"/>
                    <a:pt x="3827" y="6777"/>
                  </a:cubicBezTo>
                  <a:cubicBezTo>
                    <a:pt x="2163" y="6654"/>
                    <a:pt x="1840" y="5402"/>
                    <a:pt x="1780" y="4836"/>
                  </a:cubicBezTo>
                  <a:close/>
                  <a:moveTo>
                    <a:pt x="12224" y="4836"/>
                  </a:moveTo>
                  <a:cubicBezTo>
                    <a:pt x="12161" y="5402"/>
                    <a:pt x="11837" y="6650"/>
                    <a:pt x="10184" y="6777"/>
                  </a:cubicBezTo>
                  <a:lnTo>
                    <a:pt x="10181" y="6773"/>
                  </a:lnTo>
                  <a:cubicBezTo>
                    <a:pt x="10118" y="6618"/>
                    <a:pt x="10044" y="6471"/>
                    <a:pt x="9952" y="6330"/>
                  </a:cubicBezTo>
                  <a:cubicBezTo>
                    <a:pt x="10634" y="5455"/>
                    <a:pt x="11725" y="5004"/>
                    <a:pt x="12224" y="4836"/>
                  </a:cubicBezTo>
                  <a:close/>
                  <a:moveTo>
                    <a:pt x="7005" y="11288"/>
                  </a:moveTo>
                  <a:cubicBezTo>
                    <a:pt x="7445" y="11288"/>
                    <a:pt x="7670" y="11475"/>
                    <a:pt x="7670" y="11552"/>
                  </a:cubicBezTo>
                  <a:cubicBezTo>
                    <a:pt x="7670" y="11675"/>
                    <a:pt x="7389" y="11970"/>
                    <a:pt x="7005" y="11970"/>
                  </a:cubicBezTo>
                  <a:cubicBezTo>
                    <a:pt x="6619" y="11970"/>
                    <a:pt x="6337" y="11679"/>
                    <a:pt x="6337" y="11552"/>
                  </a:cubicBezTo>
                  <a:cubicBezTo>
                    <a:pt x="6337" y="11475"/>
                    <a:pt x="6562" y="11288"/>
                    <a:pt x="7005" y="11288"/>
                  </a:cubicBezTo>
                  <a:close/>
                  <a:moveTo>
                    <a:pt x="7005" y="5412"/>
                  </a:moveTo>
                  <a:cubicBezTo>
                    <a:pt x="8117" y="5412"/>
                    <a:pt x="8932" y="5708"/>
                    <a:pt x="9428" y="6295"/>
                  </a:cubicBezTo>
                  <a:cubicBezTo>
                    <a:pt x="9850" y="6794"/>
                    <a:pt x="10065" y="7526"/>
                    <a:pt x="10065" y="8472"/>
                  </a:cubicBezTo>
                  <a:cubicBezTo>
                    <a:pt x="10065" y="9530"/>
                    <a:pt x="9857" y="9783"/>
                    <a:pt x="9305" y="10458"/>
                  </a:cubicBezTo>
                  <a:cubicBezTo>
                    <a:pt x="9182" y="10610"/>
                    <a:pt x="9041" y="10785"/>
                    <a:pt x="8883" y="10993"/>
                  </a:cubicBezTo>
                  <a:cubicBezTo>
                    <a:pt x="8862" y="10926"/>
                    <a:pt x="8838" y="10863"/>
                    <a:pt x="8806" y="10803"/>
                  </a:cubicBezTo>
                  <a:cubicBezTo>
                    <a:pt x="8767" y="10720"/>
                    <a:pt x="8699" y="10685"/>
                    <a:pt x="8630" y="10685"/>
                  </a:cubicBezTo>
                  <a:cubicBezTo>
                    <a:pt x="8496" y="10685"/>
                    <a:pt x="8361" y="10818"/>
                    <a:pt x="8440" y="10979"/>
                  </a:cubicBezTo>
                  <a:cubicBezTo>
                    <a:pt x="8507" y="11112"/>
                    <a:pt x="8542" y="11260"/>
                    <a:pt x="8542" y="11411"/>
                  </a:cubicBezTo>
                  <a:cubicBezTo>
                    <a:pt x="8542" y="12171"/>
                    <a:pt x="8106" y="12565"/>
                    <a:pt x="7209" y="12614"/>
                  </a:cubicBezTo>
                  <a:lnTo>
                    <a:pt x="7209" y="12357"/>
                  </a:lnTo>
                  <a:cubicBezTo>
                    <a:pt x="7705" y="12269"/>
                    <a:pt x="8078" y="11879"/>
                    <a:pt x="8078" y="11552"/>
                  </a:cubicBezTo>
                  <a:cubicBezTo>
                    <a:pt x="8078" y="11169"/>
                    <a:pt x="7617" y="10880"/>
                    <a:pt x="7005" y="10880"/>
                  </a:cubicBezTo>
                  <a:cubicBezTo>
                    <a:pt x="6394" y="10880"/>
                    <a:pt x="5929" y="11169"/>
                    <a:pt x="5929" y="11552"/>
                  </a:cubicBezTo>
                  <a:cubicBezTo>
                    <a:pt x="5929" y="11879"/>
                    <a:pt x="6302" y="12269"/>
                    <a:pt x="6802" y="12357"/>
                  </a:cubicBezTo>
                  <a:lnTo>
                    <a:pt x="6802" y="12614"/>
                  </a:lnTo>
                  <a:cubicBezTo>
                    <a:pt x="5905" y="12565"/>
                    <a:pt x="5465" y="12171"/>
                    <a:pt x="5465" y="11411"/>
                  </a:cubicBezTo>
                  <a:cubicBezTo>
                    <a:pt x="5465" y="10743"/>
                    <a:pt x="6158" y="10198"/>
                    <a:pt x="7005" y="10198"/>
                  </a:cubicBezTo>
                  <a:cubicBezTo>
                    <a:pt x="7301" y="10198"/>
                    <a:pt x="7593" y="10269"/>
                    <a:pt x="7856" y="10402"/>
                  </a:cubicBezTo>
                  <a:cubicBezTo>
                    <a:pt x="7891" y="10421"/>
                    <a:pt x="7925" y="10429"/>
                    <a:pt x="7957" y="10429"/>
                  </a:cubicBezTo>
                  <a:cubicBezTo>
                    <a:pt x="8142" y="10429"/>
                    <a:pt x="8250" y="10152"/>
                    <a:pt x="8046" y="10043"/>
                  </a:cubicBezTo>
                  <a:cubicBezTo>
                    <a:pt x="7723" y="9875"/>
                    <a:pt x="7368" y="9790"/>
                    <a:pt x="7005" y="9790"/>
                  </a:cubicBezTo>
                  <a:cubicBezTo>
                    <a:pt x="6105" y="9790"/>
                    <a:pt x="5349" y="10300"/>
                    <a:pt x="5128" y="10993"/>
                  </a:cubicBezTo>
                  <a:cubicBezTo>
                    <a:pt x="4966" y="10785"/>
                    <a:pt x="4825" y="10610"/>
                    <a:pt x="4702" y="10458"/>
                  </a:cubicBezTo>
                  <a:cubicBezTo>
                    <a:pt x="4150" y="9780"/>
                    <a:pt x="3943" y="9527"/>
                    <a:pt x="3943" y="8472"/>
                  </a:cubicBezTo>
                  <a:cubicBezTo>
                    <a:pt x="3943" y="7526"/>
                    <a:pt x="4157" y="6794"/>
                    <a:pt x="4583" y="6295"/>
                  </a:cubicBezTo>
                  <a:cubicBezTo>
                    <a:pt x="5078" y="5708"/>
                    <a:pt x="5894" y="5412"/>
                    <a:pt x="7005" y="5412"/>
                  </a:cubicBezTo>
                  <a:close/>
                  <a:moveTo>
                    <a:pt x="5940" y="12846"/>
                  </a:moveTo>
                  <a:lnTo>
                    <a:pt x="5940" y="12846"/>
                  </a:lnTo>
                  <a:cubicBezTo>
                    <a:pt x="6228" y="12969"/>
                    <a:pt x="6583" y="13032"/>
                    <a:pt x="7005" y="13032"/>
                  </a:cubicBezTo>
                  <a:cubicBezTo>
                    <a:pt x="7424" y="13032"/>
                    <a:pt x="7779" y="12969"/>
                    <a:pt x="8067" y="12846"/>
                  </a:cubicBezTo>
                  <a:lnTo>
                    <a:pt x="8067" y="12846"/>
                  </a:lnTo>
                  <a:cubicBezTo>
                    <a:pt x="7958" y="13286"/>
                    <a:pt x="7614" y="13493"/>
                    <a:pt x="7005" y="13493"/>
                  </a:cubicBezTo>
                  <a:cubicBezTo>
                    <a:pt x="6394" y="13493"/>
                    <a:pt x="6049" y="13286"/>
                    <a:pt x="5940" y="12846"/>
                  </a:cubicBezTo>
                  <a:close/>
                  <a:moveTo>
                    <a:pt x="1998" y="1"/>
                  </a:moveTo>
                  <a:cubicBezTo>
                    <a:pt x="1886" y="1"/>
                    <a:pt x="1798" y="92"/>
                    <a:pt x="1798" y="204"/>
                  </a:cubicBezTo>
                  <a:cubicBezTo>
                    <a:pt x="1798" y="665"/>
                    <a:pt x="1724" y="1949"/>
                    <a:pt x="1411" y="2459"/>
                  </a:cubicBezTo>
                  <a:cubicBezTo>
                    <a:pt x="1073" y="2191"/>
                    <a:pt x="813" y="1843"/>
                    <a:pt x="644" y="1449"/>
                  </a:cubicBezTo>
                  <a:cubicBezTo>
                    <a:pt x="507" y="1133"/>
                    <a:pt x="444" y="788"/>
                    <a:pt x="461" y="440"/>
                  </a:cubicBezTo>
                  <a:cubicBezTo>
                    <a:pt x="477" y="296"/>
                    <a:pt x="365" y="216"/>
                    <a:pt x="256" y="216"/>
                  </a:cubicBezTo>
                  <a:cubicBezTo>
                    <a:pt x="162" y="216"/>
                    <a:pt x="70" y="273"/>
                    <a:pt x="57" y="398"/>
                  </a:cubicBezTo>
                  <a:cubicBezTo>
                    <a:pt x="53" y="419"/>
                    <a:pt x="1" y="946"/>
                    <a:pt x="261" y="1583"/>
                  </a:cubicBezTo>
                  <a:cubicBezTo>
                    <a:pt x="500" y="2170"/>
                    <a:pt x="1059" y="2965"/>
                    <a:pt x="2367" y="3440"/>
                  </a:cubicBezTo>
                  <a:cubicBezTo>
                    <a:pt x="4203" y="4108"/>
                    <a:pt x="5219" y="4871"/>
                    <a:pt x="5595" y="5191"/>
                  </a:cubicBezTo>
                  <a:cubicBezTo>
                    <a:pt x="5388" y="5254"/>
                    <a:pt x="5184" y="5338"/>
                    <a:pt x="4991" y="5444"/>
                  </a:cubicBezTo>
                  <a:cubicBezTo>
                    <a:pt x="4590" y="5229"/>
                    <a:pt x="3092" y="4477"/>
                    <a:pt x="1583" y="4350"/>
                  </a:cubicBezTo>
                  <a:cubicBezTo>
                    <a:pt x="1577" y="4350"/>
                    <a:pt x="1571" y="4350"/>
                    <a:pt x="1565" y="4350"/>
                  </a:cubicBezTo>
                  <a:cubicBezTo>
                    <a:pt x="1457" y="4350"/>
                    <a:pt x="1365" y="4437"/>
                    <a:pt x="1362" y="4547"/>
                  </a:cubicBezTo>
                  <a:cubicBezTo>
                    <a:pt x="1362" y="4983"/>
                    <a:pt x="1457" y="5419"/>
                    <a:pt x="1643" y="5817"/>
                  </a:cubicBezTo>
                  <a:cubicBezTo>
                    <a:pt x="1910" y="6376"/>
                    <a:pt x="2480" y="7047"/>
                    <a:pt x="3696" y="7171"/>
                  </a:cubicBezTo>
                  <a:cubicBezTo>
                    <a:pt x="3587" y="7596"/>
                    <a:pt x="3535" y="8032"/>
                    <a:pt x="3538" y="8472"/>
                  </a:cubicBezTo>
                  <a:cubicBezTo>
                    <a:pt x="3538" y="9671"/>
                    <a:pt x="3805" y="9998"/>
                    <a:pt x="4389" y="10712"/>
                  </a:cubicBezTo>
                  <a:cubicBezTo>
                    <a:pt x="4572" y="10940"/>
                    <a:pt x="4804" y="11221"/>
                    <a:pt x="5068" y="11591"/>
                  </a:cubicBezTo>
                  <a:cubicBezTo>
                    <a:pt x="5103" y="11992"/>
                    <a:pt x="5244" y="12315"/>
                    <a:pt x="5497" y="12554"/>
                  </a:cubicBezTo>
                  <a:cubicBezTo>
                    <a:pt x="5522" y="13419"/>
                    <a:pt x="6053" y="13897"/>
                    <a:pt x="7005" y="13897"/>
                  </a:cubicBezTo>
                  <a:cubicBezTo>
                    <a:pt x="7958" y="13897"/>
                    <a:pt x="8493" y="13419"/>
                    <a:pt x="8514" y="12554"/>
                  </a:cubicBezTo>
                  <a:cubicBezTo>
                    <a:pt x="8767" y="12315"/>
                    <a:pt x="8911" y="11992"/>
                    <a:pt x="8943" y="11591"/>
                  </a:cubicBezTo>
                  <a:cubicBezTo>
                    <a:pt x="9210" y="11221"/>
                    <a:pt x="9439" y="10940"/>
                    <a:pt x="9625" y="10712"/>
                  </a:cubicBezTo>
                  <a:cubicBezTo>
                    <a:pt x="10209" y="9998"/>
                    <a:pt x="10473" y="9671"/>
                    <a:pt x="10473" y="8472"/>
                  </a:cubicBezTo>
                  <a:cubicBezTo>
                    <a:pt x="10480" y="8032"/>
                    <a:pt x="10427" y="7596"/>
                    <a:pt x="10318" y="7171"/>
                  </a:cubicBezTo>
                  <a:cubicBezTo>
                    <a:pt x="11528" y="7047"/>
                    <a:pt x="12097" y="6376"/>
                    <a:pt x="12365" y="5817"/>
                  </a:cubicBezTo>
                  <a:cubicBezTo>
                    <a:pt x="12551" y="5419"/>
                    <a:pt x="12646" y="4983"/>
                    <a:pt x="12646" y="4547"/>
                  </a:cubicBezTo>
                  <a:cubicBezTo>
                    <a:pt x="12643" y="4437"/>
                    <a:pt x="12551" y="4350"/>
                    <a:pt x="12443" y="4350"/>
                  </a:cubicBezTo>
                  <a:cubicBezTo>
                    <a:pt x="12437" y="4350"/>
                    <a:pt x="12430" y="4350"/>
                    <a:pt x="12424" y="4350"/>
                  </a:cubicBezTo>
                  <a:cubicBezTo>
                    <a:pt x="10916" y="4480"/>
                    <a:pt x="9425" y="5229"/>
                    <a:pt x="9020" y="5444"/>
                  </a:cubicBezTo>
                  <a:cubicBezTo>
                    <a:pt x="8827" y="5338"/>
                    <a:pt x="8623" y="5254"/>
                    <a:pt x="8412" y="5191"/>
                  </a:cubicBezTo>
                  <a:cubicBezTo>
                    <a:pt x="8788" y="4871"/>
                    <a:pt x="9808" y="4108"/>
                    <a:pt x="11640" y="3440"/>
                  </a:cubicBezTo>
                  <a:cubicBezTo>
                    <a:pt x="12948" y="2965"/>
                    <a:pt x="13507" y="2167"/>
                    <a:pt x="13746" y="1583"/>
                  </a:cubicBezTo>
                  <a:cubicBezTo>
                    <a:pt x="14007" y="946"/>
                    <a:pt x="13950" y="422"/>
                    <a:pt x="13947" y="398"/>
                  </a:cubicBezTo>
                  <a:cubicBezTo>
                    <a:pt x="13934" y="274"/>
                    <a:pt x="13842" y="216"/>
                    <a:pt x="13749" y="216"/>
                  </a:cubicBezTo>
                  <a:cubicBezTo>
                    <a:pt x="13639" y="216"/>
                    <a:pt x="13527" y="297"/>
                    <a:pt x="13543" y="444"/>
                  </a:cubicBezTo>
                  <a:cubicBezTo>
                    <a:pt x="13560" y="788"/>
                    <a:pt x="13497" y="1133"/>
                    <a:pt x="13360" y="1449"/>
                  </a:cubicBezTo>
                  <a:cubicBezTo>
                    <a:pt x="13194" y="1847"/>
                    <a:pt x="12931" y="2195"/>
                    <a:pt x="12593" y="2462"/>
                  </a:cubicBezTo>
                  <a:cubicBezTo>
                    <a:pt x="12474" y="2265"/>
                    <a:pt x="12375" y="1928"/>
                    <a:pt x="12305" y="1481"/>
                  </a:cubicBezTo>
                  <a:cubicBezTo>
                    <a:pt x="12288" y="1361"/>
                    <a:pt x="12198" y="1306"/>
                    <a:pt x="12108" y="1306"/>
                  </a:cubicBezTo>
                  <a:cubicBezTo>
                    <a:pt x="11995" y="1306"/>
                    <a:pt x="11880" y="1392"/>
                    <a:pt x="11904" y="1541"/>
                  </a:cubicBezTo>
                  <a:cubicBezTo>
                    <a:pt x="11981" y="2061"/>
                    <a:pt x="12104" y="2451"/>
                    <a:pt x="12263" y="2698"/>
                  </a:cubicBezTo>
                  <a:cubicBezTo>
                    <a:pt x="12020" y="2842"/>
                    <a:pt x="11767" y="2965"/>
                    <a:pt x="11503" y="3060"/>
                  </a:cubicBezTo>
                  <a:cubicBezTo>
                    <a:pt x="11172" y="3179"/>
                    <a:pt x="10870" y="3302"/>
                    <a:pt x="10589" y="3426"/>
                  </a:cubicBezTo>
                  <a:cubicBezTo>
                    <a:pt x="11011" y="2803"/>
                    <a:pt x="11253" y="2209"/>
                    <a:pt x="10983" y="1340"/>
                  </a:cubicBezTo>
                  <a:cubicBezTo>
                    <a:pt x="10951" y="1239"/>
                    <a:pt x="10873" y="1196"/>
                    <a:pt x="10795" y="1196"/>
                  </a:cubicBezTo>
                  <a:cubicBezTo>
                    <a:pt x="10672" y="1196"/>
                    <a:pt x="10546" y="1303"/>
                    <a:pt x="10596" y="1460"/>
                  </a:cubicBezTo>
                  <a:cubicBezTo>
                    <a:pt x="10736" y="1913"/>
                    <a:pt x="10708" y="2272"/>
                    <a:pt x="10571" y="2617"/>
                  </a:cubicBezTo>
                  <a:cubicBezTo>
                    <a:pt x="10160" y="2360"/>
                    <a:pt x="9924" y="1864"/>
                    <a:pt x="9924" y="1857"/>
                  </a:cubicBezTo>
                  <a:cubicBezTo>
                    <a:pt x="9884" y="1773"/>
                    <a:pt x="9815" y="1738"/>
                    <a:pt x="9745" y="1738"/>
                  </a:cubicBezTo>
                  <a:cubicBezTo>
                    <a:pt x="9612" y="1738"/>
                    <a:pt x="9477" y="1868"/>
                    <a:pt x="9551" y="2030"/>
                  </a:cubicBezTo>
                  <a:cubicBezTo>
                    <a:pt x="9565" y="2058"/>
                    <a:pt x="9850" y="2662"/>
                    <a:pt x="10388" y="2979"/>
                  </a:cubicBezTo>
                  <a:cubicBezTo>
                    <a:pt x="10227" y="3232"/>
                    <a:pt x="10054" y="3478"/>
                    <a:pt x="9871" y="3714"/>
                  </a:cubicBezTo>
                  <a:lnTo>
                    <a:pt x="9808" y="3798"/>
                  </a:lnTo>
                  <a:cubicBezTo>
                    <a:pt x="8591" y="4431"/>
                    <a:pt x="8011" y="4997"/>
                    <a:pt x="7930" y="5082"/>
                  </a:cubicBezTo>
                  <a:cubicBezTo>
                    <a:pt x="7623" y="5031"/>
                    <a:pt x="7312" y="5005"/>
                    <a:pt x="7002" y="5005"/>
                  </a:cubicBezTo>
                  <a:cubicBezTo>
                    <a:pt x="6692" y="5005"/>
                    <a:pt x="6381" y="5031"/>
                    <a:pt x="6074" y="5082"/>
                  </a:cubicBezTo>
                  <a:cubicBezTo>
                    <a:pt x="5986" y="4994"/>
                    <a:pt x="5409" y="4431"/>
                    <a:pt x="4192" y="3798"/>
                  </a:cubicBezTo>
                  <a:lnTo>
                    <a:pt x="4133" y="3714"/>
                  </a:lnTo>
                  <a:cubicBezTo>
                    <a:pt x="3946" y="3478"/>
                    <a:pt x="3774" y="3232"/>
                    <a:pt x="3616" y="2979"/>
                  </a:cubicBezTo>
                  <a:cubicBezTo>
                    <a:pt x="3651" y="2958"/>
                    <a:pt x="3689" y="2937"/>
                    <a:pt x="3725" y="2909"/>
                  </a:cubicBezTo>
                  <a:cubicBezTo>
                    <a:pt x="3906" y="2782"/>
                    <a:pt x="3783" y="2535"/>
                    <a:pt x="3611" y="2535"/>
                  </a:cubicBezTo>
                  <a:cubicBezTo>
                    <a:pt x="3573" y="2535"/>
                    <a:pt x="3533" y="2547"/>
                    <a:pt x="3493" y="2575"/>
                  </a:cubicBezTo>
                  <a:cubicBezTo>
                    <a:pt x="3471" y="2589"/>
                    <a:pt x="3450" y="2603"/>
                    <a:pt x="3433" y="2617"/>
                  </a:cubicBezTo>
                  <a:cubicBezTo>
                    <a:pt x="3296" y="2272"/>
                    <a:pt x="3267" y="1913"/>
                    <a:pt x="3408" y="1460"/>
                  </a:cubicBezTo>
                  <a:cubicBezTo>
                    <a:pt x="3458" y="1303"/>
                    <a:pt x="3331" y="1196"/>
                    <a:pt x="3207" y="1196"/>
                  </a:cubicBezTo>
                  <a:cubicBezTo>
                    <a:pt x="3127" y="1196"/>
                    <a:pt x="3049" y="1239"/>
                    <a:pt x="3018" y="1340"/>
                  </a:cubicBezTo>
                  <a:cubicBezTo>
                    <a:pt x="2751" y="2209"/>
                    <a:pt x="2997" y="2803"/>
                    <a:pt x="3415" y="3426"/>
                  </a:cubicBezTo>
                  <a:cubicBezTo>
                    <a:pt x="3134" y="3302"/>
                    <a:pt x="2831" y="3179"/>
                    <a:pt x="2501" y="3060"/>
                  </a:cubicBezTo>
                  <a:cubicBezTo>
                    <a:pt x="2237" y="2965"/>
                    <a:pt x="1984" y="2842"/>
                    <a:pt x="1745" y="2694"/>
                  </a:cubicBezTo>
                  <a:cubicBezTo>
                    <a:pt x="2198" y="1991"/>
                    <a:pt x="2202" y="278"/>
                    <a:pt x="2202" y="204"/>
                  </a:cubicBezTo>
                  <a:cubicBezTo>
                    <a:pt x="2202" y="92"/>
                    <a:pt x="2111" y="1"/>
                    <a:pt x="19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40" name="Google Shape;16240;p84"/>
          <p:cNvSpPr/>
          <p:nvPr/>
        </p:nvSpPr>
        <p:spPr>
          <a:xfrm>
            <a:off x="6092032" y="1500050"/>
            <a:ext cx="11193" cy="22045"/>
          </a:xfrm>
          <a:custGeom>
            <a:rect b="b" l="l" r="r" t="t"/>
            <a:pathLst>
              <a:path extrusionOk="0" h="841" w="427">
                <a:moveTo>
                  <a:pt x="205" y="1"/>
                </a:moveTo>
                <a:cubicBezTo>
                  <a:pt x="92" y="1"/>
                  <a:pt x="1" y="92"/>
                  <a:pt x="1" y="204"/>
                </a:cubicBezTo>
                <a:cubicBezTo>
                  <a:pt x="1" y="212"/>
                  <a:pt x="1" y="387"/>
                  <a:pt x="15" y="651"/>
                </a:cubicBezTo>
                <a:cubicBezTo>
                  <a:pt x="18" y="757"/>
                  <a:pt x="110" y="841"/>
                  <a:pt x="219" y="841"/>
                </a:cubicBezTo>
                <a:lnTo>
                  <a:pt x="229" y="841"/>
                </a:lnTo>
                <a:cubicBezTo>
                  <a:pt x="342" y="837"/>
                  <a:pt x="426" y="739"/>
                  <a:pt x="419" y="626"/>
                </a:cubicBezTo>
                <a:cubicBezTo>
                  <a:pt x="409" y="377"/>
                  <a:pt x="409" y="204"/>
                  <a:pt x="409" y="204"/>
                </a:cubicBezTo>
                <a:cubicBezTo>
                  <a:pt x="409" y="92"/>
                  <a:pt x="31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41" name="Google Shape;16241;p84"/>
          <p:cNvGrpSpPr/>
          <p:nvPr/>
        </p:nvGrpSpPr>
        <p:grpSpPr>
          <a:xfrm>
            <a:off x="3048709" y="1523327"/>
            <a:ext cx="366241" cy="317800"/>
            <a:chOff x="3048709" y="1523327"/>
            <a:chExt cx="366241" cy="317800"/>
          </a:xfrm>
        </p:grpSpPr>
        <p:sp>
          <p:nvSpPr>
            <p:cNvPr id="16242" name="Google Shape;16242;p84"/>
            <p:cNvSpPr/>
            <p:nvPr/>
          </p:nvSpPr>
          <p:spPr>
            <a:xfrm>
              <a:off x="3175341" y="1668911"/>
              <a:ext cx="237669" cy="164195"/>
            </a:xfrm>
            <a:custGeom>
              <a:rect b="b" l="l" r="r" t="t"/>
              <a:pathLst>
                <a:path extrusionOk="0" h="6264" w="9067">
                  <a:moveTo>
                    <a:pt x="2704" y="1"/>
                  </a:moveTo>
                  <a:cubicBezTo>
                    <a:pt x="2293" y="1"/>
                    <a:pt x="1857" y="14"/>
                    <a:pt x="1393" y="43"/>
                  </a:cubicBezTo>
                  <a:lnTo>
                    <a:pt x="947" y="1087"/>
                  </a:lnTo>
                  <a:cubicBezTo>
                    <a:pt x="1550" y="997"/>
                    <a:pt x="2140" y="955"/>
                    <a:pt x="2696" y="955"/>
                  </a:cubicBezTo>
                  <a:cubicBezTo>
                    <a:pt x="3382" y="955"/>
                    <a:pt x="4018" y="1020"/>
                    <a:pt x="4565" y="1140"/>
                  </a:cubicBezTo>
                  <a:cubicBezTo>
                    <a:pt x="6207" y="1506"/>
                    <a:pt x="7491" y="2202"/>
                    <a:pt x="7136" y="3127"/>
                  </a:cubicBezTo>
                  <a:cubicBezTo>
                    <a:pt x="6710" y="4245"/>
                    <a:pt x="4347" y="4976"/>
                    <a:pt x="2596" y="4980"/>
                  </a:cubicBezTo>
                  <a:cubicBezTo>
                    <a:pt x="2297" y="4980"/>
                    <a:pt x="1822" y="4962"/>
                    <a:pt x="1404" y="4857"/>
                  </a:cubicBezTo>
                  <a:lnTo>
                    <a:pt x="1" y="5841"/>
                  </a:lnTo>
                  <a:cubicBezTo>
                    <a:pt x="669" y="6122"/>
                    <a:pt x="1514" y="6263"/>
                    <a:pt x="2429" y="6263"/>
                  </a:cubicBezTo>
                  <a:cubicBezTo>
                    <a:pt x="3681" y="6263"/>
                    <a:pt x="5065" y="5998"/>
                    <a:pt x="6302" y="5462"/>
                  </a:cubicBezTo>
                  <a:cubicBezTo>
                    <a:pt x="8950" y="4319"/>
                    <a:pt x="9066" y="2849"/>
                    <a:pt x="8880" y="2255"/>
                  </a:cubicBezTo>
                  <a:cubicBezTo>
                    <a:pt x="8677" y="1623"/>
                    <a:pt x="7232" y="1"/>
                    <a:pt x="270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84"/>
            <p:cNvSpPr/>
            <p:nvPr/>
          </p:nvSpPr>
          <p:spPr>
            <a:xfrm>
              <a:off x="3200138" y="1684953"/>
              <a:ext cx="192138" cy="100499"/>
            </a:xfrm>
            <a:custGeom>
              <a:rect b="b" l="l" r="r" t="t"/>
              <a:pathLst>
                <a:path extrusionOk="0" h="3834" w="7330">
                  <a:moveTo>
                    <a:pt x="2676" y="1"/>
                  </a:moveTo>
                  <a:cubicBezTo>
                    <a:pt x="1889" y="1"/>
                    <a:pt x="1012" y="89"/>
                    <a:pt x="61" y="299"/>
                  </a:cubicBezTo>
                  <a:lnTo>
                    <a:pt x="1" y="475"/>
                  </a:lnTo>
                  <a:cubicBezTo>
                    <a:pt x="604" y="385"/>
                    <a:pt x="1194" y="343"/>
                    <a:pt x="1750" y="343"/>
                  </a:cubicBezTo>
                  <a:cubicBezTo>
                    <a:pt x="2436" y="343"/>
                    <a:pt x="3072" y="408"/>
                    <a:pt x="3619" y="528"/>
                  </a:cubicBezTo>
                  <a:cubicBezTo>
                    <a:pt x="5261" y="894"/>
                    <a:pt x="6545" y="1590"/>
                    <a:pt x="6193" y="2515"/>
                  </a:cubicBezTo>
                  <a:cubicBezTo>
                    <a:pt x="5982" y="3060"/>
                    <a:pt x="5314" y="3513"/>
                    <a:pt x="4481" y="3833"/>
                  </a:cubicBezTo>
                  <a:cubicBezTo>
                    <a:pt x="6049" y="3320"/>
                    <a:pt x="7329" y="2497"/>
                    <a:pt x="7027" y="1643"/>
                  </a:cubicBezTo>
                  <a:cubicBezTo>
                    <a:pt x="6757" y="884"/>
                    <a:pt x="5160" y="1"/>
                    <a:pt x="267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84"/>
            <p:cNvSpPr/>
            <p:nvPr/>
          </p:nvSpPr>
          <p:spPr>
            <a:xfrm>
              <a:off x="3086586" y="1528700"/>
              <a:ext cx="148992" cy="292427"/>
            </a:xfrm>
            <a:custGeom>
              <a:rect b="b" l="l" r="r" t="t"/>
              <a:pathLst>
                <a:path extrusionOk="0" h="11156" w="5684">
                  <a:moveTo>
                    <a:pt x="2949" y="0"/>
                  </a:moveTo>
                  <a:cubicBezTo>
                    <a:pt x="2040" y="0"/>
                    <a:pt x="1050" y="413"/>
                    <a:pt x="275" y="1264"/>
                  </a:cubicBezTo>
                  <a:cubicBezTo>
                    <a:pt x="1" y="1569"/>
                    <a:pt x="85" y="1974"/>
                    <a:pt x="591" y="2150"/>
                  </a:cubicBezTo>
                  <a:cubicBezTo>
                    <a:pt x="634" y="2279"/>
                    <a:pt x="891" y="2886"/>
                    <a:pt x="1972" y="2886"/>
                  </a:cubicBezTo>
                  <a:cubicBezTo>
                    <a:pt x="2125" y="2886"/>
                    <a:pt x="2295" y="2873"/>
                    <a:pt x="2483" y="2846"/>
                  </a:cubicBezTo>
                  <a:lnTo>
                    <a:pt x="2483" y="2846"/>
                  </a:lnTo>
                  <a:cubicBezTo>
                    <a:pt x="2483" y="2846"/>
                    <a:pt x="2536" y="3240"/>
                    <a:pt x="1798" y="5895"/>
                  </a:cubicBezTo>
                  <a:cubicBezTo>
                    <a:pt x="1439" y="7192"/>
                    <a:pt x="1080" y="9172"/>
                    <a:pt x="2413" y="10557"/>
                  </a:cubicBezTo>
                  <a:cubicBezTo>
                    <a:pt x="2670" y="10811"/>
                    <a:pt x="2972" y="11015"/>
                    <a:pt x="3303" y="11155"/>
                  </a:cubicBezTo>
                  <a:cubicBezTo>
                    <a:pt x="3939" y="10909"/>
                    <a:pt x="4554" y="10614"/>
                    <a:pt x="5142" y="10273"/>
                  </a:cubicBezTo>
                  <a:cubicBezTo>
                    <a:pt x="4797" y="10223"/>
                    <a:pt x="4449" y="10136"/>
                    <a:pt x="4210" y="9967"/>
                  </a:cubicBezTo>
                  <a:cubicBezTo>
                    <a:pt x="3063" y="9172"/>
                    <a:pt x="3651" y="7966"/>
                    <a:pt x="4368" y="6426"/>
                  </a:cubicBezTo>
                  <a:cubicBezTo>
                    <a:pt x="4572" y="6000"/>
                    <a:pt x="5356" y="4288"/>
                    <a:pt x="5472" y="3141"/>
                  </a:cubicBezTo>
                  <a:cubicBezTo>
                    <a:pt x="5683" y="1084"/>
                    <a:pt x="4423" y="0"/>
                    <a:pt x="29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84"/>
            <p:cNvSpPr/>
            <p:nvPr/>
          </p:nvSpPr>
          <p:spPr>
            <a:xfrm>
              <a:off x="3058748" y="1644848"/>
              <a:ext cx="276018" cy="190879"/>
            </a:xfrm>
            <a:custGeom>
              <a:rect b="b" l="l" r="r" t="t"/>
              <a:pathLst>
                <a:path extrusionOk="0" h="7282" w="10530">
                  <a:moveTo>
                    <a:pt x="10413" y="0"/>
                  </a:moveTo>
                  <a:cubicBezTo>
                    <a:pt x="10409" y="0"/>
                    <a:pt x="10406" y="0"/>
                    <a:pt x="10402" y="1"/>
                  </a:cubicBezTo>
                  <a:cubicBezTo>
                    <a:pt x="7927" y="265"/>
                    <a:pt x="7772" y="4083"/>
                    <a:pt x="6091" y="5304"/>
                  </a:cubicBezTo>
                  <a:cubicBezTo>
                    <a:pt x="5342" y="5846"/>
                    <a:pt x="4564" y="6077"/>
                    <a:pt x="3882" y="6077"/>
                  </a:cubicBezTo>
                  <a:cubicBezTo>
                    <a:pt x="2922" y="6077"/>
                    <a:pt x="2151" y="5619"/>
                    <a:pt x="1917" y="4924"/>
                  </a:cubicBezTo>
                  <a:cubicBezTo>
                    <a:pt x="1611" y="4006"/>
                    <a:pt x="2146" y="3341"/>
                    <a:pt x="2620" y="2944"/>
                  </a:cubicBezTo>
                  <a:lnTo>
                    <a:pt x="2923" y="1545"/>
                  </a:lnTo>
                  <a:lnTo>
                    <a:pt x="2923" y="1545"/>
                  </a:lnTo>
                  <a:cubicBezTo>
                    <a:pt x="1914" y="1938"/>
                    <a:pt x="1066" y="2709"/>
                    <a:pt x="757" y="3419"/>
                  </a:cubicBezTo>
                  <a:cubicBezTo>
                    <a:pt x="1" y="5157"/>
                    <a:pt x="1198" y="7282"/>
                    <a:pt x="3549" y="7282"/>
                  </a:cubicBezTo>
                  <a:cubicBezTo>
                    <a:pt x="4271" y="7282"/>
                    <a:pt x="5101" y="7082"/>
                    <a:pt x="6017" y="6608"/>
                  </a:cubicBezTo>
                  <a:cubicBezTo>
                    <a:pt x="9200" y="4966"/>
                    <a:pt x="8187" y="1344"/>
                    <a:pt x="10448" y="159"/>
                  </a:cubicBezTo>
                  <a:cubicBezTo>
                    <a:pt x="10529" y="119"/>
                    <a:pt x="10497" y="0"/>
                    <a:pt x="1041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84"/>
            <p:cNvSpPr/>
            <p:nvPr/>
          </p:nvSpPr>
          <p:spPr>
            <a:xfrm>
              <a:off x="3067425" y="1649016"/>
              <a:ext cx="265218" cy="186712"/>
            </a:xfrm>
            <a:custGeom>
              <a:rect b="b" l="l" r="r" t="t"/>
              <a:pathLst>
                <a:path extrusionOk="0" h="7123" w="10118">
                  <a:moveTo>
                    <a:pt x="10117" y="0"/>
                  </a:moveTo>
                  <a:lnTo>
                    <a:pt x="10117" y="0"/>
                  </a:lnTo>
                  <a:cubicBezTo>
                    <a:pt x="9804" y="18"/>
                    <a:pt x="8679" y="201"/>
                    <a:pt x="7863" y="2578"/>
                  </a:cubicBezTo>
                  <a:cubicBezTo>
                    <a:pt x="7566" y="3436"/>
                    <a:pt x="6768" y="6622"/>
                    <a:pt x="2843" y="6622"/>
                  </a:cubicBezTo>
                  <a:cubicBezTo>
                    <a:pt x="2811" y="6622"/>
                    <a:pt x="2779" y="6622"/>
                    <a:pt x="2747" y="6622"/>
                  </a:cubicBezTo>
                  <a:cubicBezTo>
                    <a:pt x="1175" y="6600"/>
                    <a:pt x="173" y="5261"/>
                    <a:pt x="229" y="3949"/>
                  </a:cubicBezTo>
                  <a:lnTo>
                    <a:pt x="229" y="3949"/>
                  </a:lnTo>
                  <a:cubicBezTo>
                    <a:pt x="0" y="5514"/>
                    <a:pt x="1172" y="7123"/>
                    <a:pt x="3218" y="7123"/>
                  </a:cubicBezTo>
                  <a:cubicBezTo>
                    <a:pt x="3939" y="7123"/>
                    <a:pt x="4770" y="6922"/>
                    <a:pt x="5686" y="6449"/>
                  </a:cubicBezTo>
                  <a:cubicBezTo>
                    <a:pt x="8869" y="4807"/>
                    <a:pt x="7856" y="1185"/>
                    <a:pt x="10117"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84"/>
            <p:cNvSpPr/>
            <p:nvPr/>
          </p:nvSpPr>
          <p:spPr>
            <a:xfrm>
              <a:off x="3115524" y="1590850"/>
              <a:ext cx="82910" cy="213160"/>
            </a:xfrm>
            <a:custGeom>
              <a:rect b="b" l="l" r="r" t="t"/>
              <a:pathLst>
                <a:path extrusionOk="0" h="8132" w="3163">
                  <a:moveTo>
                    <a:pt x="2962" y="0"/>
                  </a:moveTo>
                  <a:cubicBezTo>
                    <a:pt x="2582" y="246"/>
                    <a:pt x="1379" y="475"/>
                    <a:pt x="1379" y="475"/>
                  </a:cubicBezTo>
                  <a:cubicBezTo>
                    <a:pt x="1379" y="475"/>
                    <a:pt x="1435" y="869"/>
                    <a:pt x="697" y="3527"/>
                  </a:cubicBezTo>
                  <a:cubicBezTo>
                    <a:pt x="345" y="4793"/>
                    <a:pt x="1" y="6710"/>
                    <a:pt x="1228" y="8092"/>
                  </a:cubicBezTo>
                  <a:cubicBezTo>
                    <a:pt x="1391" y="8119"/>
                    <a:pt x="1554" y="8132"/>
                    <a:pt x="1718" y="8132"/>
                  </a:cubicBezTo>
                  <a:cubicBezTo>
                    <a:pt x="1852" y="8132"/>
                    <a:pt x="1987" y="8123"/>
                    <a:pt x="2121" y="8106"/>
                  </a:cubicBezTo>
                  <a:cubicBezTo>
                    <a:pt x="778" y="6259"/>
                    <a:pt x="2068" y="3661"/>
                    <a:pt x="2599" y="2581"/>
                  </a:cubicBezTo>
                  <a:cubicBezTo>
                    <a:pt x="3162" y="1438"/>
                    <a:pt x="2962" y="0"/>
                    <a:pt x="2962"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84"/>
            <p:cNvSpPr/>
            <p:nvPr/>
          </p:nvSpPr>
          <p:spPr>
            <a:xfrm>
              <a:off x="3101606" y="1573707"/>
              <a:ext cx="91613" cy="31324"/>
            </a:xfrm>
            <a:custGeom>
              <a:rect b="b" l="l" r="r" t="t"/>
              <a:pathLst>
                <a:path extrusionOk="0" h="1195" w="3495">
                  <a:moveTo>
                    <a:pt x="2917" y="0"/>
                  </a:moveTo>
                  <a:cubicBezTo>
                    <a:pt x="2783" y="0"/>
                    <a:pt x="2633" y="33"/>
                    <a:pt x="2480" y="92"/>
                  </a:cubicBezTo>
                  <a:cubicBezTo>
                    <a:pt x="1684" y="394"/>
                    <a:pt x="1064" y="512"/>
                    <a:pt x="604" y="512"/>
                  </a:cubicBezTo>
                  <a:cubicBezTo>
                    <a:pt x="359" y="512"/>
                    <a:pt x="158" y="478"/>
                    <a:pt x="1" y="422"/>
                  </a:cubicBezTo>
                  <a:lnTo>
                    <a:pt x="1" y="422"/>
                  </a:lnTo>
                  <a:cubicBezTo>
                    <a:pt x="252" y="1009"/>
                    <a:pt x="809" y="1195"/>
                    <a:pt x="1406" y="1195"/>
                  </a:cubicBezTo>
                  <a:cubicBezTo>
                    <a:pt x="2395" y="1195"/>
                    <a:pt x="3495" y="685"/>
                    <a:pt x="3493" y="654"/>
                  </a:cubicBezTo>
                  <a:cubicBezTo>
                    <a:pt x="3483" y="189"/>
                    <a:pt x="3243" y="0"/>
                    <a:pt x="29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84"/>
            <p:cNvSpPr/>
            <p:nvPr/>
          </p:nvSpPr>
          <p:spPr>
            <a:xfrm>
              <a:off x="3048709" y="1523327"/>
              <a:ext cx="366241" cy="317800"/>
            </a:xfrm>
            <a:custGeom>
              <a:rect b="b" l="l" r="r" t="t"/>
              <a:pathLst>
                <a:path extrusionOk="0" h="12124" w="13972">
                  <a:moveTo>
                    <a:pt x="7382" y="5749"/>
                  </a:moveTo>
                  <a:cubicBezTo>
                    <a:pt x="7832" y="5749"/>
                    <a:pt x="8283" y="5769"/>
                    <a:pt x="8732" y="5808"/>
                  </a:cubicBezTo>
                  <a:cubicBezTo>
                    <a:pt x="8616" y="5980"/>
                    <a:pt x="8507" y="6163"/>
                    <a:pt x="8405" y="6353"/>
                  </a:cubicBezTo>
                  <a:cubicBezTo>
                    <a:pt x="8046" y="6320"/>
                    <a:pt x="7691" y="6304"/>
                    <a:pt x="7350" y="6304"/>
                  </a:cubicBezTo>
                  <a:cubicBezTo>
                    <a:pt x="6919" y="6304"/>
                    <a:pt x="6510" y="6330"/>
                    <a:pt x="6147" y="6381"/>
                  </a:cubicBezTo>
                  <a:cubicBezTo>
                    <a:pt x="6239" y="6184"/>
                    <a:pt x="6330" y="5984"/>
                    <a:pt x="6418" y="5780"/>
                  </a:cubicBezTo>
                  <a:cubicBezTo>
                    <a:pt x="6739" y="5759"/>
                    <a:pt x="7061" y="5749"/>
                    <a:pt x="7382" y="5749"/>
                  </a:cubicBezTo>
                  <a:close/>
                  <a:moveTo>
                    <a:pt x="7346" y="6710"/>
                  </a:moveTo>
                  <a:cubicBezTo>
                    <a:pt x="7623" y="6710"/>
                    <a:pt x="7910" y="6721"/>
                    <a:pt x="8201" y="6743"/>
                  </a:cubicBezTo>
                  <a:cubicBezTo>
                    <a:pt x="8078" y="6986"/>
                    <a:pt x="7965" y="7235"/>
                    <a:pt x="7849" y="7478"/>
                  </a:cubicBezTo>
                  <a:cubicBezTo>
                    <a:pt x="7410" y="8421"/>
                    <a:pt x="6998" y="9307"/>
                    <a:pt x="6355" y="9774"/>
                  </a:cubicBezTo>
                  <a:cubicBezTo>
                    <a:pt x="6203" y="9883"/>
                    <a:pt x="6042" y="9985"/>
                    <a:pt x="5880" y="10073"/>
                  </a:cubicBezTo>
                  <a:cubicBezTo>
                    <a:pt x="5845" y="10056"/>
                    <a:pt x="5813" y="10035"/>
                    <a:pt x="5781" y="10010"/>
                  </a:cubicBezTo>
                  <a:cubicBezTo>
                    <a:pt x="5324" y="9672"/>
                    <a:pt x="5155" y="9268"/>
                    <a:pt x="5236" y="8702"/>
                  </a:cubicBezTo>
                  <a:cubicBezTo>
                    <a:pt x="5314" y="8164"/>
                    <a:pt x="5602" y="7545"/>
                    <a:pt x="5940" y="6828"/>
                  </a:cubicBezTo>
                  <a:cubicBezTo>
                    <a:pt x="6340" y="6749"/>
                    <a:pt x="6824" y="6710"/>
                    <a:pt x="7346" y="6710"/>
                  </a:cubicBezTo>
                  <a:close/>
                  <a:moveTo>
                    <a:pt x="2687" y="8210"/>
                  </a:moveTo>
                  <a:cubicBezTo>
                    <a:pt x="2666" y="8895"/>
                    <a:pt x="2754" y="9556"/>
                    <a:pt x="3025" y="10161"/>
                  </a:cubicBezTo>
                  <a:cubicBezTo>
                    <a:pt x="2778" y="10003"/>
                    <a:pt x="2596" y="9767"/>
                    <a:pt x="2497" y="9493"/>
                  </a:cubicBezTo>
                  <a:cubicBezTo>
                    <a:pt x="2314" y="8952"/>
                    <a:pt x="2448" y="8540"/>
                    <a:pt x="2687" y="8210"/>
                  </a:cubicBezTo>
                  <a:close/>
                  <a:moveTo>
                    <a:pt x="9495" y="6919"/>
                  </a:moveTo>
                  <a:cubicBezTo>
                    <a:pt x="10617" y="7144"/>
                    <a:pt x="11471" y="7573"/>
                    <a:pt x="11738" y="8051"/>
                  </a:cubicBezTo>
                  <a:cubicBezTo>
                    <a:pt x="11840" y="8217"/>
                    <a:pt x="11854" y="8424"/>
                    <a:pt x="11780" y="8607"/>
                  </a:cubicBezTo>
                  <a:cubicBezTo>
                    <a:pt x="11608" y="9057"/>
                    <a:pt x="11021" y="9490"/>
                    <a:pt x="10128" y="9820"/>
                  </a:cubicBezTo>
                  <a:cubicBezTo>
                    <a:pt x="9417" y="10073"/>
                    <a:pt x="8682" y="10235"/>
                    <a:pt x="7933" y="10298"/>
                  </a:cubicBezTo>
                  <a:cubicBezTo>
                    <a:pt x="8640" y="9468"/>
                    <a:pt x="8967" y="8491"/>
                    <a:pt x="9266" y="7591"/>
                  </a:cubicBezTo>
                  <a:cubicBezTo>
                    <a:pt x="9344" y="7359"/>
                    <a:pt x="9417" y="7134"/>
                    <a:pt x="9495" y="6919"/>
                  </a:cubicBezTo>
                  <a:close/>
                  <a:moveTo>
                    <a:pt x="4414" y="404"/>
                  </a:moveTo>
                  <a:cubicBezTo>
                    <a:pt x="4782" y="404"/>
                    <a:pt x="5142" y="477"/>
                    <a:pt x="5472" y="628"/>
                  </a:cubicBezTo>
                  <a:cubicBezTo>
                    <a:pt x="6418" y="1064"/>
                    <a:pt x="6875" y="2045"/>
                    <a:pt x="6717" y="3318"/>
                  </a:cubicBezTo>
                  <a:cubicBezTo>
                    <a:pt x="6569" y="4535"/>
                    <a:pt x="6052" y="5632"/>
                    <a:pt x="5595" y="6603"/>
                  </a:cubicBezTo>
                  <a:cubicBezTo>
                    <a:pt x="5233" y="7369"/>
                    <a:pt x="4920" y="8034"/>
                    <a:pt x="4832" y="8646"/>
                  </a:cubicBezTo>
                  <a:cubicBezTo>
                    <a:pt x="4734" y="9321"/>
                    <a:pt x="4937" y="9855"/>
                    <a:pt x="5451" y="10274"/>
                  </a:cubicBezTo>
                  <a:cubicBezTo>
                    <a:pt x="5247" y="10355"/>
                    <a:pt x="5036" y="10414"/>
                    <a:pt x="4818" y="10457"/>
                  </a:cubicBezTo>
                  <a:cubicBezTo>
                    <a:pt x="4716" y="10316"/>
                    <a:pt x="4624" y="10165"/>
                    <a:pt x="4544" y="10010"/>
                  </a:cubicBezTo>
                  <a:cubicBezTo>
                    <a:pt x="4503" y="9929"/>
                    <a:pt x="4435" y="9896"/>
                    <a:pt x="4368" y="9896"/>
                  </a:cubicBezTo>
                  <a:cubicBezTo>
                    <a:pt x="4233" y="9896"/>
                    <a:pt x="4099" y="10031"/>
                    <a:pt x="4181" y="10193"/>
                  </a:cubicBezTo>
                  <a:cubicBezTo>
                    <a:pt x="4234" y="10302"/>
                    <a:pt x="4294" y="10407"/>
                    <a:pt x="4361" y="10509"/>
                  </a:cubicBezTo>
                  <a:cubicBezTo>
                    <a:pt x="4334" y="10510"/>
                    <a:pt x="4307" y="10510"/>
                    <a:pt x="4280" y="10510"/>
                  </a:cubicBezTo>
                  <a:cubicBezTo>
                    <a:pt x="4064" y="10510"/>
                    <a:pt x="3846" y="10485"/>
                    <a:pt x="3636" y="10432"/>
                  </a:cubicBezTo>
                  <a:lnTo>
                    <a:pt x="3633" y="10425"/>
                  </a:lnTo>
                  <a:cubicBezTo>
                    <a:pt x="2652" y="8948"/>
                    <a:pt x="3207" y="6859"/>
                    <a:pt x="3696" y="5017"/>
                  </a:cubicBezTo>
                  <a:cubicBezTo>
                    <a:pt x="3868" y="4366"/>
                    <a:pt x="4030" y="3754"/>
                    <a:pt x="4129" y="3181"/>
                  </a:cubicBezTo>
                  <a:cubicBezTo>
                    <a:pt x="4537" y="3104"/>
                    <a:pt x="4941" y="2995"/>
                    <a:pt x="5335" y="2858"/>
                  </a:cubicBezTo>
                  <a:cubicBezTo>
                    <a:pt x="5342" y="2995"/>
                    <a:pt x="5342" y="3128"/>
                    <a:pt x="5335" y="3269"/>
                  </a:cubicBezTo>
                  <a:cubicBezTo>
                    <a:pt x="5331" y="3381"/>
                    <a:pt x="5419" y="3476"/>
                    <a:pt x="5532" y="3480"/>
                  </a:cubicBezTo>
                  <a:lnTo>
                    <a:pt x="5539" y="3480"/>
                  </a:lnTo>
                  <a:cubicBezTo>
                    <a:pt x="5648" y="3480"/>
                    <a:pt x="5739" y="3392"/>
                    <a:pt x="5743" y="3283"/>
                  </a:cubicBezTo>
                  <a:cubicBezTo>
                    <a:pt x="5753" y="3040"/>
                    <a:pt x="5743" y="2794"/>
                    <a:pt x="5715" y="2548"/>
                  </a:cubicBezTo>
                  <a:cubicBezTo>
                    <a:pt x="5703" y="2441"/>
                    <a:pt x="5614" y="2368"/>
                    <a:pt x="5513" y="2368"/>
                  </a:cubicBezTo>
                  <a:cubicBezTo>
                    <a:pt x="5488" y="2368"/>
                    <a:pt x="5462" y="2373"/>
                    <a:pt x="5437" y="2383"/>
                  </a:cubicBezTo>
                  <a:cubicBezTo>
                    <a:pt x="4966" y="2566"/>
                    <a:pt x="4477" y="2703"/>
                    <a:pt x="3981" y="2794"/>
                  </a:cubicBezTo>
                  <a:cubicBezTo>
                    <a:pt x="3768" y="2830"/>
                    <a:pt x="3537" y="2856"/>
                    <a:pt x="3312" y="2856"/>
                  </a:cubicBezTo>
                  <a:cubicBezTo>
                    <a:pt x="2983" y="2856"/>
                    <a:pt x="2670" y="2800"/>
                    <a:pt x="2455" y="2640"/>
                  </a:cubicBezTo>
                  <a:cubicBezTo>
                    <a:pt x="2479" y="2640"/>
                    <a:pt x="2504" y="2643"/>
                    <a:pt x="2532" y="2647"/>
                  </a:cubicBezTo>
                  <a:cubicBezTo>
                    <a:pt x="2561" y="2647"/>
                    <a:pt x="2590" y="2648"/>
                    <a:pt x="2620" y="2648"/>
                  </a:cubicBezTo>
                  <a:cubicBezTo>
                    <a:pt x="3160" y="2648"/>
                    <a:pt x="3815" y="2497"/>
                    <a:pt x="4572" y="2200"/>
                  </a:cubicBezTo>
                  <a:cubicBezTo>
                    <a:pt x="4796" y="2113"/>
                    <a:pt x="4706" y="1804"/>
                    <a:pt x="4505" y="1804"/>
                  </a:cubicBezTo>
                  <a:cubicBezTo>
                    <a:pt x="4480" y="1804"/>
                    <a:pt x="4453" y="1809"/>
                    <a:pt x="4424" y="1820"/>
                  </a:cubicBezTo>
                  <a:cubicBezTo>
                    <a:pt x="3663" y="2119"/>
                    <a:pt x="3051" y="2238"/>
                    <a:pt x="2607" y="2238"/>
                  </a:cubicBezTo>
                  <a:cubicBezTo>
                    <a:pt x="2192" y="2238"/>
                    <a:pt x="1923" y="2134"/>
                    <a:pt x="1815" y="1975"/>
                  </a:cubicBezTo>
                  <a:cubicBezTo>
                    <a:pt x="1706" y="1817"/>
                    <a:pt x="1818" y="1662"/>
                    <a:pt x="1871" y="1602"/>
                  </a:cubicBezTo>
                  <a:cubicBezTo>
                    <a:pt x="2575" y="831"/>
                    <a:pt x="3521" y="404"/>
                    <a:pt x="4414" y="404"/>
                  </a:cubicBezTo>
                  <a:close/>
                  <a:moveTo>
                    <a:pt x="9924" y="5966"/>
                  </a:moveTo>
                  <a:cubicBezTo>
                    <a:pt x="10989" y="6156"/>
                    <a:pt x="11889" y="6455"/>
                    <a:pt x="12533" y="6835"/>
                  </a:cubicBezTo>
                  <a:cubicBezTo>
                    <a:pt x="13004" y="7109"/>
                    <a:pt x="13563" y="7566"/>
                    <a:pt x="13563" y="8178"/>
                  </a:cubicBezTo>
                  <a:cubicBezTo>
                    <a:pt x="13567" y="8828"/>
                    <a:pt x="13229" y="9433"/>
                    <a:pt x="12565" y="9975"/>
                  </a:cubicBezTo>
                  <a:lnTo>
                    <a:pt x="12561" y="9975"/>
                  </a:lnTo>
                  <a:cubicBezTo>
                    <a:pt x="11791" y="10604"/>
                    <a:pt x="10617" y="11107"/>
                    <a:pt x="9259" y="11385"/>
                  </a:cubicBezTo>
                  <a:cubicBezTo>
                    <a:pt x="8529" y="11535"/>
                    <a:pt x="7784" y="11609"/>
                    <a:pt x="7085" y="11609"/>
                  </a:cubicBezTo>
                  <a:cubicBezTo>
                    <a:pt x="6783" y="11609"/>
                    <a:pt x="6490" y="11595"/>
                    <a:pt x="6210" y="11568"/>
                  </a:cubicBezTo>
                  <a:cubicBezTo>
                    <a:pt x="6302" y="11522"/>
                    <a:pt x="6397" y="11476"/>
                    <a:pt x="6495" y="11427"/>
                  </a:cubicBezTo>
                  <a:cubicBezTo>
                    <a:pt x="6861" y="11241"/>
                    <a:pt x="7199" y="11009"/>
                    <a:pt x="7508" y="10734"/>
                  </a:cubicBezTo>
                  <a:cubicBezTo>
                    <a:pt x="8447" y="10699"/>
                    <a:pt x="9379" y="10520"/>
                    <a:pt x="10265" y="10200"/>
                  </a:cubicBezTo>
                  <a:cubicBezTo>
                    <a:pt x="10979" y="9936"/>
                    <a:pt x="11886" y="9472"/>
                    <a:pt x="12160" y="8751"/>
                  </a:cubicBezTo>
                  <a:cubicBezTo>
                    <a:pt x="12276" y="8456"/>
                    <a:pt x="12252" y="8125"/>
                    <a:pt x="12093" y="7851"/>
                  </a:cubicBezTo>
                  <a:cubicBezTo>
                    <a:pt x="11766" y="7274"/>
                    <a:pt x="10863" y="6789"/>
                    <a:pt x="9642" y="6532"/>
                  </a:cubicBezTo>
                  <a:cubicBezTo>
                    <a:pt x="9723" y="6339"/>
                    <a:pt x="9818" y="6149"/>
                    <a:pt x="9924" y="5966"/>
                  </a:cubicBezTo>
                  <a:close/>
                  <a:moveTo>
                    <a:pt x="10166" y="5013"/>
                  </a:moveTo>
                  <a:lnTo>
                    <a:pt x="10166" y="5013"/>
                  </a:lnTo>
                  <a:cubicBezTo>
                    <a:pt x="9491" y="5628"/>
                    <a:pt x="9192" y="6525"/>
                    <a:pt x="8879" y="7461"/>
                  </a:cubicBezTo>
                  <a:cubicBezTo>
                    <a:pt x="8429" y="8814"/>
                    <a:pt x="7965" y="10210"/>
                    <a:pt x="6309" y="11065"/>
                  </a:cubicBezTo>
                  <a:cubicBezTo>
                    <a:pt x="5471" y="11500"/>
                    <a:pt x="4675" y="11717"/>
                    <a:pt x="3937" y="11717"/>
                  </a:cubicBezTo>
                  <a:cubicBezTo>
                    <a:pt x="3851" y="11717"/>
                    <a:pt x="3766" y="11714"/>
                    <a:pt x="3682" y="11708"/>
                  </a:cubicBezTo>
                  <a:cubicBezTo>
                    <a:pt x="2989" y="11659"/>
                    <a:pt x="2377" y="11402"/>
                    <a:pt x="1917" y="10973"/>
                  </a:cubicBezTo>
                  <a:cubicBezTo>
                    <a:pt x="1541" y="10618"/>
                    <a:pt x="1277" y="10158"/>
                    <a:pt x="1171" y="9655"/>
                  </a:cubicBezTo>
                  <a:cubicBezTo>
                    <a:pt x="1062" y="9141"/>
                    <a:pt x="1115" y="8610"/>
                    <a:pt x="1326" y="8132"/>
                  </a:cubicBezTo>
                  <a:cubicBezTo>
                    <a:pt x="1565" y="7584"/>
                    <a:pt x="2170" y="7003"/>
                    <a:pt x="2884" y="6627"/>
                  </a:cubicBezTo>
                  <a:lnTo>
                    <a:pt x="2884" y="6627"/>
                  </a:lnTo>
                  <a:cubicBezTo>
                    <a:pt x="2821" y="6933"/>
                    <a:pt x="2768" y="7239"/>
                    <a:pt x="2733" y="7541"/>
                  </a:cubicBezTo>
                  <a:cubicBezTo>
                    <a:pt x="2290" y="7963"/>
                    <a:pt x="1773" y="8628"/>
                    <a:pt x="2107" y="9623"/>
                  </a:cubicBezTo>
                  <a:cubicBezTo>
                    <a:pt x="2290" y="10158"/>
                    <a:pt x="2754" y="10580"/>
                    <a:pt x="3387" y="10784"/>
                  </a:cubicBezTo>
                  <a:cubicBezTo>
                    <a:pt x="3661" y="10868"/>
                    <a:pt x="3946" y="10914"/>
                    <a:pt x="4234" y="10914"/>
                  </a:cubicBezTo>
                  <a:cubicBezTo>
                    <a:pt x="4244" y="10914"/>
                    <a:pt x="4255" y="10914"/>
                    <a:pt x="4266" y="10914"/>
                  </a:cubicBezTo>
                  <a:cubicBezTo>
                    <a:pt x="5036" y="10914"/>
                    <a:pt x="5862" y="10636"/>
                    <a:pt x="6597" y="10101"/>
                  </a:cubicBezTo>
                  <a:cubicBezTo>
                    <a:pt x="7329" y="9570"/>
                    <a:pt x="7779" y="8596"/>
                    <a:pt x="8218" y="7650"/>
                  </a:cubicBezTo>
                  <a:cubicBezTo>
                    <a:pt x="8746" y="6518"/>
                    <a:pt x="9249" y="5435"/>
                    <a:pt x="10166" y="5013"/>
                  </a:cubicBezTo>
                  <a:close/>
                  <a:moveTo>
                    <a:pt x="4407" y="0"/>
                  </a:moveTo>
                  <a:cubicBezTo>
                    <a:pt x="4136" y="0"/>
                    <a:pt x="3859" y="33"/>
                    <a:pt x="3584" y="101"/>
                  </a:cubicBezTo>
                  <a:cubicBezTo>
                    <a:pt x="2828" y="287"/>
                    <a:pt x="2131" y="712"/>
                    <a:pt x="1572" y="1328"/>
                  </a:cubicBezTo>
                  <a:cubicBezTo>
                    <a:pt x="1330" y="1592"/>
                    <a:pt x="1294" y="1936"/>
                    <a:pt x="1477" y="2203"/>
                  </a:cubicBezTo>
                  <a:cubicBezTo>
                    <a:pt x="1534" y="2284"/>
                    <a:pt x="1604" y="2355"/>
                    <a:pt x="1685" y="2407"/>
                  </a:cubicBezTo>
                  <a:lnTo>
                    <a:pt x="858" y="3005"/>
                  </a:lnTo>
                  <a:lnTo>
                    <a:pt x="271" y="3005"/>
                  </a:lnTo>
                  <a:cubicBezTo>
                    <a:pt x="0" y="3005"/>
                    <a:pt x="0" y="3413"/>
                    <a:pt x="271" y="3413"/>
                  </a:cubicBezTo>
                  <a:lnTo>
                    <a:pt x="640" y="3413"/>
                  </a:lnTo>
                  <a:lnTo>
                    <a:pt x="510" y="3796"/>
                  </a:lnTo>
                  <a:cubicBezTo>
                    <a:pt x="458" y="3955"/>
                    <a:pt x="585" y="4066"/>
                    <a:pt x="710" y="4066"/>
                  </a:cubicBezTo>
                  <a:cubicBezTo>
                    <a:pt x="787" y="4066"/>
                    <a:pt x="864" y="4024"/>
                    <a:pt x="897" y="3927"/>
                  </a:cubicBezTo>
                  <a:lnTo>
                    <a:pt x="1094" y="3336"/>
                  </a:lnTo>
                  <a:lnTo>
                    <a:pt x="1959" y="2710"/>
                  </a:lnTo>
                  <a:cubicBezTo>
                    <a:pt x="2242" y="3131"/>
                    <a:pt x="2771" y="3262"/>
                    <a:pt x="3311" y="3262"/>
                  </a:cubicBezTo>
                  <a:cubicBezTo>
                    <a:pt x="3442" y="3262"/>
                    <a:pt x="3574" y="3254"/>
                    <a:pt x="3703" y="3241"/>
                  </a:cubicBezTo>
                  <a:lnTo>
                    <a:pt x="3703" y="3241"/>
                  </a:lnTo>
                  <a:cubicBezTo>
                    <a:pt x="3605" y="3761"/>
                    <a:pt x="3457" y="4320"/>
                    <a:pt x="3299" y="4911"/>
                  </a:cubicBezTo>
                  <a:cubicBezTo>
                    <a:pt x="3197" y="5308"/>
                    <a:pt x="3088" y="5709"/>
                    <a:pt x="2993" y="6121"/>
                  </a:cubicBezTo>
                  <a:cubicBezTo>
                    <a:pt x="2061" y="6532"/>
                    <a:pt x="1266" y="7253"/>
                    <a:pt x="953" y="7970"/>
                  </a:cubicBezTo>
                  <a:cubicBezTo>
                    <a:pt x="458" y="9106"/>
                    <a:pt x="732" y="10425"/>
                    <a:pt x="1636" y="11269"/>
                  </a:cubicBezTo>
                  <a:cubicBezTo>
                    <a:pt x="2166" y="11765"/>
                    <a:pt x="2863" y="12057"/>
                    <a:pt x="3650" y="12113"/>
                  </a:cubicBezTo>
                  <a:cubicBezTo>
                    <a:pt x="3745" y="12120"/>
                    <a:pt x="3840" y="12123"/>
                    <a:pt x="3935" y="12123"/>
                  </a:cubicBezTo>
                  <a:cubicBezTo>
                    <a:pt x="4452" y="12116"/>
                    <a:pt x="4966" y="12028"/>
                    <a:pt x="5454" y="11863"/>
                  </a:cubicBezTo>
                  <a:cubicBezTo>
                    <a:pt x="5974" y="11965"/>
                    <a:pt x="6504" y="12015"/>
                    <a:pt x="7032" y="12015"/>
                  </a:cubicBezTo>
                  <a:cubicBezTo>
                    <a:pt x="7050" y="12015"/>
                    <a:pt x="7068" y="12014"/>
                    <a:pt x="7086" y="12014"/>
                  </a:cubicBezTo>
                  <a:cubicBezTo>
                    <a:pt x="7842" y="12011"/>
                    <a:pt x="8598" y="11933"/>
                    <a:pt x="9340" y="11782"/>
                  </a:cubicBezTo>
                  <a:cubicBezTo>
                    <a:pt x="10761" y="11490"/>
                    <a:pt x="11995" y="10959"/>
                    <a:pt x="12821" y="10288"/>
                  </a:cubicBezTo>
                  <a:cubicBezTo>
                    <a:pt x="13570" y="9672"/>
                    <a:pt x="13971" y="8944"/>
                    <a:pt x="13971" y="8178"/>
                  </a:cubicBezTo>
                  <a:cubicBezTo>
                    <a:pt x="13971" y="7014"/>
                    <a:pt x="12558" y="6057"/>
                    <a:pt x="10177" y="5600"/>
                  </a:cubicBezTo>
                  <a:cubicBezTo>
                    <a:pt x="10465" y="5235"/>
                    <a:pt x="10856" y="4964"/>
                    <a:pt x="11295" y="4816"/>
                  </a:cubicBezTo>
                  <a:cubicBezTo>
                    <a:pt x="11506" y="4742"/>
                    <a:pt x="11464" y="4433"/>
                    <a:pt x="11239" y="4419"/>
                  </a:cubicBezTo>
                  <a:cubicBezTo>
                    <a:pt x="11183" y="4416"/>
                    <a:pt x="11128" y="4414"/>
                    <a:pt x="11073" y="4414"/>
                  </a:cubicBezTo>
                  <a:cubicBezTo>
                    <a:pt x="10286" y="4414"/>
                    <a:pt x="9629" y="4723"/>
                    <a:pt x="9073" y="5361"/>
                  </a:cubicBezTo>
                  <a:cubicBezTo>
                    <a:pt x="9052" y="5382"/>
                    <a:pt x="9034" y="5403"/>
                    <a:pt x="9013" y="5428"/>
                  </a:cubicBezTo>
                  <a:cubicBezTo>
                    <a:pt x="8466" y="5371"/>
                    <a:pt x="7917" y="5343"/>
                    <a:pt x="7368" y="5343"/>
                  </a:cubicBezTo>
                  <a:cubicBezTo>
                    <a:pt x="7109" y="5343"/>
                    <a:pt x="6849" y="5349"/>
                    <a:pt x="6590" y="5361"/>
                  </a:cubicBezTo>
                  <a:cubicBezTo>
                    <a:pt x="6833" y="4742"/>
                    <a:pt x="7033" y="4081"/>
                    <a:pt x="7121" y="3371"/>
                  </a:cubicBezTo>
                  <a:cubicBezTo>
                    <a:pt x="7216" y="2615"/>
                    <a:pt x="7118" y="1954"/>
                    <a:pt x="6836" y="1402"/>
                  </a:cubicBezTo>
                  <a:cubicBezTo>
                    <a:pt x="6580" y="895"/>
                    <a:pt x="6158" y="494"/>
                    <a:pt x="5641" y="259"/>
                  </a:cubicBezTo>
                  <a:cubicBezTo>
                    <a:pt x="5267" y="87"/>
                    <a:pt x="4845" y="0"/>
                    <a:pt x="4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84"/>
            <p:cNvSpPr/>
            <p:nvPr/>
          </p:nvSpPr>
          <p:spPr>
            <a:xfrm>
              <a:off x="3144568" y="1550273"/>
              <a:ext cx="10721" cy="13945"/>
            </a:xfrm>
            <a:custGeom>
              <a:rect b="b" l="l" r="r" t="t"/>
              <a:pathLst>
                <a:path extrusionOk="0" h="532" w="409">
                  <a:moveTo>
                    <a:pt x="211" y="1"/>
                  </a:moveTo>
                  <a:cubicBezTo>
                    <a:pt x="209" y="1"/>
                    <a:pt x="207" y="1"/>
                    <a:pt x="204" y="1"/>
                  </a:cubicBezTo>
                  <a:cubicBezTo>
                    <a:pt x="92" y="1"/>
                    <a:pt x="0" y="89"/>
                    <a:pt x="0" y="201"/>
                  </a:cubicBezTo>
                  <a:lnTo>
                    <a:pt x="0" y="332"/>
                  </a:lnTo>
                  <a:cubicBezTo>
                    <a:pt x="0" y="441"/>
                    <a:pt x="92" y="532"/>
                    <a:pt x="204" y="532"/>
                  </a:cubicBezTo>
                  <a:cubicBezTo>
                    <a:pt x="317" y="532"/>
                    <a:pt x="408" y="441"/>
                    <a:pt x="408" y="332"/>
                  </a:cubicBezTo>
                  <a:lnTo>
                    <a:pt x="408" y="201"/>
                  </a:lnTo>
                  <a:cubicBezTo>
                    <a:pt x="408" y="91"/>
                    <a:pt x="320"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84"/>
            <p:cNvSpPr/>
            <p:nvPr/>
          </p:nvSpPr>
          <p:spPr>
            <a:xfrm>
              <a:off x="3146036" y="1626054"/>
              <a:ext cx="51114" cy="144457"/>
            </a:xfrm>
            <a:custGeom>
              <a:rect b="b" l="l" r="r" t="t"/>
              <a:pathLst>
                <a:path extrusionOk="0" h="5511" w="1950">
                  <a:moveTo>
                    <a:pt x="1713" y="1"/>
                  </a:moveTo>
                  <a:cubicBezTo>
                    <a:pt x="1627" y="1"/>
                    <a:pt x="1542" y="50"/>
                    <a:pt x="1520" y="162"/>
                  </a:cubicBezTo>
                  <a:cubicBezTo>
                    <a:pt x="1376" y="862"/>
                    <a:pt x="1105" y="1534"/>
                    <a:pt x="841" y="2184"/>
                  </a:cubicBezTo>
                  <a:cubicBezTo>
                    <a:pt x="409" y="3257"/>
                    <a:pt x="1" y="4273"/>
                    <a:pt x="162" y="5338"/>
                  </a:cubicBezTo>
                  <a:cubicBezTo>
                    <a:pt x="180" y="5437"/>
                    <a:pt x="264" y="5511"/>
                    <a:pt x="366" y="5511"/>
                  </a:cubicBezTo>
                  <a:cubicBezTo>
                    <a:pt x="490" y="5511"/>
                    <a:pt x="584" y="5398"/>
                    <a:pt x="567" y="5275"/>
                  </a:cubicBezTo>
                  <a:cubicBezTo>
                    <a:pt x="419" y="4322"/>
                    <a:pt x="810" y="3355"/>
                    <a:pt x="1221" y="2335"/>
                  </a:cubicBezTo>
                  <a:cubicBezTo>
                    <a:pt x="1488" y="1671"/>
                    <a:pt x="1766" y="982"/>
                    <a:pt x="1917" y="247"/>
                  </a:cubicBezTo>
                  <a:cubicBezTo>
                    <a:pt x="1950" y="93"/>
                    <a:pt x="1830" y="1"/>
                    <a:pt x="1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2" name="Google Shape;16252;p84"/>
          <p:cNvGrpSpPr/>
          <p:nvPr/>
        </p:nvGrpSpPr>
        <p:grpSpPr>
          <a:xfrm>
            <a:off x="7423706" y="1506760"/>
            <a:ext cx="365297" cy="351038"/>
            <a:chOff x="7423706" y="1506760"/>
            <a:chExt cx="365297" cy="351038"/>
          </a:xfrm>
        </p:grpSpPr>
        <p:sp>
          <p:nvSpPr>
            <p:cNvPr id="16253" name="Google Shape;16253;p84"/>
            <p:cNvSpPr/>
            <p:nvPr/>
          </p:nvSpPr>
          <p:spPr>
            <a:xfrm>
              <a:off x="7657731" y="1512160"/>
              <a:ext cx="121233" cy="129044"/>
            </a:xfrm>
            <a:custGeom>
              <a:rect b="b" l="l" r="r" t="t"/>
              <a:pathLst>
                <a:path extrusionOk="0" h="4923" w="4625">
                  <a:moveTo>
                    <a:pt x="4223" y="1"/>
                  </a:moveTo>
                  <a:cubicBezTo>
                    <a:pt x="2221" y="1"/>
                    <a:pt x="517" y="1530"/>
                    <a:pt x="0" y="2091"/>
                  </a:cubicBezTo>
                  <a:lnTo>
                    <a:pt x="2613" y="4922"/>
                  </a:lnTo>
                  <a:cubicBezTo>
                    <a:pt x="4136" y="4050"/>
                    <a:pt x="4480" y="2928"/>
                    <a:pt x="4336" y="1529"/>
                  </a:cubicBezTo>
                  <a:cubicBezTo>
                    <a:pt x="4276" y="959"/>
                    <a:pt x="4403" y="579"/>
                    <a:pt x="4540" y="344"/>
                  </a:cubicBezTo>
                  <a:cubicBezTo>
                    <a:pt x="4624" y="196"/>
                    <a:pt x="4522" y="10"/>
                    <a:pt x="4350" y="3"/>
                  </a:cubicBezTo>
                  <a:cubicBezTo>
                    <a:pt x="4308" y="1"/>
                    <a:pt x="4265" y="1"/>
                    <a:pt x="422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84"/>
            <p:cNvSpPr/>
            <p:nvPr/>
          </p:nvSpPr>
          <p:spPr>
            <a:xfrm>
              <a:off x="7688688" y="1514519"/>
              <a:ext cx="89254" cy="126685"/>
            </a:xfrm>
            <a:custGeom>
              <a:rect b="b" l="l" r="r" t="t"/>
              <a:pathLst>
                <a:path extrusionOk="0" h="4833" w="3405">
                  <a:moveTo>
                    <a:pt x="3338" y="1"/>
                  </a:moveTo>
                  <a:cubicBezTo>
                    <a:pt x="2308" y="247"/>
                    <a:pt x="876" y="1122"/>
                    <a:pt x="1" y="3281"/>
                  </a:cubicBezTo>
                  <a:lnTo>
                    <a:pt x="1432" y="4832"/>
                  </a:lnTo>
                  <a:cubicBezTo>
                    <a:pt x="2955" y="3964"/>
                    <a:pt x="3299" y="2838"/>
                    <a:pt x="3155" y="1439"/>
                  </a:cubicBezTo>
                  <a:cubicBezTo>
                    <a:pt x="3095" y="873"/>
                    <a:pt x="3222" y="489"/>
                    <a:pt x="3359" y="254"/>
                  </a:cubicBezTo>
                  <a:cubicBezTo>
                    <a:pt x="3405" y="173"/>
                    <a:pt x="3398" y="74"/>
                    <a:pt x="333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84"/>
            <p:cNvSpPr/>
            <p:nvPr/>
          </p:nvSpPr>
          <p:spPr>
            <a:xfrm>
              <a:off x="7433745" y="1512160"/>
              <a:ext cx="121233" cy="129044"/>
            </a:xfrm>
            <a:custGeom>
              <a:rect b="b" l="l" r="r" t="t"/>
              <a:pathLst>
                <a:path extrusionOk="0" h="4923" w="4625">
                  <a:moveTo>
                    <a:pt x="401" y="1"/>
                  </a:moveTo>
                  <a:cubicBezTo>
                    <a:pt x="359" y="1"/>
                    <a:pt x="317" y="1"/>
                    <a:pt x="275" y="3"/>
                  </a:cubicBezTo>
                  <a:cubicBezTo>
                    <a:pt x="102" y="10"/>
                    <a:pt x="0" y="196"/>
                    <a:pt x="85" y="344"/>
                  </a:cubicBezTo>
                  <a:cubicBezTo>
                    <a:pt x="222" y="579"/>
                    <a:pt x="348" y="959"/>
                    <a:pt x="289" y="1529"/>
                  </a:cubicBezTo>
                  <a:cubicBezTo>
                    <a:pt x="144" y="2928"/>
                    <a:pt x="489" y="4050"/>
                    <a:pt x="2012" y="4922"/>
                  </a:cubicBezTo>
                  <a:lnTo>
                    <a:pt x="4624" y="2091"/>
                  </a:lnTo>
                  <a:cubicBezTo>
                    <a:pt x="4108" y="1530"/>
                    <a:pt x="2404" y="1"/>
                    <a:pt x="40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84"/>
            <p:cNvSpPr/>
            <p:nvPr/>
          </p:nvSpPr>
          <p:spPr>
            <a:xfrm>
              <a:off x="7434742" y="1514519"/>
              <a:ext cx="89254" cy="126685"/>
            </a:xfrm>
            <a:custGeom>
              <a:rect b="b" l="l" r="r" t="t"/>
              <a:pathLst>
                <a:path extrusionOk="0" h="4833" w="3405">
                  <a:moveTo>
                    <a:pt x="68" y="1"/>
                  </a:moveTo>
                  <a:cubicBezTo>
                    <a:pt x="8" y="74"/>
                    <a:pt x="1" y="173"/>
                    <a:pt x="50" y="254"/>
                  </a:cubicBezTo>
                  <a:cubicBezTo>
                    <a:pt x="184" y="489"/>
                    <a:pt x="314" y="873"/>
                    <a:pt x="251" y="1439"/>
                  </a:cubicBezTo>
                  <a:cubicBezTo>
                    <a:pt x="106" y="2838"/>
                    <a:pt x="451" y="3964"/>
                    <a:pt x="1974" y="4832"/>
                  </a:cubicBezTo>
                  <a:lnTo>
                    <a:pt x="3405" y="3281"/>
                  </a:lnTo>
                  <a:cubicBezTo>
                    <a:pt x="2529" y="1122"/>
                    <a:pt x="1098" y="247"/>
                    <a:pt x="6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84"/>
            <p:cNvSpPr/>
            <p:nvPr/>
          </p:nvSpPr>
          <p:spPr>
            <a:xfrm>
              <a:off x="7460849" y="1544113"/>
              <a:ext cx="291011" cy="308259"/>
            </a:xfrm>
            <a:custGeom>
              <a:rect b="b" l="l" r="r" t="t"/>
              <a:pathLst>
                <a:path extrusionOk="0" h="11760" w="11102">
                  <a:moveTo>
                    <a:pt x="5553" y="0"/>
                  </a:moveTo>
                  <a:cubicBezTo>
                    <a:pt x="2722" y="0"/>
                    <a:pt x="0" y="3531"/>
                    <a:pt x="0" y="6478"/>
                  </a:cubicBezTo>
                  <a:cubicBezTo>
                    <a:pt x="0" y="9424"/>
                    <a:pt x="2286" y="11759"/>
                    <a:pt x="5553" y="11759"/>
                  </a:cubicBezTo>
                  <a:cubicBezTo>
                    <a:pt x="8816" y="11759"/>
                    <a:pt x="11102" y="9424"/>
                    <a:pt x="11102" y="6478"/>
                  </a:cubicBezTo>
                  <a:cubicBezTo>
                    <a:pt x="11102" y="3534"/>
                    <a:pt x="8380" y="0"/>
                    <a:pt x="555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84"/>
            <p:cNvSpPr/>
            <p:nvPr/>
          </p:nvSpPr>
          <p:spPr>
            <a:xfrm>
              <a:off x="7460849" y="1546603"/>
              <a:ext cx="124273" cy="300238"/>
            </a:xfrm>
            <a:custGeom>
              <a:rect b="b" l="l" r="r" t="t"/>
              <a:pathLst>
                <a:path extrusionOk="0" h="11454" w="4741">
                  <a:moveTo>
                    <a:pt x="4740" y="0"/>
                  </a:moveTo>
                  <a:lnTo>
                    <a:pt x="4740" y="0"/>
                  </a:lnTo>
                  <a:cubicBezTo>
                    <a:pt x="2223" y="581"/>
                    <a:pt x="0" y="3721"/>
                    <a:pt x="0" y="6383"/>
                  </a:cubicBezTo>
                  <a:cubicBezTo>
                    <a:pt x="0" y="8809"/>
                    <a:pt x="1551" y="10817"/>
                    <a:pt x="3921" y="11453"/>
                  </a:cubicBezTo>
                  <a:cubicBezTo>
                    <a:pt x="2627" y="10314"/>
                    <a:pt x="1850" y="8528"/>
                    <a:pt x="1850" y="6495"/>
                  </a:cubicBezTo>
                  <a:cubicBezTo>
                    <a:pt x="1850" y="4150"/>
                    <a:pt x="3077" y="1495"/>
                    <a:pt x="4740"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84"/>
            <p:cNvSpPr/>
            <p:nvPr/>
          </p:nvSpPr>
          <p:spPr>
            <a:xfrm>
              <a:off x="7526459" y="1652502"/>
              <a:ext cx="34234" cy="40026"/>
            </a:xfrm>
            <a:custGeom>
              <a:rect b="b" l="l" r="r" t="t"/>
              <a:pathLst>
                <a:path extrusionOk="0" h="1527" w="1306">
                  <a:moveTo>
                    <a:pt x="655" y="1"/>
                  </a:moveTo>
                  <a:cubicBezTo>
                    <a:pt x="293" y="1"/>
                    <a:pt x="1" y="293"/>
                    <a:pt x="1" y="655"/>
                  </a:cubicBezTo>
                  <a:lnTo>
                    <a:pt x="1" y="873"/>
                  </a:lnTo>
                  <a:cubicBezTo>
                    <a:pt x="1" y="1235"/>
                    <a:pt x="293" y="1527"/>
                    <a:pt x="655" y="1527"/>
                  </a:cubicBezTo>
                  <a:cubicBezTo>
                    <a:pt x="1014" y="1527"/>
                    <a:pt x="1305" y="1235"/>
                    <a:pt x="1305" y="873"/>
                  </a:cubicBezTo>
                  <a:lnTo>
                    <a:pt x="1305" y="655"/>
                  </a:lnTo>
                  <a:cubicBezTo>
                    <a:pt x="1305" y="293"/>
                    <a:pt x="1014"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84"/>
            <p:cNvSpPr/>
            <p:nvPr/>
          </p:nvSpPr>
          <p:spPr>
            <a:xfrm>
              <a:off x="7543523" y="1652607"/>
              <a:ext cx="17169" cy="28493"/>
            </a:xfrm>
            <a:custGeom>
              <a:rect b="b" l="l" r="r" t="t"/>
              <a:pathLst>
                <a:path extrusionOk="0" h="1087" w="655">
                  <a:moveTo>
                    <a:pt x="4" y="0"/>
                  </a:moveTo>
                  <a:lnTo>
                    <a:pt x="4" y="763"/>
                  </a:lnTo>
                  <a:cubicBezTo>
                    <a:pt x="0" y="943"/>
                    <a:pt x="148" y="1087"/>
                    <a:pt x="327" y="1087"/>
                  </a:cubicBezTo>
                  <a:cubicBezTo>
                    <a:pt x="510" y="1087"/>
                    <a:pt x="654" y="943"/>
                    <a:pt x="654" y="763"/>
                  </a:cubicBezTo>
                  <a:lnTo>
                    <a:pt x="654" y="654"/>
                  </a:lnTo>
                  <a:cubicBezTo>
                    <a:pt x="654"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84"/>
            <p:cNvSpPr/>
            <p:nvPr/>
          </p:nvSpPr>
          <p:spPr>
            <a:xfrm>
              <a:off x="7537888" y="1658321"/>
              <a:ext cx="11376" cy="11350"/>
            </a:xfrm>
            <a:custGeom>
              <a:rect b="b" l="l" r="r" t="t"/>
              <a:pathLst>
                <a:path extrusionOk="0" h="433" w="434">
                  <a:moveTo>
                    <a:pt x="219" y="0"/>
                  </a:moveTo>
                  <a:cubicBezTo>
                    <a:pt x="96" y="0"/>
                    <a:pt x="1" y="95"/>
                    <a:pt x="1" y="218"/>
                  </a:cubicBezTo>
                  <a:cubicBezTo>
                    <a:pt x="1" y="338"/>
                    <a:pt x="96" y="433"/>
                    <a:pt x="219" y="433"/>
                  </a:cubicBezTo>
                  <a:cubicBezTo>
                    <a:pt x="338" y="433"/>
                    <a:pt x="433" y="338"/>
                    <a:pt x="433" y="218"/>
                  </a:cubicBezTo>
                  <a:cubicBezTo>
                    <a:pt x="433"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84"/>
            <p:cNvSpPr/>
            <p:nvPr/>
          </p:nvSpPr>
          <p:spPr>
            <a:xfrm>
              <a:off x="7652017" y="1652502"/>
              <a:ext cx="34207" cy="40026"/>
            </a:xfrm>
            <a:custGeom>
              <a:rect b="b" l="l" r="r" t="t"/>
              <a:pathLst>
                <a:path extrusionOk="0" h="1527"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84"/>
            <p:cNvSpPr/>
            <p:nvPr/>
          </p:nvSpPr>
          <p:spPr>
            <a:xfrm>
              <a:off x="7669055" y="1652607"/>
              <a:ext cx="17169" cy="28493"/>
            </a:xfrm>
            <a:custGeom>
              <a:rect b="b" l="l" r="r" t="t"/>
              <a:pathLst>
                <a:path extrusionOk="0" h="1087" w="655">
                  <a:moveTo>
                    <a:pt x="4" y="0"/>
                  </a:moveTo>
                  <a:lnTo>
                    <a:pt x="4" y="763"/>
                  </a:lnTo>
                  <a:cubicBezTo>
                    <a:pt x="1" y="943"/>
                    <a:pt x="148" y="1087"/>
                    <a:pt x="328" y="1087"/>
                  </a:cubicBezTo>
                  <a:cubicBezTo>
                    <a:pt x="511" y="1087"/>
                    <a:pt x="655" y="943"/>
                    <a:pt x="655" y="763"/>
                  </a:cubicBezTo>
                  <a:lnTo>
                    <a:pt x="655" y="654"/>
                  </a:lnTo>
                  <a:cubicBezTo>
                    <a:pt x="655"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84"/>
            <p:cNvSpPr/>
            <p:nvPr/>
          </p:nvSpPr>
          <p:spPr>
            <a:xfrm>
              <a:off x="7663446" y="1658321"/>
              <a:ext cx="11350" cy="11350"/>
            </a:xfrm>
            <a:custGeom>
              <a:rect b="b" l="l" r="r" t="t"/>
              <a:pathLst>
                <a:path extrusionOk="0" h="433" w="433">
                  <a:moveTo>
                    <a:pt x="218" y="0"/>
                  </a:moveTo>
                  <a:cubicBezTo>
                    <a:pt x="95" y="0"/>
                    <a:pt x="0" y="95"/>
                    <a:pt x="0" y="218"/>
                  </a:cubicBezTo>
                  <a:cubicBezTo>
                    <a:pt x="0" y="338"/>
                    <a:pt x="95" y="433"/>
                    <a:pt x="218" y="433"/>
                  </a:cubicBezTo>
                  <a:cubicBezTo>
                    <a:pt x="338" y="433"/>
                    <a:pt x="433" y="338"/>
                    <a:pt x="433" y="218"/>
                  </a:cubicBezTo>
                  <a:cubicBezTo>
                    <a:pt x="433"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84"/>
            <p:cNvSpPr/>
            <p:nvPr/>
          </p:nvSpPr>
          <p:spPr>
            <a:xfrm>
              <a:off x="7447245" y="1705923"/>
              <a:ext cx="102019" cy="91508"/>
            </a:xfrm>
            <a:custGeom>
              <a:rect b="b" l="l" r="r" t="t"/>
              <a:pathLst>
                <a:path extrusionOk="0" h="3491" w="3892">
                  <a:moveTo>
                    <a:pt x="131" y="1"/>
                  </a:moveTo>
                  <a:cubicBezTo>
                    <a:pt x="65" y="1"/>
                    <a:pt x="1" y="56"/>
                    <a:pt x="13" y="136"/>
                  </a:cubicBezTo>
                  <a:cubicBezTo>
                    <a:pt x="150" y="1036"/>
                    <a:pt x="758" y="3090"/>
                    <a:pt x="3459" y="3491"/>
                  </a:cubicBezTo>
                  <a:lnTo>
                    <a:pt x="3891" y="1884"/>
                  </a:lnTo>
                  <a:cubicBezTo>
                    <a:pt x="3891" y="1884"/>
                    <a:pt x="1437" y="1507"/>
                    <a:pt x="220" y="44"/>
                  </a:cubicBezTo>
                  <a:cubicBezTo>
                    <a:pt x="196" y="14"/>
                    <a:pt x="163" y="1"/>
                    <a:pt x="13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84"/>
            <p:cNvSpPr/>
            <p:nvPr/>
          </p:nvSpPr>
          <p:spPr>
            <a:xfrm>
              <a:off x="7447297" y="1706238"/>
              <a:ext cx="94968" cy="91193"/>
            </a:xfrm>
            <a:custGeom>
              <a:rect b="b" l="l" r="r" t="t"/>
              <a:pathLst>
                <a:path extrusionOk="0" h="3479" w="3623">
                  <a:moveTo>
                    <a:pt x="81" y="1"/>
                  </a:moveTo>
                  <a:cubicBezTo>
                    <a:pt x="32" y="22"/>
                    <a:pt x="0" y="71"/>
                    <a:pt x="11" y="124"/>
                  </a:cubicBezTo>
                  <a:cubicBezTo>
                    <a:pt x="148" y="1024"/>
                    <a:pt x="756" y="3078"/>
                    <a:pt x="3457" y="3479"/>
                  </a:cubicBezTo>
                  <a:lnTo>
                    <a:pt x="3622" y="2860"/>
                  </a:lnTo>
                  <a:cubicBezTo>
                    <a:pt x="1291" y="2424"/>
                    <a:pt x="366" y="704"/>
                    <a:pt x="8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84"/>
            <p:cNvSpPr/>
            <p:nvPr/>
          </p:nvSpPr>
          <p:spPr>
            <a:xfrm>
              <a:off x="7663446" y="1705923"/>
              <a:ext cx="101993" cy="91508"/>
            </a:xfrm>
            <a:custGeom>
              <a:rect b="b" l="l" r="r" t="t"/>
              <a:pathLst>
                <a:path extrusionOk="0" h="3491" w="3891">
                  <a:moveTo>
                    <a:pt x="3761" y="1"/>
                  </a:moveTo>
                  <a:cubicBezTo>
                    <a:pt x="3729" y="1"/>
                    <a:pt x="3696" y="14"/>
                    <a:pt x="3671" y="44"/>
                  </a:cubicBezTo>
                  <a:cubicBezTo>
                    <a:pt x="2458" y="1507"/>
                    <a:pt x="0" y="1884"/>
                    <a:pt x="0" y="1884"/>
                  </a:cubicBezTo>
                  <a:lnTo>
                    <a:pt x="436" y="3491"/>
                  </a:lnTo>
                  <a:cubicBezTo>
                    <a:pt x="3133" y="3090"/>
                    <a:pt x="3742" y="1036"/>
                    <a:pt x="3879" y="136"/>
                  </a:cubicBezTo>
                  <a:cubicBezTo>
                    <a:pt x="3891" y="56"/>
                    <a:pt x="3827" y="1"/>
                    <a:pt x="376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84"/>
            <p:cNvSpPr/>
            <p:nvPr/>
          </p:nvSpPr>
          <p:spPr>
            <a:xfrm>
              <a:off x="7670444" y="1706238"/>
              <a:ext cx="94863" cy="91193"/>
            </a:xfrm>
            <a:custGeom>
              <a:rect b="b" l="l" r="r" t="t"/>
              <a:pathLst>
                <a:path extrusionOk="0" h="3479" w="3619">
                  <a:moveTo>
                    <a:pt x="3542" y="1"/>
                  </a:moveTo>
                  <a:cubicBezTo>
                    <a:pt x="3257" y="704"/>
                    <a:pt x="2332" y="2424"/>
                    <a:pt x="1" y="2860"/>
                  </a:cubicBezTo>
                  <a:lnTo>
                    <a:pt x="166" y="3479"/>
                  </a:lnTo>
                  <a:cubicBezTo>
                    <a:pt x="2870" y="3078"/>
                    <a:pt x="3475" y="1024"/>
                    <a:pt x="3612" y="124"/>
                  </a:cubicBezTo>
                  <a:cubicBezTo>
                    <a:pt x="3619" y="71"/>
                    <a:pt x="3591" y="22"/>
                    <a:pt x="354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84"/>
            <p:cNvSpPr/>
            <p:nvPr/>
          </p:nvSpPr>
          <p:spPr>
            <a:xfrm>
              <a:off x="7535031" y="1722017"/>
              <a:ext cx="142727" cy="97065"/>
            </a:xfrm>
            <a:custGeom>
              <a:rect b="b" l="l" r="r" t="t"/>
              <a:pathLst>
                <a:path extrusionOk="0" h="3703" w="5445">
                  <a:moveTo>
                    <a:pt x="2723" y="0"/>
                  </a:moveTo>
                  <a:cubicBezTo>
                    <a:pt x="1218" y="0"/>
                    <a:pt x="1" y="1076"/>
                    <a:pt x="1" y="2606"/>
                  </a:cubicBezTo>
                  <a:cubicBezTo>
                    <a:pt x="1" y="3525"/>
                    <a:pt x="726" y="3703"/>
                    <a:pt x="1470" y="3703"/>
                  </a:cubicBezTo>
                  <a:cubicBezTo>
                    <a:pt x="1938" y="3703"/>
                    <a:pt x="2414" y="3633"/>
                    <a:pt x="2723" y="3633"/>
                  </a:cubicBezTo>
                  <a:cubicBezTo>
                    <a:pt x="3038" y="3633"/>
                    <a:pt x="3515" y="3703"/>
                    <a:pt x="3983" y="3703"/>
                  </a:cubicBezTo>
                  <a:cubicBezTo>
                    <a:pt x="4726" y="3703"/>
                    <a:pt x="5444" y="3525"/>
                    <a:pt x="5444" y="2606"/>
                  </a:cubicBezTo>
                  <a:cubicBezTo>
                    <a:pt x="5444" y="1076"/>
                    <a:pt x="4224" y="0"/>
                    <a:pt x="27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84"/>
            <p:cNvSpPr/>
            <p:nvPr/>
          </p:nvSpPr>
          <p:spPr>
            <a:xfrm>
              <a:off x="7566459" y="1766710"/>
              <a:ext cx="29541" cy="30721"/>
            </a:xfrm>
            <a:custGeom>
              <a:rect b="b" l="l" r="r" t="t"/>
              <a:pathLst>
                <a:path extrusionOk="0" h="1172" w="1127">
                  <a:moveTo>
                    <a:pt x="648" y="0"/>
                  </a:moveTo>
                  <a:cubicBezTo>
                    <a:pt x="461" y="0"/>
                    <a:pt x="264" y="130"/>
                    <a:pt x="152" y="349"/>
                  </a:cubicBezTo>
                  <a:cubicBezTo>
                    <a:pt x="1" y="648"/>
                    <a:pt x="64" y="992"/>
                    <a:pt x="293" y="1122"/>
                  </a:cubicBezTo>
                  <a:cubicBezTo>
                    <a:pt x="351" y="1156"/>
                    <a:pt x="414" y="1172"/>
                    <a:pt x="479" y="1172"/>
                  </a:cubicBezTo>
                  <a:cubicBezTo>
                    <a:pt x="666" y="1172"/>
                    <a:pt x="865" y="1039"/>
                    <a:pt x="975" y="820"/>
                  </a:cubicBezTo>
                  <a:cubicBezTo>
                    <a:pt x="1126" y="525"/>
                    <a:pt x="1063" y="180"/>
                    <a:pt x="838" y="50"/>
                  </a:cubicBezTo>
                  <a:cubicBezTo>
                    <a:pt x="779" y="16"/>
                    <a:pt x="714" y="0"/>
                    <a:pt x="64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84"/>
            <p:cNvSpPr/>
            <p:nvPr/>
          </p:nvSpPr>
          <p:spPr>
            <a:xfrm>
              <a:off x="7616709" y="1766710"/>
              <a:ext cx="29515" cy="30721"/>
            </a:xfrm>
            <a:custGeom>
              <a:rect b="b" l="l" r="r" t="t"/>
              <a:pathLst>
                <a:path extrusionOk="0" h="1172" w="1126">
                  <a:moveTo>
                    <a:pt x="478" y="0"/>
                  </a:moveTo>
                  <a:cubicBezTo>
                    <a:pt x="413" y="0"/>
                    <a:pt x="348" y="16"/>
                    <a:pt x="289" y="50"/>
                  </a:cubicBezTo>
                  <a:cubicBezTo>
                    <a:pt x="64" y="180"/>
                    <a:pt x="0" y="525"/>
                    <a:pt x="152" y="820"/>
                  </a:cubicBezTo>
                  <a:cubicBezTo>
                    <a:pt x="264" y="1039"/>
                    <a:pt x="462" y="1172"/>
                    <a:pt x="650" y="1172"/>
                  </a:cubicBezTo>
                  <a:cubicBezTo>
                    <a:pt x="715" y="1172"/>
                    <a:pt x="779" y="1156"/>
                    <a:pt x="837" y="1122"/>
                  </a:cubicBezTo>
                  <a:cubicBezTo>
                    <a:pt x="1062" y="992"/>
                    <a:pt x="1126" y="648"/>
                    <a:pt x="975" y="349"/>
                  </a:cubicBezTo>
                  <a:cubicBezTo>
                    <a:pt x="863" y="130"/>
                    <a:pt x="666" y="0"/>
                    <a:pt x="47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84"/>
            <p:cNvSpPr/>
            <p:nvPr/>
          </p:nvSpPr>
          <p:spPr>
            <a:xfrm>
              <a:off x="7560378" y="1761389"/>
              <a:ext cx="41783" cy="41390"/>
            </a:xfrm>
            <a:custGeom>
              <a:rect b="b" l="l" r="r" t="t"/>
              <a:pathLst>
                <a:path extrusionOk="0" h="1579" w="1594">
                  <a:moveTo>
                    <a:pt x="880" y="408"/>
                  </a:moveTo>
                  <a:cubicBezTo>
                    <a:pt x="912" y="408"/>
                    <a:pt x="940" y="415"/>
                    <a:pt x="968" y="429"/>
                  </a:cubicBezTo>
                  <a:cubicBezTo>
                    <a:pt x="1098" y="502"/>
                    <a:pt x="1126" y="738"/>
                    <a:pt x="1028" y="931"/>
                  </a:cubicBezTo>
                  <a:cubicBezTo>
                    <a:pt x="978" y="1037"/>
                    <a:pt x="887" y="1118"/>
                    <a:pt x="778" y="1160"/>
                  </a:cubicBezTo>
                  <a:cubicBezTo>
                    <a:pt x="758" y="1167"/>
                    <a:pt x="737" y="1171"/>
                    <a:pt x="716" y="1171"/>
                  </a:cubicBezTo>
                  <a:cubicBezTo>
                    <a:pt x="685" y="1171"/>
                    <a:pt x="653" y="1163"/>
                    <a:pt x="623" y="1146"/>
                  </a:cubicBezTo>
                  <a:cubicBezTo>
                    <a:pt x="493" y="1072"/>
                    <a:pt x="465" y="840"/>
                    <a:pt x="564" y="647"/>
                  </a:cubicBezTo>
                  <a:cubicBezTo>
                    <a:pt x="613" y="541"/>
                    <a:pt x="704" y="457"/>
                    <a:pt x="813" y="418"/>
                  </a:cubicBezTo>
                  <a:cubicBezTo>
                    <a:pt x="834" y="411"/>
                    <a:pt x="859" y="408"/>
                    <a:pt x="880" y="408"/>
                  </a:cubicBezTo>
                  <a:close/>
                  <a:moveTo>
                    <a:pt x="876" y="0"/>
                  </a:moveTo>
                  <a:cubicBezTo>
                    <a:pt x="816" y="0"/>
                    <a:pt x="756" y="9"/>
                    <a:pt x="697" y="28"/>
                  </a:cubicBezTo>
                  <a:cubicBezTo>
                    <a:pt x="479" y="98"/>
                    <a:pt x="300" y="256"/>
                    <a:pt x="201" y="460"/>
                  </a:cubicBezTo>
                  <a:cubicBezTo>
                    <a:pt x="1" y="858"/>
                    <a:pt x="96" y="1315"/>
                    <a:pt x="423" y="1501"/>
                  </a:cubicBezTo>
                  <a:cubicBezTo>
                    <a:pt x="511" y="1550"/>
                    <a:pt x="609" y="1579"/>
                    <a:pt x="711" y="1579"/>
                  </a:cubicBezTo>
                  <a:cubicBezTo>
                    <a:pt x="775" y="1579"/>
                    <a:pt x="834" y="1568"/>
                    <a:pt x="894" y="1550"/>
                  </a:cubicBezTo>
                  <a:cubicBezTo>
                    <a:pt x="1112" y="1480"/>
                    <a:pt x="1291" y="1322"/>
                    <a:pt x="1390" y="1118"/>
                  </a:cubicBezTo>
                  <a:cubicBezTo>
                    <a:pt x="1594" y="720"/>
                    <a:pt x="1495" y="263"/>
                    <a:pt x="1168" y="77"/>
                  </a:cubicBezTo>
                  <a:cubicBezTo>
                    <a:pt x="1078" y="26"/>
                    <a:pt x="978"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84"/>
            <p:cNvSpPr/>
            <p:nvPr/>
          </p:nvSpPr>
          <p:spPr>
            <a:xfrm>
              <a:off x="7610523" y="1761389"/>
              <a:ext cx="41888" cy="41390"/>
            </a:xfrm>
            <a:custGeom>
              <a:rect b="b" l="l" r="r" t="t"/>
              <a:pathLst>
                <a:path extrusionOk="0" h="1579" w="1598">
                  <a:moveTo>
                    <a:pt x="715" y="408"/>
                  </a:moveTo>
                  <a:cubicBezTo>
                    <a:pt x="739" y="408"/>
                    <a:pt x="760" y="411"/>
                    <a:pt x="782" y="418"/>
                  </a:cubicBezTo>
                  <a:cubicBezTo>
                    <a:pt x="891" y="457"/>
                    <a:pt x="982" y="541"/>
                    <a:pt x="1031" y="647"/>
                  </a:cubicBezTo>
                  <a:cubicBezTo>
                    <a:pt x="1130" y="840"/>
                    <a:pt x="1102" y="1072"/>
                    <a:pt x="971" y="1149"/>
                  </a:cubicBezTo>
                  <a:lnTo>
                    <a:pt x="971" y="1146"/>
                  </a:lnTo>
                  <a:cubicBezTo>
                    <a:pt x="942" y="1163"/>
                    <a:pt x="910" y="1171"/>
                    <a:pt x="879" y="1171"/>
                  </a:cubicBezTo>
                  <a:cubicBezTo>
                    <a:pt x="858" y="1171"/>
                    <a:pt x="837" y="1167"/>
                    <a:pt x="817" y="1160"/>
                  </a:cubicBezTo>
                  <a:cubicBezTo>
                    <a:pt x="708" y="1118"/>
                    <a:pt x="616" y="1037"/>
                    <a:pt x="567" y="931"/>
                  </a:cubicBezTo>
                  <a:cubicBezTo>
                    <a:pt x="469" y="738"/>
                    <a:pt x="497" y="506"/>
                    <a:pt x="627" y="429"/>
                  </a:cubicBezTo>
                  <a:cubicBezTo>
                    <a:pt x="655" y="415"/>
                    <a:pt x="683" y="408"/>
                    <a:pt x="715" y="408"/>
                  </a:cubicBezTo>
                  <a:close/>
                  <a:moveTo>
                    <a:pt x="718" y="0"/>
                  </a:moveTo>
                  <a:cubicBezTo>
                    <a:pt x="617" y="0"/>
                    <a:pt x="517" y="26"/>
                    <a:pt x="426" y="77"/>
                  </a:cubicBezTo>
                  <a:cubicBezTo>
                    <a:pt x="99" y="263"/>
                    <a:pt x="1" y="720"/>
                    <a:pt x="205" y="1118"/>
                  </a:cubicBezTo>
                  <a:cubicBezTo>
                    <a:pt x="303" y="1322"/>
                    <a:pt x="483" y="1477"/>
                    <a:pt x="701" y="1550"/>
                  </a:cubicBezTo>
                  <a:cubicBezTo>
                    <a:pt x="760" y="1568"/>
                    <a:pt x="820" y="1579"/>
                    <a:pt x="883" y="1579"/>
                  </a:cubicBezTo>
                  <a:cubicBezTo>
                    <a:pt x="985" y="1579"/>
                    <a:pt x="1084" y="1550"/>
                    <a:pt x="1172" y="1501"/>
                  </a:cubicBezTo>
                  <a:cubicBezTo>
                    <a:pt x="1499" y="1315"/>
                    <a:pt x="1597" y="858"/>
                    <a:pt x="1393" y="460"/>
                  </a:cubicBezTo>
                  <a:cubicBezTo>
                    <a:pt x="1295" y="256"/>
                    <a:pt x="1116" y="98"/>
                    <a:pt x="898" y="28"/>
                  </a:cubicBezTo>
                  <a:cubicBezTo>
                    <a:pt x="839" y="9"/>
                    <a:pt x="778"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84"/>
            <p:cNvSpPr/>
            <p:nvPr/>
          </p:nvSpPr>
          <p:spPr>
            <a:xfrm>
              <a:off x="7521112" y="1647259"/>
              <a:ext cx="44928" cy="50616"/>
            </a:xfrm>
            <a:custGeom>
              <a:rect b="b" l="l" r="r" t="t"/>
              <a:pathLst>
                <a:path extrusionOk="0" h="1931" w="1714">
                  <a:moveTo>
                    <a:pt x="859" y="0"/>
                  </a:moveTo>
                  <a:cubicBezTo>
                    <a:pt x="384" y="0"/>
                    <a:pt x="1" y="384"/>
                    <a:pt x="1" y="855"/>
                  </a:cubicBezTo>
                  <a:lnTo>
                    <a:pt x="1" y="1076"/>
                  </a:lnTo>
                  <a:cubicBezTo>
                    <a:pt x="1" y="1548"/>
                    <a:pt x="384" y="1931"/>
                    <a:pt x="859" y="1931"/>
                  </a:cubicBezTo>
                  <a:cubicBezTo>
                    <a:pt x="1330" y="1931"/>
                    <a:pt x="1713" y="1548"/>
                    <a:pt x="1713" y="1076"/>
                  </a:cubicBezTo>
                  <a:lnTo>
                    <a:pt x="1713" y="855"/>
                  </a:lnTo>
                  <a:cubicBezTo>
                    <a:pt x="1713" y="744"/>
                    <a:pt x="1625" y="654"/>
                    <a:pt x="1516" y="654"/>
                  </a:cubicBezTo>
                  <a:cubicBezTo>
                    <a:pt x="1514" y="654"/>
                    <a:pt x="1512" y="654"/>
                    <a:pt x="1509" y="654"/>
                  </a:cubicBezTo>
                  <a:cubicBezTo>
                    <a:pt x="1507" y="654"/>
                    <a:pt x="1505" y="654"/>
                    <a:pt x="1503" y="654"/>
                  </a:cubicBezTo>
                  <a:cubicBezTo>
                    <a:pt x="1394" y="654"/>
                    <a:pt x="1306" y="744"/>
                    <a:pt x="1306" y="855"/>
                  </a:cubicBezTo>
                  <a:lnTo>
                    <a:pt x="1306" y="1076"/>
                  </a:lnTo>
                  <a:cubicBezTo>
                    <a:pt x="1298" y="1319"/>
                    <a:pt x="1102" y="1512"/>
                    <a:pt x="855" y="1512"/>
                  </a:cubicBezTo>
                  <a:cubicBezTo>
                    <a:pt x="613" y="1512"/>
                    <a:pt x="416" y="1319"/>
                    <a:pt x="409" y="1076"/>
                  </a:cubicBezTo>
                  <a:lnTo>
                    <a:pt x="409" y="855"/>
                  </a:lnTo>
                  <a:cubicBezTo>
                    <a:pt x="409" y="609"/>
                    <a:pt x="609" y="408"/>
                    <a:pt x="859" y="408"/>
                  </a:cubicBezTo>
                  <a:cubicBezTo>
                    <a:pt x="968" y="408"/>
                    <a:pt x="1059" y="317"/>
                    <a:pt x="1059" y="204"/>
                  </a:cubicBezTo>
                  <a:cubicBezTo>
                    <a:pt x="1059" y="92"/>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84"/>
            <p:cNvSpPr/>
            <p:nvPr/>
          </p:nvSpPr>
          <p:spPr>
            <a:xfrm>
              <a:off x="7646670" y="1647259"/>
              <a:ext cx="45007" cy="50616"/>
            </a:xfrm>
            <a:custGeom>
              <a:rect b="b" l="l" r="r" t="t"/>
              <a:pathLst>
                <a:path extrusionOk="0" h="1931" w="1717">
                  <a:moveTo>
                    <a:pt x="858" y="0"/>
                  </a:moveTo>
                  <a:cubicBezTo>
                    <a:pt x="384" y="0"/>
                    <a:pt x="0" y="384"/>
                    <a:pt x="0" y="855"/>
                  </a:cubicBezTo>
                  <a:lnTo>
                    <a:pt x="0" y="1076"/>
                  </a:lnTo>
                  <a:cubicBezTo>
                    <a:pt x="0" y="1548"/>
                    <a:pt x="384" y="1931"/>
                    <a:pt x="858" y="1931"/>
                  </a:cubicBezTo>
                  <a:cubicBezTo>
                    <a:pt x="1330" y="1931"/>
                    <a:pt x="1716" y="1548"/>
                    <a:pt x="1716" y="1076"/>
                  </a:cubicBezTo>
                  <a:lnTo>
                    <a:pt x="1716" y="855"/>
                  </a:lnTo>
                  <a:cubicBezTo>
                    <a:pt x="1713" y="744"/>
                    <a:pt x="1625" y="654"/>
                    <a:pt x="1515" y="654"/>
                  </a:cubicBezTo>
                  <a:cubicBezTo>
                    <a:pt x="1513" y="654"/>
                    <a:pt x="1511" y="654"/>
                    <a:pt x="1509" y="654"/>
                  </a:cubicBezTo>
                  <a:cubicBezTo>
                    <a:pt x="1396" y="654"/>
                    <a:pt x="1305" y="742"/>
                    <a:pt x="1305" y="855"/>
                  </a:cubicBezTo>
                  <a:lnTo>
                    <a:pt x="1305" y="1076"/>
                  </a:lnTo>
                  <a:cubicBezTo>
                    <a:pt x="1298" y="1319"/>
                    <a:pt x="1101" y="1512"/>
                    <a:pt x="858" y="1512"/>
                  </a:cubicBezTo>
                  <a:cubicBezTo>
                    <a:pt x="612" y="1512"/>
                    <a:pt x="415" y="1319"/>
                    <a:pt x="408" y="1076"/>
                  </a:cubicBezTo>
                  <a:lnTo>
                    <a:pt x="408" y="855"/>
                  </a:lnTo>
                  <a:cubicBezTo>
                    <a:pt x="408" y="609"/>
                    <a:pt x="609" y="408"/>
                    <a:pt x="858" y="408"/>
                  </a:cubicBezTo>
                  <a:cubicBezTo>
                    <a:pt x="971" y="408"/>
                    <a:pt x="1062" y="317"/>
                    <a:pt x="1062" y="204"/>
                  </a:cubicBezTo>
                  <a:cubicBezTo>
                    <a:pt x="1062" y="92"/>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84"/>
            <p:cNvSpPr/>
            <p:nvPr/>
          </p:nvSpPr>
          <p:spPr>
            <a:xfrm>
              <a:off x="7423706" y="1506760"/>
              <a:ext cx="365297" cy="351038"/>
            </a:xfrm>
            <a:custGeom>
              <a:rect b="b" l="l" r="r" t="t"/>
              <a:pathLst>
                <a:path extrusionOk="0" h="13392" w="13936">
                  <a:moveTo>
                    <a:pt x="1516" y="469"/>
                  </a:moveTo>
                  <a:lnTo>
                    <a:pt x="1516" y="469"/>
                  </a:lnTo>
                  <a:cubicBezTo>
                    <a:pt x="2050" y="564"/>
                    <a:pt x="2560" y="747"/>
                    <a:pt x="3031" y="1007"/>
                  </a:cubicBezTo>
                  <a:cubicBezTo>
                    <a:pt x="3555" y="1295"/>
                    <a:pt x="4033" y="1657"/>
                    <a:pt x="4452" y="2079"/>
                  </a:cubicBezTo>
                  <a:cubicBezTo>
                    <a:pt x="4142" y="2297"/>
                    <a:pt x="3851" y="2540"/>
                    <a:pt x="3580" y="2807"/>
                  </a:cubicBezTo>
                  <a:cubicBezTo>
                    <a:pt x="3235" y="2023"/>
                    <a:pt x="2757" y="1380"/>
                    <a:pt x="2152" y="894"/>
                  </a:cubicBezTo>
                  <a:cubicBezTo>
                    <a:pt x="1952" y="733"/>
                    <a:pt x="1741" y="592"/>
                    <a:pt x="1516" y="469"/>
                  </a:cubicBezTo>
                  <a:close/>
                  <a:moveTo>
                    <a:pt x="12417" y="469"/>
                  </a:moveTo>
                  <a:lnTo>
                    <a:pt x="12417" y="469"/>
                  </a:lnTo>
                  <a:cubicBezTo>
                    <a:pt x="11924" y="736"/>
                    <a:pt x="11492" y="1098"/>
                    <a:pt x="11137" y="1531"/>
                  </a:cubicBezTo>
                  <a:cubicBezTo>
                    <a:pt x="11006" y="1685"/>
                    <a:pt x="11144" y="1867"/>
                    <a:pt x="11296" y="1867"/>
                  </a:cubicBezTo>
                  <a:cubicBezTo>
                    <a:pt x="11349" y="1867"/>
                    <a:pt x="11404" y="1845"/>
                    <a:pt x="11450" y="1791"/>
                  </a:cubicBezTo>
                  <a:cubicBezTo>
                    <a:pt x="12051" y="1070"/>
                    <a:pt x="12719" y="726"/>
                    <a:pt x="13229" y="564"/>
                  </a:cubicBezTo>
                  <a:lnTo>
                    <a:pt x="13229" y="564"/>
                  </a:lnTo>
                  <a:cubicBezTo>
                    <a:pt x="13102" y="831"/>
                    <a:pt x="13007" y="1221"/>
                    <a:pt x="13060" y="1756"/>
                  </a:cubicBezTo>
                  <a:cubicBezTo>
                    <a:pt x="13134" y="2470"/>
                    <a:pt x="13078" y="3018"/>
                    <a:pt x="12881" y="3479"/>
                  </a:cubicBezTo>
                  <a:cubicBezTo>
                    <a:pt x="12680" y="3943"/>
                    <a:pt x="12332" y="4341"/>
                    <a:pt x="11787" y="4717"/>
                  </a:cubicBezTo>
                  <a:cubicBezTo>
                    <a:pt x="11537" y="4263"/>
                    <a:pt x="11242" y="3831"/>
                    <a:pt x="10915" y="3426"/>
                  </a:cubicBezTo>
                  <a:cubicBezTo>
                    <a:pt x="10831" y="3324"/>
                    <a:pt x="10746" y="3226"/>
                    <a:pt x="10662" y="3131"/>
                  </a:cubicBezTo>
                  <a:cubicBezTo>
                    <a:pt x="10732" y="2948"/>
                    <a:pt x="10817" y="2772"/>
                    <a:pt x="10908" y="2600"/>
                  </a:cubicBezTo>
                  <a:cubicBezTo>
                    <a:pt x="10993" y="2436"/>
                    <a:pt x="10858" y="2296"/>
                    <a:pt x="10722" y="2296"/>
                  </a:cubicBezTo>
                  <a:cubicBezTo>
                    <a:pt x="10656" y="2296"/>
                    <a:pt x="10591" y="2329"/>
                    <a:pt x="10549" y="2406"/>
                  </a:cubicBezTo>
                  <a:cubicBezTo>
                    <a:pt x="10479" y="2537"/>
                    <a:pt x="10416" y="2670"/>
                    <a:pt x="10356" y="2807"/>
                  </a:cubicBezTo>
                  <a:cubicBezTo>
                    <a:pt x="10085" y="2540"/>
                    <a:pt x="9793" y="2294"/>
                    <a:pt x="9484" y="2076"/>
                  </a:cubicBezTo>
                  <a:cubicBezTo>
                    <a:pt x="9902" y="1654"/>
                    <a:pt x="10381" y="1295"/>
                    <a:pt x="10905" y="1007"/>
                  </a:cubicBezTo>
                  <a:cubicBezTo>
                    <a:pt x="11376" y="747"/>
                    <a:pt x="11886" y="564"/>
                    <a:pt x="12417" y="469"/>
                  </a:cubicBezTo>
                  <a:close/>
                  <a:moveTo>
                    <a:pt x="707" y="571"/>
                  </a:moveTo>
                  <a:lnTo>
                    <a:pt x="707" y="571"/>
                  </a:lnTo>
                  <a:cubicBezTo>
                    <a:pt x="1435" y="806"/>
                    <a:pt x="2592" y="1439"/>
                    <a:pt x="3274" y="3131"/>
                  </a:cubicBezTo>
                  <a:cubicBezTo>
                    <a:pt x="3189" y="3229"/>
                    <a:pt x="3105" y="3328"/>
                    <a:pt x="3021" y="3430"/>
                  </a:cubicBezTo>
                  <a:cubicBezTo>
                    <a:pt x="2690" y="3831"/>
                    <a:pt x="2398" y="4263"/>
                    <a:pt x="2149" y="4720"/>
                  </a:cubicBezTo>
                  <a:cubicBezTo>
                    <a:pt x="1604" y="4341"/>
                    <a:pt x="1255" y="3943"/>
                    <a:pt x="1055" y="3479"/>
                  </a:cubicBezTo>
                  <a:cubicBezTo>
                    <a:pt x="858" y="3018"/>
                    <a:pt x="802" y="2473"/>
                    <a:pt x="876" y="1759"/>
                  </a:cubicBezTo>
                  <a:cubicBezTo>
                    <a:pt x="932" y="1225"/>
                    <a:pt x="833" y="838"/>
                    <a:pt x="707" y="571"/>
                  </a:cubicBezTo>
                  <a:close/>
                  <a:moveTo>
                    <a:pt x="1122" y="7969"/>
                  </a:moveTo>
                  <a:lnTo>
                    <a:pt x="1122" y="7969"/>
                  </a:lnTo>
                  <a:cubicBezTo>
                    <a:pt x="1582" y="8476"/>
                    <a:pt x="2198" y="8905"/>
                    <a:pt x="2940" y="9235"/>
                  </a:cubicBezTo>
                  <a:cubicBezTo>
                    <a:pt x="3341" y="9411"/>
                    <a:pt x="3756" y="9555"/>
                    <a:pt x="4185" y="9654"/>
                  </a:cubicBezTo>
                  <a:cubicBezTo>
                    <a:pt x="4019" y="10034"/>
                    <a:pt x="3935" y="10442"/>
                    <a:pt x="3938" y="10856"/>
                  </a:cubicBezTo>
                  <a:lnTo>
                    <a:pt x="3938" y="10874"/>
                  </a:lnTo>
                  <a:cubicBezTo>
                    <a:pt x="2694" y="10561"/>
                    <a:pt x="1832" y="9868"/>
                    <a:pt x="1385" y="8856"/>
                  </a:cubicBezTo>
                  <a:cubicBezTo>
                    <a:pt x="1259" y="8571"/>
                    <a:pt x="1171" y="8272"/>
                    <a:pt x="1122" y="7969"/>
                  </a:cubicBezTo>
                  <a:close/>
                  <a:moveTo>
                    <a:pt x="6966" y="1633"/>
                  </a:moveTo>
                  <a:cubicBezTo>
                    <a:pt x="8225" y="1633"/>
                    <a:pt x="9516" y="2364"/>
                    <a:pt x="10599" y="3686"/>
                  </a:cubicBezTo>
                  <a:cubicBezTo>
                    <a:pt x="11580" y="4886"/>
                    <a:pt x="12244" y="6426"/>
                    <a:pt x="12392" y="7822"/>
                  </a:cubicBezTo>
                  <a:cubicBezTo>
                    <a:pt x="11886" y="8332"/>
                    <a:pt x="11274" y="8669"/>
                    <a:pt x="10792" y="8880"/>
                  </a:cubicBezTo>
                  <a:cubicBezTo>
                    <a:pt x="10690" y="8926"/>
                    <a:pt x="10644" y="9045"/>
                    <a:pt x="10686" y="9147"/>
                  </a:cubicBezTo>
                  <a:cubicBezTo>
                    <a:pt x="10721" y="9223"/>
                    <a:pt x="10796" y="9270"/>
                    <a:pt x="10875" y="9270"/>
                  </a:cubicBezTo>
                  <a:cubicBezTo>
                    <a:pt x="10903" y="9270"/>
                    <a:pt x="10930" y="9265"/>
                    <a:pt x="10957" y="9253"/>
                  </a:cubicBezTo>
                  <a:cubicBezTo>
                    <a:pt x="11836" y="8870"/>
                    <a:pt x="12424" y="8398"/>
                    <a:pt x="12814" y="7969"/>
                  </a:cubicBezTo>
                  <a:lnTo>
                    <a:pt x="12814" y="7969"/>
                  </a:lnTo>
                  <a:cubicBezTo>
                    <a:pt x="12765" y="8268"/>
                    <a:pt x="12680" y="8560"/>
                    <a:pt x="12557" y="8842"/>
                  </a:cubicBezTo>
                  <a:cubicBezTo>
                    <a:pt x="12111" y="9858"/>
                    <a:pt x="11253" y="10558"/>
                    <a:pt x="10001" y="10874"/>
                  </a:cubicBezTo>
                  <a:lnTo>
                    <a:pt x="10001" y="10856"/>
                  </a:lnTo>
                  <a:cubicBezTo>
                    <a:pt x="10004" y="10442"/>
                    <a:pt x="9920" y="10034"/>
                    <a:pt x="9755" y="9654"/>
                  </a:cubicBezTo>
                  <a:cubicBezTo>
                    <a:pt x="9843" y="9633"/>
                    <a:pt x="9966" y="9605"/>
                    <a:pt x="10113" y="9559"/>
                  </a:cubicBezTo>
                  <a:cubicBezTo>
                    <a:pt x="10350" y="9488"/>
                    <a:pt x="10278" y="9158"/>
                    <a:pt x="10067" y="9158"/>
                  </a:cubicBezTo>
                  <a:cubicBezTo>
                    <a:pt x="10046" y="9158"/>
                    <a:pt x="10024" y="9162"/>
                    <a:pt x="10001" y="9169"/>
                  </a:cubicBezTo>
                  <a:cubicBezTo>
                    <a:pt x="9762" y="9239"/>
                    <a:pt x="9600" y="9271"/>
                    <a:pt x="9554" y="9281"/>
                  </a:cubicBezTo>
                  <a:cubicBezTo>
                    <a:pt x="9428" y="9084"/>
                    <a:pt x="9280" y="8901"/>
                    <a:pt x="9108" y="8740"/>
                  </a:cubicBezTo>
                  <a:cubicBezTo>
                    <a:pt x="8548" y="8212"/>
                    <a:pt x="7789" y="7920"/>
                    <a:pt x="6970" y="7920"/>
                  </a:cubicBezTo>
                  <a:cubicBezTo>
                    <a:pt x="5848" y="7920"/>
                    <a:pt x="4905" y="8451"/>
                    <a:pt x="4385" y="9285"/>
                  </a:cubicBezTo>
                  <a:cubicBezTo>
                    <a:pt x="4251" y="9256"/>
                    <a:pt x="2634" y="8919"/>
                    <a:pt x="1540" y="7822"/>
                  </a:cubicBezTo>
                  <a:cubicBezTo>
                    <a:pt x="1688" y="6426"/>
                    <a:pt x="2356" y="4886"/>
                    <a:pt x="3337" y="3686"/>
                  </a:cubicBezTo>
                  <a:cubicBezTo>
                    <a:pt x="4420" y="2364"/>
                    <a:pt x="5711" y="1633"/>
                    <a:pt x="6966" y="1633"/>
                  </a:cubicBezTo>
                  <a:close/>
                  <a:moveTo>
                    <a:pt x="6966" y="8328"/>
                  </a:moveTo>
                  <a:cubicBezTo>
                    <a:pt x="8464" y="8328"/>
                    <a:pt x="9593" y="9415"/>
                    <a:pt x="9593" y="10856"/>
                  </a:cubicBezTo>
                  <a:cubicBezTo>
                    <a:pt x="9593" y="11155"/>
                    <a:pt x="9516" y="11373"/>
                    <a:pt x="9354" y="11521"/>
                  </a:cubicBezTo>
                  <a:cubicBezTo>
                    <a:pt x="9114" y="11743"/>
                    <a:pt x="8702" y="11801"/>
                    <a:pt x="8278" y="11801"/>
                  </a:cubicBezTo>
                  <a:cubicBezTo>
                    <a:pt x="8017" y="11801"/>
                    <a:pt x="7751" y="11779"/>
                    <a:pt x="7518" y="11760"/>
                  </a:cubicBezTo>
                  <a:cubicBezTo>
                    <a:pt x="7318" y="11743"/>
                    <a:pt x="7128" y="11729"/>
                    <a:pt x="6970" y="11729"/>
                  </a:cubicBezTo>
                  <a:cubicBezTo>
                    <a:pt x="6815" y="11729"/>
                    <a:pt x="6629" y="11743"/>
                    <a:pt x="6432" y="11760"/>
                  </a:cubicBezTo>
                  <a:cubicBezTo>
                    <a:pt x="6197" y="11779"/>
                    <a:pt x="5931" y="11801"/>
                    <a:pt x="5669" y="11801"/>
                  </a:cubicBezTo>
                  <a:cubicBezTo>
                    <a:pt x="5243" y="11801"/>
                    <a:pt x="4829" y="11743"/>
                    <a:pt x="4585" y="11521"/>
                  </a:cubicBezTo>
                  <a:cubicBezTo>
                    <a:pt x="4424" y="11370"/>
                    <a:pt x="4343" y="11155"/>
                    <a:pt x="4343" y="10856"/>
                  </a:cubicBezTo>
                  <a:cubicBezTo>
                    <a:pt x="4343" y="10146"/>
                    <a:pt x="4617" y="9503"/>
                    <a:pt x="5109" y="9038"/>
                  </a:cubicBezTo>
                  <a:cubicBezTo>
                    <a:pt x="5591" y="8581"/>
                    <a:pt x="6252" y="8328"/>
                    <a:pt x="6966" y="8328"/>
                  </a:cubicBezTo>
                  <a:close/>
                  <a:moveTo>
                    <a:pt x="2437" y="10677"/>
                  </a:moveTo>
                  <a:lnTo>
                    <a:pt x="2437" y="10677"/>
                  </a:lnTo>
                  <a:cubicBezTo>
                    <a:pt x="2915" y="10980"/>
                    <a:pt x="3446" y="11191"/>
                    <a:pt x="3998" y="11307"/>
                  </a:cubicBezTo>
                  <a:cubicBezTo>
                    <a:pt x="4054" y="11503"/>
                    <a:pt x="4160" y="11683"/>
                    <a:pt x="4311" y="11820"/>
                  </a:cubicBezTo>
                  <a:cubicBezTo>
                    <a:pt x="4650" y="12131"/>
                    <a:pt x="5162" y="12208"/>
                    <a:pt x="5669" y="12208"/>
                  </a:cubicBezTo>
                  <a:cubicBezTo>
                    <a:pt x="5947" y="12208"/>
                    <a:pt x="6223" y="12185"/>
                    <a:pt x="6467" y="12165"/>
                  </a:cubicBezTo>
                  <a:cubicBezTo>
                    <a:pt x="6653" y="12151"/>
                    <a:pt x="6832" y="12133"/>
                    <a:pt x="6970" y="12133"/>
                  </a:cubicBezTo>
                  <a:cubicBezTo>
                    <a:pt x="7107" y="12133"/>
                    <a:pt x="7293" y="12151"/>
                    <a:pt x="7483" y="12165"/>
                  </a:cubicBezTo>
                  <a:cubicBezTo>
                    <a:pt x="7740" y="12186"/>
                    <a:pt x="8018" y="12210"/>
                    <a:pt x="8292" y="12210"/>
                  </a:cubicBezTo>
                  <a:cubicBezTo>
                    <a:pt x="8795" y="12210"/>
                    <a:pt x="9294" y="12133"/>
                    <a:pt x="9628" y="11823"/>
                  </a:cubicBezTo>
                  <a:cubicBezTo>
                    <a:pt x="9779" y="11683"/>
                    <a:pt x="9888" y="11503"/>
                    <a:pt x="9941" y="11307"/>
                  </a:cubicBezTo>
                  <a:cubicBezTo>
                    <a:pt x="10493" y="11191"/>
                    <a:pt x="11021" y="10976"/>
                    <a:pt x="11499" y="10677"/>
                  </a:cubicBezTo>
                  <a:lnTo>
                    <a:pt x="11499" y="10677"/>
                  </a:lnTo>
                  <a:cubicBezTo>
                    <a:pt x="11186" y="11229"/>
                    <a:pt x="10694" y="11729"/>
                    <a:pt x="10064" y="12119"/>
                  </a:cubicBezTo>
                  <a:lnTo>
                    <a:pt x="10064" y="12122"/>
                  </a:lnTo>
                  <a:cubicBezTo>
                    <a:pt x="9174" y="12674"/>
                    <a:pt x="8074" y="12980"/>
                    <a:pt x="6966" y="12980"/>
                  </a:cubicBezTo>
                  <a:cubicBezTo>
                    <a:pt x="5862" y="12980"/>
                    <a:pt x="4761" y="12674"/>
                    <a:pt x="3872" y="12122"/>
                  </a:cubicBezTo>
                  <a:cubicBezTo>
                    <a:pt x="3242" y="11729"/>
                    <a:pt x="2750" y="11229"/>
                    <a:pt x="2437" y="10677"/>
                  </a:cubicBezTo>
                  <a:close/>
                  <a:moveTo>
                    <a:pt x="798" y="1"/>
                  </a:moveTo>
                  <a:cubicBezTo>
                    <a:pt x="597" y="1"/>
                    <a:pt x="395" y="14"/>
                    <a:pt x="193" y="40"/>
                  </a:cubicBezTo>
                  <a:cubicBezTo>
                    <a:pt x="109" y="50"/>
                    <a:pt x="42" y="110"/>
                    <a:pt x="21" y="191"/>
                  </a:cubicBezTo>
                  <a:cubicBezTo>
                    <a:pt x="0" y="272"/>
                    <a:pt x="32" y="360"/>
                    <a:pt x="98" y="406"/>
                  </a:cubicBezTo>
                  <a:cubicBezTo>
                    <a:pt x="120" y="423"/>
                    <a:pt x="570" y="775"/>
                    <a:pt x="471" y="1714"/>
                  </a:cubicBezTo>
                  <a:cubicBezTo>
                    <a:pt x="390" y="2501"/>
                    <a:pt x="457" y="3113"/>
                    <a:pt x="682" y="3637"/>
                  </a:cubicBezTo>
                  <a:cubicBezTo>
                    <a:pt x="914" y="4182"/>
                    <a:pt x="1333" y="4653"/>
                    <a:pt x="1955" y="5079"/>
                  </a:cubicBezTo>
                  <a:cubicBezTo>
                    <a:pt x="1586" y="5814"/>
                    <a:pt x="1326" y="6598"/>
                    <a:pt x="1185" y="7407"/>
                  </a:cubicBezTo>
                  <a:cubicBezTo>
                    <a:pt x="1136" y="7340"/>
                    <a:pt x="1090" y="7270"/>
                    <a:pt x="1044" y="7196"/>
                  </a:cubicBezTo>
                  <a:cubicBezTo>
                    <a:pt x="1003" y="7131"/>
                    <a:pt x="938" y="7101"/>
                    <a:pt x="873" y="7101"/>
                  </a:cubicBezTo>
                  <a:cubicBezTo>
                    <a:pt x="774" y="7101"/>
                    <a:pt x="677" y="7171"/>
                    <a:pt x="668" y="7291"/>
                  </a:cubicBezTo>
                  <a:cubicBezTo>
                    <a:pt x="651" y="7882"/>
                    <a:pt x="767" y="8465"/>
                    <a:pt x="1006" y="9003"/>
                  </a:cubicBezTo>
                  <a:cubicBezTo>
                    <a:pt x="1189" y="9425"/>
                    <a:pt x="1445" y="9809"/>
                    <a:pt x="1769" y="10136"/>
                  </a:cubicBezTo>
                  <a:cubicBezTo>
                    <a:pt x="2033" y="11043"/>
                    <a:pt x="2701" y="11869"/>
                    <a:pt x="3657" y="12467"/>
                  </a:cubicBezTo>
                  <a:cubicBezTo>
                    <a:pt x="4614" y="13065"/>
                    <a:pt x="5785" y="13392"/>
                    <a:pt x="6966" y="13392"/>
                  </a:cubicBezTo>
                  <a:cubicBezTo>
                    <a:pt x="8151" y="13392"/>
                    <a:pt x="9326" y="13065"/>
                    <a:pt x="10279" y="12467"/>
                  </a:cubicBezTo>
                  <a:cubicBezTo>
                    <a:pt x="11232" y="11873"/>
                    <a:pt x="11903" y="11043"/>
                    <a:pt x="12167" y="10136"/>
                  </a:cubicBezTo>
                  <a:cubicBezTo>
                    <a:pt x="12487" y="9809"/>
                    <a:pt x="12747" y="9425"/>
                    <a:pt x="12930" y="9003"/>
                  </a:cubicBezTo>
                  <a:cubicBezTo>
                    <a:pt x="13169" y="8465"/>
                    <a:pt x="13285" y="7882"/>
                    <a:pt x="13268" y="7291"/>
                  </a:cubicBezTo>
                  <a:cubicBezTo>
                    <a:pt x="13259" y="7171"/>
                    <a:pt x="13161" y="7101"/>
                    <a:pt x="13062" y="7101"/>
                  </a:cubicBezTo>
                  <a:cubicBezTo>
                    <a:pt x="12998" y="7101"/>
                    <a:pt x="12933" y="7131"/>
                    <a:pt x="12891" y="7196"/>
                  </a:cubicBezTo>
                  <a:cubicBezTo>
                    <a:pt x="12846" y="7270"/>
                    <a:pt x="12796" y="7340"/>
                    <a:pt x="12747" y="7407"/>
                  </a:cubicBezTo>
                  <a:cubicBezTo>
                    <a:pt x="12610" y="6598"/>
                    <a:pt x="12350" y="5814"/>
                    <a:pt x="11981" y="5079"/>
                  </a:cubicBezTo>
                  <a:cubicBezTo>
                    <a:pt x="12603" y="4653"/>
                    <a:pt x="13021" y="4179"/>
                    <a:pt x="13254" y="3637"/>
                  </a:cubicBezTo>
                  <a:cubicBezTo>
                    <a:pt x="13479" y="3110"/>
                    <a:pt x="13545" y="2501"/>
                    <a:pt x="13464" y="1714"/>
                  </a:cubicBezTo>
                  <a:cubicBezTo>
                    <a:pt x="13366" y="775"/>
                    <a:pt x="13816" y="420"/>
                    <a:pt x="13834" y="409"/>
                  </a:cubicBezTo>
                  <a:cubicBezTo>
                    <a:pt x="13901" y="360"/>
                    <a:pt x="13936" y="276"/>
                    <a:pt x="13915" y="195"/>
                  </a:cubicBezTo>
                  <a:cubicBezTo>
                    <a:pt x="13893" y="114"/>
                    <a:pt x="13827" y="50"/>
                    <a:pt x="13742" y="40"/>
                  </a:cubicBezTo>
                  <a:cubicBezTo>
                    <a:pt x="13541" y="14"/>
                    <a:pt x="13339" y="1"/>
                    <a:pt x="13138" y="1"/>
                  </a:cubicBezTo>
                  <a:cubicBezTo>
                    <a:pt x="12316" y="1"/>
                    <a:pt x="11502" y="219"/>
                    <a:pt x="10711" y="652"/>
                  </a:cubicBezTo>
                  <a:cubicBezTo>
                    <a:pt x="10127" y="972"/>
                    <a:pt x="9596" y="1376"/>
                    <a:pt x="9136" y="1854"/>
                  </a:cubicBezTo>
                  <a:cubicBezTo>
                    <a:pt x="8432" y="1439"/>
                    <a:pt x="7698" y="1221"/>
                    <a:pt x="6970" y="1221"/>
                  </a:cubicBezTo>
                  <a:cubicBezTo>
                    <a:pt x="6242" y="1221"/>
                    <a:pt x="5507" y="1439"/>
                    <a:pt x="4807" y="1854"/>
                  </a:cubicBezTo>
                  <a:cubicBezTo>
                    <a:pt x="4339" y="1376"/>
                    <a:pt x="3808" y="972"/>
                    <a:pt x="3228" y="652"/>
                  </a:cubicBezTo>
                  <a:cubicBezTo>
                    <a:pt x="2434" y="219"/>
                    <a:pt x="1620"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7" name="Google Shape;16277;p84"/>
          <p:cNvGrpSpPr/>
          <p:nvPr/>
        </p:nvGrpSpPr>
        <p:grpSpPr>
          <a:xfrm>
            <a:off x="4680096" y="2409807"/>
            <a:ext cx="375782" cy="374262"/>
            <a:chOff x="4680096" y="2409807"/>
            <a:chExt cx="375782" cy="374262"/>
          </a:xfrm>
        </p:grpSpPr>
        <p:sp>
          <p:nvSpPr>
            <p:cNvPr id="16278" name="Google Shape;16278;p84"/>
            <p:cNvSpPr/>
            <p:nvPr/>
          </p:nvSpPr>
          <p:spPr>
            <a:xfrm>
              <a:off x="4795038" y="2415259"/>
              <a:ext cx="178219" cy="75780"/>
            </a:xfrm>
            <a:custGeom>
              <a:rect b="b" l="l" r="r" t="t"/>
              <a:pathLst>
                <a:path extrusionOk="0" h="2891" w="6799">
                  <a:moveTo>
                    <a:pt x="6798" y="0"/>
                  </a:moveTo>
                  <a:cubicBezTo>
                    <a:pt x="6798" y="0"/>
                    <a:pt x="2832" y="299"/>
                    <a:pt x="1" y="2462"/>
                  </a:cubicBezTo>
                  <a:lnTo>
                    <a:pt x="4713" y="2891"/>
                  </a:lnTo>
                  <a:cubicBezTo>
                    <a:pt x="5103" y="1287"/>
                    <a:pt x="6798" y="0"/>
                    <a:pt x="679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84"/>
            <p:cNvSpPr/>
            <p:nvPr/>
          </p:nvSpPr>
          <p:spPr>
            <a:xfrm>
              <a:off x="4795038" y="2702942"/>
              <a:ext cx="178219" cy="75702"/>
            </a:xfrm>
            <a:custGeom>
              <a:rect b="b" l="l" r="r" t="t"/>
              <a:pathLst>
                <a:path extrusionOk="0" h="2888" w="6799">
                  <a:moveTo>
                    <a:pt x="4713" y="0"/>
                  </a:moveTo>
                  <a:lnTo>
                    <a:pt x="1" y="429"/>
                  </a:lnTo>
                  <a:cubicBezTo>
                    <a:pt x="2832" y="2592"/>
                    <a:pt x="6798" y="2887"/>
                    <a:pt x="6798" y="2887"/>
                  </a:cubicBezTo>
                  <a:cubicBezTo>
                    <a:pt x="6798" y="2887"/>
                    <a:pt x="5103" y="1604"/>
                    <a:pt x="4713"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84"/>
            <p:cNvSpPr/>
            <p:nvPr/>
          </p:nvSpPr>
          <p:spPr>
            <a:xfrm>
              <a:off x="4686099" y="2468078"/>
              <a:ext cx="362781" cy="257826"/>
            </a:xfrm>
            <a:custGeom>
              <a:rect b="b" l="l" r="r" t="t"/>
              <a:pathLst>
                <a:path extrusionOk="0" h="9836" w="13840">
                  <a:moveTo>
                    <a:pt x="6461" y="0"/>
                  </a:moveTo>
                  <a:cubicBezTo>
                    <a:pt x="6459" y="0"/>
                    <a:pt x="6456" y="0"/>
                    <a:pt x="6453" y="0"/>
                  </a:cubicBezTo>
                  <a:cubicBezTo>
                    <a:pt x="2367" y="0"/>
                    <a:pt x="1720" y="2993"/>
                    <a:pt x="1" y="4920"/>
                  </a:cubicBezTo>
                  <a:cubicBezTo>
                    <a:pt x="1720" y="6843"/>
                    <a:pt x="2367" y="9836"/>
                    <a:pt x="6453" y="9836"/>
                  </a:cubicBezTo>
                  <a:cubicBezTo>
                    <a:pt x="6459" y="9836"/>
                    <a:pt x="6464" y="9836"/>
                    <a:pt x="6469" y="9836"/>
                  </a:cubicBezTo>
                  <a:cubicBezTo>
                    <a:pt x="8646" y="9836"/>
                    <a:pt x="10569" y="8406"/>
                    <a:pt x="11197" y="6319"/>
                  </a:cubicBezTo>
                  <a:cubicBezTo>
                    <a:pt x="11258" y="6130"/>
                    <a:pt x="11433" y="6011"/>
                    <a:pt x="11620" y="6011"/>
                  </a:cubicBezTo>
                  <a:cubicBezTo>
                    <a:pt x="11679" y="6011"/>
                    <a:pt x="11740" y="6023"/>
                    <a:pt x="11798" y="6048"/>
                  </a:cubicBezTo>
                  <a:lnTo>
                    <a:pt x="13760" y="6889"/>
                  </a:lnTo>
                  <a:cubicBezTo>
                    <a:pt x="13767" y="6892"/>
                    <a:pt x="13774" y="6893"/>
                    <a:pt x="13780" y="6893"/>
                  </a:cubicBezTo>
                  <a:cubicBezTo>
                    <a:pt x="13811" y="6893"/>
                    <a:pt x="13836" y="6861"/>
                    <a:pt x="13827" y="6829"/>
                  </a:cubicBezTo>
                  <a:lnTo>
                    <a:pt x="13307" y="5275"/>
                  </a:lnTo>
                  <a:cubicBezTo>
                    <a:pt x="13233" y="5043"/>
                    <a:pt x="13233" y="4793"/>
                    <a:pt x="13310" y="4564"/>
                  </a:cubicBezTo>
                  <a:lnTo>
                    <a:pt x="13827" y="3010"/>
                  </a:lnTo>
                  <a:cubicBezTo>
                    <a:pt x="13839" y="2974"/>
                    <a:pt x="13811" y="2944"/>
                    <a:pt x="13778" y="2944"/>
                  </a:cubicBezTo>
                  <a:cubicBezTo>
                    <a:pt x="13772" y="2944"/>
                    <a:pt x="13766" y="2945"/>
                    <a:pt x="13760" y="2947"/>
                  </a:cubicBezTo>
                  <a:lnTo>
                    <a:pt x="11798" y="3787"/>
                  </a:lnTo>
                  <a:cubicBezTo>
                    <a:pt x="11740" y="3813"/>
                    <a:pt x="11679" y="3825"/>
                    <a:pt x="11620" y="3825"/>
                  </a:cubicBezTo>
                  <a:cubicBezTo>
                    <a:pt x="11433" y="3825"/>
                    <a:pt x="11258" y="3706"/>
                    <a:pt x="11197" y="3517"/>
                  </a:cubicBezTo>
                  <a:cubicBezTo>
                    <a:pt x="10568" y="1427"/>
                    <a:pt x="8642" y="0"/>
                    <a:pt x="646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84"/>
            <p:cNvSpPr/>
            <p:nvPr/>
          </p:nvSpPr>
          <p:spPr>
            <a:xfrm>
              <a:off x="4686099" y="2499585"/>
              <a:ext cx="235441" cy="226319"/>
            </a:xfrm>
            <a:custGeom>
              <a:rect b="b" l="l" r="r" t="t"/>
              <a:pathLst>
                <a:path extrusionOk="0" h="8634" w="8982">
                  <a:moveTo>
                    <a:pt x="2884" y="1"/>
                  </a:moveTo>
                  <a:lnTo>
                    <a:pt x="2884" y="1"/>
                  </a:lnTo>
                  <a:cubicBezTo>
                    <a:pt x="1667" y="1045"/>
                    <a:pt x="1024" y="2571"/>
                    <a:pt x="1" y="3714"/>
                  </a:cubicBezTo>
                  <a:cubicBezTo>
                    <a:pt x="1720" y="5641"/>
                    <a:pt x="2367" y="8634"/>
                    <a:pt x="6453" y="8634"/>
                  </a:cubicBezTo>
                  <a:cubicBezTo>
                    <a:pt x="7343" y="8634"/>
                    <a:pt x="8218" y="8395"/>
                    <a:pt x="8982" y="7941"/>
                  </a:cubicBezTo>
                  <a:cubicBezTo>
                    <a:pt x="5440" y="7333"/>
                    <a:pt x="2852" y="4263"/>
                    <a:pt x="2852" y="669"/>
                  </a:cubicBezTo>
                  <a:cubicBezTo>
                    <a:pt x="2852" y="444"/>
                    <a:pt x="2863" y="222"/>
                    <a:pt x="2884"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84"/>
            <p:cNvSpPr/>
            <p:nvPr/>
          </p:nvSpPr>
          <p:spPr>
            <a:xfrm>
              <a:off x="4727121" y="2573504"/>
              <a:ext cx="29332" cy="29358"/>
            </a:xfrm>
            <a:custGeom>
              <a:rect b="b" l="l" r="r" t="t"/>
              <a:pathLst>
                <a:path extrusionOk="0" h="1120" w="1119">
                  <a:moveTo>
                    <a:pt x="559" y="1"/>
                  </a:moveTo>
                  <a:cubicBezTo>
                    <a:pt x="250" y="1"/>
                    <a:pt x="0" y="251"/>
                    <a:pt x="0" y="560"/>
                  </a:cubicBezTo>
                  <a:cubicBezTo>
                    <a:pt x="0" y="870"/>
                    <a:pt x="250" y="1119"/>
                    <a:pt x="559" y="1119"/>
                  </a:cubicBezTo>
                  <a:cubicBezTo>
                    <a:pt x="869" y="1119"/>
                    <a:pt x="1119" y="870"/>
                    <a:pt x="1119" y="560"/>
                  </a:cubicBezTo>
                  <a:cubicBezTo>
                    <a:pt x="1119" y="251"/>
                    <a:pt x="869" y="1"/>
                    <a:pt x="55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84"/>
            <p:cNvSpPr/>
            <p:nvPr/>
          </p:nvSpPr>
          <p:spPr>
            <a:xfrm>
              <a:off x="4738812" y="2579323"/>
              <a:ext cx="11848" cy="11743"/>
            </a:xfrm>
            <a:custGeom>
              <a:rect b="b" l="l" r="r" t="t"/>
              <a:pathLst>
                <a:path extrusionOk="0" h="448" w="452">
                  <a:moveTo>
                    <a:pt x="226" y="0"/>
                  </a:moveTo>
                  <a:cubicBezTo>
                    <a:pt x="103" y="0"/>
                    <a:pt x="1" y="102"/>
                    <a:pt x="1" y="226"/>
                  </a:cubicBezTo>
                  <a:cubicBezTo>
                    <a:pt x="1" y="349"/>
                    <a:pt x="103" y="447"/>
                    <a:pt x="226" y="447"/>
                  </a:cubicBezTo>
                  <a:cubicBezTo>
                    <a:pt x="349" y="447"/>
                    <a:pt x="451" y="349"/>
                    <a:pt x="451" y="226"/>
                  </a:cubicBezTo>
                  <a:cubicBezTo>
                    <a:pt x="451" y="102"/>
                    <a:pt x="349" y="0"/>
                    <a:pt x="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84"/>
            <p:cNvSpPr/>
            <p:nvPr/>
          </p:nvSpPr>
          <p:spPr>
            <a:xfrm>
              <a:off x="4773308" y="2470751"/>
              <a:ext cx="49961" cy="252479"/>
            </a:xfrm>
            <a:custGeom>
              <a:rect b="b" l="l" r="r" t="t"/>
              <a:pathLst>
                <a:path extrusionOk="0" h="9632" w="1906">
                  <a:moveTo>
                    <a:pt x="1906" y="0"/>
                  </a:moveTo>
                  <a:lnTo>
                    <a:pt x="1906" y="0"/>
                  </a:lnTo>
                  <a:cubicBezTo>
                    <a:pt x="1519" y="67"/>
                    <a:pt x="1139" y="179"/>
                    <a:pt x="777" y="334"/>
                  </a:cubicBezTo>
                  <a:cubicBezTo>
                    <a:pt x="288" y="1600"/>
                    <a:pt x="0" y="3144"/>
                    <a:pt x="0" y="4818"/>
                  </a:cubicBezTo>
                  <a:cubicBezTo>
                    <a:pt x="0" y="6491"/>
                    <a:pt x="288" y="8032"/>
                    <a:pt x="777" y="9301"/>
                  </a:cubicBezTo>
                  <a:cubicBezTo>
                    <a:pt x="1139" y="9452"/>
                    <a:pt x="1519" y="9565"/>
                    <a:pt x="1906" y="9632"/>
                  </a:cubicBezTo>
                  <a:cubicBezTo>
                    <a:pt x="1590" y="8274"/>
                    <a:pt x="1400" y="6615"/>
                    <a:pt x="1400" y="4814"/>
                  </a:cubicBezTo>
                  <a:cubicBezTo>
                    <a:pt x="1400" y="3017"/>
                    <a:pt x="1586" y="1357"/>
                    <a:pt x="190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84"/>
            <p:cNvSpPr/>
            <p:nvPr/>
          </p:nvSpPr>
          <p:spPr>
            <a:xfrm>
              <a:off x="4773308" y="2586139"/>
              <a:ext cx="49961" cy="137091"/>
            </a:xfrm>
            <a:custGeom>
              <a:rect b="b" l="l" r="r" t="t"/>
              <a:pathLst>
                <a:path extrusionOk="0" h="5230" w="1906">
                  <a:moveTo>
                    <a:pt x="11" y="1"/>
                  </a:moveTo>
                  <a:cubicBezTo>
                    <a:pt x="4" y="138"/>
                    <a:pt x="0" y="275"/>
                    <a:pt x="0" y="412"/>
                  </a:cubicBezTo>
                  <a:cubicBezTo>
                    <a:pt x="0" y="2082"/>
                    <a:pt x="288" y="3630"/>
                    <a:pt x="777" y="4896"/>
                  </a:cubicBezTo>
                  <a:cubicBezTo>
                    <a:pt x="1139" y="5050"/>
                    <a:pt x="1519" y="5163"/>
                    <a:pt x="1906" y="5230"/>
                  </a:cubicBezTo>
                  <a:cubicBezTo>
                    <a:pt x="1692" y="4287"/>
                    <a:pt x="1547" y="3327"/>
                    <a:pt x="1473" y="2364"/>
                  </a:cubicBezTo>
                  <a:cubicBezTo>
                    <a:pt x="841" y="1675"/>
                    <a:pt x="345" y="873"/>
                    <a:pt x="1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84"/>
            <p:cNvSpPr/>
            <p:nvPr/>
          </p:nvSpPr>
          <p:spPr>
            <a:xfrm>
              <a:off x="4845759" y="2468261"/>
              <a:ext cx="46370" cy="257459"/>
            </a:xfrm>
            <a:custGeom>
              <a:rect b="b" l="l" r="r" t="t"/>
              <a:pathLst>
                <a:path extrusionOk="0" h="9822" w="1769">
                  <a:moveTo>
                    <a:pt x="573" y="0"/>
                  </a:moveTo>
                  <a:cubicBezTo>
                    <a:pt x="218" y="1336"/>
                    <a:pt x="0" y="3045"/>
                    <a:pt x="0" y="4909"/>
                  </a:cubicBezTo>
                  <a:cubicBezTo>
                    <a:pt x="0" y="6776"/>
                    <a:pt x="218" y="8485"/>
                    <a:pt x="573" y="9822"/>
                  </a:cubicBezTo>
                  <a:cubicBezTo>
                    <a:pt x="978" y="9804"/>
                    <a:pt x="1382" y="9737"/>
                    <a:pt x="1769" y="9625"/>
                  </a:cubicBezTo>
                  <a:cubicBezTo>
                    <a:pt x="1480" y="8334"/>
                    <a:pt x="1308" y="6699"/>
                    <a:pt x="1308" y="4909"/>
                  </a:cubicBezTo>
                  <a:cubicBezTo>
                    <a:pt x="1308" y="3123"/>
                    <a:pt x="1484" y="1484"/>
                    <a:pt x="1769" y="197"/>
                  </a:cubicBezTo>
                  <a:cubicBezTo>
                    <a:pt x="1382" y="81"/>
                    <a:pt x="978" y="18"/>
                    <a:pt x="57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84"/>
            <p:cNvSpPr/>
            <p:nvPr/>
          </p:nvSpPr>
          <p:spPr>
            <a:xfrm>
              <a:off x="4851736" y="2681080"/>
              <a:ext cx="40393" cy="44640"/>
            </a:xfrm>
            <a:custGeom>
              <a:rect b="b" l="l" r="r" t="t"/>
              <a:pathLst>
                <a:path extrusionOk="0" h="1703" w="1541">
                  <a:moveTo>
                    <a:pt x="1" y="1"/>
                  </a:moveTo>
                  <a:lnTo>
                    <a:pt x="1" y="1"/>
                  </a:lnTo>
                  <a:cubicBezTo>
                    <a:pt x="81" y="574"/>
                    <a:pt x="198" y="1140"/>
                    <a:pt x="345" y="1703"/>
                  </a:cubicBezTo>
                  <a:cubicBezTo>
                    <a:pt x="750" y="1685"/>
                    <a:pt x="1150" y="1618"/>
                    <a:pt x="1541" y="1506"/>
                  </a:cubicBezTo>
                  <a:cubicBezTo>
                    <a:pt x="1481" y="1242"/>
                    <a:pt x="1428" y="964"/>
                    <a:pt x="1383" y="676"/>
                  </a:cubicBezTo>
                  <a:cubicBezTo>
                    <a:pt x="897" y="500"/>
                    <a:pt x="437" y="271"/>
                    <a:pt x="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84"/>
            <p:cNvSpPr/>
            <p:nvPr/>
          </p:nvSpPr>
          <p:spPr>
            <a:xfrm>
              <a:off x="4917188" y="2492691"/>
              <a:ext cx="40577" cy="208520"/>
            </a:xfrm>
            <a:custGeom>
              <a:rect b="b" l="l" r="r" t="t"/>
              <a:pathLst>
                <a:path extrusionOk="0" h="7955" w="1548">
                  <a:moveTo>
                    <a:pt x="542" y="0"/>
                  </a:moveTo>
                  <a:cubicBezTo>
                    <a:pt x="201" y="1143"/>
                    <a:pt x="0" y="2504"/>
                    <a:pt x="0" y="3970"/>
                  </a:cubicBezTo>
                  <a:cubicBezTo>
                    <a:pt x="0" y="5436"/>
                    <a:pt x="204" y="6808"/>
                    <a:pt x="545" y="7954"/>
                  </a:cubicBezTo>
                  <a:cubicBezTo>
                    <a:pt x="925" y="7680"/>
                    <a:pt x="1263" y="7353"/>
                    <a:pt x="1548" y="6984"/>
                  </a:cubicBezTo>
                  <a:cubicBezTo>
                    <a:pt x="1326" y="6115"/>
                    <a:pt x="1192" y="5085"/>
                    <a:pt x="1192" y="3977"/>
                  </a:cubicBezTo>
                  <a:cubicBezTo>
                    <a:pt x="1192" y="2866"/>
                    <a:pt x="1326" y="1839"/>
                    <a:pt x="1548" y="971"/>
                  </a:cubicBezTo>
                  <a:cubicBezTo>
                    <a:pt x="1259" y="601"/>
                    <a:pt x="922" y="274"/>
                    <a:pt x="542"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84"/>
            <p:cNvSpPr/>
            <p:nvPr/>
          </p:nvSpPr>
          <p:spPr>
            <a:xfrm>
              <a:off x="4680096" y="2409807"/>
              <a:ext cx="375782" cy="374262"/>
            </a:xfrm>
            <a:custGeom>
              <a:rect b="b" l="l" r="r" t="t"/>
              <a:pathLst>
                <a:path extrusionOk="0" h="14278" w="14336">
                  <a:moveTo>
                    <a:pt x="10515" y="493"/>
                  </a:moveTo>
                  <a:lnTo>
                    <a:pt x="10515" y="493"/>
                  </a:lnTo>
                  <a:cubicBezTo>
                    <a:pt x="10005" y="954"/>
                    <a:pt x="9288" y="1717"/>
                    <a:pt x="9010" y="2564"/>
                  </a:cubicBezTo>
                  <a:cubicBezTo>
                    <a:pt x="8296" y="2202"/>
                    <a:pt x="7506" y="2012"/>
                    <a:pt x="6704" y="2012"/>
                  </a:cubicBezTo>
                  <a:cubicBezTo>
                    <a:pt x="6697" y="2012"/>
                    <a:pt x="6690" y="2012"/>
                    <a:pt x="6682" y="2012"/>
                  </a:cubicBezTo>
                  <a:cubicBezTo>
                    <a:pt x="6345" y="2012"/>
                    <a:pt x="6007" y="2033"/>
                    <a:pt x="5669" y="2079"/>
                  </a:cubicBezTo>
                  <a:cubicBezTo>
                    <a:pt x="6847" y="1414"/>
                    <a:pt x="8064" y="1017"/>
                    <a:pt x="8964" y="795"/>
                  </a:cubicBezTo>
                  <a:cubicBezTo>
                    <a:pt x="9478" y="669"/>
                    <a:pt x="9995" y="567"/>
                    <a:pt x="10515" y="493"/>
                  </a:cubicBezTo>
                  <a:close/>
                  <a:moveTo>
                    <a:pt x="10698" y="4635"/>
                  </a:moveTo>
                  <a:cubicBezTo>
                    <a:pt x="10927" y="4998"/>
                    <a:pt x="11106" y="5388"/>
                    <a:pt x="11225" y="5796"/>
                  </a:cubicBezTo>
                  <a:cubicBezTo>
                    <a:pt x="11278" y="5972"/>
                    <a:pt x="11405" y="6116"/>
                    <a:pt x="11570" y="6193"/>
                  </a:cubicBezTo>
                  <a:cubicBezTo>
                    <a:pt x="11657" y="6233"/>
                    <a:pt x="11752" y="6254"/>
                    <a:pt x="11848" y="6254"/>
                  </a:cubicBezTo>
                  <a:cubicBezTo>
                    <a:pt x="11937" y="6254"/>
                    <a:pt x="12027" y="6236"/>
                    <a:pt x="12112" y="6200"/>
                  </a:cubicBezTo>
                  <a:lnTo>
                    <a:pt x="13747" y="5500"/>
                  </a:lnTo>
                  <a:lnTo>
                    <a:pt x="13339" y="6717"/>
                  </a:lnTo>
                  <a:cubicBezTo>
                    <a:pt x="13247" y="6988"/>
                    <a:pt x="13247" y="7283"/>
                    <a:pt x="13339" y="7558"/>
                  </a:cubicBezTo>
                  <a:lnTo>
                    <a:pt x="13747" y="8774"/>
                  </a:lnTo>
                  <a:lnTo>
                    <a:pt x="13747" y="8774"/>
                  </a:lnTo>
                  <a:lnTo>
                    <a:pt x="12112" y="8075"/>
                  </a:lnTo>
                  <a:cubicBezTo>
                    <a:pt x="12027" y="8039"/>
                    <a:pt x="11937" y="8021"/>
                    <a:pt x="11848" y="8021"/>
                  </a:cubicBezTo>
                  <a:cubicBezTo>
                    <a:pt x="11752" y="8021"/>
                    <a:pt x="11657" y="8042"/>
                    <a:pt x="11570" y="8082"/>
                  </a:cubicBezTo>
                  <a:cubicBezTo>
                    <a:pt x="11405" y="8159"/>
                    <a:pt x="11278" y="8303"/>
                    <a:pt x="11225" y="8479"/>
                  </a:cubicBezTo>
                  <a:cubicBezTo>
                    <a:pt x="11106" y="8887"/>
                    <a:pt x="10927" y="9277"/>
                    <a:pt x="10698" y="9639"/>
                  </a:cubicBezTo>
                  <a:cubicBezTo>
                    <a:pt x="10385" y="7987"/>
                    <a:pt x="10385" y="6288"/>
                    <a:pt x="10698" y="4635"/>
                  </a:cubicBezTo>
                  <a:close/>
                  <a:moveTo>
                    <a:pt x="3996" y="3057"/>
                  </a:moveTo>
                  <a:lnTo>
                    <a:pt x="3996" y="3057"/>
                  </a:lnTo>
                  <a:cubicBezTo>
                    <a:pt x="3588" y="4270"/>
                    <a:pt x="3373" y="5673"/>
                    <a:pt x="3373" y="7139"/>
                  </a:cubicBezTo>
                  <a:cubicBezTo>
                    <a:pt x="3373" y="8605"/>
                    <a:pt x="3588" y="10005"/>
                    <a:pt x="3996" y="11222"/>
                  </a:cubicBezTo>
                  <a:cubicBezTo>
                    <a:pt x="3795" y="11109"/>
                    <a:pt x="3602" y="10979"/>
                    <a:pt x="3419" y="10838"/>
                  </a:cubicBezTo>
                  <a:cubicBezTo>
                    <a:pt x="2642" y="10230"/>
                    <a:pt x="2090" y="9393"/>
                    <a:pt x="1552" y="8588"/>
                  </a:cubicBezTo>
                  <a:cubicBezTo>
                    <a:pt x="1228" y="8096"/>
                    <a:pt x="894" y="7593"/>
                    <a:pt x="507" y="7139"/>
                  </a:cubicBezTo>
                  <a:cubicBezTo>
                    <a:pt x="891" y="6686"/>
                    <a:pt x="1228" y="6179"/>
                    <a:pt x="1552" y="5690"/>
                  </a:cubicBezTo>
                  <a:cubicBezTo>
                    <a:pt x="2090" y="4885"/>
                    <a:pt x="2642" y="4048"/>
                    <a:pt x="3419" y="3440"/>
                  </a:cubicBezTo>
                  <a:cubicBezTo>
                    <a:pt x="3602" y="3296"/>
                    <a:pt x="3795" y="3169"/>
                    <a:pt x="3996" y="3057"/>
                  </a:cubicBezTo>
                  <a:close/>
                  <a:moveTo>
                    <a:pt x="8240" y="2691"/>
                  </a:moveTo>
                  <a:cubicBezTo>
                    <a:pt x="8637" y="2828"/>
                    <a:pt x="9010" y="3018"/>
                    <a:pt x="9358" y="3253"/>
                  </a:cubicBezTo>
                  <a:cubicBezTo>
                    <a:pt x="9284" y="3479"/>
                    <a:pt x="9218" y="3714"/>
                    <a:pt x="9158" y="3960"/>
                  </a:cubicBezTo>
                  <a:cubicBezTo>
                    <a:pt x="9130" y="4076"/>
                    <a:pt x="9200" y="4189"/>
                    <a:pt x="9313" y="4213"/>
                  </a:cubicBezTo>
                  <a:cubicBezTo>
                    <a:pt x="9329" y="4218"/>
                    <a:pt x="9346" y="4220"/>
                    <a:pt x="9363" y="4220"/>
                  </a:cubicBezTo>
                  <a:cubicBezTo>
                    <a:pt x="9457" y="4220"/>
                    <a:pt x="9542" y="4154"/>
                    <a:pt x="9566" y="4059"/>
                  </a:cubicBezTo>
                  <a:cubicBezTo>
                    <a:pt x="9611" y="3872"/>
                    <a:pt x="9661" y="3693"/>
                    <a:pt x="9713" y="3521"/>
                  </a:cubicBezTo>
                  <a:cubicBezTo>
                    <a:pt x="9953" y="3718"/>
                    <a:pt x="10174" y="3939"/>
                    <a:pt x="10371" y="4185"/>
                  </a:cubicBezTo>
                  <a:cubicBezTo>
                    <a:pt x="10160" y="5057"/>
                    <a:pt x="10047" y="6077"/>
                    <a:pt x="10047" y="7139"/>
                  </a:cubicBezTo>
                  <a:cubicBezTo>
                    <a:pt x="10047" y="8201"/>
                    <a:pt x="10160" y="9221"/>
                    <a:pt x="10374" y="10096"/>
                  </a:cubicBezTo>
                  <a:cubicBezTo>
                    <a:pt x="10174" y="10339"/>
                    <a:pt x="9956" y="10561"/>
                    <a:pt x="9713" y="10761"/>
                  </a:cubicBezTo>
                  <a:lnTo>
                    <a:pt x="9713" y="10758"/>
                  </a:lnTo>
                  <a:cubicBezTo>
                    <a:pt x="9397" y="9724"/>
                    <a:pt x="9225" y="8451"/>
                    <a:pt x="9225" y="7139"/>
                  </a:cubicBezTo>
                  <a:cubicBezTo>
                    <a:pt x="9221" y="6401"/>
                    <a:pt x="9277" y="5666"/>
                    <a:pt x="9390" y="4938"/>
                  </a:cubicBezTo>
                  <a:cubicBezTo>
                    <a:pt x="9410" y="4786"/>
                    <a:pt x="9293" y="4700"/>
                    <a:pt x="9178" y="4700"/>
                  </a:cubicBezTo>
                  <a:cubicBezTo>
                    <a:pt x="9088" y="4700"/>
                    <a:pt x="8999" y="4753"/>
                    <a:pt x="8978" y="4871"/>
                  </a:cubicBezTo>
                  <a:cubicBezTo>
                    <a:pt x="8859" y="5624"/>
                    <a:pt x="8803" y="6380"/>
                    <a:pt x="8803" y="7139"/>
                  </a:cubicBezTo>
                  <a:cubicBezTo>
                    <a:pt x="8803" y="8556"/>
                    <a:pt x="9000" y="9928"/>
                    <a:pt x="9358" y="11028"/>
                  </a:cubicBezTo>
                  <a:cubicBezTo>
                    <a:pt x="9014" y="11264"/>
                    <a:pt x="8637" y="11454"/>
                    <a:pt x="8240" y="11591"/>
                  </a:cubicBezTo>
                  <a:cubicBezTo>
                    <a:pt x="7976" y="10339"/>
                    <a:pt x="7836" y="8767"/>
                    <a:pt x="7836" y="7139"/>
                  </a:cubicBezTo>
                  <a:cubicBezTo>
                    <a:pt x="7836" y="5515"/>
                    <a:pt x="7980" y="3943"/>
                    <a:pt x="8240" y="2691"/>
                  </a:cubicBezTo>
                  <a:close/>
                  <a:moveTo>
                    <a:pt x="7034" y="2445"/>
                  </a:moveTo>
                  <a:cubicBezTo>
                    <a:pt x="7305" y="2462"/>
                    <a:pt x="7575" y="2504"/>
                    <a:pt x="7839" y="2571"/>
                  </a:cubicBezTo>
                  <a:cubicBezTo>
                    <a:pt x="7568" y="3855"/>
                    <a:pt x="7417" y="5472"/>
                    <a:pt x="7417" y="7139"/>
                  </a:cubicBezTo>
                  <a:cubicBezTo>
                    <a:pt x="7417" y="8809"/>
                    <a:pt x="7568" y="10427"/>
                    <a:pt x="7839" y="11711"/>
                  </a:cubicBezTo>
                  <a:cubicBezTo>
                    <a:pt x="7575" y="11777"/>
                    <a:pt x="7305" y="11820"/>
                    <a:pt x="7034" y="11837"/>
                  </a:cubicBezTo>
                  <a:cubicBezTo>
                    <a:pt x="6717" y="10525"/>
                    <a:pt x="6542" y="8862"/>
                    <a:pt x="6542" y="7139"/>
                  </a:cubicBezTo>
                  <a:cubicBezTo>
                    <a:pt x="6542" y="5420"/>
                    <a:pt x="6717" y="3756"/>
                    <a:pt x="7034" y="2445"/>
                  </a:cubicBezTo>
                  <a:close/>
                  <a:moveTo>
                    <a:pt x="6605" y="2431"/>
                  </a:moveTo>
                  <a:lnTo>
                    <a:pt x="6605" y="2431"/>
                  </a:lnTo>
                  <a:cubicBezTo>
                    <a:pt x="6292" y="3760"/>
                    <a:pt x="6123" y="5423"/>
                    <a:pt x="6123" y="7139"/>
                  </a:cubicBezTo>
                  <a:cubicBezTo>
                    <a:pt x="6123" y="8855"/>
                    <a:pt x="6292" y="10522"/>
                    <a:pt x="6605" y="11851"/>
                  </a:cubicBezTo>
                  <a:cubicBezTo>
                    <a:pt x="6271" y="11848"/>
                    <a:pt x="5940" y="11820"/>
                    <a:pt x="5610" y="11767"/>
                  </a:cubicBezTo>
                  <a:cubicBezTo>
                    <a:pt x="5304" y="10469"/>
                    <a:pt x="5135" y="8831"/>
                    <a:pt x="5135" y="7139"/>
                  </a:cubicBezTo>
                  <a:cubicBezTo>
                    <a:pt x="5131" y="6102"/>
                    <a:pt x="5198" y="5064"/>
                    <a:pt x="5332" y="4038"/>
                  </a:cubicBezTo>
                  <a:cubicBezTo>
                    <a:pt x="5359" y="3881"/>
                    <a:pt x="5241" y="3794"/>
                    <a:pt x="5123" y="3794"/>
                  </a:cubicBezTo>
                  <a:cubicBezTo>
                    <a:pt x="5027" y="3794"/>
                    <a:pt x="4931" y="3853"/>
                    <a:pt x="4917" y="3981"/>
                  </a:cubicBezTo>
                  <a:cubicBezTo>
                    <a:pt x="4780" y="5029"/>
                    <a:pt x="4713" y="6084"/>
                    <a:pt x="4717" y="7139"/>
                  </a:cubicBezTo>
                  <a:cubicBezTo>
                    <a:pt x="4717" y="8781"/>
                    <a:pt x="4875" y="10378"/>
                    <a:pt x="5160" y="11679"/>
                  </a:cubicBezTo>
                  <a:cubicBezTo>
                    <a:pt x="4949" y="11626"/>
                    <a:pt x="4738" y="11559"/>
                    <a:pt x="4534" y="11478"/>
                  </a:cubicBezTo>
                  <a:cubicBezTo>
                    <a:pt x="4052" y="10220"/>
                    <a:pt x="3792" y="8722"/>
                    <a:pt x="3792" y="7139"/>
                  </a:cubicBezTo>
                  <a:cubicBezTo>
                    <a:pt x="3792" y="5557"/>
                    <a:pt x="4048" y="4062"/>
                    <a:pt x="4534" y="2803"/>
                  </a:cubicBezTo>
                  <a:cubicBezTo>
                    <a:pt x="4738" y="2722"/>
                    <a:pt x="4945" y="2656"/>
                    <a:pt x="5160" y="2603"/>
                  </a:cubicBezTo>
                  <a:lnTo>
                    <a:pt x="5160" y="2603"/>
                  </a:lnTo>
                  <a:cubicBezTo>
                    <a:pt x="5124" y="2758"/>
                    <a:pt x="5093" y="2916"/>
                    <a:pt x="5061" y="3078"/>
                  </a:cubicBezTo>
                  <a:cubicBezTo>
                    <a:pt x="5037" y="3194"/>
                    <a:pt x="5110" y="3306"/>
                    <a:pt x="5226" y="3327"/>
                  </a:cubicBezTo>
                  <a:cubicBezTo>
                    <a:pt x="5241" y="3330"/>
                    <a:pt x="5255" y="3332"/>
                    <a:pt x="5269" y="3332"/>
                  </a:cubicBezTo>
                  <a:cubicBezTo>
                    <a:pt x="5371" y="3332"/>
                    <a:pt x="5457" y="3257"/>
                    <a:pt x="5473" y="3155"/>
                  </a:cubicBezTo>
                  <a:cubicBezTo>
                    <a:pt x="5515" y="2933"/>
                    <a:pt x="5560" y="2719"/>
                    <a:pt x="5610" y="2512"/>
                  </a:cubicBezTo>
                  <a:cubicBezTo>
                    <a:pt x="5940" y="2459"/>
                    <a:pt x="6271" y="2434"/>
                    <a:pt x="6605" y="2431"/>
                  </a:cubicBezTo>
                  <a:close/>
                  <a:moveTo>
                    <a:pt x="9010" y="11718"/>
                  </a:moveTo>
                  <a:cubicBezTo>
                    <a:pt x="9288" y="12561"/>
                    <a:pt x="10005" y="13325"/>
                    <a:pt x="10515" y="13785"/>
                  </a:cubicBezTo>
                  <a:cubicBezTo>
                    <a:pt x="9991" y="13711"/>
                    <a:pt x="9474" y="13609"/>
                    <a:pt x="8964" y="13486"/>
                  </a:cubicBezTo>
                  <a:cubicBezTo>
                    <a:pt x="8064" y="13261"/>
                    <a:pt x="6847" y="12864"/>
                    <a:pt x="5669" y="12199"/>
                  </a:cubicBezTo>
                  <a:lnTo>
                    <a:pt x="5669" y="12199"/>
                  </a:lnTo>
                  <a:cubicBezTo>
                    <a:pt x="6007" y="12245"/>
                    <a:pt x="6345" y="12266"/>
                    <a:pt x="6682" y="12266"/>
                  </a:cubicBezTo>
                  <a:cubicBezTo>
                    <a:pt x="6690" y="12266"/>
                    <a:pt x="6697" y="12266"/>
                    <a:pt x="6704" y="12266"/>
                  </a:cubicBezTo>
                  <a:cubicBezTo>
                    <a:pt x="7506" y="12266"/>
                    <a:pt x="8296" y="12076"/>
                    <a:pt x="9010" y="11718"/>
                  </a:cubicBezTo>
                  <a:close/>
                  <a:moveTo>
                    <a:pt x="11188" y="0"/>
                  </a:moveTo>
                  <a:cubicBezTo>
                    <a:pt x="11183" y="0"/>
                    <a:pt x="11178" y="0"/>
                    <a:pt x="11173" y="1"/>
                  </a:cubicBezTo>
                  <a:cubicBezTo>
                    <a:pt x="11134" y="1"/>
                    <a:pt x="10188" y="61"/>
                    <a:pt x="8873" y="384"/>
                  </a:cubicBezTo>
                  <a:cubicBezTo>
                    <a:pt x="7667" y="683"/>
                    <a:pt x="5909" y="1288"/>
                    <a:pt x="4397" y="2406"/>
                  </a:cubicBezTo>
                  <a:cubicBezTo>
                    <a:pt x="3953" y="2578"/>
                    <a:pt x="3539" y="2817"/>
                    <a:pt x="3162" y="3113"/>
                  </a:cubicBezTo>
                  <a:cubicBezTo>
                    <a:pt x="2332" y="3767"/>
                    <a:pt x="1759" y="4628"/>
                    <a:pt x="1204" y="5462"/>
                  </a:cubicBezTo>
                  <a:cubicBezTo>
                    <a:pt x="838" y="6014"/>
                    <a:pt x="490" y="6538"/>
                    <a:pt x="75" y="7002"/>
                  </a:cubicBezTo>
                  <a:cubicBezTo>
                    <a:pt x="1" y="7079"/>
                    <a:pt x="1" y="7199"/>
                    <a:pt x="75" y="7280"/>
                  </a:cubicBezTo>
                  <a:cubicBezTo>
                    <a:pt x="490" y="7744"/>
                    <a:pt x="838" y="8268"/>
                    <a:pt x="1204" y="8816"/>
                  </a:cubicBezTo>
                  <a:cubicBezTo>
                    <a:pt x="1759" y="9653"/>
                    <a:pt x="2332" y="10515"/>
                    <a:pt x="3162" y="11165"/>
                  </a:cubicBezTo>
                  <a:cubicBezTo>
                    <a:pt x="3535" y="11461"/>
                    <a:pt x="3950" y="11696"/>
                    <a:pt x="4393" y="11869"/>
                  </a:cubicBezTo>
                  <a:cubicBezTo>
                    <a:pt x="5905" y="12987"/>
                    <a:pt x="7663" y="13592"/>
                    <a:pt x="8873" y="13891"/>
                  </a:cubicBezTo>
                  <a:cubicBezTo>
                    <a:pt x="10185" y="14214"/>
                    <a:pt x="11131" y="14274"/>
                    <a:pt x="11169" y="14278"/>
                  </a:cubicBezTo>
                  <a:lnTo>
                    <a:pt x="11183" y="14278"/>
                  </a:lnTo>
                  <a:cubicBezTo>
                    <a:pt x="11387" y="14278"/>
                    <a:pt x="11468" y="14017"/>
                    <a:pt x="11306" y="13898"/>
                  </a:cubicBezTo>
                  <a:cubicBezTo>
                    <a:pt x="11289" y="13887"/>
                    <a:pt x="9738" y="12744"/>
                    <a:pt x="9383" y="11507"/>
                  </a:cubicBezTo>
                  <a:cubicBezTo>
                    <a:pt x="9524" y="11419"/>
                    <a:pt x="9661" y="11327"/>
                    <a:pt x="9794" y="11225"/>
                  </a:cubicBezTo>
                  <a:cubicBezTo>
                    <a:pt x="10666" y="10564"/>
                    <a:pt x="11310" y="9646"/>
                    <a:pt x="11626" y="8595"/>
                  </a:cubicBezTo>
                  <a:cubicBezTo>
                    <a:pt x="11644" y="8535"/>
                    <a:pt x="11686" y="8486"/>
                    <a:pt x="11746" y="8461"/>
                  </a:cubicBezTo>
                  <a:cubicBezTo>
                    <a:pt x="11778" y="8445"/>
                    <a:pt x="11813" y="8437"/>
                    <a:pt x="11847" y="8437"/>
                  </a:cubicBezTo>
                  <a:cubicBezTo>
                    <a:pt x="11880" y="8437"/>
                    <a:pt x="11912" y="8444"/>
                    <a:pt x="11943" y="8458"/>
                  </a:cubicBezTo>
                  <a:lnTo>
                    <a:pt x="14007" y="9340"/>
                  </a:lnTo>
                  <a:cubicBezTo>
                    <a:pt x="14035" y="9352"/>
                    <a:pt x="14062" y="9358"/>
                    <a:pt x="14089" y="9358"/>
                  </a:cubicBezTo>
                  <a:cubicBezTo>
                    <a:pt x="14223" y="9358"/>
                    <a:pt x="14335" y="9224"/>
                    <a:pt x="14288" y="9080"/>
                  </a:cubicBezTo>
                  <a:lnTo>
                    <a:pt x="13736" y="7427"/>
                  </a:lnTo>
                  <a:cubicBezTo>
                    <a:pt x="13673" y="7241"/>
                    <a:pt x="13673" y="7041"/>
                    <a:pt x="13736" y="6854"/>
                  </a:cubicBezTo>
                  <a:lnTo>
                    <a:pt x="14288" y="5195"/>
                  </a:lnTo>
                  <a:cubicBezTo>
                    <a:pt x="14335" y="5051"/>
                    <a:pt x="14226" y="4917"/>
                    <a:pt x="14090" y="4917"/>
                  </a:cubicBezTo>
                  <a:cubicBezTo>
                    <a:pt x="14063" y="4917"/>
                    <a:pt x="14035" y="4923"/>
                    <a:pt x="14007" y="4934"/>
                  </a:cubicBezTo>
                  <a:lnTo>
                    <a:pt x="11946" y="5820"/>
                  </a:lnTo>
                  <a:cubicBezTo>
                    <a:pt x="11916" y="5832"/>
                    <a:pt x="11883" y="5839"/>
                    <a:pt x="11850" y="5839"/>
                  </a:cubicBezTo>
                  <a:cubicBezTo>
                    <a:pt x="11814" y="5839"/>
                    <a:pt x="11779" y="5831"/>
                    <a:pt x="11746" y="5817"/>
                  </a:cubicBezTo>
                  <a:cubicBezTo>
                    <a:pt x="11690" y="5789"/>
                    <a:pt x="11644" y="5740"/>
                    <a:pt x="11626" y="5680"/>
                  </a:cubicBezTo>
                  <a:cubicBezTo>
                    <a:pt x="11310" y="4632"/>
                    <a:pt x="10670" y="3711"/>
                    <a:pt x="9794" y="3050"/>
                  </a:cubicBezTo>
                  <a:cubicBezTo>
                    <a:pt x="9661" y="2951"/>
                    <a:pt x="9524" y="2856"/>
                    <a:pt x="9386" y="2772"/>
                  </a:cubicBezTo>
                  <a:cubicBezTo>
                    <a:pt x="9742" y="1534"/>
                    <a:pt x="11292" y="391"/>
                    <a:pt x="11306" y="377"/>
                  </a:cubicBezTo>
                  <a:cubicBezTo>
                    <a:pt x="11471" y="257"/>
                    <a:pt x="11385" y="0"/>
                    <a:pt x="11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84"/>
            <p:cNvSpPr/>
            <p:nvPr/>
          </p:nvSpPr>
          <p:spPr>
            <a:xfrm>
              <a:off x="4714880" y="2568078"/>
              <a:ext cx="47025" cy="40262"/>
            </a:xfrm>
            <a:custGeom>
              <a:rect b="b" l="l" r="r" t="t"/>
              <a:pathLst>
                <a:path extrusionOk="0" h="1536" w="1794">
                  <a:moveTo>
                    <a:pt x="1024" y="413"/>
                  </a:moveTo>
                  <a:cubicBezTo>
                    <a:pt x="1205" y="413"/>
                    <a:pt x="1378" y="552"/>
                    <a:pt x="1378" y="764"/>
                  </a:cubicBezTo>
                  <a:cubicBezTo>
                    <a:pt x="1378" y="960"/>
                    <a:pt x="1220" y="1115"/>
                    <a:pt x="1026" y="1115"/>
                  </a:cubicBezTo>
                  <a:cubicBezTo>
                    <a:pt x="714" y="1115"/>
                    <a:pt x="555" y="739"/>
                    <a:pt x="777" y="517"/>
                  </a:cubicBezTo>
                  <a:cubicBezTo>
                    <a:pt x="849" y="445"/>
                    <a:pt x="938" y="413"/>
                    <a:pt x="1024" y="413"/>
                  </a:cubicBezTo>
                  <a:close/>
                  <a:moveTo>
                    <a:pt x="1022" y="0"/>
                  </a:moveTo>
                  <a:cubicBezTo>
                    <a:pt x="339" y="0"/>
                    <a:pt x="1" y="828"/>
                    <a:pt x="485" y="1309"/>
                  </a:cubicBezTo>
                  <a:cubicBezTo>
                    <a:pt x="641" y="1466"/>
                    <a:pt x="833" y="1536"/>
                    <a:pt x="1021" y="1536"/>
                  </a:cubicBezTo>
                  <a:cubicBezTo>
                    <a:pt x="1415" y="1536"/>
                    <a:pt x="1793" y="1229"/>
                    <a:pt x="1793" y="767"/>
                  </a:cubicBezTo>
                  <a:cubicBezTo>
                    <a:pt x="1793" y="342"/>
                    <a:pt x="1452" y="0"/>
                    <a:pt x="1026" y="0"/>
                  </a:cubicBezTo>
                  <a:cubicBezTo>
                    <a:pt x="1025" y="0"/>
                    <a:pt x="1024" y="0"/>
                    <a:pt x="1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1" name="Google Shape;16291;p84"/>
          <p:cNvGrpSpPr/>
          <p:nvPr/>
        </p:nvGrpSpPr>
        <p:grpSpPr>
          <a:xfrm>
            <a:off x="4133330" y="2459663"/>
            <a:ext cx="374944" cy="274550"/>
            <a:chOff x="4133330" y="2459663"/>
            <a:chExt cx="374944" cy="274550"/>
          </a:xfrm>
        </p:grpSpPr>
        <p:sp>
          <p:nvSpPr>
            <p:cNvPr id="16292" name="Google Shape;16292;p84"/>
            <p:cNvSpPr/>
            <p:nvPr/>
          </p:nvSpPr>
          <p:spPr>
            <a:xfrm>
              <a:off x="4261902" y="2678590"/>
              <a:ext cx="104929" cy="49935"/>
            </a:xfrm>
            <a:custGeom>
              <a:rect b="b" l="l" r="r" t="t"/>
              <a:pathLst>
                <a:path extrusionOk="0" h="1905" w="4003">
                  <a:moveTo>
                    <a:pt x="3802" y="1"/>
                  </a:moveTo>
                  <a:lnTo>
                    <a:pt x="1" y="1115"/>
                  </a:lnTo>
                  <a:cubicBezTo>
                    <a:pt x="1" y="1115"/>
                    <a:pt x="1659" y="1904"/>
                    <a:pt x="3257" y="1904"/>
                  </a:cubicBezTo>
                  <a:cubicBezTo>
                    <a:pt x="3428" y="1904"/>
                    <a:pt x="3599" y="1895"/>
                    <a:pt x="3767" y="1875"/>
                  </a:cubicBezTo>
                  <a:cubicBezTo>
                    <a:pt x="3911" y="1857"/>
                    <a:pt x="4003" y="1710"/>
                    <a:pt x="3953" y="1573"/>
                  </a:cubicBezTo>
                  <a:cubicBezTo>
                    <a:pt x="3827" y="1235"/>
                    <a:pt x="3647" y="609"/>
                    <a:pt x="3802"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84"/>
            <p:cNvSpPr/>
            <p:nvPr/>
          </p:nvSpPr>
          <p:spPr>
            <a:xfrm>
              <a:off x="4238494" y="2466033"/>
              <a:ext cx="175807" cy="101233"/>
            </a:xfrm>
            <a:custGeom>
              <a:rect b="b" l="l" r="r" t="t"/>
              <a:pathLst>
                <a:path extrusionOk="0" h="3862" w="6707">
                  <a:moveTo>
                    <a:pt x="1270" y="1"/>
                  </a:moveTo>
                  <a:cubicBezTo>
                    <a:pt x="1192" y="1"/>
                    <a:pt x="1119" y="42"/>
                    <a:pt x="1077" y="110"/>
                  </a:cubicBezTo>
                  <a:lnTo>
                    <a:pt x="1" y="1847"/>
                  </a:lnTo>
                  <a:lnTo>
                    <a:pt x="6707" y="3862"/>
                  </a:lnTo>
                  <a:cubicBezTo>
                    <a:pt x="5827" y="2543"/>
                    <a:pt x="4090" y="746"/>
                    <a:pt x="1326" y="8"/>
                  </a:cubicBezTo>
                  <a:cubicBezTo>
                    <a:pt x="1308" y="3"/>
                    <a:pt x="1289" y="1"/>
                    <a:pt x="1270"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84"/>
            <p:cNvSpPr/>
            <p:nvPr/>
          </p:nvSpPr>
          <p:spPr>
            <a:xfrm>
              <a:off x="4408377" y="2526767"/>
              <a:ext cx="89070" cy="162858"/>
            </a:xfrm>
            <a:custGeom>
              <a:rect b="b" l="l" r="r" t="t"/>
              <a:pathLst>
                <a:path extrusionOk="0" h="6213" w="3398">
                  <a:moveTo>
                    <a:pt x="3159" y="1"/>
                  </a:moveTo>
                  <a:cubicBezTo>
                    <a:pt x="3104" y="1"/>
                    <a:pt x="3048" y="23"/>
                    <a:pt x="3004" y="75"/>
                  </a:cubicBezTo>
                  <a:cubicBezTo>
                    <a:pt x="2441" y="736"/>
                    <a:pt x="1456" y="1622"/>
                    <a:pt x="0" y="1991"/>
                  </a:cubicBezTo>
                  <a:lnTo>
                    <a:pt x="36" y="4228"/>
                  </a:lnTo>
                  <a:cubicBezTo>
                    <a:pt x="1467" y="4604"/>
                    <a:pt x="2441" y="5480"/>
                    <a:pt x="3000" y="6137"/>
                  </a:cubicBezTo>
                  <a:cubicBezTo>
                    <a:pt x="3044" y="6189"/>
                    <a:pt x="3102" y="6212"/>
                    <a:pt x="3158" y="6212"/>
                  </a:cubicBezTo>
                  <a:cubicBezTo>
                    <a:pt x="3280" y="6212"/>
                    <a:pt x="3397" y="6105"/>
                    <a:pt x="3366" y="5958"/>
                  </a:cubicBezTo>
                  <a:lnTo>
                    <a:pt x="2856" y="3605"/>
                  </a:lnTo>
                  <a:cubicBezTo>
                    <a:pt x="2800" y="3278"/>
                    <a:pt x="2800" y="2941"/>
                    <a:pt x="2856" y="2610"/>
                  </a:cubicBezTo>
                  <a:lnTo>
                    <a:pt x="3366" y="254"/>
                  </a:lnTo>
                  <a:cubicBezTo>
                    <a:pt x="3397" y="109"/>
                    <a:pt x="3281" y="1"/>
                    <a:pt x="3159"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84"/>
            <p:cNvSpPr/>
            <p:nvPr/>
          </p:nvSpPr>
          <p:spPr>
            <a:xfrm>
              <a:off x="4138860" y="2502731"/>
              <a:ext cx="304747" cy="211011"/>
            </a:xfrm>
            <a:custGeom>
              <a:rect b="b" l="l" r="r" t="t"/>
              <a:pathLst>
                <a:path extrusionOk="0" h="8050" w="11626">
                  <a:moveTo>
                    <a:pt x="4023" y="0"/>
                  </a:moveTo>
                  <a:cubicBezTo>
                    <a:pt x="658" y="0"/>
                    <a:pt x="99" y="3158"/>
                    <a:pt x="14" y="3879"/>
                  </a:cubicBezTo>
                  <a:cubicBezTo>
                    <a:pt x="0" y="3970"/>
                    <a:pt x="50" y="4062"/>
                    <a:pt x="134" y="4104"/>
                  </a:cubicBezTo>
                  <a:cubicBezTo>
                    <a:pt x="328" y="4198"/>
                    <a:pt x="736" y="4350"/>
                    <a:pt x="1385" y="4350"/>
                  </a:cubicBezTo>
                  <a:cubicBezTo>
                    <a:pt x="1537" y="4350"/>
                    <a:pt x="1703" y="4341"/>
                    <a:pt x="1882" y="4322"/>
                  </a:cubicBezTo>
                  <a:lnTo>
                    <a:pt x="1882" y="4322"/>
                  </a:lnTo>
                  <a:cubicBezTo>
                    <a:pt x="1657" y="4790"/>
                    <a:pt x="1129" y="5106"/>
                    <a:pt x="640" y="5219"/>
                  </a:cubicBezTo>
                  <a:cubicBezTo>
                    <a:pt x="514" y="5243"/>
                    <a:pt x="440" y="5366"/>
                    <a:pt x="472" y="5489"/>
                  </a:cubicBezTo>
                  <a:cubicBezTo>
                    <a:pt x="658" y="6165"/>
                    <a:pt x="1407" y="8049"/>
                    <a:pt x="4023" y="8049"/>
                  </a:cubicBezTo>
                  <a:cubicBezTo>
                    <a:pt x="6246" y="8049"/>
                    <a:pt x="11626" y="6246"/>
                    <a:pt x="11626" y="4023"/>
                  </a:cubicBezTo>
                  <a:cubicBezTo>
                    <a:pt x="11626" y="1804"/>
                    <a:pt x="6246" y="0"/>
                    <a:pt x="402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84"/>
            <p:cNvSpPr/>
            <p:nvPr/>
          </p:nvSpPr>
          <p:spPr>
            <a:xfrm>
              <a:off x="4150368" y="2597384"/>
              <a:ext cx="293239" cy="116357"/>
            </a:xfrm>
            <a:custGeom>
              <a:rect b="b" l="l" r="r" t="t"/>
              <a:pathLst>
                <a:path extrusionOk="0" h="4439" w="11187">
                  <a:moveTo>
                    <a:pt x="11127" y="1"/>
                  </a:moveTo>
                  <a:cubicBezTo>
                    <a:pt x="9731" y="1277"/>
                    <a:pt x="5838" y="2202"/>
                    <a:pt x="4031" y="2202"/>
                  </a:cubicBezTo>
                  <a:cubicBezTo>
                    <a:pt x="2487" y="2202"/>
                    <a:pt x="1597" y="1692"/>
                    <a:pt x="1088" y="1165"/>
                  </a:cubicBezTo>
                  <a:cubicBezTo>
                    <a:pt x="831" y="1379"/>
                    <a:pt x="528" y="1530"/>
                    <a:pt x="201" y="1604"/>
                  </a:cubicBezTo>
                  <a:cubicBezTo>
                    <a:pt x="78" y="1632"/>
                    <a:pt x="1" y="1755"/>
                    <a:pt x="36" y="1878"/>
                  </a:cubicBezTo>
                  <a:cubicBezTo>
                    <a:pt x="219" y="2554"/>
                    <a:pt x="971" y="4438"/>
                    <a:pt x="3588" y="4438"/>
                  </a:cubicBezTo>
                  <a:cubicBezTo>
                    <a:pt x="5810" y="4438"/>
                    <a:pt x="11187" y="2635"/>
                    <a:pt x="11187" y="412"/>
                  </a:cubicBezTo>
                  <a:cubicBezTo>
                    <a:pt x="11187" y="271"/>
                    <a:pt x="11166" y="134"/>
                    <a:pt x="11127"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84"/>
            <p:cNvSpPr/>
            <p:nvPr/>
          </p:nvSpPr>
          <p:spPr>
            <a:xfrm>
              <a:off x="4138860" y="2503543"/>
              <a:ext cx="146502" cy="209464"/>
            </a:xfrm>
            <a:custGeom>
              <a:rect b="b" l="l" r="r" t="t"/>
              <a:pathLst>
                <a:path extrusionOk="0" h="7991" w="5589">
                  <a:moveTo>
                    <a:pt x="3510" y="1"/>
                  </a:moveTo>
                  <a:cubicBezTo>
                    <a:pt x="602" y="303"/>
                    <a:pt x="95" y="3166"/>
                    <a:pt x="14" y="3848"/>
                  </a:cubicBezTo>
                  <a:cubicBezTo>
                    <a:pt x="0" y="3939"/>
                    <a:pt x="50" y="4031"/>
                    <a:pt x="134" y="4073"/>
                  </a:cubicBezTo>
                  <a:cubicBezTo>
                    <a:pt x="328" y="4167"/>
                    <a:pt x="743" y="4319"/>
                    <a:pt x="1402" y="4319"/>
                  </a:cubicBezTo>
                  <a:cubicBezTo>
                    <a:pt x="1483" y="4319"/>
                    <a:pt x="1568" y="4317"/>
                    <a:pt x="1657" y="4312"/>
                  </a:cubicBezTo>
                  <a:cubicBezTo>
                    <a:pt x="1660" y="4312"/>
                    <a:pt x="1663" y="4312"/>
                    <a:pt x="1666" y="4312"/>
                  </a:cubicBezTo>
                  <a:cubicBezTo>
                    <a:pt x="1759" y="4312"/>
                    <a:pt x="1813" y="4417"/>
                    <a:pt x="1759" y="4495"/>
                  </a:cubicBezTo>
                  <a:cubicBezTo>
                    <a:pt x="1495" y="4850"/>
                    <a:pt x="1055" y="5093"/>
                    <a:pt x="640" y="5188"/>
                  </a:cubicBezTo>
                  <a:cubicBezTo>
                    <a:pt x="514" y="5216"/>
                    <a:pt x="440" y="5342"/>
                    <a:pt x="475" y="5466"/>
                  </a:cubicBezTo>
                  <a:cubicBezTo>
                    <a:pt x="651" y="6095"/>
                    <a:pt x="1312" y="7762"/>
                    <a:pt x="3506" y="7990"/>
                  </a:cubicBezTo>
                  <a:cubicBezTo>
                    <a:pt x="4755" y="7164"/>
                    <a:pt x="5588" y="5687"/>
                    <a:pt x="5588" y="3992"/>
                  </a:cubicBezTo>
                  <a:cubicBezTo>
                    <a:pt x="5588" y="2301"/>
                    <a:pt x="4755" y="827"/>
                    <a:pt x="3510"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84"/>
            <p:cNvSpPr/>
            <p:nvPr/>
          </p:nvSpPr>
          <p:spPr>
            <a:xfrm>
              <a:off x="4150368" y="2627895"/>
              <a:ext cx="126790" cy="85112"/>
            </a:xfrm>
            <a:custGeom>
              <a:rect b="b" l="l" r="r" t="t"/>
              <a:pathLst>
                <a:path extrusionOk="0" h="3247" w="4837">
                  <a:moveTo>
                    <a:pt x="1088" y="1"/>
                  </a:moveTo>
                  <a:cubicBezTo>
                    <a:pt x="831" y="219"/>
                    <a:pt x="528" y="366"/>
                    <a:pt x="201" y="440"/>
                  </a:cubicBezTo>
                  <a:cubicBezTo>
                    <a:pt x="78" y="468"/>
                    <a:pt x="1" y="595"/>
                    <a:pt x="36" y="718"/>
                  </a:cubicBezTo>
                  <a:cubicBezTo>
                    <a:pt x="212" y="1351"/>
                    <a:pt x="873" y="3018"/>
                    <a:pt x="3067" y="3246"/>
                  </a:cubicBezTo>
                  <a:cubicBezTo>
                    <a:pt x="3880" y="2701"/>
                    <a:pt x="4498" y="1910"/>
                    <a:pt x="4836" y="992"/>
                  </a:cubicBezTo>
                  <a:lnTo>
                    <a:pt x="4836" y="992"/>
                  </a:lnTo>
                  <a:cubicBezTo>
                    <a:pt x="4541" y="1024"/>
                    <a:pt x="4266" y="1038"/>
                    <a:pt x="4031" y="1038"/>
                  </a:cubicBezTo>
                  <a:cubicBezTo>
                    <a:pt x="2487" y="1038"/>
                    <a:pt x="1597" y="528"/>
                    <a:pt x="1088"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84"/>
            <p:cNvSpPr/>
            <p:nvPr/>
          </p:nvSpPr>
          <p:spPr>
            <a:xfrm>
              <a:off x="4311312" y="2594999"/>
              <a:ext cx="74863" cy="53316"/>
            </a:xfrm>
            <a:custGeom>
              <a:rect b="b" l="l" r="r" t="t"/>
              <a:pathLst>
                <a:path extrusionOk="0" h="2034" w="2856">
                  <a:moveTo>
                    <a:pt x="908" y="0"/>
                  </a:moveTo>
                  <a:cubicBezTo>
                    <a:pt x="802" y="0"/>
                    <a:pt x="704" y="46"/>
                    <a:pt x="634" y="123"/>
                  </a:cubicBezTo>
                  <a:lnTo>
                    <a:pt x="134" y="679"/>
                  </a:lnTo>
                  <a:cubicBezTo>
                    <a:pt x="1" y="827"/>
                    <a:pt x="8" y="1052"/>
                    <a:pt x="152" y="1192"/>
                  </a:cubicBezTo>
                  <a:cubicBezTo>
                    <a:pt x="574" y="1599"/>
                    <a:pt x="1160" y="2033"/>
                    <a:pt x="1535" y="2033"/>
                  </a:cubicBezTo>
                  <a:cubicBezTo>
                    <a:pt x="1579" y="2033"/>
                    <a:pt x="1620" y="2028"/>
                    <a:pt x="1657" y="2015"/>
                  </a:cubicBezTo>
                  <a:cubicBezTo>
                    <a:pt x="2103" y="1868"/>
                    <a:pt x="2856" y="510"/>
                    <a:pt x="2736" y="282"/>
                  </a:cubicBezTo>
                  <a:cubicBezTo>
                    <a:pt x="2599" y="25"/>
                    <a:pt x="1358" y="0"/>
                    <a:pt x="908" y="0"/>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84"/>
            <p:cNvSpPr/>
            <p:nvPr/>
          </p:nvSpPr>
          <p:spPr>
            <a:xfrm>
              <a:off x="4173985" y="2561342"/>
              <a:ext cx="23513" cy="29358"/>
            </a:xfrm>
            <a:custGeom>
              <a:rect b="b" l="l" r="r" t="t"/>
              <a:pathLst>
                <a:path extrusionOk="0" h="1120" w="897">
                  <a:moveTo>
                    <a:pt x="447" y="1"/>
                  </a:moveTo>
                  <a:cubicBezTo>
                    <a:pt x="201" y="1"/>
                    <a:pt x="0" y="201"/>
                    <a:pt x="0" y="447"/>
                  </a:cubicBezTo>
                  <a:lnTo>
                    <a:pt x="0" y="672"/>
                  </a:lnTo>
                  <a:cubicBezTo>
                    <a:pt x="0" y="919"/>
                    <a:pt x="201" y="1119"/>
                    <a:pt x="447" y="1119"/>
                  </a:cubicBezTo>
                  <a:cubicBezTo>
                    <a:pt x="696" y="1119"/>
                    <a:pt x="897" y="919"/>
                    <a:pt x="897" y="672"/>
                  </a:cubicBezTo>
                  <a:lnTo>
                    <a:pt x="897" y="447"/>
                  </a:lnTo>
                  <a:cubicBezTo>
                    <a:pt x="897" y="201"/>
                    <a:pt x="696"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84"/>
            <p:cNvSpPr/>
            <p:nvPr/>
          </p:nvSpPr>
          <p:spPr>
            <a:xfrm>
              <a:off x="4179516" y="2566873"/>
              <a:ext cx="12451" cy="12477"/>
            </a:xfrm>
            <a:custGeom>
              <a:rect b="b" l="l" r="r" t="t"/>
              <a:pathLst>
                <a:path extrusionOk="0" h="476" w="475">
                  <a:moveTo>
                    <a:pt x="236" y="1"/>
                  </a:moveTo>
                  <a:cubicBezTo>
                    <a:pt x="106" y="1"/>
                    <a:pt x="0" y="106"/>
                    <a:pt x="0" y="236"/>
                  </a:cubicBezTo>
                  <a:cubicBezTo>
                    <a:pt x="0" y="366"/>
                    <a:pt x="106" y="475"/>
                    <a:pt x="236" y="475"/>
                  </a:cubicBezTo>
                  <a:cubicBezTo>
                    <a:pt x="369" y="475"/>
                    <a:pt x="475" y="366"/>
                    <a:pt x="475" y="236"/>
                  </a:cubicBezTo>
                  <a:cubicBezTo>
                    <a:pt x="475" y="106"/>
                    <a:pt x="369"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84"/>
            <p:cNvSpPr/>
            <p:nvPr/>
          </p:nvSpPr>
          <p:spPr>
            <a:xfrm>
              <a:off x="4133330" y="2459663"/>
              <a:ext cx="374944" cy="274550"/>
            </a:xfrm>
            <a:custGeom>
              <a:rect b="b" l="l" r="r" t="t"/>
              <a:pathLst>
                <a:path extrusionOk="0" h="10474" w="14304">
                  <a:moveTo>
                    <a:pt x="5268" y="451"/>
                  </a:moveTo>
                  <a:cubicBezTo>
                    <a:pt x="7104" y="937"/>
                    <a:pt x="8581" y="1949"/>
                    <a:pt x="9551" y="2920"/>
                  </a:cubicBezTo>
                  <a:cubicBezTo>
                    <a:pt x="9083" y="2684"/>
                    <a:pt x="8605" y="2470"/>
                    <a:pt x="8113" y="2290"/>
                  </a:cubicBezTo>
                  <a:cubicBezTo>
                    <a:pt x="6896" y="1833"/>
                    <a:pt x="5577" y="1520"/>
                    <a:pt x="4614" y="1453"/>
                  </a:cubicBezTo>
                  <a:lnTo>
                    <a:pt x="5268" y="451"/>
                  </a:lnTo>
                  <a:close/>
                  <a:moveTo>
                    <a:pt x="4308" y="1854"/>
                  </a:moveTo>
                  <a:lnTo>
                    <a:pt x="4308" y="1854"/>
                  </a:lnTo>
                  <a:cubicBezTo>
                    <a:pt x="5236" y="1872"/>
                    <a:pt x="6661" y="2192"/>
                    <a:pt x="7962" y="2681"/>
                  </a:cubicBezTo>
                  <a:cubicBezTo>
                    <a:pt x="9530" y="3264"/>
                    <a:pt x="10697" y="3992"/>
                    <a:pt x="11260" y="4727"/>
                  </a:cubicBezTo>
                  <a:cubicBezTo>
                    <a:pt x="11306" y="4790"/>
                    <a:pt x="11366" y="4816"/>
                    <a:pt x="11423" y="4816"/>
                  </a:cubicBezTo>
                  <a:cubicBezTo>
                    <a:pt x="11577" y="4816"/>
                    <a:pt x="11722" y="4634"/>
                    <a:pt x="11594" y="4471"/>
                  </a:cubicBezTo>
                  <a:cubicBezTo>
                    <a:pt x="11548" y="4418"/>
                    <a:pt x="11506" y="4362"/>
                    <a:pt x="11461" y="4309"/>
                  </a:cubicBezTo>
                  <a:cubicBezTo>
                    <a:pt x="12515" y="3911"/>
                    <a:pt x="13250" y="3243"/>
                    <a:pt x="13704" y="2712"/>
                  </a:cubicBezTo>
                  <a:lnTo>
                    <a:pt x="13704" y="2712"/>
                  </a:lnTo>
                  <a:lnTo>
                    <a:pt x="13268" y="5135"/>
                  </a:lnTo>
                  <a:lnTo>
                    <a:pt x="13268" y="5142"/>
                  </a:lnTo>
                  <a:cubicBezTo>
                    <a:pt x="13219" y="5494"/>
                    <a:pt x="13219" y="5849"/>
                    <a:pt x="13268" y="6197"/>
                  </a:cubicBezTo>
                  <a:lnTo>
                    <a:pt x="13268" y="6204"/>
                  </a:lnTo>
                  <a:lnTo>
                    <a:pt x="13704" y="8630"/>
                  </a:lnTo>
                  <a:cubicBezTo>
                    <a:pt x="13250" y="8100"/>
                    <a:pt x="12512" y="7428"/>
                    <a:pt x="11457" y="7031"/>
                  </a:cubicBezTo>
                  <a:cubicBezTo>
                    <a:pt x="11812" y="6626"/>
                    <a:pt x="12044" y="6169"/>
                    <a:pt x="12044" y="5666"/>
                  </a:cubicBezTo>
                  <a:cubicBezTo>
                    <a:pt x="12044" y="5561"/>
                    <a:pt x="12034" y="5459"/>
                    <a:pt x="12016" y="5353"/>
                  </a:cubicBezTo>
                  <a:cubicBezTo>
                    <a:pt x="11991" y="5241"/>
                    <a:pt x="11903" y="5190"/>
                    <a:pt x="11816" y="5190"/>
                  </a:cubicBezTo>
                  <a:cubicBezTo>
                    <a:pt x="11698" y="5190"/>
                    <a:pt x="11578" y="5281"/>
                    <a:pt x="11605" y="5434"/>
                  </a:cubicBezTo>
                  <a:cubicBezTo>
                    <a:pt x="11619" y="5511"/>
                    <a:pt x="11626" y="5589"/>
                    <a:pt x="11626" y="5666"/>
                  </a:cubicBezTo>
                  <a:cubicBezTo>
                    <a:pt x="11626" y="6127"/>
                    <a:pt x="11355" y="6602"/>
                    <a:pt x="10821" y="7076"/>
                  </a:cubicBezTo>
                  <a:cubicBezTo>
                    <a:pt x="10339" y="7512"/>
                    <a:pt x="9632" y="7941"/>
                    <a:pt x="8784" y="8321"/>
                  </a:cubicBezTo>
                  <a:cubicBezTo>
                    <a:pt x="7294" y="8993"/>
                    <a:pt x="5468" y="9464"/>
                    <a:pt x="4308" y="9481"/>
                  </a:cubicBezTo>
                  <a:cubicBezTo>
                    <a:pt x="5750" y="8184"/>
                    <a:pt x="6337" y="6183"/>
                    <a:pt x="5827" y="4312"/>
                  </a:cubicBezTo>
                  <a:cubicBezTo>
                    <a:pt x="5797" y="4202"/>
                    <a:pt x="5714" y="4154"/>
                    <a:pt x="5629" y="4154"/>
                  </a:cubicBezTo>
                  <a:cubicBezTo>
                    <a:pt x="5504" y="4154"/>
                    <a:pt x="5377" y="4260"/>
                    <a:pt x="5423" y="4421"/>
                  </a:cubicBezTo>
                  <a:cubicBezTo>
                    <a:pt x="5936" y="6296"/>
                    <a:pt x="5247" y="8296"/>
                    <a:pt x="3686" y="9453"/>
                  </a:cubicBezTo>
                  <a:cubicBezTo>
                    <a:pt x="2708" y="9341"/>
                    <a:pt x="1949" y="8919"/>
                    <a:pt x="1418" y="8187"/>
                  </a:cubicBezTo>
                  <a:cubicBezTo>
                    <a:pt x="1175" y="7850"/>
                    <a:pt x="992" y="7470"/>
                    <a:pt x="883" y="7069"/>
                  </a:cubicBezTo>
                  <a:cubicBezTo>
                    <a:pt x="1379" y="6960"/>
                    <a:pt x="1941" y="6651"/>
                    <a:pt x="2230" y="6155"/>
                  </a:cubicBezTo>
                  <a:cubicBezTo>
                    <a:pt x="2269" y="6151"/>
                    <a:pt x="2307" y="6144"/>
                    <a:pt x="2349" y="6137"/>
                  </a:cubicBezTo>
                  <a:cubicBezTo>
                    <a:pt x="2465" y="6120"/>
                    <a:pt x="2543" y="6011"/>
                    <a:pt x="2525" y="5895"/>
                  </a:cubicBezTo>
                  <a:cubicBezTo>
                    <a:pt x="2510" y="5792"/>
                    <a:pt x="2420" y="5722"/>
                    <a:pt x="2321" y="5722"/>
                  </a:cubicBezTo>
                  <a:cubicBezTo>
                    <a:pt x="2308" y="5722"/>
                    <a:pt x="2295" y="5723"/>
                    <a:pt x="2283" y="5726"/>
                  </a:cubicBezTo>
                  <a:cubicBezTo>
                    <a:pt x="2047" y="5765"/>
                    <a:pt x="1830" y="5781"/>
                    <a:pt x="1633" y="5781"/>
                  </a:cubicBezTo>
                  <a:cubicBezTo>
                    <a:pt x="1018" y="5781"/>
                    <a:pt x="601" y="5626"/>
                    <a:pt x="422" y="5543"/>
                  </a:cubicBezTo>
                  <a:cubicBezTo>
                    <a:pt x="486" y="3693"/>
                    <a:pt x="1864" y="2157"/>
                    <a:pt x="3696" y="1893"/>
                  </a:cubicBezTo>
                  <a:cubicBezTo>
                    <a:pt x="3935" y="2072"/>
                    <a:pt x="4160" y="2276"/>
                    <a:pt x="4364" y="2498"/>
                  </a:cubicBezTo>
                  <a:cubicBezTo>
                    <a:pt x="4408" y="2539"/>
                    <a:pt x="4457" y="2557"/>
                    <a:pt x="4505" y="2557"/>
                  </a:cubicBezTo>
                  <a:cubicBezTo>
                    <a:pt x="4657" y="2557"/>
                    <a:pt x="4791" y="2372"/>
                    <a:pt x="4670" y="2217"/>
                  </a:cubicBezTo>
                  <a:cubicBezTo>
                    <a:pt x="4554" y="2090"/>
                    <a:pt x="4435" y="1970"/>
                    <a:pt x="4308" y="1854"/>
                  </a:cubicBezTo>
                  <a:close/>
                  <a:moveTo>
                    <a:pt x="8384" y="8943"/>
                  </a:moveTo>
                  <a:cubicBezTo>
                    <a:pt x="8401" y="9316"/>
                    <a:pt x="8489" y="9682"/>
                    <a:pt x="8647" y="10019"/>
                  </a:cubicBezTo>
                  <a:cubicBezTo>
                    <a:pt x="8457" y="10044"/>
                    <a:pt x="8267" y="10055"/>
                    <a:pt x="8077" y="10055"/>
                  </a:cubicBezTo>
                  <a:cubicBezTo>
                    <a:pt x="7268" y="10055"/>
                    <a:pt x="6492" y="9856"/>
                    <a:pt x="5968" y="9682"/>
                  </a:cubicBezTo>
                  <a:cubicBezTo>
                    <a:pt x="6791" y="9503"/>
                    <a:pt x="7599" y="9256"/>
                    <a:pt x="8384" y="8943"/>
                  </a:cubicBezTo>
                  <a:close/>
                  <a:moveTo>
                    <a:pt x="5170" y="0"/>
                  </a:moveTo>
                  <a:cubicBezTo>
                    <a:pt x="5102" y="0"/>
                    <a:pt x="5040" y="35"/>
                    <a:pt x="5001" y="96"/>
                  </a:cubicBezTo>
                  <a:lnTo>
                    <a:pt x="4122" y="1436"/>
                  </a:lnTo>
                  <a:cubicBezTo>
                    <a:pt x="1829" y="1499"/>
                    <a:pt x="4" y="3377"/>
                    <a:pt x="0" y="5670"/>
                  </a:cubicBezTo>
                  <a:cubicBezTo>
                    <a:pt x="0" y="5740"/>
                    <a:pt x="39" y="5807"/>
                    <a:pt x="99" y="5845"/>
                  </a:cubicBezTo>
                  <a:cubicBezTo>
                    <a:pt x="127" y="5863"/>
                    <a:pt x="669" y="6197"/>
                    <a:pt x="1621" y="6197"/>
                  </a:cubicBezTo>
                  <a:lnTo>
                    <a:pt x="1671" y="6197"/>
                  </a:lnTo>
                  <a:cubicBezTo>
                    <a:pt x="1379" y="6468"/>
                    <a:pt x="1006" y="6644"/>
                    <a:pt x="609" y="6689"/>
                  </a:cubicBezTo>
                  <a:cubicBezTo>
                    <a:pt x="489" y="6700"/>
                    <a:pt x="405" y="6809"/>
                    <a:pt x="422" y="6929"/>
                  </a:cubicBezTo>
                  <a:cubicBezTo>
                    <a:pt x="528" y="7463"/>
                    <a:pt x="746" y="7973"/>
                    <a:pt x="1066" y="8416"/>
                  </a:cubicBezTo>
                  <a:cubicBezTo>
                    <a:pt x="1555" y="9091"/>
                    <a:pt x="2501" y="9900"/>
                    <a:pt x="4234" y="9900"/>
                  </a:cubicBezTo>
                  <a:cubicBezTo>
                    <a:pt x="4547" y="9896"/>
                    <a:pt x="4864" y="9872"/>
                    <a:pt x="5173" y="9826"/>
                  </a:cubicBezTo>
                  <a:cubicBezTo>
                    <a:pt x="5423" y="9939"/>
                    <a:pt x="6678" y="10473"/>
                    <a:pt x="8064" y="10473"/>
                  </a:cubicBezTo>
                  <a:cubicBezTo>
                    <a:pt x="8380" y="10473"/>
                    <a:pt x="8697" y="10445"/>
                    <a:pt x="9010" y="10382"/>
                  </a:cubicBezTo>
                  <a:cubicBezTo>
                    <a:pt x="9154" y="10350"/>
                    <a:pt x="9221" y="10188"/>
                    <a:pt x="9143" y="10065"/>
                  </a:cubicBezTo>
                  <a:cubicBezTo>
                    <a:pt x="9140" y="10058"/>
                    <a:pt x="8756" y="9432"/>
                    <a:pt x="8809" y="8768"/>
                  </a:cubicBezTo>
                  <a:lnTo>
                    <a:pt x="8953" y="8704"/>
                  </a:lnTo>
                  <a:cubicBezTo>
                    <a:pt x="9593" y="8416"/>
                    <a:pt x="10476" y="7955"/>
                    <a:pt x="11133" y="7358"/>
                  </a:cubicBezTo>
                  <a:cubicBezTo>
                    <a:pt x="12994" y="7976"/>
                    <a:pt x="13880" y="9587"/>
                    <a:pt x="13887" y="9605"/>
                  </a:cubicBezTo>
                  <a:cubicBezTo>
                    <a:pt x="13928" y="9681"/>
                    <a:pt x="13998" y="9714"/>
                    <a:pt x="14067" y="9714"/>
                  </a:cubicBezTo>
                  <a:cubicBezTo>
                    <a:pt x="14186" y="9714"/>
                    <a:pt x="14304" y="9616"/>
                    <a:pt x="14277" y="9467"/>
                  </a:cubicBezTo>
                  <a:lnTo>
                    <a:pt x="13679" y="6134"/>
                  </a:lnTo>
                  <a:cubicBezTo>
                    <a:pt x="13634" y="5824"/>
                    <a:pt x="13634" y="5511"/>
                    <a:pt x="13679" y="5205"/>
                  </a:cubicBezTo>
                  <a:lnTo>
                    <a:pt x="14277" y="1868"/>
                  </a:lnTo>
                  <a:cubicBezTo>
                    <a:pt x="14304" y="1719"/>
                    <a:pt x="14186" y="1620"/>
                    <a:pt x="14067" y="1620"/>
                  </a:cubicBezTo>
                  <a:cubicBezTo>
                    <a:pt x="13998" y="1620"/>
                    <a:pt x="13928" y="1654"/>
                    <a:pt x="13887" y="1731"/>
                  </a:cubicBezTo>
                  <a:cubicBezTo>
                    <a:pt x="13876" y="1749"/>
                    <a:pt x="13001" y="3363"/>
                    <a:pt x="11133" y="3978"/>
                  </a:cubicBezTo>
                  <a:cubicBezTo>
                    <a:pt x="10993" y="3848"/>
                    <a:pt x="10842" y="3729"/>
                    <a:pt x="10687" y="3613"/>
                  </a:cubicBezTo>
                  <a:cubicBezTo>
                    <a:pt x="10465" y="3300"/>
                    <a:pt x="9864" y="2519"/>
                    <a:pt x="8799" y="1717"/>
                  </a:cubicBezTo>
                  <a:cubicBezTo>
                    <a:pt x="7737" y="912"/>
                    <a:pt x="6520" y="328"/>
                    <a:pt x="5226" y="8"/>
                  </a:cubicBezTo>
                  <a:cubicBezTo>
                    <a:pt x="5207" y="3"/>
                    <a:pt x="5188" y="0"/>
                    <a:pt x="5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84"/>
            <p:cNvSpPr/>
            <p:nvPr/>
          </p:nvSpPr>
          <p:spPr>
            <a:xfrm>
              <a:off x="4258940" y="2535182"/>
              <a:ext cx="19764" cy="20839"/>
            </a:xfrm>
            <a:custGeom>
              <a:rect b="b" l="l" r="r" t="t"/>
              <a:pathLst>
                <a:path extrusionOk="0" h="795" w="754">
                  <a:moveTo>
                    <a:pt x="286" y="1"/>
                  </a:moveTo>
                  <a:cubicBezTo>
                    <a:pt x="141" y="1"/>
                    <a:pt x="0" y="157"/>
                    <a:pt x="103" y="324"/>
                  </a:cubicBezTo>
                  <a:cubicBezTo>
                    <a:pt x="174" y="440"/>
                    <a:pt x="240" y="559"/>
                    <a:pt x="304" y="682"/>
                  </a:cubicBezTo>
                  <a:cubicBezTo>
                    <a:pt x="346" y="762"/>
                    <a:pt x="414" y="795"/>
                    <a:pt x="482" y="795"/>
                  </a:cubicBezTo>
                  <a:cubicBezTo>
                    <a:pt x="618" y="795"/>
                    <a:pt x="754" y="660"/>
                    <a:pt x="676" y="496"/>
                  </a:cubicBezTo>
                  <a:cubicBezTo>
                    <a:pt x="610" y="362"/>
                    <a:pt x="536" y="229"/>
                    <a:pt x="458" y="102"/>
                  </a:cubicBezTo>
                  <a:cubicBezTo>
                    <a:pt x="414" y="31"/>
                    <a:pt x="35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84"/>
            <p:cNvSpPr/>
            <p:nvPr/>
          </p:nvSpPr>
          <p:spPr>
            <a:xfrm>
              <a:off x="4168533" y="2555916"/>
              <a:ext cx="34417" cy="40210"/>
            </a:xfrm>
            <a:custGeom>
              <a:rect b="b" l="l" r="r" t="t"/>
              <a:pathLst>
                <a:path extrusionOk="0" h="1534" w="1313">
                  <a:moveTo>
                    <a:pt x="656" y="417"/>
                  </a:moveTo>
                  <a:cubicBezTo>
                    <a:pt x="775" y="417"/>
                    <a:pt x="894" y="496"/>
                    <a:pt x="894" y="654"/>
                  </a:cubicBezTo>
                  <a:lnTo>
                    <a:pt x="894" y="879"/>
                  </a:lnTo>
                  <a:cubicBezTo>
                    <a:pt x="894" y="1010"/>
                    <a:pt x="788" y="1115"/>
                    <a:pt x="655" y="1115"/>
                  </a:cubicBezTo>
                  <a:cubicBezTo>
                    <a:pt x="525" y="1115"/>
                    <a:pt x="419" y="1010"/>
                    <a:pt x="419" y="879"/>
                  </a:cubicBezTo>
                  <a:lnTo>
                    <a:pt x="419" y="654"/>
                  </a:lnTo>
                  <a:cubicBezTo>
                    <a:pt x="419" y="496"/>
                    <a:pt x="538" y="417"/>
                    <a:pt x="656" y="417"/>
                  </a:cubicBezTo>
                  <a:close/>
                  <a:moveTo>
                    <a:pt x="655" y="0"/>
                  </a:moveTo>
                  <a:cubicBezTo>
                    <a:pt x="296" y="0"/>
                    <a:pt x="1" y="292"/>
                    <a:pt x="1" y="654"/>
                  </a:cubicBezTo>
                  <a:lnTo>
                    <a:pt x="1" y="879"/>
                  </a:lnTo>
                  <a:cubicBezTo>
                    <a:pt x="1" y="1242"/>
                    <a:pt x="293" y="1533"/>
                    <a:pt x="655" y="1533"/>
                  </a:cubicBezTo>
                  <a:cubicBezTo>
                    <a:pt x="1017" y="1533"/>
                    <a:pt x="1312" y="1242"/>
                    <a:pt x="1312" y="879"/>
                  </a:cubicBezTo>
                  <a:lnTo>
                    <a:pt x="1312" y="654"/>
                  </a:lnTo>
                  <a:cubicBezTo>
                    <a:pt x="1312" y="292"/>
                    <a:pt x="1017"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84"/>
            <p:cNvSpPr/>
            <p:nvPr/>
          </p:nvSpPr>
          <p:spPr>
            <a:xfrm>
              <a:off x="4301352" y="2589546"/>
              <a:ext cx="88336" cy="64194"/>
            </a:xfrm>
            <a:custGeom>
              <a:rect b="b" l="l" r="r" t="t"/>
              <a:pathLst>
                <a:path extrusionOk="0" h="2449" w="3370">
                  <a:moveTo>
                    <a:pt x="1267" y="0"/>
                  </a:moveTo>
                  <a:cubicBezTo>
                    <a:pt x="1179" y="0"/>
                    <a:pt x="1125" y="1"/>
                    <a:pt x="1119" y="1"/>
                  </a:cubicBezTo>
                  <a:cubicBezTo>
                    <a:pt x="839" y="4"/>
                    <a:pt x="845" y="419"/>
                    <a:pt x="1119" y="419"/>
                  </a:cubicBezTo>
                  <a:cubicBezTo>
                    <a:pt x="1120" y="419"/>
                    <a:pt x="1121" y="419"/>
                    <a:pt x="1123" y="419"/>
                  </a:cubicBezTo>
                  <a:lnTo>
                    <a:pt x="1126" y="419"/>
                  </a:lnTo>
                  <a:cubicBezTo>
                    <a:pt x="1203" y="418"/>
                    <a:pt x="1280" y="417"/>
                    <a:pt x="1356" y="417"/>
                  </a:cubicBezTo>
                  <a:cubicBezTo>
                    <a:pt x="2077" y="417"/>
                    <a:pt x="2751" y="489"/>
                    <a:pt x="2916" y="585"/>
                  </a:cubicBezTo>
                  <a:cubicBezTo>
                    <a:pt x="2888" y="722"/>
                    <a:pt x="2839" y="852"/>
                    <a:pt x="2775" y="971"/>
                  </a:cubicBezTo>
                  <a:lnTo>
                    <a:pt x="1938" y="841"/>
                  </a:lnTo>
                  <a:cubicBezTo>
                    <a:pt x="1928" y="840"/>
                    <a:pt x="1918" y="839"/>
                    <a:pt x="1908" y="839"/>
                  </a:cubicBezTo>
                  <a:cubicBezTo>
                    <a:pt x="1667" y="839"/>
                    <a:pt x="1622" y="1205"/>
                    <a:pt x="1875" y="1253"/>
                  </a:cubicBezTo>
                  <a:lnTo>
                    <a:pt x="2561" y="1362"/>
                  </a:lnTo>
                  <a:cubicBezTo>
                    <a:pt x="2308" y="1766"/>
                    <a:pt x="2079" y="1988"/>
                    <a:pt x="1970" y="2023"/>
                  </a:cubicBezTo>
                  <a:cubicBezTo>
                    <a:pt x="1952" y="2029"/>
                    <a:pt x="1932" y="2031"/>
                    <a:pt x="1909" y="2031"/>
                  </a:cubicBezTo>
                  <a:cubicBezTo>
                    <a:pt x="1618" y="2031"/>
                    <a:pt x="943" y="1564"/>
                    <a:pt x="440" y="1003"/>
                  </a:cubicBezTo>
                  <a:cubicBezTo>
                    <a:pt x="396" y="956"/>
                    <a:pt x="344" y="936"/>
                    <a:pt x="294" y="936"/>
                  </a:cubicBezTo>
                  <a:cubicBezTo>
                    <a:pt x="139" y="936"/>
                    <a:pt x="1" y="1124"/>
                    <a:pt x="131" y="1281"/>
                  </a:cubicBezTo>
                  <a:cubicBezTo>
                    <a:pt x="405" y="1587"/>
                    <a:pt x="715" y="1861"/>
                    <a:pt x="1052" y="2097"/>
                  </a:cubicBezTo>
                  <a:cubicBezTo>
                    <a:pt x="1393" y="2329"/>
                    <a:pt x="1685" y="2448"/>
                    <a:pt x="1921" y="2448"/>
                  </a:cubicBezTo>
                  <a:cubicBezTo>
                    <a:pt x="1984" y="2448"/>
                    <a:pt x="2044" y="2438"/>
                    <a:pt x="2104" y="2417"/>
                  </a:cubicBezTo>
                  <a:cubicBezTo>
                    <a:pt x="2301" y="2353"/>
                    <a:pt x="2522" y="2149"/>
                    <a:pt x="2761" y="1812"/>
                  </a:cubicBezTo>
                  <a:cubicBezTo>
                    <a:pt x="2955" y="1545"/>
                    <a:pt x="3116" y="1256"/>
                    <a:pt x="3243" y="954"/>
                  </a:cubicBezTo>
                  <a:cubicBezTo>
                    <a:pt x="3349" y="687"/>
                    <a:pt x="3370" y="511"/>
                    <a:pt x="3306" y="391"/>
                  </a:cubicBezTo>
                  <a:cubicBezTo>
                    <a:pt x="3187" y="177"/>
                    <a:pt x="2832" y="71"/>
                    <a:pt x="2069" y="22"/>
                  </a:cubicBezTo>
                  <a:cubicBezTo>
                    <a:pt x="1750" y="3"/>
                    <a:pt x="1442" y="0"/>
                    <a:pt x="1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6" name="Google Shape;16306;p84"/>
          <p:cNvGrpSpPr/>
          <p:nvPr/>
        </p:nvGrpSpPr>
        <p:grpSpPr>
          <a:xfrm>
            <a:off x="7415266" y="2439925"/>
            <a:ext cx="376228" cy="313816"/>
            <a:chOff x="7415266" y="2439925"/>
            <a:chExt cx="376228" cy="313816"/>
          </a:xfrm>
        </p:grpSpPr>
        <p:sp>
          <p:nvSpPr>
            <p:cNvPr id="16307" name="Google Shape;16307;p84"/>
            <p:cNvSpPr/>
            <p:nvPr/>
          </p:nvSpPr>
          <p:spPr>
            <a:xfrm>
              <a:off x="7433012" y="2444932"/>
              <a:ext cx="203828" cy="103723"/>
            </a:xfrm>
            <a:custGeom>
              <a:rect b="b" l="l" r="r" t="t"/>
              <a:pathLst>
                <a:path extrusionOk="0" h="3957" w="7776">
                  <a:moveTo>
                    <a:pt x="5823" y="0"/>
                  </a:moveTo>
                  <a:cubicBezTo>
                    <a:pt x="5674" y="0"/>
                    <a:pt x="5513" y="10"/>
                    <a:pt x="5338" y="32"/>
                  </a:cubicBezTo>
                  <a:cubicBezTo>
                    <a:pt x="3626" y="247"/>
                    <a:pt x="1136" y="1966"/>
                    <a:pt x="0" y="3957"/>
                  </a:cubicBezTo>
                  <a:cubicBezTo>
                    <a:pt x="1798" y="3236"/>
                    <a:pt x="5972" y="2433"/>
                    <a:pt x="6229" y="2433"/>
                  </a:cubicBezTo>
                  <a:cubicBezTo>
                    <a:pt x="6233" y="2433"/>
                    <a:pt x="6236" y="2434"/>
                    <a:pt x="6238" y="2434"/>
                  </a:cubicBezTo>
                  <a:lnTo>
                    <a:pt x="7624" y="1748"/>
                  </a:lnTo>
                  <a:cubicBezTo>
                    <a:pt x="7624" y="1748"/>
                    <a:pt x="7776" y="0"/>
                    <a:pt x="582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84"/>
            <p:cNvSpPr/>
            <p:nvPr/>
          </p:nvSpPr>
          <p:spPr>
            <a:xfrm>
              <a:off x="7424283" y="2489729"/>
              <a:ext cx="366949" cy="258114"/>
            </a:xfrm>
            <a:custGeom>
              <a:rect b="b" l="l" r="r" t="t"/>
              <a:pathLst>
                <a:path extrusionOk="0" h="9847" w="13999">
                  <a:moveTo>
                    <a:pt x="4409" y="1"/>
                  </a:moveTo>
                  <a:lnTo>
                    <a:pt x="1831" y="1840"/>
                  </a:lnTo>
                  <a:cubicBezTo>
                    <a:pt x="2106" y="1778"/>
                    <a:pt x="2364" y="1748"/>
                    <a:pt x="2591" y="1748"/>
                  </a:cubicBezTo>
                  <a:cubicBezTo>
                    <a:pt x="2892" y="1748"/>
                    <a:pt x="3138" y="1801"/>
                    <a:pt x="3294" y="1903"/>
                  </a:cubicBezTo>
                  <a:cubicBezTo>
                    <a:pt x="3835" y="2252"/>
                    <a:pt x="3600" y="2957"/>
                    <a:pt x="2835" y="2957"/>
                  </a:cubicBezTo>
                  <a:cubicBezTo>
                    <a:pt x="2705" y="2957"/>
                    <a:pt x="2560" y="2937"/>
                    <a:pt x="2401" y="2891"/>
                  </a:cubicBezTo>
                  <a:cubicBezTo>
                    <a:pt x="2166" y="2823"/>
                    <a:pt x="1952" y="2792"/>
                    <a:pt x="1759" y="2792"/>
                  </a:cubicBezTo>
                  <a:cubicBezTo>
                    <a:pt x="252" y="2792"/>
                    <a:pt x="1" y="4666"/>
                    <a:pt x="973" y="5426"/>
                  </a:cubicBezTo>
                  <a:lnTo>
                    <a:pt x="1346" y="7554"/>
                  </a:lnTo>
                  <a:lnTo>
                    <a:pt x="7974" y="9847"/>
                  </a:lnTo>
                  <a:lnTo>
                    <a:pt x="13998" y="9847"/>
                  </a:lnTo>
                  <a:lnTo>
                    <a:pt x="13995" y="8081"/>
                  </a:lnTo>
                  <a:cubicBezTo>
                    <a:pt x="13995" y="8081"/>
                    <a:pt x="13840" y="8039"/>
                    <a:pt x="13629" y="8004"/>
                  </a:cubicBezTo>
                  <a:cubicBezTo>
                    <a:pt x="9972" y="7389"/>
                    <a:pt x="4634" y="4646"/>
                    <a:pt x="5801" y="2068"/>
                  </a:cubicBezTo>
                  <a:cubicBezTo>
                    <a:pt x="6230" y="1129"/>
                    <a:pt x="7433" y="992"/>
                    <a:pt x="7433" y="992"/>
                  </a:cubicBezTo>
                  <a:lnTo>
                    <a:pt x="7433" y="1"/>
                  </a:ln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84"/>
            <p:cNvSpPr/>
            <p:nvPr/>
          </p:nvSpPr>
          <p:spPr>
            <a:xfrm>
              <a:off x="7424257" y="2484985"/>
              <a:ext cx="310539" cy="227551"/>
            </a:xfrm>
            <a:custGeom>
              <a:rect b="b" l="l" r="r" t="t"/>
              <a:pathLst>
                <a:path extrusionOk="0" h="8681" w="11847">
                  <a:moveTo>
                    <a:pt x="5224" y="0"/>
                  </a:moveTo>
                  <a:cubicBezTo>
                    <a:pt x="4230" y="0"/>
                    <a:pt x="3255" y="374"/>
                    <a:pt x="2507" y="1071"/>
                  </a:cubicBezTo>
                  <a:lnTo>
                    <a:pt x="1343" y="2154"/>
                  </a:lnTo>
                  <a:cubicBezTo>
                    <a:pt x="1361" y="2151"/>
                    <a:pt x="1375" y="2144"/>
                    <a:pt x="1389" y="2137"/>
                  </a:cubicBezTo>
                  <a:cubicBezTo>
                    <a:pt x="1827" y="1996"/>
                    <a:pt x="2240" y="1929"/>
                    <a:pt x="2582" y="1929"/>
                  </a:cubicBezTo>
                  <a:cubicBezTo>
                    <a:pt x="2888" y="1929"/>
                    <a:pt x="3137" y="1983"/>
                    <a:pt x="3295" y="2084"/>
                  </a:cubicBezTo>
                  <a:cubicBezTo>
                    <a:pt x="3832" y="2435"/>
                    <a:pt x="3601" y="3140"/>
                    <a:pt x="2840" y="3140"/>
                  </a:cubicBezTo>
                  <a:cubicBezTo>
                    <a:pt x="2709" y="3140"/>
                    <a:pt x="2563" y="3119"/>
                    <a:pt x="2402" y="3072"/>
                  </a:cubicBezTo>
                  <a:cubicBezTo>
                    <a:pt x="2168" y="3005"/>
                    <a:pt x="1955" y="2974"/>
                    <a:pt x="1762" y="2974"/>
                  </a:cubicBezTo>
                  <a:cubicBezTo>
                    <a:pt x="251" y="2974"/>
                    <a:pt x="1" y="4850"/>
                    <a:pt x="971" y="5611"/>
                  </a:cubicBezTo>
                  <a:lnTo>
                    <a:pt x="1132" y="6539"/>
                  </a:lnTo>
                  <a:lnTo>
                    <a:pt x="4427" y="5456"/>
                  </a:lnTo>
                  <a:cubicBezTo>
                    <a:pt x="4832" y="5984"/>
                    <a:pt x="5359" y="6483"/>
                    <a:pt x="6006" y="6937"/>
                  </a:cubicBezTo>
                  <a:cubicBezTo>
                    <a:pt x="6044" y="6964"/>
                    <a:pt x="6088" y="6977"/>
                    <a:pt x="6132" y="6977"/>
                  </a:cubicBezTo>
                  <a:cubicBezTo>
                    <a:pt x="6202" y="6977"/>
                    <a:pt x="6272" y="6943"/>
                    <a:pt x="6316" y="6880"/>
                  </a:cubicBezTo>
                  <a:cubicBezTo>
                    <a:pt x="6386" y="6778"/>
                    <a:pt x="6361" y="6638"/>
                    <a:pt x="6259" y="6567"/>
                  </a:cubicBezTo>
                  <a:cubicBezTo>
                    <a:pt x="5306" y="5903"/>
                    <a:pt x="4635" y="5129"/>
                    <a:pt x="4262" y="4310"/>
                  </a:cubicBezTo>
                  <a:cubicBezTo>
                    <a:pt x="4213" y="4197"/>
                    <a:pt x="4259" y="4067"/>
                    <a:pt x="4368" y="4007"/>
                  </a:cubicBezTo>
                  <a:cubicBezTo>
                    <a:pt x="4399" y="3991"/>
                    <a:pt x="4433" y="3983"/>
                    <a:pt x="4467" y="3983"/>
                  </a:cubicBezTo>
                  <a:cubicBezTo>
                    <a:pt x="4549" y="3983"/>
                    <a:pt x="4629" y="4030"/>
                    <a:pt x="4666" y="4109"/>
                  </a:cubicBezTo>
                  <a:cubicBezTo>
                    <a:pt x="5721" y="6297"/>
                    <a:pt x="9322" y="7977"/>
                    <a:pt x="11467" y="8670"/>
                  </a:cubicBezTo>
                  <a:cubicBezTo>
                    <a:pt x="11492" y="8677"/>
                    <a:pt x="11513" y="8681"/>
                    <a:pt x="11538" y="8681"/>
                  </a:cubicBezTo>
                  <a:cubicBezTo>
                    <a:pt x="11791" y="8681"/>
                    <a:pt x="11847" y="8326"/>
                    <a:pt x="11604" y="8245"/>
                  </a:cubicBezTo>
                  <a:cubicBezTo>
                    <a:pt x="8644" y="7288"/>
                    <a:pt x="5078" y="5277"/>
                    <a:pt x="4828" y="3223"/>
                  </a:cubicBezTo>
                  <a:cubicBezTo>
                    <a:pt x="4709" y="2225"/>
                    <a:pt x="4828" y="1152"/>
                    <a:pt x="6629" y="396"/>
                  </a:cubicBezTo>
                  <a:lnTo>
                    <a:pt x="6375" y="171"/>
                  </a:lnTo>
                  <a:cubicBezTo>
                    <a:pt x="5997" y="56"/>
                    <a:pt x="5609" y="0"/>
                    <a:pt x="5224"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84"/>
            <p:cNvSpPr/>
            <p:nvPr/>
          </p:nvSpPr>
          <p:spPr>
            <a:xfrm>
              <a:off x="7547482" y="2472219"/>
              <a:ext cx="116515" cy="56593"/>
            </a:xfrm>
            <a:custGeom>
              <a:rect b="b" l="l" r="r" t="t"/>
              <a:pathLst>
                <a:path extrusionOk="0" h="2159" w="4445">
                  <a:moveTo>
                    <a:pt x="1755" y="0"/>
                  </a:moveTo>
                  <a:cubicBezTo>
                    <a:pt x="1156" y="0"/>
                    <a:pt x="561" y="109"/>
                    <a:pt x="1" y="313"/>
                  </a:cubicBezTo>
                  <a:cubicBezTo>
                    <a:pt x="1091" y="422"/>
                    <a:pt x="2279" y="1069"/>
                    <a:pt x="2793" y="1843"/>
                  </a:cubicBezTo>
                  <a:cubicBezTo>
                    <a:pt x="2941" y="2066"/>
                    <a:pt x="3126" y="2158"/>
                    <a:pt x="3308" y="2158"/>
                  </a:cubicBezTo>
                  <a:cubicBezTo>
                    <a:pt x="3896" y="2158"/>
                    <a:pt x="4444" y="1191"/>
                    <a:pt x="3542" y="528"/>
                  </a:cubicBezTo>
                  <a:cubicBezTo>
                    <a:pt x="3278" y="334"/>
                    <a:pt x="2515" y="0"/>
                    <a:pt x="1783" y="0"/>
                  </a:cubicBezTo>
                  <a:cubicBezTo>
                    <a:pt x="1774" y="0"/>
                    <a:pt x="1764" y="0"/>
                    <a:pt x="1755"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84"/>
            <p:cNvSpPr/>
            <p:nvPr/>
          </p:nvSpPr>
          <p:spPr>
            <a:xfrm>
              <a:off x="7445069" y="2642286"/>
              <a:ext cx="346057" cy="111456"/>
            </a:xfrm>
            <a:custGeom>
              <a:rect b="b" l="l" r="r" t="t"/>
              <a:pathLst>
                <a:path extrusionOk="0" h="4252" w="13202">
                  <a:moveTo>
                    <a:pt x="272" y="0"/>
                  </a:moveTo>
                  <a:cubicBezTo>
                    <a:pt x="272" y="0"/>
                    <a:pt x="1" y="1751"/>
                    <a:pt x="718" y="2687"/>
                  </a:cubicBezTo>
                  <a:cubicBezTo>
                    <a:pt x="1573" y="3805"/>
                    <a:pt x="2941" y="4252"/>
                    <a:pt x="3950" y="4252"/>
                  </a:cubicBezTo>
                  <a:lnTo>
                    <a:pt x="12977" y="4252"/>
                  </a:lnTo>
                  <a:cubicBezTo>
                    <a:pt x="13103" y="4252"/>
                    <a:pt x="13202" y="4153"/>
                    <a:pt x="13202" y="4030"/>
                  </a:cubicBezTo>
                  <a:cubicBezTo>
                    <a:pt x="13202" y="3903"/>
                    <a:pt x="13103" y="3805"/>
                    <a:pt x="12980" y="3805"/>
                  </a:cubicBezTo>
                  <a:cubicBezTo>
                    <a:pt x="5567" y="3731"/>
                    <a:pt x="2891" y="18"/>
                    <a:pt x="2891" y="18"/>
                  </a:cubicBezTo>
                  <a:lnTo>
                    <a:pt x="272" y="0"/>
                  </a:ln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84"/>
            <p:cNvSpPr/>
            <p:nvPr/>
          </p:nvSpPr>
          <p:spPr>
            <a:xfrm>
              <a:off x="7445253" y="2642286"/>
              <a:ext cx="346162" cy="111456"/>
            </a:xfrm>
            <a:custGeom>
              <a:rect b="b" l="l" r="r" t="t"/>
              <a:pathLst>
                <a:path extrusionOk="0" h="4252" w="13206">
                  <a:moveTo>
                    <a:pt x="268" y="0"/>
                  </a:moveTo>
                  <a:cubicBezTo>
                    <a:pt x="268" y="0"/>
                    <a:pt x="1" y="1748"/>
                    <a:pt x="715" y="2687"/>
                  </a:cubicBezTo>
                  <a:cubicBezTo>
                    <a:pt x="1569" y="3805"/>
                    <a:pt x="2941" y="4252"/>
                    <a:pt x="3946" y="4252"/>
                  </a:cubicBezTo>
                  <a:lnTo>
                    <a:pt x="12977" y="4252"/>
                  </a:lnTo>
                  <a:cubicBezTo>
                    <a:pt x="12979" y="4252"/>
                    <a:pt x="12981" y="4252"/>
                    <a:pt x="12983" y="4252"/>
                  </a:cubicBezTo>
                  <a:cubicBezTo>
                    <a:pt x="13103" y="4252"/>
                    <a:pt x="13202" y="4154"/>
                    <a:pt x="13202" y="4030"/>
                  </a:cubicBezTo>
                  <a:cubicBezTo>
                    <a:pt x="13205" y="3907"/>
                    <a:pt x="13107" y="3805"/>
                    <a:pt x="12980" y="3805"/>
                  </a:cubicBezTo>
                  <a:lnTo>
                    <a:pt x="6288" y="3805"/>
                  </a:lnTo>
                  <a:cubicBezTo>
                    <a:pt x="4477" y="3805"/>
                    <a:pt x="3180" y="3186"/>
                    <a:pt x="2346" y="2370"/>
                  </a:cubicBezTo>
                  <a:cubicBezTo>
                    <a:pt x="2041" y="2069"/>
                    <a:pt x="2264" y="1544"/>
                    <a:pt x="2690" y="1544"/>
                  </a:cubicBezTo>
                  <a:cubicBezTo>
                    <a:pt x="2692" y="1544"/>
                    <a:pt x="2693" y="1544"/>
                    <a:pt x="2694" y="1544"/>
                  </a:cubicBezTo>
                  <a:lnTo>
                    <a:pt x="2698" y="1544"/>
                  </a:lnTo>
                  <a:cubicBezTo>
                    <a:pt x="3109" y="1544"/>
                    <a:pt x="3507" y="1270"/>
                    <a:pt x="3690" y="841"/>
                  </a:cubicBezTo>
                  <a:cubicBezTo>
                    <a:pt x="3138" y="362"/>
                    <a:pt x="2888" y="18"/>
                    <a:pt x="2888" y="18"/>
                  </a:cubicBezTo>
                  <a:lnTo>
                    <a:pt x="268" y="0"/>
                  </a:ln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84"/>
            <p:cNvSpPr/>
            <p:nvPr/>
          </p:nvSpPr>
          <p:spPr>
            <a:xfrm>
              <a:off x="7741900" y="2707607"/>
              <a:ext cx="26658" cy="14155"/>
            </a:xfrm>
            <a:custGeom>
              <a:rect b="b" l="l" r="r" t="t"/>
              <a:pathLst>
                <a:path extrusionOk="0" h="540" w="1017">
                  <a:moveTo>
                    <a:pt x="315" y="1"/>
                  </a:moveTo>
                  <a:cubicBezTo>
                    <a:pt x="74" y="1"/>
                    <a:pt x="0" y="376"/>
                    <a:pt x="267" y="444"/>
                  </a:cubicBezTo>
                  <a:cubicBezTo>
                    <a:pt x="404" y="480"/>
                    <a:pt x="534" y="508"/>
                    <a:pt x="657" y="536"/>
                  </a:cubicBezTo>
                  <a:cubicBezTo>
                    <a:pt x="675" y="539"/>
                    <a:pt x="689" y="539"/>
                    <a:pt x="707" y="539"/>
                  </a:cubicBezTo>
                  <a:cubicBezTo>
                    <a:pt x="974" y="539"/>
                    <a:pt x="1016" y="153"/>
                    <a:pt x="752" y="96"/>
                  </a:cubicBezTo>
                  <a:cubicBezTo>
                    <a:pt x="633" y="72"/>
                    <a:pt x="506" y="44"/>
                    <a:pt x="376" y="8"/>
                  </a:cubicBezTo>
                  <a:cubicBezTo>
                    <a:pt x="355" y="3"/>
                    <a:pt x="334" y="1"/>
                    <a:pt x="315"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84"/>
            <p:cNvSpPr/>
            <p:nvPr/>
          </p:nvSpPr>
          <p:spPr>
            <a:xfrm>
              <a:off x="7595005" y="2667686"/>
              <a:ext cx="24273" cy="15911"/>
            </a:xfrm>
            <a:custGeom>
              <a:rect b="b" l="l" r="r" t="t"/>
              <a:pathLst>
                <a:path extrusionOk="0" h="607" w="926">
                  <a:moveTo>
                    <a:pt x="322" y="1"/>
                  </a:moveTo>
                  <a:cubicBezTo>
                    <a:pt x="122" y="1"/>
                    <a:pt x="0" y="298"/>
                    <a:pt x="220" y="420"/>
                  </a:cubicBezTo>
                  <a:cubicBezTo>
                    <a:pt x="315" y="476"/>
                    <a:pt x="414" y="529"/>
                    <a:pt x="515" y="582"/>
                  </a:cubicBezTo>
                  <a:cubicBezTo>
                    <a:pt x="547" y="600"/>
                    <a:pt x="582" y="607"/>
                    <a:pt x="617" y="607"/>
                  </a:cubicBezTo>
                  <a:cubicBezTo>
                    <a:pt x="619" y="607"/>
                    <a:pt x="620" y="607"/>
                    <a:pt x="621" y="607"/>
                  </a:cubicBezTo>
                  <a:cubicBezTo>
                    <a:pt x="854" y="607"/>
                    <a:pt x="926" y="293"/>
                    <a:pt x="719" y="185"/>
                  </a:cubicBezTo>
                  <a:cubicBezTo>
                    <a:pt x="625" y="135"/>
                    <a:pt x="530" y="83"/>
                    <a:pt x="438" y="33"/>
                  </a:cubicBezTo>
                  <a:cubicBezTo>
                    <a:pt x="398" y="11"/>
                    <a:pt x="359" y="1"/>
                    <a:pt x="322"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84"/>
            <p:cNvSpPr/>
            <p:nvPr/>
          </p:nvSpPr>
          <p:spPr>
            <a:xfrm>
              <a:off x="7424283" y="2562914"/>
              <a:ext cx="87917" cy="93500"/>
            </a:xfrm>
            <a:custGeom>
              <a:rect b="b" l="l" r="r" t="t"/>
              <a:pathLst>
                <a:path extrusionOk="0" h="3567" w="3354">
                  <a:moveTo>
                    <a:pt x="1760" y="0"/>
                  </a:moveTo>
                  <a:cubicBezTo>
                    <a:pt x="252" y="0"/>
                    <a:pt x="1" y="1877"/>
                    <a:pt x="973" y="2638"/>
                  </a:cubicBezTo>
                  <a:lnTo>
                    <a:pt x="1135" y="3566"/>
                  </a:lnTo>
                  <a:lnTo>
                    <a:pt x="3354" y="2835"/>
                  </a:lnTo>
                  <a:cubicBezTo>
                    <a:pt x="3255" y="2610"/>
                    <a:pt x="3160" y="2378"/>
                    <a:pt x="3072" y="2132"/>
                  </a:cubicBezTo>
                  <a:cubicBezTo>
                    <a:pt x="2795" y="1393"/>
                    <a:pt x="2738" y="739"/>
                    <a:pt x="2823" y="166"/>
                  </a:cubicBezTo>
                  <a:cubicBezTo>
                    <a:pt x="2679" y="162"/>
                    <a:pt x="2538" y="141"/>
                    <a:pt x="2401" y="99"/>
                  </a:cubicBezTo>
                  <a:cubicBezTo>
                    <a:pt x="2166" y="31"/>
                    <a:pt x="1953" y="0"/>
                    <a:pt x="1760"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84"/>
            <p:cNvSpPr/>
            <p:nvPr/>
          </p:nvSpPr>
          <p:spPr>
            <a:xfrm>
              <a:off x="7462579" y="2483910"/>
              <a:ext cx="106501" cy="56645"/>
            </a:xfrm>
            <a:custGeom>
              <a:rect b="b" l="l" r="r" t="t"/>
              <a:pathLst>
                <a:path extrusionOk="0" h="2161" w="4063">
                  <a:moveTo>
                    <a:pt x="3605" y="1"/>
                  </a:moveTo>
                  <a:cubicBezTo>
                    <a:pt x="2891" y="1"/>
                    <a:pt x="2202" y="258"/>
                    <a:pt x="1664" y="725"/>
                  </a:cubicBezTo>
                  <a:lnTo>
                    <a:pt x="1" y="2160"/>
                  </a:lnTo>
                  <a:cubicBezTo>
                    <a:pt x="413" y="2034"/>
                    <a:pt x="799" y="1974"/>
                    <a:pt x="1121" y="1974"/>
                  </a:cubicBezTo>
                  <a:cubicBezTo>
                    <a:pt x="1366" y="1974"/>
                    <a:pt x="1574" y="2009"/>
                    <a:pt x="1728" y="2076"/>
                  </a:cubicBezTo>
                  <a:cubicBezTo>
                    <a:pt x="2487" y="655"/>
                    <a:pt x="4062" y="1"/>
                    <a:pt x="4062"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84"/>
            <p:cNvSpPr/>
            <p:nvPr/>
          </p:nvSpPr>
          <p:spPr>
            <a:xfrm>
              <a:off x="7432645" y="2606191"/>
              <a:ext cx="117904" cy="106528"/>
            </a:xfrm>
            <a:custGeom>
              <a:rect b="b" l="l" r="r" t="t"/>
              <a:pathLst>
                <a:path extrusionOk="0" h="4064" w="4498">
                  <a:moveTo>
                    <a:pt x="2561" y="1"/>
                  </a:moveTo>
                  <a:cubicBezTo>
                    <a:pt x="1611" y="1"/>
                    <a:pt x="599" y="424"/>
                    <a:pt x="320" y="1585"/>
                  </a:cubicBezTo>
                  <a:cubicBezTo>
                    <a:pt x="0" y="2903"/>
                    <a:pt x="1192" y="4064"/>
                    <a:pt x="1192" y="4064"/>
                  </a:cubicBezTo>
                  <a:cubicBezTo>
                    <a:pt x="1192" y="4064"/>
                    <a:pt x="556" y="2949"/>
                    <a:pt x="1037" y="2147"/>
                  </a:cubicBezTo>
                  <a:cubicBezTo>
                    <a:pt x="1197" y="1883"/>
                    <a:pt x="1439" y="1723"/>
                    <a:pt x="1734" y="1723"/>
                  </a:cubicBezTo>
                  <a:cubicBezTo>
                    <a:pt x="2031" y="1723"/>
                    <a:pt x="2382" y="1887"/>
                    <a:pt x="2753" y="2274"/>
                  </a:cubicBezTo>
                  <a:cubicBezTo>
                    <a:pt x="2888" y="2414"/>
                    <a:pt x="3035" y="2472"/>
                    <a:pt x="3175" y="2472"/>
                  </a:cubicBezTo>
                  <a:cubicBezTo>
                    <a:pt x="3620" y="2472"/>
                    <a:pt x="4001" y="1878"/>
                    <a:pt x="3731" y="1402"/>
                  </a:cubicBezTo>
                  <a:lnTo>
                    <a:pt x="3731" y="1402"/>
                  </a:lnTo>
                  <a:cubicBezTo>
                    <a:pt x="3786" y="1412"/>
                    <a:pt x="3841" y="1417"/>
                    <a:pt x="3894" y="1417"/>
                  </a:cubicBezTo>
                  <a:cubicBezTo>
                    <a:pt x="4158" y="1417"/>
                    <a:pt x="4392" y="1294"/>
                    <a:pt x="4424" y="1043"/>
                  </a:cubicBezTo>
                  <a:cubicBezTo>
                    <a:pt x="4498" y="472"/>
                    <a:pt x="3564" y="1"/>
                    <a:pt x="2561" y="1"/>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84"/>
            <p:cNvSpPr/>
            <p:nvPr/>
          </p:nvSpPr>
          <p:spPr>
            <a:xfrm>
              <a:off x="7438805" y="2624147"/>
              <a:ext cx="98795" cy="88572"/>
            </a:xfrm>
            <a:custGeom>
              <a:rect b="b" l="l" r="r" t="t"/>
              <a:pathLst>
                <a:path extrusionOk="0" h="3379" w="3769">
                  <a:moveTo>
                    <a:pt x="1957" y="0"/>
                  </a:moveTo>
                  <a:cubicBezTo>
                    <a:pt x="1405" y="0"/>
                    <a:pt x="872" y="221"/>
                    <a:pt x="595" y="696"/>
                  </a:cubicBezTo>
                  <a:cubicBezTo>
                    <a:pt x="1" y="1712"/>
                    <a:pt x="511" y="2785"/>
                    <a:pt x="957" y="3379"/>
                  </a:cubicBezTo>
                  <a:cubicBezTo>
                    <a:pt x="957" y="3379"/>
                    <a:pt x="321" y="2264"/>
                    <a:pt x="806" y="1466"/>
                  </a:cubicBezTo>
                  <a:cubicBezTo>
                    <a:pt x="965" y="1200"/>
                    <a:pt x="1207" y="1039"/>
                    <a:pt x="1501" y="1039"/>
                  </a:cubicBezTo>
                  <a:cubicBezTo>
                    <a:pt x="1797" y="1039"/>
                    <a:pt x="2147" y="1204"/>
                    <a:pt x="2518" y="1589"/>
                  </a:cubicBezTo>
                  <a:cubicBezTo>
                    <a:pt x="2654" y="1730"/>
                    <a:pt x="2801" y="1789"/>
                    <a:pt x="2942" y="1789"/>
                  </a:cubicBezTo>
                  <a:cubicBezTo>
                    <a:pt x="3387" y="1789"/>
                    <a:pt x="3769" y="1195"/>
                    <a:pt x="3496" y="717"/>
                  </a:cubicBezTo>
                  <a:cubicBezTo>
                    <a:pt x="3155" y="252"/>
                    <a:pt x="2545" y="0"/>
                    <a:pt x="1957"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84"/>
            <p:cNvSpPr/>
            <p:nvPr/>
          </p:nvSpPr>
          <p:spPr>
            <a:xfrm>
              <a:off x="7702161" y="2729233"/>
              <a:ext cx="25190" cy="12897"/>
            </a:xfrm>
            <a:custGeom>
              <a:rect b="b" l="l" r="r" t="t"/>
              <a:pathLst>
                <a:path extrusionOk="0" h="492" w="961">
                  <a:moveTo>
                    <a:pt x="286" y="1"/>
                  </a:moveTo>
                  <a:cubicBezTo>
                    <a:pt x="48" y="1"/>
                    <a:pt x="1" y="385"/>
                    <a:pt x="267" y="418"/>
                  </a:cubicBezTo>
                  <a:cubicBezTo>
                    <a:pt x="408" y="442"/>
                    <a:pt x="556" y="467"/>
                    <a:pt x="700" y="488"/>
                  </a:cubicBezTo>
                  <a:cubicBezTo>
                    <a:pt x="712" y="490"/>
                    <a:pt x="725" y="491"/>
                    <a:pt x="737" y="491"/>
                  </a:cubicBezTo>
                  <a:cubicBezTo>
                    <a:pt x="838" y="491"/>
                    <a:pt x="927" y="416"/>
                    <a:pt x="943" y="312"/>
                  </a:cubicBezTo>
                  <a:cubicBezTo>
                    <a:pt x="960" y="196"/>
                    <a:pt x="879" y="87"/>
                    <a:pt x="760" y="73"/>
                  </a:cubicBezTo>
                  <a:cubicBezTo>
                    <a:pt x="619" y="52"/>
                    <a:pt x="478" y="31"/>
                    <a:pt x="338" y="6"/>
                  </a:cubicBezTo>
                  <a:cubicBezTo>
                    <a:pt x="320" y="2"/>
                    <a:pt x="303"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84"/>
            <p:cNvSpPr/>
            <p:nvPr/>
          </p:nvSpPr>
          <p:spPr>
            <a:xfrm>
              <a:off x="7415266" y="2439925"/>
              <a:ext cx="376228" cy="295729"/>
            </a:xfrm>
            <a:custGeom>
              <a:rect b="b" l="l" r="r" t="t"/>
              <a:pathLst>
                <a:path extrusionOk="0" h="11282" w="14353">
                  <a:moveTo>
                    <a:pt x="6451" y="1"/>
                  </a:moveTo>
                  <a:cubicBezTo>
                    <a:pt x="6190" y="1"/>
                    <a:pt x="5908" y="31"/>
                    <a:pt x="5607" y="93"/>
                  </a:cubicBezTo>
                  <a:cubicBezTo>
                    <a:pt x="4376" y="350"/>
                    <a:pt x="3156" y="1071"/>
                    <a:pt x="1887" y="2305"/>
                  </a:cubicBezTo>
                  <a:cubicBezTo>
                    <a:pt x="1737" y="2455"/>
                    <a:pt x="1874" y="2664"/>
                    <a:pt x="2037" y="2664"/>
                  </a:cubicBezTo>
                  <a:cubicBezTo>
                    <a:pt x="2084" y="2664"/>
                    <a:pt x="2133" y="2646"/>
                    <a:pt x="2179" y="2604"/>
                  </a:cubicBezTo>
                  <a:cubicBezTo>
                    <a:pt x="3392" y="1429"/>
                    <a:pt x="4538" y="740"/>
                    <a:pt x="5692" y="504"/>
                  </a:cubicBezTo>
                  <a:cubicBezTo>
                    <a:pt x="5966" y="447"/>
                    <a:pt x="6221" y="419"/>
                    <a:pt x="6453" y="419"/>
                  </a:cubicBezTo>
                  <a:cubicBezTo>
                    <a:pt x="6891" y="419"/>
                    <a:pt x="7253" y="519"/>
                    <a:pt x="7538" y="719"/>
                  </a:cubicBezTo>
                  <a:cubicBezTo>
                    <a:pt x="7742" y="863"/>
                    <a:pt x="7903" y="1057"/>
                    <a:pt x="8009" y="1285"/>
                  </a:cubicBezTo>
                  <a:cubicBezTo>
                    <a:pt x="7932" y="1257"/>
                    <a:pt x="7851" y="1229"/>
                    <a:pt x="7773" y="1208"/>
                  </a:cubicBezTo>
                  <a:cubicBezTo>
                    <a:pt x="7748" y="1200"/>
                    <a:pt x="7724" y="1196"/>
                    <a:pt x="7701" y="1196"/>
                  </a:cubicBezTo>
                  <a:cubicBezTo>
                    <a:pt x="7484" y="1196"/>
                    <a:pt x="7408" y="1535"/>
                    <a:pt x="7654" y="1609"/>
                  </a:cubicBezTo>
                  <a:cubicBezTo>
                    <a:pt x="7942" y="1697"/>
                    <a:pt x="8220" y="1813"/>
                    <a:pt x="8480" y="1964"/>
                  </a:cubicBezTo>
                  <a:cubicBezTo>
                    <a:pt x="8814" y="2150"/>
                    <a:pt x="8969" y="2386"/>
                    <a:pt x="8930" y="2646"/>
                  </a:cubicBezTo>
                  <a:cubicBezTo>
                    <a:pt x="8895" y="2889"/>
                    <a:pt x="8681" y="3121"/>
                    <a:pt x="8445" y="3173"/>
                  </a:cubicBezTo>
                  <a:cubicBezTo>
                    <a:pt x="8413" y="3181"/>
                    <a:pt x="8381" y="3184"/>
                    <a:pt x="8351" y="3184"/>
                  </a:cubicBezTo>
                  <a:cubicBezTo>
                    <a:pt x="8216" y="3184"/>
                    <a:pt x="8100" y="3114"/>
                    <a:pt x="8005" y="2977"/>
                  </a:cubicBezTo>
                  <a:cubicBezTo>
                    <a:pt x="7615" y="2389"/>
                    <a:pt x="7074" y="1918"/>
                    <a:pt x="6479" y="1651"/>
                  </a:cubicBezTo>
                  <a:cubicBezTo>
                    <a:pt x="6342" y="1591"/>
                    <a:pt x="6198" y="1542"/>
                    <a:pt x="6054" y="1503"/>
                  </a:cubicBezTo>
                  <a:cubicBezTo>
                    <a:pt x="6234" y="1475"/>
                    <a:pt x="6415" y="1462"/>
                    <a:pt x="6597" y="1462"/>
                  </a:cubicBezTo>
                  <a:cubicBezTo>
                    <a:pt x="6668" y="1462"/>
                    <a:pt x="6739" y="1464"/>
                    <a:pt x="6810" y="1468"/>
                  </a:cubicBezTo>
                  <a:cubicBezTo>
                    <a:pt x="6816" y="1469"/>
                    <a:pt x="6822" y="1469"/>
                    <a:pt x="6829" y="1469"/>
                  </a:cubicBezTo>
                  <a:cubicBezTo>
                    <a:pt x="6940" y="1469"/>
                    <a:pt x="7032" y="1381"/>
                    <a:pt x="7038" y="1271"/>
                  </a:cubicBezTo>
                  <a:cubicBezTo>
                    <a:pt x="7045" y="1152"/>
                    <a:pt x="6954" y="1053"/>
                    <a:pt x="6834" y="1050"/>
                  </a:cubicBezTo>
                  <a:cubicBezTo>
                    <a:pt x="6761" y="1045"/>
                    <a:pt x="6688" y="1043"/>
                    <a:pt x="6614" y="1043"/>
                  </a:cubicBezTo>
                  <a:cubicBezTo>
                    <a:pt x="5536" y="1043"/>
                    <a:pt x="4397" y="1475"/>
                    <a:pt x="3304" y="2301"/>
                  </a:cubicBezTo>
                  <a:cubicBezTo>
                    <a:pt x="2798" y="2685"/>
                    <a:pt x="2337" y="3117"/>
                    <a:pt x="1929" y="3599"/>
                  </a:cubicBezTo>
                  <a:cubicBezTo>
                    <a:pt x="1609" y="3683"/>
                    <a:pt x="1296" y="3799"/>
                    <a:pt x="1001" y="3940"/>
                  </a:cubicBezTo>
                  <a:cubicBezTo>
                    <a:pt x="1166" y="3722"/>
                    <a:pt x="1373" y="3472"/>
                    <a:pt x="1609" y="3205"/>
                  </a:cubicBezTo>
                  <a:cubicBezTo>
                    <a:pt x="1744" y="3051"/>
                    <a:pt x="1605" y="2859"/>
                    <a:pt x="1449" y="2859"/>
                  </a:cubicBezTo>
                  <a:cubicBezTo>
                    <a:pt x="1398" y="2859"/>
                    <a:pt x="1345" y="2879"/>
                    <a:pt x="1300" y="2927"/>
                  </a:cubicBezTo>
                  <a:cubicBezTo>
                    <a:pt x="544" y="3768"/>
                    <a:pt x="122" y="4457"/>
                    <a:pt x="97" y="4499"/>
                  </a:cubicBezTo>
                  <a:cubicBezTo>
                    <a:pt x="0" y="4654"/>
                    <a:pt x="125" y="4822"/>
                    <a:pt x="273" y="4822"/>
                  </a:cubicBezTo>
                  <a:cubicBezTo>
                    <a:pt x="314" y="4822"/>
                    <a:pt x="356" y="4809"/>
                    <a:pt x="396" y="4780"/>
                  </a:cubicBezTo>
                  <a:cubicBezTo>
                    <a:pt x="958" y="4376"/>
                    <a:pt x="1598" y="4095"/>
                    <a:pt x="2274" y="3951"/>
                  </a:cubicBezTo>
                  <a:cubicBezTo>
                    <a:pt x="2470" y="3912"/>
                    <a:pt x="2704" y="3883"/>
                    <a:pt x="2922" y="3883"/>
                  </a:cubicBezTo>
                  <a:cubicBezTo>
                    <a:pt x="3157" y="3883"/>
                    <a:pt x="3375" y="3916"/>
                    <a:pt x="3511" y="4003"/>
                  </a:cubicBezTo>
                  <a:cubicBezTo>
                    <a:pt x="3687" y="4116"/>
                    <a:pt x="3751" y="4278"/>
                    <a:pt x="3687" y="4425"/>
                  </a:cubicBezTo>
                  <a:cubicBezTo>
                    <a:pt x="3625" y="4565"/>
                    <a:pt x="3446" y="4674"/>
                    <a:pt x="3171" y="4674"/>
                  </a:cubicBezTo>
                  <a:cubicBezTo>
                    <a:pt x="3060" y="4674"/>
                    <a:pt x="2933" y="4656"/>
                    <a:pt x="2791" y="4615"/>
                  </a:cubicBezTo>
                  <a:cubicBezTo>
                    <a:pt x="2539" y="4542"/>
                    <a:pt x="2300" y="4506"/>
                    <a:pt x="2078" y="4506"/>
                  </a:cubicBezTo>
                  <a:cubicBezTo>
                    <a:pt x="1850" y="4506"/>
                    <a:pt x="1638" y="4544"/>
                    <a:pt x="1444" y="4619"/>
                  </a:cubicBezTo>
                  <a:cubicBezTo>
                    <a:pt x="1099" y="4749"/>
                    <a:pt x="814" y="5002"/>
                    <a:pt x="653" y="5333"/>
                  </a:cubicBezTo>
                  <a:cubicBezTo>
                    <a:pt x="480" y="5677"/>
                    <a:pt x="428" y="6067"/>
                    <a:pt x="505" y="6444"/>
                  </a:cubicBezTo>
                  <a:cubicBezTo>
                    <a:pt x="568" y="6778"/>
                    <a:pt x="733" y="7084"/>
                    <a:pt x="976" y="7323"/>
                  </a:cubicBezTo>
                  <a:cubicBezTo>
                    <a:pt x="878" y="7502"/>
                    <a:pt x="804" y="7696"/>
                    <a:pt x="758" y="7896"/>
                  </a:cubicBezTo>
                  <a:cubicBezTo>
                    <a:pt x="614" y="8490"/>
                    <a:pt x="733" y="9141"/>
                    <a:pt x="1096" y="9781"/>
                  </a:cubicBezTo>
                  <a:cubicBezTo>
                    <a:pt x="1261" y="10069"/>
                    <a:pt x="1458" y="10336"/>
                    <a:pt x="1690" y="10572"/>
                  </a:cubicBezTo>
                  <a:cubicBezTo>
                    <a:pt x="1735" y="10615"/>
                    <a:pt x="1785" y="10633"/>
                    <a:pt x="1833" y="10633"/>
                  </a:cubicBezTo>
                  <a:cubicBezTo>
                    <a:pt x="1995" y="10633"/>
                    <a:pt x="2131" y="10423"/>
                    <a:pt x="1982" y="10273"/>
                  </a:cubicBezTo>
                  <a:cubicBezTo>
                    <a:pt x="1971" y="10263"/>
                    <a:pt x="878" y="9187"/>
                    <a:pt x="1162" y="7995"/>
                  </a:cubicBezTo>
                  <a:cubicBezTo>
                    <a:pt x="1303" y="7418"/>
                    <a:pt x="1648" y="7006"/>
                    <a:pt x="2189" y="6771"/>
                  </a:cubicBezTo>
                  <a:cubicBezTo>
                    <a:pt x="2489" y="6640"/>
                    <a:pt x="2846" y="6572"/>
                    <a:pt x="3212" y="6572"/>
                  </a:cubicBezTo>
                  <a:cubicBezTo>
                    <a:pt x="3396" y="6572"/>
                    <a:pt x="3582" y="6589"/>
                    <a:pt x="3765" y="6623"/>
                  </a:cubicBezTo>
                  <a:cubicBezTo>
                    <a:pt x="4426" y="6746"/>
                    <a:pt x="4907" y="7077"/>
                    <a:pt x="4872" y="7376"/>
                  </a:cubicBezTo>
                  <a:cubicBezTo>
                    <a:pt x="4865" y="7442"/>
                    <a:pt x="4834" y="7502"/>
                    <a:pt x="4784" y="7541"/>
                  </a:cubicBezTo>
                  <a:cubicBezTo>
                    <a:pt x="4732" y="7571"/>
                    <a:pt x="4675" y="7585"/>
                    <a:pt x="4617" y="7585"/>
                  </a:cubicBezTo>
                  <a:cubicBezTo>
                    <a:pt x="4586" y="7585"/>
                    <a:pt x="4555" y="7581"/>
                    <a:pt x="4524" y="7573"/>
                  </a:cubicBezTo>
                  <a:lnTo>
                    <a:pt x="4507" y="7569"/>
                  </a:lnTo>
                  <a:cubicBezTo>
                    <a:pt x="4429" y="7464"/>
                    <a:pt x="4331" y="7372"/>
                    <a:pt x="4222" y="7298"/>
                  </a:cubicBezTo>
                  <a:cubicBezTo>
                    <a:pt x="4181" y="7270"/>
                    <a:pt x="4140" y="7258"/>
                    <a:pt x="4101" y="7258"/>
                  </a:cubicBezTo>
                  <a:cubicBezTo>
                    <a:pt x="3920" y="7258"/>
                    <a:pt x="3793" y="7522"/>
                    <a:pt x="3990" y="7646"/>
                  </a:cubicBezTo>
                  <a:cubicBezTo>
                    <a:pt x="4250" y="7822"/>
                    <a:pt x="4282" y="8030"/>
                    <a:pt x="4260" y="8174"/>
                  </a:cubicBezTo>
                  <a:cubicBezTo>
                    <a:pt x="4236" y="8371"/>
                    <a:pt x="4092" y="8554"/>
                    <a:pt x="3923" y="8606"/>
                  </a:cubicBezTo>
                  <a:cubicBezTo>
                    <a:pt x="3889" y="8618"/>
                    <a:pt x="3855" y="8624"/>
                    <a:pt x="3822" y="8624"/>
                  </a:cubicBezTo>
                  <a:cubicBezTo>
                    <a:pt x="3728" y="8624"/>
                    <a:pt x="3638" y="8578"/>
                    <a:pt x="3550" y="8487"/>
                  </a:cubicBezTo>
                  <a:cubicBezTo>
                    <a:pt x="3185" y="8108"/>
                    <a:pt x="2750" y="7897"/>
                    <a:pt x="2356" y="7897"/>
                  </a:cubicBezTo>
                  <a:cubicBezTo>
                    <a:pt x="2252" y="7897"/>
                    <a:pt x="2152" y="7912"/>
                    <a:pt x="2056" y="7942"/>
                  </a:cubicBezTo>
                  <a:cubicBezTo>
                    <a:pt x="1760" y="8030"/>
                    <a:pt x="1542" y="8279"/>
                    <a:pt x="1500" y="8585"/>
                  </a:cubicBezTo>
                  <a:cubicBezTo>
                    <a:pt x="1482" y="8701"/>
                    <a:pt x="1560" y="8810"/>
                    <a:pt x="1672" y="8828"/>
                  </a:cubicBezTo>
                  <a:cubicBezTo>
                    <a:pt x="1685" y="8830"/>
                    <a:pt x="1697" y="8831"/>
                    <a:pt x="1709" y="8831"/>
                  </a:cubicBezTo>
                  <a:cubicBezTo>
                    <a:pt x="1811" y="8831"/>
                    <a:pt x="1899" y="8756"/>
                    <a:pt x="1915" y="8652"/>
                  </a:cubicBezTo>
                  <a:cubicBezTo>
                    <a:pt x="1933" y="8504"/>
                    <a:pt x="2038" y="8381"/>
                    <a:pt x="2182" y="8339"/>
                  </a:cubicBezTo>
                  <a:cubicBezTo>
                    <a:pt x="2239" y="8322"/>
                    <a:pt x="2298" y="8313"/>
                    <a:pt x="2358" y="8313"/>
                  </a:cubicBezTo>
                  <a:cubicBezTo>
                    <a:pt x="2680" y="8313"/>
                    <a:pt x="3025" y="8547"/>
                    <a:pt x="3248" y="8779"/>
                  </a:cubicBezTo>
                  <a:cubicBezTo>
                    <a:pt x="3395" y="8944"/>
                    <a:pt x="3603" y="9039"/>
                    <a:pt x="3824" y="9042"/>
                  </a:cubicBezTo>
                  <a:cubicBezTo>
                    <a:pt x="3902" y="9042"/>
                    <a:pt x="3979" y="9032"/>
                    <a:pt x="4053" y="9007"/>
                  </a:cubicBezTo>
                  <a:cubicBezTo>
                    <a:pt x="4271" y="8930"/>
                    <a:pt x="4454" y="8775"/>
                    <a:pt x="4563" y="8568"/>
                  </a:cubicBezTo>
                  <a:cubicBezTo>
                    <a:pt x="4879" y="8895"/>
                    <a:pt x="5231" y="9187"/>
                    <a:pt x="5611" y="9440"/>
                  </a:cubicBezTo>
                  <a:cubicBezTo>
                    <a:pt x="6437" y="9995"/>
                    <a:pt x="7911" y="10765"/>
                    <a:pt x="10259" y="11275"/>
                  </a:cubicBezTo>
                  <a:cubicBezTo>
                    <a:pt x="10277" y="11280"/>
                    <a:pt x="10294" y="11282"/>
                    <a:pt x="10311" y="11282"/>
                  </a:cubicBezTo>
                  <a:cubicBezTo>
                    <a:pt x="10408" y="11282"/>
                    <a:pt x="10495" y="11216"/>
                    <a:pt x="10516" y="11117"/>
                  </a:cubicBezTo>
                  <a:cubicBezTo>
                    <a:pt x="10541" y="11001"/>
                    <a:pt x="10463" y="10885"/>
                    <a:pt x="10347" y="10864"/>
                  </a:cubicBezTo>
                  <a:cubicBezTo>
                    <a:pt x="8083" y="10375"/>
                    <a:pt x="6666" y="9640"/>
                    <a:pt x="5871" y="9109"/>
                  </a:cubicBezTo>
                  <a:cubicBezTo>
                    <a:pt x="5020" y="8540"/>
                    <a:pt x="4693" y="8079"/>
                    <a:pt x="4686" y="8072"/>
                  </a:cubicBezTo>
                  <a:lnTo>
                    <a:pt x="4679" y="8061"/>
                  </a:lnTo>
                  <a:cubicBezTo>
                    <a:pt x="4679" y="8040"/>
                    <a:pt x="4675" y="8023"/>
                    <a:pt x="4672" y="8002"/>
                  </a:cubicBezTo>
                  <a:cubicBezTo>
                    <a:pt x="4795" y="7995"/>
                    <a:pt x="4914" y="7956"/>
                    <a:pt x="5016" y="7889"/>
                  </a:cubicBezTo>
                  <a:cubicBezTo>
                    <a:pt x="5164" y="7780"/>
                    <a:pt x="5263" y="7615"/>
                    <a:pt x="5280" y="7432"/>
                  </a:cubicBezTo>
                  <a:cubicBezTo>
                    <a:pt x="5319" y="7140"/>
                    <a:pt x="5171" y="6855"/>
                    <a:pt x="4862" y="6627"/>
                  </a:cubicBezTo>
                  <a:cubicBezTo>
                    <a:pt x="4605" y="6437"/>
                    <a:pt x="4239" y="6289"/>
                    <a:pt x="3835" y="6215"/>
                  </a:cubicBezTo>
                  <a:cubicBezTo>
                    <a:pt x="3630" y="6177"/>
                    <a:pt x="3418" y="6157"/>
                    <a:pt x="3205" y="6157"/>
                  </a:cubicBezTo>
                  <a:cubicBezTo>
                    <a:pt x="2459" y="6157"/>
                    <a:pt x="1702" y="6403"/>
                    <a:pt x="1215" y="6975"/>
                  </a:cubicBezTo>
                  <a:cubicBezTo>
                    <a:pt x="867" y="6602"/>
                    <a:pt x="776" y="6001"/>
                    <a:pt x="1018" y="5522"/>
                  </a:cubicBezTo>
                  <a:cubicBezTo>
                    <a:pt x="1124" y="5319"/>
                    <a:pt x="1408" y="4922"/>
                    <a:pt x="2066" y="4922"/>
                  </a:cubicBezTo>
                  <a:cubicBezTo>
                    <a:pt x="2239" y="4922"/>
                    <a:pt x="2439" y="4950"/>
                    <a:pt x="2667" y="5016"/>
                  </a:cubicBezTo>
                  <a:cubicBezTo>
                    <a:pt x="2847" y="5068"/>
                    <a:pt x="3013" y="5091"/>
                    <a:pt x="3162" y="5091"/>
                  </a:cubicBezTo>
                  <a:cubicBezTo>
                    <a:pt x="3625" y="5091"/>
                    <a:pt x="3938" y="4871"/>
                    <a:pt x="4060" y="4598"/>
                  </a:cubicBezTo>
                  <a:cubicBezTo>
                    <a:pt x="4215" y="4260"/>
                    <a:pt x="4085" y="3880"/>
                    <a:pt x="3733" y="3652"/>
                  </a:cubicBezTo>
                  <a:cubicBezTo>
                    <a:pt x="3538" y="3526"/>
                    <a:pt x="3241" y="3463"/>
                    <a:pt x="2887" y="3463"/>
                  </a:cubicBezTo>
                  <a:cubicBezTo>
                    <a:pt x="2794" y="3463"/>
                    <a:pt x="2697" y="3467"/>
                    <a:pt x="2597" y="3476"/>
                  </a:cubicBezTo>
                  <a:cubicBezTo>
                    <a:pt x="2896" y="3170"/>
                    <a:pt x="3216" y="2885"/>
                    <a:pt x="3557" y="2628"/>
                  </a:cubicBezTo>
                  <a:cubicBezTo>
                    <a:pt x="3888" y="2375"/>
                    <a:pt x="4243" y="2157"/>
                    <a:pt x="4616" y="1967"/>
                  </a:cubicBezTo>
                  <a:lnTo>
                    <a:pt x="4619" y="1967"/>
                  </a:lnTo>
                  <a:cubicBezTo>
                    <a:pt x="4858" y="1875"/>
                    <a:pt x="5107" y="1829"/>
                    <a:pt x="5358" y="1829"/>
                  </a:cubicBezTo>
                  <a:cubicBezTo>
                    <a:pt x="5673" y="1829"/>
                    <a:pt x="5993" y="1901"/>
                    <a:pt x="6307" y="2041"/>
                  </a:cubicBezTo>
                  <a:cubicBezTo>
                    <a:pt x="6676" y="2213"/>
                    <a:pt x="7010" y="2456"/>
                    <a:pt x="7288" y="2759"/>
                  </a:cubicBezTo>
                  <a:cubicBezTo>
                    <a:pt x="6866" y="2836"/>
                    <a:pt x="6205" y="3071"/>
                    <a:pt x="5889" y="3768"/>
                  </a:cubicBezTo>
                  <a:cubicBezTo>
                    <a:pt x="5593" y="4418"/>
                    <a:pt x="5646" y="5108"/>
                    <a:pt x="6043" y="5825"/>
                  </a:cubicBezTo>
                  <a:cubicBezTo>
                    <a:pt x="7211" y="7928"/>
                    <a:pt x="11230" y="9809"/>
                    <a:pt x="14099" y="10182"/>
                  </a:cubicBezTo>
                  <a:cubicBezTo>
                    <a:pt x="14110" y="10183"/>
                    <a:pt x="14121" y="10184"/>
                    <a:pt x="14131" y="10184"/>
                  </a:cubicBezTo>
                  <a:cubicBezTo>
                    <a:pt x="14234" y="10184"/>
                    <a:pt x="14323" y="10108"/>
                    <a:pt x="14339" y="10002"/>
                  </a:cubicBezTo>
                  <a:cubicBezTo>
                    <a:pt x="14353" y="9886"/>
                    <a:pt x="14268" y="9781"/>
                    <a:pt x="14152" y="9767"/>
                  </a:cubicBezTo>
                  <a:lnTo>
                    <a:pt x="14163" y="9767"/>
                  </a:lnTo>
                  <a:cubicBezTo>
                    <a:pt x="12788" y="9587"/>
                    <a:pt x="11100" y="9035"/>
                    <a:pt x="9651" y="8290"/>
                  </a:cubicBezTo>
                  <a:cubicBezTo>
                    <a:pt x="8069" y="7478"/>
                    <a:pt x="6919" y="6528"/>
                    <a:pt x="6416" y="5621"/>
                  </a:cubicBezTo>
                  <a:cubicBezTo>
                    <a:pt x="6085" y="5027"/>
                    <a:pt x="6040" y="4460"/>
                    <a:pt x="6275" y="3940"/>
                  </a:cubicBezTo>
                  <a:cubicBezTo>
                    <a:pt x="6427" y="3610"/>
                    <a:pt x="6701" y="3374"/>
                    <a:pt x="7095" y="3237"/>
                  </a:cubicBezTo>
                  <a:cubicBezTo>
                    <a:pt x="7263" y="3181"/>
                    <a:pt x="7432" y="3149"/>
                    <a:pt x="7608" y="3135"/>
                  </a:cubicBezTo>
                  <a:cubicBezTo>
                    <a:pt x="7626" y="3159"/>
                    <a:pt x="7643" y="3188"/>
                    <a:pt x="7661" y="3212"/>
                  </a:cubicBezTo>
                  <a:cubicBezTo>
                    <a:pt x="7833" y="3472"/>
                    <a:pt x="8079" y="3610"/>
                    <a:pt x="8350" y="3610"/>
                  </a:cubicBezTo>
                  <a:cubicBezTo>
                    <a:pt x="8413" y="3610"/>
                    <a:pt x="8477" y="3602"/>
                    <a:pt x="8540" y="3588"/>
                  </a:cubicBezTo>
                  <a:cubicBezTo>
                    <a:pt x="8958" y="3483"/>
                    <a:pt x="9275" y="3135"/>
                    <a:pt x="9345" y="2709"/>
                  </a:cubicBezTo>
                  <a:cubicBezTo>
                    <a:pt x="9409" y="2273"/>
                    <a:pt x="9169" y="1869"/>
                    <a:pt x="8684" y="1598"/>
                  </a:cubicBezTo>
                  <a:cubicBezTo>
                    <a:pt x="8631" y="1570"/>
                    <a:pt x="8579" y="1542"/>
                    <a:pt x="8526" y="1510"/>
                  </a:cubicBezTo>
                  <a:cubicBezTo>
                    <a:pt x="8427" y="1057"/>
                    <a:pt x="8164" y="652"/>
                    <a:pt x="7784" y="381"/>
                  </a:cubicBezTo>
                  <a:cubicBezTo>
                    <a:pt x="7426" y="127"/>
                    <a:pt x="6980" y="1"/>
                    <a:pt x="6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84"/>
            <p:cNvSpPr/>
            <p:nvPr/>
          </p:nvSpPr>
          <p:spPr>
            <a:xfrm>
              <a:off x="7542239" y="2577253"/>
              <a:ext cx="15518" cy="17903"/>
            </a:xfrm>
            <a:custGeom>
              <a:rect b="b" l="l" r="r" t="t"/>
              <a:pathLst>
                <a:path extrusionOk="0" h="683" w="592">
                  <a:moveTo>
                    <a:pt x="239" y="1"/>
                  </a:moveTo>
                  <a:cubicBezTo>
                    <a:pt x="216" y="1"/>
                    <a:pt x="192" y="5"/>
                    <a:pt x="169" y="13"/>
                  </a:cubicBezTo>
                  <a:cubicBezTo>
                    <a:pt x="60" y="51"/>
                    <a:pt x="0" y="167"/>
                    <a:pt x="39" y="276"/>
                  </a:cubicBezTo>
                  <a:cubicBezTo>
                    <a:pt x="67" y="364"/>
                    <a:pt x="99" y="459"/>
                    <a:pt x="137" y="551"/>
                  </a:cubicBezTo>
                  <a:cubicBezTo>
                    <a:pt x="174" y="643"/>
                    <a:pt x="248" y="682"/>
                    <a:pt x="323" y="682"/>
                  </a:cubicBezTo>
                  <a:cubicBezTo>
                    <a:pt x="456" y="682"/>
                    <a:pt x="592" y="559"/>
                    <a:pt x="524" y="392"/>
                  </a:cubicBezTo>
                  <a:cubicBezTo>
                    <a:pt x="492" y="312"/>
                    <a:pt x="461" y="227"/>
                    <a:pt x="436" y="146"/>
                  </a:cubicBezTo>
                  <a:cubicBezTo>
                    <a:pt x="408" y="57"/>
                    <a:pt x="327"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84"/>
            <p:cNvSpPr/>
            <p:nvPr/>
          </p:nvSpPr>
          <p:spPr>
            <a:xfrm>
              <a:off x="7536236" y="2501001"/>
              <a:ext cx="40656" cy="66265"/>
            </a:xfrm>
            <a:custGeom>
              <a:rect b="b" l="l" r="r" t="t"/>
              <a:pathLst>
                <a:path extrusionOk="0" h="2528" w="1551">
                  <a:moveTo>
                    <a:pt x="1247" y="0"/>
                  </a:moveTo>
                  <a:cubicBezTo>
                    <a:pt x="1209" y="0"/>
                    <a:pt x="1169" y="12"/>
                    <a:pt x="1129" y="38"/>
                  </a:cubicBezTo>
                  <a:cubicBezTo>
                    <a:pt x="1087" y="70"/>
                    <a:pt x="1" y="819"/>
                    <a:pt x="96" y="2331"/>
                  </a:cubicBezTo>
                  <a:cubicBezTo>
                    <a:pt x="103" y="2440"/>
                    <a:pt x="194" y="2528"/>
                    <a:pt x="303" y="2528"/>
                  </a:cubicBezTo>
                  <a:lnTo>
                    <a:pt x="317" y="2528"/>
                  </a:lnTo>
                  <a:cubicBezTo>
                    <a:pt x="433" y="2521"/>
                    <a:pt x="518" y="2422"/>
                    <a:pt x="514" y="2306"/>
                  </a:cubicBezTo>
                  <a:cubicBezTo>
                    <a:pt x="437" y="1037"/>
                    <a:pt x="1326" y="411"/>
                    <a:pt x="1365" y="386"/>
                  </a:cubicBezTo>
                  <a:cubicBezTo>
                    <a:pt x="1551" y="256"/>
                    <a:pt x="1425" y="0"/>
                    <a:pt x="1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84"/>
            <p:cNvSpPr/>
            <p:nvPr/>
          </p:nvSpPr>
          <p:spPr>
            <a:xfrm>
              <a:off x="7522239" y="2716179"/>
              <a:ext cx="26265" cy="16383"/>
            </a:xfrm>
            <a:custGeom>
              <a:rect b="b" l="l" r="r" t="t"/>
              <a:pathLst>
                <a:path extrusionOk="0" h="625" w="1002">
                  <a:moveTo>
                    <a:pt x="308" y="1"/>
                  </a:moveTo>
                  <a:cubicBezTo>
                    <a:pt x="118" y="1"/>
                    <a:pt x="1" y="289"/>
                    <a:pt x="215" y="399"/>
                  </a:cubicBezTo>
                  <a:cubicBezTo>
                    <a:pt x="348" y="473"/>
                    <a:pt x="478" y="543"/>
                    <a:pt x="615" y="606"/>
                  </a:cubicBezTo>
                  <a:cubicBezTo>
                    <a:pt x="646" y="619"/>
                    <a:pt x="675" y="624"/>
                    <a:pt x="702" y="624"/>
                  </a:cubicBezTo>
                  <a:cubicBezTo>
                    <a:pt x="899" y="624"/>
                    <a:pt x="1001" y="335"/>
                    <a:pt x="791" y="226"/>
                  </a:cubicBezTo>
                  <a:lnTo>
                    <a:pt x="795" y="226"/>
                  </a:lnTo>
                  <a:cubicBezTo>
                    <a:pt x="665" y="167"/>
                    <a:pt x="538" y="103"/>
                    <a:pt x="419" y="33"/>
                  </a:cubicBezTo>
                  <a:cubicBezTo>
                    <a:pt x="380" y="11"/>
                    <a:pt x="343"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84"/>
            <p:cNvSpPr/>
            <p:nvPr/>
          </p:nvSpPr>
          <p:spPr>
            <a:xfrm>
              <a:off x="7475843" y="2672588"/>
              <a:ext cx="42884" cy="41783"/>
            </a:xfrm>
            <a:custGeom>
              <a:rect b="b" l="l" r="r" t="t"/>
              <a:pathLst>
                <a:path extrusionOk="0" h="1594" w="1636">
                  <a:moveTo>
                    <a:pt x="276" y="0"/>
                  </a:moveTo>
                  <a:cubicBezTo>
                    <a:pt x="138" y="0"/>
                    <a:pt x="0" y="139"/>
                    <a:pt x="79" y="304"/>
                  </a:cubicBezTo>
                  <a:cubicBezTo>
                    <a:pt x="93" y="328"/>
                    <a:pt x="409" y="922"/>
                    <a:pt x="1200" y="1545"/>
                  </a:cubicBezTo>
                  <a:cubicBezTo>
                    <a:pt x="1243" y="1579"/>
                    <a:pt x="1288" y="1593"/>
                    <a:pt x="1330" y="1593"/>
                  </a:cubicBezTo>
                  <a:cubicBezTo>
                    <a:pt x="1502" y="1593"/>
                    <a:pt x="1636" y="1353"/>
                    <a:pt x="1461" y="1214"/>
                  </a:cubicBezTo>
                  <a:cubicBezTo>
                    <a:pt x="747" y="652"/>
                    <a:pt x="455" y="114"/>
                    <a:pt x="451" y="107"/>
                  </a:cubicBezTo>
                  <a:cubicBezTo>
                    <a:pt x="408" y="32"/>
                    <a:pt x="342"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5" name="Google Shape;16325;p84"/>
          <p:cNvGrpSpPr/>
          <p:nvPr/>
        </p:nvGrpSpPr>
        <p:grpSpPr>
          <a:xfrm>
            <a:off x="6903388" y="2896102"/>
            <a:ext cx="289255" cy="357774"/>
            <a:chOff x="6903388" y="2896102"/>
            <a:chExt cx="289255" cy="357774"/>
          </a:xfrm>
        </p:grpSpPr>
        <p:sp>
          <p:nvSpPr>
            <p:cNvPr id="16326" name="Google Shape;16326;p84"/>
            <p:cNvSpPr/>
            <p:nvPr/>
          </p:nvSpPr>
          <p:spPr>
            <a:xfrm>
              <a:off x="6993507" y="2912799"/>
              <a:ext cx="42517" cy="60865"/>
            </a:xfrm>
            <a:custGeom>
              <a:rect b="b" l="l" r="r" t="t"/>
              <a:pathLst>
                <a:path extrusionOk="0" h="2322" w="1622">
                  <a:moveTo>
                    <a:pt x="279" y="0"/>
                  </a:moveTo>
                  <a:cubicBezTo>
                    <a:pt x="230" y="0"/>
                    <a:pt x="185" y="35"/>
                    <a:pt x="180" y="89"/>
                  </a:cubicBezTo>
                  <a:cubicBezTo>
                    <a:pt x="113" y="507"/>
                    <a:pt x="1" y="1654"/>
                    <a:pt x="599" y="2322"/>
                  </a:cubicBezTo>
                  <a:lnTo>
                    <a:pt x="1622" y="1896"/>
                  </a:lnTo>
                  <a:cubicBezTo>
                    <a:pt x="1573" y="1003"/>
                    <a:pt x="683" y="272"/>
                    <a:pt x="342" y="22"/>
                  </a:cubicBezTo>
                  <a:cubicBezTo>
                    <a:pt x="322" y="7"/>
                    <a:pt x="300" y="0"/>
                    <a:pt x="279"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84"/>
            <p:cNvSpPr/>
            <p:nvPr/>
          </p:nvSpPr>
          <p:spPr>
            <a:xfrm>
              <a:off x="7060611" y="3086745"/>
              <a:ext cx="42622" cy="60813"/>
            </a:xfrm>
            <a:custGeom>
              <a:rect b="b" l="l" r="r" t="t"/>
              <a:pathLst>
                <a:path extrusionOk="0" h="2320" w="1626">
                  <a:moveTo>
                    <a:pt x="1024" y="0"/>
                  </a:moveTo>
                  <a:lnTo>
                    <a:pt x="1" y="422"/>
                  </a:lnTo>
                  <a:cubicBezTo>
                    <a:pt x="50" y="1319"/>
                    <a:pt x="940" y="2051"/>
                    <a:pt x="1284" y="2297"/>
                  </a:cubicBezTo>
                  <a:cubicBezTo>
                    <a:pt x="1303" y="2312"/>
                    <a:pt x="1325" y="2319"/>
                    <a:pt x="1346" y="2319"/>
                  </a:cubicBezTo>
                  <a:cubicBezTo>
                    <a:pt x="1393" y="2319"/>
                    <a:pt x="1439" y="2285"/>
                    <a:pt x="1446" y="2230"/>
                  </a:cubicBezTo>
                  <a:cubicBezTo>
                    <a:pt x="1513" y="1811"/>
                    <a:pt x="1625" y="665"/>
                    <a:pt x="10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84"/>
            <p:cNvSpPr/>
            <p:nvPr/>
          </p:nvSpPr>
          <p:spPr>
            <a:xfrm>
              <a:off x="7104857" y="2978645"/>
              <a:ext cx="61599" cy="39266"/>
            </a:xfrm>
            <a:custGeom>
              <a:rect b="b" l="l" r="r" t="t"/>
              <a:pathLst>
                <a:path extrusionOk="0" h="1498" w="2350">
                  <a:moveTo>
                    <a:pt x="1553" y="0"/>
                  </a:moveTo>
                  <a:cubicBezTo>
                    <a:pt x="1050" y="0"/>
                    <a:pt x="428" y="92"/>
                    <a:pt x="1" y="474"/>
                  </a:cubicBezTo>
                  <a:lnTo>
                    <a:pt x="426" y="1498"/>
                  </a:lnTo>
                  <a:cubicBezTo>
                    <a:pt x="1319" y="1448"/>
                    <a:pt x="2051" y="559"/>
                    <a:pt x="2300" y="214"/>
                  </a:cubicBezTo>
                  <a:cubicBezTo>
                    <a:pt x="2350" y="154"/>
                    <a:pt x="2311" y="63"/>
                    <a:pt x="2234" y="52"/>
                  </a:cubicBezTo>
                  <a:cubicBezTo>
                    <a:pt x="2083" y="30"/>
                    <a:pt x="1837" y="0"/>
                    <a:pt x="15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84"/>
            <p:cNvSpPr/>
            <p:nvPr/>
          </p:nvSpPr>
          <p:spPr>
            <a:xfrm>
              <a:off x="6930282" y="3042498"/>
              <a:ext cx="61599" cy="39240"/>
            </a:xfrm>
            <a:custGeom>
              <a:rect b="b" l="l" r="r" t="t"/>
              <a:pathLst>
                <a:path extrusionOk="0" h="1497" w="2350">
                  <a:moveTo>
                    <a:pt x="1924" y="1"/>
                  </a:moveTo>
                  <a:cubicBezTo>
                    <a:pt x="1031" y="50"/>
                    <a:pt x="299" y="939"/>
                    <a:pt x="50" y="1281"/>
                  </a:cubicBezTo>
                  <a:cubicBezTo>
                    <a:pt x="0" y="1344"/>
                    <a:pt x="39" y="1435"/>
                    <a:pt x="117" y="1442"/>
                  </a:cubicBezTo>
                  <a:cubicBezTo>
                    <a:pt x="269" y="1467"/>
                    <a:pt x="517" y="1497"/>
                    <a:pt x="804" y="1497"/>
                  </a:cubicBezTo>
                  <a:cubicBezTo>
                    <a:pt x="1306" y="1497"/>
                    <a:pt x="1924" y="1404"/>
                    <a:pt x="2349" y="1024"/>
                  </a:cubicBezTo>
                  <a:lnTo>
                    <a:pt x="1924"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84"/>
            <p:cNvSpPr/>
            <p:nvPr/>
          </p:nvSpPr>
          <p:spPr>
            <a:xfrm>
              <a:off x="7060611" y="2912799"/>
              <a:ext cx="42622" cy="60865"/>
            </a:xfrm>
            <a:custGeom>
              <a:rect b="b" l="l" r="r" t="t"/>
              <a:pathLst>
                <a:path extrusionOk="0" h="2322" w="1626">
                  <a:moveTo>
                    <a:pt x="1345" y="0"/>
                  </a:moveTo>
                  <a:cubicBezTo>
                    <a:pt x="1324" y="0"/>
                    <a:pt x="1303" y="7"/>
                    <a:pt x="1284" y="22"/>
                  </a:cubicBezTo>
                  <a:cubicBezTo>
                    <a:pt x="940" y="272"/>
                    <a:pt x="53" y="1003"/>
                    <a:pt x="1" y="1896"/>
                  </a:cubicBezTo>
                  <a:lnTo>
                    <a:pt x="1024" y="2322"/>
                  </a:lnTo>
                  <a:cubicBezTo>
                    <a:pt x="1625" y="1654"/>
                    <a:pt x="1513" y="507"/>
                    <a:pt x="1446" y="89"/>
                  </a:cubicBezTo>
                  <a:cubicBezTo>
                    <a:pt x="1439" y="35"/>
                    <a:pt x="1392" y="0"/>
                    <a:pt x="134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84"/>
            <p:cNvSpPr/>
            <p:nvPr/>
          </p:nvSpPr>
          <p:spPr>
            <a:xfrm>
              <a:off x="6993507" y="3086745"/>
              <a:ext cx="42517" cy="60813"/>
            </a:xfrm>
            <a:custGeom>
              <a:rect b="b" l="l" r="r" t="t"/>
              <a:pathLst>
                <a:path extrusionOk="0" h="2320" w="1622">
                  <a:moveTo>
                    <a:pt x="599" y="0"/>
                  </a:moveTo>
                  <a:cubicBezTo>
                    <a:pt x="1" y="665"/>
                    <a:pt x="113" y="1811"/>
                    <a:pt x="180" y="2230"/>
                  </a:cubicBezTo>
                  <a:cubicBezTo>
                    <a:pt x="185" y="2285"/>
                    <a:pt x="231" y="2319"/>
                    <a:pt x="279" y="2319"/>
                  </a:cubicBezTo>
                  <a:cubicBezTo>
                    <a:pt x="301" y="2319"/>
                    <a:pt x="323" y="2312"/>
                    <a:pt x="342" y="2297"/>
                  </a:cubicBezTo>
                  <a:cubicBezTo>
                    <a:pt x="686" y="2047"/>
                    <a:pt x="1573" y="1319"/>
                    <a:pt x="1622" y="422"/>
                  </a:cubicBezTo>
                  <a:lnTo>
                    <a:pt x="599" y="0"/>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84"/>
            <p:cNvSpPr/>
            <p:nvPr/>
          </p:nvSpPr>
          <p:spPr>
            <a:xfrm>
              <a:off x="7104857" y="3042498"/>
              <a:ext cx="61599" cy="39240"/>
            </a:xfrm>
            <a:custGeom>
              <a:rect b="b" l="l" r="r" t="t"/>
              <a:pathLst>
                <a:path extrusionOk="0" h="1497" w="2350">
                  <a:moveTo>
                    <a:pt x="426" y="1"/>
                  </a:moveTo>
                  <a:lnTo>
                    <a:pt x="1" y="1024"/>
                  </a:lnTo>
                  <a:cubicBezTo>
                    <a:pt x="426" y="1404"/>
                    <a:pt x="1044" y="1497"/>
                    <a:pt x="1546" y="1497"/>
                  </a:cubicBezTo>
                  <a:cubicBezTo>
                    <a:pt x="1833" y="1497"/>
                    <a:pt x="2081" y="1467"/>
                    <a:pt x="2234" y="1442"/>
                  </a:cubicBezTo>
                  <a:cubicBezTo>
                    <a:pt x="2311" y="1435"/>
                    <a:pt x="2350" y="1344"/>
                    <a:pt x="2300" y="1281"/>
                  </a:cubicBezTo>
                  <a:cubicBezTo>
                    <a:pt x="2051" y="939"/>
                    <a:pt x="1319" y="50"/>
                    <a:pt x="426"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84"/>
            <p:cNvSpPr/>
            <p:nvPr/>
          </p:nvSpPr>
          <p:spPr>
            <a:xfrm>
              <a:off x="6930282" y="2978645"/>
              <a:ext cx="61495" cy="39266"/>
            </a:xfrm>
            <a:custGeom>
              <a:rect b="b" l="l" r="r" t="t"/>
              <a:pathLst>
                <a:path extrusionOk="0" h="1498" w="2346">
                  <a:moveTo>
                    <a:pt x="797" y="0"/>
                  </a:moveTo>
                  <a:cubicBezTo>
                    <a:pt x="513" y="0"/>
                    <a:pt x="267" y="30"/>
                    <a:pt x="117" y="52"/>
                  </a:cubicBezTo>
                  <a:cubicBezTo>
                    <a:pt x="36" y="63"/>
                    <a:pt x="0" y="154"/>
                    <a:pt x="50" y="218"/>
                  </a:cubicBezTo>
                  <a:cubicBezTo>
                    <a:pt x="299" y="559"/>
                    <a:pt x="1027" y="1448"/>
                    <a:pt x="1924" y="1498"/>
                  </a:cubicBezTo>
                  <a:lnTo>
                    <a:pt x="2346" y="474"/>
                  </a:lnTo>
                  <a:cubicBezTo>
                    <a:pt x="1921" y="92"/>
                    <a:pt x="1299" y="0"/>
                    <a:pt x="79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84"/>
            <p:cNvSpPr/>
            <p:nvPr/>
          </p:nvSpPr>
          <p:spPr>
            <a:xfrm>
              <a:off x="6911121" y="3132931"/>
              <a:ext cx="115047" cy="78978"/>
            </a:xfrm>
            <a:custGeom>
              <a:rect b="b" l="l" r="r" t="t"/>
              <a:pathLst>
                <a:path extrusionOk="0" h="3013" w="4389">
                  <a:moveTo>
                    <a:pt x="156" y="1"/>
                  </a:moveTo>
                  <a:cubicBezTo>
                    <a:pt x="67" y="1"/>
                    <a:pt x="0" y="93"/>
                    <a:pt x="35" y="180"/>
                  </a:cubicBezTo>
                  <a:cubicBezTo>
                    <a:pt x="327" y="805"/>
                    <a:pt x="1364" y="2504"/>
                    <a:pt x="4206" y="3010"/>
                  </a:cubicBezTo>
                  <a:cubicBezTo>
                    <a:pt x="4213" y="3012"/>
                    <a:pt x="4220" y="3012"/>
                    <a:pt x="4227" y="3012"/>
                  </a:cubicBezTo>
                  <a:cubicBezTo>
                    <a:pt x="4322" y="3012"/>
                    <a:pt x="4388" y="2905"/>
                    <a:pt x="4336" y="2817"/>
                  </a:cubicBezTo>
                  <a:cubicBezTo>
                    <a:pt x="3988" y="2223"/>
                    <a:pt x="2838" y="647"/>
                    <a:pt x="183" y="4"/>
                  </a:cubicBezTo>
                  <a:cubicBezTo>
                    <a:pt x="174" y="2"/>
                    <a:pt x="165" y="1"/>
                    <a:pt x="156"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84"/>
            <p:cNvSpPr/>
            <p:nvPr/>
          </p:nvSpPr>
          <p:spPr>
            <a:xfrm>
              <a:off x="7070571" y="3132931"/>
              <a:ext cx="115047" cy="78978"/>
            </a:xfrm>
            <a:custGeom>
              <a:rect b="b" l="l" r="r" t="t"/>
              <a:pathLst>
                <a:path extrusionOk="0" h="3013" w="4389">
                  <a:moveTo>
                    <a:pt x="4233" y="1"/>
                  </a:moveTo>
                  <a:cubicBezTo>
                    <a:pt x="4224" y="1"/>
                    <a:pt x="4215" y="2"/>
                    <a:pt x="4206" y="4"/>
                  </a:cubicBezTo>
                  <a:cubicBezTo>
                    <a:pt x="1548" y="647"/>
                    <a:pt x="401" y="2223"/>
                    <a:pt x="53" y="2817"/>
                  </a:cubicBezTo>
                  <a:cubicBezTo>
                    <a:pt x="1" y="2905"/>
                    <a:pt x="64" y="3012"/>
                    <a:pt x="161" y="3012"/>
                  </a:cubicBezTo>
                  <a:cubicBezTo>
                    <a:pt x="169" y="3012"/>
                    <a:pt x="176" y="3012"/>
                    <a:pt x="183" y="3010"/>
                  </a:cubicBezTo>
                  <a:cubicBezTo>
                    <a:pt x="3025" y="2504"/>
                    <a:pt x="4062" y="805"/>
                    <a:pt x="4350" y="180"/>
                  </a:cubicBezTo>
                  <a:cubicBezTo>
                    <a:pt x="4389" y="93"/>
                    <a:pt x="4322" y="1"/>
                    <a:pt x="4233"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84"/>
            <p:cNvSpPr/>
            <p:nvPr/>
          </p:nvSpPr>
          <p:spPr>
            <a:xfrm>
              <a:off x="7026062" y="2903310"/>
              <a:ext cx="44640" cy="59660"/>
            </a:xfrm>
            <a:custGeom>
              <a:rect b="b" l="l" r="r" t="t"/>
              <a:pathLst>
                <a:path extrusionOk="0" h="2276" w="1703">
                  <a:moveTo>
                    <a:pt x="851" y="1"/>
                  </a:moveTo>
                  <a:cubicBezTo>
                    <a:pt x="817" y="1"/>
                    <a:pt x="782" y="18"/>
                    <a:pt x="763" y="54"/>
                  </a:cubicBezTo>
                  <a:cubicBezTo>
                    <a:pt x="542" y="416"/>
                    <a:pt x="0" y="1432"/>
                    <a:pt x="295" y="2276"/>
                  </a:cubicBezTo>
                  <a:lnTo>
                    <a:pt x="1403" y="2276"/>
                  </a:lnTo>
                  <a:cubicBezTo>
                    <a:pt x="1702" y="1432"/>
                    <a:pt x="1160" y="416"/>
                    <a:pt x="939" y="54"/>
                  </a:cubicBezTo>
                  <a:cubicBezTo>
                    <a:pt x="920" y="18"/>
                    <a:pt x="885" y="1"/>
                    <a:pt x="851"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84"/>
            <p:cNvSpPr/>
            <p:nvPr/>
          </p:nvSpPr>
          <p:spPr>
            <a:xfrm>
              <a:off x="7026062" y="3097440"/>
              <a:ext cx="44640" cy="59581"/>
            </a:xfrm>
            <a:custGeom>
              <a:rect b="b" l="l" r="r" t="t"/>
              <a:pathLst>
                <a:path extrusionOk="0" h="2273" w="1703">
                  <a:moveTo>
                    <a:pt x="295" y="0"/>
                  </a:moveTo>
                  <a:cubicBezTo>
                    <a:pt x="0" y="844"/>
                    <a:pt x="542" y="1861"/>
                    <a:pt x="763" y="2223"/>
                  </a:cubicBezTo>
                  <a:cubicBezTo>
                    <a:pt x="782" y="2256"/>
                    <a:pt x="817" y="2273"/>
                    <a:pt x="851" y="2273"/>
                  </a:cubicBezTo>
                  <a:cubicBezTo>
                    <a:pt x="885" y="2273"/>
                    <a:pt x="920" y="2256"/>
                    <a:pt x="939" y="2223"/>
                  </a:cubicBezTo>
                  <a:cubicBezTo>
                    <a:pt x="1157" y="1861"/>
                    <a:pt x="1702" y="844"/>
                    <a:pt x="1403"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84"/>
            <p:cNvSpPr/>
            <p:nvPr/>
          </p:nvSpPr>
          <p:spPr>
            <a:xfrm>
              <a:off x="7115552" y="3013376"/>
              <a:ext cx="60131" cy="33657"/>
            </a:xfrm>
            <a:custGeom>
              <a:rect b="b" l="l" r="r" t="t"/>
              <a:pathLst>
                <a:path extrusionOk="0" h="1284" w="2294">
                  <a:moveTo>
                    <a:pt x="539" y="1"/>
                  </a:moveTo>
                  <a:cubicBezTo>
                    <a:pt x="357" y="1"/>
                    <a:pt x="175" y="27"/>
                    <a:pt x="1" y="88"/>
                  </a:cubicBezTo>
                  <a:lnTo>
                    <a:pt x="1" y="1196"/>
                  </a:lnTo>
                  <a:cubicBezTo>
                    <a:pt x="175" y="1258"/>
                    <a:pt x="357" y="1283"/>
                    <a:pt x="538" y="1283"/>
                  </a:cubicBezTo>
                  <a:cubicBezTo>
                    <a:pt x="1236" y="1283"/>
                    <a:pt x="1936" y="904"/>
                    <a:pt x="2223" y="728"/>
                  </a:cubicBezTo>
                  <a:cubicBezTo>
                    <a:pt x="2293" y="693"/>
                    <a:pt x="2293" y="591"/>
                    <a:pt x="2223" y="552"/>
                  </a:cubicBezTo>
                  <a:cubicBezTo>
                    <a:pt x="1936" y="380"/>
                    <a:pt x="1237" y="1"/>
                    <a:pt x="539"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84"/>
            <p:cNvSpPr/>
            <p:nvPr/>
          </p:nvSpPr>
          <p:spPr>
            <a:xfrm>
              <a:off x="6921055" y="3013376"/>
              <a:ext cx="60131" cy="33657"/>
            </a:xfrm>
            <a:custGeom>
              <a:rect b="b" l="l" r="r" t="t"/>
              <a:pathLst>
                <a:path extrusionOk="0" h="1284" w="2294">
                  <a:moveTo>
                    <a:pt x="1751" y="0"/>
                  </a:moveTo>
                  <a:cubicBezTo>
                    <a:pt x="1053" y="0"/>
                    <a:pt x="355" y="377"/>
                    <a:pt x="71" y="552"/>
                  </a:cubicBezTo>
                  <a:cubicBezTo>
                    <a:pt x="1" y="591"/>
                    <a:pt x="1" y="690"/>
                    <a:pt x="71" y="728"/>
                  </a:cubicBezTo>
                  <a:cubicBezTo>
                    <a:pt x="356" y="904"/>
                    <a:pt x="1054" y="1283"/>
                    <a:pt x="1754" y="1283"/>
                  </a:cubicBezTo>
                  <a:cubicBezTo>
                    <a:pt x="1936" y="1283"/>
                    <a:pt x="2118" y="1258"/>
                    <a:pt x="2294" y="1196"/>
                  </a:cubicBezTo>
                  <a:lnTo>
                    <a:pt x="2294" y="88"/>
                  </a:lnTo>
                  <a:cubicBezTo>
                    <a:pt x="2118" y="26"/>
                    <a:pt x="1934" y="0"/>
                    <a:pt x="175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84"/>
            <p:cNvSpPr/>
            <p:nvPr/>
          </p:nvSpPr>
          <p:spPr>
            <a:xfrm>
              <a:off x="7085591" y="2939719"/>
              <a:ext cx="53605" cy="53211"/>
            </a:xfrm>
            <a:custGeom>
              <a:rect b="b" l="l" r="r" t="t"/>
              <a:pathLst>
                <a:path extrusionOk="0" h="2030" w="2045">
                  <a:moveTo>
                    <a:pt x="1930" y="0"/>
                  </a:moveTo>
                  <a:cubicBezTo>
                    <a:pt x="1921" y="0"/>
                    <a:pt x="1912" y="2"/>
                    <a:pt x="1903" y="4"/>
                  </a:cubicBezTo>
                  <a:cubicBezTo>
                    <a:pt x="1488" y="103"/>
                    <a:pt x="387" y="440"/>
                    <a:pt x="1" y="1246"/>
                  </a:cubicBezTo>
                  <a:lnTo>
                    <a:pt x="785" y="2030"/>
                  </a:lnTo>
                  <a:cubicBezTo>
                    <a:pt x="1594" y="1643"/>
                    <a:pt x="1928" y="542"/>
                    <a:pt x="2026" y="127"/>
                  </a:cubicBezTo>
                  <a:cubicBezTo>
                    <a:pt x="2045" y="63"/>
                    <a:pt x="1993" y="0"/>
                    <a:pt x="1930"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84"/>
            <p:cNvSpPr/>
            <p:nvPr/>
          </p:nvSpPr>
          <p:spPr>
            <a:xfrm>
              <a:off x="6957464" y="3067479"/>
              <a:ext cx="53683" cy="53211"/>
            </a:xfrm>
            <a:custGeom>
              <a:rect b="b" l="l" r="r" t="t"/>
              <a:pathLst>
                <a:path extrusionOk="0" h="2030" w="2048">
                  <a:moveTo>
                    <a:pt x="1263" y="1"/>
                  </a:moveTo>
                  <a:cubicBezTo>
                    <a:pt x="454" y="387"/>
                    <a:pt x="120" y="1488"/>
                    <a:pt x="22" y="1899"/>
                  </a:cubicBezTo>
                  <a:cubicBezTo>
                    <a:pt x="0" y="1967"/>
                    <a:pt x="52" y="2030"/>
                    <a:pt x="117" y="2030"/>
                  </a:cubicBezTo>
                  <a:cubicBezTo>
                    <a:pt x="126" y="2030"/>
                    <a:pt x="136" y="2029"/>
                    <a:pt x="145" y="2026"/>
                  </a:cubicBezTo>
                  <a:cubicBezTo>
                    <a:pt x="556" y="1924"/>
                    <a:pt x="1657" y="1590"/>
                    <a:pt x="2047" y="781"/>
                  </a:cubicBezTo>
                  <a:lnTo>
                    <a:pt x="1263" y="1"/>
                  </a:ln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84"/>
            <p:cNvSpPr/>
            <p:nvPr/>
          </p:nvSpPr>
          <p:spPr>
            <a:xfrm>
              <a:off x="7085591" y="3067479"/>
              <a:ext cx="53605" cy="53159"/>
            </a:xfrm>
            <a:custGeom>
              <a:rect b="b" l="l" r="r" t="t"/>
              <a:pathLst>
                <a:path extrusionOk="0" h="2028" w="2045">
                  <a:moveTo>
                    <a:pt x="785" y="1"/>
                  </a:moveTo>
                  <a:lnTo>
                    <a:pt x="1" y="781"/>
                  </a:lnTo>
                  <a:cubicBezTo>
                    <a:pt x="387" y="1590"/>
                    <a:pt x="1488" y="1924"/>
                    <a:pt x="1903" y="2023"/>
                  </a:cubicBezTo>
                  <a:cubicBezTo>
                    <a:pt x="1913" y="2026"/>
                    <a:pt x="1923" y="2028"/>
                    <a:pt x="1933" y="2028"/>
                  </a:cubicBezTo>
                  <a:cubicBezTo>
                    <a:pt x="1995" y="2028"/>
                    <a:pt x="2044" y="1966"/>
                    <a:pt x="2026" y="1899"/>
                  </a:cubicBezTo>
                  <a:cubicBezTo>
                    <a:pt x="1928" y="1488"/>
                    <a:pt x="1594" y="387"/>
                    <a:pt x="78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84"/>
            <p:cNvSpPr/>
            <p:nvPr/>
          </p:nvSpPr>
          <p:spPr>
            <a:xfrm>
              <a:off x="6957464" y="2939719"/>
              <a:ext cx="53578" cy="53211"/>
            </a:xfrm>
            <a:custGeom>
              <a:rect b="b" l="l" r="r" t="t"/>
              <a:pathLst>
                <a:path extrusionOk="0" h="2030" w="2044">
                  <a:moveTo>
                    <a:pt x="117" y="0"/>
                  </a:moveTo>
                  <a:cubicBezTo>
                    <a:pt x="52" y="0"/>
                    <a:pt x="0" y="63"/>
                    <a:pt x="22" y="131"/>
                  </a:cubicBezTo>
                  <a:cubicBezTo>
                    <a:pt x="120" y="542"/>
                    <a:pt x="454" y="1643"/>
                    <a:pt x="1263" y="2030"/>
                  </a:cubicBezTo>
                  <a:lnTo>
                    <a:pt x="2044" y="1246"/>
                  </a:lnTo>
                  <a:cubicBezTo>
                    <a:pt x="1657" y="440"/>
                    <a:pt x="556" y="103"/>
                    <a:pt x="145" y="4"/>
                  </a:cubicBezTo>
                  <a:cubicBezTo>
                    <a:pt x="136" y="2"/>
                    <a:pt x="126" y="0"/>
                    <a:pt x="117"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84"/>
            <p:cNvSpPr/>
            <p:nvPr/>
          </p:nvSpPr>
          <p:spPr>
            <a:xfrm>
              <a:off x="6969915" y="2951698"/>
              <a:ext cx="156829" cy="156908"/>
            </a:xfrm>
            <a:custGeom>
              <a:rect b="b" l="l" r="r" t="t"/>
              <a:pathLst>
                <a:path extrusionOk="0" h="5986" w="5983">
                  <a:moveTo>
                    <a:pt x="2993" y="1"/>
                  </a:moveTo>
                  <a:cubicBezTo>
                    <a:pt x="1340" y="1"/>
                    <a:pt x="1" y="1341"/>
                    <a:pt x="1" y="2993"/>
                  </a:cubicBezTo>
                  <a:cubicBezTo>
                    <a:pt x="1" y="4646"/>
                    <a:pt x="1340" y="5986"/>
                    <a:pt x="2993" y="5986"/>
                  </a:cubicBezTo>
                  <a:cubicBezTo>
                    <a:pt x="4646" y="5986"/>
                    <a:pt x="5982" y="4646"/>
                    <a:pt x="5982" y="2993"/>
                  </a:cubicBezTo>
                  <a:cubicBezTo>
                    <a:pt x="5982" y="1341"/>
                    <a:pt x="4646" y="1"/>
                    <a:pt x="299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84"/>
            <p:cNvSpPr/>
            <p:nvPr/>
          </p:nvSpPr>
          <p:spPr>
            <a:xfrm>
              <a:off x="6992327" y="2974189"/>
              <a:ext cx="112006" cy="112032"/>
            </a:xfrm>
            <a:custGeom>
              <a:rect b="b" l="l" r="r" t="t"/>
              <a:pathLst>
                <a:path extrusionOk="0" h="4274" w="4273">
                  <a:moveTo>
                    <a:pt x="2138" y="1"/>
                  </a:moveTo>
                  <a:cubicBezTo>
                    <a:pt x="957" y="1"/>
                    <a:pt x="0" y="957"/>
                    <a:pt x="0" y="2135"/>
                  </a:cubicBezTo>
                  <a:cubicBezTo>
                    <a:pt x="0" y="3317"/>
                    <a:pt x="957" y="4273"/>
                    <a:pt x="2138" y="4273"/>
                  </a:cubicBezTo>
                  <a:cubicBezTo>
                    <a:pt x="3316" y="4273"/>
                    <a:pt x="4273" y="3317"/>
                    <a:pt x="4273" y="2135"/>
                  </a:cubicBezTo>
                  <a:cubicBezTo>
                    <a:pt x="4273" y="957"/>
                    <a:pt x="3316" y="1"/>
                    <a:pt x="2138" y="1"/>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84"/>
            <p:cNvSpPr/>
            <p:nvPr/>
          </p:nvSpPr>
          <p:spPr>
            <a:xfrm>
              <a:off x="6981160" y="2968920"/>
              <a:ext cx="105374" cy="97694"/>
            </a:xfrm>
            <a:custGeom>
              <a:rect b="b" l="l" r="r" t="t"/>
              <a:pathLst>
                <a:path extrusionOk="0" h="3727" w="4020">
                  <a:moveTo>
                    <a:pt x="2562" y="1"/>
                  </a:moveTo>
                  <a:cubicBezTo>
                    <a:pt x="1959" y="1"/>
                    <a:pt x="1360" y="233"/>
                    <a:pt x="908" y="684"/>
                  </a:cubicBezTo>
                  <a:cubicBezTo>
                    <a:pt x="124" y="1471"/>
                    <a:pt x="1" y="2699"/>
                    <a:pt x="612" y="3627"/>
                  </a:cubicBezTo>
                  <a:cubicBezTo>
                    <a:pt x="649" y="3691"/>
                    <a:pt x="716" y="3727"/>
                    <a:pt x="786" y="3727"/>
                  </a:cubicBezTo>
                  <a:cubicBezTo>
                    <a:pt x="824" y="3727"/>
                    <a:pt x="863" y="3716"/>
                    <a:pt x="897" y="3694"/>
                  </a:cubicBezTo>
                  <a:cubicBezTo>
                    <a:pt x="992" y="3630"/>
                    <a:pt x="1017" y="3500"/>
                    <a:pt x="946" y="3405"/>
                  </a:cubicBezTo>
                  <a:cubicBezTo>
                    <a:pt x="440" y="2639"/>
                    <a:pt x="542" y="1619"/>
                    <a:pt x="1193" y="968"/>
                  </a:cubicBezTo>
                  <a:cubicBezTo>
                    <a:pt x="1569" y="594"/>
                    <a:pt x="2064" y="402"/>
                    <a:pt x="2564" y="402"/>
                  </a:cubicBezTo>
                  <a:cubicBezTo>
                    <a:pt x="2934" y="402"/>
                    <a:pt x="3306" y="507"/>
                    <a:pt x="3633" y="722"/>
                  </a:cubicBezTo>
                  <a:cubicBezTo>
                    <a:pt x="3668" y="742"/>
                    <a:pt x="3702" y="751"/>
                    <a:pt x="3734" y="751"/>
                  </a:cubicBezTo>
                  <a:cubicBezTo>
                    <a:pt x="3903" y="751"/>
                    <a:pt x="4019" y="515"/>
                    <a:pt x="3851" y="388"/>
                  </a:cubicBezTo>
                  <a:cubicBezTo>
                    <a:pt x="3458" y="128"/>
                    <a:pt x="300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84"/>
            <p:cNvSpPr/>
            <p:nvPr/>
          </p:nvSpPr>
          <p:spPr>
            <a:xfrm>
              <a:off x="7009286" y="2993638"/>
              <a:ext cx="106292" cy="97799"/>
            </a:xfrm>
            <a:custGeom>
              <a:rect b="b" l="l" r="r" t="t"/>
              <a:pathLst>
                <a:path extrusionOk="0" h="3731" w="4055">
                  <a:moveTo>
                    <a:pt x="3272" y="1"/>
                  </a:moveTo>
                  <a:cubicBezTo>
                    <a:pt x="3127" y="1"/>
                    <a:pt x="2985" y="167"/>
                    <a:pt x="3105" y="324"/>
                  </a:cubicBezTo>
                  <a:cubicBezTo>
                    <a:pt x="3615" y="1094"/>
                    <a:pt x="3509" y="2111"/>
                    <a:pt x="2859" y="2761"/>
                  </a:cubicBezTo>
                  <a:cubicBezTo>
                    <a:pt x="2484" y="3136"/>
                    <a:pt x="1986" y="3330"/>
                    <a:pt x="1485" y="3330"/>
                  </a:cubicBezTo>
                  <a:cubicBezTo>
                    <a:pt x="1117" y="3330"/>
                    <a:pt x="747" y="3225"/>
                    <a:pt x="422" y="3011"/>
                  </a:cubicBezTo>
                  <a:cubicBezTo>
                    <a:pt x="380" y="2979"/>
                    <a:pt x="337" y="2965"/>
                    <a:pt x="297" y="2965"/>
                  </a:cubicBezTo>
                  <a:cubicBezTo>
                    <a:pt x="122" y="2965"/>
                    <a:pt x="1" y="3227"/>
                    <a:pt x="204" y="3342"/>
                  </a:cubicBezTo>
                  <a:cubicBezTo>
                    <a:pt x="597" y="3603"/>
                    <a:pt x="1045" y="3731"/>
                    <a:pt x="1491" y="3731"/>
                  </a:cubicBezTo>
                  <a:cubicBezTo>
                    <a:pt x="2094" y="3731"/>
                    <a:pt x="2693" y="3497"/>
                    <a:pt x="3144" y="3046"/>
                  </a:cubicBezTo>
                  <a:cubicBezTo>
                    <a:pt x="3931" y="2262"/>
                    <a:pt x="4055" y="1031"/>
                    <a:pt x="3443" y="103"/>
                  </a:cubicBezTo>
                  <a:lnTo>
                    <a:pt x="3443" y="103"/>
                  </a:lnTo>
                  <a:lnTo>
                    <a:pt x="3439" y="106"/>
                  </a:lnTo>
                  <a:cubicBezTo>
                    <a:pt x="3397" y="31"/>
                    <a:pt x="3334" y="1"/>
                    <a:pt x="3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84"/>
            <p:cNvSpPr/>
            <p:nvPr/>
          </p:nvSpPr>
          <p:spPr>
            <a:xfrm>
              <a:off x="6903388" y="2896102"/>
              <a:ext cx="289255" cy="357774"/>
            </a:xfrm>
            <a:custGeom>
              <a:rect b="b" l="l" r="r" t="t"/>
              <a:pathLst>
                <a:path extrusionOk="0" h="13649" w="11035">
                  <a:moveTo>
                    <a:pt x="5531" y="532"/>
                  </a:moveTo>
                  <a:cubicBezTo>
                    <a:pt x="5742" y="842"/>
                    <a:pt x="6087" y="1440"/>
                    <a:pt x="5935" y="1950"/>
                  </a:cubicBezTo>
                  <a:cubicBezTo>
                    <a:pt x="5800" y="1932"/>
                    <a:pt x="5665" y="1923"/>
                    <a:pt x="5530" y="1923"/>
                  </a:cubicBezTo>
                  <a:cubicBezTo>
                    <a:pt x="5395" y="1923"/>
                    <a:pt x="5260" y="1932"/>
                    <a:pt x="5127" y="1950"/>
                  </a:cubicBezTo>
                  <a:cubicBezTo>
                    <a:pt x="4975" y="1440"/>
                    <a:pt x="5320" y="838"/>
                    <a:pt x="5531" y="532"/>
                  </a:cubicBezTo>
                  <a:close/>
                  <a:moveTo>
                    <a:pt x="3776" y="881"/>
                  </a:moveTo>
                  <a:lnTo>
                    <a:pt x="3776" y="881"/>
                  </a:lnTo>
                  <a:cubicBezTo>
                    <a:pt x="4089" y="1085"/>
                    <a:pt x="4638" y="1507"/>
                    <a:pt x="4694" y="2038"/>
                  </a:cubicBezTo>
                  <a:cubicBezTo>
                    <a:pt x="4430" y="2108"/>
                    <a:pt x="4181" y="2213"/>
                    <a:pt x="3945" y="2347"/>
                  </a:cubicBezTo>
                  <a:cubicBezTo>
                    <a:pt x="3611" y="1932"/>
                    <a:pt x="3699" y="1243"/>
                    <a:pt x="3776" y="881"/>
                  </a:cubicBezTo>
                  <a:close/>
                  <a:moveTo>
                    <a:pt x="7286" y="881"/>
                  </a:moveTo>
                  <a:lnTo>
                    <a:pt x="7286" y="881"/>
                  </a:lnTo>
                  <a:cubicBezTo>
                    <a:pt x="7363" y="1246"/>
                    <a:pt x="7451" y="1932"/>
                    <a:pt x="7117" y="2347"/>
                  </a:cubicBezTo>
                  <a:cubicBezTo>
                    <a:pt x="6881" y="2213"/>
                    <a:pt x="6628" y="2108"/>
                    <a:pt x="6368" y="2038"/>
                  </a:cubicBezTo>
                  <a:cubicBezTo>
                    <a:pt x="6424" y="1507"/>
                    <a:pt x="6973" y="1081"/>
                    <a:pt x="7286" y="881"/>
                  </a:cubicBezTo>
                  <a:close/>
                  <a:moveTo>
                    <a:pt x="2289" y="1872"/>
                  </a:moveTo>
                  <a:lnTo>
                    <a:pt x="2289" y="1872"/>
                  </a:lnTo>
                  <a:cubicBezTo>
                    <a:pt x="2444" y="1900"/>
                    <a:pt x="2595" y="1939"/>
                    <a:pt x="2746" y="1992"/>
                  </a:cubicBezTo>
                  <a:cubicBezTo>
                    <a:pt x="3038" y="2090"/>
                    <a:pt x="3404" y="2273"/>
                    <a:pt x="3579" y="2590"/>
                  </a:cubicBezTo>
                  <a:cubicBezTo>
                    <a:pt x="3365" y="2755"/>
                    <a:pt x="3172" y="2948"/>
                    <a:pt x="3006" y="3163"/>
                  </a:cubicBezTo>
                  <a:cubicBezTo>
                    <a:pt x="2539" y="2910"/>
                    <a:pt x="2356" y="2238"/>
                    <a:pt x="2289" y="1872"/>
                  </a:cubicBezTo>
                  <a:close/>
                  <a:moveTo>
                    <a:pt x="8773" y="1876"/>
                  </a:moveTo>
                  <a:lnTo>
                    <a:pt x="8773" y="1876"/>
                  </a:lnTo>
                  <a:cubicBezTo>
                    <a:pt x="8745" y="2030"/>
                    <a:pt x="8703" y="2182"/>
                    <a:pt x="8654" y="2333"/>
                  </a:cubicBezTo>
                  <a:cubicBezTo>
                    <a:pt x="8555" y="2625"/>
                    <a:pt x="8372" y="2990"/>
                    <a:pt x="8052" y="3166"/>
                  </a:cubicBezTo>
                  <a:cubicBezTo>
                    <a:pt x="7887" y="2952"/>
                    <a:pt x="7697" y="2758"/>
                    <a:pt x="7483" y="2593"/>
                  </a:cubicBezTo>
                  <a:cubicBezTo>
                    <a:pt x="7736" y="2125"/>
                    <a:pt x="8404" y="1943"/>
                    <a:pt x="8773" y="1876"/>
                  </a:cubicBezTo>
                  <a:close/>
                  <a:moveTo>
                    <a:pt x="1919" y="3287"/>
                  </a:moveTo>
                  <a:cubicBezTo>
                    <a:pt x="2198" y="3287"/>
                    <a:pt x="2524" y="3339"/>
                    <a:pt x="2760" y="3528"/>
                  </a:cubicBezTo>
                  <a:cubicBezTo>
                    <a:pt x="2626" y="3764"/>
                    <a:pt x="2521" y="4014"/>
                    <a:pt x="2454" y="4277"/>
                  </a:cubicBezTo>
                  <a:cubicBezTo>
                    <a:pt x="1920" y="4221"/>
                    <a:pt x="1498" y="3673"/>
                    <a:pt x="1297" y="3360"/>
                  </a:cubicBezTo>
                  <a:lnTo>
                    <a:pt x="1294" y="3360"/>
                  </a:lnTo>
                  <a:cubicBezTo>
                    <a:pt x="1445" y="3328"/>
                    <a:pt x="1600" y="3303"/>
                    <a:pt x="1754" y="3293"/>
                  </a:cubicBezTo>
                  <a:cubicBezTo>
                    <a:pt x="1806" y="3289"/>
                    <a:pt x="1861" y="3287"/>
                    <a:pt x="1919" y="3287"/>
                  </a:cubicBezTo>
                  <a:close/>
                  <a:moveTo>
                    <a:pt x="9134" y="3289"/>
                  </a:moveTo>
                  <a:cubicBezTo>
                    <a:pt x="9374" y="3289"/>
                    <a:pt x="9602" y="3327"/>
                    <a:pt x="9765" y="3363"/>
                  </a:cubicBezTo>
                  <a:cubicBezTo>
                    <a:pt x="9680" y="3493"/>
                    <a:pt x="9589" y="3616"/>
                    <a:pt x="9487" y="3732"/>
                  </a:cubicBezTo>
                  <a:cubicBezTo>
                    <a:pt x="9283" y="3968"/>
                    <a:pt x="8970" y="4239"/>
                    <a:pt x="8608" y="4277"/>
                  </a:cubicBezTo>
                  <a:cubicBezTo>
                    <a:pt x="8538" y="4017"/>
                    <a:pt x="8432" y="3768"/>
                    <a:pt x="8298" y="3532"/>
                  </a:cubicBezTo>
                  <a:cubicBezTo>
                    <a:pt x="8527" y="3346"/>
                    <a:pt x="8839" y="3289"/>
                    <a:pt x="9134" y="3289"/>
                  </a:cubicBezTo>
                  <a:close/>
                  <a:moveTo>
                    <a:pt x="2098" y="4674"/>
                  </a:moveTo>
                  <a:cubicBezTo>
                    <a:pt x="2188" y="4674"/>
                    <a:pt x="2276" y="4685"/>
                    <a:pt x="2363" y="4710"/>
                  </a:cubicBezTo>
                  <a:cubicBezTo>
                    <a:pt x="2331" y="4977"/>
                    <a:pt x="2331" y="5248"/>
                    <a:pt x="2363" y="5519"/>
                  </a:cubicBezTo>
                  <a:cubicBezTo>
                    <a:pt x="2275" y="5545"/>
                    <a:pt x="2186" y="5556"/>
                    <a:pt x="2095" y="5556"/>
                  </a:cubicBezTo>
                  <a:cubicBezTo>
                    <a:pt x="1656" y="5556"/>
                    <a:pt x="1199" y="5289"/>
                    <a:pt x="946" y="5114"/>
                  </a:cubicBezTo>
                  <a:cubicBezTo>
                    <a:pt x="1200" y="4939"/>
                    <a:pt x="1658" y="4674"/>
                    <a:pt x="2098" y="4674"/>
                  </a:cubicBezTo>
                  <a:close/>
                  <a:moveTo>
                    <a:pt x="8964" y="4676"/>
                  </a:moveTo>
                  <a:cubicBezTo>
                    <a:pt x="9403" y="4676"/>
                    <a:pt x="9859" y="4943"/>
                    <a:pt x="10113" y="5118"/>
                  </a:cubicBezTo>
                  <a:cubicBezTo>
                    <a:pt x="9986" y="5206"/>
                    <a:pt x="9853" y="5283"/>
                    <a:pt x="9716" y="5354"/>
                  </a:cubicBezTo>
                  <a:cubicBezTo>
                    <a:pt x="9506" y="5457"/>
                    <a:pt x="9233" y="5558"/>
                    <a:pt x="8960" y="5558"/>
                  </a:cubicBezTo>
                  <a:cubicBezTo>
                    <a:pt x="8871" y="5558"/>
                    <a:pt x="8782" y="5547"/>
                    <a:pt x="8696" y="5522"/>
                  </a:cubicBezTo>
                  <a:cubicBezTo>
                    <a:pt x="8731" y="5252"/>
                    <a:pt x="8731" y="4981"/>
                    <a:pt x="8696" y="4714"/>
                  </a:cubicBezTo>
                  <a:cubicBezTo>
                    <a:pt x="8783" y="4688"/>
                    <a:pt x="8873" y="4676"/>
                    <a:pt x="8964" y="4676"/>
                  </a:cubicBezTo>
                  <a:close/>
                  <a:moveTo>
                    <a:pt x="8608" y="5955"/>
                  </a:moveTo>
                  <a:cubicBezTo>
                    <a:pt x="9139" y="6011"/>
                    <a:pt x="9564" y="6556"/>
                    <a:pt x="9765" y="6869"/>
                  </a:cubicBezTo>
                  <a:lnTo>
                    <a:pt x="9765" y="6873"/>
                  </a:lnTo>
                  <a:cubicBezTo>
                    <a:pt x="9614" y="6904"/>
                    <a:pt x="9459" y="6925"/>
                    <a:pt x="9308" y="6936"/>
                  </a:cubicBezTo>
                  <a:cubicBezTo>
                    <a:pt x="9255" y="6939"/>
                    <a:pt x="9199" y="6942"/>
                    <a:pt x="9142" y="6942"/>
                  </a:cubicBezTo>
                  <a:cubicBezTo>
                    <a:pt x="8861" y="6942"/>
                    <a:pt x="8535" y="6890"/>
                    <a:pt x="8298" y="6700"/>
                  </a:cubicBezTo>
                  <a:cubicBezTo>
                    <a:pt x="8432" y="6465"/>
                    <a:pt x="8538" y="6215"/>
                    <a:pt x="8608" y="5955"/>
                  </a:cubicBezTo>
                  <a:close/>
                  <a:moveTo>
                    <a:pt x="2451" y="5951"/>
                  </a:moveTo>
                  <a:cubicBezTo>
                    <a:pt x="2524" y="6212"/>
                    <a:pt x="2626" y="6465"/>
                    <a:pt x="2764" y="6700"/>
                  </a:cubicBezTo>
                  <a:cubicBezTo>
                    <a:pt x="2532" y="6885"/>
                    <a:pt x="2218" y="6942"/>
                    <a:pt x="1923" y="6942"/>
                  </a:cubicBezTo>
                  <a:cubicBezTo>
                    <a:pt x="1685" y="6942"/>
                    <a:pt x="1459" y="6905"/>
                    <a:pt x="1297" y="6869"/>
                  </a:cubicBezTo>
                  <a:lnTo>
                    <a:pt x="1294" y="6869"/>
                  </a:lnTo>
                  <a:cubicBezTo>
                    <a:pt x="1378" y="6739"/>
                    <a:pt x="1473" y="6612"/>
                    <a:pt x="1572" y="6496"/>
                  </a:cubicBezTo>
                  <a:cubicBezTo>
                    <a:pt x="1779" y="6264"/>
                    <a:pt x="2088" y="5990"/>
                    <a:pt x="2451" y="5951"/>
                  </a:cubicBezTo>
                  <a:close/>
                  <a:moveTo>
                    <a:pt x="5526" y="2326"/>
                  </a:moveTo>
                  <a:cubicBezTo>
                    <a:pt x="6254" y="2326"/>
                    <a:pt x="6969" y="2610"/>
                    <a:pt x="7504" y="3145"/>
                  </a:cubicBezTo>
                  <a:cubicBezTo>
                    <a:pt x="8302" y="3943"/>
                    <a:pt x="8541" y="5143"/>
                    <a:pt x="8109" y="6187"/>
                  </a:cubicBezTo>
                  <a:cubicBezTo>
                    <a:pt x="7676" y="7228"/>
                    <a:pt x="6660" y="7910"/>
                    <a:pt x="5531" y="7910"/>
                  </a:cubicBezTo>
                  <a:cubicBezTo>
                    <a:pt x="3988" y="7906"/>
                    <a:pt x="2740" y="6659"/>
                    <a:pt x="2739" y="5116"/>
                  </a:cubicBezTo>
                  <a:lnTo>
                    <a:pt x="2739" y="5116"/>
                  </a:lnTo>
                  <a:cubicBezTo>
                    <a:pt x="2740" y="3988"/>
                    <a:pt x="3418" y="2969"/>
                    <a:pt x="4462" y="2537"/>
                  </a:cubicBezTo>
                  <a:cubicBezTo>
                    <a:pt x="4807" y="2395"/>
                    <a:pt x="5168" y="2326"/>
                    <a:pt x="5526" y="2326"/>
                  </a:cubicBezTo>
                  <a:close/>
                  <a:moveTo>
                    <a:pt x="3006" y="7066"/>
                  </a:moveTo>
                  <a:cubicBezTo>
                    <a:pt x="3172" y="7281"/>
                    <a:pt x="3365" y="7470"/>
                    <a:pt x="3579" y="7636"/>
                  </a:cubicBezTo>
                  <a:cubicBezTo>
                    <a:pt x="3323" y="8107"/>
                    <a:pt x="2655" y="8290"/>
                    <a:pt x="2289" y="8357"/>
                  </a:cubicBezTo>
                  <a:cubicBezTo>
                    <a:pt x="2317" y="8202"/>
                    <a:pt x="2356" y="8054"/>
                    <a:pt x="2405" y="7906"/>
                  </a:cubicBezTo>
                  <a:cubicBezTo>
                    <a:pt x="2503" y="7611"/>
                    <a:pt x="2686" y="7242"/>
                    <a:pt x="3006" y="7066"/>
                  </a:cubicBezTo>
                  <a:close/>
                  <a:moveTo>
                    <a:pt x="8052" y="7070"/>
                  </a:moveTo>
                  <a:cubicBezTo>
                    <a:pt x="8524" y="7323"/>
                    <a:pt x="8706" y="7991"/>
                    <a:pt x="8773" y="8360"/>
                  </a:cubicBezTo>
                  <a:cubicBezTo>
                    <a:pt x="8618" y="8332"/>
                    <a:pt x="8467" y="8293"/>
                    <a:pt x="8323" y="8241"/>
                  </a:cubicBezTo>
                  <a:lnTo>
                    <a:pt x="8323" y="8244"/>
                  </a:lnTo>
                  <a:cubicBezTo>
                    <a:pt x="8028" y="8146"/>
                    <a:pt x="7658" y="7959"/>
                    <a:pt x="7483" y="7639"/>
                  </a:cubicBezTo>
                  <a:cubicBezTo>
                    <a:pt x="7697" y="7474"/>
                    <a:pt x="7887" y="7284"/>
                    <a:pt x="8052" y="7070"/>
                  </a:cubicBezTo>
                  <a:close/>
                  <a:moveTo>
                    <a:pt x="3945" y="7882"/>
                  </a:moveTo>
                  <a:cubicBezTo>
                    <a:pt x="4181" y="8019"/>
                    <a:pt x="4430" y="8121"/>
                    <a:pt x="4694" y="8195"/>
                  </a:cubicBezTo>
                  <a:cubicBezTo>
                    <a:pt x="4638" y="8726"/>
                    <a:pt x="4089" y="9148"/>
                    <a:pt x="3776" y="9352"/>
                  </a:cubicBezTo>
                  <a:lnTo>
                    <a:pt x="3776" y="9348"/>
                  </a:lnTo>
                  <a:cubicBezTo>
                    <a:pt x="3699" y="8986"/>
                    <a:pt x="3611" y="8297"/>
                    <a:pt x="3945" y="7882"/>
                  </a:cubicBezTo>
                  <a:close/>
                  <a:moveTo>
                    <a:pt x="7113" y="7885"/>
                  </a:moveTo>
                  <a:cubicBezTo>
                    <a:pt x="7451" y="8300"/>
                    <a:pt x="7363" y="8986"/>
                    <a:pt x="7286" y="9352"/>
                  </a:cubicBezTo>
                  <a:lnTo>
                    <a:pt x="7282" y="9352"/>
                  </a:lnTo>
                  <a:cubicBezTo>
                    <a:pt x="7156" y="9267"/>
                    <a:pt x="7029" y="9176"/>
                    <a:pt x="6913" y="9074"/>
                  </a:cubicBezTo>
                  <a:cubicBezTo>
                    <a:pt x="6681" y="8870"/>
                    <a:pt x="6407" y="8561"/>
                    <a:pt x="6368" y="8195"/>
                  </a:cubicBezTo>
                  <a:cubicBezTo>
                    <a:pt x="6628" y="8124"/>
                    <a:pt x="6881" y="8019"/>
                    <a:pt x="7113" y="7885"/>
                  </a:cubicBezTo>
                  <a:close/>
                  <a:moveTo>
                    <a:pt x="5127" y="8279"/>
                  </a:moveTo>
                  <a:cubicBezTo>
                    <a:pt x="5260" y="8297"/>
                    <a:pt x="5395" y="8306"/>
                    <a:pt x="5530" y="8306"/>
                  </a:cubicBezTo>
                  <a:cubicBezTo>
                    <a:pt x="5665" y="8306"/>
                    <a:pt x="5800" y="8297"/>
                    <a:pt x="5935" y="8279"/>
                  </a:cubicBezTo>
                  <a:lnTo>
                    <a:pt x="5935" y="8279"/>
                  </a:lnTo>
                  <a:cubicBezTo>
                    <a:pt x="6083" y="8789"/>
                    <a:pt x="5742" y="9390"/>
                    <a:pt x="5531" y="9696"/>
                  </a:cubicBezTo>
                  <a:cubicBezTo>
                    <a:pt x="5440" y="9570"/>
                    <a:pt x="5362" y="9436"/>
                    <a:pt x="5292" y="9299"/>
                  </a:cubicBezTo>
                  <a:cubicBezTo>
                    <a:pt x="5158" y="9025"/>
                    <a:pt x="5025" y="8631"/>
                    <a:pt x="5127" y="8283"/>
                  </a:cubicBezTo>
                  <a:lnTo>
                    <a:pt x="5127" y="8279"/>
                  </a:lnTo>
                  <a:close/>
                  <a:moveTo>
                    <a:pt x="583" y="9271"/>
                  </a:moveTo>
                  <a:lnTo>
                    <a:pt x="583" y="9271"/>
                  </a:lnTo>
                  <a:cubicBezTo>
                    <a:pt x="2110" y="9672"/>
                    <a:pt x="3087" y="10393"/>
                    <a:pt x="3653" y="10945"/>
                  </a:cubicBezTo>
                  <a:cubicBezTo>
                    <a:pt x="3924" y="11208"/>
                    <a:pt x="4167" y="11500"/>
                    <a:pt x="4374" y="11820"/>
                  </a:cubicBezTo>
                  <a:cubicBezTo>
                    <a:pt x="2771" y="11497"/>
                    <a:pt x="1804" y="10776"/>
                    <a:pt x="1262" y="10210"/>
                  </a:cubicBezTo>
                  <a:cubicBezTo>
                    <a:pt x="991" y="9928"/>
                    <a:pt x="763" y="9615"/>
                    <a:pt x="583" y="9271"/>
                  </a:cubicBezTo>
                  <a:close/>
                  <a:moveTo>
                    <a:pt x="10479" y="9271"/>
                  </a:moveTo>
                  <a:cubicBezTo>
                    <a:pt x="10296" y="9612"/>
                    <a:pt x="10067" y="9928"/>
                    <a:pt x="9800" y="10210"/>
                  </a:cubicBezTo>
                  <a:cubicBezTo>
                    <a:pt x="9258" y="10779"/>
                    <a:pt x="8291" y="11497"/>
                    <a:pt x="6684" y="11820"/>
                  </a:cubicBezTo>
                  <a:cubicBezTo>
                    <a:pt x="7092" y="11191"/>
                    <a:pt x="8186" y="9872"/>
                    <a:pt x="10479" y="9271"/>
                  </a:cubicBezTo>
                  <a:close/>
                  <a:moveTo>
                    <a:pt x="5529" y="1"/>
                  </a:moveTo>
                  <a:cubicBezTo>
                    <a:pt x="5473" y="1"/>
                    <a:pt x="5417" y="24"/>
                    <a:pt x="5376" y="72"/>
                  </a:cubicBezTo>
                  <a:cubicBezTo>
                    <a:pt x="5352" y="100"/>
                    <a:pt x="4923" y="606"/>
                    <a:pt x="4754" y="1222"/>
                  </a:cubicBezTo>
                  <a:cubicBezTo>
                    <a:pt x="4364" y="715"/>
                    <a:pt x="3776" y="416"/>
                    <a:pt x="3738" y="395"/>
                  </a:cubicBezTo>
                  <a:cubicBezTo>
                    <a:pt x="3709" y="381"/>
                    <a:pt x="3679" y="375"/>
                    <a:pt x="3649" y="375"/>
                  </a:cubicBezTo>
                  <a:cubicBezTo>
                    <a:pt x="3566" y="375"/>
                    <a:pt x="3488" y="426"/>
                    <a:pt x="3460" y="511"/>
                  </a:cubicBezTo>
                  <a:cubicBezTo>
                    <a:pt x="3446" y="550"/>
                    <a:pt x="3242" y="1179"/>
                    <a:pt x="3323" y="1812"/>
                  </a:cubicBezTo>
                  <a:cubicBezTo>
                    <a:pt x="2771" y="1496"/>
                    <a:pt x="2110" y="1443"/>
                    <a:pt x="2067" y="1440"/>
                  </a:cubicBezTo>
                  <a:cubicBezTo>
                    <a:pt x="2063" y="1439"/>
                    <a:pt x="2060" y="1439"/>
                    <a:pt x="2056" y="1439"/>
                  </a:cubicBezTo>
                  <a:cubicBezTo>
                    <a:pt x="1941" y="1439"/>
                    <a:pt x="1846" y="1539"/>
                    <a:pt x="1853" y="1654"/>
                  </a:cubicBezTo>
                  <a:cubicBezTo>
                    <a:pt x="1856" y="1696"/>
                    <a:pt x="1909" y="2358"/>
                    <a:pt x="2226" y="2910"/>
                  </a:cubicBezTo>
                  <a:cubicBezTo>
                    <a:pt x="2122" y="2896"/>
                    <a:pt x="2018" y="2891"/>
                    <a:pt x="1917" y="2891"/>
                  </a:cubicBezTo>
                  <a:cubicBezTo>
                    <a:pt x="1404" y="2891"/>
                    <a:pt x="957" y="3035"/>
                    <a:pt x="924" y="3047"/>
                  </a:cubicBezTo>
                  <a:cubicBezTo>
                    <a:pt x="808" y="3082"/>
                    <a:pt x="756" y="3216"/>
                    <a:pt x="808" y="3325"/>
                  </a:cubicBezTo>
                  <a:cubicBezTo>
                    <a:pt x="830" y="3360"/>
                    <a:pt x="1128" y="3950"/>
                    <a:pt x="1635" y="4341"/>
                  </a:cubicBezTo>
                  <a:cubicBezTo>
                    <a:pt x="1019" y="4510"/>
                    <a:pt x="513" y="4939"/>
                    <a:pt x="485" y="4963"/>
                  </a:cubicBezTo>
                  <a:cubicBezTo>
                    <a:pt x="390" y="5044"/>
                    <a:pt x="390" y="5188"/>
                    <a:pt x="485" y="5266"/>
                  </a:cubicBezTo>
                  <a:cubicBezTo>
                    <a:pt x="513" y="5294"/>
                    <a:pt x="1019" y="5723"/>
                    <a:pt x="1635" y="5892"/>
                  </a:cubicBezTo>
                  <a:cubicBezTo>
                    <a:pt x="1128" y="6278"/>
                    <a:pt x="830" y="6869"/>
                    <a:pt x="808" y="6908"/>
                  </a:cubicBezTo>
                  <a:cubicBezTo>
                    <a:pt x="756" y="7013"/>
                    <a:pt x="808" y="7147"/>
                    <a:pt x="924" y="7186"/>
                  </a:cubicBezTo>
                  <a:cubicBezTo>
                    <a:pt x="1248" y="7284"/>
                    <a:pt x="1582" y="7337"/>
                    <a:pt x="1916" y="7340"/>
                  </a:cubicBezTo>
                  <a:cubicBezTo>
                    <a:pt x="2022" y="7340"/>
                    <a:pt x="2124" y="7333"/>
                    <a:pt x="2226" y="7323"/>
                  </a:cubicBezTo>
                  <a:lnTo>
                    <a:pt x="2226" y="7323"/>
                  </a:lnTo>
                  <a:cubicBezTo>
                    <a:pt x="1909" y="7875"/>
                    <a:pt x="1856" y="8532"/>
                    <a:pt x="1853" y="8575"/>
                  </a:cubicBezTo>
                  <a:cubicBezTo>
                    <a:pt x="1842" y="8691"/>
                    <a:pt x="1937" y="8789"/>
                    <a:pt x="2053" y="8789"/>
                  </a:cubicBezTo>
                  <a:lnTo>
                    <a:pt x="2067" y="8789"/>
                  </a:lnTo>
                  <a:cubicBezTo>
                    <a:pt x="2106" y="8789"/>
                    <a:pt x="2771" y="8733"/>
                    <a:pt x="3319" y="8416"/>
                  </a:cubicBezTo>
                  <a:lnTo>
                    <a:pt x="3319" y="8416"/>
                  </a:lnTo>
                  <a:cubicBezTo>
                    <a:pt x="3238" y="9049"/>
                    <a:pt x="3442" y="9679"/>
                    <a:pt x="3456" y="9717"/>
                  </a:cubicBezTo>
                  <a:cubicBezTo>
                    <a:pt x="3485" y="9803"/>
                    <a:pt x="3564" y="9855"/>
                    <a:pt x="3647" y="9855"/>
                  </a:cubicBezTo>
                  <a:cubicBezTo>
                    <a:pt x="3678" y="9855"/>
                    <a:pt x="3709" y="9848"/>
                    <a:pt x="3738" y="9833"/>
                  </a:cubicBezTo>
                  <a:cubicBezTo>
                    <a:pt x="3773" y="9816"/>
                    <a:pt x="4364" y="9513"/>
                    <a:pt x="4754" y="9011"/>
                  </a:cubicBezTo>
                  <a:cubicBezTo>
                    <a:pt x="4891" y="9517"/>
                    <a:pt x="5204" y="9946"/>
                    <a:pt x="5327" y="10101"/>
                  </a:cubicBezTo>
                  <a:lnTo>
                    <a:pt x="5327" y="12439"/>
                  </a:lnTo>
                  <a:cubicBezTo>
                    <a:pt x="5151" y="12228"/>
                    <a:pt x="4982" y="12038"/>
                    <a:pt x="4919" y="11975"/>
                  </a:cubicBezTo>
                  <a:cubicBezTo>
                    <a:pt x="4856" y="11834"/>
                    <a:pt x="4575" y="11289"/>
                    <a:pt x="3949" y="10674"/>
                  </a:cubicBezTo>
                  <a:cubicBezTo>
                    <a:pt x="3298" y="10030"/>
                    <a:pt x="2131" y="9183"/>
                    <a:pt x="274" y="8786"/>
                  </a:cubicBezTo>
                  <a:cubicBezTo>
                    <a:pt x="260" y="8783"/>
                    <a:pt x="246" y="8781"/>
                    <a:pt x="232" y="8781"/>
                  </a:cubicBezTo>
                  <a:cubicBezTo>
                    <a:pt x="103" y="8781"/>
                    <a:pt x="1" y="8909"/>
                    <a:pt x="42" y="9042"/>
                  </a:cubicBezTo>
                  <a:cubicBezTo>
                    <a:pt x="52" y="9070"/>
                    <a:pt x="263" y="9731"/>
                    <a:pt x="953" y="10466"/>
                  </a:cubicBezTo>
                  <a:cubicBezTo>
                    <a:pt x="1572" y="11124"/>
                    <a:pt x="2714" y="11971"/>
                    <a:pt x="4652" y="12274"/>
                  </a:cubicBezTo>
                  <a:cubicBezTo>
                    <a:pt x="4786" y="12415"/>
                    <a:pt x="5155" y="12833"/>
                    <a:pt x="5327" y="13104"/>
                  </a:cubicBezTo>
                  <a:lnTo>
                    <a:pt x="5327" y="13448"/>
                  </a:lnTo>
                  <a:cubicBezTo>
                    <a:pt x="5327" y="13582"/>
                    <a:pt x="5427" y="13649"/>
                    <a:pt x="5528" y="13649"/>
                  </a:cubicBezTo>
                  <a:cubicBezTo>
                    <a:pt x="5628" y="13649"/>
                    <a:pt x="5728" y="13582"/>
                    <a:pt x="5728" y="13448"/>
                  </a:cubicBezTo>
                  <a:lnTo>
                    <a:pt x="5728" y="13104"/>
                  </a:lnTo>
                  <a:cubicBezTo>
                    <a:pt x="5897" y="12833"/>
                    <a:pt x="6273" y="12415"/>
                    <a:pt x="6403" y="12274"/>
                  </a:cubicBezTo>
                  <a:cubicBezTo>
                    <a:pt x="8341" y="11971"/>
                    <a:pt x="9484" y="11128"/>
                    <a:pt x="10102" y="10466"/>
                  </a:cubicBezTo>
                  <a:cubicBezTo>
                    <a:pt x="10792" y="9731"/>
                    <a:pt x="11003" y="9070"/>
                    <a:pt x="11013" y="9042"/>
                  </a:cubicBezTo>
                  <a:cubicBezTo>
                    <a:pt x="11034" y="8975"/>
                    <a:pt x="11017" y="8902"/>
                    <a:pt x="10971" y="8849"/>
                  </a:cubicBezTo>
                  <a:cubicBezTo>
                    <a:pt x="10934" y="8806"/>
                    <a:pt x="10878" y="8782"/>
                    <a:pt x="10821" y="8782"/>
                  </a:cubicBezTo>
                  <a:cubicBezTo>
                    <a:pt x="10807" y="8782"/>
                    <a:pt x="10794" y="8783"/>
                    <a:pt x="10781" y="8786"/>
                  </a:cubicBezTo>
                  <a:cubicBezTo>
                    <a:pt x="8924" y="9183"/>
                    <a:pt x="7760" y="10030"/>
                    <a:pt x="7110" y="10674"/>
                  </a:cubicBezTo>
                  <a:cubicBezTo>
                    <a:pt x="6484" y="11289"/>
                    <a:pt x="6203" y="11834"/>
                    <a:pt x="6136" y="11975"/>
                  </a:cubicBezTo>
                  <a:cubicBezTo>
                    <a:pt x="6076" y="12038"/>
                    <a:pt x="5904" y="12228"/>
                    <a:pt x="5731" y="12439"/>
                  </a:cubicBezTo>
                  <a:lnTo>
                    <a:pt x="5731" y="10101"/>
                  </a:lnTo>
                  <a:cubicBezTo>
                    <a:pt x="5851" y="9946"/>
                    <a:pt x="6168" y="9517"/>
                    <a:pt x="6305" y="9011"/>
                  </a:cubicBezTo>
                  <a:cubicBezTo>
                    <a:pt x="6695" y="9513"/>
                    <a:pt x="7286" y="9816"/>
                    <a:pt x="7321" y="9833"/>
                  </a:cubicBezTo>
                  <a:cubicBezTo>
                    <a:pt x="7350" y="9848"/>
                    <a:pt x="7381" y="9855"/>
                    <a:pt x="7411" y="9855"/>
                  </a:cubicBezTo>
                  <a:cubicBezTo>
                    <a:pt x="7494" y="9855"/>
                    <a:pt x="7574" y="9803"/>
                    <a:pt x="7602" y="9717"/>
                  </a:cubicBezTo>
                  <a:cubicBezTo>
                    <a:pt x="7613" y="9679"/>
                    <a:pt x="7817" y="9049"/>
                    <a:pt x="7736" y="8416"/>
                  </a:cubicBezTo>
                  <a:lnTo>
                    <a:pt x="7736" y="8416"/>
                  </a:lnTo>
                  <a:cubicBezTo>
                    <a:pt x="8291" y="8733"/>
                    <a:pt x="8949" y="8789"/>
                    <a:pt x="8991" y="8789"/>
                  </a:cubicBezTo>
                  <a:lnTo>
                    <a:pt x="9005" y="8789"/>
                  </a:lnTo>
                  <a:cubicBezTo>
                    <a:pt x="9121" y="8789"/>
                    <a:pt x="9213" y="8691"/>
                    <a:pt x="9206" y="8575"/>
                  </a:cubicBezTo>
                  <a:cubicBezTo>
                    <a:pt x="9202" y="8536"/>
                    <a:pt x="9149" y="7871"/>
                    <a:pt x="8833" y="7323"/>
                  </a:cubicBezTo>
                  <a:lnTo>
                    <a:pt x="8833" y="7323"/>
                  </a:lnTo>
                  <a:cubicBezTo>
                    <a:pt x="8935" y="7333"/>
                    <a:pt x="9037" y="7340"/>
                    <a:pt x="9139" y="7340"/>
                  </a:cubicBezTo>
                  <a:cubicBezTo>
                    <a:pt x="9476" y="7337"/>
                    <a:pt x="9811" y="7284"/>
                    <a:pt x="10131" y="7186"/>
                  </a:cubicBezTo>
                  <a:cubicBezTo>
                    <a:pt x="10247" y="7147"/>
                    <a:pt x="10303" y="7013"/>
                    <a:pt x="10247" y="6908"/>
                  </a:cubicBezTo>
                  <a:cubicBezTo>
                    <a:pt x="10229" y="6869"/>
                    <a:pt x="9927" y="6278"/>
                    <a:pt x="9424" y="5892"/>
                  </a:cubicBezTo>
                  <a:cubicBezTo>
                    <a:pt x="10039" y="5723"/>
                    <a:pt x="10542" y="5294"/>
                    <a:pt x="10574" y="5266"/>
                  </a:cubicBezTo>
                  <a:cubicBezTo>
                    <a:pt x="10665" y="5188"/>
                    <a:pt x="10665" y="5044"/>
                    <a:pt x="10574" y="4963"/>
                  </a:cubicBezTo>
                  <a:cubicBezTo>
                    <a:pt x="10542" y="4939"/>
                    <a:pt x="10039" y="4506"/>
                    <a:pt x="9424" y="4341"/>
                  </a:cubicBezTo>
                  <a:cubicBezTo>
                    <a:pt x="9927" y="3950"/>
                    <a:pt x="10229" y="3360"/>
                    <a:pt x="10247" y="3325"/>
                  </a:cubicBezTo>
                  <a:cubicBezTo>
                    <a:pt x="10303" y="3216"/>
                    <a:pt x="10247" y="3082"/>
                    <a:pt x="10131" y="3047"/>
                  </a:cubicBezTo>
                  <a:cubicBezTo>
                    <a:pt x="10098" y="3035"/>
                    <a:pt x="9654" y="2891"/>
                    <a:pt x="9139" y="2891"/>
                  </a:cubicBezTo>
                  <a:cubicBezTo>
                    <a:pt x="9038" y="2891"/>
                    <a:pt x="8934" y="2896"/>
                    <a:pt x="8829" y="2910"/>
                  </a:cubicBezTo>
                  <a:cubicBezTo>
                    <a:pt x="9146" y="2358"/>
                    <a:pt x="9199" y="1696"/>
                    <a:pt x="9202" y="1654"/>
                  </a:cubicBezTo>
                  <a:cubicBezTo>
                    <a:pt x="9212" y="1539"/>
                    <a:pt x="9117" y="1439"/>
                    <a:pt x="9000" y="1439"/>
                  </a:cubicBezTo>
                  <a:cubicBezTo>
                    <a:pt x="8996" y="1439"/>
                    <a:pt x="8992" y="1439"/>
                    <a:pt x="8988" y="1440"/>
                  </a:cubicBezTo>
                  <a:cubicBezTo>
                    <a:pt x="8949" y="1443"/>
                    <a:pt x="8284" y="1496"/>
                    <a:pt x="7736" y="1812"/>
                  </a:cubicBezTo>
                  <a:cubicBezTo>
                    <a:pt x="7817" y="1179"/>
                    <a:pt x="7613" y="550"/>
                    <a:pt x="7599" y="511"/>
                  </a:cubicBezTo>
                  <a:cubicBezTo>
                    <a:pt x="7570" y="426"/>
                    <a:pt x="7492" y="375"/>
                    <a:pt x="7410" y="375"/>
                  </a:cubicBezTo>
                  <a:cubicBezTo>
                    <a:pt x="7380" y="375"/>
                    <a:pt x="7350" y="381"/>
                    <a:pt x="7321" y="395"/>
                  </a:cubicBezTo>
                  <a:cubicBezTo>
                    <a:pt x="7282" y="416"/>
                    <a:pt x="6691" y="715"/>
                    <a:pt x="6305" y="1222"/>
                  </a:cubicBezTo>
                  <a:cubicBezTo>
                    <a:pt x="6136" y="606"/>
                    <a:pt x="5707" y="100"/>
                    <a:pt x="5679" y="72"/>
                  </a:cubicBezTo>
                  <a:cubicBezTo>
                    <a:pt x="5640" y="24"/>
                    <a:pt x="5585" y="1"/>
                    <a:pt x="55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9" name="Google Shape;16349;p84"/>
          <p:cNvGrpSpPr/>
          <p:nvPr/>
        </p:nvGrpSpPr>
        <p:grpSpPr>
          <a:xfrm>
            <a:off x="3579459" y="2409886"/>
            <a:ext cx="385717" cy="374288"/>
            <a:chOff x="3579459" y="2409886"/>
            <a:chExt cx="385717" cy="374288"/>
          </a:xfrm>
        </p:grpSpPr>
        <p:sp>
          <p:nvSpPr>
            <p:cNvPr id="16350" name="Google Shape;16350;p84"/>
            <p:cNvSpPr/>
            <p:nvPr/>
          </p:nvSpPr>
          <p:spPr>
            <a:xfrm>
              <a:off x="3800667" y="2551486"/>
              <a:ext cx="164510" cy="218507"/>
            </a:xfrm>
            <a:custGeom>
              <a:rect b="b" l="l" r="r" t="t"/>
              <a:pathLst>
                <a:path extrusionOk="0" h="8336" w="6276">
                  <a:moveTo>
                    <a:pt x="2287" y="1"/>
                  </a:moveTo>
                  <a:cubicBezTo>
                    <a:pt x="2051" y="1"/>
                    <a:pt x="1820" y="27"/>
                    <a:pt x="1604" y="78"/>
                  </a:cubicBezTo>
                  <a:lnTo>
                    <a:pt x="1" y="5757"/>
                  </a:lnTo>
                  <a:lnTo>
                    <a:pt x="412" y="7287"/>
                  </a:lnTo>
                  <a:cubicBezTo>
                    <a:pt x="1366" y="8188"/>
                    <a:pt x="2068" y="8240"/>
                    <a:pt x="2218" y="8240"/>
                  </a:cubicBezTo>
                  <a:cubicBezTo>
                    <a:pt x="2237" y="8240"/>
                    <a:pt x="2248" y="8240"/>
                    <a:pt x="2248" y="8240"/>
                  </a:cubicBezTo>
                  <a:cubicBezTo>
                    <a:pt x="2488" y="8305"/>
                    <a:pt x="2716" y="8336"/>
                    <a:pt x="2931" y="8336"/>
                  </a:cubicBezTo>
                  <a:cubicBezTo>
                    <a:pt x="5492" y="8336"/>
                    <a:pt x="6275" y="3972"/>
                    <a:pt x="4955" y="1484"/>
                  </a:cubicBezTo>
                  <a:cubicBezTo>
                    <a:pt x="4422" y="478"/>
                    <a:pt x="3301" y="1"/>
                    <a:pt x="2287"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84"/>
            <p:cNvSpPr/>
            <p:nvPr/>
          </p:nvSpPr>
          <p:spPr>
            <a:xfrm>
              <a:off x="3802869" y="2570149"/>
              <a:ext cx="142963" cy="176961"/>
            </a:xfrm>
            <a:custGeom>
              <a:rect b="b" l="l" r="r" t="t"/>
              <a:pathLst>
                <a:path extrusionOk="0" h="6751" w="5454">
                  <a:moveTo>
                    <a:pt x="2205" y="1"/>
                  </a:moveTo>
                  <a:cubicBezTo>
                    <a:pt x="1858" y="1"/>
                    <a:pt x="1501" y="57"/>
                    <a:pt x="1151" y="164"/>
                  </a:cubicBezTo>
                  <a:lnTo>
                    <a:pt x="1" y="6132"/>
                  </a:lnTo>
                  <a:cubicBezTo>
                    <a:pt x="784" y="6565"/>
                    <a:pt x="1464" y="6751"/>
                    <a:pt x="2047" y="6751"/>
                  </a:cubicBezTo>
                  <a:cubicBezTo>
                    <a:pt x="5090" y="6751"/>
                    <a:pt x="5453" y="1681"/>
                    <a:pt x="3735" y="460"/>
                  </a:cubicBezTo>
                  <a:cubicBezTo>
                    <a:pt x="3294" y="146"/>
                    <a:pt x="2762" y="1"/>
                    <a:pt x="220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84"/>
            <p:cNvSpPr/>
            <p:nvPr/>
          </p:nvSpPr>
          <p:spPr>
            <a:xfrm>
              <a:off x="3806565" y="2583046"/>
              <a:ext cx="115414" cy="132504"/>
            </a:xfrm>
            <a:custGeom>
              <a:rect b="b" l="l" r="r" t="t"/>
              <a:pathLst>
                <a:path extrusionOk="0" h="5055" w="4403">
                  <a:moveTo>
                    <a:pt x="1227" y="0"/>
                  </a:moveTo>
                  <a:cubicBezTo>
                    <a:pt x="1133" y="0"/>
                    <a:pt x="1038" y="3"/>
                    <a:pt x="943" y="10"/>
                  </a:cubicBezTo>
                  <a:lnTo>
                    <a:pt x="1" y="4908"/>
                  </a:lnTo>
                  <a:cubicBezTo>
                    <a:pt x="391" y="5009"/>
                    <a:pt x="749" y="5055"/>
                    <a:pt x="1076" y="5055"/>
                  </a:cubicBezTo>
                  <a:cubicBezTo>
                    <a:pt x="4046" y="5055"/>
                    <a:pt x="4402" y="1259"/>
                    <a:pt x="2729" y="344"/>
                  </a:cubicBezTo>
                  <a:cubicBezTo>
                    <a:pt x="2294" y="107"/>
                    <a:pt x="1773" y="0"/>
                    <a:pt x="122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84"/>
            <p:cNvSpPr/>
            <p:nvPr/>
          </p:nvSpPr>
          <p:spPr>
            <a:xfrm>
              <a:off x="3585541" y="2415862"/>
              <a:ext cx="61311" cy="47995"/>
            </a:xfrm>
            <a:custGeom>
              <a:rect b="b" l="l" r="r" t="t"/>
              <a:pathLst>
                <a:path extrusionOk="0" h="1831" w="2339">
                  <a:moveTo>
                    <a:pt x="1300" y="1"/>
                  </a:moveTo>
                  <a:cubicBezTo>
                    <a:pt x="1127" y="1"/>
                    <a:pt x="951" y="46"/>
                    <a:pt x="788" y="164"/>
                  </a:cubicBezTo>
                  <a:cubicBezTo>
                    <a:pt x="0" y="737"/>
                    <a:pt x="844" y="1830"/>
                    <a:pt x="844" y="1830"/>
                  </a:cubicBezTo>
                  <a:lnTo>
                    <a:pt x="2339" y="424"/>
                  </a:lnTo>
                  <a:cubicBezTo>
                    <a:pt x="2339" y="424"/>
                    <a:pt x="1834" y="1"/>
                    <a:pt x="130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84"/>
            <p:cNvSpPr/>
            <p:nvPr/>
          </p:nvSpPr>
          <p:spPr>
            <a:xfrm>
              <a:off x="3579459" y="2424670"/>
              <a:ext cx="114785" cy="103435"/>
            </a:xfrm>
            <a:custGeom>
              <a:rect b="b" l="l" r="r" t="t"/>
              <a:pathLst>
                <a:path extrusionOk="0" h="3946" w="4379">
                  <a:moveTo>
                    <a:pt x="2809" y="0"/>
                  </a:moveTo>
                  <a:cubicBezTo>
                    <a:pt x="2456" y="0"/>
                    <a:pt x="2065" y="125"/>
                    <a:pt x="1663" y="471"/>
                  </a:cubicBezTo>
                  <a:cubicBezTo>
                    <a:pt x="0" y="1906"/>
                    <a:pt x="1551" y="3945"/>
                    <a:pt x="1551" y="3945"/>
                  </a:cubicBezTo>
                  <a:lnTo>
                    <a:pt x="4378" y="812"/>
                  </a:lnTo>
                  <a:cubicBezTo>
                    <a:pt x="4378" y="812"/>
                    <a:pt x="3713" y="0"/>
                    <a:pt x="280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84"/>
            <p:cNvSpPr/>
            <p:nvPr/>
          </p:nvSpPr>
          <p:spPr>
            <a:xfrm>
              <a:off x="3581478" y="2439873"/>
              <a:ext cx="64273" cy="88126"/>
            </a:xfrm>
            <a:custGeom>
              <a:rect b="b" l="l" r="r" t="t"/>
              <a:pathLst>
                <a:path extrusionOk="0" h="3362" w="2452">
                  <a:moveTo>
                    <a:pt x="1470" y="0"/>
                  </a:moveTo>
                  <a:lnTo>
                    <a:pt x="1470" y="0"/>
                  </a:lnTo>
                  <a:cubicBezTo>
                    <a:pt x="0" y="1424"/>
                    <a:pt x="1474" y="3362"/>
                    <a:pt x="1474" y="3362"/>
                  </a:cubicBezTo>
                  <a:lnTo>
                    <a:pt x="2451" y="2279"/>
                  </a:lnTo>
                  <a:lnTo>
                    <a:pt x="2047" y="1804"/>
                  </a:lnTo>
                  <a:cubicBezTo>
                    <a:pt x="1650" y="1375"/>
                    <a:pt x="1375" y="637"/>
                    <a:pt x="1470"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84"/>
            <p:cNvSpPr/>
            <p:nvPr/>
          </p:nvSpPr>
          <p:spPr>
            <a:xfrm>
              <a:off x="3582867" y="2442887"/>
              <a:ext cx="169700" cy="170932"/>
            </a:xfrm>
            <a:custGeom>
              <a:rect b="b" l="l" r="r" t="t"/>
              <a:pathLst>
                <a:path extrusionOk="0" h="6521" w="6474">
                  <a:moveTo>
                    <a:pt x="4565" y="1"/>
                  </a:moveTo>
                  <a:cubicBezTo>
                    <a:pt x="4405" y="1"/>
                    <a:pt x="4236" y="20"/>
                    <a:pt x="4058" y="64"/>
                  </a:cubicBezTo>
                  <a:cubicBezTo>
                    <a:pt x="3826" y="128"/>
                    <a:pt x="3605" y="226"/>
                    <a:pt x="3404" y="360"/>
                  </a:cubicBezTo>
                  <a:lnTo>
                    <a:pt x="3221" y="476"/>
                  </a:lnTo>
                  <a:cubicBezTo>
                    <a:pt x="2961" y="641"/>
                    <a:pt x="2718" y="838"/>
                    <a:pt x="2504" y="1060"/>
                  </a:cubicBezTo>
                  <a:lnTo>
                    <a:pt x="2497" y="1067"/>
                  </a:lnTo>
                  <a:cubicBezTo>
                    <a:pt x="0" y="3683"/>
                    <a:pt x="2156" y="6521"/>
                    <a:pt x="2156" y="6521"/>
                  </a:cubicBezTo>
                  <a:lnTo>
                    <a:pt x="6474" y="1098"/>
                  </a:lnTo>
                  <a:cubicBezTo>
                    <a:pt x="6474" y="1098"/>
                    <a:pt x="5768" y="1"/>
                    <a:pt x="4565"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84"/>
            <p:cNvSpPr/>
            <p:nvPr/>
          </p:nvSpPr>
          <p:spPr>
            <a:xfrm>
              <a:off x="3591622" y="2487239"/>
              <a:ext cx="93395" cy="126580"/>
            </a:xfrm>
            <a:custGeom>
              <a:rect b="b" l="l" r="r" t="t"/>
              <a:pathLst>
                <a:path extrusionOk="0" h="4829" w="3563">
                  <a:moveTo>
                    <a:pt x="1660" y="1"/>
                  </a:moveTo>
                  <a:lnTo>
                    <a:pt x="1660" y="1"/>
                  </a:lnTo>
                  <a:cubicBezTo>
                    <a:pt x="0" y="2427"/>
                    <a:pt x="1825" y="4829"/>
                    <a:pt x="1825" y="4829"/>
                  </a:cubicBezTo>
                  <a:lnTo>
                    <a:pt x="3562" y="2648"/>
                  </a:lnTo>
                  <a:lnTo>
                    <a:pt x="2476" y="2286"/>
                  </a:lnTo>
                  <a:cubicBezTo>
                    <a:pt x="1600" y="1692"/>
                    <a:pt x="1558" y="693"/>
                    <a:pt x="1660"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84"/>
            <p:cNvSpPr/>
            <p:nvPr/>
          </p:nvSpPr>
          <p:spPr>
            <a:xfrm>
              <a:off x="3618359" y="2468523"/>
              <a:ext cx="248573" cy="310068"/>
            </a:xfrm>
            <a:custGeom>
              <a:rect b="b" l="l" r="r" t="t"/>
              <a:pathLst>
                <a:path extrusionOk="0" h="11829" w="9483">
                  <a:moveTo>
                    <a:pt x="5346" y="1"/>
                  </a:moveTo>
                  <a:cubicBezTo>
                    <a:pt x="5124" y="1"/>
                    <a:pt x="4904" y="27"/>
                    <a:pt x="4691" y="82"/>
                  </a:cubicBezTo>
                  <a:cubicBezTo>
                    <a:pt x="4491" y="138"/>
                    <a:pt x="4297" y="219"/>
                    <a:pt x="4114" y="324"/>
                  </a:cubicBezTo>
                  <a:cubicBezTo>
                    <a:pt x="3443" y="693"/>
                    <a:pt x="2827" y="1158"/>
                    <a:pt x="2324" y="1738"/>
                  </a:cubicBezTo>
                  <a:cubicBezTo>
                    <a:pt x="876" y="3401"/>
                    <a:pt x="0" y="6017"/>
                    <a:pt x="1670" y="8665"/>
                  </a:cubicBezTo>
                  <a:cubicBezTo>
                    <a:pt x="3169" y="11046"/>
                    <a:pt x="5157" y="11828"/>
                    <a:pt x="6935" y="11828"/>
                  </a:cubicBezTo>
                  <a:cubicBezTo>
                    <a:pt x="7759" y="11828"/>
                    <a:pt x="8538" y="11660"/>
                    <a:pt x="9203" y="11405"/>
                  </a:cubicBezTo>
                  <a:cubicBezTo>
                    <a:pt x="9199" y="11405"/>
                    <a:pt x="8380" y="11243"/>
                    <a:pt x="7901" y="10304"/>
                  </a:cubicBezTo>
                  <a:cubicBezTo>
                    <a:pt x="7219" y="8961"/>
                    <a:pt x="7743" y="6809"/>
                    <a:pt x="8408" y="5008"/>
                  </a:cubicBezTo>
                  <a:cubicBezTo>
                    <a:pt x="9483" y="2099"/>
                    <a:pt x="7328" y="1"/>
                    <a:pt x="53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84"/>
            <p:cNvSpPr/>
            <p:nvPr/>
          </p:nvSpPr>
          <p:spPr>
            <a:xfrm>
              <a:off x="3628215" y="2547056"/>
              <a:ext cx="231299" cy="231535"/>
            </a:xfrm>
            <a:custGeom>
              <a:rect b="b" l="l" r="r" t="t"/>
              <a:pathLst>
                <a:path extrusionOk="0" h="8833" w="8824">
                  <a:moveTo>
                    <a:pt x="1080" y="1"/>
                  </a:moveTo>
                  <a:cubicBezTo>
                    <a:pt x="236" y="1587"/>
                    <a:pt x="0" y="3619"/>
                    <a:pt x="1291" y="5669"/>
                  </a:cubicBezTo>
                  <a:cubicBezTo>
                    <a:pt x="2792" y="8050"/>
                    <a:pt x="4781" y="8832"/>
                    <a:pt x="6557" y="8832"/>
                  </a:cubicBezTo>
                  <a:cubicBezTo>
                    <a:pt x="7382" y="8832"/>
                    <a:pt x="8160" y="8664"/>
                    <a:pt x="8823" y="8409"/>
                  </a:cubicBezTo>
                  <a:cubicBezTo>
                    <a:pt x="8823" y="8409"/>
                    <a:pt x="8004" y="8247"/>
                    <a:pt x="7525" y="7308"/>
                  </a:cubicBezTo>
                  <a:cubicBezTo>
                    <a:pt x="7409" y="7069"/>
                    <a:pt x="7329" y="6819"/>
                    <a:pt x="7279" y="6559"/>
                  </a:cubicBezTo>
                  <a:cubicBezTo>
                    <a:pt x="3513" y="6151"/>
                    <a:pt x="1435" y="2610"/>
                    <a:pt x="108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84"/>
            <p:cNvSpPr/>
            <p:nvPr/>
          </p:nvSpPr>
          <p:spPr>
            <a:xfrm>
              <a:off x="3589132" y="2409886"/>
              <a:ext cx="368364" cy="374288"/>
            </a:xfrm>
            <a:custGeom>
              <a:rect b="b" l="l" r="r" t="t"/>
              <a:pathLst>
                <a:path extrusionOk="0" h="14279" w="14053">
                  <a:moveTo>
                    <a:pt x="1199" y="416"/>
                  </a:moveTo>
                  <a:cubicBezTo>
                    <a:pt x="1305" y="416"/>
                    <a:pt x="1418" y="437"/>
                    <a:pt x="1537" y="480"/>
                  </a:cubicBezTo>
                  <a:cubicBezTo>
                    <a:pt x="1583" y="494"/>
                    <a:pt x="1625" y="511"/>
                    <a:pt x="1664" y="529"/>
                  </a:cubicBezTo>
                  <a:cubicBezTo>
                    <a:pt x="1481" y="624"/>
                    <a:pt x="1308" y="740"/>
                    <a:pt x="1154" y="877"/>
                  </a:cubicBezTo>
                  <a:cubicBezTo>
                    <a:pt x="939" y="1063"/>
                    <a:pt x="753" y="1281"/>
                    <a:pt x="605" y="1527"/>
                  </a:cubicBezTo>
                  <a:cubicBezTo>
                    <a:pt x="581" y="1464"/>
                    <a:pt x="556" y="1404"/>
                    <a:pt x="538" y="1341"/>
                  </a:cubicBezTo>
                  <a:cubicBezTo>
                    <a:pt x="447" y="1003"/>
                    <a:pt x="524" y="747"/>
                    <a:pt x="774" y="557"/>
                  </a:cubicBezTo>
                  <a:cubicBezTo>
                    <a:pt x="900" y="462"/>
                    <a:pt x="1042" y="416"/>
                    <a:pt x="1199" y="416"/>
                  </a:cubicBezTo>
                  <a:close/>
                  <a:moveTo>
                    <a:pt x="2465" y="749"/>
                  </a:moveTo>
                  <a:cubicBezTo>
                    <a:pt x="2503" y="749"/>
                    <a:pt x="2540" y="750"/>
                    <a:pt x="2578" y="754"/>
                  </a:cubicBezTo>
                  <a:cubicBezTo>
                    <a:pt x="2986" y="789"/>
                    <a:pt x="3327" y="1018"/>
                    <a:pt x="3531" y="1193"/>
                  </a:cubicBezTo>
                  <a:cubicBezTo>
                    <a:pt x="3450" y="1221"/>
                    <a:pt x="3369" y="1253"/>
                    <a:pt x="3288" y="1292"/>
                  </a:cubicBezTo>
                  <a:cubicBezTo>
                    <a:pt x="3058" y="1386"/>
                    <a:pt x="3164" y="1695"/>
                    <a:pt x="3361" y="1695"/>
                  </a:cubicBezTo>
                  <a:cubicBezTo>
                    <a:pt x="3393" y="1695"/>
                    <a:pt x="3428" y="1687"/>
                    <a:pt x="3464" y="1668"/>
                  </a:cubicBezTo>
                  <a:cubicBezTo>
                    <a:pt x="3740" y="1540"/>
                    <a:pt x="4013" y="1477"/>
                    <a:pt x="4283" y="1477"/>
                  </a:cubicBezTo>
                  <a:cubicBezTo>
                    <a:pt x="4600" y="1477"/>
                    <a:pt x="4913" y="1565"/>
                    <a:pt x="5219" y="1742"/>
                  </a:cubicBezTo>
                  <a:cubicBezTo>
                    <a:pt x="5402" y="1851"/>
                    <a:pt x="5567" y="1978"/>
                    <a:pt x="5718" y="2129"/>
                  </a:cubicBezTo>
                  <a:cubicBezTo>
                    <a:pt x="5595" y="2160"/>
                    <a:pt x="5475" y="2203"/>
                    <a:pt x="5356" y="2252"/>
                  </a:cubicBezTo>
                  <a:cubicBezTo>
                    <a:pt x="5127" y="2346"/>
                    <a:pt x="5227" y="2658"/>
                    <a:pt x="5427" y="2658"/>
                  </a:cubicBezTo>
                  <a:cubicBezTo>
                    <a:pt x="5458" y="2658"/>
                    <a:pt x="5490" y="2651"/>
                    <a:pt x="5525" y="2635"/>
                  </a:cubicBezTo>
                  <a:cubicBezTo>
                    <a:pt x="5817" y="2508"/>
                    <a:pt x="6136" y="2447"/>
                    <a:pt x="6463" y="2447"/>
                  </a:cubicBezTo>
                  <a:cubicBezTo>
                    <a:pt x="7197" y="2447"/>
                    <a:pt x="7971" y="2756"/>
                    <a:pt x="8577" y="3328"/>
                  </a:cubicBezTo>
                  <a:cubicBezTo>
                    <a:pt x="9038" y="3764"/>
                    <a:pt x="9361" y="4323"/>
                    <a:pt x="9509" y="4942"/>
                  </a:cubicBezTo>
                  <a:cubicBezTo>
                    <a:pt x="9674" y="5645"/>
                    <a:pt x="9614" y="6394"/>
                    <a:pt x="9326" y="7175"/>
                  </a:cubicBezTo>
                  <a:cubicBezTo>
                    <a:pt x="8412" y="9643"/>
                    <a:pt x="8246" y="11479"/>
                    <a:pt x="8830" y="12636"/>
                  </a:cubicBezTo>
                  <a:cubicBezTo>
                    <a:pt x="8871" y="12719"/>
                    <a:pt x="8939" y="12753"/>
                    <a:pt x="9008" y="12753"/>
                  </a:cubicBezTo>
                  <a:cubicBezTo>
                    <a:pt x="9147" y="12753"/>
                    <a:pt x="9287" y="12613"/>
                    <a:pt x="9203" y="12446"/>
                  </a:cubicBezTo>
                  <a:cubicBezTo>
                    <a:pt x="8914" y="11876"/>
                    <a:pt x="8837" y="11085"/>
                    <a:pt x="8971" y="10093"/>
                  </a:cubicBezTo>
                  <a:cubicBezTo>
                    <a:pt x="9083" y="9295"/>
                    <a:pt x="9333" y="8360"/>
                    <a:pt x="9720" y="7319"/>
                  </a:cubicBezTo>
                  <a:cubicBezTo>
                    <a:pt x="9931" y="6774"/>
                    <a:pt x="10029" y="6194"/>
                    <a:pt x="10019" y="5606"/>
                  </a:cubicBezTo>
                  <a:cubicBezTo>
                    <a:pt x="10114" y="5596"/>
                    <a:pt x="10214" y="5590"/>
                    <a:pt x="10319" y="5590"/>
                  </a:cubicBezTo>
                  <a:cubicBezTo>
                    <a:pt x="11241" y="5590"/>
                    <a:pt x="12490" y="6013"/>
                    <a:pt x="13011" y="6992"/>
                  </a:cubicBezTo>
                  <a:cubicBezTo>
                    <a:pt x="13901" y="8673"/>
                    <a:pt x="13644" y="11447"/>
                    <a:pt x="12473" y="12819"/>
                  </a:cubicBezTo>
                  <a:cubicBezTo>
                    <a:pt x="12163" y="13183"/>
                    <a:pt x="11682" y="13558"/>
                    <a:pt x="11027" y="13558"/>
                  </a:cubicBezTo>
                  <a:cubicBezTo>
                    <a:pt x="10829" y="13558"/>
                    <a:pt x="10615" y="13524"/>
                    <a:pt x="10384" y="13445"/>
                  </a:cubicBezTo>
                  <a:cubicBezTo>
                    <a:pt x="10138" y="13364"/>
                    <a:pt x="9906" y="13237"/>
                    <a:pt x="9706" y="13075"/>
                  </a:cubicBezTo>
                  <a:cubicBezTo>
                    <a:pt x="9660" y="13033"/>
                    <a:pt x="9611" y="13015"/>
                    <a:pt x="9564" y="13015"/>
                  </a:cubicBezTo>
                  <a:cubicBezTo>
                    <a:pt x="9390" y="13015"/>
                    <a:pt x="9251" y="13263"/>
                    <a:pt x="9442" y="13399"/>
                  </a:cubicBezTo>
                  <a:cubicBezTo>
                    <a:pt x="9537" y="13476"/>
                    <a:pt x="9642" y="13550"/>
                    <a:pt x="9748" y="13610"/>
                  </a:cubicBezTo>
                  <a:cubicBezTo>
                    <a:pt x="9299" y="13741"/>
                    <a:pt x="8714" y="13856"/>
                    <a:pt x="8049" y="13856"/>
                  </a:cubicBezTo>
                  <a:cubicBezTo>
                    <a:pt x="7609" y="13856"/>
                    <a:pt x="7134" y="13806"/>
                    <a:pt x="6639" y="13677"/>
                  </a:cubicBezTo>
                  <a:cubicBezTo>
                    <a:pt x="5166" y="13293"/>
                    <a:pt x="3928" y="12323"/>
                    <a:pt x="2961" y="10790"/>
                  </a:cubicBezTo>
                  <a:cubicBezTo>
                    <a:pt x="1804" y="8954"/>
                    <a:pt x="2005" y="7277"/>
                    <a:pt x="2381" y="6194"/>
                  </a:cubicBezTo>
                  <a:cubicBezTo>
                    <a:pt x="2810" y="4942"/>
                    <a:pt x="3724" y="3753"/>
                    <a:pt x="4825" y="3022"/>
                  </a:cubicBezTo>
                  <a:cubicBezTo>
                    <a:pt x="5029" y="2898"/>
                    <a:pt x="4901" y="2630"/>
                    <a:pt x="4719" y="2630"/>
                  </a:cubicBezTo>
                  <a:cubicBezTo>
                    <a:pt x="4678" y="2630"/>
                    <a:pt x="4635" y="2643"/>
                    <a:pt x="4593" y="2674"/>
                  </a:cubicBezTo>
                  <a:cubicBezTo>
                    <a:pt x="3422" y="3454"/>
                    <a:pt x="2444" y="4720"/>
                    <a:pt x="1984" y="6060"/>
                  </a:cubicBezTo>
                  <a:cubicBezTo>
                    <a:pt x="1871" y="6380"/>
                    <a:pt x="1790" y="6711"/>
                    <a:pt x="1737" y="7045"/>
                  </a:cubicBezTo>
                  <a:cubicBezTo>
                    <a:pt x="1548" y="6686"/>
                    <a:pt x="1407" y="6303"/>
                    <a:pt x="1322" y="5905"/>
                  </a:cubicBezTo>
                  <a:cubicBezTo>
                    <a:pt x="1062" y="4654"/>
                    <a:pt x="1431" y="3497"/>
                    <a:pt x="2413" y="2470"/>
                  </a:cubicBezTo>
                  <a:cubicBezTo>
                    <a:pt x="2536" y="2336"/>
                    <a:pt x="2669" y="2213"/>
                    <a:pt x="2806" y="2097"/>
                  </a:cubicBezTo>
                  <a:cubicBezTo>
                    <a:pt x="2970" y="1954"/>
                    <a:pt x="2838" y="1727"/>
                    <a:pt x="2669" y="1727"/>
                  </a:cubicBezTo>
                  <a:cubicBezTo>
                    <a:pt x="2626" y="1727"/>
                    <a:pt x="2582" y="1741"/>
                    <a:pt x="2539" y="1774"/>
                  </a:cubicBezTo>
                  <a:cubicBezTo>
                    <a:pt x="2388" y="1900"/>
                    <a:pt x="2244" y="2037"/>
                    <a:pt x="2107" y="2178"/>
                  </a:cubicBezTo>
                  <a:cubicBezTo>
                    <a:pt x="1548" y="2769"/>
                    <a:pt x="1210" y="3359"/>
                    <a:pt x="1024" y="3922"/>
                  </a:cubicBezTo>
                  <a:cubicBezTo>
                    <a:pt x="908" y="3690"/>
                    <a:pt x="816" y="3447"/>
                    <a:pt x="756" y="3194"/>
                  </a:cubicBezTo>
                  <a:cubicBezTo>
                    <a:pt x="581" y="2407"/>
                    <a:pt x="809" y="1731"/>
                    <a:pt x="1431" y="1193"/>
                  </a:cubicBezTo>
                  <a:cubicBezTo>
                    <a:pt x="1765" y="898"/>
                    <a:pt x="2113" y="749"/>
                    <a:pt x="2465" y="749"/>
                  </a:cubicBezTo>
                  <a:close/>
                  <a:moveTo>
                    <a:pt x="1198" y="0"/>
                  </a:moveTo>
                  <a:cubicBezTo>
                    <a:pt x="952" y="0"/>
                    <a:pt x="724" y="75"/>
                    <a:pt x="524" y="223"/>
                  </a:cubicBezTo>
                  <a:cubicBezTo>
                    <a:pt x="137" y="515"/>
                    <a:pt x="0" y="951"/>
                    <a:pt x="137" y="1450"/>
                  </a:cubicBezTo>
                  <a:cubicBezTo>
                    <a:pt x="194" y="1647"/>
                    <a:pt x="278" y="1837"/>
                    <a:pt x="387" y="2009"/>
                  </a:cubicBezTo>
                  <a:cubicBezTo>
                    <a:pt x="264" y="2428"/>
                    <a:pt x="250" y="2874"/>
                    <a:pt x="355" y="3300"/>
                  </a:cubicBezTo>
                  <a:cubicBezTo>
                    <a:pt x="454" y="3729"/>
                    <a:pt x="633" y="4133"/>
                    <a:pt x="883" y="4499"/>
                  </a:cubicBezTo>
                  <a:cubicBezTo>
                    <a:pt x="799" y="4998"/>
                    <a:pt x="809" y="5512"/>
                    <a:pt x="918" y="6007"/>
                  </a:cubicBezTo>
                  <a:cubicBezTo>
                    <a:pt x="1048" y="6630"/>
                    <a:pt x="1305" y="7217"/>
                    <a:pt x="1671" y="7741"/>
                  </a:cubicBezTo>
                  <a:cubicBezTo>
                    <a:pt x="1639" y="8704"/>
                    <a:pt x="1857" y="9830"/>
                    <a:pt x="2606" y="11015"/>
                  </a:cubicBezTo>
                  <a:cubicBezTo>
                    <a:pt x="4118" y="13416"/>
                    <a:pt x="6161" y="14278"/>
                    <a:pt x="8049" y="14278"/>
                  </a:cubicBezTo>
                  <a:cubicBezTo>
                    <a:pt x="8827" y="14275"/>
                    <a:pt x="9593" y="14134"/>
                    <a:pt x="10321" y="13863"/>
                  </a:cubicBezTo>
                  <a:cubicBezTo>
                    <a:pt x="10546" y="13937"/>
                    <a:pt x="10785" y="13976"/>
                    <a:pt x="11024" y="13976"/>
                  </a:cubicBezTo>
                  <a:cubicBezTo>
                    <a:pt x="11678" y="13976"/>
                    <a:pt x="12290" y="13673"/>
                    <a:pt x="12790" y="13089"/>
                  </a:cubicBezTo>
                  <a:cubicBezTo>
                    <a:pt x="13391" y="12386"/>
                    <a:pt x="13806" y="11296"/>
                    <a:pt x="13925" y="10104"/>
                  </a:cubicBezTo>
                  <a:cubicBezTo>
                    <a:pt x="14052" y="8870"/>
                    <a:pt x="13859" y="7699"/>
                    <a:pt x="13380" y="6799"/>
                  </a:cubicBezTo>
                  <a:cubicBezTo>
                    <a:pt x="12972" y="6032"/>
                    <a:pt x="12255" y="5635"/>
                    <a:pt x="11724" y="5434"/>
                  </a:cubicBezTo>
                  <a:cubicBezTo>
                    <a:pt x="11271" y="5265"/>
                    <a:pt x="10778" y="5176"/>
                    <a:pt x="10329" y="5176"/>
                  </a:cubicBezTo>
                  <a:cubicBezTo>
                    <a:pt x="10211" y="5176"/>
                    <a:pt x="10095" y="5183"/>
                    <a:pt x="9983" y="5195"/>
                  </a:cubicBezTo>
                  <a:cubicBezTo>
                    <a:pt x="9966" y="5076"/>
                    <a:pt x="9945" y="4963"/>
                    <a:pt x="9917" y="4847"/>
                  </a:cubicBezTo>
                  <a:cubicBezTo>
                    <a:pt x="9751" y="4151"/>
                    <a:pt x="9386" y="3518"/>
                    <a:pt x="8865" y="3029"/>
                  </a:cubicBezTo>
                  <a:cubicBezTo>
                    <a:pt x="8184" y="2382"/>
                    <a:pt x="7309" y="2033"/>
                    <a:pt x="6470" y="2033"/>
                  </a:cubicBezTo>
                  <a:cubicBezTo>
                    <a:pt x="6383" y="2033"/>
                    <a:pt x="6296" y="2037"/>
                    <a:pt x="6210" y="2044"/>
                  </a:cubicBezTo>
                  <a:cubicBezTo>
                    <a:pt x="5992" y="1784"/>
                    <a:pt x="5736" y="1563"/>
                    <a:pt x="5444" y="1390"/>
                  </a:cubicBezTo>
                  <a:cubicBezTo>
                    <a:pt x="5073" y="1173"/>
                    <a:pt x="4683" y="1063"/>
                    <a:pt x="4288" y="1063"/>
                  </a:cubicBezTo>
                  <a:cubicBezTo>
                    <a:pt x="4196" y="1063"/>
                    <a:pt x="4105" y="1069"/>
                    <a:pt x="4013" y="1081"/>
                  </a:cubicBezTo>
                  <a:cubicBezTo>
                    <a:pt x="3854" y="905"/>
                    <a:pt x="3337" y="399"/>
                    <a:pt x="2617" y="339"/>
                  </a:cubicBezTo>
                  <a:cubicBezTo>
                    <a:pt x="2567" y="334"/>
                    <a:pt x="2518" y="332"/>
                    <a:pt x="2468" y="332"/>
                  </a:cubicBezTo>
                  <a:cubicBezTo>
                    <a:pt x="2373" y="332"/>
                    <a:pt x="2279" y="340"/>
                    <a:pt x="2184" y="356"/>
                  </a:cubicBezTo>
                  <a:cubicBezTo>
                    <a:pt x="2033" y="247"/>
                    <a:pt x="1868" y="156"/>
                    <a:pt x="1692" y="93"/>
                  </a:cubicBezTo>
                  <a:cubicBezTo>
                    <a:pt x="1521" y="31"/>
                    <a:pt x="1356" y="0"/>
                    <a:pt x="1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1" name="Google Shape;16361;p84"/>
          <p:cNvGrpSpPr/>
          <p:nvPr/>
        </p:nvGrpSpPr>
        <p:grpSpPr>
          <a:xfrm>
            <a:off x="6877101" y="1507431"/>
            <a:ext cx="365402" cy="360343"/>
            <a:chOff x="6876913" y="1502068"/>
            <a:chExt cx="365402" cy="360343"/>
          </a:xfrm>
        </p:grpSpPr>
        <p:sp>
          <p:nvSpPr>
            <p:cNvPr id="16362" name="Google Shape;16362;p84"/>
            <p:cNvSpPr/>
            <p:nvPr/>
          </p:nvSpPr>
          <p:spPr>
            <a:xfrm>
              <a:off x="7099615" y="1507390"/>
              <a:ext cx="114365" cy="132793"/>
            </a:xfrm>
            <a:custGeom>
              <a:rect b="b" l="l" r="r" t="t"/>
              <a:pathLst>
                <a:path extrusionOk="0" h="5066" w="4363">
                  <a:moveTo>
                    <a:pt x="3917" y="0"/>
                  </a:moveTo>
                  <a:cubicBezTo>
                    <a:pt x="3865" y="0"/>
                    <a:pt x="3812" y="10"/>
                    <a:pt x="3759" y="30"/>
                  </a:cubicBezTo>
                  <a:cubicBezTo>
                    <a:pt x="2982" y="325"/>
                    <a:pt x="1308" y="1310"/>
                    <a:pt x="0" y="2889"/>
                  </a:cubicBezTo>
                  <a:lnTo>
                    <a:pt x="3481" y="5066"/>
                  </a:lnTo>
                  <a:cubicBezTo>
                    <a:pt x="3481" y="5066"/>
                    <a:pt x="4245" y="2980"/>
                    <a:pt x="4354" y="452"/>
                  </a:cubicBezTo>
                  <a:cubicBezTo>
                    <a:pt x="4362" y="195"/>
                    <a:pt x="4153" y="0"/>
                    <a:pt x="391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84"/>
            <p:cNvSpPr/>
            <p:nvPr/>
          </p:nvSpPr>
          <p:spPr>
            <a:xfrm>
              <a:off x="7140244" y="1512213"/>
              <a:ext cx="73605" cy="127969"/>
            </a:xfrm>
            <a:custGeom>
              <a:rect b="b" l="l" r="r" t="t"/>
              <a:pathLst>
                <a:path extrusionOk="0" h="4882" w="2808">
                  <a:moveTo>
                    <a:pt x="2719" y="1"/>
                  </a:moveTo>
                  <a:cubicBezTo>
                    <a:pt x="2086" y="426"/>
                    <a:pt x="922" y="1516"/>
                    <a:pt x="1" y="3194"/>
                  </a:cubicBezTo>
                  <a:lnTo>
                    <a:pt x="1517" y="4621"/>
                  </a:lnTo>
                  <a:lnTo>
                    <a:pt x="1931" y="4882"/>
                  </a:lnTo>
                  <a:cubicBezTo>
                    <a:pt x="1931" y="4882"/>
                    <a:pt x="2695" y="2796"/>
                    <a:pt x="2804" y="268"/>
                  </a:cubicBezTo>
                  <a:cubicBezTo>
                    <a:pt x="2807" y="173"/>
                    <a:pt x="2775" y="78"/>
                    <a:pt x="271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84"/>
            <p:cNvSpPr/>
            <p:nvPr/>
          </p:nvSpPr>
          <p:spPr>
            <a:xfrm>
              <a:off x="6905275" y="1507390"/>
              <a:ext cx="114444" cy="132793"/>
            </a:xfrm>
            <a:custGeom>
              <a:rect b="b" l="l" r="r" t="t"/>
              <a:pathLst>
                <a:path extrusionOk="0" h="5066" w="4366">
                  <a:moveTo>
                    <a:pt x="447" y="0"/>
                  </a:moveTo>
                  <a:cubicBezTo>
                    <a:pt x="209" y="0"/>
                    <a:pt x="1" y="195"/>
                    <a:pt x="12" y="452"/>
                  </a:cubicBezTo>
                  <a:cubicBezTo>
                    <a:pt x="121" y="2980"/>
                    <a:pt x="881" y="5066"/>
                    <a:pt x="881" y="5066"/>
                  </a:cubicBezTo>
                  <a:lnTo>
                    <a:pt x="4365" y="2889"/>
                  </a:lnTo>
                  <a:cubicBezTo>
                    <a:pt x="3054" y="1310"/>
                    <a:pt x="1380" y="325"/>
                    <a:pt x="606" y="30"/>
                  </a:cubicBezTo>
                  <a:cubicBezTo>
                    <a:pt x="553" y="10"/>
                    <a:pt x="499"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84"/>
            <p:cNvSpPr/>
            <p:nvPr/>
          </p:nvSpPr>
          <p:spPr>
            <a:xfrm>
              <a:off x="6905485" y="1512213"/>
              <a:ext cx="73578" cy="127969"/>
            </a:xfrm>
            <a:custGeom>
              <a:rect b="b" l="l" r="r" t="t"/>
              <a:pathLst>
                <a:path extrusionOk="0" h="4882" w="2807">
                  <a:moveTo>
                    <a:pt x="85" y="1"/>
                  </a:moveTo>
                  <a:cubicBezTo>
                    <a:pt x="29" y="78"/>
                    <a:pt x="1" y="173"/>
                    <a:pt x="4" y="268"/>
                  </a:cubicBezTo>
                  <a:cubicBezTo>
                    <a:pt x="113" y="2796"/>
                    <a:pt x="873" y="4882"/>
                    <a:pt x="873" y="4882"/>
                  </a:cubicBezTo>
                  <a:lnTo>
                    <a:pt x="1288" y="4621"/>
                  </a:lnTo>
                  <a:lnTo>
                    <a:pt x="2807" y="3194"/>
                  </a:lnTo>
                  <a:cubicBezTo>
                    <a:pt x="1882" y="1516"/>
                    <a:pt x="725" y="426"/>
                    <a:pt x="8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84"/>
            <p:cNvSpPr/>
            <p:nvPr/>
          </p:nvSpPr>
          <p:spPr>
            <a:xfrm>
              <a:off x="7025407" y="1811323"/>
              <a:ext cx="68519" cy="45741"/>
            </a:xfrm>
            <a:custGeom>
              <a:rect b="b" l="l" r="r" t="t"/>
              <a:pathLst>
                <a:path extrusionOk="0" h="1745" w="2614">
                  <a:moveTo>
                    <a:pt x="1305" y="1"/>
                  </a:moveTo>
                  <a:cubicBezTo>
                    <a:pt x="584" y="1"/>
                    <a:pt x="0" y="391"/>
                    <a:pt x="0" y="873"/>
                  </a:cubicBezTo>
                  <a:cubicBezTo>
                    <a:pt x="0" y="1354"/>
                    <a:pt x="584" y="1745"/>
                    <a:pt x="1305" y="1745"/>
                  </a:cubicBezTo>
                  <a:cubicBezTo>
                    <a:pt x="2026" y="1745"/>
                    <a:pt x="2613" y="1354"/>
                    <a:pt x="2613" y="873"/>
                  </a:cubicBezTo>
                  <a:cubicBezTo>
                    <a:pt x="2613" y="391"/>
                    <a:pt x="2026" y="1"/>
                    <a:pt x="130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84"/>
            <p:cNvSpPr/>
            <p:nvPr/>
          </p:nvSpPr>
          <p:spPr>
            <a:xfrm>
              <a:off x="6882706" y="1571663"/>
              <a:ext cx="353895" cy="245768"/>
            </a:xfrm>
            <a:custGeom>
              <a:rect b="b" l="l" r="r" t="t"/>
              <a:pathLst>
                <a:path extrusionOk="0" h="9376" w="13501">
                  <a:moveTo>
                    <a:pt x="6749" y="1"/>
                  </a:moveTo>
                  <a:cubicBezTo>
                    <a:pt x="3563" y="1"/>
                    <a:pt x="831" y="2336"/>
                    <a:pt x="1" y="6534"/>
                  </a:cubicBezTo>
                  <a:cubicBezTo>
                    <a:pt x="1" y="6534"/>
                    <a:pt x="1267" y="6897"/>
                    <a:pt x="1418" y="6967"/>
                  </a:cubicBezTo>
                  <a:lnTo>
                    <a:pt x="1175" y="7980"/>
                  </a:lnTo>
                  <a:cubicBezTo>
                    <a:pt x="1175" y="7980"/>
                    <a:pt x="3331" y="8630"/>
                    <a:pt x="4692" y="9376"/>
                  </a:cubicBezTo>
                  <a:lnTo>
                    <a:pt x="8806" y="9376"/>
                  </a:lnTo>
                  <a:cubicBezTo>
                    <a:pt x="10171" y="8630"/>
                    <a:pt x="12323" y="7980"/>
                    <a:pt x="12323" y="7980"/>
                  </a:cubicBezTo>
                  <a:lnTo>
                    <a:pt x="12083" y="6967"/>
                  </a:lnTo>
                  <a:cubicBezTo>
                    <a:pt x="12231" y="6897"/>
                    <a:pt x="13501" y="6534"/>
                    <a:pt x="13501" y="6534"/>
                  </a:cubicBezTo>
                  <a:cubicBezTo>
                    <a:pt x="12671" y="2336"/>
                    <a:pt x="9935" y="1"/>
                    <a:pt x="6749"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84"/>
            <p:cNvSpPr/>
            <p:nvPr/>
          </p:nvSpPr>
          <p:spPr>
            <a:xfrm>
              <a:off x="7002550" y="1725792"/>
              <a:ext cx="114129" cy="111298"/>
            </a:xfrm>
            <a:custGeom>
              <a:rect b="b" l="l" r="r" t="t"/>
              <a:pathLst>
                <a:path extrusionOk="0" h="4246" w="4354">
                  <a:moveTo>
                    <a:pt x="2177" y="0"/>
                  </a:moveTo>
                  <a:cubicBezTo>
                    <a:pt x="1463" y="0"/>
                    <a:pt x="820" y="433"/>
                    <a:pt x="545" y="1090"/>
                  </a:cubicBezTo>
                  <a:cubicBezTo>
                    <a:pt x="275" y="1751"/>
                    <a:pt x="0" y="2406"/>
                    <a:pt x="0" y="3049"/>
                  </a:cubicBezTo>
                  <a:cubicBezTo>
                    <a:pt x="0" y="3552"/>
                    <a:pt x="515" y="4246"/>
                    <a:pt x="1351" y="4246"/>
                  </a:cubicBezTo>
                  <a:cubicBezTo>
                    <a:pt x="1561" y="4246"/>
                    <a:pt x="1792" y="4202"/>
                    <a:pt x="2040" y="4100"/>
                  </a:cubicBezTo>
                  <a:cubicBezTo>
                    <a:pt x="2084" y="4083"/>
                    <a:pt x="2130" y="4074"/>
                    <a:pt x="2177" y="4074"/>
                  </a:cubicBezTo>
                  <a:cubicBezTo>
                    <a:pt x="2225" y="4074"/>
                    <a:pt x="2272" y="4083"/>
                    <a:pt x="2318" y="4100"/>
                  </a:cubicBezTo>
                  <a:cubicBezTo>
                    <a:pt x="2565" y="4202"/>
                    <a:pt x="2795" y="4246"/>
                    <a:pt x="3005" y="4246"/>
                  </a:cubicBezTo>
                  <a:cubicBezTo>
                    <a:pt x="3839" y="4246"/>
                    <a:pt x="4354" y="3552"/>
                    <a:pt x="4354" y="3049"/>
                  </a:cubicBezTo>
                  <a:cubicBezTo>
                    <a:pt x="4354" y="2406"/>
                    <a:pt x="4083" y="1751"/>
                    <a:pt x="3809" y="1090"/>
                  </a:cubicBezTo>
                  <a:cubicBezTo>
                    <a:pt x="3534" y="433"/>
                    <a:pt x="2891" y="0"/>
                    <a:pt x="217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84"/>
            <p:cNvSpPr/>
            <p:nvPr/>
          </p:nvSpPr>
          <p:spPr>
            <a:xfrm>
              <a:off x="6882706" y="1656670"/>
              <a:ext cx="148441" cy="160761"/>
            </a:xfrm>
            <a:custGeom>
              <a:rect b="b" l="l" r="r" t="t"/>
              <a:pathLst>
                <a:path extrusionOk="0" h="6133" w="5663">
                  <a:moveTo>
                    <a:pt x="4017" y="1"/>
                  </a:moveTo>
                  <a:cubicBezTo>
                    <a:pt x="3917" y="1"/>
                    <a:pt x="3812" y="8"/>
                    <a:pt x="3704" y="25"/>
                  </a:cubicBezTo>
                  <a:cubicBezTo>
                    <a:pt x="2628" y="183"/>
                    <a:pt x="1253" y="949"/>
                    <a:pt x="1" y="3288"/>
                  </a:cubicBezTo>
                  <a:cubicBezTo>
                    <a:pt x="1" y="3288"/>
                    <a:pt x="1270" y="3654"/>
                    <a:pt x="1422" y="3724"/>
                  </a:cubicBezTo>
                  <a:lnTo>
                    <a:pt x="1175" y="4737"/>
                  </a:lnTo>
                  <a:cubicBezTo>
                    <a:pt x="1175" y="4737"/>
                    <a:pt x="3331" y="5387"/>
                    <a:pt x="4692" y="6133"/>
                  </a:cubicBezTo>
                  <a:cubicBezTo>
                    <a:pt x="4618" y="5995"/>
                    <a:pt x="4579" y="5841"/>
                    <a:pt x="4572" y="5686"/>
                  </a:cubicBezTo>
                  <a:cubicBezTo>
                    <a:pt x="4572" y="4406"/>
                    <a:pt x="5662" y="3073"/>
                    <a:pt x="5662" y="1765"/>
                  </a:cubicBezTo>
                  <a:cubicBezTo>
                    <a:pt x="5662" y="918"/>
                    <a:pt x="5102" y="1"/>
                    <a:pt x="4017"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84"/>
            <p:cNvSpPr/>
            <p:nvPr/>
          </p:nvSpPr>
          <p:spPr>
            <a:xfrm>
              <a:off x="7088081" y="1656670"/>
              <a:ext cx="148441" cy="160761"/>
            </a:xfrm>
            <a:custGeom>
              <a:rect b="b" l="l" r="r" t="t"/>
              <a:pathLst>
                <a:path extrusionOk="0" h="6133" w="5663">
                  <a:moveTo>
                    <a:pt x="1649" y="1"/>
                  </a:moveTo>
                  <a:cubicBezTo>
                    <a:pt x="561" y="1"/>
                    <a:pt x="1" y="918"/>
                    <a:pt x="1" y="1765"/>
                  </a:cubicBezTo>
                  <a:cubicBezTo>
                    <a:pt x="1" y="3073"/>
                    <a:pt x="1091" y="4406"/>
                    <a:pt x="1091" y="5686"/>
                  </a:cubicBezTo>
                  <a:cubicBezTo>
                    <a:pt x="1087" y="5841"/>
                    <a:pt x="1045" y="5995"/>
                    <a:pt x="971" y="6133"/>
                  </a:cubicBezTo>
                  <a:cubicBezTo>
                    <a:pt x="2336" y="5387"/>
                    <a:pt x="4488" y="4737"/>
                    <a:pt x="4488" y="4737"/>
                  </a:cubicBezTo>
                  <a:lnTo>
                    <a:pt x="4245" y="3724"/>
                  </a:lnTo>
                  <a:cubicBezTo>
                    <a:pt x="4396" y="3654"/>
                    <a:pt x="5662" y="3288"/>
                    <a:pt x="5662" y="3288"/>
                  </a:cubicBezTo>
                  <a:cubicBezTo>
                    <a:pt x="4410" y="949"/>
                    <a:pt x="3035" y="183"/>
                    <a:pt x="1963" y="25"/>
                  </a:cubicBezTo>
                  <a:cubicBezTo>
                    <a:pt x="1854" y="8"/>
                    <a:pt x="1749" y="1"/>
                    <a:pt x="164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84"/>
            <p:cNvSpPr/>
            <p:nvPr/>
          </p:nvSpPr>
          <p:spPr>
            <a:xfrm>
              <a:off x="6968343" y="1680077"/>
              <a:ext cx="39948" cy="51455"/>
            </a:xfrm>
            <a:custGeom>
              <a:rect b="b" l="l" r="r" t="t"/>
              <a:pathLst>
                <a:path extrusionOk="0" h="1963" w="1524">
                  <a:moveTo>
                    <a:pt x="760" y="0"/>
                  </a:moveTo>
                  <a:cubicBezTo>
                    <a:pt x="342" y="4"/>
                    <a:pt x="1" y="341"/>
                    <a:pt x="1" y="763"/>
                  </a:cubicBezTo>
                  <a:lnTo>
                    <a:pt x="1" y="1199"/>
                  </a:lnTo>
                  <a:cubicBezTo>
                    <a:pt x="1" y="1618"/>
                    <a:pt x="342" y="1959"/>
                    <a:pt x="760" y="1962"/>
                  </a:cubicBezTo>
                  <a:cubicBezTo>
                    <a:pt x="1182" y="1959"/>
                    <a:pt x="1520" y="1618"/>
                    <a:pt x="1523" y="1199"/>
                  </a:cubicBezTo>
                  <a:lnTo>
                    <a:pt x="1523" y="763"/>
                  </a:lnTo>
                  <a:cubicBezTo>
                    <a:pt x="1520" y="345"/>
                    <a:pt x="1182" y="4"/>
                    <a:pt x="76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84"/>
            <p:cNvSpPr/>
            <p:nvPr/>
          </p:nvSpPr>
          <p:spPr>
            <a:xfrm>
              <a:off x="6985223" y="1680077"/>
              <a:ext cx="23250" cy="40393"/>
            </a:xfrm>
            <a:custGeom>
              <a:rect b="b" l="l" r="r" t="t"/>
              <a:pathLst>
                <a:path extrusionOk="0" h="1541" w="887">
                  <a:moveTo>
                    <a:pt x="116" y="0"/>
                  </a:moveTo>
                  <a:cubicBezTo>
                    <a:pt x="81" y="4"/>
                    <a:pt x="42" y="7"/>
                    <a:pt x="7" y="14"/>
                  </a:cubicBezTo>
                  <a:lnTo>
                    <a:pt x="7" y="1090"/>
                  </a:lnTo>
                  <a:cubicBezTo>
                    <a:pt x="0" y="1336"/>
                    <a:pt x="197" y="1540"/>
                    <a:pt x="443" y="1540"/>
                  </a:cubicBezTo>
                  <a:cubicBezTo>
                    <a:pt x="689" y="1540"/>
                    <a:pt x="886" y="1336"/>
                    <a:pt x="879" y="1090"/>
                  </a:cubicBezTo>
                  <a:lnTo>
                    <a:pt x="879" y="763"/>
                  </a:lnTo>
                  <a:cubicBezTo>
                    <a:pt x="876" y="345"/>
                    <a:pt x="538" y="4"/>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84"/>
            <p:cNvSpPr/>
            <p:nvPr/>
          </p:nvSpPr>
          <p:spPr>
            <a:xfrm>
              <a:off x="6979693" y="1685792"/>
              <a:ext cx="17169" cy="17169"/>
            </a:xfrm>
            <a:custGeom>
              <a:rect b="b" l="l" r="r" t="t"/>
              <a:pathLst>
                <a:path extrusionOk="0" h="655" w="655">
                  <a:moveTo>
                    <a:pt x="327" y="0"/>
                  </a:moveTo>
                  <a:cubicBezTo>
                    <a:pt x="148" y="0"/>
                    <a:pt x="0" y="148"/>
                    <a:pt x="0" y="327"/>
                  </a:cubicBezTo>
                  <a:cubicBezTo>
                    <a:pt x="0" y="510"/>
                    <a:pt x="148" y="654"/>
                    <a:pt x="327" y="654"/>
                  </a:cubicBezTo>
                  <a:cubicBezTo>
                    <a:pt x="510" y="654"/>
                    <a:pt x="654" y="510"/>
                    <a:pt x="654" y="327"/>
                  </a:cubicBezTo>
                  <a:cubicBezTo>
                    <a:pt x="654" y="148"/>
                    <a:pt x="510"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84"/>
            <p:cNvSpPr/>
            <p:nvPr/>
          </p:nvSpPr>
          <p:spPr>
            <a:xfrm>
              <a:off x="7110939" y="1680077"/>
              <a:ext cx="40026" cy="51455"/>
            </a:xfrm>
            <a:custGeom>
              <a:rect b="b" l="l" r="r" t="t"/>
              <a:pathLst>
                <a:path extrusionOk="0" h="1963" w="1527">
                  <a:moveTo>
                    <a:pt x="764" y="0"/>
                  </a:moveTo>
                  <a:cubicBezTo>
                    <a:pt x="345" y="4"/>
                    <a:pt x="4" y="341"/>
                    <a:pt x="1" y="763"/>
                  </a:cubicBezTo>
                  <a:lnTo>
                    <a:pt x="1" y="1199"/>
                  </a:lnTo>
                  <a:cubicBezTo>
                    <a:pt x="4" y="1618"/>
                    <a:pt x="345" y="1959"/>
                    <a:pt x="764" y="1962"/>
                  </a:cubicBezTo>
                  <a:cubicBezTo>
                    <a:pt x="1186" y="1959"/>
                    <a:pt x="1527" y="1618"/>
                    <a:pt x="1527" y="1199"/>
                  </a:cubicBezTo>
                  <a:lnTo>
                    <a:pt x="1527" y="763"/>
                  </a:lnTo>
                  <a:cubicBezTo>
                    <a:pt x="1527" y="341"/>
                    <a:pt x="1186" y="4"/>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84"/>
            <p:cNvSpPr/>
            <p:nvPr/>
          </p:nvSpPr>
          <p:spPr>
            <a:xfrm>
              <a:off x="7127898" y="1680077"/>
              <a:ext cx="23250" cy="40393"/>
            </a:xfrm>
            <a:custGeom>
              <a:rect b="b" l="l" r="r" t="t"/>
              <a:pathLst>
                <a:path extrusionOk="0" h="1541" w="887">
                  <a:moveTo>
                    <a:pt x="117" y="0"/>
                  </a:moveTo>
                  <a:cubicBezTo>
                    <a:pt x="82" y="4"/>
                    <a:pt x="43" y="7"/>
                    <a:pt x="8" y="14"/>
                  </a:cubicBezTo>
                  <a:lnTo>
                    <a:pt x="8" y="1090"/>
                  </a:lnTo>
                  <a:cubicBezTo>
                    <a:pt x="1" y="1336"/>
                    <a:pt x="198" y="1540"/>
                    <a:pt x="444" y="1540"/>
                  </a:cubicBezTo>
                  <a:cubicBezTo>
                    <a:pt x="690" y="1540"/>
                    <a:pt x="887" y="1336"/>
                    <a:pt x="880" y="1090"/>
                  </a:cubicBezTo>
                  <a:lnTo>
                    <a:pt x="880" y="763"/>
                  </a:lnTo>
                  <a:cubicBezTo>
                    <a:pt x="876" y="345"/>
                    <a:pt x="539" y="4"/>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84"/>
            <p:cNvSpPr/>
            <p:nvPr/>
          </p:nvSpPr>
          <p:spPr>
            <a:xfrm>
              <a:off x="7122367" y="1685792"/>
              <a:ext cx="17169" cy="17169"/>
            </a:xfrm>
            <a:custGeom>
              <a:rect b="b" l="l" r="r" t="t"/>
              <a:pathLst>
                <a:path extrusionOk="0" h="655" w="655">
                  <a:moveTo>
                    <a:pt x="328" y="0"/>
                  </a:moveTo>
                  <a:cubicBezTo>
                    <a:pt x="148" y="0"/>
                    <a:pt x="1" y="148"/>
                    <a:pt x="1" y="327"/>
                  </a:cubicBezTo>
                  <a:cubicBezTo>
                    <a:pt x="1" y="510"/>
                    <a:pt x="148" y="654"/>
                    <a:pt x="328" y="654"/>
                  </a:cubicBezTo>
                  <a:cubicBezTo>
                    <a:pt x="507" y="654"/>
                    <a:pt x="655" y="510"/>
                    <a:pt x="655" y="327"/>
                  </a:cubicBezTo>
                  <a:cubicBezTo>
                    <a:pt x="655" y="148"/>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84"/>
            <p:cNvSpPr/>
            <p:nvPr/>
          </p:nvSpPr>
          <p:spPr>
            <a:xfrm>
              <a:off x="6882706" y="1571663"/>
              <a:ext cx="176934" cy="222439"/>
            </a:xfrm>
            <a:custGeom>
              <a:rect b="b" l="l" r="r" t="t"/>
              <a:pathLst>
                <a:path extrusionOk="0" h="8486" w="6750">
                  <a:moveTo>
                    <a:pt x="6749" y="1"/>
                  </a:moveTo>
                  <a:cubicBezTo>
                    <a:pt x="3563" y="1"/>
                    <a:pt x="831" y="2336"/>
                    <a:pt x="1" y="6534"/>
                  </a:cubicBezTo>
                  <a:cubicBezTo>
                    <a:pt x="1" y="6534"/>
                    <a:pt x="1267" y="6897"/>
                    <a:pt x="1418" y="6967"/>
                  </a:cubicBezTo>
                  <a:lnTo>
                    <a:pt x="1175" y="7980"/>
                  </a:lnTo>
                  <a:cubicBezTo>
                    <a:pt x="1175" y="7980"/>
                    <a:pt x="1844" y="8180"/>
                    <a:pt x="2666" y="8486"/>
                  </a:cubicBezTo>
                  <a:cubicBezTo>
                    <a:pt x="1640" y="2037"/>
                    <a:pt x="5947" y="1"/>
                    <a:pt x="6749"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84"/>
            <p:cNvSpPr/>
            <p:nvPr/>
          </p:nvSpPr>
          <p:spPr>
            <a:xfrm>
              <a:off x="6882706" y="1661257"/>
              <a:ext cx="80970" cy="132845"/>
            </a:xfrm>
            <a:custGeom>
              <a:rect b="b" l="l" r="r" t="t"/>
              <a:pathLst>
                <a:path extrusionOk="0" h="5068" w="3089">
                  <a:moveTo>
                    <a:pt x="3088" y="1"/>
                  </a:moveTo>
                  <a:cubicBezTo>
                    <a:pt x="2132" y="338"/>
                    <a:pt x="1024" y="1200"/>
                    <a:pt x="1" y="3113"/>
                  </a:cubicBezTo>
                  <a:cubicBezTo>
                    <a:pt x="1" y="3113"/>
                    <a:pt x="1267" y="3479"/>
                    <a:pt x="1418" y="3549"/>
                  </a:cubicBezTo>
                  <a:lnTo>
                    <a:pt x="1175" y="4562"/>
                  </a:lnTo>
                  <a:cubicBezTo>
                    <a:pt x="1175" y="4562"/>
                    <a:pt x="1844" y="4762"/>
                    <a:pt x="2666" y="5068"/>
                  </a:cubicBezTo>
                  <a:cubicBezTo>
                    <a:pt x="2325" y="2919"/>
                    <a:pt x="2572" y="1260"/>
                    <a:pt x="3088"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84"/>
            <p:cNvSpPr/>
            <p:nvPr/>
          </p:nvSpPr>
          <p:spPr>
            <a:xfrm>
              <a:off x="7030388" y="1777116"/>
              <a:ext cx="57825" cy="40026"/>
            </a:xfrm>
            <a:custGeom>
              <a:rect b="b" l="l" r="r" t="t"/>
              <a:pathLst>
                <a:path extrusionOk="0" h="1527" w="2206">
                  <a:moveTo>
                    <a:pt x="1104" y="1"/>
                  </a:moveTo>
                  <a:cubicBezTo>
                    <a:pt x="496" y="1"/>
                    <a:pt x="0" y="324"/>
                    <a:pt x="0" y="722"/>
                  </a:cubicBezTo>
                  <a:cubicBezTo>
                    <a:pt x="0" y="1109"/>
                    <a:pt x="464" y="1309"/>
                    <a:pt x="799" y="1460"/>
                  </a:cubicBezTo>
                  <a:cubicBezTo>
                    <a:pt x="895" y="1504"/>
                    <a:pt x="999" y="1526"/>
                    <a:pt x="1103" y="1526"/>
                  </a:cubicBezTo>
                  <a:cubicBezTo>
                    <a:pt x="1206" y="1526"/>
                    <a:pt x="1310" y="1504"/>
                    <a:pt x="1407" y="1460"/>
                  </a:cubicBezTo>
                  <a:cubicBezTo>
                    <a:pt x="1741" y="1309"/>
                    <a:pt x="2205" y="1109"/>
                    <a:pt x="2205" y="722"/>
                  </a:cubicBezTo>
                  <a:cubicBezTo>
                    <a:pt x="2205" y="324"/>
                    <a:pt x="1713" y="1"/>
                    <a:pt x="110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84"/>
            <p:cNvSpPr/>
            <p:nvPr/>
          </p:nvSpPr>
          <p:spPr>
            <a:xfrm>
              <a:off x="6876913" y="1502068"/>
              <a:ext cx="365402" cy="360343"/>
            </a:xfrm>
            <a:custGeom>
              <a:rect b="b" l="l" r="r" t="t"/>
              <a:pathLst>
                <a:path extrusionOk="0" h="13747" w="13940">
                  <a:moveTo>
                    <a:pt x="1548" y="412"/>
                  </a:moveTo>
                  <a:cubicBezTo>
                    <a:pt x="1572" y="412"/>
                    <a:pt x="1593" y="419"/>
                    <a:pt x="1614" y="426"/>
                  </a:cubicBezTo>
                  <a:cubicBezTo>
                    <a:pt x="2304" y="687"/>
                    <a:pt x="3626" y="1341"/>
                    <a:pt x="4885" y="2796"/>
                  </a:cubicBezTo>
                  <a:cubicBezTo>
                    <a:pt x="4596" y="2895"/>
                    <a:pt x="4319" y="3014"/>
                    <a:pt x="4048" y="3155"/>
                  </a:cubicBezTo>
                  <a:cubicBezTo>
                    <a:pt x="2979" y="1559"/>
                    <a:pt x="1920" y="690"/>
                    <a:pt x="1548" y="412"/>
                  </a:cubicBezTo>
                  <a:close/>
                  <a:moveTo>
                    <a:pt x="1302" y="736"/>
                  </a:moveTo>
                  <a:lnTo>
                    <a:pt x="1302" y="736"/>
                  </a:lnTo>
                  <a:cubicBezTo>
                    <a:pt x="1639" y="989"/>
                    <a:pt x="2663" y="1830"/>
                    <a:pt x="3693" y="3352"/>
                  </a:cubicBezTo>
                  <a:cubicBezTo>
                    <a:pt x="3292" y="3595"/>
                    <a:pt x="2916" y="3880"/>
                    <a:pt x="2574" y="4200"/>
                  </a:cubicBezTo>
                  <a:cubicBezTo>
                    <a:pt x="2392" y="4372"/>
                    <a:pt x="2216" y="4551"/>
                    <a:pt x="2054" y="4741"/>
                  </a:cubicBezTo>
                  <a:cubicBezTo>
                    <a:pt x="1625" y="3445"/>
                    <a:pt x="1369" y="2099"/>
                    <a:pt x="1302" y="736"/>
                  </a:cubicBezTo>
                  <a:close/>
                  <a:moveTo>
                    <a:pt x="12392" y="409"/>
                  </a:moveTo>
                  <a:lnTo>
                    <a:pt x="12392" y="409"/>
                  </a:lnTo>
                  <a:cubicBezTo>
                    <a:pt x="12266" y="504"/>
                    <a:pt x="12058" y="669"/>
                    <a:pt x="11798" y="912"/>
                  </a:cubicBezTo>
                  <a:cubicBezTo>
                    <a:pt x="11642" y="1054"/>
                    <a:pt x="11774" y="1268"/>
                    <a:pt x="11935" y="1268"/>
                  </a:cubicBezTo>
                  <a:cubicBezTo>
                    <a:pt x="11981" y="1268"/>
                    <a:pt x="12028" y="1251"/>
                    <a:pt x="12072" y="1211"/>
                  </a:cubicBezTo>
                  <a:cubicBezTo>
                    <a:pt x="12326" y="978"/>
                    <a:pt x="12523" y="820"/>
                    <a:pt x="12642" y="732"/>
                  </a:cubicBezTo>
                  <a:lnTo>
                    <a:pt x="12642" y="732"/>
                  </a:lnTo>
                  <a:cubicBezTo>
                    <a:pt x="12572" y="2097"/>
                    <a:pt x="12319" y="3443"/>
                    <a:pt x="11886" y="4741"/>
                  </a:cubicBezTo>
                  <a:cubicBezTo>
                    <a:pt x="11724" y="4551"/>
                    <a:pt x="11552" y="4368"/>
                    <a:pt x="11369" y="4200"/>
                  </a:cubicBezTo>
                  <a:cubicBezTo>
                    <a:pt x="11025" y="3876"/>
                    <a:pt x="10652" y="3595"/>
                    <a:pt x="10251" y="3352"/>
                  </a:cubicBezTo>
                  <a:cubicBezTo>
                    <a:pt x="10603" y="2828"/>
                    <a:pt x="10993" y="2332"/>
                    <a:pt x="11418" y="1865"/>
                  </a:cubicBezTo>
                  <a:cubicBezTo>
                    <a:pt x="11542" y="1715"/>
                    <a:pt x="11410" y="1530"/>
                    <a:pt x="11259" y="1530"/>
                  </a:cubicBezTo>
                  <a:cubicBezTo>
                    <a:pt x="11212" y="1530"/>
                    <a:pt x="11163" y="1548"/>
                    <a:pt x="11119" y="1590"/>
                  </a:cubicBezTo>
                  <a:cubicBezTo>
                    <a:pt x="10673" y="2079"/>
                    <a:pt x="10261" y="2603"/>
                    <a:pt x="9892" y="3155"/>
                  </a:cubicBezTo>
                  <a:cubicBezTo>
                    <a:pt x="9621" y="3014"/>
                    <a:pt x="9344" y="2895"/>
                    <a:pt x="9059" y="2796"/>
                  </a:cubicBezTo>
                  <a:cubicBezTo>
                    <a:pt x="10318" y="1341"/>
                    <a:pt x="11636" y="687"/>
                    <a:pt x="12326" y="423"/>
                  </a:cubicBezTo>
                  <a:cubicBezTo>
                    <a:pt x="12347" y="416"/>
                    <a:pt x="12371" y="412"/>
                    <a:pt x="12392" y="409"/>
                  </a:cubicBezTo>
                  <a:close/>
                  <a:moveTo>
                    <a:pt x="9709" y="6105"/>
                  </a:moveTo>
                  <a:cubicBezTo>
                    <a:pt x="9799" y="6105"/>
                    <a:pt x="9892" y="6112"/>
                    <a:pt x="9987" y="6127"/>
                  </a:cubicBezTo>
                  <a:cubicBezTo>
                    <a:pt x="11566" y="6359"/>
                    <a:pt x="12705" y="7804"/>
                    <a:pt x="13416" y="9063"/>
                  </a:cubicBezTo>
                  <a:cubicBezTo>
                    <a:pt x="13022" y="9179"/>
                    <a:pt x="12336" y="9383"/>
                    <a:pt x="12213" y="9443"/>
                  </a:cubicBezTo>
                  <a:cubicBezTo>
                    <a:pt x="12125" y="9481"/>
                    <a:pt x="12083" y="9576"/>
                    <a:pt x="12104" y="9671"/>
                  </a:cubicBezTo>
                  <a:lnTo>
                    <a:pt x="12101" y="9671"/>
                  </a:lnTo>
                  <a:lnTo>
                    <a:pt x="12301" y="10497"/>
                  </a:lnTo>
                  <a:cubicBezTo>
                    <a:pt x="11809" y="10656"/>
                    <a:pt x="10448" y="11106"/>
                    <a:pt x="9347" y="11651"/>
                  </a:cubicBezTo>
                  <a:cubicBezTo>
                    <a:pt x="9347" y="11630"/>
                    <a:pt x="9351" y="11609"/>
                    <a:pt x="9351" y="11584"/>
                  </a:cubicBezTo>
                  <a:cubicBezTo>
                    <a:pt x="9351" y="10909"/>
                    <a:pt x="9069" y="10227"/>
                    <a:pt x="8795" y="9569"/>
                  </a:cubicBezTo>
                  <a:cubicBezTo>
                    <a:pt x="8531" y="8936"/>
                    <a:pt x="8261" y="8282"/>
                    <a:pt x="8261" y="7667"/>
                  </a:cubicBezTo>
                  <a:cubicBezTo>
                    <a:pt x="8261" y="7178"/>
                    <a:pt x="8461" y="6714"/>
                    <a:pt x="8795" y="6425"/>
                  </a:cubicBezTo>
                  <a:cubicBezTo>
                    <a:pt x="9039" y="6215"/>
                    <a:pt x="9353" y="6105"/>
                    <a:pt x="9709" y="6105"/>
                  </a:cubicBezTo>
                  <a:close/>
                  <a:moveTo>
                    <a:pt x="4226" y="6103"/>
                  </a:moveTo>
                  <a:cubicBezTo>
                    <a:pt x="4583" y="6103"/>
                    <a:pt x="4897" y="6211"/>
                    <a:pt x="5145" y="6425"/>
                  </a:cubicBezTo>
                  <a:cubicBezTo>
                    <a:pt x="5479" y="6714"/>
                    <a:pt x="5676" y="7178"/>
                    <a:pt x="5676" y="7663"/>
                  </a:cubicBezTo>
                  <a:cubicBezTo>
                    <a:pt x="5676" y="8279"/>
                    <a:pt x="5405" y="8936"/>
                    <a:pt x="5145" y="9569"/>
                  </a:cubicBezTo>
                  <a:cubicBezTo>
                    <a:pt x="4871" y="10227"/>
                    <a:pt x="4589" y="10909"/>
                    <a:pt x="4589" y="11584"/>
                  </a:cubicBezTo>
                  <a:cubicBezTo>
                    <a:pt x="4589" y="11605"/>
                    <a:pt x="4589" y="11630"/>
                    <a:pt x="4593" y="11654"/>
                  </a:cubicBezTo>
                  <a:cubicBezTo>
                    <a:pt x="3489" y="11109"/>
                    <a:pt x="2128" y="10656"/>
                    <a:pt x="1639" y="10497"/>
                  </a:cubicBezTo>
                  <a:lnTo>
                    <a:pt x="1840" y="9671"/>
                  </a:lnTo>
                  <a:cubicBezTo>
                    <a:pt x="1861" y="9580"/>
                    <a:pt x="1815" y="9481"/>
                    <a:pt x="1727" y="9439"/>
                  </a:cubicBezTo>
                  <a:cubicBezTo>
                    <a:pt x="1604" y="9383"/>
                    <a:pt x="918" y="9179"/>
                    <a:pt x="524" y="9063"/>
                  </a:cubicBezTo>
                  <a:cubicBezTo>
                    <a:pt x="1235" y="7804"/>
                    <a:pt x="2378" y="6359"/>
                    <a:pt x="3953" y="6123"/>
                  </a:cubicBezTo>
                  <a:cubicBezTo>
                    <a:pt x="4046" y="6110"/>
                    <a:pt x="4137" y="6103"/>
                    <a:pt x="4226" y="6103"/>
                  </a:cubicBezTo>
                  <a:close/>
                  <a:moveTo>
                    <a:pt x="6956" y="10698"/>
                  </a:moveTo>
                  <a:cubicBezTo>
                    <a:pt x="7434" y="10698"/>
                    <a:pt x="7853" y="10941"/>
                    <a:pt x="7853" y="11218"/>
                  </a:cubicBezTo>
                  <a:cubicBezTo>
                    <a:pt x="7853" y="11464"/>
                    <a:pt x="7469" y="11637"/>
                    <a:pt x="7192" y="11763"/>
                  </a:cubicBezTo>
                  <a:lnTo>
                    <a:pt x="7178" y="11770"/>
                  </a:lnTo>
                  <a:cubicBezTo>
                    <a:pt x="7108" y="11800"/>
                    <a:pt x="7035" y="11815"/>
                    <a:pt x="6961" y="11815"/>
                  </a:cubicBezTo>
                  <a:cubicBezTo>
                    <a:pt x="6885" y="11815"/>
                    <a:pt x="6809" y="11799"/>
                    <a:pt x="6738" y="11767"/>
                  </a:cubicBezTo>
                  <a:lnTo>
                    <a:pt x="6734" y="11770"/>
                  </a:lnTo>
                  <a:lnTo>
                    <a:pt x="6724" y="11763"/>
                  </a:lnTo>
                  <a:cubicBezTo>
                    <a:pt x="6443" y="11637"/>
                    <a:pt x="6059" y="11464"/>
                    <a:pt x="6059" y="11218"/>
                  </a:cubicBezTo>
                  <a:cubicBezTo>
                    <a:pt x="6059" y="10941"/>
                    <a:pt x="6478" y="10698"/>
                    <a:pt x="6956" y="10698"/>
                  </a:cubicBezTo>
                  <a:close/>
                  <a:moveTo>
                    <a:pt x="6970" y="2863"/>
                  </a:moveTo>
                  <a:cubicBezTo>
                    <a:pt x="8517" y="2863"/>
                    <a:pt x="9945" y="3429"/>
                    <a:pt x="11088" y="4498"/>
                  </a:cubicBezTo>
                  <a:cubicBezTo>
                    <a:pt x="12013" y="5363"/>
                    <a:pt x="12726" y="6538"/>
                    <a:pt x="13184" y="7934"/>
                  </a:cubicBezTo>
                  <a:cubicBezTo>
                    <a:pt x="12790" y="7385"/>
                    <a:pt x="12368" y="6932"/>
                    <a:pt x="11928" y="6580"/>
                  </a:cubicBezTo>
                  <a:cubicBezTo>
                    <a:pt x="11334" y="6109"/>
                    <a:pt x="10701" y="5817"/>
                    <a:pt x="10047" y="5722"/>
                  </a:cubicBezTo>
                  <a:cubicBezTo>
                    <a:pt x="9931" y="5705"/>
                    <a:pt x="9817" y="5696"/>
                    <a:pt x="9706" y="5696"/>
                  </a:cubicBezTo>
                  <a:cubicBezTo>
                    <a:pt x="9254" y="5696"/>
                    <a:pt x="8850" y="5840"/>
                    <a:pt x="8528" y="6119"/>
                  </a:cubicBezTo>
                  <a:cubicBezTo>
                    <a:pt x="8106" y="6482"/>
                    <a:pt x="7856" y="7062"/>
                    <a:pt x="7856" y="7667"/>
                  </a:cubicBezTo>
                  <a:cubicBezTo>
                    <a:pt x="7856" y="8363"/>
                    <a:pt x="8141" y="9056"/>
                    <a:pt x="8419" y="9724"/>
                  </a:cubicBezTo>
                  <a:cubicBezTo>
                    <a:pt x="8690" y="10374"/>
                    <a:pt x="8943" y="10990"/>
                    <a:pt x="8943" y="11584"/>
                  </a:cubicBezTo>
                  <a:cubicBezTo>
                    <a:pt x="8943" y="11820"/>
                    <a:pt x="8781" y="12175"/>
                    <a:pt x="8426" y="12400"/>
                  </a:cubicBezTo>
                  <a:cubicBezTo>
                    <a:pt x="8219" y="12530"/>
                    <a:pt x="8004" y="12579"/>
                    <a:pt x="7799" y="12579"/>
                  </a:cubicBezTo>
                  <a:cubicBezTo>
                    <a:pt x="7572" y="12579"/>
                    <a:pt x="7357" y="12519"/>
                    <a:pt x="7174" y="12446"/>
                  </a:cubicBezTo>
                  <a:lnTo>
                    <a:pt x="7174" y="12199"/>
                  </a:lnTo>
                  <a:cubicBezTo>
                    <a:pt x="7230" y="12185"/>
                    <a:pt x="7290" y="12168"/>
                    <a:pt x="7343" y="12143"/>
                  </a:cubicBezTo>
                  <a:lnTo>
                    <a:pt x="7357" y="12136"/>
                  </a:lnTo>
                  <a:cubicBezTo>
                    <a:pt x="7719" y="11974"/>
                    <a:pt x="8261" y="11732"/>
                    <a:pt x="8261" y="11218"/>
                  </a:cubicBezTo>
                  <a:cubicBezTo>
                    <a:pt x="8261" y="10701"/>
                    <a:pt x="7691" y="10293"/>
                    <a:pt x="6956" y="10293"/>
                  </a:cubicBezTo>
                  <a:cubicBezTo>
                    <a:pt x="6225" y="10293"/>
                    <a:pt x="5651" y="10701"/>
                    <a:pt x="5651" y="11218"/>
                  </a:cubicBezTo>
                  <a:cubicBezTo>
                    <a:pt x="5651" y="11732"/>
                    <a:pt x="6196" y="11974"/>
                    <a:pt x="6555" y="12136"/>
                  </a:cubicBezTo>
                  <a:lnTo>
                    <a:pt x="6569" y="12143"/>
                  </a:lnTo>
                  <a:cubicBezTo>
                    <a:pt x="6632" y="12171"/>
                    <a:pt x="6699" y="12192"/>
                    <a:pt x="6766" y="12206"/>
                  </a:cubicBezTo>
                  <a:lnTo>
                    <a:pt x="6766" y="12446"/>
                  </a:lnTo>
                  <a:cubicBezTo>
                    <a:pt x="6584" y="12521"/>
                    <a:pt x="6369" y="12580"/>
                    <a:pt x="6144" y="12580"/>
                  </a:cubicBezTo>
                  <a:cubicBezTo>
                    <a:pt x="5938" y="12580"/>
                    <a:pt x="5722" y="12531"/>
                    <a:pt x="5514" y="12400"/>
                  </a:cubicBezTo>
                  <a:cubicBezTo>
                    <a:pt x="5159" y="12178"/>
                    <a:pt x="4997" y="11820"/>
                    <a:pt x="4997" y="11584"/>
                  </a:cubicBezTo>
                  <a:cubicBezTo>
                    <a:pt x="4997" y="10990"/>
                    <a:pt x="5250" y="10374"/>
                    <a:pt x="5521" y="9724"/>
                  </a:cubicBezTo>
                  <a:cubicBezTo>
                    <a:pt x="5799" y="9056"/>
                    <a:pt x="6084" y="8363"/>
                    <a:pt x="6084" y="7667"/>
                  </a:cubicBezTo>
                  <a:cubicBezTo>
                    <a:pt x="6084" y="7062"/>
                    <a:pt x="5834" y="6482"/>
                    <a:pt x="5412" y="6119"/>
                  </a:cubicBezTo>
                  <a:cubicBezTo>
                    <a:pt x="5087" y="5840"/>
                    <a:pt x="4685" y="5696"/>
                    <a:pt x="4233" y="5696"/>
                  </a:cubicBezTo>
                  <a:cubicBezTo>
                    <a:pt x="4123" y="5696"/>
                    <a:pt x="4009" y="5705"/>
                    <a:pt x="3893" y="5722"/>
                  </a:cubicBezTo>
                  <a:cubicBezTo>
                    <a:pt x="3239" y="5821"/>
                    <a:pt x="2606" y="6109"/>
                    <a:pt x="2012" y="6580"/>
                  </a:cubicBezTo>
                  <a:cubicBezTo>
                    <a:pt x="1572" y="6932"/>
                    <a:pt x="1150" y="7382"/>
                    <a:pt x="756" y="7934"/>
                  </a:cubicBezTo>
                  <a:cubicBezTo>
                    <a:pt x="1214" y="6538"/>
                    <a:pt x="1924" y="5363"/>
                    <a:pt x="2849" y="4498"/>
                  </a:cubicBezTo>
                  <a:cubicBezTo>
                    <a:pt x="3995" y="3429"/>
                    <a:pt x="5419" y="2863"/>
                    <a:pt x="6970" y="2863"/>
                  </a:cubicBezTo>
                  <a:close/>
                  <a:moveTo>
                    <a:pt x="6970" y="12800"/>
                  </a:moveTo>
                  <a:cubicBezTo>
                    <a:pt x="7251" y="12800"/>
                    <a:pt x="7533" y="12862"/>
                    <a:pt x="7793" y="12987"/>
                  </a:cubicBezTo>
                  <a:cubicBezTo>
                    <a:pt x="7870" y="12984"/>
                    <a:pt x="7944" y="12980"/>
                    <a:pt x="8018" y="12970"/>
                  </a:cubicBezTo>
                  <a:lnTo>
                    <a:pt x="8018" y="12970"/>
                  </a:lnTo>
                  <a:cubicBezTo>
                    <a:pt x="7958" y="13047"/>
                    <a:pt x="7881" y="13107"/>
                    <a:pt x="7796" y="13152"/>
                  </a:cubicBezTo>
                  <a:lnTo>
                    <a:pt x="7793" y="13152"/>
                  </a:lnTo>
                  <a:cubicBezTo>
                    <a:pt x="7582" y="13272"/>
                    <a:pt x="7279" y="13339"/>
                    <a:pt x="6970" y="13339"/>
                  </a:cubicBezTo>
                  <a:cubicBezTo>
                    <a:pt x="6661" y="13339"/>
                    <a:pt x="6358" y="13272"/>
                    <a:pt x="6144" y="13152"/>
                  </a:cubicBezTo>
                  <a:cubicBezTo>
                    <a:pt x="6059" y="13107"/>
                    <a:pt x="5985" y="13047"/>
                    <a:pt x="5926" y="12970"/>
                  </a:cubicBezTo>
                  <a:lnTo>
                    <a:pt x="5926" y="12970"/>
                  </a:lnTo>
                  <a:cubicBezTo>
                    <a:pt x="6000" y="12980"/>
                    <a:pt x="6073" y="12984"/>
                    <a:pt x="6147" y="12987"/>
                  </a:cubicBezTo>
                  <a:cubicBezTo>
                    <a:pt x="6407" y="12862"/>
                    <a:pt x="6689" y="12800"/>
                    <a:pt x="6970" y="12800"/>
                  </a:cubicBezTo>
                  <a:close/>
                  <a:moveTo>
                    <a:pt x="1528" y="0"/>
                  </a:moveTo>
                  <a:cubicBezTo>
                    <a:pt x="1396" y="0"/>
                    <a:pt x="1264" y="41"/>
                    <a:pt x="1154" y="120"/>
                  </a:cubicBezTo>
                  <a:cubicBezTo>
                    <a:pt x="978" y="247"/>
                    <a:pt x="880" y="451"/>
                    <a:pt x="890" y="665"/>
                  </a:cubicBezTo>
                  <a:cubicBezTo>
                    <a:pt x="996" y="3095"/>
                    <a:pt x="1674" y="4899"/>
                    <a:pt x="1755" y="5110"/>
                  </a:cubicBezTo>
                  <a:cubicBezTo>
                    <a:pt x="925" y="6197"/>
                    <a:pt x="335" y="7572"/>
                    <a:pt x="22" y="9147"/>
                  </a:cubicBezTo>
                  <a:cubicBezTo>
                    <a:pt x="0" y="9253"/>
                    <a:pt x="64" y="9355"/>
                    <a:pt x="166" y="9383"/>
                  </a:cubicBezTo>
                  <a:cubicBezTo>
                    <a:pt x="633" y="9516"/>
                    <a:pt x="1147" y="9671"/>
                    <a:pt x="1400" y="9752"/>
                  </a:cubicBezTo>
                  <a:lnTo>
                    <a:pt x="1200" y="10589"/>
                  </a:lnTo>
                  <a:cubicBezTo>
                    <a:pt x="1175" y="10691"/>
                    <a:pt x="1235" y="10800"/>
                    <a:pt x="1337" y="10832"/>
                  </a:cubicBezTo>
                  <a:cubicBezTo>
                    <a:pt x="1358" y="10835"/>
                    <a:pt x="3447" y="11479"/>
                    <a:pt x="4772" y="12206"/>
                  </a:cubicBezTo>
                  <a:cubicBezTo>
                    <a:pt x="4902" y="12424"/>
                    <a:pt x="5082" y="12607"/>
                    <a:pt x="5300" y="12744"/>
                  </a:cubicBezTo>
                  <a:cubicBezTo>
                    <a:pt x="5349" y="12776"/>
                    <a:pt x="5405" y="12808"/>
                    <a:pt x="5461" y="12832"/>
                  </a:cubicBezTo>
                  <a:cubicBezTo>
                    <a:pt x="5476" y="13346"/>
                    <a:pt x="6133" y="13747"/>
                    <a:pt x="6970" y="13747"/>
                  </a:cubicBezTo>
                  <a:cubicBezTo>
                    <a:pt x="7807" y="13747"/>
                    <a:pt x="8465" y="13346"/>
                    <a:pt x="8479" y="12832"/>
                  </a:cubicBezTo>
                  <a:cubicBezTo>
                    <a:pt x="8535" y="12808"/>
                    <a:pt x="8591" y="12776"/>
                    <a:pt x="8644" y="12744"/>
                  </a:cubicBezTo>
                  <a:cubicBezTo>
                    <a:pt x="8858" y="12607"/>
                    <a:pt x="9041" y="12424"/>
                    <a:pt x="9171" y="12203"/>
                  </a:cubicBezTo>
                  <a:cubicBezTo>
                    <a:pt x="10497" y="11472"/>
                    <a:pt x="12582" y="10835"/>
                    <a:pt x="12603" y="10832"/>
                  </a:cubicBezTo>
                  <a:cubicBezTo>
                    <a:pt x="12709" y="10800"/>
                    <a:pt x="12769" y="10691"/>
                    <a:pt x="12744" y="10589"/>
                  </a:cubicBezTo>
                  <a:lnTo>
                    <a:pt x="12544" y="9752"/>
                  </a:lnTo>
                  <a:cubicBezTo>
                    <a:pt x="12797" y="9671"/>
                    <a:pt x="13307" y="9516"/>
                    <a:pt x="13778" y="9383"/>
                  </a:cubicBezTo>
                  <a:cubicBezTo>
                    <a:pt x="13880" y="9355"/>
                    <a:pt x="13940" y="9253"/>
                    <a:pt x="13919" y="9147"/>
                  </a:cubicBezTo>
                  <a:cubicBezTo>
                    <a:pt x="13609" y="7572"/>
                    <a:pt x="13015" y="6197"/>
                    <a:pt x="12188" y="5110"/>
                  </a:cubicBezTo>
                  <a:cubicBezTo>
                    <a:pt x="12269" y="4899"/>
                    <a:pt x="12948" y="3095"/>
                    <a:pt x="13053" y="665"/>
                  </a:cubicBezTo>
                  <a:cubicBezTo>
                    <a:pt x="13061" y="451"/>
                    <a:pt x="12962" y="247"/>
                    <a:pt x="12790" y="120"/>
                  </a:cubicBezTo>
                  <a:cubicBezTo>
                    <a:pt x="12679" y="41"/>
                    <a:pt x="12548" y="0"/>
                    <a:pt x="12415" y="0"/>
                  </a:cubicBezTo>
                  <a:cubicBezTo>
                    <a:pt x="12336" y="0"/>
                    <a:pt x="12257" y="14"/>
                    <a:pt x="12181" y="43"/>
                  </a:cubicBezTo>
                  <a:cubicBezTo>
                    <a:pt x="11436" y="328"/>
                    <a:pt x="9984" y="1049"/>
                    <a:pt x="8633" y="2666"/>
                  </a:cubicBezTo>
                  <a:cubicBezTo>
                    <a:pt x="8088" y="2524"/>
                    <a:pt x="7529" y="2453"/>
                    <a:pt x="6970" y="2453"/>
                  </a:cubicBezTo>
                  <a:cubicBezTo>
                    <a:pt x="6412" y="2453"/>
                    <a:pt x="5854" y="2524"/>
                    <a:pt x="5310" y="2666"/>
                  </a:cubicBezTo>
                  <a:cubicBezTo>
                    <a:pt x="3956" y="1049"/>
                    <a:pt x="2508" y="328"/>
                    <a:pt x="1759" y="43"/>
                  </a:cubicBezTo>
                  <a:cubicBezTo>
                    <a:pt x="1684" y="14"/>
                    <a:pt x="1606"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84"/>
            <p:cNvSpPr/>
            <p:nvPr/>
          </p:nvSpPr>
          <p:spPr>
            <a:xfrm>
              <a:off x="6962183" y="1674809"/>
              <a:ext cx="52189" cy="63434"/>
            </a:xfrm>
            <a:custGeom>
              <a:rect b="b" l="l" r="r" t="t"/>
              <a:pathLst>
                <a:path extrusionOk="0" h="2420" w="1991">
                  <a:moveTo>
                    <a:pt x="995" y="1"/>
                  </a:moveTo>
                  <a:cubicBezTo>
                    <a:pt x="461" y="1"/>
                    <a:pt x="28" y="433"/>
                    <a:pt x="28" y="968"/>
                  </a:cubicBezTo>
                  <a:lnTo>
                    <a:pt x="28" y="1404"/>
                  </a:lnTo>
                  <a:cubicBezTo>
                    <a:pt x="0" y="1956"/>
                    <a:pt x="440" y="2420"/>
                    <a:pt x="995" y="2420"/>
                  </a:cubicBezTo>
                  <a:cubicBezTo>
                    <a:pt x="1547" y="2420"/>
                    <a:pt x="1990" y="1956"/>
                    <a:pt x="1962" y="1404"/>
                  </a:cubicBezTo>
                  <a:lnTo>
                    <a:pt x="1962" y="1400"/>
                  </a:lnTo>
                  <a:lnTo>
                    <a:pt x="1962" y="964"/>
                  </a:lnTo>
                  <a:cubicBezTo>
                    <a:pt x="1962" y="820"/>
                    <a:pt x="1931" y="679"/>
                    <a:pt x="1867" y="549"/>
                  </a:cubicBezTo>
                  <a:cubicBezTo>
                    <a:pt x="1828" y="467"/>
                    <a:pt x="1760" y="433"/>
                    <a:pt x="1692" y="433"/>
                  </a:cubicBezTo>
                  <a:cubicBezTo>
                    <a:pt x="1558" y="433"/>
                    <a:pt x="1423" y="564"/>
                    <a:pt x="1502" y="725"/>
                  </a:cubicBezTo>
                  <a:cubicBezTo>
                    <a:pt x="1537" y="799"/>
                    <a:pt x="1554" y="883"/>
                    <a:pt x="1554" y="964"/>
                  </a:cubicBezTo>
                  <a:lnTo>
                    <a:pt x="1554" y="1400"/>
                  </a:lnTo>
                  <a:cubicBezTo>
                    <a:pt x="1554" y="1710"/>
                    <a:pt x="1305" y="1959"/>
                    <a:pt x="995" y="1959"/>
                  </a:cubicBezTo>
                  <a:cubicBezTo>
                    <a:pt x="689" y="1959"/>
                    <a:pt x="436" y="1710"/>
                    <a:pt x="440" y="1400"/>
                  </a:cubicBezTo>
                  <a:lnTo>
                    <a:pt x="440" y="964"/>
                  </a:lnTo>
                  <a:cubicBezTo>
                    <a:pt x="440" y="658"/>
                    <a:pt x="689" y="409"/>
                    <a:pt x="995" y="409"/>
                  </a:cubicBezTo>
                  <a:cubicBezTo>
                    <a:pt x="1108" y="409"/>
                    <a:pt x="1199" y="317"/>
                    <a:pt x="1199" y="205"/>
                  </a:cubicBezTo>
                  <a:cubicBezTo>
                    <a:pt x="1199" y="92"/>
                    <a:pt x="1108" y="1"/>
                    <a:pt x="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84"/>
            <p:cNvSpPr/>
            <p:nvPr/>
          </p:nvSpPr>
          <p:spPr>
            <a:xfrm>
              <a:off x="7105591" y="1674730"/>
              <a:ext cx="50643" cy="60865"/>
            </a:xfrm>
            <a:custGeom>
              <a:rect b="b" l="l" r="r" t="t"/>
              <a:pathLst>
                <a:path extrusionOk="0" h="2322" w="1932">
                  <a:moveTo>
                    <a:pt x="968" y="0"/>
                  </a:moveTo>
                  <a:cubicBezTo>
                    <a:pt x="433" y="0"/>
                    <a:pt x="1" y="433"/>
                    <a:pt x="1" y="967"/>
                  </a:cubicBezTo>
                  <a:lnTo>
                    <a:pt x="1" y="1403"/>
                  </a:lnTo>
                  <a:cubicBezTo>
                    <a:pt x="29" y="1917"/>
                    <a:pt x="451" y="2321"/>
                    <a:pt x="968" y="2321"/>
                  </a:cubicBezTo>
                  <a:cubicBezTo>
                    <a:pt x="1481" y="2321"/>
                    <a:pt x="1907" y="1917"/>
                    <a:pt x="1931" y="1403"/>
                  </a:cubicBezTo>
                  <a:lnTo>
                    <a:pt x="1931" y="967"/>
                  </a:lnTo>
                  <a:cubicBezTo>
                    <a:pt x="1931" y="827"/>
                    <a:pt x="1900" y="682"/>
                    <a:pt x="1840" y="556"/>
                  </a:cubicBezTo>
                  <a:cubicBezTo>
                    <a:pt x="1804" y="482"/>
                    <a:pt x="1731" y="437"/>
                    <a:pt x="1655" y="437"/>
                  </a:cubicBezTo>
                  <a:cubicBezTo>
                    <a:pt x="1626" y="437"/>
                    <a:pt x="1597" y="444"/>
                    <a:pt x="1569" y="457"/>
                  </a:cubicBezTo>
                  <a:cubicBezTo>
                    <a:pt x="1467" y="507"/>
                    <a:pt x="1425" y="626"/>
                    <a:pt x="1474" y="728"/>
                  </a:cubicBezTo>
                  <a:cubicBezTo>
                    <a:pt x="1509" y="802"/>
                    <a:pt x="1527" y="883"/>
                    <a:pt x="1527" y="967"/>
                  </a:cubicBezTo>
                  <a:lnTo>
                    <a:pt x="1527" y="1403"/>
                  </a:lnTo>
                  <a:cubicBezTo>
                    <a:pt x="1527" y="1713"/>
                    <a:pt x="1277" y="1962"/>
                    <a:pt x="968" y="1962"/>
                  </a:cubicBezTo>
                  <a:cubicBezTo>
                    <a:pt x="658" y="1962"/>
                    <a:pt x="409" y="1713"/>
                    <a:pt x="409" y="1403"/>
                  </a:cubicBezTo>
                  <a:lnTo>
                    <a:pt x="409" y="967"/>
                  </a:lnTo>
                  <a:cubicBezTo>
                    <a:pt x="412" y="658"/>
                    <a:pt x="662" y="408"/>
                    <a:pt x="968" y="408"/>
                  </a:cubicBezTo>
                  <a:cubicBezTo>
                    <a:pt x="1080" y="408"/>
                    <a:pt x="1172" y="317"/>
                    <a:pt x="1172" y="204"/>
                  </a:cubicBezTo>
                  <a:cubicBezTo>
                    <a:pt x="1172" y="92"/>
                    <a:pt x="1080" y="0"/>
                    <a:pt x="9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3" name="Google Shape;16383;p84"/>
          <p:cNvGrpSpPr/>
          <p:nvPr/>
        </p:nvGrpSpPr>
        <p:grpSpPr>
          <a:xfrm>
            <a:off x="1426889" y="1499867"/>
            <a:ext cx="331405" cy="364563"/>
            <a:chOff x="1426889" y="1499867"/>
            <a:chExt cx="331405" cy="364563"/>
          </a:xfrm>
        </p:grpSpPr>
        <p:sp>
          <p:nvSpPr>
            <p:cNvPr id="16384" name="Google Shape;16384;p84"/>
            <p:cNvSpPr/>
            <p:nvPr/>
          </p:nvSpPr>
          <p:spPr>
            <a:xfrm>
              <a:off x="1432787" y="1625136"/>
              <a:ext cx="102701" cy="137852"/>
            </a:xfrm>
            <a:custGeom>
              <a:rect b="b" l="l" r="r" t="t"/>
              <a:pathLst>
                <a:path extrusionOk="0" h="5259" w="3918">
                  <a:moveTo>
                    <a:pt x="3918" y="0"/>
                  </a:moveTo>
                  <a:cubicBezTo>
                    <a:pt x="3918" y="0"/>
                    <a:pt x="873" y="1087"/>
                    <a:pt x="1" y="5222"/>
                  </a:cubicBezTo>
                  <a:cubicBezTo>
                    <a:pt x="1" y="5222"/>
                    <a:pt x="213" y="5258"/>
                    <a:pt x="524" y="5258"/>
                  </a:cubicBezTo>
                  <a:cubicBezTo>
                    <a:pt x="984" y="5258"/>
                    <a:pt x="1657" y="5180"/>
                    <a:pt x="2177" y="4790"/>
                  </a:cubicBezTo>
                  <a:lnTo>
                    <a:pt x="3918"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84"/>
            <p:cNvSpPr/>
            <p:nvPr/>
          </p:nvSpPr>
          <p:spPr>
            <a:xfrm>
              <a:off x="1649669" y="1625136"/>
              <a:ext cx="102727" cy="137852"/>
            </a:xfrm>
            <a:custGeom>
              <a:rect b="b" l="l" r="r" t="t"/>
              <a:pathLst>
                <a:path extrusionOk="0" h="5259" w="3919">
                  <a:moveTo>
                    <a:pt x="1" y="0"/>
                  </a:moveTo>
                  <a:lnTo>
                    <a:pt x="1741" y="4790"/>
                  </a:lnTo>
                  <a:cubicBezTo>
                    <a:pt x="2259" y="5180"/>
                    <a:pt x="2933" y="5258"/>
                    <a:pt x="3393" y="5258"/>
                  </a:cubicBezTo>
                  <a:cubicBezTo>
                    <a:pt x="3705" y="5258"/>
                    <a:pt x="3918" y="5222"/>
                    <a:pt x="3918" y="5222"/>
                  </a:cubicBezTo>
                  <a:cubicBezTo>
                    <a:pt x="3046" y="1087"/>
                    <a:pt x="1" y="0"/>
                    <a:pt x="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84"/>
            <p:cNvSpPr/>
            <p:nvPr/>
          </p:nvSpPr>
          <p:spPr>
            <a:xfrm>
              <a:off x="1478423" y="1630746"/>
              <a:ext cx="228337" cy="228442"/>
            </a:xfrm>
            <a:custGeom>
              <a:rect b="b" l="l" r="r" t="t"/>
              <a:pathLst>
                <a:path extrusionOk="0" h="8715" w="8711">
                  <a:moveTo>
                    <a:pt x="1811" y="1"/>
                  </a:moveTo>
                  <a:cubicBezTo>
                    <a:pt x="714" y="1210"/>
                    <a:pt x="4" y="3081"/>
                    <a:pt x="4" y="4790"/>
                  </a:cubicBezTo>
                  <a:cubicBezTo>
                    <a:pt x="0" y="6003"/>
                    <a:pt x="507" y="7160"/>
                    <a:pt x="1396" y="7983"/>
                  </a:cubicBezTo>
                  <a:lnTo>
                    <a:pt x="3485" y="8715"/>
                  </a:lnTo>
                  <a:lnTo>
                    <a:pt x="5226" y="8711"/>
                  </a:lnTo>
                  <a:lnTo>
                    <a:pt x="7328" y="7973"/>
                  </a:lnTo>
                  <a:cubicBezTo>
                    <a:pt x="8211" y="7150"/>
                    <a:pt x="8710" y="5996"/>
                    <a:pt x="8710" y="4794"/>
                  </a:cubicBezTo>
                  <a:cubicBezTo>
                    <a:pt x="8710" y="3088"/>
                    <a:pt x="8004" y="1228"/>
                    <a:pt x="6917" y="15"/>
                  </a:cubicBezTo>
                  <a:lnTo>
                    <a:pt x="1811" y="1"/>
                  </a:ln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84"/>
            <p:cNvSpPr/>
            <p:nvPr/>
          </p:nvSpPr>
          <p:spPr>
            <a:xfrm>
              <a:off x="1512709" y="1630850"/>
              <a:ext cx="159765" cy="188337"/>
            </a:xfrm>
            <a:custGeom>
              <a:rect b="b" l="l" r="r" t="t"/>
              <a:pathLst>
                <a:path extrusionOk="0" h="7185" w="6095">
                  <a:moveTo>
                    <a:pt x="1090" y="0"/>
                  </a:moveTo>
                  <a:cubicBezTo>
                    <a:pt x="524" y="957"/>
                    <a:pt x="0" y="2704"/>
                    <a:pt x="0" y="3918"/>
                  </a:cubicBezTo>
                  <a:cubicBezTo>
                    <a:pt x="0" y="5722"/>
                    <a:pt x="1365" y="7184"/>
                    <a:pt x="3049" y="7184"/>
                  </a:cubicBezTo>
                  <a:cubicBezTo>
                    <a:pt x="4733" y="7184"/>
                    <a:pt x="6094" y="5722"/>
                    <a:pt x="6094" y="3918"/>
                  </a:cubicBezTo>
                  <a:cubicBezTo>
                    <a:pt x="6094" y="2704"/>
                    <a:pt x="5570" y="957"/>
                    <a:pt x="500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84"/>
            <p:cNvSpPr/>
            <p:nvPr/>
          </p:nvSpPr>
          <p:spPr>
            <a:xfrm>
              <a:off x="1506994" y="1836199"/>
              <a:ext cx="68493" cy="22910"/>
            </a:xfrm>
            <a:custGeom>
              <a:rect b="b" l="l" r="r" t="t"/>
              <a:pathLst>
                <a:path extrusionOk="0" h="874" w="2613">
                  <a:moveTo>
                    <a:pt x="872" y="1"/>
                  </a:moveTo>
                  <a:cubicBezTo>
                    <a:pt x="391" y="1"/>
                    <a:pt x="0" y="391"/>
                    <a:pt x="0" y="873"/>
                  </a:cubicBezTo>
                  <a:lnTo>
                    <a:pt x="2613" y="873"/>
                  </a:lnTo>
                  <a:cubicBezTo>
                    <a:pt x="2613" y="391"/>
                    <a:pt x="2223" y="1"/>
                    <a:pt x="174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84"/>
            <p:cNvSpPr/>
            <p:nvPr/>
          </p:nvSpPr>
          <p:spPr>
            <a:xfrm>
              <a:off x="1506994" y="1836199"/>
              <a:ext cx="45636" cy="22910"/>
            </a:xfrm>
            <a:custGeom>
              <a:rect b="b" l="l" r="r" t="t"/>
              <a:pathLst>
                <a:path extrusionOk="0" h="874" w="1741">
                  <a:moveTo>
                    <a:pt x="872" y="1"/>
                  </a:moveTo>
                  <a:cubicBezTo>
                    <a:pt x="391" y="1"/>
                    <a:pt x="0" y="391"/>
                    <a:pt x="0" y="873"/>
                  </a:cubicBezTo>
                  <a:lnTo>
                    <a:pt x="872" y="873"/>
                  </a:lnTo>
                  <a:cubicBezTo>
                    <a:pt x="872" y="391"/>
                    <a:pt x="1259" y="1"/>
                    <a:pt x="1741"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84"/>
            <p:cNvSpPr/>
            <p:nvPr/>
          </p:nvSpPr>
          <p:spPr>
            <a:xfrm>
              <a:off x="1609669" y="1836199"/>
              <a:ext cx="68598" cy="22910"/>
            </a:xfrm>
            <a:custGeom>
              <a:rect b="b" l="l" r="r" t="t"/>
              <a:pathLst>
                <a:path extrusionOk="0" h="874" w="2617">
                  <a:moveTo>
                    <a:pt x="873" y="1"/>
                  </a:moveTo>
                  <a:cubicBezTo>
                    <a:pt x="391" y="1"/>
                    <a:pt x="1" y="391"/>
                    <a:pt x="1" y="873"/>
                  </a:cubicBezTo>
                  <a:lnTo>
                    <a:pt x="2617" y="873"/>
                  </a:lnTo>
                  <a:cubicBezTo>
                    <a:pt x="2617" y="391"/>
                    <a:pt x="2223" y="1"/>
                    <a:pt x="174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84"/>
            <p:cNvSpPr/>
            <p:nvPr/>
          </p:nvSpPr>
          <p:spPr>
            <a:xfrm>
              <a:off x="1609669" y="1836199"/>
              <a:ext cx="45741" cy="22910"/>
            </a:xfrm>
            <a:custGeom>
              <a:rect b="b" l="l" r="r" t="t"/>
              <a:pathLst>
                <a:path extrusionOk="0" h="874" w="1745">
                  <a:moveTo>
                    <a:pt x="873" y="1"/>
                  </a:moveTo>
                  <a:cubicBezTo>
                    <a:pt x="391" y="1"/>
                    <a:pt x="1" y="391"/>
                    <a:pt x="1" y="873"/>
                  </a:cubicBezTo>
                  <a:lnTo>
                    <a:pt x="873" y="873"/>
                  </a:lnTo>
                  <a:cubicBezTo>
                    <a:pt x="873" y="391"/>
                    <a:pt x="1263" y="1"/>
                    <a:pt x="1745"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84"/>
            <p:cNvSpPr/>
            <p:nvPr/>
          </p:nvSpPr>
          <p:spPr>
            <a:xfrm>
              <a:off x="1512709" y="1505293"/>
              <a:ext cx="159765" cy="159765"/>
            </a:xfrm>
            <a:custGeom>
              <a:rect b="b" l="l" r="r" t="t"/>
              <a:pathLst>
                <a:path extrusionOk="0" h="6095" w="6095">
                  <a:moveTo>
                    <a:pt x="3049" y="1"/>
                  </a:moveTo>
                  <a:cubicBezTo>
                    <a:pt x="1365" y="1"/>
                    <a:pt x="0" y="1365"/>
                    <a:pt x="0" y="3046"/>
                  </a:cubicBezTo>
                  <a:cubicBezTo>
                    <a:pt x="0" y="4731"/>
                    <a:pt x="1365" y="6095"/>
                    <a:pt x="3049" y="6095"/>
                  </a:cubicBezTo>
                  <a:cubicBezTo>
                    <a:pt x="4730" y="6095"/>
                    <a:pt x="6094" y="4731"/>
                    <a:pt x="6094" y="3046"/>
                  </a:cubicBezTo>
                  <a:cubicBezTo>
                    <a:pt x="6094" y="1365"/>
                    <a:pt x="4730" y="1"/>
                    <a:pt x="304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84"/>
            <p:cNvSpPr/>
            <p:nvPr/>
          </p:nvSpPr>
          <p:spPr>
            <a:xfrm>
              <a:off x="1575461" y="1607993"/>
              <a:ext cx="34234" cy="34312"/>
            </a:xfrm>
            <a:custGeom>
              <a:rect b="b" l="l" r="r" t="t"/>
              <a:pathLst>
                <a:path extrusionOk="0" h="1309" w="1306">
                  <a:moveTo>
                    <a:pt x="655" y="0"/>
                  </a:moveTo>
                  <a:lnTo>
                    <a:pt x="1" y="436"/>
                  </a:lnTo>
                  <a:lnTo>
                    <a:pt x="655" y="1308"/>
                  </a:lnTo>
                  <a:lnTo>
                    <a:pt x="1306" y="436"/>
                  </a:lnTo>
                  <a:lnTo>
                    <a:pt x="655"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84"/>
            <p:cNvSpPr/>
            <p:nvPr/>
          </p:nvSpPr>
          <p:spPr>
            <a:xfrm>
              <a:off x="1512420" y="1505319"/>
              <a:ext cx="94417" cy="159818"/>
            </a:xfrm>
            <a:custGeom>
              <a:rect b="b" l="l" r="r" t="t"/>
              <a:pathLst>
                <a:path extrusionOk="0" h="6097" w="3602">
                  <a:moveTo>
                    <a:pt x="3039" y="1"/>
                  </a:moveTo>
                  <a:cubicBezTo>
                    <a:pt x="1395" y="1"/>
                    <a:pt x="1" y="1336"/>
                    <a:pt x="1" y="3049"/>
                  </a:cubicBezTo>
                  <a:cubicBezTo>
                    <a:pt x="1" y="4762"/>
                    <a:pt x="1395" y="6097"/>
                    <a:pt x="3039" y="6097"/>
                  </a:cubicBezTo>
                  <a:cubicBezTo>
                    <a:pt x="3224" y="6097"/>
                    <a:pt x="3412" y="6080"/>
                    <a:pt x="3602" y="6045"/>
                  </a:cubicBezTo>
                  <a:cubicBezTo>
                    <a:pt x="2153" y="5781"/>
                    <a:pt x="1101" y="4522"/>
                    <a:pt x="1101" y="3049"/>
                  </a:cubicBezTo>
                  <a:cubicBezTo>
                    <a:pt x="1098" y="1575"/>
                    <a:pt x="2153" y="313"/>
                    <a:pt x="3602" y="53"/>
                  </a:cubicBezTo>
                  <a:cubicBezTo>
                    <a:pt x="3412" y="17"/>
                    <a:pt x="3224" y="1"/>
                    <a:pt x="303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84"/>
            <p:cNvSpPr/>
            <p:nvPr/>
          </p:nvSpPr>
          <p:spPr>
            <a:xfrm>
              <a:off x="1512709" y="1505293"/>
              <a:ext cx="159765" cy="82805"/>
            </a:xfrm>
            <a:custGeom>
              <a:rect b="b" l="l" r="r" t="t"/>
              <a:pathLst>
                <a:path extrusionOk="0" h="3159" w="6095">
                  <a:moveTo>
                    <a:pt x="3049" y="1"/>
                  </a:moveTo>
                  <a:cubicBezTo>
                    <a:pt x="1365" y="1"/>
                    <a:pt x="0" y="1365"/>
                    <a:pt x="0" y="3050"/>
                  </a:cubicBezTo>
                  <a:cubicBezTo>
                    <a:pt x="0" y="3088"/>
                    <a:pt x="4" y="3124"/>
                    <a:pt x="7" y="3159"/>
                  </a:cubicBezTo>
                  <a:cubicBezTo>
                    <a:pt x="65" y="2234"/>
                    <a:pt x="834" y="1632"/>
                    <a:pt x="1638" y="1632"/>
                  </a:cubicBezTo>
                  <a:cubicBezTo>
                    <a:pt x="2014" y="1632"/>
                    <a:pt x="2397" y="1763"/>
                    <a:pt x="2719" y="2055"/>
                  </a:cubicBezTo>
                  <a:cubicBezTo>
                    <a:pt x="2812" y="2137"/>
                    <a:pt x="2929" y="2179"/>
                    <a:pt x="3047" y="2179"/>
                  </a:cubicBezTo>
                  <a:cubicBezTo>
                    <a:pt x="3165" y="2179"/>
                    <a:pt x="3283" y="2137"/>
                    <a:pt x="3376" y="2055"/>
                  </a:cubicBezTo>
                  <a:cubicBezTo>
                    <a:pt x="3697" y="1763"/>
                    <a:pt x="4081" y="1632"/>
                    <a:pt x="4456" y="1632"/>
                  </a:cubicBezTo>
                  <a:cubicBezTo>
                    <a:pt x="5260" y="1632"/>
                    <a:pt x="6031" y="2234"/>
                    <a:pt x="6091" y="3159"/>
                  </a:cubicBezTo>
                  <a:cubicBezTo>
                    <a:pt x="6091" y="3124"/>
                    <a:pt x="6094" y="3088"/>
                    <a:pt x="6094" y="3050"/>
                  </a:cubicBezTo>
                  <a:cubicBezTo>
                    <a:pt x="6094" y="1365"/>
                    <a:pt x="4730" y="1"/>
                    <a:pt x="3049"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84"/>
            <p:cNvSpPr/>
            <p:nvPr/>
          </p:nvSpPr>
          <p:spPr>
            <a:xfrm>
              <a:off x="1512709" y="1505293"/>
              <a:ext cx="94129" cy="82805"/>
            </a:xfrm>
            <a:custGeom>
              <a:rect b="b" l="l" r="r" t="t"/>
              <a:pathLst>
                <a:path extrusionOk="0" h="3159" w="3591">
                  <a:moveTo>
                    <a:pt x="3049" y="1"/>
                  </a:moveTo>
                  <a:cubicBezTo>
                    <a:pt x="1365" y="1"/>
                    <a:pt x="0" y="1365"/>
                    <a:pt x="0" y="3050"/>
                  </a:cubicBezTo>
                  <a:cubicBezTo>
                    <a:pt x="0" y="3088"/>
                    <a:pt x="4" y="3124"/>
                    <a:pt x="7" y="3159"/>
                  </a:cubicBezTo>
                  <a:cubicBezTo>
                    <a:pt x="57" y="2378"/>
                    <a:pt x="658" y="1742"/>
                    <a:pt x="1435" y="1647"/>
                  </a:cubicBezTo>
                  <a:cubicBezTo>
                    <a:pt x="1868" y="810"/>
                    <a:pt x="2666" y="222"/>
                    <a:pt x="3591" y="54"/>
                  </a:cubicBezTo>
                  <a:cubicBezTo>
                    <a:pt x="3411" y="19"/>
                    <a:pt x="3232" y="1"/>
                    <a:pt x="304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84"/>
            <p:cNvSpPr/>
            <p:nvPr/>
          </p:nvSpPr>
          <p:spPr>
            <a:xfrm>
              <a:off x="1546995" y="1573786"/>
              <a:ext cx="22779" cy="28519"/>
            </a:xfrm>
            <a:custGeom>
              <a:rect b="b" l="l" r="r" t="t"/>
              <a:pathLst>
                <a:path extrusionOk="0" h="1088" w="869">
                  <a:moveTo>
                    <a:pt x="436" y="1"/>
                  </a:moveTo>
                  <a:cubicBezTo>
                    <a:pt x="194" y="1"/>
                    <a:pt x="0" y="198"/>
                    <a:pt x="0" y="437"/>
                  </a:cubicBezTo>
                  <a:lnTo>
                    <a:pt x="0" y="651"/>
                  </a:lnTo>
                  <a:cubicBezTo>
                    <a:pt x="0" y="894"/>
                    <a:pt x="194" y="1087"/>
                    <a:pt x="436" y="1087"/>
                  </a:cubicBezTo>
                  <a:cubicBezTo>
                    <a:pt x="672" y="1087"/>
                    <a:pt x="869" y="894"/>
                    <a:pt x="869" y="658"/>
                  </a:cubicBezTo>
                  <a:lnTo>
                    <a:pt x="869" y="437"/>
                  </a:lnTo>
                  <a:cubicBezTo>
                    <a:pt x="869" y="198"/>
                    <a:pt x="676"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84"/>
            <p:cNvSpPr/>
            <p:nvPr/>
          </p:nvSpPr>
          <p:spPr>
            <a:xfrm>
              <a:off x="1615383" y="1573786"/>
              <a:ext cx="22884" cy="28519"/>
            </a:xfrm>
            <a:custGeom>
              <a:rect b="b" l="l" r="r" t="t"/>
              <a:pathLst>
                <a:path extrusionOk="0" h="1088" w="873">
                  <a:moveTo>
                    <a:pt x="437" y="1"/>
                  </a:moveTo>
                  <a:cubicBezTo>
                    <a:pt x="198" y="1"/>
                    <a:pt x="1" y="198"/>
                    <a:pt x="1" y="437"/>
                  </a:cubicBezTo>
                  <a:lnTo>
                    <a:pt x="1" y="651"/>
                  </a:lnTo>
                  <a:cubicBezTo>
                    <a:pt x="1" y="894"/>
                    <a:pt x="198" y="1087"/>
                    <a:pt x="437" y="1087"/>
                  </a:cubicBezTo>
                  <a:cubicBezTo>
                    <a:pt x="676" y="1087"/>
                    <a:pt x="869" y="894"/>
                    <a:pt x="873" y="658"/>
                  </a:cubicBezTo>
                  <a:lnTo>
                    <a:pt x="873" y="437"/>
                  </a:lnTo>
                  <a:cubicBezTo>
                    <a:pt x="873"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84"/>
            <p:cNvSpPr/>
            <p:nvPr/>
          </p:nvSpPr>
          <p:spPr>
            <a:xfrm>
              <a:off x="1620730" y="1579133"/>
              <a:ext cx="12189" cy="12110"/>
            </a:xfrm>
            <a:custGeom>
              <a:rect b="b" l="l" r="r" t="t"/>
              <a:pathLst>
                <a:path extrusionOk="0" h="462" w="465">
                  <a:moveTo>
                    <a:pt x="233" y="1"/>
                  </a:moveTo>
                  <a:cubicBezTo>
                    <a:pt x="106" y="1"/>
                    <a:pt x="1" y="103"/>
                    <a:pt x="1" y="229"/>
                  </a:cubicBezTo>
                  <a:cubicBezTo>
                    <a:pt x="1" y="359"/>
                    <a:pt x="106" y="461"/>
                    <a:pt x="233" y="461"/>
                  </a:cubicBezTo>
                  <a:cubicBezTo>
                    <a:pt x="359" y="461"/>
                    <a:pt x="465" y="359"/>
                    <a:pt x="465" y="229"/>
                  </a:cubicBezTo>
                  <a:cubicBezTo>
                    <a:pt x="465" y="103"/>
                    <a:pt x="35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84"/>
            <p:cNvSpPr/>
            <p:nvPr/>
          </p:nvSpPr>
          <p:spPr>
            <a:xfrm>
              <a:off x="1552237" y="1579133"/>
              <a:ext cx="12215" cy="12110"/>
            </a:xfrm>
            <a:custGeom>
              <a:rect b="b" l="l" r="r" t="t"/>
              <a:pathLst>
                <a:path extrusionOk="0" h="462" w="466">
                  <a:moveTo>
                    <a:pt x="233" y="1"/>
                  </a:moveTo>
                  <a:cubicBezTo>
                    <a:pt x="106" y="1"/>
                    <a:pt x="1" y="103"/>
                    <a:pt x="1" y="229"/>
                  </a:cubicBezTo>
                  <a:cubicBezTo>
                    <a:pt x="1" y="359"/>
                    <a:pt x="106" y="461"/>
                    <a:pt x="233" y="461"/>
                  </a:cubicBezTo>
                  <a:cubicBezTo>
                    <a:pt x="360" y="461"/>
                    <a:pt x="465" y="359"/>
                    <a:pt x="465" y="229"/>
                  </a:cubicBezTo>
                  <a:cubicBezTo>
                    <a:pt x="465" y="103"/>
                    <a:pt x="360"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84"/>
            <p:cNvSpPr/>
            <p:nvPr/>
          </p:nvSpPr>
          <p:spPr>
            <a:xfrm>
              <a:off x="1426889" y="1499867"/>
              <a:ext cx="331405" cy="364563"/>
            </a:xfrm>
            <a:custGeom>
              <a:rect b="b" l="l" r="r" t="t"/>
              <a:pathLst>
                <a:path extrusionOk="0" h="13908" w="12643">
                  <a:moveTo>
                    <a:pt x="6323" y="412"/>
                  </a:moveTo>
                  <a:cubicBezTo>
                    <a:pt x="7353" y="412"/>
                    <a:pt x="8303" y="971"/>
                    <a:pt x="8806" y="1871"/>
                  </a:cubicBezTo>
                  <a:cubicBezTo>
                    <a:pt x="8739" y="1822"/>
                    <a:pt x="8669" y="1780"/>
                    <a:pt x="8595" y="1738"/>
                  </a:cubicBezTo>
                  <a:cubicBezTo>
                    <a:pt x="8560" y="1719"/>
                    <a:pt x="8526" y="1711"/>
                    <a:pt x="8495" y="1711"/>
                  </a:cubicBezTo>
                  <a:cubicBezTo>
                    <a:pt x="8309" y="1711"/>
                    <a:pt x="8200" y="1992"/>
                    <a:pt x="8405" y="2100"/>
                  </a:cubicBezTo>
                  <a:cubicBezTo>
                    <a:pt x="8858" y="2339"/>
                    <a:pt x="9150" y="2803"/>
                    <a:pt x="9164" y="3320"/>
                  </a:cubicBezTo>
                  <a:cubicBezTo>
                    <a:pt x="9150" y="4864"/>
                    <a:pt x="7902" y="6116"/>
                    <a:pt x="6355" y="6133"/>
                  </a:cubicBezTo>
                  <a:cubicBezTo>
                    <a:pt x="6344" y="6133"/>
                    <a:pt x="6333" y="6133"/>
                    <a:pt x="6322" y="6133"/>
                  </a:cubicBezTo>
                  <a:cubicBezTo>
                    <a:pt x="4789" y="6133"/>
                    <a:pt x="3531" y="4920"/>
                    <a:pt x="3478" y="3383"/>
                  </a:cubicBezTo>
                  <a:cubicBezTo>
                    <a:pt x="3513" y="2810"/>
                    <a:pt x="3893" y="2311"/>
                    <a:pt x="4438" y="2124"/>
                  </a:cubicBezTo>
                  <a:cubicBezTo>
                    <a:pt x="4592" y="2071"/>
                    <a:pt x="4750" y="2045"/>
                    <a:pt x="4906" y="2045"/>
                  </a:cubicBezTo>
                  <a:cubicBezTo>
                    <a:pt x="5305" y="2045"/>
                    <a:pt x="5693" y="2214"/>
                    <a:pt x="5968" y="2522"/>
                  </a:cubicBezTo>
                  <a:cubicBezTo>
                    <a:pt x="6046" y="2607"/>
                    <a:pt x="6157" y="2656"/>
                    <a:pt x="6269" y="2656"/>
                  </a:cubicBezTo>
                  <a:cubicBezTo>
                    <a:pt x="6273" y="2656"/>
                    <a:pt x="6277" y="2656"/>
                    <a:pt x="6281" y="2655"/>
                  </a:cubicBezTo>
                  <a:cubicBezTo>
                    <a:pt x="6411" y="2652"/>
                    <a:pt x="6531" y="2589"/>
                    <a:pt x="6608" y="2487"/>
                  </a:cubicBezTo>
                  <a:cubicBezTo>
                    <a:pt x="6858" y="2167"/>
                    <a:pt x="7234" y="1966"/>
                    <a:pt x="7642" y="1938"/>
                  </a:cubicBezTo>
                  <a:cubicBezTo>
                    <a:pt x="7754" y="1931"/>
                    <a:pt x="7839" y="1833"/>
                    <a:pt x="7832" y="1720"/>
                  </a:cubicBezTo>
                  <a:cubicBezTo>
                    <a:pt x="7825" y="1612"/>
                    <a:pt x="7734" y="1530"/>
                    <a:pt x="7627" y="1530"/>
                  </a:cubicBezTo>
                  <a:cubicBezTo>
                    <a:pt x="7622" y="1530"/>
                    <a:pt x="7618" y="1530"/>
                    <a:pt x="7614" y="1530"/>
                  </a:cubicBezTo>
                  <a:cubicBezTo>
                    <a:pt x="7093" y="1565"/>
                    <a:pt x="6608" y="1826"/>
                    <a:pt x="6288" y="2237"/>
                  </a:cubicBezTo>
                  <a:cubicBezTo>
                    <a:pt x="6284" y="2244"/>
                    <a:pt x="6277" y="2247"/>
                    <a:pt x="6274" y="2247"/>
                  </a:cubicBezTo>
                  <a:cubicBezTo>
                    <a:pt x="5912" y="1843"/>
                    <a:pt x="5411" y="1636"/>
                    <a:pt x="4906" y="1636"/>
                  </a:cubicBezTo>
                  <a:cubicBezTo>
                    <a:pt x="4496" y="1636"/>
                    <a:pt x="4085" y="1772"/>
                    <a:pt x="3745" y="2051"/>
                  </a:cubicBezTo>
                  <a:cubicBezTo>
                    <a:pt x="4213" y="1052"/>
                    <a:pt x="5219" y="412"/>
                    <a:pt x="6323" y="412"/>
                  </a:cubicBezTo>
                  <a:close/>
                  <a:moveTo>
                    <a:pt x="3000" y="5683"/>
                  </a:moveTo>
                  <a:cubicBezTo>
                    <a:pt x="2255" y="6840"/>
                    <a:pt x="1790" y="8306"/>
                    <a:pt x="1769" y="9671"/>
                  </a:cubicBezTo>
                  <a:cubicBezTo>
                    <a:pt x="1494" y="9818"/>
                    <a:pt x="1146" y="9856"/>
                    <a:pt x="856" y="9856"/>
                  </a:cubicBezTo>
                  <a:cubicBezTo>
                    <a:pt x="709" y="9856"/>
                    <a:pt x="577" y="9847"/>
                    <a:pt x="475" y="9836"/>
                  </a:cubicBezTo>
                  <a:cubicBezTo>
                    <a:pt x="929" y="7997"/>
                    <a:pt x="1776" y="6843"/>
                    <a:pt x="2423" y="6193"/>
                  </a:cubicBezTo>
                  <a:cubicBezTo>
                    <a:pt x="2603" y="6010"/>
                    <a:pt x="2796" y="5838"/>
                    <a:pt x="3000" y="5683"/>
                  </a:cubicBezTo>
                  <a:close/>
                  <a:moveTo>
                    <a:pt x="9650" y="5683"/>
                  </a:moveTo>
                  <a:lnTo>
                    <a:pt x="9650" y="5683"/>
                  </a:lnTo>
                  <a:cubicBezTo>
                    <a:pt x="9850" y="5838"/>
                    <a:pt x="10043" y="6010"/>
                    <a:pt x="10223" y="6193"/>
                  </a:cubicBezTo>
                  <a:cubicBezTo>
                    <a:pt x="10870" y="6843"/>
                    <a:pt x="11717" y="7993"/>
                    <a:pt x="12171" y="9836"/>
                  </a:cubicBezTo>
                  <a:cubicBezTo>
                    <a:pt x="12068" y="9847"/>
                    <a:pt x="11935" y="9856"/>
                    <a:pt x="11789" y="9856"/>
                  </a:cubicBezTo>
                  <a:cubicBezTo>
                    <a:pt x="11498" y="9856"/>
                    <a:pt x="11153" y="9818"/>
                    <a:pt x="10877" y="9671"/>
                  </a:cubicBezTo>
                  <a:lnTo>
                    <a:pt x="10880" y="9671"/>
                  </a:lnTo>
                  <a:cubicBezTo>
                    <a:pt x="10856" y="8310"/>
                    <a:pt x="10392" y="6840"/>
                    <a:pt x="9650" y="5683"/>
                  </a:cubicBezTo>
                  <a:close/>
                  <a:moveTo>
                    <a:pt x="4797" y="13039"/>
                  </a:moveTo>
                  <a:cubicBezTo>
                    <a:pt x="5085" y="13039"/>
                    <a:pt x="5342" y="13226"/>
                    <a:pt x="5433" y="13504"/>
                  </a:cubicBezTo>
                  <a:lnTo>
                    <a:pt x="3292" y="13504"/>
                  </a:lnTo>
                  <a:cubicBezTo>
                    <a:pt x="3380" y="13226"/>
                    <a:pt x="3636" y="13039"/>
                    <a:pt x="3928" y="13039"/>
                  </a:cubicBezTo>
                  <a:close/>
                  <a:moveTo>
                    <a:pt x="8858" y="5289"/>
                  </a:moveTo>
                  <a:cubicBezTo>
                    <a:pt x="9843" y="6471"/>
                    <a:pt x="10472" y="8211"/>
                    <a:pt x="10472" y="9787"/>
                  </a:cubicBezTo>
                  <a:cubicBezTo>
                    <a:pt x="10472" y="10905"/>
                    <a:pt x="10019" y="11977"/>
                    <a:pt x="9221" y="12758"/>
                  </a:cubicBezTo>
                  <a:cubicBezTo>
                    <a:pt x="9066" y="12674"/>
                    <a:pt x="8894" y="12632"/>
                    <a:pt x="8718" y="12632"/>
                  </a:cubicBezTo>
                  <a:lnTo>
                    <a:pt x="7846" y="12632"/>
                  </a:lnTo>
                  <a:cubicBezTo>
                    <a:pt x="7332" y="12632"/>
                    <a:pt x="6889" y="12997"/>
                    <a:pt x="6791" y="13504"/>
                  </a:cubicBezTo>
                  <a:lnTo>
                    <a:pt x="5852" y="13504"/>
                  </a:lnTo>
                  <a:cubicBezTo>
                    <a:pt x="5753" y="12997"/>
                    <a:pt x="5310" y="12632"/>
                    <a:pt x="4797" y="12632"/>
                  </a:cubicBezTo>
                  <a:lnTo>
                    <a:pt x="3928" y="12632"/>
                  </a:lnTo>
                  <a:cubicBezTo>
                    <a:pt x="3749" y="12632"/>
                    <a:pt x="3577" y="12674"/>
                    <a:pt x="3422" y="12758"/>
                  </a:cubicBezTo>
                  <a:cubicBezTo>
                    <a:pt x="2624" y="11977"/>
                    <a:pt x="2174" y="10905"/>
                    <a:pt x="2170" y="9787"/>
                  </a:cubicBezTo>
                  <a:cubicBezTo>
                    <a:pt x="2170" y="8211"/>
                    <a:pt x="2800" y="6471"/>
                    <a:pt x="3788" y="5293"/>
                  </a:cubicBezTo>
                  <a:cubicBezTo>
                    <a:pt x="3840" y="5356"/>
                    <a:pt x="3893" y="5419"/>
                    <a:pt x="3953" y="5479"/>
                  </a:cubicBezTo>
                  <a:cubicBezTo>
                    <a:pt x="3397" y="6467"/>
                    <a:pt x="3070" y="7740"/>
                    <a:pt x="3070" y="8918"/>
                  </a:cubicBezTo>
                  <a:cubicBezTo>
                    <a:pt x="3070" y="10831"/>
                    <a:pt x="4530" y="12385"/>
                    <a:pt x="6323" y="12385"/>
                  </a:cubicBezTo>
                  <a:cubicBezTo>
                    <a:pt x="8116" y="12385"/>
                    <a:pt x="9576" y="10831"/>
                    <a:pt x="9576" y="8918"/>
                  </a:cubicBezTo>
                  <a:cubicBezTo>
                    <a:pt x="9572" y="8352"/>
                    <a:pt x="9502" y="7789"/>
                    <a:pt x="9368" y="7241"/>
                  </a:cubicBezTo>
                  <a:cubicBezTo>
                    <a:pt x="9341" y="7135"/>
                    <a:pt x="9259" y="7088"/>
                    <a:pt x="9176" y="7088"/>
                  </a:cubicBezTo>
                  <a:cubicBezTo>
                    <a:pt x="9058" y="7088"/>
                    <a:pt x="8939" y="7183"/>
                    <a:pt x="8974" y="7336"/>
                  </a:cubicBezTo>
                  <a:cubicBezTo>
                    <a:pt x="9098" y="7853"/>
                    <a:pt x="9164" y="8384"/>
                    <a:pt x="9164" y="8918"/>
                  </a:cubicBezTo>
                  <a:cubicBezTo>
                    <a:pt x="9164" y="10606"/>
                    <a:pt x="7891" y="11981"/>
                    <a:pt x="6320" y="11981"/>
                  </a:cubicBezTo>
                  <a:cubicBezTo>
                    <a:pt x="4751" y="11981"/>
                    <a:pt x="3478" y="10606"/>
                    <a:pt x="3478" y="8918"/>
                  </a:cubicBezTo>
                  <a:cubicBezTo>
                    <a:pt x="3478" y="7842"/>
                    <a:pt x="3767" y="6682"/>
                    <a:pt x="4259" y="5767"/>
                  </a:cubicBezTo>
                  <a:cubicBezTo>
                    <a:pt x="4858" y="6262"/>
                    <a:pt x="5591" y="6509"/>
                    <a:pt x="6323" y="6509"/>
                  </a:cubicBezTo>
                  <a:cubicBezTo>
                    <a:pt x="7055" y="6509"/>
                    <a:pt x="7788" y="6262"/>
                    <a:pt x="8387" y="5767"/>
                  </a:cubicBezTo>
                  <a:cubicBezTo>
                    <a:pt x="8503" y="5989"/>
                    <a:pt x="8609" y="6218"/>
                    <a:pt x="8700" y="6453"/>
                  </a:cubicBezTo>
                  <a:cubicBezTo>
                    <a:pt x="8736" y="6546"/>
                    <a:pt x="8809" y="6585"/>
                    <a:pt x="8883" y="6585"/>
                  </a:cubicBezTo>
                  <a:cubicBezTo>
                    <a:pt x="9012" y="6585"/>
                    <a:pt x="9142" y="6466"/>
                    <a:pt x="9080" y="6305"/>
                  </a:cubicBezTo>
                  <a:cubicBezTo>
                    <a:pt x="8971" y="6021"/>
                    <a:pt x="8841" y="5746"/>
                    <a:pt x="8693" y="5479"/>
                  </a:cubicBezTo>
                  <a:cubicBezTo>
                    <a:pt x="8753" y="5419"/>
                    <a:pt x="8806" y="5356"/>
                    <a:pt x="8858" y="5289"/>
                  </a:cubicBezTo>
                  <a:close/>
                  <a:moveTo>
                    <a:pt x="8718" y="13039"/>
                  </a:moveTo>
                  <a:cubicBezTo>
                    <a:pt x="9006" y="13039"/>
                    <a:pt x="9263" y="13226"/>
                    <a:pt x="9354" y="13504"/>
                  </a:cubicBezTo>
                  <a:lnTo>
                    <a:pt x="7213" y="13504"/>
                  </a:lnTo>
                  <a:cubicBezTo>
                    <a:pt x="7301" y="13226"/>
                    <a:pt x="7557" y="13039"/>
                    <a:pt x="7846" y="13039"/>
                  </a:cubicBezTo>
                  <a:close/>
                  <a:moveTo>
                    <a:pt x="6323" y="0"/>
                  </a:moveTo>
                  <a:cubicBezTo>
                    <a:pt x="5163" y="0"/>
                    <a:pt x="4090" y="619"/>
                    <a:pt x="3506" y="1622"/>
                  </a:cubicBezTo>
                  <a:cubicBezTo>
                    <a:pt x="2926" y="2627"/>
                    <a:pt x="2923" y="3865"/>
                    <a:pt x="3499" y="4871"/>
                  </a:cubicBezTo>
                  <a:cubicBezTo>
                    <a:pt x="3264" y="4990"/>
                    <a:pt x="2740" y="5300"/>
                    <a:pt x="2149" y="5887"/>
                  </a:cubicBezTo>
                  <a:cubicBezTo>
                    <a:pt x="1435" y="6601"/>
                    <a:pt x="486" y="7888"/>
                    <a:pt x="25" y="9963"/>
                  </a:cubicBezTo>
                  <a:cubicBezTo>
                    <a:pt x="0" y="10072"/>
                    <a:pt x="74" y="10184"/>
                    <a:pt x="187" y="10205"/>
                  </a:cubicBezTo>
                  <a:cubicBezTo>
                    <a:pt x="405" y="10244"/>
                    <a:pt x="626" y="10265"/>
                    <a:pt x="848" y="10265"/>
                  </a:cubicBezTo>
                  <a:cubicBezTo>
                    <a:pt x="1133" y="10265"/>
                    <a:pt x="1470" y="10230"/>
                    <a:pt x="1776" y="10114"/>
                  </a:cubicBezTo>
                  <a:cubicBezTo>
                    <a:pt x="1854" y="11207"/>
                    <a:pt x="2328" y="12238"/>
                    <a:pt x="3105" y="13015"/>
                  </a:cubicBezTo>
                  <a:cubicBezTo>
                    <a:pt x="2940" y="13208"/>
                    <a:pt x="2852" y="13451"/>
                    <a:pt x="2852" y="13704"/>
                  </a:cubicBezTo>
                  <a:cubicBezTo>
                    <a:pt x="2852" y="13817"/>
                    <a:pt x="2944" y="13908"/>
                    <a:pt x="3056" y="13908"/>
                  </a:cubicBezTo>
                  <a:lnTo>
                    <a:pt x="9590" y="13908"/>
                  </a:lnTo>
                  <a:cubicBezTo>
                    <a:pt x="9699" y="13908"/>
                    <a:pt x="9790" y="13817"/>
                    <a:pt x="9790" y="13704"/>
                  </a:cubicBezTo>
                  <a:cubicBezTo>
                    <a:pt x="9790" y="13451"/>
                    <a:pt x="9702" y="13208"/>
                    <a:pt x="9541" y="13015"/>
                  </a:cubicBezTo>
                  <a:cubicBezTo>
                    <a:pt x="10314" y="12238"/>
                    <a:pt x="10785" y="11207"/>
                    <a:pt x="10866" y="10114"/>
                  </a:cubicBezTo>
                  <a:cubicBezTo>
                    <a:pt x="11172" y="10230"/>
                    <a:pt x="11510" y="10265"/>
                    <a:pt x="11795" y="10265"/>
                  </a:cubicBezTo>
                  <a:cubicBezTo>
                    <a:pt x="12016" y="10265"/>
                    <a:pt x="12238" y="10247"/>
                    <a:pt x="12459" y="10205"/>
                  </a:cubicBezTo>
                  <a:cubicBezTo>
                    <a:pt x="12568" y="10184"/>
                    <a:pt x="12642" y="10075"/>
                    <a:pt x="12617" y="9963"/>
                  </a:cubicBezTo>
                  <a:cubicBezTo>
                    <a:pt x="12157" y="7888"/>
                    <a:pt x="11211" y="6601"/>
                    <a:pt x="10494" y="5887"/>
                  </a:cubicBezTo>
                  <a:cubicBezTo>
                    <a:pt x="9906" y="5300"/>
                    <a:pt x="9379" y="4990"/>
                    <a:pt x="9143" y="4871"/>
                  </a:cubicBezTo>
                  <a:cubicBezTo>
                    <a:pt x="9720" y="3865"/>
                    <a:pt x="9716" y="2627"/>
                    <a:pt x="9136" y="1622"/>
                  </a:cubicBezTo>
                  <a:cubicBezTo>
                    <a:pt x="8556" y="619"/>
                    <a:pt x="7483" y="0"/>
                    <a:pt x="6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84"/>
            <p:cNvSpPr/>
            <p:nvPr/>
          </p:nvSpPr>
          <p:spPr>
            <a:xfrm>
              <a:off x="1541542" y="1568438"/>
              <a:ext cx="33578" cy="39293"/>
            </a:xfrm>
            <a:custGeom>
              <a:rect b="b" l="l" r="r" t="t"/>
              <a:pathLst>
                <a:path extrusionOk="0" h="1499" w="1281">
                  <a:moveTo>
                    <a:pt x="641" y="409"/>
                  </a:moveTo>
                  <a:cubicBezTo>
                    <a:pt x="757" y="409"/>
                    <a:pt x="873" y="486"/>
                    <a:pt x="873" y="641"/>
                  </a:cubicBezTo>
                  <a:lnTo>
                    <a:pt x="873" y="859"/>
                  </a:lnTo>
                  <a:cubicBezTo>
                    <a:pt x="873" y="985"/>
                    <a:pt x="771" y="1087"/>
                    <a:pt x="641" y="1087"/>
                  </a:cubicBezTo>
                  <a:cubicBezTo>
                    <a:pt x="514" y="1087"/>
                    <a:pt x="409" y="985"/>
                    <a:pt x="409" y="859"/>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6" y="1499"/>
                    <a:pt x="1281" y="1214"/>
                    <a:pt x="1281" y="862"/>
                  </a:cubicBezTo>
                  <a:lnTo>
                    <a:pt x="1281" y="859"/>
                  </a:lnTo>
                  <a:lnTo>
                    <a:pt x="1281" y="641"/>
                  </a:lnTo>
                  <a:cubicBezTo>
                    <a:pt x="1281" y="289"/>
                    <a:pt x="996"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84"/>
            <p:cNvSpPr/>
            <p:nvPr/>
          </p:nvSpPr>
          <p:spPr>
            <a:xfrm>
              <a:off x="1610036" y="1568438"/>
              <a:ext cx="33578" cy="39293"/>
            </a:xfrm>
            <a:custGeom>
              <a:rect b="b" l="l" r="r" t="t"/>
              <a:pathLst>
                <a:path extrusionOk="0" h="1499" w="1281">
                  <a:moveTo>
                    <a:pt x="641" y="409"/>
                  </a:moveTo>
                  <a:cubicBezTo>
                    <a:pt x="757" y="409"/>
                    <a:pt x="873" y="486"/>
                    <a:pt x="873" y="641"/>
                  </a:cubicBezTo>
                  <a:lnTo>
                    <a:pt x="873" y="862"/>
                  </a:lnTo>
                  <a:cubicBezTo>
                    <a:pt x="873" y="989"/>
                    <a:pt x="767" y="1091"/>
                    <a:pt x="641" y="1091"/>
                  </a:cubicBezTo>
                  <a:cubicBezTo>
                    <a:pt x="514" y="1091"/>
                    <a:pt x="409" y="989"/>
                    <a:pt x="409" y="862"/>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2" y="1499"/>
                    <a:pt x="1281" y="1214"/>
                    <a:pt x="1281" y="862"/>
                  </a:cubicBezTo>
                  <a:lnTo>
                    <a:pt x="1281" y="641"/>
                  </a:lnTo>
                  <a:cubicBezTo>
                    <a:pt x="1281" y="289"/>
                    <a:pt x="992"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84"/>
            <p:cNvSpPr/>
            <p:nvPr/>
          </p:nvSpPr>
          <p:spPr>
            <a:xfrm>
              <a:off x="1569302" y="1602672"/>
              <a:ext cx="46580" cy="45007"/>
            </a:xfrm>
            <a:custGeom>
              <a:rect b="b" l="l" r="r" t="t"/>
              <a:pathLst>
                <a:path extrusionOk="0" h="1717" w="1777">
                  <a:moveTo>
                    <a:pt x="890" y="446"/>
                  </a:moveTo>
                  <a:lnTo>
                    <a:pt x="1249" y="689"/>
                  </a:lnTo>
                  <a:lnTo>
                    <a:pt x="890" y="1170"/>
                  </a:lnTo>
                  <a:lnTo>
                    <a:pt x="528" y="689"/>
                  </a:lnTo>
                  <a:lnTo>
                    <a:pt x="890" y="446"/>
                  </a:lnTo>
                  <a:close/>
                  <a:moveTo>
                    <a:pt x="889" y="0"/>
                  </a:moveTo>
                  <a:cubicBezTo>
                    <a:pt x="850" y="0"/>
                    <a:pt x="811" y="12"/>
                    <a:pt x="778" y="34"/>
                  </a:cubicBezTo>
                  <a:lnTo>
                    <a:pt x="123" y="471"/>
                  </a:lnTo>
                  <a:cubicBezTo>
                    <a:pt x="25" y="534"/>
                    <a:pt x="0" y="667"/>
                    <a:pt x="74" y="762"/>
                  </a:cubicBezTo>
                  <a:lnTo>
                    <a:pt x="728" y="1634"/>
                  </a:lnTo>
                  <a:cubicBezTo>
                    <a:pt x="769" y="1689"/>
                    <a:pt x="829" y="1716"/>
                    <a:pt x="890" y="1716"/>
                  </a:cubicBezTo>
                  <a:cubicBezTo>
                    <a:pt x="951" y="1716"/>
                    <a:pt x="1011" y="1689"/>
                    <a:pt x="1052" y="1634"/>
                  </a:cubicBezTo>
                  <a:lnTo>
                    <a:pt x="1706" y="762"/>
                  </a:lnTo>
                  <a:cubicBezTo>
                    <a:pt x="1776" y="667"/>
                    <a:pt x="1752" y="534"/>
                    <a:pt x="1657" y="471"/>
                  </a:cubicBezTo>
                  <a:lnTo>
                    <a:pt x="1003" y="34"/>
                  </a:lnTo>
                  <a:cubicBezTo>
                    <a:pt x="967" y="12"/>
                    <a:pt x="928" y="0"/>
                    <a:pt x="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5" name="Google Shape;16405;p84"/>
          <p:cNvGrpSpPr/>
          <p:nvPr/>
        </p:nvGrpSpPr>
        <p:grpSpPr>
          <a:xfrm>
            <a:off x="4137838" y="1505659"/>
            <a:ext cx="370566" cy="353056"/>
            <a:chOff x="4137838" y="1505659"/>
            <a:chExt cx="370566" cy="353056"/>
          </a:xfrm>
        </p:grpSpPr>
        <p:sp>
          <p:nvSpPr>
            <p:cNvPr id="16406" name="Google Shape;16406;p84"/>
            <p:cNvSpPr/>
            <p:nvPr/>
          </p:nvSpPr>
          <p:spPr>
            <a:xfrm>
              <a:off x="4149188" y="1613707"/>
              <a:ext cx="91377" cy="91377"/>
            </a:xfrm>
            <a:custGeom>
              <a:rect b="b" l="l" r="r" t="t"/>
              <a:pathLst>
                <a:path extrusionOk="0" h="3486" w="3486">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84"/>
            <p:cNvSpPr/>
            <p:nvPr/>
          </p:nvSpPr>
          <p:spPr>
            <a:xfrm>
              <a:off x="4166331" y="1630850"/>
              <a:ext cx="57065" cy="57091"/>
            </a:xfrm>
            <a:custGeom>
              <a:rect b="b" l="l" r="r" t="t"/>
              <a:pathLst>
                <a:path extrusionOk="0" h="2178" w="2177">
                  <a:moveTo>
                    <a:pt x="1087" y="0"/>
                  </a:moveTo>
                  <a:cubicBezTo>
                    <a:pt x="486" y="0"/>
                    <a:pt x="0" y="489"/>
                    <a:pt x="0" y="1090"/>
                  </a:cubicBezTo>
                  <a:cubicBezTo>
                    <a:pt x="0" y="1692"/>
                    <a:pt x="486"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84"/>
            <p:cNvSpPr/>
            <p:nvPr/>
          </p:nvSpPr>
          <p:spPr>
            <a:xfrm>
              <a:off x="4411706" y="1613707"/>
              <a:ext cx="91351" cy="91377"/>
            </a:xfrm>
            <a:custGeom>
              <a:rect b="b" l="l" r="r" t="t"/>
              <a:pathLst>
                <a:path extrusionOk="0" h="3486" w="3485">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84"/>
            <p:cNvSpPr/>
            <p:nvPr/>
          </p:nvSpPr>
          <p:spPr>
            <a:xfrm>
              <a:off x="4428849" y="1630850"/>
              <a:ext cx="57065" cy="57091"/>
            </a:xfrm>
            <a:custGeom>
              <a:rect b="b" l="l" r="r" t="t"/>
              <a:pathLst>
                <a:path extrusionOk="0" h="2178" w="2177">
                  <a:moveTo>
                    <a:pt x="1087" y="0"/>
                  </a:moveTo>
                  <a:cubicBezTo>
                    <a:pt x="485" y="0"/>
                    <a:pt x="0" y="489"/>
                    <a:pt x="0" y="1090"/>
                  </a:cubicBezTo>
                  <a:cubicBezTo>
                    <a:pt x="0" y="1692"/>
                    <a:pt x="485"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84"/>
            <p:cNvSpPr/>
            <p:nvPr/>
          </p:nvSpPr>
          <p:spPr>
            <a:xfrm>
              <a:off x="4183369" y="1511007"/>
              <a:ext cx="285507" cy="342466"/>
            </a:xfrm>
            <a:custGeom>
              <a:rect b="b" l="l" r="r" t="t"/>
              <a:pathLst>
                <a:path extrusionOk="0" h="13065" w="10892">
                  <a:moveTo>
                    <a:pt x="5880" y="1"/>
                  </a:moveTo>
                  <a:cubicBezTo>
                    <a:pt x="5304" y="191"/>
                    <a:pt x="4815" y="595"/>
                    <a:pt x="4446" y="986"/>
                  </a:cubicBezTo>
                  <a:cubicBezTo>
                    <a:pt x="2357" y="1450"/>
                    <a:pt x="873" y="3303"/>
                    <a:pt x="873" y="5444"/>
                  </a:cubicBezTo>
                  <a:cubicBezTo>
                    <a:pt x="866" y="5884"/>
                    <a:pt x="746" y="6313"/>
                    <a:pt x="525" y="6693"/>
                  </a:cubicBezTo>
                  <a:cubicBezTo>
                    <a:pt x="184" y="7269"/>
                    <a:pt x="1" y="7931"/>
                    <a:pt x="1" y="8602"/>
                  </a:cubicBezTo>
                  <a:cubicBezTo>
                    <a:pt x="1" y="11067"/>
                    <a:pt x="2438" y="13065"/>
                    <a:pt x="5444" y="13065"/>
                  </a:cubicBezTo>
                  <a:cubicBezTo>
                    <a:pt x="8451" y="13065"/>
                    <a:pt x="10891" y="11067"/>
                    <a:pt x="10891" y="8602"/>
                  </a:cubicBezTo>
                  <a:cubicBezTo>
                    <a:pt x="10888" y="7931"/>
                    <a:pt x="10705" y="7269"/>
                    <a:pt x="10364" y="6693"/>
                  </a:cubicBezTo>
                  <a:cubicBezTo>
                    <a:pt x="10142" y="6313"/>
                    <a:pt x="10023" y="5884"/>
                    <a:pt x="10019" y="5444"/>
                  </a:cubicBezTo>
                  <a:cubicBezTo>
                    <a:pt x="10019" y="3591"/>
                    <a:pt x="8901" y="1921"/>
                    <a:pt x="7188" y="1218"/>
                  </a:cubicBezTo>
                  <a:lnTo>
                    <a:pt x="7188" y="437"/>
                  </a:lnTo>
                  <a:lnTo>
                    <a:pt x="6098" y="873"/>
                  </a:lnTo>
                  <a:lnTo>
                    <a:pt x="5880"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84"/>
            <p:cNvSpPr/>
            <p:nvPr/>
          </p:nvSpPr>
          <p:spPr>
            <a:xfrm>
              <a:off x="4183474" y="1511007"/>
              <a:ext cx="159215" cy="336857"/>
            </a:xfrm>
            <a:custGeom>
              <a:rect b="b" l="l" r="r" t="t"/>
              <a:pathLst>
                <a:path extrusionOk="0" h="12851" w="6074">
                  <a:moveTo>
                    <a:pt x="5876" y="1"/>
                  </a:moveTo>
                  <a:cubicBezTo>
                    <a:pt x="5303" y="194"/>
                    <a:pt x="4811" y="595"/>
                    <a:pt x="4445" y="986"/>
                  </a:cubicBezTo>
                  <a:cubicBezTo>
                    <a:pt x="2356" y="1450"/>
                    <a:pt x="869" y="3303"/>
                    <a:pt x="869" y="5444"/>
                  </a:cubicBezTo>
                  <a:cubicBezTo>
                    <a:pt x="865" y="5884"/>
                    <a:pt x="746" y="6313"/>
                    <a:pt x="521" y="6693"/>
                  </a:cubicBezTo>
                  <a:cubicBezTo>
                    <a:pt x="180" y="7269"/>
                    <a:pt x="0" y="7931"/>
                    <a:pt x="0" y="8602"/>
                  </a:cubicBezTo>
                  <a:cubicBezTo>
                    <a:pt x="0" y="10592"/>
                    <a:pt x="1586" y="12277"/>
                    <a:pt x="3781" y="12850"/>
                  </a:cubicBezTo>
                  <a:cubicBezTo>
                    <a:pt x="2891" y="11915"/>
                    <a:pt x="2395" y="10673"/>
                    <a:pt x="2395" y="9383"/>
                  </a:cubicBezTo>
                  <a:cubicBezTo>
                    <a:pt x="2395" y="8609"/>
                    <a:pt x="2571" y="7846"/>
                    <a:pt x="2919" y="7153"/>
                  </a:cubicBezTo>
                  <a:cubicBezTo>
                    <a:pt x="3144" y="6703"/>
                    <a:pt x="3264" y="6204"/>
                    <a:pt x="3264" y="5698"/>
                  </a:cubicBezTo>
                  <a:cubicBezTo>
                    <a:pt x="3264" y="3482"/>
                    <a:pt x="4424" y="1587"/>
                    <a:pt x="6073" y="782"/>
                  </a:cubicBezTo>
                  <a:lnTo>
                    <a:pt x="587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84"/>
            <p:cNvSpPr/>
            <p:nvPr/>
          </p:nvSpPr>
          <p:spPr>
            <a:xfrm>
              <a:off x="4223658" y="1625136"/>
              <a:ext cx="204929" cy="205558"/>
            </a:xfrm>
            <a:custGeom>
              <a:rect b="b" l="l" r="r" t="t"/>
              <a:pathLst>
                <a:path extrusionOk="0" h="7842" w="7818">
                  <a:moveTo>
                    <a:pt x="2164" y="1"/>
                  </a:moveTo>
                  <a:cubicBezTo>
                    <a:pt x="1676" y="1"/>
                    <a:pt x="1188" y="183"/>
                    <a:pt x="809" y="545"/>
                  </a:cubicBezTo>
                  <a:cubicBezTo>
                    <a:pt x="64" y="1259"/>
                    <a:pt x="1" y="2427"/>
                    <a:pt x="662" y="3218"/>
                  </a:cubicBezTo>
                  <a:cubicBezTo>
                    <a:pt x="932" y="3538"/>
                    <a:pt x="996" y="3988"/>
                    <a:pt x="827" y="4371"/>
                  </a:cubicBezTo>
                  <a:cubicBezTo>
                    <a:pt x="707" y="4642"/>
                    <a:pt x="644" y="4930"/>
                    <a:pt x="644" y="5226"/>
                  </a:cubicBezTo>
                  <a:cubicBezTo>
                    <a:pt x="644" y="6667"/>
                    <a:pt x="2107" y="7842"/>
                    <a:pt x="3907" y="7842"/>
                  </a:cubicBezTo>
                  <a:cubicBezTo>
                    <a:pt x="5711" y="7842"/>
                    <a:pt x="7174" y="6671"/>
                    <a:pt x="7174" y="5229"/>
                  </a:cubicBezTo>
                  <a:cubicBezTo>
                    <a:pt x="7174" y="4934"/>
                    <a:pt x="7114" y="4642"/>
                    <a:pt x="6995" y="4375"/>
                  </a:cubicBezTo>
                  <a:cubicBezTo>
                    <a:pt x="6822" y="3988"/>
                    <a:pt x="6886" y="3541"/>
                    <a:pt x="7153" y="3218"/>
                  </a:cubicBezTo>
                  <a:cubicBezTo>
                    <a:pt x="7818" y="2427"/>
                    <a:pt x="7754" y="1259"/>
                    <a:pt x="7009" y="545"/>
                  </a:cubicBezTo>
                  <a:cubicBezTo>
                    <a:pt x="6630" y="183"/>
                    <a:pt x="6141" y="1"/>
                    <a:pt x="5653" y="1"/>
                  </a:cubicBezTo>
                  <a:cubicBezTo>
                    <a:pt x="5180" y="1"/>
                    <a:pt x="4706" y="171"/>
                    <a:pt x="4333" y="514"/>
                  </a:cubicBezTo>
                  <a:cubicBezTo>
                    <a:pt x="4211" y="621"/>
                    <a:pt x="4059" y="675"/>
                    <a:pt x="3908" y="675"/>
                  </a:cubicBezTo>
                  <a:cubicBezTo>
                    <a:pt x="3756" y="675"/>
                    <a:pt x="3605" y="621"/>
                    <a:pt x="3485" y="514"/>
                  </a:cubicBezTo>
                  <a:cubicBezTo>
                    <a:pt x="3110" y="171"/>
                    <a:pt x="2637" y="1"/>
                    <a:pt x="216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84"/>
            <p:cNvSpPr/>
            <p:nvPr/>
          </p:nvSpPr>
          <p:spPr>
            <a:xfrm>
              <a:off x="4215453" y="1625765"/>
              <a:ext cx="57353" cy="171377"/>
            </a:xfrm>
            <a:custGeom>
              <a:rect b="b" l="l" r="r" t="t"/>
              <a:pathLst>
                <a:path extrusionOk="0" h="6538" w="2188">
                  <a:moveTo>
                    <a:pt x="2188" y="1"/>
                  </a:moveTo>
                  <a:cubicBezTo>
                    <a:pt x="2181" y="1"/>
                    <a:pt x="2174" y="1"/>
                    <a:pt x="2167" y="4"/>
                  </a:cubicBezTo>
                  <a:cubicBezTo>
                    <a:pt x="665" y="244"/>
                    <a:pt x="1" y="2026"/>
                    <a:pt x="975" y="3194"/>
                  </a:cubicBezTo>
                  <a:cubicBezTo>
                    <a:pt x="1245" y="3514"/>
                    <a:pt x="1309" y="3964"/>
                    <a:pt x="1140" y="4347"/>
                  </a:cubicBezTo>
                  <a:cubicBezTo>
                    <a:pt x="1020" y="4618"/>
                    <a:pt x="957" y="4906"/>
                    <a:pt x="957" y="5202"/>
                  </a:cubicBezTo>
                  <a:cubicBezTo>
                    <a:pt x="961" y="5687"/>
                    <a:pt x="1122" y="6155"/>
                    <a:pt x="1418" y="6538"/>
                  </a:cubicBezTo>
                  <a:cubicBezTo>
                    <a:pt x="1013" y="5293"/>
                    <a:pt x="1115" y="3943"/>
                    <a:pt x="1699" y="2775"/>
                  </a:cubicBezTo>
                  <a:cubicBezTo>
                    <a:pt x="1924" y="2322"/>
                    <a:pt x="2044" y="1826"/>
                    <a:pt x="2044" y="1320"/>
                  </a:cubicBezTo>
                  <a:cubicBezTo>
                    <a:pt x="2044" y="877"/>
                    <a:pt x="2093" y="433"/>
                    <a:pt x="21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84"/>
            <p:cNvSpPr/>
            <p:nvPr/>
          </p:nvSpPr>
          <p:spPr>
            <a:xfrm>
              <a:off x="4269006" y="1756382"/>
              <a:ext cx="114234" cy="51376"/>
            </a:xfrm>
            <a:custGeom>
              <a:rect b="b" l="l" r="r" t="t"/>
              <a:pathLst>
                <a:path extrusionOk="0" h="1960" w="4358">
                  <a:moveTo>
                    <a:pt x="1" y="1"/>
                  </a:moveTo>
                  <a:cubicBezTo>
                    <a:pt x="1" y="1084"/>
                    <a:pt x="978" y="1959"/>
                    <a:pt x="2177" y="1959"/>
                  </a:cubicBezTo>
                  <a:cubicBezTo>
                    <a:pt x="3380" y="1959"/>
                    <a:pt x="4357" y="1080"/>
                    <a:pt x="435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84"/>
            <p:cNvSpPr/>
            <p:nvPr/>
          </p:nvSpPr>
          <p:spPr>
            <a:xfrm>
              <a:off x="4293252" y="1773525"/>
              <a:ext cx="65741" cy="34312"/>
            </a:xfrm>
            <a:custGeom>
              <a:rect b="b" l="l" r="r" t="t"/>
              <a:pathLst>
                <a:path extrusionOk="0" h="1309" w="2508">
                  <a:moveTo>
                    <a:pt x="1252" y="1"/>
                  </a:moveTo>
                  <a:cubicBezTo>
                    <a:pt x="672" y="1"/>
                    <a:pt x="159" y="388"/>
                    <a:pt x="0" y="950"/>
                  </a:cubicBezTo>
                  <a:cubicBezTo>
                    <a:pt x="384" y="1189"/>
                    <a:pt x="819" y="1309"/>
                    <a:pt x="1254" y="1309"/>
                  </a:cubicBezTo>
                  <a:cubicBezTo>
                    <a:pt x="1689" y="1309"/>
                    <a:pt x="2124" y="1189"/>
                    <a:pt x="2508" y="950"/>
                  </a:cubicBezTo>
                  <a:cubicBezTo>
                    <a:pt x="2349" y="388"/>
                    <a:pt x="1836" y="1"/>
                    <a:pt x="1252"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84"/>
            <p:cNvSpPr/>
            <p:nvPr/>
          </p:nvSpPr>
          <p:spPr>
            <a:xfrm>
              <a:off x="4257577" y="1653603"/>
              <a:ext cx="34312" cy="40053"/>
            </a:xfrm>
            <a:custGeom>
              <a:rect b="b" l="l" r="r" t="t"/>
              <a:pathLst>
                <a:path extrusionOk="0" h="1528" w="1309">
                  <a:moveTo>
                    <a:pt x="655" y="1"/>
                  </a:moveTo>
                  <a:cubicBezTo>
                    <a:pt x="296" y="1"/>
                    <a:pt x="1" y="293"/>
                    <a:pt x="1" y="655"/>
                  </a:cubicBezTo>
                  <a:lnTo>
                    <a:pt x="1" y="873"/>
                  </a:lnTo>
                  <a:cubicBezTo>
                    <a:pt x="1" y="1235"/>
                    <a:pt x="296"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84"/>
            <p:cNvSpPr/>
            <p:nvPr/>
          </p:nvSpPr>
          <p:spPr>
            <a:xfrm>
              <a:off x="4274720" y="1653708"/>
              <a:ext cx="17169" cy="28493"/>
            </a:xfrm>
            <a:custGeom>
              <a:rect b="b" l="l" r="r" t="t"/>
              <a:pathLst>
                <a:path extrusionOk="0" h="1087" w="655">
                  <a:moveTo>
                    <a:pt x="1" y="0"/>
                  </a:moveTo>
                  <a:lnTo>
                    <a:pt x="1" y="763"/>
                  </a:lnTo>
                  <a:cubicBezTo>
                    <a:pt x="1" y="943"/>
                    <a:pt x="148" y="1087"/>
                    <a:pt x="328" y="1087"/>
                  </a:cubicBezTo>
                  <a:cubicBezTo>
                    <a:pt x="507" y="1087"/>
                    <a:pt x="655" y="943"/>
                    <a:pt x="655" y="763"/>
                  </a:cubicBezTo>
                  <a:lnTo>
                    <a:pt x="655" y="654"/>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84"/>
            <p:cNvSpPr/>
            <p:nvPr/>
          </p:nvSpPr>
          <p:spPr>
            <a:xfrm>
              <a:off x="4269006" y="1659422"/>
              <a:ext cx="11455" cy="11455"/>
            </a:xfrm>
            <a:custGeom>
              <a:rect b="b" l="l" r="r" t="t"/>
              <a:pathLst>
                <a:path extrusionOk="0" h="437" w="437">
                  <a:moveTo>
                    <a:pt x="219" y="0"/>
                  </a:moveTo>
                  <a:cubicBezTo>
                    <a:pt x="99" y="0"/>
                    <a:pt x="1" y="95"/>
                    <a:pt x="1" y="218"/>
                  </a:cubicBezTo>
                  <a:cubicBezTo>
                    <a:pt x="1" y="338"/>
                    <a:pt x="99" y="436"/>
                    <a:pt x="219" y="436"/>
                  </a:cubicBezTo>
                  <a:cubicBezTo>
                    <a:pt x="338" y="436"/>
                    <a:pt x="437" y="338"/>
                    <a:pt x="437" y="218"/>
                  </a:cubicBezTo>
                  <a:cubicBezTo>
                    <a:pt x="437"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84"/>
            <p:cNvSpPr/>
            <p:nvPr/>
          </p:nvSpPr>
          <p:spPr>
            <a:xfrm>
              <a:off x="4360356" y="1653603"/>
              <a:ext cx="34207" cy="40053"/>
            </a:xfrm>
            <a:custGeom>
              <a:rect b="b" l="l" r="r" t="t"/>
              <a:pathLst>
                <a:path extrusionOk="0" h="1528"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84"/>
            <p:cNvSpPr/>
            <p:nvPr/>
          </p:nvSpPr>
          <p:spPr>
            <a:xfrm>
              <a:off x="4377499" y="1653708"/>
              <a:ext cx="17064" cy="28493"/>
            </a:xfrm>
            <a:custGeom>
              <a:rect b="b" l="l" r="r" t="t"/>
              <a:pathLst>
                <a:path extrusionOk="0" h="1087" w="651">
                  <a:moveTo>
                    <a:pt x="0" y="0"/>
                  </a:moveTo>
                  <a:lnTo>
                    <a:pt x="0" y="763"/>
                  </a:lnTo>
                  <a:cubicBezTo>
                    <a:pt x="0" y="943"/>
                    <a:pt x="145" y="1087"/>
                    <a:pt x="327" y="1087"/>
                  </a:cubicBezTo>
                  <a:cubicBezTo>
                    <a:pt x="507" y="1087"/>
                    <a:pt x="651" y="943"/>
                    <a:pt x="651" y="763"/>
                  </a:cubicBezTo>
                  <a:lnTo>
                    <a:pt x="651" y="654"/>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84"/>
            <p:cNvSpPr/>
            <p:nvPr/>
          </p:nvSpPr>
          <p:spPr>
            <a:xfrm>
              <a:off x="4371785" y="1659422"/>
              <a:ext cx="11455" cy="11455"/>
            </a:xfrm>
            <a:custGeom>
              <a:rect b="b" l="l" r="r" t="t"/>
              <a:pathLst>
                <a:path extrusionOk="0" h="437" w="437">
                  <a:moveTo>
                    <a:pt x="218" y="0"/>
                  </a:moveTo>
                  <a:cubicBezTo>
                    <a:pt x="95" y="0"/>
                    <a:pt x="0" y="95"/>
                    <a:pt x="0" y="218"/>
                  </a:cubicBezTo>
                  <a:cubicBezTo>
                    <a:pt x="0" y="338"/>
                    <a:pt x="95" y="436"/>
                    <a:pt x="218" y="436"/>
                  </a:cubicBezTo>
                  <a:cubicBezTo>
                    <a:pt x="338" y="436"/>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84"/>
            <p:cNvSpPr/>
            <p:nvPr/>
          </p:nvSpPr>
          <p:spPr>
            <a:xfrm>
              <a:off x="4295428" y="1716749"/>
              <a:ext cx="27182" cy="16619"/>
            </a:xfrm>
            <a:custGeom>
              <a:rect b="b" l="l" r="r" t="t"/>
              <a:pathLst>
                <a:path extrusionOk="0" h="634" w="1037">
                  <a:moveTo>
                    <a:pt x="294" y="0"/>
                  </a:moveTo>
                  <a:cubicBezTo>
                    <a:pt x="106" y="0"/>
                    <a:pt x="1" y="285"/>
                    <a:pt x="209" y="391"/>
                  </a:cubicBezTo>
                  <a:lnTo>
                    <a:pt x="645" y="609"/>
                  </a:lnTo>
                  <a:cubicBezTo>
                    <a:pt x="679" y="626"/>
                    <a:pt x="712" y="634"/>
                    <a:pt x="743" y="634"/>
                  </a:cubicBezTo>
                  <a:cubicBezTo>
                    <a:pt x="931" y="634"/>
                    <a:pt x="1037" y="349"/>
                    <a:pt x="828" y="243"/>
                  </a:cubicBezTo>
                  <a:lnTo>
                    <a:pt x="392" y="25"/>
                  </a:lnTo>
                  <a:cubicBezTo>
                    <a:pt x="358" y="8"/>
                    <a:pt x="325" y="0"/>
                    <a:pt x="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84"/>
            <p:cNvSpPr/>
            <p:nvPr/>
          </p:nvSpPr>
          <p:spPr>
            <a:xfrm>
              <a:off x="4330028" y="1716670"/>
              <a:ext cx="26789" cy="16619"/>
            </a:xfrm>
            <a:custGeom>
              <a:rect b="b" l="l" r="r" t="t"/>
              <a:pathLst>
                <a:path extrusionOk="0" h="634" w="1022">
                  <a:moveTo>
                    <a:pt x="726" y="1"/>
                  </a:moveTo>
                  <a:cubicBezTo>
                    <a:pt x="696" y="1"/>
                    <a:pt x="664" y="8"/>
                    <a:pt x="630" y="25"/>
                  </a:cubicBezTo>
                  <a:lnTo>
                    <a:pt x="194" y="246"/>
                  </a:lnTo>
                  <a:cubicBezTo>
                    <a:pt x="0" y="341"/>
                    <a:pt x="71" y="633"/>
                    <a:pt x="285" y="633"/>
                  </a:cubicBezTo>
                  <a:cubicBezTo>
                    <a:pt x="317" y="630"/>
                    <a:pt x="349" y="623"/>
                    <a:pt x="377" y="608"/>
                  </a:cubicBezTo>
                  <a:lnTo>
                    <a:pt x="813" y="390"/>
                  </a:lnTo>
                  <a:cubicBezTo>
                    <a:pt x="1022" y="284"/>
                    <a:pt x="915"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84"/>
            <p:cNvSpPr/>
            <p:nvPr/>
          </p:nvSpPr>
          <p:spPr>
            <a:xfrm>
              <a:off x="4137838" y="1505659"/>
              <a:ext cx="370566" cy="353056"/>
            </a:xfrm>
            <a:custGeom>
              <a:rect b="b" l="l" r="r" t="t"/>
              <a:pathLst>
                <a:path extrusionOk="0" h="13469" w="14137">
                  <a:moveTo>
                    <a:pt x="2170" y="4327"/>
                  </a:moveTo>
                  <a:cubicBezTo>
                    <a:pt x="2304" y="4327"/>
                    <a:pt x="2441" y="4345"/>
                    <a:pt x="2578" y="4383"/>
                  </a:cubicBezTo>
                  <a:cubicBezTo>
                    <a:pt x="2466" y="4794"/>
                    <a:pt x="2406" y="5219"/>
                    <a:pt x="2406" y="5648"/>
                  </a:cubicBezTo>
                  <a:cubicBezTo>
                    <a:pt x="2402" y="6049"/>
                    <a:pt x="2293" y="6447"/>
                    <a:pt x="2086" y="6795"/>
                  </a:cubicBezTo>
                  <a:cubicBezTo>
                    <a:pt x="1980" y="6974"/>
                    <a:pt x="1889" y="7164"/>
                    <a:pt x="1812" y="7361"/>
                  </a:cubicBezTo>
                  <a:cubicBezTo>
                    <a:pt x="1122" y="7192"/>
                    <a:pt x="637" y="6573"/>
                    <a:pt x="637" y="5866"/>
                  </a:cubicBezTo>
                  <a:cubicBezTo>
                    <a:pt x="637" y="4993"/>
                    <a:pt x="1349" y="4327"/>
                    <a:pt x="2170" y="4327"/>
                  </a:cubicBezTo>
                  <a:close/>
                  <a:moveTo>
                    <a:pt x="12202" y="4322"/>
                  </a:moveTo>
                  <a:cubicBezTo>
                    <a:pt x="12886" y="4322"/>
                    <a:pt x="13512" y="4782"/>
                    <a:pt x="13690" y="5480"/>
                  </a:cubicBezTo>
                  <a:cubicBezTo>
                    <a:pt x="13905" y="6313"/>
                    <a:pt x="13391" y="7164"/>
                    <a:pt x="12551" y="7361"/>
                  </a:cubicBezTo>
                  <a:cubicBezTo>
                    <a:pt x="12474" y="7164"/>
                    <a:pt x="12382" y="6974"/>
                    <a:pt x="12277" y="6791"/>
                  </a:cubicBezTo>
                  <a:cubicBezTo>
                    <a:pt x="12073" y="6447"/>
                    <a:pt x="11964" y="6049"/>
                    <a:pt x="11957" y="5648"/>
                  </a:cubicBezTo>
                  <a:cubicBezTo>
                    <a:pt x="11957" y="5219"/>
                    <a:pt x="11900" y="4794"/>
                    <a:pt x="11788" y="4379"/>
                  </a:cubicBezTo>
                  <a:cubicBezTo>
                    <a:pt x="11926" y="4340"/>
                    <a:pt x="12065" y="4322"/>
                    <a:pt x="12202" y="4322"/>
                  </a:cubicBezTo>
                  <a:close/>
                  <a:moveTo>
                    <a:pt x="7477" y="476"/>
                  </a:moveTo>
                  <a:lnTo>
                    <a:pt x="7638" y="1126"/>
                  </a:lnTo>
                  <a:cubicBezTo>
                    <a:pt x="7660" y="1219"/>
                    <a:pt x="7744" y="1278"/>
                    <a:pt x="7833" y="1278"/>
                  </a:cubicBezTo>
                  <a:cubicBezTo>
                    <a:pt x="7858" y="1278"/>
                    <a:pt x="7884" y="1274"/>
                    <a:pt x="7909" y="1263"/>
                  </a:cubicBezTo>
                  <a:lnTo>
                    <a:pt x="8718" y="940"/>
                  </a:lnTo>
                  <a:lnTo>
                    <a:pt x="8718" y="1422"/>
                  </a:lnTo>
                  <a:cubicBezTo>
                    <a:pt x="8721" y="1503"/>
                    <a:pt x="8771" y="1576"/>
                    <a:pt x="8845" y="1608"/>
                  </a:cubicBezTo>
                  <a:cubicBezTo>
                    <a:pt x="10483" y="2280"/>
                    <a:pt x="11552" y="3876"/>
                    <a:pt x="11549" y="5648"/>
                  </a:cubicBezTo>
                  <a:cubicBezTo>
                    <a:pt x="11556" y="6123"/>
                    <a:pt x="11682" y="6587"/>
                    <a:pt x="11925" y="6999"/>
                  </a:cubicBezTo>
                  <a:cubicBezTo>
                    <a:pt x="12248" y="7544"/>
                    <a:pt x="12421" y="8170"/>
                    <a:pt x="12421" y="8803"/>
                  </a:cubicBezTo>
                  <a:cubicBezTo>
                    <a:pt x="12421" y="11152"/>
                    <a:pt x="10072" y="13065"/>
                    <a:pt x="7181" y="13065"/>
                  </a:cubicBezTo>
                  <a:cubicBezTo>
                    <a:pt x="4294" y="13065"/>
                    <a:pt x="1942" y="11152"/>
                    <a:pt x="1942" y="8803"/>
                  </a:cubicBezTo>
                  <a:cubicBezTo>
                    <a:pt x="1945" y="8170"/>
                    <a:pt x="2114" y="7544"/>
                    <a:pt x="2441" y="6999"/>
                  </a:cubicBezTo>
                  <a:cubicBezTo>
                    <a:pt x="2680" y="6587"/>
                    <a:pt x="2810" y="6123"/>
                    <a:pt x="2814" y="5648"/>
                  </a:cubicBezTo>
                  <a:cubicBezTo>
                    <a:pt x="2814" y="3602"/>
                    <a:pt x="4235" y="1833"/>
                    <a:pt x="6228" y="1386"/>
                  </a:cubicBezTo>
                  <a:cubicBezTo>
                    <a:pt x="6267" y="1376"/>
                    <a:pt x="6306" y="1358"/>
                    <a:pt x="6334" y="1327"/>
                  </a:cubicBezTo>
                  <a:cubicBezTo>
                    <a:pt x="6707" y="933"/>
                    <a:pt x="7090" y="648"/>
                    <a:pt x="7477" y="476"/>
                  </a:cubicBezTo>
                  <a:close/>
                  <a:moveTo>
                    <a:pt x="7616" y="1"/>
                  </a:moveTo>
                  <a:cubicBezTo>
                    <a:pt x="7594" y="1"/>
                    <a:pt x="7572" y="4"/>
                    <a:pt x="7551" y="12"/>
                  </a:cubicBezTo>
                  <a:cubicBezTo>
                    <a:pt x="7048" y="180"/>
                    <a:pt x="6552" y="511"/>
                    <a:pt x="6077" y="1003"/>
                  </a:cubicBezTo>
                  <a:cubicBezTo>
                    <a:pt x="4523" y="1372"/>
                    <a:pt x="3257" y="2494"/>
                    <a:pt x="2701" y="3992"/>
                  </a:cubicBezTo>
                  <a:cubicBezTo>
                    <a:pt x="2522" y="3941"/>
                    <a:pt x="2341" y="3916"/>
                    <a:pt x="2163" y="3916"/>
                  </a:cubicBezTo>
                  <a:cubicBezTo>
                    <a:pt x="1309" y="3916"/>
                    <a:pt x="521" y="4482"/>
                    <a:pt x="286" y="5350"/>
                  </a:cubicBezTo>
                  <a:cubicBezTo>
                    <a:pt x="1" y="6397"/>
                    <a:pt x="627" y="7477"/>
                    <a:pt x="1678" y="7744"/>
                  </a:cubicBezTo>
                  <a:cubicBezTo>
                    <a:pt x="1583" y="8089"/>
                    <a:pt x="1534" y="8444"/>
                    <a:pt x="1534" y="8803"/>
                  </a:cubicBezTo>
                  <a:cubicBezTo>
                    <a:pt x="1534" y="10058"/>
                    <a:pt x="2125" y="11236"/>
                    <a:pt x="3204" y="12115"/>
                  </a:cubicBezTo>
                  <a:cubicBezTo>
                    <a:pt x="4266" y="12991"/>
                    <a:pt x="5680" y="13469"/>
                    <a:pt x="7181" y="13469"/>
                  </a:cubicBezTo>
                  <a:cubicBezTo>
                    <a:pt x="8683" y="13469"/>
                    <a:pt x="10096" y="12991"/>
                    <a:pt x="11158" y="12115"/>
                  </a:cubicBezTo>
                  <a:cubicBezTo>
                    <a:pt x="12234" y="11236"/>
                    <a:pt x="12829" y="10058"/>
                    <a:pt x="12829" y="8803"/>
                  </a:cubicBezTo>
                  <a:cubicBezTo>
                    <a:pt x="12829" y="8444"/>
                    <a:pt x="12779" y="8089"/>
                    <a:pt x="12685" y="7744"/>
                  </a:cubicBezTo>
                  <a:cubicBezTo>
                    <a:pt x="13539" y="7519"/>
                    <a:pt x="14133" y="6749"/>
                    <a:pt x="14137" y="5866"/>
                  </a:cubicBezTo>
                  <a:cubicBezTo>
                    <a:pt x="14137" y="4761"/>
                    <a:pt x="13234" y="3919"/>
                    <a:pt x="12194" y="3919"/>
                  </a:cubicBezTo>
                  <a:cubicBezTo>
                    <a:pt x="12021" y="3919"/>
                    <a:pt x="11843" y="3942"/>
                    <a:pt x="11665" y="3992"/>
                  </a:cubicBezTo>
                  <a:cubicBezTo>
                    <a:pt x="11215" y="2786"/>
                    <a:pt x="10300" y="1812"/>
                    <a:pt x="9129" y="1288"/>
                  </a:cubicBezTo>
                  <a:lnTo>
                    <a:pt x="9129" y="641"/>
                  </a:lnTo>
                  <a:cubicBezTo>
                    <a:pt x="9129" y="524"/>
                    <a:pt x="9032" y="437"/>
                    <a:pt x="8923" y="437"/>
                  </a:cubicBezTo>
                  <a:cubicBezTo>
                    <a:pt x="8898" y="437"/>
                    <a:pt x="8873" y="441"/>
                    <a:pt x="8848" y="451"/>
                  </a:cubicBezTo>
                  <a:lnTo>
                    <a:pt x="7976" y="799"/>
                  </a:lnTo>
                  <a:lnTo>
                    <a:pt x="7814" y="156"/>
                  </a:lnTo>
                  <a:cubicBezTo>
                    <a:pt x="7792" y="62"/>
                    <a:pt x="7707"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84"/>
            <p:cNvSpPr/>
            <p:nvPr/>
          </p:nvSpPr>
          <p:spPr>
            <a:xfrm>
              <a:off x="4252334" y="1648360"/>
              <a:ext cx="44902" cy="50721"/>
            </a:xfrm>
            <a:custGeom>
              <a:rect b="b" l="l" r="r" t="t"/>
              <a:pathLst>
                <a:path extrusionOk="0" h="1935" w="1713">
                  <a:moveTo>
                    <a:pt x="855" y="0"/>
                  </a:moveTo>
                  <a:cubicBezTo>
                    <a:pt x="383" y="0"/>
                    <a:pt x="0" y="384"/>
                    <a:pt x="0" y="855"/>
                  </a:cubicBezTo>
                  <a:lnTo>
                    <a:pt x="0" y="1076"/>
                  </a:lnTo>
                  <a:cubicBezTo>
                    <a:pt x="0" y="1548"/>
                    <a:pt x="383" y="1935"/>
                    <a:pt x="855" y="1935"/>
                  </a:cubicBezTo>
                  <a:cubicBezTo>
                    <a:pt x="1329" y="1935"/>
                    <a:pt x="1713" y="1548"/>
                    <a:pt x="1713" y="1076"/>
                  </a:cubicBezTo>
                  <a:lnTo>
                    <a:pt x="1713" y="855"/>
                  </a:lnTo>
                  <a:cubicBezTo>
                    <a:pt x="1713" y="720"/>
                    <a:pt x="1611" y="652"/>
                    <a:pt x="1509" y="652"/>
                  </a:cubicBezTo>
                  <a:cubicBezTo>
                    <a:pt x="1407" y="652"/>
                    <a:pt x="1305" y="720"/>
                    <a:pt x="1305" y="855"/>
                  </a:cubicBezTo>
                  <a:lnTo>
                    <a:pt x="1305" y="1076"/>
                  </a:lnTo>
                  <a:cubicBezTo>
                    <a:pt x="1298" y="1319"/>
                    <a:pt x="1097" y="1513"/>
                    <a:pt x="855" y="1513"/>
                  </a:cubicBezTo>
                  <a:cubicBezTo>
                    <a:pt x="612" y="1513"/>
                    <a:pt x="415" y="1319"/>
                    <a:pt x="408" y="1076"/>
                  </a:cubicBezTo>
                  <a:lnTo>
                    <a:pt x="408" y="855"/>
                  </a:lnTo>
                  <a:cubicBezTo>
                    <a:pt x="408" y="609"/>
                    <a:pt x="608" y="408"/>
                    <a:pt x="855" y="408"/>
                  </a:cubicBezTo>
                  <a:cubicBezTo>
                    <a:pt x="967" y="408"/>
                    <a:pt x="1059" y="317"/>
                    <a:pt x="1059" y="204"/>
                  </a:cubicBezTo>
                  <a:cubicBezTo>
                    <a:pt x="1059" y="92"/>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84"/>
            <p:cNvSpPr/>
            <p:nvPr/>
          </p:nvSpPr>
          <p:spPr>
            <a:xfrm>
              <a:off x="4355009" y="1648255"/>
              <a:ext cx="45007" cy="50721"/>
            </a:xfrm>
            <a:custGeom>
              <a:rect b="b" l="l" r="r" t="t"/>
              <a:pathLst>
                <a:path extrusionOk="0" h="1935" w="1717">
                  <a:moveTo>
                    <a:pt x="858" y="1"/>
                  </a:moveTo>
                  <a:cubicBezTo>
                    <a:pt x="384" y="1"/>
                    <a:pt x="0" y="384"/>
                    <a:pt x="0" y="859"/>
                  </a:cubicBezTo>
                  <a:lnTo>
                    <a:pt x="0" y="1077"/>
                  </a:lnTo>
                  <a:cubicBezTo>
                    <a:pt x="0" y="1552"/>
                    <a:pt x="384" y="1935"/>
                    <a:pt x="858" y="1935"/>
                  </a:cubicBezTo>
                  <a:cubicBezTo>
                    <a:pt x="1330" y="1935"/>
                    <a:pt x="1716" y="1552"/>
                    <a:pt x="1716" y="1077"/>
                  </a:cubicBezTo>
                  <a:lnTo>
                    <a:pt x="1713" y="1077"/>
                  </a:lnTo>
                  <a:lnTo>
                    <a:pt x="1713" y="859"/>
                  </a:lnTo>
                  <a:cubicBezTo>
                    <a:pt x="1713" y="724"/>
                    <a:pt x="1611" y="656"/>
                    <a:pt x="1509" y="656"/>
                  </a:cubicBezTo>
                  <a:cubicBezTo>
                    <a:pt x="1407" y="656"/>
                    <a:pt x="1305" y="724"/>
                    <a:pt x="1305" y="859"/>
                  </a:cubicBezTo>
                  <a:lnTo>
                    <a:pt x="1305" y="1077"/>
                  </a:lnTo>
                  <a:cubicBezTo>
                    <a:pt x="1298" y="1320"/>
                    <a:pt x="1101" y="1513"/>
                    <a:pt x="858" y="1513"/>
                  </a:cubicBezTo>
                  <a:cubicBezTo>
                    <a:pt x="612" y="1513"/>
                    <a:pt x="415" y="1320"/>
                    <a:pt x="408" y="1077"/>
                  </a:cubicBezTo>
                  <a:lnTo>
                    <a:pt x="408" y="859"/>
                  </a:lnTo>
                  <a:cubicBezTo>
                    <a:pt x="408" y="609"/>
                    <a:pt x="609" y="409"/>
                    <a:pt x="858" y="409"/>
                  </a:cubicBezTo>
                  <a:cubicBezTo>
                    <a:pt x="971" y="409"/>
                    <a:pt x="1062" y="317"/>
                    <a:pt x="1062" y="205"/>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84"/>
            <p:cNvSpPr/>
            <p:nvPr/>
          </p:nvSpPr>
          <p:spPr>
            <a:xfrm>
              <a:off x="4263763" y="1751035"/>
              <a:ext cx="124824" cy="62071"/>
            </a:xfrm>
            <a:custGeom>
              <a:rect b="b" l="l" r="r" t="t"/>
              <a:pathLst>
                <a:path extrusionOk="0" h="2368" w="4762">
                  <a:moveTo>
                    <a:pt x="4339" y="409"/>
                  </a:moveTo>
                  <a:cubicBezTo>
                    <a:pt x="4280" y="834"/>
                    <a:pt x="4058" y="1217"/>
                    <a:pt x="3728" y="1485"/>
                  </a:cubicBezTo>
                  <a:cubicBezTo>
                    <a:pt x="3448" y="931"/>
                    <a:pt x="2914" y="654"/>
                    <a:pt x="2379" y="654"/>
                  </a:cubicBezTo>
                  <a:cubicBezTo>
                    <a:pt x="1845" y="654"/>
                    <a:pt x="1310" y="931"/>
                    <a:pt x="1030" y="1485"/>
                  </a:cubicBezTo>
                  <a:cubicBezTo>
                    <a:pt x="696" y="1217"/>
                    <a:pt x="478" y="831"/>
                    <a:pt x="419" y="409"/>
                  </a:cubicBezTo>
                  <a:close/>
                  <a:moveTo>
                    <a:pt x="2379" y="1062"/>
                  </a:moveTo>
                  <a:cubicBezTo>
                    <a:pt x="2785" y="1062"/>
                    <a:pt x="3191" y="1279"/>
                    <a:pt x="3387" y="1713"/>
                  </a:cubicBezTo>
                  <a:cubicBezTo>
                    <a:pt x="3137" y="1847"/>
                    <a:pt x="2863" y="1928"/>
                    <a:pt x="2581" y="1952"/>
                  </a:cubicBezTo>
                  <a:lnTo>
                    <a:pt x="2581" y="1731"/>
                  </a:lnTo>
                  <a:cubicBezTo>
                    <a:pt x="2581" y="1618"/>
                    <a:pt x="2490" y="1527"/>
                    <a:pt x="2377" y="1527"/>
                  </a:cubicBezTo>
                  <a:cubicBezTo>
                    <a:pt x="2265" y="1527"/>
                    <a:pt x="2177" y="1618"/>
                    <a:pt x="2177" y="1731"/>
                  </a:cubicBezTo>
                  <a:lnTo>
                    <a:pt x="2177" y="1952"/>
                  </a:lnTo>
                  <a:cubicBezTo>
                    <a:pt x="1896" y="1928"/>
                    <a:pt x="1621" y="1847"/>
                    <a:pt x="1372" y="1713"/>
                  </a:cubicBezTo>
                  <a:cubicBezTo>
                    <a:pt x="1567" y="1279"/>
                    <a:pt x="1973" y="1062"/>
                    <a:pt x="2379" y="1062"/>
                  </a:cubicBezTo>
                  <a:close/>
                  <a:moveTo>
                    <a:pt x="201" y="1"/>
                  </a:moveTo>
                  <a:cubicBezTo>
                    <a:pt x="88" y="1"/>
                    <a:pt x="0" y="92"/>
                    <a:pt x="0" y="205"/>
                  </a:cubicBezTo>
                  <a:cubicBezTo>
                    <a:pt x="0" y="1397"/>
                    <a:pt x="1066" y="2367"/>
                    <a:pt x="2377" y="2367"/>
                  </a:cubicBezTo>
                  <a:cubicBezTo>
                    <a:pt x="3692" y="2367"/>
                    <a:pt x="4761" y="1397"/>
                    <a:pt x="4761" y="205"/>
                  </a:cubicBezTo>
                  <a:cubicBezTo>
                    <a:pt x="4761" y="92"/>
                    <a:pt x="4670" y="1"/>
                    <a:pt x="4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84"/>
            <p:cNvSpPr/>
            <p:nvPr/>
          </p:nvSpPr>
          <p:spPr>
            <a:xfrm>
              <a:off x="4217760" y="1619841"/>
              <a:ext cx="212662" cy="216201"/>
            </a:xfrm>
            <a:custGeom>
              <a:rect b="b" l="l" r="r" t="t"/>
              <a:pathLst>
                <a:path extrusionOk="0" h="8248" w="8113">
                  <a:moveTo>
                    <a:pt x="2390" y="1"/>
                  </a:moveTo>
                  <a:cubicBezTo>
                    <a:pt x="1850" y="1"/>
                    <a:pt x="1311" y="202"/>
                    <a:pt x="894" y="603"/>
                  </a:cubicBezTo>
                  <a:cubicBezTo>
                    <a:pt x="71" y="1387"/>
                    <a:pt x="0" y="2678"/>
                    <a:pt x="728" y="3550"/>
                  </a:cubicBezTo>
                  <a:cubicBezTo>
                    <a:pt x="950" y="3814"/>
                    <a:pt x="999" y="4179"/>
                    <a:pt x="858" y="4496"/>
                  </a:cubicBezTo>
                  <a:cubicBezTo>
                    <a:pt x="728" y="4791"/>
                    <a:pt x="662" y="5108"/>
                    <a:pt x="662" y="5431"/>
                  </a:cubicBezTo>
                  <a:cubicBezTo>
                    <a:pt x="662" y="6982"/>
                    <a:pt x="2219" y="8248"/>
                    <a:pt x="4132" y="8248"/>
                  </a:cubicBezTo>
                  <a:cubicBezTo>
                    <a:pt x="6045" y="8248"/>
                    <a:pt x="7600" y="6982"/>
                    <a:pt x="7600" y="5431"/>
                  </a:cubicBezTo>
                  <a:cubicBezTo>
                    <a:pt x="7600" y="5108"/>
                    <a:pt x="7533" y="4791"/>
                    <a:pt x="7403" y="4496"/>
                  </a:cubicBezTo>
                  <a:cubicBezTo>
                    <a:pt x="7262" y="4179"/>
                    <a:pt x="7315" y="3814"/>
                    <a:pt x="7533" y="3550"/>
                  </a:cubicBezTo>
                  <a:cubicBezTo>
                    <a:pt x="7941" y="3068"/>
                    <a:pt x="8113" y="2435"/>
                    <a:pt x="8011" y="1813"/>
                  </a:cubicBezTo>
                  <a:cubicBezTo>
                    <a:pt x="7951" y="1444"/>
                    <a:pt x="7796" y="1092"/>
                    <a:pt x="7557" y="804"/>
                  </a:cubicBezTo>
                  <a:cubicBezTo>
                    <a:pt x="7512" y="748"/>
                    <a:pt x="7456" y="725"/>
                    <a:pt x="7403" y="725"/>
                  </a:cubicBezTo>
                  <a:cubicBezTo>
                    <a:pt x="7252" y="725"/>
                    <a:pt x="7114" y="905"/>
                    <a:pt x="7241" y="1060"/>
                  </a:cubicBezTo>
                  <a:cubicBezTo>
                    <a:pt x="7768" y="1711"/>
                    <a:pt x="7761" y="2643"/>
                    <a:pt x="7223" y="3286"/>
                  </a:cubicBezTo>
                  <a:cubicBezTo>
                    <a:pt x="6903" y="3670"/>
                    <a:pt x="6829" y="4201"/>
                    <a:pt x="7033" y="4658"/>
                  </a:cubicBezTo>
                  <a:cubicBezTo>
                    <a:pt x="7139" y="4900"/>
                    <a:pt x="7195" y="5164"/>
                    <a:pt x="7195" y="5431"/>
                  </a:cubicBezTo>
                  <a:cubicBezTo>
                    <a:pt x="7195" y="6757"/>
                    <a:pt x="5824" y="7840"/>
                    <a:pt x="4132" y="7840"/>
                  </a:cubicBezTo>
                  <a:cubicBezTo>
                    <a:pt x="2444" y="7840"/>
                    <a:pt x="1073" y="6757"/>
                    <a:pt x="1073" y="5431"/>
                  </a:cubicBezTo>
                  <a:cubicBezTo>
                    <a:pt x="1073" y="5164"/>
                    <a:pt x="1129" y="4900"/>
                    <a:pt x="1235" y="4658"/>
                  </a:cubicBezTo>
                  <a:cubicBezTo>
                    <a:pt x="1439" y="4201"/>
                    <a:pt x="1365" y="3670"/>
                    <a:pt x="1045" y="3290"/>
                  </a:cubicBezTo>
                  <a:cubicBezTo>
                    <a:pt x="454" y="2579"/>
                    <a:pt x="510" y="1535"/>
                    <a:pt x="1178" y="899"/>
                  </a:cubicBezTo>
                  <a:cubicBezTo>
                    <a:pt x="1517" y="573"/>
                    <a:pt x="1954" y="409"/>
                    <a:pt x="2393" y="409"/>
                  </a:cubicBezTo>
                  <a:cubicBezTo>
                    <a:pt x="2815" y="409"/>
                    <a:pt x="3238" y="561"/>
                    <a:pt x="3573" y="867"/>
                  </a:cubicBezTo>
                  <a:cubicBezTo>
                    <a:pt x="3731" y="1009"/>
                    <a:pt x="3932" y="1081"/>
                    <a:pt x="4133" y="1081"/>
                  </a:cubicBezTo>
                  <a:cubicBezTo>
                    <a:pt x="4334" y="1081"/>
                    <a:pt x="4535" y="1009"/>
                    <a:pt x="4695" y="867"/>
                  </a:cubicBezTo>
                  <a:cubicBezTo>
                    <a:pt x="5022" y="569"/>
                    <a:pt x="5445" y="409"/>
                    <a:pt x="5878" y="409"/>
                  </a:cubicBezTo>
                  <a:cubicBezTo>
                    <a:pt x="5971" y="409"/>
                    <a:pt x="6065" y="416"/>
                    <a:pt x="6158" y="431"/>
                  </a:cubicBezTo>
                  <a:cubicBezTo>
                    <a:pt x="6330" y="459"/>
                    <a:pt x="6499" y="512"/>
                    <a:pt x="6654" y="589"/>
                  </a:cubicBezTo>
                  <a:cubicBezTo>
                    <a:pt x="6687" y="606"/>
                    <a:pt x="6720" y="613"/>
                    <a:pt x="6750" y="613"/>
                  </a:cubicBezTo>
                  <a:cubicBezTo>
                    <a:pt x="6939" y="613"/>
                    <a:pt x="7045" y="329"/>
                    <a:pt x="6836" y="223"/>
                  </a:cubicBezTo>
                  <a:cubicBezTo>
                    <a:pt x="6643" y="128"/>
                    <a:pt x="6436" y="62"/>
                    <a:pt x="6221" y="30"/>
                  </a:cubicBezTo>
                  <a:cubicBezTo>
                    <a:pt x="6106" y="11"/>
                    <a:pt x="5990" y="2"/>
                    <a:pt x="5875" y="2"/>
                  </a:cubicBezTo>
                  <a:cubicBezTo>
                    <a:pt x="5340" y="2"/>
                    <a:pt x="4819" y="200"/>
                    <a:pt x="4417" y="565"/>
                  </a:cubicBezTo>
                  <a:cubicBezTo>
                    <a:pt x="4336" y="638"/>
                    <a:pt x="4234" y="675"/>
                    <a:pt x="4132" y="675"/>
                  </a:cubicBezTo>
                  <a:cubicBezTo>
                    <a:pt x="4029" y="675"/>
                    <a:pt x="3927" y="638"/>
                    <a:pt x="3844" y="565"/>
                  </a:cubicBezTo>
                  <a:cubicBezTo>
                    <a:pt x="3431" y="188"/>
                    <a:pt x="2910" y="1"/>
                    <a:pt x="2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9" name="Google Shape;16429;p84"/>
          <p:cNvGrpSpPr/>
          <p:nvPr/>
        </p:nvGrpSpPr>
        <p:grpSpPr>
          <a:xfrm>
            <a:off x="7970761" y="1506839"/>
            <a:ext cx="364668" cy="350776"/>
            <a:chOff x="7970761" y="1506839"/>
            <a:chExt cx="364668" cy="350776"/>
          </a:xfrm>
        </p:grpSpPr>
        <p:sp>
          <p:nvSpPr>
            <p:cNvPr id="16430" name="Google Shape;16430;p84"/>
            <p:cNvSpPr/>
            <p:nvPr/>
          </p:nvSpPr>
          <p:spPr>
            <a:xfrm>
              <a:off x="8204314" y="1512501"/>
              <a:ext cx="125296" cy="117353"/>
            </a:xfrm>
            <a:custGeom>
              <a:rect b="b" l="l" r="r" t="t"/>
              <a:pathLst>
                <a:path extrusionOk="0" h="4477" w="4780">
                  <a:moveTo>
                    <a:pt x="4247" y="1"/>
                  </a:moveTo>
                  <a:cubicBezTo>
                    <a:pt x="2218" y="1"/>
                    <a:pt x="600" y="1504"/>
                    <a:pt x="1" y="2304"/>
                  </a:cubicBezTo>
                  <a:lnTo>
                    <a:pt x="1956" y="4477"/>
                  </a:lnTo>
                  <a:cubicBezTo>
                    <a:pt x="4562" y="3823"/>
                    <a:pt x="4780" y="35"/>
                    <a:pt x="4780" y="35"/>
                  </a:cubicBezTo>
                  <a:cubicBezTo>
                    <a:pt x="4599" y="12"/>
                    <a:pt x="4422" y="1"/>
                    <a:pt x="4247"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84"/>
            <p:cNvSpPr/>
            <p:nvPr/>
          </p:nvSpPr>
          <p:spPr>
            <a:xfrm>
              <a:off x="8226726" y="1512684"/>
              <a:ext cx="102989" cy="113395"/>
            </a:xfrm>
            <a:custGeom>
              <a:rect b="b" l="l" r="r" t="t"/>
              <a:pathLst>
                <a:path extrusionOk="0" h="4326" w="3929">
                  <a:moveTo>
                    <a:pt x="3552" y="0"/>
                  </a:moveTo>
                  <a:cubicBezTo>
                    <a:pt x="1600" y="486"/>
                    <a:pt x="408" y="2297"/>
                    <a:pt x="0" y="3246"/>
                  </a:cubicBezTo>
                  <a:lnTo>
                    <a:pt x="162" y="3425"/>
                  </a:lnTo>
                  <a:lnTo>
                    <a:pt x="1523" y="4325"/>
                  </a:lnTo>
                  <a:cubicBezTo>
                    <a:pt x="3731" y="3394"/>
                    <a:pt x="3925" y="28"/>
                    <a:pt x="3928" y="28"/>
                  </a:cubicBezTo>
                  <a:cubicBezTo>
                    <a:pt x="3798" y="11"/>
                    <a:pt x="3675" y="4"/>
                    <a:pt x="355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84"/>
            <p:cNvSpPr/>
            <p:nvPr/>
          </p:nvSpPr>
          <p:spPr>
            <a:xfrm>
              <a:off x="7976475" y="1512501"/>
              <a:ext cx="125270" cy="117353"/>
            </a:xfrm>
            <a:custGeom>
              <a:rect b="b" l="l" r="r" t="t"/>
              <a:pathLst>
                <a:path extrusionOk="0" h="4477" w="4779">
                  <a:moveTo>
                    <a:pt x="533" y="1"/>
                  </a:moveTo>
                  <a:cubicBezTo>
                    <a:pt x="358" y="1"/>
                    <a:pt x="181" y="12"/>
                    <a:pt x="0" y="35"/>
                  </a:cubicBezTo>
                  <a:cubicBezTo>
                    <a:pt x="0" y="35"/>
                    <a:pt x="218" y="3823"/>
                    <a:pt x="2824" y="4477"/>
                  </a:cubicBezTo>
                  <a:lnTo>
                    <a:pt x="4779" y="2304"/>
                  </a:lnTo>
                  <a:cubicBezTo>
                    <a:pt x="4180" y="1504"/>
                    <a:pt x="2562" y="1"/>
                    <a:pt x="533"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84"/>
            <p:cNvSpPr/>
            <p:nvPr/>
          </p:nvSpPr>
          <p:spPr>
            <a:xfrm>
              <a:off x="7976475" y="1512684"/>
              <a:ext cx="102884" cy="113395"/>
            </a:xfrm>
            <a:custGeom>
              <a:rect b="b" l="l" r="r" t="t"/>
              <a:pathLst>
                <a:path extrusionOk="0" h="4326" w="3925">
                  <a:moveTo>
                    <a:pt x="376" y="0"/>
                  </a:moveTo>
                  <a:cubicBezTo>
                    <a:pt x="253" y="4"/>
                    <a:pt x="127" y="11"/>
                    <a:pt x="0" y="28"/>
                  </a:cubicBezTo>
                  <a:cubicBezTo>
                    <a:pt x="0" y="28"/>
                    <a:pt x="194" y="3394"/>
                    <a:pt x="2402" y="4325"/>
                  </a:cubicBezTo>
                  <a:lnTo>
                    <a:pt x="3766" y="3425"/>
                  </a:lnTo>
                  <a:lnTo>
                    <a:pt x="3925" y="3246"/>
                  </a:lnTo>
                  <a:cubicBezTo>
                    <a:pt x="3520" y="2297"/>
                    <a:pt x="2328" y="486"/>
                    <a:pt x="376"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84"/>
            <p:cNvSpPr/>
            <p:nvPr/>
          </p:nvSpPr>
          <p:spPr>
            <a:xfrm>
              <a:off x="8010656" y="1555725"/>
              <a:ext cx="284773" cy="296280"/>
            </a:xfrm>
            <a:custGeom>
              <a:rect b="b" l="l" r="r" t="t"/>
              <a:pathLst>
                <a:path extrusionOk="0" h="11303" w="10864">
                  <a:moveTo>
                    <a:pt x="5430" y="0"/>
                  </a:moveTo>
                  <a:cubicBezTo>
                    <a:pt x="2431" y="0"/>
                    <a:pt x="1" y="3478"/>
                    <a:pt x="1" y="6520"/>
                  </a:cubicBezTo>
                  <a:cubicBezTo>
                    <a:pt x="1" y="9161"/>
                    <a:pt x="2431" y="11302"/>
                    <a:pt x="5434" y="11302"/>
                  </a:cubicBezTo>
                  <a:cubicBezTo>
                    <a:pt x="8433" y="11302"/>
                    <a:pt x="10863" y="9161"/>
                    <a:pt x="10863" y="6520"/>
                  </a:cubicBezTo>
                  <a:cubicBezTo>
                    <a:pt x="10863" y="3478"/>
                    <a:pt x="8430" y="0"/>
                    <a:pt x="5430"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84"/>
            <p:cNvSpPr/>
            <p:nvPr/>
          </p:nvSpPr>
          <p:spPr>
            <a:xfrm>
              <a:off x="8104209" y="1783591"/>
              <a:ext cx="97825" cy="34207"/>
            </a:xfrm>
            <a:custGeom>
              <a:rect b="b" l="l" r="r" t="t"/>
              <a:pathLst>
                <a:path extrusionOk="0" h="1305" w="3732">
                  <a:moveTo>
                    <a:pt x="3732" y="0"/>
                  </a:moveTo>
                  <a:lnTo>
                    <a:pt x="1" y="25"/>
                  </a:lnTo>
                  <a:cubicBezTo>
                    <a:pt x="237" y="770"/>
                    <a:pt x="880" y="1305"/>
                    <a:pt x="1636" y="1305"/>
                  </a:cubicBezTo>
                  <a:lnTo>
                    <a:pt x="2090" y="1305"/>
                  </a:lnTo>
                  <a:cubicBezTo>
                    <a:pt x="2856" y="1305"/>
                    <a:pt x="3503" y="756"/>
                    <a:pt x="3732"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84"/>
            <p:cNvSpPr/>
            <p:nvPr/>
          </p:nvSpPr>
          <p:spPr>
            <a:xfrm>
              <a:off x="8089110" y="1699055"/>
              <a:ext cx="127969" cy="90250"/>
            </a:xfrm>
            <a:custGeom>
              <a:rect b="b" l="l" r="r" t="t"/>
              <a:pathLst>
                <a:path extrusionOk="0" h="3443" w="4882">
                  <a:moveTo>
                    <a:pt x="2441" y="1"/>
                  </a:moveTo>
                  <a:cubicBezTo>
                    <a:pt x="1094" y="1"/>
                    <a:pt x="0" y="999"/>
                    <a:pt x="0" y="2423"/>
                  </a:cubicBezTo>
                  <a:cubicBezTo>
                    <a:pt x="0" y="3277"/>
                    <a:pt x="648" y="3442"/>
                    <a:pt x="1314" y="3442"/>
                  </a:cubicBezTo>
                  <a:cubicBezTo>
                    <a:pt x="1735" y="3442"/>
                    <a:pt x="2163" y="3376"/>
                    <a:pt x="2441" y="3376"/>
                  </a:cubicBezTo>
                  <a:cubicBezTo>
                    <a:pt x="2724" y="3376"/>
                    <a:pt x="3153" y="3442"/>
                    <a:pt x="3573" y="3442"/>
                  </a:cubicBezTo>
                  <a:cubicBezTo>
                    <a:pt x="4239" y="3442"/>
                    <a:pt x="4881" y="3277"/>
                    <a:pt x="4881" y="2423"/>
                  </a:cubicBezTo>
                  <a:cubicBezTo>
                    <a:pt x="4881" y="999"/>
                    <a:pt x="3787" y="1"/>
                    <a:pt x="2441"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84"/>
            <p:cNvSpPr/>
            <p:nvPr/>
          </p:nvSpPr>
          <p:spPr>
            <a:xfrm>
              <a:off x="8010656" y="1555804"/>
              <a:ext cx="142439" cy="295651"/>
            </a:xfrm>
            <a:custGeom>
              <a:rect b="b" l="l" r="r" t="t"/>
              <a:pathLst>
                <a:path extrusionOk="0" h="11279" w="5434">
                  <a:moveTo>
                    <a:pt x="5434" y="1"/>
                  </a:moveTo>
                  <a:cubicBezTo>
                    <a:pt x="2434" y="1"/>
                    <a:pt x="1" y="3475"/>
                    <a:pt x="1" y="6517"/>
                  </a:cubicBezTo>
                  <a:cubicBezTo>
                    <a:pt x="1" y="9010"/>
                    <a:pt x="2167" y="11053"/>
                    <a:pt x="4934" y="11278"/>
                  </a:cubicBezTo>
                  <a:cubicBezTo>
                    <a:pt x="3127" y="10431"/>
                    <a:pt x="1882" y="8651"/>
                    <a:pt x="1882" y="6594"/>
                  </a:cubicBezTo>
                  <a:cubicBezTo>
                    <a:pt x="1882" y="4013"/>
                    <a:pt x="3362" y="1140"/>
                    <a:pt x="5434"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84"/>
            <p:cNvSpPr/>
            <p:nvPr/>
          </p:nvSpPr>
          <p:spPr>
            <a:xfrm>
              <a:off x="8115559" y="1737981"/>
              <a:ext cx="27759" cy="27209"/>
            </a:xfrm>
            <a:custGeom>
              <a:rect b="b" l="l" r="r" t="t"/>
              <a:pathLst>
                <a:path extrusionOk="0" h="1038" w="1059">
                  <a:moveTo>
                    <a:pt x="607" y="1"/>
                  </a:moveTo>
                  <a:cubicBezTo>
                    <a:pt x="432" y="1"/>
                    <a:pt x="248" y="116"/>
                    <a:pt x="141" y="309"/>
                  </a:cubicBezTo>
                  <a:cubicBezTo>
                    <a:pt x="0" y="573"/>
                    <a:pt x="60" y="879"/>
                    <a:pt x="275" y="995"/>
                  </a:cubicBezTo>
                  <a:cubicBezTo>
                    <a:pt x="329" y="1024"/>
                    <a:pt x="389" y="1037"/>
                    <a:pt x="450" y="1037"/>
                  </a:cubicBezTo>
                  <a:cubicBezTo>
                    <a:pt x="625" y="1037"/>
                    <a:pt x="810" y="923"/>
                    <a:pt x="915" y="727"/>
                  </a:cubicBezTo>
                  <a:cubicBezTo>
                    <a:pt x="1059" y="464"/>
                    <a:pt x="999" y="158"/>
                    <a:pt x="785" y="45"/>
                  </a:cubicBezTo>
                  <a:cubicBezTo>
                    <a:pt x="729" y="15"/>
                    <a:pt x="668" y="1"/>
                    <a:pt x="607"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84"/>
            <p:cNvSpPr/>
            <p:nvPr/>
          </p:nvSpPr>
          <p:spPr>
            <a:xfrm>
              <a:off x="8162741" y="1738086"/>
              <a:ext cx="27680" cy="27235"/>
            </a:xfrm>
            <a:custGeom>
              <a:rect b="b" l="l" r="r" t="t"/>
              <a:pathLst>
                <a:path extrusionOk="0" h="1039" w="1056">
                  <a:moveTo>
                    <a:pt x="450" y="0"/>
                  </a:moveTo>
                  <a:cubicBezTo>
                    <a:pt x="388" y="0"/>
                    <a:pt x="327" y="15"/>
                    <a:pt x="272" y="45"/>
                  </a:cubicBezTo>
                  <a:cubicBezTo>
                    <a:pt x="61" y="161"/>
                    <a:pt x="1" y="467"/>
                    <a:pt x="142" y="727"/>
                  </a:cubicBezTo>
                  <a:cubicBezTo>
                    <a:pt x="246" y="922"/>
                    <a:pt x="431" y="1038"/>
                    <a:pt x="607" y="1038"/>
                  </a:cubicBezTo>
                  <a:cubicBezTo>
                    <a:pt x="669" y="1038"/>
                    <a:pt x="729" y="1024"/>
                    <a:pt x="785" y="994"/>
                  </a:cubicBezTo>
                  <a:cubicBezTo>
                    <a:pt x="1000" y="878"/>
                    <a:pt x="1056" y="572"/>
                    <a:pt x="915" y="312"/>
                  </a:cubicBezTo>
                  <a:cubicBezTo>
                    <a:pt x="811" y="117"/>
                    <a:pt x="626" y="0"/>
                    <a:pt x="45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84"/>
            <p:cNvSpPr/>
            <p:nvPr/>
          </p:nvSpPr>
          <p:spPr>
            <a:xfrm>
              <a:off x="8073252" y="1652607"/>
              <a:ext cx="34207" cy="39843"/>
            </a:xfrm>
            <a:custGeom>
              <a:rect b="b" l="l" r="r" t="t"/>
              <a:pathLst>
                <a:path extrusionOk="0" h="1520" w="1305">
                  <a:moveTo>
                    <a:pt x="654" y="0"/>
                  </a:moveTo>
                  <a:cubicBezTo>
                    <a:pt x="292" y="0"/>
                    <a:pt x="0" y="292"/>
                    <a:pt x="0" y="651"/>
                  </a:cubicBezTo>
                  <a:lnTo>
                    <a:pt x="0" y="869"/>
                  </a:lnTo>
                  <a:cubicBezTo>
                    <a:pt x="0" y="1227"/>
                    <a:pt x="292" y="1519"/>
                    <a:pt x="654" y="1519"/>
                  </a:cubicBezTo>
                  <a:cubicBezTo>
                    <a:pt x="1013" y="1519"/>
                    <a:pt x="1305" y="1227"/>
                    <a:pt x="1305" y="869"/>
                  </a:cubicBezTo>
                  <a:lnTo>
                    <a:pt x="1305" y="651"/>
                  </a:lnTo>
                  <a:cubicBezTo>
                    <a:pt x="1305"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84"/>
            <p:cNvSpPr/>
            <p:nvPr/>
          </p:nvSpPr>
          <p:spPr>
            <a:xfrm>
              <a:off x="8090395" y="1652607"/>
              <a:ext cx="17064" cy="28493"/>
            </a:xfrm>
            <a:custGeom>
              <a:rect b="b" l="l" r="r" t="t"/>
              <a:pathLst>
                <a:path extrusionOk="0" h="1087" w="651">
                  <a:moveTo>
                    <a:pt x="0" y="0"/>
                  </a:moveTo>
                  <a:lnTo>
                    <a:pt x="0" y="760"/>
                  </a:lnTo>
                  <a:cubicBezTo>
                    <a:pt x="0" y="939"/>
                    <a:pt x="145" y="1087"/>
                    <a:pt x="324" y="1087"/>
                  </a:cubicBezTo>
                  <a:cubicBezTo>
                    <a:pt x="507" y="1087"/>
                    <a:pt x="651" y="939"/>
                    <a:pt x="651" y="760"/>
                  </a:cubicBezTo>
                  <a:lnTo>
                    <a:pt x="651" y="651"/>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84"/>
            <p:cNvSpPr/>
            <p:nvPr/>
          </p:nvSpPr>
          <p:spPr>
            <a:xfrm>
              <a:off x="8084681"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84"/>
            <p:cNvSpPr/>
            <p:nvPr/>
          </p:nvSpPr>
          <p:spPr>
            <a:xfrm>
              <a:off x="8198600" y="1652607"/>
              <a:ext cx="34234" cy="39843"/>
            </a:xfrm>
            <a:custGeom>
              <a:rect b="b" l="l" r="r" t="t"/>
              <a:pathLst>
                <a:path extrusionOk="0" h="1520" w="1306">
                  <a:moveTo>
                    <a:pt x="655" y="0"/>
                  </a:moveTo>
                  <a:cubicBezTo>
                    <a:pt x="293" y="0"/>
                    <a:pt x="1" y="292"/>
                    <a:pt x="1" y="651"/>
                  </a:cubicBezTo>
                  <a:lnTo>
                    <a:pt x="1" y="869"/>
                  </a:lnTo>
                  <a:cubicBezTo>
                    <a:pt x="1" y="1227"/>
                    <a:pt x="293" y="1519"/>
                    <a:pt x="655" y="1519"/>
                  </a:cubicBezTo>
                  <a:cubicBezTo>
                    <a:pt x="1014" y="1519"/>
                    <a:pt x="1305" y="1227"/>
                    <a:pt x="1305" y="869"/>
                  </a:cubicBezTo>
                  <a:lnTo>
                    <a:pt x="1305" y="651"/>
                  </a:lnTo>
                  <a:cubicBezTo>
                    <a:pt x="1305" y="292"/>
                    <a:pt x="1014"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84"/>
            <p:cNvSpPr/>
            <p:nvPr/>
          </p:nvSpPr>
          <p:spPr>
            <a:xfrm>
              <a:off x="8215743" y="1652607"/>
              <a:ext cx="17091" cy="28493"/>
            </a:xfrm>
            <a:custGeom>
              <a:rect b="b" l="l" r="r" t="t"/>
              <a:pathLst>
                <a:path extrusionOk="0" h="1087" w="652">
                  <a:moveTo>
                    <a:pt x="1" y="0"/>
                  </a:moveTo>
                  <a:lnTo>
                    <a:pt x="1" y="760"/>
                  </a:lnTo>
                  <a:cubicBezTo>
                    <a:pt x="1" y="939"/>
                    <a:pt x="145" y="1087"/>
                    <a:pt x="324" y="1087"/>
                  </a:cubicBezTo>
                  <a:cubicBezTo>
                    <a:pt x="504" y="1087"/>
                    <a:pt x="651" y="939"/>
                    <a:pt x="651" y="760"/>
                  </a:cubicBezTo>
                  <a:lnTo>
                    <a:pt x="651" y="651"/>
                  </a:lnTo>
                  <a:cubicBezTo>
                    <a:pt x="651" y="292"/>
                    <a:pt x="360"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84"/>
            <p:cNvSpPr/>
            <p:nvPr/>
          </p:nvSpPr>
          <p:spPr>
            <a:xfrm>
              <a:off x="8209950"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84"/>
            <p:cNvSpPr/>
            <p:nvPr/>
          </p:nvSpPr>
          <p:spPr>
            <a:xfrm>
              <a:off x="8110683" y="1732738"/>
              <a:ext cx="36802" cy="37956"/>
            </a:xfrm>
            <a:custGeom>
              <a:rect b="b" l="l" r="r" t="t"/>
              <a:pathLst>
                <a:path extrusionOk="0" h="1448" w="1404">
                  <a:moveTo>
                    <a:pt x="795" y="410"/>
                  </a:moveTo>
                  <a:cubicBezTo>
                    <a:pt x="823" y="410"/>
                    <a:pt x="851" y="417"/>
                    <a:pt x="876" y="428"/>
                  </a:cubicBezTo>
                  <a:cubicBezTo>
                    <a:pt x="928" y="463"/>
                    <a:pt x="964" y="516"/>
                    <a:pt x="971" y="576"/>
                  </a:cubicBezTo>
                  <a:cubicBezTo>
                    <a:pt x="985" y="667"/>
                    <a:pt x="967" y="759"/>
                    <a:pt x="925" y="839"/>
                  </a:cubicBezTo>
                  <a:cubicBezTo>
                    <a:pt x="856" y="963"/>
                    <a:pt x="738" y="1042"/>
                    <a:pt x="636" y="1042"/>
                  </a:cubicBezTo>
                  <a:cubicBezTo>
                    <a:pt x="608" y="1042"/>
                    <a:pt x="580" y="1035"/>
                    <a:pt x="556" y="1022"/>
                  </a:cubicBezTo>
                  <a:cubicBezTo>
                    <a:pt x="503" y="991"/>
                    <a:pt x="468" y="938"/>
                    <a:pt x="461" y="875"/>
                  </a:cubicBezTo>
                  <a:cubicBezTo>
                    <a:pt x="433" y="692"/>
                    <a:pt x="531" y="509"/>
                    <a:pt x="700" y="432"/>
                  </a:cubicBezTo>
                  <a:cubicBezTo>
                    <a:pt x="732" y="417"/>
                    <a:pt x="763" y="410"/>
                    <a:pt x="795" y="410"/>
                  </a:cubicBezTo>
                  <a:close/>
                  <a:moveTo>
                    <a:pt x="788" y="1"/>
                  </a:moveTo>
                  <a:cubicBezTo>
                    <a:pt x="705" y="1"/>
                    <a:pt x="623" y="18"/>
                    <a:pt x="545" y="52"/>
                  </a:cubicBezTo>
                  <a:cubicBezTo>
                    <a:pt x="197" y="206"/>
                    <a:pt x="0" y="579"/>
                    <a:pt x="60" y="952"/>
                  </a:cubicBezTo>
                  <a:cubicBezTo>
                    <a:pt x="92" y="1135"/>
                    <a:pt x="204" y="1290"/>
                    <a:pt x="362" y="1381"/>
                  </a:cubicBezTo>
                  <a:cubicBezTo>
                    <a:pt x="447" y="1427"/>
                    <a:pt x="542" y="1448"/>
                    <a:pt x="637" y="1448"/>
                  </a:cubicBezTo>
                  <a:cubicBezTo>
                    <a:pt x="886" y="1448"/>
                    <a:pt x="1143" y="1293"/>
                    <a:pt x="1284" y="1033"/>
                  </a:cubicBezTo>
                  <a:cubicBezTo>
                    <a:pt x="1372" y="868"/>
                    <a:pt x="1403" y="681"/>
                    <a:pt x="1372" y="498"/>
                  </a:cubicBezTo>
                  <a:cubicBezTo>
                    <a:pt x="1340" y="319"/>
                    <a:pt x="1227" y="161"/>
                    <a:pt x="1069" y="69"/>
                  </a:cubicBezTo>
                  <a:cubicBezTo>
                    <a:pt x="980" y="24"/>
                    <a:pt x="884" y="1"/>
                    <a:pt x="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84"/>
            <p:cNvSpPr/>
            <p:nvPr/>
          </p:nvSpPr>
          <p:spPr>
            <a:xfrm>
              <a:off x="8156581" y="1732765"/>
              <a:ext cx="38087" cy="37929"/>
            </a:xfrm>
            <a:custGeom>
              <a:rect b="b" l="l" r="r" t="t"/>
              <a:pathLst>
                <a:path extrusionOk="0" h="1447" w="1453">
                  <a:moveTo>
                    <a:pt x="685" y="408"/>
                  </a:moveTo>
                  <a:cubicBezTo>
                    <a:pt x="786" y="408"/>
                    <a:pt x="902" y="486"/>
                    <a:pt x="971" y="610"/>
                  </a:cubicBezTo>
                  <a:cubicBezTo>
                    <a:pt x="1017" y="691"/>
                    <a:pt x="1034" y="782"/>
                    <a:pt x="1020" y="874"/>
                  </a:cubicBezTo>
                  <a:cubicBezTo>
                    <a:pt x="1010" y="933"/>
                    <a:pt x="974" y="990"/>
                    <a:pt x="922" y="1021"/>
                  </a:cubicBezTo>
                  <a:cubicBezTo>
                    <a:pt x="897" y="1034"/>
                    <a:pt x="870" y="1041"/>
                    <a:pt x="841" y="1041"/>
                  </a:cubicBezTo>
                  <a:cubicBezTo>
                    <a:pt x="739" y="1041"/>
                    <a:pt x="622" y="961"/>
                    <a:pt x="556" y="835"/>
                  </a:cubicBezTo>
                  <a:cubicBezTo>
                    <a:pt x="468" y="677"/>
                    <a:pt x="489" y="490"/>
                    <a:pt x="605" y="427"/>
                  </a:cubicBezTo>
                  <a:cubicBezTo>
                    <a:pt x="630" y="414"/>
                    <a:pt x="657" y="408"/>
                    <a:pt x="685" y="408"/>
                  </a:cubicBezTo>
                  <a:close/>
                  <a:moveTo>
                    <a:pt x="683" y="1"/>
                  </a:moveTo>
                  <a:cubicBezTo>
                    <a:pt x="589" y="1"/>
                    <a:pt x="497" y="22"/>
                    <a:pt x="412" y="68"/>
                  </a:cubicBezTo>
                  <a:cubicBezTo>
                    <a:pt x="99" y="237"/>
                    <a:pt x="0" y="670"/>
                    <a:pt x="197" y="1028"/>
                  </a:cubicBezTo>
                  <a:cubicBezTo>
                    <a:pt x="338" y="1292"/>
                    <a:pt x="595" y="1447"/>
                    <a:pt x="844" y="1447"/>
                  </a:cubicBezTo>
                  <a:cubicBezTo>
                    <a:pt x="939" y="1447"/>
                    <a:pt x="1031" y="1422"/>
                    <a:pt x="1115" y="1380"/>
                  </a:cubicBezTo>
                  <a:cubicBezTo>
                    <a:pt x="1277" y="1289"/>
                    <a:pt x="1386" y="1130"/>
                    <a:pt x="1417" y="951"/>
                  </a:cubicBezTo>
                  <a:cubicBezTo>
                    <a:pt x="1453" y="768"/>
                    <a:pt x="1421" y="582"/>
                    <a:pt x="1330" y="420"/>
                  </a:cubicBezTo>
                  <a:cubicBezTo>
                    <a:pt x="1189" y="156"/>
                    <a:pt x="932"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84"/>
            <p:cNvSpPr/>
            <p:nvPr/>
          </p:nvSpPr>
          <p:spPr>
            <a:xfrm>
              <a:off x="7970761" y="1506839"/>
              <a:ext cx="364668" cy="350776"/>
            </a:xfrm>
            <a:custGeom>
              <a:rect b="b" l="l" r="r" t="t"/>
              <a:pathLst>
                <a:path extrusionOk="0" h="13382" w="13912">
                  <a:moveTo>
                    <a:pt x="1997" y="621"/>
                  </a:moveTo>
                  <a:lnTo>
                    <a:pt x="1997" y="621"/>
                  </a:lnTo>
                  <a:cubicBezTo>
                    <a:pt x="3211" y="1018"/>
                    <a:pt x="4174" y="1869"/>
                    <a:pt x="4631" y="2333"/>
                  </a:cubicBezTo>
                  <a:cubicBezTo>
                    <a:pt x="4420" y="2460"/>
                    <a:pt x="4220" y="2600"/>
                    <a:pt x="4026" y="2755"/>
                  </a:cubicBezTo>
                  <a:cubicBezTo>
                    <a:pt x="3675" y="1964"/>
                    <a:pt x="3109" y="1313"/>
                    <a:pt x="2335" y="821"/>
                  </a:cubicBezTo>
                  <a:cubicBezTo>
                    <a:pt x="2223" y="747"/>
                    <a:pt x="2110" y="680"/>
                    <a:pt x="1997" y="621"/>
                  </a:cubicBezTo>
                  <a:close/>
                  <a:moveTo>
                    <a:pt x="426" y="487"/>
                  </a:moveTo>
                  <a:lnTo>
                    <a:pt x="426" y="487"/>
                  </a:lnTo>
                  <a:cubicBezTo>
                    <a:pt x="1164" y="642"/>
                    <a:pt x="2954" y="1197"/>
                    <a:pt x="3703" y="3036"/>
                  </a:cubicBezTo>
                  <a:cubicBezTo>
                    <a:pt x="3429" y="3286"/>
                    <a:pt x="3175" y="3564"/>
                    <a:pt x="2943" y="3856"/>
                  </a:cubicBezTo>
                  <a:cubicBezTo>
                    <a:pt x="2824" y="4010"/>
                    <a:pt x="2711" y="4169"/>
                    <a:pt x="2602" y="4330"/>
                  </a:cubicBezTo>
                  <a:cubicBezTo>
                    <a:pt x="872" y="3799"/>
                    <a:pt x="503" y="1292"/>
                    <a:pt x="426" y="487"/>
                  </a:cubicBezTo>
                  <a:close/>
                  <a:moveTo>
                    <a:pt x="13482" y="480"/>
                  </a:moveTo>
                  <a:cubicBezTo>
                    <a:pt x="13408" y="1292"/>
                    <a:pt x="13039" y="3799"/>
                    <a:pt x="11306" y="4327"/>
                  </a:cubicBezTo>
                  <a:lnTo>
                    <a:pt x="11306" y="4330"/>
                  </a:lnTo>
                  <a:cubicBezTo>
                    <a:pt x="11196" y="4165"/>
                    <a:pt x="11084" y="4007"/>
                    <a:pt x="10961" y="3856"/>
                  </a:cubicBezTo>
                  <a:cubicBezTo>
                    <a:pt x="10732" y="3560"/>
                    <a:pt x="10479" y="3286"/>
                    <a:pt x="10205" y="3033"/>
                  </a:cubicBezTo>
                  <a:cubicBezTo>
                    <a:pt x="10261" y="2896"/>
                    <a:pt x="10328" y="2759"/>
                    <a:pt x="10402" y="2625"/>
                  </a:cubicBezTo>
                  <a:cubicBezTo>
                    <a:pt x="10490" y="2465"/>
                    <a:pt x="10353" y="2323"/>
                    <a:pt x="10215" y="2323"/>
                  </a:cubicBezTo>
                  <a:cubicBezTo>
                    <a:pt x="10150" y="2323"/>
                    <a:pt x="10085" y="2355"/>
                    <a:pt x="10043" y="2432"/>
                  </a:cubicBezTo>
                  <a:cubicBezTo>
                    <a:pt x="9987" y="2534"/>
                    <a:pt x="9934" y="2643"/>
                    <a:pt x="9885" y="2755"/>
                  </a:cubicBezTo>
                  <a:cubicBezTo>
                    <a:pt x="9691" y="2600"/>
                    <a:pt x="9488" y="2460"/>
                    <a:pt x="9277" y="2333"/>
                  </a:cubicBezTo>
                  <a:cubicBezTo>
                    <a:pt x="9734" y="1865"/>
                    <a:pt x="10701" y="1014"/>
                    <a:pt x="11917" y="617"/>
                  </a:cubicBezTo>
                  <a:lnTo>
                    <a:pt x="11917" y="617"/>
                  </a:lnTo>
                  <a:cubicBezTo>
                    <a:pt x="11411" y="881"/>
                    <a:pt x="10957" y="1236"/>
                    <a:pt x="10578" y="1661"/>
                  </a:cubicBezTo>
                  <a:cubicBezTo>
                    <a:pt x="10444" y="1817"/>
                    <a:pt x="10583" y="2005"/>
                    <a:pt x="10736" y="2005"/>
                  </a:cubicBezTo>
                  <a:cubicBezTo>
                    <a:pt x="10788" y="2005"/>
                    <a:pt x="10842" y="1984"/>
                    <a:pt x="10887" y="1932"/>
                  </a:cubicBezTo>
                  <a:cubicBezTo>
                    <a:pt x="11749" y="955"/>
                    <a:pt x="12902" y="603"/>
                    <a:pt x="13482" y="480"/>
                  </a:cubicBezTo>
                  <a:close/>
                  <a:moveTo>
                    <a:pt x="6952" y="2062"/>
                  </a:moveTo>
                  <a:cubicBezTo>
                    <a:pt x="7638" y="2062"/>
                    <a:pt x="8317" y="2252"/>
                    <a:pt x="8971" y="2625"/>
                  </a:cubicBezTo>
                  <a:cubicBezTo>
                    <a:pt x="9586" y="2977"/>
                    <a:pt x="10145" y="3476"/>
                    <a:pt x="10641" y="4105"/>
                  </a:cubicBezTo>
                  <a:cubicBezTo>
                    <a:pt x="11611" y="5340"/>
                    <a:pt x="12192" y="6943"/>
                    <a:pt x="12192" y="8388"/>
                  </a:cubicBezTo>
                  <a:cubicBezTo>
                    <a:pt x="12192" y="10917"/>
                    <a:pt x="9843" y="12974"/>
                    <a:pt x="6956" y="12974"/>
                  </a:cubicBezTo>
                  <a:lnTo>
                    <a:pt x="6956" y="12977"/>
                  </a:lnTo>
                  <a:cubicBezTo>
                    <a:pt x="4065" y="12977"/>
                    <a:pt x="1716" y="10917"/>
                    <a:pt x="1716" y="8388"/>
                  </a:cubicBezTo>
                  <a:cubicBezTo>
                    <a:pt x="1716" y="6943"/>
                    <a:pt x="2293" y="5340"/>
                    <a:pt x="3263" y="4105"/>
                  </a:cubicBezTo>
                  <a:cubicBezTo>
                    <a:pt x="3759" y="3476"/>
                    <a:pt x="4322" y="2980"/>
                    <a:pt x="4934" y="2625"/>
                  </a:cubicBezTo>
                  <a:cubicBezTo>
                    <a:pt x="5588" y="2252"/>
                    <a:pt x="6266" y="2062"/>
                    <a:pt x="6952" y="2062"/>
                  </a:cubicBezTo>
                  <a:close/>
                  <a:moveTo>
                    <a:pt x="727" y="0"/>
                  </a:moveTo>
                  <a:cubicBezTo>
                    <a:pt x="544" y="0"/>
                    <a:pt x="361" y="13"/>
                    <a:pt x="179" y="37"/>
                  </a:cubicBezTo>
                  <a:cubicBezTo>
                    <a:pt x="74" y="51"/>
                    <a:pt x="0" y="139"/>
                    <a:pt x="4" y="244"/>
                  </a:cubicBezTo>
                  <a:cubicBezTo>
                    <a:pt x="39" y="920"/>
                    <a:pt x="158" y="1591"/>
                    <a:pt x="362" y="2238"/>
                  </a:cubicBezTo>
                  <a:cubicBezTo>
                    <a:pt x="770" y="3518"/>
                    <a:pt x="1466" y="4359"/>
                    <a:pt x="2381" y="4682"/>
                  </a:cubicBezTo>
                  <a:cubicBezTo>
                    <a:pt x="1699" y="5832"/>
                    <a:pt x="1308" y="7161"/>
                    <a:pt x="1308" y="8388"/>
                  </a:cubicBezTo>
                  <a:cubicBezTo>
                    <a:pt x="1308" y="9728"/>
                    <a:pt x="1899" y="10984"/>
                    <a:pt x="2972" y="11929"/>
                  </a:cubicBezTo>
                  <a:cubicBezTo>
                    <a:pt x="4037" y="12865"/>
                    <a:pt x="5451" y="13382"/>
                    <a:pt x="6956" y="13382"/>
                  </a:cubicBezTo>
                  <a:cubicBezTo>
                    <a:pt x="8457" y="13382"/>
                    <a:pt x="9874" y="12865"/>
                    <a:pt x="10940" y="11929"/>
                  </a:cubicBezTo>
                  <a:cubicBezTo>
                    <a:pt x="12012" y="10984"/>
                    <a:pt x="12603" y="9728"/>
                    <a:pt x="12603" y="8388"/>
                  </a:cubicBezTo>
                  <a:cubicBezTo>
                    <a:pt x="12603" y="7161"/>
                    <a:pt x="12209" y="5832"/>
                    <a:pt x="11531" y="4682"/>
                  </a:cubicBezTo>
                  <a:cubicBezTo>
                    <a:pt x="12445" y="4359"/>
                    <a:pt x="13138" y="3518"/>
                    <a:pt x="13549" y="2238"/>
                  </a:cubicBezTo>
                  <a:cubicBezTo>
                    <a:pt x="13749" y="1591"/>
                    <a:pt x="13873" y="920"/>
                    <a:pt x="13908" y="244"/>
                  </a:cubicBezTo>
                  <a:cubicBezTo>
                    <a:pt x="13911" y="139"/>
                    <a:pt x="13834" y="51"/>
                    <a:pt x="13732" y="37"/>
                  </a:cubicBezTo>
                  <a:cubicBezTo>
                    <a:pt x="13553" y="14"/>
                    <a:pt x="13373" y="2"/>
                    <a:pt x="13193" y="2"/>
                  </a:cubicBezTo>
                  <a:cubicBezTo>
                    <a:pt x="12339" y="2"/>
                    <a:pt x="11466" y="262"/>
                    <a:pt x="10595" y="779"/>
                  </a:cubicBezTo>
                  <a:cubicBezTo>
                    <a:pt x="9973" y="1152"/>
                    <a:pt x="9407" y="1605"/>
                    <a:pt x="8907" y="2129"/>
                  </a:cubicBezTo>
                  <a:cubicBezTo>
                    <a:pt x="8294" y="1811"/>
                    <a:pt x="7623" y="1652"/>
                    <a:pt x="6953" y="1652"/>
                  </a:cubicBezTo>
                  <a:cubicBezTo>
                    <a:pt x="6282" y="1652"/>
                    <a:pt x="5612" y="1811"/>
                    <a:pt x="5001" y="2129"/>
                  </a:cubicBezTo>
                  <a:cubicBezTo>
                    <a:pt x="4501" y="1605"/>
                    <a:pt x="3935" y="1152"/>
                    <a:pt x="3316" y="779"/>
                  </a:cubicBezTo>
                  <a:cubicBezTo>
                    <a:pt x="2446" y="261"/>
                    <a:pt x="1577"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84"/>
            <p:cNvSpPr/>
            <p:nvPr/>
          </p:nvSpPr>
          <p:spPr>
            <a:xfrm>
              <a:off x="8083658" y="1693708"/>
              <a:ext cx="138952" cy="129621"/>
            </a:xfrm>
            <a:custGeom>
              <a:rect b="b" l="l" r="r" t="t"/>
              <a:pathLst>
                <a:path extrusionOk="0" h="4945" w="5301">
                  <a:moveTo>
                    <a:pt x="2688" y="408"/>
                  </a:moveTo>
                  <a:cubicBezTo>
                    <a:pt x="3265" y="408"/>
                    <a:pt x="3819" y="632"/>
                    <a:pt x="4235" y="1027"/>
                  </a:cubicBezTo>
                  <a:cubicBezTo>
                    <a:pt x="4660" y="1439"/>
                    <a:pt x="4892" y="2005"/>
                    <a:pt x="4892" y="2631"/>
                  </a:cubicBezTo>
                  <a:cubicBezTo>
                    <a:pt x="4892" y="2898"/>
                    <a:pt x="4822" y="3088"/>
                    <a:pt x="4681" y="3218"/>
                  </a:cubicBezTo>
                  <a:lnTo>
                    <a:pt x="4681" y="3215"/>
                  </a:lnTo>
                  <a:cubicBezTo>
                    <a:pt x="4481" y="3400"/>
                    <a:pt x="4137" y="3449"/>
                    <a:pt x="3782" y="3449"/>
                  </a:cubicBezTo>
                  <a:cubicBezTo>
                    <a:pt x="3557" y="3449"/>
                    <a:pt x="3327" y="3429"/>
                    <a:pt x="3127" y="3412"/>
                  </a:cubicBezTo>
                  <a:cubicBezTo>
                    <a:pt x="2951" y="3397"/>
                    <a:pt x="2786" y="3383"/>
                    <a:pt x="2649" y="3383"/>
                  </a:cubicBezTo>
                  <a:cubicBezTo>
                    <a:pt x="2512" y="3383"/>
                    <a:pt x="2353" y="3397"/>
                    <a:pt x="2181" y="3412"/>
                  </a:cubicBezTo>
                  <a:cubicBezTo>
                    <a:pt x="1979" y="3429"/>
                    <a:pt x="1748" y="3449"/>
                    <a:pt x="1522" y="3449"/>
                  </a:cubicBezTo>
                  <a:cubicBezTo>
                    <a:pt x="1164" y="3449"/>
                    <a:pt x="818" y="3400"/>
                    <a:pt x="616" y="3215"/>
                  </a:cubicBezTo>
                  <a:cubicBezTo>
                    <a:pt x="475" y="3084"/>
                    <a:pt x="409" y="2895"/>
                    <a:pt x="409" y="2631"/>
                  </a:cubicBezTo>
                  <a:cubicBezTo>
                    <a:pt x="409" y="2008"/>
                    <a:pt x="641" y="1439"/>
                    <a:pt x="1063" y="1027"/>
                  </a:cubicBezTo>
                  <a:cubicBezTo>
                    <a:pt x="1474" y="626"/>
                    <a:pt x="2040" y="408"/>
                    <a:pt x="2649" y="408"/>
                  </a:cubicBezTo>
                  <a:cubicBezTo>
                    <a:pt x="2662" y="408"/>
                    <a:pt x="2675" y="408"/>
                    <a:pt x="2688" y="408"/>
                  </a:cubicBezTo>
                  <a:close/>
                  <a:moveTo>
                    <a:pt x="2649" y="3791"/>
                  </a:moveTo>
                  <a:cubicBezTo>
                    <a:pt x="2765" y="3791"/>
                    <a:pt x="2926" y="3805"/>
                    <a:pt x="3092" y="3819"/>
                  </a:cubicBezTo>
                  <a:cubicBezTo>
                    <a:pt x="3310" y="3837"/>
                    <a:pt x="3552" y="3858"/>
                    <a:pt x="3792" y="3858"/>
                  </a:cubicBezTo>
                  <a:cubicBezTo>
                    <a:pt x="3813" y="3859"/>
                    <a:pt x="3834" y="3859"/>
                    <a:pt x="3855" y="3859"/>
                  </a:cubicBezTo>
                  <a:cubicBezTo>
                    <a:pt x="3957" y="3859"/>
                    <a:pt x="4059" y="3852"/>
                    <a:pt x="4161" y="3841"/>
                  </a:cubicBezTo>
                  <a:lnTo>
                    <a:pt x="4161" y="3841"/>
                  </a:lnTo>
                  <a:cubicBezTo>
                    <a:pt x="3879" y="4277"/>
                    <a:pt x="3394" y="4540"/>
                    <a:pt x="2874" y="4540"/>
                  </a:cubicBezTo>
                  <a:lnTo>
                    <a:pt x="2420" y="4540"/>
                  </a:lnTo>
                  <a:cubicBezTo>
                    <a:pt x="1900" y="4540"/>
                    <a:pt x="1414" y="4273"/>
                    <a:pt x="1133" y="3837"/>
                  </a:cubicBezTo>
                  <a:lnTo>
                    <a:pt x="1133" y="3837"/>
                  </a:lnTo>
                  <a:cubicBezTo>
                    <a:pt x="1260" y="3852"/>
                    <a:pt x="1390" y="3857"/>
                    <a:pt x="1521" y="3857"/>
                  </a:cubicBezTo>
                  <a:cubicBezTo>
                    <a:pt x="1763" y="3857"/>
                    <a:pt x="2004" y="3838"/>
                    <a:pt x="2216" y="3819"/>
                  </a:cubicBezTo>
                  <a:cubicBezTo>
                    <a:pt x="2378" y="3805"/>
                    <a:pt x="2533" y="3791"/>
                    <a:pt x="2649" y="3791"/>
                  </a:cubicBezTo>
                  <a:close/>
                  <a:moveTo>
                    <a:pt x="2649" y="1"/>
                  </a:moveTo>
                  <a:cubicBezTo>
                    <a:pt x="1140" y="1"/>
                    <a:pt x="1" y="1133"/>
                    <a:pt x="1" y="2634"/>
                  </a:cubicBezTo>
                  <a:cubicBezTo>
                    <a:pt x="1" y="3011"/>
                    <a:pt x="117" y="3306"/>
                    <a:pt x="342" y="3513"/>
                  </a:cubicBezTo>
                  <a:cubicBezTo>
                    <a:pt x="419" y="3587"/>
                    <a:pt x="511" y="3647"/>
                    <a:pt x="606" y="3689"/>
                  </a:cubicBezTo>
                  <a:cubicBezTo>
                    <a:pt x="890" y="4445"/>
                    <a:pt x="1611" y="4945"/>
                    <a:pt x="2420" y="4945"/>
                  </a:cubicBezTo>
                  <a:lnTo>
                    <a:pt x="2874" y="4945"/>
                  </a:lnTo>
                  <a:cubicBezTo>
                    <a:pt x="2877" y="4945"/>
                    <a:pt x="2879" y="4945"/>
                    <a:pt x="2882" y="4945"/>
                  </a:cubicBezTo>
                  <a:cubicBezTo>
                    <a:pt x="3684" y="4945"/>
                    <a:pt x="4401" y="4446"/>
                    <a:pt x="4688" y="3696"/>
                  </a:cubicBezTo>
                  <a:cubicBezTo>
                    <a:pt x="4787" y="3651"/>
                    <a:pt x="4878" y="3591"/>
                    <a:pt x="4959" y="3517"/>
                  </a:cubicBezTo>
                  <a:cubicBezTo>
                    <a:pt x="5184" y="3310"/>
                    <a:pt x="5300" y="3011"/>
                    <a:pt x="5300" y="2631"/>
                  </a:cubicBezTo>
                  <a:cubicBezTo>
                    <a:pt x="5297" y="1896"/>
                    <a:pt x="5022" y="1224"/>
                    <a:pt x="4519" y="735"/>
                  </a:cubicBezTo>
                  <a:cubicBezTo>
                    <a:pt x="4027" y="261"/>
                    <a:pt x="3362"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84"/>
            <p:cNvSpPr/>
            <p:nvPr/>
          </p:nvSpPr>
          <p:spPr>
            <a:xfrm>
              <a:off x="8067800" y="1647155"/>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20"/>
                    <a:pt x="1611" y="652"/>
                    <a:pt x="1510" y="652"/>
                  </a:cubicBezTo>
                  <a:cubicBezTo>
                    <a:pt x="1408" y="652"/>
                    <a:pt x="1306" y="720"/>
                    <a:pt x="1306" y="855"/>
                  </a:cubicBezTo>
                  <a:lnTo>
                    <a:pt x="1306" y="1077"/>
                  </a:lnTo>
                  <a:cubicBezTo>
                    <a:pt x="1313" y="1330"/>
                    <a:pt x="1112" y="1537"/>
                    <a:pt x="855" y="1537"/>
                  </a:cubicBezTo>
                  <a:cubicBezTo>
                    <a:pt x="602" y="1537"/>
                    <a:pt x="398" y="133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84"/>
            <p:cNvSpPr/>
            <p:nvPr/>
          </p:nvSpPr>
          <p:spPr>
            <a:xfrm>
              <a:off x="8193358" y="1647155"/>
              <a:ext cx="44902" cy="50643"/>
            </a:xfrm>
            <a:custGeom>
              <a:rect b="b" l="l" r="r" t="t"/>
              <a:pathLst>
                <a:path extrusionOk="0" h="1932" w="1713">
                  <a:moveTo>
                    <a:pt x="858" y="1"/>
                  </a:moveTo>
                  <a:cubicBezTo>
                    <a:pt x="384" y="1"/>
                    <a:pt x="0" y="384"/>
                    <a:pt x="0" y="855"/>
                  </a:cubicBezTo>
                  <a:lnTo>
                    <a:pt x="0" y="1077"/>
                  </a:lnTo>
                  <a:cubicBezTo>
                    <a:pt x="0" y="1548"/>
                    <a:pt x="384" y="1931"/>
                    <a:pt x="858" y="1931"/>
                  </a:cubicBezTo>
                  <a:cubicBezTo>
                    <a:pt x="1330" y="1931"/>
                    <a:pt x="1713" y="1548"/>
                    <a:pt x="1713" y="1077"/>
                  </a:cubicBezTo>
                  <a:lnTo>
                    <a:pt x="1713" y="855"/>
                  </a:lnTo>
                  <a:cubicBezTo>
                    <a:pt x="1713" y="743"/>
                    <a:pt x="1621" y="655"/>
                    <a:pt x="1509" y="655"/>
                  </a:cubicBezTo>
                  <a:cubicBezTo>
                    <a:pt x="1396" y="655"/>
                    <a:pt x="1305" y="746"/>
                    <a:pt x="1305" y="859"/>
                  </a:cubicBezTo>
                  <a:lnTo>
                    <a:pt x="1305" y="1077"/>
                  </a:lnTo>
                  <a:cubicBezTo>
                    <a:pt x="1298" y="1319"/>
                    <a:pt x="1101" y="1513"/>
                    <a:pt x="858" y="1513"/>
                  </a:cubicBezTo>
                  <a:cubicBezTo>
                    <a:pt x="612" y="1513"/>
                    <a:pt x="415" y="1319"/>
                    <a:pt x="408" y="1077"/>
                  </a:cubicBezTo>
                  <a:lnTo>
                    <a:pt x="408" y="859"/>
                  </a:lnTo>
                  <a:cubicBezTo>
                    <a:pt x="408" y="609"/>
                    <a:pt x="609" y="409"/>
                    <a:pt x="858" y="409"/>
                  </a:cubicBezTo>
                  <a:cubicBezTo>
                    <a:pt x="967" y="409"/>
                    <a:pt x="1059" y="317"/>
                    <a:pt x="1059" y="205"/>
                  </a:cubicBezTo>
                  <a:cubicBezTo>
                    <a:pt x="1059" y="92"/>
                    <a:pt x="967"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2" name="Google Shape;16452;p84"/>
          <p:cNvGrpSpPr/>
          <p:nvPr/>
        </p:nvGrpSpPr>
        <p:grpSpPr>
          <a:xfrm>
            <a:off x="1397033" y="2409781"/>
            <a:ext cx="374341" cy="374839"/>
            <a:chOff x="1397033" y="2409781"/>
            <a:chExt cx="374341" cy="374839"/>
          </a:xfrm>
        </p:grpSpPr>
        <p:sp>
          <p:nvSpPr>
            <p:cNvPr id="16453" name="Google Shape;16453;p84"/>
            <p:cNvSpPr/>
            <p:nvPr/>
          </p:nvSpPr>
          <p:spPr>
            <a:xfrm>
              <a:off x="1443560" y="2473871"/>
              <a:ext cx="281260" cy="287237"/>
            </a:xfrm>
            <a:custGeom>
              <a:rect b="b" l="l" r="r" t="t"/>
              <a:pathLst>
                <a:path extrusionOk="0" h="10958" w="10730">
                  <a:moveTo>
                    <a:pt x="5367" y="1"/>
                  </a:moveTo>
                  <a:cubicBezTo>
                    <a:pt x="2403" y="1"/>
                    <a:pt x="1" y="2452"/>
                    <a:pt x="1" y="5479"/>
                  </a:cubicBezTo>
                  <a:cubicBezTo>
                    <a:pt x="1" y="8503"/>
                    <a:pt x="2403" y="10958"/>
                    <a:pt x="5367" y="10958"/>
                  </a:cubicBezTo>
                  <a:cubicBezTo>
                    <a:pt x="8328" y="10958"/>
                    <a:pt x="10730" y="8503"/>
                    <a:pt x="10730" y="5479"/>
                  </a:cubicBezTo>
                  <a:cubicBezTo>
                    <a:pt x="10730" y="2452"/>
                    <a:pt x="8328" y="1"/>
                    <a:pt x="5367"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84"/>
            <p:cNvSpPr/>
            <p:nvPr/>
          </p:nvSpPr>
          <p:spPr>
            <a:xfrm>
              <a:off x="1490402" y="2497278"/>
              <a:ext cx="187603" cy="263750"/>
            </a:xfrm>
            <a:custGeom>
              <a:rect b="b" l="l" r="r" t="t"/>
              <a:pathLst>
                <a:path extrusionOk="0" h="10062" w="7157">
                  <a:moveTo>
                    <a:pt x="3580" y="1"/>
                  </a:moveTo>
                  <a:cubicBezTo>
                    <a:pt x="1604" y="1"/>
                    <a:pt x="0" y="2255"/>
                    <a:pt x="0" y="5033"/>
                  </a:cubicBezTo>
                  <a:cubicBezTo>
                    <a:pt x="0" y="7811"/>
                    <a:pt x="1604" y="10061"/>
                    <a:pt x="3580" y="10061"/>
                  </a:cubicBezTo>
                  <a:cubicBezTo>
                    <a:pt x="5553" y="10061"/>
                    <a:pt x="7156" y="7811"/>
                    <a:pt x="7156" y="5033"/>
                  </a:cubicBezTo>
                  <a:cubicBezTo>
                    <a:pt x="7156" y="2255"/>
                    <a:pt x="5553" y="1"/>
                    <a:pt x="3580"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84"/>
            <p:cNvSpPr/>
            <p:nvPr/>
          </p:nvSpPr>
          <p:spPr>
            <a:xfrm>
              <a:off x="1402564" y="2415259"/>
              <a:ext cx="363358" cy="211954"/>
            </a:xfrm>
            <a:custGeom>
              <a:rect b="b" l="l" r="r" t="t"/>
              <a:pathLst>
                <a:path extrusionOk="0" h="8086" w="13862">
                  <a:moveTo>
                    <a:pt x="6931" y="0"/>
                  </a:moveTo>
                  <a:cubicBezTo>
                    <a:pt x="3967" y="0"/>
                    <a:pt x="1565" y="1804"/>
                    <a:pt x="1565" y="4027"/>
                  </a:cubicBezTo>
                  <a:cubicBezTo>
                    <a:pt x="1565" y="4188"/>
                    <a:pt x="1579" y="4354"/>
                    <a:pt x="1604" y="4512"/>
                  </a:cubicBezTo>
                  <a:lnTo>
                    <a:pt x="893" y="3802"/>
                  </a:lnTo>
                  <a:cubicBezTo>
                    <a:pt x="893" y="3802"/>
                    <a:pt x="0" y="6038"/>
                    <a:pt x="0" y="7378"/>
                  </a:cubicBezTo>
                  <a:lnTo>
                    <a:pt x="672" y="7378"/>
                  </a:lnTo>
                  <a:lnTo>
                    <a:pt x="672" y="8049"/>
                  </a:lnTo>
                  <a:cubicBezTo>
                    <a:pt x="672" y="8049"/>
                    <a:pt x="993" y="8085"/>
                    <a:pt x="1507" y="8085"/>
                  </a:cubicBezTo>
                  <a:cubicBezTo>
                    <a:pt x="2254" y="8085"/>
                    <a:pt x="3406" y="8010"/>
                    <a:pt x="4572" y="7641"/>
                  </a:cubicBezTo>
                  <a:cubicBezTo>
                    <a:pt x="4470" y="7603"/>
                    <a:pt x="6931" y="6485"/>
                    <a:pt x="6931" y="6485"/>
                  </a:cubicBezTo>
                  <a:cubicBezTo>
                    <a:pt x="6931" y="6485"/>
                    <a:pt x="9168" y="7603"/>
                    <a:pt x="9291" y="7641"/>
                  </a:cubicBezTo>
                  <a:cubicBezTo>
                    <a:pt x="10456" y="8010"/>
                    <a:pt x="11608" y="8085"/>
                    <a:pt x="12355" y="8085"/>
                  </a:cubicBezTo>
                  <a:cubicBezTo>
                    <a:pt x="12869" y="8085"/>
                    <a:pt x="13190" y="8049"/>
                    <a:pt x="13190" y="8049"/>
                  </a:cubicBezTo>
                  <a:lnTo>
                    <a:pt x="13190" y="7378"/>
                  </a:lnTo>
                  <a:lnTo>
                    <a:pt x="13862" y="7378"/>
                  </a:lnTo>
                  <a:cubicBezTo>
                    <a:pt x="13862" y="6038"/>
                    <a:pt x="12965" y="3802"/>
                    <a:pt x="12965" y="3802"/>
                  </a:cubicBezTo>
                  <a:lnTo>
                    <a:pt x="12255" y="4512"/>
                  </a:lnTo>
                  <a:cubicBezTo>
                    <a:pt x="12283" y="4354"/>
                    <a:pt x="12294" y="4188"/>
                    <a:pt x="12297" y="4027"/>
                  </a:cubicBezTo>
                  <a:cubicBezTo>
                    <a:pt x="12297" y="1804"/>
                    <a:pt x="9892" y="0"/>
                    <a:pt x="693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84"/>
            <p:cNvSpPr/>
            <p:nvPr/>
          </p:nvSpPr>
          <p:spPr>
            <a:xfrm>
              <a:off x="1408357" y="2411485"/>
              <a:ext cx="351588" cy="208966"/>
            </a:xfrm>
            <a:custGeom>
              <a:rect b="b" l="l" r="r" t="t"/>
              <a:pathLst>
                <a:path extrusionOk="0" h="7972" w="13413">
                  <a:moveTo>
                    <a:pt x="448" y="255"/>
                  </a:moveTo>
                  <a:cubicBezTo>
                    <a:pt x="337" y="255"/>
                    <a:pt x="246" y="360"/>
                    <a:pt x="278" y="478"/>
                  </a:cubicBezTo>
                  <a:cubicBezTo>
                    <a:pt x="373" y="848"/>
                    <a:pt x="641" y="1442"/>
                    <a:pt x="1404" y="1871"/>
                  </a:cubicBezTo>
                  <a:cubicBezTo>
                    <a:pt x="1534" y="1941"/>
                    <a:pt x="1558" y="2120"/>
                    <a:pt x="1453" y="2226"/>
                  </a:cubicBezTo>
                  <a:cubicBezTo>
                    <a:pt x="1" y="3650"/>
                    <a:pt x="141" y="6027"/>
                    <a:pt x="1752" y="7272"/>
                  </a:cubicBezTo>
                  <a:cubicBezTo>
                    <a:pt x="2365" y="7746"/>
                    <a:pt x="3085" y="7972"/>
                    <a:pt x="3796" y="7972"/>
                  </a:cubicBezTo>
                  <a:cubicBezTo>
                    <a:pt x="4949" y="7972"/>
                    <a:pt x="6082" y="7379"/>
                    <a:pt x="6710" y="6287"/>
                  </a:cubicBezTo>
                  <a:cubicBezTo>
                    <a:pt x="7336" y="7376"/>
                    <a:pt x="8467" y="7968"/>
                    <a:pt x="9620" y="7968"/>
                  </a:cubicBezTo>
                  <a:cubicBezTo>
                    <a:pt x="10331" y="7968"/>
                    <a:pt x="11051" y="7743"/>
                    <a:pt x="11665" y="7269"/>
                  </a:cubicBezTo>
                  <a:cubicBezTo>
                    <a:pt x="13272" y="6027"/>
                    <a:pt x="13412" y="3650"/>
                    <a:pt x="11967" y="2226"/>
                  </a:cubicBezTo>
                  <a:cubicBezTo>
                    <a:pt x="11858" y="2120"/>
                    <a:pt x="11883" y="1941"/>
                    <a:pt x="12016" y="1871"/>
                  </a:cubicBezTo>
                  <a:cubicBezTo>
                    <a:pt x="12776" y="1442"/>
                    <a:pt x="13043" y="848"/>
                    <a:pt x="13142" y="478"/>
                  </a:cubicBezTo>
                  <a:cubicBezTo>
                    <a:pt x="13171" y="360"/>
                    <a:pt x="13080" y="255"/>
                    <a:pt x="12968" y="255"/>
                  </a:cubicBezTo>
                  <a:cubicBezTo>
                    <a:pt x="12947" y="255"/>
                    <a:pt x="12925" y="259"/>
                    <a:pt x="12903" y="267"/>
                  </a:cubicBezTo>
                  <a:cubicBezTo>
                    <a:pt x="11190" y="869"/>
                    <a:pt x="8394" y="0"/>
                    <a:pt x="6991" y="2377"/>
                  </a:cubicBezTo>
                  <a:cubicBezTo>
                    <a:pt x="6928" y="2486"/>
                    <a:pt x="6818" y="2541"/>
                    <a:pt x="6708" y="2541"/>
                  </a:cubicBezTo>
                  <a:cubicBezTo>
                    <a:pt x="6598" y="2541"/>
                    <a:pt x="6489" y="2486"/>
                    <a:pt x="6425" y="2377"/>
                  </a:cubicBezTo>
                  <a:cubicBezTo>
                    <a:pt x="5022" y="4"/>
                    <a:pt x="2230" y="872"/>
                    <a:pt x="514" y="267"/>
                  </a:cubicBezTo>
                  <a:cubicBezTo>
                    <a:pt x="492" y="259"/>
                    <a:pt x="470" y="255"/>
                    <a:pt x="448" y="255"/>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84"/>
            <p:cNvSpPr/>
            <p:nvPr/>
          </p:nvSpPr>
          <p:spPr>
            <a:xfrm>
              <a:off x="1449379" y="2473871"/>
              <a:ext cx="117275" cy="117275"/>
            </a:xfrm>
            <a:custGeom>
              <a:rect b="b" l="l" r="r" t="t"/>
              <a:pathLst>
                <a:path extrusionOk="0" h="4474" w="4474">
                  <a:moveTo>
                    <a:pt x="2237" y="1"/>
                  </a:moveTo>
                  <a:cubicBezTo>
                    <a:pt x="1003" y="1"/>
                    <a:pt x="0" y="1003"/>
                    <a:pt x="0" y="2237"/>
                  </a:cubicBezTo>
                  <a:cubicBezTo>
                    <a:pt x="0" y="3471"/>
                    <a:pt x="1003"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84"/>
            <p:cNvSpPr/>
            <p:nvPr/>
          </p:nvSpPr>
          <p:spPr>
            <a:xfrm>
              <a:off x="1566628" y="2572534"/>
              <a:ext cx="35151" cy="59633"/>
            </a:xfrm>
            <a:custGeom>
              <a:rect b="b" l="l" r="r" t="t"/>
              <a:pathLst>
                <a:path extrusionOk="0" h="2275" w="1341">
                  <a:moveTo>
                    <a:pt x="670" y="0"/>
                  </a:moveTo>
                  <a:cubicBezTo>
                    <a:pt x="556" y="0"/>
                    <a:pt x="442" y="43"/>
                    <a:pt x="356" y="129"/>
                  </a:cubicBezTo>
                  <a:lnTo>
                    <a:pt x="0" y="485"/>
                  </a:lnTo>
                  <a:lnTo>
                    <a:pt x="672" y="2274"/>
                  </a:lnTo>
                  <a:lnTo>
                    <a:pt x="1340" y="485"/>
                  </a:lnTo>
                  <a:lnTo>
                    <a:pt x="985" y="129"/>
                  </a:lnTo>
                  <a:cubicBezTo>
                    <a:pt x="899" y="43"/>
                    <a:pt x="785" y="0"/>
                    <a:pt x="670"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84"/>
            <p:cNvSpPr/>
            <p:nvPr/>
          </p:nvSpPr>
          <p:spPr>
            <a:xfrm>
              <a:off x="1484583" y="2503176"/>
              <a:ext cx="46868" cy="58664"/>
            </a:xfrm>
            <a:custGeom>
              <a:rect b="b" l="l" r="r" t="t"/>
              <a:pathLst>
                <a:path extrusionOk="0" h="2238" w="1788">
                  <a:moveTo>
                    <a:pt x="894" y="1"/>
                  </a:moveTo>
                  <a:cubicBezTo>
                    <a:pt x="402" y="1"/>
                    <a:pt x="1" y="402"/>
                    <a:pt x="1" y="894"/>
                  </a:cubicBezTo>
                  <a:lnTo>
                    <a:pt x="1" y="1344"/>
                  </a:lnTo>
                  <a:cubicBezTo>
                    <a:pt x="1" y="1836"/>
                    <a:pt x="402" y="2237"/>
                    <a:pt x="894" y="2237"/>
                  </a:cubicBezTo>
                  <a:cubicBezTo>
                    <a:pt x="1390"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84"/>
            <p:cNvSpPr/>
            <p:nvPr/>
          </p:nvSpPr>
          <p:spPr>
            <a:xfrm>
              <a:off x="1601753" y="2473871"/>
              <a:ext cx="117275" cy="117275"/>
            </a:xfrm>
            <a:custGeom>
              <a:rect b="b" l="l" r="r" t="t"/>
              <a:pathLst>
                <a:path extrusionOk="0" h="4474" w="4474">
                  <a:moveTo>
                    <a:pt x="2237" y="1"/>
                  </a:moveTo>
                  <a:cubicBezTo>
                    <a:pt x="1002" y="1"/>
                    <a:pt x="0" y="1003"/>
                    <a:pt x="0" y="2237"/>
                  </a:cubicBezTo>
                  <a:cubicBezTo>
                    <a:pt x="0" y="3471"/>
                    <a:pt x="1002"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84"/>
            <p:cNvSpPr/>
            <p:nvPr/>
          </p:nvSpPr>
          <p:spPr>
            <a:xfrm>
              <a:off x="1636956" y="2503176"/>
              <a:ext cx="46842" cy="58664"/>
            </a:xfrm>
            <a:custGeom>
              <a:rect b="b" l="l" r="r" t="t"/>
              <a:pathLst>
                <a:path extrusionOk="0" h="2238" w="1787">
                  <a:moveTo>
                    <a:pt x="894" y="1"/>
                  </a:moveTo>
                  <a:cubicBezTo>
                    <a:pt x="401" y="1"/>
                    <a:pt x="0" y="402"/>
                    <a:pt x="0" y="894"/>
                  </a:cubicBezTo>
                  <a:lnTo>
                    <a:pt x="0" y="1344"/>
                  </a:lnTo>
                  <a:cubicBezTo>
                    <a:pt x="0" y="1836"/>
                    <a:pt x="401" y="2237"/>
                    <a:pt x="894" y="2237"/>
                  </a:cubicBezTo>
                  <a:cubicBezTo>
                    <a:pt x="1389"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84"/>
            <p:cNvSpPr/>
            <p:nvPr/>
          </p:nvSpPr>
          <p:spPr>
            <a:xfrm>
              <a:off x="1397033" y="2409781"/>
              <a:ext cx="374341" cy="374839"/>
            </a:xfrm>
            <a:custGeom>
              <a:rect b="b" l="l" r="r" t="t"/>
              <a:pathLst>
                <a:path extrusionOk="0" h="14300" w="14281">
                  <a:moveTo>
                    <a:pt x="7171" y="420"/>
                  </a:moveTo>
                  <a:cubicBezTo>
                    <a:pt x="7867" y="420"/>
                    <a:pt x="8555" y="533"/>
                    <a:pt x="9213" y="747"/>
                  </a:cubicBezTo>
                  <a:cubicBezTo>
                    <a:pt x="9125" y="775"/>
                    <a:pt x="9034" y="807"/>
                    <a:pt x="8946" y="846"/>
                  </a:cubicBezTo>
                  <a:cubicBezTo>
                    <a:pt x="8155" y="1173"/>
                    <a:pt x="7561" y="1725"/>
                    <a:pt x="7139" y="2520"/>
                  </a:cubicBezTo>
                  <a:cubicBezTo>
                    <a:pt x="6720" y="1721"/>
                    <a:pt x="6126" y="1173"/>
                    <a:pt x="5331" y="846"/>
                  </a:cubicBezTo>
                  <a:cubicBezTo>
                    <a:pt x="5243" y="807"/>
                    <a:pt x="5155" y="775"/>
                    <a:pt x="5067" y="747"/>
                  </a:cubicBezTo>
                  <a:cubicBezTo>
                    <a:pt x="5739" y="529"/>
                    <a:pt x="6439" y="420"/>
                    <a:pt x="7142" y="420"/>
                  </a:cubicBezTo>
                  <a:lnTo>
                    <a:pt x="7139" y="420"/>
                  </a:lnTo>
                  <a:cubicBezTo>
                    <a:pt x="7149" y="420"/>
                    <a:pt x="7160" y="420"/>
                    <a:pt x="7171" y="420"/>
                  </a:cubicBezTo>
                  <a:close/>
                  <a:moveTo>
                    <a:pt x="4234" y="2657"/>
                  </a:moveTo>
                  <a:cubicBezTo>
                    <a:pt x="5352" y="2657"/>
                    <a:pt x="6259" y="3564"/>
                    <a:pt x="6259" y="4682"/>
                  </a:cubicBezTo>
                  <a:cubicBezTo>
                    <a:pt x="6259" y="5501"/>
                    <a:pt x="5767" y="6240"/>
                    <a:pt x="5011" y="6553"/>
                  </a:cubicBezTo>
                  <a:cubicBezTo>
                    <a:pt x="4760" y="6657"/>
                    <a:pt x="4496" y="6707"/>
                    <a:pt x="4234" y="6707"/>
                  </a:cubicBezTo>
                  <a:cubicBezTo>
                    <a:pt x="3706" y="6707"/>
                    <a:pt x="3188" y="6501"/>
                    <a:pt x="2803" y="6113"/>
                  </a:cubicBezTo>
                  <a:cubicBezTo>
                    <a:pt x="2223" y="5537"/>
                    <a:pt x="2050" y="4665"/>
                    <a:pt x="2363" y="3905"/>
                  </a:cubicBezTo>
                  <a:cubicBezTo>
                    <a:pt x="2676" y="3149"/>
                    <a:pt x="3415" y="2657"/>
                    <a:pt x="4234" y="2657"/>
                  </a:cubicBezTo>
                  <a:close/>
                  <a:moveTo>
                    <a:pt x="928" y="547"/>
                  </a:moveTo>
                  <a:lnTo>
                    <a:pt x="928" y="547"/>
                  </a:lnTo>
                  <a:cubicBezTo>
                    <a:pt x="1484" y="733"/>
                    <a:pt x="2131" y="775"/>
                    <a:pt x="2806" y="821"/>
                  </a:cubicBezTo>
                  <a:cubicBezTo>
                    <a:pt x="4424" y="927"/>
                    <a:pt x="6101" y="1039"/>
                    <a:pt x="6949" y="3093"/>
                  </a:cubicBezTo>
                  <a:cubicBezTo>
                    <a:pt x="6984" y="3179"/>
                    <a:pt x="7062" y="3222"/>
                    <a:pt x="7141" y="3222"/>
                  </a:cubicBezTo>
                  <a:cubicBezTo>
                    <a:pt x="7219" y="3222"/>
                    <a:pt x="7299" y="3179"/>
                    <a:pt x="7335" y="3093"/>
                  </a:cubicBezTo>
                  <a:cubicBezTo>
                    <a:pt x="8183" y="1039"/>
                    <a:pt x="9857" y="927"/>
                    <a:pt x="11478" y="821"/>
                  </a:cubicBezTo>
                  <a:cubicBezTo>
                    <a:pt x="12153" y="775"/>
                    <a:pt x="12796" y="733"/>
                    <a:pt x="13356" y="547"/>
                  </a:cubicBezTo>
                  <a:lnTo>
                    <a:pt x="13356" y="547"/>
                  </a:lnTo>
                  <a:cubicBezTo>
                    <a:pt x="13282" y="793"/>
                    <a:pt x="13162" y="1022"/>
                    <a:pt x="12997" y="1218"/>
                  </a:cubicBezTo>
                  <a:cubicBezTo>
                    <a:pt x="12452" y="1883"/>
                    <a:pt x="11429" y="2238"/>
                    <a:pt x="10047" y="2238"/>
                  </a:cubicBezTo>
                  <a:cubicBezTo>
                    <a:pt x="9059" y="2238"/>
                    <a:pt x="8165" y="2832"/>
                    <a:pt x="7789" y="3747"/>
                  </a:cubicBezTo>
                  <a:cubicBezTo>
                    <a:pt x="7409" y="4661"/>
                    <a:pt x="7620" y="5712"/>
                    <a:pt x="8320" y="6409"/>
                  </a:cubicBezTo>
                  <a:cubicBezTo>
                    <a:pt x="8786" y="6877"/>
                    <a:pt x="9411" y="7126"/>
                    <a:pt x="10047" y="7126"/>
                  </a:cubicBezTo>
                  <a:cubicBezTo>
                    <a:pt x="10362" y="7126"/>
                    <a:pt x="10679" y="7065"/>
                    <a:pt x="10982" y="6940"/>
                  </a:cubicBezTo>
                  <a:cubicBezTo>
                    <a:pt x="11896" y="6563"/>
                    <a:pt x="12491" y="5670"/>
                    <a:pt x="12491" y="4682"/>
                  </a:cubicBezTo>
                  <a:cubicBezTo>
                    <a:pt x="12494" y="4313"/>
                    <a:pt x="12410" y="3947"/>
                    <a:pt x="12248" y="3617"/>
                  </a:cubicBezTo>
                  <a:cubicBezTo>
                    <a:pt x="12207" y="3530"/>
                    <a:pt x="12136" y="3494"/>
                    <a:pt x="12065" y="3494"/>
                  </a:cubicBezTo>
                  <a:cubicBezTo>
                    <a:pt x="11928" y="3494"/>
                    <a:pt x="11791" y="3629"/>
                    <a:pt x="11872" y="3796"/>
                  </a:cubicBezTo>
                  <a:cubicBezTo>
                    <a:pt x="12005" y="4070"/>
                    <a:pt x="12072" y="4373"/>
                    <a:pt x="12072" y="4679"/>
                  </a:cubicBezTo>
                  <a:cubicBezTo>
                    <a:pt x="12072" y="5621"/>
                    <a:pt x="11425" y="6437"/>
                    <a:pt x="10511" y="6651"/>
                  </a:cubicBezTo>
                  <a:cubicBezTo>
                    <a:pt x="10356" y="6688"/>
                    <a:pt x="10200" y="6705"/>
                    <a:pt x="10046" y="6705"/>
                  </a:cubicBezTo>
                  <a:cubicBezTo>
                    <a:pt x="9292" y="6705"/>
                    <a:pt x="8583" y="6284"/>
                    <a:pt x="8232" y="5586"/>
                  </a:cubicBezTo>
                  <a:cubicBezTo>
                    <a:pt x="7814" y="4745"/>
                    <a:pt x="8025" y="3726"/>
                    <a:pt x="8749" y="3124"/>
                  </a:cubicBezTo>
                  <a:cubicBezTo>
                    <a:pt x="9124" y="2811"/>
                    <a:pt x="9586" y="2654"/>
                    <a:pt x="10049" y="2654"/>
                  </a:cubicBezTo>
                  <a:cubicBezTo>
                    <a:pt x="10475" y="2654"/>
                    <a:pt x="10902" y="2788"/>
                    <a:pt x="11263" y="3058"/>
                  </a:cubicBezTo>
                  <a:cubicBezTo>
                    <a:pt x="11306" y="3090"/>
                    <a:pt x="11350" y="3104"/>
                    <a:pt x="11391" y="3104"/>
                  </a:cubicBezTo>
                  <a:cubicBezTo>
                    <a:pt x="11564" y="3104"/>
                    <a:pt x="11692" y="2860"/>
                    <a:pt x="11513" y="2723"/>
                  </a:cubicBezTo>
                  <a:cubicBezTo>
                    <a:pt x="11432" y="2664"/>
                    <a:pt x="11344" y="2607"/>
                    <a:pt x="11256" y="2555"/>
                  </a:cubicBezTo>
                  <a:cubicBezTo>
                    <a:pt x="11552" y="2505"/>
                    <a:pt x="11840" y="2425"/>
                    <a:pt x="12121" y="2319"/>
                  </a:cubicBezTo>
                  <a:cubicBezTo>
                    <a:pt x="13440" y="3469"/>
                    <a:pt x="13563" y="5480"/>
                    <a:pt x="12392" y="6785"/>
                  </a:cubicBezTo>
                  <a:cubicBezTo>
                    <a:pt x="11771" y="7477"/>
                    <a:pt x="10913" y="7828"/>
                    <a:pt x="10052" y="7828"/>
                  </a:cubicBezTo>
                  <a:cubicBezTo>
                    <a:pt x="9289" y="7828"/>
                    <a:pt x="8524" y="7552"/>
                    <a:pt x="7919" y="6992"/>
                  </a:cubicBezTo>
                  <a:lnTo>
                    <a:pt x="8007" y="6767"/>
                  </a:lnTo>
                  <a:cubicBezTo>
                    <a:pt x="8035" y="6690"/>
                    <a:pt x="8014" y="6602"/>
                    <a:pt x="7958" y="6546"/>
                  </a:cubicBezTo>
                  <a:lnTo>
                    <a:pt x="7606" y="6191"/>
                  </a:lnTo>
                  <a:cubicBezTo>
                    <a:pt x="7478" y="6064"/>
                    <a:pt x="7310" y="6001"/>
                    <a:pt x="7142" y="6001"/>
                  </a:cubicBezTo>
                  <a:cubicBezTo>
                    <a:pt x="6974" y="6001"/>
                    <a:pt x="6806" y="6064"/>
                    <a:pt x="6678" y="6191"/>
                  </a:cubicBezTo>
                  <a:lnTo>
                    <a:pt x="6323" y="6546"/>
                  </a:lnTo>
                  <a:cubicBezTo>
                    <a:pt x="6266" y="6602"/>
                    <a:pt x="6249" y="6690"/>
                    <a:pt x="6273" y="6767"/>
                  </a:cubicBezTo>
                  <a:lnTo>
                    <a:pt x="6361" y="6992"/>
                  </a:lnTo>
                  <a:cubicBezTo>
                    <a:pt x="5753" y="7562"/>
                    <a:pt x="4981" y="7843"/>
                    <a:pt x="4212" y="7843"/>
                  </a:cubicBezTo>
                  <a:cubicBezTo>
                    <a:pt x="3352" y="7843"/>
                    <a:pt x="2496" y="7493"/>
                    <a:pt x="1874" y="6803"/>
                  </a:cubicBezTo>
                  <a:cubicBezTo>
                    <a:pt x="696" y="5491"/>
                    <a:pt x="827" y="3469"/>
                    <a:pt x="2159" y="2319"/>
                  </a:cubicBezTo>
                  <a:cubicBezTo>
                    <a:pt x="2441" y="2428"/>
                    <a:pt x="2729" y="2505"/>
                    <a:pt x="3028" y="2558"/>
                  </a:cubicBezTo>
                  <a:cubicBezTo>
                    <a:pt x="1959" y="3163"/>
                    <a:pt x="1509" y="4468"/>
                    <a:pt x="1973" y="5607"/>
                  </a:cubicBezTo>
                  <a:cubicBezTo>
                    <a:pt x="2355" y="6542"/>
                    <a:pt x="3262" y="7124"/>
                    <a:pt x="4231" y="7124"/>
                  </a:cubicBezTo>
                  <a:cubicBezTo>
                    <a:pt x="4439" y="7124"/>
                    <a:pt x="4650" y="7098"/>
                    <a:pt x="4860" y="7042"/>
                  </a:cubicBezTo>
                  <a:cubicBezTo>
                    <a:pt x="6048" y="6729"/>
                    <a:pt x="6819" y="5582"/>
                    <a:pt x="6657" y="4366"/>
                  </a:cubicBezTo>
                  <a:cubicBezTo>
                    <a:pt x="6499" y="3149"/>
                    <a:pt x="5461" y="2238"/>
                    <a:pt x="4234" y="2238"/>
                  </a:cubicBezTo>
                  <a:cubicBezTo>
                    <a:pt x="2852" y="2238"/>
                    <a:pt x="1832" y="1887"/>
                    <a:pt x="1284" y="1218"/>
                  </a:cubicBezTo>
                  <a:cubicBezTo>
                    <a:pt x="1122" y="1022"/>
                    <a:pt x="999" y="793"/>
                    <a:pt x="928" y="547"/>
                  </a:cubicBezTo>
                  <a:close/>
                  <a:moveTo>
                    <a:pt x="7140" y="6418"/>
                  </a:moveTo>
                  <a:cubicBezTo>
                    <a:pt x="7201" y="6418"/>
                    <a:pt x="7262" y="6442"/>
                    <a:pt x="7307" y="6490"/>
                  </a:cubicBezTo>
                  <a:lnTo>
                    <a:pt x="7568" y="6746"/>
                  </a:lnTo>
                  <a:lnTo>
                    <a:pt x="7142" y="7889"/>
                  </a:lnTo>
                  <a:lnTo>
                    <a:pt x="6713" y="6746"/>
                  </a:lnTo>
                  <a:lnTo>
                    <a:pt x="6973" y="6490"/>
                  </a:lnTo>
                  <a:cubicBezTo>
                    <a:pt x="7019" y="6442"/>
                    <a:pt x="7080" y="6418"/>
                    <a:pt x="7140" y="6418"/>
                  </a:cubicBezTo>
                  <a:close/>
                  <a:moveTo>
                    <a:pt x="13493" y="5582"/>
                  </a:moveTo>
                  <a:cubicBezTo>
                    <a:pt x="13647" y="6177"/>
                    <a:pt x="13809" y="6894"/>
                    <a:pt x="13851" y="7376"/>
                  </a:cubicBezTo>
                  <a:lnTo>
                    <a:pt x="13401" y="7376"/>
                  </a:lnTo>
                  <a:cubicBezTo>
                    <a:pt x="13285" y="7376"/>
                    <a:pt x="13190" y="7471"/>
                    <a:pt x="13190" y="7587"/>
                  </a:cubicBezTo>
                  <a:lnTo>
                    <a:pt x="13190" y="8086"/>
                  </a:lnTo>
                  <a:cubicBezTo>
                    <a:pt x="12794" y="8157"/>
                    <a:pt x="12393" y="8192"/>
                    <a:pt x="11991" y="8192"/>
                  </a:cubicBezTo>
                  <a:cubicBezTo>
                    <a:pt x="11654" y="8192"/>
                    <a:pt x="11317" y="8167"/>
                    <a:pt x="10982" y="8118"/>
                  </a:cubicBezTo>
                  <a:cubicBezTo>
                    <a:pt x="12213" y="7780"/>
                    <a:pt x="13169" y="6813"/>
                    <a:pt x="13493" y="5582"/>
                  </a:cubicBezTo>
                  <a:close/>
                  <a:moveTo>
                    <a:pt x="788" y="5586"/>
                  </a:moveTo>
                  <a:cubicBezTo>
                    <a:pt x="1115" y="6817"/>
                    <a:pt x="2071" y="7780"/>
                    <a:pt x="3299" y="8118"/>
                  </a:cubicBezTo>
                  <a:cubicBezTo>
                    <a:pt x="2963" y="8168"/>
                    <a:pt x="2624" y="8193"/>
                    <a:pt x="2285" y="8193"/>
                  </a:cubicBezTo>
                  <a:cubicBezTo>
                    <a:pt x="1886" y="8193"/>
                    <a:pt x="1486" y="8158"/>
                    <a:pt x="1090" y="8090"/>
                  </a:cubicBezTo>
                  <a:lnTo>
                    <a:pt x="1090" y="7587"/>
                  </a:lnTo>
                  <a:cubicBezTo>
                    <a:pt x="1090" y="7471"/>
                    <a:pt x="995" y="7379"/>
                    <a:pt x="883" y="7379"/>
                  </a:cubicBezTo>
                  <a:lnTo>
                    <a:pt x="429" y="7379"/>
                  </a:lnTo>
                  <a:cubicBezTo>
                    <a:pt x="475" y="6894"/>
                    <a:pt x="637" y="6180"/>
                    <a:pt x="788" y="5586"/>
                  </a:cubicBezTo>
                  <a:close/>
                  <a:moveTo>
                    <a:pt x="10926" y="8533"/>
                  </a:moveTo>
                  <a:cubicBezTo>
                    <a:pt x="11277" y="8585"/>
                    <a:pt x="11629" y="8614"/>
                    <a:pt x="11984" y="8614"/>
                  </a:cubicBezTo>
                  <a:cubicBezTo>
                    <a:pt x="12083" y="8614"/>
                    <a:pt x="12178" y="8614"/>
                    <a:pt x="12266" y="8606"/>
                  </a:cubicBezTo>
                  <a:lnTo>
                    <a:pt x="12266" y="8606"/>
                  </a:lnTo>
                  <a:cubicBezTo>
                    <a:pt x="12128" y="9841"/>
                    <a:pt x="11552" y="10980"/>
                    <a:pt x="10641" y="11821"/>
                  </a:cubicBezTo>
                  <a:lnTo>
                    <a:pt x="10641" y="11817"/>
                  </a:lnTo>
                  <a:cubicBezTo>
                    <a:pt x="10233" y="12197"/>
                    <a:pt x="9765" y="12506"/>
                    <a:pt x="9259" y="12735"/>
                  </a:cubicBezTo>
                  <a:cubicBezTo>
                    <a:pt x="9473" y="12538"/>
                    <a:pt x="9667" y="12316"/>
                    <a:pt x="9839" y="12081"/>
                  </a:cubicBezTo>
                  <a:cubicBezTo>
                    <a:pt x="10532" y="11128"/>
                    <a:pt x="10919" y="9872"/>
                    <a:pt x="10926" y="8533"/>
                  </a:cubicBezTo>
                  <a:close/>
                  <a:moveTo>
                    <a:pt x="7764" y="7414"/>
                  </a:moveTo>
                  <a:cubicBezTo>
                    <a:pt x="8327" y="7886"/>
                    <a:pt x="9023" y="8174"/>
                    <a:pt x="9755" y="8234"/>
                  </a:cubicBezTo>
                  <a:cubicBezTo>
                    <a:pt x="10001" y="8325"/>
                    <a:pt x="10251" y="8399"/>
                    <a:pt x="10507" y="8455"/>
                  </a:cubicBezTo>
                  <a:lnTo>
                    <a:pt x="10507" y="8480"/>
                  </a:lnTo>
                  <a:cubicBezTo>
                    <a:pt x="10507" y="11079"/>
                    <a:pt x="8995" y="13192"/>
                    <a:pt x="7139" y="13192"/>
                  </a:cubicBezTo>
                  <a:cubicBezTo>
                    <a:pt x="6404" y="13192"/>
                    <a:pt x="5704" y="12861"/>
                    <a:pt x="5117" y="12242"/>
                  </a:cubicBezTo>
                  <a:cubicBezTo>
                    <a:pt x="4526" y="11620"/>
                    <a:pt x="4100" y="10752"/>
                    <a:pt x="3903" y="9781"/>
                  </a:cubicBezTo>
                  <a:cubicBezTo>
                    <a:pt x="3877" y="9669"/>
                    <a:pt x="3790" y="9619"/>
                    <a:pt x="3703" y="9619"/>
                  </a:cubicBezTo>
                  <a:cubicBezTo>
                    <a:pt x="3585" y="9619"/>
                    <a:pt x="3466" y="9711"/>
                    <a:pt x="3492" y="9865"/>
                  </a:cubicBezTo>
                  <a:cubicBezTo>
                    <a:pt x="3706" y="10913"/>
                    <a:pt x="4174" y="11859"/>
                    <a:pt x="4811" y="12531"/>
                  </a:cubicBezTo>
                  <a:cubicBezTo>
                    <a:pt x="4881" y="12601"/>
                    <a:pt x="4951" y="12671"/>
                    <a:pt x="5022" y="12738"/>
                  </a:cubicBezTo>
                  <a:cubicBezTo>
                    <a:pt x="3362" y="11989"/>
                    <a:pt x="2219" y="10421"/>
                    <a:pt x="2015" y="8610"/>
                  </a:cubicBezTo>
                  <a:lnTo>
                    <a:pt x="2015" y="8610"/>
                  </a:lnTo>
                  <a:cubicBezTo>
                    <a:pt x="2106" y="8614"/>
                    <a:pt x="2201" y="8614"/>
                    <a:pt x="2296" y="8614"/>
                  </a:cubicBezTo>
                  <a:cubicBezTo>
                    <a:pt x="2316" y="8614"/>
                    <a:pt x="2336" y="8614"/>
                    <a:pt x="2356" y="8614"/>
                  </a:cubicBezTo>
                  <a:cubicBezTo>
                    <a:pt x="2691" y="8614"/>
                    <a:pt x="3026" y="8586"/>
                    <a:pt x="3355" y="8536"/>
                  </a:cubicBezTo>
                  <a:cubicBezTo>
                    <a:pt x="3355" y="8670"/>
                    <a:pt x="3362" y="8807"/>
                    <a:pt x="3369" y="8944"/>
                  </a:cubicBezTo>
                  <a:cubicBezTo>
                    <a:pt x="3376" y="9053"/>
                    <a:pt x="3467" y="9137"/>
                    <a:pt x="3580" y="9137"/>
                  </a:cubicBezTo>
                  <a:lnTo>
                    <a:pt x="3594" y="9137"/>
                  </a:lnTo>
                  <a:cubicBezTo>
                    <a:pt x="3706" y="9130"/>
                    <a:pt x="3794" y="9032"/>
                    <a:pt x="3787" y="8916"/>
                  </a:cubicBezTo>
                  <a:cubicBezTo>
                    <a:pt x="3777" y="8772"/>
                    <a:pt x="3773" y="8628"/>
                    <a:pt x="3773" y="8483"/>
                  </a:cubicBezTo>
                  <a:lnTo>
                    <a:pt x="3773" y="8455"/>
                  </a:lnTo>
                  <a:cubicBezTo>
                    <a:pt x="4030" y="8399"/>
                    <a:pt x="4283" y="8325"/>
                    <a:pt x="4529" y="8234"/>
                  </a:cubicBezTo>
                  <a:cubicBezTo>
                    <a:pt x="5261" y="8174"/>
                    <a:pt x="5957" y="7889"/>
                    <a:pt x="6516" y="7414"/>
                  </a:cubicBezTo>
                  <a:lnTo>
                    <a:pt x="6945" y="8557"/>
                  </a:lnTo>
                  <a:cubicBezTo>
                    <a:pt x="6979" y="8647"/>
                    <a:pt x="7059" y="8692"/>
                    <a:pt x="7141" y="8692"/>
                  </a:cubicBezTo>
                  <a:cubicBezTo>
                    <a:pt x="7222" y="8692"/>
                    <a:pt x="7304" y="8647"/>
                    <a:pt x="7339" y="8557"/>
                  </a:cubicBezTo>
                  <a:lnTo>
                    <a:pt x="7764" y="7414"/>
                  </a:lnTo>
                  <a:close/>
                  <a:moveTo>
                    <a:pt x="7140" y="0"/>
                  </a:moveTo>
                  <a:cubicBezTo>
                    <a:pt x="6193" y="0"/>
                    <a:pt x="5247" y="188"/>
                    <a:pt x="4357" y="564"/>
                  </a:cubicBezTo>
                  <a:cubicBezTo>
                    <a:pt x="3854" y="469"/>
                    <a:pt x="3337" y="438"/>
                    <a:pt x="2834" y="403"/>
                  </a:cubicBezTo>
                  <a:cubicBezTo>
                    <a:pt x="2047" y="350"/>
                    <a:pt x="1305" y="301"/>
                    <a:pt x="753" y="23"/>
                  </a:cubicBezTo>
                  <a:cubicBezTo>
                    <a:pt x="722" y="7"/>
                    <a:pt x="689" y="0"/>
                    <a:pt x="658" y="0"/>
                  </a:cubicBezTo>
                  <a:cubicBezTo>
                    <a:pt x="547" y="0"/>
                    <a:pt x="448" y="89"/>
                    <a:pt x="450" y="209"/>
                  </a:cubicBezTo>
                  <a:cubicBezTo>
                    <a:pt x="450" y="237"/>
                    <a:pt x="454" y="849"/>
                    <a:pt x="943" y="1458"/>
                  </a:cubicBezTo>
                  <a:cubicBezTo>
                    <a:pt x="1164" y="1732"/>
                    <a:pt x="1438" y="1960"/>
                    <a:pt x="1751" y="2129"/>
                  </a:cubicBezTo>
                  <a:cubicBezTo>
                    <a:pt x="1132" y="2727"/>
                    <a:pt x="753" y="3532"/>
                    <a:pt x="686" y="4390"/>
                  </a:cubicBezTo>
                  <a:lnTo>
                    <a:pt x="682" y="4397"/>
                  </a:lnTo>
                  <a:cubicBezTo>
                    <a:pt x="654" y="4489"/>
                    <a:pt x="0" y="6672"/>
                    <a:pt x="0" y="7587"/>
                  </a:cubicBezTo>
                  <a:cubicBezTo>
                    <a:pt x="0" y="7703"/>
                    <a:pt x="95" y="7798"/>
                    <a:pt x="211" y="7798"/>
                  </a:cubicBezTo>
                  <a:lnTo>
                    <a:pt x="672" y="7798"/>
                  </a:lnTo>
                  <a:lnTo>
                    <a:pt x="672" y="8258"/>
                  </a:lnTo>
                  <a:cubicBezTo>
                    <a:pt x="672" y="8353"/>
                    <a:pt x="739" y="8438"/>
                    <a:pt x="830" y="8462"/>
                  </a:cubicBezTo>
                  <a:cubicBezTo>
                    <a:pt x="1083" y="8519"/>
                    <a:pt x="1336" y="8561"/>
                    <a:pt x="1593" y="8582"/>
                  </a:cubicBezTo>
                  <a:cubicBezTo>
                    <a:pt x="1783" y="10502"/>
                    <a:pt x="2954" y="12190"/>
                    <a:pt x="4688" y="13041"/>
                  </a:cubicBezTo>
                  <a:lnTo>
                    <a:pt x="3168" y="13167"/>
                  </a:lnTo>
                  <a:cubicBezTo>
                    <a:pt x="2908" y="13188"/>
                    <a:pt x="2683" y="13364"/>
                    <a:pt x="2602" y="13614"/>
                  </a:cubicBezTo>
                  <a:lnTo>
                    <a:pt x="2469" y="14008"/>
                  </a:lnTo>
                  <a:cubicBezTo>
                    <a:pt x="2423" y="14117"/>
                    <a:pt x="2479" y="14247"/>
                    <a:pt x="2595" y="14286"/>
                  </a:cubicBezTo>
                  <a:cubicBezTo>
                    <a:pt x="2618" y="14293"/>
                    <a:pt x="2640" y="14297"/>
                    <a:pt x="2663" y="14297"/>
                  </a:cubicBezTo>
                  <a:cubicBezTo>
                    <a:pt x="2756" y="14297"/>
                    <a:pt x="2843" y="14234"/>
                    <a:pt x="2866" y="14138"/>
                  </a:cubicBezTo>
                  <a:lnTo>
                    <a:pt x="2996" y="13748"/>
                  </a:lnTo>
                  <a:cubicBezTo>
                    <a:pt x="3028" y="13656"/>
                    <a:pt x="3109" y="13593"/>
                    <a:pt x="3204" y="13586"/>
                  </a:cubicBezTo>
                  <a:lnTo>
                    <a:pt x="3355" y="13572"/>
                  </a:lnTo>
                  <a:lnTo>
                    <a:pt x="3355" y="14071"/>
                  </a:lnTo>
                  <a:cubicBezTo>
                    <a:pt x="3355" y="14187"/>
                    <a:pt x="3446" y="14282"/>
                    <a:pt x="3562" y="14282"/>
                  </a:cubicBezTo>
                  <a:cubicBezTo>
                    <a:pt x="3678" y="14282"/>
                    <a:pt x="3773" y="14187"/>
                    <a:pt x="3773" y="14071"/>
                  </a:cubicBezTo>
                  <a:lnTo>
                    <a:pt x="3773" y="13537"/>
                  </a:lnTo>
                  <a:lnTo>
                    <a:pt x="4051" y="13515"/>
                  </a:lnTo>
                  <a:lnTo>
                    <a:pt x="4259" y="14138"/>
                  </a:lnTo>
                  <a:cubicBezTo>
                    <a:pt x="4281" y="14235"/>
                    <a:pt x="4369" y="14300"/>
                    <a:pt x="4464" y="14300"/>
                  </a:cubicBezTo>
                  <a:cubicBezTo>
                    <a:pt x="4486" y="14300"/>
                    <a:pt x="4508" y="14296"/>
                    <a:pt x="4529" y="14289"/>
                  </a:cubicBezTo>
                  <a:cubicBezTo>
                    <a:pt x="4645" y="14250"/>
                    <a:pt x="4702" y="14120"/>
                    <a:pt x="4656" y="14008"/>
                  </a:cubicBezTo>
                  <a:lnTo>
                    <a:pt x="4480" y="13480"/>
                  </a:lnTo>
                  <a:lnTo>
                    <a:pt x="5574" y="13389"/>
                  </a:lnTo>
                  <a:cubicBezTo>
                    <a:pt x="6085" y="13537"/>
                    <a:pt x="6612" y="13610"/>
                    <a:pt x="7139" y="13610"/>
                  </a:cubicBezTo>
                  <a:cubicBezTo>
                    <a:pt x="7665" y="13610"/>
                    <a:pt x="8192" y="13537"/>
                    <a:pt x="8703" y="13389"/>
                  </a:cubicBezTo>
                  <a:lnTo>
                    <a:pt x="9800" y="13480"/>
                  </a:lnTo>
                  <a:lnTo>
                    <a:pt x="9625" y="14008"/>
                  </a:lnTo>
                  <a:cubicBezTo>
                    <a:pt x="9575" y="14120"/>
                    <a:pt x="9632" y="14250"/>
                    <a:pt x="9748" y="14289"/>
                  </a:cubicBezTo>
                  <a:cubicBezTo>
                    <a:pt x="9769" y="14296"/>
                    <a:pt x="9792" y="14300"/>
                    <a:pt x="9813" y="14300"/>
                  </a:cubicBezTo>
                  <a:cubicBezTo>
                    <a:pt x="9908" y="14300"/>
                    <a:pt x="9996" y="14235"/>
                    <a:pt x="10019" y="14138"/>
                  </a:cubicBezTo>
                  <a:lnTo>
                    <a:pt x="10226" y="13515"/>
                  </a:lnTo>
                  <a:lnTo>
                    <a:pt x="10504" y="13537"/>
                  </a:lnTo>
                  <a:lnTo>
                    <a:pt x="10504" y="14071"/>
                  </a:lnTo>
                  <a:cubicBezTo>
                    <a:pt x="10504" y="14187"/>
                    <a:pt x="10599" y="14282"/>
                    <a:pt x="10715" y="14282"/>
                  </a:cubicBezTo>
                  <a:cubicBezTo>
                    <a:pt x="10831" y="14282"/>
                    <a:pt x="10922" y="14187"/>
                    <a:pt x="10922" y="14071"/>
                  </a:cubicBezTo>
                  <a:lnTo>
                    <a:pt x="10922" y="13572"/>
                  </a:lnTo>
                  <a:lnTo>
                    <a:pt x="11073" y="13586"/>
                  </a:lnTo>
                  <a:cubicBezTo>
                    <a:pt x="11168" y="13593"/>
                    <a:pt x="11249" y="13656"/>
                    <a:pt x="11281" y="13748"/>
                  </a:cubicBezTo>
                  <a:lnTo>
                    <a:pt x="11411" y="14138"/>
                  </a:lnTo>
                  <a:cubicBezTo>
                    <a:pt x="11434" y="14234"/>
                    <a:pt x="11521" y="14297"/>
                    <a:pt x="11614" y="14297"/>
                  </a:cubicBezTo>
                  <a:cubicBezTo>
                    <a:pt x="11637" y="14297"/>
                    <a:pt x="11659" y="14293"/>
                    <a:pt x="11682" y="14286"/>
                  </a:cubicBezTo>
                  <a:cubicBezTo>
                    <a:pt x="11798" y="14247"/>
                    <a:pt x="11854" y="14117"/>
                    <a:pt x="11808" y="14008"/>
                  </a:cubicBezTo>
                  <a:lnTo>
                    <a:pt x="11675" y="13614"/>
                  </a:lnTo>
                  <a:cubicBezTo>
                    <a:pt x="11594" y="13364"/>
                    <a:pt x="11369" y="13188"/>
                    <a:pt x="11109" y="13167"/>
                  </a:cubicBezTo>
                  <a:lnTo>
                    <a:pt x="9589" y="13041"/>
                  </a:lnTo>
                  <a:cubicBezTo>
                    <a:pt x="11323" y="12190"/>
                    <a:pt x="12494" y="10502"/>
                    <a:pt x="12684" y="8582"/>
                  </a:cubicBezTo>
                  <a:cubicBezTo>
                    <a:pt x="12944" y="8561"/>
                    <a:pt x="13201" y="8519"/>
                    <a:pt x="13454" y="8462"/>
                  </a:cubicBezTo>
                  <a:cubicBezTo>
                    <a:pt x="13546" y="8438"/>
                    <a:pt x="13612" y="8353"/>
                    <a:pt x="13612" y="8258"/>
                  </a:cubicBezTo>
                  <a:lnTo>
                    <a:pt x="13612" y="7798"/>
                  </a:lnTo>
                  <a:lnTo>
                    <a:pt x="14073" y="7798"/>
                  </a:lnTo>
                  <a:cubicBezTo>
                    <a:pt x="14189" y="7798"/>
                    <a:pt x="14280" y="7703"/>
                    <a:pt x="14280" y="7587"/>
                  </a:cubicBezTo>
                  <a:cubicBezTo>
                    <a:pt x="14280" y="6672"/>
                    <a:pt x="13630" y="4492"/>
                    <a:pt x="13602" y="4397"/>
                  </a:cubicBezTo>
                  <a:cubicBezTo>
                    <a:pt x="13602" y="4394"/>
                    <a:pt x="13602" y="4394"/>
                    <a:pt x="13598" y="4390"/>
                  </a:cubicBezTo>
                  <a:cubicBezTo>
                    <a:pt x="13528" y="3532"/>
                    <a:pt x="13148" y="2727"/>
                    <a:pt x="12533" y="2129"/>
                  </a:cubicBezTo>
                  <a:cubicBezTo>
                    <a:pt x="12842" y="1960"/>
                    <a:pt x="13116" y="1732"/>
                    <a:pt x="13342" y="1458"/>
                  </a:cubicBezTo>
                  <a:cubicBezTo>
                    <a:pt x="13827" y="849"/>
                    <a:pt x="13834" y="234"/>
                    <a:pt x="13834" y="209"/>
                  </a:cubicBezTo>
                  <a:cubicBezTo>
                    <a:pt x="13834" y="89"/>
                    <a:pt x="13734" y="0"/>
                    <a:pt x="13624" y="0"/>
                  </a:cubicBezTo>
                  <a:cubicBezTo>
                    <a:pt x="13593" y="0"/>
                    <a:pt x="13562" y="7"/>
                    <a:pt x="13531" y="23"/>
                  </a:cubicBezTo>
                  <a:cubicBezTo>
                    <a:pt x="12976" y="301"/>
                    <a:pt x="12234" y="350"/>
                    <a:pt x="11450" y="403"/>
                  </a:cubicBezTo>
                  <a:cubicBezTo>
                    <a:pt x="10943" y="438"/>
                    <a:pt x="10430" y="469"/>
                    <a:pt x="9924" y="564"/>
                  </a:cubicBezTo>
                  <a:cubicBezTo>
                    <a:pt x="9034" y="188"/>
                    <a:pt x="8087" y="0"/>
                    <a:pt x="71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84"/>
            <p:cNvSpPr/>
            <p:nvPr/>
          </p:nvSpPr>
          <p:spPr>
            <a:xfrm>
              <a:off x="1479052" y="2497645"/>
              <a:ext cx="57930" cy="69620"/>
            </a:xfrm>
            <a:custGeom>
              <a:rect b="b" l="l" r="r" t="t"/>
              <a:pathLst>
                <a:path extrusionOk="0" h="2656" w="2210">
                  <a:moveTo>
                    <a:pt x="1105" y="402"/>
                  </a:moveTo>
                  <a:cubicBezTo>
                    <a:pt x="1492" y="402"/>
                    <a:pt x="1801" y="722"/>
                    <a:pt x="1791" y="1105"/>
                  </a:cubicBezTo>
                  <a:lnTo>
                    <a:pt x="1791" y="1552"/>
                  </a:lnTo>
                  <a:cubicBezTo>
                    <a:pt x="1801" y="1938"/>
                    <a:pt x="1492" y="2255"/>
                    <a:pt x="1105" y="2255"/>
                  </a:cubicBezTo>
                  <a:cubicBezTo>
                    <a:pt x="722" y="2255"/>
                    <a:pt x="409" y="1938"/>
                    <a:pt x="419" y="1552"/>
                  </a:cubicBezTo>
                  <a:lnTo>
                    <a:pt x="419" y="1105"/>
                  </a:lnTo>
                  <a:cubicBezTo>
                    <a:pt x="409" y="722"/>
                    <a:pt x="722" y="402"/>
                    <a:pt x="1105" y="402"/>
                  </a:cubicBezTo>
                  <a:close/>
                  <a:moveTo>
                    <a:pt x="1105" y="1"/>
                  </a:moveTo>
                  <a:cubicBezTo>
                    <a:pt x="497" y="1"/>
                    <a:pt x="1" y="497"/>
                    <a:pt x="1" y="1105"/>
                  </a:cubicBezTo>
                  <a:lnTo>
                    <a:pt x="1" y="1552"/>
                  </a:lnTo>
                  <a:cubicBezTo>
                    <a:pt x="1" y="2164"/>
                    <a:pt x="497" y="2656"/>
                    <a:pt x="1105" y="2656"/>
                  </a:cubicBezTo>
                  <a:cubicBezTo>
                    <a:pt x="1713" y="2656"/>
                    <a:pt x="2209" y="2164"/>
                    <a:pt x="2209" y="1555"/>
                  </a:cubicBezTo>
                  <a:lnTo>
                    <a:pt x="2209" y="1105"/>
                  </a:lnTo>
                  <a:cubicBezTo>
                    <a:pt x="2209" y="497"/>
                    <a:pt x="1713"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84"/>
            <p:cNvSpPr/>
            <p:nvPr/>
          </p:nvSpPr>
          <p:spPr>
            <a:xfrm>
              <a:off x="1631425" y="2497750"/>
              <a:ext cx="57903" cy="69620"/>
            </a:xfrm>
            <a:custGeom>
              <a:rect b="b" l="l" r="r" t="t"/>
              <a:pathLst>
                <a:path extrusionOk="0" h="2656" w="2209">
                  <a:moveTo>
                    <a:pt x="1105" y="398"/>
                  </a:moveTo>
                  <a:cubicBezTo>
                    <a:pt x="1491" y="398"/>
                    <a:pt x="1801" y="718"/>
                    <a:pt x="1790" y="1101"/>
                  </a:cubicBezTo>
                  <a:lnTo>
                    <a:pt x="1790" y="1551"/>
                  </a:lnTo>
                  <a:cubicBezTo>
                    <a:pt x="1801" y="1938"/>
                    <a:pt x="1491" y="2254"/>
                    <a:pt x="1105" y="2254"/>
                  </a:cubicBezTo>
                  <a:cubicBezTo>
                    <a:pt x="721" y="2254"/>
                    <a:pt x="412" y="1938"/>
                    <a:pt x="419" y="1551"/>
                  </a:cubicBezTo>
                  <a:lnTo>
                    <a:pt x="419" y="1101"/>
                  </a:lnTo>
                  <a:cubicBezTo>
                    <a:pt x="412" y="718"/>
                    <a:pt x="721" y="398"/>
                    <a:pt x="1105" y="398"/>
                  </a:cubicBezTo>
                  <a:close/>
                  <a:moveTo>
                    <a:pt x="1105" y="0"/>
                  </a:moveTo>
                  <a:cubicBezTo>
                    <a:pt x="496" y="0"/>
                    <a:pt x="4" y="496"/>
                    <a:pt x="0" y="1105"/>
                  </a:cubicBezTo>
                  <a:lnTo>
                    <a:pt x="0" y="1551"/>
                  </a:lnTo>
                  <a:cubicBezTo>
                    <a:pt x="0" y="2160"/>
                    <a:pt x="496" y="2655"/>
                    <a:pt x="1105" y="2655"/>
                  </a:cubicBezTo>
                  <a:cubicBezTo>
                    <a:pt x="1716" y="2655"/>
                    <a:pt x="2209" y="2160"/>
                    <a:pt x="2209" y="1551"/>
                  </a:cubicBezTo>
                  <a:lnTo>
                    <a:pt x="2209" y="1101"/>
                  </a:lnTo>
                  <a:cubicBezTo>
                    <a:pt x="2209" y="493"/>
                    <a:pt x="1713" y="0"/>
                    <a:pt x="11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84"/>
            <p:cNvSpPr/>
            <p:nvPr/>
          </p:nvSpPr>
          <p:spPr>
            <a:xfrm>
              <a:off x="1502564" y="2521132"/>
              <a:ext cx="10983" cy="22726"/>
            </a:xfrm>
            <a:custGeom>
              <a:rect b="b" l="l" r="r" t="t"/>
              <a:pathLst>
                <a:path extrusionOk="0" h="867" w="419">
                  <a:moveTo>
                    <a:pt x="210" y="1"/>
                  </a:moveTo>
                  <a:cubicBezTo>
                    <a:pt x="105" y="1"/>
                    <a:pt x="0" y="70"/>
                    <a:pt x="0" y="209"/>
                  </a:cubicBezTo>
                  <a:lnTo>
                    <a:pt x="0" y="656"/>
                  </a:lnTo>
                  <a:cubicBezTo>
                    <a:pt x="0" y="772"/>
                    <a:pt x="92" y="867"/>
                    <a:pt x="208" y="867"/>
                  </a:cubicBezTo>
                  <a:cubicBezTo>
                    <a:pt x="324" y="867"/>
                    <a:pt x="419" y="772"/>
                    <a:pt x="419" y="659"/>
                  </a:cubicBezTo>
                  <a:lnTo>
                    <a:pt x="419" y="209"/>
                  </a:lnTo>
                  <a:cubicBezTo>
                    <a:pt x="419" y="70"/>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84"/>
            <p:cNvSpPr/>
            <p:nvPr/>
          </p:nvSpPr>
          <p:spPr>
            <a:xfrm>
              <a:off x="1654938" y="2521158"/>
              <a:ext cx="10983" cy="22700"/>
            </a:xfrm>
            <a:custGeom>
              <a:rect b="b" l="l" r="r" t="t"/>
              <a:pathLst>
                <a:path extrusionOk="0" h="866" w="419">
                  <a:moveTo>
                    <a:pt x="208" y="1"/>
                  </a:moveTo>
                  <a:cubicBezTo>
                    <a:pt x="92" y="1"/>
                    <a:pt x="0" y="92"/>
                    <a:pt x="0" y="208"/>
                  </a:cubicBezTo>
                  <a:lnTo>
                    <a:pt x="0" y="655"/>
                  </a:lnTo>
                  <a:cubicBezTo>
                    <a:pt x="0" y="771"/>
                    <a:pt x="92" y="866"/>
                    <a:pt x="208" y="866"/>
                  </a:cubicBezTo>
                  <a:cubicBezTo>
                    <a:pt x="324" y="866"/>
                    <a:pt x="419" y="771"/>
                    <a:pt x="419" y="655"/>
                  </a:cubicBezTo>
                  <a:lnTo>
                    <a:pt x="419" y="208"/>
                  </a:lnTo>
                  <a:cubicBezTo>
                    <a:pt x="419" y="92"/>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7" name="Google Shape;16467;p84"/>
          <p:cNvGrpSpPr/>
          <p:nvPr/>
        </p:nvGrpSpPr>
        <p:grpSpPr>
          <a:xfrm>
            <a:off x="849795" y="2411695"/>
            <a:ext cx="374524" cy="370540"/>
            <a:chOff x="849795" y="2411695"/>
            <a:chExt cx="374524" cy="370540"/>
          </a:xfrm>
        </p:grpSpPr>
        <p:sp>
          <p:nvSpPr>
            <p:cNvPr id="16468" name="Google Shape;16468;p84"/>
            <p:cNvSpPr/>
            <p:nvPr/>
          </p:nvSpPr>
          <p:spPr>
            <a:xfrm>
              <a:off x="873412" y="2659796"/>
              <a:ext cx="99162" cy="93500"/>
            </a:xfrm>
            <a:custGeom>
              <a:rect b="b" l="l" r="r" t="t"/>
              <a:pathLst>
                <a:path extrusionOk="0" h="3567" w="3783">
                  <a:moveTo>
                    <a:pt x="2204" y="0"/>
                  </a:moveTo>
                  <a:lnTo>
                    <a:pt x="797" y="1407"/>
                  </a:lnTo>
                  <a:cubicBezTo>
                    <a:pt x="0" y="2204"/>
                    <a:pt x="564" y="3566"/>
                    <a:pt x="1690" y="3566"/>
                  </a:cubicBezTo>
                  <a:cubicBezTo>
                    <a:pt x="1691" y="3566"/>
                    <a:pt x="1693" y="3566"/>
                    <a:pt x="1694" y="3566"/>
                  </a:cubicBezTo>
                  <a:cubicBezTo>
                    <a:pt x="2848" y="3566"/>
                    <a:pt x="3783" y="2631"/>
                    <a:pt x="3783" y="1477"/>
                  </a:cubicBezTo>
                  <a:lnTo>
                    <a:pt x="3783"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84"/>
            <p:cNvSpPr/>
            <p:nvPr/>
          </p:nvSpPr>
          <p:spPr>
            <a:xfrm>
              <a:off x="884526" y="2659796"/>
              <a:ext cx="88048" cy="93500"/>
            </a:xfrm>
            <a:custGeom>
              <a:rect b="b" l="l" r="r" t="t"/>
              <a:pathLst>
                <a:path extrusionOk="0" h="3567" w="3359">
                  <a:moveTo>
                    <a:pt x="3134" y="0"/>
                  </a:moveTo>
                  <a:lnTo>
                    <a:pt x="3134" y="584"/>
                  </a:lnTo>
                  <a:cubicBezTo>
                    <a:pt x="3134" y="1737"/>
                    <a:pt x="2198" y="2673"/>
                    <a:pt x="1045" y="2673"/>
                  </a:cubicBezTo>
                  <a:cubicBezTo>
                    <a:pt x="637" y="2673"/>
                    <a:pt x="254" y="2476"/>
                    <a:pt x="18" y="2145"/>
                  </a:cubicBezTo>
                  <a:cubicBezTo>
                    <a:pt x="8" y="2195"/>
                    <a:pt x="4" y="2247"/>
                    <a:pt x="4" y="2300"/>
                  </a:cubicBezTo>
                  <a:cubicBezTo>
                    <a:pt x="1" y="3000"/>
                    <a:pt x="570" y="3566"/>
                    <a:pt x="1270" y="3566"/>
                  </a:cubicBezTo>
                  <a:cubicBezTo>
                    <a:pt x="2424" y="3566"/>
                    <a:pt x="3359" y="2631"/>
                    <a:pt x="3359" y="1477"/>
                  </a:cubicBezTo>
                  <a:lnTo>
                    <a:pt x="3359"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84"/>
            <p:cNvSpPr/>
            <p:nvPr/>
          </p:nvSpPr>
          <p:spPr>
            <a:xfrm>
              <a:off x="959284" y="2417252"/>
              <a:ext cx="253789" cy="142648"/>
            </a:xfrm>
            <a:custGeom>
              <a:rect b="b" l="l" r="r" t="t"/>
              <a:pathLst>
                <a:path extrusionOk="0" h="5442" w="9682">
                  <a:moveTo>
                    <a:pt x="3899" y="1"/>
                  </a:moveTo>
                  <a:cubicBezTo>
                    <a:pt x="3828" y="1"/>
                    <a:pt x="3756" y="18"/>
                    <a:pt x="3689" y="54"/>
                  </a:cubicBezTo>
                  <a:cubicBezTo>
                    <a:pt x="2420" y="758"/>
                    <a:pt x="1639" y="1978"/>
                    <a:pt x="1639" y="1978"/>
                  </a:cubicBezTo>
                  <a:lnTo>
                    <a:pt x="1368" y="1858"/>
                  </a:lnTo>
                  <a:cubicBezTo>
                    <a:pt x="1310" y="1832"/>
                    <a:pt x="1249" y="1820"/>
                    <a:pt x="1188" y="1820"/>
                  </a:cubicBezTo>
                  <a:cubicBezTo>
                    <a:pt x="1045" y="1820"/>
                    <a:pt x="906" y="1889"/>
                    <a:pt x="820" y="2013"/>
                  </a:cubicBezTo>
                  <a:cubicBezTo>
                    <a:pt x="18" y="3247"/>
                    <a:pt x="1" y="5442"/>
                    <a:pt x="1" y="5442"/>
                  </a:cubicBezTo>
                  <a:lnTo>
                    <a:pt x="7659" y="4102"/>
                  </a:lnTo>
                  <a:lnTo>
                    <a:pt x="9425" y="2843"/>
                  </a:lnTo>
                  <a:cubicBezTo>
                    <a:pt x="9674" y="2671"/>
                    <a:pt x="9681" y="2301"/>
                    <a:pt x="9439" y="2118"/>
                  </a:cubicBezTo>
                  <a:cubicBezTo>
                    <a:pt x="8436" y="1387"/>
                    <a:pt x="7135" y="1197"/>
                    <a:pt x="7135" y="1197"/>
                  </a:cubicBezTo>
                  <a:lnTo>
                    <a:pt x="7248" y="642"/>
                  </a:lnTo>
                  <a:cubicBezTo>
                    <a:pt x="7304" y="362"/>
                    <a:pt x="7087" y="108"/>
                    <a:pt x="6811" y="108"/>
                  </a:cubicBezTo>
                  <a:cubicBezTo>
                    <a:pt x="6795" y="108"/>
                    <a:pt x="6779" y="109"/>
                    <a:pt x="6763" y="111"/>
                  </a:cubicBezTo>
                  <a:cubicBezTo>
                    <a:pt x="5993" y="191"/>
                    <a:pt x="5244" y="406"/>
                    <a:pt x="4547" y="747"/>
                  </a:cubicBezTo>
                  <a:lnTo>
                    <a:pt x="4298" y="251"/>
                  </a:lnTo>
                  <a:cubicBezTo>
                    <a:pt x="4219" y="92"/>
                    <a:pt x="4062" y="1"/>
                    <a:pt x="389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84"/>
            <p:cNvSpPr/>
            <p:nvPr/>
          </p:nvSpPr>
          <p:spPr>
            <a:xfrm>
              <a:off x="1078472" y="2436649"/>
              <a:ext cx="393" cy="210"/>
            </a:xfrm>
            <a:custGeom>
              <a:rect b="b" l="l" r="r" t="t"/>
              <a:pathLst>
                <a:path extrusionOk="0" h="8" w="15">
                  <a:moveTo>
                    <a:pt x="0" y="7"/>
                  </a:moveTo>
                  <a:lnTo>
                    <a:pt x="14"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84"/>
            <p:cNvSpPr/>
            <p:nvPr/>
          </p:nvSpPr>
          <p:spPr>
            <a:xfrm>
              <a:off x="959284" y="2417225"/>
              <a:ext cx="119110" cy="142675"/>
            </a:xfrm>
            <a:custGeom>
              <a:rect b="b" l="l" r="r" t="t"/>
              <a:pathLst>
                <a:path extrusionOk="0" h="5443" w="4544">
                  <a:moveTo>
                    <a:pt x="3897" y="1"/>
                  </a:moveTo>
                  <a:cubicBezTo>
                    <a:pt x="3827" y="1"/>
                    <a:pt x="3756" y="17"/>
                    <a:pt x="3689" y="52"/>
                  </a:cubicBezTo>
                  <a:cubicBezTo>
                    <a:pt x="2420" y="755"/>
                    <a:pt x="1639" y="1979"/>
                    <a:pt x="1639" y="1979"/>
                  </a:cubicBezTo>
                  <a:lnTo>
                    <a:pt x="1368" y="1859"/>
                  </a:lnTo>
                  <a:cubicBezTo>
                    <a:pt x="1311" y="1836"/>
                    <a:pt x="1252" y="1824"/>
                    <a:pt x="1194" y="1824"/>
                  </a:cubicBezTo>
                  <a:cubicBezTo>
                    <a:pt x="1043" y="1824"/>
                    <a:pt x="898" y="1899"/>
                    <a:pt x="809" y="2028"/>
                  </a:cubicBezTo>
                  <a:cubicBezTo>
                    <a:pt x="18" y="3266"/>
                    <a:pt x="1" y="5443"/>
                    <a:pt x="1" y="5443"/>
                  </a:cubicBezTo>
                  <a:lnTo>
                    <a:pt x="1622" y="5158"/>
                  </a:lnTo>
                  <a:cubicBezTo>
                    <a:pt x="1622" y="4377"/>
                    <a:pt x="2079" y="3410"/>
                    <a:pt x="2515" y="2759"/>
                  </a:cubicBezTo>
                  <a:cubicBezTo>
                    <a:pt x="3025" y="1993"/>
                    <a:pt x="3577" y="1237"/>
                    <a:pt x="4544" y="748"/>
                  </a:cubicBezTo>
                  <a:lnTo>
                    <a:pt x="4298" y="249"/>
                  </a:lnTo>
                  <a:cubicBezTo>
                    <a:pt x="4219" y="91"/>
                    <a:pt x="4060" y="1"/>
                    <a:pt x="3897"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84"/>
            <p:cNvSpPr/>
            <p:nvPr/>
          </p:nvSpPr>
          <p:spPr>
            <a:xfrm>
              <a:off x="949061" y="2471931"/>
              <a:ext cx="269543" cy="304773"/>
            </a:xfrm>
            <a:custGeom>
              <a:rect b="b" l="l" r="r" t="t"/>
              <a:pathLst>
                <a:path extrusionOk="0" h="11627" w="10283">
                  <a:moveTo>
                    <a:pt x="5145" y="1"/>
                  </a:moveTo>
                  <a:cubicBezTo>
                    <a:pt x="5082" y="1"/>
                    <a:pt x="5018" y="2"/>
                    <a:pt x="4955" y="4"/>
                  </a:cubicBezTo>
                  <a:cubicBezTo>
                    <a:pt x="2166" y="106"/>
                    <a:pt x="0" y="2480"/>
                    <a:pt x="0" y="5268"/>
                  </a:cubicBezTo>
                  <a:lnTo>
                    <a:pt x="0" y="7459"/>
                  </a:lnTo>
                  <a:cubicBezTo>
                    <a:pt x="535" y="7646"/>
                    <a:pt x="893" y="8152"/>
                    <a:pt x="893" y="8722"/>
                  </a:cubicBezTo>
                  <a:lnTo>
                    <a:pt x="893" y="11626"/>
                  </a:lnTo>
                  <a:lnTo>
                    <a:pt x="10282" y="11626"/>
                  </a:lnTo>
                  <a:lnTo>
                    <a:pt x="10282" y="5145"/>
                  </a:lnTo>
                  <a:cubicBezTo>
                    <a:pt x="10282" y="2294"/>
                    <a:pt x="7971" y="1"/>
                    <a:pt x="5145"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84"/>
            <p:cNvSpPr/>
            <p:nvPr/>
          </p:nvSpPr>
          <p:spPr>
            <a:xfrm>
              <a:off x="949061" y="2471983"/>
              <a:ext cx="169988" cy="304720"/>
            </a:xfrm>
            <a:custGeom>
              <a:rect b="b" l="l" r="r" t="t"/>
              <a:pathLst>
                <a:path extrusionOk="0" h="11625" w="6485">
                  <a:moveTo>
                    <a:pt x="5141" y="0"/>
                  </a:moveTo>
                  <a:cubicBezTo>
                    <a:pt x="4990" y="0"/>
                    <a:pt x="4839" y="7"/>
                    <a:pt x="4688" y="20"/>
                  </a:cubicBezTo>
                  <a:cubicBezTo>
                    <a:pt x="2012" y="252"/>
                    <a:pt x="0" y="2576"/>
                    <a:pt x="0" y="5263"/>
                  </a:cubicBezTo>
                  <a:lnTo>
                    <a:pt x="0" y="7454"/>
                  </a:lnTo>
                  <a:cubicBezTo>
                    <a:pt x="535" y="7644"/>
                    <a:pt x="893" y="8150"/>
                    <a:pt x="893" y="8720"/>
                  </a:cubicBezTo>
                  <a:lnTo>
                    <a:pt x="893" y="11624"/>
                  </a:lnTo>
                  <a:lnTo>
                    <a:pt x="2683" y="11624"/>
                  </a:lnTo>
                  <a:lnTo>
                    <a:pt x="2683" y="5143"/>
                  </a:lnTo>
                  <a:cubicBezTo>
                    <a:pt x="2683" y="2819"/>
                    <a:pt x="4241" y="783"/>
                    <a:pt x="6485" y="178"/>
                  </a:cubicBezTo>
                  <a:cubicBezTo>
                    <a:pt x="6044" y="60"/>
                    <a:pt x="5594" y="0"/>
                    <a:pt x="51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84"/>
            <p:cNvSpPr/>
            <p:nvPr/>
          </p:nvSpPr>
          <p:spPr>
            <a:xfrm>
              <a:off x="855588" y="2577829"/>
              <a:ext cx="153212" cy="98769"/>
            </a:xfrm>
            <a:custGeom>
              <a:rect b="b" l="l" r="r" t="t"/>
              <a:pathLst>
                <a:path extrusionOk="0" h="3768" w="5845">
                  <a:moveTo>
                    <a:pt x="4178" y="0"/>
                  </a:moveTo>
                  <a:cubicBezTo>
                    <a:pt x="4170" y="0"/>
                    <a:pt x="4161" y="0"/>
                    <a:pt x="4153" y="1"/>
                  </a:cubicBezTo>
                  <a:cubicBezTo>
                    <a:pt x="3179" y="96"/>
                    <a:pt x="183" y="497"/>
                    <a:pt x="1" y="3082"/>
                  </a:cubicBezTo>
                  <a:lnTo>
                    <a:pt x="296" y="3338"/>
                  </a:lnTo>
                  <a:lnTo>
                    <a:pt x="3120" y="3338"/>
                  </a:lnTo>
                  <a:cubicBezTo>
                    <a:pt x="3450" y="3338"/>
                    <a:pt x="3767" y="3461"/>
                    <a:pt x="4013" y="3679"/>
                  </a:cubicBezTo>
                  <a:cubicBezTo>
                    <a:pt x="4077" y="3738"/>
                    <a:pt x="4159" y="3768"/>
                    <a:pt x="4240" y="3768"/>
                  </a:cubicBezTo>
                  <a:cubicBezTo>
                    <a:pt x="4329" y="3768"/>
                    <a:pt x="4418" y="3733"/>
                    <a:pt x="4484" y="3665"/>
                  </a:cubicBezTo>
                  <a:cubicBezTo>
                    <a:pt x="5845" y="2206"/>
                    <a:pt x="4748" y="504"/>
                    <a:pt x="4589" y="254"/>
                  </a:cubicBezTo>
                  <a:cubicBezTo>
                    <a:pt x="4497" y="105"/>
                    <a:pt x="4314" y="0"/>
                    <a:pt x="4178"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84"/>
            <p:cNvSpPr/>
            <p:nvPr/>
          </p:nvSpPr>
          <p:spPr>
            <a:xfrm>
              <a:off x="860384" y="2642286"/>
              <a:ext cx="128887" cy="34312"/>
            </a:xfrm>
            <a:custGeom>
              <a:rect b="b" l="l" r="r" t="t"/>
              <a:pathLst>
                <a:path extrusionOk="0" h="1309" w="4917">
                  <a:moveTo>
                    <a:pt x="4027" y="0"/>
                  </a:moveTo>
                  <a:cubicBezTo>
                    <a:pt x="1432" y="0"/>
                    <a:pt x="384" y="461"/>
                    <a:pt x="0" y="714"/>
                  </a:cubicBezTo>
                  <a:lnTo>
                    <a:pt x="95" y="883"/>
                  </a:lnTo>
                  <a:lnTo>
                    <a:pt x="2937" y="883"/>
                  </a:lnTo>
                  <a:cubicBezTo>
                    <a:pt x="2941" y="883"/>
                    <a:pt x="2946" y="883"/>
                    <a:pt x="2950" y="883"/>
                  </a:cubicBezTo>
                  <a:cubicBezTo>
                    <a:pt x="3276" y="883"/>
                    <a:pt x="3587" y="1005"/>
                    <a:pt x="3830" y="1220"/>
                  </a:cubicBezTo>
                  <a:cubicBezTo>
                    <a:pt x="3894" y="1279"/>
                    <a:pt x="3976" y="1309"/>
                    <a:pt x="4057" y="1309"/>
                  </a:cubicBezTo>
                  <a:cubicBezTo>
                    <a:pt x="4146" y="1309"/>
                    <a:pt x="4235" y="1274"/>
                    <a:pt x="4301" y="1206"/>
                  </a:cubicBezTo>
                  <a:cubicBezTo>
                    <a:pt x="4603" y="893"/>
                    <a:pt x="4814" y="510"/>
                    <a:pt x="4916" y="92"/>
                  </a:cubicBezTo>
                  <a:cubicBezTo>
                    <a:pt x="4586" y="42"/>
                    <a:pt x="4238" y="0"/>
                    <a:pt x="4027"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84"/>
            <p:cNvSpPr/>
            <p:nvPr/>
          </p:nvSpPr>
          <p:spPr>
            <a:xfrm>
              <a:off x="1013492" y="2554055"/>
              <a:ext cx="41049" cy="52766"/>
            </a:xfrm>
            <a:custGeom>
              <a:rect b="b" l="l" r="r" t="t"/>
              <a:pathLst>
                <a:path extrusionOk="0" h="2013" w="1566">
                  <a:moveTo>
                    <a:pt x="784" y="1"/>
                  </a:moveTo>
                  <a:cubicBezTo>
                    <a:pt x="352" y="1"/>
                    <a:pt x="0" y="349"/>
                    <a:pt x="0" y="782"/>
                  </a:cubicBezTo>
                  <a:lnTo>
                    <a:pt x="0" y="1228"/>
                  </a:lnTo>
                  <a:cubicBezTo>
                    <a:pt x="0" y="1661"/>
                    <a:pt x="352" y="2009"/>
                    <a:pt x="784" y="2012"/>
                  </a:cubicBezTo>
                  <a:cubicBezTo>
                    <a:pt x="1213" y="2009"/>
                    <a:pt x="1565" y="1661"/>
                    <a:pt x="1565" y="1228"/>
                  </a:cubicBezTo>
                  <a:lnTo>
                    <a:pt x="1565" y="782"/>
                  </a:lnTo>
                  <a:cubicBezTo>
                    <a:pt x="1565" y="349"/>
                    <a:pt x="1213" y="1"/>
                    <a:pt x="78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84"/>
            <p:cNvSpPr/>
            <p:nvPr/>
          </p:nvSpPr>
          <p:spPr>
            <a:xfrm>
              <a:off x="1031080" y="2554055"/>
              <a:ext cx="23460" cy="40970"/>
            </a:xfrm>
            <a:custGeom>
              <a:rect b="b" l="l" r="r" t="t"/>
              <a:pathLst>
                <a:path extrusionOk="0" h="1563" w="895">
                  <a:moveTo>
                    <a:pt x="113" y="1"/>
                  </a:moveTo>
                  <a:cubicBezTo>
                    <a:pt x="75" y="1"/>
                    <a:pt x="36" y="5"/>
                    <a:pt x="1" y="12"/>
                  </a:cubicBezTo>
                  <a:lnTo>
                    <a:pt x="1" y="1116"/>
                  </a:lnTo>
                  <a:cubicBezTo>
                    <a:pt x="1" y="1365"/>
                    <a:pt x="201" y="1562"/>
                    <a:pt x="447" y="1562"/>
                  </a:cubicBezTo>
                  <a:cubicBezTo>
                    <a:pt x="694" y="1562"/>
                    <a:pt x="894" y="1365"/>
                    <a:pt x="894" y="1116"/>
                  </a:cubicBezTo>
                  <a:lnTo>
                    <a:pt x="894" y="782"/>
                  </a:lnTo>
                  <a:cubicBezTo>
                    <a:pt x="894" y="349"/>
                    <a:pt x="542"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84"/>
            <p:cNvSpPr/>
            <p:nvPr/>
          </p:nvSpPr>
          <p:spPr>
            <a:xfrm>
              <a:off x="1025182" y="2559874"/>
              <a:ext cx="17641" cy="17641"/>
            </a:xfrm>
            <a:custGeom>
              <a:rect b="b" l="l" r="r" t="t"/>
              <a:pathLst>
                <a:path extrusionOk="0" h="673" w="673">
                  <a:moveTo>
                    <a:pt x="338" y="1"/>
                  </a:moveTo>
                  <a:cubicBezTo>
                    <a:pt x="152" y="1"/>
                    <a:pt x="1" y="152"/>
                    <a:pt x="1" y="335"/>
                  </a:cubicBezTo>
                  <a:cubicBezTo>
                    <a:pt x="1" y="521"/>
                    <a:pt x="152" y="672"/>
                    <a:pt x="338" y="672"/>
                  </a:cubicBezTo>
                  <a:cubicBezTo>
                    <a:pt x="521" y="672"/>
                    <a:pt x="672" y="521"/>
                    <a:pt x="672" y="335"/>
                  </a:cubicBezTo>
                  <a:cubicBezTo>
                    <a:pt x="672" y="152"/>
                    <a:pt x="521"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84"/>
            <p:cNvSpPr/>
            <p:nvPr/>
          </p:nvSpPr>
          <p:spPr>
            <a:xfrm>
              <a:off x="849795" y="2411695"/>
              <a:ext cx="374524" cy="370540"/>
            </a:xfrm>
            <a:custGeom>
              <a:rect b="b" l="l" r="r" t="t"/>
              <a:pathLst>
                <a:path extrusionOk="0" h="14136" w="14288">
                  <a:moveTo>
                    <a:pt x="3341" y="9887"/>
                  </a:moveTo>
                  <a:cubicBezTo>
                    <a:pt x="3699" y="9887"/>
                    <a:pt x="4033" y="10056"/>
                    <a:pt x="4248" y="10344"/>
                  </a:cubicBezTo>
                  <a:cubicBezTo>
                    <a:pt x="4111" y="11505"/>
                    <a:pt x="3126" y="11762"/>
                    <a:pt x="3080" y="11772"/>
                  </a:cubicBezTo>
                  <a:cubicBezTo>
                    <a:pt x="2829" y="11834"/>
                    <a:pt x="2896" y="12187"/>
                    <a:pt x="3123" y="12187"/>
                  </a:cubicBezTo>
                  <a:cubicBezTo>
                    <a:pt x="3141" y="12187"/>
                    <a:pt x="3159" y="12185"/>
                    <a:pt x="3179" y="12180"/>
                  </a:cubicBezTo>
                  <a:cubicBezTo>
                    <a:pt x="3742" y="12018"/>
                    <a:pt x="4209" y="11624"/>
                    <a:pt x="4466" y="11097"/>
                  </a:cubicBezTo>
                  <a:lnTo>
                    <a:pt x="4466" y="11097"/>
                  </a:lnTo>
                  <a:cubicBezTo>
                    <a:pt x="4385" y="12071"/>
                    <a:pt x="3569" y="12820"/>
                    <a:pt x="2595" y="12824"/>
                  </a:cubicBezTo>
                  <a:cubicBezTo>
                    <a:pt x="1653" y="12824"/>
                    <a:pt x="1178" y="11684"/>
                    <a:pt x="1846" y="11020"/>
                  </a:cubicBezTo>
                  <a:lnTo>
                    <a:pt x="2978" y="9887"/>
                  </a:lnTo>
                  <a:close/>
                  <a:moveTo>
                    <a:pt x="8071" y="1"/>
                  </a:moveTo>
                  <a:cubicBezTo>
                    <a:pt x="7964" y="1"/>
                    <a:pt x="7858" y="28"/>
                    <a:pt x="7764" y="80"/>
                  </a:cubicBezTo>
                  <a:cubicBezTo>
                    <a:pt x="6713" y="660"/>
                    <a:pt x="5996" y="1571"/>
                    <a:pt x="5742" y="1926"/>
                  </a:cubicBezTo>
                  <a:lnTo>
                    <a:pt x="5630" y="1877"/>
                  </a:lnTo>
                  <a:cubicBezTo>
                    <a:pt x="5543" y="1838"/>
                    <a:pt x="5452" y="1820"/>
                    <a:pt x="5363" y="1820"/>
                  </a:cubicBezTo>
                  <a:cubicBezTo>
                    <a:pt x="5150" y="1820"/>
                    <a:pt x="4945" y="1924"/>
                    <a:pt x="4821" y="2109"/>
                  </a:cubicBezTo>
                  <a:cubicBezTo>
                    <a:pt x="4044" y="3305"/>
                    <a:pt x="3974" y="5147"/>
                    <a:pt x="3970" y="5432"/>
                  </a:cubicBezTo>
                  <a:cubicBezTo>
                    <a:pt x="3868" y="5682"/>
                    <a:pt x="3784" y="5938"/>
                    <a:pt x="3720" y="6202"/>
                  </a:cubicBezTo>
                  <a:cubicBezTo>
                    <a:pt x="3168" y="6290"/>
                    <a:pt x="2465" y="6459"/>
                    <a:pt x="1818" y="6793"/>
                  </a:cubicBezTo>
                  <a:cubicBezTo>
                    <a:pt x="1276" y="7071"/>
                    <a:pt x="851" y="7429"/>
                    <a:pt x="549" y="7855"/>
                  </a:cubicBezTo>
                  <a:cubicBezTo>
                    <a:pt x="183" y="8368"/>
                    <a:pt x="0" y="8980"/>
                    <a:pt x="0" y="9680"/>
                  </a:cubicBezTo>
                  <a:cubicBezTo>
                    <a:pt x="0" y="9792"/>
                    <a:pt x="95" y="9887"/>
                    <a:pt x="211" y="9887"/>
                  </a:cubicBezTo>
                  <a:lnTo>
                    <a:pt x="2388" y="9887"/>
                  </a:lnTo>
                  <a:lnTo>
                    <a:pt x="1551" y="10724"/>
                  </a:lnTo>
                  <a:cubicBezTo>
                    <a:pt x="1129" y="11146"/>
                    <a:pt x="1002" y="11779"/>
                    <a:pt x="1231" y="12331"/>
                  </a:cubicBezTo>
                  <a:cubicBezTo>
                    <a:pt x="1459" y="12883"/>
                    <a:pt x="1997" y="13242"/>
                    <a:pt x="2595" y="13242"/>
                  </a:cubicBezTo>
                  <a:cubicBezTo>
                    <a:pt x="3341" y="13242"/>
                    <a:pt x="4044" y="12876"/>
                    <a:pt x="4473" y="12261"/>
                  </a:cubicBezTo>
                  <a:lnTo>
                    <a:pt x="4473" y="13924"/>
                  </a:lnTo>
                  <a:cubicBezTo>
                    <a:pt x="4473" y="14040"/>
                    <a:pt x="4568" y="14135"/>
                    <a:pt x="4680" y="14135"/>
                  </a:cubicBezTo>
                  <a:cubicBezTo>
                    <a:pt x="4796" y="14135"/>
                    <a:pt x="4891" y="14040"/>
                    <a:pt x="4891" y="13924"/>
                  </a:cubicBezTo>
                  <a:lnTo>
                    <a:pt x="4891" y="11020"/>
                  </a:lnTo>
                  <a:cubicBezTo>
                    <a:pt x="4891" y="11006"/>
                    <a:pt x="4884" y="10897"/>
                    <a:pt x="4884" y="10897"/>
                  </a:cubicBezTo>
                  <a:cubicBezTo>
                    <a:pt x="4821" y="10091"/>
                    <a:pt x="4149" y="9469"/>
                    <a:pt x="3341" y="9469"/>
                  </a:cubicBezTo>
                  <a:lnTo>
                    <a:pt x="985" y="9469"/>
                  </a:lnTo>
                  <a:cubicBezTo>
                    <a:pt x="1572" y="9244"/>
                    <a:pt x="2680" y="8994"/>
                    <a:pt x="4680" y="8994"/>
                  </a:cubicBezTo>
                  <a:cubicBezTo>
                    <a:pt x="4796" y="8994"/>
                    <a:pt x="4891" y="8899"/>
                    <a:pt x="4891" y="8783"/>
                  </a:cubicBezTo>
                  <a:cubicBezTo>
                    <a:pt x="4891" y="8667"/>
                    <a:pt x="4796" y="8576"/>
                    <a:pt x="4680" y="8576"/>
                  </a:cubicBezTo>
                  <a:cubicBezTo>
                    <a:pt x="2170" y="8576"/>
                    <a:pt x="985" y="8959"/>
                    <a:pt x="447" y="9247"/>
                  </a:cubicBezTo>
                  <a:cubicBezTo>
                    <a:pt x="573" y="8340"/>
                    <a:pt x="1094" y="7637"/>
                    <a:pt x="2011" y="7166"/>
                  </a:cubicBezTo>
                  <a:cubicBezTo>
                    <a:pt x="2883" y="6712"/>
                    <a:pt x="3875" y="6582"/>
                    <a:pt x="4389" y="6550"/>
                  </a:cubicBezTo>
                  <a:cubicBezTo>
                    <a:pt x="4396" y="6549"/>
                    <a:pt x="4404" y="6549"/>
                    <a:pt x="4412" y="6549"/>
                  </a:cubicBezTo>
                  <a:cubicBezTo>
                    <a:pt x="4501" y="6549"/>
                    <a:pt x="4582" y="6603"/>
                    <a:pt x="4621" y="6684"/>
                  </a:cubicBezTo>
                  <a:cubicBezTo>
                    <a:pt x="4758" y="6972"/>
                    <a:pt x="5007" y="7517"/>
                    <a:pt x="5152" y="7957"/>
                  </a:cubicBezTo>
                  <a:cubicBezTo>
                    <a:pt x="5174" y="8054"/>
                    <a:pt x="5262" y="8119"/>
                    <a:pt x="5357" y="8119"/>
                  </a:cubicBezTo>
                  <a:cubicBezTo>
                    <a:pt x="5379" y="8119"/>
                    <a:pt x="5401" y="8115"/>
                    <a:pt x="5422" y="8108"/>
                  </a:cubicBezTo>
                  <a:cubicBezTo>
                    <a:pt x="5538" y="8069"/>
                    <a:pt x="5595" y="7939"/>
                    <a:pt x="5549" y="7827"/>
                  </a:cubicBezTo>
                  <a:cubicBezTo>
                    <a:pt x="5387" y="7377"/>
                    <a:pt x="5204" y="6937"/>
                    <a:pt x="4997" y="6508"/>
                  </a:cubicBezTo>
                  <a:cubicBezTo>
                    <a:pt x="4891" y="6277"/>
                    <a:pt x="4660" y="6133"/>
                    <a:pt x="4411" y="6133"/>
                  </a:cubicBezTo>
                  <a:cubicBezTo>
                    <a:pt x="4394" y="6133"/>
                    <a:pt x="4377" y="6134"/>
                    <a:pt x="4360" y="6135"/>
                  </a:cubicBezTo>
                  <a:cubicBezTo>
                    <a:pt x="4301" y="6139"/>
                    <a:pt x="4237" y="6146"/>
                    <a:pt x="4167" y="6149"/>
                  </a:cubicBezTo>
                  <a:cubicBezTo>
                    <a:pt x="4775" y="3906"/>
                    <a:pt x="6799" y="2505"/>
                    <a:pt x="8936" y="2505"/>
                  </a:cubicBezTo>
                  <a:cubicBezTo>
                    <a:pt x="9726" y="2505"/>
                    <a:pt x="10532" y="2697"/>
                    <a:pt x="11288" y="3108"/>
                  </a:cubicBezTo>
                  <a:cubicBezTo>
                    <a:pt x="11322" y="3125"/>
                    <a:pt x="11355" y="3132"/>
                    <a:pt x="11386" y="3132"/>
                  </a:cubicBezTo>
                  <a:cubicBezTo>
                    <a:pt x="11573" y="3132"/>
                    <a:pt x="11687" y="2860"/>
                    <a:pt x="11488" y="2742"/>
                  </a:cubicBezTo>
                  <a:cubicBezTo>
                    <a:pt x="10677" y="2300"/>
                    <a:pt x="9799" y="2088"/>
                    <a:pt x="8931" y="2088"/>
                  </a:cubicBezTo>
                  <a:cubicBezTo>
                    <a:pt x="7192" y="2088"/>
                    <a:pt x="5496" y="2938"/>
                    <a:pt x="4473" y="4479"/>
                  </a:cubicBezTo>
                  <a:lnTo>
                    <a:pt x="4473" y="4479"/>
                  </a:lnTo>
                  <a:cubicBezTo>
                    <a:pt x="4568" y="3821"/>
                    <a:pt x="4765" y="2967"/>
                    <a:pt x="5173" y="2338"/>
                  </a:cubicBezTo>
                  <a:cubicBezTo>
                    <a:pt x="5219" y="2274"/>
                    <a:pt x="5291" y="2238"/>
                    <a:pt x="5364" y="2238"/>
                  </a:cubicBezTo>
                  <a:cubicBezTo>
                    <a:pt x="5397" y="2238"/>
                    <a:pt x="5430" y="2245"/>
                    <a:pt x="5461" y="2260"/>
                  </a:cubicBezTo>
                  <a:lnTo>
                    <a:pt x="5735" y="2380"/>
                  </a:lnTo>
                  <a:cubicBezTo>
                    <a:pt x="5761" y="2391"/>
                    <a:pt x="5789" y="2396"/>
                    <a:pt x="5816" y="2396"/>
                  </a:cubicBezTo>
                  <a:cubicBezTo>
                    <a:pt x="5886" y="2396"/>
                    <a:pt x="5955" y="2362"/>
                    <a:pt x="5996" y="2299"/>
                  </a:cubicBezTo>
                  <a:cubicBezTo>
                    <a:pt x="6003" y="2288"/>
                    <a:pt x="6759" y="1114"/>
                    <a:pt x="7968" y="446"/>
                  </a:cubicBezTo>
                  <a:cubicBezTo>
                    <a:pt x="8002" y="428"/>
                    <a:pt x="8039" y="419"/>
                    <a:pt x="8078" y="419"/>
                  </a:cubicBezTo>
                  <a:cubicBezTo>
                    <a:pt x="8100" y="419"/>
                    <a:pt x="8122" y="422"/>
                    <a:pt x="8144" y="428"/>
                  </a:cubicBezTo>
                  <a:cubicBezTo>
                    <a:pt x="8207" y="449"/>
                    <a:pt x="8260" y="495"/>
                    <a:pt x="8288" y="555"/>
                  </a:cubicBezTo>
                  <a:lnTo>
                    <a:pt x="8538" y="1051"/>
                  </a:lnTo>
                  <a:cubicBezTo>
                    <a:pt x="8575" y="1124"/>
                    <a:pt x="8649" y="1167"/>
                    <a:pt x="8727" y="1167"/>
                  </a:cubicBezTo>
                  <a:cubicBezTo>
                    <a:pt x="8760" y="1167"/>
                    <a:pt x="8794" y="1159"/>
                    <a:pt x="8826" y="1142"/>
                  </a:cubicBezTo>
                  <a:cubicBezTo>
                    <a:pt x="9498" y="815"/>
                    <a:pt x="10219" y="607"/>
                    <a:pt x="10964" y="527"/>
                  </a:cubicBezTo>
                  <a:cubicBezTo>
                    <a:pt x="10972" y="526"/>
                    <a:pt x="10979" y="525"/>
                    <a:pt x="10987" y="525"/>
                  </a:cubicBezTo>
                  <a:cubicBezTo>
                    <a:pt x="11053" y="525"/>
                    <a:pt x="11117" y="553"/>
                    <a:pt x="11161" y="604"/>
                  </a:cubicBezTo>
                  <a:cubicBezTo>
                    <a:pt x="11214" y="660"/>
                    <a:pt x="11235" y="738"/>
                    <a:pt x="11221" y="811"/>
                  </a:cubicBezTo>
                  <a:lnTo>
                    <a:pt x="11108" y="1363"/>
                  </a:lnTo>
                  <a:cubicBezTo>
                    <a:pt x="11087" y="1483"/>
                    <a:pt x="11168" y="1596"/>
                    <a:pt x="11284" y="1613"/>
                  </a:cubicBezTo>
                  <a:cubicBezTo>
                    <a:pt x="11298" y="1613"/>
                    <a:pt x="12547" y="1807"/>
                    <a:pt x="13496" y="2499"/>
                  </a:cubicBezTo>
                  <a:cubicBezTo>
                    <a:pt x="13556" y="2541"/>
                    <a:pt x="13591" y="2612"/>
                    <a:pt x="13588" y="2686"/>
                  </a:cubicBezTo>
                  <a:cubicBezTo>
                    <a:pt x="13588" y="2767"/>
                    <a:pt x="13549" y="2840"/>
                    <a:pt x="13486" y="2883"/>
                  </a:cubicBezTo>
                  <a:lnTo>
                    <a:pt x="12571" y="3519"/>
                  </a:lnTo>
                  <a:cubicBezTo>
                    <a:pt x="12473" y="3428"/>
                    <a:pt x="12371" y="3340"/>
                    <a:pt x="12265" y="3252"/>
                  </a:cubicBezTo>
                  <a:cubicBezTo>
                    <a:pt x="12222" y="3218"/>
                    <a:pt x="12177" y="3203"/>
                    <a:pt x="12135" y="3203"/>
                  </a:cubicBezTo>
                  <a:cubicBezTo>
                    <a:pt x="11962" y="3203"/>
                    <a:pt x="11828" y="3441"/>
                    <a:pt x="12005" y="3582"/>
                  </a:cubicBezTo>
                  <a:cubicBezTo>
                    <a:pt x="13183" y="4514"/>
                    <a:pt x="13869" y="5938"/>
                    <a:pt x="13865" y="7443"/>
                  </a:cubicBezTo>
                  <a:lnTo>
                    <a:pt x="13865" y="13924"/>
                  </a:lnTo>
                  <a:cubicBezTo>
                    <a:pt x="13865" y="14040"/>
                    <a:pt x="13960" y="14135"/>
                    <a:pt x="14076" y="14135"/>
                  </a:cubicBezTo>
                  <a:cubicBezTo>
                    <a:pt x="14192" y="14135"/>
                    <a:pt x="14284" y="14040"/>
                    <a:pt x="14284" y="13924"/>
                  </a:cubicBezTo>
                  <a:lnTo>
                    <a:pt x="14284" y="7443"/>
                  </a:lnTo>
                  <a:cubicBezTo>
                    <a:pt x="14287" y="6100"/>
                    <a:pt x="13781" y="4806"/>
                    <a:pt x="12870" y="3821"/>
                  </a:cubicBezTo>
                  <a:lnTo>
                    <a:pt x="13721" y="3227"/>
                  </a:lnTo>
                  <a:cubicBezTo>
                    <a:pt x="13897" y="3104"/>
                    <a:pt x="13999" y="2907"/>
                    <a:pt x="14002" y="2693"/>
                  </a:cubicBezTo>
                  <a:cubicBezTo>
                    <a:pt x="14006" y="2482"/>
                    <a:pt x="13908" y="2285"/>
                    <a:pt x="13739" y="2162"/>
                  </a:cubicBezTo>
                  <a:cubicBezTo>
                    <a:pt x="12944" y="1581"/>
                    <a:pt x="11981" y="1328"/>
                    <a:pt x="11562" y="1240"/>
                  </a:cubicBezTo>
                  <a:lnTo>
                    <a:pt x="11629" y="896"/>
                  </a:lnTo>
                  <a:cubicBezTo>
                    <a:pt x="11712" y="483"/>
                    <a:pt x="11395" y="108"/>
                    <a:pt x="10988" y="108"/>
                  </a:cubicBezTo>
                  <a:cubicBezTo>
                    <a:pt x="10965" y="108"/>
                    <a:pt x="10942" y="109"/>
                    <a:pt x="10919" y="112"/>
                  </a:cubicBezTo>
                  <a:cubicBezTo>
                    <a:pt x="10194" y="189"/>
                    <a:pt x="9484" y="382"/>
                    <a:pt x="8819" y="681"/>
                  </a:cubicBezTo>
                  <a:lnTo>
                    <a:pt x="8661" y="368"/>
                  </a:lnTo>
                  <a:cubicBezTo>
                    <a:pt x="8577" y="207"/>
                    <a:pt x="8436" y="83"/>
                    <a:pt x="8264" y="31"/>
                  </a:cubicBezTo>
                  <a:cubicBezTo>
                    <a:pt x="8201" y="11"/>
                    <a:pt x="8136" y="1"/>
                    <a:pt x="8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84"/>
            <p:cNvSpPr/>
            <p:nvPr/>
          </p:nvSpPr>
          <p:spPr>
            <a:xfrm>
              <a:off x="1007961" y="2548629"/>
              <a:ext cx="52006" cy="63723"/>
            </a:xfrm>
            <a:custGeom>
              <a:rect b="b" l="l" r="r" t="t"/>
              <a:pathLst>
                <a:path extrusionOk="0" h="2431" w="1984">
                  <a:moveTo>
                    <a:pt x="992" y="1"/>
                  </a:moveTo>
                  <a:cubicBezTo>
                    <a:pt x="443" y="1"/>
                    <a:pt x="0" y="444"/>
                    <a:pt x="0" y="992"/>
                  </a:cubicBezTo>
                  <a:lnTo>
                    <a:pt x="0" y="1439"/>
                  </a:lnTo>
                  <a:cubicBezTo>
                    <a:pt x="0" y="1984"/>
                    <a:pt x="443" y="2430"/>
                    <a:pt x="992" y="2430"/>
                  </a:cubicBezTo>
                  <a:cubicBezTo>
                    <a:pt x="1540" y="2430"/>
                    <a:pt x="1984" y="1984"/>
                    <a:pt x="1984" y="1439"/>
                  </a:cubicBezTo>
                  <a:lnTo>
                    <a:pt x="1984" y="989"/>
                  </a:lnTo>
                  <a:cubicBezTo>
                    <a:pt x="1984" y="841"/>
                    <a:pt x="1952" y="697"/>
                    <a:pt x="1889" y="563"/>
                  </a:cubicBezTo>
                  <a:cubicBezTo>
                    <a:pt x="1853" y="489"/>
                    <a:pt x="1778" y="445"/>
                    <a:pt x="1700" y="445"/>
                  </a:cubicBezTo>
                  <a:cubicBezTo>
                    <a:pt x="1670" y="445"/>
                    <a:pt x="1640" y="451"/>
                    <a:pt x="1611" y="465"/>
                  </a:cubicBezTo>
                  <a:cubicBezTo>
                    <a:pt x="1509" y="514"/>
                    <a:pt x="1463" y="637"/>
                    <a:pt x="1512" y="742"/>
                  </a:cubicBezTo>
                  <a:cubicBezTo>
                    <a:pt x="1547" y="820"/>
                    <a:pt x="1569" y="904"/>
                    <a:pt x="1569" y="989"/>
                  </a:cubicBezTo>
                  <a:lnTo>
                    <a:pt x="1569" y="1435"/>
                  </a:lnTo>
                  <a:cubicBezTo>
                    <a:pt x="1569" y="1752"/>
                    <a:pt x="1312" y="2008"/>
                    <a:pt x="995" y="2008"/>
                  </a:cubicBezTo>
                  <a:cubicBezTo>
                    <a:pt x="679" y="2008"/>
                    <a:pt x="422" y="1752"/>
                    <a:pt x="422" y="1435"/>
                  </a:cubicBezTo>
                  <a:lnTo>
                    <a:pt x="422" y="989"/>
                  </a:lnTo>
                  <a:cubicBezTo>
                    <a:pt x="422" y="672"/>
                    <a:pt x="675" y="419"/>
                    <a:pt x="992" y="419"/>
                  </a:cubicBezTo>
                  <a:cubicBezTo>
                    <a:pt x="1108" y="415"/>
                    <a:pt x="1199" y="324"/>
                    <a:pt x="1199" y="208"/>
                  </a:cubicBezTo>
                  <a:cubicBezTo>
                    <a:pt x="1199" y="92"/>
                    <a:pt x="1108" y="1"/>
                    <a:pt x="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2" name="Google Shape;16482;p84"/>
          <p:cNvGrpSpPr/>
          <p:nvPr/>
        </p:nvGrpSpPr>
        <p:grpSpPr>
          <a:xfrm>
            <a:off x="2503672" y="1499971"/>
            <a:ext cx="364668" cy="364459"/>
            <a:chOff x="2503672" y="1499971"/>
            <a:chExt cx="364668" cy="364459"/>
          </a:xfrm>
        </p:grpSpPr>
        <p:sp>
          <p:nvSpPr>
            <p:cNvPr id="16483" name="Google Shape;16483;p84"/>
            <p:cNvSpPr/>
            <p:nvPr/>
          </p:nvSpPr>
          <p:spPr>
            <a:xfrm>
              <a:off x="2509020" y="1505293"/>
              <a:ext cx="353895" cy="353816"/>
            </a:xfrm>
            <a:custGeom>
              <a:rect b="b" l="l" r="r" t="t"/>
              <a:pathLst>
                <a:path extrusionOk="0" h="13498" w="13501">
                  <a:moveTo>
                    <a:pt x="5448" y="1"/>
                  </a:moveTo>
                  <a:cubicBezTo>
                    <a:pt x="4839" y="4"/>
                    <a:pt x="4241" y="156"/>
                    <a:pt x="3703" y="437"/>
                  </a:cubicBezTo>
                  <a:lnTo>
                    <a:pt x="4139" y="873"/>
                  </a:lnTo>
                  <a:cubicBezTo>
                    <a:pt x="3672" y="996"/>
                    <a:pt x="3404" y="1070"/>
                    <a:pt x="2891" y="1341"/>
                  </a:cubicBezTo>
                  <a:cubicBezTo>
                    <a:pt x="1084" y="2290"/>
                    <a:pt x="219" y="4354"/>
                    <a:pt x="219" y="4354"/>
                  </a:cubicBezTo>
                  <a:lnTo>
                    <a:pt x="1091" y="4354"/>
                  </a:lnTo>
                  <a:cubicBezTo>
                    <a:pt x="1" y="6098"/>
                    <a:pt x="1" y="8493"/>
                    <a:pt x="1" y="8493"/>
                  </a:cubicBezTo>
                  <a:lnTo>
                    <a:pt x="655" y="8272"/>
                  </a:lnTo>
                  <a:cubicBezTo>
                    <a:pt x="655" y="8272"/>
                    <a:pt x="655" y="10230"/>
                    <a:pt x="1527" y="11538"/>
                  </a:cubicBezTo>
                  <a:lnTo>
                    <a:pt x="2181" y="11102"/>
                  </a:lnTo>
                  <a:cubicBezTo>
                    <a:pt x="2181" y="11102"/>
                    <a:pt x="2831" y="12192"/>
                    <a:pt x="3921" y="12843"/>
                  </a:cubicBezTo>
                  <a:lnTo>
                    <a:pt x="4357" y="12407"/>
                  </a:lnTo>
                  <a:cubicBezTo>
                    <a:pt x="4357" y="12407"/>
                    <a:pt x="5444" y="13279"/>
                    <a:pt x="6752" y="13497"/>
                  </a:cubicBezTo>
                  <a:cubicBezTo>
                    <a:pt x="8057" y="13279"/>
                    <a:pt x="9147" y="12407"/>
                    <a:pt x="9147" y="12407"/>
                  </a:cubicBezTo>
                  <a:lnTo>
                    <a:pt x="9583" y="12843"/>
                  </a:lnTo>
                  <a:cubicBezTo>
                    <a:pt x="10669" y="12192"/>
                    <a:pt x="11324" y="11102"/>
                    <a:pt x="11324" y="11102"/>
                  </a:cubicBezTo>
                  <a:lnTo>
                    <a:pt x="11978" y="11538"/>
                  </a:lnTo>
                  <a:cubicBezTo>
                    <a:pt x="12846" y="10230"/>
                    <a:pt x="12846" y="8272"/>
                    <a:pt x="12846" y="8272"/>
                  </a:cubicBezTo>
                  <a:lnTo>
                    <a:pt x="13500" y="8493"/>
                  </a:lnTo>
                  <a:cubicBezTo>
                    <a:pt x="13500" y="8493"/>
                    <a:pt x="13500" y="6098"/>
                    <a:pt x="12414" y="4354"/>
                  </a:cubicBezTo>
                  <a:lnTo>
                    <a:pt x="13282" y="4354"/>
                  </a:lnTo>
                  <a:cubicBezTo>
                    <a:pt x="13282" y="4354"/>
                    <a:pt x="12421" y="2287"/>
                    <a:pt x="10613" y="1341"/>
                  </a:cubicBezTo>
                  <a:cubicBezTo>
                    <a:pt x="10100" y="1070"/>
                    <a:pt x="9833" y="996"/>
                    <a:pt x="9365" y="873"/>
                  </a:cubicBezTo>
                  <a:lnTo>
                    <a:pt x="9801" y="437"/>
                  </a:lnTo>
                  <a:cubicBezTo>
                    <a:pt x="9259" y="156"/>
                    <a:pt x="8665" y="8"/>
                    <a:pt x="8057" y="1"/>
                  </a:cubicBezTo>
                  <a:cubicBezTo>
                    <a:pt x="7543" y="1"/>
                    <a:pt x="7181" y="152"/>
                    <a:pt x="6970" y="275"/>
                  </a:cubicBezTo>
                  <a:cubicBezTo>
                    <a:pt x="6903" y="314"/>
                    <a:pt x="6830" y="335"/>
                    <a:pt x="6752" y="335"/>
                  </a:cubicBezTo>
                  <a:cubicBezTo>
                    <a:pt x="6675" y="335"/>
                    <a:pt x="6601" y="314"/>
                    <a:pt x="6534" y="275"/>
                  </a:cubicBezTo>
                  <a:cubicBezTo>
                    <a:pt x="6323" y="152"/>
                    <a:pt x="5961" y="1"/>
                    <a:pt x="5448"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84"/>
            <p:cNvSpPr/>
            <p:nvPr/>
          </p:nvSpPr>
          <p:spPr>
            <a:xfrm>
              <a:off x="2730882" y="1539526"/>
              <a:ext cx="87366" cy="87104"/>
            </a:xfrm>
            <a:custGeom>
              <a:rect b="b" l="l" r="r" t="t"/>
              <a:pathLst>
                <a:path extrusionOk="0" h="3323" w="3333">
                  <a:moveTo>
                    <a:pt x="2513" y="1"/>
                  </a:moveTo>
                  <a:cubicBezTo>
                    <a:pt x="2461" y="1"/>
                    <a:pt x="2407" y="6"/>
                    <a:pt x="2353" y="17"/>
                  </a:cubicBezTo>
                  <a:cubicBezTo>
                    <a:pt x="1805" y="123"/>
                    <a:pt x="809" y="573"/>
                    <a:pt x="1" y="1213"/>
                  </a:cubicBezTo>
                  <a:lnTo>
                    <a:pt x="2100" y="3323"/>
                  </a:lnTo>
                  <a:cubicBezTo>
                    <a:pt x="2754" y="2651"/>
                    <a:pt x="3229" y="1505"/>
                    <a:pt x="3292" y="858"/>
                  </a:cubicBezTo>
                  <a:cubicBezTo>
                    <a:pt x="3333" y="388"/>
                    <a:pt x="2962" y="1"/>
                    <a:pt x="2513"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84"/>
            <p:cNvSpPr/>
            <p:nvPr/>
          </p:nvSpPr>
          <p:spPr>
            <a:xfrm>
              <a:off x="2755207" y="1553052"/>
              <a:ext cx="61704" cy="73578"/>
            </a:xfrm>
            <a:custGeom>
              <a:rect b="b" l="l" r="r" t="t"/>
              <a:pathLst>
                <a:path extrusionOk="0" h="2807" w="2354">
                  <a:moveTo>
                    <a:pt x="1841" y="1"/>
                  </a:moveTo>
                  <a:cubicBezTo>
                    <a:pt x="1805" y="1"/>
                    <a:pt x="1768" y="5"/>
                    <a:pt x="1731" y="15"/>
                  </a:cubicBezTo>
                  <a:cubicBezTo>
                    <a:pt x="1327" y="124"/>
                    <a:pt x="592" y="574"/>
                    <a:pt x="1" y="1210"/>
                  </a:cubicBezTo>
                  <a:lnTo>
                    <a:pt x="1154" y="2793"/>
                  </a:lnTo>
                  <a:lnTo>
                    <a:pt x="1172" y="2807"/>
                  </a:lnTo>
                  <a:cubicBezTo>
                    <a:pt x="1801" y="2160"/>
                    <a:pt x="2266" y="1077"/>
                    <a:pt x="2353" y="415"/>
                  </a:cubicBezTo>
                  <a:cubicBezTo>
                    <a:pt x="2254" y="168"/>
                    <a:pt x="2061" y="1"/>
                    <a:pt x="1841"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84"/>
            <p:cNvSpPr/>
            <p:nvPr/>
          </p:nvSpPr>
          <p:spPr>
            <a:xfrm>
              <a:off x="2509124" y="1505293"/>
              <a:ext cx="176908" cy="353816"/>
            </a:xfrm>
            <a:custGeom>
              <a:rect b="b" l="l" r="r" t="t"/>
              <a:pathLst>
                <a:path extrusionOk="0" h="13498" w="6749">
                  <a:moveTo>
                    <a:pt x="5444" y="1"/>
                  </a:moveTo>
                  <a:cubicBezTo>
                    <a:pt x="4835" y="8"/>
                    <a:pt x="4237" y="156"/>
                    <a:pt x="3699" y="437"/>
                  </a:cubicBezTo>
                  <a:lnTo>
                    <a:pt x="4135" y="873"/>
                  </a:lnTo>
                  <a:cubicBezTo>
                    <a:pt x="3668" y="996"/>
                    <a:pt x="3400" y="1070"/>
                    <a:pt x="2887" y="1341"/>
                  </a:cubicBezTo>
                  <a:cubicBezTo>
                    <a:pt x="1080" y="2287"/>
                    <a:pt x="218" y="4354"/>
                    <a:pt x="218" y="4354"/>
                  </a:cubicBezTo>
                  <a:lnTo>
                    <a:pt x="1087" y="4354"/>
                  </a:lnTo>
                  <a:cubicBezTo>
                    <a:pt x="0" y="6098"/>
                    <a:pt x="0" y="8493"/>
                    <a:pt x="0" y="8493"/>
                  </a:cubicBezTo>
                  <a:lnTo>
                    <a:pt x="651" y="8272"/>
                  </a:lnTo>
                  <a:cubicBezTo>
                    <a:pt x="651" y="8272"/>
                    <a:pt x="651" y="10230"/>
                    <a:pt x="1523" y="11538"/>
                  </a:cubicBezTo>
                  <a:lnTo>
                    <a:pt x="2177" y="11102"/>
                  </a:lnTo>
                  <a:cubicBezTo>
                    <a:pt x="2177" y="11102"/>
                    <a:pt x="2827" y="12192"/>
                    <a:pt x="3917" y="12843"/>
                  </a:cubicBezTo>
                  <a:lnTo>
                    <a:pt x="4353" y="12407"/>
                  </a:lnTo>
                  <a:cubicBezTo>
                    <a:pt x="4353" y="12407"/>
                    <a:pt x="5443" y="13279"/>
                    <a:pt x="6748" y="13497"/>
                  </a:cubicBezTo>
                  <a:lnTo>
                    <a:pt x="6748" y="13497"/>
                  </a:lnTo>
                  <a:cubicBezTo>
                    <a:pt x="6722" y="13489"/>
                    <a:pt x="5167" y="12759"/>
                    <a:pt x="4934" y="2403"/>
                  </a:cubicBezTo>
                  <a:cubicBezTo>
                    <a:pt x="4934" y="2403"/>
                    <a:pt x="5563" y="1116"/>
                    <a:pt x="6625" y="317"/>
                  </a:cubicBezTo>
                  <a:cubicBezTo>
                    <a:pt x="6590" y="307"/>
                    <a:pt x="6558" y="293"/>
                    <a:pt x="6527" y="275"/>
                  </a:cubicBezTo>
                  <a:cubicBezTo>
                    <a:pt x="6316" y="152"/>
                    <a:pt x="5957" y="1"/>
                    <a:pt x="5444" y="1"/>
                  </a:cubicBezTo>
                  <a:close/>
                  <a:moveTo>
                    <a:pt x="6748" y="13497"/>
                  </a:moveTo>
                  <a:cubicBezTo>
                    <a:pt x="6748" y="13497"/>
                    <a:pt x="6748" y="13497"/>
                    <a:pt x="6748" y="13497"/>
                  </a:cubicBezTo>
                  <a:cubicBezTo>
                    <a:pt x="6748" y="13497"/>
                    <a:pt x="6748" y="13497"/>
                    <a:pt x="6748" y="13497"/>
                  </a:cubicBezTo>
                  <a:cubicBezTo>
                    <a:pt x="6748" y="13497"/>
                    <a:pt x="6748" y="13497"/>
                    <a:pt x="6748" y="13497"/>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84"/>
            <p:cNvSpPr/>
            <p:nvPr/>
          </p:nvSpPr>
          <p:spPr>
            <a:xfrm>
              <a:off x="2553764" y="1539526"/>
              <a:ext cx="87288" cy="87104"/>
            </a:xfrm>
            <a:custGeom>
              <a:rect b="b" l="l" r="r" t="t"/>
              <a:pathLst>
                <a:path extrusionOk="0" h="3323" w="3330">
                  <a:moveTo>
                    <a:pt x="820" y="1"/>
                  </a:moveTo>
                  <a:cubicBezTo>
                    <a:pt x="371" y="1"/>
                    <a:pt x="0" y="388"/>
                    <a:pt x="41" y="858"/>
                  </a:cubicBezTo>
                  <a:cubicBezTo>
                    <a:pt x="105" y="1505"/>
                    <a:pt x="579" y="2651"/>
                    <a:pt x="1233" y="3323"/>
                  </a:cubicBezTo>
                  <a:lnTo>
                    <a:pt x="3329" y="1213"/>
                  </a:lnTo>
                  <a:cubicBezTo>
                    <a:pt x="2527" y="573"/>
                    <a:pt x="1529" y="123"/>
                    <a:pt x="980" y="17"/>
                  </a:cubicBezTo>
                  <a:cubicBezTo>
                    <a:pt x="926" y="6"/>
                    <a:pt x="873" y="1"/>
                    <a:pt x="820"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84"/>
            <p:cNvSpPr/>
            <p:nvPr/>
          </p:nvSpPr>
          <p:spPr>
            <a:xfrm>
              <a:off x="2555101" y="1553052"/>
              <a:ext cx="61704" cy="73578"/>
            </a:xfrm>
            <a:custGeom>
              <a:rect b="b" l="l" r="r" t="t"/>
              <a:pathLst>
                <a:path extrusionOk="0" h="2807" w="2354">
                  <a:moveTo>
                    <a:pt x="513" y="1"/>
                  </a:moveTo>
                  <a:cubicBezTo>
                    <a:pt x="293" y="1"/>
                    <a:pt x="100" y="168"/>
                    <a:pt x="1" y="415"/>
                  </a:cubicBezTo>
                  <a:cubicBezTo>
                    <a:pt x="89" y="1077"/>
                    <a:pt x="553" y="2160"/>
                    <a:pt x="1182" y="2807"/>
                  </a:cubicBezTo>
                  <a:lnTo>
                    <a:pt x="1196" y="2793"/>
                  </a:lnTo>
                  <a:lnTo>
                    <a:pt x="2353" y="1210"/>
                  </a:lnTo>
                  <a:cubicBezTo>
                    <a:pt x="1759" y="574"/>
                    <a:pt x="1028" y="124"/>
                    <a:pt x="623" y="15"/>
                  </a:cubicBezTo>
                  <a:cubicBezTo>
                    <a:pt x="586" y="5"/>
                    <a:pt x="549" y="1"/>
                    <a:pt x="513"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84"/>
            <p:cNvSpPr/>
            <p:nvPr/>
          </p:nvSpPr>
          <p:spPr>
            <a:xfrm>
              <a:off x="2554734" y="1568150"/>
              <a:ext cx="262544" cy="239608"/>
            </a:xfrm>
            <a:custGeom>
              <a:rect b="b" l="l" r="r" t="t"/>
              <a:pathLst>
                <a:path extrusionOk="0" h="9141" w="10016">
                  <a:moveTo>
                    <a:pt x="3105" y="1"/>
                  </a:moveTo>
                  <a:cubicBezTo>
                    <a:pt x="2842" y="1"/>
                    <a:pt x="2595" y="60"/>
                    <a:pt x="2395" y="216"/>
                  </a:cubicBezTo>
                  <a:cubicBezTo>
                    <a:pt x="437" y="1738"/>
                    <a:pt x="1" y="6095"/>
                    <a:pt x="219" y="6964"/>
                  </a:cubicBezTo>
                  <a:cubicBezTo>
                    <a:pt x="377" y="7600"/>
                    <a:pt x="1741" y="8708"/>
                    <a:pt x="3264" y="9140"/>
                  </a:cubicBezTo>
                  <a:lnTo>
                    <a:pt x="6749" y="9140"/>
                  </a:lnTo>
                  <a:cubicBezTo>
                    <a:pt x="8271" y="8704"/>
                    <a:pt x="9639" y="7597"/>
                    <a:pt x="9798" y="6964"/>
                  </a:cubicBezTo>
                  <a:cubicBezTo>
                    <a:pt x="10016" y="6095"/>
                    <a:pt x="9580" y="1738"/>
                    <a:pt x="7621" y="216"/>
                  </a:cubicBezTo>
                  <a:cubicBezTo>
                    <a:pt x="7422" y="60"/>
                    <a:pt x="7174" y="1"/>
                    <a:pt x="6911" y="1"/>
                  </a:cubicBezTo>
                  <a:cubicBezTo>
                    <a:pt x="6042" y="1"/>
                    <a:pt x="5008" y="652"/>
                    <a:pt x="5008" y="652"/>
                  </a:cubicBezTo>
                  <a:cubicBezTo>
                    <a:pt x="5008" y="652"/>
                    <a:pt x="3974" y="1"/>
                    <a:pt x="310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84"/>
            <p:cNvSpPr/>
            <p:nvPr/>
          </p:nvSpPr>
          <p:spPr>
            <a:xfrm>
              <a:off x="2554734" y="1568203"/>
              <a:ext cx="83723" cy="219451"/>
            </a:xfrm>
            <a:custGeom>
              <a:rect b="b" l="l" r="r" t="t"/>
              <a:pathLst>
                <a:path extrusionOk="0" h="8372" w="3194">
                  <a:moveTo>
                    <a:pt x="3104" y="1"/>
                  </a:moveTo>
                  <a:cubicBezTo>
                    <a:pt x="2842" y="1"/>
                    <a:pt x="2595" y="59"/>
                    <a:pt x="2395" y="214"/>
                  </a:cubicBezTo>
                  <a:cubicBezTo>
                    <a:pt x="437" y="1736"/>
                    <a:pt x="1" y="6093"/>
                    <a:pt x="219" y="6962"/>
                  </a:cubicBezTo>
                  <a:cubicBezTo>
                    <a:pt x="314" y="7345"/>
                    <a:pt x="848" y="7897"/>
                    <a:pt x="1590" y="8372"/>
                  </a:cubicBezTo>
                  <a:cubicBezTo>
                    <a:pt x="1580" y="8330"/>
                    <a:pt x="1566" y="8287"/>
                    <a:pt x="1562" y="8249"/>
                  </a:cubicBezTo>
                  <a:cubicBezTo>
                    <a:pt x="1393" y="7204"/>
                    <a:pt x="1787" y="2570"/>
                    <a:pt x="3194" y="3"/>
                  </a:cubicBezTo>
                  <a:cubicBezTo>
                    <a:pt x="3164" y="1"/>
                    <a:pt x="3134" y="1"/>
                    <a:pt x="3104"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84"/>
            <p:cNvSpPr/>
            <p:nvPr/>
          </p:nvSpPr>
          <p:spPr>
            <a:xfrm>
              <a:off x="2558614" y="1718322"/>
              <a:ext cx="254707" cy="89437"/>
            </a:xfrm>
            <a:custGeom>
              <a:rect b="b" l="l" r="r" t="t"/>
              <a:pathLst>
                <a:path extrusionOk="0" h="3412" w="9717">
                  <a:moveTo>
                    <a:pt x="9674" y="0"/>
                  </a:moveTo>
                  <a:lnTo>
                    <a:pt x="9674" y="0"/>
                  </a:lnTo>
                  <a:cubicBezTo>
                    <a:pt x="9667" y="50"/>
                    <a:pt x="9660" y="99"/>
                    <a:pt x="9650" y="145"/>
                  </a:cubicBezTo>
                  <a:cubicBezTo>
                    <a:pt x="9491" y="778"/>
                    <a:pt x="8127" y="1885"/>
                    <a:pt x="6601" y="2321"/>
                  </a:cubicBezTo>
                  <a:lnTo>
                    <a:pt x="3116" y="2321"/>
                  </a:lnTo>
                  <a:cubicBezTo>
                    <a:pt x="1593" y="1885"/>
                    <a:pt x="225" y="778"/>
                    <a:pt x="67" y="145"/>
                  </a:cubicBezTo>
                  <a:cubicBezTo>
                    <a:pt x="57" y="99"/>
                    <a:pt x="50" y="50"/>
                    <a:pt x="43" y="4"/>
                  </a:cubicBezTo>
                  <a:lnTo>
                    <a:pt x="43" y="4"/>
                  </a:lnTo>
                  <a:cubicBezTo>
                    <a:pt x="0" y="570"/>
                    <a:pt x="14" y="1013"/>
                    <a:pt x="67" y="1235"/>
                  </a:cubicBezTo>
                  <a:cubicBezTo>
                    <a:pt x="225" y="1871"/>
                    <a:pt x="1593" y="2979"/>
                    <a:pt x="3116" y="3411"/>
                  </a:cubicBezTo>
                  <a:lnTo>
                    <a:pt x="6601" y="3411"/>
                  </a:lnTo>
                  <a:cubicBezTo>
                    <a:pt x="8123" y="2975"/>
                    <a:pt x="9488" y="1868"/>
                    <a:pt x="9646" y="1235"/>
                  </a:cubicBezTo>
                  <a:cubicBezTo>
                    <a:pt x="9702" y="1017"/>
                    <a:pt x="9716" y="570"/>
                    <a:pt x="96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84"/>
            <p:cNvSpPr/>
            <p:nvPr/>
          </p:nvSpPr>
          <p:spPr>
            <a:xfrm>
              <a:off x="2638614" y="1790668"/>
              <a:ext cx="94784" cy="39948"/>
            </a:xfrm>
            <a:custGeom>
              <a:rect b="b" l="l" r="r" t="t"/>
              <a:pathLst>
                <a:path extrusionOk="0" h="1524" w="3616">
                  <a:moveTo>
                    <a:pt x="1808" y="1"/>
                  </a:moveTo>
                  <a:lnTo>
                    <a:pt x="1" y="300"/>
                  </a:lnTo>
                  <a:cubicBezTo>
                    <a:pt x="117" y="1007"/>
                    <a:pt x="729" y="1523"/>
                    <a:pt x="1442" y="1523"/>
                  </a:cubicBezTo>
                  <a:lnTo>
                    <a:pt x="2174" y="1523"/>
                  </a:lnTo>
                  <a:cubicBezTo>
                    <a:pt x="2888" y="1523"/>
                    <a:pt x="3496" y="1010"/>
                    <a:pt x="3616" y="307"/>
                  </a:cubicBezTo>
                  <a:lnTo>
                    <a:pt x="1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84"/>
            <p:cNvSpPr/>
            <p:nvPr/>
          </p:nvSpPr>
          <p:spPr>
            <a:xfrm>
              <a:off x="2617513" y="1744953"/>
              <a:ext cx="136987" cy="57169"/>
            </a:xfrm>
            <a:custGeom>
              <a:rect b="b" l="l" r="r" t="t"/>
              <a:pathLst>
                <a:path extrusionOk="0" h="2181" w="5226">
                  <a:moveTo>
                    <a:pt x="1414" y="1"/>
                  </a:moveTo>
                  <a:cubicBezTo>
                    <a:pt x="633" y="1"/>
                    <a:pt x="0" y="489"/>
                    <a:pt x="0" y="1091"/>
                  </a:cubicBezTo>
                  <a:cubicBezTo>
                    <a:pt x="0" y="1692"/>
                    <a:pt x="633" y="2181"/>
                    <a:pt x="1414" y="2181"/>
                  </a:cubicBezTo>
                  <a:cubicBezTo>
                    <a:pt x="1920" y="2181"/>
                    <a:pt x="2363" y="1977"/>
                    <a:pt x="2613" y="1667"/>
                  </a:cubicBezTo>
                  <a:cubicBezTo>
                    <a:pt x="2863" y="1977"/>
                    <a:pt x="3306" y="2181"/>
                    <a:pt x="3809" y="2181"/>
                  </a:cubicBezTo>
                  <a:cubicBezTo>
                    <a:pt x="4593" y="2181"/>
                    <a:pt x="5226" y="1692"/>
                    <a:pt x="5226" y="1091"/>
                  </a:cubicBezTo>
                  <a:cubicBezTo>
                    <a:pt x="5226" y="489"/>
                    <a:pt x="4593" y="1"/>
                    <a:pt x="3809" y="1"/>
                  </a:cubicBezTo>
                  <a:cubicBezTo>
                    <a:pt x="3306" y="1"/>
                    <a:pt x="2863" y="205"/>
                    <a:pt x="2613" y="511"/>
                  </a:cubicBezTo>
                  <a:cubicBezTo>
                    <a:pt x="2363" y="205"/>
                    <a:pt x="1920" y="1"/>
                    <a:pt x="141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84"/>
            <p:cNvSpPr/>
            <p:nvPr/>
          </p:nvSpPr>
          <p:spPr>
            <a:xfrm>
              <a:off x="2649859" y="1741729"/>
              <a:ext cx="72294" cy="30118"/>
            </a:xfrm>
            <a:custGeom>
              <a:rect b="b" l="l" r="r" t="t"/>
              <a:pathLst>
                <a:path extrusionOk="0" h="1149" w="2758">
                  <a:moveTo>
                    <a:pt x="384" y="1"/>
                  </a:moveTo>
                  <a:cubicBezTo>
                    <a:pt x="120" y="1"/>
                    <a:pt x="1" y="335"/>
                    <a:pt x="205" y="507"/>
                  </a:cubicBezTo>
                  <a:lnTo>
                    <a:pt x="665" y="890"/>
                  </a:lnTo>
                  <a:cubicBezTo>
                    <a:pt x="873" y="1063"/>
                    <a:pt x="1126" y="1149"/>
                    <a:pt x="1379" y="1149"/>
                  </a:cubicBezTo>
                  <a:cubicBezTo>
                    <a:pt x="1632" y="1149"/>
                    <a:pt x="1886" y="1063"/>
                    <a:pt x="2093" y="890"/>
                  </a:cubicBezTo>
                  <a:lnTo>
                    <a:pt x="2554" y="507"/>
                  </a:lnTo>
                  <a:cubicBezTo>
                    <a:pt x="2758" y="335"/>
                    <a:pt x="2638" y="1"/>
                    <a:pt x="237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84"/>
            <p:cNvSpPr/>
            <p:nvPr/>
          </p:nvSpPr>
          <p:spPr>
            <a:xfrm>
              <a:off x="2611799" y="1670746"/>
              <a:ext cx="34312" cy="40053"/>
            </a:xfrm>
            <a:custGeom>
              <a:rect b="b" l="l" r="r" t="t"/>
              <a:pathLst>
                <a:path extrusionOk="0" h="1528" w="1309">
                  <a:moveTo>
                    <a:pt x="654" y="1"/>
                  </a:moveTo>
                  <a:cubicBezTo>
                    <a:pt x="292" y="1"/>
                    <a:pt x="0" y="293"/>
                    <a:pt x="0" y="655"/>
                  </a:cubicBezTo>
                  <a:lnTo>
                    <a:pt x="0" y="873"/>
                  </a:lnTo>
                  <a:cubicBezTo>
                    <a:pt x="0" y="1235"/>
                    <a:pt x="292" y="1527"/>
                    <a:pt x="654" y="1527"/>
                  </a:cubicBezTo>
                  <a:cubicBezTo>
                    <a:pt x="1013" y="1527"/>
                    <a:pt x="1305" y="1235"/>
                    <a:pt x="1309" y="877"/>
                  </a:cubicBezTo>
                  <a:lnTo>
                    <a:pt x="1309" y="655"/>
                  </a:lnTo>
                  <a:cubicBezTo>
                    <a:pt x="1309" y="293"/>
                    <a:pt x="1017"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84"/>
            <p:cNvSpPr/>
            <p:nvPr/>
          </p:nvSpPr>
          <p:spPr>
            <a:xfrm>
              <a:off x="2628942" y="1670851"/>
              <a:ext cx="17169" cy="28519"/>
            </a:xfrm>
            <a:custGeom>
              <a:rect b="b" l="l" r="r" t="t"/>
              <a:pathLst>
                <a:path extrusionOk="0" h="1088" w="655">
                  <a:moveTo>
                    <a:pt x="0" y="0"/>
                  </a:moveTo>
                  <a:lnTo>
                    <a:pt x="0" y="760"/>
                  </a:lnTo>
                  <a:cubicBezTo>
                    <a:pt x="0" y="943"/>
                    <a:pt x="145" y="1087"/>
                    <a:pt x="327" y="1087"/>
                  </a:cubicBezTo>
                  <a:cubicBezTo>
                    <a:pt x="507" y="1087"/>
                    <a:pt x="655" y="943"/>
                    <a:pt x="655" y="760"/>
                  </a:cubicBezTo>
                  <a:lnTo>
                    <a:pt x="655" y="651"/>
                  </a:lnTo>
                  <a:cubicBezTo>
                    <a:pt x="655"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84"/>
            <p:cNvSpPr/>
            <p:nvPr/>
          </p:nvSpPr>
          <p:spPr>
            <a:xfrm>
              <a:off x="2623227" y="1676460"/>
              <a:ext cx="11455" cy="11481"/>
            </a:xfrm>
            <a:custGeom>
              <a:rect b="b" l="l" r="r" t="t"/>
              <a:pathLst>
                <a:path extrusionOk="0" h="438" w="437">
                  <a:moveTo>
                    <a:pt x="218" y="1"/>
                  </a:moveTo>
                  <a:cubicBezTo>
                    <a:pt x="99" y="1"/>
                    <a:pt x="0" y="99"/>
                    <a:pt x="0" y="219"/>
                  </a:cubicBezTo>
                  <a:cubicBezTo>
                    <a:pt x="0" y="339"/>
                    <a:pt x="99" y="437"/>
                    <a:pt x="218" y="437"/>
                  </a:cubicBezTo>
                  <a:cubicBezTo>
                    <a:pt x="338" y="437"/>
                    <a:pt x="436" y="339"/>
                    <a:pt x="436" y="219"/>
                  </a:cubicBezTo>
                  <a:cubicBezTo>
                    <a:pt x="436" y="99"/>
                    <a:pt x="338"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84"/>
            <p:cNvSpPr/>
            <p:nvPr/>
          </p:nvSpPr>
          <p:spPr>
            <a:xfrm>
              <a:off x="2725902" y="1670746"/>
              <a:ext cx="34312" cy="40053"/>
            </a:xfrm>
            <a:custGeom>
              <a:rect b="b" l="l" r="r" t="t"/>
              <a:pathLst>
                <a:path extrusionOk="0" h="1528" w="1309">
                  <a:moveTo>
                    <a:pt x="655" y="1"/>
                  </a:moveTo>
                  <a:cubicBezTo>
                    <a:pt x="293" y="1"/>
                    <a:pt x="1" y="293"/>
                    <a:pt x="1" y="655"/>
                  </a:cubicBezTo>
                  <a:lnTo>
                    <a:pt x="1" y="873"/>
                  </a:lnTo>
                  <a:cubicBezTo>
                    <a:pt x="1" y="1235"/>
                    <a:pt x="293"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84"/>
            <p:cNvSpPr/>
            <p:nvPr/>
          </p:nvSpPr>
          <p:spPr>
            <a:xfrm>
              <a:off x="2743045" y="1670851"/>
              <a:ext cx="17169" cy="28519"/>
            </a:xfrm>
            <a:custGeom>
              <a:rect b="b" l="l" r="r" t="t"/>
              <a:pathLst>
                <a:path extrusionOk="0" h="1088" w="655">
                  <a:moveTo>
                    <a:pt x="1" y="0"/>
                  </a:moveTo>
                  <a:lnTo>
                    <a:pt x="1" y="760"/>
                  </a:lnTo>
                  <a:cubicBezTo>
                    <a:pt x="1" y="943"/>
                    <a:pt x="149" y="1087"/>
                    <a:pt x="328" y="1087"/>
                  </a:cubicBezTo>
                  <a:cubicBezTo>
                    <a:pt x="507" y="1087"/>
                    <a:pt x="655" y="943"/>
                    <a:pt x="655" y="760"/>
                  </a:cubicBezTo>
                  <a:lnTo>
                    <a:pt x="655" y="651"/>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84"/>
            <p:cNvSpPr/>
            <p:nvPr/>
          </p:nvSpPr>
          <p:spPr>
            <a:xfrm>
              <a:off x="2737331" y="1676460"/>
              <a:ext cx="11455" cy="11481"/>
            </a:xfrm>
            <a:custGeom>
              <a:rect b="b" l="l" r="r" t="t"/>
              <a:pathLst>
                <a:path extrusionOk="0" h="438" w="437">
                  <a:moveTo>
                    <a:pt x="219" y="1"/>
                  </a:moveTo>
                  <a:cubicBezTo>
                    <a:pt x="99" y="1"/>
                    <a:pt x="1" y="99"/>
                    <a:pt x="1" y="219"/>
                  </a:cubicBezTo>
                  <a:cubicBezTo>
                    <a:pt x="1" y="339"/>
                    <a:pt x="99" y="437"/>
                    <a:pt x="219" y="437"/>
                  </a:cubicBezTo>
                  <a:cubicBezTo>
                    <a:pt x="338" y="437"/>
                    <a:pt x="437" y="339"/>
                    <a:pt x="437" y="219"/>
                  </a:cubicBezTo>
                  <a:cubicBezTo>
                    <a:pt x="437" y="99"/>
                    <a:pt x="338"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84"/>
            <p:cNvSpPr/>
            <p:nvPr/>
          </p:nvSpPr>
          <p:spPr>
            <a:xfrm>
              <a:off x="2649781" y="1741729"/>
              <a:ext cx="46475" cy="30092"/>
            </a:xfrm>
            <a:custGeom>
              <a:rect b="b" l="l" r="r" t="t"/>
              <a:pathLst>
                <a:path extrusionOk="0" h="1148" w="1773">
                  <a:moveTo>
                    <a:pt x="387" y="1"/>
                  </a:moveTo>
                  <a:cubicBezTo>
                    <a:pt x="123" y="1"/>
                    <a:pt x="0" y="335"/>
                    <a:pt x="208" y="507"/>
                  </a:cubicBezTo>
                  <a:lnTo>
                    <a:pt x="668" y="890"/>
                  </a:lnTo>
                  <a:cubicBezTo>
                    <a:pt x="873" y="1060"/>
                    <a:pt x="1126" y="1148"/>
                    <a:pt x="1381" y="1148"/>
                  </a:cubicBezTo>
                  <a:cubicBezTo>
                    <a:pt x="1513" y="1148"/>
                    <a:pt x="1646" y="1124"/>
                    <a:pt x="1772" y="1077"/>
                  </a:cubicBezTo>
                  <a:cubicBezTo>
                    <a:pt x="1678" y="1017"/>
                    <a:pt x="1586" y="943"/>
                    <a:pt x="1512" y="859"/>
                  </a:cubicBezTo>
                  <a:lnTo>
                    <a:pt x="1052" y="328"/>
                  </a:lnTo>
                  <a:cubicBezTo>
                    <a:pt x="974" y="236"/>
                    <a:pt x="939" y="120"/>
                    <a:pt x="94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84"/>
            <p:cNvSpPr/>
            <p:nvPr/>
          </p:nvSpPr>
          <p:spPr>
            <a:xfrm>
              <a:off x="2558614" y="1718400"/>
              <a:ext cx="37825" cy="69253"/>
            </a:xfrm>
            <a:custGeom>
              <a:rect b="b" l="l" r="r" t="t"/>
              <a:pathLst>
                <a:path extrusionOk="0" h="2642" w="1443">
                  <a:moveTo>
                    <a:pt x="46" y="1"/>
                  </a:moveTo>
                  <a:lnTo>
                    <a:pt x="46" y="1"/>
                  </a:lnTo>
                  <a:cubicBezTo>
                    <a:pt x="0" y="567"/>
                    <a:pt x="14" y="1010"/>
                    <a:pt x="71" y="1232"/>
                  </a:cubicBezTo>
                  <a:cubicBezTo>
                    <a:pt x="166" y="1615"/>
                    <a:pt x="700" y="2167"/>
                    <a:pt x="1442" y="2642"/>
                  </a:cubicBezTo>
                  <a:cubicBezTo>
                    <a:pt x="1432" y="2600"/>
                    <a:pt x="1418" y="2557"/>
                    <a:pt x="1414" y="2519"/>
                  </a:cubicBezTo>
                  <a:cubicBezTo>
                    <a:pt x="1379" y="2311"/>
                    <a:pt x="1368" y="1960"/>
                    <a:pt x="1382" y="1513"/>
                  </a:cubicBezTo>
                  <a:cubicBezTo>
                    <a:pt x="672" y="1045"/>
                    <a:pt x="162" y="514"/>
                    <a:pt x="71" y="142"/>
                  </a:cubicBezTo>
                  <a:cubicBezTo>
                    <a:pt x="60" y="96"/>
                    <a:pt x="50" y="47"/>
                    <a:pt x="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84"/>
            <p:cNvSpPr/>
            <p:nvPr/>
          </p:nvSpPr>
          <p:spPr>
            <a:xfrm>
              <a:off x="2642572" y="1736382"/>
              <a:ext cx="86868" cy="40787"/>
            </a:xfrm>
            <a:custGeom>
              <a:rect b="b" l="l" r="r" t="t"/>
              <a:pathLst>
                <a:path extrusionOk="0" h="1556" w="3314">
                  <a:moveTo>
                    <a:pt x="2652" y="409"/>
                  </a:moveTo>
                  <a:cubicBezTo>
                    <a:pt x="2684" y="409"/>
                    <a:pt x="2716" y="430"/>
                    <a:pt x="2726" y="461"/>
                  </a:cubicBezTo>
                  <a:cubicBezTo>
                    <a:pt x="2740" y="493"/>
                    <a:pt x="2730" y="532"/>
                    <a:pt x="2702" y="553"/>
                  </a:cubicBezTo>
                  <a:lnTo>
                    <a:pt x="2237" y="940"/>
                  </a:lnTo>
                  <a:cubicBezTo>
                    <a:pt x="2070" y="1080"/>
                    <a:pt x="1864" y="1151"/>
                    <a:pt x="1657" y="1151"/>
                  </a:cubicBezTo>
                  <a:cubicBezTo>
                    <a:pt x="1451" y="1151"/>
                    <a:pt x="1244" y="1080"/>
                    <a:pt x="1077" y="940"/>
                  </a:cubicBezTo>
                  <a:lnTo>
                    <a:pt x="613" y="553"/>
                  </a:lnTo>
                  <a:cubicBezTo>
                    <a:pt x="585" y="532"/>
                    <a:pt x="574" y="493"/>
                    <a:pt x="588" y="461"/>
                  </a:cubicBezTo>
                  <a:cubicBezTo>
                    <a:pt x="599" y="430"/>
                    <a:pt x="630" y="409"/>
                    <a:pt x="666" y="409"/>
                  </a:cubicBezTo>
                  <a:close/>
                  <a:moveTo>
                    <a:pt x="662" y="1"/>
                  </a:moveTo>
                  <a:cubicBezTo>
                    <a:pt x="205" y="1"/>
                    <a:pt x="1" y="574"/>
                    <a:pt x="353" y="866"/>
                  </a:cubicBezTo>
                  <a:lnTo>
                    <a:pt x="813" y="1253"/>
                  </a:lnTo>
                  <a:cubicBezTo>
                    <a:pt x="1058" y="1455"/>
                    <a:pt x="1357" y="1556"/>
                    <a:pt x="1657" y="1556"/>
                  </a:cubicBezTo>
                  <a:cubicBezTo>
                    <a:pt x="1957" y="1556"/>
                    <a:pt x="2257" y="1455"/>
                    <a:pt x="2501" y="1253"/>
                  </a:cubicBezTo>
                  <a:lnTo>
                    <a:pt x="2962" y="866"/>
                  </a:lnTo>
                  <a:cubicBezTo>
                    <a:pt x="3313" y="574"/>
                    <a:pt x="3106"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84"/>
            <p:cNvSpPr/>
            <p:nvPr/>
          </p:nvSpPr>
          <p:spPr>
            <a:xfrm>
              <a:off x="2606451" y="1665425"/>
              <a:ext cx="45007" cy="50721"/>
            </a:xfrm>
            <a:custGeom>
              <a:rect b="b" l="l" r="r" t="t"/>
              <a:pathLst>
                <a:path extrusionOk="0" h="1935" w="1717">
                  <a:moveTo>
                    <a:pt x="858" y="0"/>
                  </a:moveTo>
                  <a:cubicBezTo>
                    <a:pt x="384" y="4"/>
                    <a:pt x="0" y="387"/>
                    <a:pt x="0" y="858"/>
                  </a:cubicBezTo>
                  <a:lnTo>
                    <a:pt x="0" y="1080"/>
                  </a:lnTo>
                  <a:cubicBezTo>
                    <a:pt x="0" y="1551"/>
                    <a:pt x="384" y="1934"/>
                    <a:pt x="858" y="1934"/>
                  </a:cubicBezTo>
                  <a:cubicBezTo>
                    <a:pt x="1330" y="1934"/>
                    <a:pt x="1716" y="1551"/>
                    <a:pt x="1716" y="1080"/>
                  </a:cubicBezTo>
                  <a:lnTo>
                    <a:pt x="1713" y="858"/>
                  </a:lnTo>
                  <a:cubicBezTo>
                    <a:pt x="1713" y="723"/>
                    <a:pt x="1612" y="655"/>
                    <a:pt x="1511" y="655"/>
                  </a:cubicBezTo>
                  <a:cubicBezTo>
                    <a:pt x="1410" y="655"/>
                    <a:pt x="1309" y="723"/>
                    <a:pt x="1309" y="858"/>
                  </a:cubicBezTo>
                  <a:lnTo>
                    <a:pt x="1309" y="1080"/>
                  </a:lnTo>
                  <a:cubicBezTo>
                    <a:pt x="1298" y="1322"/>
                    <a:pt x="1101" y="1516"/>
                    <a:pt x="858" y="1516"/>
                  </a:cubicBezTo>
                  <a:cubicBezTo>
                    <a:pt x="616" y="1516"/>
                    <a:pt x="415" y="1322"/>
                    <a:pt x="408" y="1080"/>
                  </a:cubicBezTo>
                  <a:lnTo>
                    <a:pt x="408" y="858"/>
                  </a:lnTo>
                  <a:cubicBezTo>
                    <a:pt x="408" y="612"/>
                    <a:pt x="609" y="408"/>
                    <a:pt x="858" y="408"/>
                  </a:cubicBezTo>
                  <a:cubicBezTo>
                    <a:pt x="971" y="408"/>
                    <a:pt x="1062" y="316"/>
                    <a:pt x="1062" y="204"/>
                  </a:cubicBezTo>
                  <a:cubicBezTo>
                    <a:pt x="1062" y="91"/>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84"/>
            <p:cNvSpPr/>
            <p:nvPr/>
          </p:nvSpPr>
          <p:spPr>
            <a:xfrm>
              <a:off x="2720659" y="1665425"/>
              <a:ext cx="44902" cy="50721"/>
            </a:xfrm>
            <a:custGeom>
              <a:rect b="b" l="l" r="r" t="t"/>
              <a:pathLst>
                <a:path extrusionOk="0" h="1935" w="1713">
                  <a:moveTo>
                    <a:pt x="855" y="0"/>
                  </a:moveTo>
                  <a:cubicBezTo>
                    <a:pt x="384" y="0"/>
                    <a:pt x="0" y="383"/>
                    <a:pt x="0" y="858"/>
                  </a:cubicBezTo>
                  <a:lnTo>
                    <a:pt x="0" y="1076"/>
                  </a:lnTo>
                  <a:cubicBezTo>
                    <a:pt x="0" y="1551"/>
                    <a:pt x="384" y="1934"/>
                    <a:pt x="855" y="1934"/>
                  </a:cubicBezTo>
                  <a:cubicBezTo>
                    <a:pt x="1330" y="1934"/>
                    <a:pt x="1713" y="1551"/>
                    <a:pt x="1713" y="1076"/>
                  </a:cubicBezTo>
                  <a:lnTo>
                    <a:pt x="1713" y="858"/>
                  </a:lnTo>
                  <a:cubicBezTo>
                    <a:pt x="1713" y="721"/>
                    <a:pt x="1611" y="652"/>
                    <a:pt x="1509" y="652"/>
                  </a:cubicBezTo>
                  <a:cubicBezTo>
                    <a:pt x="1407" y="652"/>
                    <a:pt x="1305" y="721"/>
                    <a:pt x="1305" y="858"/>
                  </a:cubicBezTo>
                  <a:lnTo>
                    <a:pt x="1305" y="1076"/>
                  </a:lnTo>
                  <a:cubicBezTo>
                    <a:pt x="1298" y="1319"/>
                    <a:pt x="1097" y="1512"/>
                    <a:pt x="855" y="1512"/>
                  </a:cubicBezTo>
                  <a:cubicBezTo>
                    <a:pt x="612" y="1512"/>
                    <a:pt x="412" y="1319"/>
                    <a:pt x="405" y="1076"/>
                  </a:cubicBezTo>
                  <a:lnTo>
                    <a:pt x="405" y="858"/>
                  </a:lnTo>
                  <a:cubicBezTo>
                    <a:pt x="405" y="608"/>
                    <a:pt x="609" y="408"/>
                    <a:pt x="855" y="408"/>
                  </a:cubicBezTo>
                  <a:cubicBezTo>
                    <a:pt x="967" y="408"/>
                    <a:pt x="1059" y="316"/>
                    <a:pt x="1059" y="204"/>
                  </a:cubicBezTo>
                  <a:cubicBezTo>
                    <a:pt x="1059" y="91"/>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84"/>
            <p:cNvSpPr/>
            <p:nvPr/>
          </p:nvSpPr>
          <p:spPr>
            <a:xfrm>
              <a:off x="2503672" y="1499971"/>
              <a:ext cx="364668" cy="364459"/>
            </a:xfrm>
            <a:custGeom>
              <a:rect b="b" l="l" r="r" t="t"/>
              <a:pathLst>
                <a:path extrusionOk="0" h="13904" w="13912">
                  <a:moveTo>
                    <a:pt x="2742" y="1713"/>
                  </a:moveTo>
                  <a:cubicBezTo>
                    <a:pt x="2778" y="1713"/>
                    <a:pt x="2815" y="1717"/>
                    <a:pt x="2852" y="1723"/>
                  </a:cubicBezTo>
                  <a:cubicBezTo>
                    <a:pt x="3070" y="1769"/>
                    <a:pt x="3774" y="1938"/>
                    <a:pt x="4572" y="2469"/>
                  </a:cubicBezTo>
                  <a:cubicBezTo>
                    <a:pt x="4445" y="2511"/>
                    <a:pt x="4326" y="2574"/>
                    <a:pt x="4217" y="2655"/>
                  </a:cubicBezTo>
                  <a:cubicBezTo>
                    <a:pt x="4171" y="2694"/>
                    <a:pt x="4122" y="2732"/>
                    <a:pt x="4073" y="2778"/>
                  </a:cubicBezTo>
                  <a:cubicBezTo>
                    <a:pt x="3514" y="2226"/>
                    <a:pt x="2916" y="1920"/>
                    <a:pt x="2575" y="1871"/>
                  </a:cubicBezTo>
                  <a:cubicBezTo>
                    <a:pt x="2501" y="1860"/>
                    <a:pt x="2430" y="1853"/>
                    <a:pt x="2357" y="1853"/>
                  </a:cubicBezTo>
                  <a:cubicBezTo>
                    <a:pt x="2465" y="1761"/>
                    <a:pt x="2601" y="1713"/>
                    <a:pt x="2742" y="1713"/>
                  </a:cubicBezTo>
                  <a:close/>
                  <a:moveTo>
                    <a:pt x="8264" y="408"/>
                  </a:moveTo>
                  <a:cubicBezTo>
                    <a:pt x="8742" y="415"/>
                    <a:pt x="9217" y="513"/>
                    <a:pt x="9657" y="700"/>
                  </a:cubicBezTo>
                  <a:lnTo>
                    <a:pt x="9425" y="932"/>
                  </a:lnTo>
                  <a:cubicBezTo>
                    <a:pt x="9316" y="1041"/>
                    <a:pt x="9365" y="1231"/>
                    <a:pt x="9516" y="1273"/>
                  </a:cubicBezTo>
                  <a:cubicBezTo>
                    <a:pt x="9780" y="1340"/>
                    <a:pt x="10037" y="1428"/>
                    <a:pt x="10286" y="1530"/>
                  </a:cubicBezTo>
                  <a:cubicBezTo>
                    <a:pt x="9731" y="1737"/>
                    <a:pt x="9207" y="2033"/>
                    <a:pt x="8735" y="2402"/>
                  </a:cubicBezTo>
                  <a:cubicBezTo>
                    <a:pt x="8440" y="2423"/>
                    <a:pt x="8152" y="2490"/>
                    <a:pt x="7874" y="2595"/>
                  </a:cubicBezTo>
                  <a:cubicBezTo>
                    <a:pt x="7554" y="2708"/>
                    <a:pt x="7248" y="2848"/>
                    <a:pt x="6956" y="3017"/>
                  </a:cubicBezTo>
                  <a:cubicBezTo>
                    <a:pt x="6664" y="2848"/>
                    <a:pt x="6355" y="2708"/>
                    <a:pt x="6038" y="2595"/>
                  </a:cubicBezTo>
                  <a:cubicBezTo>
                    <a:pt x="5761" y="2490"/>
                    <a:pt x="5472" y="2426"/>
                    <a:pt x="5177" y="2402"/>
                  </a:cubicBezTo>
                  <a:cubicBezTo>
                    <a:pt x="4706" y="2036"/>
                    <a:pt x="4182" y="1741"/>
                    <a:pt x="3626" y="1530"/>
                  </a:cubicBezTo>
                  <a:cubicBezTo>
                    <a:pt x="3876" y="1428"/>
                    <a:pt x="4132" y="1340"/>
                    <a:pt x="4396" y="1273"/>
                  </a:cubicBezTo>
                  <a:cubicBezTo>
                    <a:pt x="4547" y="1231"/>
                    <a:pt x="4597" y="1041"/>
                    <a:pt x="4488" y="932"/>
                  </a:cubicBezTo>
                  <a:lnTo>
                    <a:pt x="4256" y="700"/>
                  </a:lnTo>
                  <a:cubicBezTo>
                    <a:pt x="4699" y="510"/>
                    <a:pt x="5173" y="411"/>
                    <a:pt x="5652" y="408"/>
                  </a:cubicBezTo>
                  <a:cubicBezTo>
                    <a:pt x="6116" y="408"/>
                    <a:pt x="6443" y="542"/>
                    <a:pt x="6633" y="654"/>
                  </a:cubicBezTo>
                  <a:cubicBezTo>
                    <a:pt x="6733" y="714"/>
                    <a:pt x="6845" y="744"/>
                    <a:pt x="6958" y="744"/>
                  </a:cubicBezTo>
                  <a:cubicBezTo>
                    <a:pt x="7070" y="744"/>
                    <a:pt x="7183" y="714"/>
                    <a:pt x="7283" y="654"/>
                  </a:cubicBezTo>
                  <a:cubicBezTo>
                    <a:pt x="7473" y="542"/>
                    <a:pt x="7800" y="408"/>
                    <a:pt x="8264" y="408"/>
                  </a:cubicBezTo>
                  <a:close/>
                  <a:moveTo>
                    <a:pt x="11173" y="1712"/>
                  </a:moveTo>
                  <a:cubicBezTo>
                    <a:pt x="11312" y="1712"/>
                    <a:pt x="11448" y="1762"/>
                    <a:pt x="11556" y="1853"/>
                  </a:cubicBezTo>
                  <a:cubicBezTo>
                    <a:pt x="11482" y="1853"/>
                    <a:pt x="11408" y="1857"/>
                    <a:pt x="11338" y="1871"/>
                  </a:cubicBezTo>
                  <a:cubicBezTo>
                    <a:pt x="11158" y="1895"/>
                    <a:pt x="10926" y="1990"/>
                    <a:pt x="10680" y="2127"/>
                  </a:cubicBezTo>
                  <a:cubicBezTo>
                    <a:pt x="10502" y="2251"/>
                    <a:pt x="10611" y="2502"/>
                    <a:pt x="10790" y="2502"/>
                  </a:cubicBezTo>
                  <a:cubicBezTo>
                    <a:pt x="10820" y="2502"/>
                    <a:pt x="10851" y="2495"/>
                    <a:pt x="10884" y="2479"/>
                  </a:cubicBezTo>
                  <a:cubicBezTo>
                    <a:pt x="11081" y="2367"/>
                    <a:pt x="11267" y="2289"/>
                    <a:pt x="11397" y="2272"/>
                  </a:cubicBezTo>
                  <a:cubicBezTo>
                    <a:pt x="11451" y="2264"/>
                    <a:pt x="11497" y="2260"/>
                    <a:pt x="11537" y="2260"/>
                  </a:cubicBezTo>
                  <a:cubicBezTo>
                    <a:pt x="11637" y="2260"/>
                    <a:pt x="11696" y="2282"/>
                    <a:pt x="11721" y="2307"/>
                  </a:cubicBezTo>
                  <a:cubicBezTo>
                    <a:pt x="11746" y="2338"/>
                    <a:pt x="11753" y="2381"/>
                    <a:pt x="11749" y="2419"/>
                  </a:cubicBezTo>
                  <a:cubicBezTo>
                    <a:pt x="11679" y="3000"/>
                    <a:pt x="11415" y="3763"/>
                    <a:pt x="10968" y="4336"/>
                  </a:cubicBezTo>
                  <a:cubicBezTo>
                    <a:pt x="10694" y="3773"/>
                    <a:pt x="10402" y="3362"/>
                    <a:pt x="10128" y="3059"/>
                  </a:cubicBezTo>
                  <a:cubicBezTo>
                    <a:pt x="10163" y="3028"/>
                    <a:pt x="10195" y="2996"/>
                    <a:pt x="10230" y="2964"/>
                  </a:cubicBezTo>
                  <a:cubicBezTo>
                    <a:pt x="10386" y="2819"/>
                    <a:pt x="10253" y="2607"/>
                    <a:pt x="10093" y="2607"/>
                  </a:cubicBezTo>
                  <a:cubicBezTo>
                    <a:pt x="10047" y="2607"/>
                    <a:pt x="9999" y="2624"/>
                    <a:pt x="9956" y="2665"/>
                  </a:cubicBezTo>
                  <a:cubicBezTo>
                    <a:pt x="9913" y="2701"/>
                    <a:pt x="9875" y="2736"/>
                    <a:pt x="9840" y="2774"/>
                  </a:cubicBezTo>
                  <a:cubicBezTo>
                    <a:pt x="9787" y="2732"/>
                    <a:pt x="9741" y="2690"/>
                    <a:pt x="9692" y="2655"/>
                  </a:cubicBezTo>
                  <a:cubicBezTo>
                    <a:pt x="9586" y="2571"/>
                    <a:pt x="9467" y="2507"/>
                    <a:pt x="9337" y="2465"/>
                  </a:cubicBezTo>
                  <a:cubicBezTo>
                    <a:pt x="10139" y="1934"/>
                    <a:pt x="10838" y="1765"/>
                    <a:pt x="11060" y="1723"/>
                  </a:cubicBezTo>
                  <a:cubicBezTo>
                    <a:pt x="11097" y="1716"/>
                    <a:pt x="11135" y="1712"/>
                    <a:pt x="11173" y="1712"/>
                  </a:cubicBezTo>
                  <a:close/>
                  <a:moveTo>
                    <a:pt x="2375" y="2260"/>
                  </a:moveTo>
                  <a:cubicBezTo>
                    <a:pt x="2415" y="2260"/>
                    <a:pt x="2462" y="2264"/>
                    <a:pt x="2515" y="2272"/>
                  </a:cubicBezTo>
                  <a:cubicBezTo>
                    <a:pt x="2736" y="2307"/>
                    <a:pt x="3264" y="2553"/>
                    <a:pt x="3781" y="3063"/>
                  </a:cubicBezTo>
                  <a:cubicBezTo>
                    <a:pt x="3507" y="3365"/>
                    <a:pt x="3218" y="3777"/>
                    <a:pt x="2944" y="4339"/>
                  </a:cubicBezTo>
                  <a:cubicBezTo>
                    <a:pt x="2494" y="3763"/>
                    <a:pt x="2234" y="3000"/>
                    <a:pt x="2163" y="2423"/>
                  </a:cubicBezTo>
                  <a:cubicBezTo>
                    <a:pt x="2156" y="2381"/>
                    <a:pt x="2167" y="2342"/>
                    <a:pt x="2188" y="2307"/>
                  </a:cubicBezTo>
                  <a:cubicBezTo>
                    <a:pt x="2213" y="2282"/>
                    <a:pt x="2274" y="2260"/>
                    <a:pt x="2375" y="2260"/>
                  </a:cubicBezTo>
                  <a:close/>
                  <a:moveTo>
                    <a:pt x="8860" y="2807"/>
                  </a:moveTo>
                  <a:cubicBezTo>
                    <a:pt x="9084" y="2807"/>
                    <a:pt x="9288" y="2856"/>
                    <a:pt x="9446" y="2978"/>
                  </a:cubicBezTo>
                  <a:cubicBezTo>
                    <a:pt x="10518" y="3812"/>
                    <a:pt x="11056" y="5531"/>
                    <a:pt x="11278" y="6484"/>
                  </a:cubicBezTo>
                  <a:cubicBezTo>
                    <a:pt x="11605" y="7870"/>
                    <a:pt x="11647" y="9136"/>
                    <a:pt x="11552" y="9515"/>
                  </a:cubicBezTo>
                  <a:cubicBezTo>
                    <a:pt x="11485" y="9779"/>
                    <a:pt x="11120" y="10191"/>
                    <a:pt x="10617" y="10563"/>
                  </a:cubicBezTo>
                  <a:cubicBezTo>
                    <a:pt x="10121" y="10933"/>
                    <a:pt x="9572" y="11224"/>
                    <a:pt x="8992" y="11435"/>
                  </a:cubicBezTo>
                  <a:cubicBezTo>
                    <a:pt x="9446" y="11122"/>
                    <a:pt x="9717" y="10609"/>
                    <a:pt x="9717" y="10057"/>
                  </a:cubicBezTo>
                  <a:cubicBezTo>
                    <a:pt x="9717" y="9944"/>
                    <a:pt x="9625" y="9853"/>
                    <a:pt x="9513" y="9853"/>
                  </a:cubicBezTo>
                  <a:cubicBezTo>
                    <a:pt x="9400" y="9853"/>
                    <a:pt x="9309" y="9944"/>
                    <a:pt x="9309" y="10057"/>
                  </a:cubicBezTo>
                  <a:cubicBezTo>
                    <a:pt x="9312" y="10746"/>
                    <a:pt x="8753" y="11309"/>
                    <a:pt x="8064" y="11316"/>
                  </a:cubicBezTo>
                  <a:cubicBezTo>
                    <a:pt x="7783" y="11316"/>
                    <a:pt x="7508" y="11217"/>
                    <a:pt x="7290" y="11042"/>
                  </a:cubicBezTo>
                  <a:cubicBezTo>
                    <a:pt x="7194" y="10962"/>
                    <a:pt x="7075" y="10923"/>
                    <a:pt x="6956" y="10923"/>
                  </a:cubicBezTo>
                  <a:cubicBezTo>
                    <a:pt x="6837" y="10923"/>
                    <a:pt x="6719" y="10962"/>
                    <a:pt x="6622" y="11042"/>
                  </a:cubicBezTo>
                  <a:cubicBezTo>
                    <a:pt x="6401" y="11221"/>
                    <a:pt x="6130" y="11316"/>
                    <a:pt x="5848" y="11316"/>
                  </a:cubicBezTo>
                  <a:cubicBezTo>
                    <a:pt x="5159" y="11309"/>
                    <a:pt x="4600" y="10746"/>
                    <a:pt x="4604" y="10057"/>
                  </a:cubicBezTo>
                  <a:cubicBezTo>
                    <a:pt x="4604" y="9922"/>
                    <a:pt x="4502" y="9854"/>
                    <a:pt x="4400" y="9854"/>
                  </a:cubicBezTo>
                  <a:cubicBezTo>
                    <a:pt x="4298" y="9854"/>
                    <a:pt x="4196" y="9922"/>
                    <a:pt x="4196" y="10057"/>
                  </a:cubicBezTo>
                  <a:cubicBezTo>
                    <a:pt x="4196" y="10609"/>
                    <a:pt x="4467" y="11122"/>
                    <a:pt x="4920" y="11435"/>
                  </a:cubicBezTo>
                  <a:cubicBezTo>
                    <a:pt x="4340" y="11224"/>
                    <a:pt x="3795" y="10933"/>
                    <a:pt x="3299" y="10567"/>
                  </a:cubicBezTo>
                  <a:cubicBezTo>
                    <a:pt x="2796" y="10191"/>
                    <a:pt x="2430" y="9779"/>
                    <a:pt x="2364" y="9515"/>
                  </a:cubicBezTo>
                  <a:cubicBezTo>
                    <a:pt x="2269" y="9136"/>
                    <a:pt x="2311" y="7870"/>
                    <a:pt x="2638" y="6484"/>
                  </a:cubicBezTo>
                  <a:cubicBezTo>
                    <a:pt x="2859" y="5531"/>
                    <a:pt x="3398" y="3812"/>
                    <a:pt x="4470" y="2978"/>
                  </a:cubicBezTo>
                  <a:cubicBezTo>
                    <a:pt x="4626" y="2856"/>
                    <a:pt x="4829" y="2807"/>
                    <a:pt x="5052" y="2807"/>
                  </a:cubicBezTo>
                  <a:cubicBezTo>
                    <a:pt x="5643" y="2807"/>
                    <a:pt x="6375" y="3149"/>
                    <a:pt x="6756" y="3369"/>
                  </a:cubicBezTo>
                  <a:lnTo>
                    <a:pt x="6756" y="3689"/>
                  </a:lnTo>
                  <a:cubicBezTo>
                    <a:pt x="6756" y="3801"/>
                    <a:pt x="6844" y="3893"/>
                    <a:pt x="6956" y="3893"/>
                  </a:cubicBezTo>
                  <a:cubicBezTo>
                    <a:pt x="7069" y="3893"/>
                    <a:pt x="7160" y="3801"/>
                    <a:pt x="7160" y="3689"/>
                  </a:cubicBezTo>
                  <a:lnTo>
                    <a:pt x="7160" y="3365"/>
                  </a:lnTo>
                  <a:cubicBezTo>
                    <a:pt x="7540" y="3146"/>
                    <a:pt x="8269" y="2807"/>
                    <a:pt x="8860" y="2807"/>
                  </a:cubicBezTo>
                  <a:close/>
                  <a:moveTo>
                    <a:pt x="6955" y="11333"/>
                  </a:moveTo>
                  <a:cubicBezTo>
                    <a:pt x="6983" y="11333"/>
                    <a:pt x="7012" y="11342"/>
                    <a:pt x="7037" y="11362"/>
                  </a:cubicBezTo>
                  <a:cubicBezTo>
                    <a:pt x="7331" y="11596"/>
                    <a:pt x="7695" y="11721"/>
                    <a:pt x="8065" y="11721"/>
                  </a:cubicBezTo>
                  <a:cubicBezTo>
                    <a:pt x="8200" y="11721"/>
                    <a:pt x="8335" y="11705"/>
                    <a:pt x="8468" y="11671"/>
                  </a:cubicBezTo>
                  <a:lnTo>
                    <a:pt x="8468" y="11671"/>
                  </a:lnTo>
                  <a:cubicBezTo>
                    <a:pt x="8264" y="12121"/>
                    <a:pt x="7814" y="12410"/>
                    <a:pt x="7322" y="12410"/>
                  </a:cubicBezTo>
                  <a:lnTo>
                    <a:pt x="6590" y="12410"/>
                  </a:lnTo>
                  <a:cubicBezTo>
                    <a:pt x="6587" y="12410"/>
                    <a:pt x="6585" y="12410"/>
                    <a:pt x="6582" y="12410"/>
                  </a:cubicBezTo>
                  <a:cubicBezTo>
                    <a:pt x="6089" y="12410"/>
                    <a:pt x="5643" y="12118"/>
                    <a:pt x="5444" y="11671"/>
                  </a:cubicBezTo>
                  <a:lnTo>
                    <a:pt x="5444" y="11671"/>
                  </a:lnTo>
                  <a:cubicBezTo>
                    <a:pt x="5577" y="11705"/>
                    <a:pt x="5712" y="11721"/>
                    <a:pt x="5847" y="11721"/>
                  </a:cubicBezTo>
                  <a:cubicBezTo>
                    <a:pt x="6217" y="11721"/>
                    <a:pt x="6581" y="11596"/>
                    <a:pt x="6875" y="11362"/>
                  </a:cubicBezTo>
                  <a:cubicBezTo>
                    <a:pt x="6898" y="11342"/>
                    <a:pt x="6926" y="11333"/>
                    <a:pt x="6955" y="11333"/>
                  </a:cubicBezTo>
                  <a:close/>
                  <a:moveTo>
                    <a:pt x="12115" y="2718"/>
                  </a:moveTo>
                  <a:cubicBezTo>
                    <a:pt x="12586" y="3186"/>
                    <a:pt x="12955" y="3741"/>
                    <a:pt x="13205" y="4353"/>
                  </a:cubicBezTo>
                  <a:lnTo>
                    <a:pt x="12618" y="4353"/>
                  </a:lnTo>
                  <a:cubicBezTo>
                    <a:pt x="12456" y="4353"/>
                    <a:pt x="12357" y="4529"/>
                    <a:pt x="12445" y="4666"/>
                  </a:cubicBezTo>
                  <a:cubicBezTo>
                    <a:pt x="13272" y="5988"/>
                    <a:pt x="13451" y="7733"/>
                    <a:pt x="13490" y="8408"/>
                  </a:cubicBezTo>
                  <a:lnTo>
                    <a:pt x="13117" y="8285"/>
                  </a:lnTo>
                  <a:cubicBezTo>
                    <a:pt x="13094" y="8277"/>
                    <a:pt x="13072" y="8273"/>
                    <a:pt x="13050" y="8273"/>
                  </a:cubicBezTo>
                  <a:cubicBezTo>
                    <a:pt x="12941" y="8273"/>
                    <a:pt x="12847" y="8361"/>
                    <a:pt x="12850" y="8478"/>
                  </a:cubicBezTo>
                  <a:cubicBezTo>
                    <a:pt x="12850" y="8496"/>
                    <a:pt x="12839" y="10222"/>
                    <a:pt x="12118" y="11457"/>
                  </a:cubicBezTo>
                  <a:lnTo>
                    <a:pt x="11640" y="11137"/>
                  </a:lnTo>
                  <a:cubicBezTo>
                    <a:pt x="11606" y="11114"/>
                    <a:pt x="11567" y="11103"/>
                    <a:pt x="11529" y="11103"/>
                  </a:cubicBezTo>
                  <a:cubicBezTo>
                    <a:pt x="11461" y="11103"/>
                    <a:pt x="11394" y="11138"/>
                    <a:pt x="11355" y="11203"/>
                  </a:cubicBezTo>
                  <a:cubicBezTo>
                    <a:pt x="11348" y="11214"/>
                    <a:pt x="10768" y="12167"/>
                    <a:pt x="9815" y="12789"/>
                  </a:cubicBezTo>
                  <a:lnTo>
                    <a:pt x="9495" y="12469"/>
                  </a:lnTo>
                  <a:cubicBezTo>
                    <a:pt x="9455" y="12430"/>
                    <a:pt x="9403" y="12409"/>
                    <a:pt x="9351" y="12409"/>
                  </a:cubicBezTo>
                  <a:cubicBezTo>
                    <a:pt x="9307" y="12409"/>
                    <a:pt x="9262" y="12424"/>
                    <a:pt x="9224" y="12455"/>
                  </a:cubicBezTo>
                  <a:cubicBezTo>
                    <a:pt x="9214" y="12462"/>
                    <a:pt x="8180" y="13278"/>
                    <a:pt x="6956" y="13496"/>
                  </a:cubicBezTo>
                  <a:cubicBezTo>
                    <a:pt x="5736" y="13282"/>
                    <a:pt x="4699" y="12462"/>
                    <a:pt x="4688" y="12455"/>
                  </a:cubicBezTo>
                  <a:cubicBezTo>
                    <a:pt x="4651" y="12424"/>
                    <a:pt x="4606" y="12409"/>
                    <a:pt x="4561" y="12409"/>
                  </a:cubicBezTo>
                  <a:cubicBezTo>
                    <a:pt x="4509" y="12409"/>
                    <a:pt x="4457" y="12430"/>
                    <a:pt x="4417" y="12469"/>
                  </a:cubicBezTo>
                  <a:lnTo>
                    <a:pt x="4097" y="12789"/>
                  </a:lnTo>
                  <a:cubicBezTo>
                    <a:pt x="3144" y="12167"/>
                    <a:pt x="2564" y="11210"/>
                    <a:pt x="2557" y="11203"/>
                  </a:cubicBezTo>
                  <a:cubicBezTo>
                    <a:pt x="2519" y="11138"/>
                    <a:pt x="2451" y="11103"/>
                    <a:pt x="2383" y="11103"/>
                  </a:cubicBezTo>
                  <a:cubicBezTo>
                    <a:pt x="2345" y="11103"/>
                    <a:pt x="2306" y="11114"/>
                    <a:pt x="2272" y="11137"/>
                  </a:cubicBezTo>
                  <a:lnTo>
                    <a:pt x="1794" y="11457"/>
                  </a:lnTo>
                  <a:cubicBezTo>
                    <a:pt x="1073" y="10222"/>
                    <a:pt x="1063" y="8496"/>
                    <a:pt x="1063" y="8478"/>
                  </a:cubicBezTo>
                  <a:cubicBezTo>
                    <a:pt x="1063" y="8361"/>
                    <a:pt x="970" y="8273"/>
                    <a:pt x="862" y="8273"/>
                  </a:cubicBezTo>
                  <a:cubicBezTo>
                    <a:pt x="840" y="8273"/>
                    <a:pt x="818" y="8277"/>
                    <a:pt x="795" y="8285"/>
                  </a:cubicBezTo>
                  <a:lnTo>
                    <a:pt x="423" y="8408"/>
                  </a:lnTo>
                  <a:cubicBezTo>
                    <a:pt x="461" y="7733"/>
                    <a:pt x="641" y="5992"/>
                    <a:pt x="1467" y="4666"/>
                  </a:cubicBezTo>
                  <a:cubicBezTo>
                    <a:pt x="1551" y="4529"/>
                    <a:pt x="1456" y="4353"/>
                    <a:pt x="1295" y="4353"/>
                  </a:cubicBezTo>
                  <a:lnTo>
                    <a:pt x="707" y="4353"/>
                  </a:lnTo>
                  <a:cubicBezTo>
                    <a:pt x="957" y="3741"/>
                    <a:pt x="1326" y="3186"/>
                    <a:pt x="1798" y="2718"/>
                  </a:cubicBezTo>
                  <a:cubicBezTo>
                    <a:pt x="1924" y="3379"/>
                    <a:pt x="2244" y="4174"/>
                    <a:pt x="2758" y="4751"/>
                  </a:cubicBezTo>
                  <a:cubicBezTo>
                    <a:pt x="2539" y="5282"/>
                    <a:pt x="2367" y="5830"/>
                    <a:pt x="2241" y="6389"/>
                  </a:cubicBezTo>
                  <a:cubicBezTo>
                    <a:pt x="1914" y="7778"/>
                    <a:pt x="1843" y="9122"/>
                    <a:pt x="1970" y="9614"/>
                  </a:cubicBezTo>
                  <a:cubicBezTo>
                    <a:pt x="2058" y="9980"/>
                    <a:pt x="2455" y="10447"/>
                    <a:pt x="3056" y="10894"/>
                  </a:cubicBezTo>
                  <a:cubicBezTo>
                    <a:pt x="3679" y="11355"/>
                    <a:pt x="4375" y="11703"/>
                    <a:pt x="5114" y="11928"/>
                  </a:cubicBezTo>
                  <a:cubicBezTo>
                    <a:pt x="5400" y="12474"/>
                    <a:pt x="5966" y="12817"/>
                    <a:pt x="6581" y="12817"/>
                  </a:cubicBezTo>
                  <a:cubicBezTo>
                    <a:pt x="6584" y="12817"/>
                    <a:pt x="6587" y="12817"/>
                    <a:pt x="6590" y="12817"/>
                  </a:cubicBezTo>
                  <a:lnTo>
                    <a:pt x="7322" y="12817"/>
                  </a:lnTo>
                  <a:cubicBezTo>
                    <a:pt x="7325" y="12817"/>
                    <a:pt x="7328" y="12817"/>
                    <a:pt x="7331" y="12817"/>
                  </a:cubicBezTo>
                  <a:cubicBezTo>
                    <a:pt x="7947" y="12817"/>
                    <a:pt x="8512" y="12474"/>
                    <a:pt x="8799" y="11928"/>
                  </a:cubicBezTo>
                  <a:cubicBezTo>
                    <a:pt x="9537" y="11703"/>
                    <a:pt x="10233" y="11355"/>
                    <a:pt x="10856" y="10894"/>
                  </a:cubicBezTo>
                  <a:cubicBezTo>
                    <a:pt x="11457" y="10447"/>
                    <a:pt x="11855" y="9980"/>
                    <a:pt x="11942" y="9614"/>
                  </a:cubicBezTo>
                  <a:cubicBezTo>
                    <a:pt x="12066" y="9122"/>
                    <a:pt x="11999" y="7778"/>
                    <a:pt x="11672" y="6389"/>
                  </a:cubicBezTo>
                  <a:cubicBezTo>
                    <a:pt x="11545" y="5830"/>
                    <a:pt x="11373" y="5282"/>
                    <a:pt x="11155" y="4751"/>
                  </a:cubicBezTo>
                  <a:cubicBezTo>
                    <a:pt x="11668" y="4174"/>
                    <a:pt x="11988" y="3376"/>
                    <a:pt x="12115" y="2718"/>
                  </a:cubicBezTo>
                  <a:close/>
                  <a:moveTo>
                    <a:pt x="5655" y="0"/>
                  </a:moveTo>
                  <a:cubicBezTo>
                    <a:pt x="5008" y="4"/>
                    <a:pt x="4375" y="162"/>
                    <a:pt x="3805" y="464"/>
                  </a:cubicBezTo>
                  <a:cubicBezTo>
                    <a:pt x="3689" y="527"/>
                    <a:pt x="3668" y="689"/>
                    <a:pt x="3763" y="784"/>
                  </a:cubicBezTo>
                  <a:lnTo>
                    <a:pt x="3953" y="974"/>
                  </a:lnTo>
                  <a:cubicBezTo>
                    <a:pt x="3637" y="1076"/>
                    <a:pt x="3327" y="1199"/>
                    <a:pt x="3032" y="1347"/>
                  </a:cubicBezTo>
                  <a:cubicBezTo>
                    <a:pt x="2990" y="1336"/>
                    <a:pt x="2954" y="1329"/>
                    <a:pt x="2926" y="1326"/>
                  </a:cubicBezTo>
                  <a:cubicBezTo>
                    <a:pt x="2861" y="1312"/>
                    <a:pt x="2796" y="1306"/>
                    <a:pt x="2731" y="1306"/>
                  </a:cubicBezTo>
                  <a:cubicBezTo>
                    <a:pt x="2487" y="1306"/>
                    <a:pt x="2248" y="1398"/>
                    <a:pt x="2065" y="1565"/>
                  </a:cubicBezTo>
                  <a:cubicBezTo>
                    <a:pt x="1882" y="1730"/>
                    <a:pt x="1769" y="1959"/>
                    <a:pt x="1748" y="2205"/>
                  </a:cubicBezTo>
                  <a:cubicBezTo>
                    <a:pt x="546" y="3270"/>
                    <a:pt x="236" y="4459"/>
                    <a:pt x="226" y="4508"/>
                  </a:cubicBezTo>
                  <a:cubicBezTo>
                    <a:pt x="194" y="4638"/>
                    <a:pt x="289" y="4761"/>
                    <a:pt x="423" y="4761"/>
                  </a:cubicBezTo>
                  <a:lnTo>
                    <a:pt x="940" y="4761"/>
                  </a:lnTo>
                  <a:cubicBezTo>
                    <a:pt x="11" y="6488"/>
                    <a:pt x="1" y="8601"/>
                    <a:pt x="1" y="8696"/>
                  </a:cubicBezTo>
                  <a:cubicBezTo>
                    <a:pt x="1" y="8811"/>
                    <a:pt x="98" y="8899"/>
                    <a:pt x="206" y="8899"/>
                  </a:cubicBezTo>
                  <a:cubicBezTo>
                    <a:pt x="226" y="8899"/>
                    <a:pt x="247" y="8896"/>
                    <a:pt x="268" y="8890"/>
                  </a:cubicBezTo>
                  <a:lnTo>
                    <a:pt x="665" y="8756"/>
                  </a:lnTo>
                  <a:cubicBezTo>
                    <a:pt x="700" y="9357"/>
                    <a:pt x="855" y="10799"/>
                    <a:pt x="1562" y="11857"/>
                  </a:cubicBezTo>
                  <a:cubicBezTo>
                    <a:pt x="1600" y="11915"/>
                    <a:pt x="1664" y="11946"/>
                    <a:pt x="1730" y="11946"/>
                  </a:cubicBezTo>
                  <a:cubicBezTo>
                    <a:pt x="1769" y="11946"/>
                    <a:pt x="1808" y="11936"/>
                    <a:pt x="1843" y="11914"/>
                  </a:cubicBezTo>
                  <a:lnTo>
                    <a:pt x="2325" y="11590"/>
                  </a:lnTo>
                  <a:cubicBezTo>
                    <a:pt x="2564" y="11938"/>
                    <a:pt x="3158" y="12705"/>
                    <a:pt x="4020" y="13225"/>
                  </a:cubicBezTo>
                  <a:cubicBezTo>
                    <a:pt x="4053" y="13244"/>
                    <a:pt x="4089" y="13253"/>
                    <a:pt x="4125" y="13253"/>
                  </a:cubicBezTo>
                  <a:cubicBezTo>
                    <a:pt x="4178" y="13253"/>
                    <a:pt x="4230" y="13233"/>
                    <a:pt x="4270" y="13194"/>
                  </a:cubicBezTo>
                  <a:lnTo>
                    <a:pt x="4583" y="12884"/>
                  </a:lnTo>
                  <a:cubicBezTo>
                    <a:pt x="4927" y="13130"/>
                    <a:pt x="5845" y="13721"/>
                    <a:pt x="6917" y="13904"/>
                  </a:cubicBezTo>
                  <a:lnTo>
                    <a:pt x="6995" y="13904"/>
                  </a:lnTo>
                  <a:cubicBezTo>
                    <a:pt x="8067" y="13721"/>
                    <a:pt x="8985" y="13130"/>
                    <a:pt x="9333" y="12884"/>
                  </a:cubicBezTo>
                  <a:lnTo>
                    <a:pt x="9643" y="13194"/>
                  </a:lnTo>
                  <a:cubicBezTo>
                    <a:pt x="9682" y="13233"/>
                    <a:pt x="9734" y="13253"/>
                    <a:pt x="9787" y="13253"/>
                  </a:cubicBezTo>
                  <a:cubicBezTo>
                    <a:pt x="9823" y="13253"/>
                    <a:pt x="9860" y="13244"/>
                    <a:pt x="9892" y="13225"/>
                  </a:cubicBezTo>
                  <a:cubicBezTo>
                    <a:pt x="10754" y="12705"/>
                    <a:pt x="11348" y="11938"/>
                    <a:pt x="11587" y="11590"/>
                  </a:cubicBezTo>
                  <a:lnTo>
                    <a:pt x="12069" y="11914"/>
                  </a:lnTo>
                  <a:cubicBezTo>
                    <a:pt x="12104" y="11936"/>
                    <a:pt x="12143" y="11946"/>
                    <a:pt x="12182" y="11946"/>
                  </a:cubicBezTo>
                  <a:cubicBezTo>
                    <a:pt x="12249" y="11946"/>
                    <a:pt x="12314" y="11915"/>
                    <a:pt x="12354" y="11857"/>
                  </a:cubicBezTo>
                  <a:cubicBezTo>
                    <a:pt x="13057" y="10795"/>
                    <a:pt x="13212" y="9357"/>
                    <a:pt x="13247" y="8756"/>
                  </a:cubicBezTo>
                  <a:lnTo>
                    <a:pt x="13644" y="8890"/>
                  </a:lnTo>
                  <a:cubicBezTo>
                    <a:pt x="13665" y="8896"/>
                    <a:pt x="13686" y="8899"/>
                    <a:pt x="13707" y="8899"/>
                  </a:cubicBezTo>
                  <a:cubicBezTo>
                    <a:pt x="13815" y="8899"/>
                    <a:pt x="13912" y="8811"/>
                    <a:pt x="13912" y="8696"/>
                  </a:cubicBezTo>
                  <a:cubicBezTo>
                    <a:pt x="13908" y="8601"/>
                    <a:pt x="13898" y="6488"/>
                    <a:pt x="12969" y="4761"/>
                  </a:cubicBezTo>
                  <a:lnTo>
                    <a:pt x="13486" y="4761"/>
                  </a:lnTo>
                  <a:cubicBezTo>
                    <a:pt x="13620" y="4761"/>
                    <a:pt x="13718" y="4638"/>
                    <a:pt x="13687" y="4508"/>
                  </a:cubicBezTo>
                  <a:cubicBezTo>
                    <a:pt x="13673" y="4459"/>
                    <a:pt x="13363" y="3267"/>
                    <a:pt x="12164" y="2205"/>
                  </a:cubicBezTo>
                  <a:cubicBezTo>
                    <a:pt x="12143" y="1959"/>
                    <a:pt x="12027" y="1730"/>
                    <a:pt x="11844" y="1565"/>
                  </a:cubicBezTo>
                  <a:cubicBezTo>
                    <a:pt x="11661" y="1398"/>
                    <a:pt x="11422" y="1306"/>
                    <a:pt x="11177" y="1306"/>
                  </a:cubicBezTo>
                  <a:cubicBezTo>
                    <a:pt x="11113" y="1306"/>
                    <a:pt x="11047" y="1312"/>
                    <a:pt x="10982" y="1326"/>
                  </a:cubicBezTo>
                  <a:cubicBezTo>
                    <a:pt x="10954" y="1329"/>
                    <a:pt x="10919" y="1336"/>
                    <a:pt x="10880" y="1347"/>
                  </a:cubicBezTo>
                  <a:cubicBezTo>
                    <a:pt x="10582" y="1199"/>
                    <a:pt x="10272" y="1076"/>
                    <a:pt x="9956" y="974"/>
                  </a:cubicBezTo>
                  <a:lnTo>
                    <a:pt x="10149" y="784"/>
                  </a:lnTo>
                  <a:cubicBezTo>
                    <a:pt x="10244" y="689"/>
                    <a:pt x="10219" y="527"/>
                    <a:pt x="10103" y="461"/>
                  </a:cubicBezTo>
                  <a:cubicBezTo>
                    <a:pt x="9537" y="165"/>
                    <a:pt x="8904" y="4"/>
                    <a:pt x="8261" y="0"/>
                  </a:cubicBezTo>
                  <a:cubicBezTo>
                    <a:pt x="7705" y="0"/>
                    <a:pt x="7308" y="165"/>
                    <a:pt x="7076" y="302"/>
                  </a:cubicBezTo>
                  <a:cubicBezTo>
                    <a:pt x="7039" y="325"/>
                    <a:pt x="6998" y="337"/>
                    <a:pt x="6958" y="337"/>
                  </a:cubicBezTo>
                  <a:cubicBezTo>
                    <a:pt x="6917" y="337"/>
                    <a:pt x="6877" y="325"/>
                    <a:pt x="6840" y="302"/>
                  </a:cubicBezTo>
                  <a:cubicBezTo>
                    <a:pt x="6604" y="165"/>
                    <a:pt x="6207"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84"/>
            <p:cNvSpPr/>
            <p:nvPr/>
          </p:nvSpPr>
          <p:spPr>
            <a:xfrm>
              <a:off x="2680659" y="1614101"/>
              <a:ext cx="10721" cy="39266"/>
            </a:xfrm>
            <a:custGeom>
              <a:rect b="b" l="l" r="r" t="t"/>
              <a:pathLst>
                <a:path extrusionOk="0" h="1498" w="409">
                  <a:moveTo>
                    <a:pt x="204" y="0"/>
                  </a:moveTo>
                  <a:cubicBezTo>
                    <a:pt x="102" y="0"/>
                    <a:pt x="0" y="68"/>
                    <a:pt x="0" y="203"/>
                  </a:cubicBezTo>
                  <a:lnTo>
                    <a:pt x="0" y="1293"/>
                  </a:lnTo>
                  <a:cubicBezTo>
                    <a:pt x="0" y="1406"/>
                    <a:pt x="92" y="1497"/>
                    <a:pt x="204" y="1497"/>
                  </a:cubicBezTo>
                  <a:cubicBezTo>
                    <a:pt x="317" y="1497"/>
                    <a:pt x="408" y="1406"/>
                    <a:pt x="408" y="1293"/>
                  </a:cubicBezTo>
                  <a:lnTo>
                    <a:pt x="408" y="203"/>
                  </a:lnTo>
                  <a:cubicBezTo>
                    <a:pt x="408" y="68"/>
                    <a:pt x="3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8" name="Google Shape;16508;p84"/>
          <p:cNvGrpSpPr/>
          <p:nvPr/>
        </p:nvGrpSpPr>
        <p:grpSpPr>
          <a:xfrm>
            <a:off x="1950982" y="1499971"/>
            <a:ext cx="376674" cy="364563"/>
            <a:chOff x="1950982" y="1499971"/>
            <a:chExt cx="376674" cy="364563"/>
          </a:xfrm>
        </p:grpSpPr>
        <p:sp>
          <p:nvSpPr>
            <p:cNvPr id="16509" name="Google Shape;16509;p84"/>
            <p:cNvSpPr/>
            <p:nvPr/>
          </p:nvSpPr>
          <p:spPr>
            <a:xfrm>
              <a:off x="2190931" y="1505293"/>
              <a:ext cx="108992" cy="108441"/>
            </a:xfrm>
            <a:custGeom>
              <a:rect b="b" l="l" r="r" t="t"/>
              <a:pathLst>
                <a:path extrusionOk="0" h="4137" w="4158">
                  <a:moveTo>
                    <a:pt x="3164" y="0"/>
                  </a:moveTo>
                  <a:cubicBezTo>
                    <a:pt x="3083" y="0"/>
                    <a:pt x="2999" y="11"/>
                    <a:pt x="2915" y="33"/>
                  </a:cubicBezTo>
                  <a:cubicBezTo>
                    <a:pt x="2244" y="201"/>
                    <a:pt x="1090" y="655"/>
                    <a:pt x="0" y="1742"/>
                  </a:cubicBezTo>
                  <a:lnTo>
                    <a:pt x="2831" y="4136"/>
                  </a:lnTo>
                  <a:cubicBezTo>
                    <a:pt x="3703" y="3268"/>
                    <a:pt x="4108" y="1822"/>
                    <a:pt x="4139" y="1010"/>
                  </a:cubicBezTo>
                  <a:cubicBezTo>
                    <a:pt x="4157" y="446"/>
                    <a:pt x="3699" y="0"/>
                    <a:pt x="316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84"/>
            <p:cNvSpPr/>
            <p:nvPr/>
          </p:nvSpPr>
          <p:spPr>
            <a:xfrm>
              <a:off x="2216908" y="1522435"/>
              <a:ext cx="81809" cy="80682"/>
            </a:xfrm>
            <a:custGeom>
              <a:rect b="b" l="l" r="r" t="t"/>
              <a:pathLst>
                <a:path extrusionOk="0" h="3078" w="3121">
                  <a:moveTo>
                    <a:pt x="2361" y="0"/>
                  </a:moveTo>
                  <a:cubicBezTo>
                    <a:pt x="2257" y="0"/>
                    <a:pt x="2151" y="22"/>
                    <a:pt x="2048" y="68"/>
                  </a:cubicBezTo>
                  <a:cubicBezTo>
                    <a:pt x="1541" y="286"/>
                    <a:pt x="708" y="789"/>
                    <a:pt x="1" y="1777"/>
                  </a:cubicBezTo>
                  <a:lnTo>
                    <a:pt x="2185" y="3078"/>
                  </a:lnTo>
                  <a:cubicBezTo>
                    <a:pt x="2737" y="2325"/>
                    <a:pt x="3032" y="1351"/>
                    <a:pt x="3120" y="655"/>
                  </a:cubicBezTo>
                  <a:cubicBezTo>
                    <a:pt x="3060" y="264"/>
                    <a:pt x="2725" y="0"/>
                    <a:pt x="2361"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84"/>
            <p:cNvSpPr/>
            <p:nvPr/>
          </p:nvSpPr>
          <p:spPr>
            <a:xfrm>
              <a:off x="1979003" y="1505293"/>
              <a:ext cx="108992" cy="108441"/>
            </a:xfrm>
            <a:custGeom>
              <a:rect b="b" l="l" r="r" t="t"/>
              <a:pathLst>
                <a:path extrusionOk="0" h="4137" w="4158">
                  <a:moveTo>
                    <a:pt x="994" y="0"/>
                  </a:moveTo>
                  <a:cubicBezTo>
                    <a:pt x="459" y="0"/>
                    <a:pt x="1" y="446"/>
                    <a:pt x="22" y="1010"/>
                  </a:cubicBezTo>
                  <a:cubicBezTo>
                    <a:pt x="54" y="1822"/>
                    <a:pt x="455" y="3268"/>
                    <a:pt x="1327" y="4136"/>
                  </a:cubicBezTo>
                  <a:lnTo>
                    <a:pt x="4157" y="1742"/>
                  </a:lnTo>
                  <a:cubicBezTo>
                    <a:pt x="3067" y="655"/>
                    <a:pt x="1917" y="201"/>
                    <a:pt x="1242" y="33"/>
                  </a:cubicBezTo>
                  <a:cubicBezTo>
                    <a:pt x="1159" y="11"/>
                    <a:pt x="1075" y="0"/>
                    <a:pt x="99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84"/>
            <p:cNvSpPr/>
            <p:nvPr/>
          </p:nvSpPr>
          <p:spPr>
            <a:xfrm>
              <a:off x="1980209" y="1522435"/>
              <a:ext cx="81783" cy="80682"/>
            </a:xfrm>
            <a:custGeom>
              <a:rect b="b" l="l" r="r" t="t"/>
              <a:pathLst>
                <a:path extrusionOk="0" h="3078" w="3120">
                  <a:moveTo>
                    <a:pt x="760" y="0"/>
                  </a:moveTo>
                  <a:cubicBezTo>
                    <a:pt x="396" y="0"/>
                    <a:pt x="61" y="264"/>
                    <a:pt x="1" y="655"/>
                  </a:cubicBezTo>
                  <a:cubicBezTo>
                    <a:pt x="89" y="1351"/>
                    <a:pt x="384" y="2325"/>
                    <a:pt x="936" y="3078"/>
                  </a:cubicBezTo>
                  <a:lnTo>
                    <a:pt x="3120" y="1777"/>
                  </a:lnTo>
                  <a:cubicBezTo>
                    <a:pt x="2413" y="789"/>
                    <a:pt x="1580" y="286"/>
                    <a:pt x="1073" y="68"/>
                  </a:cubicBezTo>
                  <a:cubicBezTo>
                    <a:pt x="970" y="22"/>
                    <a:pt x="864" y="0"/>
                    <a:pt x="760"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84"/>
            <p:cNvSpPr/>
            <p:nvPr/>
          </p:nvSpPr>
          <p:spPr>
            <a:xfrm>
              <a:off x="1950982" y="1533890"/>
              <a:ext cx="376674" cy="313868"/>
            </a:xfrm>
            <a:custGeom>
              <a:rect b="b" l="l" r="r" t="t"/>
              <a:pathLst>
                <a:path extrusionOk="0" h="11974" w="14370">
                  <a:moveTo>
                    <a:pt x="7185" y="0"/>
                  </a:moveTo>
                  <a:cubicBezTo>
                    <a:pt x="1" y="0"/>
                    <a:pt x="870" y="8271"/>
                    <a:pt x="870" y="8271"/>
                  </a:cubicBezTo>
                  <a:lnTo>
                    <a:pt x="1696" y="7968"/>
                  </a:lnTo>
                  <a:cubicBezTo>
                    <a:pt x="1759" y="9044"/>
                    <a:pt x="1995" y="10103"/>
                    <a:pt x="2396" y="11101"/>
                  </a:cubicBezTo>
                  <a:lnTo>
                    <a:pt x="3022" y="10367"/>
                  </a:lnTo>
                  <a:cubicBezTo>
                    <a:pt x="3482" y="11239"/>
                    <a:pt x="4354" y="11974"/>
                    <a:pt x="4354" y="11974"/>
                  </a:cubicBezTo>
                  <a:lnTo>
                    <a:pt x="5008" y="11101"/>
                  </a:lnTo>
                  <a:lnTo>
                    <a:pt x="9362" y="11101"/>
                  </a:lnTo>
                  <a:lnTo>
                    <a:pt x="10016" y="11974"/>
                  </a:lnTo>
                  <a:cubicBezTo>
                    <a:pt x="10016" y="11974"/>
                    <a:pt x="10884" y="11239"/>
                    <a:pt x="11349" y="10367"/>
                  </a:cubicBezTo>
                  <a:lnTo>
                    <a:pt x="11974" y="11101"/>
                  </a:lnTo>
                  <a:cubicBezTo>
                    <a:pt x="12372" y="10099"/>
                    <a:pt x="12607" y="9044"/>
                    <a:pt x="12674" y="7968"/>
                  </a:cubicBezTo>
                  <a:lnTo>
                    <a:pt x="13497" y="8271"/>
                  </a:lnTo>
                  <a:cubicBezTo>
                    <a:pt x="13497" y="8271"/>
                    <a:pt x="14369" y="0"/>
                    <a:pt x="718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84"/>
            <p:cNvSpPr/>
            <p:nvPr/>
          </p:nvSpPr>
          <p:spPr>
            <a:xfrm>
              <a:off x="1956329" y="1543274"/>
              <a:ext cx="182256" cy="304484"/>
            </a:xfrm>
            <a:custGeom>
              <a:rect b="b" l="l" r="r" t="t"/>
              <a:pathLst>
                <a:path extrusionOk="0" h="11616" w="6953">
                  <a:moveTo>
                    <a:pt x="4636" y="1"/>
                  </a:moveTo>
                  <a:lnTo>
                    <a:pt x="4636" y="1"/>
                  </a:lnTo>
                  <a:cubicBezTo>
                    <a:pt x="1" y="1594"/>
                    <a:pt x="666" y="7913"/>
                    <a:pt x="666" y="7913"/>
                  </a:cubicBezTo>
                  <a:lnTo>
                    <a:pt x="1492" y="7610"/>
                  </a:lnTo>
                  <a:cubicBezTo>
                    <a:pt x="1555" y="8686"/>
                    <a:pt x="1791" y="9741"/>
                    <a:pt x="2192" y="10743"/>
                  </a:cubicBezTo>
                  <a:lnTo>
                    <a:pt x="2818" y="10009"/>
                  </a:lnTo>
                  <a:cubicBezTo>
                    <a:pt x="3278" y="10881"/>
                    <a:pt x="4150" y="11616"/>
                    <a:pt x="4150" y="11616"/>
                  </a:cubicBezTo>
                  <a:lnTo>
                    <a:pt x="4804" y="10743"/>
                  </a:lnTo>
                  <a:lnTo>
                    <a:pt x="6953" y="10743"/>
                  </a:lnTo>
                  <a:cubicBezTo>
                    <a:pt x="4425" y="9801"/>
                    <a:pt x="2628" y="7427"/>
                    <a:pt x="2628" y="4649"/>
                  </a:cubicBezTo>
                  <a:cubicBezTo>
                    <a:pt x="2628" y="2831"/>
                    <a:pt x="3394" y="1186"/>
                    <a:pt x="4636"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84"/>
            <p:cNvSpPr/>
            <p:nvPr/>
          </p:nvSpPr>
          <p:spPr>
            <a:xfrm>
              <a:off x="2204850" y="1834653"/>
              <a:ext cx="22228" cy="13106"/>
            </a:xfrm>
            <a:custGeom>
              <a:rect b="b" l="l" r="r" t="t"/>
              <a:pathLst>
                <a:path extrusionOk="0" h="500" w="848">
                  <a:moveTo>
                    <a:pt x="848" y="0"/>
                  </a:moveTo>
                  <a:lnTo>
                    <a:pt x="848" y="0"/>
                  </a:lnTo>
                  <a:cubicBezTo>
                    <a:pt x="566" y="35"/>
                    <a:pt x="285" y="56"/>
                    <a:pt x="0" y="60"/>
                  </a:cubicBezTo>
                  <a:lnTo>
                    <a:pt x="331" y="500"/>
                  </a:lnTo>
                  <a:cubicBezTo>
                    <a:pt x="510" y="341"/>
                    <a:pt x="682" y="176"/>
                    <a:pt x="84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84"/>
            <p:cNvSpPr/>
            <p:nvPr/>
          </p:nvSpPr>
          <p:spPr>
            <a:xfrm>
              <a:off x="1967129" y="1637954"/>
              <a:ext cx="115152" cy="209805"/>
            </a:xfrm>
            <a:custGeom>
              <a:rect b="b" l="l" r="r" t="t"/>
              <a:pathLst>
                <a:path extrusionOk="0" h="8004" w="4393">
                  <a:moveTo>
                    <a:pt x="778" y="0"/>
                  </a:moveTo>
                  <a:lnTo>
                    <a:pt x="778" y="0"/>
                  </a:lnTo>
                  <a:cubicBezTo>
                    <a:pt x="29" y="2121"/>
                    <a:pt x="254" y="4301"/>
                    <a:pt x="254" y="4301"/>
                  </a:cubicBezTo>
                  <a:lnTo>
                    <a:pt x="1080" y="3998"/>
                  </a:lnTo>
                  <a:cubicBezTo>
                    <a:pt x="1143" y="5074"/>
                    <a:pt x="1379" y="6133"/>
                    <a:pt x="1780" y="7131"/>
                  </a:cubicBezTo>
                  <a:lnTo>
                    <a:pt x="2406" y="6397"/>
                  </a:lnTo>
                  <a:cubicBezTo>
                    <a:pt x="2866" y="7269"/>
                    <a:pt x="3738" y="8004"/>
                    <a:pt x="3738" y="8004"/>
                  </a:cubicBezTo>
                  <a:lnTo>
                    <a:pt x="4392" y="7131"/>
                  </a:lnTo>
                  <a:cubicBezTo>
                    <a:pt x="3003" y="5946"/>
                    <a:pt x="0" y="3675"/>
                    <a:pt x="77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84"/>
            <p:cNvSpPr/>
            <p:nvPr/>
          </p:nvSpPr>
          <p:spPr>
            <a:xfrm>
              <a:off x="2196357" y="1637954"/>
              <a:ext cx="115152" cy="209805"/>
            </a:xfrm>
            <a:custGeom>
              <a:rect b="b" l="l" r="r" t="t"/>
              <a:pathLst>
                <a:path extrusionOk="0" h="8004" w="4393">
                  <a:moveTo>
                    <a:pt x="3619" y="0"/>
                  </a:moveTo>
                  <a:lnTo>
                    <a:pt x="3619" y="0"/>
                  </a:lnTo>
                  <a:cubicBezTo>
                    <a:pt x="4393" y="3675"/>
                    <a:pt x="1386" y="5946"/>
                    <a:pt x="1" y="7131"/>
                  </a:cubicBezTo>
                  <a:lnTo>
                    <a:pt x="655" y="8004"/>
                  </a:lnTo>
                  <a:cubicBezTo>
                    <a:pt x="655" y="8004"/>
                    <a:pt x="1527" y="7269"/>
                    <a:pt x="1991" y="6397"/>
                  </a:cubicBezTo>
                  <a:lnTo>
                    <a:pt x="2617" y="7131"/>
                  </a:lnTo>
                  <a:cubicBezTo>
                    <a:pt x="3014" y="6133"/>
                    <a:pt x="3250" y="5074"/>
                    <a:pt x="3313" y="3998"/>
                  </a:cubicBezTo>
                  <a:lnTo>
                    <a:pt x="4140" y="4301"/>
                  </a:lnTo>
                  <a:cubicBezTo>
                    <a:pt x="4140" y="4301"/>
                    <a:pt x="4365" y="2121"/>
                    <a:pt x="361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84"/>
            <p:cNvSpPr/>
            <p:nvPr/>
          </p:nvSpPr>
          <p:spPr>
            <a:xfrm>
              <a:off x="2082804" y="1807732"/>
              <a:ext cx="112950" cy="51455"/>
            </a:xfrm>
            <a:custGeom>
              <a:rect b="b" l="l" r="r" t="t"/>
              <a:pathLst>
                <a:path extrusionOk="0" h="1963" w="4309">
                  <a:moveTo>
                    <a:pt x="2156" y="0"/>
                  </a:moveTo>
                  <a:lnTo>
                    <a:pt x="1" y="503"/>
                  </a:lnTo>
                  <a:cubicBezTo>
                    <a:pt x="141" y="1344"/>
                    <a:pt x="866" y="1963"/>
                    <a:pt x="1720" y="1963"/>
                  </a:cubicBezTo>
                  <a:lnTo>
                    <a:pt x="2592" y="1963"/>
                  </a:lnTo>
                  <a:cubicBezTo>
                    <a:pt x="3440" y="1963"/>
                    <a:pt x="4168" y="1347"/>
                    <a:pt x="4308" y="510"/>
                  </a:cubicBezTo>
                  <a:lnTo>
                    <a:pt x="2156"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84"/>
            <p:cNvSpPr/>
            <p:nvPr/>
          </p:nvSpPr>
          <p:spPr>
            <a:xfrm>
              <a:off x="2047968" y="1665136"/>
              <a:ext cx="40026" cy="51376"/>
            </a:xfrm>
            <a:custGeom>
              <a:rect b="b" l="l" r="r" t="t"/>
              <a:pathLst>
                <a:path extrusionOk="0" h="1960" w="1527">
                  <a:moveTo>
                    <a:pt x="763" y="0"/>
                  </a:moveTo>
                  <a:cubicBezTo>
                    <a:pt x="341" y="0"/>
                    <a:pt x="0" y="342"/>
                    <a:pt x="0" y="760"/>
                  </a:cubicBezTo>
                  <a:lnTo>
                    <a:pt x="0" y="1196"/>
                  </a:lnTo>
                  <a:cubicBezTo>
                    <a:pt x="0" y="1618"/>
                    <a:pt x="341" y="1959"/>
                    <a:pt x="763" y="1959"/>
                  </a:cubicBezTo>
                  <a:cubicBezTo>
                    <a:pt x="1182" y="1959"/>
                    <a:pt x="1523" y="1618"/>
                    <a:pt x="1526" y="1196"/>
                  </a:cubicBezTo>
                  <a:lnTo>
                    <a:pt x="1526" y="760"/>
                  </a:lnTo>
                  <a:cubicBezTo>
                    <a:pt x="1523" y="342"/>
                    <a:pt x="1182" y="0"/>
                    <a:pt x="76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84"/>
            <p:cNvSpPr/>
            <p:nvPr/>
          </p:nvSpPr>
          <p:spPr>
            <a:xfrm>
              <a:off x="2064927" y="1665136"/>
              <a:ext cx="23250" cy="40315"/>
            </a:xfrm>
            <a:custGeom>
              <a:rect b="b" l="l" r="r" t="t"/>
              <a:pathLst>
                <a:path extrusionOk="0" h="1538" w="887">
                  <a:moveTo>
                    <a:pt x="116" y="0"/>
                  </a:moveTo>
                  <a:cubicBezTo>
                    <a:pt x="78" y="0"/>
                    <a:pt x="43" y="4"/>
                    <a:pt x="7" y="11"/>
                  </a:cubicBezTo>
                  <a:lnTo>
                    <a:pt x="7" y="1087"/>
                  </a:lnTo>
                  <a:cubicBezTo>
                    <a:pt x="0" y="1333"/>
                    <a:pt x="197" y="1537"/>
                    <a:pt x="443" y="1537"/>
                  </a:cubicBezTo>
                  <a:cubicBezTo>
                    <a:pt x="690" y="1537"/>
                    <a:pt x="886" y="1333"/>
                    <a:pt x="876" y="1087"/>
                  </a:cubicBezTo>
                  <a:lnTo>
                    <a:pt x="876" y="760"/>
                  </a:lnTo>
                  <a:cubicBezTo>
                    <a:pt x="876" y="342"/>
                    <a:pt x="535"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84"/>
            <p:cNvSpPr/>
            <p:nvPr/>
          </p:nvSpPr>
          <p:spPr>
            <a:xfrm>
              <a:off x="2059397" y="1670851"/>
              <a:ext cx="17169" cy="17091"/>
            </a:xfrm>
            <a:custGeom>
              <a:rect b="b" l="l" r="r" t="t"/>
              <a:pathLst>
                <a:path extrusionOk="0" h="652" w="655">
                  <a:moveTo>
                    <a:pt x="327" y="0"/>
                  </a:moveTo>
                  <a:cubicBezTo>
                    <a:pt x="145" y="0"/>
                    <a:pt x="0" y="145"/>
                    <a:pt x="0" y="324"/>
                  </a:cubicBezTo>
                  <a:cubicBezTo>
                    <a:pt x="0" y="507"/>
                    <a:pt x="145" y="651"/>
                    <a:pt x="327" y="651"/>
                  </a:cubicBezTo>
                  <a:cubicBezTo>
                    <a:pt x="507" y="651"/>
                    <a:pt x="654" y="507"/>
                    <a:pt x="654" y="324"/>
                  </a:cubicBezTo>
                  <a:cubicBezTo>
                    <a:pt x="654" y="145"/>
                    <a:pt x="507"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84"/>
            <p:cNvSpPr/>
            <p:nvPr/>
          </p:nvSpPr>
          <p:spPr>
            <a:xfrm>
              <a:off x="2190643" y="1665136"/>
              <a:ext cx="39948" cy="51376"/>
            </a:xfrm>
            <a:custGeom>
              <a:rect b="b" l="l" r="r" t="t"/>
              <a:pathLst>
                <a:path extrusionOk="0" h="1960" w="1524">
                  <a:moveTo>
                    <a:pt x="764" y="0"/>
                  </a:moveTo>
                  <a:cubicBezTo>
                    <a:pt x="342" y="0"/>
                    <a:pt x="1" y="342"/>
                    <a:pt x="1" y="760"/>
                  </a:cubicBezTo>
                  <a:lnTo>
                    <a:pt x="1" y="1196"/>
                  </a:lnTo>
                  <a:cubicBezTo>
                    <a:pt x="1" y="1618"/>
                    <a:pt x="342" y="1959"/>
                    <a:pt x="764" y="1959"/>
                  </a:cubicBezTo>
                  <a:cubicBezTo>
                    <a:pt x="1182" y="1959"/>
                    <a:pt x="1523" y="1618"/>
                    <a:pt x="1523" y="1196"/>
                  </a:cubicBezTo>
                  <a:lnTo>
                    <a:pt x="1523" y="760"/>
                  </a:lnTo>
                  <a:cubicBezTo>
                    <a:pt x="1523" y="342"/>
                    <a:pt x="1182" y="0"/>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84"/>
            <p:cNvSpPr/>
            <p:nvPr/>
          </p:nvSpPr>
          <p:spPr>
            <a:xfrm>
              <a:off x="2207523" y="1665136"/>
              <a:ext cx="23250" cy="40315"/>
            </a:xfrm>
            <a:custGeom>
              <a:rect b="b" l="l" r="r" t="t"/>
              <a:pathLst>
                <a:path extrusionOk="0" h="1538" w="887">
                  <a:moveTo>
                    <a:pt x="120" y="0"/>
                  </a:moveTo>
                  <a:cubicBezTo>
                    <a:pt x="81" y="0"/>
                    <a:pt x="46" y="4"/>
                    <a:pt x="11" y="11"/>
                  </a:cubicBezTo>
                  <a:lnTo>
                    <a:pt x="11" y="1087"/>
                  </a:lnTo>
                  <a:cubicBezTo>
                    <a:pt x="0" y="1333"/>
                    <a:pt x="197" y="1537"/>
                    <a:pt x="443" y="1537"/>
                  </a:cubicBezTo>
                  <a:cubicBezTo>
                    <a:pt x="689" y="1537"/>
                    <a:pt x="886" y="1333"/>
                    <a:pt x="879" y="1087"/>
                  </a:cubicBezTo>
                  <a:lnTo>
                    <a:pt x="879" y="760"/>
                  </a:lnTo>
                  <a:cubicBezTo>
                    <a:pt x="879" y="342"/>
                    <a:pt x="538"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84"/>
            <p:cNvSpPr/>
            <p:nvPr/>
          </p:nvSpPr>
          <p:spPr>
            <a:xfrm>
              <a:off x="2202071" y="1670851"/>
              <a:ext cx="17169" cy="17091"/>
            </a:xfrm>
            <a:custGeom>
              <a:rect b="b" l="l" r="r" t="t"/>
              <a:pathLst>
                <a:path extrusionOk="0" h="652" w="655">
                  <a:moveTo>
                    <a:pt x="328" y="0"/>
                  </a:moveTo>
                  <a:cubicBezTo>
                    <a:pt x="145" y="0"/>
                    <a:pt x="1" y="145"/>
                    <a:pt x="1" y="324"/>
                  </a:cubicBezTo>
                  <a:cubicBezTo>
                    <a:pt x="1" y="507"/>
                    <a:pt x="145" y="651"/>
                    <a:pt x="328" y="651"/>
                  </a:cubicBezTo>
                  <a:cubicBezTo>
                    <a:pt x="507" y="651"/>
                    <a:pt x="655" y="507"/>
                    <a:pt x="655" y="324"/>
                  </a:cubicBezTo>
                  <a:cubicBezTo>
                    <a:pt x="655" y="145"/>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84"/>
            <p:cNvSpPr/>
            <p:nvPr/>
          </p:nvSpPr>
          <p:spPr>
            <a:xfrm>
              <a:off x="2059397" y="1756382"/>
              <a:ext cx="159844" cy="68519"/>
            </a:xfrm>
            <a:custGeom>
              <a:rect b="b" l="l" r="r" t="t"/>
              <a:pathLst>
                <a:path extrusionOk="0" h="2614" w="6098">
                  <a:moveTo>
                    <a:pt x="1632" y="1"/>
                  </a:moveTo>
                  <a:cubicBezTo>
                    <a:pt x="732" y="1"/>
                    <a:pt x="0" y="588"/>
                    <a:pt x="0" y="1309"/>
                  </a:cubicBezTo>
                  <a:cubicBezTo>
                    <a:pt x="0" y="2030"/>
                    <a:pt x="732" y="2613"/>
                    <a:pt x="1635" y="2613"/>
                  </a:cubicBezTo>
                  <a:cubicBezTo>
                    <a:pt x="2240" y="2613"/>
                    <a:pt x="2768" y="2350"/>
                    <a:pt x="3049" y="1956"/>
                  </a:cubicBezTo>
                  <a:cubicBezTo>
                    <a:pt x="3330" y="2350"/>
                    <a:pt x="3858" y="2613"/>
                    <a:pt x="4466" y="2613"/>
                  </a:cubicBezTo>
                  <a:cubicBezTo>
                    <a:pt x="5366" y="2613"/>
                    <a:pt x="6098" y="2030"/>
                    <a:pt x="6098" y="1309"/>
                  </a:cubicBezTo>
                  <a:cubicBezTo>
                    <a:pt x="6098" y="584"/>
                    <a:pt x="5366" y="1"/>
                    <a:pt x="4463" y="1"/>
                  </a:cubicBezTo>
                  <a:cubicBezTo>
                    <a:pt x="3858" y="1"/>
                    <a:pt x="3330" y="264"/>
                    <a:pt x="3049" y="658"/>
                  </a:cubicBezTo>
                  <a:cubicBezTo>
                    <a:pt x="2768" y="264"/>
                    <a:pt x="2240" y="1"/>
                    <a:pt x="163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84"/>
            <p:cNvSpPr/>
            <p:nvPr/>
          </p:nvSpPr>
          <p:spPr>
            <a:xfrm>
              <a:off x="2096173" y="1753158"/>
              <a:ext cx="86213" cy="35964"/>
            </a:xfrm>
            <a:custGeom>
              <a:rect b="b" l="l" r="r" t="t"/>
              <a:pathLst>
                <a:path extrusionOk="0" h="1372" w="3289">
                  <a:moveTo>
                    <a:pt x="458" y="1"/>
                  </a:moveTo>
                  <a:cubicBezTo>
                    <a:pt x="141" y="4"/>
                    <a:pt x="0" y="402"/>
                    <a:pt x="247" y="602"/>
                  </a:cubicBezTo>
                  <a:lnTo>
                    <a:pt x="795" y="1063"/>
                  </a:lnTo>
                  <a:cubicBezTo>
                    <a:pt x="1041" y="1268"/>
                    <a:pt x="1343" y="1371"/>
                    <a:pt x="1644" y="1371"/>
                  </a:cubicBezTo>
                  <a:cubicBezTo>
                    <a:pt x="1946" y="1371"/>
                    <a:pt x="2247" y="1268"/>
                    <a:pt x="2494" y="1063"/>
                  </a:cubicBezTo>
                  <a:lnTo>
                    <a:pt x="3046" y="602"/>
                  </a:lnTo>
                  <a:cubicBezTo>
                    <a:pt x="3288" y="402"/>
                    <a:pt x="3144" y="4"/>
                    <a:pt x="2828"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84"/>
            <p:cNvSpPr/>
            <p:nvPr/>
          </p:nvSpPr>
          <p:spPr>
            <a:xfrm>
              <a:off x="2096173" y="1753158"/>
              <a:ext cx="46763" cy="35806"/>
            </a:xfrm>
            <a:custGeom>
              <a:rect b="b" l="l" r="r" t="t"/>
              <a:pathLst>
                <a:path extrusionOk="0" h="1366" w="1784">
                  <a:moveTo>
                    <a:pt x="461" y="1"/>
                  </a:moveTo>
                  <a:cubicBezTo>
                    <a:pt x="145" y="1"/>
                    <a:pt x="0" y="402"/>
                    <a:pt x="247" y="602"/>
                  </a:cubicBezTo>
                  <a:lnTo>
                    <a:pt x="795" y="1063"/>
                  </a:lnTo>
                  <a:cubicBezTo>
                    <a:pt x="1032" y="1260"/>
                    <a:pt x="1332" y="1366"/>
                    <a:pt x="1639" y="1366"/>
                  </a:cubicBezTo>
                  <a:cubicBezTo>
                    <a:pt x="1687" y="1366"/>
                    <a:pt x="1735" y="1363"/>
                    <a:pt x="1783" y="1358"/>
                  </a:cubicBezTo>
                  <a:cubicBezTo>
                    <a:pt x="1741" y="1319"/>
                    <a:pt x="1702" y="1277"/>
                    <a:pt x="1667" y="1235"/>
                  </a:cubicBezTo>
                  <a:lnTo>
                    <a:pt x="1115" y="567"/>
                  </a:lnTo>
                  <a:cubicBezTo>
                    <a:pt x="992" y="412"/>
                    <a:pt x="967" y="187"/>
                    <a:pt x="1017"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84"/>
            <p:cNvSpPr/>
            <p:nvPr/>
          </p:nvSpPr>
          <p:spPr>
            <a:xfrm>
              <a:off x="2088886" y="1747811"/>
              <a:ext cx="100787" cy="46632"/>
            </a:xfrm>
            <a:custGeom>
              <a:rect b="b" l="l" r="r" t="t"/>
              <a:pathLst>
                <a:path extrusionOk="0" h="1779" w="3845">
                  <a:moveTo>
                    <a:pt x="3117" y="412"/>
                  </a:moveTo>
                  <a:cubicBezTo>
                    <a:pt x="3170" y="412"/>
                    <a:pt x="3219" y="446"/>
                    <a:pt x="3236" y="500"/>
                  </a:cubicBezTo>
                  <a:cubicBezTo>
                    <a:pt x="3257" y="553"/>
                    <a:pt x="3239" y="616"/>
                    <a:pt x="3194" y="651"/>
                  </a:cubicBezTo>
                  <a:lnTo>
                    <a:pt x="3197" y="651"/>
                  </a:lnTo>
                  <a:lnTo>
                    <a:pt x="2645" y="1112"/>
                  </a:lnTo>
                  <a:cubicBezTo>
                    <a:pt x="2437" y="1284"/>
                    <a:pt x="2182" y="1370"/>
                    <a:pt x="1926" y="1370"/>
                  </a:cubicBezTo>
                  <a:cubicBezTo>
                    <a:pt x="1670" y="1370"/>
                    <a:pt x="1414" y="1284"/>
                    <a:pt x="1207" y="1112"/>
                  </a:cubicBezTo>
                  <a:lnTo>
                    <a:pt x="655" y="651"/>
                  </a:lnTo>
                  <a:cubicBezTo>
                    <a:pt x="609" y="616"/>
                    <a:pt x="591" y="553"/>
                    <a:pt x="616" y="500"/>
                  </a:cubicBezTo>
                  <a:cubicBezTo>
                    <a:pt x="633" y="446"/>
                    <a:pt x="678" y="412"/>
                    <a:pt x="734" y="412"/>
                  </a:cubicBezTo>
                  <a:cubicBezTo>
                    <a:pt x="737" y="412"/>
                    <a:pt x="740" y="412"/>
                    <a:pt x="743" y="412"/>
                  </a:cubicBezTo>
                  <a:lnTo>
                    <a:pt x="3109" y="412"/>
                  </a:lnTo>
                  <a:cubicBezTo>
                    <a:pt x="3112" y="412"/>
                    <a:pt x="3114" y="412"/>
                    <a:pt x="3117" y="412"/>
                  </a:cubicBezTo>
                  <a:close/>
                  <a:moveTo>
                    <a:pt x="739" y="1"/>
                  </a:moveTo>
                  <a:cubicBezTo>
                    <a:pt x="229" y="1"/>
                    <a:pt x="1" y="637"/>
                    <a:pt x="391" y="964"/>
                  </a:cubicBezTo>
                  <a:lnTo>
                    <a:pt x="943" y="1425"/>
                  </a:lnTo>
                  <a:cubicBezTo>
                    <a:pt x="1228" y="1660"/>
                    <a:pt x="1576" y="1778"/>
                    <a:pt x="1924" y="1778"/>
                  </a:cubicBezTo>
                  <a:cubicBezTo>
                    <a:pt x="2271" y="1778"/>
                    <a:pt x="2619" y="1660"/>
                    <a:pt x="2902" y="1425"/>
                  </a:cubicBezTo>
                  <a:lnTo>
                    <a:pt x="3454" y="964"/>
                  </a:lnTo>
                  <a:cubicBezTo>
                    <a:pt x="3844" y="637"/>
                    <a:pt x="3616" y="1"/>
                    <a:pt x="3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84"/>
            <p:cNvSpPr/>
            <p:nvPr/>
          </p:nvSpPr>
          <p:spPr>
            <a:xfrm>
              <a:off x="1965661" y="1499971"/>
              <a:ext cx="347237" cy="364563"/>
            </a:xfrm>
            <a:custGeom>
              <a:rect b="b" l="l" r="r" t="t"/>
              <a:pathLst>
                <a:path extrusionOk="0" h="13908" w="13247">
                  <a:moveTo>
                    <a:pt x="1506" y="407"/>
                  </a:moveTo>
                  <a:cubicBezTo>
                    <a:pt x="1572" y="407"/>
                    <a:pt x="1637" y="415"/>
                    <a:pt x="1702" y="433"/>
                  </a:cubicBezTo>
                  <a:cubicBezTo>
                    <a:pt x="2462" y="626"/>
                    <a:pt x="3200" y="1009"/>
                    <a:pt x="3900" y="1579"/>
                  </a:cubicBezTo>
                  <a:cubicBezTo>
                    <a:pt x="3689" y="1663"/>
                    <a:pt x="3488" y="1758"/>
                    <a:pt x="3292" y="1871"/>
                  </a:cubicBezTo>
                  <a:cubicBezTo>
                    <a:pt x="2680" y="1178"/>
                    <a:pt x="1895" y="721"/>
                    <a:pt x="1414" y="619"/>
                  </a:cubicBezTo>
                  <a:cubicBezTo>
                    <a:pt x="1322" y="600"/>
                    <a:pt x="1229" y="591"/>
                    <a:pt x="1137" y="591"/>
                  </a:cubicBezTo>
                  <a:cubicBezTo>
                    <a:pt x="1091" y="591"/>
                    <a:pt x="1044" y="593"/>
                    <a:pt x="999" y="598"/>
                  </a:cubicBezTo>
                  <a:lnTo>
                    <a:pt x="1016" y="584"/>
                  </a:lnTo>
                  <a:cubicBezTo>
                    <a:pt x="1155" y="468"/>
                    <a:pt x="1329" y="407"/>
                    <a:pt x="1506" y="407"/>
                  </a:cubicBezTo>
                  <a:close/>
                  <a:moveTo>
                    <a:pt x="1141" y="999"/>
                  </a:moveTo>
                  <a:cubicBezTo>
                    <a:pt x="1199" y="999"/>
                    <a:pt x="1263" y="1006"/>
                    <a:pt x="1329" y="1020"/>
                  </a:cubicBezTo>
                  <a:cubicBezTo>
                    <a:pt x="1899" y="1139"/>
                    <a:pt x="2560" y="1684"/>
                    <a:pt x="2936" y="2085"/>
                  </a:cubicBezTo>
                  <a:cubicBezTo>
                    <a:pt x="2564" y="2335"/>
                    <a:pt x="2223" y="2627"/>
                    <a:pt x="1924" y="2961"/>
                  </a:cubicBezTo>
                  <a:cubicBezTo>
                    <a:pt x="1762" y="3140"/>
                    <a:pt x="1611" y="3334"/>
                    <a:pt x="1474" y="3534"/>
                  </a:cubicBezTo>
                  <a:cubicBezTo>
                    <a:pt x="957" y="2887"/>
                    <a:pt x="788" y="2040"/>
                    <a:pt x="742" y="1371"/>
                  </a:cubicBezTo>
                  <a:cubicBezTo>
                    <a:pt x="742" y="1284"/>
                    <a:pt x="763" y="1157"/>
                    <a:pt x="858" y="1080"/>
                  </a:cubicBezTo>
                  <a:cubicBezTo>
                    <a:pt x="922" y="1027"/>
                    <a:pt x="1021" y="999"/>
                    <a:pt x="1141" y="999"/>
                  </a:cubicBezTo>
                  <a:close/>
                  <a:moveTo>
                    <a:pt x="11743" y="407"/>
                  </a:moveTo>
                  <a:cubicBezTo>
                    <a:pt x="11920" y="407"/>
                    <a:pt x="12093" y="468"/>
                    <a:pt x="12234" y="584"/>
                  </a:cubicBezTo>
                  <a:lnTo>
                    <a:pt x="12251" y="598"/>
                  </a:lnTo>
                  <a:cubicBezTo>
                    <a:pt x="12205" y="593"/>
                    <a:pt x="12158" y="591"/>
                    <a:pt x="12111" y="591"/>
                  </a:cubicBezTo>
                  <a:cubicBezTo>
                    <a:pt x="12018" y="591"/>
                    <a:pt x="11926" y="600"/>
                    <a:pt x="11836" y="619"/>
                  </a:cubicBezTo>
                  <a:cubicBezTo>
                    <a:pt x="11604" y="668"/>
                    <a:pt x="11302" y="802"/>
                    <a:pt x="11000" y="988"/>
                  </a:cubicBezTo>
                  <a:cubicBezTo>
                    <a:pt x="10806" y="1105"/>
                    <a:pt x="10923" y="1367"/>
                    <a:pt x="11102" y="1367"/>
                  </a:cubicBezTo>
                  <a:cubicBezTo>
                    <a:pt x="11137" y="1367"/>
                    <a:pt x="11176" y="1357"/>
                    <a:pt x="11214" y="1333"/>
                  </a:cubicBezTo>
                  <a:cubicBezTo>
                    <a:pt x="11471" y="1174"/>
                    <a:pt x="11734" y="1058"/>
                    <a:pt x="11917" y="1020"/>
                  </a:cubicBezTo>
                  <a:cubicBezTo>
                    <a:pt x="11986" y="1004"/>
                    <a:pt x="12051" y="997"/>
                    <a:pt x="12110" y="997"/>
                  </a:cubicBezTo>
                  <a:cubicBezTo>
                    <a:pt x="12227" y="997"/>
                    <a:pt x="12323" y="1026"/>
                    <a:pt x="12389" y="1080"/>
                  </a:cubicBezTo>
                  <a:cubicBezTo>
                    <a:pt x="12491" y="1160"/>
                    <a:pt x="12505" y="1280"/>
                    <a:pt x="12505" y="1371"/>
                  </a:cubicBezTo>
                  <a:cubicBezTo>
                    <a:pt x="12462" y="2040"/>
                    <a:pt x="12290" y="2887"/>
                    <a:pt x="11773" y="3534"/>
                  </a:cubicBezTo>
                  <a:cubicBezTo>
                    <a:pt x="11636" y="3334"/>
                    <a:pt x="11485" y="3140"/>
                    <a:pt x="11323" y="2961"/>
                  </a:cubicBezTo>
                  <a:cubicBezTo>
                    <a:pt x="11024" y="2627"/>
                    <a:pt x="10683" y="2331"/>
                    <a:pt x="10310" y="2085"/>
                  </a:cubicBezTo>
                  <a:cubicBezTo>
                    <a:pt x="10377" y="2015"/>
                    <a:pt x="10444" y="1945"/>
                    <a:pt x="10514" y="1874"/>
                  </a:cubicBezTo>
                  <a:cubicBezTo>
                    <a:pt x="10666" y="1730"/>
                    <a:pt x="10533" y="1521"/>
                    <a:pt x="10374" y="1521"/>
                  </a:cubicBezTo>
                  <a:cubicBezTo>
                    <a:pt x="10327" y="1521"/>
                    <a:pt x="10278" y="1539"/>
                    <a:pt x="10233" y="1582"/>
                  </a:cubicBezTo>
                  <a:cubicBezTo>
                    <a:pt x="10138" y="1674"/>
                    <a:pt x="10043" y="1769"/>
                    <a:pt x="9955" y="1871"/>
                  </a:cubicBezTo>
                  <a:cubicBezTo>
                    <a:pt x="9758" y="1758"/>
                    <a:pt x="9558" y="1663"/>
                    <a:pt x="9350" y="1579"/>
                  </a:cubicBezTo>
                  <a:cubicBezTo>
                    <a:pt x="10047" y="1013"/>
                    <a:pt x="10785" y="626"/>
                    <a:pt x="11548" y="433"/>
                  </a:cubicBezTo>
                  <a:cubicBezTo>
                    <a:pt x="11613" y="415"/>
                    <a:pt x="11678" y="407"/>
                    <a:pt x="11743" y="407"/>
                  </a:cubicBezTo>
                  <a:close/>
                  <a:moveTo>
                    <a:pt x="6625" y="1494"/>
                  </a:moveTo>
                  <a:cubicBezTo>
                    <a:pt x="8506" y="1494"/>
                    <a:pt x="9983" y="2078"/>
                    <a:pt x="11021" y="3232"/>
                  </a:cubicBezTo>
                  <a:cubicBezTo>
                    <a:pt x="12118" y="4448"/>
                    <a:pt x="12526" y="6094"/>
                    <a:pt x="12677" y="7258"/>
                  </a:cubicBezTo>
                  <a:cubicBezTo>
                    <a:pt x="12761" y="7930"/>
                    <a:pt x="12786" y="8605"/>
                    <a:pt x="12754" y="9280"/>
                  </a:cubicBezTo>
                  <a:lnTo>
                    <a:pt x="12181" y="9069"/>
                  </a:lnTo>
                  <a:cubicBezTo>
                    <a:pt x="12157" y="9060"/>
                    <a:pt x="12133" y="9056"/>
                    <a:pt x="12110" y="9056"/>
                  </a:cubicBezTo>
                  <a:cubicBezTo>
                    <a:pt x="12005" y="9056"/>
                    <a:pt x="11913" y="9140"/>
                    <a:pt x="11907" y="9255"/>
                  </a:cubicBezTo>
                  <a:cubicBezTo>
                    <a:pt x="11851" y="10191"/>
                    <a:pt x="11661" y="11115"/>
                    <a:pt x="11348" y="12002"/>
                  </a:cubicBezTo>
                  <a:lnTo>
                    <a:pt x="10943" y="11527"/>
                  </a:lnTo>
                  <a:cubicBezTo>
                    <a:pt x="10901" y="11479"/>
                    <a:pt x="10844" y="11455"/>
                    <a:pt x="10788" y="11455"/>
                  </a:cubicBezTo>
                  <a:cubicBezTo>
                    <a:pt x="10717" y="11455"/>
                    <a:pt x="10647" y="11493"/>
                    <a:pt x="10609" y="11566"/>
                  </a:cubicBezTo>
                  <a:cubicBezTo>
                    <a:pt x="10286" y="12167"/>
                    <a:pt x="9751" y="12715"/>
                    <a:pt x="9484" y="12965"/>
                  </a:cubicBezTo>
                  <a:lnTo>
                    <a:pt x="8981" y="12293"/>
                  </a:lnTo>
                  <a:cubicBezTo>
                    <a:pt x="9540" y="11935"/>
                    <a:pt x="9878" y="11316"/>
                    <a:pt x="9874" y="10651"/>
                  </a:cubicBezTo>
                  <a:cubicBezTo>
                    <a:pt x="9874" y="10516"/>
                    <a:pt x="9772" y="10448"/>
                    <a:pt x="9670" y="10448"/>
                  </a:cubicBezTo>
                  <a:cubicBezTo>
                    <a:pt x="9568" y="10448"/>
                    <a:pt x="9466" y="10516"/>
                    <a:pt x="9466" y="10651"/>
                  </a:cubicBezTo>
                  <a:cubicBezTo>
                    <a:pt x="9470" y="11499"/>
                    <a:pt x="8791" y="12184"/>
                    <a:pt x="7944" y="12191"/>
                  </a:cubicBezTo>
                  <a:cubicBezTo>
                    <a:pt x="7599" y="12191"/>
                    <a:pt x="7265" y="12075"/>
                    <a:pt x="6998" y="11857"/>
                  </a:cubicBezTo>
                  <a:cubicBezTo>
                    <a:pt x="6889" y="11770"/>
                    <a:pt x="6756" y="11726"/>
                    <a:pt x="6623" y="11726"/>
                  </a:cubicBezTo>
                  <a:cubicBezTo>
                    <a:pt x="6491" y="11726"/>
                    <a:pt x="6358" y="11770"/>
                    <a:pt x="6249" y="11857"/>
                  </a:cubicBezTo>
                  <a:cubicBezTo>
                    <a:pt x="5982" y="12075"/>
                    <a:pt x="5648" y="12191"/>
                    <a:pt x="5303" y="12191"/>
                  </a:cubicBezTo>
                  <a:cubicBezTo>
                    <a:pt x="4459" y="12184"/>
                    <a:pt x="3777" y="11499"/>
                    <a:pt x="3780" y="10651"/>
                  </a:cubicBezTo>
                  <a:cubicBezTo>
                    <a:pt x="3780" y="10516"/>
                    <a:pt x="3678" y="10448"/>
                    <a:pt x="3576" y="10448"/>
                  </a:cubicBezTo>
                  <a:cubicBezTo>
                    <a:pt x="3474" y="10448"/>
                    <a:pt x="3372" y="10516"/>
                    <a:pt x="3372" y="10651"/>
                  </a:cubicBezTo>
                  <a:cubicBezTo>
                    <a:pt x="3372" y="11316"/>
                    <a:pt x="3710" y="11935"/>
                    <a:pt x="4266" y="12293"/>
                  </a:cubicBezTo>
                  <a:lnTo>
                    <a:pt x="3766" y="12969"/>
                  </a:lnTo>
                  <a:cubicBezTo>
                    <a:pt x="3499" y="12715"/>
                    <a:pt x="2961" y="12174"/>
                    <a:pt x="2641" y="11566"/>
                  </a:cubicBezTo>
                  <a:cubicBezTo>
                    <a:pt x="2604" y="11495"/>
                    <a:pt x="2533" y="11459"/>
                    <a:pt x="2462" y="11459"/>
                  </a:cubicBezTo>
                  <a:cubicBezTo>
                    <a:pt x="2405" y="11459"/>
                    <a:pt x="2348" y="11482"/>
                    <a:pt x="2307" y="11530"/>
                  </a:cubicBezTo>
                  <a:lnTo>
                    <a:pt x="1903" y="12005"/>
                  </a:lnTo>
                  <a:cubicBezTo>
                    <a:pt x="1586" y="11119"/>
                    <a:pt x="1400" y="10194"/>
                    <a:pt x="1343" y="9255"/>
                  </a:cubicBezTo>
                  <a:cubicBezTo>
                    <a:pt x="1338" y="9143"/>
                    <a:pt x="1245" y="9059"/>
                    <a:pt x="1140" y="9059"/>
                  </a:cubicBezTo>
                  <a:cubicBezTo>
                    <a:pt x="1117" y="9059"/>
                    <a:pt x="1093" y="9063"/>
                    <a:pt x="1069" y="9072"/>
                  </a:cubicBezTo>
                  <a:lnTo>
                    <a:pt x="496" y="9280"/>
                  </a:lnTo>
                  <a:cubicBezTo>
                    <a:pt x="464" y="8608"/>
                    <a:pt x="492" y="7937"/>
                    <a:pt x="577" y="7268"/>
                  </a:cubicBezTo>
                  <a:cubicBezTo>
                    <a:pt x="724" y="6101"/>
                    <a:pt x="1132" y="4452"/>
                    <a:pt x="2230" y="3232"/>
                  </a:cubicBezTo>
                  <a:cubicBezTo>
                    <a:pt x="3267" y="2082"/>
                    <a:pt x="4747" y="1494"/>
                    <a:pt x="6625" y="1494"/>
                  </a:cubicBezTo>
                  <a:close/>
                  <a:moveTo>
                    <a:pt x="6625" y="12135"/>
                  </a:moveTo>
                  <a:cubicBezTo>
                    <a:pt x="6667" y="12135"/>
                    <a:pt x="6709" y="12149"/>
                    <a:pt x="6745" y="12177"/>
                  </a:cubicBezTo>
                  <a:cubicBezTo>
                    <a:pt x="7090" y="12453"/>
                    <a:pt x="7514" y="12600"/>
                    <a:pt x="7944" y="12600"/>
                  </a:cubicBezTo>
                  <a:cubicBezTo>
                    <a:pt x="8128" y="12600"/>
                    <a:pt x="8312" y="12573"/>
                    <a:pt x="8492" y="12519"/>
                  </a:cubicBezTo>
                  <a:lnTo>
                    <a:pt x="8492" y="12519"/>
                  </a:lnTo>
                  <a:cubicBezTo>
                    <a:pt x="8264" y="13113"/>
                    <a:pt x="7694" y="13500"/>
                    <a:pt x="7061" y="13500"/>
                  </a:cubicBezTo>
                  <a:lnTo>
                    <a:pt x="6189" y="13500"/>
                  </a:lnTo>
                  <a:cubicBezTo>
                    <a:pt x="5553" y="13500"/>
                    <a:pt x="4983" y="13113"/>
                    <a:pt x="4754" y="12519"/>
                  </a:cubicBezTo>
                  <a:lnTo>
                    <a:pt x="4754" y="12519"/>
                  </a:lnTo>
                  <a:cubicBezTo>
                    <a:pt x="4935" y="12573"/>
                    <a:pt x="5121" y="12600"/>
                    <a:pt x="5305" y="12600"/>
                  </a:cubicBezTo>
                  <a:cubicBezTo>
                    <a:pt x="5736" y="12600"/>
                    <a:pt x="6161" y="12453"/>
                    <a:pt x="6506" y="12177"/>
                  </a:cubicBezTo>
                  <a:cubicBezTo>
                    <a:pt x="6541" y="12149"/>
                    <a:pt x="6583" y="12135"/>
                    <a:pt x="6625" y="12135"/>
                  </a:cubicBezTo>
                  <a:close/>
                  <a:moveTo>
                    <a:pt x="1504" y="1"/>
                  </a:moveTo>
                  <a:cubicBezTo>
                    <a:pt x="1237" y="1"/>
                    <a:pt x="973" y="93"/>
                    <a:pt x="760" y="267"/>
                  </a:cubicBezTo>
                  <a:cubicBezTo>
                    <a:pt x="471" y="499"/>
                    <a:pt x="310" y="851"/>
                    <a:pt x="327" y="1224"/>
                  </a:cubicBezTo>
                  <a:cubicBezTo>
                    <a:pt x="355" y="2008"/>
                    <a:pt x="545" y="3094"/>
                    <a:pt x="1245" y="3893"/>
                  </a:cubicBezTo>
                  <a:cubicBezTo>
                    <a:pt x="577" y="5014"/>
                    <a:pt x="292" y="6266"/>
                    <a:pt x="169" y="7219"/>
                  </a:cubicBezTo>
                  <a:cubicBezTo>
                    <a:pt x="0" y="8538"/>
                    <a:pt x="106" y="9544"/>
                    <a:pt x="109" y="9586"/>
                  </a:cubicBezTo>
                  <a:cubicBezTo>
                    <a:pt x="121" y="9695"/>
                    <a:pt x="211" y="9771"/>
                    <a:pt x="311" y="9771"/>
                  </a:cubicBezTo>
                  <a:cubicBezTo>
                    <a:pt x="334" y="9771"/>
                    <a:pt x="357" y="9767"/>
                    <a:pt x="380" y="9758"/>
                  </a:cubicBezTo>
                  <a:lnTo>
                    <a:pt x="950" y="9547"/>
                  </a:lnTo>
                  <a:cubicBezTo>
                    <a:pt x="995" y="10068"/>
                    <a:pt x="1146" y="11246"/>
                    <a:pt x="1646" y="12473"/>
                  </a:cubicBezTo>
                  <a:cubicBezTo>
                    <a:pt x="1681" y="12555"/>
                    <a:pt x="1759" y="12600"/>
                    <a:pt x="1838" y="12600"/>
                  </a:cubicBezTo>
                  <a:cubicBezTo>
                    <a:pt x="1893" y="12600"/>
                    <a:pt x="1950" y="12577"/>
                    <a:pt x="1990" y="12529"/>
                  </a:cubicBezTo>
                  <a:lnTo>
                    <a:pt x="2430" y="12012"/>
                  </a:lnTo>
                  <a:cubicBezTo>
                    <a:pt x="2919" y="12789"/>
                    <a:pt x="3629" y="13394"/>
                    <a:pt x="3664" y="13422"/>
                  </a:cubicBezTo>
                  <a:cubicBezTo>
                    <a:pt x="3702" y="13454"/>
                    <a:pt x="3748" y="13469"/>
                    <a:pt x="3795" y="13469"/>
                  </a:cubicBezTo>
                  <a:cubicBezTo>
                    <a:pt x="3857" y="13469"/>
                    <a:pt x="3919" y="13441"/>
                    <a:pt x="3960" y="13387"/>
                  </a:cubicBezTo>
                  <a:lnTo>
                    <a:pt x="4420" y="12772"/>
                  </a:lnTo>
                  <a:cubicBezTo>
                    <a:pt x="4737" y="13464"/>
                    <a:pt x="5426" y="13908"/>
                    <a:pt x="6186" y="13908"/>
                  </a:cubicBezTo>
                  <a:lnTo>
                    <a:pt x="7058" y="13908"/>
                  </a:lnTo>
                  <a:cubicBezTo>
                    <a:pt x="7817" y="13908"/>
                    <a:pt x="8510" y="13464"/>
                    <a:pt x="8826" y="12772"/>
                  </a:cubicBezTo>
                  <a:lnTo>
                    <a:pt x="9291" y="13387"/>
                  </a:lnTo>
                  <a:cubicBezTo>
                    <a:pt x="9322" y="13433"/>
                    <a:pt x="9375" y="13461"/>
                    <a:pt x="9428" y="13468"/>
                  </a:cubicBezTo>
                  <a:lnTo>
                    <a:pt x="9452" y="13468"/>
                  </a:lnTo>
                  <a:cubicBezTo>
                    <a:pt x="9502" y="13468"/>
                    <a:pt x="9547" y="13450"/>
                    <a:pt x="9582" y="13419"/>
                  </a:cubicBezTo>
                  <a:cubicBezTo>
                    <a:pt x="9618" y="13391"/>
                    <a:pt x="10331" y="12786"/>
                    <a:pt x="10817" y="12009"/>
                  </a:cubicBezTo>
                  <a:lnTo>
                    <a:pt x="11256" y="12526"/>
                  </a:lnTo>
                  <a:cubicBezTo>
                    <a:pt x="11298" y="12574"/>
                    <a:pt x="11355" y="12598"/>
                    <a:pt x="11412" y="12598"/>
                  </a:cubicBezTo>
                  <a:cubicBezTo>
                    <a:pt x="11491" y="12598"/>
                    <a:pt x="11568" y="12553"/>
                    <a:pt x="11601" y="12469"/>
                  </a:cubicBezTo>
                  <a:cubicBezTo>
                    <a:pt x="12104" y="11246"/>
                    <a:pt x="12251" y="10068"/>
                    <a:pt x="12297" y="9544"/>
                  </a:cubicBezTo>
                  <a:lnTo>
                    <a:pt x="12867" y="9755"/>
                  </a:lnTo>
                  <a:cubicBezTo>
                    <a:pt x="12890" y="9763"/>
                    <a:pt x="12913" y="9767"/>
                    <a:pt x="12936" y="9767"/>
                  </a:cubicBezTo>
                  <a:cubicBezTo>
                    <a:pt x="13036" y="9767"/>
                    <a:pt x="13126" y="9692"/>
                    <a:pt x="13138" y="9586"/>
                  </a:cubicBezTo>
                  <a:cubicBezTo>
                    <a:pt x="13145" y="9544"/>
                    <a:pt x="13247" y="8538"/>
                    <a:pt x="13078" y="7219"/>
                  </a:cubicBezTo>
                  <a:cubicBezTo>
                    <a:pt x="12958" y="6266"/>
                    <a:pt x="12670" y="5014"/>
                    <a:pt x="12005" y="3893"/>
                  </a:cubicBezTo>
                  <a:cubicBezTo>
                    <a:pt x="12705" y="3094"/>
                    <a:pt x="12891" y="2008"/>
                    <a:pt x="12923" y="1224"/>
                  </a:cubicBezTo>
                  <a:cubicBezTo>
                    <a:pt x="12937" y="854"/>
                    <a:pt x="12779" y="499"/>
                    <a:pt x="12491" y="267"/>
                  </a:cubicBezTo>
                  <a:cubicBezTo>
                    <a:pt x="12277" y="93"/>
                    <a:pt x="12014" y="1"/>
                    <a:pt x="11744" y="1"/>
                  </a:cubicBezTo>
                  <a:cubicBezTo>
                    <a:pt x="11645" y="1"/>
                    <a:pt x="11545" y="13"/>
                    <a:pt x="11446" y="39"/>
                  </a:cubicBezTo>
                  <a:cubicBezTo>
                    <a:pt x="10560" y="260"/>
                    <a:pt x="9706" y="724"/>
                    <a:pt x="8907" y="1417"/>
                  </a:cubicBezTo>
                  <a:cubicBezTo>
                    <a:pt x="8222" y="1199"/>
                    <a:pt x="7462" y="1090"/>
                    <a:pt x="6625" y="1090"/>
                  </a:cubicBezTo>
                  <a:cubicBezTo>
                    <a:pt x="6612" y="1090"/>
                    <a:pt x="6599" y="1090"/>
                    <a:pt x="6586" y="1090"/>
                  </a:cubicBezTo>
                  <a:cubicBezTo>
                    <a:pt x="5764" y="1090"/>
                    <a:pt x="5018" y="1199"/>
                    <a:pt x="4343" y="1417"/>
                  </a:cubicBezTo>
                  <a:cubicBezTo>
                    <a:pt x="3545" y="724"/>
                    <a:pt x="2690" y="260"/>
                    <a:pt x="1801" y="39"/>
                  </a:cubicBezTo>
                  <a:cubicBezTo>
                    <a:pt x="1703" y="13"/>
                    <a:pt x="1603" y="1"/>
                    <a:pt x="15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84"/>
            <p:cNvSpPr/>
            <p:nvPr/>
          </p:nvSpPr>
          <p:spPr>
            <a:xfrm>
              <a:off x="2042621" y="1659684"/>
              <a:ext cx="50616" cy="60865"/>
            </a:xfrm>
            <a:custGeom>
              <a:rect b="b" l="l" r="r" t="t"/>
              <a:pathLst>
                <a:path extrusionOk="0" h="2322" w="1931">
                  <a:moveTo>
                    <a:pt x="967" y="1"/>
                  </a:moveTo>
                  <a:cubicBezTo>
                    <a:pt x="433" y="1"/>
                    <a:pt x="0" y="434"/>
                    <a:pt x="0" y="968"/>
                  </a:cubicBezTo>
                  <a:lnTo>
                    <a:pt x="0" y="1404"/>
                  </a:lnTo>
                  <a:cubicBezTo>
                    <a:pt x="25" y="1917"/>
                    <a:pt x="450" y="2322"/>
                    <a:pt x="964" y="2322"/>
                  </a:cubicBezTo>
                  <a:cubicBezTo>
                    <a:pt x="1481" y="2322"/>
                    <a:pt x="1903" y="1917"/>
                    <a:pt x="1931" y="1404"/>
                  </a:cubicBezTo>
                  <a:lnTo>
                    <a:pt x="1931" y="968"/>
                  </a:lnTo>
                  <a:cubicBezTo>
                    <a:pt x="1931" y="824"/>
                    <a:pt x="1899" y="683"/>
                    <a:pt x="1839" y="553"/>
                  </a:cubicBezTo>
                  <a:cubicBezTo>
                    <a:pt x="1804" y="480"/>
                    <a:pt x="1733" y="438"/>
                    <a:pt x="1658" y="438"/>
                  </a:cubicBezTo>
                  <a:cubicBezTo>
                    <a:pt x="1628" y="438"/>
                    <a:pt x="1598" y="444"/>
                    <a:pt x="1569" y="458"/>
                  </a:cubicBezTo>
                  <a:cubicBezTo>
                    <a:pt x="1467" y="504"/>
                    <a:pt x="1425" y="627"/>
                    <a:pt x="1470" y="729"/>
                  </a:cubicBezTo>
                  <a:cubicBezTo>
                    <a:pt x="1505" y="803"/>
                    <a:pt x="1526" y="884"/>
                    <a:pt x="1526" y="968"/>
                  </a:cubicBezTo>
                  <a:lnTo>
                    <a:pt x="1526" y="1404"/>
                  </a:lnTo>
                  <a:cubicBezTo>
                    <a:pt x="1526" y="1710"/>
                    <a:pt x="1273" y="1960"/>
                    <a:pt x="967" y="1960"/>
                  </a:cubicBezTo>
                  <a:cubicBezTo>
                    <a:pt x="658" y="1960"/>
                    <a:pt x="408" y="1710"/>
                    <a:pt x="408" y="1404"/>
                  </a:cubicBezTo>
                  <a:lnTo>
                    <a:pt x="408" y="968"/>
                  </a:lnTo>
                  <a:cubicBezTo>
                    <a:pt x="408" y="659"/>
                    <a:pt x="658" y="409"/>
                    <a:pt x="967" y="409"/>
                  </a:cubicBezTo>
                  <a:cubicBezTo>
                    <a:pt x="1080" y="409"/>
                    <a:pt x="1171" y="317"/>
                    <a:pt x="1171" y="205"/>
                  </a:cubicBezTo>
                  <a:cubicBezTo>
                    <a:pt x="1171" y="92"/>
                    <a:pt x="1080" y="1"/>
                    <a:pt x="9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84"/>
            <p:cNvSpPr/>
            <p:nvPr/>
          </p:nvSpPr>
          <p:spPr>
            <a:xfrm>
              <a:off x="2185295" y="1659789"/>
              <a:ext cx="50643" cy="60761"/>
            </a:xfrm>
            <a:custGeom>
              <a:rect b="b" l="l" r="r" t="t"/>
              <a:pathLst>
                <a:path extrusionOk="0" h="2318" w="1932">
                  <a:moveTo>
                    <a:pt x="968" y="1"/>
                  </a:moveTo>
                  <a:cubicBezTo>
                    <a:pt x="433" y="1"/>
                    <a:pt x="1" y="433"/>
                    <a:pt x="1" y="968"/>
                  </a:cubicBezTo>
                  <a:lnTo>
                    <a:pt x="1" y="1404"/>
                  </a:lnTo>
                  <a:cubicBezTo>
                    <a:pt x="25" y="1917"/>
                    <a:pt x="451" y="2318"/>
                    <a:pt x="964" y="2318"/>
                  </a:cubicBezTo>
                  <a:cubicBezTo>
                    <a:pt x="1481" y="2318"/>
                    <a:pt x="1903" y="1917"/>
                    <a:pt x="1931" y="1404"/>
                  </a:cubicBezTo>
                  <a:lnTo>
                    <a:pt x="1931" y="1400"/>
                  </a:lnTo>
                  <a:lnTo>
                    <a:pt x="1931" y="964"/>
                  </a:lnTo>
                  <a:cubicBezTo>
                    <a:pt x="1931" y="823"/>
                    <a:pt x="1900" y="679"/>
                    <a:pt x="1840" y="553"/>
                  </a:cubicBezTo>
                  <a:cubicBezTo>
                    <a:pt x="1799" y="469"/>
                    <a:pt x="1730" y="434"/>
                    <a:pt x="1661" y="434"/>
                  </a:cubicBezTo>
                  <a:cubicBezTo>
                    <a:pt x="1527" y="434"/>
                    <a:pt x="1394" y="566"/>
                    <a:pt x="1471" y="728"/>
                  </a:cubicBezTo>
                  <a:cubicBezTo>
                    <a:pt x="1506" y="802"/>
                    <a:pt x="1523" y="883"/>
                    <a:pt x="1523" y="968"/>
                  </a:cubicBezTo>
                  <a:lnTo>
                    <a:pt x="1523" y="1400"/>
                  </a:lnTo>
                  <a:cubicBezTo>
                    <a:pt x="1523" y="1709"/>
                    <a:pt x="1274" y="1959"/>
                    <a:pt x="968" y="1959"/>
                  </a:cubicBezTo>
                  <a:cubicBezTo>
                    <a:pt x="658" y="1959"/>
                    <a:pt x="409" y="1709"/>
                    <a:pt x="409" y="1400"/>
                  </a:cubicBezTo>
                  <a:lnTo>
                    <a:pt x="409" y="968"/>
                  </a:lnTo>
                  <a:cubicBezTo>
                    <a:pt x="409" y="658"/>
                    <a:pt x="658" y="408"/>
                    <a:pt x="968" y="408"/>
                  </a:cubicBezTo>
                  <a:cubicBezTo>
                    <a:pt x="1080" y="408"/>
                    <a:pt x="1172" y="317"/>
                    <a:pt x="1172" y="204"/>
                  </a:cubicBezTo>
                  <a:cubicBezTo>
                    <a:pt x="1172" y="92"/>
                    <a:pt x="1080" y="1"/>
                    <a:pt x="9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84"/>
            <p:cNvSpPr/>
            <p:nvPr/>
          </p:nvSpPr>
          <p:spPr>
            <a:xfrm>
              <a:off x="2030406" y="1739580"/>
              <a:ext cx="25452" cy="16566"/>
            </a:xfrm>
            <a:custGeom>
              <a:rect b="b" l="l" r="r" t="t"/>
              <a:pathLst>
                <a:path extrusionOk="0" h="632" w="971">
                  <a:moveTo>
                    <a:pt x="295" y="1"/>
                  </a:moveTo>
                  <a:cubicBezTo>
                    <a:pt x="121" y="1"/>
                    <a:pt x="0" y="251"/>
                    <a:pt x="185" y="378"/>
                  </a:cubicBezTo>
                  <a:cubicBezTo>
                    <a:pt x="312" y="462"/>
                    <a:pt x="445" y="540"/>
                    <a:pt x="579" y="607"/>
                  </a:cubicBezTo>
                  <a:cubicBezTo>
                    <a:pt x="614" y="624"/>
                    <a:pt x="647" y="632"/>
                    <a:pt x="678" y="632"/>
                  </a:cubicBezTo>
                  <a:cubicBezTo>
                    <a:pt x="867" y="632"/>
                    <a:pt x="970" y="347"/>
                    <a:pt x="762" y="241"/>
                  </a:cubicBezTo>
                  <a:lnTo>
                    <a:pt x="762" y="241"/>
                  </a:lnTo>
                  <a:lnTo>
                    <a:pt x="762" y="244"/>
                  </a:lnTo>
                  <a:cubicBezTo>
                    <a:pt x="642" y="181"/>
                    <a:pt x="526" y="114"/>
                    <a:pt x="414" y="40"/>
                  </a:cubicBezTo>
                  <a:cubicBezTo>
                    <a:pt x="373" y="13"/>
                    <a:pt x="333"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84"/>
            <p:cNvSpPr/>
            <p:nvPr/>
          </p:nvSpPr>
          <p:spPr>
            <a:xfrm>
              <a:off x="1995831" y="1693944"/>
              <a:ext cx="31167" cy="39607"/>
            </a:xfrm>
            <a:custGeom>
              <a:rect b="b" l="l" r="r" t="t"/>
              <a:pathLst>
                <a:path extrusionOk="0" h="1511" w="1189">
                  <a:moveTo>
                    <a:pt x="253" y="1"/>
                  </a:moveTo>
                  <a:cubicBezTo>
                    <a:pt x="128" y="1"/>
                    <a:pt x="1" y="111"/>
                    <a:pt x="55" y="269"/>
                  </a:cubicBezTo>
                  <a:cubicBezTo>
                    <a:pt x="213" y="695"/>
                    <a:pt x="449" y="1089"/>
                    <a:pt x="744" y="1437"/>
                  </a:cubicBezTo>
                  <a:cubicBezTo>
                    <a:pt x="789" y="1489"/>
                    <a:pt x="843" y="1510"/>
                    <a:pt x="895" y="1510"/>
                  </a:cubicBezTo>
                  <a:cubicBezTo>
                    <a:pt x="1048" y="1510"/>
                    <a:pt x="1188" y="1325"/>
                    <a:pt x="1057" y="1173"/>
                  </a:cubicBezTo>
                  <a:cubicBezTo>
                    <a:pt x="794" y="867"/>
                    <a:pt x="586" y="516"/>
                    <a:pt x="442" y="143"/>
                  </a:cubicBezTo>
                  <a:cubicBezTo>
                    <a:pt x="408" y="43"/>
                    <a:pt x="331"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84"/>
            <p:cNvSpPr/>
            <p:nvPr/>
          </p:nvSpPr>
          <p:spPr>
            <a:xfrm>
              <a:off x="2217065" y="1739580"/>
              <a:ext cx="25452" cy="16566"/>
            </a:xfrm>
            <a:custGeom>
              <a:rect b="b" l="l" r="r" t="t"/>
              <a:pathLst>
                <a:path extrusionOk="0" h="632" w="971">
                  <a:moveTo>
                    <a:pt x="676" y="1"/>
                  </a:moveTo>
                  <a:cubicBezTo>
                    <a:pt x="638" y="1"/>
                    <a:pt x="598" y="13"/>
                    <a:pt x="558" y="40"/>
                  </a:cubicBezTo>
                  <a:cubicBezTo>
                    <a:pt x="445" y="114"/>
                    <a:pt x="329" y="181"/>
                    <a:pt x="209" y="244"/>
                  </a:cubicBezTo>
                  <a:cubicBezTo>
                    <a:pt x="1" y="347"/>
                    <a:pt x="104" y="632"/>
                    <a:pt x="293" y="632"/>
                  </a:cubicBezTo>
                  <a:cubicBezTo>
                    <a:pt x="324" y="632"/>
                    <a:pt x="358" y="624"/>
                    <a:pt x="392" y="607"/>
                  </a:cubicBezTo>
                  <a:cubicBezTo>
                    <a:pt x="526" y="540"/>
                    <a:pt x="660" y="462"/>
                    <a:pt x="786" y="378"/>
                  </a:cubicBezTo>
                  <a:cubicBezTo>
                    <a:pt x="971" y="251"/>
                    <a:pt x="850" y="1"/>
                    <a:pt x="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84"/>
            <p:cNvSpPr/>
            <p:nvPr/>
          </p:nvSpPr>
          <p:spPr>
            <a:xfrm>
              <a:off x="2245951" y="1693996"/>
              <a:ext cx="30642" cy="39502"/>
            </a:xfrm>
            <a:custGeom>
              <a:rect b="b" l="l" r="r" t="t"/>
              <a:pathLst>
                <a:path extrusionOk="0" h="1507" w="1169">
                  <a:moveTo>
                    <a:pt x="939" y="0"/>
                  </a:moveTo>
                  <a:cubicBezTo>
                    <a:pt x="854" y="0"/>
                    <a:pt x="774" y="54"/>
                    <a:pt x="746" y="141"/>
                  </a:cubicBezTo>
                  <a:cubicBezTo>
                    <a:pt x="602" y="517"/>
                    <a:pt x="394" y="865"/>
                    <a:pt x="131" y="1168"/>
                  </a:cubicBezTo>
                  <a:cubicBezTo>
                    <a:pt x="0" y="1322"/>
                    <a:pt x="137" y="1507"/>
                    <a:pt x="289" y="1507"/>
                  </a:cubicBezTo>
                  <a:cubicBezTo>
                    <a:pt x="341" y="1507"/>
                    <a:pt x="395" y="1485"/>
                    <a:pt x="440" y="1431"/>
                  </a:cubicBezTo>
                  <a:cubicBezTo>
                    <a:pt x="739" y="1087"/>
                    <a:pt x="971" y="693"/>
                    <a:pt x="1133" y="271"/>
                  </a:cubicBezTo>
                  <a:cubicBezTo>
                    <a:pt x="1168" y="162"/>
                    <a:pt x="1112" y="46"/>
                    <a:pt x="1003" y="11"/>
                  </a:cubicBezTo>
                  <a:cubicBezTo>
                    <a:pt x="982" y="4"/>
                    <a:pt x="960"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84"/>
            <p:cNvSpPr/>
            <p:nvPr/>
          </p:nvSpPr>
          <p:spPr>
            <a:xfrm>
              <a:off x="2057745" y="1577036"/>
              <a:ext cx="26684" cy="17248"/>
            </a:xfrm>
            <a:custGeom>
              <a:rect b="b" l="l" r="r" t="t"/>
              <a:pathLst>
                <a:path extrusionOk="0" h="658" w="1018">
                  <a:moveTo>
                    <a:pt x="722" y="0"/>
                  </a:moveTo>
                  <a:cubicBezTo>
                    <a:pt x="692" y="0"/>
                    <a:pt x="660" y="8"/>
                    <a:pt x="626" y="24"/>
                  </a:cubicBezTo>
                  <a:cubicBezTo>
                    <a:pt x="471" y="102"/>
                    <a:pt x="317" y="190"/>
                    <a:pt x="172" y="281"/>
                  </a:cubicBezTo>
                  <a:cubicBezTo>
                    <a:pt x="0" y="394"/>
                    <a:pt x="77" y="657"/>
                    <a:pt x="281" y="657"/>
                  </a:cubicBezTo>
                  <a:cubicBezTo>
                    <a:pt x="320" y="657"/>
                    <a:pt x="359" y="647"/>
                    <a:pt x="390" y="626"/>
                  </a:cubicBezTo>
                  <a:cubicBezTo>
                    <a:pt x="524" y="538"/>
                    <a:pt x="665" y="460"/>
                    <a:pt x="809" y="390"/>
                  </a:cubicBezTo>
                  <a:cubicBezTo>
                    <a:pt x="1018" y="284"/>
                    <a:pt x="911" y="0"/>
                    <a:pt x="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84"/>
            <p:cNvSpPr/>
            <p:nvPr/>
          </p:nvSpPr>
          <p:spPr>
            <a:xfrm>
              <a:off x="2091428" y="1591243"/>
              <a:ext cx="95597" cy="18716"/>
            </a:xfrm>
            <a:custGeom>
              <a:rect b="b" l="l" r="r" t="t"/>
              <a:pathLst>
                <a:path extrusionOk="0" h="714" w="3647">
                  <a:moveTo>
                    <a:pt x="1825" y="0"/>
                  </a:moveTo>
                  <a:cubicBezTo>
                    <a:pt x="1279" y="0"/>
                    <a:pt x="733" y="107"/>
                    <a:pt x="220" y="319"/>
                  </a:cubicBezTo>
                  <a:cubicBezTo>
                    <a:pt x="1" y="412"/>
                    <a:pt x="96" y="714"/>
                    <a:pt x="292" y="714"/>
                  </a:cubicBezTo>
                  <a:cubicBezTo>
                    <a:pt x="319" y="714"/>
                    <a:pt x="348" y="708"/>
                    <a:pt x="378" y="696"/>
                  </a:cubicBezTo>
                  <a:cubicBezTo>
                    <a:pt x="844" y="505"/>
                    <a:pt x="1336" y="409"/>
                    <a:pt x="1828" y="409"/>
                  </a:cubicBezTo>
                  <a:cubicBezTo>
                    <a:pt x="2318" y="409"/>
                    <a:pt x="2807" y="504"/>
                    <a:pt x="3269" y="696"/>
                  </a:cubicBezTo>
                  <a:cubicBezTo>
                    <a:pt x="3299" y="708"/>
                    <a:pt x="3328" y="714"/>
                    <a:pt x="3355" y="714"/>
                  </a:cubicBezTo>
                  <a:cubicBezTo>
                    <a:pt x="3551" y="714"/>
                    <a:pt x="3647" y="412"/>
                    <a:pt x="3427" y="319"/>
                  </a:cubicBezTo>
                  <a:lnTo>
                    <a:pt x="3431" y="319"/>
                  </a:lnTo>
                  <a:cubicBezTo>
                    <a:pt x="2917" y="107"/>
                    <a:pt x="2371" y="0"/>
                    <a:pt x="18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84"/>
            <p:cNvSpPr/>
            <p:nvPr/>
          </p:nvSpPr>
          <p:spPr>
            <a:xfrm>
              <a:off x="2194208" y="1577036"/>
              <a:ext cx="27156" cy="17326"/>
            </a:xfrm>
            <a:custGeom>
              <a:rect b="b" l="l" r="r" t="t"/>
              <a:pathLst>
                <a:path extrusionOk="0" h="661" w="1036">
                  <a:moveTo>
                    <a:pt x="296" y="0"/>
                  </a:moveTo>
                  <a:cubicBezTo>
                    <a:pt x="107" y="0"/>
                    <a:pt x="0" y="284"/>
                    <a:pt x="209" y="390"/>
                  </a:cubicBezTo>
                  <a:cubicBezTo>
                    <a:pt x="354" y="460"/>
                    <a:pt x="491" y="538"/>
                    <a:pt x="628" y="626"/>
                  </a:cubicBezTo>
                  <a:cubicBezTo>
                    <a:pt x="666" y="650"/>
                    <a:pt x="704" y="660"/>
                    <a:pt x="740" y="660"/>
                  </a:cubicBezTo>
                  <a:cubicBezTo>
                    <a:pt x="917" y="660"/>
                    <a:pt x="1036" y="404"/>
                    <a:pt x="846" y="281"/>
                  </a:cubicBezTo>
                  <a:cubicBezTo>
                    <a:pt x="698" y="190"/>
                    <a:pt x="547" y="102"/>
                    <a:pt x="392" y="24"/>
                  </a:cubicBezTo>
                  <a:cubicBezTo>
                    <a:pt x="359" y="8"/>
                    <a:pt x="326"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84"/>
            <p:cNvSpPr/>
            <p:nvPr/>
          </p:nvSpPr>
          <p:spPr>
            <a:xfrm>
              <a:off x="2090956" y="1562750"/>
              <a:ext cx="96724" cy="16461"/>
            </a:xfrm>
            <a:custGeom>
              <a:rect b="b" l="l" r="r" t="t"/>
              <a:pathLst>
                <a:path extrusionOk="0" h="628" w="3690">
                  <a:moveTo>
                    <a:pt x="1845" y="1"/>
                  </a:moveTo>
                  <a:cubicBezTo>
                    <a:pt x="1304" y="1"/>
                    <a:pt x="764" y="75"/>
                    <a:pt x="238" y="225"/>
                  </a:cubicBezTo>
                  <a:cubicBezTo>
                    <a:pt x="0" y="295"/>
                    <a:pt x="74" y="628"/>
                    <a:pt x="290" y="628"/>
                  </a:cubicBezTo>
                  <a:cubicBezTo>
                    <a:pt x="310" y="628"/>
                    <a:pt x="332" y="625"/>
                    <a:pt x="354" y="619"/>
                  </a:cubicBezTo>
                  <a:cubicBezTo>
                    <a:pt x="841" y="478"/>
                    <a:pt x="1343" y="408"/>
                    <a:pt x="1845" y="408"/>
                  </a:cubicBezTo>
                  <a:cubicBezTo>
                    <a:pt x="2347" y="408"/>
                    <a:pt x="2849" y="478"/>
                    <a:pt x="3336" y="619"/>
                  </a:cubicBezTo>
                  <a:cubicBezTo>
                    <a:pt x="3358" y="625"/>
                    <a:pt x="3380" y="628"/>
                    <a:pt x="3400" y="628"/>
                  </a:cubicBezTo>
                  <a:cubicBezTo>
                    <a:pt x="3613" y="628"/>
                    <a:pt x="3690" y="295"/>
                    <a:pt x="3449" y="225"/>
                  </a:cubicBezTo>
                  <a:cubicBezTo>
                    <a:pt x="2925" y="75"/>
                    <a:pt x="2385" y="1"/>
                    <a:pt x="18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0" name="Google Shape;16540;p84"/>
          <p:cNvGrpSpPr/>
          <p:nvPr/>
        </p:nvGrpSpPr>
        <p:grpSpPr>
          <a:xfrm>
            <a:off x="2491588" y="2464120"/>
            <a:ext cx="374367" cy="265742"/>
            <a:chOff x="2491588" y="2464120"/>
            <a:chExt cx="374367" cy="265742"/>
          </a:xfrm>
        </p:grpSpPr>
        <p:sp>
          <p:nvSpPr>
            <p:cNvPr id="16541" name="Google Shape;16541;p84"/>
            <p:cNvSpPr/>
            <p:nvPr/>
          </p:nvSpPr>
          <p:spPr>
            <a:xfrm>
              <a:off x="2497041" y="2577856"/>
              <a:ext cx="363384" cy="146475"/>
            </a:xfrm>
            <a:custGeom>
              <a:rect b="b" l="l" r="r" t="t"/>
              <a:pathLst>
                <a:path extrusionOk="0" h="5588" w="13863">
                  <a:moveTo>
                    <a:pt x="0" y="0"/>
                  </a:moveTo>
                  <a:cubicBezTo>
                    <a:pt x="0" y="1917"/>
                    <a:pt x="3802" y="5588"/>
                    <a:pt x="6931" y="5588"/>
                  </a:cubicBezTo>
                  <a:cubicBezTo>
                    <a:pt x="10061" y="5588"/>
                    <a:pt x="13862" y="1917"/>
                    <a:pt x="13862" y="0"/>
                  </a:cubicBezTo>
                  <a:close/>
                </a:path>
              </a:pathLst>
            </a:custGeom>
            <a:solidFill>
              <a:srgbClr val="EE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84"/>
            <p:cNvSpPr/>
            <p:nvPr/>
          </p:nvSpPr>
          <p:spPr>
            <a:xfrm>
              <a:off x="2497041" y="2577856"/>
              <a:ext cx="137091" cy="138192"/>
            </a:xfrm>
            <a:custGeom>
              <a:rect b="b" l="l" r="r" t="t"/>
              <a:pathLst>
                <a:path extrusionOk="0" h="5272" w="5230">
                  <a:moveTo>
                    <a:pt x="0" y="0"/>
                  </a:moveTo>
                  <a:cubicBezTo>
                    <a:pt x="0" y="1576"/>
                    <a:pt x="2574" y="4340"/>
                    <a:pt x="5229" y="5271"/>
                  </a:cubicBezTo>
                  <a:cubicBezTo>
                    <a:pt x="4582" y="4385"/>
                    <a:pt x="3570" y="2880"/>
                    <a:pt x="3130" y="1565"/>
                  </a:cubicBezTo>
                  <a:cubicBezTo>
                    <a:pt x="2965" y="1069"/>
                    <a:pt x="3088" y="535"/>
                    <a:pt x="33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84"/>
            <p:cNvSpPr/>
            <p:nvPr/>
          </p:nvSpPr>
          <p:spPr>
            <a:xfrm>
              <a:off x="2497041" y="2577856"/>
              <a:ext cx="363384" cy="99660"/>
            </a:xfrm>
            <a:custGeom>
              <a:rect b="b" l="l" r="r" t="t"/>
              <a:pathLst>
                <a:path extrusionOk="0" h="3802" w="13863">
                  <a:moveTo>
                    <a:pt x="0" y="0"/>
                  </a:moveTo>
                  <a:cubicBezTo>
                    <a:pt x="0" y="1013"/>
                    <a:pt x="4695" y="3802"/>
                    <a:pt x="6931" y="3802"/>
                  </a:cubicBezTo>
                  <a:cubicBezTo>
                    <a:pt x="9168" y="3802"/>
                    <a:pt x="13862" y="1013"/>
                    <a:pt x="1386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84"/>
            <p:cNvSpPr/>
            <p:nvPr/>
          </p:nvSpPr>
          <p:spPr>
            <a:xfrm>
              <a:off x="2497041" y="2469650"/>
              <a:ext cx="363384" cy="149254"/>
            </a:xfrm>
            <a:custGeom>
              <a:rect b="b" l="l" r="r" t="t"/>
              <a:pathLst>
                <a:path extrusionOk="0" h="5694" w="13863">
                  <a:moveTo>
                    <a:pt x="2952" y="1"/>
                  </a:moveTo>
                  <a:cubicBezTo>
                    <a:pt x="2469" y="1"/>
                    <a:pt x="1969" y="151"/>
                    <a:pt x="1629" y="432"/>
                  </a:cubicBezTo>
                  <a:cubicBezTo>
                    <a:pt x="989" y="960"/>
                    <a:pt x="1323" y="1853"/>
                    <a:pt x="785" y="2637"/>
                  </a:cubicBezTo>
                  <a:cubicBezTo>
                    <a:pt x="785" y="2637"/>
                    <a:pt x="0" y="3682"/>
                    <a:pt x="0" y="4128"/>
                  </a:cubicBezTo>
                  <a:cubicBezTo>
                    <a:pt x="0" y="4575"/>
                    <a:pt x="3489" y="5693"/>
                    <a:pt x="6931" y="5693"/>
                  </a:cubicBezTo>
                  <a:cubicBezTo>
                    <a:pt x="10377" y="5693"/>
                    <a:pt x="13862" y="4575"/>
                    <a:pt x="13862" y="4128"/>
                  </a:cubicBezTo>
                  <a:cubicBezTo>
                    <a:pt x="13862" y="3682"/>
                    <a:pt x="13082" y="2637"/>
                    <a:pt x="13082" y="2637"/>
                  </a:cubicBezTo>
                  <a:cubicBezTo>
                    <a:pt x="12540" y="1853"/>
                    <a:pt x="12874" y="960"/>
                    <a:pt x="12238" y="432"/>
                  </a:cubicBezTo>
                  <a:cubicBezTo>
                    <a:pt x="11897" y="151"/>
                    <a:pt x="11397" y="1"/>
                    <a:pt x="10913" y="1"/>
                  </a:cubicBezTo>
                  <a:cubicBezTo>
                    <a:pt x="10509" y="1"/>
                    <a:pt x="10117" y="106"/>
                    <a:pt x="9839" y="327"/>
                  </a:cubicBezTo>
                  <a:cubicBezTo>
                    <a:pt x="8841" y="1122"/>
                    <a:pt x="8011" y="1445"/>
                    <a:pt x="6931" y="1445"/>
                  </a:cubicBezTo>
                  <a:cubicBezTo>
                    <a:pt x="5852" y="1445"/>
                    <a:pt x="5022" y="1122"/>
                    <a:pt x="4027" y="327"/>
                  </a:cubicBezTo>
                  <a:cubicBezTo>
                    <a:pt x="3748" y="106"/>
                    <a:pt x="3356" y="1"/>
                    <a:pt x="295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84"/>
            <p:cNvSpPr/>
            <p:nvPr/>
          </p:nvSpPr>
          <p:spPr>
            <a:xfrm>
              <a:off x="2497041" y="2469624"/>
              <a:ext cx="155886" cy="138402"/>
            </a:xfrm>
            <a:custGeom>
              <a:rect b="b" l="l" r="r" t="t"/>
              <a:pathLst>
                <a:path extrusionOk="0" h="5280" w="5947">
                  <a:moveTo>
                    <a:pt x="2953" y="0"/>
                  </a:moveTo>
                  <a:cubicBezTo>
                    <a:pt x="2470" y="0"/>
                    <a:pt x="1970" y="152"/>
                    <a:pt x="1629" y="433"/>
                  </a:cubicBezTo>
                  <a:cubicBezTo>
                    <a:pt x="989" y="961"/>
                    <a:pt x="1323" y="1854"/>
                    <a:pt x="785" y="2638"/>
                  </a:cubicBezTo>
                  <a:cubicBezTo>
                    <a:pt x="785" y="2638"/>
                    <a:pt x="0" y="3679"/>
                    <a:pt x="0" y="4126"/>
                  </a:cubicBezTo>
                  <a:cubicBezTo>
                    <a:pt x="0" y="4396"/>
                    <a:pt x="1284" y="4913"/>
                    <a:pt x="3060" y="5279"/>
                  </a:cubicBezTo>
                  <a:cubicBezTo>
                    <a:pt x="3007" y="3929"/>
                    <a:pt x="4695" y="2371"/>
                    <a:pt x="5947" y="1334"/>
                  </a:cubicBezTo>
                  <a:cubicBezTo>
                    <a:pt x="5296" y="1182"/>
                    <a:pt x="4698" y="866"/>
                    <a:pt x="4027" y="328"/>
                  </a:cubicBezTo>
                  <a:cubicBezTo>
                    <a:pt x="3748" y="106"/>
                    <a:pt x="3357" y="0"/>
                    <a:pt x="295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84"/>
            <p:cNvSpPr/>
            <p:nvPr/>
          </p:nvSpPr>
          <p:spPr>
            <a:xfrm>
              <a:off x="2508758" y="2478196"/>
              <a:ext cx="93841" cy="93788"/>
            </a:xfrm>
            <a:custGeom>
              <a:rect b="b" l="l" r="r" t="t"/>
              <a:pathLst>
                <a:path extrusionOk="0" h="3578" w="3580">
                  <a:moveTo>
                    <a:pt x="1790" y="1"/>
                  </a:moveTo>
                  <a:cubicBezTo>
                    <a:pt x="802" y="1"/>
                    <a:pt x="0" y="799"/>
                    <a:pt x="0" y="1787"/>
                  </a:cubicBezTo>
                  <a:cubicBezTo>
                    <a:pt x="0" y="2775"/>
                    <a:pt x="802" y="3577"/>
                    <a:pt x="1790" y="3577"/>
                  </a:cubicBezTo>
                  <a:cubicBezTo>
                    <a:pt x="2778" y="3577"/>
                    <a:pt x="3580" y="2775"/>
                    <a:pt x="3580" y="1787"/>
                  </a:cubicBezTo>
                  <a:cubicBezTo>
                    <a:pt x="3580" y="799"/>
                    <a:pt x="2778" y="1"/>
                    <a:pt x="1790"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84"/>
            <p:cNvSpPr/>
            <p:nvPr/>
          </p:nvSpPr>
          <p:spPr>
            <a:xfrm>
              <a:off x="2500632" y="2484303"/>
              <a:ext cx="95807" cy="87628"/>
            </a:xfrm>
            <a:custGeom>
              <a:rect b="b" l="l" r="r" t="t"/>
              <a:pathLst>
                <a:path extrusionOk="0" h="3343" w="3655">
                  <a:moveTo>
                    <a:pt x="1217" y="0"/>
                  </a:moveTo>
                  <a:lnTo>
                    <a:pt x="1217" y="0"/>
                  </a:lnTo>
                  <a:cubicBezTo>
                    <a:pt x="190" y="584"/>
                    <a:pt x="1" y="1983"/>
                    <a:pt x="834" y="2820"/>
                  </a:cubicBezTo>
                  <a:cubicBezTo>
                    <a:pt x="1189" y="3173"/>
                    <a:pt x="1645" y="3343"/>
                    <a:pt x="2097" y="3343"/>
                  </a:cubicBezTo>
                  <a:cubicBezTo>
                    <a:pt x="2711" y="3343"/>
                    <a:pt x="3318" y="3030"/>
                    <a:pt x="3654" y="2440"/>
                  </a:cubicBezTo>
                  <a:lnTo>
                    <a:pt x="3654" y="2440"/>
                  </a:lnTo>
                  <a:cubicBezTo>
                    <a:pt x="3383" y="2592"/>
                    <a:pt x="3081" y="2673"/>
                    <a:pt x="2772" y="2673"/>
                  </a:cubicBezTo>
                  <a:cubicBezTo>
                    <a:pt x="2770" y="2673"/>
                    <a:pt x="2768" y="2673"/>
                    <a:pt x="2767" y="2673"/>
                  </a:cubicBezTo>
                  <a:cubicBezTo>
                    <a:pt x="1395" y="2673"/>
                    <a:pt x="536"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84"/>
            <p:cNvSpPr/>
            <p:nvPr/>
          </p:nvSpPr>
          <p:spPr>
            <a:xfrm>
              <a:off x="2754945" y="2478196"/>
              <a:ext cx="93762" cy="93788"/>
            </a:xfrm>
            <a:custGeom>
              <a:rect b="b" l="l" r="r" t="t"/>
              <a:pathLst>
                <a:path extrusionOk="0" h="3578" w="3577">
                  <a:moveTo>
                    <a:pt x="1787" y="1"/>
                  </a:moveTo>
                  <a:cubicBezTo>
                    <a:pt x="799" y="1"/>
                    <a:pt x="0" y="799"/>
                    <a:pt x="0" y="1787"/>
                  </a:cubicBezTo>
                  <a:cubicBezTo>
                    <a:pt x="0" y="2775"/>
                    <a:pt x="799" y="3577"/>
                    <a:pt x="1787" y="3577"/>
                  </a:cubicBezTo>
                  <a:cubicBezTo>
                    <a:pt x="2775" y="3577"/>
                    <a:pt x="3577" y="2775"/>
                    <a:pt x="3577" y="1787"/>
                  </a:cubicBezTo>
                  <a:cubicBezTo>
                    <a:pt x="3577" y="799"/>
                    <a:pt x="2775" y="1"/>
                    <a:pt x="1787"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84"/>
            <p:cNvSpPr/>
            <p:nvPr/>
          </p:nvSpPr>
          <p:spPr>
            <a:xfrm>
              <a:off x="2746741" y="2484303"/>
              <a:ext cx="95807" cy="87628"/>
            </a:xfrm>
            <a:custGeom>
              <a:rect b="b" l="l" r="r" t="t"/>
              <a:pathLst>
                <a:path extrusionOk="0" h="3343" w="3655">
                  <a:moveTo>
                    <a:pt x="1217" y="0"/>
                  </a:moveTo>
                  <a:cubicBezTo>
                    <a:pt x="190" y="584"/>
                    <a:pt x="0" y="1983"/>
                    <a:pt x="837" y="2820"/>
                  </a:cubicBezTo>
                  <a:cubicBezTo>
                    <a:pt x="1191" y="3173"/>
                    <a:pt x="1646" y="3343"/>
                    <a:pt x="2097" y="3343"/>
                  </a:cubicBezTo>
                  <a:cubicBezTo>
                    <a:pt x="2711" y="3343"/>
                    <a:pt x="3318" y="3030"/>
                    <a:pt x="3654" y="2440"/>
                  </a:cubicBezTo>
                  <a:lnTo>
                    <a:pt x="3654" y="2440"/>
                  </a:lnTo>
                  <a:cubicBezTo>
                    <a:pt x="3387" y="2592"/>
                    <a:pt x="3081" y="2673"/>
                    <a:pt x="2771" y="2673"/>
                  </a:cubicBezTo>
                  <a:cubicBezTo>
                    <a:pt x="2770" y="2673"/>
                    <a:pt x="2768" y="2673"/>
                    <a:pt x="2767" y="2673"/>
                  </a:cubicBezTo>
                  <a:cubicBezTo>
                    <a:pt x="1398" y="2673"/>
                    <a:pt x="539"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84"/>
            <p:cNvSpPr/>
            <p:nvPr/>
          </p:nvSpPr>
          <p:spPr>
            <a:xfrm>
              <a:off x="2610514" y="2642286"/>
              <a:ext cx="136436" cy="35230"/>
            </a:xfrm>
            <a:custGeom>
              <a:rect b="b" l="l" r="r" t="t"/>
              <a:pathLst>
                <a:path extrusionOk="0" h="1344" w="5205">
                  <a:moveTo>
                    <a:pt x="2602" y="0"/>
                  </a:moveTo>
                  <a:cubicBezTo>
                    <a:pt x="1551" y="0"/>
                    <a:pt x="616" y="260"/>
                    <a:pt x="0" y="661"/>
                  </a:cubicBezTo>
                  <a:cubicBezTo>
                    <a:pt x="964" y="1069"/>
                    <a:pt x="1903" y="1344"/>
                    <a:pt x="2602" y="1344"/>
                  </a:cubicBezTo>
                  <a:cubicBezTo>
                    <a:pt x="3302" y="1344"/>
                    <a:pt x="4245" y="1069"/>
                    <a:pt x="5205" y="661"/>
                  </a:cubicBezTo>
                  <a:cubicBezTo>
                    <a:pt x="4589" y="260"/>
                    <a:pt x="3654" y="0"/>
                    <a:pt x="260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84"/>
            <p:cNvSpPr/>
            <p:nvPr/>
          </p:nvSpPr>
          <p:spPr>
            <a:xfrm>
              <a:off x="2656858" y="2643937"/>
              <a:ext cx="90197" cy="33473"/>
            </a:xfrm>
            <a:custGeom>
              <a:rect b="b" l="l" r="r" t="t"/>
              <a:pathLst>
                <a:path extrusionOk="0" h="1277" w="3441">
                  <a:moveTo>
                    <a:pt x="1710" y="1"/>
                  </a:moveTo>
                  <a:cubicBezTo>
                    <a:pt x="1059" y="155"/>
                    <a:pt x="469" y="574"/>
                    <a:pt x="1" y="1179"/>
                  </a:cubicBezTo>
                  <a:cubicBezTo>
                    <a:pt x="275" y="1242"/>
                    <a:pt x="557" y="1273"/>
                    <a:pt x="838" y="1277"/>
                  </a:cubicBezTo>
                  <a:cubicBezTo>
                    <a:pt x="1538" y="1277"/>
                    <a:pt x="2477" y="1006"/>
                    <a:pt x="3440" y="598"/>
                  </a:cubicBezTo>
                  <a:cubicBezTo>
                    <a:pt x="3004" y="313"/>
                    <a:pt x="2399" y="99"/>
                    <a:pt x="1710"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84"/>
            <p:cNvSpPr/>
            <p:nvPr/>
          </p:nvSpPr>
          <p:spPr>
            <a:xfrm>
              <a:off x="2532244" y="2501630"/>
              <a:ext cx="23434" cy="41127"/>
            </a:xfrm>
            <a:custGeom>
              <a:rect b="b" l="l" r="r" t="t"/>
              <a:pathLst>
                <a:path extrusionOk="0" h="1569" w="894">
                  <a:moveTo>
                    <a:pt x="447" y="0"/>
                  </a:moveTo>
                  <a:cubicBezTo>
                    <a:pt x="201" y="0"/>
                    <a:pt x="1" y="201"/>
                    <a:pt x="1" y="447"/>
                  </a:cubicBezTo>
                  <a:lnTo>
                    <a:pt x="1" y="1118"/>
                  </a:lnTo>
                  <a:cubicBezTo>
                    <a:pt x="1" y="1368"/>
                    <a:pt x="201" y="1568"/>
                    <a:pt x="447" y="1568"/>
                  </a:cubicBezTo>
                  <a:cubicBezTo>
                    <a:pt x="693" y="1568"/>
                    <a:pt x="894" y="1365"/>
                    <a:pt x="894" y="1118"/>
                  </a:cubicBezTo>
                  <a:lnTo>
                    <a:pt x="894" y="447"/>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84"/>
            <p:cNvSpPr/>
            <p:nvPr/>
          </p:nvSpPr>
          <p:spPr>
            <a:xfrm>
              <a:off x="2532244" y="2501630"/>
              <a:ext cx="23434" cy="23434"/>
            </a:xfrm>
            <a:custGeom>
              <a:rect b="b" l="l" r="r" t="t"/>
              <a:pathLst>
                <a:path extrusionOk="0" h="894" w="894">
                  <a:moveTo>
                    <a:pt x="447" y="0"/>
                  </a:moveTo>
                  <a:cubicBezTo>
                    <a:pt x="201" y="0"/>
                    <a:pt x="1" y="201"/>
                    <a:pt x="1" y="447"/>
                  </a:cubicBezTo>
                  <a:cubicBezTo>
                    <a:pt x="1" y="693"/>
                    <a:pt x="201" y="893"/>
                    <a:pt x="447" y="893"/>
                  </a:cubicBezTo>
                  <a:cubicBezTo>
                    <a:pt x="693" y="893"/>
                    <a:pt x="894" y="693"/>
                    <a:pt x="894" y="447"/>
                  </a:cubicBezTo>
                  <a:cubicBezTo>
                    <a:pt x="894" y="201"/>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84"/>
            <p:cNvSpPr/>
            <p:nvPr/>
          </p:nvSpPr>
          <p:spPr>
            <a:xfrm>
              <a:off x="2801761" y="2501630"/>
              <a:ext cx="23539" cy="41127"/>
            </a:xfrm>
            <a:custGeom>
              <a:rect b="b" l="l" r="r" t="t"/>
              <a:pathLst>
                <a:path extrusionOk="0" h="1569" w="898">
                  <a:moveTo>
                    <a:pt x="447" y="0"/>
                  </a:moveTo>
                  <a:cubicBezTo>
                    <a:pt x="201" y="0"/>
                    <a:pt x="1" y="201"/>
                    <a:pt x="1" y="447"/>
                  </a:cubicBezTo>
                  <a:lnTo>
                    <a:pt x="1" y="1118"/>
                  </a:lnTo>
                  <a:cubicBezTo>
                    <a:pt x="1" y="1368"/>
                    <a:pt x="201" y="1568"/>
                    <a:pt x="447" y="1568"/>
                  </a:cubicBezTo>
                  <a:cubicBezTo>
                    <a:pt x="697" y="1568"/>
                    <a:pt x="897" y="1365"/>
                    <a:pt x="897" y="1118"/>
                  </a:cubicBezTo>
                  <a:lnTo>
                    <a:pt x="897" y="447"/>
                  </a:lnTo>
                  <a:cubicBezTo>
                    <a:pt x="897" y="201"/>
                    <a:pt x="697"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84"/>
            <p:cNvSpPr/>
            <p:nvPr/>
          </p:nvSpPr>
          <p:spPr>
            <a:xfrm>
              <a:off x="2801761" y="2501630"/>
              <a:ext cx="23539" cy="23434"/>
            </a:xfrm>
            <a:custGeom>
              <a:rect b="b" l="l" r="r" t="t"/>
              <a:pathLst>
                <a:path extrusionOk="0" h="894" w="898">
                  <a:moveTo>
                    <a:pt x="447" y="0"/>
                  </a:moveTo>
                  <a:cubicBezTo>
                    <a:pt x="201" y="0"/>
                    <a:pt x="1" y="201"/>
                    <a:pt x="1" y="447"/>
                  </a:cubicBezTo>
                  <a:cubicBezTo>
                    <a:pt x="1" y="693"/>
                    <a:pt x="201" y="893"/>
                    <a:pt x="447" y="893"/>
                  </a:cubicBezTo>
                  <a:cubicBezTo>
                    <a:pt x="697" y="893"/>
                    <a:pt x="897" y="693"/>
                    <a:pt x="897" y="447"/>
                  </a:cubicBezTo>
                  <a:cubicBezTo>
                    <a:pt x="897" y="201"/>
                    <a:pt x="697"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84"/>
            <p:cNvSpPr/>
            <p:nvPr/>
          </p:nvSpPr>
          <p:spPr>
            <a:xfrm>
              <a:off x="2491588" y="2464120"/>
              <a:ext cx="374367" cy="265742"/>
            </a:xfrm>
            <a:custGeom>
              <a:rect b="b" l="l" r="r" t="t"/>
              <a:pathLst>
                <a:path extrusionOk="0" h="10138" w="14282">
                  <a:moveTo>
                    <a:pt x="11834" y="745"/>
                  </a:moveTo>
                  <a:cubicBezTo>
                    <a:pt x="12706" y="749"/>
                    <a:pt x="13413" y="1456"/>
                    <a:pt x="13413" y="2324"/>
                  </a:cubicBezTo>
                  <a:cubicBezTo>
                    <a:pt x="13413" y="2964"/>
                    <a:pt x="13029" y="3541"/>
                    <a:pt x="12439" y="3784"/>
                  </a:cubicBezTo>
                  <a:cubicBezTo>
                    <a:pt x="12243" y="3865"/>
                    <a:pt x="12038" y="3905"/>
                    <a:pt x="11834" y="3905"/>
                  </a:cubicBezTo>
                  <a:cubicBezTo>
                    <a:pt x="11423" y="3905"/>
                    <a:pt x="11020" y="3744"/>
                    <a:pt x="10719" y="3443"/>
                  </a:cubicBezTo>
                  <a:cubicBezTo>
                    <a:pt x="10265" y="2989"/>
                    <a:pt x="10132" y="2310"/>
                    <a:pt x="10374" y="1719"/>
                  </a:cubicBezTo>
                  <a:cubicBezTo>
                    <a:pt x="10621" y="1132"/>
                    <a:pt x="11197" y="745"/>
                    <a:pt x="11834" y="745"/>
                  </a:cubicBezTo>
                  <a:close/>
                  <a:moveTo>
                    <a:pt x="11121" y="419"/>
                  </a:moveTo>
                  <a:cubicBezTo>
                    <a:pt x="11158" y="419"/>
                    <a:pt x="11195" y="420"/>
                    <a:pt x="11232" y="422"/>
                  </a:cubicBezTo>
                  <a:cubicBezTo>
                    <a:pt x="9931" y="830"/>
                    <a:pt x="9414" y="2391"/>
                    <a:pt x="10213" y="3495"/>
                  </a:cubicBezTo>
                  <a:cubicBezTo>
                    <a:pt x="10612" y="4047"/>
                    <a:pt x="11222" y="4323"/>
                    <a:pt x="11832" y="4323"/>
                  </a:cubicBezTo>
                  <a:cubicBezTo>
                    <a:pt x="12444" y="4323"/>
                    <a:pt x="13055" y="4046"/>
                    <a:pt x="13455" y="3492"/>
                  </a:cubicBezTo>
                  <a:cubicBezTo>
                    <a:pt x="13641" y="3756"/>
                    <a:pt x="13842" y="4097"/>
                    <a:pt x="13859" y="4308"/>
                  </a:cubicBezTo>
                  <a:cubicBezTo>
                    <a:pt x="13722" y="4469"/>
                    <a:pt x="12829" y="4888"/>
                    <a:pt x="11141" y="5250"/>
                  </a:cubicBezTo>
                  <a:cubicBezTo>
                    <a:pt x="10884" y="5306"/>
                    <a:pt x="10945" y="5667"/>
                    <a:pt x="11178" y="5667"/>
                  </a:cubicBezTo>
                  <a:cubicBezTo>
                    <a:pt x="11195" y="5667"/>
                    <a:pt x="11211" y="5665"/>
                    <a:pt x="11229" y="5661"/>
                  </a:cubicBezTo>
                  <a:cubicBezTo>
                    <a:pt x="12031" y="5486"/>
                    <a:pt x="12776" y="5275"/>
                    <a:pt x="13328" y="5057"/>
                  </a:cubicBezTo>
                  <a:lnTo>
                    <a:pt x="13328" y="5057"/>
                  </a:lnTo>
                  <a:cubicBezTo>
                    <a:pt x="13279" y="5102"/>
                    <a:pt x="13223" y="5152"/>
                    <a:pt x="13167" y="5201"/>
                  </a:cubicBezTo>
                  <a:cubicBezTo>
                    <a:pt x="12706" y="5591"/>
                    <a:pt x="12059" y="6031"/>
                    <a:pt x="11341" y="6435"/>
                  </a:cubicBezTo>
                  <a:cubicBezTo>
                    <a:pt x="10825" y="6727"/>
                    <a:pt x="10297" y="6994"/>
                    <a:pt x="9756" y="7226"/>
                  </a:cubicBezTo>
                  <a:cubicBezTo>
                    <a:pt x="9052" y="6815"/>
                    <a:pt x="8127" y="6586"/>
                    <a:pt x="7139" y="6586"/>
                  </a:cubicBezTo>
                  <a:cubicBezTo>
                    <a:pt x="6151" y="6586"/>
                    <a:pt x="5230" y="6815"/>
                    <a:pt x="4523" y="7226"/>
                  </a:cubicBezTo>
                  <a:cubicBezTo>
                    <a:pt x="3982" y="6994"/>
                    <a:pt x="3454" y="6727"/>
                    <a:pt x="2937" y="6435"/>
                  </a:cubicBezTo>
                  <a:cubicBezTo>
                    <a:pt x="2220" y="6031"/>
                    <a:pt x="1573" y="5591"/>
                    <a:pt x="1112" y="5201"/>
                  </a:cubicBezTo>
                  <a:cubicBezTo>
                    <a:pt x="1052" y="5152"/>
                    <a:pt x="1000" y="5102"/>
                    <a:pt x="950" y="5057"/>
                  </a:cubicBezTo>
                  <a:lnTo>
                    <a:pt x="950" y="5057"/>
                  </a:lnTo>
                  <a:cubicBezTo>
                    <a:pt x="1401" y="5229"/>
                    <a:pt x="1861" y="5373"/>
                    <a:pt x="2329" y="5489"/>
                  </a:cubicBezTo>
                  <a:cubicBezTo>
                    <a:pt x="3862" y="5886"/>
                    <a:pt x="5617" y="6112"/>
                    <a:pt x="7139" y="6112"/>
                  </a:cubicBezTo>
                  <a:cubicBezTo>
                    <a:pt x="8201" y="6108"/>
                    <a:pt x="9260" y="6013"/>
                    <a:pt x="10304" y="5837"/>
                  </a:cubicBezTo>
                  <a:cubicBezTo>
                    <a:pt x="10417" y="5816"/>
                    <a:pt x="10494" y="5711"/>
                    <a:pt x="10476" y="5595"/>
                  </a:cubicBezTo>
                  <a:cubicBezTo>
                    <a:pt x="10458" y="5495"/>
                    <a:pt x="10372" y="5422"/>
                    <a:pt x="10272" y="5422"/>
                  </a:cubicBezTo>
                  <a:cubicBezTo>
                    <a:pt x="10259" y="5422"/>
                    <a:pt x="10247" y="5423"/>
                    <a:pt x="10234" y="5426"/>
                  </a:cubicBezTo>
                  <a:cubicBezTo>
                    <a:pt x="9214" y="5598"/>
                    <a:pt x="8177" y="5690"/>
                    <a:pt x="7139" y="5693"/>
                  </a:cubicBezTo>
                  <a:cubicBezTo>
                    <a:pt x="5191" y="5693"/>
                    <a:pt x="3468" y="5341"/>
                    <a:pt x="2614" y="5130"/>
                  </a:cubicBezTo>
                  <a:cubicBezTo>
                    <a:pt x="1299" y="4807"/>
                    <a:pt x="546" y="4459"/>
                    <a:pt x="419" y="4308"/>
                  </a:cubicBezTo>
                  <a:cubicBezTo>
                    <a:pt x="437" y="4097"/>
                    <a:pt x="637" y="3756"/>
                    <a:pt x="824" y="3492"/>
                  </a:cubicBezTo>
                  <a:cubicBezTo>
                    <a:pt x="1211" y="4029"/>
                    <a:pt x="1822" y="4322"/>
                    <a:pt x="2446" y="4322"/>
                  </a:cubicBezTo>
                  <a:cubicBezTo>
                    <a:pt x="2762" y="4322"/>
                    <a:pt x="3081" y="4247"/>
                    <a:pt x="3377" y="4090"/>
                  </a:cubicBezTo>
                  <a:cubicBezTo>
                    <a:pt x="4259" y="3625"/>
                    <a:pt x="4660" y="2585"/>
                    <a:pt x="4323" y="1646"/>
                  </a:cubicBezTo>
                  <a:cubicBezTo>
                    <a:pt x="4289" y="1546"/>
                    <a:pt x="4211" y="1503"/>
                    <a:pt x="4132" y="1503"/>
                  </a:cubicBezTo>
                  <a:cubicBezTo>
                    <a:pt x="4000" y="1503"/>
                    <a:pt x="3865" y="1622"/>
                    <a:pt x="3929" y="1790"/>
                  </a:cubicBezTo>
                  <a:cubicBezTo>
                    <a:pt x="4200" y="2539"/>
                    <a:pt x="3873" y="3372"/>
                    <a:pt x="3162" y="3734"/>
                  </a:cubicBezTo>
                  <a:cubicBezTo>
                    <a:pt x="2933" y="3851"/>
                    <a:pt x="2686" y="3908"/>
                    <a:pt x="2443" y="3908"/>
                  </a:cubicBezTo>
                  <a:cubicBezTo>
                    <a:pt x="1933" y="3908"/>
                    <a:pt x="1436" y="3661"/>
                    <a:pt x="1133" y="3214"/>
                  </a:cubicBezTo>
                  <a:cubicBezTo>
                    <a:pt x="687" y="2556"/>
                    <a:pt x="799" y="1663"/>
                    <a:pt x="1397" y="1139"/>
                  </a:cubicBezTo>
                  <a:cubicBezTo>
                    <a:pt x="1695" y="876"/>
                    <a:pt x="2069" y="744"/>
                    <a:pt x="2443" y="744"/>
                  </a:cubicBezTo>
                  <a:cubicBezTo>
                    <a:pt x="2817" y="744"/>
                    <a:pt x="3192" y="877"/>
                    <a:pt x="3489" y="1143"/>
                  </a:cubicBezTo>
                  <a:cubicBezTo>
                    <a:pt x="3534" y="1182"/>
                    <a:pt x="3582" y="1198"/>
                    <a:pt x="3628" y="1198"/>
                  </a:cubicBezTo>
                  <a:cubicBezTo>
                    <a:pt x="3796" y="1198"/>
                    <a:pt x="3933" y="973"/>
                    <a:pt x="3767" y="826"/>
                  </a:cubicBezTo>
                  <a:cubicBezTo>
                    <a:pt x="3560" y="643"/>
                    <a:pt x="3313" y="506"/>
                    <a:pt x="3050" y="422"/>
                  </a:cubicBezTo>
                  <a:cubicBezTo>
                    <a:pt x="3087" y="420"/>
                    <a:pt x="3124" y="419"/>
                    <a:pt x="3161" y="419"/>
                  </a:cubicBezTo>
                  <a:cubicBezTo>
                    <a:pt x="3520" y="419"/>
                    <a:pt x="3869" y="512"/>
                    <a:pt x="4105" y="700"/>
                  </a:cubicBezTo>
                  <a:cubicBezTo>
                    <a:pt x="5138" y="1526"/>
                    <a:pt x="6018" y="1864"/>
                    <a:pt x="7139" y="1864"/>
                  </a:cubicBezTo>
                  <a:cubicBezTo>
                    <a:pt x="8261" y="1864"/>
                    <a:pt x="9140" y="1526"/>
                    <a:pt x="10178" y="700"/>
                  </a:cubicBezTo>
                  <a:cubicBezTo>
                    <a:pt x="10413" y="512"/>
                    <a:pt x="10762" y="419"/>
                    <a:pt x="11121" y="419"/>
                  </a:cubicBezTo>
                  <a:close/>
                  <a:moveTo>
                    <a:pt x="7139" y="7008"/>
                  </a:moveTo>
                  <a:cubicBezTo>
                    <a:pt x="7906" y="7008"/>
                    <a:pt x="8651" y="7159"/>
                    <a:pt x="9246" y="7434"/>
                  </a:cubicBezTo>
                  <a:cubicBezTo>
                    <a:pt x="8416" y="7750"/>
                    <a:pt x="7677" y="7930"/>
                    <a:pt x="7139" y="7930"/>
                  </a:cubicBezTo>
                  <a:cubicBezTo>
                    <a:pt x="6601" y="7930"/>
                    <a:pt x="5863" y="7754"/>
                    <a:pt x="5033" y="7434"/>
                  </a:cubicBezTo>
                  <a:cubicBezTo>
                    <a:pt x="5627" y="7159"/>
                    <a:pt x="6373" y="7008"/>
                    <a:pt x="7139" y="7008"/>
                  </a:cubicBezTo>
                  <a:close/>
                  <a:moveTo>
                    <a:pt x="753" y="5440"/>
                  </a:moveTo>
                  <a:lnTo>
                    <a:pt x="753" y="5440"/>
                  </a:lnTo>
                  <a:cubicBezTo>
                    <a:pt x="782" y="5468"/>
                    <a:pt x="810" y="5493"/>
                    <a:pt x="841" y="5517"/>
                  </a:cubicBezTo>
                  <a:cubicBezTo>
                    <a:pt x="1320" y="5925"/>
                    <a:pt x="1991" y="6379"/>
                    <a:pt x="2733" y="6801"/>
                  </a:cubicBezTo>
                  <a:cubicBezTo>
                    <a:pt x="3472" y="7223"/>
                    <a:pt x="4245" y="7585"/>
                    <a:pt x="5040" y="7884"/>
                  </a:cubicBezTo>
                  <a:cubicBezTo>
                    <a:pt x="5880" y="8193"/>
                    <a:pt x="6584" y="8348"/>
                    <a:pt x="7139" y="8348"/>
                  </a:cubicBezTo>
                  <a:cubicBezTo>
                    <a:pt x="7691" y="8348"/>
                    <a:pt x="8398" y="8193"/>
                    <a:pt x="9235" y="7884"/>
                  </a:cubicBezTo>
                  <a:cubicBezTo>
                    <a:pt x="10033" y="7585"/>
                    <a:pt x="10807" y="7223"/>
                    <a:pt x="11545" y="6801"/>
                  </a:cubicBezTo>
                  <a:cubicBezTo>
                    <a:pt x="12287" y="6382"/>
                    <a:pt x="12959" y="5925"/>
                    <a:pt x="13434" y="5517"/>
                  </a:cubicBezTo>
                  <a:cubicBezTo>
                    <a:pt x="13465" y="5493"/>
                    <a:pt x="13497" y="5468"/>
                    <a:pt x="13525" y="5440"/>
                  </a:cubicBezTo>
                  <a:lnTo>
                    <a:pt x="13525" y="5440"/>
                  </a:lnTo>
                  <a:cubicBezTo>
                    <a:pt x="13152" y="6157"/>
                    <a:pt x="12488" y="6966"/>
                    <a:pt x="11644" y="7694"/>
                  </a:cubicBezTo>
                  <a:cubicBezTo>
                    <a:pt x="10983" y="8271"/>
                    <a:pt x="10244" y="8756"/>
                    <a:pt x="9453" y="9136"/>
                  </a:cubicBezTo>
                  <a:cubicBezTo>
                    <a:pt x="8630" y="9522"/>
                    <a:pt x="7853" y="9719"/>
                    <a:pt x="7139" y="9719"/>
                  </a:cubicBezTo>
                  <a:cubicBezTo>
                    <a:pt x="6429" y="9719"/>
                    <a:pt x="5652" y="9522"/>
                    <a:pt x="4826" y="9136"/>
                  </a:cubicBezTo>
                  <a:cubicBezTo>
                    <a:pt x="4034" y="8756"/>
                    <a:pt x="3299" y="8271"/>
                    <a:pt x="2638" y="7694"/>
                  </a:cubicBezTo>
                  <a:cubicBezTo>
                    <a:pt x="1794" y="6966"/>
                    <a:pt x="1126" y="6154"/>
                    <a:pt x="753" y="5440"/>
                  </a:cubicBezTo>
                  <a:close/>
                  <a:moveTo>
                    <a:pt x="3150" y="1"/>
                  </a:moveTo>
                  <a:cubicBezTo>
                    <a:pt x="3110" y="1"/>
                    <a:pt x="3069" y="2"/>
                    <a:pt x="3029" y="3"/>
                  </a:cubicBezTo>
                  <a:cubicBezTo>
                    <a:pt x="2529" y="28"/>
                    <a:pt x="2058" y="193"/>
                    <a:pt x="1728" y="464"/>
                  </a:cubicBezTo>
                  <a:cubicBezTo>
                    <a:pt x="676" y="865"/>
                    <a:pt x="170" y="2057"/>
                    <a:pt x="602" y="3094"/>
                  </a:cubicBezTo>
                  <a:cubicBezTo>
                    <a:pt x="430" y="3312"/>
                    <a:pt x="1" y="3907"/>
                    <a:pt x="1" y="4339"/>
                  </a:cubicBezTo>
                  <a:cubicBezTo>
                    <a:pt x="1" y="5331"/>
                    <a:pt x="929" y="6773"/>
                    <a:pt x="2364" y="8010"/>
                  </a:cubicBezTo>
                  <a:cubicBezTo>
                    <a:pt x="3053" y="8612"/>
                    <a:pt x="3823" y="9118"/>
                    <a:pt x="4646" y="9512"/>
                  </a:cubicBezTo>
                  <a:cubicBezTo>
                    <a:pt x="5525" y="9927"/>
                    <a:pt x="6366" y="10138"/>
                    <a:pt x="7139" y="10138"/>
                  </a:cubicBezTo>
                  <a:cubicBezTo>
                    <a:pt x="7913" y="10138"/>
                    <a:pt x="8750" y="9927"/>
                    <a:pt x="9633" y="9512"/>
                  </a:cubicBezTo>
                  <a:cubicBezTo>
                    <a:pt x="10455" y="9115"/>
                    <a:pt x="11225" y="8612"/>
                    <a:pt x="11915" y="8010"/>
                  </a:cubicBezTo>
                  <a:cubicBezTo>
                    <a:pt x="13342" y="6780"/>
                    <a:pt x="14267" y="5345"/>
                    <a:pt x="14278" y="4357"/>
                  </a:cubicBezTo>
                  <a:lnTo>
                    <a:pt x="14278" y="4336"/>
                  </a:lnTo>
                  <a:lnTo>
                    <a:pt x="14281" y="4339"/>
                  </a:lnTo>
                  <a:cubicBezTo>
                    <a:pt x="14281" y="3907"/>
                    <a:pt x="13849" y="3312"/>
                    <a:pt x="13680" y="3094"/>
                  </a:cubicBezTo>
                  <a:cubicBezTo>
                    <a:pt x="14112" y="2057"/>
                    <a:pt x="13603" y="865"/>
                    <a:pt x="12555" y="464"/>
                  </a:cubicBezTo>
                  <a:cubicBezTo>
                    <a:pt x="12221" y="193"/>
                    <a:pt x="11749" y="28"/>
                    <a:pt x="11250" y="3"/>
                  </a:cubicBezTo>
                  <a:cubicBezTo>
                    <a:pt x="11209" y="2"/>
                    <a:pt x="11169" y="1"/>
                    <a:pt x="11128" y="1"/>
                  </a:cubicBezTo>
                  <a:cubicBezTo>
                    <a:pt x="10655" y="1"/>
                    <a:pt x="10218" y="133"/>
                    <a:pt x="9914" y="373"/>
                  </a:cubicBezTo>
                  <a:cubicBezTo>
                    <a:pt x="8947" y="1146"/>
                    <a:pt x="8170" y="1445"/>
                    <a:pt x="7139" y="1445"/>
                  </a:cubicBezTo>
                  <a:cubicBezTo>
                    <a:pt x="6109" y="1445"/>
                    <a:pt x="5328" y="1146"/>
                    <a:pt x="4365" y="373"/>
                  </a:cubicBezTo>
                  <a:cubicBezTo>
                    <a:pt x="4063" y="133"/>
                    <a:pt x="3625" y="1"/>
                    <a:pt x="3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84"/>
            <p:cNvSpPr/>
            <p:nvPr/>
          </p:nvSpPr>
          <p:spPr>
            <a:xfrm>
              <a:off x="2647920" y="2566270"/>
              <a:ext cx="21232" cy="17038"/>
            </a:xfrm>
            <a:custGeom>
              <a:rect b="b" l="l" r="r" t="t"/>
              <a:pathLst>
                <a:path extrusionOk="0" h="650" w="810">
                  <a:moveTo>
                    <a:pt x="505" y="0"/>
                  </a:moveTo>
                  <a:cubicBezTo>
                    <a:pt x="455" y="0"/>
                    <a:pt x="402" y="21"/>
                    <a:pt x="356" y="69"/>
                  </a:cubicBezTo>
                  <a:lnTo>
                    <a:pt x="131" y="295"/>
                  </a:lnTo>
                  <a:cubicBezTo>
                    <a:pt x="1" y="425"/>
                    <a:pt x="92" y="650"/>
                    <a:pt x="279" y="650"/>
                  </a:cubicBezTo>
                  <a:lnTo>
                    <a:pt x="282" y="650"/>
                  </a:lnTo>
                  <a:cubicBezTo>
                    <a:pt x="335" y="650"/>
                    <a:pt x="388" y="629"/>
                    <a:pt x="430" y="590"/>
                  </a:cubicBezTo>
                  <a:lnTo>
                    <a:pt x="651" y="365"/>
                  </a:lnTo>
                  <a:cubicBezTo>
                    <a:pt x="810" y="214"/>
                    <a:pt x="669" y="0"/>
                    <a:pt x="5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84"/>
            <p:cNvSpPr/>
            <p:nvPr/>
          </p:nvSpPr>
          <p:spPr>
            <a:xfrm>
              <a:off x="2688628" y="2566453"/>
              <a:ext cx="21232" cy="16881"/>
            </a:xfrm>
            <a:custGeom>
              <a:rect b="b" l="l" r="r" t="t"/>
              <a:pathLst>
                <a:path extrusionOk="0" h="644" w="810">
                  <a:moveTo>
                    <a:pt x="298" y="0"/>
                  </a:moveTo>
                  <a:cubicBezTo>
                    <a:pt x="137" y="0"/>
                    <a:pt x="0" y="206"/>
                    <a:pt x="146" y="358"/>
                  </a:cubicBezTo>
                  <a:lnTo>
                    <a:pt x="368" y="583"/>
                  </a:lnTo>
                  <a:cubicBezTo>
                    <a:pt x="413" y="626"/>
                    <a:pt x="463" y="644"/>
                    <a:pt x="511" y="644"/>
                  </a:cubicBezTo>
                  <a:cubicBezTo>
                    <a:pt x="672" y="644"/>
                    <a:pt x="810" y="439"/>
                    <a:pt x="663" y="288"/>
                  </a:cubicBezTo>
                  <a:lnTo>
                    <a:pt x="442" y="62"/>
                  </a:lnTo>
                  <a:cubicBezTo>
                    <a:pt x="396" y="19"/>
                    <a:pt x="346"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84"/>
            <p:cNvSpPr/>
            <p:nvPr/>
          </p:nvSpPr>
          <p:spPr>
            <a:xfrm>
              <a:off x="2526713" y="2496177"/>
              <a:ext cx="34417" cy="52006"/>
            </a:xfrm>
            <a:custGeom>
              <a:rect b="b" l="l" r="r" t="t"/>
              <a:pathLst>
                <a:path extrusionOk="0" h="1984" w="1313">
                  <a:moveTo>
                    <a:pt x="658" y="1"/>
                  </a:moveTo>
                  <a:cubicBezTo>
                    <a:pt x="296" y="1"/>
                    <a:pt x="1" y="293"/>
                    <a:pt x="1" y="655"/>
                  </a:cubicBezTo>
                  <a:lnTo>
                    <a:pt x="1" y="1326"/>
                  </a:lnTo>
                  <a:cubicBezTo>
                    <a:pt x="1" y="1689"/>
                    <a:pt x="296" y="1984"/>
                    <a:pt x="658" y="1984"/>
                  </a:cubicBezTo>
                  <a:cubicBezTo>
                    <a:pt x="1020" y="1984"/>
                    <a:pt x="1312" y="1689"/>
                    <a:pt x="1312" y="1326"/>
                  </a:cubicBezTo>
                  <a:lnTo>
                    <a:pt x="1312" y="880"/>
                  </a:lnTo>
                  <a:cubicBezTo>
                    <a:pt x="1312" y="764"/>
                    <a:pt x="1221" y="669"/>
                    <a:pt x="1105" y="669"/>
                  </a:cubicBezTo>
                  <a:cubicBezTo>
                    <a:pt x="989" y="669"/>
                    <a:pt x="894" y="764"/>
                    <a:pt x="894" y="880"/>
                  </a:cubicBezTo>
                  <a:lnTo>
                    <a:pt x="894" y="1326"/>
                  </a:lnTo>
                  <a:cubicBezTo>
                    <a:pt x="894" y="1456"/>
                    <a:pt x="788" y="1565"/>
                    <a:pt x="658" y="1565"/>
                  </a:cubicBezTo>
                  <a:cubicBezTo>
                    <a:pt x="525" y="1565"/>
                    <a:pt x="419" y="1456"/>
                    <a:pt x="419" y="1326"/>
                  </a:cubicBezTo>
                  <a:lnTo>
                    <a:pt x="419" y="655"/>
                  </a:lnTo>
                  <a:cubicBezTo>
                    <a:pt x="419" y="525"/>
                    <a:pt x="525" y="419"/>
                    <a:pt x="658" y="419"/>
                  </a:cubicBezTo>
                  <a:cubicBezTo>
                    <a:pt x="771" y="419"/>
                    <a:pt x="866" y="324"/>
                    <a:pt x="866" y="208"/>
                  </a:cubicBezTo>
                  <a:cubicBezTo>
                    <a:pt x="866" y="92"/>
                    <a:pt x="77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84"/>
            <p:cNvSpPr/>
            <p:nvPr/>
          </p:nvSpPr>
          <p:spPr>
            <a:xfrm>
              <a:off x="2796335" y="2496177"/>
              <a:ext cx="34391" cy="52006"/>
            </a:xfrm>
            <a:custGeom>
              <a:rect b="b" l="l" r="r" t="t"/>
              <a:pathLst>
                <a:path extrusionOk="0" h="1984" w="1312">
                  <a:moveTo>
                    <a:pt x="654" y="1"/>
                  </a:moveTo>
                  <a:cubicBezTo>
                    <a:pt x="377" y="1"/>
                    <a:pt x="377" y="419"/>
                    <a:pt x="654" y="419"/>
                  </a:cubicBezTo>
                  <a:cubicBezTo>
                    <a:pt x="788" y="419"/>
                    <a:pt x="894" y="525"/>
                    <a:pt x="894" y="655"/>
                  </a:cubicBezTo>
                  <a:lnTo>
                    <a:pt x="894" y="1326"/>
                  </a:lnTo>
                  <a:cubicBezTo>
                    <a:pt x="894" y="1456"/>
                    <a:pt x="788" y="1565"/>
                    <a:pt x="654" y="1565"/>
                  </a:cubicBezTo>
                  <a:cubicBezTo>
                    <a:pt x="524" y="1565"/>
                    <a:pt x="419" y="1456"/>
                    <a:pt x="419" y="1326"/>
                  </a:cubicBezTo>
                  <a:lnTo>
                    <a:pt x="419" y="880"/>
                  </a:lnTo>
                  <a:cubicBezTo>
                    <a:pt x="419" y="741"/>
                    <a:pt x="314" y="671"/>
                    <a:pt x="210" y="671"/>
                  </a:cubicBezTo>
                  <a:cubicBezTo>
                    <a:pt x="105" y="671"/>
                    <a:pt x="0" y="741"/>
                    <a:pt x="0" y="880"/>
                  </a:cubicBezTo>
                  <a:lnTo>
                    <a:pt x="0" y="1326"/>
                  </a:lnTo>
                  <a:cubicBezTo>
                    <a:pt x="0" y="1689"/>
                    <a:pt x="292" y="1984"/>
                    <a:pt x="654" y="1984"/>
                  </a:cubicBezTo>
                  <a:cubicBezTo>
                    <a:pt x="1017" y="1984"/>
                    <a:pt x="1312" y="1689"/>
                    <a:pt x="1312" y="1326"/>
                  </a:cubicBezTo>
                  <a:lnTo>
                    <a:pt x="1312" y="655"/>
                  </a:lnTo>
                  <a:cubicBezTo>
                    <a:pt x="1312" y="293"/>
                    <a:pt x="1017" y="1"/>
                    <a:pt x="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1" name="Google Shape;16561;p84"/>
          <p:cNvGrpSpPr/>
          <p:nvPr/>
        </p:nvGrpSpPr>
        <p:grpSpPr>
          <a:xfrm>
            <a:off x="3897260" y="3348136"/>
            <a:ext cx="271850" cy="360999"/>
            <a:chOff x="3897260" y="3348136"/>
            <a:chExt cx="271850" cy="360999"/>
          </a:xfrm>
        </p:grpSpPr>
        <p:sp>
          <p:nvSpPr>
            <p:cNvPr id="16562" name="Google Shape;16562;p84"/>
            <p:cNvSpPr/>
            <p:nvPr/>
          </p:nvSpPr>
          <p:spPr>
            <a:xfrm>
              <a:off x="3904468" y="3353405"/>
              <a:ext cx="259949" cy="271299"/>
            </a:xfrm>
            <a:custGeom>
              <a:rect b="b" l="l" r="r" t="t"/>
              <a:pathLst>
                <a:path extrusionOk="0" h="10350" w="9917">
                  <a:moveTo>
                    <a:pt x="4938" y="1"/>
                  </a:moveTo>
                  <a:cubicBezTo>
                    <a:pt x="4877" y="1"/>
                    <a:pt x="4816" y="3"/>
                    <a:pt x="4754" y="8"/>
                  </a:cubicBezTo>
                  <a:cubicBezTo>
                    <a:pt x="3889" y="78"/>
                    <a:pt x="3126" y="616"/>
                    <a:pt x="2775" y="1411"/>
                  </a:cubicBezTo>
                  <a:cubicBezTo>
                    <a:pt x="1614" y="1713"/>
                    <a:pt x="693" y="2599"/>
                    <a:pt x="345" y="3746"/>
                  </a:cubicBezTo>
                  <a:cubicBezTo>
                    <a:pt x="0" y="4895"/>
                    <a:pt x="274" y="6144"/>
                    <a:pt x="1076" y="7037"/>
                  </a:cubicBezTo>
                  <a:cubicBezTo>
                    <a:pt x="1066" y="7135"/>
                    <a:pt x="1062" y="7234"/>
                    <a:pt x="1062" y="7332"/>
                  </a:cubicBezTo>
                  <a:cubicBezTo>
                    <a:pt x="1062" y="8999"/>
                    <a:pt x="2412" y="10349"/>
                    <a:pt x="4079" y="10349"/>
                  </a:cubicBezTo>
                  <a:cubicBezTo>
                    <a:pt x="4262" y="10349"/>
                    <a:pt x="4983" y="10335"/>
                    <a:pt x="5155" y="10304"/>
                  </a:cubicBezTo>
                  <a:lnTo>
                    <a:pt x="5229" y="9555"/>
                  </a:lnTo>
                  <a:cubicBezTo>
                    <a:pt x="5683" y="9800"/>
                    <a:pt x="6177" y="9919"/>
                    <a:pt x="6665" y="9919"/>
                  </a:cubicBezTo>
                  <a:cubicBezTo>
                    <a:pt x="7541" y="9919"/>
                    <a:pt x="8400" y="9538"/>
                    <a:pt x="8992" y="8827"/>
                  </a:cubicBezTo>
                  <a:cubicBezTo>
                    <a:pt x="9909" y="7719"/>
                    <a:pt x="9916" y="6112"/>
                    <a:pt x="9006" y="4997"/>
                  </a:cubicBezTo>
                  <a:lnTo>
                    <a:pt x="9009" y="4997"/>
                  </a:lnTo>
                  <a:cubicBezTo>
                    <a:pt x="9547" y="4241"/>
                    <a:pt x="9618" y="3246"/>
                    <a:pt x="9196" y="2423"/>
                  </a:cubicBezTo>
                  <a:cubicBezTo>
                    <a:pt x="8770" y="1597"/>
                    <a:pt x="7919" y="1080"/>
                    <a:pt x="6991" y="1080"/>
                  </a:cubicBezTo>
                  <a:cubicBezTo>
                    <a:pt x="6970" y="1080"/>
                    <a:pt x="6949" y="1084"/>
                    <a:pt x="6931" y="1084"/>
                  </a:cubicBezTo>
                  <a:cubicBezTo>
                    <a:pt x="6490" y="404"/>
                    <a:pt x="5739" y="1"/>
                    <a:pt x="493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84"/>
            <p:cNvSpPr/>
            <p:nvPr/>
          </p:nvSpPr>
          <p:spPr>
            <a:xfrm>
              <a:off x="3904468" y="3353379"/>
              <a:ext cx="143618" cy="271221"/>
            </a:xfrm>
            <a:custGeom>
              <a:rect b="b" l="l" r="r" t="t"/>
              <a:pathLst>
                <a:path extrusionOk="0" h="10347" w="5479">
                  <a:moveTo>
                    <a:pt x="4932" y="0"/>
                  </a:moveTo>
                  <a:cubicBezTo>
                    <a:pt x="4014" y="0"/>
                    <a:pt x="3156" y="539"/>
                    <a:pt x="2775" y="1408"/>
                  </a:cubicBezTo>
                  <a:cubicBezTo>
                    <a:pt x="1614" y="1711"/>
                    <a:pt x="693" y="2597"/>
                    <a:pt x="345" y="3747"/>
                  </a:cubicBezTo>
                  <a:cubicBezTo>
                    <a:pt x="0" y="4893"/>
                    <a:pt x="274" y="6141"/>
                    <a:pt x="1076" y="7034"/>
                  </a:cubicBezTo>
                  <a:cubicBezTo>
                    <a:pt x="1066" y="7133"/>
                    <a:pt x="1062" y="7231"/>
                    <a:pt x="1062" y="7330"/>
                  </a:cubicBezTo>
                  <a:cubicBezTo>
                    <a:pt x="1062" y="8997"/>
                    <a:pt x="2412" y="10347"/>
                    <a:pt x="4079" y="10347"/>
                  </a:cubicBezTo>
                  <a:cubicBezTo>
                    <a:pt x="4262" y="10347"/>
                    <a:pt x="4986" y="10333"/>
                    <a:pt x="5159" y="10301"/>
                  </a:cubicBezTo>
                  <a:lnTo>
                    <a:pt x="5159" y="9218"/>
                  </a:lnTo>
                  <a:cubicBezTo>
                    <a:pt x="5020" y="9255"/>
                    <a:pt x="4878" y="9274"/>
                    <a:pt x="4736" y="9274"/>
                  </a:cubicBezTo>
                  <a:cubicBezTo>
                    <a:pt x="4490" y="9274"/>
                    <a:pt x="4245" y="9218"/>
                    <a:pt x="4019" y="9109"/>
                  </a:cubicBezTo>
                  <a:cubicBezTo>
                    <a:pt x="3464" y="8845"/>
                    <a:pt x="3063" y="8314"/>
                    <a:pt x="3007" y="7703"/>
                  </a:cubicBezTo>
                  <a:cubicBezTo>
                    <a:pt x="2986" y="7470"/>
                    <a:pt x="3014" y="7238"/>
                    <a:pt x="3084" y="7020"/>
                  </a:cubicBezTo>
                  <a:cubicBezTo>
                    <a:pt x="3109" y="6936"/>
                    <a:pt x="3077" y="6845"/>
                    <a:pt x="3007" y="6792"/>
                  </a:cubicBezTo>
                  <a:cubicBezTo>
                    <a:pt x="1649" y="5681"/>
                    <a:pt x="1931" y="3529"/>
                    <a:pt x="3527" y="2804"/>
                  </a:cubicBezTo>
                  <a:cubicBezTo>
                    <a:pt x="3615" y="2765"/>
                    <a:pt x="3668" y="2678"/>
                    <a:pt x="3661" y="2586"/>
                  </a:cubicBezTo>
                  <a:cubicBezTo>
                    <a:pt x="3654" y="2516"/>
                    <a:pt x="3650" y="2442"/>
                    <a:pt x="3650" y="2372"/>
                  </a:cubicBezTo>
                  <a:cubicBezTo>
                    <a:pt x="3650" y="1271"/>
                    <a:pt x="4406" y="315"/>
                    <a:pt x="5479" y="65"/>
                  </a:cubicBezTo>
                  <a:cubicBezTo>
                    <a:pt x="5296" y="21"/>
                    <a:pt x="5113" y="0"/>
                    <a:pt x="4932"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84"/>
            <p:cNvSpPr/>
            <p:nvPr/>
          </p:nvSpPr>
          <p:spPr>
            <a:xfrm>
              <a:off x="4022713" y="3593275"/>
              <a:ext cx="33945" cy="110617"/>
            </a:xfrm>
            <a:custGeom>
              <a:rect b="b" l="l" r="r" t="t"/>
              <a:pathLst>
                <a:path extrusionOk="0" h="4220" w="1295">
                  <a:moveTo>
                    <a:pt x="888" y="1"/>
                  </a:moveTo>
                  <a:cubicBezTo>
                    <a:pt x="864" y="1"/>
                    <a:pt x="840" y="5"/>
                    <a:pt x="816" y="13"/>
                  </a:cubicBezTo>
                  <a:cubicBezTo>
                    <a:pt x="623" y="84"/>
                    <a:pt x="419" y="122"/>
                    <a:pt x="215" y="122"/>
                  </a:cubicBezTo>
                  <a:lnTo>
                    <a:pt x="194" y="122"/>
                  </a:lnTo>
                  <a:lnTo>
                    <a:pt x="1" y="4219"/>
                  </a:lnTo>
                  <a:lnTo>
                    <a:pt x="1295" y="4219"/>
                  </a:lnTo>
                  <a:lnTo>
                    <a:pt x="1101" y="210"/>
                  </a:lnTo>
                  <a:cubicBezTo>
                    <a:pt x="1098" y="91"/>
                    <a:pt x="999" y="1"/>
                    <a:pt x="88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84"/>
            <p:cNvSpPr/>
            <p:nvPr/>
          </p:nvSpPr>
          <p:spPr>
            <a:xfrm>
              <a:off x="4022713" y="3593275"/>
              <a:ext cx="29148" cy="110617"/>
            </a:xfrm>
            <a:custGeom>
              <a:rect b="b" l="l" r="r" t="t"/>
              <a:pathLst>
                <a:path extrusionOk="0" h="4220" w="1112">
                  <a:moveTo>
                    <a:pt x="889" y="1"/>
                  </a:moveTo>
                  <a:cubicBezTo>
                    <a:pt x="865" y="1"/>
                    <a:pt x="841" y="5"/>
                    <a:pt x="816" y="13"/>
                  </a:cubicBezTo>
                  <a:cubicBezTo>
                    <a:pt x="627" y="84"/>
                    <a:pt x="423" y="122"/>
                    <a:pt x="215" y="122"/>
                  </a:cubicBezTo>
                  <a:lnTo>
                    <a:pt x="194" y="122"/>
                  </a:lnTo>
                  <a:lnTo>
                    <a:pt x="1" y="4219"/>
                  </a:lnTo>
                  <a:lnTo>
                    <a:pt x="648" y="4219"/>
                  </a:lnTo>
                  <a:lnTo>
                    <a:pt x="648" y="710"/>
                  </a:lnTo>
                  <a:cubicBezTo>
                    <a:pt x="648" y="615"/>
                    <a:pt x="704" y="534"/>
                    <a:pt x="795" y="506"/>
                  </a:cubicBezTo>
                  <a:lnTo>
                    <a:pt x="1112" y="400"/>
                  </a:lnTo>
                  <a:lnTo>
                    <a:pt x="1101" y="207"/>
                  </a:lnTo>
                  <a:cubicBezTo>
                    <a:pt x="1098" y="88"/>
                    <a:pt x="1000" y="1"/>
                    <a:pt x="88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84"/>
            <p:cNvSpPr/>
            <p:nvPr/>
          </p:nvSpPr>
          <p:spPr>
            <a:xfrm>
              <a:off x="3897260" y="3348136"/>
              <a:ext cx="271850" cy="360999"/>
            </a:xfrm>
            <a:custGeom>
              <a:rect b="b" l="l" r="r" t="t"/>
              <a:pathLst>
                <a:path extrusionOk="0" h="13772" w="10371">
                  <a:moveTo>
                    <a:pt x="5221" y="405"/>
                  </a:moveTo>
                  <a:cubicBezTo>
                    <a:pt x="5911" y="405"/>
                    <a:pt x="6605" y="728"/>
                    <a:pt x="7037" y="1394"/>
                  </a:cubicBezTo>
                  <a:cubicBezTo>
                    <a:pt x="7076" y="1453"/>
                    <a:pt x="7143" y="1489"/>
                    <a:pt x="7213" y="1489"/>
                  </a:cubicBezTo>
                  <a:lnTo>
                    <a:pt x="7266" y="1489"/>
                  </a:lnTo>
                  <a:cubicBezTo>
                    <a:pt x="8525" y="1489"/>
                    <a:pt x="9544" y="2508"/>
                    <a:pt x="9544" y="3764"/>
                  </a:cubicBezTo>
                  <a:cubicBezTo>
                    <a:pt x="9544" y="4151"/>
                    <a:pt x="9446" y="4530"/>
                    <a:pt x="9260" y="4868"/>
                  </a:cubicBezTo>
                  <a:cubicBezTo>
                    <a:pt x="9238" y="4847"/>
                    <a:pt x="9217" y="4826"/>
                    <a:pt x="9196" y="4805"/>
                  </a:cubicBezTo>
                  <a:cubicBezTo>
                    <a:pt x="9153" y="4763"/>
                    <a:pt x="9106" y="4746"/>
                    <a:pt x="9060" y="4746"/>
                  </a:cubicBezTo>
                  <a:cubicBezTo>
                    <a:pt x="8904" y="4746"/>
                    <a:pt x="8771" y="4949"/>
                    <a:pt x="8915" y="5093"/>
                  </a:cubicBezTo>
                  <a:cubicBezTo>
                    <a:pt x="9734" y="5895"/>
                    <a:pt x="9984" y="7111"/>
                    <a:pt x="9551" y="8170"/>
                  </a:cubicBezTo>
                  <a:cubicBezTo>
                    <a:pt x="9119" y="9228"/>
                    <a:pt x="8089" y="9921"/>
                    <a:pt x="6946" y="9921"/>
                  </a:cubicBezTo>
                  <a:lnTo>
                    <a:pt x="6942" y="9917"/>
                  </a:lnTo>
                  <a:cubicBezTo>
                    <a:pt x="6654" y="9917"/>
                    <a:pt x="6369" y="9872"/>
                    <a:pt x="6095" y="9787"/>
                  </a:cubicBezTo>
                  <a:lnTo>
                    <a:pt x="6067" y="9256"/>
                  </a:lnTo>
                  <a:cubicBezTo>
                    <a:pt x="6123" y="9211"/>
                    <a:pt x="6176" y="9165"/>
                    <a:pt x="6225" y="9116"/>
                  </a:cubicBezTo>
                  <a:cubicBezTo>
                    <a:pt x="6389" y="8970"/>
                    <a:pt x="6248" y="8756"/>
                    <a:pt x="6088" y="8756"/>
                  </a:cubicBezTo>
                  <a:cubicBezTo>
                    <a:pt x="6036" y="8756"/>
                    <a:pt x="5982" y="8779"/>
                    <a:pt x="5937" y="8834"/>
                  </a:cubicBezTo>
                  <a:cubicBezTo>
                    <a:pt x="5685" y="9090"/>
                    <a:pt x="5347" y="9225"/>
                    <a:pt x="5004" y="9225"/>
                  </a:cubicBezTo>
                  <a:cubicBezTo>
                    <a:pt x="4813" y="9225"/>
                    <a:pt x="4621" y="9183"/>
                    <a:pt x="4442" y="9098"/>
                  </a:cubicBezTo>
                  <a:cubicBezTo>
                    <a:pt x="4409" y="9082"/>
                    <a:pt x="4377" y="9075"/>
                    <a:pt x="4347" y="9075"/>
                  </a:cubicBezTo>
                  <a:cubicBezTo>
                    <a:pt x="4156" y="9075"/>
                    <a:pt x="4054" y="9367"/>
                    <a:pt x="4270" y="9464"/>
                  </a:cubicBezTo>
                  <a:cubicBezTo>
                    <a:pt x="4431" y="9541"/>
                    <a:pt x="4604" y="9590"/>
                    <a:pt x="4783" y="9615"/>
                  </a:cubicBezTo>
                  <a:lnTo>
                    <a:pt x="4748" y="10322"/>
                  </a:lnTo>
                  <a:cubicBezTo>
                    <a:pt x="4614" y="10341"/>
                    <a:pt x="4480" y="10350"/>
                    <a:pt x="4349" y="10350"/>
                  </a:cubicBezTo>
                  <a:cubicBezTo>
                    <a:pt x="2822" y="10350"/>
                    <a:pt x="1537" y="9110"/>
                    <a:pt x="1537" y="7533"/>
                  </a:cubicBezTo>
                  <a:cubicBezTo>
                    <a:pt x="1537" y="7445"/>
                    <a:pt x="1541" y="7354"/>
                    <a:pt x="1552" y="7256"/>
                  </a:cubicBezTo>
                  <a:cubicBezTo>
                    <a:pt x="1559" y="7199"/>
                    <a:pt x="1541" y="7147"/>
                    <a:pt x="1502" y="7104"/>
                  </a:cubicBezTo>
                  <a:cubicBezTo>
                    <a:pt x="1" y="5423"/>
                    <a:pt x="630" y="2762"/>
                    <a:pt x="2726" y="1932"/>
                  </a:cubicBezTo>
                  <a:lnTo>
                    <a:pt x="2726" y="1932"/>
                  </a:lnTo>
                  <a:cubicBezTo>
                    <a:pt x="2691" y="2065"/>
                    <a:pt x="2666" y="2202"/>
                    <a:pt x="2656" y="2343"/>
                  </a:cubicBezTo>
                  <a:cubicBezTo>
                    <a:pt x="2645" y="2452"/>
                    <a:pt x="2726" y="2551"/>
                    <a:pt x="2839" y="2561"/>
                  </a:cubicBezTo>
                  <a:lnTo>
                    <a:pt x="2856" y="2561"/>
                  </a:lnTo>
                  <a:cubicBezTo>
                    <a:pt x="2962" y="2561"/>
                    <a:pt x="3046" y="2480"/>
                    <a:pt x="3057" y="2378"/>
                  </a:cubicBezTo>
                  <a:cubicBezTo>
                    <a:pt x="3078" y="2146"/>
                    <a:pt x="3134" y="1921"/>
                    <a:pt x="3229" y="1710"/>
                  </a:cubicBezTo>
                  <a:cubicBezTo>
                    <a:pt x="3229" y="1707"/>
                    <a:pt x="3232" y="1700"/>
                    <a:pt x="3236" y="1696"/>
                  </a:cubicBezTo>
                  <a:cubicBezTo>
                    <a:pt x="3611" y="847"/>
                    <a:pt x="4414" y="405"/>
                    <a:pt x="5221" y="405"/>
                  </a:cubicBezTo>
                  <a:close/>
                  <a:moveTo>
                    <a:pt x="5676" y="9492"/>
                  </a:moveTo>
                  <a:lnTo>
                    <a:pt x="5866" y="13367"/>
                  </a:lnTo>
                  <a:lnTo>
                    <a:pt x="4998" y="13367"/>
                  </a:lnTo>
                  <a:lnTo>
                    <a:pt x="5184" y="9619"/>
                  </a:lnTo>
                  <a:cubicBezTo>
                    <a:pt x="5353" y="9601"/>
                    <a:pt x="5518" y="9559"/>
                    <a:pt x="5676" y="9492"/>
                  </a:cubicBezTo>
                  <a:close/>
                  <a:moveTo>
                    <a:pt x="5221" y="0"/>
                  </a:moveTo>
                  <a:cubicBezTo>
                    <a:pt x="4294" y="0"/>
                    <a:pt x="3372" y="494"/>
                    <a:pt x="2909" y="1443"/>
                  </a:cubicBezTo>
                  <a:cubicBezTo>
                    <a:pt x="1717" y="1784"/>
                    <a:pt x="785" y="2709"/>
                    <a:pt x="426" y="3894"/>
                  </a:cubicBezTo>
                  <a:cubicBezTo>
                    <a:pt x="71" y="5079"/>
                    <a:pt x="338" y="6366"/>
                    <a:pt x="1144" y="7308"/>
                  </a:cubicBezTo>
                  <a:cubicBezTo>
                    <a:pt x="1137" y="7386"/>
                    <a:pt x="1137" y="7459"/>
                    <a:pt x="1137" y="7533"/>
                  </a:cubicBezTo>
                  <a:cubicBezTo>
                    <a:pt x="1133" y="9330"/>
                    <a:pt x="2599" y="10755"/>
                    <a:pt x="4348" y="10755"/>
                  </a:cubicBezTo>
                  <a:cubicBezTo>
                    <a:pt x="4472" y="10755"/>
                    <a:pt x="4597" y="10748"/>
                    <a:pt x="4723" y="10733"/>
                  </a:cubicBezTo>
                  <a:lnTo>
                    <a:pt x="4723" y="10733"/>
                  </a:lnTo>
                  <a:lnTo>
                    <a:pt x="4593" y="13371"/>
                  </a:lnTo>
                  <a:lnTo>
                    <a:pt x="4354" y="13371"/>
                  </a:lnTo>
                  <a:cubicBezTo>
                    <a:pt x="4353" y="13371"/>
                    <a:pt x="4352" y="13371"/>
                    <a:pt x="4351" y="13371"/>
                  </a:cubicBezTo>
                  <a:cubicBezTo>
                    <a:pt x="4087" y="13371"/>
                    <a:pt x="4088" y="13771"/>
                    <a:pt x="4354" y="13771"/>
                  </a:cubicBezTo>
                  <a:lnTo>
                    <a:pt x="6510" y="13771"/>
                  </a:lnTo>
                  <a:cubicBezTo>
                    <a:pt x="6619" y="13771"/>
                    <a:pt x="6710" y="13684"/>
                    <a:pt x="6710" y="13571"/>
                  </a:cubicBezTo>
                  <a:cubicBezTo>
                    <a:pt x="6710" y="13459"/>
                    <a:pt x="6619" y="13371"/>
                    <a:pt x="6510" y="13371"/>
                  </a:cubicBezTo>
                  <a:lnTo>
                    <a:pt x="6271" y="13371"/>
                  </a:lnTo>
                  <a:lnTo>
                    <a:pt x="6112" y="10216"/>
                  </a:lnTo>
                  <a:lnTo>
                    <a:pt x="6112" y="10216"/>
                  </a:lnTo>
                  <a:cubicBezTo>
                    <a:pt x="6386" y="10288"/>
                    <a:pt x="6662" y="10323"/>
                    <a:pt x="6936" y="10323"/>
                  </a:cubicBezTo>
                  <a:cubicBezTo>
                    <a:pt x="7986" y="10323"/>
                    <a:pt x="8993" y="9810"/>
                    <a:pt x="9604" y="8912"/>
                  </a:cubicBezTo>
                  <a:cubicBezTo>
                    <a:pt x="10371" y="7783"/>
                    <a:pt x="10343" y="6289"/>
                    <a:pt x="9530" y="5188"/>
                  </a:cubicBezTo>
                  <a:cubicBezTo>
                    <a:pt x="10051" y="4369"/>
                    <a:pt x="10082" y="3335"/>
                    <a:pt x="9622" y="2484"/>
                  </a:cubicBezTo>
                  <a:cubicBezTo>
                    <a:pt x="9161" y="1629"/>
                    <a:pt x="8278" y="1095"/>
                    <a:pt x="7311" y="1081"/>
                  </a:cubicBezTo>
                  <a:cubicBezTo>
                    <a:pt x="6793" y="353"/>
                    <a:pt x="6005" y="0"/>
                    <a:pt x="5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84"/>
            <p:cNvSpPr/>
            <p:nvPr/>
          </p:nvSpPr>
          <p:spPr>
            <a:xfrm>
              <a:off x="3955242" y="3495083"/>
              <a:ext cx="61416" cy="61416"/>
            </a:xfrm>
            <a:custGeom>
              <a:rect b="b" l="l" r="r" t="t"/>
              <a:pathLst>
                <a:path extrusionOk="0" h="2343" w="2343">
                  <a:moveTo>
                    <a:pt x="203" y="0"/>
                  </a:moveTo>
                  <a:cubicBezTo>
                    <a:pt x="102" y="0"/>
                    <a:pt x="1" y="67"/>
                    <a:pt x="1" y="201"/>
                  </a:cubicBezTo>
                  <a:cubicBezTo>
                    <a:pt x="1" y="1382"/>
                    <a:pt x="961" y="2342"/>
                    <a:pt x="2142" y="2342"/>
                  </a:cubicBezTo>
                  <a:cubicBezTo>
                    <a:pt x="2255" y="2342"/>
                    <a:pt x="2343" y="2254"/>
                    <a:pt x="2343" y="2142"/>
                  </a:cubicBezTo>
                  <a:cubicBezTo>
                    <a:pt x="2343" y="2029"/>
                    <a:pt x="2255" y="1941"/>
                    <a:pt x="2142" y="1941"/>
                  </a:cubicBezTo>
                  <a:cubicBezTo>
                    <a:pt x="1182" y="1938"/>
                    <a:pt x="405" y="1161"/>
                    <a:pt x="405" y="201"/>
                  </a:cubicBezTo>
                  <a:cubicBezTo>
                    <a:pt x="405" y="67"/>
                    <a:pt x="30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84"/>
            <p:cNvSpPr/>
            <p:nvPr/>
          </p:nvSpPr>
          <p:spPr>
            <a:xfrm>
              <a:off x="4077838" y="3404650"/>
              <a:ext cx="46213" cy="44456"/>
            </a:xfrm>
            <a:custGeom>
              <a:rect b="b" l="l" r="r" t="t"/>
              <a:pathLst>
                <a:path extrusionOk="0" h="1696" w="1763">
                  <a:moveTo>
                    <a:pt x="268" y="1"/>
                  </a:moveTo>
                  <a:cubicBezTo>
                    <a:pt x="0" y="1"/>
                    <a:pt x="0" y="405"/>
                    <a:pt x="268" y="405"/>
                  </a:cubicBezTo>
                  <a:cubicBezTo>
                    <a:pt x="873" y="405"/>
                    <a:pt x="1358" y="894"/>
                    <a:pt x="1361" y="1495"/>
                  </a:cubicBezTo>
                  <a:cubicBezTo>
                    <a:pt x="1361" y="1608"/>
                    <a:pt x="1449" y="1696"/>
                    <a:pt x="1562" y="1696"/>
                  </a:cubicBezTo>
                  <a:cubicBezTo>
                    <a:pt x="1674" y="1696"/>
                    <a:pt x="1762" y="1608"/>
                    <a:pt x="1762" y="1495"/>
                  </a:cubicBezTo>
                  <a:cubicBezTo>
                    <a:pt x="1762" y="669"/>
                    <a:pt x="1094"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9" name="Google Shape;16569;p84"/>
          <p:cNvGrpSpPr/>
          <p:nvPr/>
        </p:nvGrpSpPr>
        <p:grpSpPr>
          <a:xfrm>
            <a:off x="3584414" y="1959319"/>
            <a:ext cx="384328" cy="378430"/>
            <a:chOff x="3584414" y="1959319"/>
            <a:chExt cx="384328" cy="378430"/>
          </a:xfrm>
        </p:grpSpPr>
        <p:sp>
          <p:nvSpPr>
            <p:cNvPr id="16570" name="Google Shape;16570;p84"/>
            <p:cNvSpPr/>
            <p:nvPr/>
          </p:nvSpPr>
          <p:spPr>
            <a:xfrm>
              <a:off x="3786931" y="1964876"/>
              <a:ext cx="164457" cy="367263"/>
            </a:xfrm>
            <a:custGeom>
              <a:rect b="b" l="l" r="r" t="t"/>
              <a:pathLst>
                <a:path extrusionOk="0" h="14011" w="6274">
                  <a:moveTo>
                    <a:pt x="3343" y="1"/>
                  </a:moveTo>
                  <a:cubicBezTo>
                    <a:pt x="3059" y="1"/>
                    <a:pt x="2748" y="51"/>
                    <a:pt x="2406" y="166"/>
                  </a:cubicBezTo>
                  <a:cubicBezTo>
                    <a:pt x="1" y="975"/>
                    <a:pt x="795" y="4323"/>
                    <a:pt x="1470" y="6046"/>
                  </a:cubicBezTo>
                  <a:lnTo>
                    <a:pt x="2205" y="14010"/>
                  </a:lnTo>
                  <a:cubicBezTo>
                    <a:pt x="4688" y="14010"/>
                    <a:pt x="6274" y="12203"/>
                    <a:pt x="6274" y="9717"/>
                  </a:cubicBezTo>
                  <a:cubicBezTo>
                    <a:pt x="6274" y="7090"/>
                    <a:pt x="3732" y="5283"/>
                    <a:pt x="3563" y="3472"/>
                  </a:cubicBezTo>
                  <a:cubicBezTo>
                    <a:pt x="3466" y="2440"/>
                    <a:pt x="4059" y="1932"/>
                    <a:pt x="4844" y="1932"/>
                  </a:cubicBezTo>
                  <a:cubicBezTo>
                    <a:pt x="5060" y="1932"/>
                    <a:pt x="5290" y="1971"/>
                    <a:pt x="5525" y="2047"/>
                  </a:cubicBezTo>
                  <a:cubicBezTo>
                    <a:pt x="5543" y="2054"/>
                    <a:pt x="5561" y="2057"/>
                    <a:pt x="5579" y="2057"/>
                  </a:cubicBezTo>
                  <a:cubicBezTo>
                    <a:pt x="5686" y="2057"/>
                    <a:pt x="5770" y="1945"/>
                    <a:pt x="5722" y="1836"/>
                  </a:cubicBezTo>
                  <a:cubicBezTo>
                    <a:pt x="5456" y="1225"/>
                    <a:pt x="4744" y="1"/>
                    <a:pt x="3343"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84"/>
            <p:cNvSpPr/>
            <p:nvPr/>
          </p:nvSpPr>
          <p:spPr>
            <a:xfrm>
              <a:off x="3590049" y="2148495"/>
              <a:ext cx="29620" cy="35623"/>
            </a:xfrm>
            <a:custGeom>
              <a:rect b="b" l="l" r="r" t="t"/>
              <a:pathLst>
                <a:path extrusionOk="0" h="1359" w="1130">
                  <a:moveTo>
                    <a:pt x="563" y="1"/>
                  </a:moveTo>
                  <a:cubicBezTo>
                    <a:pt x="254" y="1"/>
                    <a:pt x="0" y="254"/>
                    <a:pt x="0" y="567"/>
                  </a:cubicBezTo>
                  <a:lnTo>
                    <a:pt x="0" y="792"/>
                  </a:lnTo>
                  <a:cubicBezTo>
                    <a:pt x="0" y="1105"/>
                    <a:pt x="254" y="1358"/>
                    <a:pt x="563" y="1358"/>
                  </a:cubicBezTo>
                  <a:cubicBezTo>
                    <a:pt x="876" y="1358"/>
                    <a:pt x="1129" y="1105"/>
                    <a:pt x="1129" y="792"/>
                  </a:cubicBezTo>
                  <a:lnTo>
                    <a:pt x="1129" y="567"/>
                  </a:lnTo>
                  <a:cubicBezTo>
                    <a:pt x="1129" y="254"/>
                    <a:pt x="876" y="1"/>
                    <a:pt x="56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84"/>
            <p:cNvSpPr/>
            <p:nvPr/>
          </p:nvSpPr>
          <p:spPr>
            <a:xfrm>
              <a:off x="3718622" y="2173659"/>
              <a:ext cx="60970" cy="79398"/>
            </a:xfrm>
            <a:custGeom>
              <a:rect b="b" l="l" r="r" t="t"/>
              <a:pathLst>
                <a:path extrusionOk="0" h="3029" w="2326">
                  <a:moveTo>
                    <a:pt x="1742" y="1"/>
                  </a:moveTo>
                  <a:lnTo>
                    <a:pt x="1" y="788"/>
                  </a:lnTo>
                  <a:cubicBezTo>
                    <a:pt x="1" y="788"/>
                    <a:pt x="451" y="2044"/>
                    <a:pt x="1330" y="3028"/>
                  </a:cubicBezTo>
                  <a:lnTo>
                    <a:pt x="2325" y="1639"/>
                  </a:lnTo>
                  <a:lnTo>
                    <a:pt x="174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84"/>
            <p:cNvSpPr/>
            <p:nvPr/>
          </p:nvSpPr>
          <p:spPr>
            <a:xfrm>
              <a:off x="3608398" y="2049228"/>
              <a:ext cx="317197" cy="282990"/>
            </a:xfrm>
            <a:custGeom>
              <a:rect b="b" l="l" r="r" t="t"/>
              <a:pathLst>
                <a:path extrusionOk="0" h="10796" w="12101">
                  <a:moveTo>
                    <a:pt x="3105" y="0"/>
                  </a:moveTo>
                  <a:cubicBezTo>
                    <a:pt x="2523" y="0"/>
                    <a:pt x="1953" y="204"/>
                    <a:pt x="1519" y="605"/>
                  </a:cubicBezTo>
                  <a:cubicBezTo>
                    <a:pt x="851" y="1221"/>
                    <a:pt x="584" y="2036"/>
                    <a:pt x="507" y="2437"/>
                  </a:cubicBezTo>
                  <a:cubicBezTo>
                    <a:pt x="482" y="2574"/>
                    <a:pt x="531" y="2715"/>
                    <a:pt x="640" y="2803"/>
                  </a:cubicBezTo>
                  <a:cubicBezTo>
                    <a:pt x="827" y="2954"/>
                    <a:pt x="1048" y="3060"/>
                    <a:pt x="1284" y="3109"/>
                  </a:cubicBezTo>
                  <a:cubicBezTo>
                    <a:pt x="1453" y="3429"/>
                    <a:pt x="1692" y="3707"/>
                    <a:pt x="1984" y="3925"/>
                  </a:cubicBezTo>
                  <a:cubicBezTo>
                    <a:pt x="1445" y="3922"/>
                    <a:pt x="985" y="3844"/>
                    <a:pt x="683" y="3844"/>
                  </a:cubicBezTo>
                  <a:cubicBezTo>
                    <a:pt x="573" y="3844"/>
                    <a:pt x="483" y="3854"/>
                    <a:pt x="419" y="3883"/>
                  </a:cubicBezTo>
                  <a:cubicBezTo>
                    <a:pt x="113" y="4027"/>
                    <a:pt x="28" y="4262"/>
                    <a:pt x="11" y="4435"/>
                  </a:cubicBezTo>
                  <a:cubicBezTo>
                    <a:pt x="0" y="4568"/>
                    <a:pt x="92" y="4688"/>
                    <a:pt x="225" y="4712"/>
                  </a:cubicBezTo>
                  <a:cubicBezTo>
                    <a:pt x="595" y="4783"/>
                    <a:pt x="1407" y="4899"/>
                    <a:pt x="2261" y="5268"/>
                  </a:cubicBezTo>
                  <a:cubicBezTo>
                    <a:pt x="3003" y="5589"/>
                    <a:pt x="3564" y="5692"/>
                    <a:pt x="3988" y="5692"/>
                  </a:cubicBezTo>
                  <a:cubicBezTo>
                    <a:pt x="4446" y="5692"/>
                    <a:pt x="4745" y="5572"/>
                    <a:pt x="4944" y="5479"/>
                  </a:cubicBezTo>
                  <a:cubicBezTo>
                    <a:pt x="5152" y="5381"/>
                    <a:pt x="5357" y="5336"/>
                    <a:pt x="5537" y="5336"/>
                  </a:cubicBezTo>
                  <a:cubicBezTo>
                    <a:pt x="6043" y="5336"/>
                    <a:pt x="6349" y="5698"/>
                    <a:pt x="5940" y="6284"/>
                  </a:cubicBezTo>
                  <a:cubicBezTo>
                    <a:pt x="4719" y="8028"/>
                    <a:pt x="6073" y="9425"/>
                    <a:pt x="6850" y="9892"/>
                  </a:cubicBezTo>
                  <a:lnTo>
                    <a:pt x="5848" y="9892"/>
                  </a:lnTo>
                  <a:cubicBezTo>
                    <a:pt x="5461" y="9892"/>
                    <a:pt x="5117" y="10138"/>
                    <a:pt x="4990" y="10508"/>
                  </a:cubicBezTo>
                  <a:cubicBezTo>
                    <a:pt x="4948" y="10650"/>
                    <a:pt x="5054" y="10796"/>
                    <a:pt x="5203" y="10796"/>
                  </a:cubicBezTo>
                  <a:cubicBezTo>
                    <a:pt x="5205" y="10796"/>
                    <a:pt x="5206" y="10796"/>
                    <a:pt x="5208" y="10796"/>
                  </a:cubicBezTo>
                  <a:lnTo>
                    <a:pt x="8827" y="10796"/>
                  </a:lnTo>
                  <a:cubicBezTo>
                    <a:pt x="9291" y="10796"/>
                    <a:pt x="9720" y="10553"/>
                    <a:pt x="9959" y="10152"/>
                  </a:cubicBezTo>
                  <a:lnTo>
                    <a:pt x="10254" y="9667"/>
                  </a:lnTo>
                  <a:cubicBezTo>
                    <a:pt x="12100" y="5898"/>
                    <a:pt x="9238" y="1527"/>
                    <a:pt x="5015" y="1386"/>
                  </a:cubicBezTo>
                  <a:cubicBezTo>
                    <a:pt x="5004" y="1333"/>
                    <a:pt x="4990" y="1284"/>
                    <a:pt x="4972" y="1235"/>
                  </a:cubicBezTo>
                  <a:cubicBezTo>
                    <a:pt x="4786" y="637"/>
                    <a:pt x="4079" y="109"/>
                    <a:pt x="3457" y="25"/>
                  </a:cubicBezTo>
                  <a:cubicBezTo>
                    <a:pt x="3340" y="9"/>
                    <a:pt x="3222" y="0"/>
                    <a:pt x="3105"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84"/>
            <p:cNvSpPr/>
            <p:nvPr/>
          </p:nvSpPr>
          <p:spPr>
            <a:xfrm>
              <a:off x="3682396" y="2019896"/>
              <a:ext cx="34234" cy="50590"/>
            </a:xfrm>
            <a:custGeom>
              <a:rect b="b" l="l" r="r" t="t"/>
              <a:pathLst>
                <a:path extrusionOk="0" h="1930" w="1306">
                  <a:moveTo>
                    <a:pt x="863" y="1"/>
                  </a:moveTo>
                  <a:cubicBezTo>
                    <a:pt x="810" y="1"/>
                    <a:pt x="757" y="20"/>
                    <a:pt x="715" y="61"/>
                  </a:cubicBezTo>
                  <a:cubicBezTo>
                    <a:pt x="455" y="318"/>
                    <a:pt x="265" y="870"/>
                    <a:pt x="156" y="1130"/>
                  </a:cubicBezTo>
                  <a:cubicBezTo>
                    <a:pt x="1" y="1496"/>
                    <a:pt x="254" y="1904"/>
                    <a:pt x="651" y="1928"/>
                  </a:cubicBezTo>
                  <a:cubicBezTo>
                    <a:pt x="663" y="1929"/>
                    <a:pt x="674" y="1929"/>
                    <a:pt x="685" y="1929"/>
                  </a:cubicBezTo>
                  <a:cubicBezTo>
                    <a:pt x="1022" y="1929"/>
                    <a:pt x="1305" y="1625"/>
                    <a:pt x="1302" y="1285"/>
                  </a:cubicBezTo>
                  <a:cubicBezTo>
                    <a:pt x="1295" y="887"/>
                    <a:pt x="1172" y="300"/>
                    <a:pt x="1038" y="93"/>
                  </a:cubicBezTo>
                  <a:cubicBezTo>
                    <a:pt x="995" y="32"/>
                    <a:pt x="929" y="1"/>
                    <a:pt x="863"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84"/>
            <p:cNvSpPr/>
            <p:nvPr/>
          </p:nvSpPr>
          <p:spPr>
            <a:xfrm>
              <a:off x="3655214" y="2083331"/>
              <a:ext cx="17825" cy="17824"/>
            </a:xfrm>
            <a:custGeom>
              <a:rect b="b" l="l" r="r" t="t"/>
              <a:pathLst>
                <a:path extrusionOk="0" h="680" w="680">
                  <a:moveTo>
                    <a:pt x="338" y="1"/>
                  </a:moveTo>
                  <a:cubicBezTo>
                    <a:pt x="152" y="1"/>
                    <a:pt x="1" y="152"/>
                    <a:pt x="1" y="338"/>
                  </a:cubicBezTo>
                  <a:cubicBezTo>
                    <a:pt x="1" y="528"/>
                    <a:pt x="152" y="679"/>
                    <a:pt x="338" y="679"/>
                  </a:cubicBezTo>
                  <a:cubicBezTo>
                    <a:pt x="525" y="679"/>
                    <a:pt x="679" y="528"/>
                    <a:pt x="679" y="338"/>
                  </a:cubicBezTo>
                  <a:cubicBezTo>
                    <a:pt x="679" y="152"/>
                    <a:pt x="525" y="1"/>
                    <a:pt x="338"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84"/>
            <p:cNvSpPr/>
            <p:nvPr/>
          </p:nvSpPr>
          <p:spPr>
            <a:xfrm>
              <a:off x="3642134" y="2116804"/>
              <a:ext cx="88782" cy="35308"/>
            </a:xfrm>
            <a:custGeom>
              <a:rect b="b" l="l" r="r" t="t"/>
              <a:pathLst>
                <a:path extrusionOk="0" h="1347" w="3387">
                  <a:moveTo>
                    <a:pt x="2767" y="0"/>
                  </a:moveTo>
                  <a:cubicBezTo>
                    <a:pt x="2198" y="0"/>
                    <a:pt x="1610" y="355"/>
                    <a:pt x="985" y="489"/>
                  </a:cubicBezTo>
                  <a:cubicBezTo>
                    <a:pt x="755" y="538"/>
                    <a:pt x="544" y="563"/>
                    <a:pt x="357" y="563"/>
                  </a:cubicBezTo>
                  <a:cubicBezTo>
                    <a:pt x="226" y="563"/>
                    <a:pt x="106" y="551"/>
                    <a:pt x="0" y="527"/>
                  </a:cubicBezTo>
                  <a:lnTo>
                    <a:pt x="0" y="527"/>
                  </a:lnTo>
                  <a:cubicBezTo>
                    <a:pt x="169" y="851"/>
                    <a:pt x="408" y="1129"/>
                    <a:pt x="700" y="1347"/>
                  </a:cubicBezTo>
                  <a:cubicBezTo>
                    <a:pt x="708" y="1347"/>
                    <a:pt x="717" y="1347"/>
                    <a:pt x="725" y="1347"/>
                  </a:cubicBezTo>
                  <a:cubicBezTo>
                    <a:pt x="1497" y="1347"/>
                    <a:pt x="2425" y="1184"/>
                    <a:pt x="3285" y="411"/>
                  </a:cubicBezTo>
                  <a:cubicBezTo>
                    <a:pt x="3387" y="324"/>
                    <a:pt x="3365" y="158"/>
                    <a:pt x="3246" y="98"/>
                  </a:cubicBezTo>
                  <a:cubicBezTo>
                    <a:pt x="3088" y="29"/>
                    <a:pt x="2928" y="0"/>
                    <a:pt x="27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84"/>
            <p:cNvSpPr/>
            <p:nvPr/>
          </p:nvSpPr>
          <p:spPr>
            <a:xfrm>
              <a:off x="3741295" y="2220396"/>
              <a:ext cx="85662" cy="88048"/>
            </a:xfrm>
            <a:custGeom>
              <a:rect b="b" l="l" r="r" t="t"/>
              <a:pathLst>
                <a:path extrusionOk="0" h="3359" w="3268">
                  <a:moveTo>
                    <a:pt x="711" y="0"/>
                  </a:moveTo>
                  <a:lnTo>
                    <a:pt x="711" y="0"/>
                  </a:lnTo>
                  <a:cubicBezTo>
                    <a:pt x="1" y="1242"/>
                    <a:pt x="567" y="2286"/>
                    <a:pt x="1204" y="2909"/>
                  </a:cubicBezTo>
                  <a:lnTo>
                    <a:pt x="1207" y="2909"/>
                  </a:lnTo>
                  <a:cubicBezTo>
                    <a:pt x="1383" y="3081"/>
                    <a:pt x="1576" y="3232"/>
                    <a:pt x="1787" y="3359"/>
                  </a:cubicBezTo>
                  <a:lnTo>
                    <a:pt x="3043" y="3359"/>
                  </a:lnTo>
                  <a:cubicBezTo>
                    <a:pt x="3169" y="3359"/>
                    <a:pt x="3268" y="3257"/>
                    <a:pt x="3268" y="3134"/>
                  </a:cubicBezTo>
                  <a:cubicBezTo>
                    <a:pt x="3268" y="3011"/>
                    <a:pt x="3169" y="2909"/>
                    <a:pt x="3043" y="2909"/>
                  </a:cubicBezTo>
                  <a:lnTo>
                    <a:pt x="2983" y="2909"/>
                  </a:lnTo>
                  <a:cubicBezTo>
                    <a:pt x="2561" y="2909"/>
                    <a:pt x="2139" y="2807"/>
                    <a:pt x="1784" y="2578"/>
                  </a:cubicBezTo>
                  <a:cubicBezTo>
                    <a:pt x="750" y="1917"/>
                    <a:pt x="613" y="616"/>
                    <a:pt x="711" y="0"/>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84"/>
            <p:cNvSpPr/>
            <p:nvPr/>
          </p:nvSpPr>
          <p:spPr>
            <a:xfrm>
              <a:off x="3824913" y="1983173"/>
              <a:ext cx="143828" cy="330723"/>
            </a:xfrm>
            <a:custGeom>
              <a:rect b="b" l="l" r="r" t="t"/>
              <a:pathLst>
                <a:path extrusionOk="0" h="12617" w="5487">
                  <a:moveTo>
                    <a:pt x="2140" y="0"/>
                  </a:moveTo>
                  <a:cubicBezTo>
                    <a:pt x="1618" y="0"/>
                    <a:pt x="1140" y="215"/>
                    <a:pt x="841" y="657"/>
                  </a:cubicBezTo>
                  <a:cubicBezTo>
                    <a:pt x="0" y="1905"/>
                    <a:pt x="514" y="3737"/>
                    <a:pt x="1889" y="5179"/>
                  </a:cubicBezTo>
                  <a:cubicBezTo>
                    <a:pt x="2726" y="6058"/>
                    <a:pt x="5486" y="9926"/>
                    <a:pt x="3126" y="12616"/>
                  </a:cubicBezTo>
                  <a:cubicBezTo>
                    <a:pt x="4203" y="11867"/>
                    <a:pt x="4825" y="10577"/>
                    <a:pt x="4825" y="9019"/>
                  </a:cubicBezTo>
                  <a:cubicBezTo>
                    <a:pt x="4825" y="6392"/>
                    <a:pt x="2283" y="4585"/>
                    <a:pt x="2114" y="2774"/>
                  </a:cubicBezTo>
                  <a:cubicBezTo>
                    <a:pt x="2017" y="1742"/>
                    <a:pt x="2613" y="1234"/>
                    <a:pt x="3396" y="1234"/>
                  </a:cubicBezTo>
                  <a:cubicBezTo>
                    <a:pt x="3612" y="1234"/>
                    <a:pt x="3842" y="1273"/>
                    <a:pt x="4076" y="1349"/>
                  </a:cubicBezTo>
                  <a:cubicBezTo>
                    <a:pt x="4092" y="1354"/>
                    <a:pt x="4108" y="1357"/>
                    <a:pt x="4125" y="1357"/>
                  </a:cubicBezTo>
                  <a:cubicBezTo>
                    <a:pt x="4177" y="1357"/>
                    <a:pt x="4229" y="1332"/>
                    <a:pt x="4259" y="1286"/>
                  </a:cubicBezTo>
                  <a:cubicBezTo>
                    <a:pt x="3723" y="440"/>
                    <a:pt x="2886" y="0"/>
                    <a:pt x="2140"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84"/>
            <p:cNvSpPr/>
            <p:nvPr/>
          </p:nvSpPr>
          <p:spPr>
            <a:xfrm>
              <a:off x="3584414" y="1959319"/>
              <a:ext cx="372506" cy="378430"/>
            </a:xfrm>
            <a:custGeom>
              <a:rect b="b" l="l" r="r" t="t"/>
              <a:pathLst>
                <a:path extrusionOk="0" h="14437" w="14211">
                  <a:moveTo>
                    <a:pt x="776" y="7428"/>
                  </a:moveTo>
                  <a:cubicBezTo>
                    <a:pt x="804" y="7428"/>
                    <a:pt x="833" y="7432"/>
                    <a:pt x="862" y="7439"/>
                  </a:cubicBezTo>
                  <a:cubicBezTo>
                    <a:pt x="736" y="7636"/>
                    <a:pt x="687" y="7879"/>
                    <a:pt x="732" y="8111"/>
                  </a:cubicBezTo>
                  <a:cubicBezTo>
                    <a:pt x="750" y="8248"/>
                    <a:pt x="884" y="8297"/>
                    <a:pt x="954" y="8315"/>
                  </a:cubicBezTo>
                  <a:cubicBezTo>
                    <a:pt x="897" y="8348"/>
                    <a:pt x="837" y="8363"/>
                    <a:pt x="778" y="8363"/>
                  </a:cubicBezTo>
                  <a:cubicBezTo>
                    <a:pt x="594" y="8363"/>
                    <a:pt x="426" y="8214"/>
                    <a:pt x="426" y="8009"/>
                  </a:cubicBezTo>
                  <a:lnTo>
                    <a:pt x="426" y="7784"/>
                  </a:lnTo>
                  <a:cubicBezTo>
                    <a:pt x="423" y="7582"/>
                    <a:pt x="588" y="7428"/>
                    <a:pt x="776" y="7428"/>
                  </a:cubicBezTo>
                  <a:close/>
                  <a:moveTo>
                    <a:pt x="6457" y="8974"/>
                  </a:moveTo>
                  <a:cubicBezTo>
                    <a:pt x="6614" y="8974"/>
                    <a:pt x="6736" y="9017"/>
                    <a:pt x="6795" y="9088"/>
                  </a:cubicBezTo>
                  <a:cubicBezTo>
                    <a:pt x="6879" y="9187"/>
                    <a:pt x="6840" y="9370"/>
                    <a:pt x="6686" y="9588"/>
                  </a:cubicBezTo>
                  <a:cubicBezTo>
                    <a:pt x="6475" y="9880"/>
                    <a:pt x="6324" y="10207"/>
                    <a:pt x="6229" y="10555"/>
                  </a:cubicBezTo>
                  <a:cubicBezTo>
                    <a:pt x="5937" y="10150"/>
                    <a:pt x="5694" y="9718"/>
                    <a:pt x="5501" y="9261"/>
                  </a:cubicBezTo>
                  <a:cubicBezTo>
                    <a:pt x="5655" y="9222"/>
                    <a:pt x="5807" y="9169"/>
                    <a:pt x="5954" y="9095"/>
                  </a:cubicBezTo>
                  <a:cubicBezTo>
                    <a:pt x="6137" y="9011"/>
                    <a:pt x="6312" y="8974"/>
                    <a:pt x="6457" y="8974"/>
                  </a:cubicBezTo>
                  <a:close/>
                  <a:moveTo>
                    <a:pt x="11068" y="424"/>
                  </a:moveTo>
                  <a:cubicBezTo>
                    <a:pt x="11396" y="424"/>
                    <a:pt x="11702" y="497"/>
                    <a:pt x="11985" y="642"/>
                  </a:cubicBezTo>
                  <a:cubicBezTo>
                    <a:pt x="12614" y="972"/>
                    <a:pt x="13001" y="1602"/>
                    <a:pt x="13202" y="2024"/>
                  </a:cubicBezTo>
                  <a:cubicBezTo>
                    <a:pt x="12985" y="1963"/>
                    <a:pt x="12773" y="1933"/>
                    <a:pt x="12571" y="1933"/>
                  </a:cubicBezTo>
                  <a:cubicBezTo>
                    <a:pt x="12224" y="1933"/>
                    <a:pt x="11906" y="2022"/>
                    <a:pt x="11651" y="2200"/>
                  </a:cubicBezTo>
                  <a:cubicBezTo>
                    <a:pt x="11218" y="2502"/>
                    <a:pt x="11014" y="3037"/>
                    <a:pt x="11078" y="3701"/>
                  </a:cubicBezTo>
                  <a:cubicBezTo>
                    <a:pt x="11155" y="4542"/>
                    <a:pt x="11700" y="5361"/>
                    <a:pt x="12273" y="6226"/>
                  </a:cubicBezTo>
                  <a:cubicBezTo>
                    <a:pt x="13019" y="7348"/>
                    <a:pt x="13789" y="8508"/>
                    <a:pt x="13789" y="9929"/>
                  </a:cubicBezTo>
                  <a:cubicBezTo>
                    <a:pt x="13789" y="11093"/>
                    <a:pt x="13416" y="12137"/>
                    <a:pt x="12741" y="12865"/>
                  </a:cubicBezTo>
                  <a:cubicBezTo>
                    <a:pt x="12045" y="13614"/>
                    <a:pt x="11074" y="14011"/>
                    <a:pt x="9931" y="14011"/>
                  </a:cubicBezTo>
                  <a:lnTo>
                    <a:pt x="6106" y="14011"/>
                  </a:lnTo>
                  <a:cubicBezTo>
                    <a:pt x="6200" y="13727"/>
                    <a:pt x="6464" y="13530"/>
                    <a:pt x="6767" y="13530"/>
                  </a:cubicBezTo>
                  <a:lnTo>
                    <a:pt x="8349" y="13530"/>
                  </a:lnTo>
                  <a:cubicBezTo>
                    <a:pt x="8465" y="13530"/>
                    <a:pt x="8560" y="13435"/>
                    <a:pt x="8560" y="13319"/>
                  </a:cubicBezTo>
                  <a:cubicBezTo>
                    <a:pt x="8560" y="13203"/>
                    <a:pt x="8465" y="13108"/>
                    <a:pt x="8349" y="13108"/>
                  </a:cubicBezTo>
                  <a:lnTo>
                    <a:pt x="7829" y="13108"/>
                  </a:lnTo>
                  <a:cubicBezTo>
                    <a:pt x="7357" y="12809"/>
                    <a:pt x="6774" y="12222"/>
                    <a:pt x="6622" y="11497"/>
                  </a:cubicBezTo>
                  <a:cubicBezTo>
                    <a:pt x="6503" y="10949"/>
                    <a:pt x="6644" y="10389"/>
                    <a:pt x="7030" y="9834"/>
                  </a:cubicBezTo>
                  <a:cubicBezTo>
                    <a:pt x="7421" y="9275"/>
                    <a:pt x="7220" y="8941"/>
                    <a:pt x="7118" y="8818"/>
                  </a:cubicBezTo>
                  <a:cubicBezTo>
                    <a:pt x="6973" y="8644"/>
                    <a:pt x="6732" y="8555"/>
                    <a:pt x="6454" y="8555"/>
                  </a:cubicBezTo>
                  <a:cubicBezTo>
                    <a:pt x="6240" y="8555"/>
                    <a:pt x="6005" y="8607"/>
                    <a:pt x="5775" y="8716"/>
                  </a:cubicBezTo>
                  <a:cubicBezTo>
                    <a:pt x="5620" y="8787"/>
                    <a:pt x="5354" y="8910"/>
                    <a:pt x="4909" y="8910"/>
                  </a:cubicBezTo>
                  <a:cubicBezTo>
                    <a:pt x="4517" y="8910"/>
                    <a:pt x="3984" y="8814"/>
                    <a:pt x="3264" y="8501"/>
                  </a:cubicBezTo>
                  <a:cubicBezTo>
                    <a:pt x="2484" y="8164"/>
                    <a:pt x="1724" y="8030"/>
                    <a:pt x="1323" y="7956"/>
                  </a:cubicBezTo>
                  <a:cubicBezTo>
                    <a:pt x="1260" y="7946"/>
                    <a:pt x="1190" y="7935"/>
                    <a:pt x="1137" y="7924"/>
                  </a:cubicBezTo>
                  <a:cubicBezTo>
                    <a:pt x="1140" y="7808"/>
                    <a:pt x="1186" y="7619"/>
                    <a:pt x="1422" y="7502"/>
                  </a:cubicBezTo>
                  <a:cubicBezTo>
                    <a:pt x="1457" y="7490"/>
                    <a:pt x="1514" y="7485"/>
                    <a:pt x="1585" y="7485"/>
                  </a:cubicBezTo>
                  <a:cubicBezTo>
                    <a:pt x="1713" y="7485"/>
                    <a:pt x="1884" y="7501"/>
                    <a:pt x="2051" y="7517"/>
                  </a:cubicBezTo>
                  <a:cubicBezTo>
                    <a:pt x="2301" y="7540"/>
                    <a:pt x="2596" y="7567"/>
                    <a:pt x="2921" y="7567"/>
                  </a:cubicBezTo>
                  <a:cubicBezTo>
                    <a:pt x="3787" y="7567"/>
                    <a:pt x="4861" y="7373"/>
                    <a:pt x="5828" y="6388"/>
                  </a:cubicBezTo>
                  <a:cubicBezTo>
                    <a:pt x="5978" y="6232"/>
                    <a:pt x="5837" y="6022"/>
                    <a:pt x="5674" y="6022"/>
                  </a:cubicBezTo>
                  <a:cubicBezTo>
                    <a:pt x="5624" y="6022"/>
                    <a:pt x="5572" y="6042"/>
                    <a:pt x="5525" y="6089"/>
                  </a:cubicBezTo>
                  <a:cubicBezTo>
                    <a:pt x="4755" y="6877"/>
                    <a:pt x="3915" y="7102"/>
                    <a:pt x="3176" y="7137"/>
                  </a:cubicBezTo>
                  <a:cubicBezTo>
                    <a:pt x="2958" y="7066"/>
                    <a:pt x="2765" y="6947"/>
                    <a:pt x="2603" y="6789"/>
                  </a:cubicBezTo>
                  <a:cubicBezTo>
                    <a:pt x="2818" y="6785"/>
                    <a:pt x="3032" y="6757"/>
                    <a:pt x="3240" y="6701"/>
                  </a:cubicBezTo>
                  <a:cubicBezTo>
                    <a:pt x="3352" y="6673"/>
                    <a:pt x="3422" y="6557"/>
                    <a:pt x="3391" y="6444"/>
                  </a:cubicBezTo>
                  <a:cubicBezTo>
                    <a:pt x="3367" y="6350"/>
                    <a:pt x="3282" y="6285"/>
                    <a:pt x="3189" y="6285"/>
                  </a:cubicBezTo>
                  <a:cubicBezTo>
                    <a:pt x="3171" y="6285"/>
                    <a:pt x="3152" y="6288"/>
                    <a:pt x="3134" y="6293"/>
                  </a:cubicBezTo>
                  <a:cubicBezTo>
                    <a:pt x="2932" y="6345"/>
                    <a:pt x="2751" y="6366"/>
                    <a:pt x="2591" y="6366"/>
                  </a:cubicBezTo>
                  <a:cubicBezTo>
                    <a:pt x="2038" y="6366"/>
                    <a:pt x="1728" y="6113"/>
                    <a:pt x="1619" y="6001"/>
                  </a:cubicBezTo>
                  <a:cubicBezTo>
                    <a:pt x="1668" y="5597"/>
                    <a:pt x="2090" y="4120"/>
                    <a:pt x="3538" y="3617"/>
                  </a:cubicBezTo>
                  <a:lnTo>
                    <a:pt x="3538" y="3617"/>
                  </a:lnTo>
                  <a:cubicBezTo>
                    <a:pt x="3538" y="3641"/>
                    <a:pt x="3535" y="3670"/>
                    <a:pt x="3535" y="3694"/>
                  </a:cubicBezTo>
                  <a:cubicBezTo>
                    <a:pt x="3531" y="3810"/>
                    <a:pt x="3623" y="3909"/>
                    <a:pt x="3739" y="3912"/>
                  </a:cubicBezTo>
                  <a:cubicBezTo>
                    <a:pt x="3741" y="3912"/>
                    <a:pt x="3743" y="3912"/>
                    <a:pt x="3745" y="3912"/>
                  </a:cubicBezTo>
                  <a:cubicBezTo>
                    <a:pt x="3859" y="3912"/>
                    <a:pt x="3954" y="3822"/>
                    <a:pt x="3957" y="3708"/>
                  </a:cubicBezTo>
                  <a:cubicBezTo>
                    <a:pt x="3978" y="3005"/>
                    <a:pt x="4358" y="2717"/>
                    <a:pt x="4555" y="2615"/>
                  </a:cubicBezTo>
                  <a:cubicBezTo>
                    <a:pt x="4984" y="3146"/>
                    <a:pt x="4871" y="3772"/>
                    <a:pt x="4868" y="3803"/>
                  </a:cubicBezTo>
                  <a:cubicBezTo>
                    <a:pt x="4836" y="3950"/>
                    <a:pt x="4954" y="4057"/>
                    <a:pt x="5076" y="4057"/>
                  </a:cubicBezTo>
                  <a:cubicBezTo>
                    <a:pt x="5132" y="4057"/>
                    <a:pt x="5189" y="4035"/>
                    <a:pt x="5233" y="3983"/>
                  </a:cubicBezTo>
                  <a:cubicBezTo>
                    <a:pt x="5476" y="4225"/>
                    <a:pt x="5648" y="4531"/>
                    <a:pt x="5729" y="4865"/>
                  </a:cubicBezTo>
                  <a:cubicBezTo>
                    <a:pt x="5750" y="4960"/>
                    <a:pt x="5831" y="5027"/>
                    <a:pt x="5930" y="5030"/>
                  </a:cubicBezTo>
                  <a:cubicBezTo>
                    <a:pt x="7909" y="5090"/>
                    <a:pt x="9724" y="6152"/>
                    <a:pt x="10740" y="7854"/>
                  </a:cubicBezTo>
                  <a:cubicBezTo>
                    <a:pt x="11197" y="8607"/>
                    <a:pt x="11465" y="9458"/>
                    <a:pt x="11524" y="10333"/>
                  </a:cubicBezTo>
                  <a:cubicBezTo>
                    <a:pt x="11584" y="11255"/>
                    <a:pt x="11398" y="12176"/>
                    <a:pt x="10986" y="13002"/>
                  </a:cubicBezTo>
                  <a:cubicBezTo>
                    <a:pt x="10902" y="13170"/>
                    <a:pt x="11043" y="13309"/>
                    <a:pt x="11183" y="13309"/>
                  </a:cubicBezTo>
                  <a:cubicBezTo>
                    <a:pt x="11254" y="13309"/>
                    <a:pt x="11325" y="13274"/>
                    <a:pt x="11366" y="13189"/>
                  </a:cubicBezTo>
                  <a:cubicBezTo>
                    <a:pt x="11809" y="12295"/>
                    <a:pt x="12010" y="11300"/>
                    <a:pt x="11946" y="10305"/>
                  </a:cubicBezTo>
                  <a:cubicBezTo>
                    <a:pt x="11883" y="9359"/>
                    <a:pt x="11591" y="8445"/>
                    <a:pt x="11102" y="7633"/>
                  </a:cubicBezTo>
                  <a:cubicBezTo>
                    <a:pt x="10635" y="6855"/>
                    <a:pt x="10005" y="6187"/>
                    <a:pt x="9253" y="5677"/>
                  </a:cubicBezTo>
                  <a:cubicBezTo>
                    <a:pt x="8883" y="4665"/>
                    <a:pt x="8374" y="2843"/>
                    <a:pt x="8950" y="1637"/>
                  </a:cubicBezTo>
                  <a:cubicBezTo>
                    <a:pt x="9193" y="1131"/>
                    <a:pt x="9611" y="776"/>
                    <a:pt x="10195" y="579"/>
                  </a:cubicBezTo>
                  <a:cubicBezTo>
                    <a:pt x="10501" y="476"/>
                    <a:pt x="10792" y="424"/>
                    <a:pt x="11068" y="424"/>
                  </a:cubicBezTo>
                  <a:close/>
                  <a:moveTo>
                    <a:pt x="11067" y="1"/>
                  </a:moveTo>
                  <a:cubicBezTo>
                    <a:pt x="10747" y="1"/>
                    <a:pt x="10411" y="60"/>
                    <a:pt x="10062" y="178"/>
                  </a:cubicBezTo>
                  <a:cubicBezTo>
                    <a:pt x="9362" y="413"/>
                    <a:pt x="8859" y="842"/>
                    <a:pt x="8567" y="1454"/>
                  </a:cubicBezTo>
                  <a:cubicBezTo>
                    <a:pt x="8279" y="2056"/>
                    <a:pt x="8198" y="2833"/>
                    <a:pt x="8321" y="3757"/>
                  </a:cubicBezTo>
                  <a:cubicBezTo>
                    <a:pt x="8395" y="4296"/>
                    <a:pt x="8518" y="4823"/>
                    <a:pt x="8687" y="5340"/>
                  </a:cubicBezTo>
                  <a:cubicBezTo>
                    <a:pt x="7885" y="4911"/>
                    <a:pt x="6999" y="4665"/>
                    <a:pt x="6095" y="4612"/>
                  </a:cubicBezTo>
                  <a:cubicBezTo>
                    <a:pt x="5947" y="4162"/>
                    <a:pt x="5669" y="3765"/>
                    <a:pt x="5297" y="3473"/>
                  </a:cubicBezTo>
                  <a:cubicBezTo>
                    <a:pt x="5283" y="3040"/>
                    <a:pt x="5117" y="2625"/>
                    <a:pt x="4833" y="2295"/>
                  </a:cubicBezTo>
                  <a:lnTo>
                    <a:pt x="4871" y="2056"/>
                  </a:lnTo>
                  <a:cubicBezTo>
                    <a:pt x="4893" y="1901"/>
                    <a:pt x="4775" y="1813"/>
                    <a:pt x="4658" y="1813"/>
                  </a:cubicBezTo>
                  <a:cubicBezTo>
                    <a:pt x="4568" y="1813"/>
                    <a:pt x="4478" y="1867"/>
                    <a:pt x="4456" y="1985"/>
                  </a:cubicBezTo>
                  <a:lnTo>
                    <a:pt x="4421" y="2214"/>
                  </a:lnTo>
                  <a:cubicBezTo>
                    <a:pt x="4031" y="2393"/>
                    <a:pt x="3735" y="2738"/>
                    <a:pt x="3619" y="3153"/>
                  </a:cubicBezTo>
                  <a:cubicBezTo>
                    <a:pt x="1640" y="3687"/>
                    <a:pt x="1190" y="5716"/>
                    <a:pt x="1190" y="6075"/>
                  </a:cubicBezTo>
                  <a:cubicBezTo>
                    <a:pt x="1190" y="6121"/>
                    <a:pt x="1204" y="6163"/>
                    <a:pt x="1228" y="6201"/>
                  </a:cubicBezTo>
                  <a:cubicBezTo>
                    <a:pt x="1246" y="6223"/>
                    <a:pt x="1485" y="6539"/>
                    <a:pt x="1984" y="6701"/>
                  </a:cubicBezTo>
                  <a:cubicBezTo>
                    <a:pt x="2083" y="6855"/>
                    <a:pt x="2199" y="6993"/>
                    <a:pt x="2332" y="7119"/>
                  </a:cubicBezTo>
                  <a:cubicBezTo>
                    <a:pt x="2248" y="7112"/>
                    <a:pt x="2167" y="7105"/>
                    <a:pt x="2090" y="7098"/>
                  </a:cubicBezTo>
                  <a:cubicBezTo>
                    <a:pt x="1896" y="7080"/>
                    <a:pt x="1730" y="7065"/>
                    <a:pt x="1589" y="7065"/>
                  </a:cubicBezTo>
                  <a:cubicBezTo>
                    <a:pt x="1456" y="7065"/>
                    <a:pt x="1345" y="7078"/>
                    <a:pt x="1253" y="7116"/>
                  </a:cubicBezTo>
                  <a:lnTo>
                    <a:pt x="1246" y="7119"/>
                  </a:lnTo>
                  <a:lnTo>
                    <a:pt x="1207" y="7140"/>
                  </a:lnTo>
                  <a:cubicBezTo>
                    <a:pt x="1140" y="7095"/>
                    <a:pt x="1066" y="7059"/>
                    <a:pt x="989" y="7038"/>
                  </a:cubicBezTo>
                  <a:lnTo>
                    <a:pt x="989" y="6950"/>
                  </a:lnTo>
                  <a:cubicBezTo>
                    <a:pt x="989" y="6810"/>
                    <a:pt x="884" y="6739"/>
                    <a:pt x="778" y="6739"/>
                  </a:cubicBezTo>
                  <a:cubicBezTo>
                    <a:pt x="673" y="6739"/>
                    <a:pt x="567" y="6810"/>
                    <a:pt x="567" y="6950"/>
                  </a:cubicBezTo>
                  <a:lnTo>
                    <a:pt x="567" y="7038"/>
                  </a:lnTo>
                  <a:cubicBezTo>
                    <a:pt x="233" y="7133"/>
                    <a:pt x="1" y="7439"/>
                    <a:pt x="1" y="7784"/>
                  </a:cubicBezTo>
                  <a:lnTo>
                    <a:pt x="1" y="8012"/>
                  </a:lnTo>
                  <a:cubicBezTo>
                    <a:pt x="1" y="8361"/>
                    <a:pt x="233" y="8666"/>
                    <a:pt x="571" y="8758"/>
                  </a:cubicBezTo>
                  <a:cubicBezTo>
                    <a:pt x="640" y="8778"/>
                    <a:pt x="711" y="8787"/>
                    <a:pt x="781" y="8787"/>
                  </a:cubicBezTo>
                  <a:cubicBezTo>
                    <a:pt x="1047" y="8787"/>
                    <a:pt x="1301" y="8650"/>
                    <a:pt x="1443" y="8413"/>
                  </a:cubicBezTo>
                  <a:cubicBezTo>
                    <a:pt x="1865" y="8491"/>
                    <a:pt x="2466" y="8621"/>
                    <a:pt x="3095" y="8891"/>
                  </a:cubicBezTo>
                  <a:cubicBezTo>
                    <a:pt x="3867" y="9226"/>
                    <a:pt x="4458" y="9332"/>
                    <a:pt x="4906" y="9332"/>
                  </a:cubicBezTo>
                  <a:cubicBezTo>
                    <a:pt x="4962" y="9332"/>
                    <a:pt x="5016" y="9331"/>
                    <a:pt x="5068" y="9328"/>
                  </a:cubicBezTo>
                  <a:cubicBezTo>
                    <a:pt x="5188" y="9630"/>
                    <a:pt x="5550" y="10449"/>
                    <a:pt x="6158" y="11142"/>
                  </a:cubicBezTo>
                  <a:cubicBezTo>
                    <a:pt x="6158" y="11293"/>
                    <a:pt x="6176" y="11441"/>
                    <a:pt x="6207" y="11585"/>
                  </a:cubicBezTo>
                  <a:cubicBezTo>
                    <a:pt x="6338" y="12207"/>
                    <a:pt x="6721" y="12735"/>
                    <a:pt x="7136" y="13111"/>
                  </a:cubicBezTo>
                  <a:lnTo>
                    <a:pt x="6767" y="13111"/>
                  </a:lnTo>
                  <a:cubicBezTo>
                    <a:pt x="6151" y="13111"/>
                    <a:pt x="5655" y="13611"/>
                    <a:pt x="5652" y="14222"/>
                  </a:cubicBezTo>
                  <a:cubicBezTo>
                    <a:pt x="5652" y="14342"/>
                    <a:pt x="5747" y="14437"/>
                    <a:pt x="5863" y="14437"/>
                  </a:cubicBezTo>
                  <a:lnTo>
                    <a:pt x="9931" y="14437"/>
                  </a:lnTo>
                  <a:cubicBezTo>
                    <a:pt x="11194" y="14437"/>
                    <a:pt x="12273" y="13990"/>
                    <a:pt x="13054" y="13153"/>
                  </a:cubicBezTo>
                  <a:cubicBezTo>
                    <a:pt x="13799" y="12345"/>
                    <a:pt x="14211" y="11202"/>
                    <a:pt x="14211" y="9929"/>
                  </a:cubicBezTo>
                  <a:cubicBezTo>
                    <a:pt x="14211" y="8382"/>
                    <a:pt x="13370" y="7116"/>
                    <a:pt x="12629" y="5994"/>
                  </a:cubicBezTo>
                  <a:cubicBezTo>
                    <a:pt x="12083" y="5175"/>
                    <a:pt x="11567" y="4397"/>
                    <a:pt x="11500" y="3663"/>
                  </a:cubicBezTo>
                  <a:cubicBezTo>
                    <a:pt x="11451" y="3149"/>
                    <a:pt x="11588" y="2762"/>
                    <a:pt x="11894" y="2548"/>
                  </a:cubicBezTo>
                  <a:cubicBezTo>
                    <a:pt x="12074" y="2421"/>
                    <a:pt x="12310" y="2358"/>
                    <a:pt x="12573" y="2358"/>
                  </a:cubicBezTo>
                  <a:cubicBezTo>
                    <a:pt x="12857" y="2358"/>
                    <a:pt x="13172" y="2432"/>
                    <a:pt x="13487" y="2579"/>
                  </a:cubicBezTo>
                  <a:cubicBezTo>
                    <a:pt x="13517" y="2594"/>
                    <a:pt x="13547" y="2600"/>
                    <a:pt x="13577" y="2600"/>
                  </a:cubicBezTo>
                  <a:cubicBezTo>
                    <a:pt x="13709" y="2600"/>
                    <a:pt x="13822" y="2471"/>
                    <a:pt x="13778" y="2330"/>
                  </a:cubicBezTo>
                  <a:cubicBezTo>
                    <a:pt x="13761" y="2270"/>
                    <a:pt x="13339" y="874"/>
                    <a:pt x="12178" y="269"/>
                  </a:cubicBezTo>
                  <a:cubicBezTo>
                    <a:pt x="11835" y="90"/>
                    <a:pt x="11463" y="1"/>
                    <a:pt x="11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84"/>
            <p:cNvSpPr/>
            <p:nvPr/>
          </p:nvSpPr>
          <p:spPr>
            <a:xfrm>
              <a:off x="3819645" y="2302886"/>
              <a:ext cx="18847" cy="11088"/>
            </a:xfrm>
            <a:custGeom>
              <a:rect b="b" l="l" r="r" t="t"/>
              <a:pathLst>
                <a:path extrusionOk="0" h="423" w="719">
                  <a:moveTo>
                    <a:pt x="282" y="1"/>
                  </a:moveTo>
                  <a:cubicBezTo>
                    <a:pt x="1" y="1"/>
                    <a:pt x="1" y="423"/>
                    <a:pt x="282" y="423"/>
                  </a:cubicBezTo>
                  <a:lnTo>
                    <a:pt x="507" y="423"/>
                  </a:lnTo>
                  <a:cubicBezTo>
                    <a:pt x="623" y="423"/>
                    <a:pt x="718" y="328"/>
                    <a:pt x="718" y="212"/>
                  </a:cubicBezTo>
                  <a:cubicBezTo>
                    <a:pt x="718" y="96"/>
                    <a:pt x="623" y="1"/>
                    <a:pt x="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84"/>
            <p:cNvSpPr/>
            <p:nvPr/>
          </p:nvSpPr>
          <p:spPr>
            <a:xfrm>
              <a:off x="3644807" y="2077800"/>
              <a:ext cx="33762" cy="28912"/>
            </a:xfrm>
            <a:custGeom>
              <a:rect b="b" l="l" r="r" t="t"/>
              <a:pathLst>
                <a:path extrusionOk="0" h="1103" w="1288">
                  <a:moveTo>
                    <a:pt x="734" y="423"/>
                  </a:moveTo>
                  <a:cubicBezTo>
                    <a:pt x="799" y="423"/>
                    <a:pt x="862" y="474"/>
                    <a:pt x="862" y="553"/>
                  </a:cubicBezTo>
                  <a:cubicBezTo>
                    <a:pt x="862" y="623"/>
                    <a:pt x="805" y="679"/>
                    <a:pt x="735" y="679"/>
                  </a:cubicBezTo>
                  <a:cubicBezTo>
                    <a:pt x="623" y="679"/>
                    <a:pt x="566" y="542"/>
                    <a:pt x="644" y="461"/>
                  </a:cubicBezTo>
                  <a:cubicBezTo>
                    <a:pt x="670" y="435"/>
                    <a:pt x="702" y="423"/>
                    <a:pt x="734" y="423"/>
                  </a:cubicBezTo>
                  <a:close/>
                  <a:moveTo>
                    <a:pt x="735" y="1"/>
                  </a:moveTo>
                  <a:cubicBezTo>
                    <a:pt x="246" y="1"/>
                    <a:pt x="0" y="595"/>
                    <a:pt x="348" y="939"/>
                  </a:cubicBezTo>
                  <a:cubicBezTo>
                    <a:pt x="460" y="1052"/>
                    <a:pt x="598" y="1103"/>
                    <a:pt x="733" y="1103"/>
                  </a:cubicBezTo>
                  <a:cubicBezTo>
                    <a:pt x="1015" y="1103"/>
                    <a:pt x="1287" y="882"/>
                    <a:pt x="1287" y="549"/>
                  </a:cubicBezTo>
                  <a:cubicBezTo>
                    <a:pt x="1284" y="247"/>
                    <a:pt x="1038"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2" name="Google Shape;16582;p84"/>
          <p:cNvGrpSpPr/>
          <p:nvPr/>
        </p:nvGrpSpPr>
        <p:grpSpPr>
          <a:xfrm>
            <a:off x="6041259" y="3348084"/>
            <a:ext cx="362729" cy="361051"/>
            <a:chOff x="6041259" y="3348084"/>
            <a:chExt cx="362729" cy="361051"/>
          </a:xfrm>
        </p:grpSpPr>
        <p:sp>
          <p:nvSpPr>
            <p:cNvPr id="16583" name="Google Shape;16583;p84"/>
            <p:cNvSpPr/>
            <p:nvPr/>
          </p:nvSpPr>
          <p:spPr>
            <a:xfrm>
              <a:off x="6121731" y="3426878"/>
              <a:ext cx="203435" cy="203435"/>
            </a:xfrm>
            <a:custGeom>
              <a:rect b="b" l="l" r="r" t="t"/>
              <a:pathLst>
                <a:path extrusionOk="0" h="7761" w="7761">
                  <a:moveTo>
                    <a:pt x="3882" y="0"/>
                  </a:moveTo>
                  <a:lnTo>
                    <a:pt x="1136" y="1136"/>
                  </a:lnTo>
                  <a:lnTo>
                    <a:pt x="0" y="3882"/>
                  </a:lnTo>
                  <a:lnTo>
                    <a:pt x="1136" y="6625"/>
                  </a:lnTo>
                  <a:lnTo>
                    <a:pt x="3882" y="7761"/>
                  </a:lnTo>
                  <a:lnTo>
                    <a:pt x="6625" y="6625"/>
                  </a:lnTo>
                  <a:lnTo>
                    <a:pt x="7761" y="3882"/>
                  </a:lnTo>
                  <a:lnTo>
                    <a:pt x="6625" y="1136"/>
                  </a:lnTo>
                  <a:lnTo>
                    <a:pt x="3882" y="0"/>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84"/>
            <p:cNvSpPr/>
            <p:nvPr/>
          </p:nvSpPr>
          <p:spPr>
            <a:xfrm>
              <a:off x="6144300" y="3449447"/>
              <a:ext cx="158297" cy="158297"/>
            </a:xfrm>
            <a:custGeom>
              <a:rect b="b" l="l" r="r" t="t"/>
              <a:pathLst>
                <a:path extrusionOk="0" h="6039" w="6039">
                  <a:moveTo>
                    <a:pt x="3021" y="1"/>
                  </a:moveTo>
                  <a:lnTo>
                    <a:pt x="887" y="887"/>
                  </a:lnTo>
                  <a:lnTo>
                    <a:pt x="1" y="3021"/>
                  </a:lnTo>
                  <a:lnTo>
                    <a:pt x="887" y="5156"/>
                  </a:lnTo>
                  <a:lnTo>
                    <a:pt x="3021" y="6038"/>
                  </a:lnTo>
                  <a:lnTo>
                    <a:pt x="5156" y="5156"/>
                  </a:lnTo>
                  <a:lnTo>
                    <a:pt x="6038" y="3021"/>
                  </a:lnTo>
                  <a:lnTo>
                    <a:pt x="5156" y="887"/>
                  </a:lnTo>
                  <a:lnTo>
                    <a:pt x="3021" y="1"/>
                  </a:ln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84"/>
            <p:cNvSpPr/>
            <p:nvPr/>
          </p:nvSpPr>
          <p:spPr>
            <a:xfrm>
              <a:off x="6041259" y="3348084"/>
              <a:ext cx="362729" cy="361051"/>
            </a:xfrm>
            <a:custGeom>
              <a:rect b="b" l="l" r="r" t="t"/>
              <a:pathLst>
                <a:path extrusionOk="0" h="13774" w="13838">
                  <a:moveTo>
                    <a:pt x="6748" y="4170"/>
                  </a:moveTo>
                  <a:lnTo>
                    <a:pt x="6748" y="6400"/>
                  </a:lnTo>
                  <a:lnTo>
                    <a:pt x="5173" y="4824"/>
                  </a:lnTo>
                  <a:lnTo>
                    <a:pt x="6748" y="4170"/>
                  </a:lnTo>
                  <a:close/>
                  <a:moveTo>
                    <a:pt x="4888" y="5109"/>
                  </a:moveTo>
                  <a:lnTo>
                    <a:pt x="6464" y="6684"/>
                  </a:lnTo>
                  <a:lnTo>
                    <a:pt x="4234" y="6684"/>
                  </a:lnTo>
                  <a:lnTo>
                    <a:pt x="4888" y="5109"/>
                  </a:lnTo>
                  <a:close/>
                  <a:moveTo>
                    <a:pt x="9017" y="5109"/>
                  </a:moveTo>
                  <a:lnTo>
                    <a:pt x="9667" y="6684"/>
                  </a:lnTo>
                  <a:lnTo>
                    <a:pt x="7441" y="6684"/>
                  </a:lnTo>
                  <a:lnTo>
                    <a:pt x="9017" y="5109"/>
                  </a:lnTo>
                  <a:close/>
                  <a:moveTo>
                    <a:pt x="6464" y="7089"/>
                  </a:moveTo>
                  <a:lnTo>
                    <a:pt x="4888" y="8664"/>
                  </a:lnTo>
                  <a:lnTo>
                    <a:pt x="4234" y="7089"/>
                  </a:lnTo>
                  <a:close/>
                  <a:moveTo>
                    <a:pt x="9671" y="7089"/>
                  </a:moveTo>
                  <a:lnTo>
                    <a:pt x="9013" y="8664"/>
                  </a:lnTo>
                  <a:lnTo>
                    <a:pt x="7441" y="7089"/>
                  </a:lnTo>
                  <a:close/>
                  <a:moveTo>
                    <a:pt x="7153" y="7374"/>
                  </a:moveTo>
                  <a:lnTo>
                    <a:pt x="8728" y="8949"/>
                  </a:lnTo>
                  <a:lnTo>
                    <a:pt x="7153" y="9603"/>
                  </a:lnTo>
                  <a:lnTo>
                    <a:pt x="7153" y="7374"/>
                  </a:lnTo>
                  <a:close/>
                  <a:moveTo>
                    <a:pt x="6952" y="0"/>
                  </a:moveTo>
                  <a:cubicBezTo>
                    <a:pt x="6852" y="0"/>
                    <a:pt x="6752" y="68"/>
                    <a:pt x="6752" y="204"/>
                  </a:cubicBezTo>
                  <a:lnTo>
                    <a:pt x="6752" y="2088"/>
                  </a:lnTo>
                  <a:lnTo>
                    <a:pt x="5584" y="924"/>
                  </a:lnTo>
                  <a:cubicBezTo>
                    <a:pt x="5540" y="877"/>
                    <a:pt x="5489" y="857"/>
                    <a:pt x="5441" y="857"/>
                  </a:cubicBezTo>
                  <a:cubicBezTo>
                    <a:pt x="5284" y="857"/>
                    <a:pt x="5149" y="1064"/>
                    <a:pt x="5300" y="1209"/>
                  </a:cubicBezTo>
                  <a:lnTo>
                    <a:pt x="6752" y="2658"/>
                  </a:lnTo>
                  <a:lnTo>
                    <a:pt x="6752" y="3738"/>
                  </a:lnTo>
                  <a:lnTo>
                    <a:pt x="4864" y="4518"/>
                  </a:lnTo>
                  <a:lnTo>
                    <a:pt x="4104" y="3755"/>
                  </a:lnTo>
                  <a:lnTo>
                    <a:pt x="4104" y="1705"/>
                  </a:lnTo>
                  <a:cubicBezTo>
                    <a:pt x="4104" y="1571"/>
                    <a:pt x="4003" y="1505"/>
                    <a:pt x="3902" y="1505"/>
                  </a:cubicBezTo>
                  <a:cubicBezTo>
                    <a:pt x="3801" y="1505"/>
                    <a:pt x="3700" y="1571"/>
                    <a:pt x="3700" y="1705"/>
                  </a:cubicBezTo>
                  <a:lnTo>
                    <a:pt x="3700" y="3354"/>
                  </a:lnTo>
                  <a:lnTo>
                    <a:pt x="2367" y="2022"/>
                  </a:lnTo>
                  <a:cubicBezTo>
                    <a:pt x="2323" y="1979"/>
                    <a:pt x="2275" y="1962"/>
                    <a:pt x="2229" y="1962"/>
                  </a:cubicBezTo>
                  <a:cubicBezTo>
                    <a:pt x="2074" y="1962"/>
                    <a:pt x="1941" y="2160"/>
                    <a:pt x="2082" y="2306"/>
                  </a:cubicBezTo>
                  <a:lnTo>
                    <a:pt x="3415" y="3639"/>
                  </a:lnTo>
                  <a:lnTo>
                    <a:pt x="1769" y="3639"/>
                  </a:lnTo>
                  <a:cubicBezTo>
                    <a:pt x="1502" y="3639"/>
                    <a:pt x="1502" y="4043"/>
                    <a:pt x="1769" y="4043"/>
                  </a:cubicBezTo>
                  <a:lnTo>
                    <a:pt x="3819" y="4043"/>
                  </a:lnTo>
                  <a:lnTo>
                    <a:pt x="4579" y="4803"/>
                  </a:lnTo>
                  <a:lnTo>
                    <a:pt x="3798" y="6688"/>
                  </a:lnTo>
                  <a:lnTo>
                    <a:pt x="2722" y="6688"/>
                  </a:lnTo>
                  <a:lnTo>
                    <a:pt x="1273" y="5239"/>
                  </a:lnTo>
                  <a:cubicBezTo>
                    <a:pt x="1230" y="5197"/>
                    <a:pt x="1181" y="5179"/>
                    <a:pt x="1135" y="5179"/>
                  </a:cubicBezTo>
                  <a:cubicBezTo>
                    <a:pt x="980" y="5179"/>
                    <a:pt x="848" y="5378"/>
                    <a:pt x="988" y="5524"/>
                  </a:cubicBezTo>
                  <a:lnTo>
                    <a:pt x="2152" y="6688"/>
                  </a:lnTo>
                  <a:lnTo>
                    <a:pt x="268" y="6688"/>
                  </a:lnTo>
                  <a:cubicBezTo>
                    <a:pt x="0" y="6688"/>
                    <a:pt x="0" y="7092"/>
                    <a:pt x="268" y="7092"/>
                  </a:cubicBezTo>
                  <a:lnTo>
                    <a:pt x="2152" y="7092"/>
                  </a:lnTo>
                  <a:lnTo>
                    <a:pt x="988" y="8256"/>
                  </a:lnTo>
                  <a:cubicBezTo>
                    <a:pt x="848" y="8402"/>
                    <a:pt x="980" y="8601"/>
                    <a:pt x="1135" y="8601"/>
                  </a:cubicBezTo>
                  <a:cubicBezTo>
                    <a:pt x="1181" y="8601"/>
                    <a:pt x="1230" y="8583"/>
                    <a:pt x="1273" y="8541"/>
                  </a:cubicBezTo>
                  <a:lnTo>
                    <a:pt x="2722" y="7092"/>
                  </a:lnTo>
                  <a:lnTo>
                    <a:pt x="3798" y="7092"/>
                  </a:lnTo>
                  <a:lnTo>
                    <a:pt x="4579" y="8977"/>
                  </a:lnTo>
                  <a:lnTo>
                    <a:pt x="3819" y="9737"/>
                  </a:lnTo>
                  <a:lnTo>
                    <a:pt x="1769" y="9737"/>
                  </a:lnTo>
                  <a:cubicBezTo>
                    <a:pt x="1502" y="9737"/>
                    <a:pt x="1502" y="10141"/>
                    <a:pt x="1769" y="10141"/>
                  </a:cubicBezTo>
                  <a:lnTo>
                    <a:pt x="3415" y="10141"/>
                  </a:lnTo>
                  <a:lnTo>
                    <a:pt x="2082" y="11474"/>
                  </a:lnTo>
                  <a:cubicBezTo>
                    <a:pt x="1941" y="11620"/>
                    <a:pt x="2074" y="11818"/>
                    <a:pt x="2229" y="11818"/>
                  </a:cubicBezTo>
                  <a:cubicBezTo>
                    <a:pt x="2275" y="11818"/>
                    <a:pt x="2323" y="11801"/>
                    <a:pt x="2367" y="11759"/>
                  </a:cubicBezTo>
                  <a:lnTo>
                    <a:pt x="3700" y="10426"/>
                  </a:lnTo>
                  <a:lnTo>
                    <a:pt x="3700" y="10770"/>
                  </a:lnTo>
                  <a:cubicBezTo>
                    <a:pt x="3700" y="10879"/>
                    <a:pt x="3791" y="10971"/>
                    <a:pt x="3904" y="10971"/>
                  </a:cubicBezTo>
                  <a:cubicBezTo>
                    <a:pt x="4013" y="10971"/>
                    <a:pt x="4104" y="10879"/>
                    <a:pt x="4104" y="10770"/>
                  </a:cubicBezTo>
                  <a:lnTo>
                    <a:pt x="4104" y="10021"/>
                  </a:lnTo>
                  <a:lnTo>
                    <a:pt x="4864" y="9262"/>
                  </a:lnTo>
                  <a:lnTo>
                    <a:pt x="5426" y="9494"/>
                  </a:lnTo>
                  <a:cubicBezTo>
                    <a:pt x="5457" y="9507"/>
                    <a:pt x="5486" y="9513"/>
                    <a:pt x="5513" y="9513"/>
                  </a:cubicBezTo>
                  <a:cubicBezTo>
                    <a:pt x="5708" y="9513"/>
                    <a:pt x="5803" y="9208"/>
                    <a:pt x="5577" y="9121"/>
                  </a:cubicBezTo>
                  <a:lnTo>
                    <a:pt x="5173" y="8952"/>
                  </a:lnTo>
                  <a:lnTo>
                    <a:pt x="6748" y="7377"/>
                  </a:lnTo>
                  <a:lnTo>
                    <a:pt x="6748" y="9607"/>
                  </a:lnTo>
                  <a:lnTo>
                    <a:pt x="6383" y="9452"/>
                  </a:lnTo>
                  <a:cubicBezTo>
                    <a:pt x="6352" y="9438"/>
                    <a:pt x="6322" y="9432"/>
                    <a:pt x="6294" y="9432"/>
                  </a:cubicBezTo>
                  <a:cubicBezTo>
                    <a:pt x="6097" y="9432"/>
                    <a:pt x="6003" y="9738"/>
                    <a:pt x="6228" y="9825"/>
                  </a:cubicBezTo>
                  <a:lnTo>
                    <a:pt x="6752" y="10043"/>
                  </a:lnTo>
                  <a:lnTo>
                    <a:pt x="6752" y="11119"/>
                  </a:lnTo>
                  <a:lnTo>
                    <a:pt x="5300" y="12567"/>
                  </a:lnTo>
                  <a:cubicBezTo>
                    <a:pt x="5149" y="12713"/>
                    <a:pt x="5284" y="12918"/>
                    <a:pt x="5442" y="12918"/>
                  </a:cubicBezTo>
                  <a:cubicBezTo>
                    <a:pt x="5490" y="12918"/>
                    <a:pt x="5540" y="12898"/>
                    <a:pt x="5584" y="12852"/>
                  </a:cubicBezTo>
                  <a:lnTo>
                    <a:pt x="6748" y="11688"/>
                  </a:lnTo>
                  <a:lnTo>
                    <a:pt x="6748" y="13573"/>
                  </a:lnTo>
                  <a:cubicBezTo>
                    <a:pt x="6748" y="13686"/>
                    <a:pt x="6840" y="13773"/>
                    <a:pt x="6952" y="13773"/>
                  </a:cubicBezTo>
                  <a:cubicBezTo>
                    <a:pt x="7061" y="13773"/>
                    <a:pt x="7153" y="13686"/>
                    <a:pt x="7153" y="13573"/>
                  </a:cubicBezTo>
                  <a:lnTo>
                    <a:pt x="7153" y="11688"/>
                  </a:lnTo>
                  <a:lnTo>
                    <a:pt x="8317" y="12852"/>
                  </a:lnTo>
                  <a:cubicBezTo>
                    <a:pt x="8361" y="12898"/>
                    <a:pt x="8412" y="12918"/>
                    <a:pt x="8460" y="12918"/>
                  </a:cubicBezTo>
                  <a:cubicBezTo>
                    <a:pt x="8618" y="12918"/>
                    <a:pt x="8755" y="12713"/>
                    <a:pt x="8602" y="12567"/>
                  </a:cubicBezTo>
                  <a:lnTo>
                    <a:pt x="7153" y="11119"/>
                  </a:lnTo>
                  <a:lnTo>
                    <a:pt x="7153" y="10043"/>
                  </a:lnTo>
                  <a:lnTo>
                    <a:pt x="9038" y="9262"/>
                  </a:lnTo>
                  <a:lnTo>
                    <a:pt x="9797" y="10021"/>
                  </a:lnTo>
                  <a:lnTo>
                    <a:pt x="9797" y="12072"/>
                  </a:lnTo>
                  <a:cubicBezTo>
                    <a:pt x="9797" y="12184"/>
                    <a:pt x="9889" y="12272"/>
                    <a:pt x="10001" y="12272"/>
                  </a:cubicBezTo>
                  <a:cubicBezTo>
                    <a:pt x="10110" y="12272"/>
                    <a:pt x="10202" y="12184"/>
                    <a:pt x="10202" y="12072"/>
                  </a:cubicBezTo>
                  <a:lnTo>
                    <a:pt x="10202" y="10426"/>
                  </a:lnTo>
                  <a:lnTo>
                    <a:pt x="11534" y="11759"/>
                  </a:lnTo>
                  <a:cubicBezTo>
                    <a:pt x="11579" y="11805"/>
                    <a:pt x="11629" y="11824"/>
                    <a:pt x="11677" y="11824"/>
                  </a:cubicBezTo>
                  <a:cubicBezTo>
                    <a:pt x="11834" y="11824"/>
                    <a:pt x="11970" y="11619"/>
                    <a:pt x="11819" y="11474"/>
                  </a:cubicBezTo>
                  <a:lnTo>
                    <a:pt x="10486" y="10141"/>
                  </a:lnTo>
                  <a:lnTo>
                    <a:pt x="12136" y="10141"/>
                  </a:lnTo>
                  <a:cubicBezTo>
                    <a:pt x="12245" y="10141"/>
                    <a:pt x="12336" y="10050"/>
                    <a:pt x="12336" y="9937"/>
                  </a:cubicBezTo>
                  <a:cubicBezTo>
                    <a:pt x="12336" y="9825"/>
                    <a:pt x="12245" y="9737"/>
                    <a:pt x="12136" y="9737"/>
                  </a:cubicBezTo>
                  <a:lnTo>
                    <a:pt x="10086" y="9737"/>
                  </a:lnTo>
                  <a:lnTo>
                    <a:pt x="9322" y="8977"/>
                  </a:lnTo>
                  <a:lnTo>
                    <a:pt x="10107" y="7089"/>
                  </a:lnTo>
                  <a:lnTo>
                    <a:pt x="11179" y="7089"/>
                  </a:lnTo>
                  <a:lnTo>
                    <a:pt x="12631" y="8541"/>
                  </a:lnTo>
                  <a:cubicBezTo>
                    <a:pt x="12675" y="8583"/>
                    <a:pt x="12723" y="8601"/>
                    <a:pt x="12770" y="8601"/>
                  </a:cubicBezTo>
                  <a:cubicBezTo>
                    <a:pt x="12925" y="8601"/>
                    <a:pt x="13057" y="8402"/>
                    <a:pt x="12916" y="8256"/>
                  </a:cubicBezTo>
                  <a:lnTo>
                    <a:pt x="11752" y="7092"/>
                  </a:lnTo>
                  <a:lnTo>
                    <a:pt x="13637" y="7092"/>
                  </a:lnTo>
                  <a:cubicBezTo>
                    <a:pt x="13746" y="7092"/>
                    <a:pt x="13838" y="7001"/>
                    <a:pt x="13838" y="6888"/>
                  </a:cubicBezTo>
                  <a:cubicBezTo>
                    <a:pt x="13838" y="6776"/>
                    <a:pt x="13746" y="6688"/>
                    <a:pt x="13637" y="6688"/>
                  </a:cubicBezTo>
                  <a:lnTo>
                    <a:pt x="13634" y="6684"/>
                  </a:lnTo>
                  <a:lnTo>
                    <a:pt x="11749" y="6684"/>
                  </a:lnTo>
                  <a:lnTo>
                    <a:pt x="12916" y="5520"/>
                  </a:lnTo>
                  <a:cubicBezTo>
                    <a:pt x="13057" y="5374"/>
                    <a:pt x="12925" y="5176"/>
                    <a:pt x="12770" y="5176"/>
                  </a:cubicBezTo>
                  <a:cubicBezTo>
                    <a:pt x="12723" y="5176"/>
                    <a:pt x="12675" y="5194"/>
                    <a:pt x="12631" y="5236"/>
                  </a:cubicBezTo>
                  <a:lnTo>
                    <a:pt x="11179" y="6688"/>
                  </a:lnTo>
                  <a:lnTo>
                    <a:pt x="10103" y="6688"/>
                  </a:lnTo>
                  <a:lnTo>
                    <a:pt x="9322" y="4800"/>
                  </a:lnTo>
                  <a:lnTo>
                    <a:pt x="10082" y="4040"/>
                  </a:lnTo>
                  <a:lnTo>
                    <a:pt x="12132" y="4040"/>
                  </a:lnTo>
                  <a:cubicBezTo>
                    <a:pt x="12245" y="4040"/>
                    <a:pt x="12336" y="3949"/>
                    <a:pt x="12336" y="3840"/>
                  </a:cubicBezTo>
                  <a:cubicBezTo>
                    <a:pt x="12336" y="3727"/>
                    <a:pt x="12245" y="3636"/>
                    <a:pt x="12132" y="3636"/>
                  </a:cubicBezTo>
                  <a:lnTo>
                    <a:pt x="10486" y="3636"/>
                  </a:lnTo>
                  <a:lnTo>
                    <a:pt x="11819" y="2303"/>
                  </a:lnTo>
                  <a:cubicBezTo>
                    <a:pt x="11960" y="2157"/>
                    <a:pt x="11828" y="1958"/>
                    <a:pt x="11673" y="1958"/>
                  </a:cubicBezTo>
                  <a:cubicBezTo>
                    <a:pt x="11626" y="1958"/>
                    <a:pt x="11578" y="1976"/>
                    <a:pt x="11534" y="2018"/>
                  </a:cubicBezTo>
                  <a:lnTo>
                    <a:pt x="10202" y="3351"/>
                  </a:lnTo>
                  <a:lnTo>
                    <a:pt x="10202" y="3006"/>
                  </a:lnTo>
                  <a:cubicBezTo>
                    <a:pt x="10202" y="2873"/>
                    <a:pt x="10100" y="2806"/>
                    <a:pt x="9999" y="2806"/>
                  </a:cubicBezTo>
                  <a:cubicBezTo>
                    <a:pt x="9898" y="2806"/>
                    <a:pt x="9797" y="2873"/>
                    <a:pt x="9797" y="3006"/>
                  </a:cubicBezTo>
                  <a:lnTo>
                    <a:pt x="9797" y="3755"/>
                  </a:lnTo>
                  <a:lnTo>
                    <a:pt x="9038" y="4515"/>
                  </a:lnTo>
                  <a:lnTo>
                    <a:pt x="8538" y="4307"/>
                  </a:lnTo>
                  <a:cubicBezTo>
                    <a:pt x="8510" y="4296"/>
                    <a:pt x="8483" y="4292"/>
                    <a:pt x="8458" y="4292"/>
                  </a:cubicBezTo>
                  <a:cubicBezTo>
                    <a:pt x="8263" y="4292"/>
                    <a:pt x="8172" y="4587"/>
                    <a:pt x="8384" y="4680"/>
                  </a:cubicBezTo>
                  <a:lnTo>
                    <a:pt x="8728" y="4824"/>
                  </a:lnTo>
                  <a:lnTo>
                    <a:pt x="7153" y="6400"/>
                  </a:lnTo>
                  <a:lnTo>
                    <a:pt x="7153" y="4170"/>
                  </a:lnTo>
                  <a:lnTo>
                    <a:pt x="7522" y="4325"/>
                  </a:lnTo>
                  <a:cubicBezTo>
                    <a:pt x="7550" y="4336"/>
                    <a:pt x="7576" y="4341"/>
                    <a:pt x="7601" y="4341"/>
                  </a:cubicBezTo>
                  <a:cubicBezTo>
                    <a:pt x="7794" y="4341"/>
                    <a:pt x="7889" y="4046"/>
                    <a:pt x="7677" y="3952"/>
                  </a:cubicBezTo>
                  <a:lnTo>
                    <a:pt x="7153" y="3734"/>
                  </a:lnTo>
                  <a:lnTo>
                    <a:pt x="7153" y="2658"/>
                  </a:lnTo>
                  <a:lnTo>
                    <a:pt x="8602" y="1209"/>
                  </a:lnTo>
                  <a:cubicBezTo>
                    <a:pt x="8737" y="1063"/>
                    <a:pt x="8609" y="868"/>
                    <a:pt x="8456" y="868"/>
                  </a:cubicBezTo>
                  <a:cubicBezTo>
                    <a:pt x="8411" y="868"/>
                    <a:pt x="8363" y="884"/>
                    <a:pt x="8320" y="924"/>
                  </a:cubicBezTo>
                  <a:lnTo>
                    <a:pt x="7153" y="2088"/>
                  </a:lnTo>
                  <a:lnTo>
                    <a:pt x="7153" y="204"/>
                  </a:lnTo>
                  <a:cubicBezTo>
                    <a:pt x="7153" y="68"/>
                    <a:pt x="7053" y="0"/>
                    <a:pt x="6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84"/>
            <p:cNvSpPr/>
            <p:nvPr/>
          </p:nvSpPr>
          <p:spPr>
            <a:xfrm>
              <a:off x="6298063" y="3387429"/>
              <a:ext cx="10616" cy="22150"/>
            </a:xfrm>
            <a:custGeom>
              <a:rect b="b" l="l" r="r" t="t"/>
              <a:pathLst>
                <a:path extrusionOk="0" h="845" w="405">
                  <a:moveTo>
                    <a:pt x="202" y="1"/>
                  </a:moveTo>
                  <a:cubicBezTo>
                    <a:pt x="101" y="1"/>
                    <a:pt x="0" y="69"/>
                    <a:pt x="0" y="204"/>
                  </a:cubicBezTo>
                  <a:lnTo>
                    <a:pt x="0" y="644"/>
                  </a:lnTo>
                  <a:cubicBezTo>
                    <a:pt x="0" y="756"/>
                    <a:pt x="92" y="844"/>
                    <a:pt x="204" y="844"/>
                  </a:cubicBezTo>
                  <a:cubicBezTo>
                    <a:pt x="313" y="844"/>
                    <a:pt x="405" y="756"/>
                    <a:pt x="405" y="644"/>
                  </a:cubicBezTo>
                  <a:lnTo>
                    <a:pt x="405" y="204"/>
                  </a:lnTo>
                  <a:cubicBezTo>
                    <a:pt x="405" y="69"/>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84"/>
            <p:cNvSpPr/>
            <p:nvPr/>
          </p:nvSpPr>
          <p:spPr>
            <a:xfrm>
              <a:off x="6138219" y="3647640"/>
              <a:ext cx="10642" cy="22123"/>
            </a:xfrm>
            <a:custGeom>
              <a:rect b="b" l="l" r="r" t="t"/>
              <a:pathLst>
                <a:path extrusionOk="0" h="844" w="406">
                  <a:moveTo>
                    <a:pt x="205" y="0"/>
                  </a:moveTo>
                  <a:cubicBezTo>
                    <a:pt x="92" y="0"/>
                    <a:pt x="1" y="91"/>
                    <a:pt x="1" y="200"/>
                  </a:cubicBezTo>
                  <a:lnTo>
                    <a:pt x="1" y="640"/>
                  </a:lnTo>
                  <a:cubicBezTo>
                    <a:pt x="1" y="753"/>
                    <a:pt x="92" y="844"/>
                    <a:pt x="205" y="844"/>
                  </a:cubicBezTo>
                  <a:cubicBezTo>
                    <a:pt x="314" y="844"/>
                    <a:pt x="405" y="753"/>
                    <a:pt x="405" y="640"/>
                  </a:cubicBezTo>
                  <a:lnTo>
                    <a:pt x="405" y="200"/>
                  </a:lnTo>
                  <a:cubicBezTo>
                    <a:pt x="405" y="91"/>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8" name="Google Shape;16588;p84"/>
          <p:cNvGrpSpPr/>
          <p:nvPr/>
        </p:nvGrpSpPr>
        <p:grpSpPr>
          <a:xfrm>
            <a:off x="5222013" y="1968415"/>
            <a:ext cx="378849" cy="360317"/>
            <a:chOff x="5222013" y="1968415"/>
            <a:chExt cx="378849" cy="360317"/>
          </a:xfrm>
        </p:grpSpPr>
        <p:sp>
          <p:nvSpPr>
            <p:cNvPr id="16589" name="Google Shape;16589;p84"/>
            <p:cNvSpPr/>
            <p:nvPr/>
          </p:nvSpPr>
          <p:spPr>
            <a:xfrm>
              <a:off x="5228357" y="2005637"/>
              <a:ext cx="366529" cy="317460"/>
            </a:xfrm>
            <a:custGeom>
              <a:rect b="b" l="l" r="r" t="t"/>
              <a:pathLst>
                <a:path extrusionOk="0" h="12111" w="13983">
                  <a:moveTo>
                    <a:pt x="4460" y="0"/>
                  </a:moveTo>
                  <a:lnTo>
                    <a:pt x="2388" y="56"/>
                  </a:lnTo>
                  <a:cubicBezTo>
                    <a:pt x="2177" y="63"/>
                    <a:pt x="1974" y="144"/>
                    <a:pt x="1815" y="289"/>
                  </a:cubicBezTo>
                  <a:cubicBezTo>
                    <a:pt x="943" y="1073"/>
                    <a:pt x="314" y="1962"/>
                    <a:pt x="82" y="2314"/>
                  </a:cubicBezTo>
                  <a:cubicBezTo>
                    <a:pt x="18" y="2409"/>
                    <a:pt x="1" y="2529"/>
                    <a:pt x="39" y="2634"/>
                  </a:cubicBezTo>
                  <a:lnTo>
                    <a:pt x="117" y="2856"/>
                  </a:lnTo>
                  <a:cubicBezTo>
                    <a:pt x="180" y="3040"/>
                    <a:pt x="353" y="3157"/>
                    <a:pt x="543" y="3157"/>
                  </a:cubicBezTo>
                  <a:cubicBezTo>
                    <a:pt x="574" y="3157"/>
                    <a:pt x="606" y="3154"/>
                    <a:pt x="637" y="3147"/>
                  </a:cubicBezTo>
                  <a:cubicBezTo>
                    <a:pt x="1506" y="2982"/>
                    <a:pt x="2227" y="3105"/>
                    <a:pt x="2779" y="2806"/>
                  </a:cubicBezTo>
                  <a:cubicBezTo>
                    <a:pt x="3352" y="3619"/>
                    <a:pt x="3366" y="6393"/>
                    <a:pt x="5254" y="7255"/>
                  </a:cubicBezTo>
                  <a:lnTo>
                    <a:pt x="5669" y="8988"/>
                  </a:lnTo>
                  <a:lnTo>
                    <a:pt x="5669" y="10982"/>
                  </a:lnTo>
                  <a:lnTo>
                    <a:pt x="5265" y="11917"/>
                  </a:lnTo>
                  <a:cubicBezTo>
                    <a:pt x="5226" y="12009"/>
                    <a:pt x="5293" y="12111"/>
                    <a:pt x="5392" y="12111"/>
                  </a:cubicBezTo>
                  <a:lnTo>
                    <a:pt x="6179" y="12111"/>
                  </a:lnTo>
                  <a:cubicBezTo>
                    <a:pt x="6253" y="12111"/>
                    <a:pt x="6313" y="12055"/>
                    <a:pt x="6320" y="11981"/>
                  </a:cubicBezTo>
                  <a:lnTo>
                    <a:pt x="6577" y="7673"/>
                  </a:lnTo>
                  <a:cubicBezTo>
                    <a:pt x="6838" y="7714"/>
                    <a:pt x="7152" y="7743"/>
                    <a:pt x="7513" y="7743"/>
                  </a:cubicBezTo>
                  <a:cubicBezTo>
                    <a:pt x="8433" y="7743"/>
                    <a:pt x="9663" y="7555"/>
                    <a:pt x="11137" y="6896"/>
                  </a:cubicBezTo>
                  <a:cubicBezTo>
                    <a:pt x="11443" y="7374"/>
                    <a:pt x="12038" y="8074"/>
                    <a:pt x="13149" y="8805"/>
                  </a:cubicBezTo>
                  <a:lnTo>
                    <a:pt x="12846" y="10979"/>
                  </a:lnTo>
                  <a:lnTo>
                    <a:pt x="12438" y="11917"/>
                  </a:lnTo>
                  <a:cubicBezTo>
                    <a:pt x="12400" y="12009"/>
                    <a:pt x="12467" y="12111"/>
                    <a:pt x="12565" y="12111"/>
                  </a:cubicBezTo>
                  <a:lnTo>
                    <a:pt x="13363" y="12111"/>
                  </a:lnTo>
                  <a:cubicBezTo>
                    <a:pt x="13434" y="12111"/>
                    <a:pt x="13493" y="12062"/>
                    <a:pt x="13500" y="11991"/>
                  </a:cubicBezTo>
                  <a:lnTo>
                    <a:pt x="13968" y="8833"/>
                  </a:lnTo>
                  <a:cubicBezTo>
                    <a:pt x="13982" y="8731"/>
                    <a:pt x="13954" y="8626"/>
                    <a:pt x="13891" y="8545"/>
                  </a:cubicBezTo>
                  <a:cubicBezTo>
                    <a:pt x="13740" y="8359"/>
                    <a:pt x="13472" y="7968"/>
                    <a:pt x="13391" y="7536"/>
                  </a:cubicBezTo>
                  <a:cubicBezTo>
                    <a:pt x="13219" y="6632"/>
                    <a:pt x="13740" y="5989"/>
                    <a:pt x="13740" y="5008"/>
                  </a:cubicBezTo>
                  <a:cubicBezTo>
                    <a:pt x="13740" y="3991"/>
                    <a:pt x="13131" y="3330"/>
                    <a:pt x="12185" y="3017"/>
                  </a:cubicBezTo>
                  <a:cubicBezTo>
                    <a:pt x="11676" y="2847"/>
                    <a:pt x="10862" y="2814"/>
                    <a:pt x="9953" y="2814"/>
                  </a:cubicBezTo>
                  <a:cubicBezTo>
                    <a:pt x="9378" y="2814"/>
                    <a:pt x="8766" y="2827"/>
                    <a:pt x="8168" y="2827"/>
                  </a:cubicBezTo>
                  <a:cubicBezTo>
                    <a:pt x="6883" y="2827"/>
                    <a:pt x="5667" y="2766"/>
                    <a:pt x="5050" y="2381"/>
                  </a:cubicBezTo>
                  <a:cubicBezTo>
                    <a:pt x="4917" y="2296"/>
                    <a:pt x="4822" y="2124"/>
                    <a:pt x="4744" y="1924"/>
                  </a:cubicBezTo>
                  <a:cubicBezTo>
                    <a:pt x="4650" y="1674"/>
                    <a:pt x="4590" y="1414"/>
                    <a:pt x="4569" y="1150"/>
                  </a:cubicBezTo>
                  <a:lnTo>
                    <a:pt x="4460"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84"/>
            <p:cNvSpPr/>
            <p:nvPr/>
          </p:nvSpPr>
          <p:spPr>
            <a:xfrm>
              <a:off x="5282459" y="1973972"/>
              <a:ext cx="104273" cy="70695"/>
            </a:xfrm>
            <a:custGeom>
              <a:rect b="b" l="l" r="r" t="t"/>
              <a:pathLst>
                <a:path extrusionOk="0" h="2697" w="3978">
                  <a:moveTo>
                    <a:pt x="1965" y="0"/>
                  </a:moveTo>
                  <a:cubicBezTo>
                    <a:pt x="926" y="0"/>
                    <a:pt x="272" y="872"/>
                    <a:pt x="50" y="1222"/>
                  </a:cubicBezTo>
                  <a:cubicBezTo>
                    <a:pt x="1" y="1307"/>
                    <a:pt x="19" y="1416"/>
                    <a:pt x="92" y="1486"/>
                  </a:cubicBezTo>
                  <a:cubicBezTo>
                    <a:pt x="351" y="1720"/>
                    <a:pt x="686" y="1847"/>
                    <a:pt x="1030" y="1847"/>
                  </a:cubicBezTo>
                  <a:cubicBezTo>
                    <a:pt x="1083" y="1847"/>
                    <a:pt x="1136" y="1844"/>
                    <a:pt x="1190" y="1838"/>
                  </a:cubicBezTo>
                  <a:cubicBezTo>
                    <a:pt x="1277" y="1827"/>
                    <a:pt x="1355" y="1771"/>
                    <a:pt x="1393" y="1693"/>
                  </a:cubicBezTo>
                  <a:cubicBezTo>
                    <a:pt x="1525" y="1402"/>
                    <a:pt x="1741" y="1275"/>
                    <a:pt x="1939" y="1275"/>
                  </a:cubicBezTo>
                  <a:cubicBezTo>
                    <a:pt x="2153" y="1275"/>
                    <a:pt x="2347" y="1424"/>
                    <a:pt x="2389" y="1672"/>
                  </a:cubicBezTo>
                  <a:cubicBezTo>
                    <a:pt x="2487" y="2260"/>
                    <a:pt x="1889" y="2309"/>
                    <a:pt x="1675" y="2323"/>
                  </a:cubicBezTo>
                  <a:cubicBezTo>
                    <a:pt x="1467" y="2337"/>
                    <a:pt x="1534" y="2548"/>
                    <a:pt x="1534" y="2548"/>
                  </a:cubicBezTo>
                  <a:cubicBezTo>
                    <a:pt x="1534" y="2548"/>
                    <a:pt x="1689" y="2689"/>
                    <a:pt x="2012" y="2696"/>
                  </a:cubicBezTo>
                  <a:cubicBezTo>
                    <a:pt x="2029" y="2696"/>
                    <a:pt x="2045" y="2696"/>
                    <a:pt x="2061" y="2696"/>
                  </a:cubicBezTo>
                  <a:cubicBezTo>
                    <a:pt x="3826" y="2696"/>
                    <a:pt x="3978" y="435"/>
                    <a:pt x="2438" y="58"/>
                  </a:cubicBezTo>
                  <a:cubicBezTo>
                    <a:pt x="2272" y="18"/>
                    <a:pt x="2115" y="0"/>
                    <a:pt x="1965" y="0"/>
                  </a:cubicBezTo>
                  <a:close/>
                </a:path>
              </a:pathLst>
            </a:custGeom>
            <a:solidFill>
              <a:srgbClr val="94AA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84"/>
            <p:cNvSpPr/>
            <p:nvPr/>
          </p:nvSpPr>
          <p:spPr>
            <a:xfrm>
              <a:off x="5365343" y="2298928"/>
              <a:ext cx="29410" cy="24273"/>
            </a:xfrm>
            <a:custGeom>
              <a:rect b="b" l="l" r="r" t="t"/>
              <a:pathLst>
                <a:path extrusionOk="0" h="926" w="1122">
                  <a:moveTo>
                    <a:pt x="352" y="0"/>
                  </a:moveTo>
                  <a:lnTo>
                    <a:pt x="39" y="728"/>
                  </a:lnTo>
                  <a:cubicBezTo>
                    <a:pt x="0" y="820"/>
                    <a:pt x="64" y="922"/>
                    <a:pt x="166" y="925"/>
                  </a:cubicBezTo>
                  <a:lnTo>
                    <a:pt x="950" y="925"/>
                  </a:lnTo>
                  <a:cubicBezTo>
                    <a:pt x="1024" y="925"/>
                    <a:pt x="1087" y="866"/>
                    <a:pt x="1090" y="792"/>
                  </a:cubicBezTo>
                  <a:lnTo>
                    <a:pt x="1122" y="257"/>
                  </a:lnTo>
                  <a:lnTo>
                    <a:pt x="352" y="0"/>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84"/>
            <p:cNvSpPr/>
            <p:nvPr/>
          </p:nvSpPr>
          <p:spPr>
            <a:xfrm>
              <a:off x="5553366" y="2298824"/>
              <a:ext cx="30905" cy="24273"/>
            </a:xfrm>
            <a:custGeom>
              <a:rect b="b" l="l" r="r" t="t"/>
              <a:pathLst>
                <a:path extrusionOk="0" h="926" w="1179">
                  <a:moveTo>
                    <a:pt x="356" y="1"/>
                  </a:moveTo>
                  <a:lnTo>
                    <a:pt x="39" y="732"/>
                  </a:lnTo>
                  <a:cubicBezTo>
                    <a:pt x="1" y="824"/>
                    <a:pt x="68" y="926"/>
                    <a:pt x="166" y="926"/>
                  </a:cubicBezTo>
                  <a:lnTo>
                    <a:pt x="964" y="926"/>
                  </a:lnTo>
                  <a:cubicBezTo>
                    <a:pt x="1035" y="926"/>
                    <a:pt x="1094" y="877"/>
                    <a:pt x="1101" y="806"/>
                  </a:cubicBezTo>
                  <a:lnTo>
                    <a:pt x="1179" y="286"/>
                  </a:lnTo>
                  <a:lnTo>
                    <a:pt x="356" y="1"/>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84"/>
            <p:cNvSpPr/>
            <p:nvPr/>
          </p:nvSpPr>
          <p:spPr>
            <a:xfrm>
              <a:off x="5228357" y="2042308"/>
              <a:ext cx="46317" cy="46082"/>
            </a:xfrm>
            <a:custGeom>
              <a:rect b="b" l="l" r="r" t="t"/>
              <a:pathLst>
                <a:path extrusionOk="0" h="1758" w="1767">
                  <a:moveTo>
                    <a:pt x="760" y="1"/>
                  </a:moveTo>
                  <a:cubicBezTo>
                    <a:pt x="440" y="391"/>
                    <a:pt x="201" y="729"/>
                    <a:pt x="78" y="915"/>
                  </a:cubicBezTo>
                  <a:cubicBezTo>
                    <a:pt x="15" y="1010"/>
                    <a:pt x="1" y="1130"/>
                    <a:pt x="39" y="1235"/>
                  </a:cubicBezTo>
                  <a:lnTo>
                    <a:pt x="113" y="1457"/>
                  </a:lnTo>
                  <a:cubicBezTo>
                    <a:pt x="180" y="1641"/>
                    <a:pt x="353" y="1758"/>
                    <a:pt x="541" y="1758"/>
                  </a:cubicBezTo>
                  <a:cubicBezTo>
                    <a:pt x="572" y="1758"/>
                    <a:pt x="603" y="1755"/>
                    <a:pt x="634" y="1748"/>
                  </a:cubicBezTo>
                  <a:cubicBezTo>
                    <a:pt x="1028" y="1675"/>
                    <a:pt x="1390" y="1657"/>
                    <a:pt x="1720" y="1632"/>
                  </a:cubicBezTo>
                  <a:cubicBezTo>
                    <a:pt x="1766" y="1421"/>
                    <a:pt x="1734" y="1200"/>
                    <a:pt x="1625" y="1010"/>
                  </a:cubicBezTo>
                  <a:cubicBezTo>
                    <a:pt x="1351" y="553"/>
                    <a:pt x="901" y="261"/>
                    <a:pt x="760"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84"/>
            <p:cNvSpPr/>
            <p:nvPr/>
          </p:nvSpPr>
          <p:spPr>
            <a:xfrm>
              <a:off x="5301175" y="2064562"/>
              <a:ext cx="64928" cy="131246"/>
            </a:xfrm>
            <a:custGeom>
              <a:rect b="b" l="l" r="r" t="t"/>
              <a:pathLst>
                <a:path extrusionOk="0" h="5007" w="2477">
                  <a:moveTo>
                    <a:pt x="717" y="0"/>
                  </a:moveTo>
                  <a:cubicBezTo>
                    <a:pt x="678" y="0"/>
                    <a:pt x="642" y="8"/>
                    <a:pt x="613" y="24"/>
                  </a:cubicBezTo>
                  <a:cubicBezTo>
                    <a:pt x="430" y="122"/>
                    <a:pt x="356" y="372"/>
                    <a:pt x="1" y="558"/>
                  </a:cubicBezTo>
                  <a:cubicBezTo>
                    <a:pt x="574" y="1371"/>
                    <a:pt x="585" y="4145"/>
                    <a:pt x="2476" y="5007"/>
                  </a:cubicBezTo>
                  <a:cubicBezTo>
                    <a:pt x="940" y="3772"/>
                    <a:pt x="982" y="762"/>
                    <a:pt x="1017" y="414"/>
                  </a:cubicBezTo>
                  <a:cubicBezTo>
                    <a:pt x="1048" y="119"/>
                    <a:pt x="864" y="0"/>
                    <a:pt x="717" y="0"/>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84"/>
            <p:cNvSpPr/>
            <p:nvPr/>
          </p:nvSpPr>
          <p:spPr>
            <a:xfrm>
              <a:off x="5400730" y="2171300"/>
              <a:ext cx="119477" cy="37405"/>
            </a:xfrm>
            <a:custGeom>
              <a:rect b="b" l="l" r="r" t="t"/>
              <a:pathLst>
                <a:path extrusionOk="0" h="1427" w="4558">
                  <a:moveTo>
                    <a:pt x="3973" y="1"/>
                  </a:moveTo>
                  <a:cubicBezTo>
                    <a:pt x="3929" y="1"/>
                    <a:pt x="3884" y="7"/>
                    <a:pt x="3841" y="20"/>
                  </a:cubicBezTo>
                  <a:cubicBezTo>
                    <a:pt x="2820" y="350"/>
                    <a:pt x="1502" y="405"/>
                    <a:pt x="778" y="405"/>
                  </a:cubicBezTo>
                  <a:cubicBezTo>
                    <a:pt x="699" y="405"/>
                    <a:pt x="627" y="405"/>
                    <a:pt x="563" y="404"/>
                  </a:cubicBezTo>
                  <a:cubicBezTo>
                    <a:pt x="561" y="404"/>
                    <a:pt x="558" y="404"/>
                    <a:pt x="555" y="404"/>
                  </a:cubicBezTo>
                  <a:cubicBezTo>
                    <a:pt x="355" y="404"/>
                    <a:pt x="176" y="536"/>
                    <a:pt x="113" y="731"/>
                  </a:cubicBezTo>
                  <a:cubicBezTo>
                    <a:pt x="46" y="931"/>
                    <a:pt x="8" y="1142"/>
                    <a:pt x="1" y="1357"/>
                  </a:cubicBezTo>
                  <a:cubicBezTo>
                    <a:pt x="263" y="1397"/>
                    <a:pt x="577" y="1426"/>
                    <a:pt x="938" y="1426"/>
                  </a:cubicBezTo>
                  <a:cubicBezTo>
                    <a:pt x="1858" y="1426"/>
                    <a:pt x="3086" y="1239"/>
                    <a:pt x="4558" y="579"/>
                  </a:cubicBezTo>
                  <a:cubicBezTo>
                    <a:pt x="4495" y="481"/>
                    <a:pt x="4438" y="379"/>
                    <a:pt x="4389" y="274"/>
                  </a:cubicBezTo>
                  <a:cubicBezTo>
                    <a:pt x="4316" y="104"/>
                    <a:pt x="4150" y="1"/>
                    <a:pt x="3973"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84"/>
            <p:cNvSpPr/>
            <p:nvPr/>
          </p:nvSpPr>
          <p:spPr>
            <a:xfrm>
              <a:off x="5297768" y="1993317"/>
              <a:ext cx="72871" cy="47497"/>
            </a:xfrm>
            <a:custGeom>
              <a:rect b="b" l="l" r="r" t="t"/>
              <a:pathLst>
                <a:path extrusionOk="0" h="1812" w="2780">
                  <a:moveTo>
                    <a:pt x="1387" y="0"/>
                  </a:moveTo>
                  <a:cubicBezTo>
                    <a:pt x="768" y="0"/>
                    <a:pt x="266" y="418"/>
                    <a:pt x="1" y="1036"/>
                  </a:cubicBezTo>
                  <a:cubicBezTo>
                    <a:pt x="146" y="1084"/>
                    <a:pt x="299" y="1108"/>
                    <a:pt x="452" y="1108"/>
                  </a:cubicBezTo>
                  <a:cubicBezTo>
                    <a:pt x="503" y="1108"/>
                    <a:pt x="555" y="1105"/>
                    <a:pt x="606" y="1100"/>
                  </a:cubicBezTo>
                  <a:cubicBezTo>
                    <a:pt x="693" y="1089"/>
                    <a:pt x="771" y="1036"/>
                    <a:pt x="809" y="955"/>
                  </a:cubicBezTo>
                  <a:cubicBezTo>
                    <a:pt x="941" y="664"/>
                    <a:pt x="1156" y="538"/>
                    <a:pt x="1353" y="538"/>
                  </a:cubicBezTo>
                  <a:cubicBezTo>
                    <a:pt x="1568" y="538"/>
                    <a:pt x="1762" y="688"/>
                    <a:pt x="1805" y="938"/>
                  </a:cubicBezTo>
                  <a:cubicBezTo>
                    <a:pt x="1903" y="1522"/>
                    <a:pt x="1305" y="1571"/>
                    <a:pt x="1091" y="1585"/>
                  </a:cubicBezTo>
                  <a:cubicBezTo>
                    <a:pt x="883" y="1599"/>
                    <a:pt x="950" y="1810"/>
                    <a:pt x="950" y="1810"/>
                  </a:cubicBezTo>
                  <a:cubicBezTo>
                    <a:pt x="981" y="1811"/>
                    <a:pt x="1011" y="1811"/>
                    <a:pt x="1041" y="1811"/>
                  </a:cubicBezTo>
                  <a:cubicBezTo>
                    <a:pt x="2779" y="1811"/>
                    <a:pt x="2580" y="214"/>
                    <a:pt x="1682" y="31"/>
                  </a:cubicBezTo>
                  <a:cubicBezTo>
                    <a:pt x="1581" y="10"/>
                    <a:pt x="1483" y="0"/>
                    <a:pt x="1387" y="0"/>
                  </a:cubicBez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84"/>
            <p:cNvSpPr/>
            <p:nvPr/>
          </p:nvSpPr>
          <p:spPr>
            <a:xfrm>
              <a:off x="5222013" y="1968415"/>
              <a:ext cx="378849" cy="360317"/>
            </a:xfrm>
            <a:custGeom>
              <a:rect b="b" l="l" r="r" t="t"/>
              <a:pathLst>
                <a:path extrusionOk="0" h="13746" w="14453">
                  <a:moveTo>
                    <a:pt x="4246" y="417"/>
                  </a:moveTo>
                  <a:cubicBezTo>
                    <a:pt x="4392" y="417"/>
                    <a:pt x="4542" y="436"/>
                    <a:pt x="4695" y="474"/>
                  </a:cubicBezTo>
                  <a:cubicBezTo>
                    <a:pt x="5398" y="647"/>
                    <a:pt x="5644" y="1248"/>
                    <a:pt x="5581" y="1733"/>
                  </a:cubicBezTo>
                  <a:cubicBezTo>
                    <a:pt x="5507" y="2296"/>
                    <a:pt x="5106" y="2574"/>
                    <a:pt x="4688" y="2661"/>
                  </a:cubicBezTo>
                  <a:cubicBezTo>
                    <a:pt x="4730" y="2630"/>
                    <a:pt x="4768" y="2591"/>
                    <a:pt x="4804" y="2552"/>
                  </a:cubicBezTo>
                  <a:cubicBezTo>
                    <a:pt x="4955" y="2377"/>
                    <a:pt x="5018" y="2148"/>
                    <a:pt x="4979" y="1891"/>
                  </a:cubicBezTo>
                  <a:cubicBezTo>
                    <a:pt x="4930" y="1561"/>
                    <a:pt x="4659" y="1311"/>
                    <a:pt x="4325" y="1294"/>
                  </a:cubicBezTo>
                  <a:cubicBezTo>
                    <a:pt x="4304" y="1294"/>
                    <a:pt x="4283" y="1290"/>
                    <a:pt x="4262" y="1290"/>
                  </a:cubicBezTo>
                  <a:cubicBezTo>
                    <a:pt x="3935" y="1290"/>
                    <a:pt x="3654" y="1491"/>
                    <a:pt x="3506" y="1818"/>
                  </a:cubicBezTo>
                  <a:cubicBezTo>
                    <a:pt x="3494" y="1818"/>
                    <a:pt x="3482" y="1818"/>
                    <a:pt x="3469" y="1818"/>
                  </a:cubicBezTo>
                  <a:cubicBezTo>
                    <a:pt x="3387" y="1818"/>
                    <a:pt x="3308" y="1808"/>
                    <a:pt x="3228" y="1793"/>
                  </a:cubicBezTo>
                  <a:cubicBezTo>
                    <a:pt x="2982" y="1744"/>
                    <a:pt x="2757" y="1624"/>
                    <a:pt x="2578" y="1452"/>
                  </a:cubicBezTo>
                  <a:cubicBezTo>
                    <a:pt x="2715" y="1241"/>
                    <a:pt x="2880" y="1051"/>
                    <a:pt x="3066" y="889"/>
                  </a:cubicBezTo>
                  <a:cubicBezTo>
                    <a:pt x="3427" y="576"/>
                    <a:pt x="3823" y="417"/>
                    <a:pt x="4246" y="417"/>
                  </a:cubicBezTo>
                  <a:close/>
                  <a:moveTo>
                    <a:pt x="5936" y="12873"/>
                  </a:moveTo>
                  <a:lnTo>
                    <a:pt x="6368" y="13017"/>
                  </a:lnTo>
                  <a:lnTo>
                    <a:pt x="6351" y="13320"/>
                  </a:lnTo>
                  <a:lnTo>
                    <a:pt x="5743" y="13320"/>
                  </a:lnTo>
                  <a:lnTo>
                    <a:pt x="5936" y="12873"/>
                  </a:lnTo>
                  <a:close/>
                  <a:moveTo>
                    <a:pt x="13113" y="12873"/>
                  </a:moveTo>
                  <a:lnTo>
                    <a:pt x="13588" y="13031"/>
                  </a:lnTo>
                  <a:lnTo>
                    <a:pt x="13542" y="13320"/>
                  </a:lnTo>
                  <a:lnTo>
                    <a:pt x="12920" y="13320"/>
                  </a:lnTo>
                  <a:lnTo>
                    <a:pt x="13113" y="12873"/>
                  </a:lnTo>
                  <a:close/>
                  <a:moveTo>
                    <a:pt x="4252" y="0"/>
                  </a:moveTo>
                  <a:cubicBezTo>
                    <a:pt x="3726" y="0"/>
                    <a:pt x="3228" y="193"/>
                    <a:pt x="2789" y="569"/>
                  </a:cubicBezTo>
                  <a:cubicBezTo>
                    <a:pt x="2536" y="791"/>
                    <a:pt x="2317" y="1054"/>
                    <a:pt x="2149" y="1346"/>
                  </a:cubicBezTo>
                  <a:cubicBezTo>
                    <a:pt x="897" y="2398"/>
                    <a:pt x="78" y="3720"/>
                    <a:pt x="42" y="3776"/>
                  </a:cubicBezTo>
                  <a:cubicBezTo>
                    <a:pt x="11" y="3829"/>
                    <a:pt x="0" y="3896"/>
                    <a:pt x="21" y="3956"/>
                  </a:cubicBezTo>
                  <a:lnTo>
                    <a:pt x="158" y="4342"/>
                  </a:lnTo>
                  <a:cubicBezTo>
                    <a:pt x="250" y="4610"/>
                    <a:pt x="499" y="4789"/>
                    <a:pt x="784" y="4789"/>
                  </a:cubicBezTo>
                  <a:cubicBezTo>
                    <a:pt x="827" y="4789"/>
                    <a:pt x="872" y="4785"/>
                    <a:pt x="914" y="4775"/>
                  </a:cubicBezTo>
                  <a:cubicBezTo>
                    <a:pt x="1224" y="4722"/>
                    <a:pt x="1537" y="4687"/>
                    <a:pt x="1853" y="4673"/>
                  </a:cubicBezTo>
                  <a:cubicBezTo>
                    <a:pt x="2226" y="4648"/>
                    <a:pt x="2592" y="4624"/>
                    <a:pt x="2919" y="4504"/>
                  </a:cubicBezTo>
                  <a:cubicBezTo>
                    <a:pt x="3042" y="4729"/>
                    <a:pt x="3140" y="5095"/>
                    <a:pt x="3256" y="5513"/>
                  </a:cubicBezTo>
                  <a:cubicBezTo>
                    <a:pt x="3559" y="6632"/>
                    <a:pt x="3974" y="8151"/>
                    <a:pt x="5314" y="8822"/>
                  </a:cubicBezTo>
                  <a:lnTo>
                    <a:pt x="5697" y="10433"/>
                  </a:lnTo>
                  <a:lnTo>
                    <a:pt x="5697" y="12360"/>
                  </a:lnTo>
                  <a:lnTo>
                    <a:pt x="5226" y="13450"/>
                  </a:lnTo>
                  <a:cubicBezTo>
                    <a:pt x="5166" y="13591"/>
                    <a:pt x="5268" y="13745"/>
                    <a:pt x="5419" y="13745"/>
                  </a:cubicBezTo>
                  <a:lnTo>
                    <a:pt x="6548" y="13745"/>
                  </a:lnTo>
                  <a:cubicBezTo>
                    <a:pt x="6660" y="13745"/>
                    <a:pt x="6752" y="13657"/>
                    <a:pt x="6759" y="13545"/>
                  </a:cubicBezTo>
                  <a:lnTo>
                    <a:pt x="7015" y="9318"/>
                  </a:lnTo>
                  <a:cubicBezTo>
                    <a:pt x="7128" y="9329"/>
                    <a:pt x="7244" y="9336"/>
                    <a:pt x="7360" y="9339"/>
                  </a:cubicBezTo>
                  <a:lnTo>
                    <a:pt x="7371" y="9339"/>
                  </a:lnTo>
                  <a:cubicBezTo>
                    <a:pt x="7373" y="9339"/>
                    <a:pt x="7375" y="9339"/>
                    <a:pt x="7377" y="9339"/>
                  </a:cubicBezTo>
                  <a:cubicBezTo>
                    <a:pt x="7490" y="9339"/>
                    <a:pt x="7585" y="9246"/>
                    <a:pt x="7585" y="9132"/>
                  </a:cubicBezTo>
                  <a:cubicBezTo>
                    <a:pt x="7589" y="9016"/>
                    <a:pt x="7497" y="8917"/>
                    <a:pt x="7378" y="8917"/>
                  </a:cubicBezTo>
                  <a:cubicBezTo>
                    <a:pt x="7265" y="8910"/>
                    <a:pt x="7153" y="8903"/>
                    <a:pt x="7040" y="8896"/>
                  </a:cubicBezTo>
                  <a:lnTo>
                    <a:pt x="7061" y="8537"/>
                  </a:lnTo>
                  <a:cubicBezTo>
                    <a:pt x="7074" y="8386"/>
                    <a:pt x="6960" y="8307"/>
                    <a:pt x="6848" y="8307"/>
                  </a:cubicBezTo>
                  <a:cubicBezTo>
                    <a:pt x="6746" y="8307"/>
                    <a:pt x="6644" y="8372"/>
                    <a:pt x="6639" y="8509"/>
                  </a:cubicBezTo>
                  <a:lnTo>
                    <a:pt x="6397" y="12581"/>
                  </a:lnTo>
                  <a:lnTo>
                    <a:pt x="6105" y="12483"/>
                  </a:lnTo>
                  <a:cubicBezTo>
                    <a:pt x="6115" y="12458"/>
                    <a:pt x="6119" y="12430"/>
                    <a:pt x="6122" y="12402"/>
                  </a:cubicBezTo>
                  <a:lnTo>
                    <a:pt x="6122" y="10405"/>
                  </a:lnTo>
                  <a:cubicBezTo>
                    <a:pt x="6122" y="10391"/>
                    <a:pt x="6119" y="10373"/>
                    <a:pt x="6115" y="10355"/>
                  </a:cubicBezTo>
                  <a:lnTo>
                    <a:pt x="5700" y="8625"/>
                  </a:lnTo>
                  <a:cubicBezTo>
                    <a:pt x="5686" y="8562"/>
                    <a:pt x="5641" y="8509"/>
                    <a:pt x="5584" y="8481"/>
                  </a:cubicBezTo>
                  <a:cubicBezTo>
                    <a:pt x="4354" y="7919"/>
                    <a:pt x="3970" y="6523"/>
                    <a:pt x="3664" y="5401"/>
                  </a:cubicBezTo>
                  <a:cubicBezTo>
                    <a:pt x="3545" y="4961"/>
                    <a:pt x="3439" y="4578"/>
                    <a:pt x="3292" y="4304"/>
                  </a:cubicBezTo>
                  <a:cubicBezTo>
                    <a:pt x="3450" y="4191"/>
                    <a:pt x="3583" y="4050"/>
                    <a:pt x="3689" y="3892"/>
                  </a:cubicBezTo>
                  <a:cubicBezTo>
                    <a:pt x="3801" y="3725"/>
                    <a:pt x="3657" y="3556"/>
                    <a:pt x="3507" y="3556"/>
                  </a:cubicBezTo>
                  <a:cubicBezTo>
                    <a:pt x="3446" y="3556"/>
                    <a:pt x="3383" y="3585"/>
                    <a:pt x="3337" y="3653"/>
                  </a:cubicBezTo>
                  <a:cubicBezTo>
                    <a:pt x="2986" y="4177"/>
                    <a:pt x="2497" y="4209"/>
                    <a:pt x="1825" y="4251"/>
                  </a:cubicBezTo>
                  <a:cubicBezTo>
                    <a:pt x="1491" y="4265"/>
                    <a:pt x="1161" y="4304"/>
                    <a:pt x="834" y="4360"/>
                  </a:cubicBezTo>
                  <a:cubicBezTo>
                    <a:pt x="815" y="4364"/>
                    <a:pt x="797" y="4366"/>
                    <a:pt x="779" y="4366"/>
                  </a:cubicBezTo>
                  <a:cubicBezTo>
                    <a:pt x="679" y="4366"/>
                    <a:pt x="588" y="4303"/>
                    <a:pt x="556" y="4205"/>
                  </a:cubicBezTo>
                  <a:lnTo>
                    <a:pt x="454" y="3913"/>
                  </a:lnTo>
                  <a:cubicBezTo>
                    <a:pt x="644" y="3621"/>
                    <a:pt x="1333" y="2616"/>
                    <a:pt x="2296" y="1772"/>
                  </a:cubicBezTo>
                  <a:cubicBezTo>
                    <a:pt x="2615" y="2076"/>
                    <a:pt x="3038" y="2243"/>
                    <a:pt x="3472" y="2243"/>
                  </a:cubicBezTo>
                  <a:cubicBezTo>
                    <a:pt x="3546" y="2243"/>
                    <a:pt x="3619" y="2239"/>
                    <a:pt x="3692" y="2229"/>
                  </a:cubicBezTo>
                  <a:cubicBezTo>
                    <a:pt x="3770" y="2215"/>
                    <a:pt x="3833" y="2159"/>
                    <a:pt x="3854" y="2085"/>
                  </a:cubicBezTo>
                  <a:cubicBezTo>
                    <a:pt x="3958" y="1756"/>
                    <a:pt x="4168" y="1714"/>
                    <a:pt x="4263" y="1714"/>
                  </a:cubicBezTo>
                  <a:cubicBezTo>
                    <a:pt x="4273" y="1714"/>
                    <a:pt x="4283" y="1715"/>
                    <a:pt x="4290" y="1716"/>
                  </a:cubicBezTo>
                  <a:cubicBezTo>
                    <a:pt x="4424" y="1719"/>
                    <a:pt x="4536" y="1818"/>
                    <a:pt x="4561" y="1951"/>
                  </a:cubicBezTo>
                  <a:cubicBezTo>
                    <a:pt x="4579" y="2088"/>
                    <a:pt x="4554" y="2194"/>
                    <a:pt x="4480" y="2278"/>
                  </a:cubicBezTo>
                  <a:cubicBezTo>
                    <a:pt x="4311" y="2479"/>
                    <a:pt x="3914" y="2528"/>
                    <a:pt x="3777" y="2528"/>
                  </a:cubicBezTo>
                  <a:cubicBezTo>
                    <a:pt x="3576" y="2531"/>
                    <a:pt x="3492" y="2788"/>
                    <a:pt x="3650" y="2908"/>
                  </a:cubicBezTo>
                  <a:cubicBezTo>
                    <a:pt x="3844" y="3045"/>
                    <a:pt x="4076" y="3119"/>
                    <a:pt x="4311" y="3122"/>
                  </a:cubicBezTo>
                  <a:lnTo>
                    <a:pt x="4364" y="3122"/>
                  </a:lnTo>
                  <a:cubicBezTo>
                    <a:pt x="4470" y="3122"/>
                    <a:pt x="4575" y="3115"/>
                    <a:pt x="4677" y="3098"/>
                  </a:cubicBezTo>
                  <a:cubicBezTo>
                    <a:pt x="4790" y="3460"/>
                    <a:pt x="4916" y="3815"/>
                    <a:pt x="5180" y="3977"/>
                  </a:cubicBezTo>
                  <a:cubicBezTo>
                    <a:pt x="5837" y="4388"/>
                    <a:pt x="7064" y="4456"/>
                    <a:pt x="8373" y="4456"/>
                  </a:cubicBezTo>
                  <a:cubicBezTo>
                    <a:pt x="8688" y="4456"/>
                    <a:pt x="9008" y="4452"/>
                    <a:pt x="9326" y="4448"/>
                  </a:cubicBezTo>
                  <a:cubicBezTo>
                    <a:pt x="9611" y="4445"/>
                    <a:pt x="9892" y="4443"/>
                    <a:pt x="10163" y="4443"/>
                  </a:cubicBezTo>
                  <a:cubicBezTo>
                    <a:pt x="11069" y="4443"/>
                    <a:pt x="11870" y="4472"/>
                    <a:pt x="12357" y="4634"/>
                  </a:cubicBezTo>
                  <a:cubicBezTo>
                    <a:pt x="13521" y="5021"/>
                    <a:pt x="13767" y="5823"/>
                    <a:pt x="13767" y="6424"/>
                  </a:cubicBezTo>
                  <a:cubicBezTo>
                    <a:pt x="13767" y="6832"/>
                    <a:pt x="13669" y="7187"/>
                    <a:pt x="13574" y="7532"/>
                  </a:cubicBezTo>
                  <a:cubicBezTo>
                    <a:pt x="13447" y="7982"/>
                    <a:pt x="13317" y="8443"/>
                    <a:pt x="13422" y="8995"/>
                  </a:cubicBezTo>
                  <a:cubicBezTo>
                    <a:pt x="13521" y="9522"/>
                    <a:pt x="13862" y="9972"/>
                    <a:pt x="14010" y="10148"/>
                  </a:cubicBezTo>
                  <a:lnTo>
                    <a:pt x="13647" y="12602"/>
                  </a:lnTo>
                  <a:lnTo>
                    <a:pt x="13278" y="12483"/>
                  </a:lnTo>
                  <a:cubicBezTo>
                    <a:pt x="13285" y="12465"/>
                    <a:pt x="13289" y="12448"/>
                    <a:pt x="13292" y="12430"/>
                  </a:cubicBezTo>
                  <a:lnTo>
                    <a:pt x="13595" y="10257"/>
                  </a:lnTo>
                  <a:cubicBezTo>
                    <a:pt x="13605" y="10176"/>
                    <a:pt x="13570" y="10095"/>
                    <a:pt x="13503" y="10050"/>
                  </a:cubicBezTo>
                  <a:cubicBezTo>
                    <a:pt x="12009" y="9068"/>
                    <a:pt x="11481" y="8144"/>
                    <a:pt x="11327" y="7795"/>
                  </a:cubicBezTo>
                  <a:cubicBezTo>
                    <a:pt x="11286" y="7704"/>
                    <a:pt x="11212" y="7666"/>
                    <a:pt x="11138" y="7666"/>
                  </a:cubicBezTo>
                  <a:cubicBezTo>
                    <a:pt x="11001" y="7666"/>
                    <a:pt x="10864" y="7797"/>
                    <a:pt x="10940" y="7964"/>
                  </a:cubicBezTo>
                  <a:cubicBezTo>
                    <a:pt x="10971" y="8035"/>
                    <a:pt x="11017" y="8130"/>
                    <a:pt x="11077" y="8239"/>
                  </a:cubicBezTo>
                  <a:cubicBezTo>
                    <a:pt x="10655" y="8397"/>
                    <a:pt x="9428" y="8826"/>
                    <a:pt x="8250" y="8896"/>
                  </a:cubicBezTo>
                  <a:cubicBezTo>
                    <a:pt x="7979" y="8914"/>
                    <a:pt x="7990" y="9318"/>
                    <a:pt x="8264" y="9318"/>
                  </a:cubicBezTo>
                  <a:lnTo>
                    <a:pt x="8274" y="9318"/>
                  </a:lnTo>
                  <a:cubicBezTo>
                    <a:pt x="9611" y="9241"/>
                    <a:pt x="10964" y="8738"/>
                    <a:pt x="11313" y="8601"/>
                  </a:cubicBezTo>
                  <a:cubicBezTo>
                    <a:pt x="11643" y="9068"/>
                    <a:pt x="12209" y="9691"/>
                    <a:pt x="13159" y="10331"/>
                  </a:cubicBezTo>
                  <a:lnTo>
                    <a:pt x="12877" y="12346"/>
                  </a:lnTo>
                  <a:lnTo>
                    <a:pt x="12399" y="13450"/>
                  </a:lnTo>
                  <a:cubicBezTo>
                    <a:pt x="12339" y="13591"/>
                    <a:pt x="12441" y="13745"/>
                    <a:pt x="12593" y="13745"/>
                  </a:cubicBezTo>
                  <a:lnTo>
                    <a:pt x="13728" y="13745"/>
                  </a:lnTo>
                  <a:cubicBezTo>
                    <a:pt x="13830" y="13745"/>
                    <a:pt x="13922" y="13668"/>
                    <a:pt x="13936" y="13566"/>
                  </a:cubicBezTo>
                  <a:lnTo>
                    <a:pt x="14446" y="10120"/>
                  </a:lnTo>
                  <a:cubicBezTo>
                    <a:pt x="14453" y="10053"/>
                    <a:pt x="14435" y="9990"/>
                    <a:pt x="14389" y="9941"/>
                  </a:cubicBezTo>
                  <a:cubicBezTo>
                    <a:pt x="14386" y="9937"/>
                    <a:pt x="13943" y="9462"/>
                    <a:pt x="13841" y="8917"/>
                  </a:cubicBezTo>
                  <a:cubicBezTo>
                    <a:pt x="13756" y="8464"/>
                    <a:pt x="13858" y="8087"/>
                    <a:pt x="13982" y="7648"/>
                  </a:cubicBezTo>
                  <a:cubicBezTo>
                    <a:pt x="14087" y="7275"/>
                    <a:pt x="14193" y="6892"/>
                    <a:pt x="14193" y="6428"/>
                  </a:cubicBezTo>
                  <a:cubicBezTo>
                    <a:pt x="14193" y="5380"/>
                    <a:pt x="13588" y="4599"/>
                    <a:pt x="12494" y="4237"/>
                  </a:cubicBezTo>
                  <a:cubicBezTo>
                    <a:pt x="11958" y="4057"/>
                    <a:pt x="11133" y="4023"/>
                    <a:pt x="10207" y="4023"/>
                  </a:cubicBezTo>
                  <a:cubicBezTo>
                    <a:pt x="9919" y="4023"/>
                    <a:pt x="9621" y="4026"/>
                    <a:pt x="9319" y="4029"/>
                  </a:cubicBezTo>
                  <a:cubicBezTo>
                    <a:pt x="9025" y="4033"/>
                    <a:pt x="8724" y="4036"/>
                    <a:pt x="8425" y="4036"/>
                  </a:cubicBezTo>
                  <a:cubicBezTo>
                    <a:pt x="7190" y="4036"/>
                    <a:pt x="5976" y="3978"/>
                    <a:pt x="5405" y="3621"/>
                  </a:cubicBezTo>
                  <a:cubicBezTo>
                    <a:pt x="5271" y="3537"/>
                    <a:pt x="5173" y="3259"/>
                    <a:pt x="5085" y="2989"/>
                  </a:cubicBezTo>
                  <a:cubicBezTo>
                    <a:pt x="5584" y="2781"/>
                    <a:pt x="5932" y="2324"/>
                    <a:pt x="5999" y="1793"/>
                  </a:cubicBezTo>
                  <a:cubicBezTo>
                    <a:pt x="6048" y="1424"/>
                    <a:pt x="5968" y="1054"/>
                    <a:pt x="5771" y="742"/>
                  </a:cubicBezTo>
                  <a:cubicBezTo>
                    <a:pt x="5549" y="400"/>
                    <a:pt x="5215" y="168"/>
                    <a:pt x="4793" y="66"/>
                  </a:cubicBezTo>
                  <a:cubicBezTo>
                    <a:pt x="4610" y="22"/>
                    <a:pt x="4430" y="0"/>
                    <a:pt x="4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84"/>
            <p:cNvSpPr/>
            <p:nvPr/>
          </p:nvSpPr>
          <p:spPr>
            <a:xfrm>
              <a:off x="5270952" y="2035676"/>
              <a:ext cx="14312" cy="11193"/>
            </a:xfrm>
            <a:custGeom>
              <a:rect b="b" l="l" r="r" t="t"/>
              <a:pathLst>
                <a:path extrusionOk="0" h="427" w="546">
                  <a:moveTo>
                    <a:pt x="334" y="1"/>
                  </a:moveTo>
                  <a:cubicBezTo>
                    <a:pt x="0" y="1"/>
                    <a:pt x="99" y="426"/>
                    <a:pt x="334" y="426"/>
                  </a:cubicBezTo>
                  <a:cubicBezTo>
                    <a:pt x="450" y="426"/>
                    <a:pt x="545" y="331"/>
                    <a:pt x="545" y="212"/>
                  </a:cubicBezTo>
                  <a:cubicBezTo>
                    <a:pt x="545" y="95"/>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9" name="Google Shape;16599;p84"/>
          <p:cNvGrpSpPr/>
          <p:nvPr/>
        </p:nvGrpSpPr>
        <p:grpSpPr>
          <a:xfrm>
            <a:off x="4127982" y="2033055"/>
            <a:ext cx="381444" cy="231063"/>
            <a:chOff x="4127982" y="2033055"/>
            <a:chExt cx="381444" cy="231063"/>
          </a:xfrm>
        </p:grpSpPr>
        <p:sp>
          <p:nvSpPr>
            <p:cNvPr id="16600" name="Google Shape;16600;p84"/>
            <p:cNvSpPr/>
            <p:nvPr/>
          </p:nvSpPr>
          <p:spPr>
            <a:xfrm>
              <a:off x="4134535" y="2050408"/>
              <a:ext cx="369727" cy="208180"/>
            </a:xfrm>
            <a:custGeom>
              <a:rect b="b" l="l" r="r" t="t"/>
              <a:pathLst>
                <a:path extrusionOk="0" h="7942" w="14105">
                  <a:moveTo>
                    <a:pt x="8909" y="1"/>
                  </a:moveTo>
                  <a:cubicBezTo>
                    <a:pt x="6637" y="1"/>
                    <a:pt x="4229" y="701"/>
                    <a:pt x="3133" y="1010"/>
                  </a:cubicBezTo>
                  <a:cubicBezTo>
                    <a:pt x="2859" y="1088"/>
                    <a:pt x="2275" y="1281"/>
                    <a:pt x="1941" y="1397"/>
                  </a:cubicBezTo>
                  <a:cubicBezTo>
                    <a:pt x="1794" y="1450"/>
                    <a:pt x="1677" y="1559"/>
                    <a:pt x="1611" y="1700"/>
                  </a:cubicBezTo>
                  <a:cubicBezTo>
                    <a:pt x="1315" y="2301"/>
                    <a:pt x="503" y="2730"/>
                    <a:pt x="148" y="2895"/>
                  </a:cubicBezTo>
                  <a:cubicBezTo>
                    <a:pt x="49" y="2941"/>
                    <a:pt x="0" y="3050"/>
                    <a:pt x="25" y="3152"/>
                  </a:cubicBezTo>
                  <a:lnTo>
                    <a:pt x="169" y="3729"/>
                  </a:lnTo>
                  <a:cubicBezTo>
                    <a:pt x="190" y="3817"/>
                    <a:pt x="264" y="3883"/>
                    <a:pt x="355" y="3897"/>
                  </a:cubicBezTo>
                  <a:cubicBezTo>
                    <a:pt x="419" y="3908"/>
                    <a:pt x="503" y="3915"/>
                    <a:pt x="594" y="3922"/>
                  </a:cubicBezTo>
                  <a:cubicBezTo>
                    <a:pt x="717" y="4689"/>
                    <a:pt x="3780" y="5072"/>
                    <a:pt x="3780" y="5072"/>
                  </a:cubicBezTo>
                  <a:lnTo>
                    <a:pt x="4329" y="6943"/>
                  </a:lnTo>
                  <a:lnTo>
                    <a:pt x="4111" y="7709"/>
                  </a:lnTo>
                  <a:cubicBezTo>
                    <a:pt x="4079" y="7825"/>
                    <a:pt x="4164" y="7941"/>
                    <a:pt x="4283" y="7941"/>
                  </a:cubicBezTo>
                  <a:lnTo>
                    <a:pt x="4790" y="7941"/>
                  </a:lnTo>
                  <a:cubicBezTo>
                    <a:pt x="4881" y="7938"/>
                    <a:pt x="4958" y="7871"/>
                    <a:pt x="4965" y="7780"/>
                  </a:cubicBezTo>
                  <a:lnTo>
                    <a:pt x="5148" y="6088"/>
                  </a:lnTo>
                  <a:cubicBezTo>
                    <a:pt x="5173" y="5845"/>
                    <a:pt x="5173" y="5603"/>
                    <a:pt x="5145" y="5364"/>
                  </a:cubicBezTo>
                  <a:lnTo>
                    <a:pt x="5145" y="5364"/>
                  </a:lnTo>
                  <a:cubicBezTo>
                    <a:pt x="5973" y="5595"/>
                    <a:pt x="7284" y="5724"/>
                    <a:pt x="8590" y="5724"/>
                  </a:cubicBezTo>
                  <a:cubicBezTo>
                    <a:pt x="9686" y="5724"/>
                    <a:pt x="10780" y="5633"/>
                    <a:pt x="11583" y="5438"/>
                  </a:cubicBezTo>
                  <a:lnTo>
                    <a:pt x="12086" y="5916"/>
                  </a:lnTo>
                  <a:lnTo>
                    <a:pt x="12258" y="7066"/>
                  </a:lnTo>
                  <a:lnTo>
                    <a:pt x="11851" y="7656"/>
                  </a:lnTo>
                  <a:cubicBezTo>
                    <a:pt x="11766" y="7776"/>
                    <a:pt x="11851" y="7938"/>
                    <a:pt x="11998" y="7938"/>
                  </a:cubicBezTo>
                  <a:lnTo>
                    <a:pt x="12480" y="7938"/>
                  </a:lnTo>
                  <a:cubicBezTo>
                    <a:pt x="12561" y="7938"/>
                    <a:pt x="12631" y="7885"/>
                    <a:pt x="12652" y="7811"/>
                  </a:cubicBezTo>
                  <a:lnTo>
                    <a:pt x="13250" y="5765"/>
                  </a:lnTo>
                  <a:cubicBezTo>
                    <a:pt x="13296" y="5606"/>
                    <a:pt x="13285" y="5438"/>
                    <a:pt x="13215" y="5290"/>
                  </a:cubicBezTo>
                  <a:lnTo>
                    <a:pt x="13000" y="4850"/>
                  </a:lnTo>
                  <a:cubicBezTo>
                    <a:pt x="13482" y="4267"/>
                    <a:pt x="14105" y="3053"/>
                    <a:pt x="13313" y="1837"/>
                  </a:cubicBezTo>
                  <a:cubicBezTo>
                    <a:pt x="12401" y="435"/>
                    <a:pt x="10697" y="1"/>
                    <a:pt x="8909" y="1"/>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84"/>
            <p:cNvSpPr/>
            <p:nvPr/>
          </p:nvSpPr>
          <p:spPr>
            <a:xfrm>
              <a:off x="4190106" y="2058219"/>
              <a:ext cx="33945" cy="39214"/>
            </a:xfrm>
            <a:custGeom>
              <a:rect b="b" l="l" r="r" t="t"/>
              <a:pathLst>
                <a:path extrusionOk="0" h="1496" w="1295">
                  <a:moveTo>
                    <a:pt x="408" y="0"/>
                  </a:moveTo>
                  <a:cubicBezTo>
                    <a:pt x="358" y="0"/>
                    <a:pt x="311" y="27"/>
                    <a:pt x="289" y="76"/>
                  </a:cubicBezTo>
                  <a:cubicBezTo>
                    <a:pt x="1" y="712"/>
                    <a:pt x="74" y="1187"/>
                    <a:pt x="141" y="1405"/>
                  </a:cubicBezTo>
                  <a:cubicBezTo>
                    <a:pt x="160" y="1460"/>
                    <a:pt x="209" y="1496"/>
                    <a:pt x="262" y="1496"/>
                  </a:cubicBezTo>
                  <a:cubicBezTo>
                    <a:pt x="280" y="1496"/>
                    <a:pt x="299" y="1491"/>
                    <a:pt x="317" y="1482"/>
                  </a:cubicBezTo>
                  <a:lnTo>
                    <a:pt x="1200" y="1089"/>
                  </a:lnTo>
                  <a:cubicBezTo>
                    <a:pt x="1270" y="1057"/>
                    <a:pt x="1295" y="976"/>
                    <a:pt x="1263" y="909"/>
                  </a:cubicBezTo>
                  <a:cubicBezTo>
                    <a:pt x="961" y="361"/>
                    <a:pt x="641" y="115"/>
                    <a:pt x="472" y="16"/>
                  </a:cubicBezTo>
                  <a:cubicBezTo>
                    <a:pt x="451" y="5"/>
                    <a:pt x="429" y="0"/>
                    <a:pt x="408"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84"/>
            <p:cNvSpPr/>
            <p:nvPr/>
          </p:nvSpPr>
          <p:spPr>
            <a:xfrm>
              <a:off x="4267774" y="2172741"/>
              <a:ext cx="170486" cy="27707"/>
            </a:xfrm>
            <a:custGeom>
              <a:rect b="b" l="l" r="r" t="t"/>
              <a:pathLst>
                <a:path extrusionOk="0" h="1057" w="6504">
                  <a:moveTo>
                    <a:pt x="255" y="1"/>
                  </a:moveTo>
                  <a:cubicBezTo>
                    <a:pt x="116" y="1"/>
                    <a:pt x="0" y="122"/>
                    <a:pt x="16" y="264"/>
                  </a:cubicBezTo>
                  <a:lnTo>
                    <a:pt x="62" y="693"/>
                  </a:lnTo>
                  <a:cubicBezTo>
                    <a:pt x="893" y="927"/>
                    <a:pt x="2207" y="1056"/>
                    <a:pt x="3517" y="1056"/>
                  </a:cubicBezTo>
                  <a:cubicBezTo>
                    <a:pt x="4611" y="1056"/>
                    <a:pt x="5702" y="966"/>
                    <a:pt x="6504" y="771"/>
                  </a:cubicBezTo>
                  <a:lnTo>
                    <a:pt x="6180" y="489"/>
                  </a:lnTo>
                  <a:cubicBezTo>
                    <a:pt x="6071" y="398"/>
                    <a:pt x="5932" y="349"/>
                    <a:pt x="5791" y="349"/>
                  </a:cubicBezTo>
                  <a:cubicBezTo>
                    <a:pt x="5770" y="349"/>
                    <a:pt x="5748" y="350"/>
                    <a:pt x="5727" y="352"/>
                  </a:cubicBezTo>
                  <a:cubicBezTo>
                    <a:pt x="5141" y="423"/>
                    <a:pt x="4572" y="451"/>
                    <a:pt x="4034" y="451"/>
                  </a:cubicBezTo>
                  <a:cubicBezTo>
                    <a:pt x="2319" y="451"/>
                    <a:pt x="922" y="160"/>
                    <a:pt x="311" y="8"/>
                  </a:cubicBezTo>
                  <a:cubicBezTo>
                    <a:pt x="292" y="3"/>
                    <a:pt x="273" y="1"/>
                    <a:pt x="255"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84"/>
            <p:cNvSpPr/>
            <p:nvPr/>
          </p:nvSpPr>
          <p:spPr>
            <a:xfrm>
              <a:off x="4127982" y="2033055"/>
              <a:ext cx="381444" cy="231063"/>
            </a:xfrm>
            <a:custGeom>
              <a:rect b="b" l="l" r="r" t="t"/>
              <a:pathLst>
                <a:path extrusionOk="0" h="8815" w="14552">
                  <a:moveTo>
                    <a:pt x="13631" y="424"/>
                  </a:moveTo>
                  <a:cubicBezTo>
                    <a:pt x="13686" y="424"/>
                    <a:pt x="13738" y="448"/>
                    <a:pt x="13774" y="484"/>
                  </a:cubicBezTo>
                  <a:cubicBezTo>
                    <a:pt x="13820" y="540"/>
                    <a:pt x="13827" y="614"/>
                    <a:pt x="13799" y="681"/>
                  </a:cubicBezTo>
                  <a:cubicBezTo>
                    <a:pt x="13781" y="744"/>
                    <a:pt x="13704" y="828"/>
                    <a:pt x="13592" y="923"/>
                  </a:cubicBezTo>
                  <a:lnTo>
                    <a:pt x="13577" y="906"/>
                  </a:lnTo>
                  <a:cubicBezTo>
                    <a:pt x="13479" y="786"/>
                    <a:pt x="13419" y="603"/>
                    <a:pt x="13451" y="508"/>
                  </a:cubicBezTo>
                  <a:cubicBezTo>
                    <a:pt x="13458" y="491"/>
                    <a:pt x="13472" y="452"/>
                    <a:pt x="13563" y="431"/>
                  </a:cubicBezTo>
                  <a:cubicBezTo>
                    <a:pt x="13581" y="424"/>
                    <a:pt x="13602" y="424"/>
                    <a:pt x="13620" y="424"/>
                  </a:cubicBezTo>
                  <a:cubicBezTo>
                    <a:pt x="13623" y="424"/>
                    <a:pt x="13627" y="424"/>
                    <a:pt x="13631" y="424"/>
                  </a:cubicBezTo>
                  <a:close/>
                  <a:moveTo>
                    <a:pt x="13623" y="1"/>
                  </a:moveTo>
                  <a:cubicBezTo>
                    <a:pt x="13572" y="1"/>
                    <a:pt x="13520" y="7"/>
                    <a:pt x="13468" y="20"/>
                  </a:cubicBezTo>
                  <a:cubicBezTo>
                    <a:pt x="13257" y="65"/>
                    <a:pt x="13110" y="195"/>
                    <a:pt x="13050" y="378"/>
                  </a:cubicBezTo>
                  <a:cubicBezTo>
                    <a:pt x="12959" y="653"/>
                    <a:pt x="13085" y="973"/>
                    <a:pt x="13250" y="1173"/>
                  </a:cubicBezTo>
                  <a:cubicBezTo>
                    <a:pt x="13120" y="1254"/>
                    <a:pt x="12990" y="1328"/>
                    <a:pt x="12853" y="1398"/>
                  </a:cubicBezTo>
                  <a:cubicBezTo>
                    <a:pt x="12410" y="1071"/>
                    <a:pt x="11865" y="832"/>
                    <a:pt x="11211" y="677"/>
                  </a:cubicBezTo>
                  <a:cubicBezTo>
                    <a:pt x="10634" y="543"/>
                    <a:pt x="9973" y="474"/>
                    <a:pt x="9238" y="474"/>
                  </a:cubicBezTo>
                  <a:cubicBezTo>
                    <a:pt x="8781" y="474"/>
                    <a:pt x="8295" y="500"/>
                    <a:pt x="7782" y="554"/>
                  </a:cubicBezTo>
                  <a:cubicBezTo>
                    <a:pt x="5866" y="751"/>
                    <a:pt x="4108" y="1272"/>
                    <a:pt x="3601" y="1426"/>
                  </a:cubicBezTo>
                  <a:cubicBezTo>
                    <a:pt x="3478" y="1250"/>
                    <a:pt x="3334" y="1092"/>
                    <a:pt x="3169" y="955"/>
                  </a:cubicBezTo>
                  <a:cubicBezTo>
                    <a:pt x="3053" y="853"/>
                    <a:pt x="2923" y="776"/>
                    <a:pt x="2778" y="719"/>
                  </a:cubicBezTo>
                  <a:cubicBezTo>
                    <a:pt x="2757" y="713"/>
                    <a:pt x="2736" y="709"/>
                    <a:pt x="2715" y="709"/>
                  </a:cubicBezTo>
                  <a:cubicBezTo>
                    <a:pt x="2637" y="709"/>
                    <a:pt x="2564" y="753"/>
                    <a:pt x="2525" y="825"/>
                  </a:cubicBezTo>
                  <a:cubicBezTo>
                    <a:pt x="2363" y="1131"/>
                    <a:pt x="2265" y="1465"/>
                    <a:pt x="2240" y="1810"/>
                  </a:cubicBezTo>
                  <a:lnTo>
                    <a:pt x="1871" y="1947"/>
                  </a:lnTo>
                  <a:cubicBezTo>
                    <a:pt x="1804" y="1971"/>
                    <a:pt x="1755" y="2024"/>
                    <a:pt x="1738" y="2094"/>
                  </a:cubicBezTo>
                  <a:cubicBezTo>
                    <a:pt x="1576" y="2748"/>
                    <a:pt x="538" y="3283"/>
                    <a:pt x="152" y="3434"/>
                  </a:cubicBezTo>
                  <a:cubicBezTo>
                    <a:pt x="53" y="3476"/>
                    <a:pt x="0" y="3582"/>
                    <a:pt x="25" y="3684"/>
                  </a:cubicBezTo>
                  <a:lnTo>
                    <a:pt x="215" y="4443"/>
                  </a:lnTo>
                  <a:cubicBezTo>
                    <a:pt x="257" y="4616"/>
                    <a:pt x="401" y="4746"/>
                    <a:pt x="577" y="4770"/>
                  </a:cubicBezTo>
                  <a:cubicBezTo>
                    <a:pt x="612" y="4777"/>
                    <a:pt x="651" y="4781"/>
                    <a:pt x="690" y="4784"/>
                  </a:cubicBezTo>
                  <a:cubicBezTo>
                    <a:pt x="950" y="5358"/>
                    <a:pt x="2131" y="5586"/>
                    <a:pt x="3598" y="5868"/>
                  </a:cubicBezTo>
                  <a:lnTo>
                    <a:pt x="3862" y="5920"/>
                  </a:lnTo>
                  <a:lnTo>
                    <a:pt x="4361" y="7608"/>
                  </a:lnTo>
                  <a:lnTo>
                    <a:pt x="4097" y="8547"/>
                  </a:lnTo>
                  <a:cubicBezTo>
                    <a:pt x="4058" y="8681"/>
                    <a:pt x="4160" y="8814"/>
                    <a:pt x="4301" y="8814"/>
                  </a:cubicBezTo>
                  <a:lnTo>
                    <a:pt x="5205" y="8814"/>
                  </a:lnTo>
                  <a:cubicBezTo>
                    <a:pt x="5310" y="8814"/>
                    <a:pt x="5402" y="8733"/>
                    <a:pt x="5412" y="8628"/>
                  </a:cubicBezTo>
                  <a:lnTo>
                    <a:pt x="5613" y="6775"/>
                  </a:lnTo>
                  <a:cubicBezTo>
                    <a:pt x="5630" y="6617"/>
                    <a:pt x="5637" y="6455"/>
                    <a:pt x="5630" y="6297"/>
                  </a:cubicBezTo>
                  <a:lnTo>
                    <a:pt x="5630" y="6297"/>
                  </a:lnTo>
                  <a:cubicBezTo>
                    <a:pt x="6638" y="6515"/>
                    <a:pt x="7665" y="6624"/>
                    <a:pt x="8693" y="6624"/>
                  </a:cubicBezTo>
                  <a:cubicBezTo>
                    <a:pt x="8710" y="6624"/>
                    <a:pt x="8726" y="6624"/>
                    <a:pt x="8742" y="6624"/>
                  </a:cubicBezTo>
                  <a:cubicBezTo>
                    <a:pt x="9231" y="6624"/>
                    <a:pt x="9720" y="6602"/>
                    <a:pt x="10195" y="6553"/>
                  </a:cubicBezTo>
                  <a:cubicBezTo>
                    <a:pt x="10459" y="6522"/>
                    <a:pt x="10428" y="6134"/>
                    <a:pt x="10173" y="6134"/>
                  </a:cubicBezTo>
                  <a:cubicBezTo>
                    <a:pt x="10166" y="6134"/>
                    <a:pt x="10159" y="6134"/>
                    <a:pt x="10152" y="6135"/>
                  </a:cubicBezTo>
                  <a:cubicBezTo>
                    <a:pt x="9657" y="6183"/>
                    <a:pt x="9185" y="6203"/>
                    <a:pt x="8742" y="6203"/>
                  </a:cubicBezTo>
                  <a:cubicBezTo>
                    <a:pt x="7280" y="6203"/>
                    <a:pt x="6145" y="5986"/>
                    <a:pt x="5592" y="5853"/>
                  </a:cubicBezTo>
                  <a:cubicBezTo>
                    <a:pt x="5563" y="5678"/>
                    <a:pt x="5525" y="5505"/>
                    <a:pt x="5472" y="5337"/>
                  </a:cubicBezTo>
                  <a:lnTo>
                    <a:pt x="5367" y="4985"/>
                  </a:lnTo>
                  <a:cubicBezTo>
                    <a:pt x="5334" y="4882"/>
                    <a:pt x="5252" y="4837"/>
                    <a:pt x="5170" y="4837"/>
                  </a:cubicBezTo>
                  <a:cubicBezTo>
                    <a:pt x="5042" y="4837"/>
                    <a:pt x="4913" y="4945"/>
                    <a:pt x="4962" y="5108"/>
                  </a:cubicBezTo>
                  <a:lnTo>
                    <a:pt x="5068" y="5460"/>
                  </a:lnTo>
                  <a:cubicBezTo>
                    <a:pt x="5194" y="5871"/>
                    <a:pt x="5236" y="6304"/>
                    <a:pt x="5191" y="6729"/>
                  </a:cubicBezTo>
                  <a:lnTo>
                    <a:pt x="5011" y="8392"/>
                  </a:lnTo>
                  <a:lnTo>
                    <a:pt x="4575" y="8392"/>
                  </a:lnTo>
                  <a:lnTo>
                    <a:pt x="4783" y="7664"/>
                  </a:lnTo>
                  <a:cubicBezTo>
                    <a:pt x="4793" y="7626"/>
                    <a:pt x="4793" y="7584"/>
                    <a:pt x="4783" y="7545"/>
                  </a:cubicBezTo>
                  <a:lnTo>
                    <a:pt x="4231" y="5678"/>
                  </a:lnTo>
                  <a:cubicBezTo>
                    <a:pt x="4210" y="5600"/>
                    <a:pt x="4146" y="5544"/>
                    <a:pt x="4069" y="5530"/>
                  </a:cubicBezTo>
                  <a:lnTo>
                    <a:pt x="3675" y="5453"/>
                  </a:lnTo>
                  <a:cubicBezTo>
                    <a:pt x="2965" y="5315"/>
                    <a:pt x="2297" y="5185"/>
                    <a:pt x="1801" y="5027"/>
                  </a:cubicBezTo>
                  <a:cubicBezTo>
                    <a:pt x="1611" y="4971"/>
                    <a:pt x="1432" y="4893"/>
                    <a:pt x="1263" y="4791"/>
                  </a:cubicBezTo>
                  <a:cubicBezTo>
                    <a:pt x="1555" y="4763"/>
                    <a:pt x="1850" y="4675"/>
                    <a:pt x="2051" y="4464"/>
                  </a:cubicBezTo>
                  <a:cubicBezTo>
                    <a:pt x="2197" y="4310"/>
                    <a:pt x="2055" y="4105"/>
                    <a:pt x="1893" y="4105"/>
                  </a:cubicBezTo>
                  <a:cubicBezTo>
                    <a:pt x="1842" y="4105"/>
                    <a:pt x="1788" y="4126"/>
                    <a:pt x="1741" y="4176"/>
                  </a:cubicBezTo>
                  <a:cubicBezTo>
                    <a:pt x="1613" y="4310"/>
                    <a:pt x="1358" y="4381"/>
                    <a:pt x="1027" y="4381"/>
                  </a:cubicBezTo>
                  <a:cubicBezTo>
                    <a:pt x="905" y="4381"/>
                    <a:pt x="773" y="4372"/>
                    <a:pt x="633" y="4352"/>
                  </a:cubicBezTo>
                  <a:cubicBezTo>
                    <a:pt x="630" y="4348"/>
                    <a:pt x="626" y="4345"/>
                    <a:pt x="623" y="4341"/>
                  </a:cubicBezTo>
                  <a:lnTo>
                    <a:pt x="479" y="3751"/>
                  </a:lnTo>
                  <a:cubicBezTo>
                    <a:pt x="700" y="3649"/>
                    <a:pt x="911" y="3533"/>
                    <a:pt x="1115" y="3399"/>
                  </a:cubicBezTo>
                  <a:cubicBezTo>
                    <a:pt x="1643" y="3058"/>
                    <a:pt x="1980" y="2689"/>
                    <a:pt x="2114" y="2302"/>
                  </a:cubicBezTo>
                  <a:lnTo>
                    <a:pt x="2269" y="2246"/>
                  </a:lnTo>
                  <a:cubicBezTo>
                    <a:pt x="2286" y="2365"/>
                    <a:pt x="2325" y="2485"/>
                    <a:pt x="2378" y="2597"/>
                  </a:cubicBezTo>
                  <a:cubicBezTo>
                    <a:pt x="2416" y="2664"/>
                    <a:pt x="2487" y="2706"/>
                    <a:pt x="2564" y="2706"/>
                  </a:cubicBezTo>
                  <a:cubicBezTo>
                    <a:pt x="2726" y="2706"/>
                    <a:pt x="2828" y="2537"/>
                    <a:pt x="2750" y="2397"/>
                  </a:cubicBezTo>
                  <a:cubicBezTo>
                    <a:pt x="2740" y="2376"/>
                    <a:pt x="2518" y="1929"/>
                    <a:pt x="2814" y="1208"/>
                  </a:cubicBezTo>
                  <a:cubicBezTo>
                    <a:pt x="2982" y="1328"/>
                    <a:pt x="3253" y="1581"/>
                    <a:pt x="3506" y="2084"/>
                  </a:cubicBezTo>
                  <a:cubicBezTo>
                    <a:pt x="3542" y="2159"/>
                    <a:pt x="3618" y="2204"/>
                    <a:pt x="3698" y="2204"/>
                  </a:cubicBezTo>
                  <a:cubicBezTo>
                    <a:pt x="3729" y="2204"/>
                    <a:pt x="3761" y="2197"/>
                    <a:pt x="3791" y="2182"/>
                  </a:cubicBezTo>
                  <a:cubicBezTo>
                    <a:pt x="3897" y="2130"/>
                    <a:pt x="3939" y="1999"/>
                    <a:pt x="3883" y="1894"/>
                  </a:cubicBezTo>
                  <a:cubicBezTo>
                    <a:pt x="3865" y="1859"/>
                    <a:pt x="3847" y="1827"/>
                    <a:pt x="3830" y="1792"/>
                  </a:cubicBezTo>
                  <a:cubicBezTo>
                    <a:pt x="4428" y="1613"/>
                    <a:pt x="6063" y="1148"/>
                    <a:pt x="7832" y="966"/>
                  </a:cubicBezTo>
                  <a:cubicBezTo>
                    <a:pt x="8329" y="915"/>
                    <a:pt x="8799" y="890"/>
                    <a:pt x="9239" y="890"/>
                  </a:cubicBezTo>
                  <a:cubicBezTo>
                    <a:pt x="9941" y="890"/>
                    <a:pt x="10569" y="954"/>
                    <a:pt x="11116" y="1082"/>
                  </a:cubicBezTo>
                  <a:cubicBezTo>
                    <a:pt x="12199" y="1338"/>
                    <a:pt x="12959" y="1848"/>
                    <a:pt x="13377" y="2597"/>
                  </a:cubicBezTo>
                  <a:cubicBezTo>
                    <a:pt x="14140" y="3969"/>
                    <a:pt x="13289" y="5217"/>
                    <a:pt x="12892" y="5583"/>
                  </a:cubicBezTo>
                  <a:cubicBezTo>
                    <a:pt x="12797" y="5660"/>
                    <a:pt x="12786" y="5801"/>
                    <a:pt x="12871" y="5892"/>
                  </a:cubicBezTo>
                  <a:cubicBezTo>
                    <a:pt x="12912" y="5937"/>
                    <a:pt x="12968" y="5959"/>
                    <a:pt x="13023" y="5959"/>
                  </a:cubicBezTo>
                  <a:cubicBezTo>
                    <a:pt x="13081" y="5959"/>
                    <a:pt x="13139" y="5935"/>
                    <a:pt x="13180" y="5889"/>
                  </a:cubicBezTo>
                  <a:lnTo>
                    <a:pt x="13198" y="5875"/>
                  </a:lnTo>
                  <a:lnTo>
                    <a:pt x="13272" y="6033"/>
                  </a:lnTo>
                  <a:cubicBezTo>
                    <a:pt x="13317" y="6135"/>
                    <a:pt x="13328" y="6251"/>
                    <a:pt x="13296" y="6360"/>
                  </a:cubicBezTo>
                  <a:lnTo>
                    <a:pt x="12705" y="8382"/>
                  </a:lnTo>
                  <a:lnTo>
                    <a:pt x="12304" y="8382"/>
                  </a:lnTo>
                  <a:lnTo>
                    <a:pt x="12677" y="7840"/>
                  </a:lnTo>
                  <a:cubicBezTo>
                    <a:pt x="12709" y="7798"/>
                    <a:pt x="12723" y="7745"/>
                    <a:pt x="12712" y="7693"/>
                  </a:cubicBezTo>
                  <a:lnTo>
                    <a:pt x="12544" y="6539"/>
                  </a:lnTo>
                  <a:cubicBezTo>
                    <a:pt x="12537" y="6493"/>
                    <a:pt x="12515" y="6448"/>
                    <a:pt x="12480" y="6416"/>
                  </a:cubicBezTo>
                  <a:lnTo>
                    <a:pt x="11559" y="5540"/>
                  </a:lnTo>
                  <a:cubicBezTo>
                    <a:pt x="11512" y="5497"/>
                    <a:pt x="11462" y="5479"/>
                    <a:pt x="11414" y="5479"/>
                  </a:cubicBezTo>
                  <a:cubicBezTo>
                    <a:pt x="11247" y="5479"/>
                    <a:pt x="11109" y="5697"/>
                    <a:pt x="11267" y="5850"/>
                  </a:cubicBezTo>
                  <a:lnTo>
                    <a:pt x="11345" y="5924"/>
                  </a:lnTo>
                  <a:cubicBezTo>
                    <a:pt x="11243" y="5945"/>
                    <a:pt x="11141" y="5962"/>
                    <a:pt x="11039" y="5984"/>
                  </a:cubicBezTo>
                  <a:cubicBezTo>
                    <a:pt x="10771" y="6026"/>
                    <a:pt x="10823" y="6404"/>
                    <a:pt x="11063" y="6404"/>
                  </a:cubicBezTo>
                  <a:cubicBezTo>
                    <a:pt x="11078" y="6404"/>
                    <a:pt x="11095" y="6402"/>
                    <a:pt x="11112" y="6398"/>
                  </a:cubicBezTo>
                  <a:cubicBezTo>
                    <a:pt x="11316" y="6363"/>
                    <a:pt x="11517" y="6318"/>
                    <a:pt x="11714" y="6272"/>
                  </a:cubicBezTo>
                  <a:lnTo>
                    <a:pt x="12139" y="6673"/>
                  </a:lnTo>
                  <a:lnTo>
                    <a:pt x="12283" y="7671"/>
                  </a:lnTo>
                  <a:lnTo>
                    <a:pt x="11731" y="8473"/>
                  </a:lnTo>
                  <a:cubicBezTo>
                    <a:pt x="11633" y="8614"/>
                    <a:pt x="11735" y="8807"/>
                    <a:pt x="11907" y="8807"/>
                  </a:cubicBezTo>
                  <a:lnTo>
                    <a:pt x="12867" y="8807"/>
                  </a:lnTo>
                  <a:cubicBezTo>
                    <a:pt x="12959" y="8807"/>
                    <a:pt x="13043" y="8744"/>
                    <a:pt x="13068" y="8653"/>
                  </a:cubicBezTo>
                  <a:lnTo>
                    <a:pt x="13704" y="6479"/>
                  </a:lnTo>
                  <a:cubicBezTo>
                    <a:pt x="13764" y="6272"/>
                    <a:pt x="13750" y="6050"/>
                    <a:pt x="13658" y="5857"/>
                  </a:cubicBezTo>
                  <a:lnTo>
                    <a:pt x="13504" y="5523"/>
                  </a:lnTo>
                  <a:cubicBezTo>
                    <a:pt x="13715" y="5231"/>
                    <a:pt x="13876" y="4908"/>
                    <a:pt x="13985" y="4566"/>
                  </a:cubicBezTo>
                  <a:cubicBezTo>
                    <a:pt x="14214" y="3839"/>
                    <a:pt x="14126" y="3051"/>
                    <a:pt x="13750" y="2390"/>
                  </a:cubicBezTo>
                  <a:cubicBezTo>
                    <a:pt x="13602" y="2130"/>
                    <a:pt x="13419" y="1890"/>
                    <a:pt x="13205" y="1683"/>
                  </a:cubicBezTo>
                  <a:cubicBezTo>
                    <a:pt x="13321" y="1616"/>
                    <a:pt x="13437" y="1546"/>
                    <a:pt x="13546" y="1475"/>
                  </a:cubicBezTo>
                  <a:cubicBezTo>
                    <a:pt x="13729" y="1651"/>
                    <a:pt x="13929" y="1813"/>
                    <a:pt x="14140" y="1957"/>
                  </a:cubicBezTo>
                  <a:cubicBezTo>
                    <a:pt x="14178" y="1979"/>
                    <a:pt x="14216" y="1989"/>
                    <a:pt x="14250" y="1989"/>
                  </a:cubicBezTo>
                  <a:cubicBezTo>
                    <a:pt x="14439" y="1989"/>
                    <a:pt x="14552" y="1707"/>
                    <a:pt x="14344" y="1592"/>
                  </a:cubicBezTo>
                  <a:lnTo>
                    <a:pt x="14344" y="1592"/>
                  </a:lnTo>
                  <a:lnTo>
                    <a:pt x="14344" y="1599"/>
                  </a:lnTo>
                  <a:cubicBezTo>
                    <a:pt x="14186" y="1483"/>
                    <a:pt x="14031" y="1359"/>
                    <a:pt x="13890" y="1226"/>
                  </a:cubicBezTo>
                  <a:cubicBezTo>
                    <a:pt x="14056" y="1078"/>
                    <a:pt x="14158" y="944"/>
                    <a:pt x="14200" y="818"/>
                  </a:cubicBezTo>
                  <a:cubicBezTo>
                    <a:pt x="14277" y="589"/>
                    <a:pt x="14239" y="364"/>
                    <a:pt x="14087" y="203"/>
                  </a:cubicBezTo>
                  <a:cubicBezTo>
                    <a:pt x="13965" y="72"/>
                    <a:pt x="13797" y="1"/>
                    <a:pt x="13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84"/>
            <p:cNvSpPr/>
            <p:nvPr/>
          </p:nvSpPr>
          <p:spPr>
            <a:xfrm>
              <a:off x="4175270" y="2113737"/>
              <a:ext cx="14312" cy="11193"/>
            </a:xfrm>
            <a:custGeom>
              <a:rect b="b" l="l" r="r" t="t"/>
              <a:pathLst>
                <a:path extrusionOk="0" h="427" w="546">
                  <a:moveTo>
                    <a:pt x="331" y="1"/>
                  </a:moveTo>
                  <a:cubicBezTo>
                    <a:pt x="0" y="1"/>
                    <a:pt x="99" y="426"/>
                    <a:pt x="334" y="426"/>
                  </a:cubicBezTo>
                  <a:cubicBezTo>
                    <a:pt x="450" y="426"/>
                    <a:pt x="545" y="332"/>
                    <a:pt x="545" y="215"/>
                  </a:cubicBezTo>
                  <a:cubicBezTo>
                    <a:pt x="545" y="96"/>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5" name="Google Shape;16605;p84"/>
          <p:cNvGrpSpPr/>
          <p:nvPr/>
        </p:nvGrpSpPr>
        <p:grpSpPr>
          <a:xfrm>
            <a:off x="5768046" y="1979057"/>
            <a:ext cx="381549" cy="339059"/>
            <a:chOff x="5768046" y="1979057"/>
            <a:chExt cx="381549" cy="339059"/>
          </a:xfrm>
        </p:grpSpPr>
        <p:sp>
          <p:nvSpPr>
            <p:cNvPr id="16606" name="Google Shape;16606;p84"/>
            <p:cNvSpPr/>
            <p:nvPr/>
          </p:nvSpPr>
          <p:spPr>
            <a:xfrm>
              <a:off x="5791559" y="1984955"/>
              <a:ext cx="154418" cy="88991"/>
            </a:xfrm>
            <a:custGeom>
              <a:rect b="b" l="l" r="r" t="t"/>
              <a:pathLst>
                <a:path extrusionOk="0" h="3395" w="5891">
                  <a:moveTo>
                    <a:pt x="1731" y="0"/>
                  </a:moveTo>
                  <a:cubicBezTo>
                    <a:pt x="931" y="0"/>
                    <a:pt x="311" y="417"/>
                    <a:pt x="74" y="649"/>
                  </a:cubicBezTo>
                  <a:cubicBezTo>
                    <a:pt x="0" y="722"/>
                    <a:pt x="18" y="845"/>
                    <a:pt x="109" y="895"/>
                  </a:cubicBezTo>
                  <a:lnTo>
                    <a:pt x="672" y="1204"/>
                  </a:lnTo>
                  <a:lnTo>
                    <a:pt x="5890" y="3395"/>
                  </a:lnTo>
                  <a:cubicBezTo>
                    <a:pt x="5458" y="3089"/>
                    <a:pt x="4336" y="561"/>
                    <a:pt x="2272" y="65"/>
                  </a:cubicBezTo>
                  <a:cubicBezTo>
                    <a:pt x="2084" y="20"/>
                    <a:pt x="1903" y="0"/>
                    <a:pt x="173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84"/>
            <p:cNvSpPr/>
            <p:nvPr/>
          </p:nvSpPr>
          <p:spPr>
            <a:xfrm>
              <a:off x="5774232" y="2008939"/>
              <a:ext cx="326215" cy="303462"/>
            </a:xfrm>
            <a:custGeom>
              <a:rect b="b" l="l" r="r" t="t"/>
              <a:pathLst>
                <a:path extrusionOk="0" h="11577" w="12445">
                  <a:moveTo>
                    <a:pt x="2628" y="0"/>
                  </a:moveTo>
                  <a:cubicBezTo>
                    <a:pt x="2547" y="0"/>
                    <a:pt x="2465" y="5"/>
                    <a:pt x="2384" y="15"/>
                  </a:cubicBezTo>
                  <a:lnTo>
                    <a:pt x="1955" y="68"/>
                  </a:lnTo>
                  <a:cubicBezTo>
                    <a:pt x="1783" y="89"/>
                    <a:pt x="1618" y="145"/>
                    <a:pt x="1474" y="240"/>
                  </a:cubicBezTo>
                  <a:cubicBezTo>
                    <a:pt x="1336" y="324"/>
                    <a:pt x="1231" y="458"/>
                    <a:pt x="1178" y="609"/>
                  </a:cubicBezTo>
                  <a:lnTo>
                    <a:pt x="1073" y="915"/>
                  </a:lnTo>
                  <a:cubicBezTo>
                    <a:pt x="1048" y="989"/>
                    <a:pt x="1009" y="1059"/>
                    <a:pt x="960" y="1119"/>
                  </a:cubicBezTo>
                  <a:lnTo>
                    <a:pt x="71" y="2216"/>
                  </a:lnTo>
                  <a:cubicBezTo>
                    <a:pt x="0" y="2304"/>
                    <a:pt x="7" y="2434"/>
                    <a:pt x="88" y="2519"/>
                  </a:cubicBezTo>
                  <a:lnTo>
                    <a:pt x="299" y="2680"/>
                  </a:lnTo>
                  <a:cubicBezTo>
                    <a:pt x="387" y="2768"/>
                    <a:pt x="501" y="2813"/>
                    <a:pt x="619" y="2813"/>
                  </a:cubicBezTo>
                  <a:cubicBezTo>
                    <a:pt x="680" y="2813"/>
                    <a:pt x="743" y="2801"/>
                    <a:pt x="802" y="2775"/>
                  </a:cubicBezTo>
                  <a:lnTo>
                    <a:pt x="2437" y="2033"/>
                  </a:lnTo>
                  <a:cubicBezTo>
                    <a:pt x="2454" y="2026"/>
                    <a:pt x="2471" y="2022"/>
                    <a:pt x="2489" y="2022"/>
                  </a:cubicBezTo>
                  <a:cubicBezTo>
                    <a:pt x="2538" y="2022"/>
                    <a:pt x="2587" y="2050"/>
                    <a:pt x="2613" y="2097"/>
                  </a:cubicBezTo>
                  <a:lnTo>
                    <a:pt x="4269" y="5469"/>
                  </a:lnTo>
                  <a:lnTo>
                    <a:pt x="4723" y="10786"/>
                  </a:lnTo>
                  <a:lnTo>
                    <a:pt x="4297" y="11383"/>
                  </a:lnTo>
                  <a:cubicBezTo>
                    <a:pt x="4238" y="11464"/>
                    <a:pt x="4297" y="11577"/>
                    <a:pt x="4396" y="11577"/>
                  </a:cubicBezTo>
                  <a:lnTo>
                    <a:pt x="4948" y="11577"/>
                  </a:lnTo>
                  <a:cubicBezTo>
                    <a:pt x="5011" y="11577"/>
                    <a:pt x="5067" y="11528"/>
                    <a:pt x="5071" y="11464"/>
                  </a:cubicBezTo>
                  <a:lnTo>
                    <a:pt x="5222" y="9077"/>
                  </a:lnTo>
                  <a:cubicBezTo>
                    <a:pt x="5268" y="8366"/>
                    <a:pt x="5338" y="7663"/>
                    <a:pt x="5440" y="6960"/>
                  </a:cubicBezTo>
                  <a:lnTo>
                    <a:pt x="5542" y="6281"/>
                  </a:lnTo>
                  <a:cubicBezTo>
                    <a:pt x="5961" y="6427"/>
                    <a:pt x="6364" y="6487"/>
                    <a:pt x="6745" y="6487"/>
                  </a:cubicBezTo>
                  <a:cubicBezTo>
                    <a:pt x="8053" y="6487"/>
                    <a:pt x="9084" y="5779"/>
                    <a:pt x="9512" y="5430"/>
                  </a:cubicBezTo>
                  <a:cubicBezTo>
                    <a:pt x="9836" y="6204"/>
                    <a:pt x="10504" y="7526"/>
                    <a:pt x="11654" y="8521"/>
                  </a:cubicBezTo>
                  <a:lnTo>
                    <a:pt x="12019" y="10751"/>
                  </a:lnTo>
                  <a:lnTo>
                    <a:pt x="11647" y="11394"/>
                  </a:lnTo>
                  <a:cubicBezTo>
                    <a:pt x="11601" y="11475"/>
                    <a:pt x="11657" y="11577"/>
                    <a:pt x="11752" y="11577"/>
                  </a:cubicBezTo>
                  <a:lnTo>
                    <a:pt x="12322" y="11577"/>
                  </a:lnTo>
                  <a:cubicBezTo>
                    <a:pt x="12389" y="11577"/>
                    <a:pt x="12445" y="11524"/>
                    <a:pt x="12445" y="11454"/>
                  </a:cubicBezTo>
                  <a:lnTo>
                    <a:pt x="12445" y="8205"/>
                  </a:lnTo>
                  <a:cubicBezTo>
                    <a:pt x="12441" y="8060"/>
                    <a:pt x="12371" y="7923"/>
                    <a:pt x="12255" y="7839"/>
                  </a:cubicBezTo>
                  <a:cubicBezTo>
                    <a:pt x="11552" y="7294"/>
                    <a:pt x="11622" y="6017"/>
                    <a:pt x="11995" y="5244"/>
                  </a:cubicBezTo>
                  <a:cubicBezTo>
                    <a:pt x="12410" y="4375"/>
                    <a:pt x="12371" y="3282"/>
                    <a:pt x="11770" y="2754"/>
                  </a:cubicBezTo>
                  <a:cubicBezTo>
                    <a:pt x="11397" y="2429"/>
                    <a:pt x="10899" y="2246"/>
                    <a:pt x="10210" y="2246"/>
                  </a:cubicBezTo>
                  <a:cubicBezTo>
                    <a:pt x="9761" y="2246"/>
                    <a:pt x="9231" y="2324"/>
                    <a:pt x="8601" y="2490"/>
                  </a:cubicBezTo>
                  <a:cubicBezTo>
                    <a:pt x="7974" y="2656"/>
                    <a:pt x="7549" y="2724"/>
                    <a:pt x="7246" y="2724"/>
                  </a:cubicBezTo>
                  <a:cubicBezTo>
                    <a:pt x="6584" y="2724"/>
                    <a:pt x="6503" y="2396"/>
                    <a:pt x="6150" y="2037"/>
                  </a:cubicBezTo>
                  <a:cubicBezTo>
                    <a:pt x="5356" y="1228"/>
                    <a:pt x="4167" y="402"/>
                    <a:pt x="3249" y="99"/>
                  </a:cubicBezTo>
                  <a:cubicBezTo>
                    <a:pt x="3049" y="33"/>
                    <a:pt x="2839" y="0"/>
                    <a:pt x="262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84"/>
            <p:cNvSpPr/>
            <p:nvPr/>
          </p:nvSpPr>
          <p:spPr>
            <a:xfrm>
              <a:off x="5812214" y="1991665"/>
              <a:ext cx="35046" cy="27916"/>
            </a:xfrm>
            <a:custGeom>
              <a:rect b="b" l="l" r="r" t="t"/>
              <a:pathLst>
                <a:path extrusionOk="0" h="1065" w="1337">
                  <a:moveTo>
                    <a:pt x="158" y="1"/>
                  </a:moveTo>
                  <a:cubicBezTo>
                    <a:pt x="69" y="1"/>
                    <a:pt x="1" y="91"/>
                    <a:pt x="35" y="182"/>
                  </a:cubicBezTo>
                  <a:lnTo>
                    <a:pt x="302" y="952"/>
                  </a:lnTo>
                  <a:cubicBezTo>
                    <a:pt x="327" y="1018"/>
                    <a:pt x="393" y="1064"/>
                    <a:pt x="462" y="1064"/>
                  </a:cubicBezTo>
                  <a:cubicBezTo>
                    <a:pt x="474" y="1064"/>
                    <a:pt x="485" y="1063"/>
                    <a:pt x="496" y="1061"/>
                  </a:cubicBezTo>
                  <a:lnTo>
                    <a:pt x="1199" y="906"/>
                  </a:lnTo>
                  <a:cubicBezTo>
                    <a:pt x="1298" y="885"/>
                    <a:pt x="1336" y="772"/>
                    <a:pt x="1276" y="695"/>
                  </a:cubicBezTo>
                  <a:cubicBezTo>
                    <a:pt x="1006" y="347"/>
                    <a:pt x="622" y="104"/>
                    <a:pt x="193" y="6"/>
                  </a:cubicBezTo>
                  <a:cubicBezTo>
                    <a:pt x="181" y="2"/>
                    <a:pt x="169" y="1"/>
                    <a:pt x="158"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84"/>
            <p:cNvSpPr/>
            <p:nvPr/>
          </p:nvSpPr>
          <p:spPr>
            <a:xfrm>
              <a:off x="5838007" y="2043278"/>
              <a:ext cx="48231" cy="109018"/>
            </a:xfrm>
            <a:custGeom>
              <a:rect b="b" l="l" r="r" t="t"/>
              <a:pathLst>
                <a:path extrusionOk="0" h="4159" w="1840">
                  <a:moveTo>
                    <a:pt x="1" y="723"/>
                  </a:moveTo>
                  <a:cubicBezTo>
                    <a:pt x="1" y="723"/>
                    <a:pt x="1" y="723"/>
                    <a:pt x="1" y="723"/>
                  </a:cubicBezTo>
                  <a:cubicBezTo>
                    <a:pt x="1" y="723"/>
                    <a:pt x="1" y="723"/>
                    <a:pt x="1" y="723"/>
                  </a:cubicBezTo>
                  <a:close/>
                  <a:moveTo>
                    <a:pt x="795" y="0"/>
                  </a:moveTo>
                  <a:cubicBezTo>
                    <a:pt x="695" y="0"/>
                    <a:pt x="600" y="58"/>
                    <a:pt x="556" y="154"/>
                  </a:cubicBezTo>
                  <a:cubicBezTo>
                    <a:pt x="437" y="396"/>
                    <a:pt x="244" y="596"/>
                    <a:pt x="1" y="723"/>
                  </a:cubicBezTo>
                  <a:lnTo>
                    <a:pt x="1" y="723"/>
                  </a:lnTo>
                  <a:cubicBezTo>
                    <a:pt x="20" y="713"/>
                    <a:pt x="40" y="709"/>
                    <a:pt x="59" y="709"/>
                  </a:cubicBezTo>
                  <a:cubicBezTo>
                    <a:pt x="109" y="709"/>
                    <a:pt x="157" y="739"/>
                    <a:pt x="180" y="787"/>
                  </a:cubicBezTo>
                  <a:lnTo>
                    <a:pt x="1840" y="4159"/>
                  </a:lnTo>
                  <a:cubicBezTo>
                    <a:pt x="1734" y="2932"/>
                    <a:pt x="1189" y="741"/>
                    <a:pt x="1052" y="199"/>
                  </a:cubicBezTo>
                  <a:cubicBezTo>
                    <a:pt x="1031" y="118"/>
                    <a:pt x="975" y="55"/>
                    <a:pt x="901" y="24"/>
                  </a:cubicBezTo>
                  <a:cubicBezTo>
                    <a:pt x="866" y="8"/>
                    <a:pt x="830" y="0"/>
                    <a:pt x="795"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84"/>
            <p:cNvSpPr/>
            <p:nvPr/>
          </p:nvSpPr>
          <p:spPr>
            <a:xfrm>
              <a:off x="5919580" y="2144301"/>
              <a:ext cx="104090" cy="34679"/>
            </a:xfrm>
            <a:custGeom>
              <a:rect b="b" l="l" r="r" t="t"/>
              <a:pathLst>
                <a:path extrusionOk="0" h="1323" w="3971">
                  <a:moveTo>
                    <a:pt x="3635" y="1"/>
                  </a:moveTo>
                  <a:cubicBezTo>
                    <a:pt x="3591" y="1"/>
                    <a:pt x="3546" y="9"/>
                    <a:pt x="3503" y="27"/>
                  </a:cubicBezTo>
                  <a:cubicBezTo>
                    <a:pt x="2706" y="362"/>
                    <a:pt x="2001" y="461"/>
                    <a:pt x="1446" y="461"/>
                  </a:cubicBezTo>
                  <a:cubicBezTo>
                    <a:pt x="1102" y="461"/>
                    <a:pt x="815" y="423"/>
                    <a:pt x="598" y="379"/>
                  </a:cubicBezTo>
                  <a:cubicBezTo>
                    <a:pt x="569" y="373"/>
                    <a:pt x="539" y="370"/>
                    <a:pt x="510" y="370"/>
                  </a:cubicBezTo>
                  <a:cubicBezTo>
                    <a:pt x="294" y="370"/>
                    <a:pt x="101" y="525"/>
                    <a:pt x="64" y="748"/>
                  </a:cubicBezTo>
                  <a:lnTo>
                    <a:pt x="1" y="1117"/>
                  </a:lnTo>
                  <a:cubicBezTo>
                    <a:pt x="420" y="1263"/>
                    <a:pt x="825" y="1323"/>
                    <a:pt x="1205" y="1323"/>
                  </a:cubicBezTo>
                  <a:cubicBezTo>
                    <a:pt x="2513" y="1323"/>
                    <a:pt x="3543" y="617"/>
                    <a:pt x="3971" y="266"/>
                  </a:cubicBezTo>
                  <a:lnTo>
                    <a:pt x="3964" y="245"/>
                  </a:lnTo>
                  <a:cubicBezTo>
                    <a:pt x="3918" y="94"/>
                    <a:pt x="3781" y="1"/>
                    <a:pt x="363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84"/>
            <p:cNvSpPr/>
            <p:nvPr/>
          </p:nvSpPr>
          <p:spPr>
            <a:xfrm>
              <a:off x="5774232" y="2048389"/>
              <a:ext cx="42228" cy="34312"/>
            </a:xfrm>
            <a:custGeom>
              <a:rect b="b" l="l" r="r" t="t"/>
              <a:pathLst>
                <a:path extrusionOk="0" h="1309" w="1611">
                  <a:moveTo>
                    <a:pt x="644" y="1"/>
                  </a:moveTo>
                  <a:lnTo>
                    <a:pt x="74" y="708"/>
                  </a:lnTo>
                  <a:cubicBezTo>
                    <a:pt x="0" y="799"/>
                    <a:pt x="7" y="929"/>
                    <a:pt x="88" y="1014"/>
                  </a:cubicBezTo>
                  <a:lnTo>
                    <a:pt x="299" y="1175"/>
                  </a:lnTo>
                  <a:cubicBezTo>
                    <a:pt x="387" y="1263"/>
                    <a:pt x="501" y="1308"/>
                    <a:pt x="619" y="1308"/>
                  </a:cubicBezTo>
                  <a:cubicBezTo>
                    <a:pt x="680" y="1308"/>
                    <a:pt x="743" y="1296"/>
                    <a:pt x="802" y="1270"/>
                  </a:cubicBezTo>
                  <a:lnTo>
                    <a:pt x="1611" y="901"/>
                  </a:lnTo>
                  <a:cubicBezTo>
                    <a:pt x="1375" y="416"/>
                    <a:pt x="967" y="145"/>
                    <a:pt x="644"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84"/>
            <p:cNvSpPr/>
            <p:nvPr/>
          </p:nvSpPr>
          <p:spPr>
            <a:xfrm>
              <a:off x="6088625" y="2085768"/>
              <a:ext cx="53500" cy="131692"/>
            </a:xfrm>
            <a:custGeom>
              <a:rect b="b" l="l" r="r" t="t"/>
              <a:pathLst>
                <a:path extrusionOk="0" h="5024" w="2041">
                  <a:moveTo>
                    <a:pt x="411" y="1"/>
                  </a:moveTo>
                  <a:cubicBezTo>
                    <a:pt x="284" y="1"/>
                    <a:pt x="147" y="16"/>
                    <a:pt x="1" y="48"/>
                  </a:cubicBezTo>
                  <a:lnTo>
                    <a:pt x="170" y="196"/>
                  </a:lnTo>
                  <a:cubicBezTo>
                    <a:pt x="1397" y="273"/>
                    <a:pt x="1116" y="2538"/>
                    <a:pt x="943" y="3610"/>
                  </a:cubicBezTo>
                  <a:cubicBezTo>
                    <a:pt x="796" y="4563"/>
                    <a:pt x="1414" y="5024"/>
                    <a:pt x="2040" y="5024"/>
                  </a:cubicBezTo>
                  <a:lnTo>
                    <a:pt x="2040" y="5024"/>
                  </a:lnTo>
                  <a:cubicBezTo>
                    <a:pt x="2032" y="5020"/>
                    <a:pt x="1581" y="4646"/>
                    <a:pt x="1727" y="3399"/>
                  </a:cubicBezTo>
                  <a:cubicBezTo>
                    <a:pt x="1969" y="1354"/>
                    <a:pt x="1596" y="1"/>
                    <a:pt x="411" y="1"/>
                  </a:cubicBezTo>
                  <a:close/>
                  <a:moveTo>
                    <a:pt x="2040" y="5024"/>
                  </a:moveTo>
                  <a:cubicBezTo>
                    <a:pt x="2040" y="5024"/>
                    <a:pt x="2040" y="5024"/>
                    <a:pt x="2040" y="5024"/>
                  </a:cubicBezTo>
                  <a:cubicBezTo>
                    <a:pt x="2040" y="5024"/>
                    <a:pt x="2040" y="5024"/>
                    <a:pt x="2040" y="5024"/>
                  </a:cubicBezTo>
                  <a:cubicBezTo>
                    <a:pt x="2040" y="5024"/>
                    <a:pt x="2040" y="5024"/>
                    <a:pt x="2040" y="5024"/>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84"/>
            <p:cNvSpPr/>
            <p:nvPr/>
          </p:nvSpPr>
          <p:spPr>
            <a:xfrm>
              <a:off x="5814416" y="2031718"/>
              <a:ext cx="14312" cy="11167"/>
            </a:xfrm>
            <a:custGeom>
              <a:rect b="b" l="l" r="r" t="t"/>
              <a:pathLst>
                <a:path extrusionOk="0" h="426" w="546">
                  <a:moveTo>
                    <a:pt x="331" y="0"/>
                  </a:moveTo>
                  <a:cubicBezTo>
                    <a:pt x="0" y="4"/>
                    <a:pt x="99" y="426"/>
                    <a:pt x="334" y="426"/>
                  </a:cubicBezTo>
                  <a:cubicBezTo>
                    <a:pt x="450" y="426"/>
                    <a:pt x="545" y="331"/>
                    <a:pt x="545" y="215"/>
                  </a:cubicBezTo>
                  <a:cubicBezTo>
                    <a:pt x="545" y="99"/>
                    <a:pt x="450" y="4"/>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84"/>
            <p:cNvSpPr/>
            <p:nvPr/>
          </p:nvSpPr>
          <p:spPr>
            <a:xfrm>
              <a:off x="5768046" y="1979057"/>
              <a:ext cx="381549" cy="339059"/>
            </a:xfrm>
            <a:custGeom>
              <a:rect b="b" l="l" r="r" t="t"/>
              <a:pathLst>
                <a:path extrusionOk="0" h="12935" w="14556">
                  <a:moveTo>
                    <a:pt x="1523" y="736"/>
                  </a:moveTo>
                  <a:lnTo>
                    <a:pt x="1674" y="1148"/>
                  </a:lnTo>
                  <a:lnTo>
                    <a:pt x="1576" y="1211"/>
                  </a:lnTo>
                  <a:cubicBezTo>
                    <a:pt x="1565" y="1218"/>
                    <a:pt x="1558" y="1225"/>
                    <a:pt x="1551" y="1229"/>
                  </a:cubicBezTo>
                  <a:lnTo>
                    <a:pt x="1157" y="1011"/>
                  </a:lnTo>
                  <a:cubicBezTo>
                    <a:pt x="1270" y="905"/>
                    <a:pt x="1393" y="814"/>
                    <a:pt x="1523" y="736"/>
                  </a:cubicBezTo>
                  <a:close/>
                  <a:moveTo>
                    <a:pt x="13106" y="4386"/>
                  </a:moveTo>
                  <a:lnTo>
                    <a:pt x="13106" y="4386"/>
                  </a:lnTo>
                  <a:cubicBezTo>
                    <a:pt x="13173" y="4422"/>
                    <a:pt x="13233" y="4464"/>
                    <a:pt x="13289" y="4513"/>
                  </a:cubicBezTo>
                  <a:cubicBezTo>
                    <a:pt x="13760" y="4939"/>
                    <a:pt x="13922" y="5979"/>
                    <a:pt x="13746" y="7446"/>
                  </a:cubicBezTo>
                  <a:cubicBezTo>
                    <a:pt x="13673" y="8079"/>
                    <a:pt x="13743" y="8511"/>
                    <a:pt x="13845" y="8793"/>
                  </a:cubicBezTo>
                  <a:cubicBezTo>
                    <a:pt x="13739" y="8743"/>
                    <a:pt x="13644" y="8673"/>
                    <a:pt x="13571" y="8585"/>
                  </a:cubicBezTo>
                  <a:cubicBezTo>
                    <a:pt x="13391" y="8378"/>
                    <a:pt x="13328" y="8075"/>
                    <a:pt x="13384" y="7717"/>
                  </a:cubicBezTo>
                  <a:cubicBezTo>
                    <a:pt x="13553" y="6644"/>
                    <a:pt x="13711" y="5139"/>
                    <a:pt x="13149" y="4436"/>
                  </a:cubicBezTo>
                  <a:cubicBezTo>
                    <a:pt x="13135" y="4418"/>
                    <a:pt x="13120" y="4401"/>
                    <a:pt x="13106" y="4386"/>
                  </a:cubicBezTo>
                  <a:close/>
                  <a:moveTo>
                    <a:pt x="5131" y="12052"/>
                  </a:moveTo>
                  <a:lnTo>
                    <a:pt x="5103" y="12506"/>
                  </a:lnTo>
                  <a:lnTo>
                    <a:pt x="4808" y="12506"/>
                  </a:lnTo>
                  <a:lnTo>
                    <a:pt x="5131" y="12052"/>
                  </a:lnTo>
                  <a:close/>
                  <a:moveTo>
                    <a:pt x="2611" y="423"/>
                  </a:moveTo>
                  <a:cubicBezTo>
                    <a:pt x="2741" y="423"/>
                    <a:pt x="2871" y="435"/>
                    <a:pt x="3000" y="459"/>
                  </a:cubicBezTo>
                  <a:cubicBezTo>
                    <a:pt x="3760" y="596"/>
                    <a:pt x="4459" y="1151"/>
                    <a:pt x="5047" y="1774"/>
                  </a:cubicBezTo>
                  <a:cubicBezTo>
                    <a:pt x="4723" y="1556"/>
                    <a:pt x="4382" y="1369"/>
                    <a:pt x="4023" y="1211"/>
                  </a:cubicBezTo>
                  <a:cubicBezTo>
                    <a:pt x="3990" y="1196"/>
                    <a:pt x="3958" y="1189"/>
                    <a:pt x="3928" y="1189"/>
                  </a:cubicBezTo>
                  <a:cubicBezTo>
                    <a:pt x="3723" y="1189"/>
                    <a:pt x="3621" y="1506"/>
                    <a:pt x="3855" y="1601"/>
                  </a:cubicBezTo>
                  <a:cubicBezTo>
                    <a:pt x="4839" y="2023"/>
                    <a:pt x="5694" y="2772"/>
                    <a:pt x="6232" y="3321"/>
                  </a:cubicBezTo>
                  <a:cubicBezTo>
                    <a:pt x="6306" y="3395"/>
                    <a:pt x="6365" y="3469"/>
                    <a:pt x="6425" y="3543"/>
                  </a:cubicBezTo>
                  <a:cubicBezTo>
                    <a:pt x="6684" y="3854"/>
                    <a:pt x="6905" y="4070"/>
                    <a:pt x="7475" y="4070"/>
                  </a:cubicBezTo>
                  <a:cubicBezTo>
                    <a:pt x="7805" y="4070"/>
                    <a:pt x="8250" y="3998"/>
                    <a:pt x="8887" y="3831"/>
                  </a:cubicBezTo>
                  <a:cubicBezTo>
                    <a:pt x="9485" y="3673"/>
                    <a:pt x="9999" y="3594"/>
                    <a:pt x="10438" y="3594"/>
                  </a:cubicBezTo>
                  <a:cubicBezTo>
                    <a:pt x="11047" y="3594"/>
                    <a:pt x="11512" y="3746"/>
                    <a:pt x="11862" y="4052"/>
                  </a:cubicBezTo>
                  <a:cubicBezTo>
                    <a:pt x="12368" y="4488"/>
                    <a:pt x="12442" y="5452"/>
                    <a:pt x="12041" y="6289"/>
                  </a:cubicBezTo>
                  <a:cubicBezTo>
                    <a:pt x="11809" y="6795"/>
                    <a:pt x="11710" y="7351"/>
                    <a:pt x="11756" y="7906"/>
                  </a:cubicBezTo>
                  <a:cubicBezTo>
                    <a:pt x="11816" y="8504"/>
                    <a:pt x="12069" y="8965"/>
                    <a:pt x="12473" y="9218"/>
                  </a:cubicBezTo>
                  <a:lnTo>
                    <a:pt x="12473" y="12506"/>
                  </a:lnTo>
                  <a:lnTo>
                    <a:pt x="12150" y="12506"/>
                  </a:lnTo>
                  <a:lnTo>
                    <a:pt x="12445" y="11996"/>
                  </a:lnTo>
                  <a:cubicBezTo>
                    <a:pt x="12470" y="11954"/>
                    <a:pt x="12477" y="11905"/>
                    <a:pt x="12470" y="11855"/>
                  </a:cubicBezTo>
                  <a:lnTo>
                    <a:pt x="12104" y="9629"/>
                  </a:lnTo>
                  <a:cubicBezTo>
                    <a:pt x="12094" y="9580"/>
                    <a:pt x="12069" y="9535"/>
                    <a:pt x="12034" y="9503"/>
                  </a:cubicBezTo>
                  <a:cubicBezTo>
                    <a:pt x="10378" y="8065"/>
                    <a:pt x="9727" y="5891"/>
                    <a:pt x="9720" y="5870"/>
                  </a:cubicBezTo>
                  <a:cubicBezTo>
                    <a:pt x="9689" y="5763"/>
                    <a:pt x="9606" y="5716"/>
                    <a:pt x="9523" y="5716"/>
                  </a:cubicBezTo>
                  <a:cubicBezTo>
                    <a:pt x="9396" y="5716"/>
                    <a:pt x="9267" y="5823"/>
                    <a:pt x="9316" y="5986"/>
                  </a:cubicBezTo>
                  <a:cubicBezTo>
                    <a:pt x="9323" y="6015"/>
                    <a:pt x="9379" y="6201"/>
                    <a:pt x="9491" y="6496"/>
                  </a:cubicBezTo>
                  <a:cubicBezTo>
                    <a:pt x="9182" y="6749"/>
                    <a:pt x="8837" y="6964"/>
                    <a:pt x="8468" y="7129"/>
                  </a:cubicBezTo>
                  <a:cubicBezTo>
                    <a:pt x="7961" y="7359"/>
                    <a:pt x="7459" y="7474"/>
                    <a:pt x="6971" y="7474"/>
                  </a:cubicBezTo>
                  <a:cubicBezTo>
                    <a:pt x="6643" y="7474"/>
                    <a:pt x="6321" y="7422"/>
                    <a:pt x="6007" y="7319"/>
                  </a:cubicBezTo>
                  <a:lnTo>
                    <a:pt x="6102" y="6669"/>
                  </a:lnTo>
                  <a:cubicBezTo>
                    <a:pt x="6125" y="6513"/>
                    <a:pt x="6007" y="6425"/>
                    <a:pt x="5890" y="6425"/>
                  </a:cubicBezTo>
                  <a:cubicBezTo>
                    <a:pt x="5795" y="6425"/>
                    <a:pt x="5702" y="6482"/>
                    <a:pt x="5683" y="6605"/>
                  </a:cubicBezTo>
                  <a:lnTo>
                    <a:pt x="5469" y="8072"/>
                  </a:lnTo>
                  <a:cubicBezTo>
                    <a:pt x="5367" y="8775"/>
                    <a:pt x="5293" y="9492"/>
                    <a:pt x="5247" y="10203"/>
                  </a:cubicBezTo>
                  <a:lnTo>
                    <a:pt x="5152" y="11697"/>
                  </a:lnTo>
                  <a:lnTo>
                    <a:pt x="4720" y="6591"/>
                  </a:lnTo>
                  <a:cubicBezTo>
                    <a:pt x="4716" y="6563"/>
                    <a:pt x="4709" y="6539"/>
                    <a:pt x="4699" y="6514"/>
                  </a:cubicBezTo>
                  <a:lnTo>
                    <a:pt x="3025" y="3110"/>
                  </a:lnTo>
                  <a:cubicBezTo>
                    <a:pt x="3063" y="3057"/>
                    <a:pt x="3092" y="3001"/>
                    <a:pt x="3113" y="2938"/>
                  </a:cubicBezTo>
                  <a:lnTo>
                    <a:pt x="3274" y="2449"/>
                  </a:lnTo>
                  <a:cubicBezTo>
                    <a:pt x="3320" y="2288"/>
                    <a:pt x="3193" y="2180"/>
                    <a:pt x="3067" y="2180"/>
                  </a:cubicBezTo>
                  <a:cubicBezTo>
                    <a:pt x="2988" y="2180"/>
                    <a:pt x="2910" y="2222"/>
                    <a:pt x="2874" y="2319"/>
                  </a:cubicBezTo>
                  <a:lnTo>
                    <a:pt x="2712" y="2808"/>
                  </a:lnTo>
                  <a:cubicBezTo>
                    <a:pt x="2691" y="2871"/>
                    <a:pt x="2641" y="2924"/>
                    <a:pt x="2578" y="2952"/>
                  </a:cubicBezTo>
                  <a:lnTo>
                    <a:pt x="2575" y="2952"/>
                  </a:lnTo>
                  <a:lnTo>
                    <a:pt x="950" y="3722"/>
                  </a:lnTo>
                  <a:cubicBezTo>
                    <a:pt x="919" y="3735"/>
                    <a:pt x="887" y="3741"/>
                    <a:pt x="855" y="3741"/>
                  </a:cubicBezTo>
                  <a:cubicBezTo>
                    <a:pt x="792" y="3741"/>
                    <a:pt x="729" y="3717"/>
                    <a:pt x="683" y="3673"/>
                  </a:cubicBezTo>
                  <a:cubicBezTo>
                    <a:pt x="676" y="3666"/>
                    <a:pt x="669" y="3659"/>
                    <a:pt x="662" y="3655"/>
                  </a:cubicBezTo>
                  <a:lnTo>
                    <a:pt x="468" y="3504"/>
                  </a:lnTo>
                  <a:cubicBezTo>
                    <a:pt x="465" y="3497"/>
                    <a:pt x="468" y="3490"/>
                    <a:pt x="472" y="3486"/>
                  </a:cubicBezTo>
                  <a:lnTo>
                    <a:pt x="1358" y="2389"/>
                  </a:lnTo>
                  <a:cubicBezTo>
                    <a:pt x="1421" y="2312"/>
                    <a:pt x="1474" y="2220"/>
                    <a:pt x="1506" y="2122"/>
                  </a:cubicBezTo>
                  <a:lnTo>
                    <a:pt x="1618" y="1802"/>
                  </a:lnTo>
                  <a:cubicBezTo>
                    <a:pt x="1653" y="1707"/>
                    <a:pt x="1717" y="1623"/>
                    <a:pt x="1805" y="1566"/>
                  </a:cubicBezTo>
                  <a:lnTo>
                    <a:pt x="1822" y="1552"/>
                  </a:lnTo>
                  <a:cubicBezTo>
                    <a:pt x="1859" y="1648"/>
                    <a:pt x="1935" y="1689"/>
                    <a:pt x="2012" y="1689"/>
                  </a:cubicBezTo>
                  <a:cubicBezTo>
                    <a:pt x="2146" y="1689"/>
                    <a:pt x="2281" y="1566"/>
                    <a:pt x="2216" y="1401"/>
                  </a:cubicBezTo>
                  <a:lnTo>
                    <a:pt x="1973" y="736"/>
                  </a:lnTo>
                  <a:lnTo>
                    <a:pt x="1973" y="736"/>
                  </a:lnTo>
                  <a:cubicBezTo>
                    <a:pt x="2276" y="842"/>
                    <a:pt x="2543" y="1018"/>
                    <a:pt x="2761" y="1253"/>
                  </a:cubicBezTo>
                  <a:cubicBezTo>
                    <a:pt x="2800" y="1299"/>
                    <a:pt x="2852" y="1327"/>
                    <a:pt x="2916" y="1331"/>
                  </a:cubicBezTo>
                  <a:cubicBezTo>
                    <a:pt x="2965" y="1334"/>
                    <a:pt x="3014" y="1341"/>
                    <a:pt x="3067" y="1352"/>
                  </a:cubicBezTo>
                  <a:cubicBezTo>
                    <a:pt x="3078" y="1353"/>
                    <a:pt x="3089" y="1354"/>
                    <a:pt x="3100" y="1354"/>
                  </a:cubicBezTo>
                  <a:cubicBezTo>
                    <a:pt x="3201" y="1354"/>
                    <a:pt x="3294" y="1284"/>
                    <a:pt x="3310" y="1179"/>
                  </a:cubicBezTo>
                  <a:cubicBezTo>
                    <a:pt x="3331" y="1063"/>
                    <a:pt x="3257" y="954"/>
                    <a:pt x="3141" y="933"/>
                  </a:cubicBezTo>
                  <a:cubicBezTo>
                    <a:pt x="3095" y="926"/>
                    <a:pt x="3056" y="919"/>
                    <a:pt x="3025" y="916"/>
                  </a:cubicBezTo>
                  <a:cubicBezTo>
                    <a:pt x="2831" y="719"/>
                    <a:pt x="2610" y="557"/>
                    <a:pt x="2364" y="437"/>
                  </a:cubicBezTo>
                  <a:cubicBezTo>
                    <a:pt x="2446" y="428"/>
                    <a:pt x="2528" y="423"/>
                    <a:pt x="2611" y="423"/>
                  </a:cubicBezTo>
                  <a:close/>
                  <a:moveTo>
                    <a:pt x="2606" y="0"/>
                  </a:moveTo>
                  <a:cubicBezTo>
                    <a:pt x="1384" y="0"/>
                    <a:pt x="682" y="893"/>
                    <a:pt x="651" y="937"/>
                  </a:cubicBezTo>
                  <a:cubicBezTo>
                    <a:pt x="570" y="1039"/>
                    <a:pt x="602" y="1186"/>
                    <a:pt x="714" y="1250"/>
                  </a:cubicBezTo>
                  <a:lnTo>
                    <a:pt x="1267" y="1556"/>
                  </a:lnTo>
                  <a:cubicBezTo>
                    <a:pt x="1249" y="1591"/>
                    <a:pt x="1235" y="1630"/>
                    <a:pt x="1221" y="1665"/>
                  </a:cubicBezTo>
                  <a:lnTo>
                    <a:pt x="1108" y="1985"/>
                  </a:lnTo>
                  <a:cubicBezTo>
                    <a:pt x="1091" y="2037"/>
                    <a:pt x="1066" y="2083"/>
                    <a:pt x="1031" y="2125"/>
                  </a:cubicBezTo>
                  <a:lnTo>
                    <a:pt x="145" y="3223"/>
                  </a:lnTo>
                  <a:cubicBezTo>
                    <a:pt x="1" y="3395"/>
                    <a:pt x="15" y="3648"/>
                    <a:pt x="173" y="3806"/>
                  </a:cubicBezTo>
                  <a:cubicBezTo>
                    <a:pt x="180" y="3813"/>
                    <a:pt x="187" y="3820"/>
                    <a:pt x="194" y="3824"/>
                  </a:cubicBezTo>
                  <a:lnTo>
                    <a:pt x="394" y="3982"/>
                  </a:lnTo>
                  <a:cubicBezTo>
                    <a:pt x="521" y="4098"/>
                    <a:pt x="686" y="4165"/>
                    <a:pt x="855" y="4165"/>
                  </a:cubicBezTo>
                  <a:cubicBezTo>
                    <a:pt x="950" y="4165"/>
                    <a:pt x="1041" y="4147"/>
                    <a:pt x="1126" y="4109"/>
                  </a:cubicBezTo>
                  <a:lnTo>
                    <a:pt x="1129" y="4109"/>
                  </a:lnTo>
                  <a:lnTo>
                    <a:pt x="2680" y="3374"/>
                  </a:lnTo>
                  <a:lnTo>
                    <a:pt x="4301" y="6669"/>
                  </a:lnTo>
                  <a:lnTo>
                    <a:pt x="4744" y="11869"/>
                  </a:lnTo>
                  <a:lnTo>
                    <a:pt x="4224" y="12601"/>
                  </a:lnTo>
                  <a:cubicBezTo>
                    <a:pt x="4125" y="12738"/>
                    <a:pt x="4224" y="12935"/>
                    <a:pt x="4396" y="12935"/>
                  </a:cubicBezTo>
                  <a:lnTo>
                    <a:pt x="5303" y="12935"/>
                  </a:lnTo>
                  <a:cubicBezTo>
                    <a:pt x="5412" y="12935"/>
                    <a:pt x="5507" y="12847"/>
                    <a:pt x="5514" y="12734"/>
                  </a:cubicBezTo>
                  <a:lnTo>
                    <a:pt x="5673" y="10234"/>
                  </a:lnTo>
                  <a:cubicBezTo>
                    <a:pt x="5715" y="9535"/>
                    <a:pt x="5789" y="8828"/>
                    <a:pt x="5891" y="8135"/>
                  </a:cubicBezTo>
                  <a:lnTo>
                    <a:pt x="5947" y="7745"/>
                  </a:lnTo>
                  <a:cubicBezTo>
                    <a:pt x="6277" y="7847"/>
                    <a:pt x="6619" y="7896"/>
                    <a:pt x="6963" y="7896"/>
                  </a:cubicBezTo>
                  <a:cubicBezTo>
                    <a:pt x="7550" y="7889"/>
                    <a:pt x="8127" y="7759"/>
                    <a:pt x="8658" y="7513"/>
                  </a:cubicBezTo>
                  <a:cubicBezTo>
                    <a:pt x="9013" y="7347"/>
                    <a:pt x="9351" y="7147"/>
                    <a:pt x="9664" y="6904"/>
                  </a:cubicBezTo>
                  <a:cubicBezTo>
                    <a:pt x="10019" y="7695"/>
                    <a:pt x="10662" y="8856"/>
                    <a:pt x="11696" y="9777"/>
                  </a:cubicBezTo>
                  <a:lnTo>
                    <a:pt x="12041" y="11855"/>
                  </a:lnTo>
                  <a:lnTo>
                    <a:pt x="11598" y="12615"/>
                  </a:lnTo>
                  <a:cubicBezTo>
                    <a:pt x="11517" y="12756"/>
                    <a:pt x="11619" y="12935"/>
                    <a:pt x="11781" y="12935"/>
                  </a:cubicBezTo>
                  <a:lnTo>
                    <a:pt x="12684" y="12935"/>
                  </a:lnTo>
                  <a:cubicBezTo>
                    <a:pt x="12804" y="12935"/>
                    <a:pt x="12899" y="12840"/>
                    <a:pt x="12899" y="12724"/>
                  </a:cubicBezTo>
                  <a:lnTo>
                    <a:pt x="12899" y="9098"/>
                  </a:lnTo>
                  <a:cubicBezTo>
                    <a:pt x="12895" y="9018"/>
                    <a:pt x="12853" y="8944"/>
                    <a:pt x="12779" y="8909"/>
                  </a:cubicBezTo>
                  <a:cubicBezTo>
                    <a:pt x="12347" y="8691"/>
                    <a:pt x="12213" y="8219"/>
                    <a:pt x="12182" y="7864"/>
                  </a:cubicBezTo>
                  <a:cubicBezTo>
                    <a:pt x="12139" y="7386"/>
                    <a:pt x="12224" y="6908"/>
                    <a:pt x="12424" y="6472"/>
                  </a:cubicBezTo>
                  <a:cubicBezTo>
                    <a:pt x="12646" y="6011"/>
                    <a:pt x="12744" y="5505"/>
                    <a:pt x="12713" y="4995"/>
                  </a:cubicBezTo>
                  <a:cubicBezTo>
                    <a:pt x="12702" y="4840"/>
                    <a:pt x="12674" y="4692"/>
                    <a:pt x="12632" y="4545"/>
                  </a:cubicBezTo>
                  <a:lnTo>
                    <a:pt x="12632" y="4545"/>
                  </a:lnTo>
                  <a:cubicBezTo>
                    <a:pt x="12702" y="4583"/>
                    <a:pt x="12765" y="4636"/>
                    <a:pt x="12815" y="4699"/>
                  </a:cubicBezTo>
                  <a:cubicBezTo>
                    <a:pt x="13156" y="5121"/>
                    <a:pt x="13205" y="6117"/>
                    <a:pt x="12962" y="7650"/>
                  </a:cubicBezTo>
                  <a:cubicBezTo>
                    <a:pt x="12867" y="8265"/>
                    <a:pt x="13064" y="8645"/>
                    <a:pt x="13247" y="8859"/>
                  </a:cubicBezTo>
                  <a:cubicBezTo>
                    <a:pt x="13498" y="9145"/>
                    <a:pt x="13861" y="9310"/>
                    <a:pt x="14243" y="9310"/>
                  </a:cubicBezTo>
                  <a:cubicBezTo>
                    <a:pt x="14251" y="9310"/>
                    <a:pt x="14259" y="9310"/>
                    <a:pt x="14267" y="9309"/>
                  </a:cubicBezTo>
                  <a:cubicBezTo>
                    <a:pt x="14467" y="9309"/>
                    <a:pt x="14555" y="9056"/>
                    <a:pt x="14397" y="8933"/>
                  </a:cubicBezTo>
                  <a:lnTo>
                    <a:pt x="14400" y="8933"/>
                  </a:lnTo>
                  <a:cubicBezTo>
                    <a:pt x="14397" y="8930"/>
                    <a:pt x="14038" y="8589"/>
                    <a:pt x="14168" y="7495"/>
                  </a:cubicBezTo>
                  <a:cubicBezTo>
                    <a:pt x="14362" y="5846"/>
                    <a:pt x="14165" y="4735"/>
                    <a:pt x="13574" y="4200"/>
                  </a:cubicBezTo>
                  <a:cubicBezTo>
                    <a:pt x="13323" y="3974"/>
                    <a:pt x="13013" y="3859"/>
                    <a:pt x="12647" y="3859"/>
                  </a:cubicBezTo>
                  <a:cubicBezTo>
                    <a:pt x="12535" y="3859"/>
                    <a:pt x="12419" y="3869"/>
                    <a:pt x="12298" y="3891"/>
                  </a:cubicBezTo>
                  <a:cubicBezTo>
                    <a:pt x="12252" y="3834"/>
                    <a:pt x="12203" y="3782"/>
                    <a:pt x="12146" y="3732"/>
                  </a:cubicBezTo>
                  <a:cubicBezTo>
                    <a:pt x="11718" y="3357"/>
                    <a:pt x="11165" y="3171"/>
                    <a:pt x="10453" y="3171"/>
                  </a:cubicBezTo>
                  <a:cubicBezTo>
                    <a:pt x="9972" y="3171"/>
                    <a:pt x="9420" y="3256"/>
                    <a:pt x="8785" y="3423"/>
                  </a:cubicBezTo>
                  <a:cubicBezTo>
                    <a:pt x="8200" y="3579"/>
                    <a:pt x="7774" y="3652"/>
                    <a:pt x="7475" y="3652"/>
                  </a:cubicBezTo>
                  <a:cubicBezTo>
                    <a:pt x="7389" y="3652"/>
                    <a:pt x="7314" y="3646"/>
                    <a:pt x="7248" y="3634"/>
                  </a:cubicBezTo>
                  <a:cubicBezTo>
                    <a:pt x="7164" y="3616"/>
                    <a:pt x="7086" y="3588"/>
                    <a:pt x="7016" y="3543"/>
                  </a:cubicBezTo>
                  <a:cubicBezTo>
                    <a:pt x="6928" y="3465"/>
                    <a:pt x="6735" y="3212"/>
                    <a:pt x="6534" y="2941"/>
                  </a:cubicBezTo>
                  <a:cubicBezTo>
                    <a:pt x="5810" y="1960"/>
                    <a:pt x="4593" y="321"/>
                    <a:pt x="3077" y="44"/>
                  </a:cubicBezTo>
                  <a:cubicBezTo>
                    <a:pt x="2913" y="14"/>
                    <a:pt x="2755" y="0"/>
                    <a:pt x="2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5" name="Google Shape;16615;p84"/>
          <p:cNvGrpSpPr/>
          <p:nvPr/>
        </p:nvGrpSpPr>
        <p:grpSpPr>
          <a:xfrm>
            <a:off x="7665936" y="3349997"/>
            <a:ext cx="386058" cy="360972"/>
            <a:chOff x="7665936" y="3349997"/>
            <a:chExt cx="386058" cy="360972"/>
          </a:xfrm>
        </p:grpSpPr>
        <p:sp>
          <p:nvSpPr>
            <p:cNvPr id="16616" name="Google Shape;16616;p84"/>
            <p:cNvSpPr/>
            <p:nvPr/>
          </p:nvSpPr>
          <p:spPr>
            <a:xfrm>
              <a:off x="7690366" y="3355240"/>
              <a:ext cx="350382" cy="350487"/>
            </a:xfrm>
            <a:custGeom>
              <a:rect b="b" l="l" r="r" t="t"/>
              <a:pathLst>
                <a:path extrusionOk="0" h="13371" w="13367">
                  <a:moveTo>
                    <a:pt x="6685" y="1"/>
                  </a:moveTo>
                  <a:cubicBezTo>
                    <a:pt x="2993" y="1"/>
                    <a:pt x="0" y="2993"/>
                    <a:pt x="0" y="6686"/>
                  </a:cubicBezTo>
                  <a:cubicBezTo>
                    <a:pt x="0" y="10378"/>
                    <a:pt x="2993" y="13370"/>
                    <a:pt x="6685" y="13370"/>
                  </a:cubicBezTo>
                  <a:cubicBezTo>
                    <a:pt x="10374" y="13370"/>
                    <a:pt x="13366" y="10378"/>
                    <a:pt x="13366" y="6686"/>
                  </a:cubicBezTo>
                  <a:cubicBezTo>
                    <a:pt x="13366" y="2993"/>
                    <a:pt x="10374"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84"/>
            <p:cNvSpPr/>
            <p:nvPr/>
          </p:nvSpPr>
          <p:spPr>
            <a:xfrm>
              <a:off x="7685281" y="3381243"/>
              <a:ext cx="329544" cy="324485"/>
            </a:xfrm>
            <a:custGeom>
              <a:rect b="b" l="l" r="r" t="t"/>
              <a:pathLst>
                <a:path extrusionOk="0" h="12379" w="12572">
                  <a:moveTo>
                    <a:pt x="3380" y="1"/>
                  </a:moveTo>
                  <a:lnTo>
                    <a:pt x="3380" y="1"/>
                  </a:lnTo>
                  <a:cubicBezTo>
                    <a:pt x="1636" y="1073"/>
                    <a:pt x="479" y="2880"/>
                    <a:pt x="240" y="4913"/>
                  </a:cubicBezTo>
                  <a:cubicBezTo>
                    <a:pt x="1" y="6945"/>
                    <a:pt x="704" y="8974"/>
                    <a:pt x="2153" y="10420"/>
                  </a:cubicBezTo>
                  <a:cubicBezTo>
                    <a:pt x="3413" y="11680"/>
                    <a:pt x="5116" y="12378"/>
                    <a:pt x="6877" y="12378"/>
                  </a:cubicBezTo>
                  <a:cubicBezTo>
                    <a:pt x="7136" y="12378"/>
                    <a:pt x="7396" y="12363"/>
                    <a:pt x="7656" y="12333"/>
                  </a:cubicBezTo>
                  <a:cubicBezTo>
                    <a:pt x="9689" y="12094"/>
                    <a:pt x="11499" y="10937"/>
                    <a:pt x="12572" y="9196"/>
                  </a:cubicBezTo>
                  <a:lnTo>
                    <a:pt x="12572" y="9196"/>
                  </a:lnTo>
                  <a:cubicBezTo>
                    <a:pt x="11522" y="9840"/>
                    <a:pt x="10320" y="10184"/>
                    <a:pt x="9092" y="10184"/>
                  </a:cubicBezTo>
                  <a:cubicBezTo>
                    <a:pt x="9086" y="10184"/>
                    <a:pt x="9079" y="10184"/>
                    <a:pt x="9073" y="10184"/>
                  </a:cubicBezTo>
                  <a:cubicBezTo>
                    <a:pt x="6650" y="10184"/>
                    <a:pt x="4417" y="8876"/>
                    <a:pt x="3236" y="6763"/>
                  </a:cubicBezTo>
                  <a:cubicBezTo>
                    <a:pt x="2054" y="4649"/>
                    <a:pt x="2111" y="2061"/>
                    <a:pt x="3380"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84"/>
            <p:cNvSpPr/>
            <p:nvPr/>
          </p:nvSpPr>
          <p:spPr>
            <a:xfrm>
              <a:off x="7865570" y="3531126"/>
              <a:ext cx="117825" cy="152740"/>
            </a:xfrm>
            <a:custGeom>
              <a:rect b="b" l="l" r="r" t="t"/>
              <a:pathLst>
                <a:path extrusionOk="0" h="5827" w="4495">
                  <a:moveTo>
                    <a:pt x="539" y="0"/>
                  </a:moveTo>
                  <a:lnTo>
                    <a:pt x="1" y="1484"/>
                  </a:lnTo>
                  <a:lnTo>
                    <a:pt x="1049" y="3235"/>
                  </a:lnTo>
                  <a:lnTo>
                    <a:pt x="644" y="5405"/>
                  </a:lnTo>
                  <a:cubicBezTo>
                    <a:pt x="630" y="5486"/>
                    <a:pt x="662" y="5570"/>
                    <a:pt x="729" y="5620"/>
                  </a:cubicBezTo>
                  <a:lnTo>
                    <a:pt x="954" y="5785"/>
                  </a:lnTo>
                  <a:cubicBezTo>
                    <a:pt x="992" y="5813"/>
                    <a:pt x="1038" y="5827"/>
                    <a:pt x="1083" y="5827"/>
                  </a:cubicBezTo>
                  <a:cubicBezTo>
                    <a:pt x="1145" y="5827"/>
                    <a:pt x="1206" y="5801"/>
                    <a:pt x="1249" y="5750"/>
                  </a:cubicBezTo>
                  <a:lnTo>
                    <a:pt x="4330" y="2089"/>
                  </a:lnTo>
                  <a:cubicBezTo>
                    <a:pt x="4495" y="1892"/>
                    <a:pt x="4456" y="1600"/>
                    <a:pt x="4249" y="1456"/>
                  </a:cubicBezTo>
                  <a:lnTo>
                    <a:pt x="2585" y="299"/>
                  </a:lnTo>
                  <a:lnTo>
                    <a:pt x="539"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84"/>
            <p:cNvSpPr/>
            <p:nvPr/>
          </p:nvSpPr>
          <p:spPr>
            <a:xfrm>
              <a:off x="7882084" y="3644678"/>
              <a:ext cx="44719" cy="39266"/>
            </a:xfrm>
            <a:custGeom>
              <a:rect b="b" l="l" r="r" t="t"/>
              <a:pathLst>
                <a:path extrusionOk="0" h="1498" w="1706">
                  <a:moveTo>
                    <a:pt x="218" y="0"/>
                  </a:moveTo>
                  <a:lnTo>
                    <a:pt x="18" y="1077"/>
                  </a:lnTo>
                  <a:cubicBezTo>
                    <a:pt x="0" y="1157"/>
                    <a:pt x="35" y="1242"/>
                    <a:pt x="102" y="1291"/>
                  </a:cubicBezTo>
                  <a:lnTo>
                    <a:pt x="327" y="1456"/>
                  </a:lnTo>
                  <a:cubicBezTo>
                    <a:pt x="365" y="1484"/>
                    <a:pt x="409" y="1497"/>
                    <a:pt x="453" y="1497"/>
                  </a:cubicBezTo>
                  <a:cubicBezTo>
                    <a:pt x="514" y="1497"/>
                    <a:pt x="576" y="1471"/>
                    <a:pt x="619" y="1421"/>
                  </a:cubicBezTo>
                  <a:lnTo>
                    <a:pt x="1706" y="131"/>
                  </a:lnTo>
                  <a:cubicBezTo>
                    <a:pt x="1657" y="131"/>
                    <a:pt x="1607" y="134"/>
                    <a:pt x="1565" y="134"/>
                  </a:cubicBezTo>
                  <a:cubicBezTo>
                    <a:pt x="1112" y="134"/>
                    <a:pt x="661" y="92"/>
                    <a:pt x="218"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84"/>
            <p:cNvSpPr/>
            <p:nvPr/>
          </p:nvSpPr>
          <p:spPr>
            <a:xfrm>
              <a:off x="7756815" y="3371282"/>
              <a:ext cx="168048" cy="147236"/>
            </a:xfrm>
            <a:custGeom>
              <a:rect b="b" l="l" r="r" t="t"/>
              <a:pathLst>
                <a:path extrusionOk="0" h="5617" w="6411">
                  <a:moveTo>
                    <a:pt x="1361" y="1"/>
                  </a:moveTo>
                  <a:cubicBezTo>
                    <a:pt x="876" y="222"/>
                    <a:pt x="419" y="504"/>
                    <a:pt x="0" y="838"/>
                  </a:cubicBezTo>
                  <a:lnTo>
                    <a:pt x="408" y="1534"/>
                  </a:lnTo>
                  <a:cubicBezTo>
                    <a:pt x="500" y="1678"/>
                    <a:pt x="531" y="1854"/>
                    <a:pt x="493" y="2023"/>
                  </a:cubicBezTo>
                  <a:lnTo>
                    <a:pt x="134" y="3580"/>
                  </a:lnTo>
                  <a:cubicBezTo>
                    <a:pt x="99" y="3721"/>
                    <a:pt x="141" y="3869"/>
                    <a:pt x="243" y="3974"/>
                  </a:cubicBezTo>
                  <a:lnTo>
                    <a:pt x="1709" y="5486"/>
                  </a:lnTo>
                  <a:cubicBezTo>
                    <a:pt x="1792" y="5569"/>
                    <a:pt x="1903" y="5616"/>
                    <a:pt x="2016" y="5616"/>
                  </a:cubicBezTo>
                  <a:cubicBezTo>
                    <a:pt x="2033" y="5616"/>
                    <a:pt x="2051" y="5615"/>
                    <a:pt x="2068" y="5613"/>
                  </a:cubicBezTo>
                  <a:lnTo>
                    <a:pt x="2269" y="5592"/>
                  </a:lnTo>
                  <a:lnTo>
                    <a:pt x="2226" y="4702"/>
                  </a:lnTo>
                  <a:cubicBezTo>
                    <a:pt x="2216" y="4484"/>
                    <a:pt x="2371" y="4291"/>
                    <a:pt x="2589" y="4256"/>
                  </a:cubicBezTo>
                  <a:lnTo>
                    <a:pt x="4203" y="3992"/>
                  </a:lnTo>
                  <a:lnTo>
                    <a:pt x="5068" y="3011"/>
                  </a:lnTo>
                  <a:lnTo>
                    <a:pt x="5602" y="2402"/>
                  </a:lnTo>
                  <a:lnTo>
                    <a:pt x="6218" y="2199"/>
                  </a:lnTo>
                  <a:cubicBezTo>
                    <a:pt x="6383" y="2139"/>
                    <a:pt x="6411" y="1914"/>
                    <a:pt x="6263" y="1815"/>
                  </a:cubicBezTo>
                  <a:lnTo>
                    <a:pt x="4660" y="820"/>
                  </a:lnTo>
                  <a:lnTo>
                    <a:pt x="4255" y="1843"/>
                  </a:lnTo>
                  <a:lnTo>
                    <a:pt x="2989" y="1115"/>
                  </a:lnTo>
                  <a:lnTo>
                    <a:pt x="3781" y="732"/>
                  </a:lnTo>
                  <a:cubicBezTo>
                    <a:pt x="4082" y="583"/>
                    <a:pt x="3974" y="134"/>
                    <a:pt x="3645" y="134"/>
                  </a:cubicBezTo>
                  <a:cubicBezTo>
                    <a:pt x="3640" y="134"/>
                    <a:pt x="3635" y="134"/>
                    <a:pt x="3629" y="134"/>
                  </a:cubicBezTo>
                  <a:lnTo>
                    <a:pt x="2694" y="173"/>
                  </a:lnTo>
                  <a:lnTo>
                    <a:pt x="1709" y="591"/>
                  </a:lnTo>
                  <a:lnTo>
                    <a:pt x="1361"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84"/>
            <p:cNvSpPr/>
            <p:nvPr/>
          </p:nvSpPr>
          <p:spPr>
            <a:xfrm>
              <a:off x="7665936" y="3349997"/>
              <a:ext cx="386058" cy="360972"/>
            </a:xfrm>
            <a:custGeom>
              <a:rect b="b" l="l" r="r" t="t"/>
              <a:pathLst>
                <a:path extrusionOk="0" h="13771" w="14728">
                  <a:moveTo>
                    <a:pt x="7614" y="399"/>
                  </a:moveTo>
                  <a:cubicBezTo>
                    <a:pt x="9720" y="399"/>
                    <a:pt x="11761" y="1429"/>
                    <a:pt x="12997" y="3267"/>
                  </a:cubicBezTo>
                  <a:cubicBezTo>
                    <a:pt x="14727" y="5841"/>
                    <a:pt x="14393" y="9277"/>
                    <a:pt x="12199" y="11468"/>
                  </a:cubicBezTo>
                  <a:cubicBezTo>
                    <a:pt x="10933" y="12733"/>
                    <a:pt x="9274" y="13366"/>
                    <a:pt x="7615" y="13366"/>
                  </a:cubicBezTo>
                  <a:cubicBezTo>
                    <a:pt x="5956" y="13366"/>
                    <a:pt x="4297" y="12733"/>
                    <a:pt x="3031" y="11468"/>
                  </a:cubicBezTo>
                  <a:cubicBezTo>
                    <a:pt x="500" y="8936"/>
                    <a:pt x="500" y="4832"/>
                    <a:pt x="3031" y="2300"/>
                  </a:cubicBezTo>
                  <a:cubicBezTo>
                    <a:pt x="3151" y="2184"/>
                    <a:pt x="3271" y="2072"/>
                    <a:pt x="3397" y="1963"/>
                  </a:cubicBezTo>
                  <a:lnTo>
                    <a:pt x="3703" y="2451"/>
                  </a:lnTo>
                  <a:cubicBezTo>
                    <a:pt x="3766" y="2553"/>
                    <a:pt x="3787" y="2673"/>
                    <a:pt x="3759" y="2789"/>
                  </a:cubicBezTo>
                  <a:lnTo>
                    <a:pt x="3401" y="4347"/>
                  </a:lnTo>
                  <a:cubicBezTo>
                    <a:pt x="3355" y="4554"/>
                    <a:pt x="3415" y="4776"/>
                    <a:pt x="3566" y="4930"/>
                  </a:cubicBezTo>
                  <a:lnTo>
                    <a:pt x="5032" y="6443"/>
                  </a:lnTo>
                  <a:cubicBezTo>
                    <a:pt x="5153" y="6566"/>
                    <a:pt x="5317" y="6633"/>
                    <a:pt x="5488" y="6633"/>
                  </a:cubicBezTo>
                  <a:cubicBezTo>
                    <a:pt x="5512" y="6633"/>
                    <a:pt x="5536" y="6631"/>
                    <a:pt x="5560" y="6629"/>
                  </a:cubicBezTo>
                  <a:lnTo>
                    <a:pt x="6664" y="6502"/>
                  </a:lnTo>
                  <a:lnTo>
                    <a:pt x="7754" y="7424"/>
                  </a:lnTo>
                  <a:lnTo>
                    <a:pt x="7427" y="8324"/>
                  </a:lnTo>
                  <a:cubicBezTo>
                    <a:pt x="7406" y="8380"/>
                    <a:pt x="7413" y="8443"/>
                    <a:pt x="7445" y="8496"/>
                  </a:cubicBezTo>
                  <a:lnTo>
                    <a:pt x="7603" y="8767"/>
                  </a:lnTo>
                  <a:cubicBezTo>
                    <a:pt x="7645" y="8841"/>
                    <a:pt x="7709" y="8872"/>
                    <a:pt x="7772" y="8872"/>
                  </a:cubicBezTo>
                  <a:cubicBezTo>
                    <a:pt x="7914" y="8872"/>
                    <a:pt x="8053" y="8720"/>
                    <a:pt x="7951" y="8559"/>
                  </a:cubicBezTo>
                  <a:lnTo>
                    <a:pt x="7838" y="8373"/>
                  </a:lnTo>
                  <a:lnTo>
                    <a:pt x="8289" y="7135"/>
                  </a:lnTo>
                  <a:lnTo>
                    <a:pt x="10128" y="7399"/>
                  </a:lnTo>
                  <a:lnTo>
                    <a:pt x="11749" y="8531"/>
                  </a:lnTo>
                  <a:cubicBezTo>
                    <a:pt x="11861" y="8609"/>
                    <a:pt x="11879" y="8763"/>
                    <a:pt x="11794" y="8869"/>
                  </a:cubicBezTo>
                  <a:lnTo>
                    <a:pt x="8710" y="12530"/>
                  </a:lnTo>
                  <a:cubicBezTo>
                    <a:pt x="8708" y="12534"/>
                    <a:pt x="8704" y="12535"/>
                    <a:pt x="8700" y="12535"/>
                  </a:cubicBezTo>
                  <a:cubicBezTo>
                    <a:pt x="8697" y="12535"/>
                    <a:pt x="8694" y="12534"/>
                    <a:pt x="8693" y="12533"/>
                  </a:cubicBezTo>
                  <a:lnTo>
                    <a:pt x="8464" y="12368"/>
                  </a:lnTo>
                  <a:cubicBezTo>
                    <a:pt x="8461" y="12364"/>
                    <a:pt x="8457" y="12361"/>
                    <a:pt x="8461" y="12354"/>
                  </a:cubicBezTo>
                  <a:lnTo>
                    <a:pt x="8865" y="10184"/>
                  </a:lnTo>
                  <a:cubicBezTo>
                    <a:pt x="8876" y="10135"/>
                    <a:pt x="8865" y="10086"/>
                    <a:pt x="8841" y="10043"/>
                  </a:cubicBezTo>
                  <a:lnTo>
                    <a:pt x="8366" y="9252"/>
                  </a:lnTo>
                  <a:cubicBezTo>
                    <a:pt x="8323" y="9184"/>
                    <a:pt x="8262" y="9156"/>
                    <a:pt x="8201" y="9156"/>
                  </a:cubicBezTo>
                  <a:cubicBezTo>
                    <a:pt x="8064" y="9156"/>
                    <a:pt x="7931" y="9301"/>
                    <a:pt x="8021" y="9460"/>
                  </a:cubicBezTo>
                  <a:lnTo>
                    <a:pt x="8454" y="10184"/>
                  </a:lnTo>
                  <a:lnTo>
                    <a:pt x="8063" y="12280"/>
                  </a:lnTo>
                  <a:cubicBezTo>
                    <a:pt x="8035" y="12438"/>
                    <a:pt x="8099" y="12600"/>
                    <a:pt x="8229" y="12695"/>
                  </a:cubicBezTo>
                  <a:lnTo>
                    <a:pt x="8454" y="12860"/>
                  </a:lnTo>
                  <a:cubicBezTo>
                    <a:pt x="8527" y="12913"/>
                    <a:pt x="8613" y="12939"/>
                    <a:pt x="8699" y="12939"/>
                  </a:cubicBezTo>
                  <a:cubicBezTo>
                    <a:pt x="8818" y="12939"/>
                    <a:pt x="8936" y="12889"/>
                    <a:pt x="9020" y="12793"/>
                  </a:cubicBezTo>
                  <a:lnTo>
                    <a:pt x="12100" y="9129"/>
                  </a:lnTo>
                  <a:cubicBezTo>
                    <a:pt x="12343" y="8844"/>
                    <a:pt x="12287" y="8415"/>
                    <a:pt x="11981" y="8204"/>
                  </a:cubicBezTo>
                  <a:lnTo>
                    <a:pt x="10321" y="7044"/>
                  </a:lnTo>
                  <a:cubicBezTo>
                    <a:pt x="10293" y="7026"/>
                    <a:pt x="10261" y="7016"/>
                    <a:pt x="10233" y="7012"/>
                  </a:cubicBezTo>
                  <a:lnTo>
                    <a:pt x="8183" y="6713"/>
                  </a:lnTo>
                  <a:cubicBezTo>
                    <a:pt x="8173" y="6712"/>
                    <a:pt x="8164" y="6711"/>
                    <a:pt x="8154" y="6711"/>
                  </a:cubicBezTo>
                  <a:cubicBezTo>
                    <a:pt x="8070" y="6711"/>
                    <a:pt x="7993" y="6765"/>
                    <a:pt x="7961" y="6847"/>
                  </a:cubicBezTo>
                  <a:lnTo>
                    <a:pt x="7898" y="7023"/>
                  </a:lnTo>
                  <a:lnTo>
                    <a:pt x="6854" y="6140"/>
                  </a:lnTo>
                  <a:cubicBezTo>
                    <a:pt x="6818" y="6110"/>
                    <a:pt x="6771" y="6093"/>
                    <a:pt x="6726" y="6093"/>
                  </a:cubicBezTo>
                  <a:cubicBezTo>
                    <a:pt x="6718" y="6093"/>
                    <a:pt x="6710" y="6093"/>
                    <a:pt x="6703" y="6094"/>
                  </a:cubicBezTo>
                  <a:lnTo>
                    <a:pt x="5925" y="6182"/>
                  </a:lnTo>
                  <a:lnTo>
                    <a:pt x="5894" y="5511"/>
                  </a:lnTo>
                  <a:cubicBezTo>
                    <a:pt x="5887" y="5391"/>
                    <a:pt x="5971" y="5289"/>
                    <a:pt x="6087" y="5272"/>
                  </a:cubicBezTo>
                  <a:lnTo>
                    <a:pt x="7476" y="5047"/>
                  </a:lnTo>
                  <a:lnTo>
                    <a:pt x="7494" y="5546"/>
                  </a:lnTo>
                  <a:cubicBezTo>
                    <a:pt x="7497" y="5655"/>
                    <a:pt x="7585" y="5739"/>
                    <a:pt x="7694" y="5739"/>
                  </a:cubicBezTo>
                  <a:lnTo>
                    <a:pt x="7701" y="5739"/>
                  </a:lnTo>
                  <a:cubicBezTo>
                    <a:pt x="7814" y="5736"/>
                    <a:pt x="7902" y="5644"/>
                    <a:pt x="7898" y="5532"/>
                  </a:cubicBezTo>
                  <a:lnTo>
                    <a:pt x="7874" y="4885"/>
                  </a:lnTo>
                  <a:lnTo>
                    <a:pt x="8686" y="3960"/>
                  </a:lnTo>
                  <a:cubicBezTo>
                    <a:pt x="8820" y="3810"/>
                    <a:pt x="8683" y="3623"/>
                    <a:pt x="8532" y="3623"/>
                  </a:cubicBezTo>
                  <a:cubicBezTo>
                    <a:pt x="8481" y="3623"/>
                    <a:pt x="8428" y="3645"/>
                    <a:pt x="8383" y="3696"/>
                  </a:cubicBezTo>
                  <a:lnTo>
                    <a:pt x="7568" y="4625"/>
                  </a:lnTo>
                  <a:lnTo>
                    <a:pt x="6024" y="4874"/>
                  </a:lnTo>
                  <a:cubicBezTo>
                    <a:pt x="5707" y="4923"/>
                    <a:pt x="5479" y="5208"/>
                    <a:pt x="5493" y="5528"/>
                  </a:cubicBezTo>
                  <a:lnTo>
                    <a:pt x="5528" y="6228"/>
                  </a:lnTo>
                  <a:lnTo>
                    <a:pt x="5514" y="6228"/>
                  </a:lnTo>
                  <a:cubicBezTo>
                    <a:pt x="5506" y="6229"/>
                    <a:pt x="5498" y="6229"/>
                    <a:pt x="5490" y="6229"/>
                  </a:cubicBezTo>
                  <a:cubicBezTo>
                    <a:pt x="5428" y="6229"/>
                    <a:pt x="5368" y="6205"/>
                    <a:pt x="5324" y="6161"/>
                  </a:cubicBezTo>
                  <a:lnTo>
                    <a:pt x="3858" y="4649"/>
                  </a:lnTo>
                  <a:cubicBezTo>
                    <a:pt x="3802" y="4593"/>
                    <a:pt x="3780" y="4512"/>
                    <a:pt x="3798" y="4438"/>
                  </a:cubicBezTo>
                  <a:lnTo>
                    <a:pt x="4157" y="2880"/>
                  </a:lnTo>
                  <a:cubicBezTo>
                    <a:pt x="4206" y="2659"/>
                    <a:pt x="4167" y="2430"/>
                    <a:pt x="4048" y="2237"/>
                  </a:cubicBezTo>
                  <a:lnTo>
                    <a:pt x="3714" y="1709"/>
                  </a:lnTo>
                  <a:cubicBezTo>
                    <a:pt x="4034" y="1467"/>
                    <a:pt x="4375" y="1256"/>
                    <a:pt x="4733" y="1076"/>
                  </a:cubicBezTo>
                  <a:lnTo>
                    <a:pt x="5008" y="1509"/>
                  </a:lnTo>
                  <a:cubicBezTo>
                    <a:pt x="5045" y="1569"/>
                    <a:pt x="5110" y="1603"/>
                    <a:pt x="5177" y="1603"/>
                  </a:cubicBezTo>
                  <a:cubicBezTo>
                    <a:pt x="5204" y="1603"/>
                    <a:pt x="5231" y="1597"/>
                    <a:pt x="5257" y="1586"/>
                  </a:cubicBezTo>
                  <a:lnTo>
                    <a:pt x="6207" y="1182"/>
                  </a:lnTo>
                  <a:lnTo>
                    <a:pt x="7107" y="1147"/>
                  </a:lnTo>
                  <a:cubicBezTo>
                    <a:pt x="7109" y="1147"/>
                    <a:pt x="7111" y="1147"/>
                    <a:pt x="7113" y="1147"/>
                  </a:cubicBezTo>
                  <a:cubicBezTo>
                    <a:pt x="7180" y="1147"/>
                    <a:pt x="7233" y="1205"/>
                    <a:pt x="7223" y="1273"/>
                  </a:cubicBezTo>
                  <a:cubicBezTo>
                    <a:pt x="7220" y="1312"/>
                    <a:pt x="7195" y="1344"/>
                    <a:pt x="7160" y="1361"/>
                  </a:cubicBezTo>
                  <a:lnTo>
                    <a:pt x="6369" y="1745"/>
                  </a:lnTo>
                  <a:cubicBezTo>
                    <a:pt x="6224" y="1815"/>
                    <a:pt x="6217" y="2022"/>
                    <a:pt x="6358" y="2100"/>
                  </a:cubicBezTo>
                  <a:lnTo>
                    <a:pt x="7624" y="2828"/>
                  </a:lnTo>
                  <a:cubicBezTo>
                    <a:pt x="7656" y="2847"/>
                    <a:pt x="7690" y="2856"/>
                    <a:pt x="7724" y="2856"/>
                  </a:cubicBezTo>
                  <a:cubicBezTo>
                    <a:pt x="7804" y="2856"/>
                    <a:pt x="7880" y="2808"/>
                    <a:pt x="7912" y="2729"/>
                  </a:cubicBezTo>
                  <a:lnTo>
                    <a:pt x="8229" y="1927"/>
                  </a:lnTo>
                  <a:lnTo>
                    <a:pt x="9628" y="2800"/>
                  </a:lnTo>
                  <a:cubicBezTo>
                    <a:pt x="9635" y="2807"/>
                    <a:pt x="9635" y="2821"/>
                    <a:pt x="9625" y="2824"/>
                  </a:cubicBezTo>
                  <a:lnTo>
                    <a:pt x="9009" y="3028"/>
                  </a:lnTo>
                  <a:cubicBezTo>
                    <a:pt x="8778" y="3104"/>
                    <a:pt x="8858" y="3423"/>
                    <a:pt x="9064" y="3423"/>
                  </a:cubicBezTo>
                  <a:cubicBezTo>
                    <a:pt x="9087" y="3423"/>
                    <a:pt x="9111" y="3420"/>
                    <a:pt x="9136" y="3411"/>
                  </a:cubicBezTo>
                  <a:lnTo>
                    <a:pt x="9751" y="3207"/>
                  </a:lnTo>
                  <a:cubicBezTo>
                    <a:pt x="10085" y="3095"/>
                    <a:pt x="10138" y="2641"/>
                    <a:pt x="9839" y="2455"/>
                  </a:cubicBezTo>
                  <a:lnTo>
                    <a:pt x="8236" y="1460"/>
                  </a:lnTo>
                  <a:cubicBezTo>
                    <a:pt x="8201" y="1439"/>
                    <a:pt x="8164" y="1429"/>
                    <a:pt x="8127" y="1429"/>
                  </a:cubicBezTo>
                  <a:cubicBezTo>
                    <a:pt x="8047" y="1429"/>
                    <a:pt x="7972" y="1475"/>
                    <a:pt x="7940" y="1555"/>
                  </a:cubicBezTo>
                  <a:lnTo>
                    <a:pt x="7624" y="2363"/>
                  </a:lnTo>
                  <a:lnTo>
                    <a:pt x="6889" y="1942"/>
                  </a:lnTo>
                  <a:lnTo>
                    <a:pt x="7336" y="1723"/>
                  </a:lnTo>
                  <a:cubicBezTo>
                    <a:pt x="7557" y="1618"/>
                    <a:pt x="7670" y="1372"/>
                    <a:pt x="7610" y="1133"/>
                  </a:cubicBezTo>
                  <a:cubicBezTo>
                    <a:pt x="7552" y="904"/>
                    <a:pt x="7345" y="742"/>
                    <a:pt x="7111" y="742"/>
                  </a:cubicBezTo>
                  <a:cubicBezTo>
                    <a:pt x="7104" y="742"/>
                    <a:pt x="7097" y="742"/>
                    <a:pt x="7089" y="742"/>
                  </a:cubicBezTo>
                  <a:lnTo>
                    <a:pt x="6154" y="781"/>
                  </a:lnTo>
                  <a:cubicBezTo>
                    <a:pt x="6129" y="785"/>
                    <a:pt x="6105" y="788"/>
                    <a:pt x="6084" y="799"/>
                  </a:cubicBezTo>
                  <a:lnTo>
                    <a:pt x="5257" y="1150"/>
                  </a:lnTo>
                  <a:lnTo>
                    <a:pt x="5103" y="908"/>
                  </a:lnTo>
                  <a:cubicBezTo>
                    <a:pt x="5919" y="564"/>
                    <a:pt x="6771" y="399"/>
                    <a:pt x="7614" y="399"/>
                  </a:cubicBezTo>
                  <a:close/>
                  <a:moveTo>
                    <a:pt x="7612" y="0"/>
                  </a:moveTo>
                  <a:cubicBezTo>
                    <a:pt x="6288" y="0"/>
                    <a:pt x="4956" y="382"/>
                    <a:pt x="3791" y="1161"/>
                  </a:cubicBezTo>
                  <a:cubicBezTo>
                    <a:pt x="1059" y="2986"/>
                    <a:pt x="0" y="6485"/>
                    <a:pt x="1256" y="9519"/>
                  </a:cubicBezTo>
                  <a:cubicBezTo>
                    <a:pt x="2338" y="12129"/>
                    <a:pt x="4874" y="13771"/>
                    <a:pt x="7611" y="13771"/>
                  </a:cubicBezTo>
                  <a:cubicBezTo>
                    <a:pt x="8057" y="13771"/>
                    <a:pt x="8509" y="13727"/>
                    <a:pt x="8960" y="13637"/>
                  </a:cubicBezTo>
                  <a:cubicBezTo>
                    <a:pt x="12181" y="12997"/>
                    <a:pt x="14502" y="10170"/>
                    <a:pt x="14502" y="6886"/>
                  </a:cubicBezTo>
                  <a:cubicBezTo>
                    <a:pt x="14506" y="5057"/>
                    <a:pt x="13781" y="3306"/>
                    <a:pt x="12484" y="2019"/>
                  </a:cubicBezTo>
                  <a:cubicBezTo>
                    <a:pt x="11154" y="687"/>
                    <a:pt x="9390" y="0"/>
                    <a:pt x="7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2" name="Google Shape;16622;p84"/>
          <p:cNvGrpSpPr/>
          <p:nvPr/>
        </p:nvGrpSpPr>
        <p:grpSpPr>
          <a:xfrm>
            <a:off x="6316123" y="1994654"/>
            <a:ext cx="380579" cy="307709"/>
            <a:chOff x="6316123" y="1994654"/>
            <a:chExt cx="380579" cy="307709"/>
          </a:xfrm>
        </p:grpSpPr>
        <p:sp>
          <p:nvSpPr>
            <p:cNvPr id="16623" name="Google Shape;16623;p84"/>
            <p:cNvSpPr/>
            <p:nvPr/>
          </p:nvSpPr>
          <p:spPr>
            <a:xfrm>
              <a:off x="6577252" y="2124982"/>
              <a:ext cx="58454" cy="171771"/>
            </a:xfrm>
            <a:custGeom>
              <a:rect b="b" l="l" r="r" t="t"/>
              <a:pathLst>
                <a:path extrusionOk="0" h="6553" w="2230">
                  <a:moveTo>
                    <a:pt x="2170" y="1"/>
                  </a:moveTo>
                  <a:lnTo>
                    <a:pt x="419" y="451"/>
                  </a:lnTo>
                  <a:cubicBezTo>
                    <a:pt x="419" y="451"/>
                    <a:pt x="1379" y="2557"/>
                    <a:pt x="1323" y="3391"/>
                  </a:cubicBezTo>
                  <a:cubicBezTo>
                    <a:pt x="1249" y="4520"/>
                    <a:pt x="648" y="5877"/>
                    <a:pt x="648" y="5877"/>
                  </a:cubicBezTo>
                  <a:lnTo>
                    <a:pt x="521" y="5877"/>
                  </a:lnTo>
                  <a:cubicBezTo>
                    <a:pt x="328" y="5877"/>
                    <a:pt x="155" y="6000"/>
                    <a:pt x="92" y="6183"/>
                  </a:cubicBezTo>
                  <a:lnTo>
                    <a:pt x="29" y="6376"/>
                  </a:lnTo>
                  <a:cubicBezTo>
                    <a:pt x="0" y="6464"/>
                    <a:pt x="64" y="6552"/>
                    <a:pt x="155" y="6552"/>
                  </a:cubicBezTo>
                  <a:lnTo>
                    <a:pt x="1010" y="6552"/>
                  </a:lnTo>
                  <a:cubicBezTo>
                    <a:pt x="1062" y="6552"/>
                    <a:pt x="1112" y="6520"/>
                    <a:pt x="1133" y="6468"/>
                  </a:cubicBezTo>
                  <a:lnTo>
                    <a:pt x="2230" y="3841"/>
                  </a:lnTo>
                  <a:lnTo>
                    <a:pt x="2170"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84"/>
            <p:cNvSpPr/>
            <p:nvPr/>
          </p:nvSpPr>
          <p:spPr>
            <a:xfrm>
              <a:off x="6483149" y="2154576"/>
              <a:ext cx="51639" cy="142177"/>
            </a:xfrm>
            <a:custGeom>
              <a:rect b="b" l="l" r="r" t="t"/>
              <a:pathLst>
                <a:path extrusionOk="0" h="5424" w="1970">
                  <a:moveTo>
                    <a:pt x="1016" y="1"/>
                  </a:moveTo>
                  <a:lnTo>
                    <a:pt x="0" y="113"/>
                  </a:lnTo>
                  <a:cubicBezTo>
                    <a:pt x="746" y="1949"/>
                    <a:pt x="1298" y="4748"/>
                    <a:pt x="1298" y="4748"/>
                  </a:cubicBezTo>
                  <a:lnTo>
                    <a:pt x="1171" y="4748"/>
                  </a:lnTo>
                  <a:cubicBezTo>
                    <a:pt x="978" y="4748"/>
                    <a:pt x="805" y="4871"/>
                    <a:pt x="742" y="5057"/>
                  </a:cubicBezTo>
                  <a:lnTo>
                    <a:pt x="679" y="5247"/>
                  </a:lnTo>
                  <a:cubicBezTo>
                    <a:pt x="651" y="5335"/>
                    <a:pt x="718" y="5423"/>
                    <a:pt x="809" y="5423"/>
                  </a:cubicBezTo>
                  <a:lnTo>
                    <a:pt x="1832" y="5423"/>
                  </a:lnTo>
                  <a:cubicBezTo>
                    <a:pt x="1910" y="5423"/>
                    <a:pt x="1969" y="5356"/>
                    <a:pt x="1966" y="5279"/>
                  </a:cubicBezTo>
                  <a:lnTo>
                    <a:pt x="1751" y="2670"/>
                  </a:lnTo>
                  <a:lnTo>
                    <a:pt x="101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84"/>
            <p:cNvSpPr/>
            <p:nvPr/>
          </p:nvSpPr>
          <p:spPr>
            <a:xfrm>
              <a:off x="6321654" y="2000551"/>
              <a:ext cx="355442" cy="296280"/>
            </a:xfrm>
            <a:custGeom>
              <a:rect b="b" l="l" r="r" t="t"/>
              <a:pathLst>
                <a:path extrusionOk="0" h="11303" w="13560">
                  <a:moveTo>
                    <a:pt x="2093" y="1"/>
                  </a:moveTo>
                  <a:cubicBezTo>
                    <a:pt x="1910" y="1"/>
                    <a:pt x="1737" y="71"/>
                    <a:pt x="1611" y="201"/>
                  </a:cubicBezTo>
                  <a:lnTo>
                    <a:pt x="1358" y="454"/>
                  </a:lnTo>
                  <a:lnTo>
                    <a:pt x="567" y="585"/>
                  </a:lnTo>
                  <a:cubicBezTo>
                    <a:pt x="239" y="641"/>
                    <a:pt x="0" y="922"/>
                    <a:pt x="0" y="1256"/>
                  </a:cubicBezTo>
                  <a:lnTo>
                    <a:pt x="0" y="1358"/>
                  </a:lnTo>
                  <a:cubicBezTo>
                    <a:pt x="0" y="1481"/>
                    <a:pt x="102" y="1583"/>
                    <a:pt x="229" y="1583"/>
                  </a:cubicBezTo>
                  <a:lnTo>
                    <a:pt x="2019" y="1583"/>
                  </a:lnTo>
                  <a:lnTo>
                    <a:pt x="2019" y="3542"/>
                  </a:lnTo>
                  <a:cubicBezTo>
                    <a:pt x="2019" y="4804"/>
                    <a:pt x="3285" y="5979"/>
                    <a:pt x="5194" y="5979"/>
                  </a:cubicBezTo>
                  <a:cubicBezTo>
                    <a:pt x="5321" y="5979"/>
                    <a:pt x="5426" y="6081"/>
                    <a:pt x="5426" y="6207"/>
                  </a:cubicBezTo>
                  <a:lnTo>
                    <a:pt x="5426" y="10624"/>
                  </a:lnTo>
                  <a:lnTo>
                    <a:pt x="5300" y="10624"/>
                  </a:lnTo>
                  <a:cubicBezTo>
                    <a:pt x="5106" y="10624"/>
                    <a:pt x="4934" y="10747"/>
                    <a:pt x="4871" y="10930"/>
                  </a:cubicBezTo>
                  <a:lnTo>
                    <a:pt x="4843" y="11018"/>
                  </a:lnTo>
                  <a:cubicBezTo>
                    <a:pt x="4797" y="11158"/>
                    <a:pt x="4899" y="11303"/>
                    <a:pt x="5046" y="11303"/>
                  </a:cubicBezTo>
                  <a:lnTo>
                    <a:pt x="5904" y="11303"/>
                  </a:lnTo>
                  <a:cubicBezTo>
                    <a:pt x="6017" y="11303"/>
                    <a:pt x="6112" y="11215"/>
                    <a:pt x="6119" y="11102"/>
                  </a:cubicBezTo>
                  <a:lnTo>
                    <a:pt x="6457" y="6380"/>
                  </a:lnTo>
                  <a:cubicBezTo>
                    <a:pt x="7638" y="6366"/>
                    <a:pt x="9692" y="6109"/>
                    <a:pt x="11088" y="5131"/>
                  </a:cubicBezTo>
                  <a:lnTo>
                    <a:pt x="11204" y="5669"/>
                  </a:lnTo>
                  <a:cubicBezTo>
                    <a:pt x="11267" y="5958"/>
                    <a:pt x="11373" y="6235"/>
                    <a:pt x="11517" y="6496"/>
                  </a:cubicBezTo>
                  <a:lnTo>
                    <a:pt x="12660" y="8591"/>
                  </a:lnTo>
                  <a:lnTo>
                    <a:pt x="12660" y="10624"/>
                  </a:lnTo>
                  <a:lnTo>
                    <a:pt x="12533" y="10624"/>
                  </a:lnTo>
                  <a:cubicBezTo>
                    <a:pt x="12336" y="10624"/>
                    <a:pt x="12164" y="10747"/>
                    <a:pt x="12104" y="10930"/>
                  </a:cubicBezTo>
                  <a:lnTo>
                    <a:pt x="12076" y="11018"/>
                  </a:lnTo>
                  <a:cubicBezTo>
                    <a:pt x="12027" y="11158"/>
                    <a:pt x="12132" y="11303"/>
                    <a:pt x="12280" y="11303"/>
                  </a:cubicBezTo>
                  <a:lnTo>
                    <a:pt x="13134" y="11303"/>
                  </a:lnTo>
                  <a:cubicBezTo>
                    <a:pt x="13247" y="11303"/>
                    <a:pt x="13342" y="11215"/>
                    <a:pt x="13349" y="11102"/>
                  </a:cubicBezTo>
                  <a:lnTo>
                    <a:pt x="13553" y="8060"/>
                  </a:lnTo>
                  <a:cubicBezTo>
                    <a:pt x="13560" y="7966"/>
                    <a:pt x="13532" y="7867"/>
                    <a:pt x="13479" y="7786"/>
                  </a:cubicBezTo>
                  <a:lnTo>
                    <a:pt x="13261" y="7463"/>
                  </a:lnTo>
                  <a:cubicBezTo>
                    <a:pt x="13162" y="7311"/>
                    <a:pt x="13110" y="7139"/>
                    <a:pt x="13110" y="6960"/>
                  </a:cubicBezTo>
                  <a:lnTo>
                    <a:pt x="13110" y="4523"/>
                  </a:lnTo>
                  <a:cubicBezTo>
                    <a:pt x="13110" y="4372"/>
                    <a:pt x="13099" y="4221"/>
                    <a:pt x="13075" y="4069"/>
                  </a:cubicBezTo>
                  <a:cubicBezTo>
                    <a:pt x="12916" y="3050"/>
                    <a:pt x="12231" y="2438"/>
                    <a:pt x="11566" y="1952"/>
                  </a:cubicBezTo>
                  <a:cubicBezTo>
                    <a:pt x="10550" y="1207"/>
                    <a:pt x="10377" y="416"/>
                    <a:pt x="9625" y="416"/>
                  </a:cubicBezTo>
                  <a:cubicBezTo>
                    <a:pt x="8914" y="416"/>
                    <a:pt x="9201" y="1284"/>
                    <a:pt x="8345" y="1284"/>
                  </a:cubicBezTo>
                  <a:cubicBezTo>
                    <a:pt x="8341" y="1284"/>
                    <a:pt x="8338" y="1284"/>
                    <a:pt x="8334" y="1284"/>
                  </a:cubicBezTo>
                  <a:cubicBezTo>
                    <a:pt x="7642" y="1275"/>
                    <a:pt x="7717" y="328"/>
                    <a:pt x="7133" y="328"/>
                  </a:cubicBezTo>
                  <a:cubicBezTo>
                    <a:pt x="7073" y="328"/>
                    <a:pt x="7006" y="338"/>
                    <a:pt x="6931" y="359"/>
                  </a:cubicBezTo>
                  <a:cubicBezTo>
                    <a:pt x="6256" y="556"/>
                    <a:pt x="5947" y="2543"/>
                    <a:pt x="5257" y="3447"/>
                  </a:cubicBezTo>
                  <a:cubicBezTo>
                    <a:pt x="5078" y="3682"/>
                    <a:pt x="4691" y="4069"/>
                    <a:pt x="4188" y="4069"/>
                  </a:cubicBezTo>
                  <a:lnTo>
                    <a:pt x="4069" y="4069"/>
                  </a:lnTo>
                  <a:cubicBezTo>
                    <a:pt x="3570" y="4069"/>
                    <a:pt x="3165" y="3665"/>
                    <a:pt x="3165" y="3166"/>
                  </a:cubicBezTo>
                  <a:lnTo>
                    <a:pt x="3165" y="1"/>
                  </a:ln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84"/>
            <p:cNvSpPr/>
            <p:nvPr/>
          </p:nvSpPr>
          <p:spPr>
            <a:xfrm>
              <a:off x="6390042" y="2000289"/>
              <a:ext cx="25557" cy="18952"/>
            </a:xfrm>
            <a:custGeom>
              <a:rect b="b" l="l" r="r" t="t"/>
              <a:pathLst>
                <a:path extrusionOk="0" h="723" w="975">
                  <a:moveTo>
                    <a:pt x="465" y="0"/>
                  </a:moveTo>
                  <a:cubicBezTo>
                    <a:pt x="370" y="0"/>
                    <a:pt x="262" y="19"/>
                    <a:pt x="141" y="67"/>
                  </a:cubicBezTo>
                  <a:cubicBezTo>
                    <a:pt x="39" y="113"/>
                    <a:pt x="1" y="239"/>
                    <a:pt x="64" y="331"/>
                  </a:cubicBezTo>
                  <a:lnTo>
                    <a:pt x="261" y="640"/>
                  </a:lnTo>
                  <a:cubicBezTo>
                    <a:pt x="296" y="694"/>
                    <a:pt x="354" y="722"/>
                    <a:pt x="413" y="722"/>
                  </a:cubicBezTo>
                  <a:cubicBezTo>
                    <a:pt x="455" y="722"/>
                    <a:pt x="497" y="708"/>
                    <a:pt x="532" y="679"/>
                  </a:cubicBezTo>
                  <a:lnTo>
                    <a:pt x="918" y="359"/>
                  </a:lnTo>
                  <a:cubicBezTo>
                    <a:pt x="971" y="313"/>
                    <a:pt x="975" y="229"/>
                    <a:pt x="922" y="183"/>
                  </a:cubicBezTo>
                  <a:cubicBezTo>
                    <a:pt x="836" y="102"/>
                    <a:pt x="685" y="0"/>
                    <a:pt x="46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84"/>
            <p:cNvSpPr/>
            <p:nvPr/>
          </p:nvSpPr>
          <p:spPr>
            <a:xfrm>
              <a:off x="6374551" y="2042046"/>
              <a:ext cx="89358" cy="118638"/>
            </a:xfrm>
            <a:custGeom>
              <a:rect b="b" l="l" r="r" t="t"/>
              <a:pathLst>
                <a:path extrusionOk="0" h="4526" w="3409">
                  <a:moveTo>
                    <a:pt x="1" y="0"/>
                  </a:moveTo>
                  <a:lnTo>
                    <a:pt x="1" y="1959"/>
                  </a:lnTo>
                  <a:cubicBezTo>
                    <a:pt x="1" y="3221"/>
                    <a:pt x="1267" y="4396"/>
                    <a:pt x="3176" y="4396"/>
                  </a:cubicBezTo>
                  <a:cubicBezTo>
                    <a:pt x="3264" y="4396"/>
                    <a:pt x="3345" y="4448"/>
                    <a:pt x="3384" y="4526"/>
                  </a:cubicBezTo>
                  <a:lnTo>
                    <a:pt x="3408" y="4519"/>
                  </a:lnTo>
                  <a:lnTo>
                    <a:pt x="3408" y="4294"/>
                  </a:lnTo>
                  <a:cubicBezTo>
                    <a:pt x="3408" y="3920"/>
                    <a:pt x="3106" y="3619"/>
                    <a:pt x="2736" y="3619"/>
                  </a:cubicBezTo>
                  <a:cubicBezTo>
                    <a:pt x="2734" y="3619"/>
                    <a:pt x="2732" y="3619"/>
                    <a:pt x="2730" y="3619"/>
                  </a:cubicBezTo>
                  <a:cubicBezTo>
                    <a:pt x="1608" y="3619"/>
                    <a:pt x="697" y="2708"/>
                    <a:pt x="697" y="1583"/>
                  </a:cubicBezTo>
                  <a:lnTo>
                    <a:pt x="697" y="679"/>
                  </a:lnTo>
                  <a:cubicBezTo>
                    <a:pt x="697" y="306"/>
                    <a:pt x="391" y="0"/>
                    <a:pt x="1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84"/>
            <p:cNvSpPr/>
            <p:nvPr/>
          </p:nvSpPr>
          <p:spPr>
            <a:xfrm>
              <a:off x="6321654" y="2014759"/>
              <a:ext cx="23722" cy="27313"/>
            </a:xfrm>
            <a:custGeom>
              <a:rect b="b" l="l" r="r" t="t"/>
              <a:pathLst>
                <a:path extrusionOk="0" h="1042" w="905">
                  <a:moveTo>
                    <a:pt x="827" y="0"/>
                  </a:moveTo>
                  <a:lnTo>
                    <a:pt x="567" y="43"/>
                  </a:lnTo>
                  <a:cubicBezTo>
                    <a:pt x="239" y="99"/>
                    <a:pt x="0" y="380"/>
                    <a:pt x="0" y="714"/>
                  </a:cubicBezTo>
                  <a:lnTo>
                    <a:pt x="0" y="816"/>
                  </a:lnTo>
                  <a:cubicBezTo>
                    <a:pt x="0" y="939"/>
                    <a:pt x="102" y="1041"/>
                    <a:pt x="229" y="1041"/>
                  </a:cubicBezTo>
                  <a:lnTo>
                    <a:pt x="781" y="1041"/>
                  </a:lnTo>
                  <a:cubicBezTo>
                    <a:pt x="862" y="904"/>
                    <a:pt x="904" y="749"/>
                    <a:pt x="904" y="591"/>
                  </a:cubicBezTo>
                  <a:lnTo>
                    <a:pt x="904" y="363"/>
                  </a:lnTo>
                  <a:cubicBezTo>
                    <a:pt x="904" y="239"/>
                    <a:pt x="879" y="113"/>
                    <a:pt x="82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84"/>
            <p:cNvSpPr/>
            <p:nvPr/>
          </p:nvSpPr>
          <p:spPr>
            <a:xfrm>
              <a:off x="6490882" y="2125428"/>
              <a:ext cx="121416" cy="42359"/>
            </a:xfrm>
            <a:custGeom>
              <a:rect b="b" l="l" r="r" t="t"/>
              <a:pathLst>
                <a:path extrusionOk="0" h="1616" w="4632">
                  <a:moveTo>
                    <a:pt x="4277" y="0"/>
                  </a:moveTo>
                  <a:cubicBezTo>
                    <a:pt x="4236" y="0"/>
                    <a:pt x="4195" y="7"/>
                    <a:pt x="4153" y="23"/>
                  </a:cubicBezTo>
                  <a:cubicBezTo>
                    <a:pt x="2968" y="438"/>
                    <a:pt x="1470" y="582"/>
                    <a:pt x="634" y="635"/>
                  </a:cubicBezTo>
                  <a:cubicBezTo>
                    <a:pt x="278" y="659"/>
                    <a:pt x="1" y="955"/>
                    <a:pt x="1" y="1310"/>
                  </a:cubicBezTo>
                  <a:lnTo>
                    <a:pt x="1" y="1616"/>
                  </a:lnTo>
                  <a:cubicBezTo>
                    <a:pt x="1182" y="1602"/>
                    <a:pt x="3236" y="1345"/>
                    <a:pt x="4632" y="367"/>
                  </a:cubicBezTo>
                  <a:lnTo>
                    <a:pt x="4628" y="318"/>
                  </a:lnTo>
                  <a:cubicBezTo>
                    <a:pt x="4611" y="133"/>
                    <a:pt x="4453" y="0"/>
                    <a:pt x="427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84"/>
            <p:cNvSpPr/>
            <p:nvPr/>
          </p:nvSpPr>
          <p:spPr>
            <a:xfrm>
              <a:off x="6365979" y="2013369"/>
              <a:ext cx="15334" cy="11088"/>
            </a:xfrm>
            <a:custGeom>
              <a:rect b="b" l="l" r="r" t="t"/>
              <a:pathLst>
                <a:path extrusionOk="0" h="423" w="585">
                  <a:moveTo>
                    <a:pt x="282" y="1"/>
                  </a:moveTo>
                  <a:cubicBezTo>
                    <a:pt x="1" y="1"/>
                    <a:pt x="1" y="423"/>
                    <a:pt x="282" y="423"/>
                  </a:cubicBezTo>
                  <a:lnTo>
                    <a:pt x="374" y="423"/>
                  </a:lnTo>
                  <a:cubicBezTo>
                    <a:pt x="490" y="423"/>
                    <a:pt x="585" y="328"/>
                    <a:pt x="585" y="212"/>
                  </a:cubicBezTo>
                  <a:cubicBezTo>
                    <a:pt x="585" y="96"/>
                    <a:pt x="490" y="1"/>
                    <a:pt x="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84"/>
            <p:cNvSpPr/>
            <p:nvPr/>
          </p:nvSpPr>
          <p:spPr>
            <a:xfrm>
              <a:off x="6316123" y="1994654"/>
              <a:ext cx="380579" cy="307709"/>
            </a:xfrm>
            <a:custGeom>
              <a:rect b="b" l="l" r="r" t="t"/>
              <a:pathLst>
                <a:path extrusionOk="0" h="11739" w="14519">
                  <a:moveTo>
                    <a:pt x="7367" y="6735"/>
                  </a:moveTo>
                  <a:lnTo>
                    <a:pt x="7912" y="8809"/>
                  </a:lnTo>
                  <a:lnTo>
                    <a:pt x="8120" y="11313"/>
                  </a:lnTo>
                  <a:lnTo>
                    <a:pt x="7283" y="11313"/>
                  </a:lnTo>
                  <a:lnTo>
                    <a:pt x="7315" y="11225"/>
                  </a:lnTo>
                  <a:cubicBezTo>
                    <a:pt x="7346" y="11127"/>
                    <a:pt x="7438" y="11060"/>
                    <a:pt x="7543" y="11060"/>
                  </a:cubicBezTo>
                  <a:lnTo>
                    <a:pt x="7666" y="11060"/>
                  </a:lnTo>
                  <a:cubicBezTo>
                    <a:pt x="7796" y="11060"/>
                    <a:pt x="7895" y="10947"/>
                    <a:pt x="7877" y="10821"/>
                  </a:cubicBezTo>
                  <a:cubicBezTo>
                    <a:pt x="7867" y="10736"/>
                    <a:pt x="7599" y="8774"/>
                    <a:pt x="6850" y="6939"/>
                  </a:cubicBezTo>
                  <a:lnTo>
                    <a:pt x="6864" y="6745"/>
                  </a:lnTo>
                  <a:cubicBezTo>
                    <a:pt x="7037" y="6745"/>
                    <a:pt x="7202" y="6742"/>
                    <a:pt x="7367" y="6735"/>
                  </a:cubicBezTo>
                  <a:close/>
                  <a:moveTo>
                    <a:pt x="11137" y="5620"/>
                  </a:moveTo>
                  <a:lnTo>
                    <a:pt x="11207" y="5936"/>
                  </a:lnTo>
                  <a:cubicBezTo>
                    <a:pt x="11278" y="6246"/>
                    <a:pt x="11387" y="6545"/>
                    <a:pt x="11538" y="6823"/>
                  </a:cubicBezTo>
                  <a:lnTo>
                    <a:pt x="11925" y="7526"/>
                  </a:lnTo>
                  <a:lnTo>
                    <a:pt x="11977" y="8778"/>
                  </a:lnTo>
                  <a:lnTo>
                    <a:pt x="10919" y="11313"/>
                  </a:lnTo>
                  <a:lnTo>
                    <a:pt x="10223" y="11313"/>
                  </a:lnTo>
                  <a:lnTo>
                    <a:pt x="10254" y="11225"/>
                  </a:lnTo>
                  <a:cubicBezTo>
                    <a:pt x="10286" y="11127"/>
                    <a:pt x="10377" y="11060"/>
                    <a:pt x="10483" y="11060"/>
                  </a:cubicBezTo>
                  <a:lnTo>
                    <a:pt x="10610" y="11060"/>
                  </a:lnTo>
                  <a:cubicBezTo>
                    <a:pt x="10694" y="11060"/>
                    <a:pt x="10768" y="11011"/>
                    <a:pt x="10803" y="10933"/>
                  </a:cubicBezTo>
                  <a:cubicBezTo>
                    <a:pt x="10828" y="10877"/>
                    <a:pt x="11418" y="9527"/>
                    <a:pt x="11499" y="8377"/>
                  </a:cubicBezTo>
                  <a:cubicBezTo>
                    <a:pt x="11524" y="8004"/>
                    <a:pt x="11404" y="7438"/>
                    <a:pt x="11148" y="6696"/>
                  </a:cubicBezTo>
                  <a:cubicBezTo>
                    <a:pt x="11014" y="6316"/>
                    <a:pt x="10880" y="5989"/>
                    <a:pt x="10810" y="5824"/>
                  </a:cubicBezTo>
                  <a:cubicBezTo>
                    <a:pt x="10940" y="5750"/>
                    <a:pt x="11049" y="5680"/>
                    <a:pt x="11137" y="5620"/>
                  </a:cubicBezTo>
                  <a:close/>
                  <a:moveTo>
                    <a:pt x="3285" y="1"/>
                  </a:moveTo>
                  <a:cubicBezTo>
                    <a:pt x="3235" y="1"/>
                    <a:pt x="3182" y="5"/>
                    <a:pt x="3127" y="15"/>
                  </a:cubicBezTo>
                  <a:lnTo>
                    <a:pt x="2304" y="15"/>
                  </a:lnTo>
                  <a:cubicBezTo>
                    <a:pt x="2065" y="15"/>
                    <a:pt x="1839" y="110"/>
                    <a:pt x="1674" y="275"/>
                  </a:cubicBezTo>
                  <a:lnTo>
                    <a:pt x="1467" y="482"/>
                  </a:lnTo>
                  <a:lnTo>
                    <a:pt x="746" y="602"/>
                  </a:lnTo>
                  <a:cubicBezTo>
                    <a:pt x="313" y="672"/>
                    <a:pt x="0" y="1045"/>
                    <a:pt x="0" y="1481"/>
                  </a:cubicBezTo>
                  <a:lnTo>
                    <a:pt x="0" y="1583"/>
                  </a:lnTo>
                  <a:cubicBezTo>
                    <a:pt x="0" y="1826"/>
                    <a:pt x="197" y="2023"/>
                    <a:pt x="440" y="2023"/>
                  </a:cubicBezTo>
                  <a:lnTo>
                    <a:pt x="2019" y="2023"/>
                  </a:lnTo>
                  <a:lnTo>
                    <a:pt x="2019" y="3767"/>
                  </a:lnTo>
                  <a:cubicBezTo>
                    <a:pt x="2019" y="4453"/>
                    <a:pt x="2363" y="5131"/>
                    <a:pt x="2968" y="5624"/>
                  </a:cubicBezTo>
                  <a:cubicBezTo>
                    <a:pt x="3598" y="6133"/>
                    <a:pt x="4463" y="6415"/>
                    <a:pt x="5409" y="6418"/>
                  </a:cubicBezTo>
                  <a:cubicBezTo>
                    <a:pt x="5416" y="6418"/>
                    <a:pt x="5426" y="6422"/>
                    <a:pt x="5426" y="6432"/>
                  </a:cubicBezTo>
                  <a:lnTo>
                    <a:pt x="5426" y="10641"/>
                  </a:lnTo>
                  <a:cubicBezTo>
                    <a:pt x="5173" y="10673"/>
                    <a:pt x="4962" y="10849"/>
                    <a:pt x="4881" y="11088"/>
                  </a:cubicBezTo>
                  <a:lnTo>
                    <a:pt x="4758" y="11457"/>
                  </a:lnTo>
                  <a:cubicBezTo>
                    <a:pt x="4712" y="11594"/>
                    <a:pt x="4814" y="11735"/>
                    <a:pt x="4959" y="11735"/>
                  </a:cubicBezTo>
                  <a:lnTo>
                    <a:pt x="6316" y="11735"/>
                  </a:lnTo>
                  <a:cubicBezTo>
                    <a:pt x="6428" y="11735"/>
                    <a:pt x="6520" y="11651"/>
                    <a:pt x="6527" y="11538"/>
                  </a:cubicBezTo>
                  <a:lnTo>
                    <a:pt x="6784" y="7972"/>
                  </a:lnTo>
                  <a:cubicBezTo>
                    <a:pt x="7061" y="8845"/>
                    <a:pt x="7276" y="9738"/>
                    <a:pt x="7427" y="10645"/>
                  </a:cubicBezTo>
                  <a:cubicBezTo>
                    <a:pt x="7188" y="10687"/>
                    <a:pt x="6991" y="10859"/>
                    <a:pt x="6917" y="11088"/>
                  </a:cubicBezTo>
                  <a:lnTo>
                    <a:pt x="6794" y="11457"/>
                  </a:lnTo>
                  <a:cubicBezTo>
                    <a:pt x="6748" y="11594"/>
                    <a:pt x="6850" y="11735"/>
                    <a:pt x="6995" y="11735"/>
                  </a:cubicBezTo>
                  <a:lnTo>
                    <a:pt x="8348" y="11735"/>
                  </a:lnTo>
                  <a:cubicBezTo>
                    <a:pt x="8472" y="11735"/>
                    <a:pt x="8570" y="11630"/>
                    <a:pt x="8559" y="11507"/>
                  </a:cubicBezTo>
                  <a:lnTo>
                    <a:pt x="8334" y="8753"/>
                  </a:lnTo>
                  <a:cubicBezTo>
                    <a:pt x="8334" y="8739"/>
                    <a:pt x="8331" y="8729"/>
                    <a:pt x="8327" y="8718"/>
                  </a:cubicBezTo>
                  <a:lnTo>
                    <a:pt x="7800" y="6700"/>
                  </a:lnTo>
                  <a:cubicBezTo>
                    <a:pt x="8341" y="6650"/>
                    <a:pt x="8876" y="6552"/>
                    <a:pt x="9396" y="6404"/>
                  </a:cubicBezTo>
                  <a:cubicBezTo>
                    <a:pt x="9639" y="6327"/>
                    <a:pt x="9563" y="5988"/>
                    <a:pt x="9342" y="5988"/>
                  </a:cubicBezTo>
                  <a:cubicBezTo>
                    <a:pt x="9323" y="5988"/>
                    <a:pt x="9302" y="5991"/>
                    <a:pt x="9280" y="5996"/>
                  </a:cubicBezTo>
                  <a:cubicBezTo>
                    <a:pt x="8519" y="6211"/>
                    <a:pt x="7730" y="6320"/>
                    <a:pt x="6937" y="6320"/>
                  </a:cubicBezTo>
                  <a:cubicBezTo>
                    <a:pt x="6925" y="6320"/>
                    <a:pt x="6912" y="6320"/>
                    <a:pt x="6900" y="6320"/>
                  </a:cubicBezTo>
                  <a:lnTo>
                    <a:pt x="6942" y="5747"/>
                  </a:lnTo>
                  <a:cubicBezTo>
                    <a:pt x="6951" y="5598"/>
                    <a:pt x="6838" y="5519"/>
                    <a:pt x="6726" y="5519"/>
                  </a:cubicBezTo>
                  <a:cubicBezTo>
                    <a:pt x="6627" y="5519"/>
                    <a:pt x="6528" y="5582"/>
                    <a:pt x="6520" y="5715"/>
                  </a:cubicBezTo>
                  <a:lnTo>
                    <a:pt x="6119" y="11313"/>
                  </a:lnTo>
                  <a:lnTo>
                    <a:pt x="5254" y="11313"/>
                  </a:lnTo>
                  <a:lnTo>
                    <a:pt x="5282" y="11222"/>
                  </a:lnTo>
                  <a:cubicBezTo>
                    <a:pt x="5316" y="11126"/>
                    <a:pt x="5404" y="11060"/>
                    <a:pt x="5503" y="11060"/>
                  </a:cubicBezTo>
                  <a:cubicBezTo>
                    <a:pt x="5506" y="11060"/>
                    <a:pt x="5508" y="11060"/>
                    <a:pt x="5511" y="11060"/>
                  </a:cubicBezTo>
                  <a:lnTo>
                    <a:pt x="5637" y="11060"/>
                  </a:lnTo>
                  <a:cubicBezTo>
                    <a:pt x="5753" y="11056"/>
                    <a:pt x="5848" y="10965"/>
                    <a:pt x="5848" y="10845"/>
                  </a:cubicBezTo>
                  <a:lnTo>
                    <a:pt x="5848" y="6432"/>
                  </a:lnTo>
                  <a:cubicBezTo>
                    <a:pt x="5848" y="6192"/>
                    <a:pt x="5651" y="5996"/>
                    <a:pt x="5412" y="5996"/>
                  </a:cubicBezTo>
                  <a:cubicBezTo>
                    <a:pt x="5409" y="5996"/>
                    <a:pt x="5407" y="5996"/>
                    <a:pt x="5405" y="5996"/>
                  </a:cubicBezTo>
                  <a:cubicBezTo>
                    <a:pt x="3548" y="5996"/>
                    <a:pt x="2441" y="4864"/>
                    <a:pt x="2441" y="3767"/>
                  </a:cubicBezTo>
                  <a:lnTo>
                    <a:pt x="2441" y="1808"/>
                  </a:lnTo>
                  <a:cubicBezTo>
                    <a:pt x="2441" y="1692"/>
                    <a:pt x="2346" y="1597"/>
                    <a:pt x="2230" y="1597"/>
                  </a:cubicBezTo>
                  <a:lnTo>
                    <a:pt x="440" y="1597"/>
                  </a:lnTo>
                  <a:cubicBezTo>
                    <a:pt x="433" y="1597"/>
                    <a:pt x="426" y="1590"/>
                    <a:pt x="426" y="1583"/>
                  </a:cubicBezTo>
                  <a:lnTo>
                    <a:pt x="426" y="1481"/>
                  </a:lnTo>
                  <a:cubicBezTo>
                    <a:pt x="426" y="1253"/>
                    <a:pt x="591" y="1056"/>
                    <a:pt x="816" y="1020"/>
                  </a:cubicBezTo>
                  <a:lnTo>
                    <a:pt x="1607" y="887"/>
                  </a:lnTo>
                  <a:cubicBezTo>
                    <a:pt x="1650" y="880"/>
                    <a:pt x="1688" y="859"/>
                    <a:pt x="1720" y="827"/>
                  </a:cubicBezTo>
                  <a:lnTo>
                    <a:pt x="1973" y="574"/>
                  </a:lnTo>
                  <a:cubicBezTo>
                    <a:pt x="2058" y="489"/>
                    <a:pt x="2173" y="440"/>
                    <a:pt x="2291" y="440"/>
                  </a:cubicBezTo>
                  <a:cubicBezTo>
                    <a:pt x="2295" y="440"/>
                    <a:pt x="2300" y="440"/>
                    <a:pt x="2304" y="440"/>
                  </a:cubicBezTo>
                  <a:lnTo>
                    <a:pt x="2574" y="440"/>
                  </a:lnTo>
                  <a:cubicBezTo>
                    <a:pt x="2602" y="533"/>
                    <a:pt x="2688" y="590"/>
                    <a:pt x="2777" y="590"/>
                  </a:cubicBezTo>
                  <a:cubicBezTo>
                    <a:pt x="2813" y="590"/>
                    <a:pt x="2850" y="580"/>
                    <a:pt x="2884" y="560"/>
                  </a:cubicBezTo>
                  <a:cubicBezTo>
                    <a:pt x="3050" y="461"/>
                    <a:pt x="3186" y="426"/>
                    <a:pt x="3295" y="426"/>
                  </a:cubicBezTo>
                  <a:cubicBezTo>
                    <a:pt x="3387" y="426"/>
                    <a:pt x="3461" y="450"/>
                    <a:pt x="3517" y="482"/>
                  </a:cubicBezTo>
                  <a:lnTo>
                    <a:pt x="3056" y="866"/>
                  </a:lnTo>
                  <a:cubicBezTo>
                    <a:pt x="2916" y="982"/>
                    <a:pt x="2982" y="1210"/>
                    <a:pt x="3165" y="1235"/>
                  </a:cubicBezTo>
                  <a:lnTo>
                    <a:pt x="3165" y="3394"/>
                  </a:lnTo>
                  <a:cubicBezTo>
                    <a:pt x="3165" y="4009"/>
                    <a:pt x="3665" y="4509"/>
                    <a:pt x="4280" y="4509"/>
                  </a:cubicBezTo>
                  <a:lnTo>
                    <a:pt x="4399" y="4509"/>
                  </a:lnTo>
                  <a:cubicBezTo>
                    <a:pt x="5029" y="4509"/>
                    <a:pt x="5472" y="4017"/>
                    <a:pt x="5634" y="3806"/>
                  </a:cubicBezTo>
                  <a:cubicBezTo>
                    <a:pt x="5950" y="3391"/>
                    <a:pt x="6182" y="2789"/>
                    <a:pt x="6404" y="2209"/>
                  </a:cubicBezTo>
                  <a:cubicBezTo>
                    <a:pt x="6646" y="1583"/>
                    <a:pt x="6917" y="873"/>
                    <a:pt x="7202" y="788"/>
                  </a:cubicBezTo>
                  <a:cubicBezTo>
                    <a:pt x="7256" y="773"/>
                    <a:pt x="7302" y="765"/>
                    <a:pt x="7343" y="765"/>
                  </a:cubicBezTo>
                  <a:cubicBezTo>
                    <a:pt x="7494" y="765"/>
                    <a:pt x="7569" y="875"/>
                    <a:pt x="7705" y="1108"/>
                  </a:cubicBezTo>
                  <a:cubicBezTo>
                    <a:pt x="7856" y="1365"/>
                    <a:pt x="8064" y="1717"/>
                    <a:pt x="8545" y="1724"/>
                  </a:cubicBezTo>
                  <a:cubicBezTo>
                    <a:pt x="8551" y="1724"/>
                    <a:pt x="8557" y="1724"/>
                    <a:pt x="8563" y="1724"/>
                  </a:cubicBezTo>
                  <a:cubicBezTo>
                    <a:pt x="9126" y="1724"/>
                    <a:pt x="9313" y="1394"/>
                    <a:pt x="9453" y="1154"/>
                  </a:cubicBezTo>
                  <a:cubicBezTo>
                    <a:pt x="9572" y="943"/>
                    <a:pt x="9628" y="859"/>
                    <a:pt x="9836" y="859"/>
                  </a:cubicBezTo>
                  <a:cubicBezTo>
                    <a:pt x="10170" y="859"/>
                    <a:pt x="10349" y="1045"/>
                    <a:pt x="10694" y="1439"/>
                  </a:cubicBezTo>
                  <a:cubicBezTo>
                    <a:pt x="10926" y="1703"/>
                    <a:pt x="11214" y="2033"/>
                    <a:pt x="11650" y="2353"/>
                  </a:cubicBezTo>
                  <a:cubicBezTo>
                    <a:pt x="12354" y="2867"/>
                    <a:pt x="13110" y="3521"/>
                    <a:pt x="13110" y="4751"/>
                  </a:cubicBezTo>
                  <a:lnTo>
                    <a:pt x="13110" y="7185"/>
                  </a:lnTo>
                  <a:cubicBezTo>
                    <a:pt x="13110" y="7406"/>
                    <a:pt x="13173" y="7621"/>
                    <a:pt x="13296" y="7804"/>
                  </a:cubicBezTo>
                  <a:lnTo>
                    <a:pt x="13556" y="8194"/>
                  </a:lnTo>
                  <a:lnTo>
                    <a:pt x="13349" y="11317"/>
                  </a:lnTo>
                  <a:lnTo>
                    <a:pt x="12484" y="11317"/>
                  </a:lnTo>
                  <a:lnTo>
                    <a:pt x="12515" y="11225"/>
                  </a:lnTo>
                  <a:cubicBezTo>
                    <a:pt x="12547" y="11127"/>
                    <a:pt x="12638" y="11060"/>
                    <a:pt x="12744" y="11060"/>
                  </a:cubicBezTo>
                  <a:lnTo>
                    <a:pt x="12871" y="11060"/>
                  </a:lnTo>
                  <a:cubicBezTo>
                    <a:pt x="12987" y="11060"/>
                    <a:pt x="13082" y="10965"/>
                    <a:pt x="13082" y="10849"/>
                  </a:cubicBezTo>
                  <a:lnTo>
                    <a:pt x="13082" y="8816"/>
                  </a:lnTo>
                  <a:cubicBezTo>
                    <a:pt x="13082" y="8778"/>
                    <a:pt x="13071" y="8746"/>
                    <a:pt x="13053" y="8714"/>
                  </a:cubicBezTo>
                  <a:lnTo>
                    <a:pt x="11911" y="6619"/>
                  </a:lnTo>
                  <a:cubicBezTo>
                    <a:pt x="11780" y="6376"/>
                    <a:pt x="11682" y="6116"/>
                    <a:pt x="11622" y="5849"/>
                  </a:cubicBezTo>
                  <a:lnTo>
                    <a:pt x="11348" y="4621"/>
                  </a:lnTo>
                  <a:cubicBezTo>
                    <a:pt x="11321" y="4506"/>
                    <a:pt x="11234" y="4456"/>
                    <a:pt x="11147" y="4456"/>
                  </a:cubicBezTo>
                  <a:cubicBezTo>
                    <a:pt x="11025" y="4456"/>
                    <a:pt x="10902" y="4553"/>
                    <a:pt x="10937" y="4713"/>
                  </a:cubicBezTo>
                  <a:lnTo>
                    <a:pt x="11039" y="5173"/>
                  </a:lnTo>
                  <a:cubicBezTo>
                    <a:pt x="10761" y="5377"/>
                    <a:pt x="10462" y="5546"/>
                    <a:pt x="10145" y="5683"/>
                  </a:cubicBezTo>
                  <a:cubicBezTo>
                    <a:pt x="9921" y="5784"/>
                    <a:pt x="10024" y="6092"/>
                    <a:pt x="10224" y="6092"/>
                  </a:cubicBezTo>
                  <a:cubicBezTo>
                    <a:pt x="10253" y="6092"/>
                    <a:pt x="10285" y="6085"/>
                    <a:pt x="10318" y="6070"/>
                  </a:cubicBezTo>
                  <a:cubicBezTo>
                    <a:pt x="10360" y="6053"/>
                    <a:pt x="10395" y="6035"/>
                    <a:pt x="10434" y="6017"/>
                  </a:cubicBezTo>
                  <a:cubicBezTo>
                    <a:pt x="10669" y="6576"/>
                    <a:pt x="11116" y="7765"/>
                    <a:pt x="11074" y="8349"/>
                  </a:cubicBezTo>
                  <a:cubicBezTo>
                    <a:pt x="11014" y="9231"/>
                    <a:pt x="10613" y="10283"/>
                    <a:pt x="10469" y="10638"/>
                  </a:cubicBezTo>
                  <a:cubicBezTo>
                    <a:pt x="10188" y="10641"/>
                    <a:pt x="9941" y="10824"/>
                    <a:pt x="9853" y="11092"/>
                  </a:cubicBezTo>
                  <a:lnTo>
                    <a:pt x="9730" y="11461"/>
                  </a:lnTo>
                  <a:cubicBezTo>
                    <a:pt x="9685" y="11594"/>
                    <a:pt x="9787" y="11739"/>
                    <a:pt x="9931" y="11739"/>
                  </a:cubicBezTo>
                  <a:lnTo>
                    <a:pt x="11060" y="11739"/>
                  </a:lnTo>
                  <a:cubicBezTo>
                    <a:pt x="11144" y="11739"/>
                    <a:pt x="11221" y="11686"/>
                    <a:pt x="11253" y="11605"/>
                  </a:cubicBezTo>
                  <a:lnTo>
                    <a:pt x="12385" y="8894"/>
                  </a:lnTo>
                  <a:cubicBezTo>
                    <a:pt x="12396" y="8866"/>
                    <a:pt x="12403" y="8834"/>
                    <a:pt x="12399" y="8802"/>
                  </a:cubicBezTo>
                  <a:lnTo>
                    <a:pt x="12378" y="8359"/>
                  </a:lnTo>
                  <a:lnTo>
                    <a:pt x="12656" y="8866"/>
                  </a:lnTo>
                  <a:lnTo>
                    <a:pt x="12656" y="10641"/>
                  </a:lnTo>
                  <a:cubicBezTo>
                    <a:pt x="12403" y="10673"/>
                    <a:pt x="12192" y="10845"/>
                    <a:pt x="12111" y="11088"/>
                  </a:cubicBezTo>
                  <a:lnTo>
                    <a:pt x="11988" y="11457"/>
                  </a:lnTo>
                  <a:cubicBezTo>
                    <a:pt x="11942" y="11594"/>
                    <a:pt x="12044" y="11735"/>
                    <a:pt x="12188" y="11735"/>
                  </a:cubicBezTo>
                  <a:lnTo>
                    <a:pt x="13546" y="11735"/>
                  </a:lnTo>
                  <a:cubicBezTo>
                    <a:pt x="13658" y="11735"/>
                    <a:pt x="13750" y="11651"/>
                    <a:pt x="13757" y="11538"/>
                  </a:cubicBezTo>
                  <a:lnTo>
                    <a:pt x="13982" y="8148"/>
                  </a:lnTo>
                  <a:cubicBezTo>
                    <a:pt x="13985" y="8103"/>
                    <a:pt x="13975" y="8057"/>
                    <a:pt x="13947" y="8018"/>
                  </a:cubicBezTo>
                  <a:lnTo>
                    <a:pt x="13648" y="7568"/>
                  </a:lnTo>
                  <a:cubicBezTo>
                    <a:pt x="13570" y="7452"/>
                    <a:pt x="13532" y="7318"/>
                    <a:pt x="13532" y="7181"/>
                  </a:cubicBezTo>
                  <a:lnTo>
                    <a:pt x="13532" y="4920"/>
                  </a:lnTo>
                  <a:cubicBezTo>
                    <a:pt x="13693" y="5050"/>
                    <a:pt x="13785" y="5247"/>
                    <a:pt x="13785" y="5458"/>
                  </a:cubicBezTo>
                  <a:lnTo>
                    <a:pt x="13785" y="6499"/>
                  </a:lnTo>
                  <a:cubicBezTo>
                    <a:pt x="13785" y="6735"/>
                    <a:pt x="13880" y="6963"/>
                    <a:pt x="14045" y="7129"/>
                  </a:cubicBezTo>
                  <a:lnTo>
                    <a:pt x="14073" y="7157"/>
                  </a:lnTo>
                  <a:cubicBezTo>
                    <a:pt x="14119" y="7200"/>
                    <a:pt x="14170" y="7219"/>
                    <a:pt x="14218" y="7219"/>
                  </a:cubicBezTo>
                  <a:cubicBezTo>
                    <a:pt x="14381" y="7219"/>
                    <a:pt x="14518" y="7012"/>
                    <a:pt x="14372" y="6858"/>
                  </a:cubicBezTo>
                  <a:lnTo>
                    <a:pt x="14376" y="6858"/>
                  </a:lnTo>
                  <a:lnTo>
                    <a:pt x="14347" y="6830"/>
                  </a:lnTo>
                  <a:cubicBezTo>
                    <a:pt x="14260" y="6742"/>
                    <a:pt x="14210" y="6622"/>
                    <a:pt x="14210" y="6499"/>
                  </a:cubicBezTo>
                  <a:lnTo>
                    <a:pt x="14210" y="5458"/>
                  </a:lnTo>
                  <a:cubicBezTo>
                    <a:pt x="14210" y="5082"/>
                    <a:pt x="14024" y="4734"/>
                    <a:pt x="13715" y="4530"/>
                  </a:cubicBezTo>
                  <a:lnTo>
                    <a:pt x="13514" y="4396"/>
                  </a:lnTo>
                  <a:cubicBezTo>
                    <a:pt x="13391" y="3253"/>
                    <a:pt x="12670" y="2571"/>
                    <a:pt x="11900" y="2005"/>
                  </a:cubicBezTo>
                  <a:cubicBezTo>
                    <a:pt x="11503" y="1717"/>
                    <a:pt x="11242" y="1418"/>
                    <a:pt x="11014" y="1158"/>
                  </a:cubicBezTo>
                  <a:cubicBezTo>
                    <a:pt x="10669" y="767"/>
                    <a:pt x="10377" y="430"/>
                    <a:pt x="9836" y="430"/>
                  </a:cubicBezTo>
                  <a:cubicBezTo>
                    <a:pt x="9375" y="430"/>
                    <a:pt x="9206" y="725"/>
                    <a:pt x="9083" y="943"/>
                  </a:cubicBezTo>
                  <a:cubicBezTo>
                    <a:pt x="8962" y="1155"/>
                    <a:pt x="8881" y="1298"/>
                    <a:pt x="8561" y="1298"/>
                  </a:cubicBezTo>
                  <a:cubicBezTo>
                    <a:pt x="8557" y="1298"/>
                    <a:pt x="8553" y="1298"/>
                    <a:pt x="8549" y="1298"/>
                  </a:cubicBezTo>
                  <a:cubicBezTo>
                    <a:pt x="8317" y="1295"/>
                    <a:pt x="8222" y="1151"/>
                    <a:pt x="8067" y="890"/>
                  </a:cubicBezTo>
                  <a:cubicBezTo>
                    <a:pt x="7927" y="654"/>
                    <a:pt x="7743" y="342"/>
                    <a:pt x="7350" y="342"/>
                  </a:cubicBezTo>
                  <a:cubicBezTo>
                    <a:pt x="7270" y="342"/>
                    <a:pt x="7181" y="355"/>
                    <a:pt x="7083" y="384"/>
                  </a:cubicBezTo>
                  <a:cubicBezTo>
                    <a:pt x="6597" y="525"/>
                    <a:pt x="6326" y="1235"/>
                    <a:pt x="6010" y="2058"/>
                  </a:cubicBezTo>
                  <a:cubicBezTo>
                    <a:pt x="5799" y="2610"/>
                    <a:pt x="5577" y="3180"/>
                    <a:pt x="5300" y="3545"/>
                  </a:cubicBezTo>
                  <a:cubicBezTo>
                    <a:pt x="5201" y="3672"/>
                    <a:pt x="4853" y="4087"/>
                    <a:pt x="4399" y="4087"/>
                  </a:cubicBezTo>
                  <a:lnTo>
                    <a:pt x="4280" y="4087"/>
                  </a:lnTo>
                  <a:cubicBezTo>
                    <a:pt x="3897" y="4083"/>
                    <a:pt x="3587" y="3774"/>
                    <a:pt x="3587" y="3394"/>
                  </a:cubicBezTo>
                  <a:lnTo>
                    <a:pt x="3587" y="971"/>
                  </a:lnTo>
                  <a:lnTo>
                    <a:pt x="3963" y="658"/>
                  </a:lnTo>
                  <a:cubicBezTo>
                    <a:pt x="4044" y="588"/>
                    <a:pt x="4065" y="472"/>
                    <a:pt x="4009" y="381"/>
                  </a:cubicBezTo>
                  <a:cubicBezTo>
                    <a:pt x="4006" y="377"/>
                    <a:pt x="3756" y="1"/>
                    <a:pt x="3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2" name="Google Shape;16632;p84"/>
          <p:cNvGrpSpPr/>
          <p:nvPr/>
        </p:nvGrpSpPr>
        <p:grpSpPr>
          <a:xfrm>
            <a:off x="7118514" y="3348136"/>
            <a:ext cx="380317" cy="360972"/>
            <a:chOff x="7118514" y="3348136"/>
            <a:chExt cx="380317" cy="360972"/>
          </a:xfrm>
        </p:grpSpPr>
        <p:sp>
          <p:nvSpPr>
            <p:cNvPr id="16633" name="Google Shape;16633;p84"/>
            <p:cNvSpPr/>
            <p:nvPr/>
          </p:nvSpPr>
          <p:spPr>
            <a:xfrm>
              <a:off x="7143023" y="3353405"/>
              <a:ext cx="350382" cy="350382"/>
            </a:xfrm>
            <a:custGeom>
              <a:rect b="b" l="l" r="r" t="t"/>
              <a:pathLst>
                <a:path extrusionOk="0" h="13367" w="13367">
                  <a:moveTo>
                    <a:pt x="6682" y="1"/>
                  </a:moveTo>
                  <a:cubicBezTo>
                    <a:pt x="2993" y="1"/>
                    <a:pt x="0" y="2993"/>
                    <a:pt x="0" y="6685"/>
                  </a:cubicBezTo>
                  <a:cubicBezTo>
                    <a:pt x="0" y="10374"/>
                    <a:pt x="2993" y="13367"/>
                    <a:pt x="6682" y="13367"/>
                  </a:cubicBezTo>
                  <a:cubicBezTo>
                    <a:pt x="10374" y="13367"/>
                    <a:pt x="13366" y="10374"/>
                    <a:pt x="13366" y="6685"/>
                  </a:cubicBezTo>
                  <a:cubicBezTo>
                    <a:pt x="13366" y="2993"/>
                    <a:pt x="10374" y="1"/>
                    <a:pt x="6682"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84"/>
            <p:cNvSpPr/>
            <p:nvPr/>
          </p:nvSpPr>
          <p:spPr>
            <a:xfrm>
              <a:off x="7137964" y="3379408"/>
              <a:ext cx="329439" cy="324380"/>
            </a:xfrm>
            <a:custGeom>
              <a:rect b="b" l="l" r="r" t="t"/>
              <a:pathLst>
                <a:path extrusionOk="0" h="12375" w="12568">
                  <a:moveTo>
                    <a:pt x="3376" y="0"/>
                  </a:moveTo>
                  <a:lnTo>
                    <a:pt x="3376" y="0"/>
                  </a:lnTo>
                  <a:cubicBezTo>
                    <a:pt x="1632" y="1069"/>
                    <a:pt x="478" y="2880"/>
                    <a:pt x="239" y="4913"/>
                  </a:cubicBezTo>
                  <a:cubicBezTo>
                    <a:pt x="0" y="6942"/>
                    <a:pt x="703" y="8971"/>
                    <a:pt x="2149" y="10419"/>
                  </a:cubicBezTo>
                  <a:cubicBezTo>
                    <a:pt x="3411" y="11679"/>
                    <a:pt x="5114" y="12375"/>
                    <a:pt x="6874" y="12375"/>
                  </a:cubicBezTo>
                  <a:cubicBezTo>
                    <a:pt x="7133" y="12375"/>
                    <a:pt x="7394" y="12360"/>
                    <a:pt x="7655" y="12329"/>
                  </a:cubicBezTo>
                  <a:cubicBezTo>
                    <a:pt x="9688" y="12090"/>
                    <a:pt x="11499" y="10936"/>
                    <a:pt x="12568" y="9192"/>
                  </a:cubicBezTo>
                  <a:lnTo>
                    <a:pt x="12568" y="9192"/>
                  </a:lnTo>
                  <a:cubicBezTo>
                    <a:pt x="11522" y="9839"/>
                    <a:pt x="10315" y="10184"/>
                    <a:pt x="9088" y="10184"/>
                  </a:cubicBezTo>
                  <a:cubicBezTo>
                    <a:pt x="9081" y="10184"/>
                    <a:pt x="9075" y="10184"/>
                    <a:pt x="9069" y="10184"/>
                  </a:cubicBezTo>
                  <a:cubicBezTo>
                    <a:pt x="6646" y="10184"/>
                    <a:pt x="4413" y="8876"/>
                    <a:pt x="3232" y="6762"/>
                  </a:cubicBezTo>
                  <a:cubicBezTo>
                    <a:pt x="2054" y="4649"/>
                    <a:pt x="2106" y="2061"/>
                    <a:pt x="337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84"/>
            <p:cNvSpPr/>
            <p:nvPr/>
          </p:nvSpPr>
          <p:spPr>
            <a:xfrm>
              <a:off x="7143678" y="3543655"/>
              <a:ext cx="33945" cy="82071"/>
            </a:xfrm>
            <a:custGeom>
              <a:rect b="b" l="l" r="r" t="t"/>
              <a:pathLst>
                <a:path extrusionOk="0" h="3131" w="1295">
                  <a:moveTo>
                    <a:pt x="0" y="0"/>
                  </a:moveTo>
                  <a:lnTo>
                    <a:pt x="0" y="0"/>
                  </a:lnTo>
                  <a:cubicBezTo>
                    <a:pt x="95" y="1119"/>
                    <a:pt x="471" y="2195"/>
                    <a:pt x="1094" y="3130"/>
                  </a:cubicBezTo>
                  <a:lnTo>
                    <a:pt x="1280" y="1435"/>
                  </a:lnTo>
                  <a:cubicBezTo>
                    <a:pt x="1294" y="1302"/>
                    <a:pt x="1248" y="1168"/>
                    <a:pt x="1150" y="1077"/>
                  </a:cubicBezTo>
                  <a:lnTo>
                    <a:pt x="0"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84"/>
            <p:cNvSpPr/>
            <p:nvPr/>
          </p:nvSpPr>
          <p:spPr>
            <a:xfrm>
              <a:off x="7214190" y="3353405"/>
              <a:ext cx="279294" cy="288862"/>
            </a:xfrm>
            <a:custGeom>
              <a:rect b="b" l="l" r="r" t="t"/>
              <a:pathLst>
                <a:path extrusionOk="0" h="11020" w="10655">
                  <a:moveTo>
                    <a:pt x="5921" y="2663"/>
                  </a:moveTo>
                  <a:cubicBezTo>
                    <a:pt x="6065" y="2663"/>
                    <a:pt x="6193" y="2768"/>
                    <a:pt x="6217" y="2916"/>
                  </a:cubicBezTo>
                  <a:cubicBezTo>
                    <a:pt x="6245" y="3088"/>
                    <a:pt x="6126" y="3246"/>
                    <a:pt x="5953" y="3264"/>
                  </a:cubicBezTo>
                  <a:lnTo>
                    <a:pt x="5134" y="3355"/>
                  </a:lnTo>
                  <a:lnTo>
                    <a:pt x="5134" y="3355"/>
                  </a:lnTo>
                  <a:lnTo>
                    <a:pt x="5271" y="2997"/>
                  </a:lnTo>
                  <a:cubicBezTo>
                    <a:pt x="5324" y="2856"/>
                    <a:pt x="5444" y="2754"/>
                    <a:pt x="5588" y="2726"/>
                  </a:cubicBezTo>
                  <a:lnTo>
                    <a:pt x="5859" y="2670"/>
                  </a:lnTo>
                  <a:cubicBezTo>
                    <a:pt x="5879" y="2665"/>
                    <a:pt x="5900" y="2663"/>
                    <a:pt x="5921" y="2663"/>
                  </a:cubicBezTo>
                  <a:close/>
                  <a:moveTo>
                    <a:pt x="3780" y="2842"/>
                  </a:moveTo>
                  <a:lnTo>
                    <a:pt x="4104" y="3334"/>
                  </a:lnTo>
                  <a:cubicBezTo>
                    <a:pt x="4186" y="3457"/>
                    <a:pt x="4319" y="3527"/>
                    <a:pt x="4459" y="3527"/>
                  </a:cubicBezTo>
                  <a:cubicBezTo>
                    <a:pt x="4499" y="3527"/>
                    <a:pt x="4539" y="3522"/>
                    <a:pt x="4579" y="3510"/>
                  </a:cubicBezTo>
                  <a:lnTo>
                    <a:pt x="5134" y="3355"/>
                  </a:lnTo>
                  <a:lnTo>
                    <a:pt x="5127" y="3637"/>
                  </a:lnTo>
                  <a:lnTo>
                    <a:pt x="5785" y="3971"/>
                  </a:lnTo>
                  <a:lnTo>
                    <a:pt x="5556" y="4308"/>
                  </a:lnTo>
                  <a:lnTo>
                    <a:pt x="3534" y="4308"/>
                  </a:lnTo>
                  <a:lnTo>
                    <a:pt x="1760" y="3610"/>
                  </a:lnTo>
                  <a:lnTo>
                    <a:pt x="2268" y="2898"/>
                  </a:lnTo>
                  <a:lnTo>
                    <a:pt x="3780" y="2842"/>
                  </a:lnTo>
                  <a:close/>
                  <a:moveTo>
                    <a:pt x="3917" y="1"/>
                  </a:moveTo>
                  <a:lnTo>
                    <a:pt x="3555" y="1544"/>
                  </a:lnTo>
                  <a:lnTo>
                    <a:pt x="2124" y="1544"/>
                  </a:lnTo>
                  <a:cubicBezTo>
                    <a:pt x="2019" y="1544"/>
                    <a:pt x="1927" y="1625"/>
                    <a:pt x="1913" y="1731"/>
                  </a:cubicBezTo>
                  <a:lnTo>
                    <a:pt x="1794" y="2624"/>
                  </a:lnTo>
                  <a:lnTo>
                    <a:pt x="1132" y="2659"/>
                  </a:lnTo>
                  <a:cubicBezTo>
                    <a:pt x="1020" y="2662"/>
                    <a:pt x="932" y="2754"/>
                    <a:pt x="928" y="2863"/>
                  </a:cubicBezTo>
                  <a:lnTo>
                    <a:pt x="904" y="3440"/>
                  </a:lnTo>
                  <a:cubicBezTo>
                    <a:pt x="901" y="3564"/>
                    <a:pt x="999" y="3662"/>
                    <a:pt x="1121" y="3662"/>
                  </a:cubicBezTo>
                  <a:cubicBezTo>
                    <a:pt x="1127" y="3662"/>
                    <a:pt x="1133" y="3662"/>
                    <a:pt x="1139" y="3661"/>
                  </a:cubicBezTo>
                  <a:lnTo>
                    <a:pt x="1750" y="3613"/>
                  </a:lnTo>
                  <a:lnTo>
                    <a:pt x="1750" y="3613"/>
                  </a:lnTo>
                  <a:lnTo>
                    <a:pt x="165" y="5078"/>
                  </a:lnTo>
                  <a:cubicBezTo>
                    <a:pt x="49" y="5187"/>
                    <a:pt x="0" y="5346"/>
                    <a:pt x="39" y="5500"/>
                  </a:cubicBezTo>
                  <a:lnTo>
                    <a:pt x="331" y="6692"/>
                  </a:lnTo>
                  <a:cubicBezTo>
                    <a:pt x="376" y="6879"/>
                    <a:pt x="538" y="7009"/>
                    <a:pt x="728" y="7019"/>
                  </a:cubicBezTo>
                  <a:lnTo>
                    <a:pt x="2356" y="7107"/>
                  </a:lnTo>
                  <a:cubicBezTo>
                    <a:pt x="2676" y="7125"/>
                    <a:pt x="2936" y="7375"/>
                    <a:pt x="2964" y="7695"/>
                  </a:cubicBezTo>
                  <a:lnTo>
                    <a:pt x="3105" y="9185"/>
                  </a:lnTo>
                  <a:lnTo>
                    <a:pt x="3650" y="10617"/>
                  </a:lnTo>
                  <a:cubicBezTo>
                    <a:pt x="3749" y="10874"/>
                    <a:pt x="3991" y="11020"/>
                    <a:pt x="4238" y="11020"/>
                  </a:cubicBezTo>
                  <a:cubicBezTo>
                    <a:pt x="4386" y="11020"/>
                    <a:pt x="4535" y="10968"/>
                    <a:pt x="4656" y="10856"/>
                  </a:cubicBezTo>
                  <a:lnTo>
                    <a:pt x="6112" y="9530"/>
                  </a:lnTo>
                  <a:cubicBezTo>
                    <a:pt x="6224" y="9432"/>
                    <a:pt x="6295" y="9294"/>
                    <a:pt x="6316" y="9147"/>
                  </a:cubicBezTo>
                  <a:lnTo>
                    <a:pt x="6470" y="8081"/>
                  </a:lnTo>
                  <a:lnTo>
                    <a:pt x="7525" y="6924"/>
                  </a:lnTo>
                  <a:cubicBezTo>
                    <a:pt x="7638" y="6794"/>
                    <a:pt x="7568" y="6590"/>
                    <a:pt x="7399" y="6566"/>
                  </a:cubicBezTo>
                  <a:lnTo>
                    <a:pt x="7202" y="6534"/>
                  </a:lnTo>
                  <a:lnTo>
                    <a:pt x="7237" y="6464"/>
                  </a:lnTo>
                  <a:lnTo>
                    <a:pt x="8710" y="5476"/>
                  </a:lnTo>
                  <a:lnTo>
                    <a:pt x="8366" y="5008"/>
                  </a:lnTo>
                  <a:lnTo>
                    <a:pt x="8978" y="4941"/>
                  </a:lnTo>
                  <a:cubicBezTo>
                    <a:pt x="8997" y="4938"/>
                    <a:pt x="9016" y="4937"/>
                    <a:pt x="9035" y="4937"/>
                  </a:cubicBezTo>
                  <a:cubicBezTo>
                    <a:pt x="9190" y="4937"/>
                    <a:pt x="9335" y="5025"/>
                    <a:pt x="9410" y="5163"/>
                  </a:cubicBezTo>
                  <a:lnTo>
                    <a:pt x="9839" y="5957"/>
                  </a:lnTo>
                  <a:lnTo>
                    <a:pt x="10138" y="6513"/>
                  </a:lnTo>
                  <a:cubicBezTo>
                    <a:pt x="10191" y="6611"/>
                    <a:pt x="10279" y="6685"/>
                    <a:pt x="10388" y="6717"/>
                  </a:cubicBezTo>
                  <a:lnTo>
                    <a:pt x="10651" y="6819"/>
                  </a:lnTo>
                  <a:cubicBezTo>
                    <a:pt x="10651" y="6777"/>
                    <a:pt x="10655" y="6727"/>
                    <a:pt x="10655" y="6682"/>
                  </a:cubicBezTo>
                  <a:cubicBezTo>
                    <a:pt x="10651" y="2990"/>
                    <a:pt x="7659" y="1"/>
                    <a:pt x="396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84"/>
            <p:cNvSpPr/>
            <p:nvPr/>
          </p:nvSpPr>
          <p:spPr>
            <a:xfrm>
              <a:off x="7118514" y="3348136"/>
              <a:ext cx="380317" cy="360972"/>
            </a:xfrm>
            <a:custGeom>
              <a:rect b="b" l="l" r="r" t="t"/>
              <a:pathLst>
                <a:path extrusionOk="0" h="13771" w="14509">
                  <a:moveTo>
                    <a:pt x="9568" y="3074"/>
                  </a:moveTo>
                  <a:cubicBezTo>
                    <a:pt x="9691" y="3078"/>
                    <a:pt x="9702" y="3257"/>
                    <a:pt x="9579" y="3271"/>
                  </a:cubicBezTo>
                  <a:lnTo>
                    <a:pt x="9090" y="3328"/>
                  </a:lnTo>
                  <a:lnTo>
                    <a:pt x="9111" y="3275"/>
                  </a:lnTo>
                  <a:cubicBezTo>
                    <a:pt x="9139" y="3201"/>
                    <a:pt x="9203" y="3145"/>
                    <a:pt x="9280" y="3131"/>
                  </a:cubicBezTo>
                  <a:lnTo>
                    <a:pt x="9547" y="3074"/>
                  </a:lnTo>
                  <a:close/>
                  <a:moveTo>
                    <a:pt x="7124" y="3261"/>
                  </a:moveTo>
                  <a:lnTo>
                    <a:pt x="7124" y="3261"/>
                  </a:lnTo>
                  <a:cubicBezTo>
                    <a:pt x="6906" y="3813"/>
                    <a:pt x="6906" y="3845"/>
                    <a:pt x="6906" y="3883"/>
                  </a:cubicBezTo>
                  <a:cubicBezTo>
                    <a:pt x="6906" y="3996"/>
                    <a:pt x="6998" y="4080"/>
                    <a:pt x="7107" y="4084"/>
                  </a:cubicBezTo>
                  <a:lnTo>
                    <a:pt x="7107" y="4087"/>
                  </a:lnTo>
                  <a:cubicBezTo>
                    <a:pt x="7202" y="4084"/>
                    <a:pt x="7286" y="4017"/>
                    <a:pt x="7304" y="3922"/>
                  </a:cubicBezTo>
                  <a:cubicBezTo>
                    <a:pt x="7318" y="3873"/>
                    <a:pt x="7388" y="3693"/>
                    <a:pt x="7473" y="3482"/>
                  </a:cubicBezTo>
                  <a:lnTo>
                    <a:pt x="7585" y="3655"/>
                  </a:lnTo>
                  <a:cubicBezTo>
                    <a:pt x="7704" y="3835"/>
                    <a:pt x="7904" y="3938"/>
                    <a:pt x="8114" y="3938"/>
                  </a:cubicBezTo>
                  <a:cubicBezTo>
                    <a:pt x="8170" y="3938"/>
                    <a:pt x="8228" y="3931"/>
                    <a:pt x="8285" y="3915"/>
                  </a:cubicBezTo>
                  <a:lnTo>
                    <a:pt x="8577" y="3834"/>
                  </a:lnTo>
                  <a:lnTo>
                    <a:pt x="8577" y="3838"/>
                  </a:lnTo>
                  <a:cubicBezTo>
                    <a:pt x="8573" y="3915"/>
                    <a:pt x="8615" y="3989"/>
                    <a:pt x="8686" y="4024"/>
                  </a:cubicBezTo>
                  <a:lnTo>
                    <a:pt x="9143" y="4256"/>
                  </a:lnTo>
                  <a:lnTo>
                    <a:pt x="9101" y="4316"/>
                  </a:lnTo>
                  <a:lnTo>
                    <a:pt x="7226" y="4316"/>
                  </a:lnTo>
                  <a:lnTo>
                    <a:pt x="5721" y="3725"/>
                  </a:lnTo>
                  <a:lnTo>
                    <a:pt x="6027" y="3303"/>
                  </a:lnTo>
                  <a:lnTo>
                    <a:pt x="7124" y="3261"/>
                  </a:lnTo>
                  <a:close/>
                  <a:moveTo>
                    <a:pt x="1224" y="7959"/>
                  </a:moveTo>
                  <a:lnTo>
                    <a:pt x="1973" y="8680"/>
                  </a:lnTo>
                  <a:cubicBezTo>
                    <a:pt x="2022" y="8729"/>
                    <a:pt x="2047" y="8799"/>
                    <a:pt x="2040" y="8870"/>
                  </a:cubicBezTo>
                  <a:lnTo>
                    <a:pt x="1917" y="9974"/>
                  </a:lnTo>
                  <a:cubicBezTo>
                    <a:pt x="1575" y="9348"/>
                    <a:pt x="1340" y="8666"/>
                    <a:pt x="1224" y="7959"/>
                  </a:cubicBezTo>
                  <a:close/>
                  <a:moveTo>
                    <a:pt x="7652" y="402"/>
                  </a:moveTo>
                  <a:cubicBezTo>
                    <a:pt x="11158" y="420"/>
                    <a:pt x="14013" y="3222"/>
                    <a:pt x="14097" y="6725"/>
                  </a:cubicBezTo>
                  <a:cubicBezTo>
                    <a:pt x="14041" y="6707"/>
                    <a:pt x="13992" y="6668"/>
                    <a:pt x="13964" y="6616"/>
                  </a:cubicBezTo>
                  <a:lnTo>
                    <a:pt x="13665" y="6063"/>
                  </a:lnTo>
                  <a:cubicBezTo>
                    <a:pt x="13624" y="5984"/>
                    <a:pt x="13558" y="5951"/>
                    <a:pt x="13492" y="5951"/>
                  </a:cubicBezTo>
                  <a:cubicBezTo>
                    <a:pt x="13354" y="5951"/>
                    <a:pt x="13217" y="6095"/>
                    <a:pt x="13310" y="6257"/>
                  </a:cubicBezTo>
                  <a:lnTo>
                    <a:pt x="13612" y="6809"/>
                  </a:lnTo>
                  <a:cubicBezTo>
                    <a:pt x="13690" y="6957"/>
                    <a:pt x="13820" y="7062"/>
                    <a:pt x="13978" y="7111"/>
                  </a:cubicBezTo>
                  <a:lnTo>
                    <a:pt x="14094" y="7150"/>
                  </a:lnTo>
                  <a:cubicBezTo>
                    <a:pt x="14034" y="8778"/>
                    <a:pt x="13356" y="10322"/>
                    <a:pt x="12202" y="11472"/>
                  </a:cubicBezTo>
                  <a:cubicBezTo>
                    <a:pt x="10936" y="12736"/>
                    <a:pt x="9277" y="13368"/>
                    <a:pt x="7618" y="13368"/>
                  </a:cubicBezTo>
                  <a:cubicBezTo>
                    <a:pt x="5960" y="13368"/>
                    <a:pt x="4301" y="12736"/>
                    <a:pt x="3035" y="11472"/>
                  </a:cubicBezTo>
                  <a:cubicBezTo>
                    <a:pt x="2746" y="11183"/>
                    <a:pt x="2486" y="10870"/>
                    <a:pt x="2258" y="10536"/>
                  </a:cubicBezTo>
                  <a:lnTo>
                    <a:pt x="2440" y="8915"/>
                  </a:lnTo>
                  <a:cubicBezTo>
                    <a:pt x="2462" y="8722"/>
                    <a:pt x="2391" y="8525"/>
                    <a:pt x="2251" y="8388"/>
                  </a:cubicBezTo>
                  <a:lnTo>
                    <a:pt x="1153" y="7329"/>
                  </a:lnTo>
                  <a:cubicBezTo>
                    <a:pt x="1143" y="7182"/>
                    <a:pt x="1136" y="7034"/>
                    <a:pt x="1136" y="6886"/>
                  </a:cubicBezTo>
                  <a:cubicBezTo>
                    <a:pt x="1139" y="4034"/>
                    <a:pt x="3000" y="1517"/>
                    <a:pt x="5728" y="683"/>
                  </a:cubicBezTo>
                  <a:lnTo>
                    <a:pt x="5728" y="683"/>
                  </a:lnTo>
                  <a:lnTo>
                    <a:pt x="5595" y="1028"/>
                  </a:lnTo>
                  <a:cubicBezTo>
                    <a:pt x="5535" y="1188"/>
                    <a:pt x="5663" y="1303"/>
                    <a:pt x="5789" y="1303"/>
                  </a:cubicBezTo>
                  <a:cubicBezTo>
                    <a:pt x="5863" y="1303"/>
                    <a:pt x="5936" y="1264"/>
                    <a:pt x="5971" y="1172"/>
                  </a:cubicBezTo>
                  <a:lnTo>
                    <a:pt x="6203" y="557"/>
                  </a:lnTo>
                  <a:cubicBezTo>
                    <a:pt x="6541" y="483"/>
                    <a:pt x="6885" y="434"/>
                    <a:pt x="7233" y="416"/>
                  </a:cubicBezTo>
                  <a:lnTo>
                    <a:pt x="7233" y="416"/>
                  </a:lnTo>
                  <a:lnTo>
                    <a:pt x="6949" y="1524"/>
                  </a:lnTo>
                  <a:lnTo>
                    <a:pt x="6871" y="1545"/>
                  </a:lnTo>
                  <a:lnTo>
                    <a:pt x="5774" y="1545"/>
                  </a:lnTo>
                  <a:cubicBezTo>
                    <a:pt x="5567" y="1545"/>
                    <a:pt x="5391" y="1700"/>
                    <a:pt x="5363" y="1907"/>
                  </a:cubicBezTo>
                  <a:lnTo>
                    <a:pt x="5264" y="2631"/>
                  </a:lnTo>
                  <a:lnTo>
                    <a:pt x="4768" y="2656"/>
                  </a:lnTo>
                  <a:cubicBezTo>
                    <a:pt x="4554" y="2667"/>
                    <a:pt x="4382" y="2842"/>
                    <a:pt x="4375" y="3057"/>
                  </a:cubicBezTo>
                  <a:lnTo>
                    <a:pt x="4350" y="3634"/>
                  </a:lnTo>
                  <a:cubicBezTo>
                    <a:pt x="4340" y="3871"/>
                    <a:pt x="4534" y="4068"/>
                    <a:pt x="4768" y="4068"/>
                  </a:cubicBezTo>
                  <a:cubicBezTo>
                    <a:pt x="4780" y="4068"/>
                    <a:pt x="4792" y="4067"/>
                    <a:pt x="4804" y="4066"/>
                  </a:cubicBezTo>
                  <a:lnTo>
                    <a:pt x="4839" y="4063"/>
                  </a:lnTo>
                  <a:lnTo>
                    <a:pt x="4431" y="4439"/>
                  </a:lnTo>
                  <a:cubicBezTo>
                    <a:pt x="4280" y="4582"/>
                    <a:pt x="4410" y="4789"/>
                    <a:pt x="4568" y="4789"/>
                  </a:cubicBezTo>
                  <a:cubicBezTo>
                    <a:pt x="4612" y="4789"/>
                    <a:pt x="4658" y="4773"/>
                    <a:pt x="4702" y="4734"/>
                  </a:cubicBezTo>
                  <a:lnTo>
                    <a:pt x="5451" y="4045"/>
                  </a:lnTo>
                  <a:lnTo>
                    <a:pt x="7110" y="4699"/>
                  </a:lnTo>
                  <a:cubicBezTo>
                    <a:pt x="7135" y="4710"/>
                    <a:pt x="7160" y="4713"/>
                    <a:pt x="7184" y="4713"/>
                  </a:cubicBezTo>
                  <a:lnTo>
                    <a:pt x="9206" y="4713"/>
                  </a:lnTo>
                  <a:cubicBezTo>
                    <a:pt x="9273" y="4713"/>
                    <a:pt x="9336" y="4681"/>
                    <a:pt x="9371" y="4625"/>
                  </a:cubicBezTo>
                  <a:lnTo>
                    <a:pt x="9600" y="4291"/>
                  </a:lnTo>
                  <a:cubicBezTo>
                    <a:pt x="9670" y="4189"/>
                    <a:pt x="9635" y="4052"/>
                    <a:pt x="9526" y="3996"/>
                  </a:cubicBezTo>
                  <a:lnTo>
                    <a:pt x="9016" y="3739"/>
                  </a:lnTo>
                  <a:lnTo>
                    <a:pt x="9625" y="3669"/>
                  </a:lnTo>
                  <a:cubicBezTo>
                    <a:pt x="9909" y="3637"/>
                    <a:pt x="10113" y="3373"/>
                    <a:pt x="10068" y="3089"/>
                  </a:cubicBezTo>
                  <a:cubicBezTo>
                    <a:pt x="10028" y="2840"/>
                    <a:pt x="9813" y="2666"/>
                    <a:pt x="9572" y="2666"/>
                  </a:cubicBezTo>
                  <a:cubicBezTo>
                    <a:pt x="9537" y="2666"/>
                    <a:pt x="9502" y="2670"/>
                    <a:pt x="9466" y="2677"/>
                  </a:cubicBezTo>
                  <a:lnTo>
                    <a:pt x="9196" y="2733"/>
                  </a:lnTo>
                  <a:cubicBezTo>
                    <a:pt x="8985" y="2776"/>
                    <a:pt x="8809" y="2927"/>
                    <a:pt x="8731" y="3127"/>
                  </a:cubicBezTo>
                  <a:lnTo>
                    <a:pt x="8629" y="3391"/>
                  </a:lnTo>
                  <a:lnTo>
                    <a:pt x="8172" y="3518"/>
                  </a:lnTo>
                  <a:cubicBezTo>
                    <a:pt x="8152" y="3524"/>
                    <a:pt x="8132" y="3527"/>
                    <a:pt x="8111" y="3527"/>
                  </a:cubicBezTo>
                  <a:cubicBezTo>
                    <a:pt x="8038" y="3527"/>
                    <a:pt x="7967" y="3489"/>
                    <a:pt x="7926" y="3426"/>
                  </a:cubicBezTo>
                  <a:lnTo>
                    <a:pt x="7599" y="2934"/>
                  </a:lnTo>
                  <a:cubicBezTo>
                    <a:pt x="7562" y="2877"/>
                    <a:pt x="7500" y="2842"/>
                    <a:pt x="7433" y="2842"/>
                  </a:cubicBezTo>
                  <a:cubicBezTo>
                    <a:pt x="7430" y="2842"/>
                    <a:pt x="7426" y="2842"/>
                    <a:pt x="7423" y="2842"/>
                  </a:cubicBezTo>
                  <a:lnTo>
                    <a:pt x="5915" y="2899"/>
                  </a:lnTo>
                  <a:cubicBezTo>
                    <a:pt x="5851" y="2899"/>
                    <a:pt x="5792" y="2930"/>
                    <a:pt x="5756" y="2980"/>
                  </a:cubicBezTo>
                  <a:lnTo>
                    <a:pt x="5299" y="3620"/>
                  </a:lnTo>
                  <a:lnTo>
                    <a:pt x="4772" y="3662"/>
                  </a:lnTo>
                  <a:cubicBezTo>
                    <a:pt x="4768" y="3662"/>
                    <a:pt x="4765" y="3662"/>
                    <a:pt x="4761" y="3658"/>
                  </a:cubicBezTo>
                  <a:cubicBezTo>
                    <a:pt x="4758" y="3658"/>
                    <a:pt x="4758" y="3651"/>
                    <a:pt x="4758" y="3648"/>
                  </a:cubicBezTo>
                  <a:lnTo>
                    <a:pt x="4779" y="3074"/>
                  </a:lnTo>
                  <a:cubicBezTo>
                    <a:pt x="4779" y="3067"/>
                    <a:pt x="4786" y="3060"/>
                    <a:pt x="4793" y="3060"/>
                  </a:cubicBezTo>
                  <a:lnTo>
                    <a:pt x="5454" y="3025"/>
                  </a:lnTo>
                  <a:cubicBezTo>
                    <a:pt x="5553" y="3022"/>
                    <a:pt x="5630" y="2948"/>
                    <a:pt x="5644" y="2849"/>
                  </a:cubicBezTo>
                  <a:lnTo>
                    <a:pt x="5764" y="1960"/>
                  </a:lnTo>
                  <a:cubicBezTo>
                    <a:pt x="5764" y="1953"/>
                    <a:pt x="5771" y="1946"/>
                    <a:pt x="5778" y="1946"/>
                  </a:cubicBezTo>
                  <a:lnTo>
                    <a:pt x="6899" y="1946"/>
                  </a:lnTo>
                  <a:cubicBezTo>
                    <a:pt x="6917" y="1946"/>
                    <a:pt x="6934" y="1946"/>
                    <a:pt x="6952" y="1939"/>
                  </a:cubicBezTo>
                  <a:lnTo>
                    <a:pt x="8067" y="1636"/>
                  </a:lnTo>
                  <a:cubicBezTo>
                    <a:pt x="8130" y="1619"/>
                    <a:pt x="8179" y="1569"/>
                    <a:pt x="8204" y="1510"/>
                  </a:cubicBezTo>
                  <a:lnTo>
                    <a:pt x="8345" y="1112"/>
                  </a:lnTo>
                  <a:cubicBezTo>
                    <a:pt x="8404" y="954"/>
                    <a:pt x="8277" y="841"/>
                    <a:pt x="8152" y="841"/>
                  </a:cubicBezTo>
                  <a:cubicBezTo>
                    <a:pt x="8077" y="841"/>
                    <a:pt x="8002" y="881"/>
                    <a:pt x="7968" y="975"/>
                  </a:cubicBezTo>
                  <a:lnTo>
                    <a:pt x="7859" y="1274"/>
                  </a:lnTo>
                  <a:lnTo>
                    <a:pt x="7399" y="1401"/>
                  </a:lnTo>
                  <a:lnTo>
                    <a:pt x="7652" y="402"/>
                  </a:lnTo>
                  <a:close/>
                  <a:moveTo>
                    <a:pt x="7616" y="1"/>
                  </a:moveTo>
                  <a:cubicBezTo>
                    <a:pt x="6292" y="1"/>
                    <a:pt x="4960" y="382"/>
                    <a:pt x="3794"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9" y="5058"/>
                    <a:pt x="13781" y="3307"/>
                    <a:pt x="12487" y="2016"/>
                  </a:cubicBezTo>
                  <a:cubicBezTo>
                    <a:pt x="11155" y="686"/>
                    <a:pt x="9392"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84"/>
            <p:cNvSpPr/>
            <p:nvPr/>
          </p:nvSpPr>
          <p:spPr>
            <a:xfrm>
              <a:off x="7387507" y="3592541"/>
              <a:ext cx="27733" cy="28021"/>
            </a:xfrm>
            <a:custGeom>
              <a:rect b="b" l="l" r="r" t="t"/>
              <a:pathLst>
                <a:path extrusionOk="0" h="1069" w="1058">
                  <a:moveTo>
                    <a:pt x="832" y="1"/>
                  </a:moveTo>
                  <a:cubicBezTo>
                    <a:pt x="774" y="1"/>
                    <a:pt x="717" y="26"/>
                    <a:pt x="678" y="73"/>
                  </a:cubicBezTo>
                  <a:lnTo>
                    <a:pt x="112" y="748"/>
                  </a:lnTo>
                  <a:cubicBezTo>
                    <a:pt x="1" y="899"/>
                    <a:pt x="131" y="1069"/>
                    <a:pt x="276" y="1069"/>
                  </a:cubicBezTo>
                  <a:cubicBezTo>
                    <a:pt x="325" y="1069"/>
                    <a:pt x="374" y="1050"/>
                    <a:pt x="418" y="1005"/>
                  </a:cubicBezTo>
                  <a:lnTo>
                    <a:pt x="984" y="333"/>
                  </a:lnTo>
                  <a:cubicBezTo>
                    <a:pt x="1057" y="245"/>
                    <a:pt x="1047" y="119"/>
                    <a:pt x="963" y="48"/>
                  </a:cubicBezTo>
                  <a:cubicBezTo>
                    <a:pt x="924" y="16"/>
                    <a:pt x="878" y="1"/>
                    <a:pt x="8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84"/>
            <p:cNvSpPr/>
            <p:nvPr/>
          </p:nvSpPr>
          <p:spPr>
            <a:xfrm>
              <a:off x="7208659" y="3464939"/>
              <a:ext cx="258010" cy="182596"/>
            </a:xfrm>
            <a:custGeom>
              <a:rect b="b" l="l" r="r" t="t"/>
              <a:pathLst>
                <a:path extrusionOk="0" h="6966" w="9843">
                  <a:moveTo>
                    <a:pt x="7428" y="1"/>
                  </a:moveTo>
                  <a:cubicBezTo>
                    <a:pt x="7365" y="1"/>
                    <a:pt x="7303" y="31"/>
                    <a:pt x="7265" y="88"/>
                  </a:cubicBezTo>
                  <a:cubicBezTo>
                    <a:pt x="7209" y="176"/>
                    <a:pt x="7223" y="289"/>
                    <a:pt x="7300" y="356"/>
                  </a:cubicBezTo>
                  <a:lnTo>
                    <a:pt x="7979" y="964"/>
                  </a:lnTo>
                  <a:cubicBezTo>
                    <a:pt x="8015" y="997"/>
                    <a:pt x="8064" y="1015"/>
                    <a:pt x="8113" y="1015"/>
                  </a:cubicBezTo>
                  <a:cubicBezTo>
                    <a:pt x="8121" y="1015"/>
                    <a:pt x="8129" y="1014"/>
                    <a:pt x="8137" y="1013"/>
                  </a:cubicBezTo>
                  <a:lnTo>
                    <a:pt x="8489" y="974"/>
                  </a:lnTo>
                  <a:lnTo>
                    <a:pt x="8637" y="1175"/>
                  </a:lnTo>
                  <a:lnTo>
                    <a:pt x="7353" y="2036"/>
                  </a:lnTo>
                  <a:cubicBezTo>
                    <a:pt x="7339" y="2045"/>
                    <a:pt x="7324" y="2050"/>
                    <a:pt x="7308" y="2050"/>
                  </a:cubicBezTo>
                  <a:cubicBezTo>
                    <a:pt x="7282" y="2050"/>
                    <a:pt x="7256" y="2036"/>
                    <a:pt x="7241" y="2012"/>
                  </a:cubicBezTo>
                  <a:lnTo>
                    <a:pt x="6397" y="676"/>
                  </a:lnTo>
                  <a:cubicBezTo>
                    <a:pt x="6359" y="614"/>
                    <a:pt x="6294" y="581"/>
                    <a:pt x="6227" y="581"/>
                  </a:cubicBezTo>
                  <a:cubicBezTo>
                    <a:pt x="6188" y="581"/>
                    <a:pt x="6149" y="592"/>
                    <a:pt x="6115" y="616"/>
                  </a:cubicBezTo>
                  <a:cubicBezTo>
                    <a:pt x="6024" y="679"/>
                    <a:pt x="5999" y="806"/>
                    <a:pt x="6059" y="897"/>
                  </a:cubicBezTo>
                  <a:lnTo>
                    <a:pt x="6973" y="2349"/>
                  </a:lnTo>
                  <a:cubicBezTo>
                    <a:pt x="7005" y="2399"/>
                    <a:pt x="7054" y="2430"/>
                    <a:pt x="7114" y="2441"/>
                  </a:cubicBezTo>
                  <a:lnTo>
                    <a:pt x="7582" y="2511"/>
                  </a:lnTo>
                  <a:cubicBezTo>
                    <a:pt x="7592" y="2515"/>
                    <a:pt x="7596" y="2529"/>
                    <a:pt x="7589" y="2536"/>
                  </a:cubicBezTo>
                  <a:lnTo>
                    <a:pt x="6537" y="3693"/>
                  </a:lnTo>
                  <a:cubicBezTo>
                    <a:pt x="6509" y="3724"/>
                    <a:pt x="6491" y="3760"/>
                    <a:pt x="6488" y="3802"/>
                  </a:cubicBezTo>
                  <a:lnTo>
                    <a:pt x="6333" y="4867"/>
                  </a:lnTo>
                  <a:cubicBezTo>
                    <a:pt x="6316" y="4966"/>
                    <a:pt x="6266" y="5061"/>
                    <a:pt x="6193" y="5131"/>
                  </a:cubicBezTo>
                  <a:lnTo>
                    <a:pt x="4737" y="6453"/>
                  </a:lnTo>
                  <a:cubicBezTo>
                    <a:pt x="4653" y="6530"/>
                    <a:pt x="4551" y="6566"/>
                    <a:pt x="4451" y="6566"/>
                  </a:cubicBezTo>
                  <a:cubicBezTo>
                    <a:pt x="4283" y="6566"/>
                    <a:pt x="4120" y="6467"/>
                    <a:pt x="4055" y="6291"/>
                  </a:cubicBezTo>
                  <a:lnTo>
                    <a:pt x="3517" y="4888"/>
                  </a:lnTo>
                  <a:lnTo>
                    <a:pt x="3383" y="3422"/>
                  </a:lnTo>
                  <a:cubicBezTo>
                    <a:pt x="3341" y="3003"/>
                    <a:pt x="3000" y="2676"/>
                    <a:pt x="2581" y="2655"/>
                  </a:cubicBezTo>
                  <a:lnTo>
                    <a:pt x="953" y="2567"/>
                  </a:lnTo>
                  <a:cubicBezTo>
                    <a:pt x="851" y="2560"/>
                    <a:pt x="767" y="2490"/>
                    <a:pt x="742" y="2392"/>
                  </a:cubicBezTo>
                  <a:lnTo>
                    <a:pt x="447" y="1196"/>
                  </a:lnTo>
                  <a:cubicBezTo>
                    <a:pt x="429" y="1115"/>
                    <a:pt x="454" y="1027"/>
                    <a:pt x="517" y="971"/>
                  </a:cubicBezTo>
                  <a:lnTo>
                    <a:pt x="672" y="827"/>
                  </a:lnTo>
                  <a:cubicBezTo>
                    <a:pt x="756" y="753"/>
                    <a:pt x="763" y="626"/>
                    <a:pt x="693" y="542"/>
                  </a:cubicBezTo>
                  <a:cubicBezTo>
                    <a:pt x="653" y="495"/>
                    <a:pt x="597" y="471"/>
                    <a:pt x="541" y="471"/>
                  </a:cubicBezTo>
                  <a:cubicBezTo>
                    <a:pt x="492" y="471"/>
                    <a:pt x="444" y="489"/>
                    <a:pt x="405" y="524"/>
                  </a:cubicBezTo>
                  <a:lnTo>
                    <a:pt x="243" y="676"/>
                  </a:lnTo>
                  <a:cubicBezTo>
                    <a:pt x="74" y="834"/>
                    <a:pt x="0" y="1069"/>
                    <a:pt x="56" y="1291"/>
                  </a:cubicBezTo>
                  <a:lnTo>
                    <a:pt x="352" y="2487"/>
                  </a:lnTo>
                  <a:cubicBezTo>
                    <a:pt x="415" y="2757"/>
                    <a:pt x="651" y="2954"/>
                    <a:pt x="932" y="2968"/>
                  </a:cubicBezTo>
                  <a:lnTo>
                    <a:pt x="2560" y="3056"/>
                  </a:lnTo>
                  <a:cubicBezTo>
                    <a:pt x="2782" y="3067"/>
                    <a:pt x="2957" y="3239"/>
                    <a:pt x="2979" y="3457"/>
                  </a:cubicBezTo>
                  <a:lnTo>
                    <a:pt x="3116" y="4952"/>
                  </a:lnTo>
                  <a:cubicBezTo>
                    <a:pt x="3119" y="4969"/>
                    <a:pt x="3123" y="4987"/>
                    <a:pt x="3130" y="5004"/>
                  </a:cubicBezTo>
                  <a:lnTo>
                    <a:pt x="3675" y="6432"/>
                  </a:lnTo>
                  <a:cubicBezTo>
                    <a:pt x="3807" y="6773"/>
                    <a:pt x="4126" y="6965"/>
                    <a:pt x="4452" y="6965"/>
                  </a:cubicBezTo>
                  <a:cubicBezTo>
                    <a:pt x="4647" y="6965"/>
                    <a:pt x="4845" y="6896"/>
                    <a:pt x="5008" y="6748"/>
                  </a:cubicBezTo>
                  <a:lnTo>
                    <a:pt x="6463" y="5426"/>
                  </a:lnTo>
                  <a:cubicBezTo>
                    <a:pt x="6608" y="5293"/>
                    <a:pt x="6702" y="5113"/>
                    <a:pt x="6731" y="4920"/>
                  </a:cubicBezTo>
                  <a:lnTo>
                    <a:pt x="6878" y="3918"/>
                  </a:lnTo>
                  <a:lnTo>
                    <a:pt x="7888" y="2803"/>
                  </a:lnTo>
                  <a:cubicBezTo>
                    <a:pt x="8053" y="2624"/>
                    <a:pt x="8028" y="2342"/>
                    <a:pt x="7838" y="2195"/>
                  </a:cubicBezTo>
                  <a:lnTo>
                    <a:pt x="9034" y="1393"/>
                  </a:lnTo>
                  <a:cubicBezTo>
                    <a:pt x="9059" y="1375"/>
                    <a:pt x="9076" y="1354"/>
                    <a:pt x="9094" y="1330"/>
                  </a:cubicBezTo>
                  <a:cubicBezTo>
                    <a:pt x="9139" y="1259"/>
                    <a:pt x="9136" y="1171"/>
                    <a:pt x="9087" y="1101"/>
                  </a:cubicBezTo>
                  <a:lnTo>
                    <a:pt x="8949" y="915"/>
                  </a:lnTo>
                  <a:lnTo>
                    <a:pt x="9213" y="883"/>
                  </a:lnTo>
                  <a:cubicBezTo>
                    <a:pt x="9224" y="881"/>
                    <a:pt x="9234" y="881"/>
                    <a:pt x="9245" y="881"/>
                  </a:cubicBezTo>
                  <a:cubicBezTo>
                    <a:pt x="9325" y="881"/>
                    <a:pt x="9401" y="927"/>
                    <a:pt x="9442" y="999"/>
                  </a:cubicBezTo>
                  <a:cubicBezTo>
                    <a:pt x="9478" y="1069"/>
                    <a:pt x="9548" y="1107"/>
                    <a:pt x="9620" y="1107"/>
                  </a:cubicBezTo>
                  <a:cubicBezTo>
                    <a:pt x="9661" y="1107"/>
                    <a:pt x="9702" y="1095"/>
                    <a:pt x="9737" y="1069"/>
                  </a:cubicBezTo>
                  <a:cubicBezTo>
                    <a:pt x="9822" y="1006"/>
                    <a:pt x="9843" y="894"/>
                    <a:pt x="9793" y="802"/>
                  </a:cubicBezTo>
                  <a:cubicBezTo>
                    <a:pt x="9680" y="601"/>
                    <a:pt x="9468" y="481"/>
                    <a:pt x="9243" y="481"/>
                  </a:cubicBezTo>
                  <a:cubicBezTo>
                    <a:pt x="9217" y="481"/>
                    <a:pt x="9190" y="482"/>
                    <a:pt x="9164" y="486"/>
                  </a:cubicBezTo>
                  <a:lnTo>
                    <a:pt x="8179" y="602"/>
                  </a:lnTo>
                  <a:lnTo>
                    <a:pt x="7564" y="53"/>
                  </a:lnTo>
                  <a:cubicBezTo>
                    <a:pt x="7524" y="18"/>
                    <a:pt x="7476" y="1"/>
                    <a:pt x="7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84"/>
            <p:cNvSpPr/>
            <p:nvPr/>
          </p:nvSpPr>
          <p:spPr>
            <a:xfrm>
              <a:off x="7389656" y="3423864"/>
              <a:ext cx="26186" cy="28178"/>
            </a:xfrm>
            <a:custGeom>
              <a:rect b="b" l="l" r="r" t="t"/>
              <a:pathLst>
                <a:path extrusionOk="0" h="1075" w="999">
                  <a:moveTo>
                    <a:pt x="278" y="1"/>
                  </a:moveTo>
                  <a:cubicBezTo>
                    <a:pt x="136" y="1"/>
                    <a:pt x="0" y="160"/>
                    <a:pt x="107" y="319"/>
                  </a:cubicBezTo>
                  <a:lnTo>
                    <a:pt x="557" y="984"/>
                  </a:lnTo>
                  <a:cubicBezTo>
                    <a:pt x="601" y="1048"/>
                    <a:pt x="660" y="1075"/>
                    <a:pt x="719" y="1075"/>
                  </a:cubicBezTo>
                  <a:cubicBezTo>
                    <a:pt x="861" y="1075"/>
                    <a:pt x="998" y="916"/>
                    <a:pt x="891" y="759"/>
                  </a:cubicBezTo>
                  <a:lnTo>
                    <a:pt x="441" y="94"/>
                  </a:lnTo>
                  <a:cubicBezTo>
                    <a:pt x="397" y="28"/>
                    <a:pt x="33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1" name="Google Shape;16641;p84"/>
          <p:cNvGrpSpPr/>
          <p:nvPr/>
        </p:nvGrpSpPr>
        <p:grpSpPr>
          <a:xfrm>
            <a:off x="4674382" y="1997747"/>
            <a:ext cx="381706" cy="301391"/>
            <a:chOff x="4674382" y="1997747"/>
            <a:chExt cx="381706" cy="301391"/>
          </a:xfrm>
        </p:grpSpPr>
        <p:sp>
          <p:nvSpPr>
            <p:cNvPr id="16642" name="Google Shape;16642;p84"/>
            <p:cNvSpPr/>
            <p:nvPr/>
          </p:nvSpPr>
          <p:spPr>
            <a:xfrm>
              <a:off x="4680280" y="2043750"/>
              <a:ext cx="345690" cy="249962"/>
            </a:xfrm>
            <a:custGeom>
              <a:rect b="b" l="l" r="r" t="t"/>
              <a:pathLst>
                <a:path extrusionOk="0" h="9536" w="13188">
                  <a:moveTo>
                    <a:pt x="3053" y="0"/>
                  </a:moveTo>
                  <a:cubicBezTo>
                    <a:pt x="2622" y="0"/>
                    <a:pt x="2201" y="175"/>
                    <a:pt x="1893" y="498"/>
                  </a:cubicBezTo>
                  <a:lnTo>
                    <a:pt x="149" y="2333"/>
                  </a:lnTo>
                  <a:cubicBezTo>
                    <a:pt x="40" y="2446"/>
                    <a:pt x="1" y="2604"/>
                    <a:pt x="40" y="2755"/>
                  </a:cubicBezTo>
                  <a:lnTo>
                    <a:pt x="142" y="3149"/>
                  </a:lnTo>
                  <a:cubicBezTo>
                    <a:pt x="194" y="3347"/>
                    <a:pt x="376" y="3487"/>
                    <a:pt x="581" y="3487"/>
                  </a:cubicBezTo>
                  <a:cubicBezTo>
                    <a:pt x="583" y="3487"/>
                    <a:pt x="586" y="3487"/>
                    <a:pt x="588" y="3487"/>
                  </a:cubicBezTo>
                  <a:cubicBezTo>
                    <a:pt x="1292" y="3473"/>
                    <a:pt x="1812" y="3406"/>
                    <a:pt x="2202" y="3314"/>
                  </a:cubicBezTo>
                  <a:cubicBezTo>
                    <a:pt x="3190" y="4788"/>
                    <a:pt x="4685" y="5663"/>
                    <a:pt x="4685" y="5663"/>
                  </a:cubicBezTo>
                  <a:lnTo>
                    <a:pt x="4713" y="8631"/>
                  </a:lnTo>
                  <a:lnTo>
                    <a:pt x="4052" y="8797"/>
                  </a:lnTo>
                  <a:cubicBezTo>
                    <a:pt x="3901" y="8832"/>
                    <a:pt x="3781" y="8944"/>
                    <a:pt x="3732" y="9092"/>
                  </a:cubicBezTo>
                  <a:lnTo>
                    <a:pt x="3665" y="9285"/>
                  </a:lnTo>
                  <a:cubicBezTo>
                    <a:pt x="3626" y="9408"/>
                    <a:pt x="3718" y="9532"/>
                    <a:pt x="3844" y="9535"/>
                  </a:cubicBezTo>
                  <a:lnTo>
                    <a:pt x="4699" y="9535"/>
                  </a:lnTo>
                  <a:cubicBezTo>
                    <a:pt x="4850" y="9535"/>
                    <a:pt x="4991" y="9458"/>
                    <a:pt x="5075" y="9331"/>
                  </a:cubicBezTo>
                  <a:lnTo>
                    <a:pt x="5307" y="8979"/>
                  </a:lnTo>
                  <a:cubicBezTo>
                    <a:pt x="5364" y="8899"/>
                    <a:pt x="5399" y="8804"/>
                    <a:pt x="5413" y="8705"/>
                  </a:cubicBezTo>
                  <a:lnTo>
                    <a:pt x="5877" y="6012"/>
                  </a:lnTo>
                  <a:cubicBezTo>
                    <a:pt x="6483" y="6263"/>
                    <a:pt x="7157" y="6371"/>
                    <a:pt x="7847" y="6371"/>
                  </a:cubicBezTo>
                  <a:cubicBezTo>
                    <a:pt x="9084" y="6371"/>
                    <a:pt x="10372" y="6026"/>
                    <a:pt x="11408" y="5554"/>
                  </a:cubicBezTo>
                  <a:lnTo>
                    <a:pt x="12312" y="7270"/>
                  </a:lnTo>
                  <a:lnTo>
                    <a:pt x="12312" y="8582"/>
                  </a:lnTo>
                  <a:lnTo>
                    <a:pt x="11764" y="8783"/>
                  </a:lnTo>
                  <a:cubicBezTo>
                    <a:pt x="11630" y="8828"/>
                    <a:pt x="11524" y="8934"/>
                    <a:pt x="11479" y="9067"/>
                  </a:cubicBezTo>
                  <a:lnTo>
                    <a:pt x="11408" y="9285"/>
                  </a:lnTo>
                  <a:cubicBezTo>
                    <a:pt x="11366" y="9405"/>
                    <a:pt x="11458" y="9532"/>
                    <a:pt x="11588" y="9532"/>
                  </a:cubicBezTo>
                  <a:lnTo>
                    <a:pt x="12382" y="9532"/>
                  </a:lnTo>
                  <a:cubicBezTo>
                    <a:pt x="12565" y="9532"/>
                    <a:pt x="12727" y="9426"/>
                    <a:pt x="12797" y="9261"/>
                  </a:cubicBezTo>
                  <a:lnTo>
                    <a:pt x="13040" y="8702"/>
                  </a:lnTo>
                  <a:cubicBezTo>
                    <a:pt x="13100" y="8561"/>
                    <a:pt x="13131" y="8406"/>
                    <a:pt x="13131" y="8252"/>
                  </a:cubicBezTo>
                  <a:lnTo>
                    <a:pt x="13131" y="6778"/>
                  </a:lnTo>
                  <a:cubicBezTo>
                    <a:pt x="13131" y="6662"/>
                    <a:pt x="13110" y="6550"/>
                    <a:pt x="13068" y="6441"/>
                  </a:cubicBezTo>
                  <a:cubicBezTo>
                    <a:pt x="12945" y="6128"/>
                    <a:pt x="12681" y="5382"/>
                    <a:pt x="12681" y="4693"/>
                  </a:cubicBezTo>
                  <a:cubicBezTo>
                    <a:pt x="12681" y="3884"/>
                    <a:pt x="13188" y="3638"/>
                    <a:pt x="13131" y="2569"/>
                  </a:cubicBezTo>
                  <a:cubicBezTo>
                    <a:pt x="13110" y="2119"/>
                    <a:pt x="12738" y="888"/>
                    <a:pt x="11693" y="547"/>
                  </a:cubicBezTo>
                  <a:cubicBezTo>
                    <a:pt x="11405" y="454"/>
                    <a:pt x="11103" y="418"/>
                    <a:pt x="10780" y="418"/>
                  </a:cubicBezTo>
                  <a:cubicBezTo>
                    <a:pt x="9781" y="418"/>
                    <a:pt x="8581" y="756"/>
                    <a:pt x="6982" y="756"/>
                  </a:cubicBezTo>
                  <a:cubicBezTo>
                    <a:pt x="6313" y="756"/>
                    <a:pt x="5575" y="697"/>
                    <a:pt x="4752" y="529"/>
                  </a:cubicBezTo>
                  <a:lnTo>
                    <a:pt x="3616" y="104"/>
                  </a:lnTo>
                  <a:cubicBezTo>
                    <a:pt x="3432" y="34"/>
                    <a:pt x="3242" y="0"/>
                    <a:pt x="3053"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84"/>
            <p:cNvSpPr/>
            <p:nvPr/>
          </p:nvSpPr>
          <p:spPr>
            <a:xfrm>
              <a:off x="4712652" y="2012400"/>
              <a:ext cx="49253" cy="52530"/>
            </a:xfrm>
            <a:custGeom>
              <a:rect b="b" l="l" r="r" t="t"/>
              <a:pathLst>
                <a:path extrusionOk="0" h="2004" w="1879">
                  <a:moveTo>
                    <a:pt x="164" y="1"/>
                  </a:moveTo>
                  <a:cubicBezTo>
                    <a:pt x="117" y="1"/>
                    <a:pt x="70" y="32"/>
                    <a:pt x="60" y="90"/>
                  </a:cubicBezTo>
                  <a:cubicBezTo>
                    <a:pt x="0" y="653"/>
                    <a:pt x="92" y="1609"/>
                    <a:pt x="1263" y="1993"/>
                  </a:cubicBezTo>
                  <a:cubicBezTo>
                    <a:pt x="1288" y="2000"/>
                    <a:pt x="1314" y="2004"/>
                    <a:pt x="1340" y="2004"/>
                  </a:cubicBezTo>
                  <a:cubicBezTo>
                    <a:pt x="1402" y="2004"/>
                    <a:pt x="1463" y="1984"/>
                    <a:pt x="1512" y="1947"/>
                  </a:cubicBezTo>
                  <a:cubicBezTo>
                    <a:pt x="1664" y="1827"/>
                    <a:pt x="1776" y="1666"/>
                    <a:pt x="1836" y="1483"/>
                  </a:cubicBezTo>
                  <a:cubicBezTo>
                    <a:pt x="1878" y="1335"/>
                    <a:pt x="1787" y="1184"/>
                    <a:pt x="1635" y="1152"/>
                  </a:cubicBezTo>
                  <a:cubicBezTo>
                    <a:pt x="1122" y="1029"/>
                    <a:pt x="531" y="702"/>
                    <a:pt x="260" y="66"/>
                  </a:cubicBezTo>
                  <a:cubicBezTo>
                    <a:pt x="242" y="22"/>
                    <a:pt x="203" y="1"/>
                    <a:pt x="16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84"/>
            <p:cNvSpPr/>
            <p:nvPr/>
          </p:nvSpPr>
          <p:spPr>
            <a:xfrm>
              <a:off x="4775326" y="2269990"/>
              <a:ext cx="43801" cy="23722"/>
            </a:xfrm>
            <a:custGeom>
              <a:rect b="b" l="l" r="r" t="t"/>
              <a:pathLst>
                <a:path extrusionOk="0" h="905" w="1671">
                  <a:moveTo>
                    <a:pt x="1087" y="0"/>
                  </a:moveTo>
                  <a:lnTo>
                    <a:pt x="426" y="166"/>
                  </a:lnTo>
                  <a:cubicBezTo>
                    <a:pt x="275" y="201"/>
                    <a:pt x="155" y="313"/>
                    <a:pt x="106" y="461"/>
                  </a:cubicBezTo>
                  <a:lnTo>
                    <a:pt x="43" y="654"/>
                  </a:lnTo>
                  <a:cubicBezTo>
                    <a:pt x="0" y="777"/>
                    <a:pt x="92" y="901"/>
                    <a:pt x="222" y="904"/>
                  </a:cubicBezTo>
                  <a:lnTo>
                    <a:pt x="1073" y="904"/>
                  </a:lnTo>
                  <a:cubicBezTo>
                    <a:pt x="1224" y="904"/>
                    <a:pt x="1368" y="827"/>
                    <a:pt x="1449" y="700"/>
                  </a:cubicBezTo>
                  <a:lnTo>
                    <a:pt x="1671" y="370"/>
                  </a:lnTo>
                  <a:lnTo>
                    <a:pt x="1087"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84"/>
            <p:cNvSpPr/>
            <p:nvPr/>
          </p:nvSpPr>
          <p:spPr>
            <a:xfrm>
              <a:off x="4978211" y="2268705"/>
              <a:ext cx="40656" cy="25007"/>
            </a:xfrm>
            <a:custGeom>
              <a:rect b="b" l="l" r="r" t="t"/>
              <a:pathLst>
                <a:path extrusionOk="0" h="954" w="1551">
                  <a:moveTo>
                    <a:pt x="950" y="0"/>
                  </a:moveTo>
                  <a:lnTo>
                    <a:pt x="401" y="204"/>
                  </a:lnTo>
                  <a:cubicBezTo>
                    <a:pt x="264" y="246"/>
                    <a:pt x="158" y="352"/>
                    <a:pt x="113" y="489"/>
                  </a:cubicBezTo>
                  <a:lnTo>
                    <a:pt x="42" y="703"/>
                  </a:lnTo>
                  <a:cubicBezTo>
                    <a:pt x="0" y="826"/>
                    <a:pt x="92" y="953"/>
                    <a:pt x="222" y="953"/>
                  </a:cubicBezTo>
                  <a:lnTo>
                    <a:pt x="1016" y="953"/>
                  </a:lnTo>
                  <a:cubicBezTo>
                    <a:pt x="1199" y="953"/>
                    <a:pt x="1361" y="844"/>
                    <a:pt x="1431" y="679"/>
                  </a:cubicBezTo>
                  <a:lnTo>
                    <a:pt x="1551" y="408"/>
                  </a:lnTo>
                  <a:lnTo>
                    <a:pt x="950"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84"/>
            <p:cNvSpPr/>
            <p:nvPr/>
          </p:nvSpPr>
          <p:spPr>
            <a:xfrm>
              <a:off x="4738000" y="2117066"/>
              <a:ext cx="65086" cy="75151"/>
            </a:xfrm>
            <a:custGeom>
              <a:rect b="b" l="l" r="r" t="t"/>
              <a:pathLst>
                <a:path extrusionOk="0" h="2867" w="2483">
                  <a:moveTo>
                    <a:pt x="900" y="0"/>
                  </a:moveTo>
                  <a:cubicBezTo>
                    <a:pt x="839" y="0"/>
                    <a:pt x="777" y="23"/>
                    <a:pt x="728" y="71"/>
                  </a:cubicBezTo>
                  <a:cubicBezTo>
                    <a:pt x="524" y="271"/>
                    <a:pt x="275" y="426"/>
                    <a:pt x="0" y="517"/>
                  </a:cubicBezTo>
                  <a:cubicBezTo>
                    <a:pt x="988" y="1991"/>
                    <a:pt x="2483" y="2866"/>
                    <a:pt x="2483" y="2866"/>
                  </a:cubicBezTo>
                  <a:cubicBezTo>
                    <a:pt x="2483" y="2047"/>
                    <a:pt x="2363" y="1783"/>
                    <a:pt x="2202" y="1625"/>
                  </a:cubicBezTo>
                  <a:cubicBezTo>
                    <a:pt x="1780" y="1175"/>
                    <a:pt x="1414" y="672"/>
                    <a:pt x="1119" y="134"/>
                  </a:cubicBezTo>
                  <a:cubicBezTo>
                    <a:pt x="1073" y="47"/>
                    <a:pt x="987" y="0"/>
                    <a:pt x="900"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84"/>
            <p:cNvSpPr/>
            <p:nvPr/>
          </p:nvSpPr>
          <p:spPr>
            <a:xfrm>
              <a:off x="4834304" y="2170802"/>
              <a:ext cx="145034" cy="40000"/>
            </a:xfrm>
            <a:custGeom>
              <a:rect b="b" l="l" r="r" t="t"/>
              <a:pathLst>
                <a:path extrusionOk="0" h="1526" w="5533">
                  <a:moveTo>
                    <a:pt x="4935" y="0"/>
                  </a:moveTo>
                  <a:cubicBezTo>
                    <a:pt x="4889" y="0"/>
                    <a:pt x="4843" y="7"/>
                    <a:pt x="4797" y="22"/>
                  </a:cubicBezTo>
                  <a:cubicBezTo>
                    <a:pt x="3872" y="316"/>
                    <a:pt x="2872" y="399"/>
                    <a:pt x="2039" y="399"/>
                  </a:cubicBezTo>
                  <a:cubicBezTo>
                    <a:pt x="1437" y="399"/>
                    <a:pt x="923" y="355"/>
                    <a:pt x="588" y="317"/>
                  </a:cubicBezTo>
                  <a:cubicBezTo>
                    <a:pt x="570" y="315"/>
                    <a:pt x="552" y="314"/>
                    <a:pt x="534" y="314"/>
                  </a:cubicBezTo>
                  <a:cubicBezTo>
                    <a:pt x="321" y="314"/>
                    <a:pt x="135" y="465"/>
                    <a:pt x="96" y="679"/>
                  </a:cubicBezTo>
                  <a:lnTo>
                    <a:pt x="1" y="1165"/>
                  </a:lnTo>
                  <a:cubicBezTo>
                    <a:pt x="608" y="1418"/>
                    <a:pt x="1283" y="1526"/>
                    <a:pt x="1974" y="1526"/>
                  </a:cubicBezTo>
                  <a:cubicBezTo>
                    <a:pt x="3210" y="1526"/>
                    <a:pt x="4497" y="1181"/>
                    <a:pt x="5532" y="707"/>
                  </a:cubicBezTo>
                  <a:lnTo>
                    <a:pt x="5349" y="275"/>
                  </a:lnTo>
                  <a:cubicBezTo>
                    <a:pt x="5280" y="104"/>
                    <a:pt x="5112" y="0"/>
                    <a:pt x="493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84"/>
            <p:cNvSpPr/>
            <p:nvPr/>
          </p:nvSpPr>
          <p:spPr>
            <a:xfrm>
              <a:off x="4680280" y="2086738"/>
              <a:ext cx="47785" cy="48414"/>
            </a:xfrm>
            <a:custGeom>
              <a:rect b="b" l="l" r="r" t="t"/>
              <a:pathLst>
                <a:path extrusionOk="0" h="1847" w="1823">
                  <a:moveTo>
                    <a:pt x="803" y="1"/>
                  </a:moveTo>
                  <a:lnTo>
                    <a:pt x="149" y="693"/>
                  </a:lnTo>
                  <a:cubicBezTo>
                    <a:pt x="40" y="806"/>
                    <a:pt x="1" y="964"/>
                    <a:pt x="40" y="1115"/>
                  </a:cubicBezTo>
                  <a:lnTo>
                    <a:pt x="142" y="1509"/>
                  </a:lnTo>
                  <a:cubicBezTo>
                    <a:pt x="194" y="1707"/>
                    <a:pt x="376" y="1847"/>
                    <a:pt x="581" y="1847"/>
                  </a:cubicBezTo>
                  <a:cubicBezTo>
                    <a:pt x="583" y="1847"/>
                    <a:pt x="586" y="1847"/>
                    <a:pt x="588" y="1847"/>
                  </a:cubicBezTo>
                  <a:cubicBezTo>
                    <a:pt x="968" y="1843"/>
                    <a:pt x="1344" y="1815"/>
                    <a:pt x="1721" y="1762"/>
                  </a:cubicBezTo>
                  <a:cubicBezTo>
                    <a:pt x="1823" y="1425"/>
                    <a:pt x="1643" y="1066"/>
                    <a:pt x="1401" y="831"/>
                  </a:cubicBezTo>
                  <a:cubicBezTo>
                    <a:pt x="1154" y="588"/>
                    <a:pt x="954" y="307"/>
                    <a:pt x="803"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84"/>
            <p:cNvSpPr/>
            <p:nvPr/>
          </p:nvSpPr>
          <p:spPr>
            <a:xfrm>
              <a:off x="4760673" y="2043225"/>
              <a:ext cx="44535" cy="28808"/>
            </a:xfrm>
            <a:custGeom>
              <a:rect b="b" l="l" r="r" t="t"/>
              <a:pathLst>
                <a:path extrusionOk="0" h="1099" w="1699">
                  <a:moveTo>
                    <a:pt x="231" y="1"/>
                  </a:moveTo>
                  <a:cubicBezTo>
                    <a:pt x="103" y="1"/>
                    <a:pt x="1" y="107"/>
                    <a:pt x="7" y="233"/>
                  </a:cubicBezTo>
                  <a:lnTo>
                    <a:pt x="32" y="634"/>
                  </a:lnTo>
                  <a:cubicBezTo>
                    <a:pt x="41" y="898"/>
                    <a:pt x="262" y="1098"/>
                    <a:pt x="514" y="1098"/>
                  </a:cubicBezTo>
                  <a:cubicBezTo>
                    <a:pt x="547" y="1098"/>
                    <a:pt x="581" y="1095"/>
                    <a:pt x="616" y="1087"/>
                  </a:cubicBezTo>
                  <a:cubicBezTo>
                    <a:pt x="974" y="1017"/>
                    <a:pt x="1414" y="859"/>
                    <a:pt x="1639" y="497"/>
                  </a:cubicBezTo>
                  <a:cubicBezTo>
                    <a:pt x="1699" y="405"/>
                    <a:pt x="1657" y="279"/>
                    <a:pt x="1551" y="240"/>
                  </a:cubicBezTo>
                  <a:cubicBezTo>
                    <a:pt x="1340" y="152"/>
                    <a:pt x="922" y="29"/>
                    <a:pt x="243" y="1"/>
                  </a:cubicBezTo>
                  <a:cubicBezTo>
                    <a:pt x="239" y="1"/>
                    <a:pt x="235" y="1"/>
                    <a:pt x="231"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84"/>
            <p:cNvSpPr/>
            <p:nvPr/>
          </p:nvSpPr>
          <p:spPr>
            <a:xfrm>
              <a:off x="4674382" y="1997747"/>
              <a:ext cx="381706" cy="301391"/>
            </a:xfrm>
            <a:custGeom>
              <a:rect b="b" l="l" r="r" t="t"/>
              <a:pathLst>
                <a:path extrusionOk="0" h="11498" w="14562">
                  <a:moveTo>
                    <a:pt x="1724" y="1057"/>
                  </a:moveTo>
                  <a:lnTo>
                    <a:pt x="1724" y="1057"/>
                  </a:lnTo>
                  <a:cubicBezTo>
                    <a:pt x="2079" y="1560"/>
                    <a:pt x="2635" y="1831"/>
                    <a:pt x="3131" y="1933"/>
                  </a:cubicBezTo>
                  <a:cubicBezTo>
                    <a:pt x="3060" y="2098"/>
                    <a:pt x="2951" y="2242"/>
                    <a:pt x="2811" y="2355"/>
                  </a:cubicBezTo>
                  <a:cubicBezTo>
                    <a:pt x="2378" y="2218"/>
                    <a:pt x="2069" y="1986"/>
                    <a:pt x="1893" y="1662"/>
                  </a:cubicBezTo>
                  <a:cubicBezTo>
                    <a:pt x="1794" y="1472"/>
                    <a:pt x="1738" y="1268"/>
                    <a:pt x="1724" y="1057"/>
                  </a:cubicBezTo>
                  <a:close/>
                  <a:moveTo>
                    <a:pt x="3560" y="1979"/>
                  </a:moveTo>
                  <a:cubicBezTo>
                    <a:pt x="4207" y="1986"/>
                    <a:pt x="4551" y="2081"/>
                    <a:pt x="4720" y="2147"/>
                  </a:cubicBezTo>
                  <a:cubicBezTo>
                    <a:pt x="4428" y="2622"/>
                    <a:pt x="3820" y="2629"/>
                    <a:pt x="3785" y="2629"/>
                  </a:cubicBezTo>
                  <a:cubicBezTo>
                    <a:pt x="3500" y="2629"/>
                    <a:pt x="3500" y="3055"/>
                    <a:pt x="3785" y="3055"/>
                  </a:cubicBezTo>
                  <a:lnTo>
                    <a:pt x="3788" y="3055"/>
                  </a:lnTo>
                  <a:cubicBezTo>
                    <a:pt x="3858" y="3055"/>
                    <a:pt x="4565" y="3040"/>
                    <a:pt x="4991" y="2502"/>
                  </a:cubicBezTo>
                  <a:cubicBezTo>
                    <a:pt x="5808" y="2666"/>
                    <a:pt x="6544" y="2724"/>
                    <a:pt x="7210" y="2724"/>
                  </a:cubicBezTo>
                  <a:cubicBezTo>
                    <a:pt x="8117" y="2724"/>
                    <a:pt x="8896" y="2617"/>
                    <a:pt x="9580" y="2524"/>
                  </a:cubicBezTo>
                  <a:cubicBezTo>
                    <a:pt x="10115" y="2452"/>
                    <a:pt x="10584" y="2388"/>
                    <a:pt x="11008" y="2388"/>
                  </a:cubicBezTo>
                  <a:cubicBezTo>
                    <a:pt x="11311" y="2388"/>
                    <a:pt x="11591" y="2421"/>
                    <a:pt x="11855" y="2506"/>
                  </a:cubicBezTo>
                  <a:cubicBezTo>
                    <a:pt x="12857" y="2830"/>
                    <a:pt x="13135" y="4053"/>
                    <a:pt x="13149" y="4335"/>
                  </a:cubicBezTo>
                  <a:cubicBezTo>
                    <a:pt x="13174" y="4880"/>
                    <a:pt x="13050" y="5175"/>
                    <a:pt x="12920" y="5491"/>
                  </a:cubicBezTo>
                  <a:cubicBezTo>
                    <a:pt x="12811" y="5762"/>
                    <a:pt x="12695" y="6044"/>
                    <a:pt x="12695" y="6448"/>
                  </a:cubicBezTo>
                  <a:cubicBezTo>
                    <a:pt x="12695" y="7292"/>
                    <a:pt x="13058" y="8189"/>
                    <a:pt x="13145" y="8396"/>
                  </a:cubicBezTo>
                  <a:lnTo>
                    <a:pt x="13145" y="10010"/>
                  </a:lnTo>
                  <a:cubicBezTo>
                    <a:pt x="13145" y="10133"/>
                    <a:pt x="13121" y="10260"/>
                    <a:pt x="13072" y="10376"/>
                  </a:cubicBezTo>
                  <a:lnTo>
                    <a:pt x="12766" y="11079"/>
                  </a:lnTo>
                  <a:lnTo>
                    <a:pt x="11844" y="11079"/>
                  </a:lnTo>
                  <a:lnTo>
                    <a:pt x="11904" y="10893"/>
                  </a:lnTo>
                  <a:cubicBezTo>
                    <a:pt x="11929" y="10819"/>
                    <a:pt x="11985" y="10763"/>
                    <a:pt x="12059" y="10738"/>
                  </a:cubicBezTo>
                  <a:lnTo>
                    <a:pt x="12062" y="10738"/>
                  </a:lnTo>
                  <a:lnTo>
                    <a:pt x="12611" y="10538"/>
                  </a:lnTo>
                  <a:cubicBezTo>
                    <a:pt x="12695" y="10506"/>
                    <a:pt x="12752" y="10429"/>
                    <a:pt x="12752" y="10341"/>
                  </a:cubicBezTo>
                  <a:lnTo>
                    <a:pt x="12752" y="9029"/>
                  </a:lnTo>
                  <a:cubicBezTo>
                    <a:pt x="12752" y="8994"/>
                    <a:pt x="12741" y="8962"/>
                    <a:pt x="12727" y="8931"/>
                  </a:cubicBezTo>
                  <a:lnTo>
                    <a:pt x="11264" y="6156"/>
                  </a:lnTo>
                  <a:cubicBezTo>
                    <a:pt x="11221" y="6078"/>
                    <a:pt x="11153" y="6046"/>
                    <a:pt x="11086" y="6046"/>
                  </a:cubicBezTo>
                  <a:cubicBezTo>
                    <a:pt x="10947" y="6046"/>
                    <a:pt x="10808" y="6187"/>
                    <a:pt x="10891" y="6353"/>
                  </a:cubicBezTo>
                  <a:lnTo>
                    <a:pt x="11320" y="7169"/>
                  </a:lnTo>
                  <a:cubicBezTo>
                    <a:pt x="10519" y="7552"/>
                    <a:pt x="9661" y="7798"/>
                    <a:pt x="8782" y="7897"/>
                  </a:cubicBezTo>
                  <a:cubicBezTo>
                    <a:pt x="8540" y="7923"/>
                    <a:pt x="8302" y="7937"/>
                    <a:pt x="8070" y="7937"/>
                  </a:cubicBezTo>
                  <a:cubicBezTo>
                    <a:pt x="7445" y="7937"/>
                    <a:pt x="6858" y="7841"/>
                    <a:pt x="6338" y="7654"/>
                  </a:cubicBezTo>
                  <a:lnTo>
                    <a:pt x="6429" y="7116"/>
                  </a:lnTo>
                  <a:cubicBezTo>
                    <a:pt x="6453" y="6961"/>
                    <a:pt x="6333" y="6871"/>
                    <a:pt x="6215" y="6871"/>
                  </a:cubicBezTo>
                  <a:cubicBezTo>
                    <a:pt x="6125" y="6871"/>
                    <a:pt x="6035" y="6924"/>
                    <a:pt x="6014" y="7042"/>
                  </a:cubicBezTo>
                  <a:lnTo>
                    <a:pt x="5434" y="10425"/>
                  </a:lnTo>
                  <a:lnTo>
                    <a:pt x="5434" y="10429"/>
                  </a:lnTo>
                  <a:cubicBezTo>
                    <a:pt x="5423" y="10499"/>
                    <a:pt x="5395" y="10562"/>
                    <a:pt x="5360" y="10618"/>
                  </a:cubicBezTo>
                  <a:lnTo>
                    <a:pt x="5051" y="11076"/>
                  </a:lnTo>
                  <a:lnTo>
                    <a:pt x="4101" y="11076"/>
                  </a:lnTo>
                  <a:lnTo>
                    <a:pt x="4157" y="10910"/>
                  </a:lnTo>
                  <a:cubicBezTo>
                    <a:pt x="4182" y="10833"/>
                    <a:pt x="4249" y="10773"/>
                    <a:pt x="4326" y="10756"/>
                  </a:cubicBezTo>
                  <a:lnTo>
                    <a:pt x="4991" y="10587"/>
                  </a:lnTo>
                  <a:cubicBezTo>
                    <a:pt x="5086" y="10566"/>
                    <a:pt x="5153" y="10478"/>
                    <a:pt x="5149" y="10383"/>
                  </a:cubicBezTo>
                  <a:lnTo>
                    <a:pt x="5121" y="7415"/>
                  </a:lnTo>
                  <a:cubicBezTo>
                    <a:pt x="5121" y="7341"/>
                    <a:pt x="5082" y="7271"/>
                    <a:pt x="5019" y="7236"/>
                  </a:cubicBezTo>
                  <a:cubicBezTo>
                    <a:pt x="5005" y="7225"/>
                    <a:pt x="3718" y="6465"/>
                    <a:pt x="2772" y="5189"/>
                  </a:cubicBezTo>
                  <a:cubicBezTo>
                    <a:pt x="3145" y="5069"/>
                    <a:pt x="3415" y="4904"/>
                    <a:pt x="3581" y="4697"/>
                  </a:cubicBezTo>
                  <a:cubicBezTo>
                    <a:pt x="3795" y="4433"/>
                    <a:pt x="3753" y="4190"/>
                    <a:pt x="3746" y="4162"/>
                  </a:cubicBezTo>
                  <a:cubicBezTo>
                    <a:pt x="3721" y="4047"/>
                    <a:pt x="3633" y="3995"/>
                    <a:pt x="3544" y="3995"/>
                  </a:cubicBezTo>
                  <a:cubicBezTo>
                    <a:pt x="3422" y="3995"/>
                    <a:pt x="3298" y="4092"/>
                    <a:pt x="3331" y="4250"/>
                  </a:cubicBezTo>
                  <a:cubicBezTo>
                    <a:pt x="3324" y="4317"/>
                    <a:pt x="3296" y="4384"/>
                    <a:pt x="3250" y="4433"/>
                  </a:cubicBezTo>
                  <a:cubicBezTo>
                    <a:pt x="3085" y="4644"/>
                    <a:pt x="2543" y="4999"/>
                    <a:pt x="810" y="5031"/>
                  </a:cubicBezTo>
                  <a:lnTo>
                    <a:pt x="806" y="5031"/>
                  </a:lnTo>
                  <a:cubicBezTo>
                    <a:pt x="697" y="5031"/>
                    <a:pt x="599" y="4957"/>
                    <a:pt x="571" y="4851"/>
                  </a:cubicBezTo>
                  <a:lnTo>
                    <a:pt x="469" y="4458"/>
                  </a:lnTo>
                  <a:cubicBezTo>
                    <a:pt x="448" y="4377"/>
                    <a:pt x="469" y="4292"/>
                    <a:pt x="525" y="4233"/>
                  </a:cubicBezTo>
                  <a:lnTo>
                    <a:pt x="2146" y="2517"/>
                  </a:lnTo>
                  <a:cubicBezTo>
                    <a:pt x="2346" y="2640"/>
                    <a:pt x="2564" y="2731"/>
                    <a:pt x="2793" y="2791"/>
                  </a:cubicBezTo>
                  <a:cubicBezTo>
                    <a:pt x="2812" y="2797"/>
                    <a:pt x="2832" y="2800"/>
                    <a:pt x="2851" y="2800"/>
                  </a:cubicBezTo>
                  <a:cubicBezTo>
                    <a:pt x="2887" y="2800"/>
                    <a:pt x="2923" y="2790"/>
                    <a:pt x="2955" y="2770"/>
                  </a:cubicBezTo>
                  <a:cubicBezTo>
                    <a:pt x="3243" y="2587"/>
                    <a:pt x="3458" y="2306"/>
                    <a:pt x="3560" y="1979"/>
                  </a:cubicBezTo>
                  <a:close/>
                  <a:moveTo>
                    <a:pt x="1604" y="1"/>
                  </a:moveTo>
                  <a:cubicBezTo>
                    <a:pt x="1520" y="1"/>
                    <a:pt x="1437" y="48"/>
                    <a:pt x="1404" y="146"/>
                  </a:cubicBezTo>
                  <a:cubicBezTo>
                    <a:pt x="1390" y="185"/>
                    <a:pt x="1102" y="1078"/>
                    <a:pt x="1517" y="1855"/>
                  </a:cubicBezTo>
                  <a:cubicBezTo>
                    <a:pt x="1594" y="2003"/>
                    <a:pt x="1692" y="2137"/>
                    <a:pt x="1812" y="2253"/>
                  </a:cubicBezTo>
                  <a:lnTo>
                    <a:pt x="219" y="3941"/>
                  </a:lnTo>
                  <a:cubicBezTo>
                    <a:pt x="61" y="4106"/>
                    <a:pt x="1" y="4342"/>
                    <a:pt x="57" y="4563"/>
                  </a:cubicBezTo>
                  <a:lnTo>
                    <a:pt x="163" y="4953"/>
                  </a:lnTo>
                  <a:cubicBezTo>
                    <a:pt x="236" y="5246"/>
                    <a:pt x="499" y="5449"/>
                    <a:pt x="799" y="5449"/>
                  </a:cubicBezTo>
                  <a:cubicBezTo>
                    <a:pt x="801" y="5449"/>
                    <a:pt x="804" y="5449"/>
                    <a:pt x="806" y="5449"/>
                  </a:cubicBezTo>
                  <a:lnTo>
                    <a:pt x="817" y="5449"/>
                  </a:lnTo>
                  <a:cubicBezTo>
                    <a:pt x="1411" y="5439"/>
                    <a:pt x="1914" y="5389"/>
                    <a:pt x="2332" y="5305"/>
                  </a:cubicBezTo>
                  <a:cubicBezTo>
                    <a:pt x="3190" y="6525"/>
                    <a:pt x="4347" y="7313"/>
                    <a:pt x="4699" y="7534"/>
                  </a:cubicBezTo>
                  <a:lnTo>
                    <a:pt x="4724" y="10218"/>
                  </a:lnTo>
                  <a:lnTo>
                    <a:pt x="4224" y="10341"/>
                  </a:lnTo>
                  <a:cubicBezTo>
                    <a:pt x="4003" y="10397"/>
                    <a:pt x="3827" y="10559"/>
                    <a:pt x="3757" y="10777"/>
                  </a:cubicBezTo>
                  <a:lnTo>
                    <a:pt x="3609" y="11220"/>
                  </a:lnTo>
                  <a:cubicBezTo>
                    <a:pt x="3563" y="11353"/>
                    <a:pt x="3662" y="11498"/>
                    <a:pt x="3809" y="11498"/>
                  </a:cubicBezTo>
                  <a:lnTo>
                    <a:pt x="5163" y="11498"/>
                  </a:lnTo>
                  <a:cubicBezTo>
                    <a:pt x="5233" y="11498"/>
                    <a:pt x="5300" y="11462"/>
                    <a:pt x="5339" y="11403"/>
                  </a:cubicBezTo>
                  <a:lnTo>
                    <a:pt x="5708" y="10850"/>
                  </a:lnTo>
                  <a:cubicBezTo>
                    <a:pt x="5778" y="10741"/>
                    <a:pt x="5828" y="10618"/>
                    <a:pt x="5845" y="10492"/>
                  </a:cubicBezTo>
                  <a:lnTo>
                    <a:pt x="6260" y="8073"/>
                  </a:lnTo>
                  <a:cubicBezTo>
                    <a:pt x="6837" y="8262"/>
                    <a:pt x="7437" y="8357"/>
                    <a:pt x="8045" y="8357"/>
                  </a:cubicBezTo>
                  <a:cubicBezTo>
                    <a:pt x="8056" y="8357"/>
                    <a:pt x="8067" y="8357"/>
                    <a:pt x="8078" y="8357"/>
                  </a:cubicBezTo>
                  <a:cubicBezTo>
                    <a:pt x="9186" y="8357"/>
                    <a:pt x="10381" y="8080"/>
                    <a:pt x="11517" y="7538"/>
                  </a:cubicBezTo>
                  <a:lnTo>
                    <a:pt x="12326" y="9075"/>
                  </a:lnTo>
                  <a:lnTo>
                    <a:pt x="12326" y="10186"/>
                  </a:lnTo>
                  <a:lnTo>
                    <a:pt x="11918" y="10334"/>
                  </a:lnTo>
                  <a:cubicBezTo>
                    <a:pt x="11721" y="10400"/>
                    <a:pt x="11570" y="10555"/>
                    <a:pt x="11503" y="10752"/>
                  </a:cubicBezTo>
                  <a:lnTo>
                    <a:pt x="11349" y="11216"/>
                  </a:lnTo>
                  <a:cubicBezTo>
                    <a:pt x="11303" y="11353"/>
                    <a:pt x="11405" y="11494"/>
                    <a:pt x="11549" y="11494"/>
                  </a:cubicBezTo>
                  <a:lnTo>
                    <a:pt x="12906" y="11494"/>
                  </a:lnTo>
                  <a:cubicBezTo>
                    <a:pt x="12991" y="11494"/>
                    <a:pt x="13065" y="11445"/>
                    <a:pt x="13100" y="11367"/>
                  </a:cubicBezTo>
                  <a:lnTo>
                    <a:pt x="13458" y="10538"/>
                  </a:lnTo>
                  <a:cubicBezTo>
                    <a:pt x="13532" y="10369"/>
                    <a:pt x="13567" y="10189"/>
                    <a:pt x="13567" y="10007"/>
                  </a:cubicBezTo>
                  <a:lnTo>
                    <a:pt x="13567" y="8350"/>
                  </a:lnTo>
                  <a:cubicBezTo>
                    <a:pt x="13567" y="8319"/>
                    <a:pt x="13560" y="8291"/>
                    <a:pt x="13550" y="8262"/>
                  </a:cubicBezTo>
                  <a:cubicBezTo>
                    <a:pt x="13546" y="8252"/>
                    <a:pt x="13117" y="7295"/>
                    <a:pt x="13117" y="6448"/>
                  </a:cubicBezTo>
                  <a:cubicBezTo>
                    <a:pt x="13117" y="6124"/>
                    <a:pt x="13209" y="5906"/>
                    <a:pt x="13311" y="5650"/>
                  </a:cubicBezTo>
                  <a:cubicBezTo>
                    <a:pt x="13448" y="5323"/>
                    <a:pt x="13603" y="4946"/>
                    <a:pt x="13567" y="4313"/>
                  </a:cubicBezTo>
                  <a:cubicBezTo>
                    <a:pt x="13553" y="4025"/>
                    <a:pt x="13434" y="3547"/>
                    <a:pt x="13167" y="3100"/>
                  </a:cubicBezTo>
                  <a:lnTo>
                    <a:pt x="13167" y="3100"/>
                  </a:lnTo>
                  <a:cubicBezTo>
                    <a:pt x="13283" y="3167"/>
                    <a:pt x="13385" y="3251"/>
                    <a:pt x="13476" y="3350"/>
                  </a:cubicBezTo>
                  <a:cubicBezTo>
                    <a:pt x="13961" y="3888"/>
                    <a:pt x="14053" y="4746"/>
                    <a:pt x="13722" y="5713"/>
                  </a:cubicBezTo>
                  <a:cubicBezTo>
                    <a:pt x="13297" y="6965"/>
                    <a:pt x="14060" y="7985"/>
                    <a:pt x="14095" y="8027"/>
                  </a:cubicBezTo>
                  <a:cubicBezTo>
                    <a:pt x="14142" y="8092"/>
                    <a:pt x="14202" y="8119"/>
                    <a:pt x="14261" y="8119"/>
                  </a:cubicBezTo>
                  <a:cubicBezTo>
                    <a:pt x="14416" y="8119"/>
                    <a:pt x="14561" y="7935"/>
                    <a:pt x="14429" y="7770"/>
                  </a:cubicBezTo>
                  <a:cubicBezTo>
                    <a:pt x="14422" y="7760"/>
                    <a:pt x="13768" y="6887"/>
                    <a:pt x="14123" y="5847"/>
                  </a:cubicBezTo>
                  <a:cubicBezTo>
                    <a:pt x="14503" y="4732"/>
                    <a:pt x="14380" y="3719"/>
                    <a:pt x="13785" y="3065"/>
                  </a:cubicBezTo>
                  <a:cubicBezTo>
                    <a:pt x="13500" y="2750"/>
                    <a:pt x="13138" y="2570"/>
                    <a:pt x="12820" y="2570"/>
                  </a:cubicBezTo>
                  <a:cubicBezTo>
                    <a:pt x="12797" y="2570"/>
                    <a:pt x="12774" y="2571"/>
                    <a:pt x="12752" y="2573"/>
                  </a:cubicBezTo>
                  <a:cubicBezTo>
                    <a:pt x="12534" y="2358"/>
                    <a:pt x="12270" y="2200"/>
                    <a:pt x="11981" y="2105"/>
                  </a:cubicBezTo>
                  <a:cubicBezTo>
                    <a:pt x="11669" y="2004"/>
                    <a:pt x="11342" y="1966"/>
                    <a:pt x="10997" y="1966"/>
                  </a:cubicBezTo>
                  <a:cubicBezTo>
                    <a:pt x="10539" y="1966"/>
                    <a:pt x="10048" y="2033"/>
                    <a:pt x="9516" y="2105"/>
                  </a:cubicBezTo>
                  <a:cubicBezTo>
                    <a:pt x="8852" y="2196"/>
                    <a:pt x="8094" y="2300"/>
                    <a:pt x="7214" y="2300"/>
                  </a:cubicBezTo>
                  <a:cubicBezTo>
                    <a:pt x="6604" y="2300"/>
                    <a:pt x="5935" y="2250"/>
                    <a:pt x="5198" y="2112"/>
                  </a:cubicBezTo>
                  <a:cubicBezTo>
                    <a:pt x="5219" y="2038"/>
                    <a:pt x="5198" y="1961"/>
                    <a:pt x="5146" y="1908"/>
                  </a:cubicBezTo>
                  <a:cubicBezTo>
                    <a:pt x="5086" y="1852"/>
                    <a:pt x="4741" y="1564"/>
                    <a:pt x="3556" y="1557"/>
                  </a:cubicBezTo>
                  <a:cubicBezTo>
                    <a:pt x="2948" y="1550"/>
                    <a:pt x="1984" y="1180"/>
                    <a:pt x="1812" y="178"/>
                  </a:cubicBezTo>
                  <a:cubicBezTo>
                    <a:pt x="1793" y="62"/>
                    <a:pt x="1699"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84"/>
            <p:cNvSpPr/>
            <p:nvPr/>
          </p:nvSpPr>
          <p:spPr>
            <a:xfrm>
              <a:off x="4728694" y="2080657"/>
              <a:ext cx="11088" cy="11088"/>
            </a:xfrm>
            <a:custGeom>
              <a:rect b="b" l="l" r="r" t="t"/>
              <a:pathLst>
                <a:path extrusionOk="0" h="423" w="423">
                  <a:moveTo>
                    <a:pt x="211" y="1"/>
                  </a:moveTo>
                  <a:cubicBezTo>
                    <a:pt x="95" y="1"/>
                    <a:pt x="0" y="96"/>
                    <a:pt x="0" y="212"/>
                  </a:cubicBezTo>
                  <a:cubicBezTo>
                    <a:pt x="0" y="328"/>
                    <a:pt x="95" y="423"/>
                    <a:pt x="211" y="423"/>
                  </a:cubicBezTo>
                  <a:cubicBezTo>
                    <a:pt x="331" y="423"/>
                    <a:pt x="422" y="328"/>
                    <a:pt x="422" y="212"/>
                  </a:cubicBezTo>
                  <a:cubicBezTo>
                    <a:pt x="422"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2" name="Google Shape;16652;p84"/>
          <p:cNvGrpSpPr/>
          <p:nvPr/>
        </p:nvGrpSpPr>
        <p:grpSpPr>
          <a:xfrm>
            <a:off x="1936145" y="1959319"/>
            <a:ext cx="387526" cy="378351"/>
            <a:chOff x="1936145" y="1959319"/>
            <a:chExt cx="387526" cy="378351"/>
          </a:xfrm>
        </p:grpSpPr>
        <p:sp>
          <p:nvSpPr>
            <p:cNvPr id="16653" name="Google Shape;16653;p84"/>
            <p:cNvSpPr/>
            <p:nvPr/>
          </p:nvSpPr>
          <p:spPr>
            <a:xfrm>
              <a:off x="2161258" y="1964824"/>
              <a:ext cx="162413" cy="162753"/>
            </a:xfrm>
            <a:custGeom>
              <a:rect b="b" l="l" r="r" t="t"/>
              <a:pathLst>
                <a:path extrusionOk="0" h="6209" w="6196">
                  <a:moveTo>
                    <a:pt x="3512" y="0"/>
                  </a:moveTo>
                  <a:cubicBezTo>
                    <a:pt x="2418" y="0"/>
                    <a:pt x="1287" y="780"/>
                    <a:pt x="721" y="2039"/>
                  </a:cubicBezTo>
                  <a:cubicBezTo>
                    <a:pt x="0" y="3649"/>
                    <a:pt x="478" y="5429"/>
                    <a:pt x="1790" y="6020"/>
                  </a:cubicBezTo>
                  <a:cubicBezTo>
                    <a:pt x="2076" y="6148"/>
                    <a:pt x="2379" y="6209"/>
                    <a:pt x="2684" y="6209"/>
                  </a:cubicBezTo>
                  <a:cubicBezTo>
                    <a:pt x="3777" y="6209"/>
                    <a:pt x="4908" y="5429"/>
                    <a:pt x="5472" y="4170"/>
                  </a:cubicBezTo>
                  <a:cubicBezTo>
                    <a:pt x="6196" y="2559"/>
                    <a:pt x="5718" y="780"/>
                    <a:pt x="4406" y="189"/>
                  </a:cubicBezTo>
                  <a:cubicBezTo>
                    <a:pt x="4120" y="61"/>
                    <a:pt x="3817" y="0"/>
                    <a:pt x="351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84"/>
            <p:cNvSpPr/>
            <p:nvPr/>
          </p:nvSpPr>
          <p:spPr>
            <a:xfrm>
              <a:off x="2191114" y="1967733"/>
              <a:ext cx="132557" cy="159765"/>
            </a:xfrm>
            <a:custGeom>
              <a:rect b="b" l="l" r="r" t="t"/>
              <a:pathLst>
                <a:path extrusionOk="0" h="6095" w="5057">
                  <a:moveTo>
                    <a:pt x="3049" y="1"/>
                  </a:moveTo>
                  <a:cubicBezTo>
                    <a:pt x="2152" y="191"/>
                    <a:pt x="1245" y="971"/>
                    <a:pt x="735" y="2111"/>
                  </a:cubicBezTo>
                  <a:cubicBezTo>
                    <a:pt x="0" y="3746"/>
                    <a:pt x="355" y="5497"/>
                    <a:pt x="1526" y="6025"/>
                  </a:cubicBezTo>
                  <a:cubicBezTo>
                    <a:pt x="1590" y="6053"/>
                    <a:pt x="1653" y="6074"/>
                    <a:pt x="1716" y="6095"/>
                  </a:cubicBezTo>
                  <a:cubicBezTo>
                    <a:pt x="2757" y="6018"/>
                    <a:pt x="3798" y="5258"/>
                    <a:pt x="4336" y="4066"/>
                  </a:cubicBezTo>
                  <a:cubicBezTo>
                    <a:pt x="5057" y="2455"/>
                    <a:pt x="4579" y="673"/>
                    <a:pt x="3267" y="85"/>
                  </a:cubicBezTo>
                  <a:cubicBezTo>
                    <a:pt x="3197" y="54"/>
                    <a:pt x="3123" y="26"/>
                    <a:pt x="3049"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84"/>
            <p:cNvSpPr/>
            <p:nvPr/>
          </p:nvSpPr>
          <p:spPr>
            <a:xfrm>
              <a:off x="1936145" y="1965007"/>
              <a:ext cx="162439" cy="162753"/>
            </a:xfrm>
            <a:custGeom>
              <a:rect b="b" l="l" r="r" t="t"/>
              <a:pathLst>
                <a:path extrusionOk="0" h="6209" w="6197">
                  <a:moveTo>
                    <a:pt x="2685" y="0"/>
                  </a:moveTo>
                  <a:cubicBezTo>
                    <a:pt x="2380" y="0"/>
                    <a:pt x="2077" y="61"/>
                    <a:pt x="1791" y="189"/>
                  </a:cubicBezTo>
                  <a:cubicBezTo>
                    <a:pt x="479" y="777"/>
                    <a:pt x="1" y="2559"/>
                    <a:pt x="725" y="4170"/>
                  </a:cubicBezTo>
                  <a:cubicBezTo>
                    <a:pt x="1289" y="5429"/>
                    <a:pt x="2419" y="6209"/>
                    <a:pt x="3513" y="6209"/>
                  </a:cubicBezTo>
                  <a:cubicBezTo>
                    <a:pt x="3818" y="6209"/>
                    <a:pt x="4121" y="6148"/>
                    <a:pt x="4407" y="6020"/>
                  </a:cubicBezTo>
                  <a:cubicBezTo>
                    <a:pt x="5719" y="5429"/>
                    <a:pt x="6197" y="3646"/>
                    <a:pt x="5476" y="2039"/>
                  </a:cubicBezTo>
                  <a:cubicBezTo>
                    <a:pt x="4910" y="780"/>
                    <a:pt x="3778" y="0"/>
                    <a:pt x="2685"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84"/>
            <p:cNvSpPr/>
            <p:nvPr/>
          </p:nvSpPr>
          <p:spPr>
            <a:xfrm>
              <a:off x="1936145" y="1967733"/>
              <a:ext cx="132688" cy="159765"/>
            </a:xfrm>
            <a:custGeom>
              <a:rect b="b" l="l" r="r" t="t"/>
              <a:pathLst>
                <a:path extrusionOk="0" h="6095" w="5062">
                  <a:moveTo>
                    <a:pt x="2012" y="1"/>
                  </a:moveTo>
                  <a:cubicBezTo>
                    <a:pt x="1938" y="26"/>
                    <a:pt x="1865" y="54"/>
                    <a:pt x="1791" y="85"/>
                  </a:cubicBezTo>
                  <a:cubicBezTo>
                    <a:pt x="479" y="673"/>
                    <a:pt x="1" y="2455"/>
                    <a:pt x="725" y="4066"/>
                  </a:cubicBezTo>
                  <a:cubicBezTo>
                    <a:pt x="1260" y="5258"/>
                    <a:pt x="2304" y="6018"/>
                    <a:pt x="3341" y="6095"/>
                  </a:cubicBezTo>
                  <a:cubicBezTo>
                    <a:pt x="3408" y="6074"/>
                    <a:pt x="3472" y="6053"/>
                    <a:pt x="3535" y="6025"/>
                  </a:cubicBezTo>
                  <a:cubicBezTo>
                    <a:pt x="4706" y="5497"/>
                    <a:pt x="5061" y="3746"/>
                    <a:pt x="4326" y="2111"/>
                  </a:cubicBezTo>
                  <a:cubicBezTo>
                    <a:pt x="3813" y="971"/>
                    <a:pt x="2909" y="191"/>
                    <a:pt x="201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84"/>
            <p:cNvSpPr/>
            <p:nvPr/>
          </p:nvSpPr>
          <p:spPr>
            <a:xfrm>
              <a:off x="1981886" y="2024143"/>
              <a:ext cx="296175" cy="308023"/>
            </a:xfrm>
            <a:custGeom>
              <a:rect b="b" l="l" r="r" t="t"/>
              <a:pathLst>
                <a:path extrusionOk="0" h="11751" w="11299">
                  <a:moveTo>
                    <a:pt x="5647" y="1"/>
                  </a:moveTo>
                  <a:cubicBezTo>
                    <a:pt x="2711" y="1"/>
                    <a:pt x="0" y="3475"/>
                    <a:pt x="0" y="6953"/>
                  </a:cubicBezTo>
                  <a:cubicBezTo>
                    <a:pt x="0" y="8838"/>
                    <a:pt x="1547" y="10578"/>
                    <a:pt x="3998" y="11120"/>
                  </a:cubicBezTo>
                  <a:cubicBezTo>
                    <a:pt x="4468" y="11540"/>
                    <a:pt x="5058" y="11750"/>
                    <a:pt x="5647" y="11750"/>
                  </a:cubicBezTo>
                  <a:cubicBezTo>
                    <a:pt x="6237" y="11750"/>
                    <a:pt x="6827" y="11540"/>
                    <a:pt x="7297" y="11120"/>
                  </a:cubicBezTo>
                  <a:cubicBezTo>
                    <a:pt x="9748" y="10578"/>
                    <a:pt x="11298" y="8838"/>
                    <a:pt x="11298" y="6953"/>
                  </a:cubicBezTo>
                  <a:cubicBezTo>
                    <a:pt x="11298" y="3475"/>
                    <a:pt x="8584" y="1"/>
                    <a:pt x="5647"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84"/>
            <p:cNvSpPr/>
            <p:nvPr/>
          </p:nvSpPr>
          <p:spPr>
            <a:xfrm>
              <a:off x="1981886" y="2027577"/>
              <a:ext cx="122045" cy="287499"/>
            </a:xfrm>
            <a:custGeom>
              <a:rect b="b" l="l" r="r" t="t"/>
              <a:pathLst>
                <a:path extrusionOk="0" h="10968" w="4656">
                  <a:moveTo>
                    <a:pt x="4656" y="0"/>
                  </a:moveTo>
                  <a:lnTo>
                    <a:pt x="4656" y="0"/>
                  </a:lnTo>
                  <a:cubicBezTo>
                    <a:pt x="2131" y="665"/>
                    <a:pt x="0" y="3742"/>
                    <a:pt x="0" y="6822"/>
                  </a:cubicBezTo>
                  <a:cubicBezTo>
                    <a:pt x="0" y="8686"/>
                    <a:pt x="1509" y="10398"/>
                    <a:pt x="3910" y="10968"/>
                  </a:cubicBezTo>
                  <a:cubicBezTo>
                    <a:pt x="2592" y="10075"/>
                    <a:pt x="1807" y="8559"/>
                    <a:pt x="1807" y="6945"/>
                  </a:cubicBezTo>
                  <a:cubicBezTo>
                    <a:pt x="1807" y="4142"/>
                    <a:pt x="3028" y="1340"/>
                    <a:pt x="4656"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84"/>
            <p:cNvSpPr/>
            <p:nvPr/>
          </p:nvSpPr>
          <p:spPr>
            <a:xfrm>
              <a:off x="2088230" y="2303909"/>
              <a:ext cx="83172" cy="28283"/>
            </a:xfrm>
            <a:custGeom>
              <a:rect b="b" l="l" r="r" t="t"/>
              <a:pathLst>
                <a:path extrusionOk="0" h="1079" w="3173">
                  <a:moveTo>
                    <a:pt x="8" y="0"/>
                  </a:moveTo>
                  <a:lnTo>
                    <a:pt x="8" y="0"/>
                  </a:lnTo>
                  <a:cubicBezTo>
                    <a:pt x="1" y="194"/>
                    <a:pt x="75" y="377"/>
                    <a:pt x="208" y="514"/>
                  </a:cubicBezTo>
                  <a:cubicBezTo>
                    <a:pt x="592" y="890"/>
                    <a:pt x="1090" y="1078"/>
                    <a:pt x="1588" y="1078"/>
                  </a:cubicBezTo>
                  <a:cubicBezTo>
                    <a:pt x="2086" y="1078"/>
                    <a:pt x="2584" y="890"/>
                    <a:pt x="2965" y="514"/>
                  </a:cubicBezTo>
                  <a:cubicBezTo>
                    <a:pt x="3099" y="377"/>
                    <a:pt x="3173" y="194"/>
                    <a:pt x="3169" y="0"/>
                  </a:cubicBezTo>
                  <a:lnTo>
                    <a:pt x="3169" y="0"/>
                  </a:lnTo>
                  <a:lnTo>
                    <a:pt x="2382" y="264"/>
                  </a:lnTo>
                  <a:lnTo>
                    <a:pt x="799" y="264"/>
                  </a:lnTo>
                  <a:lnTo>
                    <a:pt x="8" y="0"/>
                  </a:ln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84"/>
            <p:cNvSpPr/>
            <p:nvPr/>
          </p:nvSpPr>
          <p:spPr>
            <a:xfrm>
              <a:off x="2100314" y="2243253"/>
              <a:ext cx="59214" cy="50092"/>
            </a:xfrm>
            <a:custGeom>
              <a:rect b="b" l="l" r="r" t="t"/>
              <a:pathLst>
                <a:path extrusionOk="0" h="1911" w="2259">
                  <a:moveTo>
                    <a:pt x="1129" y="1"/>
                  </a:moveTo>
                  <a:cubicBezTo>
                    <a:pt x="507" y="1"/>
                    <a:pt x="1" y="405"/>
                    <a:pt x="1" y="904"/>
                  </a:cubicBezTo>
                  <a:cubicBezTo>
                    <a:pt x="1" y="1390"/>
                    <a:pt x="475" y="1643"/>
                    <a:pt x="816" y="1829"/>
                  </a:cubicBezTo>
                  <a:cubicBezTo>
                    <a:pt x="913" y="1884"/>
                    <a:pt x="1021" y="1911"/>
                    <a:pt x="1129" y="1911"/>
                  </a:cubicBezTo>
                  <a:cubicBezTo>
                    <a:pt x="1238" y="1911"/>
                    <a:pt x="1346" y="1884"/>
                    <a:pt x="1442" y="1829"/>
                  </a:cubicBezTo>
                  <a:cubicBezTo>
                    <a:pt x="1783" y="1639"/>
                    <a:pt x="2258" y="1390"/>
                    <a:pt x="2258" y="904"/>
                  </a:cubicBezTo>
                  <a:cubicBezTo>
                    <a:pt x="2258" y="405"/>
                    <a:pt x="1755" y="1"/>
                    <a:pt x="11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84"/>
            <p:cNvSpPr/>
            <p:nvPr/>
          </p:nvSpPr>
          <p:spPr>
            <a:xfrm>
              <a:off x="2047051" y="2166293"/>
              <a:ext cx="41494" cy="53290"/>
            </a:xfrm>
            <a:custGeom>
              <a:rect b="b" l="l" r="r" t="t"/>
              <a:pathLst>
                <a:path extrusionOk="0" h="2033" w="1583">
                  <a:moveTo>
                    <a:pt x="791" y="0"/>
                  </a:moveTo>
                  <a:cubicBezTo>
                    <a:pt x="352" y="0"/>
                    <a:pt x="0" y="352"/>
                    <a:pt x="0" y="792"/>
                  </a:cubicBezTo>
                  <a:lnTo>
                    <a:pt x="0" y="1242"/>
                  </a:lnTo>
                  <a:cubicBezTo>
                    <a:pt x="0" y="1681"/>
                    <a:pt x="352" y="2033"/>
                    <a:pt x="791" y="2033"/>
                  </a:cubicBezTo>
                  <a:cubicBezTo>
                    <a:pt x="1227" y="2033"/>
                    <a:pt x="1583" y="1681"/>
                    <a:pt x="1583" y="1242"/>
                  </a:cubicBezTo>
                  <a:lnTo>
                    <a:pt x="1583" y="792"/>
                  </a:lnTo>
                  <a:cubicBezTo>
                    <a:pt x="1583" y="352"/>
                    <a:pt x="1227" y="0"/>
                    <a:pt x="79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84"/>
            <p:cNvSpPr/>
            <p:nvPr/>
          </p:nvSpPr>
          <p:spPr>
            <a:xfrm>
              <a:off x="2064744" y="2166293"/>
              <a:ext cx="23722" cy="41416"/>
            </a:xfrm>
            <a:custGeom>
              <a:rect b="b" l="l" r="r" t="t"/>
              <a:pathLst>
                <a:path extrusionOk="0" h="1580" w="905">
                  <a:moveTo>
                    <a:pt x="116" y="0"/>
                  </a:moveTo>
                  <a:cubicBezTo>
                    <a:pt x="78" y="0"/>
                    <a:pt x="39" y="4"/>
                    <a:pt x="0" y="11"/>
                  </a:cubicBezTo>
                  <a:lnTo>
                    <a:pt x="0" y="1129"/>
                  </a:lnTo>
                  <a:cubicBezTo>
                    <a:pt x="0" y="1379"/>
                    <a:pt x="204" y="1579"/>
                    <a:pt x="454" y="1579"/>
                  </a:cubicBezTo>
                  <a:cubicBezTo>
                    <a:pt x="704" y="1579"/>
                    <a:pt x="904" y="1379"/>
                    <a:pt x="904" y="1129"/>
                  </a:cubicBezTo>
                  <a:lnTo>
                    <a:pt x="904" y="792"/>
                  </a:lnTo>
                  <a:cubicBezTo>
                    <a:pt x="904" y="355"/>
                    <a:pt x="552"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84"/>
            <p:cNvSpPr/>
            <p:nvPr/>
          </p:nvSpPr>
          <p:spPr>
            <a:xfrm>
              <a:off x="2058846" y="2172191"/>
              <a:ext cx="17798" cy="17824"/>
            </a:xfrm>
            <a:custGeom>
              <a:rect b="b" l="l" r="r" t="t"/>
              <a:pathLst>
                <a:path extrusionOk="0" h="680" w="679">
                  <a:moveTo>
                    <a:pt x="338" y="0"/>
                  </a:moveTo>
                  <a:cubicBezTo>
                    <a:pt x="151" y="0"/>
                    <a:pt x="0" y="152"/>
                    <a:pt x="0" y="341"/>
                  </a:cubicBezTo>
                  <a:cubicBezTo>
                    <a:pt x="0" y="528"/>
                    <a:pt x="151" y="679"/>
                    <a:pt x="338" y="679"/>
                  </a:cubicBezTo>
                  <a:cubicBezTo>
                    <a:pt x="528" y="679"/>
                    <a:pt x="679" y="528"/>
                    <a:pt x="679" y="341"/>
                  </a:cubicBezTo>
                  <a:cubicBezTo>
                    <a:pt x="679" y="152"/>
                    <a:pt x="528"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84"/>
            <p:cNvSpPr/>
            <p:nvPr/>
          </p:nvSpPr>
          <p:spPr>
            <a:xfrm>
              <a:off x="2171376" y="2166293"/>
              <a:ext cx="41521" cy="53290"/>
            </a:xfrm>
            <a:custGeom>
              <a:rect b="b" l="l" r="r" t="t"/>
              <a:pathLst>
                <a:path extrusionOk="0" h="2033" w="1584">
                  <a:moveTo>
                    <a:pt x="792" y="0"/>
                  </a:moveTo>
                  <a:cubicBezTo>
                    <a:pt x="352" y="0"/>
                    <a:pt x="1" y="352"/>
                    <a:pt x="1" y="792"/>
                  </a:cubicBezTo>
                  <a:lnTo>
                    <a:pt x="1" y="1242"/>
                  </a:lnTo>
                  <a:cubicBezTo>
                    <a:pt x="1" y="1681"/>
                    <a:pt x="352" y="2033"/>
                    <a:pt x="792" y="2033"/>
                  </a:cubicBezTo>
                  <a:cubicBezTo>
                    <a:pt x="1228" y="2033"/>
                    <a:pt x="1583" y="1681"/>
                    <a:pt x="1583" y="1242"/>
                  </a:cubicBezTo>
                  <a:lnTo>
                    <a:pt x="1583" y="792"/>
                  </a:lnTo>
                  <a:cubicBezTo>
                    <a:pt x="1583" y="352"/>
                    <a:pt x="1228" y="0"/>
                    <a:pt x="79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84"/>
            <p:cNvSpPr/>
            <p:nvPr/>
          </p:nvSpPr>
          <p:spPr>
            <a:xfrm>
              <a:off x="2189070" y="2166293"/>
              <a:ext cx="23722" cy="41416"/>
            </a:xfrm>
            <a:custGeom>
              <a:rect b="b" l="l" r="r" t="t"/>
              <a:pathLst>
                <a:path extrusionOk="0" h="1580" w="905">
                  <a:moveTo>
                    <a:pt x="117" y="0"/>
                  </a:moveTo>
                  <a:cubicBezTo>
                    <a:pt x="78" y="0"/>
                    <a:pt x="40" y="4"/>
                    <a:pt x="1" y="11"/>
                  </a:cubicBezTo>
                  <a:lnTo>
                    <a:pt x="1" y="1129"/>
                  </a:lnTo>
                  <a:cubicBezTo>
                    <a:pt x="1" y="1379"/>
                    <a:pt x="205" y="1579"/>
                    <a:pt x="455" y="1579"/>
                  </a:cubicBezTo>
                  <a:cubicBezTo>
                    <a:pt x="704" y="1579"/>
                    <a:pt x="905" y="1379"/>
                    <a:pt x="905" y="1129"/>
                  </a:cubicBezTo>
                  <a:lnTo>
                    <a:pt x="905" y="792"/>
                  </a:lnTo>
                  <a:cubicBezTo>
                    <a:pt x="905" y="355"/>
                    <a:pt x="553" y="0"/>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84"/>
            <p:cNvSpPr/>
            <p:nvPr/>
          </p:nvSpPr>
          <p:spPr>
            <a:xfrm>
              <a:off x="2183277" y="2172191"/>
              <a:ext cx="17720" cy="17824"/>
            </a:xfrm>
            <a:custGeom>
              <a:rect b="b" l="l" r="r" t="t"/>
              <a:pathLst>
                <a:path extrusionOk="0" h="680" w="676">
                  <a:moveTo>
                    <a:pt x="338" y="0"/>
                  </a:moveTo>
                  <a:cubicBezTo>
                    <a:pt x="152" y="0"/>
                    <a:pt x="0" y="152"/>
                    <a:pt x="0" y="341"/>
                  </a:cubicBezTo>
                  <a:cubicBezTo>
                    <a:pt x="0" y="528"/>
                    <a:pt x="152" y="679"/>
                    <a:pt x="338" y="679"/>
                  </a:cubicBezTo>
                  <a:cubicBezTo>
                    <a:pt x="524" y="679"/>
                    <a:pt x="676" y="528"/>
                    <a:pt x="676" y="341"/>
                  </a:cubicBezTo>
                  <a:cubicBezTo>
                    <a:pt x="676" y="152"/>
                    <a:pt x="524"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84"/>
            <p:cNvSpPr/>
            <p:nvPr/>
          </p:nvSpPr>
          <p:spPr>
            <a:xfrm>
              <a:off x="2100314" y="2243908"/>
              <a:ext cx="38926" cy="49437"/>
            </a:xfrm>
            <a:custGeom>
              <a:rect b="b" l="l" r="r" t="t"/>
              <a:pathLst>
                <a:path extrusionOk="0" h="1886" w="1485">
                  <a:moveTo>
                    <a:pt x="887" y="0"/>
                  </a:moveTo>
                  <a:cubicBezTo>
                    <a:pt x="380" y="88"/>
                    <a:pt x="1" y="447"/>
                    <a:pt x="1" y="879"/>
                  </a:cubicBezTo>
                  <a:cubicBezTo>
                    <a:pt x="1" y="1365"/>
                    <a:pt x="475" y="1614"/>
                    <a:pt x="816" y="1804"/>
                  </a:cubicBezTo>
                  <a:cubicBezTo>
                    <a:pt x="915" y="1859"/>
                    <a:pt x="1023" y="1886"/>
                    <a:pt x="1131" y="1886"/>
                  </a:cubicBezTo>
                  <a:cubicBezTo>
                    <a:pt x="1238" y="1886"/>
                    <a:pt x="1346" y="1859"/>
                    <a:pt x="1442" y="1804"/>
                  </a:cubicBezTo>
                  <a:lnTo>
                    <a:pt x="1485" y="1779"/>
                  </a:lnTo>
                  <a:cubicBezTo>
                    <a:pt x="1147" y="1547"/>
                    <a:pt x="679" y="1234"/>
                    <a:pt x="679" y="644"/>
                  </a:cubicBezTo>
                  <a:cubicBezTo>
                    <a:pt x="679" y="412"/>
                    <a:pt x="750" y="187"/>
                    <a:pt x="8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84"/>
            <p:cNvSpPr/>
            <p:nvPr/>
          </p:nvSpPr>
          <p:spPr>
            <a:xfrm>
              <a:off x="2041520" y="2160762"/>
              <a:ext cx="52556" cy="64352"/>
            </a:xfrm>
            <a:custGeom>
              <a:rect b="b" l="l" r="r" t="t"/>
              <a:pathLst>
                <a:path extrusionOk="0" h="2455" w="2005">
                  <a:moveTo>
                    <a:pt x="1002" y="0"/>
                  </a:moveTo>
                  <a:cubicBezTo>
                    <a:pt x="447" y="0"/>
                    <a:pt x="0" y="450"/>
                    <a:pt x="0" y="1003"/>
                  </a:cubicBezTo>
                  <a:lnTo>
                    <a:pt x="0" y="1453"/>
                  </a:lnTo>
                  <a:cubicBezTo>
                    <a:pt x="0" y="2008"/>
                    <a:pt x="447" y="2455"/>
                    <a:pt x="1002" y="2455"/>
                  </a:cubicBezTo>
                  <a:cubicBezTo>
                    <a:pt x="1554" y="2455"/>
                    <a:pt x="2005" y="2008"/>
                    <a:pt x="2005" y="1453"/>
                  </a:cubicBezTo>
                  <a:lnTo>
                    <a:pt x="2005" y="1003"/>
                  </a:lnTo>
                  <a:cubicBezTo>
                    <a:pt x="2005" y="855"/>
                    <a:pt x="1969" y="707"/>
                    <a:pt x="1906" y="574"/>
                  </a:cubicBezTo>
                  <a:cubicBezTo>
                    <a:pt x="1870" y="497"/>
                    <a:pt x="1794" y="452"/>
                    <a:pt x="1714" y="452"/>
                  </a:cubicBezTo>
                  <a:cubicBezTo>
                    <a:pt x="1684" y="452"/>
                    <a:pt x="1654" y="458"/>
                    <a:pt x="1625" y="472"/>
                  </a:cubicBezTo>
                  <a:cubicBezTo>
                    <a:pt x="1519" y="521"/>
                    <a:pt x="1474" y="647"/>
                    <a:pt x="1526" y="753"/>
                  </a:cubicBezTo>
                  <a:cubicBezTo>
                    <a:pt x="1561" y="830"/>
                    <a:pt x="1579" y="915"/>
                    <a:pt x="1579" y="1003"/>
                  </a:cubicBezTo>
                  <a:lnTo>
                    <a:pt x="1579" y="1453"/>
                  </a:lnTo>
                  <a:cubicBezTo>
                    <a:pt x="1579" y="1773"/>
                    <a:pt x="1322" y="2033"/>
                    <a:pt x="1002" y="2033"/>
                  </a:cubicBezTo>
                  <a:cubicBezTo>
                    <a:pt x="682" y="2033"/>
                    <a:pt x="422" y="1773"/>
                    <a:pt x="422" y="1453"/>
                  </a:cubicBezTo>
                  <a:lnTo>
                    <a:pt x="422" y="1003"/>
                  </a:lnTo>
                  <a:cubicBezTo>
                    <a:pt x="422" y="683"/>
                    <a:pt x="682" y="422"/>
                    <a:pt x="1002" y="422"/>
                  </a:cubicBezTo>
                  <a:cubicBezTo>
                    <a:pt x="1118" y="422"/>
                    <a:pt x="1213" y="327"/>
                    <a:pt x="1213" y="211"/>
                  </a:cubicBezTo>
                  <a:cubicBezTo>
                    <a:pt x="1213" y="95"/>
                    <a:pt x="1118" y="0"/>
                    <a:pt x="1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84"/>
            <p:cNvSpPr/>
            <p:nvPr/>
          </p:nvSpPr>
          <p:spPr>
            <a:xfrm>
              <a:off x="2165846" y="2160762"/>
              <a:ext cx="52582" cy="64352"/>
            </a:xfrm>
            <a:custGeom>
              <a:rect b="b" l="l" r="r" t="t"/>
              <a:pathLst>
                <a:path extrusionOk="0" h="2455" w="2006">
                  <a:moveTo>
                    <a:pt x="1003" y="0"/>
                  </a:moveTo>
                  <a:cubicBezTo>
                    <a:pt x="447" y="0"/>
                    <a:pt x="1" y="447"/>
                    <a:pt x="1" y="1003"/>
                  </a:cubicBezTo>
                  <a:lnTo>
                    <a:pt x="1" y="1453"/>
                  </a:lnTo>
                  <a:cubicBezTo>
                    <a:pt x="1" y="2008"/>
                    <a:pt x="447" y="2455"/>
                    <a:pt x="1003" y="2455"/>
                  </a:cubicBezTo>
                  <a:cubicBezTo>
                    <a:pt x="1555" y="2455"/>
                    <a:pt x="2005" y="2008"/>
                    <a:pt x="2005" y="1453"/>
                  </a:cubicBezTo>
                  <a:lnTo>
                    <a:pt x="2005" y="1003"/>
                  </a:lnTo>
                  <a:cubicBezTo>
                    <a:pt x="2005" y="855"/>
                    <a:pt x="1974" y="707"/>
                    <a:pt x="1910" y="574"/>
                  </a:cubicBezTo>
                  <a:cubicBezTo>
                    <a:pt x="1868" y="486"/>
                    <a:pt x="1797" y="450"/>
                    <a:pt x="1725" y="450"/>
                  </a:cubicBezTo>
                  <a:cubicBezTo>
                    <a:pt x="1586" y="450"/>
                    <a:pt x="1448" y="586"/>
                    <a:pt x="1527" y="753"/>
                  </a:cubicBezTo>
                  <a:cubicBezTo>
                    <a:pt x="1566" y="830"/>
                    <a:pt x="1583" y="915"/>
                    <a:pt x="1583" y="1003"/>
                  </a:cubicBezTo>
                  <a:lnTo>
                    <a:pt x="1583" y="1453"/>
                  </a:lnTo>
                  <a:cubicBezTo>
                    <a:pt x="1583" y="1773"/>
                    <a:pt x="1323" y="2033"/>
                    <a:pt x="1003" y="2033"/>
                  </a:cubicBezTo>
                  <a:cubicBezTo>
                    <a:pt x="683" y="2033"/>
                    <a:pt x="423" y="1773"/>
                    <a:pt x="423" y="1453"/>
                  </a:cubicBezTo>
                  <a:lnTo>
                    <a:pt x="423" y="1003"/>
                  </a:lnTo>
                  <a:cubicBezTo>
                    <a:pt x="423" y="683"/>
                    <a:pt x="683" y="422"/>
                    <a:pt x="1003" y="422"/>
                  </a:cubicBezTo>
                  <a:cubicBezTo>
                    <a:pt x="1119" y="422"/>
                    <a:pt x="1214" y="327"/>
                    <a:pt x="1214" y="211"/>
                  </a:cubicBezTo>
                  <a:cubicBezTo>
                    <a:pt x="1214" y="95"/>
                    <a:pt x="1119"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84"/>
            <p:cNvSpPr/>
            <p:nvPr/>
          </p:nvSpPr>
          <p:spPr>
            <a:xfrm>
              <a:off x="2094783" y="2237722"/>
              <a:ext cx="70354" cy="61128"/>
            </a:xfrm>
            <a:custGeom>
              <a:rect b="b" l="l" r="r" t="t"/>
              <a:pathLst>
                <a:path extrusionOk="0" h="2332" w="2684">
                  <a:moveTo>
                    <a:pt x="1344" y="426"/>
                  </a:moveTo>
                  <a:cubicBezTo>
                    <a:pt x="1850" y="426"/>
                    <a:pt x="2262" y="736"/>
                    <a:pt x="2262" y="1115"/>
                  </a:cubicBezTo>
                  <a:cubicBezTo>
                    <a:pt x="2262" y="1442"/>
                    <a:pt x="1945" y="1639"/>
                    <a:pt x="1565" y="1847"/>
                  </a:cubicBezTo>
                  <a:lnTo>
                    <a:pt x="1551" y="1854"/>
                  </a:lnTo>
                  <a:cubicBezTo>
                    <a:pt x="1486" y="1891"/>
                    <a:pt x="1414" y="1909"/>
                    <a:pt x="1342" y="1909"/>
                  </a:cubicBezTo>
                  <a:cubicBezTo>
                    <a:pt x="1269" y="1909"/>
                    <a:pt x="1196" y="1891"/>
                    <a:pt x="1129" y="1854"/>
                  </a:cubicBezTo>
                  <a:lnTo>
                    <a:pt x="1119" y="1847"/>
                  </a:lnTo>
                  <a:cubicBezTo>
                    <a:pt x="739" y="1639"/>
                    <a:pt x="423" y="1442"/>
                    <a:pt x="423" y="1119"/>
                  </a:cubicBezTo>
                  <a:cubicBezTo>
                    <a:pt x="423" y="736"/>
                    <a:pt x="834" y="426"/>
                    <a:pt x="1344" y="426"/>
                  </a:cubicBezTo>
                  <a:close/>
                  <a:moveTo>
                    <a:pt x="1340" y="1"/>
                  </a:moveTo>
                  <a:cubicBezTo>
                    <a:pt x="602" y="1"/>
                    <a:pt x="1" y="503"/>
                    <a:pt x="1" y="1115"/>
                  </a:cubicBezTo>
                  <a:cubicBezTo>
                    <a:pt x="1" y="1717"/>
                    <a:pt x="549" y="2019"/>
                    <a:pt x="915" y="2216"/>
                  </a:cubicBezTo>
                  <a:lnTo>
                    <a:pt x="925" y="2223"/>
                  </a:lnTo>
                  <a:cubicBezTo>
                    <a:pt x="1056" y="2295"/>
                    <a:pt x="1199" y="2331"/>
                    <a:pt x="1342" y="2331"/>
                  </a:cubicBezTo>
                  <a:cubicBezTo>
                    <a:pt x="1485" y="2331"/>
                    <a:pt x="1627" y="2295"/>
                    <a:pt x="1755" y="2223"/>
                  </a:cubicBezTo>
                  <a:lnTo>
                    <a:pt x="1766" y="2216"/>
                  </a:lnTo>
                  <a:cubicBezTo>
                    <a:pt x="2132" y="2015"/>
                    <a:pt x="2684" y="1717"/>
                    <a:pt x="2684" y="1115"/>
                  </a:cubicBezTo>
                  <a:cubicBezTo>
                    <a:pt x="2684" y="503"/>
                    <a:pt x="2082"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84"/>
            <p:cNvSpPr/>
            <p:nvPr/>
          </p:nvSpPr>
          <p:spPr>
            <a:xfrm>
              <a:off x="1938636" y="1959319"/>
              <a:ext cx="382676" cy="378351"/>
            </a:xfrm>
            <a:custGeom>
              <a:rect b="b" l="l" r="r" t="t"/>
              <a:pathLst>
                <a:path extrusionOk="0" h="14434" w="14599">
                  <a:moveTo>
                    <a:pt x="2775" y="427"/>
                  </a:moveTo>
                  <a:cubicBezTo>
                    <a:pt x="3152" y="456"/>
                    <a:pt x="3517" y="572"/>
                    <a:pt x="3841" y="769"/>
                  </a:cubicBezTo>
                  <a:cubicBezTo>
                    <a:pt x="4463" y="1134"/>
                    <a:pt x="4948" y="1743"/>
                    <a:pt x="5212" y="2485"/>
                  </a:cubicBezTo>
                  <a:cubicBezTo>
                    <a:pt x="5247" y="2576"/>
                    <a:pt x="5275" y="2671"/>
                    <a:pt x="5300" y="2766"/>
                  </a:cubicBezTo>
                  <a:cubicBezTo>
                    <a:pt x="5093" y="2871"/>
                    <a:pt x="4892" y="2991"/>
                    <a:pt x="4699" y="3121"/>
                  </a:cubicBezTo>
                  <a:cubicBezTo>
                    <a:pt x="4657" y="2903"/>
                    <a:pt x="4600" y="2688"/>
                    <a:pt x="4523" y="2481"/>
                  </a:cubicBezTo>
                  <a:cubicBezTo>
                    <a:pt x="4256" y="1729"/>
                    <a:pt x="3799" y="1092"/>
                    <a:pt x="3232" y="691"/>
                  </a:cubicBezTo>
                  <a:cubicBezTo>
                    <a:pt x="3092" y="586"/>
                    <a:pt x="2937" y="498"/>
                    <a:pt x="2775" y="427"/>
                  </a:cubicBezTo>
                  <a:close/>
                  <a:moveTo>
                    <a:pt x="2007" y="678"/>
                  </a:moveTo>
                  <a:cubicBezTo>
                    <a:pt x="2823" y="678"/>
                    <a:pt x="3714" y="1461"/>
                    <a:pt x="4129" y="2622"/>
                  </a:cubicBezTo>
                  <a:cubicBezTo>
                    <a:pt x="4217" y="2875"/>
                    <a:pt x="4284" y="3135"/>
                    <a:pt x="4319" y="3402"/>
                  </a:cubicBezTo>
                  <a:cubicBezTo>
                    <a:pt x="3908" y="3729"/>
                    <a:pt x="3535" y="4102"/>
                    <a:pt x="3208" y="4514"/>
                  </a:cubicBezTo>
                  <a:cubicBezTo>
                    <a:pt x="2856" y="4953"/>
                    <a:pt x="2554" y="5424"/>
                    <a:pt x="2301" y="5927"/>
                  </a:cubicBezTo>
                  <a:cubicBezTo>
                    <a:pt x="1590" y="5593"/>
                    <a:pt x="1006" y="4918"/>
                    <a:pt x="711" y="4092"/>
                  </a:cubicBezTo>
                  <a:cubicBezTo>
                    <a:pt x="447" y="3353"/>
                    <a:pt x="437" y="2572"/>
                    <a:pt x="683" y="1894"/>
                  </a:cubicBezTo>
                  <a:cubicBezTo>
                    <a:pt x="859" y="1419"/>
                    <a:pt x="1144" y="1039"/>
                    <a:pt x="1513" y="783"/>
                  </a:cubicBezTo>
                  <a:cubicBezTo>
                    <a:pt x="1541" y="772"/>
                    <a:pt x="1576" y="758"/>
                    <a:pt x="1601" y="747"/>
                  </a:cubicBezTo>
                  <a:cubicBezTo>
                    <a:pt x="1732" y="701"/>
                    <a:pt x="1868" y="678"/>
                    <a:pt x="2007" y="678"/>
                  </a:cubicBezTo>
                  <a:close/>
                  <a:moveTo>
                    <a:pt x="11820" y="427"/>
                  </a:moveTo>
                  <a:cubicBezTo>
                    <a:pt x="11640" y="505"/>
                    <a:pt x="11475" y="603"/>
                    <a:pt x="11320" y="719"/>
                  </a:cubicBezTo>
                  <a:cubicBezTo>
                    <a:pt x="11138" y="856"/>
                    <a:pt x="11267" y="1106"/>
                    <a:pt x="11445" y="1106"/>
                  </a:cubicBezTo>
                  <a:cubicBezTo>
                    <a:pt x="11486" y="1106"/>
                    <a:pt x="11530" y="1092"/>
                    <a:pt x="11573" y="1060"/>
                  </a:cubicBezTo>
                  <a:cubicBezTo>
                    <a:pt x="11913" y="808"/>
                    <a:pt x="12264" y="679"/>
                    <a:pt x="12596" y="679"/>
                  </a:cubicBezTo>
                  <a:cubicBezTo>
                    <a:pt x="12735" y="679"/>
                    <a:pt x="12871" y="702"/>
                    <a:pt x="13001" y="747"/>
                  </a:cubicBezTo>
                  <a:cubicBezTo>
                    <a:pt x="13015" y="754"/>
                    <a:pt x="13057" y="772"/>
                    <a:pt x="13093" y="786"/>
                  </a:cubicBezTo>
                  <a:cubicBezTo>
                    <a:pt x="13458" y="1043"/>
                    <a:pt x="13743" y="1423"/>
                    <a:pt x="13915" y="1894"/>
                  </a:cubicBezTo>
                  <a:cubicBezTo>
                    <a:pt x="14162" y="2572"/>
                    <a:pt x="14154" y="3350"/>
                    <a:pt x="13887" y="4092"/>
                  </a:cubicBezTo>
                  <a:cubicBezTo>
                    <a:pt x="13592" y="4918"/>
                    <a:pt x="13005" y="5593"/>
                    <a:pt x="12298" y="5927"/>
                  </a:cubicBezTo>
                  <a:cubicBezTo>
                    <a:pt x="12045" y="5424"/>
                    <a:pt x="11742" y="4950"/>
                    <a:pt x="11391" y="4514"/>
                  </a:cubicBezTo>
                  <a:cubicBezTo>
                    <a:pt x="11064" y="4102"/>
                    <a:pt x="10691" y="3729"/>
                    <a:pt x="10283" y="3402"/>
                  </a:cubicBezTo>
                  <a:cubicBezTo>
                    <a:pt x="10318" y="3135"/>
                    <a:pt x="10381" y="2875"/>
                    <a:pt x="10473" y="2622"/>
                  </a:cubicBezTo>
                  <a:cubicBezTo>
                    <a:pt x="10589" y="2291"/>
                    <a:pt x="10751" y="1978"/>
                    <a:pt x="10958" y="1693"/>
                  </a:cubicBezTo>
                  <a:cubicBezTo>
                    <a:pt x="11067" y="1528"/>
                    <a:pt x="10927" y="1359"/>
                    <a:pt x="10778" y="1359"/>
                  </a:cubicBezTo>
                  <a:cubicBezTo>
                    <a:pt x="10721" y="1359"/>
                    <a:pt x="10663" y="1384"/>
                    <a:pt x="10617" y="1444"/>
                  </a:cubicBezTo>
                  <a:cubicBezTo>
                    <a:pt x="10385" y="1760"/>
                    <a:pt x="10202" y="2112"/>
                    <a:pt x="10072" y="2481"/>
                  </a:cubicBezTo>
                  <a:cubicBezTo>
                    <a:pt x="9998" y="2688"/>
                    <a:pt x="9938" y="2903"/>
                    <a:pt x="9896" y="3121"/>
                  </a:cubicBezTo>
                  <a:cubicBezTo>
                    <a:pt x="9703" y="2987"/>
                    <a:pt x="9502" y="2871"/>
                    <a:pt x="9295" y="2766"/>
                  </a:cubicBezTo>
                  <a:cubicBezTo>
                    <a:pt x="9323" y="2671"/>
                    <a:pt x="9351" y="2576"/>
                    <a:pt x="9383" y="2485"/>
                  </a:cubicBezTo>
                  <a:lnTo>
                    <a:pt x="9386" y="2485"/>
                  </a:lnTo>
                  <a:cubicBezTo>
                    <a:pt x="9650" y="1743"/>
                    <a:pt x="10135" y="1134"/>
                    <a:pt x="10754" y="769"/>
                  </a:cubicBezTo>
                  <a:cubicBezTo>
                    <a:pt x="11078" y="572"/>
                    <a:pt x="11443" y="456"/>
                    <a:pt x="11820" y="427"/>
                  </a:cubicBezTo>
                  <a:close/>
                  <a:moveTo>
                    <a:pt x="7297" y="2685"/>
                  </a:moveTo>
                  <a:cubicBezTo>
                    <a:pt x="8620" y="2685"/>
                    <a:pt x="9991" y="3448"/>
                    <a:pt x="11060" y="4777"/>
                  </a:cubicBezTo>
                  <a:cubicBezTo>
                    <a:pt x="12125" y="6110"/>
                    <a:pt x="12734" y="7801"/>
                    <a:pt x="12734" y="9426"/>
                  </a:cubicBezTo>
                  <a:cubicBezTo>
                    <a:pt x="12730" y="10006"/>
                    <a:pt x="12579" y="10572"/>
                    <a:pt x="12294" y="11075"/>
                  </a:cubicBezTo>
                  <a:cubicBezTo>
                    <a:pt x="11892" y="11058"/>
                    <a:pt x="11503" y="11053"/>
                    <a:pt x="11162" y="11053"/>
                  </a:cubicBezTo>
                  <a:cubicBezTo>
                    <a:pt x="10517" y="11053"/>
                    <a:pt x="10048" y="11073"/>
                    <a:pt x="10002" y="11075"/>
                  </a:cubicBezTo>
                  <a:cubicBezTo>
                    <a:pt x="9721" y="11089"/>
                    <a:pt x="9737" y="11498"/>
                    <a:pt x="10006" y="11498"/>
                  </a:cubicBezTo>
                  <a:cubicBezTo>
                    <a:pt x="10010" y="11498"/>
                    <a:pt x="10015" y="11497"/>
                    <a:pt x="10019" y="11497"/>
                  </a:cubicBezTo>
                  <a:cubicBezTo>
                    <a:pt x="10032" y="11497"/>
                    <a:pt x="10496" y="11476"/>
                    <a:pt x="11144" y="11476"/>
                  </a:cubicBezTo>
                  <a:cubicBezTo>
                    <a:pt x="11414" y="11476"/>
                    <a:pt x="11716" y="11480"/>
                    <a:pt x="12031" y="11490"/>
                  </a:cubicBezTo>
                  <a:cubicBezTo>
                    <a:pt x="11932" y="11620"/>
                    <a:pt x="11827" y="11747"/>
                    <a:pt x="11714" y="11870"/>
                  </a:cubicBezTo>
                  <a:cubicBezTo>
                    <a:pt x="11612" y="11975"/>
                    <a:pt x="11507" y="12077"/>
                    <a:pt x="11394" y="12176"/>
                  </a:cubicBezTo>
                  <a:cubicBezTo>
                    <a:pt x="10427" y="11909"/>
                    <a:pt x="9650" y="11768"/>
                    <a:pt x="9597" y="11757"/>
                  </a:cubicBezTo>
                  <a:cubicBezTo>
                    <a:pt x="9582" y="11755"/>
                    <a:pt x="9567" y="11753"/>
                    <a:pt x="9553" y="11753"/>
                  </a:cubicBezTo>
                  <a:cubicBezTo>
                    <a:pt x="9312" y="11753"/>
                    <a:pt x="9258" y="12126"/>
                    <a:pt x="9520" y="12172"/>
                  </a:cubicBezTo>
                  <a:cubicBezTo>
                    <a:pt x="9530" y="12172"/>
                    <a:pt x="10156" y="12288"/>
                    <a:pt x="10976" y="12503"/>
                  </a:cubicBezTo>
                  <a:cubicBezTo>
                    <a:pt x="10371" y="12918"/>
                    <a:pt x="9692" y="13213"/>
                    <a:pt x="8978" y="13371"/>
                  </a:cubicBezTo>
                  <a:cubicBezTo>
                    <a:pt x="9024" y="13322"/>
                    <a:pt x="9070" y="13269"/>
                    <a:pt x="9105" y="13213"/>
                  </a:cubicBezTo>
                  <a:cubicBezTo>
                    <a:pt x="9222" y="13047"/>
                    <a:pt x="9075" y="12877"/>
                    <a:pt x="8925" y="12877"/>
                  </a:cubicBezTo>
                  <a:cubicBezTo>
                    <a:pt x="8862" y="12877"/>
                    <a:pt x="8799" y="12906"/>
                    <a:pt x="8753" y="12978"/>
                  </a:cubicBezTo>
                  <a:cubicBezTo>
                    <a:pt x="8606" y="13203"/>
                    <a:pt x="8356" y="13336"/>
                    <a:pt x="8089" y="13336"/>
                  </a:cubicBezTo>
                  <a:cubicBezTo>
                    <a:pt x="7937" y="13336"/>
                    <a:pt x="7786" y="13291"/>
                    <a:pt x="7660" y="13210"/>
                  </a:cubicBezTo>
                  <a:cubicBezTo>
                    <a:pt x="7551" y="13138"/>
                    <a:pt x="7425" y="13102"/>
                    <a:pt x="7299" y="13102"/>
                  </a:cubicBezTo>
                  <a:cubicBezTo>
                    <a:pt x="7173" y="13102"/>
                    <a:pt x="7046" y="13138"/>
                    <a:pt x="6935" y="13210"/>
                  </a:cubicBezTo>
                  <a:cubicBezTo>
                    <a:pt x="6809" y="13291"/>
                    <a:pt x="6657" y="13336"/>
                    <a:pt x="6506" y="13336"/>
                  </a:cubicBezTo>
                  <a:cubicBezTo>
                    <a:pt x="6239" y="13336"/>
                    <a:pt x="5989" y="13203"/>
                    <a:pt x="5842" y="12978"/>
                  </a:cubicBezTo>
                  <a:cubicBezTo>
                    <a:pt x="5796" y="12906"/>
                    <a:pt x="5733" y="12877"/>
                    <a:pt x="5670" y="12877"/>
                  </a:cubicBezTo>
                  <a:cubicBezTo>
                    <a:pt x="5520" y="12877"/>
                    <a:pt x="5373" y="13047"/>
                    <a:pt x="5490" y="13213"/>
                  </a:cubicBezTo>
                  <a:cubicBezTo>
                    <a:pt x="5529" y="13269"/>
                    <a:pt x="5571" y="13322"/>
                    <a:pt x="5617" y="13371"/>
                  </a:cubicBezTo>
                  <a:cubicBezTo>
                    <a:pt x="4903" y="13213"/>
                    <a:pt x="4224" y="12918"/>
                    <a:pt x="3619" y="12503"/>
                  </a:cubicBezTo>
                  <a:cubicBezTo>
                    <a:pt x="4442" y="12288"/>
                    <a:pt x="5064" y="12176"/>
                    <a:pt x="5075" y="12172"/>
                  </a:cubicBezTo>
                  <a:cubicBezTo>
                    <a:pt x="5191" y="12151"/>
                    <a:pt x="5265" y="12042"/>
                    <a:pt x="5244" y="11930"/>
                  </a:cubicBezTo>
                  <a:cubicBezTo>
                    <a:pt x="5228" y="11827"/>
                    <a:pt x="5137" y="11754"/>
                    <a:pt x="5038" y="11754"/>
                  </a:cubicBezTo>
                  <a:cubicBezTo>
                    <a:pt x="5026" y="11754"/>
                    <a:pt x="5014" y="11755"/>
                    <a:pt x="5001" y="11757"/>
                  </a:cubicBezTo>
                  <a:cubicBezTo>
                    <a:pt x="4945" y="11768"/>
                    <a:pt x="4168" y="11909"/>
                    <a:pt x="3201" y="12176"/>
                  </a:cubicBezTo>
                  <a:cubicBezTo>
                    <a:pt x="3088" y="12077"/>
                    <a:pt x="2983" y="11975"/>
                    <a:pt x="2881" y="11870"/>
                  </a:cubicBezTo>
                  <a:cubicBezTo>
                    <a:pt x="2768" y="11750"/>
                    <a:pt x="2663" y="11620"/>
                    <a:pt x="2564" y="11490"/>
                  </a:cubicBezTo>
                  <a:cubicBezTo>
                    <a:pt x="2879" y="11480"/>
                    <a:pt x="3181" y="11476"/>
                    <a:pt x="3451" y="11476"/>
                  </a:cubicBezTo>
                  <a:cubicBezTo>
                    <a:pt x="4099" y="11476"/>
                    <a:pt x="4563" y="11497"/>
                    <a:pt x="4576" y="11497"/>
                  </a:cubicBezTo>
                  <a:cubicBezTo>
                    <a:pt x="4580" y="11497"/>
                    <a:pt x="4584" y="11498"/>
                    <a:pt x="4588" y="11498"/>
                  </a:cubicBezTo>
                  <a:cubicBezTo>
                    <a:pt x="4699" y="11498"/>
                    <a:pt x="4790" y="11409"/>
                    <a:pt x="4797" y="11297"/>
                  </a:cubicBezTo>
                  <a:cubicBezTo>
                    <a:pt x="4801" y="11181"/>
                    <a:pt x="4713" y="11079"/>
                    <a:pt x="4597" y="11075"/>
                  </a:cubicBezTo>
                  <a:cubicBezTo>
                    <a:pt x="4548" y="11073"/>
                    <a:pt x="4078" y="11053"/>
                    <a:pt x="3433" y="11053"/>
                  </a:cubicBezTo>
                  <a:cubicBezTo>
                    <a:pt x="3092" y="11053"/>
                    <a:pt x="2703" y="11058"/>
                    <a:pt x="2301" y="11075"/>
                  </a:cubicBezTo>
                  <a:cubicBezTo>
                    <a:pt x="2016" y="10572"/>
                    <a:pt x="1865" y="10006"/>
                    <a:pt x="1861" y="9426"/>
                  </a:cubicBezTo>
                  <a:cubicBezTo>
                    <a:pt x="1861" y="7801"/>
                    <a:pt x="2469" y="6106"/>
                    <a:pt x="3535" y="4777"/>
                  </a:cubicBezTo>
                  <a:cubicBezTo>
                    <a:pt x="4600" y="3448"/>
                    <a:pt x="5975" y="2685"/>
                    <a:pt x="7297" y="2685"/>
                  </a:cubicBezTo>
                  <a:close/>
                  <a:moveTo>
                    <a:pt x="7298" y="13522"/>
                  </a:moveTo>
                  <a:cubicBezTo>
                    <a:pt x="7344" y="13522"/>
                    <a:pt x="7391" y="13535"/>
                    <a:pt x="7431" y="13561"/>
                  </a:cubicBezTo>
                  <a:cubicBezTo>
                    <a:pt x="7629" y="13691"/>
                    <a:pt x="7859" y="13757"/>
                    <a:pt x="8091" y="13757"/>
                  </a:cubicBezTo>
                  <a:cubicBezTo>
                    <a:pt x="8204" y="13757"/>
                    <a:pt x="8319" y="13741"/>
                    <a:pt x="8430" y="13709"/>
                  </a:cubicBezTo>
                  <a:lnTo>
                    <a:pt x="8430" y="13709"/>
                  </a:lnTo>
                  <a:cubicBezTo>
                    <a:pt x="8080" y="13911"/>
                    <a:pt x="7690" y="14012"/>
                    <a:pt x="7299" y="14012"/>
                  </a:cubicBezTo>
                  <a:cubicBezTo>
                    <a:pt x="6909" y="14012"/>
                    <a:pt x="6519" y="13911"/>
                    <a:pt x="6169" y="13709"/>
                  </a:cubicBezTo>
                  <a:lnTo>
                    <a:pt x="6169" y="13709"/>
                  </a:lnTo>
                  <a:cubicBezTo>
                    <a:pt x="6280" y="13741"/>
                    <a:pt x="6394" y="13757"/>
                    <a:pt x="6508" y="13757"/>
                  </a:cubicBezTo>
                  <a:cubicBezTo>
                    <a:pt x="6739" y="13757"/>
                    <a:pt x="6969" y="13691"/>
                    <a:pt x="7167" y="13561"/>
                  </a:cubicBezTo>
                  <a:cubicBezTo>
                    <a:pt x="7206" y="13535"/>
                    <a:pt x="7252" y="13522"/>
                    <a:pt x="7298" y="13522"/>
                  </a:cubicBezTo>
                  <a:close/>
                  <a:moveTo>
                    <a:pt x="11940" y="0"/>
                  </a:moveTo>
                  <a:cubicBezTo>
                    <a:pt x="11469" y="0"/>
                    <a:pt x="10991" y="136"/>
                    <a:pt x="10540" y="406"/>
                  </a:cubicBezTo>
                  <a:cubicBezTo>
                    <a:pt x="9836" y="821"/>
                    <a:pt x="9284" y="1510"/>
                    <a:pt x="8985" y="2344"/>
                  </a:cubicBezTo>
                  <a:cubicBezTo>
                    <a:pt x="8957" y="2425"/>
                    <a:pt x="8933" y="2506"/>
                    <a:pt x="8908" y="2590"/>
                  </a:cubicBezTo>
                  <a:cubicBezTo>
                    <a:pt x="8393" y="2372"/>
                    <a:pt x="7845" y="2263"/>
                    <a:pt x="7298" y="2263"/>
                  </a:cubicBezTo>
                  <a:cubicBezTo>
                    <a:pt x="6751" y="2263"/>
                    <a:pt x="6204" y="2372"/>
                    <a:pt x="5690" y="2590"/>
                  </a:cubicBezTo>
                  <a:cubicBezTo>
                    <a:pt x="5666" y="2506"/>
                    <a:pt x="5641" y="2425"/>
                    <a:pt x="5610" y="2344"/>
                  </a:cubicBezTo>
                  <a:cubicBezTo>
                    <a:pt x="5314" y="1510"/>
                    <a:pt x="4762" y="821"/>
                    <a:pt x="4059" y="406"/>
                  </a:cubicBezTo>
                  <a:cubicBezTo>
                    <a:pt x="3606" y="138"/>
                    <a:pt x="3126" y="3"/>
                    <a:pt x="2653" y="3"/>
                  </a:cubicBezTo>
                  <a:cubicBezTo>
                    <a:pt x="2376" y="3"/>
                    <a:pt x="2101" y="49"/>
                    <a:pt x="1836" y="143"/>
                  </a:cubicBezTo>
                  <a:cubicBezTo>
                    <a:pt x="1123" y="396"/>
                    <a:pt x="570" y="969"/>
                    <a:pt x="286" y="1750"/>
                  </a:cubicBezTo>
                  <a:cubicBezTo>
                    <a:pt x="4" y="2520"/>
                    <a:pt x="15" y="3399"/>
                    <a:pt x="310" y="4236"/>
                  </a:cubicBezTo>
                  <a:cubicBezTo>
                    <a:pt x="644" y="5164"/>
                    <a:pt x="1312" y="5927"/>
                    <a:pt x="2118" y="6307"/>
                  </a:cubicBezTo>
                  <a:cubicBezTo>
                    <a:pt x="1678" y="7302"/>
                    <a:pt x="1439" y="8378"/>
                    <a:pt x="1439" y="9426"/>
                  </a:cubicBezTo>
                  <a:cubicBezTo>
                    <a:pt x="1439" y="10006"/>
                    <a:pt x="1576" y="10579"/>
                    <a:pt x="1836" y="11096"/>
                  </a:cubicBezTo>
                  <a:cubicBezTo>
                    <a:pt x="1270" y="11135"/>
                    <a:pt x="708" y="11198"/>
                    <a:pt x="247" y="11304"/>
                  </a:cubicBezTo>
                  <a:cubicBezTo>
                    <a:pt x="1" y="11360"/>
                    <a:pt x="39" y="11722"/>
                    <a:pt x="293" y="11722"/>
                  </a:cubicBezTo>
                  <a:cubicBezTo>
                    <a:pt x="310" y="11722"/>
                    <a:pt x="324" y="11722"/>
                    <a:pt x="342" y="11715"/>
                  </a:cubicBezTo>
                  <a:cubicBezTo>
                    <a:pt x="831" y="11606"/>
                    <a:pt x="1453" y="11539"/>
                    <a:pt x="2068" y="11508"/>
                  </a:cubicBezTo>
                  <a:cubicBezTo>
                    <a:pt x="2216" y="11740"/>
                    <a:pt x="2388" y="11958"/>
                    <a:pt x="2575" y="12158"/>
                  </a:cubicBezTo>
                  <a:cubicBezTo>
                    <a:pt x="2624" y="12211"/>
                    <a:pt x="2673" y="12260"/>
                    <a:pt x="2726" y="12309"/>
                  </a:cubicBezTo>
                  <a:cubicBezTo>
                    <a:pt x="2177" y="12475"/>
                    <a:pt x="1636" y="12672"/>
                    <a:pt x="1112" y="12900"/>
                  </a:cubicBezTo>
                  <a:cubicBezTo>
                    <a:pt x="884" y="12999"/>
                    <a:pt x="988" y="13307"/>
                    <a:pt x="1192" y="13307"/>
                  </a:cubicBezTo>
                  <a:cubicBezTo>
                    <a:pt x="1221" y="13307"/>
                    <a:pt x="1252" y="13301"/>
                    <a:pt x="1284" y="13287"/>
                  </a:cubicBezTo>
                  <a:cubicBezTo>
                    <a:pt x="1875" y="13030"/>
                    <a:pt x="2480" y="12816"/>
                    <a:pt x="3102" y="12644"/>
                  </a:cubicBezTo>
                  <a:cubicBezTo>
                    <a:pt x="3777" y="13182"/>
                    <a:pt x="4611" y="13572"/>
                    <a:pt x="5550" y="13790"/>
                  </a:cubicBezTo>
                  <a:cubicBezTo>
                    <a:pt x="6053" y="14219"/>
                    <a:pt x="6675" y="14433"/>
                    <a:pt x="7297" y="14433"/>
                  </a:cubicBezTo>
                  <a:cubicBezTo>
                    <a:pt x="7920" y="14433"/>
                    <a:pt x="8542" y="14219"/>
                    <a:pt x="9045" y="13790"/>
                  </a:cubicBezTo>
                  <a:cubicBezTo>
                    <a:pt x="9987" y="13572"/>
                    <a:pt x="10821" y="13182"/>
                    <a:pt x="11493" y="12644"/>
                  </a:cubicBezTo>
                  <a:cubicBezTo>
                    <a:pt x="12115" y="12816"/>
                    <a:pt x="12723" y="13034"/>
                    <a:pt x="13314" y="13291"/>
                  </a:cubicBezTo>
                  <a:cubicBezTo>
                    <a:pt x="13346" y="13305"/>
                    <a:pt x="13377" y="13311"/>
                    <a:pt x="13406" y="13311"/>
                  </a:cubicBezTo>
                  <a:cubicBezTo>
                    <a:pt x="13607" y="13311"/>
                    <a:pt x="13711" y="13002"/>
                    <a:pt x="13486" y="12904"/>
                  </a:cubicBezTo>
                  <a:cubicBezTo>
                    <a:pt x="12959" y="12675"/>
                    <a:pt x="12421" y="12478"/>
                    <a:pt x="11869" y="12313"/>
                  </a:cubicBezTo>
                  <a:cubicBezTo>
                    <a:pt x="11922" y="12264"/>
                    <a:pt x="11971" y="12211"/>
                    <a:pt x="12020" y="12162"/>
                  </a:cubicBezTo>
                  <a:cubicBezTo>
                    <a:pt x="12210" y="11958"/>
                    <a:pt x="12379" y="11740"/>
                    <a:pt x="12526" y="11511"/>
                  </a:cubicBezTo>
                  <a:cubicBezTo>
                    <a:pt x="13142" y="11543"/>
                    <a:pt x="13764" y="11606"/>
                    <a:pt x="14256" y="11719"/>
                  </a:cubicBezTo>
                  <a:cubicBezTo>
                    <a:pt x="14273" y="11722"/>
                    <a:pt x="14289" y="11724"/>
                    <a:pt x="14304" y="11724"/>
                  </a:cubicBezTo>
                  <a:cubicBezTo>
                    <a:pt x="14534" y="11724"/>
                    <a:pt x="14599" y="11370"/>
                    <a:pt x="14351" y="11307"/>
                  </a:cubicBezTo>
                  <a:cubicBezTo>
                    <a:pt x="13891" y="11198"/>
                    <a:pt x="13328" y="11135"/>
                    <a:pt x="12762" y="11100"/>
                  </a:cubicBezTo>
                  <a:cubicBezTo>
                    <a:pt x="13019" y="10579"/>
                    <a:pt x="13156" y="10006"/>
                    <a:pt x="13159" y="9426"/>
                  </a:cubicBezTo>
                  <a:cubicBezTo>
                    <a:pt x="13159" y="8378"/>
                    <a:pt x="12920" y="7306"/>
                    <a:pt x="12477" y="6307"/>
                  </a:cubicBezTo>
                  <a:cubicBezTo>
                    <a:pt x="13286" y="5927"/>
                    <a:pt x="13954" y="5164"/>
                    <a:pt x="14285" y="4236"/>
                  </a:cubicBezTo>
                  <a:cubicBezTo>
                    <a:pt x="14583" y="3399"/>
                    <a:pt x="14594" y="2520"/>
                    <a:pt x="14313" y="1750"/>
                  </a:cubicBezTo>
                  <a:cubicBezTo>
                    <a:pt x="14024" y="969"/>
                    <a:pt x="13476" y="396"/>
                    <a:pt x="12758" y="143"/>
                  </a:cubicBezTo>
                  <a:cubicBezTo>
                    <a:pt x="12492" y="47"/>
                    <a:pt x="12217" y="0"/>
                    <a:pt x="1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2" name="Google Shape;16672;p84"/>
          <p:cNvGrpSpPr/>
          <p:nvPr/>
        </p:nvGrpSpPr>
        <p:grpSpPr>
          <a:xfrm>
            <a:off x="6865118" y="1959345"/>
            <a:ext cx="374262" cy="378404"/>
            <a:chOff x="6865118" y="1959345"/>
            <a:chExt cx="374262" cy="378404"/>
          </a:xfrm>
        </p:grpSpPr>
        <p:sp>
          <p:nvSpPr>
            <p:cNvPr id="16673" name="Google Shape;16673;p84"/>
            <p:cNvSpPr/>
            <p:nvPr/>
          </p:nvSpPr>
          <p:spPr>
            <a:xfrm>
              <a:off x="6871016" y="1997799"/>
              <a:ext cx="64640" cy="32294"/>
            </a:xfrm>
            <a:custGeom>
              <a:rect b="b" l="l" r="r" t="t"/>
              <a:pathLst>
                <a:path extrusionOk="0" h="1232" w="2466">
                  <a:moveTo>
                    <a:pt x="2156" y="0"/>
                  </a:moveTo>
                  <a:lnTo>
                    <a:pt x="313" y="482"/>
                  </a:lnTo>
                  <a:cubicBezTo>
                    <a:pt x="123" y="528"/>
                    <a:pt x="0" y="704"/>
                    <a:pt x="25" y="897"/>
                  </a:cubicBezTo>
                  <a:cubicBezTo>
                    <a:pt x="50" y="1087"/>
                    <a:pt x="211" y="1231"/>
                    <a:pt x="405" y="1231"/>
                  </a:cubicBezTo>
                  <a:lnTo>
                    <a:pt x="2465" y="1231"/>
                  </a:lnTo>
                  <a:lnTo>
                    <a:pt x="2156" y="0"/>
                  </a:ln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84"/>
            <p:cNvSpPr/>
            <p:nvPr/>
          </p:nvSpPr>
          <p:spPr>
            <a:xfrm>
              <a:off x="6871566" y="2018166"/>
              <a:ext cx="64090" cy="11927"/>
            </a:xfrm>
            <a:custGeom>
              <a:rect b="b" l="l" r="r" t="t"/>
              <a:pathLst>
                <a:path extrusionOk="0" h="455" w="2445">
                  <a:moveTo>
                    <a:pt x="11" y="0"/>
                  </a:moveTo>
                  <a:cubicBezTo>
                    <a:pt x="8" y="25"/>
                    <a:pt x="4" y="50"/>
                    <a:pt x="0" y="71"/>
                  </a:cubicBezTo>
                  <a:cubicBezTo>
                    <a:pt x="0" y="282"/>
                    <a:pt x="169" y="454"/>
                    <a:pt x="380" y="454"/>
                  </a:cubicBezTo>
                  <a:lnTo>
                    <a:pt x="2444" y="454"/>
                  </a:lnTo>
                  <a:lnTo>
                    <a:pt x="2332" y="0"/>
                  </a:ln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84"/>
            <p:cNvSpPr/>
            <p:nvPr/>
          </p:nvSpPr>
          <p:spPr>
            <a:xfrm>
              <a:off x="6913034" y="1964876"/>
              <a:ext cx="319976" cy="319976"/>
            </a:xfrm>
            <a:custGeom>
              <a:rect b="b" l="l" r="r" t="t"/>
              <a:pathLst>
                <a:path extrusionOk="0" h="12207" w="12207">
                  <a:moveTo>
                    <a:pt x="1808" y="1"/>
                  </a:moveTo>
                  <a:cubicBezTo>
                    <a:pt x="933" y="1"/>
                    <a:pt x="226" y="708"/>
                    <a:pt x="226" y="1583"/>
                  </a:cubicBezTo>
                  <a:cubicBezTo>
                    <a:pt x="226" y="2329"/>
                    <a:pt x="834" y="2937"/>
                    <a:pt x="1583" y="2937"/>
                  </a:cubicBezTo>
                  <a:lnTo>
                    <a:pt x="1808" y="2937"/>
                  </a:lnTo>
                  <a:cubicBezTo>
                    <a:pt x="1808" y="4973"/>
                    <a:pt x="1" y="5877"/>
                    <a:pt x="1" y="7684"/>
                  </a:cubicBezTo>
                  <a:cubicBezTo>
                    <a:pt x="1" y="9495"/>
                    <a:pt x="1583" y="12206"/>
                    <a:pt x="7913" y="12206"/>
                  </a:cubicBezTo>
                  <a:lnTo>
                    <a:pt x="11753" y="12206"/>
                  </a:lnTo>
                  <a:cubicBezTo>
                    <a:pt x="11753" y="12206"/>
                    <a:pt x="11711" y="11855"/>
                    <a:pt x="11510" y="11299"/>
                  </a:cubicBezTo>
                  <a:lnTo>
                    <a:pt x="11496" y="11292"/>
                  </a:lnTo>
                  <a:lnTo>
                    <a:pt x="11496" y="11292"/>
                  </a:lnTo>
                  <a:cubicBezTo>
                    <a:pt x="11725" y="11296"/>
                    <a:pt x="11960" y="11299"/>
                    <a:pt x="12206" y="11299"/>
                  </a:cubicBezTo>
                  <a:cubicBezTo>
                    <a:pt x="12206" y="11299"/>
                    <a:pt x="10396" y="5877"/>
                    <a:pt x="3391" y="5423"/>
                  </a:cubicBezTo>
                  <a:lnTo>
                    <a:pt x="3391" y="1583"/>
                  </a:lnTo>
                  <a:cubicBezTo>
                    <a:pt x="3391" y="708"/>
                    <a:pt x="2684" y="1"/>
                    <a:pt x="1808"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84"/>
            <p:cNvSpPr/>
            <p:nvPr/>
          </p:nvSpPr>
          <p:spPr>
            <a:xfrm>
              <a:off x="6912956" y="1971718"/>
              <a:ext cx="308154" cy="313030"/>
            </a:xfrm>
            <a:custGeom>
              <a:rect b="b" l="l" r="r" t="t"/>
              <a:pathLst>
                <a:path extrusionOk="0" h="11942" w="11756">
                  <a:moveTo>
                    <a:pt x="936" y="0"/>
                  </a:moveTo>
                  <a:cubicBezTo>
                    <a:pt x="496" y="292"/>
                    <a:pt x="229" y="788"/>
                    <a:pt x="229" y="1315"/>
                  </a:cubicBezTo>
                  <a:cubicBezTo>
                    <a:pt x="229" y="2064"/>
                    <a:pt x="879" y="2676"/>
                    <a:pt x="1625" y="2676"/>
                  </a:cubicBezTo>
                  <a:lnTo>
                    <a:pt x="1811" y="2676"/>
                  </a:lnTo>
                  <a:cubicBezTo>
                    <a:pt x="1811" y="4709"/>
                    <a:pt x="0" y="5612"/>
                    <a:pt x="0" y="7423"/>
                  </a:cubicBezTo>
                  <a:cubicBezTo>
                    <a:pt x="0" y="9231"/>
                    <a:pt x="1583" y="11942"/>
                    <a:pt x="7912" y="11942"/>
                  </a:cubicBezTo>
                  <a:lnTo>
                    <a:pt x="11756" y="11942"/>
                  </a:lnTo>
                  <a:cubicBezTo>
                    <a:pt x="11721" y="11727"/>
                    <a:pt x="11671" y="11516"/>
                    <a:pt x="11605" y="11309"/>
                  </a:cubicBezTo>
                  <a:cubicBezTo>
                    <a:pt x="11114" y="11343"/>
                    <a:pt x="10574" y="11362"/>
                    <a:pt x="10009" y="11362"/>
                  </a:cubicBezTo>
                  <a:cubicBezTo>
                    <a:pt x="7424" y="11362"/>
                    <a:pt x="4308" y="10974"/>
                    <a:pt x="2940" y="9909"/>
                  </a:cubicBezTo>
                  <a:cubicBezTo>
                    <a:pt x="1013" y="8408"/>
                    <a:pt x="1094" y="6625"/>
                    <a:pt x="1811" y="5162"/>
                  </a:cubicBezTo>
                  <a:cubicBezTo>
                    <a:pt x="2188" y="4378"/>
                    <a:pt x="2423" y="3538"/>
                    <a:pt x="2515" y="2676"/>
                  </a:cubicBezTo>
                  <a:cubicBezTo>
                    <a:pt x="2539" y="2444"/>
                    <a:pt x="2381" y="2233"/>
                    <a:pt x="2152" y="2191"/>
                  </a:cubicBezTo>
                  <a:cubicBezTo>
                    <a:pt x="1157" y="2019"/>
                    <a:pt x="651" y="1178"/>
                    <a:pt x="93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84"/>
            <p:cNvSpPr/>
            <p:nvPr/>
          </p:nvSpPr>
          <p:spPr>
            <a:xfrm>
              <a:off x="6913034" y="2073108"/>
              <a:ext cx="319976" cy="211640"/>
            </a:xfrm>
            <a:custGeom>
              <a:rect b="b" l="l" r="r" t="t"/>
              <a:pathLst>
                <a:path extrusionOk="0" h="8074" w="12207">
                  <a:moveTo>
                    <a:pt x="1583" y="0"/>
                  </a:moveTo>
                  <a:cubicBezTo>
                    <a:pt x="1102" y="1280"/>
                    <a:pt x="1" y="2142"/>
                    <a:pt x="1" y="3555"/>
                  </a:cubicBezTo>
                  <a:cubicBezTo>
                    <a:pt x="1" y="5363"/>
                    <a:pt x="1583" y="8074"/>
                    <a:pt x="7909" y="8074"/>
                  </a:cubicBezTo>
                  <a:lnTo>
                    <a:pt x="11753" y="8074"/>
                  </a:lnTo>
                  <a:cubicBezTo>
                    <a:pt x="11753" y="8074"/>
                    <a:pt x="11707" y="7722"/>
                    <a:pt x="11510" y="7170"/>
                  </a:cubicBezTo>
                  <a:lnTo>
                    <a:pt x="11496" y="7163"/>
                  </a:lnTo>
                  <a:lnTo>
                    <a:pt x="11496" y="7163"/>
                  </a:lnTo>
                  <a:cubicBezTo>
                    <a:pt x="11725" y="7167"/>
                    <a:pt x="11960" y="7170"/>
                    <a:pt x="12206" y="7170"/>
                  </a:cubicBezTo>
                  <a:cubicBezTo>
                    <a:pt x="12206" y="7170"/>
                    <a:pt x="10396" y="1748"/>
                    <a:pt x="3391" y="1294"/>
                  </a:cubicBezTo>
                  <a:lnTo>
                    <a:pt x="3391" y="450"/>
                  </a:lnTo>
                  <a:cubicBezTo>
                    <a:pt x="2508" y="405"/>
                    <a:pt x="1882" y="148"/>
                    <a:pt x="158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84"/>
            <p:cNvSpPr/>
            <p:nvPr/>
          </p:nvSpPr>
          <p:spPr>
            <a:xfrm>
              <a:off x="6913139" y="2073003"/>
              <a:ext cx="308076" cy="211745"/>
            </a:xfrm>
            <a:custGeom>
              <a:rect b="b" l="l" r="r" t="t"/>
              <a:pathLst>
                <a:path extrusionOk="0" h="8078" w="11753">
                  <a:moveTo>
                    <a:pt x="1583" y="1"/>
                  </a:moveTo>
                  <a:cubicBezTo>
                    <a:pt x="1098" y="1281"/>
                    <a:pt x="0" y="2146"/>
                    <a:pt x="0" y="3559"/>
                  </a:cubicBezTo>
                  <a:cubicBezTo>
                    <a:pt x="0" y="5367"/>
                    <a:pt x="1583" y="8078"/>
                    <a:pt x="7912" y="8078"/>
                  </a:cubicBezTo>
                  <a:lnTo>
                    <a:pt x="11752" y="8078"/>
                  </a:lnTo>
                  <a:cubicBezTo>
                    <a:pt x="11721" y="7863"/>
                    <a:pt x="11668" y="7652"/>
                    <a:pt x="11601" y="7445"/>
                  </a:cubicBezTo>
                  <a:lnTo>
                    <a:pt x="11594" y="7445"/>
                  </a:lnTo>
                  <a:cubicBezTo>
                    <a:pt x="11107" y="7478"/>
                    <a:pt x="10572" y="7496"/>
                    <a:pt x="10011" y="7496"/>
                  </a:cubicBezTo>
                  <a:cubicBezTo>
                    <a:pt x="7426" y="7496"/>
                    <a:pt x="4303" y="7112"/>
                    <a:pt x="2937" y="6045"/>
                  </a:cubicBezTo>
                  <a:cubicBezTo>
                    <a:pt x="1006" y="4544"/>
                    <a:pt x="1091" y="2761"/>
                    <a:pt x="1808" y="1298"/>
                  </a:cubicBezTo>
                  <a:cubicBezTo>
                    <a:pt x="1970" y="961"/>
                    <a:pt x="2107" y="609"/>
                    <a:pt x="2216" y="250"/>
                  </a:cubicBezTo>
                  <a:cubicBezTo>
                    <a:pt x="1998" y="187"/>
                    <a:pt x="1787" y="103"/>
                    <a:pt x="15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84"/>
            <p:cNvSpPr/>
            <p:nvPr/>
          </p:nvSpPr>
          <p:spPr>
            <a:xfrm>
              <a:off x="6940505" y="2107105"/>
              <a:ext cx="292505" cy="177668"/>
            </a:xfrm>
            <a:custGeom>
              <a:rect b="b" l="l" r="r" t="t"/>
              <a:pathLst>
                <a:path extrusionOk="0" h="6778" w="11159">
                  <a:moveTo>
                    <a:pt x="2399" y="1"/>
                  </a:moveTo>
                  <a:cubicBezTo>
                    <a:pt x="1861" y="187"/>
                    <a:pt x="648" y="1355"/>
                    <a:pt x="648" y="1355"/>
                  </a:cubicBezTo>
                  <a:cubicBezTo>
                    <a:pt x="1" y="2853"/>
                    <a:pt x="289" y="5729"/>
                    <a:pt x="3644" y="6468"/>
                  </a:cubicBezTo>
                  <a:cubicBezTo>
                    <a:pt x="3999" y="6545"/>
                    <a:pt x="4386" y="6612"/>
                    <a:pt x="4787" y="6664"/>
                  </a:cubicBezTo>
                  <a:cubicBezTo>
                    <a:pt x="5447" y="6739"/>
                    <a:pt x="6111" y="6777"/>
                    <a:pt x="6775" y="6777"/>
                  </a:cubicBezTo>
                  <a:cubicBezTo>
                    <a:pt x="6804" y="6777"/>
                    <a:pt x="6832" y="6777"/>
                    <a:pt x="6861" y="6777"/>
                  </a:cubicBezTo>
                  <a:lnTo>
                    <a:pt x="10705" y="6777"/>
                  </a:lnTo>
                  <a:cubicBezTo>
                    <a:pt x="10705" y="6777"/>
                    <a:pt x="10659" y="6425"/>
                    <a:pt x="10462" y="5873"/>
                  </a:cubicBezTo>
                  <a:lnTo>
                    <a:pt x="10448" y="5866"/>
                  </a:lnTo>
                  <a:lnTo>
                    <a:pt x="10448" y="5866"/>
                  </a:lnTo>
                  <a:cubicBezTo>
                    <a:pt x="10677" y="5870"/>
                    <a:pt x="10912" y="5873"/>
                    <a:pt x="11158" y="5873"/>
                  </a:cubicBezTo>
                  <a:cubicBezTo>
                    <a:pt x="11158" y="5873"/>
                    <a:pt x="9358" y="479"/>
                    <a:pt x="2399"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84"/>
            <p:cNvSpPr/>
            <p:nvPr/>
          </p:nvSpPr>
          <p:spPr>
            <a:xfrm>
              <a:off x="6942628" y="2107000"/>
              <a:ext cx="290277" cy="154077"/>
            </a:xfrm>
            <a:custGeom>
              <a:rect b="b" l="l" r="r" t="t"/>
              <a:pathLst>
                <a:path extrusionOk="0" h="5878" w="11074">
                  <a:moveTo>
                    <a:pt x="2227" y="1"/>
                  </a:moveTo>
                  <a:cubicBezTo>
                    <a:pt x="1304" y="1"/>
                    <a:pt x="679" y="688"/>
                    <a:pt x="679" y="1359"/>
                  </a:cubicBezTo>
                  <a:cubicBezTo>
                    <a:pt x="679" y="1359"/>
                    <a:pt x="1" y="5877"/>
                    <a:pt x="11074" y="5877"/>
                  </a:cubicBezTo>
                  <a:cubicBezTo>
                    <a:pt x="11074" y="5877"/>
                    <a:pt x="9267" y="455"/>
                    <a:pt x="2262" y="1"/>
                  </a:cubicBezTo>
                  <a:cubicBezTo>
                    <a:pt x="2250" y="1"/>
                    <a:pt x="2238" y="1"/>
                    <a:pt x="2227"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84"/>
            <p:cNvSpPr/>
            <p:nvPr/>
          </p:nvSpPr>
          <p:spPr>
            <a:xfrm>
              <a:off x="6942628" y="1988572"/>
              <a:ext cx="23722" cy="23722"/>
            </a:xfrm>
            <a:custGeom>
              <a:rect b="b" l="l" r="r" t="t"/>
              <a:pathLst>
                <a:path extrusionOk="0" h="905" w="905">
                  <a:moveTo>
                    <a:pt x="454" y="1"/>
                  </a:moveTo>
                  <a:cubicBezTo>
                    <a:pt x="205" y="1"/>
                    <a:pt x="1" y="201"/>
                    <a:pt x="1" y="451"/>
                  </a:cubicBezTo>
                  <a:cubicBezTo>
                    <a:pt x="1" y="700"/>
                    <a:pt x="205" y="904"/>
                    <a:pt x="454" y="904"/>
                  </a:cubicBezTo>
                  <a:cubicBezTo>
                    <a:pt x="704" y="904"/>
                    <a:pt x="904" y="700"/>
                    <a:pt x="904" y="451"/>
                  </a:cubicBezTo>
                  <a:cubicBezTo>
                    <a:pt x="904" y="201"/>
                    <a:pt x="704" y="1"/>
                    <a:pt x="4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84"/>
            <p:cNvSpPr/>
            <p:nvPr/>
          </p:nvSpPr>
          <p:spPr>
            <a:xfrm>
              <a:off x="6957569" y="2107000"/>
              <a:ext cx="224458" cy="96147"/>
            </a:xfrm>
            <a:custGeom>
              <a:rect b="b" l="l" r="r" t="t"/>
              <a:pathLst>
                <a:path extrusionOk="0" h="3668" w="8563">
                  <a:moveTo>
                    <a:pt x="1656" y="1"/>
                  </a:moveTo>
                  <a:cubicBezTo>
                    <a:pt x="1240" y="1"/>
                    <a:pt x="724" y="120"/>
                    <a:pt x="461" y="328"/>
                  </a:cubicBezTo>
                  <a:cubicBezTo>
                    <a:pt x="71" y="634"/>
                    <a:pt x="0" y="1088"/>
                    <a:pt x="229" y="1527"/>
                  </a:cubicBezTo>
                  <a:cubicBezTo>
                    <a:pt x="1046" y="3120"/>
                    <a:pt x="3346" y="3668"/>
                    <a:pt x="5194" y="3668"/>
                  </a:cubicBezTo>
                  <a:cubicBezTo>
                    <a:pt x="5644" y="3668"/>
                    <a:pt x="6067" y="3635"/>
                    <a:pt x="6435" y="3577"/>
                  </a:cubicBezTo>
                  <a:cubicBezTo>
                    <a:pt x="7490" y="3412"/>
                    <a:pt x="8563" y="2945"/>
                    <a:pt x="8563" y="2945"/>
                  </a:cubicBezTo>
                  <a:cubicBezTo>
                    <a:pt x="7223" y="1584"/>
                    <a:pt x="5057" y="219"/>
                    <a:pt x="1692" y="1"/>
                  </a:cubicBezTo>
                  <a:cubicBezTo>
                    <a:pt x="1680" y="1"/>
                    <a:pt x="1668" y="1"/>
                    <a:pt x="1656"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84"/>
            <p:cNvSpPr/>
            <p:nvPr/>
          </p:nvSpPr>
          <p:spPr>
            <a:xfrm>
              <a:off x="6865118" y="1959345"/>
              <a:ext cx="374262" cy="378404"/>
            </a:xfrm>
            <a:custGeom>
              <a:rect b="b" l="l" r="r" t="t"/>
              <a:pathLst>
                <a:path extrusionOk="0" h="14436" w="14278">
                  <a:moveTo>
                    <a:pt x="1843" y="1837"/>
                  </a:moveTo>
                  <a:cubicBezTo>
                    <a:pt x="1850" y="2062"/>
                    <a:pt x="1906" y="2283"/>
                    <a:pt x="2005" y="2487"/>
                  </a:cubicBezTo>
                  <a:lnTo>
                    <a:pt x="626" y="2487"/>
                  </a:lnTo>
                  <a:cubicBezTo>
                    <a:pt x="535" y="2484"/>
                    <a:pt x="457" y="2410"/>
                    <a:pt x="457" y="2315"/>
                  </a:cubicBezTo>
                  <a:cubicBezTo>
                    <a:pt x="457" y="2237"/>
                    <a:pt x="510" y="2171"/>
                    <a:pt x="588" y="2153"/>
                  </a:cubicBezTo>
                  <a:lnTo>
                    <a:pt x="1843" y="1837"/>
                  </a:lnTo>
                  <a:close/>
                  <a:moveTo>
                    <a:pt x="3640" y="423"/>
                  </a:moveTo>
                  <a:cubicBezTo>
                    <a:pt x="4396" y="423"/>
                    <a:pt x="5008" y="1038"/>
                    <a:pt x="5008" y="1794"/>
                  </a:cubicBezTo>
                  <a:lnTo>
                    <a:pt x="5008" y="4516"/>
                  </a:lnTo>
                  <a:cubicBezTo>
                    <a:pt x="4554" y="4495"/>
                    <a:pt x="4108" y="4382"/>
                    <a:pt x="3696" y="4182"/>
                  </a:cubicBezTo>
                  <a:cubicBezTo>
                    <a:pt x="3798" y="3848"/>
                    <a:pt x="3851" y="3500"/>
                    <a:pt x="3851" y="3152"/>
                  </a:cubicBezTo>
                  <a:cubicBezTo>
                    <a:pt x="3851" y="3032"/>
                    <a:pt x="3756" y="2937"/>
                    <a:pt x="3640" y="2937"/>
                  </a:cubicBezTo>
                  <a:lnTo>
                    <a:pt x="3411" y="2937"/>
                  </a:lnTo>
                  <a:cubicBezTo>
                    <a:pt x="2778" y="2937"/>
                    <a:pt x="2268" y="2424"/>
                    <a:pt x="2268" y="1794"/>
                  </a:cubicBezTo>
                  <a:cubicBezTo>
                    <a:pt x="2268" y="1038"/>
                    <a:pt x="2880" y="423"/>
                    <a:pt x="3640" y="423"/>
                  </a:cubicBezTo>
                  <a:close/>
                  <a:moveTo>
                    <a:pt x="3548" y="4583"/>
                  </a:moveTo>
                  <a:cubicBezTo>
                    <a:pt x="4006" y="4801"/>
                    <a:pt x="4501" y="4920"/>
                    <a:pt x="5008" y="4942"/>
                  </a:cubicBezTo>
                  <a:lnTo>
                    <a:pt x="5008" y="5638"/>
                  </a:lnTo>
                  <a:cubicBezTo>
                    <a:pt x="5008" y="5750"/>
                    <a:pt x="5096" y="5842"/>
                    <a:pt x="5205" y="5849"/>
                  </a:cubicBezTo>
                  <a:cubicBezTo>
                    <a:pt x="6769" y="5951"/>
                    <a:pt x="8197" y="6313"/>
                    <a:pt x="9446" y="6932"/>
                  </a:cubicBezTo>
                  <a:cubicBezTo>
                    <a:pt x="10434" y="7417"/>
                    <a:pt x="11327" y="8075"/>
                    <a:pt x="12083" y="8876"/>
                  </a:cubicBezTo>
                  <a:cubicBezTo>
                    <a:pt x="12762" y="9587"/>
                    <a:pt x="13314" y="10406"/>
                    <a:pt x="13718" y="11303"/>
                  </a:cubicBezTo>
                  <a:cubicBezTo>
                    <a:pt x="7902" y="11250"/>
                    <a:pt x="5518" y="9924"/>
                    <a:pt x="4544" y="8806"/>
                  </a:cubicBezTo>
                  <a:cubicBezTo>
                    <a:pt x="4153" y="8360"/>
                    <a:pt x="3981" y="7934"/>
                    <a:pt x="3907" y="7635"/>
                  </a:cubicBezTo>
                  <a:lnTo>
                    <a:pt x="3907" y="7635"/>
                  </a:lnTo>
                  <a:cubicBezTo>
                    <a:pt x="5342" y="9137"/>
                    <a:pt x="7297" y="9485"/>
                    <a:pt x="8813" y="9485"/>
                  </a:cubicBezTo>
                  <a:cubicBezTo>
                    <a:pt x="9206" y="9485"/>
                    <a:pt x="9597" y="9464"/>
                    <a:pt x="9987" y="9421"/>
                  </a:cubicBezTo>
                  <a:cubicBezTo>
                    <a:pt x="10103" y="9407"/>
                    <a:pt x="10187" y="9302"/>
                    <a:pt x="10173" y="9186"/>
                  </a:cubicBezTo>
                  <a:cubicBezTo>
                    <a:pt x="10160" y="9078"/>
                    <a:pt x="10069" y="8998"/>
                    <a:pt x="9963" y="8998"/>
                  </a:cubicBezTo>
                  <a:cubicBezTo>
                    <a:pt x="9955" y="8998"/>
                    <a:pt x="9946" y="8998"/>
                    <a:pt x="9938" y="8999"/>
                  </a:cubicBezTo>
                  <a:cubicBezTo>
                    <a:pt x="9612" y="9037"/>
                    <a:pt x="9229" y="9065"/>
                    <a:pt x="8812" y="9065"/>
                  </a:cubicBezTo>
                  <a:cubicBezTo>
                    <a:pt x="7231" y="9065"/>
                    <a:pt x="5154" y="8665"/>
                    <a:pt x="3805" y="6865"/>
                  </a:cubicBezTo>
                  <a:cubicBezTo>
                    <a:pt x="3761" y="6806"/>
                    <a:pt x="3699" y="6779"/>
                    <a:pt x="3636" y="6779"/>
                  </a:cubicBezTo>
                  <a:cubicBezTo>
                    <a:pt x="3539" y="6779"/>
                    <a:pt x="3443" y="6846"/>
                    <a:pt x="3425" y="6960"/>
                  </a:cubicBezTo>
                  <a:cubicBezTo>
                    <a:pt x="3418" y="7002"/>
                    <a:pt x="3285" y="7994"/>
                    <a:pt x="4210" y="9066"/>
                  </a:cubicBezTo>
                  <a:cubicBezTo>
                    <a:pt x="4867" y="9829"/>
                    <a:pt x="5890" y="10441"/>
                    <a:pt x="7255" y="10881"/>
                  </a:cubicBezTo>
                  <a:cubicBezTo>
                    <a:pt x="8806" y="11380"/>
                    <a:pt x="10796" y="11661"/>
                    <a:pt x="13183" y="11714"/>
                  </a:cubicBezTo>
                  <a:cubicBezTo>
                    <a:pt x="13250" y="11915"/>
                    <a:pt x="13296" y="12080"/>
                    <a:pt x="13324" y="12203"/>
                  </a:cubicBezTo>
                  <a:lnTo>
                    <a:pt x="9737" y="12203"/>
                  </a:lnTo>
                  <a:cubicBezTo>
                    <a:pt x="6963" y="12203"/>
                    <a:pt x="4878" y="11686"/>
                    <a:pt x="3538" y="10666"/>
                  </a:cubicBezTo>
                  <a:cubicBezTo>
                    <a:pt x="2237" y="9671"/>
                    <a:pt x="2040" y="8504"/>
                    <a:pt x="2040" y="7895"/>
                  </a:cubicBezTo>
                  <a:cubicBezTo>
                    <a:pt x="2040" y="7080"/>
                    <a:pt x="2444" y="6450"/>
                    <a:pt x="2870" y="5785"/>
                  </a:cubicBezTo>
                  <a:cubicBezTo>
                    <a:pt x="3116" y="5406"/>
                    <a:pt x="3362" y="5019"/>
                    <a:pt x="3548" y="4583"/>
                  </a:cubicBezTo>
                  <a:close/>
                  <a:moveTo>
                    <a:pt x="6559" y="12351"/>
                  </a:moveTo>
                  <a:cubicBezTo>
                    <a:pt x="6717" y="12379"/>
                    <a:pt x="6875" y="12407"/>
                    <a:pt x="7040" y="12435"/>
                  </a:cubicBezTo>
                  <a:lnTo>
                    <a:pt x="7044" y="14010"/>
                  </a:lnTo>
                  <a:lnTo>
                    <a:pt x="6559" y="14010"/>
                  </a:lnTo>
                  <a:lnTo>
                    <a:pt x="6559" y="12351"/>
                  </a:lnTo>
                  <a:close/>
                  <a:moveTo>
                    <a:pt x="3637" y="0"/>
                  </a:moveTo>
                  <a:cubicBezTo>
                    <a:pt x="2811" y="0"/>
                    <a:pt x="2081" y="567"/>
                    <a:pt x="1889" y="1390"/>
                  </a:cubicBezTo>
                  <a:lnTo>
                    <a:pt x="482" y="1742"/>
                  </a:lnTo>
                  <a:cubicBezTo>
                    <a:pt x="194" y="1815"/>
                    <a:pt x="0" y="2093"/>
                    <a:pt x="39" y="2389"/>
                  </a:cubicBezTo>
                  <a:cubicBezTo>
                    <a:pt x="74" y="2684"/>
                    <a:pt x="327" y="2909"/>
                    <a:pt x="626" y="2909"/>
                  </a:cubicBezTo>
                  <a:lnTo>
                    <a:pt x="2311" y="2909"/>
                  </a:lnTo>
                  <a:cubicBezTo>
                    <a:pt x="2603" y="3197"/>
                    <a:pt x="2996" y="3359"/>
                    <a:pt x="3408" y="3359"/>
                  </a:cubicBezTo>
                  <a:lnTo>
                    <a:pt x="3415" y="3359"/>
                  </a:lnTo>
                  <a:cubicBezTo>
                    <a:pt x="3355" y="4238"/>
                    <a:pt x="2930" y="4906"/>
                    <a:pt x="2515" y="5553"/>
                  </a:cubicBezTo>
                  <a:cubicBezTo>
                    <a:pt x="2075" y="6243"/>
                    <a:pt x="1614" y="6956"/>
                    <a:pt x="1614" y="7895"/>
                  </a:cubicBezTo>
                  <a:cubicBezTo>
                    <a:pt x="1618" y="8437"/>
                    <a:pt x="1744" y="8971"/>
                    <a:pt x="1984" y="9457"/>
                  </a:cubicBezTo>
                  <a:cubicBezTo>
                    <a:pt x="2268" y="10044"/>
                    <a:pt x="2704" y="10561"/>
                    <a:pt x="3281" y="11000"/>
                  </a:cubicBezTo>
                  <a:cubicBezTo>
                    <a:pt x="4027" y="11566"/>
                    <a:pt x="4980" y="11988"/>
                    <a:pt x="6137" y="12259"/>
                  </a:cubicBezTo>
                  <a:lnTo>
                    <a:pt x="6137" y="14010"/>
                  </a:lnTo>
                  <a:lnTo>
                    <a:pt x="4765" y="14010"/>
                  </a:lnTo>
                  <a:cubicBezTo>
                    <a:pt x="4484" y="14010"/>
                    <a:pt x="4484" y="14436"/>
                    <a:pt x="4765" y="14436"/>
                  </a:cubicBezTo>
                  <a:lnTo>
                    <a:pt x="7705" y="14436"/>
                  </a:lnTo>
                  <a:cubicBezTo>
                    <a:pt x="7821" y="14432"/>
                    <a:pt x="7916" y="14341"/>
                    <a:pt x="7916" y="14221"/>
                  </a:cubicBezTo>
                  <a:cubicBezTo>
                    <a:pt x="7916" y="14105"/>
                    <a:pt x="7821" y="14010"/>
                    <a:pt x="7705" y="14010"/>
                  </a:cubicBezTo>
                  <a:lnTo>
                    <a:pt x="7462" y="14010"/>
                  </a:lnTo>
                  <a:lnTo>
                    <a:pt x="7462" y="12495"/>
                  </a:lnTo>
                  <a:cubicBezTo>
                    <a:pt x="8189" y="12583"/>
                    <a:pt x="8919" y="12625"/>
                    <a:pt x="9650" y="12625"/>
                  </a:cubicBezTo>
                  <a:cubicBezTo>
                    <a:pt x="9679" y="12625"/>
                    <a:pt x="9708" y="12625"/>
                    <a:pt x="9737" y="12625"/>
                  </a:cubicBezTo>
                  <a:lnTo>
                    <a:pt x="13581" y="12625"/>
                  </a:lnTo>
                  <a:cubicBezTo>
                    <a:pt x="13707" y="12625"/>
                    <a:pt x="13806" y="12516"/>
                    <a:pt x="13788" y="12389"/>
                  </a:cubicBezTo>
                  <a:cubicBezTo>
                    <a:pt x="13753" y="12161"/>
                    <a:pt x="13700" y="11939"/>
                    <a:pt x="13630" y="11721"/>
                  </a:cubicBezTo>
                  <a:lnTo>
                    <a:pt x="14031" y="11721"/>
                  </a:lnTo>
                  <a:cubicBezTo>
                    <a:pt x="14175" y="11718"/>
                    <a:pt x="14277" y="11577"/>
                    <a:pt x="14231" y="11440"/>
                  </a:cubicBezTo>
                  <a:lnTo>
                    <a:pt x="14231" y="11440"/>
                  </a:lnTo>
                  <a:lnTo>
                    <a:pt x="14235" y="11443"/>
                  </a:lnTo>
                  <a:cubicBezTo>
                    <a:pt x="14214" y="11384"/>
                    <a:pt x="13750" y="10026"/>
                    <a:pt x="12406" y="8595"/>
                  </a:cubicBezTo>
                  <a:cubicBezTo>
                    <a:pt x="11615" y="7755"/>
                    <a:pt x="10680" y="7062"/>
                    <a:pt x="9646" y="6552"/>
                  </a:cubicBezTo>
                  <a:cubicBezTo>
                    <a:pt x="8398" y="5933"/>
                    <a:pt x="6980" y="5557"/>
                    <a:pt x="5430" y="5437"/>
                  </a:cubicBezTo>
                  <a:lnTo>
                    <a:pt x="5430" y="1794"/>
                  </a:lnTo>
                  <a:cubicBezTo>
                    <a:pt x="5430" y="880"/>
                    <a:pt x="4744" y="117"/>
                    <a:pt x="3840" y="11"/>
                  </a:cubicBezTo>
                  <a:cubicBezTo>
                    <a:pt x="3772" y="4"/>
                    <a:pt x="3704"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84"/>
            <p:cNvSpPr/>
            <p:nvPr/>
          </p:nvSpPr>
          <p:spPr>
            <a:xfrm>
              <a:off x="7142131" y="2189596"/>
              <a:ext cx="21468" cy="12923"/>
            </a:xfrm>
            <a:custGeom>
              <a:rect b="b" l="l" r="r" t="t"/>
              <a:pathLst>
                <a:path extrusionOk="0" h="493" w="819">
                  <a:moveTo>
                    <a:pt x="583" y="0"/>
                  </a:moveTo>
                  <a:cubicBezTo>
                    <a:pt x="565" y="0"/>
                    <a:pt x="546" y="3"/>
                    <a:pt x="527" y="8"/>
                  </a:cubicBezTo>
                  <a:cubicBezTo>
                    <a:pt x="527" y="8"/>
                    <a:pt x="428" y="36"/>
                    <a:pt x="256" y="71"/>
                  </a:cubicBezTo>
                  <a:cubicBezTo>
                    <a:pt x="0" y="127"/>
                    <a:pt x="59" y="492"/>
                    <a:pt x="291" y="492"/>
                  </a:cubicBezTo>
                  <a:cubicBezTo>
                    <a:pt x="308" y="492"/>
                    <a:pt x="326" y="490"/>
                    <a:pt x="344" y="486"/>
                  </a:cubicBezTo>
                  <a:cubicBezTo>
                    <a:pt x="530" y="448"/>
                    <a:pt x="636" y="419"/>
                    <a:pt x="639" y="416"/>
                  </a:cubicBezTo>
                  <a:cubicBezTo>
                    <a:pt x="752" y="384"/>
                    <a:pt x="819" y="268"/>
                    <a:pt x="787" y="156"/>
                  </a:cubicBezTo>
                  <a:cubicBezTo>
                    <a:pt x="761" y="62"/>
                    <a:pt x="67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84"/>
            <p:cNvSpPr/>
            <p:nvPr/>
          </p:nvSpPr>
          <p:spPr>
            <a:xfrm>
              <a:off x="6931304" y="1982963"/>
              <a:ext cx="40577" cy="34863"/>
            </a:xfrm>
            <a:custGeom>
              <a:rect b="b" l="l" r="r" t="t"/>
              <a:pathLst>
                <a:path extrusionOk="0" h="1330" w="1548">
                  <a:moveTo>
                    <a:pt x="883" y="425"/>
                  </a:moveTo>
                  <a:cubicBezTo>
                    <a:pt x="1007" y="425"/>
                    <a:pt x="1125" y="520"/>
                    <a:pt x="1125" y="665"/>
                  </a:cubicBezTo>
                  <a:cubicBezTo>
                    <a:pt x="1125" y="798"/>
                    <a:pt x="1016" y="907"/>
                    <a:pt x="886" y="907"/>
                  </a:cubicBezTo>
                  <a:cubicBezTo>
                    <a:pt x="672" y="907"/>
                    <a:pt x="563" y="647"/>
                    <a:pt x="714" y="496"/>
                  </a:cubicBezTo>
                  <a:cubicBezTo>
                    <a:pt x="763" y="447"/>
                    <a:pt x="824" y="425"/>
                    <a:pt x="883" y="425"/>
                  </a:cubicBezTo>
                  <a:close/>
                  <a:moveTo>
                    <a:pt x="880" y="1"/>
                  </a:moveTo>
                  <a:cubicBezTo>
                    <a:pt x="717" y="1"/>
                    <a:pt x="551" y="62"/>
                    <a:pt x="415" y="197"/>
                  </a:cubicBezTo>
                  <a:cubicBezTo>
                    <a:pt x="0" y="616"/>
                    <a:pt x="296" y="1329"/>
                    <a:pt x="886" y="1329"/>
                  </a:cubicBezTo>
                  <a:cubicBezTo>
                    <a:pt x="1252" y="1329"/>
                    <a:pt x="1547" y="1030"/>
                    <a:pt x="1547" y="665"/>
                  </a:cubicBezTo>
                  <a:cubicBezTo>
                    <a:pt x="1547" y="265"/>
                    <a:pt x="1221" y="1"/>
                    <a:pt x="8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6" name="Google Shape;16686;p84"/>
          <p:cNvGrpSpPr/>
          <p:nvPr/>
        </p:nvGrpSpPr>
        <p:grpSpPr>
          <a:xfrm>
            <a:off x="1710141" y="3348162"/>
            <a:ext cx="269019" cy="360972"/>
            <a:chOff x="1710141" y="3348162"/>
            <a:chExt cx="269019" cy="360972"/>
          </a:xfrm>
        </p:grpSpPr>
        <p:sp>
          <p:nvSpPr>
            <p:cNvPr id="16687" name="Google Shape;16687;p84"/>
            <p:cNvSpPr/>
            <p:nvPr/>
          </p:nvSpPr>
          <p:spPr>
            <a:xfrm>
              <a:off x="1723038" y="3353405"/>
              <a:ext cx="45190" cy="350199"/>
            </a:xfrm>
            <a:custGeom>
              <a:rect b="b" l="l" r="r" t="t"/>
              <a:pathLst>
                <a:path extrusionOk="0" h="13360" w="1724">
                  <a:moveTo>
                    <a:pt x="279" y="1"/>
                  </a:moveTo>
                  <a:cubicBezTo>
                    <a:pt x="141" y="1"/>
                    <a:pt x="40" y="127"/>
                    <a:pt x="68" y="261"/>
                  </a:cubicBezTo>
                  <a:cubicBezTo>
                    <a:pt x="159" y="686"/>
                    <a:pt x="215" y="1284"/>
                    <a:pt x="215" y="1942"/>
                  </a:cubicBezTo>
                  <a:cubicBezTo>
                    <a:pt x="215" y="2747"/>
                    <a:pt x="131" y="3668"/>
                    <a:pt x="1" y="4094"/>
                  </a:cubicBezTo>
                  <a:lnTo>
                    <a:pt x="1" y="4526"/>
                  </a:lnTo>
                  <a:cubicBezTo>
                    <a:pt x="134" y="4955"/>
                    <a:pt x="215" y="5880"/>
                    <a:pt x="215" y="6682"/>
                  </a:cubicBezTo>
                  <a:cubicBezTo>
                    <a:pt x="215" y="7484"/>
                    <a:pt x="131" y="8408"/>
                    <a:pt x="1" y="8834"/>
                  </a:cubicBezTo>
                  <a:lnTo>
                    <a:pt x="1" y="9266"/>
                  </a:lnTo>
                  <a:cubicBezTo>
                    <a:pt x="134" y="9692"/>
                    <a:pt x="215" y="10617"/>
                    <a:pt x="215" y="11418"/>
                  </a:cubicBezTo>
                  <a:cubicBezTo>
                    <a:pt x="215" y="12080"/>
                    <a:pt x="159" y="12674"/>
                    <a:pt x="68" y="13099"/>
                  </a:cubicBezTo>
                  <a:cubicBezTo>
                    <a:pt x="40" y="13233"/>
                    <a:pt x="141" y="13359"/>
                    <a:pt x="279" y="13359"/>
                  </a:cubicBezTo>
                  <a:lnTo>
                    <a:pt x="1450" y="13359"/>
                  </a:lnTo>
                  <a:cubicBezTo>
                    <a:pt x="1583" y="13359"/>
                    <a:pt x="1685" y="13233"/>
                    <a:pt x="1661" y="13099"/>
                  </a:cubicBezTo>
                  <a:cubicBezTo>
                    <a:pt x="1566" y="12674"/>
                    <a:pt x="1509" y="12076"/>
                    <a:pt x="1509" y="11418"/>
                  </a:cubicBezTo>
                  <a:cubicBezTo>
                    <a:pt x="1509" y="10617"/>
                    <a:pt x="1594" y="9692"/>
                    <a:pt x="1724" y="9266"/>
                  </a:cubicBezTo>
                  <a:lnTo>
                    <a:pt x="1724" y="8834"/>
                  </a:lnTo>
                  <a:cubicBezTo>
                    <a:pt x="1594" y="8405"/>
                    <a:pt x="1509" y="7484"/>
                    <a:pt x="1509" y="6682"/>
                  </a:cubicBezTo>
                  <a:cubicBezTo>
                    <a:pt x="1509" y="5880"/>
                    <a:pt x="1594" y="4952"/>
                    <a:pt x="1724" y="4526"/>
                  </a:cubicBezTo>
                  <a:lnTo>
                    <a:pt x="1724" y="4094"/>
                  </a:lnTo>
                  <a:cubicBezTo>
                    <a:pt x="1594" y="3668"/>
                    <a:pt x="1509" y="2743"/>
                    <a:pt x="1509" y="1942"/>
                  </a:cubicBezTo>
                  <a:cubicBezTo>
                    <a:pt x="1509" y="1281"/>
                    <a:pt x="1566" y="686"/>
                    <a:pt x="1661" y="261"/>
                  </a:cubicBezTo>
                  <a:cubicBezTo>
                    <a:pt x="1685" y="127"/>
                    <a:pt x="1583" y="1"/>
                    <a:pt x="145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84"/>
            <p:cNvSpPr/>
            <p:nvPr/>
          </p:nvSpPr>
          <p:spPr>
            <a:xfrm>
              <a:off x="1723038" y="3353405"/>
              <a:ext cx="24273" cy="350199"/>
            </a:xfrm>
            <a:custGeom>
              <a:rect b="b" l="l" r="r" t="t"/>
              <a:pathLst>
                <a:path extrusionOk="0" h="13360" w="926">
                  <a:moveTo>
                    <a:pt x="279" y="1"/>
                  </a:moveTo>
                  <a:cubicBezTo>
                    <a:pt x="141" y="1"/>
                    <a:pt x="40" y="127"/>
                    <a:pt x="68" y="261"/>
                  </a:cubicBezTo>
                  <a:cubicBezTo>
                    <a:pt x="159" y="690"/>
                    <a:pt x="215" y="1284"/>
                    <a:pt x="215" y="1942"/>
                  </a:cubicBezTo>
                  <a:cubicBezTo>
                    <a:pt x="215" y="2747"/>
                    <a:pt x="131" y="3672"/>
                    <a:pt x="1" y="4097"/>
                  </a:cubicBezTo>
                  <a:lnTo>
                    <a:pt x="1" y="4526"/>
                  </a:lnTo>
                  <a:cubicBezTo>
                    <a:pt x="134" y="4955"/>
                    <a:pt x="215" y="5880"/>
                    <a:pt x="215" y="6682"/>
                  </a:cubicBezTo>
                  <a:cubicBezTo>
                    <a:pt x="215" y="7484"/>
                    <a:pt x="131" y="8408"/>
                    <a:pt x="1" y="8834"/>
                  </a:cubicBezTo>
                  <a:lnTo>
                    <a:pt x="1" y="9266"/>
                  </a:lnTo>
                  <a:cubicBezTo>
                    <a:pt x="134" y="9695"/>
                    <a:pt x="215" y="10617"/>
                    <a:pt x="215" y="11418"/>
                  </a:cubicBezTo>
                  <a:cubicBezTo>
                    <a:pt x="215" y="12080"/>
                    <a:pt x="159" y="12674"/>
                    <a:pt x="68" y="13103"/>
                  </a:cubicBezTo>
                  <a:cubicBezTo>
                    <a:pt x="40" y="13236"/>
                    <a:pt x="141" y="13359"/>
                    <a:pt x="279" y="13359"/>
                  </a:cubicBezTo>
                  <a:lnTo>
                    <a:pt x="926" y="13359"/>
                  </a:lnTo>
                  <a:cubicBezTo>
                    <a:pt x="792" y="13359"/>
                    <a:pt x="690" y="13240"/>
                    <a:pt x="715" y="13110"/>
                  </a:cubicBezTo>
                  <a:cubicBezTo>
                    <a:pt x="806" y="12681"/>
                    <a:pt x="862" y="12087"/>
                    <a:pt x="862" y="11429"/>
                  </a:cubicBezTo>
                  <a:cubicBezTo>
                    <a:pt x="862" y="10624"/>
                    <a:pt x="778" y="9917"/>
                    <a:pt x="648" y="9488"/>
                  </a:cubicBezTo>
                  <a:lnTo>
                    <a:pt x="648" y="8626"/>
                  </a:lnTo>
                  <a:cubicBezTo>
                    <a:pt x="778" y="8197"/>
                    <a:pt x="862" y="7487"/>
                    <a:pt x="862" y="6685"/>
                  </a:cubicBezTo>
                  <a:cubicBezTo>
                    <a:pt x="862" y="5880"/>
                    <a:pt x="778" y="5173"/>
                    <a:pt x="648" y="4744"/>
                  </a:cubicBezTo>
                  <a:lnTo>
                    <a:pt x="648" y="3883"/>
                  </a:lnTo>
                  <a:cubicBezTo>
                    <a:pt x="778" y="3454"/>
                    <a:pt x="862" y="2747"/>
                    <a:pt x="862" y="1942"/>
                  </a:cubicBezTo>
                  <a:cubicBezTo>
                    <a:pt x="862" y="1284"/>
                    <a:pt x="806" y="690"/>
                    <a:pt x="715" y="261"/>
                  </a:cubicBezTo>
                  <a:cubicBezTo>
                    <a:pt x="687" y="127"/>
                    <a:pt x="789" y="1"/>
                    <a:pt x="92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84"/>
            <p:cNvSpPr/>
            <p:nvPr/>
          </p:nvSpPr>
          <p:spPr>
            <a:xfrm>
              <a:off x="1812737" y="3513432"/>
              <a:ext cx="119031" cy="127209"/>
            </a:xfrm>
            <a:custGeom>
              <a:rect b="b" l="l" r="r" t="t"/>
              <a:pathLst>
                <a:path extrusionOk="0" h="4853" w="4541">
                  <a:moveTo>
                    <a:pt x="1104" y="0"/>
                  </a:moveTo>
                  <a:lnTo>
                    <a:pt x="0" y="647"/>
                  </a:lnTo>
                  <a:cubicBezTo>
                    <a:pt x="0" y="647"/>
                    <a:pt x="1017" y="3383"/>
                    <a:pt x="2926" y="4853"/>
                  </a:cubicBezTo>
                  <a:lnTo>
                    <a:pt x="4540" y="3239"/>
                  </a:lnTo>
                  <a:cubicBezTo>
                    <a:pt x="4540" y="3239"/>
                    <a:pt x="2831" y="2342"/>
                    <a:pt x="110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84"/>
            <p:cNvSpPr/>
            <p:nvPr/>
          </p:nvSpPr>
          <p:spPr>
            <a:xfrm>
              <a:off x="1717428" y="3455162"/>
              <a:ext cx="56514" cy="22621"/>
            </a:xfrm>
            <a:custGeom>
              <a:rect b="b" l="l" r="r" t="t"/>
              <a:pathLst>
                <a:path extrusionOk="0" h="863" w="2156">
                  <a:moveTo>
                    <a:pt x="429" y="1"/>
                  </a:moveTo>
                  <a:cubicBezTo>
                    <a:pt x="194" y="1"/>
                    <a:pt x="0" y="194"/>
                    <a:pt x="0" y="430"/>
                  </a:cubicBezTo>
                  <a:cubicBezTo>
                    <a:pt x="0" y="669"/>
                    <a:pt x="194" y="862"/>
                    <a:pt x="429" y="862"/>
                  </a:cubicBezTo>
                  <a:lnTo>
                    <a:pt x="1723" y="862"/>
                  </a:lnTo>
                  <a:cubicBezTo>
                    <a:pt x="1962" y="862"/>
                    <a:pt x="2156" y="669"/>
                    <a:pt x="2156" y="430"/>
                  </a:cubicBezTo>
                  <a:cubicBezTo>
                    <a:pt x="2156" y="194"/>
                    <a:pt x="1962" y="1"/>
                    <a:pt x="1723"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84"/>
            <p:cNvSpPr/>
            <p:nvPr/>
          </p:nvSpPr>
          <p:spPr>
            <a:xfrm>
              <a:off x="1717428" y="3455162"/>
              <a:ext cx="28231" cy="22621"/>
            </a:xfrm>
            <a:custGeom>
              <a:rect b="b" l="l" r="r" t="t"/>
              <a:pathLst>
                <a:path extrusionOk="0" h="863" w="1077">
                  <a:moveTo>
                    <a:pt x="429" y="1"/>
                  </a:moveTo>
                  <a:cubicBezTo>
                    <a:pt x="194" y="1"/>
                    <a:pt x="0" y="194"/>
                    <a:pt x="0" y="430"/>
                  </a:cubicBezTo>
                  <a:cubicBezTo>
                    <a:pt x="0" y="669"/>
                    <a:pt x="194" y="862"/>
                    <a:pt x="429" y="862"/>
                  </a:cubicBezTo>
                  <a:lnTo>
                    <a:pt x="1076" y="862"/>
                  </a:lnTo>
                  <a:cubicBezTo>
                    <a:pt x="837" y="862"/>
                    <a:pt x="647" y="669"/>
                    <a:pt x="647" y="430"/>
                  </a:cubicBezTo>
                  <a:cubicBezTo>
                    <a:pt x="647" y="194"/>
                    <a:pt x="837" y="1"/>
                    <a:pt x="1076" y="1"/>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84"/>
            <p:cNvSpPr/>
            <p:nvPr/>
          </p:nvSpPr>
          <p:spPr>
            <a:xfrm>
              <a:off x="1717428" y="3579514"/>
              <a:ext cx="56514" cy="22595"/>
            </a:xfrm>
            <a:custGeom>
              <a:rect b="b" l="l" r="r" t="t"/>
              <a:pathLst>
                <a:path extrusionOk="0" h="862" w="2156">
                  <a:moveTo>
                    <a:pt x="429" y="0"/>
                  </a:moveTo>
                  <a:cubicBezTo>
                    <a:pt x="194" y="0"/>
                    <a:pt x="0" y="194"/>
                    <a:pt x="0" y="429"/>
                  </a:cubicBezTo>
                  <a:cubicBezTo>
                    <a:pt x="0" y="668"/>
                    <a:pt x="194" y="862"/>
                    <a:pt x="429" y="862"/>
                  </a:cubicBezTo>
                  <a:lnTo>
                    <a:pt x="1723" y="862"/>
                  </a:lnTo>
                  <a:cubicBezTo>
                    <a:pt x="1962" y="862"/>
                    <a:pt x="2156" y="668"/>
                    <a:pt x="2156" y="429"/>
                  </a:cubicBezTo>
                  <a:cubicBezTo>
                    <a:pt x="2156" y="194"/>
                    <a:pt x="1962" y="0"/>
                    <a:pt x="1723"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84"/>
            <p:cNvSpPr/>
            <p:nvPr/>
          </p:nvSpPr>
          <p:spPr>
            <a:xfrm>
              <a:off x="1717428" y="3579514"/>
              <a:ext cx="28231" cy="22595"/>
            </a:xfrm>
            <a:custGeom>
              <a:rect b="b" l="l" r="r" t="t"/>
              <a:pathLst>
                <a:path extrusionOk="0" h="862" w="1077">
                  <a:moveTo>
                    <a:pt x="429" y="0"/>
                  </a:moveTo>
                  <a:cubicBezTo>
                    <a:pt x="194" y="0"/>
                    <a:pt x="0" y="194"/>
                    <a:pt x="0" y="429"/>
                  </a:cubicBezTo>
                  <a:cubicBezTo>
                    <a:pt x="0" y="668"/>
                    <a:pt x="194" y="862"/>
                    <a:pt x="429" y="862"/>
                  </a:cubicBezTo>
                  <a:lnTo>
                    <a:pt x="1076" y="862"/>
                  </a:lnTo>
                  <a:cubicBezTo>
                    <a:pt x="837" y="862"/>
                    <a:pt x="647" y="668"/>
                    <a:pt x="647" y="429"/>
                  </a:cubicBezTo>
                  <a:cubicBezTo>
                    <a:pt x="647" y="194"/>
                    <a:pt x="837" y="0"/>
                    <a:pt x="1076" y="0"/>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84"/>
            <p:cNvSpPr/>
            <p:nvPr/>
          </p:nvSpPr>
          <p:spPr>
            <a:xfrm>
              <a:off x="1812737" y="3513432"/>
              <a:ext cx="94129" cy="127209"/>
            </a:xfrm>
            <a:custGeom>
              <a:rect b="b" l="l" r="r" t="t"/>
              <a:pathLst>
                <a:path extrusionOk="0" h="4853" w="3591">
                  <a:moveTo>
                    <a:pt x="1108" y="0"/>
                  </a:moveTo>
                  <a:lnTo>
                    <a:pt x="0" y="647"/>
                  </a:lnTo>
                  <a:cubicBezTo>
                    <a:pt x="0" y="647"/>
                    <a:pt x="1017" y="3383"/>
                    <a:pt x="2926" y="4853"/>
                  </a:cubicBezTo>
                  <a:lnTo>
                    <a:pt x="3591" y="4185"/>
                  </a:lnTo>
                  <a:cubicBezTo>
                    <a:pt x="3591" y="4185"/>
                    <a:pt x="1266" y="2560"/>
                    <a:pt x="1133" y="1417"/>
                  </a:cubicBezTo>
                  <a:cubicBezTo>
                    <a:pt x="1083" y="1062"/>
                    <a:pt x="1199" y="700"/>
                    <a:pt x="1442" y="436"/>
                  </a:cubicBezTo>
                  <a:cubicBezTo>
                    <a:pt x="1330" y="299"/>
                    <a:pt x="1221" y="155"/>
                    <a:pt x="110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84"/>
            <p:cNvSpPr/>
            <p:nvPr/>
          </p:nvSpPr>
          <p:spPr>
            <a:xfrm>
              <a:off x="1832737" y="3458936"/>
              <a:ext cx="126659" cy="91927"/>
            </a:xfrm>
            <a:custGeom>
              <a:rect b="b" l="l" r="r" t="t"/>
              <a:pathLst>
                <a:path extrusionOk="0" h="3507" w="4832">
                  <a:moveTo>
                    <a:pt x="1222" y="1"/>
                  </a:moveTo>
                  <a:cubicBezTo>
                    <a:pt x="793" y="1"/>
                    <a:pt x="383" y="73"/>
                    <a:pt x="0" y="191"/>
                  </a:cubicBezTo>
                  <a:cubicBezTo>
                    <a:pt x="1745" y="2476"/>
                    <a:pt x="4832" y="3507"/>
                    <a:pt x="4832" y="3507"/>
                  </a:cubicBezTo>
                  <a:cubicBezTo>
                    <a:pt x="4832" y="3507"/>
                    <a:pt x="4779" y="1432"/>
                    <a:pt x="3105" y="504"/>
                  </a:cubicBezTo>
                  <a:cubicBezTo>
                    <a:pt x="2458" y="143"/>
                    <a:pt x="1822" y="1"/>
                    <a:pt x="1222"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84"/>
            <p:cNvSpPr/>
            <p:nvPr/>
          </p:nvSpPr>
          <p:spPr>
            <a:xfrm>
              <a:off x="1814860" y="3385620"/>
              <a:ext cx="156908" cy="50407"/>
            </a:xfrm>
            <a:custGeom>
              <a:rect b="b" l="l" r="r" t="t"/>
              <a:pathLst>
                <a:path extrusionOk="0" h="1923" w="5986">
                  <a:moveTo>
                    <a:pt x="2696" y="1"/>
                  </a:moveTo>
                  <a:cubicBezTo>
                    <a:pt x="2026" y="1"/>
                    <a:pt x="1334" y="142"/>
                    <a:pt x="703" y="533"/>
                  </a:cubicBezTo>
                  <a:cubicBezTo>
                    <a:pt x="0" y="969"/>
                    <a:pt x="88" y="1683"/>
                    <a:pt x="141" y="1922"/>
                  </a:cubicBezTo>
                  <a:cubicBezTo>
                    <a:pt x="1200" y="1364"/>
                    <a:pt x="2709" y="818"/>
                    <a:pt x="4552" y="818"/>
                  </a:cubicBezTo>
                  <a:cubicBezTo>
                    <a:pt x="5010" y="818"/>
                    <a:pt x="5488" y="852"/>
                    <a:pt x="5985" y="927"/>
                  </a:cubicBezTo>
                  <a:cubicBezTo>
                    <a:pt x="5985" y="927"/>
                    <a:pt x="4414" y="1"/>
                    <a:pt x="269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84"/>
            <p:cNvSpPr/>
            <p:nvPr/>
          </p:nvSpPr>
          <p:spPr>
            <a:xfrm>
              <a:off x="1710141" y="3348162"/>
              <a:ext cx="269019" cy="360972"/>
            </a:xfrm>
            <a:custGeom>
              <a:rect b="b" l="l" r="r" t="t"/>
              <a:pathLst>
                <a:path extrusionOk="0" h="13771" w="10263">
                  <a:moveTo>
                    <a:pt x="6692" y="1635"/>
                  </a:moveTo>
                  <a:cubicBezTo>
                    <a:pt x="7174" y="1642"/>
                    <a:pt x="7656" y="1706"/>
                    <a:pt x="8120" y="1832"/>
                  </a:cubicBezTo>
                  <a:cubicBezTo>
                    <a:pt x="8370" y="1899"/>
                    <a:pt x="8605" y="1973"/>
                    <a:pt x="8820" y="2050"/>
                  </a:cubicBezTo>
                  <a:cubicBezTo>
                    <a:pt x="8733" y="2048"/>
                    <a:pt x="8645" y="2047"/>
                    <a:pt x="8558" y="2047"/>
                  </a:cubicBezTo>
                  <a:cubicBezTo>
                    <a:pt x="7981" y="2047"/>
                    <a:pt x="7405" y="2098"/>
                    <a:pt x="6836" y="2201"/>
                  </a:cubicBezTo>
                  <a:lnTo>
                    <a:pt x="6840" y="2201"/>
                  </a:lnTo>
                  <a:cubicBezTo>
                    <a:pt x="5996" y="2360"/>
                    <a:pt x="5180" y="2623"/>
                    <a:pt x="4407" y="2993"/>
                  </a:cubicBezTo>
                  <a:lnTo>
                    <a:pt x="4287" y="3052"/>
                  </a:lnTo>
                  <a:cubicBezTo>
                    <a:pt x="4273" y="2824"/>
                    <a:pt x="4329" y="2433"/>
                    <a:pt x="4804" y="2138"/>
                  </a:cubicBezTo>
                  <a:cubicBezTo>
                    <a:pt x="5405" y="1765"/>
                    <a:pt x="6070" y="1635"/>
                    <a:pt x="6692" y="1635"/>
                  </a:cubicBezTo>
                  <a:close/>
                  <a:moveTo>
                    <a:pt x="1956" y="405"/>
                  </a:moveTo>
                  <a:cubicBezTo>
                    <a:pt x="1857" y="862"/>
                    <a:pt x="1801" y="1488"/>
                    <a:pt x="1801" y="2142"/>
                  </a:cubicBezTo>
                  <a:cubicBezTo>
                    <a:pt x="1801" y="2796"/>
                    <a:pt x="1857" y="3429"/>
                    <a:pt x="1959" y="3886"/>
                  </a:cubicBezTo>
                  <a:cubicBezTo>
                    <a:pt x="1724" y="3939"/>
                    <a:pt x="1762" y="4283"/>
                    <a:pt x="2001" y="4283"/>
                  </a:cubicBezTo>
                  <a:cubicBezTo>
                    <a:pt x="2128" y="4283"/>
                    <a:pt x="2233" y="4385"/>
                    <a:pt x="2233" y="4512"/>
                  </a:cubicBezTo>
                  <a:cubicBezTo>
                    <a:pt x="2233" y="4642"/>
                    <a:pt x="2128" y="4744"/>
                    <a:pt x="2001" y="4744"/>
                  </a:cubicBezTo>
                  <a:lnTo>
                    <a:pt x="707" y="4744"/>
                  </a:lnTo>
                  <a:cubicBezTo>
                    <a:pt x="401" y="4744"/>
                    <a:pt x="401" y="4283"/>
                    <a:pt x="707" y="4283"/>
                  </a:cubicBezTo>
                  <a:lnTo>
                    <a:pt x="1140" y="4283"/>
                  </a:lnTo>
                  <a:cubicBezTo>
                    <a:pt x="1252" y="4283"/>
                    <a:pt x="1340" y="4195"/>
                    <a:pt x="1340" y="4083"/>
                  </a:cubicBezTo>
                  <a:cubicBezTo>
                    <a:pt x="1340" y="3970"/>
                    <a:pt x="1252" y="3879"/>
                    <a:pt x="1140" y="3879"/>
                  </a:cubicBezTo>
                  <a:lnTo>
                    <a:pt x="753" y="3879"/>
                  </a:lnTo>
                  <a:cubicBezTo>
                    <a:pt x="851" y="3422"/>
                    <a:pt x="911" y="2796"/>
                    <a:pt x="911" y="2142"/>
                  </a:cubicBezTo>
                  <a:cubicBezTo>
                    <a:pt x="911" y="1488"/>
                    <a:pt x="851" y="862"/>
                    <a:pt x="753" y="405"/>
                  </a:cubicBezTo>
                  <a:close/>
                  <a:moveTo>
                    <a:pt x="5892" y="4426"/>
                  </a:moveTo>
                  <a:cubicBezTo>
                    <a:pt x="6510" y="4426"/>
                    <a:pt x="7109" y="4586"/>
                    <a:pt x="7684" y="4906"/>
                  </a:cubicBezTo>
                  <a:cubicBezTo>
                    <a:pt x="8331" y="5264"/>
                    <a:pt x="8799" y="5844"/>
                    <a:pt x="9076" y="6636"/>
                  </a:cubicBezTo>
                  <a:cubicBezTo>
                    <a:pt x="9168" y="6896"/>
                    <a:pt x="9235" y="7163"/>
                    <a:pt x="9273" y="7437"/>
                  </a:cubicBezTo>
                  <a:cubicBezTo>
                    <a:pt x="8486" y="7138"/>
                    <a:pt x="6295" y="6200"/>
                    <a:pt x="4976" y="4540"/>
                  </a:cubicBezTo>
                  <a:cubicBezTo>
                    <a:pt x="5286" y="4464"/>
                    <a:pt x="5591" y="4426"/>
                    <a:pt x="5892" y="4426"/>
                  </a:cubicBezTo>
                  <a:close/>
                  <a:moveTo>
                    <a:pt x="1959" y="5148"/>
                  </a:moveTo>
                  <a:cubicBezTo>
                    <a:pt x="1857" y="5605"/>
                    <a:pt x="1801" y="6231"/>
                    <a:pt x="1801" y="6885"/>
                  </a:cubicBezTo>
                  <a:cubicBezTo>
                    <a:pt x="1801" y="7539"/>
                    <a:pt x="1857" y="8165"/>
                    <a:pt x="1959" y="8622"/>
                  </a:cubicBezTo>
                  <a:lnTo>
                    <a:pt x="753" y="8622"/>
                  </a:lnTo>
                  <a:cubicBezTo>
                    <a:pt x="851" y="8165"/>
                    <a:pt x="911" y="7539"/>
                    <a:pt x="911" y="6885"/>
                  </a:cubicBezTo>
                  <a:cubicBezTo>
                    <a:pt x="911" y="6231"/>
                    <a:pt x="851" y="5605"/>
                    <a:pt x="753" y="5148"/>
                  </a:cubicBezTo>
                  <a:close/>
                  <a:moveTo>
                    <a:pt x="2001" y="9027"/>
                  </a:moveTo>
                  <a:cubicBezTo>
                    <a:pt x="2128" y="9027"/>
                    <a:pt x="2230" y="9129"/>
                    <a:pt x="2230" y="9255"/>
                  </a:cubicBezTo>
                  <a:cubicBezTo>
                    <a:pt x="2230" y="9382"/>
                    <a:pt x="2128" y="9487"/>
                    <a:pt x="2001" y="9487"/>
                  </a:cubicBezTo>
                  <a:lnTo>
                    <a:pt x="707" y="9487"/>
                  </a:lnTo>
                  <a:cubicBezTo>
                    <a:pt x="581" y="9487"/>
                    <a:pt x="479" y="9382"/>
                    <a:pt x="479" y="9255"/>
                  </a:cubicBezTo>
                  <a:cubicBezTo>
                    <a:pt x="479" y="9129"/>
                    <a:pt x="581" y="9027"/>
                    <a:pt x="707" y="9027"/>
                  </a:cubicBezTo>
                  <a:close/>
                  <a:moveTo>
                    <a:pt x="4966" y="6569"/>
                  </a:moveTo>
                  <a:cubicBezTo>
                    <a:pt x="6309" y="8345"/>
                    <a:pt x="7607" y="9262"/>
                    <a:pt x="8124" y="9586"/>
                  </a:cubicBezTo>
                  <a:lnTo>
                    <a:pt x="6826" y="10887"/>
                  </a:lnTo>
                  <a:cubicBezTo>
                    <a:pt x="5328" y="9656"/>
                    <a:pt x="4410" y="7617"/>
                    <a:pt x="4168" y="7040"/>
                  </a:cubicBezTo>
                  <a:lnTo>
                    <a:pt x="4966" y="6569"/>
                  </a:lnTo>
                  <a:close/>
                  <a:moveTo>
                    <a:pt x="1959" y="9892"/>
                  </a:moveTo>
                  <a:cubicBezTo>
                    <a:pt x="1857" y="10349"/>
                    <a:pt x="1801" y="10975"/>
                    <a:pt x="1801" y="11629"/>
                  </a:cubicBezTo>
                  <a:cubicBezTo>
                    <a:pt x="1801" y="12283"/>
                    <a:pt x="1857" y="12909"/>
                    <a:pt x="1959" y="13366"/>
                  </a:cubicBezTo>
                  <a:lnTo>
                    <a:pt x="753" y="13366"/>
                  </a:lnTo>
                  <a:cubicBezTo>
                    <a:pt x="851" y="12909"/>
                    <a:pt x="911" y="12283"/>
                    <a:pt x="911" y="11629"/>
                  </a:cubicBezTo>
                  <a:cubicBezTo>
                    <a:pt x="911" y="10975"/>
                    <a:pt x="851" y="10349"/>
                    <a:pt x="753" y="9892"/>
                  </a:cubicBezTo>
                  <a:close/>
                  <a:moveTo>
                    <a:pt x="493" y="0"/>
                  </a:moveTo>
                  <a:cubicBezTo>
                    <a:pt x="356" y="0"/>
                    <a:pt x="261" y="130"/>
                    <a:pt x="299" y="260"/>
                  </a:cubicBezTo>
                  <a:cubicBezTo>
                    <a:pt x="430" y="686"/>
                    <a:pt x="507" y="1389"/>
                    <a:pt x="507" y="2142"/>
                  </a:cubicBezTo>
                  <a:cubicBezTo>
                    <a:pt x="507" y="2894"/>
                    <a:pt x="430" y="3597"/>
                    <a:pt x="299" y="4023"/>
                  </a:cubicBezTo>
                  <a:cubicBezTo>
                    <a:pt x="299" y="4026"/>
                    <a:pt x="299" y="4030"/>
                    <a:pt x="296" y="4033"/>
                  </a:cubicBezTo>
                  <a:cubicBezTo>
                    <a:pt x="1" y="4287"/>
                    <a:pt x="1" y="4744"/>
                    <a:pt x="296" y="4993"/>
                  </a:cubicBezTo>
                  <a:cubicBezTo>
                    <a:pt x="296" y="4997"/>
                    <a:pt x="296" y="5000"/>
                    <a:pt x="299" y="5004"/>
                  </a:cubicBezTo>
                  <a:cubicBezTo>
                    <a:pt x="430" y="5429"/>
                    <a:pt x="507" y="6133"/>
                    <a:pt x="507" y="6885"/>
                  </a:cubicBezTo>
                  <a:cubicBezTo>
                    <a:pt x="507" y="7638"/>
                    <a:pt x="430" y="8341"/>
                    <a:pt x="299" y="8767"/>
                  </a:cubicBezTo>
                  <a:cubicBezTo>
                    <a:pt x="299" y="8770"/>
                    <a:pt x="299" y="8774"/>
                    <a:pt x="296" y="8777"/>
                  </a:cubicBezTo>
                  <a:cubicBezTo>
                    <a:pt x="1" y="9030"/>
                    <a:pt x="1" y="9487"/>
                    <a:pt x="296" y="9737"/>
                  </a:cubicBezTo>
                  <a:cubicBezTo>
                    <a:pt x="296" y="9741"/>
                    <a:pt x="296" y="9744"/>
                    <a:pt x="299" y="9748"/>
                  </a:cubicBezTo>
                  <a:cubicBezTo>
                    <a:pt x="430" y="10173"/>
                    <a:pt x="507" y="10876"/>
                    <a:pt x="507" y="11629"/>
                  </a:cubicBezTo>
                  <a:cubicBezTo>
                    <a:pt x="507" y="12381"/>
                    <a:pt x="430" y="13085"/>
                    <a:pt x="299" y="13510"/>
                  </a:cubicBezTo>
                  <a:cubicBezTo>
                    <a:pt x="261" y="13640"/>
                    <a:pt x="356" y="13770"/>
                    <a:pt x="493" y="13770"/>
                  </a:cubicBezTo>
                  <a:lnTo>
                    <a:pt x="2216" y="13770"/>
                  </a:lnTo>
                  <a:cubicBezTo>
                    <a:pt x="2353" y="13770"/>
                    <a:pt x="2451" y="13640"/>
                    <a:pt x="2409" y="13510"/>
                  </a:cubicBezTo>
                  <a:cubicBezTo>
                    <a:pt x="2279" y="13085"/>
                    <a:pt x="2202" y="12381"/>
                    <a:pt x="2202" y="11629"/>
                  </a:cubicBezTo>
                  <a:cubicBezTo>
                    <a:pt x="2202" y="10876"/>
                    <a:pt x="2279" y="10173"/>
                    <a:pt x="2409" y="9748"/>
                  </a:cubicBezTo>
                  <a:cubicBezTo>
                    <a:pt x="2409" y="9744"/>
                    <a:pt x="2409" y="9741"/>
                    <a:pt x="2413" y="9737"/>
                  </a:cubicBezTo>
                  <a:cubicBezTo>
                    <a:pt x="2708" y="9487"/>
                    <a:pt x="2708" y="9030"/>
                    <a:pt x="2413" y="8777"/>
                  </a:cubicBezTo>
                  <a:cubicBezTo>
                    <a:pt x="2413" y="8774"/>
                    <a:pt x="2413" y="8770"/>
                    <a:pt x="2409" y="8767"/>
                  </a:cubicBezTo>
                  <a:cubicBezTo>
                    <a:pt x="2279" y="8341"/>
                    <a:pt x="2202" y="7638"/>
                    <a:pt x="2202" y="6885"/>
                  </a:cubicBezTo>
                  <a:cubicBezTo>
                    <a:pt x="2202" y="6643"/>
                    <a:pt x="2212" y="6404"/>
                    <a:pt x="2226" y="6178"/>
                  </a:cubicBezTo>
                  <a:cubicBezTo>
                    <a:pt x="2638" y="5767"/>
                    <a:pt x="3099" y="5408"/>
                    <a:pt x="3598" y="5113"/>
                  </a:cubicBezTo>
                  <a:lnTo>
                    <a:pt x="4192" y="6558"/>
                  </a:lnTo>
                  <a:lnTo>
                    <a:pt x="3812" y="6776"/>
                  </a:lnTo>
                  <a:cubicBezTo>
                    <a:pt x="3728" y="6826"/>
                    <a:pt x="3689" y="6931"/>
                    <a:pt x="3724" y="7022"/>
                  </a:cubicBezTo>
                  <a:cubicBezTo>
                    <a:pt x="3770" y="7135"/>
                    <a:pt x="4783" y="9829"/>
                    <a:pt x="6713" y="11316"/>
                  </a:cubicBezTo>
                  <a:cubicBezTo>
                    <a:pt x="6750" y="11343"/>
                    <a:pt x="6793" y="11356"/>
                    <a:pt x="6836" y="11356"/>
                  </a:cubicBezTo>
                  <a:cubicBezTo>
                    <a:pt x="6888" y="11356"/>
                    <a:pt x="6939" y="11337"/>
                    <a:pt x="6977" y="11298"/>
                  </a:cubicBezTo>
                  <a:lnTo>
                    <a:pt x="8591" y="9684"/>
                  </a:lnTo>
                  <a:cubicBezTo>
                    <a:pt x="8686" y="9589"/>
                    <a:pt x="8662" y="9428"/>
                    <a:pt x="8542" y="9364"/>
                  </a:cubicBezTo>
                  <a:cubicBezTo>
                    <a:pt x="8538" y="9364"/>
                    <a:pt x="8124" y="9146"/>
                    <a:pt x="7505" y="8644"/>
                  </a:cubicBezTo>
                  <a:cubicBezTo>
                    <a:pt x="6629" y="7926"/>
                    <a:pt x="5845" y="7100"/>
                    <a:pt x="5177" y="6182"/>
                  </a:cubicBezTo>
                  <a:cubicBezTo>
                    <a:pt x="5138" y="6130"/>
                    <a:pt x="5078" y="6101"/>
                    <a:pt x="5016" y="6101"/>
                  </a:cubicBezTo>
                  <a:cubicBezTo>
                    <a:pt x="4981" y="6101"/>
                    <a:pt x="4946" y="6110"/>
                    <a:pt x="4913" y="6129"/>
                  </a:cubicBezTo>
                  <a:lnTo>
                    <a:pt x="4540" y="6347"/>
                  </a:lnTo>
                  <a:lnTo>
                    <a:pt x="3957" y="4920"/>
                  </a:lnTo>
                  <a:cubicBezTo>
                    <a:pt x="4153" y="4821"/>
                    <a:pt x="4354" y="4737"/>
                    <a:pt x="4561" y="4663"/>
                  </a:cubicBezTo>
                  <a:cubicBezTo>
                    <a:pt x="5433" y="5820"/>
                    <a:pt x="6696" y="6639"/>
                    <a:pt x="7610" y="7124"/>
                  </a:cubicBezTo>
                  <a:cubicBezTo>
                    <a:pt x="8201" y="7441"/>
                    <a:pt x="8813" y="7712"/>
                    <a:pt x="9446" y="7926"/>
                  </a:cubicBezTo>
                  <a:cubicBezTo>
                    <a:pt x="9466" y="7933"/>
                    <a:pt x="9487" y="7936"/>
                    <a:pt x="9508" y="7936"/>
                  </a:cubicBezTo>
                  <a:cubicBezTo>
                    <a:pt x="9618" y="7936"/>
                    <a:pt x="9712" y="7845"/>
                    <a:pt x="9709" y="7729"/>
                  </a:cubicBezTo>
                  <a:cubicBezTo>
                    <a:pt x="9685" y="7314"/>
                    <a:pt x="9604" y="6903"/>
                    <a:pt x="9463" y="6513"/>
                  </a:cubicBezTo>
                  <a:cubicBezTo>
                    <a:pt x="9157" y="5633"/>
                    <a:pt x="8609" y="4958"/>
                    <a:pt x="7881" y="4554"/>
                  </a:cubicBezTo>
                  <a:cubicBezTo>
                    <a:pt x="7252" y="4202"/>
                    <a:pt x="6585" y="4027"/>
                    <a:pt x="5898" y="4027"/>
                  </a:cubicBezTo>
                  <a:cubicBezTo>
                    <a:pt x="5176" y="4027"/>
                    <a:pt x="4432" y="4221"/>
                    <a:pt x="3686" y="4607"/>
                  </a:cubicBezTo>
                  <a:cubicBezTo>
                    <a:pt x="3186" y="4867"/>
                    <a:pt x="2719" y="5190"/>
                    <a:pt x="2293" y="5563"/>
                  </a:cubicBezTo>
                  <a:cubicBezTo>
                    <a:pt x="2318" y="5373"/>
                    <a:pt x="2357" y="5187"/>
                    <a:pt x="2413" y="5004"/>
                  </a:cubicBezTo>
                  <a:cubicBezTo>
                    <a:pt x="2413" y="5000"/>
                    <a:pt x="2413" y="4997"/>
                    <a:pt x="2413" y="4993"/>
                  </a:cubicBezTo>
                  <a:cubicBezTo>
                    <a:pt x="2529" y="4895"/>
                    <a:pt x="2606" y="4758"/>
                    <a:pt x="2627" y="4610"/>
                  </a:cubicBezTo>
                  <a:cubicBezTo>
                    <a:pt x="2821" y="4438"/>
                    <a:pt x="3517" y="3858"/>
                    <a:pt x="4597" y="3348"/>
                  </a:cubicBezTo>
                  <a:cubicBezTo>
                    <a:pt x="5335" y="2996"/>
                    <a:pt x="6116" y="2743"/>
                    <a:pt x="6921" y="2595"/>
                  </a:cubicBezTo>
                  <a:cubicBezTo>
                    <a:pt x="7459" y="2497"/>
                    <a:pt x="8004" y="2447"/>
                    <a:pt x="8550" y="2447"/>
                  </a:cubicBezTo>
                  <a:cubicBezTo>
                    <a:pt x="9017" y="2447"/>
                    <a:pt x="9485" y="2484"/>
                    <a:pt x="9949" y="2557"/>
                  </a:cubicBezTo>
                  <a:cubicBezTo>
                    <a:pt x="9960" y="2558"/>
                    <a:pt x="9970" y="2559"/>
                    <a:pt x="9981" y="2559"/>
                  </a:cubicBezTo>
                  <a:cubicBezTo>
                    <a:pt x="10177" y="2559"/>
                    <a:pt x="10262" y="2291"/>
                    <a:pt x="10082" y="2184"/>
                  </a:cubicBezTo>
                  <a:cubicBezTo>
                    <a:pt x="9498" y="1860"/>
                    <a:pt x="8880" y="1611"/>
                    <a:pt x="8233" y="1442"/>
                  </a:cubicBezTo>
                  <a:cubicBezTo>
                    <a:pt x="7696" y="1300"/>
                    <a:pt x="7182" y="1230"/>
                    <a:pt x="6697" y="1230"/>
                  </a:cubicBezTo>
                  <a:cubicBezTo>
                    <a:pt x="5905" y="1230"/>
                    <a:pt x="5192" y="1418"/>
                    <a:pt x="4589" y="1793"/>
                  </a:cubicBezTo>
                  <a:cubicBezTo>
                    <a:pt x="3893" y="2226"/>
                    <a:pt x="3830" y="2877"/>
                    <a:pt x="3907" y="3246"/>
                  </a:cubicBezTo>
                  <a:cubicBezTo>
                    <a:pt x="3422" y="3510"/>
                    <a:pt x="2958" y="3819"/>
                    <a:pt x="2529" y="4164"/>
                  </a:cubicBezTo>
                  <a:cubicBezTo>
                    <a:pt x="2497" y="4114"/>
                    <a:pt x="2459" y="4072"/>
                    <a:pt x="2413" y="4033"/>
                  </a:cubicBezTo>
                  <a:cubicBezTo>
                    <a:pt x="2413" y="4030"/>
                    <a:pt x="2413" y="4026"/>
                    <a:pt x="2409" y="4023"/>
                  </a:cubicBezTo>
                  <a:cubicBezTo>
                    <a:pt x="2279" y="3597"/>
                    <a:pt x="2202" y="2894"/>
                    <a:pt x="2202" y="2142"/>
                  </a:cubicBezTo>
                  <a:cubicBezTo>
                    <a:pt x="2202" y="1389"/>
                    <a:pt x="2279" y="686"/>
                    <a:pt x="2409" y="260"/>
                  </a:cubicBezTo>
                  <a:cubicBezTo>
                    <a:pt x="2451" y="130"/>
                    <a:pt x="2353" y="0"/>
                    <a:pt x="2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8" name="Google Shape;16698;p84"/>
          <p:cNvGrpSpPr/>
          <p:nvPr/>
        </p:nvGrpSpPr>
        <p:grpSpPr>
          <a:xfrm>
            <a:off x="4948250" y="3365122"/>
            <a:ext cx="360972" cy="327053"/>
            <a:chOff x="4948250" y="3365122"/>
            <a:chExt cx="360972" cy="327053"/>
          </a:xfrm>
        </p:grpSpPr>
        <p:sp>
          <p:nvSpPr>
            <p:cNvPr id="16699" name="Google Shape;16699;p84"/>
            <p:cNvSpPr/>
            <p:nvPr/>
          </p:nvSpPr>
          <p:spPr>
            <a:xfrm>
              <a:off x="4953493" y="3370364"/>
              <a:ext cx="350487" cy="169542"/>
            </a:xfrm>
            <a:custGeom>
              <a:rect b="b" l="l" r="r" t="t"/>
              <a:pathLst>
                <a:path extrusionOk="0" h="6468" w="13371">
                  <a:moveTo>
                    <a:pt x="6686" y="1"/>
                  </a:moveTo>
                  <a:cubicBezTo>
                    <a:pt x="2993" y="1"/>
                    <a:pt x="1" y="2413"/>
                    <a:pt x="1" y="5391"/>
                  </a:cubicBezTo>
                  <a:lnTo>
                    <a:pt x="1" y="5402"/>
                  </a:lnTo>
                  <a:cubicBezTo>
                    <a:pt x="1" y="5996"/>
                    <a:pt x="504" y="6467"/>
                    <a:pt x="1094" y="6467"/>
                  </a:cubicBezTo>
                  <a:lnTo>
                    <a:pt x="12277" y="6467"/>
                  </a:lnTo>
                  <a:cubicBezTo>
                    <a:pt x="12867" y="6467"/>
                    <a:pt x="13367" y="5996"/>
                    <a:pt x="13370" y="5402"/>
                  </a:cubicBezTo>
                  <a:lnTo>
                    <a:pt x="13370" y="5391"/>
                  </a:lnTo>
                  <a:cubicBezTo>
                    <a:pt x="13370" y="2413"/>
                    <a:pt x="10378" y="1"/>
                    <a:pt x="6686"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84"/>
            <p:cNvSpPr/>
            <p:nvPr/>
          </p:nvSpPr>
          <p:spPr>
            <a:xfrm>
              <a:off x="4953493" y="3370364"/>
              <a:ext cx="190198" cy="169621"/>
            </a:xfrm>
            <a:custGeom>
              <a:rect b="b" l="l" r="r" t="t"/>
              <a:pathLst>
                <a:path extrusionOk="0" h="6471" w="7256">
                  <a:moveTo>
                    <a:pt x="6686" y="1"/>
                  </a:moveTo>
                  <a:cubicBezTo>
                    <a:pt x="2993" y="1"/>
                    <a:pt x="1" y="2416"/>
                    <a:pt x="1" y="5391"/>
                  </a:cubicBezTo>
                  <a:lnTo>
                    <a:pt x="1" y="5402"/>
                  </a:lnTo>
                  <a:cubicBezTo>
                    <a:pt x="1" y="5996"/>
                    <a:pt x="504" y="6471"/>
                    <a:pt x="1098" y="6471"/>
                  </a:cubicBezTo>
                  <a:lnTo>
                    <a:pt x="4664" y="6471"/>
                  </a:lnTo>
                  <a:cubicBezTo>
                    <a:pt x="4358" y="6467"/>
                    <a:pt x="4101" y="5996"/>
                    <a:pt x="4097" y="5402"/>
                  </a:cubicBezTo>
                  <a:lnTo>
                    <a:pt x="4097" y="5391"/>
                  </a:lnTo>
                  <a:cubicBezTo>
                    <a:pt x="4097" y="2571"/>
                    <a:pt x="5486" y="254"/>
                    <a:pt x="7255" y="22"/>
                  </a:cubicBezTo>
                  <a:cubicBezTo>
                    <a:pt x="7065" y="11"/>
                    <a:pt x="6879" y="1"/>
                    <a:pt x="6686"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84"/>
            <p:cNvSpPr/>
            <p:nvPr/>
          </p:nvSpPr>
          <p:spPr>
            <a:xfrm>
              <a:off x="5063821" y="3539881"/>
              <a:ext cx="129831" cy="146947"/>
            </a:xfrm>
            <a:custGeom>
              <a:rect b="b" l="l" r="r" t="t"/>
              <a:pathLst>
                <a:path extrusionOk="0" h="5606" w="4953">
                  <a:moveTo>
                    <a:pt x="662" y="0"/>
                  </a:moveTo>
                  <a:lnTo>
                    <a:pt x="128" y="3893"/>
                  </a:lnTo>
                  <a:cubicBezTo>
                    <a:pt x="1" y="4797"/>
                    <a:pt x="704" y="5606"/>
                    <a:pt x="1622" y="5606"/>
                  </a:cubicBezTo>
                  <a:lnTo>
                    <a:pt x="3331" y="5606"/>
                  </a:lnTo>
                  <a:cubicBezTo>
                    <a:pt x="4245" y="5606"/>
                    <a:pt x="4952" y="4797"/>
                    <a:pt x="4829" y="3893"/>
                  </a:cubicBezTo>
                  <a:lnTo>
                    <a:pt x="4291"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84"/>
            <p:cNvSpPr/>
            <p:nvPr/>
          </p:nvSpPr>
          <p:spPr>
            <a:xfrm>
              <a:off x="5063926" y="3539881"/>
              <a:ext cx="115518" cy="146947"/>
            </a:xfrm>
            <a:custGeom>
              <a:rect b="b" l="l" r="r" t="t"/>
              <a:pathLst>
                <a:path extrusionOk="0" h="5606" w="4407">
                  <a:moveTo>
                    <a:pt x="662" y="0"/>
                  </a:moveTo>
                  <a:lnTo>
                    <a:pt x="124" y="3893"/>
                  </a:lnTo>
                  <a:cubicBezTo>
                    <a:pt x="0" y="4797"/>
                    <a:pt x="704" y="5606"/>
                    <a:pt x="1618" y="5606"/>
                  </a:cubicBezTo>
                  <a:lnTo>
                    <a:pt x="1759" y="5606"/>
                  </a:lnTo>
                  <a:cubicBezTo>
                    <a:pt x="1632" y="5342"/>
                    <a:pt x="1586" y="5046"/>
                    <a:pt x="1625" y="4755"/>
                  </a:cubicBezTo>
                  <a:lnTo>
                    <a:pt x="2058" y="1607"/>
                  </a:lnTo>
                  <a:cubicBezTo>
                    <a:pt x="2117" y="1182"/>
                    <a:pt x="2483" y="865"/>
                    <a:pt x="2912" y="865"/>
                  </a:cubicBezTo>
                  <a:lnTo>
                    <a:pt x="4407" y="865"/>
                  </a:lnTo>
                  <a:lnTo>
                    <a:pt x="4287"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84"/>
            <p:cNvSpPr/>
            <p:nvPr/>
          </p:nvSpPr>
          <p:spPr>
            <a:xfrm>
              <a:off x="5049640" y="3409919"/>
              <a:ext cx="90459" cy="79188"/>
            </a:xfrm>
            <a:custGeom>
              <a:rect b="b" l="l" r="r" t="t"/>
              <a:pathLst>
                <a:path extrusionOk="0" h="3021" w="3451">
                  <a:moveTo>
                    <a:pt x="1723" y="0"/>
                  </a:moveTo>
                  <a:cubicBezTo>
                    <a:pt x="771" y="0"/>
                    <a:pt x="0" y="675"/>
                    <a:pt x="0" y="1509"/>
                  </a:cubicBezTo>
                  <a:cubicBezTo>
                    <a:pt x="0" y="2342"/>
                    <a:pt x="771" y="3021"/>
                    <a:pt x="1723" y="3021"/>
                  </a:cubicBezTo>
                  <a:cubicBezTo>
                    <a:pt x="2676" y="3021"/>
                    <a:pt x="3450" y="2342"/>
                    <a:pt x="3450" y="1509"/>
                  </a:cubicBezTo>
                  <a:cubicBezTo>
                    <a:pt x="3450" y="675"/>
                    <a:pt x="2676" y="0"/>
                    <a:pt x="172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84"/>
            <p:cNvSpPr/>
            <p:nvPr/>
          </p:nvSpPr>
          <p:spPr>
            <a:xfrm>
              <a:off x="5190952" y="3383077"/>
              <a:ext cx="78008" cy="60787"/>
            </a:xfrm>
            <a:custGeom>
              <a:rect b="b" l="l" r="r" t="t"/>
              <a:pathLst>
                <a:path extrusionOk="0" h="2319" w="2976">
                  <a:moveTo>
                    <a:pt x="394" y="1"/>
                  </a:moveTo>
                  <a:cubicBezTo>
                    <a:pt x="144" y="240"/>
                    <a:pt x="4" y="571"/>
                    <a:pt x="0" y="919"/>
                  </a:cubicBezTo>
                  <a:cubicBezTo>
                    <a:pt x="0" y="1692"/>
                    <a:pt x="725" y="2318"/>
                    <a:pt x="1618" y="2318"/>
                  </a:cubicBezTo>
                  <a:cubicBezTo>
                    <a:pt x="2187" y="2318"/>
                    <a:pt x="2690" y="2061"/>
                    <a:pt x="2975" y="1675"/>
                  </a:cubicBezTo>
                  <a:cubicBezTo>
                    <a:pt x="2307" y="954"/>
                    <a:pt x="1417" y="381"/>
                    <a:pt x="39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84"/>
            <p:cNvSpPr/>
            <p:nvPr/>
          </p:nvSpPr>
          <p:spPr>
            <a:xfrm>
              <a:off x="5152970" y="3477757"/>
              <a:ext cx="109804" cy="62150"/>
            </a:xfrm>
            <a:custGeom>
              <a:rect b="b" l="l" r="r" t="t"/>
              <a:pathLst>
                <a:path extrusionOk="0" h="2371" w="4189">
                  <a:moveTo>
                    <a:pt x="2093" y="0"/>
                  </a:moveTo>
                  <a:cubicBezTo>
                    <a:pt x="936" y="0"/>
                    <a:pt x="0" y="869"/>
                    <a:pt x="0" y="1941"/>
                  </a:cubicBezTo>
                  <a:cubicBezTo>
                    <a:pt x="0" y="2085"/>
                    <a:pt x="18" y="2230"/>
                    <a:pt x="53" y="2370"/>
                  </a:cubicBezTo>
                  <a:lnTo>
                    <a:pt x="4136" y="2370"/>
                  </a:lnTo>
                  <a:cubicBezTo>
                    <a:pt x="4171" y="2230"/>
                    <a:pt x="4188" y="2085"/>
                    <a:pt x="4188" y="1941"/>
                  </a:cubicBezTo>
                  <a:cubicBezTo>
                    <a:pt x="4188" y="869"/>
                    <a:pt x="3250" y="0"/>
                    <a:pt x="209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84"/>
            <p:cNvSpPr/>
            <p:nvPr/>
          </p:nvSpPr>
          <p:spPr>
            <a:xfrm>
              <a:off x="4954043" y="3439120"/>
              <a:ext cx="55623" cy="66947"/>
            </a:xfrm>
            <a:custGeom>
              <a:rect b="b" l="l" r="r" t="t"/>
              <a:pathLst>
                <a:path extrusionOk="0" h="2554" w="2122">
                  <a:moveTo>
                    <a:pt x="929" y="1"/>
                  </a:moveTo>
                  <a:cubicBezTo>
                    <a:pt x="402" y="708"/>
                    <a:pt x="75" y="1520"/>
                    <a:pt x="1" y="2388"/>
                  </a:cubicBezTo>
                  <a:cubicBezTo>
                    <a:pt x="201" y="2501"/>
                    <a:pt x="417" y="2553"/>
                    <a:pt x="629" y="2553"/>
                  </a:cubicBezTo>
                  <a:cubicBezTo>
                    <a:pt x="1143" y="2553"/>
                    <a:pt x="1635" y="2245"/>
                    <a:pt x="1836" y="1727"/>
                  </a:cubicBezTo>
                  <a:cubicBezTo>
                    <a:pt x="2121" y="996"/>
                    <a:pt x="1692" y="184"/>
                    <a:pt x="9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84"/>
            <p:cNvSpPr/>
            <p:nvPr/>
          </p:nvSpPr>
          <p:spPr>
            <a:xfrm>
              <a:off x="5049640" y="3410365"/>
              <a:ext cx="38821" cy="67681"/>
            </a:xfrm>
            <a:custGeom>
              <a:rect b="b" l="l" r="r" t="t"/>
              <a:pathLst>
                <a:path extrusionOk="0" h="2582" w="1481">
                  <a:moveTo>
                    <a:pt x="1481" y="1"/>
                  </a:moveTo>
                  <a:lnTo>
                    <a:pt x="1481" y="1"/>
                  </a:lnTo>
                  <a:cubicBezTo>
                    <a:pt x="644" y="106"/>
                    <a:pt x="0" y="732"/>
                    <a:pt x="0" y="1492"/>
                  </a:cubicBezTo>
                  <a:cubicBezTo>
                    <a:pt x="0" y="1921"/>
                    <a:pt x="204" y="2307"/>
                    <a:pt x="531" y="2582"/>
                  </a:cubicBezTo>
                  <a:cubicBezTo>
                    <a:pt x="690" y="1583"/>
                    <a:pt x="1024" y="690"/>
                    <a:pt x="148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84"/>
            <p:cNvSpPr/>
            <p:nvPr/>
          </p:nvSpPr>
          <p:spPr>
            <a:xfrm>
              <a:off x="4948250" y="3365122"/>
              <a:ext cx="360972" cy="327053"/>
            </a:xfrm>
            <a:custGeom>
              <a:rect b="b" l="l" r="r" t="t"/>
              <a:pathLst>
                <a:path extrusionOk="0" h="12477" w="13771">
                  <a:moveTo>
                    <a:pt x="9741" y="932"/>
                  </a:moveTo>
                  <a:cubicBezTo>
                    <a:pt x="10553" y="1245"/>
                    <a:pt x="11292" y="1720"/>
                    <a:pt x="11918" y="2325"/>
                  </a:cubicBezTo>
                  <a:cubicBezTo>
                    <a:pt x="11723" y="2648"/>
                    <a:pt x="11342" y="2833"/>
                    <a:pt x="10921" y="2833"/>
                  </a:cubicBezTo>
                  <a:cubicBezTo>
                    <a:pt x="10743" y="2833"/>
                    <a:pt x="10556" y="2799"/>
                    <a:pt x="10374" y="2729"/>
                  </a:cubicBezTo>
                  <a:cubicBezTo>
                    <a:pt x="10054" y="2609"/>
                    <a:pt x="9787" y="2381"/>
                    <a:pt x="9618" y="2085"/>
                  </a:cubicBezTo>
                  <a:cubicBezTo>
                    <a:pt x="9470" y="1808"/>
                    <a:pt x="9442" y="1505"/>
                    <a:pt x="9547" y="1241"/>
                  </a:cubicBezTo>
                  <a:cubicBezTo>
                    <a:pt x="9590" y="1125"/>
                    <a:pt x="9656" y="1020"/>
                    <a:pt x="9741" y="932"/>
                  </a:cubicBezTo>
                  <a:close/>
                  <a:moveTo>
                    <a:pt x="1249" y="3031"/>
                  </a:moveTo>
                  <a:cubicBezTo>
                    <a:pt x="1280" y="3038"/>
                    <a:pt x="1312" y="3049"/>
                    <a:pt x="1344" y="3059"/>
                  </a:cubicBezTo>
                  <a:cubicBezTo>
                    <a:pt x="1850" y="3253"/>
                    <a:pt x="2089" y="3868"/>
                    <a:pt x="1878" y="4431"/>
                  </a:cubicBezTo>
                  <a:cubicBezTo>
                    <a:pt x="1780" y="4702"/>
                    <a:pt x="1583" y="4923"/>
                    <a:pt x="1326" y="5053"/>
                  </a:cubicBezTo>
                  <a:cubicBezTo>
                    <a:pt x="1192" y="5124"/>
                    <a:pt x="1044" y="5160"/>
                    <a:pt x="894" y="5160"/>
                  </a:cubicBezTo>
                  <a:cubicBezTo>
                    <a:pt x="785" y="5160"/>
                    <a:pt x="675" y="5141"/>
                    <a:pt x="570" y="5102"/>
                  </a:cubicBezTo>
                  <a:cubicBezTo>
                    <a:pt x="524" y="5085"/>
                    <a:pt x="482" y="5067"/>
                    <a:pt x="440" y="5043"/>
                  </a:cubicBezTo>
                  <a:cubicBezTo>
                    <a:pt x="538" y="4315"/>
                    <a:pt x="816" y="3626"/>
                    <a:pt x="1249" y="3031"/>
                  </a:cubicBezTo>
                  <a:close/>
                  <a:moveTo>
                    <a:pt x="6918" y="404"/>
                  </a:moveTo>
                  <a:cubicBezTo>
                    <a:pt x="7737" y="404"/>
                    <a:pt x="8556" y="534"/>
                    <a:pt x="9336" y="788"/>
                  </a:cubicBezTo>
                  <a:cubicBezTo>
                    <a:pt x="9266" y="883"/>
                    <a:pt x="9210" y="988"/>
                    <a:pt x="9168" y="1097"/>
                  </a:cubicBezTo>
                  <a:cubicBezTo>
                    <a:pt x="9024" y="1474"/>
                    <a:pt x="9055" y="1895"/>
                    <a:pt x="9263" y="2279"/>
                  </a:cubicBezTo>
                  <a:cubicBezTo>
                    <a:pt x="9474" y="2662"/>
                    <a:pt x="9815" y="2954"/>
                    <a:pt x="10226" y="3109"/>
                  </a:cubicBezTo>
                  <a:cubicBezTo>
                    <a:pt x="10448" y="3193"/>
                    <a:pt x="10680" y="3239"/>
                    <a:pt x="10919" y="3239"/>
                  </a:cubicBezTo>
                  <a:cubicBezTo>
                    <a:pt x="11439" y="3239"/>
                    <a:pt x="11918" y="3021"/>
                    <a:pt x="12199" y="2630"/>
                  </a:cubicBezTo>
                  <a:cubicBezTo>
                    <a:pt x="12934" y="3471"/>
                    <a:pt x="13366" y="4494"/>
                    <a:pt x="13366" y="5595"/>
                  </a:cubicBezTo>
                  <a:lnTo>
                    <a:pt x="13366" y="5602"/>
                  </a:lnTo>
                  <a:cubicBezTo>
                    <a:pt x="13366" y="6080"/>
                    <a:pt x="12965" y="6467"/>
                    <a:pt x="12473" y="6467"/>
                  </a:cubicBezTo>
                  <a:lnTo>
                    <a:pt x="12248" y="6467"/>
                  </a:lnTo>
                  <a:cubicBezTo>
                    <a:pt x="12255" y="6393"/>
                    <a:pt x="12259" y="6316"/>
                    <a:pt x="12262" y="6238"/>
                  </a:cubicBezTo>
                  <a:cubicBezTo>
                    <a:pt x="12259" y="5795"/>
                    <a:pt x="12111" y="5366"/>
                    <a:pt x="11840" y="5018"/>
                  </a:cubicBezTo>
                  <a:cubicBezTo>
                    <a:pt x="11796" y="4960"/>
                    <a:pt x="11740" y="4935"/>
                    <a:pt x="11685" y="4935"/>
                  </a:cubicBezTo>
                  <a:cubicBezTo>
                    <a:pt x="11538" y="4935"/>
                    <a:pt x="11400" y="5108"/>
                    <a:pt x="11520" y="5264"/>
                  </a:cubicBezTo>
                  <a:cubicBezTo>
                    <a:pt x="11738" y="5542"/>
                    <a:pt x="11854" y="5887"/>
                    <a:pt x="11858" y="6238"/>
                  </a:cubicBezTo>
                  <a:cubicBezTo>
                    <a:pt x="11858" y="6316"/>
                    <a:pt x="11851" y="6393"/>
                    <a:pt x="11840" y="6467"/>
                  </a:cubicBezTo>
                  <a:lnTo>
                    <a:pt x="7965" y="6467"/>
                  </a:lnTo>
                  <a:cubicBezTo>
                    <a:pt x="7955" y="6393"/>
                    <a:pt x="7947" y="6316"/>
                    <a:pt x="7947" y="6238"/>
                  </a:cubicBezTo>
                  <a:cubicBezTo>
                    <a:pt x="7947" y="5282"/>
                    <a:pt x="8827" y="4501"/>
                    <a:pt x="9903" y="4501"/>
                  </a:cubicBezTo>
                  <a:cubicBezTo>
                    <a:pt x="9909" y="4501"/>
                    <a:pt x="9916" y="4501"/>
                    <a:pt x="9923" y="4501"/>
                  </a:cubicBezTo>
                  <a:cubicBezTo>
                    <a:pt x="10274" y="4501"/>
                    <a:pt x="10622" y="4592"/>
                    <a:pt x="10933" y="4761"/>
                  </a:cubicBezTo>
                  <a:cubicBezTo>
                    <a:pt x="10966" y="4783"/>
                    <a:pt x="11004" y="4794"/>
                    <a:pt x="11042" y="4794"/>
                  </a:cubicBezTo>
                  <a:cubicBezTo>
                    <a:pt x="11112" y="4794"/>
                    <a:pt x="11182" y="4757"/>
                    <a:pt x="11221" y="4691"/>
                  </a:cubicBezTo>
                  <a:cubicBezTo>
                    <a:pt x="11278" y="4589"/>
                    <a:pt x="11235" y="4459"/>
                    <a:pt x="11126" y="4410"/>
                  </a:cubicBezTo>
                  <a:cubicBezTo>
                    <a:pt x="10756" y="4206"/>
                    <a:pt x="10345" y="4100"/>
                    <a:pt x="9923" y="4100"/>
                  </a:cubicBezTo>
                  <a:cubicBezTo>
                    <a:pt x="9916" y="4100"/>
                    <a:pt x="9910" y="4100"/>
                    <a:pt x="9903" y="4100"/>
                  </a:cubicBezTo>
                  <a:cubicBezTo>
                    <a:pt x="8602" y="4100"/>
                    <a:pt x="7547" y="5060"/>
                    <a:pt x="7547" y="6242"/>
                  </a:cubicBezTo>
                  <a:cubicBezTo>
                    <a:pt x="7547" y="6316"/>
                    <a:pt x="7550" y="6393"/>
                    <a:pt x="7561" y="6470"/>
                  </a:cubicBezTo>
                  <a:lnTo>
                    <a:pt x="1298" y="6470"/>
                  </a:lnTo>
                  <a:cubicBezTo>
                    <a:pt x="806" y="6470"/>
                    <a:pt x="405" y="6084"/>
                    <a:pt x="405" y="5605"/>
                  </a:cubicBezTo>
                  <a:lnTo>
                    <a:pt x="405" y="5591"/>
                  </a:lnTo>
                  <a:lnTo>
                    <a:pt x="405" y="5472"/>
                  </a:lnTo>
                  <a:lnTo>
                    <a:pt x="426" y="5482"/>
                  </a:lnTo>
                  <a:cubicBezTo>
                    <a:pt x="573" y="5535"/>
                    <a:pt x="728" y="5567"/>
                    <a:pt x="886" y="5567"/>
                  </a:cubicBezTo>
                  <a:cubicBezTo>
                    <a:pt x="1101" y="5563"/>
                    <a:pt x="1315" y="5514"/>
                    <a:pt x="1505" y="5415"/>
                  </a:cubicBezTo>
                  <a:cubicBezTo>
                    <a:pt x="1850" y="5236"/>
                    <a:pt x="2117" y="4937"/>
                    <a:pt x="2254" y="4575"/>
                  </a:cubicBezTo>
                  <a:cubicBezTo>
                    <a:pt x="2543" y="3812"/>
                    <a:pt x="2209" y="2975"/>
                    <a:pt x="1509" y="2694"/>
                  </a:cubicBezTo>
                  <a:cubicBezTo>
                    <a:pt x="2676" y="1312"/>
                    <a:pt x="4649" y="405"/>
                    <a:pt x="6886" y="405"/>
                  </a:cubicBezTo>
                  <a:cubicBezTo>
                    <a:pt x="6896" y="404"/>
                    <a:pt x="6907" y="404"/>
                    <a:pt x="6918" y="404"/>
                  </a:cubicBezTo>
                  <a:close/>
                  <a:moveTo>
                    <a:pt x="8524" y="6871"/>
                  </a:moveTo>
                  <a:lnTo>
                    <a:pt x="9034" y="10588"/>
                  </a:lnTo>
                  <a:cubicBezTo>
                    <a:pt x="9143" y="11372"/>
                    <a:pt x="8535" y="12072"/>
                    <a:pt x="7740" y="12072"/>
                  </a:cubicBezTo>
                  <a:lnTo>
                    <a:pt x="6031" y="12072"/>
                  </a:lnTo>
                  <a:cubicBezTo>
                    <a:pt x="5236" y="12072"/>
                    <a:pt x="4628" y="11372"/>
                    <a:pt x="4733" y="10588"/>
                  </a:cubicBezTo>
                  <a:lnTo>
                    <a:pt x="5247" y="6871"/>
                  </a:lnTo>
                  <a:close/>
                  <a:moveTo>
                    <a:pt x="6886" y="0"/>
                  </a:moveTo>
                  <a:cubicBezTo>
                    <a:pt x="5053" y="0"/>
                    <a:pt x="3330" y="577"/>
                    <a:pt x="2033" y="1621"/>
                  </a:cubicBezTo>
                  <a:cubicBezTo>
                    <a:pt x="721" y="2676"/>
                    <a:pt x="0" y="4090"/>
                    <a:pt x="0" y="5591"/>
                  </a:cubicBezTo>
                  <a:lnTo>
                    <a:pt x="0" y="5602"/>
                  </a:lnTo>
                  <a:cubicBezTo>
                    <a:pt x="0" y="6302"/>
                    <a:pt x="584" y="6871"/>
                    <a:pt x="1298" y="6871"/>
                  </a:cubicBezTo>
                  <a:lnTo>
                    <a:pt x="4839" y="6871"/>
                  </a:lnTo>
                  <a:lnTo>
                    <a:pt x="4336" y="10532"/>
                  </a:lnTo>
                  <a:cubicBezTo>
                    <a:pt x="4192" y="11559"/>
                    <a:pt x="4990" y="12476"/>
                    <a:pt x="6031" y="12476"/>
                  </a:cubicBezTo>
                  <a:lnTo>
                    <a:pt x="7740" y="12476"/>
                  </a:lnTo>
                  <a:cubicBezTo>
                    <a:pt x="8777" y="12476"/>
                    <a:pt x="9579" y="11559"/>
                    <a:pt x="9435" y="10532"/>
                  </a:cubicBezTo>
                  <a:lnTo>
                    <a:pt x="8932" y="6871"/>
                  </a:lnTo>
                  <a:lnTo>
                    <a:pt x="12473" y="6871"/>
                  </a:lnTo>
                  <a:cubicBezTo>
                    <a:pt x="13187" y="6871"/>
                    <a:pt x="13767" y="6302"/>
                    <a:pt x="13771" y="5602"/>
                  </a:cubicBezTo>
                  <a:lnTo>
                    <a:pt x="13771" y="5591"/>
                  </a:lnTo>
                  <a:cubicBezTo>
                    <a:pt x="13771" y="4090"/>
                    <a:pt x="13050" y="2680"/>
                    <a:pt x="11738" y="1621"/>
                  </a:cubicBezTo>
                  <a:cubicBezTo>
                    <a:pt x="10441" y="577"/>
                    <a:pt x="8718" y="0"/>
                    <a:pt x="68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84"/>
            <p:cNvSpPr/>
            <p:nvPr/>
          </p:nvSpPr>
          <p:spPr>
            <a:xfrm>
              <a:off x="5044293" y="3404650"/>
              <a:ext cx="101049" cy="89725"/>
            </a:xfrm>
            <a:custGeom>
              <a:rect b="b" l="l" r="r" t="t"/>
              <a:pathLst>
                <a:path extrusionOk="0" h="3423" w="3855">
                  <a:moveTo>
                    <a:pt x="1953" y="1"/>
                  </a:moveTo>
                  <a:cubicBezTo>
                    <a:pt x="1945" y="1"/>
                    <a:pt x="1936" y="1"/>
                    <a:pt x="1927" y="1"/>
                  </a:cubicBezTo>
                  <a:cubicBezTo>
                    <a:pt x="865" y="1"/>
                    <a:pt x="0" y="767"/>
                    <a:pt x="0" y="1710"/>
                  </a:cubicBezTo>
                  <a:cubicBezTo>
                    <a:pt x="0" y="2652"/>
                    <a:pt x="865" y="3422"/>
                    <a:pt x="1927" y="3422"/>
                  </a:cubicBezTo>
                  <a:cubicBezTo>
                    <a:pt x="2989" y="3422"/>
                    <a:pt x="3854" y="2652"/>
                    <a:pt x="3854" y="1710"/>
                  </a:cubicBezTo>
                  <a:cubicBezTo>
                    <a:pt x="3854" y="1344"/>
                    <a:pt x="3724" y="989"/>
                    <a:pt x="3489" y="707"/>
                  </a:cubicBezTo>
                  <a:cubicBezTo>
                    <a:pt x="3449" y="658"/>
                    <a:pt x="3392" y="633"/>
                    <a:pt x="3334" y="633"/>
                  </a:cubicBezTo>
                  <a:cubicBezTo>
                    <a:pt x="3289" y="633"/>
                    <a:pt x="3243" y="648"/>
                    <a:pt x="3204" y="679"/>
                  </a:cubicBezTo>
                  <a:cubicBezTo>
                    <a:pt x="3120" y="750"/>
                    <a:pt x="3105" y="876"/>
                    <a:pt x="3176" y="964"/>
                  </a:cubicBezTo>
                  <a:cubicBezTo>
                    <a:pt x="3352" y="1172"/>
                    <a:pt x="3450" y="1435"/>
                    <a:pt x="3450" y="1710"/>
                  </a:cubicBezTo>
                  <a:cubicBezTo>
                    <a:pt x="3450" y="2431"/>
                    <a:pt x="2768" y="3018"/>
                    <a:pt x="1927" y="3018"/>
                  </a:cubicBezTo>
                  <a:cubicBezTo>
                    <a:pt x="1087" y="3018"/>
                    <a:pt x="405" y="2431"/>
                    <a:pt x="405" y="1710"/>
                  </a:cubicBezTo>
                  <a:cubicBezTo>
                    <a:pt x="405" y="989"/>
                    <a:pt x="1087" y="402"/>
                    <a:pt x="1927" y="402"/>
                  </a:cubicBezTo>
                  <a:cubicBezTo>
                    <a:pt x="2149" y="402"/>
                    <a:pt x="2367" y="444"/>
                    <a:pt x="2574" y="525"/>
                  </a:cubicBezTo>
                  <a:cubicBezTo>
                    <a:pt x="2600" y="536"/>
                    <a:pt x="2628" y="542"/>
                    <a:pt x="2655" y="542"/>
                  </a:cubicBezTo>
                  <a:cubicBezTo>
                    <a:pt x="2734" y="542"/>
                    <a:pt x="2810" y="494"/>
                    <a:pt x="2842" y="416"/>
                  </a:cubicBezTo>
                  <a:cubicBezTo>
                    <a:pt x="2884" y="310"/>
                    <a:pt x="2831" y="191"/>
                    <a:pt x="2726" y="152"/>
                  </a:cubicBezTo>
                  <a:cubicBezTo>
                    <a:pt x="2480" y="53"/>
                    <a:pt x="2219"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0" name="Google Shape;16710;p84"/>
          <p:cNvGrpSpPr/>
          <p:nvPr/>
        </p:nvGrpSpPr>
        <p:grpSpPr>
          <a:xfrm>
            <a:off x="3312144" y="3348241"/>
            <a:ext cx="348154" cy="360789"/>
            <a:chOff x="3312144" y="3348241"/>
            <a:chExt cx="348154" cy="360789"/>
          </a:xfrm>
        </p:grpSpPr>
        <p:sp>
          <p:nvSpPr>
            <p:cNvPr id="16711" name="Google Shape;16711;p84"/>
            <p:cNvSpPr/>
            <p:nvPr/>
          </p:nvSpPr>
          <p:spPr>
            <a:xfrm>
              <a:off x="3531517" y="3467324"/>
              <a:ext cx="122334" cy="67419"/>
            </a:xfrm>
            <a:custGeom>
              <a:rect b="b" l="l" r="r" t="t"/>
              <a:pathLst>
                <a:path extrusionOk="0" h="2572" w="4667">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84"/>
            <p:cNvSpPr/>
            <p:nvPr/>
          </p:nvSpPr>
          <p:spPr>
            <a:xfrm>
              <a:off x="3541923" y="3498124"/>
              <a:ext cx="111665" cy="36619"/>
            </a:xfrm>
            <a:custGeom>
              <a:rect b="b" l="l" r="r" t="t"/>
              <a:pathLst>
                <a:path extrusionOk="0" h="1397" w="4260">
                  <a:moveTo>
                    <a:pt x="4249" y="0"/>
                  </a:moveTo>
                  <a:lnTo>
                    <a:pt x="1" y="334"/>
                  </a:lnTo>
                  <a:lnTo>
                    <a:pt x="3018" y="1396"/>
                  </a:lnTo>
                  <a:cubicBezTo>
                    <a:pt x="3436" y="1112"/>
                    <a:pt x="3922" y="612"/>
                    <a:pt x="4221" y="152"/>
                  </a:cubicBezTo>
                  <a:cubicBezTo>
                    <a:pt x="4249" y="106"/>
                    <a:pt x="4259" y="53"/>
                    <a:pt x="42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84"/>
            <p:cNvSpPr/>
            <p:nvPr/>
          </p:nvSpPr>
          <p:spPr>
            <a:xfrm>
              <a:off x="3362551" y="3605412"/>
              <a:ext cx="91744" cy="98297"/>
            </a:xfrm>
            <a:custGeom>
              <a:rect b="b" l="l" r="r" t="t"/>
              <a:pathLst>
                <a:path extrusionOk="0" h="3750" w="350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84"/>
            <p:cNvSpPr/>
            <p:nvPr/>
          </p:nvSpPr>
          <p:spPr>
            <a:xfrm>
              <a:off x="3362551" y="3605412"/>
              <a:ext cx="56724" cy="97091"/>
            </a:xfrm>
            <a:custGeom>
              <a:rect b="b" l="l" r="r" t="t"/>
              <a:pathLst>
                <a:path extrusionOk="0" h="3704" w="2164">
                  <a:moveTo>
                    <a:pt x="915" y="0"/>
                  </a:moveTo>
                  <a:cubicBezTo>
                    <a:pt x="124" y="1069"/>
                    <a:pt x="1" y="2451"/>
                    <a:pt x="433" y="3608"/>
                  </a:cubicBezTo>
                  <a:cubicBezTo>
                    <a:pt x="447" y="3647"/>
                    <a:pt x="472" y="3679"/>
                    <a:pt x="504" y="3703"/>
                  </a:cubicBezTo>
                  <a:lnTo>
                    <a:pt x="2163" y="1147"/>
                  </a:lnTo>
                  <a:lnTo>
                    <a:pt x="915"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84"/>
            <p:cNvSpPr/>
            <p:nvPr/>
          </p:nvSpPr>
          <p:spPr>
            <a:xfrm>
              <a:off x="3479066" y="3540798"/>
              <a:ext cx="95807" cy="152557"/>
            </a:xfrm>
            <a:custGeom>
              <a:rect b="b" l="l" r="r" t="t"/>
              <a:pathLst>
                <a:path extrusionOk="0" h="5820" w="3655">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84"/>
            <p:cNvSpPr/>
            <p:nvPr/>
          </p:nvSpPr>
          <p:spPr>
            <a:xfrm>
              <a:off x="3479066" y="3550654"/>
              <a:ext cx="64378" cy="142177"/>
            </a:xfrm>
            <a:custGeom>
              <a:rect b="b" l="l" r="r" t="t"/>
              <a:pathLst>
                <a:path extrusionOk="0" h="5424" w="2456">
                  <a:moveTo>
                    <a:pt x="584" y="1"/>
                  </a:moveTo>
                  <a:lnTo>
                    <a:pt x="1" y="4052"/>
                  </a:lnTo>
                  <a:cubicBezTo>
                    <a:pt x="613" y="4632"/>
                    <a:pt x="1495" y="5223"/>
                    <a:pt x="2455" y="5423"/>
                  </a:cubicBezTo>
                  <a:lnTo>
                    <a:pt x="584"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84"/>
            <p:cNvSpPr/>
            <p:nvPr/>
          </p:nvSpPr>
          <p:spPr>
            <a:xfrm>
              <a:off x="3316286" y="3353431"/>
              <a:ext cx="326791" cy="317512"/>
            </a:xfrm>
            <a:custGeom>
              <a:rect b="b" l="l" r="r" t="t"/>
              <a:pathLst>
                <a:path extrusionOk="0" h="12113" w="12467">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84"/>
            <p:cNvSpPr/>
            <p:nvPr/>
          </p:nvSpPr>
          <p:spPr>
            <a:xfrm>
              <a:off x="3375002" y="3447246"/>
              <a:ext cx="28336" cy="28231"/>
            </a:xfrm>
            <a:custGeom>
              <a:rect b="b" l="l" r="r" t="t"/>
              <a:pathLst>
                <a:path extrusionOk="0" h="1077" w="1081">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84"/>
            <p:cNvSpPr/>
            <p:nvPr/>
          </p:nvSpPr>
          <p:spPr>
            <a:xfrm>
              <a:off x="3391516" y="3430470"/>
              <a:ext cx="28310" cy="28310"/>
            </a:xfrm>
            <a:custGeom>
              <a:rect b="b" l="l" r="r" t="t"/>
              <a:pathLst>
                <a:path extrusionOk="0" h="1080" w="108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84"/>
            <p:cNvSpPr/>
            <p:nvPr/>
          </p:nvSpPr>
          <p:spPr>
            <a:xfrm>
              <a:off x="3394740" y="3453510"/>
              <a:ext cx="28310" cy="28231"/>
            </a:xfrm>
            <a:custGeom>
              <a:rect b="b" l="l" r="r" t="t"/>
              <a:pathLst>
                <a:path extrusionOk="0" h="1077" w="108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84"/>
            <p:cNvSpPr/>
            <p:nvPr/>
          </p:nvSpPr>
          <p:spPr>
            <a:xfrm>
              <a:off x="3542133" y="3554350"/>
              <a:ext cx="23617" cy="16593"/>
            </a:xfrm>
            <a:custGeom>
              <a:rect b="b" l="l" r="r" t="t"/>
              <a:pathLst>
                <a:path extrusionOk="0" h="633" w="901">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84"/>
            <p:cNvSpPr/>
            <p:nvPr/>
          </p:nvSpPr>
          <p:spPr>
            <a:xfrm>
              <a:off x="3446379" y="3419644"/>
              <a:ext cx="15439" cy="18270"/>
            </a:xfrm>
            <a:custGeom>
              <a:rect b="b" l="l" r="r" t="t"/>
              <a:pathLst>
                <a:path extrusionOk="0" h="697" w="589">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84"/>
            <p:cNvSpPr/>
            <p:nvPr/>
          </p:nvSpPr>
          <p:spPr>
            <a:xfrm>
              <a:off x="3312144" y="3348241"/>
              <a:ext cx="348154" cy="360789"/>
            </a:xfrm>
            <a:custGeom>
              <a:rect b="b" l="l" r="r" t="t"/>
              <a:pathLst>
                <a:path extrusionOk="0" h="13764" w="13282">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4" name="Google Shape;16724;p84"/>
          <p:cNvGrpSpPr/>
          <p:nvPr/>
        </p:nvGrpSpPr>
        <p:grpSpPr>
          <a:xfrm>
            <a:off x="1137555" y="3348162"/>
            <a:ext cx="317564" cy="360972"/>
            <a:chOff x="1137555" y="3348162"/>
            <a:chExt cx="317564" cy="360972"/>
          </a:xfrm>
        </p:grpSpPr>
        <p:sp>
          <p:nvSpPr>
            <p:cNvPr id="16725" name="Google Shape;16725;p84"/>
            <p:cNvSpPr/>
            <p:nvPr/>
          </p:nvSpPr>
          <p:spPr>
            <a:xfrm>
              <a:off x="1240597" y="3370338"/>
              <a:ext cx="197852" cy="333449"/>
            </a:xfrm>
            <a:custGeom>
              <a:rect b="b" l="l" r="r" t="t"/>
              <a:pathLst>
                <a:path extrusionOk="0" h="12721" w="7548">
                  <a:moveTo>
                    <a:pt x="2164" y="0"/>
                  </a:moveTo>
                  <a:cubicBezTo>
                    <a:pt x="2115" y="0"/>
                    <a:pt x="2065" y="2"/>
                    <a:pt x="2016" y="5"/>
                  </a:cubicBezTo>
                  <a:cubicBezTo>
                    <a:pt x="869" y="82"/>
                    <a:pt x="1" y="1085"/>
                    <a:pt x="1" y="2231"/>
                  </a:cubicBezTo>
                  <a:lnTo>
                    <a:pt x="1" y="12721"/>
                  </a:lnTo>
                  <a:lnTo>
                    <a:pt x="4315" y="12721"/>
                  </a:lnTo>
                  <a:lnTo>
                    <a:pt x="4315" y="7548"/>
                  </a:lnTo>
                  <a:cubicBezTo>
                    <a:pt x="4315" y="7428"/>
                    <a:pt x="4410" y="7330"/>
                    <a:pt x="4530" y="7330"/>
                  </a:cubicBezTo>
                  <a:lnTo>
                    <a:pt x="6038" y="7330"/>
                  </a:lnTo>
                  <a:cubicBezTo>
                    <a:pt x="6872" y="7330"/>
                    <a:pt x="7547" y="6655"/>
                    <a:pt x="7547" y="5821"/>
                  </a:cubicBezTo>
                  <a:lnTo>
                    <a:pt x="7547" y="3019"/>
                  </a:lnTo>
                  <a:cubicBezTo>
                    <a:pt x="7547" y="2536"/>
                    <a:pt x="7153" y="2157"/>
                    <a:pt x="6681" y="2157"/>
                  </a:cubicBezTo>
                  <a:cubicBezTo>
                    <a:pt x="6655" y="2157"/>
                    <a:pt x="6628" y="2158"/>
                    <a:pt x="6601" y="2161"/>
                  </a:cubicBezTo>
                  <a:cubicBezTo>
                    <a:pt x="6155" y="2206"/>
                    <a:pt x="5824" y="2607"/>
                    <a:pt x="5824" y="3057"/>
                  </a:cubicBezTo>
                  <a:lnTo>
                    <a:pt x="5824" y="5178"/>
                  </a:lnTo>
                  <a:cubicBezTo>
                    <a:pt x="5824" y="5413"/>
                    <a:pt x="5631" y="5607"/>
                    <a:pt x="5395" y="5607"/>
                  </a:cubicBezTo>
                  <a:lnTo>
                    <a:pt x="4530" y="5607"/>
                  </a:lnTo>
                  <a:cubicBezTo>
                    <a:pt x="4410" y="5607"/>
                    <a:pt x="4315" y="5512"/>
                    <a:pt x="4315" y="5392"/>
                  </a:cubicBezTo>
                  <a:lnTo>
                    <a:pt x="4315" y="2157"/>
                  </a:lnTo>
                  <a:cubicBezTo>
                    <a:pt x="4315" y="959"/>
                    <a:pt x="3343" y="0"/>
                    <a:pt x="2164"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84"/>
            <p:cNvSpPr/>
            <p:nvPr/>
          </p:nvSpPr>
          <p:spPr>
            <a:xfrm>
              <a:off x="1155904" y="3370391"/>
              <a:ext cx="158376" cy="333397"/>
            </a:xfrm>
            <a:custGeom>
              <a:rect b="b" l="l" r="r" t="t"/>
              <a:pathLst>
                <a:path extrusionOk="0" h="12719" w="6042">
                  <a:moveTo>
                    <a:pt x="5384" y="1"/>
                  </a:moveTo>
                  <a:cubicBezTo>
                    <a:pt x="5211" y="1"/>
                    <a:pt x="5039" y="21"/>
                    <a:pt x="4870" y="63"/>
                  </a:cubicBezTo>
                  <a:cubicBezTo>
                    <a:pt x="3893" y="302"/>
                    <a:pt x="3235" y="1223"/>
                    <a:pt x="3235" y="2229"/>
                  </a:cubicBezTo>
                  <a:lnTo>
                    <a:pt x="3235" y="8840"/>
                  </a:lnTo>
                  <a:cubicBezTo>
                    <a:pt x="3235" y="8959"/>
                    <a:pt x="3137" y="9054"/>
                    <a:pt x="3017" y="9054"/>
                  </a:cubicBezTo>
                  <a:lnTo>
                    <a:pt x="2156" y="9054"/>
                  </a:lnTo>
                  <a:cubicBezTo>
                    <a:pt x="1917" y="9054"/>
                    <a:pt x="1727" y="8861"/>
                    <a:pt x="1727" y="8625"/>
                  </a:cubicBezTo>
                  <a:lnTo>
                    <a:pt x="1727" y="4782"/>
                  </a:lnTo>
                  <a:cubicBezTo>
                    <a:pt x="1727" y="4328"/>
                    <a:pt x="1396" y="3927"/>
                    <a:pt x="946" y="3885"/>
                  </a:cubicBezTo>
                  <a:cubicBezTo>
                    <a:pt x="918" y="3882"/>
                    <a:pt x="889" y="3881"/>
                    <a:pt x="861" y="3881"/>
                  </a:cubicBezTo>
                  <a:cubicBezTo>
                    <a:pt x="392" y="3881"/>
                    <a:pt x="0" y="4262"/>
                    <a:pt x="0" y="4743"/>
                  </a:cubicBezTo>
                  <a:lnTo>
                    <a:pt x="0" y="9272"/>
                  </a:lnTo>
                  <a:cubicBezTo>
                    <a:pt x="0" y="10102"/>
                    <a:pt x="675" y="10781"/>
                    <a:pt x="1509" y="10781"/>
                  </a:cubicBezTo>
                  <a:lnTo>
                    <a:pt x="3017" y="10781"/>
                  </a:lnTo>
                  <a:cubicBezTo>
                    <a:pt x="3137" y="10781"/>
                    <a:pt x="3232" y="10876"/>
                    <a:pt x="3232" y="10995"/>
                  </a:cubicBezTo>
                  <a:lnTo>
                    <a:pt x="3232" y="12719"/>
                  </a:lnTo>
                  <a:lnTo>
                    <a:pt x="4526" y="12719"/>
                  </a:lnTo>
                  <a:lnTo>
                    <a:pt x="4526" y="2229"/>
                  </a:lnTo>
                  <a:cubicBezTo>
                    <a:pt x="4529" y="1255"/>
                    <a:pt x="5152" y="390"/>
                    <a:pt x="6041" y="102"/>
                  </a:cubicBezTo>
                  <a:cubicBezTo>
                    <a:pt x="5828" y="34"/>
                    <a:pt x="5606" y="1"/>
                    <a:pt x="5384"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84"/>
            <p:cNvSpPr/>
            <p:nvPr/>
          </p:nvSpPr>
          <p:spPr>
            <a:xfrm>
              <a:off x="1184187" y="3472855"/>
              <a:ext cx="28231" cy="134890"/>
            </a:xfrm>
            <a:custGeom>
              <a:rect b="b" l="l" r="r" t="t"/>
              <a:pathLst>
                <a:path extrusionOk="0" h="5146" w="1077">
                  <a:moveTo>
                    <a:pt x="1" y="1"/>
                  </a:moveTo>
                  <a:lnTo>
                    <a:pt x="1" y="4498"/>
                  </a:lnTo>
                  <a:cubicBezTo>
                    <a:pt x="1" y="4857"/>
                    <a:pt x="289" y="5145"/>
                    <a:pt x="648" y="5145"/>
                  </a:cubicBezTo>
                  <a:lnTo>
                    <a:pt x="1077" y="5145"/>
                  </a:lnTo>
                  <a:cubicBezTo>
                    <a:pt x="838" y="5145"/>
                    <a:pt x="648" y="4952"/>
                    <a:pt x="648" y="4716"/>
                  </a:cubicBezTo>
                  <a:lnTo>
                    <a:pt x="648" y="834"/>
                  </a:lnTo>
                  <a:cubicBezTo>
                    <a:pt x="644" y="440"/>
                    <a:pt x="380" y="99"/>
                    <a:pt x="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84"/>
            <p:cNvSpPr/>
            <p:nvPr/>
          </p:nvSpPr>
          <p:spPr>
            <a:xfrm>
              <a:off x="1381908" y="3427691"/>
              <a:ext cx="28309" cy="89542"/>
            </a:xfrm>
            <a:custGeom>
              <a:rect b="b" l="l" r="r" t="t"/>
              <a:pathLst>
                <a:path extrusionOk="0" h="3416" w="1080">
                  <a:moveTo>
                    <a:pt x="1080" y="1"/>
                  </a:moveTo>
                  <a:cubicBezTo>
                    <a:pt x="700" y="96"/>
                    <a:pt x="433" y="440"/>
                    <a:pt x="433" y="831"/>
                  </a:cubicBezTo>
                  <a:lnTo>
                    <a:pt x="433" y="2986"/>
                  </a:lnTo>
                  <a:cubicBezTo>
                    <a:pt x="433" y="3222"/>
                    <a:pt x="240" y="3415"/>
                    <a:pt x="0" y="3415"/>
                  </a:cubicBezTo>
                  <a:lnTo>
                    <a:pt x="433" y="3415"/>
                  </a:lnTo>
                  <a:cubicBezTo>
                    <a:pt x="788" y="3415"/>
                    <a:pt x="1076" y="3127"/>
                    <a:pt x="1080" y="2772"/>
                  </a:cubicBezTo>
                  <a:lnTo>
                    <a:pt x="1080"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84"/>
            <p:cNvSpPr/>
            <p:nvPr/>
          </p:nvSpPr>
          <p:spPr>
            <a:xfrm>
              <a:off x="1137555" y="3348162"/>
              <a:ext cx="317564" cy="360972"/>
            </a:xfrm>
            <a:custGeom>
              <a:rect b="b" l="l" r="r" t="t"/>
              <a:pathLst>
                <a:path extrusionOk="0" h="13771" w="12115">
                  <a:moveTo>
                    <a:pt x="1562" y="4930"/>
                  </a:moveTo>
                  <a:cubicBezTo>
                    <a:pt x="1927" y="4930"/>
                    <a:pt x="2223" y="5226"/>
                    <a:pt x="2223" y="5591"/>
                  </a:cubicBezTo>
                  <a:lnTo>
                    <a:pt x="2223" y="9470"/>
                  </a:lnTo>
                  <a:cubicBezTo>
                    <a:pt x="2223" y="9822"/>
                    <a:pt x="2508" y="10103"/>
                    <a:pt x="2856" y="10103"/>
                  </a:cubicBezTo>
                  <a:lnTo>
                    <a:pt x="3731" y="10103"/>
                  </a:lnTo>
                  <a:lnTo>
                    <a:pt x="3731" y="11425"/>
                  </a:lnTo>
                  <a:lnTo>
                    <a:pt x="2209" y="11425"/>
                  </a:lnTo>
                  <a:cubicBezTo>
                    <a:pt x="1488" y="11425"/>
                    <a:pt x="901" y="10838"/>
                    <a:pt x="901" y="10117"/>
                  </a:cubicBezTo>
                  <a:lnTo>
                    <a:pt x="901" y="5591"/>
                  </a:lnTo>
                  <a:cubicBezTo>
                    <a:pt x="901" y="5226"/>
                    <a:pt x="1196" y="4930"/>
                    <a:pt x="1562" y="4930"/>
                  </a:cubicBezTo>
                  <a:close/>
                  <a:moveTo>
                    <a:pt x="6089" y="1"/>
                  </a:moveTo>
                  <a:cubicBezTo>
                    <a:pt x="5988" y="1"/>
                    <a:pt x="5887" y="69"/>
                    <a:pt x="5887" y="204"/>
                  </a:cubicBezTo>
                  <a:lnTo>
                    <a:pt x="5887" y="658"/>
                  </a:lnTo>
                  <a:cubicBezTo>
                    <a:pt x="5405" y="696"/>
                    <a:pt x="4944" y="890"/>
                    <a:pt x="4572" y="1203"/>
                  </a:cubicBezTo>
                  <a:lnTo>
                    <a:pt x="4238" y="869"/>
                  </a:lnTo>
                  <a:cubicBezTo>
                    <a:pt x="4193" y="822"/>
                    <a:pt x="4143" y="803"/>
                    <a:pt x="4095" y="803"/>
                  </a:cubicBezTo>
                  <a:cubicBezTo>
                    <a:pt x="3938" y="803"/>
                    <a:pt x="3802" y="1008"/>
                    <a:pt x="3953" y="1154"/>
                  </a:cubicBezTo>
                  <a:lnTo>
                    <a:pt x="4287" y="1488"/>
                  </a:lnTo>
                  <a:cubicBezTo>
                    <a:pt x="3974" y="1860"/>
                    <a:pt x="3781" y="2317"/>
                    <a:pt x="3742" y="2803"/>
                  </a:cubicBezTo>
                  <a:lnTo>
                    <a:pt x="3288" y="2803"/>
                  </a:lnTo>
                  <a:cubicBezTo>
                    <a:pt x="3017" y="2803"/>
                    <a:pt x="3017" y="3207"/>
                    <a:pt x="3288" y="3207"/>
                  </a:cubicBezTo>
                  <a:lnTo>
                    <a:pt x="3731" y="3207"/>
                  </a:lnTo>
                  <a:lnTo>
                    <a:pt x="3731" y="4529"/>
                  </a:lnTo>
                  <a:lnTo>
                    <a:pt x="3288" y="4529"/>
                  </a:lnTo>
                  <a:cubicBezTo>
                    <a:pt x="3017" y="4529"/>
                    <a:pt x="3017" y="4934"/>
                    <a:pt x="3288" y="4934"/>
                  </a:cubicBezTo>
                  <a:lnTo>
                    <a:pt x="3731" y="4934"/>
                  </a:lnTo>
                  <a:lnTo>
                    <a:pt x="3731" y="6252"/>
                  </a:lnTo>
                  <a:lnTo>
                    <a:pt x="3288" y="6252"/>
                  </a:lnTo>
                  <a:cubicBezTo>
                    <a:pt x="3017" y="6252"/>
                    <a:pt x="3017" y="6657"/>
                    <a:pt x="3288" y="6657"/>
                  </a:cubicBezTo>
                  <a:lnTo>
                    <a:pt x="3731" y="6657"/>
                  </a:lnTo>
                  <a:lnTo>
                    <a:pt x="3731" y="7979"/>
                  </a:lnTo>
                  <a:lnTo>
                    <a:pt x="3288" y="7979"/>
                  </a:lnTo>
                  <a:cubicBezTo>
                    <a:pt x="3017" y="7979"/>
                    <a:pt x="3017" y="8383"/>
                    <a:pt x="3288" y="8383"/>
                  </a:cubicBezTo>
                  <a:lnTo>
                    <a:pt x="3731" y="8383"/>
                  </a:lnTo>
                  <a:lnTo>
                    <a:pt x="3731" y="9702"/>
                  </a:lnTo>
                  <a:lnTo>
                    <a:pt x="2856" y="9702"/>
                  </a:lnTo>
                  <a:cubicBezTo>
                    <a:pt x="2729" y="9702"/>
                    <a:pt x="2627" y="9600"/>
                    <a:pt x="2627" y="9473"/>
                  </a:cubicBezTo>
                  <a:lnTo>
                    <a:pt x="2627" y="9027"/>
                  </a:lnTo>
                  <a:lnTo>
                    <a:pt x="2856" y="9027"/>
                  </a:lnTo>
                  <a:cubicBezTo>
                    <a:pt x="2968" y="9027"/>
                    <a:pt x="3056" y="8939"/>
                    <a:pt x="3056" y="8826"/>
                  </a:cubicBezTo>
                  <a:cubicBezTo>
                    <a:pt x="3056" y="8714"/>
                    <a:pt x="2968" y="8626"/>
                    <a:pt x="2856" y="8626"/>
                  </a:cubicBezTo>
                  <a:lnTo>
                    <a:pt x="2627" y="8626"/>
                  </a:lnTo>
                  <a:lnTo>
                    <a:pt x="2627" y="7518"/>
                  </a:lnTo>
                  <a:lnTo>
                    <a:pt x="2856" y="7518"/>
                  </a:lnTo>
                  <a:cubicBezTo>
                    <a:pt x="2968" y="7518"/>
                    <a:pt x="3056" y="7427"/>
                    <a:pt x="3056" y="7314"/>
                  </a:cubicBezTo>
                  <a:cubicBezTo>
                    <a:pt x="3056" y="7205"/>
                    <a:pt x="2968" y="7114"/>
                    <a:pt x="2856" y="7114"/>
                  </a:cubicBezTo>
                  <a:lnTo>
                    <a:pt x="2627" y="7114"/>
                  </a:lnTo>
                  <a:lnTo>
                    <a:pt x="2627" y="6006"/>
                  </a:lnTo>
                  <a:lnTo>
                    <a:pt x="2856" y="6006"/>
                  </a:lnTo>
                  <a:cubicBezTo>
                    <a:pt x="2968" y="6006"/>
                    <a:pt x="3056" y="5918"/>
                    <a:pt x="3056" y="5806"/>
                  </a:cubicBezTo>
                  <a:cubicBezTo>
                    <a:pt x="3056" y="5693"/>
                    <a:pt x="2968" y="5605"/>
                    <a:pt x="2856" y="5605"/>
                  </a:cubicBezTo>
                  <a:lnTo>
                    <a:pt x="2627" y="5605"/>
                  </a:lnTo>
                  <a:lnTo>
                    <a:pt x="2627" y="5591"/>
                  </a:lnTo>
                  <a:cubicBezTo>
                    <a:pt x="2627" y="5081"/>
                    <a:pt x="2265" y="4642"/>
                    <a:pt x="1766" y="4547"/>
                  </a:cubicBezTo>
                  <a:lnTo>
                    <a:pt x="1766" y="4297"/>
                  </a:lnTo>
                  <a:cubicBezTo>
                    <a:pt x="1766" y="4162"/>
                    <a:pt x="1665" y="4094"/>
                    <a:pt x="1563" y="4094"/>
                  </a:cubicBezTo>
                  <a:cubicBezTo>
                    <a:pt x="1462" y="4094"/>
                    <a:pt x="1361" y="4162"/>
                    <a:pt x="1361" y="4297"/>
                  </a:cubicBezTo>
                  <a:lnTo>
                    <a:pt x="1361" y="4547"/>
                  </a:lnTo>
                  <a:cubicBezTo>
                    <a:pt x="862" y="4642"/>
                    <a:pt x="500" y="5081"/>
                    <a:pt x="500" y="5591"/>
                  </a:cubicBezTo>
                  <a:lnTo>
                    <a:pt x="500" y="5605"/>
                  </a:lnTo>
                  <a:lnTo>
                    <a:pt x="268" y="5605"/>
                  </a:lnTo>
                  <a:cubicBezTo>
                    <a:pt x="0" y="5605"/>
                    <a:pt x="0" y="6006"/>
                    <a:pt x="268" y="6006"/>
                  </a:cubicBezTo>
                  <a:lnTo>
                    <a:pt x="500" y="6006"/>
                  </a:lnTo>
                  <a:lnTo>
                    <a:pt x="500" y="7114"/>
                  </a:lnTo>
                  <a:lnTo>
                    <a:pt x="268" y="7114"/>
                  </a:lnTo>
                  <a:cubicBezTo>
                    <a:pt x="0" y="7114"/>
                    <a:pt x="0" y="7518"/>
                    <a:pt x="268" y="7518"/>
                  </a:cubicBezTo>
                  <a:lnTo>
                    <a:pt x="500" y="7518"/>
                  </a:lnTo>
                  <a:lnTo>
                    <a:pt x="500" y="8622"/>
                  </a:lnTo>
                  <a:lnTo>
                    <a:pt x="268" y="8622"/>
                  </a:lnTo>
                  <a:cubicBezTo>
                    <a:pt x="0" y="8622"/>
                    <a:pt x="0" y="9027"/>
                    <a:pt x="268" y="9027"/>
                  </a:cubicBezTo>
                  <a:lnTo>
                    <a:pt x="500" y="9027"/>
                  </a:lnTo>
                  <a:lnTo>
                    <a:pt x="500" y="10120"/>
                  </a:lnTo>
                  <a:lnTo>
                    <a:pt x="500" y="10134"/>
                  </a:lnTo>
                  <a:lnTo>
                    <a:pt x="268" y="10134"/>
                  </a:lnTo>
                  <a:cubicBezTo>
                    <a:pt x="0" y="10134"/>
                    <a:pt x="0" y="10535"/>
                    <a:pt x="268" y="10535"/>
                  </a:cubicBezTo>
                  <a:lnTo>
                    <a:pt x="549" y="10535"/>
                  </a:lnTo>
                  <a:cubicBezTo>
                    <a:pt x="742" y="11295"/>
                    <a:pt x="1425" y="11829"/>
                    <a:pt x="2209" y="11829"/>
                  </a:cubicBezTo>
                  <a:lnTo>
                    <a:pt x="3731" y="11829"/>
                  </a:lnTo>
                  <a:lnTo>
                    <a:pt x="3731" y="13567"/>
                  </a:lnTo>
                  <a:cubicBezTo>
                    <a:pt x="3731" y="13679"/>
                    <a:pt x="3823" y="13770"/>
                    <a:pt x="3935" y="13770"/>
                  </a:cubicBezTo>
                  <a:cubicBezTo>
                    <a:pt x="4044" y="13770"/>
                    <a:pt x="4136" y="13679"/>
                    <a:pt x="4136" y="13567"/>
                  </a:cubicBezTo>
                  <a:lnTo>
                    <a:pt x="4136" y="3003"/>
                  </a:lnTo>
                  <a:cubicBezTo>
                    <a:pt x="4136" y="1924"/>
                    <a:pt x="5011" y="1048"/>
                    <a:pt x="6091" y="1048"/>
                  </a:cubicBezTo>
                  <a:cubicBezTo>
                    <a:pt x="7170" y="1048"/>
                    <a:pt x="8042" y="1924"/>
                    <a:pt x="8042" y="3003"/>
                  </a:cubicBezTo>
                  <a:lnTo>
                    <a:pt x="8042" y="6667"/>
                  </a:lnTo>
                  <a:cubicBezTo>
                    <a:pt x="8042" y="6780"/>
                    <a:pt x="8134" y="6871"/>
                    <a:pt x="8246" y="6871"/>
                  </a:cubicBezTo>
                  <a:cubicBezTo>
                    <a:pt x="8355" y="6871"/>
                    <a:pt x="8447" y="6780"/>
                    <a:pt x="8447" y="6667"/>
                  </a:cubicBezTo>
                  <a:lnTo>
                    <a:pt x="8447" y="6653"/>
                  </a:lnTo>
                  <a:lnTo>
                    <a:pt x="9322" y="6653"/>
                  </a:lnTo>
                  <a:cubicBezTo>
                    <a:pt x="9674" y="6653"/>
                    <a:pt x="9955" y="6372"/>
                    <a:pt x="9955" y="6020"/>
                  </a:cubicBezTo>
                  <a:lnTo>
                    <a:pt x="9955" y="3868"/>
                  </a:lnTo>
                  <a:cubicBezTo>
                    <a:pt x="9955" y="3502"/>
                    <a:pt x="10251" y="3207"/>
                    <a:pt x="10617" y="3207"/>
                  </a:cubicBezTo>
                  <a:cubicBezTo>
                    <a:pt x="10982" y="3207"/>
                    <a:pt x="11278" y="3502"/>
                    <a:pt x="11278" y="3868"/>
                  </a:cubicBezTo>
                  <a:lnTo>
                    <a:pt x="11278" y="6671"/>
                  </a:lnTo>
                  <a:cubicBezTo>
                    <a:pt x="11278" y="7392"/>
                    <a:pt x="10694" y="7979"/>
                    <a:pt x="9969" y="7979"/>
                  </a:cubicBezTo>
                  <a:lnTo>
                    <a:pt x="8447" y="7979"/>
                  </a:lnTo>
                  <a:lnTo>
                    <a:pt x="8447" y="7532"/>
                  </a:lnTo>
                  <a:cubicBezTo>
                    <a:pt x="8447" y="7399"/>
                    <a:pt x="8347" y="7332"/>
                    <a:pt x="8246" y="7332"/>
                  </a:cubicBezTo>
                  <a:cubicBezTo>
                    <a:pt x="8146" y="7332"/>
                    <a:pt x="8046" y="7399"/>
                    <a:pt x="8046" y="7532"/>
                  </a:cubicBezTo>
                  <a:lnTo>
                    <a:pt x="8046" y="13570"/>
                  </a:lnTo>
                  <a:cubicBezTo>
                    <a:pt x="8046" y="13683"/>
                    <a:pt x="8134" y="13770"/>
                    <a:pt x="8246" y="13770"/>
                  </a:cubicBezTo>
                  <a:cubicBezTo>
                    <a:pt x="8359" y="13770"/>
                    <a:pt x="8447" y="13683"/>
                    <a:pt x="8447" y="13570"/>
                  </a:cubicBezTo>
                  <a:lnTo>
                    <a:pt x="8447" y="11829"/>
                  </a:lnTo>
                  <a:lnTo>
                    <a:pt x="8893" y="11829"/>
                  </a:lnTo>
                  <a:cubicBezTo>
                    <a:pt x="9006" y="11829"/>
                    <a:pt x="9094" y="11738"/>
                    <a:pt x="9094" y="11629"/>
                  </a:cubicBezTo>
                  <a:cubicBezTo>
                    <a:pt x="9094" y="11516"/>
                    <a:pt x="9006" y="11425"/>
                    <a:pt x="8893" y="11425"/>
                  </a:cubicBezTo>
                  <a:lnTo>
                    <a:pt x="8447" y="11425"/>
                  </a:lnTo>
                  <a:lnTo>
                    <a:pt x="8447" y="10106"/>
                  </a:lnTo>
                  <a:lnTo>
                    <a:pt x="8893" y="10106"/>
                  </a:lnTo>
                  <a:cubicBezTo>
                    <a:pt x="9006" y="10106"/>
                    <a:pt x="9094" y="10015"/>
                    <a:pt x="9094" y="9906"/>
                  </a:cubicBezTo>
                  <a:cubicBezTo>
                    <a:pt x="9094" y="9793"/>
                    <a:pt x="9006" y="9702"/>
                    <a:pt x="8893" y="9702"/>
                  </a:cubicBezTo>
                  <a:lnTo>
                    <a:pt x="8447" y="9702"/>
                  </a:lnTo>
                  <a:lnTo>
                    <a:pt x="8447" y="8383"/>
                  </a:lnTo>
                  <a:lnTo>
                    <a:pt x="9969" y="8383"/>
                  </a:lnTo>
                  <a:cubicBezTo>
                    <a:pt x="10669" y="8380"/>
                    <a:pt x="11299" y="7954"/>
                    <a:pt x="11559" y="7304"/>
                  </a:cubicBezTo>
                  <a:lnTo>
                    <a:pt x="11911" y="7304"/>
                  </a:lnTo>
                  <a:cubicBezTo>
                    <a:pt x="12023" y="7304"/>
                    <a:pt x="12115" y="7212"/>
                    <a:pt x="12115" y="7103"/>
                  </a:cubicBezTo>
                  <a:cubicBezTo>
                    <a:pt x="12115" y="6991"/>
                    <a:pt x="12023" y="6899"/>
                    <a:pt x="11911" y="6899"/>
                  </a:cubicBezTo>
                  <a:lnTo>
                    <a:pt x="11668" y="6899"/>
                  </a:lnTo>
                  <a:cubicBezTo>
                    <a:pt x="11675" y="6826"/>
                    <a:pt x="11682" y="6748"/>
                    <a:pt x="11682" y="6671"/>
                  </a:cubicBezTo>
                  <a:lnTo>
                    <a:pt x="11682" y="5795"/>
                  </a:lnTo>
                  <a:lnTo>
                    <a:pt x="11682" y="5792"/>
                  </a:lnTo>
                  <a:lnTo>
                    <a:pt x="11911" y="5792"/>
                  </a:lnTo>
                  <a:cubicBezTo>
                    <a:pt x="12023" y="5792"/>
                    <a:pt x="12111" y="5704"/>
                    <a:pt x="12111" y="5591"/>
                  </a:cubicBezTo>
                  <a:cubicBezTo>
                    <a:pt x="12111" y="5479"/>
                    <a:pt x="12023" y="5387"/>
                    <a:pt x="11911" y="5387"/>
                  </a:cubicBezTo>
                  <a:lnTo>
                    <a:pt x="11682" y="5387"/>
                  </a:lnTo>
                  <a:lnTo>
                    <a:pt x="11682" y="4283"/>
                  </a:lnTo>
                  <a:lnTo>
                    <a:pt x="11911" y="4283"/>
                  </a:lnTo>
                  <a:cubicBezTo>
                    <a:pt x="12023" y="4283"/>
                    <a:pt x="12111" y="4192"/>
                    <a:pt x="12111" y="4083"/>
                  </a:cubicBezTo>
                  <a:cubicBezTo>
                    <a:pt x="12111" y="3970"/>
                    <a:pt x="12023" y="3879"/>
                    <a:pt x="11911" y="3879"/>
                  </a:cubicBezTo>
                  <a:lnTo>
                    <a:pt x="11682" y="3879"/>
                  </a:lnTo>
                  <a:lnTo>
                    <a:pt x="11682" y="3865"/>
                  </a:lnTo>
                  <a:cubicBezTo>
                    <a:pt x="11682" y="3355"/>
                    <a:pt x="11320" y="2919"/>
                    <a:pt x="10820" y="2820"/>
                  </a:cubicBezTo>
                  <a:lnTo>
                    <a:pt x="10820" y="2571"/>
                  </a:lnTo>
                  <a:cubicBezTo>
                    <a:pt x="10820" y="2437"/>
                    <a:pt x="10719" y="2370"/>
                    <a:pt x="10618" y="2370"/>
                  </a:cubicBezTo>
                  <a:cubicBezTo>
                    <a:pt x="10517" y="2370"/>
                    <a:pt x="10416" y="2437"/>
                    <a:pt x="10416" y="2571"/>
                  </a:cubicBezTo>
                  <a:lnTo>
                    <a:pt x="10416" y="2820"/>
                  </a:lnTo>
                  <a:cubicBezTo>
                    <a:pt x="9917" y="2919"/>
                    <a:pt x="9555" y="3355"/>
                    <a:pt x="9555" y="3865"/>
                  </a:cubicBezTo>
                  <a:lnTo>
                    <a:pt x="9555" y="3879"/>
                  </a:lnTo>
                  <a:lnTo>
                    <a:pt x="9326" y="3879"/>
                  </a:lnTo>
                  <a:cubicBezTo>
                    <a:pt x="9055" y="3879"/>
                    <a:pt x="9055" y="4283"/>
                    <a:pt x="9326" y="4283"/>
                  </a:cubicBezTo>
                  <a:lnTo>
                    <a:pt x="9555" y="4283"/>
                  </a:lnTo>
                  <a:lnTo>
                    <a:pt x="9555" y="5387"/>
                  </a:lnTo>
                  <a:lnTo>
                    <a:pt x="9326" y="5387"/>
                  </a:lnTo>
                  <a:cubicBezTo>
                    <a:pt x="9055" y="5387"/>
                    <a:pt x="9055" y="5792"/>
                    <a:pt x="9326" y="5792"/>
                  </a:cubicBezTo>
                  <a:lnTo>
                    <a:pt x="9555" y="5792"/>
                  </a:lnTo>
                  <a:lnTo>
                    <a:pt x="9555" y="6020"/>
                  </a:lnTo>
                  <a:cubicBezTo>
                    <a:pt x="9555" y="6147"/>
                    <a:pt x="9453" y="6249"/>
                    <a:pt x="9326" y="6252"/>
                  </a:cubicBezTo>
                  <a:lnTo>
                    <a:pt x="8447" y="6252"/>
                  </a:lnTo>
                  <a:lnTo>
                    <a:pt x="8447" y="4930"/>
                  </a:lnTo>
                  <a:lnTo>
                    <a:pt x="8893" y="4930"/>
                  </a:lnTo>
                  <a:cubicBezTo>
                    <a:pt x="9006" y="4930"/>
                    <a:pt x="9094" y="4839"/>
                    <a:pt x="9094" y="4726"/>
                  </a:cubicBezTo>
                  <a:cubicBezTo>
                    <a:pt x="9094" y="4617"/>
                    <a:pt x="9006" y="4526"/>
                    <a:pt x="8893" y="4526"/>
                  </a:cubicBezTo>
                  <a:lnTo>
                    <a:pt x="8447" y="4526"/>
                  </a:lnTo>
                  <a:lnTo>
                    <a:pt x="8447" y="3207"/>
                  </a:lnTo>
                  <a:lnTo>
                    <a:pt x="8893" y="3207"/>
                  </a:lnTo>
                  <a:cubicBezTo>
                    <a:pt x="9006" y="3207"/>
                    <a:pt x="9094" y="3116"/>
                    <a:pt x="9094" y="3003"/>
                  </a:cubicBezTo>
                  <a:cubicBezTo>
                    <a:pt x="9094" y="2891"/>
                    <a:pt x="9006" y="2803"/>
                    <a:pt x="8893" y="2803"/>
                  </a:cubicBezTo>
                  <a:lnTo>
                    <a:pt x="8440" y="2803"/>
                  </a:lnTo>
                  <a:cubicBezTo>
                    <a:pt x="8398" y="2317"/>
                    <a:pt x="8208" y="1857"/>
                    <a:pt x="7895" y="1488"/>
                  </a:cubicBezTo>
                  <a:lnTo>
                    <a:pt x="8225" y="1154"/>
                  </a:lnTo>
                  <a:cubicBezTo>
                    <a:pt x="8378" y="1008"/>
                    <a:pt x="8242" y="802"/>
                    <a:pt x="8085" y="802"/>
                  </a:cubicBezTo>
                  <a:cubicBezTo>
                    <a:pt x="8036" y="802"/>
                    <a:pt x="7985" y="821"/>
                    <a:pt x="7940" y="869"/>
                  </a:cubicBezTo>
                  <a:lnTo>
                    <a:pt x="7606" y="1199"/>
                  </a:lnTo>
                  <a:cubicBezTo>
                    <a:pt x="7237" y="886"/>
                    <a:pt x="6777" y="696"/>
                    <a:pt x="6291" y="658"/>
                  </a:cubicBezTo>
                  <a:lnTo>
                    <a:pt x="6291" y="204"/>
                  </a:lnTo>
                  <a:cubicBezTo>
                    <a:pt x="6291" y="69"/>
                    <a:pt x="6190" y="1"/>
                    <a:pt x="6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84"/>
            <p:cNvSpPr/>
            <p:nvPr/>
          </p:nvSpPr>
          <p:spPr>
            <a:xfrm>
              <a:off x="1291842" y="3410286"/>
              <a:ext cx="10642" cy="27576"/>
            </a:xfrm>
            <a:custGeom>
              <a:rect b="b" l="l" r="r" t="t"/>
              <a:pathLst>
                <a:path extrusionOk="0" h="1052" w="406">
                  <a:moveTo>
                    <a:pt x="205" y="0"/>
                  </a:moveTo>
                  <a:cubicBezTo>
                    <a:pt x="92" y="0"/>
                    <a:pt x="1" y="92"/>
                    <a:pt x="1" y="201"/>
                  </a:cubicBezTo>
                  <a:lnTo>
                    <a:pt x="1" y="848"/>
                  </a:lnTo>
                  <a:cubicBezTo>
                    <a:pt x="1" y="960"/>
                    <a:pt x="92" y="1052"/>
                    <a:pt x="205" y="1052"/>
                  </a:cubicBezTo>
                  <a:cubicBezTo>
                    <a:pt x="314" y="1052"/>
                    <a:pt x="405" y="960"/>
                    <a:pt x="405" y="848"/>
                  </a:cubicBezTo>
                  <a:lnTo>
                    <a:pt x="405" y="204"/>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84"/>
            <p:cNvSpPr/>
            <p:nvPr/>
          </p:nvSpPr>
          <p:spPr>
            <a:xfrm>
              <a:off x="1291842" y="3455529"/>
              <a:ext cx="10642" cy="27497"/>
            </a:xfrm>
            <a:custGeom>
              <a:rect b="b" l="l" r="r" t="t"/>
              <a:pathLst>
                <a:path extrusionOk="0" h="1049" w="406">
                  <a:moveTo>
                    <a:pt x="205" y="1"/>
                  </a:moveTo>
                  <a:cubicBezTo>
                    <a:pt x="92" y="1"/>
                    <a:pt x="1" y="89"/>
                    <a:pt x="1" y="201"/>
                  </a:cubicBezTo>
                  <a:lnTo>
                    <a:pt x="1" y="848"/>
                  </a:lnTo>
                  <a:cubicBezTo>
                    <a:pt x="1" y="961"/>
                    <a:pt x="92" y="1049"/>
                    <a:pt x="205" y="1049"/>
                  </a:cubicBezTo>
                  <a:cubicBezTo>
                    <a:pt x="314" y="1049"/>
                    <a:pt x="405" y="961"/>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84"/>
            <p:cNvSpPr/>
            <p:nvPr/>
          </p:nvSpPr>
          <p:spPr>
            <a:xfrm>
              <a:off x="1291842" y="3500693"/>
              <a:ext cx="10642" cy="27602"/>
            </a:xfrm>
            <a:custGeom>
              <a:rect b="b" l="l" r="r" t="t"/>
              <a:pathLst>
                <a:path extrusionOk="0" h="1053" w="406">
                  <a:moveTo>
                    <a:pt x="205" y="1"/>
                  </a:moveTo>
                  <a:cubicBezTo>
                    <a:pt x="92" y="1"/>
                    <a:pt x="1" y="92"/>
                    <a:pt x="1" y="205"/>
                  </a:cubicBezTo>
                  <a:lnTo>
                    <a:pt x="1" y="848"/>
                  </a:lnTo>
                  <a:cubicBezTo>
                    <a:pt x="1" y="961"/>
                    <a:pt x="92" y="1052"/>
                    <a:pt x="205" y="1052"/>
                  </a:cubicBezTo>
                  <a:cubicBezTo>
                    <a:pt x="314" y="1052"/>
                    <a:pt x="405" y="961"/>
                    <a:pt x="405" y="848"/>
                  </a:cubicBezTo>
                  <a:lnTo>
                    <a:pt x="405" y="205"/>
                  </a:lnTo>
                  <a:cubicBezTo>
                    <a:pt x="405"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84"/>
            <p:cNvSpPr/>
            <p:nvPr/>
          </p:nvSpPr>
          <p:spPr>
            <a:xfrm>
              <a:off x="1173231" y="3495083"/>
              <a:ext cx="10616" cy="16252"/>
            </a:xfrm>
            <a:custGeom>
              <a:rect b="b" l="l" r="r" t="t"/>
              <a:pathLst>
                <a:path extrusionOk="0" h="620" w="405">
                  <a:moveTo>
                    <a:pt x="202" y="0"/>
                  </a:moveTo>
                  <a:cubicBezTo>
                    <a:pt x="101" y="0"/>
                    <a:pt x="0" y="67"/>
                    <a:pt x="0" y="201"/>
                  </a:cubicBezTo>
                  <a:lnTo>
                    <a:pt x="0" y="419"/>
                  </a:lnTo>
                  <a:cubicBezTo>
                    <a:pt x="0" y="528"/>
                    <a:pt x="92" y="619"/>
                    <a:pt x="201" y="619"/>
                  </a:cubicBezTo>
                  <a:cubicBezTo>
                    <a:pt x="313" y="619"/>
                    <a:pt x="405" y="528"/>
                    <a:pt x="405" y="419"/>
                  </a:cubicBezTo>
                  <a:lnTo>
                    <a:pt x="405" y="201"/>
                  </a:lnTo>
                  <a:cubicBezTo>
                    <a:pt x="405" y="67"/>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84"/>
            <p:cNvSpPr/>
            <p:nvPr/>
          </p:nvSpPr>
          <p:spPr>
            <a:xfrm>
              <a:off x="1173231" y="3534612"/>
              <a:ext cx="10616" cy="16252"/>
            </a:xfrm>
            <a:custGeom>
              <a:rect b="b" l="l" r="r" t="t"/>
              <a:pathLst>
                <a:path extrusionOk="0" h="620" w="405">
                  <a:moveTo>
                    <a:pt x="202" y="1"/>
                  </a:moveTo>
                  <a:cubicBezTo>
                    <a:pt x="101" y="1"/>
                    <a:pt x="0" y="68"/>
                    <a:pt x="0" y="201"/>
                  </a:cubicBezTo>
                  <a:lnTo>
                    <a:pt x="0" y="419"/>
                  </a:lnTo>
                  <a:cubicBezTo>
                    <a:pt x="0" y="528"/>
                    <a:pt x="92" y="620"/>
                    <a:pt x="201" y="620"/>
                  </a:cubicBezTo>
                  <a:cubicBezTo>
                    <a:pt x="313" y="620"/>
                    <a:pt x="405" y="528"/>
                    <a:pt x="405" y="419"/>
                  </a:cubicBezTo>
                  <a:lnTo>
                    <a:pt x="405" y="201"/>
                  </a:lnTo>
                  <a:cubicBezTo>
                    <a:pt x="405" y="68"/>
                    <a:pt x="30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84"/>
            <p:cNvSpPr/>
            <p:nvPr/>
          </p:nvSpPr>
          <p:spPr>
            <a:xfrm>
              <a:off x="1173231" y="3574193"/>
              <a:ext cx="10616" cy="16226"/>
            </a:xfrm>
            <a:custGeom>
              <a:rect b="b" l="l" r="r" t="t"/>
              <a:pathLst>
                <a:path extrusionOk="0" h="619" w="405">
                  <a:moveTo>
                    <a:pt x="202" y="0"/>
                  </a:moveTo>
                  <a:cubicBezTo>
                    <a:pt x="101" y="0"/>
                    <a:pt x="0" y="68"/>
                    <a:pt x="0" y="203"/>
                  </a:cubicBezTo>
                  <a:lnTo>
                    <a:pt x="0" y="418"/>
                  </a:lnTo>
                  <a:cubicBezTo>
                    <a:pt x="0" y="530"/>
                    <a:pt x="92" y="618"/>
                    <a:pt x="201" y="618"/>
                  </a:cubicBezTo>
                  <a:cubicBezTo>
                    <a:pt x="313" y="618"/>
                    <a:pt x="405" y="530"/>
                    <a:pt x="405" y="418"/>
                  </a:cubicBezTo>
                  <a:lnTo>
                    <a:pt x="405" y="203"/>
                  </a:lnTo>
                  <a:cubicBezTo>
                    <a:pt x="405" y="68"/>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84"/>
            <p:cNvSpPr/>
            <p:nvPr/>
          </p:nvSpPr>
          <p:spPr>
            <a:xfrm>
              <a:off x="1410585" y="3489448"/>
              <a:ext cx="10616" cy="16252"/>
            </a:xfrm>
            <a:custGeom>
              <a:rect b="b" l="l" r="r" t="t"/>
              <a:pathLst>
                <a:path extrusionOk="0" h="620" w="405">
                  <a:moveTo>
                    <a:pt x="202" y="1"/>
                  </a:moveTo>
                  <a:cubicBezTo>
                    <a:pt x="101" y="1"/>
                    <a:pt x="0" y="68"/>
                    <a:pt x="0" y="201"/>
                  </a:cubicBezTo>
                  <a:lnTo>
                    <a:pt x="0" y="416"/>
                  </a:lnTo>
                  <a:cubicBezTo>
                    <a:pt x="0" y="528"/>
                    <a:pt x="91" y="620"/>
                    <a:pt x="201" y="620"/>
                  </a:cubicBezTo>
                  <a:cubicBezTo>
                    <a:pt x="313" y="620"/>
                    <a:pt x="404" y="528"/>
                    <a:pt x="404" y="416"/>
                  </a:cubicBezTo>
                  <a:lnTo>
                    <a:pt x="404" y="201"/>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84"/>
            <p:cNvSpPr/>
            <p:nvPr/>
          </p:nvSpPr>
          <p:spPr>
            <a:xfrm>
              <a:off x="1399156" y="3523734"/>
              <a:ext cx="19109" cy="14758"/>
            </a:xfrm>
            <a:custGeom>
              <a:rect b="b" l="l" r="r" t="t"/>
              <a:pathLst>
                <a:path extrusionOk="0" h="563" w="729">
                  <a:moveTo>
                    <a:pt x="441" y="1"/>
                  </a:moveTo>
                  <a:cubicBezTo>
                    <a:pt x="394" y="1"/>
                    <a:pt x="346" y="19"/>
                    <a:pt x="302" y="61"/>
                  </a:cubicBezTo>
                  <a:lnTo>
                    <a:pt x="151" y="212"/>
                  </a:lnTo>
                  <a:cubicBezTo>
                    <a:pt x="1" y="357"/>
                    <a:pt x="136" y="562"/>
                    <a:pt x="293" y="562"/>
                  </a:cubicBezTo>
                  <a:cubicBezTo>
                    <a:pt x="341" y="562"/>
                    <a:pt x="391" y="543"/>
                    <a:pt x="436" y="497"/>
                  </a:cubicBezTo>
                  <a:lnTo>
                    <a:pt x="591" y="346"/>
                  </a:lnTo>
                  <a:cubicBezTo>
                    <a:pt x="729" y="199"/>
                    <a:pt x="59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84"/>
            <p:cNvSpPr/>
            <p:nvPr/>
          </p:nvSpPr>
          <p:spPr>
            <a:xfrm>
              <a:off x="1410585" y="3449841"/>
              <a:ext cx="10616" cy="16226"/>
            </a:xfrm>
            <a:custGeom>
              <a:rect b="b" l="l" r="r" t="t"/>
              <a:pathLst>
                <a:path extrusionOk="0" h="619" w="405">
                  <a:moveTo>
                    <a:pt x="202" y="1"/>
                  </a:moveTo>
                  <a:cubicBezTo>
                    <a:pt x="101" y="1"/>
                    <a:pt x="0" y="68"/>
                    <a:pt x="0" y="204"/>
                  </a:cubicBezTo>
                  <a:lnTo>
                    <a:pt x="0" y="418"/>
                  </a:lnTo>
                  <a:cubicBezTo>
                    <a:pt x="0" y="531"/>
                    <a:pt x="91" y="619"/>
                    <a:pt x="201" y="619"/>
                  </a:cubicBezTo>
                  <a:cubicBezTo>
                    <a:pt x="313" y="619"/>
                    <a:pt x="404" y="531"/>
                    <a:pt x="404" y="418"/>
                  </a:cubicBezTo>
                  <a:lnTo>
                    <a:pt x="404" y="204"/>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84"/>
            <p:cNvSpPr/>
            <p:nvPr/>
          </p:nvSpPr>
          <p:spPr>
            <a:xfrm>
              <a:off x="1174856" y="3609789"/>
              <a:ext cx="19371" cy="15518"/>
            </a:xfrm>
            <a:custGeom>
              <a:rect b="b" l="l" r="r" t="t"/>
              <a:pathLst>
                <a:path extrusionOk="0" h="592" w="739">
                  <a:moveTo>
                    <a:pt x="295" y="0"/>
                  </a:moveTo>
                  <a:cubicBezTo>
                    <a:pt x="141" y="0"/>
                    <a:pt x="0" y="194"/>
                    <a:pt x="146" y="347"/>
                  </a:cubicBezTo>
                  <a:lnTo>
                    <a:pt x="286" y="509"/>
                  </a:lnTo>
                  <a:cubicBezTo>
                    <a:pt x="332" y="567"/>
                    <a:pt x="388" y="591"/>
                    <a:pt x="442" y="591"/>
                  </a:cubicBezTo>
                  <a:cubicBezTo>
                    <a:pt x="597" y="591"/>
                    <a:pt x="738" y="396"/>
                    <a:pt x="592" y="245"/>
                  </a:cubicBezTo>
                  <a:lnTo>
                    <a:pt x="452" y="83"/>
                  </a:lnTo>
                  <a:cubicBezTo>
                    <a:pt x="406" y="24"/>
                    <a:pt x="349"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84"/>
            <p:cNvSpPr/>
            <p:nvPr/>
          </p:nvSpPr>
          <p:spPr>
            <a:xfrm>
              <a:off x="1291842" y="3545962"/>
              <a:ext cx="10642" cy="27497"/>
            </a:xfrm>
            <a:custGeom>
              <a:rect b="b" l="l" r="r" t="t"/>
              <a:pathLst>
                <a:path extrusionOk="0" h="1049" w="406">
                  <a:moveTo>
                    <a:pt x="205" y="0"/>
                  </a:moveTo>
                  <a:cubicBezTo>
                    <a:pt x="92" y="0"/>
                    <a:pt x="1" y="88"/>
                    <a:pt x="1" y="201"/>
                  </a:cubicBezTo>
                  <a:lnTo>
                    <a:pt x="1" y="848"/>
                  </a:lnTo>
                  <a:cubicBezTo>
                    <a:pt x="1" y="957"/>
                    <a:pt x="92" y="1048"/>
                    <a:pt x="205" y="1048"/>
                  </a:cubicBezTo>
                  <a:cubicBezTo>
                    <a:pt x="314" y="1048"/>
                    <a:pt x="405" y="957"/>
                    <a:pt x="405" y="848"/>
                  </a:cubicBezTo>
                  <a:lnTo>
                    <a:pt x="405" y="201"/>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84"/>
            <p:cNvSpPr/>
            <p:nvPr/>
          </p:nvSpPr>
          <p:spPr>
            <a:xfrm>
              <a:off x="1291842" y="3591205"/>
              <a:ext cx="10642" cy="27497"/>
            </a:xfrm>
            <a:custGeom>
              <a:rect b="b" l="l" r="r" t="t"/>
              <a:pathLst>
                <a:path extrusionOk="0" h="1049" w="406">
                  <a:moveTo>
                    <a:pt x="205" y="1"/>
                  </a:moveTo>
                  <a:cubicBezTo>
                    <a:pt x="92" y="1"/>
                    <a:pt x="1" y="89"/>
                    <a:pt x="1" y="201"/>
                  </a:cubicBezTo>
                  <a:lnTo>
                    <a:pt x="1" y="848"/>
                  </a:lnTo>
                  <a:cubicBezTo>
                    <a:pt x="1" y="957"/>
                    <a:pt x="92" y="1049"/>
                    <a:pt x="205" y="1049"/>
                  </a:cubicBezTo>
                  <a:cubicBezTo>
                    <a:pt x="314" y="1049"/>
                    <a:pt x="405" y="957"/>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84"/>
            <p:cNvSpPr/>
            <p:nvPr/>
          </p:nvSpPr>
          <p:spPr>
            <a:xfrm>
              <a:off x="1291842" y="3636395"/>
              <a:ext cx="10642" cy="27471"/>
            </a:xfrm>
            <a:custGeom>
              <a:rect b="b" l="l" r="r" t="t"/>
              <a:pathLst>
                <a:path extrusionOk="0" h="1048" w="406">
                  <a:moveTo>
                    <a:pt x="205" y="0"/>
                  </a:moveTo>
                  <a:cubicBezTo>
                    <a:pt x="92" y="0"/>
                    <a:pt x="1" y="88"/>
                    <a:pt x="1" y="200"/>
                  </a:cubicBezTo>
                  <a:lnTo>
                    <a:pt x="1" y="847"/>
                  </a:lnTo>
                  <a:cubicBezTo>
                    <a:pt x="1" y="960"/>
                    <a:pt x="92" y="1048"/>
                    <a:pt x="205" y="1048"/>
                  </a:cubicBezTo>
                  <a:cubicBezTo>
                    <a:pt x="314" y="1048"/>
                    <a:pt x="405" y="960"/>
                    <a:pt x="405" y="847"/>
                  </a:cubicBezTo>
                  <a:lnTo>
                    <a:pt x="405" y="200"/>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84"/>
            <p:cNvSpPr/>
            <p:nvPr/>
          </p:nvSpPr>
          <p:spPr>
            <a:xfrm>
              <a:off x="1205393" y="3625045"/>
              <a:ext cx="18008" cy="10616"/>
            </a:xfrm>
            <a:custGeom>
              <a:rect b="b" l="l" r="r" t="t"/>
              <a:pathLst>
                <a:path extrusionOk="0" h="405" w="687">
                  <a:moveTo>
                    <a:pt x="268" y="0"/>
                  </a:moveTo>
                  <a:cubicBezTo>
                    <a:pt x="0" y="0"/>
                    <a:pt x="0" y="405"/>
                    <a:pt x="268" y="405"/>
                  </a:cubicBezTo>
                  <a:lnTo>
                    <a:pt x="482" y="405"/>
                  </a:lnTo>
                  <a:cubicBezTo>
                    <a:pt x="595" y="405"/>
                    <a:pt x="686" y="313"/>
                    <a:pt x="686" y="201"/>
                  </a:cubicBezTo>
                  <a:cubicBezTo>
                    <a:pt x="686" y="92"/>
                    <a:pt x="595"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84"/>
            <p:cNvSpPr/>
            <p:nvPr/>
          </p:nvSpPr>
          <p:spPr>
            <a:xfrm>
              <a:off x="1369274" y="3534612"/>
              <a:ext cx="18008" cy="10642"/>
            </a:xfrm>
            <a:custGeom>
              <a:rect b="b" l="l" r="r" t="t"/>
              <a:pathLst>
                <a:path extrusionOk="0" h="406" w="687">
                  <a:moveTo>
                    <a:pt x="271" y="1"/>
                  </a:moveTo>
                  <a:cubicBezTo>
                    <a:pt x="1" y="1"/>
                    <a:pt x="1" y="405"/>
                    <a:pt x="271" y="405"/>
                  </a:cubicBezTo>
                  <a:lnTo>
                    <a:pt x="482" y="405"/>
                  </a:lnTo>
                  <a:cubicBezTo>
                    <a:pt x="595" y="405"/>
                    <a:pt x="686" y="314"/>
                    <a:pt x="686" y="201"/>
                  </a:cubicBezTo>
                  <a:cubicBezTo>
                    <a:pt x="686" y="92"/>
                    <a:pt x="59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5" name="Google Shape;16745;p84"/>
          <p:cNvGrpSpPr/>
          <p:nvPr/>
        </p:nvGrpSpPr>
        <p:grpSpPr>
          <a:xfrm>
            <a:off x="7397808" y="1959345"/>
            <a:ext cx="403463" cy="378325"/>
            <a:chOff x="7397808" y="1959345"/>
            <a:chExt cx="403463" cy="378325"/>
          </a:xfrm>
        </p:grpSpPr>
        <p:sp>
          <p:nvSpPr>
            <p:cNvPr id="16746" name="Google Shape;16746;p84"/>
            <p:cNvSpPr/>
            <p:nvPr/>
          </p:nvSpPr>
          <p:spPr>
            <a:xfrm>
              <a:off x="7397808" y="2035965"/>
              <a:ext cx="106659" cy="94758"/>
            </a:xfrm>
            <a:custGeom>
              <a:rect b="b" l="l" r="r" t="t"/>
              <a:pathLst>
                <a:path extrusionOk="0" h="3615" w="4069">
                  <a:moveTo>
                    <a:pt x="784" y="0"/>
                  </a:moveTo>
                  <a:lnTo>
                    <a:pt x="784" y="0"/>
                  </a:lnTo>
                  <a:cubicBezTo>
                    <a:pt x="784" y="0"/>
                    <a:pt x="0" y="3615"/>
                    <a:pt x="3390" y="3615"/>
                  </a:cubicBezTo>
                  <a:lnTo>
                    <a:pt x="4068" y="2033"/>
                  </a:lnTo>
                  <a:cubicBezTo>
                    <a:pt x="3696" y="1892"/>
                    <a:pt x="2068" y="1196"/>
                    <a:pt x="78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84"/>
            <p:cNvSpPr/>
            <p:nvPr/>
          </p:nvSpPr>
          <p:spPr>
            <a:xfrm>
              <a:off x="7694586" y="2035965"/>
              <a:ext cx="106685" cy="94758"/>
            </a:xfrm>
            <a:custGeom>
              <a:rect b="b" l="l" r="r" t="t"/>
              <a:pathLst>
                <a:path extrusionOk="0" h="3615" w="4070">
                  <a:moveTo>
                    <a:pt x="3289" y="0"/>
                  </a:moveTo>
                  <a:cubicBezTo>
                    <a:pt x="2002" y="1196"/>
                    <a:pt x="374" y="1892"/>
                    <a:pt x="1" y="2033"/>
                  </a:cubicBezTo>
                  <a:lnTo>
                    <a:pt x="680" y="3615"/>
                  </a:lnTo>
                  <a:cubicBezTo>
                    <a:pt x="4069" y="3615"/>
                    <a:pt x="3289" y="0"/>
                    <a:pt x="3289"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84"/>
            <p:cNvSpPr/>
            <p:nvPr/>
          </p:nvSpPr>
          <p:spPr>
            <a:xfrm>
              <a:off x="7466459" y="1964876"/>
              <a:ext cx="271299" cy="349570"/>
            </a:xfrm>
            <a:custGeom>
              <a:rect b="b" l="l" r="r" t="t"/>
              <a:pathLst>
                <a:path extrusionOk="0" h="13336" w="10350">
                  <a:moveTo>
                    <a:pt x="5065" y="0"/>
                  </a:moveTo>
                  <a:cubicBezTo>
                    <a:pt x="3074" y="0"/>
                    <a:pt x="1449" y="1616"/>
                    <a:pt x="1449" y="3616"/>
                  </a:cubicBezTo>
                  <a:cubicBezTo>
                    <a:pt x="1449" y="3711"/>
                    <a:pt x="1453" y="3802"/>
                    <a:pt x="1460" y="3894"/>
                  </a:cubicBezTo>
                  <a:cubicBezTo>
                    <a:pt x="1509" y="4446"/>
                    <a:pt x="1358" y="4998"/>
                    <a:pt x="1038" y="5451"/>
                  </a:cubicBezTo>
                  <a:cubicBezTo>
                    <a:pt x="328" y="6429"/>
                    <a:pt x="1" y="7635"/>
                    <a:pt x="117" y="8838"/>
                  </a:cubicBezTo>
                  <a:cubicBezTo>
                    <a:pt x="331" y="11159"/>
                    <a:pt x="2181" y="13047"/>
                    <a:pt x="4502" y="13304"/>
                  </a:cubicBezTo>
                  <a:cubicBezTo>
                    <a:pt x="4690" y="13325"/>
                    <a:pt x="4877" y="13335"/>
                    <a:pt x="5063" y="13335"/>
                  </a:cubicBezTo>
                  <a:cubicBezTo>
                    <a:pt x="6811" y="13335"/>
                    <a:pt x="8452" y="12413"/>
                    <a:pt x="9351" y="10881"/>
                  </a:cubicBezTo>
                  <a:cubicBezTo>
                    <a:pt x="10350" y="9186"/>
                    <a:pt x="10251" y="7062"/>
                    <a:pt x="9105" y="5462"/>
                  </a:cubicBezTo>
                  <a:cubicBezTo>
                    <a:pt x="8785" y="5026"/>
                    <a:pt x="8609" y="4495"/>
                    <a:pt x="8662" y="3957"/>
                  </a:cubicBezTo>
                  <a:cubicBezTo>
                    <a:pt x="8690" y="3679"/>
                    <a:pt x="8683" y="3401"/>
                    <a:pt x="8644" y="3124"/>
                  </a:cubicBezTo>
                  <a:cubicBezTo>
                    <a:pt x="8405" y="1383"/>
                    <a:pt x="6900" y="40"/>
                    <a:pt x="5142" y="1"/>
                  </a:cubicBezTo>
                  <a:cubicBezTo>
                    <a:pt x="5116" y="0"/>
                    <a:pt x="5090" y="0"/>
                    <a:pt x="50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84"/>
            <p:cNvSpPr/>
            <p:nvPr/>
          </p:nvSpPr>
          <p:spPr>
            <a:xfrm>
              <a:off x="7466459" y="1964850"/>
              <a:ext cx="156462" cy="349439"/>
            </a:xfrm>
            <a:custGeom>
              <a:rect b="b" l="l" r="r" t="t"/>
              <a:pathLst>
                <a:path extrusionOk="0" h="13331" w="5969">
                  <a:moveTo>
                    <a:pt x="5059" y="1"/>
                  </a:moveTo>
                  <a:cubicBezTo>
                    <a:pt x="3071" y="1"/>
                    <a:pt x="1449" y="1616"/>
                    <a:pt x="1449" y="3617"/>
                  </a:cubicBezTo>
                  <a:cubicBezTo>
                    <a:pt x="1449" y="3708"/>
                    <a:pt x="1453" y="3800"/>
                    <a:pt x="1460" y="3891"/>
                  </a:cubicBezTo>
                  <a:cubicBezTo>
                    <a:pt x="1509" y="4443"/>
                    <a:pt x="1358" y="4995"/>
                    <a:pt x="1038" y="5449"/>
                  </a:cubicBezTo>
                  <a:cubicBezTo>
                    <a:pt x="328" y="6426"/>
                    <a:pt x="1" y="7633"/>
                    <a:pt x="117" y="8839"/>
                  </a:cubicBezTo>
                  <a:cubicBezTo>
                    <a:pt x="331" y="11156"/>
                    <a:pt x="2181" y="13044"/>
                    <a:pt x="4502" y="13301"/>
                  </a:cubicBezTo>
                  <a:cubicBezTo>
                    <a:pt x="4685" y="13321"/>
                    <a:pt x="4869" y="13331"/>
                    <a:pt x="5053" y="13331"/>
                  </a:cubicBezTo>
                  <a:cubicBezTo>
                    <a:pt x="5360" y="13331"/>
                    <a:pt x="5667" y="13303"/>
                    <a:pt x="5968" y="13248"/>
                  </a:cubicBezTo>
                  <a:cubicBezTo>
                    <a:pt x="3812" y="12858"/>
                    <a:pt x="2128" y="11044"/>
                    <a:pt x="1921" y="8839"/>
                  </a:cubicBezTo>
                  <a:cubicBezTo>
                    <a:pt x="1805" y="7636"/>
                    <a:pt x="2132" y="6430"/>
                    <a:pt x="2842" y="5449"/>
                  </a:cubicBezTo>
                  <a:cubicBezTo>
                    <a:pt x="3165" y="4999"/>
                    <a:pt x="3317" y="4443"/>
                    <a:pt x="3267" y="3891"/>
                  </a:cubicBezTo>
                  <a:cubicBezTo>
                    <a:pt x="3260" y="3800"/>
                    <a:pt x="3253" y="3708"/>
                    <a:pt x="3257" y="3617"/>
                  </a:cubicBezTo>
                  <a:cubicBezTo>
                    <a:pt x="3257" y="1971"/>
                    <a:pt x="4368" y="533"/>
                    <a:pt x="5961" y="118"/>
                  </a:cubicBezTo>
                  <a:cubicBezTo>
                    <a:pt x="5694" y="48"/>
                    <a:pt x="5419" y="9"/>
                    <a:pt x="5142" y="2"/>
                  </a:cubicBezTo>
                  <a:cubicBezTo>
                    <a:pt x="5114" y="1"/>
                    <a:pt x="5086" y="1"/>
                    <a:pt x="5059"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84"/>
            <p:cNvSpPr/>
            <p:nvPr/>
          </p:nvSpPr>
          <p:spPr>
            <a:xfrm>
              <a:off x="7447559" y="2165166"/>
              <a:ext cx="299792" cy="167026"/>
            </a:xfrm>
            <a:custGeom>
              <a:rect b="b" l="l" r="r" t="t"/>
              <a:pathLst>
                <a:path extrusionOk="0" h="6372" w="11437">
                  <a:moveTo>
                    <a:pt x="329" y="1"/>
                  </a:moveTo>
                  <a:cubicBezTo>
                    <a:pt x="239" y="1"/>
                    <a:pt x="153" y="68"/>
                    <a:pt x="148" y="170"/>
                  </a:cubicBezTo>
                  <a:lnTo>
                    <a:pt x="148" y="212"/>
                  </a:lnTo>
                  <a:cubicBezTo>
                    <a:pt x="1" y="3433"/>
                    <a:pt x="2410" y="6285"/>
                    <a:pt x="5634" y="6369"/>
                  </a:cubicBezTo>
                  <a:cubicBezTo>
                    <a:pt x="5685" y="6371"/>
                    <a:pt x="5736" y="6371"/>
                    <a:pt x="5787" y="6371"/>
                  </a:cubicBezTo>
                  <a:cubicBezTo>
                    <a:pt x="8893" y="6371"/>
                    <a:pt x="11433" y="3850"/>
                    <a:pt x="11436" y="722"/>
                  </a:cubicBezTo>
                  <a:lnTo>
                    <a:pt x="11436" y="560"/>
                  </a:lnTo>
                  <a:cubicBezTo>
                    <a:pt x="11434" y="457"/>
                    <a:pt x="11349" y="381"/>
                    <a:pt x="11255" y="381"/>
                  </a:cubicBezTo>
                  <a:cubicBezTo>
                    <a:pt x="11228" y="381"/>
                    <a:pt x="11200" y="388"/>
                    <a:pt x="11173" y="402"/>
                  </a:cubicBezTo>
                  <a:lnTo>
                    <a:pt x="9720" y="1126"/>
                  </a:lnTo>
                  <a:cubicBezTo>
                    <a:pt x="9694" y="1139"/>
                    <a:pt x="9667" y="1145"/>
                    <a:pt x="9640" y="1145"/>
                  </a:cubicBezTo>
                  <a:cubicBezTo>
                    <a:pt x="9604" y="1145"/>
                    <a:pt x="9569" y="1134"/>
                    <a:pt x="9537" y="1112"/>
                  </a:cubicBezTo>
                  <a:lnTo>
                    <a:pt x="8395" y="349"/>
                  </a:lnTo>
                  <a:cubicBezTo>
                    <a:pt x="8363" y="330"/>
                    <a:pt x="8328" y="320"/>
                    <a:pt x="8293" y="320"/>
                  </a:cubicBezTo>
                  <a:cubicBezTo>
                    <a:pt x="8246" y="320"/>
                    <a:pt x="8200" y="338"/>
                    <a:pt x="8166" y="374"/>
                  </a:cubicBezTo>
                  <a:lnTo>
                    <a:pt x="6816" y="1721"/>
                  </a:lnTo>
                  <a:cubicBezTo>
                    <a:pt x="6780" y="1758"/>
                    <a:pt x="6734" y="1776"/>
                    <a:pt x="6687" y="1776"/>
                  </a:cubicBezTo>
                  <a:cubicBezTo>
                    <a:pt x="6641" y="1776"/>
                    <a:pt x="6594" y="1758"/>
                    <a:pt x="6559" y="1721"/>
                  </a:cubicBezTo>
                  <a:lnTo>
                    <a:pt x="5465" y="624"/>
                  </a:lnTo>
                  <a:cubicBezTo>
                    <a:pt x="5429" y="589"/>
                    <a:pt x="5383" y="572"/>
                    <a:pt x="5337" y="572"/>
                  </a:cubicBezTo>
                  <a:cubicBezTo>
                    <a:pt x="5289" y="572"/>
                    <a:pt x="5241" y="591"/>
                    <a:pt x="5205" y="631"/>
                  </a:cubicBezTo>
                  <a:lnTo>
                    <a:pt x="4143" y="1752"/>
                  </a:lnTo>
                  <a:cubicBezTo>
                    <a:pt x="4107" y="1790"/>
                    <a:pt x="4058" y="1809"/>
                    <a:pt x="4010" y="1809"/>
                  </a:cubicBezTo>
                  <a:cubicBezTo>
                    <a:pt x="3963" y="1809"/>
                    <a:pt x="3917" y="1792"/>
                    <a:pt x="3883" y="1756"/>
                  </a:cubicBezTo>
                  <a:lnTo>
                    <a:pt x="2279" y="152"/>
                  </a:lnTo>
                  <a:cubicBezTo>
                    <a:pt x="2244" y="117"/>
                    <a:pt x="2198" y="100"/>
                    <a:pt x="2151" y="100"/>
                  </a:cubicBezTo>
                  <a:cubicBezTo>
                    <a:pt x="2113" y="100"/>
                    <a:pt x="2075" y="111"/>
                    <a:pt x="2044" y="135"/>
                  </a:cubicBezTo>
                  <a:lnTo>
                    <a:pt x="1379" y="634"/>
                  </a:lnTo>
                  <a:cubicBezTo>
                    <a:pt x="1346" y="658"/>
                    <a:pt x="1307" y="671"/>
                    <a:pt x="1267" y="671"/>
                  </a:cubicBezTo>
                  <a:cubicBezTo>
                    <a:pt x="1227" y="671"/>
                    <a:pt x="1186" y="657"/>
                    <a:pt x="1154" y="631"/>
                  </a:cubicBezTo>
                  <a:lnTo>
                    <a:pt x="444" y="43"/>
                  </a:lnTo>
                  <a:cubicBezTo>
                    <a:pt x="409" y="14"/>
                    <a:pt x="369" y="1"/>
                    <a:pt x="32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84"/>
            <p:cNvSpPr/>
            <p:nvPr/>
          </p:nvSpPr>
          <p:spPr>
            <a:xfrm>
              <a:off x="7747037" y="2172191"/>
              <a:ext cx="210" cy="105"/>
            </a:xfrm>
            <a:custGeom>
              <a:rect b="b" l="l" r="r" t="t"/>
              <a:pathLst>
                <a:path extrusionOk="0" h="4" w="8">
                  <a:moveTo>
                    <a:pt x="1" y="0"/>
                  </a:moveTo>
                  <a:lnTo>
                    <a:pt x="1" y="4"/>
                  </a:lnTo>
                  <a:lnTo>
                    <a:pt x="8"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84"/>
            <p:cNvSpPr/>
            <p:nvPr/>
          </p:nvSpPr>
          <p:spPr>
            <a:xfrm>
              <a:off x="7569605" y="2060840"/>
              <a:ext cx="59214" cy="56907"/>
            </a:xfrm>
            <a:custGeom>
              <a:rect b="b" l="l" r="r" t="t"/>
              <a:pathLst>
                <a:path extrusionOk="0" h="2171" w="2259">
                  <a:moveTo>
                    <a:pt x="1129" y="1"/>
                  </a:moveTo>
                  <a:cubicBezTo>
                    <a:pt x="753" y="1"/>
                    <a:pt x="1" y="588"/>
                    <a:pt x="1" y="1084"/>
                  </a:cubicBezTo>
                  <a:cubicBezTo>
                    <a:pt x="1" y="1583"/>
                    <a:pt x="753" y="2170"/>
                    <a:pt x="1129" y="2170"/>
                  </a:cubicBezTo>
                  <a:cubicBezTo>
                    <a:pt x="1502" y="2170"/>
                    <a:pt x="2258" y="1583"/>
                    <a:pt x="2258" y="1084"/>
                  </a:cubicBezTo>
                  <a:cubicBezTo>
                    <a:pt x="2258" y="588"/>
                    <a:pt x="1502" y="1"/>
                    <a:pt x="1129" y="1"/>
                  </a:cubicBez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84"/>
            <p:cNvSpPr/>
            <p:nvPr/>
          </p:nvSpPr>
          <p:spPr>
            <a:xfrm>
              <a:off x="7534035" y="2035965"/>
              <a:ext cx="23696" cy="29594"/>
            </a:xfrm>
            <a:custGeom>
              <a:rect b="b" l="l" r="r" t="t"/>
              <a:pathLst>
                <a:path extrusionOk="0" h="1129" w="904">
                  <a:moveTo>
                    <a:pt x="450" y="0"/>
                  </a:moveTo>
                  <a:cubicBezTo>
                    <a:pt x="201" y="0"/>
                    <a:pt x="0" y="204"/>
                    <a:pt x="0" y="454"/>
                  </a:cubicBezTo>
                  <a:lnTo>
                    <a:pt x="0" y="679"/>
                  </a:lnTo>
                  <a:cubicBezTo>
                    <a:pt x="0" y="928"/>
                    <a:pt x="201" y="1129"/>
                    <a:pt x="450" y="1129"/>
                  </a:cubicBezTo>
                  <a:cubicBezTo>
                    <a:pt x="700" y="1129"/>
                    <a:pt x="904" y="928"/>
                    <a:pt x="904" y="679"/>
                  </a:cubicBezTo>
                  <a:lnTo>
                    <a:pt x="904" y="454"/>
                  </a:lnTo>
                  <a:cubicBezTo>
                    <a:pt x="904" y="204"/>
                    <a:pt x="700" y="0"/>
                    <a:pt x="4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84"/>
            <p:cNvSpPr/>
            <p:nvPr/>
          </p:nvSpPr>
          <p:spPr>
            <a:xfrm>
              <a:off x="7640667" y="2035965"/>
              <a:ext cx="23722" cy="29594"/>
            </a:xfrm>
            <a:custGeom>
              <a:rect b="b" l="l" r="r" t="t"/>
              <a:pathLst>
                <a:path extrusionOk="0" h="1129" w="905">
                  <a:moveTo>
                    <a:pt x="451" y="0"/>
                  </a:moveTo>
                  <a:cubicBezTo>
                    <a:pt x="201" y="0"/>
                    <a:pt x="1" y="204"/>
                    <a:pt x="1" y="454"/>
                  </a:cubicBezTo>
                  <a:lnTo>
                    <a:pt x="1" y="679"/>
                  </a:lnTo>
                  <a:cubicBezTo>
                    <a:pt x="1" y="928"/>
                    <a:pt x="201" y="1129"/>
                    <a:pt x="451" y="1129"/>
                  </a:cubicBezTo>
                  <a:cubicBezTo>
                    <a:pt x="701" y="1129"/>
                    <a:pt x="904" y="928"/>
                    <a:pt x="904" y="679"/>
                  </a:cubicBezTo>
                  <a:lnTo>
                    <a:pt x="904" y="454"/>
                  </a:lnTo>
                  <a:cubicBezTo>
                    <a:pt x="904" y="204"/>
                    <a:pt x="701" y="0"/>
                    <a:pt x="45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84"/>
            <p:cNvSpPr/>
            <p:nvPr/>
          </p:nvSpPr>
          <p:spPr>
            <a:xfrm>
              <a:off x="7447559" y="2165140"/>
              <a:ext cx="193317" cy="166974"/>
            </a:xfrm>
            <a:custGeom>
              <a:rect b="b" l="l" r="r" t="t"/>
              <a:pathLst>
                <a:path extrusionOk="0" h="6370" w="7375">
                  <a:moveTo>
                    <a:pt x="330" y="0"/>
                  </a:moveTo>
                  <a:cubicBezTo>
                    <a:pt x="240" y="0"/>
                    <a:pt x="156" y="69"/>
                    <a:pt x="148" y="171"/>
                  </a:cubicBezTo>
                  <a:lnTo>
                    <a:pt x="148" y="213"/>
                  </a:lnTo>
                  <a:cubicBezTo>
                    <a:pt x="1" y="3434"/>
                    <a:pt x="2410" y="6282"/>
                    <a:pt x="5634" y="6367"/>
                  </a:cubicBezTo>
                  <a:cubicBezTo>
                    <a:pt x="5689" y="6369"/>
                    <a:pt x="5743" y="6369"/>
                    <a:pt x="5798" y="6369"/>
                  </a:cubicBezTo>
                  <a:cubicBezTo>
                    <a:pt x="6331" y="6369"/>
                    <a:pt x="6864" y="6292"/>
                    <a:pt x="7375" y="6142"/>
                  </a:cubicBezTo>
                  <a:cubicBezTo>
                    <a:pt x="5202" y="5495"/>
                    <a:pt x="3619" y="3529"/>
                    <a:pt x="3345" y="1219"/>
                  </a:cubicBezTo>
                  <a:lnTo>
                    <a:pt x="2279" y="153"/>
                  </a:lnTo>
                  <a:cubicBezTo>
                    <a:pt x="2244" y="118"/>
                    <a:pt x="2198" y="101"/>
                    <a:pt x="2151" y="101"/>
                  </a:cubicBezTo>
                  <a:cubicBezTo>
                    <a:pt x="2113" y="101"/>
                    <a:pt x="2075" y="112"/>
                    <a:pt x="2044" y="136"/>
                  </a:cubicBezTo>
                  <a:lnTo>
                    <a:pt x="1379" y="635"/>
                  </a:lnTo>
                  <a:cubicBezTo>
                    <a:pt x="1346" y="659"/>
                    <a:pt x="1308" y="672"/>
                    <a:pt x="1269" y="672"/>
                  </a:cubicBezTo>
                  <a:cubicBezTo>
                    <a:pt x="1229" y="672"/>
                    <a:pt x="1188" y="658"/>
                    <a:pt x="1154" y="632"/>
                  </a:cubicBezTo>
                  <a:lnTo>
                    <a:pt x="447" y="44"/>
                  </a:lnTo>
                  <a:cubicBezTo>
                    <a:pt x="412" y="14"/>
                    <a:pt x="370" y="0"/>
                    <a:pt x="33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84"/>
            <p:cNvSpPr/>
            <p:nvPr/>
          </p:nvSpPr>
          <p:spPr>
            <a:xfrm>
              <a:off x="7570889" y="2084536"/>
              <a:ext cx="56619" cy="33106"/>
            </a:xfrm>
            <a:custGeom>
              <a:rect b="b" l="l" r="r" t="t"/>
              <a:pathLst>
                <a:path extrusionOk="0" h="1263" w="2160">
                  <a:moveTo>
                    <a:pt x="1080" y="0"/>
                  </a:moveTo>
                  <a:cubicBezTo>
                    <a:pt x="827" y="0"/>
                    <a:pt x="465" y="102"/>
                    <a:pt x="134" y="260"/>
                  </a:cubicBezTo>
                  <a:cubicBezTo>
                    <a:pt x="75" y="292"/>
                    <a:pt x="25" y="345"/>
                    <a:pt x="1" y="408"/>
                  </a:cubicBezTo>
                  <a:cubicBezTo>
                    <a:pt x="173" y="841"/>
                    <a:pt x="764" y="1263"/>
                    <a:pt x="1084" y="1263"/>
                  </a:cubicBezTo>
                  <a:cubicBezTo>
                    <a:pt x="1400" y="1263"/>
                    <a:pt x="1988" y="844"/>
                    <a:pt x="2160" y="408"/>
                  </a:cubicBezTo>
                  <a:cubicBezTo>
                    <a:pt x="2135" y="348"/>
                    <a:pt x="2090" y="296"/>
                    <a:pt x="2030" y="264"/>
                  </a:cubicBezTo>
                  <a:cubicBezTo>
                    <a:pt x="1696" y="106"/>
                    <a:pt x="1334" y="0"/>
                    <a:pt x="108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84"/>
            <p:cNvSpPr/>
            <p:nvPr/>
          </p:nvSpPr>
          <p:spPr>
            <a:xfrm>
              <a:off x="7646198" y="2041495"/>
              <a:ext cx="12556" cy="12634"/>
            </a:xfrm>
            <a:custGeom>
              <a:rect b="b" l="l" r="r" t="t"/>
              <a:pathLst>
                <a:path extrusionOk="0" h="482" w="479">
                  <a:moveTo>
                    <a:pt x="240" y="0"/>
                  </a:moveTo>
                  <a:cubicBezTo>
                    <a:pt x="106" y="0"/>
                    <a:pt x="1" y="109"/>
                    <a:pt x="1" y="243"/>
                  </a:cubicBezTo>
                  <a:cubicBezTo>
                    <a:pt x="1" y="373"/>
                    <a:pt x="106" y="482"/>
                    <a:pt x="240" y="482"/>
                  </a:cubicBezTo>
                  <a:cubicBezTo>
                    <a:pt x="373" y="482"/>
                    <a:pt x="479" y="373"/>
                    <a:pt x="479" y="243"/>
                  </a:cubicBezTo>
                  <a:cubicBezTo>
                    <a:pt x="479" y="109"/>
                    <a:pt x="373" y="0"/>
                    <a:pt x="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84"/>
            <p:cNvSpPr/>
            <p:nvPr/>
          </p:nvSpPr>
          <p:spPr>
            <a:xfrm>
              <a:off x="7539565" y="2041495"/>
              <a:ext cx="12556" cy="12634"/>
            </a:xfrm>
            <a:custGeom>
              <a:rect b="b" l="l" r="r" t="t"/>
              <a:pathLst>
                <a:path extrusionOk="0" h="482" w="479">
                  <a:moveTo>
                    <a:pt x="239" y="0"/>
                  </a:moveTo>
                  <a:cubicBezTo>
                    <a:pt x="109" y="0"/>
                    <a:pt x="0" y="109"/>
                    <a:pt x="0" y="243"/>
                  </a:cubicBezTo>
                  <a:cubicBezTo>
                    <a:pt x="0" y="373"/>
                    <a:pt x="109" y="482"/>
                    <a:pt x="239" y="482"/>
                  </a:cubicBezTo>
                  <a:cubicBezTo>
                    <a:pt x="373" y="482"/>
                    <a:pt x="478" y="373"/>
                    <a:pt x="478" y="243"/>
                  </a:cubicBezTo>
                  <a:cubicBezTo>
                    <a:pt x="478" y="109"/>
                    <a:pt x="373"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84"/>
            <p:cNvSpPr/>
            <p:nvPr/>
          </p:nvSpPr>
          <p:spPr>
            <a:xfrm>
              <a:off x="7563995" y="2055309"/>
              <a:ext cx="70354" cy="68048"/>
            </a:xfrm>
            <a:custGeom>
              <a:rect b="b" l="l" r="r" t="t"/>
              <a:pathLst>
                <a:path extrusionOk="0" h="2596" w="2684">
                  <a:moveTo>
                    <a:pt x="1340" y="423"/>
                  </a:moveTo>
                  <a:cubicBezTo>
                    <a:pt x="1449" y="423"/>
                    <a:pt x="1684" y="528"/>
                    <a:pt x="1906" y="725"/>
                  </a:cubicBezTo>
                  <a:cubicBezTo>
                    <a:pt x="2078" y="876"/>
                    <a:pt x="2198" y="1045"/>
                    <a:pt x="2244" y="1189"/>
                  </a:cubicBezTo>
                  <a:cubicBezTo>
                    <a:pt x="1952" y="1020"/>
                    <a:pt x="1582" y="904"/>
                    <a:pt x="1340" y="904"/>
                  </a:cubicBezTo>
                  <a:cubicBezTo>
                    <a:pt x="1101" y="904"/>
                    <a:pt x="728" y="1017"/>
                    <a:pt x="440" y="1189"/>
                  </a:cubicBezTo>
                  <a:cubicBezTo>
                    <a:pt x="485" y="1045"/>
                    <a:pt x="605" y="876"/>
                    <a:pt x="777" y="725"/>
                  </a:cubicBezTo>
                  <a:cubicBezTo>
                    <a:pt x="995" y="528"/>
                    <a:pt x="1231" y="423"/>
                    <a:pt x="1340" y="423"/>
                  </a:cubicBezTo>
                  <a:close/>
                  <a:moveTo>
                    <a:pt x="1343" y="1326"/>
                  </a:moveTo>
                  <a:cubicBezTo>
                    <a:pt x="1558" y="1326"/>
                    <a:pt x="1927" y="1470"/>
                    <a:pt x="2135" y="1622"/>
                  </a:cubicBezTo>
                  <a:cubicBezTo>
                    <a:pt x="2068" y="1713"/>
                    <a:pt x="1990" y="1794"/>
                    <a:pt x="1906" y="1868"/>
                  </a:cubicBezTo>
                  <a:cubicBezTo>
                    <a:pt x="1684" y="2065"/>
                    <a:pt x="1449" y="2170"/>
                    <a:pt x="1340" y="2170"/>
                  </a:cubicBezTo>
                  <a:cubicBezTo>
                    <a:pt x="1231" y="2170"/>
                    <a:pt x="995" y="2065"/>
                    <a:pt x="774" y="1868"/>
                  </a:cubicBezTo>
                  <a:cubicBezTo>
                    <a:pt x="689" y="1794"/>
                    <a:pt x="615" y="1710"/>
                    <a:pt x="552" y="1622"/>
                  </a:cubicBezTo>
                  <a:cubicBezTo>
                    <a:pt x="763" y="1463"/>
                    <a:pt x="1139" y="1326"/>
                    <a:pt x="1343" y="1326"/>
                  </a:cubicBezTo>
                  <a:close/>
                  <a:moveTo>
                    <a:pt x="1343" y="1"/>
                  </a:moveTo>
                  <a:cubicBezTo>
                    <a:pt x="872" y="1"/>
                    <a:pt x="0" y="669"/>
                    <a:pt x="0" y="1298"/>
                  </a:cubicBezTo>
                  <a:cubicBezTo>
                    <a:pt x="0" y="1928"/>
                    <a:pt x="872" y="2596"/>
                    <a:pt x="1343" y="2596"/>
                  </a:cubicBezTo>
                  <a:cubicBezTo>
                    <a:pt x="1811" y="2596"/>
                    <a:pt x="2683" y="1928"/>
                    <a:pt x="2683" y="1298"/>
                  </a:cubicBezTo>
                  <a:cubicBezTo>
                    <a:pt x="2683" y="669"/>
                    <a:pt x="1811" y="1"/>
                    <a:pt x="13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84"/>
            <p:cNvSpPr/>
            <p:nvPr/>
          </p:nvSpPr>
          <p:spPr>
            <a:xfrm>
              <a:off x="7528504" y="2030434"/>
              <a:ext cx="34758" cy="40656"/>
            </a:xfrm>
            <a:custGeom>
              <a:rect b="b" l="l" r="r" t="t"/>
              <a:pathLst>
                <a:path extrusionOk="0" h="1551" w="1326">
                  <a:moveTo>
                    <a:pt x="663" y="422"/>
                  </a:moveTo>
                  <a:cubicBezTo>
                    <a:pt x="784" y="422"/>
                    <a:pt x="904" y="503"/>
                    <a:pt x="904" y="665"/>
                  </a:cubicBezTo>
                  <a:lnTo>
                    <a:pt x="904" y="890"/>
                  </a:lnTo>
                  <a:cubicBezTo>
                    <a:pt x="904" y="1023"/>
                    <a:pt x="795" y="1129"/>
                    <a:pt x="661" y="1129"/>
                  </a:cubicBezTo>
                  <a:cubicBezTo>
                    <a:pt x="531" y="1129"/>
                    <a:pt x="422" y="1023"/>
                    <a:pt x="422" y="890"/>
                  </a:cubicBezTo>
                  <a:lnTo>
                    <a:pt x="422" y="665"/>
                  </a:lnTo>
                  <a:cubicBezTo>
                    <a:pt x="422" y="503"/>
                    <a:pt x="543" y="422"/>
                    <a:pt x="663" y="422"/>
                  </a:cubicBezTo>
                  <a:close/>
                  <a:moveTo>
                    <a:pt x="661" y="0"/>
                  </a:moveTo>
                  <a:cubicBezTo>
                    <a:pt x="296" y="0"/>
                    <a:pt x="0" y="299"/>
                    <a:pt x="0" y="665"/>
                  </a:cubicBezTo>
                  <a:lnTo>
                    <a:pt x="0" y="890"/>
                  </a:lnTo>
                  <a:cubicBezTo>
                    <a:pt x="0" y="1255"/>
                    <a:pt x="296" y="1551"/>
                    <a:pt x="661" y="1551"/>
                  </a:cubicBezTo>
                  <a:cubicBezTo>
                    <a:pt x="1031" y="1551"/>
                    <a:pt x="1326" y="1255"/>
                    <a:pt x="1326" y="890"/>
                  </a:cubicBezTo>
                  <a:lnTo>
                    <a:pt x="1326" y="665"/>
                  </a:lnTo>
                  <a:cubicBezTo>
                    <a:pt x="1326" y="299"/>
                    <a:pt x="1027"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84"/>
            <p:cNvSpPr/>
            <p:nvPr/>
          </p:nvSpPr>
          <p:spPr>
            <a:xfrm>
              <a:off x="7635057" y="2030434"/>
              <a:ext cx="34863" cy="40656"/>
            </a:xfrm>
            <a:custGeom>
              <a:rect b="b" l="l" r="r" t="t"/>
              <a:pathLst>
                <a:path extrusionOk="0" h="1551" w="1330">
                  <a:moveTo>
                    <a:pt x="665" y="422"/>
                  </a:moveTo>
                  <a:cubicBezTo>
                    <a:pt x="784" y="422"/>
                    <a:pt x="904" y="503"/>
                    <a:pt x="904" y="665"/>
                  </a:cubicBezTo>
                  <a:lnTo>
                    <a:pt x="904" y="890"/>
                  </a:lnTo>
                  <a:cubicBezTo>
                    <a:pt x="904" y="1023"/>
                    <a:pt x="798" y="1129"/>
                    <a:pt x="665" y="1129"/>
                  </a:cubicBezTo>
                  <a:cubicBezTo>
                    <a:pt x="531" y="1129"/>
                    <a:pt x="426" y="1023"/>
                    <a:pt x="426" y="890"/>
                  </a:cubicBezTo>
                  <a:lnTo>
                    <a:pt x="426" y="665"/>
                  </a:lnTo>
                  <a:cubicBezTo>
                    <a:pt x="426" y="503"/>
                    <a:pt x="545" y="422"/>
                    <a:pt x="665" y="422"/>
                  </a:cubicBezTo>
                  <a:close/>
                  <a:moveTo>
                    <a:pt x="665" y="0"/>
                  </a:moveTo>
                  <a:cubicBezTo>
                    <a:pt x="299" y="0"/>
                    <a:pt x="4" y="299"/>
                    <a:pt x="0" y="665"/>
                  </a:cubicBezTo>
                  <a:lnTo>
                    <a:pt x="0" y="890"/>
                  </a:lnTo>
                  <a:cubicBezTo>
                    <a:pt x="0" y="1255"/>
                    <a:pt x="299" y="1551"/>
                    <a:pt x="665" y="1551"/>
                  </a:cubicBezTo>
                  <a:cubicBezTo>
                    <a:pt x="1031" y="1551"/>
                    <a:pt x="1329" y="1255"/>
                    <a:pt x="1329" y="890"/>
                  </a:cubicBezTo>
                  <a:lnTo>
                    <a:pt x="1329" y="665"/>
                  </a:lnTo>
                  <a:cubicBezTo>
                    <a:pt x="1326" y="299"/>
                    <a:pt x="1031" y="0"/>
                    <a:pt x="6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84"/>
            <p:cNvSpPr/>
            <p:nvPr/>
          </p:nvSpPr>
          <p:spPr>
            <a:xfrm>
              <a:off x="7401661" y="1959345"/>
              <a:ext cx="394996" cy="378325"/>
            </a:xfrm>
            <a:custGeom>
              <a:rect b="b" l="l" r="r" t="t"/>
              <a:pathLst>
                <a:path extrusionOk="0" h="14433" w="15069">
                  <a:moveTo>
                    <a:pt x="778" y="3338"/>
                  </a:moveTo>
                  <a:lnTo>
                    <a:pt x="778" y="3338"/>
                  </a:lnTo>
                  <a:cubicBezTo>
                    <a:pt x="1892" y="4284"/>
                    <a:pt x="3085" y="4833"/>
                    <a:pt x="3591" y="5036"/>
                  </a:cubicBezTo>
                  <a:cubicBezTo>
                    <a:pt x="3524" y="5226"/>
                    <a:pt x="3433" y="5406"/>
                    <a:pt x="3317" y="5571"/>
                  </a:cubicBezTo>
                  <a:cubicBezTo>
                    <a:pt x="3176" y="5764"/>
                    <a:pt x="3053" y="5965"/>
                    <a:pt x="2944" y="6176"/>
                  </a:cubicBezTo>
                  <a:cubicBezTo>
                    <a:pt x="2153" y="6172"/>
                    <a:pt x="1565" y="5944"/>
                    <a:pt x="1203" y="5490"/>
                  </a:cubicBezTo>
                  <a:cubicBezTo>
                    <a:pt x="679" y="4836"/>
                    <a:pt x="714" y="3858"/>
                    <a:pt x="778" y="3338"/>
                  </a:cubicBezTo>
                  <a:close/>
                  <a:moveTo>
                    <a:pt x="7537" y="426"/>
                  </a:moveTo>
                  <a:cubicBezTo>
                    <a:pt x="7562" y="426"/>
                    <a:pt x="7588" y="426"/>
                    <a:pt x="7614" y="426"/>
                  </a:cubicBezTo>
                  <a:cubicBezTo>
                    <a:pt x="9266" y="462"/>
                    <a:pt x="10684" y="1724"/>
                    <a:pt x="10909" y="3366"/>
                  </a:cubicBezTo>
                  <a:cubicBezTo>
                    <a:pt x="10944" y="3616"/>
                    <a:pt x="10951" y="3865"/>
                    <a:pt x="10930" y="4119"/>
                  </a:cubicBezTo>
                  <a:cubicBezTo>
                    <a:pt x="10895" y="4572"/>
                    <a:pt x="10982" y="5029"/>
                    <a:pt x="11190" y="5437"/>
                  </a:cubicBezTo>
                  <a:cubicBezTo>
                    <a:pt x="11231" y="5521"/>
                    <a:pt x="11300" y="5555"/>
                    <a:pt x="11370" y="5555"/>
                  </a:cubicBezTo>
                  <a:cubicBezTo>
                    <a:pt x="11508" y="5555"/>
                    <a:pt x="11648" y="5416"/>
                    <a:pt x="11566" y="5247"/>
                  </a:cubicBezTo>
                  <a:cubicBezTo>
                    <a:pt x="11535" y="5181"/>
                    <a:pt x="11503" y="5110"/>
                    <a:pt x="11478" y="5040"/>
                  </a:cubicBezTo>
                  <a:cubicBezTo>
                    <a:pt x="11981" y="4836"/>
                    <a:pt x="13177" y="4287"/>
                    <a:pt x="14295" y="3338"/>
                  </a:cubicBezTo>
                  <a:lnTo>
                    <a:pt x="14295" y="3338"/>
                  </a:lnTo>
                  <a:cubicBezTo>
                    <a:pt x="14358" y="3855"/>
                    <a:pt x="14393" y="4833"/>
                    <a:pt x="13869" y="5490"/>
                  </a:cubicBezTo>
                  <a:cubicBezTo>
                    <a:pt x="13504" y="5944"/>
                    <a:pt x="12920" y="6176"/>
                    <a:pt x="12129" y="6176"/>
                  </a:cubicBezTo>
                  <a:cubicBezTo>
                    <a:pt x="12094" y="6109"/>
                    <a:pt x="12058" y="6042"/>
                    <a:pt x="12023" y="5982"/>
                  </a:cubicBezTo>
                  <a:cubicBezTo>
                    <a:pt x="11980" y="5901"/>
                    <a:pt x="11912" y="5868"/>
                    <a:pt x="11845" y="5868"/>
                  </a:cubicBezTo>
                  <a:cubicBezTo>
                    <a:pt x="11698" y="5868"/>
                    <a:pt x="11552" y="6025"/>
                    <a:pt x="11658" y="6193"/>
                  </a:cubicBezTo>
                  <a:cubicBezTo>
                    <a:pt x="12034" y="6847"/>
                    <a:pt x="12248" y="7579"/>
                    <a:pt x="12287" y="8331"/>
                  </a:cubicBezTo>
                  <a:lnTo>
                    <a:pt x="11390" y="8781"/>
                  </a:lnTo>
                  <a:lnTo>
                    <a:pt x="10139" y="7945"/>
                  </a:lnTo>
                  <a:cubicBezTo>
                    <a:pt x="10103" y="7921"/>
                    <a:pt x="10062" y="7909"/>
                    <a:pt x="10021" y="7909"/>
                  </a:cubicBezTo>
                  <a:cubicBezTo>
                    <a:pt x="9966" y="7909"/>
                    <a:pt x="9912" y="7930"/>
                    <a:pt x="9871" y="7973"/>
                  </a:cubicBezTo>
                  <a:lnTo>
                    <a:pt x="9643" y="8198"/>
                  </a:lnTo>
                  <a:cubicBezTo>
                    <a:pt x="9499" y="8352"/>
                    <a:pt x="9637" y="8559"/>
                    <a:pt x="9798" y="8559"/>
                  </a:cubicBezTo>
                  <a:cubicBezTo>
                    <a:pt x="9846" y="8559"/>
                    <a:pt x="9896" y="8540"/>
                    <a:pt x="9942" y="8497"/>
                  </a:cubicBezTo>
                  <a:lnTo>
                    <a:pt x="10047" y="8395"/>
                  </a:lnTo>
                  <a:lnTo>
                    <a:pt x="11260" y="9200"/>
                  </a:lnTo>
                  <a:cubicBezTo>
                    <a:pt x="11296" y="9224"/>
                    <a:pt x="11337" y="9235"/>
                    <a:pt x="11378" y="9235"/>
                  </a:cubicBezTo>
                  <a:cubicBezTo>
                    <a:pt x="11410" y="9235"/>
                    <a:pt x="11442" y="9228"/>
                    <a:pt x="11471" y="9214"/>
                  </a:cubicBezTo>
                  <a:lnTo>
                    <a:pt x="12973" y="8461"/>
                  </a:lnTo>
                  <a:lnTo>
                    <a:pt x="12973" y="8570"/>
                  </a:lnTo>
                  <a:cubicBezTo>
                    <a:pt x="12973" y="11577"/>
                    <a:pt x="10536" y="14010"/>
                    <a:pt x="7533" y="14010"/>
                  </a:cubicBezTo>
                  <a:cubicBezTo>
                    <a:pt x="4530" y="14010"/>
                    <a:pt x="2096" y="11577"/>
                    <a:pt x="2096" y="8570"/>
                  </a:cubicBezTo>
                  <a:cubicBezTo>
                    <a:pt x="2096" y="8416"/>
                    <a:pt x="2100" y="8254"/>
                    <a:pt x="2107" y="8096"/>
                  </a:cubicBezTo>
                  <a:lnTo>
                    <a:pt x="2881" y="8736"/>
                  </a:lnTo>
                  <a:cubicBezTo>
                    <a:pt x="2921" y="8769"/>
                    <a:pt x="2970" y="8786"/>
                    <a:pt x="3018" y="8786"/>
                  </a:cubicBezTo>
                  <a:cubicBezTo>
                    <a:pt x="3063" y="8786"/>
                    <a:pt x="3107" y="8771"/>
                    <a:pt x="3144" y="8743"/>
                  </a:cubicBezTo>
                  <a:lnTo>
                    <a:pt x="3900" y="8173"/>
                  </a:lnTo>
                  <a:lnTo>
                    <a:pt x="5616" y="9889"/>
                  </a:lnTo>
                  <a:cubicBezTo>
                    <a:pt x="5657" y="9930"/>
                    <a:pt x="5711" y="9950"/>
                    <a:pt x="5764" y="9950"/>
                  </a:cubicBezTo>
                  <a:cubicBezTo>
                    <a:pt x="5820" y="9950"/>
                    <a:pt x="5877" y="9927"/>
                    <a:pt x="5919" y="9882"/>
                  </a:cubicBezTo>
                  <a:lnTo>
                    <a:pt x="7086" y="8648"/>
                  </a:lnTo>
                  <a:lnTo>
                    <a:pt x="8289" y="9850"/>
                  </a:lnTo>
                  <a:cubicBezTo>
                    <a:pt x="8331" y="9891"/>
                    <a:pt x="8386" y="9911"/>
                    <a:pt x="8440" y="9911"/>
                  </a:cubicBezTo>
                  <a:cubicBezTo>
                    <a:pt x="8494" y="9911"/>
                    <a:pt x="8547" y="9891"/>
                    <a:pt x="8588" y="9850"/>
                  </a:cubicBezTo>
                  <a:lnTo>
                    <a:pt x="9266" y="9172"/>
                  </a:lnTo>
                  <a:cubicBezTo>
                    <a:pt x="9428" y="9019"/>
                    <a:pt x="9285" y="8802"/>
                    <a:pt x="9120" y="8802"/>
                  </a:cubicBezTo>
                  <a:cubicBezTo>
                    <a:pt x="9068" y="8802"/>
                    <a:pt x="9015" y="8823"/>
                    <a:pt x="8968" y="8873"/>
                  </a:cubicBezTo>
                  <a:lnTo>
                    <a:pt x="8440" y="9400"/>
                  </a:lnTo>
                  <a:lnTo>
                    <a:pt x="7234" y="8198"/>
                  </a:lnTo>
                  <a:cubicBezTo>
                    <a:pt x="7192" y="8156"/>
                    <a:pt x="7135" y="8134"/>
                    <a:pt x="7079" y="8134"/>
                  </a:cubicBezTo>
                  <a:cubicBezTo>
                    <a:pt x="7023" y="8134"/>
                    <a:pt x="6967" y="8159"/>
                    <a:pt x="6928" y="8201"/>
                  </a:cubicBezTo>
                  <a:lnTo>
                    <a:pt x="5761" y="9436"/>
                  </a:lnTo>
                  <a:lnTo>
                    <a:pt x="4069" y="7744"/>
                  </a:lnTo>
                  <a:cubicBezTo>
                    <a:pt x="4027" y="7704"/>
                    <a:pt x="3973" y="7683"/>
                    <a:pt x="3920" y="7683"/>
                  </a:cubicBezTo>
                  <a:cubicBezTo>
                    <a:pt x="3875" y="7683"/>
                    <a:pt x="3830" y="7698"/>
                    <a:pt x="3791" y="7727"/>
                  </a:cubicBezTo>
                  <a:lnTo>
                    <a:pt x="3021" y="8303"/>
                  </a:lnTo>
                  <a:lnTo>
                    <a:pt x="2796" y="8117"/>
                  </a:lnTo>
                  <a:cubicBezTo>
                    <a:pt x="2877" y="7287"/>
                    <a:pt x="3172" y="6492"/>
                    <a:pt x="3658" y="5817"/>
                  </a:cubicBezTo>
                  <a:cubicBezTo>
                    <a:pt x="4016" y="5311"/>
                    <a:pt x="4182" y="4702"/>
                    <a:pt x="4143" y="4052"/>
                  </a:cubicBezTo>
                  <a:cubicBezTo>
                    <a:pt x="4136" y="3978"/>
                    <a:pt x="4132" y="3904"/>
                    <a:pt x="4132" y="3830"/>
                  </a:cubicBezTo>
                  <a:cubicBezTo>
                    <a:pt x="4132" y="1947"/>
                    <a:pt x="5662" y="426"/>
                    <a:pt x="7537" y="426"/>
                  </a:cubicBezTo>
                  <a:close/>
                  <a:moveTo>
                    <a:pt x="7534" y="0"/>
                  </a:moveTo>
                  <a:cubicBezTo>
                    <a:pt x="5427" y="0"/>
                    <a:pt x="3707" y="1706"/>
                    <a:pt x="3707" y="3827"/>
                  </a:cubicBezTo>
                  <a:cubicBezTo>
                    <a:pt x="3707" y="3911"/>
                    <a:pt x="3710" y="3996"/>
                    <a:pt x="3714" y="4076"/>
                  </a:cubicBezTo>
                  <a:cubicBezTo>
                    <a:pt x="3728" y="4259"/>
                    <a:pt x="3721" y="4439"/>
                    <a:pt x="3693" y="4618"/>
                  </a:cubicBezTo>
                  <a:cubicBezTo>
                    <a:pt x="3134" y="4386"/>
                    <a:pt x="1878" y="3792"/>
                    <a:pt x="778" y="2768"/>
                  </a:cubicBezTo>
                  <a:cubicBezTo>
                    <a:pt x="735" y="2728"/>
                    <a:pt x="684" y="2710"/>
                    <a:pt x="633" y="2710"/>
                  </a:cubicBezTo>
                  <a:cubicBezTo>
                    <a:pt x="540" y="2710"/>
                    <a:pt x="451" y="2771"/>
                    <a:pt x="426" y="2870"/>
                  </a:cubicBezTo>
                  <a:cubicBezTo>
                    <a:pt x="408" y="2944"/>
                    <a:pt x="1" y="4664"/>
                    <a:pt x="869" y="5750"/>
                  </a:cubicBezTo>
                  <a:cubicBezTo>
                    <a:pt x="1284" y="6271"/>
                    <a:pt x="1914" y="6552"/>
                    <a:pt x="2743" y="6591"/>
                  </a:cubicBezTo>
                  <a:cubicBezTo>
                    <a:pt x="2582" y="6978"/>
                    <a:pt x="2469" y="7382"/>
                    <a:pt x="2409" y="7797"/>
                  </a:cubicBezTo>
                  <a:lnTo>
                    <a:pt x="2058" y="7505"/>
                  </a:lnTo>
                  <a:cubicBezTo>
                    <a:pt x="2016" y="7471"/>
                    <a:pt x="1968" y="7455"/>
                    <a:pt x="1921" y="7455"/>
                  </a:cubicBezTo>
                  <a:cubicBezTo>
                    <a:pt x="1817" y="7455"/>
                    <a:pt x="1719" y="7531"/>
                    <a:pt x="1710" y="7649"/>
                  </a:cubicBezTo>
                  <a:cubicBezTo>
                    <a:pt x="1685" y="7955"/>
                    <a:pt x="1674" y="8265"/>
                    <a:pt x="1674" y="8570"/>
                  </a:cubicBezTo>
                  <a:cubicBezTo>
                    <a:pt x="1674" y="11802"/>
                    <a:pt x="4301" y="14432"/>
                    <a:pt x="7533" y="14432"/>
                  </a:cubicBezTo>
                  <a:cubicBezTo>
                    <a:pt x="10764" y="14432"/>
                    <a:pt x="13395" y="11802"/>
                    <a:pt x="13395" y="8570"/>
                  </a:cubicBezTo>
                  <a:cubicBezTo>
                    <a:pt x="13395" y="8419"/>
                    <a:pt x="13391" y="8265"/>
                    <a:pt x="13384" y="8110"/>
                  </a:cubicBezTo>
                  <a:cubicBezTo>
                    <a:pt x="13379" y="7988"/>
                    <a:pt x="13279" y="7907"/>
                    <a:pt x="13173" y="7907"/>
                  </a:cubicBezTo>
                  <a:cubicBezTo>
                    <a:pt x="13129" y="7907"/>
                    <a:pt x="13083" y="7921"/>
                    <a:pt x="13043" y="7952"/>
                  </a:cubicBezTo>
                  <a:lnTo>
                    <a:pt x="12695" y="8127"/>
                  </a:lnTo>
                  <a:cubicBezTo>
                    <a:pt x="12649" y="7600"/>
                    <a:pt x="12526" y="7080"/>
                    <a:pt x="12322" y="6591"/>
                  </a:cubicBezTo>
                  <a:cubicBezTo>
                    <a:pt x="13152" y="6552"/>
                    <a:pt x="13782" y="6271"/>
                    <a:pt x="14196" y="5754"/>
                  </a:cubicBezTo>
                  <a:cubicBezTo>
                    <a:pt x="15069" y="4664"/>
                    <a:pt x="14661" y="2944"/>
                    <a:pt x="14640" y="2874"/>
                  </a:cubicBezTo>
                  <a:cubicBezTo>
                    <a:pt x="14615" y="2772"/>
                    <a:pt x="14525" y="2712"/>
                    <a:pt x="14433" y="2712"/>
                  </a:cubicBezTo>
                  <a:cubicBezTo>
                    <a:pt x="14383" y="2712"/>
                    <a:pt x="14332" y="2730"/>
                    <a:pt x="14291" y="2768"/>
                  </a:cubicBezTo>
                  <a:cubicBezTo>
                    <a:pt x="13184" y="3799"/>
                    <a:pt x="11918" y="4396"/>
                    <a:pt x="11366" y="4625"/>
                  </a:cubicBezTo>
                  <a:cubicBezTo>
                    <a:pt x="11341" y="4467"/>
                    <a:pt x="11334" y="4309"/>
                    <a:pt x="11348" y="4154"/>
                  </a:cubicBezTo>
                  <a:cubicBezTo>
                    <a:pt x="11373" y="3869"/>
                    <a:pt x="11366" y="3588"/>
                    <a:pt x="11327" y="3306"/>
                  </a:cubicBezTo>
                  <a:cubicBezTo>
                    <a:pt x="11070" y="1460"/>
                    <a:pt x="9477" y="40"/>
                    <a:pt x="7617" y="1"/>
                  </a:cubicBezTo>
                  <a:cubicBezTo>
                    <a:pt x="7589" y="0"/>
                    <a:pt x="7562" y="0"/>
                    <a:pt x="75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3" name="Google Shape;16763;p84"/>
          <p:cNvGrpSpPr/>
          <p:nvPr/>
        </p:nvGrpSpPr>
        <p:grpSpPr>
          <a:xfrm>
            <a:off x="6569336" y="3348136"/>
            <a:ext cx="387893" cy="360972"/>
            <a:chOff x="6569336" y="3348136"/>
            <a:chExt cx="387893" cy="360972"/>
          </a:xfrm>
        </p:grpSpPr>
        <p:sp>
          <p:nvSpPr>
            <p:cNvPr id="16764" name="Google Shape;16764;p84"/>
            <p:cNvSpPr/>
            <p:nvPr/>
          </p:nvSpPr>
          <p:spPr>
            <a:xfrm>
              <a:off x="6595601" y="3353405"/>
              <a:ext cx="350461" cy="350382"/>
            </a:xfrm>
            <a:custGeom>
              <a:rect b="b" l="l" r="r" t="t"/>
              <a:pathLst>
                <a:path extrusionOk="0" h="13367" w="13370">
                  <a:moveTo>
                    <a:pt x="6685" y="1"/>
                  </a:moveTo>
                  <a:cubicBezTo>
                    <a:pt x="2993" y="1"/>
                    <a:pt x="0" y="2993"/>
                    <a:pt x="0" y="6685"/>
                  </a:cubicBezTo>
                  <a:cubicBezTo>
                    <a:pt x="0" y="10374"/>
                    <a:pt x="2993" y="13367"/>
                    <a:pt x="6685" y="13367"/>
                  </a:cubicBezTo>
                  <a:cubicBezTo>
                    <a:pt x="10377" y="13367"/>
                    <a:pt x="13370" y="10374"/>
                    <a:pt x="13370" y="6685"/>
                  </a:cubicBezTo>
                  <a:cubicBezTo>
                    <a:pt x="13370" y="2993"/>
                    <a:pt x="10377"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84"/>
            <p:cNvSpPr/>
            <p:nvPr/>
          </p:nvSpPr>
          <p:spPr>
            <a:xfrm>
              <a:off x="6590516" y="3379408"/>
              <a:ext cx="329570" cy="324380"/>
            </a:xfrm>
            <a:custGeom>
              <a:rect b="b" l="l" r="r" t="t"/>
              <a:pathLst>
                <a:path extrusionOk="0" h="12375" w="12573">
                  <a:moveTo>
                    <a:pt x="3377" y="0"/>
                  </a:moveTo>
                  <a:cubicBezTo>
                    <a:pt x="1636" y="1069"/>
                    <a:pt x="479" y="2880"/>
                    <a:pt x="240" y="4913"/>
                  </a:cubicBezTo>
                  <a:cubicBezTo>
                    <a:pt x="1" y="6942"/>
                    <a:pt x="708" y="8971"/>
                    <a:pt x="2153" y="10419"/>
                  </a:cubicBezTo>
                  <a:cubicBezTo>
                    <a:pt x="3412" y="11679"/>
                    <a:pt x="5115" y="12375"/>
                    <a:pt x="6877" y="12375"/>
                  </a:cubicBezTo>
                  <a:cubicBezTo>
                    <a:pt x="7137" y="12375"/>
                    <a:pt x="7398" y="12360"/>
                    <a:pt x="7660" y="12329"/>
                  </a:cubicBezTo>
                  <a:cubicBezTo>
                    <a:pt x="9689" y="12090"/>
                    <a:pt x="11500" y="10936"/>
                    <a:pt x="12572" y="9192"/>
                  </a:cubicBezTo>
                  <a:lnTo>
                    <a:pt x="12572" y="9192"/>
                  </a:lnTo>
                  <a:cubicBezTo>
                    <a:pt x="11526" y="9839"/>
                    <a:pt x="10320" y="10184"/>
                    <a:pt x="9089" y="10184"/>
                  </a:cubicBezTo>
                  <a:cubicBezTo>
                    <a:pt x="9082" y="10184"/>
                    <a:pt x="9076" y="10184"/>
                    <a:pt x="9070" y="10184"/>
                  </a:cubicBezTo>
                  <a:cubicBezTo>
                    <a:pt x="6650" y="10184"/>
                    <a:pt x="4418" y="8876"/>
                    <a:pt x="3236" y="6762"/>
                  </a:cubicBezTo>
                  <a:cubicBezTo>
                    <a:pt x="2054" y="4649"/>
                    <a:pt x="2111" y="2061"/>
                    <a:pt x="3377"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84"/>
            <p:cNvSpPr/>
            <p:nvPr/>
          </p:nvSpPr>
          <p:spPr>
            <a:xfrm>
              <a:off x="6780504" y="3544337"/>
              <a:ext cx="32477" cy="24142"/>
            </a:xfrm>
            <a:custGeom>
              <a:rect b="b" l="l" r="r" t="t"/>
              <a:pathLst>
                <a:path extrusionOk="0" h="921" w="1239">
                  <a:moveTo>
                    <a:pt x="412" y="0"/>
                  </a:moveTo>
                  <a:cubicBezTo>
                    <a:pt x="325" y="0"/>
                    <a:pt x="246" y="51"/>
                    <a:pt x="211" y="129"/>
                  </a:cubicBezTo>
                  <a:lnTo>
                    <a:pt x="32" y="541"/>
                  </a:lnTo>
                  <a:cubicBezTo>
                    <a:pt x="0" y="614"/>
                    <a:pt x="35" y="699"/>
                    <a:pt x="113" y="731"/>
                  </a:cubicBezTo>
                  <a:lnTo>
                    <a:pt x="595" y="906"/>
                  </a:lnTo>
                  <a:cubicBezTo>
                    <a:pt x="619" y="916"/>
                    <a:pt x="644" y="921"/>
                    <a:pt x="670" y="921"/>
                  </a:cubicBezTo>
                  <a:cubicBezTo>
                    <a:pt x="735" y="921"/>
                    <a:pt x="800" y="889"/>
                    <a:pt x="841" y="836"/>
                  </a:cubicBezTo>
                  <a:lnTo>
                    <a:pt x="1140" y="439"/>
                  </a:lnTo>
                  <a:cubicBezTo>
                    <a:pt x="1238" y="312"/>
                    <a:pt x="1164" y="126"/>
                    <a:pt x="1006" y="98"/>
                  </a:cubicBezTo>
                  <a:lnTo>
                    <a:pt x="443" y="3"/>
                  </a:lnTo>
                  <a:cubicBezTo>
                    <a:pt x="433" y="1"/>
                    <a:pt x="422" y="0"/>
                    <a:pt x="412"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84"/>
            <p:cNvSpPr/>
            <p:nvPr/>
          </p:nvSpPr>
          <p:spPr>
            <a:xfrm>
              <a:off x="6834135" y="3547325"/>
              <a:ext cx="38113" cy="22333"/>
            </a:xfrm>
            <a:custGeom>
              <a:rect b="b" l="l" r="r" t="t"/>
              <a:pathLst>
                <a:path extrusionOk="0" h="852" w="1454">
                  <a:moveTo>
                    <a:pt x="712" y="1"/>
                  </a:moveTo>
                  <a:cubicBezTo>
                    <a:pt x="651" y="1"/>
                    <a:pt x="589" y="13"/>
                    <a:pt x="532" y="40"/>
                  </a:cubicBezTo>
                  <a:lnTo>
                    <a:pt x="110" y="233"/>
                  </a:lnTo>
                  <a:cubicBezTo>
                    <a:pt x="1" y="286"/>
                    <a:pt x="1" y="444"/>
                    <a:pt x="113" y="493"/>
                  </a:cubicBezTo>
                  <a:lnTo>
                    <a:pt x="817" y="813"/>
                  </a:lnTo>
                  <a:cubicBezTo>
                    <a:pt x="874" y="839"/>
                    <a:pt x="934" y="851"/>
                    <a:pt x="995" y="851"/>
                  </a:cubicBezTo>
                  <a:cubicBezTo>
                    <a:pt x="1069" y="851"/>
                    <a:pt x="1143" y="833"/>
                    <a:pt x="1210" y="796"/>
                  </a:cubicBezTo>
                  <a:lnTo>
                    <a:pt x="1358" y="711"/>
                  </a:lnTo>
                  <a:cubicBezTo>
                    <a:pt x="1439" y="662"/>
                    <a:pt x="1453" y="550"/>
                    <a:pt x="1386" y="483"/>
                  </a:cubicBezTo>
                  <a:lnTo>
                    <a:pt x="1014" y="124"/>
                  </a:lnTo>
                  <a:cubicBezTo>
                    <a:pt x="932" y="43"/>
                    <a:pt x="823" y="1"/>
                    <a:pt x="71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84"/>
            <p:cNvSpPr/>
            <p:nvPr/>
          </p:nvSpPr>
          <p:spPr>
            <a:xfrm>
              <a:off x="6782548" y="3585517"/>
              <a:ext cx="92085" cy="65269"/>
            </a:xfrm>
            <a:custGeom>
              <a:rect b="b" l="l" r="r" t="t"/>
              <a:pathLst>
                <a:path extrusionOk="0" h="2490" w="3513">
                  <a:moveTo>
                    <a:pt x="1951" y="1"/>
                  </a:moveTo>
                  <a:cubicBezTo>
                    <a:pt x="1907" y="1"/>
                    <a:pt x="1863" y="13"/>
                    <a:pt x="1825" y="39"/>
                  </a:cubicBezTo>
                  <a:lnTo>
                    <a:pt x="829" y="742"/>
                  </a:lnTo>
                  <a:lnTo>
                    <a:pt x="400" y="826"/>
                  </a:lnTo>
                  <a:cubicBezTo>
                    <a:pt x="207" y="861"/>
                    <a:pt x="63" y="1023"/>
                    <a:pt x="49" y="1217"/>
                  </a:cubicBezTo>
                  <a:lnTo>
                    <a:pt x="14" y="1712"/>
                  </a:lnTo>
                  <a:cubicBezTo>
                    <a:pt x="0" y="1921"/>
                    <a:pt x="163" y="2093"/>
                    <a:pt x="367" y="2093"/>
                  </a:cubicBezTo>
                  <a:cubicBezTo>
                    <a:pt x="377" y="2093"/>
                    <a:pt x="387" y="2093"/>
                    <a:pt x="397" y="2092"/>
                  </a:cubicBezTo>
                  <a:lnTo>
                    <a:pt x="1979" y="1966"/>
                  </a:lnTo>
                  <a:lnTo>
                    <a:pt x="2356" y="2412"/>
                  </a:lnTo>
                  <a:cubicBezTo>
                    <a:pt x="2399" y="2464"/>
                    <a:pt x="2459" y="2489"/>
                    <a:pt x="2520" y="2489"/>
                  </a:cubicBezTo>
                  <a:cubicBezTo>
                    <a:pt x="2587" y="2489"/>
                    <a:pt x="2654" y="2458"/>
                    <a:pt x="2697" y="2395"/>
                  </a:cubicBezTo>
                  <a:lnTo>
                    <a:pt x="3467" y="1273"/>
                  </a:lnTo>
                  <a:cubicBezTo>
                    <a:pt x="3502" y="1220"/>
                    <a:pt x="3513" y="1153"/>
                    <a:pt x="3498" y="1094"/>
                  </a:cubicBezTo>
                  <a:lnTo>
                    <a:pt x="3256" y="200"/>
                  </a:lnTo>
                  <a:lnTo>
                    <a:pt x="2732" y="327"/>
                  </a:lnTo>
                  <a:lnTo>
                    <a:pt x="2036" y="18"/>
                  </a:lnTo>
                  <a:cubicBezTo>
                    <a:pt x="2009" y="6"/>
                    <a:pt x="1980" y="1"/>
                    <a:pt x="195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84"/>
            <p:cNvSpPr/>
            <p:nvPr/>
          </p:nvSpPr>
          <p:spPr>
            <a:xfrm>
              <a:off x="6841789" y="3644023"/>
              <a:ext cx="14312" cy="6684"/>
            </a:xfrm>
            <a:custGeom>
              <a:rect b="b" l="l" r="r" t="t"/>
              <a:pathLst>
                <a:path extrusionOk="0" h="255" w="546">
                  <a:moveTo>
                    <a:pt x="546" y="1"/>
                  </a:moveTo>
                  <a:lnTo>
                    <a:pt x="546" y="1"/>
                  </a:lnTo>
                  <a:cubicBezTo>
                    <a:pt x="366" y="33"/>
                    <a:pt x="187" y="54"/>
                    <a:pt x="1" y="68"/>
                  </a:cubicBezTo>
                  <a:lnTo>
                    <a:pt x="92" y="177"/>
                  </a:lnTo>
                  <a:cubicBezTo>
                    <a:pt x="136" y="229"/>
                    <a:pt x="198" y="254"/>
                    <a:pt x="259" y="254"/>
                  </a:cubicBezTo>
                  <a:cubicBezTo>
                    <a:pt x="327" y="254"/>
                    <a:pt x="394" y="223"/>
                    <a:pt x="437" y="163"/>
                  </a:cubicBezTo>
                  <a:lnTo>
                    <a:pt x="546"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84"/>
            <p:cNvSpPr/>
            <p:nvPr/>
          </p:nvSpPr>
          <p:spPr>
            <a:xfrm>
              <a:off x="6578825" y="3353300"/>
              <a:ext cx="290566" cy="276935"/>
            </a:xfrm>
            <a:custGeom>
              <a:rect b="b" l="l" r="r" t="t"/>
              <a:pathLst>
                <a:path extrusionOk="0" h="10565" w="11085">
                  <a:moveTo>
                    <a:pt x="7321" y="1"/>
                  </a:moveTo>
                  <a:cubicBezTo>
                    <a:pt x="5575" y="1"/>
                    <a:pt x="3842" y="685"/>
                    <a:pt x="2546" y="2009"/>
                  </a:cubicBezTo>
                  <a:cubicBezTo>
                    <a:pt x="278" y="4323"/>
                    <a:pt x="0" y="7927"/>
                    <a:pt x="1882" y="10564"/>
                  </a:cubicBezTo>
                  <a:lnTo>
                    <a:pt x="1846" y="8880"/>
                  </a:lnTo>
                  <a:cubicBezTo>
                    <a:pt x="1846" y="8834"/>
                    <a:pt x="1836" y="8785"/>
                    <a:pt x="1822" y="8743"/>
                  </a:cubicBezTo>
                  <a:lnTo>
                    <a:pt x="1407" y="7611"/>
                  </a:lnTo>
                  <a:cubicBezTo>
                    <a:pt x="1365" y="7495"/>
                    <a:pt x="1354" y="7371"/>
                    <a:pt x="1382" y="7252"/>
                  </a:cubicBezTo>
                  <a:lnTo>
                    <a:pt x="1639" y="6042"/>
                  </a:lnTo>
                  <a:lnTo>
                    <a:pt x="1628" y="6039"/>
                  </a:lnTo>
                  <a:lnTo>
                    <a:pt x="2068" y="5694"/>
                  </a:lnTo>
                  <a:lnTo>
                    <a:pt x="2078" y="5037"/>
                  </a:lnTo>
                  <a:lnTo>
                    <a:pt x="2922" y="5089"/>
                  </a:lnTo>
                  <a:lnTo>
                    <a:pt x="3380" y="6394"/>
                  </a:lnTo>
                  <a:cubicBezTo>
                    <a:pt x="3426" y="6528"/>
                    <a:pt x="3546" y="6597"/>
                    <a:pt x="3667" y="6597"/>
                  </a:cubicBezTo>
                  <a:cubicBezTo>
                    <a:pt x="3774" y="6597"/>
                    <a:pt x="3882" y="6542"/>
                    <a:pt x="3939" y="6429"/>
                  </a:cubicBezTo>
                  <a:lnTo>
                    <a:pt x="4224" y="5856"/>
                  </a:lnTo>
                  <a:lnTo>
                    <a:pt x="4751" y="5494"/>
                  </a:lnTo>
                  <a:cubicBezTo>
                    <a:pt x="4826" y="5442"/>
                    <a:pt x="4912" y="5417"/>
                    <a:pt x="4997" y="5417"/>
                  </a:cubicBezTo>
                  <a:cubicBezTo>
                    <a:pt x="5126" y="5417"/>
                    <a:pt x="5253" y="5475"/>
                    <a:pt x="5338" y="5585"/>
                  </a:cubicBezTo>
                  <a:lnTo>
                    <a:pt x="5897" y="6313"/>
                  </a:lnTo>
                  <a:lnTo>
                    <a:pt x="6126" y="6327"/>
                  </a:lnTo>
                  <a:cubicBezTo>
                    <a:pt x="6214" y="6334"/>
                    <a:pt x="6291" y="6397"/>
                    <a:pt x="6316" y="6482"/>
                  </a:cubicBezTo>
                  <a:lnTo>
                    <a:pt x="6414" y="6819"/>
                  </a:lnTo>
                  <a:lnTo>
                    <a:pt x="6994" y="6612"/>
                  </a:lnTo>
                  <a:cubicBezTo>
                    <a:pt x="7174" y="6545"/>
                    <a:pt x="7290" y="6366"/>
                    <a:pt x="7272" y="6172"/>
                  </a:cubicBezTo>
                  <a:lnTo>
                    <a:pt x="7216" y="5473"/>
                  </a:lnTo>
                  <a:lnTo>
                    <a:pt x="7687" y="5307"/>
                  </a:lnTo>
                  <a:lnTo>
                    <a:pt x="8468" y="5037"/>
                  </a:lnTo>
                  <a:lnTo>
                    <a:pt x="8753" y="4935"/>
                  </a:lnTo>
                  <a:lnTo>
                    <a:pt x="8890" y="3616"/>
                  </a:lnTo>
                  <a:lnTo>
                    <a:pt x="9618" y="3194"/>
                  </a:lnTo>
                  <a:lnTo>
                    <a:pt x="9621" y="3148"/>
                  </a:lnTo>
                  <a:cubicBezTo>
                    <a:pt x="9635" y="2983"/>
                    <a:pt x="9744" y="2839"/>
                    <a:pt x="9899" y="2779"/>
                  </a:cubicBezTo>
                  <a:lnTo>
                    <a:pt x="10117" y="2695"/>
                  </a:lnTo>
                  <a:cubicBezTo>
                    <a:pt x="10230" y="2652"/>
                    <a:pt x="10286" y="2529"/>
                    <a:pt x="10244" y="2420"/>
                  </a:cubicBezTo>
                  <a:lnTo>
                    <a:pt x="10047" y="1865"/>
                  </a:lnTo>
                  <a:lnTo>
                    <a:pt x="11017" y="1218"/>
                  </a:lnTo>
                  <a:lnTo>
                    <a:pt x="11084" y="1165"/>
                  </a:lnTo>
                  <a:cubicBezTo>
                    <a:pt x="9940" y="383"/>
                    <a:pt x="8626" y="1"/>
                    <a:pt x="732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84"/>
            <p:cNvSpPr/>
            <p:nvPr/>
          </p:nvSpPr>
          <p:spPr>
            <a:xfrm>
              <a:off x="6569336" y="3379408"/>
              <a:ext cx="109699" cy="250827"/>
            </a:xfrm>
            <a:custGeom>
              <a:rect b="b" l="l" r="r" t="t"/>
              <a:pathLst>
                <a:path extrusionOk="0" h="9569" w="4185">
                  <a:moveTo>
                    <a:pt x="4185" y="0"/>
                  </a:moveTo>
                  <a:cubicBezTo>
                    <a:pt x="890" y="2026"/>
                    <a:pt x="0" y="6418"/>
                    <a:pt x="2244" y="9568"/>
                  </a:cubicBezTo>
                  <a:lnTo>
                    <a:pt x="2208" y="7884"/>
                  </a:lnTo>
                  <a:cubicBezTo>
                    <a:pt x="2208" y="7838"/>
                    <a:pt x="2198" y="7789"/>
                    <a:pt x="2184" y="7747"/>
                  </a:cubicBezTo>
                  <a:lnTo>
                    <a:pt x="1769" y="6615"/>
                  </a:lnTo>
                  <a:cubicBezTo>
                    <a:pt x="1727" y="6499"/>
                    <a:pt x="1716" y="6375"/>
                    <a:pt x="1744" y="6256"/>
                  </a:cubicBezTo>
                  <a:lnTo>
                    <a:pt x="2001" y="5046"/>
                  </a:lnTo>
                  <a:lnTo>
                    <a:pt x="1990" y="5043"/>
                  </a:lnTo>
                  <a:lnTo>
                    <a:pt x="2430" y="4695"/>
                  </a:lnTo>
                  <a:lnTo>
                    <a:pt x="2440" y="4041"/>
                  </a:lnTo>
                  <a:lnTo>
                    <a:pt x="3221" y="4090"/>
                  </a:lnTo>
                  <a:cubicBezTo>
                    <a:pt x="3207" y="3896"/>
                    <a:pt x="3197" y="3699"/>
                    <a:pt x="3197" y="3503"/>
                  </a:cubicBezTo>
                  <a:cubicBezTo>
                    <a:pt x="3193" y="2265"/>
                    <a:pt x="3538" y="1052"/>
                    <a:pt x="4185"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84"/>
            <p:cNvSpPr/>
            <p:nvPr/>
          </p:nvSpPr>
          <p:spPr>
            <a:xfrm>
              <a:off x="6571171" y="3348136"/>
              <a:ext cx="386058" cy="360972"/>
            </a:xfrm>
            <a:custGeom>
              <a:rect b="b" l="l" r="r" t="t"/>
              <a:pathLst>
                <a:path extrusionOk="0" h="13771" w="14728">
                  <a:moveTo>
                    <a:pt x="1168" y="6232"/>
                  </a:moveTo>
                  <a:lnTo>
                    <a:pt x="1312" y="6426"/>
                  </a:lnTo>
                  <a:cubicBezTo>
                    <a:pt x="1379" y="6517"/>
                    <a:pt x="1481" y="6573"/>
                    <a:pt x="1593" y="6591"/>
                  </a:cubicBezTo>
                  <a:cubicBezTo>
                    <a:pt x="1611" y="6591"/>
                    <a:pt x="1629" y="6594"/>
                    <a:pt x="1650" y="6594"/>
                  </a:cubicBezTo>
                  <a:lnTo>
                    <a:pt x="1474" y="7407"/>
                  </a:lnTo>
                  <a:cubicBezTo>
                    <a:pt x="1442" y="7561"/>
                    <a:pt x="1453" y="7727"/>
                    <a:pt x="1509" y="7874"/>
                  </a:cubicBezTo>
                  <a:lnTo>
                    <a:pt x="1924" y="9007"/>
                  </a:lnTo>
                  <a:cubicBezTo>
                    <a:pt x="1931" y="9031"/>
                    <a:pt x="1934" y="9056"/>
                    <a:pt x="1938" y="9081"/>
                  </a:cubicBezTo>
                  <a:lnTo>
                    <a:pt x="1959" y="10051"/>
                  </a:lnTo>
                  <a:cubicBezTo>
                    <a:pt x="1418" y="9084"/>
                    <a:pt x="1133" y="7994"/>
                    <a:pt x="1136" y="6886"/>
                  </a:cubicBezTo>
                  <a:cubicBezTo>
                    <a:pt x="1136" y="6665"/>
                    <a:pt x="1147" y="6447"/>
                    <a:pt x="1168" y="6232"/>
                  </a:cubicBezTo>
                  <a:close/>
                  <a:moveTo>
                    <a:pt x="7625" y="403"/>
                  </a:moveTo>
                  <a:cubicBezTo>
                    <a:pt x="8794" y="403"/>
                    <a:pt x="9971" y="718"/>
                    <a:pt x="11021" y="1365"/>
                  </a:cubicBezTo>
                  <a:lnTo>
                    <a:pt x="10230" y="1893"/>
                  </a:lnTo>
                  <a:cubicBezTo>
                    <a:pt x="10152" y="1946"/>
                    <a:pt x="10121" y="2041"/>
                    <a:pt x="10152" y="2129"/>
                  </a:cubicBezTo>
                  <a:lnTo>
                    <a:pt x="10349" y="2684"/>
                  </a:lnTo>
                  <a:cubicBezTo>
                    <a:pt x="10353" y="2691"/>
                    <a:pt x="10349" y="2698"/>
                    <a:pt x="10342" y="2702"/>
                  </a:cubicBezTo>
                  <a:lnTo>
                    <a:pt x="10121" y="2786"/>
                  </a:lnTo>
                  <a:cubicBezTo>
                    <a:pt x="9906" y="2867"/>
                    <a:pt x="9751" y="3064"/>
                    <a:pt x="9720" y="3292"/>
                  </a:cubicBezTo>
                  <a:lnTo>
                    <a:pt x="9087" y="3634"/>
                  </a:lnTo>
                  <a:cubicBezTo>
                    <a:pt x="9027" y="3665"/>
                    <a:pt x="8988" y="3725"/>
                    <a:pt x="8981" y="3792"/>
                  </a:cubicBezTo>
                  <a:lnTo>
                    <a:pt x="8862" y="4984"/>
                  </a:lnTo>
                  <a:lnTo>
                    <a:pt x="8697" y="5044"/>
                  </a:lnTo>
                  <a:cubicBezTo>
                    <a:pt x="8584" y="5072"/>
                    <a:pt x="8521" y="5191"/>
                    <a:pt x="8559" y="5300"/>
                  </a:cubicBezTo>
                  <a:cubicBezTo>
                    <a:pt x="8589" y="5387"/>
                    <a:pt x="8669" y="5438"/>
                    <a:pt x="8752" y="5438"/>
                  </a:cubicBezTo>
                  <a:cubicBezTo>
                    <a:pt x="8777" y="5438"/>
                    <a:pt x="8802" y="5433"/>
                    <a:pt x="8827" y="5423"/>
                  </a:cubicBezTo>
                  <a:lnTo>
                    <a:pt x="9115" y="5321"/>
                  </a:lnTo>
                  <a:cubicBezTo>
                    <a:pt x="9185" y="5297"/>
                    <a:pt x="9238" y="5230"/>
                    <a:pt x="9245" y="5153"/>
                  </a:cubicBezTo>
                  <a:lnTo>
                    <a:pt x="9368" y="3940"/>
                  </a:lnTo>
                  <a:lnTo>
                    <a:pt x="9678" y="3771"/>
                  </a:lnTo>
                  <a:lnTo>
                    <a:pt x="9650" y="4119"/>
                  </a:lnTo>
                  <a:cubicBezTo>
                    <a:pt x="9642" y="4231"/>
                    <a:pt x="9727" y="4326"/>
                    <a:pt x="9836" y="4337"/>
                  </a:cubicBezTo>
                  <a:lnTo>
                    <a:pt x="9853" y="4337"/>
                  </a:lnTo>
                  <a:cubicBezTo>
                    <a:pt x="9955" y="4337"/>
                    <a:pt x="10043" y="4256"/>
                    <a:pt x="10054" y="4151"/>
                  </a:cubicBezTo>
                  <a:lnTo>
                    <a:pt x="10114" y="3359"/>
                  </a:lnTo>
                  <a:cubicBezTo>
                    <a:pt x="10121" y="3271"/>
                    <a:pt x="10177" y="3194"/>
                    <a:pt x="10261" y="3162"/>
                  </a:cubicBezTo>
                  <a:lnTo>
                    <a:pt x="10479" y="3078"/>
                  </a:lnTo>
                  <a:cubicBezTo>
                    <a:pt x="10690" y="2997"/>
                    <a:pt x="10799" y="2762"/>
                    <a:pt x="10726" y="2547"/>
                  </a:cubicBezTo>
                  <a:lnTo>
                    <a:pt x="10578" y="2139"/>
                  </a:lnTo>
                  <a:lnTo>
                    <a:pt x="11380" y="1605"/>
                  </a:lnTo>
                  <a:cubicBezTo>
                    <a:pt x="11671" y="1816"/>
                    <a:pt x="11946" y="2048"/>
                    <a:pt x="12199" y="2301"/>
                  </a:cubicBezTo>
                  <a:cubicBezTo>
                    <a:pt x="14727" y="4833"/>
                    <a:pt x="14727" y="8936"/>
                    <a:pt x="12199" y="11468"/>
                  </a:cubicBezTo>
                  <a:cubicBezTo>
                    <a:pt x="10935" y="12734"/>
                    <a:pt x="9276" y="13367"/>
                    <a:pt x="7617" y="13367"/>
                  </a:cubicBezTo>
                  <a:cubicBezTo>
                    <a:pt x="5958" y="13367"/>
                    <a:pt x="4299" y="12734"/>
                    <a:pt x="3035" y="11468"/>
                  </a:cubicBezTo>
                  <a:cubicBezTo>
                    <a:pt x="2796" y="11229"/>
                    <a:pt x="2574" y="10972"/>
                    <a:pt x="2374" y="10698"/>
                  </a:cubicBezTo>
                  <a:lnTo>
                    <a:pt x="2342" y="9070"/>
                  </a:lnTo>
                  <a:cubicBezTo>
                    <a:pt x="2339" y="9003"/>
                    <a:pt x="2328" y="8933"/>
                    <a:pt x="2304" y="8866"/>
                  </a:cubicBezTo>
                  <a:lnTo>
                    <a:pt x="1889" y="7734"/>
                  </a:lnTo>
                  <a:cubicBezTo>
                    <a:pt x="1861" y="7656"/>
                    <a:pt x="1854" y="7572"/>
                    <a:pt x="1871" y="7488"/>
                  </a:cubicBezTo>
                  <a:lnTo>
                    <a:pt x="2117" y="6338"/>
                  </a:lnTo>
                  <a:lnTo>
                    <a:pt x="2487" y="6046"/>
                  </a:lnTo>
                  <a:cubicBezTo>
                    <a:pt x="2536" y="6007"/>
                    <a:pt x="2564" y="5951"/>
                    <a:pt x="2564" y="5888"/>
                  </a:cubicBezTo>
                  <a:lnTo>
                    <a:pt x="2571" y="5445"/>
                  </a:lnTo>
                  <a:lnTo>
                    <a:pt x="3070" y="5476"/>
                  </a:lnTo>
                  <a:lnTo>
                    <a:pt x="3482" y="6654"/>
                  </a:lnTo>
                  <a:cubicBezTo>
                    <a:pt x="3560" y="6877"/>
                    <a:pt x="3760" y="6992"/>
                    <a:pt x="3960" y="6992"/>
                  </a:cubicBezTo>
                  <a:cubicBezTo>
                    <a:pt x="4139" y="6992"/>
                    <a:pt x="4317" y="6901"/>
                    <a:pt x="4410" y="6714"/>
                  </a:cubicBezTo>
                  <a:lnTo>
                    <a:pt x="4674" y="6187"/>
                  </a:lnTo>
                  <a:lnTo>
                    <a:pt x="5159" y="5856"/>
                  </a:lnTo>
                  <a:cubicBezTo>
                    <a:pt x="5198" y="5828"/>
                    <a:pt x="5243" y="5815"/>
                    <a:pt x="5288" y="5815"/>
                  </a:cubicBezTo>
                  <a:cubicBezTo>
                    <a:pt x="5357" y="5815"/>
                    <a:pt x="5425" y="5846"/>
                    <a:pt x="5472" y="5905"/>
                  </a:cubicBezTo>
                  <a:lnTo>
                    <a:pt x="6031" y="6630"/>
                  </a:lnTo>
                  <a:cubicBezTo>
                    <a:pt x="6066" y="6675"/>
                    <a:pt x="6119" y="6703"/>
                    <a:pt x="6175" y="6710"/>
                  </a:cubicBezTo>
                  <a:lnTo>
                    <a:pt x="6404" y="6725"/>
                  </a:lnTo>
                  <a:cubicBezTo>
                    <a:pt x="6407" y="6725"/>
                    <a:pt x="6414" y="6728"/>
                    <a:pt x="6414" y="6735"/>
                  </a:cubicBezTo>
                  <a:lnTo>
                    <a:pt x="6671" y="7614"/>
                  </a:lnTo>
                  <a:cubicBezTo>
                    <a:pt x="6700" y="7716"/>
                    <a:pt x="6779" y="7760"/>
                    <a:pt x="6859" y="7760"/>
                  </a:cubicBezTo>
                  <a:cubicBezTo>
                    <a:pt x="6980" y="7760"/>
                    <a:pt x="7102" y="7659"/>
                    <a:pt x="7058" y="7502"/>
                  </a:cubicBezTo>
                  <a:lnTo>
                    <a:pt x="6956" y="7147"/>
                  </a:lnTo>
                  <a:lnTo>
                    <a:pt x="7357" y="6999"/>
                  </a:lnTo>
                  <a:cubicBezTo>
                    <a:pt x="7621" y="6900"/>
                    <a:pt x="7789" y="6637"/>
                    <a:pt x="7768" y="6355"/>
                  </a:cubicBezTo>
                  <a:lnTo>
                    <a:pt x="7723" y="5810"/>
                  </a:lnTo>
                  <a:lnTo>
                    <a:pt x="8046" y="5698"/>
                  </a:lnTo>
                  <a:cubicBezTo>
                    <a:pt x="8159" y="5666"/>
                    <a:pt x="8218" y="5547"/>
                    <a:pt x="8183" y="5438"/>
                  </a:cubicBezTo>
                  <a:cubicBezTo>
                    <a:pt x="8154" y="5354"/>
                    <a:pt x="8075" y="5302"/>
                    <a:pt x="7993" y="5302"/>
                  </a:cubicBezTo>
                  <a:cubicBezTo>
                    <a:pt x="7967" y="5302"/>
                    <a:pt x="7941" y="5307"/>
                    <a:pt x="7916" y="5318"/>
                  </a:cubicBezTo>
                  <a:lnTo>
                    <a:pt x="7445" y="5483"/>
                  </a:lnTo>
                  <a:cubicBezTo>
                    <a:pt x="7357" y="5511"/>
                    <a:pt x="7304" y="5596"/>
                    <a:pt x="7311" y="5687"/>
                  </a:cubicBezTo>
                  <a:lnTo>
                    <a:pt x="7364" y="6387"/>
                  </a:lnTo>
                  <a:cubicBezTo>
                    <a:pt x="7374" y="6489"/>
                    <a:pt x="7311" y="6584"/>
                    <a:pt x="7216" y="6619"/>
                  </a:cubicBezTo>
                  <a:lnTo>
                    <a:pt x="6843" y="6760"/>
                  </a:lnTo>
                  <a:lnTo>
                    <a:pt x="6805" y="6623"/>
                  </a:lnTo>
                  <a:cubicBezTo>
                    <a:pt x="6755" y="6457"/>
                    <a:pt x="6608" y="6338"/>
                    <a:pt x="6432" y="6324"/>
                  </a:cubicBezTo>
                  <a:lnTo>
                    <a:pt x="6295" y="6313"/>
                  </a:lnTo>
                  <a:lnTo>
                    <a:pt x="5792" y="5659"/>
                  </a:lnTo>
                  <a:cubicBezTo>
                    <a:pt x="5666" y="5497"/>
                    <a:pt x="5478" y="5411"/>
                    <a:pt x="5288" y="5411"/>
                  </a:cubicBezTo>
                  <a:cubicBezTo>
                    <a:pt x="5164" y="5411"/>
                    <a:pt x="5040" y="5447"/>
                    <a:pt x="4930" y="5522"/>
                  </a:cubicBezTo>
                  <a:lnTo>
                    <a:pt x="4403" y="5884"/>
                  </a:lnTo>
                  <a:cubicBezTo>
                    <a:pt x="4375" y="5902"/>
                    <a:pt x="4354" y="5930"/>
                    <a:pt x="4336" y="5961"/>
                  </a:cubicBezTo>
                  <a:lnTo>
                    <a:pt x="4051" y="6535"/>
                  </a:lnTo>
                  <a:cubicBezTo>
                    <a:pt x="4031" y="6573"/>
                    <a:pt x="3995" y="6592"/>
                    <a:pt x="3959" y="6592"/>
                  </a:cubicBezTo>
                  <a:cubicBezTo>
                    <a:pt x="3918" y="6592"/>
                    <a:pt x="3878" y="6569"/>
                    <a:pt x="3861" y="6524"/>
                  </a:cubicBezTo>
                  <a:lnTo>
                    <a:pt x="3404" y="5220"/>
                  </a:lnTo>
                  <a:cubicBezTo>
                    <a:pt x="3380" y="5146"/>
                    <a:pt x="3309" y="5093"/>
                    <a:pt x="3228" y="5086"/>
                  </a:cubicBezTo>
                  <a:lnTo>
                    <a:pt x="2479" y="5037"/>
                  </a:lnTo>
                  <a:lnTo>
                    <a:pt x="2230" y="4692"/>
                  </a:lnTo>
                  <a:cubicBezTo>
                    <a:pt x="2185" y="4631"/>
                    <a:pt x="2127" y="4605"/>
                    <a:pt x="2071" y="4605"/>
                  </a:cubicBezTo>
                  <a:cubicBezTo>
                    <a:pt x="1926" y="4605"/>
                    <a:pt x="1789" y="4771"/>
                    <a:pt x="1903" y="4928"/>
                  </a:cubicBezTo>
                  <a:lnTo>
                    <a:pt x="2170" y="5297"/>
                  </a:lnTo>
                  <a:lnTo>
                    <a:pt x="2163" y="5789"/>
                  </a:lnTo>
                  <a:lnTo>
                    <a:pt x="1657" y="6187"/>
                  </a:lnTo>
                  <a:cubicBezTo>
                    <a:pt x="1654" y="6188"/>
                    <a:pt x="1651" y="6189"/>
                    <a:pt x="1648" y="6189"/>
                  </a:cubicBezTo>
                  <a:cubicBezTo>
                    <a:pt x="1644" y="6189"/>
                    <a:pt x="1641" y="6187"/>
                    <a:pt x="1639" y="6183"/>
                  </a:cubicBezTo>
                  <a:lnTo>
                    <a:pt x="1252" y="5666"/>
                  </a:lnTo>
                  <a:cubicBezTo>
                    <a:pt x="1400" y="4871"/>
                    <a:pt x="1702" y="4108"/>
                    <a:pt x="2135" y="3426"/>
                  </a:cubicBezTo>
                  <a:lnTo>
                    <a:pt x="2413" y="3845"/>
                  </a:lnTo>
                  <a:cubicBezTo>
                    <a:pt x="2455" y="3914"/>
                    <a:pt x="2516" y="3943"/>
                    <a:pt x="2577" y="3943"/>
                  </a:cubicBezTo>
                  <a:cubicBezTo>
                    <a:pt x="2720" y="3943"/>
                    <a:pt x="2861" y="3780"/>
                    <a:pt x="2747" y="3620"/>
                  </a:cubicBezTo>
                  <a:lnTo>
                    <a:pt x="2381" y="3064"/>
                  </a:lnTo>
                  <a:cubicBezTo>
                    <a:pt x="2578" y="2793"/>
                    <a:pt x="2799" y="2540"/>
                    <a:pt x="3035" y="2301"/>
                  </a:cubicBezTo>
                  <a:cubicBezTo>
                    <a:pt x="4286" y="1052"/>
                    <a:pt x="5948" y="403"/>
                    <a:pt x="7625" y="403"/>
                  </a:cubicBezTo>
                  <a:close/>
                  <a:moveTo>
                    <a:pt x="7616" y="1"/>
                  </a:moveTo>
                  <a:cubicBezTo>
                    <a:pt x="6291" y="1"/>
                    <a:pt x="4958" y="382"/>
                    <a:pt x="3791"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6" y="5058"/>
                    <a:pt x="13781" y="3307"/>
                    <a:pt x="12487" y="2016"/>
                  </a:cubicBezTo>
                  <a:cubicBezTo>
                    <a:pt x="11156" y="686"/>
                    <a:pt x="9393"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84"/>
            <p:cNvSpPr/>
            <p:nvPr/>
          </p:nvSpPr>
          <p:spPr>
            <a:xfrm>
              <a:off x="6752089" y="3562790"/>
              <a:ext cx="48048" cy="28545"/>
            </a:xfrm>
            <a:custGeom>
              <a:rect b="b" l="l" r="r" t="t"/>
              <a:pathLst>
                <a:path extrusionOk="0" h="1089" w="1833">
                  <a:moveTo>
                    <a:pt x="285" y="0"/>
                  </a:moveTo>
                  <a:cubicBezTo>
                    <a:pt x="126" y="0"/>
                    <a:pt x="1" y="208"/>
                    <a:pt x="145" y="350"/>
                  </a:cubicBezTo>
                  <a:lnTo>
                    <a:pt x="821" y="916"/>
                  </a:lnTo>
                  <a:cubicBezTo>
                    <a:pt x="922" y="1001"/>
                    <a:pt x="1049" y="1053"/>
                    <a:pt x="1179" y="1060"/>
                  </a:cubicBezTo>
                  <a:lnTo>
                    <a:pt x="1545" y="1088"/>
                  </a:lnTo>
                  <a:lnTo>
                    <a:pt x="1559" y="1088"/>
                  </a:lnTo>
                  <a:cubicBezTo>
                    <a:pt x="1560" y="1088"/>
                    <a:pt x="1561" y="1088"/>
                    <a:pt x="1562" y="1088"/>
                  </a:cubicBezTo>
                  <a:cubicBezTo>
                    <a:pt x="1819" y="1088"/>
                    <a:pt x="1832" y="705"/>
                    <a:pt x="1573" y="688"/>
                  </a:cubicBezTo>
                  <a:lnTo>
                    <a:pt x="1211" y="659"/>
                  </a:lnTo>
                  <a:cubicBezTo>
                    <a:pt x="1162" y="656"/>
                    <a:pt x="1116" y="638"/>
                    <a:pt x="1077" y="607"/>
                  </a:cubicBezTo>
                  <a:lnTo>
                    <a:pt x="402" y="41"/>
                  </a:lnTo>
                  <a:cubicBezTo>
                    <a:pt x="363" y="13"/>
                    <a:pt x="323"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84"/>
            <p:cNvSpPr/>
            <p:nvPr/>
          </p:nvSpPr>
          <p:spPr>
            <a:xfrm>
              <a:off x="6844279" y="3432907"/>
              <a:ext cx="24797" cy="32477"/>
            </a:xfrm>
            <a:custGeom>
              <a:rect b="b" l="l" r="r" t="t"/>
              <a:pathLst>
                <a:path extrusionOk="0" h="1239" w="946">
                  <a:moveTo>
                    <a:pt x="695" y="0"/>
                  </a:moveTo>
                  <a:cubicBezTo>
                    <a:pt x="618" y="0"/>
                    <a:pt x="542" y="42"/>
                    <a:pt x="511" y="139"/>
                  </a:cubicBezTo>
                  <a:lnTo>
                    <a:pt x="398" y="484"/>
                  </a:lnTo>
                  <a:lnTo>
                    <a:pt x="71" y="917"/>
                  </a:lnTo>
                  <a:cubicBezTo>
                    <a:pt x="1" y="1004"/>
                    <a:pt x="18" y="1131"/>
                    <a:pt x="106" y="1198"/>
                  </a:cubicBezTo>
                  <a:cubicBezTo>
                    <a:pt x="142" y="1225"/>
                    <a:pt x="185" y="1238"/>
                    <a:pt x="227" y="1238"/>
                  </a:cubicBezTo>
                  <a:cubicBezTo>
                    <a:pt x="288" y="1238"/>
                    <a:pt x="349" y="1211"/>
                    <a:pt x="391" y="1159"/>
                  </a:cubicBezTo>
                  <a:lnTo>
                    <a:pt x="743" y="702"/>
                  </a:lnTo>
                  <a:cubicBezTo>
                    <a:pt x="757" y="684"/>
                    <a:pt x="767" y="663"/>
                    <a:pt x="774" y="642"/>
                  </a:cubicBezTo>
                  <a:lnTo>
                    <a:pt x="894" y="266"/>
                  </a:lnTo>
                  <a:cubicBezTo>
                    <a:pt x="946" y="108"/>
                    <a:pt x="819" y="0"/>
                    <a:pt x="6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84"/>
            <p:cNvSpPr/>
            <p:nvPr/>
          </p:nvSpPr>
          <p:spPr>
            <a:xfrm>
              <a:off x="6808079" y="3505673"/>
              <a:ext cx="18244" cy="28860"/>
            </a:xfrm>
            <a:custGeom>
              <a:rect b="b" l="l" r="r" t="t"/>
              <a:pathLst>
                <a:path extrusionOk="0" h="1101" w="696">
                  <a:moveTo>
                    <a:pt x="253" y="1"/>
                  </a:moveTo>
                  <a:cubicBezTo>
                    <a:pt x="127" y="1"/>
                    <a:pt x="0" y="111"/>
                    <a:pt x="56" y="271"/>
                  </a:cubicBezTo>
                  <a:lnTo>
                    <a:pt x="274" y="954"/>
                  </a:lnTo>
                  <a:cubicBezTo>
                    <a:pt x="297" y="1042"/>
                    <a:pt x="378" y="1101"/>
                    <a:pt x="466" y="1101"/>
                  </a:cubicBezTo>
                  <a:cubicBezTo>
                    <a:pt x="486" y="1101"/>
                    <a:pt x="507" y="1097"/>
                    <a:pt x="527" y="1091"/>
                  </a:cubicBezTo>
                  <a:cubicBezTo>
                    <a:pt x="636" y="1059"/>
                    <a:pt x="696" y="940"/>
                    <a:pt x="657" y="834"/>
                  </a:cubicBezTo>
                  <a:lnTo>
                    <a:pt x="443" y="152"/>
                  </a:lnTo>
                  <a:cubicBezTo>
                    <a:pt x="413" y="46"/>
                    <a:pt x="333"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84"/>
            <p:cNvSpPr/>
            <p:nvPr/>
          </p:nvSpPr>
          <p:spPr>
            <a:xfrm>
              <a:off x="6773689" y="3539068"/>
              <a:ext cx="45924" cy="34758"/>
            </a:xfrm>
            <a:custGeom>
              <a:rect b="b" l="l" r="r" t="t"/>
              <a:pathLst>
                <a:path extrusionOk="0" h="1326" w="1752">
                  <a:moveTo>
                    <a:pt x="672" y="401"/>
                  </a:moveTo>
                  <a:lnTo>
                    <a:pt x="1231" y="495"/>
                  </a:lnTo>
                  <a:cubicBezTo>
                    <a:pt x="1241" y="499"/>
                    <a:pt x="1245" y="510"/>
                    <a:pt x="1241" y="517"/>
                  </a:cubicBezTo>
                  <a:lnTo>
                    <a:pt x="939" y="914"/>
                  </a:lnTo>
                  <a:cubicBezTo>
                    <a:pt x="936" y="916"/>
                    <a:pt x="934" y="919"/>
                    <a:pt x="930" y="919"/>
                  </a:cubicBezTo>
                  <a:cubicBezTo>
                    <a:pt x="929" y="919"/>
                    <a:pt x="927" y="918"/>
                    <a:pt x="925" y="917"/>
                  </a:cubicBezTo>
                  <a:lnTo>
                    <a:pt x="503" y="759"/>
                  </a:lnTo>
                  <a:lnTo>
                    <a:pt x="654" y="411"/>
                  </a:lnTo>
                  <a:cubicBezTo>
                    <a:pt x="658" y="404"/>
                    <a:pt x="665" y="401"/>
                    <a:pt x="672" y="401"/>
                  </a:cubicBezTo>
                  <a:close/>
                  <a:moveTo>
                    <a:pt x="668" y="1"/>
                  </a:moveTo>
                  <a:cubicBezTo>
                    <a:pt x="504" y="1"/>
                    <a:pt x="353" y="95"/>
                    <a:pt x="285" y="249"/>
                  </a:cubicBezTo>
                  <a:lnTo>
                    <a:pt x="46" y="798"/>
                  </a:lnTo>
                  <a:cubicBezTo>
                    <a:pt x="0" y="903"/>
                    <a:pt x="53" y="1026"/>
                    <a:pt x="162" y="1065"/>
                  </a:cubicBezTo>
                  <a:lnTo>
                    <a:pt x="784" y="1297"/>
                  </a:lnTo>
                  <a:cubicBezTo>
                    <a:pt x="830" y="1315"/>
                    <a:pt x="879" y="1322"/>
                    <a:pt x="932" y="1325"/>
                  </a:cubicBezTo>
                  <a:cubicBezTo>
                    <a:pt x="1062" y="1322"/>
                    <a:pt x="1185" y="1262"/>
                    <a:pt x="1262" y="1157"/>
                  </a:cubicBezTo>
                  <a:lnTo>
                    <a:pt x="1561" y="763"/>
                  </a:lnTo>
                  <a:cubicBezTo>
                    <a:pt x="1751" y="513"/>
                    <a:pt x="1607" y="151"/>
                    <a:pt x="1298" y="98"/>
                  </a:cubicBezTo>
                  <a:lnTo>
                    <a:pt x="738" y="7"/>
                  </a:lnTo>
                  <a:cubicBezTo>
                    <a:pt x="715" y="3"/>
                    <a:pt x="691"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84"/>
            <p:cNvSpPr/>
            <p:nvPr/>
          </p:nvSpPr>
          <p:spPr>
            <a:xfrm>
              <a:off x="6823361" y="3542056"/>
              <a:ext cx="56802" cy="32870"/>
            </a:xfrm>
            <a:custGeom>
              <a:rect b="b" l="l" r="r" t="t"/>
              <a:pathLst>
                <a:path extrusionOk="0" h="1254" w="2167">
                  <a:moveTo>
                    <a:pt x="1123" y="403"/>
                  </a:moveTo>
                  <a:cubicBezTo>
                    <a:pt x="1182" y="403"/>
                    <a:pt x="1241" y="426"/>
                    <a:pt x="1284" y="469"/>
                  </a:cubicBezTo>
                  <a:lnTo>
                    <a:pt x="1597" y="775"/>
                  </a:lnTo>
                  <a:lnTo>
                    <a:pt x="1519" y="821"/>
                  </a:lnTo>
                  <a:cubicBezTo>
                    <a:pt x="1485" y="840"/>
                    <a:pt x="1447" y="850"/>
                    <a:pt x="1408" y="850"/>
                  </a:cubicBezTo>
                  <a:cubicBezTo>
                    <a:pt x="1375" y="850"/>
                    <a:pt x="1341" y="843"/>
                    <a:pt x="1309" y="828"/>
                  </a:cubicBezTo>
                  <a:lnTo>
                    <a:pt x="725" y="564"/>
                  </a:lnTo>
                  <a:lnTo>
                    <a:pt x="1027" y="424"/>
                  </a:lnTo>
                  <a:cubicBezTo>
                    <a:pt x="1058" y="410"/>
                    <a:pt x="1091" y="403"/>
                    <a:pt x="1123" y="403"/>
                  </a:cubicBezTo>
                  <a:close/>
                  <a:moveTo>
                    <a:pt x="1122" y="1"/>
                  </a:moveTo>
                  <a:cubicBezTo>
                    <a:pt x="1033" y="1"/>
                    <a:pt x="943" y="19"/>
                    <a:pt x="858" y="58"/>
                  </a:cubicBezTo>
                  <a:lnTo>
                    <a:pt x="159" y="381"/>
                  </a:lnTo>
                  <a:cubicBezTo>
                    <a:pt x="0" y="455"/>
                    <a:pt x="0" y="677"/>
                    <a:pt x="159" y="751"/>
                  </a:cubicBezTo>
                  <a:lnTo>
                    <a:pt x="1143" y="1197"/>
                  </a:lnTo>
                  <a:cubicBezTo>
                    <a:pt x="1227" y="1235"/>
                    <a:pt x="1316" y="1254"/>
                    <a:pt x="1405" y="1254"/>
                  </a:cubicBezTo>
                  <a:cubicBezTo>
                    <a:pt x="1514" y="1254"/>
                    <a:pt x="1623" y="1225"/>
                    <a:pt x="1720" y="1169"/>
                  </a:cubicBezTo>
                  <a:lnTo>
                    <a:pt x="2029" y="993"/>
                  </a:lnTo>
                  <a:cubicBezTo>
                    <a:pt x="2145" y="927"/>
                    <a:pt x="2167" y="765"/>
                    <a:pt x="2072" y="673"/>
                  </a:cubicBezTo>
                  <a:lnTo>
                    <a:pt x="1565" y="181"/>
                  </a:lnTo>
                  <a:cubicBezTo>
                    <a:pt x="1445" y="63"/>
                    <a:pt x="1285" y="1"/>
                    <a:pt x="1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84"/>
            <p:cNvSpPr/>
            <p:nvPr/>
          </p:nvSpPr>
          <p:spPr>
            <a:xfrm>
              <a:off x="6776834" y="3580222"/>
              <a:ext cx="103435" cy="75728"/>
            </a:xfrm>
            <a:custGeom>
              <a:rect b="b" l="l" r="r" t="t"/>
              <a:pathLst>
                <a:path extrusionOk="0" h="2889" w="3946">
                  <a:moveTo>
                    <a:pt x="2164" y="0"/>
                  </a:moveTo>
                  <a:cubicBezTo>
                    <a:pt x="2080" y="0"/>
                    <a:pt x="1997" y="25"/>
                    <a:pt x="1927" y="75"/>
                  </a:cubicBezTo>
                  <a:lnTo>
                    <a:pt x="967" y="754"/>
                  </a:lnTo>
                  <a:lnTo>
                    <a:pt x="580" y="828"/>
                  </a:lnTo>
                  <a:cubicBezTo>
                    <a:pt x="298" y="881"/>
                    <a:pt x="87" y="1116"/>
                    <a:pt x="66" y="1401"/>
                  </a:cubicBezTo>
                  <a:lnTo>
                    <a:pt x="17" y="2062"/>
                  </a:lnTo>
                  <a:cubicBezTo>
                    <a:pt x="0" y="2304"/>
                    <a:pt x="195" y="2510"/>
                    <a:pt x="433" y="2510"/>
                  </a:cubicBezTo>
                  <a:cubicBezTo>
                    <a:pt x="444" y="2510"/>
                    <a:pt x="456" y="2510"/>
                    <a:pt x="467" y="2509"/>
                  </a:cubicBezTo>
                  <a:lnTo>
                    <a:pt x="889" y="2474"/>
                  </a:lnTo>
                  <a:cubicBezTo>
                    <a:pt x="1150" y="2450"/>
                    <a:pt x="1126" y="2072"/>
                    <a:pt x="878" y="2072"/>
                  </a:cubicBezTo>
                  <a:cubicBezTo>
                    <a:pt x="871" y="2072"/>
                    <a:pt x="865" y="2072"/>
                    <a:pt x="858" y="2073"/>
                  </a:cubicBezTo>
                  <a:lnTo>
                    <a:pt x="436" y="2104"/>
                  </a:lnTo>
                  <a:cubicBezTo>
                    <a:pt x="435" y="2105"/>
                    <a:pt x="434" y="2105"/>
                    <a:pt x="433" y="2105"/>
                  </a:cubicBezTo>
                  <a:cubicBezTo>
                    <a:pt x="426" y="2105"/>
                    <a:pt x="419" y="2096"/>
                    <a:pt x="422" y="2090"/>
                  </a:cubicBezTo>
                  <a:lnTo>
                    <a:pt x="467" y="1433"/>
                  </a:lnTo>
                  <a:cubicBezTo>
                    <a:pt x="478" y="1327"/>
                    <a:pt x="552" y="1243"/>
                    <a:pt x="654" y="1222"/>
                  </a:cubicBezTo>
                  <a:lnTo>
                    <a:pt x="1083" y="1141"/>
                  </a:lnTo>
                  <a:cubicBezTo>
                    <a:pt x="1111" y="1134"/>
                    <a:pt x="1139" y="1123"/>
                    <a:pt x="1164" y="1106"/>
                  </a:cubicBezTo>
                  <a:lnTo>
                    <a:pt x="2159" y="402"/>
                  </a:lnTo>
                  <a:lnTo>
                    <a:pt x="2173" y="402"/>
                  </a:lnTo>
                  <a:lnTo>
                    <a:pt x="2869" y="712"/>
                  </a:lnTo>
                  <a:cubicBezTo>
                    <a:pt x="2893" y="723"/>
                    <a:pt x="2920" y="728"/>
                    <a:pt x="2948" y="728"/>
                  </a:cubicBezTo>
                  <a:cubicBezTo>
                    <a:pt x="2965" y="728"/>
                    <a:pt x="2982" y="726"/>
                    <a:pt x="2999" y="722"/>
                  </a:cubicBezTo>
                  <a:lnTo>
                    <a:pt x="3330" y="645"/>
                  </a:lnTo>
                  <a:lnTo>
                    <a:pt x="3520" y="1348"/>
                  </a:lnTo>
                  <a:cubicBezTo>
                    <a:pt x="3523" y="1352"/>
                    <a:pt x="3523" y="1355"/>
                    <a:pt x="3520" y="1359"/>
                  </a:cubicBezTo>
                  <a:lnTo>
                    <a:pt x="2749" y="2481"/>
                  </a:lnTo>
                  <a:cubicBezTo>
                    <a:pt x="2746" y="2484"/>
                    <a:pt x="2742" y="2484"/>
                    <a:pt x="2739" y="2484"/>
                  </a:cubicBezTo>
                  <a:cubicBezTo>
                    <a:pt x="2738" y="2485"/>
                    <a:pt x="2737" y="2486"/>
                    <a:pt x="2735" y="2486"/>
                  </a:cubicBezTo>
                  <a:cubicBezTo>
                    <a:pt x="2732" y="2486"/>
                    <a:pt x="2728" y="2483"/>
                    <a:pt x="2728" y="2481"/>
                  </a:cubicBezTo>
                  <a:lnTo>
                    <a:pt x="2352" y="2034"/>
                  </a:lnTo>
                  <a:cubicBezTo>
                    <a:pt x="2313" y="1985"/>
                    <a:pt x="2254" y="1960"/>
                    <a:pt x="2192" y="1960"/>
                  </a:cubicBezTo>
                  <a:cubicBezTo>
                    <a:pt x="2188" y="1960"/>
                    <a:pt x="2184" y="1960"/>
                    <a:pt x="2180" y="1960"/>
                  </a:cubicBezTo>
                  <a:lnTo>
                    <a:pt x="1684" y="2002"/>
                  </a:lnTo>
                  <a:cubicBezTo>
                    <a:pt x="1424" y="2023"/>
                    <a:pt x="1447" y="2404"/>
                    <a:pt x="1696" y="2404"/>
                  </a:cubicBezTo>
                  <a:cubicBezTo>
                    <a:pt x="1702" y="2404"/>
                    <a:pt x="1709" y="2404"/>
                    <a:pt x="1716" y="2403"/>
                  </a:cubicBezTo>
                  <a:lnTo>
                    <a:pt x="2109" y="2372"/>
                  </a:lnTo>
                  <a:lnTo>
                    <a:pt x="2419" y="2741"/>
                  </a:lnTo>
                  <a:cubicBezTo>
                    <a:pt x="2496" y="2836"/>
                    <a:pt x="2616" y="2888"/>
                    <a:pt x="2739" y="2888"/>
                  </a:cubicBezTo>
                  <a:lnTo>
                    <a:pt x="2760" y="2888"/>
                  </a:lnTo>
                  <a:cubicBezTo>
                    <a:pt x="2890" y="2885"/>
                    <a:pt x="3010" y="2818"/>
                    <a:pt x="3084" y="2709"/>
                  </a:cubicBezTo>
                  <a:lnTo>
                    <a:pt x="3854" y="1587"/>
                  </a:lnTo>
                  <a:cubicBezTo>
                    <a:pt x="3924" y="1485"/>
                    <a:pt x="3945" y="1359"/>
                    <a:pt x="3913" y="1243"/>
                  </a:cubicBezTo>
                  <a:lnTo>
                    <a:pt x="3667" y="350"/>
                  </a:lnTo>
                  <a:cubicBezTo>
                    <a:pt x="3644" y="261"/>
                    <a:pt x="3563" y="202"/>
                    <a:pt x="3475" y="202"/>
                  </a:cubicBezTo>
                  <a:cubicBezTo>
                    <a:pt x="3459" y="202"/>
                    <a:pt x="3442" y="204"/>
                    <a:pt x="3425" y="209"/>
                  </a:cubicBezTo>
                  <a:lnTo>
                    <a:pt x="2971" y="318"/>
                  </a:lnTo>
                  <a:lnTo>
                    <a:pt x="2335" y="37"/>
                  </a:lnTo>
                  <a:cubicBezTo>
                    <a:pt x="2280" y="12"/>
                    <a:pt x="2222" y="0"/>
                    <a:pt x="21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9" name="Google Shape;16779;p84"/>
          <p:cNvGrpSpPr/>
          <p:nvPr/>
        </p:nvGrpSpPr>
        <p:grpSpPr>
          <a:xfrm>
            <a:off x="7955715" y="1986004"/>
            <a:ext cx="380081" cy="325114"/>
            <a:chOff x="7955715" y="1986004"/>
            <a:chExt cx="380081" cy="325114"/>
          </a:xfrm>
        </p:grpSpPr>
        <p:sp>
          <p:nvSpPr>
            <p:cNvPr id="16780" name="Google Shape;16780;p84"/>
            <p:cNvSpPr/>
            <p:nvPr/>
          </p:nvSpPr>
          <p:spPr>
            <a:xfrm>
              <a:off x="7962452" y="2079451"/>
              <a:ext cx="41521" cy="46868"/>
            </a:xfrm>
            <a:custGeom>
              <a:rect b="b" l="l" r="r" t="t"/>
              <a:pathLst>
                <a:path extrusionOk="0" h="1788" w="1584">
                  <a:moveTo>
                    <a:pt x="1583" y="1"/>
                  </a:moveTo>
                  <a:lnTo>
                    <a:pt x="1" y="665"/>
                  </a:lnTo>
                  <a:lnTo>
                    <a:pt x="1421" y="1787"/>
                  </a:lnTo>
                  <a:lnTo>
                    <a:pt x="1583"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84"/>
            <p:cNvSpPr/>
            <p:nvPr/>
          </p:nvSpPr>
          <p:spPr>
            <a:xfrm>
              <a:off x="7981456" y="1991534"/>
              <a:ext cx="348338" cy="278482"/>
            </a:xfrm>
            <a:custGeom>
              <a:rect b="b" l="l" r="r" t="t"/>
              <a:pathLst>
                <a:path extrusionOk="0" h="10624" w="13289">
                  <a:moveTo>
                    <a:pt x="5211" y="0"/>
                  </a:moveTo>
                  <a:cubicBezTo>
                    <a:pt x="4946" y="0"/>
                    <a:pt x="1061" y="72"/>
                    <a:pt x="436" y="4294"/>
                  </a:cubicBezTo>
                  <a:cubicBezTo>
                    <a:pt x="0" y="8137"/>
                    <a:pt x="3116" y="10623"/>
                    <a:pt x="6734" y="10623"/>
                  </a:cubicBezTo>
                  <a:cubicBezTo>
                    <a:pt x="9899" y="10623"/>
                    <a:pt x="12610" y="8591"/>
                    <a:pt x="13289" y="5876"/>
                  </a:cubicBezTo>
                  <a:lnTo>
                    <a:pt x="13289" y="5876"/>
                  </a:lnTo>
                  <a:cubicBezTo>
                    <a:pt x="13288" y="5876"/>
                    <a:pt x="12489" y="6446"/>
                    <a:pt x="11249" y="6446"/>
                  </a:cubicBezTo>
                  <a:cubicBezTo>
                    <a:pt x="11125" y="6446"/>
                    <a:pt x="10998" y="6441"/>
                    <a:pt x="10866" y="6428"/>
                  </a:cubicBezTo>
                  <a:cubicBezTo>
                    <a:pt x="9013" y="6252"/>
                    <a:pt x="7676" y="3956"/>
                    <a:pt x="6875" y="2571"/>
                  </a:cubicBezTo>
                  <a:cubicBezTo>
                    <a:pt x="6340" y="1646"/>
                    <a:pt x="5623" y="1073"/>
                    <a:pt x="4561" y="865"/>
                  </a:cubicBezTo>
                  <a:lnTo>
                    <a:pt x="5225" y="0"/>
                  </a:lnTo>
                  <a:cubicBezTo>
                    <a:pt x="5225" y="0"/>
                    <a:pt x="5221" y="0"/>
                    <a:pt x="5211"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84"/>
            <p:cNvSpPr/>
            <p:nvPr/>
          </p:nvSpPr>
          <p:spPr>
            <a:xfrm>
              <a:off x="7981456" y="1991534"/>
              <a:ext cx="235808" cy="278482"/>
            </a:xfrm>
            <a:custGeom>
              <a:rect b="b" l="l" r="r" t="t"/>
              <a:pathLst>
                <a:path extrusionOk="0" h="10624" w="8996">
                  <a:moveTo>
                    <a:pt x="5211" y="0"/>
                  </a:moveTo>
                  <a:cubicBezTo>
                    <a:pt x="4946" y="0"/>
                    <a:pt x="1061" y="72"/>
                    <a:pt x="436" y="4294"/>
                  </a:cubicBezTo>
                  <a:cubicBezTo>
                    <a:pt x="0" y="8137"/>
                    <a:pt x="3116" y="10623"/>
                    <a:pt x="6734" y="10623"/>
                  </a:cubicBezTo>
                  <a:cubicBezTo>
                    <a:pt x="7501" y="10623"/>
                    <a:pt x="8264" y="10504"/>
                    <a:pt x="8995" y="10265"/>
                  </a:cubicBezTo>
                  <a:lnTo>
                    <a:pt x="8995" y="10265"/>
                  </a:lnTo>
                  <a:cubicBezTo>
                    <a:pt x="8826" y="10275"/>
                    <a:pt x="8658" y="10282"/>
                    <a:pt x="8485" y="10282"/>
                  </a:cubicBezTo>
                  <a:cubicBezTo>
                    <a:pt x="4870" y="10282"/>
                    <a:pt x="1751" y="7796"/>
                    <a:pt x="2187" y="3953"/>
                  </a:cubicBezTo>
                  <a:cubicBezTo>
                    <a:pt x="2549" y="1505"/>
                    <a:pt x="4012" y="450"/>
                    <a:pt x="5225" y="0"/>
                  </a:cubicBezTo>
                  <a:cubicBezTo>
                    <a:pt x="5225" y="0"/>
                    <a:pt x="5221" y="0"/>
                    <a:pt x="5211"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84"/>
            <p:cNvSpPr/>
            <p:nvPr/>
          </p:nvSpPr>
          <p:spPr>
            <a:xfrm>
              <a:off x="8076764" y="2068468"/>
              <a:ext cx="213763" cy="125217"/>
            </a:xfrm>
            <a:custGeom>
              <a:rect b="b" l="l" r="r" t="t"/>
              <a:pathLst>
                <a:path extrusionOk="0" h="4777" w="8155">
                  <a:moveTo>
                    <a:pt x="2837" y="0"/>
                  </a:moveTo>
                  <a:cubicBezTo>
                    <a:pt x="2636" y="0"/>
                    <a:pt x="2434" y="48"/>
                    <a:pt x="2247" y="149"/>
                  </a:cubicBezTo>
                  <a:lnTo>
                    <a:pt x="2240" y="153"/>
                  </a:lnTo>
                  <a:cubicBezTo>
                    <a:pt x="0" y="1373"/>
                    <a:pt x="1161" y="4776"/>
                    <a:pt x="3921" y="4776"/>
                  </a:cubicBezTo>
                  <a:cubicBezTo>
                    <a:pt x="5091" y="4776"/>
                    <a:pt x="6548" y="4164"/>
                    <a:pt x="8155" y="2516"/>
                  </a:cubicBezTo>
                  <a:lnTo>
                    <a:pt x="8155" y="2516"/>
                  </a:lnTo>
                  <a:cubicBezTo>
                    <a:pt x="8155" y="2516"/>
                    <a:pt x="7842" y="2663"/>
                    <a:pt x="7324" y="2663"/>
                  </a:cubicBezTo>
                  <a:cubicBezTo>
                    <a:pt x="6520" y="2663"/>
                    <a:pt x="5223" y="2308"/>
                    <a:pt x="3833" y="497"/>
                  </a:cubicBezTo>
                  <a:cubicBezTo>
                    <a:pt x="3591" y="175"/>
                    <a:pt x="3218" y="0"/>
                    <a:pt x="2837"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84"/>
            <p:cNvSpPr/>
            <p:nvPr/>
          </p:nvSpPr>
          <p:spPr>
            <a:xfrm>
              <a:off x="8100539" y="2115965"/>
              <a:ext cx="189988" cy="77746"/>
            </a:xfrm>
            <a:custGeom>
              <a:rect b="b" l="l" r="r" t="t"/>
              <a:pathLst>
                <a:path extrusionOk="0" h="2966" w="7248">
                  <a:moveTo>
                    <a:pt x="169" y="0"/>
                  </a:moveTo>
                  <a:cubicBezTo>
                    <a:pt x="0" y="1391"/>
                    <a:pt x="1138" y="2965"/>
                    <a:pt x="3015" y="2965"/>
                  </a:cubicBezTo>
                  <a:cubicBezTo>
                    <a:pt x="4185" y="2965"/>
                    <a:pt x="5641" y="2354"/>
                    <a:pt x="7248" y="707"/>
                  </a:cubicBezTo>
                  <a:lnTo>
                    <a:pt x="7248" y="707"/>
                  </a:lnTo>
                  <a:cubicBezTo>
                    <a:pt x="7226" y="715"/>
                    <a:pt x="6918" y="851"/>
                    <a:pt x="6416" y="851"/>
                  </a:cubicBezTo>
                  <a:cubicBezTo>
                    <a:pt x="6263" y="851"/>
                    <a:pt x="6091" y="839"/>
                    <a:pt x="5904" y="806"/>
                  </a:cubicBezTo>
                  <a:cubicBezTo>
                    <a:pt x="5109" y="1553"/>
                    <a:pt x="3725" y="2141"/>
                    <a:pt x="2515" y="2141"/>
                  </a:cubicBezTo>
                  <a:cubicBezTo>
                    <a:pt x="1318" y="2141"/>
                    <a:pt x="290" y="1566"/>
                    <a:pt x="169" y="0"/>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84"/>
            <p:cNvSpPr/>
            <p:nvPr/>
          </p:nvSpPr>
          <p:spPr>
            <a:xfrm>
              <a:off x="8027616" y="2062596"/>
              <a:ext cx="35518" cy="41494"/>
            </a:xfrm>
            <a:custGeom>
              <a:rect b="b" l="l" r="r" t="t"/>
              <a:pathLst>
                <a:path extrusionOk="0" h="1583" w="1355">
                  <a:moveTo>
                    <a:pt x="679" y="0"/>
                  </a:moveTo>
                  <a:cubicBezTo>
                    <a:pt x="303" y="0"/>
                    <a:pt x="1" y="306"/>
                    <a:pt x="1" y="679"/>
                  </a:cubicBezTo>
                  <a:lnTo>
                    <a:pt x="1" y="904"/>
                  </a:lnTo>
                  <a:cubicBezTo>
                    <a:pt x="1" y="1280"/>
                    <a:pt x="303" y="1583"/>
                    <a:pt x="679" y="1583"/>
                  </a:cubicBezTo>
                  <a:cubicBezTo>
                    <a:pt x="1052" y="1583"/>
                    <a:pt x="1355" y="1280"/>
                    <a:pt x="1355" y="904"/>
                  </a:cubicBezTo>
                  <a:lnTo>
                    <a:pt x="1355" y="679"/>
                  </a:lnTo>
                  <a:cubicBezTo>
                    <a:pt x="1355" y="306"/>
                    <a:pt x="1052" y="0"/>
                    <a:pt x="6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84"/>
            <p:cNvSpPr/>
            <p:nvPr/>
          </p:nvSpPr>
          <p:spPr>
            <a:xfrm>
              <a:off x="8045414" y="2062596"/>
              <a:ext cx="17720" cy="29620"/>
            </a:xfrm>
            <a:custGeom>
              <a:rect b="b" l="l" r="r" t="t"/>
              <a:pathLst>
                <a:path extrusionOk="0" h="1130" w="676">
                  <a:moveTo>
                    <a:pt x="0" y="0"/>
                  </a:moveTo>
                  <a:lnTo>
                    <a:pt x="0" y="792"/>
                  </a:lnTo>
                  <a:cubicBezTo>
                    <a:pt x="0" y="978"/>
                    <a:pt x="152" y="1129"/>
                    <a:pt x="338" y="1129"/>
                  </a:cubicBezTo>
                  <a:cubicBezTo>
                    <a:pt x="524" y="1129"/>
                    <a:pt x="676" y="978"/>
                    <a:pt x="676" y="792"/>
                  </a:cubicBezTo>
                  <a:lnTo>
                    <a:pt x="676" y="679"/>
                  </a:lnTo>
                  <a:cubicBezTo>
                    <a:pt x="676" y="303"/>
                    <a:pt x="373"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84"/>
            <p:cNvSpPr/>
            <p:nvPr/>
          </p:nvSpPr>
          <p:spPr>
            <a:xfrm>
              <a:off x="8039149" y="2068127"/>
              <a:ext cx="12556" cy="12661"/>
            </a:xfrm>
            <a:custGeom>
              <a:rect b="b" l="l" r="r" t="t"/>
              <a:pathLst>
                <a:path extrusionOk="0" h="483" w="479">
                  <a:moveTo>
                    <a:pt x="239" y="0"/>
                  </a:moveTo>
                  <a:cubicBezTo>
                    <a:pt x="106" y="0"/>
                    <a:pt x="0" y="109"/>
                    <a:pt x="0" y="243"/>
                  </a:cubicBezTo>
                  <a:cubicBezTo>
                    <a:pt x="0" y="373"/>
                    <a:pt x="106" y="482"/>
                    <a:pt x="239" y="482"/>
                  </a:cubicBezTo>
                  <a:cubicBezTo>
                    <a:pt x="370" y="482"/>
                    <a:pt x="479" y="373"/>
                    <a:pt x="479" y="243"/>
                  </a:cubicBezTo>
                  <a:cubicBezTo>
                    <a:pt x="479" y="109"/>
                    <a:pt x="370"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84"/>
            <p:cNvSpPr/>
            <p:nvPr/>
          </p:nvSpPr>
          <p:spPr>
            <a:xfrm>
              <a:off x="8022085" y="2057066"/>
              <a:ext cx="46684" cy="52110"/>
            </a:xfrm>
            <a:custGeom>
              <a:rect b="b" l="l" r="r" t="t"/>
              <a:pathLst>
                <a:path extrusionOk="0" h="1988" w="1781">
                  <a:moveTo>
                    <a:pt x="890" y="0"/>
                  </a:moveTo>
                  <a:cubicBezTo>
                    <a:pt x="398" y="0"/>
                    <a:pt x="1" y="398"/>
                    <a:pt x="1" y="890"/>
                  </a:cubicBezTo>
                  <a:lnTo>
                    <a:pt x="1" y="1115"/>
                  </a:lnTo>
                  <a:cubicBezTo>
                    <a:pt x="11" y="1600"/>
                    <a:pt x="405" y="1987"/>
                    <a:pt x="890" y="1987"/>
                  </a:cubicBezTo>
                  <a:cubicBezTo>
                    <a:pt x="1372" y="1987"/>
                    <a:pt x="1766" y="1600"/>
                    <a:pt x="1780" y="1115"/>
                  </a:cubicBezTo>
                  <a:lnTo>
                    <a:pt x="1780" y="890"/>
                  </a:lnTo>
                  <a:cubicBezTo>
                    <a:pt x="1780" y="774"/>
                    <a:pt x="1685" y="679"/>
                    <a:pt x="1569" y="679"/>
                  </a:cubicBezTo>
                  <a:cubicBezTo>
                    <a:pt x="1450" y="679"/>
                    <a:pt x="1355" y="774"/>
                    <a:pt x="1355" y="890"/>
                  </a:cubicBezTo>
                  <a:lnTo>
                    <a:pt x="1355" y="1115"/>
                  </a:lnTo>
                  <a:cubicBezTo>
                    <a:pt x="1355" y="1372"/>
                    <a:pt x="1147" y="1583"/>
                    <a:pt x="890" y="1583"/>
                  </a:cubicBezTo>
                  <a:cubicBezTo>
                    <a:pt x="630" y="1583"/>
                    <a:pt x="423" y="1372"/>
                    <a:pt x="423" y="1115"/>
                  </a:cubicBezTo>
                  <a:lnTo>
                    <a:pt x="423" y="890"/>
                  </a:lnTo>
                  <a:cubicBezTo>
                    <a:pt x="423" y="633"/>
                    <a:pt x="630" y="422"/>
                    <a:pt x="890" y="422"/>
                  </a:cubicBezTo>
                  <a:cubicBezTo>
                    <a:pt x="1006" y="422"/>
                    <a:pt x="1101" y="327"/>
                    <a:pt x="1101" y="211"/>
                  </a:cubicBezTo>
                  <a:cubicBezTo>
                    <a:pt x="1101" y="95"/>
                    <a:pt x="1006" y="0"/>
                    <a:pt x="8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84"/>
            <p:cNvSpPr/>
            <p:nvPr/>
          </p:nvSpPr>
          <p:spPr>
            <a:xfrm>
              <a:off x="7955715" y="1986004"/>
              <a:ext cx="380081" cy="325114"/>
            </a:xfrm>
            <a:custGeom>
              <a:rect b="b" l="l" r="r" t="t"/>
              <a:pathLst>
                <a:path extrusionOk="0" h="12403" w="14500">
                  <a:moveTo>
                    <a:pt x="1277" y="4079"/>
                  </a:moveTo>
                  <a:cubicBezTo>
                    <a:pt x="1253" y="4209"/>
                    <a:pt x="1228" y="4339"/>
                    <a:pt x="1207" y="4473"/>
                  </a:cubicBezTo>
                  <a:lnTo>
                    <a:pt x="1207" y="4480"/>
                  </a:lnTo>
                  <a:cubicBezTo>
                    <a:pt x="1197" y="4568"/>
                    <a:pt x="1190" y="4656"/>
                    <a:pt x="1182" y="4740"/>
                  </a:cubicBezTo>
                  <a:lnTo>
                    <a:pt x="669" y="4336"/>
                  </a:lnTo>
                  <a:lnTo>
                    <a:pt x="1277" y="4079"/>
                  </a:lnTo>
                  <a:close/>
                  <a:moveTo>
                    <a:pt x="5754" y="450"/>
                  </a:moveTo>
                  <a:lnTo>
                    <a:pt x="5374" y="946"/>
                  </a:lnTo>
                  <a:cubicBezTo>
                    <a:pt x="5279" y="1066"/>
                    <a:pt x="5342" y="1245"/>
                    <a:pt x="5494" y="1280"/>
                  </a:cubicBezTo>
                  <a:cubicBezTo>
                    <a:pt x="6387" y="1495"/>
                    <a:pt x="7164" y="2068"/>
                    <a:pt x="7677" y="2891"/>
                  </a:cubicBezTo>
                  <a:cubicBezTo>
                    <a:pt x="8265" y="3826"/>
                    <a:pt x="8894" y="4565"/>
                    <a:pt x="9552" y="5088"/>
                  </a:cubicBezTo>
                  <a:cubicBezTo>
                    <a:pt x="10090" y="5514"/>
                    <a:pt x="10645" y="5799"/>
                    <a:pt x="11208" y="5932"/>
                  </a:cubicBezTo>
                  <a:cubicBezTo>
                    <a:pt x="11451" y="5991"/>
                    <a:pt x="11702" y="6020"/>
                    <a:pt x="11951" y="6020"/>
                  </a:cubicBezTo>
                  <a:cubicBezTo>
                    <a:pt x="12001" y="6020"/>
                    <a:pt x="12051" y="6019"/>
                    <a:pt x="12101" y="6017"/>
                  </a:cubicBezTo>
                  <a:lnTo>
                    <a:pt x="12101" y="6017"/>
                  </a:lnTo>
                  <a:cubicBezTo>
                    <a:pt x="11310" y="6738"/>
                    <a:pt x="10519" y="7233"/>
                    <a:pt x="9756" y="7501"/>
                  </a:cubicBezTo>
                  <a:cubicBezTo>
                    <a:pt x="9334" y="7648"/>
                    <a:pt x="8920" y="7721"/>
                    <a:pt x="8527" y="7721"/>
                  </a:cubicBezTo>
                  <a:cubicBezTo>
                    <a:pt x="8194" y="7721"/>
                    <a:pt x="7877" y="7669"/>
                    <a:pt x="7582" y="7564"/>
                  </a:cubicBezTo>
                  <a:cubicBezTo>
                    <a:pt x="7220" y="7434"/>
                    <a:pt x="6893" y="7226"/>
                    <a:pt x="6622" y="6952"/>
                  </a:cubicBezTo>
                  <a:lnTo>
                    <a:pt x="6622" y="6952"/>
                  </a:lnTo>
                  <a:cubicBezTo>
                    <a:pt x="6946" y="7128"/>
                    <a:pt x="7333" y="7233"/>
                    <a:pt x="7769" y="7265"/>
                  </a:cubicBezTo>
                  <a:cubicBezTo>
                    <a:pt x="7867" y="7272"/>
                    <a:pt x="7966" y="7276"/>
                    <a:pt x="8068" y="7276"/>
                  </a:cubicBezTo>
                  <a:cubicBezTo>
                    <a:pt x="8451" y="7276"/>
                    <a:pt x="8831" y="7226"/>
                    <a:pt x="9203" y="7135"/>
                  </a:cubicBezTo>
                  <a:cubicBezTo>
                    <a:pt x="9316" y="7107"/>
                    <a:pt x="9386" y="6991"/>
                    <a:pt x="9358" y="6878"/>
                  </a:cubicBezTo>
                  <a:cubicBezTo>
                    <a:pt x="9334" y="6783"/>
                    <a:pt x="9247" y="6717"/>
                    <a:pt x="9152" y="6717"/>
                  </a:cubicBezTo>
                  <a:cubicBezTo>
                    <a:pt x="9135" y="6717"/>
                    <a:pt x="9118" y="6719"/>
                    <a:pt x="9102" y="6724"/>
                  </a:cubicBezTo>
                  <a:cubicBezTo>
                    <a:pt x="8747" y="6812"/>
                    <a:pt x="8400" y="6855"/>
                    <a:pt x="8075" y="6855"/>
                  </a:cubicBezTo>
                  <a:cubicBezTo>
                    <a:pt x="7503" y="6855"/>
                    <a:pt x="6997" y="6721"/>
                    <a:pt x="6636" y="6463"/>
                  </a:cubicBezTo>
                  <a:cubicBezTo>
                    <a:pt x="6211" y="6161"/>
                    <a:pt x="5968" y="5686"/>
                    <a:pt x="5912" y="5050"/>
                  </a:cubicBezTo>
                  <a:cubicBezTo>
                    <a:pt x="5975" y="4392"/>
                    <a:pt x="6345" y="3837"/>
                    <a:pt x="6964" y="3485"/>
                  </a:cubicBezTo>
                  <a:cubicBezTo>
                    <a:pt x="7169" y="3366"/>
                    <a:pt x="7052" y="3086"/>
                    <a:pt x="6862" y="3086"/>
                  </a:cubicBezTo>
                  <a:cubicBezTo>
                    <a:pt x="6827" y="3086"/>
                    <a:pt x="6790" y="3095"/>
                    <a:pt x="6753" y="3116"/>
                  </a:cubicBezTo>
                  <a:cubicBezTo>
                    <a:pt x="5873" y="3615"/>
                    <a:pt x="5406" y="4501"/>
                    <a:pt x="5490" y="5486"/>
                  </a:cubicBezTo>
                  <a:cubicBezTo>
                    <a:pt x="5589" y="6604"/>
                    <a:pt x="6355" y="7575"/>
                    <a:pt x="7442" y="7961"/>
                  </a:cubicBezTo>
                  <a:cubicBezTo>
                    <a:pt x="7783" y="8084"/>
                    <a:pt x="8148" y="8145"/>
                    <a:pt x="8529" y="8145"/>
                  </a:cubicBezTo>
                  <a:cubicBezTo>
                    <a:pt x="8968" y="8145"/>
                    <a:pt x="9427" y="8064"/>
                    <a:pt x="9893" y="7902"/>
                  </a:cubicBezTo>
                  <a:cubicBezTo>
                    <a:pt x="10515" y="7684"/>
                    <a:pt x="11148" y="7328"/>
                    <a:pt x="11781" y="6840"/>
                  </a:cubicBezTo>
                  <a:cubicBezTo>
                    <a:pt x="11792" y="6843"/>
                    <a:pt x="11806" y="6843"/>
                    <a:pt x="11816" y="6847"/>
                  </a:cubicBezTo>
                  <a:cubicBezTo>
                    <a:pt x="11999" y="6875"/>
                    <a:pt x="12182" y="6888"/>
                    <a:pt x="12365" y="6888"/>
                  </a:cubicBezTo>
                  <a:cubicBezTo>
                    <a:pt x="12897" y="6888"/>
                    <a:pt x="13425" y="6771"/>
                    <a:pt x="13912" y="6541"/>
                  </a:cubicBezTo>
                  <a:lnTo>
                    <a:pt x="13912" y="6541"/>
                  </a:lnTo>
                  <a:cubicBezTo>
                    <a:pt x="13054" y="8935"/>
                    <a:pt x="10536" y="10620"/>
                    <a:pt x="7716" y="10620"/>
                  </a:cubicBezTo>
                  <a:cubicBezTo>
                    <a:pt x="5768" y="10620"/>
                    <a:pt x="3999" y="9892"/>
                    <a:pt x="2863" y="8619"/>
                  </a:cubicBezTo>
                  <a:cubicBezTo>
                    <a:pt x="1879" y="7515"/>
                    <a:pt x="1450" y="6101"/>
                    <a:pt x="1626" y="4529"/>
                  </a:cubicBezTo>
                  <a:cubicBezTo>
                    <a:pt x="1770" y="3576"/>
                    <a:pt x="2097" y="2768"/>
                    <a:pt x="2600" y="2128"/>
                  </a:cubicBezTo>
                  <a:cubicBezTo>
                    <a:pt x="3008" y="1611"/>
                    <a:pt x="3531" y="1196"/>
                    <a:pt x="4133" y="914"/>
                  </a:cubicBezTo>
                  <a:cubicBezTo>
                    <a:pt x="4643" y="675"/>
                    <a:pt x="5191" y="517"/>
                    <a:pt x="5754" y="450"/>
                  </a:cubicBezTo>
                  <a:close/>
                  <a:moveTo>
                    <a:pt x="7396" y="11038"/>
                  </a:moveTo>
                  <a:cubicBezTo>
                    <a:pt x="7502" y="11042"/>
                    <a:pt x="7611" y="11045"/>
                    <a:pt x="7716" y="11045"/>
                  </a:cubicBezTo>
                  <a:lnTo>
                    <a:pt x="7825" y="11045"/>
                  </a:lnTo>
                  <a:lnTo>
                    <a:pt x="7357" y="11977"/>
                  </a:lnTo>
                  <a:lnTo>
                    <a:pt x="6928" y="11977"/>
                  </a:lnTo>
                  <a:lnTo>
                    <a:pt x="7396" y="11038"/>
                  </a:lnTo>
                  <a:close/>
                  <a:moveTo>
                    <a:pt x="6211" y="0"/>
                  </a:moveTo>
                  <a:cubicBezTo>
                    <a:pt x="5434" y="14"/>
                    <a:pt x="4667" y="194"/>
                    <a:pt x="3964" y="528"/>
                  </a:cubicBezTo>
                  <a:cubicBezTo>
                    <a:pt x="3306" y="834"/>
                    <a:pt x="2726" y="1287"/>
                    <a:pt x="2273" y="1857"/>
                  </a:cubicBezTo>
                  <a:cubicBezTo>
                    <a:pt x="1879" y="2367"/>
                    <a:pt x="1583" y="2947"/>
                    <a:pt x="1408" y="3569"/>
                  </a:cubicBezTo>
                  <a:lnTo>
                    <a:pt x="177" y="4086"/>
                  </a:lnTo>
                  <a:cubicBezTo>
                    <a:pt x="29" y="4146"/>
                    <a:pt x="1" y="4347"/>
                    <a:pt x="128" y="4445"/>
                  </a:cubicBezTo>
                  <a:lnTo>
                    <a:pt x="1165" y="5268"/>
                  </a:lnTo>
                  <a:cubicBezTo>
                    <a:pt x="1175" y="6650"/>
                    <a:pt x="1650" y="7895"/>
                    <a:pt x="2547" y="8900"/>
                  </a:cubicBezTo>
                  <a:cubicBezTo>
                    <a:pt x="3612" y="10092"/>
                    <a:pt x="5184" y="10838"/>
                    <a:pt x="6942" y="11010"/>
                  </a:cubicBezTo>
                  <a:lnTo>
                    <a:pt x="6457" y="11981"/>
                  </a:lnTo>
                  <a:lnTo>
                    <a:pt x="5233" y="11981"/>
                  </a:lnTo>
                  <a:cubicBezTo>
                    <a:pt x="4949" y="11981"/>
                    <a:pt x="4949" y="12403"/>
                    <a:pt x="5233" y="12403"/>
                  </a:cubicBezTo>
                  <a:lnTo>
                    <a:pt x="8398" y="12403"/>
                  </a:lnTo>
                  <a:cubicBezTo>
                    <a:pt x="8514" y="12403"/>
                    <a:pt x="8609" y="12308"/>
                    <a:pt x="8609" y="12192"/>
                  </a:cubicBezTo>
                  <a:cubicBezTo>
                    <a:pt x="8609" y="12072"/>
                    <a:pt x="8514" y="11981"/>
                    <a:pt x="8398" y="11981"/>
                  </a:cubicBezTo>
                  <a:lnTo>
                    <a:pt x="7836" y="11981"/>
                  </a:lnTo>
                  <a:lnTo>
                    <a:pt x="8314" y="11021"/>
                  </a:lnTo>
                  <a:cubicBezTo>
                    <a:pt x="9664" y="10919"/>
                    <a:pt x="10958" y="10440"/>
                    <a:pt x="12052" y="9649"/>
                  </a:cubicBezTo>
                  <a:cubicBezTo>
                    <a:pt x="13276" y="8756"/>
                    <a:pt x="14137" y="7508"/>
                    <a:pt x="14478" y="6140"/>
                  </a:cubicBezTo>
                  <a:cubicBezTo>
                    <a:pt x="14499" y="6052"/>
                    <a:pt x="14461" y="5957"/>
                    <a:pt x="14383" y="5908"/>
                  </a:cubicBezTo>
                  <a:cubicBezTo>
                    <a:pt x="14350" y="5886"/>
                    <a:pt x="14312" y="5875"/>
                    <a:pt x="14273" y="5875"/>
                  </a:cubicBezTo>
                  <a:cubicBezTo>
                    <a:pt x="14226" y="5875"/>
                    <a:pt x="14178" y="5891"/>
                    <a:pt x="14137" y="5922"/>
                  </a:cubicBezTo>
                  <a:cubicBezTo>
                    <a:pt x="14130" y="5929"/>
                    <a:pt x="13437" y="6466"/>
                    <a:pt x="12366" y="6466"/>
                  </a:cubicBezTo>
                  <a:cubicBezTo>
                    <a:pt x="12324" y="6466"/>
                    <a:pt x="12281" y="6465"/>
                    <a:pt x="12238" y="6463"/>
                  </a:cubicBezTo>
                  <a:cubicBezTo>
                    <a:pt x="12467" y="6263"/>
                    <a:pt x="12695" y="6045"/>
                    <a:pt x="12924" y="5809"/>
                  </a:cubicBezTo>
                  <a:cubicBezTo>
                    <a:pt x="13065" y="5666"/>
                    <a:pt x="12945" y="5451"/>
                    <a:pt x="12774" y="5451"/>
                  </a:cubicBezTo>
                  <a:cubicBezTo>
                    <a:pt x="12745" y="5451"/>
                    <a:pt x="12713" y="5457"/>
                    <a:pt x="12681" y="5472"/>
                  </a:cubicBezTo>
                  <a:cubicBezTo>
                    <a:pt x="12679" y="5474"/>
                    <a:pt x="12406" y="5600"/>
                    <a:pt x="11949" y="5600"/>
                  </a:cubicBezTo>
                  <a:cubicBezTo>
                    <a:pt x="11763" y="5600"/>
                    <a:pt x="11547" y="5579"/>
                    <a:pt x="11306" y="5521"/>
                  </a:cubicBezTo>
                  <a:cubicBezTo>
                    <a:pt x="9865" y="5176"/>
                    <a:pt x="8732" y="3780"/>
                    <a:pt x="8036" y="2669"/>
                  </a:cubicBezTo>
                  <a:cubicBezTo>
                    <a:pt x="7519" y="1846"/>
                    <a:pt x="6770" y="1249"/>
                    <a:pt x="5898" y="960"/>
                  </a:cubicBezTo>
                  <a:lnTo>
                    <a:pt x="6376" y="338"/>
                  </a:lnTo>
                  <a:cubicBezTo>
                    <a:pt x="6482" y="201"/>
                    <a:pt x="6387" y="4"/>
                    <a:pt x="62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84"/>
            <p:cNvSpPr/>
            <p:nvPr/>
          </p:nvSpPr>
          <p:spPr>
            <a:xfrm>
              <a:off x="8210212" y="2148023"/>
              <a:ext cx="24666" cy="17091"/>
            </a:xfrm>
            <a:custGeom>
              <a:rect b="b" l="l" r="r" t="t"/>
              <a:pathLst>
                <a:path extrusionOk="0" h="652" w="941">
                  <a:moveTo>
                    <a:pt x="632" y="1"/>
                  </a:moveTo>
                  <a:cubicBezTo>
                    <a:pt x="586" y="1"/>
                    <a:pt x="538" y="18"/>
                    <a:pt x="493" y="57"/>
                  </a:cubicBezTo>
                  <a:cubicBezTo>
                    <a:pt x="402" y="135"/>
                    <a:pt x="303" y="198"/>
                    <a:pt x="194" y="251"/>
                  </a:cubicBezTo>
                  <a:cubicBezTo>
                    <a:pt x="1" y="353"/>
                    <a:pt x="71" y="652"/>
                    <a:pt x="293" y="652"/>
                  </a:cubicBezTo>
                  <a:cubicBezTo>
                    <a:pt x="328" y="652"/>
                    <a:pt x="360" y="645"/>
                    <a:pt x="391" y="627"/>
                  </a:cubicBezTo>
                  <a:cubicBezTo>
                    <a:pt x="528" y="560"/>
                    <a:pt x="655" y="476"/>
                    <a:pt x="774" y="377"/>
                  </a:cubicBezTo>
                  <a:cubicBezTo>
                    <a:pt x="941" y="231"/>
                    <a:pt x="802"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1" name="Google Shape;16791;p84"/>
          <p:cNvGrpSpPr/>
          <p:nvPr/>
        </p:nvGrpSpPr>
        <p:grpSpPr>
          <a:xfrm>
            <a:off x="2238218" y="3348162"/>
            <a:ext cx="306765" cy="360999"/>
            <a:chOff x="2238218" y="3348162"/>
            <a:chExt cx="306765" cy="360999"/>
          </a:xfrm>
        </p:grpSpPr>
        <p:sp>
          <p:nvSpPr>
            <p:cNvPr id="16792" name="Google Shape;16792;p84"/>
            <p:cNvSpPr/>
            <p:nvPr/>
          </p:nvSpPr>
          <p:spPr>
            <a:xfrm>
              <a:off x="2415362" y="3568793"/>
              <a:ext cx="122910" cy="84142"/>
            </a:xfrm>
            <a:custGeom>
              <a:rect b="b" l="l" r="r" t="t"/>
              <a:pathLst>
                <a:path extrusionOk="0" h="3210" w="4689">
                  <a:moveTo>
                    <a:pt x="2671" y="1"/>
                  </a:moveTo>
                  <a:cubicBezTo>
                    <a:pt x="2159" y="1"/>
                    <a:pt x="1628" y="72"/>
                    <a:pt x="1179" y="283"/>
                  </a:cubicBezTo>
                  <a:cubicBezTo>
                    <a:pt x="272" y="712"/>
                    <a:pt x="1" y="2020"/>
                    <a:pt x="198" y="2445"/>
                  </a:cubicBezTo>
                  <a:cubicBezTo>
                    <a:pt x="351" y="2768"/>
                    <a:pt x="1078" y="3210"/>
                    <a:pt x="1817" y="3210"/>
                  </a:cubicBezTo>
                  <a:cubicBezTo>
                    <a:pt x="2045" y="3210"/>
                    <a:pt x="2273" y="3168"/>
                    <a:pt x="2487" y="3068"/>
                  </a:cubicBezTo>
                  <a:cubicBezTo>
                    <a:pt x="3602" y="2547"/>
                    <a:pt x="4368" y="1099"/>
                    <a:pt x="4632" y="539"/>
                  </a:cubicBezTo>
                  <a:cubicBezTo>
                    <a:pt x="4688" y="420"/>
                    <a:pt x="4621" y="279"/>
                    <a:pt x="4495" y="248"/>
                  </a:cubicBezTo>
                  <a:cubicBezTo>
                    <a:pt x="4139" y="155"/>
                    <a:pt x="3425" y="1"/>
                    <a:pt x="267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84"/>
            <p:cNvSpPr/>
            <p:nvPr/>
          </p:nvSpPr>
          <p:spPr>
            <a:xfrm>
              <a:off x="2415362" y="3568793"/>
              <a:ext cx="121993" cy="64745"/>
            </a:xfrm>
            <a:custGeom>
              <a:rect b="b" l="l" r="r" t="t"/>
              <a:pathLst>
                <a:path extrusionOk="0" h="2470" w="4654">
                  <a:moveTo>
                    <a:pt x="2671" y="1"/>
                  </a:moveTo>
                  <a:cubicBezTo>
                    <a:pt x="2159" y="1"/>
                    <a:pt x="1628" y="72"/>
                    <a:pt x="1179" y="283"/>
                  </a:cubicBezTo>
                  <a:cubicBezTo>
                    <a:pt x="272" y="712"/>
                    <a:pt x="1" y="2020"/>
                    <a:pt x="198" y="2445"/>
                  </a:cubicBezTo>
                  <a:cubicBezTo>
                    <a:pt x="205" y="2452"/>
                    <a:pt x="212" y="2463"/>
                    <a:pt x="215" y="2470"/>
                  </a:cubicBezTo>
                  <a:cubicBezTo>
                    <a:pt x="961" y="2016"/>
                    <a:pt x="2997" y="849"/>
                    <a:pt x="4653" y="441"/>
                  </a:cubicBezTo>
                  <a:cubicBezTo>
                    <a:pt x="4650" y="350"/>
                    <a:pt x="4586" y="269"/>
                    <a:pt x="4495" y="248"/>
                  </a:cubicBezTo>
                  <a:cubicBezTo>
                    <a:pt x="4139" y="155"/>
                    <a:pt x="3425" y="1"/>
                    <a:pt x="267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84"/>
            <p:cNvSpPr/>
            <p:nvPr/>
          </p:nvSpPr>
          <p:spPr>
            <a:xfrm>
              <a:off x="2354995" y="3356157"/>
              <a:ext cx="61888" cy="82753"/>
            </a:xfrm>
            <a:custGeom>
              <a:rect b="b" l="l" r="r" t="t"/>
              <a:pathLst>
                <a:path extrusionOk="0" h="3157" w="2361">
                  <a:moveTo>
                    <a:pt x="728" y="1"/>
                  </a:moveTo>
                  <a:cubicBezTo>
                    <a:pt x="649" y="1"/>
                    <a:pt x="573" y="46"/>
                    <a:pt x="539" y="128"/>
                  </a:cubicBezTo>
                  <a:cubicBezTo>
                    <a:pt x="349" y="553"/>
                    <a:pt x="1" y="1492"/>
                    <a:pt x="194" y="2237"/>
                  </a:cubicBezTo>
                  <a:cubicBezTo>
                    <a:pt x="349" y="2824"/>
                    <a:pt x="1040" y="3157"/>
                    <a:pt x="1396" y="3157"/>
                  </a:cubicBezTo>
                  <a:cubicBezTo>
                    <a:pt x="1434" y="3157"/>
                    <a:pt x="1469" y="3153"/>
                    <a:pt x="1499" y="3145"/>
                  </a:cubicBezTo>
                  <a:cubicBezTo>
                    <a:pt x="1805" y="3067"/>
                    <a:pt x="2360" y="2364"/>
                    <a:pt x="2191" y="1714"/>
                  </a:cubicBezTo>
                  <a:cubicBezTo>
                    <a:pt x="1994" y="968"/>
                    <a:pt x="1231" y="321"/>
                    <a:pt x="855" y="43"/>
                  </a:cubicBezTo>
                  <a:cubicBezTo>
                    <a:pt x="816" y="15"/>
                    <a:pt x="772" y="1"/>
                    <a:pt x="72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84"/>
            <p:cNvSpPr/>
            <p:nvPr/>
          </p:nvSpPr>
          <p:spPr>
            <a:xfrm>
              <a:off x="2372138" y="3356183"/>
              <a:ext cx="44745" cy="82412"/>
            </a:xfrm>
            <a:custGeom>
              <a:rect b="b" l="l" r="r" t="t"/>
              <a:pathLst>
                <a:path extrusionOk="0" h="3144" w="1707">
                  <a:moveTo>
                    <a:pt x="82" y="1"/>
                  </a:moveTo>
                  <a:cubicBezTo>
                    <a:pt x="55" y="1"/>
                    <a:pt x="27" y="7"/>
                    <a:pt x="1" y="18"/>
                  </a:cubicBezTo>
                  <a:cubicBezTo>
                    <a:pt x="159" y="461"/>
                    <a:pt x="518" y="1537"/>
                    <a:pt x="852" y="3144"/>
                  </a:cubicBezTo>
                  <a:cubicBezTo>
                    <a:pt x="1154" y="3056"/>
                    <a:pt x="1706" y="2360"/>
                    <a:pt x="1534" y="1713"/>
                  </a:cubicBezTo>
                  <a:cubicBezTo>
                    <a:pt x="1340" y="967"/>
                    <a:pt x="577" y="320"/>
                    <a:pt x="201" y="42"/>
                  </a:cubicBezTo>
                  <a:cubicBezTo>
                    <a:pt x="167" y="14"/>
                    <a:pt x="125" y="1"/>
                    <a:pt x="8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84"/>
            <p:cNvSpPr/>
            <p:nvPr/>
          </p:nvSpPr>
          <p:spPr>
            <a:xfrm>
              <a:off x="2245951" y="3524966"/>
              <a:ext cx="138376" cy="88441"/>
            </a:xfrm>
            <a:custGeom>
              <a:rect b="b" l="l" r="r" t="t"/>
              <a:pathLst>
                <a:path extrusionOk="0" h="3374" w="5279">
                  <a:moveTo>
                    <a:pt x="2840" y="1"/>
                  </a:moveTo>
                  <a:cubicBezTo>
                    <a:pt x="1758" y="1"/>
                    <a:pt x="634" y="429"/>
                    <a:pt x="166" y="629"/>
                  </a:cubicBezTo>
                  <a:cubicBezTo>
                    <a:pt x="46" y="682"/>
                    <a:pt x="1" y="830"/>
                    <a:pt x="74" y="939"/>
                  </a:cubicBezTo>
                  <a:cubicBezTo>
                    <a:pt x="437" y="1480"/>
                    <a:pt x="1506" y="2929"/>
                    <a:pt x="2793" y="3309"/>
                  </a:cubicBezTo>
                  <a:cubicBezTo>
                    <a:pt x="2944" y="3354"/>
                    <a:pt x="3098" y="3374"/>
                    <a:pt x="3251" y="3374"/>
                  </a:cubicBezTo>
                  <a:cubicBezTo>
                    <a:pt x="4147" y="3374"/>
                    <a:pt x="5011" y="2682"/>
                    <a:pt x="5135" y="2268"/>
                  </a:cubicBezTo>
                  <a:cubicBezTo>
                    <a:pt x="5279" y="1782"/>
                    <a:pt x="4776" y="429"/>
                    <a:pt x="3735" y="119"/>
                  </a:cubicBezTo>
                  <a:cubicBezTo>
                    <a:pt x="3451" y="35"/>
                    <a:pt x="3147" y="1"/>
                    <a:pt x="284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84"/>
            <p:cNvSpPr/>
            <p:nvPr/>
          </p:nvSpPr>
          <p:spPr>
            <a:xfrm>
              <a:off x="2246423" y="3524966"/>
              <a:ext cx="137904" cy="60656"/>
            </a:xfrm>
            <a:custGeom>
              <a:rect b="b" l="l" r="r" t="t"/>
              <a:pathLst>
                <a:path extrusionOk="0" h="2314" w="5261">
                  <a:moveTo>
                    <a:pt x="2822" y="1"/>
                  </a:moveTo>
                  <a:cubicBezTo>
                    <a:pt x="1740" y="1"/>
                    <a:pt x="616" y="429"/>
                    <a:pt x="148" y="629"/>
                  </a:cubicBezTo>
                  <a:cubicBezTo>
                    <a:pt x="49" y="671"/>
                    <a:pt x="0" y="784"/>
                    <a:pt x="35" y="882"/>
                  </a:cubicBezTo>
                  <a:cubicBezTo>
                    <a:pt x="1041" y="967"/>
                    <a:pt x="3921" y="1290"/>
                    <a:pt x="5099" y="2313"/>
                  </a:cubicBezTo>
                  <a:cubicBezTo>
                    <a:pt x="5106" y="2299"/>
                    <a:pt x="5113" y="2282"/>
                    <a:pt x="5117" y="2268"/>
                  </a:cubicBezTo>
                  <a:cubicBezTo>
                    <a:pt x="5261" y="1782"/>
                    <a:pt x="4758" y="429"/>
                    <a:pt x="3717" y="119"/>
                  </a:cubicBezTo>
                  <a:cubicBezTo>
                    <a:pt x="3433" y="35"/>
                    <a:pt x="3129" y="1"/>
                    <a:pt x="282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84"/>
            <p:cNvSpPr/>
            <p:nvPr/>
          </p:nvSpPr>
          <p:spPr>
            <a:xfrm>
              <a:off x="2305506" y="3443838"/>
              <a:ext cx="78008" cy="58952"/>
            </a:xfrm>
            <a:custGeom>
              <a:rect b="b" l="l" r="r" t="t"/>
              <a:pathLst>
                <a:path extrusionOk="0" h="2249" w="2976">
                  <a:moveTo>
                    <a:pt x="829" y="1"/>
                  </a:moveTo>
                  <a:cubicBezTo>
                    <a:pt x="589" y="1"/>
                    <a:pt x="376" y="18"/>
                    <a:pt x="222" y="35"/>
                  </a:cubicBezTo>
                  <a:cubicBezTo>
                    <a:pt x="88" y="49"/>
                    <a:pt x="0" y="187"/>
                    <a:pt x="46" y="313"/>
                  </a:cubicBezTo>
                  <a:cubicBezTo>
                    <a:pt x="197" y="753"/>
                    <a:pt x="584" y="1678"/>
                    <a:pt x="1235" y="2089"/>
                  </a:cubicBezTo>
                  <a:cubicBezTo>
                    <a:pt x="1417" y="2204"/>
                    <a:pt x="1626" y="2249"/>
                    <a:pt x="1832" y="2249"/>
                  </a:cubicBezTo>
                  <a:cubicBezTo>
                    <a:pt x="2271" y="2249"/>
                    <a:pt x="2695" y="2043"/>
                    <a:pt x="2810" y="1864"/>
                  </a:cubicBezTo>
                  <a:cubicBezTo>
                    <a:pt x="2975" y="1597"/>
                    <a:pt x="2905" y="703"/>
                    <a:pt x="2335" y="345"/>
                  </a:cubicBezTo>
                  <a:cubicBezTo>
                    <a:pt x="1901" y="70"/>
                    <a:pt x="1311" y="1"/>
                    <a:pt x="829"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84"/>
            <p:cNvSpPr/>
            <p:nvPr/>
          </p:nvSpPr>
          <p:spPr>
            <a:xfrm>
              <a:off x="2306502" y="3443838"/>
              <a:ext cx="77012" cy="49227"/>
            </a:xfrm>
            <a:custGeom>
              <a:rect b="b" l="l" r="r" t="t"/>
              <a:pathLst>
                <a:path extrusionOk="0" h="1878" w="2938">
                  <a:moveTo>
                    <a:pt x="791" y="1"/>
                  </a:moveTo>
                  <a:cubicBezTo>
                    <a:pt x="551" y="1"/>
                    <a:pt x="338" y="18"/>
                    <a:pt x="184" y="35"/>
                  </a:cubicBezTo>
                  <a:cubicBezTo>
                    <a:pt x="89" y="46"/>
                    <a:pt x="15" y="120"/>
                    <a:pt x="1" y="211"/>
                  </a:cubicBezTo>
                  <a:cubicBezTo>
                    <a:pt x="542" y="447"/>
                    <a:pt x="1861" y="1066"/>
                    <a:pt x="2758" y="1878"/>
                  </a:cubicBezTo>
                  <a:cubicBezTo>
                    <a:pt x="2761" y="1874"/>
                    <a:pt x="2768" y="1867"/>
                    <a:pt x="2772" y="1864"/>
                  </a:cubicBezTo>
                  <a:cubicBezTo>
                    <a:pt x="2937" y="1597"/>
                    <a:pt x="2867" y="703"/>
                    <a:pt x="2297" y="345"/>
                  </a:cubicBezTo>
                  <a:cubicBezTo>
                    <a:pt x="1863" y="70"/>
                    <a:pt x="1273" y="1"/>
                    <a:pt x="79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84"/>
            <p:cNvSpPr/>
            <p:nvPr/>
          </p:nvSpPr>
          <p:spPr>
            <a:xfrm>
              <a:off x="2422282" y="3466407"/>
              <a:ext cx="82071" cy="56488"/>
            </a:xfrm>
            <a:custGeom>
              <a:rect b="b" l="l" r="r" t="t"/>
              <a:pathLst>
                <a:path extrusionOk="0" h="2155" w="3131">
                  <a:moveTo>
                    <a:pt x="1795" y="1"/>
                  </a:moveTo>
                  <a:cubicBezTo>
                    <a:pt x="1451" y="1"/>
                    <a:pt x="1095" y="49"/>
                    <a:pt x="792" y="191"/>
                  </a:cubicBezTo>
                  <a:cubicBezTo>
                    <a:pt x="183" y="479"/>
                    <a:pt x="1" y="1355"/>
                    <a:pt x="138" y="1639"/>
                  </a:cubicBezTo>
                  <a:cubicBezTo>
                    <a:pt x="240" y="1857"/>
                    <a:pt x="725" y="2154"/>
                    <a:pt x="1220" y="2154"/>
                  </a:cubicBezTo>
                  <a:cubicBezTo>
                    <a:pt x="1373" y="2154"/>
                    <a:pt x="1527" y="2126"/>
                    <a:pt x="1671" y="2058"/>
                  </a:cubicBezTo>
                  <a:cubicBezTo>
                    <a:pt x="2367" y="1731"/>
                    <a:pt x="2863" y="862"/>
                    <a:pt x="3070" y="444"/>
                  </a:cubicBezTo>
                  <a:cubicBezTo>
                    <a:pt x="3130" y="321"/>
                    <a:pt x="3060" y="177"/>
                    <a:pt x="2930" y="145"/>
                  </a:cubicBezTo>
                  <a:cubicBezTo>
                    <a:pt x="2673" y="83"/>
                    <a:pt x="2245" y="1"/>
                    <a:pt x="1795"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84"/>
            <p:cNvSpPr/>
            <p:nvPr/>
          </p:nvSpPr>
          <p:spPr>
            <a:xfrm>
              <a:off x="2422282" y="3466407"/>
              <a:ext cx="81416" cy="45295"/>
            </a:xfrm>
            <a:custGeom>
              <a:rect b="b" l="l" r="r" t="t"/>
              <a:pathLst>
                <a:path extrusionOk="0" h="1728" w="3106">
                  <a:moveTo>
                    <a:pt x="1795" y="1"/>
                  </a:moveTo>
                  <a:cubicBezTo>
                    <a:pt x="1451" y="1"/>
                    <a:pt x="1095" y="49"/>
                    <a:pt x="792" y="191"/>
                  </a:cubicBezTo>
                  <a:cubicBezTo>
                    <a:pt x="183" y="479"/>
                    <a:pt x="1" y="1355"/>
                    <a:pt x="138" y="1639"/>
                  </a:cubicBezTo>
                  <a:cubicBezTo>
                    <a:pt x="152" y="1671"/>
                    <a:pt x="173" y="1699"/>
                    <a:pt x="198" y="1727"/>
                  </a:cubicBezTo>
                  <a:cubicBezTo>
                    <a:pt x="834" y="1066"/>
                    <a:pt x="2399" y="581"/>
                    <a:pt x="3081" y="391"/>
                  </a:cubicBezTo>
                  <a:cubicBezTo>
                    <a:pt x="3106" y="282"/>
                    <a:pt x="3039" y="173"/>
                    <a:pt x="2930" y="145"/>
                  </a:cubicBezTo>
                  <a:cubicBezTo>
                    <a:pt x="2673" y="83"/>
                    <a:pt x="2245" y="1"/>
                    <a:pt x="1795"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84"/>
            <p:cNvSpPr/>
            <p:nvPr/>
          </p:nvSpPr>
          <p:spPr>
            <a:xfrm>
              <a:off x="2238218" y="3348162"/>
              <a:ext cx="306765" cy="360999"/>
            </a:xfrm>
            <a:custGeom>
              <a:rect b="b" l="l" r="r" t="t"/>
              <a:pathLst>
                <a:path extrusionOk="0" h="13772" w="11703">
                  <a:moveTo>
                    <a:pt x="5183" y="503"/>
                  </a:moveTo>
                  <a:cubicBezTo>
                    <a:pt x="5535" y="763"/>
                    <a:pt x="6270" y="1382"/>
                    <a:pt x="6449" y="2068"/>
                  </a:cubicBezTo>
                  <a:cubicBezTo>
                    <a:pt x="6555" y="2465"/>
                    <a:pt x="6312" y="2898"/>
                    <a:pt x="6098" y="3116"/>
                  </a:cubicBezTo>
                  <a:cubicBezTo>
                    <a:pt x="5982" y="2595"/>
                    <a:pt x="5841" y="2082"/>
                    <a:pt x="5683" y="1575"/>
                  </a:cubicBezTo>
                  <a:cubicBezTo>
                    <a:pt x="5653" y="1474"/>
                    <a:pt x="5576" y="1431"/>
                    <a:pt x="5497" y="1431"/>
                  </a:cubicBezTo>
                  <a:cubicBezTo>
                    <a:pt x="5372" y="1431"/>
                    <a:pt x="5243" y="1541"/>
                    <a:pt x="5300" y="1699"/>
                  </a:cubicBezTo>
                  <a:cubicBezTo>
                    <a:pt x="5461" y="2205"/>
                    <a:pt x="5598" y="2718"/>
                    <a:pt x="5714" y="3242"/>
                  </a:cubicBezTo>
                  <a:cubicBezTo>
                    <a:pt x="5423" y="3172"/>
                    <a:pt x="4955" y="2908"/>
                    <a:pt x="4846" y="2490"/>
                  </a:cubicBezTo>
                  <a:cubicBezTo>
                    <a:pt x="4663" y="1801"/>
                    <a:pt x="5004" y="904"/>
                    <a:pt x="5183" y="503"/>
                  </a:cubicBezTo>
                  <a:close/>
                  <a:moveTo>
                    <a:pt x="3399" y="3851"/>
                  </a:moveTo>
                  <a:cubicBezTo>
                    <a:pt x="3852" y="3851"/>
                    <a:pt x="4399" y="3915"/>
                    <a:pt x="4793" y="4164"/>
                  </a:cubicBezTo>
                  <a:cubicBezTo>
                    <a:pt x="5131" y="4378"/>
                    <a:pt x="5254" y="4835"/>
                    <a:pt x="5254" y="5138"/>
                  </a:cubicBezTo>
                  <a:cubicBezTo>
                    <a:pt x="4649" y="4621"/>
                    <a:pt x="4114" y="4396"/>
                    <a:pt x="4076" y="4378"/>
                  </a:cubicBezTo>
                  <a:cubicBezTo>
                    <a:pt x="4050" y="4369"/>
                    <a:pt x="4024" y="4364"/>
                    <a:pt x="4001" y="4364"/>
                  </a:cubicBezTo>
                  <a:cubicBezTo>
                    <a:pt x="3806" y="4364"/>
                    <a:pt x="3711" y="4657"/>
                    <a:pt x="3921" y="4751"/>
                  </a:cubicBezTo>
                  <a:cubicBezTo>
                    <a:pt x="3932" y="4754"/>
                    <a:pt x="4477" y="4986"/>
                    <a:pt x="5071" y="5517"/>
                  </a:cubicBezTo>
                  <a:cubicBezTo>
                    <a:pt x="4915" y="5609"/>
                    <a:pt x="4658" y="5695"/>
                    <a:pt x="4396" y="5695"/>
                  </a:cubicBezTo>
                  <a:cubicBezTo>
                    <a:pt x="4227" y="5695"/>
                    <a:pt x="4057" y="5659"/>
                    <a:pt x="3911" y="5567"/>
                  </a:cubicBezTo>
                  <a:cubicBezTo>
                    <a:pt x="3309" y="5187"/>
                    <a:pt x="2944" y="4301"/>
                    <a:pt x="2799" y="3886"/>
                  </a:cubicBezTo>
                  <a:cubicBezTo>
                    <a:pt x="2949" y="3869"/>
                    <a:pt x="3161" y="3851"/>
                    <a:pt x="3399" y="3851"/>
                  </a:cubicBezTo>
                  <a:close/>
                  <a:moveTo>
                    <a:pt x="8812" y="4716"/>
                  </a:moveTo>
                  <a:cubicBezTo>
                    <a:pt x="9185" y="4719"/>
                    <a:pt x="9554" y="4768"/>
                    <a:pt x="9913" y="4856"/>
                  </a:cubicBezTo>
                  <a:cubicBezTo>
                    <a:pt x="9720" y="5250"/>
                    <a:pt x="9249" y="6087"/>
                    <a:pt x="8605" y="6386"/>
                  </a:cubicBezTo>
                  <a:cubicBezTo>
                    <a:pt x="8484" y="6444"/>
                    <a:pt x="8358" y="6464"/>
                    <a:pt x="8240" y="6464"/>
                  </a:cubicBezTo>
                  <a:cubicBezTo>
                    <a:pt x="8069" y="6464"/>
                    <a:pt x="7914" y="6421"/>
                    <a:pt x="7814" y="6386"/>
                  </a:cubicBezTo>
                  <a:cubicBezTo>
                    <a:pt x="7694" y="6340"/>
                    <a:pt x="7582" y="6284"/>
                    <a:pt x="7480" y="6210"/>
                  </a:cubicBezTo>
                  <a:cubicBezTo>
                    <a:pt x="7554" y="6147"/>
                    <a:pt x="7631" y="6091"/>
                    <a:pt x="7715" y="6038"/>
                  </a:cubicBezTo>
                  <a:cubicBezTo>
                    <a:pt x="7902" y="5918"/>
                    <a:pt x="7782" y="5664"/>
                    <a:pt x="7607" y="5664"/>
                  </a:cubicBezTo>
                  <a:cubicBezTo>
                    <a:pt x="7571" y="5664"/>
                    <a:pt x="7532" y="5675"/>
                    <a:pt x="7494" y="5700"/>
                  </a:cubicBezTo>
                  <a:cubicBezTo>
                    <a:pt x="7434" y="5739"/>
                    <a:pt x="7374" y="5778"/>
                    <a:pt x="7318" y="5820"/>
                  </a:cubicBezTo>
                  <a:cubicBezTo>
                    <a:pt x="7357" y="5517"/>
                    <a:pt x="7532" y="5060"/>
                    <a:pt x="7902" y="4884"/>
                  </a:cubicBezTo>
                  <a:cubicBezTo>
                    <a:pt x="8172" y="4758"/>
                    <a:pt x="8496" y="4716"/>
                    <a:pt x="8812" y="4716"/>
                  </a:cubicBezTo>
                  <a:close/>
                  <a:moveTo>
                    <a:pt x="3134" y="6947"/>
                  </a:moveTo>
                  <a:cubicBezTo>
                    <a:pt x="3424" y="6947"/>
                    <a:pt x="3708" y="6979"/>
                    <a:pt x="3974" y="7058"/>
                  </a:cubicBezTo>
                  <a:cubicBezTo>
                    <a:pt x="4522" y="7219"/>
                    <a:pt x="4853" y="7698"/>
                    <a:pt x="4997" y="7968"/>
                  </a:cubicBezTo>
                  <a:cubicBezTo>
                    <a:pt x="5117" y="8186"/>
                    <a:pt x="5201" y="8418"/>
                    <a:pt x="5240" y="8665"/>
                  </a:cubicBezTo>
                  <a:cubicBezTo>
                    <a:pt x="5155" y="8608"/>
                    <a:pt x="5067" y="8556"/>
                    <a:pt x="4976" y="8506"/>
                  </a:cubicBezTo>
                  <a:cubicBezTo>
                    <a:pt x="4466" y="8229"/>
                    <a:pt x="3830" y="8011"/>
                    <a:pt x="3081" y="7863"/>
                  </a:cubicBezTo>
                  <a:cubicBezTo>
                    <a:pt x="3066" y="7860"/>
                    <a:pt x="3052" y="7859"/>
                    <a:pt x="3039" y="7859"/>
                  </a:cubicBezTo>
                  <a:cubicBezTo>
                    <a:pt x="2816" y="7859"/>
                    <a:pt x="2761" y="8204"/>
                    <a:pt x="3003" y="8257"/>
                  </a:cubicBezTo>
                  <a:cubicBezTo>
                    <a:pt x="3619" y="8380"/>
                    <a:pt x="4519" y="8629"/>
                    <a:pt x="5159" y="9104"/>
                  </a:cubicBezTo>
                  <a:cubicBezTo>
                    <a:pt x="5043" y="9273"/>
                    <a:pt x="4811" y="9484"/>
                    <a:pt x="4498" y="9653"/>
                  </a:cubicBezTo>
                  <a:cubicBezTo>
                    <a:pt x="4294" y="9764"/>
                    <a:pt x="3941" y="9917"/>
                    <a:pt x="3545" y="9917"/>
                  </a:cubicBezTo>
                  <a:cubicBezTo>
                    <a:pt x="3415" y="9917"/>
                    <a:pt x="3280" y="9900"/>
                    <a:pt x="3144" y="9860"/>
                  </a:cubicBezTo>
                  <a:cubicBezTo>
                    <a:pt x="1920" y="9498"/>
                    <a:pt x="879" y="8081"/>
                    <a:pt x="531" y="7564"/>
                  </a:cubicBezTo>
                  <a:cubicBezTo>
                    <a:pt x="980" y="7371"/>
                    <a:pt x="2086" y="6947"/>
                    <a:pt x="3134" y="6947"/>
                  </a:cubicBezTo>
                  <a:close/>
                  <a:moveTo>
                    <a:pt x="9428" y="8619"/>
                  </a:moveTo>
                  <a:cubicBezTo>
                    <a:pt x="10163" y="8619"/>
                    <a:pt x="10866" y="8774"/>
                    <a:pt x="11211" y="8862"/>
                  </a:cubicBezTo>
                  <a:cubicBezTo>
                    <a:pt x="10961" y="9396"/>
                    <a:pt x="10216" y="10806"/>
                    <a:pt x="9161" y="11302"/>
                  </a:cubicBezTo>
                  <a:cubicBezTo>
                    <a:pt x="8978" y="11383"/>
                    <a:pt x="8781" y="11425"/>
                    <a:pt x="8580" y="11425"/>
                  </a:cubicBezTo>
                  <a:cubicBezTo>
                    <a:pt x="8007" y="11425"/>
                    <a:pt x="7441" y="11130"/>
                    <a:pt x="7216" y="10883"/>
                  </a:cubicBezTo>
                  <a:cubicBezTo>
                    <a:pt x="7919" y="10423"/>
                    <a:pt x="8869" y="9902"/>
                    <a:pt x="9959" y="9582"/>
                  </a:cubicBezTo>
                  <a:cubicBezTo>
                    <a:pt x="10068" y="9554"/>
                    <a:pt x="10131" y="9442"/>
                    <a:pt x="10099" y="9333"/>
                  </a:cubicBezTo>
                  <a:cubicBezTo>
                    <a:pt x="10074" y="9244"/>
                    <a:pt x="9992" y="9186"/>
                    <a:pt x="9904" y="9186"/>
                  </a:cubicBezTo>
                  <a:cubicBezTo>
                    <a:pt x="9884" y="9186"/>
                    <a:pt x="9863" y="9189"/>
                    <a:pt x="9843" y="9196"/>
                  </a:cubicBezTo>
                  <a:cubicBezTo>
                    <a:pt x="8756" y="9516"/>
                    <a:pt x="7810" y="10015"/>
                    <a:pt x="7096" y="10479"/>
                  </a:cubicBezTo>
                  <a:cubicBezTo>
                    <a:pt x="7107" y="9990"/>
                    <a:pt x="7392" y="9178"/>
                    <a:pt x="8021" y="8883"/>
                  </a:cubicBezTo>
                  <a:cubicBezTo>
                    <a:pt x="8440" y="8686"/>
                    <a:pt x="8939" y="8619"/>
                    <a:pt x="9428" y="8619"/>
                  </a:cubicBezTo>
                  <a:close/>
                  <a:moveTo>
                    <a:pt x="5102" y="0"/>
                  </a:moveTo>
                  <a:cubicBezTo>
                    <a:pt x="5030" y="0"/>
                    <a:pt x="4960" y="38"/>
                    <a:pt x="4923" y="106"/>
                  </a:cubicBezTo>
                  <a:cubicBezTo>
                    <a:pt x="4892" y="165"/>
                    <a:pt x="4178" y="1530"/>
                    <a:pt x="4456" y="2592"/>
                  </a:cubicBezTo>
                  <a:cubicBezTo>
                    <a:pt x="4631" y="3253"/>
                    <a:pt x="5345" y="3629"/>
                    <a:pt x="5799" y="3661"/>
                  </a:cubicBezTo>
                  <a:cubicBezTo>
                    <a:pt x="5954" y="4452"/>
                    <a:pt x="6052" y="5257"/>
                    <a:pt x="6098" y="6062"/>
                  </a:cubicBezTo>
                  <a:cubicBezTo>
                    <a:pt x="5950" y="5855"/>
                    <a:pt x="5788" y="5658"/>
                    <a:pt x="5609" y="5475"/>
                  </a:cubicBezTo>
                  <a:cubicBezTo>
                    <a:pt x="5739" y="5046"/>
                    <a:pt x="5609" y="4199"/>
                    <a:pt x="5008" y="3822"/>
                  </a:cubicBezTo>
                  <a:cubicBezTo>
                    <a:pt x="4533" y="3523"/>
                    <a:pt x="3901" y="3448"/>
                    <a:pt x="3389" y="3448"/>
                  </a:cubicBezTo>
                  <a:cubicBezTo>
                    <a:pt x="2905" y="3448"/>
                    <a:pt x="2529" y="3515"/>
                    <a:pt x="2497" y="3520"/>
                  </a:cubicBezTo>
                  <a:cubicBezTo>
                    <a:pt x="2381" y="3541"/>
                    <a:pt x="2311" y="3657"/>
                    <a:pt x="2339" y="3770"/>
                  </a:cubicBezTo>
                  <a:cubicBezTo>
                    <a:pt x="2356" y="3833"/>
                    <a:pt x="2764" y="5324"/>
                    <a:pt x="3693" y="5908"/>
                  </a:cubicBezTo>
                  <a:cubicBezTo>
                    <a:pt x="3902" y="6035"/>
                    <a:pt x="4138" y="6101"/>
                    <a:pt x="4381" y="6101"/>
                  </a:cubicBezTo>
                  <a:cubicBezTo>
                    <a:pt x="4387" y="6101"/>
                    <a:pt x="4393" y="6101"/>
                    <a:pt x="4399" y="6101"/>
                  </a:cubicBezTo>
                  <a:cubicBezTo>
                    <a:pt x="4744" y="6101"/>
                    <a:pt x="5078" y="5996"/>
                    <a:pt x="5363" y="5802"/>
                  </a:cubicBezTo>
                  <a:cubicBezTo>
                    <a:pt x="5669" y="6129"/>
                    <a:pt x="5929" y="6495"/>
                    <a:pt x="6126" y="6896"/>
                  </a:cubicBezTo>
                  <a:cubicBezTo>
                    <a:pt x="6136" y="7726"/>
                    <a:pt x="6094" y="8556"/>
                    <a:pt x="5999" y="9378"/>
                  </a:cubicBezTo>
                  <a:cubicBezTo>
                    <a:pt x="5897" y="9231"/>
                    <a:pt x="5778" y="9097"/>
                    <a:pt x="5644" y="8974"/>
                  </a:cubicBezTo>
                  <a:cubicBezTo>
                    <a:pt x="5743" y="8324"/>
                    <a:pt x="5159" y="6987"/>
                    <a:pt x="4086" y="6671"/>
                  </a:cubicBezTo>
                  <a:cubicBezTo>
                    <a:pt x="3797" y="6585"/>
                    <a:pt x="3476" y="6541"/>
                    <a:pt x="3126" y="6541"/>
                  </a:cubicBezTo>
                  <a:cubicBezTo>
                    <a:pt x="2633" y="6541"/>
                    <a:pt x="2083" y="6627"/>
                    <a:pt x="1481" y="6797"/>
                  </a:cubicBezTo>
                  <a:cubicBezTo>
                    <a:pt x="1024" y="6927"/>
                    <a:pt x="577" y="7093"/>
                    <a:pt x="144" y="7293"/>
                  </a:cubicBezTo>
                  <a:cubicBezTo>
                    <a:pt x="39" y="7346"/>
                    <a:pt x="0" y="7476"/>
                    <a:pt x="64" y="7578"/>
                  </a:cubicBezTo>
                  <a:cubicBezTo>
                    <a:pt x="313" y="7982"/>
                    <a:pt x="598" y="8366"/>
                    <a:pt x="911" y="8721"/>
                  </a:cubicBezTo>
                  <a:cubicBezTo>
                    <a:pt x="1618" y="9526"/>
                    <a:pt x="2332" y="10040"/>
                    <a:pt x="3028" y="10247"/>
                  </a:cubicBezTo>
                  <a:cubicBezTo>
                    <a:pt x="3197" y="10296"/>
                    <a:pt x="3369" y="10321"/>
                    <a:pt x="3545" y="10321"/>
                  </a:cubicBezTo>
                  <a:cubicBezTo>
                    <a:pt x="4027" y="10321"/>
                    <a:pt x="4449" y="10142"/>
                    <a:pt x="4691" y="10008"/>
                  </a:cubicBezTo>
                  <a:cubicBezTo>
                    <a:pt x="5015" y="9832"/>
                    <a:pt x="5296" y="9596"/>
                    <a:pt x="5465" y="9368"/>
                  </a:cubicBezTo>
                  <a:cubicBezTo>
                    <a:pt x="5676" y="9575"/>
                    <a:pt x="5827" y="9836"/>
                    <a:pt x="5901" y="10124"/>
                  </a:cubicBezTo>
                  <a:cubicBezTo>
                    <a:pt x="5813" y="10690"/>
                    <a:pt x="5707" y="11218"/>
                    <a:pt x="5595" y="11682"/>
                  </a:cubicBezTo>
                  <a:lnTo>
                    <a:pt x="5595" y="11692"/>
                  </a:lnTo>
                  <a:cubicBezTo>
                    <a:pt x="5391" y="12550"/>
                    <a:pt x="5176" y="13194"/>
                    <a:pt x="5053" y="13493"/>
                  </a:cubicBezTo>
                  <a:cubicBezTo>
                    <a:pt x="4988" y="13652"/>
                    <a:pt x="5119" y="13772"/>
                    <a:pt x="5248" y="13772"/>
                  </a:cubicBezTo>
                  <a:cubicBezTo>
                    <a:pt x="5321" y="13772"/>
                    <a:pt x="5393" y="13734"/>
                    <a:pt x="5430" y="13644"/>
                  </a:cubicBezTo>
                  <a:cubicBezTo>
                    <a:pt x="5444" y="13605"/>
                    <a:pt x="5711" y="12948"/>
                    <a:pt x="5978" y="11836"/>
                  </a:cubicBezTo>
                  <a:cubicBezTo>
                    <a:pt x="6267" y="11580"/>
                    <a:pt x="6572" y="11337"/>
                    <a:pt x="6889" y="11116"/>
                  </a:cubicBezTo>
                  <a:cubicBezTo>
                    <a:pt x="7184" y="11474"/>
                    <a:pt x="7881" y="11829"/>
                    <a:pt x="8584" y="11829"/>
                  </a:cubicBezTo>
                  <a:cubicBezTo>
                    <a:pt x="8591" y="11830"/>
                    <a:pt x="8599" y="11830"/>
                    <a:pt x="8607" y="11830"/>
                  </a:cubicBezTo>
                  <a:cubicBezTo>
                    <a:pt x="8856" y="11830"/>
                    <a:pt x="9104" y="11773"/>
                    <a:pt x="9333" y="11668"/>
                  </a:cubicBezTo>
                  <a:cubicBezTo>
                    <a:pt x="10782" y="10989"/>
                    <a:pt x="11643" y="8897"/>
                    <a:pt x="11682" y="8809"/>
                  </a:cubicBezTo>
                  <a:cubicBezTo>
                    <a:pt x="11703" y="8756"/>
                    <a:pt x="11699" y="8696"/>
                    <a:pt x="11675" y="8644"/>
                  </a:cubicBezTo>
                  <a:cubicBezTo>
                    <a:pt x="11650" y="8594"/>
                    <a:pt x="11605" y="8556"/>
                    <a:pt x="11552" y="8538"/>
                  </a:cubicBezTo>
                  <a:cubicBezTo>
                    <a:pt x="11491" y="8519"/>
                    <a:pt x="10513" y="8216"/>
                    <a:pt x="9439" y="8216"/>
                  </a:cubicBezTo>
                  <a:cubicBezTo>
                    <a:pt x="8900" y="8216"/>
                    <a:pt x="8336" y="8292"/>
                    <a:pt x="7852" y="8520"/>
                  </a:cubicBezTo>
                  <a:cubicBezTo>
                    <a:pt x="6970" y="8935"/>
                    <a:pt x="6608" y="10106"/>
                    <a:pt x="6713" y="10739"/>
                  </a:cubicBezTo>
                  <a:cubicBezTo>
                    <a:pt x="6481" y="10901"/>
                    <a:pt x="6281" y="11052"/>
                    <a:pt x="6122" y="11182"/>
                  </a:cubicBezTo>
                  <a:cubicBezTo>
                    <a:pt x="6196" y="10824"/>
                    <a:pt x="6267" y="10433"/>
                    <a:pt x="6326" y="10011"/>
                  </a:cubicBezTo>
                  <a:cubicBezTo>
                    <a:pt x="6439" y="9241"/>
                    <a:pt x="6506" y="8464"/>
                    <a:pt x="6527" y="7687"/>
                  </a:cubicBezTo>
                  <a:cubicBezTo>
                    <a:pt x="6639" y="7237"/>
                    <a:pt x="6864" y="6826"/>
                    <a:pt x="7181" y="6484"/>
                  </a:cubicBezTo>
                  <a:cubicBezTo>
                    <a:pt x="7483" y="6727"/>
                    <a:pt x="7856" y="6861"/>
                    <a:pt x="8239" y="6868"/>
                  </a:cubicBezTo>
                  <a:cubicBezTo>
                    <a:pt x="8426" y="6868"/>
                    <a:pt x="8609" y="6829"/>
                    <a:pt x="8777" y="6752"/>
                  </a:cubicBezTo>
                  <a:cubicBezTo>
                    <a:pt x="9772" y="6284"/>
                    <a:pt x="10360" y="4860"/>
                    <a:pt x="10384" y="4800"/>
                  </a:cubicBezTo>
                  <a:cubicBezTo>
                    <a:pt x="10430" y="4691"/>
                    <a:pt x="10370" y="4564"/>
                    <a:pt x="10258" y="4529"/>
                  </a:cubicBezTo>
                  <a:cubicBezTo>
                    <a:pt x="10216" y="4518"/>
                    <a:pt x="9552" y="4312"/>
                    <a:pt x="8821" y="4312"/>
                  </a:cubicBezTo>
                  <a:cubicBezTo>
                    <a:pt x="8451" y="4312"/>
                    <a:pt x="8063" y="4365"/>
                    <a:pt x="7729" y="4522"/>
                  </a:cubicBezTo>
                  <a:cubicBezTo>
                    <a:pt x="7054" y="4839"/>
                    <a:pt x="6833" y="5725"/>
                    <a:pt x="6945" y="6147"/>
                  </a:cubicBezTo>
                  <a:cubicBezTo>
                    <a:pt x="6787" y="6305"/>
                    <a:pt x="6646" y="6481"/>
                    <a:pt x="6527" y="6671"/>
                  </a:cubicBezTo>
                  <a:cubicBezTo>
                    <a:pt x="6523" y="6502"/>
                    <a:pt x="6516" y="6333"/>
                    <a:pt x="6509" y="6168"/>
                  </a:cubicBezTo>
                  <a:cubicBezTo>
                    <a:pt x="6467" y="5289"/>
                    <a:pt x="6358" y="4417"/>
                    <a:pt x="6189" y="3555"/>
                  </a:cubicBezTo>
                  <a:cubicBezTo>
                    <a:pt x="6572" y="3309"/>
                    <a:pt x="7012" y="2627"/>
                    <a:pt x="6840" y="1966"/>
                  </a:cubicBezTo>
                  <a:cubicBezTo>
                    <a:pt x="6562" y="904"/>
                    <a:pt x="5264" y="67"/>
                    <a:pt x="5212" y="32"/>
                  </a:cubicBezTo>
                  <a:cubicBezTo>
                    <a:pt x="5177" y="10"/>
                    <a:pt x="5139" y="0"/>
                    <a:pt x="51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84"/>
            <p:cNvSpPr/>
            <p:nvPr/>
          </p:nvSpPr>
          <p:spPr>
            <a:xfrm>
              <a:off x="2282517" y="3550208"/>
              <a:ext cx="20053" cy="11088"/>
            </a:xfrm>
            <a:custGeom>
              <a:rect b="b" l="l" r="r" t="t"/>
              <a:pathLst>
                <a:path extrusionOk="0" h="423" w="765">
                  <a:moveTo>
                    <a:pt x="276" y="0"/>
                  </a:moveTo>
                  <a:cubicBezTo>
                    <a:pt x="19" y="0"/>
                    <a:pt x="0" y="380"/>
                    <a:pt x="258" y="401"/>
                  </a:cubicBezTo>
                  <a:cubicBezTo>
                    <a:pt x="258" y="401"/>
                    <a:pt x="339" y="408"/>
                    <a:pt x="473" y="422"/>
                  </a:cubicBezTo>
                  <a:lnTo>
                    <a:pt x="494" y="422"/>
                  </a:lnTo>
                  <a:cubicBezTo>
                    <a:pt x="747" y="419"/>
                    <a:pt x="765" y="46"/>
                    <a:pt x="515" y="18"/>
                  </a:cubicBezTo>
                  <a:lnTo>
                    <a:pt x="515" y="18"/>
                  </a:lnTo>
                  <a:lnTo>
                    <a:pt x="515" y="21"/>
                  </a:lnTo>
                  <a:cubicBezTo>
                    <a:pt x="371" y="4"/>
                    <a:pt x="286" y="0"/>
                    <a:pt x="283" y="0"/>
                  </a:cubicBezTo>
                  <a:cubicBezTo>
                    <a:pt x="281" y="0"/>
                    <a:pt x="278"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84"/>
            <p:cNvSpPr/>
            <p:nvPr/>
          </p:nvSpPr>
          <p:spPr>
            <a:xfrm>
              <a:off x="2450120" y="3485359"/>
              <a:ext cx="21127" cy="12503"/>
            </a:xfrm>
            <a:custGeom>
              <a:rect b="b" l="l" r="r" t="t"/>
              <a:pathLst>
                <a:path extrusionOk="0" h="477" w="806">
                  <a:moveTo>
                    <a:pt x="522" y="1"/>
                  </a:moveTo>
                  <a:cubicBezTo>
                    <a:pt x="503" y="1"/>
                    <a:pt x="483" y="3"/>
                    <a:pt x="461" y="9"/>
                  </a:cubicBezTo>
                  <a:cubicBezTo>
                    <a:pt x="380" y="34"/>
                    <a:pt x="296" y="58"/>
                    <a:pt x="215" y="83"/>
                  </a:cubicBezTo>
                  <a:cubicBezTo>
                    <a:pt x="1" y="157"/>
                    <a:pt x="53" y="477"/>
                    <a:pt x="282" y="477"/>
                  </a:cubicBezTo>
                  <a:cubicBezTo>
                    <a:pt x="303" y="477"/>
                    <a:pt x="324" y="473"/>
                    <a:pt x="345" y="466"/>
                  </a:cubicBezTo>
                  <a:cubicBezTo>
                    <a:pt x="415" y="442"/>
                    <a:pt x="493" y="421"/>
                    <a:pt x="567" y="399"/>
                  </a:cubicBezTo>
                  <a:cubicBezTo>
                    <a:pt x="806" y="335"/>
                    <a:pt x="736"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5" name="Google Shape;16805;p84"/>
          <p:cNvGrpSpPr/>
          <p:nvPr/>
        </p:nvGrpSpPr>
        <p:grpSpPr>
          <a:xfrm>
            <a:off x="2794028" y="3348110"/>
            <a:ext cx="290461" cy="360658"/>
            <a:chOff x="2794028" y="3348110"/>
            <a:chExt cx="290461" cy="360658"/>
          </a:xfrm>
        </p:grpSpPr>
        <p:sp>
          <p:nvSpPr>
            <p:cNvPr id="16806" name="Google Shape;16806;p84"/>
            <p:cNvSpPr/>
            <p:nvPr/>
          </p:nvSpPr>
          <p:spPr>
            <a:xfrm>
              <a:off x="2799559" y="3353379"/>
              <a:ext cx="279399" cy="276883"/>
            </a:xfrm>
            <a:custGeom>
              <a:rect b="b" l="l" r="r" t="t"/>
              <a:pathLst>
                <a:path extrusionOk="0" h="10563" w="10659">
                  <a:moveTo>
                    <a:pt x="3831" y="1"/>
                  </a:moveTo>
                  <a:cubicBezTo>
                    <a:pt x="3679" y="1"/>
                    <a:pt x="3527" y="24"/>
                    <a:pt x="3380" y="72"/>
                  </a:cubicBezTo>
                  <a:cubicBezTo>
                    <a:pt x="2982" y="195"/>
                    <a:pt x="2655" y="469"/>
                    <a:pt x="2465" y="838"/>
                  </a:cubicBezTo>
                  <a:cubicBezTo>
                    <a:pt x="2402" y="965"/>
                    <a:pt x="2279" y="1053"/>
                    <a:pt x="2138" y="1067"/>
                  </a:cubicBezTo>
                  <a:cubicBezTo>
                    <a:pt x="1727" y="1120"/>
                    <a:pt x="1354" y="1334"/>
                    <a:pt x="1105" y="1665"/>
                  </a:cubicBezTo>
                  <a:cubicBezTo>
                    <a:pt x="865" y="1971"/>
                    <a:pt x="756" y="2358"/>
                    <a:pt x="802" y="2744"/>
                  </a:cubicBezTo>
                  <a:cubicBezTo>
                    <a:pt x="996" y="4183"/>
                    <a:pt x="3204" y="4858"/>
                    <a:pt x="4463" y="5129"/>
                  </a:cubicBezTo>
                  <a:cubicBezTo>
                    <a:pt x="4051" y="5072"/>
                    <a:pt x="3532" y="5020"/>
                    <a:pt x="2995" y="5020"/>
                  </a:cubicBezTo>
                  <a:cubicBezTo>
                    <a:pt x="1869" y="5020"/>
                    <a:pt x="665" y="5246"/>
                    <a:pt x="208" y="6117"/>
                  </a:cubicBezTo>
                  <a:cubicBezTo>
                    <a:pt x="32" y="6461"/>
                    <a:pt x="0" y="6862"/>
                    <a:pt x="120" y="7231"/>
                  </a:cubicBezTo>
                  <a:cubicBezTo>
                    <a:pt x="243" y="7629"/>
                    <a:pt x="517" y="7959"/>
                    <a:pt x="887" y="8146"/>
                  </a:cubicBezTo>
                  <a:cubicBezTo>
                    <a:pt x="1013" y="8209"/>
                    <a:pt x="1101" y="8332"/>
                    <a:pt x="1115" y="8473"/>
                  </a:cubicBezTo>
                  <a:cubicBezTo>
                    <a:pt x="1168" y="8884"/>
                    <a:pt x="1382" y="9257"/>
                    <a:pt x="1713" y="9506"/>
                  </a:cubicBezTo>
                  <a:cubicBezTo>
                    <a:pt x="1973" y="9710"/>
                    <a:pt x="2292" y="9819"/>
                    <a:pt x="2619" y="9819"/>
                  </a:cubicBezTo>
                  <a:cubicBezTo>
                    <a:pt x="2677" y="9819"/>
                    <a:pt x="2735" y="9816"/>
                    <a:pt x="2792" y="9809"/>
                  </a:cubicBezTo>
                  <a:cubicBezTo>
                    <a:pt x="4231" y="9615"/>
                    <a:pt x="4906" y="7411"/>
                    <a:pt x="5177" y="6148"/>
                  </a:cubicBezTo>
                  <a:lnTo>
                    <a:pt x="5177" y="6148"/>
                  </a:lnTo>
                  <a:cubicBezTo>
                    <a:pt x="5001" y="7425"/>
                    <a:pt x="4878" y="9732"/>
                    <a:pt x="6165" y="10403"/>
                  </a:cubicBezTo>
                  <a:cubicBezTo>
                    <a:pt x="6372" y="10509"/>
                    <a:pt x="6599" y="10562"/>
                    <a:pt x="6828" y="10562"/>
                  </a:cubicBezTo>
                  <a:cubicBezTo>
                    <a:pt x="6980" y="10562"/>
                    <a:pt x="7132" y="10539"/>
                    <a:pt x="7279" y="10491"/>
                  </a:cubicBezTo>
                  <a:cubicBezTo>
                    <a:pt x="7677" y="10372"/>
                    <a:pt x="8007" y="10094"/>
                    <a:pt x="8194" y="9724"/>
                  </a:cubicBezTo>
                  <a:cubicBezTo>
                    <a:pt x="8257" y="9598"/>
                    <a:pt x="8380" y="9514"/>
                    <a:pt x="8521" y="9496"/>
                  </a:cubicBezTo>
                  <a:cubicBezTo>
                    <a:pt x="8932" y="9443"/>
                    <a:pt x="9305" y="9229"/>
                    <a:pt x="9555" y="8898"/>
                  </a:cubicBezTo>
                  <a:cubicBezTo>
                    <a:pt x="9794" y="8592"/>
                    <a:pt x="9903" y="8205"/>
                    <a:pt x="9857" y="7819"/>
                  </a:cubicBezTo>
                  <a:cubicBezTo>
                    <a:pt x="9664" y="6380"/>
                    <a:pt x="7459" y="5705"/>
                    <a:pt x="6196" y="5434"/>
                  </a:cubicBezTo>
                  <a:lnTo>
                    <a:pt x="6196" y="5434"/>
                  </a:lnTo>
                  <a:cubicBezTo>
                    <a:pt x="6609" y="5491"/>
                    <a:pt x="7130" y="5543"/>
                    <a:pt x="7669" y="5543"/>
                  </a:cubicBezTo>
                  <a:cubicBezTo>
                    <a:pt x="8794" y="5543"/>
                    <a:pt x="9997" y="5318"/>
                    <a:pt x="10451" y="4450"/>
                  </a:cubicBezTo>
                  <a:cubicBezTo>
                    <a:pt x="10627" y="4102"/>
                    <a:pt x="10659" y="3701"/>
                    <a:pt x="10539" y="3332"/>
                  </a:cubicBezTo>
                  <a:cubicBezTo>
                    <a:pt x="10420" y="2934"/>
                    <a:pt x="10142" y="2607"/>
                    <a:pt x="9773" y="2417"/>
                  </a:cubicBezTo>
                  <a:cubicBezTo>
                    <a:pt x="9646" y="2354"/>
                    <a:pt x="9558" y="2231"/>
                    <a:pt x="9544" y="2090"/>
                  </a:cubicBezTo>
                  <a:cubicBezTo>
                    <a:pt x="9491" y="1679"/>
                    <a:pt x="9277" y="1306"/>
                    <a:pt x="8946" y="1056"/>
                  </a:cubicBezTo>
                  <a:cubicBezTo>
                    <a:pt x="8686" y="853"/>
                    <a:pt x="8367" y="744"/>
                    <a:pt x="8040" y="744"/>
                  </a:cubicBezTo>
                  <a:cubicBezTo>
                    <a:pt x="7982" y="744"/>
                    <a:pt x="7925" y="747"/>
                    <a:pt x="7867" y="754"/>
                  </a:cubicBezTo>
                  <a:cubicBezTo>
                    <a:pt x="6428" y="947"/>
                    <a:pt x="5753" y="3156"/>
                    <a:pt x="5483" y="4415"/>
                  </a:cubicBezTo>
                  <a:cubicBezTo>
                    <a:pt x="5658" y="3142"/>
                    <a:pt x="5781" y="835"/>
                    <a:pt x="4498" y="160"/>
                  </a:cubicBezTo>
                  <a:cubicBezTo>
                    <a:pt x="4289" y="54"/>
                    <a:pt x="4060" y="1"/>
                    <a:pt x="383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84"/>
            <p:cNvSpPr/>
            <p:nvPr/>
          </p:nvSpPr>
          <p:spPr>
            <a:xfrm>
              <a:off x="2799559" y="3484992"/>
              <a:ext cx="139765" cy="85689"/>
            </a:xfrm>
            <a:custGeom>
              <a:rect b="b" l="l" r="r" t="t"/>
              <a:pathLst>
                <a:path extrusionOk="0" h="3269" w="5332">
                  <a:moveTo>
                    <a:pt x="2994" y="0"/>
                  </a:moveTo>
                  <a:cubicBezTo>
                    <a:pt x="1868" y="0"/>
                    <a:pt x="665" y="226"/>
                    <a:pt x="211" y="1096"/>
                  </a:cubicBezTo>
                  <a:cubicBezTo>
                    <a:pt x="32" y="1440"/>
                    <a:pt x="0" y="1845"/>
                    <a:pt x="123" y="2214"/>
                  </a:cubicBezTo>
                  <a:cubicBezTo>
                    <a:pt x="243" y="2608"/>
                    <a:pt x="521" y="2938"/>
                    <a:pt x="890" y="3128"/>
                  </a:cubicBezTo>
                  <a:cubicBezTo>
                    <a:pt x="953" y="3160"/>
                    <a:pt x="1006" y="3209"/>
                    <a:pt x="1048" y="3269"/>
                  </a:cubicBezTo>
                  <a:lnTo>
                    <a:pt x="5331" y="262"/>
                  </a:lnTo>
                  <a:cubicBezTo>
                    <a:pt x="5331" y="262"/>
                    <a:pt x="4207" y="0"/>
                    <a:pt x="2994"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84"/>
            <p:cNvSpPr/>
            <p:nvPr/>
          </p:nvSpPr>
          <p:spPr>
            <a:xfrm>
              <a:off x="2939298" y="3413222"/>
              <a:ext cx="139660" cy="85531"/>
            </a:xfrm>
            <a:custGeom>
              <a:rect b="b" l="l" r="r" t="t"/>
              <a:pathLst>
                <a:path extrusionOk="0" h="3263" w="5328">
                  <a:moveTo>
                    <a:pt x="4287" y="1"/>
                  </a:moveTo>
                  <a:lnTo>
                    <a:pt x="0" y="3000"/>
                  </a:lnTo>
                  <a:cubicBezTo>
                    <a:pt x="0" y="3000"/>
                    <a:pt x="1123" y="3262"/>
                    <a:pt x="2337" y="3262"/>
                  </a:cubicBezTo>
                  <a:cubicBezTo>
                    <a:pt x="3462" y="3262"/>
                    <a:pt x="4665" y="3037"/>
                    <a:pt x="5120" y="2167"/>
                  </a:cubicBezTo>
                  <a:cubicBezTo>
                    <a:pt x="5296" y="1819"/>
                    <a:pt x="5328" y="1418"/>
                    <a:pt x="5208" y="1049"/>
                  </a:cubicBezTo>
                  <a:cubicBezTo>
                    <a:pt x="5089" y="651"/>
                    <a:pt x="4811" y="324"/>
                    <a:pt x="4442" y="134"/>
                  </a:cubicBezTo>
                  <a:cubicBezTo>
                    <a:pt x="4378" y="103"/>
                    <a:pt x="4326" y="57"/>
                    <a:pt x="428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84"/>
            <p:cNvSpPr/>
            <p:nvPr/>
          </p:nvSpPr>
          <p:spPr>
            <a:xfrm>
              <a:off x="2860582" y="3353379"/>
              <a:ext cx="104273" cy="138507"/>
            </a:xfrm>
            <a:custGeom>
              <a:rect b="b" l="l" r="r" t="t"/>
              <a:pathLst>
                <a:path extrusionOk="0" h="5284" w="3978">
                  <a:moveTo>
                    <a:pt x="1501" y="1"/>
                  </a:moveTo>
                  <a:cubicBezTo>
                    <a:pt x="1348" y="1"/>
                    <a:pt x="1196" y="24"/>
                    <a:pt x="1048" y="72"/>
                  </a:cubicBezTo>
                  <a:cubicBezTo>
                    <a:pt x="654" y="195"/>
                    <a:pt x="324" y="469"/>
                    <a:pt x="137" y="838"/>
                  </a:cubicBezTo>
                  <a:cubicBezTo>
                    <a:pt x="106" y="902"/>
                    <a:pt x="57" y="955"/>
                    <a:pt x="0" y="997"/>
                  </a:cubicBezTo>
                  <a:lnTo>
                    <a:pt x="3003" y="5283"/>
                  </a:lnTo>
                  <a:cubicBezTo>
                    <a:pt x="3003" y="5283"/>
                    <a:pt x="3977" y="1106"/>
                    <a:pt x="2166" y="160"/>
                  </a:cubicBezTo>
                  <a:cubicBezTo>
                    <a:pt x="1959" y="54"/>
                    <a:pt x="1731" y="1"/>
                    <a:pt x="150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84"/>
            <p:cNvSpPr/>
            <p:nvPr/>
          </p:nvSpPr>
          <p:spPr>
            <a:xfrm>
              <a:off x="2913767" y="3491859"/>
              <a:ext cx="104168" cy="138481"/>
            </a:xfrm>
            <a:custGeom>
              <a:rect b="b" l="l" r="r" t="t"/>
              <a:pathLst>
                <a:path extrusionOk="0" h="5283" w="3974">
                  <a:moveTo>
                    <a:pt x="974" y="0"/>
                  </a:moveTo>
                  <a:cubicBezTo>
                    <a:pt x="974" y="0"/>
                    <a:pt x="0" y="4174"/>
                    <a:pt x="1808" y="5124"/>
                  </a:cubicBezTo>
                  <a:cubicBezTo>
                    <a:pt x="2017" y="5229"/>
                    <a:pt x="2245" y="5283"/>
                    <a:pt x="2474" y="5283"/>
                  </a:cubicBezTo>
                  <a:cubicBezTo>
                    <a:pt x="2626" y="5283"/>
                    <a:pt x="2779" y="5259"/>
                    <a:pt x="2926" y="5212"/>
                  </a:cubicBezTo>
                  <a:cubicBezTo>
                    <a:pt x="3323" y="5089"/>
                    <a:pt x="3650" y="4811"/>
                    <a:pt x="3840" y="4445"/>
                  </a:cubicBezTo>
                  <a:cubicBezTo>
                    <a:pt x="3872" y="4382"/>
                    <a:pt x="3918" y="4329"/>
                    <a:pt x="3974" y="4287"/>
                  </a:cubicBezTo>
                  <a:lnTo>
                    <a:pt x="974"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84"/>
            <p:cNvSpPr/>
            <p:nvPr/>
          </p:nvSpPr>
          <p:spPr>
            <a:xfrm>
              <a:off x="2835785" y="3547351"/>
              <a:ext cx="24194" cy="16881"/>
            </a:xfrm>
            <a:custGeom>
              <a:rect b="b" l="l" r="r" t="t"/>
              <a:pathLst>
                <a:path extrusionOk="0" h="644" w="923">
                  <a:moveTo>
                    <a:pt x="636" y="1"/>
                  </a:moveTo>
                  <a:cubicBezTo>
                    <a:pt x="599" y="1"/>
                    <a:pt x="560" y="12"/>
                    <a:pt x="521" y="39"/>
                  </a:cubicBezTo>
                  <a:lnTo>
                    <a:pt x="187" y="271"/>
                  </a:lnTo>
                  <a:cubicBezTo>
                    <a:pt x="0" y="394"/>
                    <a:pt x="125" y="644"/>
                    <a:pt x="298" y="644"/>
                  </a:cubicBezTo>
                  <a:cubicBezTo>
                    <a:pt x="337" y="644"/>
                    <a:pt x="378" y="631"/>
                    <a:pt x="419" y="601"/>
                  </a:cubicBezTo>
                  <a:lnTo>
                    <a:pt x="749" y="369"/>
                  </a:lnTo>
                  <a:cubicBezTo>
                    <a:pt x="922" y="240"/>
                    <a:pt x="804" y="1"/>
                    <a:pt x="6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84"/>
            <p:cNvSpPr/>
            <p:nvPr/>
          </p:nvSpPr>
          <p:spPr>
            <a:xfrm>
              <a:off x="2861866" y="3507849"/>
              <a:ext cx="54627" cy="38139"/>
            </a:xfrm>
            <a:custGeom>
              <a:rect b="b" l="l" r="r" t="t"/>
              <a:pathLst>
                <a:path extrusionOk="0" h="1455" w="2084">
                  <a:moveTo>
                    <a:pt x="1792" y="1"/>
                  </a:moveTo>
                  <a:cubicBezTo>
                    <a:pt x="1756" y="1"/>
                    <a:pt x="1717" y="12"/>
                    <a:pt x="1678" y="37"/>
                  </a:cubicBezTo>
                  <a:lnTo>
                    <a:pt x="187" y="1082"/>
                  </a:lnTo>
                  <a:cubicBezTo>
                    <a:pt x="0" y="1205"/>
                    <a:pt x="125" y="1455"/>
                    <a:pt x="298" y="1455"/>
                  </a:cubicBezTo>
                  <a:cubicBezTo>
                    <a:pt x="337" y="1455"/>
                    <a:pt x="378" y="1442"/>
                    <a:pt x="419" y="1412"/>
                  </a:cubicBezTo>
                  <a:lnTo>
                    <a:pt x="1910" y="368"/>
                  </a:lnTo>
                  <a:cubicBezTo>
                    <a:pt x="2083" y="238"/>
                    <a:pt x="1962" y="1"/>
                    <a:pt x="1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84"/>
            <p:cNvSpPr/>
            <p:nvPr/>
          </p:nvSpPr>
          <p:spPr>
            <a:xfrm>
              <a:off x="2794028" y="3348110"/>
              <a:ext cx="290461" cy="360658"/>
            </a:xfrm>
            <a:custGeom>
              <a:rect b="b" l="l" r="r" t="t"/>
              <a:pathLst>
                <a:path extrusionOk="0" h="13759" w="11081">
                  <a:moveTo>
                    <a:pt x="4048" y="407"/>
                  </a:moveTo>
                  <a:cubicBezTo>
                    <a:pt x="4245" y="407"/>
                    <a:pt x="4438" y="452"/>
                    <a:pt x="4614" y="544"/>
                  </a:cubicBezTo>
                  <a:cubicBezTo>
                    <a:pt x="5454" y="983"/>
                    <a:pt x="5616" y="2270"/>
                    <a:pt x="5602" y="3272"/>
                  </a:cubicBezTo>
                  <a:cubicBezTo>
                    <a:pt x="5588" y="3888"/>
                    <a:pt x="5525" y="4500"/>
                    <a:pt x="5412" y="5104"/>
                  </a:cubicBezTo>
                  <a:cubicBezTo>
                    <a:pt x="5397" y="5179"/>
                    <a:pt x="5332" y="5234"/>
                    <a:pt x="5257" y="5234"/>
                  </a:cubicBezTo>
                  <a:cubicBezTo>
                    <a:pt x="5247" y="5234"/>
                    <a:pt x="5236" y="5233"/>
                    <a:pt x="5226" y="5231"/>
                  </a:cubicBezTo>
                  <a:lnTo>
                    <a:pt x="5226" y="5235"/>
                  </a:lnTo>
                  <a:cubicBezTo>
                    <a:pt x="4621" y="5133"/>
                    <a:pt x="4023" y="4981"/>
                    <a:pt x="3440" y="4784"/>
                  </a:cubicBezTo>
                  <a:cubicBezTo>
                    <a:pt x="2494" y="4454"/>
                    <a:pt x="1340" y="3863"/>
                    <a:pt x="1214" y="2924"/>
                  </a:cubicBezTo>
                  <a:cubicBezTo>
                    <a:pt x="1175" y="2590"/>
                    <a:pt x="1266" y="2256"/>
                    <a:pt x="1474" y="1992"/>
                  </a:cubicBezTo>
                  <a:cubicBezTo>
                    <a:pt x="1692" y="1704"/>
                    <a:pt x="2015" y="1518"/>
                    <a:pt x="2374" y="1475"/>
                  </a:cubicBezTo>
                  <a:cubicBezTo>
                    <a:pt x="2581" y="1447"/>
                    <a:pt x="2761" y="1321"/>
                    <a:pt x="2856" y="1134"/>
                  </a:cubicBezTo>
                  <a:cubicBezTo>
                    <a:pt x="3018" y="814"/>
                    <a:pt x="3306" y="575"/>
                    <a:pt x="3650" y="470"/>
                  </a:cubicBezTo>
                  <a:cubicBezTo>
                    <a:pt x="3781" y="428"/>
                    <a:pt x="3914" y="407"/>
                    <a:pt x="4048" y="407"/>
                  </a:cubicBezTo>
                  <a:close/>
                  <a:moveTo>
                    <a:pt x="8249" y="1147"/>
                  </a:moveTo>
                  <a:cubicBezTo>
                    <a:pt x="8533" y="1147"/>
                    <a:pt x="8809" y="1242"/>
                    <a:pt x="9034" y="1416"/>
                  </a:cubicBezTo>
                  <a:cubicBezTo>
                    <a:pt x="9323" y="1634"/>
                    <a:pt x="9509" y="1957"/>
                    <a:pt x="9551" y="2316"/>
                  </a:cubicBezTo>
                  <a:cubicBezTo>
                    <a:pt x="9576" y="2523"/>
                    <a:pt x="9702" y="2703"/>
                    <a:pt x="9889" y="2798"/>
                  </a:cubicBezTo>
                  <a:cubicBezTo>
                    <a:pt x="10212" y="2963"/>
                    <a:pt x="10451" y="3248"/>
                    <a:pt x="10557" y="3596"/>
                  </a:cubicBezTo>
                  <a:cubicBezTo>
                    <a:pt x="10662" y="3912"/>
                    <a:pt x="10638" y="4257"/>
                    <a:pt x="10486" y="4556"/>
                  </a:cubicBezTo>
                  <a:lnTo>
                    <a:pt x="10483" y="4556"/>
                  </a:lnTo>
                  <a:cubicBezTo>
                    <a:pt x="10060" y="5367"/>
                    <a:pt x="8854" y="5545"/>
                    <a:pt x="7875" y="5545"/>
                  </a:cubicBezTo>
                  <a:cubicBezTo>
                    <a:pt x="7835" y="5545"/>
                    <a:pt x="7796" y="5545"/>
                    <a:pt x="7758" y="5544"/>
                  </a:cubicBezTo>
                  <a:cubicBezTo>
                    <a:pt x="7142" y="5530"/>
                    <a:pt x="6527" y="5467"/>
                    <a:pt x="5922" y="5354"/>
                  </a:cubicBezTo>
                  <a:cubicBezTo>
                    <a:pt x="5834" y="5340"/>
                    <a:pt x="5778" y="5256"/>
                    <a:pt x="5792" y="5168"/>
                  </a:cubicBezTo>
                  <a:cubicBezTo>
                    <a:pt x="5894" y="4563"/>
                    <a:pt x="6042" y="3969"/>
                    <a:pt x="6239" y="3388"/>
                  </a:cubicBezTo>
                  <a:cubicBezTo>
                    <a:pt x="6569" y="2439"/>
                    <a:pt x="7160" y="1282"/>
                    <a:pt x="8102" y="1156"/>
                  </a:cubicBezTo>
                  <a:cubicBezTo>
                    <a:pt x="8151" y="1150"/>
                    <a:pt x="8200" y="1147"/>
                    <a:pt x="8249" y="1147"/>
                  </a:cubicBezTo>
                  <a:close/>
                  <a:moveTo>
                    <a:pt x="3327" y="5424"/>
                  </a:moveTo>
                  <a:cubicBezTo>
                    <a:pt x="3942" y="5439"/>
                    <a:pt x="4554" y="5502"/>
                    <a:pt x="5159" y="5614"/>
                  </a:cubicBezTo>
                  <a:cubicBezTo>
                    <a:pt x="5247" y="5628"/>
                    <a:pt x="5303" y="5713"/>
                    <a:pt x="5289" y="5797"/>
                  </a:cubicBezTo>
                  <a:lnTo>
                    <a:pt x="5289" y="5801"/>
                  </a:lnTo>
                  <a:cubicBezTo>
                    <a:pt x="5187" y="6406"/>
                    <a:pt x="5036" y="7000"/>
                    <a:pt x="4843" y="7584"/>
                  </a:cubicBezTo>
                  <a:cubicBezTo>
                    <a:pt x="4512" y="8529"/>
                    <a:pt x="3921" y="9686"/>
                    <a:pt x="2979" y="9813"/>
                  </a:cubicBezTo>
                  <a:cubicBezTo>
                    <a:pt x="2927" y="9820"/>
                    <a:pt x="2875" y="9823"/>
                    <a:pt x="2823" y="9823"/>
                  </a:cubicBezTo>
                  <a:cubicBezTo>
                    <a:pt x="2542" y="9823"/>
                    <a:pt x="2270" y="9728"/>
                    <a:pt x="2047" y="9553"/>
                  </a:cubicBezTo>
                  <a:cubicBezTo>
                    <a:pt x="1759" y="9338"/>
                    <a:pt x="1572" y="9011"/>
                    <a:pt x="1530" y="8656"/>
                  </a:cubicBezTo>
                  <a:cubicBezTo>
                    <a:pt x="1505" y="8449"/>
                    <a:pt x="1379" y="8266"/>
                    <a:pt x="1189" y="8171"/>
                  </a:cubicBezTo>
                  <a:cubicBezTo>
                    <a:pt x="869" y="8009"/>
                    <a:pt x="630" y="7721"/>
                    <a:pt x="524" y="7376"/>
                  </a:cubicBezTo>
                  <a:cubicBezTo>
                    <a:pt x="419" y="7056"/>
                    <a:pt x="447" y="6711"/>
                    <a:pt x="598" y="6413"/>
                  </a:cubicBezTo>
                  <a:cubicBezTo>
                    <a:pt x="1020" y="5604"/>
                    <a:pt x="2223" y="5424"/>
                    <a:pt x="3207" y="5424"/>
                  </a:cubicBezTo>
                  <a:close/>
                  <a:moveTo>
                    <a:pt x="5830" y="5732"/>
                  </a:moveTo>
                  <a:cubicBezTo>
                    <a:pt x="5838" y="5732"/>
                    <a:pt x="5847" y="5733"/>
                    <a:pt x="5855" y="5734"/>
                  </a:cubicBezTo>
                  <a:cubicBezTo>
                    <a:pt x="6464" y="5836"/>
                    <a:pt x="7061" y="5987"/>
                    <a:pt x="7642" y="6184"/>
                  </a:cubicBezTo>
                  <a:cubicBezTo>
                    <a:pt x="8588" y="6515"/>
                    <a:pt x="9744" y="7105"/>
                    <a:pt x="9868" y="8048"/>
                  </a:cubicBezTo>
                  <a:cubicBezTo>
                    <a:pt x="9910" y="8378"/>
                    <a:pt x="9815" y="8712"/>
                    <a:pt x="9607" y="8976"/>
                  </a:cubicBezTo>
                  <a:cubicBezTo>
                    <a:pt x="9393" y="9264"/>
                    <a:pt x="9069" y="9454"/>
                    <a:pt x="8711" y="9496"/>
                  </a:cubicBezTo>
                  <a:cubicBezTo>
                    <a:pt x="8503" y="9521"/>
                    <a:pt x="8320" y="9648"/>
                    <a:pt x="8225" y="9834"/>
                  </a:cubicBezTo>
                  <a:cubicBezTo>
                    <a:pt x="8064" y="10158"/>
                    <a:pt x="7775" y="10397"/>
                    <a:pt x="7431" y="10502"/>
                  </a:cubicBezTo>
                  <a:cubicBezTo>
                    <a:pt x="7303" y="10543"/>
                    <a:pt x="7171" y="10564"/>
                    <a:pt x="7038" y="10564"/>
                  </a:cubicBezTo>
                  <a:cubicBezTo>
                    <a:pt x="6842" y="10564"/>
                    <a:pt x="6646" y="10519"/>
                    <a:pt x="6467" y="10428"/>
                  </a:cubicBezTo>
                  <a:cubicBezTo>
                    <a:pt x="5627" y="9989"/>
                    <a:pt x="5468" y="8702"/>
                    <a:pt x="5483" y="7700"/>
                  </a:cubicBezTo>
                  <a:cubicBezTo>
                    <a:pt x="5497" y="7084"/>
                    <a:pt x="5560" y="6472"/>
                    <a:pt x="5669" y="5868"/>
                  </a:cubicBezTo>
                  <a:cubicBezTo>
                    <a:pt x="5685" y="5788"/>
                    <a:pt x="5752" y="5732"/>
                    <a:pt x="5830" y="5732"/>
                  </a:cubicBezTo>
                  <a:close/>
                  <a:moveTo>
                    <a:pt x="4044" y="1"/>
                  </a:moveTo>
                  <a:cubicBezTo>
                    <a:pt x="3870" y="1"/>
                    <a:pt x="3696" y="28"/>
                    <a:pt x="3527" y="83"/>
                  </a:cubicBezTo>
                  <a:cubicBezTo>
                    <a:pt x="3081" y="220"/>
                    <a:pt x="2708" y="533"/>
                    <a:pt x="2494" y="952"/>
                  </a:cubicBezTo>
                  <a:cubicBezTo>
                    <a:pt x="2462" y="1018"/>
                    <a:pt x="2395" y="1064"/>
                    <a:pt x="2321" y="1071"/>
                  </a:cubicBezTo>
                  <a:cubicBezTo>
                    <a:pt x="1857" y="1127"/>
                    <a:pt x="1439" y="1370"/>
                    <a:pt x="1154" y="1743"/>
                  </a:cubicBezTo>
                  <a:cubicBezTo>
                    <a:pt x="880" y="2091"/>
                    <a:pt x="760" y="2534"/>
                    <a:pt x="813" y="2974"/>
                  </a:cubicBezTo>
                  <a:cubicBezTo>
                    <a:pt x="943" y="3965"/>
                    <a:pt x="1910" y="4612"/>
                    <a:pt x="2933" y="5024"/>
                  </a:cubicBezTo>
                  <a:cubicBezTo>
                    <a:pt x="1832" y="5062"/>
                    <a:pt x="704" y="5340"/>
                    <a:pt x="240" y="6226"/>
                  </a:cubicBezTo>
                  <a:cubicBezTo>
                    <a:pt x="39" y="6620"/>
                    <a:pt x="0" y="7077"/>
                    <a:pt x="141" y="7499"/>
                  </a:cubicBezTo>
                  <a:cubicBezTo>
                    <a:pt x="278" y="7946"/>
                    <a:pt x="591" y="8318"/>
                    <a:pt x="1006" y="8533"/>
                  </a:cubicBezTo>
                  <a:cubicBezTo>
                    <a:pt x="1073" y="8565"/>
                    <a:pt x="1119" y="8628"/>
                    <a:pt x="1126" y="8702"/>
                  </a:cubicBezTo>
                  <a:cubicBezTo>
                    <a:pt x="1185" y="9166"/>
                    <a:pt x="1428" y="9588"/>
                    <a:pt x="1801" y="9873"/>
                  </a:cubicBezTo>
                  <a:cubicBezTo>
                    <a:pt x="2093" y="10101"/>
                    <a:pt x="2451" y="10224"/>
                    <a:pt x="2824" y="10228"/>
                  </a:cubicBezTo>
                  <a:cubicBezTo>
                    <a:pt x="2894" y="10228"/>
                    <a:pt x="2961" y="10221"/>
                    <a:pt x="3032" y="10214"/>
                  </a:cubicBezTo>
                  <a:cubicBezTo>
                    <a:pt x="3830" y="10105"/>
                    <a:pt x="4407" y="9454"/>
                    <a:pt x="4818" y="8667"/>
                  </a:cubicBezTo>
                  <a:lnTo>
                    <a:pt x="4818" y="8667"/>
                  </a:lnTo>
                  <a:cubicBezTo>
                    <a:pt x="4642" y="11149"/>
                    <a:pt x="5173" y="12742"/>
                    <a:pt x="5679" y="13671"/>
                  </a:cubicBezTo>
                  <a:cubicBezTo>
                    <a:pt x="5723" y="13733"/>
                    <a:pt x="5783" y="13759"/>
                    <a:pt x="5842" y="13759"/>
                  </a:cubicBezTo>
                  <a:cubicBezTo>
                    <a:pt x="5973" y="13759"/>
                    <a:pt x="6099" y="13629"/>
                    <a:pt x="6031" y="13474"/>
                  </a:cubicBezTo>
                  <a:cubicBezTo>
                    <a:pt x="5578" y="12647"/>
                    <a:pt x="5110" y="11258"/>
                    <a:pt x="5194" y="9110"/>
                  </a:cubicBezTo>
                  <a:lnTo>
                    <a:pt x="5194" y="9110"/>
                  </a:lnTo>
                  <a:cubicBezTo>
                    <a:pt x="5349" y="9834"/>
                    <a:pt x="5669" y="10467"/>
                    <a:pt x="6277" y="10787"/>
                  </a:cubicBezTo>
                  <a:cubicBezTo>
                    <a:pt x="6513" y="10907"/>
                    <a:pt x="6770" y="10970"/>
                    <a:pt x="7030" y="10970"/>
                  </a:cubicBezTo>
                  <a:cubicBezTo>
                    <a:pt x="7209" y="10970"/>
                    <a:pt x="7385" y="10942"/>
                    <a:pt x="7550" y="10885"/>
                  </a:cubicBezTo>
                  <a:cubicBezTo>
                    <a:pt x="7997" y="10748"/>
                    <a:pt x="8370" y="10435"/>
                    <a:pt x="8584" y="10020"/>
                  </a:cubicBezTo>
                  <a:cubicBezTo>
                    <a:pt x="8616" y="9954"/>
                    <a:pt x="8683" y="9908"/>
                    <a:pt x="8756" y="9901"/>
                  </a:cubicBezTo>
                  <a:cubicBezTo>
                    <a:pt x="9221" y="9841"/>
                    <a:pt x="9643" y="9598"/>
                    <a:pt x="9924" y="9226"/>
                  </a:cubicBezTo>
                  <a:cubicBezTo>
                    <a:pt x="10198" y="8878"/>
                    <a:pt x="10321" y="8435"/>
                    <a:pt x="10265" y="7995"/>
                  </a:cubicBezTo>
                  <a:cubicBezTo>
                    <a:pt x="10135" y="7007"/>
                    <a:pt x="9168" y="6360"/>
                    <a:pt x="8145" y="5945"/>
                  </a:cubicBezTo>
                  <a:cubicBezTo>
                    <a:pt x="9249" y="5906"/>
                    <a:pt x="10377" y="5628"/>
                    <a:pt x="10838" y="4746"/>
                  </a:cubicBezTo>
                  <a:cubicBezTo>
                    <a:pt x="11042" y="4352"/>
                    <a:pt x="11081" y="3891"/>
                    <a:pt x="10944" y="3473"/>
                  </a:cubicBezTo>
                  <a:cubicBezTo>
                    <a:pt x="10803" y="3023"/>
                    <a:pt x="10490" y="2654"/>
                    <a:pt x="10075" y="2439"/>
                  </a:cubicBezTo>
                  <a:cubicBezTo>
                    <a:pt x="10008" y="2404"/>
                    <a:pt x="9963" y="2341"/>
                    <a:pt x="9955" y="2267"/>
                  </a:cubicBezTo>
                  <a:cubicBezTo>
                    <a:pt x="9896" y="1803"/>
                    <a:pt x="9653" y="1381"/>
                    <a:pt x="9280" y="1099"/>
                  </a:cubicBezTo>
                  <a:cubicBezTo>
                    <a:pt x="8987" y="869"/>
                    <a:pt x="8627" y="745"/>
                    <a:pt x="8259" y="745"/>
                  </a:cubicBezTo>
                  <a:cubicBezTo>
                    <a:pt x="8189" y="745"/>
                    <a:pt x="8119" y="749"/>
                    <a:pt x="8050" y="758"/>
                  </a:cubicBezTo>
                  <a:cubicBezTo>
                    <a:pt x="7061" y="888"/>
                    <a:pt x="6414" y="1855"/>
                    <a:pt x="5999" y="2879"/>
                  </a:cubicBezTo>
                  <a:cubicBezTo>
                    <a:pt x="5964" y="1774"/>
                    <a:pt x="5683" y="646"/>
                    <a:pt x="4800" y="185"/>
                  </a:cubicBezTo>
                  <a:cubicBezTo>
                    <a:pt x="4564" y="63"/>
                    <a:pt x="4305" y="1"/>
                    <a:pt x="4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84"/>
            <p:cNvSpPr/>
            <p:nvPr/>
          </p:nvSpPr>
          <p:spPr>
            <a:xfrm>
              <a:off x="3018197" y="3419539"/>
              <a:ext cx="24614" cy="17038"/>
            </a:xfrm>
            <a:custGeom>
              <a:rect b="b" l="l" r="r" t="t"/>
              <a:pathLst>
                <a:path extrusionOk="0" h="650" w="939">
                  <a:moveTo>
                    <a:pt x="642" y="0"/>
                  </a:moveTo>
                  <a:cubicBezTo>
                    <a:pt x="602" y="0"/>
                    <a:pt x="559" y="14"/>
                    <a:pt x="517" y="45"/>
                  </a:cubicBezTo>
                  <a:lnTo>
                    <a:pt x="187" y="277"/>
                  </a:lnTo>
                  <a:cubicBezTo>
                    <a:pt x="0" y="400"/>
                    <a:pt x="125" y="650"/>
                    <a:pt x="298" y="650"/>
                  </a:cubicBezTo>
                  <a:cubicBezTo>
                    <a:pt x="337" y="650"/>
                    <a:pt x="378" y="637"/>
                    <a:pt x="419" y="607"/>
                  </a:cubicBezTo>
                  <a:lnTo>
                    <a:pt x="749" y="375"/>
                  </a:lnTo>
                  <a:cubicBezTo>
                    <a:pt x="938" y="249"/>
                    <a:pt x="815" y="0"/>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84"/>
            <p:cNvSpPr/>
            <p:nvPr/>
          </p:nvSpPr>
          <p:spPr>
            <a:xfrm>
              <a:off x="2961710" y="3437888"/>
              <a:ext cx="54627" cy="38192"/>
            </a:xfrm>
            <a:custGeom>
              <a:rect b="b" l="l" r="r" t="t"/>
              <a:pathLst>
                <a:path extrusionOk="0" h="1457" w="2084">
                  <a:moveTo>
                    <a:pt x="1794" y="1"/>
                  </a:moveTo>
                  <a:cubicBezTo>
                    <a:pt x="1758" y="1"/>
                    <a:pt x="1719" y="12"/>
                    <a:pt x="1681" y="37"/>
                  </a:cubicBezTo>
                  <a:lnTo>
                    <a:pt x="190" y="1082"/>
                  </a:lnTo>
                  <a:cubicBezTo>
                    <a:pt x="1" y="1205"/>
                    <a:pt x="124" y="1456"/>
                    <a:pt x="296" y="1456"/>
                  </a:cubicBezTo>
                  <a:cubicBezTo>
                    <a:pt x="335" y="1456"/>
                    <a:pt x="377" y="1443"/>
                    <a:pt x="418" y="1412"/>
                  </a:cubicBezTo>
                  <a:lnTo>
                    <a:pt x="1909" y="368"/>
                  </a:lnTo>
                  <a:cubicBezTo>
                    <a:pt x="2083" y="240"/>
                    <a:pt x="1963" y="1"/>
                    <a:pt x="17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84"/>
            <p:cNvSpPr/>
            <p:nvPr/>
          </p:nvSpPr>
          <p:spPr>
            <a:xfrm>
              <a:off x="2865326" y="3391020"/>
              <a:ext cx="20288" cy="19188"/>
            </a:xfrm>
            <a:custGeom>
              <a:rect b="b" l="l" r="r" t="t"/>
              <a:pathLst>
                <a:path extrusionOk="0" h="732" w="774">
                  <a:moveTo>
                    <a:pt x="278" y="0"/>
                  </a:moveTo>
                  <a:cubicBezTo>
                    <a:pt x="136" y="0"/>
                    <a:pt x="1" y="160"/>
                    <a:pt x="104" y="317"/>
                  </a:cubicBezTo>
                  <a:lnTo>
                    <a:pt x="340" y="647"/>
                  </a:lnTo>
                  <a:cubicBezTo>
                    <a:pt x="383" y="707"/>
                    <a:pt x="440" y="732"/>
                    <a:pt x="496" y="732"/>
                  </a:cubicBezTo>
                  <a:cubicBezTo>
                    <a:pt x="638" y="732"/>
                    <a:pt x="774" y="572"/>
                    <a:pt x="670" y="415"/>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84"/>
            <p:cNvSpPr/>
            <p:nvPr/>
          </p:nvSpPr>
          <p:spPr>
            <a:xfrm>
              <a:off x="2883518" y="3417101"/>
              <a:ext cx="41835" cy="49830"/>
            </a:xfrm>
            <a:custGeom>
              <a:rect b="b" l="l" r="r" t="t"/>
              <a:pathLst>
                <a:path extrusionOk="0" h="1901" w="1596">
                  <a:moveTo>
                    <a:pt x="278" y="0"/>
                  </a:moveTo>
                  <a:cubicBezTo>
                    <a:pt x="135" y="0"/>
                    <a:pt x="0" y="160"/>
                    <a:pt x="106" y="317"/>
                  </a:cubicBezTo>
                  <a:lnTo>
                    <a:pt x="1147" y="1808"/>
                  </a:lnTo>
                  <a:cubicBezTo>
                    <a:pt x="1192" y="1873"/>
                    <a:pt x="1251" y="1901"/>
                    <a:pt x="1310" y="1901"/>
                  </a:cubicBezTo>
                  <a:cubicBezTo>
                    <a:pt x="1456" y="1901"/>
                    <a:pt x="1596" y="1734"/>
                    <a:pt x="1478" y="1576"/>
                  </a:cubicBezTo>
                  <a:lnTo>
                    <a:pt x="437" y="85"/>
                  </a:lnTo>
                  <a:cubicBezTo>
                    <a:pt x="392" y="25"/>
                    <a:pt x="335"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84"/>
            <p:cNvSpPr/>
            <p:nvPr/>
          </p:nvSpPr>
          <p:spPr>
            <a:xfrm>
              <a:off x="2992981" y="3573433"/>
              <a:ext cx="20210" cy="19214"/>
            </a:xfrm>
            <a:custGeom>
              <a:rect b="b" l="l" r="r" t="t"/>
              <a:pathLst>
                <a:path extrusionOk="0" h="733" w="771">
                  <a:moveTo>
                    <a:pt x="278" y="0"/>
                  </a:moveTo>
                  <a:cubicBezTo>
                    <a:pt x="136" y="0"/>
                    <a:pt x="1" y="160"/>
                    <a:pt x="104" y="317"/>
                  </a:cubicBezTo>
                  <a:lnTo>
                    <a:pt x="336" y="647"/>
                  </a:lnTo>
                  <a:cubicBezTo>
                    <a:pt x="382" y="707"/>
                    <a:pt x="439" y="732"/>
                    <a:pt x="496" y="732"/>
                  </a:cubicBezTo>
                  <a:cubicBezTo>
                    <a:pt x="638" y="732"/>
                    <a:pt x="770" y="575"/>
                    <a:pt x="667" y="419"/>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84"/>
            <p:cNvSpPr/>
            <p:nvPr/>
          </p:nvSpPr>
          <p:spPr>
            <a:xfrm>
              <a:off x="2953479" y="3516997"/>
              <a:ext cx="41861" cy="49856"/>
            </a:xfrm>
            <a:custGeom>
              <a:rect b="b" l="l" r="r" t="t"/>
              <a:pathLst>
                <a:path extrusionOk="0" h="1902" w="1597">
                  <a:moveTo>
                    <a:pt x="277" y="1"/>
                  </a:moveTo>
                  <a:cubicBezTo>
                    <a:pt x="135" y="1"/>
                    <a:pt x="1" y="159"/>
                    <a:pt x="106" y="318"/>
                  </a:cubicBezTo>
                  <a:lnTo>
                    <a:pt x="1151" y="1809"/>
                  </a:lnTo>
                  <a:cubicBezTo>
                    <a:pt x="1194" y="1874"/>
                    <a:pt x="1253" y="1901"/>
                    <a:pt x="1312" y="1901"/>
                  </a:cubicBezTo>
                  <a:cubicBezTo>
                    <a:pt x="1456" y="1901"/>
                    <a:pt x="1597" y="1735"/>
                    <a:pt x="1481" y="1577"/>
                  </a:cubicBezTo>
                  <a:lnTo>
                    <a:pt x="437" y="86"/>
                  </a:lnTo>
                  <a:cubicBezTo>
                    <a:pt x="392" y="26"/>
                    <a:pt x="33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0" name="Google Shape;16820;p84"/>
          <p:cNvGrpSpPr/>
          <p:nvPr/>
        </p:nvGrpSpPr>
        <p:grpSpPr>
          <a:xfrm>
            <a:off x="2496516" y="1959319"/>
            <a:ext cx="358823" cy="378430"/>
            <a:chOff x="2496516" y="1959319"/>
            <a:chExt cx="358823" cy="378430"/>
          </a:xfrm>
        </p:grpSpPr>
        <p:sp>
          <p:nvSpPr>
            <p:cNvPr id="16821" name="Google Shape;16821;p84"/>
            <p:cNvSpPr/>
            <p:nvPr/>
          </p:nvSpPr>
          <p:spPr>
            <a:xfrm>
              <a:off x="2522388" y="1964850"/>
              <a:ext cx="130722" cy="171220"/>
            </a:xfrm>
            <a:custGeom>
              <a:rect b="b" l="l" r="r" t="t"/>
              <a:pathLst>
                <a:path extrusionOk="0" h="6532" w="4987">
                  <a:moveTo>
                    <a:pt x="453" y="0"/>
                  </a:moveTo>
                  <a:cubicBezTo>
                    <a:pt x="219" y="0"/>
                    <a:pt x="0" y="185"/>
                    <a:pt x="0" y="456"/>
                  </a:cubicBezTo>
                  <a:lnTo>
                    <a:pt x="0" y="6532"/>
                  </a:lnTo>
                  <a:lnTo>
                    <a:pt x="4987" y="3585"/>
                  </a:lnTo>
                  <a:lnTo>
                    <a:pt x="739" y="104"/>
                  </a:lnTo>
                  <a:cubicBezTo>
                    <a:pt x="651" y="32"/>
                    <a:pt x="551" y="0"/>
                    <a:pt x="4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84"/>
            <p:cNvSpPr/>
            <p:nvPr/>
          </p:nvSpPr>
          <p:spPr>
            <a:xfrm>
              <a:off x="2522388" y="1983225"/>
              <a:ext cx="71272" cy="138297"/>
            </a:xfrm>
            <a:custGeom>
              <a:rect b="b" l="l" r="r" t="t"/>
              <a:pathLst>
                <a:path extrusionOk="0" h="5276" w="2719">
                  <a:moveTo>
                    <a:pt x="0" y="1"/>
                  </a:moveTo>
                  <a:lnTo>
                    <a:pt x="0" y="5275"/>
                  </a:lnTo>
                  <a:lnTo>
                    <a:pt x="2719" y="3064"/>
                  </a:lnTo>
                  <a:lnTo>
                    <a:pt x="0"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84"/>
            <p:cNvSpPr/>
            <p:nvPr/>
          </p:nvSpPr>
          <p:spPr>
            <a:xfrm>
              <a:off x="2700659" y="1964850"/>
              <a:ext cx="130722" cy="171220"/>
            </a:xfrm>
            <a:custGeom>
              <a:rect b="b" l="l" r="r" t="t"/>
              <a:pathLst>
                <a:path extrusionOk="0" h="6532" w="4987">
                  <a:moveTo>
                    <a:pt x="4532" y="0"/>
                  </a:moveTo>
                  <a:cubicBezTo>
                    <a:pt x="4435" y="0"/>
                    <a:pt x="4335" y="32"/>
                    <a:pt x="4248" y="104"/>
                  </a:cubicBezTo>
                  <a:lnTo>
                    <a:pt x="0" y="3585"/>
                  </a:lnTo>
                  <a:lnTo>
                    <a:pt x="4987" y="6532"/>
                  </a:lnTo>
                  <a:lnTo>
                    <a:pt x="4987" y="456"/>
                  </a:lnTo>
                  <a:cubicBezTo>
                    <a:pt x="4987" y="185"/>
                    <a:pt x="4766" y="0"/>
                    <a:pt x="453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84"/>
            <p:cNvSpPr/>
            <p:nvPr/>
          </p:nvSpPr>
          <p:spPr>
            <a:xfrm>
              <a:off x="2760109" y="1983225"/>
              <a:ext cx="71272" cy="138297"/>
            </a:xfrm>
            <a:custGeom>
              <a:rect b="b" l="l" r="r" t="t"/>
              <a:pathLst>
                <a:path extrusionOk="0" h="5276" w="2719">
                  <a:moveTo>
                    <a:pt x="2719" y="1"/>
                  </a:moveTo>
                  <a:lnTo>
                    <a:pt x="0" y="3064"/>
                  </a:lnTo>
                  <a:lnTo>
                    <a:pt x="2719" y="5275"/>
                  </a:lnTo>
                  <a:lnTo>
                    <a:pt x="2719"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84"/>
            <p:cNvSpPr/>
            <p:nvPr/>
          </p:nvSpPr>
          <p:spPr>
            <a:xfrm>
              <a:off x="2510488" y="2017144"/>
              <a:ext cx="332794" cy="314996"/>
            </a:xfrm>
            <a:custGeom>
              <a:rect b="b" l="l" r="r" t="t"/>
              <a:pathLst>
                <a:path extrusionOk="0" h="12017" w="12696">
                  <a:moveTo>
                    <a:pt x="6348" y="1"/>
                  </a:moveTo>
                  <a:cubicBezTo>
                    <a:pt x="2842" y="1"/>
                    <a:pt x="1" y="2691"/>
                    <a:pt x="1" y="6010"/>
                  </a:cubicBezTo>
                  <a:cubicBezTo>
                    <a:pt x="1" y="9326"/>
                    <a:pt x="2842" y="12016"/>
                    <a:pt x="6348" y="12016"/>
                  </a:cubicBezTo>
                  <a:cubicBezTo>
                    <a:pt x="9854" y="12016"/>
                    <a:pt x="12695" y="9326"/>
                    <a:pt x="12695" y="6010"/>
                  </a:cubicBezTo>
                  <a:cubicBezTo>
                    <a:pt x="12695" y="2691"/>
                    <a:pt x="9854" y="1"/>
                    <a:pt x="634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84"/>
            <p:cNvSpPr/>
            <p:nvPr/>
          </p:nvSpPr>
          <p:spPr>
            <a:xfrm>
              <a:off x="2653084" y="2260868"/>
              <a:ext cx="47602" cy="47497"/>
            </a:xfrm>
            <a:custGeom>
              <a:rect b="b" l="l" r="r" t="t"/>
              <a:pathLst>
                <a:path extrusionOk="0" h="1812" w="1816">
                  <a:moveTo>
                    <a:pt x="908" y="0"/>
                  </a:moveTo>
                  <a:lnTo>
                    <a:pt x="1" y="454"/>
                  </a:lnTo>
                  <a:lnTo>
                    <a:pt x="1" y="907"/>
                  </a:lnTo>
                  <a:cubicBezTo>
                    <a:pt x="1" y="1407"/>
                    <a:pt x="405" y="1811"/>
                    <a:pt x="908" y="1811"/>
                  </a:cubicBezTo>
                  <a:cubicBezTo>
                    <a:pt x="1407" y="1811"/>
                    <a:pt x="1815" y="1407"/>
                    <a:pt x="1815" y="907"/>
                  </a:cubicBezTo>
                  <a:lnTo>
                    <a:pt x="1815" y="454"/>
                  </a:lnTo>
                  <a:lnTo>
                    <a:pt x="908"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84"/>
            <p:cNvSpPr/>
            <p:nvPr/>
          </p:nvSpPr>
          <p:spPr>
            <a:xfrm>
              <a:off x="2654945" y="2211536"/>
              <a:ext cx="43880" cy="29725"/>
            </a:xfrm>
            <a:custGeom>
              <a:rect b="b" l="l" r="r" t="t"/>
              <a:pathLst>
                <a:path extrusionOk="0" h="1134" w="1674">
                  <a:moveTo>
                    <a:pt x="338" y="1"/>
                  </a:moveTo>
                  <a:cubicBezTo>
                    <a:pt x="120" y="1"/>
                    <a:pt x="0" y="251"/>
                    <a:pt x="137" y="419"/>
                  </a:cubicBezTo>
                  <a:lnTo>
                    <a:pt x="637" y="1038"/>
                  </a:lnTo>
                  <a:cubicBezTo>
                    <a:pt x="688" y="1102"/>
                    <a:pt x="761" y="1133"/>
                    <a:pt x="836" y="1133"/>
                  </a:cubicBezTo>
                  <a:cubicBezTo>
                    <a:pt x="910" y="1133"/>
                    <a:pt x="985" y="1102"/>
                    <a:pt x="1037" y="1038"/>
                  </a:cubicBezTo>
                  <a:lnTo>
                    <a:pt x="1537" y="419"/>
                  </a:lnTo>
                  <a:cubicBezTo>
                    <a:pt x="1674" y="251"/>
                    <a:pt x="1554" y="1"/>
                    <a:pt x="133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84"/>
            <p:cNvSpPr/>
            <p:nvPr/>
          </p:nvSpPr>
          <p:spPr>
            <a:xfrm>
              <a:off x="2510488" y="2019267"/>
              <a:ext cx="234890" cy="312951"/>
            </a:xfrm>
            <a:custGeom>
              <a:rect b="b" l="l" r="r" t="t"/>
              <a:pathLst>
                <a:path extrusionOk="0" h="11939" w="8961">
                  <a:moveTo>
                    <a:pt x="5321" y="1"/>
                  </a:moveTo>
                  <a:lnTo>
                    <a:pt x="5321" y="1"/>
                  </a:lnTo>
                  <a:cubicBezTo>
                    <a:pt x="2304" y="465"/>
                    <a:pt x="1" y="2944"/>
                    <a:pt x="1" y="5929"/>
                  </a:cubicBezTo>
                  <a:cubicBezTo>
                    <a:pt x="1" y="9249"/>
                    <a:pt x="2842" y="11939"/>
                    <a:pt x="6348" y="11939"/>
                  </a:cubicBezTo>
                  <a:cubicBezTo>
                    <a:pt x="7245" y="11939"/>
                    <a:pt x="8134" y="11760"/>
                    <a:pt x="8961" y="11408"/>
                  </a:cubicBezTo>
                  <a:lnTo>
                    <a:pt x="8961" y="11408"/>
                  </a:lnTo>
                  <a:cubicBezTo>
                    <a:pt x="8620" y="11457"/>
                    <a:pt x="8279" y="11485"/>
                    <a:pt x="7934" y="11485"/>
                  </a:cubicBezTo>
                  <a:cubicBezTo>
                    <a:pt x="4428" y="11485"/>
                    <a:pt x="1587" y="8795"/>
                    <a:pt x="1587" y="5476"/>
                  </a:cubicBezTo>
                  <a:cubicBezTo>
                    <a:pt x="1587" y="3042"/>
                    <a:pt x="3120" y="943"/>
                    <a:pt x="532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84"/>
            <p:cNvSpPr/>
            <p:nvPr/>
          </p:nvSpPr>
          <p:spPr>
            <a:xfrm>
              <a:off x="2587736"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7" y="1685"/>
                    <a:pt x="1587" y="1249"/>
                  </a:cubicBezTo>
                  <a:lnTo>
                    <a:pt x="1587" y="796"/>
                  </a:lnTo>
                  <a:cubicBezTo>
                    <a:pt x="1587"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84"/>
            <p:cNvSpPr/>
            <p:nvPr/>
          </p:nvSpPr>
          <p:spPr>
            <a:xfrm>
              <a:off x="2605351" y="2141942"/>
              <a:ext cx="24168" cy="42071"/>
            </a:xfrm>
            <a:custGeom>
              <a:rect b="b" l="l" r="r" t="t"/>
              <a:pathLst>
                <a:path extrusionOk="0" h="1605" w="922">
                  <a:moveTo>
                    <a:pt x="120" y="1"/>
                  </a:moveTo>
                  <a:cubicBezTo>
                    <a:pt x="85" y="1"/>
                    <a:pt x="46" y="8"/>
                    <a:pt x="7" y="12"/>
                  </a:cubicBezTo>
                  <a:lnTo>
                    <a:pt x="7" y="1137"/>
                  </a:lnTo>
                  <a:cubicBezTo>
                    <a:pt x="0" y="1390"/>
                    <a:pt x="204" y="1604"/>
                    <a:pt x="461" y="1604"/>
                  </a:cubicBezTo>
                  <a:cubicBezTo>
                    <a:pt x="718" y="1604"/>
                    <a:pt x="922" y="1390"/>
                    <a:pt x="915" y="1137"/>
                  </a:cubicBezTo>
                  <a:lnTo>
                    <a:pt x="915" y="796"/>
                  </a:lnTo>
                  <a:cubicBezTo>
                    <a:pt x="915" y="356"/>
                    <a:pt x="559" y="5"/>
                    <a:pt x="12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84"/>
            <p:cNvSpPr/>
            <p:nvPr/>
          </p:nvSpPr>
          <p:spPr>
            <a:xfrm>
              <a:off x="2599636"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84"/>
            <p:cNvSpPr/>
            <p:nvPr/>
          </p:nvSpPr>
          <p:spPr>
            <a:xfrm>
              <a:off x="2724434"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3" y="1685"/>
                    <a:pt x="1586" y="1249"/>
                  </a:cubicBezTo>
                  <a:lnTo>
                    <a:pt x="1586" y="796"/>
                  </a:lnTo>
                  <a:cubicBezTo>
                    <a:pt x="1583"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84"/>
            <p:cNvSpPr/>
            <p:nvPr/>
          </p:nvSpPr>
          <p:spPr>
            <a:xfrm>
              <a:off x="2742232" y="2141942"/>
              <a:ext cx="23801" cy="41232"/>
            </a:xfrm>
            <a:custGeom>
              <a:rect b="b" l="l" r="r" t="t"/>
              <a:pathLst>
                <a:path extrusionOk="0" h="1573" w="908">
                  <a:moveTo>
                    <a:pt x="113" y="1"/>
                  </a:moveTo>
                  <a:cubicBezTo>
                    <a:pt x="78" y="1"/>
                    <a:pt x="39" y="8"/>
                    <a:pt x="0" y="12"/>
                  </a:cubicBezTo>
                  <a:lnTo>
                    <a:pt x="0" y="1137"/>
                  </a:lnTo>
                  <a:cubicBezTo>
                    <a:pt x="7" y="1379"/>
                    <a:pt x="208" y="1573"/>
                    <a:pt x="454" y="1573"/>
                  </a:cubicBezTo>
                  <a:cubicBezTo>
                    <a:pt x="700" y="1573"/>
                    <a:pt x="900" y="1379"/>
                    <a:pt x="907" y="1137"/>
                  </a:cubicBezTo>
                  <a:lnTo>
                    <a:pt x="907" y="796"/>
                  </a:lnTo>
                  <a:cubicBezTo>
                    <a:pt x="907" y="356"/>
                    <a:pt x="552" y="5"/>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84"/>
            <p:cNvSpPr/>
            <p:nvPr/>
          </p:nvSpPr>
          <p:spPr>
            <a:xfrm>
              <a:off x="2736334"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84"/>
            <p:cNvSpPr/>
            <p:nvPr/>
          </p:nvSpPr>
          <p:spPr>
            <a:xfrm>
              <a:off x="2654945" y="2211536"/>
              <a:ext cx="26658" cy="29673"/>
            </a:xfrm>
            <a:custGeom>
              <a:rect b="b" l="l" r="r" t="t"/>
              <a:pathLst>
                <a:path extrusionOk="0" h="1132" w="1017">
                  <a:moveTo>
                    <a:pt x="338" y="1"/>
                  </a:moveTo>
                  <a:cubicBezTo>
                    <a:pt x="120" y="1"/>
                    <a:pt x="0" y="251"/>
                    <a:pt x="137" y="419"/>
                  </a:cubicBezTo>
                  <a:lnTo>
                    <a:pt x="637" y="1038"/>
                  </a:lnTo>
                  <a:cubicBezTo>
                    <a:pt x="687" y="1100"/>
                    <a:pt x="761" y="1132"/>
                    <a:pt x="836" y="1132"/>
                  </a:cubicBezTo>
                  <a:cubicBezTo>
                    <a:pt x="901" y="1132"/>
                    <a:pt x="967" y="1107"/>
                    <a:pt x="1016" y="1056"/>
                  </a:cubicBezTo>
                  <a:cubicBezTo>
                    <a:pt x="1016" y="1052"/>
                    <a:pt x="1013" y="1052"/>
                    <a:pt x="1013" y="1049"/>
                  </a:cubicBezTo>
                  <a:lnTo>
                    <a:pt x="510" y="57"/>
                  </a:lnTo>
                  <a:cubicBezTo>
                    <a:pt x="503" y="40"/>
                    <a:pt x="496" y="18"/>
                    <a:pt x="48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84"/>
            <p:cNvSpPr/>
            <p:nvPr/>
          </p:nvSpPr>
          <p:spPr>
            <a:xfrm>
              <a:off x="2653084" y="2260868"/>
              <a:ext cx="47497" cy="29227"/>
            </a:xfrm>
            <a:custGeom>
              <a:rect b="b" l="l" r="r" t="t"/>
              <a:pathLst>
                <a:path extrusionOk="0" h="1115" w="1812">
                  <a:moveTo>
                    <a:pt x="904" y="0"/>
                  </a:moveTo>
                  <a:lnTo>
                    <a:pt x="1" y="454"/>
                  </a:lnTo>
                  <a:lnTo>
                    <a:pt x="1" y="907"/>
                  </a:lnTo>
                  <a:cubicBezTo>
                    <a:pt x="1" y="974"/>
                    <a:pt x="11" y="1045"/>
                    <a:pt x="25" y="1115"/>
                  </a:cubicBezTo>
                  <a:cubicBezTo>
                    <a:pt x="342" y="1076"/>
                    <a:pt x="644" y="964"/>
                    <a:pt x="904" y="788"/>
                  </a:cubicBezTo>
                  <a:cubicBezTo>
                    <a:pt x="1168" y="964"/>
                    <a:pt x="1471" y="1076"/>
                    <a:pt x="1784" y="1115"/>
                  </a:cubicBezTo>
                  <a:cubicBezTo>
                    <a:pt x="1801" y="1045"/>
                    <a:pt x="1812" y="974"/>
                    <a:pt x="1812" y="907"/>
                  </a:cubicBezTo>
                  <a:lnTo>
                    <a:pt x="1812" y="454"/>
                  </a:lnTo>
                  <a:lnTo>
                    <a:pt x="904"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84"/>
            <p:cNvSpPr/>
            <p:nvPr/>
          </p:nvSpPr>
          <p:spPr>
            <a:xfrm>
              <a:off x="2582205"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9" y="2011"/>
                    <a:pt x="2009" y="1459"/>
                  </a:cubicBezTo>
                  <a:lnTo>
                    <a:pt x="2009" y="1006"/>
                  </a:lnTo>
                  <a:cubicBezTo>
                    <a:pt x="2009" y="855"/>
                    <a:pt x="1977" y="707"/>
                    <a:pt x="1914" y="573"/>
                  </a:cubicBezTo>
                  <a:cubicBezTo>
                    <a:pt x="1872" y="487"/>
                    <a:pt x="1800" y="451"/>
                    <a:pt x="1729" y="451"/>
                  </a:cubicBezTo>
                  <a:cubicBezTo>
                    <a:pt x="1590" y="451"/>
                    <a:pt x="1451" y="587"/>
                    <a:pt x="1530" y="756"/>
                  </a:cubicBezTo>
                  <a:cubicBezTo>
                    <a:pt x="1569" y="833"/>
                    <a:pt x="1587" y="918"/>
                    <a:pt x="1587" y="1006"/>
                  </a:cubicBezTo>
                  <a:lnTo>
                    <a:pt x="1587" y="1459"/>
                  </a:lnTo>
                  <a:cubicBezTo>
                    <a:pt x="1587" y="1779"/>
                    <a:pt x="1326" y="2040"/>
                    <a:pt x="1003" y="2040"/>
                  </a:cubicBezTo>
                  <a:cubicBezTo>
                    <a:pt x="683" y="2040"/>
                    <a:pt x="423" y="1779"/>
                    <a:pt x="423" y="1459"/>
                  </a:cubicBezTo>
                  <a:lnTo>
                    <a:pt x="423" y="1006"/>
                  </a:lnTo>
                  <a:cubicBezTo>
                    <a:pt x="423"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84"/>
            <p:cNvSpPr/>
            <p:nvPr/>
          </p:nvSpPr>
          <p:spPr>
            <a:xfrm>
              <a:off x="2718903"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8" y="2011"/>
                    <a:pt x="2008" y="1459"/>
                  </a:cubicBezTo>
                  <a:lnTo>
                    <a:pt x="2008" y="1006"/>
                  </a:lnTo>
                  <a:cubicBezTo>
                    <a:pt x="2008" y="855"/>
                    <a:pt x="1977" y="707"/>
                    <a:pt x="1913" y="573"/>
                  </a:cubicBezTo>
                  <a:cubicBezTo>
                    <a:pt x="1872" y="487"/>
                    <a:pt x="1800" y="451"/>
                    <a:pt x="1728" y="451"/>
                  </a:cubicBezTo>
                  <a:cubicBezTo>
                    <a:pt x="1590" y="451"/>
                    <a:pt x="1451" y="587"/>
                    <a:pt x="1530" y="756"/>
                  </a:cubicBezTo>
                  <a:cubicBezTo>
                    <a:pt x="1569" y="833"/>
                    <a:pt x="1586" y="918"/>
                    <a:pt x="1586" y="1006"/>
                  </a:cubicBezTo>
                  <a:lnTo>
                    <a:pt x="1586" y="1459"/>
                  </a:lnTo>
                  <a:cubicBezTo>
                    <a:pt x="1586" y="1779"/>
                    <a:pt x="1326" y="2040"/>
                    <a:pt x="1003" y="2040"/>
                  </a:cubicBezTo>
                  <a:cubicBezTo>
                    <a:pt x="683" y="2040"/>
                    <a:pt x="422" y="1779"/>
                    <a:pt x="422" y="1459"/>
                  </a:cubicBezTo>
                  <a:lnTo>
                    <a:pt x="422" y="1006"/>
                  </a:lnTo>
                  <a:cubicBezTo>
                    <a:pt x="422"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84"/>
            <p:cNvSpPr/>
            <p:nvPr/>
          </p:nvSpPr>
          <p:spPr>
            <a:xfrm>
              <a:off x="2615206" y="2257827"/>
              <a:ext cx="123068" cy="56147"/>
            </a:xfrm>
            <a:custGeom>
              <a:rect b="b" l="l" r="r" t="t"/>
              <a:pathLst>
                <a:path extrusionOk="0" h="2142" w="4695">
                  <a:moveTo>
                    <a:pt x="2564" y="485"/>
                  </a:moveTo>
                  <a:cubicBezTo>
                    <a:pt x="2578" y="492"/>
                    <a:pt x="2589" y="499"/>
                    <a:pt x="2603" y="507"/>
                  </a:cubicBezTo>
                  <a:cubicBezTo>
                    <a:pt x="2740" y="601"/>
                    <a:pt x="2888" y="672"/>
                    <a:pt x="3049" y="718"/>
                  </a:cubicBezTo>
                  <a:lnTo>
                    <a:pt x="3049" y="1023"/>
                  </a:lnTo>
                  <a:cubicBezTo>
                    <a:pt x="3049" y="1407"/>
                    <a:pt x="2736" y="1716"/>
                    <a:pt x="2353" y="1716"/>
                  </a:cubicBezTo>
                  <a:cubicBezTo>
                    <a:pt x="1970" y="1716"/>
                    <a:pt x="1657" y="1407"/>
                    <a:pt x="1657" y="1023"/>
                  </a:cubicBezTo>
                  <a:lnTo>
                    <a:pt x="1657" y="718"/>
                  </a:lnTo>
                  <a:cubicBezTo>
                    <a:pt x="1815" y="672"/>
                    <a:pt x="1966" y="601"/>
                    <a:pt x="2103" y="507"/>
                  </a:cubicBezTo>
                  <a:cubicBezTo>
                    <a:pt x="2117" y="499"/>
                    <a:pt x="2128" y="492"/>
                    <a:pt x="2142" y="485"/>
                  </a:cubicBezTo>
                  <a:lnTo>
                    <a:pt x="2142" y="795"/>
                  </a:lnTo>
                  <a:cubicBezTo>
                    <a:pt x="2142" y="911"/>
                    <a:pt x="2237" y="1006"/>
                    <a:pt x="2353" y="1006"/>
                  </a:cubicBezTo>
                  <a:cubicBezTo>
                    <a:pt x="2469" y="1006"/>
                    <a:pt x="2564" y="911"/>
                    <a:pt x="2564" y="795"/>
                  </a:cubicBezTo>
                  <a:lnTo>
                    <a:pt x="2564" y="485"/>
                  </a:lnTo>
                  <a:close/>
                  <a:moveTo>
                    <a:pt x="309" y="1"/>
                  </a:moveTo>
                  <a:cubicBezTo>
                    <a:pt x="139" y="1"/>
                    <a:pt x="0" y="231"/>
                    <a:pt x="173" y="376"/>
                  </a:cubicBezTo>
                  <a:cubicBezTo>
                    <a:pt x="461" y="637"/>
                    <a:pt x="834" y="781"/>
                    <a:pt x="1221" y="781"/>
                  </a:cubicBezTo>
                  <a:lnTo>
                    <a:pt x="1235" y="781"/>
                  </a:lnTo>
                  <a:lnTo>
                    <a:pt x="1235" y="1023"/>
                  </a:lnTo>
                  <a:cubicBezTo>
                    <a:pt x="1235" y="1639"/>
                    <a:pt x="1738" y="2142"/>
                    <a:pt x="2353" y="2142"/>
                  </a:cubicBezTo>
                  <a:cubicBezTo>
                    <a:pt x="2972" y="2142"/>
                    <a:pt x="3475" y="1639"/>
                    <a:pt x="3475" y="1023"/>
                  </a:cubicBezTo>
                  <a:lnTo>
                    <a:pt x="3475" y="781"/>
                  </a:lnTo>
                  <a:lnTo>
                    <a:pt x="3489" y="781"/>
                  </a:lnTo>
                  <a:cubicBezTo>
                    <a:pt x="3876" y="781"/>
                    <a:pt x="4248" y="637"/>
                    <a:pt x="4537" y="376"/>
                  </a:cubicBezTo>
                  <a:cubicBezTo>
                    <a:pt x="4694" y="227"/>
                    <a:pt x="4559" y="9"/>
                    <a:pt x="4393" y="9"/>
                  </a:cubicBezTo>
                  <a:cubicBezTo>
                    <a:pt x="4347" y="9"/>
                    <a:pt x="4300" y="25"/>
                    <a:pt x="4255" y="63"/>
                  </a:cubicBezTo>
                  <a:cubicBezTo>
                    <a:pt x="4038" y="257"/>
                    <a:pt x="3763" y="356"/>
                    <a:pt x="3487" y="356"/>
                  </a:cubicBezTo>
                  <a:cubicBezTo>
                    <a:pt x="3263" y="356"/>
                    <a:pt x="3037" y="291"/>
                    <a:pt x="2842" y="158"/>
                  </a:cubicBezTo>
                  <a:cubicBezTo>
                    <a:pt x="2694" y="58"/>
                    <a:pt x="2524" y="8"/>
                    <a:pt x="2353" y="8"/>
                  </a:cubicBezTo>
                  <a:cubicBezTo>
                    <a:pt x="2183" y="8"/>
                    <a:pt x="2014" y="58"/>
                    <a:pt x="1868" y="158"/>
                  </a:cubicBezTo>
                  <a:cubicBezTo>
                    <a:pt x="1672" y="291"/>
                    <a:pt x="1447" y="356"/>
                    <a:pt x="1222" y="356"/>
                  </a:cubicBezTo>
                  <a:cubicBezTo>
                    <a:pt x="946" y="356"/>
                    <a:pt x="671" y="257"/>
                    <a:pt x="454" y="63"/>
                  </a:cubicBezTo>
                  <a:cubicBezTo>
                    <a:pt x="408" y="19"/>
                    <a:pt x="35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84"/>
            <p:cNvSpPr/>
            <p:nvPr/>
          </p:nvSpPr>
          <p:spPr>
            <a:xfrm>
              <a:off x="2647658" y="2206005"/>
              <a:ext cx="58375" cy="40813"/>
            </a:xfrm>
            <a:custGeom>
              <a:rect b="b" l="l" r="r" t="t"/>
              <a:pathLst>
                <a:path extrusionOk="0" h="1557" w="2227">
                  <a:moveTo>
                    <a:pt x="1622" y="423"/>
                  </a:moveTo>
                  <a:cubicBezTo>
                    <a:pt x="1658" y="423"/>
                    <a:pt x="1680" y="470"/>
                    <a:pt x="1653" y="497"/>
                  </a:cubicBezTo>
                  <a:lnTo>
                    <a:pt x="1154" y="1116"/>
                  </a:lnTo>
                  <a:cubicBezTo>
                    <a:pt x="1145" y="1128"/>
                    <a:pt x="1131" y="1134"/>
                    <a:pt x="1117" y="1134"/>
                  </a:cubicBezTo>
                  <a:cubicBezTo>
                    <a:pt x="1103" y="1134"/>
                    <a:pt x="1089" y="1128"/>
                    <a:pt x="1080" y="1116"/>
                  </a:cubicBezTo>
                  <a:lnTo>
                    <a:pt x="581" y="497"/>
                  </a:lnTo>
                  <a:cubicBezTo>
                    <a:pt x="566" y="483"/>
                    <a:pt x="566" y="465"/>
                    <a:pt x="573" y="451"/>
                  </a:cubicBezTo>
                  <a:lnTo>
                    <a:pt x="573" y="448"/>
                  </a:lnTo>
                  <a:cubicBezTo>
                    <a:pt x="581" y="433"/>
                    <a:pt x="598" y="423"/>
                    <a:pt x="616" y="423"/>
                  </a:cubicBezTo>
                  <a:lnTo>
                    <a:pt x="1618" y="423"/>
                  </a:lnTo>
                  <a:cubicBezTo>
                    <a:pt x="1619" y="423"/>
                    <a:pt x="1620" y="423"/>
                    <a:pt x="1622" y="423"/>
                  </a:cubicBezTo>
                  <a:close/>
                  <a:moveTo>
                    <a:pt x="616" y="1"/>
                  </a:moveTo>
                  <a:cubicBezTo>
                    <a:pt x="218" y="1"/>
                    <a:pt x="0" y="458"/>
                    <a:pt x="250" y="764"/>
                  </a:cubicBezTo>
                  <a:lnTo>
                    <a:pt x="749" y="1383"/>
                  </a:lnTo>
                  <a:cubicBezTo>
                    <a:pt x="844" y="1499"/>
                    <a:pt x="980" y="1557"/>
                    <a:pt x="1115" y="1557"/>
                  </a:cubicBezTo>
                  <a:cubicBezTo>
                    <a:pt x="1250" y="1557"/>
                    <a:pt x="1386" y="1499"/>
                    <a:pt x="1481" y="1383"/>
                  </a:cubicBezTo>
                  <a:lnTo>
                    <a:pt x="1980" y="764"/>
                  </a:lnTo>
                  <a:cubicBezTo>
                    <a:pt x="2226" y="458"/>
                    <a:pt x="2008" y="1"/>
                    <a:pt x="16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84"/>
            <p:cNvSpPr/>
            <p:nvPr/>
          </p:nvSpPr>
          <p:spPr>
            <a:xfrm>
              <a:off x="2496516" y="1959319"/>
              <a:ext cx="358823" cy="378430"/>
            </a:xfrm>
            <a:custGeom>
              <a:rect b="b" l="l" r="r" t="t"/>
              <a:pathLst>
                <a:path extrusionOk="0" h="14437" w="13689">
                  <a:moveTo>
                    <a:pt x="1441" y="423"/>
                  </a:moveTo>
                  <a:cubicBezTo>
                    <a:pt x="1495" y="423"/>
                    <a:pt x="1548" y="442"/>
                    <a:pt x="1592" y="480"/>
                  </a:cubicBezTo>
                  <a:lnTo>
                    <a:pt x="4152" y="2558"/>
                  </a:lnTo>
                  <a:cubicBezTo>
                    <a:pt x="3850" y="2688"/>
                    <a:pt x="3558" y="2840"/>
                    <a:pt x="3280" y="3016"/>
                  </a:cubicBezTo>
                  <a:lnTo>
                    <a:pt x="1198" y="663"/>
                  </a:lnTo>
                  <a:cubicBezTo>
                    <a:pt x="1198" y="572"/>
                    <a:pt x="1251" y="487"/>
                    <a:pt x="1336" y="449"/>
                  </a:cubicBezTo>
                  <a:cubicBezTo>
                    <a:pt x="1369" y="432"/>
                    <a:pt x="1405" y="423"/>
                    <a:pt x="1441" y="423"/>
                  </a:cubicBezTo>
                  <a:close/>
                  <a:moveTo>
                    <a:pt x="1198" y="1303"/>
                  </a:moveTo>
                  <a:lnTo>
                    <a:pt x="2929" y="3251"/>
                  </a:lnTo>
                  <a:cubicBezTo>
                    <a:pt x="2689" y="3423"/>
                    <a:pt x="2461" y="3610"/>
                    <a:pt x="2246" y="3814"/>
                  </a:cubicBezTo>
                  <a:cubicBezTo>
                    <a:pt x="1842" y="4197"/>
                    <a:pt x="1487" y="4630"/>
                    <a:pt x="1198" y="5104"/>
                  </a:cubicBezTo>
                  <a:lnTo>
                    <a:pt x="1198" y="1303"/>
                  </a:lnTo>
                  <a:close/>
                  <a:moveTo>
                    <a:pt x="12324" y="424"/>
                  </a:moveTo>
                  <a:cubicBezTo>
                    <a:pt x="12448" y="424"/>
                    <a:pt x="12564" y="520"/>
                    <a:pt x="12564" y="663"/>
                  </a:cubicBezTo>
                  <a:lnTo>
                    <a:pt x="12156" y="1124"/>
                  </a:lnTo>
                  <a:cubicBezTo>
                    <a:pt x="12016" y="1282"/>
                    <a:pt x="12159" y="1480"/>
                    <a:pt x="12318" y="1480"/>
                  </a:cubicBezTo>
                  <a:cubicBezTo>
                    <a:pt x="12371" y="1480"/>
                    <a:pt x="12426" y="1458"/>
                    <a:pt x="12472" y="1405"/>
                  </a:cubicBezTo>
                  <a:lnTo>
                    <a:pt x="12564" y="1303"/>
                  </a:lnTo>
                  <a:lnTo>
                    <a:pt x="12564" y="5104"/>
                  </a:lnTo>
                  <a:cubicBezTo>
                    <a:pt x="12275" y="4630"/>
                    <a:pt x="11920" y="4197"/>
                    <a:pt x="11516" y="3814"/>
                  </a:cubicBezTo>
                  <a:cubicBezTo>
                    <a:pt x="11301" y="3610"/>
                    <a:pt x="11073" y="3423"/>
                    <a:pt x="10834" y="3251"/>
                  </a:cubicBezTo>
                  <a:lnTo>
                    <a:pt x="11871" y="2080"/>
                  </a:lnTo>
                  <a:cubicBezTo>
                    <a:pt x="12013" y="1922"/>
                    <a:pt x="11871" y="1724"/>
                    <a:pt x="11711" y="1724"/>
                  </a:cubicBezTo>
                  <a:cubicBezTo>
                    <a:pt x="11657" y="1724"/>
                    <a:pt x="11602" y="1746"/>
                    <a:pt x="11554" y="1799"/>
                  </a:cubicBezTo>
                  <a:lnTo>
                    <a:pt x="10478" y="3012"/>
                  </a:lnTo>
                  <a:cubicBezTo>
                    <a:pt x="10201" y="2840"/>
                    <a:pt x="9912" y="2685"/>
                    <a:pt x="9610" y="2555"/>
                  </a:cubicBezTo>
                  <a:lnTo>
                    <a:pt x="12170" y="480"/>
                  </a:lnTo>
                  <a:cubicBezTo>
                    <a:pt x="12217" y="441"/>
                    <a:pt x="12271" y="424"/>
                    <a:pt x="12324" y="424"/>
                  </a:cubicBezTo>
                  <a:close/>
                  <a:moveTo>
                    <a:pt x="6877" y="2418"/>
                  </a:moveTo>
                  <a:cubicBezTo>
                    <a:pt x="10260" y="2418"/>
                    <a:pt x="13014" y="5020"/>
                    <a:pt x="13014" y="8216"/>
                  </a:cubicBezTo>
                  <a:cubicBezTo>
                    <a:pt x="13014" y="8828"/>
                    <a:pt x="12912" y="9433"/>
                    <a:pt x="12711" y="10010"/>
                  </a:cubicBezTo>
                  <a:cubicBezTo>
                    <a:pt x="11854" y="9891"/>
                    <a:pt x="10879" y="9869"/>
                    <a:pt x="10295" y="9869"/>
                  </a:cubicBezTo>
                  <a:cubicBezTo>
                    <a:pt x="9998" y="9869"/>
                    <a:pt x="9802" y="9875"/>
                    <a:pt x="9775" y="9876"/>
                  </a:cubicBezTo>
                  <a:cubicBezTo>
                    <a:pt x="9496" y="9883"/>
                    <a:pt x="9508" y="10298"/>
                    <a:pt x="9782" y="10298"/>
                  </a:cubicBezTo>
                  <a:cubicBezTo>
                    <a:pt x="9784" y="10298"/>
                    <a:pt x="9787" y="10298"/>
                    <a:pt x="9789" y="10298"/>
                  </a:cubicBezTo>
                  <a:cubicBezTo>
                    <a:pt x="9795" y="10298"/>
                    <a:pt x="9976" y="10293"/>
                    <a:pt x="10260" y="10293"/>
                  </a:cubicBezTo>
                  <a:cubicBezTo>
                    <a:pt x="10806" y="10293"/>
                    <a:pt x="11735" y="10311"/>
                    <a:pt x="12553" y="10418"/>
                  </a:cubicBezTo>
                  <a:cubicBezTo>
                    <a:pt x="12419" y="10731"/>
                    <a:pt x="12254" y="11033"/>
                    <a:pt x="12061" y="11318"/>
                  </a:cubicBezTo>
                  <a:cubicBezTo>
                    <a:pt x="10816" y="10857"/>
                    <a:pt x="9511" y="10600"/>
                    <a:pt x="9445" y="10586"/>
                  </a:cubicBezTo>
                  <a:cubicBezTo>
                    <a:pt x="9426" y="10583"/>
                    <a:pt x="9409" y="10581"/>
                    <a:pt x="9392" y="10581"/>
                  </a:cubicBezTo>
                  <a:cubicBezTo>
                    <a:pt x="9154" y="10581"/>
                    <a:pt x="9097" y="10955"/>
                    <a:pt x="9364" y="11001"/>
                  </a:cubicBezTo>
                  <a:cubicBezTo>
                    <a:pt x="10190" y="11174"/>
                    <a:pt x="11006" y="11399"/>
                    <a:pt x="11801" y="11677"/>
                  </a:cubicBezTo>
                  <a:cubicBezTo>
                    <a:pt x="10682" y="13094"/>
                    <a:pt x="8892" y="14011"/>
                    <a:pt x="6877" y="14011"/>
                  </a:cubicBezTo>
                  <a:cubicBezTo>
                    <a:pt x="4866" y="14011"/>
                    <a:pt x="3076" y="13094"/>
                    <a:pt x="1954" y="11677"/>
                  </a:cubicBezTo>
                  <a:cubicBezTo>
                    <a:pt x="2753" y="11399"/>
                    <a:pt x="3569" y="11174"/>
                    <a:pt x="4395" y="11001"/>
                  </a:cubicBezTo>
                  <a:cubicBezTo>
                    <a:pt x="4651" y="10948"/>
                    <a:pt x="4592" y="10583"/>
                    <a:pt x="4356" y="10583"/>
                  </a:cubicBezTo>
                  <a:cubicBezTo>
                    <a:pt x="4342" y="10583"/>
                    <a:pt x="4328" y="10584"/>
                    <a:pt x="4314" y="10586"/>
                  </a:cubicBezTo>
                  <a:cubicBezTo>
                    <a:pt x="4244" y="10600"/>
                    <a:pt x="2943" y="10857"/>
                    <a:pt x="1694" y="11318"/>
                  </a:cubicBezTo>
                  <a:cubicBezTo>
                    <a:pt x="1504" y="11033"/>
                    <a:pt x="1339" y="10731"/>
                    <a:pt x="1198" y="10418"/>
                  </a:cubicBezTo>
                  <a:cubicBezTo>
                    <a:pt x="2019" y="10311"/>
                    <a:pt x="2948" y="10293"/>
                    <a:pt x="3494" y="10293"/>
                  </a:cubicBezTo>
                  <a:cubicBezTo>
                    <a:pt x="3779" y="10293"/>
                    <a:pt x="3960" y="10298"/>
                    <a:pt x="3966" y="10298"/>
                  </a:cubicBezTo>
                  <a:cubicBezTo>
                    <a:pt x="3968" y="10298"/>
                    <a:pt x="3970" y="10298"/>
                    <a:pt x="3972" y="10298"/>
                  </a:cubicBezTo>
                  <a:cubicBezTo>
                    <a:pt x="4086" y="10298"/>
                    <a:pt x="4180" y="10208"/>
                    <a:pt x="4184" y="10094"/>
                  </a:cubicBezTo>
                  <a:cubicBezTo>
                    <a:pt x="4187" y="9975"/>
                    <a:pt x="4096" y="9880"/>
                    <a:pt x="3980" y="9876"/>
                  </a:cubicBezTo>
                  <a:cubicBezTo>
                    <a:pt x="3953" y="9875"/>
                    <a:pt x="3757" y="9869"/>
                    <a:pt x="3460" y="9869"/>
                  </a:cubicBezTo>
                  <a:cubicBezTo>
                    <a:pt x="2876" y="9869"/>
                    <a:pt x="1900" y="9891"/>
                    <a:pt x="1040" y="10010"/>
                  </a:cubicBezTo>
                  <a:cubicBezTo>
                    <a:pt x="843" y="9433"/>
                    <a:pt x="741" y="8828"/>
                    <a:pt x="741" y="8216"/>
                  </a:cubicBezTo>
                  <a:cubicBezTo>
                    <a:pt x="741" y="5020"/>
                    <a:pt x="3495" y="2418"/>
                    <a:pt x="6877" y="2418"/>
                  </a:cubicBezTo>
                  <a:close/>
                  <a:moveTo>
                    <a:pt x="1442" y="0"/>
                  </a:moveTo>
                  <a:cubicBezTo>
                    <a:pt x="1098" y="0"/>
                    <a:pt x="773" y="271"/>
                    <a:pt x="773" y="667"/>
                  </a:cubicBezTo>
                  <a:lnTo>
                    <a:pt x="773" y="5934"/>
                  </a:lnTo>
                  <a:cubicBezTo>
                    <a:pt x="228" y="7253"/>
                    <a:pt x="172" y="8726"/>
                    <a:pt x="618" y="10080"/>
                  </a:cubicBezTo>
                  <a:cubicBezTo>
                    <a:pt x="492" y="10105"/>
                    <a:pt x="365" y="10133"/>
                    <a:pt x="249" y="10164"/>
                  </a:cubicBezTo>
                  <a:cubicBezTo>
                    <a:pt x="1" y="10232"/>
                    <a:pt x="72" y="10581"/>
                    <a:pt x="294" y="10581"/>
                  </a:cubicBezTo>
                  <a:cubicBezTo>
                    <a:pt x="314" y="10581"/>
                    <a:pt x="336" y="10578"/>
                    <a:pt x="358" y="10572"/>
                  </a:cubicBezTo>
                  <a:cubicBezTo>
                    <a:pt x="488" y="10537"/>
                    <a:pt x="622" y="10509"/>
                    <a:pt x="769" y="10484"/>
                  </a:cubicBezTo>
                  <a:cubicBezTo>
                    <a:pt x="910" y="10829"/>
                    <a:pt x="1086" y="11163"/>
                    <a:pt x="1293" y="11476"/>
                  </a:cubicBezTo>
                  <a:cubicBezTo>
                    <a:pt x="1072" y="11567"/>
                    <a:pt x="861" y="11666"/>
                    <a:pt x="660" y="11768"/>
                  </a:cubicBezTo>
                  <a:cubicBezTo>
                    <a:pt x="447" y="11879"/>
                    <a:pt x="558" y="12171"/>
                    <a:pt x="753" y="12171"/>
                  </a:cubicBezTo>
                  <a:cubicBezTo>
                    <a:pt x="786" y="12171"/>
                    <a:pt x="821" y="12163"/>
                    <a:pt x="857" y="12144"/>
                  </a:cubicBezTo>
                  <a:cubicBezTo>
                    <a:pt x="1068" y="12032"/>
                    <a:pt x="1300" y="11930"/>
                    <a:pt x="1543" y="11831"/>
                  </a:cubicBezTo>
                  <a:cubicBezTo>
                    <a:pt x="1754" y="12113"/>
                    <a:pt x="1990" y="12376"/>
                    <a:pt x="2246" y="12619"/>
                  </a:cubicBezTo>
                  <a:cubicBezTo>
                    <a:pt x="3484" y="13790"/>
                    <a:pt x="5130" y="14437"/>
                    <a:pt x="6881" y="14437"/>
                  </a:cubicBezTo>
                  <a:cubicBezTo>
                    <a:pt x="8629" y="14437"/>
                    <a:pt x="10274" y="13790"/>
                    <a:pt x="11516" y="12619"/>
                  </a:cubicBezTo>
                  <a:cubicBezTo>
                    <a:pt x="11769" y="12376"/>
                    <a:pt x="12004" y="12113"/>
                    <a:pt x="12219" y="11831"/>
                  </a:cubicBezTo>
                  <a:cubicBezTo>
                    <a:pt x="12458" y="11930"/>
                    <a:pt x="12690" y="12032"/>
                    <a:pt x="12905" y="12144"/>
                  </a:cubicBezTo>
                  <a:cubicBezTo>
                    <a:pt x="12941" y="12163"/>
                    <a:pt x="12975" y="12171"/>
                    <a:pt x="13008" y="12171"/>
                  </a:cubicBezTo>
                  <a:cubicBezTo>
                    <a:pt x="13201" y="12171"/>
                    <a:pt x="13312" y="11879"/>
                    <a:pt x="13098" y="11768"/>
                  </a:cubicBezTo>
                  <a:cubicBezTo>
                    <a:pt x="12898" y="11666"/>
                    <a:pt x="12687" y="11567"/>
                    <a:pt x="12469" y="11476"/>
                  </a:cubicBezTo>
                  <a:cubicBezTo>
                    <a:pt x="12673" y="11163"/>
                    <a:pt x="12848" y="10829"/>
                    <a:pt x="12993" y="10484"/>
                  </a:cubicBezTo>
                  <a:cubicBezTo>
                    <a:pt x="13137" y="10509"/>
                    <a:pt x="13274" y="10541"/>
                    <a:pt x="13401" y="10572"/>
                  </a:cubicBezTo>
                  <a:cubicBezTo>
                    <a:pt x="13419" y="10578"/>
                    <a:pt x="13438" y="10580"/>
                    <a:pt x="13457" y="10580"/>
                  </a:cubicBezTo>
                  <a:cubicBezTo>
                    <a:pt x="13550" y="10580"/>
                    <a:pt x="13634" y="10518"/>
                    <a:pt x="13657" y="10425"/>
                  </a:cubicBezTo>
                  <a:cubicBezTo>
                    <a:pt x="13689" y="10312"/>
                    <a:pt x="13622" y="10196"/>
                    <a:pt x="13510" y="10164"/>
                  </a:cubicBezTo>
                  <a:cubicBezTo>
                    <a:pt x="13393" y="10133"/>
                    <a:pt x="13270" y="10105"/>
                    <a:pt x="13140" y="10080"/>
                  </a:cubicBezTo>
                  <a:cubicBezTo>
                    <a:pt x="13587" y="8726"/>
                    <a:pt x="13534" y="7253"/>
                    <a:pt x="12986" y="5934"/>
                  </a:cubicBezTo>
                  <a:lnTo>
                    <a:pt x="12986" y="667"/>
                  </a:lnTo>
                  <a:cubicBezTo>
                    <a:pt x="12986" y="271"/>
                    <a:pt x="12662" y="0"/>
                    <a:pt x="12318" y="0"/>
                  </a:cubicBezTo>
                  <a:cubicBezTo>
                    <a:pt x="12176" y="0"/>
                    <a:pt x="12030" y="47"/>
                    <a:pt x="11903" y="150"/>
                  </a:cubicBezTo>
                  <a:lnTo>
                    <a:pt x="9160" y="2379"/>
                  </a:lnTo>
                  <a:cubicBezTo>
                    <a:pt x="8421" y="2124"/>
                    <a:pt x="7651" y="1997"/>
                    <a:pt x="6881" y="1997"/>
                  </a:cubicBezTo>
                  <a:cubicBezTo>
                    <a:pt x="6111" y="1997"/>
                    <a:pt x="5341" y="2124"/>
                    <a:pt x="4602" y="2379"/>
                  </a:cubicBezTo>
                  <a:lnTo>
                    <a:pt x="1856" y="150"/>
                  </a:lnTo>
                  <a:cubicBezTo>
                    <a:pt x="1729" y="47"/>
                    <a:pt x="1584"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2" name="Google Shape;16842;p84"/>
          <p:cNvGrpSpPr/>
          <p:nvPr/>
        </p:nvGrpSpPr>
        <p:grpSpPr>
          <a:xfrm>
            <a:off x="4413174" y="3348241"/>
            <a:ext cx="336726" cy="360972"/>
            <a:chOff x="4413174" y="3348241"/>
            <a:chExt cx="336726" cy="360972"/>
          </a:xfrm>
        </p:grpSpPr>
        <p:sp>
          <p:nvSpPr>
            <p:cNvPr id="16843" name="Google Shape;16843;p84"/>
            <p:cNvSpPr/>
            <p:nvPr/>
          </p:nvSpPr>
          <p:spPr>
            <a:xfrm>
              <a:off x="4466255" y="3534245"/>
              <a:ext cx="233789" cy="169542"/>
            </a:xfrm>
            <a:custGeom>
              <a:rect b="b" l="l" r="r" t="t"/>
              <a:pathLst>
                <a:path extrusionOk="0" h="6468" w="8919">
                  <a:moveTo>
                    <a:pt x="1" y="1"/>
                  </a:moveTo>
                  <a:lnTo>
                    <a:pt x="4175" y="3450"/>
                  </a:lnTo>
                  <a:lnTo>
                    <a:pt x="3746" y="6468"/>
                  </a:lnTo>
                  <a:lnTo>
                    <a:pt x="5040" y="6468"/>
                  </a:lnTo>
                  <a:lnTo>
                    <a:pt x="4607" y="3450"/>
                  </a:lnTo>
                  <a:lnTo>
                    <a:pt x="8919"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84"/>
            <p:cNvSpPr/>
            <p:nvPr/>
          </p:nvSpPr>
          <p:spPr>
            <a:xfrm>
              <a:off x="4570869" y="3630287"/>
              <a:ext cx="21049" cy="28336"/>
            </a:xfrm>
            <a:custGeom>
              <a:rect b="b" l="l" r="r" t="t"/>
              <a:pathLst>
                <a:path extrusionOk="0" h="1081" w="803">
                  <a:moveTo>
                    <a:pt x="156" y="1"/>
                  </a:moveTo>
                  <a:lnTo>
                    <a:pt x="1" y="1080"/>
                  </a:lnTo>
                  <a:lnTo>
                    <a:pt x="803" y="1080"/>
                  </a:lnTo>
                  <a:lnTo>
                    <a:pt x="648" y="1"/>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84"/>
            <p:cNvSpPr/>
            <p:nvPr/>
          </p:nvSpPr>
          <p:spPr>
            <a:xfrm>
              <a:off x="4581380" y="3595818"/>
              <a:ext cx="137642" cy="40184"/>
            </a:xfrm>
            <a:custGeom>
              <a:rect b="b" l="l" r="r" t="t"/>
              <a:pathLst>
                <a:path extrusionOk="0" h="1533" w="5251">
                  <a:moveTo>
                    <a:pt x="3902" y="0"/>
                  </a:moveTo>
                  <a:cubicBezTo>
                    <a:pt x="3679" y="0"/>
                    <a:pt x="3456" y="9"/>
                    <a:pt x="3232" y="25"/>
                  </a:cubicBezTo>
                  <a:lnTo>
                    <a:pt x="1" y="1105"/>
                  </a:lnTo>
                  <a:lnTo>
                    <a:pt x="1" y="1323"/>
                  </a:lnTo>
                  <a:cubicBezTo>
                    <a:pt x="603" y="1471"/>
                    <a:pt x="1159" y="1532"/>
                    <a:pt x="1665" y="1532"/>
                  </a:cubicBezTo>
                  <a:cubicBezTo>
                    <a:pt x="3480" y="1532"/>
                    <a:pt x="4664" y="745"/>
                    <a:pt x="5145" y="349"/>
                  </a:cubicBezTo>
                  <a:cubicBezTo>
                    <a:pt x="5251" y="261"/>
                    <a:pt x="5198" y="89"/>
                    <a:pt x="5065" y="75"/>
                  </a:cubicBezTo>
                  <a:cubicBezTo>
                    <a:pt x="4678" y="25"/>
                    <a:pt x="4290" y="0"/>
                    <a:pt x="3902"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84"/>
            <p:cNvSpPr/>
            <p:nvPr/>
          </p:nvSpPr>
          <p:spPr>
            <a:xfrm>
              <a:off x="4581301" y="3536080"/>
              <a:ext cx="155152" cy="88624"/>
            </a:xfrm>
            <a:custGeom>
              <a:rect b="b" l="l" r="r" t="t"/>
              <a:pathLst>
                <a:path extrusionOk="0" h="3381" w="5919">
                  <a:moveTo>
                    <a:pt x="5736" y="0"/>
                  </a:moveTo>
                  <a:cubicBezTo>
                    <a:pt x="5725" y="0"/>
                    <a:pt x="5713" y="2"/>
                    <a:pt x="5700" y="5"/>
                  </a:cubicBezTo>
                  <a:cubicBezTo>
                    <a:pt x="1635" y="929"/>
                    <a:pt x="0" y="3380"/>
                    <a:pt x="0" y="3380"/>
                  </a:cubicBezTo>
                  <a:cubicBezTo>
                    <a:pt x="3629" y="2864"/>
                    <a:pt x="5317" y="965"/>
                    <a:pt x="5848" y="226"/>
                  </a:cubicBezTo>
                  <a:cubicBezTo>
                    <a:pt x="5918" y="131"/>
                    <a:pt x="5847" y="0"/>
                    <a:pt x="573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84"/>
            <p:cNvSpPr/>
            <p:nvPr/>
          </p:nvSpPr>
          <p:spPr>
            <a:xfrm>
              <a:off x="4443764" y="3595818"/>
              <a:ext cx="137563" cy="40184"/>
            </a:xfrm>
            <a:custGeom>
              <a:rect b="b" l="l" r="r" t="t"/>
              <a:pathLst>
                <a:path extrusionOk="0" h="1533" w="5248">
                  <a:moveTo>
                    <a:pt x="1346" y="0"/>
                  </a:moveTo>
                  <a:cubicBezTo>
                    <a:pt x="958" y="0"/>
                    <a:pt x="571" y="25"/>
                    <a:pt x="187" y="75"/>
                  </a:cubicBezTo>
                  <a:cubicBezTo>
                    <a:pt x="50" y="89"/>
                    <a:pt x="1" y="261"/>
                    <a:pt x="106" y="349"/>
                  </a:cubicBezTo>
                  <a:cubicBezTo>
                    <a:pt x="587" y="745"/>
                    <a:pt x="1772" y="1532"/>
                    <a:pt x="3585" y="1532"/>
                  </a:cubicBezTo>
                  <a:cubicBezTo>
                    <a:pt x="4091" y="1532"/>
                    <a:pt x="4645" y="1471"/>
                    <a:pt x="5247" y="1323"/>
                  </a:cubicBezTo>
                  <a:lnTo>
                    <a:pt x="5247" y="1105"/>
                  </a:lnTo>
                  <a:lnTo>
                    <a:pt x="2016" y="25"/>
                  </a:lnTo>
                  <a:cubicBezTo>
                    <a:pt x="1793" y="9"/>
                    <a:pt x="1569" y="0"/>
                    <a:pt x="134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84"/>
            <p:cNvSpPr/>
            <p:nvPr/>
          </p:nvSpPr>
          <p:spPr>
            <a:xfrm>
              <a:off x="4427906" y="3432278"/>
              <a:ext cx="43093" cy="42464"/>
            </a:xfrm>
            <a:custGeom>
              <a:rect b="b" l="l" r="r" t="t"/>
              <a:pathLst>
                <a:path extrusionOk="0" h="1620" w="1644">
                  <a:moveTo>
                    <a:pt x="196" y="1"/>
                  </a:moveTo>
                  <a:cubicBezTo>
                    <a:pt x="87" y="1"/>
                    <a:pt x="1" y="100"/>
                    <a:pt x="29" y="213"/>
                  </a:cubicBezTo>
                  <a:lnTo>
                    <a:pt x="310" y="1429"/>
                  </a:lnTo>
                  <a:lnTo>
                    <a:pt x="1643" y="1619"/>
                  </a:lnTo>
                  <a:lnTo>
                    <a:pt x="1643" y="1619"/>
                  </a:lnTo>
                  <a:lnTo>
                    <a:pt x="1453" y="286"/>
                  </a:lnTo>
                  <a:lnTo>
                    <a:pt x="237" y="5"/>
                  </a:lnTo>
                  <a:cubicBezTo>
                    <a:pt x="223" y="2"/>
                    <a:pt x="209" y="1"/>
                    <a:pt x="19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84"/>
            <p:cNvSpPr/>
            <p:nvPr/>
          </p:nvSpPr>
          <p:spPr>
            <a:xfrm>
              <a:off x="4458994" y="3424650"/>
              <a:ext cx="86108" cy="110774"/>
            </a:xfrm>
            <a:custGeom>
              <a:rect b="b" l="l" r="r" t="t"/>
              <a:pathLst>
                <a:path extrusionOk="0" h="4226" w="3285">
                  <a:moveTo>
                    <a:pt x="176" y="1"/>
                  </a:moveTo>
                  <a:cubicBezTo>
                    <a:pt x="82" y="1"/>
                    <a:pt x="1" y="78"/>
                    <a:pt x="4" y="180"/>
                  </a:cubicBezTo>
                  <a:cubicBezTo>
                    <a:pt x="14" y="732"/>
                    <a:pt x="81" y="2079"/>
                    <a:pt x="433" y="2972"/>
                  </a:cubicBezTo>
                  <a:cubicBezTo>
                    <a:pt x="689" y="3623"/>
                    <a:pt x="1076" y="4140"/>
                    <a:pt x="1684" y="4217"/>
                  </a:cubicBezTo>
                  <a:cubicBezTo>
                    <a:pt x="1732" y="4223"/>
                    <a:pt x="1780" y="4226"/>
                    <a:pt x="1827" y="4226"/>
                  </a:cubicBezTo>
                  <a:cubicBezTo>
                    <a:pt x="2405" y="4226"/>
                    <a:pt x="2911" y="3798"/>
                    <a:pt x="3080" y="3229"/>
                  </a:cubicBezTo>
                  <a:cubicBezTo>
                    <a:pt x="3284" y="2543"/>
                    <a:pt x="3094" y="1805"/>
                    <a:pt x="2592" y="1302"/>
                  </a:cubicBezTo>
                  <a:cubicBezTo>
                    <a:pt x="1997" y="708"/>
                    <a:pt x="753" y="205"/>
                    <a:pt x="236" y="11"/>
                  </a:cubicBezTo>
                  <a:cubicBezTo>
                    <a:pt x="216" y="4"/>
                    <a:pt x="195" y="1"/>
                    <a:pt x="176"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84"/>
            <p:cNvSpPr/>
            <p:nvPr/>
          </p:nvSpPr>
          <p:spPr>
            <a:xfrm>
              <a:off x="4420016" y="3462816"/>
              <a:ext cx="113474" cy="82805"/>
            </a:xfrm>
            <a:custGeom>
              <a:rect b="b" l="l" r="r" t="t"/>
              <a:pathLst>
                <a:path extrusionOk="0" h="3159" w="4329">
                  <a:moveTo>
                    <a:pt x="205" y="0"/>
                  </a:moveTo>
                  <a:cubicBezTo>
                    <a:pt x="85" y="0"/>
                    <a:pt x="0" y="122"/>
                    <a:pt x="45" y="233"/>
                  </a:cubicBezTo>
                  <a:cubicBezTo>
                    <a:pt x="235" y="753"/>
                    <a:pt x="738" y="1994"/>
                    <a:pt x="1332" y="2589"/>
                  </a:cubicBezTo>
                  <a:cubicBezTo>
                    <a:pt x="1701" y="2959"/>
                    <a:pt x="2197" y="3159"/>
                    <a:pt x="2704" y="3159"/>
                  </a:cubicBezTo>
                  <a:cubicBezTo>
                    <a:pt x="2890" y="3159"/>
                    <a:pt x="3077" y="3132"/>
                    <a:pt x="3259" y="3077"/>
                  </a:cubicBezTo>
                  <a:cubicBezTo>
                    <a:pt x="3875" y="2895"/>
                    <a:pt x="4328" y="2318"/>
                    <a:pt x="4247" y="1681"/>
                  </a:cubicBezTo>
                  <a:cubicBezTo>
                    <a:pt x="4174" y="1073"/>
                    <a:pt x="3653" y="686"/>
                    <a:pt x="3006" y="430"/>
                  </a:cubicBezTo>
                  <a:cubicBezTo>
                    <a:pt x="2109" y="78"/>
                    <a:pt x="763" y="11"/>
                    <a:pt x="211" y="1"/>
                  </a:cubicBezTo>
                  <a:cubicBezTo>
                    <a:pt x="209" y="1"/>
                    <a:pt x="207" y="0"/>
                    <a:pt x="20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84"/>
            <p:cNvSpPr/>
            <p:nvPr/>
          </p:nvSpPr>
          <p:spPr>
            <a:xfrm>
              <a:off x="4691813" y="3432278"/>
              <a:ext cx="42989" cy="42464"/>
            </a:xfrm>
            <a:custGeom>
              <a:rect b="b" l="l" r="r" t="t"/>
              <a:pathLst>
                <a:path extrusionOk="0" h="1620" w="1640">
                  <a:moveTo>
                    <a:pt x="1446" y="1"/>
                  </a:moveTo>
                  <a:cubicBezTo>
                    <a:pt x="1433" y="1"/>
                    <a:pt x="1420" y="2"/>
                    <a:pt x="1407" y="5"/>
                  </a:cubicBezTo>
                  <a:lnTo>
                    <a:pt x="190" y="286"/>
                  </a:lnTo>
                  <a:lnTo>
                    <a:pt x="1" y="1619"/>
                  </a:lnTo>
                  <a:lnTo>
                    <a:pt x="1" y="1619"/>
                  </a:lnTo>
                  <a:lnTo>
                    <a:pt x="1333" y="1429"/>
                  </a:lnTo>
                  <a:lnTo>
                    <a:pt x="1615" y="213"/>
                  </a:lnTo>
                  <a:cubicBezTo>
                    <a:pt x="1640" y="100"/>
                    <a:pt x="1553" y="1"/>
                    <a:pt x="144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84"/>
            <p:cNvSpPr/>
            <p:nvPr/>
          </p:nvSpPr>
          <p:spPr>
            <a:xfrm>
              <a:off x="4617710" y="3424650"/>
              <a:ext cx="86108" cy="110774"/>
            </a:xfrm>
            <a:custGeom>
              <a:rect b="b" l="l" r="r" t="t"/>
              <a:pathLst>
                <a:path extrusionOk="0" h="4226" w="3285">
                  <a:moveTo>
                    <a:pt x="3108" y="1"/>
                  </a:moveTo>
                  <a:cubicBezTo>
                    <a:pt x="3088" y="1"/>
                    <a:pt x="3069" y="4"/>
                    <a:pt x="3049" y="11"/>
                  </a:cubicBezTo>
                  <a:cubicBezTo>
                    <a:pt x="2529" y="205"/>
                    <a:pt x="1287" y="708"/>
                    <a:pt x="690" y="1302"/>
                  </a:cubicBezTo>
                  <a:cubicBezTo>
                    <a:pt x="187" y="1805"/>
                    <a:pt x="0" y="2543"/>
                    <a:pt x="204" y="3229"/>
                  </a:cubicBezTo>
                  <a:cubicBezTo>
                    <a:pt x="373" y="3798"/>
                    <a:pt x="879" y="4226"/>
                    <a:pt x="1458" y="4226"/>
                  </a:cubicBezTo>
                  <a:cubicBezTo>
                    <a:pt x="1505" y="4226"/>
                    <a:pt x="1552" y="4223"/>
                    <a:pt x="1600" y="4217"/>
                  </a:cubicBezTo>
                  <a:cubicBezTo>
                    <a:pt x="2209" y="4140"/>
                    <a:pt x="2595" y="3623"/>
                    <a:pt x="2849" y="2972"/>
                  </a:cubicBezTo>
                  <a:cubicBezTo>
                    <a:pt x="3200" y="2079"/>
                    <a:pt x="3267" y="732"/>
                    <a:pt x="3281" y="180"/>
                  </a:cubicBezTo>
                  <a:cubicBezTo>
                    <a:pt x="3284" y="78"/>
                    <a:pt x="3200" y="1"/>
                    <a:pt x="310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84"/>
            <p:cNvSpPr/>
            <p:nvPr/>
          </p:nvSpPr>
          <p:spPr>
            <a:xfrm>
              <a:off x="4629218" y="3462816"/>
              <a:ext cx="113474" cy="82805"/>
            </a:xfrm>
            <a:custGeom>
              <a:rect b="b" l="l" r="r" t="t"/>
              <a:pathLst>
                <a:path extrusionOk="0" h="3159" w="4329">
                  <a:moveTo>
                    <a:pt x="4124" y="0"/>
                  </a:moveTo>
                  <a:cubicBezTo>
                    <a:pt x="4122" y="0"/>
                    <a:pt x="4120" y="1"/>
                    <a:pt x="4119" y="1"/>
                  </a:cubicBezTo>
                  <a:cubicBezTo>
                    <a:pt x="3567" y="11"/>
                    <a:pt x="2220" y="78"/>
                    <a:pt x="1327" y="430"/>
                  </a:cubicBezTo>
                  <a:cubicBezTo>
                    <a:pt x="676" y="686"/>
                    <a:pt x="156" y="1073"/>
                    <a:pt x="82" y="1681"/>
                  </a:cubicBezTo>
                  <a:cubicBezTo>
                    <a:pt x="1" y="2318"/>
                    <a:pt x="455" y="2895"/>
                    <a:pt x="1070" y="3077"/>
                  </a:cubicBezTo>
                  <a:cubicBezTo>
                    <a:pt x="1253" y="3132"/>
                    <a:pt x="1439" y="3159"/>
                    <a:pt x="1625" y="3159"/>
                  </a:cubicBezTo>
                  <a:cubicBezTo>
                    <a:pt x="2132" y="3159"/>
                    <a:pt x="2629" y="2959"/>
                    <a:pt x="2997" y="2589"/>
                  </a:cubicBezTo>
                  <a:cubicBezTo>
                    <a:pt x="3591" y="1994"/>
                    <a:pt x="4094" y="753"/>
                    <a:pt x="4284" y="233"/>
                  </a:cubicBezTo>
                  <a:cubicBezTo>
                    <a:pt x="4329" y="122"/>
                    <a:pt x="4244" y="0"/>
                    <a:pt x="41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84"/>
            <p:cNvSpPr/>
            <p:nvPr/>
          </p:nvSpPr>
          <p:spPr>
            <a:xfrm>
              <a:off x="4560200" y="3358909"/>
              <a:ext cx="42412" cy="58218"/>
            </a:xfrm>
            <a:custGeom>
              <a:rect b="b" l="l" r="r" t="t"/>
              <a:pathLst>
                <a:path extrusionOk="0" h="2221" w="1618">
                  <a:moveTo>
                    <a:pt x="807" y="1"/>
                  </a:moveTo>
                  <a:cubicBezTo>
                    <a:pt x="751" y="1"/>
                    <a:pt x="695" y="28"/>
                    <a:pt x="661" y="82"/>
                  </a:cubicBezTo>
                  <a:lnTo>
                    <a:pt x="0" y="1141"/>
                  </a:lnTo>
                  <a:lnTo>
                    <a:pt x="805" y="2220"/>
                  </a:lnTo>
                  <a:lnTo>
                    <a:pt x="1618" y="1141"/>
                  </a:lnTo>
                  <a:lnTo>
                    <a:pt x="953" y="82"/>
                  </a:lnTo>
                  <a:cubicBezTo>
                    <a:pt x="920" y="28"/>
                    <a:pt x="863" y="1"/>
                    <a:pt x="807" y="1"/>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84"/>
            <p:cNvSpPr/>
            <p:nvPr/>
          </p:nvSpPr>
          <p:spPr>
            <a:xfrm>
              <a:off x="4551524" y="3375135"/>
              <a:ext cx="80682" cy="119634"/>
            </a:xfrm>
            <a:custGeom>
              <a:rect b="b" l="l" r="r" t="t"/>
              <a:pathLst>
                <a:path extrusionOk="0" h="4564" w="3078">
                  <a:moveTo>
                    <a:pt x="2165" y="1"/>
                  </a:moveTo>
                  <a:cubicBezTo>
                    <a:pt x="2120" y="1"/>
                    <a:pt x="2075" y="18"/>
                    <a:pt x="2040" y="54"/>
                  </a:cubicBezTo>
                  <a:cubicBezTo>
                    <a:pt x="1660" y="452"/>
                    <a:pt x="753" y="1454"/>
                    <a:pt x="370" y="2333"/>
                  </a:cubicBezTo>
                  <a:cubicBezTo>
                    <a:pt x="92" y="2973"/>
                    <a:pt x="1" y="3613"/>
                    <a:pt x="373" y="4095"/>
                  </a:cubicBezTo>
                  <a:cubicBezTo>
                    <a:pt x="616" y="4409"/>
                    <a:pt x="986" y="4563"/>
                    <a:pt x="1367" y="4563"/>
                  </a:cubicBezTo>
                  <a:cubicBezTo>
                    <a:pt x="1604" y="4563"/>
                    <a:pt x="1844" y="4504"/>
                    <a:pt x="2061" y="4386"/>
                  </a:cubicBezTo>
                  <a:cubicBezTo>
                    <a:pt x="2687" y="4045"/>
                    <a:pt x="3077" y="3391"/>
                    <a:pt x="3077" y="2677"/>
                  </a:cubicBezTo>
                  <a:cubicBezTo>
                    <a:pt x="3077" y="1837"/>
                    <a:pt x="2553" y="603"/>
                    <a:pt x="2321" y="100"/>
                  </a:cubicBezTo>
                  <a:cubicBezTo>
                    <a:pt x="2292" y="36"/>
                    <a:pt x="2229" y="1"/>
                    <a:pt x="216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84"/>
            <p:cNvSpPr/>
            <p:nvPr/>
          </p:nvSpPr>
          <p:spPr>
            <a:xfrm>
              <a:off x="4530501" y="3375135"/>
              <a:ext cx="80787" cy="119634"/>
            </a:xfrm>
            <a:custGeom>
              <a:rect b="b" l="l" r="r" t="t"/>
              <a:pathLst>
                <a:path extrusionOk="0" h="4564" w="3082">
                  <a:moveTo>
                    <a:pt x="913" y="1"/>
                  </a:moveTo>
                  <a:cubicBezTo>
                    <a:pt x="849" y="1"/>
                    <a:pt x="786" y="36"/>
                    <a:pt x="757" y="100"/>
                  </a:cubicBezTo>
                  <a:cubicBezTo>
                    <a:pt x="525" y="603"/>
                    <a:pt x="1" y="1837"/>
                    <a:pt x="1" y="2677"/>
                  </a:cubicBezTo>
                  <a:cubicBezTo>
                    <a:pt x="1" y="3391"/>
                    <a:pt x="391" y="4045"/>
                    <a:pt x="1021" y="4386"/>
                  </a:cubicBezTo>
                  <a:cubicBezTo>
                    <a:pt x="1236" y="4504"/>
                    <a:pt x="1476" y="4563"/>
                    <a:pt x="1712" y="4563"/>
                  </a:cubicBezTo>
                  <a:cubicBezTo>
                    <a:pt x="2092" y="4563"/>
                    <a:pt x="2462" y="4409"/>
                    <a:pt x="2705" y="4095"/>
                  </a:cubicBezTo>
                  <a:cubicBezTo>
                    <a:pt x="3081" y="3613"/>
                    <a:pt x="2986" y="2973"/>
                    <a:pt x="2708" y="2333"/>
                  </a:cubicBezTo>
                  <a:cubicBezTo>
                    <a:pt x="2325" y="1454"/>
                    <a:pt x="1421" y="452"/>
                    <a:pt x="1038" y="54"/>
                  </a:cubicBezTo>
                  <a:cubicBezTo>
                    <a:pt x="1003" y="18"/>
                    <a:pt x="958" y="1"/>
                    <a:pt x="913"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84"/>
            <p:cNvSpPr/>
            <p:nvPr/>
          </p:nvSpPr>
          <p:spPr>
            <a:xfrm>
              <a:off x="4426281" y="3536080"/>
              <a:ext cx="155126" cy="88624"/>
            </a:xfrm>
            <a:custGeom>
              <a:rect b="b" l="l" r="r" t="t"/>
              <a:pathLst>
                <a:path extrusionOk="0" h="3381" w="5918">
                  <a:moveTo>
                    <a:pt x="183" y="0"/>
                  </a:moveTo>
                  <a:cubicBezTo>
                    <a:pt x="74" y="0"/>
                    <a:pt x="0" y="131"/>
                    <a:pt x="74" y="226"/>
                  </a:cubicBezTo>
                  <a:cubicBezTo>
                    <a:pt x="601" y="965"/>
                    <a:pt x="2292" y="2864"/>
                    <a:pt x="5918" y="3380"/>
                  </a:cubicBezTo>
                  <a:cubicBezTo>
                    <a:pt x="5918" y="3380"/>
                    <a:pt x="4283" y="929"/>
                    <a:pt x="218" y="5"/>
                  </a:cubicBezTo>
                  <a:cubicBezTo>
                    <a:pt x="206" y="2"/>
                    <a:pt x="194" y="0"/>
                    <a:pt x="183"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84"/>
            <p:cNvSpPr/>
            <p:nvPr/>
          </p:nvSpPr>
          <p:spPr>
            <a:xfrm>
              <a:off x="4560200" y="3464834"/>
              <a:ext cx="42412" cy="58192"/>
            </a:xfrm>
            <a:custGeom>
              <a:rect b="b" l="l" r="r" t="t"/>
              <a:pathLst>
                <a:path extrusionOk="0" h="2220" w="1618">
                  <a:moveTo>
                    <a:pt x="807" y="0"/>
                  </a:moveTo>
                  <a:cubicBezTo>
                    <a:pt x="751" y="0"/>
                    <a:pt x="695" y="27"/>
                    <a:pt x="661" y="82"/>
                  </a:cubicBezTo>
                  <a:lnTo>
                    <a:pt x="0" y="1140"/>
                  </a:lnTo>
                  <a:lnTo>
                    <a:pt x="805" y="2220"/>
                  </a:lnTo>
                  <a:lnTo>
                    <a:pt x="1618" y="1140"/>
                  </a:lnTo>
                  <a:lnTo>
                    <a:pt x="953" y="82"/>
                  </a:lnTo>
                  <a:cubicBezTo>
                    <a:pt x="920" y="27"/>
                    <a:pt x="863" y="0"/>
                    <a:pt x="807"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84"/>
            <p:cNvSpPr/>
            <p:nvPr/>
          </p:nvSpPr>
          <p:spPr>
            <a:xfrm>
              <a:off x="4551524" y="3481060"/>
              <a:ext cx="80682" cy="119608"/>
            </a:xfrm>
            <a:custGeom>
              <a:rect b="b" l="l" r="r" t="t"/>
              <a:pathLst>
                <a:path extrusionOk="0" h="4563" w="3078">
                  <a:moveTo>
                    <a:pt x="2165" y="0"/>
                  </a:moveTo>
                  <a:cubicBezTo>
                    <a:pt x="2120" y="0"/>
                    <a:pt x="2075" y="17"/>
                    <a:pt x="2040" y="54"/>
                  </a:cubicBezTo>
                  <a:cubicBezTo>
                    <a:pt x="1660" y="451"/>
                    <a:pt x="753" y="1453"/>
                    <a:pt x="370" y="2332"/>
                  </a:cubicBezTo>
                  <a:cubicBezTo>
                    <a:pt x="92" y="2972"/>
                    <a:pt x="1" y="3612"/>
                    <a:pt x="373" y="4094"/>
                  </a:cubicBezTo>
                  <a:cubicBezTo>
                    <a:pt x="616" y="4408"/>
                    <a:pt x="986" y="4562"/>
                    <a:pt x="1367" y="4562"/>
                  </a:cubicBezTo>
                  <a:cubicBezTo>
                    <a:pt x="1604" y="4562"/>
                    <a:pt x="1844" y="4503"/>
                    <a:pt x="2061" y="4386"/>
                  </a:cubicBezTo>
                  <a:cubicBezTo>
                    <a:pt x="2687" y="4045"/>
                    <a:pt x="3077" y="3391"/>
                    <a:pt x="3077" y="2677"/>
                  </a:cubicBezTo>
                  <a:cubicBezTo>
                    <a:pt x="3077" y="1836"/>
                    <a:pt x="2553" y="602"/>
                    <a:pt x="2321" y="99"/>
                  </a:cubicBezTo>
                  <a:cubicBezTo>
                    <a:pt x="2292" y="35"/>
                    <a:pt x="2229" y="0"/>
                    <a:pt x="2165"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84"/>
            <p:cNvSpPr/>
            <p:nvPr/>
          </p:nvSpPr>
          <p:spPr>
            <a:xfrm>
              <a:off x="4530501" y="3481060"/>
              <a:ext cx="80787" cy="119608"/>
            </a:xfrm>
            <a:custGeom>
              <a:rect b="b" l="l" r="r" t="t"/>
              <a:pathLst>
                <a:path extrusionOk="0" h="4563" w="3082">
                  <a:moveTo>
                    <a:pt x="913" y="0"/>
                  </a:moveTo>
                  <a:cubicBezTo>
                    <a:pt x="849" y="0"/>
                    <a:pt x="786" y="35"/>
                    <a:pt x="757" y="99"/>
                  </a:cubicBezTo>
                  <a:cubicBezTo>
                    <a:pt x="525" y="602"/>
                    <a:pt x="1" y="1836"/>
                    <a:pt x="1" y="2677"/>
                  </a:cubicBezTo>
                  <a:cubicBezTo>
                    <a:pt x="1" y="3391"/>
                    <a:pt x="391" y="4045"/>
                    <a:pt x="1021" y="4386"/>
                  </a:cubicBezTo>
                  <a:cubicBezTo>
                    <a:pt x="1236" y="4503"/>
                    <a:pt x="1476" y="4562"/>
                    <a:pt x="1712" y="4562"/>
                  </a:cubicBezTo>
                  <a:cubicBezTo>
                    <a:pt x="2092" y="4562"/>
                    <a:pt x="2462" y="4408"/>
                    <a:pt x="2705" y="4094"/>
                  </a:cubicBezTo>
                  <a:cubicBezTo>
                    <a:pt x="3081" y="3612"/>
                    <a:pt x="2986" y="2972"/>
                    <a:pt x="2708" y="2332"/>
                  </a:cubicBezTo>
                  <a:cubicBezTo>
                    <a:pt x="2325" y="1453"/>
                    <a:pt x="1421" y="451"/>
                    <a:pt x="1038" y="54"/>
                  </a:cubicBezTo>
                  <a:cubicBezTo>
                    <a:pt x="1003" y="17"/>
                    <a:pt x="958" y="0"/>
                    <a:pt x="913"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84"/>
            <p:cNvSpPr/>
            <p:nvPr/>
          </p:nvSpPr>
          <p:spPr>
            <a:xfrm>
              <a:off x="4413174" y="3348241"/>
              <a:ext cx="336726" cy="360972"/>
            </a:xfrm>
            <a:custGeom>
              <a:rect b="b" l="l" r="r" t="t"/>
              <a:pathLst>
                <a:path extrusionOk="0" h="13771" w="12846">
                  <a:moveTo>
                    <a:pt x="6418" y="581"/>
                  </a:moveTo>
                  <a:lnTo>
                    <a:pt x="6836" y="1245"/>
                  </a:lnTo>
                  <a:cubicBezTo>
                    <a:pt x="6706" y="1386"/>
                    <a:pt x="6566" y="1551"/>
                    <a:pt x="6418" y="1734"/>
                  </a:cubicBezTo>
                  <a:cubicBezTo>
                    <a:pt x="6274" y="1551"/>
                    <a:pt x="6133" y="1386"/>
                    <a:pt x="6003" y="1245"/>
                  </a:cubicBezTo>
                  <a:lnTo>
                    <a:pt x="6418" y="581"/>
                  </a:lnTo>
                  <a:close/>
                  <a:moveTo>
                    <a:pt x="799" y="3419"/>
                  </a:moveTo>
                  <a:lnTo>
                    <a:pt x="1562" y="3594"/>
                  </a:lnTo>
                  <a:cubicBezTo>
                    <a:pt x="1572" y="3784"/>
                    <a:pt x="1590" y="4002"/>
                    <a:pt x="1614" y="4234"/>
                  </a:cubicBezTo>
                  <a:cubicBezTo>
                    <a:pt x="1382" y="4210"/>
                    <a:pt x="1168" y="4192"/>
                    <a:pt x="974" y="4182"/>
                  </a:cubicBezTo>
                  <a:lnTo>
                    <a:pt x="799" y="3419"/>
                  </a:lnTo>
                  <a:close/>
                  <a:moveTo>
                    <a:pt x="12037" y="3419"/>
                  </a:moveTo>
                  <a:lnTo>
                    <a:pt x="11861" y="4182"/>
                  </a:lnTo>
                  <a:cubicBezTo>
                    <a:pt x="11671" y="4192"/>
                    <a:pt x="11453" y="4210"/>
                    <a:pt x="11225" y="4234"/>
                  </a:cubicBezTo>
                  <a:cubicBezTo>
                    <a:pt x="11249" y="4002"/>
                    <a:pt x="11264" y="3784"/>
                    <a:pt x="11274" y="3594"/>
                  </a:cubicBezTo>
                  <a:lnTo>
                    <a:pt x="12037" y="3419"/>
                  </a:lnTo>
                  <a:close/>
                  <a:moveTo>
                    <a:pt x="5398" y="1189"/>
                  </a:moveTo>
                  <a:lnTo>
                    <a:pt x="5402" y="1193"/>
                  </a:lnTo>
                  <a:cubicBezTo>
                    <a:pt x="5767" y="1565"/>
                    <a:pt x="6105" y="1966"/>
                    <a:pt x="6414" y="2388"/>
                  </a:cubicBezTo>
                  <a:cubicBezTo>
                    <a:pt x="6458" y="2444"/>
                    <a:pt x="6513" y="2467"/>
                    <a:pt x="6567" y="2467"/>
                  </a:cubicBezTo>
                  <a:cubicBezTo>
                    <a:pt x="6709" y="2467"/>
                    <a:pt x="6843" y="2308"/>
                    <a:pt x="6741" y="2153"/>
                  </a:cubicBezTo>
                  <a:cubicBezTo>
                    <a:pt x="6717" y="2121"/>
                    <a:pt x="6696" y="2093"/>
                    <a:pt x="6675" y="2065"/>
                  </a:cubicBezTo>
                  <a:cubicBezTo>
                    <a:pt x="6914" y="1762"/>
                    <a:pt x="7170" y="1470"/>
                    <a:pt x="7438" y="1193"/>
                  </a:cubicBezTo>
                  <a:cubicBezTo>
                    <a:pt x="7670" y="1703"/>
                    <a:pt x="8158" y="2870"/>
                    <a:pt x="8158" y="3651"/>
                  </a:cubicBezTo>
                  <a:cubicBezTo>
                    <a:pt x="8158" y="4097"/>
                    <a:pt x="7986" y="4530"/>
                    <a:pt x="7677" y="4853"/>
                  </a:cubicBezTo>
                  <a:cubicBezTo>
                    <a:pt x="7652" y="4808"/>
                    <a:pt x="7617" y="4776"/>
                    <a:pt x="7571" y="4758"/>
                  </a:cubicBezTo>
                  <a:cubicBezTo>
                    <a:pt x="7628" y="4572"/>
                    <a:pt x="7649" y="4375"/>
                    <a:pt x="7635" y="4182"/>
                  </a:cubicBezTo>
                  <a:cubicBezTo>
                    <a:pt x="7610" y="3805"/>
                    <a:pt x="7469" y="3376"/>
                    <a:pt x="7216" y="2909"/>
                  </a:cubicBezTo>
                  <a:cubicBezTo>
                    <a:pt x="7174" y="2835"/>
                    <a:pt x="7110" y="2805"/>
                    <a:pt x="7047" y="2805"/>
                  </a:cubicBezTo>
                  <a:cubicBezTo>
                    <a:pt x="6912" y="2805"/>
                    <a:pt x="6780" y="2941"/>
                    <a:pt x="6861" y="3099"/>
                  </a:cubicBezTo>
                  <a:cubicBezTo>
                    <a:pt x="7286" y="3890"/>
                    <a:pt x="7346" y="4498"/>
                    <a:pt x="7044" y="4917"/>
                  </a:cubicBezTo>
                  <a:lnTo>
                    <a:pt x="6590" y="4189"/>
                  </a:lnTo>
                  <a:cubicBezTo>
                    <a:pt x="6551" y="4125"/>
                    <a:pt x="6486" y="4094"/>
                    <a:pt x="6420" y="4094"/>
                  </a:cubicBezTo>
                  <a:cubicBezTo>
                    <a:pt x="6354" y="4094"/>
                    <a:pt x="6288" y="4125"/>
                    <a:pt x="6249" y="4189"/>
                  </a:cubicBezTo>
                  <a:lnTo>
                    <a:pt x="5722" y="5036"/>
                  </a:lnTo>
                  <a:cubicBezTo>
                    <a:pt x="5581" y="4892"/>
                    <a:pt x="5493" y="4808"/>
                    <a:pt x="5482" y="4797"/>
                  </a:cubicBezTo>
                  <a:cubicBezTo>
                    <a:pt x="5442" y="4760"/>
                    <a:pt x="5392" y="4742"/>
                    <a:pt x="5342" y="4742"/>
                  </a:cubicBezTo>
                  <a:cubicBezTo>
                    <a:pt x="5270" y="4742"/>
                    <a:pt x="5200" y="4779"/>
                    <a:pt x="5162" y="4850"/>
                  </a:cubicBezTo>
                  <a:cubicBezTo>
                    <a:pt x="4853" y="4526"/>
                    <a:pt x="4681" y="4097"/>
                    <a:pt x="4681" y="3651"/>
                  </a:cubicBezTo>
                  <a:cubicBezTo>
                    <a:pt x="4677" y="2870"/>
                    <a:pt x="5166" y="1703"/>
                    <a:pt x="5398" y="1189"/>
                  </a:cubicBezTo>
                  <a:close/>
                  <a:moveTo>
                    <a:pt x="6418" y="4677"/>
                  </a:moveTo>
                  <a:lnTo>
                    <a:pt x="6836" y="5342"/>
                  </a:lnTo>
                  <a:cubicBezTo>
                    <a:pt x="6706" y="5483"/>
                    <a:pt x="6566" y="5648"/>
                    <a:pt x="6418" y="5827"/>
                  </a:cubicBezTo>
                  <a:cubicBezTo>
                    <a:pt x="6271" y="5649"/>
                    <a:pt x="6130" y="5484"/>
                    <a:pt x="6004" y="5340"/>
                  </a:cubicBezTo>
                  <a:lnTo>
                    <a:pt x="6004" y="5340"/>
                  </a:lnTo>
                  <a:lnTo>
                    <a:pt x="6418" y="4677"/>
                  </a:lnTo>
                  <a:close/>
                  <a:moveTo>
                    <a:pt x="10887" y="3130"/>
                  </a:moveTo>
                  <a:cubicBezTo>
                    <a:pt x="10880" y="3517"/>
                    <a:pt x="10856" y="3904"/>
                    <a:pt x="10810" y="4287"/>
                  </a:cubicBezTo>
                  <a:lnTo>
                    <a:pt x="10701" y="4305"/>
                  </a:lnTo>
                  <a:cubicBezTo>
                    <a:pt x="10451" y="4345"/>
                    <a:pt x="10495" y="4706"/>
                    <a:pt x="10726" y="4706"/>
                  </a:cubicBezTo>
                  <a:cubicBezTo>
                    <a:pt x="10740" y="4706"/>
                    <a:pt x="10753" y="4705"/>
                    <a:pt x="10768" y="4702"/>
                  </a:cubicBezTo>
                  <a:cubicBezTo>
                    <a:pt x="11281" y="4621"/>
                    <a:pt x="11805" y="4579"/>
                    <a:pt x="12325" y="4572"/>
                  </a:cubicBezTo>
                  <a:lnTo>
                    <a:pt x="12325" y="4572"/>
                  </a:lnTo>
                  <a:cubicBezTo>
                    <a:pt x="12129" y="5099"/>
                    <a:pt x="11650" y="6267"/>
                    <a:pt x="11098" y="6819"/>
                  </a:cubicBezTo>
                  <a:cubicBezTo>
                    <a:pt x="10760" y="7158"/>
                    <a:pt x="10316" y="7327"/>
                    <a:pt x="9871" y="7327"/>
                  </a:cubicBezTo>
                  <a:cubicBezTo>
                    <a:pt x="9437" y="7327"/>
                    <a:pt x="9003" y="7166"/>
                    <a:pt x="8665" y="6844"/>
                  </a:cubicBezTo>
                  <a:cubicBezTo>
                    <a:pt x="8489" y="6436"/>
                    <a:pt x="8471" y="6084"/>
                    <a:pt x="8605" y="5792"/>
                  </a:cubicBezTo>
                  <a:cubicBezTo>
                    <a:pt x="8781" y="5405"/>
                    <a:pt x="9235" y="5103"/>
                    <a:pt x="9945" y="4888"/>
                  </a:cubicBezTo>
                  <a:cubicBezTo>
                    <a:pt x="10174" y="4811"/>
                    <a:pt x="10098" y="4494"/>
                    <a:pt x="9891" y="4494"/>
                  </a:cubicBezTo>
                  <a:cubicBezTo>
                    <a:pt x="9872" y="4494"/>
                    <a:pt x="9853" y="4496"/>
                    <a:pt x="9832" y="4502"/>
                  </a:cubicBezTo>
                  <a:cubicBezTo>
                    <a:pt x="9002" y="4751"/>
                    <a:pt x="8468" y="5128"/>
                    <a:pt x="8239" y="5623"/>
                  </a:cubicBezTo>
                  <a:cubicBezTo>
                    <a:pt x="8201" y="5704"/>
                    <a:pt x="8173" y="5785"/>
                    <a:pt x="8155" y="5870"/>
                  </a:cubicBezTo>
                  <a:cubicBezTo>
                    <a:pt x="8137" y="5778"/>
                    <a:pt x="8130" y="5683"/>
                    <a:pt x="8130" y="5588"/>
                  </a:cubicBezTo>
                  <a:cubicBezTo>
                    <a:pt x="8130" y="5128"/>
                    <a:pt x="8313" y="4685"/>
                    <a:pt x="8640" y="4357"/>
                  </a:cubicBezTo>
                  <a:cubicBezTo>
                    <a:pt x="9189" y="3809"/>
                    <a:pt x="10360" y="3327"/>
                    <a:pt x="10884" y="3130"/>
                  </a:cubicBezTo>
                  <a:close/>
                  <a:moveTo>
                    <a:pt x="1952" y="3130"/>
                  </a:moveTo>
                  <a:lnTo>
                    <a:pt x="1952" y="3130"/>
                  </a:lnTo>
                  <a:cubicBezTo>
                    <a:pt x="2479" y="3327"/>
                    <a:pt x="3647" y="3809"/>
                    <a:pt x="4199" y="4361"/>
                  </a:cubicBezTo>
                  <a:cubicBezTo>
                    <a:pt x="4526" y="4685"/>
                    <a:pt x="4709" y="5128"/>
                    <a:pt x="4709" y="5592"/>
                  </a:cubicBezTo>
                  <a:cubicBezTo>
                    <a:pt x="4709" y="5683"/>
                    <a:pt x="4702" y="5778"/>
                    <a:pt x="4684" y="5870"/>
                  </a:cubicBezTo>
                  <a:cubicBezTo>
                    <a:pt x="4663" y="5785"/>
                    <a:pt x="4635" y="5704"/>
                    <a:pt x="4600" y="5623"/>
                  </a:cubicBezTo>
                  <a:cubicBezTo>
                    <a:pt x="4371" y="5128"/>
                    <a:pt x="3837" y="4751"/>
                    <a:pt x="3007" y="4502"/>
                  </a:cubicBezTo>
                  <a:cubicBezTo>
                    <a:pt x="2986" y="4496"/>
                    <a:pt x="2967" y="4494"/>
                    <a:pt x="2948" y="4494"/>
                  </a:cubicBezTo>
                  <a:cubicBezTo>
                    <a:pt x="2741" y="4494"/>
                    <a:pt x="2665" y="4811"/>
                    <a:pt x="2891" y="4888"/>
                  </a:cubicBezTo>
                  <a:cubicBezTo>
                    <a:pt x="3605" y="5103"/>
                    <a:pt x="4055" y="5405"/>
                    <a:pt x="4234" y="5792"/>
                  </a:cubicBezTo>
                  <a:cubicBezTo>
                    <a:pt x="4364" y="6084"/>
                    <a:pt x="4347" y="6436"/>
                    <a:pt x="4174" y="6847"/>
                  </a:cubicBezTo>
                  <a:cubicBezTo>
                    <a:pt x="3837" y="7169"/>
                    <a:pt x="3404" y="7329"/>
                    <a:pt x="2972" y="7329"/>
                  </a:cubicBezTo>
                  <a:cubicBezTo>
                    <a:pt x="2526" y="7329"/>
                    <a:pt x="2080" y="7158"/>
                    <a:pt x="1741" y="6819"/>
                  </a:cubicBezTo>
                  <a:cubicBezTo>
                    <a:pt x="1185" y="6267"/>
                    <a:pt x="707" y="5096"/>
                    <a:pt x="510" y="4568"/>
                  </a:cubicBezTo>
                  <a:lnTo>
                    <a:pt x="510" y="4568"/>
                  </a:lnTo>
                  <a:lnTo>
                    <a:pt x="514" y="4572"/>
                  </a:lnTo>
                  <a:cubicBezTo>
                    <a:pt x="1034" y="4579"/>
                    <a:pt x="1555" y="4621"/>
                    <a:pt x="2072" y="4702"/>
                  </a:cubicBezTo>
                  <a:cubicBezTo>
                    <a:pt x="2086" y="4705"/>
                    <a:pt x="2099" y="4706"/>
                    <a:pt x="2112" y="4706"/>
                  </a:cubicBezTo>
                  <a:cubicBezTo>
                    <a:pt x="2341" y="4706"/>
                    <a:pt x="2388" y="4345"/>
                    <a:pt x="2138" y="4305"/>
                  </a:cubicBezTo>
                  <a:lnTo>
                    <a:pt x="2026" y="4287"/>
                  </a:lnTo>
                  <a:cubicBezTo>
                    <a:pt x="1984" y="3904"/>
                    <a:pt x="1955" y="3517"/>
                    <a:pt x="1952" y="3130"/>
                  </a:cubicBezTo>
                  <a:close/>
                  <a:moveTo>
                    <a:pt x="8517" y="7252"/>
                  </a:moveTo>
                  <a:lnTo>
                    <a:pt x="8517" y="7252"/>
                  </a:lnTo>
                  <a:cubicBezTo>
                    <a:pt x="8883" y="7550"/>
                    <a:pt x="9336" y="7719"/>
                    <a:pt x="9808" y="7733"/>
                  </a:cubicBezTo>
                  <a:cubicBezTo>
                    <a:pt x="9335" y="7944"/>
                    <a:pt x="8875" y="8189"/>
                    <a:pt x="8437" y="8465"/>
                  </a:cubicBezTo>
                  <a:lnTo>
                    <a:pt x="8437" y="8465"/>
                  </a:lnTo>
                  <a:cubicBezTo>
                    <a:pt x="8518" y="8234"/>
                    <a:pt x="8563" y="7992"/>
                    <a:pt x="8559" y="7747"/>
                  </a:cubicBezTo>
                  <a:cubicBezTo>
                    <a:pt x="8559" y="7582"/>
                    <a:pt x="8545" y="7417"/>
                    <a:pt x="8517" y="7252"/>
                  </a:cubicBezTo>
                  <a:close/>
                  <a:moveTo>
                    <a:pt x="4322" y="7248"/>
                  </a:moveTo>
                  <a:lnTo>
                    <a:pt x="4322" y="7252"/>
                  </a:lnTo>
                  <a:cubicBezTo>
                    <a:pt x="4294" y="7417"/>
                    <a:pt x="4280" y="7582"/>
                    <a:pt x="4280" y="7747"/>
                  </a:cubicBezTo>
                  <a:cubicBezTo>
                    <a:pt x="4276" y="7993"/>
                    <a:pt x="4322" y="8236"/>
                    <a:pt x="4403" y="8468"/>
                  </a:cubicBezTo>
                  <a:cubicBezTo>
                    <a:pt x="3967" y="8190"/>
                    <a:pt x="3506" y="7944"/>
                    <a:pt x="3035" y="7733"/>
                  </a:cubicBezTo>
                  <a:cubicBezTo>
                    <a:pt x="3503" y="7719"/>
                    <a:pt x="3956" y="7547"/>
                    <a:pt x="4322" y="7248"/>
                  </a:cubicBezTo>
                  <a:close/>
                  <a:moveTo>
                    <a:pt x="7438" y="5289"/>
                  </a:moveTo>
                  <a:cubicBezTo>
                    <a:pt x="7670" y="5799"/>
                    <a:pt x="8158" y="6967"/>
                    <a:pt x="8158" y="7747"/>
                  </a:cubicBezTo>
                  <a:cubicBezTo>
                    <a:pt x="8158" y="8306"/>
                    <a:pt x="7888" y="8830"/>
                    <a:pt x="7434" y="9157"/>
                  </a:cubicBezTo>
                  <a:cubicBezTo>
                    <a:pt x="7480" y="9084"/>
                    <a:pt x="7518" y="9006"/>
                    <a:pt x="7547" y="8925"/>
                  </a:cubicBezTo>
                  <a:cubicBezTo>
                    <a:pt x="7737" y="8412"/>
                    <a:pt x="7624" y="7768"/>
                    <a:pt x="7216" y="7005"/>
                  </a:cubicBezTo>
                  <a:cubicBezTo>
                    <a:pt x="7175" y="6925"/>
                    <a:pt x="7108" y="6892"/>
                    <a:pt x="7041" y="6892"/>
                  </a:cubicBezTo>
                  <a:cubicBezTo>
                    <a:pt x="6903" y="6892"/>
                    <a:pt x="6766" y="7034"/>
                    <a:pt x="6861" y="7195"/>
                  </a:cubicBezTo>
                  <a:cubicBezTo>
                    <a:pt x="7213" y="7853"/>
                    <a:pt x="7318" y="8387"/>
                    <a:pt x="7167" y="8785"/>
                  </a:cubicBezTo>
                  <a:cubicBezTo>
                    <a:pt x="7058" y="9084"/>
                    <a:pt x="6791" y="9319"/>
                    <a:pt x="6379" y="9484"/>
                  </a:cubicBezTo>
                  <a:cubicBezTo>
                    <a:pt x="5433" y="9463"/>
                    <a:pt x="4681" y="8693"/>
                    <a:pt x="4677" y="7747"/>
                  </a:cubicBezTo>
                  <a:cubicBezTo>
                    <a:pt x="4677" y="6967"/>
                    <a:pt x="5166" y="5799"/>
                    <a:pt x="5398" y="5289"/>
                  </a:cubicBezTo>
                  <a:cubicBezTo>
                    <a:pt x="5764" y="5662"/>
                    <a:pt x="6101" y="6063"/>
                    <a:pt x="6407" y="6481"/>
                  </a:cubicBezTo>
                  <a:lnTo>
                    <a:pt x="6411" y="6485"/>
                  </a:lnTo>
                  <a:cubicBezTo>
                    <a:pt x="6455" y="6540"/>
                    <a:pt x="6510" y="6563"/>
                    <a:pt x="6564" y="6563"/>
                  </a:cubicBezTo>
                  <a:cubicBezTo>
                    <a:pt x="6706" y="6563"/>
                    <a:pt x="6840" y="6405"/>
                    <a:pt x="6738" y="6249"/>
                  </a:cubicBezTo>
                  <a:cubicBezTo>
                    <a:pt x="6717" y="6218"/>
                    <a:pt x="6696" y="6190"/>
                    <a:pt x="6671" y="6161"/>
                  </a:cubicBezTo>
                  <a:cubicBezTo>
                    <a:pt x="6914" y="5855"/>
                    <a:pt x="7167" y="5567"/>
                    <a:pt x="7438" y="5289"/>
                  </a:cubicBezTo>
                  <a:close/>
                  <a:moveTo>
                    <a:pt x="6112" y="9864"/>
                  </a:moveTo>
                  <a:lnTo>
                    <a:pt x="6112" y="9864"/>
                  </a:lnTo>
                  <a:cubicBezTo>
                    <a:pt x="6214" y="9880"/>
                    <a:pt x="6316" y="9888"/>
                    <a:pt x="6418" y="9888"/>
                  </a:cubicBezTo>
                  <a:cubicBezTo>
                    <a:pt x="6520" y="9888"/>
                    <a:pt x="6622" y="9880"/>
                    <a:pt x="6724" y="9864"/>
                  </a:cubicBezTo>
                  <a:lnTo>
                    <a:pt x="6724" y="9864"/>
                  </a:lnTo>
                  <a:cubicBezTo>
                    <a:pt x="6594" y="10001"/>
                    <a:pt x="6492" y="10121"/>
                    <a:pt x="6418" y="10212"/>
                  </a:cubicBezTo>
                  <a:cubicBezTo>
                    <a:pt x="6344" y="10121"/>
                    <a:pt x="6242" y="10001"/>
                    <a:pt x="6112" y="9864"/>
                  </a:cubicBezTo>
                  <a:close/>
                  <a:moveTo>
                    <a:pt x="837" y="7407"/>
                  </a:moveTo>
                  <a:cubicBezTo>
                    <a:pt x="2752" y="7871"/>
                    <a:pt x="4080" y="8676"/>
                    <a:pt x="4878" y="9298"/>
                  </a:cubicBezTo>
                  <a:cubicBezTo>
                    <a:pt x="5257" y="9586"/>
                    <a:pt x="5609" y="9910"/>
                    <a:pt x="5929" y="10265"/>
                  </a:cubicBezTo>
                  <a:cubicBezTo>
                    <a:pt x="3942" y="9885"/>
                    <a:pt x="2624" y="9077"/>
                    <a:pt x="1850" y="8440"/>
                  </a:cubicBezTo>
                  <a:cubicBezTo>
                    <a:pt x="1475" y="8135"/>
                    <a:pt x="1135" y="7789"/>
                    <a:pt x="837" y="7407"/>
                  </a:cubicBezTo>
                  <a:close/>
                  <a:moveTo>
                    <a:pt x="12002" y="7406"/>
                  </a:moveTo>
                  <a:lnTo>
                    <a:pt x="12002" y="7406"/>
                  </a:lnTo>
                  <a:cubicBezTo>
                    <a:pt x="11703" y="7786"/>
                    <a:pt x="11362" y="8134"/>
                    <a:pt x="10986" y="8440"/>
                  </a:cubicBezTo>
                  <a:lnTo>
                    <a:pt x="10989" y="8440"/>
                  </a:lnTo>
                  <a:cubicBezTo>
                    <a:pt x="10216" y="9080"/>
                    <a:pt x="8897" y="9885"/>
                    <a:pt x="6907" y="10265"/>
                  </a:cubicBezTo>
                  <a:cubicBezTo>
                    <a:pt x="7223" y="9917"/>
                    <a:pt x="7571" y="9593"/>
                    <a:pt x="7944" y="9309"/>
                  </a:cubicBezTo>
                  <a:cubicBezTo>
                    <a:pt x="8746" y="8686"/>
                    <a:pt x="10078" y="7874"/>
                    <a:pt x="12002" y="7406"/>
                  </a:cubicBezTo>
                  <a:close/>
                  <a:moveTo>
                    <a:pt x="2375" y="9652"/>
                  </a:moveTo>
                  <a:cubicBezTo>
                    <a:pt x="2577" y="9652"/>
                    <a:pt x="2780" y="9661"/>
                    <a:pt x="2982" y="9678"/>
                  </a:cubicBezTo>
                  <a:lnTo>
                    <a:pt x="2989" y="9678"/>
                  </a:lnTo>
                  <a:cubicBezTo>
                    <a:pt x="3756" y="10082"/>
                    <a:pt x="4723" y="10451"/>
                    <a:pt x="5919" y="10673"/>
                  </a:cubicBezTo>
                  <a:cubicBezTo>
                    <a:pt x="5509" y="10745"/>
                    <a:pt x="5126" y="10776"/>
                    <a:pt x="4770" y="10776"/>
                  </a:cubicBezTo>
                  <a:cubicBezTo>
                    <a:pt x="3805" y="10776"/>
                    <a:pt x="3043" y="10551"/>
                    <a:pt x="2511" y="10314"/>
                  </a:cubicBezTo>
                  <a:lnTo>
                    <a:pt x="2511" y="10314"/>
                  </a:lnTo>
                  <a:lnTo>
                    <a:pt x="2515" y="10318"/>
                  </a:lnTo>
                  <a:cubicBezTo>
                    <a:pt x="2149" y="10156"/>
                    <a:pt x="1804" y="9952"/>
                    <a:pt x="1488" y="9706"/>
                  </a:cubicBezTo>
                  <a:cubicBezTo>
                    <a:pt x="1783" y="9670"/>
                    <a:pt x="2079" y="9652"/>
                    <a:pt x="2375" y="9652"/>
                  </a:cubicBezTo>
                  <a:close/>
                  <a:moveTo>
                    <a:pt x="10464" y="9652"/>
                  </a:moveTo>
                  <a:cubicBezTo>
                    <a:pt x="10761" y="9652"/>
                    <a:pt x="11057" y="9670"/>
                    <a:pt x="11351" y="9706"/>
                  </a:cubicBezTo>
                  <a:cubicBezTo>
                    <a:pt x="11042" y="9949"/>
                    <a:pt x="10701" y="10149"/>
                    <a:pt x="10342" y="10311"/>
                  </a:cubicBezTo>
                  <a:cubicBezTo>
                    <a:pt x="9809" y="10549"/>
                    <a:pt x="9045" y="10779"/>
                    <a:pt x="8078" y="10779"/>
                  </a:cubicBezTo>
                  <a:cubicBezTo>
                    <a:pt x="7720" y="10779"/>
                    <a:pt x="7333" y="10747"/>
                    <a:pt x="6921" y="10673"/>
                  </a:cubicBezTo>
                  <a:cubicBezTo>
                    <a:pt x="8116" y="10451"/>
                    <a:pt x="9087" y="10082"/>
                    <a:pt x="9850" y="9678"/>
                  </a:cubicBezTo>
                  <a:lnTo>
                    <a:pt x="9857" y="9678"/>
                  </a:lnTo>
                  <a:cubicBezTo>
                    <a:pt x="10059" y="9661"/>
                    <a:pt x="10262" y="9652"/>
                    <a:pt x="10464" y="9652"/>
                  </a:cubicBezTo>
                  <a:close/>
                  <a:moveTo>
                    <a:pt x="6418" y="10979"/>
                  </a:moveTo>
                  <a:lnTo>
                    <a:pt x="6495" y="10997"/>
                  </a:lnTo>
                  <a:lnTo>
                    <a:pt x="6587" y="11644"/>
                  </a:lnTo>
                  <a:lnTo>
                    <a:pt x="6249" y="11644"/>
                  </a:lnTo>
                  <a:lnTo>
                    <a:pt x="6344" y="10997"/>
                  </a:lnTo>
                  <a:lnTo>
                    <a:pt x="6418" y="10979"/>
                  </a:lnTo>
                  <a:close/>
                  <a:moveTo>
                    <a:pt x="6643" y="12044"/>
                  </a:moveTo>
                  <a:lnTo>
                    <a:pt x="6833" y="13367"/>
                  </a:lnTo>
                  <a:lnTo>
                    <a:pt x="6006" y="13367"/>
                  </a:lnTo>
                  <a:lnTo>
                    <a:pt x="6193" y="12044"/>
                  </a:lnTo>
                  <a:close/>
                  <a:moveTo>
                    <a:pt x="6423" y="1"/>
                  </a:moveTo>
                  <a:cubicBezTo>
                    <a:pt x="6357" y="1"/>
                    <a:pt x="6291" y="32"/>
                    <a:pt x="6253" y="96"/>
                  </a:cubicBezTo>
                  <a:lnTo>
                    <a:pt x="5725" y="940"/>
                  </a:lnTo>
                  <a:cubicBezTo>
                    <a:pt x="5584" y="795"/>
                    <a:pt x="5497" y="711"/>
                    <a:pt x="5486" y="700"/>
                  </a:cubicBezTo>
                  <a:cubicBezTo>
                    <a:pt x="5446" y="664"/>
                    <a:pt x="5397" y="646"/>
                    <a:pt x="5348" y="646"/>
                  </a:cubicBezTo>
                  <a:cubicBezTo>
                    <a:pt x="5274" y="646"/>
                    <a:pt x="5202" y="685"/>
                    <a:pt x="5166" y="757"/>
                  </a:cubicBezTo>
                  <a:cubicBezTo>
                    <a:pt x="5131" y="831"/>
                    <a:pt x="4283" y="2539"/>
                    <a:pt x="4283" y="3651"/>
                  </a:cubicBezTo>
                  <a:cubicBezTo>
                    <a:pt x="4283" y="3735"/>
                    <a:pt x="4287" y="3819"/>
                    <a:pt x="4297" y="3904"/>
                  </a:cubicBezTo>
                  <a:cubicBezTo>
                    <a:pt x="3443" y="3201"/>
                    <a:pt x="1889" y="2680"/>
                    <a:pt x="1818" y="2656"/>
                  </a:cubicBezTo>
                  <a:cubicBezTo>
                    <a:pt x="1798" y="2649"/>
                    <a:pt x="1777" y="2645"/>
                    <a:pt x="1756" y="2645"/>
                  </a:cubicBezTo>
                  <a:cubicBezTo>
                    <a:pt x="1652" y="2645"/>
                    <a:pt x="1558" y="2730"/>
                    <a:pt x="1555" y="2842"/>
                  </a:cubicBezTo>
                  <a:cubicBezTo>
                    <a:pt x="1555" y="2852"/>
                    <a:pt x="1551" y="2979"/>
                    <a:pt x="1555" y="3179"/>
                  </a:cubicBezTo>
                  <a:lnTo>
                    <a:pt x="584" y="2954"/>
                  </a:lnTo>
                  <a:cubicBezTo>
                    <a:pt x="569" y="2951"/>
                    <a:pt x="554" y="2950"/>
                    <a:pt x="539" y="2950"/>
                  </a:cubicBezTo>
                  <a:cubicBezTo>
                    <a:pt x="411" y="2950"/>
                    <a:pt x="310" y="3068"/>
                    <a:pt x="341" y="3197"/>
                  </a:cubicBezTo>
                  <a:lnTo>
                    <a:pt x="566" y="4168"/>
                  </a:lnTo>
                  <a:cubicBezTo>
                    <a:pt x="500" y="4166"/>
                    <a:pt x="441" y="4166"/>
                    <a:pt x="392" y="4166"/>
                  </a:cubicBezTo>
                  <a:cubicBezTo>
                    <a:pt x="295" y="4166"/>
                    <a:pt x="236" y="4168"/>
                    <a:pt x="229" y="4168"/>
                  </a:cubicBezTo>
                  <a:cubicBezTo>
                    <a:pt x="92" y="4175"/>
                    <a:pt x="0" y="4305"/>
                    <a:pt x="43" y="4431"/>
                  </a:cubicBezTo>
                  <a:cubicBezTo>
                    <a:pt x="67" y="4509"/>
                    <a:pt x="675" y="6316"/>
                    <a:pt x="1463" y="7104"/>
                  </a:cubicBezTo>
                  <a:cubicBezTo>
                    <a:pt x="1488" y="7128"/>
                    <a:pt x="1512" y="7150"/>
                    <a:pt x="1537" y="7174"/>
                  </a:cubicBezTo>
                  <a:cubicBezTo>
                    <a:pt x="1189" y="7069"/>
                    <a:pt x="820" y="6977"/>
                    <a:pt x="429" y="6900"/>
                  </a:cubicBezTo>
                  <a:cubicBezTo>
                    <a:pt x="415" y="6897"/>
                    <a:pt x="401" y="6895"/>
                    <a:pt x="387" y="6895"/>
                  </a:cubicBezTo>
                  <a:cubicBezTo>
                    <a:pt x="240" y="6895"/>
                    <a:pt x="137" y="7057"/>
                    <a:pt x="211" y="7195"/>
                  </a:cubicBezTo>
                  <a:cubicBezTo>
                    <a:pt x="229" y="7223"/>
                    <a:pt x="619" y="7937"/>
                    <a:pt x="1583" y="8735"/>
                  </a:cubicBezTo>
                  <a:cubicBezTo>
                    <a:pt x="1804" y="8918"/>
                    <a:pt x="2036" y="9091"/>
                    <a:pt x="2275" y="9249"/>
                  </a:cubicBezTo>
                  <a:cubicBezTo>
                    <a:pt x="1846" y="9256"/>
                    <a:pt x="1421" y="9295"/>
                    <a:pt x="999" y="9372"/>
                  </a:cubicBezTo>
                  <a:cubicBezTo>
                    <a:pt x="844" y="9397"/>
                    <a:pt x="777" y="9590"/>
                    <a:pt x="886" y="9706"/>
                  </a:cubicBezTo>
                  <a:cubicBezTo>
                    <a:pt x="908" y="9727"/>
                    <a:pt x="1400" y="10255"/>
                    <a:pt x="2339" y="10677"/>
                  </a:cubicBezTo>
                  <a:cubicBezTo>
                    <a:pt x="3094" y="11011"/>
                    <a:pt x="3915" y="11179"/>
                    <a:pt x="4743" y="11179"/>
                  </a:cubicBezTo>
                  <a:cubicBezTo>
                    <a:pt x="4752" y="11179"/>
                    <a:pt x="4760" y="11179"/>
                    <a:pt x="4769" y="11179"/>
                  </a:cubicBezTo>
                  <a:cubicBezTo>
                    <a:pt x="5155" y="11179"/>
                    <a:pt x="5546" y="11144"/>
                    <a:pt x="5929" y="11077"/>
                  </a:cubicBezTo>
                  <a:lnTo>
                    <a:pt x="5929" y="11077"/>
                  </a:lnTo>
                  <a:lnTo>
                    <a:pt x="5577" y="13539"/>
                  </a:lnTo>
                  <a:cubicBezTo>
                    <a:pt x="5560" y="13662"/>
                    <a:pt x="5655" y="13771"/>
                    <a:pt x="5778" y="13771"/>
                  </a:cubicBezTo>
                  <a:lnTo>
                    <a:pt x="7072" y="13771"/>
                  </a:lnTo>
                  <a:cubicBezTo>
                    <a:pt x="7195" y="13771"/>
                    <a:pt x="7290" y="13662"/>
                    <a:pt x="7272" y="13539"/>
                  </a:cubicBezTo>
                  <a:lnTo>
                    <a:pt x="6921" y="11077"/>
                  </a:lnTo>
                  <a:lnTo>
                    <a:pt x="6921" y="11077"/>
                  </a:lnTo>
                  <a:cubicBezTo>
                    <a:pt x="7304" y="11144"/>
                    <a:pt x="7691" y="11179"/>
                    <a:pt x="8081" y="11179"/>
                  </a:cubicBezTo>
                  <a:cubicBezTo>
                    <a:pt x="8090" y="11179"/>
                    <a:pt x="8098" y="11179"/>
                    <a:pt x="8107" y="11179"/>
                  </a:cubicBezTo>
                  <a:cubicBezTo>
                    <a:pt x="8935" y="11179"/>
                    <a:pt x="9756" y="11011"/>
                    <a:pt x="10511" y="10677"/>
                  </a:cubicBezTo>
                  <a:cubicBezTo>
                    <a:pt x="11450" y="10255"/>
                    <a:pt x="11942" y="9727"/>
                    <a:pt x="11963" y="9706"/>
                  </a:cubicBezTo>
                  <a:cubicBezTo>
                    <a:pt x="12069" y="9590"/>
                    <a:pt x="12005" y="9397"/>
                    <a:pt x="11851" y="9372"/>
                  </a:cubicBezTo>
                  <a:cubicBezTo>
                    <a:pt x="11429" y="9295"/>
                    <a:pt x="11003" y="9256"/>
                    <a:pt x="10574" y="9249"/>
                  </a:cubicBezTo>
                  <a:cubicBezTo>
                    <a:pt x="10813" y="9091"/>
                    <a:pt x="11045" y="8918"/>
                    <a:pt x="11267" y="8735"/>
                  </a:cubicBezTo>
                  <a:cubicBezTo>
                    <a:pt x="12231" y="7937"/>
                    <a:pt x="12621" y="7223"/>
                    <a:pt x="12638" y="7195"/>
                  </a:cubicBezTo>
                  <a:cubicBezTo>
                    <a:pt x="12712" y="7057"/>
                    <a:pt x="12610" y="6895"/>
                    <a:pt x="12463" y="6895"/>
                  </a:cubicBezTo>
                  <a:cubicBezTo>
                    <a:pt x="12449" y="6895"/>
                    <a:pt x="12435" y="6897"/>
                    <a:pt x="12420" y="6900"/>
                  </a:cubicBezTo>
                  <a:cubicBezTo>
                    <a:pt x="12030" y="6977"/>
                    <a:pt x="11661" y="7072"/>
                    <a:pt x="11313" y="7174"/>
                  </a:cubicBezTo>
                  <a:cubicBezTo>
                    <a:pt x="11337" y="7150"/>
                    <a:pt x="11362" y="7128"/>
                    <a:pt x="11387" y="7104"/>
                  </a:cubicBezTo>
                  <a:cubicBezTo>
                    <a:pt x="12167" y="6316"/>
                    <a:pt x="12776" y="4509"/>
                    <a:pt x="12804" y="4435"/>
                  </a:cubicBezTo>
                  <a:cubicBezTo>
                    <a:pt x="12846" y="4305"/>
                    <a:pt x="12751" y="4175"/>
                    <a:pt x="12617" y="4171"/>
                  </a:cubicBezTo>
                  <a:cubicBezTo>
                    <a:pt x="12608" y="4171"/>
                    <a:pt x="12550" y="4170"/>
                    <a:pt x="12453" y="4170"/>
                  </a:cubicBezTo>
                  <a:cubicBezTo>
                    <a:pt x="12405" y="4170"/>
                    <a:pt x="12347" y="4170"/>
                    <a:pt x="12280" y="4171"/>
                  </a:cubicBezTo>
                  <a:lnTo>
                    <a:pt x="12505" y="3197"/>
                  </a:lnTo>
                  <a:cubicBezTo>
                    <a:pt x="12533" y="3068"/>
                    <a:pt x="12431" y="2950"/>
                    <a:pt x="12306" y="2950"/>
                  </a:cubicBezTo>
                  <a:cubicBezTo>
                    <a:pt x="12292" y="2950"/>
                    <a:pt x="12277" y="2951"/>
                    <a:pt x="12262" y="2954"/>
                  </a:cubicBezTo>
                  <a:lnTo>
                    <a:pt x="11292" y="3179"/>
                  </a:lnTo>
                  <a:cubicBezTo>
                    <a:pt x="11295" y="2979"/>
                    <a:pt x="11292" y="2852"/>
                    <a:pt x="11292" y="2842"/>
                  </a:cubicBezTo>
                  <a:cubicBezTo>
                    <a:pt x="11286" y="2730"/>
                    <a:pt x="11194" y="2645"/>
                    <a:pt x="11090" y="2645"/>
                  </a:cubicBezTo>
                  <a:cubicBezTo>
                    <a:pt x="11069" y="2645"/>
                    <a:pt x="11049" y="2649"/>
                    <a:pt x="11028" y="2656"/>
                  </a:cubicBezTo>
                  <a:cubicBezTo>
                    <a:pt x="10958" y="2680"/>
                    <a:pt x="9403" y="3204"/>
                    <a:pt x="8549" y="3904"/>
                  </a:cubicBezTo>
                  <a:cubicBezTo>
                    <a:pt x="8559" y="3819"/>
                    <a:pt x="8563" y="3735"/>
                    <a:pt x="8563" y="3651"/>
                  </a:cubicBezTo>
                  <a:cubicBezTo>
                    <a:pt x="8563" y="2539"/>
                    <a:pt x="7715" y="831"/>
                    <a:pt x="7680" y="757"/>
                  </a:cubicBezTo>
                  <a:cubicBezTo>
                    <a:pt x="7644" y="685"/>
                    <a:pt x="7572" y="646"/>
                    <a:pt x="7499" y="646"/>
                  </a:cubicBezTo>
                  <a:cubicBezTo>
                    <a:pt x="7449" y="646"/>
                    <a:pt x="7400" y="664"/>
                    <a:pt x="7360" y="700"/>
                  </a:cubicBezTo>
                  <a:cubicBezTo>
                    <a:pt x="7353" y="711"/>
                    <a:pt x="7262" y="795"/>
                    <a:pt x="7121" y="940"/>
                  </a:cubicBezTo>
                  <a:lnTo>
                    <a:pt x="6594" y="96"/>
                  </a:lnTo>
                  <a:cubicBezTo>
                    <a:pt x="6555" y="32"/>
                    <a:pt x="6489" y="1"/>
                    <a:pt x="6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2" name="Google Shape;16862;p84"/>
          <p:cNvGrpSpPr/>
          <p:nvPr/>
        </p:nvGrpSpPr>
        <p:grpSpPr>
          <a:xfrm>
            <a:off x="1387256" y="1968179"/>
            <a:ext cx="391484" cy="360553"/>
            <a:chOff x="1387256" y="1968179"/>
            <a:chExt cx="391484" cy="360553"/>
          </a:xfrm>
        </p:grpSpPr>
        <p:sp>
          <p:nvSpPr>
            <p:cNvPr id="16863" name="Google Shape;16863;p84"/>
            <p:cNvSpPr/>
            <p:nvPr/>
          </p:nvSpPr>
          <p:spPr>
            <a:xfrm>
              <a:off x="1671897" y="2050801"/>
              <a:ext cx="102884" cy="73552"/>
            </a:xfrm>
            <a:custGeom>
              <a:rect b="b" l="l" r="r" t="t"/>
              <a:pathLst>
                <a:path extrusionOk="0" h="2806" w="3925">
                  <a:moveTo>
                    <a:pt x="3566" y="0"/>
                  </a:moveTo>
                  <a:lnTo>
                    <a:pt x="0" y="1808"/>
                  </a:lnTo>
                  <a:lnTo>
                    <a:pt x="679" y="2711"/>
                  </a:lnTo>
                  <a:cubicBezTo>
                    <a:pt x="987" y="2776"/>
                    <a:pt x="1263" y="2805"/>
                    <a:pt x="1509" y="2805"/>
                  </a:cubicBezTo>
                  <a:cubicBezTo>
                    <a:pt x="3925" y="2805"/>
                    <a:pt x="3566" y="0"/>
                    <a:pt x="356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84"/>
            <p:cNvSpPr/>
            <p:nvPr/>
          </p:nvSpPr>
          <p:spPr>
            <a:xfrm>
              <a:off x="1689669" y="2059267"/>
              <a:ext cx="76409" cy="65086"/>
            </a:xfrm>
            <a:custGeom>
              <a:rect b="b" l="l" r="r" t="t"/>
              <a:pathLst>
                <a:path extrusionOk="0" h="2483" w="2915">
                  <a:moveTo>
                    <a:pt x="2905" y="1"/>
                  </a:moveTo>
                  <a:cubicBezTo>
                    <a:pt x="2269" y="388"/>
                    <a:pt x="971" y="1256"/>
                    <a:pt x="1" y="2388"/>
                  </a:cubicBezTo>
                  <a:cubicBezTo>
                    <a:pt x="309" y="2453"/>
                    <a:pt x="584" y="2482"/>
                    <a:pt x="831" y="2482"/>
                  </a:cubicBezTo>
                  <a:cubicBezTo>
                    <a:pt x="2737" y="2482"/>
                    <a:pt x="2915" y="736"/>
                    <a:pt x="290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84"/>
            <p:cNvSpPr/>
            <p:nvPr/>
          </p:nvSpPr>
          <p:spPr>
            <a:xfrm>
              <a:off x="1391292" y="2050801"/>
              <a:ext cx="102910" cy="73552"/>
            </a:xfrm>
            <a:custGeom>
              <a:rect b="b" l="l" r="r" t="t"/>
              <a:pathLst>
                <a:path extrusionOk="0" h="2806" w="3926">
                  <a:moveTo>
                    <a:pt x="360" y="0"/>
                  </a:moveTo>
                  <a:cubicBezTo>
                    <a:pt x="360" y="0"/>
                    <a:pt x="1" y="2805"/>
                    <a:pt x="2416" y="2805"/>
                  </a:cubicBezTo>
                  <a:cubicBezTo>
                    <a:pt x="2663" y="2805"/>
                    <a:pt x="2939" y="2776"/>
                    <a:pt x="3247" y="2711"/>
                  </a:cubicBezTo>
                  <a:lnTo>
                    <a:pt x="3925" y="1808"/>
                  </a:lnTo>
                  <a:lnTo>
                    <a:pt x="36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84"/>
            <p:cNvSpPr/>
            <p:nvPr/>
          </p:nvSpPr>
          <p:spPr>
            <a:xfrm>
              <a:off x="1399916" y="2059267"/>
              <a:ext cx="76488" cy="65086"/>
            </a:xfrm>
            <a:custGeom>
              <a:rect b="b" l="l" r="r" t="t"/>
              <a:pathLst>
                <a:path extrusionOk="0" h="2483" w="2918">
                  <a:moveTo>
                    <a:pt x="10" y="1"/>
                  </a:moveTo>
                  <a:lnTo>
                    <a:pt x="10" y="1"/>
                  </a:lnTo>
                  <a:cubicBezTo>
                    <a:pt x="0" y="736"/>
                    <a:pt x="181" y="2482"/>
                    <a:pt x="2088" y="2482"/>
                  </a:cubicBezTo>
                  <a:cubicBezTo>
                    <a:pt x="2334" y="2482"/>
                    <a:pt x="2610" y="2453"/>
                    <a:pt x="2918" y="2388"/>
                  </a:cubicBezTo>
                  <a:cubicBezTo>
                    <a:pt x="1951" y="1256"/>
                    <a:pt x="650" y="388"/>
                    <a:pt x="10"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84"/>
            <p:cNvSpPr/>
            <p:nvPr/>
          </p:nvSpPr>
          <p:spPr>
            <a:xfrm>
              <a:off x="1654099" y="1973736"/>
              <a:ext cx="88887" cy="100761"/>
            </a:xfrm>
            <a:custGeom>
              <a:rect b="b" l="l" r="r" t="t"/>
              <a:pathLst>
                <a:path extrusionOk="0" h="3844" w="3391">
                  <a:moveTo>
                    <a:pt x="2262" y="0"/>
                  </a:moveTo>
                  <a:cubicBezTo>
                    <a:pt x="2262" y="1"/>
                    <a:pt x="1847" y="1970"/>
                    <a:pt x="1" y="2487"/>
                  </a:cubicBezTo>
                  <a:lnTo>
                    <a:pt x="904" y="3844"/>
                  </a:lnTo>
                  <a:cubicBezTo>
                    <a:pt x="3390" y="2262"/>
                    <a:pt x="2262" y="1"/>
                    <a:pt x="226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84"/>
            <p:cNvSpPr/>
            <p:nvPr/>
          </p:nvSpPr>
          <p:spPr>
            <a:xfrm>
              <a:off x="1668568" y="1973841"/>
              <a:ext cx="74417" cy="100656"/>
            </a:xfrm>
            <a:custGeom>
              <a:rect b="b" l="l" r="r" t="t"/>
              <a:pathLst>
                <a:path extrusionOk="0" h="3840" w="2839">
                  <a:moveTo>
                    <a:pt x="1710" y="0"/>
                  </a:moveTo>
                  <a:cubicBezTo>
                    <a:pt x="1710" y="0"/>
                    <a:pt x="1949" y="2096"/>
                    <a:pt x="1" y="3312"/>
                  </a:cubicBezTo>
                  <a:lnTo>
                    <a:pt x="352" y="3840"/>
                  </a:lnTo>
                  <a:cubicBezTo>
                    <a:pt x="2838" y="2258"/>
                    <a:pt x="1710" y="0"/>
                    <a:pt x="1710"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84"/>
            <p:cNvSpPr/>
            <p:nvPr/>
          </p:nvSpPr>
          <p:spPr>
            <a:xfrm>
              <a:off x="1423114" y="1973736"/>
              <a:ext cx="88887" cy="100761"/>
            </a:xfrm>
            <a:custGeom>
              <a:rect b="b" l="l" r="r" t="t"/>
              <a:pathLst>
                <a:path extrusionOk="0" h="3844" w="3391">
                  <a:moveTo>
                    <a:pt x="1129" y="0"/>
                  </a:moveTo>
                  <a:cubicBezTo>
                    <a:pt x="1129" y="1"/>
                    <a:pt x="0" y="2262"/>
                    <a:pt x="2486" y="3844"/>
                  </a:cubicBezTo>
                  <a:lnTo>
                    <a:pt x="3390" y="2487"/>
                  </a:lnTo>
                  <a:cubicBezTo>
                    <a:pt x="1541" y="1970"/>
                    <a:pt x="1129" y="1"/>
                    <a:pt x="112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84"/>
            <p:cNvSpPr/>
            <p:nvPr/>
          </p:nvSpPr>
          <p:spPr>
            <a:xfrm>
              <a:off x="1423114" y="1973841"/>
              <a:ext cx="74417" cy="100656"/>
            </a:xfrm>
            <a:custGeom>
              <a:rect b="b" l="l" r="r" t="t"/>
              <a:pathLst>
                <a:path extrusionOk="0" h="3840" w="2839">
                  <a:moveTo>
                    <a:pt x="1129" y="0"/>
                  </a:moveTo>
                  <a:lnTo>
                    <a:pt x="1129" y="0"/>
                  </a:lnTo>
                  <a:cubicBezTo>
                    <a:pt x="1129" y="0"/>
                    <a:pt x="0" y="2258"/>
                    <a:pt x="2486" y="3840"/>
                  </a:cubicBezTo>
                  <a:lnTo>
                    <a:pt x="2838" y="3312"/>
                  </a:lnTo>
                  <a:cubicBezTo>
                    <a:pt x="890" y="2096"/>
                    <a:pt x="1129" y="0"/>
                    <a:pt x="112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84"/>
            <p:cNvSpPr/>
            <p:nvPr/>
          </p:nvSpPr>
          <p:spPr>
            <a:xfrm>
              <a:off x="1462092" y="1997432"/>
              <a:ext cx="241889" cy="291745"/>
            </a:xfrm>
            <a:custGeom>
              <a:rect b="b" l="l" r="r" t="t"/>
              <a:pathLst>
                <a:path extrusionOk="0" h="11130" w="9228">
                  <a:moveTo>
                    <a:pt x="4614" y="0"/>
                  </a:moveTo>
                  <a:cubicBezTo>
                    <a:pt x="1998" y="0"/>
                    <a:pt x="1" y="2332"/>
                    <a:pt x="398" y="4916"/>
                  </a:cubicBezTo>
                  <a:lnTo>
                    <a:pt x="971" y="8626"/>
                  </a:lnTo>
                  <a:cubicBezTo>
                    <a:pt x="1126" y="9649"/>
                    <a:pt x="1706" y="10557"/>
                    <a:pt x="2568" y="11130"/>
                  </a:cubicBezTo>
                  <a:lnTo>
                    <a:pt x="6668" y="11126"/>
                  </a:lnTo>
                  <a:cubicBezTo>
                    <a:pt x="7526" y="10553"/>
                    <a:pt x="8103" y="9646"/>
                    <a:pt x="8257" y="8626"/>
                  </a:cubicBezTo>
                  <a:lnTo>
                    <a:pt x="8831" y="4916"/>
                  </a:lnTo>
                  <a:cubicBezTo>
                    <a:pt x="9228" y="2332"/>
                    <a:pt x="7227" y="0"/>
                    <a:pt x="461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84"/>
            <p:cNvSpPr/>
            <p:nvPr/>
          </p:nvSpPr>
          <p:spPr>
            <a:xfrm>
              <a:off x="1462748" y="1997983"/>
              <a:ext cx="110092" cy="291195"/>
            </a:xfrm>
            <a:custGeom>
              <a:rect b="b" l="l" r="r" t="t"/>
              <a:pathLst>
                <a:path extrusionOk="0" h="11109" w="4200">
                  <a:moveTo>
                    <a:pt x="4199" y="0"/>
                  </a:moveTo>
                  <a:lnTo>
                    <a:pt x="4199" y="0"/>
                  </a:lnTo>
                  <a:cubicBezTo>
                    <a:pt x="1752" y="225"/>
                    <a:pt x="0" y="2465"/>
                    <a:pt x="373" y="4895"/>
                  </a:cubicBezTo>
                  <a:lnTo>
                    <a:pt x="946" y="8605"/>
                  </a:lnTo>
                  <a:cubicBezTo>
                    <a:pt x="1105" y="9625"/>
                    <a:pt x="1681" y="10536"/>
                    <a:pt x="2543" y="11109"/>
                  </a:cubicBezTo>
                  <a:lnTo>
                    <a:pt x="3591" y="11109"/>
                  </a:lnTo>
                  <a:cubicBezTo>
                    <a:pt x="3049" y="10483"/>
                    <a:pt x="2705" y="9713"/>
                    <a:pt x="2596" y="8893"/>
                  </a:cubicBezTo>
                  <a:lnTo>
                    <a:pt x="2040" y="4832"/>
                  </a:lnTo>
                  <a:cubicBezTo>
                    <a:pt x="1759" y="2792"/>
                    <a:pt x="2697" y="897"/>
                    <a:pt x="419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84"/>
            <p:cNvSpPr/>
            <p:nvPr/>
          </p:nvSpPr>
          <p:spPr>
            <a:xfrm>
              <a:off x="1526523" y="2252191"/>
              <a:ext cx="113028" cy="71088"/>
            </a:xfrm>
            <a:custGeom>
              <a:rect b="b" l="l" r="r" t="t"/>
              <a:pathLst>
                <a:path extrusionOk="0" h="2712" w="4312">
                  <a:moveTo>
                    <a:pt x="1492" y="1"/>
                  </a:moveTo>
                  <a:cubicBezTo>
                    <a:pt x="830" y="1"/>
                    <a:pt x="271" y="481"/>
                    <a:pt x="163" y="1133"/>
                  </a:cubicBezTo>
                  <a:lnTo>
                    <a:pt x="117" y="1397"/>
                  </a:lnTo>
                  <a:cubicBezTo>
                    <a:pt x="1" y="2082"/>
                    <a:pt x="532" y="2712"/>
                    <a:pt x="1232" y="2712"/>
                  </a:cubicBezTo>
                  <a:lnTo>
                    <a:pt x="3081" y="2712"/>
                  </a:lnTo>
                  <a:cubicBezTo>
                    <a:pt x="3781" y="2712"/>
                    <a:pt x="4312" y="2086"/>
                    <a:pt x="4199" y="1397"/>
                  </a:cubicBezTo>
                  <a:lnTo>
                    <a:pt x="4154" y="1133"/>
                  </a:lnTo>
                  <a:cubicBezTo>
                    <a:pt x="4045" y="481"/>
                    <a:pt x="3483" y="1"/>
                    <a:pt x="2825" y="1"/>
                  </a:cubicBezTo>
                  <a:cubicBezTo>
                    <a:pt x="2822" y="1"/>
                    <a:pt x="2820" y="1"/>
                    <a:pt x="2817" y="1"/>
                  </a:cubicBezTo>
                  <a:lnTo>
                    <a:pt x="1499" y="1"/>
                  </a:lnTo>
                  <a:cubicBezTo>
                    <a:pt x="1496" y="1"/>
                    <a:pt x="1494" y="1"/>
                    <a:pt x="149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84"/>
            <p:cNvSpPr/>
            <p:nvPr/>
          </p:nvSpPr>
          <p:spPr>
            <a:xfrm>
              <a:off x="1526523" y="2252191"/>
              <a:ext cx="74417" cy="71088"/>
            </a:xfrm>
            <a:custGeom>
              <a:rect b="b" l="l" r="r" t="t"/>
              <a:pathLst>
                <a:path extrusionOk="0" h="2712" w="2839">
                  <a:moveTo>
                    <a:pt x="1495" y="1"/>
                  </a:moveTo>
                  <a:cubicBezTo>
                    <a:pt x="834" y="1"/>
                    <a:pt x="272" y="479"/>
                    <a:pt x="163" y="1133"/>
                  </a:cubicBezTo>
                  <a:lnTo>
                    <a:pt x="117" y="1397"/>
                  </a:lnTo>
                  <a:cubicBezTo>
                    <a:pt x="1" y="2086"/>
                    <a:pt x="532" y="2712"/>
                    <a:pt x="1232" y="2712"/>
                  </a:cubicBezTo>
                  <a:lnTo>
                    <a:pt x="1759" y="2712"/>
                  </a:lnTo>
                  <a:cubicBezTo>
                    <a:pt x="1530" y="2399"/>
                    <a:pt x="1435" y="2009"/>
                    <a:pt x="1495" y="1629"/>
                  </a:cubicBezTo>
                  <a:lnTo>
                    <a:pt x="1537" y="1319"/>
                  </a:lnTo>
                  <a:cubicBezTo>
                    <a:pt x="1643" y="574"/>
                    <a:pt x="2192" y="22"/>
                    <a:pt x="2839"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84"/>
            <p:cNvSpPr/>
            <p:nvPr/>
          </p:nvSpPr>
          <p:spPr>
            <a:xfrm>
              <a:off x="1500074" y="2109962"/>
              <a:ext cx="35597" cy="41521"/>
            </a:xfrm>
            <a:custGeom>
              <a:rect b="b" l="l" r="r" t="t"/>
              <a:pathLst>
                <a:path extrusionOk="0" h="1584" w="1358">
                  <a:moveTo>
                    <a:pt x="679" y="1"/>
                  </a:moveTo>
                  <a:cubicBezTo>
                    <a:pt x="303" y="1"/>
                    <a:pt x="1" y="303"/>
                    <a:pt x="1" y="679"/>
                  </a:cubicBezTo>
                  <a:lnTo>
                    <a:pt x="1" y="905"/>
                  </a:lnTo>
                  <a:cubicBezTo>
                    <a:pt x="1" y="1281"/>
                    <a:pt x="303" y="1583"/>
                    <a:pt x="679" y="1583"/>
                  </a:cubicBezTo>
                  <a:cubicBezTo>
                    <a:pt x="1052" y="1583"/>
                    <a:pt x="1358" y="1281"/>
                    <a:pt x="1358" y="905"/>
                  </a:cubicBezTo>
                  <a:lnTo>
                    <a:pt x="1358" y="679"/>
                  </a:lnTo>
                  <a:cubicBezTo>
                    <a:pt x="1358"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84"/>
            <p:cNvSpPr/>
            <p:nvPr/>
          </p:nvSpPr>
          <p:spPr>
            <a:xfrm>
              <a:off x="1517873" y="2109962"/>
              <a:ext cx="17798" cy="29725"/>
            </a:xfrm>
            <a:custGeom>
              <a:rect b="b" l="l" r="r" t="t"/>
              <a:pathLst>
                <a:path extrusionOk="0" h="1134" w="679">
                  <a:moveTo>
                    <a:pt x="0" y="1"/>
                  </a:moveTo>
                  <a:lnTo>
                    <a:pt x="0" y="792"/>
                  </a:lnTo>
                  <a:cubicBezTo>
                    <a:pt x="0" y="978"/>
                    <a:pt x="151" y="1133"/>
                    <a:pt x="338" y="1133"/>
                  </a:cubicBezTo>
                  <a:cubicBezTo>
                    <a:pt x="524" y="1133"/>
                    <a:pt x="679" y="978"/>
                    <a:pt x="679" y="792"/>
                  </a:cubicBezTo>
                  <a:lnTo>
                    <a:pt x="679" y="679"/>
                  </a:lnTo>
                  <a:cubicBezTo>
                    <a:pt x="679"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84"/>
            <p:cNvSpPr/>
            <p:nvPr/>
          </p:nvSpPr>
          <p:spPr>
            <a:xfrm>
              <a:off x="1511975" y="2115965"/>
              <a:ext cx="11822" cy="11822"/>
            </a:xfrm>
            <a:custGeom>
              <a:rect b="b" l="l" r="r" t="t"/>
              <a:pathLst>
                <a:path extrusionOk="0" h="451" w="451">
                  <a:moveTo>
                    <a:pt x="225" y="0"/>
                  </a:moveTo>
                  <a:cubicBezTo>
                    <a:pt x="99" y="0"/>
                    <a:pt x="0" y="99"/>
                    <a:pt x="0" y="225"/>
                  </a:cubicBezTo>
                  <a:cubicBezTo>
                    <a:pt x="0" y="348"/>
                    <a:pt x="99" y="450"/>
                    <a:pt x="225" y="450"/>
                  </a:cubicBezTo>
                  <a:cubicBezTo>
                    <a:pt x="348" y="450"/>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84"/>
            <p:cNvSpPr/>
            <p:nvPr/>
          </p:nvSpPr>
          <p:spPr>
            <a:xfrm>
              <a:off x="1630403" y="2109962"/>
              <a:ext cx="35623" cy="41521"/>
            </a:xfrm>
            <a:custGeom>
              <a:rect b="b" l="l" r="r" t="t"/>
              <a:pathLst>
                <a:path extrusionOk="0" h="1584" w="1359">
                  <a:moveTo>
                    <a:pt x="679" y="1"/>
                  </a:moveTo>
                  <a:cubicBezTo>
                    <a:pt x="303" y="1"/>
                    <a:pt x="1" y="303"/>
                    <a:pt x="1" y="679"/>
                  </a:cubicBezTo>
                  <a:lnTo>
                    <a:pt x="1" y="905"/>
                  </a:lnTo>
                  <a:cubicBezTo>
                    <a:pt x="1" y="1281"/>
                    <a:pt x="303" y="1583"/>
                    <a:pt x="679" y="1583"/>
                  </a:cubicBezTo>
                  <a:cubicBezTo>
                    <a:pt x="1052" y="1583"/>
                    <a:pt x="1358" y="1281"/>
                    <a:pt x="1355" y="905"/>
                  </a:cubicBezTo>
                  <a:lnTo>
                    <a:pt x="1355" y="679"/>
                  </a:lnTo>
                  <a:cubicBezTo>
                    <a:pt x="1355"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84"/>
            <p:cNvSpPr/>
            <p:nvPr/>
          </p:nvSpPr>
          <p:spPr>
            <a:xfrm>
              <a:off x="1648201" y="2109962"/>
              <a:ext cx="17720" cy="29725"/>
            </a:xfrm>
            <a:custGeom>
              <a:rect b="b" l="l" r="r" t="t"/>
              <a:pathLst>
                <a:path extrusionOk="0" h="1134" w="676">
                  <a:moveTo>
                    <a:pt x="0" y="1"/>
                  </a:moveTo>
                  <a:lnTo>
                    <a:pt x="0" y="792"/>
                  </a:lnTo>
                  <a:cubicBezTo>
                    <a:pt x="0" y="978"/>
                    <a:pt x="152" y="1133"/>
                    <a:pt x="338" y="1133"/>
                  </a:cubicBezTo>
                  <a:cubicBezTo>
                    <a:pt x="524" y="1133"/>
                    <a:pt x="676" y="978"/>
                    <a:pt x="676" y="792"/>
                  </a:cubicBezTo>
                  <a:lnTo>
                    <a:pt x="676" y="679"/>
                  </a:lnTo>
                  <a:cubicBezTo>
                    <a:pt x="676"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84"/>
            <p:cNvSpPr/>
            <p:nvPr/>
          </p:nvSpPr>
          <p:spPr>
            <a:xfrm>
              <a:off x="1642198" y="2115965"/>
              <a:ext cx="11927" cy="11822"/>
            </a:xfrm>
            <a:custGeom>
              <a:rect b="b" l="l" r="r" t="t"/>
              <a:pathLst>
                <a:path extrusionOk="0" h="451" w="455">
                  <a:moveTo>
                    <a:pt x="229" y="0"/>
                  </a:moveTo>
                  <a:cubicBezTo>
                    <a:pt x="103" y="0"/>
                    <a:pt x="1" y="99"/>
                    <a:pt x="1" y="225"/>
                  </a:cubicBezTo>
                  <a:cubicBezTo>
                    <a:pt x="1" y="348"/>
                    <a:pt x="103" y="450"/>
                    <a:pt x="229" y="450"/>
                  </a:cubicBezTo>
                  <a:cubicBezTo>
                    <a:pt x="353" y="450"/>
                    <a:pt x="455" y="348"/>
                    <a:pt x="455" y="225"/>
                  </a:cubicBezTo>
                  <a:cubicBezTo>
                    <a:pt x="455" y="99"/>
                    <a:pt x="353" y="0"/>
                    <a:pt x="2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84"/>
            <p:cNvSpPr/>
            <p:nvPr/>
          </p:nvSpPr>
          <p:spPr>
            <a:xfrm>
              <a:off x="1484137" y="1997458"/>
              <a:ext cx="188520" cy="72163"/>
            </a:xfrm>
            <a:custGeom>
              <a:rect b="b" l="l" r="r" t="t"/>
              <a:pathLst>
                <a:path extrusionOk="0" h="2753" w="7192">
                  <a:moveTo>
                    <a:pt x="3769" y="1"/>
                  </a:moveTo>
                  <a:cubicBezTo>
                    <a:pt x="3660" y="1"/>
                    <a:pt x="3550" y="5"/>
                    <a:pt x="3439" y="13"/>
                  </a:cubicBezTo>
                  <a:cubicBezTo>
                    <a:pt x="1980" y="129"/>
                    <a:pt x="679" y="984"/>
                    <a:pt x="0" y="2278"/>
                  </a:cubicBezTo>
                  <a:cubicBezTo>
                    <a:pt x="171" y="2287"/>
                    <a:pt x="407" y="2296"/>
                    <a:pt x="683" y="2296"/>
                  </a:cubicBezTo>
                  <a:cubicBezTo>
                    <a:pt x="1528" y="2296"/>
                    <a:pt x="2739" y="2213"/>
                    <a:pt x="3548" y="1807"/>
                  </a:cubicBezTo>
                  <a:lnTo>
                    <a:pt x="3548" y="1807"/>
                  </a:lnTo>
                  <a:lnTo>
                    <a:pt x="3320" y="2710"/>
                  </a:lnTo>
                  <a:cubicBezTo>
                    <a:pt x="3320" y="2710"/>
                    <a:pt x="4902" y="2485"/>
                    <a:pt x="5806" y="1807"/>
                  </a:cubicBezTo>
                  <a:cubicBezTo>
                    <a:pt x="5918" y="2113"/>
                    <a:pt x="5996" y="2433"/>
                    <a:pt x="6031" y="2753"/>
                  </a:cubicBezTo>
                  <a:cubicBezTo>
                    <a:pt x="6031" y="2753"/>
                    <a:pt x="6822" y="2517"/>
                    <a:pt x="7191" y="1715"/>
                  </a:cubicBezTo>
                  <a:cubicBezTo>
                    <a:pt x="6382" y="630"/>
                    <a:pt x="5110" y="1"/>
                    <a:pt x="376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84"/>
            <p:cNvSpPr/>
            <p:nvPr/>
          </p:nvSpPr>
          <p:spPr>
            <a:xfrm>
              <a:off x="1484032" y="1997983"/>
              <a:ext cx="88808" cy="59712"/>
            </a:xfrm>
            <a:custGeom>
              <a:rect b="b" l="l" r="r" t="t"/>
              <a:pathLst>
                <a:path extrusionOk="0" h="2278" w="3388">
                  <a:moveTo>
                    <a:pt x="3387" y="0"/>
                  </a:moveTo>
                  <a:lnTo>
                    <a:pt x="3387" y="0"/>
                  </a:lnTo>
                  <a:cubicBezTo>
                    <a:pt x="1949" y="130"/>
                    <a:pt x="672" y="981"/>
                    <a:pt x="1" y="2261"/>
                  </a:cubicBezTo>
                  <a:cubicBezTo>
                    <a:pt x="218" y="2272"/>
                    <a:pt x="435" y="2277"/>
                    <a:pt x="653" y="2277"/>
                  </a:cubicBezTo>
                  <a:cubicBezTo>
                    <a:pt x="945" y="2277"/>
                    <a:pt x="1238" y="2268"/>
                    <a:pt x="1530" y="2247"/>
                  </a:cubicBezTo>
                  <a:cubicBezTo>
                    <a:pt x="1907" y="1291"/>
                    <a:pt x="2561" y="496"/>
                    <a:pt x="3387"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84"/>
            <p:cNvSpPr/>
            <p:nvPr/>
          </p:nvSpPr>
          <p:spPr>
            <a:xfrm>
              <a:off x="1387256" y="1968179"/>
              <a:ext cx="391484" cy="360553"/>
            </a:xfrm>
            <a:custGeom>
              <a:rect b="b" l="l" r="r" t="t"/>
              <a:pathLst>
                <a:path extrusionOk="0" h="13755" w="14935">
                  <a:moveTo>
                    <a:pt x="12505" y="954"/>
                  </a:moveTo>
                  <a:cubicBezTo>
                    <a:pt x="12547" y="1120"/>
                    <a:pt x="12572" y="1289"/>
                    <a:pt x="12582" y="1457"/>
                  </a:cubicBezTo>
                  <a:cubicBezTo>
                    <a:pt x="12621" y="2256"/>
                    <a:pt x="12255" y="2913"/>
                    <a:pt x="11492" y="3419"/>
                  </a:cubicBezTo>
                  <a:cubicBezTo>
                    <a:pt x="11341" y="3110"/>
                    <a:pt x="11155" y="2818"/>
                    <a:pt x="10937" y="2551"/>
                  </a:cubicBezTo>
                  <a:cubicBezTo>
                    <a:pt x="11763" y="2231"/>
                    <a:pt x="12181" y="1668"/>
                    <a:pt x="12392" y="1229"/>
                  </a:cubicBezTo>
                  <a:cubicBezTo>
                    <a:pt x="12435" y="1141"/>
                    <a:pt x="12470" y="1046"/>
                    <a:pt x="12505" y="954"/>
                  </a:cubicBezTo>
                  <a:close/>
                  <a:moveTo>
                    <a:pt x="2430" y="947"/>
                  </a:moveTo>
                  <a:cubicBezTo>
                    <a:pt x="2462" y="1042"/>
                    <a:pt x="2501" y="1137"/>
                    <a:pt x="2546" y="1229"/>
                  </a:cubicBezTo>
                  <a:cubicBezTo>
                    <a:pt x="2754" y="1668"/>
                    <a:pt x="3172" y="2231"/>
                    <a:pt x="3999" y="2554"/>
                  </a:cubicBezTo>
                  <a:cubicBezTo>
                    <a:pt x="3781" y="2818"/>
                    <a:pt x="3594" y="3110"/>
                    <a:pt x="3443" y="3423"/>
                  </a:cubicBezTo>
                  <a:cubicBezTo>
                    <a:pt x="2254" y="2628"/>
                    <a:pt x="2265" y="1598"/>
                    <a:pt x="2430" y="947"/>
                  </a:cubicBezTo>
                  <a:close/>
                  <a:moveTo>
                    <a:pt x="686" y="3476"/>
                  </a:moveTo>
                  <a:lnTo>
                    <a:pt x="3049" y="4657"/>
                  </a:lnTo>
                  <a:cubicBezTo>
                    <a:pt x="2989" y="5034"/>
                    <a:pt x="2975" y="5420"/>
                    <a:pt x="3010" y="5800"/>
                  </a:cubicBezTo>
                  <a:cubicBezTo>
                    <a:pt x="2791" y="5840"/>
                    <a:pt x="2586" y="5859"/>
                    <a:pt x="2396" y="5859"/>
                  </a:cubicBezTo>
                  <a:cubicBezTo>
                    <a:pt x="1895" y="5859"/>
                    <a:pt x="1500" y="5722"/>
                    <a:pt x="1217" y="5448"/>
                  </a:cubicBezTo>
                  <a:lnTo>
                    <a:pt x="1214" y="5448"/>
                  </a:lnTo>
                  <a:cubicBezTo>
                    <a:pt x="658" y="4910"/>
                    <a:pt x="651" y="3950"/>
                    <a:pt x="686" y="3476"/>
                  </a:cubicBezTo>
                  <a:close/>
                  <a:moveTo>
                    <a:pt x="14249" y="3476"/>
                  </a:moveTo>
                  <a:lnTo>
                    <a:pt x="14249" y="3476"/>
                  </a:lnTo>
                  <a:cubicBezTo>
                    <a:pt x="14284" y="3950"/>
                    <a:pt x="14277" y="4907"/>
                    <a:pt x="13722" y="5448"/>
                  </a:cubicBezTo>
                  <a:cubicBezTo>
                    <a:pt x="13438" y="5722"/>
                    <a:pt x="13044" y="5859"/>
                    <a:pt x="12541" y="5859"/>
                  </a:cubicBezTo>
                  <a:cubicBezTo>
                    <a:pt x="12351" y="5859"/>
                    <a:pt x="12146" y="5840"/>
                    <a:pt x="11925" y="5800"/>
                  </a:cubicBezTo>
                  <a:cubicBezTo>
                    <a:pt x="11960" y="5420"/>
                    <a:pt x="11946" y="5037"/>
                    <a:pt x="11886" y="4657"/>
                  </a:cubicBezTo>
                  <a:lnTo>
                    <a:pt x="14249" y="3476"/>
                  </a:lnTo>
                  <a:close/>
                  <a:moveTo>
                    <a:pt x="7468" y="1332"/>
                  </a:moveTo>
                  <a:cubicBezTo>
                    <a:pt x="7949" y="1332"/>
                    <a:pt x="8436" y="1418"/>
                    <a:pt x="8908" y="1598"/>
                  </a:cubicBezTo>
                  <a:cubicBezTo>
                    <a:pt x="10697" y="2277"/>
                    <a:pt x="11766" y="4112"/>
                    <a:pt x="11475" y="6004"/>
                  </a:cubicBezTo>
                  <a:lnTo>
                    <a:pt x="11475" y="6001"/>
                  </a:lnTo>
                  <a:lnTo>
                    <a:pt x="10901" y="9710"/>
                  </a:lnTo>
                  <a:cubicBezTo>
                    <a:pt x="10771" y="10561"/>
                    <a:pt x="10328" y="11331"/>
                    <a:pt x="9660" y="11877"/>
                  </a:cubicBezTo>
                  <a:cubicBezTo>
                    <a:pt x="9516" y="11145"/>
                    <a:pt x="8872" y="10621"/>
                    <a:pt x="8127" y="10621"/>
                  </a:cubicBezTo>
                  <a:lnTo>
                    <a:pt x="6808" y="10621"/>
                  </a:lnTo>
                  <a:cubicBezTo>
                    <a:pt x="6806" y="10621"/>
                    <a:pt x="6803" y="10621"/>
                    <a:pt x="6801" y="10621"/>
                  </a:cubicBezTo>
                  <a:cubicBezTo>
                    <a:pt x="6058" y="10621"/>
                    <a:pt x="5419" y="11148"/>
                    <a:pt x="5275" y="11873"/>
                  </a:cubicBezTo>
                  <a:cubicBezTo>
                    <a:pt x="4607" y="11331"/>
                    <a:pt x="4164" y="10558"/>
                    <a:pt x="4034" y="9707"/>
                  </a:cubicBezTo>
                  <a:lnTo>
                    <a:pt x="3461" y="5997"/>
                  </a:lnTo>
                  <a:cubicBezTo>
                    <a:pt x="3334" y="5174"/>
                    <a:pt x="3464" y="4334"/>
                    <a:pt x="3833" y="3588"/>
                  </a:cubicBezTo>
                  <a:cubicBezTo>
                    <a:pt x="4100" y="3614"/>
                    <a:pt x="4367" y="3626"/>
                    <a:pt x="4634" y="3626"/>
                  </a:cubicBezTo>
                  <a:cubicBezTo>
                    <a:pt x="4773" y="3626"/>
                    <a:pt x="4911" y="3622"/>
                    <a:pt x="5050" y="3616"/>
                  </a:cubicBezTo>
                  <a:cubicBezTo>
                    <a:pt x="5778" y="3588"/>
                    <a:pt x="6411" y="3476"/>
                    <a:pt x="6935" y="3286"/>
                  </a:cubicBezTo>
                  <a:lnTo>
                    <a:pt x="6935" y="3286"/>
                  </a:lnTo>
                  <a:lnTo>
                    <a:pt x="6812" y="3778"/>
                  </a:lnTo>
                  <a:cubicBezTo>
                    <a:pt x="6777" y="3912"/>
                    <a:pt x="6879" y="4042"/>
                    <a:pt x="7016" y="4042"/>
                  </a:cubicBezTo>
                  <a:lnTo>
                    <a:pt x="7047" y="4042"/>
                  </a:lnTo>
                  <a:cubicBezTo>
                    <a:pt x="7114" y="4031"/>
                    <a:pt x="8693" y="3799"/>
                    <a:pt x="9628" y="3099"/>
                  </a:cubicBezTo>
                  <a:cubicBezTo>
                    <a:pt x="9811" y="2963"/>
                    <a:pt x="9679" y="2713"/>
                    <a:pt x="9503" y="2713"/>
                  </a:cubicBezTo>
                  <a:cubicBezTo>
                    <a:pt x="9462" y="2713"/>
                    <a:pt x="9418" y="2726"/>
                    <a:pt x="9375" y="2758"/>
                  </a:cubicBezTo>
                  <a:cubicBezTo>
                    <a:pt x="8760" y="3219"/>
                    <a:pt x="7796" y="3462"/>
                    <a:pt x="7301" y="3567"/>
                  </a:cubicBezTo>
                  <a:lnTo>
                    <a:pt x="7448" y="2980"/>
                  </a:lnTo>
                  <a:cubicBezTo>
                    <a:pt x="7482" y="2839"/>
                    <a:pt x="7373" y="2718"/>
                    <a:pt x="7245" y="2718"/>
                  </a:cubicBezTo>
                  <a:cubicBezTo>
                    <a:pt x="7214" y="2718"/>
                    <a:pt x="7181" y="2725"/>
                    <a:pt x="7149" y="2741"/>
                  </a:cubicBezTo>
                  <a:cubicBezTo>
                    <a:pt x="6372" y="3128"/>
                    <a:pt x="5344" y="3206"/>
                    <a:pt x="4649" y="3206"/>
                  </a:cubicBezTo>
                  <a:cubicBezTo>
                    <a:pt x="4405" y="3206"/>
                    <a:pt x="4202" y="3197"/>
                    <a:pt x="4065" y="3187"/>
                  </a:cubicBezTo>
                  <a:cubicBezTo>
                    <a:pt x="4829" y="2004"/>
                    <a:pt x="6125" y="1332"/>
                    <a:pt x="7468" y="1332"/>
                  </a:cubicBezTo>
                  <a:close/>
                  <a:moveTo>
                    <a:pt x="8134" y="11047"/>
                  </a:moveTo>
                  <a:cubicBezTo>
                    <a:pt x="8694" y="11047"/>
                    <a:pt x="9165" y="11450"/>
                    <a:pt x="9256" y="12003"/>
                  </a:cubicBezTo>
                  <a:lnTo>
                    <a:pt x="9301" y="12267"/>
                  </a:lnTo>
                  <a:cubicBezTo>
                    <a:pt x="9344" y="12531"/>
                    <a:pt x="9270" y="12805"/>
                    <a:pt x="9094" y="13009"/>
                  </a:cubicBezTo>
                  <a:cubicBezTo>
                    <a:pt x="8922" y="13216"/>
                    <a:pt x="8665" y="13336"/>
                    <a:pt x="8394" y="13336"/>
                  </a:cubicBezTo>
                  <a:lnTo>
                    <a:pt x="6545" y="13336"/>
                  </a:lnTo>
                  <a:cubicBezTo>
                    <a:pt x="5975" y="13336"/>
                    <a:pt x="5542" y="12826"/>
                    <a:pt x="5637" y="12267"/>
                  </a:cubicBezTo>
                  <a:lnTo>
                    <a:pt x="5679" y="12003"/>
                  </a:lnTo>
                  <a:cubicBezTo>
                    <a:pt x="5770" y="11450"/>
                    <a:pt x="6245" y="11047"/>
                    <a:pt x="6801" y="11047"/>
                  </a:cubicBezTo>
                  <a:cubicBezTo>
                    <a:pt x="6803" y="11047"/>
                    <a:pt x="6806" y="11047"/>
                    <a:pt x="6808" y="11047"/>
                  </a:cubicBezTo>
                  <a:lnTo>
                    <a:pt x="8127" y="11047"/>
                  </a:lnTo>
                  <a:cubicBezTo>
                    <a:pt x="8129" y="11047"/>
                    <a:pt x="8132" y="11047"/>
                    <a:pt x="8134" y="11047"/>
                  </a:cubicBezTo>
                  <a:close/>
                  <a:moveTo>
                    <a:pt x="12443" y="1"/>
                  </a:moveTo>
                  <a:cubicBezTo>
                    <a:pt x="12335" y="1"/>
                    <a:pt x="12229" y="80"/>
                    <a:pt x="12227" y="209"/>
                  </a:cubicBezTo>
                  <a:cubicBezTo>
                    <a:pt x="12210" y="508"/>
                    <a:pt x="12132" y="796"/>
                    <a:pt x="12002" y="1063"/>
                  </a:cubicBezTo>
                  <a:cubicBezTo>
                    <a:pt x="11731" y="1619"/>
                    <a:pt x="11271" y="2006"/>
                    <a:pt x="10631" y="2213"/>
                  </a:cubicBezTo>
                  <a:cubicBezTo>
                    <a:pt x="9757" y="1341"/>
                    <a:pt x="8613" y="905"/>
                    <a:pt x="7469" y="905"/>
                  </a:cubicBezTo>
                  <a:cubicBezTo>
                    <a:pt x="6326" y="905"/>
                    <a:pt x="5182" y="1341"/>
                    <a:pt x="4308" y="2213"/>
                  </a:cubicBezTo>
                  <a:cubicBezTo>
                    <a:pt x="3668" y="2006"/>
                    <a:pt x="3204" y="1619"/>
                    <a:pt x="2933" y="1063"/>
                  </a:cubicBezTo>
                  <a:cubicBezTo>
                    <a:pt x="2803" y="796"/>
                    <a:pt x="2726" y="508"/>
                    <a:pt x="2708" y="212"/>
                  </a:cubicBezTo>
                  <a:cubicBezTo>
                    <a:pt x="2706" y="81"/>
                    <a:pt x="2599" y="1"/>
                    <a:pt x="2492" y="1"/>
                  </a:cubicBezTo>
                  <a:cubicBezTo>
                    <a:pt x="2424" y="1"/>
                    <a:pt x="2356" y="33"/>
                    <a:pt x="2314" y="103"/>
                  </a:cubicBezTo>
                  <a:cubicBezTo>
                    <a:pt x="2089" y="515"/>
                    <a:pt x="1959" y="969"/>
                    <a:pt x="1934" y="1436"/>
                  </a:cubicBezTo>
                  <a:cubicBezTo>
                    <a:pt x="1899" y="2111"/>
                    <a:pt x="2110" y="3068"/>
                    <a:pt x="3274" y="3813"/>
                  </a:cubicBezTo>
                  <a:cubicBezTo>
                    <a:pt x="3225" y="3950"/>
                    <a:pt x="3179" y="4088"/>
                    <a:pt x="3144" y="4228"/>
                  </a:cubicBezTo>
                  <a:lnTo>
                    <a:pt x="609" y="2962"/>
                  </a:lnTo>
                  <a:cubicBezTo>
                    <a:pt x="578" y="2947"/>
                    <a:pt x="545" y="2939"/>
                    <a:pt x="513" y="2939"/>
                  </a:cubicBezTo>
                  <a:cubicBezTo>
                    <a:pt x="415" y="2939"/>
                    <a:pt x="325" y="3008"/>
                    <a:pt x="306" y="3114"/>
                  </a:cubicBezTo>
                  <a:cubicBezTo>
                    <a:pt x="292" y="3184"/>
                    <a:pt x="0" y="4858"/>
                    <a:pt x="922" y="5751"/>
                  </a:cubicBezTo>
                  <a:cubicBezTo>
                    <a:pt x="1280" y="6099"/>
                    <a:pt x="1767" y="6278"/>
                    <a:pt x="2374" y="6278"/>
                  </a:cubicBezTo>
                  <a:cubicBezTo>
                    <a:pt x="2380" y="6278"/>
                    <a:pt x="2386" y="6278"/>
                    <a:pt x="2392" y="6278"/>
                  </a:cubicBezTo>
                  <a:cubicBezTo>
                    <a:pt x="2620" y="6278"/>
                    <a:pt x="2845" y="6257"/>
                    <a:pt x="3067" y="6219"/>
                  </a:cubicBezTo>
                  <a:lnTo>
                    <a:pt x="3615" y="9770"/>
                  </a:lnTo>
                  <a:cubicBezTo>
                    <a:pt x="3777" y="10808"/>
                    <a:pt x="4350" y="11739"/>
                    <a:pt x="5205" y="12351"/>
                  </a:cubicBezTo>
                  <a:cubicBezTo>
                    <a:pt x="5166" y="13114"/>
                    <a:pt x="5778" y="13754"/>
                    <a:pt x="6545" y="13754"/>
                  </a:cubicBezTo>
                  <a:lnTo>
                    <a:pt x="8394" y="13754"/>
                  </a:lnTo>
                  <a:cubicBezTo>
                    <a:pt x="9161" y="13754"/>
                    <a:pt x="9769" y="13114"/>
                    <a:pt x="9734" y="12351"/>
                  </a:cubicBezTo>
                  <a:cubicBezTo>
                    <a:pt x="10588" y="11739"/>
                    <a:pt x="11162" y="10808"/>
                    <a:pt x="11323" y="9770"/>
                  </a:cubicBezTo>
                  <a:lnTo>
                    <a:pt x="11868" y="6219"/>
                  </a:lnTo>
                  <a:cubicBezTo>
                    <a:pt x="12093" y="6257"/>
                    <a:pt x="12319" y="6278"/>
                    <a:pt x="12544" y="6278"/>
                  </a:cubicBezTo>
                  <a:cubicBezTo>
                    <a:pt x="13159" y="6278"/>
                    <a:pt x="13655" y="6103"/>
                    <a:pt x="14017" y="5751"/>
                  </a:cubicBezTo>
                  <a:cubicBezTo>
                    <a:pt x="14935" y="4858"/>
                    <a:pt x="14646" y="3184"/>
                    <a:pt x="14632" y="3114"/>
                  </a:cubicBezTo>
                  <a:cubicBezTo>
                    <a:pt x="14614" y="3010"/>
                    <a:pt x="14522" y="2940"/>
                    <a:pt x="14424" y="2940"/>
                  </a:cubicBezTo>
                  <a:cubicBezTo>
                    <a:pt x="14393" y="2940"/>
                    <a:pt x="14361" y="2947"/>
                    <a:pt x="14330" y="2962"/>
                  </a:cubicBezTo>
                  <a:lnTo>
                    <a:pt x="11795" y="4232"/>
                  </a:lnTo>
                  <a:cubicBezTo>
                    <a:pt x="11756" y="4091"/>
                    <a:pt x="11714" y="3950"/>
                    <a:pt x="11661" y="3817"/>
                  </a:cubicBezTo>
                  <a:cubicBezTo>
                    <a:pt x="12828" y="3068"/>
                    <a:pt x="13039" y="2115"/>
                    <a:pt x="13004" y="1436"/>
                  </a:cubicBezTo>
                  <a:cubicBezTo>
                    <a:pt x="12976" y="969"/>
                    <a:pt x="12846" y="515"/>
                    <a:pt x="12621" y="103"/>
                  </a:cubicBezTo>
                  <a:cubicBezTo>
                    <a:pt x="12579" y="33"/>
                    <a:pt x="12510" y="1"/>
                    <a:pt x="12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84"/>
            <p:cNvSpPr/>
            <p:nvPr/>
          </p:nvSpPr>
          <p:spPr>
            <a:xfrm>
              <a:off x="1494543" y="2104432"/>
              <a:ext cx="46658" cy="52582"/>
            </a:xfrm>
            <a:custGeom>
              <a:rect b="b" l="l" r="r" t="t"/>
              <a:pathLst>
                <a:path extrusionOk="0" h="2006" w="1780">
                  <a:moveTo>
                    <a:pt x="890" y="1"/>
                  </a:moveTo>
                  <a:cubicBezTo>
                    <a:pt x="398" y="1"/>
                    <a:pt x="1" y="398"/>
                    <a:pt x="1" y="890"/>
                  </a:cubicBezTo>
                  <a:lnTo>
                    <a:pt x="1" y="1116"/>
                  </a:lnTo>
                  <a:cubicBezTo>
                    <a:pt x="1" y="1608"/>
                    <a:pt x="398" y="2005"/>
                    <a:pt x="890" y="2005"/>
                  </a:cubicBezTo>
                  <a:cubicBezTo>
                    <a:pt x="1383" y="2005"/>
                    <a:pt x="1780" y="1608"/>
                    <a:pt x="1780" y="1116"/>
                  </a:cubicBezTo>
                  <a:lnTo>
                    <a:pt x="1780" y="890"/>
                  </a:lnTo>
                  <a:cubicBezTo>
                    <a:pt x="1780" y="774"/>
                    <a:pt x="1685" y="679"/>
                    <a:pt x="1569" y="679"/>
                  </a:cubicBezTo>
                  <a:cubicBezTo>
                    <a:pt x="1453" y="679"/>
                    <a:pt x="1358" y="774"/>
                    <a:pt x="1358" y="890"/>
                  </a:cubicBezTo>
                  <a:lnTo>
                    <a:pt x="1358" y="1116"/>
                  </a:lnTo>
                  <a:cubicBezTo>
                    <a:pt x="1358" y="1372"/>
                    <a:pt x="1147" y="1583"/>
                    <a:pt x="890" y="1583"/>
                  </a:cubicBezTo>
                  <a:cubicBezTo>
                    <a:pt x="634" y="1583"/>
                    <a:pt x="423" y="1372"/>
                    <a:pt x="423" y="1116"/>
                  </a:cubicBezTo>
                  <a:lnTo>
                    <a:pt x="423" y="890"/>
                  </a:lnTo>
                  <a:cubicBezTo>
                    <a:pt x="423" y="634"/>
                    <a:pt x="634" y="423"/>
                    <a:pt x="890" y="423"/>
                  </a:cubicBezTo>
                  <a:cubicBezTo>
                    <a:pt x="1006" y="423"/>
                    <a:pt x="1101" y="328"/>
                    <a:pt x="1101" y="212"/>
                  </a:cubicBezTo>
                  <a:cubicBezTo>
                    <a:pt x="1101" y="96"/>
                    <a:pt x="1006"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84"/>
            <p:cNvSpPr/>
            <p:nvPr/>
          </p:nvSpPr>
          <p:spPr>
            <a:xfrm>
              <a:off x="1624872" y="2104432"/>
              <a:ext cx="46684" cy="52582"/>
            </a:xfrm>
            <a:custGeom>
              <a:rect b="b" l="l" r="r" t="t"/>
              <a:pathLst>
                <a:path extrusionOk="0" h="2006" w="1781">
                  <a:moveTo>
                    <a:pt x="890" y="1"/>
                  </a:moveTo>
                  <a:cubicBezTo>
                    <a:pt x="398" y="1"/>
                    <a:pt x="1" y="398"/>
                    <a:pt x="1" y="890"/>
                  </a:cubicBezTo>
                  <a:lnTo>
                    <a:pt x="1" y="1116"/>
                  </a:lnTo>
                  <a:cubicBezTo>
                    <a:pt x="1" y="1608"/>
                    <a:pt x="398" y="2005"/>
                    <a:pt x="890" y="2005"/>
                  </a:cubicBezTo>
                  <a:cubicBezTo>
                    <a:pt x="1379" y="2005"/>
                    <a:pt x="1780" y="1608"/>
                    <a:pt x="1780" y="1116"/>
                  </a:cubicBezTo>
                  <a:lnTo>
                    <a:pt x="1780" y="890"/>
                  </a:lnTo>
                  <a:cubicBezTo>
                    <a:pt x="1780" y="750"/>
                    <a:pt x="1674" y="679"/>
                    <a:pt x="1567" y="679"/>
                  </a:cubicBezTo>
                  <a:cubicBezTo>
                    <a:pt x="1461" y="679"/>
                    <a:pt x="1355" y="750"/>
                    <a:pt x="1355" y="890"/>
                  </a:cubicBezTo>
                  <a:lnTo>
                    <a:pt x="1355" y="1116"/>
                  </a:lnTo>
                  <a:cubicBezTo>
                    <a:pt x="1355" y="1372"/>
                    <a:pt x="1147" y="1583"/>
                    <a:pt x="890" y="1583"/>
                  </a:cubicBezTo>
                  <a:cubicBezTo>
                    <a:pt x="630" y="1583"/>
                    <a:pt x="423" y="1372"/>
                    <a:pt x="423" y="1116"/>
                  </a:cubicBezTo>
                  <a:lnTo>
                    <a:pt x="423" y="890"/>
                  </a:lnTo>
                  <a:cubicBezTo>
                    <a:pt x="423" y="634"/>
                    <a:pt x="630" y="423"/>
                    <a:pt x="890" y="423"/>
                  </a:cubicBezTo>
                  <a:cubicBezTo>
                    <a:pt x="1007" y="423"/>
                    <a:pt x="1101" y="328"/>
                    <a:pt x="1101" y="212"/>
                  </a:cubicBezTo>
                  <a:cubicBezTo>
                    <a:pt x="1101" y="96"/>
                    <a:pt x="1007"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84"/>
            <p:cNvSpPr/>
            <p:nvPr/>
          </p:nvSpPr>
          <p:spPr>
            <a:xfrm>
              <a:off x="1547833" y="2270278"/>
              <a:ext cx="16330" cy="22962"/>
            </a:xfrm>
            <a:custGeom>
              <a:rect b="b" l="l" r="r" t="t"/>
              <a:pathLst>
                <a:path extrusionOk="0" h="876" w="623">
                  <a:moveTo>
                    <a:pt x="385" y="1"/>
                  </a:moveTo>
                  <a:cubicBezTo>
                    <a:pt x="325" y="1"/>
                    <a:pt x="266" y="27"/>
                    <a:pt x="225" y="77"/>
                  </a:cubicBezTo>
                  <a:cubicBezTo>
                    <a:pt x="81" y="239"/>
                    <a:pt x="4" y="450"/>
                    <a:pt x="0" y="664"/>
                  </a:cubicBezTo>
                  <a:cubicBezTo>
                    <a:pt x="0" y="781"/>
                    <a:pt x="95" y="875"/>
                    <a:pt x="211" y="875"/>
                  </a:cubicBezTo>
                  <a:cubicBezTo>
                    <a:pt x="331" y="875"/>
                    <a:pt x="426" y="781"/>
                    <a:pt x="426" y="664"/>
                  </a:cubicBezTo>
                  <a:cubicBezTo>
                    <a:pt x="426" y="548"/>
                    <a:pt x="471" y="436"/>
                    <a:pt x="549" y="348"/>
                  </a:cubicBezTo>
                  <a:cubicBezTo>
                    <a:pt x="622" y="260"/>
                    <a:pt x="612" y="126"/>
                    <a:pt x="524" y="53"/>
                  </a:cubicBezTo>
                  <a:cubicBezTo>
                    <a:pt x="483" y="18"/>
                    <a:pt x="434" y="1"/>
                    <a:pt x="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84"/>
            <p:cNvSpPr/>
            <p:nvPr/>
          </p:nvSpPr>
          <p:spPr>
            <a:xfrm>
              <a:off x="1601831" y="2270278"/>
              <a:ext cx="16357" cy="22962"/>
            </a:xfrm>
            <a:custGeom>
              <a:rect b="b" l="l" r="r" t="t"/>
              <a:pathLst>
                <a:path extrusionOk="0" h="876" w="624">
                  <a:moveTo>
                    <a:pt x="239" y="1"/>
                  </a:moveTo>
                  <a:cubicBezTo>
                    <a:pt x="191" y="1"/>
                    <a:pt x="142" y="18"/>
                    <a:pt x="103" y="53"/>
                  </a:cubicBezTo>
                  <a:cubicBezTo>
                    <a:pt x="11" y="126"/>
                    <a:pt x="1" y="260"/>
                    <a:pt x="75" y="348"/>
                  </a:cubicBezTo>
                  <a:cubicBezTo>
                    <a:pt x="155" y="436"/>
                    <a:pt x="198" y="548"/>
                    <a:pt x="201" y="664"/>
                  </a:cubicBezTo>
                  <a:cubicBezTo>
                    <a:pt x="201" y="781"/>
                    <a:pt x="296" y="875"/>
                    <a:pt x="412" y="875"/>
                  </a:cubicBezTo>
                  <a:cubicBezTo>
                    <a:pt x="528" y="875"/>
                    <a:pt x="623" y="781"/>
                    <a:pt x="623" y="664"/>
                  </a:cubicBezTo>
                  <a:cubicBezTo>
                    <a:pt x="620" y="450"/>
                    <a:pt x="542" y="239"/>
                    <a:pt x="398" y="77"/>
                  </a:cubicBezTo>
                  <a:cubicBezTo>
                    <a:pt x="357" y="27"/>
                    <a:pt x="298"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84"/>
            <p:cNvSpPr/>
            <p:nvPr/>
          </p:nvSpPr>
          <p:spPr>
            <a:xfrm>
              <a:off x="1634833" y="2054602"/>
              <a:ext cx="26973" cy="25426"/>
            </a:xfrm>
            <a:custGeom>
              <a:rect b="b" l="l" r="r" t="t"/>
              <a:pathLst>
                <a:path extrusionOk="0" h="970" w="1029">
                  <a:moveTo>
                    <a:pt x="731" y="1"/>
                  </a:moveTo>
                  <a:cubicBezTo>
                    <a:pt x="670" y="1"/>
                    <a:pt x="609" y="29"/>
                    <a:pt x="563" y="98"/>
                  </a:cubicBezTo>
                  <a:cubicBezTo>
                    <a:pt x="433" y="281"/>
                    <a:pt x="289" y="450"/>
                    <a:pt x="134" y="608"/>
                  </a:cubicBezTo>
                  <a:cubicBezTo>
                    <a:pt x="1" y="741"/>
                    <a:pt x="96" y="970"/>
                    <a:pt x="282" y="970"/>
                  </a:cubicBezTo>
                  <a:cubicBezTo>
                    <a:pt x="338" y="970"/>
                    <a:pt x="394" y="949"/>
                    <a:pt x="433" y="907"/>
                  </a:cubicBezTo>
                  <a:cubicBezTo>
                    <a:pt x="605" y="731"/>
                    <a:pt x="767" y="544"/>
                    <a:pt x="908" y="341"/>
                  </a:cubicBezTo>
                  <a:cubicBezTo>
                    <a:pt x="1028" y="175"/>
                    <a:pt x="882"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9" name="Google Shape;16889;p84"/>
          <p:cNvGrpSpPr/>
          <p:nvPr/>
        </p:nvGrpSpPr>
        <p:grpSpPr>
          <a:xfrm>
            <a:off x="3034239" y="1980106"/>
            <a:ext cx="379033" cy="336752"/>
            <a:chOff x="3034239" y="1980106"/>
            <a:chExt cx="379033" cy="336752"/>
          </a:xfrm>
        </p:grpSpPr>
        <p:sp>
          <p:nvSpPr>
            <p:cNvPr id="16890" name="Google Shape;16890;p84"/>
            <p:cNvSpPr/>
            <p:nvPr/>
          </p:nvSpPr>
          <p:spPr>
            <a:xfrm>
              <a:off x="3085564" y="1991613"/>
              <a:ext cx="276463" cy="256647"/>
            </a:xfrm>
            <a:custGeom>
              <a:rect b="b" l="l" r="r" t="t"/>
              <a:pathLst>
                <a:path extrusionOk="0" h="9791" w="10547">
                  <a:moveTo>
                    <a:pt x="5272" y="1"/>
                  </a:moveTo>
                  <a:cubicBezTo>
                    <a:pt x="3952" y="1"/>
                    <a:pt x="3545" y="328"/>
                    <a:pt x="3049" y="328"/>
                  </a:cubicBezTo>
                  <a:cubicBezTo>
                    <a:pt x="2902" y="328"/>
                    <a:pt x="2748" y="299"/>
                    <a:pt x="2561" y="226"/>
                  </a:cubicBezTo>
                  <a:lnTo>
                    <a:pt x="303" y="226"/>
                  </a:lnTo>
                  <a:lnTo>
                    <a:pt x="1" y="5905"/>
                  </a:lnTo>
                  <a:cubicBezTo>
                    <a:pt x="191" y="8134"/>
                    <a:pt x="1573" y="9347"/>
                    <a:pt x="2666" y="9790"/>
                  </a:cubicBezTo>
                  <a:lnTo>
                    <a:pt x="7881" y="9790"/>
                  </a:lnTo>
                  <a:cubicBezTo>
                    <a:pt x="8975" y="9347"/>
                    <a:pt x="10357" y="8134"/>
                    <a:pt x="10547" y="5905"/>
                  </a:cubicBezTo>
                  <a:lnTo>
                    <a:pt x="10244" y="226"/>
                  </a:lnTo>
                  <a:lnTo>
                    <a:pt x="7983" y="226"/>
                  </a:lnTo>
                  <a:cubicBezTo>
                    <a:pt x="7797" y="299"/>
                    <a:pt x="7645" y="328"/>
                    <a:pt x="7499" y="328"/>
                  </a:cubicBezTo>
                  <a:cubicBezTo>
                    <a:pt x="7005" y="328"/>
                    <a:pt x="6595" y="1"/>
                    <a:pt x="5272"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84"/>
            <p:cNvSpPr/>
            <p:nvPr/>
          </p:nvSpPr>
          <p:spPr>
            <a:xfrm>
              <a:off x="3294818" y="1985637"/>
              <a:ext cx="112556" cy="182727"/>
            </a:xfrm>
            <a:custGeom>
              <a:rect b="b" l="l" r="r" t="t"/>
              <a:pathLst>
                <a:path extrusionOk="0" h="6971" w="4294">
                  <a:moveTo>
                    <a:pt x="1583" y="0"/>
                  </a:moveTo>
                  <a:cubicBezTo>
                    <a:pt x="904" y="0"/>
                    <a:pt x="0" y="454"/>
                    <a:pt x="0" y="454"/>
                  </a:cubicBezTo>
                  <a:cubicBezTo>
                    <a:pt x="2546" y="1213"/>
                    <a:pt x="1161" y="5141"/>
                    <a:pt x="2799" y="6836"/>
                  </a:cubicBezTo>
                  <a:cubicBezTo>
                    <a:pt x="2888" y="6928"/>
                    <a:pt x="3001" y="6971"/>
                    <a:pt x="3113" y="6971"/>
                  </a:cubicBezTo>
                  <a:cubicBezTo>
                    <a:pt x="3301" y="6971"/>
                    <a:pt x="3485" y="6852"/>
                    <a:pt x="3545" y="6650"/>
                  </a:cubicBezTo>
                  <a:cubicBezTo>
                    <a:pt x="3675" y="6221"/>
                    <a:pt x="3805" y="5546"/>
                    <a:pt x="3784" y="4575"/>
                  </a:cubicBezTo>
                  <a:cubicBezTo>
                    <a:pt x="3756" y="3249"/>
                    <a:pt x="4294" y="3165"/>
                    <a:pt x="4294" y="3165"/>
                  </a:cubicBezTo>
                  <a:cubicBezTo>
                    <a:pt x="4294" y="3165"/>
                    <a:pt x="3615" y="0"/>
                    <a:pt x="1583"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84"/>
            <p:cNvSpPr/>
            <p:nvPr/>
          </p:nvSpPr>
          <p:spPr>
            <a:xfrm>
              <a:off x="3140872" y="2098167"/>
              <a:ext cx="41521" cy="53316"/>
            </a:xfrm>
            <a:custGeom>
              <a:rect b="b" l="l" r="r" t="t"/>
              <a:pathLst>
                <a:path extrusionOk="0" h="2034" w="1584">
                  <a:moveTo>
                    <a:pt x="792" y="1"/>
                  </a:moveTo>
                  <a:cubicBezTo>
                    <a:pt x="356" y="1"/>
                    <a:pt x="1" y="352"/>
                    <a:pt x="1" y="792"/>
                  </a:cubicBezTo>
                  <a:lnTo>
                    <a:pt x="1" y="1242"/>
                  </a:lnTo>
                  <a:cubicBezTo>
                    <a:pt x="1"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84"/>
            <p:cNvSpPr/>
            <p:nvPr/>
          </p:nvSpPr>
          <p:spPr>
            <a:xfrm>
              <a:off x="3158670" y="2098167"/>
              <a:ext cx="23722" cy="41521"/>
            </a:xfrm>
            <a:custGeom>
              <a:rect b="b" l="l" r="r" t="t"/>
              <a:pathLst>
                <a:path extrusionOk="0" h="1584" w="905">
                  <a:moveTo>
                    <a:pt x="113" y="1"/>
                  </a:moveTo>
                  <a:cubicBezTo>
                    <a:pt x="74" y="1"/>
                    <a:pt x="36" y="4"/>
                    <a:pt x="0" y="11"/>
                  </a:cubicBezTo>
                  <a:lnTo>
                    <a:pt x="0" y="1129"/>
                  </a:lnTo>
                  <a:cubicBezTo>
                    <a:pt x="0" y="1379"/>
                    <a:pt x="201" y="1583"/>
                    <a:pt x="451"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84"/>
            <p:cNvSpPr/>
            <p:nvPr/>
          </p:nvSpPr>
          <p:spPr>
            <a:xfrm>
              <a:off x="3152668" y="2104065"/>
              <a:ext cx="17824" cy="17824"/>
            </a:xfrm>
            <a:custGeom>
              <a:rect b="b" l="l" r="r" t="t"/>
              <a:pathLst>
                <a:path extrusionOk="0" h="680" w="680">
                  <a:moveTo>
                    <a:pt x="342" y="1"/>
                  </a:moveTo>
                  <a:cubicBezTo>
                    <a:pt x="156" y="1"/>
                    <a:pt x="1" y="152"/>
                    <a:pt x="1" y="338"/>
                  </a:cubicBezTo>
                  <a:cubicBezTo>
                    <a:pt x="1" y="528"/>
                    <a:pt x="156" y="679"/>
                    <a:pt x="342" y="679"/>
                  </a:cubicBezTo>
                  <a:cubicBezTo>
                    <a:pt x="528" y="679"/>
                    <a:pt x="680" y="528"/>
                    <a:pt x="680" y="338"/>
                  </a:cubicBezTo>
                  <a:cubicBezTo>
                    <a:pt x="680" y="152"/>
                    <a:pt x="528" y="1"/>
                    <a:pt x="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84"/>
            <p:cNvSpPr/>
            <p:nvPr/>
          </p:nvSpPr>
          <p:spPr>
            <a:xfrm>
              <a:off x="3265224" y="2098167"/>
              <a:ext cx="41494" cy="53316"/>
            </a:xfrm>
            <a:custGeom>
              <a:rect b="b" l="l" r="r" t="t"/>
              <a:pathLst>
                <a:path extrusionOk="0" h="2034" w="1583">
                  <a:moveTo>
                    <a:pt x="792" y="1"/>
                  </a:moveTo>
                  <a:cubicBezTo>
                    <a:pt x="356" y="1"/>
                    <a:pt x="0" y="352"/>
                    <a:pt x="0" y="792"/>
                  </a:cubicBezTo>
                  <a:lnTo>
                    <a:pt x="0" y="1242"/>
                  </a:lnTo>
                  <a:cubicBezTo>
                    <a:pt x="0"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84"/>
            <p:cNvSpPr/>
            <p:nvPr/>
          </p:nvSpPr>
          <p:spPr>
            <a:xfrm>
              <a:off x="3283022" y="2098167"/>
              <a:ext cx="23696" cy="41521"/>
            </a:xfrm>
            <a:custGeom>
              <a:rect b="b" l="l" r="r" t="t"/>
              <a:pathLst>
                <a:path extrusionOk="0" h="1584" w="904">
                  <a:moveTo>
                    <a:pt x="113" y="1"/>
                  </a:moveTo>
                  <a:cubicBezTo>
                    <a:pt x="74" y="1"/>
                    <a:pt x="35" y="4"/>
                    <a:pt x="0" y="11"/>
                  </a:cubicBezTo>
                  <a:lnTo>
                    <a:pt x="0" y="1129"/>
                  </a:lnTo>
                  <a:cubicBezTo>
                    <a:pt x="0" y="1379"/>
                    <a:pt x="201" y="1583"/>
                    <a:pt x="450"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84"/>
            <p:cNvSpPr/>
            <p:nvPr/>
          </p:nvSpPr>
          <p:spPr>
            <a:xfrm>
              <a:off x="3277125" y="2104065"/>
              <a:ext cx="17720" cy="17824"/>
            </a:xfrm>
            <a:custGeom>
              <a:rect b="b" l="l" r="r" t="t"/>
              <a:pathLst>
                <a:path extrusionOk="0" h="680" w="676">
                  <a:moveTo>
                    <a:pt x="338" y="1"/>
                  </a:moveTo>
                  <a:cubicBezTo>
                    <a:pt x="151" y="1"/>
                    <a:pt x="0" y="152"/>
                    <a:pt x="0" y="338"/>
                  </a:cubicBezTo>
                  <a:cubicBezTo>
                    <a:pt x="0" y="528"/>
                    <a:pt x="151" y="679"/>
                    <a:pt x="338" y="679"/>
                  </a:cubicBezTo>
                  <a:cubicBezTo>
                    <a:pt x="524" y="679"/>
                    <a:pt x="675" y="528"/>
                    <a:pt x="675" y="338"/>
                  </a:cubicBezTo>
                  <a:cubicBezTo>
                    <a:pt x="675" y="152"/>
                    <a:pt x="524"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84"/>
            <p:cNvSpPr/>
            <p:nvPr/>
          </p:nvSpPr>
          <p:spPr>
            <a:xfrm>
              <a:off x="3294897" y="1996253"/>
              <a:ext cx="97930" cy="172137"/>
            </a:xfrm>
            <a:custGeom>
              <a:rect b="b" l="l" r="r" t="t"/>
              <a:pathLst>
                <a:path extrusionOk="0" h="6567" w="3736">
                  <a:moveTo>
                    <a:pt x="488" y="0"/>
                  </a:moveTo>
                  <a:cubicBezTo>
                    <a:pt x="336" y="0"/>
                    <a:pt x="174" y="16"/>
                    <a:pt x="1" y="49"/>
                  </a:cubicBezTo>
                  <a:cubicBezTo>
                    <a:pt x="2543" y="808"/>
                    <a:pt x="1158" y="4736"/>
                    <a:pt x="2796" y="6435"/>
                  </a:cubicBezTo>
                  <a:cubicBezTo>
                    <a:pt x="2884" y="6525"/>
                    <a:pt x="2996" y="6566"/>
                    <a:pt x="3108" y="6566"/>
                  </a:cubicBezTo>
                  <a:cubicBezTo>
                    <a:pt x="3296" y="6566"/>
                    <a:pt x="3482" y="6448"/>
                    <a:pt x="3542" y="6245"/>
                  </a:cubicBezTo>
                  <a:cubicBezTo>
                    <a:pt x="3637" y="5921"/>
                    <a:pt x="3704" y="5587"/>
                    <a:pt x="3735" y="5250"/>
                  </a:cubicBezTo>
                  <a:cubicBezTo>
                    <a:pt x="3292" y="5032"/>
                    <a:pt x="2912" y="4325"/>
                    <a:pt x="2680" y="3126"/>
                  </a:cubicBezTo>
                  <a:cubicBezTo>
                    <a:pt x="2302" y="1179"/>
                    <a:pt x="1786" y="0"/>
                    <a:pt x="488"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84"/>
            <p:cNvSpPr/>
            <p:nvPr/>
          </p:nvSpPr>
          <p:spPr>
            <a:xfrm>
              <a:off x="3085564" y="1997511"/>
              <a:ext cx="97930" cy="250749"/>
            </a:xfrm>
            <a:custGeom>
              <a:rect b="b" l="l" r="r" t="t"/>
              <a:pathLst>
                <a:path extrusionOk="0" h="9566" w="3736">
                  <a:moveTo>
                    <a:pt x="303" y="1"/>
                  </a:moveTo>
                  <a:lnTo>
                    <a:pt x="1" y="5680"/>
                  </a:lnTo>
                  <a:cubicBezTo>
                    <a:pt x="191" y="7906"/>
                    <a:pt x="1573" y="9122"/>
                    <a:pt x="2666" y="9565"/>
                  </a:cubicBezTo>
                  <a:lnTo>
                    <a:pt x="3735" y="9565"/>
                  </a:lnTo>
                  <a:cubicBezTo>
                    <a:pt x="3735" y="9565"/>
                    <a:pt x="1858" y="8303"/>
                    <a:pt x="1545" y="6070"/>
                  </a:cubicBezTo>
                  <a:cubicBezTo>
                    <a:pt x="940" y="1731"/>
                    <a:pt x="2093" y="433"/>
                    <a:pt x="3085" y="103"/>
                  </a:cubicBezTo>
                  <a:lnTo>
                    <a:pt x="3085" y="103"/>
                  </a:lnTo>
                  <a:cubicBezTo>
                    <a:pt x="3077" y="103"/>
                    <a:pt x="3069" y="103"/>
                    <a:pt x="3060" y="103"/>
                  </a:cubicBezTo>
                  <a:cubicBezTo>
                    <a:pt x="2889" y="103"/>
                    <a:pt x="2719" y="68"/>
                    <a:pt x="256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84"/>
            <p:cNvSpPr/>
            <p:nvPr/>
          </p:nvSpPr>
          <p:spPr>
            <a:xfrm>
              <a:off x="3040216" y="1985637"/>
              <a:ext cx="112583" cy="182727"/>
            </a:xfrm>
            <a:custGeom>
              <a:rect b="b" l="l" r="r" t="t"/>
              <a:pathLst>
                <a:path extrusionOk="0" h="6971" w="4295">
                  <a:moveTo>
                    <a:pt x="2712" y="0"/>
                  </a:moveTo>
                  <a:cubicBezTo>
                    <a:pt x="680" y="0"/>
                    <a:pt x="1" y="3165"/>
                    <a:pt x="1" y="3165"/>
                  </a:cubicBezTo>
                  <a:cubicBezTo>
                    <a:pt x="1" y="3165"/>
                    <a:pt x="539" y="3249"/>
                    <a:pt x="511" y="4575"/>
                  </a:cubicBezTo>
                  <a:cubicBezTo>
                    <a:pt x="490" y="5546"/>
                    <a:pt x="620" y="6221"/>
                    <a:pt x="750" y="6650"/>
                  </a:cubicBezTo>
                  <a:cubicBezTo>
                    <a:pt x="809" y="6852"/>
                    <a:pt x="994" y="6971"/>
                    <a:pt x="1182" y="6971"/>
                  </a:cubicBezTo>
                  <a:cubicBezTo>
                    <a:pt x="1294" y="6971"/>
                    <a:pt x="1407" y="6928"/>
                    <a:pt x="1495" y="6836"/>
                  </a:cubicBezTo>
                  <a:cubicBezTo>
                    <a:pt x="3134" y="5141"/>
                    <a:pt x="1749" y="1213"/>
                    <a:pt x="4294" y="454"/>
                  </a:cubicBezTo>
                  <a:cubicBezTo>
                    <a:pt x="4294" y="454"/>
                    <a:pt x="3391" y="0"/>
                    <a:pt x="271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84"/>
            <p:cNvSpPr/>
            <p:nvPr/>
          </p:nvSpPr>
          <p:spPr>
            <a:xfrm>
              <a:off x="3040137" y="1985637"/>
              <a:ext cx="110643" cy="121311"/>
            </a:xfrm>
            <a:custGeom>
              <a:rect b="b" l="l" r="r" t="t"/>
              <a:pathLst>
                <a:path extrusionOk="0" h="4628" w="4221">
                  <a:moveTo>
                    <a:pt x="2712" y="0"/>
                  </a:moveTo>
                  <a:cubicBezTo>
                    <a:pt x="679" y="0"/>
                    <a:pt x="0" y="3165"/>
                    <a:pt x="0" y="3165"/>
                  </a:cubicBezTo>
                  <a:cubicBezTo>
                    <a:pt x="0" y="3165"/>
                    <a:pt x="538" y="3249"/>
                    <a:pt x="510" y="4579"/>
                  </a:cubicBezTo>
                  <a:lnTo>
                    <a:pt x="510" y="4628"/>
                  </a:lnTo>
                  <a:cubicBezTo>
                    <a:pt x="1488" y="919"/>
                    <a:pt x="2860" y="308"/>
                    <a:pt x="3655" y="308"/>
                  </a:cubicBezTo>
                  <a:cubicBezTo>
                    <a:pt x="3918" y="308"/>
                    <a:pt x="4118" y="375"/>
                    <a:pt x="4220" y="419"/>
                  </a:cubicBezTo>
                  <a:cubicBezTo>
                    <a:pt x="3988" y="310"/>
                    <a:pt x="3274" y="0"/>
                    <a:pt x="2712"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84"/>
            <p:cNvSpPr/>
            <p:nvPr/>
          </p:nvSpPr>
          <p:spPr>
            <a:xfrm>
              <a:off x="3158670" y="2204721"/>
              <a:ext cx="130276" cy="94784"/>
            </a:xfrm>
            <a:custGeom>
              <a:rect b="b" l="l" r="r" t="t"/>
              <a:pathLst>
                <a:path extrusionOk="0" h="3616" w="4970">
                  <a:moveTo>
                    <a:pt x="2483" y="1"/>
                  </a:moveTo>
                  <a:cubicBezTo>
                    <a:pt x="1112" y="1"/>
                    <a:pt x="0" y="813"/>
                    <a:pt x="0" y="1808"/>
                  </a:cubicBezTo>
                  <a:cubicBezTo>
                    <a:pt x="0" y="2807"/>
                    <a:pt x="1112" y="3616"/>
                    <a:pt x="2483" y="3616"/>
                  </a:cubicBezTo>
                  <a:cubicBezTo>
                    <a:pt x="3858" y="3616"/>
                    <a:pt x="4969" y="2807"/>
                    <a:pt x="4969" y="1808"/>
                  </a:cubicBezTo>
                  <a:cubicBezTo>
                    <a:pt x="4969" y="813"/>
                    <a:pt x="3858" y="1"/>
                    <a:pt x="2483" y="1"/>
                  </a:cubicBezTo>
                  <a:close/>
                </a:path>
              </a:pathLst>
            </a:custGeom>
            <a:solidFill>
              <a:srgbClr val="8E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84"/>
            <p:cNvSpPr/>
            <p:nvPr/>
          </p:nvSpPr>
          <p:spPr>
            <a:xfrm>
              <a:off x="3194162" y="2252113"/>
              <a:ext cx="59293" cy="59293"/>
            </a:xfrm>
            <a:custGeom>
              <a:rect b="b" l="l" r="r" t="t"/>
              <a:pathLst>
                <a:path extrusionOk="0" h="2262" w="2262">
                  <a:moveTo>
                    <a:pt x="0" y="0"/>
                  </a:moveTo>
                  <a:lnTo>
                    <a:pt x="0" y="1132"/>
                  </a:lnTo>
                  <a:cubicBezTo>
                    <a:pt x="0" y="1755"/>
                    <a:pt x="507" y="2261"/>
                    <a:pt x="1129" y="2261"/>
                  </a:cubicBezTo>
                  <a:cubicBezTo>
                    <a:pt x="1755" y="2261"/>
                    <a:pt x="2261" y="1755"/>
                    <a:pt x="2261" y="1132"/>
                  </a:cubicBezTo>
                  <a:lnTo>
                    <a:pt x="2261"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84"/>
            <p:cNvSpPr/>
            <p:nvPr/>
          </p:nvSpPr>
          <p:spPr>
            <a:xfrm>
              <a:off x="3194162" y="2252113"/>
              <a:ext cx="59293" cy="29148"/>
            </a:xfrm>
            <a:custGeom>
              <a:rect b="b" l="l" r="r" t="t"/>
              <a:pathLst>
                <a:path extrusionOk="0" h="1112" w="2262">
                  <a:moveTo>
                    <a:pt x="0" y="0"/>
                  </a:moveTo>
                  <a:lnTo>
                    <a:pt x="0" y="1111"/>
                  </a:lnTo>
                  <a:cubicBezTo>
                    <a:pt x="401" y="1069"/>
                    <a:pt x="788" y="936"/>
                    <a:pt x="1129" y="725"/>
                  </a:cubicBezTo>
                  <a:cubicBezTo>
                    <a:pt x="1474" y="936"/>
                    <a:pt x="1861" y="1069"/>
                    <a:pt x="2261" y="1111"/>
                  </a:cubicBezTo>
                  <a:lnTo>
                    <a:pt x="2261"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84"/>
            <p:cNvSpPr/>
            <p:nvPr/>
          </p:nvSpPr>
          <p:spPr>
            <a:xfrm>
              <a:off x="3140872" y="2198823"/>
              <a:ext cx="165846" cy="65190"/>
            </a:xfrm>
            <a:custGeom>
              <a:rect b="b" l="l" r="r" t="t"/>
              <a:pathLst>
                <a:path extrusionOk="0" h="2487" w="6327">
                  <a:moveTo>
                    <a:pt x="1696" y="1"/>
                  </a:moveTo>
                  <a:cubicBezTo>
                    <a:pt x="757" y="1"/>
                    <a:pt x="1" y="556"/>
                    <a:pt x="1" y="1245"/>
                  </a:cubicBezTo>
                  <a:cubicBezTo>
                    <a:pt x="1" y="1931"/>
                    <a:pt x="757" y="2487"/>
                    <a:pt x="1696" y="2487"/>
                  </a:cubicBezTo>
                  <a:cubicBezTo>
                    <a:pt x="2167" y="2487"/>
                    <a:pt x="2592" y="2346"/>
                    <a:pt x="2898" y="2118"/>
                  </a:cubicBezTo>
                  <a:cubicBezTo>
                    <a:pt x="2977" y="2060"/>
                    <a:pt x="3071" y="2031"/>
                    <a:pt x="3163" y="2031"/>
                  </a:cubicBezTo>
                  <a:cubicBezTo>
                    <a:pt x="3256" y="2031"/>
                    <a:pt x="3348" y="2060"/>
                    <a:pt x="3426" y="2118"/>
                  </a:cubicBezTo>
                  <a:cubicBezTo>
                    <a:pt x="3735" y="2346"/>
                    <a:pt x="4161" y="2487"/>
                    <a:pt x="4632" y="2487"/>
                  </a:cubicBezTo>
                  <a:cubicBezTo>
                    <a:pt x="5567" y="2487"/>
                    <a:pt x="6327" y="1931"/>
                    <a:pt x="6327" y="1245"/>
                  </a:cubicBezTo>
                  <a:cubicBezTo>
                    <a:pt x="6327" y="556"/>
                    <a:pt x="5567" y="1"/>
                    <a:pt x="463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84"/>
            <p:cNvSpPr/>
            <p:nvPr/>
          </p:nvSpPr>
          <p:spPr>
            <a:xfrm>
              <a:off x="3188264" y="2175127"/>
              <a:ext cx="71088" cy="50013"/>
            </a:xfrm>
            <a:custGeom>
              <a:rect b="b" l="l" r="r" t="t"/>
              <a:pathLst>
                <a:path extrusionOk="0" h="1908" w="2712">
                  <a:moveTo>
                    <a:pt x="1354" y="1"/>
                  </a:moveTo>
                  <a:cubicBezTo>
                    <a:pt x="609" y="1"/>
                    <a:pt x="0" y="405"/>
                    <a:pt x="4" y="905"/>
                  </a:cubicBezTo>
                  <a:cubicBezTo>
                    <a:pt x="4" y="1386"/>
                    <a:pt x="573" y="1640"/>
                    <a:pt x="985" y="1826"/>
                  </a:cubicBezTo>
                  <a:cubicBezTo>
                    <a:pt x="1103" y="1880"/>
                    <a:pt x="1229" y="1908"/>
                    <a:pt x="1356" y="1908"/>
                  </a:cubicBezTo>
                  <a:cubicBezTo>
                    <a:pt x="1483" y="1908"/>
                    <a:pt x="1611" y="1880"/>
                    <a:pt x="1730" y="1826"/>
                  </a:cubicBezTo>
                  <a:cubicBezTo>
                    <a:pt x="2138" y="1640"/>
                    <a:pt x="2711" y="1386"/>
                    <a:pt x="2711" y="905"/>
                  </a:cubicBezTo>
                  <a:cubicBezTo>
                    <a:pt x="2711" y="405"/>
                    <a:pt x="2103" y="1"/>
                    <a:pt x="135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84"/>
            <p:cNvSpPr/>
            <p:nvPr/>
          </p:nvSpPr>
          <p:spPr>
            <a:xfrm>
              <a:off x="3188264" y="2176988"/>
              <a:ext cx="52661" cy="48179"/>
            </a:xfrm>
            <a:custGeom>
              <a:rect b="b" l="l" r="r" t="t"/>
              <a:pathLst>
                <a:path extrusionOk="0" h="1838" w="2009">
                  <a:moveTo>
                    <a:pt x="841" y="0"/>
                  </a:moveTo>
                  <a:lnTo>
                    <a:pt x="841" y="0"/>
                  </a:lnTo>
                  <a:cubicBezTo>
                    <a:pt x="348" y="134"/>
                    <a:pt x="0" y="457"/>
                    <a:pt x="0" y="834"/>
                  </a:cubicBezTo>
                  <a:cubicBezTo>
                    <a:pt x="0" y="1319"/>
                    <a:pt x="570" y="1569"/>
                    <a:pt x="981" y="1758"/>
                  </a:cubicBezTo>
                  <a:cubicBezTo>
                    <a:pt x="1099" y="1811"/>
                    <a:pt x="1227" y="1838"/>
                    <a:pt x="1354" y="1838"/>
                  </a:cubicBezTo>
                  <a:cubicBezTo>
                    <a:pt x="1482" y="1838"/>
                    <a:pt x="1609" y="1811"/>
                    <a:pt x="1727" y="1758"/>
                  </a:cubicBezTo>
                  <a:cubicBezTo>
                    <a:pt x="1815" y="1716"/>
                    <a:pt x="1913" y="1674"/>
                    <a:pt x="2008" y="1625"/>
                  </a:cubicBezTo>
                  <a:cubicBezTo>
                    <a:pt x="1453" y="1526"/>
                    <a:pt x="735" y="1161"/>
                    <a:pt x="672" y="587"/>
                  </a:cubicBezTo>
                  <a:cubicBezTo>
                    <a:pt x="640" y="303"/>
                    <a:pt x="841" y="0"/>
                    <a:pt x="84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84"/>
            <p:cNvSpPr/>
            <p:nvPr/>
          </p:nvSpPr>
          <p:spPr>
            <a:xfrm>
              <a:off x="3259693" y="2092636"/>
              <a:ext cx="52556" cy="64378"/>
            </a:xfrm>
            <a:custGeom>
              <a:rect b="b" l="l" r="r" t="t"/>
              <a:pathLst>
                <a:path extrusionOk="0" h="2456" w="2005">
                  <a:moveTo>
                    <a:pt x="1003" y="1"/>
                  </a:moveTo>
                  <a:cubicBezTo>
                    <a:pt x="451" y="1"/>
                    <a:pt x="1" y="447"/>
                    <a:pt x="1" y="1003"/>
                  </a:cubicBezTo>
                  <a:lnTo>
                    <a:pt x="1" y="1453"/>
                  </a:lnTo>
                  <a:cubicBezTo>
                    <a:pt x="1" y="2009"/>
                    <a:pt x="451" y="2455"/>
                    <a:pt x="1003" y="2455"/>
                  </a:cubicBezTo>
                  <a:cubicBezTo>
                    <a:pt x="1555" y="2455"/>
                    <a:pt x="2005" y="2009"/>
                    <a:pt x="2005" y="1453"/>
                  </a:cubicBezTo>
                  <a:lnTo>
                    <a:pt x="2005" y="1003"/>
                  </a:lnTo>
                  <a:cubicBezTo>
                    <a:pt x="2005" y="852"/>
                    <a:pt x="1973" y="708"/>
                    <a:pt x="1910" y="574"/>
                  </a:cubicBezTo>
                  <a:cubicBezTo>
                    <a:pt x="1872" y="497"/>
                    <a:pt x="1794" y="452"/>
                    <a:pt x="1714" y="452"/>
                  </a:cubicBezTo>
                  <a:cubicBezTo>
                    <a:pt x="1684" y="452"/>
                    <a:pt x="1654" y="458"/>
                    <a:pt x="1625" y="472"/>
                  </a:cubicBezTo>
                  <a:cubicBezTo>
                    <a:pt x="1520" y="521"/>
                    <a:pt x="1477" y="648"/>
                    <a:pt x="1527" y="753"/>
                  </a:cubicBezTo>
                  <a:cubicBezTo>
                    <a:pt x="1562" y="831"/>
                    <a:pt x="1583" y="915"/>
                    <a:pt x="1583" y="1003"/>
                  </a:cubicBezTo>
                  <a:lnTo>
                    <a:pt x="1583" y="1453"/>
                  </a:lnTo>
                  <a:cubicBezTo>
                    <a:pt x="1583" y="1773"/>
                    <a:pt x="1323" y="2033"/>
                    <a:pt x="1003" y="2033"/>
                  </a:cubicBezTo>
                  <a:cubicBezTo>
                    <a:pt x="683" y="2033"/>
                    <a:pt x="422" y="1773"/>
                    <a:pt x="422" y="1453"/>
                  </a:cubicBezTo>
                  <a:lnTo>
                    <a:pt x="422" y="1003"/>
                  </a:lnTo>
                  <a:cubicBezTo>
                    <a:pt x="422"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84"/>
            <p:cNvSpPr/>
            <p:nvPr/>
          </p:nvSpPr>
          <p:spPr>
            <a:xfrm>
              <a:off x="3135341" y="2092636"/>
              <a:ext cx="52582" cy="64378"/>
            </a:xfrm>
            <a:custGeom>
              <a:rect b="b" l="l" r="r" t="t"/>
              <a:pathLst>
                <a:path extrusionOk="0" h="2456" w="2006">
                  <a:moveTo>
                    <a:pt x="1003" y="1"/>
                  </a:moveTo>
                  <a:cubicBezTo>
                    <a:pt x="451" y="1"/>
                    <a:pt x="1" y="447"/>
                    <a:pt x="1" y="1003"/>
                  </a:cubicBezTo>
                  <a:lnTo>
                    <a:pt x="1" y="1453"/>
                  </a:lnTo>
                  <a:cubicBezTo>
                    <a:pt x="1" y="2009"/>
                    <a:pt x="447" y="2455"/>
                    <a:pt x="1003" y="2455"/>
                  </a:cubicBezTo>
                  <a:cubicBezTo>
                    <a:pt x="1555" y="2455"/>
                    <a:pt x="2005" y="2009"/>
                    <a:pt x="2005" y="1453"/>
                  </a:cubicBezTo>
                  <a:lnTo>
                    <a:pt x="2005" y="1003"/>
                  </a:lnTo>
                  <a:cubicBezTo>
                    <a:pt x="2005" y="852"/>
                    <a:pt x="1974" y="708"/>
                    <a:pt x="1907" y="574"/>
                  </a:cubicBezTo>
                  <a:cubicBezTo>
                    <a:pt x="1871" y="497"/>
                    <a:pt x="1794" y="452"/>
                    <a:pt x="1715" y="452"/>
                  </a:cubicBezTo>
                  <a:cubicBezTo>
                    <a:pt x="1685" y="452"/>
                    <a:pt x="1654" y="458"/>
                    <a:pt x="1625" y="472"/>
                  </a:cubicBezTo>
                  <a:cubicBezTo>
                    <a:pt x="1520" y="521"/>
                    <a:pt x="1474" y="648"/>
                    <a:pt x="1527" y="753"/>
                  </a:cubicBezTo>
                  <a:cubicBezTo>
                    <a:pt x="1562" y="831"/>
                    <a:pt x="1583" y="915"/>
                    <a:pt x="1583" y="1003"/>
                  </a:cubicBezTo>
                  <a:lnTo>
                    <a:pt x="1583" y="1453"/>
                  </a:lnTo>
                  <a:cubicBezTo>
                    <a:pt x="1583" y="1773"/>
                    <a:pt x="1323" y="2033"/>
                    <a:pt x="1003" y="2033"/>
                  </a:cubicBezTo>
                  <a:cubicBezTo>
                    <a:pt x="683" y="2033"/>
                    <a:pt x="423" y="1773"/>
                    <a:pt x="423" y="1453"/>
                  </a:cubicBezTo>
                  <a:lnTo>
                    <a:pt x="423" y="1003"/>
                  </a:lnTo>
                  <a:cubicBezTo>
                    <a:pt x="423"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84"/>
            <p:cNvSpPr/>
            <p:nvPr/>
          </p:nvSpPr>
          <p:spPr>
            <a:xfrm>
              <a:off x="3034239" y="1980106"/>
              <a:ext cx="379033" cy="336752"/>
            </a:xfrm>
            <a:custGeom>
              <a:rect b="b" l="l" r="r" t="t"/>
              <a:pathLst>
                <a:path extrusionOk="0" h="12847" w="14460">
                  <a:moveTo>
                    <a:pt x="2940" y="422"/>
                  </a:moveTo>
                  <a:cubicBezTo>
                    <a:pt x="3274" y="422"/>
                    <a:pt x="3675" y="545"/>
                    <a:pt x="3977" y="661"/>
                  </a:cubicBezTo>
                  <a:cubicBezTo>
                    <a:pt x="2842" y="1284"/>
                    <a:pt x="2673" y="2666"/>
                    <a:pt x="2508" y="4002"/>
                  </a:cubicBezTo>
                  <a:cubicBezTo>
                    <a:pt x="2370" y="5092"/>
                    <a:pt x="2233" y="6217"/>
                    <a:pt x="1572" y="6903"/>
                  </a:cubicBezTo>
                  <a:cubicBezTo>
                    <a:pt x="1530" y="6948"/>
                    <a:pt x="1472" y="6971"/>
                    <a:pt x="1414" y="6971"/>
                  </a:cubicBezTo>
                  <a:cubicBezTo>
                    <a:pt x="1394" y="6971"/>
                    <a:pt x="1374" y="6968"/>
                    <a:pt x="1354" y="6963"/>
                  </a:cubicBezTo>
                  <a:cubicBezTo>
                    <a:pt x="1270" y="6945"/>
                    <a:pt x="1203" y="6882"/>
                    <a:pt x="1178" y="6797"/>
                  </a:cubicBezTo>
                  <a:cubicBezTo>
                    <a:pt x="1062" y="6414"/>
                    <a:pt x="929" y="5757"/>
                    <a:pt x="950" y="4793"/>
                  </a:cubicBezTo>
                  <a:cubicBezTo>
                    <a:pt x="971" y="3805"/>
                    <a:pt x="686" y="3415"/>
                    <a:pt x="475" y="3263"/>
                  </a:cubicBezTo>
                  <a:cubicBezTo>
                    <a:pt x="640" y="2648"/>
                    <a:pt x="1347" y="422"/>
                    <a:pt x="2940" y="422"/>
                  </a:cubicBezTo>
                  <a:close/>
                  <a:moveTo>
                    <a:pt x="7230" y="7655"/>
                  </a:moveTo>
                  <a:cubicBezTo>
                    <a:pt x="7849" y="7655"/>
                    <a:pt x="8376" y="7968"/>
                    <a:pt x="8376" y="8345"/>
                  </a:cubicBezTo>
                  <a:lnTo>
                    <a:pt x="8376" y="8348"/>
                  </a:lnTo>
                  <a:cubicBezTo>
                    <a:pt x="8376" y="8686"/>
                    <a:pt x="7888" y="8907"/>
                    <a:pt x="7533" y="9069"/>
                  </a:cubicBezTo>
                  <a:lnTo>
                    <a:pt x="7518" y="9076"/>
                  </a:lnTo>
                  <a:cubicBezTo>
                    <a:pt x="7427" y="9118"/>
                    <a:pt x="7329" y="9139"/>
                    <a:pt x="7232" y="9139"/>
                  </a:cubicBezTo>
                  <a:cubicBezTo>
                    <a:pt x="7134" y="9139"/>
                    <a:pt x="7037" y="9118"/>
                    <a:pt x="6945" y="9076"/>
                  </a:cubicBezTo>
                  <a:lnTo>
                    <a:pt x="6928" y="9069"/>
                  </a:lnTo>
                  <a:cubicBezTo>
                    <a:pt x="6573" y="8907"/>
                    <a:pt x="6087" y="8686"/>
                    <a:pt x="6087" y="8348"/>
                  </a:cubicBezTo>
                  <a:cubicBezTo>
                    <a:pt x="6087" y="7972"/>
                    <a:pt x="6611" y="7655"/>
                    <a:pt x="7230" y="7655"/>
                  </a:cubicBezTo>
                  <a:close/>
                  <a:moveTo>
                    <a:pt x="11527" y="426"/>
                  </a:moveTo>
                  <a:cubicBezTo>
                    <a:pt x="13117" y="426"/>
                    <a:pt x="13827" y="2648"/>
                    <a:pt x="13992" y="3267"/>
                  </a:cubicBezTo>
                  <a:cubicBezTo>
                    <a:pt x="13778" y="3415"/>
                    <a:pt x="13493" y="3805"/>
                    <a:pt x="13514" y="4793"/>
                  </a:cubicBezTo>
                  <a:cubicBezTo>
                    <a:pt x="13535" y="5760"/>
                    <a:pt x="13401" y="6421"/>
                    <a:pt x="13285" y="6801"/>
                  </a:cubicBezTo>
                  <a:cubicBezTo>
                    <a:pt x="13261" y="6882"/>
                    <a:pt x="13194" y="6945"/>
                    <a:pt x="13110" y="6966"/>
                  </a:cubicBezTo>
                  <a:cubicBezTo>
                    <a:pt x="13091" y="6971"/>
                    <a:pt x="13072" y="6974"/>
                    <a:pt x="13054" y="6974"/>
                  </a:cubicBezTo>
                  <a:cubicBezTo>
                    <a:pt x="12994" y="6974"/>
                    <a:pt x="12934" y="6948"/>
                    <a:pt x="12892" y="6903"/>
                  </a:cubicBezTo>
                  <a:cubicBezTo>
                    <a:pt x="12230" y="6221"/>
                    <a:pt x="12090" y="5095"/>
                    <a:pt x="11956" y="4002"/>
                  </a:cubicBezTo>
                  <a:cubicBezTo>
                    <a:pt x="11868" y="3277"/>
                    <a:pt x="11773" y="2525"/>
                    <a:pt x="11524" y="1906"/>
                  </a:cubicBezTo>
                  <a:cubicBezTo>
                    <a:pt x="11486" y="1815"/>
                    <a:pt x="11411" y="1776"/>
                    <a:pt x="11336" y="1776"/>
                  </a:cubicBezTo>
                  <a:cubicBezTo>
                    <a:pt x="11204" y="1776"/>
                    <a:pt x="11070" y="1897"/>
                    <a:pt x="11133" y="2061"/>
                  </a:cubicBezTo>
                  <a:cubicBezTo>
                    <a:pt x="11362" y="2634"/>
                    <a:pt x="11446" y="3323"/>
                    <a:pt x="11538" y="4055"/>
                  </a:cubicBezTo>
                  <a:cubicBezTo>
                    <a:pt x="11654" y="4990"/>
                    <a:pt x="11770" y="5950"/>
                    <a:pt x="12213" y="6699"/>
                  </a:cubicBezTo>
                  <a:cubicBezTo>
                    <a:pt x="12132" y="7385"/>
                    <a:pt x="11886" y="8039"/>
                    <a:pt x="11489" y="8605"/>
                  </a:cubicBezTo>
                  <a:cubicBezTo>
                    <a:pt x="11246" y="8956"/>
                    <a:pt x="10947" y="9266"/>
                    <a:pt x="10602" y="9519"/>
                  </a:cubicBezTo>
                  <a:cubicBezTo>
                    <a:pt x="10581" y="9146"/>
                    <a:pt x="10377" y="8798"/>
                    <a:pt x="10022" y="8538"/>
                  </a:cubicBezTo>
                  <a:cubicBezTo>
                    <a:pt x="9685" y="8288"/>
                    <a:pt x="9242" y="8148"/>
                    <a:pt x="8770" y="8134"/>
                  </a:cubicBezTo>
                  <a:cubicBezTo>
                    <a:pt x="8637" y="7613"/>
                    <a:pt x="8007" y="7230"/>
                    <a:pt x="7230" y="7230"/>
                  </a:cubicBezTo>
                  <a:cubicBezTo>
                    <a:pt x="6456" y="7230"/>
                    <a:pt x="5824" y="7613"/>
                    <a:pt x="5693" y="8134"/>
                  </a:cubicBezTo>
                  <a:cubicBezTo>
                    <a:pt x="5591" y="8137"/>
                    <a:pt x="5493" y="8148"/>
                    <a:pt x="5395" y="8162"/>
                  </a:cubicBezTo>
                  <a:cubicBezTo>
                    <a:pt x="5122" y="8192"/>
                    <a:pt x="5164" y="8584"/>
                    <a:pt x="5414" y="8584"/>
                  </a:cubicBezTo>
                  <a:cubicBezTo>
                    <a:pt x="5428" y="8584"/>
                    <a:pt x="5442" y="8583"/>
                    <a:pt x="5458" y="8580"/>
                  </a:cubicBezTo>
                  <a:cubicBezTo>
                    <a:pt x="5535" y="8566"/>
                    <a:pt x="5616" y="8559"/>
                    <a:pt x="5693" y="8559"/>
                  </a:cubicBezTo>
                  <a:cubicBezTo>
                    <a:pt x="5827" y="9030"/>
                    <a:pt x="6376" y="9280"/>
                    <a:pt x="6755" y="9452"/>
                  </a:cubicBezTo>
                  <a:lnTo>
                    <a:pt x="6769" y="9459"/>
                  </a:lnTo>
                  <a:cubicBezTo>
                    <a:pt x="6917" y="9526"/>
                    <a:pt x="7074" y="9560"/>
                    <a:pt x="7232" y="9560"/>
                  </a:cubicBezTo>
                  <a:cubicBezTo>
                    <a:pt x="7389" y="9560"/>
                    <a:pt x="7547" y="9526"/>
                    <a:pt x="7694" y="9459"/>
                  </a:cubicBezTo>
                  <a:lnTo>
                    <a:pt x="7708" y="9452"/>
                  </a:lnTo>
                  <a:cubicBezTo>
                    <a:pt x="8088" y="9280"/>
                    <a:pt x="8640" y="9030"/>
                    <a:pt x="8770" y="8559"/>
                  </a:cubicBezTo>
                  <a:cubicBezTo>
                    <a:pt x="9554" y="8584"/>
                    <a:pt x="10184" y="9037"/>
                    <a:pt x="10184" y="9586"/>
                  </a:cubicBezTo>
                  <a:cubicBezTo>
                    <a:pt x="10184" y="10156"/>
                    <a:pt x="9519" y="10620"/>
                    <a:pt x="8700" y="10620"/>
                  </a:cubicBezTo>
                  <a:cubicBezTo>
                    <a:pt x="8289" y="10620"/>
                    <a:pt x="7909" y="10504"/>
                    <a:pt x="7624" y="10293"/>
                  </a:cubicBezTo>
                  <a:cubicBezTo>
                    <a:pt x="7506" y="10207"/>
                    <a:pt x="7368" y="10164"/>
                    <a:pt x="7231" y="10164"/>
                  </a:cubicBezTo>
                  <a:cubicBezTo>
                    <a:pt x="7093" y="10164"/>
                    <a:pt x="6956" y="10207"/>
                    <a:pt x="6840" y="10293"/>
                  </a:cubicBezTo>
                  <a:cubicBezTo>
                    <a:pt x="6555" y="10504"/>
                    <a:pt x="6175" y="10620"/>
                    <a:pt x="5764" y="10620"/>
                  </a:cubicBezTo>
                  <a:cubicBezTo>
                    <a:pt x="4944" y="10620"/>
                    <a:pt x="4280" y="10156"/>
                    <a:pt x="4280" y="9586"/>
                  </a:cubicBezTo>
                  <a:cubicBezTo>
                    <a:pt x="4280" y="9340"/>
                    <a:pt x="4413" y="9097"/>
                    <a:pt x="4653" y="8907"/>
                  </a:cubicBezTo>
                  <a:cubicBezTo>
                    <a:pt x="4830" y="8767"/>
                    <a:pt x="4696" y="8527"/>
                    <a:pt x="4522" y="8527"/>
                  </a:cubicBezTo>
                  <a:cubicBezTo>
                    <a:pt x="4479" y="8527"/>
                    <a:pt x="4433" y="8542"/>
                    <a:pt x="4389" y="8577"/>
                  </a:cubicBezTo>
                  <a:cubicBezTo>
                    <a:pt x="4065" y="8833"/>
                    <a:pt x="3879" y="9164"/>
                    <a:pt x="3858" y="9519"/>
                  </a:cubicBezTo>
                  <a:cubicBezTo>
                    <a:pt x="3513" y="9266"/>
                    <a:pt x="3214" y="8956"/>
                    <a:pt x="2972" y="8605"/>
                  </a:cubicBezTo>
                  <a:cubicBezTo>
                    <a:pt x="2574" y="8039"/>
                    <a:pt x="2328" y="7385"/>
                    <a:pt x="2251" y="6699"/>
                  </a:cubicBezTo>
                  <a:cubicBezTo>
                    <a:pt x="2690" y="5950"/>
                    <a:pt x="2806" y="4990"/>
                    <a:pt x="2922" y="4055"/>
                  </a:cubicBezTo>
                  <a:cubicBezTo>
                    <a:pt x="3014" y="3309"/>
                    <a:pt x="3102" y="2609"/>
                    <a:pt x="3341" y="2033"/>
                  </a:cubicBezTo>
                  <a:cubicBezTo>
                    <a:pt x="3584" y="1438"/>
                    <a:pt x="3960" y="1073"/>
                    <a:pt x="4515" y="890"/>
                  </a:cubicBezTo>
                  <a:cubicBezTo>
                    <a:pt x="4698" y="954"/>
                    <a:pt x="4856" y="979"/>
                    <a:pt x="5004" y="979"/>
                  </a:cubicBezTo>
                  <a:cubicBezTo>
                    <a:pt x="5221" y="979"/>
                    <a:pt x="5417" y="926"/>
                    <a:pt x="5641" y="865"/>
                  </a:cubicBezTo>
                  <a:cubicBezTo>
                    <a:pt x="6161" y="723"/>
                    <a:pt x="6696" y="652"/>
                    <a:pt x="7230" y="652"/>
                  </a:cubicBezTo>
                  <a:cubicBezTo>
                    <a:pt x="7765" y="652"/>
                    <a:pt x="8299" y="723"/>
                    <a:pt x="8820" y="865"/>
                  </a:cubicBezTo>
                  <a:cubicBezTo>
                    <a:pt x="9041" y="928"/>
                    <a:pt x="9238" y="981"/>
                    <a:pt x="9456" y="981"/>
                  </a:cubicBezTo>
                  <a:cubicBezTo>
                    <a:pt x="9621" y="978"/>
                    <a:pt x="9790" y="950"/>
                    <a:pt x="9945" y="893"/>
                  </a:cubicBezTo>
                  <a:cubicBezTo>
                    <a:pt x="10230" y="981"/>
                    <a:pt x="10486" y="1139"/>
                    <a:pt x="10694" y="1354"/>
                  </a:cubicBezTo>
                  <a:cubicBezTo>
                    <a:pt x="10740" y="1403"/>
                    <a:pt x="10793" y="1423"/>
                    <a:pt x="10844" y="1423"/>
                  </a:cubicBezTo>
                  <a:cubicBezTo>
                    <a:pt x="11006" y="1423"/>
                    <a:pt x="11150" y="1217"/>
                    <a:pt x="11000" y="1062"/>
                  </a:cubicBezTo>
                  <a:cubicBezTo>
                    <a:pt x="10849" y="904"/>
                    <a:pt x="10676" y="770"/>
                    <a:pt x="10486" y="665"/>
                  </a:cubicBezTo>
                  <a:cubicBezTo>
                    <a:pt x="10789" y="549"/>
                    <a:pt x="11193" y="426"/>
                    <a:pt x="11527" y="426"/>
                  </a:cubicBezTo>
                  <a:close/>
                  <a:moveTo>
                    <a:pt x="5187" y="10975"/>
                  </a:moveTo>
                  <a:cubicBezTo>
                    <a:pt x="5377" y="11017"/>
                    <a:pt x="5570" y="11042"/>
                    <a:pt x="5764" y="11042"/>
                  </a:cubicBezTo>
                  <a:cubicBezTo>
                    <a:pt x="5806" y="11042"/>
                    <a:pt x="5848" y="11042"/>
                    <a:pt x="5890" y="11038"/>
                  </a:cubicBezTo>
                  <a:lnTo>
                    <a:pt x="5890" y="11506"/>
                  </a:lnTo>
                  <a:cubicBezTo>
                    <a:pt x="5890" y="11559"/>
                    <a:pt x="5894" y="11608"/>
                    <a:pt x="5901" y="11657"/>
                  </a:cubicBezTo>
                  <a:cubicBezTo>
                    <a:pt x="5609" y="11492"/>
                    <a:pt x="5366" y="11256"/>
                    <a:pt x="5187" y="10975"/>
                  </a:cubicBezTo>
                  <a:close/>
                  <a:moveTo>
                    <a:pt x="9277" y="10975"/>
                  </a:moveTo>
                  <a:cubicBezTo>
                    <a:pt x="9097" y="11260"/>
                    <a:pt x="8855" y="11495"/>
                    <a:pt x="8563" y="11661"/>
                  </a:cubicBezTo>
                  <a:cubicBezTo>
                    <a:pt x="8570" y="11611"/>
                    <a:pt x="8573" y="11559"/>
                    <a:pt x="8573" y="11509"/>
                  </a:cubicBezTo>
                  <a:lnTo>
                    <a:pt x="8573" y="11038"/>
                  </a:lnTo>
                  <a:cubicBezTo>
                    <a:pt x="8616" y="11038"/>
                    <a:pt x="8658" y="11042"/>
                    <a:pt x="8700" y="11042"/>
                  </a:cubicBezTo>
                  <a:cubicBezTo>
                    <a:pt x="8893" y="11042"/>
                    <a:pt x="9087" y="11021"/>
                    <a:pt x="9277" y="10975"/>
                  </a:cubicBezTo>
                  <a:close/>
                  <a:moveTo>
                    <a:pt x="7019" y="10680"/>
                  </a:moveTo>
                  <a:lnTo>
                    <a:pt x="7019" y="11281"/>
                  </a:lnTo>
                  <a:cubicBezTo>
                    <a:pt x="7019" y="11397"/>
                    <a:pt x="7114" y="11492"/>
                    <a:pt x="7230" y="11492"/>
                  </a:cubicBezTo>
                  <a:cubicBezTo>
                    <a:pt x="7350" y="11492"/>
                    <a:pt x="7445" y="11397"/>
                    <a:pt x="7441" y="11281"/>
                  </a:cubicBezTo>
                  <a:lnTo>
                    <a:pt x="7441" y="10683"/>
                  </a:lnTo>
                  <a:cubicBezTo>
                    <a:pt x="7659" y="10824"/>
                    <a:pt x="7898" y="10926"/>
                    <a:pt x="8148" y="10982"/>
                  </a:cubicBezTo>
                  <a:lnTo>
                    <a:pt x="8148" y="11509"/>
                  </a:lnTo>
                  <a:cubicBezTo>
                    <a:pt x="8148" y="12016"/>
                    <a:pt x="7736" y="12424"/>
                    <a:pt x="7230" y="12427"/>
                  </a:cubicBezTo>
                  <a:lnTo>
                    <a:pt x="7230" y="12424"/>
                  </a:lnTo>
                  <a:cubicBezTo>
                    <a:pt x="6724" y="12424"/>
                    <a:pt x="6312" y="12012"/>
                    <a:pt x="6312" y="11506"/>
                  </a:cubicBezTo>
                  <a:lnTo>
                    <a:pt x="6312" y="10978"/>
                  </a:lnTo>
                  <a:cubicBezTo>
                    <a:pt x="6565" y="10922"/>
                    <a:pt x="6805" y="10820"/>
                    <a:pt x="7019" y="10680"/>
                  </a:cubicBezTo>
                  <a:close/>
                  <a:moveTo>
                    <a:pt x="2937" y="0"/>
                  </a:moveTo>
                  <a:cubicBezTo>
                    <a:pt x="2022" y="0"/>
                    <a:pt x="1224" y="587"/>
                    <a:pt x="633" y="1695"/>
                  </a:cubicBezTo>
                  <a:cubicBezTo>
                    <a:pt x="359" y="2212"/>
                    <a:pt x="151" y="2761"/>
                    <a:pt x="18" y="3330"/>
                  </a:cubicBezTo>
                  <a:cubicBezTo>
                    <a:pt x="0" y="3390"/>
                    <a:pt x="11" y="3453"/>
                    <a:pt x="46" y="3503"/>
                  </a:cubicBezTo>
                  <a:cubicBezTo>
                    <a:pt x="78" y="3552"/>
                    <a:pt x="127" y="3580"/>
                    <a:pt x="183" y="3583"/>
                  </a:cubicBezTo>
                  <a:cubicBezTo>
                    <a:pt x="229" y="3604"/>
                    <a:pt x="542" y="3773"/>
                    <a:pt x="521" y="4782"/>
                  </a:cubicBezTo>
                  <a:cubicBezTo>
                    <a:pt x="500" y="5802"/>
                    <a:pt x="644" y="6509"/>
                    <a:pt x="767" y="6920"/>
                  </a:cubicBezTo>
                  <a:cubicBezTo>
                    <a:pt x="837" y="7149"/>
                    <a:pt x="1020" y="7321"/>
                    <a:pt x="1252" y="7374"/>
                  </a:cubicBezTo>
                  <a:cubicBezTo>
                    <a:pt x="1305" y="7388"/>
                    <a:pt x="1358" y="7392"/>
                    <a:pt x="1410" y="7392"/>
                  </a:cubicBezTo>
                  <a:cubicBezTo>
                    <a:pt x="1414" y="7392"/>
                    <a:pt x="1418" y="7392"/>
                    <a:pt x="1422" y="7392"/>
                  </a:cubicBezTo>
                  <a:cubicBezTo>
                    <a:pt x="1594" y="7392"/>
                    <a:pt x="1754" y="7318"/>
                    <a:pt x="1875" y="7195"/>
                  </a:cubicBezTo>
                  <a:lnTo>
                    <a:pt x="1896" y="7170"/>
                  </a:lnTo>
                  <a:cubicBezTo>
                    <a:pt x="2188" y="8549"/>
                    <a:pt x="3112" y="9656"/>
                    <a:pt x="3974" y="10096"/>
                  </a:cubicBezTo>
                  <a:cubicBezTo>
                    <a:pt x="4079" y="10310"/>
                    <a:pt x="4241" y="10497"/>
                    <a:pt x="4438" y="10637"/>
                  </a:cubicBezTo>
                  <a:cubicBezTo>
                    <a:pt x="4491" y="10676"/>
                    <a:pt x="4551" y="10715"/>
                    <a:pt x="4607" y="10746"/>
                  </a:cubicBezTo>
                  <a:cubicBezTo>
                    <a:pt x="4860" y="11429"/>
                    <a:pt x="5402" y="11963"/>
                    <a:pt x="6087" y="12206"/>
                  </a:cubicBezTo>
                  <a:cubicBezTo>
                    <a:pt x="6347" y="12633"/>
                    <a:pt x="6788" y="12847"/>
                    <a:pt x="7229" y="12847"/>
                  </a:cubicBezTo>
                  <a:cubicBezTo>
                    <a:pt x="7670" y="12847"/>
                    <a:pt x="8111" y="12633"/>
                    <a:pt x="8373" y="12206"/>
                  </a:cubicBezTo>
                  <a:cubicBezTo>
                    <a:pt x="9059" y="11967"/>
                    <a:pt x="9600" y="11429"/>
                    <a:pt x="9850" y="10746"/>
                  </a:cubicBezTo>
                  <a:cubicBezTo>
                    <a:pt x="9910" y="10715"/>
                    <a:pt x="9966" y="10676"/>
                    <a:pt x="10019" y="10637"/>
                  </a:cubicBezTo>
                  <a:cubicBezTo>
                    <a:pt x="10216" y="10497"/>
                    <a:pt x="10377" y="10310"/>
                    <a:pt x="10486" y="10096"/>
                  </a:cubicBezTo>
                  <a:cubicBezTo>
                    <a:pt x="11348" y="9656"/>
                    <a:pt x="12273" y="8549"/>
                    <a:pt x="12561" y="7170"/>
                  </a:cubicBezTo>
                  <a:lnTo>
                    <a:pt x="12582" y="7195"/>
                  </a:lnTo>
                  <a:cubicBezTo>
                    <a:pt x="12702" y="7318"/>
                    <a:pt x="12866" y="7392"/>
                    <a:pt x="13035" y="7392"/>
                  </a:cubicBezTo>
                  <a:cubicBezTo>
                    <a:pt x="13038" y="7392"/>
                    <a:pt x="13042" y="7392"/>
                    <a:pt x="13046" y="7392"/>
                  </a:cubicBezTo>
                  <a:cubicBezTo>
                    <a:pt x="13103" y="7392"/>
                    <a:pt x="13155" y="7388"/>
                    <a:pt x="13205" y="7374"/>
                  </a:cubicBezTo>
                  <a:cubicBezTo>
                    <a:pt x="13437" y="7321"/>
                    <a:pt x="13619" y="7149"/>
                    <a:pt x="13690" y="6920"/>
                  </a:cubicBezTo>
                  <a:cubicBezTo>
                    <a:pt x="13813" y="6509"/>
                    <a:pt x="13957" y="5802"/>
                    <a:pt x="13936" y="4782"/>
                  </a:cubicBezTo>
                  <a:cubicBezTo>
                    <a:pt x="13915" y="3773"/>
                    <a:pt x="14228" y="3604"/>
                    <a:pt x="14274" y="3583"/>
                  </a:cubicBezTo>
                  <a:cubicBezTo>
                    <a:pt x="14330" y="3580"/>
                    <a:pt x="14379" y="3552"/>
                    <a:pt x="14414" y="3503"/>
                  </a:cubicBezTo>
                  <a:cubicBezTo>
                    <a:pt x="14449" y="3453"/>
                    <a:pt x="14460" y="3390"/>
                    <a:pt x="14442" y="3330"/>
                  </a:cubicBezTo>
                  <a:cubicBezTo>
                    <a:pt x="14305" y="2761"/>
                    <a:pt x="14101" y="2212"/>
                    <a:pt x="13827" y="1695"/>
                  </a:cubicBezTo>
                  <a:cubicBezTo>
                    <a:pt x="13233" y="587"/>
                    <a:pt x="12434" y="0"/>
                    <a:pt x="11524" y="0"/>
                  </a:cubicBezTo>
                  <a:cubicBezTo>
                    <a:pt x="10834" y="0"/>
                    <a:pt x="9962" y="419"/>
                    <a:pt x="9857" y="471"/>
                  </a:cubicBezTo>
                  <a:cubicBezTo>
                    <a:pt x="9702" y="531"/>
                    <a:pt x="9576" y="554"/>
                    <a:pt x="9453" y="554"/>
                  </a:cubicBezTo>
                  <a:cubicBezTo>
                    <a:pt x="9292" y="554"/>
                    <a:pt x="9136" y="513"/>
                    <a:pt x="8929" y="457"/>
                  </a:cubicBezTo>
                  <a:cubicBezTo>
                    <a:pt x="8373" y="304"/>
                    <a:pt x="7802" y="228"/>
                    <a:pt x="7230" y="228"/>
                  </a:cubicBezTo>
                  <a:cubicBezTo>
                    <a:pt x="6659" y="228"/>
                    <a:pt x="6087" y="304"/>
                    <a:pt x="5532" y="457"/>
                  </a:cubicBezTo>
                  <a:cubicBezTo>
                    <a:pt x="5322" y="513"/>
                    <a:pt x="5165" y="554"/>
                    <a:pt x="5004" y="554"/>
                  </a:cubicBezTo>
                  <a:cubicBezTo>
                    <a:pt x="4882" y="554"/>
                    <a:pt x="4757" y="531"/>
                    <a:pt x="4603" y="471"/>
                  </a:cubicBezTo>
                  <a:cubicBezTo>
                    <a:pt x="4494" y="419"/>
                    <a:pt x="3626" y="0"/>
                    <a:pt x="29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1" name="Google Shape;16911;p84"/>
          <p:cNvGrpSpPr/>
          <p:nvPr/>
        </p:nvGrpSpPr>
        <p:grpSpPr>
          <a:xfrm>
            <a:off x="874854" y="1965322"/>
            <a:ext cx="322361" cy="368653"/>
            <a:chOff x="874854" y="1965322"/>
            <a:chExt cx="322361" cy="368653"/>
          </a:xfrm>
        </p:grpSpPr>
        <p:sp>
          <p:nvSpPr>
            <p:cNvPr id="16912" name="Google Shape;16912;p84"/>
            <p:cNvSpPr/>
            <p:nvPr/>
          </p:nvSpPr>
          <p:spPr>
            <a:xfrm>
              <a:off x="1066755" y="1970774"/>
              <a:ext cx="125217" cy="187157"/>
            </a:xfrm>
            <a:custGeom>
              <a:rect b="b" l="l" r="r" t="t"/>
              <a:pathLst>
                <a:path extrusionOk="0" h="7140" w="4777">
                  <a:moveTo>
                    <a:pt x="4776" y="1"/>
                  </a:moveTo>
                  <a:cubicBezTo>
                    <a:pt x="4776" y="1"/>
                    <a:pt x="1780" y="1777"/>
                    <a:pt x="1" y="5543"/>
                  </a:cubicBezTo>
                  <a:lnTo>
                    <a:pt x="1966" y="7139"/>
                  </a:lnTo>
                  <a:cubicBezTo>
                    <a:pt x="4671" y="4896"/>
                    <a:pt x="4776" y="1"/>
                    <a:pt x="4776"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84"/>
            <p:cNvSpPr/>
            <p:nvPr/>
          </p:nvSpPr>
          <p:spPr>
            <a:xfrm>
              <a:off x="1093781" y="1970774"/>
              <a:ext cx="98192" cy="187157"/>
            </a:xfrm>
            <a:custGeom>
              <a:rect b="b" l="l" r="r" t="t"/>
              <a:pathLst>
                <a:path extrusionOk="0" h="7140" w="3746">
                  <a:moveTo>
                    <a:pt x="3745" y="1"/>
                  </a:moveTo>
                  <a:lnTo>
                    <a:pt x="3745" y="1"/>
                  </a:lnTo>
                  <a:cubicBezTo>
                    <a:pt x="1727" y="2188"/>
                    <a:pt x="475" y="4766"/>
                    <a:pt x="0" y="5856"/>
                  </a:cubicBezTo>
                  <a:lnTo>
                    <a:pt x="67" y="6436"/>
                  </a:lnTo>
                  <a:lnTo>
                    <a:pt x="935" y="7139"/>
                  </a:lnTo>
                  <a:cubicBezTo>
                    <a:pt x="3640" y="4896"/>
                    <a:pt x="3745" y="1"/>
                    <a:pt x="3745"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84"/>
            <p:cNvSpPr/>
            <p:nvPr/>
          </p:nvSpPr>
          <p:spPr>
            <a:xfrm>
              <a:off x="880280" y="1970774"/>
              <a:ext cx="125217" cy="187157"/>
            </a:xfrm>
            <a:custGeom>
              <a:rect b="b" l="l" r="r" t="t"/>
              <a:pathLst>
                <a:path extrusionOk="0" h="7140" w="4777">
                  <a:moveTo>
                    <a:pt x="1" y="1"/>
                  </a:moveTo>
                  <a:lnTo>
                    <a:pt x="1" y="1"/>
                  </a:lnTo>
                  <a:cubicBezTo>
                    <a:pt x="1" y="1"/>
                    <a:pt x="106" y="4896"/>
                    <a:pt x="2807" y="7139"/>
                  </a:cubicBezTo>
                  <a:lnTo>
                    <a:pt x="4776" y="5543"/>
                  </a:lnTo>
                  <a:cubicBezTo>
                    <a:pt x="2997" y="1777"/>
                    <a:pt x="1" y="1"/>
                    <a:pt x="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84"/>
            <p:cNvSpPr/>
            <p:nvPr/>
          </p:nvSpPr>
          <p:spPr>
            <a:xfrm>
              <a:off x="880280" y="1970774"/>
              <a:ext cx="98192" cy="187157"/>
            </a:xfrm>
            <a:custGeom>
              <a:rect b="b" l="l" r="r" t="t"/>
              <a:pathLst>
                <a:path extrusionOk="0" h="7140" w="3746">
                  <a:moveTo>
                    <a:pt x="1" y="1"/>
                  </a:moveTo>
                  <a:cubicBezTo>
                    <a:pt x="1" y="1"/>
                    <a:pt x="106" y="4896"/>
                    <a:pt x="2807" y="7139"/>
                  </a:cubicBezTo>
                  <a:lnTo>
                    <a:pt x="3679" y="6436"/>
                  </a:lnTo>
                  <a:lnTo>
                    <a:pt x="3746" y="5856"/>
                  </a:lnTo>
                  <a:cubicBezTo>
                    <a:pt x="3268" y="4766"/>
                    <a:pt x="2023" y="2188"/>
                    <a:pt x="1"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84"/>
            <p:cNvSpPr/>
            <p:nvPr/>
          </p:nvSpPr>
          <p:spPr>
            <a:xfrm>
              <a:off x="926283" y="2109229"/>
              <a:ext cx="219320" cy="219320"/>
            </a:xfrm>
            <a:custGeom>
              <a:rect b="b" l="l" r="r" t="t"/>
              <a:pathLst>
                <a:path extrusionOk="0" h="8367" w="8367">
                  <a:moveTo>
                    <a:pt x="4185" y="1"/>
                  </a:moveTo>
                  <a:cubicBezTo>
                    <a:pt x="2241" y="1"/>
                    <a:pt x="665" y="1312"/>
                    <a:pt x="665" y="2930"/>
                  </a:cubicBezTo>
                  <a:lnTo>
                    <a:pt x="665" y="3014"/>
                  </a:lnTo>
                  <a:cubicBezTo>
                    <a:pt x="683" y="3485"/>
                    <a:pt x="539" y="3939"/>
                    <a:pt x="303" y="4350"/>
                  </a:cubicBezTo>
                  <a:cubicBezTo>
                    <a:pt x="106" y="4681"/>
                    <a:pt x="4" y="5057"/>
                    <a:pt x="1" y="5441"/>
                  </a:cubicBezTo>
                  <a:cubicBezTo>
                    <a:pt x="1" y="7055"/>
                    <a:pt x="1875" y="8366"/>
                    <a:pt x="4185" y="8366"/>
                  </a:cubicBezTo>
                  <a:cubicBezTo>
                    <a:pt x="6496" y="8366"/>
                    <a:pt x="8366" y="7055"/>
                    <a:pt x="8366" y="5441"/>
                  </a:cubicBezTo>
                  <a:cubicBezTo>
                    <a:pt x="8366" y="5057"/>
                    <a:pt x="8264" y="4681"/>
                    <a:pt x="8071" y="4350"/>
                  </a:cubicBezTo>
                  <a:cubicBezTo>
                    <a:pt x="7832" y="3939"/>
                    <a:pt x="7691" y="3485"/>
                    <a:pt x="7709" y="3014"/>
                  </a:cubicBezTo>
                  <a:lnTo>
                    <a:pt x="7709" y="2930"/>
                  </a:lnTo>
                  <a:cubicBezTo>
                    <a:pt x="7709" y="1312"/>
                    <a:pt x="6133" y="1"/>
                    <a:pt x="418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84"/>
            <p:cNvSpPr/>
            <p:nvPr/>
          </p:nvSpPr>
          <p:spPr>
            <a:xfrm>
              <a:off x="926466" y="2109517"/>
              <a:ext cx="102805" cy="215336"/>
            </a:xfrm>
            <a:custGeom>
              <a:rect b="b" l="l" r="r" t="t"/>
              <a:pathLst>
                <a:path extrusionOk="0" h="8215" w="3922">
                  <a:moveTo>
                    <a:pt x="3922" y="0"/>
                  </a:moveTo>
                  <a:lnTo>
                    <a:pt x="3922" y="0"/>
                  </a:lnTo>
                  <a:cubicBezTo>
                    <a:pt x="2100" y="113"/>
                    <a:pt x="662" y="1375"/>
                    <a:pt x="662" y="2919"/>
                  </a:cubicBezTo>
                  <a:lnTo>
                    <a:pt x="662" y="3003"/>
                  </a:lnTo>
                  <a:cubicBezTo>
                    <a:pt x="679" y="3474"/>
                    <a:pt x="539" y="3928"/>
                    <a:pt x="300" y="4339"/>
                  </a:cubicBezTo>
                  <a:cubicBezTo>
                    <a:pt x="106" y="4670"/>
                    <a:pt x="1" y="5046"/>
                    <a:pt x="1" y="5430"/>
                  </a:cubicBezTo>
                  <a:cubicBezTo>
                    <a:pt x="1" y="6731"/>
                    <a:pt x="1217" y="7835"/>
                    <a:pt x="2902" y="8215"/>
                  </a:cubicBezTo>
                  <a:cubicBezTo>
                    <a:pt x="2107" y="7596"/>
                    <a:pt x="1615" y="6731"/>
                    <a:pt x="1615" y="5774"/>
                  </a:cubicBezTo>
                  <a:cubicBezTo>
                    <a:pt x="1615" y="5335"/>
                    <a:pt x="1717" y="4906"/>
                    <a:pt x="1914" y="4515"/>
                  </a:cubicBezTo>
                  <a:cubicBezTo>
                    <a:pt x="2153" y="4037"/>
                    <a:pt x="2293" y="3510"/>
                    <a:pt x="2276" y="2965"/>
                  </a:cubicBezTo>
                  <a:lnTo>
                    <a:pt x="2276" y="2866"/>
                  </a:lnTo>
                  <a:cubicBezTo>
                    <a:pt x="2276" y="1660"/>
                    <a:pt x="2937" y="602"/>
                    <a:pt x="392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84"/>
            <p:cNvSpPr/>
            <p:nvPr/>
          </p:nvSpPr>
          <p:spPr>
            <a:xfrm>
              <a:off x="966833"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84"/>
            <p:cNvSpPr/>
            <p:nvPr/>
          </p:nvSpPr>
          <p:spPr>
            <a:xfrm>
              <a:off x="984160" y="2201601"/>
              <a:ext cx="17379" cy="28414"/>
            </a:xfrm>
            <a:custGeom>
              <a:rect b="b" l="l" r="r" t="t"/>
              <a:pathLst>
                <a:path extrusionOk="0" h="1084" w="663">
                  <a:moveTo>
                    <a:pt x="1" y="0"/>
                  </a:moveTo>
                  <a:lnTo>
                    <a:pt x="1" y="770"/>
                  </a:lnTo>
                  <a:cubicBezTo>
                    <a:pt x="8" y="946"/>
                    <a:pt x="156" y="1083"/>
                    <a:pt x="332" y="1083"/>
                  </a:cubicBezTo>
                  <a:cubicBezTo>
                    <a:pt x="504" y="1083"/>
                    <a:pt x="652" y="946"/>
                    <a:pt x="659" y="770"/>
                  </a:cubicBezTo>
                  <a:lnTo>
                    <a:pt x="659" y="661"/>
                  </a:lnTo>
                  <a:cubicBezTo>
                    <a:pt x="662" y="296"/>
                    <a:pt x="367"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84"/>
            <p:cNvSpPr/>
            <p:nvPr/>
          </p:nvSpPr>
          <p:spPr>
            <a:xfrm>
              <a:off x="978367" y="2207316"/>
              <a:ext cx="11533" cy="11638"/>
            </a:xfrm>
            <a:custGeom>
              <a:rect b="b" l="l" r="r" t="t"/>
              <a:pathLst>
                <a:path extrusionOk="0" h="444" w="440">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84"/>
            <p:cNvSpPr/>
            <p:nvPr/>
          </p:nvSpPr>
          <p:spPr>
            <a:xfrm>
              <a:off x="1070714"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84"/>
            <p:cNvSpPr/>
            <p:nvPr/>
          </p:nvSpPr>
          <p:spPr>
            <a:xfrm>
              <a:off x="1088066" y="2201601"/>
              <a:ext cx="17353" cy="28414"/>
            </a:xfrm>
            <a:custGeom>
              <a:rect b="b" l="l" r="r" t="t"/>
              <a:pathLst>
                <a:path extrusionOk="0" h="1084" w="662">
                  <a:moveTo>
                    <a:pt x="0" y="0"/>
                  </a:moveTo>
                  <a:lnTo>
                    <a:pt x="0" y="770"/>
                  </a:lnTo>
                  <a:cubicBezTo>
                    <a:pt x="7" y="946"/>
                    <a:pt x="155" y="1083"/>
                    <a:pt x="331" y="1083"/>
                  </a:cubicBezTo>
                  <a:cubicBezTo>
                    <a:pt x="503" y="1083"/>
                    <a:pt x="651" y="946"/>
                    <a:pt x="658" y="770"/>
                  </a:cubicBezTo>
                  <a:lnTo>
                    <a:pt x="658" y="661"/>
                  </a:lnTo>
                  <a:cubicBezTo>
                    <a:pt x="661" y="296"/>
                    <a:pt x="366"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84"/>
            <p:cNvSpPr/>
            <p:nvPr/>
          </p:nvSpPr>
          <p:spPr>
            <a:xfrm>
              <a:off x="1082247" y="2207316"/>
              <a:ext cx="11560" cy="11638"/>
            </a:xfrm>
            <a:custGeom>
              <a:rect b="b" l="l" r="r" t="t"/>
              <a:pathLst>
                <a:path extrusionOk="0" h="444" w="441">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84"/>
            <p:cNvSpPr/>
            <p:nvPr/>
          </p:nvSpPr>
          <p:spPr>
            <a:xfrm>
              <a:off x="952731" y="2201601"/>
              <a:ext cx="166790" cy="126947"/>
            </a:xfrm>
            <a:custGeom>
              <a:rect b="b" l="l" r="r" t="t"/>
              <a:pathLst>
                <a:path extrusionOk="0" h="4843" w="6363">
                  <a:moveTo>
                    <a:pt x="3183" y="0"/>
                  </a:moveTo>
                  <a:cubicBezTo>
                    <a:pt x="2962" y="0"/>
                    <a:pt x="2744" y="218"/>
                    <a:pt x="2744" y="658"/>
                  </a:cubicBezTo>
                  <a:cubicBezTo>
                    <a:pt x="2744" y="1097"/>
                    <a:pt x="2522" y="1758"/>
                    <a:pt x="1200" y="2201"/>
                  </a:cubicBezTo>
                  <a:cubicBezTo>
                    <a:pt x="279" y="2507"/>
                    <a:pt x="1" y="3137"/>
                    <a:pt x="68" y="3865"/>
                  </a:cubicBezTo>
                  <a:cubicBezTo>
                    <a:pt x="834" y="4462"/>
                    <a:pt x="1942" y="4842"/>
                    <a:pt x="3183" y="4842"/>
                  </a:cubicBezTo>
                  <a:cubicBezTo>
                    <a:pt x="4421" y="4842"/>
                    <a:pt x="5532" y="4462"/>
                    <a:pt x="6299" y="3865"/>
                  </a:cubicBezTo>
                  <a:cubicBezTo>
                    <a:pt x="6362" y="3137"/>
                    <a:pt x="6084" y="2507"/>
                    <a:pt x="5163" y="2201"/>
                  </a:cubicBezTo>
                  <a:cubicBezTo>
                    <a:pt x="3841" y="1762"/>
                    <a:pt x="3623" y="1101"/>
                    <a:pt x="3623" y="658"/>
                  </a:cubicBezTo>
                  <a:cubicBezTo>
                    <a:pt x="3623" y="218"/>
                    <a:pt x="3401" y="0"/>
                    <a:pt x="318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84"/>
            <p:cNvSpPr/>
            <p:nvPr/>
          </p:nvSpPr>
          <p:spPr>
            <a:xfrm>
              <a:off x="1009796" y="2259295"/>
              <a:ext cx="52661" cy="40472"/>
            </a:xfrm>
            <a:custGeom>
              <a:rect b="b" l="l" r="r" t="t"/>
              <a:pathLst>
                <a:path extrusionOk="0" h="1544" w="2009">
                  <a:moveTo>
                    <a:pt x="1003" y="0"/>
                  </a:moveTo>
                  <a:cubicBezTo>
                    <a:pt x="451" y="0"/>
                    <a:pt x="1" y="327"/>
                    <a:pt x="1" y="728"/>
                  </a:cubicBezTo>
                  <a:cubicBezTo>
                    <a:pt x="1" y="1119"/>
                    <a:pt x="423" y="1326"/>
                    <a:pt x="725" y="1477"/>
                  </a:cubicBezTo>
                  <a:cubicBezTo>
                    <a:pt x="813" y="1521"/>
                    <a:pt x="909" y="1543"/>
                    <a:pt x="1004" y="1543"/>
                  </a:cubicBezTo>
                  <a:cubicBezTo>
                    <a:pt x="1099" y="1543"/>
                    <a:pt x="1194" y="1521"/>
                    <a:pt x="1281" y="1477"/>
                  </a:cubicBezTo>
                  <a:cubicBezTo>
                    <a:pt x="1586" y="1323"/>
                    <a:pt x="2008" y="1119"/>
                    <a:pt x="2008" y="728"/>
                  </a:cubicBezTo>
                  <a:cubicBezTo>
                    <a:pt x="2008" y="327"/>
                    <a:pt x="1558" y="0"/>
                    <a:pt x="1003"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84"/>
            <p:cNvSpPr/>
            <p:nvPr/>
          </p:nvSpPr>
          <p:spPr>
            <a:xfrm>
              <a:off x="1009796" y="2260501"/>
              <a:ext cx="35597" cy="39266"/>
            </a:xfrm>
            <a:custGeom>
              <a:rect b="b" l="l" r="r" t="t"/>
              <a:pathLst>
                <a:path extrusionOk="0" h="1498" w="1358">
                  <a:moveTo>
                    <a:pt x="651" y="0"/>
                  </a:moveTo>
                  <a:lnTo>
                    <a:pt x="651" y="0"/>
                  </a:lnTo>
                  <a:cubicBezTo>
                    <a:pt x="271" y="106"/>
                    <a:pt x="1" y="369"/>
                    <a:pt x="1" y="682"/>
                  </a:cubicBezTo>
                  <a:cubicBezTo>
                    <a:pt x="1" y="1073"/>
                    <a:pt x="423" y="1277"/>
                    <a:pt x="725" y="1431"/>
                  </a:cubicBezTo>
                  <a:cubicBezTo>
                    <a:pt x="813" y="1475"/>
                    <a:pt x="908" y="1497"/>
                    <a:pt x="1003" y="1497"/>
                  </a:cubicBezTo>
                  <a:cubicBezTo>
                    <a:pt x="1098" y="1497"/>
                    <a:pt x="1193" y="1475"/>
                    <a:pt x="1281" y="1431"/>
                  </a:cubicBezTo>
                  <a:lnTo>
                    <a:pt x="1358" y="1393"/>
                  </a:lnTo>
                  <a:cubicBezTo>
                    <a:pt x="1312" y="1379"/>
                    <a:pt x="1266" y="1361"/>
                    <a:pt x="1228" y="1336"/>
                  </a:cubicBezTo>
                  <a:cubicBezTo>
                    <a:pt x="925" y="1157"/>
                    <a:pt x="503" y="914"/>
                    <a:pt x="503" y="454"/>
                  </a:cubicBezTo>
                  <a:cubicBezTo>
                    <a:pt x="503" y="292"/>
                    <a:pt x="556" y="134"/>
                    <a:pt x="65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84"/>
            <p:cNvSpPr/>
            <p:nvPr/>
          </p:nvSpPr>
          <p:spPr>
            <a:xfrm>
              <a:off x="953098" y="2266766"/>
              <a:ext cx="49358" cy="58087"/>
            </a:xfrm>
            <a:custGeom>
              <a:rect b="b" l="l" r="r" t="t"/>
              <a:pathLst>
                <a:path extrusionOk="0" h="2216" w="1883">
                  <a:moveTo>
                    <a:pt x="613" y="0"/>
                  </a:moveTo>
                  <a:cubicBezTo>
                    <a:pt x="149" y="341"/>
                    <a:pt x="1" y="834"/>
                    <a:pt x="50" y="1379"/>
                  </a:cubicBezTo>
                  <a:cubicBezTo>
                    <a:pt x="539" y="1762"/>
                    <a:pt x="1168" y="2054"/>
                    <a:pt x="1882" y="2216"/>
                  </a:cubicBezTo>
                  <a:cubicBezTo>
                    <a:pt x="1154" y="1646"/>
                    <a:pt x="683" y="869"/>
                    <a:pt x="613"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84"/>
            <p:cNvSpPr/>
            <p:nvPr/>
          </p:nvSpPr>
          <p:spPr>
            <a:xfrm>
              <a:off x="874854" y="1965322"/>
              <a:ext cx="322361" cy="368653"/>
            </a:xfrm>
            <a:custGeom>
              <a:rect b="b" l="l" r="r" t="t"/>
              <a:pathLst>
                <a:path extrusionOk="0" h="14064" w="12298">
                  <a:moveTo>
                    <a:pt x="1491" y="1433"/>
                  </a:moveTo>
                  <a:lnTo>
                    <a:pt x="1491" y="1433"/>
                  </a:lnTo>
                  <a:cubicBezTo>
                    <a:pt x="2803" y="2586"/>
                    <a:pt x="3872" y="3986"/>
                    <a:pt x="4646" y="5554"/>
                  </a:cubicBezTo>
                  <a:cubicBezTo>
                    <a:pt x="4445" y="5628"/>
                    <a:pt x="4255" y="5716"/>
                    <a:pt x="4069" y="5821"/>
                  </a:cubicBezTo>
                  <a:cubicBezTo>
                    <a:pt x="3672" y="4928"/>
                    <a:pt x="2807" y="3177"/>
                    <a:pt x="1491" y="1433"/>
                  </a:cubicBezTo>
                  <a:close/>
                  <a:moveTo>
                    <a:pt x="440" y="779"/>
                  </a:moveTo>
                  <a:lnTo>
                    <a:pt x="440" y="779"/>
                  </a:lnTo>
                  <a:cubicBezTo>
                    <a:pt x="2174" y="2794"/>
                    <a:pt x="3274" y="5041"/>
                    <a:pt x="3721" y="6046"/>
                  </a:cubicBezTo>
                  <a:cubicBezTo>
                    <a:pt x="3380" y="6289"/>
                    <a:pt x="3088" y="6598"/>
                    <a:pt x="2859" y="6950"/>
                  </a:cubicBezTo>
                  <a:cubicBezTo>
                    <a:pt x="1636" y="5821"/>
                    <a:pt x="1034" y="4116"/>
                    <a:pt x="749" y="2857"/>
                  </a:cubicBezTo>
                  <a:cubicBezTo>
                    <a:pt x="595" y="2175"/>
                    <a:pt x="489" y="1478"/>
                    <a:pt x="440" y="779"/>
                  </a:cubicBezTo>
                  <a:close/>
                  <a:moveTo>
                    <a:pt x="11865" y="779"/>
                  </a:moveTo>
                  <a:cubicBezTo>
                    <a:pt x="11816" y="1468"/>
                    <a:pt x="11714" y="2154"/>
                    <a:pt x="11563" y="2829"/>
                  </a:cubicBezTo>
                  <a:cubicBezTo>
                    <a:pt x="11278" y="4095"/>
                    <a:pt x="10676" y="5814"/>
                    <a:pt x="9442" y="6950"/>
                  </a:cubicBezTo>
                  <a:cubicBezTo>
                    <a:pt x="9217" y="6598"/>
                    <a:pt x="8925" y="6289"/>
                    <a:pt x="8584" y="6046"/>
                  </a:cubicBezTo>
                  <a:cubicBezTo>
                    <a:pt x="8651" y="5892"/>
                    <a:pt x="8721" y="5737"/>
                    <a:pt x="8795" y="5579"/>
                  </a:cubicBezTo>
                  <a:cubicBezTo>
                    <a:pt x="8885" y="5412"/>
                    <a:pt x="8745" y="5273"/>
                    <a:pt x="8606" y="5273"/>
                  </a:cubicBezTo>
                  <a:cubicBezTo>
                    <a:pt x="8533" y="5273"/>
                    <a:pt x="8461" y="5311"/>
                    <a:pt x="8422" y="5403"/>
                  </a:cubicBezTo>
                  <a:cubicBezTo>
                    <a:pt x="8359" y="5543"/>
                    <a:pt x="8292" y="5684"/>
                    <a:pt x="8232" y="5821"/>
                  </a:cubicBezTo>
                  <a:cubicBezTo>
                    <a:pt x="8050" y="5716"/>
                    <a:pt x="7856" y="5628"/>
                    <a:pt x="7659" y="5554"/>
                  </a:cubicBezTo>
                  <a:cubicBezTo>
                    <a:pt x="8380" y="4095"/>
                    <a:pt x="9361" y="2776"/>
                    <a:pt x="10550" y="1668"/>
                  </a:cubicBezTo>
                  <a:cubicBezTo>
                    <a:pt x="10641" y="1580"/>
                    <a:pt x="10733" y="1500"/>
                    <a:pt x="10821" y="1422"/>
                  </a:cubicBezTo>
                  <a:lnTo>
                    <a:pt x="10821" y="1422"/>
                  </a:lnTo>
                  <a:cubicBezTo>
                    <a:pt x="10072" y="2421"/>
                    <a:pt x="9407" y="3479"/>
                    <a:pt x="8834" y="4587"/>
                  </a:cubicBezTo>
                  <a:cubicBezTo>
                    <a:pt x="8774" y="4689"/>
                    <a:pt x="8813" y="4819"/>
                    <a:pt x="8915" y="4872"/>
                  </a:cubicBezTo>
                  <a:cubicBezTo>
                    <a:pt x="8946" y="4888"/>
                    <a:pt x="8979" y="4896"/>
                    <a:pt x="9011" y="4896"/>
                  </a:cubicBezTo>
                  <a:cubicBezTo>
                    <a:pt x="9090" y="4896"/>
                    <a:pt x="9165" y="4851"/>
                    <a:pt x="9199" y="4777"/>
                  </a:cubicBezTo>
                  <a:cubicBezTo>
                    <a:pt x="9755" y="3711"/>
                    <a:pt x="10652" y="2192"/>
                    <a:pt x="11865" y="779"/>
                  </a:cubicBezTo>
                  <a:close/>
                  <a:moveTo>
                    <a:pt x="6151" y="11423"/>
                  </a:moveTo>
                  <a:cubicBezTo>
                    <a:pt x="6583" y="11423"/>
                    <a:pt x="6949" y="11662"/>
                    <a:pt x="6949" y="11947"/>
                  </a:cubicBezTo>
                  <a:cubicBezTo>
                    <a:pt x="6949" y="12182"/>
                    <a:pt x="6678" y="12337"/>
                    <a:pt x="6348" y="12499"/>
                  </a:cubicBezTo>
                  <a:lnTo>
                    <a:pt x="6337" y="12506"/>
                  </a:lnTo>
                  <a:cubicBezTo>
                    <a:pt x="6279" y="12536"/>
                    <a:pt x="6216" y="12551"/>
                    <a:pt x="6152" y="12551"/>
                  </a:cubicBezTo>
                  <a:cubicBezTo>
                    <a:pt x="6089" y="12551"/>
                    <a:pt x="6026" y="12536"/>
                    <a:pt x="5968" y="12506"/>
                  </a:cubicBezTo>
                  <a:lnTo>
                    <a:pt x="5954" y="12499"/>
                  </a:lnTo>
                  <a:cubicBezTo>
                    <a:pt x="5627" y="12337"/>
                    <a:pt x="5356" y="12182"/>
                    <a:pt x="5356" y="11947"/>
                  </a:cubicBezTo>
                  <a:cubicBezTo>
                    <a:pt x="5356" y="11662"/>
                    <a:pt x="5718" y="11423"/>
                    <a:pt x="6151" y="11423"/>
                  </a:cubicBezTo>
                  <a:close/>
                  <a:moveTo>
                    <a:pt x="6154" y="5695"/>
                  </a:moveTo>
                  <a:cubicBezTo>
                    <a:pt x="7983" y="5695"/>
                    <a:pt x="9470" y="6918"/>
                    <a:pt x="9470" y="8416"/>
                  </a:cubicBezTo>
                  <a:lnTo>
                    <a:pt x="9470" y="8494"/>
                  </a:lnTo>
                  <a:cubicBezTo>
                    <a:pt x="9453" y="8979"/>
                    <a:pt x="9583" y="9464"/>
                    <a:pt x="9861" y="9946"/>
                  </a:cubicBezTo>
                  <a:cubicBezTo>
                    <a:pt x="10033" y="10245"/>
                    <a:pt x="10128" y="10582"/>
                    <a:pt x="10128" y="10927"/>
                  </a:cubicBezTo>
                  <a:cubicBezTo>
                    <a:pt x="10128" y="12140"/>
                    <a:pt x="8967" y="13171"/>
                    <a:pt x="7367" y="13522"/>
                  </a:cubicBezTo>
                  <a:cubicBezTo>
                    <a:pt x="7571" y="13427"/>
                    <a:pt x="7744" y="13280"/>
                    <a:pt x="7867" y="13090"/>
                  </a:cubicBezTo>
                  <a:cubicBezTo>
                    <a:pt x="7982" y="12925"/>
                    <a:pt x="7838" y="12760"/>
                    <a:pt x="7691" y="12760"/>
                  </a:cubicBezTo>
                  <a:cubicBezTo>
                    <a:pt x="7627" y="12760"/>
                    <a:pt x="7563" y="12791"/>
                    <a:pt x="7519" y="12865"/>
                  </a:cubicBezTo>
                  <a:cubicBezTo>
                    <a:pt x="7385" y="13079"/>
                    <a:pt x="7149" y="13209"/>
                    <a:pt x="6900" y="13213"/>
                  </a:cubicBezTo>
                  <a:cubicBezTo>
                    <a:pt x="6696" y="13209"/>
                    <a:pt x="6506" y="13125"/>
                    <a:pt x="6369" y="12977"/>
                  </a:cubicBezTo>
                  <a:cubicBezTo>
                    <a:pt x="6355" y="12967"/>
                    <a:pt x="6341" y="12953"/>
                    <a:pt x="6327" y="12946"/>
                  </a:cubicBezTo>
                  <a:cubicBezTo>
                    <a:pt x="6393" y="12928"/>
                    <a:pt x="6460" y="12907"/>
                    <a:pt x="6520" y="12875"/>
                  </a:cubicBezTo>
                  <a:lnTo>
                    <a:pt x="6531" y="12872"/>
                  </a:lnTo>
                  <a:cubicBezTo>
                    <a:pt x="6861" y="12706"/>
                    <a:pt x="7360" y="12457"/>
                    <a:pt x="7360" y="11947"/>
                  </a:cubicBezTo>
                  <a:cubicBezTo>
                    <a:pt x="7360" y="11437"/>
                    <a:pt x="6819" y="11011"/>
                    <a:pt x="6151" y="11011"/>
                  </a:cubicBezTo>
                  <a:cubicBezTo>
                    <a:pt x="5486" y="11011"/>
                    <a:pt x="4941" y="11430"/>
                    <a:pt x="4941" y="11947"/>
                  </a:cubicBezTo>
                  <a:cubicBezTo>
                    <a:pt x="4941" y="12464"/>
                    <a:pt x="5440" y="12706"/>
                    <a:pt x="5771" y="12872"/>
                  </a:cubicBezTo>
                  <a:lnTo>
                    <a:pt x="5782" y="12875"/>
                  </a:lnTo>
                  <a:cubicBezTo>
                    <a:pt x="5845" y="12907"/>
                    <a:pt x="5908" y="12928"/>
                    <a:pt x="5975" y="12946"/>
                  </a:cubicBezTo>
                  <a:cubicBezTo>
                    <a:pt x="5961" y="12953"/>
                    <a:pt x="5947" y="12967"/>
                    <a:pt x="5936" y="12977"/>
                  </a:cubicBezTo>
                  <a:cubicBezTo>
                    <a:pt x="5799" y="13125"/>
                    <a:pt x="5606" y="13209"/>
                    <a:pt x="5405" y="13213"/>
                  </a:cubicBezTo>
                  <a:cubicBezTo>
                    <a:pt x="5152" y="13209"/>
                    <a:pt x="4920" y="13079"/>
                    <a:pt x="4783" y="12865"/>
                  </a:cubicBezTo>
                  <a:cubicBezTo>
                    <a:pt x="4738" y="12802"/>
                    <a:pt x="4679" y="12775"/>
                    <a:pt x="4620" y="12775"/>
                  </a:cubicBezTo>
                  <a:cubicBezTo>
                    <a:pt x="4479" y="12775"/>
                    <a:pt x="4344" y="12928"/>
                    <a:pt x="4438" y="13090"/>
                  </a:cubicBezTo>
                  <a:cubicBezTo>
                    <a:pt x="4558" y="13280"/>
                    <a:pt x="4734" y="13427"/>
                    <a:pt x="4938" y="13522"/>
                  </a:cubicBezTo>
                  <a:cubicBezTo>
                    <a:pt x="3338" y="13171"/>
                    <a:pt x="2174" y="12140"/>
                    <a:pt x="2174" y="10931"/>
                  </a:cubicBezTo>
                  <a:cubicBezTo>
                    <a:pt x="2177" y="10582"/>
                    <a:pt x="2272" y="10241"/>
                    <a:pt x="2448" y="9946"/>
                  </a:cubicBezTo>
                  <a:cubicBezTo>
                    <a:pt x="2722" y="9468"/>
                    <a:pt x="2856" y="8979"/>
                    <a:pt x="2838" y="8494"/>
                  </a:cubicBezTo>
                  <a:lnTo>
                    <a:pt x="2838" y="8416"/>
                  </a:lnTo>
                  <a:cubicBezTo>
                    <a:pt x="2838" y="6918"/>
                    <a:pt x="4326" y="5695"/>
                    <a:pt x="6154" y="5695"/>
                  </a:cubicBezTo>
                  <a:close/>
                  <a:moveTo>
                    <a:pt x="6151" y="13339"/>
                  </a:moveTo>
                  <a:cubicBezTo>
                    <a:pt x="6327" y="13494"/>
                    <a:pt x="6548" y="13593"/>
                    <a:pt x="6784" y="13617"/>
                  </a:cubicBezTo>
                  <a:cubicBezTo>
                    <a:pt x="6573" y="13640"/>
                    <a:pt x="6362" y="13651"/>
                    <a:pt x="6151" y="13651"/>
                  </a:cubicBezTo>
                  <a:cubicBezTo>
                    <a:pt x="5941" y="13651"/>
                    <a:pt x="5731" y="13640"/>
                    <a:pt x="5521" y="13617"/>
                  </a:cubicBezTo>
                  <a:cubicBezTo>
                    <a:pt x="5753" y="13593"/>
                    <a:pt x="5975" y="13494"/>
                    <a:pt x="6151" y="13339"/>
                  </a:cubicBezTo>
                  <a:close/>
                  <a:moveTo>
                    <a:pt x="12097" y="1"/>
                  </a:moveTo>
                  <a:cubicBezTo>
                    <a:pt x="12061" y="1"/>
                    <a:pt x="12025" y="10"/>
                    <a:pt x="11992" y="30"/>
                  </a:cubicBezTo>
                  <a:cubicBezTo>
                    <a:pt x="11963" y="47"/>
                    <a:pt x="11232" y="469"/>
                    <a:pt x="10276" y="1355"/>
                  </a:cubicBezTo>
                  <a:cubicBezTo>
                    <a:pt x="9031" y="2516"/>
                    <a:pt x="8007" y="3898"/>
                    <a:pt x="7262" y="5427"/>
                  </a:cubicBezTo>
                  <a:cubicBezTo>
                    <a:pt x="6898" y="5332"/>
                    <a:pt x="6525" y="5285"/>
                    <a:pt x="6152" y="5285"/>
                  </a:cubicBezTo>
                  <a:cubicBezTo>
                    <a:pt x="5780" y="5285"/>
                    <a:pt x="5407" y="5332"/>
                    <a:pt x="5043" y="5427"/>
                  </a:cubicBezTo>
                  <a:cubicBezTo>
                    <a:pt x="4298" y="3901"/>
                    <a:pt x="3278" y="2526"/>
                    <a:pt x="2040" y="1369"/>
                  </a:cubicBezTo>
                  <a:cubicBezTo>
                    <a:pt x="1077" y="473"/>
                    <a:pt x="342" y="51"/>
                    <a:pt x="310" y="30"/>
                  </a:cubicBezTo>
                  <a:cubicBezTo>
                    <a:pt x="277" y="11"/>
                    <a:pt x="243" y="3"/>
                    <a:pt x="209" y="3"/>
                  </a:cubicBezTo>
                  <a:cubicBezTo>
                    <a:pt x="102" y="3"/>
                    <a:pt x="3" y="89"/>
                    <a:pt x="0" y="209"/>
                  </a:cubicBezTo>
                  <a:cubicBezTo>
                    <a:pt x="25" y="1130"/>
                    <a:pt x="138" y="2045"/>
                    <a:pt x="345" y="2941"/>
                  </a:cubicBezTo>
                  <a:cubicBezTo>
                    <a:pt x="524" y="3761"/>
                    <a:pt x="799" y="4552"/>
                    <a:pt x="1164" y="5308"/>
                  </a:cubicBezTo>
                  <a:cubicBezTo>
                    <a:pt x="1569" y="6127"/>
                    <a:pt x="2072" y="6802"/>
                    <a:pt x="2659" y="7323"/>
                  </a:cubicBezTo>
                  <a:cubicBezTo>
                    <a:pt x="2501" y="7667"/>
                    <a:pt x="2423" y="8040"/>
                    <a:pt x="2423" y="8420"/>
                  </a:cubicBezTo>
                  <a:lnTo>
                    <a:pt x="2423" y="8511"/>
                  </a:lnTo>
                  <a:cubicBezTo>
                    <a:pt x="2437" y="8916"/>
                    <a:pt x="2325" y="9327"/>
                    <a:pt x="2086" y="9739"/>
                  </a:cubicBezTo>
                  <a:cubicBezTo>
                    <a:pt x="1875" y="10101"/>
                    <a:pt x="1762" y="10509"/>
                    <a:pt x="1759" y="10927"/>
                  </a:cubicBezTo>
                  <a:cubicBezTo>
                    <a:pt x="1759" y="11782"/>
                    <a:pt x="2226" y="12576"/>
                    <a:pt x="3074" y="13167"/>
                  </a:cubicBezTo>
                  <a:cubicBezTo>
                    <a:pt x="3897" y="13744"/>
                    <a:pt x="4990" y="14064"/>
                    <a:pt x="6147" y="14064"/>
                  </a:cubicBezTo>
                  <a:cubicBezTo>
                    <a:pt x="7308" y="14064"/>
                    <a:pt x="8401" y="13744"/>
                    <a:pt x="9228" y="13167"/>
                  </a:cubicBezTo>
                  <a:cubicBezTo>
                    <a:pt x="10072" y="12576"/>
                    <a:pt x="10539" y="11782"/>
                    <a:pt x="10539" y="10927"/>
                  </a:cubicBezTo>
                  <a:cubicBezTo>
                    <a:pt x="10536" y="10509"/>
                    <a:pt x="10423" y="10101"/>
                    <a:pt x="10212" y="9739"/>
                  </a:cubicBezTo>
                  <a:cubicBezTo>
                    <a:pt x="9973" y="9327"/>
                    <a:pt x="9861" y="8916"/>
                    <a:pt x="9875" y="8511"/>
                  </a:cubicBezTo>
                  <a:lnTo>
                    <a:pt x="9875" y="8420"/>
                  </a:lnTo>
                  <a:cubicBezTo>
                    <a:pt x="9875" y="8040"/>
                    <a:pt x="9797" y="7664"/>
                    <a:pt x="9639" y="7319"/>
                  </a:cubicBezTo>
                  <a:cubicBezTo>
                    <a:pt x="10237" y="6792"/>
                    <a:pt x="10747" y="6106"/>
                    <a:pt x="11155" y="5269"/>
                  </a:cubicBezTo>
                  <a:cubicBezTo>
                    <a:pt x="11513" y="4520"/>
                    <a:pt x="11784" y="3729"/>
                    <a:pt x="11960" y="2917"/>
                  </a:cubicBezTo>
                  <a:cubicBezTo>
                    <a:pt x="12164" y="2027"/>
                    <a:pt x="12276" y="1116"/>
                    <a:pt x="12297" y="205"/>
                  </a:cubicBezTo>
                  <a:cubicBezTo>
                    <a:pt x="12297" y="132"/>
                    <a:pt x="12259" y="68"/>
                    <a:pt x="12199" y="30"/>
                  </a:cubicBezTo>
                  <a:cubicBezTo>
                    <a:pt x="12167" y="10"/>
                    <a:pt x="12132" y="1"/>
                    <a:pt x="12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84"/>
            <p:cNvSpPr/>
            <p:nvPr/>
          </p:nvSpPr>
          <p:spPr>
            <a:xfrm>
              <a:off x="961407" y="2196254"/>
              <a:ext cx="45479" cy="51167"/>
            </a:xfrm>
            <a:custGeom>
              <a:rect b="b" l="l" r="r" t="t"/>
              <a:pathLst>
                <a:path extrusionOk="0" h="1952" w="1735">
                  <a:moveTo>
                    <a:pt x="863" y="0"/>
                  </a:moveTo>
                  <a:cubicBezTo>
                    <a:pt x="387" y="0"/>
                    <a:pt x="4" y="389"/>
                    <a:pt x="0" y="865"/>
                  </a:cubicBezTo>
                  <a:lnTo>
                    <a:pt x="0" y="1087"/>
                  </a:lnTo>
                  <a:cubicBezTo>
                    <a:pt x="0" y="1565"/>
                    <a:pt x="391" y="1952"/>
                    <a:pt x="869" y="1952"/>
                  </a:cubicBezTo>
                  <a:cubicBezTo>
                    <a:pt x="1347" y="1952"/>
                    <a:pt x="1734" y="1565"/>
                    <a:pt x="1734" y="1087"/>
                  </a:cubicBezTo>
                  <a:lnTo>
                    <a:pt x="1734" y="865"/>
                  </a:lnTo>
                  <a:cubicBezTo>
                    <a:pt x="1734" y="753"/>
                    <a:pt x="1643" y="658"/>
                    <a:pt x="1530" y="658"/>
                  </a:cubicBezTo>
                  <a:cubicBezTo>
                    <a:pt x="1414" y="658"/>
                    <a:pt x="1323" y="753"/>
                    <a:pt x="1326" y="865"/>
                  </a:cubicBezTo>
                  <a:lnTo>
                    <a:pt x="1326" y="1087"/>
                  </a:lnTo>
                  <a:cubicBezTo>
                    <a:pt x="1326" y="1336"/>
                    <a:pt x="1122" y="1540"/>
                    <a:pt x="869" y="1540"/>
                  </a:cubicBezTo>
                  <a:cubicBezTo>
                    <a:pt x="619" y="1540"/>
                    <a:pt x="415" y="1336"/>
                    <a:pt x="415" y="1087"/>
                  </a:cubicBezTo>
                  <a:lnTo>
                    <a:pt x="415" y="865"/>
                  </a:lnTo>
                  <a:cubicBezTo>
                    <a:pt x="415" y="616"/>
                    <a:pt x="619" y="412"/>
                    <a:pt x="869" y="412"/>
                  </a:cubicBezTo>
                  <a:cubicBezTo>
                    <a:pt x="1133" y="398"/>
                    <a:pt x="1133" y="11"/>
                    <a:pt x="869" y="0"/>
                  </a:cubicBezTo>
                  <a:cubicBezTo>
                    <a:pt x="867" y="0"/>
                    <a:pt x="865" y="0"/>
                    <a:pt x="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84"/>
            <p:cNvSpPr/>
            <p:nvPr/>
          </p:nvSpPr>
          <p:spPr>
            <a:xfrm>
              <a:off x="1065288" y="2196149"/>
              <a:ext cx="45479" cy="51272"/>
            </a:xfrm>
            <a:custGeom>
              <a:rect b="b" l="l" r="r" t="t"/>
              <a:pathLst>
                <a:path extrusionOk="0" h="1956" w="1735">
                  <a:moveTo>
                    <a:pt x="869" y="1"/>
                  </a:moveTo>
                  <a:cubicBezTo>
                    <a:pt x="387" y="1"/>
                    <a:pt x="0" y="391"/>
                    <a:pt x="0" y="869"/>
                  </a:cubicBezTo>
                  <a:lnTo>
                    <a:pt x="0" y="1091"/>
                  </a:lnTo>
                  <a:cubicBezTo>
                    <a:pt x="0" y="1569"/>
                    <a:pt x="391" y="1956"/>
                    <a:pt x="869" y="1956"/>
                  </a:cubicBezTo>
                  <a:cubicBezTo>
                    <a:pt x="1347" y="1956"/>
                    <a:pt x="1734" y="1569"/>
                    <a:pt x="1734" y="1091"/>
                  </a:cubicBezTo>
                  <a:lnTo>
                    <a:pt x="1734" y="869"/>
                  </a:lnTo>
                  <a:cubicBezTo>
                    <a:pt x="1734" y="757"/>
                    <a:pt x="1643" y="662"/>
                    <a:pt x="1530" y="662"/>
                  </a:cubicBezTo>
                  <a:cubicBezTo>
                    <a:pt x="1414" y="662"/>
                    <a:pt x="1323" y="753"/>
                    <a:pt x="1323" y="869"/>
                  </a:cubicBezTo>
                  <a:lnTo>
                    <a:pt x="1323" y="1087"/>
                  </a:lnTo>
                  <a:cubicBezTo>
                    <a:pt x="1323" y="1340"/>
                    <a:pt x="1119" y="1541"/>
                    <a:pt x="869" y="1541"/>
                  </a:cubicBezTo>
                  <a:cubicBezTo>
                    <a:pt x="616" y="1541"/>
                    <a:pt x="412" y="1340"/>
                    <a:pt x="412" y="1087"/>
                  </a:cubicBezTo>
                  <a:lnTo>
                    <a:pt x="412" y="869"/>
                  </a:lnTo>
                  <a:cubicBezTo>
                    <a:pt x="412" y="616"/>
                    <a:pt x="616" y="412"/>
                    <a:pt x="869" y="412"/>
                  </a:cubicBezTo>
                  <a:cubicBezTo>
                    <a:pt x="1129" y="402"/>
                    <a:pt x="1129" y="15"/>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1" name="Google Shape;16931;p84"/>
          <p:cNvGrpSpPr/>
          <p:nvPr/>
        </p:nvGrpSpPr>
        <p:grpSpPr>
          <a:xfrm>
            <a:off x="5494938" y="3366826"/>
            <a:ext cx="362545" cy="323593"/>
            <a:chOff x="5494938" y="3366826"/>
            <a:chExt cx="362545" cy="323593"/>
          </a:xfrm>
        </p:grpSpPr>
        <p:sp>
          <p:nvSpPr>
            <p:cNvPr id="16932" name="Google Shape;16932;p84"/>
            <p:cNvSpPr/>
            <p:nvPr/>
          </p:nvSpPr>
          <p:spPr>
            <a:xfrm>
              <a:off x="5535305" y="3385253"/>
              <a:ext cx="50826" cy="50590"/>
            </a:xfrm>
            <a:custGeom>
              <a:rect b="b" l="l" r="r" t="t"/>
              <a:pathLst>
                <a:path extrusionOk="0" h="1930" w="1939">
                  <a:moveTo>
                    <a:pt x="837" y="0"/>
                  </a:moveTo>
                  <a:cubicBezTo>
                    <a:pt x="708" y="0"/>
                    <a:pt x="580" y="35"/>
                    <a:pt x="465" y="104"/>
                  </a:cubicBezTo>
                  <a:cubicBezTo>
                    <a:pt x="103" y="322"/>
                    <a:pt x="1" y="800"/>
                    <a:pt x="289" y="1254"/>
                  </a:cubicBezTo>
                  <a:cubicBezTo>
                    <a:pt x="517" y="1614"/>
                    <a:pt x="974" y="1929"/>
                    <a:pt x="1333" y="1929"/>
                  </a:cubicBezTo>
                  <a:cubicBezTo>
                    <a:pt x="1423" y="1929"/>
                    <a:pt x="1507" y="1910"/>
                    <a:pt x="1579" y="1866"/>
                  </a:cubicBezTo>
                  <a:cubicBezTo>
                    <a:pt x="1938" y="1648"/>
                    <a:pt x="1878" y="913"/>
                    <a:pt x="1594" y="463"/>
                  </a:cubicBezTo>
                  <a:cubicBezTo>
                    <a:pt x="1397" y="157"/>
                    <a:pt x="1113" y="0"/>
                    <a:pt x="8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84"/>
            <p:cNvSpPr/>
            <p:nvPr/>
          </p:nvSpPr>
          <p:spPr>
            <a:xfrm>
              <a:off x="5498529" y="3430129"/>
              <a:ext cx="47969" cy="40131"/>
            </a:xfrm>
            <a:custGeom>
              <a:rect b="b" l="l" r="r" t="t"/>
              <a:pathLst>
                <a:path extrusionOk="0" h="1531" w="1830">
                  <a:moveTo>
                    <a:pt x="694" y="1"/>
                  </a:moveTo>
                  <a:cubicBezTo>
                    <a:pt x="516" y="1"/>
                    <a:pt x="353" y="71"/>
                    <a:pt x="236" y="203"/>
                  </a:cubicBezTo>
                  <a:cubicBezTo>
                    <a:pt x="0" y="470"/>
                    <a:pt x="46" y="892"/>
                    <a:pt x="394" y="1198"/>
                  </a:cubicBezTo>
                  <a:cubicBezTo>
                    <a:pt x="618" y="1395"/>
                    <a:pt x="953" y="1530"/>
                    <a:pt x="1227" y="1530"/>
                  </a:cubicBezTo>
                  <a:cubicBezTo>
                    <a:pt x="1380" y="1530"/>
                    <a:pt x="1513" y="1489"/>
                    <a:pt x="1597" y="1392"/>
                  </a:cubicBezTo>
                  <a:cubicBezTo>
                    <a:pt x="1829" y="1124"/>
                    <a:pt x="1593" y="534"/>
                    <a:pt x="1245" y="228"/>
                  </a:cubicBezTo>
                  <a:cubicBezTo>
                    <a:pt x="1070" y="73"/>
                    <a:pt x="874" y="1"/>
                    <a:pt x="69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84"/>
            <p:cNvSpPr/>
            <p:nvPr/>
          </p:nvSpPr>
          <p:spPr>
            <a:xfrm>
              <a:off x="5651453" y="3397756"/>
              <a:ext cx="41049" cy="45164"/>
            </a:xfrm>
            <a:custGeom>
              <a:rect b="b" l="l" r="r" t="t"/>
              <a:pathLst>
                <a:path extrusionOk="0" h="1723" w="1566">
                  <a:moveTo>
                    <a:pt x="862" y="1"/>
                  </a:moveTo>
                  <a:cubicBezTo>
                    <a:pt x="607" y="1"/>
                    <a:pt x="350" y="166"/>
                    <a:pt x="201" y="478"/>
                  </a:cubicBezTo>
                  <a:cubicBezTo>
                    <a:pt x="0" y="897"/>
                    <a:pt x="14" y="1533"/>
                    <a:pt x="338" y="1688"/>
                  </a:cubicBezTo>
                  <a:cubicBezTo>
                    <a:pt x="387" y="1712"/>
                    <a:pt x="440" y="1722"/>
                    <a:pt x="496" y="1722"/>
                  </a:cubicBezTo>
                  <a:cubicBezTo>
                    <a:pt x="806" y="1722"/>
                    <a:pt x="1195" y="1388"/>
                    <a:pt x="1365" y="1034"/>
                  </a:cubicBezTo>
                  <a:cubicBezTo>
                    <a:pt x="1565" y="619"/>
                    <a:pt x="1439" y="211"/>
                    <a:pt x="1119" y="60"/>
                  </a:cubicBezTo>
                  <a:cubicBezTo>
                    <a:pt x="1036" y="20"/>
                    <a:pt x="949" y="1"/>
                    <a:pt x="8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84"/>
            <p:cNvSpPr/>
            <p:nvPr/>
          </p:nvSpPr>
          <p:spPr>
            <a:xfrm>
              <a:off x="5544899" y="3447088"/>
              <a:ext cx="128232" cy="84430"/>
            </a:xfrm>
            <a:custGeom>
              <a:rect b="b" l="l" r="r" t="t"/>
              <a:pathLst>
                <a:path extrusionOk="0" h="3221" w="4892">
                  <a:moveTo>
                    <a:pt x="2580" y="1"/>
                  </a:moveTo>
                  <a:cubicBezTo>
                    <a:pt x="2409" y="1"/>
                    <a:pt x="2238" y="18"/>
                    <a:pt x="2068" y="52"/>
                  </a:cubicBezTo>
                  <a:cubicBezTo>
                    <a:pt x="816" y="309"/>
                    <a:pt x="0" y="1466"/>
                    <a:pt x="190" y="2404"/>
                  </a:cubicBezTo>
                  <a:cubicBezTo>
                    <a:pt x="316" y="3015"/>
                    <a:pt x="806" y="3221"/>
                    <a:pt x="1477" y="3221"/>
                  </a:cubicBezTo>
                  <a:cubicBezTo>
                    <a:pt x="1838" y="3221"/>
                    <a:pt x="2252" y="3161"/>
                    <a:pt x="2690" y="3073"/>
                  </a:cubicBezTo>
                  <a:cubicBezTo>
                    <a:pt x="3939" y="2816"/>
                    <a:pt x="4892" y="2366"/>
                    <a:pt x="4649" y="1441"/>
                  </a:cubicBezTo>
                  <a:cubicBezTo>
                    <a:pt x="4399" y="492"/>
                    <a:pt x="3619" y="196"/>
                    <a:pt x="3281" y="101"/>
                  </a:cubicBezTo>
                  <a:cubicBezTo>
                    <a:pt x="3052" y="34"/>
                    <a:pt x="2817" y="1"/>
                    <a:pt x="258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84"/>
            <p:cNvSpPr/>
            <p:nvPr/>
          </p:nvSpPr>
          <p:spPr>
            <a:xfrm>
              <a:off x="5596983" y="3372461"/>
              <a:ext cx="43880" cy="54496"/>
            </a:xfrm>
            <a:custGeom>
              <a:rect b="b" l="l" r="r" t="t"/>
              <a:pathLst>
                <a:path extrusionOk="0" h="2079" w="1674">
                  <a:moveTo>
                    <a:pt x="855" y="1"/>
                  </a:moveTo>
                  <a:cubicBezTo>
                    <a:pt x="492" y="1"/>
                    <a:pt x="167" y="284"/>
                    <a:pt x="88" y="757"/>
                  </a:cubicBezTo>
                  <a:cubicBezTo>
                    <a:pt x="0" y="1285"/>
                    <a:pt x="229" y="1995"/>
                    <a:pt x="647" y="2073"/>
                  </a:cubicBezTo>
                  <a:cubicBezTo>
                    <a:pt x="671" y="2077"/>
                    <a:pt x="695" y="2079"/>
                    <a:pt x="719" y="2079"/>
                  </a:cubicBezTo>
                  <a:cubicBezTo>
                    <a:pt x="1112" y="2079"/>
                    <a:pt x="1507" y="1532"/>
                    <a:pt x="1589" y="1035"/>
                  </a:cubicBezTo>
                  <a:cubicBezTo>
                    <a:pt x="1674" y="508"/>
                    <a:pt x="1396" y="89"/>
                    <a:pt x="981" y="12"/>
                  </a:cubicBezTo>
                  <a:cubicBezTo>
                    <a:pt x="939" y="4"/>
                    <a:pt x="897" y="1"/>
                    <a:pt x="85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84"/>
            <p:cNvSpPr/>
            <p:nvPr/>
          </p:nvSpPr>
          <p:spPr>
            <a:xfrm>
              <a:off x="5545161" y="3449998"/>
              <a:ext cx="47785" cy="81547"/>
            </a:xfrm>
            <a:custGeom>
              <a:rect b="b" l="l" r="r" t="t"/>
              <a:pathLst>
                <a:path extrusionOk="0" h="3111" w="1823">
                  <a:moveTo>
                    <a:pt x="1822" y="1"/>
                  </a:moveTo>
                  <a:lnTo>
                    <a:pt x="1822" y="1"/>
                  </a:lnTo>
                  <a:cubicBezTo>
                    <a:pt x="708" y="345"/>
                    <a:pt x="1" y="1418"/>
                    <a:pt x="180" y="2293"/>
                  </a:cubicBezTo>
                  <a:cubicBezTo>
                    <a:pt x="308" y="2900"/>
                    <a:pt x="793" y="3111"/>
                    <a:pt x="1460" y="3111"/>
                  </a:cubicBezTo>
                  <a:cubicBezTo>
                    <a:pt x="1492" y="3111"/>
                    <a:pt x="1525" y="3110"/>
                    <a:pt x="1559" y="3109"/>
                  </a:cubicBezTo>
                  <a:cubicBezTo>
                    <a:pt x="1411" y="2969"/>
                    <a:pt x="1295" y="2775"/>
                    <a:pt x="1214" y="2508"/>
                  </a:cubicBezTo>
                  <a:cubicBezTo>
                    <a:pt x="978" y="1696"/>
                    <a:pt x="1232" y="690"/>
                    <a:pt x="182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84"/>
            <p:cNvSpPr/>
            <p:nvPr/>
          </p:nvSpPr>
          <p:spPr>
            <a:xfrm>
              <a:off x="5498634" y="3433772"/>
              <a:ext cx="44063" cy="36488"/>
            </a:xfrm>
            <a:custGeom>
              <a:rect b="b" l="l" r="r" t="t"/>
              <a:pathLst>
                <a:path extrusionOk="0" h="1392" w="1681">
                  <a:moveTo>
                    <a:pt x="302" y="1"/>
                  </a:moveTo>
                  <a:cubicBezTo>
                    <a:pt x="278" y="18"/>
                    <a:pt x="253" y="40"/>
                    <a:pt x="232" y="64"/>
                  </a:cubicBezTo>
                  <a:cubicBezTo>
                    <a:pt x="0" y="331"/>
                    <a:pt x="42" y="753"/>
                    <a:pt x="390" y="1059"/>
                  </a:cubicBezTo>
                  <a:cubicBezTo>
                    <a:pt x="614" y="1256"/>
                    <a:pt x="949" y="1391"/>
                    <a:pt x="1223" y="1391"/>
                  </a:cubicBezTo>
                  <a:cubicBezTo>
                    <a:pt x="1376" y="1391"/>
                    <a:pt x="1509" y="1350"/>
                    <a:pt x="1593" y="1253"/>
                  </a:cubicBezTo>
                  <a:cubicBezTo>
                    <a:pt x="1642" y="1193"/>
                    <a:pt x="1674" y="1119"/>
                    <a:pt x="1681" y="1038"/>
                  </a:cubicBezTo>
                  <a:lnTo>
                    <a:pt x="1681" y="1038"/>
                  </a:lnTo>
                  <a:cubicBezTo>
                    <a:pt x="1678" y="1038"/>
                    <a:pt x="1675" y="1038"/>
                    <a:pt x="1672" y="1038"/>
                  </a:cubicBezTo>
                  <a:cubicBezTo>
                    <a:pt x="1363" y="1038"/>
                    <a:pt x="947" y="860"/>
                    <a:pt x="668" y="613"/>
                  </a:cubicBezTo>
                  <a:cubicBezTo>
                    <a:pt x="454" y="419"/>
                    <a:pt x="334" y="205"/>
                    <a:pt x="30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84"/>
            <p:cNvSpPr/>
            <p:nvPr/>
          </p:nvSpPr>
          <p:spPr>
            <a:xfrm>
              <a:off x="5535305" y="3385751"/>
              <a:ext cx="42150" cy="50092"/>
            </a:xfrm>
            <a:custGeom>
              <a:rect b="b" l="l" r="r" t="t"/>
              <a:pathLst>
                <a:path extrusionOk="0" h="1911" w="1608">
                  <a:moveTo>
                    <a:pt x="683" y="1"/>
                  </a:moveTo>
                  <a:lnTo>
                    <a:pt x="683" y="1"/>
                  </a:lnTo>
                  <a:cubicBezTo>
                    <a:pt x="602" y="15"/>
                    <a:pt x="528" y="43"/>
                    <a:pt x="461" y="85"/>
                  </a:cubicBezTo>
                  <a:cubicBezTo>
                    <a:pt x="103" y="303"/>
                    <a:pt x="1" y="781"/>
                    <a:pt x="285" y="1235"/>
                  </a:cubicBezTo>
                  <a:cubicBezTo>
                    <a:pt x="513" y="1595"/>
                    <a:pt x="973" y="1910"/>
                    <a:pt x="1331" y="1910"/>
                  </a:cubicBezTo>
                  <a:cubicBezTo>
                    <a:pt x="1421" y="1910"/>
                    <a:pt x="1504" y="1891"/>
                    <a:pt x="1576" y="1847"/>
                  </a:cubicBezTo>
                  <a:cubicBezTo>
                    <a:pt x="1586" y="1836"/>
                    <a:pt x="1597" y="1826"/>
                    <a:pt x="1608" y="1815"/>
                  </a:cubicBezTo>
                  <a:cubicBezTo>
                    <a:pt x="1291" y="1671"/>
                    <a:pt x="950" y="1334"/>
                    <a:pt x="760" y="978"/>
                  </a:cubicBezTo>
                  <a:cubicBezTo>
                    <a:pt x="563" y="609"/>
                    <a:pt x="553" y="254"/>
                    <a:pt x="6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84"/>
            <p:cNvSpPr/>
            <p:nvPr/>
          </p:nvSpPr>
          <p:spPr>
            <a:xfrm>
              <a:off x="5597350" y="3372540"/>
              <a:ext cx="33002" cy="52687"/>
            </a:xfrm>
            <a:custGeom>
              <a:rect b="b" l="l" r="r" t="t"/>
              <a:pathLst>
                <a:path extrusionOk="0" h="2010" w="1259">
                  <a:moveTo>
                    <a:pt x="836" y="0"/>
                  </a:moveTo>
                  <a:cubicBezTo>
                    <a:pt x="475" y="0"/>
                    <a:pt x="152" y="283"/>
                    <a:pt x="74" y="754"/>
                  </a:cubicBezTo>
                  <a:cubicBezTo>
                    <a:pt x="0" y="1215"/>
                    <a:pt x="162" y="1813"/>
                    <a:pt x="482" y="2010"/>
                  </a:cubicBezTo>
                  <a:cubicBezTo>
                    <a:pt x="397" y="1637"/>
                    <a:pt x="415" y="1247"/>
                    <a:pt x="538" y="881"/>
                  </a:cubicBezTo>
                  <a:cubicBezTo>
                    <a:pt x="679" y="484"/>
                    <a:pt x="953" y="224"/>
                    <a:pt x="1259" y="136"/>
                  </a:cubicBezTo>
                  <a:cubicBezTo>
                    <a:pt x="1171" y="72"/>
                    <a:pt x="1073" y="30"/>
                    <a:pt x="967" y="13"/>
                  </a:cubicBezTo>
                  <a:cubicBezTo>
                    <a:pt x="923" y="4"/>
                    <a:pt x="879" y="0"/>
                    <a:pt x="83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84"/>
            <p:cNvSpPr/>
            <p:nvPr/>
          </p:nvSpPr>
          <p:spPr>
            <a:xfrm>
              <a:off x="5652003" y="3397756"/>
              <a:ext cx="35964" cy="40577"/>
            </a:xfrm>
            <a:custGeom>
              <a:rect b="b" l="l" r="r" t="t"/>
              <a:pathLst>
                <a:path extrusionOk="0" h="1548" w="1372">
                  <a:moveTo>
                    <a:pt x="839" y="1"/>
                  </a:moveTo>
                  <a:cubicBezTo>
                    <a:pt x="586" y="1"/>
                    <a:pt x="329" y="166"/>
                    <a:pt x="180" y="478"/>
                  </a:cubicBezTo>
                  <a:cubicBezTo>
                    <a:pt x="18" y="816"/>
                    <a:pt x="0" y="1294"/>
                    <a:pt x="166" y="1547"/>
                  </a:cubicBezTo>
                  <a:cubicBezTo>
                    <a:pt x="225" y="1224"/>
                    <a:pt x="377" y="925"/>
                    <a:pt x="595" y="682"/>
                  </a:cubicBezTo>
                  <a:cubicBezTo>
                    <a:pt x="814" y="446"/>
                    <a:pt x="1076" y="336"/>
                    <a:pt x="1318" y="336"/>
                  </a:cubicBezTo>
                  <a:cubicBezTo>
                    <a:pt x="1336" y="336"/>
                    <a:pt x="1354" y="336"/>
                    <a:pt x="1372" y="338"/>
                  </a:cubicBezTo>
                  <a:cubicBezTo>
                    <a:pt x="1316" y="214"/>
                    <a:pt x="1217" y="116"/>
                    <a:pt x="1094" y="60"/>
                  </a:cubicBezTo>
                  <a:cubicBezTo>
                    <a:pt x="1012" y="20"/>
                    <a:pt x="926" y="1"/>
                    <a:pt x="83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84"/>
            <p:cNvSpPr/>
            <p:nvPr/>
          </p:nvSpPr>
          <p:spPr>
            <a:xfrm>
              <a:off x="5723721" y="3520483"/>
              <a:ext cx="40656" cy="54653"/>
            </a:xfrm>
            <a:custGeom>
              <a:rect b="b" l="l" r="r" t="t"/>
              <a:pathLst>
                <a:path extrusionOk="0" h="2085" w="1551">
                  <a:moveTo>
                    <a:pt x="762" y="1"/>
                  </a:moveTo>
                  <a:cubicBezTo>
                    <a:pt x="360" y="1"/>
                    <a:pt x="28" y="341"/>
                    <a:pt x="14" y="860"/>
                  </a:cubicBezTo>
                  <a:cubicBezTo>
                    <a:pt x="0" y="1394"/>
                    <a:pt x="327" y="2066"/>
                    <a:pt x="746" y="2084"/>
                  </a:cubicBezTo>
                  <a:cubicBezTo>
                    <a:pt x="752" y="2084"/>
                    <a:pt x="759" y="2084"/>
                    <a:pt x="766" y="2084"/>
                  </a:cubicBezTo>
                  <a:cubicBezTo>
                    <a:pt x="1179" y="2084"/>
                    <a:pt x="1526" y="1453"/>
                    <a:pt x="1537" y="927"/>
                  </a:cubicBezTo>
                  <a:cubicBezTo>
                    <a:pt x="1551" y="392"/>
                    <a:pt x="1220" y="23"/>
                    <a:pt x="798" y="2"/>
                  </a:cubicBezTo>
                  <a:cubicBezTo>
                    <a:pt x="786" y="1"/>
                    <a:pt x="774" y="1"/>
                    <a:pt x="7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84"/>
            <p:cNvSpPr/>
            <p:nvPr/>
          </p:nvSpPr>
          <p:spPr>
            <a:xfrm>
              <a:off x="5668596" y="3535660"/>
              <a:ext cx="38926" cy="46580"/>
            </a:xfrm>
            <a:custGeom>
              <a:rect b="b" l="l" r="r" t="t"/>
              <a:pathLst>
                <a:path extrusionOk="0" h="1777" w="1485">
                  <a:moveTo>
                    <a:pt x="695" y="1"/>
                  </a:moveTo>
                  <a:cubicBezTo>
                    <a:pt x="644" y="1"/>
                    <a:pt x="593" y="7"/>
                    <a:pt x="542" y="21"/>
                  </a:cubicBezTo>
                  <a:cubicBezTo>
                    <a:pt x="197" y="112"/>
                    <a:pt x="0" y="488"/>
                    <a:pt x="120" y="935"/>
                  </a:cubicBezTo>
                  <a:cubicBezTo>
                    <a:pt x="229" y="1344"/>
                    <a:pt x="595" y="1776"/>
                    <a:pt x="921" y="1776"/>
                  </a:cubicBezTo>
                  <a:cubicBezTo>
                    <a:pt x="951" y="1776"/>
                    <a:pt x="980" y="1773"/>
                    <a:pt x="1010" y="1765"/>
                  </a:cubicBezTo>
                  <a:cubicBezTo>
                    <a:pt x="1354" y="1673"/>
                    <a:pt x="1484" y="1051"/>
                    <a:pt x="1365" y="601"/>
                  </a:cubicBezTo>
                  <a:cubicBezTo>
                    <a:pt x="1263" y="220"/>
                    <a:pt x="987" y="1"/>
                    <a:pt x="69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84"/>
            <p:cNvSpPr/>
            <p:nvPr/>
          </p:nvSpPr>
          <p:spPr>
            <a:xfrm>
              <a:off x="5803616" y="3596316"/>
              <a:ext cx="50276" cy="37589"/>
            </a:xfrm>
            <a:custGeom>
              <a:rect b="b" l="l" r="r" t="t"/>
              <a:pathLst>
                <a:path extrusionOk="0" h="1434" w="1918">
                  <a:moveTo>
                    <a:pt x="1198" y="1"/>
                  </a:moveTo>
                  <a:cubicBezTo>
                    <a:pt x="1053" y="1"/>
                    <a:pt x="895" y="44"/>
                    <a:pt x="739" y="137"/>
                  </a:cubicBezTo>
                  <a:cubicBezTo>
                    <a:pt x="342" y="372"/>
                    <a:pt x="1" y="910"/>
                    <a:pt x="180" y="1216"/>
                  </a:cubicBezTo>
                  <a:cubicBezTo>
                    <a:pt x="271" y="1367"/>
                    <a:pt x="471" y="1433"/>
                    <a:pt x="700" y="1433"/>
                  </a:cubicBezTo>
                  <a:cubicBezTo>
                    <a:pt x="934" y="1433"/>
                    <a:pt x="1197" y="1364"/>
                    <a:pt x="1400" y="1244"/>
                  </a:cubicBezTo>
                  <a:cubicBezTo>
                    <a:pt x="1798" y="1012"/>
                    <a:pt x="1917" y="604"/>
                    <a:pt x="1738" y="295"/>
                  </a:cubicBezTo>
                  <a:cubicBezTo>
                    <a:pt x="1626" y="108"/>
                    <a:pt x="1427" y="1"/>
                    <a:pt x="119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84"/>
            <p:cNvSpPr/>
            <p:nvPr/>
          </p:nvSpPr>
          <p:spPr>
            <a:xfrm>
              <a:off x="5669225" y="3594586"/>
              <a:ext cx="129070" cy="89935"/>
            </a:xfrm>
            <a:custGeom>
              <a:rect b="b" l="l" r="r" t="t"/>
              <a:pathLst>
                <a:path extrusionOk="0" h="3431" w="4924">
                  <a:moveTo>
                    <a:pt x="2279" y="0"/>
                  </a:moveTo>
                  <a:cubicBezTo>
                    <a:pt x="1415" y="0"/>
                    <a:pt x="632" y="447"/>
                    <a:pt x="367" y="1099"/>
                  </a:cubicBezTo>
                  <a:cubicBezTo>
                    <a:pt x="1" y="1985"/>
                    <a:pt x="887" y="2559"/>
                    <a:pt x="2069" y="3040"/>
                  </a:cubicBezTo>
                  <a:cubicBezTo>
                    <a:pt x="2636" y="3273"/>
                    <a:pt x="3171" y="3430"/>
                    <a:pt x="3608" y="3430"/>
                  </a:cubicBezTo>
                  <a:cubicBezTo>
                    <a:pt x="4082" y="3430"/>
                    <a:pt x="4441" y="3246"/>
                    <a:pt x="4604" y="2777"/>
                  </a:cubicBezTo>
                  <a:cubicBezTo>
                    <a:pt x="4924" y="1852"/>
                    <a:pt x="4442" y="1170"/>
                    <a:pt x="4214" y="902"/>
                  </a:cubicBezTo>
                  <a:cubicBezTo>
                    <a:pt x="3950" y="589"/>
                    <a:pt x="3612" y="343"/>
                    <a:pt x="3233" y="188"/>
                  </a:cubicBezTo>
                  <a:cubicBezTo>
                    <a:pt x="2918" y="59"/>
                    <a:pt x="2593" y="0"/>
                    <a:pt x="2279"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84"/>
            <p:cNvSpPr/>
            <p:nvPr/>
          </p:nvSpPr>
          <p:spPr>
            <a:xfrm>
              <a:off x="5770458" y="3544494"/>
              <a:ext cx="53185" cy="48624"/>
            </a:xfrm>
            <a:custGeom>
              <a:rect b="b" l="l" r="r" t="t"/>
              <a:pathLst>
                <a:path extrusionOk="0" h="1855" w="2029">
                  <a:moveTo>
                    <a:pt x="1237" y="0"/>
                  </a:moveTo>
                  <a:cubicBezTo>
                    <a:pt x="1012" y="0"/>
                    <a:pt x="772" y="104"/>
                    <a:pt x="570" y="320"/>
                  </a:cubicBezTo>
                  <a:cubicBezTo>
                    <a:pt x="204" y="710"/>
                    <a:pt x="0" y="1428"/>
                    <a:pt x="299" y="1723"/>
                  </a:cubicBezTo>
                  <a:cubicBezTo>
                    <a:pt x="392" y="1815"/>
                    <a:pt x="523" y="1854"/>
                    <a:pt x="670" y="1854"/>
                  </a:cubicBezTo>
                  <a:cubicBezTo>
                    <a:pt x="998" y="1854"/>
                    <a:pt x="1407" y="1655"/>
                    <a:pt x="1660" y="1386"/>
                  </a:cubicBezTo>
                  <a:cubicBezTo>
                    <a:pt x="2025" y="999"/>
                    <a:pt x="2029" y="496"/>
                    <a:pt x="1727" y="201"/>
                  </a:cubicBezTo>
                  <a:cubicBezTo>
                    <a:pt x="1591" y="68"/>
                    <a:pt x="1419" y="0"/>
                    <a:pt x="12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84"/>
            <p:cNvSpPr/>
            <p:nvPr/>
          </p:nvSpPr>
          <p:spPr>
            <a:xfrm>
              <a:off x="5672370" y="3594586"/>
              <a:ext cx="75597" cy="66606"/>
            </a:xfrm>
            <a:custGeom>
              <a:rect b="b" l="l" r="r" t="t"/>
              <a:pathLst>
                <a:path extrusionOk="0" h="2541" w="2884">
                  <a:moveTo>
                    <a:pt x="2160" y="1"/>
                  </a:moveTo>
                  <a:cubicBezTo>
                    <a:pt x="1295" y="1"/>
                    <a:pt x="511" y="448"/>
                    <a:pt x="247" y="1096"/>
                  </a:cubicBezTo>
                  <a:cubicBezTo>
                    <a:pt x="1" y="1701"/>
                    <a:pt x="331" y="2158"/>
                    <a:pt x="939" y="2541"/>
                  </a:cubicBezTo>
                  <a:cubicBezTo>
                    <a:pt x="890" y="2344"/>
                    <a:pt x="901" y="2115"/>
                    <a:pt x="985" y="1852"/>
                  </a:cubicBezTo>
                  <a:cubicBezTo>
                    <a:pt x="1242" y="1046"/>
                    <a:pt x="2008" y="350"/>
                    <a:pt x="2884" y="108"/>
                  </a:cubicBezTo>
                  <a:cubicBezTo>
                    <a:pt x="2643" y="35"/>
                    <a:pt x="2398" y="1"/>
                    <a:pt x="2160"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84"/>
            <p:cNvSpPr/>
            <p:nvPr/>
          </p:nvSpPr>
          <p:spPr>
            <a:xfrm>
              <a:off x="5668596" y="3535818"/>
              <a:ext cx="31455" cy="46422"/>
            </a:xfrm>
            <a:custGeom>
              <a:rect b="b" l="l" r="r" t="t"/>
              <a:pathLst>
                <a:path extrusionOk="0" h="1771" w="1200">
                  <a:moveTo>
                    <a:pt x="633" y="1"/>
                  </a:moveTo>
                  <a:lnTo>
                    <a:pt x="633" y="1"/>
                  </a:lnTo>
                  <a:cubicBezTo>
                    <a:pt x="602" y="4"/>
                    <a:pt x="570" y="8"/>
                    <a:pt x="542" y="15"/>
                  </a:cubicBezTo>
                  <a:cubicBezTo>
                    <a:pt x="197" y="106"/>
                    <a:pt x="0" y="482"/>
                    <a:pt x="120" y="929"/>
                  </a:cubicBezTo>
                  <a:cubicBezTo>
                    <a:pt x="229" y="1337"/>
                    <a:pt x="593" y="1771"/>
                    <a:pt x="918" y="1771"/>
                  </a:cubicBezTo>
                  <a:cubicBezTo>
                    <a:pt x="949" y="1771"/>
                    <a:pt x="980" y="1767"/>
                    <a:pt x="1010" y="1759"/>
                  </a:cubicBezTo>
                  <a:cubicBezTo>
                    <a:pt x="1083" y="1738"/>
                    <a:pt x="1150" y="1688"/>
                    <a:pt x="1199" y="1629"/>
                  </a:cubicBezTo>
                  <a:cubicBezTo>
                    <a:pt x="943" y="1460"/>
                    <a:pt x="693" y="1077"/>
                    <a:pt x="598" y="711"/>
                  </a:cubicBezTo>
                  <a:cubicBezTo>
                    <a:pt x="528" y="433"/>
                    <a:pt x="549" y="187"/>
                    <a:pt x="63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84"/>
            <p:cNvSpPr/>
            <p:nvPr/>
          </p:nvSpPr>
          <p:spPr>
            <a:xfrm>
              <a:off x="5723721" y="3520483"/>
              <a:ext cx="26920" cy="54627"/>
            </a:xfrm>
            <a:custGeom>
              <a:rect b="b" l="l" r="r" t="t"/>
              <a:pathLst>
                <a:path extrusionOk="0" h="2084" w="1027">
                  <a:moveTo>
                    <a:pt x="762" y="1"/>
                  </a:moveTo>
                  <a:cubicBezTo>
                    <a:pt x="356" y="1"/>
                    <a:pt x="28" y="341"/>
                    <a:pt x="14" y="860"/>
                  </a:cubicBezTo>
                  <a:cubicBezTo>
                    <a:pt x="0" y="1394"/>
                    <a:pt x="327" y="2066"/>
                    <a:pt x="746" y="2084"/>
                  </a:cubicBezTo>
                  <a:cubicBezTo>
                    <a:pt x="760" y="2084"/>
                    <a:pt x="777" y="2080"/>
                    <a:pt x="791" y="2077"/>
                  </a:cubicBezTo>
                  <a:cubicBezTo>
                    <a:pt x="605" y="1778"/>
                    <a:pt x="510" y="1306"/>
                    <a:pt x="549" y="909"/>
                  </a:cubicBezTo>
                  <a:cubicBezTo>
                    <a:pt x="594" y="491"/>
                    <a:pt x="781" y="192"/>
                    <a:pt x="1027" y="51"/>
                  </a:cubicBezTo>
                  <a:cubicBezTo>
                    <a:pt x="953" y="23"/>
                    <a:pt x="876" y="5"/>
                    <a:pt x="798" y="2"/>
                  </a:cubicBezTo>
                  <a:cubicBezTo>
                    <a:pt x="786" y="1"/>
                    <a:pt x="774" y="1"/>
                    <a:pt x="76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84"/>
            <p:cNvSpPr/>
            <p:nvPr/>
          </p:nvSpPr>
          <p:spPr>
            <a:xfrm>
              <a:off x="5771821" y="3544573"/>
              <a:ext cx="48336" cy="41704"/>
            </a:xfrm>
            <a:custGeom>
              <a:rect b="b" l="l" r="r" t="t"/>
              <a:pathLst>
                <a:path extrusionOk="0" h="1591" w="1844">
                  <a:moveTo>
                    <a:pt x="1185" y="1"/>
                  </a:moveTo>
                  <a:cubicBezTo>
                    <a:pt x="960" y="1"/>
                    <a:pt x="720" y="105"/>
                    <a:pt x="518" y="321"/>
                  </a:cubicBezTo>
                  <a:cubicBezTo>
                    <a:pt x="198" y="662"/>
                    <a:pt x="1" y="1249"/>
                    <a:pt x="155" y="1590"/>
                  </a:cubicBezTo>
                  <a:cubicBezTo>
                    <a:pt x="293" y="1231"/>
                    <a:pt x="525" y="918"/>
                    <a:pt x="831" y="683"/>
                  </a:cubicBezTo>
                  <a:cubicBezTo>
                    <a:pt x="1071" y="505"/>
                    <a:pt x="1324" y="421"/>
                    <a:pt x="1559" y="421"/>
                  </a:cubicBezTo>
                  <a:cubicBezTo>
                    <a:pt x="1658" y="421"/>
                    <a:pt x="1754" y="436"/>
                    <a:pt x="1843" y="465"/>
                  </a:cubicBezTo>
                  <a:cubicBezTo>
                    <a:pt x="1808" y="366"/>
                    <a:pt x="1748" y="275"/>
                    <a:pt x="1675" y="201"/>
                  </a:cubicBezTo>
                  <a:cubicBezTo>
                    <a:pt x="1539" y="69"/>
                    <a:pt x="1367" y="1"/>
                    <a:pt x="118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84"/>
            <p:cNvSpPr/>
            <p:nvPr/>
          </p:nvSpPr>
          <p:spPr>
            <a:xfrm>
              <a:off x="5807129" y="3596342"/>
              <a:ext cx="44456" cy="26527"/>
            </a:xfrm>
            <a:custGeom>
              <a:rect b="b" l="l" r="r" t="t"/>
              <a:pathLst>
                <a:path extrusionOk="0" h="1012" w="1696">
                  <a:moveTo>
                    <a:pt x="1062" y="0"/>
                  </a:moveTo>
                  <a:cubicBezTo>
                    <a:pt x="917" y="0"/>
                    <a:pt x="760" y="42"/>
                    <a:pt x="605" y="132"/>
                  </a:cubicBezTo>
                  <a:cubicBezTo>
                    <a:pt x="285" y="325"/>
                    <a:pt x="4" y="712"/>
                    <a:pt x="1" y="1011"/>
                  </a:cubicBezTo>
                  <a:cubicBezTo>
                    <a:pt x="233" y="779"/>
                    <a:pt x="521" y="610"/>
                    <a:pt x="841" y="533"/>
                  </a:cubicBezTo>
                  <a:cubicBezTo>
                    <a:pt x="936" y="511"/>
                    <a:pt x="1027" y="501"/>
                    <a:pt x="1115" y="501"/>
                  </a:cubicBezTo>
                  <a:cubicBezTo>
                    <a:pt x="1337" y="501"/>
                    <a:pt x="1532" y="567"/>
                    <a:pt x="1678" y="681"/>
                  </a:cubicBezTo>
                  <a:cubicBezTo>
                    <a:pt x="1695" y="547"/>
                    <a:pt x="1671" y="410"/>
                    <a:pt x="1601" y="294"/>
                  </a:cubicBezTo>
                  <a:cubicBezTo>
                    <a:pt x="1491" y="106"/>
                    <a:pt x="1292" y="0"/>
                    <a:pt x="106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84"/>
            <p:cNvSpPr/>
            <p:nvPr/>
          </p:nvSpPr>
          <p:spPr>
            <a:xfrm>
              <a:off x="5532160" y="3379775"/>
              <a:ext cx="57930" cy="61232"/>
            </a:xfrm>
            <a:custGeom>
              <a:rect b="b" l="l" r="r" t="t"/>
              <a:pathLst>
                <a:path extrusionOk="0" h="2336" w="2210">
                  <a:moveTo>
                    <a:pt x="957" y="405"/>
                  </a:moveTo>
                  <a:cubicBezTo>
                    <a:pt x="1172" y="405"/>
                    <a:pt x="1394" y="535"/>
                    <a:pt x="1545" y="774"/>
                  </a:cubicBezTo>
                  <a:cubicBezTo>
                    <a:pt x="1714" y="1038"/>
                    <a:pt x="1791" y="1417"/>
                    <a:pt x="1728" y="1678"/>
                  </a:cubicBezTo>
                  <a:cubicBezTo>
                    <a:pt x="1714" y="1751"/>
                    <a:pt x="1675" y="1850"/>
                    <a:pt x="1597" y="1896"/>
                  </a:cubicBezTo>
                  <a:cubicBezTo>
                    <a:pt x="1555" y="1920"/>
                    <a:pt x="1506" y="1931"/>
                    <a:pt x="1457" y="1931"/>
                  </a:cubicBezTo>
                  <a:cubicBezTo>
                    <a:pt x="1197" y="1931"/>
                    <a:pt x="785" y="1674"/>
                    <a:pt x="581" y="1351"/>
                  </a:cubicBezTo>
                  <a:cubicBezTo>
                    <a:pt x="462" y="1164"/>
                    <a:pt x="419" y="967"/>
                    <a:pt x="462" y="795"/>
                  </a:cubicBezTo>
                  <a:cubicBezTo>
                    <a:pt x="490" y="661"/>
                    <a:pt x="574" y="549"/>
                    <a:pt x="690" y="478"/>
                  </a:cubicBezTo>
                  <a:cubicBezTo>
                    <a:pt x="771" y="429"/>
                    <a:pt x="863" y="405"/>
                    <a:pt x="957" y="405"/>
                  </a:cubicBezTo>
                  <a:close/>
                  <a:moveTo>
                    <a:pt x="956" y="0"/>
                  </a:moveTo>
                  <a:cubicBezTo>
                    <a:pt x="792" y="0"/>
                    <a:pt x="629" y="43"/>
                    <a:pt x="479" y="134"/>
                  </a:cubicBezTo>
                  <a:cubicBezTo>
                    <a:pt x="272" y="260"/>
                    <a:pt x="121" y="464"/>
                    <a:pt x="68" y="700"/>
                  </a:cubicBezTo>
                  <a:cubicBezTo>
                    <a:pt x="1" y="981"/>
                    <a:pt x="64" y="1287"/>
                    <a:pt x="240" y="1565"/>
                  </a:cubicBezTo>
                  <a:cubicBezTo>
                    <a:pt x="416" y="1832"/>
                    <a:pt x="655" y="2047"/>
                    <a:pt x="936" y="2195"/>
                  </a:cubicBezTo>
                  <a:cubicBezTo>
                    <a:pt x="1095" y="2282"/>
                    <a:pt x="1274" y="2328"/>
                    <a:pt x="1457" y="2335"/>
                  </a:cubicBezTo>
                  <a:cubicBezTo>
                    <a:pt x="1462" y="2335"/>
                    <a:pt x="1468" y="2335"/>
                    <a:pt x="1474" y="2335"/>
                  </a:cubicBezTo>
                  <a:cubicBezTo>
                    <a:pt x="1591" y="2335"/>
                    <a:pt x="1704" y="2301"/>
                    <a:pt x="1805" y="2244"/>
                  </a:cubicBezTo>
                  <a:cubicBezTo>
                    <a:pt x="1963" y="2149"/>
                    <a:pt x="2072" y="1984"/>
                    <a:pt x="2121" y="1769"/>
                  </a:cubicBezTo>
                  <a:cubicBezTo>
                    <a:pt x="2209" y="1403"/>
                    <a:pt x="2114" y="918"/>
                    <a:pt x="1886" y="559"/>
                  </a:cubicBezTo>
                  <a:cubicBezTo>
                    <a:pt x="1660" y="200"/>
                    <a:pt x="1307" y="0"/>
                    <a:pt x="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84"/>
            <p:cNvSpPr/>
            <p:nvPr/>
          </p:nvSpPr>
          <p:spPr>
            <a:xfrm>
              <a:off x="5494938" y="3424703"/>
              <a:ext cx="54417" cy="50774"/>
            </a:xfrm>
            <a:custGeom>
              <a:rect b="b" l="l" r="r" t="t"/>
              <a:pathLst>
                <a:path extrusionOk="0" h="1937" w="2076">
                  <a:moveTo>
                    <a:pt x="830" y="403"/>
                  </a:moveTo>
                  <a:cubicBezTo>
                    <a:pt x="985" y="410"/>
                    <a:pt x="1136" y="473"/>
                    <a:pt x="1252" y="579"/>
                  </a:cubicBezTo>
                  <a:cubicBezTo>
                    <a:pt x="1512" y="808"/>
                    <a:pt x="1727" y="1296"/>
                    <a:pt x="1583" y="1462"/>
                  </a:cubicBezTo>
                  <a:cubicBezTo>
                    <a:pt x="1545" y="1507"/>
                    <a:pt x="1468" y="1531"/>
                    <a:pt x="1368" y="1531"/>
                  </a:cubicBezTo>
                  <a:cubicBezTo>
                    <a:pt x="1321" y="1531"/>
                    <a:pt x="1269" y="1526"/>
                    <a:pt x="1214" y="1514"/>
                  </a:cubicBezTo>
                  <a:cubicBezTo>
                    <a:pt x="1013" y="1472"/>
                    <a:pt x="823" y="1381"/>
                    <a:pt x="665" y="1247"/>
                  </a:cubicBezTo>
                  <a:cubicBezTo>
                    <a:pt x="545" y="1152"/>
                    <a:pt x="461" y="1011"/>
                    <a:pt x="433" y="860"/>
                  </a:cubicBezTo>
                  <a:cubicBezTo>
                    <a:pt x="415" y="744"/>
                    <a:pt x="450" y="625"/>
                    <a:pt x="528" y="537"/>
                  </a:cubicBezTo>
                  <a:cubicBezTo>
                    <a:pt x="599" y="452"/>
                    <a:pt x="706" y="406"/>
                    <a:pt x="818" y="406"/>
                  </a:cubicBezTo>
                  <a:cubicBezTo>
                    <a:pt x="822" y="406"/>
                    <a:pt x="826" y="407"/>
                    <a:pt x="830" y="407"/>
                  </a:cubicBezTo>
                  <a:lnTo>
                    <a:pt x="830" y="403"/>
                  </a:lnTo>
                  <a:close/>
                  <a:moveTo>
                    <a:pt x="827" y="1"/>
                  </a:moveTo>
                  <a:cubicBezTo>
                    <a:pt x="598" y="1"/>
                    <a:pt x="381" y="91"/>
                    <a:pt x="222" y="273"/>
                  </a:cubicBezTo>
                  <a:cubicBezTo>
                    <a:pt x="67" y="449"/>
                    <a:pt x="0" y="684"/>
                    <a:pt x="36" y="920"/>
                  </a:cubicBezTo>
                  <a:cubicBezTo>
                    <a:pt x="78" y="1166"/>
                    <a:pt x="204" y="1391"/>
                    <a:pt x="398" y="1553"/>
                  </a:cubicBezTo>
                  <a:cubicBezTo>
                    <a:pt x="612" y="1736"/>
                    <a:pt x="865" y="1859"/>
                    <a:pt x="1140" y="1912"/>
                  </a:cubicBezTo>
                  <a:cubicBezTo>
                    <a:pt x="1214" y="1929"/>
                    <a:pt x="1291" y="1936"/>
                    <a:pt x="1368" y="1936"/>
                  </a:cubicBezTo>
                  <a:cubicBezTo>
                    <a:pt x="1590" y="1936"/>
                    <a:pt x="1769" y="1869"/>
                    <a:pt x="1885" y="1729"/>
                  </a:cubicBezTo>
                  <a:cubicBezTo>
                    <a:pt x="2043" y="1550"/>
                    <a:pt x="2075" y="1279"/>
                    <a:pt x="1970" y="962"/>
                  </a:cubicBezTo>
                  <a:cubicBezTo>
                    <a:pt x="1878" y="702"/>
                    <a:pt x="1723" y="466"/>
                    <a:pt x="1516" y="280"/>
                  </a:cubicBezTo>
                  <a:cubicBezTo>
                    <a:pt x="1305" y="94"/>
                    <a:pt x="1060"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84"/>
            <p:cNvSpPr/>
            <p:nvPr/>
          </p:nvSpPr>
          <p:spPr>
            <a:xfrm>
              <a:off x="5593392" y="3366826"/>
              <a:ext cx="52189" cy="64850"/>
            </a:xfrm>
            <a:custGeom>
              <a:rect b="b" l="l" r="r" t="t"/>
              <a:pathLst>
                <a:path extrusionOk="0" h="2474" w="1991">
                  <a:moveTo>
                    <a:pt x="1025" y="0"/>
                  </a:moveTo>
                  <a:cubicBezTo>
                    <a:pt x="668" y="0"/>
                    <a:pt x="337" y="208"/>
                    <a:pt x="158" y="554"/>
                  </a:cubicBezTo>
                  <a:cubicBezTo>
                    <a:pt x="68" y="715"/>
                    <a:pt x="204" y="855"/>
                    <a:pt x="340" y="855"/>
                  </a:cubicBezTo>
                  <a:cubicBezTo>
                    <a:pt x="406" y="855"/>
                    <a:pt x="473" y="821"/>
                    <a:pt x="513" y="740"/>
                  </a:cubicBezTo>
                  <a:cubicBezTo>
                    <a:pt x="626" y="530"/>
                    <a:pt x="814" y="404"/>
                    <a:pt x="1021" y="404"/>
                  </a:cubicBezTo>
                  <a:cubicBezTo>
                    <a:pt x="1046" y="404"/>
                    <a:pt x="1071" y="406"/>
                    <a:pt x="1097" y="410"/>
                  </a:cubicBezTo>
                  <a:cubicBezTo>
                    <a:pt x="1231" y="427"/>
                    <a:pt x="1350" y="498"/>
                    <a:pt x="1431" y="607"/>
                  </a:cubicBezTo>
                  <a:cubicBezTo>
                    <a:pt x="1533" y="751"/>
                    <a:pt x="1572" y="948"/>
                    <a:pt x="1537" y="1166"/>
                  </a:cubicBezTo>
                  <a:cubicBezTo>
                    <a:pt x="1465" y="1610"/>
                    <a:pt x="1109" y="2071"/>
                    <a:pt x="847" y="2071"/>
                  </a:cubicBezTo>
                  <a:cubicBezTo>
                    <a:pt x="838" y="2071"/>
                    <a:pt x="828" y="2071"/>
                    <a:pt x="819" y="2070"/>
                  </a:cubicBezTo>
                  <a:cubicBezTo>
                    <a:pt x="633" y="2045"/>
                    <a:pt x="464" y="1746"/>
                    <a:pt x="418" y="1377"/>
                  </a:cubicBezTo>
                  <a:cubicBezTo>
                    <a:pt x="404" y="1255"/>
                    <a:pt x="312" y="1198"/>
                    <a:pt x="220" y="1198"/>
                  </a:cubicBezTo>
                  <a:cubicBezTo>
                    <a:pt x="110" y="1198"/>
                    <a:pt x="0" y="1278"/>
                    <a:pt x="18" y="1423"/>
                  </a:cubicBezTo>
                  <a:cubicBezTo>
                    <a:pt x="77" y="1897"/>
                    <a:pt x="327" y="2407"/>
                    <a:pt x="767" y="2470"/>
                  </a:cubicBezTo>
                  <a:cubicBezTo>
                    <a:pt x="795" y="2474"/>
                    <a:pt x="823" y="2474"/>
                    <a:pt x="854" y="2474"/>
                  </a:cubicBezTo>
                  <a:cubicBezTo>
                    <a:pt x="1094" y="2474"/>
                    <a:pt x="1336" y="2340"/>
                    <a:pt x="1544" y="2084"/>
                  </a:cubicBezTo>
                  <a:cubicBezTo>
                    <a:pt x="1748" y="1838"/>
                    <a:pt x="1881" y="1542"/>
                    <a:pt x="1937" y="1229"/>
                  </a:cubicBezTo>
                  <a:cubicBezTo>
                    <a:pt x="1990" y="906"/>
                    <a:pt x="1923" y="600"/>
                    <a:pt x="1755" y="368"/>
                  </a:cubicBezTo>
                  <a:cubicBezTo>
                    <a:pt x="1610" y="171"/>
                    <a:pt x="1392" y="41"/>
                    <a:pt x="1153" y="9"/>
                  </a:cubicBezTo>
                  <a:cubicBezTo>
                    <a:pt x="1110" y="3"/>
                    <a:pt x="1068"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84"/>
            <p:cNvSpPr/>
            <p:nvPr/>
          </p:nvSpPr>
          <p:spPr>
            <a:xfrm>
              <a:off x="5647757" y="3392278"/>
              <a:ext cx="48231" cy="55911"/>
            </a:xfrm>
            <a:custGeom>
              <a:rect b="b" l="l" r="r" t="t"/>
              <a:pathLst>
                <a:path extrusionOk="0" h="2133" w="1840">
                  <a:moveTo>
                    <a:pt x="1010" y="406"/>
                  </a:moveTo>
                  <a:cubicBezTo>
                    <a:pt x="1070" y="406"/>
                    <a:pt x="1126" y="420"/>
                    <a:pt x="1179" y="445"/>
                  </a:cubicBezTo>
                  <a:cubicBezTo>
                    <a:pt x="1284" y="494"/>
                    <a:pt x="1361" y="589"/>
                    <a:pt x="1390" y="705"/>
                  </a:cubicBezTo>
                  <a:cubicBezTo>
                    <a:pt x="1425" y="856"/>
                    <a:pt x="1404" y="1014"/>
                    <a:pt x="1330" y="1151"/>
                  </a:cubicBezTo>
                  <a:cubicBezTo>
                    <a:pt x="1199" y="1431"/>
                    <a:pt x="863" y="1727"/>
                    <a:pt x="648" y="1727"/>
                  </a:cubicBezTo>
                  <a:cubicBezTo>
                    <a:pt x="620" y="1727"/>
                    <a:pt x="594" y="1722"/>
                    <a:pt x="570" y="1710"/>
                  </a:cubicBezTo>
                  <a:cubicBezTo>
                    <a:pt x="373" y="1616"/>
                    <a:pt x="380" y="1085"/>
                    <a:pt x="532" y="768"/>
                  </a:cubicBezTo>
                  <a:cubicBezTo>
                    <a:pt x="591" y="627"/>
                    <a:pt x="704" y="511"/>
                    <a:pt x="841" y="441"/>
                  </a:cubicBezTo>
                  <a:cubicBezTo>
                    <a:pt x="894" y="420"/>
                    <a:pt x="954" y="406"/>
                    <a:pt x="1010" y="406"/>
                  </a:cubicBezTo>
                  <a:close/>
                  <a:moveTo>
                    <a:pt x="1006" y="1"/>
                  </a:moveTo>
                  <a:cubicBezTo>
                    <a:pt x="897" y="1"/>
                    <a:pt x="786" y="23"/>
                    <a:pt x="679" y="72"/>
                  </a:cubicBezTo>
                  <a:cubicBezTo>
                    <a:pt x="451" y="181"/>
                    <a:pt x="271" y="364"/>
                    <a:pt x="166" y="596"/>
                  </a:cubicBezTo>
                  <a:cubicBezTo>
                    <a:pt x="50" y="849"/>
                    <a:pt x="1" y="1127"/>
                    <a:pt x="18" y="1405"/>
                  </a:cubicBezTo>
                  <a:cubicBezTo>
                    <a:pt x="46" y="1732"/>
                    <a:pt x="180" y="1971"/>
                    <a:pt x="398" y="2076"/>
                  </a:cubicBezTo>
                  <a:cubicBezTo>
                    <a:pt x="475" y="2111"/>
                    <a:pt x="560" y="2132"/>
                    <a:pt x="648" y="2132"/>
                  </a:cubicBezTo>
                  <a:cubicBezTo>
                    <a:pt x="1063" y="2132"/>
                    <a:pt x="1509" y="1714"/>
                    <a:pt x="1696" y="1327"/>
                  </a:cubicBezTo>
                  <a:cubicBezTo>
                    <a:pt x="1808" y="1102"/>
                    <a:pt x="1840" y="845"/>
                    <a:pt x="1780" y="599"/>
                  </a:cubicBezTo>
                  <a:cubicBezTo>
                    <a:pt x="1686" y="235"/>
                    <a:pt x="1357"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84"/>
            <p:cNvSpPr/>
            <p:nvPr/>
          </p:nvSpPr>
          <p:spPr>
            <a:xfrm>
              <a:off x="5541937" y="3441662"/>
              <a:ext cx="134890" cy="95204"/>
            </a:xfrm>
            <a:custGeom>
              <a:rect b="b" l="l" r="r" t="t"/>
              <a:pathLst>
                <a:path extrusionOk="0" h="3632" w="5146">
                  <a:moveTo>
                    <a:pt x="2692" y="0"/>
                  </a:moveTo>
                  <a:cubicBezTo>
                    <a:pt x="2509" y="0"/>
                    <a:pt x="2326" y="19"/>
                    <a:pt x="2146" y="55"/>
                  </a:cubicBezTo>
                  <a:cubicBezTo>
                    <a:pt x="1509" y="185"/>
                    <a:pt x="940" y="540"/>
                    <a:pt x="546" y="1054"/>
                  </a:cubicBezTo>
                  <a:cubicBezTo>
                    <a:pt x="162" y="1550"/>
                    <a:pt x="1" y="2130"/>
                    <a:pt x="110" y="2650"/>
                  </a:cubicBezTo>
                  <a:cubicBezTo>
                    <a:pt x="215" y="3171"/>
                    <a:pt x="556" y="3487"/>
                    <a:pt x="1122" y="3589"/>
                  </a:cubicBezTo>
                  <a:cubicBezTo>
                    <a:pt x="1277" y="3617"/>
                    <a:pt x="1435" y="3631"/>
                    <a:pt x="1590" y="3631"/>
                  </a:cubicBezTo>
                  <a:cubicBezTo>
                    <a:pt x="1931" y="3631"/>
                    <a:pt x="2343" y="3579"/>
                    <a:pt x="2849" y="3477"/>
                  </a:cubicBezTo>
                  <a:cubicBezTo>
                    <a:pt x="3605" y="3322"/>
                    <a:pt x="4122" y="3139"/>
                    <a:pt x="4477" y="2903"/>
                  </a:cubicBezTo>
                  <a:cubicBezTo>
                    <a:pt x="4955" y="2583"/>
                    <a:pt x="5145" y="2158"/>
                    <a:pt x="5040" y="1637"/>
                  </a:cubicBezTo>
                  <a:cubicBezTo>
                    <a:pt x="4952" y="1212"/>
                    <a:pt x="4678" y="811"/>
                    <a:pt x="4266" y="509"/>
                  </a:cubicBezTo>
                  <a:cubicBezTo>
                    <a:pt x="4225" y="477"/>
                    <a:pt x="4182" y="464"/>
                    <a:pt x="4143" y="464"/>
                  </a:cubicBezTo>
                  <a:cubicBezTo>
                    <a:pt x="3973" y="464"/>
                    <a:pt x="3848" y="707"/>
                    <a:pt x="4027" y="832"/>
                  </a:cubicBezTo>
                  <a:cubicBezTo>
                    <a:pt x="4358" y="1075"/>
                    <a:pt x="4576" y="1391"/>
                    <a:pt x="4642" y="1722"/>
                  </a:cubicBezTo>
                  <a:cubicBezTo>
                    <a:pt x="4716" y="2073"/>
                    <a:pt x="4593" y="2344"/>
                    <a:pt x="4256" y="2569"/>
                  </a:cubicBezTo>
                  <a:cubicBezTo>
                    <a:pt x="3946" y="2773"/>
                    <a:pt x="3471" y="2939"/>
                    <a:pt x="2765" y="3083"/>
                  </a:cubicBezTo>
                  <a:cubicBezTo>
                    <a:pt x="2276" y="3181"/>
                    <a:pt x="1889" y="3227"/>
                    <a:pt x="1590" y="3227"/>
                  </a:cubicBezTo>
                  <a:cubicBezTo>
                    <a:pt x="774" y="3227"/>
                    <a:pt x="574" y="2910"/>
                    <a:pt x="504" y="2569"/>
                  </a:cubicBezTo>
                  <a:cubicBezTo>
                    <a:pt x="338" y="1771"/>
                    <a:pt x="1038" y="699"/>
                    <a:pt x="2227" y="452"/>
                  </a:cubicBezTo>
                  <a:cubicBezTo>
                    <a:pt x="2380" y="422"/>
                    <a:pt x="2537" y="406"/>
                    <a:pt x="2693" y="406"/>
                  </a:cubicBezTo>
                  <a:cubicBezTo>
                    <a:pt x="2912" y="406"/>
                    <a:pt x="3132" y="437"/>
                    <a:pt x="3345" y="498"/>
                  </a:cubicBezTo>
                  <a:cubicBezTo>
                    <a:pt x="3365" y="505"/>
                    <a:pt x="3385" y="508"/>
                    <a:pt x="3405" y="508"/>
                  </a:cubicBezTo>
                  <a:cubicBezTo>
                    <a:pt x="3491" y="508"/>
                    <a:pt x="3572" y="449"/>
                    <a:pt x="3598" y="361"/>
                  </a:cubicBezTo>
                  <a:cubicBezTo>
                    <a:pt x="3630" y="252"/>
                    <a:pt x="3566" y="139"/>
                    <a:pt x="3457" y="111"/>
                  </a:cubicBezTo>
                  <a:cubicBezTo>
                    <a:pt x="3208" y="37"/>
                    <a:pt x="2950" y="0"/>
                    <a:pt x="2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84"/>
            <p:cNvSpPr/>
            <p:nvPr/>
          </p:nvSpPr>
          <p:spPr>
            <a:xfrm>
              <a:off x="5718635" y="3514952"/>
              <a:ext cx="51088" cy="65322"/>
            </a:xfrm>
            <a:custGeom>
              <a:rect b="b" l="l" r="r" t="t"/>
              <a:pathLst>
                <a:path extrusionOk="0" h="2492" w="1949">
                  <a:moveTo>
                    <a:pt x="982" y="403"/>
                  </a:moveTo>
                  <a:cubicBezTo>
                    <a:pt x="1309" y="417"/>
                    <a:pt x="1541" y="719"/>
                    <a:pt x="1530" y="1124"/>
                  </a:cubicBezTo>
                  <a:cubicBezTo>
                    <a:pt x="1520" y="1437"/>
                    <a:pt x="1372" y="1795"/>
                    <a:pt x="1179" y="1978"/>
                  </a:cubicBezTo>
                  <a:cubicBezTo>
                    <a:pt x="1125" y="2025"/>
                    <a:pt x="1047" y="2084"/>
                    <a:pt x="961" y="2084"/>
                  </a:cubicBezTo>
                  <a:cubicBezTo>
                    <a:pt x="956" y="2084"/>
                    <a:pt x="951" y="2084"/>
                    <a:pt x="947" y="2084"/>
                  </a:cubicBezTo>
                  <a:cubicBezTo>
                    <a:pt x="683" y="2073"/>
                    <a:pt x="395" y="1528"/>
                    <a:pt x="405" y="1064"/>
                  </a:cubicBezTo>
                  <a:cubicBezTo>
                    <a:pt x="412" y="846"/>
                    <a:pt x="486" y="656"/>
                    <a:pt x="616" y="536"/>
                  </a:cubicBezTo>
                  <a:cubicBezTo>
                    <a:pt x="708" y="448"/>
                    <a:pt x="831" y="403"/>
                    <a:pt x="957" y="403"/>
                  </a:cubicBezTo>
                  <a:close/>
                  <a:moveTo>
                    <a:pt x="949" y="0"/>
                  </a:moveTo>
                  <a:cubicBezTo>
                    <a:pt x="724" y="0"/>
                    <a:pt x="509" y="87"/>
                    <a:pt x="342" y="241"/>
                  </a:cubicBezTo>
                  <a:cubicBezTo>
                    <a:pt x="131" y="438"/>
                    <a:pt x="11" y="726"/>
                    <a:pt x="4" y="1057"/>
                  </a:cubicBezTo>
                  <a:cubicBezTo>
                    <a:pt x="1" y="1373"/>
                    <a:pt x="78" y="1686"/>
                    <a:pt x="233" y="1968"/>
                  </a:cubicBezTo>
                  <a:cubicBezTo>
                    <a:pt x="412" y="2291"/>
                    <a:pt x="658" y="2477"/>
                    <a:pt x="929" y="2492"/>
                  </a:cubicBezTo>
                  <a:lnTo>
                    <a:pt x="957" y="2492"/>
                  </a:lnTo>
                  <a:cubicBezTo>
                    <a:pt x="1130" y="2492"/>
                    <a:pt x="1302" y="2414"/>
                    <a:pt x="1453" y="2273"/>
                  </a:cubicBezTo>
                  <a:cubicBezTo>
                    <a:pt x="1731" y="2017"/>
                    <a:pt x="1921" y="1560"/>
                    <a:pt x="1931" y="1138"/>
                  </a:cubicBezTo>
                  <a:cubicBezTo>
                    <a:pt x="1949" y="515"/>
                    <a:pt x="1548" y="26"/>
                    <a:pt x="999" y="2"/>
                  </a:cubicBezTo>
                  <a:cubicBezTo>
                    <a:pt x="983" y="1"/>
                    <a:pt x="966" y="0"/>
                    <a:pt x="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84"/>
            <p:cNvSpPr/>
            <p:nvPr/>
          </p:nvSpPr>
          <p:spPr>
            <a:xfrm>
              <a:off x="5662698" y="3530051"/>
              <a:ext cx="50171" cy="57222"/>
            </a:xfrm>
            <a:custGeom>
              <a:rect b="b" l="l" r="r" t="t"/>
              <a:pathLst>
                <a:path extrusionOk="0" h="2183" w="1914">
                  <a:moveTo>
                    <a:pt x="915" y="403"/>
                  </a:moveTo>
                  <a:cubicBezTo>
                    <a:pt x="995" y="407"/>
                    <a:pt x="1076" y="432"/>
                    <a:pt x="1143" y="477"/>
                  </a:cubicBezTo>
                  <a:cubicBezTo>
                    <a:pt x="1270" y="572"/>
                    <a:pt x="1358" y="706"/>
                    <a:pt x="1389" y="857"/>
                  </a:cubicBezTo>
                  <a:cubicBezTo>
                    <a:pt x="1481" y="1195"/>
                    <a:pt x="1389" y="1719"/>
                    <a:pt x="1175" y="1775"/>
                  </a:cubicBezTo>
                  <a:cubicBezTo>
                    <a:pt x="1163" y="1778"/>
                    <a:pt x="1150" y="1780"/>
                    <a:pt x="1136" y="1780"/>
                  </a:cubicBezTo>
                  <a:cubicBezTo>
                    <a:pt x="1054" y="1780"/>
                    <a:pt x="946" y="1719"/>
                    <a:pt x="841" y="1613"/>
                  </a:cubicBezTo>
                  <a:cubicBezTo>
                    <a:pt x="697" y="1465"/>
                    <a:pt x="591" y="1286"/>
                    <a:pt x="531" y="1086"/>
                  </a:cubicBezTo>
                  <a:cubicBezTo>
                    <a:pt x="447" y="766"/>
                    <a:pt x="566" y="484"/>
                    <a:pt x="813" y="417"/>
                  </a:cubicBezTo>
                  <a:cubicBezTo>
                    <a:pt x="848" y="410"/>
                    <a:pt x="879" y="403"/>
                    <a:pt x="915" y="403"/>
                  </a:cubicBezTo>
                  <a:close/>
                  <a:moveTo>
                    <a:pt x="913" y="1"/>
                  </a:moveTo>
                  <a:cubicBezTo>
                    <a:pt x="845" y="1"/>
                    <a:pt x="777" y="9"/>
                    <a:pt x="711" y="27"/>
                  </a:cubicBezTo>
                  <a:cubicBezTo>
                    <a:pt x="243" y="154"/>
                    <a:pt x="0" y="653"/>
                    <a:pt x="144" y="1191"/>
                  </a:cubicBezTo>
                  <a:cubicBezTo>
                    <a:pt x="218" y="1458"/>
                    <a:pt x="359" y="1701"/>
                    <a:pt x="556" y="1901"/>
                  </a:cubicBezTo>
                  <a:cubicBezTo>
                    <a:pt x="742" y="2088"/>
                    <a:pt x="946" y="2183"/>
                    <a:pt x="1136" y="2183"/>
                  </a:cubicBezTo>
                  <a:cubicBezTo>
                    <a:pt x="1185" y="2183"/>
                    <a:pt x="1235" y="2179"/>
                    <a:pt x="1280" y="2165"/>
                  </a:cubicBezTo>
                  <a:cubicBezTo>
                    <a:pt x="1787" y="2028"/>
                    <a:pt x="1913" y="1251"/>
                    <a:pt x="1780" y="755"/>
                  </a:cubicBezTo>
                  <a:cubicBezTo>
                    <a:pt x="1720" y="509"/>
                    <a:pt x="1576" y="294"/>
                    <a:pt x="1372" y="147"/>
                  </a:cubicBezTo>
                  <a:cubicBezTo>
                    <a:pt x="1236" y="50"/>
                    <a:pt x="1075" y="1"/>
                    <a:pt x="9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84"/>
            <p:cNvSpPr/>
            <p:nvPr/>
          </p:nvSpPr>
          <p:spPr>
            <a:xfrm>
              <a:off x="5766395" y="3539278"/>
              <a:ext cx="61232" cy="58611"/>
            </a:xfrm>
            <a:custGeom>
              <a:rect b="b" l="l" r="r" t="t"/>
              <a:pathLst>
                <a:path extrusionOk="0" h="2236" w="2336">
                  <a:moveTo>
                    <a:pt x="1400" y="0"/>
                  </a:moveTo>
                  <a:cubicBezTo>
                    <a:pt x="1230" y="0"/>
                    <a:pt x="1055" y="44"/>
                    <a:pt x="890" y="132"/>
                  </a:cubicBezTo>
                  <a:cubicBezTo>
                    <a:pt x="699" y="247"/>
                    <a:pt x="808" y="510"/>
                    <a:pt x="990" y="510"/>
                  </a:cubicBezTo>
                  <a:cubicBezTo>
                    <a:pt x="1019" y="510"/>
                    <a:pt x="1051" y="503"/>
                    <a:pt x="1083" y="487"/>
                  </a:cubicBezTo>
                  <a:cubicBezTo>
                    <a:pt x="1187" y="432"/>
                    <a:pt x="1295" y="404"/>
                    <a:pt x="1399" y="404"/>
                  </a:cubicBezTo>
                  <a:cubicBezTo>
                    <a:pt x="1530" y="404"/>
                    <a:pt x="1653" y="448"/>
                    <a:pt x="1751" y="537"/>
                  </a:cubicBezTo>
                  <a:cubicBezTo>
                    <a:pt x="1853" y="625"/>
                    <a:pt x="1913" y="751"/>
                    <a:pt x="1920" y="888"/>
                  </a:cubicBezTo>
                  <a:cubicBezTo>
                    <a:pt x="1927" y="1064"/>
                    <a:pt x="1850" y="1251"/>
                    <a:pt x="1699" y="1412"/>
                  </a:cubicBezTo>
                  <a:cubicBezTo>
                    <a:pt x="1465" y="1664"/>
                    <a:pt x="1087" y="1831"/>
                    <a:pt x="825" y="1831"/>
                  </a:cubicBezTo>
                  <a:cubicBezTo>
                    <a:pt x="732" y="1831"/>
                    <a:pt x="653" y="1810"/>
                    <a:pt x="602" y="1764"/>
                  </a:cubicBezTo>
                  <a:cubicBezTo>
                    <a:pt x="461" y="1637"/>
                    <a:pt x="482" y="1296"/>
                    <a:pt x="654" y="966"/>
                  </a:cubicBezTo>
                  <a:cubicBezTo>
                    <a:pt x="730" y="805"/>
                    <a:pt x="599" y="671"/>
                    <a:pt x="467" y="671"/>
                  </a:cubicBezTo>
                  <a:cubicBezTo>
                    <a:pt x="402" y="671"/>
                    <a:pt x="337" y="703"/>
                    <a:pt x="296" y="779"/>
                  </a:cubicBezTo>
                  <a:cubicBezTo>
                    <a:pt x="74" y="1205"/>
                    <a:pt x="0" y="1767"/>
                    <a:pt x="331" y="2063"/>
                  </a:cubicBezTo>
                  <a:cubicBezTo>
                    <a:pt x="461" y="2173"/>
                    <a:pt x="629" y="2236"/>
                    <a:pt x="800" y="2236"/>
                  </a:cubicBezTo>
                  <a:cubicBezTo>
                    <a:pt x="809" y="2236"/>
                    <a:pt x="818" y="2235"/>
                    <a:pt x="827" y="2235"/>
                  </a:cubicBezTo>
                  <a:cubicBezTo>
                    <a:pt x="950" y="2232"/>
                    <a:pt x="1073" y="2211"/>
                    <a:pt x="1192" y="2175"/>
                  </a:cubicBezTo>
                  <a:cubicBezTo>
                    <a:pt x="1495" y="2084"/>
                    <a:pt x="1773" y="1915"/>
                    <a:pt x="1994" y="1687"/>
                  </a:cubicBezTo>
                  <a:cubicBezTo>
                    <a:pt x="2219" y="1444"/>
                    <a:pt x="2335" y="1156"/>
                    <a:pt x="2321" y="867"/>
                  </a:cubicBezTo>
                  <a:cubicBezTo>
                    <a:pt x="2311" y="625"/>
                    <a:pt x="2202" y="396"/>
                    <a:pt x="2022" y="234"/>
                  </a:cubicBezTo>
                  <a:cubicBezTo>
                    <a:pt x="1849" y="79"/>
                    <a:pt x="1629" y="0"/>
                    <a:pt x="14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84"/>
            <p:cNvSpPr/>
            <p:nvPr/>
          </p:nvSpPr>
          <p:spPr>
            <a:xfrm>
              <a:off x="5800497" y="3590995"/>
              <a:ext cx="56986" cy="48179"/>
            </a:xfrm>
            <a:custGeom>
              <a:rect b="b" l="l" r="r" t="t"/>
              <a:pathLst>
                <a:path extrusionOk="0" h="1838" w="2174">
                  <a:moveTo>
                    <a:pt x="1314" y="404"/>
                  </a:moveTo>
                  <a:cubicBezTo>
                    <a:pt x="1469" y="404"/>
                    <a:pt x="1603" y="471"/>
                    <a:pt x="1681" y="600"/>
                  </a:cubicBezTo>
                  <a:cubicBezTo>
                    <a:pt x="1741" y="702"/>
                    <a:pt x="1752" y="825"/>
                    <a:pt x="1713" y="934"/>
                  </a:cubicBezTo>
                  <a:cubicBezTo>
                    <a:pt x="1657" y="1078"/>
                    <a:pt x="1548" y="1198"/>
                    <a:pt x="1414" y="1271"/>
                  </a:cubicBezTo>
                  <a:cubicBezTo>
                    <a:pt x="1231" y="1373"/>
                    <a:pt x="1031" y="1430"/>
                    <a:pt x="823" y="1433"/>
                  </a:cubicBezTo>
                  <a:cubicBezTo>
                    <a:pt x="817" y="1433"/>
                    <a:pt x="812" y="1433"/>
                    <a:pt x="806" y="1433"/>
                  </a:cubicBezTo>
                  <a:cubicBezTo>
                    <a:pt x="642" y="1433"/>
                    <a:pt x="516" y="1385"/>
                    <a:pt x="472" y="1314"/>
                  </a:cubicBezTo>
                  <a:cubicBezTo>
                    <a:pt x="429" y="1240"/>
                    <a:pt x="454" y="1099"/>
                    <a:pt x="538" y="948"/>
                  </a:cubicBezTo>
                  <a:cubicBezTo>
                    <a:pt x="640" y="769"/>
                    <a:pt x="785" y="617"/>
                    <a:pt x="964" y="508"/>
                  </a:cubicBezTo>
                  <a:lnTo>
                    <a:pt x="960" y="508"/>
                  </a:lnTo>
                  <a:cubicBezTo>
                    <a:pt x="1081" y="438"/>
                    <a:pt x="1203" y="404"/>
                    <a:pt x="1314" y="404"/>
                  </a:cubicBezTo>
                  <a:close/>
                  <a:moveTo>
                    <a:pt x="1315" y="1"/>
                  </a:moveTo>
                  <a:cubicBezTo>
                    <a:pt x="1133" y="1"/>
                    <a:pt x="939" y="53"/>
                    <a:pt x="756" y="160"/>
                  </a:cubicBezTo>
                  <a:cubicBezTo>
                    <a:pt x="517" y="304"/>
                    <a:pt x="320" y="508"/>
                    <a:pt x="183" y="751"/>
                  </a:cubicBezTo>
                  <a:cubicBezTo>
                    <a:pt x="25" y="1039"/>
                    <a:pt x="0" y="1314"/>
                    <a:pt x="123" y="1518"/>
                  </a:cubicBezTo>
                  <a:cubicBezTo>
                    <a:pt x="247" y="1725"/>
                    <a:pt x="493" y="1838"/>
                    <a:pt x="820" y="1838"/>
                  </a:cubicBezTo>
                  <a:lnTo>
                    <a:pt x="827" y="1838"/>
                  </a:lnTo>
                  <a:cubicBezTo>
                    <a:pt x="1105" y="1834"/>
                    <a:pt x="1379" y="1757"/>
                    <a:pt x="1618" y="1619"/>
                  </a:cubicBezTo>
                  <a:cubicBezTo>
                    <a:pt x="1839" y="1496"/>
                    <a:pt x="2008" y="1299"/>
                    <a:pt x="2093" y="1064"/>
                  </a:cubicBezTo>
                  <a:cubicBezTo>
                    <a:pt x="2174" y="842"/>
                    <a:pt x="2149" y="596"/>
                    <a:pt x="2029" y="392"/>
                  </a:cubicBezTo>
                  <a:cubicBezTo>
                    <a:pt x="1877" y="136"/>
                    <a:pt x="1610" y="1"/>
                    <a:pt x="1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84"/>
            <p:cNvSpPr/>
            <p:nvPr/>
          </p:nvSpPr>
          <p:spPr>
            <a:xfrm>
              <a:off x="5668491" y="3589055"/>
              <a:ext cx="131744" cy="101364"/>
            </a:xfrm>
            <a:custGeom>
              <a:rect b="b" l="l" r="r" t="t"/>
              <a:pathLst>
                <a:path extrusionOk="0" h="3867" w="5026">
                  <a:moveTo>
                    <a:pt x="2308" y="1"/>
                  </a:moveTo>
                  <a:cubicBezTo>
                    <a:pt x="2020" y="1"/>
                    <a:pt x="1731" y="47"/>
                    <a:pt x="1453" y="139"/>
                  </a:cubicBezTo>
                  <a:cubicBezTo>
                    <a:pt x="855" y="340"/>
                    <a:pt x="402" y="733"/>
                    <a:pt x="201" y="1222"/>
                  </a:cubicBezTo>
                  <a:cubicBezTo>
                    <a:pt x="1" y="1715"/>
                    <a:pt x="106" y="2168"/>
                    <a:pt x="518" y="2569"/>
                  </a:cubicBezTo>
                  <a:cubicBezTo>
                    <a:pt x="820" y="2868"/>
                    <a:pt x="1298" y="3142"/>
                    <a:pt x="2012" y="3434"/>
                  </a:cubicBezTo>
                  <a:cubicBezTo>
                    <a:pt x="2730" y="3726"/>
                    <a:pt x="3261" y="3867"/>
                    <a:pt x="3686" y="3867"/>
                  </a:cubicBezTo>
                  <a:lnTo>
                    <a:pt x="3693" y="3867"/>
                  </a:lnTo>
                  <a:cubicBezTo>
                    <a:pt x="4266" y="3867"/>
                    <a:pt x="4657" y="3620"/>
                    <a:pt x="4861" y="3132"/>
                  </a:cubicBezTo>
                  <a:cubicBezTo>
                    <a:pt x="5026" y="2727"/>
                    <a:pt x="5022" y="2242"/>
                    <a:pt x="4850" y="1760"/>
                  </a:cubicBezTo>
                  <a:cubicBezTo>
                    <a:pt x="4815" y="1670"/>
                    <a:pt x="4742" y="1632"/>
                    <a:pt x="4669" y="1632"/>
                  </a:cubicBezTo>
                  <a:cubicBezTo>
                    <a:pt x="4544" y="1632"/>
                    <a:pt x="4417" y="1743"/>
                    <a:pt x="4470" y="1897"/>
                  </a:cubicBezTo>
                  <a:cubicBezTo>
                    <a:pt x="4607" y="2284"/>
                    <a:pt x="4614" y="2668"/>
                    <a:pt x="4488" y="2977"/>
                  </a:cubicBezTo>
                  <a:cubicBezTo>
                    <a:pt x="4382" y="3234"/>
                    <a:pt x="4195" y="3461"/>
                    <a:pt x="3707" y="3461"/>
                  </a:cubicBezTo>
                  <a:cubicBezTo>
                    <a:pt x="3366" y="3461"/>
                    <a:pt x="2879" y="3350"/>
                    <a:pt x="2170" y="3061"/>
                  </a:cubicBezTo>
                  <a:cubicBezTo>
                    <a:pt x="1502" y="2791"/>
                    <a:pt x="1070" y="2541"/>
                    <a:pt x="803" y="2284"/>
                  </a:cubicBezTo>
                  <a:cubicBezTo>
                    <a:pt x="511" y="1999"/>
                    <a:pt x="440" y="1711"/>
                    <a:pt x="578" y="1377"/>
                  </a:cubicBezTo>
                  <a:cubicBezTo>
                    <a:pt x="732" y="997"/>
                    <a:pt x="1098" y="688"/>
                    <a:pt x="1583" y="523"/>
                  </a:cubicBezTo>
                  <a:cubicBezTo>
                    <a:pt x="1820" y="445"/>
                    <a:pt x="2066" y="406"/>
                    <a:pt x="2312" y="406"/>
                  </a:cubicBezTo>
                  <a:cubicBezTo>
                    <a:pt x="2610" y="406"/>
                    <a:pt x="2907" y="463"/>
                    <a:pt x="3187" y="579"/>
                  </a:cubicBezTo>
                  <a:cubicBezTo>
                    <a:pt x="3535" y="723"/>
                    <a:pt x="3844" y="948"/>
                    <a:pt x="4090" y="1240"/>
                  </a:cubicBezTo>
                  <a:cubicBezTo>
                    <a:pt x="4133" y="1282"/>
                    <a:pt x="4181" y="1300"/>
                    <a:pt x="4228" y="1300"/>
                  </a:cubicBezTo>
                  <a:cubicBezTo>
                    <a:pt x="4372" y="1300"/>
                    <a:pt x="4503" y="1131"/>
                    <a:pt x="4396" y="980"/>
                  </a:cubicBezTo>
                  <a:cubicBezTo>
                    <a:pt x="4112" y="639"/>
                    <a:pt x="3749" y="371"/>
                    <a:pt x="3338" y="206"/>
                  </a:cubicBezTo>
                  <a:cubicBezTo>
                    <a:pt x="3008" y="69"/>
                    <a:pt x="2658" y="1"/>
                    <a:pt x="2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965" name="Shape 16965"/>
        <p:cNvGrpSpPr/>
        <p:nvPr/>
      </p:nvGrpSpPr>
      <p:grpSpPr>
        <a:xfrm>
          <a:off x="0" y="0"/>
          <a:ext cx="0" cy="0"/>
          <a:chOff x="0" y="0"/>
          <a:chExt cx="0" cy="0"/>
        </a:xfrm>
      </p:grpSpPr>
      <p:sp>
        <p:nvSpPr>
          <p:cNvPr id="16966" name="Google Shape;16966;p8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6967" name="Google Shape;16967;p85"/>
          <p:cNvGrpSpPr/>
          <p:nvPr/>
        </p:nvGrpSpPr>
        <p:grpSpPr>
          <a:xfrm>
            <a:off x="1807567" y="3398339"/>
            <a:ext cx="363604" cy="278156"/>
            <a:chOff x="1807567" y="3398339"/>
            <a:chExt cx="363604" cy="278156"/>
          </a:xfrm>
        </p:grpSpPr>
        <p:sp>
          <p:nvSpPr>
            <p:cNvPr id="16968" name="Google Shape;16968;p85"/>
            <p:cNvSpPr/>
            <p:nvPr/>
          </p:nvSpPr>
          <p:spPr>
            <a:xfrm>
              <a:off x="1826984" y="3508878"/>
              <a:ext cx="22826" cy="57078"/>
            </a:xfrm>
            <a:custGeom>
              <a:rect b="b" l="l" r="r" t="t"/>
              <a:pathLst>
                <a:path extrusionOk="0" h="2193" w="877">
                  <a:moveTo>
                    <a:pt x="120" y="0"/>
                  </a:moveTo>
                  <a:cubicBezTo>
                    <a:pt x="43" y="109"/>
                    <a:pt x="1" y="240"/>
                    <a:pt x="1" y="373"/>
                  </a:cubicBezTo>
                  <a:lnTo>
                    <a:pt x="1" y="2192"/>
                  </a:lnTo>
                  <a:lnTo>
                    <a:pt x="877" y="2192"/>
                  </a:lnTo>
                  <a:lnTo>
                    <a:pt x="877" y="1024"/>
                  </a:lnTo>
                  <a:cubicBezTo>
                    <a:pt x="877" y="852"/>
                    <a:pt x="806" y="683"/>
                    <a:pt x="683" y="563"/>
                  </a:cubicBezTo>
                  <a:lnTo>
                    <a:pt x="12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85"/>
            <p:cNvSpPr/>
            <p:nvPr/>
          </p:nvSpPr>
          <p:spPr>
            <a:xfrm>
              <a:off x="2091840" y="3477645"/>
              <a:ext cx="45522" cy="39874"/>
            </a:xfrm>
            <a:custGeom>
              <a:rect b="b" l="l" r="r" t="t"/>
              <a:pathLst>
                <a:path extrusionOk="0" h="1532" w="1749">
                  <a:moveTo>
                    <a:pt x="873" y="1"/>
                  </a:moveTo>
                  <a:cubicBezTo>
                    <a:pt x="391" y="1"/>
                    <a:pt x="0" y="342"/>
                    <a:pt x="0" y="764"/>
                  </a:cubicBezTo>
                  <a:cubicBezTo>
                    <a:pt x="0" y="1186"/>
                    <a:pt x="391" y="1531"/>
                    <a:pt x="873" y="1531"/>
                  </a:cubicBezTo>
                  <a:cubicBezTo>
                    <a:pt x="1355" y="1531"/>
                    <a:pt x="1749" y="1186"/>
                    <a:pt x="1749" y="764"/>
                  </a:cubicBezTo>
                  <a:cubicBezTo>
                    <a:pt x="1749" y="342"/>
                    <a:pt x="1355" y="1"/>
                    <a:pt x="87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85"/>
            <p:cNvSpPr/>
            <p:nvPr/>
          </p:nvSpPr>
          <p:spPr>
            <a:xfrm>
              <a:off x="2091736" y="3477645"/>
              <a:ext cx="31337" cy="39874"/>
            </a:xfrm>
            <a:custGeom>
              <a:rect b="b" l="l" r="r" t="t"/>
              <a:pathLst>
                <a:path extrusionOk="0" h="1532" w="1204">
                  <a:moveTo>
                    <a:pt x="877" y="1"/>
                  </a:moveTo>
                  <a:cubicBezTo>
                    <a:pt x="391" y="1"/>
                    <a:pt x="1" y="342"/>
                    <a:pt x="1" y="764"/>
                  </a:cubicBezTo>
                  <a:cubicBezTo>
                    <a:pt x="1" y="1186"/>
                    <a:pt x="395" y="1531"/>
                    <a:pt x="877" y="1531"/>
                  </a:cubicBezTo>
                  <a:cubicBezTo>
                    <a:pt x="989" y="1531"/>
                    <a:pt x="1098" y="1510"/>
                    <a:pt x="1204" y="1475"/>
                  </a:cubicBezTo>
                  <a:cubicBezTo>
                    <a:pt x="884" y="1359"/>
                    <a:pt x="659" y="1084"/>
                    <a:pt x="659" y="764"/>
                  </a:cubicBezTo>
                  <a:cubicBezTo>
                    <a:pt x="659" y="444"/>
                    <a:pt x="884" y="169"/>
                    <a:pt x="1204" y="57"/>
                  </a:cubicBezTo>
                  <a:cubicBezTo>
                    <a:pt x="1098" y="18"/>
                    <a:pt x="989" y="1"/>
                    <a:pt x="8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85"/>
            <p:cNvSpPr/>
            <p:nvPr/>
          </p:nvSpPr>
          <p:spPr>
            <a:xfrm>
              <a:off x="2063262" y="3580115"/>
              <a:ext cx="102496" cy="91070"/>
            </a:xfrm>
            <a:custGeom>
              <a:rect b="b" l="l" r="r" t="t"/>
              <a:pathLst>
                <a:path extrusionOk="0" h="3499" w="3938">
                  <a:moveTo>
                    <a:pt x="1313" y="1"/>
                  </a:moveTo>
                  <a:lnTo>
                    <a:pt x="1313" y="655"/>
                  </a:lnTo>
                  <a:cubicBezTo>
                    <a:pt x="1313" y="821"/>
                    <a:pt x="1221" y="972"/>
                    <a:pt x="1073" y="1049"/>
                  </a:cubicBezTo>
                  <a:lnTo>
                    <a:pt x="366" y="1401"/>
                  </a:lnTo>
                  <a:cubicBezTo>
                    <a:pt x="141" y="1510"/>
                    <a:pt x="0" y="1739"/>
                    <a:pt x="4" y="1985"/>
                  </a:cubicBezTo>
                  <a:lnTo>
                    <a:pt x="4" y="3498"/>
                  </a:lnTo>
                  <a:lnTo>
                    <a:pt x="3938" y="3498"/>
                  </a:lnTo>
                  <a:lnTo>
                    <a:pt x="3938" y="1985"/>
                  </a:lnTo>
                  <a:cubicBezTo>
                    <a:pt x="3938" y="1739"/>
                    <a:pt x="3797" y="1510"/>
                    <a:pt x="3575" y="1401"/>
                  </a:cubicBezTo>
                  <a:lnTo>
                    <a:pt x="2868" y="1049"/>
                  </a:lnTo>
                  <a:cubicBezTo>
                    <a:pt x="2720" y="972"/>
                    <a:pt x="2625" y="821"/>
                    <a:pt x="2625" y="655"/>
                  </a:cubicBezTo>
                  <a:lnTo>
                    <a:pt x="262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85"/>
            <p:cNvSpPr/>
            <p:nvPr/>
          </p:nvSpPr>
          <p:spPr>
            <a:xfrm>
              <a:off x="2063340" y="3605310"/>
              <a:ext cx="102418" cy="65771"/>
            </a:xfrm>
            <a:custGeom>
              <a:rect b="b" l="l" r="r" t="t"/>
              <a:pathLst>
                <a:path extrusionOk="0" h="2527" w="3935">
                  <a:moveTo>
                    <a:pt x="1176" y="0"/>
                  </a:moveTo>
                  <a:cubicBezTo>
                    <a:pt x="1144" y="32"/>
                    <a:pt x="1109" y="60"/>
                    <a:pt x="1070" y="78"/>
                  </a:cubicBezTo>
                  <a:lnTo>
                    <a:pt x="363" y="430"/>
                  </a:lnTo>
                  <a:cubicBezTo>
                    <a:pt x="138" y="542"/>
                    <a:pt x="1" y="771"/>
                    <a:pt x="1" y="1017"/>
                  </a:cubicBezTo>
                  <a:lnTo>
                    <a:pt x="1" y="2527"/>
                  </a:lnTo>
                  <a:lnTo>
                    <a:pt x="3935" y="2527"/>
                  </a:lnTo>
                  <a:lnTo>
                    <a:pt x="3935" y="1017"/>
                  </a:lnTo>
                  <a:cubicBezTo>
                    <a:pt x="3935" y="771"/>
                    <a:pt x="3794" y="542"/>
                    <a:pt x="3572" y="430"/>
                  </a:cubicBezTo>
                  <a:lnTo>
                    <a:pt x="2865" y="78"/>
                  </a:lnTo>
                  <a:cubicBezTo>
                    <a:pt x="2826" y="60"/>
                    <a:pt x="2788" y="32"/>
                    <a:pt x="2756" y="0"/>
                  </a:cubicBezTo>
                  <a:lnTo>
                    <a:pt x="2506" y="282"/>
                  </a:lnTo>
                  <a:cubicBezTo>
                    <a:pt x="2355" y="449"/>
                    <a:pt x="2160" y="533"/>
                    <a:pt x="1966" y="533"/>
                  </a:cubicBezTo>
                  <a:cubicBezTo>
                    <a:pt x="1772" y="533"/>
                    <a:pt x="1579" y="449"/>
                    <a:pt x="1429" y="282"/>
                  </a:cubicBezTo>
                  <a:lnTo>
                    <a:pt x="117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85"/>
            <p:cNvSpPr/>
            <p:nvPr/>
          </p:nvSpPr>
          <p:spPr>
            <a:xfrm>
              <a:off x="2074714" y="3500367"/>
              <a:ext cx="79696" cy="79696"/>
            </a:xfrm>
            <a:custGeom>
              <a:rect b="b" l="l" r="r" t="t"/>
              <a:pathLst>
                <a:path extrusionOk="0" h="3062" w="3062">
                  <a:moveTo>
                    <a:pt x="1531" y="0"/>
                  </a:moveTo>
                  <a:cubicBezTo>
                    <a:pt x="686" y="0"/>
                    <a:pt x="0" y="686"/>
                    <a:pt x="0" y="1531"/>
                  </a:cubicBezTo>
                  <a:cubicBezTo>
                    <a:pt x="0" y="2375"/>
                    <a:pt x="686" y="3061"/>
                    <a:pt x="1531" y="3061"/>
                  </a:cubicBezTo>
                  <a:cubicBezTo>
                    <a:pt x="2375" y="3061"/>
                    <a:pt x="3061" y="2375"/>
                    <a:pt x="3061" y="1531"/>
                  </a:cubicBezTo>
                  <a:cubicBezTo>
                    <a:pt x="3061" y="686"/>
                    <a:pt x="2375" y="0"/>
                    <a:pt x="153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85"/>
            <p:cNvSpPr/>
            <p:nvPr/>
          </p:nvSpPr>
          <p:spPr>
            <a:xfrm>
              <a:off x="2089393" y="3500367"/>
              <a:ext cx="66656" cy="71732"/>
            </a:xfrm>
            <a:custGeom>
              <a:rect b="b" l="l" r="r" t="t"/>
              <a:pathLst>
                <a:path extrusionOk="0" h="2756" w="2561">
                  <a:moveTo>
                    <a:pt x="973" y="0"/>
                  </a:moveTo>
                  <a:cubicBezTo>
                    <a:pt x="241" y="0"/>
                    <a:pt x="0" y="1011"/>
                    <a:pt x="657" y="1330"/>
                  </a:cubicBezTo>
                  <a:cubicBezTo>
                    <a:pt x="675" y="1341"/>
                    <a:pt x="696" y="1348"/>
                    <a:pt x="713" y="1355"/>
                  </a:cubicBezTo>
                  <a:lnTo>
                    <a:pt x="1477" y="2734"/>
                  </a:lnTo>
                  <a:cubicBezTo>
                    <a:pt x="1477" y="2734"/>
                    <a:pt x="1681" y="2748"/>
                    <a:pt x="1885" y="2755"/>
                  </a:cubicBezTo>
                  <a:cubicBezTo>
                    <a:pt x="2332" y="2421"/>
                    <a:pt x="2561" y="1872"/>
                    <a:pt x="2483" y="1320"/>
                  </a:cubicBezTo>
                  <a:cubicBezTo>
                    <a:pt x="2395" y="690"/>
                    <a:pt x="1927" y="180"/>
                    <a:pt x="1304" y="39"/>
                  </a:cubicBezTo>
                  <a:cubicBezTo>
                    <a:pt x="1199" y="14"/>
                    <a:pt x="1086" y="0"/>
                    <a:pt x="977" y="0"/>
                  </a:cubicBezTo>
                  <a:cubicBezTo>
                    <a:pt x="976" y="0"/>
                    <a:pt x="975" y="0"/>
                    <a:pt x="97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85"/>
            <p:cNvSpPr/>
            <p:nvPr/>
          </p:nvSpPr>
          <p:spPr>
            <a:xfrm>
              <a:off x="2080648" y="3535452"/>
              <a:ext cx="68088" cy="56063"/>
            </a:xfrm>
            <a:custGeom>
              <a:rect b="b" l="l" r="r" t="t"/>
              <a:pathLst>
                <a:path extrusionOk="0" h="2154" w="2616">
                  <a:moveTo>
                    <a:pt x="998" y="0"/>
                  </a:moveTo>
                  <a:cubicBezTo>
                    <a:pt x="917" y="0"/>
                    <a:pt x="841" y="48"/>
                    <a:pt x="803" y="126"/>
                  </a:cubicBezTo>
                  <a:cubicBezTo>
                    <a:pt x="733" y="274"/>
                    <a:pt x="631" y="411"/>
                    <a:pt x="504" y="520"/>
                  </a:cubicBezTo>
                  <a:cubicBezTo>
                    <a:pt x="455" y="563"/>
                    <a:pt x="405" y="605"/>
                    <a:pt x="353" y="640"/>
                  </a:cubicBezTo>
                  <a:cubicBezTo>
                    <a:pt x="89" y="823"/>
                    <a:pt x="1" y="1171"/>
                    <a:pt x="145" y="1456"/>
                  </a:cubicBezTo>
                  <a:cubicBezTo>
                    <a:pt x="374" y="1886"/>
                    <a:pt x="817" y="2153"/>
                    <a:pt x="1303" y="2153"/>
                  </a:cubicBezTo>
                  <a:cubicBezTo>
                    <a:pt x="1989" y="2150"/>
                    <a:pt x="2555" y="1625"/>
                    <a:pt x="2612" y="939"/>
                  </a:cubicBezTo>
                  <a:cubicBezTo>
                    <a:pt x="2615" y="876"/>
                    <a:pt x="2587" y="809"/>
                    <a:pt x="2538" y="767"/>
                  </a:cubicBezTo>
                  <a:cubicBezTo>
                    <a:pt x="2105" y="404"/>
                    <a:pt x="1595" y="144"/>
                    <a:pt x="1049" y="7"/>
                  </a:cubicBezTo>
                  <a:cubicBezTo>
                    <a:pt x="1032" y="3"/>
                    <a:pt x="1015" y="0"/>
                    <a:pt x="99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85"/>
            <p:cNvSpPr/>
            <p:nvPr/>
          </p:nvSpPr>
          <p:spPr>
            <a:xfrm>
              <a:off x="2080752" y="3535452"/>
              <a:ext cx="67984" cy="55491"/>
            </a:xfrm>
            <a:custGeom>
              <a:rect b="b" l="l" r="r" t="t"/>
              <a:pathLst>
                <a:path extrusionOk="0" h="2132" w="2612">
                  <a:moveTo>
                    <a:pt x="996" y="1"/>
                  </a:moveTo>
                  <a:cubicBezTo>
                    <a:pt x="915" y="1"/>
                    <a:pt x="837" y="50"/>
                    <a:pt x="799" y="126"/>
                  </a:cubicBezTo>
                  <a:cubicBezTo>
                    <a:pt x="746" y="232"/>
                    <a:pt x="679" y="330"/>
                    <a:pt x="602" y="418"/>
                  </a:cubicBezTo>
                  <a:cubicBezTo>
                    <a:pt x="570" y="454"/>
                    <a:pt x="535" y="489"/>
                    <a:pt x="500" y="520"/>
                  </a:cubicBezTo>
                  <a:cubicBezTo>
                    <a:pt x="454" y="563"/>
                    <a:pt x="405" y="601"/>
                    <a:pt x="356" y="637"/>
                  </a:cubicBezTo>
                  <a:cubicBezTo>
                    <a:pt x="46" y="848"/>
                    <a:pt x="0" y="1242"/>
                    <a:pt x="190" y="1537"/>
                  </a:cubicBezTo>
                  <a:cubicBezTo>
                    <a:pt x="394" y="1857"/>
                    <a:pt x="725" y="2076"/>
                    <a:pt x="1098" y="2132"/>
                  </a:cubicBezTo>
                  <a:cubicBezTo>
                    <a:pt x="834" y="1956"/>
                    <a:pt x="644" y="1713"/>
                    <a:pt x="644" y="1277"/>
                  </a:cubicBezTo>
                  <a:lnTo>
                    <a:pt x="644" y="1108"/>
                  </a:lnTo>
                  <a:cubicBezTo>
                    <a:pt x="694" y="1069"/>
                    <a:pt x="743" y="1034"/>
                    <a:pt x="792" y="988"/>
                  </a:cubicBezTo>
                  <a:cubicBezTo>
                    <a:pt x="912" y="879"/>
                    <a:pt x="1017" y="756"/>
                    <a:pt x="1105" y="619"/>
                  </a:cubicBezTo>
                  <a:cubicBezTo>
                    <a:pt x="1524" y="749"/>
                    <a:pt x="1911" y="960"/>
                    <a:pt x="2245" y="1242"/>
                  </a:cubicBezTo>
                  <a:cubicBezTo>
                    <a:pt x="2287" y="1277"/>
                    <a:pt x="2344" y="1330"/>
                    <a:pt x="2463" y="1442"/>
                  </a:cubicBezTo>
                  <a:cubicBezTo>
                    <a:pt x="2541" y="1319"/>
                    <a:pt x="2597" y="1083"/>
                    <a:pt x="2608" y="939"/>
                  </a:cubicBezTo>
                  <a:cubicBezTo>
                    <a:pt x="2611" y="876"/>
                    <a:pt x="2583" y="813"/>
                    <a:pt x="2534" y="770"/>
                  </a:cubicBezTo>
                  <a:cubicBezTo>
                    <a:pt x="2101" y="408"/>
                    <a:pt x="1591" y="148"/>
                    <a:pt x="1045" y="7"/>
                  </a:cubicBezTo>
                  <a:cubicBezTo>
                    <a:pt x="1029" y="3"/>
                    <a:pt x="1013" y="1"/>
                    <a:pt x="996"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85"/>
            <p:cNvSpPr/>
            <p:nvPr/>
          </p:nvSpPr>
          <p:spPr>
            <a:xfrm>
              <a:off x="2142932" y="3621525"/>
              <a:ext cx="22826" cy="49660"/>
            </a:xfrm>
            <a:custGeom>
              <a:rect b="b" l="l" r="r" t="t"/>
              <a:pathLst>
                <a:path extrusionOk="0" h="1908" w="877">
                  <a:moveTo>
                    <a:pt x="743" y="0"/>
                  </a:moveTo>
                  <a:lnTo>
                    <a:pt x="166" y="465"/>
                  </a:lnTo>
                  <a:cubicBezTo>
                    <a:pt x="60" y="549"/>
                    <a:pt x="0" y="676"/>
                    <a:pt x="0" y="806"/>
                  </a:cubicBezTo>
                  <a:lnTo>
                    <a:pt x="0" y="1907"/>
                  </a:lnTo>
                  <a:lnTo>
                    <a:pt x="877" y="1907"/>
                  </a:lnTo>
                  <a:lnTo>
                    <a:pt x="877" y="398"/>
                  </a:lnTo>
                  <a:cubicBezTo>
                    <a:pt x="877" y="253"/>
                    <a:pt x="831" y="116"/>
                    <a:pt x="74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85"/>
            <p:cNvSpPr/>
            <p:nvPr/>
          </p:nvSpPr>
          <p:spPr>
            <a:xfrm>
              <a:off x="1830003" y="3506119"/>
              <a:ext cx="28422" cy="62570"/>
            </a:xfrm>
            <a:custGeom>
              <a:rect b="b" l="l" r="r" t="t"/>
              <a:pathLst>
                <a:path extrusionOk="0" h="2404" w="1092">
                  <a:moveTo>
                    <a:pt x="652" y="1"/>
                  </a:moveTo>
                  <a:cubicBezTo>
                    <a:pt x="289" y="1"/>
                    <a:pt x="1" y="295"/>
                    <a:pt x="1" y="655"/>
                  </a:cubicBezTo>
                  <a:lnTo>
                    <a:pt x="1" y="810"/>
                  </a:lnTo>
                  <a:cubicBezTo>
                    <a:pt x="1" y="997"/>
                    <a:pt x="29" y="1183"/>
                    <a:pt x="89" y="1362"/>
                  </a:cubicBezTo>
                  <a:lnTo>
                    <a:pt x="437" y="2404"/>
                  </a:lnTo>
                  <a:lnTo>
                    <a:pt x="1092" y="2404"/>
                  </a:lnTo>
                  <a:lnTo>
                    <a:pt x="1092" y="1"/>
                  </a:lnTo>
                  <a:lnTo>
                    <a:pt x="659" y="1"/>
                  </a:lnTo>
                  <a:cubicBezTo>
                    <a:pt x="657" y="1"/>
                    <a:pt x="654" y="1"/>
                    <a:pt x="65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85"/>
            <p:cNvSpPr/>
            <p:nvPr/>
          </p:nvSpPr>
          <p:spPr>
            <a:xfrm>
              <a:off x="1841455" y="3500367"/>
              <a:ext cx="68244" cy="68322"/>
            </a:xfrm>
            <a:custGeom>
              <a:rect b="b" l="l" r="r" t="t"/>
              <a:pathLst>
                <a:path extrusionOk="0" h="2625" w="2622">
                  <a:moveTo>
                    <a:pt x="655" y="0"/>
                  </a:moveTo>
                  <a:cubicBezTo>
                    <a:pt x="293" y="0"/>
                    <a:pt x="1" y="296"/>
                    <a:pt x="1" y="658"/>
                  </a:cubicBezTo>
                  <a:cubicBezTo>
                    <a:pt x="1" y="897"/>
                    <a:pt x="194" y="1094"/>
                    <a:pt x="437" y="1094"/>
                  </a:cubicBezTo>
                  <a:lnTo>
                    <a:pt x="2186" y="2625"/>
                  </a:lnTo>
                  <a:lnTo>
                    <a:pt x="2573" y="1270"/>
                  </a:lnTo>
                  <a:cubicBezTo>
                    <a:pt x="2604" y="1154"/>
                    <a:pt x="2622" y="1031"/>
                    <a:pt x="2622" y="911"/>
                  </a:cubicBezTo>
                  <a:lnTo>
                    <a:pt x="26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85"/>
            <p:cNvSpPr/>
            <p:nvPr/>
          </p:nvSpPr>
          <p:spPr>
            <a:xfrm>
              <a:off x="1852725" y="3585711"/>
              <a:ext cx="34174" cy="34174"/>
            </a:xfrm>
            <a:custGeom>
              <a:rect b="b" l="l" r="r" t="t"/>
              <a:pathLst>
                <a:path extrusionOk="0" h="1313" w="1313">
                  <a:moveTo>
                    <a:pt x="0" y="0"/>
                  </a:moveTo>
                  <a:lnTo>
                    <a:pt x="0" y="1313"/>
                  </a:lnTo>
                  <a:lnTo>
                    <a:pt x="1313" y="1313"/>
                  </a:lnTo>
                  <a:lnTo>
                    <a:pt x="131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85"/>
            <p:cNvSpPr/>
            <p:nvPr/>
          </p:nvSpPr>
          <p:spPr>
            <a:xfrm>
              <a:off x="1812981" y="3599532"/>
              <a:ext cx="113844" cy="71550"/>
            </a:xfrm>
            <a:custGeom>
              <a:rect b="b" l="l" r="r" t="t"/>
              <a:pathLst>
                <a:path extrusionOk="0" h="2749" w="4374">
                  <a:moveTo>
                    <a:pt x="1531" y="1"/>
                  </a:moveTo>
                  <a:lnTo>
                    <a:pt x="475" y="303"/>
                  </a:lnTo>
                  <a:cubicBezTo>
                    <a:pt x="194" y="381"/>
                    <a:pt x="0" y="638"/>
                    <a:pt x="0" y="933"/>
                  </a:cubicBezTo>
                  <a:lnTo>
                    <a:pt x="0" y="2749"/>
                  </a:lnTo>
                  <a:lnTo>
                    <a:pt x="4374" y="2749"/>
                  </a:lnTo>
                  <a:lnTo>
                    <a:pt x="4374" y="933"/>
                  </a:lnTo>
                  <a:cubicBezTo>
                    <a:pt x="4374" y="638"/>
                    <a:pt x="4177" y="381"/>
                    <a:pt x="3895" y="303"/>
                  </a:cubicBezTo>
                  <a:lnTo>
                    <a:pt x="2840" y="1"/>
                  </a:lnTo>
                  <a:lnTo>
                    <a:pt x="2185" y="782"/>
                  </a:lnTo>
                  <a:lnTo>
                    <a:pt x="153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85"/>
            <p:cNvSpPr/>
            <p:nvPr/>
          </p:nvSpPr>
          <p:spPr>
            <a:xfrm>
              <a:off x="1835599" y="3528841"/>
              <a:ext cx="68348" cy="62674"/>
            </a:xfrm>
            <a:custGeom>
              <a:rect b="b" l="l" r="r" t="t"/>
              <a:pathLst>
                <a:path extrusionOk="0" h="2408" w="2626">
                  <a:moveTo>
                    <a:pt x="845" y="0"/>
                  </a:moveTo>
                  <a:cubicBezTo>
                    <a:pt x="725" y="0"/>
                    <a:pt x="609" y="46"/>
                    <a:pt x="525" y="131"/>
                  </a:cubicBezTo>
                  <a:lnTo>
                    <a:pt x="310" y="345"/>
                  </a:lnTo>
                  <a:cubicBezTo>
                    <a:pt x="113" y="546"/>
                    <a:pt x="0" y="813"/>
                    <a:pt x="4" y="1095"/>
                  </a:cubicBezTo>
                  <a:cubicBezTo>
                    <a:pt x="0" y="1819"/>
                    <a:pt x="592" y="2407"/>
                    <a:pt x="1316" y="2407"/>
                  </a:cubicBezTo>
                  <a:cubicBezTo>
                    <a:pt x="2041" y="2404"/>
                    <a:pt x="2625" y="1816"/>
                    <a:pt x="2625" y="1091"/>
                  </a:cubicBezTo>
                  <a:lnTo>
                    <a:pt x="2625" y="813"/>
                  </a:lnTo>
                  <a:cubicBezTo>
                    <a:pt x="2625" y="697"/>
                    <a:pt x="2579" y="584"/>
                    <a:pt x="2499" y="504"/>
                  </a:cubicBezTo>
                  <a:cubicBezTo>
                    <a:pt x="2164" y="173"/>
                    <a:pt x="1541" y="25"/>
                    <a:pt x="84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85"/>
            <p:cNvSpPr/>
            <p:nvPr/>
          </p:nvSpPr>
          <p:spPr>
            <a:xfrm>
              <a:off x="1835781" y="3528919"/>
              <a:ext cx="68062" cy="61217"/>
            </a:xfrm>
            <a:custGeom>
              <a:rect b="b" l="l" r="r" t="t"/>
              <a:pathLst>
                <a:path extrusionOk="0" h="2352" w="2615">
                  <a:moveTo>
                    <a:pt x="829" y="1"/>
                  </a:moveTo>
                  <a:cubicBezTo>
                    <a:pt x="713" y="1"/>
                    <a:pt x="603" y="46"/>
                    <a:pt x="521" y="128"/>
                  </a:cubicBezTo>
                  <a:lnTo>
                    <a:pt x="307" y="342"/>
                  </a:lnTo>
                  <a:cubicBezTo>
                    <a:pt x="110" y="543"/>
                    <a:pt x="0" y="810"/>
                    <a:pt x="0" y="1092"/>
                  </a:cubicBezTo>
                  <a:cubicBezTo>
                    <a:pt x="0" y="1676"/>
                    <a:pt x="387" y="2189"/>
                    <a:pt x="947" y="2351"/>
                  </a:cubicBezTo>
                  <a:cubicBezTo>
                    <a:pt x="757" y="2119"/>
                    <a:pt x="655" y="1827"/>
                    <a:pt x="655" y="1528"/>
                  </a:cubicBezTo>
                  <a:lnTo>
                    <a:pt x="655" y="1092"/>
                  </a:lnTo>
                  <a:cubicBezTo>
                    <a:pt x="655" y="849"/>
                    <a:pt x="849" y="654"/>
                    <a:pt x="1088" y="654"/>
                  </a:cubicBezTo>
                  <a:cubicBezTo>
                    <a:pt x="1099" y="654"/>
                    <a:pt x="1109" y="655"/>
                    <a:pt x="1119" y="655"/>
                  </a:cubicBezTo>
                  <a:cubicBezTo>
                    <a:pt x="1559" y="684"/>
                    <a:pt x="2214" y="757"/>
                    <a:pt x="2615" y="947"/>
                  </a:cubicBezTo>
                  <a:cubicBezTo>
                    <a:pt x="2604" y="856"/>
                    <a:pt x="2562" y="567"/>
                    <a:pt x="2495" y="501"/>
                  </a:cubicBezTo>
                  <a:cubicBezTo>
                    <a:pt x="2157" y="173"/>
                    <a:pt x="1538" y="22"/>
                    <a:pt x="841" y="1"/>
                  </a:cubicBezTo>
                  <a:cubicBezTo>
                    <a:pt x="837" y="1"/>
                    <a:pt x="833" y="1"/>
                    <a:pt x="829"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85"/>
            <p:cNvSpPr/>
            <p:nvPr/>
          </p:nvSpPr>
          <p:spPr>
            <a:xfrm>
              <a:off x="1904286" y="3403571"/>
              <a:ext cx="170168" cy="199293"/>
            </a:xfrm>
            <a:custGeom>
              <a:rect b="b" l="l" r="r" t="t"/>
              <a:pathLst>
                <a:path extrusionOk="0" h="7657" w="6538">
                  <a:moveTo>
                    <a:pt x="3269" y="0"/>
                  </a:moveTo>
                  <a:cubicBezTo>
                    <a:pt x="1700" y="0"/>
                    <a:pt x="556" y="1084"/>
                    <a:pt x="426" y="2843"/>
                  </a:cubicBezTo>
                  <a:cubicBezTo>
                    <a:pt x="268" y="5003"/>
                    <a:pt x="85" y="6217"/>
                    <a:pt x="18" y="6625"/>
                  </a:cubicBezTo>
                  <a:cubicBezTo>
                    <a:pt x="0" y="6720"/>
                    <a:pt x="50" y="6812"/>
                    <a:pt x="134" y="6858"/>
                  </a:cubicBezTo>
                  <a:cubicBezTo>
                    <a:pt x="553" y="7072"/>
                    <a:pt x="1837" y="7656"/>
                    <a:pt x="3269" y="7656"/>
                  </a:cubicBezTo>
                  <a:cubicBezTo>
                    <a:pt x="4697" y="7656"/>
                    <a:pt x="5982" y="7069"/>
                    <a:pt x="6404" y="6858"/>
                  </a:cubicBezTo>
                  <a:cubicBezTo>
                    <a:pt x="6488" y="6812"/>
                    <a:pt x="6538" y="6720"/>
                    <a:pt x="6520" y="6625"/>
                  </a:cubicBezTo>
                  <a:cubicBezTo>
                    <a:pt x="6453" y="6221"/>
                    <a:pt x="6270" y="5007"/>
                    <a:pt x="6112" y="2843"/>
                  </a:cubicBezTo>
                  <a:cubicBezTo>
                    <a:pt x="5978" y="1084"/>
                    <a:pt x="4838" y="0"/>
                    <a:pt x="32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85"/>
            <p:cNvSpPr/>
            <p:nvPr/>
          </p:nvSpPr>
          <p:spPr>
            <a:xfrm>
              <a:off x="1944290" y="3403571"/>
              <a:ext cx="130164" cy="199319"/>
            </a:xfrm>
            <a:custGeom>
              <a:rect b="b" l="l" r="r" t="t"/>
              <a:pathLst>
                <a:path extrusionOk="0" h="7658" w="5001">
                  <a:moveTo>
                    <a:pt x="1732" y="0"/>
                  </a:moveTo>
                  <a:cubicBezTo>
                    <a:pt x="1623" y="0"/>
                    <a:pt x="1514" y="7"/>
                    <a:pt x="1408" y="18"/>
                  </a:cubicBezTo>
                  <a:cubicBezTo>
                    <a:pt x="187" y="141"/>
                    <a:pt x="1" y="1865"/>
                    <a:pt x="1176" y="2224"/>
                  </a:cubicBezTo>
                  <a:lnTo>
                    <a:pt x="1208" y="2231"/>
                  </a:lnTo>
                  <a:lnTo>
                    <a:pt x="1644" y="7656"/>
                  </a:lnTo>
                  <a:cubicBezTo>
                    <a:pt x="1673" y="7657"/>
                    <a:pt x="1702" y="7657"/>
                    <a:pt x="1731" y="7657"/>
                  </a:cubicBezTo>
                  <a:cubicBezTo>
                    <a:pt x="3164" y="7657"/>
                    <a:pt x="4446" y="7071"/>
                    <a:pt x="4867" y="6858"/>
                  </a:cubicBezTo>
                  <a:cubicBezTo>
                    <a:pt x="4951" y="6815"/>
                    <a:pt x="5001" y="6720"/>
                    <a:pt x="4983" y="6625"/>
                  </a:cubicBezTo>
                  <a:cubicBezTo>
                    <a:pt x="4916" y="6221"/>
                    <a:pt x="4733" y="5007"/>
                    <a:pt x="4575" y="2843"/>
                  </a:cubicBezTo>
                  <a:cubicBezTo>
                    <a:pt x="4441" y="1084"/>
                    <a:pt x="3301" y="0"/>
                    <a:pt x="17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85"/>
            <p:cNvSpPr/>
            <p:nvPr/>
          </p:nvSpPr>
          <p:spPr>
            <a:xfrm>
              <a:off x="1892547" y="3557315"/>
              <a:ext cx="193540" cy="113870"/>
            </a:xfrm>
            <a:custGeom>
              <a:rect b="b" l="l" r="r" t="t"/>
              <a:pathLst>
                <a:path extrusionOk="0" h="4375" w="7436">
                  <a:moveTo>
                    <a:pt x="2626" y="1"/>
                  </a:moveTo>
                  <a:lnTo>
                    <a:pt x="2626" y="961"/>
                  </a:lnTo>
                  <a:cubicBezTo>
                    <a:pt x="2626" y="1134"/>
                    <a:pt x="2524" y="1292"/>
                    <a:pt x="2365" y="1362"/>
                  </a:cubicBezTo>
                  <a:lnTo>
                    <a:pt x="525" y="2175"/>
                  </a:lnTo>
                  <a:cubicBezTo>
                    <a:pt x="205" y="2316"/>
                    <a:pt x="1" y="2629"/>
                    <a:pt x="1" y="2974"/>
                  </a:cubicBezTo>
                  <a:lnTo>
                    <a:pt x="1" y="4374"/>
                  </a:lnTo>
                  <a:lnTo>
                    <a:pt x="7435" y="4374"/>
                  </a:lnTo>
                  <a:lnTo>
                    <a:pt x="7435" y="2974"/>
                  </a:lnTo>
                  <a:cubicBezTo>
                    <a:pt x="7435" y="2629"/>
                    <a:pt x="7231" y="2316"/>
                    <a:pt x="6915" y="2175"/>
                  </a:cubicBezTo>
                  <a:lnTo>
                    <a:pt x="5075" y="1362"/>
                  </a:lnTo>
                  <a:cubicBezTo>
                    <a:pt x="4916" y="1292"/>
                    <a:pt x="4811" y="1134"/>
                    <a:pt x="4814" y="961"/>
                  </a:cubicBezTo>
                  <a:lnTo>
                    <a:pt x="481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85"/>
            <p:cNvSpPr/>
            <p:nvPr/>
          </p:nvSpPr>
          <p:spPr>
            <a:xfrm>
              <a:off x="1960869" y="3557315"/>
              <a:ext cx="57000" cy="28448"/>
            </a:xfrm>
            <a:custGeom>
              <a:rect b="b" l="l" r="r" t="t"/>
              <a:pathLst>
                <a:path extrusionOk="0" h="1093" w="2190">
                  <a:moveTo>
                    <a:pt x="1" y="1"/>
                  </a:moveTo>
                  <a:lnTo>
                    <a:pt x="1" y="873"/>
                  </a:lnTo>
                  <a:cubicBezTo>
                    <a:pt x="351" y="1019"/>
                    <a:pt x="723" y="1092"/>
                    <a:pt x="1095" y="1092"/>
                  </a:cubicBezTo>
                  <a:cubicBezTo>
                    <a:pt x="1467" y="1092"/>
                    <a:pt x="1839" y="1019"/>
                    <a:pt x="2189" y="873"/>
                  </a:cubicBezTo>
                  <a:lnTo>
                    <a:pt x="2189"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85"/>
            <p:cNvSpPr/>
            <p:nvPr/>
          </p:nvSpPr>
          <p:spPr>
            <a:xfrm>
              <a:off x="1892547" y="3598257"/>
              <a:ext cx="193540" cy="72929"/>
            </a:xfrm>
            <a:custGeom>
              <a:rect b="b" l="l" r="r" t="t"/>
              <a:pathLst>
                <a:path extrusionOk="0" h="2802" w="7436">
                  <a:moveTo>
                    <a:pt x="1880" y="0"/>
                  </a:moveTo>
                  <a:lnTo>
                    <a:pt x="525" y="602"/>
                  </a:lnTo>
                  <a:cubicBezTo>
                    <a:pt x="205" y="743"/>
                    <a:pt x="1" y="1056"/>
                    <a:pt x="1" y="1401"/>
                  </a:cubicBezTo>
                  <a:lnTo>
                    <a:pt x="1" y="2801"/>
                  </a:lnTo>
                  <a:lnTo>
                    <a:pt x="7435" y="2801"/>
                  </a:lnTo>
                  <a:lnTo>
                    <a:pt x="7435" y="1401"/>
                  </a:lnTo>
                  <a:cubicBezTo>
                    <a:pt x="7435" y="1056"/>
                    <a:pt x="7231" y="743"/>
                    <a:pt x="6915" y="602"/>
                  </a:cubicBezTo>
                  <a:lnTo>
                    <a:pt x="5557" y="0"/>
                  </a:lnTo>
                  <a:cubicBezTo>
                    <a:pt x="5265" y="764"/>
                    <a:pt x="4533" y="1267"/>
                    <a:pt x="3716" y="1267"/>
                  </a:cubicBezTo>
                  <a:cubicBezTo>
                    <a:pt x="2900" y="1267"/>
                    <a:pt x="2172" y="764"/>
                    <a:pt x="188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85"/>
            <p:cNvSpPr/>
            <p:nvPr/>
          </p:nvSpPr>
          <p:spPr>
            <a:xfrm>
              <a:off x="1932395" y="3461560"/>
              <a:ext cx="113948" cy="107077"/>
            </a:xfrm>
            <a:custGeom>
              <a:rect b="b" l="l" r="r" t="t"/>
              <a:pathLst>
                <a:path extrusionOk="0" h="4114" w="4378">
                  <a:moveTo>
                    <a:pt x="1593" y="0"/>
                  </a:moveTo>
                  <a:cubicBezTo>
                    <a:pt x="1432" y="0"/>
                    <a:pt x="1280" y="91"/>
                    <a:pt x="1204" y="239"/>
                  </a:cubicBezTo>
                  <a:cubicBezTo>
                    <a:pt x="1067" y="524"/>
                    <a:pt x="771" y="974"/>
                    <a:pt x="187" y="1375"/>
                  </a:cubicBezTo>
                  <a:cubicBezTo>
                    <a:pt x="71" y="1456"/>
                    <a:pt x="0" y="1590"/>
                    <a:pt x="4" y="1730"/>
                  </a:cubicBezTo>
                  <a:lnTo>
                    <a:pt x="4" y="1854"/>
                  </a:lnTo>
                  <a:cubicBezTo>
                    <a:pt x="4" y="3018"/>
                    <a:pt x="884" y="4035"/>
                    <a:pt x="2045" y="4109"/>
                  </a:cubicBezTo>
                  <a:cubicBezTo>
                    <a:pt x="2094" y="4112"/>
                    <a:pt x="2144" y="4114"/>
                    <a:pt x="2193" y="4114"/>
                  </a:cubicBezTo>
                  <a:cubicBezTo>
                    <a:pt x="3387" y="4114"/>
                    <a:pt x="4374" y="3144"/>
                    <a:pt x="4374" y="1927"/>
                  </a:cubicBezTo>
                  <a:lnTo>
                    <a:pt x="4374" y="1544"/>
                  </a:lnTo>
                  <a:cubicBezTo>
                    <a:pt x="4377" y="1357"/>
                    <a:pt x="4297" y="1178"/>
                    <a:pt x="4156" y="1055"/>
                  </a:cubicBezTo>
                  <a:cubicBezTo>
                    <a:pt x="3804" y="749"/>
                    <a:pt x="3016" y="210"/>
                    <a:pt x="1665" y="6"/>
                  </a:cubicBezTo>
                  <a:cubicBezTo>
                    <a:pt x="1641" y="2"/>
                    <a:pt x="1617" y="0"/>
                    <a:pt x="159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85"/>
            <p:cNvSpPr/>
            <p:nvPr/>
          </p:nvSpPr>
          <p:spPr>
            <a:xfrm>
              <a:off x="1932473" y="3461560"/>
              <a:ext cx="113870" cy="106687"/>
            </a:xfrm>
            <a:custGeom>
              <a:rect b="b" l="l" r="r" t="t"/>
              <a:pathLst>
                <a:path extrusionOk="0" h="4099" w="4375">
                  <a:moveTo>
                    <a:pt x="1590" y="0"/>
                  </a:moveTo>
                  <a:cubicBezTo>
                    <a:pt x="1429" y="0"/>
                    <a:pt x="1277" y="91"/>
                    <a:pt x="1201" y="239"/>
                  </a:cubicBezTo>
                  <a:cubicBezTo>
                    <a:pt x="1162" y="320"/>
                    <a:pt x="1120" y="397"/>
                    <a:pt x="1071" y="471"/>
                  </a:cubicBezTo>
                  <a:cubicBezTo>
                    <a:pt x="842" y="830"/>
                    <a:pt x="539" y="1136"/>
                    <a:pt x="187" y="1372"/>
                  </a:cubicBezTo>
                  <a:cubicBezTo>
                    <a:pt x="68" y="1452"/>
                    <a:pt x="1" y="1586"/>
                    <a:pt x="1" y="1730"/>
                  </a:cubicBezTo>
                  <a:lnTo>
                    <a:pt x="1" y="1854"/>
                  </a:lnTo>
                  <a:cubicBezTo>
                    <a:pt x="1" y="2979"/>
                    <a:pt x="821" y="3961"/>
                    <a:pt x="1922" y="4098"/>
                  </a:cubicBezTo>
                  <a:cubicBezTo>
                    <a:pt x="1531" y="3690"/>
                    <a:pt x="1313" y="3148"/>
                    <a:pt x="1313" y="2585"/>
                  </a:cubicBezTo>
                  <a:lnTo>
                    <a:pt x="1313" y="1210"/>
                  </a:lnTo>
                  <a:cubicBezTo>
                    <a:pt x="1310" y="988"/>
                    <a:pt x="1482" y="798"/>
                    <a:pt x="1704" y="777"/>
                  </a:cubicBezTo>
                  <a:cubicBezTo>
                    <a:pt x="1743" y="773"/>
                    <a:pt x="1787" y="771"/>
                    <a:pt x="1836" y="771"/>
                  </a:cubicBezTo>
                  <a:cubicBezTo>
                    <a:pt x="2444" y="771"/>
                    <a:pt x="3765" y="1087"/>
                    <a:pt x="4374" y="1491"/>
                  </a:cubicBezTo>
                  <a:cubicBezTo>
                    <a:pt x="4339" y="1438"/>
                    <a:pt x="4202" y="1097"/>
                    <a:pt x="4153" y="1055"/>
                  </a:cubicBezTo>
                  <a:cubicBezTo>
                    <a:pt x="3801" y="749"/>
                    <a:pt x="3013" y="210"/>
                    <a:pt x="1662" y="6"/>
                  </a:cubicBezTo>
                  <a:cubicBezTo>
                    <a:pt x="1638" y="2"/>
                    <a:pt x="1614" y="0"/>
                    <a:pt x="159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85"/>
            <p:cNvSpPr/>
            <p:nvPr/>
          </p:nvSpPr>
          <p:spPr>
            <a:xfrm>
              <a:off x="1892547" y="3617022"/>
              <a:ext cx="39874" cy="54163"/>
            </a:xfrm>
            <a:custGeom>
              <a:rect b="b" l="l" r="r" t="t"/>
              <a:pathLst>
                <a:path extrusionOk="0" h="2081" w="1532">
                  <a:moveTo>
                    <a:pt x="328" y="1"/>
                  </a:moveTo>
                  <a:cubicBezTo>
                    <a:pt x="124" y="166"/>
                    <a:pt x="4" y="416"/>
                    <a:pt x="1" y="680"/>
                  </a:cubicBezTo>
                  <a:lnTo>
                    <a:pt x="1" y="2080"/>
                  </a:lnTo>
                  <a:lnTo>
                    <a:pt x="1531" y="2080"/>
                  </a:lnTo>
                  <a:lnTo>
                    <a:pt x="1531" y="1478"/>
                  </a:lnTo>
                  <a:cubicBezTo>
                    <a:pt x="1531" y="1303"/>
                    <a:pt x="1465" y="1137"/>
                    <a:pt x="1341" y="1014"/>
                  </a:cubicBezTo>
                  <a:lnTo>
                    <a:pt x="328"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85"/>
            <p:cNvSpPr/>
            <p:nvPr/>
          </p:nvSpPr>
          <p:spPr>
            <a:xfrm>
              <a:off x="2046214" y="3617022"/>
              <a:ext cx="39874" cy="54163"/>
            </a:xfrm>
            <a:custGeom>
              <a:rect b="b" l="l" r="r" t="t"/>
              <a:pathLst>
                <a:path extrusionOk="0" h="2081" w="1532">
                  <a:moveTo>
                    <a:pt x="1204" y="1"/>
                  </a:moveTo>
                  <a:lnTo>
                    <a:pt x="194" y="1014"/>
                  </a:lnTo>
                  <a:cubicBezTo>
                    <a:pt x="71" y="1137"/>
                    <a:pt x="1" y="1303"/>
                    <a:pt x="4" y="1478"/>
                  </a:cubicBezTo>
                  <a:lnTo>
                    <a:pt x="4" y="2080"/>
                  </a:lnTo>
                  <a:lnTo>
                    <a:pt x="1531" y="2080"/>
                  </a:lnTo>
                  <a:lnTo>
                    <a:pt x="1531" y="680"/>
                  </a:lnTo>
                  <a:cubicBezTo>
                    <a:pt x="1531" y="416"/>
                    <a:pt x="1412" y="166"/>
                    <a:pt x="12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85"/>
            <p:cNvSpPr/>
            <p:nvPr/>
          </p:nvSpPr>
          <p:spPr>
            <a:xfrm>
              <a:off x="1927086" y="3643024"/>
              <a:ext cx="10749" cy="33367"/>
            </a:xfrm>
            <a:custGeom>
              <a:rect b="b" l="l" r="r" t="t"/>
              <a:pathLst>
                <a:path extrusionOk="0" h="1282" w="413">
                  <a:moveTo>
                    <a:pt x="204" y="1"/>
                  </a:moveTo>
                  <a:cubicBezTo>
                    <a:pt x="92" y="1"/>
                    <a:pt x="0" y="92"/>
                    <a:pt x="0" y="205"/>
                  </a:cubicBezTo>
                  <a:lnTo>
                    <a:pt x="0" y="1078"/>
                  </a:lnTo>
                  <a:cubicBezTo>
                    <a:pt x="0" y="1190"/>
                    <a:pt x="92" y="1282"/>
                    <a:pt x="204" y="1282"/>
                  </a:cubicBezTo>
                  <a:cubicBezTo>
                    <a:pt x="317" y="1282"/>
                    <a:pt x="409" y="1190"/>
                    <a:pt x="412" y="1078"/>
                  </a:cubicBezTo>
                  <a:lnTo>
                    <a:pt x="412" y="205"/>
                  </a:lnTo>
                  <a:cubicBezTo>
                    <a:pt x="412" y="92"/>
                    <a:pt x="31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85"/>
            <p:cNvSpPr/>
            <p:nvPr/>
          </p:nvSpPr>
          <p:spPr>
            <a:xfrm>
              <a:off x="2040904" y="3643024"/>
              <a:ext cx="10749" cy="33367"/>
            </a:xfrm>
            <a:custGeom>
              <a:rect b="b" l="l" r="r" t="t"/>
              <a:pathLst>
                <a:path extrusionOk="0" h="1282" w="413">
                  <a:moveTo>
                    <a:pt x="208" y="1"/>
                  </a:moveTo>
                  <a:cubicBezTo>
                    <a:pt x="92" y="1"/>
                    <a:pt x="1" y="92"/>
                    <a:pt x="1" y="205"/>
                  </a:cubicBezTo>
                  <a:lnTo>
                    <a:pt x="1" y="1078"/>
                  </a:lnTo>
                  <a:cubicBezTo>
                    <a:pt x="1" y="1190"/>
                    <a:pt x="92" y="1282"/>
                    <a:pt x="208" y="1282"/>
                  </a:cubicBezTo>
                  <a:cubicBezTo>
                    <a:pt x="321" y="1282"/>
                    <a:pt x="412" y="1190"/>
                    <a:pt x="412" y="1078"/>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85"/>
            <p:cNvSpPr/>
            <p:nvPr/>
          </p:nvSpPr>
          <p:spPr>
            <a:xfrm>
              <a:off x="1845672" y="3523532"/>
              <a:ext cx="49114" cy="16423"/>
            </a:xfrm>
            <a:custGeom>
              <a:rect b="b" l="l" r="r" t="t"/>
              <a:pathLst>
                <a:path extrusionOk="0" h="631" w="1887">
                  <a:moveTo>
                    <a:pt x="271" y="0"/>
                  </a:moveTo>
                  <a:cubicBezTo>
                    <a:pt x="0" y="0"/>
                    <a:pt x="0" y="408"/>
                    <a:pt x="271" y="408"/>
                  </a:cubicBezTo>
                  <a:cubicBezTo>
                    <a:pt x="504" y="408"/>
                    <a:pt x="1172" y="444"/>
                    <a:pt x="1492" y="606"/>
                  </a:cubicBezTo>
                  <a:cubicBezTo>
                    <a:pt x="1527" y="623"/>
                    <a:pt x="1560" y="631"/>
                    <a:pt x="1591" y="631"/>
                  </a:cubicBezTo>
                  <a:cubicBezTo>
                    <a:pt x="1782" y="631"/>
                    <a:pt x="1887" y="345"/>
                    <a:pt x="1675" y="240"/>
                  </a:cubicBezTo>
                  <a:cubicBezTo>
                    <a:pt x="1200" y="4"/>
                    <a:pt x="310"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85"/>
            <p:cNvSpPr/>
            <p:nvPr/>
          </p:nvSpPr>
          <p:spPr>
            <a:xfrm>
              <a:off x="1830289" y="3631676"/>
              <a:ext cx="10723" cy="44819"/>
            </a:xfrm>
            <a:custGeom>
              <a:rect b="b" l="l" r="r" t="t"/>
              <a:pathLst>
                <a:path extrusionOk="0" h="1722" w="412">
                  <a:moveTo>
                    <a:pt x="208" y="1"/>
                  </a:moveTo>
                  <a:cubicBezTo>
                    <a:pt x="92" y="1"/>
                    <a:pt x="0" y="92"/>
                    <a:pt x="0" y="205"/>
                  </a:cubicBezTo>
                  <a:lnTo>
                    <a:pt x="0" y="1517"/>
                  </a:lnTo>
                  <a:cubicBezTo>
                    <a:pt x="0" y="1630"/>
                    <a:pt x="92" y="1721"/>
                    <a:pt x="208" y="1721"/>
                  </a:cubicBezTo>
                  <a:cubicBezTo>
                    <a:pt x="321" y="1721"/>
                    <a:pt x="412" y="1630"/>
                    <a:pt x="412" y="1517"/>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85"/>
            <p:cNvSpPr/>
            <p:nvPr/>
          </p:nvSpPr>
          <p:spPr>
            <a:xfrm>
              <a:off x="1807567" y="3398339"/>
              <a:ext cx="363604" cy="278156"/>
            </a:xfrm>
            <a:custGeom>
              <a:rect b="b" l="l" r="r" t="t"/>
              <a:pathLst>
                <a:path extrusionOk="0" h="10687" w="13970">
                  <a:moveTo>
                    <a:pt x="11795" y="3252"/>
                  </a:moveTo>
                  <a:cubicBezTo>
                    <a:pt x="12164" y="3252"/>
                    <a:pt x="12463" y="3501"/>
                    <a:pt x="12463" y="3811"/>
                  </a:cubicBezTo>
                  <a:lnTo>
                    <a:pt x="12463" y="3850"/>
                  </a:lnTo>
                  <a:cubicBezTo>
                    <a:pt x="12250" y="3762"/>
                    <a:pt x="12023" y="3718"/>
                    <a:pt x="11796" y="3718"/>
                  </a:cubicBezTo>
                  <a:cubicBezTo>
                    <a:pt x="11570" y="3718"/>
                    <a:pt x="11343" y="3762"/>
                    <a:pt x="11130" y="3850"/>
                  </a:cubicBezTo>
                  <a:cubicBezTo>
                    <a:pt x="11126" y="3839"/>
                    <a:pt x="11126" y="3825"/>
                    <a:pt x="11126" y="3811"/>
                  </a:cubicBezTo>
                  <a:cubicBezTo>
                    <a:pt x="11126" y="3505"/>
                    <a:pt x="11425" y="3252"/>
                    <a:pt x="11795" y="3252"/>
                  </a:cubicBezTo>
                  <a:close/>
                  <a:moveTo>
                    <a:pt x="3720" y="4124"/>
                  </a:moveTo>
                  <a:lnTo>
                    <a:pt x="3720" y="4976"/>
                  </a:lnTo>
                  <a:cubicBezTo>
                    <a:pt x="3716" y="5113"/>
                    <a:pt x="3685" y="5247"/>
                    <a:pt x="3625" y="5370"/>
                  </a:cubicBezTo>
                  <a:lnTo>
                    <a:pt x="3523" y="5577"/>
                  </a:lnTo>
                  <a:cubicBezTo>
                    <a:pt x="3505" y="5606"/>
                    <a:pt x="3498" y="5637"/>
                    <a:pt x="3498" y="5669"/>
                  </a:cubicBezTo>
                  <a:lnTo>
                    <a:pt x="3498" y="6105"/>
                  </a:lnTo>
                  <a:cubicBezTo>
                    <a:pt x="3498" y="6721"/>
                    <a:pt x="2998" y="7214"/>
                    <a:pt x="2387" y="7214"/>
                  </a:cubicBezTo>
                  <a:cubicBezTo>
                    <a:pt x="2376" y="7214"/>
                    <a:pt x="2365" y="7214"/>
                    <a:pt x="2355" y="7213"/>
                  </a:cubicBezTo>
                  <a:cubicBezTo>
                    <a:pt x="1767" y="7196"/>
                    <a:pt x="1285" y="6675"/>
                    <a:pt x="1285" y="6052"/>
                  </a:cubicBezTo>
                  <a:lnTo>
                    <a:pt x="1285" y="5669"/>
                  </a:lnTo>
                  <a:cubicBezTo>
                    <a:pt x="1285" y="5637"/>
                    <a:pt x="1278" y="5606"/>
                    <a:pt x="1264" y="5577"/>
                  </a:cubicBezTo>
                  <a:lnTo>
                    <a:pt x="1137" y="5328"/>
                  </a:lnTo>
                  <a:cubicBezTo>
                    <a:pt x="1091" y="5233"/>
                    <a:pt x="1067" y="5131"/>
                    <a:pt x="1067" y="5028"/>
                  </a:cubicBezTo>
                  <a:lnTo>
                    <a:pt x="1067" y="5014"/>
                  </a:lnTo>
                  <a:cubicBezTo>
                    <a:pt x="1067" y="4525"/>
                    <a:pt x="1464" y="4128"/>
                    <a:pt x="1957" y="4124"/>
                  </a:cubicBezTo>
                  <a:close/>
                  <a:moveTo>
                    <a:pt x="11790" y="4128"/>
                  </a:moveTo>
                  <a:cubicBezTo>
                    <a:pt x="11791" y="4128"/>
                    <a:pt x="11793" y="4128"/>
                    <a:pt x="11795" y="4128"/>
                  </a:cubicBezTo>
                  <a:cubicBezTo>
                    <a:pt x="12527" y="4128"/>
                    <a:pt x="13121" y="4719"/>
                    <a:pt x="13121" y="5451"/>
                  </a:cubicBezTo>
                  <a:cubicBezTo>
                    <a:pt x="13121" y="5591"/>
                    <a:pt x="13097" y="5732"/>
                    <a:pt x="13054" y="5866"/>
                  </a:cubicBezTo>
                  <a:cubicBezTo>
                    <a:pt x="12474" y="5275"/>
                    <a:pt x="11450" y="5046"/>
                    <a:pt x="11401" y="5036"/>
                  </a:cubicBezTo>
                  <a:cubicBezTo>
                    <a:pt x="11386" y="5032"/>
                    <a:pt x="11370" y="5031"/>
                    <a:pt x="11356" y="5031"/>
                  </a:cubicBezTo>
                  <a:cubicBezTo>
                    <a:pt x="11247" y="5031"/>
                    <a:pt x="11154" y="5118"/>
                    <a:pt x="11154" y="5233"/>
                  </a:cubicBezTo>
                  <a:cubicBezTo>
                    <a:pt x="11154" y="5233"/>
                    <a:pt x="11144" y="5377"/>
                    <a:pt x="10992" y="5525"/>
                  </a:cubicBezTo>
                  <a:cubicBezTo>
                    <a:pt x="10846" y="5674"/>
                    <a:pt x="10983" y="5879"/>
                    <a:pt x="11143" y="5879"/>
                  </a:cubicBezTo>
                  <a:cubicBezTo>
                    <a:pt x="11190" y="5879"/>
                    <a:pt x="11240" y="5860"/>
                    <a:pt x="11285" y="5817"/>
                  </a:cubicBezTo>
                  <a:cubicBezTo>
                    <a:pt x="11380" y="5722"/>
                    <a:pt x="11453" y="5609"/>
                    <a:pt x="11506" y="5486"/>
                  </a:cubicBezTo>
                  <a:cubicBezTo>
                    <a:pt x="11851" y="5588"/>
                    <a:pt x="12565" y="5845"/>
                    <a:pt x="12885" y="6299"/>
                  </a:cubicBezTo>
                  <a:cubicBezTo>
                    <a:pt x="12792" y="6829"/>
                    <a:pt x="12329" y="7214"/>
                    <a:pt x="11795" y="7214"/>
                  </a:cubicBezTo>
                  <a:cubicBezTo>
                    <a:pt x="11783" y="7214"/>
                    <a:pt x="11771" y="7214"/>
                    <a:pt x="11760" y="7213"/>
                  </a:cubicBezTo>
                  <a:cubicBezTo>
                    <a:pt x="11207" y="7196"/>
                    <a:pt x="10753" y="6777"/>
                    <a:pt x="10693" y="6228"/>
                  </a:cubicBezTo>
                  <a:cubicBezTo>
                    <a:pt x="10690" y="6200"/>
                    <a:pt x="10679" y="6168"/>
                    <a:pt x="10665" y="6144"/>
                  </a:cubicBezTo>
                  <a:cubicBezTo>
                    <a:pt x="10121" y="5262"/>
                    <a:pt x="10755" y="4128"/>
                    <a:pt x="11790" y="4128"/>
                  </a:cubicBezTo>
                  <a:close/>
                  <a:moveTo>
                    <a:pt x="6985" y="409"/>
                  </a:moveTo>
                  <a:cubicBezTo>
                    <a:pt x="7706" y="409"/>
                    <a:pt x="8336" y="652"/>
                    <a:pt x="8804" y="1112"/>
                  </a:cubicBezTo>
                  <a:cubicBezTo>
                    <a:pt x="9279" y="1584"/>
                    <a:pt x="9564" y="2256"/>
                    <a:pt x="9624" y="3062"/>
                  </a:cubicBezTo>
                  <a:cubicBezTo>
                    <a:pt x="9786" y="5243"/>
                    <a:pt x="9969" y="6461"/>
                    <a:pt x="10039" y="6883"/>
                  </a:cubicBezTo>
                  <a:cubicBezTo>
                    <a:pt x="10039" y="6886"/>
                    <a:pt x="10039" y="6890"/>
                    <a:pt x="10035" y="6893"/>
                  </a:cubicBezTo>
                  <a:cubicBezTo>
                    <a:pt x="9838" y="7020"/>
                    <a:pt x="9420" y="7256"/>
                    <a:pt x="8758" y="7432"/>
                  </a:cubicBezTo>
                  <a:lnTo>
                    <a:pt x="8420" y="7280"/>
                  </a:lnTo>
                  <a:cubicBezTo>
                    <a:pt x="8336" y="7245"/>
                    <a:pt x="8283" y="7161"/>
                    <a:pt x="8283" y="7069"/>
                  </a:cubicBezTo>
                  <a:lnTo>
                    <a:pt x="8283" y="6366"/>
                  </a:lnTo>
                  <a:cubicBezTo>
                    <a:pt x="8962" y="5926"/>
                    <a:pt x="9374" y="5169"/>
                    <a:pt x="9377" y="4356"/>
                  </a:cubicBezTo>
                  <a:lnTo>
                    <a:pt x="9377" y="3973"/>
                  </a:lnTo>
                  <a:cubicBezTo>
                    <a:pt x="9377" y="3727"/>
                    <a:pt x="9272" y="3491"/>
                    <a:pt x="9085" y="3329"/>
                  </a:cubicBezTo>
                  <a:cubicBezTo>
                    <a:pt x="8674" y="2970"/>
                    <a:pt x="7745" y="2347"/>
                    <a:pt x="6130" y="2186"/>
                  </a:cubicBezTo>
                  <a:cubicBezTo>
                    <a:pt x="6121" y="2185"/>
                    <a:pt x="6112" y="2184"/>
                    <a:pt x="6104" y="2184"/>
                  </a:cubicBezTo>
                  <a:cubicBezTo>
                    <a:pt x="5857" y="2184"/>
                    <a:pt x="5826" y="2567"/>
                    <a:pt x="6091" y="2594"/>
                  </a:cubicBezTo>
                  <a:cubicBezTo>
                    <a:pt x="7590" y="2742"/>
                    <a:pt x="8442" y="3311"/>
                    <a:pt x="8818" y="3635"/>
                  </a:cubicBezTo>
                  <a:cubicBezTo>
                    <a:pt x="8913" y="3723"/>
                    <a:pt x="8969" y="3846"/>
                    <a:pt x="8966" y="3973"/>
                  </a:cubicBezTo>
                  <a:lnTo>
                    <a:pt x="8966" y="4356"/>
                  </a:lnTo>
                  <a:cubicBezTo>
                    <a:pt x="8966" y="5451"/>
                    <a:pt x="8079" y="6337"/>
                    <a:pt x="6985" y="6337"/>
                  </a:cubicBezTo>
                  <a:cubicBezTo>
                    <a:pt x="5891" y="6337"/>
                    <a:pt x="5004" y="5451"/>
                    <a:pt x="5004" y="4356"/>
                  </a:cubicBezTo>
                  <a:lnTo>
                    <a:pt x="5004" y="4184"/>
                  </a:lnTo>
                  <a:cubicBezTo>
                    <a:pt x="5004" y="4107"/>
                    <a:pt x="5050" y="4033"/>
                    <a:pt x="5120" y="3994"/>
                  </a:cubicBezTo>
                  <a:cubicBezTo>
                    <a:pt x="5377" y="3846"/>
                    <a:pt x="5711" y="3572"/>
                    <a:pt x="5866" y="3111"/>
                  </a:cubicBezTo>
                  <a:cubicBezTo>
                    <a:pt x="5920" y="2950"/>
                    <a:pt x="5792" y="2839"/>
                    <a:pt x="5666" y="2839"/>
                  </a:cubicBezTo>
                  <a:cubicBezTo>
                    <a:pt x="5588" y="2839"/>
                    <a:pt x="5511" y="2881"/>
                    <a:pt x="5479" y="2981"/>
                  </a:cubicBezTo>
                  <a:cubicBezTo>
                    <a:pt x="5366" y="3322"/>
                    <a:pt x="5110" y="3526"/>
                    <a:pt x="4916" y="3639"/>
                  </a:cubicBezTo>
                  <a:cubicBezTo>
                    <a:pt x="4719" y="3751"/>
                    <a:pt x="4596" y="3959"/>
                    <a:pt x="4596" y="4188"/>
                  </a:cubicBezTo>
                  <a:lnTo>
                    <a:pt x="4596" y="4356"/>
                  </a:lnTo>
                  <a:cubicBezTo>
                    <a:pt x="4596" y="5169"/>
                    <a:pt x="5008" y="5926"/>
                    <a:pt x="5687" y="6366"/>
                  </a:cubicBezTo>
                  <a:lnTo>
                    <a:pt x="5687" y="7069"/>
                  </a:lnTo>
                  <a:cubicBezTo>
                    <a:pt x="5687" y="7161"/>
                    <a:pt x="5634" y="7245"/>
                    <a:pt x="5549" y="7280"/>
                  </a:cubicBezTo>
                  <a:lnTo>
                    <a:pt x="5212" y="7432"/>
                  </a:lnTo>
                  <a:cubicBezTo>
                    <a:pt x="4554" y="7256"/>
                    <a:pt x="4131" y="7020"/>
                    <a:pt x="3938" y="6893"/>
                  </a:cubicBezTo>
                  <a:cubicBezTo>
                    <a:pt x="3931" y="6893"/>
                    <a:pt x="3931" y="6886"/>
                    <a:pt x="3931" y="6883"/>
                  </a:cubicBezTo>
                  <a:cubicBezTo>
                    <a:pt x="4001" y="6461"/>
                    <a:pt x="4188" y="5243"/>
                    <a:pt x="4346" y="3062"/>
                  </a:cubicBezTo>
                  <a:cubicBezTo>
                    <a:pt x="4406" y="2256"/>
                    <a:pt x="4691" y="1584"/>
                    <a:pt x="5166" y="1112"/>
                  </a:cubicBezTo>
                  <a:cubicBezTo>
                    <a:pt x="5634" y="652"/>
                    <a:pt x="6264" y="409"/>
                    <a:pt x="6985" y="409"/>
                  </a:cubicBezTo>
                  <a:close/>
                  <a:moveTo>
                    <a:pt x="3565" y="7069"/>
                  </a:moveTo>
                  <a:cubicBezTo>
                    <a:pt x="3597" y="7136"/>
                    <a:pt x="3649" y="7196"/>
                    <a:pt x="3713" y="7238"/>
                  </a:cubicBezTo>
                  <a:cubicBezTo>
                    <a:pt x="4005" y="7421"/>
                    <a:pt x="4314" y="7569"/>
                    <a:pt x="4642" y="7681"/>
                  </a:cubicBezTo>
                  <a:lnTo>
                    <a:pt x="4072" y="7935"/>
                  </a:lnTo>
                  <a:lnTo>
                    <a:pt x="3424" y="7752"/>
                  </a:lnTo>
                  <a:cubicBezTo>
                    <a:pt x="3252" y="7703"/>
                    <a:pt x="3252" y="7685"/>
                    <a:pt x="3252" y="7639"/>
                  </a:cubicBezTo>
                  <a:lnTo>
                    <a:pt x="3252" y="7358"/>
                  </a:lnTo>
                  <a:cubicBezTo>
                    <a:pt x="3371" y="7277"/>
                    <a:pt x="3473" y="7178"/>
                    <a:pt x="3565" y="7069"/>
                  </a:cubicBezTo>
                  <a:close/>
                  <a:moveTo>
                    <a:pt x="10437" y="6784"/>
                  </a:moveTo>
                  <a:lnTo>
                    <a:pt x="10437" y="6784"/>
                  </a:lnTo>
                  <a:cubicBezTo>
                    <a:pt x="10553" y="7013"/>
                    <a:pt x="10722" y="7210"/>
                    <a:pt x="10933" y="7358"/>
                  </a:cubicBezTo>
                  <a:lnTo>
                    <a:pt x="10933" y="7773"/>
                  </a:lnTo>
                  <a:cubicBezTo>
                    <a:pt x="10933" y="7780"/>
                    <a:pt x="10929" y="7783"/>
                    <a:pt x="10926" y="7787"/>
                  </a:cubicBezTo>
                  <a:lnTo>
                    <a:pt x="10285" y="8107"/>
                  </a:lnTo>
                  <a:lnTo>
                    <a:pt x="10264" y="8097"/>
                  </a:lnTo>
                  <a:lnTo>
                    <a:pt x="9328" y="7681"/>
                  </a:lnTo>
                  <a:cubicBezTo>
                    <a:pt x="9652" y="7569"/>
                    <a:pt x="9965" y="7421"/>
                    <a:pt x="10257" y="7238"/>
                  </a:cubicBezTo>
                  <a:cubicBezTo>
                    <a:pt x="10398" y="7147"/>
                    <a:pt x="10468" y="6978"/>
                    <a:pt x="10440" y="6812"/>
                  </a:cubicBezTo>
                  <a:lnTo>
                    <a:pt x="10437" y="6784"/>
                  </a:lnTo>
                  <a:close/>
                  <a:moveTo>
                    <a:pt x="1943" y="7548"/>
                  </a:moveTo>
                  <a:cubicBezTo>
                    <a:pt x="2073" y="7593"/>
                    <a:pt x="2207" y="7618"/>
                    <a:pt x="2348" y="7625"/>
                  </a:cubicBezTo>
                  <a:lnTo>
                    <a:pt x="2348" y="7622"/>
                  </a:lnTo>
                  <a:lnTo>
                    <a:pt x="2393" y="7622"/>
                  </a:lnTo>
                  <a:cubicBezTo>
                    <a:pt x="2545" y="7622"/>
                    <a:pt x="2699" y="7600"/>
                    <a:pt x="2844" y="7555"/>
                  </a:cubicBezTo>
                  <a:lnTo>
                    <a:pt x="2844" y="7636"/>
                  </a:lnTo>
                  <a:cubicBezTo>
                    <a:pt x="2844" y="7678"/>
                    <a:pt x="2847" y="7717"/>
                    <a:pt x="2858" y="7759"/>
                  </a:cubicBezTo>
                  <a:lnTo>
                    <a:pt x="2393" y="8220"/>
                  </a:lnTo>
                  <a:lnTo>
                    <a:pt x="1925" y="7755"/>
                  </a:lnTo>
                  <a:cubicBezTo>
                    <a:pt x="1936" y="7717"/>
                    <a:pt x="1943" y="7674"/>
                    <a:pt x="1943" y="7636"/>
                  </a:cubicBezTo>
                  <a:lnTo>
                    <a:pt x="1943" y="7548"/>
                  </a:lnTo>
                  <a:close/>
                  <a:moveTo>
                    <a:pt x="12245" y="7555"/>
                  </a:moveTo>
                  <a:lnTo>
                    <a:pt x="12245" y="7773"/>
                  </a:lnTo>
                  <a:cubicBezTo>
                    <a:pt x="12245" y="7843"/>
                    <a:pt x="12263" y="7910"/>
                    <a:pt x="12294" y="7973"/>
                  </a:cubicBezTo>
                  <a:lnTo>
                    <a:pt x="12104" y="8153"/>
                  </a:lnTo>
                  <a:cubicBezTo>
                    <a:pt x="12016" y="8236"/>
                    <a:pt x="11905" y="8277"/>
                    <a:pt x="11793" y="8277"/>
                  </a:cubicBezTo>
                  <a:cubicBezTo>
                    <a:pt x="11682" y="8277"/>
                    <a:pt x="11571" y="8236"/>
                    <a:pt x="11485" y="8153"/>
                  </a:cubicBezTo>
                  <a:lnTo>
                    <a:pt x="11482" y="8153"/>
                  </a:lnTo>
                  <a:lnTo>
                    <a:pt x="11292" y="7973"/>
                  </a:lnTo>
                  <a:cubicBezTo>
                    <a:pt x="11323" y="7910"/>
                    <a:pt x="11341" y="7843"/>
                    <a:pt x="11341" y="7773"/>
                  </a:cubicBezTo>
                  <a:lnTo>
                    <a:pt x="11341" y="7555"/>
                  </a:lnTo>
                  <a:cubicBezTo>
                    <a:pt x="11489" y="7600"/>
                    <a:pt x="11641" y="7623"/>
                    <a:pt x="11793" y="7623"/>
                  </a:cubicBezTo>
                  <a:cubicBezTo>
                    <a:pt x="11945" y="7623"/>
                    <a:pt x="12097" y="7600"/>
                    <a:pt x="12245" y="7555"/>
                  </a:cubicBezTo>
                  <a:close/>
                  <a:moveTo>
                    <a:pt x="7872" y="6580"/>
                  </a:moveTo>
                  <a:lnTo>
                    <a:pt x="7872" y="7073"/>
                  </a:lnTo>
                  <a:cubicBezTo>
                    <a:pt x="7872" y="7326"/>
                    <a:pt x="8023" y="7555"/>
                    <a:pt x="8255" y="7657"/>
                  </a:cubicBezTo>
                  <a:lnTo>
                    <a:pt x="8554" y="7790"/>
                  </a:lnTo>
                  <a:cubicBezTo>
                    <a:pt x="8253" y="8375"/>
                    <a:pt x="7652" y="8744"/>
                    <a:pt x="6994" y="8744"/>
                  </a:cubicBezTo>
                  <a:cubicBezTo>
                    <a:pt x="6991" y="8744"/>
                    <a:pt x="6988" y="8744"/>
                    <a:pt x="6985" y="8744"/>
                  </a:cubicBezTo>
                  <a:cubicBezTo>
                    <a:pt x="6982" y="8744"/>
                    <a:pt x="6979" y="8744"/>
                    <a:pt x="6976" y="8744"/>
                  </a:cubicBezTo>
                  <a:cubicBezTo>
                    <a:pt x="6318" y="8744"/>
                    <a:pt x="5717" y="8372"/>
                    <a:pt x="5416" y="7787"/>
                  </a:cubicBezTo>
                  <a:lnTo>
                    <a:pt x="5715" y="7657"/>
                  </a:lnTo>
                  <a:cubicBezTo>
                    <a:pt x="5947" y="7551"/>
                    <a:pt x="6095" y="7323"/>
                    <a:pt x="6095" y="7069"/>
                  </a:cubicBezTo>
                  <a:lnTo>
                    <a:pt x="6095" y="6580"/>
                  </a:lnTo>
                  <a:cubicBezTo>
                    <a:pt x="6380" y="6694"/>
                    <a:pt x="6681" y="6752"/>
                    <a:pt x="6983" y="6752"/>
                  </a:cubicBezTo>
                  <a:cubicBezTo>
                    <a:pt x="7285" y="6752"/>
                    <a:pt x="7587" y="6694"/>
                    <a:pt x="7872" y="6580"/>
                  </a:cubicBezTo>
                  <a:close/>
                  <a:moveTo>
                    <a:pt x="6981" y="1"/>
                  </a:moveTo>
                  <a:cubicBezTo>
                    <a:pt x="6151" y="1"/>
                    <a:pt x="5423" y="282"/>
                    <a:pt x="4877" y="820"/>
                  </a:cubicBezTo>
                  <a:cubicBezTo>
                    <a:pt x="4332" y="1355"/>
                    <a:pt x="4005" y="2126"/>
                    <a:pt x="3938" y="3030"/>
                  </a:cubicBezTo>
                  <a:cubicBezTo>
                    <a:pt x="3920" y="3273"/>
                    <a:pt x="3899" y="3498"/>
                    <a:pt x="3882" y="3716"/>
                  </a:cubicBezTo>
                  <a:lnTo>
                    <a:pt x="1957" y="3716"/>
                  </a:lnTo>
                  <a:cubicBezTo>
                    <a:pt x="1239" y="3716"/>
                    <a:pt x="659" y="4297"/>
                    <a:pt x="659" y="5014"/>
                  </a:cubicBezTo>
                  <a:lnTo>
                    <a:pt x="659" y="5025"/>
                  </a:lnTo>
                  <a:cubicBezTo>
                    <a:pt x="659" y="5194"/>
                    <a:pt x="697" y="5359"/>
                    <a:pt x="771" y="5511"/>
                  </a:cubicBezTo>
                  <a:lnTo>
                    <a:pt x="877" y="5718"/>
                  </a:lnTo>
                  <a:lnTo>
                    <a:pt x="877" y="6052"/>
                  </a:lnTo>
                  <a:cubicBezTo>
                    <a:pt x="877" y="6563"/>
                    <a:pt x="1120" y="7041"/>
                    <a:pt x="1531" y="7344"/>
                  </a:cubicBezTo>
                  <a:lnTo>
                    <a:pt x="1531" y="7639"/>
                  </a:lnTo>
                  <a:cubicBezTo>
                    <a:pt x="1531" y="7674"/>
                    <a:pt x="1507" y="7710"/>
                    <a:pt x="1471" y="7720"/>
                  </a:cubicBezTo>
                  <a:lnTo>
                    <a:pt x="627" y="7963"/>
                  </a:lnTo>
                  <a:cubicBezTo>
                    <a:pt x="258" y="8068"/>
                    <a:pt x="4" y="8406"/>
                    <a:pt x="1" y="8790"/>
                  </a:cubicBezTo>
                  <a:lnTo>
                    <a:pt x="1" y="10479"/>
                  </a:lnTo>
                  <a:cubicBezTo>
                    <a:pt x="1" y="10591"/>
                    <a:pt x="92" y="10683"/>
                    <a:pt x="205" y="10683"/>
                  </a:cubicBezTo>
                  <a:cubicBezTo>
                    <a:pt x="317" y="10683"/>
                    <a:pt x="412" y="10591"/>
                    <a:pt x="409" y="10479"/>
                  </a:cubicBezTo>
                  <a:lnTo>
                    <a:pt x="409" y="8790"/>
                  </a:lnTo>
                  <a:cubicBezTo>
                    <a:pt x="412" y="8586"/>
                    <a:pt x="546" y="8410"/>
                    <a:pt x="736" y="8353"/>
                  </a:cubicBezTo>
                  <a:lnTo>
                    <a:pt x="1584" y="8114"/>
                  </a:lnTo>
                  <a:cubicBezTo>
                    <a:pt x="1612" y="8104"/>
                    <a:pt x="1644" y="8093"/>
                    <a:pt x="1672" y="8079"/>
                  </a:cubicBezTo>
                  <a:lnTo>
                    <a:pt x="2189" y="8596"/>
                  </a:lnTo>
                  <a:lnTo>
                    <a:pt x="2189" y="10479"/>
                  </a:lnTo>
                  <a:cubicBezTo>
                    <a:pt x="2189" y="10591"/>
                    <a:pt x="2281" y="10683"/>
                    <a:pt x="2393" y="10683"/>
                  </a:cubicBezTo>
                  <a:cubicBezTo>
                    <a:pt x="2506" y="10683"/>
                    <a:pt x="2597" y="10591"/>
                    <a:pt x="2597" y="10479"/>
                  </a:cubicBezTo>
                  <a:lnTo>
                    <a:pt x="2597" y="8596"/>
                  </a:lnTo>
                  <a:lnTo>
                    <a:pt x="3118" y="8075"/>
                  </a:lnTo>
                  <a:cubicBezTo>
                    <a:pt x="3181" y="8104"/>
                    <a:pt x="3245" y="8128"/>
                    <a:pt x="3312" y="8146"/>
                  </a:cubicBezTo>
                  <a:lnTo>
                    <a:pt x="3519" y="8202"/>
                  </a:lnTo>
                  <a:cubicBezTo>
                    <a:pt x="3234" y="8406"/>
                    <a:pt x="3062" y="8733"/>
                    <a:pt x="3062" y="9082"/>
                  </a:cubicBezTo>
                  <a:lnTo>
                    <a:pt x="3062" y="10482"/>
                  </a:lnTo>
                  <a:cubicBezTo>
                    <a:pt x="3062" y="10595"/>
                    <a:pt x="3153" y="10686"/>
                    <a:pt x="3269" y="10686"/>
                  </a:cubicBezTo>
                  <a:cubicBezTo>
                    <a:pt x="3382" y="10686"/>
                    <a:pt x="3473" y="10595"/>
                    <a:pt x="3473" y="10482"/>
                  </a:cubicBezTo>
                  <a:lnTo>
                    <a:pt x="3473" y="9082"/>
                  </a:lnTo>
                  <a:cubicBezTo>
                    <a:pt x="3473" y="8818"/>
                    <a:pt x="3628" y="8579"/>
                    <a:pt x="3871" y="8470"/>
                  </a:cubicBezTo>
                  <a:lnTo>
                    <a:pt x="5043" y="7952"/>
                  </a:lnTo>
                  <a:cubicBezTo>
                    <a:pt x="5409" y="8691"/>
                    <a:pt x="6162" y="9156"/>
                    <a:pt x="6985" y="9156"/>
                  </a:cubicBezTo>
                  <a:cubicBezTo>
                    <a:pt x="7808" y="9156"/>
                    <a:pt x="8561" y="8691"/>
                    <a:pt x="8927" y="7952"/>
                  </a:cubicBezTo>
                  <a:lnTo>
                    <a:pt x="10095" y="8473"/>
                  </a:lnTo>
                  <a:cubicBezTo>
                    <a:pt x="10338" y="8579"/>
                    <a:pt x="10493" y="8818"/>
                    <a:pt x="10496" y="9085"/>
                  </a:cubicBezTo>
                  <a:lnTo>
                    <a:pt x="10496" y="10482"/>
                  </a:lnTo>
                  <a:cubicBezTo>
                    <a:pt x="10496" y="10595"/>
                    <a:pt x="10588" y="10686"/>
                    <a:pt x="10700" y="10686"/>
                  </a:cubicBezTo>
                  <a:cubicBezTo>
                    <a:pt x="10813" y="10686"/>
                    <a:pt x="10905" y="10595"/>
                    <a:pt x="10905" y="10482"/>
                  </a:cubicBezTo>
                  <a:lnTo>
                    <a:pt x="10905" y="9085"/>
                  </a:lnTo>
                  <a:cubicBezTo>
                    <a:pt x="10905" y="8828"/>
                    <a:pt x="10813" y="8579"/>
                    <a:pt x="10644" y="8385"/>
                  </a:cubicBezTo>
                  <a:lnTo>
                    <a:pt x="10961" y="8227"/>
                  </a:lnTo>
                  <a:lnTo>
                    <a:pt x="11200" y="8452"/>
                  </a:lnTo>
                  <a:cubicBezTo>
                    <a:pt x="11365" y="8610"/>
                    <a:pt x="11579" y="8689"/>
                    <a:pt x="11793" y="8689"/>
                  </a:cubicBezTo>
                  <a:cubicBezTo>
                    <a:pt x="12007" y="8689"/>
                    <a:pt x="12220" y="8610"/>
                    <a:pt x="12386" y="8452"/>
                  </a:cubicBezTo>
                  <a:lnTo>
                    <a:pt x="12625" y="8227"/>
                  </a:lnTo>
                  <a:lnTo>
                    <a:pt x="13308" y="8568"/>
                  </a:lnTo>
                  <a:cubicBezTo>
                    <a:pt x="13462" y="8642"/>
                    <a:pt x="13557" y="8800"/>
                    <a:pt x="13557" y="8973"/>
                  </a:cubicBezTo>
                  <a:lnTo>
                    <a:pt x="13557" y="10482"/>
                  </a:lnTo>
                  <a:cubicBezTo>
                    <a:pt x="13557" y="10595"/>
                    <a:pt x="13649" y="10686"/>
                    <a:pt x="13762" y="10686"/>
                  </a:cubicBezTo>
                  <a:cubicBezTo>
                    <a:pt x="13874" y="10686"/>
                    <a:pt x="13966" y="10595"/>
                    <a:pt x="13966" y="10482"/>
                  </a:cubicBezTo>
                  <a:lnTo>
                    <a:pt x="13966" y="8973"/>
                  </a:lnTo>
                  <a:cubicBezTo>
                    <a:pt x="13969" y="8645"/>
                    <a:pt x="13783" y="8346"/>
                    <a:pt x="13491" y="8199"/>
                  </a:cubicBezTo>
                  <a:lnTo>
                    <a:pt x="12664" y="7787"/>
                  </a:lnTo>
                  <a:cubicBezTo>
                    <a:pt x="12657" y="7783"/>
                    <a:pt x="12653" y="7780"/>
                    <a:pt x="12653" y="7773"/>
                  </a:cubicBezTo>
                  <a:lnTo>
                    <a:pt x="12653" y="7358"/>
                  </a:lnTo>
                  <a:cubicBezTo>
                    <a:pt x="13005" y="7115"/>
                    <a:pt x="13237" y="6738"/>
                    <a:pt x="13297" y="6316"/>
                  </a:cubicBezTo>
                  <a:cubicBezTo>
                    <a:pt x="13737" y="5560"/>
                    <a:pt x="13540" y="4589"/>
                    <a:pt x="12836" y="4064"/>
                  </a:cubicBezTo>
                  <a:cubicBezTo>
                    <a:pt x="12861" y="3984"/>
                    <a:pt x="12871" y="3896"/>
                    <a:pt x="12871" y="3811"/>
                  </a:cubicBezTo>
                  <a:cubicBezTo>
                    <a:pt x="12871" y="3276"/>
                    <a:pt x="12389" y="2840"/>
                    <a:pt x="11795" y="2840"/>
                  </a:cubicBezTo>
                  <a:cubicBezTo>
                    <a:pt x="11200" y="2840"/>
                    <a:pt x="10715" y="3276"/>
                    <a:pt x="10715" y="3811"/>
                  </a:cubicBezTo>
                  <a:cubicBezTo>
                    <a:pt x="10715" y="3896"/>
                    <a:pt x="10729" y="3984"/>
                    <a:pt x="10753" y="4064"/>
                  </a:cubicBezTo>
                  <a:cubicBezTo>
                    <a:pt x="10500" y="4254"/>
                    <a:pt x="10303" y="4511"/>
                    <a:pt x="10183" y="4803"/>
                  </a:cubicBezTo>
                  <a:cubicBezTo>
                    <a:pt x="10134" y="4307"/>
                    <a:pt x="10081" y="3716"/>
                    <a:pt x="10028" y="3030"/>
                  </a:cubicBezTo>
                  <a:cubicBezTo>
                    <a:pt x="9962" y="2126"/>
                    <a:pt x="9638" y="1359"/>
                    <a:pt x="9089" y="820"/>
                  </a:cubicBezTo>
                  <a:cubicBezTo>
                    <a:pt x="8540" y="279"/>
                    <a:pt x="7815" y="1"/>
                    <a:pt x="6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85"/>
            <p:cNvSpPr/>
            <p:nvPr/>
          </p:nvSpPr>
          <p:spPr>
            <a:xfrm>
              <a:off x="2137622" y="3638651"/>
              <a:ext cx="10749" cy="37740"/>
            </a:xfrm>
            <a:custGeom>
              <a:rect b="b" l="l" r="r" t="t"/>
              <a:pathLst>
                <a:path extrusionOk="0" h="1450" w="413">
                  <a:moveTo>
                    <a:pt x="208" y="0"/>
                  </a:moveTo>
                  <a:cubicBezTo>
                    <a:pt x="95" y="0"/>
                    <a:pt x="0" y="92"/>
                    <a:pt x="0" y="204"/>
                  </a:cubicBezTo>
                  <a:lnTo>
                    <a:pt x="0" y="1246"/>
                  </a:lnTo>
                  <a:cubicBezTo>
                    <a:pt x="0" y="1358"/>
                    <a:pt x="95" y="1450"/>
                    <a:pt x="208" y="1450"/>
                  </a:cubicBezTo>
                  <a:cubicBezTo>
                    <a:pt x="321" y="1450"/>
                    <a:pt x="412" y="1358"/>
                    <a:pt x="412" y="1246"/>
                  </a:cubicBezTo>
                  <a:lnTo>
                    <a:pt x="412" y="208"/>
                  </a:lnTo>
                  <a:cubicBezTo>
                    <a:pt x="412" y="92"/>
                    <a:pt x="321"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9" name="Google Shape;16999;p85"/>
          <p:cNvGrpSpPr/>
          <p:nvPr/>
        </p:nvGrpSpPr>
        <p:grpSpPr>
          <a:xfrm>
            <a:off x="2273251" y="3385065"/>
            <a:ext cx="363760" cy="304600"/>
            <a:chOff x="2273251" y="3385065"/>
            <a:chExt cx="363760" cy="304600"/>
          </a:xfrm>
        </p:grpSpPr>
        <p:sp>
          <p:nvSpPr>
            <p:cNvPr id="17000" name="Google Shape;17000;p85"/>
            <p:cNvSpPr/>
            <p:nvPr/>
          </p:nvSpPr>
          <p:spPr>
            <a:xfrm>
              <a:off x="2513641" y="3437459"/>
              <a:ext cx="70535" cy="117592"/>
            </a:xfrm>
            <a:custGeom>
              <a:rect b="b" l="l" r="r" t="t"/>
              <a:pathLst>
                <a:path extrusionOk="0" h="4518" w="2710">
                  <a:moveTo>
                    <a:pt x="904" y="0"/>
                  </a:moveTo>
                  <a:lnTo>
                    <a:pt x="904" y="538"/>
                  </a:lnTo>
                  <a:cubicBezTo>
                    <a:pt x="904" y="623"/>
                    <a:pt x="855" y="700"/>
                    <a:pt x="778" y="739"/>
                  </a:cubicBezTo>
                  <a:lnTo>
                    <a:pt x="250" y="1003"/>
                  </a:lnTo>
                  <a:cubicBezTo>
                    <a:pt x="99" y="1080"/>
                    <a:pt x="0" y="1235"/>
                    <a:pt x="0" y="1407"/>
                  </a:cubicBezTo>
                  <a:lnTo>
                    <a:pt x="0" y="4518"/>
                  </a:lnTo>
                  <a:lnTo>
                    <a:pt x="2709" y="4518"/>
                  </a:lnTo>
                  <a:lnTo>
                    <a:pt x="2709" y="1407"/>
                  </a:lnTo>
                  <a:cubicBezTo>
                    <a:pt x="2709" y="1235"/>
                    <a:pt x="2614" y="1080"/>
                    <a:pt x="2460" y="1003"/>
                  </a:cubicBezTo>
                  <a:lnTo>
                    <a:pt x="1932" y="739"/>
                  </a:lnTo>
                  <a:cubicBezTo>
                    <a:pt x="1854" y="700"/>
                    <a:pt x="1809" y="623"/>
                    <a:pt x="1809" y="538"/>
                  </a:cubicBezTo>
                  <a:lnTo>
                    <a:pt x="1809"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85"/>
            <p:cNvSpPr/>
            <p:nvPr/>
          </p:nvSpPr>
          <p:spPr>
            <a:xfrm>
              <a:off x="2525354" y="3555025"/>
              <a:ext cx="47110" cy="76495"/>
            </a:xfrm>
            <a:custGeom>
              <a:rect b="b" l="l" r="r" t="t"/>
              <a:pathLst>
                <a:path extrusionOk="0" h="2939" w="1810">
                  <a:moveTo>
                    <a:pt x="1" y="1"/>
                  </a:moveTo>
                  <a:lnTo>
                    <a:pt x="1" y="2939"/>
                  </a:lnTo>
                  <a:lnTo>
                    <a:pt x="1809" y="2939"/>
                  </a:lnTo>
                  <a:lnTo>
                    <a:pt x="180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85"/>
            <p:cNvSpPr/>
            <p:nvPr/>
          </p:nvSpPr>
          <p:spPr>
            <a:xfrm>
              <a:off x="2545968" y="3466844"/>
              <a:ext cx="5882" cy="88207"/>
            </a:xfrm>
            <a:custGeom>
              <a:rect b="b" l="l" r="r" t="t"/>
              <a:pathLst>
                <a:path extrusionOk="0" h="3389" w="226">
                  <a:moveTo>
                    <a:pt x="0" y="0"/>
                  </a:moveTo>
                  <a:lnTo>
                    <a:pt x="0" y="3389"/>
                  </a:lnTo>
                  <a:lnTo>
                    <a:pt x="225" y="3389"/>
                  </a:lnTo>
                  <a:lnTo>
                    <a:pt x="22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85"/>
            <p:cNvSpPr/>
            <p:nvPr/>
          </p:nvSpPr>
          <p:spPr>
            <a:xfrm>
              <a:off x="2537170" y="3437459"/>
              <a:ext cx="23477" cy="29411"/>
            </a:xfrm>
            <a:custGeom>
              <a:rect b="b" l="l" r="r" t="t"/>
              <a:pathLst>
                <a:path extrusionOk="0" h="1130" w="902">
                  <a:moveTo>
                    <a:pt x="0" y="0"/>
                  </a:moveTo>
                  <a:lnTo>
                    <a:pt x="0" y="676"/>
                  </a:lnTo>
                  <a:cubicBezTo>
                    <a:pt x="0" y="925"/>
                    <a:pt x="201" y="1129"/>
                    <a:pt x="451" y="1129"/>
                  </a:cubicBezTo>
                  <a:cubicBezTo>
                    <a:pt x="701" y="1129"/>
                    <a:pt x="901" y="925"/>
                    <a:pt x="901" y="676"/>
                  </a:cubicBezTo>
                  <a:lnTo>
                    <a:pt x="90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85"/>
            <p:cNvSpPr/>
            <p:nvPr/>
          </p:nvSpPr>
          <p:spPr>
            <a:xfrm>
              <a:off x="2525354" y="3390375"/>
              <a:ext cx="47110" cy="52966"/>
            </a:xfrm>
            <a:custGeom>
              <a:rect b="b" l="l" r="r" t="t"/>
              <a:pathLst>
                <a:path extrusionOk="0" h="2035" w="1810">
                  <a:moveTo>
                    <a:pt x="680" y="1"/>
                  </a:moveTo>
                  <a:cubicBezTo>
                    <a:pt x="303" y="1"/>
                    <a:pt x="1" y="303"/>
                    <a:pt x="1" y="680"/>
                  </a:cubicBezTo>
                  <a:lnTo>
                    <a:pt x="1" y="1130"/>
                  </a:lnTo>
                  <a:cubicBezTo>
                    <a:pt x="1" y="1630"/>
                    <a:pt x="405" y="2034"/>
                    <a:pt x="905" y="2034"/>
                  </a:cubicBezTo>
                  <a:cubicBezTo>
                    <a:pt x="1404" y="2034"/>
                    <a:pt x="1809" y="1630"/>
                    <a:pt x="1809" y="1130"/>
                  </a:cubicBezTo>
                  <a:lnTo>
                    <a:pt x="1809" y="680"/>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85"/>
            <p:cNvSpPr/>
            <p:nvPr/>
          </p:nvSpPr>
          <p:spPr>
            <a:xfrm>
              <a:off x="2525354" y="3390375"/>
              <a:ext cx="32352" cy="52888"/>
            </a:xfrm>
            <a:custGeom>
              <a:rect b="b" l="l" r="r" t="t"/>
              <a:pathLst>
                <a:path extrusionOk="0" h="2032" w="1243">
                  <a:moveTo>
                    <a:pt x="680" y="1"/>
                  </a:moveTo>
                  <a:cubicBezTo>
                    <a:pt x="303" y="1"/>
                    <a:pt x="1" y="303"/>
                    <a:pt x="1" y="680"/>
                  </a:cubicBezTo>
                  <a:lnTo>
                    <a:pt x="1" y="1130"/>
                  </a:lnTo>
                  <a:cubicBezTo>
                    <a:pt x="1" y="1648"/>
                    <a:pt x="424" y="2032"/>
                    <a:pt x="900" y="2032"/>
                  </a:cubicBezTo>
                  <a:cubicBezTo>
                    <a:pt x="1013" y="2032"/>
                    <a:pt x="1129" y="2010"/>
                    <a:pt x="1243" y="1964"/>
                  </a:cubicBezTo>
                  <a:cubicBezTo>
                    <a:pt x="901" y="1827"/>
                    <a:pt x="680" y="1496"/>
                    <a:pt x="680" y="1130"/>
                  </a:cubicBezTo>
                  <a:lnTo>
                    <a:pt x="680" y="680"/>
                  </a:lnTo>
                  <a:cubicBezTo>
                    <a:pt x="680" y="349"/>
                    <a:pt x="919" y="67"/>
                    <a:pt x="1243"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85"/>
            <p:cNvSpPr/>
            <p:nvPr/>
          </p:nvSpPr>
          <p:spPr>
            <a:xfrm>
              <a:off x="2525354" y="3390375"/>
              <a:ext cx="47110" cy="23555"/>
            </a:xfrm>
            <a:custGeom>
              <a:rect b="b" l="l" r="r" t="t"/>
              <a:pathLst>
                <a:path extrusionOk="0" h="905" w="1810">
                  <a:moveTo>
                    <a:pt x="680" y="1"/>
                  </a:moveTo>
                  <a:cubicBezTo>
                    <a:pt x="303" y="1"/>
                    <a:pt x="1" y="303"/>
                    <a:pt x="1" y="680"/>
                  </a:cubicBezTo>
                  <a:cubicBezTo>
                    <a:pt x="1" y="680"/>
                    <a:pt x="680" y="905"/>
                    <a:pt x="1809" y="905"/>
                  </a:cubicBezTo>
                  <a:lnTo>
                    <a:pt x="1809" y="680"/>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85"/>
            <p:cNvSpPr/>
            <p:nvPr/>
          </p:nvSpPr>
          <p:spPr>
            <a:xfrm>
              <a:off x="2525354" y="3390375"/>
              <a:ext cx="32352" cy="21447"/>
            </a:xfrm>
            <a:custGeom>
              <a:rect b="b" l="l" r="r" t="t"/>
              <a:pathLst>
                <a:path extrusionOk="0" h="824" w="1243">
                  <a:moveTo>
                    <a:pt x="680" y="1"/>
                  </a:moveTo>
                  <a:cubicBezTo>
                    <a:pt x="303" y="1"/>
                    <a:pt x="1" y="303"/>
                    <a:pt x="1" y="680"/>
                  </a:cubicBezTo>
                  <a:cubicBezTo>
                    <a:pt x="222" y="743"/>
                    <a:pt x="447" y="792"/>
                    <a:pt x="680" y="824"/>
                  </a:cubicBezTo>
                  <a:lnTo>
                    <a:pt x="680" y="680"/>
                  </a:lnTo>
                  <a:cubicBezTo>
                    <a:pt x="680" y="349"/>
                    <a:pt x="919" y="67"/>
                    <a:pt x="1243"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85"/>
            <p:cNvSpPr/>
            <p:nvPr/>
          </p:nvSpPr>
          <p:spPr>
            <a:xfrm>
              <a:off x="2513641" y="3467104"/>
              <a:ext cx="17595" cy="87947"/>
            </a:xfrm>
            <a:custGeom>
              <a:rect b="b" l="l" r="r" t="t"/>
              <a:pathLst>
                <a:path extrusionOk="0" h="3379" w="676">
                  <a:moveTo>
                    <a:pt x="92" y="1"/>
                  </a:moveTo>
                  <a:cubicBezTo>
                    <a:pt x="32" y="78"/>
                    <a:pt x="0" y="173"/>
                    <a:pt x="0" y="268"/>
                  </a:cubicBezTo>
                  <a:lnTo>
                    <a:pt x="0" y="3379"/>
                  </a:lnTo>
                  <a:lnTo>
                    <a:pt x="676" y="3379"/>
                  </a:lnTo>
                  <a:lnTo>
                    <a:pt x="676" y="666"/>
                  </a:lnTo>
                  <a:cubicBezTo>
                    <a:pt x="676" y="525"/>
                    <a:pt x="609" y="392"/>
                    <a:pt x="496" y="307"/>
                  </a:cubicBezTo>
                  <a:lnTo>
                    <a:pt x="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85"/>
            <p:cNvSpPr/>
            <p:nvPr/>
          </p:nvSpPr>
          <p:spPr>
            <a:xfrm>
              <a:off x="2566477" y="3467104"/>
              <a:ext cx="17699" cy="87947"/>
            </a:xfrm>
            <a:custGeom>
              <a:rect b="b" l="l" r="r" t="t"/>
              <a:pathLst>
                <a:path extrusionOk="0" h="3379" w="680">
                  <a:moveTo>
                    <a:pt x="588" y="1"/>
                  </a:moveTo>
                  <a:lnTo>
                    <a:pt x="183" y="307"/>
                  </a:lnTo>
                  <a:cubicBezTo>
                    <a:pt x="67" y="392"/>
                    <a:pt x="0" y="525"/>
                    <a:pt x="0" y="666"/>
                  </a:cubicBezTo>
                  <a:lnTo>
                    <a:pt x="0" y="3379"/>
                  </a:lnTo>
                  <a:lnTo>
                    <a:pt x="679" y="3379"/>
                  </a:lnTo>
                  <a:lnTo>
                    <a:pt x="679" y="268"/>
                  </a:lnTo>
                  <a:cubicBezTo>
                    <a:pt x="679" y="173"/>
                    <a:pt x="648" y="78"/>
                    <a:pt x="58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85"/>
            <p:cNvSpPr/>
            <p:nvPr/>
          </p:nvSpPr>
          <p:spPr>
            <a:xfrm>
              <a:off x="2325437" y="3437459"/>
              <a:ext cx="70535" cy="117592"/>
            </a:xfrm>
            <a:custGeom>
              <a:rect b="b" l="l" r="r" t="t"/>
              <a:pathLst>
                <a:path extrusionOk="0" h="4518" w="2710">
                  <a:moveTo>
                    <a:pt x="905" y="0"/>
                  </a:moveTo>
                  <a:lnTo>
                    <a:pt x="905" y="538"/>
                  </a:lnTo>
                  <a:cubicBezTo>
                    <a:pt x="905" y="623"/>
                    <a:pt x="856" y="700"/>
                    <a:pt x="782" y="739"/>
                  </a:cubicBezTo>
                  <a:lnTo>
                    <a:pt x="254" y="1003"/>
                  </a:lnTo>
                  <a:cubicBezTo>
                    <a:pt x="99" y="1080"/>
                    <a:pt x="1" y="1235"/>
                    <a:pt x="4" y="1407"/>
                  </a:cubicBezTo>
                  <a:lnTo>
                    <a:pt x="4" y="4518"/>
                  </a:lnTo>
                  <a:lnTo>
                    <a:pt x="2710" y="4518"/>
                  </a:lnTo>
                  <a:lnTo>
                    <a:pt x="2710" y="1407"/>
                  </a:lnTo>
                  <a:cubicBezTo>
                    <a:pt x="2710" y="1235"/>
                    <a:pt x="2615" y="1080"/>
                    <a:pt x="2460" y="1003"/>
                  </a:cubicBezTo>
                  <a:lnTo>
                    <a:pt x="1932" y="739"/>
                  </a:lnTo>
                  <a:cubicBezTo>
                    <a:pt x="1859" y="700"/>
                    <a:pt x="1809" y="623"/>
                    <a:pt x="1809" y="538"/>
                  </a:cubicBezTo>
                  <a:lnTo>
                    <a:pt x="180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85"/>
            <p:cNvSpPr/>
            <p:nvPr/>
          </p:nvSpPr>
          <p:spPr>
            <a:xfrm>
              <a:off x="2337175" y="3555025"/>
              <a:ext cx="47084" cy="76495"/>
            </a:xfrm>
            <a:custGeom>
              <a:rect b="b" l="l" r="r" t="t"/>
              <a:pathLst>
                <a:path extrusionOk="0" h="2939" w="1809">
                  <a:moveTo>
                    <a:pt x="0" y="1"/>
                  </a:moveTo>
                  <a:lnTo>
                    <a:pt x="0" y="2939"/>
                  </a:lnTo>
                  <a:lnTo>
                    <a:pt x="1809" y="2939"/>
                  </a:lnTo>
                  <a:lnTo>
                    <a:pt x="1809"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85"/>
            <p:cNvSpPr/>
            <p:nvPr/>
          </p:nvSpPr>
          <p:spPr>
            <a:xfrm>
              <a:off x="2357763" y="3466844"/>
              <a:ext cx="5882" cy="88207"/>
            </a:xfrm>
            <a:custGeom>
              <a:rect b="b" l="l" r="r" t="t"/>
              <a:pathLst>
                <a:path extrusionOk="0" h="3389" w="226">
                  <a:moveTo>
                    <a:pt x="1" y="0"/>
                  </a:moveTo>
                  <a:lnTo>
                    <a:pt x="1" y="3389"/>
                  </a:lnTo>
                  <a:lnTo>
                    <a:pt x="226" y="3389"/>
                  </a:lnTo>
                  <a:lnTo>
                    <a:pt x="226"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85"/>
            <p:cNvSpPr/>
            <p:nvPr/>
          </p:nvSpPr>
          <p:spPr>
            <a:xfrm>
              <a:off x="2348991" y="3437459"/>
              <a:ext cx="23555" cy="29411"/>
            </a:xfrm>
            <a:custGeom>
              <a:rect b="b" l="l" r="r" t="t"/>
              <a:pathLst>
                <a:path extrusionOk="0" h="1130" w="905">
                  <a:moveTo>
                    <a:pt x="0" y="0"/>
                  </a:moveTo>
                  <a:lnTo>
                    <a:pt x="0" y="676"/>
                  </a:lnTo>
                  <a:cubicBezTo>
                    <a:pt x="0" y="925"/>
                    <a:pt x="201" y="1129"/>
                    <a:pt x="450" y="1129"/>
                  </a:cubicBezTo>
                  <a:cubicBezTo>
                    <a:pt x="700" y="1129"/>
                    <a:pt x="904" y="925"/>
                    <a:pt x="904" y="676"/>
                  </a:cubicBezTo>
                  <a:lnTo>
                    <a:pt x="90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85"/>
            <p:cNvSpPr/>
            <p:nvPr/>
          </p:nvSpPr>
          <p:spPr>
            <a:xfrm>
              <a:off x="2337175" y="3390375"/>
              <a:ext cx="47084" cy="52966"/>
            </a:xfrm>
            <a:custGeom>
              <a:rect b="b" l="l" r="r" t="t"/>
              <a:pathLst>
                <a:path extrusionOk="0" h="2035" w="1809">
                  <a:moveTo>
                    <a:pt x="679" y="1"/>
                  </a:moveTo>
                  <a:cubicBezTo>
                    <a:pt x="303" y="1"/>
                    <a:pt x="0" y="303"/>
                    <a:pt x="0" y="680"/>
                  </a:cubicBezTo>
                  <a:lnTo>
                    <a:pt x="0" y="1130"/>
                  </a:lnTo>
                  <a:cubicBezTo>
                    <a:pt x="0" y="1630"/>
                    <a:pt x="405" y="2034"/>
                    <a:pt x="904" y="2034"/>
                  </a:cubicBezTo>
                  <a:cubicBezTo>
                    <a:pt x="1404" y="2034"/>
                    <a:pt x="1809" y="1630"/>
                    <a:pt x="1809" y="1130"/>
                  </a:cubicBezTo>
                  <a:lnTo>
                    <a:pt x="1809" y="680"/>
                  </a:lnTo>
                  <a:cubicBezTo>
                    <a:pt x="1809" y="303"/>
                    <a:pt x="1506"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85"/>
            <p:cNvSpPr/>
            <p:nvPr/>
          </p:nvSpPr>
          <p:spPr>
            <a:xfrm>
              <a:off x="2337175" y="3390375"/>
              <a:ext cx="32352" cy="52888"/>
            </a:xfrm>
            <a:custGeom>
              <a:rect b="b" l="l" r="r" t="t"/>
              <a:pathLst>
                <a:path extrusionOk="0" h="2032" w="1243">
                  <a:moveTo>
                    <a:pt x="679" y="1"/>
                  </a:moveTo>
                  <a:cubicBezTo>
                    <a:pt x="303" y="1"/>
                    <a:pt x="0" y="303"/>
                    <a:pt x="0" y="680"/>
                  </a:cubicBezTo>
                  <a:lnTo>
                    <a:pt x="0" y="1130"/>
                  </a:lnTo>
                  <a:cubicBezTo>
                    <a:pt x="0" y="1648"/>
                    <a:pt x="426" y="2032"/>
                    <a:pt x="901" y="2032"/>
                  </a:cubicBezTo>
                  <a:cubicBezTo>
                    <a:pt x="1013" y="2032"/>
                    <a:pt x="1129" y="2010"/>
                    <a:pt x="1242" y="1964"/>
                  </a:cubicBezTo>
                  <a:cubicBezTo>
                    <a:pt x="904" y="1827"/>
                    <a:pt x="679" y="1496"/>
                    <a:pt x="679" y="1130"/>
                  </a:cubicBezTo>
                  <a:lnTo>
                    <a:pt x="679" y="680"/>
                  </a:lnTo>
                  <a:cubicBezTo>
                    <a:pt x="679" y="349"/>
                    <a:pt x="918" y="67"/>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85"/>
            <p:cNvSpPr/>
            <p:nvPr/>
          </p:nvSpPr>
          <p:spPr>
            <a:xfrm>
              <a:off x="2337175" y="3390375"/>
              <a:ext cx="47084" cy="23555"/>
            </a:xfrm>
            <a:custGeom>
              <a:rect b="b" l="l" r="r" t="t"/>
              <a:pathLst>
                <a:path extrusionOk="0" h="905" w="1809">
                  <a:moveTo>
                    <a:pt x="679" y="1"/>
                  </a:moveTo>
                  <a:cubicBezTo>
                    <a:pt x="306" y="1"/>
                    <a:pt x="0" y="303"/>
                    <a:pt x="0" y="680"/>
                  </a:cubicBezTo>
                  <a:cubicBezTo>
                    <a:pt x="0" y="680"/>
                    <a:pt x="679" y="905"/>
                    <a:pt x="1809" y="905"/>
                  </a:cubicBezTo>
                  <a:lnTo>
                    <a:pt x="1809" y="680"/>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85"/>
            <p:cNvSpPr/>
            <p:nvPr/>
          </p:nvSpPr>
          <p:spPr>
            <a:xfrm>
              <a:off x="2337175" y="3390375"/>
              <a:ext cx="32352" cy="21447"/>
            </a:xfrm>
            <a:custGeom>
              <a:rect b="b" l="l" r="r" t="t"/>
              <a:pathLst>
                <a:path extrusionOk="0" h="824" w="1243">
                  <a:moveTo>
                    <a:pt x="679" y="1"/>
                  </a:moveTo>
                  <a:cubicBezTo>
                    <a:pt x="303" y="1"/>
                    <a:pt x="0" y="303"/>
                    <a:pt x="0" y="680"/>
                  </a:cubicBezTo>
                  <a:cubicBezTo>
                    <a:pt x="222" y="743"/>
                    <a:pt x="450" y="792"/>
                    <a:pt x="679" y="824"/>
                  </a:cubicBezTo>
                  <a:lnTo>
                    <a:pt x="679" y="680"/>
                  </a:lnTo>
                  <a:cubicBezTo>
                    <a:pt x="679" y="349"/>
                    <a:pt x="918" y="67"/>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85"/>
            <p:cNvSpPr/>
            <p:nvPr/>
          </p:nvSpPr>
          <p:spPr>
            <a:xfrm>
              <a:off x="2325437" y="3467104"/>
              <a:ext cx="17621" cy="87947"/>
            </a:xfrm>
            <a:custGeom>
              <a:rect b="b" l="l" r="r" t="t"/>
              <a:pathLst>
                <a:path extrusionOk="0" h="3379" w="677">
                  <a:moveTo>
                    <a:pt x="92" y="1"/>
                  </a:moveTo>
                  <a:cubicBezTo>
                    <a:pt x="32" y="78"/>
                    <a:pt x="1" y="173"/>
                    <a:pt x="1" y="268"/>
                  </a:cubicBezTo>
                  <a:lnTo>
                    <a:pt x="1" y="3379"/>
                  </a:lnTo>
                  <a:lnTo>
                    <a:pt x="676" y="3379"/>
                  </a:lnTo>
                  <a:lnTo>
                    <a:pt x="676" y="666"/>
                  </a:lnTo>
                  <a:cubicBezTo>
                    <a:pt x="676" y="525"/>
                    <a:pt x="609" y="392"/>
                    <a:pt x="497"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85"/>
            <p:cNvSpPr/>
            <p:nvPr/>
          </p:nvSpPr>
          <p:spPr>
            <a:xfrm>
              <a:off x="2378376" y="3467104"/>
              <a:ext cx="17595" cy="87947"/>
            </a:xfrm>
            <a:custGeom>
              <a:rect b="b" l="l" r="r" t="t"/>
              <a:pathLst>
                <a:path extrusionOk="0" h="3379" w="676">
                  <a:moveTo>
                    <a:pt x="585" y="1"/>
                  </a:moveTo>
                  <a:lnTo>
                    <a:pt x="180" y="307"/>
                  </a:lnTo>
                  <a:cubicBezTo>
                    <a:pt x="67" y="392"/>
                    <a:pt x="0" y="525"/>
                    <a:pt x="0" y="666"/>
                  </a:cubicBezTo>
                  <a:lnTo>
                    <a:pt x="0" y="3379"/>
                  </a:lnTo>
                  <a:lnTo>
                    <a:pt x="676" y="3379"/>
                  </a:lnTo>
                  <a:lnTo>
                    <a:pt x="676" y="268"/>
                  </a:lnTo>
                  <a:cubicBezTo>
                    <a:pt x="676" y="173"/>
                    <a:pt x="644" y="78"/>
                    <a:pt x="58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85"/>
            <p:cNvSpPr/>
            <p:nvPr/>
          </p:nvSpPr>
          <p:spPr>
            <a:xfrm>
              <a:off x="2419500" y="3437459"/>
              <a:ext cx="70613" cy="117592"/>
            </a:xfrm>
            <a:custGeom>
              <a:rect b="b" l="l" r="r" t="t"/>
              <a:pathLst>
                <a:path extrusionOk="0" h="4518" w="2713">
                  <a:moveTo>
                    <a:pt x="904" y="0"/>
                  </a:moveTo>
                  <a:lnTo>
                    <a:pt x="904" y="538"/>
                  </a:lnTo>
                  <a:cubicBezTo>
                    <a:pt x="904" y="623"/>
                    <a:pt x="855" y="700"/>
                    <a:pt x="781" y="739"/>
                  </a:cubicBezTo>
                  <a:lnTo>
                    <a:pt x="254" y="1003"/>
                  </a:lnTo>
                  <a:cubicBezTo>
                    <a:pt x="99" y="1080"/>
                    <a:pt x="0" y="1235"/>
                    <a:pt x="4" y="1407"/>
                  </a:cubicBezTo>
                  <a:lnTo>
                    <a:pt x="4" y="4518"/>
                  </a:lnTo>
                  <a:lnTo>
                    <a:pt x="2713" y="4518"/>
                  </a:lnTo>
                  <a:lnTo>
                    <a:pt x="2713" y="1407"/>
                  </a:lnTo>
                  <a:cubicBezTo>
                    <a:pt x="2713" y="1235"/>
                    <a:pt x="2614" y="1080"/>
                    <a:pt x="2463" y="1003"/>
                  </a:cubicBezTo>
                  <a:lnTo>
                    <a:pt x="1935" y="739"/>
                  </a:lnTo>
                  <a:cubicBezTo>
                    <a:pt x="1858" y="700"/>
                    <a:pt x="1809" y="623"/>
                    <a:pt x="1809" y="538"/>
                  </a:cubicBezTo>
                  <a:lnTo>
                    <a:pt x="1809"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85"/>
            <p:cNvSpPr/>
            <p:nvPr/>
          </p:nvSpPr>
          <p:spPr>
            <a:xfrm>
              <a:off x="2431316" y="3555025"/>
              <a:ext cx="47006" cy="76495"/>
            </a:xfrm>
            <a:custGeom>
              <a:rect b="b" l="l" r="r" t="t"/>
              <a:pathLst>
                <a:path extrusionOk="0" h="2939" w="1806">
                  <a:moveTo>
                    <a:pt x="0" y="1"/>
                  </a:moveTo>
                  <a:lnTo>
                    <a:pt x="0" y="2939"/>
                  </a:lnTo>
                  <a:lnTo>
                    <a:pt x="1805" y="2939"/>
                  </a:lnTo>
                  <a:lnTo>
                    <a:pt x="180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85"/>
            <p:cNvSpPr/>
            <p:nvPr/>
          </p:nvSpPr>
          <p:spPr>
            <a:xfrm>
              <a:off x="2451826" y="3466844"/>
              <a:ext cx="5960" cy="88207"/>
            </a:xfrm>
            <a:custGeom>
              <a:rect b="b" l="l" r="r" t="t"/>
              <a:pathLst>
                <a:path extrusionOk="0" h="3389" w="229">
                  <a:moveTo>
                    <a:pt x="0" y="0"/>
                  </a:moveTo>
                  <a:lnTo>
                    <a:pt x="0" y="3389"/>
                  </a:lnTo>
                  <a:lnTo>
                    <a:pt x="229" y="3389"/>
                  </a:lnTo>
                  <a:lnTo>
                    <a:pt x="229"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85"/>
            <p:cNvSpPr/>
            <p:nvPr/>
          </p:nvSpPr>
          <p:spPr>
            <a:xfrm>
              <a:off x="2443029" y="3437459"/>
              <a:ext cx="23555" cy="29411"/>
            </a:xfrm>
            <a:custGeom>
              <a:rect b="b" l="l" r="r" t="t"/>
              <a:pathLst>
                <a:path extrusionOk="0" h="1130" w="905">
                  <a:moveTo>
                    <a:pt x="0" y="0"/>
                  </a:moveTo>
                  <a:lnTo>
                    <a:pt x="0" y="676"/>
                  </a:lnTo>
                  <a:cubicBezTo>
                    <a:pt x="0" y="925"/>
                    <a:pt x="205" y="1129"/>
                    <a:pt x="454" y="1129"/>
                  </a:cubicBezTo>
                  <a:cubicBezTo>
                    <a:pt x="701" y="1129"/>
                    <a:pt x="905" y="925"/>
                    <a:pt x="905" y="676"/>
                  </a:cubicBezTo>
                  <a:lnTo>
                    <a:pt x="905"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85"/>
            <p:cNvSpPr/>
            <p:nvPr/>
          </p:nvSpPr>
          <p:spPr>
            <a:xfrm>
              <a:off x="2431316" y="3390375"/>
              <a:ext cx="47006" cy="52966"/>
            </a:xfrm>
            <a:custGeom>
              <a:rect b="b" l="l" r="r" t="t"/>
              <a:pathLst>
                <a:path extrusionOk="0" h="2035" w="1806">
                  <a:moveTo>
                    <a:pt x="676" y="1"/>
                  </a:moveTo>
                  <a:cubicBezTo>
                    <a:pt x="303" y="1"/>
                    <a:pt x="0" y="303"/>
                    <a:pt x="0" y="680"/>
                  </a:cubicBezTo>
                  <a:lnTo>
                    <a:pt x="0" y="1130"/>
                  </a:lnTo>
                  <a:cubicBezTo>
                    <a:pt x="0" y="1630"/>
                    <a:pt x="405" y="2034"/>
                    <a:pt x="904" y="2034"/>
                  </a:cubicBezTo>
                  <a:cubicBezTo>
                    <a:pt x="1400" y="2034"/>
                    <a:pt x="1805" y="1630"/>
                    <a:pt x="1805" y="1130"/>
                  </a:cubicBezTo>
                  <a:lnTo>
                    <a:pt x="1805" y="680"/>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85"/>
            <p:cNvSpPr/>
            <p:nvPr/>
          </p:nvSpPr>
          <p:spPr>
            <a:xfrm>
              <a:off x="2431238" y="3390375"/>
              <a:ext cx="32430" cy="52888"/>
            </a:xfrm>
            <a:custGeom>
              <a:rect b="b" l="l" r="r" t="t"/>
              <a:pathLst>
                <a:path extrusionOk="0" h="2032" w="1246">
                  <a:moveTo>
                    <a:pt x="679" y="1"/>
                  </a:moveTo>
                  <a:cubicBezTo>
                    <a:pt x="306" y="1"/>
                    <a:pt x="3" y="303"/>
                    <a:pt x="3" y="680"/>
                  </a:cubicBezTo>
                  <a:lnTo>
                    <a:pt x="3" y="1130"/>
                  </a:lnTo>
                  <a:cubicBezTo>
                    <a:pt x="0" y="1648"/>
                    <a:pt x="425" y="2032"/>
                    <a:pt x="902" y="2032"/>
                  </a:cubicBezTo>
                  <a:cubicBezTo>
                    <a:pt x="1015" y="2032"/>
                    <a:pt x="1131" y="2010"/>
                    <a:pt x="1245" y="1964"/>
                  </a:cubicBezTo>
                  <a:cubicBezTo>
                    <a:pt x="904" y="1827"/>
                    <a:pt x="679" y="1496"/>
                    <a:pt x="679" y="1130"/>
                  </a:cubicBezTo>
                  <a:lnTo>
                    <a:pt x="679" y="680"/>
                  </a:lnTo>
                  <a:cubicBezTo>
                    <a:pt x="679" y="349"/>
                    <a:pt x="918" y="67"/>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85"/>
            <p:cNvSpPr/>
            <p:nvPr/>
          </p:nvSpPr>
          <p:spPr>
            <a:xfrm>
              <a:off x="2431316" y="3390375"/>
              <a:ext cx="47006" cy="23555"/>
            </a:xfrm>
            <a:custGeom>
              <a:rect b="b" l="l" r="r" t="t"/>
              <a:pathLst>
                <a:path extrusionOk="0" h="905" w="1806">
                  <a:moveTo>
                    <a:pt x="676" y="1"/>
                  </a:moveTo>
                  <a:cubicBezTo>
                    <a:pt x="303" y="1"/>
                    <a:pt x="0" y="303"/>
                    <a:pt x="0" y="680"/>
                  </a:cubicBezTo>
                  <a:cubicBezTo>
                    <a:pt x="0" y="680"/>
                    <a:pt x="676" y="905"/>
                    <a:pt x="1805" y="905"/>
                  </a:cubicBezTo>
                  <a:lnTo>
                    <a:pt x="1805" y="680"/>
                  </a:lnTo>
                  <a:cubicBezTo>
                    <a:pt x="1805"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85"/>
            <p:cNvSpPr/>
            <p:nvPr/>
          </p:nvSpPr>
          <p:spPr>
            <a:xfrm>
              <a:off x="2431316" y="3390375"/>
              <a:ext cx="32352" cy="21447"/>
            </a:xfrm>
            <a:custGeom>
              <a:rect b="b" l="l" r="r" t="t"/>
              <a:pathLst>
                <a:path extrusionOk="0" h="824" w="1243">
                  <a:moveTo>
                    <a:pt x="676" y="1"/>
                  </a:moveTo>
                  <a:cubicBezTo>
                    <a:pt x="303" y="1"/>
                    <a:pt x="0" y="303"/>
                    <a:pt x="0" y="680"/>
                  </a:cubicBezTo>
                  <a:cubicBezTo>
                    <a:pt x="222" y="743"/>
                    <a:pt x="447" y="792"/>
                    <a:pt x="676" y="824"/>
                  </a:cubicBezTo>
                  <a:lnTo>
                    <a:pt x="676" y="680"/>
                  </a:lnTo>
                  <a:cubicBezTo>
                    <a:pt x="676" y="349"/>
                    <a:pt x="915" y="67"/>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85"/>
            <p:cNvSpPr/>
            <p:nvPr/>
          </p:nvSpPr>
          <p:spPr>
            <a:xfrm>
              <a:off x="2419500" y="3467104"/>
              <a:ext cx="17699" cy="87947"/>
            </a:xfrm>
            <a:custGeom>
              <a:rect b="b" l="l" r="r" t="t"/>
              <a:pathLst>
                <a:path extrusionOk="0" h="3379" w="680">
                  <a:moveTo>
                    <a:pt x="92" y="1"/>
                  </a:moveTo>
                  <a:cubicBezTo>
                    <a:pt x="35" y="78"/>
                    <a:pt x="4" y="173"/>
                    <a:pt x="0" y="268"/>
                  </a:cubicBezTo>
                  <a:lnTo>
                    <a:pt x="0" y="3379"/>
                  </a:lnTo>
                  <a:lnTo>
                    <a:pt x="679" y="3379"/>
                  </a:lnTo>
                  <a:lnTo>
                    <a:pt x="679" y="666"/>
                  </a:lnTo>
                  <a:cubicBezTo>
                    <a:pt x="679" y="525"/>
                    <a:pt x="612" y="392"/>
                    <a:pt x="500"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85"/>
            <p:cNvSpPr/>
            <p:nvPr/>
          </p:nvSpPr>
          <p:spPr>
            <a:xfrm>
              <a:off x="2472414" y="3467104"/>
              <a:ext cx="17699" cy="87947"/>
            </a:xfrm>
            <a:custGeom>
              <a:rect b="b" l="l" r="r" t="t"/>
              <a:pathLst>
                <a:path extrusionOk="0" h="3379" w="680">
                  <a:moveTo>
                    <a:pt x="589" y="1"/>
                  </a:moveTo>
                  <a:lnTo>
                    <a:pt x="184" y="307"/>
                  </a:lnTo>
                  <a:cubicBezTo>
                    <a:pt x="68" y="392"/>
                    <a:pt x="1" y="525"/>
                    <a:pt x="1" y="666"/>
                  </a:cubicBezTo>
                  <a:lnTo>
                    <a:pt x="1" y="3379"/>
                  </a:lnTo>
                  <a:lnTo>
                    <a:pt x="680" y="3379"/>
                  </a:lnTo>
                  <a:lnTo>
                    <a:pt x="680" y="268"/>
                  </a:lnTo>
                  <a:cubicBezTo>
                    <a:pt x="676" y="173"/>
                    <a:pt x="645" y="78"/>
                    <a:pt x="58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85"/>
            <p:cNvSpPr/>
            <p:nvPr/>
          </p:nvSpPr>
          <p:spPr>
            <a:xfrm>
              <a:off x="2278457" y="3537352"/>
              <a:ext cx="70561" cy="147003"/>
            </a:xfrm>
            <a:custGeom>
              <a:rect b="b" l="l" r="r" t="t"/>
              <a:pathLst>
                <a:path extrusionOk="0" h="5648" w="2711">
                  <a:moveTo>
                    <a:pt x="902" y="1"/>
                  </a:moveTo>
                  <a:lnTo>
                    <a:pt x="902" y="539"/>
                  </a:lnTo>
                  <a:cubicBezTo>
                    <a:pt x="902" y="627"/>
                    <a:pt x="852"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298" y="4462"/>
                    <a:pt x="2372" y="4349"/>
                  </a:cubicBezTo>
                  <a:lnTo>
                    <a:pt x="2597" y="4012"/>
                  </a:lnTo>
                  <a:cubicBezTo>
                    <a:pt x="2671" y="3903"/>
                    <a:pt x="2710" y="3772"/>
                    <a:pt x="2710" y="3639"/>
                  </a:cubicBezTo>
                  <a:lnTo>
                    <a:pt x="2710" y="1412"/>
                  </a:lnTo>
                  <a:cubicBezTo>
                    <a:pt x="2710" y="1239"/>
                    <a:pt x="2611" y="1081"/>
                    <a:pt x="2460" y="1007"/>
                  </a:cubicBezTo>
                  <a:lnTo>
                    <a:pt x="1932" y="743"/>
                  </a:lnTo>
                  <a:cubicBezTo>
                    <a:pt x="1855" y="704"/>
                    <a:pt x="1806" y="627"/>
                    <a:pt x="1806" y="539"/>
                  </a:cubicBezTo>
                  <a:lnTo>
                    <a:pt x="180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85"/>
            <p:cNvSpPr/>
            <p:nvPr/>
          </p:nvSpPr>
          <p:spPr>
            <a:xfrm>
              <a:off x="2278379" y="3567128"/>
              <a:ext cx="17699" cy="93803"/>
            </a:xfrm>
            <a:custGeom>
              <a:rect b="b" l="l" r="r" t="t"/>
              <a:pathLst>
                <a:path extrusionOk="0" h="3604" w="680">
                  <a:moveTo>
                    <a:pt x="92" y="0"/>
                  </a:moveTo>
                  <a:cubicBezTo>
                    <a:pt x="35" y="78"/>
                    <a:pt x="0" y="169"/>
                    <a:pt x="0" y="268"/>
                  </a:cubicBezTo>
                  <a:lnTo>
                    <a:pt x="0" y="2495"/>
                  </a:lnTo>
                  <a:cubicBezTo>
                    <a:pt x="0" y="2628"/>
                    <a:pt x="39" y="2759"/>
                    <a:pt x="116" y="2868"/>
                  </a:cubicBezTo>
                  <a:lnTo>
                    <a:pt x="338" y="3205"/>
                  </a:lnTo>
                  <a:cubicBezTo>
                    <a:pt x="412" y="3318"/>
                    <a:pt x="451" y="3448"/>
                    <a:pt x="454" y="3582"/>
                  </a:cubicBezTo>
                  <a:lnTo>
                    <a:pt x="454" y="3603"/>
                  </a:lnTo>
                  <a:lnTo>
                    <a:pt x="679" y="3603"/>
                  </a:lnTo>
                  <a:lnTo>
                    <a:pt x="679" y="665"/>
                  </a:lnTo>
                  <a:cubicBezTo>
                    <a:pt x="679" y="521"/>
                    <a:pt x="612" y="387"/>
                    <a:pt x="496" y="303"/>
                  </a:cubicBezTo>
                  <a:lnTo>
                    <a:pt x="9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85"/>
            <p:cNvSpPr/>
            <p:nvPr/>
          </p:nvSpPr>
          <p:spPr>
            <a:xfrm>
              <a:off x="2331293" y="3567128"/>
              <a:ext cx="17725" cy="93803"/>
            </a:xfrm>
            <a:custGeom>
              <a:rect b="b" l="l" r="r" t="t"/>
              <a:pathLst>
                <a:path extrusionOk="0" h="3604" w="681">
                  <a:moveTo>
                    <a:pt x="589"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85"/>
            <p:cNvSpPr/>
            <p:nvPr/>
          </p:nvSpPr>
          <p:spPr>
            <a:xfrm>
              <a:off x="2290195"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85"/>
            <p:cNvSpPr/>
            <p:nvPr/>
          </p:nvSpPr>
          <p:spPr>
            <a:xfrm>
              <a:off x="2310705" y="3660905"/>
              <a:ext cx="5960" cy="23555"/>
            </a:xfrm>
            <a:custGeom>
              <a:rect b="b" l="l" r="r" t="t"/>
              <a:pathLst>
                <a:path extrusionOk="0" h="905" w="229">
                  <a:moveTo>
                    <a:pt x="113" y="0"/>
                  </a:moveTo>
                  <a:cubicBezTo>
                    <a:pt x="53" y="0"/>
                    <a:pt x="0" y="49"/>
                    <a:pt x="0" y="113"/>
                  </a:cubicBezTo>
                  <a:lnTo>
                    <a:pt x="0" y="904"/>
                  </a:lnTo>
                  <a:lnTo>
                    <a:pt x="229" y="904"/>
                  </a:lnTo>
                  <a:lnTo>
                    <a:pt x="229" y="113"/>
                  </a:lnTo>
                  <a:cubicBezTo>
                    <a:pt x="229" y="49"/>
                    <a:pt x="176" y="0"/>
                    <a:pt x="11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85"/>
            <p:cNvSpPr/>
            <p:nvPr/>
          </p:nvSpPr>
          <p:spPr>
            <a:xfrm>
              <a:off x="2310705" y="3566763"/>
              <a:ext cx="5960" cy="82351"/>
            </a:xfrm>
            <a:custGeom>
              <a:rect b="b" l="l" r="r" t="t"/>
              <a:pathLst>
                <a:path extrusionOk="0" h="3164" w="229">
                  <a:moveTo>
                    <a:pt x="0" y="0"/>
                  </a:moveTo>
                  <a:lnTo>
                    <a:pt x="0" y="3163"/>
                  </a:lnTo>
                  <a:lnTo>
                    <a:pt x="229" y="3163"/>
                  </a:lnTo>
                  <a:lnTo>
                    <a:pt x="22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85"/>
            <p:cNvSpPr/>
            <p:nvPr/>
          </p:nvSpPr>
          <p:spPr>
            <a:xfrm>
              <a:off x="2301908" y="3537352"/>
              <a:ext cx="23555" cy="29437"/>
            </a:xfrm>
            <a:custGeom>
              <a:rect b="b" l="l" r="r" t="t"/>
              <a:pathLst>
                <a:path extrusionOk="0" h="1131" w="905">
                  <a:moveTo>
                    <a:pt x="1" y="1"/>
                  </a:moveTo>
                  <a:lnTo>
                    <a:pt x="1" y="680"/>
                  </a:lnTo>
                  <a:cubicBezTo>
                    <a:pt x="1" y="930"/>
                    <a:pt x="201" y="1130"/>
                    <a:pt x="451"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85"/>
            <p:cNvSpPr/>
            <p:nvPr/>
          </p:nvSpPr>
          <p:spPr>
            <a:xfrm>
              <a:off x="2290195" y="3490373"/>
              <a:ext cx="47006" cy="52966"/>
            </a:xfrm>
            <a:custGeom>
              <a:rect b="b" l="l" r="r" t="t"/>
              <a:pathLst>
                <a:path extrusionOk="0" h="2035" w="1806">
                  <a:moveTo>
                    <a:pt x="676" y="1"/>
                  </a:moveTo>
                  <a:cubicBezTo>
                    <a:pt x="303" y="1"/>
                    <a:pt x="0" y="303"/>
                    <a:pt x="0" y="676"/>
                  </a:cubicBezTo>
                  <a:lnTo>
                    <a:pt x="0" y="1130"/>
                  </a:lnTo>
                  <a:cubicBezTo>
                    <a:pt x="0" y="1626"/>
                    <a:pt x="405" y="2031"/>
                    <a:pt x="901" y="2034"/>
                  </a:cubicBezTo>
                  <a:cubicBezTo>
                    <a:pt x="1400" y="2031"/>
                    <a:pt x="1805" y="1626"/>
                    <a:pt x="1805" y="1130"/>
                  </a:cubicBezTo>
                  <a:lnTo>
                    <a:pt x="1805" y="676"/>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85"/>
            <p:cNvSpPr/>
            <p:nvPr/>
          </p:nvSpPr>
          <p:spPr>
            <a:xfrm>
              <a:off x="2290117" y="3490373"/>
              <a:ext cx="32430" cy="52914"/>
            </a:xfrm>
            <a:custGeom>
              <a:rect b="b" l="l" r="r" t="t"/>
              <a:pathLst>
                <a:path extrusionOk="0" h="2033" w="1246">
                  <a:moveTo>
                    <a:pt x="679" y="1"/>
                  </a:moveTo>
                  <a:cubicBezTo>
                    <a:pt x="306" y="1"/>
                    <a:pt x="3" y="303"/>
                    <a:pt x="3" y="676"/>
                  </a:cubicBezTo>
                  <a:lnTo>
                    <a:pt x="3" y="1130"/>
                  </a:lnTo>
                  <a:cubicBezTo>
                    <a:pt x="0" y="1648"/>
                    <a:pt x="425" y="2032"/>
                    <a:pt x="902" y="2032"/>
                  </a:cubicBezTo>
                  <a:cubicBezTo>
                    <a:pt x="1015" y="2032"/>
                    <a:pt x="1131" y="2010"/>
                    <a:pt x="1245" y="1964"/>
                  </a:cubicBezTo>
                  <a:cubicBezTo>
                    <a:pt x="904" y="1827"/>
                    <a:pt x="679" y="1496"/>
                    <a:pt x="679" y="1130"/>
                  </a:cubicBezTo>
                  <a:lnTo>
                    <a:pt x="679" y="676"/>
                  </a:lnTo>
                  <a:cubicBezTo>
                    <a:pt x="679" y="345"/>
                    <a:pt x="918" y="64"/>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85"/>
            <p:cNvSpPr/>
            <p:nvPr/>
          </p:nvSpPr>
          <p:spPr>
            <a:xfrm>
              <a:off x="2290091"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85"/>
            <p:cNvSpPr/>
            <p:nvPr/>
          </p:nvSpPr>
          <p:spPr>
            <a:xfrm>
              <a:off x="2290195" y="3490373"/>
              <a:ext cx="32352" cy="21369"/>
            </a:xfrm>
            <a:custGeom>
              <a:rect b="b" l="l" r="r" t="t"/>
              <a:pathLst>
                <a:path extrusionOk="0" h="821" w="1243">
                  <a:moveTo>
                    <a:pt x="676" y="1"/>
                  </a:moveTo>
                  <a:cubicBezTo>
                    <a:pt x="303" y="1"/>
                    <a:pt x="0" y="303"/>
                    <a:pt x="0" y="676"/>
                  </a:cubicBezTo>
                  <a:cubicBezTo>
                    <a:pt x="222" y="743"/>
                    <a:pt x="447" y="792"/>
                    <a:pt x="676" y="820"/>
                  </a:cubicBezTo>
                  <a:lnTo>
                    <a:pt x="676" y="676"/>
                  </a:lnTo>
                  <a:cubicBezTo>
                    <a:pt x="676" y="345"/>
                    <a:pt x="915" y="64"/>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85"/>
            <p:cNvSpPr/>
            <p:nvPr/>
          </p:nvSpPr>
          <p:spPr>
            <a:xfrm>
              <a:off x="2372520" y="3537352"/>
              <a:ext cx="70639" cy="147003"/>
            </a:xfrm>
            <a:custGeom>
              <a:rect b="b" l="l" r="r" t="t"/>
              <a:pathLst>
                <a:path extrusionOk="0" h="5648" w="2714">
                  <a:moveTo>
                    <a:pt x="905" y="1"/>
                  </a:moveTo>
                  <a:lnTo>
                    <a:pt x="905" y="539"/>
                  </a:lnTo>
                  <a:cubicBezTo>
                    <a:pt x="905" y="627"/>
                    <a:pt x="855" y="704"/>
                    <a:pt x="778" y="743"/>
                  </a:cubicBezTo>
                  <a:lnTo>
                    <a:pt x="250" y="1007"/>
                  </a:lnTo>
                  <a:cubicBezTo>
                    <a:pt x="99" y="1081"/>
                    <a:pt x="0" y="1239"/>
                    <a:pt x="0" y="1412"/>
                  </a:cubicBezTo>
                  <a:lnTo>
                    <a:pt x="0" y="3639"/>
                  </a:lnTo>
                  <a:cubicBezTo>
                    <a:pt x="0" y="3772"/>
                    <a:pt x="39" y="3903"/>
                    <a:pt x="116" y="4012"/>
                  </a:cubicBezTo>
                  <a:lnTo>
                    <a:pt x="338" y="4349"/>
                  </a:lnTo>
                  <a:cubicBezTo>
                    <a:pt x="412" y="4462"/>
                    <a:pt x="454" y="4592"/>
                    <a:pt x="454" y="4726"/>
                  </a:cubicBezTo>
                  <a:lnTo>
                    <a:pt x="454" y="5648"/>
                  </a:lnTo>
                  <a:lnTo>
                    <a:pt x="2259" y="5648"/>
                  </a:lnTo>
                  <a:lnTo>
                    <a:pt x="2259" y="4726"/>
                  </a:lnTo>
                  <a:cubicBezTo>
                    <a:pt x="2259" y="4592"/>
                    <a:pt x="2301" y="4462"/>
                    <a:pt x="2375" y="4349"/>
                  </a:cubicBezTo>
                  <a:lnTo>
                    <a:pt x="2597" y="4012"/>
                  </a:lnTo>
                  <a:cubicBezTo>
                    <a:pt x="2674" y="3903"/>
                    <a:pt x="2713" y="3772"/>
                    <a:pt x="2713" y="3639"/>
                  </a:cubicBezTo>
                  <a:lnTo>
                    <a:pt x="2713" y="1412"/>
                  </a:lnTo>
                  <a:cubicBezTo>
                    <a:pt x="2713" y="1239"/>
                    <a:pt x="2614" y="1081"/>
                    <a:pt x="2460" y="1007"/>
                  </a:cubicBezTo>
                  <a:lnTo>
                    <a:pt x="1932" y="743"/>
                  </a:lnTo>
                  <a:cubicBezTo>
                    <a:pt x="1855" y="704"/>
                    <a:pt x="1809" y="627"/>
                    <a:pt x="1809" y="539"/>
                  </a:cubicBezTo>
                  <a:lnTo>
                    <a:pt x="1809"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85"/>
            <p:cNvSpPr/>
            <p:nvPr/>
          </p:nvSpPr>
          <p:spPr>
            <a:xfrm>
              <a:off x="2372520" y="3567128"/>
              <a:ext cx="17595" cy="93803"/>
            </a:xfrm>
            <a:custGeom>
              <a:rect b="b" l="l" r="r" t="t"/>
              <a:pathLst>
                <a:path extrusionOk="0" h="3604" w="676">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6" y="3603"/>
                  </a:lnTo>
                  <a:lnTo>
                    <a:pt x="676" y="665"/>
                  </a:lnTo>
                  <a:cubicBezTo>
                    <a:pt x="676" y="521"/>
                    <a:pt x="609" y="387"/>
                    <a:pt x="496" y="303"/>
                  </a:cubicBezTo>
                  <a:lnTo>
                    <a:pt x="92"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85"/>
            <p:cNvSpPr/>
            <p:nvPr/>
          </p:nvSpPr>
          <p:spPr>
            <a:xfrm>
              <a:off x="2425356" y="3567128"/>
              <a:ext cx="17699" cy="93803"/>
            </a:xfrm>
            <a:custGeom>
              <a:rect b="b" l="l" r="r" t="t"/>
              <a:pathLst>
                <a:path extrusionOk="0" h="3604" w="680">
                  <a:moveTo>
                    <a:pt x="588" y="0"/>
                  </a:moveTo>
                  <a:lnTo>
                    <a:pt x="183" y="303"/>
                  </a:lnTo>
                  <a:cubicBezTo>
                    <a:pt x="67" y="387"/>
                    <a:pt x="0" y="521"/>
                    <a:pt x="0" y="665"/>
                  </a:cubicBezTo>
                  <a:lnTo>
                    <a:pt x="0" y="3603"/>
                  </a:lnTo>
                  <a:lnTo>
                    <a:pt x="229" y="3603"/>
                  </a:lnTo>
                  <a:lnTo>
                    <a:pt x="229" y="3582"/>
                  </a:lnTo>
                  <a:cubicBezTo>
                    <a:pt x="229" y="3448"/>
                    <a:pt x="268" y="3318"/>
                    <a:pt x="342" y="3205"/>
                  </a:cubicBezTo>
                  <a:lnTo>
                    <a:pt x="567" y="2868"/>
                  </a:lnTo>
                  <a:cubicBezTo>
                    <a:pt x="641" y="2759"/>
                    <a:pt x="679" y="2628"/>
                    <a:pt x="679" y="2495"/>
                  </a:cubicBezTo>
                  <a:lnTo>
                    <a:pt x="679" y="268"/>
                  </a:lnTo>
                  <a:cubicBezTo>
                    <a:pt x="679" y="169"/>
                    <a:pt x="648" y="78"/>
                    <a:pt x="588"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85"/>
            <p:cNvSpPr/>
            <p:nvPr/>
          </p:nvSpPr>
          <p:spPr>
            <a:xfrm>
              <a:off x="2384233" y="3649088"/>
              <a:ext cx="47110" cy="35267"/>
            </a:xfrm>
            <a:custGeom>
              <a:rect b="b" l="l" r="r" t="t"/>
              <a:pathLst>
                <a:path extrusionOk="0" h="1355" w="1810">
                  <a:moveTo>
                    <a:pt x="1" y="0"/>
                  </a:moveTo>
                  <a:lnTo>
                    <a:pt x="1" y="1355"/>
                  </a:lnTo>
                  <a:lnTo>
                    <a:pt x="1809" y="1355"/>
                  </a:lnTo>
                  <a:lnTo>
                    <a:pt x="1809"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85"/>
            <p:cNvSpPr/>
            <p:nvPr/>
          </p:nvSpPr>
          <p:spPr>
            <a:xfrm>
              <a:off x="2404846" y="3660905"/>
              <a:ext cx="5882" cy="23555"/>
            </a:xfrm>
            <a:custGeom>
              <a:rect b="b" l="l" r="r" t="t"/>
              <a:pathLst>
                <a:path extrusionOk="0" h="905" w="226">
                  <a:moveTo>
                    <a:pt x="113" y="0"/>
                  </a:moveTo>
                  <a:cubicBezTo>
                    <a:pt x="50" y="0"/>
                    <a:pt x="0" y="49"/>
                    <a:pt x="0" y="113"/>
                  </a:cubicBezTo>
                  <a:lnTo>
                    <a:pt x="0" y="904"/>
                  </a:lnTo>
                  <a:lnTo>
                    <a:pt x="225" y="904"/>
                  </a:lnTo>
                  <a:lnTo>
                    <a:pt x="225" y="113"/>
                  </a:lnTo>
                  <a:cubicBezTo>
                    <a:pt x="225" y="49"/>
                    <a:pt x="173" y="0"/>
                    <a:pt x="1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85"/>
            <p:cNvSpPr/>
            <p:nvPr/>
          </p:nvSpPr>
          <p:spPr>
            <a:xfrm>
              <a:off x="2404846" y="3566763"/>
              <a:ext cx="5882" cy="82351"/>
            </a:xfrm>
            <a:custGeom>
              <a:rect b="b" l="l" r="r" t="t"/>
              <a:pathLst>
                <a:path extrusionOk="0" h="3164" w="226">
                  <a:moveTo>
                    <a:pt x="0" y="0"/>
                  </a:moveTo>
                  <a:lnTo>
                    <a:pt x="0" y="3163"/>
                  </a:lnTo>
                  <a:lnTo>
                    <a:pt x="225" y="3163"/>
                  </a:lnTo>
                  <a:lnTo>
                    <a:pt x="22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85"/>
            <p:cNvSpPr/>
            <p:nvPr/>
          </p:nvSpPr>
          <p:spPr>
            <a:xfrm>
              <a:off x="2395945" y="3537352"/>
              <a:ext cx="23581" cy="29437"/>
            </a:xfrm>
            <a:custGeom>
              <a:rect b="b" l="l" r="r" t="t"/>
              <a:pathLst>
                <a:path extrusionOk="0" h="1131" w="906">
                  <a:moveTo>
                    <a:pt x="1" y="1"/>
                  </a:moveTo>
                  <a:lnTo>
                    <a:pt x="1" y="680"/>
                  </a:lnTo>
                  <a:cubicBezTo>
                    <a:pt x="1" y="930"/>
                    <a:pt x="205" y="1130"/>
                    <a:pt x="455" y="1130"/>
                  </a:cubicBezTo>
                  <a:cubicBezTo>
                    <a:pt x="705"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85"/>
            <p:cNvSpPr/>
            <p:nvPr/>
          </p:nvSpPr>
          <p:spPr>
            <a:xfrm>
              <a:off x="2384233" y="3490373"/>
              <a:ext cx="47110" cy="52966"/>
            </a:xfrm>
            <a:custGeom>
              <a:rect b="b" l="l" r="r" t="t"/>
              <a:pathLst>
                <a:path extrusionOk="0" h="2035" w="1810">
                  <a:moveTo>
                    <a:pt x="680" y="1"/>
                  </a:moveTo>
                  <a:cubicBezTo>
                    <a:pt x="303" y="1"/>
                    <a:pt x="1" y="303"/>
                    <a:pt x="1" y="676"/>
                  </a:cubicBezTo>
                  <a:lnTo>
                    <a:pt x="1" y="1130"/>
                  </a:lnTo>
                  <a:cubicBezTo>
                    <a:pt x="1" y="1626"/>
                    <a:pt x="405" y="2031"/>
                    <a:pt x="905" y="2034"/>
                  </a:cubicBezTo>
                  <a:cubicBezTo>
                    <a:pt x="1405" y="2031"/>
                    <a:pt x="1809" y="1626"/>
                    <a:pt x="1809" y="1130"/>
                  </a:cubicBezTo>
                  <a:lnTo>
                    <a:pt x="1809" y="676"/>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85"/>
            <p:cNvSpPr/>
            <p:nvPr/>
          </p:nvSpPr>
          <p:spPr>
            <a:xfrm>
              <a:off x="2384233" y="3490373"/>
              <a:ext cx="32352" cy="52914"/>
            </a:xfrm>
            <a:custGeom>
              <a:rect b="b" l="l" r="r" t="t"/>
              <a:pathLst>
                <a:path extrusionOk="0" h="2033" w="1243">
                  <a:moveTo>
                    <a:pt x="680" y="1"/>
                  </a:moveTo>
                  <a:cubicBezTo>
                    <a:pt x="303" y="1"/>
                    <a:pt x="1" y="303"/>
                    <a:pt x="1" y="676"/>
                  </a:cubicBezTo>
                  <a:lnTo>
                    <a:pt x="1" y="1130"/>
                  </a:lnTo>
                  <a:cubicBezTo>
                    <a:pt x="1" y="1648"/>
                    <a:pt x="424" y="2032"/>
                    <a:pt x="900" y="2032"/>
                  </a:cubicBezTo>
                  <a:cubicBezTo>
                    <a:pt x="1013" y="2032"/>
                    <a:pt x="1129" y="2010"/>
                    <a:pt x="1243" y="1964"/>
                  </a:cubicBezTo>
                  <a:cubicBezTo>
                    <a:pt x="901" y="1827"/>
                    <a:pt x="680" y="1496"/>
                    <a:pt x="680" y="1130"/>
                  </a:cubicBezTo>
                  <a:lnTo>
                    <a:pt x="680" y="676"/>
                  </a:lnTo>
                  <a:cubicBezTo>
                    <a:pt x="680" y="345"/>
                    <a:pt x="915" y="64"/>
                    <a:pt x="1243" y="11"/>
                  </a:cubicBezTo>
                  <a:cubicBezTo>
                    <a:pt x="1204"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85"/>
            <p:cNvSpPr/>
            <p:nvPr/>
          </p:nvSpPr>
          <p:spPr>
            <a:xfrm>
              <a:off x="2384233"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85"/>
            <p:cNvSpPr/>
            <p:nvPr/>
          </p:nvSpPr>
          <p:spPr>
            <a:xfrm>
              <a:off x="2384233" y="3490373"/>
              <a:ext cx="32352" cy="21369"/>
            </a:xfrm>
            <a:custGeom>
              <a:rect b="b" l="l" r="r" t="t"/>
              <a:pathLst>
                <a:path extrusionOk="0" h="821" w="1243">
                  <a:moveTo>
                    <a:pt x="680" y="1"/>
                  </a:moveTo>
                  <a:cubicBezTo>
                    <a:pt x="303" y="1"/>
                    <a:pt x="1" y="303"/>
                    <a:pt x="1" y="676"/>
                  </a:cubicBezTo>
                  <a:cubicBezTo>
                    <a:pt x="222" y="743"/>
                    <a:pt x="447" y="792"/>
                    <a:pt x="680" y="820"/>
                  </a:cubicBezTo>
                  <a:lnTo>
                    <a:pt x="680" y="676"/>
                  </a:lnTo>
                  <a:cubicBezTo>
                    <a:pt x="680" y="345"/>
                    <a:pt x="915" y="64"/>
                    <a:pt x="1243" y="11"/>
                  </a:cubicBezTo>
                  <a:cubicBezTo>
                    <a:pt x="1204"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85"/>
            <p:cNvSpPr/>
            <p:nvPr/>
          </p:nvSpPr>
          <p:spPr>
            <a:xfrm>
              <a:off x="2466558" y="3537352"/>
              <a:ext cx="70639" cy="147003"/>
            </a:xfrm>
            <a:custGeom>
              <a:rect b="b" l="l" r="r" t="t"/>
              <a:pathLst>
                <a:path extrusionOk="0" h="5648" w="2714">
                  <a:moveTo>
                    <a:pt x="905" y="1"/>
                  </a:moveTo>
                  <a:lnTo>
                    <a:pt x="905" y="539"/>
                  </a:lnTo>
                  <a:cubicBezTo>
                    <a:pt x="905" y="627"/>
                    <a:pt x="856" y="704"/>
                    <a:pt x="778" y="743"/>
                  </a:cubicBezTo>
                  <a:lnTo>
                    <a:pt x="251" y="1007"/>
                  </a:lnTo>
                  <a:cubicBezTo>
                    <a:pt x="99" y="1081"/>
                    <a:pt x="1" y="1239"/>
                    <a:pt x="1" y="1412"/>
                  </a:cubicBezTo>
                  <a:lnTo>
                    <a:pt x="1" y="3639"/>
                  </a:lnTo>
                  <a:cubicBezTo>
                    <a:pt x="1" y="3772"/>
                    <a:pt x="43" y="3903"/>
                    <a:pt x="117" y="4012"/>
                  </a:cubicBezTo>
                  <a:lnTo>
                    <a:pt x="339" y="4349"/>
                  </a:lnTo>
                  <a:cubicBezTo>
                    <a:pt x="412" y="4462"/>
                    <a:pt x="455" y="4592"/>
                    <a:pt x="455" y="4726"/>
                  </a:cubicBezTo>
                  <a:lnTo>
                    <a:pt x="455" y="5648"/>
                  </a:lnTo>
                  <a:lnTo>
                    <a:pt x="2260" y="5648"/>
                  </a:lnTo>
                  <a:lnTo>
                    <a:pt x="2260" y="4726"/>
                  </a:lnTo>
                  <a:cubicBezTo>
                    <a:pt x="2263" y="4592"/>
                    <a:pt x="2302" y="4462"/>
                    <a:pt x="2376" y="4349"/>
                  </a:cubicBezTo>
                  <a:lnTo>
                    <a:pt x="2601" y="4012"/>
                  </a:lnTo>
                  <a:cubicBezTo>
                    <a:pt x="2675" y="3903"/>
                    <a:pt x="2713" y="3772"/>
                    <a:pt x="2713" y="3639"/>
                  </a:cubicBezTo>
                  <a:lnTo>
                    <a:pt x="2713" y="1412"/>
                  </a:lnTo>
                  <a:cubicBezTo>
                    <a:pt x="2713" y="1239"/>
                    <a:pt x="2615" y="1081"/>
                    <a:pt x="2460" y="1007"/>
                  </a:cubicBezTo>
                  <a:lnTo>
                    <a:pt x="1932" y="743"/>
                  </a:lnTo>
                  <a:cubicBezTo>
                    <a:pt x="1859" y="704"/>
                    <a:pt x="1809" y="627"/>
                    <a:pt x="1809" y="539"/>
                  </a:cubicBezTo>
                  <a:lnTo>
                    <a:pt x="1809"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85"/>
            <p:cNvSpPr/>
            <p:nvPr/>
          </p:nvSpPr>
          <p:spPr>
            <a:xfrm>
              <a:off x="2466558" y="3567128"/>
              <a:ext cx="17699" cy="93803"/>
            </a:xfrm>
            <a:custGeom>
              <a:rect b="b" l="l" r="r" t="t"/>
              <a:pathLst>
                <a:path extrusionOk="0" h="3604" w="680">
                  <a:moveTo>
                    <a:pt x="92" y="0"/>
                  </a:moveTo>
                  <a:cubicBezTo>
                    <a:pt x="32" y="78"/>
                    <a:pt x="1" y="169"/>
                    <a:pt x="1" y="268"/>
                  </a:cubicBezTo>
                  <a:lnTo>
                    <a:pt x="1" y="2495"/>
                  </a:lnTo>
                  <a:cubicBezTo>
                    <a:pt x="1" y="2628"/>
                    <a:pt x="39" y="2759"/>
                    <a:pt x="113" y="2868"/>
                  </a:cubicBezTo>
                  <a:lnTo>
                    <a:pt x="339" y="3205"/>
                  </a:lnTo>
                  <a:cubicBezTo>
                    <a:pt x="412" y="3318"/>
                    <a:pt x="451" y="3448"/>
                    <a:pt x="451" y="3582"/>
                  </a:cubicBezTo>
                  <a:lnTo>
                    <a:pt x="451" y="3603"/>
                  </a:lnTo>
                  <a:lnTo>
                    <a:pt x="680" y="3603"/>
                  </a:lnTo>
                  <a:lnTo>
                    <a:pt x="680" y="665"/>
                  </a:lnTo>
                  <a:cubicBezTo>
                    <a:pt x="680" y="521"/>
                    <a:pt x="613" y="387"/>
                    <a:pt x="497" y="303"/>
                  </a:cubicBezTo>
                  <a:lnTo>
                    <a:pt x="92"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85"/>
            <p:cNvSpPr/>
            <p:nvPr/>
          </p:nvSpPr>
          <p:spPr>
            <a:xfrm>
              <a:off x="2519498" y="3567128"/>
              <a:ext cx="17595" cy="93803"/>
            </a:xfrm>
            <a:custGeom>
              <a:rect b="b" l="l" r="r" t="t"/>
              <a:pathLst>
                <a:path extrusionOk="0" h="3604" w="676">
                  <a:moveTo>
                    <a:pt x="584" y="0"/>
                  </a:moveTo>
                  <a:lnTo>
                    <a:pt x="180" y="303"/>
                  </a:lnTo>
                  <a:cubicBezTo>
                    <a:pt x="67" y="387"/>
                    <a:pt x="0" y="521"/>
                    <a:pt x="0" y="665"/>
                  </a:cubicBezTo>
                  <a:lnTo>
                    <a:pt x="0" y="3603"/>
                  </a:lnTo>
                  <a:lnTo>
                    <a:pt x="226" y="3603"/>
                  </a:lnTo>
                  <a:lnTo>
                    <a:pt x="226" y="3582"/>
                  </a:lnTo>
                  <a:cubicBezTo>
                    <a:pt x="226" y="3448"/>
                    <a:pt x="264" y="3318"/>
                    <a:pt x="338" y="3205"/>
                  </a:cubicBezTo>
                  <a:lnTo>
                    <a:pt x="563" y="2868"/>
                  </a:lnTo>
                  <a:cubicBezTo>
                    <a:pt x="637" y="2759"/>
                    <a:pt x="676" y="2628"/>
                    <a:pt x="676" y="2495"/>
                  </a:cubicBezTo>
                  <a:lnTo>
                    <a:pt x="676" y="268"/>
                  </a:lnTo>
                  <a:cubicBezTo>
                    <a:pt x="676" y="169"/>
                    <a:pt x="644" y="78"/>
                    <a:pt x="584"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85"/>
            <p:cNvSpPr/>
            <p:nvPr/>
          </p:nvSpPr>
          <p:spPr>
            <a:xfrm>
              <a:off x="2478296" y="3649088"/>
              <a:ext cx="47084" cy="35267"/>
            </a:xfrm>
            <a:custGeom>
              <a:rect b="b" l="l" r="r" t="t"/>
              <a:pathLst>
                <a:path extrusionOk="0" h="1355" w="1809">
                  <a:moveTo>
                    <a:pt x="0" y="0"/>
                  </a:moveTo>
                  <a:lnTo>
                    <a:pt x="0" y="1355"/>
                  </a:lnTo>
                  <a:lnTo>
                    <a:pt x="1809" y="1355"/>
                  </a:lnTo>
                  <a:lnTo>
                    <a:pt x="1809"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85"/>
            <p:cNvSpPr/>
            <p:nvPr/>
          </p:nvSpPr>
          <p:spPr>
            <a:xfrm>
              <a:off x="2498884" y="3660905"/>
              <a:ext cx="5986" cy="23555"/>
            </a:xfrm>
            <a:custGeom>
              <a:rect b="b" l="l" r="r" t="t"/>
              <a:pathLst>
                <a:path extrusionOk="0" h="905" w="230">
                  <a:moveTo>
                    <a:pt x="117" y="0"/>
                  </a:moveTo>
                  <a:cubicBezTo>
                    <a:pt x="54" y="0"/>
                    <a:pt x="1" y="49"/>
                    <a:pt x="1" y="113"/>
                  </a:cubicBezTo>
                  <a:lnTo>
                    <a:pt x="1" y="904"/>
                  </a:lnTo>
                  <a:lnTo>
                    <a:pt x="229" y="904"/>
                  </a:lnTo>
                  <a:lnTo>
                    <a:pt x="229" y="113"/>
                  </a:lnTo>
                  <a:cubicBezTo>
                    <a:pt x="229" y="49"/>
                    <a:pt x="177" y="0"/>
                    <a:pt x="1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85"/>
            <p:cNvSpPr/>
            <p:nvPr/>
          </p:nvSpPr>
          <p:spPr>
            <a:xfrm>
              <a:off x="2498884" y="3566763"/>
              <a:ext cx="5882" cy="82351"/>
            </a:xfrm>
            <a:custGeom>
              <a:rect b="b" l="l" r="r" t="t"/>
              <a:pathLst>
                <a:path extrusionOk="0" h="3164" w="226">
                  <a:moveTo>
                    <a:pt x="1" y="0"/>
                  </a:moveTo>
                  <a:lnTo>
                    <a:pt x="1" y="3163"/>
                  </a:lnTo>
                  <a:lnTo>
                    <a:pt x="226" y="3163"/>
                  </a:lnTo>
                  <a:lnTo>
                    <a:pt x="22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85"/>
            <p:cNvSpPr/>
            <p:nvPr/>
          </p:nvSpPr>
          <p:spPr>
            <a:xfrm>
              <a:off x="2490086" y="3537352"/>
              <a:ext cx="23581" cy="29437"/>
            </a:xfrm>
            <a:custGeom>
              <a:rect b="b" l="l" r="r" t="t"/>
              <a:pathLst>
                <a:path extrusionOk="0" h="1131" w="906">
                  <a:moveTo>
                    <a:pt x="1" y="1"/>
                  </a:moveTo>
                  <a:lnTo>
                    <a:pt x="1" y="680"/>
                  </a:lnTo>
                  <a:cubicBezTo>
                    <a:pt x="1" y="930"/>
                    <a:pt x="205" y="1130"/>
                    <a:pt x="455"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85"/>
            <p:cNvSpPr/>
            <p:nvPr/>
          </p:nvSpPr>
          <p:spPr>
            <a:xfrm>
              <a:off x="2478374" y="3490373"/>
              <a:ext cx="47006" cy="52966"/>
            </a:xfrm>
            <a:custGeom>
              <a:rect b="b" l="l" r="r" t="t"/>
              <a:pathLst>
                <a:path extrusionOk="0" h="2035" w="1806">
                  <a:moveTo>
                    <a:pt x="676" y="1"/>
                  </a:moveTo>
                  <a:cubicBezTo>
                    <a:pt x="303" y="1"/>
                    <a:pt x="1" y="303"/>
                    <a:pt x="1" y="676"/>
                  </a:cubicBezTo>
                  <a:lnTo>
                    <a:pt x="1" y="1130"/>
                  </a:lnTo>
                  <a:cubicBezTo>
                    <a:pt x="1" y="1626"/>
                    <a:pt x="405" y="2034"/>
                    <a:pt x="905" y="2034"/>
                  </a:cubicBezTo>
                  <a:cubicBezTo>
                    <a:pt x="1401" y="2031"/>
                    <a:pt x="1806" y="1626"/>
                    <a:pt x="1806" y="1130"/>
                  </a:cubicBezTo>
                  <a:lnTo>
                    <a:pt x="1806" y="676"/>
                  </a:lnTo>
                  <a:cubicBezTo>
                    <a:pt x="1806"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85"/>
            <p:cNvSpPr/>
            <p:nvPr/>
          </p:nvSpPr>
          <p:spPr>
            <a:xfrm>
              <a:off x="2478296" y="3490373"/>
              <a:ext cx="32352" cy="52914"/>
            </a:xfrm>
            <a:custGeom>
              <a:rect b="b" l="l" r="r" t="t"/>
              <a:pathLst>
                <a:path extrusionOk="0" h="2033" w="1243">
                  <a:moveTo>
                    <a:pt x="679" y="1"/>
                  </a:moveTo>
                  <a:cubicBezTo>
                    <a:pt x="303" y="1"/>
                    <a:pt x="0" y="303"/>
                    <a:pt x="0" y="676"/>
                  </a:cubicBezTo>
                  <a:lnTo>
                    <a:pt x="0" y="1130"/>
                  </a:lnTo>
                  <a:cubicBezTo>
                    <a:pt x="0" y="1648"/>
                    <a:pt x="425" y="2032"/>
                    <a:pt x="901" y="2032"/>
                  </a:cubicBezTo>
                  <a:cubicBezTo>
                    <a:pt x="1013" y="2032"/>
                    <a:pt x="1129" y="2010"/>
                    <a:pt x="1242" y="1964"/>
                  </a:cubicBezTo>
                  <a:cubicBezTo>
                    <a:pt x="904" y="1827"/>
                    <a:pt x="679" y="1496"/>
                    <a:pt x="679" y="1130"/>
                  </a:cubicBezTo>
                  <a:lnTo>
                    <a:pt x="679" y="676"/>
                  </a:lnTo>
                  <a:cubicBezTo>
                    <a:pt x="679" y="345"/>
                    <a:pt x="918" y="64"/>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85"/>
            <p:cNvSpPr/>
            <p:nvPr/>
          </p:nvSpPr>
          <p:spPr>
            <a:xfrm>
              <a:off x="2478296" y="3490373"/>
              <a:ext cx="47084" cy="23477"/>
            </a:xfrm>
            <a:custGeom>
              <a:rect b="b" l="l" r="r" t="t"/>
              <a:pathLst>
                <a:path extrusionOk="0" h="902" w="1809">
                  <a:moveTo>
                    <a:pt x="679" y="1"/>
                  </a:moveTo>
                  <a:cubicBezTo>
                    <a:pt x="306" y="1"/>
                    <a:pt x="0" y="303"/>
                    <a:pt x="0" y="676"/>
                  </a:cubicBezTo>
                  <a:cubicBezTo>
                    <a:pt x="0" y="676"/>
                    <a:pt x="679" y="901"/>
                    <a:pt x="1809" y="901"/>
                  </a:cubicBezTo>
                  <a:lnTo>
                    <a:pt x="1809" y="676"/>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85"/>
            <p:cNvSpPr/>
            <p:nvPr/>
          </p:nvSpPr>
          <p:spPr>
            <a:xfrm>
              <a:off x="2478296" y="3490373"/>
              <a:ext cx="32352" cy="21369"/>
            </a:xfrm>
            <a:custGeom>
              <a:rect b="b" l="l" r="r" t="t"/>
              <a:pathLst>
                <a:path extrusionOk="0" h="821" w="1243">
                  <a:moveTo>
                    <a:pt x="679" y="1"/>
                  </a:moveTo>
                  <a:cubicBezTo>
                    <a:pt x="303" y="1"/>
                    <a:pt x="0" y="303"/>
                    <a:pt x="0" y="676"/>
                  </a:cubicBezTo>
                  <a:cubicBezTo>
                    <a:pt x="222" y="743"/>
                    <a:pt x="450" y="792"/>
                    <a:pt x="679" y="820"/>
                  </a:cubicBezTo>
                  <a:lnTo>
                    <a:pt x="679" y="676"/>
                  </a:lnTo>
                  <a:cubicBezTo>
                    <a:pt x="679" y="345"/>
                    <a:pt x="918" y="64"/>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85"/>
            <p:cNvSpPr/>
            <p:nvPr/>
          </p:nvSpPr>
          <p:spPr>
            <a:xfrm>
              <a:off x="2560699" y="3537352"/>
              <a:ext cx="70639" cy="147003"/>
            </a:xfrm>
            <a:custGeom>
              <a:rect b="b" l="l" r="r" t="t"/>
              <a:pathLst>
                <a:path extrusionOk="0" h="5648" w="2714">
                  <a:moveTo>
                    <a:pt x="905" y="1"/>
                  </a:moveTo>
                  <a:lnTo>
                    <a:pt x="905" y="539"/>
                  </a:lnTo>
                  <a:cubicBezTo>
                    <a:pt x="901" y="627"/>
                    <a:pt x="856"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302" y="4462"/>
                    <a:pt x="2376" y="4349"/>
                  </a:cubicBezTo>
                  <a:lnTo>
                    <a:pt x="2597" y="4012"/>
                  </a:lnTo>
                  <a:cubicBezTo>
                    <a:pt x="2671" y="3903"/>
                    <a:pt x="2713" y="3772"/>
                    <a:pt x="2713" y="3639"/>
                  </a:cubicBezTo>
                  <a:lnTo>
                    <a:pt x="2713" y="1412"/>
                  </a:lnTo>
                  <a:cubicBezTo>
                    <a:pt x="2713" y="1239"/>
                    <a:pt x="2615" y="1081"/>
                    <a:pt x="2460" y="1007"/>
                  </a:cubicBezTo>
                  <a:lnTo>
                    <a:pt x="1932" y="743"/>
                  </a:lnTo>
                  <a:cubicBezTo>
                    <a:pt x="1855" y="704"/>
                    <a:pt x="1806" y="627"/>
                    <a:pt x="1806" y="539"/>
                  </a:cubicBezTo>
                  <a:lnTo>
                    <a:pt x="1806"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85"/>
            <p:cNvSpPr/>
            <p:nvPr/>
          </p:nvSpPr>
          <p:spPr>
            <a:xfrm>
              <a:off x="2560621" y="3567128"/>
              <a:ext cx="17699" cy="93803"/>
            </a:xfrm>
            <a:custGeom>
              <a:rect b="b" l="l" r="r" t="t"/>
              <a:pathLst>
                <a:path extrusionOk="0" h="3604" w="68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9" y="3603"/>
                  </a:lnTo>
                  <a:lnTo>
                    <a:pt x="679" y="665"/>
                  </a:lnTo>
                  <a:cubicBezTo>
                    <a:pt x="679" y="521"/>
                    <a:pt x="612" y="387"/>
                    <a:pt x="496" y="303"/>
                  </a:cubicBezTo>
                  <a:lnTo>
                    <a:pt x="9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85"/>
            <p:cNvSpPr/>
            <p:nvPr/>
          </p:nvSpPr>
          <p:spPr>
            <a:xfrm>
              <a:off x="2613535" y="3567128"/>
              <a:ext cx="17699" cy="93803"/>
            </a:xfrm>
            <a:custGeom>
              <a:rect b="b" l="l" r="r" t="t"/>
              <a:pathLst>
                <a:path extrusionOk="0" h="3604" w="680">
                  <a:moveTo>
                    <a:pt x="588"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85"/>
            <p:cNvSpPr/>
            <p:nvPr/>
          </p:nvSpPr>
          <p:spPr>
            <a:xfrm>
              <a:off x="2572438"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85"/>
            <p:cNvSpPr/>
            <p:nvPr/>
          </p:nvSpPr>
          <p:spPr>
            <a:xfrm>
              <a:off x="2592947" y="3660905"/>
              <a:ext cx="5960" cy="23555"/>
            </a:xfrm>
            <a:custGeom>
              <a:rect b="b" l="l" r="r" t="t"/>
              <a:pathLst>
                <a:path extrusionOk="0" h="905" w="229">
                  <a:moveTo>
                    <a:pt x="116" y="0"/>
                  </a:moveTo>
                  <a:cubicBezTo>
                    <a:pt x="53" y="0"/>
                    <a:pt x="0" y="49"/>
                    <a:pt x="0" y="113"/>
                  </a:cubicBezTo>
                  <a:lnTo>
                    <a:pt x="0" y="904"/>
                  </a:lnTo>
                  <a:lnTo>
                    <a:pt x="229" y="904"/>
                  </a:lnTo>
                  <a:lnTo>
                    <a:pt x="229" y="113"/>
                  </a:lnTo>
                  <a:cubicBezTo>
                    <a:pt x="229" y="49"/>
                    <a:pt x="176" y="0"/>
                    <a:pt x="11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85"/>
            <p:cNvSpPr/>
            <p:nvPr/>
          </p:nvSpPr>
          <p:spPr>
            <a:xfrm>
              <a:off x="2592947" y="3566763"/>
              <a:ext cx="5960" cy="82351"/>
            </a:xfrm>
            <a:custGeom>
              <a:rect b="b" l="l" r="r" t="t"/>
              <a:pathLst>
                <a:path extrusionOk="0" h="3164" w="229">
                  <a:moveTo>
                    <a:pt x="0" y="0"/>
                  </a:moveTo>
                  <a:lnTo>
                    <a:pt x="0" y="3163"/>
                  </a:lnTo>
                  <a:lnTo>
                    <a:pt x="229" y="3163"/>
                  </a:lnTo>
                  <a:lnTo>
                    <a:pt x="229"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85"/>
            <p:cNvSpPr/>
            <p:nvPr/>
          </p:nvSpPr>
          <p:spPr>
            <a:xfrm>
              <a:off x="2584150" y="3537352"/>
              <a:ext cx="23555" cy="29437"/>
            </a:xfrm>
            <a:custGeom>
              <a:rect b="b" l="l" r="r" t="t"/>
              <a:pathLst>
                <a:path extrusionOk="0" h="1131" w="905">
                  <a:moveTo>
                    <a:pt x="0" y="1"/>
                  </a:moveTo>
                  <a:lnTo>
                    <a:pt x="0" y="680"/>
                  </a:lnTo>
                  <a:cubicBezTo>
                    <a:pt x="0" y="930"/>
                    <a:pt x="205" y="1130"/>
                    <a:pt x="454"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85"/>
            <p:cNvSpPr/>
            <p:nvPr/>
          </p:nvSpPr>
          <p:spPr>
            <a:xfrm>
              <a:off x="2572438" y="3490373"/>
              <a:ext cx="47006" cy="52966"/>
            </a:xfrm>
            <a:custGeom>
              <a:rect b="b" l="l" r="r" t="t"/>
              <a:pathLst>
                <a:path extrusionOk="0" h="2035" w="1806">
                  <a:moveTo>
                    <a:pt x="676" y="1"/>
                  </a:moveTo>
                  <a:cubicBezTo>
                    <a:pt x="303" y="1"/>
                    <a:pt x="0" y="303"/>
                    <a:pt x="0" y="676"/>
                  </a:cubicBezTo>
                  <a:lnTo>
                    <a:pt x="0" y="1130"/>
                  </a:lnTo>
                  <a:cubicBezTo>
                    <a:pt x="0" y="1626"/>
                    <a:pt x="405" y="2031"/>
                    <a:pt x="904" y="2034"/>
                  </a:cubicBezTo>
                  <a:cubicBezTo>
                    <a:pt x="1400" y="2031"/>
                    <a:pt x="1805" y="1626"/>
                    <a:pt x="1805" y="1130"/>
                  </a:cubicBezTo>
                  <a:lnTo>
                    <a:pt x="1805" y="676"/>
                  </a:lnTo>
                  <a:cubicBezTo>
                    <a:pt x="1805" y="303"/>
                    <a:pt x="1502"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85"/>
            <p:cNvSpPr/>
            <p:nvPr/>
          </p:nvSpPr>
          <p:spPr>
            <a:xfrm>
              <a:off x="2572333" y="3490373"/>
              <a:ext cx="32456" cy="52914"/>
            </a:xfrm>
            <a:custGeom>
              <a:rect b="b" l="l" r="r" t="t"/>
              <a:pathLst>
                <a:path extrusionOk="0" h="2033" w="1247">
                  <a:moveTo>
                    <a:pt x="680" y="1"/>
                  </a:moveTo>
                  <a:cubicBezTo>
                    <a:pt x="307" y="1"/>
                    <a:pt x="1" y="303"/>
                    <a:pt x="1" y="676"/>
                  </a:cubicBezTo>
                  <a:lnTo>
                    <a:pt x="1" y="1130"/>
                  </a:lnTo>
                  <a:cubicBezTo>
                    <a:pt x="1" y="1648"/>
                    <a:pt x="426" y="2032"/>
                    <a:pt x="903" y="2032"/>
                  </a:cubicBezTo>
                  <a:cubicBezTo>
                    <a:pt x="1016" y="2032"/>
                    <a:pt x="1132" y="2010"/>
                    <a:pt x="1246" y="1964"/>
                  </a:cubicBezTo>
                  <a:cubicBezTo>
                    <a:pt x="905" y="1827"/>
                    <a:pt x="680" y="1496"/>
                    <a:pt x="680" y="1130"/>
                  </a:cubicBezTo>
                  <a:lnTo>
                    <a:pt x="680" y="676"/>
                  </a:lnTo>
                  <a:cubicBezTo>
                    <a:pt x="680" y="345"/>
                    <a:pt x="919" y="64"/>
                    <a:pt x="1246"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85"/>
            <p:cNvSpPr/>
            <p:nvPr/>
          </p:nvSpPr>
          <p:spPr>
            <a:xfrm>
              <a:off x="2572333" y="3490373"/>
              <a:ext cx="47110" cy="23477"/>
            </a:xfrm>
            <a:custGeom>
              <a:rect b="b" l="l" r="r" t="t"/>
              <a:pathLst>
                <a:path extrusionOk="0" h="902" w="1810">
                  <a:moveTo>
                    <a:pt x="680" y="1"/>
                  </a:moveTo>
                  <a:cubicBezTo>
                    <a:pt x="307" y="1"/>
                    <a:pt x="1" y="303"/>
                    <a:pt x="1" y="676"/>
                  </a:cubicBezTo>
                  <a:lnTo>
                    <a:pt x="4" y="676"/>
                  </a:lnTo>
                  <a:cubicBezTo>
                    <a:pt x="4" y="676"/>
                    <a:pt x="680" y="901"/>
                    <a:pt x="1809" y="901"/>
                  </a:cubicBezTo>
                  <a:lnTo>
                    <a:pt x="1809" y="676"/>
                  </a:lnTo>
                  <a:cubicBezTo>
                    <a:pt x="1809" y="303"/>
                    <a:pt x="1506" y="1"/>
                    <a:pt x="11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85"/>
            <p:cNvSpPr/>
            <p:nvPr/>
          </p:nvSpPr>
          <p:spPr>
            <a:xfrm>
              <a:off x="2572333" y="3490373"/>
              <a:ext cx="32456" cy="21369"/>
            </a:xfrm>
            <a:custGeom>
              <a:rect b="b" l="l" r="r" t="t"/>
              <a:pathLst>
                <a:path extrusionOk="0" h="821" w="1247">
                  <a:moveTo>
                    <a:pt x="680" y="1"/>
                  </a:moveTo>
                  <a:cubicBezTo>
                    <a:pt x="307" y="1"/>
                    <a:pt x="1" y="303"/>
                    <a:pt x="1" y="676"/>
                  </a:cubicBezTo>
                  <a:cubicBezTo>
                    <a:pt x="222" y="743"/>
                    <a:pt x="451" y="792"/>
                    <a:pt x="680" y="820"/>
                  </a:cubicBezTo>
                  <a:lnTo>
                    <a:pt x="680" y="676"/>
                  </a:lnTo>
                  <a:cubicBezTo>
                    <a:pt x="680" y="345"/>
                    <a:pt x="919" y="64"/>
                    <a:pt x="1246"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85"/>
            <p:cNvSpPr/>
            <p:nvPr/>
          </p:nvSpPr>
          <p:spPr>
            <a:xfrm>
              <a:off x="2273251" y="3385065"/>
              <a:ext cx="363760" cy="304600"/>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5" name="Google Shape;17075;p85"/>
          <p:cNvGrpSpPr/>
          <p:nvPr/>
        </p:nvGrpSpPr>
        <p:grpSpPr>
          <a:xfrm>
            <a:off x="2738545" y="3367028"/>
            <a:ext cx="363500" cy="340674"/>
            <a:chOff x="2738545" y="3367028"/>
            <a:chExt cx="363500" cy="340674"/>
          </a:xfrm>
        </p:grpSpPr>
        <p:sp>
          <p:nvSpPr>
            <p:cNvPr id="17076" name="Google Shape;17076;p85"/>
            <p:cNvSpPr/>
            <p:nvPr/>
          </p:nvSpPr>
          <p:spPr>
            <a:xfrm>
              <a:off x="2965739" y="3497530"/>
              <a:ext cx="79722" cy="79696"/>
            </a:xfrm>
            <a:custGeom>
              <a:rect b="b" l="l" r="r" t="t"/>
              <a:pathLst>
                <a:path extrusionOk="0" h="3062" w="3063">
                  <a:moveTo>
                    <a:pt x="1532" y="0"/>
                  </a:moveTo>
                  <a:cubicBezTo>
                    <a:pt x="687" y="0"/>
                    <a:pt x="1" y="686"/>
                    <a:pt x="1" y="1531"/>
                  </a:cubicBezTo>
                  <a:cubicBezTo>
                    <a:pt x="1" y="2375"/>
                    <a:pt x="687" y="3061"/>
                    <a:pt x="1532" y="3061"/>
                  </a:cubicBezTo>
                  <a:cubicBezTo>
                    <a:pt x="2376" y="3061"/>
                    <a:pt x="3062" y="2375"/>
                    <a:pt x="3062" y="1531"/>
                  </a:cubicBezTo>
                  <a:cubicBezTo>
                    <a:pt x="3062" y="686"/>
                    <a:pt x="2376" y="0"/>
                    <a:pt x="1532"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85"/>
            <p:cNvSpPr/>
            <p:nvPr/>
          </p:nvSpPr>
          <p:spPr>
            <a:xfrm>
              <a:off x="2961262" y="3528841"/>
              <a:ext cx="88676" cy="48385"/>
            </a:xfrm>
            <a:custGeom>
              <a:rect b="b" l="l" r="r" t="t"/>
              <a:pathLst>
                <a:path extrusionOk="0" h="1859" w="3407">
                  <a:moveTo>
                    <a:pt x="208" y="0"/>
                  </a:moveTo>
                  <a:lnTo>
                    <a:pt x="208" y="0"/>
                  </a:lnTo>
                  <a:cubicBezTo>
                    <a:pt x="1" y="954"/>
                    <a:pt x="729" y="1858"/>
                    <a:pt x="1704" y="1858"/>
                  </a:cubicBezTo>
                  <a:cubicBezTo>
                    <a:pt x="2682" y="1858"/>
                    <a:pt x="3406" y="954"/>
                    <a:pt x="3199" y="0"/>
                  </a:cubicBezTo>
                  <a:lnTo>
                    <a:pt x="3199" y="0"/>
                  </a:lnTo>
                  <a:cubicBezTo>
                    <a:pt x="3044" y="704"/>
                    <a:pt x="2421" y="1204"/>
                    <a:pt x="1704" y="1204"/>
                  </a:cubicBezTo>
                  <a:cubicBezTo>
                    <a:pt x="986" y="1204"/>
                    <a:pt x="363" y="704"/>
                    <a:pt x="2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85"/>
            <p:cNvSpPr/>
            <p:nvPr/>
          </p:nvSpPr>
          <p:spPr>
            <a:xfrm>
              <a:off x="2743855" y="3491934"/>
              <a:ext cx="85474" cy="90966"/>
            </a:xfrm>
            <a:custGeom>
              <a:rect b="b" l="l" r="r" t="t"/>
              <a:pathLst>
                <a:path extrusionOk="0" h="3495" w="3284">
                  <a:moveTo>
                    <a:pt x="877" y="0"/>
                  </a:moveTo>
                  <a:cubicBezTo>
                    <a:pt x="395" y="0"/>
                    <a:pt x="1" y="391"/>
                    <a:pt x="1" y="873"/>
                  </a:cubicBezTo>
                  <a:lnTo>
                    <a:pt x="1" y="2622"/>
                  </a:lnTo>
                  <a:cubicBezTo>
                    <a:pt x="1" y="3104"/>
                    <a:pt x="395" y="3494"/>
                    <a:pt x="877" y="3494"/>
                  </a:cubicBezTo>
                  <a:lnTo>
                    <a:pt x="3283" y="3494"/>
                  </a:lnTo>
                  <a:lnTo>
                    <a:pt x="328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85"/>
            <p:cNvSpPr/>
            <p:nvPr/>
          </p:nvSpPr>
          <p:spPr>
            <a:xfrm>
              <a:off x="2743855" y="3492481"/>
              <a:ext cx="85474" cy="90420"/>
            </a:xfrm>
            <a:custGeom>
              <a:rect b="b" l="l" r="r" t="t"/>
              <a:pathLst>
                <a:path extrusionOk="0" h="3474" w="3284">
                  <a:moveTo>
                    <a:pt x="680" y="1"/>
                  </a:moveTo>
                  <a:cubicBezTo>
                    <a:pt x="282" y="92"/>
                    <a:pt x="1" y="444"/>
                    <a:pt x="1" y="852"/>
                  </a:cubicBezTo>
                  <a:lnTo>
                    <a:pt x="1" y="2601"/>
                  </a:lnTo>
                  <a:cubicBezTo>
                    <a:pt x="1" y="3083"/>
                    <a:pt x="391" y="3473"/>
                    <a:pt x="873" y="3473"/>
                  </a:cubicBezTo>
                  <a:lnTo>
                    <a:pt x="3283" y="3473"/>
                  </a:lnTo>
                  <a:lnTo>
                    <a:pt x="3283" y="2819"/>
                  </a:lnTo>
                  <a:lnTo>
                    <a:pt x="1095" y="2819"/>
                  </a:lnTo>
                  <a:cubicBezTo>
                    <a:pt x="852" y="2819"/>
                    <a:pt x="655" y="2622"/>
                    <a:pt x="655" y="2383"/>
                  </a:cubicBezTo>
                  <a:lnTo>
                    <a:pt x="655" y="194"/>
                  </a:lnTo>
                  <a:cubicBezTo>
                    <a:pt x="655" y="127"/>
                    <a:pt x="662" y="64"/>
                    <a:pt x="6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85"/>
            <p:cNvSpPr/>
            <p:nvPr/>
          </p:nvSpPr>
          <p:spPr>
            <a:xfrm>
              <a:off x="2829303" y="3395138"/>
              <a:ext cx="142240" cy="284559"/>
            </a:xfrm>
            <a:custGeom>
              <a:rect b="b" l="l" r="r" t="t"/>
              <a:pathLst>
                <a:path extrusionOk="0" h="10933" w="5465">
                  <a:moveTo>
                    <a:pt x="5465" y="0"/>
                  </a:moveTo>
                  <a:cubicBezTo>
                    <a:pt x="5465" y="0"/>
                    <a:pt x="3276" y="3716"/>
                    <a:pt x="0" y="3716"/>
                  </a:cubicBezTo>
                  <a:lnTo>
                    <a:pt x="0" y="7213"/>
                  </a:lnTo>
                  <a:cubicBezTo>
                    <a:pt x="3280" y="7213"/>
                    <a:pt x="5465" y="10932"/>
                    <a:pt x="5465" y="10932"/>
                  </a:cubicBezTo>
                  <a:lnTo>
                    <a:pt x="546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85"/>
            <p:cNvSpPr/>
            <p:nvPr/>
          </p:nvSpPr>
          <p:spPr>
            <a:xfrm>
              <a:off x="2829303" y="3565826"/>
              <a:ext cx="142240" cy="113870"/>
            </a:xfrm>
            <a:custGeom>
              <a:rect b="b" l="l" r="r" t="t"/>
              <a:pathLst>
                <a:path extrusionOk="0" h="4375" w="5465">
                  <a:moveTo>
                    <a:pt x="0" y="1"/>
                  </a:moveTo>
                  <a:lnTo>
                    <a:pt x="0" y="655"/>
                  </a:lnTo>
                  <a:cubicBezTo>
                    <a:pt x="3280" y="655"/>
                    <a:pt x="5465" y="4374"/>
                    <a:pt x="5465" y="4374"/>
                  </a:cubicBezTo>
                  <a:lnTo>
                    <a:pt x="5465" y="3062"/>
                  </a:lnTo>
                  <a:cubicBezTo>
                    <a:pt x="5465" y="3062"/>
                    <a:pt x="3276" y="1"/>
                    <a:pt x="0"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85"/>
            <p:cNvSpPr/>
            <p:nvPr/>
          </p:nvSpPr>
          <p:spPr>
            <a:xfrm>
              <a:off x="2971439" y="3372338"/>
              <a:ext cx="34174" cy="330055"/>
            </a:xfrm>
            <a:custGeom>
              <a:rect b="b" l="l" r="r" t="t"/>
              <a:pathLst>
                <a:path extrusionOk="0" h="12681" w="1313">
                  <a:moveTo>
                    <a:pt x="0" y="0"/>
                  </a:moveTo>
                  <a:lnTo>
                    <a:pt x="0" y="12681"/>
                  </a:lnTo>
                  <a:lnTo>
                    <a:pt x="1313" y="12681"/>
                  </a:lnTo>
                  <a:lnTo>
                    <a:pt x="131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85"/>
            <p:cNvSpPr/>
            <p:nvPr/>
          </p:nvSpPr>
          <p:spPr>
            <a:xfrm>
              <a:off x="2971439" y="3673997"/>
              <a:ext cx="34174" cy="28396"/>
            </a:xfrm>
            <a:custGeom>
              <a:rect b="b" l="l" r="r" t="t"/>
              <a:pathLst>
                <a:path extrusionOk="0" h="1091" w="1313">
                  <a:moveTo>
                    <a:pt x="0" y="0"/>
                  </a:moveTo>
                  <a:lnTo>
                    <a:pt x="0" y="1091"/>
                  </a:lnTo>
                  <a:lnTo>
                    <a:pt x="1313" y="1091"/>
                  </a:lnTo>
                  <a:lnTo>
                    <a:pt x="13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85"/>
            <p:cNvSpPr/>
            <p:nvPr/>
          </p:nvSpPr>
          <p:spPr>
            <a:xfrm>
              <a:off x="2783703" y="3491830"/>
              <a:ext cx="45522" cy="91070"/>
            </a:xfrm>
            <a:custGeom>
              <a:rect b="b" l="l" r="r" t="t"/>
              <a:pathLst>
                <a:path extrusionOk="0" h="3499" w="1749">
                  <a:moveTo>
                    <a:pt x="0" y="1"/>
                  </a:moveTo>
                  <a:lnTo>
                    <a:pt x="0" y="3498"/>
                  </a:lnTo>
                  <a:lnTo>
                    <a:pt x="1749" y="3498"/>
                  </a:lnTo>
                  <a:lnTo>
                    <a:pt x="1749"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85"/>
            <p:cNvSpPr/>
            <p:nvPr/>
          </p:nvSpPr>
          <p:spPr>
            <a:xfrm>
              <a:off x="2783703" y="3565826"/>
              <a:ext cx="45522" cy="17074"/>
            </a:xfrm>
            <a:custGeom>
              <a:rect b="b" l="l" r="r" t="t"/>
              <a:pathLst>
                <a:path extrusionOk="0" h="656" w="1749">
                  <a:moveTo>
                    <a:pt x="0" y="1"/>
                  </a:moveTo>
                  <a:lnTo>
                    <a:pt x="0" y="655"/>
                  </a:lnTo>
                  <a:lnTo>
                    <a:pt x="1749" y="655"/>
                  </a:lnTo>
                  <a:lnTo>
                    <a:pt x="17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85"/>
            <p:cNvSpPr/>
            <p:nvPr/>
          </p:nvSpPr>
          <p:spPr>
            <a:xfrm>
              <a:off x="2800725" y="3611348"/>
              <a:ext cx="34200" cy="34174"/>
            </a:xfrm>
            <a:custGeom>
              <a:rect b="b" l="l" r="r" t="t"/>
              <a:pathLst>
                <a:path extrusionOk="0" h="1313" w="1314">
                  <a:moveTo>
                    <a:pt x="1" y="1"/>
                  </a:moveTo>
                  <a:lnTo>
                    <a:pt x="1" y="1313"/>
                  </a:lnTo>
                  <a:lnTo>
                    <a:pt x="1313" y="1313"/>
                  </a:lnTo>
                  <a:lnTo>
                    <a:pt x="131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85"/>
            <p:cNvSpPr/>
            <p:nvPr/>
          </p:nvSpPr>
          <p:spPr>
            <a:xfrm>
              <a:off x="2783703" y="3582874"/>
              <a:ext cx="45522" cy="85370"/>
            </a:xfrm>
            <a:custGeom>
              <a:rect b="b" l="l" r="r" t="t"/>
              <a:pathLst>
                <a:path extrusionOk="0" h="3280" w="1749">
                  <a:moveTo>
                    <a:pt x="0" y="0"/>
                  </a:moveTo>
                  <a:lnTo>
                    <a:pt x="0" y="3280"/>
                  </a:lnTo>
                  <a:lnTo>
                    <a:pt x="873" y="3280"/>
                  </a:lnTo>
                  <a:lnTo>
                    <a:pt x="1749"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85"/>
            <p:cNvSpPr/>
            <p:nvPr/>
          </p:nvSpPr>
          <p:spPr>
            <a:xfrm>
              <a:off x="2738545" y="3367028"/>
              <a:ext cx="312304" cy="340674"/>
            </a:xfrm>
            <a:custGeom>
              <a:rect b="b" l="l" r="r" t="t"/>
              <a:pathLst>
                <a:path extrusionOk="0" h="13089" w="11999">
                  <a:moveTo>
                    <a:pt x="10465" y="5236"/>
                  </a:moveTo>
                  <a:cubicBezTo>
                    <a:pt x="11112" y="5338"/>
                    <a:pt x="11587" y="5894"/>
                    <a:pt x="11587" y="6545"/>
                  </a:cubicBezTo>
                  <a:cubicBezTo>
                    <a:pt x="11587" y="7199"/>
                    <a:pt x="11112" y="7755"/>
                    <a:pt x="10465" y="7857"/>
                  </a:cubicBezTo>
                  <a:lnTo>
                    <a:pt x="10465" y="5236"/>
                  </a:lnTo>
                  <a:close/>
                  <a:moveTo>
                    <a:pt x="1531" y="5004"/>
                  </a:moveTo>
                  <a:lnTo>
                    <a:pt x="1531" y="8093"/>
                  </a:lnTo>
                  <a:lnTo>
                    <a:pt x="1077" y="8093"/>
                  </a:lnTo>
                  <a:cubicBezTo>
                    <a:pt x="708" y="8093"/>
                    <a:pt x="405" y="7790"/>
                    <a:pt x="409" y="7421"/>
                  </a:cubicBezTo>
                  <a:lnTo>
                    <a:pt x="409" y="5672"/>
                  </a:lnTo>
                  <a:cubicBezTo>
                    <a:pt x="409" y="5303"/>
                    <a:pt x="708" y="5004"/>
                    <a:pt x="1077" y="5004"/>
                  </a:cubicBezTo>
                  <a:close/>
                  <a:moveTo>
                    <a:pt x="3280" y="5000"/>
                  </a:moveTo>
                  <a:lnTo>
                    <a:pt x="3280" y="8093"/>
                  </a:lnTo>
                  <a:lnTo>
                    <a:pt x="1939" y="8093"/>
                  </a:lnTo>
                  <a:lnTo>
                    <a:pt x="1939" y="5004"/>
                  </a:lnTo>
                  <a:lnTo>
                    <a:pt x="3280" y="5000"/>
                  </a:lnTo>
                  <a:close/>
                  <a:moveTo>
                    <a:pt x="3498" y="9592"/>
                  </a:moveTo>
                  <a:lnTo>
                    <a:pt x="3498" y="10496"/>
                  </a:lnTo>
                  <a:lnTo>
                    <a:pt x="3107" y="10496"/>
                  </a:lnTo>
                  <a:lnTo>
                    <a:pt x="3350" y="9592"/>
                  </a:lnTo>
                  <a:close/>
                  <a:moveTo>
                    <a:pt x="3217" y="8501"/>
                  </a:moveTo>
                  <a:lnTo>
                    <a:pt x="2453" y="11368"/>
                  </a:lnTo>
                  <a:lnTo>
                    <a:pt x="1939" y="11368"/>
                  </a:lnTo>
                  <a:lnTo>
                    <a:pt x="1939" y="8501"/>
                  </a:lnTo>
                  <a:close/>
                  <a:moveTo>
                    <a:pt x="10056" y="412"/>
                  </a:moveTo>
                  <a:lnTo>
                    <a:pt x="10056" y="12681"/>
                  </a:lnTo>
                  <a:lnTo>
                    <a:pt x="9156" y="12681"/>
                  </a:lnTo>
                  <a:lnTo>
                    <a:pt x="9156" y="4040"/>
                  </a:lnTo>
                  <a:cubicBezTo>
                    <a:pt x="9156" y="3904"/>
                    <a:pt x="9053" y="3836"/>
                    <a:pt x="8950" y="3836"/>
                  </a:cubicBezTo>
                  <a:cubicBezTo>
                    <a:pt x="8847" y="3836"/>
                    <a:pt x="8744" y="3904"/>
                    <a:pt x="8744" y="4040"/>
                  </a:cubicBezTo>
                  <a:lnTo>
                    <a:pt x="8744" y="11340"/>
                  </a:lnTo>
                  <a:cubicBezTo>
                    <a:pt x="8396" y="10865"/>
                    <a:pt x="8009" y="10418"/>
                    <a:pt x="7590" y="10007"/>
                  </a:cubicBezTo>
                  <a:cubicBezTo>
                    <a:pt x="7020" y="9454"/>
                    <a:pt x="6422" y="9015"/>
                    <a:pt x="5817" y="8694"/>
                  </a:cubicBezTo>
                  <a:cubicBezTo>
                    <a:pt x="5117" y="8328"/>
                    <a:pt x="4402" y="8128"/>
                    <a:pt x="3688" y="8096"/>
                  </a:cubicBezTo>
                  <a:lnTo>
                    <a:pt x="3688" y="5000"/>
                  </a:lnTo>
                  <a:cubicBezTo>
                    <a:pt x="4402" y="4965"/>
                    <a:pt x="5117" y="4764"/>
                    <a:pt x="5817" y="4398"/>
                  </a:cubicBezTo>
                  <a:cubicBezTo>
                    <a:pt x="6422" y="4082"/>
                    <a:pt x="7020" y="3638"/>
                    <a:pt x="7590" y="3086"/>
                  </a:cubicBezTo>
                  <a:cubicBezTo>
                    <a:pt x="8009" y="2674"/>
                    <a:pt x="8396" y="2227"/>
                    <a:pt x="8744" y="1753"/>
                  </a:cubicBezTo>
                  <a:lnTo>
                    <a:pt x="8744" y="3058"/>
                  </a:lnTo>
                  <a:cubicBezTo>
                    <a:pt x="8744" y="3170"/>
                    <a:pt x="8836" y="3262"/>
                    <a:pt x="8948" y="3262"/>
                  </a:cubicBezTo>
                  <a:cubicBezTo>
                    <a:pt x="9061" y="3262"/>
                    <a:pt x="9152" y="3170"/>
                    <a:pt x="9156" y="3058"/>
                  </a:cubicBezTo>
                  <a:lnTo>
                    <a:pt x="9156" y="412"/>
                  </a:lnTo>
                  <a:close/>
                  <a:moveTo>
                    <a:pt x="8948" y="0"/>
                  </a:moveTo>
                  <a:cubicBezTo>
                    <a:pt x="8836" y="0"/>
                    <a:pt x="8744" y="92"/>
                    <a:pt x="8744" y="204"/>
                  </a:cubicBezTo>
                  <a:lnTo>
                    <a:pt x="8744" y="1021"/>
                  </a:lnTo>
                  <a:cubicBezTo>
                    <a:pt x="8332" y="1668"/>
                    <a:pt x="7843" y="2263"/>
                    <a:pt x="7294" y="2797"/>
                  </a:cubicBezTo>
                  <a:cubicBezTo>
                    <a:pt x="6450" y="3614"/>
                    <a:pt x="5106" y="4592"/>
                    <a:pt x="3484" y="4592"/>
                  </a:cubicBezTo>
                  <a:lnTo>
                    <a:pt x="1077" y="4592"/>
                  </a:lnTo>
                  <a:cubicBezTo>
                    <a:pt x="483" y="4592"/>
                    <a:pt x="1" y="5074"/>
                    <a:pt x="1" y="5669"/>
                  </a:cubicBezTo>
                  <a:lnTo>
                    <a:pt x="1" y="7417"/>
                  </a:lnTo>
                  <a:cubicBezTo>
                    <a:pt x="1" y="8015"/>
                    <a:pt x="483" y="8497"/>
                    <a:pt x="1077" y="8497"/>
                  </a:cubicBezTo>
                  <a:lnTo>
                    <a:pt x="1528" y="8497"/>
                  </a:lnTo>
                  <a:lnTo>
                    <a:pt x="1528" y="11573"/>
                  </a:lnTo>
                  <a:cubicBezTo>
                    <a:pt x="1531" y="11685"/>
                    <a:pt x="1623" y="11777"/>
                    <a:pt x="1735" y="11777"/>
                  </a:cubicBezTo>
                  <a:lnTo>
                    <a:pt x="2608" y="11777"/>
                  </a:lnTo>
                  <a:cubicBezTo>
                    <a:pt x="2703" y="11777"/>
                    <a:pt x="2784" y="11713"/>
                    <a:pt x="2808" y="11625"/>
                  </a:cubicBezTo>
                  <a:lnTo>
                    <a:pt x="3002" y="10908"/>
                  </a:lnTo>
                  <a:lnTo>
                    <a:pt x="3706" y="10908"/>
                  </a:lnTo>
                  <a:cubicBezTo>
                    <a:pt x="3818" y="10904"/>
                    <a:pt x="3910" y="10813"/>
                    <a:pt x="3910" y="10700"/>
                  </a:cubicBezTo>
                  <a:lnTo>
                    <a:pt x="3910" y="9388"/>
                  </a:lnTo>
                  <a:cubicBezTo>
                    <a:pt x="3910" y="9275"/>
                    <a:pt x="3818" y="9183"/>
                    <a:pt x="3706" y="9183"/>
                  </a:cubicBezTo>
                  <a:lnTo>
                    <a:pt x="3463" y="9183"/>
                  </a:lnTo>
                  <a:lnTo>
                    <a:pt x="3642" y="8504"/>
                  </a:lnTo>
                  <a:cubicBezTo>
                    <a:pt x="5197" y="8564"/>
                    <a:pt x="6482" y="9504"/>
                    <a:pt x="7298" y="10295"/>
                  </a:cubicBezTo>
                  <a:cubicBezTo>
                    <a:pt x="7847" y="10830"/>
                    <a:pt x="8336" y="11425"/>
                    <a:pt x="8748" y="12069"/>
                  </a:cubicBezTo>
                  <a:lnTo>
                    <a:pt x="8748" y="12885"/>
                  </a:lnTo>
                  <a:cubicBezTo>
                    <a:pt x="8748" y="12997"/>
                    <a:pt x="8839" y="13089"/>
                    <a:pt x="8952" y="13089"/>
                  </a:cubicBezTo>
                  <a:lnTo>
                    <a:pt x="10264" y="13089"/>
                  </a:lnTo>
                  <a:cubicBezTo>
                    <a:pt x="10377" y="13089"/>
                    <a:pt x="10468" y="12997"/>
                    <a:pt x="10468" y="12885"/>
                  </a:cubicBezTo>
                  <a:lnTo>
                    <a:pt x="10468" y="8269"/>
                  </a:lnTo>
                  <a:cubicBezTo>
                    <a:pt x="11341" y="8163"/>
                    <a:pt x="11999" y="7424"/>
                    <a:pt x="11999" y="6545"/>
                  </a:cubicBezTo>
                  <a:cubicBezTo>
                    <a:pt x="11999" y="5665"/>
                    <a:pt x="11341" y="4926"/>
                    <a:pt x="10468" y="4821"/>
                  </a:cubicBezTo>
                  <a:lnTo>
                    <a:pt x="10465" y="4824"/>
                  </a:lnTo>
                  <a:lnTo>
                    <a:pt x="10465" y="204"/>
                  </a:lnTo>
                  <a:cubicBezTo>
                    <a:pt x="10465" y="92"/>
                    <a:pt x="10373" y="0"/>
                    <a:pt x="10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85"/>
            <p:cNvSpPr/>
            <p:nvPr/>
          </p:nvSpPr>
          <p:spPr>
            <a:xfrm>
              <a:off x="3072452" y="3532043"/>
              <a:ext cx="29593" cy="10645"/>
            </a:xfrm>
            <a:custGeom>
              <a:rect b="b" l="l" r="r" t="t"/>
              <a:pathLst>
                <a:path extrusionOk="0" h="409" w="1137">
                  <a:moveTo>
                    <a:pt x="274" y="1"/>
                  </a:moveTo>
                  <a:cubicBezTo>
                    <a:pt x="0" y="1"/>
                    <a:pt x="0" y="409"/>
                    <a:pt x="274" y="409"/>
                  </a:cubicBezTo>
                  <a:lnTo>
                    <a:pt x="929" y="409"/>
                  </a:lnTo>
                  <a:cubicBezTo>
                    <a:pt x="1045" y="409"/>
                    <a:pt x="1136" y="317"/>
                    <a:pt x="1136" y="205"/>
                  </a:cubicBezTo>
                  <a:cubicBezTo>
                    <a:pt x="1136" y="92"/>
                    <a:pt x="1045"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85"/>
            <p:cNvSpPr/>
            <p:nvPr/>
          </p:nvSpPr>
          <p:spPr>
            <a:xfrm>
              <a:off x="3050927" y="3467598"/>
              <a:ext cx="26626" cy="22800"/>
            </a:xfrm>
            <a:custGeom>
              <a:rect b="b" l="l" r="r" t="t"/>
              <a:pathLst>
                <a:path extrusionOk="0" h="876" w="1023">
                  <a:moveTo>
                    <a:pt x="730" y="0"/>
                  </a:moveTo>
                  <a:cubicBezTo>
                    <a:pt x="683" y="0"/>
                    <a:pt x="633" y="19"/>
                    <a:pt x="588" y="63"/>
                  </a:cubicBezTo>
                  <a:lnTo>
                    <a:pt x="123" y="527"/>
                  </a:lnTo>
                  <a:cubicBezTo>
                    <a:pt x="0" y="658"/>
                    <a:pt x="88" y="872"/>
                    <a:pt x="268" y="876"/>
                  </a:cubicBezTo>
                  <a:cubicBezTo>
                    <a:pt x="324" y="876"/>
                    <a:pt x="377" y="855"/>
                    <a:pt x="415" y="816"/>
                  </a:cubicBezTo>
                  <a:lnTo>
                    <a:pt x="880" y="351"/>
                  </a:lnTo>
                  <a:cubicBezTo>
                    <a:pt x="1023" y="203"/>
                    <a:pt x="888" y="0"/>
                    <a:pt x="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85"/>
            <p:cNvSpPr/>
            <p:nvPr/>
          </p:nvSpPr>
          <p:spPr>
            <a:xfrm>
              <a:off x="3050198" y="3584202"/>
              <a:ext cx="27355" cy="22930"/>
            </a:xfrm>
            <a:custGeom>
              <a:rect b="b" l="l" r="r" t="t"/>
              <a:pathLst>
                <a:path extrusionOk="0" h="881" w="1051">
                  <a:moveTo>
                    <a:pt x="296" y="0"/>
                  </a:moveTo>
                  <a:cubicBezTo>
                    <a:pt x="137" y="0"/>
                    <a:pt x="0" y="209"/>
                    <a:pt x="151" y="357"/>
                  </a:cubicBezTo>
                  <a:lnTo>
                    <a:pt x="616" y="818"/>
                  </a:lnTo>
                  <a:cubicBezTo>
                    <a:pt x="660" y="862"/>
                    <a:pt x="709" y="881"/>
                    <a:pt x="757" y="881"/>
                  </a:cubicBezTo>
                  <a:cubicBezTo>
                    <a:pt x="914" y="881"/>
                    <a:pt x="1050" y="678"/>
                    <a:pt x="904" y="530"/>
                  </a:cubicBezTo>
                  <a:lnTo>
                    <a:pt x="440" y="65"/>
                  </a:lnTo>
                  <a:cubicBezTo>
                    <a:pt x="395" y="20"/>
                    <a:pt x="344"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2" name="Google Shape;17092;p85"/>
          <p:cNvGrpSpPr/>
          <p:nvPr/>
        </p:nvGrpSpPr>
        <p:grpSpPr>
          <a:xfrm>
            <a:off x="3669445" y="3378376"/>
            <a:ext cx="363474" cy="317978"/>
            <a:chOff x="3669445" y="3378376"/>
            <a:chExt cx="363474" cy="317978"/>
          </a:xfrm>
        </p:grpSpPr>
        <p:sp>
          <p:nvSpPr>
            <p:cNvPr id="17093" name="Google Shape;17093;p85"/>
            <p:cNvSpPr/>
            <p:nvPr/>
          </p:nvSpPr>
          <p:spPr>
            <a:xfrm>
              <a:off x="3674754" y="3463356"/>
              <a:ext cx="352855" cy="227689"/>
            </a:xfrm>
            <a:custGeom>
              <a:rect b="b" l="l" r="r" t="t"/>
              <a:pathLst>
                <a:path extrusionOk="0" h="8748" w="13557">
                  <a:moveTo>
                    <a:pt x="436" y="1"/>
                  </a:moveTo>
                  <a:cubicBezTo>
                    <a:pt x="197" y="1"/>
                    <a:pt x="0" y="198"/>
                    <a:pt x="0" y="437"/>
                  </a:cubicBezTo>
                  <a:lnTo>
                    <a:pt x="0" y="8311"/>
                  </a:lnTo>
                  <a:cubicBezTo>
                    <a:pt x="0" y="8551"/>
                    <a:pt x="197" y="8748"/>
                    <a:pt x="436" y="8748"/>
                  </a:cubicBezTo>
                  <a:lnTo>
                    <a:pt x="13120" y="8748"/>
                  </a:lnTo>
                  <a:cubicBezTo>
                    <a:pt x="13360" y="8748"/>
                    <a:pt x="13557" y="8551"/>
                    <a:pt x="13557" y="8311"/>
                  </a:cubicBezTo>
                  <a:lnTo>
                    <a:pt x="13557" y="437"/>
                  </a:lnTo>
                  <a:cubicBezTo>
                    <a:pt x="13557" y="198"/>
                    <a:pt x="13360" y="1"/>
                    <a:pt x="1311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85"/>
            <p:cNvSpPr/>
            <p:nvPr/>
          </p:nvSpPr>
          <p:spPr>
            <a:xfrm>
              <a:off x="3674754" y="3463356"/>
              <a:ext cx="352855" cy="17152"/>
            </a:xfrm>
            <a:custGeom>
              <a:rect b="b" l="l" r="r" t="t"/>
              <a:pathLst>
                <a:path extrusionOk="0" h="659" w="13557">
                  <a:moveTo>
                    <a:pt x="436" y="1"/>
                  </a:moveTo>
                  <a:cubicBezTo>
                    <a:pt x="197" y="1"/>
                    <a:pt x="0" y="198"/>
                    <a:pt x="0" y="437"/>
                  </a:cubicBezTo>
                  <a:lnTo>
                    <a:pt x="0" y="659"/>
                  </a:lnTo>
                  <a:lnTo>
                    <a:pt x="13557" y="659"/>
                  </a:lnTo>
                  <a:lnTo>
                    <a:pt x="13557" y="437"/>
                  </a:lnTo>
                  <a:cubicBezTo>
                    <a:pt x="13557" y="198"/>
                    <a:pt x="13360" y="1"/>
                    <a:pt x="131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85"/>
            <p:cNvSpPr/>
            <p:nvPr/>
          </p:nvSpPr>
          <p:spPr>
            <a:xfrm>
              <a:off x="3708902" y="3508956"/>
              <a:ext cx="113844" cy="147940"/>
            </a:xfrm>
            <a:custGeom>
              <a:rect b="b" l="l" r="r" t="t"/>
              <a:pathLst>
                <a:path extrusionOk="0" h="5684" w="4374">
                  <a:moveTo>
                    <a:pt x="219" y="1"/>
                  </a:moveTo>
                  <a:cubicBezTo>
                    <a:pt x="95" y="1"/>
                    <a:pt x="0" y="96"/>
                    <a:pt x="0" y="219"/>
                  </a:cubicBezTo>
                  <a:lnTo>
                    <a:pt x="0" y="5465"/>
                  </a:lnTo>
                  <a:cubicBezTo>
                    <a:pt x="0" y="5585"/>
                    <a:pt x="95" y="5683"/>
                    <a:pt x="219" y="5683"/>
                  </a:cubicBezTo>
                  <a:lnTo>
                    <a:pt x="4156" y="5683"/>
                  </a:lnTo>
                  <a:cubicBezTo>
                    <a:pt x="4275" y="5683"/>
                    <a:pt x="4374" y="5588"/>
                    <a:pt x="4374" y="5465"/>
                  </a:cubicBezTo>
                  <a:lnTo>
                    <a:pt x="4374" y="219"/>
                  </a:lnTo>
                  <a:cubicBezTo>
                    <a:pt x="4374" y="96"/>
                    <a:pt x="4275" y="1"/>
                    <a:pt x="415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85"/>
            <p:cNvSpPr/>
            <p:nvPr/>
          </p:nvSpPr>
          <p:spPr>
            <a:xfrm>
              <a:off x="3856791" y="3508956"/>
              <a:ext cx="136670" cy="22748"/>
            </a:xfrm>
            <a:custGeom>
              <a:rect b="b" l="l" r="r" t="t"/>
              <a:pathLst>
                <a:path extrusionOk="0" h="874" w="5251">
                  <a:moveTo>
                    <a:pt x="222" y="1"/>
                  </a:moveTo>
                  <a:cubicBezTo>
                    <a:pt x="99" y="1"/>
                    <a:pt x="1" y="96"/>
                    <a:pt x="1" y="219"/>
                  </a:cubicBezTo>
                  <a:lnTo>
                    <a:pt x="1" y="655"/>
                  </a:lnTo>
                  <a:cubicBezTo>
                    <a:pt x="1" y="775"/>
                    <a:pt x="99" y="873"/>
                    <a:pt x="222" y="873"/>
                  </a:cubicBezTo>
                  <a:lnTo>
                    <a:pt x="5032" y="873"/>
                  </a:lnTo>
                  <a:cubicBezTo>
                    <a:pt x="5152" y="873"/>
                    <a:pt x="5250" y="775"/>
                    <a:pt x="5250" y="655"/>
                  </a:cubicBezTo>
                  <a:lnTo>
                    <a:pt x="5250" y="219"/>
                  </a:lnTo>
                  <a:cubicBezTo>
                    <a:pt x="5250" y="96"/>
                    <a:pt x="5152" y="1"/>
                    <a:pt x="5032"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85"/>
            <p:cNvSpPr/>
            <p:nvPr/>
          </p:nvSpPr>
          <p:spPr>
            <a:xfrm>
              <a:off x="3856791" y="3554400"/>
              <a:ext cx="102496" cy="22826"/>
            </a:xfrm>
            <a:custGeom>
              <a:rect b="b" l="l" r="r" t="t"/>
              <a:pathLst>
                <a:path extrusionOk="0" h="877" w="3938">
                  <a:moveTo>
                    <a:pt x="222" y="0"/>
                  </a:moveTo>
                  <a:cubicBezTo>
                    <a:pt x="99" y="0"/>
                    <a:pt x="1" y="99"/>
                    <a:pt x="1" y="218"/>
                  </a:cubicBezTo>
                  <a:lnTo>
                    <a:pt x="1" y="658"/>
                  </a:lnTo>
                  <a:cubicBezTo>
                    <a:pt x="1" y="778"/>
                    <a:pt x="99" y="876"/>
                    <a:pt x="222" y="876"/>
                  </a:cubicBezTo>
                  <a:lnTo>
                    <a:pt x="3720" y="876"/>
                  </a:lnTo>
                  <a:cubicBezTo>
                    <a:pt x="3839" y="876"/>
                    <a:pt x="3938" y="778"/>
                    <a:pt x="3938" y="658"/>
                  </a:cubicBezTo>
                  <a:lnTo>
                    <a:pt x="3938" y="218"/>
                  </a:lnTo>
                  <a:cubicBezTo>
                    <a:pt x="3938" y="99"/>
                    <a:pt x="3839" y="0"/>
                    <a:pt x="372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85"/>
            <p:cNvSpPr/>
            <p:nvPr/>
          </p:nvSpPr>
          <p:spPr>
            <a:xfrm>
              <a:off x="3822721" y="3383686"/>
              <a:ext cx="56896" cy="102496"/>
            </a:xfrm>
            <a:custGeom>
              <a:rect b="b" l="l" r="r" t="t"/>
              <a:pathLst>
                <a:path extrusionOk="0" h="3938" w="2186">
                  <a:moveTo>
                    <a:pt x="1" y="1"/>
                  </a:moveTo>
                  <a:lnTo>
                    <a:pt x="437" y="3938"/>
                  </a:lnTo>
                  <a:lnTo>
                    <a:pt x="1750" y="3938"/>
                  </a:lnTo>
                  <a:lnTo>
                    <a:pt x="2186"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85"/>
            <p:cNvSpPr/>
            <p:nvPr/>
          </p:nvSpPr>
          <p:spPr>
            <a:xfrm>
              <a:off x="3731624" y="3582874"/>
              <a:ext cx="68426" cy="74022"/>
            </a:xfrm>
            <a:custGeom>
              <a:rect b="b" l="l" r="r" t="t"/>
              <a:pathLst>
                <a:path extrusionOk="0" h="2844" w="2629">
                  <a:moveTo>
                    <a:pt x="876" y="0"/>
                  </a:moveTo>
                  <a:lnTo>
                    <a:pt x="876" y="440"/>
                  </a:lnTo>
                  <a:cubicBezTo>
                    <a:pt x="876" y="521"/>
                    <a:pt x="830" y="598"/>
                    <a:pt x="757" y="634"/>
                  </a:cubicBezTo>
                  <a:lnTo>
                    <a:pt x="243" y="890"/>
                  </a:lnTo>
                  <a:cubicBezTo>
                    <a:pt x="95" y="964"/>
                    <a:pt x="0" y="1116"/>
                    <a:pt x="0" y="1281"/>
                  </a:cubicBezTo>
                  <a:lnTo>
                    <a:pt x="0" y="2843"/>
                  </a:lnTo>
                  <a:lnTo>
                    <a:pt x="2628" y="2843"/>
                  </a:lnTo>
                  <a:lnTo>
                    <a:pt x="2628" y="1281"/>
                  </a:lnTo>
                  <a:cubicBezTo>
                    <a:pt x="2625" y="1116"/>
                    <a:pt x="2533" y="964"/>
                    <a:pt x="2382" y="890"/>
                  </a:cubicBezTo>
                  <a:lnTo>
                    <a:pt x="1872" y="634"/>
                  </a:lnTo>
                  <a:cubicBezTo>
                    <a:pt x="1798" y="598"/>
                    <a:pt x="1752" y="521"/>
                    <a:pt x="1752" y="440"/>
                  </a:cubicBezTo>
                  <a:lnTo>
                    <a:pt x="175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85"/>
            <p:cNvSpPr/>
            <p:nvPr/>
          </p:nvSpPr>
          <p:spPr>
            <a:xfrm>
              <a:off x="3731624" y="3600807"/>
              <a:ext cx="68426" cy="56089"/>
            </a:xfrm>
            <a:custGeom>
              <a:rect b="b" l="l" r="r" t="t"/>
              <a:pathLst>
                <a:path extrusionOk="0" h="2155" w="2629">
                  <a:moveTo>
                    <a:pt x="640" y="1"/>
                  </a:moveTo>
                  <a:lnTo>
                    <a:pt x="243" y="201"/>
                  </a:lnTo>
                  <a:cubicBezTo>
                    <a:pt x="95" y="275"/>
                    <a:pt x="0" y="427"/>
                    <a:pt x="0" y="592"/>
                  </a:cubicBezTo>
                  <a:lnTo>
                    <a:pt x="0" y="2154"/>
                  </a:lnTo>
                  <a:lnTo>
                    <a:pt x="2628" y="2154"/>
                  </a:lnTo>
                  <a:lnTo>
                    <a:pt x="2628" y="592"/>
                  </a:lnTo>
                  <a:cubicBezTo>
                    <a:pt x="2625" y="427"/>
                    <a:pt x="2533" y="275"/>
                    <a:pt x="2382" y="201"/>
                  </a:cubicBezTo>
                  <a:lnTo>
                    <a:pt x="1984" y="1"/>
                  </a:lnTo>
                  <a:cubicBezTo>
                    <a:pt x="1823" y="194"/>
                    <a:pt x="1583" y="624"/>
                    <a:pt x="1312" y="624"/>
                  </a:cubicBezTo>
                  <a:cubicBezTo>
                    <a:pt x="1042" y="624"/>
                    <a:pt x="802" y="194"/>
                    <a:pt x="64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85"/>
            <p:cNvSpPr/>
            <p:nvPr/>
          </p:nvSpPr>
          <p:spPr>
            <a:xfrm>
              <a:off x="3731624" y="3610880"/>
              <a:ext cx="17152" cy="46017"/>
            </a:xfrm>
            <a:custGeom>
              <a:rect b="b" l="l" r="r" t="t"/>
              <a:pathLst>
                <a:path extrusionOk="0" h="1768" w="659">
                  <a:moveTo>
                    <a:pt x="53" y="1"/>
                  </a:moveTo>
                  <a:cubicBezTo>
                    <a:pt x="21" y="64"/>
                    <a:pt x="4" y="131"/>
                    <a:pt x="0" y="205"/>
                  </a:cubicBezTo>
                  <a:lnTo>
                    <a:pt x="0" y="1767"/>
                  </a:lnTo>
                  <a:lnTo>
                    <a:pt x="658" y="1767"/>
                  </a:lnTo>
                  <a:lnTo>
                    <a:pt x="658" y="673"/>
                  </a:lnTo>
                  <a:cubicBezTo>
                    <a:pt x="658" y="536"/>
                    <a:pt x="591" y="406"/>
                    <a:pt x="482" y="321"/>
                  </a:cubicBezTo>
                  <a:lnTo>
                    <a:pt x="5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85"/>
            <p:cNvSpPr/>
            <p:nvPr/>
          </p:nvSpPr>
          <p:spPr>
            <a:xfrm>
              <a:off x="3782898" y="3610880"/>
              <a:ext cx="17048" cy="46017"/>
            </a:xfrm>
            <a:custGeom>
              <a:rect b="b" l="l" r="r" t="t"/>
              <a:pathLst>
                <a:path extrusionOk="0" h="1768" w="655">
                  <a:moveTo>
                    <a:pt x="602" y="1"/>
                  </a:moveTo>
                  <a:lnTo>
                    <a:pt x="176" y="321"/>
                  </a:lnTo>
                  <a:cubicBezTo>
                    <a:pt x="64" y="406"/>
                    <a:pt x="0" y="536"/>
                    <a:pt x="0" y="673"/>
                  </a:cubicBezTo>
                  <a:lnTo>
                    <a:pt x="0" y="1767"/>
                  </a:lnTo>
                  <a:lnTo>
                    <a:pt x="655" y="1767"/>
                  </a:lnTo>
                  <a:lnTo>
                    <a:pt x="655" y="205"/>
                  </a:lnTo>
                  <a:cubicBezTo>
                    <a:pt x="655" y="131"/>
                    <a:pt x="637" y="64"/>
                    <a:pt x="60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85"/>
            <p:cNvSpPr/>
            <p:nvPr/>
          </p:nvSpPr>
          <p:spPr>
            <a:xfrm>
              <a:off x="3743050" y="3537352"/>
              <a:ext cx="45548" cy="51300"/>
            </a:xfrm>
            <a:custGeom>
              <a:rect b="b" l="l" r="r" t="t"/>
              <a:pathLst>
                <a:path extrusionOk="0" h="1971" w="1750">
                  <a:moveTo>
                    <a:pt x="655" y="1"/>
                  </a:moveTo>
                  <a:cubicBezTo>
                    <a:pt x="293" y="1"/>
                    <a:pt x="1" y="296"/>
                    <a:pt x="1" y="659"/>
                  </a:cubicBezTo>
                  <a:lnTo>
                    <a:pt x="1" y="1095"/>
                  </a:lnTo>
                  <a:cubicBezTo>
                    <a:pt x="1" y="1577"/>
                    <a:pt x="391" y="1971"/>
                    <a:pt x="873" y="1971"/>
                  </a:cubicBezTo>
                  <a:cubicBezTo>
                    <a:pt x="1355" y="1967"/>
                    <a:pt x="1750" y="1577"/>
                    <a:pt x="1750" y="1095"/>
                  </a:cubicBezTo>
                  <a:lnTo>
                    <a:pt x="1750" y="659"/>
                  </a:lnTo>
                  <a:cubicBezTo>
                    <a:pt x="1750" y="296"/>
                    <a:pt x="1454" y="1"/>
                    <a:pt x="10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85"/>
            <p:cNvSpPr/>
            <p:nvPr/>
          </p:nvSpPr>
          <p:spPr>
            <a:xfrm>
              <a:off x="3742998" y="3537352"/>
              <a:ext cx="31415" cy="51300"/>
            </a:xfrm>
            <a:custGeom>
              <a:rect b="b" l="l" r="r" t="t"/>
              <a:pathLst>
                <a:path extrusionOk="0" h="1971" w="1207">
                  <a:moveTo>
                    <a:pt x="657" y="1"/>
                  </a:moveTo>
                  <a:cubicBezTo>
                    <a:pt x="295" y="1"/>
                    <a:pt x="3" y="296"/>
                    <a:pt x="3" y="659"/>
                  </a:cubicBezTo>
                  <a:lnTo>
                    <a:pt x="3" y="1095"/>
                  </a:lnTo>
                  <a:cubicBezTo>
                    <a:pt x="0" y="1596"/>
                    <a:pt x="412" y="1970"/>
                    <a:pt x="874" y="1970"/>
                  </a:cubicBezTo>
                  <a:cubicBezTo>
                    <a:pt x="984" y="1970"/>
                    <a:pt x="1096" y="1949"/>
                    <a:pt x="1206" y="1904"/>
                  </a:cubicBezTo>
                  <a:cubicBezTo>
                    <a:pt x="875" y="1770"/>
                    <a:pt x="657" y="1450"/>
                    <a:pt x="657" y="1095"/>
                  </a:cubicBezTo>
                  <a:lnTo>
                    <a:pt x="657" y="659"/>
                  </a:lnTo>
                  <a:cubicBezTo>
                    <a:pt x="657" y="338"/>
                    <a:pt x="890" y="64"/>
                    <a:pt x="1206" y="11"/>
                  </a:cubicBezTo>
                  <a:cubicBezTo>
                    <a:pt x="1167" y="4"/>
                    <a:pt x="1132" y="1"/>
                    <a:pt x="109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85"/>
            <p:cNvSpPr/>
            <p:nvPr/>
          </p:nvSpPr>
          <p:spPr>
            <a:xfrm>
              <a:off x="3743050" y="3537352"/>
              <a:ext cx="45548" cy="22826"/>
            </a:xfrm>
            <a:custGeom>
              <a:rect b="b" l="l" r="r" t="t"/>
              <a:pathLst>
                <a:path extrusionOk="0" h="877" w="1750">
                  <a:moveTo>
                    <a:pt x="655" y="1"/>
                  </a:moveTo>
                  <a:cubicBezTo>
                    <a:pt x="293" y="1"/>
                    <a:pt x="1" y="296"/>
                    <a:pt x="1" y="659"/>
                  </a:cubicBezTo>
                  <a:cubicBezTo>
                    <a:pt x="1" y="659"/>
                    <a:pt x="655" y="877"/>
                    <a:pt x="1750" y="877"/>
                  </a:cubicBezTo>
                  <a:lnTo>
                    <a:pt x="1750" y="659"/>
                  </a:lnTo>
                  <a:cubicBezTo>
                    <a:pt x="1750" y="296"/>
                    <a:pt x="1454" y="1"/>
                    <a:pt x="10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85"/>
            <p:cNvSpPr/>
            <p:nvPr/>
          </p:nvSpPr>
          <p:spPr>
            <a:xfrm>
              <a:off x="3743050" y="3537352"/>
              <a:ext cx="31363" cy="20822"/>
            </a:xfrm>
            <a:custGeom>
              <a:rect b="b" l="l" r="r" t="t"/>
              <a:pathLst>
                <a:path extrusionOk="0" h="800" w="1205">
                  <a:moveTo>
                    <a:pt x="655" y="1"/>
                  </a:moveTo>
                  <a:cubicBezTo>
                    <a:pt x="293" y="1"/>
                    <a:pt x="1" y="296"/>
                    <a:pt x="1" y="659"/>
                  </a:cubicBezTo>
                  <a:cubicBezTo>
                    <a:pt x="215" y="722"/>
                    <a:pt x="434" y="768"/>
                    <a:pt x="655" y="799"/>
                  </a:cubicBezTo>
                  <a:lnTo>
                    <a:pt x="655" y="659"/>
                  </a:lnTo>
                  <a:cubicBezTo>
                    <a:pt x="655" y="338"/>
                    <a:pt x="888" y="64"/>
                    <a:pt x="1204" y="11"/>
                  </a:cubicBezTo>
                  <a:cubicBezTo>
                    <a:pt x="1165" y="4"/>
                    <a:pt x="1130" y="1"/>
                    <a:pt x="109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85"/>
            <p:cNvSpPr/>
            <p:nvPr/>
          </p:nvSpPr>
          <p:spPr>
            <a:xfrm>
              <a:off x="3669445" y="3378376"/>
              <a:ext cx="363474" cy="317978"/>
            </a:xfrm>
            <a:custGeom>
              <a:rect b="b" l="l" r="r" t="t"/>
              <a:pathLst>
                <a:path extrusionOk="0" h="12217" w="13965">
                  <a:moveTo>
                    <a:pt x="7846" y="412"/>
                  </a:moveTo>
                  <a:lnTo>
                    <a:pt x="7456" y="3924"/>
                  </a:lnTo>
                  <a:cubicBezTo>
                    <a:pt x="7456" y="3931"/>
                    <a:pt x="7449" y="3938"/>
                    <a:pt x="7442" y="3938"/>
                  </a:cubicBezTo>
                  <a:lnTo>
                    <a:pt x="6520" y="3938"/>
                  </a:lnTo>
                  <a:cubicBezTo>
                    <a:pt x="6513" y="3938"/>
                    <a:pt x="6509" y="3931"/>
                    <a:pt x="6506" y="3924"/>
                  </a:cubicBezTo>
                  <a:lnTo>
                    <a:pt x="6115" y="412"/>
                  </a:lnTo>
                  <a:close/>
                  <a:moveTo>
                    <a:pt x="13321" y="3470"/>
                  </a:moveTo>
                  <a:cubicBezTo>
                    <a:pt x="13451" y="3470"/>
                    <a:pt x="13553" y="3575"/>
                    <a:pt x="13557" y="3702"/>
                  </a:cubicBezTo>
                  <a:lnTo>
                    <a:pt x="13557" y="11576"/>
                  </a:lnTo>
                  <a:cubicBezTo>
                    <a:pt x="13557" y="11703"/>
                    <a:pt x="13451" y="11809"/>
                    <a:pt x="13324" y="11809"/>
                  </a:cubicBezTo>
                  <a:lnTo>
                    <a:pt x="640" y="11809"/>
                  </a:lnTo>
                  <a:cubicBezTo>
                    <a:pt x="514" y="11809"/>
                    <a:pt x="408" y="11703"/>
                    <a:pt x="408" y="11576"/>
                  </a:cubicBezTo>
                  <a:lnTo>
                    <a:pt x="408" y="3702"/>
                  </a:lnTo>
                  <a:cubicBezTo>
                    <a:pt x="408" y="3575"/>
                    <a:pt x="514" y="3470"/>
                    <a:pt x="640" y="3470"/>
                  </a:cubicBezTo>
                  <a:lnTo>
                    <a:pt x="6045" y="3470"/>
                  </a:lnTo>
                  <a:lnTo>
                    <a:pt x="6101" y="3969"/>
                  </a:lnTo>
                  <a:cubicBezTo>
                    <a:pt x="6126" y="4184"/>
                    <a:pt x="6305" y="4346"/>
                    <a:pt x="6523" y="4346"/>
                  </a:cubicBezTo>
                  <a:lnTo>
                    <a:pt x="7442" y="4346"/>
                  </a:lnTo>
                  <a:cubicBezTo>
                    <a:pt x="7656" y="4346"/>
                    <a:pt x="7839" y="4184"/>
                    <a:pt x="7864" y="3969"/>
                  </a:cubicBezTo>
                  <a:lnTo>
                    <a:pt x="7917" y="3470"/>
                  </a:lnTo>
                  <a:close/>
                  <a:moveTo>
                    <a:pt x="5886" y="1"/>
                  </a:moveTo>
                  <a:cubicBezTo>
                    <a:pt x="5767" y="1"/>
                    <a:pt x="5672" y="106"/>
                    <a:pt x="5686" y="229"/>
                  </a:cubicBezTo>
                  <a:lnTo>
                    <a:pt x="5999" y="3062"/>
                  </a:lnTo>
                  <a:lnTo>
                    <a:pt x="640" y="3062"/>
                  </a:lnTo>
                  <a:cubicBezTo>
                    <a:pt x="289" y="3062"/>
                    <a:pt x="0" y="3350"/>
                    <a:pt x="0" y="3706"/>
                  </a:cubicBezTo>
                  <a:lnTo>
                    <a:pt x="0" y="11576"/>
                  </a:lnTo>
                  <a:cubicBezTo>
                    <a:pt x="0" y="11932"/>
                    <a:pt x="289" y="12217"/>
                    <a:pt x="640" y="12217"/>
                  </a:cubicBezTo>
                  <a:lnTo>
                    <a:pt x="13321" y="12217"/>
                  </a:lnTo>
                  <a:cubicBezTo>
                    <a:pt x="13676" y="12217"/>
                    <a:pt x="13965" y="11932"/>
                    <a:pt x="13965" y="11576"/>
                  </a:cubicBezTo>
                  <a:lnTo>
                    <a:pt x="13965" y="3706"/>
                  </a:lnTo>
                  <a:cubicBezTo>
                    <a:pt x="13965" y="3350"/>
                    <a:pt x="13676" y="3062"/>
                    <a:pt x="13324" y="3062"/>
                  </a:cubicBezTo>
                  <a:lnTo>
                    <a:pt x="7962" y="3062"/>
                  </a:lnTo>
                  <a:lnTo>
                    <a:pt x="8279" y="229"/>
                  </a:lnTo>
                  <a:cubicBezTo>
                    <a:pt x="8290" y="106"/>
                    <a:pt x="8195" y="1"/>
                    <a:pt x="80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85"/>
            <p:cNvSpPr/>
            <p:nvPr/>
          </p:nvSpPr>
          <p:spPr>
            <a:xfrm>
              <a:off x="3703593" y="3503568"/>
              <a:ext cx="124490" cy="158638"/>
            </a:xfrm>
            <a:custGeom>
              <a:rect b="b" l="l" r="r" t="t"/>
              <a:pathLst>
                <a:path extrusionOk="0" h="6095" w="4783">
                  <a:moveTo>
                    <a:pt x="2608" y="1503"/>
                  </a:moveTo>
                  <a:cubicBezTo>
                    <a:pt x="2857" y="1506"/>
                    <a:pt x="3061" y="1707"/>
                    <a:pt x="3061" y="1957"/>
                  </a:cubicBezTo>
                  <a:lnTo>
                    <a:pt x="3061" y="2393"/>
                  </a:lnTo>
                  <a:cubicBezTo>
                    <a:pt x="3058" y="2762"/>
                    <a:pt x="2759" y="3061"/>
                    <a:pt x="2389" y="3061"/>
                  </a:cubicBezTo>
                  <a:cubicBezTo>
                    <a:pt x="2020" y="3061"/>
                    <a:pt x="1721" y="2762"/>
                    <a:pt x="1721" y="2393"/>
                  </a:cubicBezTo>
                  <a:lnTo>
                    <a:pt x="1721" y="1957"/>
                  </a:lnTo>
                  <a:cubicBezTo>
                    <a:pt x="1721" y="1707"/>
                    <a:pt x="1921" y="1506"/>
                    <a:pt x="2171" y="1503"/>
                  </a:cubicBezTo>
                  <a:close/>
                  <a:moveTo>
                    <a:pt x="2622" y="3445"/>
                  </a:moveTo>
                  <a:lnTo>
                    <a:pt x="2622" y="3568"/>
                  </a:lnTo>
                  <a:cubicBezTo>
                    <a:pt x="2622" y="3645"/>
                    <a:pt x="2643" y="3716"/>
                    <a:pt x="2681" y="3783"/>
                  </a:cubicBezTo>
                  <a:lnTo>
                    <a:pt x="2400" y="4061"/>
                  </a:lnTo>
                  <a:cubicBezTo>
                    <a:pt x="2396" y="4064"/>
                    <a:pt x="2393" y="4066"/>
                    <a:pt x="2389" y="4066"/>
                  </a:cubicBezTo>
                  <a:cubicBezTo>
                    <a:pt x="2386" y="4066"/>
                    <a:pt x="2382" y="4064"/>
                    <a:pt x="2379" y="4061"/>
                  </a:cubicBezTo>
                  <a:lnTo>
                    <a:pt x="2101" y="3783"/>
                  </a:lnTo>
                  <a:cubicBezTo>
                    <a:pt x="2136" y="3716"/>
                    <a:pt x="2157" y="3645"/>
                    <a:pt x="2157" y="3568"/>
                  </a:cubicBezTo>
                  <a:lnTo>
                    <a:pt x="2157" y="3445"/>
                  </a:lnTo>
                  <a:cubicBezTo>
                    <a:pt x="2235" y="3462"/>
                    <a:pt x="2312" y="3473"/>
                    <a:pt x="2389" y="3473"/>
                  </a:cubicBezTo>
                  <a:cubicBezTo>
                    <a:pt x="2467" y="3473"/>
                    <a:pt x="2548" y="3462"/>
                    <a:pt x="2622" y="3445"/>
                  </a:cubicBezTo>
                  <a:close/>
                  <a:moveTo>
                    <a:pt x="3016" y="4025"/>
                  </a:moveTo>
                  <a:lnTo>
                    <a:pt x="3371" y="4201"/>
                  </a:lnTo>
                  <a:cubicBezTo>
                    <a:pt x="3449" y="4240"/>
                    <a:pt x="3498" y="4321"/>
                    <a:pt x="3498" y="4409"/>
                  </a:cubicBezTo>
                  <a:lnTo>
                    <a:pt x="3498" y="5686"/>
                  </a:lnTo>
                  <a:lnTo>
                    <a:pt x="1285" y="5686"/>
                  </a:lnTo>
                  <a:lnTo>
                    <a:pt x="1285" y="4409"/>
                  </a:lnTo>
                  <a:cubicBezTo>
                    <a:pt x="1285" y="4321"/>
                    <a:pt x="1334" y="4240"/>
                    <a:pt x="1415" y="4201"/>
                  </a:cubicBezTo>
                  <a:lnTo>
                    <a:pt x="1770" y="4025"/>
                  </a:lnTo>
                  <a:lnTo>
                    <a:pt x="2094" y="4349"/>
                  </a:lnTo>
                  <a:cubicBezTo>
                    <a:pt x="2177" y="4432"/>
                    <a:pt x="2285" y="4473"/>
                    <a:pt x="2393" y="4473"/>
                  </a:cubicBezTo>
                  <a:cubicBezTo>
                    <a:pt x="2501" y="4473"/>
                    <a:pt x="2609" y="4432"/>
                    <a:pt x="2692" y="4349"/>
                  </a:cubicBezTo>
                  <a:lnTo>
                    <a:pt x="3016" y="4025"/>
                  </a:lnTo>
                  <a:close/>
                  <a:moveTo>
                    <a:pt x="4360" y="412"/>
                  </a:moveTo>
                  <a:cubicBezTo>
                    <a:pt x="4367" y="412"/>
                    <a:pt x="4374" y="419"/>
                    <a:pt x="4374" y="426"/>
                  </a:cubicBezTo>
                  <a:lnTo>
                    <a:pt x="4374" y="5672"/>
                  </a:lnTo>
                  <a:cubicBezTo>
                    <a:pt x="4374" y="5679"/>
                    <a:pt x="4367" y="5686"/>
                    <a:pt x="4360" y="5686"/>
                  </a:cubicBezTo>
                  <a:lnTo>
                    <a:pt x="3909" y="5686"/>
                  </a:lnTo>
                  <a:lnTo>
                    <a:pt x="3909" y="4412"/>
                  </a:lnTo>
                  <a:cubicBezTo>
                    <a:pt x="3909" y="4166"/>
                    <a:pt x="3772" y="3945"/>
                    <a:pt x="3554" y="3835"/>
                  </a:cubicBezTo>
                  <a:lnTo>
                    <a:pt x="3040" y="3582"/>
                  </a:lnTo>
                  <a:cubicBezTo>
                    <a:pt x="3037" y="3579"/>
                    <a:pt x="3033" y="3575"/>
                    <a:pt x="3033" y="3568"/>
                  </a:cubicBezTo>
                  <a:lnTo>
                    <a:pt x="3033" y="3265"/>
                  </a:lnTo>
                  <a:lnTo>
                    <a:pt x="3033" y="3258"/>
                  </a:lnTo>
                  <a:cubicBezTo>
                    <a:pt x="3311" y="3054"/>
                    <a:pt x="3473" y="2734"/>
                    <a:pt x="3473" y="2393"/>
                  </a:cubicBezTo>
                  <a:lnTo>
                    <a:pt x="3473" y="1953"/>
                  </a:lnTo>
                  <a:cubicBezTo>
                    <a:pt x="3473" y="1478"/>
                    <a:pt x="3090" y="1095"/>
                    <a:pt x="2615" y="1095"/>
                  </a:cubicBezTo>
                  <a:lnTo>
                    <a:pt x="2175" y="1095"/>
                  </a:lnTo>
                  <a:cubicBezTo>
                    <a:pt x="1700" y="1095"/>
                    <a:pt x="1316" y="1478"/>
                    <a:pt x="1316" y="1953"/>
                  </a:cubicBezTo>
                  <a:lnTo>
                    <a:pt x="1316" y="2393"/>
                  </a:lnTo>
                  <a:cubicBezTo>
                    <a:pt x="1316" y="2734"/>
                    <a:pt x="1478" y="3054"/>
                    <a:pt x="1756" y="3258"/>
                  </a:cubicBezTo>
                  <a:lnTo>
                    <a:pt x="1756" y="3265"/>
                  </a:lnTo>
                  <a:lnTo>
                    <a:pt x="1756" y="3568"/>
                  </a:lnTo>
                  <a:cubicBezTo>
                    <a:pt x="1756" y="3575"/>
                    <a:pt x="1753" y="3579"/>
                    <a:pt x="1746" y="3582"/>
                  </a:cubicBezTo>
                  <a:lnTo>
                    <a:pt x="1235" y="3835"/>
                  </a:lnTo>
                  <a:cubicBezTo>
                    <a:pt x="1017" y="3945"/>
                    <a:pt x="880" y="4166"/>
                    <a:pt x="880" y="4412"/>
                  </a:cubicBezTo>
                  <a:lnTo>
                    <a:pt x="880" y="5686"/>
                  </a:lnTo>
                  <a:lnTo>
                    <a:pt x="423" y="5686"/>
                  </a:lnTo>
                  <a:cubicBezTo>
                    <a:pt x="416" y="5686"/>
                    <a:pt x="409" y="5679"/>
                    <a:pt x="409" y="5672"/>
                  </a:cubicBezTo>
                  <a:lnTo>
                    <a:pt x="409" y="426"/>
                  </a:lnTo>
                  <a:cubicBezTo>
                    <a:pt x="409" y="419"/>
                    <a:pt x="416" y="412"/>
                    <a:pt x="423" y="412"/>
                  </a:cubicBezTo>
                  <a:close/>
                  <a:moveTo>
                    <a:pt x="423" y="0"/>
                  </a:moveTo>
                  <a:cubicBezTo>
                    <a:pt x="190" y="0"/>
                    <a:pt x="0" y="190"/>
                    <a:pt x="0" y="426"/>
                  </a:cubicBezTo>
                  <a:lnTo>
                    <a:pt x="0" y="5672"/>
                  </a:lnTo>
                  <a:cubicBezTo>
                    <a:pt x="0" y="5904"/>
                    <a:pt x="190" y="6094"/>
                    <a:pt x="423" y="6094"/>
                  </a:cubicBezTo>
                  <a:lnTo>
                    <a:pt x="4360" y="6094"/>
                  </a:lnTo>
                  <a:cubicBezTo>
                    <a:pt x="4592" y="6094"/>
                    <a:pt x="4782" y="5904"/>
                    <a:pt x="4782" y="5672"/>
                  </a:cubicBezTo>
                  <a:lnTo>
                    <a:pt x="4782" y="426"/>
                  </a:lnTo>
                  <a:cubicBezTo>
                    <a:pt x="4782" y="190"/>
                    <a:pt x="4592" y="0"/>
                    <a:pt x="4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85"/>
            <p:cNvSpPr/>
            <p:nvPr/>
          </p:nvSpPr>
          <p:spPr>
            <a:xfrm>
              <a:off x="3851481" y="3503568"/>
              <a:ext cx="147290" cy="33549"/>
            </a:xfrm>
            <a:custGeom>
              <a:rect b="b" l="l" r="r" t="t"/>
              <a:pathLst>
                <a:path extrusionOk="0" h="1289" w="5659">
                  <a:moveTo>
                    <a:pt x="5236" y="412"/>
                  </a:moveTo>
                  <a:cubicBezTo>
                    <a:pt x="5243" y="412"/>
                    <a:pt x="5250" y="419"/>
                    <a:pt x="5250" y="426"/>
                  </a:cubicBezTo>
                  <a:lnTo>
                    <a:pt x="5250" y="862"/>
                  </a:lnTo>
                  <a:cubicBezTo>
                    <a:pt x="5250" y="869"/>
                    <a:pt x="5243" y="876"/>
                    <a:pt x="5236" y="876"/>
                  </a:cubicBezTo>
                  <a:lnTo>
                    <a:pt x="426" y="876"/>
                  </a:lnTo>
                  <a:cubicBezTo>
                    <a:pt x="416" y="876"/>
                    <a:pt x="412" y="869"/>
                    <a:pt x="412" y="862"/>
                  </a:cubicBezTo>
                  <a:lnTo>
                    <a:pt x="412" y="426"/>
                  </a:lnTo>
                  <a:cubicBezTo>
                    <a:pt x="412" y="419"/>
                    <a:pt x="416" y="412"/>
                    <a:pt x="426" y="412"/>
                  </a:cubicBezTo>
                  <a:close/>
                  <a:moveTo>
                    <a:pt x="426" y="0"/>
                  </a:moveTo>
                  <a:cubicBezTo>
                    <a:pt x="191" y="0"/>
                    <a:pt x="1" y="190"/>
                    <a:pt x="1" y="426"/>
                  </a:cubicBezTo>
                  <a:lnTo>
                    <a:pt x="1" y="862"/>
                  </a:lnTo>
                  <a:cubicBezTo>
                    <a:pt x="1" y="1098"/>
                    <a:pt x="191" y="1285"/>
                    <a:pt x="423" y="1288"/>
                  </a:cubicBezTo>
                  <a:lnTo>
                    <a:pt x="5236" y="1288"/>
                  </a:lnTo>
                  <a:cubicBezTo>
                    <a:pt x="5468" y="1285"/>
                    <a:pt x="5658" y="1098"/>
                    <a:pt x="5658" y="862"/>
                  </a:cubicBezTo>
                  <a:lnTo>
                    <a:pt x="5658" y="426"/>
                  </a:lnTo>
                  <a:cubicBezTo>
                    <a:pt x="5658" y="190"/>
                    <a:pt x="5468" y="0"/>
                    <a:pt x="5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85"/>
            <p:cNvSpPr/>
            <p:nvPr/>
          </p:nvSpPr>
          <p:spPr>
            <a:xfrm>
              <a:off x="3851481" y="3549169"/>
              <a:ext cx="113142" cy="33367"/>
            </a:xfrm>
            <a:custGeom>
              <a:rect b="b" l="l" r="r" t="t"/>
              <a:pathLst>
                <a:path extrusionOk="0" h="1282" w="4347">
                  <a:moveTo>
                    <a:pt x="3924" y="409"/>
                  </a:moveTo>
                  <a:cubicBezTo>
                    <a:pt x="3931" y="409"/>
                    <a:pt x="3938" y="416"/>
                    <a:pt x="3938" y="423"/>
                  </a:cubicBezTo>
                  <a:lnTo>
                    <a:pt x="3938" y="859"/>
                  </a:lnTo>
                  <a:cubicBezTo>
                    <a:pt x="3938" y="866"/>
                    <a:pt x="3931" y="873"/>
                    <a:pt x="3924" y="873"/>
                  </a:cubicBezTo>
                  <a:lnTo>
                    <a:pt x="426" y="873"/>
                  </a:lnTo>
                  <a:cubicBezTo>
                    <a:pt x="416" y="873"/>
                    <a:pt x="412" y="866"/>
                    <a:pt x="412" y="859"/>
                  </a:cubicBezTo>
                  <a:lnTo>
                    <a:pt x="412" y="423"/>
                  </a:lnTo>
                  <a:cubicBezTo>
                    <a:pt x="412" y="416"/>
                    <a:pt x="416" y="409"/>
                    <a:pt x="426" y="409"/>
                  </a:cubicBezTo>
                  <a:close/>
                  <a:moveTo>
                    <a:pt x="426" y="1"/>
                  </a:moveTo>
                  <a:cubicBezTo>
                    <a:pt x="191" y="1"/>
                    <a:pt x="1" y="187"/>
                    <a:pt x="1" y="423"/>
                  </a:cubicBezTo>
                  <a:lnTo>
                    <a:pt x="1" y="859"/>
                  </a:lnTo>
                  <a:cubicBezTo>
                    <a:pt x="1" y="1091"/>
                    <a:pt x="191" y="1281"/>
                    <a:pt x="426" y="1281"/>
                  </a:cubicBezTo>
                  <a:lnTo>
                    <a:pt x="3924" y="1281"/>
                  </a:lnTo>
                  <a:cubicBezTo>
                    <a:pt x="4156" y="1281"/>
                    <a:pt x="4346" y="1091"/>
                    <a:pt x="4346" y="859"/>
                  </a:cubicBezTo>
                  <a:lnTo>
                    <a:pt x="4346" y="423"/>
                  </a:lnTo>
                  <a:cubicBezTo>
                    <a:pt x="4346" y="187"/>
                    <a:pt x="4156"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85"/>
            <p:cNvSpPr/>
            <p:nvPr/>
          </p:nvSpPr>
          <p:spPr>
            <a:xfrm>
              <a:off x="3849737" y="3594691"/>
              <a:ext cx="69363" cy="10645"/>
            </a:xfrm>
            <a:custGeom>
              <a:rect b="b" l="l" r="r" t="t"/>
              <a:pathLst>
                <a:path extrusionOk="0" h="409" w="2665">
                  <a:moveTo>
                    <a:pt x="272" y="0"/>
                  </a:moveTo>
                  <a:cubicBezTo>
                    <a:pt x="1" y="0"/>
                    <a:pt x="1" y="408"/>
                    <a:pt x="272" y="408"/>
                  </a:cubicBezTo>
                  <a:lnTo>
                    <a:pt x="2460" y="408"/>
                  </a:lnTo>
                  <a:cubicBezTo>
                    <a:pt x="2573" y="408"/>
                    <a:pt x="2664" y="317"/>
                    <a:pt x="2664" y="204"/>
                  </a:cubicBezTo>
                  <a:cubicBezTo>
                    <a:pt x="2664" y="92"/>
                    <a:pt x="2573" y="0"/>
                    <a:pt x="2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85"/>
            <p:cNvSpPr/>
            <p:nvPr/>
          </p:nvSpPr>
          <p:spPr>
            <a:xfrm>
              <a:off x="3929407" y="3594691"/>
              <a:ext cx="35215" cy="10645"/>
            </a:xfrm>
            <a:custGeom>
              <a:rect b="b" l="l" r="r" t="t"/>
              <a:pathLst>
                <a:path extrusionOk="0" h="409" w="1353">
                  <a:moveTo>
                    <a:pt x="275" y="0"/>
                  </a:moveTo>
                  <a:cubicBezTo>
                    <a:pt x="1" y="0"/>
                    <a:pt x="1" y="408"/>
                    <a:pt x="275" y="408"/>
                  </a:cubicBezTo>
                  <a:lnTo>
                    <a:pt x="1148" y="408"/>
                  </a:lnTo>
                  <a:cubicBezTo>
                    <a:pt x="1261" y="408"/>
                    <a:pt x="1352" y="317"/>
                    <a:pt x="1352" y="204"/>
                  </a:cubicBezTo>
                  <a:cubicBezTo>
                    <a:pt x="1352" y="92"/>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85"/>
            <p:cNvSpPr/>
            <p:nvPr/>
          </p:nvSpPr>
          <p:spPr>
            <a:xfrm>
              <a:off x="3849737" y="3628761"/>
              <a:ext cx="23841" cy="10723"/>
            </a:xfrm>
            <a:custGeom>
              <a:rect b="b" l="l" r="r" t="t"/>
              <a:pathLst>
                <a:path extrusionOk="0" h="412" w="916">
                  <a:moveTo>
                    <a:pt x="272" y="0"/>
                  </a:moveTo>
                  <a:cubicBezTo>
                    <a:pt x="1" y="0"/>
                    <a:pt x="1" y="412"/>
                    <a:pt x="272" y="412"/>
                  </a:cubicBezTo>
                  <a:lnTo>
                    <a:pt x="712" y="412"/>
                  </a:lnTo>
                  <a:cubicBezTo>
                    <a:pt x="824" y="412"/>
                    <a:pt x="916" y="320"/>
                    <a:pt x="916" y="208"/>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85"/>
            <p:cNvSpPr/>
            <p:nvPr/>
          </p:nvSpPr>
          <p:spPr>
            <a:xfrm>
              <a:off x="3883911" y="3628761"/>
              <a:ext cx="57989" cy="10723"/>
            </a:xfrm>
            <a:custGeom>
              <a:rect b="b" l="l" r="r" t="t"/>
              <a:pathLst>
                <a:path extrusionOk="0" h="412" w="2228">
                  <a:moveTo>
                    <a:pt x="271" y="0"/>
                  </a:moveTo>
                  <a:cubicBezTo>
                    <a:pt x="0" y="0"/>
                    <a:pt x="0" y="412"/>
                    <a:pt x="271" y="412"/>
                  </a:cubicBezTo>
                  <a:lnTo>
                    <a:pt x="2023" y="412"/>
                  </a:lnTo>
                  <a:cubicBezTo>
                    <a:pt x="2136" y="412"/>
                    <a:pt x="2227" y="320"/>
                    <a:pt x="2227" y="208"/>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85"/>
            <p:cNvSpPr/>
            <p:nvPr/>
          </p:nvSpPr>
          <p:spPr>
            <a:xfrm>
              <a:off x="3849737" y="3651561"/>
              <a:ext cx="23841" cy="10645"/>
            </a:xfrm>
            <a:custGeom>
              <a:rect b="b" l="l" r="r" t="t"/>
              <a:pathLst>
                <a:path extrusionOk="0" h="409" w="916">
                  <a:moveTo>
                    <a:pt x="272" y="0"/>
                  </a:moveTo>
                  <a:cubicBezTo>
                    <a:pt x="1" y="0"/>
                    <a:pt x="1" y="408"/>
                    <a:pt x="272" y="408"/>
                  </a:cubicBezTo>
                  <a:lnTo>
                    <a:pt x="712" y="408"/>
                  </a:lnTo>
                  <a:cubicBezTo>
                    <a:pt x="824" y="408"/>
                    <a:pt x="916" y="317"/>
                    <a:pt x="916" y="204"/>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85"/>
            <p:cNvSpPr/>
            <p:nvPr/>
          </p:nvSpPr>
          <p:spPr>
            <a:xfrm>
              <a:off x="3883911" y="3651561"/>
              <a:ext cx="57989" cy="10645"/>
            </a:xfrm>
            <a:custGeom>
              <a:rect b="b" l="l" r="r" t="t"/>
              <a:pathLst>
                <a:path extrusionOk="0" h="409" w="2228">
                  <a:moveTo>
                    <a:pt x="271" y="0"/>
                  </a:moveTo>
                  <a:cubicBezTo>
                    <a:pt x="0" y="0"/>
                    <a:pt x="0" y="408"/>
                    <a:pt x="271" y="408"/>
                  </a:cubicBezTo>
                  <a:lnTo>
                    <a:pt x="2023" y="408"/>
                  </a:lnTo>
                  <a:cubicBezTo>
                    <a:pt x="2136" y="408"/>
                    <a:pt x="2227" y="317"/>
                    <a:pt x="2227" y="204"/>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85"/>
            <p:cNvSpPr/>
            <p:nvPr/>
          </p:nvSpPr>
          <p:spPr>
            <a:xfrm>
              <a:off x="3844063" y="3458046"/>
              <a:ext cx="12493" cy="10749"/>
            </a:xfrm>
            <a:custGeom>
              <a:rect b="b" l="l" r="r" t="t"/>
              <a:pathLst>
                <a:path extrusionOk="0" h="413" w="480">
                  <a:moveTo>
                    <a:pt x="275" y="1"/>
                  </a:moveTo>
                  <a:cubicBezTo>
                    <a:pt x="1" y="1"/>
                    <a:pt x="1" y="412"/>
                    <a:pt x="275" y="412"/>
                  </a:cubicBezTo>
                  <a:cubicBezTo>
                    <a:pt x="388" y="412"/>
                    <a:pt x="479" y="317"/>
                    <a:pt x="479" y="205"/>
                  </a:cubicBezTo>
                  <a:cubicBezTo>
                    <a:pt x="479" y="92"/>
                    <a:pt x="388"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8" name="Google Shape;17118;p85"/>
          <p:cNvGrpSpPr/>
          <p:nvPr/>
        </p:nvGrpSpPr>
        <p:grpSpPr>
          <a:xfrm>
            <a:off x="1835495" y="1506921"/>
            <a:ext cx="356629" cy="356525"/>
            <a:chOff x="1835495" y="1506921"/>
            <a:chExt cx="356629" cy="356525"/>
          </a:xfrm>
        </p:grpSpPr>
        <p:sp>
          <p:nvSpPr>
            <p:cNvPr id="17119" name="Google Shape;17119;p85"/>
            <p:cNvSpPr/>
            <p:nvPr/>
          </p:nvSpPr>
          <p:spPr>
            <a:xfrm>
              <a:off x="1974690" y="1618188"/>
              <a:ext cx="27980" cy="61477"/>
            </a:xfrm>
            <a:custGeom>
              <a:rect b="b" l="l" r="r" t="t"/>
              <a:pathLst>
                <a:path extrusionOk="0" h="2362" w="1075">
                  <a:moveTo>
                    <a:pt x="645" y="0"/>
                  </a:moveTo>
                  <a:cubicBezTo>
                    <a:pt x="289" y="0"/>
                    <a:pt x="1" y="289"/>
                    <a:pt x="1" y="644"/>
                  </a:cubicBezTo>
                  <a:lnTo>
                    <a:pt x="1" y="796"/>
                  </a:lnTo>
                  <a:cubicBezTo>
                    <a:pt x="1" y="978"/>
                    <a:pt x="29" y="1161"/>
                    <a:pt x="89" y="1337"/>
                  </a:cubicBezTo>
                  <a:lnTo>
                    <a:pt x="430" y="2361"/>
                  </a:lnTo>
                  <a:lnTo>
                    <a:pt x="1074" y="2361"/>
                  </a:lnTo>
                  <a:lnTo>
                    <a:pt x="107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85"/>
            <p:cNvSpPr/>
            <p:nvPr/>
          </p:nvSpPr>
          <p:spPr>
            <a:xfrm>
              <a:off x="1985882" y="1612593"/>
              <a:ext cx="67047" cy="66969"/>
            </a:xfrm>
            <a:custGeom>
              <a:rect b="b" l="l" r="r" t="t"/>
              <a:pathLst>
                <a:path extrusionOk="0" h="2573" w="2576">
                  <a:moveTo>
                    <a:pt x="644" y="1"/>
                  </a:moveTo>
                  <a:cubicBezTo>
                    <a:pt x="289" y="1"/>
                    <a:pt x="0" y="289"/>
                    <a:pt x="0" y="645"/>
                  </a:cubicBezTo>
                  <a:cubicBezTo>
                    <a:pt x="0" y="880"/>
                    <a:pt x="194" y="1074"/>
                    <a:pt x="429" y="1074"/>
                  </a:cubicBezTo>
                  <a:lnTo>
                    <a:pt x="2147" y="2573"/>
                  </a:lnTo>
                  <a:lnTo>
                    <a:pt x="2523" y="1246"/>
                  </a:lnTo>
                  <a:cubicBezTo>
                    <a:pt x="2558" y="1130"/>
                    <a:pt x="2572" y="1014"/>
                    <a:pt x="2576" y="894"/>
                  </a:cubicBezTo>
                  <a:lnTo>
                    <a:pt x="2576"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85"/>
            <p:cNvSpPr/>
            <p:nvPr/>
          </p:nvSpPr>
          <p:spPr>
            <a:xfrm>
              <a:off x="1997048" y="1696297"/>
              <a:ext cx="33445" cy="33549"/>
            </a:xfrm>
            <a:custGeom>
              <a:rect b="b" l="l" r="r" t="t"/>
              <a:pathLst>
                <a:path extrusionOk="0" h="1289" w="1285">
                  <a:moveTo>
                    <a:pt x="0" y="1"/>
                  </a:moveTo>
                  <a:lnTo>
                    <a:pt x="0" y="1288"/>
                  </a:lnTo>
                  <a:lnTo>
                    <a:pt x="1285" y="1288"/>
                  </a:lnTo>
                  <a:lnTo>
                    <a:pt x="128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85"/>
            <p:cNvSpPr/>
            <p:nvPr/>
          </p:nvSpPr>
          <p:spPr>
            <a:xfrm>
              <a:off x="1957954" y="1709857"/>
              <a:ext cx="111658" cy="87010"/>
            </a:xfrm>
            <a:custGeom>
              <a:rect b="b" l="l" r="r" t="t"/>
              <a:pathLst>
                <a:path extrusionOk="0" h="3343" w="4290">
                  <a:moveTo>
                    <a:pt x="1502" y="0"/>
                  </a:moveTo>
                  <a:lnTo>
                    <a:pt x="468" y="296"/>
                  </a:lnTo>
                  <a:cubicBezTo>
                    <a:pt x="190" y="377"/>
                    <a:pt x="0" y="627"/>
                    <a:pt x="0" y="915"/>
                  </a:cubicBezTo>
                  <a:lnTo>
                    <a:pt x="0" y="3343"/>
                  </a:lnTo>
                  <a:lnTo>
                    <a:pt x="4289" y="3343"/>
                  </a:lnTo>
                  <a:lnTo>
                    <a:pt x="4289" y="915"/>
                  </a:lnTo>
                  <a:cubicBezTo>
                    <a:pt x="4289" y="627"/>
                    <a:pt x="4099" y="377"/>
                    <a:pt x="3821" y="296"/>
                  </a:cubicBezTo>
                  <a:lnTo>
                    <a:pt x="2787" y="0"/>
                  </a:lnTo>
                  <a:lnTo>
                    <a:pt x="2533" y="303"/>
                  </a:lnTo>
                  <a:cubicBezTo>
                    <a:pt x="2431" y="424"/>
                    <a:pt x="2288" y="485"/>
                    <a:pt x="2145" y="485"/>
                  </a:cubicBezTo>
                  <a:cubicBezTo>
                    <a:pt x="2001" y="485"/>
                    <a:pt x="1858" y="424"/>
                    <a:pt x="1756" y="303"/>
                  </a:cubicBezTo>
                  <a:lnTo>
                    <a:pt x="15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85"/>
            <p:cNvSpPr/>
            <p:nvPr/>
          </p:nvSpPr>
          <p:spPr>
            <a:xfrm>
              <a:off x="1980286" y="1640624"/>
              <a:ext cx="67073" cy="61295"/>
            </a:xfrm>
            <a:custGeom>
              <a:rect b="b" l="l" r="r" t="t"/>
              <a:pathLst>
                <a:path extrusionOk="0" h="2355" w="2577">
                  <a:moveTo>
                    <a:pt x="815" y="0"/>
                  </a:moveTo>
                  <a:cubicBezTo>
                    <a:pt x="700" y="0"/>
                    <a:pt x="592" y="46"/>
                    <a:pt x="514" y="127"/>
                  </a:cubicBezTo>
                  <a:lnTo>
                    <a:pt x="303" y="338"/>
                  </a:lnTo>
                  <a:cubicBezTo>
                    <a:pt x="110" y="532"/>
                    <a:pt x="1" y="796"/>
                    <a:pt x="1" y="1070"/>
                  </a:cubicBezTo>
                  <a:cubicBezTo>
                    <a:pt x="1" y="1781"/>
                    <a:pt x="578" y="2354"/>
                    <a:pt x="1288" y="2354"/>
                  </a:cubicBezTo>
                  <a:cubicBezTo>
                    <a:pt x="1996" y="2354"/>
                    <a:pt x="2573" y="1781"/>
                    <a:pt x="2573" y="1070"/>
                  </a:cubicBezTo>
                  <a:lnTo>
                    <a:pt x="2573" y="796"/>
                  </a:lnTo>
                  <a:cubicBezTo>
                    <a:pt x="2576" y="683"/>
                    <a:pt x="2530" y="574"/>
                    <a:pt x="2449" y="493"/>
                  </a:cubicBezTo>
                  <a:cubicBezTo>
                    <a:pt x="2119" y="169"/>
                    <a:pt x="1510" y="21"/>
                    <a:pt x="827" y="0"/>
                  </a:cubicBezTo>
                  <a:cubicBezTo>
                    <a:pt x="823" y="0"/>
                    <a:pt x="819" y="0"/>
                    <a:pt x="81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85"/>
            <p:cNvSpPr/>
            <p:nvPr/>
          </p:nvSpPr>
          <p:spPr>
            <a:xfrm>
              <a:off x="1980286" y="1640520"/>
              <a:ext cx="66891" cy="60019"/>
            </a:xfrm>
            <a:custGeom>
              <a:rect b="b" l="l" r="r" t="t"/>
              <a:pathLst>
                <a:path extrusionOk="0" h="2306" w="2570">
                  <a:moveTo>
                    <a:pt x="815" y="1"/>
                  </a:moveTo>
                  <a:cubicBezTo>
                    <a:pt x="703" y="1"/>
                    <a:pt x="596" y="46"/>
                    <a:pt x="514" y="128"/>
                  </a:cubicBezTo>
                  <a:lnTo>
                    <a:pt x="303" y="339"/>
                  </a:lnTo>
                  <a:cubicBezTo>
                    <a:pt x="110" y="532"/>
                    <a:pt x="1" y="796"/>
                    <a:pt x="1" y="1070"/>
                  </a:cubicBezTo>
                  <a:cubicBezTo>
                    <a:pt x="1" y="1644"/>
                    <a:pt x="381" y="2147"/>
                    <a:pt x="933" y="2305"/>
                  </a:cubicBezTo>
                  <a:cubicBezTo>
                    <a:pt x="747" y="2080"/>
                    <a:pt x="644" y="1795"/>
                    <a:pt x="644" y="1500"/>
                  </a:cubicBezTo>
                  <a:lnTo>
                    <a:pt x="644" y="1074"/>
                  </a:lnTo>
                  <a:cubicBezTo>
                    <a:pt x="644" y="835"/>
                    <a:pt x="835" y="644"/>
                    <a:pt x="1068" y="644"/>
                  </a:cubicBezTo>
                  <a:cubicBezTo>
                    <a:pt x="1078" y="644"/>
                    <a:pt x="1088" y="644"/>
                    <a:pt x="1098" y="645"/>
                  </a:cubicBezTo>
                  <a:cubicBezTo>
                    <a:pt x="1531" y="673"/>
                    <a:pt x="2175" y="743"/>
                    <a:pt x="2569" y="933"/>
                  </a:cubicBezTo>
                  <a:cubicBezTo>
                    <a:pt x="2555" y="842"/>
                    <a:pt x="2516" y="560"/>
                    <a:pt x="2453" y="493"/>
                  </a:cubicBezTo>
                  <a:cubicBezTo>
                    <a:pt x="2119" y="170"/>
                    <a:pt x="1514" y="22"/>
                    <a:pt x="827" y="1"/>
                  </a:cubicBezTo>
                  <a:cubicBezTo>
                    <a:pt x="823" y="1"/>
                    <a:pt x="819" y="1"/>
                    <a:pt x="81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85"/>
            <p:cNvSpPr/>
            <p:nvPr/>
          </p:nvSpPr>
          <p:spPr>
            <a:xfrm>
              <a:off x="1957954" y="1724146"/>
              <a:ext cx="22358" cy="72721"/>
            </a:xfrm>
            <a:custGeom>
              <a:rect b="b" l="l" r="r" t="t"/>
              <a:pathLst>
                <a:path extrusionOk="0" h="2794" w="859">
                  <a:moveTo>
                    <a:pt x="116" y="0"/>
                  </a:moveTo>
                  <a:cubicBezTo>
                    <a:pt x="42" y="106"/>
                    <a:pt x="0" y="236"/>
                    <a:pt x="0" y="366"/>
                  </a:cubicBezTo>
                  <a:lnTo>
                    <a:pt x="0" y="2794"/>
                  </a:lnTo>
                  <a:lnTo>
                    <a:pt x="859" y="2794"/>
                  </a:lnTo>
                  <a:lnTo>
                    <a:pt x="859" y="1006"/>
                  </a:lnTo>
                  <a:cubicBezTo>
                    <a:pt x="859" y="834"/>
                    <a:pt x="792" y="672"/>
                    <a:pt x="669" y="553"/>
                  </a:cubicBezTo>
                  <a:lnTo>
                    <a:pt x="11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85"/>
            <p:cNvSpPr/>
            <p:nvPr/>
          </p:nvSpPr>
          <p:spPr>
            <a:xfrm>
              <a:off x="2047229" y="1724146"/>
              <a:ext cx="22384" cy="72721"/>
            </a:xfrm>
            <a:custGeom>
              <a:rect b="b" l="l" r="r" t="t"/>
              <a:pathLst>
                <a:path extrusionOk="0" h="2794" w="860">
                  <a:moveTo>
                    <a:pt x="743" y="0"/>
                  </a:moveTo>
                  <a:lnTo>
                    <a:pt x="191" y="553"/>
                  </a:lnTo>
                  <a:cubicBezTo>
                    <a:pt x="67" y="672"/>
                    <a:pt x="1" y="834"/>
                    <a:pt x="1" y="1006"/>
                  </a:cubicBezTo>
                  <a:lnTo>
                    <a:pt x="1" y="2794"/>
                  </a:lnTo>
                  <a:lnTo>
                    <a:pt x="859" y="2794"/>
                  </a:lnTo>
                  <a:lnTo>
                    <a:pt x="859" y="366"/>
                  </a:lnTo>
                  <a:cubicBezTo>
                    <a:pt x="859" y="236"/>
                    <a:pt x="817" y="106"/>
                    <a:pt x="74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85"/>
            <p:cNvSpPr/>
            <p:nvPr/>
          </p:nvSpPr>
          <p:spPr>
            <a:xfrm>
              <a:off x="1840622" y="1512048"/>
              <a:ext cx="346296" cy="346270"/>
            </a:xfrm>
            <a:custGeom>
              <a:rect b="b" l="l" r="r" t="t"/>
              <a:pathLst>
                <a:path extrusionOk="0" h="13304" w="13305">
                  <a:moveTo>
                    <a:pt x="6655" y="2576"/>
                  </a:moveTo>
                  <a:cubicBezTo>
                    <a:pt x="7179" y="2576"/>
                    <a:pt x="7709" y="2677"/>
                    <a:pt x="8213" y="2886"/>
                  </a:cubicBezTo>
                  <a:cubicBezTo>
                    <a:pt x="9733" y="3515"/>
                    <a:pt x="10729" y="5004"/>
                    <a:pt x="10729" y="6650"/>
                  </a:cubicBezTo>
                  <a:cubicBezTo>
                    <a:pt x="10729" y="8902"/>
                    <a:pt x="8903" y="10728"/>
                    <a:pt x="6654" y="10728"/>
                  </a:cubicBezTo>
                  <a:lnTo>
                    <a:pt x="6654" y="10725"/>
                  </a:lnTo>
                  <a:cubicBezTo>
                    <a:pt x="5004" y="10725"/>
                    <a:pt x="3519" y="9732"/>
                    <a:pt x="2890" y="8209"/>
                  </a:cubicBezTo>
                  <a:cubicBezTo>
                    <a:pt x="2256" y="6689"/>
                    <a:pt x="2605" y="4933"/>
                    <a:pt x="3773" y="3769"/>
                  </a:cubicBezTo>
                  <a:cubicBezTo>
                    <a:pt x="4552" y="2990"/>
                    <a:pt x="5594" y="2576"/>
                    <a:pt x="6655" y="2576"/>
                  </a:cubicBezTo>
                  <a:close/>
                  <a:moveTo>
                    <a:pt x="5792" y="0"/>
                  </a:moveTo>
                  <a:cubicBezTo>
                    <a:pt x="5676" y="0"/>
                    <a:pt x="5578" y="99"/>
                    <a:pt x="5578" y="215"/>
                  </a:cubicBezTo>
                  <a:lnTo>
                    <a:pt x="5578" y="789"/>
                  </a:lnTo>
                  <a:cubicBezTo>
                    <a:pt x="5578" y="891"/>
                    <a:pt x="5507" y="975"/>
                    <a:pt x="5409" y="996"/>
                  </a:cubicBezTo>
                  <a:cubicBezTo>
                    <a:pt x="4740" y="1144"/>
                    <a:pt x="4107" y="1408"/>
                    <a:pt x="3533" y="1774"/>
                  </a:cubicBezTo>
                  <a:cubicBezTo>
                    <a:pt x="3497" y="1798"/>
                    <a:pt x="3455" y="1810"/>
                    <a:pt x="3414" y="1810"/>
                  </a:cubicBezTo>
                  <a:cubicBezTo>
                    <a:pt x="3360" y="1810"/>
                    <a:pt x="3306" y="1789"/>
                    <a:pt x="3266" y="1749"/>
                  </a:cubicBezTo>
                  <a:lnTo>
                    <a:pt x="2861" y="1344"/>
                  </a:lnTo>
                  <a:cubicBezTo>
                    <a:pt x="2819" y="1302"/>
                    <a:pt x="2765" y="1281"/>
                    <a:pt x="2710" y="1281"/>
                  </a:cubicBezTo>
                  <a:cubicBezTo>
                    <a:pt x="2656" y="1281"/>
                    <a:pt x="2601" y="1302"/>
                    <a:pt x="2559" y="1344"/>
                  </a:cubicBezTo>
                  <a:lnTo>
                    <a:pt x="1345" y="2558"/>
                  </a:lnTo>
                  <a:cubicBezTo>
                    <a:pt x="1261" y="2643"/>
                    <a:pt x="1261" y="2777"/>
                    <a:pt x="1345" y="2861"/>
                  </a:cubicBezTo>
                  <a:lnTo>
                    <a:pt x="1750" y="3266"/>
                  </a:lnTo>
                  <a:cubicBezTo>
                    <a:pt x="1820" y="3336"/>
                    <a:pt x="1831" y="3449"/>
                    <a:pt x="1774" y="3533"/>
                  </a:cubicBezTo>
                  <a:cubicBezTo>
                    <a:pt x="1405" y="4106"/>
                    <a:pt x="1144" y="4743"/>
                    <a:pt x="997" y="5408"/>
                  </a:cubicBezTo>
                  <a:cubicBezTo>
                    <a:pt x="976" y="5507"/>
                    <a:pt x="888" y="5581"/>
                    <a:pt x="789" y="5581"/>
                  </a:cubicBezTo>
                  <a:lnTo>
                    <a:pt x="216" y="5581"/>
                  </a:lnTo>
                  <a:cubicBezTo>
                    <a:pt x="99" y="5581"/>
                    <a:pt x="1" y="5676"/>
                    <a:pt x="1" y="5795"/>
                  </a:cubicBezTo>
                  <a:lnTo>
                    <a:pt x="1" y="7509"/>
                  </a:lnTo>
                  <a:cubicBezTo>
                    <a:pt x="1" y="7628"/>
                    <a:pt x="99" y="7723"/>
                    <a:pt x="216" y="7723"/>
                  </a:cubicBezTo>
                  <a:lnTo>
                    <a:pt x="789" y="7723"/>
                  </a:lnTo>
                  <a:cubicBezTo>
                    <a:pt x="888" y="7723"/>
                    <a:pt x="976" y="7797"/>
                    <a:pt x="997" y="7896"/>
                  </a:cubicBezTo>
                  <a:cubicBezTo>
                    <a:pt x="1141" y="8561"/>
                    <a:pt x="1405" y="9198"/>
                    <a:pt x="1774" y="9771"/>
                  </a:cubicBezTo>
                  <a:cubicBezTo>
                    <a:pt x="1831" y="9856"/>
                    <a:pt x="1816" y="9968"/>
                    <a:pt x="1746" y="10039"/>
                  </a:cubicBezTo>
                  <a:lnTo>
                    <a:pt x="1345" y="10443"/>
                  </a:lnTo>
                  <a:cubicBezTo>
                    <a:pt x="1261" y="10528"/>
                    <a:pt x="1261" y="10661"/>
                    <a:pt x="1345" y="10746"/>
                  </a:cubicBezTo>
                  <a:lnTo>
                    <a:pt x="2559" y="11960"/>
                  </a:lnTo>
                  <a:cubicBezTo>
                    <a:pt x="2601" y="12002"/>
                    <a:pt x="2656" y="12023"/>
                    <a:pt x="2710" y="12023"/>
                  </a:cubicBezTo>
                  <a:cubicBezTo>
                    <a:pt x="2765" y="12023"/>
                    <a:pt x="2819" y="12002"/>
                    <a:pt x="2861" y="11960"/>
                  </a:cubicBezTo>
                  <a:lnTo>
                    <a:pt x="3266" y="11559"/>
                  </a:lnTo>
                  <a:cubicBezTo>
                    <a:pt x="3306" y="11516"/>
                    <a:pt x="3361" y="11495"/>
                    <a:pt x="3416" y="11495"/>
                  </a:cubicBezTo>
                  <a:cubicBezTo>
                    <a:pt x="3456" y="11495"/>
                    <a:pt x="3498" y="11506"/>
                    <a:pt x="3533" y="11530"/>
                  </a:cubicBezTo>
                  <a:cubicBezTo>
                    <a:pt x="4107" y="11900"/>
                    <a:pt x="4744" y="12160"/>
                    <a:pt x="5409" y="12308"/>
                  </a:cubicBezTo>
                  <a:cubicBezTo>
                    <a:pt x="5507" y="12329"/>
                    <a:pt x="5581" y="12414"/>
                    <a:pt x="5581" y="12516"/>
                  </a:cubicBezTo>
                  <a:lnTo>
                    <a:pt x="5581" y="13089"/>
                  </a:lnTo>
                  <a:cubicBezTo>
                    <a:pt x="5581" y="13205"/>
                    <a:pt x="5676" y="13304"/>
                    <a:pt x="5796" y="13304"/>
                  </a:cubicBezTo>
                  <a:lnTo>
                    <a:pt x="7509" y="13304"/>
                  </a:lnTo>
                  <a:cubicBezTo>
                    <a:pt x="7629" y="13300"/>
                    <a:pt x="7724" y="13205"/>
                    <a:pt x="7724" y="13089"/>
                  </a:cubicBezTo>
                  <a:lnTo>
                    <a:pt x="7724" y="12516"/>
                  </a:lnTo>
                  <a:cubicBezTo>
                    <a:pt x="7724" y="12414"/>
                    <a:pt x="7798" y="12329"/>
                    <a:pt x="7896" y="12308"/>
                  </a:cubicBezTo>
                  <a:cubicBezTo>
                    <a:pt x="8561" y="12160"/>
                    <a:pt x="9198" y="11900"/>
                    <a:pt x="9772" y="11530"/>
                  </a:cubicBezTo>
                  <a:cubicBezTo>
                    <a:pt x="9808" y="11506"/>
                    <a:pt x="9849" y="11495"/>
                    <a:pt x="9889" y="11495"/>
                  </a:cubicBezTo>
                  <a:cubicBezTo>
                    <a:pt x="9944" y="11495"/>
                    <a:pt x="9999" y="11516"/>
                    <a:pt x="10039" y="11559"/>
                  </a:cubicBezTo>
                  <a:lnTo>
                    <a:pt x="10444" y="11960"/>
                  </a:lnTo>
                  <a:cubicBezTo>
                    <a:pt x="10486" y="12002"/>
                    <a:pt x="10541" y="12023"/>
                    <a:pt x="10595" y="12023"/>
                  </a:cubicBezTo>
                  <a:cubicBezTo>
                    <a:pt x="10650" y="12023"/>
                    <a:pt x="10704" y="12002"/>
                    <a:pt x="10746" y="11960"/>
                  </a:cubicBezTo>
                  <a:lnTo>
                    <a:pt x="11960" y="10746"/>
                  </a:lnTo>
                  <a:cubicBezTo>
                    <a:pt x="12045" y="10661"/>
                    <a:pt x="12045" y="10528"/>
                    <a:pt x="11960" y="10443"/>
                  </a:cubicBezTo>
                  <a:lnTo>
                    <a:pt x="11556" y="10042"/>
                  </a:lnTo>
                  <a:cubicBezTo>
                    <a:pt x="11485" y="9968"/>
                    <a:pt x="11475" y="9856"/>
                    <a:pt x="11531" y="9771"/>
                  </a:cubicBezTo>
                  <a:cubicBezTo>
                    <a:pt x="11900" y="9198"/>
                    <a:pt x="12161" y="8561"/>
                    <a:pt x="12309" y="7896"/>
                  </a:cubicBezTo>
                  <a:cubicBezTo>
                    <a:pt x="12330" y="7797"/>
                    <a:pt x="12414" y="7723"/>
                    <a:pt x="12516" y="7723"/>
                  </a:cubicBezTo>
                  <a:lnTo>
                    <a:pt x="13090" y="7723"/>
                  </a:lnTo>
                  <a:cubicBezTo>
                    <a:pt x="13206" y="7723"/>
                    <a:pt x="13304" y="7628"/>
                    <a:pt x="13304" y="7509"/>
                  </a:cubicBezTo>
                  <a:lnTo>
                    <a:pt x="13304" y="5795"/>
                  </a:lnTo>
                  <a:cubicBezTo>
                    <a:pt x="13304" y="5678"/>
                    <a:pt x="13209" y="5581"/>
                    <a:pt x="13092" y="5581"/>
                  </a:cubicBezTo>
                  <a:cubicBezTo>
                    <a:pt x="13090" y="5581"/>
                    <a:pt x="13088" y="5581"/>
                    <a:pt x="13086" y="5581"/>
                  </a:cubicBezTo>
                  <a:lnTo>
                    <a:pt x="12516" y="5581"/>
                  </a:lnTo>
                  <a:cubicBezTo>
                    <a:pt x="12414" y="5581"/>
                    <a:pt x="12326" y="5507"/>
                    <a:pt x="12305" y="5408"/>
                  </a:cubicBezTo>
                  <a:cubicBezTo>
                    <a:pt x="12161" y="4743"/>
                    <a:pt x="11897" y="4106"/>
                    <a:pt x="11527" y="3533"/>
                  </a:cubicBezTo>
                  <a:cubicBezTo>
                    <a:pt x="11475" y="3449"/>
                    <a:pt x="11485" y="3336"/>
                    <a:pt x="11556" y="3266"/>
                  </a:cubicBezTo>
                  <a:lnTo>
                    <a:pt x="11960" y="2861"/>
                  </a:lnTo>
                  <a:cubicBezTo>
                    <a:pt x="12041" y="2777"/>
                    <a:pt x="12041" y="2643"/>
                    <a:pt x="11960" y="2558"/>
                  </a:cubicBezTo>
                  <a:lnTo>
                    <a:pt x="10746" y="1344"/>
                  </a:lnTo>
                  <a:cubicBezTo>
                    <a:pt x="10704" y="1302"/>
                    <a:pt x="10649" y="1281"/>
                    <a:pt x="10594" y="1281"/>
                  </a:cubicBezTo>
                  <a:cubicBezTo>
                    <a:pt x="10539" y="1281"/>
                    <a:pt x="10484" y="1302"/>
                    <a:pt x="10444" y="1344"/>
                  </a:cubicBezTo>
                  <a:lnTo>
                    <a:pt x="10039" y="1746"/>
                  </a:lnTo>
                  <a:cubicBezTo>
                    <a:pt x="9999" y="1788"/>
                    <a:pt x="9944" y="1810"/>
                    <a:pt x="9889" y="1810"/>
                  </a:cubicBezTo>
                  <a:cubicBezTo>
                    <a:pt x="9849" y="1810"/>
                    <a:pt x="9808" y="1798"/>
                    <a:pt x="9772" y="1774"/>
                  </a:cubicBezTo>
                  <a:cubicBezTo>
                    <a:pt x="9198" y="1404"/>
                    <a:pt x="8561" y="1144"/>
                    <a:pt x="7893" y="996"/>
                  </a:cubicBezTo>
                  <a:cubicBezTo>
                    <a:pt x="7794" y="975"/>
                    <a:pt x="7724" y="891"/>
                    <a:pt x="7724" y="789"/>
                  </a:cubicBezTo>
                  <a:lnTo>
                    <a:pt x="7724" y="215"/>
                  </a:lnTo>
                  <a:cubicBezTo>
                    <a:pt x="7724" y="99"/>
                    <a:pt x="7625" y="0"/>
                    <a:pt x="7509"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85"/>
            <p:cNvSpPr/>
            <p:nvPr/>
          </p:nvSpPr>
          <p:spPr>
            <a:xfrm>
              <a:off x="1881303" y="1562412"/>
              <a:ext cx="255330" cy="245569"/>
            </a:xfrm>
            <a:custGeom>
              <a:rect b="b" l="l" r="r" t="t"/>
              <a:pathLst>
                <a:path extrusionOk="0" h="9435" w="9810">
                  <a:moveTo>
                    <a:pt x="5089" y="642"/>
                  </a:moveTo>
                  <a:cubicBezTo>
                    <a:pt x="5614" y="642"/>
                    <a:pt x="6145" y="744"/>
                    <a:pt x="6650" y="954"/>
                  </a:cubicBezTo>
                  <a:cubicBezTo>
                    <a:pt x="8170" y="1584"/>
                    <a:pt x="9166" y="3069"/>
                    <a:pt x="9166" y="4715"/>
                  </a:cubicBezTo>
                  <a:cubicBezTo>
                    <a:pt x="9166" y="6967"/>
                    <a:pt x="7340" y="8793"/>
                    <a:pt x="5091" y="8793"/>
                  </a:cubicBezTo>
                  <a:cubicBezTo>
                    <a:pt x="3441" y="8793"/>
                    <a:pt x="1956" y="7797"/>
                    <a:pt x="1327" y="6278"/>
                  </a:cubicBezTo>
                  <a:cubicBezTo>
                    <a:pt x="693" y="4754"/>
                    <a:pt x="1042" y="3002"/>
                    <a:pt x="2210" y="1837"/>
                  </a:cubicBezTo>
                  <a:cubicBezTo>
                    <a:pt x="2988" y="1057"/>
                    <a:pt x="4029" y="642"/>
                    <a:pt x="5089" y="642"/>
                  </a:cubicBezTo>
                  <a:close/>
                  <a:moveTo>
                    <a:pt x="5091" y="1"/>
                  </a:moveTo>
                  <a:cubicBezTo>
                    <a:pt x="3181" y="1"/>
                    <a:pt x="1460" y="1148"/>
                    <a:pt x="732" y="2910"/>
                  </a:cubicBezTo>
                  <a:cubicBezTo>
                    <a:pt x="0" y="4673"/>
                    <a:pt x="405" y="6703"/>
                    <a:pt x="1756" y="8054"/>
                  </a:cubicBezTo>
                  <a:cubicBezTo>
                    <a:pt x="2657" y="8955"/>
                    <a:pt x="3863" y="9435"/>
                    <a:pt x="5091" y="9435"/>
                  </a:cubicBezTo>
                  <a:cubicBezTo>
                    <a:pt x="5699" y="9435"/>
                    <a:pt x="6312" y="9317"/>
                    <a:pt x="6896" y="9075"/>
                  </a:cubicBezTo>
                  <a:cubicBezTo>
                    <a:pt x="8659" y="8346"/>
                    <a:pt x="9806" y="6626"/>
                    <a:pt x="9810" y="4719"/>
                  </a:cubicBezTo>
                  <a:cubicBezTo>
                    <a:pt x="9810" y="2112"/>
                    <a:pt x="7695" y="1"/>
                    <a:pt x="5091"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85"/>
            <p:cNvSpPr/>
            <p:nvPr/>
          </p:nvSpPr>
          <p:spPr>
            <a:xfrm>
              <a:off x="1835495" y="1506921"/>
              <a:ext cx="356629" cy="356525"/>
            </a:xfrm>
            <a:custGeom>
              <a:rect b="b" l="l" r="r" t="t"/>
              <a:pathLst>
                <a:path extrusionOk="0" h="13698" w="13702">
                  <a:moveTo>
                    <a:pt x="7706" y="402"/>
                  </a:moveTo>
                  <a:cubicBezTo>
                    <a:pt x="7713" y="402"/>
                    <a:pt x="7720" y="409"/>
                    <a:pt x="7720" y="416"/>
                  </a:cubicBezTo>
                  <a:lnTo>
                    <a:pt x="7720" y="986"/>
                  </a:lnTo>
                  <a:cubicBezTo>
                    <a:pt x="7720" y="1183"/>
                    <a:pt x="7858" y="1351"/>
                    <a:pt x="8048" y="1390"/>
                  </a:cubicBezTo>
                  <a:cubicBezTo>
                    <a:pt x="8692" y="1531"/>
                    <a:pt x="9307" y="1784"/>
                    <a:pt x="9860" y="2143"/>
                  </a:cubicBezTo>
                  <a:cubicBezTo>
                    <a:pt x="9929" y="2188"/>
                    <a:pt x="10008" y="2210"/>
                    <a:pt x="10086" y="2210"/>
                  </a:cubicBezTo>
                  <a:cubicBezTo>
                    <a:pt x="10192" y="2210"/>
                    <a:pt x="10298" y="2168"/>
                    <a:pt x="10377" y="2087"/>
                  </a:cubicBezTo>
                  <a:lnTo>
                    <a:pt x="10782" y="1686"/>
                  </a:lnTo>
                  <a:cubicBezTo>
                    <a:pt x="10783" y="1682"/>
                    <a:pt x="10787" y="1680"/>
                    <a:pt x="10790" y="1680"/>
                  </a:cubicBezTo>
                  <a:cubicBezTo>
                    <a:pt x="10794" y="1680"/>
                    <a:pt x="10797" y="1682"/>
                    <a:pt x="10799" y="1686"/>
                  </a:cubicBezTo>
                  <a:lnTo>
                    <a:pt x="12013" y="2896"/>
                  </a:lnTo>
                  <a:cubicBezTo>
                    <a:pt x="12020" y="2903"/>
                    <a:pt x="12020" y="2910"/>
                    <a:pt x="12013" y="2917"/>
                  </a:cubicBezTo>
                  <a:lnTo>
                    <a:pt x="11612" y="3318"/>
                  </a:lnTo>
                  <a:cubicBezTo>
                    <a:pt x="11471" y="3459"/>
                    <a:pt x="11450" y="3674"/>
                    <a:pt x="11556" y="3839"/>
                  </a:cubicBezTo>
                  <a:cubicBezTo>
                    <a:pt x="11911" y="4391"/>
                    <a:pt x="12168" y="5007"/>
                    <a:pt x="12309" y="5651"/>
                  </a:cubicBezTo>
                  <a:cubicBezTo>
                    <a:pt x="12347" y="5841"/>
                    <a:pt x="12516" y="5978"/>
                    <a:pt x="12713" y="5978"/>
                  </a:cubicBezTo>
                  <a:lnTo>
                    <a:pt x="13283" y="5978"/>
                  </a:lnTo>
                  <a:cubicBezTo>
                    <a:pt x="13290" y="5978"/>
                    <a:pt x="13297" y="5985"/>
                    <a:pt x="13297" y="5992"/>
                  </a:cubicBezTo>
                  <a:lnTo>
                    <a:pt x="13297" y="7706"/>
                  </a:lnTo>
                  <a:cubicBezTo>
                    <a:pt x="13297" y="7716"/>
                    <a:pt x="13290" y="7720"/>
                    <a:pt x="13283" y="7720"/>
                  </a:cubicBezTo>
                  <a:lnTo>
                    <a:pt x="12713" y="7720"/>
                  </a:lnTo>
                  <a:cubicBezTo>
                    <a:pt x="12516" y="7720"/>
                    <a:pt x="12347" y="7857"/>
                    <a:pt x="12309" y="8051"/>
                  </a:cubicBezTo>
                  <a:cubicBezTo>
                    <a:pt x="12168" y="8695"/>
                    <a:pt x="11911" y="9307"/>
                    <a:pt x="11556" y="9863"/>
                  </a:cubicBezTo>
                  <a:cubicBezTo>
                    <a:pt x="11450" y="10024"/>
                    <a:pt x="11471" y="10243"/>
                    <a:pt x="11612" y="10380"/>
                  </a:cubicBezTo>
                  <a:lnTo>
                    <a:pt x="12013" y="10781"/>
                  </a:lnTo>
                  <a:cubicBezTo>
                    <a:pt x="12020" y="10788"/>
                    <a:pt x="12020" y="10795"/>
                    <a:pt x="12013" y="10802"/>
                  </a:cubicBezTo>
                  <a:lnTo>
                    <a:pt x="10799" y="12016"/>
                  </a:lnTo>
                  <a:cubicBezTo>
                    <a:pt x="10797" y="12018"/>
                    <a:pt x="10794" y="12019"/>
                    <a:pt x="10790" y="12019"/>
                  </a:cubicBezTo>
                  <a:cubicBezTo>
                    <a:pt x="10787" y="12019"/>
                    <a:pt x="10783" y="12018"/>
                    <a:pt x="10782" y="12016"/>
                  </a:cubicBezTo>
                  <a:lnTo>
                    <a:pt x="10377" y="11611"/>
                  </a:lnTo>
                  <a:cubicBezTo>
                    <a:pt x="10298" y="11532"/>
                    <a:pt x="10192" y="11490"/>
                    <a:pt x="10086" y="11490"/>
                  </a:cubicBezTo>
                  <a:cubicBezTo>
                    <a:pt x="10008" y="11490"/>
                    <a:pt x="9929" y="11513"/>
                    <a:pt x="9860" y="11559"/>
                  </a:cubicBezTo>
                  <a:cubicBezTo>
                    <a:pt x="9307" y="11914"/>
                    <a:pt x="8692" y="12167"/>
                    <a:pt x="8048" y="12308"/>
                  </a:cubicBezTo>
                  <a:cubicBezTo>
                    <a:pt x="7858" y="12347"/>
                    <a:pt x="7720" y="12516"/>
                    <a:pt x="7720" y="12713"/>
                  </a:cubicBezTo>
                  <a:lnTo>
                    <a:pt x="7720" y="13283"/>
                  </a:lnTo>
                  <a:cubicBezTo>
                    <a:pt x="7720" y="13293"/>
                    <a:pt x="7713" y="13297"/>
                    <a:pt x="7706" y="13297"/>
                  </a:cubicBezTo>
                  <a:lnTo>
                    <a:pt x="5989" y="13297"/>
                  </a:lnTo>
                  <a:cubicBezTo>
                    <a:pt x="5982" y="13297"/>
                    <a:pt x="5979" y="13293"/>
                    <a:pt x="5979" y="13283"/>
                  </a:cubicBezTo>
                  <a:lnTo>
                    <a:pt x="5979" y="12713"/>
                  </a:lnTo>
                  <a:cubicBezTo>
                    <a:pt x="5979" y="12516"/>
                    <a:pt x="5842" y="12347"/>
                    <a:pt x="5648" y="12308"/>
                  </a:cubicBezTo>
                  <a:cubicBezTo>
                    <a:pt x="5004" y="12167"/>
                    <a:pt x="4392" y="11914"/>
                    <a:pt x="3836" y="11559"/>
                  </a:cubicBezTo>
                  <a:cubicBezTo>
                    <a:pt x="3769" y="11513"/>
                    <a:pt x="3692" y="11492"/>
                    <a:pt x="3611" y="11492"/>
                  </a:cubicBezTo>
                  <a:cubicBezTo>
                    <a:pt x="3502" y="11492"/>
                    <a:pt x="3396" y="11534"/>
                    <a:pt x="3319" y="11611"/>
                  </a:cubicBezTo>
                  <a:lnTo>
                    <a:pt x="2914" y="12016"/>
                  </a:lnTo>
                  <a:cubicBezTo>
                    <a:pt x="2912" y="12018"/>
                    <a:pt x="2909" y="12019"/>
                    <a:pt x="2905" y="12019"/>
                  </a:cubicBezTo>
                  <a:cubicBezTo>
                    <a:pt x="2902" y="12019"/>
                    <a:pt x="2898" y="12018"/>
                    <a:pt x="2897" y="12016"/>
                  </a:cubicBezTo>
                  <a:lnTo>
                    <a:pt x="1683" y="10802"/>
                  </a:lnTo>
                  <a:cubicBezTo>
                    <a:pt x="1679" y="10795"/>
                    <a:pt x="1679" y="10788"/>
                    <a:pt x="1683" y="10781"/>
                  </a:cubicBezTo>
                  <a:lnTo>
                    <a:pt x="2087" y="10380"/>
                  </a:lnTo>
                  <a:cubicBezTo>
                    <a:pt x="2225" y="10243"/>
                    <a:pt x="2246" y="10024"/>
                    <a:pt x="2140" y="9863"/>
                  </a:cubicBezTo>
                  <a:cubicBezTo>
                    <a:pt x="1785" y="9307"/>
                    <a:pt x="1531" y="8695"/>
                    <a:pt x="1391" y="8051"/>
                  </a:cubicBezTo>
                  <a:cubicBezTo>
                    <a:pt x="1348" y="7857"/>
                    <a:pt x="1180" y="7720"/>
                    <a:pt x="986" y="7720"/>
                  </a:cubicBezTo>
                  <a:lnTo>
                    <a:pt x="413" y="7720"/>
                  </a:lnTo>
                  <a:cubicBezTo>
                    <a:pt x="406" y="7720"/>
                    <a:pt x="398" y="7716"/>
                    <a:pt x="398" y="7706"/>
                  </a:cubicBezTo>
                  <a:lnTo>
                    <a:pt x="398" y="5992"/>
                  </a:lnTo>
                  <a:cubicBezTo>
                    <a:pt x="398" y="5985"/>
                    <a:pt x="406" y="5978"/>
                    <a:pt x="413" y="5978"/>
                  </a:cubicBezTo>
                  <a:lnTo>
                    <a:pt x="986" y="5978"/>
                  </a:lnTo>
                  <a:cubicBezTo>
                    <a:pt x="1180" y="5978"/>
                    <a:pt x="1348" y="5841"/>
                    <a:pt x="1391" y="5651"/>
                  </a:cubicBezTo>
                  <a:cubicBezTo>
                    <a:pt x="1531" y="5007"/>
                    <a:pt x="1785" y="4391"/>
                    <a:pt x="2140" y="3839"/>
                  </a:cubicBezTo>
                  <a:cubicBezTo>
                    <a:pt x="2246" y="3674"/>
                    <a:pt x="2225" y="3459"/>
                    <a:pt x="2087" y="3318"/>
                  </a:cubicBezTo>
                  <a:lnTo>
                    <a:pt x="1683" y="2917"/>
                  </a:lnTo>
                  <a:cubicBezTo>
                    <a:pt x="1679" y="2910"/>
                    <a:pt x="1679" y="2903"/>
                    <a:pt x="1683" y="2896"/>
                  </a:cubicBezTo>
                  <a:lnTo>
                    <a:pt x="2897" y="1686"/>
                  </a:lnTo>
                  <a:cubicBezTo>
                    <a:pt x="2898" y="1682"/>
                    <a:pt x="2902" y="1680"/>
                    <a:pt x="2905" y="1680"/>
                  </a:cubicBezTo>
                  <a:cubicBezTo>
                    <a:pt x="2909" y="1680"/>
                    <a:pt x="2912" y="1682"/>
                    <a:pt x="2914" y="1686"/>
                  </a:cubicBezTo>
                  <a:lnTo>
                    <a:pt x="3319" y="2087"/>
                  </a:lnTo>
                  <a:cubicBezTo>
                    <a:pt x="3398" y="2168"/>
                    <a:pt x="3505" y="2210"/>
                    <a:pt x="3612" y="2210"/>
                  </a:cubicBezTo>
                  <a:cubicBezTo>
                    <a:pt x="3690" y="2210"/>
                    <a:pt x="3768" y="2188"/>
                    <a:pt x="3836" y="2143"/>
                  </a:cubicBezTo>
                  <a:cubicBezTo>
                    <a:pt x="4392" y="1784"/>
                    <a:pt x="5004" y="1531"/>
                    <a:pt x="5648" y="1390"/>
                  </a:cubicBezTo>
                  <a:cubicBezTo>
                    <a:pt x="5842" y="1351"/>
                    <a:pt x="5979" y="1183"/>
                    <a:pt x="5979" y="986"/>
                  </a:cubicBezTo>
                  <a:lnTo>
                    <a:pt x="5979" y="416"/>
                  </a:lnTo>
                  <a:cubicBezTo>
                    <a:pt x="5979" y="409"/>
                    <a:pt x="5982" y="402"/>
                    <a:pt x="5989" y="402"/>
                  </a:cubicBezTo>
                  <a:close/>
                  <a:moveTo>
                    <a:pt x="5993" y="0"/>
                  </a:moveTo>
                  <a:cubicBezTo>
                    <a:pt x="5764" y="0"/>
                    <a:pt x="5578" y="183"/>
                    <a:pt x="5578" y="416"/>
                  </a:cubicBezTo>
                  <a:lnTo>
                    <a:pt x="5578" y="986"/>
                  </a:lnTo>
                  <a:cubicBezTo>
                    <a:pt x="5578" y="993"/>
                    <a:pt x="5571" y="996"/>
                    <a:pt x="5564" y="1000"/>
                  </a:cubicBezTo>
                  <a:cubicBezTo>
                    <a:pt x="4874" y="1147"/>
                    <a:pt x="4216" y="1422"/>
                    <a:pt x="3621" y="1802"/>
                  </a:cubicBezTo>
                  <a:cubicBezTo>
                    <a:pt x="3620" y="1804"/>
                    <a:pt x="3616" y="1804"/>
                    <a:pt x="3613" y="1804"/>
                  </a:cubicBezTo>
                  <a:cubicBezTo>
                    <a:pt x="3609" y="1804"/>
                    <a:pt x="3606" y="1804"/>
                    <a:pt x="3604" y="1802"/>
                  </a:cubicBezTo>
                  <a:lnTo>
                    <a:pt x="3203" y="1401"/>
                  </a:lnTo>
                  <a:cubicBezTo>
                    <a:pt x="3120" y="1320"/>
                    <a:pt x="3014" y="1279"/>
                    <a:pt x="2908" y="1279"/>
                  </a:cubicBezTo>
                  <a:cubicBezTo>
                    <a:pt x="2802" y="1279"/>
                    <a:pt x="2696" y="1320"/>
                    <a:pt x="2615" y="1401"/>
                  </a:cubicBezTo>
                  <a:lnTo>
                    <a:pt x="1401" y="2615"/>
                  </a:lnTo>
                  <a:cubicBezTo>
                    <a:pt x="1239" y="2776"/>
                    <a:pt x="1239" y="3037"/>
                    <a:pt x="1401" y="3199"/>
                  </a:cubicBezTo>
                  <a:lnTo>
                    <a:pt x="1802" y="3603"/>
                  </a:lnTo>
                  <a:cubicBezTo>
                    <a:pt x="1806" y="3610"/>
                    <a:pt x="1806" y="3617"/>
                    <a:pt x="1802" y="3621"/>
                  </a:cubicBezTo>
                  <a:cubicBezTo>
                    <a:pt x="1422" y="4216"/>
                    <a:pt x="1148" y="4873"/>
                    <a:pt x="1000" y="5563"/>
                  </a:cubicBezTo>
                  <a:cubicBezTo>
                    <a:pt x="1000" y="5570"/>
                    <a:pt x="993" y="5577"/>
                    <a:pt x="986" y="5577"/>
                  </a:cubicBezTo>
                  <a:lnTo>
                    <a:pt x="416" y="5577"/>
                  </a:lnTo>
                  <a:cubicBezTo>
                    <a:pt x="184" y="5577"/>
                    <a:pt x="1" y="5764"/>
                    <a:pt x="1" y="5992"/>
                  </a:cubicBezTo>
                  <a:lnTo>
                    <a:pt x="1" y="7706"/>
                  </a:lnTo>
                  <a:cubicBezTo>
                    <a:pt x="1" y="7938"/>
                    <a:pt x="184" y="8121"/>
                    <a:pt x="416" y="8121"/>
                  </a:cubicBezTo>
                  <a:lnTo>
                    <a:pt x="986" y="8121"/>
                  </a:lnTo>
                  <a:cubicBezTo>
                    <a:pt x="993" y="8121"/>
                    <a:pt x="997" y="8128"/>
                    <a:pt x="1000" y="8135"/>
                  </a:cubicBezTo>
                  <a:cubicBezTo>
                    <a:pt x="1148" y="8825"/>
                    <a:pt x="1422" y="9483"/>
                    <a:pt x="1802" y="10077"/>
                  </a:cubicBezTo>
                  <a:cubicBezTo>
                    <a:pt x="1806" y="10084"/>
                    <a:pt x="1806" y="10091"/>
                    <a:pt x="1802" y="10095"/>
                  </a:cubicBezTo>
                  <a:lnTo>
                    <a:pt x="1401" y="10499"/>
                  </a:lnTo>
                  <a:cubicBezTo>
                    <a:pt x="1239" y="10661"/>
                    <a:pt x="1239" y="10925"/>
                    <a:pt x="1401" y="11087"/>
                  </a:cubicBezTo>
                  <a:lnTo>
                    <a:pt x="2615" y="12297"/>
                  </a:lnTo>
                  <a:cubicBezTo>
                    <a:pt x="2696" y="12378"/>
                    <a:pt x="2802" y="12419"/>
                    <a:pt x="2907" y="12419"/>
                  </a:cubicBezTo>
                  <a:cubicBezTo>
                    <a:pt x="3013" y="12419"/>
                    <a:pt x="3118" y="12378"/>
                    <a:pt x="3199" y="12297"/>
                  </a:cubicBezTo>
                  <a:lnTo>
                    <a:pt x="3604" y="11896"/>
                  </a:lnTo>
                  <a:cubicBezTo>
                    <a:pt x="3606" y="11895"/>
                    <a:pt x="3608" y="11894"/>
                    <a:pt x="3611" y="11894"/>
                  </a:cubicBezTo>
                  <a:cubicBezTo>
                    <a:pt x="3614" y="11894"/>
                    <a:pt x="3618" y="11895"/>
                    <a:pt x="3621" y="11896"/>
                  </a:cubicBezTo>
                  <a:cubicBezTo>
                    <a:pt x="4216" y="12276"/>
                    <a:pt x="4874" y="12551"/>
                    <a:pt x="5564" y="12699"/>
                  </a:cubicBezTo>
                  <a:cubicBezTo>
                    <a:pt x="5571" y="12699"/>
                    <a:pt x="5578" y="12706"/>
                    <a:pt x="5578" y="12713"/>
                  </a:cubicBezTo>
                  <a:lnTo>
                    <a:pt x="5578" y="13283"/>
                  </a:lnTo>
                  <a:cubicBezTo>
                    <a:pt x="5578" y="13515"/>
                    <a:pt x="5764" y="13698"/>
                    <a:pt x="5993" y="13698"/>
                  </a:cubicBezTo>
                  <a:lnTo>
                    <a:pt x="7706" y="13698"/>
                  </a:lnTo>
                  <a:cubicBezTo>
                    <a:pt x="7935" y="13698"/>
                    <a:pt x="8122" y="13515"/>
                    <a:pt x="8122" y="13283"/>
                  </a:cubicBezTo>
                  <a:lnTo>
                    <a:pt x="8122" y="12713"/>
                  </a:lnTo>
                  <a:cubicBezTo>
                    <a:pt x="8122" y="12706"/>
                    <a:pt x="8129" y="12702"/>
                    <a:pt x="8136" y="12699"/>
                  </a:cubicBezTo>
                  <a:cubicBezTo>
                    <a:pt x="8825" y="12551"/>
                    <a:pt x="9483" y="12276"/>
                    <a:pt x="10078" y="11896"/>
                  </a:cubicBezTo>
                  <a:cubicBezTo>
                    <a:pt x="10081" y="11895"/>
                    <a:pt x="10085" y="11894"/>
                    <a:pt x="10088" y="11894"/>
                  </a:cubicBezTo>
                  <a:cubicBezTo>
                    <a:pt x="10091" y="11894"/>
                    <a:pt x="10094" y="11895"/>
                    <a:pt x="10095" y="11896"/>
                  </a:cubicBezTo>
                  <a:lnTo>
                    <a:pt x="10500" y="12297"/>
                  </a:lnTo>
                  <a:cubicBezTo>
                    <a:pt x="10581" y="12378"/>
                    <a:pt x="10687" y="12419"/>
                    <a:pt x="10793" y="12419"/>
                  </a:cubicBezTo>
                  <a:cubicBezTo>
                    <a:pt x="10898" y="12419"/>
                    <a:pt x="11005" y="12378"/>
                    <a:pt x="11088" y="12297"/>
                  </a:cubicBezTo>
                  <a:lnTo>
                    <a:pt x="12298" y="11087"/>
                  </a:lnTo>
                  <a:cubicBezTo>
                    <a:pt x="12460" y="10925"/>
                    <a:pt x="12460" y="10661"/>
                    <a:pt x="12298" y="10499"/>
                  </a:cubicBezTo>
                  <a:lnTo>
                    <a:pt x="11897" y="10095"/>
                  </a:lnTo>
                  <a:cubicBezTo>
                    <a:pt x="11893" y="10091"/>
                    <a:pt x="11893" y="10084"/>
                    <a:pt x="11897" y="10077"/>
                  </a:cubicBezTo>
                  <a:cubicBezTo>
                    <a:pt x="12277" y="9483"/>
                    <a:pt x="12551" y="8825"/>
                    <a:pt x="12703" y="8135"/>
                  </a:cubicBezTo>
                  <a:cubicBezTo>
                    <a:pt x="12703" y="8128"/>
                    <a:pt x="12706" y="8121"/>
                    <a:pt x="12713" y="8121"/>
                  </a:cubicBezTo>
                  <a:lnTo>
                    <a:pt x="13287" y="8121"/>
                  </a:lnTo>
                  <a:cubicBezTo>
                    <a:pt x="13515" y="8121"/>
                    <a:pt x="13698" y="7935"/>
                    <a:pt x="13702" y="7706"/>
                  </a:cubicBezTo>
                  <a:lnTo>
                    <a:pt x="13702" y="5989"/>
                  </a:lnTo>
                  <a:cubicBezTo>
                    <a:pt x="13698" y="5760"/>
                    <a:pt x="13512" y="5577"/>
                    <a:pt x="13283" y="5577"/>
                  </a:cubicBezTo>
                  <a:lnTo>
                    <a:pt x="12713" y="5577"/>
                  </a:lnTo>
                  <a:cubicBezTo>
                    <a:pt x="12706" y="5577"/>
                    <a:pt x="12699" y="5570"/>
                    <a:pt x="12699" y="5563"/>
                  </a:cubicBezTo>
                  <a:cubicBezTo>
                    <a:pt x="12548" y="4873"/>
                    <a:pt x="12277" y="4216"/>
                    <a:pt x="11893" y="3621"/>
                  </a:cubicBezTo>
                  <a:cubicBezTo>
                    <a:pt x="11890" y="3617"/>
                    <a:pt x="11890" y="3607"/>
                    <a:pt x="11893" y="3603"/>
                  </a:cubicBezTo>
                  <a:lnTo>
                    <a:pt x="12298" y="3199"/>
                  </a:lnTo>
                  <a:cubicBezTo>
                    <a:pt x="12460" y="3037"/>
                    <a:pt x="12460" y="2776"/>
                    <a:pt x="12298" y="2615"/>
                  </a:cubicBezTo>
                  <a:lnTo>
                    <a:pt x="11088" y="1401"/>
                  </a:lnTo>
                  <a:cubicBezTo>
                    <a:pt x="11005" y="1320"/>
                    <a:pt x="10898" y="1279"/>
                    <a:pt x="10793" y="1279"/>
                  </a:cubicBezTo>
                  <a:cubicBezTo>
                    <a:pt x="10687" y="1279"/>
                    <a:pt x="10581" y="1320"/>
                    <a:pt x="10500" y="1401"/>
                  </a:cubicBezTo>
                  <a:lnTo>
                    <a:pt x="10095" y="1802"/>
                  </a:lnTo>
                  <a:cubicBezTo>
                    <a:pt x="10094" y="1804"/>
                    <a:pt x="10091" y="1804"/>
                    <a:pt x="10088" y="1804"/>
                  </a:cubicBezTo>
                  <a:cubicBezTo>
                    <a:pt x="10085" y="1804"/>
                    <a:pt x="10081" y="1804"/>
                    <a:pt x="10078" y="1802"/>
                  </a:cubicBezTo>
                  <a:cubicBezTo>
                    <a:pt x="9483" y="1422"/>
                    <a:pt x="8825" y="1147"/>
                    <a:pt x="8136" y="1000"/>
                  </a:cubicBezTo>
                  <a:cubicBezTo>
                    <a:pt x="8129" y="1000"/>
                    <a:pt x="8122" y="993"/>
                    <a:pt x="8122" y="986"/>
                  </a:cubicBezTo>
                  <a:lnTo>
                    <a:pt x="8122" y="416"/>
                  </a:lnTo>
                  <a:cubicBezTo>
                    <a:pt x="8122" y="183"/>
                    <a:pt x="7939" y="0"/>
                    <a:pt x="7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85"/>
            <p:cNvSpPr/>
            <p:nvPr/>
          </p:nvSpPr>
          <p:spPr>
            <a:xfrm>
              <a:off x="1891376" y="1573838"/>
              <a:ext cx="196716" cy="183390"/>
            </a:xfrm>
            <a:custGeom>
              <a:rect b="b" l="l" r="r" t="t"/>
              <a:pathLst>
                <a:path extrusionOk="0" h="7046" w="7558">
                  <a:moveTo>
                    <a:pt x="4704" y="1"/>
                  </a:moveTo>
                  <a:cubicBezTo>
                    <a:pt x="3604" y="1"/>
                    <a:pt x="2509" y="423"/>
                    <a:pt x="1678" y="1254"/>
                  </a:cubicBezTo>
                  <a:cubicBezTo>
                    <a:pt x="130" y="2799"/>
                    <a:pt x="0" y="5265"/>
                    <a:pt x="1379" y="6968"/>
                  </a:cubicBezTo>
                  <a:cubicBezTo>
                    <a:pt x="1423" y="7023"/>
                    <a:pt x="1477" y="7045"/>
                    <a:pt x="1529" y="7045"/>
                  </a:cubicBezTo>
                  <a:cubicBezTo>
                    <a:pt x="1676" y="7045"/>
                    <a:pt x="1813" y="6868"/>
                    <a:pt x="1689" y="6715"/>
                  </a:cubicBezTo>
                  <a:cubicBezTo>
                    <a:pt x="1091" y="5972"/>
                    <a:pt x="785" y="5036"/>
                    <a:pt x="834" y="4086"/>
                  </a:cubicBezTo>
                  <a:cubicBezTo>
                    <a:pt x="904" y="2630"/>
                    <a:pt x="1791" y="1338"/>
                    <a:pt x="3121" y="740"/>
                  </a:cubicBezTo>
                  <a:cubicBezTo>
                    <a:pt x="3627" y="514"/>
                    <a:pt x="4165" y="404"/>
                    <a:pt x="4700" y="404"/>
                  </a:cubicBezTo>
                  <a:cubicBezTo>
                    <a:pt x="5573" y="404"/>
                    <a:pt x="6437" y="698"/>
                    <a:pt x="7139" y="1265"/>
                  </a:cubicBezTo>
                  <a:cubicBezTo>
                    <a:pt x="7181" y="1299"/>
                    <a:pt x="7225" y="1313"/>
                    <a:pt x="7267" y="1313"/>
                  </a:cubicBezTo>
                  <a:cubicBezTo>
                    <a:pt x="7431" y="1313"/>
                    <a:pt x="7558" y="1089"/>
                    <a:pt x="7392" y="955"/>
                  </a:cubicBezTo>
                  <a:cubicBezTo>
                    <a:pt x="6605" y="316"/>
                    <a:pt x="5653" y="1"/>
                    <a:pt x="4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85"/>
            <p:cNvSpPr/>
            <p:nvPr/>
          </p:nvSpPr>
          <p:spPr>
            <a:xfrm>
              <a:off x="1939423" y="1607387"/>
              <a:ext cx="192994" cy="189116"/>
            </a:xfrm>
            <a:custGeom>
              <a:rect b="b" l="l" r="r" t="t"/>
              <a:pathLst>
                <a:path extrusionOk="0" h="7266" w="7415">
                  <a:moveTo>
                    <a:pt x="4157" y="405"/>
                  </a:moveTo>
                  <a:lnTo>
                    <a:pt x="4157" y="1235"/>
                  </a:lnTo>
                  <a:cubicBezTo>
                    <a:pt x="4157" y="1372"/>
                    <a:pt x="4125" y="1506"/>
                    <a:pt x="4065" y="1626"/>
                  </a:cubicBezTo>
                  <a:lnTo>
                    <a:pt x="3963" y="1830"/>
                  </a:lnTo>
                  <a:cubicBezTo>
                    <a:pt x="3949" y="1854"/>
                    <a:pt x="3942" y="1886"/>
                    <a:pt x="3942" y="1918"/>
                  </a:cubicBezTo>
                  <a:lnTo>
                    <a:pt x="3942" y="2343"/>
                  </a:lnTo>
                  <a:cubicBezTo>
                    <a:pt x="3942" y="2948"/>
                    <a:pt x="3453" y="3431"/>
                    <a:pt x="2855" y="3431"/>
                  </a:cubicBezTo>
                  <a:cubicBezTo>
                    <a:pt x="2845" y="3431"/>
                    <a:pt x="2834" y="3431"/>
                    <a:pt x="2823" y="3431"/>
                  </a:cubicBezTo>
                  <a:cubicBezTo>
                    <a:pt x="2243" y="3413"/>
                    <a:pt x="1771" y="2903"/>
                    <a:pt x="1771" y="2291"/>
                  </a:cubicBezTo>
                  <a:lnTo>
                    <a:pt x="1771" y="1918"/>
                  </a:lnTo>
                  <a:cubicBezTo>
                    <a:pt x="1771" y="1886"/>
                    <a:pt x="1764" y="1854"/>
                    <a:pt x="1750" y="1830"/>
                  </a:cubicBezTo>
                  <a:lnTo>
                    <a:pt x="1627" y="1580"/>
                  </a:lnTo>
                  <a:cubicBezTo>
                    <a:pt x="1581" y="1488"/>
                    <a:pt x="1557" y="1390"/>
                    <a:pt x="1557" y="1288"/>
                  </a:cubicBezTo>
                  <a:lnTo>
                    <a:pt x="1557" y="1274"/>
                  </a:lnTo>
                  <a:cubicBezTo>
                    <a:pt x="1557" y="795"/>
                    <a:pt x="1947" y="405"/>
                    <a:pt x="2429" y="405"/>
                  </a:cubicBezTo>
                  <a:close/>
                  <a:moveTo>
                    <a:pt x="2412" y="3758"/>
                  </a:moveTo>
                  <a:cubicBezTo>
                    <a:pt x="2542" y="3804"/>
                    <a:pt x="2675" y="3828"/>
                    <a:pt x="2813" y="3835"/>
                  </a:cubicBezTo>
                  <a:lnTo>
                    <a:pt x="2813" y="3832"/>
                  </a:lnTo>
                  <a:lnTo>
                    <a:pt x="2855" y="3832"/>
                  </a:lnTo>
                  <a:cubicBezTo>
                    <a:pt x="3006" y="3832"/>
                    <a:pt x="3154" y="3807"/>
                    <a:pt x="3298" y="3765"/>
                  </a:cubicBezTo>
                  <a:cubicBezTo>
                    <a:pt x="3302" y="3825"/>
                    <a:pt x="3312" y="3885"/>
                    <a:pt x="3333" y="3941"/>
                  </a:cubicBezTo>
                  <a:lnTo>
                    <a:pt x="3168" y="4103"/>
                  </a:lnTo>
                  <a:cubicBezTo>
                    <a:pt x="3082" y="4191"/>
                    <a:pt x="2968" y="4235"/>
                    <a:pt x="2855" y="4235"/>
                  </a:cubicBezTo>
                  <a:cubicBezTo>
                    <a:pt x="2741" y="4235"/>
                    <a:pt x="2628" y="4191"/>
                    <a:pt x="2542" y="4103"/>
                  </a:cubicBezTo>
                  <a:lnTo>
                    <a:pt x="2376" y="3941"/>
                  </a:lnTo>
                  <a:cubicBezTo>
                    <a:pt x="2397" y="3881"/>
                    <a:pt x="2408" y="3821"/>
                    <a:pt x="2412" y="3758"/>
                  </a:cubicBezTo>
                  <a:close/>
                  <a:moveTo>
                    <a:pt x="3583" y="4265"/>
                  </a:moveTo>
                  <a:cubicBezTo>
                    <a:pt x="3636" y="4300"/>
                    <a:pt x="3696" y="4328"/>
                    <a:pt x="3756" y="4345"/>
                  </a:cubicBezTo>
                  <a:lnTo>
                    <a:pt x="4480" y="4553"/>
                  </a:lnTo>
                  <a:cubicBezTo>
                    <a:pt x="4670" y="4606"/>
                    <a:pt x="4801" y="4778"/>
                    <a:pt x="4801" y="4979"/>
                  </a:cubicBezTo>
                  <a:lnTo>
                    <a:pt x="4801" y="6340"/>
                  </a:lnTo>
                  <a:cubicBezTo>
                    <a:pt x="4653" y="6425"/>
                    <a:pt x="4501" y="6502"/>
                    <a:pt x="4343" y="6566"/>
                  </a:cubicBezTo>
                  <a:lnTo>
                    <a:pt x="4343" y="5348"/>
                  </a:lnTo>
                  <a:cubicBezTo>
                    <a:pt x="4343" y="5215"/>
                    <a:pt x="4243" y="5148"/>
                    <a:pt x="4143" y="5148"/>
                  </a:cubicBezTo>
                  <a:cubicBezTo>
                    <a:pt x="4042" y="5148"/>
                    <a:pt x="3942" y="5215"/>
                    <a:pt x="3942" y="5348"/>
                  </a:cubicBezTo>
                  <a:lnTo>
                    <a:pt x="3942" y="6710"/>
                  </a:lnTo>
                  <a:cubicBezTo>
                    <a:pt x="3654" y="6794"/>
                    <a:pt x="3351" y="6844"/>
                    <a:pt x="3052" y="6858"/>
                  </a:cubicBezTo>
                  <a:lnTo>
                    <a:pt x="3048" y="6858"/>
                  </a:lnTo>
                  <a:cubicBezTo>
                    <a:pt x="2985" y="6861"/>
                    <a:pt x="2922" y="6861"/>
                    <a:pt x="2855" y="6861"/>
                  </a:cubicBezTo>
                  <a:cubicBezTo>
                    <a:pt x="2489" y="6861"/>
                    <a:pt x="2123" y="6808"/>
                    <a:pt x="1771" y="6706"/>
                  </a:cubicBezTo>
                  <a:lnTo>
                    <a:pt x="1771" y="5348"/>
                  </a:lnTo>
                  <a:cubicBezTo>
                    <a:pt x="1771" y="5215"/>
                    <a:pt x="1671" y="5148"/>
                    <a:pt x="1571" y="5148"/>
                  </a:cubicBezTo>
                  <a:cubicBezTo>
                    <a:pt x="1470" y="5148"/>
                    <a:pt x="1370" y="5215"/>
                    <a:pt x="1370" y="5348"/>
                  </a:cubicBezTo>
                  <a:lnTo>
                    <a:pt x="1370" y="6566"/>
                  </a:lnTo>
                  <a:cubicBezTo>
                    <a:pt x="1212" y="6502"/>
                    <a:pt x="1060" y="6425"/>
                    <a:pt x="913" y="6340"/>
                  </a:cubicBezTo>
                  <a:lnTo>
                    <a:pt x="913" y="4979"/>
                  </a:lnTo>
                  <a:cubicBezTo>
                    <a:pt x="913" y="4778"/>
                    <a:pt x="1043" y="4606"/>
                    <a:pt x="1233" y="4553"/>
                  </a:cubicBezTo>
                  <a:lnTo>
                    <a:pt x="1958" y="4345"/>
                  </a:lnTo>
                  <a:cubicBezTo>
                    <a:pt x="2017" y="4328"/>
                    <a:pt x="2077" y="4300"/>
                    <a:pt x="2130" y="4265"/>
                  </a:cubicBezTo>
                  <a:lnTo>
                    <a:pt x="2260" y="4395"/>
                  </a:lnTo>
                  <a:cubicBezTo>
                    <a:pt x="2426" y="4558"/>
                    <a:pt x="2641" y="4640"/>
                    <a:pt x="2857" y="4640"/>
                  </a:cubicBezTo>
                  <a:cubicBezTo>
                    <a:pt x="3072" y="4640"/>
                    <a:pt x="3288" y="4558"/>
                    <a:pt x="3453" y="4395"/>
                  </a:cubicBezTo>
                  <a:lnTo>
                    <a:pt x="3583" y="4265"/>
                  </a:lnTo>
                  <a:close/>
                  <a:moveTo>
                    <a:pt x="2429" y="0"/>
                  </a:moveTo>
                  <a:cubicBezTo>
                    <a:pt x="1725" y="4"/>
                    <a:pt x="1155" y="570"/>
                    <a:pt x="1155" y="1274"/>
                  </a:cubicBezTo>
                  <a:lnTo>
                    <a:pt x="1155" y="1284"/>
                  </a:lnTo>
                  <a:cubicBezTo>
                    <a:pt x="1155" y="1450"/>
                    <a:pt x="1194" y="1612"/>
                    <a:pt x="1268" y="1759"/>
                  </a:cubicBezTo>
                  <a:lnTo>
                    <a:pt x="1370" y="1963"/>
                  </a:lnTo>
                  <a:lnTo>
                    <a:pt x="1370" y="2291"/>
                  </a:lnTo>
                  <a:cubicBezTo>
                    <a:pt x="1370" y="2790"/>
                    <a:pt x="1609" y="3262"/>
                    <a:pt x="2014" y="3557"/>
                  </a:cubicBezTo>
                  <a:lnTo>
                    <a:pt x="2014" y="3737"/>
                  </a:lnTo>
                  <a:cubicBezTo>
                    <a:pt x="2014" y="3839"/>
                    <a:pt x="1947" y="3930"/>
                    <a:pt x="1849" y="3958"/>
                  </a:cubicBezTo>
                  <a:lnTo>
                    <a:pt x="1124" y="4166"/>
                  </a:lnTo>
                  <a:cubicBezTo>
                    <a:pt x="761" y="4268"/>
                    <a:pt x="512" y="4599"/>
                    <a:pt x="512" y="4979"/>
                  </a:cubicBezTo>
                  <a:lnTo>
                    <a:pt x="512" y="6073"/>
                  </a:lnTo>
                  <a:cubicBezTo>
                    <a:pt x="480" y="6052"/>
                    <a:pt x="452" y="6027"/>
                    <a:pt x="420" y="6003"/>
                  </a:cubicBezTo>
                  <a:cubicBezTo>
                    <a:pt x="378" y="5969"/>
                    <a:pt x="335" y="5954"/>
                    <a:pt x="293" y="5954"/>
                  </a:cubicBezTo>
                  <a:cubicBezTo>
                    <a:pt x="129" y="5954"/>
                    <a:pt x="1" y="6181"/>
                    <a:pt x="167" y="6316"/>
                  </a:cubicBezTo>
                  <a:cubicBezTo>
                    <a:pt x="930" y="6932"/>
                    <a:pt x="1877" y="7266"/>
                    <a:pt x="2855" y="7266"/>
                  </a:cubicBezTo>
                  <a:cubicBezTo>
                    <a:pt x="2925" y="7266"/>
                    <a:pt x="2996" y="7262"/>
                    <a:pt x="3069" y="7259"/>
                  </a:cubicBezTo>
                  <a:cubicBezTo>
                    <a:pt x="4674" y="7178"/>
                    <a:pt x="6102" y="6203"/>
                    <a:pt x="6760" y="4736"/>
                  </a:cubicBezTo>
                  <a:cubicBezTo>
                    <a:pt x="7415" y="3265"/>
                    <a:pt x="7193" y="1552"/>
                    <a:pt x="6180" y="299"/>
                  </a:cubicBezTo>
                  <a:cubicBezTo>
                    <a:pt x="6142" y="251"/>
                    <a:pt x="6085" y="226"/>
                    <a:pt x="6026" y="226"/>
                  </a:cubicBezTo>
                  <a:cubicBezTo>
                    <a:pt x="5982" y="226"/>
                    <a:pt x="5936" y="241"/>
                    <a:pt x="5898" y="271"/>
                  </a:cubicBezTo>
                  <a:cubicBezTo>
                    <a:pt x="5814" y="341"/>
                    <a:pt x="5800" y="468"/>
                    <a:pt x="5870" y="553"/>
                  </a:cubicBezTo>
                  <a:cubicBezTo>
                    <a:pt x="7242" y="2252"/>
                    <a:pt x="6940" y="4750"/>
                    <a:pt x="5202" y="6073"/>
                  </a:cubicBezTo>
                  <a:lnTo>
                    <a:pt x="5202" y="4979"/>
                  </a:lnTo>
                  <a:cubicBezTo>
                    <a:pt x="5202" y="4599"/>
                    <a:pt x="4952" y="4268"/>
                    <a:pt x="4589" y="4166"/>
                  </a:cubicBezTo>
                  <a:lnTo>
                    <a:pt x="3865" y="3958"/>
                  </a:lnTo>
                  <a:cubicBezTo>
                    <a:pt x="3770" y="3930"/>
                    <a:pt x="3699" y="3839"/>
                    <a:pt x="3699" y="3737"/>
                  </a:cubicBezTo>
                  <a:lnTo>
                    <a:pt x="3699" y="3571"/>
                  </a:lnTo>
                  <a:cubicBezTo>
                    <a:pt x="3770" y="3522"/>
                    <a:pt x="3833" y="3469"/>
                    <a:pt x="3893" y="3413"/>
                  </a:cubicBezTo>
                  <a:cubicBezTo>
                    <a:pt x="4181" y="3132"/>
                    <a:pt x="4347" y="2748"/>
                    <a:pt x="4343" y="2343"/>
                  </a:cubicBezTo>
                  <a:lnTo>
                    <a:pt x="4343" y="1963"/>
                  </a:lnTo>
                  <a:lnTo>
                    <a:pt x="4424" y="1805"/>
                  </a:lnTo>
                  <a:cubicBezTo>
                    <a:pt x="4512" y="1629"/>
                    <a:pt x="4558" y="1432"/>
                    <a:pt x="4558" y="1235"/>
                  </a:cubicBezTo>
                  <a:lnTo>
                    <a:pt x="4558" y="201"/>
                  </a:lnTo>
                  <a:cubicBezTo>
                    <a:pt x="4558" y="92"/>
                    <a:pt x="4470" y="0"/>
                    <a:pt x="4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85"/>
            <p:cNvSpPr/>
            <p:nvPr/>
          </p:nvSpPr>
          <p:spPr>
            <a:xfrm>
              <a:off x="1990098" y="1635315"/>
              <a:ext cx="48151" cy="16111"/>
            </a:xfrm>
            <a:custGeom>
              <a:rect b="b" l="l" r="r" t="t"/>
              <a:pathLst>
                <a:path extrusionOk="0" h="619" w="1850">
                  <a:moveTo>
                    <a:pt x="267" y="0"/>
                  </a:moveTo>
                  <a:cubicBezTo>
                    <a:pt x="0" y="0"/>
                    <a:pt x="0" y="401"/>
                    <a:pt x="267" y="401"/>
                  </a:cubicBezTo>
                  <a:cubicBezTo>
                    <a:pt x="493" y="401"/>
                    <a:pt x="1147" y="437"/>
                    <a:pt x="1464" y="595"/>
                  </a:cubicBezTo>
                  <a:cubicBezTo>
                    <a:pt x="1497" y="612"/>
                    <a:pt x="1529" y="619"/>
                    <a:pt x="1560" y="619"/>
                  </a:cubicBezTo>
                  <a:cubicBezTo>
                    <a:pt x="1745" y="619"/>
                    <a:pt x="1849" y="339"/>
                    <a:pt x="1643" y="236"/>
                  </a:cubicBezTo>
                  <a:cubicBezTo>
                    <a:pt x="1179" y="4"/>
                    <a:pt x="30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3" name="Google Shape;17133;p85"/>
          <p:cNvGrpSpPr/>
          <p:nvPr/>
        </p:nvGrpSpPr>
        <p:grpSpPr>
          <a:xfrm>
            <a:off x="4187027" y="1499946"/>
            <a:ext cx="375941" cy="363500"/>
            <a:chOff x="4187027" y="1499946"/>
            <a:chExt cx="375941" cy="363500"/>
          </a:xfrm>
        </p:grpSpPr>
        <p:sp>
          <p:nvSpPr>
            <p:cNvPr id="17134" name="Google Shape;17134;p85"/>
            <p:cNvSpPr/>
            <p:nvPr/>
          </p:nvSpPr>
          <p:spPr>
            <a:xfrm>
              <a:off x="4187027" y="1505281"/>
              <a:ext cx="375941" cy="352855"/>
            </a:xfrm>
            <a:custGeom>
              <a:rect b="b" l="l" r="r" t="t"/>
              <a:pathLst>
                <a:path extrusionOk="0" h="13557" w="14444">
                  <a:moveTo>
                    <a:pt x="7220" y="0"/>
                  </a:moveTo>
                  <a:cubicBezTo>
                    <a:pt x="7220" y="0"/>
                    <a:pt x="3955" y="1963"/>
                    <a:pt x="1443" y="1963"/>
                  </a:cubicBezTo>
                  <a:cubicBezTo>
                    <a:pt x="1443" y="1963"/>
                    <a:pt x="0" y="11154"/>
                    <a:pt x="7220" y="13557"/>
                  </a:cubicBezTo>
                  <a:cubicBezTo>
                    <a:pt x="14444" y="11157"/>
                    <a:pt x="13001" y="1963"/>
                    <a:pt x="13001" y="1963"/>
                  </a:cubicBezTo>
                  <a:cubicBezTo>
                    <a:pt x="10486" y="1963"/>
                    <a:pt x="7220" y="0"/>
                    <a:pt x="722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85"/>
            <p:cNvSpPr/>
            <p:nvPr/>
          </p:nvSpPr>
          <p:spPr>
            <a:xfrm>
              <a:off x="4367893" y="1555644"/>
              <a:ext cx="195076" cy="302492"/>
            </a:xfrm>
            <a:custGeom>
              <a:rect b="b" l="l" r="r" t="t"/>
              <a:pathLst>
                <a:path extrusionOk="0" h="11622" w="7495">
                  <a:moveTo>
                    <a:pt x="5500" y="0"/>
                  </a:moveTo>
                  <a:cubicBezTo>
                    <a:pt x="5500" y="7"/>
                    <a:pt x="5503" y="18"/>
                    <a:pt x="5503" y="28"/>
                  </a:cubicBezTo>
                  <a:cubicBezTo>
                    <a:pt x="5503" y="28"/>
                    <a:pt x="6911" y="8986"/>
                    <a:pt x="0" y="11527"/>
                  </a:cubicBezTo>
                  <a:cubicBezTo>
                    <a:pt x="88" y="11558"/>
                    <a:pt x="180" y="11590"/>
                    <a:pt x="271" y="11622"/>
                  </a:cubicBezTo>
                  <a:cubicBezTo>
                    <a:pt x="7495" y="9219"/>
                    <a:pt x="6049" y="28"/>
                    <a:pt x="6049" y="28"/>
                  </a:cubicBezTo>
                  <a:cubicBezTo>
                    <a:pt x="5869" y="28"/>
                    <a:pt x="5686" y="18"/>
                    <a:pt x="55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85"/>
            <p:cNvSpPr/>
            <p:nvPr/>
          </p:nvSpPr>
          <p:spPr>
            <a:xfrm>
              <a:off x="4224845" y="1540080"/>
              <a:ext cx="300305" cy="281800"/>
            </a:xfrm>
            <a:custGeom>
              <a:rect b="b" l="l" r="r" t="t"/>
              <a:pathLst>
                <a:path extrusionOk="0" h="10827" w="11538">
                  <a:moveTo>
                    <a:pt x="5767" y="0"/>
                  </a:moveTo>
                  <a:cubicBezTo>
                    <a:pt x="5767" y="0"/>
                    <a:pt x="3160" y="1566"/>
                    <a:pt x="1155" y="1566"/>
                  </a:cubicBezTo>
                  <a:cubicBezTo>
                    <a:pt x="1155" y="1566"/>
                    <a:pt x="1" y="8909"/>
                    <a:pt x="5767" y="10826"/>
                  </a:cubicBezTo>
                  <a:cubicBezTo>
                    <a:pt x="11538" y="8909"/>
                    <a:pt x="10384" y="1566"/>
                    <a:pt x="10384" y="1566"/>
                  </a:cubicBezTo>
                  <a:cubicBezTo>
                    <a:pt x="8375" y="1566"/>
                    <a:pt x="5767" y="0"/>
                    <a:pt x="576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85"/>
            <p:cNvSpPr/>
            <p:nvPr/>
          </p:nvSpPr>
          <p:spPr>
            <a:xfrm>
              <a:off x="4367893" y="1579902"/>
              <a:ext cx="157258" cy="241978"/>
            </a:xfrm>
            <a:custGeom>
              <a:rect b="b" l="l" r="r" t="t"/>
              <a:pathLst>
                <a:path extrusionOk="0" h="9297" w="6042">
                  <a:moveTo>
                    <a:pt x="4328" y="1"/>
                  </a:moveTo>
                  <a:lnTo>
                    <a:pt x="4328" y="1"/>
                  </a:lnTo>
                  <a:cubicBezTo>
                    <a:pt x="4332" y="11"/>
                    <a:pt x="4339" y="25"/>
                    <a:pt x="4342" y="36"/>
                  </a:cubicBezTo>
                  <a:cubicBezTo>
                    <a:pt x="4342" y="36"/>
                    <a:pt x="5458" y="7143"/>
                    <a:pt x="0" y="9198"/>
                  </a:cubicBezTo>
                  <a:cubicBezTo>
                    <a:pt x="88" y="9233"/>
                    <a:pt x="176" y="9265"/>
                    <a:pt x="271" y="9296"/>
                  </a:cubicBezTo>
                  <a:cubicBezTo>
                    <a:pt x="6042" y="7379"/>
                    <a:pt x="4888" y="36"/>
                    <a:pt x="4888" y="36"/>
                  </a:cubicBezTo>
                  <a:cubicBezTo>
                    <a:pt x="4701" y="36"/>
                    <a:pt x="4515" y="22"/>
                    <a:pt x="432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85"/>
            <p:cNvSpPr/>
            <p:nvPr/>
          </p:nvSpPr>
          <p:spPr>
            <a:xfrm>
              <a:off x="4346836" y="1591614"/>
              <a:ext cx="56350" cy="80529"/>
            </a:xfrm>
            <a:custGeom>
              <a:rect b="b" l="l" r="r" t="t"/>
              <a:pathLst>
                <a:path extrusionOk="0" h="3094" w="2165">
                  <a:moveTo>
                    <a:pt x="1080" y="1"/>
                  </a:moveTo>
                  <a:cubicBezTo>
                    <a:pt x="486" y="1"/>
                    <a:pt x="0" y="487"/>
                    <a:pt x="0" y="1081"/>
                  </a:cubicBezTo>
                  <a:lnTo>
                    <a:pt x="0" y="2014"/>
                  </a:lnTo>
                  <a:cubicBezTo>
                    <a:pt x="0" y="2608"/>
                    <a:pt x="486" y="3094"/>
                    <a:pt x="1080" y="3094"/>
                  </a:cubicBezTo>
                  <a:cubicBezTo>
                    <a:pt x="1679" y="3094"/>
                    <a:pt x="2161" y="2608"/>
                    <a:pt x="2164" y="2014"/>
                  </a:cubicBezTo>
                  <a:lnTo>
                    <a:pt x="2164" y="1081"/>
                  </a:lnTo>
                  <a:cubicBezTo>
                    <a:pt x="2161" y="487"/>
                    <a:pt x="1679" y="1"/>
                    <a:pt x="10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85"/>
            <p:cNvSpPr/>
            <p:nvPr/>
          </p:nvSpPr>
          <p:spPr>
            <a:xfrm>
              <a:off x="4367893" y="1591614"/>
              <a:ext cx="35293" cy="80529"/>
            </a:xfrm>
            <a:custGeom>
              <a:rect b="b" l="l" r="r" t="t"/>
              <a:pathLst>
                <a:path extrusionOk="0" h="3094" w="1356">
                  <a:moveTo>
                    <a:pt x="271" y="1"/>
                  </a:moveTo>
                  <a:cubicBezTo>
                    <a:pt x="180" y="1"/>
                    <a:pt x="88" y="12"/>
                    <a:pt x="0" y="36"/>
                  </a:cubicBezTo>
                  <a:cubicBezTo>
                    <a:pt x="475" y="163"/>
                    <a:pt x="806" y="592"/>
                    <a:pt x="806" y="1081"/>
                  </a:cubicBezTo>
                  <a:lnTo>
                    <a:pt x="806" y="2014"/>
                  </a:lnTo>
                  <a:cubicBezTo>
                    <a:pt x="806" y="2503"/>
                    <a:pt x="475" y="2932"/>
                    <a:pt x="0" y="3059"/>
                  </a:cubicBezTo>
                  <a:cubicBezTo>
                    <a:pt x="88" y="3083"/>
                    <a:pt x="180" y="3094"/>
                    <a:pt x="271" y="3094"/>
                  </a:cubicBezTo>
                  <a:cubicBezTo>
                    <a:pt x="870" y="3094"/>
                    <a:pt x="1352" y="2608"/>
                    <a:pt x="1355" y="2014"/>
                  </a:cubicBezTo>
                  <a:lnTo>
                    <a:pt x="1355" y="1081"/>
                  </a:lnTo>
                  <a:cubicBezTo>
                    <a:pt x="1352" y="487"/>
                    <a:pt x="870" y="1"/>
                    <a:pt x="27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85"/>
            <p:cNvSpPr/>
            <p:nvPr/>
          </p:nvSpPr>
          <p:spPr>
            <a:xfrm>
              <a:off x="4316072" y="1672117"/>
              <a:ext cx="117774" cy="75844"/>
            </a:xfrm>
            <a:custGeom>
              <a:rect b="b" l="l" r="r" t="t"/>
              <a:pathLst>
                <a:path extrusionOk="0" h="2914" w="4525">
                  <a:moveTo>
                    <a:pt x="2262" y="1"/>
                  </a:moveTo>
                  <a:cubicBezTo>
                    <a:pt x="1070" y="15"/>
                    <a:pt x="0" y="993"/>
                    <a:pt x="0" y="2189"/>
                  </a:cubicBezTo>
                  <a:lnTo>
                    <a:pt x="0" y="2914"/>
                  </a:lnTo>
                  <a:lnTo>
                    <a:pt x="4525" y="2914"/>
                  </a:lnTo>
                  <a:lnTo>
                    <a:pt x="4525" y="2189"/>
                  </a:lnTo>
                  <a:cubicBezTo>
                    <a:pt x="4525" y="993"/>
                    <a:pt x="3459" y="15"/>
                    <a:pt x="2262"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85"/>
            <p:cNvSpPr/>
            <p:nvPr/>
          </p:nvSpPr>
          <p:spPr>
            <a:xfrm>
              <a:off x="4367893" y="1672117"/>
              <a:ext cx="65954" cy="75844"/>
            </a:xfrm>
            <a:custGeom>
              <a:rect b="b" l="l" r="r" t="t"/>
              <a:pathLst>
                <a:path extrusionOk="0" h="2914" w="2534">
                  <a:moveTo>
                    <a:pt x="271" y="1"/>
                  </a:moveTo>
                  <a:cubicBezTo>
                    <a:pt x="180" y="1"/>
                    <a:pt x="88" y="8"/>
                    <a:pt x="0" y="22"/>
                  </a:cubicBezTo>
                  <a:cubicBezTo>
                    <a:pt x="1077" y="170"/>
                    <a:pt x="1988" y="1084"/>
                    <a:pt x="1988" y="2189"/>
                  </a:cubicBezTo>
                  <a:lnTo>
                    <a:pt x="1988" y="2914"/>
                  </a:lnTo>
                  <a:lnTo>
                    <a:pt x="2534" y="2914"/>
                  </a:lnTo>
                  <a:lnTo>
                    <a:pt x="2534" y="2189"/>
                  </a:lnTo>
                  <a:cubicBezTo>
                    <a:pt x="2534" y="996"/>
                    <a:pt x="1468" y="15"/>
                    <a:pt x="27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85"/>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85"/>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85"/>
            <p:cNvSpPr/>
            <p:nvPr/>
          </p:nvSpPr>
          <p:spPr>
            <a:xfrm>
              <a:off x="4371016" y="1672300"/>
              <a:ext cx="18245" cy="16527"/>
            </a:xfrm>
            <a:custGeom>
              <a:rect b="b" l="l" r="r" t="t"/>
              <a:pathLst>
                <a:path extrusionOk="0" h="635" w="701">
                  <a:moveTo>
                    <a:pt x="317" y="1"/>
                  </a:moveTo>
                  <a:lnTo>
                    <a:pt x="0" y="634"/>
                  </a:lnTo>
                  <a:lnTo>
                    <a:pt x="408" y="634"/>
                  </a:lnTo>
                  <a:lnTo>
                    <a:pt x="700" y="68"/>
                  </a:lnTo>
                  <a:cubicBezTo>
                    <a:pt x="574" y="36"/>
                    <a:pt x="443" y="11"/>
                    <a:pt x="31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85"/>
            <p:cNvSpPr/>
            <p:nvPr/>
          </p:nvSpPr>
          <p:spPr>
            <a:xfrm>
              <a:off x="4360371" y="1688801"/>
              <a:ext cx="29255" cy="47370"/>
            </a:xfrm>
            <a:custGeom>
              <a:rect b="b" l="l" r="r" t="t"/>
              <a:pathLst>
                <a:path extrusionOk="0" h="1820" w="1124">
                  <a:moveTo>
                    <a:pt x="300" y="0"/>
                  </a:moveTo>
                  <a:lnTo>
                    <a:pt x="1" y="1305"/>
                  </a:lnTo>
                  <a:lnTo>
                    <a:pt x="560" y="1819"/>
                  </a:lnTo>
                  <a:lnTo>
                    <a:pt x="1123" y="1305"/>
                  </a:lnTo>
                  <a:lnTo>
                    <a:pt x="821"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85"/>
            <p:cNvSpPr/>
            <p:nvPr/>
          </p:nvSpPr>
          <p:spPr>
            <a:xfrm>
              <a:off x="4369636" y="1688801"/>
              <a:ext cx="19989" cy="47370"/>
            </a:xfrm>
            <a:custGeom>
              <a:rect b="b" l="l" r="r" t="t"/>
              <a:pathLst>
                <a:path extrusionOk="0" h="1820" w="768">
                  <a:moveTo>
                    <a:pt x="57" y="0"/>
                  </a:moveTo>
                  <a:lnTo>
                    <a:pt x="356" y="1305"/>
                  </a:lnTo>
                  <a:lnTo>
                    <a:pt x="0" y="1633"/>
                  </a:lnTo>
                  <a:lnTo>
                    <a:pt x="204" y="1819"/>
                  </a:lnTo>
                  <a:lnTo>
                    <a:pt x="767" y="1305"/>
                  </a:lnTo>
                  <a:lnTo>
                    <a:pt x="465"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85"/>
            <p:cNvSpPr/>
            <p:nvPr/>
          </p:nvSpPr>
          <p:spPr>
            <a:xfrm>
              <a:off x="4310736" y="1586955"/>
              <a:ext cx="128524" cy="166342"/>
            </a:xfrm>
            <a:custGeom>
              <a:rect b="b" l="l" r="r" t="t"/>
              <a:pathLst>
                <a:path extrusionOk="0" h="6391" w="4938">
                  <a:moveTo>
                    <a:pt x="2675" y="1088"/>
                  </a:moveTo>
                  <a:cubicBezTo>
                    <a:pt x="2675" y="1088"/>
                    <a:pt x="2865" y="1584"/>
                    <a:pt x="3343" y="1703"/>
                  </a:cubicBezTo>
                  <a:lnTo>
                    <a:pt x="3343" y="2193"/>
                  </a:lnTo>
                  <a:cubicBezTo>
                    <a:pt x="3343" y="2660"/>
                    <a:pt x="2974" y="3048"/>
                    <a:pt x="2506" y="3069"/>
                  </a:cubicBezTo>
                  <a:lnTo>
                    <a:pt x="2432" y="3069"/>
                  </a:lnTo>
                  <a:cubicBezTo>
                    <a:pt x="1961" y="3048"/>
                    <a:pt x="1595" y="2660"/>
                    <a:pt x="1591" y="2193"/>
                  </a:cubicBezTo>
                  <a:lnTo>
                    <a:pt x="1591" y="1718"/>
                  </a:lnTo>
                  <a:cubicBezTo>
                    <a:pt x="2383" y="1633"/>
                    <a:pt x="2675" y="1088"/>
                    <a:pt x="2675" y="1088"/>
                  </a:cubicBezTo>
                  <a:close/>
                  <a:moveTo>
                    <a:pt x="2496" y="3477"/>
                  </a:moveTo>
                  <a:lnTo>
                    <a:pt x="2559" y="3480"/>
                  </a:lnTo>
                  <a:lnTo>
                    <a:pt x="2573" y="3480"/>
                  </a:lnTo>
                  <a:cubicBezTo>
                    <a:pt x="2605" y="3480"/>
                    <a:pt x="2633" y="3487"/>
                    <a:pt x="2664" y="3491"/>
                  </a:cubicBezTo>
                  <a:lnTo>
                    <a:pt x="2714" y="3494"/>
                  </a:lnTo>
                  <a:lnTo>
                    <a:pt x="2605" y="3709"/>
                  </a:lnTo>
                  <a:lnTo>
                    <a:pt x="2334" y="3709"/>
                  </a:lnTo>
                  <a:lnTo>
                    <a:pt x="2225" y="3494"/>
                  </a:lnTo>
                  <a:lnTo>
                    <a:pt x="2270" y="3491"/>
                  </a:lnTo>
                  <a:cubicBezTo>
                    <a:pt x="2302" y="3487"/>
                    <a:pt x="2334" y="3484"/>
                    <a:pt x="2365" y="3480"/>
                  </a:cubicBezTo>
                  <a:lnTo>
                    <a:pt x="2379" y="3480"/>
                  </a:lnTo>
                  <a:lnTo>
                    <a:pt x="2439" y="3477"/>
                  </a:lnTo>
                  <a:close/>
                  <a:moveTo>
                    <a:pt x="2566" y="4117"/>
                  </a:moveTo>
                  <a:lnTo>
                    <a:pt x="2802" y="5148"/>
                  </a:lnTo>
                  <a:lnTo>
                    <a:pt x="2467" y="5458"/>
                  </a:lnTo>
                  <a:lnTo>
                    <a:pt x="2133" y="5148"/>
                  </a:lnTo>
                  <a:lnTo>
                    <a:pt x="2372" y="4117"/>
                  </a:lnTo>
                  <a:close/>
                  <a:moveTo>
                    <a:pt x="3118" y="3596"/>
                  </a:moveTo>
                  <a:cubicBezTo>
                    <a:pt x="3414" y="3695"/>
                    <a:pt x="3681" y="3860"/>
                    <a:pt x="3906" y="4071"/>
                  </a:cubicBezTo>
                  <a:cubicBezTo>
                    <a:pt x="4308" y="4451"/>
                    <a:pt x="4526" y="4944"/>
                    <a:pt x="4526" y="5461"/>
                  </a:cubicBezTo>
                  <a:lnTo>
                    <a:pt x="4526" y="5982"/>
                  </a:lnTo>
                  <a:lnTo>
                    <a:pt x="413" y="5982"/>
                  </a:lnTo>
                  <a:lnTo>
                    <a:pt x="413" y="5461"/>
                  </a:lnTo>
                  <a:cubicBezTo>
                    <a:pt x="409" y="4944"/>
                    <a:pt x="631" y="4451"/>
                    <a:pt x="1032" y="4071"/>
                  </a:cubicBezTo>
                  <a:lnTo>
                    <a:pt x="1028" y="4071"/>
                  </a:lnTo>
                  <a:cubicBezTo>
                    <a:pt x="1254" y="3860"/>
                    <a:pt x="1521" y="3698"/>
                    <a:pt x="1813" y="3596"/>
                  </a:cubicBezTo>
                  <a:lnTo>
                    <a:pt x="1989" y="3938"/>
                  </a:lnTo>
                  <a:lnTo>
                    <a:pt x="1707" y="5173"/>
                  </a:lnTo>
                  <a:cubicBezTo>
                    <a:pt x="1690" y="5247"/>
                    <a:pt x="1714" y="5320"/>
                    <a:pt x="1767" y="5370"/>
                  </a:cubicBezTo>
                  <a:lnTo>
                    <a:pt x="2330" y="5883"/>
                  </a:lnTo>
                  <a:cubicBezTo>
                    <a:pt x="2369" y="5919"/>
                    <a:pt x="2418" y="5936"/>
                    <a:pt x="2467" y="5936"/>
                  </a:cubicBezTo>
                  <a:cubicBezTo>
                    <a:pt x="2517" y="5936"/>
                    <a:pt x="2566" y="5919"/>
                    <a:pt x="2605" y="5883"/>
                  </a:cubicBezTo>
                  <a:lnTo>
                    <a:pt x="3168" y="5370"/>
                  </a:lnTo>
                  <a:cubicBezTo>
                    <a:pt x="3220" y="5320"/>
                    <a:pt x="3245" y="5247"/>
                    <a:pt x="3227" y="5173"/>
                  </a:cubicBezTo>
                  <a:lnTo>
                    <a:pt x="2942" y="3941"/>
                  </a:lnTo>
                  <a:lnTo>
                    <a:pt x="3118" y="3596"/>
                  </a:lnTo>
                  <a:close/>
                  <a:moveTo>
                    <a:pt x="2467" y="1"/>
                  </a:moveTo>
                  <a:cubicBezTo>
                    <a:pt x="1767" y="1"/>
                    <a:pt x="1194" y="560"/>
                    <a:pt x="1183" y="1260"/>
                  </a:cubicBezTo>
                  <a:lnTo>
                    <a:pt x="1183" y="2193"/>
                  </a:lnTo>
                  <a:cubicBezTo>
                    <a:pt x="1183" y="2590"/>
                    <a:pt x="1366" y="2963"/>
                    <a:pt x="1679" y="3206"/>
                  </a:cubicBezTo>
                  <a:cubicBezTo>
                    <a:pt x="715" y="3544"/>
                    <a:pt x="1" y="4444"/>
                    <a:pt x="1" y="5461"/>
                  </a:cubicBezTo>
                  <a:lnTo>
                    <a:pt x="1" y="6186"/>
                  </a:lnTo>
                  <a:cubicBezTo>
                    <a:pt x="1" y="6299"/>
                    <a:pt x="92" y="6390"/>
                    <a:pt x="205" y="6390"/>
                  </a:cubicBezTo>
                  <a:lnTo>
                    <a:pt x="4730" y="6390"/>
                  </a:lnTo>
                  <a:cubicBezTo>
                    <a:pt x="4846" y="6390"/>
                    <a:pt x="4937" y="6299"/>
                    <a:pt x="4937" y="6186"/>
                  </a:cubicBezTo>
                  <a:lnTo>
                    <a:pt x="4937" y="5461"/>
                  </a:lnTo>
                  <a:cubicBezTo>
                    <a:pt x="4937" y="4444"/>
                    <a:pt x="4223" y="3544"/>
                    <a:pt x="3259" y="3206"/>
                  </a:cubicBezTo>
                  <a:cubicBezTo>
                    <a:pt x="3572" y="2963"/>
                    <a:pt x="3755" y="2590"/>
                    <a:pt x="3755" y="2193"/>
                  </a:cubicBezTo>
                  <a:lnTo>
                    <a:pt x="3755" y="1260"/>
                  </a:lnTo>
                  <a:cubicBezTo>
                    <a:pt x="3741" y="560"/>
                    <a:pt x="3171"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85"/>
            <p:cNvSpPr/>
            <p:nvPr/>
          </p:nvSpPr>
          <p:spPr>
            <a:xfrm>
              <a:off x="4246917" y="1534666"/>
              <a:ext cx="261290" cy="157024"/>
            </a:xfrm>
            <a:custGeom>
              <a:rect b="b" l="l" r="r" t="t"/>
              <a:pathLst>
                <a:path extrusionOk="0" h="6033" w="10039">
                  <a:moveTo>
                    <a:pt x="4921" y="0"/>
                  </a:moveTo>
                  <a:cubicBezTo>
                    <a:pt x="4884" y="0"/>
                    <a:pt x="4847" y="11"/>
                    <a:pt x="4814" y="32"/>
                  </a:cubicBezTo>
                  <a:cubicBezTo>
                    <a:pt x="4789" y="46"/>
                    <a:pt x="2235" y="1570"/>
                    <a:pt x="303" y="1570"/>
                  </a:cubicBezTo>
                  <a:cubicBezTo>
                    <a:pt x="205" y="1570"/>
                    <a:pt x="117" y="1644"/>
                    <a:pt x="103" y="1742"/>
                  </a:cubicBezTo>
                  <a:cubicBezTo>
                    <a:pt x="32" y="2256"/>
                    <a:pt x="1" y="2773"/>
                    <a:pt x="4" y="3294"/>
                  </a:cubicBezTo>
                  <a:cubicBezTo>
                    <a:pt x="4" y="3406"/>
                    <a:pt x="99" y="3498"/>
                    <a:pt x="212" y="3498"/>
                  </a:cubicBezTo>
                  <a:cubicBezTo>
                    <a:pt x="324" y="3498"/>
                    <a:pt x="416" y="3406"/>
                    <a:pt x="416" y="3290"/>
                  </a:cubicBezTo>
                  <a:cubicBezTo>
                    <a:pt x="412" y="2850"/>
                    <a:pt x="437" y="2414"/>
                    <a:pt x="486" y="1974"/>
                  </a:cubicBezTo>
                  <a:cubicBezTo>
                    <a:pt x="1313" y="1943"/>
                    <a:pt x="2305" y="1672"/>
                    <a:pt x="3445" y="1179"/>
                  </a:cubicBezTo>
                  <a:cubicBezTo>
                    <a:pt x="3952" y="961"/>
                    <a:pt x="4441" y="715"/>
                    <a:pt x="4919" y="444"/>
                  </a:cubicBezTo>
                  <a:cubicBezTo>
                    <a:pt x="5398" y="715"/>
                    <a:pt x="5887" y="961"/>
                    <a:pt x="6394" y="1179"/>
                  </a:cubicBezTo>
                  <a:cubicBezTo>
                    <a:pt x="7534" y="1672"/>
                    <a:pt x="8526" y="1943"/>
                    <a:pt x="9353" y="1974"/>
                  </a:cubicBezTo>
                  <a:cubicBezTo>
                    <a:pt x="9412" y="2485"/>
                    <a:pt x="9543" y="4068"/>
                    <a:pt x="9159" y="5778"/>
                  </a:cubicBezTo>
                  <a:cubicBezTo>
                    <a:pt x="9135" y="5890"/>
                    <a:pt x="9201" y="6003"/>
                    <a:pt x="9314" y="6028"/>
                  </a:cubicBezTo>
                  <a:cubicBezTo>
                    <a:pt x="9329" y="6031"/>
                    <a:pt x="9343" y="6032"/>
                    <a:pt x="9358" y="6032"/>
                  </a:cubicBezTo>
                  <a:cubicBezTo>
                    <a:pt x="9454" y="6032"/>
                    <a:pt x="9542" y="5964"/>
                    <a:pt x="9560" y="5866"/>
                  </a:cubicBezTo>
                  <a:cubicBezTo>
                    <a:pt x="10039" y="3720"/>
                    <a:pt x="9750" y="1823"/>
                    <a:pt x="9736" y="1742"/>
                  </a:cubicBezTo>
                  <a:cubicBezTo>
                    <a:pt x="9722" y="1644"/>
                    <a:pt x="9634" y="1570"/>
                    <a:pt x="9536" y="1570"/>
                  </a:cubicBezTo>
                  <a:cubicBezTo>
                    <a:pt x="7608" y="1570"/>
                    <a:pt x="5050" y="46"/>
                    <a:pt x="5025" y="32"/>
                  </a:cubicBezTo>
                  <a:cubicBezTo>
                    <a:pt x="4993" y="11"/>
                    <a:pt x="4957" y="0"/>
                    <a:pt x="4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85"/>
            <p:cNvSpPr/>
            <p:nvPr/>
          </p:nvSpPr>
          <p:spPr>
            <a:xfrm>
              <a:off x="4247593" y="1635445"/>
              <a:ext cx="244398" cy="191745"/>
            </a:xfrm>
            <a:custGeom>
              <a:rect b="b" l="l" r="r" t="t"/>
              <a:pathLst>
                <a:path extrusionOk="0" h="7367" w="9390">
                  <a:moveTo>
                    <a:pt x="212" y="0"/>
                  </a:moveTo>
                  <a:cubicBezTo>
                    <a:pt x="107" y="0"/>
                    <a:pt x="1" y="74"/>
                    <a:pt x="6" y="213"/>
                  </a:cubicBezTo>
                  <a:cubicBezTo>
                    <a:pt x="101" y="1737"/>
                    <a:pt x="453" y="3077"/>
                    <a:pt x="1051" y="4193"/>
                  </a:cubicBezTo>
                  <a:cubicBezTo>
                    <a:pt x="1875" y="5730"/>
                    <a:pt x="3145" y="6796"/>
                    <a:pt x="4830" y="7356"/>
                  </a:cubicBezTo>
                  <a:cubicBezTo>
                    <a:pt x="4851" y="7363"/>
                    <a:pt x="4873" y="7366"/>
                    <a:pt x="4895" y="7366"/>
                  </a:cubicBezTo>
                  <a:cubicBezTo>
                    <a:pt x="4917" y="7366"/>
                    <a:pt x="4939" y="7363"/>
                    <a:pt x="4960" y="7356"/>
                  </a:cubicBezTo>
                  <a:cubicBezTo>
                    <a:pt x="6051" y="6993"/>
                    <a:pt x="6980" y="6413"/>
                    <a:pt x="7715" y="5628"/>
                  </a:cubicBezTo>
                  <a:cubicBezTo>
                    <a:pt x="8451" y="4844"/>
                    <a:pt x="9006" y="3852"/>
                    <a:pt x="9358" y="2680"/>
                  </a:cubicBezTo>
                  <a:cubicBezTo>
                    <a:pt x="9390" y="2571"/>
                    <a:pt x="9330" y="2458"/>
                    <a:pt x="9221" y="2423"/>
                  </a:cubicBezTo>
                  <a:cubicBezTo>
                    <a:pt x="9202" y="2417"/>
                    <a:pt x="9183" y="2415"/>
                    <a:pt x="9164" y="2415"/>
                  </a:cubicBezTo>
                  <a:cubicBezTo>
                    <a:pt x="9074" y="2415"/>
                    <a:pt x="8990" y="2473"/>
                    <a:pt x="8964" y="2560"/>
                  </a:cubicBezTo>
                  <a:cubicBezTo>
                    <a:pt x="8630" y="3672"/>
                    <a:pt x="8109" y="4611"/>
                    <a:pt x="7416" y="5347"/>
                  </a:cubicBezTo>
                  <a:cubicBezTo>
                    <a:pt x="6741" y="6065"/>
                    <a:pt x="5893" y="6603"/>
                    <a:pt x="4893" y="6944"/>
                  </a:cubicBezTo>
                  <a:cubicBezTo>
                    <a:pt x="3345" y="6413"/>
                    <a:pt x="2174" y="5424"/>
                    <a:pt x="1410" y="3999"/>
                  </a:cubicBezTo>
                  <a:cubicBezTo>
                    <a:pt x="844" y="2937"/>
                    <a:pt x="506" y="1652"/>
                    <a:pt x="414" y="189"/>
                  </a:cubicBezTo>
                  <a:cubicBezTo>
                    <a:pt x="404" y="61"/>
                    <a:pt x="30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85"/>
            <p:cNvSpPr/>
            <p:nvPr/>
          </p:nvSpPr>
          <p:spPr>
            <a:xfrm>
              <a:off x="4209932" y="1499946"/>
              <a:ext cx="330159" cy="363500"/>
            </a:xfrm>
            <a:custGeom>
              <a:rect b="b" l="l" r="r" t="t"/>
              <a:pathLst>
                <a:path extrusionOk="0" h="13966" w="12685">
                  <a:moveTo>
                    <a:pt x="6340" y="444"/>
                  </a:moveTo>
                  <a:cubicBezTo>
                    <a:pt x="6942" y="789"/>
                    <a:pt x="7565" y="1099"/>
                    <a:pt x="8205" y="1377"/>
                  </a:cubicBezTo>
                  <a:cubicBezTo>
                    <a:pt x="9644" y="2003"/>
                    <a:pt x="10900" y="2337"/>
                    <a:pt x="11938" y="2372"/>
                  </a:cubicBezTo>
                  <a:cubicBezTo>
                    <a:pt x="12009" y="2942"/>
                    <a:pt x="12185" y="4888"/>
                    <a:pt x="11738" y="7020"/>
                  </a:cubicBezTo>
                  <a:cubicBezTo>
                    <a:pt x="11432" y="8502"/>
                    <a:pt x="10886" y="9779"/>
                    <a:pt x="10126" y="10817"/>
                  </a:cubicBezTo>
                  <a:cubicBezTo>
                    <a:pt x="9190" y="12090"/>
                    <a:pt x="7917" y="13009"/>
                    <a:pt x="6340" y="13544"/>
                  </a:cubicBezTo>
                  <a:cubicBezTo>
                    <a:pt x="4768" y="13009"/>
                    <a:pt x="3494" y="12094"/>
                    <a:pt x="2558" y="10820"/>
                  </a:cubicBezTo>
                  <a:cubicBezTo>
                    <a:pt x="1798" y="9786"/>
                    <a:pt x="1253" y="8512"/>
                    <a:pt x="947" y="7034"/>
                  </a:cubicBezTo>
                  <a:cubicBezTo>
                    <a:pt x="496" y="4899"/>
                    <a:pt x="672" y="2942"/>
                    <a:pt x="742" y="2372"/>
                  </a:cubicBezTo>
                  <a:cubicBezTo>
                    <a:pt x="1777" y="2337"/>
                    <a:pt x="3033" y="2003"/>
                    <a:pt x="4476" y="1377"/>
                  </a:cubicBezTo>
                  <a:cubicBezTo>
                    <a:pt x="5112" y="1099"/>
                    <a:pt x="5735" y="789"/>
                    <a:pt x="6340" y="444"/>
                  </a:cubicBezTo>
                  <a:close/>
                  <a:moveTo>
                    <a:pt x="6340" y="0"/>
                  </a:moveTo>
                  <a:cubicBezTo>
                    <a:pt x="6303" y="0"/>
                    <a:pt x="6267" y="10"/>
                    <a:pt x="6235" y="29"/>
                  </a:cubicBezTo>
                  <a:cubicBezTo>
                    <a:pt x="6203" y="50"/>
                    <a:pt x="2991" y="1964"/>
                    <a:pt x="563" y="1964"/>
                  </a:cubicBezTo>
                  <a:cubicBezTo>
                    <a:pt x="461" y="1964"/>
                    <a:pt x="373" y="2035"/>
                    <a:pt x="359" y="2137"/>
                  </a:cubicBezTo>
                  <a:cubicBezTo>
                    <a:pt x="345" y="2232"/>
                    <a:pt x="0" y="4501"/>
                    <a:pt x="542" y="7105"/>
                  </a:cubicBezTo>
                  <a:cubicBezTo>
                    <a:pt x="862" y="8646"/>
                    <a:pt x="1429" y="9972"/>
                    <a:pt x="2224" y="11056"/>
                  </a:cubicBezTo>
                  <a:cubicBezTo>
                    <a:pt x="3223" y="12421"/>
                    <a:pt x="4588" y="13396"/>
                    <a:pt x="6277" y="13955"/>
                  </a:cubicBezTo>
                  <a:cubicBezTo>
                    <a:pt x="6296" y="13962"/>
                    <a:pt x="6318" y="13966"/>
                    <a:pt x="6339" y="13966"/>
                  </a:cubicBezTo>
                  <a:cubicBezTo>
                    <a:pt x="6361" y="13966"/>
                    <a:pt x="6383" y="13962"/>
                    <a:pt x="6404" y="13955"/>
                  </a:cubicBezTo>
                  <a:cubicBezTo>
                    <a:pt x="8093" y="13396"/>
                    <a:pt x="9458" y="12418"/>
                    <a:pt x="10457" y="11056"/>
                  </a:cubicBezTo>
                  <a:cubicBezTo>
                    <a:pt x="11252" y="9972"/>
                    <a:pt x="11819" y="8642"/>
                    <a:pt x="12139" y="7105"/>
                  </a:cubicBezTo>
                  <a:cubicBezTo>
                    <a:pt x="12684" y="4501"/>
                    <a:pt x="12336" y="2232"/>
                    <a:pt x="12322" y="2137"/>
                  </a:cubicBezTo>
                  <a:cubicBezTo>
                    <a:pt x="12308" y="2035"/>
                    <a:pt x="12220" y="1964"/>
                    <a:pt x="12121" y="1964"/>
                  </a:cubicBezTo>
                  <a:cubicBezTo>
                    <a:pt x="9694" y="1964"/>
                    <a:pt x="6478" y="50"/>
                    <a:pt x="6446" y="29"/>
                  </a:cubicBezTo>
                  <a:cubicBezTo>
                    <a:pt x="6414" y="10"/>
                    <a:pt x="6377" y="0"/>
                    <a:pt x="6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1" name="Google Shape;17151;p85"/>
          <p:cNvGrpSpPr/>
          <p:nvPr/>
        </p:nvGrpSpPr>
        <p:grpSpPr>
          <a:xfrm>
            <a:off x="2300528" y="1508404"/>
            <a:ext cx="362771" cy="355223"/>
            <a:chOff x="2300528" y="1508404"/>
            <a:chExt cx="362771" cy="355223"/>
          </a:xfrm>
        </p:grpSpPr>
        <p:sp>
          <p:nvSpPr>
            <p:cNvPr id="17152" name="Google Shape;17152;p85"/>
            <p:cNvSpPr/>
            <p:nvPr/>
          </p:nvSpPr>
          <p:spPr>
            <a:xfrm>
              <a:off x="2313906" y="1514052"/>
              <a:ext cx="344162" cy="344188"/>
            </a:xfrm>
            <a:custGeom>
              <a:rect b="b" l="l" r="r" t="t"/>
              <a:pathLst>
                <a:path extrusionOk="0" h="13224" w="13223">
                  <a:moveTo>
                    <a:pt x="6612" y="1"/>
                  </a:moveTo>
                  <a:cubicBezTo>
                    <a:pt x="2963" y="1"/>
                    <a:pt x="0" y="2963"/>
                    <a:pt x="0" y="6612"/>
                  </a:cubicBezTo>
                  <a:cubicBezTo>
                    <a:pt x="0" y="10264"/>
                    <a:pt x="2963" y="13223"/>
                    <a:pt x="6612" y="13223"/>
                  </a:cubicBezTo>
                  <a:cubicBezTo>
                    <a:pt x="10264" y="13223"/>
                    <a:pt x="13223" y="10264"/>
                    <a:pt x="13223" y="6612"/>
                  </a:cubicBezTo>
                  <a:cubicBezTo>
                    <a:pt x="13223" y="2963"/>
                    <a:pt x="10264" y="1"/>
                    <a:pt x="661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85"/>
            <p:cNvSpPr/>
            <p:nvPr/>
          </p:nvSpPr>
          <p:spPr>
            <a:xfrm>
              <a:off x="2339726" y="1539898"/>
              <a:ext cx="292523" cy="292497"/>
            </a:xfrm>
            <a:custGeom>
              <a:rect b="b" l="l" r="r" t="t"/>
              <a:pathLst>
                <a:path extrusionOk="0" h="11238" w="11239">
                  <a:moveTo>
                    <a:pt x="5620" y="0"/>
                  </a:moveTo>
                  <a:cubicBezTo>
                    <a:pt x="2516" y="0"/>
                    <a:pt x="1" y="2516"/>
                    <a:pt x="1" y="5619"/>
                  </a:cubicBezTo>
                  <a:cubicBezTo>
                    <a:pt x="1" y="8722"/>
                    <a:pt x="2516" y="11238"/>
                    <a:pt x="5620" y="11238"/>
                  </a:cubicBezTo>
                  <a:cubicBezTo>
                    <a:pt x="8723" y="11238"/>
                    <a:pt x="11239" y="8722"/>
                    <a:pt x="11239" y="5619"/>
                  </a:cubicBezTo>
                  <a:cubicBezTo>
                    <a:pt x="11239" y="2516"/>
                    <a:pt x="8723" y="0"/>
                    <a:pt x="562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85"/>
            <p:cNvSpPr/>
            <p:nvPr/>
          </p:nvSpPr>
          <p:spPr>
            <a:xfrm>
              <a:off x="2375800" y="1575972"/>
              <a:ext cx="273575" cy="256527"/>
            </a:xfrm>
            <a:custGeom>
              <a:rect b="b" l="l" r="r" t="t"/>
              <a:pathLst>
                <a:path extrusionOk="0" h="9856" w="10511">
                  <a:moveTo>
                    <a:pt x="7928" y="0"/>
                  </a:moveTo>
                  <a:lnTo>
                    <a:pt x="7928" y="0"/>
                  </a:lnTo>
                  <a:cubicBezTo>
                    <a:pt x="9870" y="2228"/>
                    <a:pt x="9754" y="5577"/>
                    <a:pt x="7664" y="7664"/>
                  </a:cubicBezTo>
                  <a:cubicBezTo>
                    <a:pt x="6572" y="8758"/>
                    <a:pt x="5133" y="9311"/>
                    <a:pt x="3691" y="9311"/>
                  </a:cubicBezTo>
                  <a:cubicBezTo>
                    <a:pt x="2378" y="9311"/>
                    <a:pt x="1062" y="8853"/>
                    <a:pt x="1" y="7927"/>
                  </a:cubicBezTo>
                  <a:lnTo>
                    <a:pt x="1" y="7927"/>
                  </a:lnTo>
                  <a:cubicBezTo>
                    <a:pt x="1115" y="9208"/>
                    <a:pt x="2673" y="9855"/>
                    <a:pt x="4236" y="9855"/>
                  </a:cubicBezTo>
                  <a:cubicBezTo>
                    <a:pt x="5670" y="9855"/>
                    <a:pt x="7108" y="9310"/>
                    <a:pt x="8210" y="8209"/>
                  </a:cubicBezTo>
                  <a:cubicBezTo>
                    <a:pt x="10511" y="5908"/>
                    <a:pt x="10380" y="2140"/>
                    <a:pt x="792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85"/>
            <p:cNvSpPr/>
            <p:nvPr/>
          </p:nvSpPr>
          <p:spPr>
            <a:xfrm>
              <a:off x="2300528" y="1508404"/>
              <a:ext cx="362771" cy="355223"/>
            </a:xfrm>
            <a:custGeom>
              <a:rect b="b" l="l" r="r" t="t"/>
              <a:pathLst>
                <a:path extrusionOk="0" h="13648" w="13938">
                  <a:moveTo>
                    <a:pt x="7124" y="1"/>
                  </a:moveTo>
                  <a:cubicBezTo>
                    <a:pt x="6820" y="1"/>
                    <a:pt x="6513" y="21"/>
                    <a:pt x="6204" y="63"/>
                  </a:cubicBezTo>
                  <a:cubicBezTo>
                    <a:pt x="2587" y="549"/>
                    <a:pt x="1" y="3796"/>
                    <a:pt x="324" y="7431"/>
                  </a:cubicBezTo>
                  <a:cubicBezTo>
                    <a:pt x="639" y="10963"/>
                    <a:pt x="3599" y="13648"/>
                    <a:pt x="7111" y="13648"/>
                  </a:cubicBezTo>
                  <a:cubicBezTo>
                    <a:pt x="7213" y="13648"/>
                    <a:pt x="7315" y="13645"/>
                    <a:pt x="7418" y="13641"/>
                  </a:cubicBezTo>
                  <a:cubicBezTo>
                    <a:pt x="11059" y="13479"/>
                    <a:pt x="13934" y="10478"/>
                    <a:pt x="13937" y="6829"/>
                  </a:cubicBezTo>
                  <a:cubicBezTo>
                    <a:pt x="13937" y="6709"/>
                    <a:pt x="13934" y="6586"/>
                    <a:pt x="13927" y="6467"/>
                  </a:cubicBezTo>
                  <a:cubicBezTo>
                    <a:pt x="13925" y="6333"/>
                    <a:pt x="13827" y="6268"/>
                    <a:pt x="13729" y="6268"/>
                  </a:cubicBezTo>
                  <a:cubicBezTo>
                    <a:pt x="13623" y="6268"/>
                    <a:pt x="13517" y="6343"/>
                    <a:pt x="13529" y="6488"/>
                  </a:cubicBezTo>
                  <a:cubicBezTo>
                    <a:pt x="13536" y="6600"/>
                    <a:pt x="13540" y="6716"/>
                    <a:pt x="13540" y="6829"/>
                  </a:cubicBezTo>
                  <a:cubicBezTo>
                    <a:pt x="13536" y="10249"/>
                    <a:pt x="10841" y="13060"/>
                    <a:pt x="7428" y="13212"/>
                  </a:cubicBezTo>
                  <a:cubicBezTo>
                    <a:pt x="7332" y="13216"/>
                    <a:pt x="7236" y="13218"/>
                    <a:pt x="7141" y="13218"/>
                  </a:cubicBezTo>
                  <a:cubicBezTo>
                    <a:pt x="3849" y="13218"/>
                    <a:pt x="1076" y="10702"/>
                    <a:pt x="782" y="7392"/>
                  </a:cubicBezTo>
                  <a:cubicBezTo>
                    <a:pt x="476" y="3986"/>
                    <a:pt x="2900" y="943"/>
                    <a:pt x="6288" y="485"/>
                  </a:cubicBezTo>
                  <a:cubicBezTo>
                    <a:pt x="6578" y="446"/>
                    <a:pt x="6866" y="427"/>
                    <a:pt x="7150" y="427"/>
                  </a:cubicBezTo>
                  <a:cubicBezTo>
                    <a:pt x="10194" y="427"/>
                    <a:pt x="12878" y="2603"/>
                    <a:pt x="13434" y="5678"/>
                  </a:cubicBezTo>
                  <a:cubicBezTo>
                    <a:pt x="13459" y="5788"/>
                    <a:pt x="13543" y="5838"/>
                    <a:pt x="13628" y="5838"/>
                  </a:cubicBezTo>
                  <a:cubicBezTo>
                    <a:pt x="13739" y="5838"/>
                    <a:pt x="13850" y="5754"/>
                    <a:pt x="13828" y="5608"/>
                  </a:cubicBezTo>
                  <a:cubicBezTo>
                    <a:pt x="13233" y="2326"/>
                    <a:pt x="10373" y="1"/>
                    <a:pt x="7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85"/>
            <p:cNvSpPr/>
            <p:nvPr/>
          </p:nvSpPr>
          <p:spPr>
            <a:xfrm>
              <a:off x="2314557" y="1534536"/>
              <a:ext cx="341793" cy="304209"/>
            </a:xfrm>
            <a:custGeom>
              <a:rect b="b" l="l" r="r" t="t"/>
              <a:pathLst>
                <a:path extrusionOk="0" h="11688" w="13132">
                  <a:moveTo>
                    <a:pt x="6607" y="0"/>
                  </a:moveTo>
                  <a:cubicBezTo>
                    <a:pt x="5031" y="0"/>
                    <a:pt x="3461" y="634"/>
                    <a:pt x="2312" y="1877"/>
                  </a:cubicBezTo>
                  <a:cubicBezTo>
                    <a:pt x="2164" y="2025"/>
                    <a:pt x="2301" y="2224"/>
                    <a:pt x="2455" y="2224"/>
                  </a:cubicBezTo>
                  <a:cubicBezTo>
                    <a:pt x="2506" y="2224"/>
                    <a:pt x="2559" y="2202"/>
                    <a:pt x="2604" y="2148"/>
                  </a:cubicBezTo>
                  <a:cubicBezTo>
                    <a:pt x="3669" y="999"/>
                    <a:pt x="5121" y="414"/>
                    <a:pt x="6578" y="414"/>
                  </a:cubicBezTo>
                  <a:cubicBezTo>
                    <a:pt x="7821" y="414"/>
                    <a:pt x="9069" y="840"/>
                    <a:pt x="10084" y="1705"/>
                  </a:cubicBezTo>
                  <a:cubicBezTo>
                    <a:pt x="12294" y="3587"/>
                    <a:pt x="12617" y="6877"/>
                    <a:pt x="10826" y="9161"/>
                  </a:cubicBezTo>
                  <a:cubicBezTo>
                    <a:pt x="9762" y="10518"/>
                    <a:pt x="8173" y="11233"/>
                    <a:pt x="6566" y="11233"/>
                  </a:cubicBezTo>
                  <a:cubicBezTo>
                    <a:pt x="5469" y="11233"/>
                    <a:pt x="4364" y="10900"/>
                    <a:pt x="3409" y="10213"/>
                  </a:cubicBezTo>
                  <a:cubicBezTo>
                    <a:pt x="1059" y="8513"/>
                    <a:pt x="461" y="5262"/>
                    <a:pt x="2062" y="2841"/>
                  </a:cubicBezTo>
                  <a:cubicBezTo>
                    <a:pt x="2125" y="2750"/>
                    <a:pt x="2101" y="2623"/>
                    <a:pt x="2009" y="2563"/>
                  </a:cubicBezTo>
                  <a:cubicBezTo>
                    <a:pt x="1974" y="2541"/>
                    <a:pt x="1935" y="2531"/>
                    <a:pt x="1897" y="2531"/>
                  </a:cubicBezTo>
                  <a:cubicBezTo>
                    <a:pt x="1832" y="2531"/>
                    <a:pt x="1769" y="2562"/>
                    <a:pt x="1731" y="2620"/>
                  </a:cubicBezTo>
                  <a:cubicBezTo>
                    <a:pt x="0" y="5234"/>
                    <a:pt x="644" y="8749"/>
                    <a:pt x="3184" y="10582"/>
                  </a:cubicBezTo>
                  <a:cubicBezTo>
                    <a:pt x="4216" y="11327"/>
                    <a:pt x="5411" y="11687"/>
                    <a:pt x="6596" y="11687"/>
                  </a:cubicBezTo>
                  <a:cubicBezTo>
                    <a:pt x="8332" y="11687"/>
                    <a:pt x="10046" y="10915"/>
                    <a:pt x="11196" y="9449"/>
                  </a:cubicBezTo>
                  <a:cubicBezTo>
                    <a:pt x="13131" y="6983"/>
                    <a:pt x="12779" y="3429"/>
                    <a:pt x="10394" y="1395"/>
                  </a:cubicBezTo>
                  <a:cubicBezTo>
                    <a:pt x="9297" y="460"/>
                    <a:pt x="7950" y="0"/>
                    <a:pt x="6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85"/>
            <p:cNvSpPr/>
            <p:nvPr/>
          </p:nvSpPr>
          <p:spPr>
            <a:xfrm>
              <a:off x="2359975" y="1680993"/>
              <a:ext cx="19156" cy="10385"/>
            </a:xfrm>
            <a:custGeom>
              <a:rect b="b" l="l" r="r" t="t"/>
              <a:pathLst>
                <a:path extrusionOk="0" h="399" w="736">
                  <a:moveTo>
                    <a:pt x="197" y="1"/>
                  </a:moveTo>
                  <a:cubicBezTo>
                    <a:pt x="85" y="1"/>
                    <a:pt x="0" y="89"/>
                    <a:pt x="0" y="198"/>
                  </a:cubicBezTo>
                  <a:cubicBezTo>
                    <a:pt x="0" y="311"/>
                    <a:pt x="88" y="399"/>
                    <a:pt x="197" y="399"/>
                  </a:cubicBezTo>
                  <a:lnTo>
                    <a:pt x="482" y="399"/>
                  </a:lnTo>
                  <a:cubicBezTo>
                    <a:pt x="736" y="388"/>
                    <a:pt x="736" y="12"/>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85"/>
            <p:cNvSpPr/>
            <p:nvPr/>
          </p:nvSpPr>
          <p:spPr>
            <a:xfrm>
              <a:off x="2480847" y="1560251"/>
              <a:ext cx="132714" cy="131127"/>
            </a:xfrm>
            <a:custGeom>
              <a:rect b="b" l="l" r="r" t="t"/>
              <a:pathLst>
                <a:path extrusionOk="0" h="5038" w="5099">
                  <a:moveTo>
                    <a:pt x="199" y="0"/>
                  </a:moveTo>
                  <a:cubicBezTo>
                    <a:pt x="103" y="0"/>
                    <a:pt x="6" y="64"/>
                    <a:pt x="1" y="193"/>
                  </a:cubicBezTo>
                  <a:lnTo>
                    <a:pt x="1" y="4837"/>
                  </a:lnTo>
                  <a:cubicBezTo>
                    <a:pt x="1" y="4950"/>
                    <a:pt x="89" y="5038"/>
                    <a:pt x="198" y="5038"/>
                  </a:cubicBezTo>
                  <a:lnTo>
                    <a:pt x="4846" y="5038"/>
                  </a:lnTo>
                  <a:cubicBezTo>
                    <a:pt x="5099" y="5027"/>
                    <a:pt x="5099" y="4651"/>
                    <a:pt x="4846" y="4640"/>
                  </a:cubicBezTo>
                  <a:lnTo>
                    <a:pt x="398" y="4640"/>
                  </a:lnTo>
                  <a:lnTo>
                    <a:pt x="398" y="193"/>
                  </a:lnTo>
                  <a:cubicBezTo>
                    <a:pt x="393" y="64"/>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85"/>
            <p:cNvSpPr/>
            <p:nvPr/>
          </p:nvSpPr>
          <p:spPr>
            <a:xfrm>
              <a:off x="2480847" y="1794655"/>
              <a:ext cx="10385" cy="17412"/>
            </a:xfrm>
            <a:custGeom>
              <a:rect b="b" l="l" r="r" t="t"/>
              <a:pathLst>
                <a:path extrusionOk="0" h="669" w="399">
                  <a:moveTo>
                    <a:pt x="198" y="0"/>
                  </a:moveTo>
                  <a:cubicBezTo>
                    <a:pt x="102" y="0"/>
                    <a:pt x="6" y="64"/>
                    <a:pt x="1" y="190"/>
                  </a:cubicBezTo>
                  <a:lnTo>
                    <a:pt x="1" y="479"/>
                  </a:lnTo>
                  <a:cubicBezTo>
                    <a:pt x="6" y="606"/>
                    <a:pt x="102" y="669"/>
                    <a:pt x="198" y="669"/>
                  </a:cubicBezTo>
                  <a:cubicBezTo>
                    <a:pt x="294" y="669"/>
                    <a:pt x="391" y="606"/>
                    <a:pt x="398" y="479"/>
                  </a:cubicBezTo>
                  <a:lnTo>
                    <a:pt x="398" y="190"/>
                  </a:lnTo>
                  <a:cubicBezTo>
                    <a:pt x="391" y="64"/>
                    <a:pt x="294"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85"/>
            <p:cNvSpPr/>
            <p:nvPr/>
          </p:nvSpPr>
          <p:spPr>
            <a:xfrm>
              <a:off x="2393030" y="1595336"/>
              <a:ext cx="20301" cy="15981"/>
            </a:xfrm>
            <a:custGeom>
              <a:rect b="b" l="l" r="r" t="t"/>
              <a:pathLst>
                <a:path extrusionOk="0" h="614" w="780">
                  <a:moveTo>
                    <a:pt x="287" y="1"/>
                  </a:moveTo>
                  <a:cubicBezTo>
                    <a:pt x="132" y="1"/>
                    <a:pt x="0" y="202"/>
                    <a:pt x="148" y="347"/>
                  </a:cubicBezTo>
                  <a:lnTo>
                    <a:pt x="349" y="551"/>
                  </a:lnTo>
                  <a:cubicBezTo>
                    <a:pt x="393" y="595"/>
                    <a:pt x="442" y="614"/>
                    <a:pt x="489" y="614"/>
                  </a:cubicBezTo>
                  <a:cubicBezTo>
                    <a:pt x="646" y="614"/>
                    <a:pt x="780" y="412"/>
                    <a:pt x="634" y="266"/>
                  </a:cubicBezTo>
                  <a:lnTo>
                    <a:pt x="430" y="66"/>
                  </a:lnTo>
                  <a:cubicBezTo>
                    <a:pt x="385" y="20"/>
                    <a:pt x="335"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85"/>
            <p:cNvSpPr/>
            <p:nvPr/>
          </p:nvSpPr>
          <p:spPr>
            <a:xfrm>
              <a:off x="2560517" y="1761184"/>
              <a:ext cx="18532" cy="15851"/>
            </a:xfrm>
            <a:custGeom>
              <a:rect b="b" l="l" r="r" t="t"/>
              <a:pathLst>
                <a:path extrusionOk="0" h="609" w="712">
                  <a:moveTo>
                    <a:pt x="219" y="0"/>
                  </a:moveTo>
                  <a:cubicBezTo>
                    <a:pt x="168" y="0"/>
                    <a:pt x="117" y="20"/>
                    <a:pt x="78" y="58"/>
                  </a:cubicBezTo>
                  <a:cubicBezTo>
                    <a:pt x="1" y="136"/>
                    <a:pt x="1" y="263"/>
                    <a:pt x="78" y="340"/>
                  </a:cubicBezTo>
                  <a:lnTo>
                    <a:pt x="282" y="544"/>
                  </a:lnTo>
                  <a:cubicBezTo>
                    <a:pt x="326" y="589"/>
                    <a:pt x="375" y="608"/>
                    <a:pt x="422" y="608"/>
                  </a:cubicBezTo>
                  <a:cubicBezTo>
                    <a:pt x="577" y="608"/>
                    <a:pt x="712" y="405"/>
                    <a:pt x="564" y="263"/>
                  </a:cubicBezTo>
                  <a:lnTo>
                    <a:pt x="360" y="58"/>
                  </a:lnTo>
                  <a:cubicBezTo>
                    <a:pt x="321" y="20"/>
                    <a:pt x="27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85"/>
            <p:cNvSpPr/>
            <p:nvPr/>
          </p:nvSpPr>
          <p:spPr>
            <a:xfrm>
              <a:off x="2558669" y="1595414"/>
              <a:ext cx="20171" cy="15903"/>
            </a:xfrm>
            <a:custGeom>
              <a:rect b="b" l="l" r="r" t="t"/>
              <a:pathLst>
                <a:path extrusionOk="0" h="611" w="775">
                  <a:moveTo>
                    <a:pt x="491" y="1"/>
                  </a:moveTo>
                  <a:cubicBezTo>
                    <a:pt x="445" y="1"/>
                    <a:pt x="397" y="19"/>
                    <a:pt x="353" y="63"/>
                  </a:cubicBezTo>
                  <a:lnTo>
                    <a:pt x="149" y="263"/>
                  </a:lnTo>
                  <a:cubicBezTo>
                    <a:pt x="1" y="409"/>
                    <a:pt x="136" y="611"/>
                    <a:pt x="291" y="611"/>
                  </a:cubicBezTo>
                  <a:cubicBezTo>
                    <a:pt x="338" y="611"/>
                    <a:pt x="387" y="592"/>
                    <a:pt x="431" y="548"/>
                  </a:cubicBezTo>
                  <a:lnTo>
                    <a:pt x="635" y="344"/>
                  </a:lnTo>
                  <a:cubicBezTo>
                    <a:pt x="775" y="198"/>
                    <a:pt x="644" y="1"/>
                    <a:pt x="4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85"/>
            <p:cNvSpPr/>
            <p:nvPr/>
          </p:nvSpPr>
          <p:spPr>
            <a:xfrm>
              <a:off x="2394774" y="1761131"/>
              <a:ext cx="18427" cy="15747"/>
            </a:xfrm>
            <a:custGeom>
              <a:rect b="b" l="l" r="r" t="t"/>
              <a:pathLst>
                <a:path extrusionOk="0" h="605" w="708">
                  <a:moveTo>
                    <a:pt x="420" y="1"/>
                  </a:moveTo>
                  <a:cubicBezTo>
                    <a:pt x="374" y="1"/>
                    <a:pt x="325" y="18"/>
                    <a:pt x="282" y="60"/>
                  </a:cubicBezTo>
                  <a:lnTo>
                    <a:pt x="81" y="265"/>
                  </a:lnTo>
                  <a:cubicBezTo>
                    <a:pt x="0" y="342"/>
                    <a:pt x="0" y="469"/>
                    <a:pt x="81" y="546"/>
                  </a:cubicBezTo>
                  <a:cubicBezTo>
                    <a:pt x="120" y="585"/>
                    <a:pt x="171" y="604"/>
                    <a:pt x="222" y="604"/>
                  </a:cubicBezTo>
                  <a:cubicBezTo>
                    <a:pt x="273" y="604"/>
                    <a:pt x="324" y="585"/>
                    <a:pt x="363" y="546"/>
                  </a:cubicBezTo>
                  <a:lnTo>
                    <a:pt x="567" y="342"/>
                  </a:lnTo>
                  <a:cubicBezTo>
                    <a:pt x="708" y="198"/>
                    <a:pt x="575" y="1"/>
                    <a:pt x="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85"/>
            <p:cNvSpPr/>
            <p:nvPr/>
          </p:nvSpPr>
          <p:spPr>
            <a:xfrm>
              <a:off x="2366898" y="1633519"/>
              <a:ext cx="20848" cy="13586"/>
            </a:xfrm>
            <a:custGeom>
              <a:rect b="b" l="l" r="r" t="t"/>
              <a:pathLst>
                <a:path extrusionOk="0" h="522" w="801">
                  <a:moveTo>
                    <a:pt x="285" y="1"/>
                  </a:moveTo>
                  <a:cubicBezTo>
                    <a:pt x="93" y="1"/>
                    <a:pt x="0" y="304"/>
                    <a:pt x="223" y="389"/>
                  </a:cubicBezTo>
                  <a:lnTo>
                    <a:pt x="487" y="502"/>
                  </a:lnTo>
                  <a:cubicBezTo>
                    <a:pt x="514" y="515"/>
                    <a:pt x="543" y="521"/>
                    <a:pt x="571" y="521"/>
                  </a:cubicBezTo>
                  <a:cubicBezTo>
                    <a:pt x="649" y="521"/>
                    <a:pt x="724" y="475"/>
                    <a:pt x="755" y="400"/>
                  </a:cubicBezTo>
                  <a:cubicBezTo>
                    <a:pt x="800" y="294"/>
                    <a:pt x="748" y="175"/>
                    <a:pt x="642" y="136"/>
                  </a:cubicBezTo>
                  <a:lnTo>
                    <a:pt x="378" y="24"/>
                  </a:lnTo>
                  <a:cubicBezTo>
                    <a:pt x="345" y="8"/>
                    <a:pt x="314"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85"/>
            <p:cNvSpPr/>
            <p:nvPr/>
          </p:nvSpPr>
          <p:spPr>
            <a:xfrm>
              <a:off x="2583005" y="1725396"/>
              <a:ext cx="20406" cy="13378"/>
            </a:xfrm>
            <a:custGeom>
              <a:rect b="b" l="l" r="r" t="t"/>
              <a:pathLst>
                <a:path extrusionOk="0" h="514" w="784">
                  <a:moveTo>
                    <a:pt x="286" y="0"/>
                  </a:moveTo>
                  <a:cubicBezTo>
                    <a:pt x="93" y="0"/>
                    <a:pt x="1" y="285"/>
                    <a:pt x="206" y="381"/>
                  </a:cubicBezTo>
                  <a:lnTo>
                    <a:pt x="470" y="494"/>
                  </a:lnTo>
                  <a:cubicBezTo>
                    <a:pt x="497" y="507"/>
                    <a:pt x="526" y="513"/>
                    <a:pt x="554" y="513"/>
                  </a:cubicBezTo>
                  <a:cubicBezTo>
                    <a:pt x="632" y="513"/>
                    <a:pt x="708" y="467"/>
                    <a:pt x="741" y="392"/>
                  </a:cubicBezTo>
                  <a:cubicBezTo>
                    <a:pt x="783" y="286"/>
                    <a:pt x="734" y="167"/>
                    <a:pt x="629" y="128"/>
                  </a:cubicBezTo>
                  <a:lnTo>
                    <a:pt x="365" y="16"/>
                  </a:lnTo>
                  <a:cubicBezTo>
                    <a:pt x="337" y="5"/>
                    <a:pt x="311"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85"/>
            <p:cNvSpPr/>
            <p:nvPr/>
          </p:nvSpPr>
          <p:spPr>
            <a:xfrm>
              <a:off x="2524156" y="1569465"/>
              <a:ext cx="15903" cy="17517"/>
            </a:xfrm>
            <a:custGeom>
              <a:rect b="b" l="l" r="r" t="t"/>
              <a:pathLst>
                <a:path extrusionOk="0" h="673" w="611">
                  <a:moveTo>
                    <a:pt x="347" y="1"/>
                  </a:moveTo>
                  <a:cubicBezTo>
                    <a:pt x="275" y="1"/>
                    <a:pt x="204" y="39"/>
                    <a:pt x="170" y="131"/>
                  </a:cubicBezTo>
                  <a:lnTo>
                    <a:pt x="57" y="395"/>
                  </a:lnTo>
                  <a:cubicBezTo>
                    <a:pt x="1" y="525"/>
                    <a:pt x="96" y="673"/>
                    <a:pt x="240" y="673"/>
                  </a:cubicBezTo>
                  <a:cubicBezTo>
                    <a:pt x="321" y="673"/>
                    <a:pt x="391" y="623"/>
                    <a:pt x="423" y="549"/>
                  </a:cubicBezTo>
                  <a:lnTo>
                    <a:pt x="536" y="286"/>
                  </a:lnTo>
                  <a:cubicBezTo>
                    <a:pt x="610" y="125"/>
                    <a:pt x="477" y="1"/>
                    <a:pt x="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85"/>
            <p:cNvSpPr/>
            <p:nvPr/>
          </p:nvSpPr>
          <p:spPr>
            <a:xfrm>
              <a:off x="2432774" y="1785493"/>
              <a:ext cx="15200" cy="17152"/>
            </a:xfrm>
            <a:custGeom>
              <a:rect b="b" l="l" r="r" t="t"/>
              <a:pathLst>
                <a:path extrusionOk="0" h="659" w="584">
                  <a:moveTo>
                    <a:pt x="334" y="0"/>
                  </a:moveTo>
                  <a:cubicBezTo>
                    <a:pt x="265" y="0"/>
                    <a:pt x="197" y="35"/>
                    <a:pt x="159" y="117"/>
                  </a:cubicBezTo>
                  <a:lnTo>
                    <a:pt x="46" y="381"/>
                  </a:lnTo>
                  <a:cubicBezTo>
                    <a:pt x="0" y="479"/>
                    <a:pt x="46" y="595"/>
                    <a:pt x="148" y="641"/>
                  </a:cubicBezTo>
                  <a:cubicBezTo>
                    <a:pt x="174" y="653"/>
                    <a:pt x="201" y="658"/>
                    <a:pt x="228" y="658"/>
                  </a:cubicBezTo>
                  <a:cubicBezTo>
                    <a:pt x="306" y="658"/>
                    <a:pt x="381" y="611"/>
                    <a:pt x="412" y="535"/>
                  </a:cubicBezTo>
                  <a:lnTo>
                    <a:pt x="525" y="271"/>
                  </a:lnTo>
                  <a:cubicBezTo>
                    <a:pt x="584" y="117"/>
                    <a:pt x="45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85"/>
            <p:cNvSpPr/>
            <p:nvPr/>
          </p:nvSpPr>
          <p:spPr>
            <a:xfrm>
              <a:off x="2434570" y="1569101"/>
              <a:ext cx="15174" cy="17048"/>
            </a:xfrm>
            <a:custGeom>
              <a:rect b="b" l="l" r="r" t="t"/>
              <a:pathLst>
                <a:path extrusionOk="0" h="655" w="583">
                  <a:moveTo>
                    <a:pt x="249" y="1"/>
                  </a:moveTo>
                  <a:cubicBezTo>
                    <a:pt x="125" y="1"/>
                    <a:pt x="0" y="114"/>
                    <a:pt x="55" y="268"/>
                  </a:cubicBezTo>
                  <a:lnTo>
                    <a:pt x="160" y="532"/>
                  </a:lnTo>
                  <a:cubicBezTo>
                    <a:pt x="192" y="606"/>
                    <a:pt x="266" y="655"/>
                    <a:pt x="347" y="655"/>
                  </a:cubicBezTo>
                  <a:cubicBezTo>
                    <a:pt x="487" y="655"/>
                    <a:pt x="582" y="514"/>
                    <a:pt x="530" y="380"/>
                  </a:cubicBezTo>
                  <a:lnTo>
                    <a:pt x="424" y="117"/>
                  </a:lnTo>
                  <a:cubicBezTo>
                    <a:pt x="386" y="35"/>
                    <a:pt x="318"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85"/>
            <p:cNvSpPr/>
            <p:nvPr/>
          </p:nvSpPr>
          <p:spPr>
            <a:xfrm>
              <a:off x="2522517" y="1786196"/>
              <a:ext cx="14940" cy="17022"/>
            </a:xfrm>
            <a:custGeom>
              <a:rect b="b" l="l" r="r" t="t"/>
              <a:pathLst>
                <a:path extrusionOk="0" h="654" w="574">
                  <a:moveTo>
                    <a:pt x="228" y="1"/>
                  </a:moveTo>
                  <a:cubicBezTo>
                    <a:pt x="203" y="1"/>
                    <a:pt x="177" y="6"/>
                    <a:pt x="152" y="16"/>
                  </a:cubicBezTo>
                  <a:lnTo>
                    <a:pt x="155" y="16"/>
                  </a:lnTo>
                  <a:cubicBezTo>
                    <a:pt x="53" y="54"/>
                    <a:pt x="1" y="171"/>
                    <a:pt x="43" y="273"/>
                  </a:cubicBezTo>
                  <a:lnTo>
                    <a:pt x="152" y="537"/>
                  </a:lnTo>
                  <a:cubicBezTo>
                    <a:pt x="190" y="619"/>
                    <a:pt x="258" y="654"/>
                    <a:pt x="327" y="654"/>
                  </a:cubicBezTo>
                  <a:cubicBezTo>
                    <a:pt x="450" y="654"/>
                    <a:pt x="573" y="542"/>
                    <a:pt x="521" y="389"/>
                  </a:cubicBezTo>
                  <a:lnTo>
                    <a:pt x="412" y="125"/>
                  </a:lnTo>
                  <a:cubicBezTo>
                    <a:pt x="383" y="48"/>
                    <a:pt x="307" y="1"/>
                    <a:pt x="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85"/>
            <p:cNvSpPr/>
            <p:nvPr/>
          </p:nvSpPr>
          <p:spPr>
            <a:xfrm>
              <a:off x="2583968" y="1635783"/>
              <a:ext cx="21369" cy="13196"/>
            </a:xfrm>
            <a:custGeom>
              <a:rect b="b" l="l" r="r" t="t"/>
              <a:pathLst>
                <a:path extrusionOk="0" h="507" w="821">
                  <a:moveTo>
                    <a:pt x="538" y="1"/>
                  </a:moveTo>
                  <a:cubicBezTo>
                    <a:pt x="515" y="1"/>
                    <a:pt x="490" y="5"/>
                    <a:pt x="465" y="14"/>
                  </a:cubicBezTo>
                  <a:lnTo>
                    <a:pt x="201" y="120"/>
                  </a:lnTo>
                  <a:cubicBezTo>
                    <a:pt x="0" y="204"/>
                    <a:pt x="57" y="507"/>
                    <a:pt x="278" y="507"/>
                  </a:cubicBezTo>
                  <a:cubicBezTo>
                    <a:pt x="303" y="507"/>
                    <a:pt x="328" y="499"/>
                    <a:pt x="352" y="489"/>
                  </a:cubicBezTo>
                  <a:lnTo>
                    <a:pt x="616" y="383"/>
                  </a:lnTo>
                  <a:cubicBezTo>
                    <a:pt x="821" y="289"/>
                    <a:pt x="730"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85"/>
            <p:cNvSpPr/>
            <p:nvPr/>
          </p:nvSpPr>
          <p:spPr>
            <a:xfrm>
              <a:off x="2366039" y="1723340"/>
              <a:ext cx="20978" cy="13456"/>
            </a:xfrm>
            <a:custGeom>
              <a:rect b="b" l="l" r="r" t="t"/>
              <a:pathLst>
                <a:path extrusionOk="0" h="517" w="806">
                  <a:moveTo>
                    <a:pt x="574" y="0"/>
                  </a:moveTo>
                  <a:cubicBezTo>
                    <a:pt x="547" y="0"/>
                    <a:pt x="519" y="6"/>
                    <a:pt x="492" y="17"/>
                  </a:cubicBezTo>
                  <a:lnTo>
                    <a:pt x="228" y="126"/>
                  </a:lnTo>
                  <a:cubicBezTo>
                    <a:pt x="1" y="206"/>
                    <a:pt x="93" y="517"/>
                    <a:pt x="288" y="517"/>
                  </a:cubicBezTo>
                  <a:cubicBezTo>
                    <a:pt x="317" y="517"/>
                    <a:pt x="347" y="510"/>
                    <a:pt x="379" y="496"/>
                  </a:cubicBezTo>
                  <a:lnTo>
                    <a:pt x="643" y="387"/>
                  </a:lnTo>
                  <a:cubicBezTo>
                    <a:pt x="749" y="351"/>
                    <a:pt x="805" y="232"/>
                    <a:pt x="759" y="126"/>
                  </a:cubicBezTo>
                  <a:cubicBezTo>
                    <a:pt x="728" y="47"/>
                    <a:pt x="653" y="0"/>
                    <a:pt x="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2" name="Google Shape;17172;p85"/>
          <p:cNvGrpSpPr/>
          <p:nvPr/>
        </p:nvGrpSpPr>
        <p:grpSpPr>
          <a:xfrm>
            <a:off x="880806" y="1528081"/>
            <a:ext cx="376956" cy="335651"/>
            <a:chOff x="880806" y="1528081"/>
            <a:chExt cx="376956" cy="335651"/>
          </a:xfrm>
        </p:grpSpPr>
        <p:sp>
          <p:nvSpPr>
            <p:cNvPr id="17173" name="Google Shape;17173;p85"/>
            <p:cNvSpPr/>
            <p:nvPr/>
          </p:nvSpPr>
          <p:spPr>
            <a:xfrm>
              <a:off x="951237" y="1551246"/>
              <a:ext cx="70821" cy="59082"/>
            </a:xfrm>
            <a:custGeom>
              <a:rect b="b" l="l" r="r" t="t"/>
              <a:pathLst>
                <a:path extrusionOk="0" h="2270" w="2721">
                  <a:moveTo>
                    <a:pt x="1362" y="0"/>
                  </a:moveTo>
                  <a:cubicBezTo>
                    <a:pt x="609" y="0"/>
                    <a:pt x="0" y="507"/>
                    <a:pt x="0" y="1133"/>
                  </a:cubicBezTo>
                  <a:cubicBezTo>
                    <a:pt x="0" y="1760"/>
                    <a:pt x="609" y="2270"/>
                    <a:pt x="1362" y="2270"/>
                  </a:cubicBezTo>
                  <a:cubicBezTo>
                    <a:pt x="2112" y="2270"/>
                    <a:pt x="2720" y="1760"/>
                    <a:pt x="2720" y="1133"/>
                  </a:cubicBezTo>
                  <a:cubicBezTo>
                    <a:pt x="2720" y="507"/>
                    <a:pt x="2112" y="0"/>
                    <a:pt x="13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85"/>
            <p:cNvSpPr/>
            <p:nvPr/>
          </p:nvSpPr>
          <p:spPr>
            <a:xfrm>
              <a:off x="951237" y="1551246"/>
              <a:ext cx="47266" cy="59004"/>
            </a:xfrm>
            <a:custGeom>
              <a:rect b="b" l="l" r="r" t="t"/>
              <a:pathLst>
                <a:path extrusionOk="0" h="2267" w="1816">
                  <a:moveTo>
                    <a:pt x="1359" y="0"/>
                  </a:moveTo>
                  <a:cubicBezTo>
                    <a:pt x="609" y="0"/>
                    <a:pt x="0" y="507"/>
                    <a:pt x="0" y="1133"/>
                  </a:cubicBezTo>
                  <a:cubicBezTo>
                    <a:pt x="0" y="1760"/>
                    <a:pt x="609" y="2266"/>
                    <a:pt x="1362" y="2266"/>
                  </a:cubicBezTo>
                  <a:cubicBezTo>
                    <a:pt x="1517" y="2266"/>
                    <a:pt x="1668" y="2245"/>
                    <a:pt x="1816" y="2203"/>
                  </a:cubicBezTo>
                  <a:cubicBezTo>
                    <a:pt x="1288" y="2045"/>
                    <a:pt x="908" y="1626"/>
                    <a:pt x="908" y="1133"/>
                  </a:cubicBezTo>
                  <a:cubicBezTo>
                    <a:pt x="908" y="641"/>
                    <a:pt x="1285" y="222"/>
                    <a:pt x="1812" y="67"/>
                  </a:cubicBezTo>
                  <a:cubicBezTo>
                    <a:pt x="1665" y="21"/>
                    <a:pt x="1513" y="0"/>
                    <a:pt x="1359"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85"/>
            <p:cNvSpPr/>
            <p:nvPr/>
          </p:nvSpPr>
          <p:spPr>
            <a:xfrm>
              <a:off x="909931" y="1580735"/>
              <a:ext cx="153510" cy="153510"/>
            </a:xfrm>
            <a:custGeom>
              <a:rect b="b" l="l" r="r" t="t"/>
              <a:pathLst>
                <a:path extrusionOk="0" h="5898" w="5898">
                  <a:moveTo>
                    <a:pt x="2949" y="0"/>
                  </a:moveTo>
                  <a:cubicBezTo>
                    <a:pt x="1320" y="0"/>
                    <a:pt x="1" y="1320"/>
                    <a:pt x="1" y="2949"/>
                  </a:cubicBezTo>
                  <a:cubicBezTo>
                    <a:pt x="1" y="4578"/>
                    <a:pt x="1320" y="5897"/>
                    <a:pt x="2949" y="5897"/>
                  </a:cubicBezTo>
                  <a:cubicBezTo>
                    <a:pt x="4578" y="5897"/>
                    <a:pt x="5898" y="4578"/>
                    <a:pt x="5898" y="2949"/>
                  </a:cubicBezTo>
                  <a:cubicBezTo>
                    <a:pt x="5898" y="1320"/>
                    <a:pt x="4578" y="0"/>
                    <a:pt x="29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85"/>
            <p:cNvSpPr/>
            <p:nvPr/>
          </p:nvSpPr>
          <p:spPr>
            <a:xfrm>
              <a:off x="940982" y="1580761"/>
              <a:ext cx="122381" cy="153484"/>
            </a:xfrm>
            <a:custGeom>
              <a:rect b="b" l="l" r="r" t="t"/>
              <a:pathLst>
                <a:path extrusionOk="0" h="5897" w="4702">
                  <a:moveTo>
                    <a:pt x="1773" y="1"/>
                  </a:moveTo>
                  <a:cubicBezTo>
                    <a:pt x="1619" y="1"/>
                    <a:pt x="1464" y="13"/>
                    <a:pt x="1309" y="38"/>
                  </a:cubicBezTo>
                  <a:cubicBezTo>
                    <a:pt x="145" y="256"/>
                    <a:pt x="0" y="1945"/>
                    <a:pt x="1183" y="2307"/>
                  </a:cubicBezTo>
                  <a:lnTo>
                    <a:pt x="1211" y="2314"/>
                  </a:lnTo>
                  <a:lnTo>
                    <a:pt x="1499" y="5886"/>
                  </a:lnTo>
                  <a:cubicBezTo>
                    <a:pt x="1584" y="5893"/>
                    <a:pt x="1668" y="5896"/>
                    <a:pt x="1756" y="5896"/>
                  </a:cubicBezTo>
                  <a:cubicBezTo>
                    <a:pt x="3382" y="5896"/>
                    <a:pt x="4701" y="4577"/>
                    <a:pt x="4701" y="2951"/>
                  </a:cubicBezTo>
                  <a:cubicBezTo>
                    <a:pt x="4701" y="2181"/>
                    <a:pt x="4465" y="1692"/>
                    <a:pt x="4163" y="1252"/>
                  </a:cubicBezTo>
                  <a:cubicBezTo>
                    <a:pt x="3612" y="462"/>
                    <a:pt x="2716" y="1"/>
                    <a:pt x="177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85"/>
            <p:cNvSpPr/>
            <p:nvPr/>
          </p:nvSpPr>
          <p:spPr>
            <a:xfrm>
              <a:off x="1086944" y="1551246"/>
              <a:ext cx="165327" cy="172823"/>
            </a:xfrm>
            <a:custGeom>
              <a:rect b="b" l="l" r="r" t="t"/>
              <a:pathLst>
                <a:path extrusionOk="0" h="6640" w="6352">
                  <a:moveTo>
                    <a:pt x="683" y="0"/>
                  </a:moveTo>
                  <a:cubicBezTo>
                    <a:pt x="307" y="0"/>
                    <a:pt x="4" y="306"/>
                    <a:pt x="4" y="679"/>
                  </a:cubicBezTo>
                  <a:lnTo>
                    <a:pt x="4" y="4307"/>
                  </a:lnTo>
                  <a:cubicBezTo>
                    <a:pt x="1" y="4683"/>
                    <a:pt x="307" y="4990"/>
                    <a:pt x="683" y="4990"/>
                  </a:cubicBezTo>
                  <a:lnTo>
                    <a:pt x="1362" y="4990"/>
                  </a:lnTo>
                  <a:lnTo>
                    <a:pt x="986" y="6499"/>
                  </a:lnTo>
                  <a:cubicBezTo>
                    <a:pt x="967" y="6576"/>
                    <a:pt x="1030" y="6639"/>
                    <a:pt x="1097" y="6639"/>
                  </a:cubicBezTo>
                  <a:cubicBezTo>
                    <a:pt x="1119" y="6639"/>
                    <a:pt x="1141" y="6633"/>
                    <a:pt x="1162" y="6619"/>
                  </a:cubicBezTo>
                  <a:lnTo>
                    <a:pt x="3403" y="4990"/>
                  </a:lnTo>
                  <a:lnTo>
                    <a:pt x="5673" y="4990"/>
                  </a:lnTo>
                  <a:cubicBezTo>
                    <a:pt x="6049" y="4990"/>
                    <a:pt x="6352" y="4683"/>
                    <a:pt x="6352" y="4307"/>
                  </a:cubicBezTo>
                  <a:lnTo>
                    <a:pt x="6352" y="679"/>
                  </a:lnTo>
                  <a:cubicBezTo>
                    <a:pt x="6352" y="303"/>
                    <a:pt x="6046" y="0"/>
                    <a:pt x="566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85"/>
            <p:cNvSpPr/>
            <p:nvPr/>
          </p:nvSpPr>
          <p:spPr>
            <a:xfrm>
              <a:off x="1092722" y="1551246"/>
              <a:ext cx="141798" cy="94428"/>
            </a:xfrm>
            <a:custGeom>
              <a:rect b="b" l="l" r="r" t="t"/>
              <a:pathLst>
                <a:path extrusionOk="0" h="3628" w="5448">
                  <a:moveTo>
                    <a:pt x="736" y="0"/>
                  </a:moveTo>
                  <a:cubicBezTo>
                    <a:pt x="0" y="1436"/>
                    <a:pt x="803" y="3181"/>
                    <a:pt x="2372" y="3558"/>
                  </a:cubicBezTo>
                  <a:cubicBezTo>
                    <a:pt x="2570" y="3605"/>
                    <a:pt x="2767" y="3628"/>
                    <a:pt x="2960" y="3628"/>
                  </a:cubicBezTo>
                  <a:cubicBezTo>
                    <a:pt x="4297" y="3628"/>
                    <a:pt x="5447" y="2544"/>
                    <a:pt x="5447" y="1133"/>
                  </a:cubicBezTo>
                  <a:cubicBezTo>
                    <a:pt x="5447" y="739"/>
                    <a:pt x="5356" y="352"/>
                    <a:pt x="517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85"/>
            <p:cNvSpPr/>
            <p:nvPr/>
          </p:nvSpPr>
          <p:spPr>
            <a:xfrm>
              <a:off x="1122393" y="1533573"/>
              <a:ext cx="94454" cy="94428"/>
            </a:xfrm>
            <a:custGeom>
              <a:rect b="b" l="l" r="r" t="t"/>
              <a:pathLst>
                <a:path extrusionOk="0" h="3628" w="3629">
                  <a:moveTo>
                    <a:pt x="1816" y="0"/>
                  </a:moveTo>
                  <a:cubicBezTo>
                    <a:pt x="813" y="0"/>
                    <a:pt x="0" y="813"/>
                    <a:pt x="0" y="1812"/>
                  </a:cubicBezTo>
                  <a:cubicBezTo>
                    <a:pt x="0" y="2815"/>
                    <a:pt x="813" y="3628"/>
                    <a:pt x="1816" y="3628"/>
                  </a:cubicBezTo>
                  <a:cubicBezTo>
                    <a:pt x="2815" y="3628"/>
                    <a:pt x="3628" y="2815"/>
                    <a:pt x="3628" y="1812"/>
                  </a:cubicBezTo>
                  <a:cubicBezTo>
                    <a:pt x="3628" y="813"/>
                    <a:pt x="2815" y="0"/>
                    <a:pt x="181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85"/>
            <p:cNvSpPr/>
            <p:nvPr/>
          </p:nvSpPr>
          <p:spPr>
            <a:xfrm>
              <a:off x="1140066" y="1551246"/>
              <a:ext cx="59082" cy="59082"/>
            </a:xfrm>
            <a:custGeom>
              <a:rect b="b" l="l" r="r" t="t"/>
              <a:pathLst>
                <a:path extrusionOk="0" h="2270" w="2270">
                  <a:moveTo>
                    <a:pt x="1137" y="0"/>
                  </a:moveTo>
                  <a:cubicBezTo>
                    <a:pt x="511" y="0"/>
                    <a:pt x="1" y="507"/>
                    <a:pt x="1" y="1133"/>
                  </a:cubicBezTo>
                  <a:cubicBezTo>
                    <a:pt x="1" y="1760"/>
                    <a:pt x="511" y="2270"/>
                    <a:pt x="1137" y="2270"/>
                  </a:cubicBezTo>
                  <a:cubicBezTo>
                    <a:pt x="1760" y="2270"/>
                    <a:pt x="2270" y="1760"/>
                    <a:pt x="2270" y="1133"/>
                  </a:cubicBezTo>
                  <a:cubicBezTo>
                    <a:pt x="2270" y="507"/>
                    <a:pt x="1760" y="0"/>
                    <a:pt x="11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85"/>
            <p:cNvSpPr/>
            <p:nvPr/>
          </p:nvSpPr>
          <p:spPr>
            <a:xfrm>
              <a:off x="1151883" y="1624513"/>
              <a:ext cx="35475" cy="27121"/>
            </a:xfrm>
            <a:custGeom>
              <a:rect b="b" l="l" r="r" t="t"/>
              <a:pathLst>
                <a:path extrusionOk="0" h="1042" w="1363">
                  <a:moveTo>
                    <a:pt x="0" y="0"/>
                  </a:moveTo>
                  <a:lnTo>
                    <a:pt x="0" y="813"/>
                  </a:lnTo>
                  <a:cubicBezTo>
                    <a:pt x="0" y="940"/>
                    <a:pt x="102" y="1042"/>
                    <a:pt x="229" y="1042"/>
                  </a:cubicBezTo>
                  <a:lnTo>
                    <a:pt x="1133" y="1042"/>
                  </a:lnTo>
                  <a:cubicBezTo>
                    <a:pt x="1260" y="1038"/>
                    <a:pt x="1362" y="940"/>
                    <a:pt x="1362" y="813"/>
                  </a:cubicBezTo>
                  <a:lnTo>
                    <a:pt x="136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85"/>
            <p:cNvSpPr/>
            <p:nvPr/>
          </p:nvSpPr>
          <p:spPr>
            <a:xfrm>
              <a:off x="1151883" y="1624513"/>
              <a:ext cx="17777" cy="27121"/>
            </a:xfrm>
            <a:custGeom>
              <a:rect b="b" l="l" r="r" t="t"/>
              <a:pathLst>
                <a:path extrusionOk="0" h="1042" w="683">
                  <a:moveTo>
                    <a:pt x="0" y="0"/>
                  </a:moveTo>
                  <a:lnTo>
                    <a:pt x="0" y="813"/>
                  </a:lnTo>
                  <a:cubicBezTo>
                    <a:pt x="0" y="940"/>
                    <a:pt x="102" y="1042"/>
                    <a:pt x="229" y="1042"/>
                  </a:cubicBezTo>
                  <a:lnTo>
                    <a:pt x="683" y="1042"/>
                  </a:lnTo>
                  <a:lnTo>
                    <a:pt x="683"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85"/>
            <p:cNvSpPr/>
            <p:nvPr/>
          </p:nvSpPr>
          <p:spPr>
            <a:xfrm>
              <a:off x="886298" y="1740075"/>
              <a:ext cx="200776" cy="118061"/>
            </a:xfrm>
            <a:custGeom>
              <a:rect b="b" l="l" r="r" t="t"/>
              <a:pathLst>
                <a:path extrusionOk="0" h="4536" w="7714">
                  <a:moveTo>
                    <a:pt x="2724" y="0"/>
                  </a:moveTo>
                  <a:lnTo>
                    <a:pt x="2724" y="996"/>
                  </a:lnTo>
                  <a:cubicBezTo>
                    <a:pt x="2724" y="1176"/>
                    <a:pt x="2619" y="1337"/>
                    <a:pt x="2453" y="1411"/>
                  </a:cubicBezTo>
                  <a:lnTo>
                    <a:pt x="543" y="2256"/>
                  </a:lnTo>
                  <a:cubicBezTo>
                    <a:pt x="215" y="2400"/>
                    <a:pt x="1" y="2724"/>
                    <a:pt x="1" y="3083"/>
                  </a:cubicBezTo>
                  <a:lnTo>
                    <a:pt x="1" y="4536"/>
                  </a:lnTo>
                  <a:lnTo>
                    <a:pt x="7713" y="4536"/>
                  </a:lnTo>
                  <a:lnTo>
                    <a:pt x="7713" y="3086"/>
                  </a:lnTo>
                  <a:cubicBezTo>
                    <a:pt x="7713" y="2724"/>
                    <a:pt x="7499" y="2400"/>
                    <a:pt x="7171" y="2256"/>
                  </a:cubicBezTo>
                  <a:lnTo>
                    <a:pt x="5261" y="1411"/>
                  </a:lnTo>
                  <a:cubicBezTo>
                    <a:pt x="5096" y="1341"/>
                    <a:pt x="4990" y="1176"/>
                    <a:pt x="4990" y="996"/>
                  </a:cubicBezTo>
                  <a:lnTo>
                    <a:pt x="4990"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85"/>
            <p:cNvSpPr/>
            <p:nvPr/>
          </p:nvSpPr>
          <p:spPr>
            <a:xfrm>
              <a:off x="957197" y="1740075"/>
              <a:ext cx="59004" cy="29567"/>
            </a:xfrm>
            <a:custGeom>
              <a:rect b="b" l="l" r="r" t="t"/>
              <a:pathLst>
                <a:path extrusionOk="0" h="1136" w="2267">
                  <a:moveTo>
                    <a:pt x="0" y="0"/>
                  </a:moveTo>
                  <a:lnTo>
                    <a:pt x="0" y="908"/>
                  </a:lnTo>
                  <a:cubicBezTo>
                    <a:pt x="363" y="1059"/>
                    <a:pt x="748" y="1135"/>
                    <a:pt x="1133" y="1135"/>
                  </a:cubicBezTo>
                  <a:cubicBezTo>
                    <a:pt x="1518" y="1135"/>
                    <a:pt x="1904" y="1059"/>
                    <a:pt x="2266" y="908"/>
                  </a:cubicBezTo>
                  <a:lnTo>
                    <a:pt x="2266"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85"/>
            <p:cNvSpPr/>
            <p:nvPr/>
          </p:nvSpPr>
          <p:spPr>
            <a:xfrm>
              <a:off x="886298" y="1782552"/>
              <a:ext cx="200776" cy="75584"/>
            </a:xfrm>
            <a:custGeom>
              <a:rect b="b" l="l" r="r" t="t"/>
              <a:pathLst>
                <a:path extrusionOk="0" h="2904" w="7714">
                  <a:moveTo>
                    <a:pt x="1954" y="1"/>
                  </a:moveTo>
                  <a:lnTo>
                    <a:pt x="543" y="624"/>
                  </a:lnTo>
                  <a:cubicBezTo>
                    <a:pt x="212" y="768"/>
                    <a:pt x="1" y="1092"/>
                    <a:pt x="1" y="1454"/>
                  </a:cubicBezTo>
                  <a:lnTo>
                    <a:pt x="1" y="2904"/>
                  </a:lnTo>
                  <a:lnTo>
                    <a:pt x="7713" y="2904"/>
                  </a:lnTo>
                  <a:lnTo>
                    <a:pt x="7713" y="1454"/>
                  </a:lnTo>
                  <a:cubicBezTo>
                    <a:pt x="7713" y="1092"/>
                    <a:pt x="7499" y="768"/>
                    <a:pt x="7171" y="624"/>
                  </a:cubicBezTo>
                  <a:lnTo>
                    <a:pt x="5764" y="1"/>
                  </a:lnTo>
                  <a:cubicBezTo>
                    <a:pt x="5461" y="789"/>
                    <a:pt x="4705" y="1313"/>
                    <a:pt x="3857" y="1313"/>
                  </a:cubicBezTo>
                  <a:cubicBezTo>
                    <a:pt x="3013" y="1313"/>
                    <a:pt x="2253" y="789"/>
                    <a:pt x="195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85"/>
            <p:cNvSpPr/>
            <p:nvPr/>
          </p:nvSpPr>
          <p:spPr>
            <a:xfrm>
              <a:off x="927708" y="1640780"/>
              <a:ext cx="118061" cy="111163"/>
            </a:xfrm>
            <a:custGeom>
              <a:rect b="b" l="l" r="r" t="t"/>
              <a:pathLst>
                <a:path extrusionOk="0" h="4271" w="4536">
                  <a:moveTo>
                    <a:pt x="1653" y="0"/>
                  </a:moveTo>
                  <a:cubicBezTo>
                    <a:pt x="1483" y="0"/>
                    <a:pt x="1323" y="92"/>
                    <a:pt x="1246" y="248"/>
                  </a:cubicBezTo>
                  <a:cubicBezTo>
                    <a:pt x="1101" y="543"/>
                    <a:pt x="795" y="1011"/>
                    <a:pt x="190" y="1426"/>
                  </a:cubicBezTo>
                  <a:cubicBezTo>
                    <a:pt x="71" y="1511"/>
                    <a:pt x="0" y="1648"/>
                    <a:pt x="0" y="1796"/>
                  </a:cubicBezTo>
                  <a:lnTo>
                    <a:pt x="0" y="1922"/>
                  </a:lnTo>
                  <a:cubicBezTo>
                    <a:pt x="0" y="3133"/>
                    <a:pt x="911" y="4185"/>
                    <a:pt x="2115" y="4266"/>
                  </a:cubicBezTo>
                  <a:cubicBezTo>
                    <a:pt x="2165" y="4269"/>
                    <a:pt x="2215" y="4271"/>
                    <a:pt x="2264" y="4271"/>
                  </a:cubicBezTo>
                  <a:cubicBezTo>
                    <a:pt x="3510" y="4271"/>
                    <a:pt x="4535" y="3262"/>
                    <a:pt x="4535" y="2003"/>
                  </a:cubicBezTo>
                  <a:lnTo>
                    <a:pt x="4535" y="1606"/>
                  </a:lnTo>
                  <a:cubicBezTo>
                    <a:pt x="4535" y="1409"/>
                    <a:pt x="4451" y="1222"/>
                    <a:pt x="4303" y="1096"/>
                  </a:cubicBezTo>
                  <a:cubicBezTo>
                    <a:pt x="3941" y="779"/>
                    <a:pt x="3121" y="220"/>
                    <a:pt x="1721" y="5"/>
                  </a:cubicBezTo>
                  <a:cubicBezTo>
                    <a:pt x="1698" y="2"/>
                    <a:pt x="1676" y="0"/>
                    <a:pt x="165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85"/>
            <p:cNvSpPr/>
            <p:nvPr/>
          </p:nvSpPr>
          <p:spPr>
            <a:xfrm>
              <a:off x="927604" y="1640780"/>
              <a:ext cx="118061" cy="110669"/>
            </a:xfrm>
            <a:custGeom>
              <a:rect b="b" l="l" r="r" t="t"/>
              <a:pathLst>
                <a:path extrusionOk="0" h="4252" w="4536">
                  <a:moveTo>
                    <a:pt x="1657" y="0"/>
                  </a:moveTo>
                  <a:cubicBezTo>
                    <a:pt x="1487" y="0"/>
                    <a:pt x="1327" y="92"/>
                    <a:pt x="1250" y="248"/>
                  </a:cubicBezTo>
                  <a:cubicBezTo>
                    <a:pt x="1207" y="332"/>
                    <a:pt x="1162" y="413"/>
                    <a:pt x="1112" y="490"/>
                  </a:cubicBezTo>
                  <a:cubicBezTo>
                    <a:pt x="873" y="860"/>
                    <a:pt x="560" y="1180"/>
                    <a:pt x="194" y="1426"/>
                  </a:cubicBezTo>
                  <a:cubicBezTo>
                    <a:pt x="75" y="1507"/>
                    <a:pt x="1" y="1648"/>
                    <a:pt x="4" y="1796"/>
                  </a:cubicBezTo>
                  <a:lnTo>
                    <a:pt x="4" y="1926"/>
                  </a:lnTo>
                  <a:cubicBezTo>
                    <a:pt x="4" y="3091"/>
                    <a:pt x="852" y="4111"/>
                    <a:pt x="1996" y="4252"/>
                  </a:cubicBezTo>
                  <a:cubicBezTo>
                    <a:pt x="1587" y="3829"/>
                    <a:pt x="1362" y="3267"/>
                    <a:pt x="1362" y="2682"/>
                  </a:cubicBezTo>
                  <a:lnTo>
                    <a:pt x="1362" y="1257"/>
                  </a:lnTo>
                  <a:cubicBezTo>
                    <a:pt x="1362" y="1025"/>
                    <a:pt x="1538" y="828"/>
                    <a:pt x="1770" y="804"/>
                  </a:cubicBezTo>
                  <a:cubicBezTo>
                    <a:pt x="1808" y="800"/>
                    <a:pt x="1849" y="798"/>
                    <a:pt x="1895" y="798"/>
                  </a:cubicBezTo>
                  <a:cubicBezTo>
                    <a:pt x="2522" y="798"/>
                    <a:pt x="3903" y="1127"/>
                    <a:pt x="4536" y="1550"/>
                  </a:cubicBezTo>
                  <a:cubicBezTo>
                    <a:pt x="4501" y="1490"/>
                    <a:pt x="4360" y="1141"/>
                    <a:pt x="4307" y="1096"/>
                  </a:cubicBezTo>
                  <a:cubicBezTo>
                    <a:pt x="3945" y="779"/>
                    <a:pt x="3129" y="220"/>
                    <a:pt x="1725" y="5"/>
                  </a:cubicBezTo>
                  <a:cubicBezTo>
                    <a:pt x="1702" y="2"/>
                    <a:pt x="1680" y="0"/>
                    <a:pt x="165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85"/>
            <p:cNvSpPr/>
            <p:nvPr/>
          </p:nvSpPr>
          <p:spPr>
            <a:xfrm>
              <a:off x="886298" y="1801969"/>
              <a:ext cx="41436" cy="56167"/>
            </a:xfrm>
            <a:custGeom>
              <a:rect b="b" l="l" r="r" t="t"/>
              <a:pathLst>
                <a:path extrusionOk="0" h="2158" w="1592">
                  <a:moveTo>
                    <a:pt x="342" y="1"/>
                  </a:moveTo>
                  <a:cubicBezTo>
                    <a:pt x="127" y="173"/>
                    <a:pt x="4" y="434"/>
                    <a:pt x="1" y="705"/>
                  </a:cubicBezTo>
                  <a:lnTo>
                    <a:pt x="1" y="2158"/>
                  </a:lnTo>
                  <a:lnTo>
                    <a:pt x="1591" y="2158"/>
                  </a:lnTo>
                  <a:lnTo>
                    <a:pt x="1591" y="1531"/>
                  </a:lnTo>
                  <a:cubicBezTo>
                    <a:pt x="1591" y="1352"/>
                    <a:pt x="1517" y="1180"/>
                    <a:pt x="1391" y="1049"/>
                  </a:cubicBezTo>
                  <a:lnTo>
                    <a:pt x="3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85"/>
            <p:cNvSpPr/>
            <p:nvPr/>
          </p:nvSpPr>
          <p:spPr>
            <a:xfrm>
              <a:off x="1045638" y="1801969"/>
              <a:ext cx="41332" cy="56167"/>
            </a:xfrm>
            <a:custGeom>
              <a:rect b="b" l="l" r="r" t="t"/>
              <a:pathLst>
                <a:path extrusionOk="0" h="2158" w="1588">
                  <a:moveTo>
                    <a:pt x="1250" y="1"/>
                  </a:moveTo>
                  <a:lnTo>
                    <a:pt x="202" y="1049"/>
                  </a:lnTo>
                  <a:cubicBezTo>
                    <a:pt x="75" y="1180"/>
                    <a:pt x="1" y="1352"/>
                    <a:pt x="1" y="1531"/>
                  </a:cubicBezTo>
                  <a:lnTo>
                    <a:pt x="1" y="2158"/>
                  </a:lnTo>
                  <a:lnTo>
                    <a:pt x="1588" y="2158"/>
                  </a:lnTo>
                  <a:lnTo>
                    <a:pt x="1588" y="705"/>
                  </a:lnTo>
                  <a:cubicBezTo>
                    <a:pt x="1588" y="434"/>
                    <a:pt x="1465" y="173"/>
                    <a:pt x="125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85"/>
            <p:cNvSpPr/>
            <p:nvPr/>
          </p:nvSpPr>
          <p:spPr>
            <a:xfrm>
              <a:off x="1112789" y="1528081"/>
              <a:ext cx="113844" cy="134901"/>
            </a:xfrm>
            <a:custGeom>
              <a:rect b="b" l="l" r="r" t="t"/>
              <a:pathLst>
                <a:path extrusionOk="0" h="5183" w="4374">
                  <a:moveTo>
                    <a:pt x="2185" y="422"/>
                  </a:moveTo>
                  <a:cubicBezTo>
                    <a:pt x="2970" y="422"/>
                    <a:pt x="3638" y="989"/>
                    <a:pt x="3765" y="1763"/>
                  </a:cubicBezTo>
                  <a:cubicBezTo>
                    <a:pt x="3891" y="2540"/>
                    <a:pt x="3438" y="3290"/>
                    <a:pt x="2695" y="3543"/>
                  </a:cubicBezTo>
                  <a:lnTo>
                    <a:pt x="3068" y="2076"/>
                  </a:lnTo>
                  <a:cubicBezTo>
                    <a:pt x="3110" y="1960"/>
                    <a:pt x="3044" y="1830"/>
                    <a:pt x="2924" y="1798"/>
                  </a:cubicBezTo>
                  <a:cubicBezTo>
                    <a:pt x="2906" y="1793"/>
                    <a:pt x="2888" y="1791"/>
                    <a:pt x="2870" y="1791"/>
                  </a:cubicBezTo>
                  <a:cubicBezTo>
                    <a:pt x="2767" y="1791"/>
                    <a:pt x="2675" y="1866"/>
                    <a:pt x="2660" y="1971"/>
                  </a:cubicBezTo>
                  <a:lnTo>
                    <a:pt x="2642" y="2037"/>
                  </a:lnTo>
                  <a:lnTo>
                    <a:pt x="1728" y="2037"/>
                  </a:lnTo>
                  <a:lnTo>
                    <a:pt x="1710" y="1971"/>
                  </a:lnTo>
                  <a:cubicBezTo>
                    <a:pt x="1681" y="1859"/>
                    <a:pt x="1596" y="1810"/>
                    <a:pt x="1510" y="1810"/>
                  </a:cubicBezTo>
                  <a:cubicBezTo>
                    <a:pt x="1384" y="1810"/>
                    <a:pt x="1257" y="1913"/>
                    <a:pt x="1298" y="2076"/>
                  </a:cubicBezTo>
                  <a:lnTo>
                    <a:pt x="1671" y="3543"/>
                  </a:lnTo>
                  <a:cubicBezTo>
                    <a:pt x="925" y="3290"/>
                    <a:pt x="475" y="2540"/>
                    <a:pt x="602" y="1763"/>
                  </a:cubicBezTo>
                  <a:cubicBezTo>
                    <a:pt x="728" y="989"/>
                    <a:pt x="1397" y="422"/>
                    <a:pt x="2181" y="422"/>
                  </a:cubicBezTo>
                  <a:close/>
                  <a:moveTo>
                    <a:pt x="2533" y="2463"/>
                  </a:moveTo>
                  <a:lnTo>
                    <a:pt x="2238" y="3628"/>
                  </a:lnTo>
                  <a:lnTo>
                    <a:pt x="2132" y="3628"/>
                  </a:lnTo>
                  <a:lnTo>
                    <a:pt x="1833" y="2463"/>
                  </a:lnTo>
                  <a:close/>
                  <a:moveTo>
                    <a:pt x="2649" y="3994"/>
                  </a:moveTo>
                  <a:lnTo>
                    <a:pt x="2653" y="4518"/>
                  </a:lnTo>
                  <a:cubicBezTo>
                    <a:pt x="2653" y="4525"/>
                    <a:pt x="2646" y="4532"/>
                    <a:pt x="2635" y="4532"/>
                  </a:cubicBezTo>
                  <a:lnTo>
                    <a:pt x="1731" y="4532"/>
                  </a:lnTo>
                  <a:cubicBezTo>
                    <a:pt x="1721" y="4532"/>
                    <a:pt x="1717" y="4525"/>
                    <a:pt x="1717" y="4518"/>
                  </a:cubicBezTo>
                  <a:lnTo>
                    <a:pt x="1717" y="3994"/>
                  </a:lnTo>
                  <a:cubicBezTo>
                    <a:pt x="1870" y="4031"/>
                    <a:pt x="2027" y="4049"/>
                    <a:pt x="2183" y="4049"/>
                  </a:cubicBezTo>
                  <a:cubicBezTo>
                    <a:pt x="2340" y="4049"/>
                    <a:pt x="2496" y="4031"/>
                    <a:pt x="2649" y="3994"/>
                  </a:cubicBezTo>
                  <a:close/>
                  <a:moveTo>
                    <a:pt x="2185" y="0"/>
                  </a:moveTo>
                  <a:cubicBezTo>
                    <a:pt x="1242" y="0"/>
                    <a:pt x="426" y="648"/>
                    <a:pt x="211" y="1566"/>
                  </a:cubicBezTo>
                  <a:cubicBezTo>
                    <a:pt x="0" y="2484"/>
                    <a:pt x="447" y="3427"/>
                    <a:pt x="1295" y="3842"/>
                  </a:cubicBezTo>
                  <a:lnTo>
                    <a:pt x="1291" y="3842"/>
                  </a:lnTo>
                  <a:lnTo>
                    <a:pt x="1291" y="4518"/>
                  </a:lnTo>
                  <a:cubicBezTo>
                    <a:pt x="1291" y="4761"/>
                    <a:pt x="1488" y="4958"/>
                    <a:pt x="1731" y="4958"/>
                  </a:cubicBezTo>
                  <a:lnTo>
                    <a:pt x="1974" y="4958"/>
                  </a:lnTo>
                  <a:lnTo>
                    <a:pt x="1974" y="4972"/>
                  </a:lnTo>
                  <a:cubicBezTo>
                    <a:pt x="1974" y="5088"/>
                    <a:pt x="2069" y="5183"/>
                    <a:pt x="2185" y="5183"/>
                  </a:cubicBezTo>
                  <a:cubicBezTo>
                    <a:pt x="2301" y="5183"/>
                    <a:pt x="2396" y="5088"/>
                    <a:pt x="2396" y="4972"/>
                  </a:cubicBezTo>
                  <a:lnTo>
                    <a:pt x="2396" y="4958"/>
                  </a:lnTo>
                  <a:lnTo>
                    <a:pt x="2639" y="4958"/>
                  </a:lnTo>
                  <a:cubicBezTo>
                    <a:pt x="2882" y="4958"/>
                    <a:pt x="3079" y="4761"/>
                    <a:pt x="3079" y="4518"/>
                  </a:cubicBezTo>
                  <a:lnTo>
                    <a:pt x="3079" y="3842"/>
                  </a:lnTo>
                  <a:cubicBezTo>
                    <a:pt x="3923" y="3427"/>
                    <a:pt x="4373" y="2484"/>
                    <a:pt x="4159" y="1566"/>
                  </a:cubicBezTo>
                  <a:cubicBezTo>
                    <a:pt x="3944" y="648"/>
                    <a:pt x="3128"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85"/>
            <p:cNvSpPr/>
            <p:nvPr/>
          </p:nvSpPr>
          <p:spPr>
            <a:xfrm>
              <a:off x="880806" y="1545754"/>
              <a:ext cx="211760" cy="317978"/>
            </a:xfrm>
            <a:custGeom>
              <a:rect b="b" l="l" r="r" t="t"/>
              <a:pathLst>
                <a:path extrusionOk="0" h="12217" w="8136">
                  <a:moveTo>
                    <a:pt x="4068" y="422"/>
                  </a:moveTo>
                  <a:cubicBezTo>
                    <a:pt x="4701" y="422"/>
                    <a:pt x="5215" y="834"/>
                    <a:pt x="5215" y="1344"/>
                  </a:cubicBezTo>
                  <a:lnTo>
                    <a:pt x="5215" y="1348"/>
                  </a:lnTo>
                  <a:cubicBezTo>
                    <a:pt x="4846" y="1204"/>
                    <a:pt x="4456" y="1131"/>
                    <a:pt x="4067" y="1131"/>
                  </a:cubicBezTo>
                  <a:cubicBezTo>
                    <a:pt x="3678" y="1131"/>
                    <a:pt x="3289" y="1204"/>
                    <a:pt x="2921" y="1348"/>
                  </a:cubicBezTo>
                  <a:cubicBezTo>
                    <a:pt x="2921" y="1348"/>
                    <a:pt x="2918" y="1344"/>
                    <a:pt x="2918" y="1344"/>
                  </a:cubicBezTo>
                  <a:cubicBezTo>
                    <a:pt x="2918" y="838"/>
                    <a:pt x="3435" y="422"/>
                    <a:pt x="4068" y="422"/>
                  </a:cubicBezTo>
                  <a:close/>
                  <a:moveTo>
                    <a:pt x="4068" y="1555"/>
                  </a:moveTo>
                  <a:cubicBezTo>
                    <a:pt x="6067" y="1555"/>
                    <a:pt x="7393" y="3631"/>
                    <a:pt x="6549" y="5447"/>
                  </a:cubicBezTo>
                  <a:lnTo>
                    <a:pt x="6549" y="5253"/>
                  </a:lnTo>
                  <a:cubicBezTo>
                    <a:pt x="6549" y="5000"/>
                    <a:pt x="6440" y="4754"/>
                    <a:pt x="6246" y="4585"/>
                  </a:cubicBezTo>
                  <a:cubicBezTo>
                    <a:pt x="5820" y="4215"/>
                    <a:pt x="4856" y="3568"/>
                    <a:pt x="3181" y="3403"/>
                  </a:cubicBezTo>
                  <a:cubicBezTo>
                    <a:pt x="3171" y="3401"/>
                    <a:pt x="3161" y="3401"/>
                    <a:pt x="3152" y="3401"/>
                  </a:cubicBezTo>
                  <a:cubicBezTo>
                    <a:pt x="2897" y="3401"/>
                    <a:pt x="2868" y="3794"/>
                    <a:pt x="3139" y="3825"/>
                  </a:cubicBezTo>
                  <a:cubicBezTo>
                    <a:pt x="4694" y="3980"/>
                    <a:pt x="5577" y="4567"/>
                    <a:pt x="5965" y="4905"/>
                  </a:cubicBezTo>
                  <a:cubicBezTo>
                    <a:pt x="6067" y="4993"/>
                    <a:pt x="6123" y="5123"/>
                    <a:pt x="6123" y="5253"/>
                  </a:cubicBezTo>
                  <a:lnTo>
                    <a:pt x="6123" y="5651"/>
                  </a:lnTo>
                  <a:cubicBezTo>
                    <a:pt x="6123" y="6787"/>
                    <a:pt x="5201" y="7706"/>
                    <a:pt x="4065" y="7706"/>
                  </a:cubicBezTo>
                  <a:cubicBezTo>
                    <a:pt x="2932" y="7706"/>
                    <a:pt x="2010" y="6787"/>
                    <a:pt x="2010" y="5651"/>
                  </a:cubicBezTo>
                  <a:lnTo>
                    <a:pt x="2010" y="5651"/>
                  </a:lnTo>
                  <a:lnTo>
                    <a:pt x="2013" y="5654"/>
                  </a:lnTo>
                  <a:lnTo>
                    <a:pt x="2013" y="5478"/>
                  </a:lnTo>
                  <a:cubicBezTo>
                    <a:pt x="2013" y="5394"/>
                    <a:pt x="2059" y="5317"/>
                    <a:pt x="2133" y="5278"/>
                  </a:cubicBezTo>
                  <a:cubicBezTo>
                    <a:pt x="2397" y="5123"/>
                    <a:pt x="2749" y="4842"/>
                    <a:pt x="2907" y="4360"/>
                  </a:cubicBezTo>
                  <a:cubicBezTo>
                    <a:pt x="2964" y="4194"/>
                    <a:pt x="2831" y="4080"/>
                    <a:pt x="2700" y="4080"/>
                  </a:cubicBezTo>
                  <a:cubicBezTo>
                    <a:pt x="2619" y="4080"/>
                    <a:pt x="2539" y="4124"/>
                    <a:pt x="2506" y="4226"/>
                  </a:cubicBezTo>
                  <a:cubicBezTo>
                    <a:pt x="2390" y="4578"/>
                    <a:pt x="2122" y="4792"/>
                    <a:pt x="1922" y="4908"/>
                  </a:cubicBezTo>
                  <a:cubicBezTo>
                    <a:pt x="1725" y="5021"/>
                    <a:pt x="1602" y="5225"/>
                    <a:pt x="1591" y="5450"/>
                  </a:cubicBezTo>
                  <a:cubicBezTo>
                    <a:pt x="743" y="3635"/>
                    <a:pt x="2066" y="1555"/>
                    <a:pt x="4068" y="1555"/>
                  </a:cubicBezTo>
                  <a:close/>
                  <a:moveTo>
                    <a:pt x="4986" y="7955"/>
                  </a:moveTo>
                  <a:lnTo>
                    <a:pt x="4986" y="8462"/>
                  </a:lnTo>
                  <a:cubicBezTo>
                    <a:pt x="4986" y="8726"/>
                    <a:pt x="5141" y="8965"/>
                    <a:pt x="5384" y="9071"/>
                  </a:cubicBezTo>
                  <a:lnTo>
                    <a:pt x="5690" y="9208"/>
                  </a:lnTo>
                  <a:cubicBezTo>
                    <a:pt x="5380" y="9820"/>
                    <a:pt x="4754" y="10204"/>
                    <a:pt x="4068" y="10204"/>
                  </a:cubicBezTo>
                  <a:cubicBezTo>
                    <a:pt x="3382" y="10204"/>
                    <a:pt x="2752" y="9820"/>
                    <a:pt x="2439" y="9212"/>
                  </a:cubicBezTo>
                  <a:lnTo>
                    <a:pt x="2749" y="9074"/>
                  </a:lnTo>
                  <a:cubicBezTo>
                    <a:pt x="2988" y="8969"/>
                    <a:pt x="3143" y="8730"/>
                    <a:pt x="3143" y="8466"/>
                  </a:cubicBezTo>
                  <a:lnTo>
                    <a:pt x="3143" y="7955"/>
                  </a:lnTo>
                  <a:cubicBezTo>
                    <a:pt x="3440" y="8073"/>
                    <a:pt x="3753" y="8132"/>
                    <a:pt x="4066" y="8132"/>
                  </a:cubicBezTo>
                  <a:cubicBezTo>
                    <a:pt x="4379" y="8132"/>
                    <a:pt x="4691" y="8073"/>
                    <a:pt x="4986" y="7955"/>
                  </a:cubicBezTo>
                  <a:close/>
                  <a:moveTo>
                    <a:pt x="4068" y="0"/>
                  </a:moveTo>
                  <a:cubicBezTo>
                    <a:pt x="3199" y="0"/>
                    <a:pt x="2495" y="602"/>
                    <a:pt x="2495" y="1344"/>
                  </a:cubicBezTo>
                  <a:cubicBezTo>
                    <a:pt x="2495" y="1411"/>
                    <a:pt x="2502" y="1478"/>
                    <a:pt x="2513" y="1541"/>
                  </a:cubicBezTo>
                  <a:cubicBezTo>
                    <a:pt x="764" y="2530"/>
                    <a:pt x="370" y="4877"/>
                    <a:pt x="1697" y="6379"/>
                  </a:cubicBezTo>
                  <a:cubicBezTo>
                    <a:pt x="1869" y="6939"/>
                    <a:pt x="2231" y="7417"/>
                    <a:pt x="2724" y="7734"/>
                  </a:cubicBezTo>
                  <a:lnTo>
                    <a:pt x="2724" y="8462"/>
                  </a:lnTo>
                  <a:cubicBezTo>
                    <a:pt x="2720" y="8557"/>
                    <a:pt x="2664" y="8645"/>
                    <a:pt x="2580" y="8680"/>
                  </a:cubicBezTo>
                  <a:lnTo>
                    <a:pt x="669" y="9528"/>
                  </a:lnTo>
                  <a:cubicBezTo>
                    <a:pt x="261" y="9708"/>
                    <a:pt x="1" y="10109"/>
                    <a:pt x="1" y="10552"/>
                  </a:cubicBezTo>
                  <a:lnTo>
                    <a:pt x="1" y="12002"/>
                  </a:lnTo>
                  <a:cubicBezTo>
                    <a:pt x="1" y="12121"/>
                    <a:pt x="96" y="12216"/>
                    <a:pt x="212" y="12216"/>
                  </a:cubicBezTo>
                  <a:cubicBezTo>
                    <a:pt x="331" y="12216"/>
                    <a:pt x="426" y="12121"/>
                    <a:pt x="426" y="12002"/>
                  </a:cubicBezTo>
                  <a:lnTo>
                    <a:pt x="426" y="10552"/>
                  </a:lnTo>
                  <a:cubicBezTo>
                    <a:pt x="426" y="10274"/>
                    <a:pt x="588" y="10028"/>
                    <a:pt x="842" y="9915"/>
                  </a:cubicBezTo>
                  <a:lnTo>
                    <a:pt x="2055" y="9380"/>
                  </a:lnTo>
                  <a:cubicBezTo>
                    <a:pt x="2435" y="10144"/>
                    <a:pt x="3217" y="10626"/>
                    <a:pt x="4072" y="10626"/>
                  </a:cubicBezTo>
                  <a:cubicBezTo>
                    <a:pt x="4923" y="10626"/>
                    <a:pt x="5704" y="10144"/>
                    <a:pt x="6084" y="9380"/>
                  </a:cubicBezTo>
                  <a:lnTo>
                    <a:pt x="7298" y="9915"/>
                  </a:lnTo>
                  <a:cubicBezTo>
                    <a:pt x="7551" y="10028"/>
                    <a:pt x="7713" y="10278"/>
                    <a:pt x="7713" y="10552"/>
                  </a:cubicBezTo>
                  <a:lnTo>
                    <a:pt x="7713" y="12002"/>
                  </a:lnTo>
                  <a:cubicBezTo>
                    <a:pt x="7713" y="12121"/>
                    <a:pt x="7808" y="12216"/>
                    <a:pt x="7924" y="12216"/>
                  </a:cubicBezTo>
                  <a:cubicBezTo>
                    <a:pt x="8040" y="12216"/>
                    <a:pt x="8135" y="12121"/>
                    <a:pt x="8135" y="12002"/>
                  </a:cubicBezTo>
                  <a:lnTo>
                    <a:pt x="8135" y="10552"/>
                  </a:lnTo>
                  <a:cubicBezTo>
                    <a:pt x="8135" y="10109"/>
                    <a:pt x="7875" y="9708"/>
                    <a:pt x="7467" y="9528"/>
                  </a:cubicBezTo>
                  <a:lnTo>
                    <a:pt x="5556" y="8684"/>
                  </a:lnTo>
                  <a:cubicBezTo>
                    <a:pt x="5468" y="8645"/>
                    <a:pt x="5412" y="8561"/>
                    <a:pt x="5412" y="8466"/>
                  </a:cubicBezTo>
                  <a:lnTo>
                    <a:pt x="5412" y="7734"/>
                  </a:lnTo>
                  <a:cubicBezTo>
                    <a:pt x="5901" y="7417"/>
                    <a:pt x="6264" y="6939"/>
                    <a:pt x="6440" y="6383"/>
                  </a:cubicBezTo>
                  <a:cubicBezTo>
                    <a:pt x="7766" y="4877"/>
                    <a:pt x="7368" y="2530"/>
                    <a:pt x="5623" y="1545"/>
                  </a:cubicBezTo>
                  <a:cubicBezTo>
                    <a:pt x="5634" y="1478"/>
                    <a:pt x="5641" y="1411"/>
                    <a:pt x="5641" y="1344"/>
                  </a:cubicBezTo>
                  <a:cubicBezTo>
                    <a:pt x="5641" y="605"/>
                    <a:pt x="4937" y="0"/>
                    <a:pt x="4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85"/>
            <p:cNvSpPr/>
            <p:nvPr/>
          </p:nvSpPr>
          <p:spPr>
            <a:xfrm>
              <a:off x="922112" y="1828985"/>
              <a:ext cx="11114" cy="34643"/>
            </a:xfrm>
            <a:custGeom>
              <a:rect b="b" l="l" r="r" t="t"/>
              <a:pathLst>
                <a:path extrusionOk="0" h="1331" w="427">
                  <a:moveTo>
                    <a:pt x="215" y="1"/>
                  </a:moveTo>
                  <a:cubicBezTo>
                    <a:pt x="96" y="1"/>
                    <a:pt x="1" y="96"/>
                    <a:pt x="4" y="212"/>
                  </a:cubicBezTo>
                  <a:lnTo>
                    <a:pt x="4" y="1120"/>
                  </a:lnTo>
                  <a:cubicBezTo>
                    <a:pt x="4" y="1236"/>
                    <a:pt x="99" y="1331"/>
                    <a:pt x="215" y="1331"/>
                  </a:cubicBezTo>
                  <a:cubicBezTo>
                    <a:pt x="331" y="1331"/>
                    <a:pt x="426" y="1236"/>
                    <a:pt x="426" y="1120"/>
                  </a:cubicBezTo>
                  <a:lnTo>
                    <a:pt x="426" y="212"/>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85"/>
            <p:cNvSpPr/>
            <p:nvPr/>
          </p:nvSpPr>
          <p:spPr>
            <a:xfrm>
              <a:off x="1040147" y="1828985"/>
              <a:ext cx="11114" cy="34643"/>
            </a:xfrm>
            <a:custGeom>
              <a:rect b="b" l="l" r="r" t="t"/>
              <a:pathLst>
                <a:path extrusionOk="0" h="1331" w="427">
                  <a:moveTo>
                    <a:pt x="212" y="1"/>
                  </a:moveTo>
                  <a:cubicBezTo>
                    <a:pt x="96" y="1"/>
                    <a:pt x="1" y="96"/>
                    <a:pt x="1" y="212"/>
                  </a:cubicBezTo>
                  <a:lnTo>
                    <a:pt x="1" y="1120"/>
                  </a:lnTo>
                  <a:cubicBezTo>
                    <a:pt x="1" y="1236"/>
                    <a:pt x="96" y="1331"/>
                    <a:pt x="212" y="1331"/>
                  </a:cubicBezTo>
                  <a:cubicBezTo>
                    <a:pt x="332" y="1331"/>
                    <a:pt x="427" y="1236"/>
                    <a:pt x="427" y="1120"/>
                  </a:cubicBezTo>
                  <a:lnTo>
                    <a:pt x="427" y="212"/>
                  </a:lnTo>
                  <a:cubicBezTo>
                    <a:pt x="427" y="96"/>
                    <a:pt x="332"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85"/>
            <p:cNvSpPr/>
            <p:nvPr/>
          </p:nvSpPr>
          <p:spPr>
            <a:xfrm>
              <a:off x="1081452" y="1545754"/>
              <a:ext cx="176310" cy="183858"/>
            </a:xfrm>
            <a:custGeom>
              <a:rect b="b" l="l" r="r" t="t"/>
              <a:pathLst>
                <a:path extrusionOk="0" h="7064" w="6774">
                  <a:moveTo>
                    <a:pt x="894" y="0"/>
                  </a:moveTo>
                  <a:cubicBezTo>
                    <a:pt x="402" y="0"/>
                    <a:pt x="1" y="398"/>
                    <a:pt x="1" y="890"/>
                  </a:cubicBezTo>
                  <a:lnTo>
                    <a:pt x="1" y="4518"/>
                  </a:lnTo>
                  <a:cubicBezTo>
                    <a:pt x="1" y="5011"/>
                    <a:pt x="402" y="5408"/>
                    <a:pt x="894" y="5412"/>
                  </a:cubicBezTo>
                  <a:lnTo>
                    <a:pt x="1303" y="5412"/>
                  </a:lnTo>
                  <a:lnTo>
                    <a:pt x="989" y="6657"/>
                  </a:lnTo>
                  <a:cubicBezTo>
                    <a:pt x="934" y="6879"/>
                    <a:pt x="1109" y="7064"/>
                    <a:pt x="1304" y="7064"/>
                  </a:cubicBezTo>
                  <a:cubicBezTo>
                    <a:pt x="1368" y="7064"/>
                    <a:pt x="1435" y="7044"/>
                    <a:pt x="1496" y="6998"/>
                  </a:cubicBezTo>
                  <a:lnTo>
                    <a:pt x="3685" y="5412"/>
                  </a:lnTo>
                  <a:lnTo>
                    <a:pt x="5884" y="5412"/>
                  </a:lnTo>
                  <a:cubicBezTo>
                    <a:pt x="6376" y="5408"/>
                    <a:pt x="6774" y="5011"/>
                    <a:pt x="6774" y="4518"/>
                  </a:cubicBezTo>
                  <a:lnTo>
                    <a:pt x="6774" y="890"/>
                  </a:lnTo>
                  <a:cubicBezTo>
                    <a:pt x="6774" y="398"/>
                    <a:pt x="6373" y="0"/>
                    <a:pt x="5880" y="0"/>
                  </a:cubicBezTo>
                  <a:cubicBezTo>
                    <a:pt x="5599" y="0"/>
                    <a:pt x="5599" y="426"/>
                    <a:pt x="5880" y="426"/>
                  </a:cubicBezTo>
                  <a:cubicBezTo>
                    <a:pt x="6140" y="426"/>
                    <a:pt x="6348" y="634"/>
                    <a:pt x="6348" y="894"/>
                  </a:cubicBezTo>
                  <a:lnTo>
                    <a:pt x="6348" y="4521"/>
                  </a:lnTo>
                  <a:cubicBezTo>
                    <a:pt x="6348" y="4778"/>
                    <a:pt x="6140" y="4989"/>
                    <a:pt x="5880" y="4989"/>
                  </a:cubicBezTo>
                  <a:lnTo>
                    <a:pt x="3614" y="4989"/>
                  </a:lnTo>
                  <a:cubicBezTo>
                    <a:pt x="3568" y="4989"/>
                    <a:pt x="3526" y="5003"/>
                    <a:pt x="3491" y="5028"/>
                  </a:cubicBezTo>
                  <a:lnTo>
                    <a:pt x="1468" y="6499"/>
                  </a:lnTo>
                  <a:lnTo>
                    <a:pt x="1468" y="6499"/>
                  </a:lnTo>
                  <a:lnTo>
                    <a:pt x="1778" y="5253"/>
                  </a:lnTo>
                  <a:cubicBezTo>
                    <a:pt x="1812" y="5118"/>
                    <a:pt x="1713" y="4989"/>
                    <a:pt x="1579" y="4989"/>
                  </a:cubicBezTo>
                  <a:cubicBezTo>
                    <a:pt x="1577" y="4989"/>
                    <a:pt x="1575" y="4989"/>
                    <a:pt x="1573" y="4989"/>
                  </a:cubicBezTo>
                  <a:lnTo>
                    <a:pt x="894" y="4989"/>
                  </a:lnTo>
                  <a:cubicBezTo>
                    <a:pt x="634" y="4986"/>
                    <a:pt x="426" y="4778"/>
                    <a:pt x="426" y="4521"/>
                  </a:cubicBezTo>
                  <a:lnTo>
                    <a:pt x="426" y="890"/>
                  </a:lnTo>
                  <a:cubicBezTo>
                    <a:pt x="426" y="634"/>
                    <a:pt x="634" y="422"/>
                    <a:pt x="894" y="422"/>
                  </a:cubicBezTo>
                  <a:cubicBezTo>
                    <a:pt x="1011" y="422"/>
                    <a:pt x="1106" y="327"/>
                    <a:pt x="1106" y="211"/>
                  </a:cubicBezTo>
                  <a:cubicBezTo>
                    <a:pt x="1106" y="95"/>
                    <a:pt x="1011"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5" name="Google Shape;17195;p85"/>
          <p:cNvGrpSpPr/>
          <p:nvPr/>
        </p:nvGrpSpPr>
        <p:grpSpPr>
          <a:xfrm>
            <a:off x="1410960" y="1509341"/>
            <a:ext cx="261108" cy="363552"/>
            <a:chOff x="1410960" y="1509341"/>
            <a:chExt cx="261108" cy="363552"/>
          </a:xfrm>
        </p:grpSpPr>
        <p:sp>
          <p:nvSpPr>
            <p:cNvPr id="17196" name="Google Shape;17196;p85"/>
            <p:cNvSpPr/>
            <p:nvPr/>
          </p:nvSpPr>
          <p:spPr>
            <a:xfrm>
              <a:off x="1416348" y="1537425"/>
              <a:ext cx="250411" cy="330159"/>
            </a:xfrm>
            <a:custGeom>
              <a:rect b="b" l="l" r="r" t="t"/>
              <a:pathLst>
                <a:path extrusionOk="0" h="12685" w="9621">
                  <a:moveTo>
                    <a:pt x="655" y="0"/>
                  </a:moveTo>
                  <a:cubicBezTo>
                    <a:pt x="293" y="0"/>
                    <a:pt x="1" y="296"/>
                    <a:pt x="1" y="658"/>
                  </a:cubicBezTo>
                  <a:lnTo>
                    <a:pt x="1" y="12026"/>
                  </a:lnTo>
                  <a:cubicBezTo>
                    <a:pt x="1" y="12389"/>
                    <a:pt x="293" y="12684"/>
                    <a:pt x="655" y="12684"/>
                  </a:cubicBezTo>
                  <a:lnTo>
                    <a:pt x="8966" y="12684"/>
                  </a:lnTo>
                  <a:cubicBezTo>
                    <a:pt x="9325" y="12684"/>
                    <a:pt x="9620" y="12389"/>
                    <a:pt x="9620" y="12026"/>
                  </a:cubicBezTo>
                  <a:lnTo>
                    <a:pt x="9620" y="658"/>
                  </a:lnTo>
                  <a:cubicBezTo>
                    <a:pt x="9620" y="296"/>
                    <a:pt x="9325" y="0"/>
                    <a:pt x="8966"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85"/>
            <p:cNvSpPr/>
            <p:nvPr/>
          </p:nvSpPr>
          <p:spPr>
            <a:xfrm>
              <a:off x="1439070" y="1560225"/>
              <a:ext cx="204888" cy="273185"/>
            </a:xfrm>
            <a:custGeom>
              <a:rect b="b" l="l" r="r" t="t"/>
              <a:pathLst>
                <a:path extrusionOk="0" h="10496" w="7872">
                  <a:moveTo>
                    <a:pt x="0" y="0"/>
                  </a:moveTo>
                  <a:lnTo>
                    <a:pt x="0" y="10496"/>
                  </a:lnTo>
                  <a:lnTo>
                    <a:pt x="7871" y="10496"/>
                  </a:lnTo>
                  <a:lnTo>
                    <a:pt x="78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85"/>
            <p:cNvSpPr/>
            <p:nvPr/>
          </p:nvSpPr>
          <p:spPr>
            <a:xfrm>
              <a:off x="1490266" y="1514651"/>
              <a:ext cx="102496" cy="45600"/>
            </a:xfrm>
            <a:custGeom>
              <a:rect b="b" l="l" r="r" t="t"/>
              <a:pathLst>
                <a:path extrusionOk="0" h="1752" w="3938">
                  <a:moveTo>
                    <a:pt x="1969" y="1"/>
                  </a:moveTo>
                  <a:cubicBezTo>
                    <a:pt x="1676" y="1"/>
                    <a:pt x="1383" y="147"/>
                    <a:pt x="1218" y="439"/>
                  </a:cubicBezTo>
                  <a:lnTo>
                    <a:pt x="440" y="439"/>
                  </a:lnTo>
                  <a:cubicBezTo>
                    <a:pt x="197" y="439"/>
                    <a:pt x="0" y="636"/>
                    <a:pt x="0" y="875"/>
                  </a:cubicBezTo>
                  <a:lnTo>
                    <a:pt x="0" y="1751"/>
                  </a:lnTo>
                  <a:lnTo>
                    <a:pt x="3937" y="1751"/>
                  </a:lnTo>
                  <a:lnTo>
                    <a:pt x="3937" y="875"/>
                  </a:lnTo>
                  <a:cubicBezTo>
                    <a:pt x="3937" y="636"/>
                    <a:pt x="3740" y="439"/>
                    <a:pt x="3501" y="439"/>
                  </a:cubicBezTo>
                  <a:lnTo>
                    <a:pt x="2724" y="439"/>
                  </a:lnTo>
                  <a:cubicBezTo>
                    <a:pt x="2556" y="147"/>
                    <a:pt x="2263" y="1"/>
                    <a:pt x="196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85"/>
            <p:cNvSpPr/>
            <p:nvPr/>
          </p:nvSpPr>
          <p:spPr>
            <a:xfrm>
              <a:off x="1470381" y="1671206"/>
              <a:ext cx="28500" cy="28422"/>
            </a:xfrm>
            <a:custGeom>
              <a:rect b="b" l="l" r="r" t="t"/>
              <a:pathLst>
                <a:path extrusionOk="0" h="1092" w="1095">
                  <a:moveTo>
                    <a:pt x="546" y="1"/>
                  </a:moveTo>
                  <a:cubicBezTo>
                    <a:pt x="247" y="1"/>
                    <a:pt x="1" y="243"/>
                    <a:pt x="1" y="546"/>
                  </a:cubicBezTo>
                  <a:cubicBezTo>
                    <a:pt x="1" y="848"/>
                    <a:pt x="247" y="1091"/>
                    <a:pt x="546" y="1091"/>
                  </a:cubicBezTo>
                  <a:cubicBezTo>
                    <a:pt x="849" y="1091"/>
                    <a:pt x="1095" y="848"/>
                    <a:pt x="1095" y="546"/>
                  </a:cubicBezTo>
                  <a:cubicBezTo>
                    <a:pt x="1095" y="243"/>
                    <a:pt x="849" y="1"/>
                    <a:pt x="54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85"/>
            <p:cNvSpPr/>
            <p:nvPr/>
          </p:nvSpPr>
          <p:spPr>
            <a:xfrm>
              <a:off x="1470381" y="1722403"/>
              <a:ext cx="28500" cy="28500"/>
            </a:xfrm>
            <a:custGeom>
              <a:rect b="b" l="l" r="r" t="t"/>
              <a:pathLst>
                <a:path extrusionOk="0" h="1095" w="1095">
                  <a:moveTo>
                    <a:pt x="546" y="0"/>
                  </a:moveTo>
                  <a:cubicBezTo>
                    <a:pt x="247" y="0"/>
                    <a:pt x="1" y="243"/>
                    <a:pt x="1" y="546"/>
                  </a:cubicBezTo>
                  <a:cubicBezTo>
                    <a:pt x="1" y="848"/>
                    <a:pt x="247" y="1095"/>
                    <a:pt x="546" y="1095"/>
                  </a:cubicBezTo>
                  <a:cubicBezTo>
                    <a:pt x="849" y="1095"/>
                    <a:pt x="1095" y="848"/>
                    <a:pt x="1095" y="546"/>
                  </a:cubicBezTo>
                  <a:cubicBezTo>
                    <a:pt x="1095" y="243"/>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85"/>
            <p:cNvSpPr/>
            <p:nvPr/>
          </p:nvSpPr>
          <p:spPr>
            <a:xfrm>
              <a:off x="1470381" y="1773599"/>
              <a:ext cx="28500" cy="28500"/>
            </a:xfrm>
            <a:custGeom>
              <a:rect b="b" l="l" r="r" t="t"/>
              <a:pathLst>
                <a:path extrusionOk="0" h="1095" w="1095">
                  <a:moveTo>
                    <a:pt x="546" y="0"/>
                  </a:moveTo>
                  <a:cubicBezTo>
                    <a:pt x="247" y="0"/>
                    <a:pt x="1" y="246"/>
                    <a:pt x="1" y="546"/>
                  </a:cubicBezTo>
                  <a:cubicBezTo>
                    <a:pt x="1" y="848"/>
                    <a:pt x="247" y="1094"/>
                    <a:pt x="546" y="1094"/>
                  </a:cubicBezTo>
                  <a:cubicBezTo>
                    <a:pt x="849" y="1094"/>
                    <a:pt x="1095" y="848"/>
                    <a:pt x="1095" y="546"/>
                  </a:cubicBezTo>
                  <a:cubicBezTo>
                    <a:pt x="1095" y="246"/>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85"/>
            <p:cNvSpPr/>
            <p:nvPr/>
          </p:nvSpPr>
          <p:spPr>
            <a:xfrm>
              <a:off x="1467544" y="1582921"/>
              <a:ext cx="34200" cy="34200"/>
            </a:xfrm>
            <a:custGeom>
              <a:rect b="b" l="l" r="r" t="t"/>
              <a:pathLst>
                <a:path extrusionOk="0" h="1314" w="1314">
                  <a:moveTo>
                    <a:pt x="219" y="1"/>
                  </a:moveTo>
                  <a:cubicBezTo>
                    <a:pt x="99" y="1"/>
                    <a:pt x="1" y="99"/>
                    <a:pt x="1" y="222"/>
                  </a:cubicBezTo>
                  <a:lnTo>
                    <a:pt x="1" y="1095"/>
                  </a:lnTo>
                  <a:cubicBezTo>
                    <a:pt x="1" y="1215"/>
                    <a:pt x="99" y="1313"/>
                    <a:pt x="219" y="1313"/>
                  </a:cubicBezTo>
                  <a:lnTo>
                    <a:pt x="1095" y="1313"/>
                  </a:lnTo>
                  <a:cubicBezTo>
                    <a:pt x="1214" y="1313"/>
                    <a:pt x="1313" y="1218"/>
                    <a:pt x="1313" y="1095"/>
                  </a:cubicBezTo>
                  <a:lnTo>
                    <a:pt x="1313" y="222"/>
                  </a:lnTo>
                  <a:cubicBezTo>
                    <a:pt x="1313" y="99"/>
                    <a:pt x="1214" y="1"/>
                    <a:pt x="109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85"/>
            <p:cNvSpPr/>
            <p:nvPr/>
          </p:nvSpPr>
          <p:spPr>
            <a:xfrm>
              <a:off x="1410960" y="1509341"/>
              <a:ext cx="261108" cy="363552"/>
            </a:xfrm>
            <a:custGeom>
              <a:rect b="b" l="l" r="r" t="t"/>
              <a:pathLst>
                <a:path extrusionOk="0" h="13968" w="10032">
                  <a:moveTo>
                    <a:pt x="5016" y="410"/>
                  </a:moveTo>
                  <a:cubicBezTo>
                    <a:pt x="5241" y="410"/>
                    <a:pt x="5466" y="521"/>
                    <a:pt x="5595" y="745"/>
                  </a:cubicBezTo>
                  <a:cubicBezTo>
                    <a:pt x="5630" y="808"/>
                    <a:pt x="5697" y="847"/>
                    <a:pt x="5771" y="847"/>
                  </a:cubicBezTo>
                  <a:lnTo>
                    <a:pt x="6545" y="847"/>
                  </a:lnTo>
                  <a:cubicBezTo>
                    <a:pt x="6675" y="847"/>
                    <a:pt x="6777" y="952"/>
                    <a:pt x="6777" y="1079"/>
                  </a:cubicBezTo>
                  <a:lnTo>
                    <a:pt x="6777" y="1751"/>
                  </a:lnTo>
                  <a:lnTo>
                    <a:pt x="3255" y="1751"/>
                  </a:lnTo>
                  <a:lnTo>
                    <a:pt x="3255" y="1079"/>
                  </a:lnTo>
                  <a:cubicBezTo>
                    <a:pt x="3255" y="952"/>
                    <a:pt x="3357" y="847"/>
                    <a:pt x="3487" y="847"/>
                  </a:cubicBezTo>
                  <a:lnTo>
                    <a:pt x="4265" y="847"/>
                  </a:lnTo>
                  <a:cubicBezTo>
                    <a:pt x="4335" y="847"/>
                    <a:pt x="4402" y="808"/>
                    <a:pt x="4441" y="745"/>
                  </a:cubicBezTo>
                  <a:cubicBezTo>
                    <a:pt x="4567" y="521"/>
                    <a:pt x="4791" y="410"/>
                    <a:pt x="5016" y="410"/>
                  </a:cubicBezTo>
                  <a:close/>
                  <a:moveTo>
                    <a:pt x="9169" y="1287"/>
                  </a:moveTo>
                  <a:cubicBezTo>
                    <a:pt x="9419" y="1287"/>
                    <a:pt x="9623" y="1487"/>
                    <a:pt x="9623" y="1737"/>
                  </a:cubicBezTo>
                  <a:lnTo>
                    <a:pt x="9623" y="13105"/>
                  </a:lnTo>
                  <a:cubicBezTo>
                    <a:pt x="9623" y="13355"/>
                    <a:pt x="9419" y="13556"/>
                    <a:pt x="9173" y="13556"/>
                  </a:cubicBezTo>
                  <a:lnTo>
                    <a:pt x="862" y="13556"/>
                  </a:lnTo>
                  <a:cubicBezTo>
                    <a:pt x="612" y="13556"/>
                    <a:pt x="412" y="13355"/>
                    <a:pt x="412" y="13105"/>
                  </a:cubicBezTo>
                  <a:lnTo>
                    <a:pt x="412" y="1737"/>
                  </a:lnTo>
                  <a:cubicBezTo>
                    <a:pt x="412" y="1487"/>
                    <a:pt x="612" y="1287"/>
                    <a:pt x="862" y="1287"/>
                  </a:cubicBezTo>
                  <a:lnTo>
                    <a:pt x="2843" y="1287"/>
                  </a:lnTo>
                  <a:lnTo>
                    <a:pt x="2843" y="1955"/>
                  </a:lnTo>
                  <a:cubicBezTo>
                    <a:pt x="2843" y="2068"/>
                    <a:pt x="2935" y="2159"/>
                    <a:pt x="3051" y="2159"/>
                  </a:cubicBezTo>
                  <a:lnTo>
                    <a:pt x="6984" y="2159"/>
                  </a:lnTo>
                  <a:cubicBezTo>
                    <a:pt x="7097" y="2159"/>
                    <a:pt x="7188" y="2068"/>
                    <a:pt x="7188" y="1955"/>
                  </a:cubicBezTo>
                  <a:lnTo>
                    <a:pt x="7188" y="1287"/>
                  </a:lnTo>
                  <a:close/>
                  <a:moveTo>
                    <a:pt x="5018" y="1"/>
                  </a:moveTo>
                  <a:cubicBezTo>
                    <a:pt x="4693" y="1"/>
                    <a:pt x="4368" y="147"/>
                    <a:pt x="4156" y="439"/>
                  </a:cubicBezTo>
                  <a:lnTo>
                    <a:pt x="3487" y="439"/>
                  </a:lnTo>
                  <a:cubicBezTo>
                    <a:pt x="3209" y="439"/>
                    <a:pt x="2966" y="615"/>
                    <a:pt x="2878" y="875"/>
                  </a:cubicBezTo>
                  <a:lnTo>
                    <a:pt x="862" y="875"/>
                  </a:lnTo>
                  <a:cubicBezTo>
                    <a:pt x="387" y="875"/>
                    <a:pt x="0" y="1262"/>
                    <a:pt x="0" y="1737"/>
                  </a:cubicBezTo>
                  <a:lnTo>
                    <a:pt x="0" y="13105"/>
                  </a:lnTo>
                  <a:cubicBezTo>
                    <a:pt x="0" y="13580"/>
                    <a:pt x="387" y="13964"/>
                    <a:pt x="862" y="13967"/>
                  </a:cubicBezTo>
                  <a:lnTo>
                    <a:pt x="9173" y="13967"/>
                  </a:lnTo>
                  <a:cubicBezTo>
                    <a:pt x="9644" y="13964"/>
                    <a:pt x="10031" y="13580"/>
                    <a:pt x="10031" y="13105"/>
                  </a:cubicBezTo>
                  <a:lnTo>
                    <a:pt x="10031" y="1737"/>
                  </a:lnTo>
                  <a:cubicBezTo>
                    <a:pt x="10031" y="1262"/>
                    <a:pt x="9644" y="875"/>
                    <a:pt x="9173" y="875"/>
                  </a:cubicBezTo>
                  <a:lnTo>
                    <a:pt x="7157" y="875"/>
                  </a:lnTo>
                  <a:cubicBezTo>
                    <a:pt x="7069" y="615"/>
                    <a:pt x="6823" y="439"/>
                    <a:pt x="6548" y="439"/>
                  </a:cubicBezTo>
                  <a:lnTo>
                    <a:pt x="5880" y="439"/>
                  </a:lnTo>
                  <a:cubicBezTo>
                    <a:pt x="5667" y="147"/>
                    <a:pt x="5342" y="1"/>
                    <a:pt x="5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85"/>
            <p:cNvSpPr/>
            <p:nvPr/>
          </p:nvSpPr>
          <p:spPr>
            <a:xfrm>
              <a:off x="1534487" y="1532089"/>
              <a:ext cx="12389" cy="10749"/>
            </a:xfrm>
            <a:custGeom>
              <a:rect b="b" l="l" r="r" t="t"/>
              <a:pathLst>
                <a:path extrusionOk="0" h="413" w="476">
                  <a:moveTo>
                    <a:pt x="272" y="1"/>
                  </a:moveTo>
                  <a:cubicBezTo>
                    <a:pt x="1" y="1"/>
                    <a:pt x="1" y="413"/>
                    <a:pt x="272" y="413"/>
                  </a:cubicBezTo>
                  <a:cubicBezTo>
                    <a:pt x="384" y="413"/>
                    <a:pt x="476" y="318"/>
                    <a:pt x="476" y="205"/>
                  </a:cubicBezTo>
                  <a:cubicBezTo>
                    <a:pt x="476" y="92"/>
                    <a:pt x="384"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85"/>
            <p:cNvSpPr/>
            <p:nvPr/>
          </p:nvSpPr>
          <p:spPr>
            <a:xfrm>
              <a:off x="1433760" y="1554916"/>
              <a:ext cx="215586" cy="283804"/>
            </a:xfrm>
            <a:custGeom>
              <a:rect b="b" l="l" r="r" t="t"/>
              <a:pathLst>
                <a:path extrusionOk="0" h="10904" w="8283">
                  <a:moveTo>
                    <a:pt x="204" y="0"/>
                  </a:moveTo>
                  <a:cubicBezTo>
                    <a:pt x="92" y="0"/>
                    <a:pt x="0" y="92"/>
                    <a:pt x="0" y="204"/>
                  </a:cubicBezTo>
                  <a:lnTo>
                    <a:pt x="0" y="10700"/>
                  </a:lnTo>
                  <a:cubicBezTo>
                    <a:pt x="0" y="10812"/>
                    <a:pt x="92" y="10904"/>
                    <a:pt x="204" y="10904"/>
                  </a:cubicBezTo>
                  <a:lnTo>
                    <a:pt x="8079" y="10904"/>
                  </a:lnTo>
                  <a:cubicBezTo>
                    <a:pt x="8191" y="10904"/>
                    <a:pt x="8283" y="10812"/>
                    <a:pt x="8283" y="10700"/>
                  </a:cubicBezTo>
                  <a:lnTo>
                    <a:pt x="8283" y="204"/>
                  </a:lnTo>
                  <a:cubicBezTo>
                    <a:pt x="8283" y="92"/>
                    <a:pt x="8191" y="0"/>
                    <a:pt x="8075" y="0"/>
                  </a:cubicBezTo>
                  <a:lnTo>
                    <a:pt x="6984" y="0"/>
                  </a:lnTo>
                  <a:cubicBezTo>
                    <a:pt x="6710" y="0"/>
                    <a:pt x="6710" y="408"/>
                    <a:pt x="6984" y="408"/>
                  </a:cubicBezTo>
                  <a:lnTo>
                    <a:pt x="7871" y="408"/>
                  </a:lnTo>
                  <a:lnTo>
                    <a:pt x="7871" y="10496"/>
                  </a:lnTo>
                  <a:lnTo>
                    <a:pt x="408" y="10496"/>
                  </a:lnTo>
                  <a:lnTo>
                    <a:pt x="408" y="408"/>
                  </a:lnTo>
                  <a:lnTo>
                    <a:pt x="1299" y="408"/>
                  </a:lnTo>
                  <a:cubicBezTo>
                    <a:pt x="1411" y="408"/>
                    <a:pt x="1503" y="317"/>
                    <a:pt x="1503" y="204"/>
                  </a:cubicBezTo>
                  <a:cubicBezTo>
                    <a:pt x="1503" y="92"/>
                    <a:pt x="1411"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85"/>
            <p:cNvSpPr/>
            <p:nvPr/>
          </p:nvSpPr>
          <p:spPr>
            <a:xfrm>
              <a:off x="1462339" y="1668734"/>
              <a:ext cx="39015" cy="33419"/>
            </a:xfrm>
            <a:custGeom>
              <a:rect b="b" l="l" r="r" t="t"/>
              <a:pathLst>
                <a:path extrusionOk="0" h="1284" w="1499">
                  <a:moveTo>
                    <a:pt x="855" y="408"/>
                  </a:moveTo>
                  <a:cubicBezTo>
                    <a:pt x="975" y="408"/>
                    <a:pt x="1091" y="500"/>
                    <a:pt x="1091" y="641"/>
                  </a:cubicBezTo>
                  <a:cubicBezTo>
                    <a:pt x="1087" y="768"/>
                    <a:pt x="985" y="873"/>
                    <a:pt x="855" y="873"/>
                  </a:cubicBezTo>
                  <a:cubicBezTo>
                    <a:pt x="647" y="873"/>
                    <a:pt x="545" y="623"/>
                    <a:pt x="693" y="476"/>
                  </a:cubicBezTo>
                  <a:cubicBezTo>
                    <a:pt x="740" y="429"/>
                    <a:pt x="798" y="408"/>
                    <a:pt x="855" y="408"/>
                  </a:cubicBezTo>
                  <a:close/>
                  <a:moveTo>
                    <a:pt x="855" y="1"/>
                  </a:moveTo>
                  <a:cubicBezTo>
                    <a:pt x="285" y="1"/>
                    <a:pt x="0" y="690"/>
                    <a:pt x="401" y="1095"/>
                  </a:cubicBezTo>
                  <a:cubicBezTo>
                    <a:pt x="532" y="1225"/>
                    <a:pt x="692" y="1284"/>
                    <a:pt x="850" y="1284"/>
                  </a:cubicBezTo>
                  <a:cubicBezTo>
                    <a:pt x="1181" y="1284"/>
                    <a:pt x="1499" y="1027"/>
                    <a:pt x="1499" y="641"/>
                  </a:cubicBezTo>
                  <a:cubicBezTo>
                    <a:pt x="1499" y="286"/>
                    <a:pt x="1210"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85"/>
            <p:cNvSpPr/>
            <p:nvPr/>
          </p:nvSpPr>
          <p:spPr>
            <a:xfrm>
              <a:off x="1462339" y="1719930"/>
              <a:ext cx="39015" cy="33445"/>
            </a:xfrm>
            <a:custGeom>
              <a:rect b="b" l="l" r="r" t="t"/>
              <a:pathLst>
                <a:path extrusionOk="0" h="1285" w="1499">
                  <a:moveTo>
                    <a:pt x="855" y="408"/>
                  </a:moveTo>
                  <a:cubicBezTo>
                    <a:pt x="975" y="408"/>
                    <a:pt x="1091" y="500"/>
                    <a:pt x="1091" y="641"/>
                  </a:cubicBezTo>
                  <a:cubicBezTo>
                    <a:pt x="1087" y="771"/>
                    <a:pt x="985" y="873"/>
                    <a:pt x="855" y="873"/>
                  </a:cubicBezTo>
                  <a:cubicBezTo>
                    <a:pt x="647" y="873"/>
                    <a:pt x="545" y="623"/>
                    <a:pt x="693" y="475"/>
                  </a:cubicBezTo>
                  <a:cubicBezTo>
                    <a:pt x="740" y="429"/>
                    <a:pt x="798" y="408"/>
                    <a:pt x="855" y="408"/>
                  </a:cubicBezTo>
                  <a:close/>
                  <a:moveTo>
                    <a:pt x="855" y="0"/>
                  </a:moveTo>
                  <a:cubicBezTo>
                    <a:pt x="285" y="0"/>
                    <a:pt x="0" y="690"/>
                    <a:pt x="401" y="1095"/>
                  </a:cubicBezTo>
                  <a:cubicBezTo>
                    <a:pt x="532" y="1226"/>
                    <a:pt x="694" y="1284"/>
                    <a:pt x="852" y="1284"/>
                  </a:cubicBezTo>
                  <a:cubicBezTo>
                    <a:pt x="1182" y="1284"/>
                    <a:pt x="1499" y="1028"/>
                    <a:pt x="1499" y="641"/>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85"/>
            <p:cNvSpPr/>
            <p:nvPr/>
          </p:nvSpPr>
          <p:spPr>
            <a:xfrm>
              <a:off x="1462339" y="1771126"/>
              <a:ext cx="39015" cy="33445"/>
            </a:xfrm>
            <a:custGeom>
              <a:rect b="b" l="l" r="r" t="t"/>
              <a:pathLst>
                <a:path extrusionOk="0" h="1285" w="1499">
                  <a:moveTo>
                    <a:pt x="855" y="410"/>
                  </a:moveTo>
                  <a:cubicBezTo>
                    <a:pt x="975" y="410"/>
                    <a:pt x="1091" y="503"/>
                    <a:pt x="1091" y="644"/>
                  </a:cubicBezTo>
                  <a:cubicBezTo>
                    <a:pt x="1087" y="771"/>
                    <a:pt x="985" y="876"/>
                    <a:pt x="855" y="876"/>
                  </a:cubicBezTo>
                  <a:cubicBezTo>
                    <a:pt x="647" y="876"/>
                    <a:pt x="545" y="626"/>
                    <a:pt x="693" y="479"/>
                  </a:cubicBezTo>
                  <a:cubicBezTo>
                    <a:pt x="740" y="431"/>
                    <a:pt x="798" y="410"/>
                    <a:pt x="855" y="410"/>
                  </a:cubicBezTo>
                  <a:close/>
                  <a:moveTo>
                    <a:pt x="855" y="0"/>
                  </a:moveTo>
                  <a:cubicBezTo>
                    <a:pt x="285" y="0"/>
                    <a:pt x="0" y="693"/>
                    <a:pt x="401" y="1094"/>
                  </a:cubicBezTo>
                  <a:cubicBezTo>
                    <a:pt x="532" y="1226"/>
                    <a:pt x="694" y="1284"/>
                    <a:pt x="852" y="1284"/>
                  </a:cubicBezTo>
                  <a:cubicBezTo>
                    <a:pt x="1182" y="1284"/>
                    <a:pt x="1499" y="1029"/>
                    <a:pt x="1499" y="644"/>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85"/>
            <p:cNvSpPr/>
            <p:nvPr/>
          </p:nvSpPr>
          <p:spPr>
            <a:xfrm>
              <a:off x="1511687" y="1668734"/>
              <a:ext cx="63663" cy="10645"/>
            </a:xfrm>
            <a:custGeom>
              <a:rect b="b" l="l" r="r" t="t"/>
              <a:pathLst>
                <a:path extrusionOk="0" h="409" w="2446">
                  <a:moveTo>
                    <a:pt x="271" y="1"/>
                  </a:moveTo>
                  <a:cubicBezTo>
                    <a:pt x="1" y="1"/>
                    <a:pt x="1" y="409"/>
                    <a:pt x="271" y="409"/>
                  </a:cubicBezTo>
                  <a:lnTo>
                    <a:pt x="2238" y="409"/>
                  </a:lnTo>
                  <a:cubicBezTo>
                    <a:pt x="2354" y="409"/>
                    <a:pt x="2446" y="317"/>
                    <a:pt x="2446" y="205"/>
                  </a:cubicBezTo>
                  <a:cubicBezTo>
                    <a:pt x="2446" y="92"/>
                    <a:pt x="2354" y="1"/>
                    <a:pt x="2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85"/>
            <p:cNvSpPr/>
            <p:nvPr/>
          </p:nvSpPr>
          <p:spPr>
            <a:xfrm>
              <a:off x="1511687" y="169145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85"/>
            <p:cNvSpPr/>
            <p:nvPr/>
          </p:nvSpPr>
          <p:spPr>
            <a:xfrm>
              <a:off x="1511687" y="1719930"/>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85"/>
            <p:cNvSpPr/>
            <p:nvPr/>
          </p:nvSpPr>
          <p:spPr>
            <a:xfrm>
              <a:off x="1511687" y="1742626"/>
              <a:ext cx="103511" cy="10671"/>
            </a:xfrm>
            <a:custGeom>
              <a:rect b="b" l="l" r="r" t="t"/>
              <a:pathLst>
                <a:path extrusionOk="0" h="410" w="3977">
                  <a:moveTo>
                    <a:pt x="271" y="1"/>
                  </a:moveTo>
                  <a:cubicBezTo>
                    <a:pt x="1" y="1"/>
                    <a:pt x="1" y="409"/>
                    <a:pt x="271" y="409"/>
                  </a:cubicBezTo>
                  <a:lnTo>
                    <a:pt x="3769" y="409"/>
                  </a:lnTo>
                  <a:cubicBezTo>
                    <a:pt x="3885" y="409"/>
                    <a:pt x="3976" y="318"/>
                    <a:pt x="3976" y="205"/>
                  </a:cubicBezTo>
                  <a:cubicBezTo>
                    <a:pt x="3976" y="92"/>
                    <a:pt x="3885" y="1"/>
                    <a:pt x="3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85"/>
            <p:cNvSpPr/>
            <p:nvPr/>
          </p:nvSpPr>
          <p:spPr>
            <a:xfrm>
              <a:off x="1511687" y="1771126"/>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85"/>
            <p:cNvSpPr/>
            <p:nvPr/>
          </p:nvSpPr>
          <p:spPr>
            <a:xfrm>
              <a:off x="1511687" y="179392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85"/>
            <p:cNvSpPr/>
            <p:nvPr/>
          </p:nvSpPr>
          <p:spPr>
            <a:xfrm>
              <a:off x="1511687" y="1583390"/>
              <a:ext cx="103511" cy="10645"/>
            </a:xfrm>
            <a:custGeom>
              <a:rect b="b" l="l" r="r" t="t"/>
              <a:pathLst>
                <a:path extrusionOk="0" h="409" w="3977">
                  <a:moveTo>
                    <a:pt x="3775" y="0"/>
                  </a:moveTo>
                  <a:cubicBezTo>
                    <a:pt x="3773" y="0"/>
                    <a:pt x="3771" y="0"/>
                    <a:pt x="3769" y="0"/>
                  </a:cubicBezTo>
                  <a:lnTo>
                    <a:pt x="271" y="0"/>
                  </a:lnTo>
                  <a:cubicBezTo>
                    <a:pt x="1" y="0"/>
                    <a:pt x="1" y="408"/>
                    <a:pt x="271" y="408"/>
                  </a:cubicBezTo>
                  <a:lnTo>
                    <a:pt x="3769" y="408"/>
                  </a:lnTo>
                  <a:cubicBezTo>
                    <a:pt x="3885" y="408"/>
                    <a:pt x="3976" y="317"/>
                    <a:pt x="3976" y="204"/>
                  </a:cubicBezTo>
                  <a:cubicBezTo>
                    <a:pt x="3976" y="94"/>
                    <a:pt x="3888"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85"/>
            <p:cNvSpPr/>
            <p:nvPr/>
          </p:nvSpPr>
          <p:spPr>
            <a:xfrm>
              <a:off x="1466165" y="1634586"/>
              <a:ext cx="149033" cy="10645"/>
            </a:xfrm>
            <a:custGeom>
              <a:rect b="b" l="l" r="r" t="t"/>
              <a:pathLst>
                <a:path extrusionOk="0" h="409" w="5726">
                  <a:moveTo>
                    <a:pt x="272" y="0"/>
                  </a:moveTo>
                  <a:cubicBezTo>
                    <a:pt x="1" y="0"/>
                    <a:pt x="1" y="408"/>
                    <a:pt x="272" y="408"/>
                  </a:cubicBezTo>
                  <a:lnTo>
                    <a:pt x="5521" y="408"/>
                  </a:lnTo>
                  <a:cubicBezTo>
                    <a:pt x="5634" y="408"/>
                    <a:pt x="5725" y="317"/>
                    <a:pt x="5725" y="204"/>
                  </a:cubicBezTo>
                  <a:cubicBezTo>
                    <a:pt x="5725" y="92"/>
                    <a:pt x="5634" y="0"/>
                    <a:pt x="5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85"/>
            <p:cNvSpPr/>
            <p:nvPr/>
          </p:nvSpPr>
          <p:spPr>
            <a:xfrm>
              <a:off x="1511687" y="1606086"/>
              <a:ext cx="29515" cy="10671"/>
            </a:xfrm>
            <a:custGeom>
              <a:rect b="b" l="l" r="r" t="t"/>
              <a:pathLst>
                <a:path extrusionOk="0" h="410" w="1134">
                  <a:moveTo>
                    <a:pt x="271" y="1"/>
                  </a:moveTo>
                  <a:cubicBezTo>
                    <a:pt x="1" y="1"/>
                    <a:pt x="1" y="409"/>
                    <a:pt x="271"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85"/>
            <p:cNvSpPr/>
            <p:nvPr/>
          </p:nvSpPr>
          <p:spPr>
            <a:xfrm>
              <a:off x="1551535" y="1606086"/>
              <a:ext cx="29515" cy="10671"/>
            </a:xfrm>
            <a:custGeom>
              <a:rect b="b" l="l" r="r" t="t"/>
              <a:pathLst>
                <a:path extrusionOk="0" h="410" w="1134">
                  <a:moveTo>
                    <a:pt x="275" y="1"/>
                  </a:moveTo>
                  <a:cubicBezTo>
                    <a:pt x="0" y="1"/>
                    <a:pt x="0" y="409"/>
                    <a:pt x="275"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85"/>
            <p:cNvSpPr/>
            <p:nvPr/>
          </p:nvSpPr>
          <p:spPr>
            <a:xfrm>
              <a:off x="1467908" y="1583286"/>
              <a:ext cx="33445" cy="33471"/>
            </a:xfrm>
            <a:custGeom>
              <a:rect b="b" l="l" r="r" t="t"/>
              <a:pathLst>
                <a:path extrusionOk="0" h="1286" w="1285">
                  <a:moveTo>
                    <a:pt x="877" y="412"/>
                  </a:moveTo>
                  <a:lnTo>
                    <a:pt x="877" y="877"/>
                  </a:lnTo>
                  <a:lnTo>
                    <a:pt x="409" y="877"/>
                  </a:lnTo>
                  <a:lnTo>
                    <a:pt x="409" y="412"/>
                  </a:lnTo>
                  <a:close/>
                  <a:moveTo>
                    <a:pt x="205" y="1"/>
                  </a:moveTo>
                  <a:cubicBezTo>
                    <a:pt x="92" y="4"/>
                    <a:pt x="1" y="96"/>
                    <a:pt x="1" y="208"/>
                  </a:cubicBezTo>
                  <a:lnTo>
                    <a:pt x="1" y="1081"/>
                  </a:lnTo>
                  <a:cubicBezTo>
                    <a:pt x="1" y="1194"/>
                    <a:pt x="92" y="1285"/>
                    <a:pt x="205" y="1285"/>
                  </a:cubicBezTo>
                  <a:lnTo>
                    <a:pt x="1081" y="1285"/>
                  </a:lnTo>
                  <a:cubicBezTo>
                    <a:pt x="1193" y="1285"/>
                    <a:pt x="1285" y="1194"/>
                    <a:pt x="1285" y="1081"/>
                  </a:cubicBezTo>
                  <a:lnTo>
                    <a:pt x="1285" y="208"/>
                  </a:lnTo>
                  <a:cubicBezTo>
                    <a:pt x="1285" y="96"/>
                    <a:pt x="1193" y="1"/>
                    <a:pt x="10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0" name="Google Shape;17220;p85"/>
          <p:cNvGrpSpPr/>
          <p:nvPr/>
        </p:nvGrpSpPr>
        <p:grpSpPr>
          <a:xfrm>
            <a:off x="2269399" y="1990746"/>
            <a:ext cx="392260" cy="356160"/>
            <a:chOff x="2269399" y="1990746"/>
            <a:chExt cx="392260" cy="356160"/>
          </a:xfrm>
        </p:grpSpPr>
        <p:sp>
          <p:nvSpPr>
            <p:cNvPr id="17221" name="Google Shape;17221;p85"/>
            <p:cNvSpPr/>
            <p:nvPr/>
          </p:nvSpPr>
          <p:spPr>
            <a:xfrm>
              <a:off x="2340376" y="2040823"/>
              <a:ext cx="255798" cy="255876"/>
            </a:xfrm>
            <a:custGeom>
              <a:rect b="b" l="l" r="r" t="t"/>
              <a:pathLst>
                <a:path extrusionOk="0" h="9831" w="9828">
                  <a:moveTo>
                    <a:pt x="4912" y="0"/>
                  </a:moveTo>
                  <a:cubicBezTo>
                    <a:pt x="2199" y="0"/>
                    <a:pt x="0" y="2203"/>
                    <a:pt x="0" y="4915"/>
                  </a:cubicBezTo>
                  <a:cubicBezTo>
                    <a:pt x="0" y="7628"/>
                    <a:pt x="2199" y="9831"/>
                    <a:pt x="4912" y="9831"/>
                  </a:cubicBezTo>
                  <a:cubicBezTo>
                    <a:pt x="7628" y="9831"/>
                    <a:pt x="9827" y="7628"/>
                    <a:pt x="9827" y="4915"/>
                  </a:cubicBezTo>
                  <a:cubicBezTo>
                    <a:pt x="9827" y="2203"/>
                    <a:pt x="7628" y="0"/>
                    <a:pt x="49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85"/>
            <p:cNvSpPr/>
            <p:nvPr/>
          </p:nvSpPr>
          <p:spPr>
            <a:xfrm>
              <a:off x="2393212" y="2042176"/>
              <a:ext cx="202598" cy="252519"/>
            </a:xfrm>
            <a:custGeom>
              <a:rect b="b" l="l" r="r" t="t"/>
              <a:pathLst>
                <a:path extrusionOk="0" h="9702" w="7784">
                  <a:moveTo>
                    <a:pt x="3596" y="1"/>
                  </a:moveTo>
                  <a:lnTo>
                    <a:pt x="3603" y="8"/>
                  </a:lnTo>
                  <a:lnTo>
                    <a:pt x="3931" y="409"/>
                  </a:lnTo>
                  <a:cubicBezTo>
                    <a:pt x="3969" y="458"/>
                    <a:pt x="3980" y="525"/>
                    <a:pt x="3955" y="581"/>
                  </a:cubicBezTo>
                  <a:lnTo>
                    <a:pt x="3674" y="1243"/>
                  </a:lnTo>
                  <a:lnTo>
                    <a:pt x="3311" y="592"/>
                  </a:lnTo>
                  <a:lnTo>
                    <a:pt x="2671" y="592"/>
                  </a:lnTo>
                  <a:lnTo>
                    <a:pt x="2221" y="1450"/>
                  </a:lnTo>
                  <a:cubicBezTo>
                    <a:pt x="2157" y="1574"/>
                    <a:pt x="2238" y="1721"/>
                    <a:pt x="2375" y="1732"/>
                  </a:cubicBezTo>
                  <a:lnTo>
                    <a:pt x="2734" y="1760"/>
                  </a:lnTo>
                  <a:lnTo>
                    <a:pt x="3023" y="1348"/>
                  </a:lnTo>
                  <a:lnTo>
                    <a:pt x="3318" y="1718"/>
                  </a:lnTo>
                  <a:lnTo>
                    <a:pt x="3237" y="2295"/>
                  </a:lnTo>
                  <a:lnTo>
                    <a:pt x="2474" y="2407"/>
                  </a:lnTo>
                  <a:lnTo>
                    <a:pt x="1682" y="2984"/>
                  </a:lnTo>
                  <a:lnTo>
                    <a:pt x="1591" y="3375"/>
                  </a:lnTo>
                  <a:cubicBezTo>
                    <a:pt x="1571" y="3453"/>
                    <a:pt x="1501" y="3506"/>
                    <a:pt x="1425" y="3506"/>
                  </a:cubicBezTo>
                  <a:cubicBezTo>
                    <a:pt x="1418" y="3506"/>
                    <a:pt x="1411" y="3506"/>
                    <a:pt x="1404" y="3505"/>
                  </a:cubicBezTo>
                  <a:lnTo>
                    <a:pt x="1109" y="3466"/>
                  </a:lnTo>
                  <a:cubicBezTo>
                    <a:pt x="1103" y="3466"/>
                    <a:pt x="1098" y="3466"/>
                    <a:pt x="1092" y="3466"/>
                  </a:cubicBezTo>
                  <a:cubicBezTo>
                    <a:pt x="1021" y="3466"/>
                    <a:pt x="955" y="3507"/>
                    <a:pt x="929" y="3576"/>
                  </a:cubicBezTo>
                  <a:lnTo>
                    <a:pt x="764" y="4019"/>
                  </a:lnTo>
                  <a:cubicBezTo>
                    <a:pt x="732" y="4110"/>
                    <a:pt x="782" y="4209"/>
                    <a:pt x="877" y="4237"/>
                  </a:cubicBezTo>
                  <a:lnTo>
                    <a:pt x="1415" y="4392"/>
                  </a:lnTo>
                  <a:lnTo>
                    <a:pt x="1724" y="3702"/>
                  </a:lnTo>
                  <a:cubicBezTo>
                    <a:pt x="1763" y="3614"/>
                    <a:pt x="1841" y="3547"/>
                    <a:pt x="1932" y="3519"/>
                  </a:cubicBezTo>
                  <a:lnTo>
                    <a:pt x="2805" y="3241"/>
                  </a:lnTo>
                  <a:lnTo>
                    <a:pt x="3526" y="3790"/>
                  </a:lnTo>
                  <a:lnTo>
                    <a:pt x="3909" y="3628"/>
                  </a:lnTo>
                  <a:lnTo>
                    <a:pt x="4159" y="3910"/>
                  </a:lnTo>
                  <a:lnTo>
                    <a:pt x="4680" y="3868"/>
                  </a:lnTo>
                  <a:cubicBezTo>
                    <a:pt x="4685" y="3867"/>
                    <a:pt x="4690" y="3867"/>
                    <a:pt x="4694" y="3867"/>
                  </a:cubicBezTo>
                  <a:cubicBezTo>
                    <a:pt x="4773" y="3867"/>
                    <a:pt x="4843" y="3922"/>
                    <a:pt x="4859" y="4001"/>
                  </a:cubicBezTo>
                  <a:lnTo>
                    <a:pt x="4881" y="4117"/>
                  </a:lnTo>
                  <a:cubicBezTo>
                    <a:pt x="4923" y="4314"/>
                    <a:pt x="4779" y="4504"/>
                    <a:pt x="4574" y="4518"/>
                  </a:cubicBezTo>
                  <a:lnTo>
                    <a:pt x="3719" y="4589"/>
                  </a:lnTo>
                  <a:cubicBezTo>
                    <a:pt x="3621" y="4596"/>
                    <a:pt x="3558" y="4691"/>
                    <a:pt x="3586" y="4786"/>
                  </a:cubicBezTo>
                  <a:cubicBezTo>
                    <a:pt x="3616" y="4889"/>
                    <a:pt x="3537" y="4984"/>
                    <a:pt x="3438" y="4984"/>
                  </a:cubicBezTo>
                  <a:cubicBezTo>
                    <a:pt x="3422" y="4984"/>
                    <a:pt x="3405" y="4981"/>
                    <a:pt x="3389" y="4976"/>
                  </a:cubicBezTo>
                  <a:lnTo>
                    <a:pt x="2752" y="4765"/>
                  </a:lnTo>
                  <a:cubicBezTo>
                    <a:pt x="2667" y="4737"/>
                    <a:pt x="2604" y="4663"/>
                    <a:pt x="2590" y="4575"/>
                  </a:cubicBezTo>
                  <a:cubicBezTo>
                    <a:pt x="2572" y="4455"/>
                    <a:pt x="2467" y="4371"/>
                    <a:pt x="2347" y="4371"/>
                  </a:cubicBezTo>
                  <a:lnTo>
                    <a:pt x="1415" y="4395"/>
                  </a:lnTo>
                  <a:lnTo>
                    <a:pt x="901" y="4621"/>
                  </a:lnTo>
                  <a:cubicBezTo>
                    <a:pt x="782" y="4673"/>
                    <a:pt x="704" y="4789"/>
                    <a:pt x="701" y="4916"/>
                  </a:cubicBezTo>
                  <a:lnTo>
                    <a:pt x="694" y="5085"/>
                  </a:lnTo>
                  <a:lnTo>
                    <a:pt x="85" y="5782"/>
                  </a:lnTo>
                  <a:cubicBezTo>
                    <a:pt x="32" y="5845"/>
                    <a:pt x="0" y="5922"/>
                    <a:pt x="0" y="6007"/>
                  </a:cubicBezTo>
                  <a:lnTo>
                    <a:pt x="0" y="6749"/>
                  </a:lnTo>
                  <a:cubicBezTo>
                    <a:pt x="0" y="6886"/>
                    <a:pt x="57" y="7020"/>
                    <a:pt x="155" y="7115"/>
                  </a:cubicBezTo>
                  <a:lnTo>
                    <a:pt x="690" y="7629"/>
                  </a:lnTo>
                  <a:cubicBezTo>
                    <a:pt x="775" y="7710"/>
                    <a:pt x="884" y="7759"/>
                    <a:pt x="1000" y="7770"/>
                  </a:cubicBezTo>
                  <a:lnTo>
                    <a:pt x="2780" y="7924"/>
                  </a:lnTo>
                  <a:lnTo>
                    <a:pt x="2748" y="8181"/>
                  </a:lnTo>
                  <a:cubicBezTo>
                    <a:pt x="2734" y="8301"/>
                    <a:pt x="2784" y="8420"/>
                    <a:pt x="2882" y="8494"/>
                  </a:cubicBezTo>
                  <a:lnTo>
                    <a:pt x="3273" y="8786"/>
                  </a:lnTo>
                  <a:lnTo>
                    <a:pt x="3213" y="8980"/>
                  </a:lnTo>
                  <a:cubicBezTo>
                    <a:pt x="3171" y="9110"/>
                    <a:pt x="3213" y="9251"/>
                    <a:pt x="3318" y="9339"/>
                  </a:cubicBezTo>
                  <a:lnTo>
                    <a:pt x="3730" y="9701"/>
                  </a:lnTo>
                  <a:lnTo>
                    <a:pt x="4919" y="9321"/>
                  </a:lnTo>
                  <a:lnTo>
                    <a:pt x="5560" y="8558"/>
                  </a:lnTo>
                  <a:cubicBezTo>
                    <a:pt x="5662" y="8435"/>
                    <a:pt x="5750" y="8294"/>
                    <a:pt x="5813" y="8142"/>
                  </a:cubicBezTo>
                  <a:lnTo>
                    <a:pt x="6731" y="6017"/>
                  </a:lnTo>
                  <a:lnTo>
                    <a:pt x="6147" y="6063"/>
                  </a:lnTo>
                  <a:cubicBezTo>
                    <a:pt x="6147" y="6063"/>
                    <a:pt x="6147" y="6063"/>
                    <a:pt x="6146" y="6063"/>
                  </a:cubicBezTo>
                  <a:cubicBezTo>
                    <a:pt x="6040" y="6063"/>
                    <a:pt x="7009" y="4733"/>
                    <a:pt x="6939" y="4649"/>
                  </a:cubicBezTo>
                  <a:lnTo>
                    <a:pt x="6728" y="4223"/>
                  </a:lnTo>
                  <a:lnTo>
                    <a:pt x="7154" y="4008"/>
                  </a:lnTo>
                  <a:lnTo>
                    <a:pt x="7783" y="4452"/>
                  </a:lnTo>
                  <a:cubicBezTo>
                    <a:pt x="7590" y="2175"/>
                    <a:pt x="5855" y="332"/>
                    <a:pt x="359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85"/>
            <p:cNvSpPr/>
            <p:nvPr/>
          </p:nvSpPr>
          <p:spPr>
            <a:xfrm>
              <a:off x="2314999" y="2043478"/>
              <a:ext cx="243357" cy="253248"/>
            </a:xfrm>
            <a:custGeom>
              <a:rect b="b" l="l" r="r" t="t"/>
              <a:pathLst>
                <a:path extrusionOk="0" h="9730" w="9350">
                  <a:moveTo>
                    <a:pt x="4884" y="0"/>
                  </a:moveTo>
                  <a:lnTo>
                    <a:pt x="4884" y="0"/>
                  </a:lnTo>
                  <a:cubicBezTo>
                    <a:pt x="1668" y="672"/>
                    <a:pt x="1" y="4247"/>
                    <a:pt x="1559" y="7143"/>
                  </a:cubicBezTo>
                  <a:cubicBezTo>
                    <a:pt x="2295" y="8508"/>
                    <a:pt x="3628" y="9447"/>
                    <a:pt x="5162" y="9676"/>
                  </a:cubicBezTo>
                  <a:cubicBezTo>
                    <a:pt x="5404" y="9712"/>
                    <a:pt x="5646" y="9729"/>
                    <a:pt x="5886" y="9729"/>
                  </a:cubicBezTo>
                  <a:cubicBezTo>
                    <a:pt x="7174" y="9729"/>
                    <a:pt x="8421" y="9223"/>
                    <a:pt x="9349" y="8304"/>
                  </a:cubicBezTo>
                  <a:lnTo>
                    <a:pt x="9349" y="8304"/>
                  </a:lnTo>
                  <a:cubicBezTo>
                    <a:pt x="9019" y="8370"/>
                    <a:pt x="8684" y="8406"/>
                    <a:pt x="8346" y="8406"/>
                  </a:cubicBezTo>
                  <a:cubicBezTo>
                    <a:pt x="6355" y="8406"/>
                    <a:pt x="4561" y="7202"/>
                    <a:pt x="3801" y="5362"/>
                  </a:cubicBezTo>
                  <a:cubicBezTo>
                    <a:pt x="3044" y="3522"/>
                    <a:pt x="3470" y="1404"/>
                    <a:pt x="488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85"/>
            <p:cNvSpPr/>
            <p:nvPr/>
          </p:nvSpPr>
          <p:spPr>
            <a:xfrm>
              <a:off x="2393212" y="2174969"/>
              <a:ext cx="146925" cy="119726"/>
            </a:xfrm>
            <a:custGeom>
              <a:rect b="b" l="l" r="r" t="t"/>
              <a:pathLst>
                <a:path extrusionOk="0" h="4600" w="5645">
                  <a:moveTo>
                    <a:pt x="680" y="1"/>
                  </a:moveTo>
                  <a:lnTo>
                    <a:pt x="85" y="680"/>
                  </a:lnTo>
                  <a:cubicBezTo>
                    <a:pt x="32" y="739"/>
                    <a:pt x="0" y="820"/>
                    <a:pt x="0" y="901"/>
                  </a:cubicBezTo>
                  <a:lnTo>
                    <a:pt x="0" y="1647"/>
                  </a:lnTo>
                  <a:cubicBezTo>
                    <a:pt x="0" y="1784"/>
                    <a:pt x="57" y="1918"/>
                    <a:pt x="155" y="2013"/>
                  </a:cubicBezTo>
                  <a:lnTo>
                    <a:pt x="690" y="2530"/>
                  </a:lnTo>
                  <a:cubicBezTo>
                    <a:pt x="775" y="2611"/>
                    <a:pt x="884" y="2661"/>
                    <a:pt x="1000" y="2671"/>
                  </a:cubicBezTo>
                  <a:lnTo>
                    <a:pt x="2601" y="2808"/>
                  </a:lnTo>
                  <a:cubicBezTo>
                    <a:pt x="2699" y="2815"/>
                    <a:pt x="2773" y="2907"/>
                    <a:pt x="2759" y="3005"/>
                  </a:cubicBezTo>
                  <a:lnTo>
                    <a:pt x="2752" y="3079"/>
                  </a:lnTo>
                  <a:cubicBezTo>
                    <a:pt x="2734" y="3199"/>
                    <a:pt x="2787" y="3318"/>
                    <a:pt x="2882" y="3392"/>
                  </a:cubicBezTo>
                  <a:lnTo>
                    <a:pt x="3276" y="3684"/>
                  </a:lnTo>
                  <a:lnTo>
                    <a:pt x="3213" y="3881"/>
                  </a:lnTo>
                  <a:cubicBezTo>
                    <a:pt x="3174" y="4012"/>
                    <a:pt x="3216" y="4152"/>
                    <a:pt x="3318" y="4240"/>
                  </a:cubicBezTo>
                  <a:lnTo>
                    <a:pt x="3737" y="4599"/>
                  </a:lnTo>
                  <a:lnTo>
                    <a:pt x="3744" y="4599"/>
                  </a:lnTo>
                  <a:cubicBezTo>
                    <a:pt x="4040" y="4546"/>
                    <a:pt x="4328" y="4465"/>
                    <a:pt x="4610" y="4363"/>
                  </a:cubicBezTo>
                  <a:lnTo>
                    <a:pt x="4677" y="4335"/>
                  </a:lnTo>
                  <a:cubicBezTo>
                    <a:pt x="4736" y="4311"/>
                    <a:pt x="4796" y="4286"/>
                    <a:pt x="4856" y="4261"/>
                  </a:cubicBezTo>
                  <a:lnTo>
                    <a:pt x="4912" y="4237"/>
                  </a:lnTo>
                  <a:lnTo>
                    <a:pt x="5560" y="3459"/>
                  </a:lnTo>
                  <a:cubicBezTo>
                    <a:pt x="5591" y="3424"/>
                    <a:pt x="5616" y="3382"/>
                    <a:pt x="5644" y="3343"/>
                  </a:cubicBezTo>
                  <a:lnTo>
                    <a:pt x="5644" y="3343"/>
                  </a:lnTo>
                  <a:cubicBezTo>
                    <a:pt x="5549" y="3350"/>
                    <a:pt x="5444" y="3354"/>
                    <a:pt x="5341" y="3354"/>
                  </a:cubicBezTo>
                  <a:cubicBezTo>
                    <a:pt x="3227" y="3354"/>
                    <a:pt x="1352" y="2003"/>
                    <a:pt x="680"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85"/>
            <p:cNvSpPr/>
            <p:nvPr/>
          </p:nvSpPr>
          <p:spPr>
            <a:xfrm>
              <a:off x="2320700" y="2089651"/>
              <a:ext cx="340960" cy="257256"/>
            </a:xfrm>
            <a:custGeom>
              <a:rect b="b" l="l" r="r" t="t"/>
              <a:pathLst>
                <a:path extrusionOk="0" h="9884" w="13100">
                  <a:moveTo>
                    <a:pt x="11678" y="1"/>
                  </a:moveTo>
                  <a:cubicBezTo>
                    <a:pt x="11549" y="1"/>
                    <a:pt x="11420" y="124"/>
                    <a:pt x="11488" y="281"/>
                  </a:cubicBezTo>
                  <a:cubicBezTo>
                    <a:pt x="12666" y="2765"/>
                    <a:pt x="12135" y="5724"/>
                    <a:pt x="10165" y="7645"/>
                  </a:cubicBezTo>
                  <a:cubicBezTo>
                    <a:pt x="8934" y="8849"/>
                    <a:pt x="7310" y="9479"/>
                    <a:pt x="5666" y="9479"/>
                  </a:cubicBezTo>
                  <a:cubicBezTo>
                    <a:pt x="4682" y="9479"/>
                    <a:pt x="3691" y="9254"/>
                    <a:pt x="2772" y="8792"/>
                  </a:cubicBezTo>
                  <a:cubicBezTo>
                    <a:pt x="2012" y="8405"/>
                    <a:pt x="1340" y="7877"/>
                    <a:pt x="784" y="7233"/>
                  </a:cubicBezTo>
                  <a:lnTo>
                    <a:pt x="784" y="7233"/>
                  </a:lnTo>
                  <a:lnTo>
                    <a:pt x="1576" y="7497"/>
                  </a:lnTo>
                  <a:cubicBezTo>
                    <a:pt x="1601" y="7507"/>
                    <a:pt x="1626" y="7511"/>
                    <a:pt x="1651" y="7511"/>
                  </a:cubicBezTo>
                  <a:cubicBezTo>
                    <a:pt x="1735" y="7511"/>
                    <a:pt x="1813" y="7458"/>
                    <a:pt x="1840" y="7374"/>
                  </a:cubicBezTo>
                  <a:cubicBezTo>
                    <a:pt x="1875" y="7265"/>
                    <a:pt x="1815" y="7149"/>
                    <a:pt x="1703" y="7117"/>
                  </a:cubicBezTo>
                  <a:lnTo>
                    <a:pt x="281" y="6646"/>
                  </a:lnTo>
                  <a:cubicBezTo>
                    <a:pt x="259" y="6638"/>
                    <a:pt x="237" y="6634"/>
                    <a:pt x="216" y="6634"/>
                  </a:cubicBezTo>
                  <a:cubicBezTo>
                    <a:pt x="100" y="6634"/>
                    <a:pt x="0" y="6739"/>
                    <a:pt x="21" y="6864"/>
                  </a:cubicBezTo>
                  <a:lnTo>
                    <a:pt x="257" y="8525"/>
                  </a:lnTo>
                  <a:cubicBezTo>
                    <a:pt x="271" y="8623"/>
                    <a:pt x="355" y="8693"/>
                    <a:pt x="454" y="8697"/>
                  </a:cubicBezTo>
                  <a:lnTo>
                    <a:pt x="482" y="8697"/>
                  </a:lnTo>
                  <a:cubicBezTo>
                    <a:pt x="594" y="8679"/>
                    <a:pt x="668" y="8577"/>
                    <a:pt x="654" y="8468"/>
                  </a:cubicBezTo>
                  <a:lnTo>
                    <a:pt x="521" y="7543"/>
                  </a:lnTo>
                  <a:lnTo>
                    <a:pt x="521" y="7543"/>
                  </a:lnTo>
                  <a:cubicBezTo>
                    <a:pt x="1101" y="8208"/>
                    <a:pt x="1805" y="8753"/>
                    <a:pt x="2593" y="9151"/>
                  </a:cubicBezTo>
                  <a:cubicBezTo>
                    <a:pt x="3569" y="9643"/>
                    <a:pt x="4622" y="9883"/>
                    <a:pt x="5667" y="9883"/>
                  </a:cubicBezTo>
                  <a:cubicBezTo>
                    <a:pt x="7414" y="9883"/>
                    <a:pt x="9139" y="9214"/>
                    <a:pt x="10446" y="7937"/>
                  </a:cubicBezTo>
                  <a:cubicBezTo>
                    <a:pt x="12536" y="5896"/>
                    <a:pt x="13099" y="2754"/>
                    <a:pt x="11850" y="115"/>
                  </a:cubicBezTo>
                  <a:lnTo>
                    <a:pt x="11850" y="108"/>
                  </a:lnTo>
                  <a:cubicBezTo>
                    <a:pt x="11810" y="33"/>
                    <a:pt x="11744" y="1"/>
                    <a:pt x="11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85"/>
            <p:cNvSpPr/>
            <p:nvPr/>
          </p:nvSpPr>
          <p:spPr>
            <a:xfrm>
              <a:off x="2269399" y="1990746"/>
              <a:ext cx="346452" cy="257386"/>
            </a:xfrm>
            <a:custGeom>
              <a:rect b="b" l="l" r="r" t="t"/>
              <a:pathLst>
                <a:path extrusionOk="0" h="9889" w="13311">
                  <a:moveTo>
                    <a:pt x="7641" y="1"/>
                  </a:moveTo>
                  <a:cubicBezTo>
                    <a:pt x="6347" y="1"/>
                    <a:pt x="5043" y="367"/>
                    <a:pt x="3892" y="1122"/>
                  </a:cubicBezTo>
                  <a:cubicBezTo>
                    <a:pt x="1038" y="2994"/>
                    <a:pt x="0" y="6681"/>
                    <a:pt x="1461" y="9767"/>
                  </a:cubicBezTo>
                  <a:cubicBezTo>
                    <a:pt x="1494" y="9843"/>
                    <a:pt x="1568" y="9889"/>
                    <a:pt x="1645" y="9889"/>
                  </a:cubicBezTo>
                  <a:cubicBezTo>
                    <a:pt x="1674" y="9889"/>
                    <a:pt x="1704" y="9882"/>
                    <a:pt x="1732" y="9869"/>
                  </a:cubicBezTo>
                  <a:cubicBezTo>
                    <a:pt x="1837" y="9819"/>
                    <a:pt x="1876" y="9696"/>
                    <a:pt x="1823" y="9594"/>
                  </a:cubicBezTo>
                  <a:cubicBezTo>
                    <a:pt x="1415" y="8736"/>
                    <a:pt x="1200" y="7793"/>
                    <a:pt x="1204" y="6839"/>
                  </a:cubicBezTo>
                  <a:cubicBezTo>
                    <a:pt x="1204" y="4148"/>
                    <a:pt x="2879" y="1738"/>
                    <a:pt x="5405" y="802"/>
                  </a:cubicBezTo>
                  <a:cubicBezTo>
                    <a:pt x="6134" y="531"/>
                    <a:pt x="6890" y="400"/>
                    <a:pt x="7639" y="400"/>
                  </a:cubicBezTo>
                  <a:cubicBezTo>
                    <a:pt x="9480" y="400"/>
                    <a:pt x="11277" y="1192"/>
                    <a:pt x="12523" y="2645"/>
                  </a:cubicBezTo>
                  <a:lnTo>
                    <a:pt x="11731" y="2381"/>
                  </a:lnTo>
                  <a:cubicBezTo>
                    <a:pt x="11710" y="2376"/>
                    <a:pt x="11691" y="2373"/>
                    <a:pt x="11672" y="2373"/>
                  </a:cubicBezTo>
                  <a:cubicBezTo>
                    <a:pt x="11471" y="2373"/>
                    <a:pt x="11389" y="2678"/>
                    <a:pt x="11604" y="2761"/>
                  </a:cubicBezTo>
                  <a:lnTo>
                    <a:pt x="13026" y="3236"/>
                  </a:lnTo>
                  <a:cubicBezTo>
                    <a:pt x="13048" y="3244"/>
                    <a:pt x="13071" y="3248"/>
                    <a:pt x="13093" y="3248"/>
                  </a:cubicBezTo>
                  <a:cubicBezTo>
                    <a:pt x="13211" y="3248"/>
                    <a:pt x="13311" y="3142"/>
                    <a:pt x="13290" y="3015"/>
                  </a:cubicBezTo>
                  <a:lnTo>
                    <a:pt x="13054" y="1358"/>
                  </a:lnTo>
                  <a:cubicBezTo>
                    <a:pt x="13034" y="1244"/>
                    <a:pt x="12947" y="1192"/>
                    <a:pt x="12860" y="1192"/>
                  </a:cubicBezTo>
                  <a:cubicBezTo>
                    <a:pt x="12753" y="1192"/>
                    <a:pt x="12644" y="1272"/>
                    <a:pt x="12660" y="1414"/>
                  </a:cubicBezTo>
                  <a:lnTo>
                    <a:pt x="12790" y="2336"/>
                  </a:lnTo>
                  <a:cubicBezTo>
                    <a:pt x="11448" y="803"/>
                    <a:pt x="9555" y="1"/>
                    <a:pt x="7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85"/>
            <p:cNvSpPr/>
            <p:nvPr/>
          </p:nvSpPr>
          <p:spPr>
            <a:xfrm>
              <a:off x="2423534" y="2085044"/>
              <a:ext cx="16580" cy="27641"/>
            </a:xfrm>
            <a:custGeom>
              <a:rect b="b" l="l" r="r" t="t"/>
              <a:pathLst>
                <a:path extrusionOk="0" h="1062" w="637">
                  <a:moveTo>
                    <a:pt x="426" y="0"/>
                  </a:moveTo>
                  <a:cubicBezTo>
                    <a:pt x="313" y="4"/>
                    <a:pt x="225" y="95"/>
                    <a:pt x="229" y="204"/>
                  </a:cubicBezTo>
                  <a:lnTo>
                    <a:pt x="232" y="574"/>
                  </a:lnTo>
                  <a:lnTo>
                    <a:pt x="84" y="715"/>
                  </a:lnTo>
                  <a:cubicBezTo>
                    <a:pt x="4" y="792"/>
                    <a:pt x="0" y="919"/>
                    <a:pt x="77" y="1000"/>
                  </a:cubicBezTo>
                  <a:cubicBezTo>
                    <a:pt x="115" y="1041"/>
                    <a:pt x="167" y="1061"/>
                    <a:pt x="219" y="1061"/>
                  </a:cubicBezTo>
                  <a:cubicBezTo>
                    <a:pt x="269" y="1061"/>
                    <a:pt x="319" y="1043"/>
                    <a:pt x="359" y="1007"/>
                  </a:cubicBezTo>
                  <a:lnTo>
                    <a:pt x="570" y="806"/>
                  </a:lnTo>
                  <a:cubicBezTo>
                    <a:pt x="612" y="767"/>
                    <a:pt x="637" y="711"/>
                    <a:pt x="637" y="655"/>
                  </a:cubicBezTo>
                  <a:lnTo>
                    <a:pt x="630" y="197"/>
                  </a:lnTo>
                  <a:cubicBezTo>
                    <a:pt x="626" y="88"/>
                    <a:pt x="538"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85"/>
            <p:cNvSpPr/>
            <p:nvPr/>
          </p:nvSpPr>
          <p:spPr>
            <a:xfrm>
              <a:off x="2321584" y="2035279"/>
              <a:ext cx="289244" cy="266912"/>
            </a:xfrm>
            <a:custGeom>
              <a:rect b="b" l="l" r="r" t="t"/>
              <a:pathLst>
                <a:path extrusionOk="0" h="10255" w="11113">
                  <a:moveTo>
                    <a:pt x="3857" y="3932"/>
                  </a:moveTo>
                  <a:lnTo>
                    <a:pt x="4128" y="3964"/>
                  </a:lnTo>
                  <a:cubicBezTo>
                    <a:pt x="4145" y="3965"/>
                    <a:pt x="4161" y="3966"/>
                    <a:pt x="4177" y="3966"/>
                  </a:cubicBezTo>
                  <a:cubicBezTo>
                    <a:pt x="4205" y="3966"/>
                    <a:pt x="4233" y="3963"/>
                    <a:pt x="4262" y="3957"/>
                  </a:cubicBezTo>
                  <a:lnTo>
                    <a:pt x="4262" y="3957"/>
                  </a:lnTo>
                  <a:lnTo>
                    <a:pt x="4051" y="4421"/>
                  </a:lnTo>
                  <a:lnTo>
                    <a:pt x="3709" y="4323"/>
                  </a:lnTo>
                  <a:lnTo>
                    <a:pt x="3857" y="3932"/>
                  </a:lnTo>
                  <a:close/>
                  <a:moveTo>
                    <a:pt x="5194" y="3834"/>
                  </a:moveTo>
                  <a:lnTo>
                    <a:pt x="5588" y="4316"/>
                  </a:lnTo>
                  <a:lnTo>
                    <a:pt x="5546" y="4453"/>
                  </a:lnTo>
                  <a:cubicBezTo>
                    <a:pt x="5504" y="4558"/>
                    <a:pt x="5560" y="4678"/>
                    <a:pt x="5666" y="4713"/>
                  </a:cubicBezTo>
                  <a:cubicBezTo>
                    <a:pt x="5688" y="4721"/>
                    <a:pt x="5710" y="4725"/>
                    <a:pt x="5732" y="4725"/>
                  </a:cubicBezTo>
                  <a:cubicBezTo>
                    <a:pt x="5818" y="4725"/>
                    <a:pt x="5898" y="4667"/>
                    <a:pt x="5926" y="4579"/>
                  </a:cubicBezTo>
                  <a:lnTo>
                    <a:pt x="5975" y="4428"/>
                  </a:lnTo>
                  <a:cubicBezTo>
                    <a:pt x="6018" y="4308"/>
                    <a:pt x="5993" y="4175"/>
                    <a:pt x="5912" y="4076"/>
                  </a:cubicBezTo>
                  <a:lnTo>
                    <a:pt x="5806" y="3946"/>
                  </a:lnTo>
                  <a:lnTo>
                    <a:pt x="6158" y="4213"/>
                  </a:lnTo>
                  <a:cubicBezTo>
                    <a:pt x="6193" y="4241"/>
                    <a:pt x="6235" y="4255"/>
                    <a:pt x="6276" y="4255"/>
                  </a:cubicBezTo>
                  <a:cubicBezTo>
                    <a:pt x="6304" y="4255"/>
                    <a:pt x="6331" y="4249"/>
                    <a:pt x="6355" y="4238"/>
                  </a:cubicBezTo>
                  <a:lnTo>
                    <a:pt x="6609" y="4133"/>
                  </a:lnTo>
                  <a:lnTo>
                    <a:pt x="6764" y="4308"/>
                  </a:lnTo>
                  <a:cubicBezTo>
                    <a:pt x="6801" y="4352"/>
                    <a:pt x="6855" y="4377"/>
                    <a:pt x="6911" y="4377"/>
                  </a:cubicBezTo>
                  <a:cubicBezTo>
                    <a:pt x="6918" y="4377"/>
                    <a:pt x="6925" y="4376"/>
                    <a:pt x="6932" y="4375"/>
                  </a:cubicBezTo>
                  <a:lnTo>
                    <a:pt x="7425" y="4333"/>
                  </a:lnTo>
                  <a:lnTo>
                    <a:pt x="7443" y="4421"/>
                  </a:lnTo>
                  <a:cubicBezTo>
                    <a:pt x="7460" y="4506"/>
                    <a:pt x="7400" y="4583"/>
                    <a:pt x="7316" y="4586"/>
                  </a:cubicBezTo>
                  <a:lnTo>
                    <a:pt x="6461" y="4657"/>
                  </a:lnTo>
                  <a:cubicBezTo>
                    <a:pt x="6267" y="4671"/>
                    <a:pt x="6123" y="4836"/>
                    <a:pt x="6134" y="5030"/>
                  </a:cubicBezTo>
                  <a:lnTo>
                    <a:pt x="5567" y="4840"/>
                  </a:lnTo>
                  <a:cubicBezTo>
                    <a:pt x="5553" y="4836"/>
                    <a:pt x="5543" y="4822"/>
                    <a:pt x="5539" y="4808"/>
                  </a:cubicBezTo>
                  <a:cubicBezTo>
                    <a:pt x="5504" y="4593"/>
                    <a:pt x="5321" y="4435"/>
                    <a:pt x="5103" y="4435"/>
                  </a:cubicBezTo>
                  <a:lnTo>
                    <a:pt x="5092" y="4435"/>
                  </a:lnTo>
                  <a:lnTo>
                    <a:pt x="4476" y="4449"/>
                  </a:lnTo>
                  <a:lnTo>
                    <a:pt x="4656" y="4052"/>
                  </a:lnTo>
                  <a:cubicBezTo>
                    <a:pt x="4674" y="4016"/>
                    <a:pt x="4705" y="3988"/>
                    <a:pt x="4740" y="3978"/>
                  </a:cubicBezTo>
                  <a:lnTo>
                    <a:pt x="5194" y="3834"/>
                  </a:lnTo>
                  <a:close/>
                  <a:moveTo>
                    <a:pt x="9857" y="4520"/>
                  </a:moveTo>
                  <a:cubicBezTo>
                    <a:pt x="9892" y="4520"/>
                    <a:pt x="9927" y="4532"/>
                    <a:pt x="9955" y="4558"/>
                  </a:cubicBezTo>
                  <a:lnTo>
                    <a:pt x="10359" y="4956"/>
                  </a:lnTo>
                  <a:cubicBezTo>
                    <a:pt x="10363" y="5076"/>
                    <a:pt x="10363" y="5199"/>
                    <a:pt x="10359" y="5318"/>
                  </a:cubicBezTo>
                  <a:cubicBezTo>
                    <a:pt x="10310" y="6504"/>
                    <a:pt x="9818" y="7630"/>
                    <a:pt x="8977" y="8467"/>
                  </a:cubicBezTo>
                  <a:cubicBezTo>
                    <a:pt x="8850" y="8597"/>
                    <a:pt x="8716" y="8717"/>
                    <a:pt x="8572" y="8830"/>
                  </a:cubicBezTo>
                  <a:cubicBezTo>
                    <a:pt x="8646" y="8724"/>
                    <a:pt x="8709" y="8612"/>
                    <a:pt x="8758" y="8495"/>
                  </a:cubicBezTo>
                  <a:lnTo>
                    <a:pt x="9680" y="6367"/>
                  </a:lnTo>
                  <a:cubicBezTo>
                    <a:pt x="9738" y="6235"/>
                    <a:pt x="9640" y="6088"/>
                    <a:pt x="9499" y="6088"/>
                  </a:cubicBezTo>
                  <a:cubicBezTo>
                    <a:pt x="9493" y="6088"/>
                    <a:pt x="9486" y="6088"/>
                    <a:pt x="9480" y="6089"/>
                  </a:cubicBezTo>
                  <a:lnTo>
                    <a:pt x="9392" y="6092"/>
                  </a:lnTo>
                  <a:lnTo>
                    <a:pt x="9891" y="5100"/>
                  </a:lnTo>
                  <a:cubicBezTo>
                    <a:pt x="9976" y="4935"/>
                    <a:pt x="9923" y="4734"/>
                    <a:pt x="9772" y="4629"/>
                  </a:cubicBezTo>
                  <a:lnTo>
                    <a:pt x="9730" y="4601"/>
                  </a:lnTo>
                  <a:lnTo>
                    <a:pt x="9740" y="4583"/>
                  </a:lnTo>
                  <a:cubicBezTo>
                    <a:pt x="9766" y="4541"/>
                    <a:pt x="9811" y="4520"/>
                    <a:pt x="9857" y="4520"/>
                  </a:cubicBezTo>
                  <a:close/>
                  <a:moveTo>
                    <a:pt x="5635" y="1"/>
                  </a:moveTo>
                  <a:cubicBezTo>
                    <a:pt x="4318" y="1"/>
                    <a:pt x="3006" y="506"/>
                    <a:pt x="2010" y="1504"/>
                  </a:cubicBezTo>
                  <a:cubicBezTo>
                    <a:pt x="131" y="3383"/>
                    <a:pt x="1" y="6384"/>
                    <a:pt x="1707" y="8422"/>
                  </a:cubicBezTo>
                  <a:cubicBezTo>
                    <a:pt x="1752" y="8474"/>
                    <a:pt x="1806" y="8496"/>
                    <a:pt x="1858" y="8496"/>
                  </a:cubicBezTo>
                  <a:cubicBezTo>
                    <a:pt x="2006" y="8496"/>
                    <a:pt x="2142" y="8316"/>
                    <a:pt x="2017" y="8165"/>
                  </a:cubicBezTo>
                  <a:cubicBezTo>
                    <a:pt x="856" y="6782"/>
                    <a:pt x="585" y="4864"/>
                    <a:pt x="1313" y="3218"/>
                  </a:cubicBezTo>
                  <a:cubicBezTo>
                    <a:pt x="2042" y="1568"/>
                    <a:pt x="3643" y="480"/>
                    <a:pt x="5441" y="407"/>
                  </a:cubicBezTo>
                  <a:cubicBezTo>
                    <a:pt x="5506" y="404"/>
                    <a:pt x="5572" y="403"/>
                    <a:pt x="5638" y="403"/>
                  </a:cubicBezTo>
                  <a:cubicBezTo>
                    <a:pt x="5840" y="403"/>
                    <a:pt x="6044" y="415"/>
                    <a:pt x="6243" y="442"/>
                  </a:cubicBezTo>
                  <a:lnTo>
                    <a:pt x="6514" y="776"/>
                  </a:lnTo>
                  <a:lnTo>
                    <a:pt x="6401" y="1040"/>
                  </a:lnTo>
                  <a:lnTo>
                    <a:pt x="6239" y="744"/>
                  </a:lnTo>
                  <a:cubicBezTo>
                    <a:pt x="6201" y="681"/>
                    <a:pt x="6134" y="642"/>
                    <a:pt x="6063" y="642"/>
                  </a:cubicBezTo>
                  <a:lnTo>
                    <a:pt x="5419" y="642"/>
                  </a:lnTo>
                  <a:cubicBezTo>
                    <a:pt x="5346" y="642"/>
                    <a:pt x="5279" y="684"/>
                    <a:pt x="5244" y="748"/>
                  </a:cubicBezTo>
                  <a:lnTo>
                    <a:pt x="4793" y="1610"/>
                  </a:lnTo>
                  <a:cubicBezTo>
                    <a:pt x="4663" y="1860"/>
                    <a:pt x="4828" y="2159"/>
                    <a:pt x="5110" y="2183"/>
                  </a:cubicBezTo>
                  <a:lnTo>
                    <a:pt x="5469" y="2215"/>
                  </a:lnTo>
                  <a:cubicBezTo>
                    <a:pt x="5472" y="2215"/>
                    <a:pt x="5476" y="2215"/>
                    <a:pt x="5479" y="2215"/>
                  </a:cubicBezTo>
                  <a:cubicBezTo>
                    <a:pt x="5546" y="2215"/>
                    <a:pt x="5608" y="2184"/>
                    <a:pt x="5648" y="2131"/>
                  </a:cubicBezTo>
                  <a:lnTo>
                    <a:pt x="5785" y="1937"/>
                  </a:lnTo>
                  <a:lnTo>
                    <a:pt x="5856" y="2029"/>
                  </a:lnTo>
                  <a:lnTo>
                    <a:pt x="5810" y="2373"/>
                  </a:lnTo>
                  <a:lnTo>
                    <a:pt x="5194" y="2461"/>
                  </a:lnTo>
                  <a:cubicBezTo>
                    <a:pt x="5163" y="2468"/>
                    <a:pt x="5131" y="2479"/>
                    <a:pt x="5106" y="2500"/>
                  </a:cubicBezTo>
                  <a:lnTo>
                    <a:pt x="4315" y="3081"/>
                  </a:lnTo>
                  <a:cubicBezTo>
                    <a:pt x="4276" y="3109"/>
                    <a:pt x="4248" y="3147"/>
                    <a:pt x="4237" y="3197"/>
                  </a:cubicBezTo>
                  <a:lnTo>
                    <a:pt x="4149" y="3559"/>
                  </a:lnTo>
                  <a:lnTo>
                    <a:pt x="3878" y="3524"/>
                  </a:lnTo>
                  <a:cubicBezTo>
                    <a:pt x="3863" y="3522"/>
                    <a:pt x="3848" y="3521"/>
                    <a:pt x="3833" y="3521"/>
                  </a:cubicBezTo>
                  <a:cubicBezTo>
                    <a:pt x="3681" y="3521"/>
                    <a:pt x="3542" y="3616"/>
                    <a:pt x="3488" y="3763"/>
                  </a:cubicBezTo>
                  <a:lnTo>
                    <a:pt x="3322" y="4210"/>
                  </a:lnTo>
                  <a:cubicBezTo>
                    <a:pt x="3249" y="4411"/>
                    <a:pt x="3361" y="4632"/>
                    <a:pt x="3569" y="4692"/>
                  </a:cubicBezTo>
                  <a:lnTo>
                    <a:pt x="3572" y="4692"/>
                  </a:lnTo>
                  <a:lnTo>
                    <a:pt x="3569" y="4696"/>
                  </a:lnTo>
                  <a:cubicBezTo>
                    <a:pt x="3379" y="4780"/>
                    <a:pt x="3256" y="4963"/>
                    <a:pt x="3245" y="5171"/>
                  </a:cubicBezTo>
                  <a:lnTo>
                    <a:pt x="3242" y="5269"/>
                  </a:lnTo>
                  <a:lnTo>
                    <a:pt x="2679" y="5909"/>
                  </a:lnTo>
                  <a:cubicBezTo>
                    <a:pt x="2594" y="6008"/>
                    <a:pt x="2548" y="6135"/>
                    <a:pt x="2548" y="6265"/>
                  </a:cubicBezTo>
                  <a:lnTo>
                    <a:pt x="2548" y="7014"/>
                  </a:lnTo>
                  <a:cubicBezTo>
                    <a:pt x="2548" y="7208"/>
                    <a:pt x="2626" y="7391"/>
                    <a:pt x="2767" y="7524"/>
                  </a:cubicBezTo>
                  <a:lnTo>
                    <a:pt x="3301" y="8042"/>
                  </a:lnTo>
                  <a:cubicBezTo>
                    <a:pt x="3417" y="8154"/>
                    <a:pt x="3569" y="8225"/>
                    <a:pt x="3731" y="8239"/>
                  </a:cubicBezTo>
                  <a:lnTo>
                    <a:pt x="5310" y="8376"/>
                  </a:lnTo>
                  <a:lnTo>
                    <a:pt x="5303" y="8425"/>
                  </a:lnTo>
                  <a:cubicBezTo>
                    <a:pt x="5279" y="8615"/>
                    <a:pt x="5363" y="8809"/>
                    <a:pt x="5518" y="8925"/>
                  </a:cubicBezTo>
                  <a:lnTo>
                    <a:pt x="5796" y="9132"/>
                  </a:lnTo>
                  <a:lnTo>
                    <a:pt x="5778" y="9192"/>
                  </a:lnTo>
                  <a:cubicBezTo>
                    <a:pt x="5715" y="9400"/>
                    <a:pt x="5778" y="9625"/>
                    <a:pt x="5944" y="9762"/>
                  </a:cubicBezTo>
                  <a:lnTo>
                    <a:pt x="6025" y="9836"/>
                  </a:lnTo>
                  <a:cubicBezTo>
                    <a:pt x="5961" y="9840"/>
                    <a:pt x="5894" y="9843"/>
                    <a:pt x="5828" y="9847"/>
                  </a:cubicBezTo>
                  <a:cubicBezTo>
                    <a:pt x="5761" y="9849"/>
                    <a:pt x="5695" y="9851"/>
                    <a:pt x="5629" y="9851"/>
                  </a:cubicBezTo>
                  <a:cubicBezTo>
                    <a:pt x="4523" y="9851"/>
                    <a:pt x="3448" y="9463"/>
                    <a:pt x="2598" y="8749"/>
                  </a:cubicBezTo>
                  <a:cubicBezTo>
                    <a:pt x="2555" y="8713"/>
                    <a:pt x="2510" y="8698"/>
                    <a:pt x="2468" y="8698"/>
                  </a:cubicBezTo>
                  <a:cubicBezTo>
                    <a:pt x="2306" y="8698"/>
                    <a:pt x="2176" y="8918"/>
                    <a:pt x="2341" y="9055"/>
                  </a:cubicBezTo>
                  <a:cubicBezTo>
                    <a:pt x="3263" y="9832"/>
                    <a:pt x="4427" y="10255"/>
                    <a:pt x="5634" y="10255"/>
                  </a:cubicBezTo>
                  <a:cubicBezTo>
                    <a:pt x="5704" y="10255"/>
                    <a:pt x="5775" y="10255"/>
                    <a:pt x="5845" y="10251"/>
                  </a:cubicBezTo>
                  <a:cubicBezTo>
                    <a:pt x="7798" y="10170"/>
                    <a:pt x="9533" y="8988"/>
                    <a:pt x="10324" y="7201"/>
                  </a:cubicBezTo>
                  <a:cubicBezTo>
                    <a:pt x="11112" y="5413"/>
                    <a:pt x="10817" y="3330"/>
                    <a:pt x="9561" y="1835"/>
                  </a:cubicBezTo>
                  <a:cubicBezTo>
                    <a:pt x="9516" y="1781"/>
                    <a:pt x="9462" y="1759"/>
                    <a:pt x="9410" y="1759"/>
                  </a:cubicBezTo>
                  <a:cubicBezTo>
                    <a:pt x="9262" y="1759"/>
                    <a:pt x="9127" y="1941"/>
                    <a:pt x="9255" y="2092"/>
                  </a:cubicBezTo>
                  <a:cubicBezTo>
                    <a:pt x="9793" y="2732"/>
                    <a:pt x="10152" y="3506"/>
                    <a:pt x="10293" y="4333"/>
                  </a:cubicBezTo>
                  <a:lnTo>
                    <a:pt x="10233" y="4277"/>
                  </a:lnTo>
                  <a:cubicBezTo>
                    <a:pt x="10126" y="4171"/>
                    <a:pt x="9988" y="4120"/>
                    <a:pt x="9852" y="4120"/>
                  </a:cubicBezTo>
                  <a:cubicBezTo>
                    <a:pt x="9674" y="4120"/>
                    <a:pt x="9499" y="4207"/>
                    <a:pt x="9395" y="4372"/>
                  </a:cubicBezTo>
                  <a:lnTo>
                    <a:pt x="9360" y="4428"/>
                  </a:lnTo>
                  <a:cubicBezTo>
                    <a:pt x="9356" y="4428"/>
                    <a:pt x="9351" y="4428"/>
                    <a:pt x="9347" y="4428"/>
                  </a:cubicBezTo>
                  <a:cubicBezTo>
                    <a:pt x="9257" y="4428"/>
                    <a:pt x="9170" y="4463"/>
                    <a:pt x="9103" y="4527"/>
                  </a:cubicBezTo>
                  <a:lnTo>
                    <a:pt x="8839" y="4213"/>
                  </a:lnTo>
                  <a:cubicBezTo>
                    <a:pt x="8795" y="4161"/>
                    <a:pt x="8741" y="4139"/>
                    <a:pt x="8690" y="4139"/>
                  </a:cubicBezTo>
                  <a:cubicBezTo>
                    <a:pt x="8541" y="4139"/>
                    <a:pt x="8405" y="4320"/>
                    <a:pt x="8533" y="4474"/>
                  </a:cubicBezTo>
                  <a:lnTo>
                    <a:pt x="8934" y="4949"/>
                  </a:lnTo>
                  <a:cubicBezTo>
                    <a:pt x="8975" y="4997"/>
                    <a:pt x="9032" y="5022"/>
                    <a:pt x="9089" y="5022"/>
                  </a:cubicBezTo>
                  <a:cubicBezTo>
                    <a:pt x="9140" y="5022"/>
                    <a:pt x="9190" y="5003"/>
                    <a:pt x="9230" y="4963"/>
                  </a:cubicBezTo>
                  <a:lnTo>
                    <a:pt x="9357" y="4836"/>
                  </a:lnTo>
                  <a:lnTo>
                    <a:pt x="9522" y="4942"/>
                  </a:lnTo>
                  <a:lnTo>
                    <a:pt x="8924" y="6131"/>
                  </a:lnTo>
                  <a:lnTo>
                    <a:pt x="8892" y="6131"/>
                  </a:lnTo>
                  <a:cubicBezTo>
                    <a:pt x="8888" y="6131"/>
                    <a:pt x="8885" y="6131"/>
                    <a:pt x="8881" y="6131"/>
                  </a:cubicBezTo>
                  <a:cubicBezTo>
                    <a:pt x="8839" y="6131"/>
                    <a:pt x="8802" y="6114"/>
                    <a:pt x="8776" y="6082"/>
                  </a:cubicBezTo>
                  <a:lnTo>
                    <a:pt x="7984" y="5114"/>
                  </a:lnTo>
                  <a:cubicBezTo>
                    <a:pt x="7939" y="5052"/>
                    <a:pt x="7881" y="5026"/>
                    <a:pt x="7825" y="5026"/>
                  </a:cubicBezTo>
                  <a:cubicBezTo>
                    <a:pt x="7673" y="5026"/>
                    <a:pt x="7531" y="5216"/>
                    <a:pt x="7675" y="5368"/>
                  </a:cubicBezTo>
                  <a:lnTo>
                    <a:pt x="8466" y="6335"/>
                  </a:lnTo>
                  <a:cubicBezTo>
                    <a:pt x="8572" y="6463"/>
                    <a:pt x="8726" y="6533"/>
                    <a:pt x="8889" y="6533"/>
                  </a:cubicBezTo>
                  <a:cubicBezTo>
                    <a:pt x="8901" y="6533"/>
                    <a:pt x="8912" y="6533"/>
                    <a:pt x="8924" y="6532"/>
                  </a:cubicBezTo>
                  <a:lnTo>
                    <a:pt x="9181" y="6511"/>
                  </a:lnTo>
                  <a:lnTo>
                    <a:pt x="9181" y="6511"/>
                  </a:lnTo>
                  <a:lnTo>
                    <a:pt x="8393" y="8337"/>
                  </a:lnTo>
                  <a:cubicBezTo>
                    <a:pt x="8336" y="8471"/>
                    <a:pt x="8259" y="8594"/>
                    <a:pt x="8167" y="8703"/>
                  </a:cubicBezTo>
                  <a:lnTo>
                    <a:pt x="7538" y="9456"/>
                  </a:lnTo>
                  <a:cubicBezTo>
                    <a:pt x="7221" y="9597"/>
                    <a:pt x="6890" y="9699"/>
                    <a:pt x="6552" y="9766"/>
                  </a:cubicBezTo>
                  <a:lnTo>
                    <a:pt x="6204" y="9463"/>
                  </a:lnTo>
                  <a:cubicBezTo>
                    <a:pt x="6162" y="9428"/>
                    <a:pt x="6144" y="9368"/>
                    <a:pt x="6162" y="9315"/>
                  </a:cubicBezTo>
                  <a:lnTo>
                    <a:pt x="6222" y="9122"/>
                  </a:lnTo>
                  <a:cubicBezTo>
                    <a:pt x="6246" y="9037"/>
                    <a:pt x="6218" y="8949"/>
                    <a:pt x="6151" y="8900"/>
                  </a:cubicBezTo>
                  <a:lnTo>
                    <a:pt x="5757" y="8608"/>
                  </a:lnTo>
                  <a:cubicBezTo>
                    <a:pt x="5719" y="8576"/>
                    <a:pt x="5697" y="8531"/>
                    <a:pt x="5704" y="8478"/>
                  </a:cubicBezTo>
                  <a:lnTo>
                    <a:pt x="5736" y="8225"/>
                  </a:lnTo>
                  <a:cubicBezTo>
                    <a:pt x="5750" y="8108"/>
                    <a:pt x="5666" y="8006"/>
                    <a:pt x="5553" y="7999"/>
                  </a:cubicBezTo>
                  <a:lnTo>
                    <a:pt x="3766" y="7845"/>
                  </a:lnTo>
                  <a:cubicBezTo>
                    <a:pt x="3695" y="7838"/>
                    <a:pt x="3629" y="7809"/>
                    <a:pt x="3579" y="7760"/>
                  </a:cubicBezTo>
                  <a:lnTo>
                    <a:pt x="3044" y="7243"/>
                  </a:lnTo>
                  <a:cubicBezTo>
                    <a:pt x="2985" y="7183"/>
                    <a:pt x="2949" y="7106"/>
                    <a:pt x="2949" y="7021"/>
                  </a:cubicBezTo>
                  <a:lnTo>
                    <a:pt x="2949" y="6272"/>
                  </a:lnTo>
                  <a:cubicBezTo>
                    <a:pt x="2949" y="6240"/>
                    <a:pt x="2960" y="6205"/>
                    <a:pt x="2985" y="6180"/>
                  </a:cubicBezTo>
                  <a:lnTo>
                    <a:pt x="3593" y="5484"/>
                  </a:lnTo>
                  <a:cubicBezTo>
                    <a:pt x="3622" y="5452"/>
                    <a:pt x="3639" y="5406"/>
                    <a:pt x="3643" y="5361"/>
                  </a:cubicBezTo>
                  <a:lnTo>
                    <a:pt x="3650" y="5192"/>
                  </a:lnTo>
                  <a:cubicBezTo>
                    <a:pt x="3650" y="5139"/>
                    <a:pt x="3681" y="5090"/>
                    <a:pt x="3731" y="5068"/>
                  </a:cubicBezTo>
                  <a:lnTo>
                    <a:pt x="4209" y="4857"/>
                  </a:lnTo>
                  <a:lnTo>
                    <a:pt x="5103" y="4836"/>
                  </a:lnTo>
                  <a:cubicBezTo>
                    <a:pt x="5124" y="4836"/>
                    <a:pt x="5141" y="4854"/>
                    <a:pt x="5145" y="4871"/>
                  </a:cubicBezTo>
                  <a:cubicBezTo>
                    <a:pt x="5170" y="5037"/>
                    <a:pt x="5286" y="5171"/>
                    <a:pt x="5441" y="5220"/>
                  </a:cubicBezTo>
                  <a:lnTo>
                    <a:pt x="6081" y="5434"/>
                  </a:lnTo>
                  <a:cubicBezTo>
                    <a:pt x="6121" y="5448"/>
                    <a:pt x="6160" y="5455"/>
                    <a:pt x="6199" y="5455"/>
                  </a:cubicBezTo>
                  <a:cubicBezTo>
                    <a:pt x="6403" y="5455"/>
                    <a:pt x="6575" y="5273"/>
                    <a:pt x="6545" y="5051"/>
                  </a:cubicBezTo>
                  <a:lnTo>
                    <a:pt x="7348" y="4988"/>
                  </a:lnTo>
                  <a:cubicBezTo>
                    <a:pt x="7671" y="4963"/>
                    <a:pt x="7900" y="4664"/>
                    <a:pt x="7837" y="4344"/>
                  </a:cubicBezTo>
                  <a:lnTo>
                    <a:pt x="7812" y="4231"/>
                  </a:lnTo>
                  <a:cubicBezTo>
                    <a:pt x="7779" y="4059"/>
                    <a:pt x="7625" y="3934"/>
                    <a:pt x="7452" y="3934"/>
                  </a:cubicBezTo>
                  <a:cubicBezTo>
                    <a:pt x="7441" y="3934"/>
                    <a:pt x="7429" y="3934"/>
                    <a:pt x="7418" y="3936"/>
                  </a:cubicBezTo>
                  <a:lnTo>
                    <a:pt x="6996" y="3971"/>
                  </a:lnTo>
                  <a:lnTo>
                    <a:pt x="6932" y="3900"/>
                  </a:lnTo>
                  <a:lnTo>
                    <a:pt x="7488" y="3344"/>
                  </a:lnTo>
                  <a:cubicBezTo>
                    <a:pt x="7634" y="3198"/>
                    <a:pt x="7500" y="2998"/>
                    <a:pt x="7345" y="2998"/>
                  </a:cubicBezTo>
                  <a:cubicBezTo>
                    <a:pt x="7298" y="2998"/>
                    <a:pt x="7250" y="3016"/>
                    <a:pt x="7207" y="3059"/>
                  </a:cubicBezTo>
                  <a:lnTo>
                    <a:pt x="6531" y="3731"/>
                  </a:lnTo>
                  <a:lnTo>
                    <a:pt x="6306" y="3826"/>
                  </a:lnTo>
                  <a:lnTo>
                    <a:pt x="5676" y="3348"/>
                  </a:lnTo>
                  <a:cubicBezTo>
                    <a:pt x="5641" y="3320"/>
                    <a:pt x="5598" y="3306"/>
                    <a:pt x="5556" y="3306"/>
                  </a:cubicBezTo>
                  <a:cubicBezTo>
                    <a:pt x="5534" y="3306"/>
                    <a:pt x="5513" y="3309"/>
                    <a:pt x="5493" y="3316"/>
                  </a:cubicBezTo>
                  <a:lnTo>
                    <a:pt x="4617" y="3594"/>
                  </a:lnTo>
                  <a:cubicBezTo>
                    <a:pt x="4593" y="3601"/>
                    <a:pt x="4568" y="3612"/>
                    <a:pt x="4543" y="3626"/>
                  </a:cubicBezTo>
                  <a:lnTo>
                    <a:pt x="4607" y="3362"/>
                  </a:lnTo>
                  <a:lnTo>
                    <a:pt x="5300" y="2855"/>
                  </a:lnTo>
                  <a:lnTo>
                    <a:pt x="6014" y="2750"/>
                  </a:lnTo>
                  <a:cubicBezTo>
                    <a:pt x="6102" y="2736"/>
                    <a:pt x="6172" y="2669"/>
                    <a:pt x="6183" y="2581"/>
                  </a:cubicBezTo>
                  <a:lnTo>
                    <a:pt x="6264" y="2004"/>
                  </a:lnTo>
                  <a:cubicBezTo>
                    <a:pt x="6271" y="1948"/>
                    <a:pt x="6257" y="1895"/>
                    <a:pt x="6222" y="1853"/>
                  </a:cubicBezTo>
                  <a:lnTo>
                    <a:pt x="5930" y="1480"/>
                  </a:lnTo>
                  <a:cubicBezTo>
                    <a:pt x="5889" y="1429"/>
                    <a:pt x="5832" y="1404"/>
                    <a:pt x="5774" y="1404"/>
                  </a:cubicBezTo>
                  <a:cubicBezTo>
                    <a:pt x="5712" y="1404"/>
                    <a:pt x="5650" y="1433"/>
                    <a:pt x="5609" y="1490"/>
                  </a:cubicBezTo>
                  <a:lnTo>
                    <a:pt x="5384" y="1810"/>
                  </a:lnTo>
                  <a:lnTo>
                    <a:pt x="5152" y="1789"/>
                  </a:lnTo>
                  <a:lnTo>
                    <a:pt x="5539" y="1047"/>
                  </a:lnTo>
                  <a:lnTo>
                    <a:pt x="5944" y="1047"/>
                  </a:lnTo>
                  <a:lnTo>
                    <a:pt x="6250" y="1596"/>
                  </a:lnTo>
                  <a:cubicBezTo>
                    <a:pt x="6288" y="1664"/>
                    <a:pt x="6356" y="1698"/>
                    <a:pt x="6424" y="1698"/>
                  </a:cubicBezTo>
                  <a:cubicBezTo>
                    <a:pt x="6499" y="1698"/>
                    <a:pt x="6574" y="1657"/>
                    <a:pt x="6609" y="1578"/>
                  </a:cubicBezTo>
                  <a:lnTo>
                    <a:pt x="6890" y="917"/>
                  </a:lnTo>
                  <a:cubicBezTo>
                    <a:pt x="6939" y="801"/>
                    <a:pt x="6925" y="667"/>
                    <a:pt x="6855" y="561"/>
                  </a:cubicBezTo>
                  <a:lnTo>
                    <a:pt x="6855" y="561"/>
                  </a:lnTo>
                  <a:cubicBezTo>
                    <a:pt x="7523" y="741"/>
                    <a:pt x="8143" y="1064"/>
                    <a:pt x="8671" y="1508"/>
                  </a:cubicBezTo>
                  <a:cubicBezTo>
                    <a:pt x="8713" y="1544"/>
                    <a:pt x="8758" y="1559"/>
                    <a:pt x="8800" y="1559"/>
                  </a:cubicBezTo>
                  <a:cubicBezTo>
                    <a:pt x="8963" y="1559"/>
                    <a:pt x="9092" y="1338"/>
                    <a:pt x="8927" y="1202"/>
                  </a:cubicBezTo>
                  <a:cubicBezTo>
                    <a:pt x="7972" y="398"/>
                    <a:pt x="6802" y="1"/>
                    <a:pt x="56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9" name="Google Shape;17229;p85"/>
          <p:cNvGrpSpPr/>
          <p:nvPr/>
        </p:nvGrpSpPr>
        <p:grpSpPr>
          <a:xfrm>
            <a:off x="5605734" y="1525687"/>
            <a:ext cx="371829" cy="355978"/>
            <a:chOff x="5605734" y="1525687"/>
            <a:chExt cx="371829" cy="355978"/>
          </a:xfrm>
        </p:grpSpPr>
        <p:sp>
          <p:nvSpPr>
            <p:cNvPr id="17230" name="Google Shape;17230;p85"/>
            <p:cNvSpPr/>
            <p:nvPr/>
          </p:nvSpPr>
          <p:spPr>
            <a:xfrm>
              <a:off x="5727621" y="1738045"/>
              <a:ext cx="9552" cy="20015"/>
            </a:xfrm>
            <a:custGeom>
              <a:rect b="b" l="l" r="r" t="t"/>
              <a:pathLst>
                <a:path extrusionOk="0" h="769" w="367">
                  <a:moveTo>
                    <a:pt x="325" y="1"/>
                  </a:moveTo>
                  <a:lnTo>
                    <a:pt x="1" y="325"/>
                  </a:lnTo>
                  <a:cubicBezTo>
                    <a:pt x="110" y="483"/>
                    <a:pt x="230" y="631"/>
                    <a:pt x="367" y="768"/>
                  </a:cubicBezTo>
                  <a:cubicBezTo>
                    <a:pt x="335" y="515"/>
                    <a:pt x="321" y="258"/>
                    <a:pt x="325"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85"/>
            <p:cNvSpPr/>
            <p:nvPr/>
          </p:nvSpPr>
          <p:spPr>
            <a:xfrm>
              <a:off x="5737147" y="1553796"/>
              <a:ext cx="234300" cy="246376"/>
            </a:xfrm>
            <a:custGeom>
              <a:rect b="b" l="l" r="r" t="t"/>
              <a:pathLst>
                <a:path extrusionOk="0" h="9466" w="9002">
                  <a:moveTo>
                    <a:pt x="7847" y="1"/>
                  </a:moveTo>
                  <a:lnTo>
                    <a:pt x="7847" y="1"/>
                  </a:lnTo>
                  <a:cubicBezTo>
                    <a:pt x="7847" y="1"/>
                    <a:pt x="8178" y="2207"/>
                    <a:pt x="7024" y="3361"/>
                  </a:cubicBezTo>
                  <a:lnTo>
                    <a:pt x="3361" y="7024"/>
                  </a:lnTo>
                  <a:cubicBezTo>
                    <a:pt x="2627" y="7757"/>
                    <a:pt x="1469" y="7891"/>
                    <a:pt x="722" y="7891"/>
                  </a:cubicBezTo>
                  <a:cubicBezTo>
                    <a:pt x="294" y="7891"/>
                    <a:pt x="1" y="7847"/>
                    <a:pt x="1" y="7847"/>
                  </a:cubicBezTo>
                  <a:lnTo>
                    <a:pt x="1" y="7847"/>
                  </a:lnTo>
                  <a:cubicBezTo>
                    <a:pt x="363" y="8209"/>
                    <a:pt x="814" y="8470"/>
                    <a:pt x="1306" y="8607"/>
                  </a:cubicBezTo>
                  <a:lnTo>
                    <a:pt x="2165" y="9466"/>
                  </a:lnTo>
                  <a:cubicBezTo>
                    <a:pt x="2897" y="9001"/>
                    <a:pt x="3572" y="8456"/>
                    <a:pt x="4184" y="7847"/>
                  </a:cubicBezTo>
                  <a:lnTo>
                    <a:pt x="7847" y="4184"/>
                  </a:lnTo>
                  <a:cubicBezTo>
                    <a:pt x="9001" y="3030"/>
                    <a:pt x="9001" y="1158"/>
                    <a:pt x="784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85"/>
            <p:cNvSpPr/>
            <p:nvPr/>
          </p:nvSpPr>
          <p:spPr>
            <a:xfrm>
              <a:off x="5715544" y="1531283"/>
              <a:ext cx="247001" cy="238932"/>
            </a:xfrm>
            <a:custGeom>
              <a:rect b="b" l="l" r="r" t="t"/>
              <a:pathLst>
                <a:path extrusionOk="0" h="9180" w="9490">
                  <a:moveTo>
                    <a:pt x="6584" y="1507"/>
                  </a:moveTo>
                  <a:cubicBezTo>
                    <a:pt x="6956" y="1507"/>
                    <a:pt x="7328" y="1649"/>
                    <a:pt x="7611" y="1932"/>
                  </a:cubicBezTo>
                  <a:cubicBezTo>
                    <a:pt x="8177" y="2498"/>
                    <a:pt x="8177" y="3420"/>
                    <a:pt x="7611" y="3987"/>
                  </a:cubicBezTo>
                  <a:lnTo>
                    <a:pt x="5774" y="5823"/>
                  </a:lnTo>
                  <a:lnTo>
                    <a:pt x="5391" y="5918"/>
                  </a:lnTo>
                  <a:lnTo>
                    <a:pt x="4050" y="7547"/>
                  </a:lnTo>
                  <a:lnTo>
                    <a:pt x="3952" y="7646"/>
                  </a:lnTo>
                  <a:cubicBezTo>
                    <a:pt x="3667" y="7929"/>
                    <a:pt x="3295" y="8071"/>
                    <a:pt x="2923" y="8071"/>
                  </a:cubicBezTo>
                  <a:cubicBezTo>
                    <a:pt x="2551" y="8071"/>
                    <a:pt x="2180" y="7929"/>
                    <a:pt x="1897" y="7646"/>
                  </a:cubicBezTo>
                  <a:cubicBezTo>
                    <a:pt x="1330" y="7079"/>
                    <a:pt x="1330" y="6161"/>
                    <a:pt x="1897" y="5591"/>
                  </a:cubicBezTo>
                  <a:lnTo>
                    <a:pt x="5556" y="1932"/>
                  </a:lnTo>
                  <a:cubicBezTo>
                    <a:pt x="5839" y="1649"/>
                    <a:pt x="6211" y="1507"/>
                    <a:pt x="6584" y="1507"/>
                  </a:cubicBezTo>
                  <a:close/>
                  <a:moveTo>
                    <a:pt x="6584" y="0"/>
                  </a:moveTo>
                  <a:cubicBezTo>
                    <a:pt x="5827" y="0"/>
                    <a:pt x="5071" y="289"/>
                    <a:pt x="4494" y="866"/>
                  </a:cubicBezTo>
                  <a:lnTo>
                    <a:pt x="831" y="4529"/>
                  </a:lnTo>
                  <a:lnTo>
                    <a:pt x="0" y="7079"/>
                  </a:lnTo>
                  <a:cubicBezTo>
                    <a:pt x="67" y="7505"/>
                    <a:pt x="226" y="7910"/>
                    <a:pt x="468" y="8269"/>
                  </a:cubicBezTo>
                  <a:lnTo>
                    <a:pt x="507" y="8226"/>
                  </a:lnTo>
                  <a:cubicBezTo>
                    <a:pt x="585" y="8406"/>
                    <a:pt x="694" y="8571"/>
                    <a:pt x="831" y="8712"/>
                  </a:cubicBezTo>
                  <a:cubicBezTo>
                    <a:pt x="1148" y="9026"/>
                    <a:pt x="1583" y="9179"/>
                    <a:pt x="2064" y="9179"/>
                  </a:cubicBezTo>
                  <a:cubicBezTo>
                    <a:pt x="2202" y="9179"/>
                    <a:pt x="2344" y="9166"/>
                    <a:pt x="2488" y="9141"/>
                  </a:cubicBezTo>
                  <a:cubicBezTo>
                    <a:pt x="3132" y="9029"/>
                    <a:pt x="3822" y="8670"/>
                    <a:pt x="4399" y="8093"/>
                  </a:cubicBezTo>
                  <a:lnTo>
                    <a:pt x="8058" y="4434"/>
                  </a:lnTo>
                  <a:cubicBezTo>
                    <a:pt x="9215" y="3280"/>
                    <a:pt x="9490" y="1682"/>
                    <a:pt x="8677" y="866"/>
                  </a:cubicBezTo>
                  <a:cubicBezTo>
                    <a:pt x="8098" y="289"/>
                    <a:pt x="7341" y="0"/>
                    <a:pt x="6584"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85"/>
            <p:cNvSpPr/>
            <p:nvPr/>
          </p:nvSpPr>
          <p:spPr>
            <a:xfrm>
              <a:off x="5842012" y="1649239"/>
              <a:ext cx="23841" cy="57443"/>
            </a:xfrm>
            <a:custGeom>
              <a:rect b="b" l="l" r="r" t="t"/>
              <a:pathLst>
                <a:path extrusionOk="0" h="2207" w="916">
                  <a:moveTo>
                    <a:pt x="162" y="0"/>
                  </a:moveTo>
                  <a:cubicBezTo>
                    <a:pt x="162" y="0"/>
                    <a:pt x="331" y="1137"/>
                    <a:pt x="0" y="2206"/>
                  </a:cubicBezTo>
                  <a:lnTo>
                    <a:pt x="915" y="1288"/>
                  </a:lnTo>
                  <a:cubicBezTo>
                    <a:pt x="778" y="802"/>
                    <a:pt x="518" y="359"/>
                    <a:pt x="1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85"/>
            <p:cNvSpPr/>
            <p:nvPr/>
          </p:nvSpPr>
          <p:spPr>
            <a:xfrm>
              <a:off x="5642017" y="1798949"/>
              <a:ext cx="159627" cy="77041"/>
            </a:xfrm>
            <a:custGeom>
              <a:rect b="b" l="l" r="r" t="t"/>
              <a:pathLst>
                <a:path extrusionOk="0" h="2960" w="6133">
                  <a:moveTo>
                    <a:pt x="4630" y="1"/>
                  </a:moveTo>
                  <a:lnTo>
                    <a:pt x="3360" y="1271"/>
                  </a:lnTo>
                  <a:cubicBezTo>
                    <a:pt x="2627" y="2005"/>
                    <a:pt x="1468" y="2138"/>
                    <a:pt x="721" y="2138"/>
                  </a:cubicBezTo>
                  <a:cubicBezTo>
                    <a:pt x="293" y="2138"/>
                    <a:pt x="0" y="2094"/>
                    <a:pt x="0" y="2094"/>
                  </a:cubicBezTo>
                  <a:lnTo>
                    <a:pt x="0" y="2094"/>
                  </a:lnTo>
                  <a:cubicBezTo>
                    <a:pt x="577" y="2671"/>
                    <a:pt x="1334" y="2960"/>
                    <a:pt x="2092" y="2960"/>
                  </a:cubicBezTo>
                  <a:cubicBezTo>
                    <a:pt x="2849" y="2960"/>
                    <a:pt x="3607" y="2671"/>
                    <a:pt x="4184" y="2094"/>
                  </a:cubicBezTo>
                  <a:lnTo>
                    <a:pt x="6133" y="145"/>
                  </a:lnTo>
                  <a:lnTo>
                    <a:pt x="463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85"/>
            <p:cNvSpPr/>
            <p:nvPr/>
          </p:nvSpPr>
          <p:spPr>
            <a:xfrm>
              <a:off x="5762524" y="1754364"/>
              <a:ext cx="87218" cy="48958"/>
            </a:xfrm>
            <a:custGeom>
              <a:rect b="b" l="l" r="r" t="t"/>
              <a:pathLst>
                <a:path extrusionOk="0" h="1881" w="3351">
                  <a:moveTo>
                    <a:pt x="3350" y="0"/>
                  </a:moveTo>
                  <a:lnTo>
                    <a:pt x="3209" y="141"/>
                  </a:lnTo>
                  <a:cubicBezTo>
                    <a:pt x="2652" y="699"/>
                    <a:pt x="1901" y="1008"/>
                    <a:pt x="1124" y="1008"/>
                  </a:cubicBezTo>
                  <a:cubicBezTo>
                    <a:pt x="994" y="1008"/>
                    <a:pt x="863" y="1000"/>
                    <a:pt x="732" y="982"/>
                  </a:cubicBezTo>
                  <a:lnTo>
                    <a:pt x="0" y="1714"/>
                  </a:lnTo>
                  <a:cubicBezTo>
                    <a:pt x="365" y="1825"/>
                    <a:pt x="743" y="1880"/>
                    <a:pt x="1121" y="1880"/>
                  </a:cubicBezTo>
                  <a:cubicBezTo>
                    <a:pt x="1247" y="1880"/>
                    <a:pt x="1374" y="1874"/>
                    <a:pt x="1499" y="1862"/>
                  </a:cubicBezTo>
                  <a:lnTo>
                    <a:pt x="3216" y="145"/>
                  </a:lnTo>
                  <a:cubicBezTo>
                    <a:pt x="3262" y="99"/>
                    <a:pt x="3308" y="50"/>
                    <a:pt x="3350"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85"/>
            <p:cNvSpPr/>
            <p:nvPr/>
          </p:nvSpPr>
          <p:spPr>
            <a:xfrm>
              <a:off x="5611981" y="1626699"/>
              <a:ext cx="248198" cy="238932"/>
            </a:xfrm>
            <a:custGeom>
              <a:rect b="b" l="l" r="r" t="t"/>
              <a:pathLst>
                <a:path extrusionOk="0" h="9180" w="9536">
                  <a:moveTo>
                    <a:pt x="6907" y="1"/>
                  </a:moveTo>
                  <a:cubicBezTo>
                    <a:pt x="6150" y="1"/>
                    <a:pt x="5394" y="289"/>
                    <a:pt x="4817" y="866"/>
                  </a:cubicBezTo>
                  <a:lnTo>
                    <a:pt x="1154" y="4529"/>
                  </a:lnTo>
                  <a:cubicBezTo>
                    <a:pt x="0" y="5683"/>
                    <a:pt x="0" y="7555"/>
                    <a:pt x="1154" y="8709"/>
                  </a:cubicBezTo>
                  <a:cubicBezTo>
                    <a:pt x="1471" y="9026"/>
                    <a:pt x="1907" y="9179"/>
                    <a:pt x="2388" y="9179"/>
                  </a:cubicBezTo>
                  <a:cubicBezTo>
                    <a:pt x="2526" y="9179"/>
                    <a:pt x="2668" y="9167"/>
                    <a:pt x="2811" y="9142"/>
                  </a:cubicBezTo>
                  <a:cubicBezTo>
                    <a:pt x="3455" y="9029"/>
                    <a:pt x="4145" y="8670"/>
                    <a:pt x="4722" y="8093"/>
                  </a:cubicBezTo>
                  <a:lnTo>
                    <a:pt x="6115" y="6700"/>
                  </a:lnTo>
                  <a:cubicBezTo>
                    <a:pt x="6115" y="6700"/>
                    <a:pt x="5955" y="6483"/>
                    <a:pt x="5545" y="6483"/>
                  </a:cubicBezTo>
                  <a:cubicBezTo>
                    <a:pt x="5508" y="6483"/>
                    <a:pt x="5470" y="6485"/>
                    <a:pt x="5429" y="6489"/>
                  </a:cubicBezTo>
                  <a:lnTo>
                    <a:pt x="4275" y="7646"/>
                  </a:lnTo>
                  <a:cubicBezTo>
                    <a:pt x="3992" y="7929"/>
                    <a:pt x="3620" y="8071"/>
                    <a:pt x="3248" y="8071"/>
                  </a:cubicBezTo>
                  <a:cubicBezTo>
                    <a:pt x="2876" y="8071"/>
                    <a:pt x="2503" y="7929"/>
                    <a:pt x="2220" y="7646"/>
                  </a:cubicBezTo>
                  <a:cubicBezTo>
                    <a:pt x="1654" y="7080"/>
                    <a:pt x="1654" y="6158"/>
                    <a:pt x="2220" y="5591"/>
                  </a:cubicBezTo>
                  <a:lnTo>
                    <a:pt x="5883" y="1932"/>
                  </a:lnTo>
                  <a:cubicBezTo>
                    <a:pt x="6166" y="1636"/>
                    <a:pt x="6545" y="1487"/>
                    <a:pt x="6926" y="1487"/>
                  </a:cubicBezTo>
                  <a:cubicBezTo>
                    <a:pt x="7274" y="1487"/>
                    <a:pt x="7624" y="1612"/>
                    <a:pt x="7903" y="1862"/>
                  </a:cubicBezTo>
                  <a:cubicBezTo>
                    <a:pt x="8483" y="2390"/>
                    <a:pt x="8539" y="3283"/>
                    <a:pt x="8033" y="3878"/>
                  </a:cubicBezTo>
                  <a:lnTo>
                    <a:pt x="9440" y="2471"/>
                  </a:lnTo>
                  <a:cubicBezTo>
                    <a:pt x="9535" y="1848"/>
                    <a:pt x="9394" y="1264"/>
                    <a:pt x="9000" y="866"/>
                  </a:cubicBezTo>
                  <a:cubicBezTo>
                    <a:pt x="8422" y="289"/>
                    <a:pt x="7664" y="1"/>
                    <a:pt x="690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85"/>
            <p:cNvSpPr/>
            <p:nvPr/>
          </p:nvSpPr>
          <p:spPr>
            <a:xfrm>
              <a:off x="5753284" y="1777815"/>
              <a:ext cx="38391" cy="23373"/>
            </a:xfrm>
            <a:custGeom>
              <a:rect b="b" l="l" r="r" t="t"/>
              <a:pathLst>
                <a:path extrusionOk="0" h="898" w="1475">
                  <a:moveTo>
                    <a:pt x="683" y="0"/>
                  </a:moveTo>
                  <a:lnTo>
                    <a:pt x="0" y="686"/>
                  </a:lnTo>
                  <a:cubicBezTo>
                    <a:pt x="218" y="778"/>
                    <a:pt x="447" y="848"/>
                    <a:pt x="683" y="897"/>
                  </a:cubicBezTo>
                  <a:lnTo>
                    <a:pt x="1474" y="106"/>
                  </a:lnTo>
                  <a:cubicBezTo>
                    <a:pt x="1207" y="106"/>
                    <a:pt x="940" y="70"/>
                    <a:pt x="68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85"/>
            <p:cNvSpPr/>
            <p:nvPr/>
          </p:nvSpPr>
          <p:spPr>
            <a:xfrm>
              <a:off x="5605734" y="1565613"/>
              <a:ext cx="328155" cy="316052"/>
            </a:xfrm>
            <a:custGeom>
              <a:rect b="b" l="l" r="r" t="t"/>
              <a:pathLst>
                <a:path extrusionOk="0" h="12143" w="12608">
                  <a:moveTo>
                    <a:pt x="10774" y="0"/>
                  </a:moveTo>
                  <a:cubicBezTo>
                    <a:pt x="10361" y="0"/>
                    <a:pt x="9947" y="152"/>
                    <a:pt x="9624" y="458"/>
                  </a:cubicBezTo>
                  <a:lnTo>
                    <a:pt x="8466" y="1612"/>
                  </a:lnTo>
                  <a:cubicBezTo>
                    <a:pt x="8347" y="1773"/>
                    <a:pt x="8482" y="1967"/>
                    <a:pt x="8643" y="1967"/>
                  </a:cubicBezTo>
                  <a:cubicBezTo>
                    <a:pt x="8686" y="1967"/>
                    <a:pt x="8730" y="1954"/>
                    <a:pt x="8772" y="1922"/>
                  </a:cubicBezTo>
                  <a:lnTo>
                    <a:pt x="9930" y="764"/>
                  </a:lnTo>
                  <a:cubicBezTo>
                    <a:pt x="10171" y="523"/>
                    <a:pt x="10487" y="403"/>
                    <a:pt x="10803" y="403"/>
                  </a:cubicBezTo>
                  <a:cubicBezTo>
                    <a:pt x="11118" y="403"/>
                    <a:pt x="11434" y="523"/>
                    <a:pt x="11675" y="764"/>
                  </a:cubicBezTo>
                  <a:cubicBezTo>
                    <a:pt x="12157" y="1246"/>
                    <a:pt x="12157" y="2027"/>
                    <a:pt x="11675" y="2509"/>
                  </a:cubicBezTo>
                  <a:lnTo>
                    <a:pt x="10085" y="4100"/>
                  </a:lnTo>
                  <a:cubicBezTo>
                    <a:pt x="9563" y="2828"/>
                    <a:pt x="8362" y="2127"/>
                    <a:pt x="7139" y="2127"/>
                  </a:cubicBezTo>
                  <a:cubicBezTo>
                    <a:pt x="6342" y="2127"/>
                    <a:pt x="5535" y="2425"/>
                    <a:pt x="4902" y="3058"/>
                  </a:cubicBezTo>
                  <a:lnTo>
                    <a:pt x="1239" y="6721"/>
                  </a:lnTo>
                  <a:cubicBezTo>
                    <a:pt x="1" y="7959"/>
                    <a:pt x="1" y="9972"/>
                    <a:pt x="1239" y="11211"/>
                  </a:cubicBezTo>
                  <a:cubicBezTo>
                    <a:pt x="1860" y="11832"/>
                    <a:pt x="2674" y="12142"/>
                    <a:pt x="3487" y="12142"/>
                  </a:cubicBezTo>
                  <a:cubicBezTo>
                    <a:pt x="4300" y="12142"/>
                    <a:pt x="5113" y="11832"/>
                    <a:pt x="5732" y="11211"/>
                  </a:cubicBezTo>
                  <a:lnTo>
                    <a:pt x="7678" y="9268"/>
                  </a:lnTo>
                  <a:cubicBezTo>
                    <a:pt x="7798" y="9107"/>
                    <a:pt x="7663" y="8913"/>
                    <a:pt x="7500" y="8913"/>
                  </a:cubicBezTo>
                  <a:cubicBezTo>
                    <a:pt x="7457" y="8913"/>
                    <a:pt x="7411" y="8927"/>
                    <a:pt x="7368" y="8959"/>
                  </a:cubicBezTo>
                  <a:lnTo>
                    <a:pt x="5423" y="10901"/>
                  </a:lnTo>
                  <a:cubicBezTo>
                    <a:pt x="4890" y="11422"/>
                    <a:pt x="4198" y="11682"/>
                    <a:pt x="3506" y="11682"/>
                  </a:cubicBezTo>
                  <a:cubicBezTo>
                    <a:pt x="2805" y="11682"/>
                    <a:pt x="2105" y="11415"/>
                    <a:pt x="1570" y="10880"/>
                  </a:cubicBezTo>
                  <a:cubicBezTo>
                    <a:pt x="511" y="9817"/>
                    <a:pt x="500" y="8100"/>
                    <a:pt x="1549" y="7027"/>
                  </a:cubicBezTo>
                  <a:lnTo>
                    <a:pt x="5208" y="3368"/>
                  </a:lnTo>
                  <a:cubicBezTo>
                    <a:pt x="5757" y="2819"/>
                    <a:pt x="6452" y="2563"/>
                    <a:pt x="7139" y="2563"/>
                  </a:cubicBezTo>
                  <a:cubicBezTo>
                    <a:pt x="8255" y="2563"/>
                    <a:pt x="9348" y="3241"/>
                    <a:pt x="9747" y="4438"/>
                  </a:cubicBezTo>
                  <a:lnTo>
                    <a:pt x="8016" y="6172"/>
                  </a:lnTo>
                  <a:cubicBezTo>
                    <a:pt x="7769" y="6419"/>
                    <a:pt x="7455" y="6535"/>
                    <a:pt x="7145" y="6535"/>
                  </a:cubicBezTo>
                  <a:cubicBezTo>
                    <a:pt x="6668" y="6535"/>
                    <a:pt x="6200" y="6261"/>
                    <a:pt x="6000" y="5764"/>
                  </a:cubicBezTo>
                  <a:cubicBezTo>
                    <a:pt x="5955" y="5685"/>
                    <a:pt x="5884" y="5651"/>
                    <a:pt x="5813" y="5651"/>
                  </a:cubicBezTo>
                  <a:cubicBezTo>
                    <a:pt x="5682" y="5651"/>
                    <a:pt x="5552" y="5767"/>
                    <a:pt x="5595" y="5929"/>
                  </a:cubicBezTo>
                  <a:cubicBezTo>
                    <a:pt x="5868" y="6601"/>
                    <a:pt x="6501" y="6971"/>
                    <a:pt x="7147" y="6971"/>
                  </a:cubicBezTo>
                  <a:cubicBezTo>
                    <a:pt x="7566" y="6971"/>
                    <a:pt x="7991" y="6815"/>
                    <a:pt x="8326" y="6482"/>
                  </a:cubicBezTo>
                  <a:lnTo>
                    <a:pt x="10145" y="4659"/>
                  </a:lnTo>
                  <a:lnTo>
                    <a:pt x="10152" y="4656"/>
                  </a:lnTo>
                  <a:lnTo>
                    <a:pt x="11988" y="2823"/>
                  </a:lnTo>
                  <a:cubicBezTo>
                    <a:pt x="12608" y="2165"/>
                    <a:pt x="12593" y="1130"/>
                    <a:pt x="11953" y="490"/>
                  </a:cubicBezTo>
                  <a:cubicBezTo>
                    <a:pt x="11629" y="164"/>
                    <a:pt x="11202" y="0"/>
                    <a:pt x="10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85"/>
            <p:cNvSpPr/>
            <p:nvPr/>
          </p:nvSpPr>
          <p:spPr>
            <a:xfrm>
              <a:off x="5647587" y="1525687"/>
              <a:ext cx="329977" cy="317640"/>
            </a:xfrm>
            <a:custGeom>
              <a:rect b="b" l="l" r="r" t="t"/>
              <a:pathLst>
                <a:path extrusionOk="0" h="12204" w="12678">
                  <a:moveTo>
                    <a:pt x="9196" y="1"/>
                  </a:moveTo>
                  <a:cubicBezTo>
                    <a:pt x="8384" y="1"/>
                    <a:pt x="7571" y="310"/>
                    <a:pt x="6950" y="930"/>
                  </a:cubicBezTo>
                  <a:lnTo>
                    <a:pt x="5001" y="2875"/>
                  </a:lnTo>
                  <a:cubicBezTo>
                    <a:pt x="4895" y="2956"/>
                    <a:pt x="4884" y="3111"/>
                    <a:pt x="4979" y="3206"/>
                  </a:cubicBezTo>
                  <a:cubicBezTo>
                    <a:pt x="5023" y="3249"/>
                    <a:pt x="5079" y="3271"/>
                    <a:pt x="5134" y="3271"/>
                  </a:cubicBezTo>
                  <a:cubicBezTo>
                    <a:pt x="5200" y="3271"/>
                    <a:pt x="5266" y="3241"/>
                    <a:pt x="5310" y="3181"/>
                  </a:cubicBezTo>
                  <a:lnTo>
                    <a:pt x="7256" y="1236"/>
                  </a:lnTo>
                  <a:cubicBezTo>
                    <a:pt x="7793" y="686"/>
                    <a:pt x="8504" y="411"/>
                    <a:pt x="9215" y="411"/>
                  </a:cubicBezTo>
                  <a:cubicBezTo>
                    <a:pt x="9916" y="411"/>
                    <a:pt x="10616" y="678"/>
                    <a:pt x="11151" y="1215"/>
                  </a:cubicBezTo>
                  <a:cubicBezTo>
                    <a:pt x="12231" y="2291"/>
                    <a:pt x="12220" y="4043"/>
                    <a:pt x="11130" y="5109"/>
                  </a:cubicBezTo>
                  <a:lnTo>
                    <a:pt x="7470" y="8772"/>
                  </a:lnTo>
                  <a:cubicBezTo>
                    <a:pt x="6951" y="9292"/>
                    <a:pt x="6252" y="9574"/>
                    <a:pt x="5533" y="9574"/>
                  </a:cubicBezTo>
                  <a:cubicBezTo>
                    <a:pt x="5323" y="9574"/>
                    <a:pt x="5111" y="9550"/>
                    <a:pt x="4902" y="9501"/>
                  </a:cubicBezTo>
                  <a:cubicBezTo>
                    <a:pt x="3977" y="9282"/>
                    <a:pt x="3234" y="8600"/>
                    <a:pt x="2932" y="7699"/>
                  </a:cubicBezTo>
                  <a:lnTo>
                    <a:pt x="4666" y="5968"/>
                  </a:lnTo>
                  <a:cubicBezTo>
                    <a:pt x="4912" y="5719"/>
                    <a:pt x="5226" y="5602"/>
                    <a:pt x="5537" y="5602"/>
                  </a:cubicBezTo>
                  <a:cubicBezTo>
                    <a:pt x="6014" y="5602"/>
                    <a:pt x="6484" y="5878"/>
                    <a:pt x="6686" y="6376"/>
                  </a:cubicBezTo>
                  <a:cubicBezTo>
                    <a:pt x="6710" y="6474"/>
                    <a:pt x="6798" y="6537"/>
                    <a:pt x="6894" y="6537"/>
                  </a:cubicBezTo>
                  <a:cubicBezTo>
                    <a:pt x="6922" y="6537"/>
                    <a:pt x="6950" y="6531"/>
                    <a:pt x="6978" y="6520"/>
                  </a:cubicBezTo>
                  <a:cubicBezTo>
                    <a:pt x="7101" y="6471"/>
                    <a:pt x="7154" y="6327"/>
                    <a:pt x="7090" y="6211"/>
                  </a:cubicBezTo>
                  <a:cubicBezTo>
                    <a:pt x="6818" y="5539"/>
                    <a:pt x="6183" y="5169"/>
                    <a:pt x="5538" y="5169"/>
                  </a:cubicBezTo>
                  <a:cubicBezTo>
                    <a:pt x="5118" y="5169"/>
                    <a:pt x="4693" y="5326"/>
                    <a:pt x="4360" y="5658"/>
                  </a:cubicBezTo>
                  <a:lnTo>
                    <a:pt x="697" y="9318"/>
                  </a:lnTo>
                  <a:cubicBezTo>
                    <a:pt x="15" y="9965"/>
                    <a:pt x="1" y="11049"/>
                    <a:pt x="666" y="11714"/>
                  </a:cubicBezTo>
                  <a:cubicBezTo>
                    <a:pt x="993" y="12040"/>
                    <a:pt x="1421" y="12203"/>
                    <a:pt x="1848" y="12203"/>
                  </a:cubicBezTo>
                  <a:cubicBezTo>
                    <a:pt x="2291" y="12203"/>
                    <a:pt x="2733" y="12029"/>
                    <a:pt x="3062" y="11682"/>
                  </a:cubicBezTo>
                  <a:lnTo>
                    <a:pt x="4216" y="10528"/>
                  </a:lnTo>
                  <a:cubicBezTo>
                    <a:pt x="4321" y="10447"/>
                    <a:pt x="4332" y="10289"/>
                    <a:pt x="4241" y="10197"/>
                  </a:cubicBezTo>
                  <a:cubicBezTo>
                    <a:pt x="4197" y="10153"/>
                    <a:pt x="4140" y="10132"/>
                    <a:pt x="4083" y="10132"/>
                  </a:cubicBezTo>
                  <a:cubicBezTo>
                    <a:pt x="4016" y="10132"/>
                    <a:pt x="3950" y="10161"/>
                    <a:pt x="3906" y="10218"/>
                  </a:cubicBezTo>
                  <a:lnTo>
                    <a:pt x="2752" y="11372"/>
                  </a:lnTo>
                  <a:cubicBezTo>
                    <a:pt x="2512" y="11613"/>
                    <a:pt x="2197" y="11733"/>
                    <a:pt x="1881" y="11733"/>
                  </a:cubicBezTo>
                  <a:cubicBezTo>
                    <a:pt x="1565" y="11733"/>
                    <a:pt x="1248" y="11612"/>
                    <a:pt x="1007" y="11369"/>
                  </a:cubicBezTo>
                  <a:cubicBezTo>
                    <a:pt x="525" y="10887"/>
                    <a:pt x="525" y="10106"/>
                    <a:pt x="1007" y="9624"/>
                  </a:cubicBezTo>
                  <a:lnTo>
                    <a:pt x="2594" y="8040"/>
                  </a:lnTo>
                  <a:cubicBezTo>
                    <a:pt x="2998" y="9022"/>
                    <a:pt x="3864" y="9740"/>
                    <a:pt x="4909" y="9947"/>
                  </a:cubicBezTo>
                  <a:cubicBezTo>
                    <a:pt x="5118" y="9990"/>
                    <a:pt x="5328" y="10010"/>
                    <a:pt x="5537" y="10010"/>
                  </a:cubicBezTo>
                  <a:cubicBezTo>
                    <a:pt x="6369" y="10010"/>
                    <a:pt x="7178" y="9681"/>
                    <a:pt x="7780" y="9082"/>
                  </a:cubicBezTo>
                  <a:lnTo>
                    <a:pt x="11439" y="5419"/>
                  </a:lnTo>
                  <a:cubicBezTo>
                    <a:pt x="12678" y="4181"/>
                    <a:pt x="12678" y="2168"/>
                    <a:pt x="11443" y="930"/>
                  </a:cubicBezTo>
                  <a:cubicBezTo>
                    <a:pt x="10822" y="310"/>
                    <a:pt x="10009" y="1"/>
                    <a:pt x="9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0" name="Google Shape;17240;p85"/>
          <p:cNvGrpSpPr/>
          <p:nvPr/>
        </p:nvGrpSpPr>
        <p:grpSpPr>
          <a:xfrm>
            <a:off x="5186041" y="1525609"/>
            <a:ext cx="266964" cy="356056"/>
            <a:chOff x="5186041" y="1525609"/>
            <a:chExt cx="266964" cy="356056"/>
          </a:xfrm>
        </p:grpSpPr>
        <p:sp>
          <p:nvSpPr>
            <p:cNvPr id="17241" name="Google Shape;17241;p85"/>
            <p:cNvSpPr/>
            <p:nvPr/>
          </p:nvSpPr>
          <p:spPr>
            <a:xfrm>
              <a:off x="5275524" y="1603977"/>
              <a:ext cx="31337" cy="68999"/>
            </a:xfrm>
            <a:custGeom>
              <a:rect b="b" l="l" r="r" t="t"/>
              <a:pathLst>
                <a:path extrusionOk="0" h="2651" w="1204">
                  <a:moveTo>
                    <a:pt x="721" y="1"/>
                  </a:moveTo>
                  <a:cubicBezTo>
                    <a:pt x="324" y="1"/>
                    <a:pt x="0" y="325"/>
                    <a:pt x="0" y="726"/>
                  </a:cubicBezTo>
                  <a:lnTo>
                    <a:pt x="0" y="895"/>
                  </a:lnTo>
                  <a:cubicBezTo>
                    <a:pt x="0" y="1099"/>
                    <a:pt x="32" y="1306"/>
                    <a:pt x="99" y="1503"/>
                  </a:cubicBezTo>
                  <a:lnTo>
                    <a:pt x="482" y="2650"/>
                  </a:lnTo>
                  <a:lnTo>
                    <a:pt x="1203" y="2650"/>
                  </a:lnTo>
                  <a:lnTo>
                    <a:pt x="120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85"/>
            <p:cNvSpPr/>
            <p:nvPr/>
          </p:nvSpPr>
          <p:spPr>
            <a:xfrm>
              <a:off x="5287965" y="1597679"/>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7"/>
                  </a:lnTo>
                  <a:cubicBezTo>
                    <a:pt x="2868" y="1295"/>
                    <a:pt x="2893" y="1116"/>
                    <a:pt x="2893" y="936"/>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85"/>
            <p:cNvSpPr/>
            <p:nvPr/>
          </p:nvSpPr>
          <p:spPr>
            <a:xfrm>
              <a:off x="5299417" y="1692445"/>
              <a:ext cx="40134" cy="35189"/>
            </a:xfrm>
            <a:custGeom>
              <a:rect b="b" l="l" r="r" t="t"/>
              <a:pathLst>
                <a:path extrusionOk="0" h="1352" w="1542">
                  <a:moveTo>
                    <a:pt x="0" y="1"/>
                  </a:moveTo>
                  <a:lnTo>
                    <a:pt x="0" y="1352"/>
                  </a:lnTo>
                  <a:lnTo>
                    <a:pt x="1542" y="1352"/>
                  </a:lnTo>
                  <a:lnTo>
                    <a:pt x="1542"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85"/>
            <p:cNvSpPr/>
            <p:nvPr/>
          </p:nvSpPr>
          <p:spPr>
            <a:xfrm>
              <a:off x="5299417" y="1692445"/>
              <a:ext cx="40134" cy="21863"/>
            </a:xfrm>
            <a:custGeom>
              <a:rect b="b" l="l" r="r" t="t"/>
              <a:pathLst>
                <a:path extrusionOk="0" h="840" w="1542">
                  <a:moveTo>
                    <a:pt x="0" y="1"/>
                  </a:moveTo>
                  <a:lnTo>
                    <a:pt x="0" y="687"/>
                  </a:lnTo>
                  <a:cubicBezTo>
                    <a:pt x="247" y="789"/>
                    <a:pt x="508" y="840"/>
                    <a:pt x="770" y="840"/>
                  </a:cubicBezTo>
                  <a:cubicBezTo>
                    <a:pt x="1031" y="840"/>
                    <a:pt x="1294" y="789"/>
                    <a:pt x="1542" y="68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85"/>
            <p:cNvSpPr/>
            <p:nvPr/>
          </p:nvSpPr>
          <p:spPr>
            <a:xfrm>
              <a:off x="5252619" y="1714256"/>
              <a:ext cx="133729" cy="67411"/>
            </a:xfrm>
            <a:custGeom>
              <a:rect b="b" l="l" r="r" t="t"/>
              <a:pathLst>
                <a:path extrusionOk="0" h="2590" w="5138">
                  <a:moveTo>
                    <a:pt x="1795" y="0"/>
                  </a:moveTo>
                  <a:lnTo>
                    <a:pt x="556" y="356"/>
                  </a:lnTo>
                  <a:cubicBezTo>
                    <a:pt x="226" y="451"/>
                    <a:pt x="1" y="753"/>
                    <a:pt x="1" y="1098"/>
                  </a:cubicBezTo>
                  <a:lnTo>
                    <a:pt x="1" y="2590"/>
                  </a:lnTo>
                  <a:lnTo>
                    <a:pt x="5138" y="2590"/>
                  </a:lnTo>
                  <a:lnTo>
                    <a:pt x="5138" y="1098"/>
                  </a:lnTo>
                  <a:cubicBezTo>
                    <a:pt x="5138" y="753"/>
                    <a:pt x="4909" y="451"/>
                    <a:pt x="4578" y="356"/>
                  </a:cubicBezTo>
                  <a:lnTo>
                    <a:pt x="3340" y="0"/>
                  </a:lnTo>
                  <a:lnTo>
                    <a:pt x="2569" y="514"/>
                  </a:lnTo>
                  <a:lnTo>
                    <a:pt x="179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85"/>
            <p:cNvSpPr/>
            <p:nvPr/>
          </p:nvSpPr>
          <p:spPr>
            <a:xfrm>
              <a:off x="5281822" y="1629068"/>
              <a:ext cx="75402" cy="68999"/>
            </a:xfrm>
            <a:custGeom>
              <a:rect b="b" l="l" r="r" t="t"/>
              <a:pathLst>
                <a:path extrusionOk="0" h="2651" w="2897">
                  <a:moveTo>
                    <a:pt x="918" y="1"/>
                  </a:moveTo>
                  <a:cubicBezTo>
                    <a:pt x="791" y="1"/>
                    <a:pt x="667" y="53"/>
                    <a:pt x="578" y="145"/>
                  </a:cubicBezTo>
                  <a:lnTo>
                    <a:pt x="142" y="582"/>
                  </a:lnTo>
                  <a:cubicBezTo>
                    <a:pt x="50" y="670"/>
                    <a:pt x="1" y="793"/>
                    <a:pt x="1" y="923"/>
                  </a:cubicBezTo>
                  <a:lnTo>
                    <a:pt x="1" y="1204"/>
                  </a:lnTo>
                  <a:cubicBezTo>
                    <a:pt x="1" y="2003"/>
                    <a:pt x="648" y="2650"/>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8"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85"/>
            <p:cNvSpPr/>
            <p:nvPr/>
          </p:nvSpPr>
          <p:spPr>
            <a:xfrm>
              <a:off x="5281744" y="1629172"/>
              <a:ext cx="75219" cy="67437"/>
            </a:xfrm>
            <a:custGeom>
              <a:rect b="b" l="l" r="r" t="t"/>
              <a:pathLst>
                <a:path extrusionOk="0" h="2591" w="2890">
                  <a:moveTo>
                    <a:pt x="919" y="0"/>
                  </a:moveTo>
                  <a:cubicBezTo>
                    <a:pt x="791" y="0"/>
                    <a:pt x="669" y="49"/>
                    <a:pt x="581" y="141"/>
                  </a:cubicBezTo>
                  <a:lnTo>
                    <a:pt x="0" y="718"/>
                  </a:lnTo>
                  <a:lnTo>
                    <a:pt x="0" y="1204"/>
                  </a:lnTo>
                  <a:cubicBezTo>
                    <a:pt x="0" y="1848"/>
                    <a:pt x="426" y="2414"/>
                    <a:pt x="1045" y="2590"/>
                  </a:cubicBezTo>
                  <a:cubicBezTo>
                    <a:pt x="838" y="2337"/>
                    <a:pt x="725" y="2017"/>
                    <a:pt x="725" y="1686"/>
                  </a:cubicBezTo>
                  <a:lnTo>
                    <a:pt x="725" y="1151"/>
                  </a:lnTo>
                  <a:cubicBezTo>
                    <a:pt x="725" y="873"/>
                    <a:pt x="957" y="669"/>
                    <a:pt x="1235" y="669"/>
                  </a:cubicBezTo>
                  <a:cubicBezTo>
                    <a:pt x="1665" y="669"/>
                    <a:pt x="2520" y="722"/>
                    <a:pt x="2889" y="993"/>
                  </a:cubicBezTo>
                  <a:cubicBezTo>
                    <a:pt x="2871" y="891"/>
                    <a:pt x="2829" y="627"/>
                    <a:pt x="2755" y="553"/>
                  </a:cubicBezTo>
                  <a:cubicBezTo>
                    <a:pt x="2382" y="191"/>
                    <a:pt x="1700" y="25"/>
                    <a:pt x="933" y="1"/>
                  </a:cubicBezTo>
                  <a:cubicBezTo>
                    <a:pt x="928" y="0"/>
                    <a:pt x="924" y="0"/>
                    <a:pt x="91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85"/>
            <p:cNvSpPr/>
            <p:nvPr/>
          </p:nvSpPr>
          <p:spPr>
            <a:xfrm>
              <a:off x="5191272" y="1530918"/>
              <a:ext cx="256423" cy="345541"/>
            </a:xfrm>
            <a:custGeom>
              <a:rect b="b" l="l" r="r" t="t"/>
              <a:pathLst>
                <a:path extrusionOk="0" h="13276" w="9852">
                  <a:moveTo>
                    <a:pt x="4925" y="1284"/>
                  </a:moveTo>
                  <a:cubicBezTo>
                    <a:pt x="5394" y="1284"/>
                    <a:pt x="5868" y="1375"/>
                    <a:pt x="6319" y="1562"/>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7" y="1654"/>
                    <a:pt x="3977" y="1284"/>
                    <a:pt x="4925" y="1284"/>
                  </a:cubicBezTo>
                  <a:close/>
                  <a:moveTo>
                    <a:pt x="4920" y="0"/>
                  </a:moveTo>
                  <a:cubicBezTo>
                    <a:pt x="2199" y="0"/>
                    <a:pt x="0" y="2205"/>
                    <a:pt x="0" y="4926"/>
                  </a:cubicBezTo>
                  <a:cubicBezTo>
                    <a:pt x="0" y="10063"/>
                    <a:pt x="4926" y="13275"/>
                    <a:pt x="4926" y="13275"/>
                  </a:cubicBezTo>
                  <a:cubicBezTo>
                    <a:pt x="4926" y="13275"/>
                    <a:pt x="9852" y="10063"/>
                    <a:pt x="9852" y="4926"/>
                  </a:cubicBezTo>
                  <a:cubicBezTo>
                    <a:pt x="9852" y="2203"/>
                    <a:pt x="7646" y="0"/>
                    <a:pt x="4926" y="0"/>
                  </a:cubicBezTo>
                  <a:cubicBezTo>
                    <a:pt x="4924" y="0"/>
                    <a:pt x="4922" y="0"/>
                    <a:pt x="492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85"/>
            <p:cNvSpPr/>
            <p:nvPr/>
          </p:nvSpPr>
          <p:spPr>
            <a:xfrm>
              <a:off x="5191272" y="1530918"/>
              <a:ext cx="243071" cy="345541"/>
            </a:xfrm>
            <a:custGeom>
              <a:rect b="b" l="l" r="r" t="t"/>
              <a:pathLst>
                <a:path extrusionOk="0" h="13276" w="9339">
                  <a:moveTo>
                    <a:pt x="4929" y="1283"/>
                  </a:moveTo>
                  <a:cubicBezTo>
                    <a:pt x="5397" y="1283"/>
                    <a:pt x="5869" y="1373"/>
                    <a:pt x="6319" y="1559"/>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8" y="1653"/>
                    <a:pt x="3980" y="1283"/>
                    <a:pt x="4929" y="1283"/>
                  </a:cubicBezTo>
                  <a:close/>
                  <a:moveTo>
                    <a:pt x="4920" y="0"/>
                  </a:moveTo>
                  <a:cubicBezTo>
                    <a:pt x="2203" y="0"/>
                    <a:pt x="0" y="2205"/>
                    <a:pt x="0" y="4926"/>
                  </a:cubicBezTo>
                  <a:cubicBezTo>
                    <a:pt x="0" y="10063"/>
                    <a:pt x="4926" y="13275"/>
                    <a:pt x="4926" y="13275"/>
                  </a:cubicBezTo>
                  <a:cubicBezTo>
                    <a:pt x="4926" y="13275"/>
                    <a:pt x="3783" y="11710"/>
                    <a:pt x="3089" y="9018"/>
                  </a:cubicBezTo>
                  <a:cubicBezTo>
                    <a:pt x="3069" y="8933"/>
                    <a:pt x="3134" y="8857"/>
                    <a:pt x="3214" y="8857"/>
                  </a:cubicBezTo>
                  <a:cubicBezTo>
                    <a:pt x="3229" y="8857"/>
                    <a:pt x="3246" y="8860"/>
                    <a:pt x="3262" y="8867"/>
                  </a:cubicBezTo>
                  <a:cubicBezTo>
                    <a:pt x="3799" y="9095"/>
                    <a:pt x="4368" y="9208"/>
                    <a:pt x="4934" y="9208"/>
                  </a:cubicBezTo>
                  <a:cubicBezTo>
                    <a:pt x="5830" y="9208"/>
                    <a:pt x="6719" y="8926"/>
                    <a:pt x="7463" y="8378"/>
                  </a:cubicBezTo>
                  <a:cubicBezTo>
                    <a:pt x="8680" y="7484"/>
                    <a:pt x="9338" y="6017"/>
                    <a:pt x="9190" y="4518"/>
                  </a:cubicBezTo>
                  <a:cubicBezTo>
                    <a:pt x="9007" y="2565"/>
                    <a:pt x="7473" y="961"/>
                    <a:pt x="5535" y="683"/>
                  </a:cubicBezTo>
                  <a:cubicBezTo>
                    <a:pt x="5334" y="654"/>
                    <a:pt x="5131" y="640"/>
                    <a:pt x="4930" y="640"/>
                  </a:cubicBezTo>
                  <a:cubicBezTo>
                    <a:pt x="4612" y="640"/>
                    <a:pt x="4296" y="675"/>
                    <a:pt x="3987" y="746"/>
                  </a:cubicBezTo>
                  <a:cubicBezTo>
                    <a:pt x="3976" y="748"/>
                    <a:pt x="3966" y="750"/>
                    <a:pt x="3956" y="750"/>
                  </a:cubicBezTo>
                  <a:cubicBezTo>
                    <a:pt x="3847" y="750"/>
                    <a:pt x="3783" y="615"/>
                    <a:pt x="3863" y="532"/>
                  </a:cubicBezTo>
                  <a:cubicBezTo>
                    <a:pt x="4184" y="190"/>
                    <a:pt x="4543" y="0"/>
                    <a:pt x="4926" y="0"/>
                  </a:cubicBezTo>
                  <a:cubicBezTo>
                    <a:pt x="4924" y="0"/>
                    <a:pt x="4922" y="0"/>
                    <a:pt x="492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85"/>
            <p:cNvSpPr/>
            <p:nvPr/>
          </p:nvSpPr>
          <p:spPr>
            <a:xfrm>
              <a:off x="5209674" y="1559132"/>
              <a:ext cx="176050" cy="164025"/>
            </a:xfrm>
            <a:custGeom>
              <a:rect b="b" l="l" r="r" t="t"/>
              <a:pathLst>
                <a:path extrusionOk="0" h="6302" w="6764">
                  <a:moveTo>
                    <a:pt x="4222" y="1"/>
                  </a:moveTo>
                  <a:cubicBezTo>
                    <a:pt x="3235" y="1"/>
                    <a:pt x="2252" y="380"/>
                    <a:pt x="1506" y="1126"/>
                  </a:cubicBezTo>
                  <a:cubicBezTo>
                    <a:pt x="131" y="2502"/>
                    <a:pt x="0" y="4687"/>
                    <a:pt x="1200" y="6217"/>
                  </a:cubicBezTo>
                  <a:cubicBezTo>
                    <a:pt x="1245" y="6277"/>
                    <a:pt x="1302" y="6302"/>
                    <a:pt x="1357" y="6302"/>
                  </a:cubicBezTo>
                  <a:cubicBezTo>
                    <a:pt x="1507" y="6302"/>
                    <a:pt x="1648" y="6121"/>
                    <a:pt x="1517" y="5967"/>
                  </a:cubicBezTo>
                  <a:cubicBezTo>
                    <a:pt x="437" y="4599"/>
                    <a:pt x="553" y="2639"/>
                    <a:pt x="1784" y="1407"/>
                  </a:cubicBezTo>
                  <a:cubicBezTo>
                    <a:pt x="2453" y="738"/>
                    <a:pt x="3335" y="398"/>
                    <a:pt x="4220" y="398"/>
                  </a:cubicBezTo>
                  <a:cubicBezTo>
                    <a:pt x="4969" y="398"/>
                    <a:pt x="5720" y="641"/>
                    <a:pt x="6348" y="1136"/>
                  </a:cubicBezTo>
                  <a:cubicBezTo>
                    <a:pt x="6389" y="1169"/>
                    <a:pt x="6432" y="1183"/>
                    <a:pt x="6472" y="1183"/>
                  </a:cubicBezTo>
                  <a:cubicBezTo>
                    <a:pt x="6636" y="1183"/>
                    <a:pt x="6763" y="956"/>
                    <a:pt x="6594" y="823"/>
                  </a:cubicBezTo>
                  <a:cubicBezTo>
                    <a:pt x="5894" y="272"/>
                    <a:pt x="5057" y="1"/>
                    <a:pt x="4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85"/>
            <p:cNvSpPr/>
            <p:nvPr/>
          </p:nvSpPr>
          <p:spPr>
            <a:xfrm>
              <a:off x="5186041" y="1525609"/>
              <a:ext cx="266964" cy="356056"/>
            </a:xfrm>
            <a:custGeom>
              <a:rect b="b" l="l" r="r" t="t"/>
              <a:pathLst>
                <a:path extrusionOk="0" h="13680" w="10257">
                  <a:moveTo>
                    <a:pt x="5127" y="405"/>
                  </a:moveTo>
                  <a:cubicBezTo>
                    <a:pt x="7738" y="405"/>
                    <a:pt x="9852" y="2519"/>
                    <a:pt x="9852" y="5130"/>
                  </a:cubicBezTo>
                  <a:cubicBezTo>
                    <a:pt x="9849" y="6270"/>
                    <a:pt x="9599" y="7407"/>
                    <a:pt x="9103" y="8511"/>
                  </a:cubicBezTo>
                  <a:cubicBezTo>
                    <a:pt x="8702" y="9398"/>
                    <a:pt x="8142" y="10267"/>
                    <a:pt x="7442" y="11090"/>
                  </a:cubicBezTo>
                  <a:cubicBezTo>
                    <a:pt x="6760" y="11896"/>
                    <a:pt x="5982" y="12614"/>
                    <a:pt x="5127" y="13233"/>
                  </a:cubicBezTo>
                  <a:cubicBezTo>
                    <a:pt x="4272" y="12617"/>
                    <a:pt x="3498" y="11900"/>
                    <a:pt x="2815" y="11101"/>
                  </a:cubicBezTo>
                  <a:cubicBezTo>
                    <a:pt x="2112" y="10274"/>
                    <a:pt x="1552" y="9405"/>
                    <a:pt x="1155" y="8518"/>
                  </a:cubicBezTo>
                  <a:cubicBezTo>
                    <a:pt x="655" y="7410"/>
                    <a:pt x="405" y="6274"/>
                    <a:pt x="405" y="5130"/>
                  </a:cubicBezTo>
                  <a:cubicBezTo>
                    <a:pt x="405" y="2519"/>
                    <a:pt x="2520" y="405"/>
                    <a:pt x="5127" y="405"/>
                  </a:cubicBezTo>
                  <a:close/>
                  <a:moveTo>
                    <a:pt x="5127" y="0"/>
                  </a:moveTo>
                  <a:cubicBezTo>
                    <a:pt x="2295" y="4"/>
                    <a:pt x="4" y="2298"/>
                    <a:pt x="1" y="5130"/>
                  </a:cubicBezTo>
                  <a:cubicBezTo>
                    <a:pt x="1" y="6330"/>
                    <a:pt x="264" y="7526"/>
                    <a:pt x="789" y="8684"/>
                  </a:cubicBezTo>
                  <a:cubicBezTo>
                    <a:pt x="1204" y="9606"/>
                    <a:pt x="1784" y="10506"/>
                    <a:pt x="2513" y="11361"/>
                  </a:cubicBezTo>
                  <a:cubicBezTo>
                    <a:pt x="3748" y="12811"/>
                    <a:pt x="4965" y="13613"/>
                    <a:pt x="5018" y="13648"/>
                  </a:cubicBezTo>
                  <a:cubicBezTo>
                    <a:pt x="5051" y="13669"/>
                    <a:pt x="5090" y="13680"/>
                    <a:pt x="5129" y="13680"/>
                  </a:cubicBezTo>
                  <a:cubicBezTo>
                    <a:pt x="5167" y="13680"/>
                    <a:pt x="5206" y="13669"/>
                    <a:pt x="5240" y="13648"/>
                  </a:cubicBezTo>
                  <a:cubicBezTo>
                    <a:pt x="5289" y="13613"/>
                    <a:pt x="6506" y="12811"/>
                    <a:pt x="7745" y="11361"/>
                  </a:cubicBezTo>
                  <a:cubicBezTo>
                    <a:pt x="8473" y="10506"/>
                    <a:pt x="9050" y="9606"/>
                    <a:pt x="9469" y="8684"/>
                  </a:cubicBezTo>
                  <a:cubicBezTo>
                    <a:pt x="9990" y="7526"/>
                    <a:pt x="10257" y="6330"/>
                    <a:pt x="10257" y="5130"/>
                  </a:cubicBezTo>
                  <a:cubicBezTo>
                    <a:pt x="10253" y="2298"/>
                    <a:pt x="7956" y="4"/>
                    <a:pt x="5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85"/>
            <p:cNvSpPr/>
            <p:nvPr/>
          </p:nvSpPr>
          <p:spPr>
            <a:xfrm>
              <a:off x="5291713" y="1624435"/>
              <a:ext cx="57130" cy="17855"/>
            </a:xfrm>
            <a:custGeom>
              <a:rect b="b" l="l" r="r" t="t"/>
              <a:pathLst>
                <a:path extrusionOk="0" h="686" w="2195">
                  <a:moveTo>
                    <a:pt x="793" y="0"/>
                  </a:moveTo>
                  <a:cubicBezTo>
                    <a:pt x="603" y="0"/>
                    <a:pt x="393" y="18"/>
                    <a:pt x="166" y="63"/>
                  </a:cubicBezTo>
                  <a:cubicBezTo>
                    <a:pt x="75" y="84"/>
                    <a:pt x="8" y="165"/>
                    <a:pt x="8" y="260"/>
                  </a:cubicBezTo>
                  <a:lnTo>
                    <a:pt x="8" y="475"/>
                  </a:lnTo>
                  <a:cubicBezTo>
                    <a:pt x="1" y="587"/>
                    <a:pt x="92" y="686"/>
                    <a:pt x="209" y="686"/>
                  </a:cubicBezTo>
                  <a:cubicBezTo>
                    <a:pt x="321" y="686"/>
                    <a:pt x="413" y="587"/>
                    <a:pt x="409" y="475"/>
                  </a:cubicBezTo>
                  <a:lnTo>
                    <a:pt x="409" y="429"/>
                  </a:lnTo>
                  <a:cubicBezTo>
                    <a:pt x="536" y="410"/>
                    <a:pt x="664" y="400"/>
                    <a:pt x="791" y="400"/>
                  </a:cubicBezTo>
                  <a:cubicBezTo>
                    <a:pt x="995" y="400"/>
                    <a:pt x="1197" y="425"/>
                    <a:pt x="1394" y="475"/>
                  </a:cubicBezTo>
                  <a:cubicBezTo>
                    <a:pt x="1542" y="510"/>
                    <a:pt x="1683" y="566"/>
                    <a:pt x="1813" y="643"/>
                  </a:cubicBezTo>
                  <a:cubicBezTo>
                    <a:pt x="1847" y="662"/>
                    <a:pt x="1880" y="670"/>
                    <a:pt x="1911" y="670"/>
                  </a:cubicBezTo>
                  <a:cubicBezTo>
                    <a:pt x="2080" y="670"/>
                    <a:pt x="2194" y="437"/>
                    <a:pt x="2031" y="309"/>
                  </a:cubicBezTo>
                  <a:cubicBezTo>
                    <a:pt x="2009" y="292"/>
                    <a:pt x="1557"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85"/>
            <p:cNvSpPr/>
            <p:nvPr/>
          </p:nvSpPr>
          <p:spPr>
            <a:xfrm>
              <a:off x="5255092" y="1592551"/>
              <a:ext cx="174306" cy="166524"/>
            </a:xfrm>
            <a:custGeom>
              <a:rect b="b" l="l" r="r" t="t"/>
              <a:pathLst>
                <a:path extrusionOk="0" h="6398" w="6697">
                  <a:moveTo>
                    <a:pt x="3987" y="401"/>
                  </a:moveTo>
                  <a:lnTo>
                    <a:pt x="3987" y="1397"/>
                  </a:lnTo>
                  <a:cubicBezTo>
                    <a:pt x="3983" y="1562"/>
                    <a:pt x="3945" y="1728"/>
                    <a:pt x="3871" y="1879"/>
                  </a:cubicBezTo>
                  <a:lnTo>
                    <a:pt x="3793" y="2037"/>
                  </a:lnTo>
                  <a:cubicBezTo>
                    <a:pt x="3779" y="2062"/>
                    <a:pt x="3772" y="2094"/>
                    <a:pt x="3772" y="2125"/>
                  </a:cubicBezTo>
                  <a:lnTo>
                    <a:pt x="3772" y="2558"/>
                  </a:lnTo>
                  <a:cubicBezTo>
                    <a:pt x="3772" y="3275"/>
                    <a:pt x="3188" y="3854"/>
                    <a:pt x="2476" y="3854"/>
                  </a:cubicBezTo>
                  <a:cubicBezTo>
                    <a:pt x="2461" y="3854"/>
                    <a:pt x="2447" y="3853"/>
                    <a:pt x="2432" y="3853"/>
                  </a:cubicBezTo>
                  <a:cubicBezTo>
                    <a:pt x="1739" y="3832"/>
                    <a:pt x="1176" y="3223"/>
                    <a:pt x="1176" y="2491"/>
                  </a:cubicBezTo>
                  <a:lnTo>
                    <a:pt x="1176" y="2125"/>
                  </a:lnTo>
                  <a:cubicBezTo>
                    <a:pt x="1172" y="2097"/>
                    <a:pt x="1165" y="2065"/>
                    <a:pt x="1155" y="2037"/>
                  </a:cubicBezTo>
                  <a:lnTo>
                    <a:pt x="1074" y="1883"/>
                  </a:lnTo>
                  <a:cubicBezTo>
                    <a:pt x="1000" y="1731"/>
                    <a:pt x="961" y="1566"/>
                    <a:pt x="961" y="1397"/>
                  </a:cubicBezTo>
                  <a:cubicBezTo>
                    <a:pt x="961" y="848"/>
                    <a:pt x="1404" y="401"/>
                    <a:pt x="1953" y="401"/>
                  </a:cubicBezTo>
                  <a:close/>
                  <a:moveTo>
                    <a:pt x="1816" y="4113"/>
                  </a:moveTo>
                  <a:cubicBezTo>
                    <a:pt x="2006" y="4198"/>
                    <a:pt x="2214" y="4247"/>
                    <a:pt x="2421" y="4254"/>
                  </a:cubicBezTo>
                  <a:lnTo>
                    <a:pt x="2421" y="4250"/>
                  </a:lnTo>
                  <a:lnTo>
                    <a:pt x="2474" y="4250"/>
                  </a:lnTo>
                  <a:cubicBezTo>
                    <a:pt x="2699" y="4250"/>
                    <a:pt x="2921" y="4208"/>
                    <a:pt x="3128" y="4120"/>
                  </a:cubicBezTo>
                  <a:lnTo>
                    <a:pt x="3128" y="4395"/>
                  </a:lnTo>
                  <a:cubicBezTo>
                    <a:pt x="3128" y="4455"/>
                    <a:pt x="3139" y="4514"/>
                    <a:pt x="3153" y="4571"/>
                  </a:cubicBezTo>
                  <a:lnTo>
                    <a:pt x="2474" y="5084"/>
                  </a:lnTo>
                  <a:lnTo>
                    <a:pt x="1791" y="4571"/>
                  </a:lnTo>
                  <a:cubicBezTo>
                    <a:pt x="1806" y="4514"/>
                    <a:pt x="1816" y="4455"/>
                    <a:pt x="1816" y="4395"/>
                  </a:cubicBezTo>
                  <a:lnTo>
                    <a:pt x="1816" y="4113"/>
                  </a:lnTo>
                  <a:close/>
                  <a:moveTo>
                    <a:pt x="1559" y="4905"/>
                  </a:moveTo>
                  <a:lnTo>
                    <a:pt x="2273" y="5436"/>
                  </a:lnTo>
                  <a:lnTo>
                    <a:pt x="2273" y="5989"/>
                  </a:lnTo>
                  <a:cubicBezTo>
                    <a:pt x="1630" y="5953"/>
                    <a:pt x="1014" y="5735"/>
                    <a:pt x="490" y="5366"/>
                  </a:cubicBezTo>
                  <a:cubicBezTo>
                    <a:pt x="528" y="5327"/>
                    <a:pt x="578" y="5299"/>
                    <a:pt x="627" y="5281"/>
                  </a:cubicBezTo>
                  <a:lnTo>
                    <a:pt x="627" y="5278"/>
                  </a:lnTo>
                  <a:lnTo>
                    <a:pt x="1408" y="4986"/>
                  </a:lnTo>
                  <a:cubicBezTo>
                    <a:pt x="1464" y="4965"/>
                    <a:pt x="1513" y="4937"/>
                    <a:pt x="1559" y="4905"/>
                  </a:cubicBezTo>
                  <a:close/>
                  <a:moveTo>
                    <a:pt x="3385" y="4905"/>
                  </a:moveTo>
                  <a:cubicBezTo>
                    <a:pt x="3431" y="4940"/>
                    <a:pt x="3484" y="4968"/>
                    <a:pt x="3537" y="4989"/>
                  </a:cubicBezTo>
                  <a:lnTo>
                    <a:pt x="4487" y="5345"/>
                  </a:lnTo>
                  <a:cubicBezTo>
                    <a:pt x="3955" y="5728"/>
                    <a:pt x="3325" y="5953"/>
                    <a:pt x="2675" y="5989"/>
                  </a:cubicBezTo>
                  <a:lnTo>
                    <a:pt x="2675" y="5440"/>
                  </a:lnTo>
                  <a:lnTo>
                    <a:pt x="3385" y="4905"/>
                  </a:lnTo>
                  <a:close/>
                  <a:moveTo>
                    <a:pt x="1953" y="0"/>
                  </a:moveTo>
                  <a:cubicBezTo>
                    <a:pt x="1183" y="0"/>
                    <a:pt x="560" y="623"/>
                    <a:pt x="560" y="1393"/>
                  </a:cubicBezTo>
                  <a:cubicBezTo>
                    <a:pt x="560" y="1626"/>
                    <a:pt x="613" y="1851"/>
                    <a:pt x="715" y="2058"/>
                  </a:cubicBezTo>
                  <a:lnTo>
                    <a:pt x="775" y="2175"/>
                  </a:lnTo>
                  <a:lnTo>
                    <a:pt x="775" y="2491"/>
                  </a:lnTo>
                  <a:cubicBezTo>
                    <a:pt x="775" y="3023"/>
                    <a:pt x="1007" y="3526"/>
                    <a:pt x="1415" y="3867"/>
                  </a:cubicBezTo>
                  <a:lnTo>
                    <a:pt x="1415" y="4398"/>
                  </a:lnTo>
                  <a:cubicBezTo>
                    <a:pt x="1415" y="4493"/>
                    <a:pt x="1355" y="4578"/>
                    <a:pt x="1267" y="4613"/>
                  </a:cubicBezTo>
                  <a:lnTo>
                    <a:pt x="486" y="4905"/>
                  </a:lnTo>
                  <a:cubicBezTo>
                    <a:pt x="286" y="4982"/>
                    <a:pt x="120" y="5137"/>
                    <a:pt x="36" y="5334"/>
                  </a:cubicBezTo>
                  <a:cubicBezTo>
                    <a:pt x="1" y="5415"/>
                    <a:pt x="25" y="5514"/>
                    <a:pt x="96" y="5570"/>
                  </a:cubicBezTo>
                  <a:cubicBezTo>
                    <a:pt x="797" y="6124"/>
                    <a:pt x="1638" y="6397"/>
                    <a:pt x="2476" y="6397"/>
                  </a:cubicBezTo>
                  <a:cubicBezTo>
                    <a:pt x="3464" y="6397"/>
                    <a:pt x="4446" y="6018"/>
                    <a:pt x="5190" y="5274"/>
                  </a:cubicBezTo>
                  <a:cubicBezTo>
                    <a:pt x="6570" y="3895"/>
                    <a:pt x="6696" y="1707"/>
                    <a:pt x="5493" y="176"/>
                  </a:cubicBezTo>
                  <a:cubicBezTo>
                    <a:pt x="5453" y="126"/>
                    <a:pt x="5394" y="100"/>
                    <a:pt x="5335" y="100"/>
                  </a:cubicBezTo>
                  <a:cubicBezTo>
                    <a:pt x="5290" y="100"/>
                    <a:pt x="5246" y="114"/>
                    <a:pt x="5208" y="144"/>
                  </a:cubicBezTo>
                  <a:cubicBezTo>
                    <a:pt x="5120" y="211"/>
                    <a:pt x="5106" y="338"/>
                    <a:pt x="5176" y="426"/>
                  </a:cubicBezTo>
                  <a:cubicBezTo>
                    <a:pt x="6256" y="1795"/>
                    <a:pt x="6140" y="3754"/>
                    <a:pt x="4905" y="4986"/>
                  </a:cubicBezTo>
                  <a:cubicBezTo>
                    <a:pt x="4881" y="5010"/>
                    <a:pt x="4856" y="5035"/>
                    <a:pt x="4831" y="5060"/>
                  </a:cubicBezTo>
                  <a:cubicBezTo>
                    <a:pt x="4789" y="5035"/>
                    <a:pt x="4743" y="5010"/>
                    <a:pt x="4698" y="4993"/>
                  </a:cubicBezTo>
                  <a:lnTo>
                    <a:pt x="3677" y="4613"/>
                  </a:lnTo>
                  <a:cubicBezTo>
                    <a:pt x="3589" y="4578"/>
                    <a:pt x="3530" y="4493"/>
                    <a:pt x="3530" y="4398"/>
                  </a:cubicBezTo>
                  <a:lnTo>
                    <a:pt x="3530" y="3885"/>
                  </a:lnTo>
                  <a:cubicBezTo>
                    <a:pt x="3575" y="3849"/>
                    <a:pt x="3614" y="3814"/>
                    <a:pt x="3656" y="3775"/>
                  </a:cubicBezTo>
                  <a:cubicBezTo>
                    <a:pt x="3987" y="3455"/>
                    <a:pt x="4173" y="3015"/>
                    <a:pt x="4173" y="2558"/>
                  </a:cubicBezTo>
                  <a:lnTo>
                    <a:pt x="4173" y="2175"/>
                  </a:lnTo>
                  <a:lnTo>
                    <a:pt x="4230" y="2058"/>
                  </a:lnTo>
                  <a:cubicBezTo>
                    <a:pt x="4332" y="1851"/>
                    <a:pt x="4385" y="1626"/>
                    <a:pt x="4385" y="1393"/>
                  </a:cubicBezTo>
                  <a:lnTo>
                    <a:pt x="4385" y="201"/>
                  </a:lnTo>
                  <a:cubicBezTo>
                    <a:pt x="4385" y="88"/>
                    <a:pt x="4297" y="0"/>
                    <a:pt x="4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4" name="Google Shape;17254;p85"/>
          <p:cNvGrpSpPr/>
          <p:nvPr/>
        </p:nvGrpSpPr>
        <p:grpSpPr>
          <a:xfrm>
            <a:off x="1356198" y="2907591"/>
            <a:ext cx="379143" cy="337655"/>
            <a:chOff x="1356198" y="2907591"/>
            <a:chExt cx="379143" cy="337655"/>
          </a:xfrm>
        </p:grpSpPr>
        <p:sp>
          <p:nvSpPr>
            <p:cNvPr id="17255" name="Google Shape;17255;p85"/>
            <p:cNvSpPr/>
            <p:nvPr/>
          </p:nvSpPr>
          <p:spPr>
            <a:xfrm>
              <a:off x="1361768" y="3061517"/>
              <a:ext cx="207101" cy="178158"/>
            </a:xfrm>
            <a:custGeom>
              <a:rect b="b" l="l" r="r" t="t"/>
              <a:pathLst>
                <a:path extrusionOk="0" h="6845" w="7957">
                  <a:moveTo>
                    <a:pt x="7752" y="1"/>
                  </a:moveTo>
                  <a:lnTo>
                    <a:pt x="3783" y="3751"/>
                  </a:lnTo>
                  <a:cubicBezTo>
                    <a:pt x="3695" y="3832"/>
                    <a:pt x="3583" y="3878"/>
                    <a:pt x="3466" y="3878"/>
                  </a:cubicBezTo>
                  <a:lnTo>
                    <a:pt x="3424" y="3878"/>
                  </a:lnTo>
                  <a:cubicBezTo>
                    <a:pt x="3171" y="3878"/>
                    <a:pt x="2967" y="3674"/>
                    <a:pt x="2967" y="3421"/>
                  </a:cubicBezTo>
                  <a:lnTo>
                    <a:pt x="2967" y="3192"/>
                  </a:lnTo>
                  <a:lnTo>
                    <a:pt x="1598" y="3192"/>
                  </a:lnTo>
                  <a:lnTo>
                    <a:pt x="1598" y="3533"/>
                  </a:lnTo>
                  <a:cubicBezTo>
                    <a:pt x="1598" y="3737"/>
                    <a:pt x="1461" y="3917"/>
                    <a:pt x="1267" y="3973"/>
                  </a:cubicBezTo>
                  <a:lnTo>
                    <a:pt x="497" y="4191"/>
                  </a:lnTo>
                  <a:cubicBezTo>
                    <a:pt x="201" y="4276"/>
                    <a:pt x="1" y="4547"/>
                    <a:pt x="1" y="4853"/>
                  </a:cubicBezTo>
                  <a:lnTo>
                    <a:pt x="1" y="6844"/>
                  </a:lnTo>
                  <a:lnTo>
                    <a:pt x="3649" y="6844"/>
                  </a:lnTo>
                  <a:lnTo>
                    <a:pt x="3649" y="5623"/>
                  </a:lnTo>
                  <a:cubicBezTo>
                    <a:pt x="3649" y="5380"/>
                    <a:pt x="3748" y="5148"/>
                    <a:pt x="3917" y="4979"/>
                  </a:cubicBezTo>
                  <a:lnTo>
                    <a:pt x="7798" y="1095"/>
                  </a:lnTo>
                  <a:cubicBezTo>
                    <a:pt x="7910" y="979"/>
                    <a:pt x="7956" y="817"/>
                    <a:pt x="7917" y="659"/>
                  </a:cubicBezTo>
                  <a:lnTo>
                    <a:pt x="775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85"/>
            <p:cNvSpPr/>
            <p:nvPr/>
          </p:nvSpPr>
          <p:spPr>
            <a:xfrm>
              <a:off x="1516085" y="2913161"/>
              <a:ext cx="213686" cy="178054"/>
            </a:xfrm>
            <a:custGeom>
              <a:rect b="b" l="l" r="r" t="t"/>
              <a:pathLst>
                <a:path extrusionOk="0" h="6841" w="8210">
                  <a:moveTo>
                    <a:pt x="454" y="1"/>
                  </a:moveTo>
                  <a:cubicBezTo>
                    <a:pt x="204" y="1"/>
                    <a:pt x="0" y="205"/>
                    <a:pt x="0" y="455"/>
                  </a:cubicBezTo>
                  <a:lnTo>
                    <a:pt x="0" y="6383"/>
                  </a:lnTo>
                  <a:cubicBezTo>
                    <a:pt x="0" y="6637"/>
                    <a:pt x="204" y="6841"/>
                    <a:pt x="454" y="6841"/>
                  </a:cubicBezTo>
                  <a:lnTo>
                    <a:pt x="7752" y="6841"/>
                  </a:lnTo>
                  <a:cubicBezTo>
                    <a:pt x="8005" y="6841"/>
                    <a:pt x="8209" y="6637"/>
                    <a:pt x="8209" y="6383"/>
                  </a:cubicBezTo>
                  <a:lnTo>
                    <a:pt x="8209" y="455"/>
                  </a:lnTo>
                  <a:cubicBezTo>
                    <a:pt x="8209" y="205"/>
                    <a:pt x="8005" y="1"/>
                    <a:pt x="775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85"/>
            <p:cNvSpPr/>
            <p:nvPr/>
          </p:nvSpPr>
          <p:spPr>
            <a:xfrm>
              <a:off x="1379545" y="3061517"/>
              <a:ext cx="29697" cy="65329"/>
            </a:xfrm>
            <a:custGeom>
              <a:rect b="b" l="l" r="r" t="t"/>
              <a:pathLst>
                <a:path extrusionOk="0" h="2510" w="1141">
                  <a:moveTo>
                    <a:pt x="686" y="1"/>
                  </a:moveTo>
                  <a:cubicBezTo>
                    <a:pt x="306" y="1"/>
                    <a:pt x="0" y="307"/>
                    <a:pt x="0" y="683"/>
                  </a:cubicBezTo>
                  <a:lnTo>
                    <a:pt x="0" y="845"/>
                  </a:lnTo>
                  <a:cubicBezTo>
                    <a:pt x="0" y="1039"/>
                    <a:pt x="32" y="1236"/>
                    <a:pt x="95" y="1422"/>
                  </a:cubicBezTo>
                  <a:lnTo>
                    <a:pt x="458" y="2509"/>
                  </a:lnTo>
                  <a:lnTo>
                    <a:pt x="1140" y="2509"/>
                  </a:lnTo>
                  <a:lnTo>
                    <a:pt x="114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85"/>
            <p:cNvSpPr/>
            <p:nvPr/>
          </p:nvSpPr>
          <p:spPr>
            <a:xfrm>
              <a:off x="1391440" y="3055661"/>
              <a:ext cx="71289" cy="71185"/>
            </a:xfrm>
            <a:custGeom>
              <a:rect b="b" l="l" r="r" t="t"/>
              <a:pathLst>
                <a:path extrusionOk="0" h="2735" w="2739">
                  <a:moveTo>
                    <a:pt x="683" y="1"/>
                  </a:moveTo>
                  <a:cubicBezTo>
                    <a:pt x="307" y="1"/>
                    <a:pt x="1" y="303"/>
                    <a:pt x="1" y="683"/>
                  </a:cubicBezTo>
                  <a:cubicBezTo>
                    <a:pt x="1" y="933"/>
                    <a:pt x="205" y="1137"/>
                    <a:pt x="458" y="1137"/>
                  </a:cubicBezTo>
                  <a:lnTo>
                    <a:pt x="2281" y="2734"/>
                  </a:lnTo>
                  <a:lnTo>
                    <a:pt x="2685" y="1323"/>
                  </a:lnTo>
                  <a:cubicBezTo>
                    <a:pt x="2721" y="1200"/>
                    <a:pt x="2738" y="1074"/>
                    <a:pt x="2738" y="947"/>
                  </a:cubicBezTo>
                  <a:lnTo>
                    <a:pt x="273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85"/>
            <p:cNvSpPr/>
            <p:nvPr/>
          </p:nvSpPr>
          <p:spPr>
            <a:xfrm>
              <a:off x="1403360" y="3144571"/>
              <a:ext cx="35554" cy="29697"/>
            </a:xfrm>
            <a:custGeom>
              <a:rect b="b" l="l" r="r" t="t"/>
              <a:pathLst>
                <a:path extrusionOk="0" h="1141" w="1366">
                  <a:moveTo>
                    <a:pt x="0" y="1"/>
                  </a:moveTo>
                  <a:lnTo>
                    <a:pt x="0" y="458"/>
                  </a:lnTo>
                  <a:cubicBezTo>
                    <a:pt x="0" y="835"/>
                    <a:pt x="306" y="1141"/>
                    <a:pt x="683" y="1141"/>
                  </a:cubicBezTo>
                  <a:cubicBezTo>
                    <a:pt x="1059" y="1141"/>
                    <a:pt x="1365" y="835"/>
                    <a:pt x="1365" y="458"/>
                  </a:cubicBezTo>
                  <a:lnTo>
                    <a:pt x="136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85"/>
            <p:cNvSpPr/>
            <p:nvPr/>
          </p:nvSpPr>
          <p:spPr>
            <a:xfrm>
              <a:off x="1385505" y="3085411"/>
              <a:ext cx="71263" cy="65147"/>
            </a:xfrm>
            <a:custGeom>
              <a:rect b="b" l="l" r="r" t="t"/>
              <a:pathLst>
                <a:path extrusionOk="0" h="2503" w="2738">
                  <a:moveTo>
                    <a:pt x="866" y="1"/>
                  </a:moveTo>
                  <a:cubicBezTo>
                    <a:pt x="744" y="1"/>
                    <a:pt x="630" y="46"/>
                    <a:pt x="549" y="131"/>
                  </a:cubicBezTo>
                  <a:lnTo>
                    <a:pt x="324" y="356"/>
                  </a:lnTo>
                  <a:cubicBezTo>
                    <a:pt x="116" y="564"/>
                    <a:pt x="0" y="842"/>
                    <a:pt x="0" y="1134"/>
                  </a:cubicBezTo>
                  <a:cubicBezTo>
                    <a:pt x="0" y="1890"/>
                    <a:pt x="612" y="2503"/>
                    <a:pt x="1369" y="2503"/>
                  </a:cubicBezTo>
                  <a:cubicBezTo>
                    <a:pt x="2122" y="2503"/>
                    <a:pt x="2737" y="1890"/>
                    <a:pt x="2737" y="1138"/>
                  </a:cubicBezTo>
                  <a:lnTo>
                    <a:pt x="2737" y="845"/>
                  </a:lnTo>
                  <a:cubicBezTo>
                    <a:pt x="2737" y="726"/>
                    <a:pt x="2692" y="610"/>
                    <a:pt x="2604" y="522"/>
                  </a:cubicBezTo>
                  <a:cubicBezTo>
                    <a:pt x="2252" y="177"/>
                    <a:pt x="1608" y="22"/>
                    <a:pt x="880" y="1"/>
                  </a:cubicBezTo>
                  <a:cubicBezTo>
                    <a:pt x="875" y="1"/>
                    <a:pt x="871" y="1"/>
                    <a:pt x="8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85"/>
            <p:cNvSpPr/>
            <p:nvPr/>
          </p:nvSpPr>
          <p:spPr>
            <a:xfrm>
              <a:off x="1385505" y="3085333"/>
              <a:ext cx="71081" cy="63767"/>
            </a:xfrm>
            <a:custGeom>
              <a:rect b="b" l="l" r="r" t="t"/>
              <a:pathLst>
                <a:path extrusionOk="0" h="2450" w="2731">
                  <a:moveTo>
                    <a:pt x="866" y="0"/>
                  </a:moveTo>
                  <a:cubicBezTo>
                    <a:pt x="748" y="0"/>
                    <a:pt x="634" y="46"/>
                    <a:pt x="549" y="131"/>
                  </a:cubicBezTo>
                  <a:lnTo>
                    <a:pt x="324" y="356"/>
                  </a:lnTo>
                  <a:cubicBezTo>
                    <a:pt x="116" y="563"/>
                    <a:pt x="0" y="845"/>
                    <a:pt x="0" y="1137"/>
                  </a:cubicBezTo>
                  <a:cubicBezTo>
                    <a:pt x="0" y="1746"/>
                    <a:pt x="405" y="2280"/>
                    <a:pt x="989" y="2449"/>
                  </a:cubicBezTo>
                  <a:cubicBezTo>
                    <a:pt x="792" y="2207"/>
                    <a:pt x="686" y="1904"/>
                    <a:pt x="686" y="1591"/>
                  </a:cubicBezTo>
                  <a:lnTo>
                    <a:pt x="686" y="1137"/>
                  </a:lnTo>
                  <a:cubicBezTo>
                    <a:pt x="683" y="884"/>
                    <a:pt x="887" y="682"/>
                    <a:pt x="1137" y="682"/>
                  </a:cubicBezTo>
                  <a:cubicBezTo>
                    <a:pt x="1147" y="682"/>
                    <a:pt x="1158" y="682"/>
                    <a:pt x="1168" y="683"/>
                  </a:cubicBezTo>
                  <a:cubicBezTo>
                    <a:pt x="1629" y="711"/>
                    <a:pt x="2312" y="789"/>
                    <a:pt x="2730" y="989"/>
                  </a:cubicBezTo>
                  <a:cubicBezTo>
                    <a:pt x="2716" y="894"/>
                    <a:pt x="2678" y="595"/>
                    <a:pt x="2607" y="525"/>
                  </a:cubicBezTo>
                  <a:cubicBezTo>
                    <a:pt x="2255" y="180"/>
                    <a:pt x="1608" y="25"/>
                    <a:pt x="880" y="1"/>
                  </a:cubicBezTo>
                  <a:cubicBezTo>
                    <a:pt x="875" y="0"/>
                    <a:pt x="871" y="0"/>
                    <a:pt x="86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85"/>
            <p:cNvSpPr/>
            <p:nvPr/>
          </p:nvSpPr>
          <p:spPr>
            <a:xfrm>
              <a:off x="1361768" y="3175622"/>
              <a:ext cx="23763" cy="63950"/>
            </a:xfrm>
            <a:custGeom>
              <a:rect b="b" l="l" r="r" t="t"/>
              <a:pathLst>
                <a:path extrusionOk="0" h="2457" w="913">
                  <a:moveTo>
                    <a:pt x="184" y="1"/>
                  </a:moveTo>
                  <a:cubicBezTo>
                    <a:pt x="68" y="127"/>
                    <a:pt x="1" y="293"/>
                    <a:pt x="1" y="465"/>
                  </a:cubicBezTo>
                  <a:lnTo>
                    <a:pt x="1" y="2457"/>
                  </a:lnTo>
                  <a:lnTo>
                    <a:pt x="912" y="2457"/>
                  </a:lnTo>
                  <a:lnTo>
                    <a:pt x="912" y="1014"/>
                  </a:lnTo>
                  <a:cubicBezTo>
                    <a:pt x="912" y="831"/>
                    <a:pt x="842" y="659"/>
                    <a:pt x="712" y="529"/>
                  </a:cubicBezTo>
                  <a:lnTo>
                    <a:pt x="18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85"/>
            <p:cNvSpPr/>
            <p:nvPr/>
          </p:nvSpPr>
          <p:spPr>
            <a:xfrm>
              <a:off x="1456743" y="3061517"/>
              <a:ext cx="112126" cy="146379"/>
            </a:xfrm>
            <a:custGeom>
              <a:rect b="b" l="l" r="r" t="t"/>
              <a:pathLst>
                <a:path extrusionOk="0" h="5624" w="4308">
                  <a:moveTo>
                    <a:pt x="4103" y="1"/>
                  </a:moveTo>
                  <a:lnTo>
                    <a:pt x="296" y="3597"/>
                  </a:lnTo>
                  <a:cubicBezTo>
                    <a:pt x="183" y="3699"/>
                    <a:pt x="113" y="3836"/>
                    <a:pt x="88" y="3987"/>
                  </a:cubicBezTo>
                  <a:cubicBezTo>
                    <a:pt x="2" y="4614"/>
                    <a:pt x="0" y="5591"/>
                    <a:pt x="0" y="5622"/>
                  </a:cubicBezTo>
                  <a:lnTo>
                    <a:pt x="0" y="5622"/>
                  </a:lnTo>
                  <a:cubicBezTo>
                    <a:pt x="1" y="5380"/>
                    <a:pt x="99" y="5148"/>
                    <a:pt x="268" y="4979"/>
                  </a:cubicBezTo>
                  <a:lnTo>
                    <a:pt x="4149" y="1095"/>
                  </a:lnTo>
                  <a:cubicBezTo>
                    <a:pt x="4261" y="979"/>
                    <a:pt x="4307" y="817"/>
                    <a:pt x="4268" y="659"/>
                  </a:cubicBezTo>
                  <a:lnTo>
                    <a:pt x="4103" y="1"/>
                  </a:lnTo>
                  <a:close/>
                  <a:moveTo>
                    <a:pt x="0" y="5622"/>
                  </a:moveTo>
                  <a:cubicBezTo>
                    <a:pt x="0" y="5623"/>
                    <a:pt x="0" y="5623"/>
                    <a:pt x="0" y="5623"/>
                  </a:cubicBezTo>
                  <a:lnTo>
                    <a:pt x="0" y="5623"/>
                  </a:lnTo>
                  <a:cubicBezTo>
                    <a:pt x="0" y="5623"/>
                    <a:pt x="0" y="5623"/>
                    <a:pt x="0" y="5622"/>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85"/>
            <p:cNvSpPr/>
            <p:nvPr/>
          </p:nvSpPr>
          <p:spPr>
            <a:xfrm>
              <a:off x="1542191" y="3061517"/>
              <a:ext cx="26678" cy="35658"/>
            </a:xfrm>
            <a:custGeom>
              <a:rect b="b" l="l" r="r" t="t"/>
              <a:pathLst>
                <a:path extrusionOk="0" h="1370" w="1025">
                  <a:moveTo>
                    <a:pt x="820" y="1"/>
                  </a:moveTo>
                  <a:lnTo>
                    <a:pt x="0" y="775"/>
                  </a:lnTo>
                  <a:lnTo>
                    <a:pt x="591" y="1369"/>
                  </a:lnTo>
                  <a:lnTo>
                    <a:pt x="866" y="1095"/>
                  </a:lnTo>
                  <a:cubicBezTo>
                    <a:pt x="978" y="982"/>
                    <a:pt x="1024" y="817"/>
                    <a:pt x="985" y="662"/>
                  </a:cubicBezTo>
                  <a:lnTo>
                    <a:pt x="82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85"/>
            <p:cNvSpPr/>
            <p:nvPr/>
          </p:nvSpPr>
          <p:spPr>
            <a:xfrm>
              <a:off x="1395942" y="3079659"/>
              <a:ext cx="51196" cy="17178"/>
            </a:xfrm>
            <a:custGeom>
              <a:rect b="b" l="l" r="r" t="t"/>
              <a:pathLst>
                <a:path extrusionOk="0" h="660" w="1967">
                  <a:moveTo>
                    <a:pt x="282" y="0"/>
                  </a:moveTo>
                  <a:cubicBezTo>
                    <a:pt x="0" y="0"/>
                    <a:pt x="0" y="430"/>
                    <a:pt x="282" y="430"/>
                  </a:cubicBezTo>
                  <a:cubicBezTo>
                    <a:pt x="524" y="430"/>
                    <a:pt x="1221" y="465"/>
                    <a:pt x="1555" y="634"/>
                  </a:cubicBezTo>
                  <a:cubicBezTo>
                    <a:pt x="1591" y="651"/>
                    <a:pt x="1625" y="659"/>
                    <a:pt x="1657" y="659"/>
                  </a:cubicBezTo>
                  <a:cubicBezTo>
                    <a:pt x="1854" y="659"/>
                    <a:pt x="1966" y="363"/>
                    <a:pt x="1745" y="254"/>
                  </a:cubicBezTo>
                  <a:cubicBezTo>
                    <a:pt x="1253" y="4"/>
                    <a:pt x="324"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85"/>
            <p:cNvSpPr/>
            <p:nvPr/>
          </p:nvSpPr>
          <p:spPr>
            <a:xfrm>
              <a:off x="1379910" y="3192488"/>
              <a:ext cx="11192" cy="52680"/>
            </a:xfrm>
            <a:custGeom>
              <a:rect b="b" l="l" r="r" t="t"/>
              <a:pathLst>
                <a:path extrusionOk="0" h="2024" w="430">
                  <a:moveTo>
                    <a:pt x="215" y="0"/>
                  </a:moveTo>
                  <a:cubicBezTo>
                    <a:pt x="99" y="0"/>
                    <a:pt x="0" y="95"/>
                    <a:pt x="0" y="215"/>
                  </a:cubicBezTo>
                  <a:lnTo>
                    <a:pt x="0" y="1809"/>
                  </a:lnTo>
                  <a:cubicBezTo>
                    <a:pt x="0" y="1928"/>
                    <a:pt x="99" y="2023"/>
                    <a:pt x="215" y="2023"/>
                  </a:cubicBezTo>
                  <a:cubicBezTo>
                    <a:pt x="331" y="2023"/>
                    <a:pt x="430" y="1928"/>
                    <a:pt x="430" y="1809"/>
                  </a:cubicBezTo>
                  <a:lnTo>
                    <a:pt x="430" y="215"/>
                  </a:lnTo>
                  <a:cubicBezTo>
                    <a:pt x="430"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85"/>
            <p:cNvSpPr/>
            <p:nvPr/>
          </p:nvSpPr>
          <p:spPr>
            <a:xfrm>
              <a:off x="1356198" y="3050013"/>
              <a:ext cx="219438" cy="195232"/>
            </a:xfrm>
            <a:custGeom>
              <a:rect b="b" l="l" r="r" t="t"/>
              <a:pathLst>
                <a:path extrusionOk="0" h="7501" w="8431">
                  <a:moveTo>
                    <a:pt x="7846" y="840"/>
                  </a:moveTo>
                  <a:lnTo>
                    <a:pt x="7924" y="1157"/>
                  </a:lnTo>
                  <a:cubicBezTo>
                    <a:pt x="7945" y="1241"/>
                    <a:pt x="7920" y="1329"/>
                    <a:pt x="7860" y="1389"/>
                  </a:cubicBezTo>
                  <a:lnTo>
                    <a:pt x="7737" y="1512"/>
                  </a:lnTo>
                  <a:lnTo>
                    <a:pt x="7445" y="1220"/>
                  </a:lnTo>
                  <a:lnTo>
                    <a:pt x="7846" y="840"/>
                  </a:lnTo>
                  <a:close/>
                  <a:moveTo>
                    <a:pt x="3878" y="429"/>
                  </a:moveTo>
                  <a:lnTo>
                    <a:pt x="3878" y="1315"/>
                  </a:lnTo>
                  <a:cubicBezTo>
                    <a:pt x="3878" y="1460"/>
                    <a:pt x="3842" y="1600"/>
                    <a:pt x="3779" y="1730"/>
                  </a:cubicBezTo>
                  <a:lnTo>
                    <a:pt x="3670" y="1945"/>
                  </a:lnTo>
                  <a:cubicBezTo>
                    <a:pt x="3656" y="1973"/>
                    <a:pt x="3649" y="2008"/>
                    <a:pt x="3649" y="2040"/>
                  </a:cubicBezTo>
                  <a:lnTo>
                    <a:pt x="3649" y="2498"/>
                  </a:lnTo>
                  <a:cubicBezTo>
                    <a:pt x="3649" y="3136"/>
                    <a:pt x="3131" y="3652"/>
                    <a:pt x="2498" y="3652"/>
                  </a:cubicBezTo>
                  <a:cubicBezTo>
                    <a:pt x="2485" y="3652"/>
                    <a:pt x="2472" y="3652"/>
                    <a:pt x="2460" y="3652"/>
                  </a:cubicBezTo>
                  <a:cubicBezTo>
                    <a:pt x="1840" y="3630"/>
                    <a:pt x="1341" y="3089"/>
                    <a:pt x="1341" y="2438"/>
                  </a:cubicBezTo>
                  <a:lnTo>
                    <a:pt x="1341" y="2040"/>
                  </a:lnTo>
                  <a:cubicBezTo>
                    <a:pt x="1341" y="2005"/>
                    <a:pt x="1330" y="1973"/>
                    <a:pt x="1316" y="1942"/>
                  </a:cubicBezTo>
                  <a:lnTo>
                    <a:pt x="1186" y="1678"/>
                  </a:lnTo>
                  <a:cubicBezTo>
                    <a:pt x="1137" y="1583"/>
                    <a:pt x="1112" y="1474"/>
                    <a:pt x="1112" y="1368"/>
                  </a:cubicBezTo>
                  <a:lnTo>
                    <a:pt x="1112" y="1354"/>
                  </a:lnTo>
                  <a:cubicBezTo>
                    <a:pt x="1112" y="844"/>
                    <a:pt x="1527" y="429"/>
                    <a:pt x="2037" y="429"/>
                  </a:cubicBezTo>
                  <a:close/>
                  <a:moveTo>
                    <a:pt x="2977" y="4000"/>
                  </a:moveTo>
                  <a:cubicBezTo>
                    <a:pt x="2987" y="4056"/>
                    <a:pt x="3008" y="4109"/>
                    <a:pt x="3033" y="4158"/>
                  </a:cubicBezTo>
                  <a:lnTo>
                    <a:pt x="3026" y="4165"/>
                  </a:lnTo>
                  <a:lnTo>
                    <a:pt x="2825" y="4369"/>
                  </a:lnTo>
                  <a:cubicBezTo>
                    <a:pt x="2734" y="4461"/>
                    <a:pt x="2613" y="4507"/>
                    <a:pt x="2493" y="4507"/>
                  </a:cubicBezTo>
                  <a:cubicBezTo>
                    <a:pt x="2372" y="4507"/>
                    <a:pt x="2252" y="4461"/>
                    <a:pt x="2160" y="4369"/>
                  </a:cubicBezTo>
                  <a:lnTo>
                    <a:pt x="1985" y="4193"/>
                  </a:lnTo>
                  <a:cubicBezTo>
                    <a:pt x="2006" y="4130"/>
                    <a:pt x="2020" y="4067"/>
                    <a:pt x="2020" y="4000"/>
                  </a:cubicBezTo>
                  <a:cubicBezTo>
                    <a:pt x="2157" y="4046"/>
                    <a:pt x="2301" y="4070"/>
                    <a:pt x="2445" y="4074"/>
                  </a:cubicBezTo>
                  <a:lnTo>
                    <a:pt x="2495" y="4074"/>
                  </a:lnTo>
                  <a:cubicBezTo>
                    <a:pt x="2657" y="4074"/>
                    <a:pt x="2822" y="4049"/>
                    <a:pt x="2977" y="4000"/>
                  </a:cubicBezTo>
                  <a:close/>
                  <a:moveTo>
                    <a:pt x="8196" y="1"/>
                  </a:moveTo>
                  <a:cubicBezTo>
                    <a:pt x="8143" y="1"/>
                    <a:pt x="8089" y="20"/>
                    <a:pt x="8047" y="59"/>
                  </a:cubicBezTo>
                  <a:lnTo>
                    <a:pt x="3846" y="4039"/>
                  </a:lnTo>
                  <a:cubicBezTo>
                    <a:pt x="3804" y="4081"/>
                    <a:pt x="3744" y="4105"/>
                    <a:pt x="3680" y="4105"/>
                  </a:cubicBezTo>
                  <a:lnTo>
                    <a:pt x="3635" y="4105"/>
                  </a:lnTo>
                  <a:cubicBezTo>
                    <a:pt x="3501" y="4105"/>
                    <a:pt x="3392" y="3996"/>
                    <a:pt x="3392" y="3863"/>
                  </a:cubicBezTo>
                  <a:lnTo>
                    <a:pt x="3392" y="3796"/>
                  </a:lnTo>
                  <a:cubicBezTo>
                    <a:pt x="3466" y="3747"/>
                    <a:pt x="3533" y="3690"/>
                    <a:pt x="3596" y="3630"/>
                  </a:cubicBezTo>
                  <a:cubicBezTo>
                    <a:pt x="3906" y="3331"/>
                    <a:pt x="4078" y="2923"/>
                    <a:pt x="4078" y="2494"/>
                  </a:cubicBezTo>
                  <a:lnTo>
                    <a:pt x="4078" y="2089"/>
                  </a:lnTo>
                  <a:lnTo>
                    <a:pt x="4163" y="1920"/>
                  </a:lnTo>
                  <a:cubicBezTo>
                    <a:pt x="4254" y="1730"/>
                    <a:pt x="4303" y="1523"/>
                    <a:pt x="4303" y="1315"/>
                  </a:cubicBezTo>
                  <a:lnTo>
                    <a:pt x="4303" y="218"/>
                  </a:lnTo>
                  <a:cubicBezTo>
                    <a:pt x="4303" y="98"/>
                    <a:pt x="4208" y="3"/>
                    <a:pt x="4089" y="3"/>
                  </a:cubicBezTo>
                  <a:lnTo>
                    <a:pt x="2037" y="3"/>
                  </a:lnTo>
                  <a:cubicBezTo>
                    <a:pt x="1291" y="3"/>
                    <a:pt x="686" y="608"/>
                    <a:pt x="686" y="1358"/>
                  </a:cubicBezTo>
                  <a:lnTo>
                    <a:pt x="686" y="1368"/>
                  </a:lnTo>
                  <a:cubicBezTo>
                    <a:pt x="686" y="1544"/>
                    <a:pt x="725" y="1716"/>
                    <a:pt x="802" y="1871"/>
                  </a:cubicBezTo>
                  <a:lnTo>
                    <a:pt x="911" y="2093"/>
                  </a:lnTo>
                  <a:lnTo>
                    <a:pt x="911" y="2441"/>
                  </a:lnTo>
                  <a:cubicBezTo>
                    <a:pt x="911" y="2973"/>
                    <a:pt x="1168" y="3472"/>
                    <a:pt x="1598" y="3785"/>
                  </a:cubicBezTo>
                  <a:lnTo>
                    <a:pt x="1598" y="3979"/>
                  </a:lnTo>
                  <a:cubicBezTo>
                    <a:pt x="1598" y="4084"/>
                    <a:pt x="1524" y="4179"/>
                    <a:pt x="1422" y="4211"/>
                  </a:cubicBezTo>
                  <a:lnTo>
                    <a:pt x="651" y="4433"/>
                  </a:lnTo>
                  <a:cubicBezTo>
                    <a:pt x="268" y="4542"/>
                    <a:pt x="0" y="4894"/>
                    <a:pt x="0" y="5295"/>
                  </a:cubicBezTo>
                  <a:lnTo>
                    <a:pt x="0" y="7286"/>
                  </a:lnTo>
                  <a:cubicBezTo>
                    <a:pt x="0" y="7402"/>
                    <a:pt x="95" y="7501"/>
                    <a:pt x="215" y="7501"/>
                  </a:cubicBezTo>
                  <a:cubicBezTo>
                    <a:pt x="331" y="7501"/>
                    <a:pt x="426" y="7402"/>
                    <a:pt x="426" y="7286"/>
                  </a:cubicBezTo>
                  <a:lnTo>
                    <a:pt x="426" y="5295"/>
                  </a:lnTo>
                  <a:cubicBezTo>
                    <a:pt x="429" y="5084"/>
                    <a:pt x="567" y="4901"/>
                    <a:pt x="767" y="4841"/>
                  </a:cubicBezTo>
                  <a:lnTo>
                    <a:pt x="1538" y="4623"/>
                  </a:lnTo>
                  <a:cubicBezTo>
                    <a:pt x="1605" y="4602"/>
                    <a:pt x="1664" y="4573"/>
                    <a:pt x="1721" y="4535"/>
                  </a:cubicBezTo>
                  <a:lnTo>
                    <a:pt x="1858" y="4672"/>
                  </a:lnTo>
                  <a:cubicBezTo>
                    <a:pt x="2034" y="4848"/>
                    <a:pt x="2263" y="4936"/>
                    <a:pt x="2493" y="4936"/>
                  </a:cubicBezTo>
                  <a:cubicBezTo>
                    <a:pt x="2723" y="4936"/>
                    <a:pt x="2952" y="4848"/>
                    <a:pt x="3128" y="4672"/>
                  </a:cubicBezTo>
                  <a:lnTo>
                    <a:pt x="3329" y="4471"/>
                  </a:lnTo>
                  <a:lnTo>
                    <a:pt x="3336" y="4464"/>
                  </a:lnTo>
                  <a:cubicBezTo>
                    <a:pt x="3427" y="4510"/>
                    <a:pt x="3529" y="4535"/>
                    <a:pt x="3635" y="4535"/>
                  </a:cubicBezTo>
                  <a:lnTo>
                    <a:pt x="3677" y="4535"/>
                  </a:lnTo>
                  <a:cubicBezTo>
                    <a:pt x="3849" y="4535"/>
                    <a:pt x="4015" y="4468"/>
                    <a:pt x="4138" y="4352"/>
                  </a:cubicBezTo>
                  <a:lnTo>
                    <a:pt x="7136" y="1512"/>
                  </a:lnTo>
                  <a:lnTo>
                    <a:pt x="7435" y="1811"/>
                  </a:lnTo>
                  <a:lnTo>
                    <a:pt x="3976" y="5270"/>
                  </a:lnTo>
                  <a:cubicBezTo>
                    <a:pt x="3765" y="5481"/>
                    <a:pt x="3645" y="5770"/>
                    <a:pt x="3649" y="6065"/>
                  </a:cubicBezTo>
                  <a:lnTo>
                    <a:pt x="3649" y="7286"/>
                  </a:lnTo>
                  <a:cubicBezTo>
                    <a:pt x="3649" y="7402"/>
                    <a:pt x="3744" y="7497"/>
                    <a:pt x="3860" y="7497"/>
                  </a:cubicBezTo>
                  <a:cubicBezTo>
                    <a:pt x="3980" y="7497"/>
                    <a:pt x="4075" y="7402"/>
                    <a:pt x="4075" y="7286"/>
                  </a:cubicBezTo>
                  <a:lnTo>
                    <a:pt x="4075" y="6065"/>
                  </a:lnTo>
                  <a:cubicBezTo>
                    <a:pt x="4075" y="5879"/>
                    <a:pt x="4148" y="5703"/>
                    <a:pt x="4279" y="5573"/>
                  </a:cubicBezTo>
                  <a:lnTo>
                    <a:pt x="8160" y="1688"/>
                  </a:lnTo>
                  <a:cubicBezTo>
                    <a:pt x="8325" y="1523"/>
                    <a:pt x="8392" y="1280"/>
                    <a:pt x="8335" y="1055"/>
                  </a:cubicBezTo>
                  <a:lnTo>
                    <a:pt x="8198" y="503"/>
                  </a:lnTo>
                  <a:lnTo>
                    <a:pt x="8339" y="372"/>
                  </a:lnTo>
                  <a:cubicBezTo>
                    <a:pt x="8427" y="291"/>
                    <a:pt x="8430" y="154"/>
                    <a:pt x="8350" y="66"/>
                  </a:cubicBezTo>
                  <a:cubicBezTo>
                    <a:pt x="8308" y="23"/>
                    <a:pt x="8252" y="1"/>
                    <a:pt x="8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85"/>
            <p:cNvSpPr/>
            <p:nvPr/>
          </p:nvSpPr>
          <p:spPr>
            <a:xfrm>
              <a:off x="1510594" y="2907591"/>
              <a:ext cx="224747" cy="189220"/>
            </a:xfrm>
            <a:custGeom>
              <a:rect b="b" l="l" r="r" t="t"/>
              <a:pathLst>
                <a:path extrusionOk="0" h="7270" w="8635">
                  <a:moveTo>
                    <a:pt x="665" y="0"/>
                  </a:moveTo>
                  <a:cubicBezTo>
                    <a:pt x="299" y="0"/>
                    <a:pt x="0" y="299"/>
                    <a:pt x="0" y="669"/>
                  </a:cubicBezTo>
                  <a:lnTo>
                    <a:pt x="0" y="6457"/>
                  </a:lnTo>
                  <a:cubicBezTo>
                    <a:pt x="0" y="6573"/>
                    <a:pt x="95" y="6668"/>
                    <a:pt x="211" y="6668"/>
                  </a:cubicBezTo>
                  <a:cubicBezTo>
                    <a:pt x="331" y="6668"/>
                    <a:pt x="426" y="6573"/>
                    <a:pt x="426" y="6457"/>
                  </a:cubicBezTo>
                  <a:lnTo>
                    <a:pt x="426" y="669"/>
                  </a:lnTo>
                  <a:cubicBezTo>
                    <a:pt x="426" y="535"/>
                    <a:pt x="535" y="426"/>
                    <a:pt x="669" y="426"/>
                  </a:cubicBezTo>
                  <a:lnTo>
                    <a:pt x="7963" y="426"/>
                  </a:lnTo>
                  <a:cubicBezTo>
                    <a:pt x="8096" y="426"/>
                    <a:pt x="8205" y="535"/>
                    <a:pt x="8205" y="669"/>
                  </a:cubicBezTo>
                  <a:lnTo>
                    <a:pt x="8205" y="6597"/>
                  </a:lnTo>
                  <a:cubicBezTo>
                    <a:pt x="8205" y="6731"/>
                    <a:pt x="8096" y="6840"/>
                    <a:pt x="7963" y="6840"/>
                  </a:cubicBezTo>
                  <a:lnTo>
                    <a:pt x="3086" y="6840"/>
                  </a:lnTo>
                  <a:cubicBezTo>
                    <a:pt x="2801" y="6840"/>
                    <a:pt x="2801" y="7269"/>
                    <a:pt x="3086" y="7269"/>
                  </a:cubicBezTo>
                  <a:lnTo>
                    <a:pt x="7963" y="7269"/>
                  </a:lnTo>
                  <a:cubicBezTo>
                    <a:pt x="8332" y="7266"/>
                    <a:pt x="8631" y="6967"/>
                    <a:pt x="8635" y="6597"/>
                  </a:cubicBezTo>
                  <a:lnTo>
                    <a:pt x="8635" y="669"/>
                  </a:lnTo>
                  <a:cubicBezTo>
                    <a:pt x="8631" y="299"/>
                    <a:pt x="8332" y="0"/>
                    <a:pt x="7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85"/>
            <p:cNvSpPr/>
            <p:nvPr/>
          </p:nvSpPr>
          <p:spPr>
            <a:xfrm>
              <a:off x="1537818" y="2943196"/>
              <a:ext cx="167851" cy="106192"/>
            </a:xfrm>
            <a:custGeom>
              <a:rect b="b" l="l" r="r" t="t"/>
              <a:pathLst>
                <a:path extrusionOk="0" h="4080" w="6449">
                  <a:moveTo>
                    <a:pt x="5094" y="1"/>
                  </a:moveTo>
                  <a:cubicBezTo>
                    <a:pt x="4809" y="1"/>
                    <a:pt x="4809" y="427"/>
                    <a:pt x="5094" y="427"/>
                  </a:cubicBezTo>
                  <a:lnTo>
                    <a:pt x="5720" y="427"/>
                  </a:lnTo>
                  <a:lnTo>
                    <a:pt x="3384" y="2763"/>
                  </a:lnTo>
                  <a:lnTo>
                    <a:pt x="2395" y="1774"/>
                  </a:lnTo>
                  <a:cubicBezTo>
                    <a:pt x="2353" y="1732"/>
                    <a:pt x="2299" y="1711"/>
                    <a:pt x="2244" y="1711"/>
                  </a:cubicBezTo>
                  <a:cubicBezTo>
                    <a:pt x="2190" y="1711"/>
                    <a:pt x="2135" y="1732"/>
                    <a:pt x="2093" y="1774"/>
                  </a:cubicBezTo>
                  <a:lnTo>
                    <a:pt x="154" y="3713"/>
                  </a:lnTo>
                  <a:cubicBezTo>
                    <a:pt x="1" y="3866"/>
                    <a:pt x="142" y="4080"/>
                    <a:pt x="307" y="4080"/>
                  </a:cubicBezTo>
                  <a:cubicBezTo>
                    <a:pt x="357" y="4080"/>
                    <a:pt x="410" y="4060"/>
                    <a:pt x="457" y="4012"/>
                  </a:cubicBezTo>
                  <a:lnTo>
                    <a:pt x="2244" y="2225"/>
                  </a:lnTo>
                  <a:lnTo>
                    <a:pt x="3233" y="3213"/>
                  </a:lnTo>
                  <a:cubicBezTo>
                    <a:pt x="3275" y="3255"/>
                    <a:pt x="3330" y="3277"/>
                    <a:pt x="3384" y="3277"/>
                  </a:cubicBezTo>
                  <a:cubicBezTo>
                    <a:pt x="3439" y="3277"/>
                    <a:pt x="3493" y="3255"/>
                    <a:pt x="3535" y="3213"/>
                  </a:cubicBezTo>
                  <a:lnTo>
                    <a:pt x="6019" y="729"/>
                  </a:lnTo>
                  <a:lnTo>
                    <a:pt x="6019" y="1352"/>
                  </a:lnTo>
                  <a:cubicBezTo>
                    <a:pt x="6019" y="1472"/>
                    <a:pt x="6114" y="1567"/>
                    <a:pt x="6234" y="1567"/>
                  </a:cubicBezTo>
                  <a:cubicBezTo>
                    <a:pt x="6350" y="1567"/>
                    <a:pt x="6449" y="1472"/>
                    <a:pt x="6449" y="1352"/>
                  </a:cubicBezTo>
                  <a:lnTo>
                    <a:pt x="6449" y="212"/>
                  </a:lnTo>
                  <a:cubicBezTo>
                    <a:pt x="6449" y="96"/>
                    <a:pt x="6350" y="1"/>
                    <a:pt x="62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0" name="Google Shape;17270;p85"/>
          <p:cNvGrpSpPr/>
          <p:nvPr/>
        </p:nvGrpSpPr>
        <p:grpSpPr>
          <a:xfrm>
            <a:off x="1860689" y="2886795"/>
            <a:ext cx="307905" cy="379143"/>
            <a:chOff x="1860689" y="2886795"/>
            <a:chExt cx="307905" cy="379143"/>
          </a:xfrm>
        </p:grpSpPr>
        <p:sp>
          <p:nvSpPr>
            <p:cNvPr id="17271" name="Google Shape;17271;p85"/>
            <p:cNvSpPr/>
            <p:nvPr/>
          </p:nvSpPr>
          <p:spPr>
            <a:xfrm>
              <a:off x="1979010" y="2939813"/>
              <a:ext cx="71185" cy="53513"/>
            </a:xfrm>
            <a:custGeom>
              <a:rect b="b" l="l" r="r" t="t"/>
              <a:pathLst>
                <a:path extrusionOk="0" h="2056" w="2735">
                  <a:moveTo>
                    <a:pt x="912" y="1"/>
                  </a:moveTo>
                  <a:lnTo>
                    <a:pt x="912" y="458"/>
                  </a:lnTo>
                  <a:cubicBezTo>
                    <a:pt x="912" y="543"/>
                    <a:pt x="862" y="623"/>
                    <a:pt x="785" y="662"/>
                  </a:cubicBezTo>
                  <a:lnTo>
                    <a:pt x="250" y="930"/>
                  </a:lnTo>
                  <a:cubicBezTo>
                    <a:pt x="95" y="1007"/>
                    <a:pt x="0" y="1165"/>
                    <a:pt x="0" y="1338"/>
                  </a:cubicBezTo>
                  <a:lnTo>
                    <a:pt x="0" y="2055"/>
                  </a:lnTo>
                  <a:lnTo>
                    <a:pt x="2734" y="2055"/>
                  </a:lnTo>
                  <a:lnTo>
                    <a:pt x="2734" y="1338"/>
                  </a:lnTo>
                  <a:cubicBezTo>
                    <a:pt x="2734" y="1165"/>
                    <a:pt x="2639" y="1007"/>
                    <a:pt x="2484" y="930"/>
                  </a:cubicBezTo>
                  <a:lnTo>
                    <a:pt x="1950" y="662"/>
                  </a:lnTo>
                  <a:cubicBezTo>
                    <a:pt x="1872" y="623"/>
                    <a:pt x="1823" y="543"/>
                    <a:pt x="1823" y="458"/>
                  </a:cubicBezTo>
                  <a:lnTo>
                    <a:pt x="1823"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85"/>
            <p:cNvSpPr/>
            <p:nvPr/>
          </p:nvSpPr>
          <p:spPr>
            <a:xfrm>
              <a:off x="1979010" y="2958579"/>
              <a:ext cx="71185" cy="34747"/>
            </a:xfrm>
            <a:custGeom>
              <a:rect b="b" l="l" r="r" t="t"/>
              <a:pathLst>
                <a:path extrusionOk="0" h="1335" w="2735">
                  <a:moveTo>
                    <a:pt x="665" y="1"/>
                  </a:moveTo>
                  <a:lnTo>
                    <a:pt x="250" y="209"/>
                  </a:lnTo>
                  <a:cubicBezTo>
                    <a:pt x="95" y="286"/>
                    <a:pt x="0" y="444"/>
                    <a:pt x="0" y="617"/>
                  </a:cubicBezTo>
                  <a:lnTo>
                    <a:pt x="0" y="1334"/>
                  </a:lnTo>
                  <a:lnTo>
                    <a:pt x="2734" y="1334"/>
                  </a:lnTo>
                  <a:lnTo>
                    <a:pt x="2734" y="617"/>
                  </a:lnTo>
                  <a:cubicBezTo>
                    <a:pt x="2734" y="444"/>
                    <a:pt x="2639" y="286"/>
                    <a:pt x="2484" y="209"/>
                  </a:cubicBezTo>
                  <a:lnTo>
                    <a:pt x="2066" y="1"/>
                  </a:lnTo>
                  <a:cubicBezTo>
                    <a:pt x="1900" y="202"/>
                    <a:pt x="1651" y="553"/>
                    <a:pt x="1366" y="553"/>
                  </a:cubicBezTo>
                  <a:cubicBezTo>
                    <a:pt x="1084" y="553"/>
                    <a:pt x="834" y="202"/>
                    <a:pt x="66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85"/>
            <p:cNvSpPr/>
            <p:nvPr/>
          </p:nvSpPr>
          <p:spPr>
            <a:xfrm>
              <a:off x="1979011" y="2969120"/>
              <a:ext cx="17777" cy="24206"/>
            </a:xfrm>
            <a:custGeom>
              <a:rect b="b" l="l" r="r" t="t"/>
              <a:pathLst>
                <a:path extrusionOk="0" h="930" w="683">
                  <a:moveTo>
                    <a:pt x="53" y="1"/>
                  </a:moveTo>
                  <a:cubicBezTo>
                    <a:pt x="18" y="64"/>
                    <a:pt x="0" y="138"/>
                    <a:pt x="0" y="212"/>
                  </a:cubicBezTo>
                  <a:lnTo>
                    <a:pt x="0" y="929"/>
                  </a:lnTo>
                  <a:lnTo>
                    <a:pt x="683" y="929"/>
                  </a:lnTo>
                  <a:lnTo>
                    <a:pt x="683" y="701"/>
                  </a:lnTo>
                  <a:cubicBezTo>
                    <a:pt x="683" y="557"/>
                    <a:pt x="616" y="419"/>
                    <a:pt x="500" y="335"/>
                  </a:cubicBezTo>
                  <a:lnTo>
                    <a:pt x="5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85"/>
            <p:cNvSpPr/>
            <p:nvPr/>
          </p:nvSpPr>
          <p:spPr>
            <a:xfrm>
              <a:off x="2032393" y="2969120"/>
              <a:ext cx="17803" cy="24206"/>
            </a:xfrm>
            <a:custGeom>
              <a:rect b="b" l="l" r="r" t="t"/>
              <a:pathLst>
                <a:path extrusionOk="0" h="930" w="684">
                  <a:moveTo>
                    <a:pt x="630" y="1"/>
                  </a:moveTo>
                  <a:lnTo>
                    <a:pt x="184" y="335"/>
                  </a:lnTo>
                  <a:cubicBezTo>
                    <a:pt x="67" y="419"/>
                    <a:pt x="1" y="557"/>
                    <a:pt x="1" y="701"/>
                  </a:cubicBezTo>
                  <a:lnTo>
                    <a:pt x="1" y="929"/>
                  </a:lnTo>
                  <a:lnTo>
                    <a:pt x="683" y="929"/>
                  </a:lnTo>
                  <a:lnTo>
                    <a:pt x="683" y="212"/>
                  </a:lnTo>
                  <a:cubicBezTo>
                    <a:pt x="683" y="138"/>
                    <a:pt x="666" y="64"/>
                    <a:pt x="63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85"/>
            <p:cNvSpPr/>
            <p:nvPr/>
          </p:nvSpPr>
          <p:spPr>
            <a:xfrm>
              <a:off x="1990827" y="2892287"/>
              <a:ext cx="47552" cy="53513"/>
            </a:xfrm>
            <a:custGeom>
              <a:rect b="b" l="l" r="r" t="t"/>
              <a:pathLst>
                <a:path extrusionOk="0" h="2056" w="1827">
                  <a:moveTo>
                    <a:pt x="683" y="1"/>
                  </a:moveTo>
                  <a:cubicBezTo>
                    <a:pt x="306" y="1"/>
                    <a:pt x="0" y="307"/>
                    <a:pt x="0" y="687"/>
                  </a:cubicBezTo>
                  <a:lnTo>
                    <a:pt x="0" y="1141"/>
                  </a:lnTo>
                  <a:cubicBezTo>
                    <a:pt x="0" y="1644"/>
                    <a:pt x="408" y="2055"/>
                    <a:pt x="912" y="2055"/>
                  </a:cubicBezTo>
                  <a:cubicBezTo>
                    <a:pt x="1418" y="2055"/>
                    <a:pt x="1826" y="1644"/>
                    <a:pt x="1826" y="1141"/>
                  </a:cubicBezTo>
                  <a:lnTo>
                    <a:pt x="1826" y="687"/>
                  </a:lnTo>
                  <a:cubicBezTo>
                    <a:pt x="1826" y="307"/>
                    <a:pt x="1520"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85"/>
            <p:cNvSpPr/>
            <p:nvPr/>
          </p:nvSpPr>
          <p:spPr>
            <a:xfrm>
              <a:off x="1990827" y="2892391"/>
              <a:ext cx="32717" cy="53460"/>
            </a:xfrm>
            <a:custGeom>
              <a:rect b="b" l="l" r="r" t="t"/>
              <a:pathLst>
                <a:path extrusionOk="0" h="2054" w="1257">
                  <a:moveTo>
                    <a:pt x="686" y="0"/>
                  </a:moveTo>
                  <a:cubicBezTo>
                    <a:pt x="306" y="0"/>
                    <a:pt x="0" y="306"/>
                    <a:pt x="0" y="683"/>
                  </a:cubicBezTo>
                  <a:lnTo>
                    <a:pt x="0" y="1140"/>
                  </a:lnTo>
                  <a:cubicBezTo>
                    <a:pt x="0" y="1664"/>
                    <a:pt x="428" y="2054"/>
                    <a:pt x="910" y="2054"/>
                  </a:cubicBezTo>
                  <a:cubicBezTo>
                    <a:pt x="1024" y="2054"/>
                    <a:pt x="1141" y="2032"/>
                    <a:pt x="1256" y="1985"/>
                  </a:cubicBezTo>
                  <a:cubicBezTo>
                    <a:pt x="912" y="1844"/>
                    <a:pt x="686" y="1510"/>
                    <a:pt x="686" y="1140"/>
                  </a:cubicBezTo>
                  <a:lnTo>
                    <a:pt x="686" y="683"/>
                  </a:lnTo>
                  <a:cubicBezTo>
                    <a:pt x="686" y="348"/>
                    <a:pt x="929" y="67"/>
                    <a:pt x="1256" y="11"/>
                  </a:cubicBezTo>
                  <a:cubicBezTo>
                    <a:pt x="1218" y="4"/>
                    <a:pt x="1182" y="0"/>
                    <a:pt x="11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85"/>
            <p:cNvSpPr/>
            <p:nvPr/>
          </p:nvSpPr>
          <p:spPr>
            <a:xfrm>
              <a:off x="1990827" y="2892391"/>
              <a:ext cx="47552" cy="23737"/>
            </a:xfrm>
            <a:custGeom>
              <a:rect b="b" l="l" r="r" t="t"/>
              <a:pathLst>
                <a:path extrusionOk="0" h="912" w="1827">
                  <a:moveTo>
                    <a:pt x="686" y="0"/>
                  </a:moveTo>
                  <a:cubicBezTo>
                    <a:pt x="306" y="0"/>
                    <a:pt x="0" y="306"/>
                    <a:pt x="0" y="683"/>
                  </a:cubicBezTo>
                  <a:cubicBezTo>
                    <a:pt x="0" y="683"/>
                    <a:pt x="686" y="911"/>
                    <a:pt x="1826" y="911"/>
                  </a:cubicBezTo>
                  <a:lnTo>
                    <a:pt x="1826" y="683"/>
                  </a:lnTo>
                  <a:cubicBezTo>
                    <a:pt x="1826" y="306"/>
                    <a:pt x="1520" y="0"/>
                    <a:pt x="114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85"/>
            <p:cNvSpPr/>
            <p:nvPr/>
          </p:nvSpPr>
          <p:spPr>
            <a:xfrm>
              <a:off x="1990827" y="2892391"/>
              <a:ext cx="32717" cy="21629"/>
            </a:xfrm>
            <a:custGeom>
              <a:rect b="b" l="l" r="r" t="t"/>
              <a:pathLst>
                <a:path extrusionOk="0" h="831" w="1257">
                  <a:moveTo>
                    <a:pt x="686" y="0"/>
                  </a:moveTo>
                  <a:cubicBezTo>
                    <a:pt x="306" y="0"/>
                    <a:pt x="0" y="306"/>
                    <a:pt x="0" y="683"/>
                  </a:cubicBezTo>
                  <a:cubicBezTo>
                    <a:pt x="225" y="750"/>
                    <a:pt x="454" y="799"/>
                    <a:pt x="686" y="831"/>
                  </a:cubicBezTo>
                  <a:lnTo>
                    <a:pt x="686" y="683"/>
                  </a:lnTo>
                  <a:cubicBezTo>
                    <a:pt x="686" y="348"/>
                    <a:pt x="929" y="67"/>
                    <a:pt x="1256" y="11"/>
                  </a:cubicBezTo>
                  <a:cubicBezTo>
                    <a:pt x="1218" y="4"/>
                    <a:pt x="1182" y="0"/>
                    <a:pt x="11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85"/>
            <p:cNvSpPr/>
            <p:nvPr/>
          </p:nvSpPr>
          <p:spPr>
            <a:xfrm>
              <a:off x="1979010" y="3011076"/>
              <a:ext cx="71185" cy="142422"/>
            </a:xfrm>
            <a:custGeom>
              <a:rect b="b" l="l" r="r" t="t"/>
              <a:pathLst>
                <a:path extrusionOk="0" h="5472" w="2735">
                  <a:moveTo>
                    <a:pt x="0" y="0"/>
                  </a:moveTo>
                  <a:lnTo>
                    <a:pt x="0" y="5471"/>
                  </a:lnTo>
                  <a:lnTo>
                    <a:pt x="2734" y="5471"/>
                  </a:lnTo>
                  <a:lnTo>
                    <a:pt x="27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85"/>
            <p:cNvSpPr/>
            <p:nvPr/>
          </p:nvSpPr>
          <p:spPr>
            <a:xfrm>
              <a:off x="1979010" y="3094130"/>
              <a:ext cx="71185" cy="59447"/>
            </a:xfrm>
            <a:custGeom>
              <a:rect b="b" l="l" r="r" t="t"/>
              <a:pathLst>
                <a:path extrusionOk="0" h="2284" w="2735">
                  <a:moveTo>
                    <a:pt x="0" y="0"/>
                  </a:moveTo>
                  <a:lnTo>
                    <a:pt x="0" y="2284"/>
                  </a:lnTo>
                  <a:lnTo>
                    <a:pt x="2734" y="2284"/>
                  </a:lnTo>
                  <a:lnTo>
                    <a:pt x="2734"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85"/>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85"/>
            <p:cNvSpPr/>
            <p:nvPr/>
          </p:nvSpPr>
          <p:spPr>
            <a:xfrm>
              <a:off x="1937419" y="3076353"/>
              <a:ext cx="26782" cy="71185"/>
            </a:xfrm>
            <a:custGeom>
              <a:rect b="b" l="l" r="r" t="t"/>
              <a:pathLst>
                <a:path extrusionOk="0" h="2735" w="1029">
                  <a:moveTo>
                    <a:pt x="684" y="1"/>
                  </a:moveTo>
                  <a:cubicBezTo>
                    <a:pt x="307" y="1"/>
                    <a:pt x="1" y="307"/>
                    <a:pt x="1" y="687"/>
                  </a:cubicBezTo>
                  <a:lnTo>
                    <a:pt x="1" y="1436"/>
                  </a:lnTo>
                  <a:cubicBezTo>
                    <a:pt x="12" y="1661"/>
                    <a:pt x="92" y="1876"/>
                    <a:pt x="230" y="2052"/>
                  </a:cubicBezTo>
                  <a:cubicBezTo>
                    <a:pt x="377" y="2224"/>
                    <a:pt x="455" y="2443"/>
                    <a:pt x="455" y="2668"/>
                  </a:cubicBezTo>
                  <a:lnTo>
                    <a:pt x="455" y="2735"/>
                  </a:lnTo>
                  <a:lnTo>
                    <a:pt x="912" y="2735"/>
                  </a:lnTo>
                  <a:lnTo>
                    <a:pt x="912" y="2668"/>
                  </a:lnTo>
                  <a:cubicBezTo>
                    <a:pt x="916" y="2457"/>
                    <a:pt x="877" y="2249"/>
                    <a:pt x="800" y="2052"/>
                  </a:cubicBezTo>
                  <a:cubicBezTo>
                    <a:pt x="726" y="1855"/>
                    <a:pt x="687" y="1647"/>
                    <a:pt x="684" y="1436"/>
                  </a:cubicBezTo>
                  <a:lnTo>
                    <a:pt x="684" y="687"/>
                  </a:lnTo>
                  <a:cubicBezTo>
                    <a:pt x="684" y="307"/>
                    <a:pt x="838" y="1"/>
                    <a:pt x="102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85"/>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85"/>
            <p:cNvSpPr/>
            <p:nvPr/>
          </p:nvSpPr>
          <p:spPr>
            <a:xfrm>
              <a:off x="1937419" y="3076353"/>
              <a:ext cx="26782" cy="53148"/>
            </a:xfrm>
            <a:custGeom>
              <a:rect b="b" l="l" r="r" t="t"/>
              <a:pathLst>
                <a:path extrusionOk="0" h="2042" w="1029">
                  <a:moveTo>
                    <a:pt x="687" y="1"/>
                  </a:moveTo>
                  <a:cubicBezTo>
                    <a:pt x="307" y="1"/>
                    <a:pt x="1" y="307"/>
                    <a:pt x="1" y="683"/>
                  </a:cubicBezTo>
                  <a:lnTo>
                    <a:pt x="1" y="1141"/>
                  </a:lnTo>
                  <a:cubicBezTo>
                    <a:pt x="1" y="1598"/>
                    <a:pt x="342" y="1982"/>
                    <a:pt x="796" y="2041"/>
                  </a:cubicBezTo>
                  <a:cubicBezTo>
                    <a:pt x="726" y="1848"/>
                    <a:pt x="691" y="1644"/>
                    <a:pt x="687" y="1436"/>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85"/>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420"/>
                  </a:lnTo>
                  <a:cubicBezTo>
                    <a:pt x="1" y="3547"/>
                    <a:pt x="103" y="3649"/>
                    <a:pt x="230" y="3649"/>
                  </a:cubicBezTo>
                  <a:lnTo>
                    <a:pt x="2967" y="3649"/>
                  </a:lnTo>
                  <a:cubicBezTo>
                    <a:pt x="3094" y="3649"/>
                    <a:pt x="3196" y="3547"/>
                    <a:pt x="3196" y="3420"/>
                  </a:cubicBezTo>
                  <a:lnTo>
                    <a:pt x="3196" y="919"/>
                  </a:lnTo>
                  <a:cubicBezTo>
                    <a:pt x="3192"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85"/>
            <p:cNvSpPr/>
            <p:nvPr/>
          </p:nvSpPr>
          <p:spPr>
            <a:xfrm>
              <a:off x="1919668" y="3155034"/>
              <a:ext cx="17777" cy="81622"/>
            </a:xfrm>
            <a:custGeom>
              <a:rect b="b" l="l" r="r" t="t"/>
              <a:pathLst>
                <a:path extrusionOk="0" h="3136" w="683">
                  <a:moveTo>
                    <a:pt x="134" y="0"/>
                  </a:moveTo>
                  <a:cubicBezTo>
                    <a:pt x="46" y="116"/>
                    <a:pt x="0" y="260"/>
                    <a:pt x="0" y="405"/>
                  </a:cubicBezTo>
                  <a:lnTo>
                    <a:pt x="0" y="2906"/>
                  </a:lnTo>
                  <a:cubicBezTo>
                    <a:pt x="0" y="3033"/>
                    <a:pt x="102" y="3135"/>
                    <a:pt x="229" y="3135"/>
                  </a:cubicBez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85"/>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458" y="3135"/>
                  </a:lnTo>
                  <a:cubicBezTo>
                    <a:pt x="581" y="3135"/>
                    <a:pt x="683" y="3033"/>
                    <a:pt x="683" y="2906"/>
                  </a:cubicBez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85"/>
            <p:cNvSpPr/>
            <p:nvPr/>
          </p:nvSpPr>
          <p:spPr>
            <a:xfrm>
              <a:off x="1955195" y="2993299"/>
              <a:ext cx="118816" cy="23737"/>
            </a:xfrm>
            <a:custGeom>
              <a:rect b="b" l="l" r="r" t="t"/>
              <a:pathLst>
                <a:path extrusionOk="0" h="912" w="4565">
                  <a:moveTo>
                    <a:pt x="1" y="0"/>
                  </a:moveTo>
                  <a:lnTo>
                    <a:pt x="444" y="887"/>
                  </a:lnTo>
                  <a:cubicBezTo>
                    <a:pt x="451" y="901"/>
                    <a:pt x="468" y="912"/>
                    <a:pt x="486" y="912"/>
                  </a:cubicBezTo>
                  <a:lnTo>
                    <a:pt x="4078" y="912"/>
                  </a:lnTo>
                  <a:cubicBezTo>
                    <a:pt x="4096" y="912"/>
                    <a:pt x="4110" y="901"/>
                    <a:pt x="4121" y="887"/>
                  </a:cubicBezTo>
                  <a:lnTo>
                    <a:pt x="456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85"/>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85"/>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649"/>
                  </a:lnTo>
                  <a:lnTo>
                    <a:pt x="3196" y="3649"/>
                  </a:lnTo>
                  <a:lnTo>
                    <a:pt x="3196" y="919"/>
                  </a:lnTo>
                  <a:cubicBezTo>
                    <a:pt x="3196"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85"/>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85"/>
            <p:cNvSpPr/>
            <p:nvPr/>
          </p:nvSpPr>
          <p:spPr>
            <a:xfrm>
              <a:off x="1937419" y="3076353"/>
              <a:ext cx="26782" cy="52419"/>
            </a:xfrm>
            <a:custGeom>
              <a:rect b="b" l="l" r="r" t="t"/>
              <a:pathLst>
                <a:path extrusionOk="0" h="2014" w="1029">
                  <a:moveTo>
                    <a:pt x="684" y="1"/>
                  </a:moveTo>
                  <a:cubicBezTo>
                    <a:pt x="307" y="1"/>
                    <a:pt x="1" y="307"/>
                    <a:pt x="1" y="683"/>
                  </a:cubicBezTo>
                  <a:lnTo>
                    <a:pt x="1" y="1141"/>
                  </a:lnTo>
                  <a:cubicBezTo>
                    <a:pt x="1" y="1552"/>
                    <a:pt x="282" y="1915"/>
                    <a:pt x="684" y="2013"/>
                  </a:cubicBezTo>
                  <a:lnTo>
                    <a:pt x="684" y="683"/>
                  </a:lnTo>
                  <a:cubicBezTo>
                    <a:pt x="684"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85"/>
            <p:cNvSpPr/>
            <p:nvPr/>
          </p:nvSpPr>
          <p:spPr>
            <a:xfrm>
              <a:off x="1919668" y="3155034"/>
              <a:ext cx="17777" cy="81622"/>
            </a:xfrm>
            <a:custGeom>
              <a:rect b="b" l="l" r="r" t="t"/>
              <a:pathLst>
                <a:path extrusionOk="0" h="3136" w="683">
                  <a:moveTo>
                    <a:pt x="134" y="0"/>
                  </a:moveTo>
                  <a:cubicBezTo>
                    <a:pt x="46" y="116"/>
                    <a:pt x="0" y="260"/>
                    <a:pt x="0" y="405"/>
                  </a:cubicBezTo>
                  <a:lnTo>
                    <a:pt x="0" y="3135"/>
                  </a:ln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85"/>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683" y="3135"/>
                  </a:ln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85"/>
            <p:cNvSpPr/>
            <p:nvPr/>
          </p:nvSpPr>
          <p:spPr>
            <a:xfrm>
              <a:off x="2044209" y="3076353"/>
              <a:ext cx="47552" cy="71185"/>
            </a:xfrm>
            <a:custGeom>
              <a:rect b="b" l="l" r="r" t="t"/>
              <a:pathLst>
                <a:path extrusionOk="0" h="2735" w="1827">
                  <a:moveTo>
                    <a:pt x="687" y="1"/>
                  </a:moveTo>
                  <a:cubicBezTo>
                    <a:pt x="307" y="1"/>
                    <a:pt x="1" y="307"/>
                    <a:pt x="4" y="683"/>
                  </a:cubicBezTo>
                  <a:lnTo>
                    <a:pt x="4" y="1436"/>
                  </a:lnTo>
                  <a:cubicBezTo>
                    <a:pt x="15" y="1661"/>
                    <a:pt x="92" y="1876"/>
                    <a:pt x="229" y="2052"/>
                  </a:cubicBezTo>
                  <a:cubicBezTo>
                    <a:pt x="377" y="2224"/>
                    <a:pt x="458" y="2443"/>
                    <a:pt x="458" y="2668"/>
                  </a:cubicBezTo>
                  <a:lnTo>
                    <a:pt x="458" y="2735"/>
                  </a:lnTo>
                  <a:lnTo>
                    <a:pt x="1369" y="2735"/>
                  </a:lnTo>
                  <a:lnTo>
                    <a:pt x="1369" y="2604"/>
                  </a:lnTo>
                  <a:cubicBezTo>
                    <a:pt x="1369" y="2418"/>
                    <a:pt x="1436" y="2242"/>
                    <a:pt x="1556" y="2101"/>
                  </a:cubicBezTo>
                  <a:lnTo>
                    <a:pt x="1640" y="2003"/>
                  </a:lnTo>
                  <a:cubicBezTo>
                    <a:pt x="1753" y="1858"/>
                    <a:pt x="1816" y="1683"/>
                    <a:pt x="1827" y="1500"/>
                  </a:cubicBezTo>
                  <a:lnTo>
                    <a:pt x="1827" y="683"/>
                  </a:lnTo>
                  <a:cubicBezTo>
                    <a:pt x="1827" y="307"/>
                    <a:pt x="1520" y="1"/>
                    <a:pt x="1144"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85"/>
            <p:cNvSpPr/>
            <p:nvPr/>
          </p:nvSpPr>
          <p:spPr>
            <a:xfrm>
              <a:off x="2026433" y="3141656"/>
              <a:ext cx="83184" cy="95000"/>
            </a:xfrm>
            <a:custGeom>
              <a:rect b="b" l="l" r="r" t="t"/>
              <a:pathLst>
                <a:path extrusionOk="0" h="3650" w="3196">
                  <a:moveTo>
                    <a:pt x="1359" y="0"/>
                  </a:moveTo>
                  <a:cubicBezTo>
                    <a:pt x="1215" y="0"/>
                    <a:pt x="1074" y="29"/>
                    <a:pt x="940" y="81"/>
                  </a:cubicBezTo>
                  <a:lnTo>
                    <a:pt x="434" y="285"/>
                  </a:lnTo>
                  <a:cubicBezTo>
                    <a:pt x="173" y="387"/>
                    <a:pt x="1" y="637"/>
                    <a:pt x="1" y="919"/>
                  </a:cubicBezTo>
                  <a:lnTo>
                    <a:pt x="1" y="3649"/>
                  </a:lnTo>
                  <a:lnTo>
                    <a:pt x="3196" y="3649"/>
                  </a:lnTo>
                  <a:lnTo>
                    <a:pt x="3196" y="919"/>
                  </a:lnTo>
                  <a:cubicBezTo>
                    <a:pt x="3192" y="637"/>
                    <a:pt x="3023" y="387"/>
                    <a:pt x="2763" y="285"/>
                  </a:cubicBezTo>
                  <a:lnTo>
                    <a:pt x="2260" y="81"/>
                  </a:lnTo>
                  <a:cubicBezTo>
                    <a:pt x="2123" y="29"/>
                    <a:pt x="1978"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85"/>
            <p:cNvSpPr/>
            <p:nvPr/>
          </p:nvSpPr>
          <p:spPr>
            <a:xfrm>
              <a:off x="2044313" y="3076353"/>
              <a:ext cx="47448" cy="53408"/>
            </a:xfrm>
            <a:custGeom>
              <a:rect b="b" l="l" r="r" t="t"/>
              <a:pathLst>
                <a:path extrusionOk="0" h="2052" w="1823">
                  <a:moveTo>
                    <a:pt x="683" y="1"/>
                  </a:moveTo>
                  <a:cubicBezTo>
                    <a:pt x="306" y="1"/>
                    <a:pt x="0" y="307"/>
                    <a:pt x="0" y="683"/>
                  </a:cubicBezTo>
                  <a:lnTo>
                    <a:pt x="0" y="1141"/>
                  </a:lnTo>
                  <a:cubicBezTo>
                    <a:pt x="0" y="1644"/>
                    <a:pt x="408" y="2052"/>
                    <a:pt x="911" y="2052"/>
                  </a:cubicBezTo>
                  <a:cubicBezTo>
                    <a:pt x="1414" y="2052"/>
                    <a:pt x="1823" y="1644"/>
                    <a:pt x="1823" y="1141"/>
                  </a:cubicBezTo>
                  <a:lnTo>
                    <a:pt x="1823" y="683"/>
                  </a:lnTo>
                  <a:cubicBezTo>
                    <a:pt x="1823" y="307"/>
                    <a:pt x="1516"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85"/>
            <p:cNvSpPr/>
            <p:nvPr/>
          </p:nvSpPr>
          <p:spPr>
            <a:xfrm>
              <a:off x="2044209" y="3076353"/>
              <a:ext cx="26756" cy="52419"/>
            </a:xfrm>
            <a:custGeom>
              <a:rect b="b" l="l" r="r" t="t"/>
              <a:pathLst>
                <a:path extrusionOk="0" h="2014" w="1028">
                  <a:moveTo>
                    <a:pt x="687" y="1"/>
                  </a:moveTo>
                  <a:cubicBezTo>
                    <a:pt x="310" y="1"/>
                    <a:pt x="1" y="307"/>
                    <a:pt x="4" y="683"/>
                  </a:cubicBezTo>
                  <a:lnTo>
                    <a:pt x="4" y="1141"/>
                  </a:lnTo>
                  <a:cubicBezTo>
                    <a:pt x="4" y="1552"/>
                    <a:pt x="285" y="1915"/>
                    <a:pt x="687" y="2013"/>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85"/>
            <p:cNvSpPr/>
            <p:nvPr/>
          </p:nvSpPr>
          <p:spPr>
            <a:xfrm>
              <a:off x="2026537" y="3155034"/>
              <a:ext cx="17803" cy="81622"/>
            </a:xfrm>
            <a:custGeom>
              <a:rect b="b" l="l" r="r" t="t"/>
              <a:pathLst>
                <a:path extrusionOk="0" h="3136" w="684">
                  <a:moveTo>
                    <a:pt x="131" y="0"/>
                  </a:moveTo>
                  <a:cubicBezTo>
                    <a:pt x="46" y="116"/>
                    <a:pt x="0" y="260"/>
                    <a:pt x="0" y="405"/>
                  </a:cubicBezTo>
                  <a:lnTo>
                    <a:pt x="0" y="3135"/>
                  </a:lnTo>
                  <a:lnTo>
                    <a:pt x="683" y="3135"/>
                  </a:lnTo>
                  <a:lnTo>
                    <a:pt x="683" y="640"/>
                  </a:lnTo>
                  <a:cubicBezTo>
                    <a:pt x="683" y="496"/>
                    <a:pt x="613" y="362"/>
                    <a:pt x="500" y="278"/>
                  </a:cubicBezTo>
                  <a:lnTo>
                    <a:pt x="131"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85"/>
            <p:cNvSpPr/>
            <p:nvPr/>
          </p:nvSpPr>
          <p:spPr>
            <a:xfrm>
              <a:off x="2091736" y="3155034"/>
              <a:ext cx="17803" cy="81622"/>
            </a:xfrm>
            <a:custGeom>
              <a:rect b="b" l="l" r="r" t="t"/>
              <a:pathLst>
                <a:path extrusionOk="0" h="3136" w="684">
                  <a:moveTo>
                    <a:pt x="549" y="0"/>
                  </a:moveTo>
                  <a:lnTo>
                    <a:pt x="184" y="278"/>
                  </a:lnTo>
                  <a:cubicBezTo>
                    <a:pt x="67" y="362"/>
                    <a:pt x="1" y="496"/>
                    <a:pt x="1" y="640"/>
                  </a:cubicBezTo>
                  <a:lnTo>
                    <a:pt x="1" y="3135"/>
                  </a:lnTo>
                  <a:lnTo>
                    <a:pt x="683" y="3135"/>
                  </a:lnTo>
                  <a:lnTo>
                    <a:pt x="683" y="405"/>
                  </a:lnTo>
                  <a:cubicBezTo>
                    <a:pt x="683" y="260"/>
                    <a:pt x="637" y="116"/>
                    <a:pt x="54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85"/>
            <p:cNvSpPr/>
            <p:nvPr/>
          </p:nvSpPr>
          <p:spPr>
            <a:xfrm>
              <a:off x="1884036" y="3135800"/>
              <a:ext cx="47474" cy="71081"/>
            </a:xfrm>
            <a:custGeom>
              <a:rect b="b" l="l" r="r" t="t"/>
              <a:pathLst>
                <a:path extrusionOk="0" h="2731" w="1824">
                  <a:moveTo>
                    <a:pt x="677" y="0"/>
                  </a:moveTo>
                  <a:cubicBezTo>
                    <a:pt x="303" y="0"/>
                    <a:pt x="1" y="305"/>
                    <a:pt x="1" y="679"/>
                  </a:cubicBezTo>
                  <a:lnTo>
                    <a:pt x="1" y="1432"/>
                  </a:lnTo>
                  <a:cubicBezTo>
                    <a:pt x="11" y="1657"/>
                    <a:pt x="92" y="1872"/>
                    <a:pt x="226" y="2048"/>
                  </a:cubicBezTo>
                  <a:cubicBezTo>
                    <a:pt x="374" y="2220"/>
                    <a:pt x="455" y="2438"/>
                    <a:pt x="455" y="2664"/>
                  </a:cubicBezTo>
                  <a:lnTo>
                    <a:pt x="455" y="2731"/>
                  </a:lnTo>
                  <a:lnTo>
                    <a:pt x="1366" y="2731"/>
                  </a:lnTo>
                  <a:lnTo>
                    <a:pt x="1366" y="2600"/>
                  </a:lnTo>
                  <a:cubicBezTo>
                    <a:pt x="1366" y="2414"/>
                    <a:pt x="1433" y="2238"/>
                    <a:pt x="1552" y="2097"/>
                  </a:cubicBezTo>
                  <a:lnTo>
                    <a:pt x="1637" y="1999"/>
                  </a:lnTo>
                  <a:cubicBezTo>
                    <a:pt x="1749" y="1854"/>
                    <a:pt x="1813" y="1679"/>
                    <a:pt x="1823" y="1496"/>
                  </a:cubicBezTo>
                  <a:lnTo>
                    <a:pt x="1823" y="679"/>
                  </a:lnTo>
                  <a:cubicBezTo>
                    <a:pt x="1823" y="305"/>
                    <a:pt x="1521" y="0"/>
                    <a:pt x="1147" y="0"/>
                  </a:cubicBezTo>
                  <a:cubicBezTo>
                    <a:pt x="1145" y="0"/>
                    <a:pt x="1143" y="0"/>
                    <a:pt x="1141" y="0"/>
                  </a:cubicBezTo>
                  <a:lnTo>
                    <a:pt x="683" y="0"/>
                  </a:lnTo>
                  <a:cubicBezTo>
                    <a:pt x="681" y="0"/>
                    <a:pt x="679" y="0"/>
                    <a:pt x="6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85"/>
            <p:cNvSpPr/>
            <p:nvPr/>
          </p:nvSpPr>
          <p:spPr>
            <a:xfrm>
              <a:off x="1866181" y="3200999"/>
              <a:ext cx="83184" cy="59369"/>
            </a:xfrm>
            <a:custGeom>
              <a:rect b="b" l="l" r="r" t="t"/>
              <a:pathLst>
                <a:path extrusionOk="0" h="2281" w="3196">
                  <a:moveTo>
                    <a:pt x="1362" y="0"/>
                  </a:moveTo>
                  <a:cubicBezTo>
                    <a:pt x="1214" y="0"/>
                    <a:pt x="1074" y="28"/>
                    <a:pt x="936" y="81"/>
                  </a:cubicBezTo>
                  <a:lnTo>
                    <a:pt x="430" y="285"/>
                  </a:lnTo>
                  <a:cubicBezTo>
                    <a:pt x="173" y="387"/>
                    <a:pt x="1" y="641"/>
                    <a:pt x="1" y="919"/>
                  </a:cubicBezTo>
                  <a:lnTo>
                    <a:pt x="1" y="2280"/>
                  </a:lnTo>
                  <a:lnTo>
                    <a:pt x="3195" y="2280"/>
                  </a:lnTo>
                  <a:lnTo>
                    <a:pt x="3195" y="919"/>
                  </a:lnTo>
                  <a:cubicBezTo>
                    <a:pt x="3195"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85"/>
            <p:cNvSpPr/>
            <p:nvPr/>
          </p:nvSpPr>
          <p:spPr>
            <a:xfrm>
              <a:off x="1884036" y="3135800"/>
              <a:ext cx="47474" cy="53304"/>
            </a:xfrm>
            <a:custGeom>
              <a:rect b="b" l="l" r="r" t="t"/>
              <a:pathLst>
                <a:path extrusionOk="0" h="2048" w="1824">
                  <a:moveTo>
                    <a:pt x="683" y="0"/>
                  </a:moveTo>
                  <a:cubicBezTo>
                    <a:pt x="307" y="0"/>
                    <a:pt x="1" y="303"/>
                    <a:pt x="1" y="679"/>
                  </a:cubicBezTo>
                  <a:lnTo>
                    <a:pt x="1" y="1137"/>
                  </a:lnTo>
                  <a:cubicBezTo>
                    <a:pt x="1" y="1640"/>
                    <a:pt x="409" y="2048"/>
                    <a:pt x="912" y="2048"/>
                  </a:cubicBezTo>
                  <a:cubicBezTo>
                    <a:pt x="1415" y="2048"/>
                    <a:pt x="1823" y="1640"/>
                    <a:pt x="1823" y="1137"/>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85"/>
            <p:cNvSpPr/>
            <p:nvPr/>
          </p:nvSpPr>
          <p:spPr>
            <a:xfrm>
              <a:off x="1884036" y="3135800"/>
              <a:ext cx="26678" cy="52393"/>
            </a:xfrm>
            <a:custGeom>
              <a:rect b="b" l="l" r="r" t="t"/>
              <a:pathLst>
                <a:path extrusionOk="0" h="2013" w="1025">
                  <a:moveTo>
                    <a:pt x="683" y="0"/>
                  </a:moveTo>
                  <a:cubicBezTo>
                    <a:pt x="307" y="0"/>
                    <a:pt x="1" y="306"/>
                    <a:pt x="1" y="683"/>
                  </a:cubicBezTo>
                  <a:lnTo>
                    <a:pt x="1" y="1137"/>
                  </a:lnTo>
                  <a:cubicBezTo>
                    <a:pt x="1" y="1552"/>
                    <a:pt x="282" y="1914"/>
                    <a:pt x="683" y="2013"/>
                  </a:cubicBezTo>
                  <a:lnTo>
                    <a:pt x="683" y="683"/>
                  </a:lnTo>
                  <a:cubicBezTo>
                    <a:pt x="683" y="303"/>
                    <a:pt x="838" y="0"/>
                    <a:pt x="10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85"/>
            <p:cNvSpPr/>
            <p:nvPr/>
          </p:nvSpPr>
          <p:spPr>
            <a:xfrm>
              <a:off x="1866285" y="3214377"/>
              <a:ext cx="17777" cy="45991"/>
            </a:xfrm>
            <a:custGeom>
              <a:rect b="b" l="l" r="r" t="t"/>
              <a:pathLst>
                <a:path extrusionOk="0" h="1767" w="683">
                  <a:moveTo>
                    <a:pt x="130" y="0"/>
                  </a:moveTo>
                  <a:cubicBezTo>
                    <a:pt x="46" y="120"/>
                    <a:pt x="0" y="260"/>
                    <a:pt x="0" y="405"/>
                  </a:cubicBezTo>
                  <a:lnTo>
                    <a:pt x="0" y="1766"/>
                  </a:lnTo>
                  <a:lnTo>
                    <a:pt x="683" y="1766"/>
                  </a:lnTo>
                  <a:lnTo>
                    <a:pt x="683" y="640"/>
                  </a:lnTo>
                  <a:cubicBezTo>
                    <a:pt x="683" y="500"/>
                    <a:pt x="612" y="362"/>
                    <a:pt x="500" y="278"/>
                  </a:cubicBezTo>
                  <a:lnTo>
                    <a:pt x="13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85"/>
            <p:cNvSpPr/>
            <p:nvPr/>
          </p:nvSpPr>
          <p:spPr>
            <a:xfrm>
              <a:off x="1931484" y="3214377"/>
              <a:ext cx="17777" cy="45991"/>
            </a:xfrm>
            <a:custGeom>
              <a:rect b="b" l="l" r="r" t="t"/>
              <a:pathLst>
                <a:path extrusionOk="0" h="1767" w="683">
                  <a:moveTo>
                    <a:pt x="553" y="0"/>
                  </a:moveTo>
                  <a:lnTo>
                    <a:pt x="183" y="278"/>
                  </a:lnTo>
                  <a:cubicBezTo>
                    <a:pt x="67" y="362"/>
                    <a:pt x="0" y="500"/>
                    <a:pt x="0" y="640"/>
                  </a:cubicBezTo>
                  <a:lnTo>
                    <a:pt x="0" y="1766"/>
                  </a:lnTo>
                  <a:lnTo>
                    <a:pt x="683" y="1766"/>
                  </a:lnTo>
                  <a:lnTo>
                    <a:pt x="683" y="405"/>
                  </a:lnTo>
                  <a:cubicBezTo>
                    <a:pt x="683" y="260"/>
                    <a:pt x="637"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85"/>
            <p:cNvSpPr/>
            <p:nvPr/>
          </p:nvSpPr>
          <p:spPr>
            <a:xfrm>
              <a:off x="1990827" y="3135800"/>
              <a:ext cx="47552" cy="71081"/>
            </a:xfrm>
            <a:custGeom>
              <a:rect b="b" l="l" r="r" t="t"/>
              <a:pathLst>
                <a:path extrusionOk="0" h="2731" w="1827">
                  <a:moveTo>
                    <a:pt x="680" y="0"/>
                  </a:moveTo>
                  <a:cubicBezTo>
                    <a:pt x="303" y="0"/>
                    <a:pt x="0" y="305"/>
                    <a:pt x="0" y="679"/>
                  </a:cubicBezTo>
                  <a:lnTo>
                    <a:pt x="0" y="1432"/>
                  </a:lnTo>
                  <a:cubicBezTo>
                    <a:pt x="11" y="1657"/>
                    <a:pt x="92" y="1872"/>
                    <a:pt x="229" y="2048"/>
                  </a:cubicBezTo>
                  <a:cubicBezTo>
                    <a:pt x="377" y="2220"/>
                    <a:pt x="458" y="2438"/>
                    <a:pt x="458" y="2664"/>
                  </a:cubicBezTo>
                  <a:lnTo>
                    <a:pt x="458" y="2731"/>
                  </a:lnTo>
                  <a:lnTo>
                    <a:pt x="1369" y="2731"/>
                  </a:lnTo>
                  <a:lnTo>
                    <a:pt x="1369" y="2600"/>
                  </a:lnTo>
                  <a:cubicBezTo>
                    <a:pt x="1369" y="2414"/>
                    <a:pt x="1436" y="2238"/>
                    <a:pt x="1555" y="2097"/>
                  </a:cubicBezTo>
                  <a:lnTo>
                    <a:pt x="1640" y="1999"/>
                  </a:lnTo>
                  <a:cubicBezTo>
                    <a:pt x="1749" y="1854"/>
                    <a:pt x="1816" y="1679"/>
                    <a:pt x="1826" y="1496"/>
                  </a:cubicBezTo>
                  <a:lnTo>
                    <a:pt x="1826" y="679"/>
                  </a:lnTo>
                  <a:cubicBezTo>
                    <a:pt x="1823" y="303"/>
                    <a:pt x="1517" y="0"/>
                    <a:pt x="1140" y="0"/>
                  </a:cubicBezTo>
                  <a:lnTo>
                    <a:pt x="686" y="0"/>
                  </a:lnTo>
                  <a:cubicBezTo>
                    <a:pt x="684" y="0"/>
                    <a:pt x="682" y="0"/>
                    <a:pt x="6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85"/>
            <p:cNvSpPr/>
            <p:nvPr/>
          </p:nvSpPr>
          <p:spPr>
            <a:xfrm>
              <a:off x="1973050" y="3200999"/>
              <a:ext cx="83080" cy="59369"/>
            </a:xfrm>
            <a:custGeom>
              <a:rect b="b" l="l" r="r" t="t"/>
              <a:pathLst>
                <a:path extrusionOk="0" h="2281" w="3192">
                  <a:moveTo>
                    <a:pt x="1359" y="0"/>
                  </a:moveTo>
                  <a:cubicBezTo>
                    <a:pt x="1215" y="0"/>
                    <a:pt x="1070" y="28"/>
                    <a:pt x="937" y="81"/>
                  </a:cubicBezTo>
                  <a:lnTo>
                    <a:pt x="430" y="285"/>
                  </a:lnTo>
                  <a:cubicBezTo>
                    <a:pt x="170" y="387"/>
                    <a:pt x="1" y="641"/>
                    <a:pt x="1" y="919"/>
                  </a:cubicBezTo>
                  <a:lnTo>
                    <a:pt x="1" y="2280"/>
                  </a:lnTo>
                  <a:lnTo>
                    <a:pt x="3192" y="2280"/>
                  </a:lnTo>
                  <a:lnTo>
                    <a:pt x="3192" y="919"/>
                  </a:lnTo>
                  <a:cubicBezTo>
                    <a:pt x="3192"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85"/>
            <p:cNvSpPr/>
            <p:nvPr/>
          </p:nvSpPr>
          <p:spPr>
            <a:xfrm>
              <a:off x="1990827" y="3135800"/>
              <a:ext cx="47552" cy="53304"/>
            </a:xfrm>
            <a:custGeom>
              <a:rect b="b" l="l" r="r" t="t"/>
              <a:pathLst>
                <a:path extrusionOk="0" h="2048" w="1827">
                  <a:moveTo>
                    <a:pt x="680" y="0"/>
                  </a:moveTo>
                  <a:cubicBezTo>
                    <a:pt x="303" y="0"/>
                    <a:pt x="0" y="305"/>
                    <a:pt x="0" y="679"/>
                  </a:cubicBezTo>
                  <a:lnTo>
                    <a:pt x="0" y="1137"/>
                  </a:lnTo>
                  <a:cubicBezTo>
                    <a:pt x="0" y="1640"/>
                    <a:pt x="408" y="2048"/>
                    <a:pt x="912" y="2048"/>
                  </a:cubicBezTo>
                  <a:cubicBezTo>
                    <a:pt x="1415" y="2048"/>
                    <a:pt x="1823" y="1640"/>
                    <a:pt x="1826" y="1137"/>
                  </a:cubicBezTo>
                  <a:lnTo>
                    <a:pt x="1826" y="683"/>
                  </a:lnTo>
                  <a:cubicBezTo>
                    <a:pt x="1826" y="306"/>
                    <a:pt x="1520" y="0"/>
                    <a:pt x="1140" y="0"/>
                  </a:cubicBezTo>
                  <a:lnTo>
                    <a:pt x="686" y="0"/>
                  </a:lnTo>
                  <a:cubicBezTo>
                    <a:pt x="684" y="0"/>
                    <a:pt x="682" y="0"/>
                    <a:pt x="68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85"/>
            <p:cNvSpPr/>
            <p:nvPr/>
          </p:nvSpPr>
          <p:spPr>
            <a:xfrm>
              <a:off x="1990827" y="3135800"/>
              <a:ext cx="26756" cy="52393"/>
            </a:xfrm>
            <a:custGeom>
              <a:rect b="b" l="l" r="r" t="t"/>
              <a:pathLst>
                <a:path extrusionOk="0" h="2013" w="1028">
                  <a:moveTo>
                    <a:pt x="686" y="0"/>
                  </a:moveTo>
                  <a:cubicBezTo>
                    <a:pt x="306" y="0"/>
                    <a:pt x="0" y="306"/>
                    <a:pt x="0" y="683"/>
                  </a:cubicBezTo>
                  <a:lnTo>
                    <a:pt x="0" y="1137"/>
                  </a:lnTo>
                  <a:cubicBezTo>
                    <a:pt x="0" y="1552"/>
                    <a:pt x="282" y="1914"/>
                    <a:pt x="686" y="2013"/>
                  </a:cubicBezTo>
                  <a:lnTo>
                    <a:pt x="686" y="683"/>
                  </a:lnTo>
                  <a:cubicBezTo>
                    <a:pt x="686" y="303"/>
                    <a:pt x="838" y="0"/>
                    <a:pt x="102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85"/>
            <p:cNvSpPr/>
            <p:nvPr/>
          </p:nvSpPr>
          <p:spPr>
            <a:xfrm>
              <a:off x="1973050" y="3214377"/>
              <a:ext cx="17803" cy="45991"/>
            </a:xfrm>
            <a:custGeom>
              <a:rect b="b" l="l" r="r" t="t"/>
              <a:pathLst>
                <a:path extrusionOk="0" h="1767" w="684">
                  <a:moveTo>
                    <a:pt x="134" y="0"/>
                  </a:moveTo>
                  <a:cubicBezTo>
                    <a:pt x="46" y="120"/>
                    <a:pt x="1" y="260"/>
                    <a:pt x="1" y="405"/>
                  </a:cubicBezTo>
                  <a:lnTo>
                    <a:pt x="1" y="1766"/>
                  </a:lnTo>
                  <a:lnTo>
                    <a:pt x="683" y="1766"/>
                  </a:lnTo>
                  <a:lnTo>
                    <a:pt x="683" y="640"/>
                  </a:lnTo>
                  <a:cubicBezTo>
                    <a:pt x="683" y="500"/>
                    <a:pt x="616" y="362"/>
                    <a:pt x="500" y="278"/>
                  </a:cubicBezTo>
                  <a:lnTo>
                    <a:pt x="13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85"/>
            <p:cNvSpPr/>
            <p:nvPr/>
          </p:nvSpPr>
          <p:spPr>
            <a:xfrm>
              <a:off x="2038353" y="3214377"/>
              <a:ext cx="17777" cy="45991"/>
            </a:xfrm>
            <a:custGeom>
              <a:rect b="b" l="l" r="r" t="t"/>
              <a:pathLst>
                <a:path extrusionOk="0" h="1767" w="683">
                  <a:moveTo>
                    <a:pt x="549" y="0"/>
                  </a:moveTo>
                  <a:lnTo>
                    <a:pt x="183" y="278"/>
                  </a:lnTo>
                  <a:cubicBezTo>
                    <a:pt x="67" y="362"/>
                    <a:pt x="0" y="500"/>
                    <a:pt x="0" y="640"/>
                  </a:cubicBezTo>
                  <a:lnTo>
                    <a:pt x="0" y="1766"/>
                  </a:lnTo>
                  <a:lnTo>
                    <a:pt x="683" y="1766"/>
                  </a:lnTo>
                  <a:lnTo>
                    <a:pt x="683" y="405"/>
                  </a:lnTo>
                  <a:cubicBezTo>
                    <a:pt x="683" y="260"/>
                    <a:pt x="634" y="120"/>
                    <a:pt x="5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85"/>
            <p:cNvSpPr/>
            <p:nvPr/>
          </p:nvSpPr>
          <p:spPr>
            <a:xfrm>
              <a:off x="2097696" y="3135696"/>
              <a:ext cx="47448" cy="71185"/>
            </a:xfrm>
            <a:custGeom>
              <a:rect b="b" l="l" r="r" t="t"/>
              <a:pathLst>
                <a:path extrusionOk="0" h="2735" w="1823">
                  <a:moveTo>
                    <a:pt x="683" y="1"/>
                  </a:moveTo>
                  <a:cubicBezTo>
                    <a:pt x="306" y="1"/>
                    <a:pt x="0" y="307"/>
                    <a:pt x="0" y="683"/>
                  </a:cubicBezTo>
                  <a:lnTo>
                    <a:pt x="0" y="1436"/>
                  </a:lnTo>
                  <a:cubicBezTo>
                    <a:pt x="11" y="1661"/>
                    <a:pt x="92" y="1876"/>
                    <a:pt x="229" y="2052"/>
                  </a:cubicBezTo>
                  <a:cubicBezTo>
                    <a:pt x="373" y="2224"/>
                    <a:pt x="454" y="2442"/>
                    <a:pt x="454" y="2668"/>
                  </a:cubicBezTo>
                  <a:lnTo>
                    <a:pt x="454" y="2735"/>
                  </a:lnTo>
                  <a:lnTo>
                    <a:pt x="1369" y="2735"/>
                  </a:lnTo>
                  <a:lnTo>
                    <a:pt x="1369" y="2604"/>
                  </a:lnTo>
                  <a:cubicBezTo>
                    <a:pt x="1369" y="2418"/>
                    <a:pt x="1432" y="2242"/>
                    <a:pt x="1552" y="2101"/>
                  </a:cubicBezTo>
                  <a:lnTo>
                    <a:pt x="1636" y="2003"/>
                  </a:lnTo>
                  <a:cubicBezTo>
                    <a:pt x="1749" y="1858"/>
                    <a:pt x="1812" y="1683"/>
                    <a:pt x="1823" y="1500"/>
                  </a:cubicBezTo>
                  <a:lnTo>
                    <a:pt x="1823" y="683"/>
                  </a:lnTo>
                  <a:cubicBezTo>
                    <a:pt x="1823" y="307"/>
                    <a:pt x="1517"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85"/>
            <p:cNvSpPr/>
            <p:nvPr/>
          </p:nvSpPr>
          <p:spPr>
            <a:xfrm>
              <a:off x="2079841" y="3200999"/>
              <a:ext cx="83158" cy="59369"/>
            </a:xfrm>
            <a:custGeom>
              <a:rect b="b" l="l" r="r" t="t"/>
              <a:pathLst>
                <a:path extrusionOk="0" h="2281" w="3195">
                  <a:moveTo>
                    <a:pt x="1362" y="0"/>
                  </a:moveTo>
                  <a:cubicBezTo>
                    <a:pt x="1214" y="0"/>
                    <a:pt x="1073" y="28"/>
                    <a:pt x="936" y="81"/>
                  </a:cubicBezTo>
                  <a:lnTo>
                    <a:pt x="429" y="285"/>
                  </a:lnTo>
                  <a:cubicBezTo>
                    <a:pt x="173" y="387"/>
                    <a:pt x="0" y="641"/>
                    <a:pt x="0" y="919"/>
                  </a:cubicBezTo>
                  <a:lnTo>
                    <a:pt x="0" y="2280"/>
                  </a:lnTo>
                  <a:lnTo>
                    <a:pt x="3191" y="2280"/>
                  </a:lnTo>
                  <a:lnTo>
                    <a:pt x="3191" y="919"/>
                  </a:lnTo>
                  <a:cubicBezTo>
                    <a:pt x="3195" y="641"/>
                    <a:pt x="3023" y="387"/>
                    <a:pt x="2762" y="285"/>
                  </a:cubicBezTo>
                  <a:lnTo>
                    <a:pt x="2259" y="81"/>
                  </a:lnTo>
                  <a:cubicBezTo>
                    <a:pt x="2122" y="28"/>
                    <a:pt x="1978" y="0"/>
                    <a:pt x="183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85"/>
            <p:cNvSpPr/>
            <p:nvPr/>
          </p:nvSpPr>
          <p:spPr>
            <a:xfrm>
              <a:off x="2097696" y="3135696"/>
              <a:ext cx="47448" cy="53408"/>
            </a:xfrm>
            <a:custGeom>
              <a:rect b="b" l="l" r="r" t="t"/>
              <a:pathLst>
                <a:path extrusionOk="0" h="2052" w="1823">
                  <a:moveTo>
                    <a:pt x="683" y="1"/>
                  </a:moveTo>
                  <a:cubicBezTo>
                    <a:pt x="306" y="1"/>
                    <a:pt x="0" y="307"/>
                    <a:pt x="0" y="683"/>
                  </a:cubicBezTo>
                  <a:lnTo>
                    <a:pt x="0" y="1141"/>
                  </a:lnTo>
                  <a:cubicBezTo>
                    <a:pt x="0" y="1644"/>
                    <a:pt x="408" y="2052"/>
                    <a:pt x="912" y="2052"/>
                  </a:cubicBezTo>
                  <a:cubicBezTo>
                    <a:pt x="1415" y="2052"/>
                    <a:pt x="1823" y="1644"/>
                    <a:pt x="1823" y="1141"/>
                  </a:cubicBezTo>
                  <a:lnTo>
                    <a:pt x="1823" y="683"/>
                  </a:lnTo>
                  <a:cubicBezTo>
                    <a:pt x="1823" y="307"/>
                    <a:pt x="1517"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85"/>
            <p:cNvSpPr/>
            <p:nvPr/>
          </p:nvSpPr>
          <p:spPr>
            <a:xfrm>
              <a:off x="2097696" y="3135800"/>
              <a:ext cx="26678" cy="52393"/>
            </a:xfrm>
            <a:custGeom>
              <a:rect b="b" l="l" r="r" t="t"/>
              <a:pathLst>
                <a:path extrusionOk="0" h="2013" w="1025">
                  <a:moveTo>
                    <a:pt x="683" y="0"/>
                  </a:moveTo>
                  <a:cubicBezTo>
                    <a:pt x="306" y="0"/>
                    <a:pt x="0" y="306"/>
                    <a:pt x="0" y="683"/>
                  </a:cubicBezTo>
                  <a:lnTo>
                    <a:pt x="0" y="1137"/>
                  </a:lnTo>
                  <a:cubicBezTo>
                    <a:pt x="0" y="1552"/>
                    <a:pt x="282" y="1914"/>
                    <a:pt x="683" y="2013"/>
                  </a:cubicBezTo>
                  <a:lnTo>
                    <a:pt x="683" y="683"/>
                  </a:lnTo>
                  <a:cubicBezTo>
                    <a:pt x="683" y="303"/>
                    <a:pt x="838" y="0"/>
                    <a:pt x="102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85"/>
            <p:cNvSpPr/>
            <p:nvPr/>
          </p:nvSpPr>
          <p:spPr>
            <a:xfrm>
              <a:off x="2079919" y="3214377"/>
              <a:ext cx="17803" cy="45991"/>
            </a:xfrm>
            <a:custGeom>
              <a:rect b="b" l="l" r="r" t="t"/>
              <a:pathLst>
                <a:path extrusionOk="0" h="1767" w="684">
                  <a:moveTo>
                    <a:pt x="131" y="0"/>
                  </a:moveTo>
                  <a:cubicBezTo>
                    <a:pt x="46" y="120"/>
                    <a:pt x="1" y="260"/>
                    <a:pt x="1" y="405"/>
                  </a:cubicBezTo>
                  <a:lnTo>
                    <a:pt x="1" y="1766"/>
                  </a:lnTo>
                  <a:lnTo>
                    <a:pt x="683" y="1766"/>
                  </a:lnTo>
                  <a:lnTo>
                    <a:pt x="683" y="640"/>
                  </a:lnTo>
                  <a:cubicBezTo>
                    <a:pt x="683" y="500"/>
                    <a:pt x="616" y="362"/>
                    <a:pt x="500" y="278"/>
                  </a:cubicBezTo>
                  <a:lnTo>
                    <a:pt x="1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85"/>
            <p:cNvSpPr/>
            <p:nvPr/>
          </p:nvSpPr>
          <p:spPr>
            <a:xfrm>
              <a:off x="2145118" y="3214377"/>
              <a:ext cx="17803" cy="45991"/>
            </a:xfrm>
            <a:custGeom>
              <a:rect b="b" l="l" r="r" t="t"/>
              <a:pathLst>
                <a:path extrusionOk="0" h="1767" w="684">
                  <a:moveTo>
                    <a:pt x="553" y="0"/>
                  </a:moveTo>
                  <a:lnTo>
                    <a:pt x="184" y="278"/>
                  </a:lnTo>
                  <a:cubicBezTo>
                    <a:pt x="68" y="362"/>
                    <a:pt x="1" y="500"/>
                    <a:pt x="1" y="640"/>
                  </a:cubicBezTo>
                  <a:lnTo>
                    <a:pt x="1" y="1766"/>
                  </a:lnTo>
                  <a:lnTo>
                    <a:pt x="683" y="1766"/>
                  </a:lnTo>
                  <a:lnTo>
                    <a:pt x="683" y="405"/>
                  </a:lnTo>
                  <a:cubicBezTo>
                    <a:pt x="683" y="260"/>
                    <a:pt x="638"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85"/>
            <p:cNvSpPr/>
            <p:nvPr/>
          </p:nvSpPr>
          <p:spPr>
            <a:xfrm>
              <a:off x="1860689" y="3070679"/>
              <a:ext cx="307905" cy="195258"/>
            </a:xfrm>
            <a:custGeom>
              <a:rect b="b" l="l" r="r" t="t"/>
              <a:pathLst>
                <a:path extrusionOk="0" h="7502" w="11830">
                  <a:moveTo>
                    <a:pt x="4089" y="433"/>
                  </a:moveTo>
                  <a:cubicBezTo>
                    <a:pt x="4349" y="433"/>
                    <a:pt x="4560" y="644"/>
                    <a:pt x="4560" y="905"/>
                  </a:cubicBezTo>
                  <a:lnTo>
                    <a:pt x="4560" y="1485"/>
                  </a:lnTo>
                  <a:cubicBezTo>
                    <a:pt x="4560" y="1732"/>
                    <a:pt x="4423" y="1964"/>
                    <a:pt x="4209" y="2087"/>
                  </a:cubicBezTo>
                  <a:cubicBezTo>
                    <a:pt x="4142" y="2122"/>
                    <a:pt x="4103" y="2193"/>
                    <a:pt x="4103" y="2270"/>
                  </a:cubicBezTo>
                  <a:lnTo>
                    <a:pt x="4103" y="2513"/>
                  </a:lnTo>
                  <a:lnTo>
                    <a:pt x="3617" y="2513"/>
                  </a:lnTo>
                  <a:lnTo>
                    <a:pt x="3617" y="2270"/>
                  </a:lnTo>
                  <a:cubicBezTo>
                    <a:pt x="3617" y="2193"/>
                    <a:pt x="3579" y="2122"/>
                    <a:pt x="3512" y="2087"/>
                  </a:cubicBezTo>
                  <a:cubicBezTo>
                    <a:pt x="3294" y="1964"/>
                    <a:pt x="3160" y="1732"/>
                    <a:pt x="3164" y="1482"/>
                  </a:cubicBezTo>
                  <a:lnTo>
                    <a:pt x="3164" y="905"/>
                  </a:lnTo>
                  <a:cubicBezTo>
                    <a:pt x="3164" y="644"/>
                    <a:pt x="3375" y="433"/>
                    <a:pt x="3632" y="433"/>
                  </a:cubicBezTo>
                  <a:close/>
                  <a:moveTo>
                    <a:pt x="8195" y="433"/>
                  </a:moveTo>
                  <a:cubicBezTo>
                    <a:pt x="8452" y="433"/>
                    <a:pt x="8663" y="644"/>
                    <a:pt x="8663" y="905"/>
                  </a:cubicBezTo>
                  <a:lnTo>
                    <a:pt x="8663" y="1485"/>
                  </a:lnTo>
                  <a:cubicBezTo>
                    <a:pt x="8663" y="1732"/>
                    <a:pt x="8529" y="1964"/>
                    <a:pt x="8311" y="2087"/>
                  </a:cubicBezTo>
                  <a:cubicBezTo>
                    <a:pt x="8248" y="2122"/>
                    <a:pt x="8206" y="2193"/>
                    <a:pt x="8206" y="2270"/>
                  </a:cubicBezTo>
                  <a:lnTo>
                    <a:pt x="8206" y="2513"/>
                  </a:lnTo>
                  <a:lnTo>
                    <a:pt x="7724" y="2513"/>
                  </a:lnTo>
                  <a:lnTo>
                    <a:pt x="7724" y="2270"/>
                  </a:lnTo>
                  <a:cubicBezTo>
                    <a:pt x="7724" y="2193"/>
                    <a:pt x="7681" y="2122"/>
                    <a:pt x="7618" y="2087"/>
                  </a:cubicBezTo>
                  <a:cubicBezTo>
                    <a:pt x="7400" y="1964"/>
                    <a:pt x="7266" y="1732"/>
                    <a:pt x="7266" y="1482"/>
                  </a:cubicBezTo>
                  <a:lnTo>
                    <a:pt x="7270" y="1482"/>
                  </a:lnTo>
                  <a:lnTo>
                    <a:pt x="7270" y="905"/>
                  </a:lnTo>
                  <a:cubicBezTo>
                    <a:pt x="7270" y="644"/>
                    <a:pt x="7477" y="433"/>
                    <a:pt x="7738" y="433"/>
                  </a:cubicBezTo>
                  <a:close/>
                  <a:moveTo>
                    <a:pt x="2034" y="2717"/>
                  </a:moveTo>
                  <a:cubicBezTo>
                    <a:pt x="2295" y="2717"/>
                    <a:pt x="2506" y="2928"/>
                    <a:pt x="2506" y="3188"/>
                  </a:cubicBezTo>
                  <a:lnTo>
                    <a:pt x="2509" y="3765"/>
                  </a:lnTo>
                  <a:cubicBezTo>
                    <a:pt x="2509" y="4015"/>
                    <a:pt x="2375" y="4244"/>
                    <a:pt x="2157" y="4367"/>
                  </a:cubicBezTo>
                  <a:cubicBezTo>
                    <a:pt x="2090" y="4406"/>
                    <a:pt x="2052" y="4476"/>
                    <a:pt x="2052" y="4550"/>
                  </a:cubicBezTo>
                  <a:lnTo>
                    <a:pt x="2052" y="4793"/>
                  </a:lnTo>
                  <a:lnTo>
                    <a:pt x="1566" y="4793"/>
                  </a:lnTo>
                  <a:lnTo>
                    <a:pt x="1566" y="4550"/>
                  </a:lnTo>
                  <a:cubicBezTo>
                    <a:pt x="1566" y="4476"/>
                    <a:pt x="1527" y="4406"/>
                    <a:pt x="1461" y="4367"/>
                  </a:cubicBezTo>
                  <a:cubicBezTo>
                    <a:pt x="1246" y="4244"/>
                    <a:pt x="1109" y="4015"/>
                    <a:pt x="1109" y="3765"/>
                  </a:cubicBezTo>
                  <a:lnTo>
                    <a:pt x="1109" y="3188"/>
                  </a:lnTo>
                  <a:cubicBezTo>
                    <a:pt x="1109" y="2928"/>
                    <a:pt x="1320" y="2717"/>
                    <a:pt x="1580" y="2717"/>
                  </a:cubicBezTo>
                  <a:close/>
                  <a:moveTo>
                    <a:pt x="6140" y="2717"/>
                  </a:moveTo>
                  <a:cubicBezTo>
                    <a:pt x="6401" y="2717"/>
                    <a:pt x="6612" y="2928"/>
                    <a:pt x="6612" y="3188"/>
                  </a:cubicBezTo>
                  <a:lnTo>
                    <a:pt x="6612" y="3769"/>
                  </a:lnTo>
                  <a:lnTo>
                    <a:pt x="6615" y="3765"/>
                  </a:lnTo>
                  <a:lnTo>
                    <a:pt x="6615" y="3765"/>
                  </a:lnTo>
                  <a:cubicBezTo>
                    <a:pt x="6615" y="4015"/>
                    <a:pt x="6478" y="4244"/>
                    <a:pt x="6263" y="4367"/>
                  </a:cubicBezTo>
                  <a:cubicBezTo>
                    <a:pt x="6197" y="4406"/>
                    <a:pt x="6158" y="4476"/>
                    <a:pt x="6158" y="4550"/>
                  </a:cubicBezTo>
                  <a:lnTo>
                    <a:pt x="6158" y="4793"/>
                  </a:lnTo>
                  <a:lnTo>
                    <a:pt x="5672" y="4793"/>
                  </a:lnTo>
                  <a:lnTo>
                    <a:pt x="5672" y="4550"/>
                  </a:lnTo>
                  <a:cubicBezTo>
                    <a:pt x="5672" y="4476"/>
                    <a:pt x="5634" y="4406"/>
                    <a:pt x="5567" y="4367"/>
                  </a:cubicBezTo>
                  <a:cubicBezTo>
                    <a:pt x="5349" y="4244"/>
                    <a:pt x="5215" y="4015"/>
                    <a:pt x="5215" y="3765"/>
                  </a:cubicBezTo>
                  <a:lnTo>
                    <a:pt x="5215" y="3188"/>
                  </a:lnTo>
                  <a:cubicBezTo>
                    <a:pt x="5215" y="2928"/>
                    <a:pt x="5426" y="2717"/>
                    <a:pt x="5683" y="2717"/>
                  </a:cubicBezTo>
                  <a:close/>
                  <a:moveTo>
                    <a:pt x="10246" y="2717"/>
                  </a:moveTo>
                  <a:cubicBezTo>
                    <a:pt x="10507" y="2717"/>
                    <a:pt x="10718" y="2928"/>
                    <a:pt x="10718" y="3188"/>
                  </a:cubicBezTo>
                  <a:lnTo>
                    <a:pt x="10718" y="3769"/>
                  </a:lnTo>
                  <a:cubicBezTo>
                    <a:pt x="10718" y="4015"/>
                    <a:pt x="10584" y="4247"/>
                    <a:pt x="10366" y="4367"/>
                  </a:cubicBezTo>
                  <a:cubicBezTo>
                    <a:pt x="10299" y="4406"/>
                    <a:pt x="10260" y="4476"/>
                    <a:pt x="10260" y="4553"/>
                  </a:cubicBezTo>
                  <a:lnTo>
                    <a:pt x="10260" y="4796"/>
                  </a:lnTo>
                  <a:lnTo>
                    <a:pt x="9775" y="4796"/>
                  </a:lnTo>
                  <a:lnTo>
                    <a:pt x="9775" y="4553"/>
                  </a:lnTo>
                  <a:cubicBezTo>
                    <a:pt x="9775" y="4476"/>
                    <a:pt x="9736" y="4406"/>
                    <a:pt x="9669" y="4367"/>
                  </a:cubicBezTo>
                  <a:cubicBezTo>
                    <a:pt x="9455" y="4247"/>
                    <a:pt x="9317" y="4015"/>
                    <a:pt x="9317" y="3765"/>
                  </a:cubicBezTo>
                  <a:lnTo>
                    <a:pt x="9321" y="3765"/>
                  </a:lnTo>
                  <a:lnTo>
                    <a:pt x="9321" y="3188"/>
                  </a:lnTo>
                  <a:cubicBezTo>
                    <a:pt x="9321" y="2928"/>
                    <a:pt x="9532" y="2717"/>
                    <a:pt x="9789" y="2717"/>
                  </a:cubicBezTo>
                  <a:close/>
                  <a:moveTo>
                    <a:pt x="3632" y="1"/>
                  </a:moveTo>
                  <a:cubicBezTo>
                    <a:pt x="3135" y="4"/>
                    <a:pt x="2738" y="405"/>
                    <a:pt x="2738" y="898"/>
                  </a:cubicBezTo>
                  <a:lnTo>
                    <a:pt x="2738" y="1475"/>
                  </a:lnTo>
                  <a:cubicBezTo>
                    <a:pt x="2738" y="1830"/>
                    <a:pt x="2907" y="2164"/>
                    <a:pt x="3192" y="2376"/>
                  </a:cubicBezTo>
                  <a:lnTo>
                    <a:pt x="3192" y="2573"/>
                  </a:lnTo>
                  <a:lnTo>
                    <a:pt x="2812" y="2724"/>
                  </a:lnTo>
                  <a:cubicBezTo>
                    <a:pt x="2773" y="2661"/>
                    <a:pt x="2727" y="2597"/>
                    <a:pt x="2671" y="2544"/>
                  </a:cubicBezTo>
                  <a:cubicBezTo>
                    <a:pt x="2506" y="2376"/>
                    <a:pt x="2277" y="2281"/>
                    <a:pt x="2038" y="2281"/>
                  </a:cubicBezTo>
                  <a:lnTo>
                    <a:pt x="1577" y="2281"/>
                  </a:lnTo>
                  <a:cubicBezTo>
                    <a:pt x="1084" y="2281"/>
                    <a:pt x="687" y="2682"/>
                    <a:pt x="683" y="3178"/>
                  </a:cubicBezTo>
                  <a:lnTo>
                    <a:pt x="683" y="3755"/>
                  </a:lnTo>
                  <a:cubicBezTo>
                    <a:pt x="687" y="4110"/>
                    <a:pt x="855" y="4444"/>
                    <a:pt x="1140" y="4655"/>
                  </a:cubicBezTo>
                  <a:lnTo>
                    <a:pt x="1140" y="4853"/>
                  </a:lnTo>
                  <a:lnTo>
                    <a:pt x="563" y="5081"/>
                  </a:lnTo>
                  <a:cubicBezTo>
                    <a:pt x="222" y="5218"/>
                    <a:pt x="0" y="5549"/>
                    <a:pt x="0" y="5915"/>
                  </a:cubicBezTo>
                  <a:lnTo>
                    <a:pt x="0" y="7277"/>
                  </a:lnTo>
                  <a:cubicBezTo>
                    <a:pt x="0" y="7393"/>
                    <a:pt x="95" y="7491"/>
                    <a:pt x="212" y="7491"/>
                  </a:cubicBezTo>
                  <a:cubicBezTo>
                    <a:pt x="331" y="7491"/>
                    <a:pt x="426" y="7393"/>
                    <a:pt x="426" y="7277"/>
                  </a:cubicBezTo>
                  <a:lnTo>
                    <a:pt x="426" y="5915"/>
                  </a:lnTo>
                  <a:cubicBezTo>
                    <a:pt x="426" y="5722"/>
                    <a:pt x="542" y="5549"/>
                    <a:pt x="722" y="5479"/>
                  </a:cubicBezTo>
                  <a:lnTo>
                    <a:pt x="1394" y="5211"/>
                  </a:lnTo>
                  <a:lnTo>
                    <a:pt x="2224" y="5211"/>
                  </a:lnTo>
                  <a:lnTo>
                    <a:pt x="2896" y="5493"/>
                  </a:lnTo>
                  <a:cubicBezTo>
                    <a:pt x="3076" y="5563"/>
                    <a:pt x="3192" y="5736"/>
                    <a:pt x="3192" y="5929"/>
                  </a:cubicBezTo>
                  <a:lnTo>
                    <a:pt x="3192" y="7291"/>
                  </a:lnTo>
                  <a:cubicBezTo>
                    <a:pt x="3192" y="7407"/>
                    <a:pt x="3287" y="7502"/>
                    <a:pt x="3406" y="7502"/>
                  </a:cubicBezTo>
                  <a:cubicBezTo>
                    <a:pt x="3522" y="7502"/>
                    <a:pt x="3617" y="7407"/>
                    <a:pt x="3617" y="7291"/>
                  </a:cubicBezTo>
                  <a:lnTo>
                    <a:pt x="3617" y="5929"/>
                  </a:lnTo>
                  <a:cubicBezTo>
                    <a:pt x="3617" y="5560"/>
                    <a:pt x="3396" y="5229"/>
                    <a:pt x="3055" y="5095"/>
                  </a:cubicBezTo>
                  <a:lnTo>
                    <a:pt x="2477" y="4863"/>
                  </a:lnTo>
                  <a:lnTo>
                    <a:pt x="2477" y="4666"/>
                  </a:lnTo>
                  <a:cubicBezTo>
                    <a:pt x="2762" y="4455"/>
                    <a:pt x="2931" y="4121"/>
                    <a:pt x="2935" y="3769"/>
                  </a:cubicBezTo>
                  <a:lnTo>
                    <a:pt x="2935" y="3188"/>
                  </a:lnTo>
                  <a:lnTo>
                    <a:pt x="2935" y="3143"/>
                  </a:lnTo>
                  <a:lnTo>
                    <a:pt x="3445" y="2938"/>
                  </a:lnTo>
                  <a:lnTo>
                    <a:pt x="4275" y="2938"/>
                  </a:lnTo>
                  <a:lnTo>
                    <a:pt x="4789" y="3143"/>
                  </a:lnTo>
                  <a:lnTo>
                    <a:pt x="4789" y="3188"/>
                  </a:lnTo>
                  <a:lnTo>
                    <a:pt x="4789" y="3765"/>
                  </a:lnTo>
                  <a:cubicBezTo>
                    <a:pt x="4789" y="4121"/>
                    <a:pt x="4962" y="4455"/>
                    <a:pt x="5247" y="4666"/>
                  </a:cubicBezTo>
                  <a:lnTo>
                    <a:pt x="5247" y="4863"/>
                  </a:lnTo>
                  <a:lnTo>
                    <a:pt x="4669" y="5092"/>
                  </a:lnTo>
                  <a:cubicBezTo>
                    <a:pt x="4328" y="5229"/>
                    <a:pt x="4103" y="5560"/>
                    <a:pt x="4107" y="5926"/>
                  </a:cubicBezTo>
                  <a:lnTo>
                    <a:pt x="4107" y="7287"/>
                  </a:lnTo>
                  <a:cubicBezTo>
                    <a:pt x="4107" y="7407"/>
                    <a:pt x="4202" y="7502"/>
                    <a:pt x="4318" y="7502"/>
                  </a:cubicBezTo>
                  <a:cubicBezTo>
                    <a:pt x="4437" y="7502"/>
                    <a:pt x="4532" y="7407"/>
                    <a:pt x="4532" y="7287"/>
                  </a:cubicBezTo>
                  <a:lnTo>
                    <a:pt x="4532" y="5926"/>
                  </a:lnTo>
                  <a:cubicBezTo>
                    <a:pt x="4532" y="5732"/>
                    <a:pt x="4648" y="5560"/>
                    <a:pt x="4828" y="5489"/>
                  </a:cubicBezTo>
                  <a:lnTo>
                    <a:pt x="5500" y="5222"/>
                  </a:lnTo>
                  <a:lnTo>
                    <a:pt x="6330" y="5222"/>
                  </a:lnTo>
                  <a:lnTo>
                    <a:pt x="6999" y="5493"/>
                  </a:lnTo>
                  <a:cubicBezTo>
                    <a:pt x="7178" y="5563"/>
                    <a:pt x="7294" y="5736"/>
                    <a:pt x="7294" y="5929"/>
                  </a:cubicBezTo>
                  <a:lnTo>
                    <a:pt x="7294" y="7291"/>
                  </a:lnTo>
                  <a:cubicBezTo>
                    <a:pt x="7294" y="7407"/>
                    <a:pt x="7389" y="7502"/>
                    <a:pt x="7509" y="7502"/>
                  </a:cubicBezTo>
                  <a:cubicBezTo>
                    <a:pt x="7625" y="7502"/>
                    <a:pt x="7720" y="7407"/>
                    <a:pt x="7720" y="7291"/>
                  </a:cubicBezTo>
                  <a:lnTo>
                    <a:pt x="7720" y="5929"/>
                  </a:lnTo>
                  <a:cubicBezTo>
                    <a:pt x="7724" y="5560"/>
                    <a:pt x="7498" y="5229"/>
                    <a:pt x="7157" y="5095"/>
                  </a:cubicBezTo>
                  <a:lnTo>
                    <a:pt x="6580" y="4863"/>
                  </a:lnTo>
                  <a:lnTo>
                    <a:pt x="6580" y="4666"/>
                  </a:lnTo>
                  <a:cubicBezTo>
                    <a:pt x="6865" y="4455"/>
                    <a:pt x="7034" y="4124"/>
                    <a:pt x="7037" y="3769"/>
                  </a:cubicBezTo>
                  <a:lnTo>
                    <a:pt x="7037" y="3188"/>
                  </a:lnTo>
                  <a:lnTo>
                    <a:pt x="7037" y="3143"/>
                  </a:lnTo>
                  <a:lnTo>
                    <a:pt x="7551" y="2938"/>
                  </a:lnTo>
                  <a:lnTo>
                    <a:pt x="8378" y="2938"/>
                  </a:lnTo>
                  <a:lnTo>
                    <a:pt x="8892" y="3143"/>
                  </a:lnTo>
                  <a:lnTo>
                    <a:pt x="8892" y="3188"/>
                  </a:lnTo>
                  <a:lnTo>
                    <a:pt x="8892" y="3765"/>
                  </a:lnTo>
                  <a:cubicBezTo>
                    <a:pt x="8895" y="4121"/>
                    <a:pt x="9064" y="4455"/>
                    <a:pt x="9349" y="4666"/>
                  </a:cubicBezTo>
                  <a:lnTo>
                    <a:pt x="9349" y="4863"/>
                  </a:lnTo>
                  <a:lnTo>
                    <a:pt x="8772" y="5095"/>
                  </a:lnTo>
                  <a:cubicBezTo>
                    <a:pt x="8431" y="5229"/>
                    <a:pt x="8206" y="5560"/>
                    <a:pt x="8209" y="5926"/>
                  </a:cubicBezTo>
                  <a:lnTo>
                    <a:pt x="8209" y="7287"/>
                  </a:lnTo>
                  <a:cubicBezTo>
                    <a:pt x="8209" y="7407"/>
                    <a:pt x="8304" y="7502"/>
                    <a:pt x="8420" y="7502"/>
                  </a:cubicBezTo>
                  <a:cubicBezTo>
                    <a:pt x="8540" y="7502"/>
                    <a:pt x="8635" y="7407"/>
                    <a:pt x="8635" y="7287"/>
                  </a:cubicBezTo>
                  <a:lnTo>
                    <a:pt x="8635" y="5926"/>
                  </a:lnTo>
                  <a:cubicBezTo>
                    <a:pt x="8635" y="5736"/>
                    <a:pt x="8751" y="5560"/>
                    <a:pt x="8930" y="5489"/>
                  </a:cubicBezTo>
                  <a:lnTo>
                    <a:pt x="9602" y="5222"/>
                  </a:lnTo>
                  <a:lnTo>
                    <a:pt x="10433" y="5222"/>
                  </a:lnTo>
                  <a:lnTo>
                    <a:pt x="11105" y="5489"/>
                  </a:lnTo>
                  <a:cubicBezTo>
                    <a:pt x="11284" y="5560"/>
                    <a:pt x="11400" y="5736"/>
                    <a:pt x="11400" y="5926"/>
                  </a:cubicBezTo>
                  <a:lnTo>
                    <a:pt x="11400" y="7287"/>
                  </a:lnTo>
                  <a:cubicBezTo>
                    <a:pt x="11400" y="7407"/>
                    <a:pt x="11495" y="7502"/>
                    <a:pt x="11615" y="7502"/>
                  </a:cubicBezTo>
                  <a:cubicBezTo>
                    <a:pt x="11731" y="7502"/>
                    <a:pt x="11826" y="7407"/>
                    <a:pt x="11826" y="7287"/>
                  </a:cubicBezTo>
                  <a:lnTo>
                    <a:pt x="11826" y="5926"/>
                  </a:lnTo>
                  <a:cubicBezTo>
                    <a:pt x="11830" y="5560"/>
                    <a:pt x="11604" y="5229"/>
                    <a:pt x="11267" y="5092"/>
                  </a:cubicBezTo>
                  <a:lnTo>
                    <a:pt x="10690" y="4863"/>
                  </a:lnTo>
                  <a:lnTo>
                    <a:pt x="10690" y="4666"/>
                  </a:lnTo>
                  <a:cubicBezTo>
                    <a:pt x="10975" y="4455"/>
                    <a:pt x="11143" y="4121"/>
                    <a:pt x="11143" y="3765"/>
                  </a:cubicBezTo>
                  <a:lnTo>
                    <a:pt x="11143" y="3185"/>
                  </a:lnTo>
                  <a:cubicBezTo>
                    <a:pt x="11143" y="2689"/>
                    <a:pt x="10742" y="2288"/>
                    <a:pt x="10246" y="2288"/>
                  </a:cubicBezTo>
                  <a:lnTo>
                    <a:pt x="9789" y="2288"/>
                  </a:lnTo>
                  <a:cubicBezTo>
                    <a:pt x="9472" y="2291"/>
                    <a:pt x="9180" y="2460"/>
                    <a:pt x="9018" y="2731"/>
                  </a:cubicBezTo>
                  <a:lnTo>
                    <a:pt x="8635" y="2580"/>
                  </a:lnTo>
                  <a:lnTo>
                    <a:pt x="8635" y="2383"/>
                  </a:lnTo>
                  <a:cubicBezTo>
                    <a:pt x="8920" y="2171"/>
                    <a:pt x="9092" y="1837"/>
                    <a:pt x="9092" y="1482"/>
                  </a:cubicBezTo>
                  <a:lnTo>
                    <a:pt x="9092" y="901"/>
                  </a:lnTo>
                  <a:cubicBezTo>
                    <a:pt x="9092" y="405"/>
                    <a:pt x="8691" y="4"/>
                    <a:pt x="8195" y="4"/>
                  </a:cubicBezTo>
                  <a:lnTo>
                    <a:pt x="7734" y="4"/>
                  </a:lnTo>
                  <a:cubicBezTo>
                    <a:pt x="7241" y="8"/>
                    <a:pt x="6844" y="409"/>
                    <a:pt x="6840" y="901"/>
                  </a:cubicBezTo>
                  <a:lnTo>
                    <a:pt x="6840" y="1478"/>
                  </a:lnTo>
                  <a:cubicBezTo>
                    <a:pt x="6844" y="1834"/>
                    <a:pt x="7013" y="2168"/>
                    <a:pt x="7298" y="2379"/>
                  </a:cubicBezTo>
                  <a:lnTo>
                    <a:pt x="7298" y="2576"/>
                  </a:lnTo>
                  <a:lnTo>
                    <a:pt x="6918" y="2727"/>
                  </a:lnTo>
                  <a:cubicBezTo>
                    <a:pt x="6879" y="2664"/>
                    <a:pt x="6830" y="2601"/>
                    <a:pt x="6777" y="2548"/>
                  </a:cubicBezTo>
                  <a:cubicBezTo>
                    <a:pt x="6608" y="2379"/>
                    <a:pt x="6379" y="2284"/>
                    <a:pt x="6144" y="2284"/>
                  </a:cubicBezTo>
                  <a:lnTo>
                    <a:pt x="5683" y="2284"/>
                  </a:lnTo>
                  <a:cubicBezTo>
                    <a:pt x="5366" y="2288"/>
                    <a:pt x="5074" y="2456"/>
                    <a:pt x="4912" y="2727"/>
                  </a:cubicBezTo>
                  <a:lnTo>
                    <a:pt x="4532" y="2576"/>
                  </a:lnTo>
                  <a:lnTo>
                    <a:pt x="4532" y="2379"/>
                  </a:lnTo>
                  <a:cubicBezTo>
                    <a:pt x="4817" y="2168"/>
                    <a:pt x="4986" y="1834"/>
                    <a:pt x="4986" y="1478"/>
                  </a:cubicBezTo>
                  <a:lnTo>
                    <a:pt x="4986" y="898"/>
                  </a:lnTo>
                  <a:cubicBezTo>
                    <a:pt x="4986" y="402"/>
                    <a:pt x="4585" y="1"/>
                    <a:pt x="4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85"/>
            <p:cNvSpPr/>
            <p:nvPr/>
          </p:nvSpPr>
          <p:spPr>
            <a:xfrm>
              <a:off x="1948428" y="2886795"/>
              <a:ext cx="132350" cy="177325"/>
            </a:xfrm>
            <a:custGeom>
              <a:rect b="b" l="l" r="r" t="t"/>
              <a:pathLst>
                <a:path extrusionOk="0" h="6813" w="5085">
                  <a:moveTo>
                    <a:pt x="2769" y="426"/>
                  </a:moveTo>
                  <a:cubicBezTo>
                    <a:pt x="3030" y="426"/>
                    <a:pt x="3241" y="637"/>
                    <a:pt x="3241" y="898"/>
                  </a:cubicBezTo>
                  <a:lnTo>
                    <a:pt x="3241" y="1355"/>
                  </a:lnTo>
                  <a:cubicBezTo>
                    <a:pt x="3241" y="1739"/>
                    <a:pt x="2928" y="2052"/>
                    <a:pt x="2541" y="2052"/>
                  </a:cubicBezTo>
                  <a:cubicBezTo>
                    <a:pt x="2157" y="2052"/>
                    <a:pt x="1844" y="1739"/>
                    <a:pt x="1844" y="1355"/>
                  </a:cubicBezTo>
                  <a:lnTo>
                    <a:pt x="1844" y="898"/>
                  </a:lnTo>
                  <a:cubicBezTo>
                    <a:pt x="1844" y="637"/>
                    <a:pt x="2055" y="426"/>
                    <a:pt x="2315" y="426"/>
                  </a:cubicBezTo>
                  <a:close/>
                  <a:moveTo>
                    <a:pt x="2783" y="2456"/>
                  </a:moveTo>
                  <a:lnTo>
                    <a:pt x="2783" y="2583"/>
                  </a:lnTo>
                  <a:cubicBezTo>
                    <a:pt x="2787" y="2660"/>
                    <a:pt x="2804" y="2738"/>
                    <a:pt x="2843" y="2805"/>
                  </a:cubicBezTo>
                  <a:lnTo>
                    <a:pt x="2555" y="3093"/>
                  </a:lnTo>
                  <a:cubicBezTo>
                    <a:pt x="2551" y="3097"/>
                    <a:pt x="2547" y="3099"/>
                    <a:pt x="2543" y="3099"/>
                  </a:cubicBezTo>
                  <a:cubicBezTo>
                    <a:pt x="2539" y="3099"/>
                    <a:pt x="2535" y="3097"/>
                    <a:pt x="2533" y="3093"/>
                  </a:cubicBezTo>
                  <a:lnTo>
                    <a:pt x="2241" y="2805"/>
                  </a:lnTo>
                  <a:cubicBezTo>
                    <a:pt x="2280" y="2738"/>
                    <a:pt x="2301" y="2660"/>
                    <a:pt x="2301" y="2583"/>
                  </a:cubicBezTo>
                  <a:lnTo>
                    <a:pt x="2301" y="2456"/>
                  </a:lnTo>
                  <a:cubicBezTo>
                    <a:pt x="2379" y="2470"/>
                    <a:pt x="2460" y="2481"/>
                    <a:pt x="2541" y="2481"/>
                  </a:cubicBezTo>
                  <a:lnTo>
                    <a:pt x="2544" y="2481"/>
                  </a:lnTo>
                  <a:cubicBezTo>
                    <a:pt x="2625" y="2481"/>
                    <a:pt x="2706" y="2474"/>
                    <a:pt x="2783" y="2456"/>
                  </a:cubicBezTo>
                  <a:close/>
                  <a:moveTo>
                    <a:pt x="3191" y="3062"/>
                  </a:moveTo>
                  <a:lnTo>
                    <a:pt x="3564" y="3245"/>
                  </a:lnTo>
                  <a:cubicBezTo>
                    <a:pt x="3645" y="3287"/>
                    <a:pt x="3698" y="3371"/>
                    <a:pt x="3698" y="3463"/>
                  </a:cubicBezTo>
                  <a:lnTo>
                    <a:pt x="3698" y="3878"/>
                  </a:lnTo>
                  <a:lnTo>
                    <a:pt x="1386" y="3878"/>
                  </a:lnTo>
                  <a:lnTo>
                    <a:pt x="1386" y="3463"/>
                  </a:lnTo>
                  <a:cubicBezTo>
                    <a:pt x="1386" y="3371"/>
                    <a:pt x="1439" y="3287"/>
                    <a:pt x="1520" y="3245"/>
                  </a:cubicBezTo>
                  <a:lnTo>
                    <a:pt x="1893" y="3062"/>
                  </a:lnTo>
                  <a:lnTo>
                    <a:pt x="2231" y="3399"/>
                  </a:lnTo>
                  <a:cubicBezTo>
                    <a:pt x="2317" y="3486"/>
                    <a:pt x="2430" y="3529"/>
                    <a:pt x="2542" y="3529"/>
                  </a:cubicBezTo>
                  <a:cubicBezTo>
                    <a:pt x="2655" y="3529"/>
                    <a:pt x="2767" y="3486"/>
                    <a:pt x="2854" y="3399"/>
                  </a:cubicBezTo>
                  <a:lnTo>
                    <a:pt x="3191" y="3062"/>
                  </a:lnTo>
                  <a:close/>
                  <a:moveTo>
                    <a:pt x="4479" y="4307"/>
                  </a:moveTo>
                  <a:lnTo>
                    <a:pt x="4236" y="4789"/>
                  </a:lnTo>
                  <a:lnTo>
                    <a:pt x="848" y="4789"/>
                  </a:lnTo>
                  <a:lnTo>
                    <a:pt x="605" y="4307"/>
                  </a:lnTo>
                  <a:close/>
                  <a:moveTo>
                    <a:pt x="2315" y="1"/>
                  </a:moveTo>
                  <a:cubicBezTo>
                    <a:pt x="1819" y="1"/>
                    <a:pt x="1418" y="402"/>
                    <a:pt x="1418" y="898"/>
                  </a:cubicBezTo>
                  <a:lnTo>
                    <a:pt x="1418" y="1352"/>
                  </a:lnTo>
                  <a:cubicBezTo>
                    <a:pt x="1418" y="1710"/>
                    <a:pt x="1587" y="2045"/>
                    <a:pt x="1872" y="2256"/>
                  </a:cubicBezTo>
                  <a:lnTo>
                    <a:pt x="1872" y="2266"/>
                  </a:lnTo>
                  <a:lnTo>
                    <a:pt x="1872" y="2580"/>
                  </a:lnTo>
                  <a:cubicBezTo>
                    <a:pt x="1872" y="2587"/>
                    <a:pt x="1872" y="2590"/>
                    <a:pt x="1865" y="2594"/>
                  </a:cubicBezTo>
                  <a:lnTo>
                    <a:pt x="1330" y="2861"/>
                  </a:lnTo>
                  <a:cubicBezTo>
                    <a:pt x="1105" y="2974"/>
                    <a:pt x="961" y="3206"/>
                    <a:pt x="961" y="3459"/>
                  </a:cubicBezTo>
                  <a:lnTo>
                    <a:pt x="961" y="3874"/>
                  </a:lnTo>
                  <a:lnTo>
                    <a:pt x="261" y="3874"/>
                  </a:lnTo>
                  <a:cubicBezTo>
                    <a:pt x="102" y="3874"/>
                    <a:pt x="0" y="4043"/>
                    <a:pt x="71" y="4184"/>
                  </a:cubicBezTo>
                  <a:lnTo>
                    <a:pt x="528" y="5099"/>
                  </a:lnTo>
                  <a:cubicBezTo>
                    <a:pt x="563" y="5169"/>
                    <a:pt x="637" y="5215"/>
                    <a:pt x="718" y="5215"/>
                  </a:cubicBezTo>
                  <a:lnTo>
                    <a:pt x="961" y="5215"/>
                  </a:lnTo>
                  <a:lnTo>
                    <a:pt x="961" y="6598"/>
                  </a:lnTo>
                  <a:cubicBezTo>
                    <a:pt x="961" y="6717"/>
                    <a:pt x="1056" y="6812"/>
                    <a:pt x="1175" y="6812"/>
                  </a:cubicBezTo>
                  <a:cubicBezTo>
                    <a:pt x="1291" y="6812"/>
                    <a:pt x="1386" y="6717"/>
                    <a:pt x="1386" y="6598"/>
                  </a:cubicBezTo>
                  <a:lnTo>
                    <a:pt x="1386" y="5215"/>
                  </a:lnTo>
                  <a:lnTo>
                    <a:pt x="3698" y="5215"/>
                  </a:lnTo>
                  <a:lnTo>
                    <a:pt x="3698" y="6598"/>
                  </a:lnTo>
                  <a:cubicBezTo>
                    <a:pt x="3698" y="6717"/>
                    <a:pt x="3793" y="6812"/>
                    <a:pt x="3909" y="6812"/>
                  </a:cubicBezTo>
                  <a:cubicBezTo>
                    <a:pt x="4029" y="6812"/>
                    <a:pt x="4124" y="6717"/>
                    <a:pt x="4124" y="6598"/>
                  </a:cubicBezTo>
                  <a:lnTo>
                    <a:pt x="4124" y="5215"/>
                  </a:lnTo>
                  <a:lnTo>
                    <a:pt x="4367" y="5215"/>
                  </a:lnTo>
                  <a:cubicBezTo>
                    <a:pt x="4448" y="5215"/>
                    <a:pt x="4521" y="5169"/>
                    <a:pt x="4557" y="5099"/>
                  </a:cubicBezTo>
                  <a:lnTo>
                    <a:pt x="5014" y="4187"/>
                  </a:lnTo>
                  <a:cubicBezTo>
                    <a:pt x="5084" y="4043"/>
                    <a:pt x="4979" y="3878"/>
                    <a:pt x="4820" y="3878"/>
                  </a:cubicBezTo>
                  <a:lnTo>
                    <a:pt x="4124" y="3878"/>
                  </a:lnTo>
                  <a:lnTo>
                    <a:pt x="4124" y="3463"/>
                  </a:lnTo>
                  <a:cubicBezTo>
                    <a:pt x="4124" y="3209"/>
                    <a:pt x="3980" y="2977"/>
                    <a:pt x="3754" y="2865"/>
                  </a:cubicBezTo>
                  <a:lnTo>
                    <a:pt x="3220" y="2597"/>
                  </a:lnTo>
                  <a:cubicBezTo>
                    <a:pt x="3216" y="2594"/>
                    <a:pt x="3213" y="2587"/>
                    <a:pt x="3213" y="2583"/>
                  </a:cubicBezTo>
                  <a:lnTo>
                    <a:pt x="3213" y="2266"/>
                  </a:lnTo>
                  <a:lnTo>
                    <a:pt x="3213" y="2256"/>
                  </a:lnTo>
                  <a:cubicBezTo>
                    <a:pt x="3498" y="2045"/>
                    <a:pt x="3666" y="1710"/>
                    <a:pt x="3666" y="1352"/>
                  </a:cubicBezTo>
                  <a:lnTo>
                    <a:pt x="3666" y="898"/>
                  </a:lnTo>
                  <a:cubicBezTo>
                    <a:pt x="3666" y="402"/>
                    <a:pt x="3265" y="1"/>
                    <a:pt x="2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85"/>
            <p:cNvSpPr/>
            <p:nvPr/>
          </p:nvSpPr>
          <p:spPr>
            <a:xfrm>
              <a:off x="1995304" y="3035152"/>
              <a:ext cx="36751" cy="11192"/>
            </a:xfrm>
            <a:custGeom>
              <a:rect b="b" l="l" r="r" t="t"/>
              <a:pathLst>
                <a:path extrusionOk="0" h="430" w="1412">
                  <a:moveTo>
                    <a:pt x="286" y="0"/>
                  </a:moveTo>
                  <a:cubicBezTo>
                    <a:pt x="1" y="0"/>
                    <a:pt x="1" y="430"/>
                    <a:pt x="286" y="430"/>
                  </a:cubicBezTo>
                  <a:lnTo>
                    <a:pt x="1197" y="430"/>
                  </a:lnTo>
                  <a:cubicBezTo>
                    <a:pt x="1313" y="430"/>
                    <a:pt x="1412" y="331"/>
                    <a:pt x="1412" y="215"/>
                  </a:cubicBezTo>
                  <a:cubicBezTo>
                    <a:pt x="1412" y="99"/>
                    <a:pt x="1313"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2" name="Google Shape;17322;p85"/>
          <p:cNvGrpSpPr/>
          <p:nvPr/>
        </p:nvGrpSpPr>
        <p:grpSpPr>
          <a:xfrm>
            <a:off x="1817093" y="1990798"/>
            <a:ext cx="356004" cy="355900"/>
            <a:chOff x="1817093" y="1990798"/>
            <a:chExt cx="356004" cy="355900"/>
          </a:xfrm>
        </p:grpSpPr>
        <p:sp>
          <p:nvSpPr>
            <p:cNvPr id="17323" name="Google Shape;17323;p85"/>
            <p:cNvSpPr/>
            <p:nvPr/>
          </p:nvSpPr>
          <p:spPr>
            <a:xfrm>
              <a:off x="1822325" y="1996030"/>
              <a:ext cx="262019" cy="172745"/>
            </a:xfrm>
            <a:custGeom>
              <a:rect b="b" l="l" r="r" t="t"/>
              <a:pathLst>
                <a:path extrusionOk="0" h="6637" w="10067">
                  <a:moveTo>
                    <a:pt x="6431" y="0"/>
                  </a:moveTo>
                  <a:cubicBezTo>
                    <a:pt x="6429" y="0"/>
                    <a:pt x="6427" y="0"/>
                    <a:pt x="6425" y="0"/>
                  </a:cubicBezTo>
                  <a:lnTo>
                    <a:pt x="855" y="0"/>
                  </a:lnTo>
                  <a:cubicBezTo>
                    <a:pt x="384" y="0"/>
                    <a:pt x="0" y="380"/>
                    <a:pt x="0" y="855"/>
                  </a:cubicBezTo>
                  <a:lnTo>
                    <a:pt x="0" y="6422"/>
                  </a:lnTo>
                  <a:cubicBezTo>
                    <a:pt x="0" y="6541"/>
                    <a:pt x="95" y="6636"/>
                    <a:pt x="215" y="6636"/>
                  </a:cubicBezTo>
                  <a:lnTo>
                    <a:pt x="2358" y="6636"/>
                  </a:lnTo>
                  <a:cubicBezTo>
                    <a:pt x="2593" y="6636"/>
                    <a:pt x="2783" y="6443"/>
                    <a:pt x="2783" y="6207"/>
                  </a:cubicBezTo>
                  <a:lnTo>
                    <a:pt x="2783" y="5781"/>
                  </a:lnTo>
                  <a:cubicBezTo>
                    <a:pt x="2787" y="5595"/>
                    <a:pt x="2709" y="5419"/>
                    <a:pt x="2572" y="5296"/>
                  </a:cubicBezTo>
                  <a:cubicBezTo>
                    <a:pt x="2189" y="4983"/>
                    <a:pt x="2044" y="4462"/>
                    <a:pt x="2210" y="3994"/>
                  </a:cubicBezTo>
                  <a:cubicBezTo>
                    <a:pt x="2375" y="3526"/>
                    <a:pt x="2815" y="3213"/>
                    <a:pt x="3311" y="3209"/>
                  </a:cubicBezTo>
                  <a:cubicBezTo>
                    <a:pt x="3314" y="3209"/>
                    <a:pt x="3317" y="3209"/>
                    <a:pt x="3319" y="3209"/>
                  </a:cubicBezTo>
                  <a:cubicBezTo>
                    <a:pt x="3812" y="3209"/>
                    <a:pt x="4255" y="3518"/>
                    <a:pt x="4423" y="3980"/>
                  </a:cubicBezTo>
                  <a:cubicBezTo>
                    <a:pt x="4595" y="4448"/>
                    <a:pt x="4458" y="4969"/>
                    <a:pt x="4078" y="5289"/>
                  </a:cubicBezTo>
                  <a:cubicBezTo>
                    <a:pt x="3937" y="5408"/>
                    <a:pt x="3853" y="5588"/>
                    <a:pt x="3856" y="5774"/>
                  </a:cubicBezTo>
                  <a:lnTo>
                    <a:pt x="3856" y="6207"/>
                  </a:lnTo>
                  <a:cubicBezTo>
                    <a:pt x="3853" y="6443"/>
                    <a:pt x="4046" y="6636"/>
                    <a:pt x="4282" y="6636"/>
                  </a:cubicBezTo>
                  <a:lnTo>
                    <a:pt x="6636" y="6636"/>
                  </a:lnTo>
                  <a:lnTo>
                    <a:pt x="6636" y="4279"/>
                  </a:lnTo>
                  <a:cubicBezTo>
                    <a:pt x="6636" y="4043"/>
                    <a:pt x="6830" y="3853"/>
                    <a:pt x="7065" y="3853"/>
                  </a:cubicBezTo>
                  <a:lnTo>
                    <a:pt x="7502" y="3853"/>
                  </a:lnTo>
                  <a:cubicBezTo>
                    <a:pt x="7688" y="3853"/>
                    <a:pt x="7864" y="3934"/>
                    <a:pt x="7984" y="4075"/>
                  </a:cubicBezTo>
                  <a:cubicBezTo>
                    <a:pt x="8213" y="4347"/>
                    <a:pt x="8546" y="4496"/>
                    <a:pt x="8887" y="4496"/>
                  </a:cubicBezTo>
                  <a:cubicBezTo>
                    <a:pt x="9023" y="4496"/>
                    <a:pt x="9160" y="4472"/>
                    <a:pt x="9293" y="4423"/>
                  </a:cubicBezTo>
                  <a:cubicBezTo>
                    <a:pt x="9757" y="4251"/>
                    <a:pt x="10067" y="3807"/>
                    <a:pt x="10063" y="3311"/>
                  </a:cubicBezTo>
                  <a:cubicBezTo>
                    <a:pt x="10063" y="2815"/>
                    <a:pt x="9750" y="2372"/>
                    <a:pt x="9282" y="2207"/>
                  </a:cubicBezTo>
                  <a:cubicBezTo>
                    <a:pt x="9153" y="2161"/>
                    <a:pt x="9020" y="2139"/>
                    <a:pt x="8888" y="2139"/>
                  </a:cubicBezTo>
                  <a:cubicBezTo>
                    <a:pt x="8541" y="2139"/>
                    <a:pt x="8203" y="2291"/>
                    <a:pt x="7977" y="2569"/>
                  </a:cubicBezTo>
                  <a:cubicBezTo>
                    <a:pt x="7856" y="2703"/>
                    <a:pt x="7685" y="2784"/>
                    <a:pt x="7503" y="2784"/>
                  </a:cubicBezTo>
                  <a:cubicBezTo>
                    <a:pt x="7499" y="2784"/>
                    <a:pt x="7495" y="2784"/>
                    <a:pt x="7491" y="2784"/>
                  </a:cubicBezTo>
                  <a:lnTo>
                    <a:pt x="7065" y="2784"/>
                  </a:lnTo>
                  <a:cubicBezTo>
                    <a:pt x="6830" y="2780"/>
                    <a:pt x="6636" y="2590"/>
                    <a:pt x="6636" y="2354"/>
                  </a:cubicBezTo>
                  <a:lnTo>
                    <a:pt x="6636" y="212"/>
                  </a:lnTo>
                  <a:cubicBezTo>
                    <a:pt x="6636" y="98"/>
                    <a:pt x="6544" y="0"/>
                    <a:pt x="643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85"/>
            <p:cNvSpPr/>
            <p:nvPr/>
          </p:nvSpPr>
          <p:spPr>
            <a:xfrm>
              <a:off x="1995043" y="1995926"/>
              <a:ext cx="172823" cy="262045"/>
            </a:xfrm>
            <a:custGeom>
              <a:rect b="b" l="l" r="r" t="t"/>
              <a:pathLst>
                <a:path extrusionOk="0" h="10068" w="6640">
                  <a:moveTo>
                    <a:pt x="215" y="1"/>
                  </a:moveTo>
                  <a:cubicBezTo>
                    <a:pt x="99" y="1"/>
                    <a:pt x="0" y="99"/>
                    <a:pt x="0" y="216"/>
                  </a:cubicBezTo>
                  <a:lnTo>
                    <a:pt x="0" y="2358"/>
                  </a:lnTo>
                  <a:cubicBezTo>
                    <a:pt x="0" y="2594"/>
                    <a:pt x="194" y="2788"/>
                    <a:pt x="429" y="2788"/>
                  </a:cubicBezTo>
                  <a:lnTo>
                    <a:pt x="855" y="2788"/>
                  </a:lnTo>
                  <a:cubicBezTo>
                    <a:pt x="859" y="2788"/>
                    <a:pt x="863" y="2788"/>
                    <a:pt x="867" y="2788"/>
                  </a:cubicBezTo>
                  <a:cubicBezTo>
                    <a:pt x="1049" y="2788"/>
                    <a:pt x="1220" y="2707"/>
                    <a:pt x="1341" y="2573"/>
                  </a:cubicBezTo>
                  <a:cubicBezTo>
                    <a:pt x="1567" y="2295"/>
                    <a:pt x="1905" y="2143"/>
                    <a:pt x="2250" y="2143"/>
                  </a:cubicBezTo>
                  <a:cubicBezTo>
                    <a:pt x="2382" y="2143"/>
                    <a:pt x="2514" y="2165"/>
                    <a:pt x="2642" y="2211"/>
                  </a:cubicBezTo>
                  <a:cubicBezTo>
                    <a:pt x="3110" y="2376"/>
                    <a:pt x="3424" y="2819"/>
                    <a:pt x="3427" y="3315"/>
                  </a:cubicBezTo>
                  <a:cubicBezTo>
                    <a:pt x="3431" y="3811"/>
                    <a:pt x="3121" y="4255"/>
                    <a:pt x="2657" y="4427"/>
                  </a:cubicBezTo>
                  <a:cubicBezTo>
                    <a:pt x="2525" y="4475"/>
                    <a:pt x="2388" y="4498"/>
                    <a:pt x="2252" y="4498"/>
                  </a:cubicBezTo>
                  <a:cubicBezTo>
                    <a:pt x="1911" y="4498"/>
                    <a:pt x="1577" y="4351"/>
                    <a:pt x="1348" y="4079"/>
                  </a:cubicBezTo>
                  <a:cubicBezTo>
                    <a:pt x="1228" y="3938"/>
                    <a:pt x="1052" y="3857"/>
                    <a:pt x="866" y="3857"/>
                  </a:cubicBezTo>
                  <a:lnTo>
                    <a:pt x="429" y="3857"/>
                  </a:lnTo>
                  <a:cubicBezTo>
                    <a:pt x="194" y="3857"/>
                    <a:pt x="0" y="4047"/>
                    <a:pt x="0" y="4283"/>
                  </a:cubicBezTo>
                  <a:lnTo>
                    <a:pt x="0" y="6640"/>
                  </a:lnTo>
                  <a:lnTo>
                    <a:pt x="2357" y="6640"/>
                  </a:lnTo>
                  <a:cubicBezTo>
                    <a:pt x="2593" y="6640"/>
                    <a:pt x="2787" y="6834"/>
                    <a:pt x="2787" y="7070"/>
                  </a:cubicBezTo>
                  <a:lnTo>
                    <a:pt x="2787" y="7506"/>
                  </a:lnTo>
                  <a:cubicBezTo>
                    <a:pt x="2787" y="7689"/>
                    <a:pt x="2706" y="7868"/>
                    <a:pt x="2562" y="7988"/>
                  </a:cubicBezTo>
                  <a:cubicBezTo>
                    <a:pt x="2182" y="8308"/>
                    <a:pt x="2044" y="8829"/>
                    <a:pt x="2217" y="9297"/>
                  </a:cubicBezTo>
                  <a:cubicBezTo>
                    <a:pt x="2385" y="9759"/>
                    <a:pt x="2827" y="10067"/>
                    <a:pt x="3320" y="10067"/>
                  </a:cubicBezTo>
                  <a:cubicBezTo>
                    <a:pt x="3323" y="10067"/>
                    <a:pt x="3326" y="10067"/>
                    <a:pt x="3329" y="10067"/>
                  </a:cubicBezTo>
                  <a:cubicBezTo>
                    <a:pt x="3825" y="10064"/>
                    <a:pt x="4264" y="9751"/>
                    <a:pt x="4430" y="9283"/>
                  </a:cubicBezTo>
                  <a:cubicBezTo>
                    <a:pt x="4599" y="8815"/>
                    <a:pt x="4451" y="8294"/>
                    <a:pt x="4067" y="7981"/>
                  </a:cubicBezTo>
                  <a:cubicBezTo>
                    <a:pt x="3930" y="7858"/>
                    <a:pt x="3853" y="7682"/>
                    <a:pt x="3856" y="7495"/>
                  </a:cubicBezTo>
                  <a:lnTo>
                    <a:pt x="3856" y="7070"/>
                  </a:lnTo>
                  <a:cubicBezTo>
                    <a:pt x="3856" y="6834"/>
                    <a:pt x="4046" y="6640"/>
                    <a:pt x="4286" y="6640"/>
                  </a:cubicBezTo>
                  <a:lnTo>
                    <a:pt x="6425" y="6640"/>
                  </a:lnTo>
                  <a:cubicBezTo>
                    <a:pt x="6544" y="6640"/>
                    <a:pt x="6639" y="6545"/>
                    <a:pt x="6639" y="6426"/>
                  </a:cubicBezTo>
                  <a:lnTo>
                    <a:pt x="6639" y="859"/>
                  </a:lnTo>
                  <a:cubicBezTo>
                    <a:pt x="6639" y="384"/>
                    <a:pt x="6256" y="1"/>
                    <a:pt x="578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85"/>
            <p:cNvSpPr/>
            <p:nvPr/>
          </p:nvSpPr>
          <p:spPr>
            <a:xfrm>
              <a:off x="1905743" y="2168748"/>
              <a:ext cx="262123" cy="172823"/>
            </a:xfrm>
            <a:custGeom>
              <a:rect b="b" l="l" r="r" t="t"/>
              <a:pathLst>
                <a:path extrusionOk="0" h="6640" w="10071">
                  <a:moveTo>
                    <a:pt x="3431" y="0"/>
                  </a:moveTo>
                  <a:lnTo>
                    <a:pt x="3431" y="2358"/>
                  </a:lnTo>
                  <a:cubicBezTo>
                    <a:pt x="3431" y="2593"/>
                    <a:pt x="3241" y="2783"/>
                    <a:pt x="3005" y="2783"/>
                  </a:cubicBezTo>
                  <a:lnTo>
                    <a:pt x="2569" y="2783"/>
                  </a:lnTo>
                  <a:cubicBezTo>
                    <a:pt x="2383" y="2783"/>
                    <a:pt x="2207" y="2702"/>
                    <a:pt x="2083" y="2562"/>
                  </a:cubicBezTo>
                  <a:cubicBezTo>
                    <a:pt x="1857" y="2290"/>
                    <a:pt x="1524" y="2141"/>
                    <a:pt x="1183" y="2141"/>
                  </a:cubicBezTo>
                  <a:cubicBezTo>
                    <a:pt x="1048" y="2141"/>
                    <a:pt x="910" y="2164"/>
                    <a:pt x="778" y="2213"/>
                  </a:cubicBezTo>
                  <a:cubicBezTo>
                    <a:pt x="310" y="2386"/>
                    <a:pt x="1" y="2829"/>
                    <a:pt x="4" y="3325"/>
                  </a:cubicBezTo>
                  <a:cubicBezTo>
                    <a:pt x="8" y="3821"/>
                    <a:pt x="321" y="4265"/>
                    <a:pt x="789" y="4430"/>
                  </a:cubicBezTo>
                  <a:cubicBezTo>
                    <a:pt x="918" y="4476"/>
                    <a:pt x="1051" y="4498"/>
                    <a:pt x="1182" y="4498"/>
                  </a:cubicBezTo>
                  <a:cubicBezTo>
                    <a:pt x="1528" y="4498"/>
                    <a:pt x="1865" y="4345"/>
                    <a:pt x="2094" y="4068"/>
                  </a:cubicBezTo>
                  <a:cubicBezTo>
                    <a:pt x="2211" y="3930"/>
                    <a:pt x="2385" y="3853"/>
                    <a:pt x="2564" y="3853"/>
                  </a:cubicBezTo>
                  <a:cubicBezTo>
                    <a:pt x="2568" y="3853"/>
                    <a:pt x="2572" y="3853"/>
                    <a:pt x="2576" y="3853"/>
                  </a:cubicBezTo>
                  <a:lnTo>
                    <a:pt x="3005" y="3853"/>
                  </a:lnTo>
                  <a:cubicBezTo>
                    <a:pt x="3241" y="3853"/>
                    <a:pt x="3431" y="4047"/>
                    <a:pt x="3431" y="4282"/>
                  </a:cubicBezTo>
                  <a:lnTo>
                    <a:pt x="3431" y="6425"/>
                  </a:lnTo>
                  <a:cubicBezTo>
                    <a:pt x="3431" y="6541"/>
                    <a:pt x="3530" y="6640"/>
                    <a:pt x="3646" y="6640"/>
                  </a:cubicBezTo>
                  <a:lnTo>
                    <a:pt x="9212" y="6640"/>
                  </a:lnTo>
                  <a:cubicBezTo>
                    <a:pt x="9687" y="6640"/>
                    <a:pt x="10070" y="6256"/>
                    <a:pt x="10070" y="5781"/>
                  </a:cubicBezTo>
                  <a:lnTo>
                    <a:pt x="10070" y="215"/>
                  </a:lnTo>
                  <a:cubicBezTo>
                    <a:pt x="10070" y="99"/>
                    <a:pt x="9972" y="0"/>
                    <a:pt x="9856" y="0"/>
                  </a:cubicBezTo>
                  <a:lnTo>
                    <a:pt x="7713" y="0"/>
                  </a:lnTo>
                  <a:cubicBezTo>
                    <a:pt x="7477" y="0"/>
                    <a:pt x="7287" y="194"/>
                    <a:pt x="7287" y="430"/>
                  </a:cubicBezTo>
                  <a:lnTo>
                    <a:pt x="7287" y="855"/>
                  </a:lnTo>
                  <a:cubicBezTo>
                    <a:pt x="7280" y="1042"/>
                    <a:pt x="7361" y="1218"/>
                    <a:pt x="7498" y="1337"/>
                  </a:cubicBezTo>
                  <a:cubicBezTo>
                    <a:pt x="7882" y="1654"/>
                    <a:pt x="8026" y="2175"/>
                    <a:pt x="7861" y="2643"/>
                  </a:cubicBezTo>
                  <a:cubicBezTo>
                    <a:pt x="7695" y="3111"/>
                    <a:pt x="7252" y="3424"/>
                    <a:pt x="6756" y="3427"/>
                  </a:cubicBezTo>
                  <a:cubicBezTo>
                    <a:pt x="6260" y="3427"/>
                    <a:pt x="5817" y="3121"/>
                    <a:pt x="5644" y="2657"/>
                  </a:cubicBezTo>
                  <a:cubicBezTo>
                    <a:pt x="5475" y="2189"/>
                    <a:pt x="5613" y="1668"/>
                    <a:pt x="5993" y="1348"/>
                  </a:cubicBezTo>
                  <a:cubicBezTo>
                    <a:pt x="6133" y="1228"/>
                    <a:pt x="6218" y="1049"/>
                    <a:pt x="6214" y="862"/>
                  </a:cubicBezTo>
                  <a:lnTo>
                    <a:pt x="6214" y="430"/>
                  </a:lnTo>
                  <a:cubicBezTo>
                    <a:pt x="6214" y="190"/>
                    <a:pt x="6024" y="0"/>
                    <a:pt x="578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85"/>
            <p:cNvSpPr/>
            <p:nvPr/>
          </p:nvSpPr>
          <p:spPr>
            <a:xfrm>
              <a:off x="1822325" y="2079552"/>
              <a:ext cx="172823" cy="261941"/>
            </a:xfrm>
            <a:custGeom>
              <a:rect b="b" l="l" r="r" t="t"/>
              <a:pathLst>
                <a:path extrusionOk="0" h="10064" w="6640">
                  <a:moveTo>
                    <a:pt x="3319" y="0"/>
                  </a:moveTo>
                  <a:cubicBezTo>
                    <a:pt x="3317" y="0"/>
                    <a:pt x="3314" y="0"/>
                    <a:pt x="3311" y="0"/>
                  </a:cubicBezTo>
                  <a:cubicBezTo>
                    <a:pt x="2815" y="4"/>
                    <a:pt x="2375" y="317"/>
                    <a:pt x="2210" y="785"/>
                  </a:cubicBezTo>
                  <a:cubicBezTo>
                    <a:pt x="2041" y="1253"/>
                    <a:pt x="2185" y="1774"/>
                    <a:pt x="2569" y="2087"/>
                  </a:cubicBezTo>
                  <a:cubicBezTo>
                    <a:pt x="2709" y="2210"/>
                    <a:pt x="2787" y="2386"/>
                    <a:pt x="2783" y="2572"/>
                  </a:cubicBezTo>
                  <a:lnTo>
                    <a:pt x="2783" y="2998"/>
                  </a:lnTo>
                  <a:cubicBezTo>
                    <a:pt x="2783" y="3234"/>
                    <a:pt x="2590" y="3427"/>
                    <a:pt x="2354" y="3427"/>
                  </a:cubicBezTo>
                  <a:lnTo>
                    <a:pt x="215" y="3427"/>
                  </a:lnTo>
                  <a:cubicBezTo>
                    <a:pt x="95" y="3427"/>
                    <a:pt x="0" y="3522"/>
                    <a:pt x="0" y="3642"/>
                  </a:cubicBezTo>
                  <a:lnTo>
                    <a:pt x="0" y="9208"/>
                  </a:lnTo>
                  <a:cubicBezTo>
                    <a:pt x="0" y="9683"/>
                    <a:pt x="384" y="10063"/>
                    <a:pt x="855" y="10063"/>
                  </a:cubicBezTo>
                  <a:lnTo>
                    <a:pt x="6425" y="10063"/>
                  </a:lnTo>
                  <a:cubicBezTo>
                    <a:pt x="6541" y="10063"/>
                    <a:pt x="6640" y="9968"/>
                    <a:pt x="6640" y="9852"/>
                  </a:cubicBezTo>
                  <a:lnTo>
                    <a:pt x="6640" y="7709"/>
                  </a:lnTo>
                  <a:cubicBezTo>
                    <a:pt x="6640" y="7474"/>
                    <a:pt x="6446" y="7280"/>
                    <a:pt x="6210" y="7280"/>
                  </a:cubicBezTo>
                  <a:lnTo>
                    <a:pt x="5781" y="7280"/>
                  </a:lnTo>
                  <a:cubicBezTo>
                    <a:pt x="5777" y="7280"/>
                    <a:pt x="5773" y="7280"/>
                    <a:pt x="5769" y="7280"/>
                  </a:cubicBezTo>
                  <a:cubicBezTo>
                    <a:pt x="5590" y="7280"/>
                    <a:pt x="5416" y="7357"/>
                    <a:pt x="5299" y="7495"/>
                  </a:cubicBezTo>
                  <a:cubicBezTo>
                    <a:pt x="5070" y="7772"/>
                    <a:pt x="4733" y="7925"/>
                    <a:pt x="4387" y="7925"/>
                  </a:cubicBezTo>
                  <a:cubicBezTo>
                    <a:pt x="4256" y="7925"/>
                    <a:pt x="4123" y="7903"/>
                    <a:pt x="3994" y="7857"/>
                  </a:cubicBezTo>
                  <a:cubicBezTo>
                    <a:pt x="3526" y="7692"/>
                    <a:pt x="3213" y="7248"/>
                    <a:pt x="3213" y="6752"/>
                  </a:cubicBezTo>
                  <a:cubicBezTo>
                    <a:pt x="3209" y="6256"/>
                    <a:pt x="3515" y="5813"/>
                    <a:pt x="3983" y="5640"/>
                  </a:cubicBezTo>
                  <a:cubicBezTo>
                    <a:pt x="4115" y="5591"/>
                    <a:pt x="4253" y="5568"/>
                    <a:pt x="4388" y="5568"/>
                  </a:cubicBezTo>
                  <a:cubicBezTo>
                    <a:pt x="4730" y="5568"/>
                    <a:pt x="5063" y="5717"/>
                    <a:pt x="5292" y="5989"/>
                  </a:cubicBezTo>
                  <a:cubicBezTo>
                    <a:pt x="5412" y="6129"/>
                    <a:pt x="5588" y="6210"/>
                    <a:pt x="5774" y="6210"/>
                  </a:cubicBezTo>
                  <a:lnTo>
                    <a:pt x="6210" y="6210"/>
                  </a:lnTo>
                  <a:cubicBezTo>
                    <a:pt x="6446" y="6210"/>
                    <a:pt x="6636" y="6020"/>
                    <a:pt x="6636" y="5781"/>
                  </a:cubicBezTo>
                  <a:lnTo>
                    <a:pt x="6636" y="3427"/>
                  </a:lnTo>
                  <a:lnTo>
                    <a:pt x="4282" y="3427"/>
                  </a:lnTo>
                  <a:cubicBezTo>
                    <a:pt x="4046" y="3427"/>
                    <a:pt x="3853" y="3234"/>
                    <a:pt x="3853" y="2998"/>
                  </a:cubicBezTo>
                  <a:lnTo>
                    <a:pt x="3853" y="2562"/>
                  </a:lnTo>
                  <a:cubicBezTo>
                    <a:pt x="3853" y="2379"/>
                    <a:pt x="3934" y="2199"/>
                    <a:pt x="4078" y="2080"/>
                  </a:cubicBezTo>
                  <a:cubicBezTo>
                    <a:pt x="4458" y="1760"/>
                    <a:pt x="4595" y="1239"/>
                    <a:pt x="4423" y="771"/>
                  </a:cubicBezTo>
                  <a:cubicBezTo>
                    <a:pt x="4255" y="309"/>
                    <a:pt x="3812" y="0"/>
                    <a:pt x="331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85"/>
            <p:cNvSpPr/>
            <p:nvPr/>
          </p:nvSpPr>
          <p:spPr>
            <a:xfrm>
              <a:off x="1822325" y="2168748"/>
              <a:ext cx="39041" cy="172745"/>
            </a:xfrm>
            <a:custGeom>
              <a:rect b="b" l="l" r="r" t="t"/>
              <a:pathLst>
                <a:path extrusionOk="0" h="6637" w="1500">
                  <a:moveTo>
                    <a:pt x="215" y="0"/>
                  </a:moveTo>
                  <a:cubicBezTo>
                    <a:pt x="95" y="0"/>
                    <a:pt x="0" y="95"/>
                    <a:pt x="0" y="215"/>
                  </a:cubicBezTo>
                  <a:lnTo>
                    <a:pt x="0" y="5781"/>
                  </a:lnTo>
                  <a:cubicBezTo>
                    <a:pt x="0" y="6253"/>
                    <a:pt x="384" y="6636"/>
                    <a:pt x="855" y="6636"/>
                  </a:cubicBezTo>
                  <a:lnTo>
                    <a:pt x="1499" y="6636"/>
                  </a:lnTo>
                  <a:cubicBezTo>
                    <a:pt x="1028" y="6636"/>
                    <a:pt x="644" y="6253"/>
                    <a:pt x="644" y="5781"/>
                  </a:cubicBezTo>
                  <a:lnTo>
                    <a:pt x="644" y="215"/>
                  </a:lnTo>
                  <a:cubicBezTo>
                    <a:pt x="644" y="95"/>
                    <a:pt x="739" y="0"/>
                    <a:pt x="85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85"/>
            <p:cNvSpPr/>
            <p:nvPr/>
          </p:nvSpPr>
          <p:spPr>
            <a:xfrm>
              <a:off x="1874979" y="2079578"/>
              <a:ext cx="39406" cy="89196"/>
            </a:xfrm>
            <a:custGeom>
              <a:rect b="b" l="l" r="r" t="t"/>
              <a:pathLst>
                <a:path extrusionOk="0" h="3427" w="1514">
                  <a:moveTo>
                    <a:pt x="1297" y="0"/>
                  </a:moveTo>
                  <a:cubicBezTo>
                    <a:pt x="846" y="0"/>
                    <a:pt x="426" y="259"/>
                    <a:pt x="229" y="678"/>
                  </a:cubicBezTo>
                  <a:cubicBezTo>
                    <a:pt x="0" y="1167"/>
                    <a:pt x="134" y="1744"/>
                    <a:pt x="549" y="2086"/>
                  </a:cubicBezTo>
                  <a:lnTo>
                    <a:pt x="546" y="2086"/>
                  </a:lnTo>
                  <a:cubicBezTo>
                    <a:pt x="686" y="2209"/>
                    <a:pt x="764" y="2385"/>
                    <a:pt x="760" y="2571"/>
                  </a:cubicBezTo>
                  <a:lnTo>
                    <a:pt x="760" y="2997"/>
                  </a:lnTo>
                  <a:cubicBezTo>
                    <a:pt x="760" y="3233"/>
                    <a:pt x="567" y="3426"/>
                    <a:pt x="331" y="3426"/>
                  </a:cubicBezTo>
                  <a:lnTo>
                    <a:pt x="760" y="3426"/>
                  </a:lnTo>
                  <a:cubicBezTo>
                    <a:pt x="996" y="3426"/>
                    <a:pt x="1190" y="3233"/>
                    <a:pt x="1190" y="2997"/>
                  </a:cubicBezTo>
                  <a:lnTo>
                    <a:pt x="1190" y="2571"/>
                  </a:lnTo>
                  <a:cubicBezTo>
                    <a:pt x="1193" y="2385"/>
                    <a:pt x="1116" y="2209"/>
                    <a:pt x="975" y="2086"/>
                  </a:cubicBezTo>
                  <a:cubicBezTo>
                    <a:pt x="201" y="1449"/>
                    <a:pt x="528" y="200"/>
                    <a:pt x="1513" y="20"/>
                  </a:cubicBezTo>
                  <a:cubicBezTo>
                    <a:pt x="1441" y="7"/>
                    <a:pt x="1368" y="0"/>
                    <a:pt x="129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85"/>
            <p:cNvSpPr/>
            <p:nvPr/>
          </p:nvSpPr>
          <p:spPr>
            <a:xfrm>
              <a:off x="1822325" y="1996030"/>
              <a:ext cx="39041" cy="172745"/>
            </a:xfrm>
            <a:custGeom>
              <a:rect b="b" l="l" r="r" t="t"/>
              <a:pathLst>
                <a:path extrusionOk="0" h="6637" w="1500">
                  <a:moveTo>
                    <a:pt x="855" y="0"/>
                  </a:moveTo>
                  <a:cubicBezTo>
                    <a:pt x="384" y="0"/>
                    <a:pt x="0" y="380"/>
                    <a:pt x="0" y="855"/>
                  </a:cubicBezTo>
                  <a:lnTo>
                    <a:pt x="0" y="6422"/>
                  </a:lnTo>
                  <a:cubicBezTo>
                    <a:pt x="0" y="6541"/>
                    <a:pt x="95" y="6636"/>
                    <a:pt x="215" y="6636"/>
                  </a:cubicBezTo>
                  <a:lnTo>
                    <a:pt x="855" y="6636"/>
                  </a:lnTo>
                  <a:cubicBezTo>
                    <a:pt x="739" y="6636"/>
                    <a:pt x="644" y="6541"/>
                    <a:pt x="644" y="6422"/>
                  </a:cubicBezTo>
                  <a:lnTo>
                    <a:pt x="644" y="855"/>
                  </a:lnTo>
                  <a:cubicBezTo>
                    <a:pt x="644" y="380"/>
                    <a:pt x="1028" y="0"/>
                    <a:pt x="14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85"/>
            <p:cNvSpPr/>
            <p:nvPr/>
          </p:nvSpPr>
          <p:spPr>
            <a:xfrm>
              <a:off x="2059149" y="2051598"/>
              <a:ext cx="39562" cy="61399"/>
            </a:xfrm>
            <a:custGeom>
              <a:rect b="b" l="l" r="r" t="t"/>
              <a:pathLst>
                <a:path extrusionOk="0" h="2359" w="1520">
                  <a:moveTo>
                    <a:pt x="241" y="1"/>
                  </a:moveTo>
                  <a:cubicBezTo>
                    <a:pt x="162" y="1"/>
                    <a:pt x="81" y="9"/>
                    <a:pt x="0" y="26"/>
                  </a:cubicBezTo>
                  <a:cubicBezTo>
                    <a:pt x="556" y="128"/>
                    <a:pt x="964" y="610"/>
                    <a:pt x="964" y="1176"/>
                  </a:cubicBezTo>
                  <a:cubicBezTo>
                    <a:pt x="968" y="1743"/>
                    <a:pt x="566" y="2232"/>
                    <a:pt x="14" y="2337"/>
                  </a:cubicBezTo>
                  <a:lnTo>
                    <a:pt x="7" y="2337"/>
                  </a:lnTo>
                  <a:cubicBezTo>
                    <a:pt x="79" y="2352"/>
                    <a:pt x="152" y="2359"/>
                    <a:pt x="225" y="2359"/>
                  </a:cubicBezTo>
                  <a:cubicBezTo>
                    <a:pt x="297" y="2359"/>
                    <a:pt x="369" y="2352"/>
                    <a:pt x="440" y="2337"/>
                  </a:cubicBezTo>
                  <a:cubicBezTo>
                    <a:pt x="1091" y="2228"/>
                    <a:pt x="1520" y="1606"/>
                    <a:pt x="1397" y="958"/>
                  </a:cubicBezTo>
                  <a:cubicBezTo>
                    <a:pt x="1289" y="392"/>
                    <a:pt x="794" y="1"/>
                    <a:pt x="24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85"/>
            <p:cNvSpPr/>
            <p:nvPr/>
          </p:nvSpPr>
          <p:spPr>
            <a:xfrm>
              <a:off x="1995043" y="1995926"/>
              <a:ext cx="22358" cy="72565"/>
            </a:xfrm>
            <a:custGeom>
              <a:rect b="b" l="l" r="r" t="t"/>
              <a:pathLst>
                <a:path extrusionOk="0" h="2788" w="859">
                  <a:moveTo>
                    <a:pt x="215" y="1"/>
                  </a:moveTo>
                  <a:cubicBezTo>
                    <a:pt x="99" y="1"/>
                    <a:pt x="0" y="99"/>
                    <a:pt x="0" y="216"/>
                  </a:cubicBezTo>
                  <a:lnTo>
                    <a:pt x="0" y="2358"/>
                  </a:lnTo>
                  <a:cubicBezTo>
                    <a:pt x="0" y="2594"/>
                    <a:pt x="194" y="2788"/>
                    <a:pt x="429" y="2788"/>
                  </a:cubicBezTo>
                  <a:lnTo>
                    <a:pt x="859" y="2788"/>
                  </a:lnTo>
                  <a:cubicBezTo>
                    <a:pt x="619" y="2784"/>
                    <a:pt x="429" y="2594"/>
                    <a:pt x="429" y="2358"/>
                  </a:cubicBezTo>
                  <a:lnTo>
                    <a:pt x="429" y="216"/>
                  </a:lnTo>
                  <a:cubicBezTo>
                    <a:pt x="429" y="99"/>
                    <a:pt x="524" y="1"/>
                    <a:pt x="644"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85"/>
            <p:cNvSpPr/>
            <p:nvPr/>
          </p:nvSpPr>
          <p:spPr>
            <a:xfrm>
              <a:off x="1995043" y="2096314"/>
              <a:ext cx="22358" cy="72461"/>
            </a:xfrm>
            <a:custGeom>
              <a:rect b="b" l="l" r="r" t="t"/>
              <a:pathLst>
                <a:path extrusionOk="0" h="2784" w="859">
                  <a:moveTo>
                    <a:pt x="429" y="0"/>
                  </a:moveTo>
                  <a:cubicBezTo>
                    <a:pt x="194" y="0"/>
                    <a:pt x="0" y="190"/>
                    <a:pt x="0" y="426"/>
                  </a:cubicBezTo>
                  <a:lnTo>
                    <a:pt x="0" y="2783"/>
                  </a:lnTo>
                  <a:lnTo>
                    <a:pt x="429" y="2783"/>
                  </a:lnTo>
                  <a:lnTo>
                    <a:pt x="429" y="426"/>
                  </a:lnTo>
                  <a:cubicBezTo>
                    <a:pt x="429" y="190"/>
                    <a:pt x="619" y="0"/>
                    <a:pt x="85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85"/>
            <p:cNvSpPr/>
            <p:nvPr/>
          </p:nvSpPr>
          <p:spPr>
            <a:xfrm>
              <a:off x="2042283" y="2168748"/>
              <a:ext cx="44715" cy="89170"/>
            </a:xfrm>
            <a:custGeom>
              <a:rect b="b" l="l" r="r" t="t"/>
              <a:pathLst>
                <a:path extrusionOk="0" h="3426" w="1718">
                  <a:moveTo>
                    <a:pt x="542" y="0"/>
                  </a:moveTo>
                  <a:cubicBezTo>
                    <a:pt x="778" y="0"/>
                    <a:pt x="972" y="194"/>
                    <a:pt x="972" y="430"/>
                  </a:cubicBezTo>
                  <a:lnTo>
                    <a:pt x="972" y="866"/>
                  </a:lnTo>
                  <a:cubicBezTo>
                    <a:pt x="972" y="1052"/>
                    <a:pt x="887" y="1228"/>
                    <a:pt x="747" y="1348"/>
                  </a:cubicBezTo>
                  <a:cubicBezTo>
                    <a:pt x="1" y="1978"/>
                    <a:pt x="300" y="3192"/>
                    <a:pt x="1253" y="3399"/>
                  </a:cubicBezTo>
                  <a:cubicBezTo>
                    <a:pt x="1337" y="3416"/>
                    <a:pt x="1423" y="3425"/>
                    <a:pt x="1507" y="3425"/>
                  </a:cubicBezTo>
                  <a:cubicBezTo>
                    <a:pt x="1578" y="3425"/>
                    <a:pt x="1649" y="3419"/>
                    <a:pt x="1718" y="3406"/>
                  </a:cubicBezTo>
                  <a:cubicBezTo>
                    <a:pt x="1704" y="3403"/>
                    <a:pt x="1693" y="3403"/>
                    <a:pt x="1679" y="3399"/>
                  </a:cubicBezTo>
                  <a:cubicBezTo>
                    <a:pt x="725" y="3188"/>
                    <a:pt x="430" y="1978"/>
                    <a:pt x="1176" y="1348"/>
                  </a:cubicBezTo>
                  <a:cubicBezTo>
                    <a:pt x="1317" y="1228"/>
                    <a:pt x="1397" y="1052"/>
                    <a:pt x="1397" y="866"/>
                  </a:cubicBezTo>
                  <a:lnTo>
                    <a:pt x="1397" y="430"/>
                  </a:lnTo>
                  <a:cubicBezTo>
                    <a:pt x="1397" y="194"/>
                    <a:pt x="1207" y="0"/>
                    <a:pt x="97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85"/>
            <p:cNvSpPr/>
            <p:nvPr/>
          </p:nvSpPr>
          <p:spPr>
            <a:xfrm>
              <a:off x="1983956" y="2168748"/>
              <a:ext cx="22280" cy="72461"/>
            </a:xfrm>
            <a:custGeom>
              <a:rect b="b" l="l" r="r" t="t"/>
              <a:pathLst>
                <a:path extrusionOk="0" h="2784" w="856">
                  <a:moveTo>
                    <a:pt x="426" y="0"/>
                  </a:moveTo>
                  <a:lnTo>
                    <a:pt x="426" y="2354"/>
                  </a:lnTo>
                  <a:cubicBezTo>
                    <a:pt x="426" y="2593"/>
                    <a:pt x="236" y="2783"/>
                    <a:pt x="0" y="2783"/>
                  </a:cubicBezTo>
                  <a:lnTo>
                    <a:pt x="426" y="2783"/>
                  </a:lnTo>
                  <a:cubicBezTo>
                    <a:pt x="665" y="2783"/>
                    <a:pt x="855" y="2593"/>
                    <a:pt x="855" y="2354"/>
                  </a:cubicBezTo>
                  <a:lnTo>
                    <a:pt x="85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85"/>
            <p:cNvSpPr/>
            <p:nvPr/>
          </p:nvSpPr>
          <p:spPr>
            <a:xfrm>
              <a:off x="1903088" y="2224525"/>
              <a:ext cx="39041" cy="61295"/>
            </a:xfrm>
            <a:custGeom>
              <a:rect b="b" l="l" r="r" t="t"/>
              <a:pathLst>
                <a:path extrusionOk="0" h="2355" w="1500">
                  <a:moveTo>
                    <a:pt x="1275" y="0"/>
                  </a:moveTo>
                  <a:cubicBezTo>
                    <a:pt x="1202" y="0"/>
                    <a:pt x="1130" y="7"/>
                    <a:pt x="1060" y="21"/>
                  </a:cubicBezTo>
                  <a:cubicBezTo>
                    <a:pt x="419" y="141"/>
                    <a:pt x="1" y="757"/>
                    <a:pt x="124" y="1397"/>
                  </a:cubicBezTo>
                  <a:cubicBezTo>
                    <a:pt x="229" y="1959"/>
                    <a:pt x="722" y="2354"/>
                    <a:pt x="1276" y="2354"/>
                  </a:cubicBezTo>
                  <a:cubicBezTo>
                    <a:pt x="1350" y="2354"/>
                    <a:pt x="1424" y="2347"/>
                    <a:pt x="1499" y="2333"/>
                  </a:cubicBezTo>
                  <a:cubicBezTo>
                    <a:pt x="845" y="2210"/>
                    <a:pt x="419" y="1573"/>
                    <a:pt x="563" y="922"/>
                  </a:cubicBezTo>
                  <a:cubicBezTo>
                    <a:pt x="662" y="464"/>
                    <a:pt x="1028" y="109"/>
                    <a:pt x="1489" y="21"/>
                  </a:cubicBezTo>
                  <a:lnTo>
                    <a:pt x="1492" y="21"/>
                  </a:lnTo>
                  <a:cubicBezTo>
                    <a:pt x="1420" y="7"/>
                    <a:pt x="1347" y="0"/>
                    <a:pt x="127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85"/>
            <p:cNvSpPr/>
            <p:nvPr/>
          </p:nvSpPr>
          <p:spPr>
            <a:xfrm>
              <a:off x="1983956" y="2269032"/>
              <a:ext cx="27849" cy="72539"/>
            </a:xfrm>
            <a:custGeom>
              <a:rect b="b" l="l" r="r" t="t"/>
              <a:pathLst>
                <a:path extrusionOk="0" h="2787" w="1070">
                  <a:moveTo>
                    <a:pt x="0" y="0"/>
                  </a:moveTo>
                  <a:cubicBezTo>
                    <a:pt x="236" y="0"/>
                    <a:pt x="426" y="194"/>
                    <a:pt x="426" y="429"/>
                  </a:cubicBezTo>
                  <a:lnTo>
                    <a:pt x="426" y="2572"/>
                  </a:lnTo>
                  <a:cubicBezTo>
                    <a:pt x="426" y="2688"/>
                    <a:pt x="525" y="2787"/>
                    <a:pt x="641" y="2787"/>
                  </a:cubicBezTo>
                  <a:lnTo>
                    <a:pt x="1070" y="2787"/>
                  </a:lnTo>
                  <a:cubicBezTo>
                    <a:pt x="950" y="2787"/>
                    <a:pt x="855" y="2688"/>
                    <a:pt x="855" y="2572"/>
                  </a:cubicBezTo>
                  <a:lnTo>
                    <a:pt x="855" y="429"/>
                  </a:lnTo>
                  <a:cubicBezTo>
                    <a:pt x="855" y="194"/>
                    <a:pt x="662" y="0"/>
                    <a:pt x="42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85"/>
            <p:cNvSpPr/>
            <p:nvPr/>
          </p:nvSpPr>
          <p:spPr>
            <a:xfrm>
              <a:off x="1817093" y="1990798"/>
              <a:ext cx="356004" cy="355900"/>
            </a:xfrm>
            <a:custGeom>
              <a:rect b="b" l="l" r="r" t="t"/>
              <a:pathLst>
                <a:path extrusionOk="0" h="13674" w="13678">
                  <a:moveTo>
                    <a:pt x="3522" y="3613"/>
                  </a:moveTo>
                  <a:cubicBezTo>
                    <a:pt x="3592" y="3613"/>
                    <a:pt x="3663" y="3620"/>
                    <a:pt x="3734" y="3636"/>
                  </a:cubicBezTo>
                  <a:cubicBezTo>
                    <a:pt x="4522" y="3808"/>
                    <a:pt x="4768" y="4814"/>
                    <a:pt x="4149" y="5335"/>
                  </a:cubicBezTo>
                  <a:cubicBezTo>
                    <a:pt x="3962" y="5493"/>
                    <a:pt x="3853" y="5729"/>
                    <a:pt x="3853" y="5975"/>
                  </a:cubicBezTo>
                  <a:lnTo>
                    <a:pt x="3853" y="6408"/>
                  </a:lnTo>
                  <a:cubicBezTo>
                    <a:pt x="3853" y="6756"/>
                    <a:pt x="4135" y="7038"/>
                    <a:pt x="4483" y="7038"/>
                  </a:cubicBezTo>
                  <a:lnTo>
                    <a:pt x="6637" y="7038"/>
                  </a:lnTo>
                  <a:lnTo>
                    <a:pt x="6637" y="9191"/>
                  </a:lnTo>
                  <a:cubicBezTo>
                    <a:pt x="6640" y="9318"/>
                    <a:pt x="6538" y="9420"/>
                    <a:pt x="6411" y="9420"/>
                  </a:cubicBezTo>
                  <a:lnTo>
                    <a:pt x="5975" y="9420"/>
                  </a:lnTo>
                  <a:cubicBezTo>
                    <a:pt x="5845" y="9420"/>
                    <a:pt x="5725" y="9367"/>
                    <a:pt x="5644" y="9269"/>
                  </a:cubicBezTo>
                  <a:cubicBezTo>
                    <a:pt x="5362" y="8932"/>
                    <a:pt x="4977" y="8776"/>
                    <a:pt x="4598" y="8776"/>
                  </a:cubicBezTo>
                  <a:cubicBezTo>
                    <a:pt x="3990" y="8776"/>
                    <a:pt x="3394" y="9174"/>
                    <a:pt x="3245" y="9863"/>
                  </a:cubicBezTo>
                  <a:cubicBezTo>
                    <a:pt x="3107" y="10482"/>
                    <a:pt x="3414" y="11119"/>
                    <a:pt x="3987" y="11397"/>
                  </a:cubicBezTo>
                  <a:cubicBezTo>
                    <a:pt x="4179" y="11490"/>
                    <a:pt x="4385" y="11535"/>
                    <a:pt x="4588" y="11535"/>
                  </a:cubicBezTo>
                  <a:cubicBezTo>
                    <a:pt x="4991" y="11535"/>
                    <a:pt x="5386" y="11359"/>
                    <a:pt x="5655" y="11031"/>
                  </a:cubicBezTo>
                  <a:cubicBezTo>
                    <a:pt x="5733" y="10943"/>
                    <a:pt x="5848" y="10890"/>
                    <a:pt x="5970" y="10890"/>
                  </a:cubicBezTo>
                  <a:cubicBezTo>
                    <a:pt x="5974" y="10890"/>
                    <a:pt x="5978" y="10890"/>
                    <a:pt x="5982" y="10891"/>
                  </a:cubicBezTo>
                  <a:lnTo>
                    <a:pt x="6411" y="10891"/>
                  </a:lnTo>
                  <a:cubicBezTo>
                    <a:pt x="6538" y="10891"/>
                    <a:pt x="6640" y="10993"/>
                    <a:pt x="6637" y="11119"/>
                  </a:cubicBezTo>
                  <a:lnTo>
                    <a:pt x="6637" y="13276"/>
                  </a:lnTo>
                  <a:lnTo>
                    <a:pt x="1056" y="13276"/>
                  </a:lnTo>
                  <a:cubicBezTo>
                    <a:pt x="694" y="13273"/>
                    <a:pt x="402" y="12981"/>
                    <a:pt x="402" y="12618"/>
                  </a:cubicBezTo>
                  <a:lnTo>
                    <a:pt x="402" y="7038"/>
                  </a:lnTo>
                  <a:lnTo>
                    <a:pt x="2555" y="7038"/>
                  </a:lnTo>
                  <a:cubicBezTo>
                    <a:pt x="2903" y="7038"/>
                    <a:pt x="3185" y="6756"/>
                    <a:pt x="3185" y="6408"/>
                  </a:cubicBezTo>
                  <a:lnTo>
                    <a:pt x="3185" y="5982"/>
                  </a:lnTo>
                  <a:cubicBezTo>
                    <a:pt x="3188" y="5736"/>
                    <a:pt x="3083" y="5500"/>
                    <a:pt x="2900" y="5342"/>
                  </a:cubicBezTo>
                  <a:cubicBezTo>
                    <a:pt x="2421" y="4951"/>
                    <a:pt x="2425" y="4220"/>
                    <a:pt x="2903" y="3829"/>
                  </a:cubicBezTo>
                  <a:cubicBezTo>
                    <a:pt x="3080" y="3687"/>
                    <a:pt x="3299" y="3613"/>
                    <a:pt x="3522" y="3613"/>
                  </a:cubicBezTo>
                  <a:close/>
                  <a:moveTo>
                    <a:pt x="12621" y="399"/>
                  </a:moveTo>
                  <a:cubicBezTo>
                    <a:pt x="12984" y="399"/>
                    <a:pt x="13276" y="691"/>
                    <a:pt x="13279" y="1053"/>
                  </a:cubicBezTo>
                  <a:lnTo>
                    <a:pt x="13279" y="6637"/>
                  </a:lnTo>
                  <a:lnTo>
                    <a:pt x="13051" y="6637"/>
                  </a:lnTo>
                  <a:cubicBezTo>
                    <a:pt x="12794" y="6647"/>
                    <a:pt x="12794" y="7024"/>
                    <a:pt x="13051" y="7034"/>
                  </a:cubicBezTo>
                  <a:lnTo>
                    <a:pt x="13279" y="7034"/>
                  </a:lnTo>
                  <a:lnTo>
                    <a:pt x="13279" y="12618"/>
                  </a:lnTo>
                  <a:cubicBezTo>
                    <a:pt x="13279" y="12981"/>
                    <a:pt x="12984" y="13276"/>
                    <a:pt x="12621" y="13276"/>
                  </a:cubicBezTo>
                  <a:lnTo>
                    <a:pt x="7038" y="13276"/>
                  </a:lnTo>
                  <a:lnTo>
                    <a:pt x="7038" y="11119"/>
                  </a:lnTo>
                  <a:cubicBezTo>
                    <a:pt x="7038" y="10774"/>
                    <a:pt x="6756" y="10493"/>
                    <a:pt x="6411" y="10493"/>
                  </a:cubicBezTo>
                  <a:lnTo>
                    <a:pt x="5982" y="10493"/>
                  </a:lnTo>
                  <a:cubicBezTo>
                    <a:pt x="5974" y="10493"/>
                    <a:pt x="5967" y="10493"/>
                    <a:pt x="5959" y="10493"/>
                  </a:cubicBezTo>
                  <a:cubicBezTo>
                    <a:pt x="5721" y="10493"/>
                    <a:pt x="5499" y="10597"/>
                    <a:pt x="5345" y="10778"/>
                  </a:cubicBezTo>
                  <a:cubicBezTo>
                    <a:pt x="5149" y="11015"/>
                    <a:pt x="4869" y="11133"/>
                    <a:pt x="4589" y="11133"/>
                  </a:cubicBezTo>
                  <a:cubicBezTo>
                    <a:pt x="4308" y="11133"/>
                    <a:pt x="4027" y="11013"/>
                    <a:pt x="3832" y="10771"/>
                  </a:cubicBezTo>
                  <a:cubicBezTo>
                    <a:pt x="3642" y="10539"/>
                    <a:pt x="3572" y="10236"/>
                    <a:pt x="3635" y="9944"/>
                  </a:cubicBezTo>
                  <a:cubicBezTo>
                    <a:pt x="3743" y="9457"/>
                    <a:pt x="4165" y="9177"/>
                    <a:pt x="4596" y="9177"/>
                  </a:cubicBezTo>
                  <a:cubicBezTo>
                    <a:pt x="4865" y="9177"/>
                    <a:pt x="5138" y="9287"/>
                    <a:pt x="5338" y="9525"/>
                  </a:cubicBezTo>
                  <a:cubicBezTo>
                    <a:pt x="5497" y="9715"/>
                    <a:pt x="5729" y="9821"/>
                    <a:pt x="5975" y="9821"/>
                  </a:cubicBezTo>
                  <a:lnTo>
                    <a:pt x="6411" y="9821"/>
                  </a:lnTo>
                  <a:cubicBezTo>
                    <a:pt x="6756" y="9821"/>
                    <a:pt x="7038" y="9539"/>
                    <a:pt x="7038" y="9191"/>
                  </a:cubicBezTo>
                  <a:lnTo>
                    <a:pt x="7038" y="7038"/>
                  </a:lnTo>
                  <a:lnTo>
                    <a:pt x="9194" y="7038"/>
                  </a:lnTo>
                  <a:cubicBezTo>
                    <a:pt x="9321" y="7038"/>
                    <a:pt x="9423" y="7140"/>
                    <a:pt x="9423" y="7267"/>
                  </a:cubicBezTo>
                  <a:lnTo>
                    <a:pt x="9423" y="7703"/>
                  </a:lnTo>
                  <a:cubicBezTo>
                    <a:pt x="9423" y="7830"/>
                    <a:pt x="9367" y="7953"/>
                    <a:pt x="9268" y="8034"/>
                  </a:cubicBezTo>
                  <a:cubicBezTo>
                    <a:pt x="8396" y="8769"/>
                    <a:pt x="8744" y="10187"/>
                    <a:pt x="9863" y="10433"/>
                  </a:cubicBezTo>
                  <a:cubicBezTo>
                    <a:pt x="9958" y="10454"/>
                    <a:pt x="10056" y="10465"/>
                    <a:pt x="10155" y="10465"/>
                  </a:cubicBezTo>
                  <a:cubicBezTo>
                    <a:pt x="10736" y="10465"/>
                    <a:pt x="11256" y="10102"/>
                    <a:pt x="11453" y="9554"/>
                  </a:cubicBezTo>
                  <a:cubicBezTo>
                    <a:pt x="11650" y="9005"/>
                    <a:pt x="11485" y="8392"/>
                    <a:pt x="11035" y="8023"/>
                  </a:cubicBezTo>
                  <a:cubicBezTo>
                    <a:pt x="10940" y="7939"/>
                    <a:pt x="10890" y="7819"/>
                    <a:pt x="10894" y="7692"/>
                  </a:cubicBezTo>
                  <a:lnTo>
                    <a:pt x="10894" y="7267"/>
                  </a:lnTo>
                  <a:cubicBezTo>
                    <a:pt x="10894" y="7140"/>
                    <a:pt x="10996" y="7038"/>
                    <a:pt x="11123" y="7038"/>
                  </a:cubicBezTo>
                  <a:lnTo>
                    <a:pt x="12192" y="7038"/>
                  </a:lnTo>
                  <a:cubicBezTo>
                    <a:pt x="12196" y="7038"/>
                    <a:pt x="12200" y="7038"/>
                    <a:pt x="12204" y="7038"/>
                  </a:cubicBezTo>
                  <a:cubicBezTo>
                    <a:pt x="12312" y="7038"/>
                    <a:pt x="12403" y="6949"/>
                    <a:pt x="12403" y="6837"/>
                  </a:cubicBezTo>
                  <a:cubicBezTo>
                    <a:pt x="12403" y="6727"/>
                    <a:pt x="12308" y="6637"/>
                    <a:pt x="12198" y="6637"/>
                  </a:cubicBezTo>
                  <a:cubicBezTo>
                    <a:pt x="12196" y="6637"/>
                    <a:pt x="12194" y="6637"/>
                    <a:pt x="12192" y="6637"/>
                  </a:cubicBezTo>
                  <a:lnTo>
                    <a:pt x="11123" y="6637"/>
                  </a:lnTo>
                  <a:cubicBezTo>
                    <a:pt x="10774" y="6637"/>
                    <a:pt x="10493" y="6918"/>
                    <a:pt x="10493" y="7267"/>
                  </a:cubicBezTo>
                  <a:lnTo>
                    <a:pt x="10493" y="7692"/>
                  </a:lnTo>
                  <a:cubicBezTo>
                    <a:pt x="10486" y="7939"/>
                    <a:pt x="10591" y="8174"/>
                    <a:pt x="10778" y="8333"/>
                  </a:cubicBezTo>
                  <a:cubicBezTo>
                    <a:pt x="11256" y="8727"/>
                    <a:pt x="11253" y="9455"/>
                    <a:pt x="10774" y="9846"/>
                  </a:cubicBezTo>
                  <a:cubicBezTo>
                    <a:pt x="10597" y="9988"/>
                    <a:pt x="10376" y="10065"/>
                    <a:pt x="10152" y="10065"/>
                  </a:cubicBezTo>
                  <a:cubicBezTo>
                    <a:pt x="10082" y="10065"/>
                    <a:pt x="10013" y="10058"/>
                    <a:pt x="9944" y="10043"/>
                  </a:cubicBezTo>
                  <a:cubicBezTo>
                    <a:pt x="9156" y="9867"/>
                    <a:pt x="8909" y="8860"/>
                    <a:pt x="9529" y="8340"/>
                  </a:cubicBezTo>
                  <a:cubicBezTo>
                    <a:pt x="9715" y="8181"/>
                    <a:pt x="9824" y="7949"/>
                    <a:pt x="9821" y="7703"/>
                  </a:cubicBezTo>
                  <a:lnTo>
                    <a:pt x="9821" y="7267"/>
                  </a:lnTo>
                  <a:cubicBezTo>
                    <a:pt x="9821" y="6918"/>
                    <a:pt x="9539" y="6640"/>
                    <a:pt x="9194" y="6637"/>
                  </a:cubicBezTo>
                  <a:lnTo>
                    <a:pt x="7038" y="6637"/>
                  </a:lnTo>
                  <a:lnTo>
                    <a:pt x="7038" y="4483"/>
                  </a:lnTo>
                  <a:cubicBezTo>
                    <a:pt x="7038" y="4357"/>
                    <a:pt x="7140" y="4255"/>
                    <a:pt x="7266" y="4255"/>
                  </a:cubicBezTo>
                  <a:lnTo>
                    <a:pt x="7703" y="4255"/>
                  </a:lnTo>
                  <a:cubicBezTo>
                    <a:pt x="7706" y="4255"/>
                    <a:pt x="7710" y="4255"/>
                    <a:pt x="7714" y="4255"/>
                  </a:cubicBezTo>
                  <a:cubicBezTo>
                    <a:pt x="7837" y="4255"/>
                    <a:pt x="7955" y="4310"/>
                    <a:pt x="8033" y="4406"/>
                  </a:cubicBezTo>
                  <a:cubicBezTo>
                    <a:pt x="8316" y="4742"/>
                    <a:pt x="8701" y="4897"/>
                    <a:pt x="9081" y="4897"/>
                  </a:cubicBezTo>
                  <a:cubicBezTo>
                    <a:pt x="9688" y="4897"/>
                    <a:pt x="10284" y="4501"/>
                    <a:pt x="10433" y="3815"/>
                  </a:cubicBezTo>
                  <a:cubicBezTo>
                    <a:pt x="10570" y="3192"/>
                    <a:pt x="10261" y="2555"/>
                    <a:pt x="9691" y="2277"/>
                  </a:cubicBezTo>
                  <a:cubicBezTo>
                    <a:pt x="9498" y="2184"/>
                    <a:pt x="9293" y="2139"/>
                    <a:pt x="9090" y="2139"/>
                  </a:cubicBezTo>
                  <a:cubicBezTo>
                    <a:pt x="8687" y="2139"/>
                    <a:pt x="8292" y="2316"/>
                    <a:pt x="8023" y="2643"/>
                  </a:cubicBezTo>
                  <a:cubicBezTo>
                    <a:pt x="7941" y="2732"/>
                    <a:pt x="7826" y="2784"/>
                    <a:pt x="7707" y="2784"/>
                  </a:cubicBezTo>
                  <a:cubicBezTo>
                    <a:pt x="7703" y="2784"/>
                    <a:pt x="7699" y="2784"/>
                    <a:pt x="7696" y="2784"/>
                  </a:cubicBezTo>
                  <a:lnTo>
                    <a:pt x="7266" y="2784"/>
                  </a:lnTo>
                  <a:cubicBezTo>
                    <a:pt x="7140" y="2784"/>
                    <a:pt x="7038" y="2682"/>
                    <a:pt x="7038" y="2555"/>
                  </a:cubicBezTo>
                  <a:lnTo>
                    <a:pt x="7038" y="1486"/>
                  </a:lnTo>
                  <a:cubicBezTo>
                    <a:pt x="7032" y="1357"/>
                    <a:pt x="6936" y="1293"/>
                    <a:pt x="6839" y="1293"/>
                  </a:cubicBezTo>
                  <a:cubicBezTo>
                    <a:pt x="6742" y="1293"/>
                    <a:pt x="6645" y="1357"/>
                    <a:pt x="6640" y="1486"/>
                  </a:cubicBezTo>
                  <a:lnTo>
                    <a:pt x="6640" y="2555"/>
                  </a:lnTo>
                  <a:cubicBezTo>
                    <a:pt x="6637" y="2900"/>
                    <a:pt x="6918" y="3182"/>
                    <a:pt x="7266" y="3185"/>
                  </a:cubicBezTo>
                  <a:lnTo>
                    <a:pt x="7696" y="3185"/>
                  </a:lnTo>
                  <a:cubicBezTo>
                    <a:pt x="7700" y="3185"/>
                    <a:pt x="7703" y="3185"/>
                    <a:pt x="7707" y="3185"/>
                  </a:cubicBezTo>
                  <a:cubicBezTo>
                    <a:pt x="7946" y="3185"/>
                    <a:pt x="8177" y="3080"/>
                    <a:pt x="8332" y="2897"/>
                  </a:cubicBezTo>
                  <a:cubicBezTo>
                    <a:pt x="8528" y="2659"/>
                    <a:pt x="8808" y="2540"/>
                    <a:pt x="9087" y="2540"/>
                  </a:cubicBezTo>
                  <a:cubicBezTo>
                    <a:pt x="9369" y="2540"/>
                    <a:pt x="9651" y="2661"/>
                    <a:pt x="9845" y="2904"/>
                  </a:cubicBezTo>
                  <a:cubicBezTo>
                    <a:pt x="10032" y="3136"/>
                    <a:pt x="10106" y="3438"/>
                    <a:pt x="10042" y="3730"/>
                  </a:cubicBezTo>
                  <a:cubicBezTo>
                    <a:pt x="9934" y="4217"/>
                    <a:pt x="9512" y="4498"/>
                    <a:pt x="9082" y="4498"/>
                  </a:cubicBezTo>
                  <a:cubicBezTo>
                    <a:pt x="8813" y="4498"/>
                    <a:pt x="8540" y="4388"/>
                    <a:pt x="8339" y="4149"/>
                  </a:cubicBezTo>
                  <a:cubicBezTo>
                    <a:pt x="8181" y="3959"/>
                    <a:pt x="7949" y="3854"/>
                    <a:pt x="7703" y="3854"/>
                  </a:cubicBezTo>
                  <a:lnTo>
                    <a:pt x="7266" y="3854"/>
                  </a:lnTo>
                  <a:cubicBezTo>
                    <a:pt x="6918" y="3854"/>
                    <a:pt x="6637" y="4135"/>
                    <a:pt x="6637" y="4483"/>
                  </a:cubicBezTo>
                  <a:lnTo>
                    <a:pt x="6637" y="6637"/>
                  </a:lnTo>
                  <a:lnTo>
                    <a:pt x="4483" y="6637"/>
                  </a:lnTo>
                  <a:cubicBezTo>
                    <a:pt x="4357" y="6637"/>
                    <a:pt x="4255" y="6535"/>
                    <a:pt x="4255" y="6408"/>
                  </a:cubicBezTo>
                  <a:lnTo>
                    <a:pt x="4255" y="5975"/>
                  </a:lnTo>
                  <a:cubicBezTo>
                    <a:pt x="4255" y="5845"/>
                    <a:pt x="4311" y="5725"/>
                    <a:pt x="4406" y="5641"/>
                  </a:cubicBezTo>
                  <a:cubicBezTo>
                    <a:pt x="5282" y="4906"/>
                    <a:pt x="4930" y="3484"/>
                    <a:pt x="3815" y="3241"/>
                  </a:cubicBezTo>
                  <a:cubicBezTo>
                    <a:pt x="3715" y="3220"/>
                    <a:pt x="3617" y="3210"/>
                    <a:pt x="3520" y="3210"/>
                  </a:cubicBezTo>
                  <a:cubicBezTo>
                    <a:pt x="2779" y="3210"/>
                    <a:pt x="2143" y="3811"/>
                    <a:pt x="2143" y="4589"/>
                  </a:cubicBezTo>
                  <a:cubicBezTo>
                    <a:pt x="2143" y="5001"/>
                    <a:pt x="2326" y="5391"/>
                    <a:pt x="2647" y="5652"/>
                  </a:cubicBezTo>
                  <a:cubicBezTo>
                    <a:pt x="2738" y="5736"/>
                    <a:pt x="2791" y="5856"/>
                    <a:pt x="2787" y="5982"/>
                  </a:cubicBezTo>
                  <a:lnTo>
                    <a:pt x="2787" y="6408"/>
                  </a:lnTo>
                  <a:cubicBezTo>
                    <a:pt x="2784" y="6535"/>
                    <a:pt x="2682" y="6637"/>
                    <a:pt x="2559" y="6637"/>
                  </a:cubicBezTo>
                  <a:lnTo>
                    <a:pt x="402" y="6637"/>
                  </a:lnTo>
                  <a:lnTo>
                    <a:pt x="402" y="1056"/>
                  </a:lnTo>
                  <a:cubicBezTo>
                    <a:pt x="402" y="694"/>
                    <a:pt x="697" y="402"/>
                    <a:pt x="1060" y="399"/>
                  </a:cubicBezTo>
                  <a:lnTo>
                    <a:pt x="6640" y="399"/>
                  </a:lnTo>
                  <a:lnTo>
                    <a:pt x="6640" y="627"/>
                  </a:lnTo>
                  <a:cubicBezTo>
                    <a:pt x="6633" y="740"/>
                    <a:pt x="6724" y="835"/>
                    <a:pt x="6841" y="835"/>
                  </a:cubicBezTo>
                  <a:cubicBezTo>
                    <a:pt x="6953" y="835"/>
                    <a:pt x="7045" y="740"/>
                    <a:pt x="7041" y="627"/>
                  </a:cubicBezTo>
                  <a:lnTo>
                    <a:pt x="7041" y="399"/>
                  </a:lnTo>
                  <a:close/>
                  <a:moveTo>
                    <a:pt x="1056" y="1"/>
                  </a:moveTo>
                  <a:cubicBezTo>
                    <a:pt x="476" y="1"/>
                    <a:pt x="4" y="472"/>
                    <a:pt x="1" y="1056"/>
                  </a:cubicBezTo>
                  <a:lnTo>
                    <a:pt x="1" y="12618"/>
                  </a:lnTo>
                  <a:cubicBezTo>
                    <a:pt x="4" y="13199"/>
                    <a:pt x="476" y="13670"/>
                    <a:pt x="1056" y="13674"/>
                  </a:cubicBezTo>
                  <a:lnTo>
                    <a:pt x="12621" y="13674"/>
                  </a:lnTo>
                  <a:cubicBezTo>
                    <a:pt x="13202" y="13670"/>
                    <a:pt x="13673" y="13199"/>
                    <a:pt x="13677" y="12618"/>
                  </a:cubicBezTo>
                  <a:lnTo>
                    <a:pt x="13677" y="1056"/>
                  </a:lnTo>
                  <a:cubicBezTo>
                    <a:pt x="13673" y="472"/>
                    <a:pt x="13202" y="1"/>
                    <a:pt x="12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8" name="Google Shape;17338;p85"/>
          <p:cNvGrpSpPr/>
          <p:nvPr/>
        </p:nvGrpSpPr>
        <p:grpSpPr>
          <a:xfrm>
            <a:off x="6558237" y="1550777"/>
            <a:ext cx="355978" cy="305797"/>
            <a:chOff x="6558237" y="1550777"/>
            <a:chExt cx="355978" cy="305797"/>
          </a:xfrm>
        </p:grpSpPr>
        <p:sp>
          <p:nvSpPr>
            <p:cNvPr id="17339" name="Google Shape;17339;p85"/>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85"/>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4286"/>
                  </a:lnTo>
                  <a:lnTo>
                    <a:pt x="1714" y="4286"/>
                  </a:lnTo>
                  <a:cubicBezTo>
                    <a:pt x="1239" y="4286"/>
                    <a:pt x="859" y="3902"/>
                    <a:pt x="859" y="3427"/>
                  </a:cubicBezTo>
                  <a:lnTo>
                    <a:pt x="859" y="2136"/>
                  </a:lnTo>
                  <a:cubicBezTo>
                    <a:pt x="859" y="2017"/>
                    <a:pt x="955" y="1924"/>
                    <a:pt x="1071" y="1924"/>
                  </a:cubicBezTo>
                  <a:cubicBezTo>
                    <a:pt x="1079" y="1924"/>
                    <a:pt x="1087" y="1924"/>
                    <a:pt x="1095" y="1925"/>
                  </a:cubicBezTo>
                  <a:cubicBezTo>
                    <a:pt x="1158" y="1932"/>
                    <a:pt x="1222" y="1935"/>
                    <a:pt x="1285" y="1935"/>
                  </a:cubicBezTo>
                  <a:lnTo>
                    <a:pt x="11137" y="1935"/>
                  </a:lnTo>
                  <a:cubicBezTo>
                    <a:pt x="11601" y="1935"/>
                    <a:pt x="12052" y="1784"/>
                    <a:pt x="12421" y="1503"/>
                  </a:cubicBezTo>
                  <a:lnTo>
                    <a:pt x="1242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85"/>
            <p:cNvSpPr/>
            <p:nvPr/>
          </p:nvSpPr>
          <p:spPr>
            <a:xfrm>
              <a:off x="6563364" y="1606008"/>
              <a:ext cx="345645" cy="144999"/>
            </a:xfrm>
            <a:custGeom>
              <a:rect b="b" l="l" r="r" t="t"/>
              <a:pathLst>
                <a:path extrusionOk="0" h="5571" w="13280">
                  <a:moveTo>
                    <a:pt x="859" y="0"/>
                  </a:moveTo>
                  <a:cubicBezTo>
                    <a:pt x="384" y="0"/>
                    <a:pt x="1" y="384"/>
                    <a:pt x="1" y="859"/>
                  </a:cubicBezTo>
                  <a:lnTo>
                    <a:pt x="1" y="3857"/>
                  </a:lnTo>
                  <a:cubicBezTo>
                    <a:pt x="4" y="4800"/>
                    <a:pt x="768" y="5567"/>
                    <a:pt x="1714" y="5570"/>
                  </a:cubicBezTo>
                  <a:lnTo>
                    <a:pt x="11566" y="5570"/>
                  </a:lnTo>
                  <a:cubicBezTo>
                    <a:pt x="12512" y="5567"/>
                    <a:pt x="13279" y="4803"/>
                    <a:pt x="13279" y="3857"/>
                  </a:cubicBezTo>
                  <a:lnTo>
                    <a:pt x="13279" y="859"/>
                  </a:lnTo>
                  <a:cubicBezTo>
                    <a:pt x="13279" y="384"/>
                    <a:pt x="12896" y="0"/>
                    <a:pt x="1242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85"/>
            <p:cNvSpPr/>
            <p:nvPr/>
          </p:nvSpPr>
          <p:spPr>
            <a:xfrm>
              <a:off x="6591292" y="1606086"/>
              <a:ext cx="289790" cy="16710"/>
            </a:xfrm>
            <a:custGeom>
              <a:rect b="b" l="l" r="r" t="t"/>
              <a:pathLst>
                <a:path extrusionOk="0" h="642" w="11134">
                  <a:moveTo>
                    <a:pt x="321" y="1"/>
                  </a:moveTo>
                  <a:cubicBezTo>
                    <a:pt x="141" y="1"/>
                    <a:pt x="1" y="142"/>
                    <a:pt x="1" y="321"/>
                  </a:cubicBezTo>
                  <a:cubicBezTo>
                    <a:pt x="1" y="497"/>
                    <a:pt x="141" y="641"/>
                    <a:pt x="321" y="641"/>
                  </a:cubicBezTo>
                  <a:lnTo>
                    <a:pt x="10813" y="641"/>
                  </a:lnTo>
                  <a:cubicBezTo>
                    <a:pt x="10989" y="641"/>
                    <a:pt x="11133" y="497"/>
                    <a:pt x="11133" y="321"/>
                  </a:cubicBezTo>
                  <a:cubicBezTo>
                    <a:pt x="11133" y="142"/>
                    <a:pt x="10989" y="1"/>
                    <a:pt x="10813" y="1"/>
                  </a:cubicBez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85"/>
            <p:cNvSpPr/>
            <p:nvPr/>
          </p:nvSpPr>
          <p:spPr>
            <a:xfrm>
              <a:off x="6624711"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85"/>
            <p:cNvSpPr/>
            <p:nvPr/>
          </p:nvSpPr>
          <p:spPr>
            <a:xfrm>
              <a:off x="6624711"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85"/>
            <p:cNvSpPr/>
            <p:nvPr/>
          </p:nvSpPr>
          <p:spPr>
            <a:xfrm>
              <a:off x="6624711"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85"/>
            <p:cNvSpPr/>
            <p:nvPr/>
          </p:nvSpPr>
          <p:spPr>
            <a:xfrm>
              <a:off x="6624711"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85"/>
            <p:cNvSpPr/>
            <p:nvPr/>
          </p:nvSpPr>
          <p:spPr>
            <a:xfrm>
              <a:off x="6825357"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85"/>
            <p:cNvSpPr/>
            <p:nvPr/>
          </p:nvSpPr>
          <p:spPr>
            <a:xfrm>
              <a:off x="6825357"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85"/>
            <p:cNvSpPr/>
            <p:nvPr/>
          </p:nvSpPr>
          <p:spPr>
            <a:xfrm>
              <a:off x="6825357"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85"/>
            <p:cNvSpPr/>
            <p:nvPr/>
          </p:nvSpPr>
          <p:spPr>
            <a:xfrm>
              <a:off x="6825357"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85"/>
            <p:cNvSpPr/>
            <p:nvPr/>
          </p:nvSpPr>
          <p:spPr>
            <a:xfrm>
              <a:off x="6708337" y="1706370"/>
              <a:ext cx="55699" cy="22280"/>
            </a:xfrm>
            <a:custGeom>
              <a:rect b="b" l="l" r="r" t="t"/>
              <a:pathLst>
                <a:path extrusionOk="0" h="856" w="2140">
                  <a:moveTo>
                    <a:pt x="211" y="1"/>
                  </a:moveTo>
                  <a:cubicBezTo>
                    <a:pt x="95" y="1"/>
                    <a:pt x="0" y="96"/>
                    <a:pt x="0" y="215"/>
                  </a:cubicBezTo>
                  <a:lnTo>
                    <a:pt x="0" y="641"/>
                  </a:lnTo>
                  <a:cubicBezTo>
                    <a:pt x="0" y="761"/>
                    <a:pt x="95" y="856"/>
                    <a:pt x="211" y="856"/>
                  </a:cubicBezTo>
                  <a:lnTo>
                    <a:pt x="1925" y="856"/>
                  </a:lnTo>
                  <a:cubicBezTo>
                    <a:pt x="2045" y="856"/>
                    <a:pt x="2140" y="761"/>
                    <a:pt x="2140" y="641"/>
                  </a:cubicBezTo>
                  <a:lnTo>
                    <a:pt x="2140" y="215"/>
                  </a:lnTo>
                  <a:cubicBezTo>
                    <a:pt x="2140" y="96"/>
                    <a:pt x="2045" y="1"/>
                    <a:pt x="192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85"/>
            <p:cNvSpPr/>
            <p:nvPr/>
          </p:nvSpPr>
          <p:spPr>
            <a:xfrm>
              <a:off x="6613649" y="1728623"/>
              <a:ext cx="44533" cy="39041"/>
            </a:xfrm>
            <a:custGeom>
              <a:rect b="b" l="l" r="r" t="t"/>
              <a:pathLst>
                <a:path extrusionOk="0" h="1500" w="1711">
                  <a:moveTo>
                    <a:pt x="211" y="1"/>
                  </a:moveTo>
                  <a:cubicBezTo>
                    <a:pt x="95" y="1"/>
                    <a:pt x="0" y="99"/>
                    <a:pt x="0" y="215"/>
                  </a:cubicBezTo>
                  <a:lnTo>
                    <a:pt x="0" y="1285"/>
                  </a:lnTo>
                  <a:cubicBezTo>
                    <a:pt x="0" y="1404"/>
                    <a:pt x="95" y="1499"/>
                    <a:pt x="211" y="1499"/>
                  </a:cubicBezTo>
                  <a:lnTo>
                    <a:pt x="1499" y="1499"/>
                  </a:lnTo>
                  <a:cubicBezTo>
                    <a:pt x="1615" y="1499"/>
                    <a:pt x="1710" y="1404"/>
                    <a:pt x="1710" y="1288"/>
                  </a:cubicBezTo>
                  <a:lnTo>
                    <a:pt x="1710" y="215"/>
                  </a:lnTo>
                  <a:cubicBezTo>
                    <a:pt x="1710" y="99"/>
                    <a:pt x="1615" y="1"/>
                    <a:pt x="1499"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85"/>
            <p:cNvSpPr/>
            <p:nvPr/>
          </p:nvSpPr>
          <p:spPr>
            <a:xfrm>
              <a:off x="6613545"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9" y="1"/>
                    <a:pt x="150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85"/>
            <p:cNvSpPr/>
            <p:nvPr/>
          </p:nvSpPr>
          <p:spPr>
            <a:xfrm>
              <a:off x="6814191" y="1728623"/>
              <a:ext cx="44637" cy="39041"/>
            </a:xfrm>
            <a:custGeom>
              <a:rect b="b" l="l" r="r" t="t"/>
              <a:pathLst>
                <a:path extrusionOk="0" h="1500" w="1715">
                  <a:moveTo>
                    <a:pt x="215" y="1"/>
                  </a:moveTo>
                  <a:cubicBezTo>
                    <a:pt x="96" y="1"/>
                    <a:pt x="1" y="99"/>
                    <a:pt x="1" y="215"/>
                  </a:cubicBezTo>
                  <a:lnTo>
                    <a:pt x="1" y="1285"/>
                  </a:lnTo>
                  <a:cubicBezTo>
                    <a:pt x="1" y="1404"/>
                    <a:pt x="96" y="1499"/>
                    <a:pt x="215" y="1499"/>
                  </a:cubicBezTo>
                  <a:lnTo>
                    <a:pt x="1500" y="1499"/>
                  </a:lnTo>
                  <a:cubicBezTo>
                    <a:pt x="1616" y="1499"/>
                    <a:pt x="1711" y="1404"/>
                    <a:pt x="1714" y="1288"/>
                  </a:cubicBezTo>
                  <a:lnTo>
                    <a:pt x="1714" y="215"/>
                  </a:lnTo>
                  <a:cubicBezTo>
                    <a:pt x="1714" y="99"/>
                    <a:pt x="1616" y="1"/>
                    <a:pt x="1500"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85"/>
            <p:cNvSpPr/>
            <p:nvPr/>
          </p:nvSpPr>
          <p:spPr>
            <a:xfrm>
              <a:off x="6814191"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6" y="1"/>
                    <a:pt x="150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85"/>
            <p:cNvSpPr/>
            <p:nvPr/>
          </p:nvSpPr>
          <p:spPr>
            <a:xfrm>
              <a:off x="6558237" y="1550777"/>
              <a:ext cx="355978" cy="305797"/>
            </a:xfrm>
            <a:custGeom>
              <a:rect b="b" l="l" r="r" t="t"/>
              <a:pathLst>
                <a:path extrusionOk="0" h="11749" w="13677">
                  <a:moveTo>
                    <a:pt x="7819" y="398"/>
                  </a:moveTo>
                  <a:cubicBezTo>
                    <a:pt x="8026" y="398"/>
                    <a:pt x="8209" y="543"/>
                    <a:pt x="8251" y="747"/>
                  </a:cubicBezTo>
                  <a:lnTo>
                    <a:pt x="8515" y="1925"/>
                  </a:lnTo>
                  <a:lnTo>
                    <a:pt x="5162" y="1925"/>
                  </a:lnTo>
                  <a:lnTo>
                    <a:pt x="5423" y="747"/>
                  </a:lnTo>
                  <a:cubicBezTo>
                    <a:pt x="5465" y="543"/>
                    <a:pt x="5644" y="398"/>
                    <a:pt x="5852" y="398"/>
                  </a:cubicBezTo>
                  <a:close/>
                  <a:moveTo>
                    <a:pt x="3209" y="2326"/>
                  </a:moveTo>
                  <a:lnTo>
                    <a:pt x="3209" y="6637"/>
                  </a:lnTo>
                  <a:lnTo>
                    <a:pt x="2755" y="6637"/>
                  </a:lnTo>
                  <a:lnTo>
                    <a:pt x="2755" y="2326"/>
                  </a:lnTo>
                  <a:close/>
                  <a:moveTo>
                    <a:pt x="10918" y="2326"/>
                  </a:moveTo>
                  <a:lnTo>
                    <a:pt x="10918" y="6637"/>
                  </a:lnTo>
                  <a:lnTo>
                    <a:pt x="10461" y="6637"/>
                  </a:lnTo>
                  <a:lnTo>
                    <a:pt x="10461" y="2326"/>
                  </a:lnTo>
                  <a:close/>
                  <a:moveTo>
                    <a:pt x="2354" y="2326"/>
                  </a:moveTo>
                  <a:lnTo>
                    <a:pt x="2354" y="6637"/>
                  </a:lnTo>
                  <a:lnTo>
                    <a:pt x="2340" y="6637"/>
                  </a:lnTo>
                  <a:cubicBezTo>
                    <a:pt x="2112" y="6637"/>
                    <a:pt x="1925" y="6823"/>
                    <a:pt x="1925" y="7052"/>
                  </a:cubicBezTo>
                  <a:lnTo>
                    <a:pt x="1925" y="7492"/>
                  </a:lnTo>
                  <a:lnTo>
                    <a:pt x="1911" y="7492"/>
                  </a:lnTo>
                  <a:cubicBezTo>
                    <a:pt x="1077" y="7492"/>
                    <a:pt x="398" y="6816"/>
                    <a:pt x="398" y="5979"/>
                  </a:cubicBezTo>
                  <a:lnTo>
                    <a:pt x="398" y="2981"/>
                  </a:lnTo>
                  <a:cubicBezTo>
                    <a:pt x="402" y="2618"/>
                    <a:pt x="694" y="2326"/>
                    <a:pt x="1056" y="2326"/>
                  </a:cubicBezTo>
                  <a:close/>
                  <a:moveTo>
                    <a:pt x="10063" y="2326"/>
                  </a:moveTo>
                  <a:lnTo>
                    <a:pt x="10063" y="6637"/>
                  </a:lnTo>
                  <a:lnTo>
                    <a:pt x="10049" y="6637"/>
                  </a:lnTo>
                  <a:cubicBezTo>
                    <a:pt x="9817" y="6637"/>
                    <a:pt x="9634" y="6823"/>
                    <a:pt x="9634" y="7052"/>
                  </a:cubicBezTo>
                  <a:lnTo>
                    <a:pt x="9634" y="7492"/>
                  </a:lnTo>
                  <a:lnTo>
                    <a:pt x="4040" y="7492"/>
                  </a:lnTo>
                  <a:lnTo>
                    <a:pt x="4040" y="7052"/>
                  </a:lnTo>
                  <a:cubicBezTo>
                    <a:pt x="4040" y="6823"/>
                    <a:pt x="3853" y="6637"/>
                    <a:pt x="3625" y="6637"/>
                  </a:cubicBezTo>
                  <a:lnTo>
                    <a:pt x="3610" y="6637"/>
                  </a:lnTo>
                  <a:lnTo>
                    <a:pt x="3610" y="2326"/>
                  </a:lnTo>
                  <a:close/>
                  <a:moveTo>
                    <a:pt x="12621" y="2326"/>
                  </a:moveTo>
                  <a:cubicBezTo>
                    <a:pt x="12980" y="2326"/>
                    <a:pt x="13276" y="2618"/>
                    <a:pt x="13276" y="2981"/>
                  </a:cubicBezTo>
                  <a:lnTo>
                    <a:pt x="13276" y="5979"/>
                  </a:lnTo>
                  <a:lnTo>
                    <a:pt x="13276" y="5982"/>
                  </a:lnTo>
                  <a:cubicBezTo>
                    <a:pt x="13272" y="6816"/>
                    <a:pt x="12597" y="7492"/>
                    <a:pt x="11763" y="7492"/>
                  </a:cubicBezTo>
                  <a:lnTo>
                    <a:pt x="11749" y="7492"/>
                  </a:lnTo>
                  <a:lnTo>
                    <a:pt x="11749" y="7052"/>
                  </a:lnTo>
                  <a:cubicBezTo>
                    <a:pt x="11749" y="6823"/>
                    <a:pt x="11562" y="6637"/>
                    <a:pt x="11334" y="6637"/>
                  </a:cubicBezTo>
                  <a:lnTo>
                    <a:pt x="11319" y="6637"/>
                  </a:lnTo>
                  <a:lnTo>
                    <a:pt x="11319" y="2326"/>
                  </a:lnTo>
                  <a:close/>
                  <a:moveTo>
                    <a:pt x="2780" y="7034"/>
                  </a:moveTo>
                  <a:lnTo>
                    <a:pt x="2780" y="7477"/>
                  </a:lnTo>
                  <a:cubicBezTo>
                    <a:pt x="2787" y="7604"/>
                    <a:pt x="2885" y="7667"/>
                    <a:pt x="2982" y="7667"/>
                  </a:cubicBezTo>
                  <a:cubicBezTo>
                    <a:pt x="3079" y="7667"/>
                    <a:pt x="3176" y="7604"/>
                    <a:pt x="3181" y="7477"/>
                  </a:cubicBezTo>
                  <a:lnTo>
                    <a:pt x="3181" y="7038"/>
                  </a:lnTo>
                  <a:lnTo>
                    <a:pt x="3628" y="7038"/>
                  </a:lnTo>
                  <a:cubicBezTo>
                    <a:pt x="3635" y="7038"/>
                    <a:pt x="3639" y="7041"/>
                    <a:pt x="3639" y="7052"/>
                  </a:cubicBezTo>
                  <a:lnTo>
                    <a:pt x="3639" y="8121"/>
                  </a:lnTo>
                  <a:cubicBezTo>
                    <a:pt x="3639" y="8128"/>
                    <a:pt x="3635" y="8132"/>
                    <a:pt x="3628" y="8132"/>
                  </a:cubicBezTo>
                  <a:lnTo>
                    <a:pt x="2340" y="8132"/>
                  </a:lnTo>
                  <a:cubicBezTo>
                    <a:pt x="2333" y="8132"/>
                    <a:pt x="2326" y="8128"/>
                    <a:pt x="2326" y="8121"/>
                  </a:cubicBezTo>
                  <a:lnTo>
                    <a:pt x="2326" y="7048"/>
                  </a:lnTo>
                  <a:cubicBezTo>
                    <a:pt x="2326" y="7041"/>
                    <a:pt x="2333" y="7034"/>
                    <a:pt x="2340" y="7034"/>
                  </a:cubicBezTo>
                  <a:close/>
                  <a:moveTo>
                    <a:pt x="11334" y="7038"/>
                  </a:moveTo>
                  <a:cubicBezTo>
                    <a:pt x="11341" y="7038"/>
                    <a:pt x="11344" y="7041"/>
                    <a:pt x="11348" y="7052"/>
                  </a:cubicBezTo>
                  <a:lnTo>
                    <a:pt x="11348" y="8121"/>
                  </a:lnTo>
                  <a:cubicBezTo>
                    <a:pt x="11348" y="8128"/>
                    <a:pt x="11341" y="8132"/>
                    <a:pt x="11334" y="8132"/>
                  </a:cubicBezTo>
                  <a:lnTo>
                    <a:pt x="10049" y="8132"/>
                  </a:lnTo>
                  <a:cubicBezTo>
                    <a:pt x="10039" y="8132"/>
                    <a:pt x="10035" y="8128"/>
                    <a:pt x="10035" y="8121"/>
                  </a:cubicBezTo>
                  <a:lnTo>
                    <a:pt x="10035" y="7052"/>
                  </a:lnTo>
                  <a:cubicBezTo>
                    <a:pt x="10035" y="7041"/>
                    <a:pt x="10039" y="7038"/>
                    <a:pt x="10049" y="7038"/>
                  </a:cubicBezTo>
                  <a:lnTo>
                    <a:pt x="10489" y="7038"/>
                  </a:lnTo>
                  <a:lnTo>
                    <a:pt x="10489" y="7477"/>
                  </a:lnTo>
                  <a:cubicBezTo>
                    <a:pt x="10486" y="7594"/>
                    <a:pt x="10577" y="7689"/>
                    <a:pt x="10690" y="7689"/>
                  </a:cubicBezTo>
                  <a:cubicBezTo>
                    <a:pt x="10806" y="7689"/>
                    <a:pt x="10897" y="7594"/>
                    <a:pt x="10890" y="7477"/>
                  </a:cubicBezTo>
                  <a:lnTo>
                    <a:pt x="10890" y="7038"/>
                  </a:lnTo>
                  <a:close/>
                  <a:moveTo>
                    <a:pt x="827" y="7555"/>
                  </a:moveTo>
                  <a:cubicBezTo>
                    <a:pt x="1148" y="7777"/>
                    <a:pt x="1524" y="7893"/>
                    <a:pt x="1911" y="7893"/>
                  </a:cubicBezTo>
                  <a:lnTo>
                    <a:pt x="1925" y="7893"/>
                  </a:lnTo>
                  <a:lnTo>
                    <a:pt x="1925" y="8121"/>
                  </a:lnTo>
                  <a:cubicBezTo>
                    <a:pt x="1925" y="8350"/>
                    <a:pt x="2112" y="8533"/>
                    <a:pt x="2340" y="8533"/>
                  </a:cubicBezTo>
                  <a:lnTo>
                    <a:pt x="3209" y="8533"/>
                  </a:lnTo>
                  <a:lnTo>
                    <a:pt x="3209" y="11344"/>
                  </a:lnTo>
                  <a:lnTo>
                    <a:pt x="2755" y="11344"/>
                  </a:lnTo>
                  <a:lnTo>
                    <a:pt x="2755" y="9191"/>
                  </a:lnTo>
                  <a:cubicBezTo>
                    <a:pt x="2748" y="9063"/>
                    <a:pt x="2651" y="8998"/>
                    <a:pt x="2554" y="8998"/>
                  </a:cubicBezTo>
                  <a:cubicBezTo>
                    <a:pt x="2456" y="8998"/>
                    <a:pt x="2360" y="9063"/>
                    <a:pt x="2354" y="9191"/>
                  </a:cubicBezTo>
                  <a:lnTo>
                    <a:pt x="2354" y="11344"/>
                  </a:lnTo>
                  <a:lnTo>
                    <a:pt x="1271" y="11344"/>
                  </a:lnTo>
                  <a:cubicBezTo>
                    <a:pt x="1024" y="11344"/>
                    <a:pt x="827" y="11147"/>
                    <a:pt x="827" y="10904"/>
                  </a:cubicBezTo>
                  <a:lnTo>
                    <a:pt x="827" y="7555"/>
                  </a:lnTo>
                  <a:close/>
                  <a:moveTo>
                    <a:pt x="9634" y="7893"/>
                  </a:moveTo>
                  <a:lnTo>
                    <a:pt x="9634" y="8121"/>
                  </a:lnTo>
                  <a:cubicBezTo>
                    <a:pt x="9634" y="8350"/>
                    <a:pt x="9821" y="8533"/>
                    <a:pt x="10049" y="8533"/>
                  </a:cubicBezTo>
                  <a:lnTo>
                    <a:pt x="10918" y="8533"/>
                  </a:lnTo>
                  <a:lnTo>
                    <a:pt x="10918" y="11344"/>
                  </a:lnTo>
                  <a:lnTo>
                    <a:pt x="10464" y="11344"/>
                  </a:lnTo>
                  <a:lnTo>
                    <a:pt x="10464" y="9191"/>
                  </a:lnTo>
                  <a:cubicBezTo>
                    <a:pt x="10461" y="9078"/>
                    <a:pt x="10373" y="8990"/>
                    <a:pt x="10264" y="8990"/>
                  </a:cubicBezTo>
                  <a:cubicBezTo>
                    <a:pt x="10151" y="8990"/>
                    <a:pt x="10060" y="9078"/>
                    <a:pt x="10063" y="9191"/>
                  </a:cubicBezTo>
                  <a:lnTo>
                    <a:pt x="10063" y="11344"/>
                  </a:lnTo>
                  <a:lnTo>
                    <a:pt x="3610" y="11344"/>
                  </a:lnTo>
                  <a:lnTo>
                    <a:pt x="3610" y="8537"/>
                  </a:lnTo>
                  <a:lnTo>
                    <a:pt x="3625" y="8537"/>
                  </a:lnTo>
                  <a:cubicBezTo>
                    <a:pt x="3853" y="8537"/>
                    <a:pt x="4040" y="8350"/>
                    <a:pt x="4040" y="8121"/>
                  </a:cubicBezTo>
                  <a:lnTo>
                    <a:pt x="4040" y="7893"/>
                  </a:lnTo>
                  <a:close/>
                  <a:moveTo>
                    <a:pt x="12847" y="7555"/>
                  </a:moveTo>
                  <a:lnTo>
                    <a:pt x="12847" y="10904"/>
                  </a:lnTo>
                  <a:cubicBezTo>
                    <a:pt x="12847" y="11147"/>
                    <a:pt x="12646" y="11348"/>
                    <a:pt x="12403" y="11348"/>
                  </a:cubicBezTo>
                  <a:lnTo>
                    <a:pt x="11319" y="11348"/>
                  </a:lnTo>
                  <a:lnTo>
                    <a:pt x="11319" y="8537"/>
                  </a:lnTo>
                  <a:lnTo>
                    <a:pt x="11334" y="8537"/>
                  </a:lnTo>
                  <a:cubicBezTo>
                    <a:pt x="11562" y="8537"/>
                    <a:pt x="11749" y="8350"/>
                    <a:pt x="11749" y="8121"/>
                  </a:cubicBezTo>
                  <a:lnTo>
                    <a:pt x="11749" y="7893"/>
                  </a:lnTo>
                  <a:lnTo>
                    <a:pt x="11763" y="7893"/>
                  </a:lnTo>
                  <a:cubicBezTo>
                    <a:pt x="12150" y="7893"/>
                    <a:pt x="12526" y="7777"/>
                    <a:pt x="12847" y="7555"/>
                  </a:cubicBezTo>
                  <a:close/>
                  <a:moveTo>
                    <a:pt x="5848" y="1"/>
                  </a:moveTo>
                  <a:cubicBezTo>
                    <a:pt x="5453" y="1"/>
                    <a:pt x="5112" y="274"/>
                    <a:pt x="5032" y="659"/>
                  </a:cubicBezTo>
                  <a:lnTo>
                    <a:pt x="4750" y="1925"/>
                  </a:lnTo>
                  <a:lnTo>
                    <a:pt x="1056" y="1925"/>
                  </a:lnTo>
                  <a:cubicBezTo>
                    <a:pt x="472" y="1929"/>
                    <a:pt x="1" y="2400"/>
                    <a:pt x="1" y="2981"/>
                  </a:cubicBezTo>
                  <a:lnTo>
                    <a:pt x="1" y="5979"/>
                  </a:lnTo>
                  <a:cubicBezTo>
                    <a:pt x="1" y="6418"/>
                    <a:pt x="152" y="6844"/>
                    <a:pt x="430" y="7185"/>
                  </a:cubicBezTo>
                  <a:lnTo>
                    <a:pt x="430" y="10904"/>
                  </a:lnTo>
                  <a:cubicBezTo>
                    <a:pt x="430" y="11369"/>
                    <a:pt x="806" y="11745"/>
                    <a:pt x="1271" y="11749"/>
                  </a:cubicBezTo>
                  <a:lnTo>
                    <a:pt x="12407" y="11749"/>
                  </a:lnTo>
                  <a:cubicBezTo>
                    <a:pt x="12871" y="11745"/>
                    <a:pt x="13248" y="11369"/>
                    <a:pt x="13248" y="10904"/>
                  </a:cubicBezTo>
                  <a:lnTo>
                    <a:pt x="13248" y="7185"/>
                  </a:lnTo>
                  <a:cubicBezTo>
                    <a:pt x="13526" y="6844"/>
                    <a:pt x="13677" y="6418"/>
                    <a:pt x="13677" y="5979"/>
                  </a:cubicBezTo>
                  <a:lnTo>
                    <a:pt x="13673" y="2981"/>
                  </a:lnTo>
                  <a:cubicBezTo>
                    <a:pt x="13673" y="2400"/>
                    <a:pt x="13202" y="1929"/>
                    <a:pt x="12618" y="1925"/>
                  </a:cubicBezTo>
                  <a:lnTo>
                    <a:pt x="8923" y="1925"/>
                  </a:lnTo>
                  <a:lnTo>
                    <a:pt x="8642" y="659"/>
                  </a:lnTo>
                  <a:cubicBezTo>
                    <a:pt x="8562" y="274"/>
                    <a:pt x="8221" y="1"/>
                    <a:pt x="7830" y="1"/>
                  </a:cubicBezTo>
                  <a:cubicBezTo>
                    <a:pt x="7827" y="1"/>
                    <a:pt x="7825" y="1"/>
                    <a:pt x="7822" y="1"/>
                  </a:cubicBezTo>
                  <a:lnTo>
                    <a:pt x="5855" y="1"/>
                  </a:lnTo>
                  <a:cubicBezTo>
                    <a:pt x="5853" y="1"/>
                    <a:pt x="5850" y="1"/>
                    <a:pt x="5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85"/>
            <p:cNvSpPr/>
            <p:nvPr/>
          </p:nvSpPr>
          <p:spPr>
            <a:xfrm>
              <a:off x="6703106" y="1701242"/>
              <a:ext cx="66162" cy="32717"/>
            </a:xfrm>
            <a:custGeom>
              <a:rect b="b" l="l" r="r" t="t"/>
              <a:pathLst>
                <a:path extrusionOk="0" h="1257" w="2542">
                  <a:moveTo>
                    <a:pt x="1069" y="0"/>
                  </a:moveTo>
                  <a:cubicBezTo>
                    <a:pt x="1065" y="0"/>
                    <a:pt x="1061" y="0"/>
                    <a:pt x="1056" y="1"/>
                  </a:cubicBezTo>
                  <a:lnTo>
                    <a:pt x="416" y="1"/>
                  </a:lnTo>
                  <a:cubicBezTo>
                    <a:pt x="184" y="1"/>
                    <a:pt x="1" y="187"/>
                    <a:pt x="1" y="416"/>
                  </a:cubicBezTo>
                  <a:lnTo>
                    <a:pt x="1" y="845"/>
                  </a:lnTo>
                  <a:cubicBezTo>
                    <a:pt x="1" y="1070"/>
                    <a:pt x="187" y="1257"/>
                    <a:pt x="416" y="1257"/>
                  </a:cubicBezTo>
                  <a:lnTo>
                    <a:pt x="2126" y="1257"/>
                  </a:lnTo>
                  <a:cubicBezTo>
                    <a:pt x="2355" y="1257"/>
                    <a:pt x="2541" y="1070"/>
                    <a:pt x="2541" y="841"/>
                  </a:cubicBezTo>
                  <a:lnTo>
                    <a:pt x="2541" y="412"/>
                  </a:lnTo>
                  <a:cubicBezTo>
                    <a:pt x="2541" y="184"/>
                    <a:pt x="2355" y="1"/>
                    <a:pt x="2126" y="1"/>
                  </a:cubicBezTo>
                  <a:lnTo>
                    <a:pt x="1915" y="1"/>
                  </a:lnTo>
                  <a:cubicBezTo>
                    <a:pt x="1910" y="0"/>
                    <a:pt x="1906" y="0"/>
                    <a:pt x="1901" y="0"/>
                  </a:cubicBezTo>
                  <a:cubicBezTo>
                    <a:pt x="1638" y="0"/>
                    <a:pt x="1638" y="398"/>
                    <a:pt x="1901" y="398"/>
                  </a:cubicBezTo>
                  <a:cubicBezTo>
                    <a:pt x="1906" y="398"/>
                    <a:pt x="1910" y="398"/>
                    <a:pt x="1915" y="398"/>
                  </a:cubicBezTo>
                  <a:lnTo>
                    <a:pt x="2126" y="398"/>
                  </a:lnTo>
                  <a:cubicBezTo>
                    <a:pt x="2136" y="398"/>
                    <a:pt x="2140" y="405"/>
                    <a:pt x="2140" y="412"/>
                  </a:cubicBezTo>
                  <a:lnTo>
                    <a:pt x="2140" y="845"/>
                  </a:lnTo>
                  <a:cubicBezTo>
                    <a:pt x="2140" y="852"/>
                    <a:pt x="2136" y="856"/>
                    <a:pt x="2126" y="856"/>
                  </a:cubicBezTo>
                  <a:lnTo>
                    <a:pt x="416" y="856"/>
                  </a:lnTo>
                  <a:cubicBezTo>
                    <a:pt x="405" y="856"/>
                    <a:pt x="402" y="852"/>
                    <a:pt x="402" y="845"/>
                  </a:cubicBezTo>
                  <a:lnTo>
                    <a:pt x="402" y="416"/>
                  </a:lnTo>
                  <a:cubicBezTo>
                    <a:pt x="402" y="409"/>
                    <a:pt x="405" y="402"/>
                    <a:pt x="416" y="402"/>
                  </a:cubicBezTo>
                  <a:lnTo>
                    <a:pt x="1056" y="402"/>
                  </a:lnTo>
                  <a:cubicBezTo>
                    <a:pt x="1058" y="402"/>
                    <a:pt x="1061" y="402"/>
                    <a:pt x="1063" y="402"/>
                  </a:cubicBezTo>
                  <a:cubicBezTo>
                    <a:pt x="1176" y="402"/>
                    <a:pt x="1267" y="312"/>
                    <a:pt x="1267" y="201"/>
                  </a:cubicBezTo>
                  <a:cubicBezTo>
                    <a:pt x="1267" y="89"/>
                    <a:pt x="1179" y="0"/>
                    <a:pt x="10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8" name="Google Shape;17358;p85"/>
          <p:cNvGrpSpPr/>
          <p:nvPr/>
        </p:nvGrpSpPr>
        <p:grpSpPr>
          <a:xfrm>
            <a:off x="1809858" y="2454296"/>
            <a:ext cx="417065" cy="312018"/>
            <a:chOff x="1809858" y="2454296"/>
            <a:chExt cx="417065" cy="312018"/>
          </a:xfrm>
        </p:grpSpPr>
        <p:sp>
          <p:nvSpPr>
            <p:cNvPr id="17359" name="Google Shape;17359;p85"/>
            <p:cNvSpPr/>
            <p:nvPr/>
          </p:nvSpPr>
          <p:spPr>
            <a:xfrm>
              <a:off x="1816833" y="2460438"/>
              <a:ext cx="404780" cy="215117"/>
            </a:xfrm>
            <a:custGeom>
              <a:rect b="b" l="l" r="r" t="t"/>
              <a:pathLst>
                <a:path extrusionOk="0" h="8265" w="15552">
                  <a:moveTo>
                    <a:pt x="6255" y="0"/>
                  </a:moveTo>
                  <a:cubicBezTo>
                    <a:pt x="6100" y="0"/>
                    <a:pt x="5944" y="10"/>
                    <a:pt x="5788" y="31"/>
                  </a:cubicBezTo>
                  <a:cubicBezTo>
                    <a:pt x="4423" y="218"/>
                    <a:pt x="3293" y="1185"/>
                    <a:pt x="2899" y="2505"/>
                  </a:cubicBezTo>
                  <a:lnTo>
                    <a:pt x="2878" y="2505"/>
                  </a:lnTo>
                  <a:cubicBezTo>
                    <a:pt x="1288" y="2505"/>
                    <a:pt x="0" y="3792"/>
                    <a:pt x="0" y="5383"/>
                  </a:cubicBezTo>
                  <a:cubicBezTo>
                    <a:pt x="0" y="6973"/>
                    <a:pt x="1288" y="8264"/>
                    <a:pt x="2878" y="8264"/>
                  </a:cubicBezTo>
                  <a:lnTo>
                    <a:pt x="13142" y="8264"/>
                  </a:lnTo>
                  <a:cubicBezTo>
                    <a:pt x="13152" y="8265"/>
                    <a:pt x="13163" y="8265"/>
                    <a:pt x="13174" y="8265"/>
                  </a:cubicBezTo>
                  <a:cubicBezTo>
                    <a:pt x="14486" y="8265"/>
                    <a:pt x="15552" y="7202"/>
                    <a:pt x="15552" y="5886"/>
                  </a:cubicBezTo>
                  <a:cubicBezTo>
                    <a:pt x="15552" y="4572"/>
                    <a:pt x="14489" y="3507"/>
                    <a:pt x="13180" y="3507"/>
                  </a:cubicBezTo>
                  <a:cubicBezTo>
                    <a:pt x="13167" y="3507"/>
                    <a:pt x="13154" y="3507"/>
                    <a:pt x="13142" y="3507"/>
                  </a:cubicBezTo>
                  <a:lnTo>
                    <a:pt x="13142" y="3504"/>
                  </a:lnTo>
                  <a:cubicBezTo>
                    <a:pt x="13057" y="3504"/>
                    <a:pt x="12969" y="3511"/>
                    <a:pt x="12885" y="3522"/>
                  </a:cubicBezTo>
                  <a:cubicBezTo>
                    <a:pt x="12501" y="2290"/>
                    <a:pt x="11366" y="1503"/>
                    <a:pt x="10144" y="1503"/>
                  </a:cubicBezTo>
                  <a:cubicBezTo>
                    <a:pt x="9841" y="1503"/>
                    <a:pt x="9533" y="1551"/>
                    <a:pt x="9229" y="1653"/>
                  </a:cubicBezTo>
                  <a:cubicBezTo>
                    <a:pt x="8584" y="616"/>
                    <a:pt x="7453" y="0"/>
                    <a:pt x="625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85"/>
            <p:cNvSpPr/>
            <p:nvPr/>
          </p:nvSpPr>
          <p:spPr>
            <a:xfrm>
              <a:off x="1815454" y="2525793"/>
              <a:ext cx="368706" cy="149762"/>
            </a:xfrm>
            <a:custGeom>
              <a:rect b="b" l="l" r="r" t="t"/>
              <a:pathLst>
                <a:path extrusionOk="0" h="5754" w="14166">
                  <a:moveTo>
                    <a:pt x="2805" y="1"/>
                  </a:moveTo>
                  <a:lnTo>
                    <a:pt x="2805" y="1"/>
                  </a:lnTo>
                  <a:cubicBezTo>
                    <a:pt x="1228" y="68"/>
                    <a:pt x="0" y="1394"/>
                    <a:pt x="53" y="2970"/>
                  </a:cubicBezTo>
                  <a:cubicBezTo>
                    <a:pt x="102" y="4540"/>
                    <a:pt x="1453" y="5753"/>
                    <a:pt x="3023" y="5753"/>
                  </a:cubicBezTo>
                  <a:lnTo>
                    <a:pt x="13195" y="5753"/>
                  </a:lnTo>
                  <a:cubicBezTo>
                    <a:pt x="13254" y="5753"/>
                    <a:pt x="13318" y="5750"/>
                    <a:pt x="13378" y="5746"/>
                  </a:cubicBezTo>
                  <a:cubicBezTo>
                    <a:pt x="14166" y="5683"/>
                    <a:pt x="14102" y="4501"/>
                    <a:pt x="13314" y="4501"/>
                  </a:cubicBezTo>
                  <a:lnTo>
                    <a:pt x="11569" y="4501"/>
                  </a:lnTo>
                  <a:cubicBezTo>
                    <a:pt x="11428" y="4501"/>
                    <a:pt x="11316" y="4388"/>
                    <a:pt x="11316" y="4251"/>
                  </a:cubicBezTo>
                  <a:lnTo>
                    <a:pt x="11316" y="3456"/>
                  </a:lnTo>
                  <a:cubicBezTo>
                    <a:pt x="11319" y="3122"/>
                    <a:pt x="11186" y="2805"/>
                    <a:pt x="10950" y="2569"/>
                  </a:cubicBezTo>
                  <a:lnTo>
                    <a:pt x="9490" y="1109"/>
                  </a:lnTo>
                  <a:cubicBezTo>
                    <a:pt x="9257" y="877"/>
                    <a:pt x="8937" y="743"/>
                    <a:pt x="8607" y="743"/>
                  </a:cubicBezTo>
                  <a:lnTo>
                    <a:pt x="5306" y="743"/>
                  </a:lnTo>
                  <a:cubicBezTo>
                    <a:pt x="4754" y="743"/>
                    <a:pt x="4307" y="1194"/>
                    <a:pt x="4307" y="1746"/>
                  </a:cubicBezTo>
                  <a:lnTo>
                    <a:pt x="4307" y="3963"/>
                  </a:lnTo>
                  <a:cubicBezTo>
                    <a:pt x="4307" y="4107"/>
                    <a:pt x="4188" y="4215"/>
                    <a:pt x="4054" y="4215"/>
                  </a:cubicBezTo>
                  <a:cubicBezTo>
                    <a:pt x="4019" y="4215"/>
                    <a:pt x="3983" y="4207"/>
                    <a:pt x="3948" y="4191"/>
                  </a:cubicBezTo>
                  <a:cubicBezTo>
                    <a:pt x="3016" y="3737"/>
                    <a:pt x="2344" y="2819"/>
                    <a:pt x="2305" y="1728"/>
                  </a:cubicBezTo>
                  <a:cubicBezTo>
                    <a:pt x="2280" y="1116"/>
                    <a:pt x="2456" y="507"/>
                    <a:pt x="2805"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85"/>
            <p:cNvSpPr/>
            <p:nvPr/>
          </p:nvSpPr>
          <p:spPr>
            <a:xfrm>
              <a:off x="1947127" y="2564731"/>
              <a:ext cx="143359" cy="195440"/>
            </a:xfrm>
            <a:custGeom>
              <a:rect b="b" l="l" r="r" t="t"/>
              <a:pathLst>
                <a:path extrusionOk="0" h="7509" w="5508">
                  <a:moveTo>
                    <a:pt x="251" y="0"/>
                  </a:moveTo>
                  <a:cubicBezTo>
                    <a:pt x="114" y="0"/>
                    <a:pt x="1" y="113"/>
                    <a:pt x="1" y="250"/>
                  </a:cubicBezTo>
                  <a:lnTo>
                    <a:pt x="1" y="7259"/>
                  </a:lnTo>
                  <a:cubicBezTo>
                    <a:pt x="1" y="7399"/>
                    <a:pt x="114" y="7508"/>
                    <a:pt x="251" y="7508"/>
                  </a:cubicBezTo>
                  <a:lnTo>
                    <a:pt x="5258" y="7508"/>
                  </a:lnTo>
                  <a:cubicBezTo>
                    <a:pt x="5260" y="7509"/>
                    <a:pt x="5262" y="7509"/>
                    <a:pt x="5264" y="7509"/>
                  </a:cubicBezTo>
                  <a:cubicBezTo>
                    <a:pt x="5398" y="7509"/>
                    <a:pt x="5507" y="7397"/>
                    <a:pt x="5507" y="7259"/>
                  </a:cubicBezTo>
                  <a:lnTo>
                    <a:pt x="5507" y="1960"/>
                  </a:lnTo>
                  <a:cubicBezTo>
                    <a:pt x="5507" y="1826"/>
                    <a:pt x="5455" y="1700"/>
                    <a:pt x="5363" y="1605"/>
                  </a:cubicBezTo>
                  <a:lnTo>
                    <a:pt x="3903" y="144"/>
                  </a:lnTo>
                  <a:cubicBezTo>
                    <a:pt x="3808" y="53"/>
                    <a:pt x="3681" y="0"/>
                    <a:pt x="35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85"/>
            <p:cNvSpPr/>
            <p:nvPr/>
          </p:nvSpPr>
          <p:spPr>
            <a:xfrm>
              <a:off x="2044860" y="2610331"/>
              <a:ext cx="45626" cy="13014"/>
            </a:xfrm>
            <a:custGeom>
              <a:rect b="b" l="l" r="r" t="t"/>
              <a:pathLst>
                <a:path extrusionOk="0" h="500" w="1753">
                  <a:moveTo>
                    <a:pt x="0" y="0"/>
                  </a:moveTo>
                  <a:lnTo>
                    <a:pt x="0" y="500"/>
                  </a:lnTo>
                  <a:lnTo>
                    <a:pt x="1752" y="500"/>
                  </a:lnTo>
                  <a:lnTo>
                    <a:pt x="1752" y="208"/>
                  </a:lnTo>
                  <a:cubicBezTo>
                    <a:pt x="1752" y="134"/>
                    <a:pt x="1735" y="64"/>
                    <a:pt x="170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85"/>
            <p:cNvSpPr/>
            <p:nvPr/>
          </p:nvSpPr>
          <p:spPr>
            <a:xfrm>
              <a:off x="1809858" y="2454296"/>
              <a:ext cx="417065" cy="227298"/>
            </a:xfrm>
            <a:custGeom>
              <a:rect b="b" l="l" r="r" t="t"/>
              <a:pathLst>
                <a:path extrusionOk="0" h="8733" w="16024">
                  <a:moveTo>
                    <a:pt x="6521" y="0"/>
                  </a:moveTo>
                  <a:cubicBezTo>
                    <a:pt x="5737" y="0"/>
                    <a:pt x="4947" y="246"/>
                    <a:pt x="4272" y="756"/>
                  </a:cubicBezTo>
                  <a:cubicBezTo>
                    <a:pt x="3685" y="1203"/>
                    <a:pt x="3241" y="1812"/>
                    <a:pt x="2995" y="2509"/>
                  </a:cubicBezTo>
                  <a:cubicBezTo>
                    <a:pt x="1310" y="2593"/>
                    <a:pt x="1" y="4004"/>
                    <a:pt x="39" y="5693"/>
                  </a:cubicBezTo>
                  <a:cubicBezTo>
                    <a:pt x="82" y="7378"/>
                    <a:pt x="1457" y="8726"/>
                    <a:pt x="3146" y="8729"/>
                  </a:cubicBezTo>
                  <a:lnTo>
                    <a:pt x="4272" y="8729"/>
                  </a:lnTo>
                  <a:cubicBezTo>
                    <a:pt x="4571" y="8719"/>
                    <a:pt x="4571" y="8275"/>
                    <a:pt x="4272" y="8261"/>
                  </a:cubicBezTo>
                  <a:lnTo>
                    <a:pt x="3146" y="8261"/>
                  </a:lnTo>
                  <a:cubicBezTo>
                    <a:pt x="1700" y="8244"/>
                    <a:pt x="536" y="7068"/>
                    <a:pt x="532" y="5619"/>
                  </a:cubicBezTo>
                  <a:cubicBezTo>
                    <a:pt x="532" y="4173"/>
                    <a:pt x="1693" y="2991"/>
                    <a:pt x="3143" y="2973"/>
                  </a:cubicBezTo>
                  <a:lnTo>
                    <a:pt x="3167" y="2973"/>
                  </a:lnTo>
                  <a:cubicBezTo>
                    <a:pt x="3269" y="2973"/>
                    <a:pt x="3361" y="2903"/>
                    <a:pt x="3389" y="2804"/>
                  </a:cubicBezTo>
                  <a:cubicBezTo>
                    <a:pt x="3593" y="2139"/>
                    <a:pt x="3998" y="1551"/>
                    <a:pt x="4554" y="1133"/>
                  </a:cubicBezTo>
                  <a:cubicBezTo>
                    <a:pt x="5145" y="684"/>
                    <a:pt x="5836" y="470"/>
                    <a:pt x="6520" y="470"/>
                  </a:cubicBezTo>
                  <a:cubicBezTo>
                    <a:pt x="7606" y="470"/>
                    <a:pt x="8675" y="1011"/>
                    <a:pt x="9297" y="2012"/>
                  </a:cubicBezTo>
                  <a:cubicBezTo>
                    <a:pt x="9342" y="2083"/>
                    <a:pt x="9420" y="2122"/>
                    <a:pt x="9499" y="2122"/>
                  </a:cubicBezTo>
                  <a:cubicBezTo>
                    <a:pt x="9523" y="2122"/>
                    <a:pt x="9547" y="2118"/>
                    <a:pt x="9571" y="2111"/>
                  </a:cubicBezTo>
                  <a:cubicBezTo>
                    <a:pt x="9850" y="2017"/>
                    <a:pt x="10133" y="1973"/>
                    <a:pt x="10411" y="1973"/>
                  </a:cubicBezTo>
                  <a:cubicBezTo>
                    <a:pt x="11532" y="1973"/>
                    <a:pt x="12576" y="2694"/>
                    <a:pt x="12931" y="3824"/>
                  </a:cubicBezTo>
                  <a:cubicBezTo>
                    <a:pt x="12961" y="3926"/>
                    <a:pt x="13054" y="3991"/>
                    <a:pt x="13155" y="3991"/>
                  </a:cubicBezTo>
                  <a:cubicBezTo>
                    <a:pt x="13162" y="3991"/>
                    <a:pt x="13170" y="3991"/>
                    <a:pt x="13177" y="3990"/>
                  </a:cubicBezTo>
                  <a:cubicBezTo>
                    <a:pt x="13259" y="3981"/>
                    <a:pt x="13339" y="3976"/>
                    <a:pt x="13419" y="3976"/>
                  </a:cubicBezTo>
                  <a:cubicBezTo>
                    <a:pt x="14541" y="3976"/>
                    <a:pt x="15490" y="4856"/>
                    <a:pt x="15552" y="6002"/>
                  </a:cubicBezTo>
                  <a:cubicBezTo>
                    <a:pt x="15619" y="7230"/>
                    <a:pt x="14641" y="8265"/>
                    <a:pt x="13410" y="8265"/>
                  </a:cubicBezTo>
                  <a:lnTo>
                    <a:pt x="11784" y="8265"/>
                  </a:lnTo>
                  <a:cubicBezTo>
                    <a:pt x="11485" y="8275"/>
                    <a:pt x="11485" y="8719"/>
                    <a:pt x="11784" y="8733"/>
                  </a:cubicBezTo>
                  <a:lnTo>
                    <a:pt x="13410" y="8733"/>
                  </a:lnTo>
                  <a:cubicBezTo>
                    <a:pt x="14852" y="8733"/>
                    <a:pt x="16024" y="7561"/>
                    <a:pt x="16024" y="6118"/>
                  </a:cubicBezTo>
                  <a:cubicBezTo>
                    <a:pt x="16024" y="4676"/>
                    <a:pt x="14852" y="3508"/>
                    <a:pt x="13410" y="3508"/>
                  </a:cubicBezTo>
                  <a:lnTo>
                    <a:pt x="13315" y="3508"/>
                  </a:lnTo>
                  <a:cubicBezTo>
                    <a:pt x="13104" y="2955"/>
                    <a:pt x="12741" y="2473"/>
                    <a:pt x="12266" y="2118"/>
                  </a:cubicBezTo>
                  <a:cubicBezTo>
                    <a:pt x="11725" y="1714"/>
                    <a:pt x="11073" y="1503"/>
                    <a:pt x="10411" y="1503"/>
                  </a:cubicBezTo>
                  <a:cubicBezTo>
                    <a:pt x="10138" y="1503"/>
                    <a:pt x="9864" y="1538"/>
                    <a:pt x="9596" y="1611"/>
                  </a:cubicBezTo>
                  <a:cubicBezTo>
                    <a:pt x="8870" y="560"/>
                    <a:pt x="7703" y="0"/>
                    <a:pt x="6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85"/>
            <p:cNvSpPr/>
            <p:nvPr/>
          </p:nvSpPr>
          <p:spPr>
            <a:xfrm>
              <a:off x="1941010" y="2558588"/>
              <a:ext cx="155514" cy="207725"/>
            </a:xfrm>
            <a:custGeom>
              <a:rect b="b" l="l" r="r" t="t"/>
              <a:pathLst>
                <a:path extrusionOk="0" h="7981" w="5975">
                  <a:moveTo>
                    <a:pt x="3505" y="468"/>
                  </a:moveTo>
                  <a:lnTo>
                    <a:pt x="3505" y="1988"/>
                  </a:lnTo>
                  <a:cubicBezTo>
                    <a:pt x="3505" y="2256"/>
                    <a:pt x="3723" y="2474"/>
                    <a:pt x="3990" y="2474"/>
                  </a:cubicBezTo>
                  <a:lnTo>
                    <a:pt x="4740" y="2474"/>
                  </a:lnTo>
                  <a:cubicBezTo>
                    <a:pt x="4742" y="2474"/>
                    <a:pt x="4744" y="2474"/>
                    <a:pt x="4746" y="2474"/>
                  </a:cubicBezTo>
                  <a:cubicBezTo>
                    <a:pt x="4877" y="2474"/>
                    <a:pt x="4986" y="2370"/>
                    <a:pt x="4986" y="2238"/>
                  </a:cubicBezTo>
                  <a:cubicBezTo>
                    <a:pt x="4986" y="2107"/>
                    <a:pt x="4877" y="2002"/>
                    <a:pt x="4746" y="2002"/>
                  </a:cubicBezTo>
                  <a:cubicBezTo>
                    <a:pt x="4744" y="2002"/>
                    <a:pt x="4742" y="2002"/>
                    <a:pt x="4740" y="2002"/>
                  </a:cubicBezTo>
                  <a:lnTo>
                    <a:pt x="3990" y="2002"/>
                  </a:lnTo>
                  <a:cubicBezTo>
                    <a:pt x="3980" y="2002"/>
                    <a:pt x="3973" y="1995"/>
                    <a:pt x="3973" y="1988"/>
                  </a:cubicBezTo>
                  <a:lnTo>
                    <a:pt x="3973" y="549"/>
                  </a:lnTo>
                  <a:lnTo>
                    <a:pt x="5429" y="2006"/>
                  </a:lnTo>
                  <a:cubicBezTo>
                    <a:pt x="5478" y="2055"/>
                    <a:pt x="5507" y="2126"/>
                    <a:pt x="5507" y="2196"/>
                  </a:cubicBezTo>
                  <a:lnTo>
                    <a:pt x="5510" y="7495"/>
                  </a:lnTo>
                  <a:cubicBezTo>
                    <a:pt x="5510" y="7505"/>
                    <a:pt x="5500" y="7512"/>
                    <a:pt x="5493" y="7512"/>
                  </a:cubicBezTo>
                  <a:lnTo>
                    <a:pt x="486" y="7512"/>
                  </a:lnTo>
                  <a:cubicBezTo>
                    <a:pt x="475" y="7512"/>
                    <a:pt x="468" y="7505"/>
                    <a:pt x="468" y="7495"/>
                  </a:cubicBezTo>
                  <a:lnTo>
                    <a:pt x="468" y="486"/>
                  </a:lnTo>
                  <a:cubicBezTo>
                    <a:pt x="468" y="475"/>
                    <a:pt x="475" y="468"/>
                    <a:pt x="486" y="468"/>
                  </a:cubicBezTo>
                  <a:close/>
                  <a:moveTo>
                    <a:pt x="482" y="0"/>
                  </a:moveTo>
                  <a:cubicBezTo>
                    <a:pt x="218" y="0"/>
                    <a:pt x="0" y="219"/>
                    <a:pt x="0" y="486"/>
                  </a:cubicBezTo>
                  <a:lnTo>
                    <a:pt x="0" y="7495"/>
                  </a:lnTo>
                  <a:cubicBezTo>
                    <a:pt x="0" y="7762"/>
                    <a:pt x="218" y="7980"/>
                    <a:pt x="482" y="7980"/>
                  </a:cubicBezTo>
                  <a:lnTo>
                    <a:pt x="5493" y="7980"/>
                  </a:lnTo>
                  <a:cubicBezTo>
                    <a:pt x="5760" y="7980"/>
                    <a:pt x="5975" y="7762"/>
                    <a:pt x="5975" y="7495"/>
                  </a:cubicBezTo>
                  <a:lnTo>
                    <a:pt x="5975" y="2196"/>
                  </a:lnTo>
                  <a:cubicBezTo>
                    <a:pt x="5975" y="1999"/>
                    <a:pt x="5897" y="1812"/>
                    <a:pt x="5760" y="1675"/>
                  </a:cubicBezTo>
                  <a:lnTo>
                    <a:pt x="4303" y="215"/>
                  </a:lnTo>
                  <a:cubicBezTo>
                    <a:pt x="4166" y="78"/>
                    <a:pt x="3976" y="0"/>
                    <a:pt x="3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85"/>
            <p:cNvSpPr/>
            <p:nvPr/>
          </p:nvSpPr>
          <p:spPr>
            <a:xfrm>
              <a:off x="1984528" y="2643308"/>
              <a:ext cx="68687" cy="84173"/>
            </a:xfrm>
            <a:custGeom>
              <a:rect b="b" l="l" r="r" t="t"/>
              <a:pathLst>
                <a:path extrusionOk="0" h="3234" w="2639">
                  <a:moveTo>
                    <a:pt x="1317" y="1"/>
                  </a:moveTo>
                  <a:cubicBezTo>
                    <a:pt x="1249" y="1"/>
                    <a:pt x="1180" y="30"/>
                    <a:pt x="1132" y="88"/>
                  </a:cubicBezTo>
                  <a:lnTo>
                    <a:pt x="133" y="1340"/>
                  </a:lnTo>
                  <a:cubicBezTo>
                    <a:pt x="1" y="1520"/>
                    <a:pt x="156" y="1716"/>
                    <a:pt x="325" y="1716"/>
                  </a:cubicBezTo>
                  <a:cubicBezTo>
                    <a:pt x="386" y="1716"/>
                    <a:pt x="447" y="1691"/>
                    <a:pt x="499" y="1633"/>
                  </a:cubicBezTo>
                  <a:lnTo>
                    <a:pt x="1083" y="901"/>
                  </a:lnTo>
                  <a:lnTo>
                    <a:pt x="1083" y="2987"/>
                  </a:lnTo>
                  <a:cubicBezTo>
                    <a:pt x="1076" y="3121"/>
                    <a:pt x="1182" y="3233"/>
                    <a:pt x="1315" y="3233"/>
                  </a:cubicBezTo>
                  <a:cubicBezTo>
                    <a:pt x="1449" y="3233"/>
                    <a:pt x="1558" y="3121"/>
                    <a:pt x="1551" y="2987"/>
                  </a:cubicBezTo>
                  <a:lnTo>
                    <a:pt x="1551" y="901"/>
                  </a:lnTo>
                  <a:lnTo>
                    <a:pt x="2135" y="1633"/>
                  </a:lnTo>
                  <a:cubicBezTo>
                    <a:pt x="2187" y="1695"/>
                    <a:pt x="2250" y="1721"/>
                    <a:pt x="2311" y="1721"/>
                  </a:cubicBezTo>
                  <a:cubicBezTo>
                    <a:pt x="2482" y="1721"/>
                    <a:pt x="2638" y="1519"/>
                    <a:pt x="2501" y="1340"/>
                  </a:cubicBezTo>
                  <a:lnTo>
                    <a:pt x="1498" y="88"/>
                  </a:lnTo>
                  <a:cubicBezTo>
                    <a:pt x="1453" y="30"/>
                    <a:pt x="1385" y="1"/>
                    <a:pt x="1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85"/>
            <p:cNvSpPr/>
            <p:nvPr/>
          </p:nvSpPr>
          <p:spPr>
            <a:xfrm>
              <a:off x="1984268" y="2481755"/>
              <a:ext cx="54554" cy="37089"/>
            </a:xfrm>
            <a:custGeom>
              <a:rect b="b" l="l" r="r" t="t"/>
              <a:pathLst>
                <a:path extrusionOk="0" h="1425" w="2096">
                  <a:moveTo>
                    <a:pt x="326" y="0"/>
                  </a:moveTo>
                  <a:cubicBezTo>
                    <a:pt x="65" y="0"/>
                    <a:pt x="1" y="395"/>
                    <a:pt x="280" y="461"/>
                  </a:cubicBezTo>
                  <a:cubicBezTo>
                    <a:pt x="822" y="574"/>
                    <a:pt x="1308" y="880"/>
                    <a:pt x="1642" y="1327"/>
                  </a:cubicBezTo>
                  <a:cubicBezTo>
                    <a:pt x="1686" y="1390"/>
                    <a:pt x="1758" y="1424"/>
                    <a:pt x="1831" y="1424"/>
                  </a:cubicBezTo>
                  <a:cubicBezTo>
                    <a:pt x="1880" y="1424"/>
                    <a:pt x="1930" y="1409"/>
                    <a:pt x="1973" y="1376"/>
                  </a:cubicBezTo>
                  <a:cubicBezTo>
                    <a:pt x="2078" y="1299"/>
                    <a:pt x="2096" y="1147"/>
                    <a:pt x="2015" y="1045"/>
                  </a:cubicBezTo>
                  <a:cubicBezTo>
                    <a:pt x="1614" y="507"/>
                    <a:pt x="1030" y="138"/>
                    <a:pt x="372" y="4"/>
                  </a:cubicBezTo>
                  <a:cubicBezTo>
                    <a:pt x="356" y="1"/>
                    <a:pt x="341"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85"/>
            <p:cNvSpPr/>
            <p:nvPr/>
          </p:nvSpPr>
          <p:spPr>
            <a:xfrm>
              <a:off x="2088794" y="2522384"/>
              <a:ext cx="42165" cy="35371"/>
            </a:xfrm>
            <a:custGeom>
              <a:rect b="b" l="l" r="r" t="t"/>
              <a:pathLst>
                <a:path extrusionOk="0" h="1359" w="1620">
                  <a:moveTo>
                    <a:pt x="327" y="0"/>
                  </a:moveTo>
                  <a:cubicBezTo>
                    <a:pt x="97" y="0"/>
                    <a:pt x="1" y="339"/>
                    <a:pt x="237" y="448"/>
                  </a:cubicBezTo>
                  <a:lnTo>
                    <a:pt x="237" y="452"/>
                  </a:lnTo>
                  <a:cubicBezTo>
                    <a:pt x="627" y="589"/>
                    <a:pt x="951" y="867"/>
                    <a:pt x="1145" y="1233"/>
                  </a:cubicBezTo>
                  <a:cubicBezTo>
                    <a:pt x="1186" y="1314"/>
                    <a:pt x="1267" y="1359"/>
                    <a:pt x="1351" y="1359"/>
                  </a:cubicBezTo>
                  <a:cubicBezTo>
                    <a:pt x="1388" y="1359"/>
                    <a:pt x="1426" y="1350"/>
                    <a:pt x="1461" y="1332"/>
                  </a:cubicBezTo>
                  <a:cubicBezTo>
                    <a:pt x="1574" y="1272"/>
                    <a:pt x="1620" y="1131"/>
                    <a:pt x="1556" y="1015"/>
                  </a:cubicBezTo>
                  <a:cubicBezTo>
                    <a:pt x="1310" y="543"/>
                    <a:pt x="895" y="185"/>
                    <a:pt x="392" y="9"/>
                  </a:cubicBezTo>
                  <a:cubicBezTo>
                    <a:pt x="369" y="3"/>
                    <a:pt x="348" y="0"/>
                    <a:pt x="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8" name="Google Shape;17368;p85"/>
          <p:cNvGrpSpPr/>
          <p:nvPr/>
        </p:nvGrpSpPr>
        <p:grpSpPr>
          <a:xfrm>
            <a:off x="877266" y="1990798"/>
            <a:ext cx="340934" cy="355952"/>
            <a:chOff x="877266" y="1990798"/>
            <a:chExt cx="340934" cy="355952"/>
          </a:xfrm>
        </p:grpSpPr>
        <p:sp>
          <p:nvSpPr>
            <p:cNvPr id="17369" name="Google Shape;17369;p85"/>
            <p:cNvSpPr/>
            <p:nvPr/>
          </p:nvSpPr>
          <p:spPr>
            <a:xfrm>
              <a:off x="999231" y="1996030"/>
              <a:ext cx="214310" cy="164494"/>
            </a:xfrm>
            <a:custGeom>
              <a:rect b="b" l="l" r="r" t="t"/>
              <a:pathLst>
                <a:path extrusionOk="0" h="6320" w="8234">
                  <a:moveTo>
                    <a:pt x="4583" y="0"/>
                  </a:moveTo>
                  <a:cubicBezTo>
                    <a:pt x="4541" y="0"/>
                    <a:pt x="4502" y="24"/>
                    <a:pt x="4479" y="57"/>
                  </a:cubicBezTo>
                  <a:lnTo>
                    <a:pt x="0" y="6320"/>
                  </a:lnTo>
                  <a:lnTo>
                    <a:pt x="3804" y="6320"/>
                  </a:lnTo>
                  <a:lnTo>
                    <a:pt x="8166" y="219"/>
                  </a:lnTo>
                  <a:cubicBezTo>
                    <a:pt x="8233" y="127"/>
                    <a:pt x="8166" y="0"/>
                    <a:pt x="8054" y="0"/>
                  </a:cubicBezTo>
                  <a:lnTo>
                    <a:pt x="4592" y="0"/>
                  </a:lnTo>
                  <a:cubicBezTo>
                    <a:pt x="4589" y="0"/>
                    <a:pt x="4586" y="0"/>
                    <a:pt x="4583"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85"/>
            <p:cNvSpPr/>
            <p:nvPr/>
          </p:nvSpPr>
          <p:spPr>
            <a:xfrm>
              <a:off x="1033379" y="1995926"/>
              <a:ext cx="151688" cy="164520"/>
            </a:xfrm>
            <a:custGeom>
              <a:rect b="b" l="l" r="r" t="t"/>
              <a:pathLst>
                <a:path extrusionOk="0" h="6321" w="5828">
                  <a:moveTo>
                    <a:pt x="4522" y="1"/>
                  </a:moveTo>
                  <a:lnTo>
                    <a:pt x="0" y="6320"/>
                  </a:lnTo>
                  <a:lnTo>
                    <a:pt x="1306" y="6320"/>
                  </a:lnTo>
                  <a:lnTo>
                    <a:pt x="5827"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85"/>
            <p:cNvSpPr/>
            <p:nvPr/>
          </p:nvSpPr>
          <p:spPr>
            <a:xfrm>
              <a:off x="1067345" y="1995926"/>
              <a:ext cx="146196" cy="164598"/>
            </a:xfrm>
            <a:custGeom>
              <a:rect b="b" l="l" r="r" t="t"/>
              <a:pathLst>
                <a:path extrusionOk="0" h="6324" w="5617">
                  <a:moveTo>
                    <a:pt x="4522" y="1"/>
                  </a:moveTo>
                  <a:lnTo>
                    <a:pt x="1" y="6324"/>
                  </a:lnTo>
                  <a:lnTo>
                    <a:pt x="1187" y="6324"/>
                  </a:lnTo>
                  <a:lnTo>
                    <a:pt x="5549" y="223"/>
                  </a:lnTo>
                  <a:cubicBezTo>
                    <a:pt x="5616" y="131"/>
                    <a:pt x="5549" y="1"/>
                    <a:pt x="5433"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85"/>
            <p:cNvSpPr/>
            <p:nvPr/>
          </p:nvSpPr>
          <p:spPr>
            <a:xfrm>
              <a:off x="884008" y="1996030"/>
              <a:ext cx="214232" cy="164494"/>
            </a:xfrm>
            <a:custGeom>
              <a:rect b="b" l="l" r="r" t="t"/>
              <a:pathLst>
                <a:path extrusionOk="0" h="6320" w="8231">
                  <a:moveTo>
                    <a:pt x="3648" y="0"/>
                  </a:moveTo>
                  <a:cubicBezTo>
                    <a:pt x="3645" y="0"/>
                    <a:pt x="3642" y="0"/>
                    <a:pt x="3639" y="0"/>
                  </a:cubicBezTo>
                  <a:lnTo>
                    <a:pt x="180" y="0"/>
                  </a:lnTo>
                  <a:cubicBezTo>
                    <a:pt x="68" y="0"/>
                    <a:pt x="1" y="127"/>
                    <a:pt x="64" y="219"/>
                  </a:cubicBezTo>
                  <a:lnTo>
                    <a:pt x="4427" y="6320"/>
                  </a:lnTo>
                  <a:lnTo>
                    <a:pt x="8231" y="6320"/>
                  </a:lnTo>
                  <a:lnTo>
                    <a:pt x="3755" y="57"/>
                  </a:lnTo>
                  <a:cubicBezTo>
                    <a:pt x="3729" y="24"/>
                    <a:pt x="3690" y="0"/>
                    <a:pt x="364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85"/>
            <p:cNvSpPr/>
            <p:nvPr/>
          </p:nvSpPr>
          <p:spPr>
            <a:xfrm>
              <a:off x="914225" y="1995926"/>
              <a:ext cx="151688" cy="164520"/>
            </a:xfrm>
            <a:custGeom>
              <a:rect b="b" l="l" r="r" t="t"/>
              <a:pathLst>
                <a:path extrusionOk="0" h="6321" w="5828">
                  <a:moveTo>
                    <a:pt x="1" y="1"/>
                  </a:moveTo>
                  <a:lnTo>
                    <a:pt x="4522" y="6320"/>
                  </a:lnTo>
                  <a:lnTo>
                    <a:pt x="5828" y="6320"/>
                  </a:lnTo>
                  <a:lnTo>
                    <a:pt x="130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85"/>
            <p:cNvSpPr/>
            <p:nvPr/>
          </p:nvSpPr>
          <p:spPr>
            <a:xfrm>
              <a:off x="884008" y="1995926"/>
              <a:ext cx="147940" cy="164598"/>
            </a:xfrm>
            <a:custGeom>
              <a:rect b="b" l="l" r="r" t="t"/>
              <a:pathLst>
                <a:path extrusionOk="0" h="6324" w="5684">
                  <a:moveTo>
                    <a:pt x="180" y="1"/>
                  </a:moveTo>
                  <a:cubicBezTo>
                    <a:pt x="68" y="1"/>
                    <a:pt x="1" y="131"/>
                    <a:pt x="64" y="223"/>
                  </a:cubicBezTo>
                  <a:lnTo>
                    <a:pt x="4427" y="6324"/>
                  </a:lnTo>
                  <a:lnTo>
                    <a:pt x="5683" y="6324"/>
                  </a:lnTo>
                  <a:lnTo>
                    <a:pt x="116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85"/>
            <p:cNvSpPr/>
            <p:nvPr/>
          </p:nvSpPr>
          <p:spPr>
            <a:xfrm>
              <a:off x="1082832" y="2112971"/>
              <a:ext cx="33914" cy="47474"/>
            </a:xfrm>
            <a:custGeom>
              <a:rect b="b" l="l" r="r" t="t"/>
              <a:pathLst>
                <a:path extrusionOk="0" h="1824" w="1303">
                  <a:moveTo>
                    <a:pt x="711" y="1"/>
                  </a:moveTo>
                  <a:lnTo>
                    <a:pt x="0" y="996"/>
                  </a:lnTo>
                  <a:lnTo>
                    <a:pt x="592" y="1823"/>
                  </a:lnTo>
                  <a:lnTo>
                    <a:pt x="1081" y="1141"/>
                  </a:lnTo>
                  <a:lnTo>
                    <a:pt x="1302" y="831"/>
                  </a:lnTo>
                  <a:lnTo>
                    <a:pt x="7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85"/>
            <p:cNvSpPr/>
            <p:nvPr/>
          </p:nvSpPr>
          <p:spPr>
            <a:xfrm>
              <a:off x="1065810" y="2089260"/>
              <a:ext cx="35554" cy="49660"/>
            </a:xfrm>
            <a:custGeom>
              <a:rect b="b" l="l" r="r" t="t"/>
              <a:pathLst>
                <a:path extrusionOk="0" h="1908" w="1366">
                  <a:moveTo>
                    <a:pt x="711" y="0"/>
                  </a:moveTo>
                  <a:lnTo>
                    <a:pt x="0" y="992"/>
                  </a:lnTo>
                  <a:lnTo>
                    <a:pt x="654" y="1907"/>
                  </a:lnTo>
                  <a:lnTo>
                    <a:pt x="1365" y="912"/>
                  </a:lnTo>
                  <a:lnTo>
                    <a:pt x="711"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85"/>
            <p:cNvSpPr/>
            <p:nvPr/>
          </p:nvSpPr>
          <p:spPr>
            <a:xfrm>
              <a:off x="1048762" y="2065341"/>
              <a:ext cx="35554" cy="49765"/>
            </a:xfrm>
            <a:custGeom>
              <a:rect b="b" l="l" r="r" t="t"/>
              <a:pathLst>
                <a:path extrusionOk="0" h="1912" w="1366">
                  <a:moveTo>
                    <a:pt x="708" y="1"/>
                  </a:moveTo>
                  <a:lnTo>
                    <a:pt x="1" y="993"/>
                  </a:lnTo>
                  <a:lnTo>
                    <a:pt x="655" y="1911"/>
                  </a:lnTo>
                  <a:lnTo>
                    <a:pt x="1366" y="919"/>
                  </a:lnTo>
                  <a:lnTo>
                    <a:pt x="70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85"/>
            <p:cNvSpPr/>
            <p:nvPr/>
          </p:nvSpPr>
          <p:spPr>
            <a:xfrm>
              <a:off x="941711" y="2132752"/>
              <a:ext cx="214050" cy="208767"/>
            </a:xfrm>
            <a:custGeom>
              <a:rect b="b" l="l" r="r" t="t"/>
              <a:pathLst>
                <a:path extrusionOk="0" h="8021" w="8224">
                  <a:moveTo>
                    <a:pt x="4112" y="1"/>
                  </a:moveTo>
                  <a:cubicBezTo>
                    <a:pt x="3946" y="1"/>
                    <a:pt x="3779" y="64"/>
                    <a:pt x="3653" y="191"/>
                  </a:cubicBezTo>
                  <a:cubicBezTo>
                    <a:pt x="3528" y="313"/>
                    <a:pt x="3362" y="378"/>
                    <a:pt x="3194" y="378"/>
                  </a:cubicBezTo>
                  <a:cubicBezTo>
                    <a:pt x="3115" y="378"/>
                    <a:pt x="3036" y="364"/>
                    <a:pt x="2960" y="335"/>
                  </a:cubicBezTo>
                  <a:cubicBezTo>
                    <a:pt x="2884" y="306"/>
                    <a:pt x="2807" y="293"/>
                    <a:pt x="2731" y="293"/>
                  </a:cubicBezTo>
                  <a:cubicBezTo>
                    <a:pt x="2469" y="293"/>
                    <a:pt x="2223" y="452"/>
                    <a:pt x="2122" y="711"/>
                  </a:cubicBezTo>
                  <a:cubicBezTo>
                    <a:pt x="2031" y="947"/>
                    <a:pt x="1805" y="1109"/>
                    <a:pt x="1549" y="1123"/>
                  </a:cubicBezTo>
                  <a:cubicBezTo>
                    <a:pt x="1193" y="1144"/>
                    <a:pt x="915" y="1450"/>
                    <a:pt x="933" y="1806"/>
                  </a:cubicBezTo>
                  <a:cubicBezTo>
                    <a:pt x="947" y="2062"/>
                    <a:pt x="810" y="2302"/>
                    <a:pt x="581" y="2418"/>
                  </a:cubicBezTo>
                  <a:cubicBezTo>
                    <a:pt x="264" y="2583"/>
                    <a:pt x="138" y="2974"/>
                    <a:pt x="300" y="3290"/>
                  </a:cubicBezTo>
                  <a:cubicBezTo>
                    <a:pt x="416" y="3519"/>
                    <a:pt x="384" y="3797"/>
                    <a:pt x="226" y="3994"/>
                  </a:cubicBezTo>
                  <a:cubicBezTo>
                    <a:pt x="0" y="4275"/>
                    <a:pt x="43" y="4684"/>
                    <a:pt x="321" y="4909"/>
                  </a:cubicBezTo>
                  <a:cubicBezTo>
                    <a:pt x="518" y="5071"/>
                    <a:pt x="606" y="5331"/>
                    <a:pt x="539" y="5581"/>
                  </a:cubicBezTo>
                  <a:cubicBezTo>
                    <a:pt x="451" y="5926"/>
                    <a:pt x="655" y="6281"/>
                    <a:pt x="1000" y="6376"/>
                  </a:cubicBezTo>
                  <a:cubicBezTo>
                    <a:pt x="1246" y="6443"/>
                    <a:pt x="1433" y="6647"/>
                    <a:pt x="1471" y="6900"/>
                  </a:cubicBezTo>
                  <a:cubicBezTo>
                    <a:pt x="1525" y="7218"/>
                    <a:pt x="1800" y="7447"/>
                    <a:pt x="2112" y="7447"/>
                  </a:cubicBezTo>
                  <a:cubicBezTo>
                    <a:pt x="2145" y="7447"/>
                    <a:pt x="2179" y="7444"/>
                    <a:pt x="2214" y="7439"/>
                  </a:cubicBezTo>
                  <a:cubicBezTo>
                    <a:pt x="2247" y="7434"/>
                    <a:pt x="2280" y="7431"/>
                    <a:pt x="2313" y="7431"/>
                  </a:cubicBezTo>
                  <a:cubicBezTo>
                    <a:pt x="2531" y="7431"/>
                    <a:pt x="2739" y="7540"/>
                    <a:pt x="2861" y="7727"/>
                  </a:cubicBezTo>
                  <a:cubicBezTo>
                    <a:pt x="2984" y="7918"/>
                    <a:pt x="3192" y="8021"/>
                    <a:pt x="3404" y="8021"/>
                  </a:cubicBezTo>
                  <a:cubicBezTo>
                    <a:pt x="3525" y="8021"/>
                    <a:pt x="3648" y="7987"/>
                    <a:pt x="3758" y="7917"/>
                  </a:cubicBezTo>
                  <a:cubicBezTo>
                    <a:pt x="3866" y="7848"/>
                    <a:pt x="3989" y="7814"/>
                    <a:pt x="4112" y="7814"/>
                  </a:cubicBezTo>
                  <a:cubicBezTo>
                    <a:pt x="4235" y="7814"/>
                    <a:pt x="4358" y="7848"/>
                    <a:pt x="4465" y="7917"/>
                  </a:cubicBezTo>
                  <a:cubicBezTo>
                    <a:pt x="4574" y="7987"/>
                    <a:pt x="4696" y="8021"/>
                    <a:pt x="4817" y="8021"/>
                  </a:cubicBezTo>
                  <a:cubicBezTo>
                    <a:pt x="5029" y="8021"/>
                    <a:pt x="5237" y="7918"/>
                    <a:pt x="5363" y="7727"/>
                  </a:cubicBezTo>
                  <a:cubicBezTo>
                    <a:pt x="5485" y="7540"/>
                    <a:pt x="5690" y="7431"/>
                    <a:pt x="5908" y="7431"/>
                  </a:cubicBezTo>
                  <a:cubicBezTo>
                    <a:pt x="5940" y="7431"/>
                    <a:pt x="5973" y="7434"/>
                    <a:pt x="6007" y="7439"/>
                  </a:cubicBezTo>
                  <a:cubicBezTo>
                    <a:pt x="6041" y="7444"/>
                    <a:pt x="6076" y="7447"/>
                    <a:pt x="6110" y="7447"/>
                  </a:cubicBezTo>
                  <a:cubicBezTo>
                    <a:pt x="6424" y="7447"/>
                    <a:pt x="6698" y="7221"/>
                    <a:pt x="6749" y="6900"/>
                  </a:cubicBezTo>
                  <a:cubicBezTo>
                    <a:pt x="6791" y="6647"/>
                    <a:pt x="6974" y="6443"/>
                    <a:pt x="7224" y="6376"/>
                  </a:cubicBezTo>
                  <a:cubicBezTo>
                    <a:pt x="7569" y="6281"/>
                    <a:pt x="7773" y="5926"/>
                    <a:pt x="7681" y="5581"/>
                  </a:cubicBezTo>
                  <a:cubicBezTo>
                    <a:pt x="7618" y="5335"/>
                    <a:pt x="7702" y="5071"/>
                    <a:pt x="7903" y="4909"/>
                  </a:cubicBezTo>
                  <a:cubicBezTo>
                    <a:pt x="8177" y="4684"/>
                    <a:pt x="8223" y="4275"/>
                    <a:pt x="7998" y="3998"/>
                  </a:cubicBezTo>
                  <a:cubicBezTo>
                    <a:pt x="7836" y="3797"/>
                    <a:pt x="7808" y="3523"/>
                    <a:pt x="7924" y="3294"/>
                  </a:cubicBezTo>
                  <a:cubicBezTo>
                    <a:pt x="8086" y="2974"/>
                    <a:pt x="7959" y="2583"/>
                    <a:pt x="7639" y="2418"/>
                  </a:cubicBezTo>
                  <a:cubicBezTo>
                    <a:pt x="7414" y="2302"/>
                    <a:pt x="7277" y="2062"/>
                    <a:pt x="7287" y="1809"/>
                  </a:cubicBezTo>
                  <a:cubicBezTo>
                    <a:pt x="7305" y="1450"/>
                    <a:pt x="7030" y="1144"/>
                    <a:pt x="6672" y="1126"/>
                  </a:cubicBezTo>
                  <a:cubicBezTo>
                    <a:pt x="6418" y="1112"/>
                    <a:pt x="6193" y="951"/>
                    <a:pt x="6102" y="711"/>
                  </a:cubicBezTo>
                  <a:cubicBezTo>
                    <a:pt x="6001" y="454"/>
                    <a:pt x="5755" y="294"/>
                    <a:pt x="5494" y="294"/>
                  </a:cubicBezTo>
                  <a:cubicBezTo>
                    <a:pt x="5416" y="294"/>
                    <a:pt x="5337" y="308"/>
                    <a:pt x="5261" y="338"/>
                  </a:cubicBezTo>
                  <a:cubicBezTo>
                    <a:pt x="5186" y="366"/>
                    <a:pt x="5109" y="379"/>
                    <a:pt x="5032" y="379"/>
                  </a:cubicBezTo>
                  <a:cubicBezTo>
                    <a:pt x="4863" y="379"/>
                    <a:pt x="4697" y="314"/>
                    <a:pt x="4571" y="191"/>
                  </a:cubicBezTo>
                  <a:cubicBezTo>
                    <a:pt x="4444" y="64"/>
                    <a:pt x="4278" y="1"/>
                    <a:pt x="411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85"/>
            <p:cNvSpPr/>
            <p:nvPr/>
          </p:nvSpPr>
          <p:spPr>
            <a:xfrm>
              <a:off x="1033093" y="2132752"/>
              <a:ext cx="122668" cy="208767"/>
            </a:xfrm>
            <a:custGeom>
              <a:rect b="b" l="l" r="r" t="t"/>
              <a:pathLst>
                <a:path extrusionOk="0" h="8021" w="4713">
                  <a:moveTo>
                    <a:pt x="601" y="1"/>
                  </a:moveTo>
                  <a:cubicBezTo>
                    <a:pt x="435" y="1"/>
                    <a:pt x="268" y="64"/>
                    <a:pt x="142" y="191"/>
                  </a:cubicBezTo>
                  <a:cubicBezTo>
                    <a:pt x="99" y="229"/>
                    <a:pt x="50" y="268"/>
                    <a:pt x="1" y="296"/>
                  </a:cubicBezTo>
                  <a:cubicBezTo>
                    <a:pt x="98" y="350"/>
                    <a:pt x="207" y="378"/>
                    <a:pt x="317" y="378"/>
                  </a:cubicBezTo>
                  <a:cubicBezTo>
                    <a:pt x="394" y="378"/>
                    <a:pt x="472" y="364"/>
                    <a:pt x="546" y="335"/>
                  </a:cubicBezTo>
                  <a:cubicBezTo>
                    <a:pt x="623" y="306"/>
                    <a:pt x="702" y="292"/>
                    <a:pt x="779" y="292"/>
                  </a:cubicBezTo>
                  <a:cubicBezTo>
                    <a:pt x="1041" y="292"/>
                    <a:pt x="1287" y="450"/>
                    <a:pt x="1387" y="708"/>
                  </a:cubicBezTo>
                  <a:cubicBezTo>
                    <a:pt x="1479" y="947"/>
                    <a:pt x="1704" y="1109"/>
                    <a:pt x="1957" y="1123"/>
                  </a:cubicBezTo>
                  <a:cubicBezTo>
                    <a:pt x="2316" y="1144"/>
                    <a:pt x="2591" y="1447"/>
                    <a:pt x="2573" y="1806"/>
                  </a:cubicBezTo>
                  <a:cubicBezTo>
                    <a:pt x="2562" y="2062"/>
                    <a:pt x="2700" y="2302"/>
                    <a:pt x="2925" y="2418"/>
                  </a:cubicBezTo>
                  <a:cubicBezTo>
                    <a:pt x="3245" y="2583"/>
                    <a:pt x="3372" y="2970"/>
                    <a:pt x="3210" y="3290"/>
                  </a:cubicBezTo>
                  <a:cubicBezTo>
                    <a:pt x="3094" y="3519"/>
                    <a:pt x="3122" y="3797"/>
                    <a:pt x="3284" y="3994"/>
                  </a:cubicBezTo>
                  <a:cubicBezTo>
                    <a:pt x="3509" y="4275"/>
                    <a:pt x="3467" y="4684"/>
                    <a:pt x="3189" y="4909"/>
                  </a:cubicBezTo>
                  <a:cubicBezTo>
                    <a:pt x="2988" y="5071"/>
                    <a:pt x="2904" y="5331"/>
                    <a:pt x="2967" y="5581"/>
                  </a:cubicBezTo>
                  <a:cubicBezTo>
                    <a:pt x="3059" y="5926"/>
                    <a:pt x="2854" y="6281"/>
                    <a:pt x="2513" y="6376"/>
                  </a:cubicBezTo>
                  <a:cubicBezTo>
                    <a:pt x="2263" y="6443"/>
                    <a:pt x="2080" y="6647"/>
                    <a:pt x="2038" y="6900"/>
                  </a:cubicBezTo>
                  <a:cubicBezTo>
                    <a:pt x="1987" y="7218"/>
                    <a:pt x="1713" y="7447"/>
                    <a:pt x="1398" y="7447"/>
                  </a:cubicBezTo>
                  <a:cubicBezTo>
                    <a:pt x="1365" y="7447"/>
                    <a:pt x="1330" y="7444"/>
                    <a:pt x="1296" y="7439"/>
                  </a:cubicBezTo>
                  <a:cubicBezTo>
                    <a:pt x="1263" y="7434"/>
                    <a:pt x="1230" y="7431"/>
                    <a:pt x="1197" y="7431"/>
                  </a:cubicBezTo>
                  <a:cubicBezTo>
                    <a:pt x="979" y="7431"/>
                    <a:pt x="774" y="7540"/>
                    <a:pt x="652" y="7727"/>
                  </a:cubicBezTo>
                  <a:cubicBezTo>
                    <a:pt x="631" y="7759"/>
                    <a:pt x="606" y="7787"/>
                    <a:pt x="581" y="7815"/>
                  </a:cubicBezTo>
                  <a:cubicBezTo>
                    <a:pt x="588" y="7815"/>
                    <a:pt x="594" y="7815"/>
                    <a:pt x="600" y="7815"/>
                  </a:cubicBezTo>
                  <a:cubicBezTo>
                    <a:pt x="727" y="7815"/>
                    <a:pt x="850" y="7850"/>
                    <a:pt x="954" y="7917"/>
                  </a:cubicBezTo>
                  <a:cubicBezTo>
                    <a:pt x="1064" y="7987"/>
                    <a:pt x="1187" y="8021"/>
                    <a:pt x="1308" y="8021"/>
                  </a:cubicBezTo>
                  <a:cubicBezTo>
                    <a:pt x="1519" y="8021"/>
                    <a:pt x="1726" y="7918"/>
                    <a:pt x="1852" y="7727"/>
                  </a:cubicBezTo>
                  <a:cubicBezTo>
                    <a:pt x="1974" y="7540"/>
                    <a:pt x="2179" y="7431"/>
                    <a:pt x="2397" y="7431"/>
                  </a:cubicBezTo>
                  <a:cubicBezTo>
                    <a:pt x="2429" y="7431"/>
                    <a:pt x="2462" y="7434"/>
                    <a:pt x="2496" y="7439"/>
                  </a:cubicBezTo>
                  <a:cubicBezTo>
                    <a:pt x="2530" y="7444"/>
                    <a:pt x="2564" y="7447"/>
                    <a:pt x="2598" y="7447"/>
                  </a:cubicBezTo>
                  <a:cubicBezTo>
                    <a:pt x="2913" y="7447"/>
                    <a:pt x="3187" y="7218"/>
                    <a:pt x="3238" y="6900"/>
                  </a:cubicBezTo>
                  <a:cubicBezTo>
                    <a:pt x="3280" y="6647"/>
                    <a:pt x="3463" y="6443"/>
                    <a:pt x="3713" y="6376"/>
                  </a:cubicBezTo>
                  <a:cubicBezTo>
                    <a:pt x="4058" y="6281"/>
                    <a:pt x="4262" y="5926"/>
                    <a:pt x="4170" y="5581"/>
                  </a:cubicBezTo>
                  <a:cubicBezTo>
                    <a:pt x="4107" y="5331"/>
                    <a:pt x="4191" y="5071"/>
                    <a:pt x="4392" y="4909"/>
                  </a:cubicBezTo>
                  <a:cubicBezTo>
                    <a:pt x="4666" y="4680"/>
                    <a:pt x="4712" y="4275"/>
                    <a:pt x="4487" y="3994"/>
                  </a:cubicBezTo>
                  <a:cubicBezTo>
                    <a:pt x="4325" y="3797"/>
                    <a:pt x="4297" y="3519"/>
                    <a:pt x="4413" y="3290"/>
                  </a:cubicBezTo>
                  <a:cubicBezTo>
                    <a:pt x="4575" y="2970"/>
                    <a:pt x="4448" y="2583"/>
                    <a:pt x="4128" y="2418"/>
                  </a:cubicBezTo>
                  <a:cubicBezTo>
                    <a:pt x="3903" y="2302"/>
                    <a:pt x="3766" y="2062"/>
                    <a:pt x="3776" y="1806"/>
                  </a:cubicBezTo>
                  <a:cubicBezTo>
                    <a:pt x="3794" y="1447"/>
                    <a:pt x="3519" y="1144"/>
                    <a:pt x="3161" y="1123"/>
                  </a:cubicBezTo>
                  <a:cubicBezTo>
                    <a:pt x="2907" y="1109"/>
                    <a:pt x="2682" y="947"/>
                    <a:pt x="2591" y="708"/>
                  </a:cubicBezTo>
                  <a:cubicBezTo>
                    <a:pt x="2490" y="450"/>
                    <a:pt x="2243" y="292"/>
                    <a:pt x="1981" y="292"/>
                  </a:cubicBezTo>
                  <a:cubicBezTo>
                    <a:pt x="1904" y="292"/>
                    <a:pt x="1826" y="306"/>
                    <a:pt x="1750" y="335"/>
                  </a:cubicBezTo>
                  <a:cubicBezTo>
                    <a:pt x="1674" y="364"/>
                    <a:pt x="1594" y="378"/>
                    <a:pt x="1516" y="378"/>
                  </a:cubicBezTo>
                  <a:cubicBezTo>
                    <a:pt x="1347" y="378"/>
                    <a:pt x="1182" y="313"/>
                    <a:pt x="1060" y="191"/>
                  </a:cubicBezTo>
                  <a:cubicBezTo>
                    <a:pt x="933" y="64"/>
                    <a:pt x="767" y="1"/>
                    <a:pt x="601"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85"/>
            <p:cNvSpPr/>
            <p:nvPr/>
          </p:nvSpPr>
          <p:spPr>
            <a:xfrm>
              <a:off x="969820" y="2158207"/>
              <a:ext cx="157831" cy="157727"/>
            </a:xfrm>
            <a:custGeom>
              <a:rect b="b" l="l" r="r" t="t"/>
              <a:pathLst>
                <a:path extrusionOk="0" h="6060" w="6064">
                  <a:moveTo>
                    <a:pt x="3030" y="1"/>
                  </a:moveTo>
                  <a:cubicBezTo>
                    <a:pt x="1359" y="1"/>
                    <a:pt x="1" y="1355"/>
                    <a:pt x="1" y="3030"/>
                  </a:cubicBezTo>
                  <a:cubicBezTo>
                    <a:pt x="1" y="4705"/>
                    <a:pt x="1359" y="6059"/>
                    <a:pt x="3030" y="6059"/>
                  </a:cubicBezTo>
                  <a:cubicBezTo>
                    <a:pt x="4705" y="6059"/>
                    <a:pt x="6063" y="4705"/>
                    <a:pt x="6063" y="3030"/>
                  </a:cubicBezTo>
                  <a:cubicBezTo>
                    <a:pt x="6063" y="1355"/>
                    <a:pt x="4705" y="1"/>
                    <a:pt x="303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85"/>
            <p:cNvSpPr/>
            <p:nvPr/>
          </p:nvSpPr>
          <p:spPr>
            <a:xfrm>
              <a:off x="1033093" y="2158207"/>
              <a:ext cx="98748" cy="157753"/>
            </a:xfrm>
            <a:custGeom>
              <a:rect b="b" l="l" r="r" t="t"/>
              <a:pathLst>
                <a:path extrusionOk="0" h="6061" w="3794">
                  <a:moveTo>
                    <a:pt x="559" y="0"/>
                  </a:moveTo>
                  <a:cubicBezTo>
                    <a:pt x="370" y="0"/>
                    <a:pt x="184" y="21"/>
                    <a:pt x="1" y="60"/>
                  </a:cubicBezTo>
                  <a:cubicBezTo>
                    <a:pt x="1412" y="345"/>
                    <a:pt x="2429" y="1587"/>
                    <a:pt x="2429" y="3030"/>
                  </a:cubicBezTo>
                  <a:cubicBezTo>
                    <a:pt x="2429" y="4469"/>
                    <a:pt x="1412" y="5711"/>
                    <a:pt x="1" y="6000"/>
                  </a:cubicBezTo>
                  <a:cubicBezTo>
                    <a:pt x="204" y="6041"/>
                    <a:pt x="407" y="6061"/>
                    <a:pt x="606" y="6061"/>
                  </a:cubicBezTo>
                  <a:cubicBezTo>
                    <a:pt x="2126" y="6061"/>
                    <a:pt x="3459" y="4910"/>
                    <a:pt x="3614" y="3333"/>
                  </a:cubicBezTo>
                  <a:cubicBezTo>
                    <a:pt x="3794" y="1551"/>
                    <a:pt x="2397" y="1"/>
                    <a:pt x="609" y="1"/>
                  </a:cubicBezTo>
                  <a:cubicBezTo>
                    <a:pt x="607" y="1"/>
                    <a:pt x="605" y="1"/>
                    <a:pt x="603" y="1"/>
                  </a:cubicBezTo>
                  <a:cubicBezTo>
                    <a:pt x="588" y="0"/>
                    <a:pt x="573" y="0"/>
                    <a:pt x="559" y="0"/>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85"/>
            <p:cNvSpPr/>
            <p:nvPr/>
          </p:nvSpPr>
          <p:spPr>
            <a:xfrm>
              <a:off x="877266" y="1990798"/>
              <a:ext cx="340934" cy="355952"/>
            </a:xfrm>
            <a:custGeom>
              <a:rect b="b" l="l" r="r" t="t"/>
              <a:pathLst>
                <a:path extrusionOk="0" h="13676" w="13099">
                  <a:moveTo>
                    <a:pt x="10129" y="399"/>
                  </a:moveTo>
                  <a:lnTo>
                    <a:pt x="7244" y="4431"/>
                  </a:lnTo>
                  <a:lnTo>
                    <a:pt x="6836" y="3861"/>
                  </a:lnTo>
                  <a:lnTo>
                    <a:pt x="9309" y="399"/>
                  </a:lnTo>
                  <a:close/>
                  <a:moveTo>
                    <a:pt x="11435" y="399"/>
                  </a:moveTo>
                  <a:lnTo>
                    <a:pt x="7898" y="5345"/>
                  </a:lnTo>
                  <a:lnTo>
                    <a:pt x="7490" y="4775"/>
                  </a:lnTo>
                  <a:lnTo>
                    <a:pt x="10622" y="402"/>
                  </a:lnTo>
                  <a:lnTo>
                    <a:pt x="11435" y="399"/>
                  </a:lnTo>
                  <a:close/>
                  <a:moveTo>
                    <a:pt x="2624" y="399"/>
                  </a:moveTo>
                  <a:lnTo>
                    <a:pt x="6174" y="5363"/>
                  </a:lnTo>
                  <a:cubicBezTo>
                    <a:pt x="6108" y="5398"/>
                    <a:pt x="6044" y="5448"/>
                    <a:pt x="5988" y="5504"/>
                  </a:cubicBezTo>
                  <a:cubicBezTo>
                    <a:pt x="5903" y="5586"/>
                    <a:pt x="5788" y="5633"/>
                    <a:pt x="5671" y="5633"/>
                  </a:cubicBezTo>
                  <a:cubicBezTo>
                    <a:pt x="5628" y="5633"/>
                    <a:pt x="5584" y="5626"/>
                    <a:pt x="5541" y="5613"/>
                  </a:cubicBezTo>
                  <a:lnTo>
                    <a:pt x="1812" y="399"/>
                  </a:lnTo>
                  <a:close/>
                  <a:moveTo>
                    <a:pt x="3866" y="399"/>
                  </a:moveTo>
                  <a:lnTo>
                    <a:pt x="7606" y="5623"/>
                  </a:lnTo>
                  <a:cubicBezTo>
                    <a:pt x="7575" y="5630"/>
                    <a:pt x="7543" y="5633"/>
                    <a:pt x="7511" y="5633"/>
                  </a:cubicBezTo>
                  <a:cubicBezTo>
                    <a:pt x="7392" y="5633"/>
                    <a:pt x="7277" y="5587"/>
                    <a:pt x="7191" y="5504"/>
                  </a:cubicBezTo>
                  <a:cubicBezTo>
                    <a:pt x="7029" y="5345"/>
                    <a:pt x="6815" y="5258"/>
                    <a:pt x="6593" y="5258"/>
                  </a:cubicBezTo>
                  <a:lnTo>
                    <a:pt x="3117" y="399"/>
                  </a:lnTo>
                  <a:close/>
                  <a:moveTo>
                    <a:pt x="1319" y="399"/>
                  </a:moveTo>
                  <a:lnTo>
                    <a:pt x="5017" y="5571"/>
                  </a:lnTo>
                  <a:cubicBezTo>
                    <a:pt x="4809" y="5620"/>
                    <a:pt x="4626" y="5743"/>
                    <a:pt x="4507" y="5919"/>
                  </a:cubicBezTo>
                  <a:lnTo>
                    <a:pt x="555" y="399"/>
                  </a:lnTo>
                  <a:close/>
                  <a:moveTo>
                    <a:pt x="12620" y="399"/>
                  </a:moveTo>
                  <a:lnTo>
                    <a:pt x="8673" y="5919"/>
                  </a:lnTo>
                  <a:cubicBezTo>
                    <a:pt x="8560" y="5761"/>
                    <a:pt x="8402" y="5645"/>
                    <a:pt x="8219" y="5585"/>
                  </a:cubicBezTo>
                  <a:lnTo>
                    <a:pt x="11931" y="399"/>
                  </a:lnTo>
                  <a:close/>
                  <a:moveTo>
                    <a:pt x="6588" y="5656"/>
                  </a:moveTo>
                  <a:cubicBezTo>
                    <a:pt x="6703" y="5656"/>
                    <a:pt x="6818" y="5699"/>
                    <a:pt x="6906" y="5785"/>
                  </a:cubicBezTo>
                  <a:cubicBezTo>
                    <a:pt x="7071" y="5947"/>
                    <a:pt x="7288" y="6033"/>
                    <a:pt x="7510" y="6033"/>
                  </a:cubicBezTo>
                  <a:cubicBezTo>
                    <a:pt x="7611" y="6033"/>
                    <a:pt x="7713" y="6015"/>
                    <a:pt x="7811" y="5979"/>
                  </a:cubicBezTo>
                  <a:cubicBezTo>
                    <a:pt x="7863" y="5959"/>
                    <a:pt x="7917" y="5949"/>
                    <a:pt x="7970" y="5949"/>
                  </a:cubicBezTo>
                  <a:cubicBezTo>
                    <a:pt x="8151" y="5949"/>
                    <a:pt x="8320" y="6059"/>
                    <a:pt x="8391" y="6236"/>
                  </a:cubicBezTo>
                  <a:cubicBezTo>
                    <a:pt x="8398" y="6253"/>
                    <a:pt x="8405" y="6267"/>
                    <a:pt x="8412" y="6281"/>
                  </a:cubicBezTo>
                  <a:cubicBezTo>
                    <a:pt x="8461" y="6415"/>
                    <a:pt x="8553" y="6528"/>
                    <a:pt x="8673" y="6605"/>
                  </a:cubicBezTo>
                  <a:cubicBezTo>
                    <a:pt x="8806" y="6707"/>
                    <a:pt x="8968" y="6770"/>
                    <a:pt x="9137" y="6781"/>
                  </a:cubicBezTo>
                  <a:cubicBezTo>
                    <a:pt x="9383" y="6795"/>
                    <a:pt x="9573" y="7006"/>
                    <a:pt x="9563" y="7252"/>
                  </a:cubicBezTo>
                  <a:cubicBezTo>
                    <a:pt x="9545" y="7587"/>
                    <a:pt x="9728" y="7900"/>
                    <a:pt x="10024" y="8051"/>
                  </a:cubicBezTo>
                  <a:cubicBezTo>
                    <a:pt x="10245" y="8167"/>
                    <a:pt x="10330" y="8435"/>
                    <a:pt x="10221" y="8656"/>
                  </a:cubicBezTo>
                  <a:cubicBezTo>
                    <a:pt x="10069" y="8955"/>
                    <a:pt x="10108" y="9314"/>
                    <a:pt x="10316" y="9575"/>
                  </a:cubicBezTo>
                  <a:cubicBezTo>
                    <a:pt x="10470" y="9768"/>
                    <a:pt x="10442" y="10050"/>
                    <a:pt x="10249" y="10208"/>
                  </a:cubicBezTo>
                  <a:cubicBezTo>
                    <a:pt x="9992" y="10419"/>
                    <a:pt x="9879" y="10764"/>
                    <a:pt x="9964" y="11088"/>
                  </a:cubicBezTo>
                  <a:cubicBezTo>
                    <a:pt x="10027" y="11327"/>
                    <a:pt x="9886" y="11573"/>
                    <a:pt x="9647" y="11636"/>
                  </a:cubicBezTo>
                  <a:cubicBezTo>
                    <a:pt x="9323" y="11728"/>
                    <a:pt x="9084" y="11995"/>
                    <a:pt x="9031" y="12323"/>
                  </a:cubicBezTo>
                  <a:cubicBezTo>
                    <a:pt x="8993" y="12545"/>
                    <a:pt x="8803" y="12701"/>
                    <a:pt x="8588" y="12701"/>
                  </a:cubicBezTo>
                  <a:cubicBezTo>
                    <a:pt x="8565" y="12701"/>
                    <a:pt x="8541" y="12699"/>
                    <a:pt x="8518" y="12696"/>
                  </a:cubicBezTo>
                  <a:cubicBezTo>
                    <a:pt x="8475" y="12689"/>
                    <a:pt x="8433" y="12686"/>
                    <a:pt x="8391" y="12686"/>
                  </a:cubicBezTo>
                  <a:cubicBezTo>
                    <a:pt x="8105" y="12686"/>
                    <a:pt x="7833" y="12830"/>
                    <a:pt x="7673" y="13072"/>
                  </a:cubicBezTo>
                  <a:cubicBezTo>
                    <a:pt x="7586" y="13205"/>
                    <a:pt x="7440" y="13277"/>
                    <a:pt x="7293" y="13277"/>
                  </a:cubicBezTo>
                  <a:cubicBezTo>
                    <a:pt x="7209" y="13277"/>
                    <a:pt x="7125" y="13254"/>
                    <a:pt x="7051" y="13206"/>
                  </a:cubicBezTo>
                  <a:cubicBezTo>
                    <a:pt x="6910" y="13114"/>
                    <a:pt x="6749" y="13068"/>
                    <a:pt x="6588" y="13068"/>
                  </a:cubicBezTo>
                  <a:cubicBezTo>
                    <a:pt x="6427" y="13068"/>
                    <a:pt x="6266" y="13114"/>
                    <a:pt x="6125" y="13206"/>
                  </a:cubicBezTo>
                  <a:cubicBezTo>
                    <a:pt x="6050" y="13254"/>
                    <a:pt x="5966" y="13277"/>
                    <a:pt x="5883" y="13277"/>
                  </a:cubicBezTo>
                  <a:cubicBezTo>
                    <a:pt x="5735" y="13277"/>
                    <a:pt x="5590" y="13205"/>
                    <a:pt x="5502" y="13072"/>
                  </a:cubicBezTo>
                  <a:cubicBezTo>
                    <a:pt x="5343" y="12830"/>
                    <a:pt x="5071" y="12686"/>
                    <a:pt x="4787" y="12686"/>
                  </a:cubicBezTo>
                  <a:cubicBezTo>
                    <a:pt x="4745" y="12686"/>
                    <a:pt x="4703" y="12689"/>
                    <a:pt x="4661" y="12696"/>
                  </a:cubicBezTo>
                  <a:cubicBezTo>
                    <a:pt x="4637" y="12699"/>
                    <a:pt x="4614" y="12701"/>
                    <a:pt x="4590" y="12701"/>
                  </a:cubicBezTo>
                  <a:cubicBezTo>
                    <a:pt x="4372" y="12701"/>
                    <a:pt x="4182" y="12545"/>
                    <a:pt x="4144" y="12323"/>
                  </a:cubicBezTo>
                  <a:cubicBezTo>
                    <a:pt x="4091" y="11995"/>
                    <a:pt x="3852" y="11724"/>
                    <a:pt x="3529" y="11636"/>
                  </a:cubicBezTo>
                  <a:cubicBezTo>
                    <a:pt x="3289" y="11573"/>
                    <a:pt x="3149" y="11327"/>
                    <a:pt x="3212" y="11088"/>
                  </a:cubicBezTo>
                  <a:cubicBezTo>
                    <a:pt x="3296" y="10764"/>
                    <a:pt x="3187" y="10419"/>
                    <a:pt x="2927" y="10208"/>
                  </a:cubicBezTo>
                  <a:cubicBezTo>
                    <a:pt x="2737" y="10050"/>
                    <a:pt x="2705" y="9768"/>
                    <a:pt x="2860" y="9575"/>
                  </a:cubicBezTo>
                  <a:cubicBezTo>
                    <a:pt x="3068" y="9314"/>
                    <a:pt x="3106" y="8955"/>
                    <a:pt x="2959" y="8656"/>
                  </a:cubicBezTo>
                  <a:cubicBezTo>
                    <a:pt x="2846" y="8435"/>
                    <a:pt x="2934" y="8164"/>
                    <a:pt x="3152" y="8051"/>
                  </a:cubicBezTo>
                  <a:cubicBezTo>
                    <a:pt x="3451" y="7900"/>
                    <a:pt x="3631" y="7587"/>
                    <a:pt x="3613" y="7252"/>
                  </a:cubicBezTo>
                  <a:cubicBezTo>
                    <a:pt x="3602" y="7006"/>
                    <a:pt x="3792" y="6795"/>
                    <a:pt x="4039" y="6781"/>
                  </a:cubicBezTo>
                  <a:cubicBezTo>
                    <a:pt x="4299" y="6763"/>
                    <a:pt x="4538" y="6633"/>
                    <a:pt x="4686" y="6422"/>
                  </a:cubicBezTo>
                  <a:lnTo>
                    <a:pt x="4697" y="6408"/>
                  </a:lnTo>
                  <a:cubicBezTo>
                    <a:pt x="4732" y="6355"/>
                    <a:pt x="4764" y="6299"/>
                    <a:pt x="4788" y="6236"/>
                  </a:cubicBezTo>
                  <a:cubicBezTo>
                    <a:pt x="4856" y="6059"/>
                    <a:pt x="5027" y="5949"/>
                    <a:pt x="5208" y="5949"/>
                  </a:cubicBezTo>
                  <a:cubicBezTo>
                    <a:pt x="5262" y="5949"/>
                    <a:pt x="5316" y="5959"/>
                    <a:pt x="5369" y="5979"/>
                  </a:cubicBezTo>
                  <a:cubicBezTo>
                    <a:pt x="5467" y="6015"/>
                    <a:pt x="5568" y="6033"/>
                    <a:pt x="5669" y="6033"/>
                  </a:cubicBezTo>
                  <a:cubicBezTo>
                    <a:pt x="5891" y="6033"/>
                    <a:pt x="6107" y="5947"/>
                    <a:pt x="6269" y="5785"/>
                  </a:cubicBezTo>
                  <a:cubicBezTo>
                    <a:pt x="6357" y="5699"/>
                    <a:pt x="6473" y="5656"/>
                    <a:pt x="6588" y="5656"/>
                  </a:cubicBezTo>
                  <a:close/>
                  <a:moveTo>
                    <a:pt x="12745" y="1"/>
                  </a:moveTo>
                  <a:cubicBezTo>
                    <a:pt x="12742" y="1"/>
                    <a:pt x="12739" y="1"/>
                    <a:pt x="12736" y="1"/>
                  </a:cubicBezTo>
                  <a:lnTo>
                    <a:pt x="9278" y="1"/>
                  </a:lnTo>
                  <a:cubicBezTo>
                    <a:pt x="9169" y="1"/>
                    <a:pt x="9067" y="54"/>
                    <a:pt x="9000" y="142"/>
                  </a:cubicBezTo>
                  <a:lnTo>
                    <a:pt x="6590" y="3512"/>
                  </a:lnTo>
                  <a:lnTo>
                    <a:pt x="4176" y="142"/>
                  </a:lnTo>
                  <a:cubicBezTo>
                    <a:pt x="4113" y="54"/>
                    <a:pt x="4007" y="1"/>
                    <a:pt x="3898" y="1"/>
                  </a:cubicBezTo>
                  <a:lnTo>
                    <a:pt x="439" y="1"/>
                  </a:lnTo>
                  <a:cubicBezTo>
                    <a:pt x="438" y="1"/>
                    <a:pt x="436" y="1"/>
                    <a:pt x="435" y="1"/>
                  </a:cubicBezTo>
                  <a:cubicBezTo>
                    <a:pt x="160" y="1"/>
                    <a:pt x="0" y="315"/>
                    <a:pt x="161" y="539"/>
                  </a:cubicBezTo>
                  <a:lnTo>
                    <a:pt x="4271" y="6281"/>
                  </a:lnTo>
                  <a:cubicBezTo>
                    <a:pt x="4201" y="6341"/>
                    <a:pt x="4109" y="6373"/>
                    <a:pt x="4018" y="6380"/>
                  </a:cubicBezTo>
                  <a:cubicBezTo>
                    <a:pt x="3550" y="6408"/>
                    <a:pt x="3191" y="6806"/>
                    <a:pt x="3212" y="7274"/>
                  </a:cubicBezTo>
                  <a:cubicBezTo>
                    <a:pt x="3222" y="7450"/>
                    <a:pt x="3127" y="7615"/>
                    <a:pt x="2969" y="7696"/>
                  </a:cubicBezTo>
                  <a:cubicBezTo>
                    <a:pt x="2554" y="7910"/>
                    <a:pt x="2389" y="8421"/>
                    <a:pt x="2596" y="8839"/>
                  </a:cubicBezTo>
                  <a:cubicBezTo>
                    <a:pt x="2677" y="8998"/>
                    <a:pt x="2656" y="9188"/>
                    <a:pt x="2547" y="9325"/>
                  </a:cubicBezTo>
                  <a:cubicBezTo>
                    <a:pt x="2255" y="9691"/>
                    <a:pt x="2311" y="10222"/>
                    <a:pt x="2674" y="10518"/>
                  </a:cubicBezTo>
                  <a:cubicBezTo>
                    <a:pt x="2807" y="10630"/>
                    <a:pt x="2867" y="10813"/>
                    <a:pt x="2825" y="10982"/>
                  </a:cubicBezTo>
                  <a:cubicBezTo>
                    <a:pt x="2705" y="11436"/>
                    <a:pt x="2973" y="11897"/>
                    <a:pt x="3426" y="12024"/>
                  </a:cubicBezTo>
                  <a:cubicBezTo>
                    <a:pt x="3595" y="12069"/>
                    <a:pt x="3722" y="12210"/>
                    <a:pt x="3754" y="12386"/>
                  </a:cubicBezTo>
                  <a:cubicBezTo>
                    <a:pt x="3824" y="12803"/>
                    <a:pt x="4185" y="13099"/>
                    <a:pt x="4595" y="13099"/>
                  </a:cubicBezTo>
                  <a:cubicBezTo>
                    <a:pt x="4638" y="13099"/>
                    <a:pt x="4681" y="13096"/>
                    <a:pt x="4725" y="13090"/>
                  </a:cubicBezTo>
                  <a:cubicBezTo>
                    <a:pt x="4746" y="13087"/>
                    <a:pt x="4768" y="13085"/>
                    <a:pt x="4789" y="13085"/>
                  </a:cubicBezTo>
                  <a:cubicBezTo>
                    <a:pt x="4942" y="13085"/>
                    <a:pt x="5085" y="13161"/>
                    <a:pt x="5168" y="13294"/>
                  </a:cubicBezTo>
                  <a:cubicBezTo>
                    <a:pt x="5334" y="13540"/>
                    <a:pt x="5606" y="13676"/>
                    <a:pt x="5883" y="13676"/>
                  </a:cubicBezTo>
                  <a:cubicBezTo>
                    <a:pt x="6041" y="13676"/>
                    <a:pt x="6200" y="13632"/>
                    <a:pt x="6343" y="13540"/>
                  </a:cubicBezTo>
                  <a:cubicBezTo>
                    <a:pt x="6417" y="13492"/>
                    <a:pt x="6503" y="13469"/>
                    <a:pt x="6588" y="13469"/>
                  </a:cubicBezTo>
                  <a:cubicBezTo>
                    <a:pt x="6673" y="13469"/>
                    <a:pt x="6758" y="13492"/>
                    <a:pt x="6832" y="13540"/>
                  </a:cubicBezTo>
                  <a:cubicBezTo>
                    <a:pt x="6975" y="13632"/>
                    <a:pt x="7135" y="13676"/>
                    <a:pt x="7293" y="13676"/>
                  </a:cubicBezTo>
                  <a:cubicBezTo>
                    <a:pt x="7571" y="13676"/>
                    <a:pt x="7844" y="13540"/>
                    <a:pt x="8008" y="13294"/>
                  </a:cubicBezTo>
                  <a:cubicBezTo>
                    <a:pt x="8090" y="13163"/>
                    <a:pt x="8232" y="13087"/>
                    <a:pt x="8383" y="13087"/>
                  </a:cubicBezTo>
                  <a:cubicBezTo>
                    <a:pt x="8407" y="13087"/>
                    <a:pt x="8430" y="13089"/>
                    <a:pt x="8454" y="13093"/>
                  </a:cubicBezTo>
                  <a:cubicBezTo>
                    <a:pt x="8498" y="13100"/>
                    <a:pt x="8541" y="13103"/>
                    <a:pt x="8584" y="13103"/>
                  </a:cubicBezTo>
                  <a:cubicBezTo>
                    <a:pt x="8994" y="13103"/>
                    <a:pt x="9355" y="12807"/>
                    <a:pt x="9425" y="12389"/>
                  </a:cubicBezTo>
                  <a:cubicBezTo>
                    <a:pt x="9454" y="12213"/>
                    <a:pt x="9584" y="12073"/>
                    <a:pt x="9753" y="12024"/>
                  </a:cubicBezTo>
                  <a:cubicBezTo>
                    <a:pt x="10203" y="11900"/>
                    <a:pt x="10470" y="11436"/>
                    <a:pt x="10354" y="10986"/>
                  </a:cubicBezTo>
                  <a:cubicBezTo>
                    <a:pt x="10309" y="10813"/>
                    <a:pt x="10368" y="10634"/>
                    <a:pt x="10506" y="10521"/>
                  </a:cubicBezTo>
                  <a:cubicBezTo>
                    <a:pt x="10865" y="10222"/>
                    <a:pt x="10921" y="9691"/>
                    <a:pt x="10629" y="9325"/>
                  </a:cubicBezTo>
                  <a:cubicBezTo>
                    <a:pt x="10520" y="9188"/>
                    <a:pt x="10499" y="8998"/>
                    <a:pt x="10580" y="8839"/>
                  </a:cubicBezTo>
                  <a:cubicBezTo>
                    <a:pt x="10791" y="8421"/>
                    <a:pt x="10625" y="7910"/>
                    <a:pt x="10207" y="7696"/>
                  </a:cubicBezTo>
                  <a:cubicBezTo>
                    <a:pt x="10052" y="7615"/>
                    <a:pt x="9957" y="7450"/>
                    <a:pt x="9964" y="7274"/>
                  </a:cubicBezTo>
                  <a:cubicBezTo>
                    <a:pt x="9985" y="6806"/>
                    <a:pt x="9626" y="6405"/>
                    <a:pt x="9158" y="6380"/>
                  </a:cubicBezTo>
                  <a:cubicBezTo>
                    <a:pt x="9067" y="6373"/>
                    <a:pt x="8975" y="6341"/>
                    <a:pt x="8901" y="6281"/>
                  </a:cubicBezTo>
                  <a:lnTo>
                    <a:pt x="13014" y="539"/>
                  </a:lnTo>
                  <a:cubicBezTo>
                    <a:pt x="13088" y="434"/>
                    <a:pt x="13099" y="296"/>
                    <a:pt x="13039" y="184"/>
                  </a:cubicBezTo>
                  <a:cubicBezTo>
                    <a:pt x="12984" y="74"/>
                    <a:pt x="12872" y="1"/>
                    <a:pt x="12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85"/>
            <p:cNvSpPr/>
            <p:nvPr/>
          </p:nvSpPr>
          <p:spPr>
            <a:xfrm>
              <a:off x="965057" y="2152923"/>
              <a:ext cx="167149" cy="77640"/>
            </a:xfrm>
            <a:custGeom>
              <a:rect b="b" l="l" r="r" t="t"/>
              <a:pathLst>
                <a:path extrusionOk="0" h="2983" w="6422">
                  <a:moveTo>
                    <a:pt x="3217" y="1"/>
                  </a:moveTo>
                  <a:cubicBezTo>
                    <a:pt x="2451" y="1"/>
                    <a:pt x="1697" y="274"/>
                    <a:pt x="1102" y="791"/>
                  </a:cubicBezTo>
                  <a:cubicBezTo>
                    <a:pt x="521" y="1291"/>
                    <a:pt x="141" y="1984"/>
                    <a:pt x="25" y="2740"/>
                  </a:cubicBezTo>
                  <a:cubicBezTo>
                    <a:pt x="1" y="2853"/>
                    <a:pt x="75" y="2962"/>
                    <a:pt x="191" y="2980"/>
                  </a:cubicBezTo>
                  <a:cubicBezTo>
                    <a:pt x="201" y="2981"/>
                    <a:pt x="211" y="2982"/>
                    <a:pt x="222" y="2982"/>
                  </a:cubicBezTo>
                  <a:cubicBezTo>
                    <a:pt x="322" y="2982"/>
                    <a:pt x="410" y="2906"/>
                    <a:pt x="419" y="2800"/>
                  </a:cubicBezTo>
                  <a:cubicBezTo>
                    <a:pt x="634" y="1421"/>
                    <a:pt x="1820" y="404"/>
                    <a:pt x="3217" y="404"/>
                  </a:cubicBezTo>
                  <a:cubicBezTo>
                    <a:pt x="4613" y="404"/>
                    <a:pt x="5799" y="1421"/>
                    <a:pt x="6014" y="2800"/>
                  </a:cubicBezTo>
                  <a:cubicBezTo>
                    <a:pt x="6037" y="2909"/>
                    <a:pt x="6122" y="2959"/>
                    <a:pt x="6207" y="2959"/>
                  </a:cubicBezTo>
                  <a:cubicBezTo>
                    <a:pt x="6314" y="2959"/>
                    <a:pt x="6422" y="2880"/>
                    <a:pt x="6408" y="2740"/>
                  </a:cubicBezTo>
                  <a:cubicBezTo>
                    <a:pt x="6232" y="1579"/>
                    <a:pt x="5433" y="605"/>
                    <a:pt x="4332" y="200"/>
                  </a:cubicBezTo>
                  <a:cubicBezTo>
                    <a:pt x="3969" y="66"/>
                    <a:pt x="3592" y="1"/>
                    <a:pt x="3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85"/>
            <p:cNvSpPr/>
            <p:nvPr/>
          </p:nvSpPr>
          <p:spPr>
            <a:xfrm>
              <a:off x="964849" y="2243785"/>
              <a:ext cx="167461" cy="77380"/>
            </a:xfrm>
            <a:custGeom>
              <a:rect b="b" l="l" r="r" t="t"/>
              <a:pathLst>
                <a:path extrusionOk="0" h="2973" w="6434">
                  <a:moveTo>
                    <a:pt x="232" y="1"/>
                  </a:moveTo>
                  <a:cubicBezTo>
                    <a:pt x="117" y="1"/>
                    <a:pt x="0" y="89"/>
                    <a:pt x="33" y="242"/>
                  </a:cubicBezTo>
                  <a:cubicBezTo>
                    <a:pt x="279" y="1816"/>
                    <a:pt x="1630" y="2972"/>
                    <a:pt x="3221" y="2972"/>
                  </a:cubicBezTo>
                  <a:cubicBezTo>
                    <a:pt x="3223" y="2972"/>
                    <a:pt x="3226" y="2972"/>
                    <a:pt x="3228" y="2972"/>
                  </a:cubicBezTo>
                  <a:cubicBezTo>
                    <a:pt x="4822" y="2972"/>
                    <a:pt x="6173" y="1807"/>
                    <a:pt x="6416" y="231"/>
                  </a:cubicBezTo>
                  <a:cubicBezTo>
                    <a:pt x="6433" y="122"/>
                    <a:pt x="6360" y="20"/>
                    <a:pt x="6247" y="6"/>
                  </a:cubicBezTo>
                  <a:cubicBezTo>
                    <a:pt x="6236" y="4"/>
                    <a:pt x="6225" y="3"/>
                    <a:pt x="6215" y="3"/>
                  </a:cubicBezTo>
                  <a:cubicBezTo>
                    <a:pt x="6119" y="3"/>
                    <a:pt x="6034" y="73"/>
                    <a:pt x="6022" y="171"/>
                  </a:cubicBezTo>
                  <a:cubicBezTo>
                    <a:pt x="5807" y="1551"/>
                    <a:pt x="4621" y="2567"/>
                    <a:pt x="3228" y="2571"/>
                  </a:cubicBezTo>
                  <a:cubicBezTo>
                    <a:pt x="1831" y="2571"/>
                    <a:pt x="646" y="1558"/>
                    <a:pt x="427" y="182"/>
                  </a:cubicBezTo>
                  <a:cubicBezTo>
                    <a:pt x="415" y="57"/>
                    <a:pt x="324"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85"/>
            <p:cNvSpPr/>
            <p:nvPr/>
          </p:nvSpPr>
          <p:spPr>
            <a:xfrm>
              <a:off x="1033093" y="2201595"/>
              <a:ext cx="19364" cy="71029"/>
            </a:xfrm>
            <a:custGeom>
              <a:rect b="b" l="l" r="r" t="t"/>
              <a:pathLst>
                <a:path extrusionOk="0" h="2729" w="744">
                  <a:moveTo>
                    <a:pt x="556" y="1"/>
                  </a:moveTo>
                  <a:cubicBezTo>
                    <a:pt x="521" y="1"/>
                    <a:pt x="488" y="15"/>
                    <a:pt x="465" y="40"/>
                  </a:cubicBezTo>
                  <a:lnTo>
                    <a:pt x="78" y="413"/>
                  </a:lnTo>
                  <a:cubicBezTo>
                    <a:pt x="29" y="448"/>
                    <a:pt x="1" y="505"/>
                    <a:pt x="1" y="564"/>
                  </a:cubicBezTo>
                  <a:cubicBezTo>
                    <a:pt x="1" y="645"/>
                    <a:pt x="54" y="726"/>
                    <a:pt x="131" y="726"/>
                  </a:cubicBezTo>
                  <a:cubicBezTo>
                    <a:pt x="163" y="723"/>
                    <a:pt x="191" y="712"/>
                    <a:pt x="216" y="688"/>
                  </a:cubicBezTo>
                  <a:lnTo>
                    <a:pt x="346" y="526"/>
                  </a:lnTo>
                  <a:lnTo>
                    <a:pt x="346" y="2595"/>
                  </a:lnTo>
                  <a:cubicBezTo>
                    <a:pt x="346" y="2682"/>
                    <a:pt x="448" y="2728"/>
                    <a:pt x="543" y="2728"/>
                  </a:cubicBezTo>
                  <a:cubicBezTo>
                    <a:pt x="641" y="2728"/>
                    <a:pt x="743" y="2682"/>
                    <a:pt x="743" y="2595"/>
                  </a:cubicBezTo>
                  <a:lnTo>
                    <a:pt x="743" y="132"/>
                  </a:lnTo>
                  <a:cubicBezTo>
                    <a:pt x="743" y="47"/>
                    <a:pt x="648" y="1"/>
                    <a:pt x="567" y="1"/>
                  </a:cubicBezTo>
                  <a:cubicBezTo>
                    <a:pt x="564" y="1"/>
                    <a:pt x="560" y="1"/>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6" name="Google Shape;17386;p85"/>
          <p:cNvGrpSpPr/>
          <p:nvPr/>
        </p:nvGrpSpPr>
        <p:grpSpPr>
          <a:xfrm>
            <a:off x="6523907" y="2422490"/>
            <a:ext cx="400928" cy="375603"/>
            <a:chOff x="6523907" y="2422490"/>
            <a:chExt cx="400928" cy="375603"/>
          </a:xfrm>
        </p:grpSpPr>
        <p:sp>
          <p:nvSpPr>
            <p:cNvPr id="17387" name="Google Shape;17387;p85"/>
            <p:cNvSpPr/>
            <p:nvPr/>
          </p:nvSpPr>
          <p:spPr>
            <a:xfrm>
              <a:off x="6529841" y="2504373"/>
              <a:ext cx="389137" cy="287838"/>
            </a:xfrm>
            <a:custGeom>
              <a:rect b="b" l="l" r="r" t="t"/>
              <a:pathLst>
                <a:path extrusionOk="0" h="11059" w="14951">
                  <a:moveTo>
                    <a:pt x="1127" y="0"/>
                  </a:moveTo>
                  <a:cubicBezTo>
                    <a:pt x="504" y="0"/>
                    <a:pt x="1" y="507"/>
                    <a:pt x="1" y="1130"/>
                  </a:cubicBezTo>
                  <a:lnTo>
                    <a:pt x="1" y="9930"/>
                  </a:lnTo>
                  <a:cubicBezTo>
                    <a:pt x="1" y="10552"/>
                    <a:pt x="504" y="11059"/>
                    <a:pt x="1127" y="11059"/>
                  </a:cubicBezTo>
                  <a:lnTo>
                    <a:pt x="13821" y="11059"/>
                  </a:lnTo>
                  <a:cubicBezTo>
                    <a:pt x="14444" y="11059"/>
                    <a:pt x="14947" y="10552"/>
                    <a:pt x="14951" y="9930"/>
                  </a:cubicBezTo>
                  <a:lnTo>
                    <a:pt x="14951" y="1130"/>
                  </a:lnTo>
                  <a:cubicBezTo>
                    <a:pt x="14947" y="507"/>
                    <a:pt x="14444" y="0"/>
                    <a:pt x="1382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85"/>
            <p:cNvSpPr/>
            <p:nvPr/>
          </p:nvSpPr>
          <p:spPr>
            <a:xfrm>
              <a:off x="6529763" y="2504373"/>
              <a:ext cx="194634" cy="287838"/>
            </a:xfrm>
            <a:custGeom>
              <a:rect b="b" l="l" r="r" t="t"/>
              <a:pathLst>
                <a:path extrusionOk="0" h="11059" w="7478">
                  <a:moveTo>
                    <a:pt x="1105" y="0"/>
                  </a:moveTo>
                  <a:cubicBezTo>
                    <a:pt x="496" y="0"/>
                    <a:pt x="0" y="507"/>
                    <a:pt x="0" y="1130"/>
                  </a:cubicBezTo>
                  <a:lnTo>
                    <a:pt x="0" y="9930"/>
                  </a:lnTo>
                  <a:cubicBezTo>
                    <a:pt x="0" y="10552"/>
                    <a:pt x="496" y="11059"/>
                    <a:pt x="1105" y="11059"/>
                  </a:cubicBezTo>
                  <a:lnTo>
                    <a:pt x="7477" y="11059"/>
                  </a:lnTo>
                  <a:lnTo>
                    <a:pt x="747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85"/>
            <p:cNvSpPr/>
            <p:nvPr/>
          </p:nvSpPr>
          <p:spPr>
            <a:xfrm>
              <a:off x="6563546" y="2538156"/>
              <a:ext cx="321648" cy="220271"/>
            </a:xfrm>
            <a:custGeom>
              <a:rect b="b" l="l" r="r" t="t"/>
              <a:pathLst>
                <a:path extrusionOk="0" h="8463" w="12358">
                  <a:moveTo>
                    <a:pt x="300" y="1"/>
                  </a:moveTo>
                  <a:cubicBezTo>
                    <a:pt x="134" y="1"/>
                    <a:pt x="1" y="134"/>
                    <a:pt x="1" y="300"/>
                  </a:cubicBezTo>
                  <a:lnTo>
                    <a:pt x="1" y="8164"/>
                  </a:lnTo>
                  <a:cubicBezTo>
                    <a:pt x="1" y="8329"/>
                    <a:pt x="134" y="8463"/>
                    <a:pt x="300" y="8463"/>
                  </a:cubicBezTo>
                  <a:lnTo>
                    <a:pt x="12055" y="8463"/>
                  </a:lnTo>
                  <a:cubicBezTo>
                    <a:pt x="12220" y="8463"/>
                    <a:pt x="12358" y="8329"/>
                    <a:pt x="12358" y="8164"/>
                  </a:cubicBezTo>
                  <a:lnTo>
                    <a:pt x="12358" y="300"/>
                  </a:lnTo>
                  <a:cubicBezTo>
                    <a:pt x="12358" y="134"/>
                    <a:pt x="12220" y="1"/>
                    <a:pt x="12055"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85"/>
            <p:cNvSpPr/>
            <p:nvPr/>
          </p:nvSpPr>
          <p:spPr>
            <a:xfrm>
              <a:off x="6563546" y="2538156"/>
              <a:ext cx="160850" cy="220271"/>
            </a:xfrm>
            <a:custGeom>
              <a:rect b="b" l="l" r="r" t="t"/>
              <a:pathLst>
                <a:path extrusionOk="0" h="8463" w="6180">
                  <a:moveTo>
                    <a:pt x="293" y="1"/>
                  </a:moveTo>
                  <a:cubicBezTo>
                    <a:pt x="131" y="1"/>
                    <a:pt x="1" y="138"/>
                    <a:pt x="1" y="300"/>
                  </a:cubicBezTo>
                  <a:lnTo>
                    <a:pt x="1" y="8164"/>
                  </a:lnTo>
                  <a:cubicBezTo>
                    <a:pt x="1" y="8329"/>
                    <a:pt x="131" y="8463"/>
                    <a:pt x="293" y="8463"/>
                  </a:cubicBezTo>
                  <a:lnTo>
                    <a:pt x="6179" y="8463"/>
                  </a:lnTo>
                  <a:lnTo>
                    <a:pt x="6179"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85"/>
            <p:cNvSpPr/>
            <p:nvPr/>
          </p:nvSpPr>
          <p:spPr>
            <a:xfrm>
              <a:off x="6647980" y="2428451"/>
              <a:ext cx="152781" cy="127509"/>
            </a:xfrm>
            <a:custGeom>
              <a:rect b="b" l="l" r="r" t="t"/>
              <a:pathLst>
                <a:path extrusionOk="0" h="4899" w="5870">
                  <a:moveTo>
                    <a:pt x="2492" y="1"/>
                  </a:moveTo>
                  <a:cubicBezTo>
                    <a:pt x="1830" y="1"/>
                    <a:pt x="1299" y="535"/>
                    <a:pt x="1295" y="1193"/>
                  </a:cubicBezTo>
                  <a:lnTo>
                    <a:pt x="1295" y="1756"/>
                  </a:lnTo>
                  <a:cubicBezTo>
                    <a:pt x="1295" y="2038"/>
                    <a:pt x="1063" y="2270"/>
                    <a:pt x="778" y="2270"/>
                  </a:cubicBezTo>
                  <a:lnTo>
                    <a:pt x="550" y="2270"/>
                  </a:lnTo>
                  <a:cubicBezTo>
                    <a:pt x="247" y="2270"/>
                    <a:pt x="1" y="2516"/>
                    <a:pt x="1" y="2819"/>
                  </a:cubicBezTo>
                  <a:lnTo>
                    <a:pt x="1" y="4346"/>
                  </a:lnTo>
                  <a:cubicBezTo>
                    <a:pt x="1" y="4649"/>
                    <a:pt x="247" y="4895"/>
                    <a:pt x="550" y="4895"/>
                  </a:cubicBezTo>
                  <a:lnTo>
                    <a:pt x="550" y="4898"/>
                  </a:lnTo>
                  <a:lnTo>
                    <a:pt x="5321" y="4898"/>
                  </a:lnTo>
                  <a:cubicBezTo>
                    <a:pt x="5623" y="4898"/>
                    <a:pt x="5869" y="4652"/>
                    <a:pt x="5869" y="4349"/>
                  </a:cubicBezTo>
                  <a:lnTo>
                    <a:pt x="5869" y="2822"/>
                  </a:lnTo>
                  <a:cubicBezTo>
                    <a:pt x="5869" y="2516"/>
                    <a:pt x="5623" y="2274"/>
                    <a:pt x="5321" y="2274"/>
                  </a:cubicBezTo>
                  <a:lnTo>
                    <a:pt x="5088" y="2274"/>
                  </a:lnTo>
                  <a:cubicBezTo>
                    <a:pt x="4803" y="2270"/>
                    <a:pt x="4571" y="2041"/>
                    <a:pt x="4571" y="1756"/>
                  </a:cubicBezTo>
                  <a:lnTo>
                    <a:pt x="4571" y="1193"/>
                  </a:lnTo>
                  <a:cubicBezTo>
                    <a:pt x="4571" y="535"/>
                    <a:pt x="4036" y="1"/>
                    <a:pt x="337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85"/>
            <p:cNvSpPr/>
            <p:nvPr/>
          </p:nvSpPr>
          <p:spPr>
            <a:xfrm>
              <a:off x="6637829" y="2671495"/>
              <a:ext cx="44429" cy="38052"/>
            </a:xfrm>
            <a:custGeom>
              <a:rect b="b" l="l" r="r" t="t"/>
              <a:pathLst>
                <a:path extrusionOk="0" h="1462" w="1707">
                  <a:moveTo>
                    <a:pt x="732" y="1"/>
                  </a:moveTo>
                  <a:cubicBezTo>
                    <a:pt x="327" y="1"/>
                    <a:pt x="4" y="328"/>
                    <a:pt x="0" y="729"/>
                  </a:cubicBezTo>
                  <a:cubicBezTo>
                    <a:pt x="0" y="1169"/>
                    <a:pt x="360" y="1462"/>
                    <a:pt x="735" y="1462"/>
                  </a:cubicBezTo>
                  <a:cubicBezTo>
                    <a:pt x="914" y="1462"/>
                    <a:pt x="1097" y="1395"/>
                    <a:pt x="1246" y="1246"/>
                  </a:cubicBezTo>
                  <a:cubicBezTo>
                    <a:pt x="1707" y="789"/>
                    <a:pt x="1379" y="1"/>
                    <a:pt x="732"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85"/>
            <p:cNvSpPr/>
            <p:nvPr/>
          </p:nvSpPr>
          <p:spPr>
            <a:xfrm>
              <a:off x="6706932" y="2599685"/>
              <a:ext cx="43284" cy="38156"/>
            </a:xfrm>
            <a:custGeom>
              <a:rect b="b" l="l" r="r" t="t"/>
              <a:pathLst>
                <a:path extrusionOk="0" h="1466" w="1663">
                  <a:moveTo>
                    <a:pt x="348" y="1"/>
                  </a:moveTo>
                  <a:cubicBezTo>
                    <a:pt x="160" y="1"/>
                    <a:pt x="1" y="241"/>
                    <a:pt x="174" y="420"/>
                  </a:cubicBezTo>
                  <a:lnTo>
                    <a:pt x="487" y="733"/>
                  </a:lnTo>
                  <a:lnTo>
                    <a:pt x="174" y="1046"/>
                  </a:lnTo>
                  <a:cubicBezTo>
                    <a:pt x="79" y="1141"/>
                    <a:pt x="79" y="1296"/>
                    <a:pt x="174" y="1391"/>
                  </a:cubicBezTo>
                  <a:cubicBezTo>
                    <a:pt x="221" y="1438"/>
                    <a:pt x="284" y="1462"/>
                    <a:pt x="346" y="1462"/>
                  </a:cubicBezTo>
                  <a:cubicBezTo>
                    <a:pt x="409" y="1462"/>
                    <a:pt x="471" y="1438"/>
                    <a:pt x="519" y="1391"/>
                  </a:cubicBezTo>
                  <a:lnTo>
                    <a:pt x="832" y="1078"/>
                  </a:lnTo>
                  <a:lnTo>
                    <a:pt x="1145" y="1391"/>
                  </a:lnTo>
                  <a:cubicBezTo>
                    <a:pt x="1199" y="1443"/>
                    <a:pt x="1258" y="1465"/>
                    <a:pt x="1315" y="1465"/>
                  </a:cubicBezTo>
                  <a:cubicBezTo>
                    <a:pt x="1504" y="1465"/>
                    <a:pt x="1663" y="1224"/>
                    <a:pt x="1490" y="1046"/>
                  </a:cubicBezTo>
                  <a:lnTo>
                    <a:pt x="1177" y="733"/>
                  </a:lnTo>
                  <a:lnTo>
                    <a:pt x="1490" y="420"/>
                  </a:lnTo>
                  <a:cubicBezTo>
                    <a:pt x="1663" y="241"/>
                    <a:pt x="1504" y="1"/>
                    <a:pt x="1315" y="1"/>
                  </a:cubicBezTo>
                  <a:cubicBezTo>
                    <a:pt x="1258" y="1"/>
                    <a:pt x="1199" y="23"/>
                    <a:pt x="1145" y="75"/>
                  </a:cubicBezTo>
                  <a:lnTo>
                    <a:pt x="832" y="388"/>
                  </a:lnTo>
                  <a:lnTo>
                    <a:pt x="519" y="75"/>
                  </a:lnTo>
                  <a:cubicBezTo>
                    <a:pt x="465" y="23"/>
                    <a:pt x="405" y="1"/>
                    <a:pt x="3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85"/>
            <p:cNvSpPr/>
            <p:nvPr/>
          </p:nvSpPr>
          <p:spPr>
            <a:xfrm>
              <a:off x="6647980" y="2428451"/>
              <a:ext cx="76417" cy="127509"/>
            </a:xfrm>
            <a:custGeom>
              <a:rect b="b" l="l" r="r" t="t"/>
              <a:pathLst>
                <a:path extrusionOk="0" h="4899" w="2936">
                  <a:moveTo>
                    <a:pt x="2492" y="1"/>
                  </a:moveTo>
                  <a:cubicBezTo>
                    <a:pt x="1830" y="1"/>
                    <a:pt x="1299" y="535"/>
                    <a:pt x="1295" y="1193"/>
                  </a:cubicBezTo>
                  <a:lnTo>
                    <a:pt x="1295" y="1756"/>
                  </a:lnTo>
                  <a:cubicBezTo>
                    <a:pt x="1295" y="2041"/>
                    <a:pt x="1067" y="2270"/>
                    <a:pt x="778" y="2274"/>
                  </a:cubicBezTo>
                  <a:lnTo>
                    <a:pt x="550" y="2274"/>
                  </a:lnTo>
                  <a:cubicBezTo>
                    <a:pt x="247" y="2274"/>
                    <a:pt x="1" y="2516"/>
                    <a:pt x="1" y="2822"/>
                  </a:cubicBezTo>
                  <a:lnTo>
                    <a:pt x="1" y="4349"/>
                  </a:lnTo>
                  <a:cubicBezTo>
                    <a:pt x="1" y="4652"/>
                    <a:pt x="247" y="4898"/>
                    <a:pt x="550" y="4898"/>
                  </a:cubicBezTo>
                  <a:lnTo>
                    <a:pt x="2935" y="4898"/>
                  </a:lnTo>
                  <a:lnTo>
                    <a:pt x="2935"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85"/>
            <p:cNvSpPr/>
            <p:nvPr/>
          </p:nvSpPr>
          <p:spPr>
            <a:xfrm>
              <a:off x="6701180" y="2495888"/>
              <a:ext cx="40525" cy="34695"/>
            </a:xfrm>
            <a:custGeom>
              <a:rect b="b" l="l" r="r" t="t"/>
              <a:pathLst>
                <a:path extrusionOk="0" h="1333" w="1557">
                  <a:moveTo>
                    <a:pt x="884" y="1"/>
                  </a:moveTo>
                  <a:cubicBezTo>
                    <a:pt x="721" y="1"/>
                    <a:pt x="555" y="61"/>
                    <a:pt x="420" y="196"/>
                  </a:cubicBezTo>
                  <a:cubicBezTo>
                    <a:pt x="1" y="615"/>
                    <a:pt x="300" y="1333"/>
                    <a:pt x="891" y="1333"/>
                  </a:cubicBezTo>
                  <a:cubicBezTo>
                    <a:pt x="1257" y="1333"/>
                    <a:pt x="1556" y="1034"/>
                    <a:pt x="1556" y="668"/>
                  </a:cubicBezTo>
                  <a:cubicBezTo>
                    <a:pt x="1556" y="267"/>
                    <a:pt x="1227" y="1"/>
                    <a:pt x="88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85"/>
            <p:cNvSpPr/>
            <p:nvPr/>
          </p:nvSpPr>
          <p:spPr>
            <a:xfrm>
              <a:off x="6624529" y="2591461"/>
              <a:ext cx="208272" cy="130632"/>
            </a:xfrm>
            <a:custGeom>
              <a:rect b="b" l="l" r="r" t="t"/>
              <a:pathLst>
                <a:path extrusionOk="0" h="5019" w="8002">
                  <a:moveTo>
                    <a:pt x="1244" y="3076"/>
                  </a:moveTo>
                  <a:cubicBezTo>
                    <a:pt x="1892" y="3076"/>
                    <a:pt x="2217" y="3861"/>
                    <a:pt x="1757" y="4318"/>
                  </a:cubicBezTo>
                  <a:cubicBezTo>
                    <a:pt x="1608" y="4467"/>
                    <a:pt x="1425" y="4534"/>
                    <a:pt x="1245" y="4534"/>
                  </a:cubicBezTo>
                  <a:cubicBezTo>
                    <a:pt x="871" y="4534"/>
                    <a:pt x="511" y="4244"/>
                    <a:pt x="511" y="3804"/>
                  </a:cubicBezTo>
                  <a:cubicBezTo>
                    <a:pt x="515" y="3403"/>
                    <a:pt x="838" y="3076"/>
                    <a:pt x="1243" y="3076"/>
                  </a:cubicBezTo>
                  <a:lnTo>
                    <a:pt x="1239" y="3076"/>
                  </a:lnTo>
                  <a:cubicBezTo>
                    <a:pt x="1241" y="3076"/>
                    <a:pt x="1242" y="3076"/>
                    <a:pt x="1244" y="3076"/>
                  </a:cubicBezTo>
                  <a:close/>
                  <a:moveTo>
                    <a:pt x="7393" y="0"/>
                  </a:moveTo>
                  <a:cubicBezTo>
                    <a:pt x="7383" y="0"/>
                    <a:pt x="7372" y="4"/>
                    <a:pt x="7362" y="4"/>
                  </a:cubicBezTo>
                  <a:lnTo>
                    <a:pt x="7358" y="4"/>
                  </a:lnTo>
                  <a:cubicBezTo>
                    <a:pt x="7347" y="8"/>
                    <a:pt x="7340" y="8"/>
                    <a:pt x="7333" y="11"/>
                  </a:cubicBezTo>
                  <a:lnTo>
                    <a:pt x="7326" y="15"/>
                  </a:lnTo>
                  <a:cubicBezTo>
                    <a:pt x="7316" y="18"/>
                    <a:pt x="7305" y="22"/>
                    <a:pt x="7295" y="25"/>
                  </a:cubicBezTo>
                  <a:lnTo>
                    <a:pt x="6647" y="349"/>
                  </a:lnTo>
                  <a:cubicBezTo>
                    <a:pt x="6402" y="476"/>
                    <a:pt x="6527" y="813"/>
                    <a:pt x="6752" y="813"/>
                  </a:cubicBezTo>
                  <a:cubicBezTo>
                    <a:pt x="6787" y="813"/>
                    <a:pt x="6826" y="804"/>
                    <a:pt x="6865" y="785"/>
                  </a:cubicBezTo>
                  <a:lnTo>
                    <a:pt x="7038" y="697"/>
                  </a:lnTo>
                  <a:lnTo>
                    <a:pt x="7038" y="697"/>
                  </a:lnTo>
                  <a:cubicBezTo>
                    <a:pt x="6721" y="1763"/>
                    <a:pt x="6165" y="2555"/>
                    <a:pt x="5391" y="3047"/>
                  </a:cubicBezTo>
                  <a:cubicBezTo>
                    <a:pt x="4623" y="3538"/>
                    <a:pt x="3770" y="3651"/>
                    <a:pt x="3150" y="3651"/>
                  </a:cubicBezTo>
                  <a:cubicBezTo>
                    <a:pt x="2845" y="3651"/>
                    <a:pt x="2596" y="3623"/>
                    <a:pt x="2443" y="3600"/>
                  </a:cubicBezTo>
                  <a:cubicBezTo>
                    <a:pt x="2363" y="2995"/>
                    <a:pt x="1846" y="2547"/>
                    <a:pt x="1244" y="2547"/>
                  </a:cubicBezTo>
                  <a:cubicBezTo>
                    <a:pt x="1208" y="2547"/>
                    <a:pt x="1173" y="2548"/>
                    <a:pt x="1137" y="2551"/>
                  </a:cubicBezTo>
                  <a:cubicBezTo>
                    <a:pt x="490" y="2604"/>
                    <a:pt x="1" y="3157"/>
                    <a:pt x="26" y="3804"/>
                  </a:cubicBezTo>
                  <a:cubicBezTo>
                    <a:pt x="26" y="4420"/>
                    <a:pt x="486" y="4937"/>
                    <a:pt x="1099" y="5011"/>
                  </a:cubicBezTo>
                  <a:cubicBezTo>
                    <a:pt x="1146" y="5016"/>
                    <a:pt x="1193" y="5019"/>
                    <a:pt x="1239" y="5019"/>
                  </a:cubicBezTo>
                  <a:cubicBezTo>
                    <a:pt x="1793" y="5019"/>
                    <a:pt x="2289" y="4641"/>
                    <a:pt x="2422" y="4089"/>
                  </a:cubicBezTo>
                  <a:cubicBezTo>
                    <a:pt x="2664" y="4121"/>
                    <a:pt x="2907" y="4138"/>
                    <a:pt x="3153" y="4138"/>
                  </a:cubicBezTo>
                  <a:cubicBezTo>
                    <a:pt x="3836" y="4138"/>
                    <a:pt x="4775" y="4008"/>
                    <a:pt x="5645" y="3456"/>
                  </a:cubicBezTo>
                  <a:cubicBezTo>
                    <a:pt x="6503" y="2910"/>
                    <a:pt x="7115" y="2059"/>
                    <a:pt x="7471" y="922"/>
                  </a:cubicBezTo>
                  <a:lnTo>
                    <a:pt x="7506" y="993"/>
                  </a:lnTo>
                  <a:cubicBezTo>
                    <a:pt x="7551" y="1078"/>
                    <a:pt x="7637" y="1127"/>
                    <a:pt x="7726" y="1127"/>
                  </a:cubicBezTo>
                  <a:cubicBezTo>
                    <a:pt x="7762" y="1127"/>
                    <a:pt x="7798" y="1119"/>
                    <a:pt x="7833" y="1102"/>
                  </a:cubicBezTo>
                  <a:cubicBezTo>
                    <a:pt x="7953" y="1042"/>
                    <a:pt x="8002" y="898"/>
                    <a:pt x="7942" y="775"/>
                  </a:cubicBezTo>
                  <a:lnTo>
                    <a:pt x="7618" y="127"/>
                  </a:lnTo>
                  <a:lnTo>
                    <a:pt x="7618" y="124"/>
                  </a:lnTo>
                  <a:lnTo>
                    <a:pt x="7615" y="117"/>
                  </a:lnTo>
                  <a:cubicBezTo>
                    <a:pt x="7611" y="110"/>
                    <a:pt x="7608" y="103"/>
                    <a:pt x="7601" y="95"/>
                  </a:cubicBezTo>
                  <a:lnTo>
                    <a:pt x="7597" y="92"/>
                  </a:lnTo>
                  <a:cubicBezTo>
                    <a:pt x="7587" y="74"/>
                    <a:pt x="7569" y="60"/>
                    <a:pt x="7555" y="46"/>
                  </a:cubicBezTo>
                  <a:lnTo>
                    <a:pt x="7552" y="46"/>
                  </a:lnTo>
                  <a:cubicBezTo>
                    <a:pt x="7541" y="43"/>
                    <a:pt x="7534" y="36"/>
                    <a:pt x="7523" y="29"/>
                  </a:cubicBezTo>
                  <a:cubicBezTo>
                    <a:pt x="7516" y="25"/>
                    <a:pt x="7506" y="22"/>
                    <a:pt x="7499" y="18"/>
                  </a:cubicBezTo>
                  <a:lnTo>
                    <a:pt x="7488" y="15"/>
                  </a:lnTo>
                  <a:lnTo>
                    <a:pt x="7467" y="8"/>
                  </a:lnTo>
                  <a:lnTo>
                    <a:pt x="7460" y="8"/>
                  </a:lnTo>
                  <a:cubicBezTo>
                    <a:pt x="7450" y="4"/>
                    <a:pt x="7442" y="4"/>
                    <a:pt x="7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85"/>
            <p:cNvSpPr/>
            <p:nvPr/>
          </p:nvSpPr>
          <p:spPr>
            <a:xfrm>
              <a:off x="6597226" y="2582846"/>
              <a:ext cx="43492" cy="38234"/>
            </a:xfrm>
            <a:custGeom>
              <a:rect b="b" l="l" r="r" t="t"/>
              <a:pathLst>
                <a:path extrusionOk="0" h="1469" w="1671">
                  <a:moveTo>
                    <a:pt x="347" y="0"/>
                  </a:moveTo>
                  <a:cubicBezTo>
                    <a:pt x="160" y="0"/>
                    <a:pt x="1" y="240"/>
                    <a:pt x="174" y="416"/>
                  </a:cubicBezTo>
                  <a:lnTo>
                    <a:pt x="487" y="733"/>
                  </a:lnTo>
                  <a:lnTo>
                    <a:pt x="174" y="1046"/>
                  </a:lnTo>
                  <a:cubicBezTo>
                    <a:pt x="79" y="1141"/>
                    <a:pt x="79" y="1296"/>
                    <a:pt x="174" y="1391"/>
                  </a:cubicBezTo>
                  <a:cubicBezTo>
                    <a:pt x="221" y="1438"/>
                    <a:pt x="284" y="1462"/>
                    <a:pt x="346" y="1462"/>
                  </a:cubicBezTo>
                  <a:cubicBezTo>
                    <a:pt x="408" y="1462"/>
                    <a:pt x="469" y="1438"/>
                    <a:pt x="515" y="1391"/>
                  </a:cubicBezTo>
                  <a:lnTo>
                    <a:pt x="832" y="1074"/>
                  </a:lnTo>
                  <a:lnTo>
                    <a:pt x="1145" y="1391"/>
                  </a:lnTo>
                  <a:cubicBezTo>
                    <a:pt x="1198" y="1446"/>
                    <a:pt x="1258" y="1469"/>
                    <a:pt x="1316" y="1469"/>
                  </a:cubicBezTo>
                  <a:cubicBezTo>
                    <a:pt x="1506" y="1469"/>
                    <a:pt x="1670" y="1221"/>
                    <a:pt x="1490" y="1046"/>
                  </a:cubicBezTo>
                  <a:lnTo>
                    <a:pt x="1177" y="733"/>
                  </a:lnTo>
                  <a:lnTo>
                    <a:pt x="1490" y="416"/>
                  </a:lnTo>
                  <a:cubicBezTo>
                    <a:pt x="1663" y="240"/>
                    <a:pt x="1502" y="0"/>
                    <a:pt x="1314" y="0"/>
                  </a:cubicBezTo>
                  <a:cubicBezTo>
                    <a:pt x="1257" y="0"/>
                    <a:pt x="1198" y="22"/>
                    <a:pt x="1145" y="75"/>
                  </a:cubicBezTo>
                  <a:lnTo>
                    <a:pt x="832" y="388"/>
                  </a:lnTo>
                  <a:lnTo>
                    <a:pt x="515" y="75"/>
                  </a:lnTo>
                  <a:cubicBezTo>
                    <a:pt x="462" y="22"/>
                    <a:pt x="403" y="0"/>
                    <a:pt x="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85"/>
            <p:cNvSpPr/>
            <p:nvPr/>
          </p:nvSpPr>
          <p:spPr>
            <a:xfrm>
              <a:off x="6816638" y="2684093"/>
              <a:ext cx="43310" cy="38130"/>
            </a:xfrm>
            <a:custGeom>
              <a:rect b="b" l="l" r="r" t="t"/>
              <a:pathLst>
                <a:path extrusionOk="0" h="1465" w="1664">
                  <a:moveTo>
                    <a:pt x="1314" y="0"/>
                  </a:moveTo>
                  <a:cubicBezTo>
                    <a:pt x="1257" y="0"/>
                    <a:pt x="1199" y="22"/>
                    <a:pt x="1145" y="73"/>
                  </a:cubicBezTo>
                  <a:lnTo>
                    <a:pt x="832" y="389"/>
                  </a:lnTo>
                  <a:lnTo>
                    <a:pt x="519" y="73"/>
                  </a:lnTo>
                  <a:cubicBezTo>
                    <a:pt x="471" y="27"/>
                    <a:pt x="409" y="4"/>
                    <a:pt x="346" y="4"/>
                  </a:cubicBezTo>
                  <a:cubicBezTo>
                    <a:pt x="284" y="4"/>
                    <a:pt x="222" y="27"/>
                    <a:pt x="174" y="73"/>
                  </a:cubicBezTo>
                  <a:cubicBezTo>
                    <a:pt x="79" y="168"/>
                    <a:pt x="79" y="322"/>
                    <a:pt x="174" y="417"/>
                  </a:cubicBezTo>
                  <a:lnTo>
                    <a:pt x="487" y="734"/>
                  </a:lnTo>
                  <a:lnTo>
                    <a:pt x="174" y="1047"/>
                  </a:lnTo>
                  <a:cubicBezTo>
                    <a:pt x="1" y="1223"/>
                    <a:pt x="161" y="1464"/>
                    <a:pt x="350" y="1464"/>
                  </a:cubicBezTo>
                  <a:cubicBezTo>
                    <a:pt x="407" y="1464"/>
                    <a:pt x="466" y="1443"/>
                    <a:pt x="519" y="1392"/>
                  </a:cubicBezTo>
                  <a:lnTo>
                    <a:pt x="832" y="1075"/>
                  </a:lnTo>
                  <a:lnTo>
                    <a:pt x="1145" y="1392"/>
                  </a:lnTo>
                  <a:cubicBezTo>
                    <a:pt x="1199" y="1443"/>
                    <a:pt x="1257" y="1464"/>
                    <a:pt x="1314" y="1464"/>
                  </a:cubicBezTo>
                  <a:cubicBezTo>
                    <a:pt x="1503" y="1464"/>
                    <a:pt x="1663" y="1223"/>
                    <a:pt x="1490" y="1047"/>
                  </a:cubicBezTo>
                  <a:lnTo>
                    <a:pt x="1177" y="734"/>
                  </a:lnTo>
                  <a:lnTo>
                    <a:pt x="1490" y="417"/>
                  </a:lnTo>
                  <a:cubicBezTo>
                    <a:pt x="1663" y="241"/>
                    <a:pt x="1503" y="0"/>
                    <a:pt x="13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85"/>
            <p:cNvSpPr/>
            <p:nvPr/>
          </p:nvSpPr>
          <p:spPr>
            <a:xfrm>
              <a:off x="6523907" y="2422490"/>
              <a:ext cx="400928" cy="375603"/>
            </a:xfrm>
            <a:custGeom>
              <a:rect b="b" l="l" r="r" t="t"/>
              <a:pathLst>
                <a:path extrusionOk="0" h="14431" w="15404">
                  <a:moveTo>
                    <a:pt x="8145" y="490"/>
                  </a:moveTo>
                  <a:cubicBezTo>
                    <a:pt x="8663" y="490"/>
                    <a:pt x="9078" y="905"/>
                    <a:pt x="9081" y="1422"/>
                  </a:cubicBezTo>
                  <a:lnTo>
                    <a:pt x="9081" y="1985"/>
                  </a:lnTo>
                  <a:cubicBezTo>
                    <a:pt x="9081" y="2411"/>
                    <a:pt x="9426" y="2759"/>
                    <a:pt x="9855" y="2759"/>
                  </a:cubicBezTo>
                  <a:lnTo>
                    <a:pt x="10088" y="2759"/>
                  </a:lnTo>
                  <a:cubicBezTo>
                    <a:pt x="10246" y="2759"/>
                    <a:pt x="10376" y="2890"/>
                    <a:pt x="10376" y="3051"/>
                  </a:cubicBezTo>
                  <a:lnTo>
                    <a:pt x="10376" y="4578"/>
                  </a:lnTo>
                  <a:cubicBezTo>
                    <a:pt x="10376" y="4737"/>
                    <a:pt x="10246" y="4867"/>
                    <a:pt x="10088" y="4867"/>
                  </a:cubicBezTo>
                  <a:lnTo>
                    <a:pt x="5317" y="4867"/>
                  </a:lnTo>
                  <a:cubicBezTo>
                    <a:pt x="5155" y="4867"/>
                    <a:pt x="5024" y="4737"/>
                    <a:pt x="5024" y="4578"/>
                  </a:cubicBezTo>
                  <a:lnTo>
                    <a:pt x="5024" y="3048"/>
                  </a:lnTo>
                  <a:lnTo>
                    <a:pt x="5028" y="3048"/>
                  </a:lnTo>
                  <a:cubicBezTo>
                    <a:pt x="5028" y="2890"/>
                    <a:pt x="5158" y="2759"/>
                    <a:pt x="5317" y="2759"/>
                  </a:cubicBezTo>
                  <a:lnTo>
                    <a:pt x="5549" y="2759"/>
                  </a:lnTo>
                  <a:cubicBezTo>
                    <a:pt x="5974" y="2756"/>
                    <a:pt x="6323" y="2411"/>
                    <a:pt x="6323" y="1985"/>
                  </a:cubicBezTo>
                  <a:lnTo>
                    <a:pt x="6323" y="1422"/>
                  </a:lnTo>
                  <a:cubicBezTo>
                    <a:pt x="6323" y="905"/>
                    <a:pt x="6742" y="490"/>
                    <a:pt x="7259" y="490"/>
                  </a:cubicBezTo>
                  <a:close/>
                  <a:moveTo>
                    <a:pt x="14049" y="3407"/>
                  </a:moveTo>
                  <a:cubicBezTo>
                    <a:pt x="14528" y="3407"/>
                    <a:pt x="14918" y="3794"/>
                    <a:pt x="14918" y="4276"/>
                  </a:cubicBezTo>
                  <a:lnTo>
                    <a:pt x="14918" y="13076"/>
                  </a:lnTo>
                  <a:cubicBezTo>
                    <a:pt x="14918" y="13558"/>
                    <a:pt x="14531" y="13948"/>
                    <a:pt x="14049" y="13948"/>
                  </a:cubicBezTo>
                  <a:lnTo>
                    <a:pt x="1355" y="13948"/>
                  </a:lnTo>
                  <a:cubicBezTo>
                    <a:pt x="876" y="13948"/>
                    <a:pt x="486" y="13558"/>
                    <a:pt x="486" y="13079"/>
                  </a:cubicBezTo>
                  <a:lnTo>
                    <a:pt x="486" y="4276"/>
                  </a:lnTo>
                  <a:cubicBezTo>
                    <a:pt x="486" y="3794"/>
                    <a:pt x="876" y="3407"/>
                    <a:pt x="1355" y="3407"/>
                  </a:cubicBezTo>
                  <a:lnTo>
                    <a:pt x="4539" y="3407"/>
                  </a:lnTo>
                  <a:lnTo>
                    <a:pt x="4539" y="4216"/>
                  </a:lnTo>
                  <a:lnTo>
                    <a:pt x="1541" y="4216"/>
                  </a:lnTo>
                  <a:cubicBezTo>
                    <a:pt x="1407" y="4216"/>
                    <a:pt x="1298" y="4325"/>
                    <a:pt x="1298" y="4462"/>
                  </a:cubicBezTo>
                  <a:lnTo>
                    <a:pt x="1298" y="12893"/>
                  </a:lnTo>
                  <a:cubicBezTo>
                    <a:pt x="1298" y="13026"/>
                    <a:pt x="1407" y="13135"/>
                    <a:pt x="1541" y="13135"/>
                  </a:cubicBezTo>
                  <a:lnTo>
                    <a:pt x="9753" y="13135"/>
                  </a:lnTo>
                  <a:cubicBezTo>
                    <a:pt x="9887" y="13135"/>
                    <a:pt x="9996" y="13026"/>
                    <a:pt x="9996" y="12893"/>
                  </a:cubicBezTo>
                  <a:cubicBezTo>
                    <a:pt x="9996" y="12755"/>
                    <a:pt x="9887" y="12646"/>
                    <a:pt x="9753" y="12646"/>
                  </a:cubicBezTo>
                  <a:lnTo>
                    <a:pt x="1784" y="12646"/>
                  </a:lnTo>
                  <a:lnTo>
                    <a:pt x="1784" y="4705"/>
                  </a:lnTo>
                  <a:lnTo>
                    <a:pt x="4549" y="4705"/>
                  </a:lnTo>
                  <a:cubicBezTo>
                    <a:pt x="4613" y="5078"/>
                    <a:pt x="4937" y="5353"/>
                    <a:pt x="5317" y="5353"/>
                  </a:cubicBezTo>
                  <a:lnTo>
                    <a:pt x="10088" y="5353"/>
                  </a:lnTo>
                  <a:cubicBezTo>
                    <a:pt x="10468" y="5353"/>
                    <a:pt x="10791" y="5078"/>
                    <a:pt x="10851" y="4705"/>
                  </a:cubicBezTo>
                  <a:lnTo>
                    <a:pt x="13620" y="4705"/>
                  </a:lnTo>
                  <a:lnTo>
                    <a:pt x="13620" y="12650"/>
                  </a:lnTo>
                  <a:lnTo>
                    <a:pt x="10936" y="12650"/>
                  </a:lnTo>
                  <a:cubicBezTo>
                    <a:pt x="10802" y="12650"/>
                    <a:pt x="10693" y="12759"/>
                    <a:pt x="10693" y="12893"/>
                  </a:cubicBezTo>
                  <a:cubicBezTo>
                    <a:pt x="10693" y="13026"/>
                    <a:pt x="10802" y="13135"/>
                    <a:pt x="10936" y="13135"/>
                  </a:cubicBezTo>
                  <a:lnTo>
                    <a:pt x="13863" y="13135"/>
                  </a:lnTo>
                  <a:cubicBezTo>
                    <a:pt x="13997" y="13135"/>
                    <a:pt x="14106" y="13026"/>
                    <a:pt x="14106" y="12893"/>
                  </a:cubicBezTo>
                  <a:lnTo>
                    <a:pt x="14106" y="4462"/>
                  </a:lnTo>
                  <a:cubicBezTo>
                    <a:pt x="14106" y="4325"/>
                    <a:pt x="13997" y="4216"/>
                    <a:pt x="13863" y="4216"/>
                  </a:cubicBezTo>
                  <a:lnTo>
                    <a:pt x="10865" y="4216"/>
                  </a:lnTo>
                  <a:lnTo>
                    <a:pt x="10865" y="3407"/>
                  </a:lnTo>
                  <a:close/>
                  <a:moveTo>
                    <a:pt x="7259" y="1"/>
                  </a:moveTo>
                  <a:cubicBezTo>
                    <a:pt x="6474" y="4"/>
                    <a:pt x="5841" y="638"/>
                    <a:pt x="5837" y="1422"/>
                  </a:cubicBezTo>
                  <a:lnTo>
                    <a:pt x="5837" y="1985"/>
                  </a:lnTo>
                  <a:cubicBezTo>
                    <a:pt x="5837" y="2144"/>
                    <a:pt x="5707" y="2274"/>
                    <a:pt x="5549" y="2274"/>
                  </a:cubicBezTo>
                  <a:lnTo>
                    <a:pt x="5317" y="2274"/>
                  </a:lnTo>
                  <a:cubicBezTo>
                    <a:pt x="4937" y="2274"/>
                    <a:pt x="4613" y="2545"/>
                    <a:pt x="4549" y="2921"/>
                  </a:cubicBezTo>
                  <a:lnTo>
                    <a:pt x="1355" y="2921"/>
                  </a:lnTo>
                  <a:cubicBezTo>
                    <a:pt x="605" y="2921"/>
                    <a:pt x="0" y="3526"/>
                    <a:pt x="0" y="4276"/>
                  </a:cubicBezTo>
                  <a:lnTo>
                    <a:pt x="0" y="13076"/>
                  </a:lnTo>
                  <a:cubicBezTo>
                    <a:pt x="0" y="13825"/>
                    <a:pt x="605" y="14430"/>
                    <a:pt x="1355" y="14430"/>
                  </a:cubicBezTo>
                  <a:lnTo>
                    <a:pt x="14049" y="14430"/>
                  </a:lnTo>
                  <a:cubicBezTo>
                    <a:pt x="14799" y="14430"/>
                    <a:pt x="15404" y="13825"/>
                    <a:pt x="15404" y="13076"/>
                  </a:cubicBezTo>
                  <a:lnTo>
                    <a:pt x="15404" y="4276"/>
                  </a:lnTo>
                  <a:cubicBezTo>
                    <a:pt x="15404" y="3526"/>
                    <a:pt x="14799" y="2921"/>
                    <a:pt x="14049" y="2921"/>
                  </a:cubicBezTo>
                  <a:lnTo>
                    <a:pt x="10855" y="2921"/>
                  </a:lnTo>
                  <a:cubicBezTo>
                    <a:pt x="10791" y="2545"/>
                    <a:pt x="10468" y="2274"/>
                    <a:pt x="10088" y="2270"/>
                  </a:cubicBezTo>
                  <a:lnTo>
                    <a:pt x="9859" y="2270"/>
                  </a:lnTo>
                  <a:cubicBezTo>
                    <a:pt x="9697" y="2270"/>
                    <a:pt x="9567" y="2140"/>
                    <a:pt x="9567" y="1982"/>
                  </a:cubicBezTo>
                  <a:lnTo>
                    <a:pt x="9567" y="1422"/>
                  </a:lnTo>
                  <a:cubicBezTo>
                    <a:pt x="9567" y="638"/>
                    <a:pt x="8930" y="4"/>
                    <a:pt x="8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85"/>
            <p:cNvSpPr/>
            <p:nvPr/>
          </p:nvSpPr>
          <p:spPr>
            <a:xfrm>
              <a:off x="6701102" y="2490006"/>
              <a:ext cx="54319" cy="46433"/>
            </a:xfrm>
            <a:custGeom>
              <a:rect b="b" l="l" r="r" t="t"/>
              <a:pathLst>
                <a:path extrusionOk="0" h="1784" w="2087">
                  <a:moveTo>
                    <a:pt x="894" y="489"/>
                  </a:moveTo>
                  <a:cubicBezTo>
                    <a:pt x="1256" y="489"/>
                    <a:pt x="1436" y="925"/>
                    <a:pt x="1179" y="1179"/>
                  </a:cubicBezTo>
                  <a:cubicBezTo>
                    <a:pt x="1097" y="1262"/>
                    <a:pt x="995" y="1300"/>
                    <a:pt x="895" y="1300"/>
                  </a:cubicBezTo>
                  <a:cubicBezTo>
                    <a:pt x="688" y="1300"/>
                    <a:pt x="489" y="1138"/>
                    <a:pt x="489" y="894"/>
                  </a:cubicBezTo>
                  <a:cubicBezTo>
                    <a:pt x="489" y="669"/>
                    <a:pt x="669" y="489"/>
                    <a:pt x="894" y="489"/>
                  </a:cubicBezTo>
                  <a:close/>
                  <a:moveTo>
                    <a:pt x="898" y="0"/>
                  </a:moveTo>
                  <a:cubicBezTo>
                    <a:pt x="440" y="0"/>
                    <a:pt x="0" y="356"/>
                    <a:pt x="0" y="894"/>
                  </a:cubicBezTo>
                  <a:cubicBezTo>
                    <a:pt x="4" y="1386"/>
                    <a:pt x="401" y="1784"/>
                    <a:pt x="894" y="1784"/>
                  </a:cubicBezTo>
                  <a:cubicBezTo>
                    <a:pt x="1689" y="1784"/>
                    <a:pt x="2087" y="823"/>
                    <a:pt x="1524" y="264"/>
                  </a:cubicBezTo>
                  <a:cubicBezTo>
                    <a:pt x="1342" y="82"/>
                    <a:pt x="1118"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1" name="Google Shape;17401;p85"/>
          <p:cNvGrpSpPr/>
          <p:nvPr/>
        </p:nvGrpSpPr>
        <p:grpSpPr>
          <a:xfrm>
            <a:off x="5191637" y="1972006"/>
            <a:ext cx="231332" cy="370580"/>
            <a:chOff x="5191637" y="1972006"/>
            <a:chExt cx="231332" cy="370580"/>
          </a:xfrm>
        </p:grpSpPr>
        <p:sp>
          <p:nvSpPr>
            <p:cNvPr id="17402" name="Google Shape;17402;p85"/>
            <p:cNvSpPr/>
            <p:nvPr/>
          </p:nvSpPr>
          <p:spPr>
            <a:xfrm>
              <a:off x="5208841" y="2012505"/>
              <a:ext cx="196924" cy="208454"/>
            </a:xfrm>
            <a:custGeom>
              <a:rect b="b" l="l" r="r" t="t"/>
              <a:pathLst>
                <a:path extrusionOk="0" h="8009" w="7566">
                  <a:moveTo>
                    <a:pt x="1" y="1"/>
                  </a:moveTo>
                  <a:lnTo>
                    <a:pt x="1" y="7784"/>
                  </a:lnTo>
                  <a:cubicBezTo>
                    <a:pt x="1" y="7907"/>
                    <a:pt x="99" y="8009"/>
                    <a:pt x="222" y="8009"/>
                  </a:cubicBezTo>
                  <a:lnTo>
                    <a:pt x="7344" y="8009"/>
                  </a:lnTo>
                  <a:cubicBezTo>
                    <a:pt x="7467" y="8009"/>
                    <a:pt x="7565" y="7907"/>
                    <a:pt x="7565" y="7784"/>
                  </a:cubicBezTo>
                  <a:lnTo>
                    <a:pt x="7565"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85"/>
            <p:cNvSpPr/>
            <p:nvPr/>
          </p:nvSpPr>
          <p:spPr>
            <a:xfrm>
              <a:off x="5208841" y="2012505"/>
              <a:ext cx="196924" cy="23191"/>
            </a:xfrm>
            <a:custGeom>
              <a:rect b="b" l="l" r="r" t="t"/>
              <a:pathLst>
                <a:path extrusionOk="0" h="891" w="7566">
                  <a:moveTo>
                    <a:pt x="1" y="1"/>
                  </a:moveTo>
                  <a:lnTo>
                    <a:pt x="1" y="891"/>
                  </a:lnTo>
                  <a:lnTo>
                    <a:pt x="7565" y="891"/>
                  </a:lnTo>
                  <a:lnTo>
                    <a:pt x="7565"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85"/>
            <p:cNvSpPr/>
            <p:nvPr/>
          </p:nvSpPr>
          <p:spPr>
            <a:xfrm>
              <a:off x="5197311" y="1995119"/>
              <a:ext cx="219984" cy="23191"/>
            </a:xfrm>
            <a:custGeom>
              <a:rect b="b" l="l" r="r" t="t"/>
              <a:pathLst>
                <a:path extrusionOk="0" h="891" w="8452">
                  <a:moveTo>
                    <a:pt x="222" y="0"/>
                  </a:moveTo>
                  <a:cubicBezTo>
                    <a:pt x="99" y="0"/>
                    <a:pt x="0" y="102"/>
                    <a:pt x="0" y="225"/>
                  </a:cubicBezTo>
                  <a:lnTo>
                    <a:pt x="0" y="669"/>
                  </a:lnTo>
                  <a:cubicBezTo>
                    <a:pt x="0" y="792"/>
                    <a:pt x="99" y="890"/>
                    <a:pt x="222" y="890"/>
                  </a:cubicBezTo>
                  <a:lnTo>
                    <a:pt x="8230" y="890"/>
                  </a:lnTo>
                  <a:cubicBezTo>
                    <a:pt x="8353" y="890"/>
                    <a:pt x="8452" y="792"/>
                    <a:pt x="8452" y="669"/>
                  </a:cubicBezTo>
                  <a:lnTo>
                    <a:pt x="8452" y="225"/>
                  </a:lnTo>
                  <a:cubicBezTo>
                    <a:pt x="8452" y="102"/>
                    <a:pt x="8353" y="0"/>
                    <a:pt x="823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85"/>
            <p:cNvSpPr/>
            <p:nvPr/>
          </p:nvSpPr>
          <p:spPr>
            <a:xfrm>
              <a:off x="5191637" y="1972006"/>
              <a:ext cx="231332" cy="370580"/>
            </a:xfrm>
            <a:custGeom>
              <a:rect b="b" l="l" r="r" t="t"/>
              <a:pathLst>
                <a:path extrusionOk="0" h="14238" w="8888">
                  <a:moveTo>
                    <a:pt x="8459" y="1085"/>
                  </a:moveTo>
                  <a:cubicBezTo>
                    <a:pt x="8466" y="1085"/>
                    <a:pt x="8473" y="1092"/>
                    <a:pt x="8473" y="1099"/>
                  </a:cubicBezTo>
                  <a:lnTo>
                    <a:pt x="8473" y="1546"/>
                  </a:lnTo>
                  <a:cubicBezTo>
                    <a:pt x="8473" y="1553"/>
                    <a:pt x="8466" y="1560"/>
                    <a:pt x="8459" y="1560"/>
                  </a:cubicBezTo>
                  <a:lnTo>
                    <a:pt x="7790" y="1560"/>
                  </a:lnTo>
                  <a:cubicBezTo>
                    <a:pt x="7512" y="1560"/>
                    <a:pt x="7512" y="1976"/>
                    <a:pt x="7790" y="1976"/>
                  </a:cubicBezTo>
                  <a:lnTo>
                    <a:pt x="8026" y="1976"/>
                  </a:lnTo>
                  <a:lnTo>
                    <a:pt x="8026" y="9347"/>
                  </a:lnTo>
                  <a:cubicBezTo>
                    <a:pt x="8026" y="9357"/>
                    <a:pt x="8022" y="9361"/>
                    <a:pt x="8012" y="9361"/>
                  </a:cubicBezTo>
                  <a:lnTo>
                    <a:pt x="880" y="9361"/>
                  </a:lnTo>
                  <a:cubicBezTo>
                    <a:pt x="869" y="9361"/>
                    <a:pt x="866" y="9357"/>
                    <a:pt x="866" y="9347"/>
                  </a:cubicBezTo>
                  <a:lnTo>
                    <a:pt x="866" y="1976"/>
                  </a:lnTo>
                  <a:lnTo>
                    <a:pt x="6896" y="1976"/>
                  </a:lnTo>
                  <a:cubicBezTo>
                    <a:pt x="7013" y="1976"/>
                    <a:pt x="7108" y="1884"/>
                    <a:pt x="7108" y="1768"/>
                  </a:cubicBezTo>
                  <a:cubicBezTo>
                    <a:pt x="7108" y="1652"/>
                    <a:pt x="7013" y="1560"/>
                    <a:pt x="6896" y="1560"/>
                  </a:cubicBezTo>
                  <a:lnTo>
                    <a:pt x="433" y="1560"/>
                  </a:lnTo>
                  <a:cubicBezTo>
                    <a:pt x="426" y="1560"/>
                    <a:pt x="419" y="1553"/>
                    <a:pt x="419" y="1546"/>
                  </a:cubicBezTo>
                  <a:lnTo>
                    <a:pt x="419" y="1099"/>
                  </a:lnTo>
                  <a:cubicBezTo>
                    <a:pt x="419" y="1092"/>
                    <a:pt x="426" y="1085"/>
                    <a:pt x="433" y="1085"/>
                  </a:cubicBezTo>
                  <a:close/>
                  <a:moveTo>
                    <a:pt x="6728" y="9779"/>
                  </a:moveTo>
                  <a:lnTo>
                    <a:pt x="7357" y="12928"/>
                  </a:lnTo>
                  <a:lnTo>
                    <a:pt x="4655" y="12928"/>
                  </a:lnTo>
                  <a:lnTo>
                    <a:pt x="4655" y="10462"/>
                  </a:lnTo>
                  <a:cubicBezTo>
                    <a:pt x="4655" y="10323"/>
                    <a:pt x="4550" y="10254"/>
                    <a:pt x="4446" y="10254"/>
                  </a:cubicBezTo>
                  <a:cubicBezTo>
                    <a:pt x="4341" y="10254"/>
                    <a:pt x="4236" y="10323"/>
                    <a:pt x="4236" y="10462"/>
                  </a:cubicBezTo>
                  <a:lnTo>
                    <a:pt x="4236" y="12928"/>
                  </a:lnTo>
                  <a:lnTo>
                    <a:pt x="1534" y="12928"/>
                  </a:lnTo>
                  <a:lnTo>
                    <a:pt x="2164" y="9779"/>
                  </a:lnTo>
                  <a:close/>
                  <a:moveTo>
                    <a:pt x="4444" y="1"/>
                  </a:moveTo>
                  <a:cubicBezTo>
                    <a:pt x="4340" y="1"/>
                    <a:pt x="4236" y="70"/>
                    <a:pt x="4236" y="209"/>
                  </a:cubicBezTo>
                  <a:lnTo>
                    <a:pt x="4236" y="667"/>
                  </a:lnTo>
                  <a:lnTo>
                    <a:pt x="433" y="667"/>
                  </a:lnTo>
                  <a:cubicBezTo>
                    <a:pt x="194" y="667"/>
                    <a:pt x="0" y="860"/>
                    <a:pt x="0" y="1099"/>
                  </a:cubicBezTo>
                  <a:lnTo>
                    <a:pt x="0" y="1546"/>
                  </a:lnTo>
                  <a:cubicBezTo>
                    <a:pt x="0" y="1782"/>
                    <a:pt x="194" y="1976"/>
                    <a:pt x="433" y="1976"/>
                  </a:cubicBezTo>
                  <a:lnTo>
                    <a:pt x="447" y="1976"/>
                  </a:lnTo>
                  <a:lnTo>
                    <a:pt x="447" y="9347"/>
                  </a:lnTo>
                  <a:cubicBezTo>
                    <a:pt x="447" y="9586"/>
                    <a:pt x="641" y="9779"/>
                    <a:pt x="880" y="9779"/>
                  </a:cubicBezTo>
                  <a:lnTo>
                    <a:pt x="1738" y="9779"/>
                  </a:lnTo>
                  <a:lnTo>
                    <a:pt x="897" y="13988"/>
                  </a:lnTo>
                  <a:cubicBezTo>
                    <a:pt x="873" y="14100"/>
                    <a:pt x="947" y="14209"/>
                    <a:pt x="1059" y="14234"/>
                  </a:cubicBezTo>
                  <a:cubicBezTo>
                    <a:pt x="1072" y="14236"/>
                    <a:pt x="1085" y="14237"/>
                    <a:pt x="1098" y="14237"/>
                  </a:cubicBezTo>
                  <a:cubicBezTo>
                    <a:pt x="1197" y="14237"/>
                    <a:pt x="1287" y="14168"/>
                    <a:pt x="1306" y="14068"/>
                  </a:cubicBezTo>
                  <a:lnTo>
                    <a:pt x="1450" y="13347"/>
                  </a:lnTo>
                  <a:lnTo>
                    <a:pt x="4236" y="13347"/>
                  </a:lnTo>
                  <a:lnTo>
                    <a:pt x="4236" y="14030"/>
                  </a:lnTo>
                  <a:cubicBezTo>
                    <a:pt x="4236" y="14142"/>
                    <a:pt x="4328" y="14237"/>
                    <a:pt x="4444" y="14237"/>
                  </a:cubicBezTo>
                  <a:cubicBezTo>
                    <a:pt x="4557" y="14237"/>
                    <a:pt x="4652" y="14142"/>
                    <a:pt x="4652" y="14030"/>
                  </a:cubicBezTo>
                  <a:lnTo>
                    <a:pt x="4652" y="13347"/>
                  </a:lnTo>
                  <a:lnTo>
                    <a:pt x="7438" y="13347"/>
                  </a:lnTo>
                  <a:lnTo>
                    <a:pt x="7583" y="14068"/>
                  </a:lnTo>
                  <a:cubicBezTo>
                    <a:pt x="7601" y="14168"/>
                    <a:pt x="7692" y="14237"/>
                    <a:pt x="7790" y="14237"/>
                  </a:cubicBezTo>
                  <a:cubicBezTo>
                    <a:pt x="7803" y="14237"/>
                    <a:pt x="7816" y="14236"/>
                    <a:pt x="7829" y="14234"/>
                  </a:cubicBezTo>
                  <a:cubicBezTo>
                    <a:pt x="7941" y="14209"/>
                    <a:pt x="8015" y="14100"/>
                    <a:pt x="7991" y="13988"/>
                  </a:cubicBezTo>
                  <a:lnTo>
                    <a:pt x="7150" y="9779"/>
                  </a:lnTo>
                  <a:lnTo>
                    <a:pt x="8008" y="9779"/>
                  </a:lnTo>
                  <a:cubicBezTo>
                    <a:pt x="8248" y="9779"/>
                    <a:pt x="8441" y="9586"/>
                    <a:pt x="8441" y="9347"/>
                  </a:cubicBezTo>
                  <a:lnTo>
                    <a:pt x="8441" y="1976"/>
                  </a:lnTo>
                  <a:lnTo>
                    <a:pt x="8455" y="1976"/>
                  </a:lnTo>
                  <a:cubicBezTo>
                    <a:pt x="8694" y="1976"/>
                    <a:pt x="8888" y="1782"/>
                    <a:pt x="8888" y="1546"/>
                  </a:cubicBezTo>
                  <a:lnTo>
                    <a:pt x="8888" y="1099"/>
                  </a:lnTo>
                  <a:cubicBezTo>
                    <a:pt x="8888" y="860"/>
                    <a:pt x="8694" y="670"/>
                    <a:pt x="8459" y="667"/>
                  </a:cubicBezTo>
                  <a:lnTo>
                    <a:pt x="4652" y="667"/>
                  </a:lnTo>
                  <a:lnTo>
                    <a:pt x="4652" y="209"/>
                  </a:lnTo>
                  <a:cubicBezTo>
                    <a:pt x="4652" y="70"/>
                    <a:pt x="4548" y="1"/>
                    <a:pt x="4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85"/>
            <p:cNvSpPr/>
            <p:nvPr/>
          </p:nvSpPr>
          <p:spPr>
            <a:xfrm>
              <a:off x="5229923" y="2064794"/>
              <a:ext cx="152391" cy="109602"/>
            </a:xfrm>
            <a:custGeom>
              <a:rect b="b" l="l" r="r" t="t"/>
              <a:pathLst>
                <a:path extrusionOk="0" h="4211" w="5855">
                  <a:moveTo>
                    <a:pt x="4532" y="1"/>
                  </a:moveTo>
                  <a:cubicBezTo>
                    <a:pt x="4254" y="1"/>
                    <a:pt x="4254" y="420"/>
                    <a:pt x="4532" y="420"/>
                  </a:cubicBezTo>
                  <a:lnTo>
                    <a:pt x="5144" y="420"/>
                  </a:lnTo>
                  <a:lnTo>
                    <a:pt x="3093" y="2467"/>
                  </a:lnTo>
                  <a:cubicBezTo>
                    <a:pt x="3091" y="2471"/>
                    <a:pt x="3087" y="2473"/>
                    <a:pt x="3084" y="2473"/>
                  </a:cubicBezTo>
                  <a:cubicBezTo>
                    <a:pt x="3080" y="2473"/>
                    <a:pt x="3077" y="2471"/>
                    <a:pt x="3075" y="2467"/>
                  </a:cubicBezTo>
                  <a:lnTo>
                    <a:pt x="2611" y="2006"/>
                  </a:lnTo>
                  <a:cubicBezTo>
                    <a:pt x="2526" y="1922"/>
                    <a:pt x="2415" y="1880"/>
                    <a:pt x="2305" y="1880"/>
                  </a:cubicBezTo>
                  <a:cubicBezTo>
                    <a:pt x="2194" y="1880"/>
                    <a:pt x="2083" y="1922"/>
                    <a:pt x="1998" y="2006"/>
                  </a:cubicBezTo>
                  <a:lnTo>
                    <a:pt x="151" y="3854"/>
                  </a:lnTo>
                  <a:cubicBezTo>
                    <a:pt x="0" y="4002"/>
                    <a:pt x="139" y="4211"/>
                    <a:pt x="301" y="4211"/>
                  </a:cubicBezTo>
                  <a:cubicBezTo>
                    <a:pt x="350" y="4211"/>
                    <a:pt x="401" y="4191"/>
                    <a:pt x="447" y="4146"/>
                  </a:cubicBezTo>
                  <a:lnTo>
                    <a:pt x="2294" y="2298"/>
                  </a:lnTo>
                  <a:cubicBezTo>
                    <a:pt x="2298" y="2297"/>
                    <a:pt x="2301" y="2296"/>
                    <a:pt x="2305" y="2296"/>
                  </a:cubicBezTo>
                  <a:cubicBezTo>
                    <a:pt x="2308" y="2296"/>
                    <a:pt x="2312" y="2297"/>
                    <a:pt x="2315" y="2298"/>
                  </a:cubicBezTo>
                  <a:lnTo>
                    <a:pt x="2780" y="2766"/>
                  </a:lnTo>
                  <a:cubicBezTo>
                    <a:pt x="2864" y="2849"/>
                    <a:pt x="2974" y="2890"/>
                    <a:pt x="3084" y="2890"/>
                  </a:cubicBezTo>
                  <a:cubicBezTo>
                    <a:pt x="3194" y="2890"/>
                    <a:pt x="3304" y="2849"/>
                    <a:pt x="3388" y="2766"/>
                  </a:cubicBezTo>
                  <a:lnTo>
                    <a:pt x="5440" y="715"/>
                  </a:lnTo>
                  <a:lnTo>
                    <a:pt x="5440" y="1327"/>
                  </a:lnTo>
                  <a:cubicBezTo>
                    <a:pt x="5440" y="1440"/>
                    <a:pt x="5531" y="1535"/>
                    <a:pt x="5647" y="1535"/>
                  </a:cubicBezTo>
                  <a:cubicBezTo>
                    <a:pt x="5763" y="1535"/>
                    <a:pt x="5855" y="1440"/>
                    <a:pt x="5855" y="1327"/>
                  </a:cubicBezTo>
                  <a:lnTo>
                    <a:pt x="5855" y="208"/>
                  </a:lnTo>
                  <a:cubicBezTo>
                    <a:pt x="5855" y="96"/>
                    <a:pt x="5763" y="1"/>
                    <a:pt x="5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7" name="Google Shape;17407;p85"/>
          <p:cNvGrpSpPr/>
          <p:nvPr/>
        </p:nvGrpSpPr>
        <p:grpSpPr>
          <a:xfrm>
            <a:off x="4667521" y="1540132"/>
            <a:ext cx="363786" cy="326983"/>
            <a:chOff x="4667521" y="1540132"/>
            <a:chExt cx="363786" cy="326983"/>
          </a:xfrm>
        </p:grpSpPr>
        <p:sp>
          <p:nvSpPr>
            <p:cNvPr id="17408" name="Google Shape;17408;p85"/>
            <p:cNvSpPr/>
            <p:nvPr/>
          </p:nvSpPr>
          <p:spPr>
            <a:xfrm>
              <a:off x="4817908" y="1606372"/>
              <a:ext cx="28786" cy="50207"/>
            </a:xfrm>
            <a:custGeom>
              <a:rect b="b" l="l" r="r" t="t"/>
              <a:pathLst>
                <a:path extrusionOk="0" h="1929" w="1106">
                  <a:moveTo>
                    <a:pt x="518" y="387"/>
                  </a:moveTo>
                  <a:lnTo>
                    <a:pt x="518" y="743"/>
                  </a:lnTo>
                  <a:cubicBezTo>
                    <a:pt x="408" y="701"/>
                    <a:pt x="331" y="655"/>
                    <a:pt x="331" y="553"/>
                  </a:cubicBezTo>
                  <a:cubicBezTo>
                    <a:pt x="331" y="461"/>
                    <a:pt x="401" y="405"/>
                    <a:pt x="518" y="387"/>
                  </a:cubicBezTo>
                  <a:close/>
                  <a:moveTo>
                    <a:pt x="641" y="1112"/>
                  </a:moveTo>
                  <a:cubicBezTo>
                    <a:pt x="743" y="1158"/>
                    <a:pt x="817" y="1218"/>
                    <a:pt x="817" y="1330"/>
                  </a:cubicBezTo>
                  <a:cubicBezTo>
                    <a:pt x="817" y="1440"/>
                    <a:pt x="746" y="1503"/>
                    <a:pt x="641" y="1524"/>
                  </a:cubicBezTo>
                  <a:lnTo>
                    <a:pt x="641" y="1112"/>
                  </a:lnTo>
                  <a:close/>
                  <a:moveTo>
                    <a:pt x="581" y="0"/>
                  </a:moveTo>
                  <a:cubicBezTo>
                    <a:pt x="535" y="0"/>
                    <a:pt x="500" y="29"/>
                    <a:pt x="500" y="60"/>
                  </a:cubicBezTo>
                  <a:lnTo>
                    <a:pt x="500" y="124"/>
                  </a:lnTo>
                  <a:cubicBezTo>
                    <a:pt x="261" y="155"/>
                    <a:pt x="43" y="282"/>
                    <a:pt x="43" y="585"/>
                  </a:cubicBezTo>
                  <a:cubicBezTo>
                    <a:pt x="43" y="887"/>
                    <a:pt x="285" y="979"/>
                    <a:pt x="500" y="1060"/>
                  </a:cubicBezTo>
                  <a:lnTo>
                    <a:pt x="500" y="1524"/>
                  </a:lnTo>
                  <a:cubicBezTo>
                    <a:pt x="292" y="1503"/>
                    <a:pt x="218" y="1348"/>
                    <a:pt x="130" y="1348"/>
                  </a:cubicBezTo>
                  <a:cubicBezTo>
                    <a:pt x="60" y="1348"/>
                    <a:pt x="0" y="1447"/>
                    <a:pt x="0" y="1513"/>
                  </a:cubicBezTo>
                  <a:cubicBezTo>
                    <a:pt x="0" y="1647"/>
                    <a:pt x="215" y="1798"/>
                    <a:pt x="500" y="1805"/>
                  </a:cubicBezTo>
                  <a:lnTo>
                    <a:pt x="500" y="1872"/>
                  </a:lnTo>
                  <a:cubicBezTo>
                    <a:pt x="500" y="1900"/>
                    <a:pt x="539" y="1929"/>
                    <a:pt x="577" y="1929"/>
                  </a:cubicBezTo>
                  <a:cubicBezTo>
                    <a:pt x="620" y="1929"/>
                    <a:pt x="658" y="1900"/>
                    <a:pt x="658" y="1872"/>
                  </a:cubicBezTo>
                  <a:lnTo>
                    <a:pt x="658" y="1798"/>
                  </a:lnTo>
                  <a:cubicBezTo>
                    <a:pt x="922" y="1756"/>
                    <a:pt x="1105" y="1587"/>
                    <a:pt x="1105" y="1299"/>
                  </a:cubicBezTo>
                  <a:cubicBezTo>
                    <a:pt x="1105" y="979"/>
                    <a:pt x="869" y="873"/>
                    <a:pt x="658" y="796"/>
                  </a:cubicBezTo>
                  <a:lnTo>
                    <a:pt x="658" y="380"/>
                  </a:lnTo>
                  <a:cubicBezTo>
                    <a:pt x="817" y="395"/>
                    <a:pt x="873" y="468"/>
                    <a:pt x="936" y="468"/>
                  </a:cubicBezTo>
                  <a:cubicBezTo>
                    <a:pt x="1024" y="468"/>
                    <a:pt x="1063" y="359"/>
                    <a:pt x="1063" y="307"/>
                  </a:cubicBezTo>
                  <a:cubicBezTo>
                    <a:pt x="1063" y="169"/>
                    <a:pt x="813" y="124"/>
                    <a:pt x="658" y="120"/>
                  </a:cubicBezTo>
                  <a:lnTo>
                    <a:pt x="658" y="60"/>
                  </a:lnTo>
                  <a:cubicBezTo>
                    <a:pt x="658" y="29"/>
                    <a:pt x="623"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85"/>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85"/>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85"/>
            <p:cNvSpPr/>
            <p:nvPr/>
          </p:nvSpPr>
          <p:spPr>
            <a:xfrm>
              <a:off x="4778528" y="1577169"/>
              <a:ext cx="107806" cy="107806"/>
            </a:xfrm>
            <a:custGeom>
              <a:rect b="b" l="l" r="r" t="t"/>
              <a:pathLst>
                <a:path extrusionOk="0" h="4142" w="4142">
                  <a:moveTo>
                    <a:pt x="2069" y="0"/>
                  </a:moveTo>
                  <a:cubicBezTo>
                    <a:pt x="926" y="0"/>
                    <a:pt x="0" y="925"/>
                    <a:pt x="0" y="2069"/>
                  </a:cubicBezTo>
                  <a:cubicBezTo>
                    <a:pt x="0" y="3212"/>
                    <a:pt x="926" y="4141"/>
                    <a:pt x="2069" y="4141"/>
                  </a:cubicBezTo>
                  <a:cubicBezTo>
                    <a:pt x="3213" y="4141"/>
                    <a:pt x="4142" y="3212"/>
                    <a:pt x="4142" y="2069"/>
                  </a:cubicBezTo>
                  <a:cubicBezTo>
                    <a:pt x="4142" y="925"/>
                    <a:pt x="3213" y="0"/>
                    <a:pt x="206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85"/>
            <p:cNvSpPr/>
            <p:nvPr/>
          </p:nvSpPr>
          <p:spPr>
            <a:xfrm>
              <a:off x="4778528" y="1577143"/>
              <a:ext cx="60930" cy="107832"/>
            </a:xfrm>
            <a:custGeom>
              <a:rect b="b" l="l" r="r" t="t"/>
              <a:pathLst>
                <a:path extrusionOk="0" h="4143" w="2341">
                  <a:moveTo>
                    <a:pt x="2067" y="1"/>
                  </a:moveTo>
                  <a:cubicBezTo>
                    <a:pt x="942" y="1"/>
                    <a:pt x="0" y="913"/>
                    <a:pt x="0" y="2070"/>
                  </a:cubicBezTo>
                  <a:cubicBezTo>
                    <a:pt x="0" y="3230"/>
                    <a:pt x="942" y="4142"/>
                    <a:pt x="2068" y="4142"/>
                  </a:cubicBezTo>
                  <a:cubicBezTo>
                    <a:pt x="2157" y="4142"/>
                    <a:pt x="2248" y="4137"/>
                    <a:pt x="2340" y="4125"/>
                  </a:cubicBezTo>
                  <a:cubicBezTo>
                    <a:pt x="1306" y="3991"/>
                    <a:pt x="535" y="3111"/>
                    <a:pt x="535" y="2070"/>
                  </a:cubicBezTo>
                  <a:cubicBezTo>
                    <a:pt x="535" y="1032"/>
                    <a:pt x="1306" y="152"/>
                    <a:pt x="2340" y="19"/>
                  </a:cubicBezTo>
                  <a:cubicBezTo>
                    <a:pt x="2248" y="7"/>
                    <a:pt x="2157" y="1"/>
                    <a:pt x="206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85"/>
            <p:cNvSpPr/>
            <p:nvPr/>
          </p:nvSpPr>
          <p:spPr>
            <a:xfrm>
              <a:off x="4795733" y="1594373"/>
              <a:ext cx="73398" cy="73372"/>
            </a:xfrm>
            <a:custGeom>
              <a:rect b="b" l="l" r="r" t="t"/>
              <a:pathLst>
                <a:path extrusionOk="0" h="2819" w="2820">
                  <a:moveTo>
                    <a:pt x="1408" y="1"/>
                  </a:moveTo>
                  <a:cubicBezTo>
                    <a:pt x="631" y="1"/>
                    <a:pt x="1" y="630"/>
                    <a:pt x="1" y="1408"/>
                  </a:cubicBezTo>
                  <a:cubicBezTo>
                    <a:pt x="1" y="2185"/>
                    <a:pt x="631" y="2819"/>
                    <a:pt x="1408" y="2819"/>
                  </a:cubicBezTo>
                  <a:cubicBezTo>
                    <a:pt x="2186" y="2819"/>
                    <a:pt x="2819" y="2185"/>
                    <a:pt x="2819" y="1408"/>
                  </a:cubicBezTo>
                  <a:cubicBezTo>
                    <a:pt x="2819" y="630"/>
                    <a:pt x="2186" y="1"/>
                    <a:pt x="140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85"/>
            <p:cNvSpPr/>
            <p:nvPr/>
          </p:nvSpPr>
          <p:spPr>
            <a:xfrm>
              <a:off x="4796019" y="1594347"/>
              <a:ext cx="43518" cy="73345"/>
            </a:xfrm>
            <a:custGeom>
              <a:rect b="b" l="l" r="r" t="t"/>
              <a:pathLst>
                <a:path extrusionOk="0" h="2818" w="1672">
                  <a:moveTo>
                    <a:pt x="1405" y="1"/>
                  </a:moveTo>
                  <a:cubicBezTo>
                    <a:pt x="645" y="1"/>
                    <a:pt x="0" y="617"/>
                    <a:pt x="0" y="1409"/>
                  </a:cubicBezTo>
                  <a:cubicBezTo>
                    <a:pt x="0" y="2201"/>
                    <a:pt x="645" y="2817"/>
                    <a:pt x="1405" y="2817"/>
                  </a:cubicBezTo>
                  <a:cubicBezTo>
                    <a:pt x="1492" y="2817"/>
                    <a:pt x="1582" y="2809"/>
                    <a:pt x="1672" y="2792"/>
                  </a:cubicBezTo>
                  <a:cubicBezTo>
                    <a:pt x="1014" y="2661"/>
                    <a:pt x="535" y="2081"/>
                    <a:pt x="539" y="1409"/>
                  </a:cubicBezTo>
                  <a:cubicBezTo>
                    <a:pt x="535" y="737"/>
                    <a:pt x="1010" y="156"/>
                    <a:pt x="1672" y="26"/>
                  </a:cubicBezTo>
                  <a:cubicBezTo>
                    <a:pt x="1582" y="9"/>
                    <a:pt x="1492" y="1"/>
                    <a:pt x="140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85"/>
            <p:cNvSpPr/>
            <p:nvPr/>
          </p:nvSpPr>
          <p:spPr>
            <a:xfrm>
              <a:off x="4862051" y="1545650"/>
              <a:ext cx="107806" cy="107806"/>
            </a:xfrm>
            <a:custGeom>
              <a:rect b="b" l="l" r="r" t="t"/>
              <a:pathLst>
                <a:path extrusionOk="0" h="4142" w="4142">
                  <a:moveTo>
                    <a:pt x="2073" y="1"/>
                  </a:moveTo>
                  <a:cubicBezTo>
                    <a:pt x="929" y="1"/>
                    <a:pt x="0" y="926"/>
                    <a:pt x="0" y="2073"/>
                  </a:cubicBezTo>
                  <a:cubicBezTo>
                    <a:pt x="0" y="3217"/>
                    <a:pt x="929" y="4142"/>
                    <a:pt x="2073" y="4142"/>
                  </a:cubicBezTo>
                  <a:cubicBezTo>
                    <a:pt x="3216" y="4142"/>
                    <a:pt x="4141" y="3217"/>
                    <a:pt x="4141" y="2073"/>
                  </a:cubicBezTo>
                  <a:lnTo>
                    <a:pt x="4141" y="2070"/>
                  </a:lnTo>
                  <a:cubicBezTo>
                    <a:pt x="4141" y="926"/>
                    <a:pt x="3216" y="1"/>
                    <a:pt x="2073"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85"/>
            <p:cNvSpPr/>
            <p:nvPr/>
          </p:nvSpPr>
          <p:spPr>
            <a:xfrm>
              <a:off x="4862051" y="1545650"/>
              <a:ext cx="60904" cy="107832"/>
            </a:xfrm>
            <a:custGeom>
              <a:rect b="b" l="l" r="r" t="t"/>
              <a:pathLst>
                <a:path extrusionOk="0" h="4143" w="2340">
                  <a:moveTo>
                    <a:pt x="2068" y="1"/>
                  </a:moveTo>
                  <a:cubicBezTo>
                    <a:pt x="945" y="1"/>
                    <a:pt x="0" y="913"/>
                    <a:pt x="0" y="2073"/>
                  </a:cubicBezTo>
                  <a:cubicBezTo>
                    <a:pt x="0" y="3230"/>
                    <a:pt x="945" y="4142"/>
                    <a:pt x="2068" y="4142"/>
                  </a:cubicBezTo>
                  <a:cubicBezTo>
                    <a:pt x="2158" y="4142"/>
                    <a:pt x="2248" y="4136"/>
                    <a:pt x="2340" y="4124"/>
                  </a:cubicBezTo>
                  <a:cubicBezTo>
                    <a:pt x="1309" y="3991"/>
                    <a:pt x="539" y="3111"/>
                    <a:pt x="539" y="2073"/>
                  </a:cubicBezTo>
                  <a:cubicBezTo>
                    <a:pt x="539" y="1032"/>
                    <a:pt x="1309" y="152"/>
                    <a:pt x="2340" y="18"/>
                  </a:cubicBezTo>
                  <a:cubicBezTo>
                    <a:pt x="2248" y="6"/>
                    <a:pt x="2158" y="1"/>
                    <a:pt x="2068"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85"/>
            <p:cNvSpPr/>
            <p:nvPr/>
          </p:nvSpPr>
          <p:spPr>
            <a:xfrm>
              <a:off x="4879255" y="1562880"/>
              <a:ext cx="73372" cy="73372"/>
            </a:xfrm>
            <a:custGeom>
              <a:rect b="b" l="l" r="r" t="t"/>
              <a:pathLst>
                <a:path extrusionOk="0" h="2819" w="2819">
                  <a:moveTo>
                    <a:pt x="1412" y="0"/>
                  </a:moveTo>
                  <a:cubicBezTo>
                    <a:pt x="630" y="0"/>
                    <a:pt x="1" y="630"/>
                    <a:pt x="1" y="1411"/>
                  </a:cubicBezTo>
                  <a:cubicBezTo>
                    <a:pt x="1" y="2189"/>
                    <a:pt x="630" y="2818"/>
                    <a:pt x="1412" y="2818"/>
                  </a:cubicBezTo>
                  <a:cubicBezTo>
                    <a:pt x="2189" y="2818"/>
                    <a:pt x="2819" y="2189"/>
                    <a:pt x="2819" y="1411"/>
                  </a:cubicBezTo>
                  <a:lnTo>
                    <a:pt x="2819" y="1408"/>
                  </a:lnTo>
                  <a:cubicBezTo>
                    <a:pt x="2819" y="630"/>
                    <a:pt x="2189" y="0"/>
                    <a:pt x="14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85"/>
            <p:cNvSpPr/>
            <p:nvPr/>
          </p:nvSpPr>
          <p:spPr>
            <a:xfrm>
              <a:off x="4879541" y="1562906"/>
              <a:ext cx="43622" cy="73293"/>
            </a:xfrm>
            <a:custGeom>
              <a:rect b="b" l="l" r="r" t="t"/>
              <a:pathLst>
                <a:path extrusionOk="0" h="2816" w="1676">
                  <a:moveTo>
                    <a:pt x="1403" y="1"/>
                  </a:moveTo>
                  <a:cubicBezTo>
                    <a:pt x="645" y="1"/>
                    <a:pt x="0" y="616"/>
                    <a:pt x="0" y="1407"/>
                  </a:cubicBezTo>
                  <a:cubicBezTo>
                    <a:pt x="0" y="2200"/>
                    <a:pt x="645" y="2816"/>
                    <a:pt x="1403" y="2816"/>
                  </a:cubicBezTo>
                  <a:cubicBezTo>
                    <a:pt x="1493" y="2816"/>
                    <a:pt x="1583" y="2807"/>
                    <a:pt x="1675" y="2789"/>
                  </a:cubicBezTo>
                  <a:cubicBezTo>
                    <a:pt x="1014" y="2659"/>
                    <a:pt x="539" y="2082"/>
                    <a:pt x="539" y="1410"/>
                  </a:cubicBezTo>
                  <a:cubicBezTo>
                    <a:pt x="539" y="735"/>
                    <a:pt x="1014" y="158"/>
                    <a:pt x="1675" y="27"/>
                  </a:cubicBezTo>
                  <a:cubicBezTo>
                    <a:pt x="1583" y="10"/>
                    <a:pt x="1493" y="1"/>
                    <a:pt x="1403"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85"/>
            <p:cNvSpPr/>
            <p:nvPr/>
          </p:nvSpPr>
          <p:spPr>
            <a:xfrm>
              <a:off x="4673299" y="1725604"/>
              <a:ext cx="121470" cy="136696"/>
            </a:xfrm>
            <a:custGeom>
              <a:rect b="b" l="l" r="r" t="t"/>
              <a:pathLst>
                <a:path extrusionOk="0" h="5252" w="4667">
                  <a:moveTo>
                    <a:pt x="3100" y="0"/>
                  </a:moveTo>
                  <a:lnTo>
                    <a:pt x="222" y="1088"/>
                  </a:lnTo>
                  <a:cubicBezTo>
                    <a:pt x="74" y="1140"/>
                    <a:pt x="1" y="1306"/>
                    <a:pt x="57" y="1454"/>
                  </a:cubicBezTo>
                  <a:lnTo>
                    <a:pt x="1419" y="5067"/>
                  </a:lnTo>
                  <a:cubicBezTo>
                    <a:pt x="1462" y="5181"/>
                    <a:pt x="1571" y="5251"/>
                    <a:pt x="1684" y="5251"/>
                  </a:cubicBezTo>
                  <a:cubicBezTo>
                    <a:pt x="1718" y="5251"/>
                    <a:pt x="1752" y="5245"/>
                    <a:pt x="1784" y="5232"/>
                  </a:cubicBezTo>
                  <a:lnTo>
                    <a:pt x="4666" y="4145"/>
                  </a:lnTo>
                  <a:lnTo>
                    <a:pt x="310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85"/>
            <p:cNvSpPr/>
            <p:nvPr/>
          </p:nvSpPr>
          <p:spPr>
            <a:xfrm>
              <a:off x="4706901" y="1817819"/>
              <a:ext cx="87765" cy="44481"/>
            </a:xfrm>
            <a:custGeom>
              <a:rect b="b" l="l" r="r" t="t"/>
              <a:pathLst>
                <a:path extrusionOk="0" h="1709" w="3372">
                  <a:moveTo>
                    <a:pt x="3146" y="1"/>
                  </a:moveTo>
                  <a:lnTo>
                    <a:pt x="3090" y="22"/>
                  </a:lnTo>
                  <a:lnTo>
                    <a:pt x="1" y="1186"/>
                  </a:lnTo>
                  <a:lnTo>
                    <a:pt x="128" y="1524"/>
                  </a:lnTo>
                  <a:cubicBezTo>
                    <a:pt x="168" y="1638"/>
                    <a:pt x="276" y="1708"/>
                    <a:pt x="391" y="1708"/>
                  </a:cubicBezTo>
                  <a:cubicBezTo>
                    <a:pt x="425" y="1708"/>
                    <a:pt x="460" y="1702"/>
                    <a:pt x="493" y="1689"/>
                  </a:cubicBezTo>
                  <a:lnTo>
                    <a:pt x="3372" y="606"/>
                  </a:lnTo>
                  <a:lnTo>
                    <a:pt x="314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85"/>
            <p:cNvSpPr/>
            <p:nvPr/>
          </p:nvSpPr>
          <p:spPr>
            <a:xfrm>
              <a:off x="4790787" y="1663424"/>
              <a:ext cx="236017" cy="146092"/>
            </a:xfrm>
            <a:custGeom>
              <a:rect b="b" l="l" r="r" t="t"/>
              <a:pathLst>
                <a:path extrusionOk="0" h="5613" w="9068">
                  <a:moveTo>
                    <a:pt x="8068" y="1"/>
                  </a:moveTo>
                  <a:cubicBezTo>
                    <a:pt x="7706" y="1"/>
                    <a:pt x="7413" y="292"/>
                    <a:pt x="7379" y="324"/>
                  </a:cubicBezTo>
                  <a:lnTo>
                    <a:pt x="4997" y="2302"/>
                  </a:lnTo>
                  <a:lnTo>
                    <a:pt x="4994" y="2298"/>
                  </a:lnTo>
                  <a:cubicBezTo>
                    <a:pt x="4994" y="2298"/>
                    <a:pt x="4958" y="1619"/>
                    <a:pt x="4248" y="1619"/>
                  </a:cubicBezTo>
                  <a:cubicBezTo>
                    <a:pt x="3699" y="1619"/>
                    <a:pt x="3283" y="1617"/>
                    <a:pt x="2960" y="1617"/>
                  </a:cubicBezTo>
                  <a:cubicBezTo>
                    <a:pt x="2114" y="1617"/>
                    <a:pt x="1897" y="1633"/>
                    <a:pt x="1584" y="1753"/>
                  </a:cubicBezTo>
                  <a:lnTo>
                    <a:pt x="1" y="2407"/>
                  </a:lnTo>
                  <a:lnTo>
                    <a:pt x="1208" y="5612"/>
                  </a:lnTo>
                  <a:cubicBezTo>
                    <a:pt x="2166" y="5214"/>
                    <a:pt x="2099" y="5168"/>
                    <a:pt x="3065" y="5168"/>
                  </a:cubicBezTo>
                  <a:cubicBezTo>
                    <a:pt x="3354" y="5168"/>
                    <a:pt x="3736" y="5173"/>
                    <a:pt x="4265" y="5173"/>
                  </a:cubicBezTo>
                  <a:cubicBezTo>
                    <a:pt x="4536" y="5159"/>
                    <a:pt x="5145" y="5067"/>
                    <a:pt x="5599" y="4543"/>
                  </a:cubicBezTo>
                  <a:lnTo>
                    <a:pt x="8530" y="1397"/>
                  </a:lnTo>
                  <a:cubicBezTo>
                    <a:pt x="8621" y="1292"/>
                    <a:pt x="9068" y="704"/>
                    <a:pt x="8565" y="212"/>
                  </a:cubicBezTo>
                  <a:cubicBezTo>
                    <a:pt x="8396" y="56"/>
                    <a:pt x="8226" y="1"/>
                    <a:pt x="8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85"/>
            <p:cNvSpPr/>
            <p:nvPr/>
          </p:nvSpPr>
          <p:spPr>
            <a:xfrm>
              <a:off x="4790787" y="1719201"/>
              <a:ext cx="47917" cy="90315"/>
            </a:xfrm>
            <a:custGeom>
              <a:rect b="b" l="l" r="r" t="t"/>
              <a:pathLst>
                <a:path extrusionOk="0" h="3470" w="1841">
                  <a:moveTo>
                    <a:pt x="634" y="0"/>
                  </a:moveTo>
                  <a:lnTo>
                    <a:pt x="1" y="264"/>
                  </a:lnTo>
                  <a:lnTo>
                    <a:pt x="1208" y="3469"/>
                  </a:lnTo>
                  <a:lnTo>
                    <a:pt x="1841" y="3206"/>
                  </a:lnTo>
                  <a:lnTo>
                    <a:pt x="634"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85"/>
            <p:cNvSpPr/>
            <p:nvPr/>
          </p:nvSpPr>
          <p:spPr>
            <a:xfrm>
              <a:off x="4752709" y="1715115"/>
              <a:ext cx="73840" cy="118946"/>
            </a:xfrm>
            <a:custGeom>
              <a:rect b="b" l="l" r="r" t="t"/>
              <a:pathLst>
                <a:path extrusionOk="0" h="4570" w="2837">
                  <a:moveTo>
                    <a:pt x="1168" y="0"/>
                  </a:moveTo>
                  <a:cubicBezTo>
                    <a:pt x="1139" y="0"/>
                    <a:pt x="1109" y="5"/>
                    <a:pt x="1080" y="16"/>
                  </a:cubicBezTo>
                  <a:lnTo>
                    <a:pt x="0" y="425"/>
                  </a:lnTo>
                  <a:lnTo>
                    <a:pt x="1562" y="4569"/>
                  </a:lnTo>
                  <a:lnTo>
                    <a:pt x="2643" y="4161"/>
                  </a:lnTo>
                  <a:cubicBezTo>
                    <a:pt x="2773" y="4112"/>
                    <a:pt x="2836" y="3968"/>
                    <a:pt x="2790" y="3841"/>
                  </a:cubicBezTo>
                  <a:lnTo>
                    <a:pt x="1404" y="164"/>
                  </a:lnTo>
                  <a:cubicBezTo>
                    <a:pt x="1366" y="63"/>
                    <a:pt x="1270" y="0"/>
                    <a:pt x="116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85"/>
            <p:cNvSpPr/>
            <p:nvPr/>
          </p:nvSpPr>
          <p:spPr>
            <a:xfrm>
              <a:off x="4787508" y="1804545"/>
              <a:ext cx="39119" cy="29515"/>
            </a:xfrm>
            <a:custGeom>
              <a:rect b="b" l="l" r="r" t="t"/>
              <a:pathLst>
                <a:path extrusionOk="0" h="1134" w="1503">
                  <a:moveTo>
                    <a:pt x="1298" y="0"/>
                  </a:moveTo>
                  <a:cubicBezTo>
                    <a:pt x="1270" y="36"/>
                    <a:pt x="1228" y="67"/>
                    <a:pt x="1182" y="85"/>
                  </a:cubicBezTo>
                  <a:lnTo>
                    <a:pt x="0" y="528"/>
                  </a:lnTo>
                  <a:lnTo>
                    <a:pt x="225" y="1133"/>
                  </a:lnTo>
                  <a:lnTo>
                    <a:pt x="1306" y="725"/>
                  </a:lnTo>
                  <a:cubicBezTo>
                    <a:pt x="1436" y="679"/>
                    <a:pt x="1503" y="532"/>
                    <a:pt x="1453" y="401"/>
                  </a:cubicBezTo>
                  <a:lnTo>
                    <a:pt x="12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85"/>
            <p:cNvSpPr/>
            <p:nvPr/>
          </p:nvSpPr>
          <p:spPr>
            <a:xfrm>
              <a:off x="4817726" y="1606008"/>
              <a:ext cx="29151" cy="50311"/>
            </a:xfrm>
            <a:custGeom>
              <a:rect b="b" l="l" r="r" t="t"/>
              <a:pathLst>
                <a:path extrusionOk="0" h="1933" w="1120">
                  <a:moveTo>
                    <a:pt x="532" y="387"/>
                  </a:moveTo>
                  <a:lnTo>
                    <a:pt x="532" y="743"/>
                  </a:lnTo>
                  <a:cubicBezTo>
                    <a:pt x="391" y="686"/>
                    <a:pt x="345" y="641"/>
                    <a:pt x="345" y="553"/>
                  </a:cubicBezTo>
                  <a:cubicBezTo>
                    <a:pt x="345" y="451"/>
                    <a:pt x="433" y="405"/>
                    <a:pt x="532" y="387"/>
                  </a:cubicBezTo>
                  <a:close/>
                  <a:moveTo>
                    <a:pt x="655" y="1116"/>
                  </a:moveTo>
                  <a:cubicBezTo>
                    <a:pt x="802" y="1179"/>
                    <a:pt x="831" y="1249"/>
                    <a:pt x="831" y="1334"/>
                  </a:cubicBezTo>
                  <a:cubicBezTo>
                    <a:pt x="834" y="1439"/>
                    <a:pt x="760" y="1503"/>
                    <a:pt x="655" y="1524"/>
                  </a:cubicBezTo>
                  <a:lnTo>
                    <a:pt x="655" y="1116"/>
                  </a:lnTo>
                  <a:close/>
                  <a:moveTo>
                    <a:pt x="591" y="0"/>
                  </a:moveTo>
                  <a:cubicBezTo>
                    <a:pt x="556" y="0"/>
                    <a:pt x="514" y="25"/>
                    <a:pt x="514" y="60"/>
                  </a:cubicBezTo>
                  <a:lnTo>
                    <a:pt x="514" y="127"/>
                  </a:lnTo>
                  <a:cubicBezTo>
                    <a:pt x="236" y="162"/>
                    <a:pt x="57" y="310"/>
                    <a:pt x="57" y="584"/>
                  </a:cubicBezTo>
                  <a:cubicBezTo>
                    <a:pt x="57" y="873"/>
                    <a:pt x="268" y="964"/>
                    <a:pt x="514" y="1059"/>
                  </a:cubicBezTo>
                  <a:lnTo>
                    <a:pt x="514" y="1527"/>
                  </a:lnTo>
                  <a:cubicBezTo>
                    <a:pt x="387" y="1513"/>
                    <a:pt x="331" y="1464"/>
                    <a:pt x="211" y="1376"/>
                  </a:cubicBezTo>
                  <a:cubicBezTo>
                    <a:pt x="188" y="1358"/>
                    <a:pt x="166" y="1350"/>
                    <a:pt x="144" y="1350"/>
                  </a:cubicBezTo>
                  <a:cubicBezTo>
                    <a:pt x="110" y="1350"/>
                    <a:pt x="79" y="1371"/>
                    <a:pt x="53" y="1408"/>
                  </a:cubicBezTo>
                  <a:cubicBezTo>
                    <a:pt x="0" y="1468"/>
                    <a:pt x="0" y="1556"/>
                    <a:pt x="53" y="1615"/>
                  </a:cubicBezTo>
                  <a:cubicBezTo>
                    <a:pt x="145" y="1738"/>
                    <a:pt x="338" y="1805"/>
                    <a:pt x="514" y="1805"/>
                  </a:cubicBezTo>
                  <a:lnTo>
                    <a:pt x="514" y="1872"/>
                  </a:lnTo>
                  <a:cubicBezTo>
                    <a:pt x="514" y="1907"/>
                    <a:pt x="553" y="1932"/>
                    <a:pt x="595" y="1932"/>
                  </a:cubicBezTo>
                  <a:cubicBezTo>
                    <a:pt x="634" y="1932"/>
                    <a:pt x="672" y="1907"/>
                    <a:pt x="672" y="1872"/>
                  </a:cubicBezTo>
                  <a:lnTo>
                    <a:pt x="672" y="1802"/>
                  </a:lnTo>
                  <a:cubicBezTo>
                    <a:pt x="922" y="1763"/>
                    <a:pt x="1119" y="1605"/>
                    <a:pt x="1119" y="1302"/>
                  </a:cubicBezTo>
                  <a:cubicBezTo>
                    <a:pt x="1119" y="1014"/>
                    <a:pt x="940" y="894"/>
                    <a:pt x="672" y="796"/>
                  </a:cubicBezTo>
                  <a:lnTo>
                    <a:pt x="672" y="380"/>
                  </a:lnTo>
                  <a:cubicBezTo>
                    <a:pt x="732" y="384"/>
                    <a:pt x="792" y="401"/>
                    <a:pt x="848" y="430"/>
                  </a:cubicBezTo>
                  <a:cubicBezTo>
                    <a:pt x="874" y="442"/>
                    <a:pt x="915" y="468"/>
                    <a:pt x="956" y="468"/>
                  </a:cubicBezTo>
                  <a:cubicBezTo>
                    <a:pt x="987" y="468"/>
                    <a:pt x="1018" y="453"/>
                    <a:pt x="1045" y="409"/>
                  </a:cubicBezTo>
                  <a:cubicBezTo>
                    <a:pt x="1077" y="356"/>
                    <a:pt x="1098" y="271"/>
                    <a:pt x="1035" y="219"/>
                  </a:cubicBezTo>
                  <a:cubicBezTo>
                    <a:pt x="943" y="145"/>
                    <a:pt x="785" y="120"/>
                    <a:pt x="672" y="120"/>
                  </a:cubicBezTo>
                  <a:lnTo>
                    <a:pt x="672" y="60"/>
                  </a:lnTo>
                  <a:cubicBezTo>
                    <a:pt x="672" y="25"/>
                    <a:pt x="630" y="0"/>
                    <a:pt x="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85"/>
            <p:cNvSpPr/>
            <p:nvPr/>
          </p:nvSpPr>
          <p:spPr>
            <a:xfrm>
              <a:off x="4870926" y="1557284"/>
              <a:ext cx="87036" cy="83809"/>
            </a:xfrm>
            <a:custGeom>
              <a:rect b="b" l="l" r="r" t="t"/>
              <a:pathLst>
                <a:path extrusionOk="0" h="3220" w="3344">
                  <a:moveTo>
                    <a:pt x="1727" y="400"/>
                  </a:moveTo>
                  <a:cubicBezTo>
                    <a:pt x="2348" y="400"/>
                    <a:pt x="2943" y="883"/>
                    <a:pt x="2945" y="1612"/>
                  </a:cubicBezTo>
                  <a:cubicBezTo>
                    <a:pt x="2942" y="2277"/>
                    <a:pt x="2404" y="2819"/>
                    <a:pt x="1735" y="2819"/>
                  </a:cubicBezTo>
                  <a:cubicBezTo>
                    <a:pt x="658" y="2819"/>
                    <a:pt x="120" y="1517"/>
                    <a:pt x="880" y="757"/>
                  </a:cubicBezTo>
                  <a:cubicBezTo>
                    <a:pt x="1127" y="510"/>
                    <a:pt x="1430" y="400"/>
                    <a:pt x="1727" y="400"/>
                  </a:cubicBezTo>
                  <a:close/>
                  <a:moveTo>
                    <a:pt x="1735" y="1"/>
                  </a:moveTo>
                  <a:cubicBezTo>
                    <a:pt x="1084" y="1"/>
                    <a:pt x="497" y="395"/>
                    <a:pt x="247" y="996"/>
                  </a:cubicBezTo>
                  <a:cubicBezTo>
                    <a:pt x="0" y="1594"/>
                    <a:pt x="138" y="2288"/>
                    <a:pt x="599" y="2748"/>
                  </a:cubicBezTo>
                  <a:cubicBezTo>
                    <a:pt x="904" y="3056"/>
                    <a:pt x="1315" y="3220"/>
                    <a:pt x="1734" y="3220"/>
                  </a:cubicBezTo>
                  <a:cubicBezTo>
                    <a:pt x="1942" y="3220"/>
                    <a:pt x="2151" y="3180"/>
                    <a:pt x="2351" y="3097"/>
                  </a:cubicBezTo>
                  <a:cubicBezTo>
                    <a:pt x="2952" y="2847"/>
                    <a:pt x="3343" y="2263"/>
                    <a:pt x="3343" y="1612"/>
                  </a:cubicBezTo>
                  <a:cubicBezTo>
                    <a:pt x="3343" y="722"/>
                    <a:pt x="2622" y="4"/>
                    <a:pt x="1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85"/>
            <p:cNvSpPr/>
            <p:nvPr/>
          </p:nvSpPr>
          <p:spPr>
            <a:xfrm>
              <a:off x="4765723" y="1540132"/>
              <a:ext cx="208819" cy="149684"/>
            </a:xfrm>
            <a:custGeom>
              <a:rect b="b" l="l" r="r" t="t"/>
              <a:pathLst>
                <a:path extrusionOk="0" h="5751" w="8023">
                  <a:moveTo>
                    <a:pt x="2564" y="2271"/>
                  </a:moveTo>
                  <a:cubicBezTo>
                    <a:pt x="2957" y="2271"/>
                    <a:pt x="3339" y="2463"/>
                    <a:pt x="3571" y="2809"/>
                  </a:cubicBezTo>
                  <a:cubicBezTo>
                    <a:pt x="3613" y="2985"/>
                    <a:pt x="3680" y="3158"/>
                    <a:pt x="3765" y="3320"/>
                  </a:cubicBezTo>
                  <a:cubicBezTo>
                    <a:pt x="3772" y="3372"/>
                    <a:pt x="3775" y="3425"/>
                    <a:pt x="3779" y="3478"/>
                  </a:cubicBezTo>
                  <a:lnTo>
                    <a:pt x="3775" y="3478"/>
                  </a:lnTo>
                  <a:cubicBezTo>
                    <a:pt x="3775" y="4079"/>
                    <a:pt x="3335" y="4590"/>
                    <a:pt x="2744" y="4678"/>
                  </a:cubicBezTo>
                  <a:cubicBezTo>
                    <a:pt x="2684" y="4687"/>
                    <a:pt x="2624" y="4691"/>
                    <a:pt x="2565" y="4691"/>
                  </a:cubicBezTo>
                  <a:cubicBezTo>
                    <a:pt x="2039" y="4691"/>
                    <a:pt x="1565" y="4349"/>
                    <a:pt x="1407" y="3833"/>
                  </a:cubicBezTo>
                  <a:cubicBezTo>
                    <a:pt x="1235" y="3260"/>
                    <a:pt x="1506" y="2644"/>
                    <a:pt x="2048" y="2387"/>
                  </a:cubicBezTo>
                  <a:cubicBezTo>
                    <a:pt x="2214" y="2308"/>
                    <a:pt x="2390" y="2271"/>
                    <a:pt x="2564" y="2271"/>
                  </a:cubicBezTo>
                  <a:close/>
                  <a:moveTo>
                    <a:pt x="2568" y="1610"/>
                  </a:moveTo>
                  <a:cubicBezTo>
                    <a:pt x="2910" y="1610"/>
                    <a:pt x="3247" y="1705"/>
                    <a:pt x="3539" y="1884"/>
                  </a:cubicBezTo>
                  <a:cubicBezTo>
                    <a:pt x="3525" y="1979"/>
                    <a:pt x="3515" y="2077"/>
                    <a:pt x="3508" y="2176"/>
                  </a:cubicBezTo>
                  <a:cubicBezTo>
                    <a:pt x="3227" y="1973"/>
                    <a:pt x="2898" y="1872"/>
                    <a:pt x="2568" y="1872"/>
                  </a:cubicBezTo>
                  <a:cubicBezTo>
                    <a:pt x="2223" y="1872"/>
                    <a:pt x="1878" y="1983"/>
                    <a:pt x="1590" y="2204"/>
                  </a:cubicBezTo>
                  <a:cubicBezTo>
                    <a:pt x="1027" y="2633"/>
                    <a:pt x="813" y="3383"/>
                    <a:pt x="1062" y="4048"/>
                  </a:cubicBezTo>
                  <a:cubicBezTo>
                    <a:pt x="1299" y="4678"/>
                    <a:pt x="1902" y="5090"/>
                    <a:pt x="2566" y="5090"/>
                  </a:cubicBezTo>
                  <a:cubicBezTo>
                    <a:pt x="2603" y="5090"/>
                    <a:pt x="2640" y="5088"/>
                    <a:pt x="2677" y="5086"/>
                  </a:cubicBezTo>
                  <a:cubicBezTo>
                    <a:pt x="3385" y="5037"/>
                    <a:pt x="3979" y="4530"/>
                    <a:pt x="4137" y="3837"/>
                  </a:cubicBezTo>
                  <a:cubicBezTo>
                    <a:pt x="4204" y="3907"/>
                    <a:pt x="4275" y="3974"/>
                    <a:pt x="4352" y="4037"/>
                  </a:cubicBezTo>
                  <a:cubicBezTo>
                    <a:pt x="4141" y="4709"/>
                    <a:pt x="3571" y="5209"/>
                    <a:pt x="2874" y="5325"/>
                  </a:cubicBezTo>
                  <a:cubicBezTo>
                    <a:pt x="2772" y="5342"/>
                    <a:pt x="2669" y="5351"/>
                    <a:pt x="2567" y="5351"/>
                  </a:cubicBezTo>
                  <a:cubicBezTo>
                    <a:pt x="1979" y="5351"/>
                    <a:pt x="1416" y="5072"/>
                    <a:pt x="1062" y="4586"/>
                  </a:cubicBezTo>
                  <a:cubicBezTo>
                    <a:pt x="151" y="3351"/>
                    <a:pt x="1034" y="1610"/>
                    <a:pt x="2568" y="1610"/>
                  </a:cubicBezTo>
                  <a:close/>
                  <a:moveTo>
                    <a:pt x="5777" y="1"/>
                  </a:moveTo>
                  <a:cubicBezTo>
                    <a:pt x="4831" y="1"/>
                    <a:pt x="3980" y="589"/>
                    <a:pt x="3648" y="1486"/>
                  </a:cubicBezTo>
                  <a:cubicBezTo>
                    <a:pt x="3300" y="1297"/>
                    <a:pt x="2929" y="1209"/>
                    <a:pt x="2566" y="1209"/>
                  </a:cubicBezTo>
                  <a:cubicBezTo>
                    <a:pt x="1569" y="1209"/>
                    <a:pt x="628" y="1870"/>
                    <a:pt x="362" y="2922"/>
                  </a:cubicBezTo>
                  <a:cubicBezTo>
                    <a:pt x="0" y="4356"/>
                    <a:pt x="1081" y="5751"/>
                    <a:pt x="2563" y="5751"/>
                  </a:cubicBezTo>
                  <a:cubicBezTo>
                    <a:pt x="2565" y="5751"/>
                    <a:pt x="2566" y="5751"/>
                    <a:pt x="2568" y="5751"/>
                  </a:cubicBezTo>
                  <a:cubicBezTo>
                    <a:pt x="2571" y="5751"/>
                    <a:pt x="2574" y="5751"/>
                    <a:pt x="2577" y="5751"/>
                  </a:cubicBezTo>
                  <a:cubicBezTo>
                    <a:pt x="3523" y="5751"/>
                    <a:pt x="4371" y="5157"/>
                    <a:pt x="4697" y="4266"/>
                  </a:cubicBezTo>
                  <a:cubicBezTo>
                    <a:pt x="5035" y="4450"/>
                    <a:pt x="5407" y="4540"/>
                    <a:pt x="5776" y="4540"/>
                  </a:cubicBezTo>
                  <a:cubicBezTo>
                    <a:pt x="6283" y="4540"/>
                    <a:pt x="6788" y="4370"/>
                    <a:pt x="7199" y="4041"/>
                  </a:cubicBezTo>
                  <a:cubicBezTo>
                    <a:pt x="7596" y="3721"/>
                    <a:pt x="7874" y="3277"/>
                    <a:pt x="7990" y="2781"/>
                  </a:cubicBezTo>
                  <a:cubicBezTo>
                    <a:pt x="8023" y="2630"/>
                    <a:pt x="7904" y="2536"/>
                    <a:pt x="7788" y="2536"/>
                  </a:cubicBezTo>
                  <a:cubicBezTo>
                    <a:pt x="7705" y="2536"/>
                    <a:pt x="7623" y="2584"/>
                    <a:pt x="7600" y="2693"/>
                  </a:cubicBezTo>
                  <a:cubicBezTo>
                    <a:pt x="7424" y="3446"/>
                    <a:pt x="6805" y="4013"/>
                    <a:pt x="6045" y="4122"/>
                  </a:cubicBezTo>
                  <a:cubicBezTo>
                    <a:pt x="5956" y="4134"/>
                    <a:pt x="5868" y="4141"/>
                    <a:pt x="5780" y="4141"/>
                  </a:cubicBezTo>
                  <a:cubicBezTo>
                    <a:pt x="5112" y="4141"/>
                    <a:pt x="4484" y="3780"/>
                    <a:pt x="4152" y="3189"/>
                  </a:cubicBezTo>
                  <a:cubicBezTo>
                    <a:pt x="4116" y="2999"/>
                    <a:pt x="4046" y="2816"/>
                    <a:pt x="3947" y="2655"/>
                  </a:cubicBezTo>
                  <a:cubicBezTo>
                    <a:pt x="3750" y="1655"/>
                    <a:pt x="4387" y="684"/>
                    <a:pt x="5380" y="466"/>
                  </a:cubicBezTo>
                  <a:cubicBezTo>
                    <a:pt x="5515" y="436"/>
                    <a:pt x="5650" y="422"/>
                    <a:pt x="5783" y="422"/>
                  </a:cubicBezTo>
                  <a:cubicBezTo>
                    <a:pt x="6627" y="422"/>
                    <a:pt x="7390" y="995"/>
                    <a:pt x="7600" y="1849"/>
                  </a:cubicBezTo>
                  <a:cubicBezTo>
                    <a:pt x="7623" y="1958"/>
                    <a:pt x="7705" y="2006"/>
                    <a:pt x="7788" y="2006"/>
                  </a:cubicBezTo>
                  <a:cubicBezTo>
                    <a:pt x="7904" y="2006"/>
                    <a:pt x="8023" y="1912"/>
                    <a:pt x="7990" y="1761"/>
                  </a:cubicBezTo>
                  <a:cubicBezTo>
                    <a:pt x="7762" y="783"/>
                    <a:pt x="6921" y="68"/>
                    <a:pt x="5921" y="5"/>
                  </a:cubicBezTo>
                  <a:cubicBezTo>
                    <a:pt x="5873" y="2"/>
                    <a:pt x="5825" y="1"/>
                    <a:pt x="5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85"/>
            <p:cNvSpPr/>
            <p:nvPr/>
          </p:nvSpPr>
          <p:spPr>
            <a:xfrm>
              <a:off x="4901612" y="1574514"/>
              <a:ext cx="28760" cy="50285"/>
            </a:xfrm>
            <a:custGeom>
              <a:rect b="b" l="l" r="r" t="t"/>
              <a:pathLst>
                <a:path extrusionOk="0" h="1932" w="1105">
                  <a:moveTo>
                    <a:pt x="521" y="387"/>
                  </a:moveTo>
                  <a:lnTo>
                    <a:pt x="521" y="742"/>
                  </a:lnTo>
                  <a:cubicBezTo>
                    <a:pt x="377" y="686"/>
                    <a:pt x="331" y="640"/>
                    <a:pt x="331" y="552"/>
                  </a:cubicBezTo>
                  <a:cubicBezTo>
                    <a:pt x="331" y="450"/>
                    <a:pt x="419" y="401"/>
                    <a:pt x="521" y="387"/>
                  </a:cubicBezTo>
                  <a:close/>
                  <a:moveTo>
                    <a:pt x="641" y="1115"/>
                  </a:moveTo>
                  <a:cubicBezTo>
                    <a:pt x="788" y="1179"/>
                    <a:pt x="816" y="1249"/>
                    <a:pt x="816" y="1330"/>
                  </a:cubicBezTo>
                  <a:cubicBezTo>
                    <a:pt x="820" y="1439"/>
                    <a:pt x="750" y="1502"/>
                    <a:pt x="641" y="1524"/>
                  </a:cubicBezTo>
                  <a:lnTo>
                    <a:pt x="641" y="1115"/>
                  </a:lnTo>
                  <a:close/>
                  <a:moveTo>
                    <a:pt x="581" y="0"/>
                  </a:moveTo>
                  <a:cubicBezTo>
                    <a:pt x="546" y="0"/>
                    <a:pt x="500" y="25"/>
                    <a:pt x="500" y="60"/>
                  </a:cubicBezTo>
                  <a:lnTo>
                    <a:pt x="500" y="127"/>
                  </a:lnTo>
                  <a:cubicBezTo>
                    <a:pt x="225" y="162"/>
                    <a:pt x="42" y="313"/>
                    <a:pt x="42" y="588"/>
                  </a:cubicBezTo>
                  <a:cubicBezTo>
                    <a:pt x="42" y="883"/>
                    <a:pt x="271" y="975"/>
                    <a:pt x="500" y="1059"/>
                  </a:cubicBezTo>
                  <a:lnTo>
                    <a:pt x="500" y="1527"/>
                  </a:lnTo>
                  <a:cubicBezTo>
                    <a:pt x="373" y="1513"/>
                    <a:pt x="310" y="1457"/>
                    <a:pt x="197" y="1376"/>
                  </a:cubicBezTo>
                  <a:cubicBezTo>
                    <a:pt x="174" y="1358"/>
                    <a:pt x="152" y="1350"/>
                    <a:pt x="132" y="1350"/>
                  </a:cubicBezTo>
                  <a:cubicBezTo>
                    <a:pt x="55" y="1350"/>
                    <a:pt x="0" y="1455"/>
                    <a:pt x="0" y="1516"/>
                  </a:cubicBezTo>
                  <a:cubicBezTo>
                    <a:pt x="4" y="1552"/>
                    <a:pt x="14" y="1587"/>
                    <a:pt x="39" y="1615"/>
                  </a:cubicBezTo>
                  <a:cubicBezTo>
                    <a:pt x="130" y="1742"/>
                    <a:pt x="331" y="1805"/>
                    <a:pt x="500" y="1805"/>
                  </a:cubicBezTo>
                  <a:lnTo>
                    <a:pt x="500" y="1872"/>
                  </a:lnTo>
                  <a:cubicBezTo>
                    <a:pt x="500" y="1907"/>
                    <a:pt x="539" y="1932"/>
                    <a:pt x="581" y="1932"/>
                  </a:cubicBezTo>
                  <a:cubicBezTo>
                    <a:pt x="623" y="1932"/>
                    <a:pt x="662" y="1907"/>
                    <a:pt x="662" y="1872"/>
                  </a:cubicBezTo>
                  <a:lnTo>
                    <a:pt x="662" y="1801"/>
                  </a:lnTo>
                  <a:cubicBezTo>
                    <a:pt x="908" y="1763"/>
                    <a:pt x="1105" y="1604"/>
                    <a:pt x="1105" y="1302"/>
                  </a:cubicBezTo>
                  <a:cubicBezTo>
                    <a:pt x="1105" y="1006"/>
                    <a:pt x="915" y="890"/>
                    <a:pt x="662" y="795"/>
                  </a:cubicBezTo>
                  <a:lnTo>
                    <a:pt x="662" y="384"/>
                  </a:lnTo>
                  <a:cubicBezTo>
                    <a:pt x="743" y="391"/>
                    <a:pt x="820" y="415"/>
                    <a:pt x="890" y="457"/>
                  </a:cubicBezTo>
                  <a:cubicBezTo>
                    <a:pt x="905" y="465"/>
                    <a:pt x="922" y="469"/>
                    <a:pt x="938" y="469"/>
                  </a:cubicBezTo>
                  <a:cubicBezTo>
                    <a:pt x="978" y="469"/>
                    <a:pt x="1017" y="446"/>
                    <a:pt x="1035" y="408"/>
                  </a:cubicBezTo>
                  <a:cubicBezTo>
                    <a:pt x="1066" y="355"/>
                    <a:pt x="1087" y="271"/>
                    <a:pt x="1024" y="218"/>
                  </a:cubicBezTo>
                  <a:cubicBezTo>
                    <a:pt x="936" y="144"/>
                    <a:pt x="778" y="120"/>
                    <a:pt x="662" y="120"/>
                  </a:cubicBezTo>
                  <a:lnTo>
                    <a:pt x="662" y="60"/>
                  </a:lnTo>
                  <a:cubicBezTo>
                    <a:pt x="662" y="25"/>
                    <a:pt x="61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85"/>
            <p:cNvSpPr/>
            <p:nvPr/>
          </p:nvSpPr>
          <p:spPr>
            <a:xfrm>
              <a:off x="4667521" y="1657932"/>
              <a:ext cx="363786" cy="209183"/>
            </a:xfrm>
            <a:custGeom>
              <a:rect b="b" l="l" r="r" t="t"/>
              <a:pathLst>
                <a:path extrusionOk="0" h="8037" w="13977">
                  <a:moveTo>
                    <a:pt x="4446" y="2384"/>
                  </a:moveTo>
                  <a:cubicBezTo>
                    <a:pt x="4467" y="2384"/>
                    <a:pt x="4488" y="2395"/>
                    <a:pt x="4494" y="2418"/>
                  </a:cubicBezTo>
                  <a:lnTo>
                    <a:pt x="5880" y="6094"/>
                  </a:lnTo>
                  <a:cubicBezTo>
                    <a:pt x="5891" y="6119"/>
                    <a:pt x="5877" y="6147"/>
                    <a:pt x="5852" y="6158"/>
                  </a:cubicBezTo>
                  <a:lnTo>
                    <a:pt x="4958" y="6495"/>
                  </a:lnTo>
                  <a:lnTo>
                    <a:pt x="3541" y="2724"/>
                  </a:lnTo>
                  <a:lnTo>
                    <a:pt x="4431" y="2386"/>
                  </a:lnTo>
                  <a:cubicBezTo>
                    <a:pt x="4436" y="2384"/>
                    <a:pt x="4441" y="2384"/>
                    <a:pt x="4446" y="2384"/>
                  </a:cubicBezTo>
                  <a:close/>
                  <a:moveTo>
                    <a:pt x="3161" y="2864"/>
                  </a:moveTo>
                  <a:lnTo>
                    <a:pt x="4582" y="6636"/>
                  </a:lnTo>
                  <a:lnTo>
                    <a:pt x="1943" y="7632"/>
                  </a:lnTo>
                  <a:cubicBezTo>
                    <a:pt x="1932" y="7636"/>
                    <a:pt x="1921" y="7638"/>
                    <a:pt x="1910" y="7638"/>
                  </a:cubicBezTo>
                  <a:cubicBezTo>
                    <a:pt x="1876" y="7638"/>
                    <a:pt x="1845" y="7617"/>
                    <a:pt x="1834" y="7583"/>
                  </a:cubicBezTo>
                  <a:lnTo>
                    <a:pt x="469" y="3969"/>
                  </a:lnTo>
                  <a:cubicBezTo>
                    <a:pt x="455" y="3927"/>
                    <a:pt x="476" y="3878"/>
                    <a:pt x="518" y="3860"/>
                  </a:cubicBezTo>
                  <a:lnTo>
                    <a:pt x="3161" y="2864"/>
                  </a:lnTo>
                  <a:close/>
                  <a:moveTo>
                    <a:pt x="12814" y="1"/>
                  </a:moveTo>
                  <a:cubicBezTo>
                    <a:pt x="12507" y="1"/>
                    <a:pt x="12213" y="161"/>
                    <a:pt x="11992" y="370"/>
                  </a:cubicBezTo>
                  <a:lnTo>
                    <a:pt x="9853" y="2143"/>
                  </a:lnTo>
                  <a:cubicBezTo>
                    <a:pt x="9733" y="1879"/>
                    <a:pt x="9476" y="1619"/>
                    <a:pt x="8991" y="1619"/>
                  </a:cubicBezTo>
                  <a:cubicBezTo>
                    <a:pt x="8429" y="1619"/>
                    <a:pt x="8004" y="1616"/>
                    <a:pt x="7673" y="1616"/>
                  </a:cubicBezTo>
                  <a:cubicBezTo>
                    <a:pt x="6829" y="1616"/>
                    <a:pt x="6594" y="1634"/>
                    <a:pt x="6253" y="1763"/>
                  </a:cubicBezTo>
                  <a:lnTo>
                    <a:pt x="6250" y="1763"/>
                  </a:lnTo>
                  <a:lnTo>
                    <a:pt x="4888" y="2326"/>
                  </a:lnTo>
                  <a:lnTo>
                    <a:pt x="4871" y="2277"/>
                  </a:lnTo>
                  <a:cubicBezTo>
                    <a:pt x="4802" y="2096"/>
                    <a:pt x="4630" y="1984"/>
                    <a:pt x="4447" y="1984"/>
                  </a:cubicBezTo>
                  <a:cubicBezTo>
                    <a:pt x="4395" y="1984"/>
                    <a:pt x="4342" y="1993"/>
                    <a:pt x="4290" y="2013"/>
                  </a:cubicBezTo>
                  <a:lnTo>
                    <a:pt x="381" y="3487"/>
                  </a:lnTo>
                  <a:cubicBezTo>
                    <a:pt x="128" y="3579"/>
                    <a:pt x="1" y="3860"/>
                    <a:pt x="96" y="4110"/>
                  </a:cubicBezTo>
                  <a:lnTo>
                    <a:pt x="1461" y="7723"/>
                  </a:lnTo>
                  <a:cubicBezTo>
                    <a:pt x="1532" y="7917"/>
                    <a:pt x="1717" y="8036"/>
                    <a:pt x="1913" y="8036"/>
                  </a:cubicBezTo>
                  <a:cubicBezTo>
                    <a:pt x="1970" y="8036"/>
                    <a:pt x="2028" y="8026"/>
                    <a:pt x="2084" y="8005"/>
                  </a:cubicBezTo>
                  <a:lnTo>
                    <a:pt x="5993" y="6534"/>
                  </a:lnTo>
                  <a:cubicBezTo>
                    <a:pt x="6225" y="6446"/>
                    <a:pt x="6345" y="6186"/>
                    <a:pt x="6257" y="5950"/>
                  </a:cubicBezTo>
                  <a:lnTo>
                    <a:pt x="6239" y="5904"/>
                  </a:lnTo>
                  <a:cubicBezTo>
                    <a:pt x="6946" y="5605"/>
                    <a:pt x="6964" y="5567"/>
                    <a:pt x="7699" y="5567"/>
                  </a:cubicBezTo>
                  <a:cubicBezTo>
                    <a:pt x="7956" y="5552"/>
                    <a:pt x="7956" y="5176"/>
                    <a:pt x="7699" y="5165"/>
                  </a:cubicBezTo>
                  <a:cubicBezTo>
                    <a:pt x="6901" y="5169"/>
                    <a:pt x="6830" y="5218"/>
                    <a:pt x="6098" y="5528"/>
                  </a:cubicBezTo>
                  <a:lnTo>
                    <a:pt x="5032" y="2699"/>
                  </a:lnTo>
                  <a:lnTo>
                    <a:pt x="6401" y="2136"/>
                  </a:lnTo>
                  <a:cubicBezTo>
                    <a:pt x="6679" y="2029"/>
                    <a:pt x="6878" y="2014"/>
                    <a:pt x="7658" y="2014"/>
                  </a:cubicBezTo>
                  <a:cubicBezTo>
                    <a:pt x="7984" y="2014"/>
                    <a:pt x="8412" y="2016"/>
                    <a:pt x="8991" y="2016"/>
                  </a:cubicBezTo>
                  <a:cubicBezTo>
                    <a:pt x="9212" y="2016"/>
                    <a:pt x="9360" y="2094"/>
                    <a:pt x="9455" y="2249"/>
                  </a:cubicBezTo>
                  <a:cubicBezTo>
                    <a:pt x="9501" y="2323"/>
                    <a:pt x="9529" y="2410"/>
                    <a:pt x="9540" y="2498"/>
                  </a:cubicBezTo>
                  <a:cubicBezTo>
                    <a:pt x="9536" y="2579"/>
                    <a:pt x="9487" y="2945"/>
                    <a:pt x="9128" y="3005"/>
                  </a:cubicBezTo>
                  <a:cubicBezTo>
                    <a:pt x="8579" y="3097"/>
                    <a:pt x="7397" y="3269"/>
                    <a:pt x="7383" y="3269"/>
                  </a:cubicBezTo>
                  <a:cubicBezTo>
                    <a:pt x="7143" y="3308"/>
                    <a:pt x="7168" y="3663"/>
                    <a:pt x="7411" y="3667"/>
                  </a:cubicBezTo>
                  <a:lnTo>
                    <a:pt x="7439" y="3667"/>
                  </a:lnTo>
                  <a:cubicBezTo>
                    <a:pt x="7453" y="3667"/>
                    <a:pt x="8642" y="3494"/>
                    <a:pt x="9195" y="3403"/>
                  </a:cubicBezTo>
                  <a:cubicBezTo>
                    <a:pt x="9701" y="3315"/>
                    <a:pt x="9891" y="2885"/>
                    <a:pt x="9934" y="2600"/>
                  </a:cubicBezTo>
                  <a:lnTo>
                    <a:pt x="12252" y="679"/>
                  </a:lnTo>
                  <a:lnTo>
                    <a:pt x="12259" y="672"/>
                  </a:lnTo>
                  <a:lnTo>
                    <a:pt x="12266" y="665"/>
                  </a:lnTo>
                  <a:cubicBezTo>
                    <a:pt x="12412" y="528"/>
                    <a:pt x="12602" y="403"/>
                    <a:pt x="12805" y="403"/>
                  </a:cubicBezTo>
                  <a:cubicBezTo>
                    <a:pt x="12926" y="403"/>
                    <a:pt x="13051" y="447"/>
                    <a:pt x="13174" y="560"/>
                  </a:cubicBezTo>
                  <a:cubicBezTo>
                    <a:pt x="13547" y="929"/>
                    <a:pt x="13202" y="1373"/>
                    <a:pt x="13125" y="1464"/>
                  </a:cubicBezTo>
                  <a:lnTo>
                    <a:pt x="10198" y="4606"/>
                  </a:lnTo>
                  <a:lnTo>
                    <a:pt x="10194" y="4613"/>
                  </a:lnTo>
                  <a:cubicBezTo>
                    <a:pt x="9782" y="5081"/>
                    <a:pt x="9230" y="5162"/>
                    <a:pt x="9005" y="5172"/>
                  </a:cubicBezTo>
                  <a:lnTo>
                    <a:pt x="8635" y="5172"/>
                  </a:lnTo>
                  <a:cubicBezTo>
                    <a:pt x="8382" y="5183"/>
                    <a:pt x="8382" y="5560"/>
                    <a:pt x="8635" y="5574"/>
                  </a:cubicBezTo>
                  <a:lnTo>
                    <a:pt x="9019" y="5574"/>
                  </a:lnTo>
                  <a:cubicBezTo>
                    <a:pt x="9293" y="5560"/>
                    <a:pt x="9979" y="5465"/>
                    <a:pt x="10493" y="4877"/>
                  </a:cubicBezTo>
                  <a:lnTo>
                    <a:pt x="13420" y="1728"/>
                  </a:lnTo>
                  <a:lnTo>
                    <a:pt x="13420" y="1724"/>
                  </a:lnTo>
                  <a:cubicBezTo>
                    <a:pt x="13681" y="1429"/>
                    <a:pt x="13976" y="788"/>
                    <a:pt x="13449" y="268"/>
                  </a:cubicBezTo>
                  <a:lnTo>
                    <a:pt x="13445" y="264"/>
                  </a:lnTo>
                  <a:cubicBezTo>
                    <a:pt x="13242" y="77"/>
                    <a:pt x="13025" y="1"/>
                    <a:pt x="128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0" name="Google Shape;17430;p85"/>
          <p:cNvGrpSpPr/>
          <p:nvPr/>
        </p:nvGrpSpPr>
        <p:grpSpPr>
          <a:xfrm>
            <a:off x="2293943" y="2937262"/>
            <a:ext cx="379065" cy="278130"/>
            <a:chOff x="2293943" y="2937262"/>
            <a:chExt cx="379065" cy="278130"/>
          </a:xfrm>
        </p:grpSpPr>
        <p:sp>
          <p:nvSpPr>
            <p:cNvPr id="17431" name="Google Shape;17431;p85"/>
            <p:cNvSpPr/>
            <p:nvPr/>
          </p:nvSpPr>
          <p:spPr>
            <a:xfrm>
              <a:off x="2317212" y="2942832"/>
              <a:ext cx="332345" cy="243357"/>
            </a:xfrm>
            <a:custGeom>
              <a:rect b="b" l="l" r="r" t="t"/>
              <a:pathLst>
                <a:path extrusionOk="0" h="9350" w="12769">
                  <a:moveTo>
                    <a:pt x="457" y="1"/>
                  </a:moveTo>
                  <a:cubicBezTo>
                    <a:pt x="204" y="1"/>
                    <a:pt x="0" y="205"/>
                    <a:pt x="0" y="455"/>
                  </a:cubicBezTo>
                  <a:lnTo>
                    <a:pt x="0" y="9349"/>
                  </a:lnTo>
                  <a:lnTo>
                    <a:pt x="12769" y="9349"/>
                  </a:lnTo>
                  <a:lnTo>
                    <a:pt x="12769" y="455"/>
                  </a:lnTo>
                  <a:cubicBezTo>
                    <a:pt x="12769" y="205"/>
                    <a:pt x="12565" y="1"/>
                    <a:pt x="1231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85"/>
            <p:cNvSpPr/>
            <p:nvPr/>
          </p:nvSpPr>
          <p:spPr>
            <a:xfrm>
              <a:off x="2340923" y="2966569"/>
              <a:ext cx="284923" cy="189949"/>
            </a:xfrm>
            <a:custGeom>
              <a:rect b="b" l="l" r="r" t="t"/>
              <a:pathLst>
                <a:path extrusionOk="0" h="7298" w="10947">
                  <a:moveTo>
                    <a:pt x="0" y="0"/>
                  </a:moveTo>
                  <a:lnTo>
                    <a:pt x="0" y="7297"/>
                  </a:lnTo>
                  <a:lnTo>
                    <a:pt x="10946" y="7297"/>
                  </a:lnTo>
                  <a:lnTo>
                    <a:pt x="10946"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85"/>
            <p:cNvSpPr/>
            <p:nvPr/>
          </p:nvSpPr>
          <p:spPr>
            <a:xfrm>
              <a:off x="2340923" y="3120860"/>
              <a:ext cx="166238" cy="35658"/>
            </a:xfrm>
            <a:custGeom>
              <a:rect b="b" l="l" r="r" t="t"/>
              <a:pathLst>
                <a:path extrusionOk="0" h="1370" w="6387">
                  <a:moveTo>
                    <a:pt x="0" y="1"/>
                  </a:moveTo>
                  <a:lnTo>
                    <a:pt x="0" y="1369"/>
                  </a:lnTo>
                  <a:lnTo>
                    <a:pt x="6386" y="1369"/>
                  </a:lnTo>
                  <a:lnTo>
                    <a:pt x="638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85"/>
            <p:cNvSpPr/>
            <p:nvPr/>
          </p:nvSpPr>
          <p:spPr>
            <a:xfrm>
              <a:off x="2382489" y="3049623"/>
              <a:ext cx="83106" cy="83184"/>
            </a:xfrm>
            <a:custGeom>
              <a:rect b="b" l="l" r="r" t="t"/>
              <a:pathLst>
                <a:path extrusionOk="0" h="3196" w="3193">
                  <a:moveTo>
                    <a:pt x="1141" y="0"/>
                  </a:moveTo>
                  <a:lnTo>
                    <a:pt x="1141" y="317"/>
                  </a:lnTo>
                  <a:cubicBezTo>
                    <a:pt x="1141" y="401"/>
                    <a:pt x="1092" y="482"/>
                    <a:pt x="1014" y="521"/>
                  </a:cubicBezTo>
                  <a:lnTo>
                    <a:pt x="437" y="746"/>
                  </a:lnTo>
                  <a:cubicBezTo>
                    <a:pt x="173" y="848"/>
                    <a:pt x="1" y="1102"/>
                    <a:pt x="1" y="1383"/>
                  </a:cubicBezTo>
                  <a:lnTo>
                    <a:pt x="1" y="2738"/>
                  </a:lnTo>
                  <a:cubicBezTo>
                    <a:pt x="1" y="2991"/>
                    <a:pt x="205" y="3195"/>
                    <a:pt x="458" y="3195"/>
                  </a:cubicBezTo>
                  <a:lnTo>
                    <a:pt x="2738" y="3195"/>
                  </a:lnTo>
                  <a:cubicBezTo>
                    <a:pt x="2988" y="3195"/>
                    <a:pt x="3192" y="2991"/>
                    <a:pt x="3192" y="2738"/>
                  </a:cubicBezTo>
                  <a:lnTo>
                    <a:pt x="3192" y="1383"/>
                  </a:lnTo>
                  <a:cubicBezTo>
                    <a:pt x="3192" y="1102"/>
                    <a:pt x="3020" y="848"/>
                    <a:pt x="2756" y="746"/>
                  </a:cubicBezTo>
                  <a:lnTo>
                    <a:pt x="2179" y="521"/>
                  </a:lnTo>
                  <a:cubicBezTo>
                    <a:pt x="2101" y="482"/>
                    <a:pt x="2052" y="401"/>
                    <a:pt x="2052" y="317"/>
                  </a:cubicBezTo>
                  <a:lnTo>
                    <a:pt x="205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85"/>
            <p:cNvSpPr/>
            <p:nvPr/>
          </p:nvSpPr>
          <p:spPr>
            <a:xfrm>
              <a:off x="2507135" y="2966569"/>
              <a:ext cx="118711" cy="94974"/>
            </a:xfrm>
            <a:custGeom>
              <a:rect b="b" l="l" r="r" t="t"/>
              <a:pathLst>
                <a:path extrusionOk="0" h="3649" w="4561">
                  <a:moveTo>
                    <a:pt x="0" y="0"/>
                  </a:moveTo>
                  <a:lnTo>
                    <a:pt x="0" y="3649"/>
                  </a:lnTo>
                  <a:lnTo>
                    <a:pt x="4560" y="3649"/>
                  </a:lnTo>
                  <a:lnTo>
                    <a:pt x="456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85"/>
            <p:cNvSpPr/>
            <p:nvPr/>
          </p:nvSpPr>
          <p:spPr>
            <a:xfrm>
              <a:off x="2507135" y="3061517"/>
              <a:ext cx="118711" cy="95000"/>
            </a:xfrm>
            <a:custGeom>
              <a:rect b="b" l="l" r="r" t="t"/>
              <a:pathLst>
                <a:path extrusionOk="0" h="3650" w="4561">
                  <a:moveTo>
                    <a:pt x="0" y="1"/>
                  </a:moveTo>
                  <a:lnTo>
                    <a:pt x="0" y="3649"/>
                  </a:lnTo>
                  <a:lnTo>
                    <a:pt x="4560" y="3649"/>
                  </a:lnTo>
                  <a:lnTo>
                    <a:pt x="456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85"/>
            <p:cNvSpPr/>
            <p:nvPr/>
          </p:nvSpPr>
          <p:spPr>
            <a:xfrm>
              <a:off x="2299435" y="3180203"/>
              <a:ext cx="367977" cy="29697"/>
            </a:xfrm>
            <a:custGeom>
              <a:rect b="b" l="l" r="r" t="t"/>
              <a:pathLst>
                <a:path extrusionOk="0" h="1141" w="14138">
                  <a:moveTo>
                    <a:pt x="229" y="1"/>
                  </a:moveTo>
                  <a:cubicBezTo>
                    <a:pt x="103" y="1"/>
                    <a:pt x="1" y="103"/>
                    <a:pt x="1" y="229"/>
                  </a:cubicBezTo>
                  <a:lnTo>
                    <a:pt x="1" y="687"/>
                  </a:lnTo>
                  <a:cubicBezTo>
                    <a:pt x="1" y="937"/>
                    <a:pt x="205" y="1141"/>
                    <a:pt x="454" y="1141"/>
                  </a:cubicBezTo>
                  <a:lnTo>
                    <a:pt x="13680" y="1141"/>
                  </a:lnTo>
                  <a:cubicBezTo>
                    <a:pt x="13934" y="1141"/>
                    <a:pt x="14138" y="937"/>
                    <a:pt x="14138" y="687"/>
                  </a:cubicBezTo>
                  <a:lnTo>
                    <a:pt x="14138" y="229"/>
                  </a:lnTo>
                  <a:cubicBezTo>
                    <a:pt x="14138" y="103"/>
                    <a:pt x="14036" y="1"/>
                    <a:pt x="1390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85"/>
            <p:cNvSpPr/>
            <p:nvPr/>
          </p:nvSpPr>
          <p:spPr>
            <a:xfrm>
              <a:off x="2447792" y="3180203"/>
              <a:ext cx="71263" cy="17881"/>
            </a:xfrm>
            <a:custGeom>
              <a:rect b="b" l="l" r="r" t="t"/>
              <a:pathLst>
                <a:path extrusionOk="0" h="687" w="2738">
                  <a:moveTo>
                    <a:pt x="0" y="1"/>
                  </a:moveTo>
                  <a:lnTo>
                    <a:pt x="321" y="483"/>
                  </a:lnTo>
                  <a:cubicBezTo>
                    <a:pt x="405" y="609"/>
                    <a:pt x="549" y="687"/>
                    <a:pt x="701" y="687"/>
                  </a:cubicBezTo>
                  <a:lnTo>
                    <a:pt x="2038" y="687"/>
                  </a:lnTo>
                  <a:cubicBezTo>
                    <a:pt x="2189" y="687"/>
                    <a:pt x="2333" y="609"/>
                    <a:pt x="2418" y="483"/>
                  </a:cubicBezTo>
                  <a:lnTo>
                    <a:pt x="2738"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85"/>
            <p:cNvSpPr/>
            <p:nvPr/>
          </p:nvSpPr>
          <p:spPr>
            <a:xfrm>
              <a:off x="2530846" y="3037806"/>
              <a:ext cx="71289" cy="23737"/>
            </a:xfrm>
            <a:custGeom>
              <a:rect b="b" l="l" r="r" t="t"/>
              <a:pathLst>
                <a:path extrusionOk="0" h="912" w="2739">
                  <a:moveTo>
                    <a:pt x="824" y="0"/>
                  </a:moveTo>
                  <a:lnTo>
                    <a:pt x="377" y="124"/>
                  </a:lnTo>
                  <a:cubicBezTo>
                    <a:pt x="152" y="187"/>
                    <a:pt x="1" y="359"/>
                    <a:pt x="1" y="556"/>
                  </a:cubicBezTo>
                  <a:lnTo>
                    <a:pt x="1" y="912"/>
                  </a:lnTo>
                  <a:lnTo>
                    <a:pt x="2738" y="912"/>
                  </a:lnTo>
                  <a:lnTo>
                    <a:pt x="2738" y="556"/>
                  </a:lnTo>
                  <a:cubicBezTo>
                    <a:pt x="2738" y="359"/>
                    <a:pt x="2587" y="187"/>
                    <a:pt x="2365" y="124"/>
                  </a:cubicBezTo>
                  <a:lnTo>
                    <a:pt x="1918"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85"/>
            <p:cNvSpPr/>
            <p:nvPr/>
          </p:nvSpPr>
          <p:spPr>
            <a:xfrm>
              <a:off x="2554661" y="3019952"/>
              <a:ext cx="23737" cy="29697"/>
            </a:xfrm>
            <a:custGeom>
              <a:rect b="b" l="l" r="r" t="t"/>
              <a:pathLst>
                <a:path extrusionOk="0" h="1141" w="912">
                  <a:moveTo>
                    <a:pt x="1" y="0"/>
                  </a:moveTo>
                  <a:lnTo>
                    <a:pt x="1" y="686"/>
                  </a:lnTo>
                  <a:cubicBezTo>
                    <a:pt x="1" y="936"/>
                    <a:pt x="205" y="1140"/>
                    <a:pt x="454" y="1140"/>
                  </a:cubicBezTo>
                  <a:cubicBezTo>
                    <a:pt x="708" y="1140"/>
                    <a:pt x="912" y="936"/>
                    <a:pt x="912" y="686"/>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85"/>
            <p:cNvSpPr/>
            <p:nvPr/>
          </p:nvSpPr>
          <p:spPr>
            <a:xfrm>
              <a:off x="2548700" y="2990280"/>
              <a:ext cx="35658" cy="41592"/>
            </a:xfrm>
            <a:custGeom>
              <a:rect b="b" l="l" r="r" t="t"/>
              <a:pathLst>
                <a:path extrusionOk="0" h="1598" w="1370">
                  <a:moveTo>
                    <a:pt x="458" y="0"/>
                  </a:moveTo>
                  <a:cubicBezTo>
                    <a:pt x="205" y="0"/>
                    <a:pt x="1" y="204"/>
                    <a:pt x="1" y="458"/>
                  </a:cubicBezTo>
                  <a:lnTo>
                    <a:pt x="1" y="915"/>
                  </a:lnTo>
                  <a:cubicBezTo>
                    <a:pt x="1" y="1292"/>
                    <a:pt x="307" y="1598"/>
                    <a:pt x="683" y="1598"/>
                  </a:cubicBezTo>
                  <a:cubicBezTo>
                    <a:pt x="1063" y="1598"/>
                    <a:pt x="1370" y="1292"/>
                    <a:pt x="1370" y="912"/>
                  </a:cubicBezTo>
                  <a:lnTo>
                    <a:pt x="1370" y="458"/>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85"/>
            <p:cNvSpPr/>
            <p:nvPr/>
          </p:nvSpPr>
          <p:spPr>
            <a:xfrm>
              <a:off x="2548570" y="2990280"/>
              <a:ext cx="23893" cy="41618"/>
            </a:xfrm>
            <a:custGeom>
              <a:rect b="b" l="l" r="r" t="t"/>
              <a:pathLst>
                <a:path extrusionOk="0" h="1599" w="918">
                  <a:moveTo>
                    <a:pt x="460" y="0"/>
                  </a:moveTo>
                  <a:cubicBezTo>
                    <a:pt x="210" y="0"/>
                    <a:pt x="6" y="204"/>
                    <a:pt x="6" y="458"/>
                  </a:cubicBezTo>
                  <a:lnTo>
                    <a:pt x="6" y="912"/>
                  </a:lnTo>
                  <a:cubicBezTo>
                    <a:pt x="0" y="1303"/>
                    <a:pt x="321" y="1598"/>
                    <a:pt x="682" y="1598"/>
                  </a:cubicBezTo>
                  <a:cubicBezTo>
                    <a:pt x="759" y="1598"/>
                    <a:pt x="839" y="1585"/>
                    <a:pt x="917" y="1556"/>
                  </a:cubicBezTo>
                  <a:cubicBezTo>
                    <a:pt x="643" y="1461"/>
                    <a:pt x="463" y="1204"/>
                    <a:pt x="460" y="912"/>
                  </a:cubicBezTo>
                  <a:lnTo>
                    <a:pt x="460" y="458"/>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85"/>
            <p:cNvSpPr/>
            <p:nvPr/>
          </p:nvSpPr>
          <p:spPr>
            <a:xfrm>
              <a:off x="2548700" y="2990280"/>
              <a:ext cx="35658" cy="17699"/>
            </a:xfrm>
            <a:custGeom>
              <a:rect b="b" l="l" r="r" t="t"/>
              <a:pathLst>
                <a:path extrusionOk="0" h="680" w="1370">
                  <a:moveTo>
                    <a:pt x="455" y="0"/>
                  </a:moveTo>
                  <a:cubicBezTo>
                    <a:pt x="205" y="0"/>
                    <a:pt x="1" y="204"/>
                    <a:pt x="1" y="458"/>
                  </a:cubicBezTo>
                  <a:cubicBezTo>
                    <a:pt x="444" y="588"/>
                    <a:pt x="905" y="662"/>
                    <a:pt x="1370" y="679"/>
                  </a:cubicBezTo>
                  <a:lnTo>
                    <a:pt x="1370" y="458"/>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85"/>
            <p:cNvSpPr/>
            <p:nvPr/>
          </p:nvSpPr>
          <p:spPr>
            <a:xfrm>
              <a:off x="2548700" y="2990280"/>
              <a:ext cx="23763" cy="14862"/>
            </a:xfrm>
            <a:custGeom>
              <a:rect b="b" l="l" r="r" t="t"/>
              <a:pathLst>
                <a:path extrusionOk="0" h="571" w="913">
                  <a:moveTo>
                    <a:pt x="455" y="0"/>
                  </a:moveTo>
                  <a:cubicBezTo>
                    <a:pt x="205" y="0"/>
                    <a:pt x="1" y="204"/>
                    <a:pt x="1" y="458"/>
                  </a:cubicBezTo>
                  <a:cubicBezTo>
                    <a:pt x="149" y="504"/>
                    <a:pt x="303" y="542"/>
                    <a:pt x="455" y="570"/>
                  </a:cubicBezTo>
                  <a:lnTo>
                    <a:pt x="455" y="458"/>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85"/>
            <p:cNvSpPr/>
            <p:nvPr/>
          </p:nvSpPr>
          <p:spPr>
            <a:xfrm>
              <a:off x="2530846" y="3132677"/>
              <a:ext cx="71289" cy="23841"/>
            </a:xfrm>
            <a:custGeom>
              <a:rect b="b" l="l" r="r" t="t"/>
              <a:pathLst>
                <a:path extrusionOk="0" h="916" w="2739">
                  <a:moveTo>
                    <a:pt x="1918" y="1"/>
                  </a:moveTo>
                  <a:lnTo>
                    <a:pt x="824" y="4"/>
                  </a:lnTo>
                  <a:lnTo>
                    <a:pt x="377" y="127"/>
                  </a:lnTo>
                  <a:cubicBezTo>
                    <a:pt x="152" y="191"/>
                    <a:pt x="1" y="363"/>
                    <a:pt x="1" y="560"/>
                  </a:cubicBezTo>
                  <a:lnTo>
                    <a:pt x="1" y="915"/>
                  </a:lnTo>
                  <a:lnTo>
                    <a:pt x="2738" y="915"/>
                  </a:lnTo>
                  <a:lnTo>
                    <a:pt x="2738" y="560"/>
                  </a:lnTo>
                  <a:cubicBezTo>
                    <a:pt x="2738" y="363"/>
                    <a:pt x="2587" y="187"/>
                    <a:pt x="2365" y="127"/>
                  </a:cubicBezTo>
                  <a:lnTo>
                    <a:pt x="191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85"/>
            <p:cNvSpPr/>
            <p:nvPr/>
          </p:nvSpPr>
          <p:spPr>
            <a:xfrm>
              <a:off x="2554661" y="3114900"/>
              <a:ext cx="23737" cy="29697"/>
            </a:xfrm>
            <a:custGeom>
              <a:rect b="b" l="l" r="r" t="t"/>
              <a:pathLst>
                <a:path extrusionOk="0" h="1141" w="912">
                  <a:moveTo>
                    <a:pt x="1" y="1"/>
                  </a:moveTo>
                  <a:lnTo>
                    <a:pt x="1" y="687"/>
                  </a:lnTo>
                  <a:cubicBezTo>
                    <a:pt x="1" y="937"/>
                    <a:pt x="205" y="1141"/>
                    <a:pt x="454" y="1141"/>
                  </a:cubicBezTo>
                  <a:cubicBezTo>
                    <a:pt x="708" y="1141"/>
                    <a:pt x="912" y="937"/>
                    <a:pt x="912" y="687"/>
                  </a:cubicBezTo>
                  <a:lnTo>
                    <a:pt x="91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85"/>
            <p:cNvSpPr/>
            <p:nvPr/>
          </p:nvSpPr>
          <p:spPr>
            <a:xfrm>
              <a:off x="2548700" y="3085255"/>
              <a:ext cx="35658" cy="41592"/>
            </a:xfrm>
            <a:custGeom>
              <a:rect b="b" l="l" r="r" t="t"/>
              <a:pathLst>
                <a:path extrusionOk="0" h="1598" w="1370">
                  <a:moveTo>
                    <a:pt x="458" y="0"/>
                  </a:moveTo>
                  <a:cubicBezTo>
                    <a:pt x="205" y="0"/>
                    <a:pt x="1" y="204"/>
                    <a:pt x="1" y="457"/>
                  </a:cubicBezTo>
                  <a:lnTo>
                    <a:pt x="1" y="911"/>
                  </a:lnTo>
                  <a:cubicBezTo>
                    <a:pt x="1" y="1291"/>
                    <a:pt x="307" y="1597"/>
                    <a:pt x="683" y="1597"/>
                  </a:cubicBezTo>
                  <a:cubicBezTo>
                    <a:pt x="1063" y="1597"/>
                    <a:pt x="1370" y="1291"/>
                    <a:pt x="1370" y="911"/>
                  </a:cubicBezTo>
                  <a:lnTo>
                    <a:pt x="1370" y="457"/>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85"/>
            <p:cNvSpPr/>
            <p:nvPr/>
          </p:nvSpPr>
          <p:spPr>
            <a:xfrm>
              <a:off x="2548570" y="3085255"/>
              <a:ext cx="23893" cy="41618"/>
            </a:xfrm>
            <a:custGeom>
              <a:rect b="b" l="l" r="r" t="t"/>
              <a:pathLst>
                <a:path extrusionOk="0" h="1599" w="918">
                  <a:moveTo>
                    <a:pt x="460" y="0"/>
                  </a:moveTo>
                  <a:cubicBezTo>
                    <a:pt x="210" y="0"/>
                    <a:pt x="6" y="204"/>
                    <a:pt x="6" y="457"/>
                  </a:cubicBezTo>
                  <a:lnTo>
                    <a:pt x="6" y="911"/>
                  </a:lnTo>
                  <a:cubicBezTo>
                    <a:pt x="0" y="1302"/>
                    <a:pt x="321" y="1598"/>
                    <a:pt x="682" y="1598"/>
                  </a:cubicBezTo>
                  <a:cubicBezTo>
                    <a:pt x="759" y="1598"/>
                    <a:pt x="839" y="1584"/>
                    <a:pt x="917" y="1555"/>
                  </a:cubicBezTo>
                  <a:cubicBezTo>
                    <a:pt x="643" y="1460"/>
                    <a:pt x="463" y="1203"/>
                    <a:pt x="460" y="911"/>
                  </a:cubicBezTo>
                  <a:lnTo>
                    <a:pt x="460" y="457"/>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85"/>
            <p:cNvSpPr/>
            <p:nvPr/>
          </p:nvSpPr>
          <p:spPr>
            <a:xfrm>
              <a:off x="2548700" y="3085255"/>
              <a:ext cx="35658" cy="17699"/>
            </a:xfrm>
            <a:custGeom>
              <a:rect b="b" l="l" r="r" t="t"/>
              <a:pathLst>
                <a:path extrusionOk="0" h="680" w="1370">
                  <a:moveTo>
                    <a:pt x="455" y="0"/>
                  </a:moveTo>
                  <a:cubicBezTo>
                    <a:pt x="205" y="0"/>
                    <a:pt x="1" y="204"/>
                    <a:pt x="1" y="457"/>
                  </a:cubicBezTo>
                  <a:cubicBezTo>
                    <a:pt x="444" y="588"/>
                    <a:pt x="905" y="661"/>
                    <a:pt x="1370" y="679"/>
                  </a:cubicBezTo>
                  <a:lnTo>
                    <a:pt x="1370" y="457"/>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85"/>
            <p:cNvSpPr/>
            <p:nvPr/>
          </p:nvSpPr>
          <p:spPr>
            <a:xfrm>
              <a:off x="2548700" y="3085255"/>
              <a:ext cx="23763" cy="14836"/>
            </a:xfrm>
            <a:custGeom>
              <a:rect b="b" l="l" r="r" t="t"/>
              <a:pathLst>
                <a:path extrusionOk="0" h="570" w="913">
                  <a:moveTo>
                    <a:pt x="455" y="0"/>
                  </a:moveTo>
                  <a:cubicBezTo>
                    <a:pt x="205" y="0"/>
                    <a:pt x="1" y="204"/>
                    <a:pt x="1" y="457"/>
                  </a:cubicBezTo>
                  <a:cubicBezTo>
                    <a:pt x="149" y="503"/>
                    <a:pt x="303" y="542"/>
                    <a:pt x="455" y="570"/>
                  </a:cubicBezTo>
                  <a:lnTo>
                    <a:pt x="455" y="457"/>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85"/>
            <p:cNvSpPr/>
            <p:nvPr/>
          </p:nvSpPr>
          <p:spPr>
            <a:xfrm>
              <a:off x="2412160" y="3043767"/>
              <a:ext cx="23763" cy="35554"/>
            </a:xfrm>
            <a:custGeom>
              <a:rect b="b" l="l" r="r" t="t"/>
              <a:pathLst>
                <a:path extrusionOk="0" h="1366" w="913">
                  <a:moveTo>
                    <a:pt x="1" y="0"/>
                  </a:moveTo>
                  <a:lnTo>
                    <a:pt x="1" y="911"/>
                  </a:lnTo>
                  <a:cubicBezTo>
                    <a:pt x="1" y="1161"/>
                    <a:pt x="205" y="1365"/>
                    <a:pt x="458" y="1365"/>
                  </a:cubicBezTo>
                  <a:cubicBezTo>
                    <a:pt x="708" y="1365"/>
                    <a:pt x="912" y="1161"/>
                    <a:pt x="912" y="911"/>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85"/>
            <p:cNvSpPr/>
            <p:nvPr/>
          </p:nvSpPr>
          <p:spPr>
            <a:xfrm>
              <a:off x="2400266" y="2996240"/>
              <a:ext cx="47552" cy="53408"/>
            </a:xfrm>
            <a:custGeom>
              <a:rect b="b" l="l" r="r" t="t"/>
              <a:pathLst>
                <a:path extrusionOk="0" h="2052" w="1827">
                  <a:moveTo>
                    <a:pt x="686" y="0"/>
                  </a:moveTo>
                  <a:cubicBezTo>
                    <a:pt x="306" y="0"/>
                    <a:pt x="0" y="306"/>
                    <a:pt x="0" y="683"/>
                  </a:cubicBezTo>
                  <a:lnTo>
                    <a:pt x="0" y="1140"/>
                  </a:lnTo>
                  <a:cubicBezTo>
                    <a:pt x="0" y="1643"/>
                    <a:pt x="409" y="2051"/>
                    <a:pt x="915" y="2051"/>
                  </a:cubicBezTo>
                  <a:cubicBezTo>
                    <a:pt x="1418" y="2051"/>
                    <a:pt x="1826" y="1643"/>
                    <a:pt x="1826" y="1140"/>
                  </a:cubicBezTo>
                  <a:lnTo>
                    <a:pt x="1826" y="683"/>
                  </a:lnTo>
                  <a:cubicBezTo>
                    <a:pt x="1826" y="306"/>
                    <a:pt x="1520" y="0"/>
                    <a:pt x="114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85"/>
            <p:cNvSpPr/>
            <p:nvPr/>
          </p:nvSpPr>
          <p:spPr>
            <a:xfrm>
              <a:off x="2400344" y="2996240"/>
              <a:ext cx="32717" cy="53434"/>
            </a:xfrm>
            <a:custGeom>
              <a:rect b="b" l="l" r="r" t="t"/>
              <a:pathLst>
                <a:path extrusionOk="0" h="2053" w="1257">
                  <a:moveTo>
                    <a:pt x="687" y="0"/>
                  </a:moveTo>
                  <a:cubicBezTo>
                    <a:pt x="307" y="0"/>
                    <a:pt x="1" y="306"/>
                    <a:pt x="1" y="683"/>
                  </a:cubicBezTo>
                  <a:lnTo>
                    <a:pt x="1" y="1140"/>
                  </a:lnTo>
                  <a:cubicBezTo>
                    <a:pt x="1" y="1664"/>
                    <a:pt x="430" y="2052"/>
                    <a:pt x="912" y="2052"/>
                  </a:cubicBezTo>
                  <a:cubicBezTo>
                    <a:pt x="1026" y="2052"/>
                    <a:pt x="1142" y="2031"/>
                    <a:pt x="1257" y="1984"/>
                  </a:cubicBezTo>
                  <a:cubicBezTo>
                    <a:pt x="912" y="1844"/>
                    <a:pt x="683" y="1509"/>
                    <a:pt x="683" y="1140"/>
                  </a:cubicBezTo>
                  <a:lnTo>
                    <a:pt x="683" y="683"/>
                  </a:lnTo>
                  <a:cubicBezTo>
                    <a:pt x="683" y="348"/>
                    <a:pt x="926" y="63"/>
                    <a:pt x="1257" y="11"/>
                  </a:cubicBezTo>
                  <a:cubicBezTo>
                    <a:pt x="1218" y="4"/>
                    <a:pt x="1180" y="0"/>
                    <a:pt x="114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85"/>
            <p:cNvSpPr/>
            <p:nvPr/>
          </p:nvSpPr>
          <p:spPr>
            <a:xfrm>
              <a:off x="2400344" y="2996240"/>
              <a:ext cx="47474" cy="23737"/>
            </a:xfrm>
            <a:custGeom>
              <a:rect b="b" l="l" r="r" t="t"/>
              <a:pathLst>
                <a:path extrusionOk="0" h="912" w="1824">
                  <a:moveTo>
                    <a:pt x="683" y="0"/>
                  </a:moveTo>
                  <a:cubicBezTo>
                    <a:pt x="307" y="0"/>
                    <a:pt x="1" y="306"/>
                    <a:pt x="1" y="683"/>
                  </a:cubicBezTo>
                  <a:cubicBezTo>
                    <a:pt x="1" y="683"/>
                    <a:pt x="683" y="911"/>
                    <a:pt x="1823" y="911"/>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85"/>
            <p:cNvSpPr/>
            <p:nvPr/>
          </p:nvSpPr>
          <p:spPr>
            <a:xfrm>
              <a:off x="2400344" y="2996240"/>
              <a:ext cx="32717" cy="21629"/>
            </a:xfrm>
            <a:custGeom>
              <a:rect b="b" l="l" r="r" t="t"/>
              <a:pathLst>
                <a:path extrusionOk="0" h="831" w="1257">
                  <a:moveTo>
                    <a:pt x="687" y="0"/>
                  </a:moveTo>
                  <a:cubicBezTo>
                    <a:pt x="307" y="0"/>
                    <a:pt x="1" y="306"/>
                    <a:pt x="1" y="683"/>
                  </a:cubicBezTo>
                  <a:cubicBezTo>
                    <a:pt x="226" y="750"/>
                    <a:pt x="455" y="799"/>
                    <a:pt x="687" y="830"/>
                  </a:cubicBezTo>
                  <a:lnTo>
                    <a:pt x="687" y="683"/>
                  </a:lnTo>
                  <a:lnTo>
                    <a:pt x="683" y="683"/>
                  </a:lnTo>
                  <a:cubicBezTo>
                    <a:pt x="683" y="352"/>
                    <a:pt x="926" y="67"/>
                    <a:pt x="1257" y="11"/>
                  </a:cubicBezTo>
                  <a:cubicBezTo>
                    <a:pt x="1218" y="4"/>
                    <a:pt x="1180" y="0"/>
                    <a:pt x="114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85"/>
            <p:cNvSpPr/>
            <p:nvPr/>
          </p:nvSpPr>
          <p:spPr>
            <a:xfrm>
              <a:off x="2382489" y="3074974"/>
              <a:ext cx="83184" cy="57833"/>
            </a:xfrm>
            <a:custGeom>
              <a:rect b="b" l="l" r="r" t="t"/>
              <a:pathLst>
                <a:path extrusionOk="0" h="2222" w="3196">
                  <a:moveTo>
                    <a:pt x="138" y="1"/>
                  </a:moveTo>
                  <a:cubicBezTo>
                    <a:pt x="50" y="121"/>
                    <a:pt x="1" y="261"/>
                    <a:pt x="1" y="409"/>
                  </a:cubicBezTo>
                  <a:lnTo>
                    <a:pt x="1" y="1764"/>
                  </a:lnTo>
                  <a:cubicBezTo>
                    <a:pt x="1" y="2017"/>
                    <a:pt x="205" y="2221"/>
                    <a:pt x="458" y="2221"/>
                  </a:cubicBezTo>
                  <a:lnTo>
                    <a:pt x="2738" y="2221"/>
                  </a:lnTo>
                  <a:cubicBezTo>
                    <a:pt x="2991" y="2221"/>
                    <a:pt x="3196" y="2017"/>
                    <a:pt x="3196" y="1764"/>
                  </a:cubicBezTo>
                  <a:lnTo>
                    <a:pt x="3196" y="409"/>
                  </a:lnTo>
                  <a:cubicBezTo>
                    <a:pt x="3196" y="261"/>
                    <a:pt x="3146" y="121"/>
                    <a:pt x="3058" y="1"/>
                  </a:cubicBezTo>
                  <a:lnTo>
                    <a:pt x="2281" y="624"/>
                  </a:lnTo>
                  <a:lnTo>
                    <a:pt x="2281" y="1535"/>
                  </a:lnTo>
                  <a:lnTo>
                    <a:pt x="912" y="1535"/>
                  </a:lnTo>
                  <a:lnTo>
                    <a:pt x="912" y="624"/>
                  </a:lnTo>
                  <a:lnTo>
                    <a:pt x="138"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85"/>
            <p:cNvSpPr/>
            <p:nvPr/>
          </p:nvSpPr>
          <p:spPr>
            <a:xfrm>
              <a:off x="2335431" y="2960973"/>
              <a:ext cx="296011" cy="201036"/>
            </a:xfrm>
            <a:custGeom>
              <a:rect b="b" l="l" r="r" t="t"/>
              <a:pathLst>
                <a:path extrusionOk="0" h="7724" w="11373">
                  <a:moveTo>
                    <a:pt x="3635" y="1570"/>
                  </a:moveTo>
                  <a:cubicBezTo>
                    <a:pt x="3892" y="1570"/>
                    <a:pt x="4103" y="1781"/>
                    <a:pt x="4103" y="2038"/>
                  </a:cubicBezTo>
                  <a:lnTo>
                    <a:pt x="4103" y="2495"/>
                  </a:lnTo>
                  <a:cubicBezTo>
                    <a:pt x="4103" y="2879"/>
                    <a:pt x="3790" y="3192"/>
                    <a:pt x="3406" y="3192"/>
                  </a:cubicBezTo>
                  <a:cubicBezTo>
                    <a:pt x="3019" y="3192"/>
                    <a:pt x="2706" y="2879"/>
                    <a:pt x="2706" y="2495"/>
                  </a:cubicBezTo>
                  <a:lnTo>
                    <a:pt x="2706" y="2038"/>
                  </a:lnTo>
                  <a:cubicBezTo>
                    <a:pt x="2706" y="1781"/>
                    <a:pt x="2917" y="1570"/>
                    <a:pt x="3177" y="1570"/>
                  </a:cubicBezTo>
                  <a:close/>
                  <a:moveTo>
                    <a:pt x="9106" y="1341"/>
                  </a:moveTo>
                  <a:cubicBezTo>
                    <a:pt x="9240" y="1341"/>
                    <a:pt x="9349" y="1450"/>
                    <a:pt x="9349" y="1584"/>
                  </a:cubicBezTo>
                  <a:lnTo>
                    <a:pt x="9349" y="2266"/>
                  </a:lnTo>
                  <a:cubicBezTo>
                    <a:pt x="9349" y="2354"/>
                    <a:pt x="9303" y="2432"/>
                    <a:pt x="9226" y="2474"/>
                  </a:cubicBezTo>
                  <a:cubicBezTo>
                    <a:pt x="9162" y="2513"/>
                    <a:pt x="9120" y="2583"/>
                    <a:pt x="9120" y="2660"/>
                  </a:cubicBezTo>
                  <a:lnTo>
                    <a:pt x="9120" y="3002"/>
                  </a:lnTo>
                  <a:cubicBezTo>
                    <a:pt x="9120" y="3100"/>
                    <a:pt x="9187" y="3185"/>
                    <a:pt x="9282" y="3209"/>
                  </a:cubicBezTo>
                  <a:lnTo>
                    <a:pt x="9849" y="3350"/>
                  </a:lnTo>
                  <a:cubicBezTo>
                    <a:pt x="9958" y="3378"/>
                    <a:pt x="10031" y="3473"/>
                    <a:pt x="10031" y="3586"/>
                  </a:cubicBezTo>
                  <a:lnTo>
                    <a:pt x="10031" y="3649"/>
                  </a:lnTo>
                  <a:lnTo>
                    <a:pt x="7723" y="3649"/>
                  </a:lnTo>
                  <a:lnTo>
                    <a:pt x="7723" y="3586"/>
                  </a:lnTo>
                  <a:cubicBezTo>
                    <a:pt x="7723" y="3473"/>
                    <a:pt x="7801" y="3378"/>
                    <a:pt x="7906" y="3350"/>
                  </a:cubicBezTo>
                  <a:lnTo>
                    <a:pt x="8473" y="3209"/>
                  </a:lnTo>
                  <a:cubicBezTo>
                    <a:pt x="8568" y="3185"/>
                    <a:pt x="8635" y="3100"/>
                    <a:pt x="8635" y="3002"/>
                  </a:cubicBezTo>
                  <a:lnTo>
                    <a:pt x="8635" y="2660"/>
                  </a:lnTo>
                  <a:cubicBezTo>
                    <a:pt x="8635" y="2583"/>
                    <a:pt x="8596" y="2513"/>
                    <a:pt x="8529" y="2477"/>
                  </a:cubicBezTo>
                  <a:cubicBezTo>
                    <a:pt x="8455" y="2432"/>
                    <a:pt x="8406" y="2354"/>
                    <a:pt x="8406" y="2266"/>
                  </a:cubicBezTo>
                  <a:lnTo>
                    <a:pt x="8406" y="1584"/>
                  </a:lnTo>
                  <a:cubicBezTo>
                    <a:pt x="8406" y="1450"/>
                    <a:pt x="8515" y="1341"/>
                    <a:pt x="8649" y="1341"/>
                  </a:cubicBezTo>
                  <a:close/>
                  <a:moveTo>
                    <a:pt x="6816" y="426"/>
                  </a:moveTo>
                  <a:lnTo>
                    <a:pt x="10946" y="430"/>
                  </a:lnTo>
                  <a:lnTo>
                    <a:pt x="10946" y="3649"/>
                  </a:lnTo>
                  <a:lnTo>
                    <a:pt x="10461" y="3649"/>
                  </a:lnTo>
                  <a:lnTo>
                    <a:pt x="10461" y="3586"/>
                  </a:lnTo>
                  <a:cubicBezTo>
                    <a:pt x="10461" y="3280"/>
                    <a:pt x="10253" y="3009"/>
                    <a:pt x="9954" y="2935"/>
                  </a:cubicBezTo>
                  <a:lnTo>
                    <a:pt x="9549" y="2836"/>
                  </a:lnTo>
                  <a:lnTo>
                    <a:pt x="9549" y="2769"/>
                  </a:lnTo>
                  <a:cubicBezTo>
                    <a:pt x="9694" y="2643"/>
                    <a:pt x="9778" y="2460"/>
                    <a:pt x="9778" y="2266"/>
                  </a:cubicBezTo>
                  <a:lnTo>
                    <a:pt x="9778" y="1584"/>
                  </a:lnTo>
                  <a:cubicBezTo>
                    <a:pt x="9778" y="1214"/>
                    <a:pt x="9479" y="915"/>
                    <a:pt x="9110" y="915"/>
                  </a:cubicBezTo>
                  <a:lnTo>
                    <a:pt x="8652" y="915"/>
                  </a:lnTo>
                  <a:cubicBezTo>
                    <a:pt x="8283" y="915"/>
                    <a:pt x="7984" y="1214"/>
                    <a:pt x="7984" y="1584"/>
                  </a:cubicBezTo>
                  <a:lnTo>
                    <a:pt x="7984" y="2266"/>
                  </a:lnTo>
                  <a:cubicBezTo>
                    <a:pt x="7984" y="2460"/>
                    <a:pt x="8065" y="2643"/>
                    <a:pt x="8209" y="2769"/>
                  </a:cubicBezTo>
                  <a:lnTo>
                    <a:pt x="8209" y="2836"/>
                  </a:lnTo>
                  <a:lnTo>
                    <a:pt x="7804" y="2935"/>
                  </a:lnTo>
                  <a:cubicBezTo>
                    <a:pt x="7505" y="3009"/>
                    <a:pt x="7298" y="3280"/>
                    <a:pt x="7298" y="3586"/>
                  </a:cubicBezTo>
                  <a:lnTo>
                    <a:pt x="7298" y="3649"/>
                  </a:lnTo>
                  <a:lnTo>
                    <a:pt x="6816" y="3649"/>
                  </a:lnTo>
                  <a:lnTo>
                    <a:pt x="6816" y="426"/>
                  </a:lnTo>
                  <a:close/>
                  <a:moveTo>
                    <a:pt x="3649" y="3621"/>
                  </a:moveTo>
                  <a:lnTo>
                    <a:pt x="3649" y="3723"/>
                  </a:lnTo>
                  <a:cubicBezTo>
                    <a:pt x="3649" y="3800"/>
                    <a:pt x="3670" y="3878"/>
                    <a:pt x="3709" y="3945"/>
                  </a:cubicBezTo>
                  <a:lnTo>
                    <a:pt x="3417" y="4237"/>
                  </a:lnTo>
                  <a:cubicBezTo>
                    <a:pt x="3413" y="4238"/>
                    <a:pt x="3409" y="4239"/>
                    <a:pt x="3405" y="4239"/>
                  </a:cubicBezTo>
                  <a:cubicBezTo>
                    <a:pt x="3401" y="4239"/>
                    <a:pt x="3397" y="4238"/>
                    <a:pt x="3396" y="4237"/>
                  </a:cubicBezTo>
                  <a:lnTo>
                    <a:pt x="3104" y="3945"/>
                  </a:lnTo>
                  <a:cubicBezTo>
                    <a:pt x="3142" y="3878"/>
                    <a:pt x="3163" y="3800"/>
                    <a:pt x="3163" y="3723"/>
                  </a:cubicBezTo>
                  <a:lnTo>
                    <a:pt x="3163" y="3621"/>
                  </a:lnTo>
                  <a:close/>
                  <a:moveTo>
                    <a:pt x="4068" y="4187"/>
                  </a:moveTo>
                  <a:lnTo>
                    <a:pt x="4490" y="4349"/>
                  </a:lnTo>
                  <a:cubicBezTo>
                    <a:pt x="4669" y="4420"/>
                    <a:pt x="4789" y="4596"/>
                    <a:pt x="4789" y="4789"/>
                  </a:cubicBezTo>
                  <a:lnTo>
                    <a:pt x="4789" y="6144"/>
                  </a:lnTo>
                  <a:cubicBezTo>
                    <a:pt x="4789" y="6277"/>
                    <a:pt x="4680" y="6386"/>
                    <a:pt x="4546" y="6386"/>
                  </a:cubicBezTo>
                  <a:lnTo>
                    <a:pt x="3621" y="6386"/>
                  </a:lnTo>
                  <a:lnTo>
                    <a:pt x="3621" y="6130"/>
                  </a:lnTo>
                  <a:lnTo>
                    <a:pt x="4092" y="6130"/>
                  </a:lnTo>
                  <a:cubicBezTo>
                    <a:pt x="4208" y="6130"/>
                    <a:pt x="4303" y="6035"/>
                    <a:pt x="4303" y="5915"/>
                  </a:cubicBezTo>
                  <a:lnTo>
                    <a:pt x="4303" y="5232"/>
                  </a:lnTo>
                  <a:cubicBezTo>
                    <a:pt x="4303" y="5090"/>
                    <a:pt x="4197" y="5019"/>
                    <a:pt x="4091" y="5019"/>
                  </a:cubicBezTo>
                  <a:cubicBezTo>
                    <a:pt x="3984" y="5019"/>
                    <a:pt x="3878" y="5090"/>
                    <a:pt x="3878" y="5232"/>
                  </a:cubicBezTo>
                  <a:lnTo>
                    <a:pt x="3878" y="5704"/>
                  </a:lnTo>
                  <a:lnTo>
                    <a:pt x="2935" y="5704"/>
                  </a:lnTo>
                  <a:lnTo>
                    <a:pt x="2935" y="5232"/>
                  </a:lnTo>
                  <a:cubicBezTo>
                    <a:pt x="2935" y="5090"/>
                    <a:pt x="2828" y="5019"/>
                    <a:pt x="2722" y="5019"/>
                  </a:cubicBezTo>
                  <a:cubicBezTo>
                    <a:pt x="2615" y="5019"/>
                    <a:pt x="2509" y="5090"/>
                    <a:pt x="2509" y="5232"/>
                  </a:cubicBezTo>
                  <a:lnTo>
                    <a:pt x="2509" y="5919"/>
                  </a:lnTo>
                  <a:cubicBezTo>
                    <a:pt x="2509" y="6035"/>
                    <a:pt x="2604" y="6130"/>
                    <a:pt x="2724" y="6130"/>
                  </a:cubicBezTo>
                  <a:lnTo>
                    <a:pt x="3192" y="6130"/>
                  </a:lnTo>
                  <a:lnTo>
                    <a:pt x="3192" y="6386"/>
                  </a:lnTo>
                  <a:lnTo>
                    <a:pt x="2266" y="6386"/>
                  </a:lnTo>
                  <a:cubicBezTo>
                    <a:pt x="2132" y="6386"/>
                    <a:pt x="2023" y="6277"/>
                    <a:pt x="2023" y="6144"/>
                  </a:cubicBezTo>
                  <a:lnTo>
                    <a:pt x="2023" y="4789"/>
                  </a:lnTo>
                  <a:lnTo>
                    <a:pt x="2020" y="4789"/>
                  </a:lnTo>
                  <a:cubicBezTo>
                    <a:pt x="2020" y="4596"/>
                    <a:pt x="2140" y="4420"/>
                    <a:pt x="2322" y="4349"/>
                  </a:cubicBezTo>
                  <a:lnTo>
                    <a:pt x="2741" y="4187"/>
                  </a:lnTo>
                  <a:lnTo>
                    <a:pt x="3093" y="4539"/>
                  </a:lnTo>
                  <a:cubicBezTo>
                    <a:pt x="3179" y="4625"/>
                    <a:pt x="3292" y="4669"/>
                    <a:pt x="3404" y="4669"/>
                  </a:cubicBezTo>
                  <a:cubicBezTo>
                    <a:pt x="3517" y="4669"/>
                    <a:pt x="3630" y="4625"/>
                    <a:pt x="3716" y="4539"/>
                  </a:cubicBezTo>
                  <a:lnTo>
                    <a:pt x="4068" y="4187"/>
                  </a:lnTo>
                  <a:close/>
                  <a:moveTo>
                    <a:pt x="6383" y="6358"/>
                  </a:moveTo>
                  <a:lnTo>
                    <a:pt x="6383" y="7301"/>
                  </a:lnTo>
                  <a:lnTo>
                    <a:pt x="426" y="7301"/>
                  </a:lnTo>
                  <a:lnTo>
                    <a:pt x="426" y="6358"/>
                  </a:lnTo>
                  <a:lnTo>
                    <a:pt x="1629" y="6358"/>
                  </a:lnTo>
                  <a:cubicBezTo>
                    <a:pt x="1721" y="6629"/>
                    <a:pt x="1978" y="6816"/>
                    <a:pt x="2263" y="6816"/>
                  </a:cubicBezTo>
                  <a:lnTo>
                    <a:pt x="4543" y="6816"/>
                  </a:lnTo>
                  <a:cubicBezTo>
                    <a:pt x="4831" y="6816"/>
                    <a:pt x="5084" y="6629"/>
                    <a:pt x="5179" y="6358"/>
                  </a:cubicBezTo>
                  <a:close/>
                  <a:moveTo>
                    <a:pt x="9106" y="4990"/>
                  </a:moveTo>
                  <a:cubicBezTo>
                    <a:pt x="9240" y="4990"/>
                    <a:pt x="9349" y="5099"/>
                    <a:pt x="9349" y="5232"/>
                  </a:cubicBezTo>
                  <a:lnTo>
                    <a:pt x="9349" y="5919"/>
                  </a:lnTo>
                  <a:cubicBezTo>
                    <a:pt x="9345" y="6003"/>
                    <a:pt x="9300" y="6084"/>
                    <a:pt x="9226" y="6126"/>
                  </a:cubicBezTo>
                  <a:cubicBezTo>
                    <a:pt x="9159" y="6165"/>
                    <a:pt x="9120" y="6235"/>
                    <a:pt x="9120" y="6309"/>
                  </a:cubicBezTo>
                  <a:lnTo>
                    <a:pt x="9120" y="6650"/>
                  </a:lnTo>
                  <a:cubicBezTo>
                    <a:pt x="9120" y="6749"/>
                    <a:pt x="9187" y="6833"/>
                    <a:pt x="9282" y="6858"/>
                  </a:cubicBezTo>
                  <a:lnTo>
                    <a:pt x="9849" y="7002"/>
                  </a:lnTo>
                  <a:cubicBezTo>
                    <a:pt x="9954" y="7027"/>
                    <a:pt x="10031" y="7125"/>
                    <a:pt x="10031" y="7234"/>
                  </a:cubicBezTo>
                  <a:lnTo>
                    <a:pt x="10031" y="7301"/>
                  </a:lnTo>
                  <a:lnTo>
                    <a:pt x="7723" y="7301"/>
                  </a:lnTo>
                  <a:lnTo>
                    <a:pt x="7723" y="7234"/>
                  </a:lnTo>
                  <a:cubicBezTo>
                    <a:pt x="7720" y="7125"/>
                    <a:pt x="7797" y="7027"/>
                    <a:pt x="7906" y="7002"/>
                  </a:cubicBezTo>
                  <a:lnTo>
                    <a:pt x="8473" y="6858"/>
                  </a:lnTo>
                  <a:cubicBezTo>
                    <a:pt x="8568" y="6833"/>
                    <a:pt x="8635" y="6749"/>
                    <a:pt x="8635" y="6650"/>
                  </a:cubicBezTo>
                  <a:lnTo>
                    <a:pt x="8635" y="6309"/>
                  </a:lnTo>
                  <a:cubicBezTo>
                    <a:pt x="8635" y="6235"/>
                    <a:pt x="8592" y="6165"/>
                    <a:pt x="8529" y="6126"/>
                  </a:cubicBezTo>
                  <a:cubicBezTo>
                    <a:pt x="8452" y="6084"/>
                    <a:pt x="8406" y="6003"/>
                    <a:pt x="8406" y="5919"/>
                  </a:cubicBezTo>
                  <a:lnTo>
                    <a:pt x="8406" y="5232"/>
                  </a:lnTo>
                  <a:cubicBezTo>
                    <a:pt x="8406" y="5099"/>
                    <a:pt x="8515" y="4990"/>
                    <a:pt x="8649" y="4990"/>
                  </a:cubicBezTo>
                  <a:close/>
                  <a:moveTo>
                    <a:pt x="10946" y="4078"/>
                  </a:moveTo>
                  <a:lnTo>
                    <a:pt x="10946" y="7298"/>
                  </a:lnTo>
                  <a:lnTo>
                    <a:pt x="10457" y="7301"/>
                  </a:lnTo>
                  <a:lnTo>
                    <a:pt x="10457" y="7234"/>
                  </a:lnTo>
                  <a:cubicBezTo>
                    <a:pt x="10457" y="6928"/>
                    <a:pt x="10250" y="6661"/>
                    <a:pt x="9951" y="6587"/>
                  </a:cubicBezTo>
                  <a:lnTo>
                    <a:pt x="9546" y="6485"/>
                  </a:lnTo>
                  <a:lnTo>
                    <a:pt x="9546" y="6418"/>
                  </a:lnTo>
                  <a:cubicBezTo>
                    <a:pt x="9690" y="6291"/>
                    <a:pt x="9775" y="6109"/>
                    <a:pt x="9775" y="5919"/>
                  </a:cubicBezTo>
                  <a:lnTo>
                    <a:pt x="9775" y="5232"/>
                  </a:lnTo>
                  <a:cubicBezTo>
                    <a:pt x="9775" y="4863"/>
                    <a:pt x="9476" y="4564"/>
                    <a:pt x="9106" y="4564"/>
                  </a:cubicBezTo>
                  <a:lnTo>
                    <a:pt x="8649" y="4564"/>
                  </a:lnTo>
                  <a:cubicBezTo>
                    <a:pt x="8279" y="4564"/>
                    <a:pt x="7980" y="4863"/>
                    <a:pt x="7980" y="5232"/>
                  </a:cubicBezTo>
                  <a:lnTo>
                    <a:pt x="7980" y="5919"/>
                  </a:lnTo>
                  <a:cubicBezTo>
                    <a:pt x="7980" y="6109"/>
                    <a:pt x="8065" y="6291"/>
                    <a:pt x="8209" y="6418"/>
                  </a:cubicBezTo>
                  <a:lnTo>
                    <a:pt x="8209" y="6485"/>
                  </a:lnTo>
                  <a:lnTo>
                    <a:pt x="7804" y="6584"/>
                  </a:lnTo>
                  <a:cubicBezTo>
                    <a:pt x="7505" y="6657"/>
                    <a:pt x="7294" y="6925"/>
                    <a:pt x="7294" y="7234"/>
                  </a:cubicBezTo>
                  <a:lnTo>
                    <a:pt x="7294" y="7298"/>
                  </a:lnTo>
                  <a:lnTo>
                    <a:pt x="6812" y="7298"/>
                  </a:lnTo>
                  <a:lnTo>
                    <a:pt x="6812" y="4078"/>
                  </a:lnTo>
                  <a:close/>
                  <a:moveTo>
                    <a:pt x="215" y="0"/>
                  </a:moveTo>
                  <a:cubicBezTo>
                    <a:pt x="95" y="0"/>
                    <a:pt x="0" y="95"/>
                    <a:pt x="0" y="212"/>
                  </a:cubicBezTo>
                  <a:lnTo>
                    <a:pt x="0" y="7509"/>
                  </a:lnTo>
                  <a:cubicBezTo>
                    <a:pt x="0" y="7628"/>
                    <a:pt x="95" y="7723"/>
                    <a:pt x="215" y="7723"/>
                  </a:cubicBezTo>
                  <a:lnTo>
                    <a:pt x="11157" y="7723"/>
                  </a:lnTo>
                  <a:cubicBezTo>
                    <a:pt x="11273" y="7723"/>
                    <a:pt x="11372" y="7628"/>
                    <a:pt x="11372" y="7512"/>
                  </a:cubicBezTo>
                  <a:lnTo>
                    <a:pt x="11372" y="215"/>
                  </a:lnTo>
                  <a:cubicBezTo>
                    <a:pt x="11372" y="99"/>
                    <a:pt x="11277" y="0"/>
                    <a:pt x="11157" y="0"/>
                  </a:cubicBezTo>
                  <a:lnTo>
                    <a:pt x="1809" y="0"/>
                  </a:lnTo>
                  <a:cubicBezTo>
                    <a:pt x="1524" y="0"/>
                    <a:pt x="1524" y="430"/>
                    <a:pt x="1809" y="430"/>
                  </a:cubicBezTo>
                  <a:lnTo>
                    <a:pt x="6383" y="430"/>
                  </a:lnTo>
                  <a:lnTo>
                    <a:pt x="6383" y="5929"/>
                  </a:lnTo>
                  <a:lnTo>
                    <a:pt x="5215" y="5929"/>
                  </a:lnTo>
                  <a:lnTo>
                    <a:pt x="5215" y="4786"/>
                  </a:lnTo>
                  <a:cubicBezTo>
                    <a:pt x="5211" y="4416"/>
                    <a:pt x="4986" y="4085"/>
                    <a:pt x="4641" y="3952"/>
                  </a:cubicBezTo>
                  <a:lnTo>
                    <a:pt x="4078" y="3730"/>
                  </a:lnTo>
                  <a:cubicBezTo>
                    <a:pt x="4075" y="3730"/>
                    <a:pt x="4075" y="3723"/>
                    <a:pt x="4075" y="3719"/>
                  </a:cubicBezTo>
                  <a:lnTo>
                    <a:pt x="4075" y="3406"/>
                  </a:lnTo>
                  <a:lnTo>
                    <a:pt x="4075" y="3396"/>
                  </a:lnTo>
                  <a:cubicBezTo>
                    <a:pt x="4363" y="3185"/>
                    <a:pt x="4532" y="2850"/>
                    <a:pt x="4532" y="2492"/>
                  </a:cubicBezTo>
                  <a:lnTo>
                    <a:pt x="4532" y="2038"/>
                  </a:lnTo>
                  <a:cubicBezTo>
                    <a:pt x="4532" y="1542"/>
                    <a:pt x="4127" y="1140"/>
                    <a:pt x="3635" y="1140"/>
                  </a:cubicBezTo>
                  <a:lnTo>
                    <a:pt x="3177" y="1140"/>
                  </a:lnTo>
                  <a:cubicBezTo>
                    <a:pt x="2681" y="1140"/>
                    <a:pt x="2280" y="1542"/>
                    <a:pt x="2280" y="2038"/>
                  </a:cubicBezTo>
                  <a:lnTo>
                    <a:pt x="2280" y="2495"/>
                  </a:lnTo>
                  <a:cubicBezTo>
                    <a:pt x="2280" y="2850"/>
                    <a:pt x="2449" y="3185"/>
                    <a:pt x="2738" y="3399"/>
                  </a:cubicBezTo>
                  <a:lnTo>
                    <a:pt x="2738" y="3406"/>
                  </a:lnTo>
                  <a:lnTo>
                    <a:pt x="2738" y="3719"/>
                  </a:lnTo>
                  <a:cubicBezTo>
                    <a:pt x="2738" y="3727"/>
                    <a:pt x="2734" y="3730"/>
                    <a:pt x="2734" y="3734"/>
                  </a:cubicBezTo>
                  <a:lnTo>
                    <a:pt x="2171" y="3952"/>
                  </a:lnTo>
                  <a:cubicBezTo>
                    <a:pt x="1826" y="4089"/>
                    <a:pt x="1601" y="4420"/>
                    <a:pt x="1598" y="4789"/>
                  </a:cubicBezTo>
                  <a:lnTo>
                    <a:pt x="1598" y="5933"/>
                  </a:lnTo>
                  <a:lnTo>
                    <a:pt x="430" y="5933"/>
                  </a:lnTo>
                  <a:lnTo>
                    <a:pt x="430" y="426"/>
                  </a:lnTo>
                  <a:lnTo>
                    <a:pt x="897" y="426"/>
                  </a:lnTo>
                  <a:cubicBezTo>
                    <a:pt x="1014" y="426"/>
                    <a:pt x="1112" y="331"/>
                    <a:pt x="1112" y="212"/>
                  </a:cubicBezTo>
                  <a:cubicBezTo>
                    <a:pt x="1112" y="95"/>
                    <a:pt x="1014" y="0"/>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85"/>
            <p:cNvSpPr/>
            <p:nvPr/>
          </p:nvSpPr>
          <p:spPr>
            <a:xfrm>
              <a:off x="2293943" y="2937262"/>
              <a:ext cx="379065" cy="278130"/>
            </a:xfrm>
            <a:custGeom>
              <a:rect b="b" l="l" r="r" t="t"/>
              <a:pathLst>
                <a:path extrusionOk="0" h="10686" w="14564">
                  <a:moveTo>
                    <a:pt x="13209" y="426"/>
                  </a:moveTo>
                  <a:cubicBezTo>
                    <a:pt x="13342" y="426"/>
                    <a:pt x="13452" y="535"/>
                    <a:pt x="13452" y="669"/>
                  </a:cubicBezTo>
                  <a:lnTo>
                    <a:pt x="13452" y="9124"/>
                  </a:lnTo>
                  <a:lnTo>
                    <a:pt x="12980" y="9124"/>
                  </a:lnTo>
                  <a:cubicBezTo>
                    <a:pt x="12695" y="9124"/>
                    <a:pt x="12695" y="9549"/>
                    <a:pt x="12980" y="9549"/>
                  </a:cubicBezTo>
                  <a:lnTo>
                    <a:pt x="14120" y="9549"/>
                  </a:lnTo>
                  <a:cubicBezTo>
                    <a:pt x="14127" y="9549"/>
                    <a:pt x="14134" y="9556"/>
                    <a:pt x="14134" y="9563"/>
                  </a:cubicBezTo>
                  <a:lnTo>
                    <a:pt x="14134" y="10021"/>
                  </a:lnTo>
                  <a:cubicBezTo>
                    <a:pt x="14134" y="10154"/>
                    <a:pt x="14025" y="10264"/>
                    <a:pt x="13891" y="10264"/>
                  </a:cubicBezTo>
                  <a:lnTo>
                    <a:pt x="665" y="10264"/>
                  </a:lnTo>
                  <a:cubicBezTo>
                    <a:pt x="532" y="10264"/>
                    <a:pt x="423" y="10154"/>
                    <a:pt x="423" y="10021"/>
                  </a:cubicBezTo>
                  <a:lnTo>
                    <a:pt x="423" y="9563"/>
                  </a:lnTo>
                  <a:cubicBezTo>
                    <a:pt x="423" y="9553"/>
                    <a:pt x="430" y="9546"/>
                    <a:pt x="440" y="9546"/>
                  </a:cubicBezTo>
                  <a:lnTo>
                    <a:pt x="12069" y="9546"/>
                  </a:lnTo>
                  <a:cubicBezTo>
                    <a:pt x="12185" y="9546"/>
                    <a:pt x="12280" y="9451"/>
                    <a:pt x="12280" y="9335"/>
                  </a:cubicBezTo>
                  <a:cubicBezTo>
                    <a:pt x="12280" y="9215"/>
                    <a:pt x="12185" y="9120"/>
                    <a:pt x="12069" y="9120"/>
                  </a:cubicBezTo>
                  <a:lnTo>
                    <a:pt x="1109" y="9120"/>
                  </a:lnTo>
                  <a:lnTo>
                    <a:pt x="1109" y="669"/>
                  </a:lnTo>
                  <a:cubicBezTo>
                    <a:pt x="1109" y="535"/>
                    <a:pt x="1218" y="426"/>
                    <a:pt x="1351" y="426"/>
                  </a:cubicBezTo>
                  <a:close/>
                  <a:moveTo>
                    <a:pt x="1351" y="0"/>
                  </a:moveTo>
                  <a:cubicBezTo>
                    <a:pt x="982" y="0"/>
                    <a:pt x="683" y="299"/>
                    <a:pt x="683" y="669"/>
                  </a:cubicBezTo>
                  <a:lnTo>
                    <a:pt x="683" y="9124"/>
                  </a:lnTo>
                  <a:lnTo>
                    <a:pt x="440" y="9124"/>
                  </a:lnTo>
                  <a:cubicBezTo>
                    <a:pt x="197" y="9124"/>
                    <a:pt x="0" y="9317"/>
                    <a:pt x="0" y="9563"/>
                  </a:cubicBezTo>
                  <a:lnTo>
                    <a:pt x="0" y="10017"/>
                  </a:lnTo>
                  <a:cubicBezTo>
                    <a:pt x="0" y="10387"/>
                    <a:pt x="299" y="10686"/>
                    <a:pt x="669" y="10686"/>
                  </a:cubicBezTo>
                  <a:lnTo>
                    <a:pt x="13895" y="10686"/>
                  </a:lnTo>
                  <a:cubicBezTo>
                    <a:pt x="14264" y="10686"/>
                    <a:pt x="14563" y="10387"/>
                    <a:pt x="14563" y="10017"/>
                  </a:cubicBezTo>
                  <a:lnTo>
                    <a:pt x="14563" y="9563"/>
                  </a:lnTo>
                  <a:cubicBezTo>
                    <a:pt x="14563" y="9319"/>
                    <a:pt x="14370" y="9124"/>
                    <a:pt x="14127" y="9124"/>
                  </a:cubicBezTo>
                  <a:cubicBezTo>
                    <a:pt x="14124" y="9124"/>
                    <a:pt x="14122" y="9124"/>
                    <a:pt x="14120" y="9124"/>
                  </a:cubicBezTo>
                  <a:lnTo>
                    <a:pt x="13877" y="9124"/>
                  </a:lnTo>
                  <a:lnTo>
                    <a:pt x="13877" y="669"/>
                  </a:lnTo>
                  <a:cubicBezTo>
                    <a:pt x="13877" y="299"/>
                    <a:pt x="13578" y="0"/>
                    <a:pt x="1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9" name="Google Shape;17459;p85"/>
          <p:cNvGrpSpPr/>
          <p:nvPr/>
        </p:nvGrpSpPr>
        <p:grpSpPr>
          <a:xfrm>
            <a:off x="2762829" y="2898611"/>
            <a:ext cx="378960" cy="355536"/>
            <a:chOff x="2762829" y="2898611"/>
            <a:chExt cx="378960" cy="355536"/>
          </a:xfrm>
        </p:grpSpPr>
        <p:sp>
          <p:nvSpPr>
            <p:cNvPr id="17460" name="Google Shape;17460;p85"/>
            <p:cNvSpPr/>
            <p:nvPr/>
          </p:nvSpPr>
          <p:spPr>
            <a:xfrm>
              <a:off x="2970060" y="2939813"/>
              <a:ext cx="166134" cy="173916"/>
            </a:xfrm>
            <a:custGeom>
              <a:rect b="b" l="l" r="r" t="t"/>
              <a:pathLst>
                <a:path extrusionOk="0" h="6682" w="6383">
                  <a:moveTo>
                    <a:pt x="683" y="1"/>
                  </a:moveTo>
                  <a:cubicBezTo>
                    <a:pt x="306" y="1"/>
                    <a:pt x="0" y="307"/>
                    <a:pt x="0" y="687"/>
                  </a:cubicBezTo>
                  <a:lnTo>
                    <a:pt x="0" y="4335"/>
                  </a:lnTo>
                  <a:cubicBezTo>
                    <a:pt x="0" y="4712"/>
                    <a:pt x="306" y="5018"/>
                    <a:pt x="683" y="5018"/>
                  </a:cubicBezTo>
                  <a:lnTo>
                    <a:pt x="1369" y="5018"/>
                  </a:lnTo>
                  <a:lnTo>
                    <a:pt x="989" y="6538"/>
                  </a:lnTo>
                  <a:cubicBezTo>
                    <a:pt x="970" y="6616"/>
                    <a:pt x="1031" y="6682"/>
                    <a:pt x="1101" y="6682"/>
                  </a:cubicBezTo>
                  <a:cubicBezTo>
                    <a:pt x="1122" y="6682"/>
                    <a:pt x="1144" y="6675"/>
                    <a:pt x="1165" y="6661"/>
                  </a:cubicBezTo>
                  <a:lnTo>
                    <a:pt x="3417" y="5022"/>
                  </a:lnTo>
                  <a:lnTo>
                    <a:pt x="5697" y="5022"/>
                  </a:lnTo>
                  <a:cubicBezTo>
                    <a:pt x="6077" y="5022"/>
                    <a:pt x="6383" y="4715"/>
                    <a:pt x="6383" y="4335"/>
                  </a:cubicBezTo>
                  <a:lnTo>
                    <a:pt x="6383" y="687"/>
                  </a:lnTo>
                  <a:cubicBezTo>
                    <a:pt x="6383" y="310"/>
                    <a:pt x="6077" y="4"/>
                    <a:pt x="570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85"/>
            <p:cNvSpPr/>
            <p:nvPr/>
          </p:nvSpPr>
          <p:spPr>
            <a:xfrm>
              <a:off x="3023442" y="2939813"/>
              <a:ext cx="59369" cy="118816"/>
            </a:xfrm>
            <a:custGeom>
              <a:rect b="b" l="l" r="r" t="t"/>
              <a:pathLst>
                <a:path extrusionOk="0" h="4565" w="2281">
                  <a:moveTo>
                    <a:pt x="1" y="1"/>
                  </a:moveTo>
                  <a:lnTo>
                    <a:pt x="1" y="3649"/>
                  </a:lnTo>
                  <a:cubicBezTo>
                    <a:pt x="1" y="4152"/>
                    <a:pt x="409" y="4561"/>
                    <a:pt x="912" y="4564"/>
                  </a:cubicBezTo>
                  <a:lnTo>
                    <a:pt x="1369" y="4564"/>
                  </a:lnTo>
                  <a:cubicBezTo>
                    <a:pt x="1872" y="4564"/>
                    <a:pt x="2281" y="4152"/>
                    <a:pt x="2281" y="3649"/>
                  </a:cubicBezTo>
                  <a:lnTo>
                    <a:pt x="228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85"/>
            <p:cNvSpPr/>
            <p:nvPr/>
          </p:nvSpPr>
          <p:spPr>
            <a:xfrm>
              <a:off x="3041297" y="2904285"/>
              <a:ext cx="23763" cy="94896"/>
            </a:xfrm>
            <a:custGeom>
              <a:rect b="b" l="l" r="r" t="t"/>
              <a:pathLst>
                <a:path extrusionOk="0" h="3646" w="913">
                  <a:moveTo>
                    <a:pt x="1" y="1"/>
                  </a:moveTo>
                  <a:lnTo>
                    <a:pt x="226" y="3646"/>
                  </a:lnTo>
                  <a:lnTo>
                    <a:pt x="683" y="3646"/>
                  </a:lnTo>
                  <a:lnTo>
                    <a:pt x="912"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85"/>
            <p:cNvSpPr/>
            <p:nvPr/>
          </p:nvSpPr>
          <p:spPr>
            <a:xfrm>
              <a:off x="3041219" y="3017010"/>
              <a:ext cx="23841" cy="23763"/>
            </a:xfrm>
            <a:custGeom>
              <a:rect b="b" l="l" r="r" t="t"/>
              <a:pathLst>
                <a:path extrusionOk="0" h="913" w="916">
                  <a:moveTo>
                    <a:pt x="458" y="1"/>
                  </a:moveTo>
                  <a:cubicBezTo>
                    <a:pt x="208" y="1"/>
                    <a:pt x="0" y="205"/>
                    <a:pt x="0" y="455"/>
                  </a:cubicBezTo>
                  <a:cubicBezTo>
                    <a:pt x="0" y="708"/>
                    <a:pt x="208" y="912"/>
                    <a:pt x="458" y="912"/>
                  </a:cubicBezTo>
                  <a:cubicBezTo>
                    <a:pt x="711" y="912"/>
                    <a:pt x="915" y="708"/>
                    <a:pt x="915" y="455"/>
                  </a:cubicBezTo>
                  <a:cubicBezTo>
                    <a:pt x="915" y="205"/>
                    <a:pt x="711" y="1"/>
                    <a:pt x="45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85"/>
            <p:cNvSpPr/>
            <p:nvPr/>
          </p:nvSpPr>
          <p:spPr>
            <a:xfrm>
              <a:off x="2768320" y="3165367"/>
              <a:ext cx="201765" cy="83080"/>
            </a:xfrm>
            <a:custGeom>
              <a:rect b="b" l="l" r="r" t="t"/>
              <a:pathLst>
                <a:path extrusionOk="0" h="3192" w="7752">
                  <a:moveTo>
                    <a:pt x="2509" y="1"/>
                  </a:moveTo>
                  <a:lnTo>
                    <a:pt x="602" y="694"/>
                  </a:lnTo>
                  <a:cubicBezTo>
                    <a:pt x="239" y="824"/>
                    <a:pt x="0" y="1169"/>
                    <a:pt x="0" y="1552"/>
                  </a:cubicBezTo>
                  <a:lnTo>
                    <a:pt x="0" y="3192"/>
                  </a:lnTo>
                  <a:lnTo>
                    <a:pt x="7751" y="3192"/>
                  </a:lnTo>
                  <a:lnTo>
                    <a:pt x="7751" y="1552"/>
                  </a:lnTo>
                  <a:cubicBezTo>
                    <a:pt x="7751" y="1169"/>
                    <a:pt x="7512" y="824"/>
                    <a:pt x="7150" y="694"/>
                  </a:cubicBezTo>
                  <a:lnTo>
                    <a:pt x="5246" y="1"/>
                  </a:lnTo>
                  <a:lnTo>
                    <a:pt x="3878" y="458"/>
                  </a:lnTo>
                  <a:lnTo>
                    <a:pt x="250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85"/>
            <p:cNvSpPr/>
            <p:nvPr/>
          </p:nvSpPr>
          <p:spPr>
            <a:xfrm>
              <a:off x="2934428" y="3189547"/>
              <a:ext cx="35658" cy="58900"/>
            </a:xfrm>
            <a:custGeom>
              <a:rect b="b" l="l" r="r" t="t"/>
              <a:pathLst>
                <a:path extrusionOk="0" h="2263" w="1370">
                  <a:moveTo>
                    <a:pt x="1123" y="1"/>
                  </a:moveTo>
                  <a:lnTo>
                    <a:pt x="268" y="856"/>
                  </a:lnTo>
                  <a:cubicBezTo>
                    <a:pt x="96" y="1028"/>
                    <a:pt x="1" y="1260"/>
                    <a:pt x="1" y="1503"/>
                  </a:cubicBezTo>
                  <a:lnTo>
                    <a:pt x="1" y="2263"/>
                  </a:lnTo>
                  <a:lnTo>
                    <a:pt x="1369" y="2263"/>
                  </a:lnTo>
                  <a:lnTo>
                    <a:pt x="1369" y="623"/>
                  </a:lnTo>
                  <a:cubicBezTo>
                    <a:pt x="1369" y="391"/>
                    <a:pt x="1281" y="169"/>
                    <a:pt x="112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85"/>
            <p:cNvSpPr/>
            <p:nvPr/>
          </p:nvSpPr>
          <p:spPr>
            <a:xfrm>
              <a:off x="2803848" y="2981483"/>
              <a:ext cx="130606" cy="95000"/>
            </a:xfrm>
            <a:custGeom>
              <a:rect b="b" l="l" r="r" t="t"/>
              <a:pathLst>
                <a:path extrusionOk="0" h="3650" w="5018">
                  <a:moveTo>
                    <a:pt x="1826" y="1"/>
                  </a:moveTo>
                  <a:cubicBezTo>
                    <a:pt x="817" y="1"/>
                    <a:pt x="0" y="817"/>
                    <a:pt x="0" y="1823"/>
                  </a:cubicBezTo>
                  <a:lnTo>
                    <a:pt x="0" y="2365"/>
                  </a:lnTo>
                  <a:cubicBezTo>
                    <a:pt x="0" y="2611"/>
                    <a:pt x="39" y="2854"/>
                    <a:pt x="116" y="3086"/>
                  </a:cubicBezTo>
                  <a:lnTo>
                    <a:pt x="194" y="3315"/>
                  </a:lnTo>
                  <a:cubicBezTo>
                    <a:pt x="215" y="3385"/>
                    <a:pt x="229" y="3456"/>
                    <a:pt x="229" y="3530"/>
                  </a:cubicBezTo>
                  <a:lnTo>
                    <a:pt x="229" y="3649"/>
                  </a:lnTo>
                  <a:lnTo>
                    <a:pt x="4789" y="3649"/>
                  </a:lnTo>
                  <a:lnTo>
                    <a:pt x="4789" y="3530"/>
                  </a:lnTo>
                  <a:cubicBezTo>
                    <a:pt x="4789" y="3456"/>
                    <a:pt x="4803" y="3385"/>
                    <a:pt x="4824" y="3315"/>
                  </a:cubicBezTo>
                  <a:lnTo>
                    <a:pt x="4902" y="3086"/>
                  </a:lnTo>
                  <a:cubicBezTo>
                    <a:pt x="4979" y="2854"/>
                    <a:pt x="5018" y="2611"/>
                    <a:pt x="5018" y="2365"/>
                  </a:cubicBezTo>
                  <a:lnTo>
                    <a:pt x="5018" y="454"/>
                  </a:lnTo>
                  <a:cubicBezTo>
                    <a:pt x="5018" y="205"/>
                    <a:pt x="4814" y="1"/>
                    <a:pt x="4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85"/>
            <p:cNvSpPr/>
            <p:nvPr/>
          </p:nvSpPr>
          <p:spPr>
            <a:xfrm>
              <a:off x="2833519" y="2981405"/>
              <a:ext cx="100935" cy="94974"/>
            </a:xfrm>
            <a:custGeom>
              <a:rect b="b" l="l" r="r" t="t"/>
              <a:pathLst>
                <a:path extrusionOk="0" h="3649" w="3878">
                  <a:moveTo>
                    <a:pt x="929" y="0"/>
                  </a:moveTo>
                  <a:cubicBezTo>
                    <a:pt x="415" y="0"/>
                    <a:pt x="0" y="415"/>
                    <a:pt x="0" y="925"/>
                  </a:cubicBezTo>
                  <a:cubicBezTo>
                    <a:pt x="0" y="1439"/>
                    <a:pt x="415" y="1854"/>
                    <a:pt x="926" y="1854"/>
                  </a:cubicBezTo>
                  <a:lnTo>
                    <a:pt x="1056" y="1854"/>
                  </a:lnTo>
                  <a:lnTo>
                    <a:pt x="1119" y="3649"/>
                  </a:lnTo>
                  <a:lnTo>
                    <a:pt x="3649" y="3649"/>
                  </a:lnTo>
                  <a:lnTo>
                    <a:pt x="3649" y="3533"/>
                  </a:lnTo>
                  <a:cubicBezTo>
                    <a:pt x="3649" y="3459"/>
                    <a:pt x="3663" y="3385"/>
                    <a:pt x="3684" y="3314"/>
                  </a:cubicBezTo>
                  <a:lnTo>
                    <a:pt x="3762" y="3086"/>
                  </a:lnTo>
                  <a:cubicBezTo>
                    <a:pt x="3839" y="2854"/>
                    <a:pt x="3878" y="2611"/>
                    <a:pt x="3878" y="2364"/>
                  </a:cubicBezTo>
                  <a:lnTo>
                    <a:pt x="3878" y="454"/>
                  </a:lnTo>
                  <a:cubicBezTo>
                    <a:pt x="3878" y="204"/>
                    <a:pt x="3674" y="0"/>
                    <a:pt x="342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85"/>
            <p:cNvSpPr/>
            <p:nvPr/>
          </p:nvSpPr>
          <p:spPr>
            <a:xfrm>
              <a:off x="2833519" y="3123801"/>
              <a:ext cx="71263" cy="53513"/>
            </a:xfrm>
            <a:custGeom>
              <a:rect b="b" l="l" r="r" t="t"/>
              <a:pathLst>
                <a:path extrusionOk="0" h="2056" w="2738">
                  <a:moveTo>
                    <a:pt x="0" y="0"/>
                  </a:moveTo>
                  <a:lnTo>
                    <a:pt x="0" y="2055"/>
                  </a:lnTo>
                  <a:lnTo>
                    <a:pt x="2738" y="2055"/>
                  </a:lnTo>
                  <a:lnTo>
                    <a:pt x="2738"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85"/>
            <p:cNvSpPr/>
            <p:nvPr/>
          </p:nvSpPr>
          <p:spPr>
            <a:xfrm>
              <a:off x="2833519" y="3123879"/>
              <a:ext cx="71263" cy="35580"/>
            </a:xfrm>
            <a:custGeom>
              <a:rect b="b" l="l" r="r" t="t"/>
              <a:pathLst>
                <a:path extrusionOk="0" h="1367" w="2738">
                  <a:moveTo>
                    <a:pt x="0" y="1"/>
                  </a:moveTo>
                  <a:lnTo>
                    <a:pt x="0" y="1032"/>
                  </a:lnTo>
                  <a:cubicBezTo>
                    <a:pt x="430" y="1255"/>
                    <a:pt x="899" y="1367"/>
                    <a:pt x="1369" y="1367"/>
                  </a:cubicBezTo>
                  <a:cubicBezTo>
                    <a:pt x="1839" y="1367"/>
                    <a:pt x="2308" y="1255"/>
                    <a:pt x="2738" y="1032"/>
                  </a:cubicBezTo>
                  <a:lnTo>
                    <a:pt x="2738"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85"/>
            <p:cNvSpPr/>
            <p:nvPr/>
          </p:nvSpPr>
          <p:spPr>
            <a:xfrm>
              <a:off x="2821599" y="3155503"/>
              <a:ext cx="47552" cy="42425"/>
            </a:xfrm>
            <a:custGeom>
              <a:rect b="b" l="l" r="r" t="t"/>
              <a:pathLst>
                <a:path extrusionOk="0" h="1630" w="1827">
                  <a:moveTo>
                    <a:pt x="404" y="1"/>
                  </a:moveTo>
                  <a:cubicBezTo>
                    <a:pt x="320" y="1"/>
                    <a:pt x="238" y="47"/>
                    <a:pt x="198" y="130"/>
                  </a:cubicBezTo>
                  <a:lnTo>
                    <a:pt x="1" y="545"/>
                  </a:lnTo>
                  <a:lnTo>
                    <a:pt x="757" y="1541"/>
                  </a:lnTo>
                  <a:cubicBezTo>
                    <a:pt x="803" y="1599"/>
                    <a:pt x="870" y="1630"/>
                    <a:pt x="937" y="1630"/>
                  </a:cubicBezTo>
                  <a:cubicBezTo>
                    <a:pt x="995" y="1630"/>
                    <a:pt x="1053" y="1607"/>
                    <a:pt x="1099" y="1562"/>
                  </a:cubicBezTo>
                  <a:lnTo>
                    <a:pt x="1827" y="837"/>
                  </a:lnTo>
                  <a:lnTo>
                    <a:pt x="525" y="35"/>
                  </a:lnTo>
                  <a:cubicBezTo>
                    <a:pt x="487" y="12"/>
                    <a:pt x="445" y="1"/>
                    <a:pt x="4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85"/>
            <p:cNvSpPr/>
            <p:nvPr/>
          </p:nvSpPr>
          <p:spPr>
            <a:xfrm>
              <a:off x="2869125" y="3155503"/>
              <a:ext cx="47578" cy="42425"/>
            </a:xfrm>
            <a:custGeom>
              <a:rect b="b" l="l" r="r" t="t"/>
              <a:pathLst>
                <a:path extrusionOk="0" h="1630" w="1828">
                  <a:moveTo>
                    <a:pt x="1424" y="1"/>
                  </a:moveTo>
                  <a:cubicBezTo>
                    <a:pt x="1383" y="1"/>
                    <a:pt x="1341" y="12"/>
                    <a:pt x="1303" y="35"/>
                  </a:cubicBezTo>
                  <a:lnTo>
                    <a:pt x="1" y="837"/>
                  </a:lnTo>
                  <a:lnTo>
                    <a:pt x="729" y="1562"/>
                  </a:lnTo>
                  <a:cubicBezTo>
                    <a:pt x="775" y="1607"/>
                    <a:pt x="833" y="1630"/>
                    <a:pt x="891" y="1630"/>
                  </a:cubicBezTo>
                  <a:cubicBezTo>
                    <a:pt x="958" y="1630"/>
                    <a:pt x="1025" y="1599"/>
                    <a:pt x="1071" y="1541"/>
                  </a:cubicBezTo>
                  <a:lnTo>
                    <a:pt x="1827" y="545"/>
                  </a:lnTo>
                  <a:lnTo>
                    <a:pt x="1630" y="130"/>
                  </a:lnTo>
                  <a:cubicBezTo>
                    <a:pt x="1590" y="47"/>
                    <a:pt x="1508" y="1"/>
                    <a:pt x="142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85"/>
            <p:cNvSpPr/>
            <p:nvPr/>
          </p:nvSpPr>
          <p:spPr>
            <a:xfrm>
              <a:off x="2809808" y="3029504"/>
              <a:ext cx="118685" cy="112179"/>
            </a:xfrm>
            <a:custGeom>
              <a:rect b="b" l="l" r="r" t="t"/>
              <a:pathLst>
                <a:path extrusionOk="0" h="4310" w="4560">
                  <a:moveTo>
                    <a:pt x="1941" y="1"/>
                  </a:moveTo>
                  <a:cubicBezTo>
                    <a:pt x="1227" y="1"/>
                    <a:pt x="686" y="203"/>
                    <a:pt x="686" y="203"/>
                  </a:cubicBezTo>
                  <a:lnTo>
                    <a:pt x="686" y="977"/>
                  </a:lnTo>
                  <a:cubicBezTo>
                    <a:pt x="683" y="1206"/>
                    <a:pt x="570" y="1421"/>
                    <a:pt x="380" y="1547"/>
                  </a:cubicBezTo>
                  <a:lnTo>
                    <a:pt x="0" y="1801"/>
                  </a:lnTo>
                  <a:lnTo>
                    <a:pt x="0" y="2029"/>
                  </a:lnTo>
                  <a:cubicBezTo>
                    <a:pt x="0" y="3289"/>
                    <a:pt x="1020" y="4309"/>
                    <a:pt x="2280" y="4309"/>
                  </a:cubicBezTo>
                  <a:cubicBezTo>
                    <a:pt x="3540" y="4309"/>
                    <a:pt x="4560" y="3289"/>
                    <a:pt x="4560" y="2029"/>
                  </a:cubicBezTo>
                  <a:lnTo>
                    <a:pt x="4560" y="1801"/>
                  </a:lnTo>
                  <a:lnTo>
                    <a:pt x="4183" y="1547"/>
                  </a:lnTo>
                  <a:cubicBezTo>
                    <a:pt x="3990" y="1421"/>
                    <a:pt x="3877" y="1206"/>
                    <a:pt x="3877" y="977"/>
                  </a:cubicBezTo>
                  <a:lnTo>
                    <a:pt x="3877" y="661"/>
                  </a:lnTo>
                  <a:cubicBezTo>
                    <a:pt x="3255" y="142"/>
                    <a:pt x="2538" y="1"/>
                    <a:pt x="19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85"/>
            <p:cNvSpPr/>
            <p:nvPr/>
          </p:nvSpPr>
          <p:spPr>
            <a:xfrm>
              <a:off x="2768216" y="3189547"/>
              <a:ext cx="35658" cy="58900"/>
            </a:xfrm>
            <a:custGeom>
              <a:rect b="b" l="l" r="r" t="t"/>
              <a:pathLst>
                <a:path extrusionOk="0" h="2263" w="1370">
                  <a:moveTo>
                    <a:pt x="247" y="1"/>
                  </a:moveTo>
                  <a:cubicBezTo>
                    <a:pt x="89" y="169"/>
                    <a:pt x="1" y="391"/>
                    <a:pt x="1" y="623"/>
                  </a:cubicBezTo>
                  <a:lnTo>
                    <a:pt x="1" y="2263"/>
                  </a:lnTo>
                  <a:lnTo>
                    <a:pt x="1369" y="2263"/>
                  </a:lnTo>
                  <a:lnTo>
                    <a:pt x="1369" y="1503"/>
                  </a:lnTo>
                  <a:cubicBezTo>
                    <a:pt x="1369" y="1260"/>
                    <a:pt x="1274" y="1028"/>
                    <a:pt x="1102" y="856"/>
                  </a:cubicBezTo>
                  <a:lnTo>
                    <a:pt x="247"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85"/>
            <p:cNvSpPr/>
            <p:nvPr/>
          </p:nvSpPr>
          <p:spPr>
            <a:xfrm>
              <a:off x="2809808" y="3029504"/>
              <a:ext cx="100935" cy="111632"/>
            </a:xfrm>
            <a:custGeom>
              <a:rect b="b" l="l" r="r" t="t"/>
              <a:pathLst>
                <a:path extrusionOk="0" h="4289" w="3878">
                  <a:moveTo>
                    <a:pt x="1940" y="1"/>
                  </a:moveTo>
                  <a:cubicBezTo>
                    <a:pt x="1225" y="1"/>
                    <a:pt x="683" y="203"/>
                    <a:pt x="683" y="203"/>
                  </a:cubicBezTo>
                  <a:lnTo>
                    <a:pt x="683" y="977"/>
                  </a:lnTo>
                  <a:cubicBezTo>
                    <a:pt x="683" y="1206"/>
                    <a:pt x="570" y="1421"/>
                    <a:pt x="380" y="1547"/>
                  </a:cubicBezTo>
                  <a:lnTo>
                    <a:pt x="0" y="1801"/>
                  </a:lnTo>
                  <a:lnTo>
                    <a:pt x="0" y="2029"/>
                  </a:lnTo>
                  <a:cubicBezTo>
                    <a:pt x="0" y="3180"/>
                    <a:pt x="859" y="4151"/>
                    <a:pt x="2006" y="4288"/>
                  </a:cubicBezTo>
                  <a:cubicBezTo>
                    <a:pt x="1594" y="3866"/>
                    <a:pt x="1369" y="3300"/>
                    <a:pt x="1369" y="2712"/>
                  </a:cubicBezTo>
                  <a:lnTo>
                    <a:pt x="1369" y="1206"/>
                  </a:lnTo>
                  <a:cubicBezTo>
                    <a:pt x="1369" y="974"/>
                    <a:pt x="1541" y="780"/>
                    <a:pt x="1770" y="752"/>
                  </a:cubicBezTo>
                  <a:cubicBezTo>
                    <a:pt x="1949" y="729"/>
                    <a:pt x="2176" y="710"/>
                    <a:pt x="2428" y="710"/>
                  </a:cubicBezTo>
                  <a:cubicBezTo>
                    <a:pt x="2875" y="710"/>
                    <a:pt x="3401" y="770"/>
                    <a:pt x="3877" y="977"/>
                  </a:cubicBezTo>
                  <a:lnTo>
                    <a:pt x="3877" y="661"/>
                  </a:lnTo>
                  <a:cubicBezTo>
                    <a:pt x="3255" y="142"/>
                    <a:pt x="2537" y="1"/>
                    <a:pt x="194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85"/>
            <p:cNvSpPr/>
            <p:nvPr/>
          </p:nvSpPr>
          <p:spPr>
            <a:xfrm>
              <a:off x="2822067" y="3026250"/>
              <a:ext cx="96614" cy="31910"/>
            </a:xfrm>
            <a:custGeom>
              <a:rect b="b" l="l" r="r" t="t"/>
              <a:pathLst>
                <a:path extrusionOk="0" h="1226" w="3712">
                  <a:moveTo>
                    <a:pt x="1465" y="0"/>
                  </a:moveTo>
                  <a:cubicBezTo>
                    <a:pt x="1027" y="0"/>
                    <a:pt x="631" y="46"/>
                    <a:pt x="373" y="86"/>
                  </a:cubicBezTo>
                  <a:cubicBezTo>
                    <a:pt x="159" y="117"/>
                    <a:pt x="0" y="304"/>
                    <a:pt x="0" y="522"/>
                  </a:cubicBezTo>
                  <a:lnTo>
                    <a:pt x="0" y="1014"/>
                  </a:lnTo>
                  <a:cubicBezTo>
                    <a:pt x="0" y="1131"/>
                    <a:pt x="95" y="1226"/>
                    <a:pt x="215" y="1226"/>
                  </a:cubicBezTo>
                  <a:cubicBezTo>
                    <a:pt x="331" y="1226"/>
                    <a:pt x="426" y="1131"/>
                    <a:pt x="426" y="1014"/>
                  </a:cubicBezTo>
                  <a:lnTo>
                    <a:pt x="426" y="522"/>
                  </a:lnTo>
                  <a:cubicBezTo>
                    <a:pt x="426" y="515"/>
                    <a:pt x="430" y="508"/>
                    <a:pt x="437" y="508"/>
                  </a:cubicBezTo>
                  <a:cubicBezTo>
                    <a:pt x="773" y="457"/>
                    <a:pt x="1110" y="430"/>
                    <a:pt x="1447" y="430"/>
                  </a:cubicBezTo>
                  <a:cubicBezTo>
                    <a:pt x="1572" y="430"/>
                    <a:pt x="1698" y="433"/>
                    <a:pt x="1823" y="441"/>
                  </a:cubicBezTo>
                  <a:cubicBezTo>
                    <a:pt x="2488" y="483"/>
                    <a:pt x="2970" y="652"/>
                    <a:pt x="3255" y="937"/>
                  </a:cubicBezTo>
                  <a:cubicBezTo>
                    <a:pt x="3302" y="983"/>
                    <a:pt x="3355" y="1003"/>
                    <a:pt x="3405" y="1003"/>
                  </a:cubicBezTo>
                  <a:cubicBezTo>
                    <a:pt x="3571" y="1003"/>
                    <a:pt x="3712" y="789"/>
                    <a:pt x="3558" y="634"/>
                  </a:cubicBezTo>
                  <a:cubicBezTo>
                    <a:pt x="3053" y="129"/>
                    <a:pt x="2201"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85"/>
            <p:cNvSpPr/>
            <p:nvPr/>
          </p:nvSpPr>
          <p:spPr>
            <a:xfrm>
              <a:off x="2762829" y="2975809"/>
              <a:ext cx="212827" cy="278338"/>
            </a:xfrm>
            <a:custGeom>
              <a:rect b="b" l="l" r="r" t="t"/>
              <a:pathLst>
                <a:path extrusionOk="0" h="10694" w="8177">
                  <a:moveTo>
                    <a:pt x="6383" y="430"/>
                  </a:moveTo>
                  <a:lnTo>
                    <a:pt x="6383" y="2495"/>
                  </a:lnTo>
                  <a:cubicBezTo>
                    <a:pt x="6383" y="2808"/>
                    <a:pt x="6312" y="3114"/>
                    <a:pt x="6175" y="3392"/>
                  </a:cubicBezTo>
                  <a:cubicBezTo>
                    <a:pt x="6161" y="3420"/>
                    <a:pt x="6154" y="3452"/>
                    <a:pt x="6154" y="3487"/>
                  </a:cubicBezTo>
                  <a:lnTo>
                    <a:pt x="6154" y="4092"/>
                  </a:lnTo>
                  <a:cubicBezTo>
                    <a:pt x="6154" y="5243"/>
                    <a:pt x="5220" y="6162"/>
                    <a:pt x="4085" y="6162"/>
                  </a:cubicBezTo>
                  <a:cubicBezTo>
                    <a:pt x="4039" y="6162"/>
                    <a:pt x="3994" y="6161"/>
                    <a:pt x="3948" y="6158"/>
                  </a:cubicBezTo>
                  <a:cubicBezTo>
                    <a:pt x="2868" y="6084"/>
                    <a:pt x="2020" y="5144"/>
                    <a:pt x="2020" y="4015"/>
                  </a:cubicBezTo>
                  <a:lnTo>
                    <a:pt x="2020" y="3487"/>
                  </a:lnTo>
                  <a:cubicBezTo>
                    <a:pt x="2020" y="3452"/>
                    <a:pt x="2013" y="3420"/>
                    <a:pt x="1999" y="3392"/>
                  </a:cubicBezTo>
                  <a:cubicBezTo>
                    <a:pt x="1861" y="3114"/>
                    <a:pt x="1791" y="2808"/>
                    <a:pt x="1791" y="2495"/>
                  </a:cubicBezTo>
                  <a:lnTo>
                    <a:pt x="1791" y="2041"/>
                  </a:lnTo>
                  <a:cubicBezTo>
                    <a:pt x="1791" y="1151"/>
                    <a:pt x="2512" y="430"/>
                    <a:pt x="3402" y="430"/>
                  </a:cubicBezTo>
                  <a:close/>
                  <a:moveTo>
                    <a:pt x="2931" y="6295"/>
                  </a:moveTo>
                  <a:cubicBezTo>
                    <a:pt x="3237" y="6460"/>
                    <a:pt x="3575" y="6559"/>
                    <a:pt x="3920" y="6580"/>
                  </a:cubicBezTo>
                  <a:cubicBezTo>
                    <a:pt x="3976" y="6583"/>
                    <a:pt x="4032" y="6587"/>
                    <a:pt x="4089" y="6587"/>
                  </a:cubicBezTo>
                  <a:cubicBezTo>
                    <a:pt x="4490" y="6587"/>
                    <a:pt x="4887" y="6488"/>
                    <a:pt x="5243" y="6302"/>
                  </a:cubicBezTo>
                  <a:lnTo>
                    <a:pt x="5243" y="6693"/>
                  </a:lnTo>
                  <a:lnTo>
                    <a:pt x="4089" y="7484"/>
                  </a:lnTo>
                  <a:lnTo>
                    <a:pt x="2931" y="6693"/>
                  </a:lnTo>
                  <a:lnTo>
                    <a:pt x="2931" y="6295"/>
                  </a:lnTo>
                  <a:close/>
                  <a:moveTo>
                    <a:pt x="2748" y="7083"/>
                  </a:moveTo>
                  <a:lnTo>
                    <a:pt x="3754" y="7773"/>
                  </a:lnTo>
                  <a:lnTo>
                    <a:pt x="3219" y="8308"/>
                  </a:lnTo>
                  <a:cubicBezTo>
                    <a:pt x="3216" y="8311"/>
                    <a:pt x="3212" y="8311"/>
                    <a:pt x="3209" y="8311"/>
                  </a:cubicBezTo>
                  <a:cubicBezTo>
                    <a:pt x="3202" y="8311"/>
                    <a:pt x="3198" y="8308"/>
                    <a:pt x="3198" y="8304"/>
                  </a:cubicBezTo>
                  <a:lnTo>
                    <a:pt x="2533" y="7308"/>
                  </a:lnTo>
                  <a:lnTo>
                    <a:pt x="2748" y="7083"/>
                  </a:lnTo>
                  <a:close/>
                  <a:moveTo>
                    <a:pt x="5426" y="7087"/>
                  </a:moveTo>
                  <a:lnTo>
                    <a:pt x="5640" y="7308"/>
                  </a:lnTo>
                  <a:lnTo>
                    <a:pt x="4975" y="8304"/>
                  </a:lnTo>
                  <a:cubicBezTo>
                    <a:pt x="4972" y="8308"/>
                    <a:pt x="4968" y="8311"/>
                    <a:pt x="4965" y="8311"/>
                  </a:cubicBezTo>
                  <a:cubicBezTo>
                    <a:pt x="4961" y="8311"/>
                    <a:pt x="4954" y="8311"/>
                    <a:pt x="4954" y="8308"/>
                  </a:cubicBezTo>
                  <a:lnTo>
                    <a:pt x="4419" y="7773"/>
                  </a:lnTo>
                  <a:lnTo>
                    <a:pt x="5426" y="7087"/>
                  </a:lnTo>
                  <a:close/>
                  <a:moveTo>
                    <a:pt x="3406" y="0"/>
                  </a:moveTo>
                  <a:cubicBezTo>
                    <a:pt x="2280" y="0"/>
                    <a:pt x="1369" y="915"/>
                    <a:pt x="1365" y="2038"/>
                  </a:cubicBezTo>
                  <a:lnTo>
                    <a:pt x="1365" y="2495"/>
                  </a:lnTo>
                  <a:cubicBezTo>
                    <a:pt x="1365" y="2854"/>
                    <a:pt x="1443" y="3206"/>
                    <a:pt x="1594" y="3533"/>
                  </a:cubicBezTo>
                  <a:lnTo>
                    <a:pt x="1594" y="4015"/>
                  </a:lnTo>
                  <a:cubicBezTo>
                    <a:pt x="1590" y="4782"/>
                    <a:pt x="1925" y="5507"/>
                    <a:pt x="2509" y="6006"/>
                  </a:cubicBezTo>
                  <a:lnTo>
                    <a:pt x="2509" y="6724"/>
                  </a:lnTo>
                  <a:lnTo>
                    <a:pt x="2111" y="7139"/>
                  </a:lnTo>
                  <a:cubicBezTo>
                    <a:pt x="2069" y="7185"/>
                    <a:pt x="2048" y="7245"/>
                    <a:pt x="2055" y="7305"/>
                  </a:cubicBezTo>
                  <a:lnTo>
                    <a:pt x="739" y="7780"/>
                  </a:lnTo>
                  <a:cubicBezTo>
                    <a:pt x="296" y="7942"/>
                    <a:pt x="0" y="8367"/>
                    <a:pt x="0" y="8839"/>
                  </a:cubicBezTo>
                  <a:lnTo>
                    <a:pt x="0" y="10482"/>
                  </a:lnTo>
                  <a:cubicBezTo>
                    <a:pt x="0" y="10598"/>
                    <a:pt x="95" y="10693"/>
                    <a:pt x="211" y="10693"/>
                  </a:cubicBezTo>
                  <a:cubicBezTo>
                    <a:pt x="331" y="10693"/>
                    <a:pt x="426" y="10598"/>
                    <a:pt x="426" y="10482"/>
                  </a:cubicBezTo>
                  <a:lnTo>
                    <a:pt x="426" y="8839"/>
                  </a:lnTo>
                  <a:cubicBezTo>
                    <a:pt x="426" y="8547"/>
                    <a:pt x="609" y="8283"/>
                    <a:pt x="887" y="8181"/>
                  </a:cubicBezTo>
                  <a:lnTo>
                    <a:pt x="2269" y="7678"/>
                  </a:lnTo>
                  <a:lnTo>
                    <a:pt x="2846" y="8543"/>
                  </a:lnTo>
                  <a:cubicBezTo>
                    <a:pt x="2920" y="8652"/>
                    <a:pt x="3036" y="8723"/>
                    <a:pt x="3170" y="8737"/>
                  </a:cubicBezTo>
                  <a:lnTo>
                    <a:pt x="3212" y="8737"/>
                  </a:lnTo>
                  <a:cubicBezTo>
                    <a:pt x="3329" y="8737"/>
                    <a:pt x="3438" y="8691"/>
                    <a:pt x="3522" y="8610"/>
                  </a:cubicBezTo>
                  <a:lnTo>
                    <a:pt x="3874" y="8258"/>
                  </a:lnTo>
                  <a:lnTo>
                    <a:pt x="3874" y="10478"/>
                  </a:lnTo>
                  <a:cubicBezTo>
                    <a:pt x="3874" y="10598"/>
                    <a:pt x="3969" y="10693"/>
                    <a:pt x="4085" y="10693"/>
                  </a:cubicBezTo>
                  <a:cubicBezTo>
                    <a:pt x="4205" y="10693"/>
                    <a:pt x="4300" y="10598"/>
                    <a:pt x="4300" y="10478"/>
                  </a:cubicBezTo>
                  <a:lnTo>
                    <a:pt x="4300" y="8258"/>
                  </a:lnTo>
                  <a:lnTo>
                    <a:pt x="4651" y="8610"/>
                  </a:lnTo>
                  <a:cubicBezTo>
                    <a:pt x="4738" y="8697"/>
                    <a:pt x="4851" y="8739"/>
                    <a:pt x="4962" y="8739"/>
                  </a:cubicBezTo>
                  <a:cubicBezTo>
                    <a:pt x="5104" y="8739"/>
                    <a:pt x="5244" y="8671"/>
                    <a:pt x="5331" y="8540"/>
                  </a:cubicBezTo>
                  <a:lnTo>
                    <a:pt x="5908" y="7678"/>
                  </a:lnTo>
                  <a:lnTo>
                    <a:pt x="7290" y="8181"/>
                  </a:lnTo>
                  <a:cubicBezTo>
                    <a:pt x="7565" y="8283"/>
                    <a:pt x="7748" y="8543"/>
                    <a:pt x="7751" y="8839"/>
                  </a:cubicBezTo>
                  <a:lnTo>
                    <a:pt x="7751" y="10478"/>
                  </a:lnTo>
                  <a:cubicBezTo>
                    <a:pt x="7751" y="10598"/>
                    <a:pt x="7846" y="10693"/>
                    <a:pt x="7962" y="10693"/>
                  </a:cubicBezTo>
                  <a:cubicBezTo>
                    <a:pt x="8082" y="10693"/>
                    <a:pt x="8177" y="10598"/>
                    <a:pt x="8177" y="10478"/>
                  </a:cubicBezTo>
                  <a:lnTo>
                    <a:pt x="8177" y="8839"/>
                  </a:lnTo>
                  <a:cubicBezTo>
                    <a:pt x="8177" y="8364"/>
                    <a:pt x="7881" y="7942"/>
                    <a:pt x="7438" y="7780"/>
                  </a:cubicBezTo>
                  <a:lnTo>
                    <a:pt x="6126" y="7301"/>
                  </a:lnTo>
                  <a:cubicBezTo>
                    <a:pt x="6129" y="7241"/>
                    <a:pt x="6108" y="7182"/>
                    <a:pt x="6066" y="7139"/>
                  </a:cubicBezTo>
                  <a:lnTo>
                    <a:pt x="5672" y="6721"/>
                  </a:lnTo>
                  <a:lnTo>
                    <a:pt x="5672" y="6021"/>
                  </a:lnTo>
                  <a:cubicBezTo>
                    <a:pt x="5714" y="5985"/>
                    <a:pt x="5753" y="5950"/>
                    <a:pt x="5795" y="5911"/>
                  </a:cubicBezTo>
                  <a:cubicBezTo>
                    <a:pt x="6295" y="5440"/>
                    <a:pt x="6583" y="4782"/>
                    <a:pt x="6583" y="4092"/>
                  </a:cubicBezTo>
                  <a:lnTo>
                    <a:pt x="6583" y="3533"/>
                  </a:lnTo>
                  <a:cubicBezTo>
                    <a:pt x="6734" y="3206"/>
                    <a:pt x="6812" y="2854"/>
                    <a:pt x="6812" y="2495"/>
                  </a:cubicBezTo>
                  <a:lnTo>
                    <a:pt x="6812" y="215"/>
                  </a:lnTo>
                  <a:cubicBezTo>
                    <a:pt x="6812" y="95"/>
                    <a:pt x="6717" y="0"/>
                    <a:pt x="6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85"/>
            <p:cNvSpPr/>
            <p:nvPr/>
          </p:nvSpPr>
          <p:spPr>
            <a:xfrm>
              <a:off x="2798356" y="3219218"/>
              <a:ext cx="11088" cy="34929"/>
            </a:xfrm>
            <a:custGeom>
              <a:rect b="b" l="l" r="r" t="t"/>
              <a:pathLst>
                <a:path extrusionOk="0" h="1342" w="426">
                  <a:moveTo>
                    <a:pt x="211" y="1"/>
                  </a:moveTo>
                  <a:cubicBezTo>
                    <a:pt x="95" y="1"/>
                    <a:pt x="0" y="96"/>
                    <a:pt x="0" y="215"/>
                  </a:cubicBezTo>
                  <a:lnTo>
                    <a:pt x="0" y="1126"/>
                  </a:lnTo>
                  <a:cubicBezTo>
                    <a:pt x="0" y="1246"/>
                    <a:pt x="95" y="1341"/>
                    <a:pt x="211" y="1341"/>
                  </a:cubicBezTo>
                  <a:cubicBezTo>
                    <a:pt x="331" y="1341"/>
                    <a:pt x="426" y="1246"/>
                    <a:pt x="426" y="1126"/>
                  </a:cubicBezTo>
                  <a:lnTo>
                    <a:pt x="426" y="215"/>
                  </a:lnTo>
                  <a:cubicBezTo>
                    <a:pt x="426"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85"/>
            <p:cNvSpPr/>
            <p:nvPr/>
          </p:nvSpPr>
          <p:spPr>
            <a:xfrm>
              <a:off x="2928936" y="3219218"/>
              <a:ext cx="11114" cy="34929"/>
            </a:xfrm>
            <a:custGeom>
              <a:rect b="b" l="l" r="r" t="t"/>
              <a:pathLst>
                <a:path extrusionOk="0" h="1342" w="427">
                  <a:moveTo>
                    <a:pt x="215" y="1"/>
                  </a:moveTo>
                  <a:cubicBezTo>
                    <a:pt x="96" y="1"/>
                    <a:pt x="1" y="96"/>
                    <a:pt x="1" y="215"/>
                  </a:cubicBezTo>
                  <a:lnTo>
                    <a:pt x="1" y="1126"/>
                  </a:lnTo>
                  <a:cubicBezTo>
                    <a:pt x="1" y="1246"/>
                    <a:pt x="96" y="1341"/>
                    <a:pt x="215" y="1341"/>
                  </a:cubicBezTo>
                  <a:cubicBezTo>
                    <a:pt x="331" y="1341"/>
                    <a:pt x="426" y="1246"/>
                    <a:pt x="426" y="1126"/>
                  </a:cubicBezTo>
                  <a:lnTo>
                    <a:pt x="426" y="215"/>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85"/>
            <p:cNvSpPr/>
            <p:nvPr/>
          </p:nvSpPr>
          <p:spPr>
            <a:xfrm>
              <a:off x="2964464" y="2934321"/>
              <a:ext cx="177325" cy="185056"/>
            </a:xfrm>
            <a:custGeom>
              <a:rect b="b" l="l" r="r" t="t"/>
              <a:pathLst>
                <a:path extrusionOk="0" h="7110" w="6813">
                  <a:moveTo>
                    <a:pt x="4772" y="1"/>
                  </a:moveTo>
                  <a:cubicBezTo>
                    <a:pt x="4490" y="1"/>
                    <a:pt x="4491" y="426"/>
                    <a:pt x="4775" y="426"/>
                  </a:cubicBezTo>
                  <a:lnTo>
                    <a:pt x="5915" y="426"/>
                  </a:lnTo>
                  <a:cubicBezTo>
                    <a:pt x="6176" y="426"/>
                    <a:pt x="6387" y="637"/>
                    <a:pt x="6387" y="898"/>
                  </a:cubicBezTo>
                  <a:lnTo>
                    <a:pt x="6387" y="4546"/>
                  </a:lnTo>
                  <a:cubicBezTo>
                    <a:pt x="6387" y="4807"/>
                    <a:pt x="6176" y="5018"/>
                    <a:pt x="5915" y="5018"/>
                  </a:cubicBezTo>
                  <a:lnTo>
                    <a:pt x="3635" y="5018"/>
                  </a:lnTo>
                  <a:cubicBezTo>
                    <a:pt x="3590" y="5018"/>
                    <a:pt x="3544" y="5032"/>
                    <a:pt x="3509" y="5060"/>
                  </a:cubicBezTo>
                  <a:lnTo>
                    <a:pt x="1475" y="6538"/>
                  </a:lnTo>
                  <a:lnTo>
                    <a:pt x="1788" y="5282"/>
                  </a:lnTo>
                  <a:cubicBezTo>
                    <a:pt x="1820" y="5148"/>
                    <a:pt x="1718" y="5018"/>
                    <a:pt x="1581" y="5018"/>
                  </a:cubicBezTo>
                  <a:lnTo>
                    <a:pt x="898" y="5018"/>
                  </a:lnTo>
                  <a:cubicBezTo>
                    <a:pt x="638" y="5018"/>
                    <a:pt x="426" y="4807"/>
                    <a:pt x="426" y="4550"/>
                  </a:cubicBezTo>
                  <a:lnTo>
                    <a:pt x="426" y="898"/>
                  </a:lnTo>
                  <a:cubicBezTo>
                    <a:pt x="426" y="637"/>
                    <a:pt x="638" y="426"/>
                    <a:pt x="898" y="426"/>
                  </a:cubicBezTo>
                  <a:lnTo>
                    <a:pt x="2038" y="426"/>
                  </a:lnTo>
                  <a:cubicBezTo>
                    <a:pt x="2154" y="426"/>
                    <a:pt x="2249" y="331"/>
                    <a:pt x="2249" y="215"/>
                  </a:cubicBezTo>
                  <a:cubicBezTo>
                    <a:pt x="2249" y="96"/>
                    <a:pt x="2154" y="1"/>
                    <a:pt x="2038" y="1"/>
                  </a:cubicBezTo>
                  <a:lnTo>
                    <a:pt x="898" y="1"/>
                  </a:lnTo>
                  <a:cubicBezTo>
                    <a:pt x="402" y="1"/>
                    <a:pt x="1" y="402"/>
                    <a:pt x="1" y="898"/>
                  </a:cubicBezTo>
                  <a:lnTo>
                    <a:pt x="1" y="4550"/>
                  </a:lnTo>
                  <a:cubicBezTo>
                    <a:pt x="1" y="5043"/>
                    <a:pt x="402" y="5444"/>
                    <a:pt x="898" y="5447"/>
                  </a:cubicBezTo>
                  <a:lnTo>
                    <a:pt x="1310" y="5447"/>
                  </a:lnTo>
                  <a:lnTo>
                    <a:pt x="993" y="6700"/>
                  </a:lnTo>
                  <a:cubicBezTo>
                    <a:pt x="937" y="6925"/>
                    <a:pt x="1115" y="7110"/>
                    <a:pt x="1311" y="7110"/>
                  </a:cubicBezTo>
                  <a:cubicBezTo>
                    <a:pt x="1376" y="7110"/>
                    <a:pt x="1442" y="7090"/>
                    <a:pt x="1503" y="7045"/>
                  </a:cubicBezTo>
                  <a:lnTo>
                    <a:pt x="3702" y="5447"/>
                  </a:lnTo>
                  <a:lnTo>
                    <a:pt x="5915" y="5447"/>
                  </a:lnTo>
                  <a:cubicBezTo>
                    <a:pt x="6411" y="5444"/>
                    <a:pt x="6813" y="5043"/>
                    <a:pt x="6813" y="4550"/>
                  </a:cubicBezTo>
                  <a:lnTo>
                    <a:pt x="6813" y="898"/>
                  </a:lnTo>
                  <a:cubicBezTo>
                    <a:pt x="6813" y="402"/>
                    <a:pt x="6411" y="1"/>
                    <a:pt x="5915" y="1"/>
                  </a:cubicBezTo>
                  <a:lnTo>
                    <a:pt x="4775" y="1"/>
                  </a:lnTo>
                  <a:cubicBezTo>
                    <a:pt x="4774" y="1"/>
                    <a:pt x="4773" y="1"/>
                    <a:pt x="4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85"/>
            <p:cNvSpPr/>
            <p:nvPr/>
          </p:nvSpPr>
          <p:spPr>
            <a:xfrm>
              <a:off x="3035441" y="2898611"/>
              <a:ext cx="35293" cy="106166"/>
            </a:xfrm>
            <a:custGeom>
              <a:rect b="b" l="l" r="r" t="t"/>
              <a:pathLst>
                <a:path extrusionOk="0" h="4079" w="1356">
                  <a:moveTo>
                    <a:pt x="908" y="430"/>
                  </a:moveTo>
                  <a:lnTo>
                    <a:pt x="708" y="3653"/>
                  </a:lnTo>
                  <a:lnTo>
                    <a:pt x="651" y="3653"/>
                  </a:lnTo>
                  <a:lnTo>
                    <a:pt x="451" y="430"/>
                  </a:lnTo>
                  <a:close/>
                  <a:moveTo>
                    <a:pt x="222" y="0"/>
                  </a:moveTo>
                  <a:cubicBezTo>
                    <a:pt x="99" y="0"/>
                    <a:pt x="1" y="106"/>
                    <a:pt x="11" y="229"/>
                  </a:cubicBezTo>
                  <a:lnTo>
                    <a:pt x="236" y="3878"/>
                  </a:lnTo>
                  <a:cubicBezTo>
                    <a:pt x="243" y="3990"/>
                    <a:pt x="338" y="4078"/>
                    <a:pt x="451" y="4078"/>
                  </a:cubicBezTo>
                  <a:lnTo>
                    <a:pt x="905" y="4078"/>
                  </a:lnTo>
                  <a:cubicBezTo>
                    <a:pt x="1021" y="4078"/>
                    <a:pt x="1112" y="3990"/>
                    <a:pt x="1119" y="3878"/>
                  </a:cubicBezTo>
                  <a:lnTo>
                    <a:pt x="1348" y="229"/>
                  </a:lnTo>
                  <a:cubicBezTo>
                    <a:pt x="1355" y="106"/>
                    <a:pt x="1257" y="0"/>
                    <a:pt x="1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85"/>
            <p:cNvSpPr/>
            <p:nvPr/>
          </p:nvSpPr>
          <p:spPr>
            <a:xfrm>
              <a:off x="3035727" y="3011414"/>
              <a:ext cx="40681" cy="34929"/>
            </a:xfrm>
            <a:custGeom>
              <a:rect b="b" l="l" r="r" t="t"/>
              <a:pathLst>
                <a:path extrusionOk="0" h="1342" w="1563">
                  <a:moveTo>
                    <a:pt x="669" y="427"/>
                  </a:moveTo>
                  <a:cubicBezTo>
                    <a:pt x="883" y="427"/>
                    <a:pt x="992" y="687"/>
                    <a:pt x="841" y="842"/>
                  </a:cubicBezTo>
                  <a:cubicBezTo>
                    <a:pt x="791" y="891"/>
                    <a:pt x="730" y="913"/>
                    <a:pt x="670" y="913"/>
                  </a:cubicBezTo>
                  <a:cubicBezTo>
                    <a:pt x="545" y="913"/>
                    <a:pt x="426" y="817"/>
                    <a:pt x="426" y="670"/>
                  </a:cubicBezTo>
                  <a:cubicBezTo>
                    <a:pt x="426" y="536"/>
                    <a:pt x="535" y="427"/>
                    <a:pt x="669" y="427"/>
                  </a:cubicBezTo>
                  <a:close/>
                  <a:moveTo>
                    <a:pt x="672" y="0"/>
                  </a:moveTo>
                  <a:cubicBezTo>
                    <a:pt x="329" y="0"/>
                    <a:pt x="0" y="267"/>
                    <a:pt x="0" y="670"/>
                  </a:cubicBezTo>
                  <a:cubicBezTo>
                    <a:pt x="0" y="1039"/>
                    <a:pt x="299" y="1338"/>
                    <a:pt x="669" y="1342"/>
                  </a:cubicBezTo>
                  <a:cubicBezTo>
                    <a:pt x="1263" y="1338"/>
                    <a:pt x="1562" y="620"/>
                    <a:pt x="1140" y="198"/>
                  </a:cubicBezTo>
                  <a:cubicBezTo>
                    <a:pt x="1003" y="62"/>
                    <a:pt x="836" y="0"/>
                    <a:pt x="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2" name="Google Shape;17482;p85"/>
          <p:cNvGrpSpPr/>
          <p:nvPr/>
        </p:nvGrpSpPr>
        <p:grpSpPr>
          <a:xfrm>
            <a:off x="4181432" y="1990720"/>
            <a:ext cx="357436" cy="356056"/>
            <a:chOff x="4181432" y="1990720"/>
            <a:chExt cx="357436" cy="356056"/>
          </a:xfrm>
        </p:grpSpPr>
        <p:sp>
          <p:nvSpPr>
            <p:cNvPr id="17483" name="Google Shape;17483;p85"/>
            <p:cNvSpPr/>
            <p:nvPr/>
          </p:nvSpPr>
          <p:spPr>
            <a:xfrm>
              <a:off x="4286947" y="2187982"/>
              <a:ext cx="55230" cy="55334"/>
            </a:xfrm>
            <a:custGeom>
              <a:rect b="b" l="l" r="r" t="t"/>
              <a:pathLst>
                <a:path extrusionOk="0" h="2126" w="2122">
                  <a:moveTo>
                    <a:pt x="1313" y="0"/>
                  </a:moveTo>
                  <a:lnTo>
                    <a:pt x="0" y="1313"/>
                  </a:lnTo>
                  <a:cubicBezTo>
                    <a:pt x="99" y="1327"/>
                    <a:pt x="190" y="1372"/>
                    <a:pt x="260" y="1443"/>
                  </a:cubicBezTo>
                  <a:lnTo>
                    <a:pt x="683" y="1865"/>
                  </a:lnTo>
                  <a:cubicBezTo>
                    <a:pt x="750" y="1935"/>
                    <a:pt x="795" y="2027"/>
                    <a:pt x="809" y="2125"/>
                  </a:cubicBezTo>
                  <a:lnTo>
                    <a:pt x="2122" y="813"/>
                  </a:lnTo>
                  <a:cubicBezTo>
                    <a:pt x="1812" y="584"/>
                    <a:pt x="1541" y="310"/>
                    <a:pt x="1313"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85"/>
            <p:cNvSpPr/>
            <p:nvPr/>
          </p:nvSpPr>
          <p:spPr>
            <a:xfrm>
              <a:off x="4286947" y="2187982"/>
              <a:ext cx="44611" cy="55334"/>
            </a:xfrm>
            <a:custGeom>
              <a:rect b="b" l="l" r="r" t="t"/>
              <a:pathLst>
                <a:path extrusionOk="0" h="2126" w="1714">
                  <a:moveTo>
                    <a:pt x="1313" y="0"/>
                  </a:moveTo>
                  <a:lnTo>
                    <a:pt x="0" y="1313"/>
                  </a:lnTo>
                  <a:cubicBezTo>
                    <a:pt x="99" y="1327"/>
                    <a:pt x="190" y="1372"/>
                    <a:pt x="260" y="1443"/>
                  </a:cubicBezTo>
                  <a:lnTo>
                    <a:pt x="683" y="1865"/>
                  </a:lnTo>
                  <a:cubicBezTo>
                    <a:pt x="753" y="1935"/>
                    <a:pt x="795" y="2027"/>
                    <a:pt x="813" y="2125"/>
                  </a:cubicBezTo>
                  <a:lnTo>
                    <a:pt x="1305" y="1629"/>
                  </a:lnTo>
                  <a:lnTo>
                    <a:pt x="1119" y="1443"/>
                  </a:lnTo>
                  <a:lnTo>
                    <a:pt x="1119" y="1439"/>
                  </a:lnTo>
                  <a:cubicBezTo>
                    <a:pt x="1010" y="1337"/>
                    <a:pt x="1006" y="1168"/>
                    <a:pt x="1112" y="1063"/>
                  </a:cubicBezTo>
                  <a:lnTo>
                    <a:pt x="1714" y="461"/>
                  </a:lnTo>
                  <a:cubicBezTo>
                    <a:pt x="1566" y="317"/>
                    <a:pt x="1432" y="166"/>
                    <a:pt x="131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85"/>
            <p:cNvSpPr/>
            <p:nvPr/>
          </p:nvSpPr>
          <p:spPr>
            <a:xfrm>
              <a:off x="4282262" y="1995847"/>
              <a:ext cx="252154" cy="240416"/>
            </a:xfrm>
            <a:custGeom>
              <a:rect b="b" l="l" r="r" t="t"/>
              <a:pathLst>
                <a:path extrusionOk="0" h="9237" w="9688">
                  <a:moveTo>
                    <a:pt x="5068" y="1"/>
                  </a:moveTo>
                  <a:cubicBezTo>
                    <a:pt x="3866" y="1"/>
                    <a:pt x="2685" y="470"/>
                    <a:pt x="1802" y="1355"/>
                  </a:cubicBezTo>
                  <a:cubicBezTo>
                    <a:pt x="1" y="3160"/>
                    <a:pt x="1" y="6080"/>
                    <a:pt x="1802" y="7882"/>
                  </a:cubicBezTo>
                  <a:cubicBezTo>
                    <a:pt x="2685" y="8767"/>
                    <a:pt x="3866" y="9236"/>
                    <a:pt x="5068" y="9236"/>
                  </a:cubicBezTo>
                  <a:cubicBezTo>
                    <a:pt x="5663" y="9236"/>
                    <a:pt x="6263" y="9121"/>
                    <a:pt x="6834" y="8885"/>
                  </a:cubicBezTo>
                  <a:cubicBezTo>
                    <a:pt x="8561" y="8170"/>
                    <a:pt x="9687" y="6488"/>
                    <a:pt x="9687" y="4620"/>
                  </a:cubicBezTo>
                  <a:cubicBezTo>
                    <a:pt x="9687" y="2752"/>
                    <a:pt x="8561" y="1067"/>
                    <a:pt x="6834" y="352"/>
                  </a:cubicBezTo>
                  <a:cubicBezTo>
                    <a:pt x="6263" y="116"/>
                    <a:pt x="5663" y="1"/>
                    <a:pt x="506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85"/>
            <p:cNvSpPr/>
            <p:nvPr/>
          </p:nvSpPr>
          <p:spPr>
            <a:xfrm>
              <a:off x="4293610" y="1996004"/>
              <a:ext cx="130814" cy="240182"/>
            </a:xfrm>
            <a:custGeom>
              <a:rect b="b" l="l" r="r" t="t"/>
              <a:pathLst>
                <a:path extrusionOk="0" h="9228" w="5026">
                  <a:moveTo>
                    <a:pt x="4611" y="1"/>
                  </a:moveTo>
                  <a:cubicBezTo>
                    <a:pt x="2093" y="1"/>
                    <a:pt x="1" y="2045"/>
                    <a:pt x="1" y="4614"/>
                  </a:cubicBezTo>
                  <a:cubicBezTo>
                    <a:pt x="1" y="7184"/>
                    <a:pt x="2093" y="9228"/>
                    <a:pt x="4611" y="9228"/>
                  </a:cubicBezTo>
                  <a:cubicBezTo>
                    <a:pt x="4748" y="9228"/>
                    <a:pt x="4886" y="9222"/>
                    <a:pt x="5025" y="9209"/>
                  </a:cubicBezTo>
                  <a:cubicBezTo>
                    <a:pt x="3942" y="9121"/>
                    <a:pt x="2925" y="8650"/>
                    <a:pt x="2154" y="7879"/>
                  </a:cubicBezTo>
                  <a:cubicBezTo>
                    <a:pt x="884" y="6609"/>
                    <a:pt x="465" y="4720"/>
                    <a:pt x="1081" y="3034"/>
                  </a:cubicBezTo>
                  <a:cubicBezTo>
                    <a:pt x="1697" y="1349"/>
                    <a:pt x="3234" y="170"/>
                    <a:pt x="5025" y="19"/>
                  </a:cubicBezTo>
                  <a:cubicBezTo>
                    <a:pt x="4886" y="7"/>
                    <a:pt x="4748" y="1"/>
                    <a:pt x="461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85"/>
            <p:cNvSpPr/>
            <p:nvPr/>
          </p:nvSpPr>
          <p:spPr>
            <a:xfrm>
              <a:off x="4316879" y="2018882"/>
              <a:ext cx="203873" cy="194504"/>
            </a:xfrm>
            <a:custGeom>
              <a:rect b="b" l="l" r="r" t="t"/>
              <a:pathLst>
                <a:path extrusionOk="0" h="7473" w="7833">
                  <a:moveTo>
                    <a:pt x="3732" y="0"/>
                  </a:moveTo>
                  <a:cubicBezTo>
                    <a:pt x="3251" y="0"/>
                    <a:pt x="2767" y="93"/>
                    <a:pt x="2305" y="284"/>
                  </a:cubicBezTo>
                  <a:cubicBezTo>
                    <a:pt x="908" y="864"/>
                    <a:pt x="1" y="2226"/>
                    <a:pt x="1" y="3735"/>
                  </a:cubicBezTo>
                  <a:cubicBezTo>
                    <a:pt x="1" y="5248"/>
                    <a:pt x="908" y="6610"/>
                    <a:pt x="2305" y="7187"/>
                  </a:cubicBezTo>
                  <a:cubicBezTo>
                    <a:pt x="2768" y="7379"/>
                    <a:pt x="3254" y="7473"/>
                    <a:pt x="3736" y="7473"/>
                  </a:cubicBezTo>
                  <a:cubicBezTo>
                    <a:pt x="4707" y="7473"/>
                    <a:pt x="5661" y="7093"/>
                    <a:pt x="6376" y="6378"/>
                  </a:cubicBezTo>
                  <a:cubicBezTo>
                    <a:pt x="7833" y="4917"/>
                    <a:pt x="7833" y="2553"/>
                    <a:pt x="6376" y="1096"/>
                  </a:cubicBezTo>
                  <a:cubicBezTo>
                    <a:pt x="5660" y="380"/>
                    <a:pt x="4704" y="0"/>
                    <a:pt x="373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85"/>
            <p:cNvSpPr/>
            <p:nvPr/>
          </p:nvSpPr>
          <p:spPr>
            <a:xfrm>
              <a:off x="4316983" y="2018908"/>
              <a:ext cx="107624" cy="194477"/>
            </a:xfrm>
            <a:custGeom>
              <a:rect b="b" l="l" r="r" t="t"/>
              <a:pathLst>
                <a:path extrusionOk="0" h="7472" w="4135">
                  <a:moveTo>
                    <a:pt x="3731" y="1"/>
                  </a:moveTo>
                  <a:cubicBezTo>
                    <a:pt x="1696" y="1"/>
                    <a:pt x="0" y="1650"/>
                    <a:pt x="0" y="3734"/>
                  </a:cubicBezTo>
                  <a:cubicBezTo>
                    <a:pt x="0" y="5821"/>
                    <a:pt x="1696" y="7471"/>
                    <a:pt x="3731" y="7471"/>
                  </a:cubicBezTo>
                  <a:cubicBezTo>
                    <a:pt x="3864" y="7471"/>
                    <a:pt x="3999" y="7464"/>
                    <a:pt x="4134" y="7450"/>
                  </a:cubicBezTo>
                  <a:cubicBezTo>
                    <a:pt x="3286" y="7358"/>
                    <a:pt x="2495" y="6982"/>
                    <a:pt x="1890" y="6377"/>
                  </a:cubicBezTo>
                  <a:cubicBezTo>
                    <a:pt x="873" y="5360"/>
                    <a:pt x="528" y="3850"/>
                    <a:pt x="1010" y="2492"/>
                  </a:cubicBezTo>
                  <a:cubicBezTo>
                    <a:pt x="1489" y="1138"/>
                    <a:pt x="2702" y="177"/>
                    <a:pt x="4134" y="22"/>
                  </a:cubicBezTo>
                  <a:cubicBezTo>
                    <a:pt x="3999" y="8"/>
                    <a:pt x="3864" y="1"/>
                    <a:pt x="3731"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85"/>
            <p:cNvSpPr/>
            <p:nvPr/>
          </p:nvSpPr>
          <p:spPr>
            <a:xfrm>
              <a:off x="4378512" y="2057298"/>
              <a:ext cx="62128" cy="53200"/>
            </a:xfrm>
            <a:custGeom>
              <a:rect b="b" l="l" r="r" t="t"/>
              <a:pathLst>
                <a:path extrusionOk="0" h="2044" w="2387">
                  <a:moveTo>
                    <a:pt x="1366" y="0"/>
                  </a:moveTo>
                  <a:cubicBezTo>
                    <a:pt x="458" y="0"/>
                    <a:pt x="1" y="1102"/>
                    <a:pt x="644" y="1742"/>
                  </a:cubicBezTo>
                  <a:cubicBezTo>
                    <a:pt x="853" y="1950"/>
                    <a:pt x="1109" y="2044"/>
                    <a:pt x="1360" y="2044"/>
                  </a:cubicBezTo>
                  <a:cubicBezTo>
                    <a:pt x="1884" y="2044"/>
                    <a:pt x="2386" y="1637"/>
                    <a:pt x="2386" y="1021"/>
                  </a:cubicBezTo>
                  <a:cubicBezTo>
                    <a:pt x="2386" y="458"/>
                    <a:pt x="1929" y="0"/>
                    <a:pt x="1366"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85"/>
            <p:cNvSpPr/>
            <p:nvPr/>
          </p:nvSpPr>
          <p:spPr>
            <a:xfrm>
              <a:off x="4387491" y="2057272"/>
              <a:ext cx="37011" cy="53226"/>
            </a:xfrm>
            <a:custGeom>
              <a:rect b="b" l="l" r="r" t="t"/>
              <a:pathLst>
                <a:path extrusionOk="0" h="2045" w="1422">
                  <a:moveTo>
                    <a:pt x="1023" y="0"/>
                  </a:moveTo>
                  <a:cubicBezTo>
                    <a:pt x="484" y="0"/>
                    <a:pt x="0" y="434"/>
                    <a:pt x="0" y="1022"/>
                  </a:cubicBezTo>
                  <a:cubicBezTo>
                    <a:pt x="0" y="1609"/>
                    <a:pt x="483" y="2044"/>
                    <a:pt x="1021" y="2044"/>
                  </a:cubicBezTo>
                  <a:cubicBezTo>
                    <a:pt x="1153" y="2044"/>
                    <a:pt x="1289" y="2018"/>
                    <a:pt x="1422" y="1961"/>
                  </a:cubicBezTo>
                  <a:cubicBezTo>
                    <a:pt x="1045" y="1799"/>
                    <a:pt x="803" y="1430"/>
                    <a:pt x="803" y="1022"/>
                  </a:cubicBezTo>
                  <a:cubicBezTo>
                    <a:pt x="803" y="614"/>
                    <a:pt x="1045" y="244"/>
                    <a:pt x="1422" y="82"/>
                  </a:cubicBezTo>
                  <a:cubicBezTo>
                    <a:pt x="1290" y="26"/>
                    <a:pt x="1155" y="0"/>
                    <a:pt x="102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85"/>
            <p:cNvSpPr/>
            <p:nvPr/>
          </p:nvSpPr>
          <p:spPr>
            <a:xfrm>
              <a:off x="4370547" y="2110421"/>
              <a:ext cx="87036" cy="55595"/>
            </a:xfrm>
            <a:custGeom>
              <a:rect b="b" l="l" r="r" t="t"/>
              <a:pathLst>
                <a:path extrusionOk="0" h="2136" w="3344">
                  <a:moveTo>
                    <a:pt x="1095" y="0"/>
                  </a:moveTo>
                  <a:cubicBezTo>
                    <a:pt x="493" y="4"/>
                    <a:pt x="4" y="493"/>
                    <a:pt x="1" y="1094"/>
                  </a:cubicBezTo>
                  <a:lnTo>
                    <a:pt x="1" y="1949"/>
                  </a:lnTo>
                  <a:cubicBezTo>
                    <a:pt x="1" y="2055"/>
                    <a:pt x="85" y="2136"/>
                    <a:pt x="187" y="2136"/>
                  </a:cubicBezTo>
                  <a:lnTo>
                    <a:pt x="3157" y="2136"/>
                  </a:lnTo>
                  <a:cubicBezTo>
                    <a:pt x="3262" y="2136"/>
                    <a:pt x="3343" y="2055"/>
                    <a:pt x="3343" y="1949"/>
                  </a:cubicBezTo>
                  <a:lnTo>
                    <a:pt x="3343" y="1094"/>
                  </a:lnTo>
                  <a:cubicBezTo>
                    <a:pt x="3343" y="493"/>
                    <a:pt x="2854" y="4"/>
                    <a:pt x="2252"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85"/>
            <p:cNvSpPr/>
            <p:nvPr/>
          </p:nvSpPr>
          <p:spPr>
            <a:xfrm>
              <a:off x="4370547" y="2110421"/>
              <a:ext cx="49374" cy="55595"/>
            </a:xfrm>
            <a:custGeom>
              <a:rect b="b" l="l" r="r" t="t"/>
              <a:pathLst>
                <a:path extrusionOk="0" h="2136" w="1897">
                  <a:moveTo>
                    <a:pt x="1095" y="0"/>
                  </a:moveTo>
                  <a:cubicBezTo>
                    <a:pt x="493" y="4"/>
                    <a:pt x="4" y="493"/>
                    <a:pt x="1" y="1094"/>
                  </a:cubicBezTo>
                  <a:lnTo>
                    <a:pt x="1" y="1949"/>
                  </a:lnTo>
                  <a:cubicBezTo>
                    <a:pt x="1" y="2055"/>
                    <a:pt x="85" y="2136"/>
                    <a:pt x="187" y="2136"/>
                  </a:cubicBezTo>
                  <a:lnTo>
                    <a:pt x="989" y="2136"/>
                  </a:lnTo>
                  <a:cubicBezTo>
                    <a:pt x="887" y="2136"/>
                    <a:pt x="803" y="2055"/>
                    <a:pt x="803" y="1949"/>
                  </a:cubicBezTo>
                  <a:lnTo>
                    <a:pt x="803" y="1094"/>
                  </a:lnTo>
                  <a:cubicBezTo>
                    <a:pt x="803" y="493"/>
                    <a:pt x="1292" y="4"/>
                    <a:pt x="1897" y="0"/>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85"/>
            <p:cNvSpPr/>
            <p:nvPr/>
          </p:nvSpPr>
          <p:spPr>
            <a:xfrm>
              <a:off x="4187314" y="2218200"/>
              <a:ext cx="126025" cy="123396"/>
            </a:xfrm>
            <a:custGeom>
              <a:rect b="b" l="l" r="r" t="t"/>
              <a:pathLst>
                <a:path extrusionOk="0" h="4741" w="4842">
                  <a:moveTo>
                    <a:pt x="3839" y="0"/>
                  </a:moveTo>
                  <a:cubicBezTo>
                    <a:pt x="3703" y="0"/>
                    <a:pt x="3568" y="53"/>
                    <a:pt x="3466" y="159"/>
                  </a:cubicBezTo>
                  <a:lnTo>
                    <a:pt x="208" y="3417"/>
                  </a:lnTo>
                  <a:cubicBezTo>
                    <a:pt x="0" y="3621"/>
                    <a:pt x="0" y="3959"/>
                    <a:pt x="208" y="4163"/>
                  </a:cubicBezTo>
                  <a:lnTo>
                    <a:pt x="630" y="4585"/>
                  </a:lnTo>
                  <a:cubicBezTo>
                    <a:pt x="732" y="4689"/>
                    <a:pt x="867" y="4741"/>
                    <a:pt x="1003" y="4741"/>
                  </a:cubicBezTo>
                  <a:cubicBezTo>
                    <a:pt x="1138" y="4741"/>
                    <a:pt x="1274" y="4689"/>
                    <a:pt x="1376" y="4585"/>
                  </a:cubicBezTo>
                  <a:lnTo>
                    <a:pt x="4634" y="1327"/>
                  </a:lnTo>
                  <a:cubicBezTo>
                    <a:pt x="4841" y="1119"/>
                    <a:pt x="4841" y="785"/>
                    <a:pt x="4634" y="577"/>
                  </a:cubicBezTo>
                  <a:lnTo>
                    <a:pt x="4215" y="159"/>
                  </a:lnTo>
                  <a:cubicBezTo>
                    <a:pt x="4111" y="53"/>
                    <a:pt x="3975" y="0"/>
                    <a:pt x="383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85"/>
            <p:cNvSpPr/>
            <p:nvPr/>
          </p:nvSpPr>
          <p:spPr>
            <a:xfrm>
              <a:off x="4187210" y="2218252"/>
              <a:ext cx="110461" cy="123266"/>
            </a:xfrm>
            <a:custGeom>
              <a:rect b="b" l="l" r="r" t="t"/>
              <a:pathLst>
                <a:path extrusionOk="0" h="4736" w="4244">
                  <a:moveTo>
                    <a:pt x="3844" y="1"/>
                  </a:moveTo>
                  <a:cubicBezTo>
                    <a:pt x="3709" y="1"/>
                    <a:pt x="3574" y="53"/>
                    <a:pt x="3470" y="157"/>
                  </a:cubicBezTo>
                  <a:lnTo>
                    <a:pt x="208" y="3411"/>
                  </a:lnTo>
                  <a:cubicBezTo>
                    <a:pt x="1" y="3619"/>
                    <a:pt x="1" y="3953"/>
                    <a:pt x="208" y="4161"/>
                  </a:cubicBezTo>
                  <a:lnTo>
                    <a:pt x="630" y="4583"/>
                  </a:lnTo>
                  <a:cubicBezTo>
                    <a:pt x="732" y="4685"/>
                    <a:pt x="868" y="4736"/>
                    <a:pt x="1003" y="4736"/>
                  </a:cubicBezTo>
                  <a:cubicBezTo>
                    <a:pt x="1139" y="4736"/>
                    <a:pt x="1274" y="4685"/>
                    <a:pt x="1376" y="4583"/>
                  </a:cubicBezTo>
                  <a:lnTo>
                    <a:pt x="1404" y="4555"/>
                  </a:lnTo>
                  <a:lnTo>
                    <a:pt x="1010" y="4161"/>
                  </a:lnTo>
                  <a:cubicBezTo>
                    <a:pt x="803" y="3957"/>
                    <a:pt x="803" y="3619"/>
                    <a:pt x="1010" y="3415"/>
                  </a:cubicBezTo>
                  <a:lnTo>
                    <a:pt x="4244" y="181"/>
                  </a:lnTo>
                  <a:lnTo>
                    <a:pt x="4219" y="157"/>
                  </a:lnTo>
                  <a:cubicBezTo>
                    <a:pt x="4115" y="53"/>
                    <a:pt x="3980" y="1"/>
                    <a:pt x="3844"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85"/>
            <p:cNvSpPr/>
            <p:nvPr/>
          </p:nvSpPr>
          <p:spPr>
            <a:xfrm>
              <a:off x="4267426" y="2218252"/>
              <a:ext cx="45991" cy="44663"/>
            </a:xfrm>
            <a:custGeom>
              <a:rect b="b" l="l" r="r" t="t"/>
              <a:pathLst>
                <a:path extrusionOk="0" h="1716" w="1767">
                  <a:moveTo>
                    <a:pt x="762" y="1"/>
                  </a:moveTo>
                  <a:cubicBezTo>
                    <a:pt x="627" y="1"/>
                    <a:pt x="492" y="53"/>
                    <a:pt x="388" y="157"/>
                  </a:cubicBezTo>
                  <a:lnTo>
                    <a:pt x="1" y="544"/>
                  </a:lnTo>
                  <a:lnTo>
                    <a:pt x="1169" y="1715"/>
                  </a:lnTo>
                  <a:lnTo>
                    <a:pt x="1559" y="1325"/>
                  </a:lnTo>
                  <a:cubicBezTo>
                    <a:pt x="1767" y="1121"/>
                    <a:pt x="1767" y="783"/>
                    <a:pt x="1559" y="579"/>
                  </a:cubicBezTo>
                  <a:lnTo>
                    <a:pt x="1137" y="157"/>
                  </a:lnTo>
                  <a:cubicBezTo>
                    <a:pt x="1033" y="53"/>
                    <a:pt x="898" y="1"/>
                    <a:pt x="76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85"/>
            <p:cNvSpPr/>
            <p:nvPr/>
          </p:nvSpPr>
          <p:spPr>
            <a:xfrm>
              <a:off x="4267348" y="2218278"/>
              <a:ext cx="30322" cy="24492"/>
            </a:xfrm>
            <a:custGeom>
              <a:rect b="b" l="l" r="r" t="t"/>
              <a:pathLst>
                <a:path extrusionOk="0" h="941" w="1165">
                  <a:moveTo>
                    <a:pt x="714" y="1"/>
                  </a:moveTo>
                  <a:cubicBezTo>
                    <a:pt x="697" y="4"/>
                    <a:pt x="679" y="4"/>
                    <a:pt x="665" y="8"/>
                  </a:cubicBezTo>
                  <a:cubicBezTo>
                    <a:pt x="560" y="29"/>
                    <a:pt x="465" y="82"/>
                    <a:pt x="391" y="156"/>
                  </a:cubicBezTo>
                  <a:lnTo>
                    <a:pt x="99" y="444"/>
                  </a:lnTo>
                  <a:lnTo>
                    <a:pt x="0" y="543"/>
                  </a:lnTo>
                  <a:lnTo>
                    <a:pt x="401" y="940"/>
                  </a:lnTo>
                  <a:lnTo>
                    <a:pt x="1165" y="180"/>
                  </a:lnTo>
                  <a:lnTo>
                    <a:pt x="1137" y="152"/>
                  </a:lnTo>
                  <a:cubicBezTo>
                    <a:pt x="1126" y="142"/>
                    <a:pt x="1116" y="131"/>
                    <a:pt x="1101" y="120"/>
                  </a:cubicBezTo>
                  <a:lnTo>
                    <a:pt x="1087" y="110"/>
                  </a:lnTo>
                  <a:cubicBezTo>
                    <a:pt x="1073" y="99"/>
                    <a:pt x="1056" y="89"/>
                    <a:pt x="1038" y="78"/>
                  </a:cubicBezTo>
                  <a:cubicBezTo>
                    <a:pt x="957" y="25"/>
                    <a:pt x="862" y="1"/>
                    <a:pt x="7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85"/>
            <p:cNvSpPr/>
            <p:nvPr/>
          </p:nvSpPr>
          <p:spPr>
            <a:xfrm>
              <a:off x="4181432" y="1990720"/>
              <a:ext cx="357436" cy="356056"/>
            </a:xfrm>
            <a:custGeom>
              <a:rect b="b" l="l" r="r" t="t"/>
              <a:pathLst>
                <a:path extrusionOk="0" h="13680" w="13733">
                  <a:moveTo>
                    <a:pt x="5275" y="7949"/>
                  </a:moveTo>
                  <a:cubicBezTo>
                    <a:pt x="5437" y="8139"/>
                    <a:pt x="5613" y="8315"/>
                    <a:pt x="5803" y="8476"/>
                  </a:cubicBezTo>
                  <a:lnTo>
                    <a:pt x="5050" y="9229"/>
                  </a:lnTo>
                  <a:cubicBezTo>
                    <a:pt x="5032" y="9212"/>
                    <a:pt x="5015" y="9191"/>
                    <a:pt x="4997" y="9173"/>
                  </a:cubicBezTo>
                  <a:lnTo>
                    <a:pt x="4575" y="8751"/>
                  </a:lnTo>
                  <a:cubicBezTo>
                    <a:pt x="4557" y="8733"/>
                    <a:pt x="4540" y="8719"/>
                    <a:pt x="4522" y="8702"/>
                  </a:cubicBezTo>
                  <a:lnTo>
                    <a:pt x="5275" y="7949"/>
                  </a:lnTo>
                  <a:close/>
                  <a:moveTo>
                    <a:pt x="4059" y="8938"/>
                  </a:moveTo>
                  <a:cubicBezTo>
                    <a:pt x="4143" y="8938"/>
                    <a:pt x="4227" y="8971"/>
                    <a:pt x="4290" y="9036"/>
                  </a:cubicBezTo>
                  <a:lnTo>
                    <a:pt x="4712" y="9458"/>
                  </a:lnTo>
                  <a:cubicBezTo>
                    <a:pt x="4842" y="9585"/>
                    <a:pt x="4842" y="9792"/>
                    <a:pt x="4716" y="9922"/>
                  </a:cubicBezTo>
                  <a:lnTo>
                    <a:pt x="4466" y="10169"/>
                  </a:lnTo>
                  <a:lnTo>
                    <a:pt x="3579" y="9282"/>
                  </a:lnTo>
                  <a:lnTo>
                    <a:pt x="3825" y="9036"/>
                  </a:lnTo>
                  <a:cubicBezTo>
                    <a:pt x="3891" y="8971"/>
                    <a:pt x="3975" y="8938"/>
                    <a:pt x="4059" y="8938"/>
                  </a:cubicBezTo>
                  <a:close/>
                  <a:moveTo>
                    <a:pt x="3294" y="9567"/>
                  </a:moveTo>
                  <a:lnTo>
                    <a:pt x="4181" y="10454"/>
                  </a:lnTo>
                  <a:lnTo>
                    <a:pt x="1454" y="13181"/>
                  </a:lnTo>
                  <a:cubicBezTo>
                    <a:pt x="1391" y="13246"/>
                    <a:pt x="1307" y="13278"/>
                    <a:pt x="1223" y="13278"/>
                  </a:cubicBezTo>
                  <a:cubicBezTo>
                    <a:pt x="1139" y="13278"/>
                    <a:pt x="1055" y="13246"/>
                    <a:pt x="990" y="13181"/>
                  </a:cubicBezTo>
                  <a:lnTo>
                    <a:pt x="567" y="12758"/>
                  </a:lnTo>
                  <a:cubicBezTo>
                    <a:pt x="441" y="12632"/>
                    <a:pt x="441" y="12424"/>
                    <a:pt x="567" y="12294"/>
                  </a:cubicBezTo>
                  <a:lnTo>
                    <a:pt x="3294" y="9567"/>
                  </a:lnTo>
                  <a:close/>
                  <a:moveTo>
                    <a:pt x="8941" y="0"/>
                  </a:moveTo>
                  <a:cubicBezTo>
                    <a:pt x="8939" y="0"/>
                    <a:pt x="8937" y="0"/>
                    <a:pt x="8934" y="0"/>
                  </a:cubicBezTo>
                  <a:cubicBezTo>
                    <a:pt x="5008" y="0"/>
                    <a:pt x="2738" y="4458"/>
                    <a:pt x="5025" y="7628"/>
                  </a:cubicBezTo>
                  <a:lnTo>
                    <a:pt x="4114" y="8540"/>
                  </a:lnTo>
                  <a:cubicBezTo>
                    <a:pt x="4094" y="8538"/>
                    <a:pt x="4074" y="8537"/>
                    <a:pt x="4055" y="8537"/>
                  </a:cubicBezTo>
                  <a:cubicBezTo>
                    <a:pt x="3864" y="8537"/>
                    <a:pt x="3681" y="8614"/>
                    <a:pt x="3544" y="8751"/>
                  </a:cubicBezTo>
                  <a:lnTo>
                    <a:pt x="286" y="12009"/>
                  </a:lnTo>
                  <a:cubicBezTo>
                    <a:pt x="1" y="12294"/>
                    <a:pt x="1" y="12755"/>
                    <a:pt x="286" y="13040"/>
                  </a:cubicBezTo>
                  <a:lnTo>
                    <a:pt x="708" y="13466"/>
                  </a:lnTo>
                  <a:cubicBezTo>
                    <a:pt x="851" y="13608"/>
                    <a:pt x="1037" y="13679"/>
                    <a:pt x="1224" y="13679"/>
                  </a:cubicBezTo>
                  <a:cubicBezTo>
                    <a:pt x="1410" y="13679"/>
                    <a:pt x="1596" y="13608"/>
                    <a:pt x="1739" y="13466"/>
                  </a:cubicBezTo>
                  <a:lnTo>
                    <a:pt x="4610" y="10594"/>
                  </a:lnTo>
                  <a:lnTo>
                    <a:pt x="4997" y="10207"/>
                  </a:lnTo>
                  <a:cubicBezTo>
                    <a:pt x="5148" y="10056"/>
                    <a:pt x="5226" y="9845"/>
                    <a:pt x="5208" y="9634"/>
                  </a:cubicBezTo>
                  <a:lnTo>
                    <a:pt x="6119" y="8723"/>
                  </a:lnTo>
                  <a:cubicBezTo>
                    <a:pt x="6802" y="9215"/>
                    <a:pt x="7604" y="9518"/>
                    <a:pt x="8445" y="9602"/>
                  </a:cubicBezTo>
                  <a:lnTo>
                    <a:pt x="8466" y="9602"/>
                  </a:lnTo>
                  <a:cubicBezTo>
                    <a:pt x="8471" y="9603"/>
                    <a:pt x="8475" y="9603"/>
                    <a:pt x="8480" y="9603"/>
                  </a:cubicBezTo>
                  <a:cubicBezTo>
                    <a:pt x="8731" y="9603"/>
                    <a:pt x="8747" y="9215"/>
                    <a:pt x="8484" y="9201"/>
                  </a:cubicBezTo>
                  <a:cubicBezTo>
                    <a:pt x="7632" y="9117"/>
                    <a:pt x="6820" y="8782"/>
                    <a:pt x="6155" y="8241"/>
                  </a:cubicBezTo>
                  <a:cubicBezTo>
                    <a:pt x="2904" y="5616"/>
                    <a:pt x="4818" y="398"/>
                    <a:pt x="8934" y="398"/>
                  </a:cubicBezTo>
                  <a:cubicBezTo>
                    <a:pt x="8937" y="398"/>
                    <a:pt x="8939" y="398"/>
                    <a:pt x="8941" y="398"/>
                  </a:cubicBezTo>
                  <a:cubicBezTo>
                    <a:pt x="11204" y="398"/>
                    <a:pt x="13100" y="2114"/>
                    <a:pt x="13325" y="4367"/>
                  </a:cubicBezTo>
                  <a:cubicBezTo>
                    <a:pt x="13340" y="4486"/>
                    <a:pt x="13430" y="4541"/>
                    <a:pt x="13521" y="4541"/>
                  </a:cubicBezTo>
                  <a:cubicBezTo>
                    <a:pt x="13626" y="4541"/>
                    <a:pt x="13732" y="4466"/>
                    <a:pt x="13723" y="4328"/>
                  </a:cubicBezTo>
                  <a:cubicBezTo>
                    <a:pt x="13477" y="1871"/>
                    <a:pt x="11408" y="0"/>
                    <a:pt x="8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85"/>
            <p:cNvSpPr/>
            <p:nvPr/>
          </p:nvSpPr>
          <p:spPr>
            <a:xfrm>
              <a:off x="4303318" y="2013546"/>
              <a:ext cx="213399" cy="204941"/>
            </a:xfrm>
            <a:custGeom>
              <a:rect b="b" l="l" r="r" t="t"/>
              <a:pathLst>
                <a:path extrusionOk="0" h="7874" w="8199">
                  <a:moveTo>
                    <a:pt x="4250" y="405"/>
                  </a:moveTo>
                  <a:cubicBezTo>
                    <a:pt x="4706" y="405"/>
                    <a:pt x="5165" y="493"/>
                    <a:pt x="5602" y="675"/>
                  </a:cubicBezTo>
                  <a:cubicBezTo>
                    <a:pt x="6922" y="1220"/>
                    <a:pt x="7784" y="2512"/>
                    <a:pt x="7784" y="3940"/>
                  </a:cubicBezTo>
                  <a:cubicBezTo>
                    <a:pt x="7787" y="5891"/>
                    <a:pt x="6208" y="7473"/>
                    <a:pt x="4258" y="7473"/>
                  </a:cubicBezTo>
                  <a:cubicBezTo>
                    <a:pt x="4256" y="7473"/>
                    <a:pt x="4253" y="7473"/>
                    <a:pt x="4251" y="7473"/>
                  </a:cubicBezTo>
                  <a:cubicBezTo>
                    <a:pt x="2819" y="7473"/>
                    <a:pt x="1531" y="6611"/>
                    <a:pt x="986" y="5291"/>
                  </a:cubicBezTo>
                  <a:cubicBezTo>
                    <a:pt x="437" y="3972"/>
                    <a:pt x="740" y="2452"/>
                    <a:pt x="1750" y="1442"/>
                  </a:cubicBezTo>
                  <a:cubicBezTo>
                    <a:pt x="2427" y="765"/>
                    <a:pt x="3331" y="405"/>
                    <a:pt x="4250" y="405"/>
                  </a:cubicBezTo>
                  <a:close/>
                  <a:moveTo>
                    <a:pt x="4247" y="1"/>
                  </a:moveTo>
                  <a:cubicBezTo>
                    <a:pt x="3223" y="1"/>
                    <a:pt x="2217" y="401"/>
                    <a:pt x="1465" y="1154"/>
                  </a:cubicBezTo>
                  <a:cubicBezTo>
                    <a:pt x="339" y="2279"/>
                    <a:pt x="1" y="3972"/>
                    <a:pt x="613" y="5443"/>
                  </a:cubicBezTo>
                  <a:cubicBezTo>
                    <a:pt x="1222" y="6917"/>
                    <a:pt x="2657" y="7874"/>
                    <a:pt x="4251" y="7874"/>
                  </a:cubicBezTo>
                  <a:cubicBezTo>
                    <a:pt x="4260" y="7874"/>
                    <a:pt x="4268" y="7874"/>
                    <a:pt x="4277" y="7874"/>
                  </a:cubicBezTo>
                  <a:cubicBezTo>
                    <a:pt x="6443" y="7874"/>
                    <a:pt x="8199" y="6110"/>
                    <a:pt x="8185" y="3940"/>
                  </a:cubicBezTo>
                  <a:cubicBezTo>
                    <a:pt x="8185" y="2346"/>
                    <a:pt x="7228" y="911"/>
                    <a:pt x="5757" y="302"/>
                  </a:cubicBezTo>
                  <a:cubicBezTo>
                    <a:pt x="5268" y="99"/>
                    <a:pt x="4756" y="1"/>
                    <a:pt x="4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85"/>
            <p:cNvSpPr/>
            <p:nvPr/>
          </p:nvSpPr>
          <p:spPr>
            <a:xfrm>
              <a:off x="4365238" y="2051989"/>
              <a:ext cx="97473" cy="119258"/>
            </a:xfrm>
            <a:custGeom>
              <a:rect b="b" l="l" r="r" t="t"/>
              <a:pathLst>
                <a:path extrusionOk="0" h="4582" w="3745">
                  <a:moveTo>
                    <a:pt x="1872" y="405"/>
                  </a:moveTo>
                  <a:cubicBezTo>
                    <a:pt x="2601" y="405"/>
                    <a:pt x="2967" y="1288"/>
                    <a:pt x="2449" y="1805"/>
                  </a:cubicBezTo>
                  <a:cubicBezTo>
                    <a:pt x="2283" y="1971"/>
                    <a:pt x="2078" y="2045"/>
                    <a:pt x="1877" y="2045"/>
                  </a:cubicBezTo>
                  <a:cubicBezTo>
                    <a:pt x="1455" y="2045"/>
                    <a:pt x="1050" y="1717"/>
                    <a:pt x="1052" y="1221"/>
                  </a:cubicBezTo>
                  <a:cubicBezTo>
                    <a:pt x="1052" y="771"/>
                    <a:pt x="1418" y="405"/>
                    <a:pt x="1872" y="405"/>
                  </a:cubicBezTo>
                  <a:close/>
                  <a:moveTo>
                    <a:pt x="2449" y="2446"/>
                  </a:moveTo>
                  <a:cubicBezTo>
                    <a:pt x="2942" y="2446"/>
                    <a:pt x="3343" y="2843"/>
                    <a:pt x="3343" y="3339"/>
                  </a:cubicBezTo>
                  <a:lnTo>
                    <a:pt x="3343" y="4180"/>
                  </a:lnTo>
                  <a:lnTo>
                    <a:pt x="2903" y="4180"/>
                  </a:lnTo>
                  <a:lnTo>
                    <a:pt x="2903" y="3301"/>
                  </a:lnTo>
                  <a:cubicBezTo>
                    <a:pt x="2896" y="3172"/>
                    <a:pt x="2799" y="3108"/>
                    <a:pt x="2701" y="3108"/>
                  </a:cubicBezTo>
                  <a:cubicBezTo>
                    <a:pt x="2604" y="3108"/>
                    <a:pt x="2507" y="3172"/>
                    <a:pt x="2502" y="3301"/>
                  </a:cubicBezTo>
                  <a:lnTo>
                    <a:pt x="2502" y="4180"/>
                  </a:lnTo>
                  <a:lnTo>
                    <a:pt x="1242" y="4180"/>
                  </a:lnTo>
                  <a:lnTo>
                    <a:pt x="1242" y="3301"/>
                  </a:lnTo>
                  <a:cubicBezTo>
                    <a:pt x="1235" y="3172"/>
                    <a:pt x="1138" y="3108"/>
                    <a:pt x="1041" y="3108"/>
                  </a:cubicBezTo>
                  <a:cubicBezTo>
                    <a:pt x="943" y="3108"/>
                    <a:pt x="847" y="3172"/>
                    <a:pt x="841" y="3301"/>
                  </a:cubicBezTo>
                  <a:lnTo>
                    <a:pt x="841" y="4180"/>
                  </a:lnTo>
                  <a:lnTo>
                    <a:pt x="402" y="4180"/>
                  </a:lnTo>
                  <a:lnTo>
                    <a:pt x="402" y="3339"/>
                  </a:lnTo>
                  <a:cubicBezTo>
                    <a:pt x="402" y="2843"/>
                    <a:pt x="799" y="2446"/>
                    <a:pt x="1295" y="2446"/>
                  </a:cubicBezTo>
                  <a:close/>
                  <a:moveTo>
                    <a:pt x="1872" y="0"/>
                  </a:moveTo>
                  <a:cubicBezTo>
                    <a:pt x="789" y="0"/>
                    <a:pt x="243" y="1306"/>
                    <a:pt x="1000" y="2080"/>
                  </a:cubicBezTo>
                  <a:cubicBezTo>
                    <a:pt x="416" y="2213"/>
                    <a:pt x="0" y="2738"/>
                    <a:pt x="0" y="3339"/>
                  </a:cubicBezTo>
                  <a:lnTo>
                    <a:pt x="0" y="4194"/>
                  </a:lnTo>
                  <a:cubicBezTo>
                    <a:pt x="0" y="4409"/>
                    <a:pt x="173" y="4581"/>
                    <a:pt x="387" y="4581"/>
                  </a:cubicBezTo>
                  <a:lnTo>
                    <a:pt x="3357" y="4581"/>
                  </a:lnTo>
                  <a:cubicBezTo>
                    <a:pt x="3568" y="4581"/>
                    <a:pt x="3741" y="4409"/>
                    <a:pt x="3744" y="4194"/>
                  </a:cubicBezTo>
                  <a:lnTo>
                    <a:pt x="3744" y="3339"/>
                  </a:lnTo>
                  <a:cubicBezTo>
                    <a:pt x="3741" y="2738"/>
                    <a:pt x="3329" y="2213"/>
                    <a:pt x="2741" y="2080"/>
                  </a:cubicBezTo>
                  <a:cubicBezTo>
                    <a:pt x="3086" y="1728"/>
                    <a:pt x="3188" y="1204"/>
                    <a:pt x="2998" y="750"/>
                  </a:cubicBezTo>
                  <a:cubicBezTo>
                    <a:pt x="2808" y="296"/>
                    <a:pt x="2361" y="0"/>
                    <a:pt x="1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85"/>
            <p:cNvSpPr/>
            <p:nvPr/>
          </p:nvSpPr>
          <p:spPr>
            <a:xfrm>
              <a:off x="4419089" y="2123174"/>
              <a:ext cx="119779" cy="117566"/>
            </a:xfrm>
            <a:custGeom>
              <a:rect b="b" l="l" r="r" t="t"/>
              <a:pathLst>
                <a:path extrusionOk="0" h="4517" w="4602">
                  <a:moveTo>
                    <a:pt x="4390" y="1"/>
                  </a:moveTo>
                  <a:cubicBezTo>
                    <a:pt x="4299" y="1"/>
                    <a:pt x="4209" y="56"/>
                    <a:pt x="4194" y="175"/>
                  </a:cubicBezTo>
                  <a:cubicBezTo>
                    <a:pt x="3983" y="2258"/>
                    <a:pt x="2333" y="3908"/>
                    <a:pt x="250" y="4119"/>
                  </a:cubicBezTo>
                  <a:cubicBezTo>
                    <a:pt x="0" y="4147"/>
                    <a:pt x="18" y="4513"/>
                    <a:pt x="268" y="4517"/>
                  </a:cubicBezTo>
                  <a:lnTo>
                    <a:pt x="289" y="4517"/>
                  </a:lnTo>
                  <a:cubicBezTo>
                    <a:pt x="2565" y="4288"/>
                    <a:pt x="4363" y="2490"/>
                    <a:pt x="4592" y="214"/>
                  </a:cubicBezTo>
                  <a:cubicBezTo>
                    <a:pt x="4601" y="76"/>
                    <a:pt x="4495"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1" name="Google Shape;17501;p85"/>
          <p:cNvGrpSpPr/>
          <p:nvPr/>
        </p:nvGrpSpPr>
        <p:grpSpPr>
          <a:xfrm>
            <a:off x="3227107" y="2886821"/>
            <a:ext cx="383932" cy="379117"/>
            <a:chOff x="3227107" y="2886821"/>
            <a:chExt cx="383932" cy="379117"/>
          </a:xfrm>
        </p:grpSpPr>
        <p:sp>
          <p:nvSpPr>
            <p:cNvPr id="17502" name="Google Shape;17502;p85"/>
            <p:cNvSpPr/>
            <p:nvPr/>
          </p:nvSpPr>
          <p:spPr>
            <a:xfrm>
              <a:off x="3237102" y="2963524"/>
              <a:ext cx="296740" cy="296844"/>
            </a:xfrm>
            <a:custGeom>
              <a:rect b="b" l="l" r="r" t="t"/>
              <a:pathLst>
                <a:path extrusionOk="0" h="11405" w="11401">
                  <a:moveTo>
                    <a:pt x="5700" y="1"/>
                  </a:moveTo>
                  <a:cubicBezTo>
                    <a:pt x="2551" y="1"/>
                    <a:pt x="0" y="2555"/>
                    <a:pt x="0" y="5704"/>
                  </a:cubicBezTo>
                  <a:cubicBezTo>
                    <a:pt x="0" y="8853"/>
                    <a:pt x="2551" y="11404"/>
                    <a:pt x="5700" y="11404"/>
                  </a:cubicBezTo>
                  <a:cubicBezTo>
                    <a:pt x="8849" y="11404"/>
                    <a:pt x="11400" y="8853"/>
                    <a:pt x="11400" y="5704"/>
                  </a:cubicBezTo>
                  <a:cubicBezTo>
                    <a:pt x="11400" y="2555"/>
                    <a:pt x="8849" y="1"/>
                    <a:pt x="570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85"/>
            <p:cNvSpPr/>
            <p:nvPr/>
          </p:nvSpPr>
          <p:spPr>
            <a:xfrm>
              <a:off x="3385459" y="3106024"/>
              <a:ext cx="148383" cy="11947"/>
            </a:xfrm>
            <a:custGeom>
              <a:rect b="b" l="l" r="r" t="t"/>
              <a:pathLst>
                <a:path extrusionOk="0" h="459" w="5701">
                  <a:moveTo>
                    <a:pt x="0" y="1"/>
                  </a:moveTo>
                  <a:lnTo>
                    <a:pt x="0" y="458"/>
                  </a:lnTo>
                  <a:lnTo>
                    <a:pt x="5697" y="458"/>
                  </a:lnTo>
                  <a:cubicBezTo>
                    <a:pt x="5700" y="381"/>
                    <a:pt x="5700" y="307"/>
                    <a:pt x="5700" y="229"/>
                  </a:cubicBezTo>
                  <a:cubicBezTo>
                    <a:pt x="5700" y="152"/>
                    <a:pt x="5700" y="78"/>
                    <a:pt x="5697"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85"/>
            <p:cNvSpPr/>
            <p:nvPr/>
          </p:nvSpPr>
          <p:spPr>
            <a:xfrm>
              <a:off x="3510078" y="2892391"/>
              <a:ext cx="95000" cy="94974"/>
            </a:xfrm>
            <a:custGeom>
              <a:rect b="b" l="l" r="r" t="t"/>
              <a:pathLst>
                <a:path extrusionOk="0" h="3649" w="3650">
                  <a:moveTo>
                    <a:pt x="2281" y="0"/>
                  </a:moveTo>
                  <a:lnTo>
                    <a:pt x="1" y="2280"/>
                  </a:lnTo>
                  <a:lnTo>
                    <a:pt x="1" y="3649"/>
                  </a:lnTo>
                  <a:lnTo>
                    <a:pt x="1370" y="3649"/>
                  </a:lnTo>
                  <a:lnTo>
                    <a:pt x="3650" y="1369"/>
                  </a:lnTo>
                  <a:lnTo>
                    <a:pt x="2281" y="1369"/>
                  </a:lnTo>
                  <a:lnTo>
                    <a:pt x="228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85"/>
            <p:cNvSpPr/>
            <p:nvPr/>
          </p:nvSpPr>
          <p:spPr>
            <a:xfrm>
              <a:off x="3510078" y="2892391"/>
              <a:ext cx="59369" cy="94974"/>
            </a:xfrm>
            <a:custGeom>
              <a:rect b="b" l="l" r="r" t="t"/>
              <a:pathLst>
                <a:path extrusionOk="0" h="3649" w="2281">
                  <a:moveTo>
                    <a:pt x="2281" y="0"/>
                  </a:moveTo>
                  <a:lnTo>
                    <a:pt x="1" y="2280"/>
                  </a:lnTo>
                  <a:lnTo>
                    <a:pt x="1" y="3649"/>
                  </a:lnTo>
                  <a:lnTo>
                    <a:pt x="2281" y="1369"/>
                  </a:lnTo>
                  <a:lnTo>
                    <a:pt x="2281"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85"/>
            <p:cNvSpPr/>
            <p:nvPr/>
          </p:nvSpPr>
          <p:spPr>
            <a:xfrm>
              <a:off x="3272707" y="2999156"/>
              <a:ext cx="225502" cy="225580"/>
            </a:xfrm>
            <a:custGeom>
              <a:rect b="b" l="l" r="r" t="t"/>
              <a:pathLst>
                <a:path extrusionOk="0" h="8667" w="8664">
                  <a:moveTo>
                    <a:pt x="4332" y="1"/>
                  </a:moveTo>
                  <a:cubicBezTo>
                    <a:pt x="1940" y="1"/>
                    <a:pt x="1" y="1943"/>
                    <a:pt x="1" y="4335"/>
                  </a:cubicBezTo>
                  <a:cubicBezTo>
                    <a:pt x="1" y="6728"/>
                    <a:pt x="1940" y="8667"/>
                    <a:pt x="4332" y="8667"/>
                  </a:cubicBezTo>
                  <a:cubicBezTo>
                    <a:pt x="6725" y="8667"/>
                    <a:pt x="8663" y="6728"/>
                    <a:pt x="8663" y="4335"/>
                  </a:cubicBezTo>
                  <a:cubicBezTo>
                    <a:pt x="8663" y="1943"/>
                    <a:pt x="6725" y="1"/>
                    <a:pt x="43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85"/>
            <p:cNvSpPr/>
            <p:nvPr/>
          </p:nvSpPr>
          <p:spPr>
            <a:xfrm>
              <a:off x="3385459" y="3106024"/>
              <a:ext cx="112751" cy="11947"/>
            </a:xfrm>
            <a:custGeom>
              <a:rect b="b" l="l" r="r" t="t"/>
              <a:pathLst>
                <a:path extrusionOk="0" h="459" w="4332">
                  <a:moveTo>
                    <a:pt x="0" y="1"/>
                  </a:moveTo>
                  <a:lnTo>
                    <a:pt x="0" y="458"/>
                  </a:lnTo>
                  <a:lnTo>
                    <a:pt x="4321" y="458"/>
                  </a:lnTo>
                  <a:cubicBezTo>
                    <a:pt x="4324" y="381"/>
                    <a:pt x="4331" y="307"/>
                    <a:pt x="4331" y="229"/>
                  </a:cubicBezTo>
                  <a:cubicBezTo>
                    <a:pt x="4331" y="152"/>
                    <a:pt x="4324" y="78"/>
                    <a:pt x="4321"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85"/>
            <p:cNvSpPr/>
            <p:nvPr/>
          </p:nvSpPr>
          <p:spPr>
            <a:xfrm>
              <a:off x="3308443" y="3034969"/>
              <a:ext cx="154057" cy="154057"/>
            </a:xfrm>
            <a:custGeom>
              <a:rect b="b" l="l" r="r" t="t"/>
              <a:pathLst>
                <a:path extrusionOk="0" h="5919" w="5919">
                  <a:moveTo>
                    <a:pt x="2959" y="0"/>
                  </a:moveTo>
                  <a:cubicBezTo>
                    <a:pt x="1327" y="0"/>
                    <a:pt x="0" y="1323"/>
                    <a:pt x="0" y="2959"/>
                  </a:cubicBezTo>
                  <a:cubicBezTo>
                    <a:pt x="0" y="4592"/>
                    <a:pt x="1327" y="5918"/>
                    <a:pt x="2959" y="5918"/>
                  </a:cubicBezTo>
                  <a:cubicBezTo>
                    <a:pt x="4592" y="5918"/>
                    <a:pt x="5918" y="4592"/>
                    <a:pt x="5918" y="2959"/>
                  </a:cubicBezTo>
                  <a:cubicBezTo>
                    <a:pt x="5918" y="1323"/>
                    <a:pt x="4592" y="0"/>
                    <a:pt x="29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85"/>
            <p:cNvSpPr/>
            <p:nvPr/>
          </p:nvSpPr>
          <p:spPr>
            <a:xfrm>
              <a:off x="3385459" y="3106024"/>
              <a:ext cx="77041" cy="11947"/>
            </a:xfrm>
            <a:custGeom>
              <a:rect b="b" l="l" r="r" t="t"/>
              <a:pathLst>
                <a:path extrusionOk="0" h="459" w="2960">
                  <a:moveTo>
                    <a:pt x="0" y="1"/>
                  </a:moveTo>
                  <a:lnTo>
                    <a:pt x="0" y="458"/>
                  </a:lnTo>
                  <a:lnTo>
                    <a:pt x="2949" y="458"/>
                  </a:lnTo>
                  <a:cubicBezTo>
                    <a:pt x="2956" y="381"/>
                    <a:pt x="2959" y="307"/>
                    <a:pt x="2959" y="229"/>
                  </a:cubicBezTo>
                  <a:cubicBezTo>
                    <a:pt x="2959" y="152"/>
                    <a:pt x="2956" y="78"/>
                    <a:pt x="2949"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85"/>
            <p:cNvSpPr/>
            <p:nvPr/>
          </p:nvSpPr>
          <p:spPr>
            <a:xfrm>
              <a:off x="3343502" y="3070028"/>
              <a:ext cx="83913" cy="83835"/>
            </a:xfrm>
            <a:custGeom>
              <a:rect b="b" l="l" r="r" t="t"/>
              <a:pathLst>
                <a:path extrusionOk="0" h="3221" w="3224">
                  <a:moveTo>
                    <a:pt x="1612" y="1"/>
                  </a:moveTo>
                  <a:cubicBezTo>
                    <a:pt x="722" y="1"/>
                    <a:pt x="1" y="722"/>
                    <a:pt x="1" y="1612"/>
                  </a:cubicBezTo>
                  <a:cubicBezTo>
                    <a:pt x="1" y="2499"/>
                    <a:pt x="722" y="3220"/>
                    <a:pt x="1612" y="3220"/>
                  </a:cubicBezTo>
                  <a:cubicBezTo>
                    <a:pt x="2502" y="3220"/>
                    <a:pt x="3224" y="2499"/>
                    <a:pt x="3224" y="1612"/>
                  </a:cubicBezTo>
                  <a:cubicBezTo>
                    <a:pt x="3224" y="722"/>
                    <a:pt x="2502" y="1"/>
                    <a:pt x="1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85"/>
            <p:cNvSpPr/>
            <p:nvPr/>
          </p:nvSpPr>
          <p:spPr>
            <a:xfrm>
              <a:off x="3385459" y="3106024"/>
              <a:ext cx="42060" cy="11947"/>
            </a:xfrm>
            <a:custGeom>
              <a:rect b="b" l="l" r="r" t="t"/>
              <a:pathLst>
                <a:path extrusionOk="0" h="459" w="1616">
                  <a:moveTo>
                    <a:pt x="0" y="1"/>
                  </a:moveTo>
                  <a:lnTo>
                    <a:pt x="0" y="458"/>
                  </a:lnTo>
                  <a:lnTo>
                    <a:pt x="1594" y="458"/>
                  </a:lnTo>
                  <a:cubicBezTo>
                    <a:pt x="1615" y="307"/>
                    <a:pt x="1615" y="152"/>
                    <a:pt x="159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85"/>
            <p:cNvSpPr/>
            <p:nvPr/>
          </p:nvSpPr>
          <p:spPr>
            <a:xfrm>
              <a:off x="3367604" y="3094130"/>
              <a:ext cx="35632" cy="35632"/>
            </a:xfrm>
            <a:custGeom>
              <a:rect b="b" l="l" r="r" t="t"/>
              <a:pathLst>
                <a:path extrusionOk="0" h="1369" w="1369">
                  <a:moveTo>
                    <a:pt x="686" y="0"/>
                  </a:moveTo>
                  <a:cubicBezTo>
                    <a:pt x="310" y="0"/>
                    <a:pt x="0" y="306"/>
                    <a:pt x="0" y="686"/>
                  </a:cubicBezTo>
                  <a:cubicBezTo>
                    <a:pt x="0" y="1063"/>
                    <a:pt x="310" y="1369"/>
                    <a:pt x="686" y="1369"/>
                  </a:cubicBezTo>
                  <a:cubicBezTo>
                    <a:pt x="1063" y="1369"/>
                    <a:pt x="1369" y="1063"/>
                    <a:pt x="1369" y="686"/>
                  </a:cubicBezTo>
                  <a:cubicBezTo>
                    <a:pt x="1369" y="306"/>
                    <a:pt x="1063" y="0"/>
                    <a:pt x="6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85"/>
            <p:cNvSpPr/>
            <p:nvPr/>
          </p:nvSpPr>
          <p:spPr>
            <a:xfrm>
              <a:off x="3385459" y="3106024"/>
              <a:ext cx="18141" cy="11947"/>
            </a:xfrm>
            <a:custGeom>
              <a:rect b="b" l="l" r="r" t="t"/>
              <a:pathLst>
                <a:path extrusionOk="0" h="459" w="697">
                  <a:moveTo>
                    <a:pt x="0" y="1"/>
                  </a:moveTo>
                  <a:lnTo>
                    <a:pt x="0" y="458"/>
                  </a:lnTo>
                  <a:lnTo>
                    <a:pt x="644" y="458"/>
                  </a:lnTo>
                  <a:cubicBezTo>
                    <a:pt x="697" y="310"/>
                    <a:pt x="697" y="148"/>
                    <a:pt x="64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85"/>
            <p:cNvSpPr/>
            <p:nvPr/>
          </p:nvSpPr>
          <p:spPr>
            <a:xfrm>
              <a:off x="3227107" y="2886821"/>
              <a:ext cx="383932" cy="379117"/>
            </a:xfrm>
            <a:custGeom>
              <a:rect b="b" l="l" r="r" t="t"/>
              <a:pathLst>
                <a:path extrusionOk="0" h="14566" w="14751">
                  <a:moveTo>
                    <a:pt x="12938" y="728"/>
                  </a:moveTo>
                  <a:lnTo>
                    <a:pt x="12938" y="1583"/>
                  </a:lnTo>
                  <a:cubicBezTo>
                    <a:pt x="12938" y="1699"/>
                    <a:pt x="13037" y="1794"/>
                    <a:pt x="13153" y="1794"/>
                  </a:cubicBezTo>
                  <a:lnTo>
                    <a:pt x="14008" y="1794"/>
                  </a:lnTo>
                  <a:lnTo>
                    <a:pt x="12154" y="3648"/>
                  </a:lnTo>
                  <a:lnTo>
                    <a:pt x="11387" y="3648"/>
                  </a:lnTo>
                  <a:lnTo>
                    <a:pt x="12618" y="2417"/>
                  </a:lnTo>
                  <a:cubicBezTo>
                    <a:pt x="12775" y="2263"/>
                    <a:pt x="12632" y="2048"/>
                    <a:pt x="12467" y="2048"/>
                  </a:cubicBezTo>
                  <a:cubicBezTo>
                    <a:pt x="12417" y="2048"/>
                    <a:pt x="12365" y="2068"/>
                    <a:pt x="12319" y="2114"/>
                  </a:cubicBezTo>
                  <a:lnTo>
                    <a:pt x="11087" y="3346"/>
                  </a:lnTo>
                  <a:lnTo>
                    <a:pt x="11087" y="2582"/>
                  </a:lnTo>
                  <a:lnTo>
                    <a:pt x="12938" y="728"/>
                  </a:lnTo>
                  <a:close/>
                  <a:moveTo>
                    <a:pt x="6076" y="3163"/>
                  </a:moveTo>
                  <a:cubicBezTo>
                    <a:pt x="7422" y="3163"/>
                    <a:pt x="8762" y="3656"/>
                    <a:pt x="9807" y="4626"/>
                  </a:cubicBezTo>
                  <a:lnTo>
                    <a:pt x="5933" y="8500"/>
                  </a:lnTo>
                  <a:cubicBezTo>
                    <a:pt x="5779" y="8654"/>
                    <a:pt x="5922" y="8869"/>
                    <a:pt x="6087" y="8869"/>
                  </a:cubicBezTo>
                  <a:cubicBezTo>
                    <a:pt x="6137" y="8869"/>
                    <a:pt x="6189" y="8849"/>
                    <a:pt x="6235" y="8803"/>
                  </a:cubicBezTo>
                  <a:lnTo>
                    <a:pt x="7203" y="7835"/>
                  </a:lnTo>
                  <a:lnTo>
                    <a:pt x="7203" y="7835"/>
                  </a:lnTo>
                  <a:cubicBezTo>
                    <a:pt x="7580" y="8349"/>
                    <a:pt x="7555" y="9060"/>
                    <a:pt x="7140" y="9545"/>
                  </a:cubicBezTo>
                  <a:cubicBezTo>
                    <a:pt x="6869" y="9862"/>
                    <a:pt x="6480" y="10032"/>
                    <a:pt x="6084" y="10032"/>
                  </a:cubicBezTo>
                  <a:cubicBezTo>
                    <a:pt x="5873" y="10032"/>
                    <a:pt x="5660" y="9983"/>
                    <a:pt x="5461" y="9883"/>
                  </a:cubicBezTo>
                  <a:cubicBezTo>
                    <a:pt x="4888" y="9591"/>
                    <a:pt x="4592" y="8950"/>
                    <a:pt x="4740" y="8328"/>
                  </a:cubicBezTo>
                  <a:cubicBezTo>
                    <a:pt x="4891" y="7705"/>
                    <a:pt x="5447" y="7265"/>
                    <a:pt x="6084" y="7265"/>
                  </a:cubicBezTo>
                  <a:cubicBezTo>
                    <a:pt x="6172" y="7265"/>
                    <a:pt x="6257" y="7276"/>
                    <a:pt x="6341" y="7290"/>
                  </a:cubicBezTo>
                  <a:cubicBezTo>
                    <a:pt x="6357" y="7293"/>
                    <a:pt x="6372" y="7294"/>
                    <a:pt x="6387" y="7294"/>
                  </a:cubicBezTo>
                  <a:cubicBezTo>
                    <a:pt x="6489" y="7294"/>
                    <a:pt x="6580" y="7225"/>
                    <a:pt x="6598" y="7121"/>
                  </a:cubicBezTo>
                  <a:cubicBezTo>
                    <a:pt x="6619" y="7005"/>
                    <a:pt x="6542" y="6889"/>
                    <a:pt x="6422" y="6871"/>
                  </a:cubicBezTo>
                  <a:cubicBezTo>
                    <a:pt x="6310" y="6850"/>
                    <a:pt x="6197" y="6840"/>
                    <a:pt x="6086" y="6840"/>
                  </a:cubicBezTo>
                  <a:cubicBezTo>
                    <a:pt x="5453" y="6840"/>
                    <a:pt x="4855" y="7170"/>
                    <a:pt x="4526" y="7730"/>
                  </a:cubicBezTo>
                  <a:cubicBezTo>
                    <a:pt x="4138" y="8388"/>
                    <a:pt x="4205" y="9218"/>
                    <a:pt x="4691" y="9805"/>
                  </a:cubicBezTo>
                  <a:cubicBezTo>
                    <a:pt x="5042" y="10228"/>
                    <a:pt x="5556" y="10459"/>
                    <a:pt x="6084" y="10459"/>
                  </a:cubicBezTo>
                  <a:cubicBezTo>
                    <a:pt x="6290" y="10459"/>
                    <a:pt x="6498" y="10424"/>
                    <a:pt x="6700" y="10351"/>
                  </a:cubicBezTo>
                  <a:cubicBezTo>
                    <a:pt x="7418" y="10094"/>
                    <a:pt x="7896" y="9411"/>
                    <a:pt x="7896" y="8648"/>
                  </a:cubicBezTo>
                  <a:cubicBezTo>
                    <a:pt x="7896" y="8243"/>
                    <a:pt x="7759" y="7849"/>
                    <a:pt x="7506" y="7529"/>
                  </a:cubicBezTo>
                  <a:lnTo>
                    <a:pt x="8174" y="6861"/>
                  </a:lnTo>
                  <a:lnTo>
                    <a:pt x="8174" y="6861"/>
                  </a:lnTo>
                  <a:cubicBezTo>
                    <a:pt x="9096" y="7941"/>
                    <a:pt x="9043" y="9542"/>
                    <a:pt x="8055" y="10555"/>
                  </a:cubicBezTo>
                  <a:cubicBezTo>
                    <a:pt x="7520" y="11105"/>
                    <a:pt x="6806" y="11385"/>
                    <a:pt x="6089" y="11385"/>
                  </a:cubicBezTo>
                  <a:cubicBezTo>
                    <a:pt x="5480" y="11385"/>
                    <a:pt x="4869" y="11183"/>
                    <a:pt x="4364" y="10773"/>
                  </a:cubicBezTo>
                  <a:cubicBezTo>
                    <a:pt x="3262" y="9883"/>
                    <a:pt x="3020" y="8300"/>
                    <a:pt x="3804" y="7121"/>
                  </a:cubicBezTo>
                  <a:cubicBezTo>
                    <a:pt x="4329" y="6331"/>
                    <a:pt x="5197" y="5897"/>
                    <a:pt x="6088" y="5897"/>
                  </a:cubicBezTo>
                  <a:cubicBezTo>
                    <a:pt x="6531" y="5897"/>
                    <a:pt x="6979" y="6004"/>
                    <a:pt x="7393" y="6227"/>
                  </a:cubicBezTo>
                  <a:cubicBezTo>
                    <a:pt x="7431" y="6248"/>
                    <a:pt x="7467" y="6257"/>
                    <a:pt x="7501" y="6257"/>
                  </a:cubicBezTo>
                  <a:cubicBezTo>
                    <a:pt x="7694" y="6257"/>
                    <a:pt x="7809" y="5968"/>
                    <a:pt x="7597" y="5854"/>
                  </a:cubicBezTo>
                  <a:cubicBezTo>
                    <a:pt x="7118" y="5595"/>
                    <a:pt x="6599" y="5471"/>
                    <a:pt x="6087" y="5471"/>
                  </a:cubicBezTo>
                  <a:cubicBezTo>
                    <a:pt x="5050" y="5471"/>
                    <a:pt x="4039" y="5979"/>
                    <a:pt x="3431" y="6899"/>
                  </a:cubicBezTo>
                  <a:cubicBezTo>
                    <a:pt x="2523" y="8271"/>
                    <a:pt x="2816" y="10112"/>
                    <a:pt x="4103" y="11139"/>
                  </a:cubicBezTo>
                  <a:cubicBezTo>
                    <a:pt x="4687" y="11603"/>
                    <a:pt x="5389" y="11832"/>
                    <a:pt x="6087" y="11832"/>
                  </a:cubicBezTo>
                  <a:cubicBezTo>
                    <a:pt x="6928" y="11832"/>
                    <a:pt x="7764" y="11500"/>
                    <a:pt x="8385" y="10850"/>
                  </a:cubicBezTo>
                  <a:cubicBezTo>
                    <a:pt x="9522" y="9658"/>
                    <a:pt x="9564" y="7796"/>
                    <a:pt x="8477" y="6558"/>
                  </a:cubicBezTo>
                  <a:lnTo>
                    <a:pt x="9145" y="5889"/>
                  </a:lnTo>
                  <a:lnTo>
                    <a:pt x="9145" y="5889"/>
                  </a:lnTo>
                  <a:cubicBezTo>
                    <a:pt x="10591" y="7501"/>
                    <a:pt x="10542" y="9957"/>
                    <a:pt x="9033" y="11505"/>
                  </a:cubicBezTo>
                  <a:cubicBezTo>
                    <a:pt x="8230" y="12330"/>
                    <a:pt x="7160" y="12748"/>
                    <a:pt x="6087" y="12748"/>
                  </a:cubicBezTo>
                  <a:cubicBezTo>
                    <a:pt x="5142" y="12748"/>
                    <a:pt x="4193" y="12424"/>
                    <a:pt x="3421" y="11769"/>
                  </a:cubicBezTo>
                  <a:cubicBezTo>
                    <a:pt x="1774" y="10365"/>
                    <a:pt x="1493" y="7927"/>
                    <a:pt x="2784" y="6188"/>
                  </a:cubicBezTo>
                  <a:cubicBezTo>
                    <a:pt x="3586" y="5105"/>
                    <a:pt x="4827" y="4525"/>
                    <a:pt x="6089" y="4525"/>
                  </a:cubicBezTo>
                  <a:cubicBezTo>
                    <a:pt x="6852" y="4525"/>
                    <a:pt x="7622" y="4737"/>
                    <a:pt x="8308" y="5179"/>
                  </a:cubicBezTo>
                  <a:cubicBezTo>
                    <a:pt x="8350" y="5207"/>
                    <a:pt x="8392" y="5219"/>
                    <a:pt x="8431" y="5219"/>
                  </a:cubicBezTo>
                  <a:cubicBezTo>
                    <a:pt x="8618" y="5219"/>
                    <a:pt x="8744" y="4945"/>
                    <a:pt x="8540" y="4820"/>
                  </a:cubicBezTo>
                  <a:cubicBezTo>
                    <a:pt x="7780" y="4333"/>
                    <a:pt x="6928" y="4099"/>
                    <a:pt x="6084" y="4099"/>
                  </a:cubicBezTo>
                  <a:cubicBezTo>
                    <a:pt x="4684" y="4099"/>
                    <a:pt x="3308" y="4743"/>
                    <a:pt x="2421" y="5946"/>
                  </a:cubicBezTo>
                  <a:cubicBezTo>
                    <a:pt x="996" y="7874"/>
                    <a:pt x="1313" y="10576"/>
                    <a:pt x="3146" y="12124"/>
                  </a:cubicBezTo>
                  <a:cubicBezTo>
                    <a:pt x="3998" y="12845"/>
                    <a:pt x="5042" y="13200"/>
                    <a:pt x="6083" y="13200"/>
                  </a:cubicBezTo>
                  <a:cubicBezTo>
                    <a:pt x="7277" y="13200"/>
                    <a:pt x="8467" y="12732"/>
                    <a:pt x="9356" y="11811"/>
                  </a:cubicBezTo>
                  <a:cubicBezTo>
                    <a:pt x="11021" y="10083"/>
                    <a:pt x="11063" y="7364"/>
                    <a:pt x="9448" y="5587"/>
                  </a:cubicBezTo>
                  <a:lnTo>
                    <a:pt x="10113" y="4922"/>
                  </a:lnTo>
                  <a:cubicBezTo>
                    <a:pt x="11052" y="5935"/>
                    <a:pt x="11573" y="7269"/>
                    <a:pt x="11573" y="8651"/>
                  </a:cubicBezTo>
                  <a:cubicBezTo>
                    <a:pt x="11577" y="11252"/>
                    <a:pt x="9754" y="13500"/>
                    <a:pt x="7207" y="14035"/>
                  </a:cubicBezTo>
                  <a:cubicBezTo>
                    <a:pt x="6828" y="14114"/>
                    <a:pt x="6450" y="14152"/>
                    <a:pt x="6076" y="14152"/>
                  </a:cubicBezTo>
                  <a:cubicBezTo>
                    <a:pt x="3930" y="14152"/>
                    <a:pt x="1936" y="12889"/>
                    <a:pt x="1046" y="10861"/>
                  </a:cubicBezTo>
                  <a:cubicBezTo>
                    <a:pt x="1" y="8479"/>
                    <a:pt x="771" y="5689"/>
                    <a:pt x="2893" y="4179"/>
                  </a:cubicBezTo>
                  <a:cubicBezTo>
                    <a:pt x="3850" y="3499"/>
                    <a:pt x="4965" y="3163"/>
                    <a:pt x="6076" y="3163"/>
                  </a:cubicBezTo>
                  <a:close/>
                  <a:moveTo>
                    <a:pt x="13151" y="0"/>
                  </a:moveTo>
                  <a:cubicBezTo>
                    <a:pt x="13098" y="0"/>
                    <a:pt x="13045" y="20"/>
                    <a:pt x="13002" y="63"/>
                  </a:cubicBezTo>
                  <a:lnTo>
                    <a:pt x="10722" y="2343"/>
                  </a:lnTo>
                  <a:cubicBezTo>
                    <a:pt x="10683" y="2382"/>
                    <a:pt x="10658" y="2438"/>
                    <a:pt x="10658" y="2494"/>
                  </a:cubicBezTo>
                  <a:lnTo>
                    <a:pt x="10658" y="3775"/>
                  </a:lnTo>
                  <a:lnTo>
                    <a:pt x="10109" y="4324"/>
                  </a:lnTo>
                  <a:cubicBezTo>
                    <a:pt x="9019" y="3303"/>
                    <a:pt x="7580" y="2737"/>
                    <a:pt x="6084" y="2737"/>
                  </a:cubicBezTo>
                  <a:cubicBezTo>
                    <a:pt x="2823" y="2737"/>
                    <a:pt x="170" y="5390"/>
                    <a:pt x="170" y="8651"/>
                  </a:cubicBezTo>
                  <a:cubicBezTo>
                    <a:pt x="170" y="11913"/>
                    <a:pt x="2823" y="14566"/>
                    <a:pt x="6084" y="14566"/>
                  </a:cubicBezTo>
                  <a:cubicBezTo>
                    <a:pt x="9346" y="14566"/>
                    <a:pt x="11999" y="11913"/>
                    <a:pt x="11999" y="8651"/>
                  </a:cubicBezTo>
                  <a:cubicBezTo>
                    <a:pt x="11999" y="7156"/>
                    <a:pt x="11432" y="5717"/>
                    <a:pt x="10412" y="4626"/>
                  </a:cubicBezTo>
                  <a:lnTo>
                    <a:pt x="10961" y="4074"/>
                  </a:lnTo>
                  <a:lnTo>
                    <a:pt x="12242" y="4074"/>
                  </a:lnTo>
                  <a:cubicBezTo>
                    <a:pt x="12298" y="4074"/>
                    <a:pt x="12351" y="4053"/>
                    <a:pt x="12393" y="4014"/>
                  </a:cubicBezTo>
                  <a:lnTo>
                    <a:pt x="14673" y="1734"/>
                  </a:lnTo>
                  <a:cubicBezTo>
                    <a:pt x="14733" y="1671"/>
                    <a:pt x="14750" y="1579"/>
                    <a:pt x="14719" y="1502"/>
                  </a:cubicBezTo>
                  <a:cubicBezTo>
                    <a:pt x="14687" y="1421"/>
                    <a:pt x="14609" y="1368"/>
                    <a:pt x="14522" y="1368"/>
                  </a:cubicBezTo>
                  <a:lnTo>
                    <a:pt x="13367" y="1368"/>
                  </a:lnTo>
                  <a:lnTo>
                    <a:pt x="13367" y="214"/>
                  </a:lnTo>
                  <a:cubicBezTo>
                    <a:pt x="13367" y="85"/>
                    <a:pt x="13261" y="0"/>
                    <a:pt x="13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5" name="Google Shape;17515;p85"/>
          <p:cNvGrpSpPr/>
          <p:nvPr/>
        </p:nvGrpSpPr>
        <p:grpSpPr>
          <a:xfrm>
            <a:off x="3702395" y="1990746"/>
            <a:ext cx="363396" cy="356030"/>
            <a:chOff x="3702395" y="1990746"/>
            <a:chExt cx="363396" cy="356030"/>
          </a:xfrm>
        </p:grpSpPr>
        <p:sp>
          <p:nvSpPr>
            <p:cNvPr id="17516" name="Google Shape;17516;p85"/>
            <p:cNvSpPr/>
            <p:nvPr/>
          </p:nvSpPr>
          <p:spPr>
            <a:xfrm>
              <a:off x="3854318" y="1995926"/>
              <a:ext cx="66891" cy="66969"/>
            </a:xfrm>
            <a:custGeom>
              <a:rect b="b" l="l" r="r" t="t"/>
              <a:pathLst>
                <a:path extrusionOk="0" h="2573" w="2570">
                  <a:moveTo>
                    <a:pt x="1285" y="1"/>
                  </a:moveTo>
                  <a:cubicBezTo>
                    <a:pt x="574" y="1"/>
                    <a:pt x="1" y="578"/>
                    <a:pt x="1" y="1285"/>
                  </a:cubicBezTo>
                  <a:cubicBezTo>
                    <a:pt x="1" y="1996"/>
                    <a:pt x="574" y="2573"/>
                    <a:pt x="1285" y="2573"/>
                  </a:cubicBezTo>
                  <a:cubicBezTo>
                    <a:pt x="1996" y="2573"/>
                    <a:pt x="2569" y="1996"/>
                    <a:pt x="2569" y="1285"/>
                  </a:cubicBezTo>
                  <a:cubicBezTo>
                    <a:pt x="2569" y="578"/>
                    <a:pt x="1996" y="1"/>
                    <a:pt x="128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85"/>
            <p:cNvSpPr/>
            <p:nvPr/>
          </p:nvSpPr>
          <p:spPr>
            <a:xfrm>
              <a:off x="3847447" y="1997305"/>
              <a:ext cx="66422" cy="65563"/>
            </a:xfrm>
            <a:custGeom>
              <a:rect b="b" l="l" r="r" t="t"/>
              <a:pathLst>
                <a:path extrusionOk="0" h="2519" w="2552">
                  <a:moveTo>
                    <a:pt x="1190" y="1"/>
                  </a:moveTo>
                  <a:cubicBezTo>
                    <a:pt x="356" y="244"/>
                    <a:pt x="1" y="1225"/>
                    <a:pt x="479" y="1946"/>
                  </a:cubicBezTo>
                  <a:cubicBezTo>
                    <a:pt x="733" y="2325"/>
                    <a:pt x="1141" y="2519"/>
                    <a:pt x="1551" y="2519"/>
                  </a:cubicBezTo>
                  <a:cubicBezTo>
                    <a:pt x="1921" y="2519"/>
                    <a:pt x="2293" y="2360"/>
                    <a:pt x="2552" y="2038"/>
                  </a:cubicBezTo>
                  <a:lnTo>
                    <a:pt x="2552" y="2038"/>
                  </a:lnTo>
                  <a:cubicBezTo>
                    <a:pt x="2432" y="2073"/>
                    <a:pt x="2313" y="2091"/>
                    <a:pt x="2193" y="2091"/>
                  </a:cubicBezTo>
                  <a:cubicBezTo>
                    <a:pt x="1113" y="2091"/>
                    <a:pt x="515" y="842"/>
                    <a:pt x="1190"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85"/>
            <p:cNvSpPr/>
            <p:nvPr/>
          </p:nvSpPr>
          <p:spPr>
            <a:xfrm>
              <a:off x="3787479" y="2146495"/>
              <a:ext cx="44611" cy="44533"/>
            </a:xfrm>
            <a:custGeom>
              <a:rect b="b" l="l" r="r" t="t"/>
              <a:pathLst>
                <a:path extrusionOk="0" h="1711" w="1714">
                  <a:moveTo>
                    <a:pt x="855" y="0"/>
                  </a:moveTo>
                  <a:cubicBezTo>
                    <a:pt x="384" y="0"/>
                    <a:pt x="0" y="384"/>
                    <a:pt x="0" y="855"/>
                  </a:cubicBezTo>
                  <a:cubicBezTo>
                    <a:pt x="0" y="1327"/>
                    <a:pt x="384" y="1710"/>
                    <a:pt x="855" y="1710"/>
                  </a:cubicBezTo>
                  <a:cubicBezTo>
                    <a:pt x="1330" y="1710"/>
                    <a:pt x="1714" y="1327"/>
                    <a:pt x="1714" y="855"/>
                  </a:cubicBezTo>
                  <a:cubicBezTo>
                    <a:pt x="1714" y="384"/>
                    <a:pt x="1330" y="0"/>
                    <a:pt x="85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85"/>
            <p:cNvSpPr/>
            <p:nvPr/>
          </p:nvSpPr>
          <p:spPr>
            <a:xfrm>
              <a:off x="3782794" y="2147301"/>
              <a:ext cx="44351" cy="43778"/>
            </a:xfrm>
            <a:custGeom>
              <a:rect b="b" l="l" r="r" t="t"/>
              <a:pathLst>
                <a:path extrusionOk="0" h="1682" w="1704">
                  <a:moveTo>
                    <a:pt x="796" y="1"/>
                  </a:moveTo>
                  <a:cubicBezTo>
                    <a:pt x="240" y="163"/>
                    <a:pt x="1" y="817"/>
                    <a:pt x="321" y="1299"/>
                  </a:cubicBezTo>
                  <a:cubicBezTo>
                    <a:pt x="491" y="1553"/>
                    <a:pt x="764" y="1682"/>
                    <a:pt x="1038" y="1682"/>
                  </a:cubicBezTo>
                  <a:cubicBezTo>
                    <a:pt x="1285" y="1682"/>
                    <a:pt x="1532" y="1576"/>
                    <a:pt x="1704" y="1363"/>
                  </a:cubicBezTo>
                  <a:lnTo>
                    <a:pt x="1704" y="1363"/>
                  </a:lnTo>
                  <a:cubicBezTo>
                    <a:pt x="1626" y="1384"/>
                    <a:pt x="1545" y="1394"/>
                    <a:pt x="1465" y="1394"/>
                  </a:cubicBezTo>
                  <a:cubicBezTo>
                    <a:pt x="743" y="1394"/>
                    <a:pt x="346"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85"/>
            <p:cNvSpPr/>
            <p:nvPr/>
          </p:nvSpPr>
          <p:spPr>
            <a:xfrm>
              <a:off x="3943514" y="2146495"/>
              <a:ext cx="44637" cy="44533"/>
            </a:xfrm>
            <a:custGeom>
              <a:rect b="b" l="l" r="r" t="t"/>
              <a:pathLst>
                <a:path extrusionOk="0" h="1711" w="1715">
                  <a:moveTo>
                    <a:pt x="856" y="0"/>
                  </a:moveTo>
                  <a:cubicBezTo>
                    <a:pt x="384" y="0"/>
                    <a:pt x="1" y="384"/>
                    <a:pt x="1" y="855"/>
                  </a:cubicBezTo>
                  <a:cubicBezTo>
                    <a:pt x="1" y="1327"/>
                    <a:pt x="384" y="1710"/>
                    <a:pt x="856" y="1710"/>
                  </a:cubicBezTo>
                  <a:cubicBezTo>
                    <a:pt x="1331" y="1710"/>
                    <a:pt x="1714" y="1327"/>
                    <a:pt x="1714" y="855"/>
                  </a:cubicBezTo>
                  <a:cubicBezTo>
                    <a:pt x="1714" y="384"/>
                    <a:pt x="1331" y="0"/>
                    <a:pt x="85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85"/>
            <p:cNvSpPr/>
            <p:nvPr/>
          </p:nvSpPr>
          <p:spPr>
            <a:xfrm>
              <a:off x="3938855" y="2147301"/>
              <a:ext cx="44351" cy="43778"/>
            </a:xfrm>
            <a:custGeom>
              <a:rect b="b" l="l" r="r" t="t"/>
              <a:pathLst>
                <a:path extrusionOk="0" h="1682" w="1704">
                  <a:moveTo>
                    <a:pt x="796" y="1"/>
                  </a:moveTo>
                  <a:lnTo>
                    <a:pt x="796" y="1"/>
                  </a:lnTo>
                  <a:cubicBezTo>
                    <a:pt x="240" y="163"/>
                    <a:pt x="0" y="817"/>
                    <a:pt x="321" y="1299"/>
                  </a:cubicBezTo>
                  <a:cubicBezTo>
                    <a:pt x="491" y="1553"/>
                    <a:pt x="764" y="1682"/>
                    <a:pt x="1037" y="1682"/>
                  </a:cubicBezTo>
                  <a:cubicBezTo>
                    <a:pt x="1284" y="1682"/>
                    <a:pt x="1531" y="1576"/>
                    <a:pt x="1703" y="1363"/>
                  </a:cubicBezTo>
                  <a:lnTo>
                    <a:pt x="1703" y="1363"/>
                  </a:lnTo>
                  <a:cubicBezTo>
                    <a:pt x="1626" y="1384"/>
                    <a:pt x="1545" y="1394"/>
                    <a:pt x="1464" y="1394"/>
                  </a:cubicBezTo>
                  <a:cubicBezTo>
                    <a:pt x="743" y="1394"/>
                    <a:pt x="345"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85"/>
            <p:cNvSpPr/>
            <p:nvPr/>
          </p:nvSpPr>
          <p:spPr>
            <a:xfrm>
              <a:off x="3715045" y="2308021"/>
              <a:ext cx="33445" cy="33471"/>
            </a:xfrm>
            <a:custGeom>
              <a:rect b="b" l="l" r="r" t="t"/>
              <a:pathLst>
                <a:path extrusionOk="0" h="1286" w="1285">
                  <a:moveTo>
                    <a:pt x="641" y="1"/>
                  </a:moveTo>
                  <a:cubicBezTo>
                    <a:pt x="285" y="1"/>
                    <a:pt x="0" y="289"/>
                    <a:pt x="0" y="645"/>
                  </a:cubicBezTo>
                  <a:cubicBezTo>
                    <a:pt x="0" y="1000"/>
                    <a:pt x="285" y="1285"/>
                    <a:pt x="641" y="1285"/>
                  </a:cubicBezTo>
                  <a:cubicBezTo>
                    <a:pt x="996" y="1285"/>
                    <a:pt x="1284" y="1000"/>
                    <a:pt x="1284" y="645"/>
                  </a:cubicBezTo>
                  <a:cubicBezTo>
                    <a:pt x="1284" y="289"/>
                    <a:pt x="996" y="1"/>
                    <a:pt x="6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85"/>
            <p:cNvSpPr/>
            <p:nvPr/>
          </p:nvSpPr>
          <p:spPr>
            <a:xfrm>
              <a:off x="3711557" y="2308776"/>
              <a:ext cx="33185" cy="32743"/>
            </a:xfrm>
            <a:custGeom>
              <a:rect b="b" l="l" r="r" t="t"/>
              <a:pathLst>
                <a:path extrusionOk="0" h="1258" w="1275">
                  <a:moveTo>
                    <a:pt x="595" y="0"/>
                  </a:moveTo>
                  <a:cubicBezTo>
                    <a:pt x="180" y="120"/>
                    <a:pt x="1"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85"/>
            <p:cNvSpPr/>
            <p:nvPr/>
          </p:nvSpPr>
          <p:spPr>
            <a:xfrm>
              <a:off x="3871002" y="2308021"/>
              <a:ext cx="33523" cy="33471"/>
            </a:xfrm>
            <a:custGeom>
              <a:rect b="b" l="l" r="r" t="t"/>
              <a:pathLst>
                <a:path extrusionOk="0" h="1286" w="1288">
                  <a:moveTo>
                    <a:pt x="644" y="1"/>
                  </a:moveTo>
                  <a:cubicBezTo>
                    <a:pt x="289" y="1"/>
                    <a:pt x="0" y="289"/>
                    <a:pt x="0" y="645"/>
                  </a:cubicBezTo>
                  <a:cubicBezTo>
                    <a:pt x="0" y="1000"/>
                    <a:pt x="289" y="1285"/>
                    <a:pt x="644" y="1285"/>
                  </a:cubicBezTo>
                  <a:cubicBezTo>
                    <a:pt x="999" y="1285"/>
                    <a:pt x="1288" y="1000"/>
                    <a:pt x="1288" y="645"/>
                  </a:cubicBezTo>
                  <a:cubicBezTo>
                    <a:pt x="1288" y="289"/>
                    <a:pt x="999" y="1"/>
                    <a:pt x="64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85"/>
            <p:cNvSpPr/>
            <p:nvPr/>
          </p:nvSpPr>
          <p:spPr>
            <a:xfrm>
              <a:off x="3867592" y="2308776"/>
              <a:ext cx="33185" cy="32743"/>
            </a:xfrm>
            <a:custGeom>
              <a:rect b="b" l="l" r="r" t="t"/>
              <a:pathLst>
                <a:path extrusionOk="0" h="1258" w="1275">
                  <a:moveTo>
                    <a:pt x="596" y="0"/>
                  </a:moveTo>
                  <a:lnTo>
                    <a:pt x="596" y="0"/>
                  </a:lnTo>
                  <a:cubicBezTo>
                    <a:pt x="180" y="120"/>
                    <a:pt x="1" y="612"/>
                    <a:pt x="240" y="971"/>
                  </a:cubicBezTo>
                  <a:cubicBezTo>
                    <a:pt x="367" y="1161"/>
                    <a:pt x="571" y="1257"/>
                    <a:pt x="775" y="1257"/>
                  </a:cubicBezTo>
                  <a:cubicBezTo>
                    <a:pt x="960" y="1257"/>
                    <a:pt x="1146" y="1178"/>
                    <a:pt x="1275" y="1017"/>
                  </a:cubicBezTo>
                  <a:lnTo>
                    <a:pt x="1275" y="1017"/>
                  </a:lnTo>
                  <a:cubicBezTo>
                    <a:pt x="1218" y="1034"/>
                    <a:pt x="1159" y="1045"/>
                    <a:pt x="1099" y="1045"/>
                  </a:cubicBezTo>
                  <a:cubicBezTo>
                    <a:pt x="557" y="1045"/>
                    <a:pt x="258" y="419"/>
                    <a:pt x="5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85"/>
            <p:cNvSpPr/>
            <p:nvPr/>
          </p:nvSpPr>
          <p:spPr>
            <a:xfrm>
              <a:off x="4027036" y="2308021"/>
              <a:ext cx="33549" cy="33471"/>
            </a:xfrm>
            <a:custGeom>
              <a:rect b="b" l="l" r="r" t="t"/>
              <a:pathLst>
                <a:path extrusionOk="0" h="1286" w="1289">
                  <a:moveTo>
                    <a:pt x="645" y="1"/>
                  </a:moveTo>
                  <a:cubicBezTo>
                    <a:pt x="289" y="1"/>
                    <a:pt x="1" y="289"/>
                    <a:pt x="1" y="645"/>
                  </a:cubicBezTo>
                  <a:cubicBezTo>
                    <a:pt x="1" y="1000"/>
                    <a:pt x="289" y="1285"/>
                    <a:pt x="645" y="1285"/>
                  </a:cubicBezTo>
                  <a:cubicBezTo>
                    <a:pt x="1000" y="1285"/>
                    <a:pt x="1288" y="1000"/>
                    <a:pt x="1288" y="645"/>
                  </a:cubicBezTo>
                  <a:cubicBezTo>
                    <a:pt x="1288" y="289"/>
                    <a:pt x="1000"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85"/>
            <p:cNvSpPr/>
            <p:nvPr/>
          </p:nvSpPr>
          <p:spPr>
            <a:xfrm>
              <a:off x="4023653" y="2308776"/>
              <a:ext cx="33185" cy="32743"/>
            </a:xfrm>
            <a:custGeom>
              <a:rect b="b" l="l" r="r" t="t"/>
              <a:pathLst>
                <a:path extrusionOk="0" h="1258" w="1275">
                  <a:moveTo>
                    <a:pt x="595" y="0"/>
                  </a:moveTo>
                  <a:lnTo>
                    <a:pt x="595" y="0"/>
                  </a:lnTo>
                  <a:cubicBezTo>
                    <a:pt x="180" y="120"/>
                    <a:pt x="0"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85"/>
            <p:cNvSpPr/>
            <p:nvPr/>
          </p:nvSpPr>
          <p:spPr>
            <a:xfrm>
              <a:off x="3858456" y="2302816"/>
              <a:ext cx="51300" cy="43960"/>
            </a:xfrm>
            <a:custGeom>
              <a:rect b="b" l="l" r="r" t="t"/>
              <a:pathLst>
                <a:path extrusionOk="0" h="1689" w="1971">
                  <a:moveTo>
                    <a:pt x="1122" y="402"/>
                  </a:moveTo>
                  <a:cubicBezTo>
                    <a:pt x="1350" y="402"/>
                    <a:pt x="1569" y="578"/>
                    <a:pt x="1569" y="845"/>
                  </a:cubicBezTo>
                  <a:cubicBezTo>
                    <a:pt x="1569" y="1088"/>
                    <a:pt x="1369" y="1285"/>
                    <a:pt x="1126" y="1288"/>
                  </a:cubicBezTo>
                  <a:cubicBezTo>
                    <a:pt x="732" y="1288"/>
                    <a:pt x="535" y="810"/>
                    <a:pt x="813" y="532"/>
                  </a:cubicBezTo>
                  <a:cubicBezTo>
                    <a:pt x="903" y="442"/>
                    <a:pt x="1014" y="402"/>
                    <a:pt x="1122" y="402"/>
                  </a:cubicBezTo>
                  <a:close/>
                  <a:moveTo>
                    <a:pt x="1126" y="0"/>
                  </a:moveTo>
                  <a:cubicBezTo>
                    <a:pt x="377" y="0"/>
                    <a:pt x="0" y="908"/>
                    <a:pt x="531" y="1439"/>
                  </a:cubicBezTo>
                  <a:cubicBezTo>
                    <a:pt x="703" y="1611"/>
                    <a:pt x="915" y="1688"/>
                    <a:pt x="1122" y="1688"/>
                  </a:cubicBezTo>
                  <a:cubicBezTo>
                    <a:pt x="1555" y="1688"/>
                    <a:pt x="1971" y="1352"/>
                    <a:pt x="1971" y="845"/>
                  </a:cubicBezTo>
                  <a:cubicBezTo>
                    <a:pt x="1967" y="380"/>
                    <a:pt x="1591" y="4"/>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85"/>
            <p:cNvSpPr/>
            <p:nvPr/>
          </p:nvSpPr>
          <p:spPr>
            <a:xfrm>
              <a:off x="3938309" y="2141237"/>
              <a:ext cx="64210" cy="54996"/>
            </a:xfrm>
            <a:custGeom>
              <a:rect b="b" l="l" r="r" t="t"/>
              <a:pathLst>
                <a:path extrusionOk="0" h="2113" w="2467">
                  <a:moveTo>
                    <a:pt x="1056" y="399"/>
                  </a:moveTo>
                  <a:cubicBezTo>
                    <a:pt x="1640" y="399"/>
                    <a:pt x="1932" y="1107"/>
                    <a:pt x="1520" y="1522"/>
                  </a:cubicBezTo>
                  <a:cubicBezTo>
                    <a:pt x="1387" y="1655"/>
                    <a:pt x="1223" y="1714"/>
                    <a:pt x="1063" y="1714"/>
                  </a:cubicBezTo>
                  <a:cubicBezTo>
                    <a:pt x="725" y="1714"/>
                    <a:pt x="401" y="1453"/>
                    <a:pt x="401" y="1057"/>
                  </a:cubicBezTo>
                  <a:cubicBezTo>
                    <a:pt x="401" y="695"/>
                    <a:pt x="693" y="403"/>
                    <a:pt x="1056" y="403"/>
                  </a:cubicBezTo>
                  <a:lnTo>
                    <a:pt x="1056" y="399"/>
                  </a:lnTo>
                  <a:close/>
                  <a:moveTo>
                    <a:pt x="1063" y="0"/>
                  </a:moveTo>
                  <a:cubicBezTo>
                    <a:pt x="521" y="0"/>
                    <a:pt x="0" y="422"/>
                    <a:pt x="0" y="1057"/>
                  </a:cubicBezTo>
                  <a:cubicBezTo>
                    <a:pt x="4" y="1641"/>
                    <a:pt x="475" y="2113"/>
                    <a:pt x="1056" y="2113"/>
                  </a:cubicBezTo>
                  <a:cubicBezTo>
                    <a:pt x="1995" y="2113"/>
                    <a:pt x="2467" y="976"/>
                    <a:pt x="1802" y="311"/>
                  </a:cubicBezTo>
                  <a:cubicBezTo>
                    <a:pt x="1587" y="96"/>
                    <a:pt x="1322"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85"/>
            <p:cNvSpPr/>
            <p:nvPr/>
          </p:nvSpPr>
          <p:spPr>
            <a:xfrm>
              <a:off x="3782248" y="2141237"/>
              <a:ext cx="64236" cy="54996"/>
            </a:xfrm>
            <a:custGeom>
              <a:rect b="b" l="l" r="r" t="t"/>
              <a:pathLst>
                <a:path extrusionOk="0" h="2113" w="2468">
                  <a:moveTo>
                    <a:pt x="1056" y="399"/>
                  </a:moveTo>
                  <a:cubicBezTo>
                    <a:pt x="1640" y="399"/>
                    <a:pt x="1932" y="1107"/>
                    <a:pt x="1521" y="1522"/>
                  </a:cubicBezTo>
                  <a:cubicBezTo>
                    <a:pt x="1388" y="1655"/>
                    <a:pt x="1224" y="1714"/>
                    <a:pt x="1063" y="1714"/>
                  </a:cubicBezTo>
                  <a:cubicBezTo>
                    <a:pt x="726" y="1714"/>
                    <a:pt x="402" y="1453"/>
                    <a:pt x="402" y="1057"/>
                  </a:cubicBezTo>
                  <a:cubicBezTo>
                    <a:pt x="402" y="695"/>
                    <a:pt x="694" y="403"/>
                    <a:pt x="1056" y="403"/>
                  </a:cubicBezTo>
                  <a:lnTo>
                    <a:pt x="1056" y="399"/>
                  </a:lnTo>
                  <a:close/>
                  <a:moveTo>
                    <a:pt x="1064" y="0"/>
                  </a:moveTo>
                  <a:cubicBezTo>
                    <a:pt x="521" y="0"/>
                    <a:pt x="1" y="422"/>
                    <a:pt x="1" y="1057"/>
                  </a:cubicBezTo>
                  <a:cubicBezTo>
                    <a:pt x="4" y="1641"/>
                    <a:pt x="476" y="2113"/>
                    <a:pt x="1056" y="2113"/>
                  </a:cubicBezTo>
                  <a:cubicBezTo>
                    <a:pt x="1996" y="2113"/>
                    <a:pt x="2467" y="976"/>
                    <a:pt x="1802" y="311"/>
                  </a:cubicBezTo>
                  <a:cubicBezTo>
                    <a:pt x="1587" y="96"/>
                    <a:pt x="1323" y="0"/>
                    <a:pt x="10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85"/>
            <p:cNvSpPr/>
            <p:nvPr/>
          </p:nvSpPr>
          <p:spPr>
            <a:xfrm>
              <a:off x="3702395"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3"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85"/>
            <p:cNvSpPr/>
            <p:nvPr/>
          </p:nvSpPr>
          <p:spPr>
            <a:xfrm>
              <a:off x="4014491"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2"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85"/>
            <p:cNvSpPr/>
            <p:nvPr/>
          </p:nvSpPr>
          <p:spPr>
            <a:xfrm>
              <a:off x="3849112" y="1990746"/>
              <a:ext cx="80321" cy="77380"/>
            </a:xfrm>
            <a:custGeom>
              <a:rect b="b" l="l" r="r" t="t"/>
              <a:pathLst>
                <a:path extrusionOk="0" h="2973" w="3086">
                  <a:moveTo>
                    <a:pt x="1485" y="401"/>
                  </a:moveTo>
                  <a:cubicBezTo>
                    <a:pt x="2453" y="404"/>
                    <a:pt x="2935" y="1572"/>
                    <a:pt x="2252" y="2255"/>
                  </a:cubicBezTo>
                  <a:cubicBezTo>
                    <a:pt x="2031" y="2475"/>
                    <a:pt x="1759" y="2574"/>
                    <a:pt x="1492" y="2574"/>
                  </a:cubicBezTo>
                  <a:cubicBezTo>
                    <a:pt x="934" y="2574"/>
                    <a:pt x="399" y="2140"/>
                    <a:pt x="401" y="1488"/>
                  </a:cubicBezTo>
                  <a:cubicBezTo>
                    <a:pt x="401" y="886"/>
                    <a:pt x="887" y="401"/>
                    <a:pt x="1485" y="401"/>
                  </a:cubicBezTo>
                  <a:close/>
                  <a:moveTo>
                    <a:pt x="1488" y="1"/>
                  </a:moveTo>
                  <a:cubicBezTo>
                    <a:pt x="1296" y="1"/>
                    <a:pt x="1102" y="38"/>
                    <a:pt x="919" y="116"/>
                  </a:cubicBezTo>
                  <a:cubicBezTo>
                    <a:pt x="363" y="344"/>
                    <a:pt x="0" y="886"/>
                    <a:pt x="0" y="1488"/>
                  </a:cubicBezTo>
                  <a:cubicBezTo>
                    <a:pt x="0" y="2308"/>
                    <a:pt x="665" y="2969"/>
                    <a:pt x="1485" y="2973"/>
                  </a:cubicBezTo>
                  <a:cubicBezTo>
                    <a:pt x="2087" y="2973"/>
                    <a:pt x="2629" y="2610"/>
                    <a:pt x="2857" y="2054"/>
                  </a:cubicBezTo>
                  <a:cubicBezTo>
                    <a:pt x="3086" y="1498"/>
                    <a:pt x="2959" y="861"/>
                    <a:pt x="2537" y="436"/>
                  </a:cubicBezTo>
                  <a:cubicBezTo>
                    <a:pt x="2253" y="152"/>
                    <a:pt x="1873" y="1"/>
                    <a:pt x="1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85"/>
            <p:cNvSpPr/>
            <p:nvPr/>
          </p:nvSpPr>
          <p:spPr>
            <a:xfrm>
              <a:off x="3742374" y="2208336"/>
              <a:ext cx="133677" cy="88415"/>
            </a:xfrm>
            <a:custGeom>
              <a:rect b="b" l="l" r="r" t="t"/>
              <a:pathLst>
                <a:path extrusionOk="0" h="3397" w="5136">
                  <a:moveTo>
                    <a:pt x="2587" y="0"/>
                  </a:moveTo>
                  <a:cubicBezTo>
                    <a:pt x="2490" y="0"/>
                    <a:pt x="2393" y="64"/>
                    <a:pt x="2388" y="193"/>
                  </a:cubicBezTo>
                  <a:lnTo>
                    <a:pt x="2388" y="1706"/>
                  </a:lnTo>
                  <a:lnTo>
                    <a:pt x="1336" y="1706"/>
                  </a:lnTo>
                  <a:cubicBezTo>
                    <a:pt x="1023" y="1706"/>
                    <a:pt x="734" y="1878"/>
                    <a:pt x="590" y="2153"/>
                  </a:cubicBezTo>
                  <a:lnTo>
                    <a:pt x="90" y="3096"/>
                  </a:lnTo>
                  <a:cubicBezTo>
                    <a:pt x="0" y="3256"/>
                    <a:pt x="136" y="3396"/>
                    <a:pt x="272" y="3396"/>
                  </a:cubicBezTo>
                  <a:cubicBezTo>
                    <a:pt x="339" y="3396"/>
                    <a:pt x="405" y="3363"/>
                    <a:pt x="446" y="3282"/>
                  </a:cubicBezTo>
                  <a:lnTo>
                    <a:pt x="945" y="2339"/>
                  </a:lnTo>
                  <a:cubicBezTo>
                    <a:pt x="1023" y="2195"/>
                    <a:pt x="1170" y="2103"/>
                    <a:pt x="1336" y="2103"/>
                  </a:cubicBezTo>
                  <a:lnTo>
                    <a:pt x="3844" y="2103"/>
                  </a:lnTo>
                  <a:cubicBezTo>
                    <a:pt x="4006" y="2103"/>
                    <a:pt x="4158" y="2195"/>
                    <a:pt x="4235" y="2339"/>
                  </a:cubicBezTo>
                  <a:lnTo>
                    <a:pt x="4731" y="3282"/>
                  </a:lnTo>
                  <a:cubicBezTo>
                    <a:pt x="4768" y="3351"/>
                    <a:pt x="4837" y="3390"/>
                    <a:pt x="4909" y="3390"/>
                  </a:cubicBezTo>
                  <a:cubicBezTo>
                    <a:pt x="4940" y="3390"/>
                    <a:pt x="4972" y="3383"/>
                    <a:pt x="5002" y="3366"/>
                  </a:cubicBezTo>
                  <a:cubicBezTo>
                    <a:pt x="5101" y="3314"/>
                    <a:pt x="5136" y="3194"/>
                    <a:pt x="5086" y="3096"/>
                  </a:cubicBezTo>
                  <a:lnTo>
                    <a:pt x="4590" y="2153"/>
                  </a:lnTo>
                  <a:cubicBezTo>
                    <a:pt x="4444" y="1877"/>
                    <a:pt x="4160" y="1706"/>
                    <a:pt x="3850" y="1706"/>
                  </a:cubicBezTo>
                  <a:cubicBezTo>
                    <a:pt x="3847" y="1706"/>
                    <a:pt x="3844" y="1706"/>
                    <a:pt x="3841" y="1706"/>
                  </a:cubicBezTo>
                  <a:lnTo>
                    <a:pt x="2789" y="1706"/>
                  </a:lnTo>
                  <a:lnTo>
                    <a:pt x="2789" y="193"/>
                  </a:lnTo>
                  <a:cubicBezTo>
                    <a:pt x="2782" y="64"/>
                    <a:pt x="2684" y="0"/>
                    <a:pt x="2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85"/>
            <p:cNvSpPr/>
            <p:nvPr/>
          </p:nvSpPr>
          <p:spPr>
            <a:xfrm>
              <a:off x="3828785" y="2080177"/>
              <a:ext cx="118295" cy="54788"/>
            </a:xfrm>
            <a:custGeom>
              <a:rect b="b" l="l" r="r" t="t"/>
              <a:pathLst>
                <a:path extrusionOk="0" h="2105" w="4545">
                  <a:moveTo>
                    <a:pt x="2265" y="1"/>
                  </a:moveTo>
                  <a:cubicBezTo>
                    <a:pt x="2168" y="1"/>
                    <a:pt x="2071" y="64"/>
                    <a:pt x="2066" y="191"/>
                  </a:cubicBezTo>
                  <a:lnTo>
                    <a:pt x="2066" y="849"/>
                  </a:lnTo>
                  <a:lnTo>
                    <a:pt x="940" y="849"/>
                  </a:lnTo>
                  <a:cubicBezTo>
                    <a:pt x="707" y="849"/>
                    <a:pt x="493" y="976"/>
                    <a:pt x="384" y="1183"/>
                  </a:cubicBezTo>
                  <a:lnTo>
                    <a:pt x="53" y="1809"/>
                  </a:lnTo>
                  <a:cubicBezTo>
                    <a:pt x="0" y="1908"/>
                    <a:pt x="39" y="2031"/>
                    <a:pt x="137" y="2080"/>
                  </a:cubicBezTo>
                  <a:cubicBezTo>
                    <a:pt x="168" y="2097"/>
                    <a:pt x="200" y="2104"/>
                    <a:pt x="231" y="2104"/>
                  </a:cubicBezTo>
                  <a:cubicBezTo>
                    <a:pt x="303" y="2104"/>
                    <a:pt x="372" y="2065"/>
                    <a:pt x="408" y="1999"/>
                  </a:cubicBezTo>
                  <a:lnTo>
                    <a:pt x="743" y="1370"/>
                  </a:lnTo>
                  <a:cubicBezTo>
                    <a:pt x="780" y="1298"/>
                    <a:pt x="854" y="1250"/>
                    <a:pt x="935" y="1250"/>
                  </a:cubicBezTo>
                  <a:cubicBezTo>
                    <a:pt x="937" y="1250"/>
                    <a:pt x="940" y="1250"/>
                    <a:pt x="943" y="1250"/>
                  </a:cubicBezTo>
                  <a:lnTo>
                    <a:pt x="3593" y="1250"/>
                  </a:lnTo>
                  <a:cubicBezTo>
                    <a:pt x="3595" y="1250"/>
                    <a:pt x="3598" y="1250"/>
                    <a:pt x="3601" y="1250"/>
                  </a:cubicBezTo>
                  <a:cubicBezTo>
                    <a:pt x="3682" y="1250"/>
                    <a:pt x="3756" y="1298"/>
                    <a:pt x="3797" y="1370"/>
                  </a:cubicBezTo>
                  <a:lnTo>
                    <a:pt x="4127" y="1999"/>
                  </a:lnTo>
                  <a:cubicBezTo>
                    <a:pt x="4170" y="2063"/>
                    <a:pt x="4230" y="2090"/>
                    <a:pt x="4289" y="2090"/>
                  </a:cubicBezTo>
                  <a:cubicBezTo>
                    <a:pt x="4418" y="2090"/>
                    <a:pt x="4544" y="1964"/>
                    <a:pt x="4479" y="1809"/>
                  </a:cubicBezTo>
                  <a:lnTo>
                    <a:pt x="4148" y="1183"/>
                  </a:lnTo>
                  <a:cubicBezTo>
                    <a:pt x="4039" y="976"/>
                    <a:pt x="3825" y="845"/>
                    <a:pt x="3593" y="845"/>
                  </a:cubicBezTo>
                  <a:lnTo>
                    <a:pt x="2467" y="845"/>
                  </a:lnTo>
                  <a:lnTo>
                    <a:pt x="2467" y="191"/>
                  </a:lnTo>
                  <a:cubicBezTo>
                    <a:pt x="2460" y="64"/>
                    <a:pt x="2362"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85"/>
            <p:cNvSpPr/>
            <p:nvPr/>
          </p:nvSpPr>
          <p:spPr>
            <a:xfrm>
              <a:off x="3898799" y="2208336"/>
              <a:ext cx="133755" cy="88285"/>
            </a:xfrm>
            <a:custGeom>
              <a:rect b="b" l="l" r="r" t="t"/>
              <a:pathLst>
                <a:path extrusionOk="0" h="3392" w="5139">
                  <a:moveTo>
                    <a:pt x="2575" y="0"/>
                  </a:moveTo>
                  <a:cubicBezTo>
                    <a:pt x="2478" y="0"/>
                    <a:pt x="2380" y="64"/>
                    <a:pt x="2373" y="193"/>
                  </a:cubicBezTo>
                  <a:lnTo>
                    <a:pt x="2373" y="1706"/>
                  </a:lnTo>
                  <a:lnTo>
                    <a:pt x="1321" y="1706"/>
                  </a:lnTo>
                  <a:cubicBezTo>
                    <a:pt x="1008" y="1706"/>
                    <a:pt x="723" y="1878"/>
                    <a:pt x="575" y="2153"/>
                  </a:cubicBezTo>
                  <a:lnTo>
                    <a:pt x="79" y="3096"/>
                  </a:lnTo>
                  <a:cubicBezTo>
                    <a:pt x="1" y="3252"/>
                    <a:pt x="131" y="3387"/>
                    <a:pt x="264" y="3387"/>
                  </a:cubicBezTo>
                  <a:cubicBezTo>
                    <a:pt x="328" y="3387"/>
                    <a:pt x="392" y="3356"/>
                    <a:pt x="435" y="3282"/>
                  </a:cubicBezTo>
                  <a:lnTo>
                    <a:pt x="931" y="2339"/>
                  </a:lnTo>
                  <a:cubicBezTo>
                    <a:pt x="1008" y="2195"/>
                    <a:pt x="1156" y="2103"/>
                    <a:pt x="1321" y="2103"/>
                  </a:cubicBezTo>
                  <a:lnTo>
                    <a:pt x="3826" y="2103"/>
                  </a:lnTo>
                  <a:cubicBezTo>
                    <a:pt x="3992" y="2103"/>
                    <a:pt x="4143" y="2195"/>
                    <a:pt x="4220" y="2339"/>
                  </a:cubicBezTo>
                  <a:lnTo>
                    <a:pt x="4717" y="3282"/>
                  </a:lnTo>
                  <a:cubicBezTo>
                    <a:pt x="4752" y="3349"/>
                    <a:pt x="4819" y="3391"/>
                    <a:pt x="4892" y="3391"/>
                  </a:cubicBezTo>
                  <a:cubicBezTo>
                    <a:pt x="5044" y="3388"/>
                    <a:pt x="5139" y="3229"/>
                    <a:pt x="5068" y="3096"/>
                  </a:cubicBezTo>
                  <a:lnTo>
                    <a:pt x="4572" y="2153"/>
                  </a:lnTo>
                  <a:cubicBezTo>
                    <a:pt x="4425" y="1878"/>
                    <a:pt x="4140" y="1706"/>
                    <a:pt x="3826" y="1706"/>
                  </a:cubicBezTo>
                  <a:lnTo>
                    <a:pt x="2774" y="1706"/>
                  </a:lnTo>
                  <a:lnTo>
                    <a:pt x="2774" y="193"/>
                  </a:lnTo>
                  <a:cubicBezTo>
                    <a:pt x="2769" y="64"/>
                    <a:pt x="2672" y="0"/>
                    <a:pt x="2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7" name="Google Shape;17537;p85"/>
          <p:cNvGrpSpPr/>
          <p:nvPr/>
        </p:nvGrpSpPr>
        <p:grpSpPr>
          <a:xfrm>
            <a:off x="1319656" y="2442662"/>
            <a:ext cx="457173" cy="335364"/>
            <a:chOff x="1319656" y="2442662"/>
            <a:chExt cx="457173" cy="335364"/>
          </a:xfrm>
        </p:grpSpPr>
        <p:sp>
          <p:nvSpPr>
            <p:cNvPr id="17538" name="Google Shape;17538;p85"/>
            <p:cNvSpPr/>
            <p:nvPr/>
          </p:nvSpPr>
          <p:spPr>
            <a:xfrm>
              <a:off x="1605360" y="2463900"/>
              <a:ext cx="35762" cy="78603"/>
            </a:xfrm>
            <a:custGeom>
              <a:rect b="b" l="l" r="r" t="t"/>
              <a:pathLst>
                <a:path extrusionOk="0" h="3020" w="1374">
                  <a:moveTo>
                    <a:pt x="824" y="0"/>
                  </a:moveTo>
                  <a:cubicBezTo>
                    <a:pt x="370" y="0"/>
                    <a:pt x="1" y="370"/>
                    <a:pt x="1" y="824"/>
                  </a:cubicBezTo>
                  <a:lnTo>
                    <a:pt x="1" y="1017"/>
                  </a:lnTo>
                  <a:cubicBezTo>
                    <a:pt x="1" y="1253"/>
                    <a:pt x="40" y="1489"/>
                    <a:pt x="114" y="1714"/>
                  </a:cubicBezTo>
                  <a:lnTo>
                    <a:pt x="550" y="3019"/>
                  </a:lnTo>
                  <a:lnTo>
                    <a:pt x="1373" y="3019"/>
                  </a:lnTo>
                  <a:lnTo>
                    <a:pt x="137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85"/>
            <p:cNvSpPr/>
            <p:nvPr/>
          </p:nvSpPr>
          <p:spPr>
            <a:xfrm>
              <a:off x="1619649" y="2456742"/>
              <a:ext cx="85761" cy="85761"/>
            </a:xfrm>
            <a:custGeom>
              <a:rect b="b" l="l" r="r" t="t"/>
              <a:pathLst>
                <a:path extrusionOk="0" h="3295" w="3295">
                  <a:moveTo>
                    <a:pt x="824" y="1"/>
                  </a:moveTo>
                  <a:cubicBezTo>
                    <a:pt x="370" y="1"/>
                    <a:pt x="1" y="370"/>
                    <a:pt x="1" y="824"/>
                  </a:cubicBezTo>
                  <a:cubicBezTo>
                    <a:pt x="1" y="1127"/>
                    <a:pt x="247" y="1373"/>
                    <a:pt x="550" y="1373"/>
                  </a:cubicBezTo>
                  <a:lnTo>
                    <a:pt x="2749" y="3294"/>
                  </a:lnTo>
                  <a:lnTo>
                    <a:pt x="3231" y="1595"/>
                  </a:lnTo>
                  <a:cubicBezTo>
                    <a:pt x="3273" y="1447"/>
                    <a:pt x="3294" y="1296"/>
                    <a:pt x="3294" y="1144"/>
                  </a:cubicBezTo>
                  <a:lnTo>
                    <a:pt x="3294"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85"/>
            <p:cNvSpPr/>
            <p:nvPr/>
          </p:nvSpPr>
          <p:spPr>
            <a:xfrm>
              <a:off x="1633938" y="2563898"/>
              <a:ext cx="42893" cy="42893"/>
            </a:xfrm>
            <a:custGeom>
              <a:rect b="b" l="l" r="r" t="t"/>
              <a:pathLst>
                <a:path extrusionOk="0" h="1648" w="1648">
                  <a:moveTo>
                    <a:pt x="1" y="0"/>
                  </a:moveTo>
                  <a:lnTo>
                    <a:pt x="1" y="1647"/>
                  </a:lnTo>
                  <a:lnTo>
                    <a:pt x="1647" y="1647"/>
                  </a:lnTo>
                  <a:lnTo>
                    <a:pt x="1647"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85"/>
            <p:cNvSpPr/>
            <p:nvPr/>
          </p:nvSpPr>
          <p:spPr>
            <a:xfrm>
              <a:off x="1583939" y="2581206"/>
              <a:ext cx="142969" cy="125583"/>
            </a:xfrm>
            <a:custGeom>
              <a:rect b="b" l="l" r="r" t="t"/>
              <a:pathLst>
                <a:path extrusionOk="0" h="4825" w="5493">
                  <a:moveTo>
                    <a:pt x="1922" y="0"/>
                  </a:moveTo>
                  <a:lnTo>
                    <a:pt x="599" y="380"/>
                  </a:lnTo>
                  <a:cubicBezTo>
                    <a:pt x="243" y="479"/>
                    <a:pt x="1" y="803"/>
                    <a:pt x="1" y="1172"/>
                  </a:cubicBezTo>
                  <a:lnTo>
                    <a:pt x="1" y="4824"/>
                  </a:lnTo>
                  <a:lnTo>
                    <a:pt x="4395" y="4824"/>
                  </a:lnTo>
                  <a:cubicBezTo>
                    <a:pt x="5000" y="4824"/>
                    <a:pt x="5493" y="4332"/>
                    <a:pt x="5493" y="3723"/>
                  </a:cubicBezTo>
                  <a:lnTo>
                    <a:pt x="5493" y="1169"/>
                  </a:lnTo>
                  <a:cubicBezTo>
                    <a:pt x="5493" y="803"/>
                    <a:pt x="5247" y="479"/>
                    <a:pt x="4891" y="380"/>
                  </a:cubicBezTo>
                  <a:lnTo>
                    <a:pt x="3568" y="0"/>
                  </a:lnTo>
                  <a:lnTo>
                    <a:pt x="3245" y="387"/>
                  </a:lnTo>
                  <a:cubicBezTo>
                    <a:pt x="3114" y="542"/>
                    <a:pt x="2930" y="620"/>
                    <a:pt x="2745" y="620"/>
                  </a:cubicBezTo>
                  <a:cubicBezTo>
                    <a:pt x="2560" y="620"/>
                    <a:pt x="2376" y="542"/>
                    <a:pt x="2245" y="387"/>
                  </a:cubicBezTo>
                  <a:lnTo>
                    <a:pt x="1922"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85"/>
            <p:cNvSpPr/>
            <p:nvPr/>
          </p:nvSpPr>
          <p:spPr>
            <a:xfrm>
              <a:off x="1612517" y="2492556"/>
              <a:ext cx="85839" cy="78499"/>
            </a:xfrm>
            <a:custGeom>
              <a:rect b="b" l="l" r="r" t="t"/>
              <a:pathLst>
                <a:path extrusionOk="0" h="3016" w="3298">
                  <a:moveTo>
                    <a:pt x="1043" y="0"/>
                  </a:moveTo>
                  <a:cubicBezTo>
                    <a:pt x="900" y="0"/>
                    <a:pt x="761" y="57"/>
                    <a:pt x="658" y="162"/>
                  </a:cubicBezTo>
                  <a:lnTo>
                    <a:pt x="387" y="433"/>
                  </a:lnTo>
                  <a:cubicBezTo>
                    <a:pt x="141" y="680"/>
                    <a:pt x="0" y="1017"/>
                    <a:pt x="0" y="1369"/>
                  </a:cubicBezTo>
                  <a:cubicBezTo>
                    <a:pt x="0" y="2277"/>
                    <a:pt x="739" y="3016"/>
                    <a:pt x="1647" y="3016"/>
                  </a:cubicBezTo>
                  <a:cubicBezTo>
                    <a:pt x="2555" y="3016"/>
                    <a:pt x="3294" y="2281"/>
                    <a:pt x="3294" y="1369"/>
                  </a:cubicBezTo>
                  <a:lnTo>
                    <a:pt x="3294" y="1017"/>
                  </a:lnTo>
                  <a:cubicBezTo>
                    <a:pt x="3297" y="873"/>
                    <a:pt x="3237" y="732"/>
                    <a:pt x="3135" y="630"/>
                  </a:cubicBezTo>
                  <a:cubicBezTo>
                    <a:pt x="2710" y="215"/>
                    <a:pt x="1936" y="29"/>
                    <a:pt x="1056" y="1"/>
                  </a:cubicBezTo>
                  <a:cubicBezTo>
                    <a:pt x="1052" y="0"/>
                    <a:pt x="1047" y="0"/>
                    <a:pt x="104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85"/>
            <p:cNvSpPr/>
            <p:nvPr/>
          </p:nvSpPr>
          <p:spPr>
            <a:xfrm>
              <a:off x="1612517" y="2492556"/>
              <a:ext cx="85552" cy="76859"/>
            </a:xfrm>
            <a:custGeom>
              <a:rect b="b" l="l" r="r" t="t"/>
              <a:pathLst>
                <a:path extrusionOk="0" h="2953" w="3287">
                  <a:moveTo>
                    <a:pt x="1044" y="0"/>
                  </a:moveTo>
                  <a:cubicBezTo>
                    <a:pt x="900" y="0"/>
                    <a:pt x="761" y="60"/>
                    <a:pt x="658" y="162"/>
                  </a:cubicBezTo>
                  <a:lnTo>
                    <a:pt x="387" y="433"/>
                  </a:lnTo>
                  <a:cubicBezTo>
                    <a:pt x="138" y="680"/>
                    <a:pt x="0" y="1017"/>
                    <a:pt x="0" y="1369"/>
                  </a:cubicBezTo>
                  <a:cubicBezTo>
                    <a:pt x="0" y="2105"/>
                    <a:pt x="486" y="2748"/>
                    <a:pt x="1190" y="2953"/>
                  </a:cubicBezTo>
                  <a:cubicBezTo>
                    <a:pt x="954" y="2661"/>
                    <a:pt x="824" y="2298"/>
                    <a:pt x="824" y="1922"/>
                  </a:cubicBezTo>
                  <a:lnTo>
                    <a:pt x="824" y="1369"/>
                  </a:lnTo>
                  <a:cubicBezTo>
                    <a:pt x="824" y="1063"/>
                    <a:pt x="1070" y="819"/>
                    <a:pt x="1373" y="819"/>
                  </a:cubicBezTo>
                  <a:cubicBezTo>
                    <a:pt x="1383" y="819"/>
                    <a:pt x="1394" y="820"/>
                    <a:pt x="1404" y="820"/>
                  </a:cubicBezTo>
                  <a:cubicBezTo>
                    <a:pt x="1960" y="856"/>
                    <a:pt x="2780" y="951"/>
                    <a:pt x="3287" y="1193"/>
                  </a:cubicBezTo>
                  <a:cubicBezTo>
                    <a:pt x="3269" y="1077"/>
                    <a:pt x="3220" y="715"/>
                    <a:pt x="3135" y="630"/>
                  </a:cubicBezTo>
                  <a:cubicBezTo>
                    <a:pt x="2710" y="215"/>
                    <a:pt x="1932" y="29"/>
                    <a:pt x="1056" y="1"/>
                  </a:cubicBezTo>
                  <a:cubicBezTo>
                    <a:pt x="1052" y="0"/>
                    <a:pt x="1048" y="0"/>
                    <a:pt x="10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85"/>
            <p:cNvSpPr/>
            <p:nvPr/>
          </p:nvSpPr>
          <p:spPr>
            <a:xfrm>
              <a:off x="1633938" y="2599425"/>
              <a:ext cx="92970" cy="107363"/>
            </a:xfrm>
            <a:custGeom>
              <a:rect b="b" l="l" r="r" t="t"/>
              <a:pathLst>
                <a:path extrusionOk="0" h="4125" w="3572">
                  <a:moveTo>
                    <a:pt x="3417" y="1"/>
                  </a:moveTo>
                  <a:lnTo>
                    <a:pt x="2713" y="708"/>
                  </a:lnTo>
                  <a:cubicBezTo>
                    <a:pt x="2559" y="859"/>
                    <a:pt x="2471" y="1070"/>
                    <a:pt x="2474" y="1288"/>
                  </a:cubicBezTo>
                  <a:lnTo>
                    <a:pt x="2474" y="2752"/>
                  </a:lnTo>
                  <a:lnTo>
                    <a:pt x="1" y="2752"/>
                  </a:lnTo>
                  <a:lnTo>
                    <a:pt x="1" y="4124"/>
                  </a:lnTo>
                  <a:lnTo>
                    <a:pt x="2474" y="4124"/>
                  </a:lnTo>
                  <a:cubicBezTo>
                    <a:pt x="3079" y="4124"/>
                    <a:pt x="3572" y="3632"/>
                    <a:pt x="3572" y="3023"/>
                  </a:cubicBezTo>
                  <a:lnTo>
                    <a:pt x="3572" y="469"/>
                  </a:lnTo>
                  <a:cubicBezTo>
                    <a:pt x="3568" y="300"/>
                    <a:pt x="3516" y="138"/>
                    <a:pt x="341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85"/>
            <p:cNvSpPr/>
            <p:nvPr/>
          </p:nvSpPr>
          <p:spPr>
            <a:xfrm>
              <a:off x="1569650" y="2628186"/>
              <a:ext cx="100024" cy="71445"/>
            </a:xfrm>
            <a:custGeom>
              <a:rect b="b" l="l" r="r" t="t"/>
              <a:pathLst>
                <a:path extrusionOk="0" h="2745" w="3843">
                  <a:moveTo>
                    <a:pt x="275" y="0"/>
                  </a:moveTo>
                  <a:cubicBezTo>
                    <a:pt x="124" y="0"/>
                    <a:pt x="1" y="124"/>
                    <a:pt x="1" y="275"/>
                  </a:cubicBezTo>
                  <a:lnTo>
                    <a:pt x="1" y="2470"/>
                  </a:lnTo>
                  <a:cubicBezTo>
                    <a:pt x="1" y="2622"/>
                    <a:pt x="124" y="2745"/>
                    <a:pt x="275" y="2745"/>
                  </a:cubicBezTo>
                  <a:lnTo>
                    <a:pt x="3568" y="2745"/>
                  </a:lnTo>
                  <a:cubicBezTo>
                    <a:pt x="3720" y="2745"/>
                    <a:pt x="3843" y="2622"/>
                    <a:pt x="3843" y="2470"/>
                  </a:cubicBezTo>
                  <a:lnTo>
                    <a:pt x="3843" y="275"/>
                  </a:lnTo>
                  <a:cubicBezTo>
                    <a:pt x="3843" y="124"/>
                    <a:pt x="3720" y="0"/>
                    <a:pt x="356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85"/>
            <p:cNvSpPr/>
            <p:nvPr/>
          </p:nvSpPr>
          <p:spPr>
            <a:xfrm>
              <a:off x="1383944" y="2571029"/>
              <a:ext cx="142891" cy="128602"/>
            </a:xfrm>
            <a:custGeom>
              <a:rect b="b" l="l" r="r" t="t"/>
              <a:pathLst>
                <a:path extrusionOk="0" h="4941" w="5490">
                  <a:moveTo>
                    <a:pt x="1921" y="1"/>
                  </a:moveTo>
                  <a:lnTo>
                    <a:pt x="1921" y="135"/>
                  </a:lnTo>
                  <a:cubicBezTo>
                    <a:pt x="1921" y="381"/>
                    <a:pt x="1759" y="595"/>
                    <a:pt x="1524" y="662"/>
                  </a:cubicBezTo>
                  <a:lnTo>
                    <a:pt x="598" y="926"/>
                  </a:lnTo>
                  <a:cubicBezTo>
                    <a:pt x="243" y="1028"/>
                    <a:pt x="0" y="1352"/>
                    <a:pt x="0" y="1718"/>
                  </a:cubicBezTo>
                  <a:lnTo>
                    <a:pt x="0" y="4117"/>
                  </a:lnTo>
                  <a:cubicBezTo>
                    <a:pt x="0" y="4571"/>
                    <a:pt x="370" y="4941"/>
                    <a:pt x="824" y="4941"/>
                  </a:cubicBezTo>
                  <a:lnTo>
                    <a:pt x="4666" y="4941"/>
                  </a:lnTo>
                  <a:cubicBezTo>
                    <a:pt x="5120" y="4941"/>
                    <a:pt x="5489" y="4571"/>
                    <a:pt x="5489" y="4117"/>
                  </a:cubicBezTo>
                  <a:lnTo>
                    <a:pt x="5489" y="1718"/>
                  </a:lnTo>
                  <a:cubicBezTo>
                    <a:pt x="5489" y="1352"/>
                    <a:pt x="5246" y="1028"/>
                    <a:pt x="4891" y="926"/>
                  </a:cubicBezTo>
                  <a:lnTo>
                    <a:pt x="3969" y="662"/>
                  </a:lnTo>
                  <a:cubicBezTo>
                    <a:pt x="3733" y="595"/>
                    <a:pt x="3572" y="377"/>
                    <a:pt x="3572" y="131"/>
                  </a:cubicBezTo>
                  <a:lnTo>
                    <a:pt x="357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85"/>
            <p:cNvSpPr/>
            <p:nvPr/>
          </p:nvSpPr>
          <p:spPr>
            <a:xfrm>
              <a:off x="1383944" y="2603459"/>
              <a:ext cx="28604" cy="96172"/>
            </a:xfrm>
            <a:custGeom>
              <a:rect b="b" l="l" r="r" t="t"/>
              <a:pathLst>
                <a:path extrusionOk="0" h="3695" w="1099">
                  <a:moveTo>
                    <a:pt x="152" y="0"/>
                  </a:moveTo>
                  <a:cubicBezTo>
                    <a:pt x="53" y="138"/>
                    <a:pt x="0" y="303"/>
                    <a:pt x="0" y="472"/>
                  </a:cubicBezTo>
                  <a:lnTo>
                    <a:pt x="0" y="2868"/>
                  </a:lnTo>
                  <a:cubicBezTo>
                    <a:pt x="0" y="3325"/>
                    <a:pt x="370" y="3695"/>
                    <a:pt x="824" y="3695"/>
                  </a:cubicBezTo>
                  <a:lnTo>
                    <a:pt x="1098" y="3695"/>
                  </a:lnTo>
                  <a:lnTo>
                    <a:pt x="1098" y="950"/>
                  </a:lnTo>
                  <a:lnTo>
                    <a:pt x="15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85"/>
            <p:cNvSpPr/>
            <p:nvPr/>
          </p:nvSpPr>
          <p:spPr>
            <a:xfrm>
              <a:off x="1498231" y="2603459"/>
              <a:ext cx="28604" cy="96172"/>
            </a:xfrm>
            <a:custGeom>
              <a:rect b="b" l="l" r="r" t="t"/>
              <a:pathLst>
                <a:path extrusionOk="0" h="3695" w="1099">
                  <a:moveTo>
                    <a:pt x="947" y="0"/>
                  </a:moveTo>
                  <a:lnTo>
                    <a:pt x="0" y="950"/>
                  </a:lnTo>
                  <a:lnTo>
                    <a:pt x="0" y="3695"/>
                  </a:lnTo>
                  <a:lnTo>
                    <a:pt x="275" y="3695"/>
                  </a:lnTo>
                  <a:cubicBezTo>
                    <a:pt x="729" y="3695"/>
                    <a:pt x="1098" y="3325"/>
                    <a:pt x="1098" y="2868"/>
                  </a:cubicBezTo>
                  <a:lnTo>
                    <a:pt x="1098" y="472"/>
                  </a:lnTo>
                  <a:cubicBezTo>
                    <a:pt x="1098" y="303"/>
                    <a:pt x="1045" y="138"/>
                    <a:pt x="94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85"/>
            <p:cNvSpPr/>
            <p:nvPr/>
          </p:nvSpPr>
          <p:spPr>
            <a:xfrm>
              <a:off x="1421033" y="2571029"/>
              <a:ext cx="68713" cy="21473"/>
            </a:xfrm>
            <a:custGeom>
              <a:rect b="b" l="l" r="r" t="t"/>
              <a:pathLst>
                <a:path extrusionOk="0" h="825" w="2640">
                  <a:moveTo>
                    <a:pt x="496" y="1"/>
                  </a:moveTo>
                  <a:lnTo>
                    <a:pt x="496" y="138"/>
                  </a:lnTo>
                  <a:cubicBezTo>
                    <a:pt x="496" y="381"/>
                    <a:pt x="334" y="595"/>
                    <a:pt x="99" y="666"/>
                  </a:cubicBezTo>
                  <a:lnTo>
                    <a:pt x="0" y="690"/>
                  </a:lnTo>
                  <a:cubicBezTo>
                    <a:pt x="437" y="778"/>
                    <a:pt x="876" y="821"/>
                    <a:pt x="1320" y="824"/>
                  </a:cubicBezTo>
                  <a:cubicBezTo>
                    <a:pt x="1763" y="821"/>
                    <a:pt x="2203" y="778"/>
                    <a:pt x="2639" y="690"/>
                  </a:cubicBezTo>
                  <a:lnTo>
                    <a:pt x="2548" y="666"/>
                  </a:lnTo>
                  <a:cubicBezTo>
                    <a:pt x="2308" y="599"/>
                    <a:pt x="2147" y="377"/>
                    <a:pt x="2150" y="131"/>
                  </a:cubicBezTo>
                  <a:lnTo>
                    <a:pt x="2150"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85"/>
            <p:cNvSpPr/>
            <p:nvPr/>
          </p:nvSpPr>
          <p:spPr>
            <a:xfrm>
              <a:off x="1392455" y="2449611"/>
              <a:ext cx="125843" cy="128602"/>
            </a:xfrm>
            <a:custGeom>
              <a:rect b="b" l="l" r="r" t="t"/>
              <a:pathLst>
                <a:path extrusionOk="0" h="4941" w="4835">
                  <a:moveTo>
                    <a:pt x="2418" y="0"/>
                  </a:moveTo>
                  <a:cubicBezTo>
                    <a:pt x="1355" y="0"/>
                    <a:pt x="570" y="873"/>
                    <a:pt x="497" y="1943"/>
                  </a:cubicBezTo>
                  <a:cubicBezTo>
                    <a:pt x="458" y="2502"/>
                    <a:pt x="278" y="3572"/>
                    <a:pt x="50" y="4201"/>
                  </a:cubicBezTo>
                  <a:cubicBezTo>
                    <a:pt x="0" y="4342"/>
                    <a:pt x="74" y="4497"/>
                    <a:pt x="215" y="4550"/>
                  </a:cubicBezTo>
                  <a:cubicBezTo>
                    <a:pt x="922" y="4800"/>
                    <a:pt x="1668" y="4933"/>
                    <a:pt x="2418" y="4940"/>
                  </a:cubicBezTo>
                  <a:cubicBezTo>
                    <a:pt x="3167" y="4933"/>
                    <a:pt x="3913" y="4800"/>
                    <a:pt x="4620" y="4550"/>
                  </a:cubicBezTo>
                  <a:cubicBezTo>
                    <a:pt x="4761" y="4497"/>
                    <a:pt x="4835" y="4342"/>
                    <a:pt x="4786" y="4201"/>
                  </a:cubicBezTo>
                  <a:cubicBezTo>
                    <a:pt x="4557" y="3572"/>
                    <a:pt x="4377" y="2502"/>
                    <a:pt x="4339" y="1943"/>
                  </a:cubicBezTo>
                  <a:cubicBezTo>
                    <a:pt x="4265" y="873"/>
                    <a:pt x="3480" y="0"/>
                    <a:pt x="241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85"/>
            <p:cNvSpPr/>
            <p:nvPr/>
          </p:nvSpPr>
          <p:spPr>
            <a:xfrm>
              <a:off x="1392455" y="2449611"/>
              <a:ext cx="76677" cy="126025"/>
            </a:xfrm>
            <a:custGeom>
              <a:rect b="b" l="l" r="r" t="t"/>
              <a:pathLst>
                <a:path extrusionOk="0" h="4842" w="2946">
                  <a:moveTo>
                    <a:pt x="2418" y="0"/>
                  </a:moveTo>
                  <a:cubicBezTo>
                    <a:pt x="1359" y="0"/>
                    <a:pt x="570" y="873"/>
                    <a:pt x="497" y="1946"/>
                  </a:cubicBezTo>
                  <a:cubicBezTo>
                    <a:pt x="458" y="2502"/>
                    <a:pt x="278" y="3572"/>
                    <a:pt x="50" y="4205"/>
                  </a:cubicBezTo>
                  <a:cubicBezTo>
                    <a:pt x="0" y="4342"/>
                    <a:pt x="74" y="4497"/>
                    <a:pt x="215" y="4550"/>
                  </a:cubicBezTo>
                  <a:cubicBezTo>
                    <a:pt x="577" y="4676"/>
                    <a:pt x="950" y="4775"/>
                    <a:pt x="1330" y="4842"/>
                  </a:cubicBezTo>
                  <a:cubicBezTo>
                    <a:pt x="1320" y="4786"/>
                    <a:pt x="1320" y="4726"/>
                    <a:pt x="1334" y="4669"/>
                  </a:cubicBezTo>
                  <a:cubicBezTo>
                    <a:pt x="1531" y="3969"/>
                    <a:pt x="1686" y="2780"/>
                    <a:pt x="1721" y="2161"/>
                  </a:cubicBezTo>
                  <a:cubicBezTo>
                    <a:pt x="1774" y="1169"/>
                    <a:pt x="2256" y="328"/>
                    <a:pt x="2945" y="78"/>
                  </a:cubicBezTo>
                  <a:cubicBezTo>
                    <a:pt x="2777" y="25"/>
                    <a:pt x="2597" y="0"/>
                    <a:pt x="241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85"/>
            <p:cNvSpPr/>
            <p:nvPr/>
          </p:nvSpPr>
          <p:spPr>
            <a:xfrm>
              <a:off x="1341076" y="2699605"/>
              <a:ext cx="414332" cy="28604"/>
            </a:xfrm>
            <a:custGeom>
              <a:rect b="b" l="l" r="r" t="t"/>
              <a:pathLst>
                <a:path extrusionOk="0" h="1099" w="15919">
                  <a:moveTo>
                    <a:pt x="1" y="1"/>
                  </a:moveTo>
                  <a:lnTo>
                    <a:pt x="1" y="1099"/>
                  </a:lnTo>
                  <a:lnTo>
                    <a:pt x="15918" y="1099"/>
                  </a:lnTo>
                  <a:lnTo>
                    <a:pt x="1591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85"/>
            <p:cNvSpPr/>
            <p:nvPr/>
          </p:nvSpPr>
          <p:spPr>
            <a:xfrm>
              <a:off x="1412522" y="2628186"/>
              <a:ext cx="85735" cy="114313"/>
            </a:xfrm>
            <a:custGeom>
              <a:rect b="b" l="l" r="r" t="t"/>
              <a:pathLst>
                <a:path extrusionOk="0" h="4392" w="3294">
                  <a:moveTo>
                    <a:pt x="549" y="0"/>
                  </a:moveTo>
                  <a:cubicBezTo>
                    <a:pt x="246" y="0"/>
                    <a:pt x="0" y="247"/>
                    <a:pt x="0" y="549"/>
                  </a:cubicBezTo>
                  <a:lnTo>
                    <a:pt x="0" y="4391"/>
                  </a:lnTo>
                  <a:lnTo>
                    <a:pt x="3293" y="4391"/>
                  </a:lnTo>
                  <a:lnTo>
                    <a:pt x="3293" y="549"/>
                  </a:lnTo>
                  <a:cubicBezTo>
                    <a:pt x="3293" y="247"/>
                    <a:pt x="3047" y="0"/>
                    <a:pt x="274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85"/>
            <p:cNvSpPr/>
            <p:nvPr/>
          </p:nvSpPr>
          <p:spPr>
            <a:xfrm>
              <a:off x="1627431" y="2485607"/>
              <a:ext cx="57078" cy="20380"/>
            </a:xfrm>
            <a:custGeom>
              <a:rect b="b" l="l" r="r" t="t"/>
              <a:pathLst>
                <a:path extrusionOk="0" h="783" w="2193">
                  <a:moveTo>
                    <a:pt x="261" y="0"/>
                  </a:moveTo>
                  <a:cubicBezTo>
                    <a:pt x="117" y="0"/>
                    <a:pt x="1" y="113"/>
                    <a:pt x="1" y="257"/>
                  </a:cubicBezTo>
                  <a:cubicBezTo>
                    <a:pt x="1" y="398"/>
                    <a:pt x="117" y="514"/>
                    <a:pt x="261" y="514"/>
                  </a:cubicBezTo>
                  <a:cubicBezTo>
                    <a:pt x="271" y="514"/>
                    <a:pt x="282" y="514"/>
                    <a:pt x="293" y="514"/>
                  </a:cubicBezTo>
                  <a:cubicBezTo>
                    <a:pt x="604" y="514"/>
                    <a:pt x="1401" y="563"/>
                    <a:pt x="1792" y="760"/>
                  </a:cubicBezTo>
                  <a:cubicBezTo>
                    <a:pt x="1826" y="775"/>
                    <a:pt x="1862" y="783"/>
                    <a:pt x="1898" y="783"/>
                  </a:cubicBezTo>
                  <a:cubicBezTo>
                    <a:pt x="1994" y="783"/>
                    <a:pt x="2086" y="730"/>
                    <a:pt x="2130" y="641"/>
                  </a:cubicBezTo>
                  <a:cubicBezTo>
                    <a:pt x="2193" y="517"/>
                    <a:pt x="2144" y="366"/>
                    <a:pt x="2024" y="299"/>
                  </a:cubicBezTo>
                  <a:cubicBezTo>
                    <a:pt x="1426" y="0"/>
                    <a:pt x="30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85"/>
            <p:cNvSpPr/>
            <p:nvPr/>
          </p:nvSpPr>
          <p:spPr>
            <a:xfrm>
              <a:off x="1319656" y="2442662"/>
              <a:ext cx="457173" cy="335364"/>
            </a:xfrm>
            <a:custGeom>
              <a:rect b="b" l="l" r="r" t="t"/>
              <a:pathLst>
                <a:path extrusionOk="0" h="12885" w="17565">
                  <a:moveTo>
                    <a:pt x="14574" y="788"/>
                  </a:moveTo>
                  <a:lnTo>
                    <a:pt x="14574" y="1854"/>
                  </a:lnTo>
                  <a:cubicBezTo>
                    <a:pt x="14574" y="2030"/>
                    <a:pt x="14532" y="2199"/>
                    <a:pt x="14458" y="2354"/>
                  </a:cubicBezTo>
                  <a:lnTo>
                    <a:pt x="14324" y="2614"/>
                  </a:lnTo>
                  <a:cubicBezTo>
                    <a:pt x="14306" y="2649"/>
                    <a:pt x="14296" y="2692"/>
                    <a:pt x="14296" y="2730"/>
                  </a:cubicBezTo>
                  <a:lnTo>
                    <a:pt x="14296" y="3279"/>
                  </a:lnTo>
                  <a:cubicBezTo>
                    <a:pt x="14296" y="4052"/>
                    <a:pt x="13673" y="4673"/>
                    <a:pt x="12905" y="4673"/>
                  </a:cubicBezTo>
                  <a:cubicBezTo>
                    <a:pt x="12890" y="4673"/>
                    <a:pt x="12875" y="4673"/>
                    <a:pt x="12860" y="4673"/>
                  </a:cubicBezTo>
                  <a:cubicBezTo>
                    <a:pt x="12121" y="4648"/>
                    <a:pt x="11513" y="3993"/>
                    <a:pt x="11513" y="3209"/>
                  </a:cubicBezTo>
                  <a:lnTo>
                    <a:pt x="11513" y="2730"/>
                  </a:lnTo>
                  <a:cubicBezTo>
                    <a:pt x="11513" y="2688"/>
                    <a:pt x="11502" y="2649"/>
                    <a:pt x="11485" y="2614"/>
                  </a:cubicBezTo>
                  <a:lnTo>
                    <a:pt x="11326" y="2298"/>
                  </a:lnTo>
                  <a:cubicBezTo>
                    <a:pt x="11270" y="2178"/>
                    <a:pt x="11238" y="2051"/>
                    <a:pt x="11238" y="1921"/>
                  </a:cubicBezTo>
                  <a:lnTo>
                    <a:pt x="11238" y="1903"/>
                  </a:lnTo>
                  <a:cubicBezTo>
                    <a:pt x="11238" y="1288"/>
                    <a:pt x="11738" y="788"/>
                    <a:pt x="12357" y="788"/>
                  </a:cubicBezTo>
                  <a:close/>
                  <a:moveTo>
                    <a:pt x="5209" y="513"/>
                  </a:moveTo>
                  <a:cubicBezTo>
                    <a:pt x="5626" y="513"/>
                    <a:pt x="6043" y="677"/>
                    <a:pt x="6355" y="1006"/>
                  </a:cubicBezTo>
                  <a:cubicBezTo>
                    <a:pt x="6664" y="1337"/>
                    <a:pt x="6851" y="1766"/>
                    <a:pt x="6875" y="2220"/>
                  </a:cubicBezTo>
                  <a:cubicBezTo>
                    <a:pt x="6914" y="2766"/>
                    <a:pt x="7097" y="3881"/>
                    <a:pt x="7340" y="4553"/>
                  </a:cubicBezTo>
                  <a:cubicBezTo>
                    <a:pt x="7340" y="4553"/>
                    <a:pt x="7340" y="4556"/>
                    <a:pt x="7340" y="4560"/>
                  </a:cubicBezTo>
                  <a:cubicBezTo>
                    <a:pt x="7336" y="4563"/>
                    <a:pt x="7333" y="4567"/>
                    <a:pt x="7329" y="4567"/>
                  </a:cubicBezTo>
                  <a:cubicBezTo>
                    <a:pt x="6645" y="4819"/>
                    <a:pt x="5927" y="4944"/>
                    <a:pt x="5209" y="4944"/>
                  </a:cubicBezTo>
                  <a:cubicBezTo>
                    <a:pt x="4491" y="4944"/>
                    <a:pt x="3772" y="4819"/>
                    <a:pt x="3086" y="4567"/>
                  </a:cubicBezTo>
                  <a:lnTo>
                    <a:pt x="3086" y="4570"/>
                  </a:lnTo>
                  <a:cubicBezTo>
                    <a:pt x="3082" y="4567"/>
                    <a:pt x="3079" y="4567"/>
                    <a:pt x="3075" y="4560"/>
                  </a:cubicBezTo>
                  <a:cubicBezTo>
                    <a:pt x="3075" y="4560"/>
                    <a:pt x="3075" y="4556"/>
                    <a:pt x="3075" y="4553"/>
                  </a:cubicBezTo>
                  <a:cubicBezTo>
                    <a:pt x="3318" y="3881"/>
                    <a:pt x="3501" y="2766"/>
                    <a:pt x="3540" y="2220"/>
                  </a:cubicBezTo>
                  <a:cubicBezTo>
                    <a:pt x="3568" y="1766"/>
                    <a:pt x="3751" y="1337"/>
                    <a:pt x="4061" y="1006"/>
                  </a:cubicBezTo>
                  <a:cubicBezTo>
                    <a:pt x="4374" y="677"/>
                    <a:pt x="4792" y="513"/>
                    <a:pt x="5209" y="513"/>
                  </a:cubicBezTo>
                  <a:close/>
                  <a:moveTo>
                    <a:pt x="12336" y="5095"/>
                  </a:moveTo>
                  <a:cubicBezTo>
                    <a:pt x="12501" y="5151"/>
                    <a:pt x="12674" y="5179"/>
                    <a:pt x="12846" y="5186"/>
                  </a:cubicBezTo>
                  <a:lnTo>
                    <a:pt x="12906" y="5186"/>
                  </a:lnTo>
                  <a:cubicBezTo>
                    <a:pt x="13100" y="5186"/>
                    <a:pt x="13290" y="5155"/>
                    <a:pt x="13476" y="5098"/>
                  </a:cubicBezTo>
                  <a:cubicBezTo>
                    <a:pt x="13480" y="5176"/>
                    <a:pt x="13494" y="5253"/>
                    <a:pt x="13522" y="5327"/>
                  </a:cubicBezTo>
                  <a:lnTo>
                    <a:pt x="13518" y="5327"/>
                  </a:lnTo>
                  <a:lnTo>
                    <a:pt x="13307" y="5538"/>
                  </a:lnTo>
                  <a:cubicBezTo>
                    <a:pt x="13196" y="5649"/>
                    <a:pt x="13051" y="5704"/>
                    <a:pt x="12906" y="5704"/>
                  </a:cubicBezTo>
                  <a:cubicBezTo>
                    <a:pt x="12761" y="5704"/>
                    <a:pt x="12616" y="5649"/>
                    <a:pt x="12505" y="5538"/>
                  </a:cubicBezTo>
                  <a:lnTo>
                    <a:pt x="12294" y="5327"/>
                  </a:lnTo>
                  <a:cubicBezTo>
                    <a:pt x="12318" y="5253"/>
                    <a:pt x="12333" y="5176"/>
                    <a:pt x="12336" y="5095"/>
                  </a:cubicBezTo>
                  <a:close/>
                  <a:moveTo>
                    <a:pt x="13181" y="7385"/>
                  </a:moveTo>
                  <a:cubicBezTo>
                    <a:pt x="13188" y="7385"/>
                    <a:pt x="13198" y="7396"/>
                    <a:pt x="13198" y="7403"/>
                  </a:cubicBezTo>
                  <a:lnTo>
                    <a:pt x="13198" y="9602"/>
                  </a:lnTo>
                  <a:cubicBezTo>
                    <a:pt x="13198" y="9612"/>
                    <a:pt x="13188" y="9619"/>
                    <a:pt x="13181" y="9619"/>
                  </a:cubicBezTo>
                  <a:lnTo>
                    <a:pt x="9880" y="9619"/>
                  </a:lnTo>
                  <a:cubicBezTo>
                    <a:pt x="9870" y="9619"/>
                    <a:pt x="9863" y="9612"/>
                    <a:pt x="9863" y="9602"/>
                  </a:cubicBezTo>
                  <a:lnTo>
                    <a:pt x="9863" y="7403"/>
                  </a:lnTo>
                  <a:cubicBezTo>
                    <a:pt x="9863" y="7396"/>
                    <a:pt x="9870" y="7385"/>
                    <a:pt x="9880" y="7385"/>
                  </a:cubicBezTo>
                  <a:close/>
                  <a:moveTo>
                    <a:pt x="5862" y="5429"/>
                  </a:moveTo>
                  <a:cubicBezTo>
                    <a:pt x="5964" y="5630"/>
                    <a:pt x="6147" y="5781"/>
                    <a:pt x="6362" y="5841"/>
                  </a:cubicBezTo>
                  <a:lnTo>
                    <a:pt x="7291" y="6105"/>
                  </a:lnTo>
                  <a:cubicBezTo>
                    <a:pt x="7533" y="6178"/>
                    <a:pt x="7699" y="6400"/>
                    <a:pt x="7702" y="6653"/>
                  </a:cubicBezTo>
                  <a:lnTo>
                    <a:pt x="7702" y="9053"/>
                  </a:lnTo>
                  <a:cubicBezTo>
                    <a:pt x="7702" y="9366"/>
                    <a:pt x="7445" y="9623"/>
                    <a:pt x="7132" y="9623"/>
                  </a:cubicBezTo>
                  <a:lnTo>
                    <a:pt x="7115" y="9623"/>
                  </a:lnTo>
                  <a:lnTo>
                    <a:pt x="7115" y="7681"/>
                  </a:lnTo>
                  <a:cubicBezTo>
                    <a:pt x="7115" y="7234"/>
                    <a:pt x="6752" y="6872"/>
                    <a:pt x="6309" y="6872"/>
                  </a:cubicBezTo>
                  <a:lnTo>
                    <a:pt x="6305" y="6875"/>
                  </a:lnTo>
                  <a:lnTo>
                    <a:pt x="4106" y="6875"/>
                  </a:lnTo>
                  <a:cubicBezTo>
                    <a:pt x="3663" y="6875"/>
                    <a:pt x="3301" y="7234"/>
                    <a:pt x="3301" y="7681"/>
                  </a:cubicBezTo>
                  <a:lnTo>
                    <a:pt x="3301" y="9623"/>
                  </a:lnTo>
                  <a:lnTo>
                    <a:pt x="3283" y="9623"/>
                  </a:lnTo>
                  <a:cubicBezTo>
                    <a:pt x="2970" y="9623"/>
                    <a:pt x="2717" y="9366"/>
                    <a:pt x="2717" y="9053"/>
                  </a:cubicBezTo>
                  <a:lnTo>
                    <a:pt x="2717" y="6653"/>
                  </a:lnTo>
                  <a:cubicBezTo>
                    <a:pt x="2717" y="6400"/>
                    <a:pt x="2885" y="6178"/>
                    <a:pt x="3128" y="6105"/>
                  </a:cubicBezTo>
                  <a:lnTo>
                    <a:pt x="4057" y="5841"/>
                  </a:lnTo>
                  <a:cubicBezTo>
                    <a:pt x="4272" y="5781"/>
                    <a:pt x="4455" y="5630"/>
                    <a:pt x="4557" y="5429"/>
                  </a:cubicBezTo>
                  <a:cubicBezTo>
                    <a:pt x="4773" y="5452"/>
                    <a:pt x="4991" y="5463"/>
                    <a:pt x="5209" y="5463"/>
                  </a:cubicBezTo>
                  <a:cubicBezTo>
                    <a:pt x="5428" y="5463"/>
                    <a:pt x="5646" y="5452"/>
                    <a:pt x="5862" y="5429"/>
                  </a:cubicBezTo>
                  <a:close/>
                  <a:moveTo>
                    <a:pt x="13835" y="5739"/>
                  </a:moveTo>
                  <a:cubicBezTo>
                    <a:pt x="13905" y="5784"/>
                    <a:pt x="13979" y="5820"/>
                    <a:pt x="14060" y="5841"/>
                  </a:cubicBezTo>
                  <a:lnTo>
                    <a:pt x="14985" y="6105"/>
                  </a:lnTo>
                  <a:cubicBezTo>
                    <a:pt x="15228" y="6178"/>
                    <a:pt x="15397" y="6400"/>
                    <a:pt x="15397" y="6653"/>
                  </a:cubicBezTo>
                  <a:lnTo>
                    <a:pt x="15397" y="9053"/>
                  </a:lnTo>
                  <a:cubicBezTo>
                    <a:pt x="15397" y="9366"/>
                    <a:pt x="15144" y="9623"/>
                    <a:pt x="14831" y="9623"/>
                  </a:cubicBezTo>
                  <a:lnTo>
                    <a:pt x="13712" y="9623"/>
                  </a:lnTo>
                  <a:lnTo>
                    <a:pt x="13712" y="9605"/>
                  </a:lnTo>
                  <a:lnTo>
                    <a:pt x="13712" y="9039"/>
                  </a:lnTo>
                  <a:lnTo>
                    <a:pt x="14556" y="9039"/>
                  </a:lnTo>
                  <a:cubicBezTo>
                    <a:pt x="14697" y="9039"/>
                    <a:pt x="14813" y="8923"/>
                    <a:pt x="14813" y="8779"/>
                  </a:cubicBezTo>
                  <a:lnTo>
                    <a:pt x="14813" y="7128"/>
                  </a:lnTo>
                  <a:cubicBezTo>
                    <a:pt x="14813" y="6988"/>
                    <a:pt x="14697" y="6872"/>
                    <a:pt x="14556" y="6872"/>
                  </a:cubicBezTo>
                  <a:cubicBezTo>
                    <a:pt x="14412" y="6872"/>
                    <a:pt x="14296" y="6988"/>
                    <a:pt x="14296" y="7128"/>
                  </a:cubicBezTo>
                  <a:lnTo>
                    <a:pt x="14296" y="8522"/>
                  </a:lnTo>
                  <a:lnTo>
                    <a:pt x="13715" y="8522"/>
                  </a:lnTo>
                  <a:lnTo>
                    <a:pt x="13715" y="7403"/>
                  </a:lnTo>
                  <a:cubicBezTo>
                    <a:pt x="13715" y="7111"/>
                    <a:pt x="13476" y="6872"/>
                    <a:pt x="13181" y="6872"/>
                  </a:cubicBezTo>
                  <a:lnTo>
                    <a:pt x="10415" y="6872"/>
                  </a:lnTo>
                  <a:lnTo>
                    <a:pt x="10415" y="6653"/>
                  </a:lnTo>
                  <a:cubicBezTo>
                    <a:pt x="10415" y="6400"/>
                    <a:pt x="10580" y="6178"/>
                    <a:pt x="10827" y="6105"/>
                  </a:cubicBezTo>
                  <a:lnTo>
                    <a:pt x="11752" y="5841"/>
                  </a:lnTo>
                  <a:cubicBezTo>
                    <a:pt x="11833" y="5820"/>
                    <a:pt x="11907" y="5784"/>
                    <a:pt x="11974" y="5739"/>
                  </a:cubicBezTo>
                  <a:lnTo>
                    <a:pt x="12139" y="5904"/>
                  </a:lnTo>
                  <a:cubicBezTo>
                    <a:pt x="12352" y="6115"/>
                    <a:pt x="12629" y="6221"/>
                    <a:pt x="12906" y="6221"/>
                  </a:cubicBezTo>
                  <a:cubicBezTo>
                    <a:pt x="13182" y="6221"/>
                    <a:pt x="13458" y="6115"/>
                    <a:pt x="13670" y="5904"/>
                  </a:cubicBezTo>
                  <a:lnTo>
                    <a:pt x="13835" y="5739"/>
                  </a:lnTo>
                  <a:close/>
                  <a:moveTo>
                    <a:pt x="3301" y="10137"/>
                  </a:moveTo>
                  <a:lnTo>
                    <a:pt x="3301" y="10721"/>
                  </a:lnTo>
                  <a:lnTo>
                    <a:pt x="1066" y="10721"/>
                  </a:lnTo>
                  <a:lnTo>
                    <a:pt x="1066" y="10137"/>
                  </a:lnTo>
                  <a:close/>
                  <a:moveTo>
                    <a:pt x="16498" y="10137"/>
                  </a:moveTo>
                  <a:lnTo>
                    <a:pt x="16498" y="10721"/>
                  </a:lnTo>
                  <a:lnTo>
                    <a:pt x="16498" y="10724"/>
                  </a:lnTo>
                  <a:lnTo>
                    <a:pt x="7115" y="10724"/>
                  </a:lnTo>
                  <a:lnTo>
                    <a:pt x="7115" y="10137"/>
                  </a:lnTo>
                  <a:close/>
                  <a:moveTo>
                    <a:pt x="6309" y="7385"/>
                  </a:moveTo>
                  <a:cubicBezTo>
                    <a:pt x="6471" y="7385"/>
                    <a:pt x="6601" y="7519"/>
                    <a:pt x="6601" y="7681"/>
                  </a:cubicBezTo>
                  <a:lnTo>
                    <a:pt x="6601" y="11273"/>
                  </a:lnTo>
                  <a:lnTo>
                    <a:pt x="3818" y="11273"/>
                  </a:lnTo>
                  <a:lnTo>
                    <a:pt x="3818" y="7681"/>
                  </a:lnTo>
                  <a:cubicBezTo>
                    <a:pt x="3818" y="7519"/>
                    <a:pt x="3948" y="7385"/>
                    <a:pt x="4110" y="7385"/>
                  </a:cubicBezTo>
                  <a:close/>
                  <a:moveTo>
                    <a:pt x="5208" y="0"/>
                  </a:moveTo>
                  <a:cubicBezTo>
                    <a:pt x="4050" y="0"/>
                    <a:pt x="3114" y="939"/>
                    <a:pt x="3026" y="2185"/>
                  </a:cubicBezTo>
                  <a:cubicBezTo>
                    <a:pt x="2987" y="2702"/>
                    <a:pt x="2819" y="3751"/>
                    <a:pt x="2590" y="4377"/>
                  </a:cubicBezTo>
                  <a:cubicBezTo>
                    <a:pt x="2544" y="4511"/>
                    <a:pt x="2551" y="4655"/>
                    <a:pt x="2611" y="4782"/>
                  </a:cubicBezTo>
                  <a:cubicBezTo>
                    <a:pt x="2671" y="4908"/>
                    <a:pt x="2780" y="5007"/>
                    <a:pt x="2910" y="5056"/>
                  </a:cubicBezTo>
                  <a:cubicBezTo>
                    <a:pt x="3248" y="5172"/>
                    <a:pt x="3593" y="5267"/>
                    <a:pt x="3941" y="5334"/>
                  </a:cubicBezTo>
                  <a:cubicBezTo>
                    <a:pt x="3930" y="5341"/>
                    <a:pt x="3920" y="5345"/>
                    <a:pt x="3913" y="5345"/>
                  </a:cubicBezTo>
                  <a:lnTo>
                    <a:pt x="2984" y="5608"/>
                  </a:lnTo>
                  <a:cubicBezTo>
                    <a:pt x="2520" y="5742"/>
                    <a:pt x="2199" y="6168"/>
                    <a:pt x="2199" y="6650"/>
                  </a:cubicBezTo>
                  <a:lnTo>
                    <a:pt x="2199" y="9053"/>
                  </a:lnTo>
                  <a:cubicBezTo>
                    <a:pt x="2199" y="9254"/>
                    <a:pt x="2256" y="9451"/>
                    <a:pt x="2361" y="9619"/>
                  </a:cubicBezTo>
                  <a:lnTo>
                    <a:pt x="257" y="9619"/>
                  </a:lnTo>
                  <a:cubicBezTo>
                    <a:pt x="116" y="9619"/>
                    <a:pt x="0" y="9736"/>
                    <a:pt x="0" y="9880"/>
                  </a:cubicBezTo>
                  <a:cubicBezTo>
                    <a:pt x="0" y="10021"/>
                    <a:pt x="116" y="10137"/>
                    <a:pt x="257" y="10137"/>
                  </a:cubicBezTo>
                  <a:lnTo>
                    <a:pt x="549" y="10137"/>
                  </a:lnTo>
                  <a:lnTo>
                    <a:pt x="549" y="12628"/>
                  </a:lnTo>
                  <a:cubicBezTo>
                    <a:pt x="549" y="12772"/>
                    <a:pt x="665" y="12885"/>
                    <a:pt x="806" y="12885"/>
                  </a:cubicBezTo>
                  <a:cubicBezTo>
                    <a:pt x="950" y="12885"/>
                    <a:pt x="1063" y="12772"/>
                    <a:pt x="1063" y="12628"/>
                  </a:cubicBezTo>
                  <a:lnTo>
                    <a:pt x="1063" y="11238"/>
                  </a:lnTo>
                  <a:lnTo>
                    <a:pt x="3301" y="11238"/>
                  </a:lnTo>
                  <a:lnTo>
                    <a:pt x="3301" y="12628"/>
                  </a:lnTo>
                  <a:cubicBezTo>
                    <a:pt x="3301" y="12772"/>
                    <a:pt x="3417" y="12885"/>
                    <a:pt x="3557" y="12885"/>
                  </a:cubicBezTo>
                  <a:cubicBezTo>
                    <a:pt x="3698" y="12885"/>
                    <a:pt x="3814" y="12772"/>
                    <a:pt x="3814" y="12628"/>
                  </a:cubicBezTo>
                  <a:lnTo>
                    <a:pt x="3814" y="11787"/>
                  </a:lnTo>
                  <a:lnTo>
                    <a:pt x="6601" y="11787"/>
                  </a:lnTo>
                  <a:lnTo>
                    <a:pt x="6601" y="12628"/>
                  </a:lnTo>
                  <a:cubicBezTo>
                    <a:pt x="6601" y="12772"/>
                    <a:pt x="6714" y="12885"/>
                    <a:pt x="6858" y="12885"/>
                  </a:cubicBezTo>
                  <a:cubicBezTo>
                    <a:pt x="6999" y="12885"/>
                    <a:pt x="7115" y="12772"/>
                    <a:pt x="7115" y="12628"/>
                  </a:cubicBezTo>
                  <a:lnTo>
                    <a:pt x="7115" y="11238"/>
                  </a:lnTo>
                  <a:lnTo>
                    <a:pt x="16502" y="11238"/>
                  </a:lnTo>
                  <a:lnTo>
                    <a:pt x="16502" y="12628"/>
                  </a:lnTo>
                  <a:cubicBezTo>
                    <a:pt x="16502" y="12772"/>
                    <a:pt x="16615" y="12885"/>
                    <a:pt x="16759" y="12885"/>
                  </a:cubicBezTo>
                  <a:cubicBezTo>
                    <a:pt x="16900" y="12885"/>
                    <a:pt x="17016" y="12772"/>
                    <a:pt x="17016" y="12628"/>
                  </a:cubicBezTo>
                  <a:lnTo>
                    <a:pt x="17016" y="10137"/>
                  </a:lnTo>
                  <a:lnTo>
                    <a:pt x="17308" y="10137"/>
                  </a:lnTo>
                  <a:cubicBezTo>
                    <a:pt x="17448" y="10137"/>
                    <a:pt x="17565" y="10021"/>
                    <a:pt x="17565" y="9880"/>
                  </a:cubicBezTo>
                  <a:cubicBezTo>
                    <a:pt x="17565" y="9736"/>
                    <a:pt x="17448" y="9623"/>
                    <a:pt x="17308" y="9623"/>
                  </a:cubicBezTo>
                  <a:lnTo>
                    <a:pt x="15753" y="9623"/>
                  </a:lnTo>
                  <a:cubicBezTo>
                    <a:pt x="15858" y="9451"/>
                    <a:pt x="15914" y="9254"/>
                    <a:pt x="15914" y="9053"/>
                  </a:cubicBezTo>
                  <a:lnTo>
                    <a:pt x="15914" y="6653"/>
                  </a:lnTo>
                  <a:cubicBezTo>
                    <a:pt x="15914" y="6168"/>
                    <a:pt x="15594" y="5746"/>
                    <a:pt x="15130" y="5612"/>
                  </a:cubicBezTo>
                  <a:lnTo>
                    <a:pt x="14201" y="5348"/>
                  </a:lnTo>
                  <a:cubicBezTo>
                    <a:pt x="14078" y="5309"/>
                    <a:pt x="13990" y="5197"/>
                    <a:pt x="13990" y="5067"/>
                  </a:cubicBezTo>
                  <a:lnTo>
                    <a:pt x="13990" y="4852"/>
                  </a:lnTo>
                  <a:cubicBezTo>
                    <a:pt x="14078" y="4792"/>
                    <a:pt x="14159" y="4722"/>
                    <a:pt x="14236" y="4651"/>
                  </a:cubicBezTo>
                  <a:cubicBezTo>
                    <a:pt x="14605" y="4293"/>
                    <a:pt x="14817" y="3796"/>
                    <a:pt x="14813" y="3283"/>
                  </a:cubicBezTo>
                  <a:lnTo>
                    <a:pt x="14813" y="2794"/>
                  </a:lnTo>
                  <a:lnTo>
                    <a:pt x="14915" y="2586"/>
                  </a:lnTo>
                  <a:cubicBezTo>
                    <a:pt x="15031" y="2361"/>
                    <a:pt x="15088" y="2111"/>
                    <a:pt x="15088" y="1858"/>
                  </a:cubicBezTo>
                  <a:lnTo>
                    <a:pt x="15088" y="531"/>
                  </a:lnTo>
                  <a:cubicBezTo>
                    <a:pt x="15088" y="387"/>
                    <a:pt x="14975" y="271"/>
                    <a:pt x="14831" y="271"/>
                  </a:cubicBezTo>
                  <a:lnTo>
                    <a:pt x="12357" y="271"/>
                  </a:lnTo>
                  <a:cubicBezTo>
                    <a:pt x="11456" y="274"/>
                    <a:pt x="10725" y="1003"/>
                    <a:pt x="10725" y="1903"/>
                  </a:cubicBezTo>
                  <a:lnTo>
                    <a:pt x="10725" y="1921"/>
                  </a:lnTo>
                  <a:cubicBezTo>
                    <a:pt x="10725" y="2132"/>
                    <a:pt x="10774" y="2340"/>
                    <a:pt x="10869" y="2526"/>
                  </a:cubicBezTo>
                  <a:lnTo>
                    <a:pt x="10999" y="2790"/>
                  </a:lnTo>
                  <a:lnTo>
                    <a:pt x="10999" y="3209"/>
                  </a:lnTo>
                  <a:cubicBezTo>
                    <a:pt x="10999" y="3853"/>
                    <a:pt x="11305" y="4454"/>
                    <a:pt x="11826" y="4834"/>
                  </a:cubicBezTo>
                  <a:lnTo>
                    <a:pt x="11826" y="5063"/>
                  </a:lnTo>
                  <a:cubicBezTo>
                    <a:pt x="11826" y="5193"/>
                    <a:pt x="11738" y="5309"/>
                    <a:pt x="11611" y="5345"/>
                  </a:cubicBezTo>
                  <a:lnTo>
                    <a:pt x="10686" y="5608"/>
                  </a:lnTo>
                  <a:cubicBezTo>
                    <a:pt x="10221" y="5742"/>
                    <a:pt x="9901" y="6168"/>
                    <a:pt x="9901" y="6650"/>
                  </a:cubicBezTo>
                  <a:lnTo>
                    <a:pt x="9901" y="6872"/>
                  </a:lnTo>
                  <a:lnTo>
                    <a:pt x="9884" y="6872"/>
                  </a:lnTo>
                  <a:cubicBezTo>
                    <a:pt x="9588" y="6872"/>
                    <a:pt x="9352" y="7107"/>
                    <a:pt x="9349" y="7403"/>
                  </a:cubicBezTo>
                  <a:lnTo>
                    <a:pt x="9349" y="9602"/>
                  </a:lnTo>
                  <a:lnTo>
                    <a:pt x="9349" y="9619"/>
                  </a:lnTo>
                  <a:lnTo>
                    <a:pt x="8054" y="9619"/>
                  </a:lnTo>
                  <a:cubicBezTo>
                    <a:pt x="8160" y="9447"/>
                    <a:pt x="8216" y="9254"/>
                    <a:pt x="8212" y="9053"/>
                  </a:cubicBezTo>
                  <a:lnTo>
                    <a:pt x="8212" y="6653"/>
                  </a:lnTo>
                  <a:cubicBezTo>
                    <a:pt x="8212" y="6168"/>
                    <a:pt x="7892" y="5746"/>
                    <a:pt x="7428" y="5612"/>
                  </a:cubicBezTo>
                  <a:lnTo>
                    <a:pt x="6502" y="5348"/>
                  </a:lnTo>
                  <a:cubicBezTo>
                    <a:pt x="6492" y="5345"/>
                    <a:pt x="6481" y="5341"/>
                    <a:pt x="6471" y="5338"/>
                  </a:cubicBezTo>
                  <a:cubicBezTo>
                    <a:pt x="6823" y="5267"/>
                    <a:pt x="7164" y="5176"/>
                    <a:pt x="7502" y="5056"/>
                  </a:cubicBezTo>
                  <a:cubicBezTo>
                    <a:pt x="7635" y="5010"/>
                    <a:pt x="7744" y="4912"/>
                    <a:pt x="7804" y="4782"/>
                  </a:cubicBezTo>
                  <a:cubicBezTo>
                    <a:pt x="7864" y="4655"/>
                    <a:pt x="7871" y="4511"/>
                    <a:pt x="7822" y="4380"/>
                  </a:cubicBezTo>
                  <a:cubicBezTo>
                    <a:pt x="7597" y="3754"/>
                    <a:pt x="7428" y="2702"/>
                    <a:pt x="7389" y="2185"/>
                  </a:cubicBezTo>
                  <a:cubicBezTo>
                    <a:pt x="7301" y="939"/>
                    <a:pt x="6362" y="0"/>
                    <a:pt x="5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85"/>
            <p:cNvSpPr/>
            <p:nvPr/>
          </p:nvSpPr>
          <p:spPr>
            <a:xfrm>
              <a:off x="1612960" y="2657206"/>
              <a:ext cx="13404" cy="13404"/>
            </a:xfrm>
            <a:custGeom>
              <a:rect b="b" l="l" r="r" t="t"/>
              <a:pathLst>
                <a:path extrusionOk="0" h="515" w="515">
                  <a:moveTo>
                    <a:pt x="258" y="1"/>
                  </a:moveTo>
                  <a:cubicBezTo>
                    <a:pt x="117" y="1"/>
                    <a:pt x="1" y="113"/>
                    <a:pt x="1" y="258"/>
                  </a:cubicBezTo>
                  <a:cubicBezTo>
                    <a:pt x="1" y="398"/>
                    <a:pt x="117" y="514"/>
                    <a:pt x="258" y="514"/>
                  </a:cubicBezTo>
                  <a:cubicBezTo>
                    <a:pt x="399" y="514"/>
                    <a:pt x="515" y="398"/>
                    <a:pt x="515" y="258"/>
                  </a:cubicBezTo>
                  <a:cubicBezTo>
                    <a:pt x="515" y="113"/>
                    <a:pt x="399"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7" name="Google Shape;17557;p85"/>
          <p:cNvGrpSpPr/>
          <p:nvPr/>
        </p:nvGrpSpPr>
        <p:grpSpPr>
          <a:xfrm>
            <a:off x="4214512" y="2453905"/>
            <a:ext cx="314126" cy="312955"/>
            <a:chOff x="4214512" y="2453905"/>
            <a:chExt cx="314126" cy="312955"/>
          </a:xfrm>
        </p:grpSpPr>
        <p:sp>
          <p:nvSpPr>
            <p:cNvPr id="17558" name="Google Shape;17558;p85"/>
            <p:cNvSpPr/>
            <p:nvPr/>
          </p:nvSpPr>
          <p:spPr>
            <a:xfrm>
              <a:off x="4219067" y="2637347"/>
              <a:ext cx="55178" cy="124828"/>
            </a:xfrm>
            <a:custGeom>
              <a:rect b="b" l="l" r="r" t="t"/>
              <a:pathLst>
                <a:path extrusionOk="0" h="4796" w="2120">
                  <a:moveTo>
                    <a:pt x="304" y="0"/>
                  </a:moveTo>
                  <a:cubicBezTo>
                    <a:pt x="135" y="0"/>
                    <a:pt x="1" y="134"/>
                    <a:pt x="1" y="303"/>
                  </a:cubicBezTo>
                  <a:lnTo>
                    <a:pt x="1" y="4796"/>
                  </a:lnTo>
                  <a:lnTo>
                    <a:pt x="2119" y="4796"/>
                  </a:lnTo>
                  <a:lnTo>
                    <a:pt x="2119" y="303"/>
                  </a:lnTo>
                  <a:cubicBezTo>
                    <a:pt x="2119" y="134"/>
                    <a:pt x="1982" y="0"/>
                    <a:pt x="181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85"/>
            <p:cNvSpPr/>
            <p:nvPr/>
          </p:nvSpPr>
          <p:spPr>
            <a:xfrm>
              <a:off x="4219067" y="2637347"/>
              <a:ext cx="26314" cy="124828"/>
            </a:xfrm>
            <a:custGeom>
              <a:rect b="b" l="l" r="r" t="t"/>
              <a:pathLst>
                <a:path extrusionOk="0" h="4796" w="1011">
                  <a:moveTo>
                    <a:pt x="304" y="0"/>
                  </a:moveTo>
                  <a:cubicBezTo>
                    <a:pt x="135" y="0"/>
                    <a:pt x="1" y="134"/>
                    <a:pt x="1" y="303"/>
                  </a:cubicBezTo>
                  <a:lnTo>
                    <a:pt x="1" y="4796"/>
                  </a:lnTo>
                  <a:lnTo>
                    <a:pt x="708" y="4796"/>
                  </a:lnTo>
                  <a:lnTo>
                    <a:pt x="708" y="303"/>
                  </a:lnTo>
                  <a:cubicBezTo>
                    <a:pt x="708" y="134"/>
                    <a:pt x="842" y="0"/>
                    <a:pt x="10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85"/>
            <p:cNvSpPr/>
            <p:nvPr/>
          </p:nvSpPr>
          <p:spPr>
            <a:xfrm>
              <a:off x="4302329" y="2606479"/>
              <a:ext cx="55152" cy="155697"/>
            </a:xfrm>
            <a:custGeom>
              <a:rect b="b" l="l" r="r" t="t"/>
              <a:pathLst>
                <a:path extrusionOk="0" h="5982" w="2119">
                  <a:moveTo>
                    <a:pt x="303" y="1"/>
                  </a:moveTo>
                  <a:cubicBezTo>
                    <a:pt x="137" y="1"/>
                    <a:pt x="0" y="134"/>
                    <a:pt x="0" y="303"/>
                  </a:cubicBezTo>
                  <a:lnTo>
                    <a:pt x="0" y="5982"/>
                  </a:lnTo>
                  <a:lnTo>
                    <a:pt x="2118" y="5982"/>
                  </a:lnTo>
                  <a:lnTo>
                    <a:pt x="2118" y="303"/>
                  </a:lnTo>
                  <a:cubicBezTo>
                    <a:pt x="2118" y="134"/>
                    <a:pt x="1985" y="1"/>
                    <a:pt x="181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85"/>
            <p:cNvSpPr/>
            <p:nvPr/>
          </p:nvSpPr>
          <p:spPr>
            <a:xfrm>
              <a:off x="4302329" y="2606479"/>
              <a:ext cx="26392" cy="155697"/>
            </a:xfrm>
            <a:custGeom>
              <a:rect b="b" l="l" r="r" t="t"/>
              <a:pathLst>
                <a:path extrusionOk="0" h="5982" w="1014">
                  <a:moveTo>
                    <a:pt x="306" y="1"/>
                  </a:moveTo>
                  <a:cubicBezTo>
                    <a:pt x="137" y="1"/>
                    <a:pt x="0" y="134"/>
                    <a:pt x="4" y="303"/>
                  </a:cubicBezTo>
                  <a:lnTo>
                    <a:pt x="4" y="5982"/>
                  </a:lnTo>
                  <a:lnTo>
                    <a:pt x="711" y="5982"/>
                  </a:lnTo>
                  <a:lnTo>
                    <a:pt x="711" y="303"/>
                  </a:lnTo>
                  <a:cubicBezTo>
                    <a:pt x="711" y="134"/>
                    <a:pt x="845" y="1"/>
                    <a:pt x="10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85"/>
            <p:cNvSpPr/>
            <p:nvPr/>
          </p:nvSpPr>
          <p:spPr>
            <a:xfrm>
              <a:off x="4385669" y="2575610"/>
              <a:ext cx="55152" cy="186565"/>
            </a:xfrm>
            <a:custGeom>
              <a:rect b="b" l="l" r="r" t="t"/>
              <a:pathLst>
                <a:path extrusionOk="0" h="7168" w="2119">
                  <a:moveTo>
                    <a:pt x="303" y="1"/>
                  </a:moveTo>
                  <a:cubicBezTo>
                    <a:pt x="134" y="1"/>
                    <a:pt x="0" y="135"/>
                    <a:pt x="0" y="303"/>
                  </a:cubicBezTo>
                  <a:lnTo>
                    <a:pt x="0" y="7168"/>
                  </a:lnTo>
                  <a:lnTo>
                    <a:pt x="2118" y="7168"/>
                  </a:lnTo>
                  <a:lnTo>
                    <a:pt x="2118" y="303"/>
                  </a:lnTo>
                  <a:cubicBezTo>
                    <a:pt x="2118" y="135"/>
                    <a:pt x="1981" y="1"/>
                    <a:pt x="181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85"/>
            <p:cNvSpPr/>
            <p:nvPr/>
          </p:nvSpPr>
          <p:spPr>
            <a:xfrm>
              <a:off x="4385669" y="2575610"/>
              <a:ext cx="26288" cy="186565"/>
            </a:xfrm>
            <a:custGeom>
              <a:rect b="b" l="l" r="r" t="t"/>
              <a:pathLst>
                <a:path extrusionOk="0" h="7168" w="1010">
                  <a:moveTo>
                    <a:pt x="303" y="1"/>
                  </a:moveTo>
                  <a:cubicBezTo>
                    <a:pt x="134" y="1"/>
                    <a:pt x="0" y="135"/>
                    <a:pt x="0" y="303"/>
                  </a:cubicBezTo>
                  <a:lnTo>
                    <a:pt x="0" y="7168"/>
                  </a:lnTo>
                  <a:lnTo>
                    <a:pt x="707" y="7168"/>
                  </a:lnTo>
                  <a:lnTo>
                    <a:pt x="707" y="303"/>
                  </a:lnTo>
                  <a:cubicBezTo>
                    <a:pt x="707" y="135"/>
                    <a:pt x="841" y="1"/>
                    <a:pt x="101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85"/>
            <p:cNvSpPr/>
            <p:nvPr/>
          </p:nvSpPr>
          <p:spPr>
            <a:xfrm>
              <a:off x="4468983" y="2544767"/>
              <a:ext cx="55152" cy="217408"/>
            </a:xfrm>
            <a:custGeom>
              <a:rect b="b" l="l" r="r" t="t"/>
              <a:pathLst>
                <a:path extrusionOk="0" h="8353" w="2119">
                  <a:moveTo>
                    <a:pt x="303" y="0"/>
                  </a:moveTo>
                  <a:cubicBezTo>
                    <a:pt x="135" y="0"/>
                    <a:pt x="1" y="134"/>
                    <a:pt x="1" y="303"/>
                  </a:cubicBezTo>
                  <a:lnTo>
                    <a:pt x="1" y="8353"/>
                  </a:lnTo>
                  <a:lnTo>
                    <a:pt x="2119" y="8353"/>
                  </a:lnTo>
                  <a:lnTo>
                    <a:pt x="2119" y="303"/>
                  </a:lnTo>
                  <a:cubicBezTo>
                    <a:pt x="2115" y="134"/>
                    <a:pt x="1982" y="0"/>
                    <a:pt x="1813"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85"/>
            <p:cNvSpPr/>
            <p:nvPr/>
          </p:nvSpPr>
          <p:spPr>
            <a:xfrm>
              <a:off x="4468983" y="2544767"/>
              <a:ext cx="26314" cy="217408"/>
            </a:xfrm>
            <a:custGeom>
              <a:rect b="b" l="l" r="r" t="t"/>
              <a:pathLst>
                <a:path extrusionOk="0" h="8353" w="1011">
                  <a:moveTo>
                    <a:pt x="303" y="0"/>
                  </a:moveTo>
                  <a:cubicBezTo>
                    <a:pt x="135" y="0"/>
                    <a:pt x="1" y="134"/>
                    <a:pt x="1" y="303"/>
                  </a:cubicBezTo>
                  <a:lnTo>
                    <a:pt x="1" y="8353"/>
                  </a:lnTo>
                  <a:lnTo>
                    <a:pt x="708" y="8353"/>
                  </a:lnTo>
                  <a:lnTo>
                    <a:pt x="708" y="303"/>
                  </a:lnTo>
                  <a:cubicBezTo>
                    <a:pt x="708" y="134"/>
                    <a:pt x="842" y="0"/>
                    <a:pt x="101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85"/>
            <p:cNvSpPr/>
            <p:nvPr/>
          </p:nvSpPr>
          <p:spPr>
            <a:xfrm>
              <a:off x="4232367" y="2458408"/>
              <a:ext cx="283179" cy="114313"/>
            </a:xfrm>
            <a:custGeom>
              <a:rect b="b" l="l" r="r" t="t"/>
              <a:pathLst>
                <a:path extrusionOk="0" h="4392" w="10880">
                  <a:moveTo>
                    <a:pt x="8746" y="0"/>
                  </a:moveTo>
                  <a:cubicBezTo>
                    <a:pt x="8590" y="0"/>
                    <a:pt x="8495" y="174"/>
                    <a:pt x="8585" y="303"/>
                  </a:cubicBezTo>
                  <a:lnTo>
                    <a:pt x="8895" y="746"/>
                  </a:lnTo>
                  <a:cubicBezTo>
                    <a:pt x="7853" y="1369"/>
                    <a:pt x="4528" y="3121"/>
                    <a:pt x="0" y="3121"/>
                  </a:cubicBezTo>
                  <a:lnTo>
                    <a:pt x="0" y="4391"/>
                  </a:lnTo>
                  <a:cubicBezTo>
                    <a:pt x="2463" y="4384"/>
                    <a:pt x="4905" y="3909"/>
                    <a:pt x="7192" y="2994"/>
                  </a:cubicBezTo>
                  <a:cubicBezTo>
                    <a:pt x="8033" y="2660"/>
                    <a:pt x="8846" y="2259"/>
                    <a:pt x="9620" y="1795"/>
                  </a:cubicBezTo>
                  <a:lnTo>
                    <a:pt x="9894" y="2189"/>
                  </a:lnTo>
                  <a:cubicBezTo>
                    <a:pt x="9934" y="2245"/>
                    <a:pt x="9993" y="2272"/>
                    <a:pt x="10052" y="2272"/>
                  </a:cubicBezTo>
                  <a:cubicBezTo>
                    <a:pt x="10129" y="2272"/>
                    <a:pt x="10205" y="2225"/>
                    <a:pt x="10235" y="2139"/>
                  </a:cubicBezTo>
                  <a:lnTo>
                    <a:pt x="10837" y="324"/>
                  </a:lnTo>
                  <a:cubicBezTo>
                    <a:pt x="10879" y="201"/>
                    <a:pt x="10791" y="74"/>
                    <a:pt x="10665" y="71"/>
                  </a:cubicBezTo>
                  <a:lnTo>
                    <a:pt x="8751" y="0"/>
                  </a:lnTo>
                  <a:cubicBezTo>
                    <a:pt x="8749" y="0"/>
                    <a:pt x="8747" y="0"/>
                    <a:pt x="8746" y="0"/>
                  </a:cubicBez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85"/>
            <p:cNvSpPr/>
            <p:nvPr/>
          </p:nvSpPr>
          <p:spPr>
            <a:xfrm>
              <a:off x="4214512" y="2632766"/>
              <a:ext cx="64288" cy="134094"/>
            </a:xfrm>
            <a:custGeom>
              <a:rect b="b" l="l" r="r" t="t"/>
              <a:pathLst>
                <a:path extrusionOk="0" h="5152" w="2470">
                  <a:moveTo>
                    <a:pt x="1991" y="352"/>
                  </a:moveTo>
                  <a:cubicBezTo>
                    <a:pt x="2058" y="352"/>
                    <a:pt x="2115" y="408"/>
                    <a:pt x="2115" y="479"/>
                  </a:cubicBezTo>
                  <a:lnTo>
                    <a:pt x="2115" y="4796"/>
                  </a:lnTo>
                  <a:lnTo>
                    <a:pt x="352" y="4796"/>
                  </a:lnTo>
                  <a:lnTo>
                    <a:pt x="352" y="479"/>
                  </a:lnTo>
                  <a:cubicBezTo>
                    <a:pt x="352" y="408"/>
                    <a:pt x="408" y="352"/>
                    <a:pt x="479" y="352"/>
                  </a:cubicBezTo>
                  <a:close/>
                  <a:moveTo>
                    <a:pt x="479" y="0"/>
                  </a:moveTo>
                  <a:cubicBezTo>
                    <a:pt x="215" y="0"/>
                    <a:pt x="0" y="215"/>
                    <a:pt x="0" y="479"/>
                  </a:cubicBezTo>
                  <a:lnTo>
                    <a:pt x="0" y="4972"/>
                  </a:lnTo>
                  <a:cubicBezTo>
                    <a:pt x="0" y="5070"/>
                    <a:pt x="77" y="5148"/>
                    <a:pt x="176" y="5148"/>
                  </a:cubicBezTo>
                  <a:lnTo>
                    <a:pt x="2294" y="5151"/>
                  </a:lnTo>
                  <a:cubicBezTo>
                    <a:pt x="2389" y="5151"/>
                    <a:pt x="2470" y="5070"/>
                    <a:pt x="2470" y="4975"/>
                  </a:cubicBezTo>
                  <a:lnTo>
                    <a:pt x="2470" y="479"/>
                  </a:lnTo>
                  <a:cubicBezTo>
                    <a:pt x="2470" y="215"/>
                    <a:pt x="2255" y="0"/>
                    <a:pt x="1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85"/>
            <p:cNvSpPr/>
            <p:nvPr/>
          </p:nvSpPr>
          <p:spPr>
            <a:xfrm>
              <a:off x="4297748" y="2601820"/>
              <a:ext cx="64314" cy="164936"/>
            </a:xfrm>
            <a:custGeom>
              <a:rect b="b" l="l" r="r" t="t"/>
              <a:pathLst>
                <a:path extrusionOk="0" h="6337" w="2471">
                  <a:moveTo>
                    <a:pt x="1992" y="355"/>
                  </a:moveTo>
                  <a:cubicBezTo>
                    <a:pt x="2062" y="355"/>
                    <a:pt x="2118" y="412"/>
                    <a:pt x="2118" y="482"/>
                  </a:cubicBezTo>
                  <a:lnTo>
                    <a:pt x="2118" y="5985"/>
                  </a:lnTo>
                  <a:lnTo>
                    <a:pt x="356" y="5985"/>
                  </a:lnTo>
                  <a:lnTo>
                    <a:pt x="356" y="482"/>
                  </a:lnTo>
                  <a:cubicBezTo>
                    <a:pt x="356" y="412"/>
                    <a:pt x="412" y="355"/>
                    <a:pt x="479" y="355"/>
                  </a:cubicBezTo>
                  <a:close/>
                  <a:moveTo>
                    <a:pt x="479" y="0"/>
                  </a:moveTo>
                  <a:cubicBezTo>
                    <a:pt x="215" y="4"/>
                    <a:pt x="0" y="218"/>
                    <a:pt x="0" y="482"/>
                  </a:cubicBezTo>
                  <a:lnTo>
                    <a:pt x="0" y="6161"/>
                  </a:lnTo>
                  <a:cubicBezTo>
                    <a:pt x="0" y="6259"/>
                    <a:pt x="81" y="6337"/>
                    <a:pt x="176" y="6337"/>
                  </a:cubicBezTo>
                  <a:lnTo>
                    <a:pt x="2294" y="6337"/>
                  </a:lnTo>
                  <a:cubicBezTo>
                    <a:pt x="2393" y="6337"/>
                    <a:pt x="2470" y="6259"/>
                    <a:pt x="2470" y="6161"/>
                  </a:cubicBezTo>
                  <a:lnTo>
                    <a:pt x="2470" y="482"/>
                  </a:lnTo>
                  <a:cubicBezTo>
                    <a:pt x="2470" y="218"/>
                    <a:pt x="2256" y="4"/>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85"/>
            <p:cNvSpPr/>
            <p:nvPr/>
          </p:nvSpPr>
          <p:spPr>
            <a:xfrm>
              <a:off x="4381088" y="2570951"/>
              <a:ext cx="64314" cy="195805"/>
            </a:xfrm>
            <a:custGeom>
              <a:rect b="b" l="l" r="r" t="t"/>
              <a:pathLst>
                <a:path extrusionOk="0" h="7523" w="2471">
                  <a:moveTo>
                    <a:pt x="1992" y="356"/>
                  </a:moveTo>
                  <a:cubicBezTo>
                    <a:pt x="2062" y="356"/>
                    <a:pt x="2118" y="412"/>
                    <a:pt x="2118" y="482"/>
                  </a:cubicBezTo>
                  <a:lnTo>
                    <a:pt x="2118" y="7171"/>
                  </a:lnTo>
                  <a:lnTo>
                    <a:pt x="355" y="7171"/>
                  </a:lnTo>
                  <a:lnTo>
                    <a:pt x="355" y="482"/>
                  </a:lnTo>
                  <a:cubicBezTo>
                    <a:pt x="355" y="412"/>
                    <a:pt x="412" y="356"/>
                    <a:pt x="482" y="356"/>
                  </a:cubicBezTo>
                  <a:close/>
                  <a:moveTo>
                    <a:pt x="479" y="0"/>
                  </a:moveTo>
                  <a:cubicBezTo>
                    <a:pt x="215" y="0"/>
                    <a:pt x="0" y="215"/>
                    <a:pt x="0" y="482"/>
                  </a:cubicBezTo>
                  <a:lnTo>
                    <a:pt x="0" y="7347"/>
                  </a:lnTo>
                  <a:cubicBezTo>
                    <a:pt x="0" y="7445"/>
                    <a:pt x="78" y="7523"/>
                    <a:pt x="176" y="7523"/>
                  </a:cubicBezTo>
                  <a:lnTo>
                    <a:pt x="2294" y="7523"/>
                  </a:lnTo>
                  <a:cubicBezTo>
                    <a:pt x="2296" y="7523"/>
                    <a:pt x="2298" y="7523"/>
                    <a:pt x="2300" y="7523"/>
                  </a:cubicBezTo>
                  <a:cubicBezTo>
                    <a:pt x="2393" y="7523"/>
                    <a:pt x="2470" y="7443"/>
                    <a:pt x="2470" y="7347"/>
                  </a:cubicBezTo>
                  <a:lnTo>
                    <a:pt x="2470" y="482"/>
                  </a:lnTo>
                  <a:cubicBezTo>
                    <a:pt x="2470" y="215"/>
                    <a:pt x="2255" y="0"/>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85"/>
            <p:cNvSpPr/>
            <p:nvPr/>
          </p:nvSpPr>
          <p:spPr>
            <a:xfrm>
              <a:off x="4464324" y="2540082"/>
              <a:ext cx="64314" cy="226778"/>
            </a:xfrm>
            <a:custGeom>
              <a:rect b="b" l="l" r="r" t="t"/>
              <a:pathLst>
                <a:path extrusionOk="0" h="8713" w="2471">
                  <a:moveTo>
                    <a:pt x="1992" y="356"/>
                  </a:moveTo>
                  <a:cubicBezTo>
                    <a:pt x="2062" y="356"/>
                    <a:pt x="2119" y="412"/>
                    <a:pt x="2119" y="483"/>
                  </a:cubicBezTo>
                  <a:lnTo>
                    <a:pt x="2119" y="8357"/>
                  </a:lnTo>
                  <a:lnTo>
                    <a:pt x="352" y="8357"/>
                  </a:lnTo>
                  <a:lnTo>
                    <a:pt x="356" y="483"/>
                  </a:lnTo>
                  <a:cubicBezTo>
                    <a:pt x="356" y="412"/>
                    <a:pt x="412" y="356"/>
                    <a:pt x="479" y="356"/>
                  </a:cubicBezTo>
                  <a:close/>
                  <a:moveTo>
                    <a:pt x="479" y="1"/>
                  </a:moveTo>
                  <a:cubicBezTo>
                    <a:pt x="215" y="4"/>
                    <a:pt x="0" y="215"/>
                    <a:pt x="0" y="483"/>
                  </a:cubicBezTo>
                  <a:lnTo>
                    <a:pt x="0" y="8533"/>
                  </a:lnTo>
                  <a:cubicBezTo>
                    <a:pt x="0" y="8631"/>
                    <a:pt x="81" y="8712"/>
                    <a:pt x="180" y="8712"/>
                  </a:cubicBezTo>
                  <a:lnTo>
                    <a:pt x="2294" y="8712"/>
                  </a:lnTo>
                  <a:cubicBezTo>
                    <a:pt x="2393" y="8712"/>
                    <a:pt x="2470" y="8631"/>
                    <a:pt x="2470" y="8536"/>
                  </a:cubicBezTo>
                  <a:lnTo>
                    <a:pt x="2470" y="483"/>
                  </a:lnTo>
                  <a:cubicBezTo>
                    <a:pt x="2470" y="215"/>
                    <a:pt x="2256" y="1"/>
                    <a:pt x="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85"/>
            <p:cNvSpPr/>
            <p:nvPr/>
          </p:nvSpPr>
          <p:spPr>
            <a:xfrm>
              <a:off x="4274506" y="2453905"/>
              <a:ext cx="246350" cy="87765"/>
            </a:xfrm>
            <a:custGeom>
              <a:rect b="b" l="l" r="r" t="t"/>
              <a:pathLst>
                <a:path extrusionOk="0" h="3372" w="9465">
                  <a:moveTo>
                    <a:pt x="7120" y="0"/>
                  </a:moveTo>
                  <a:cubicBezTo>
                    <a:pt x="6825" y="0"/>
                    <a:pt x="6650" y="333"/>
                    <a:pt x="6822" y="578"/>
                  </a:cubicBezTo>
                  <a:lnTo>
                    <a:pt x="7019" y="866"/>
                  </a:lnTo>
                  <a:cubicBezTo>
                    <a:pt x="5985" y="1461"/>
                    <a:pt x="3550" y="2668"/>
                    <a:pt x="228" y="3020"/>
                  </a:cubicBezTo>
                  <a:cubicBezTo>
                    <a:pt x="1" y="3033"/>
                    <a:pt x="13" y="3372"/>
                    <a:pt x="236" y="3372"/>
                  </a:cubicBezTo>
                  <a:cubicBezTo>
                    <a:pt x="240" y="3372"/>
                    <a:pt x="245" y="3372"/>
                    <a:pt x="249" y="3371"/>
                  </a:cubicBezTo>
                  <a:lnTo>
                    <a:pt x="267" y="3371"/>
                  </a:lnTo>
                  <a:cubicBezTo>
                    <a:pt x="3845" y="2991"/>
                    <a:pt x="6424" y="1640"/>
                    <a:pt x="7364" y="1074"/>
                  </a:cubicBezTo>
                  <a:cubicBezTo>
                    <a:pt x="7452" y="1021"/>
                    <a:pt x="7476" y="909"/>
                    <a:pt x="7420" y="824"/>
                  </a:cubicBezTo>
                  <a:lnTo>
                    <a:pt x="7110" y="377"/>
                  </a:lnTo>
                  <a:cubicBezTo>
                    <a:pt x="7104" y="368"/>
                    <a:pt x="7112" y="356"/>
                    <a:pt x="7121" y="356"/>
                  </a:cubicBezTo>
                  <a:cubicBezTo>
                    <a:pt x="7122" y="356"/>
                    <a:pt x="7123" y="356"/>
                    <a:pt x="7125" y="356"/>
                  </a:cubicBezTo>
                  <a:lnTo>
                    <a:pt x="9039" y="423"/>
                  </a:lnTo>
                  <a:cubicBezTo>
                    <a:pt x="9049" y="423"/>
                    <a:pt x="9056" y="434"/>
                    <a:pt x="9053" y="444"/>
                  </a:cubicBezTo>
                  <a:lnTo>
                    <a:pt x="8447" y="2260"/>
                  </a:lnTo>
                  <a:cubicBezTo>
                    <a:pt x="8445" y="2266"/>
                    <a:pt x="8440" y="2270"/>
                    <a:pt x="8434" y="2270"/>
                  </a:cubicBezTo>
                  <a:cubicBezTo>
                    <a:pt x="8430" y="2270"/>
                    <a:pt x="8426" y="2268"/>
                    <a:pt x="8423" y="2263"/>
                  </a:cubicBezTo>
                  <a:lnTo>
                    <a:pt x="8148" y="1866"/>
                  </a:lnTo>
                  <a:cubicBezTo>
                    <a:pt x="8115" y="1816"/>
                    <a:pt x="8060" y="1790"/>
                    <a:pt x="8003" y="1790"/>
                  </a:cubicBezTo>
                  <a:cubicBezTo>
                    <a:pt x="7971" y="1790"/>
                    <a:pt x="7939" y="1798"/>
                    <a:pt x="7909" y="1816"/>
                  </a:cubicBezTo>
                  <a:cubicBezTo>
                    <a:pt x="7255" y="2210"/>
                    <a:pt x="6569" y="2559"/>
                    <a:pt x="5861" y="2858"/>
                  </a:cubicBezTo>
                  <a:cubicBezTo>
                    <a:pt x="5673" y="2938"/>
                    <a:pt x="5756" y="3198"/>
                    <a:pt x="5927" y="3198"/>
                  </a:cubicBezTo>
                  <a:cubicBezTo>
                    <a:pt x="5950" y="3198"/>
                    <a:pt x="5976" y="3193"/>
                    <a:pt x="6002" y="3181"/>
                  </a:cubicBezTo>
                  <a:cubicBezTo>
                    <a:pt x="6671" y="2900"/>
                    <a:pt x="7322" y="2573"/>
                    <a:pt x="7951" y="2203"/>
                  </a:cubicBezTo>
                  <a:lnTo>
                    <a:pt x="8131" y="2460"/>
                  </a:lnTo>
                  <a:cubicBezTo>
                    <a:pt x="8205" y="2568"/>
                    <a:pt x="8319" y="2619"/>
                    <a:pt x="8432" y="2619"/>
                  </a:cubicBezTo>
                  <a:cubicBezTo>
                    <a:pt x="8581" y="2619"/>
                    <a:pt x="8728" y="2531"/>
                    <a:pt x="8782" y="2369"/>
                  </a:cubicBezTo>
                  <a:lnTo>
                    <a:pt x="9387" y="550"/>
                  </a:lnTo>
                  <a:cubicBezTo>
                    <a:pt x="9464" y="317"/>
                    <a:pt x="9295" y="75"/>
                    <a:pt x="9049" y="68"/>
                  </a:cubicBezTo>
                  <a:lnTo>
                    <a:pt x="7139" y="1"/>
                  </a:lnTo>
                  <a:cubicBezTo>
                    <a:pt x="7132" y="0"/>
                    <a:pt x="7126" y="0"/>
                    <a:pt x="7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85"/>
            <p:cNvSpPr/>
            <p:nvPr/>
          </p:nvSpPr>
          <p:spPr>
            <a:xfrm>
              <a:off x="4227786" y="2534018"/>
              <a:ext cx="189428" cy="43284"/>
            </a:xfrm>
            <a:custGeom>
              <a:rect b="b" l="l" r="r" t="t"/>
              <a:pathLst>
                <a:path extrusionOk="0" h="1663" w="7278">
                  <a:moveTo>
                    <a:pt x="1340" y="1"/>
                  </a:moveTo>
                  <a:cubicBezTo>
                    <a:pt x="1335" y="1"/>
                    <a:pt x="1329" y="1"/>
                    <a:pt x="1323" y="1"/>
                  </a:cubicBezTo>
                  <a:cubicBezTo>
                    <a:pt x="940" y="26"/>
                    <a:pt x="556" y="40"/>
                    <a:pt x="176" y="40"/>
                  </a:cubicBezTo>
                  <a:cubicBezTo>
                    <a:pt x="81" y="40"/>
                    <a:pt x="0" y="118"/>
                    <a:pt x="0" y="216"/>
                  </a:cubicBezTo>
                  <a:lnTo>
                    <a:pt x="0" y="1486"/>
                  </a:lnTo>
                  <a:cubicBezTo>
                    <a:pt x="0" y="1581"/>
                    <a:pt x="81" y="1662"/>
                    <a:pt x="176" y="1662"/>
                  </a:cubicBezTo>
                  <a:cubicBezTo>
                    <a:pt x="3103" y="1662"/>
                    <a:pt x="5549" y="969"/>
                    <a:pt x="7083" y="385"/>
                  </a:cubicBezTo>
                  <a:cubicBezTo>
                    <a:pt x="7278" y="313"/>
                    <a:pt x="7200" y="42"/>
                    <a:pt x="7024" y="42"/>
                  </a:cubicBezTo>
                  <a:cubicBezTo>
                    <a:pt x="7003" y="42"/>
                    <a:pt x="6980" y="45"/>
                    <a:pt x="6956" y="54"/>
                  </a:cubicBezTo>
                  <a:cubicBezTo>
                    <a:pt x="4845" y="853"/>
                    <a:pt x="2611" y="1275"/>
                    <a:pt x="352" y="1307"/>
                  </a:cubicBezTo>
                  <a:lnTo>
                    <a:pt x="352" y="392"/>
                  </a:lnTo>
                  <a:cubicBezTo>
                    <a:pt x="683" y="388"/>
                    <a:pt x="1017" y="374"/>
                    <a:pt x="1348" y="353"/>
                  </a:cubicBezTo>
                  <a:cubicBezTo>
                    <a:pt x="1578" y="336"/>
                    <a:pt x="1560"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3" name="Google Shape;17573;p85"/>
          <p:cNvGrpSpPr/>
          <p:nvPr/>
        </p:nvGrpSpPr>
        <p:grpSpPr>
          <a:xfrm>
            <a:off x="895824" y="2452812"/>
            <a:ext cx="361938" cy="315063"/>
            <a:chOff x="895824" y="2452812"/>
            <a:chExt cx="361938" cy="315063"/>
          </a:xfrm>
        </p:grpSpPr>
        <p:sp>
          <p:nvSpPr>
            <p:cNvPr id="17574" name="Google Shape;17574;p85"/>
            <p:cNvSpPr/>
            <p:nvPr/>
          </p:nvSpPr>
          <p:spPr>
            <a:xfrm>
              <a:off x="976405" y="2492088"/>
              <a:ext cx="45002" cy="39510"/>
            </a:xfrm>
            <a:custGeom>
              <a:rect b="b" l="l" r="r" t="t"/>
              <a:pathLst>
                <a:path extrusionOk="0" h="1518" w="1729">
                  <a:moveTo>
                    <a:pt x="863" y="1"/>
                  </a:moveTo>
                  <a:cubicBezTo>
                    <a:pt x="388" y="1"/>
                    <a:pt x="1" y="342"/>
                    <a:pt x="1" y="761"/>
                  </a:cubicBezTo>
                  <a:cubicBezTo>
                    <a:pt x="1" y="1176"/>
                    <a:pt x="388" y="1517"/>
                    <a:pt x="863" y="1517"/>
                  </a:cubicBezTo>
                  <a:cubicBezTo>
                    <a:pt x="1342" y="1517"/>
                    <a:pt x="1729" y="1176"/>
                    <a:pt x="1729" y="761"/>
                  </a:cubicBezTo>
                  <a:cubicBezTo>
                    <a:pt x="1729" y="342"/>
                    <a:pt x="1342" y="1"/>
                    <a:pt x="86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85"/>
            <p:cNvSpPr/>
            <p:nvPr/>
          </p:nvSpPr>
          <p:spPr>
            <a:xfrm>
              <a:off x="976405" y="2492192"/>
              <a:ext cx="30999" cy="39406"/>
            </a:xfrm>
            <a:custGeom>
              <a:rect b="b" l="l" r="r" t="t"/>
              <a:pathLst>
                <a:path extrusionOk="0" h="1514" w="1191">
                  <a:moveTo>
                    <a:pt x="863" y="0"/>
                  </a:moveTo>
                  <a:cubicBezTo>
                    <a:pt x="388" y="0"/>
                    <a:pt x="1" y="338"/>
                    <a:pt x="1" y="757"/>
                  </a:cubicBezTo>
                  <a:cubicBezTo>
                    <a:pt x="1" y="1176"/>
                    <a:pt x="388" y="1513"/>
                    <a:pt x="863" y="1513"/>
                  </a:cubicBezTo>
                  <a:cubicBezTo>
                    <a:pt x="976" y="1513"/>
                    <a:pt x="1085" y="1496"/>
                    <a:pt x="1190" y="1457"/>
                  </a:cubicBezTo>
                  <a:cubicBezTo>
                    <a:pt x="874" y="1345"/>
                    <a:pt x="648" y="1074"/>
                    <a:pt x="648" y="757"/>
                  </a:cubicBezTo>
                  <a:cubicBezTo>
                    <a:pt x="648" y="440"/>
                    <a:pt x="874" y="169"/>
                    <a:pt x="1190" y="57"/>
                  </a:cubicBezTo>
                  <a:cubicBezTo>
                    <a:pt x="1085" y="18"/>
                    <a:pt x="976" y="0"/>
                    <a:pt x="8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85"/>
            <p:cNvSpPr/>
            <p:nvPr/>
          </p:nvSpPr>
          <p:spPr>
            <a:xfrm>
              <a:off x="959487" y="2514628"/>
              <a:ext cx="78759" cy="78863"/>
            </a:xfrm>
            <a:custGeom>
              <a:rect b="b" l="l" r="r" t="t"/>
              <a:pathLst>
                <a:path extrusionOk="0" h="3030" w="3026">
                  <a:moveTo>
                    <a:pt x="1513" y="1"/>
                  </a:moveTo>
                  <a:cubicBezTo>
                    <a:pt x="679" y="1"/>
                    <a:pt x="0" y="680"/>
                    <a:pt x="0" y="1513"/>
                  </a:cubicBezTo>
                  <a:cubicBezTo>
                    <a:pt x="0" y="2351"/>
                    <a:pt x="679" y="3030"/>
                    <a:pt x="1513" y="3030"/>
                  </a:cubicBezTo>
                  <a:cubicBezTo>
                    <a:pt x="2350" y="3030"/>
                    <a:pt x="3026" y="2351"/>
                    <a:pt x="3026" y="1513"/>
                  </a:cubicBezTo>
                  <a:cubicBezTo>
                    <a:pt x="3026" y="680"/>
                    <a:pt x="2350" y="1"/>
                    <a:pt x="151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85"/>
            <p:cNvSpPr/>
            <p:nvPr/>
          </p:nvSpPr>
          <p:spPr>
            <a:xfrm>
              <a:off x="973985" y="2514628"/>
              <a:ext cx="65928" cy="70899"/>
            </a:xfrm>
            <a:custGeom>
              <a:rect b="b" l="l" r="r" t="t"/>
              <a:pathLst>
                <a:path extrusionOk="0" h="2724" w="2533">
                  <a:moveTo>
                    <a:pt x="963" y="0"/>
                  </a:moveTo>
                  <a:cubicBezTo>
                    <a:pt x="241" y="0"/>
                    <a:pt x="0" y="1000"/>
                    <a:pt x="653" y="1316"/>
                  </a:cubicBezTo>
                  <a:cubicBezTo>
                    <a:pt x="671" y="1323"/>
                    <a:pt x="689" y="1334"/>
                    <a:pt x="710" y="1341"/>
                  </a:cubicBezTo>
                  <a:lnTo>
                    <a:pt x="1463" y="2703"/>
                  </a:lnTo>
                  <a:cubicBezTo>
                    <a:pt x="1463" y="2703"/>
                    <a:pt x="1663" y="2717"/>
                    <a:pt x="1864" y="2724"/>
                  </a:cubicBezTo>
                  <a:cubicBezTo>
                    <a:pt x="2307" y="2393"/>
                    <a:pt x="2532" y="1851"/>
                    <a:pt x="2458" y="1306"/>
                  </a:cubicBezTo>
                  <a:cubicBezTo>
                    <a:pt x="2370" y="683"/>
                    <a:pt x="1906" y="180"/>
                    <a:pt x="1294" y="39"/>
                  </a:cubicBezTo>
                  <a:cubicBezTo>
                    <a:pt x="1185" y="15"/>
                    <a:pt x="1076" y="1"/>
                    <a:pt x="967" y="1"/>
                  </a:cubicBezTo>
                  <a:cubicBezTo>
                    <a:pt x="965" y="1"/>
                    <a:pt x="964" y="0"/>
                    <a:pt x="9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85"/>
            <p:cNvSpPr/>
            <p:nvPr/>
          </p:nvSpPr>
          <p:spPr>
            <a:xfrm>
              <a:off x="1072030" y="2458408"/>
              <a:ext cx="168892" cy="164780"/>
            </a:xfrm>
            <a:custGeom>
              <a:rect b="b" l="l" r="r" t="t"/>
              <a:pathLst>
                <a:path extrusionOk="0" h="6331" w="6489">
                  <a:moveTo>
                    <a:pt x="648" y="0"/>
                  </a:moveTo>
                  <a:cubicBezTo>
                    <a:pt x="292" y="0"/>
                    <a:pt x="0" y="289"/>
                    <a:pt x="0" y="648"/>
                  </a:cubicBezTo>
                  <a:lnTo>
                    <a:pt x="0" y="4106"/>
                  </a:lnTo>
                  <a:cubicBezTo>
                    <a:pt x="0" y="4465"/>
                    <a:pt x="292" y="4757"/>
                    <a:pt x="651" y="4757"/>
                  </a:cubicBezTo>
                  <a:lnTo>
                    <a:pt x="1299" y="4757"/>
                  </a:lnTo>
                  <a:lnTo>
                    <a:pt x="940" y="6196"/>
                  </a:lnTo>
                  <a:cubicBezTo>
                    <a:pt x="921" y="6270"/>
                    <a:pt x="978" y="6330"/>
                    <a:pt x="1043" y="6330"/>
                  </a:cubicBezTo>
                  <a:cubicBezTo>
                    <a:pt x="1065" y="6330"/>
                    <a:pt x="1088" y="6324"/>
                    <a:pt x="1109" y="6309"/>
                  </a:cubicBezTo>
                  <a:lnTo>
                    <a:pt x="3244" y="4754"/>
                  </a:lnTo>
                  <a:lnTo>
                    <a:pt x="5841" y="4754"/>
                  </a:lnTo>
                  <a:cubicBezTo>
                    <a:pt x="6196" y="4754"/>
                    <a:pt x="6488" y="4465"/>
                    <a:pt x="6488" y="4106"/>
                  </a:cubicBezTo>
                  <a:lnTo>
                    <a:pt x="6488" y="648"/>
                  </a:lnTo>
                  <a:cubicBezTo>
                    <a:pt x="6488" y="289"/>
                    <a:pt x="6196" y="0"/>
                    <a:pt x="583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85"/>
            <p:cNvSpPr/>
            <p:nvPr/>
          </p:nvSpPr>
          <p:spPr>
            <a:xfrm>
              <a:off x="948217" y="2591174"/>
              <a:ext cx="101299" cy="78889"/>
            </a:xfrm>
            <a:custGeom>
              <a:rect b="b" l="l" r="r" t="t"/>
              <a:pathLst>
                <a:path extrusionOk="0" h="3031" w="3892">
                  <a:moveTo>
                    <a:pt x="1299" y="1"/>
                  </a:moveTo>
                  <a:lnTo>
                    <a:pt x="1299" y="648"/>
                  </a:lnTo>
                  <a:cubicBezTo>
                    <a:pt x="1299" y="814"/>
                    <a:pt x="1207" y="961"/>
                    <a:pt x="1059" y="1035"/>
                  </a:cubicBezTo>
                  <a:lnTo>
                    <a:pt x="359" y="1387"/>
                  </a:lnTo>
                  <a:cubicBezTo>
                    <a:pt x="141" y="1496"/>
                    <a:pt x="0" y="1721"/>
                    <a:pt x="0" y="1968"/>
                  </a:cubicBezTo>
                  <a:lnTo>
                    <a:pt x="0" y="3030"/>
                  </a:lnTo>
                  <a:lnTo>
                    <a:pt x="3892" y="3030"/>
                  </a:lnTo>
                  <a:lnTo>
                    <a:pt x="3892" y="1968"/>
                  </a:lnTo>
                  <a:cubicBezTo>
                    <a:pt x="3892" y="1721"/>
                    <a:pt x="3755" y="1496"/>
                    <a:pt x="3536" y="1387"/>
                  </a:cubicBezTo>
                  <a:lnTo>
                    <a:pt x="2836" y="1035"/>
                  </a:lnTo>
                  <a:cubicBezTo>
                    <a:pt x="2688" y="961"/>
                    <a:pt x="2597" y="814"/>
                    <a:pt x="2597" y="648"/>
                  </a:cubicBezTo>
                  <a:lnTo>
                    <a:pt x="2597"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85"/>
            <p:cNvSpPr/>
            <p:nvPr/>
          </p:nvSpPr>
          <p:spPr>
            <a:xfrm>
              <a:off x="948217" y="2620768"/>
              <a:ext cx="101403" cy="85292"/>
            </a:xfrm>
            <a:custGeom>
              <a:rect b="b" l="l" r="r" t="t"/>
              <a:pathLst>
                <a:path extrusionOk="0" h="3277" w="3896">
                  <a:moveTo>
                    <a:pt x="859" y="0"/>
                  </a:moveTo>
                  <a:lnTo>
                    <a:pt x="359" y="250"/>
                  </a:lnTo>
                  <a:cubicBezTo>
                    <a:pt x="141" y="359"/>
                    <a:pt x="0" y="584"/>
                    <a:pt x="0" y="831"/>
                  </a:cubicBezTo>
                  <a:lnTo>
                    <a:pt x="0" y="2629"/>
                  </a:lnTo>
                  <a:cubicBezTo>
                    <a:pt x="0" y="2984"/>
                    <a:pt x="292" y="3276"/>
                    <a:pt x="651" y="3276"/>
                  </a:cubicBezTo>
                  <a:lnTo>
                    <a:pt x="3892" y="3276"/>
                  </a:lnTo>
                  <a:lnTo>
                    <a:pt x="3892" y="831"/>
                  </a:lnTo>
                  <a:cubicBezTo>
                    <a:pt x="3895" y="584"/>
                    <a:pt x="3755" y="359"/>
                    <a:pt x="3536" y="250"/>
                  </a:cubicBezTo>
                  <a:lnTo>
                    <a:pt x="3037" y="0"/>
                  </a:lnTo>
                  <a:cubicBezTo>
                    <a:pt x="2597" y="32"/>
                    <a:pt x="2403" y="465"/>
                    <a:pt x="1946" y="465"/>
                  </a:cubicBezTo>
                  <a:cubicBezTo>
                    <a:pt x="1489" y="465"/>
                    <a:pt x="1299" y="32"/>
                    <a:pt x="8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85"/>
            <p:cNvSpPr/>
            <p:nvPr/>
          </p:nvSpPr>
          <p:spPr>
            <a:xfrm>
              <a:off x="948217" y="2632220"/>
              <a:ext cx="50676" cy="73840"/>
            </a:xfrm>
            <a:custGeom>
              <a:rect b="b" l="l" r="r" t="t"/>
              <a:pathLst>
                <a:path extrusionOk="0" h="2837" w="1947">
                  <a:moveTo>
                    <a:pt x="134" y="0"/>
                  </a:moveTo>
                  <a:cubicBezTo>
                    <a:pt x="46" y="113"/>
                    <a:pt x="0" y="250"/>
                    <a:pt x="0" y="391"/>
                  </a:cubicBezTo>
                  <a:lnTo>
                    <a:pt x="0" y="2185"/>
                  </a:lnTo>
                  <a:cubicBezTo>
                    <a:pt x="0" y="2544"/>
                    <a:pt x="292" y="2836"/>
                    <a:pt x="648" y="2836"/>
                  </a:cubicBezTo>
                  <a:lnTo>
                    <a:pt x="1946" y="2836"/>
                  </a:lnTo>
                  <a:lnTo>
                    <a:pt x="1946" y="1971"/>
                  </a:lnTo>
                  <a:lnTo>
                    <a:pt x="1084" y="1971"/>
                  </a:lnTo>
                  <a:cubicBezTo>
                    <a:pt x="964" y="1971"/>
                    <a:pt x="866" y="1872"/>
                    <a:pt x="866" y="1756"/>
                  </a:cubicBezTo>
                  <a:lnTo>
                    <a:pt x="866" y="795"/>
                  </a:lnTo>
                  <a:cubicBezTo>
                    <a:pt x="866" y="662"/>
                    <a:pt x="806" y="539"/>
                    <a:pt x="704" y="458"/>
                  </a:cubicBezTo>
                  <a:lnTo>
                    <a:pt x="13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85"/>
            <p:cNvSpPr/>
            <p:nvPr/>
          </p:nvSpPr>
          <p:spPr>
            <a:xfrm>
              <a:off x="965343" y="2549348"/>
              <a:ext cx="67333" cy="55334"/>
            </a:xfrm>
            <a:custGeom>
              <a:rect b="b" l="l" r="r" t="t"/>
              <a:pathLst>
                <a:path extrusionOk="0" h="2126" w="2587">
                  <a:moveTo>
                    <a:pt x="987" y="1"/>
                  </a:moveTo>
                  <a:cubicBezTo>
                    <a:pt x="906" y="1"/>
                    <a:pt x="830" y="48"/>
                    <a:pt x="795" y="123"/>
                  </a:cubicBezTo>
                  <a:cubicBezTo>
                    <a:pt x="725" y="271"/>
                    <a:pt x="623" y="405"/>
                    <a:pt x="500" y="514"/>
                  </a:cubicBezTo>
                  <a:cubicBezTo>
                    <a:pt x="454" y="556"/>
                    <a:pt x="401" y="598"/>
                    <a:pt x="352" y="633"/>
                  </a:cubicBezTo>
                  <a:cubicBezTo>
                    <a:pt x="88" y="813"/>
                    <a:pt x="0" y="1158"/>
                    <a:pt x="145" y="1439"/>
                  </a:cubicBezTo>
                  <a:cubicBezTo>
                    <a:pt x="370" y="1861"/>
                    <a:pt x="810" y="2125"/>
                    <a:pt x="1288" y="2125"/>
                  </a:cubicBezTo>
                  <a:cubicBezTo>
                    <a:pt x="1290" y="2125"/>
                    <a:pt x="1293" y="2125"/>
                    <a:pt x="1295" y="2125"/>
                  </a:cubicBezTo>
                  <a:cubicBezTo>
                    <a:pt x="1971" y="2125"/>
                    <a:pt x="2530" y="1606"/>
                    <a:pt x="2583" y="932"/>
                  </a:cubicBezTo>
                  <a:cubicBezTo>
                    <a:pt x="2586" y="866"/>
                    <a:pt x="2558" y="802"/>
                    <a:pt x="2509" y="760"/>
                  </a:cubicBezTo>
                  <a:cubicBezTo>
                    <a:pt x="2083" y="401"/>
                    <a:pt x="1580" y="144"/>
                    <a:pt x="1038" y="7"/>
                  </a:cubicBezTo>
                  <a:cubicBezTo>
                    <a:pt x="1021" y="3"/>
                    <a:pt x="1004" y="1"/>
                    <a:pt x="98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85"/>
            <p:cNvSpPr/>
            <p:nvPr/>
          </p:nvSpPr>
          <p:spPr>
            <a:xfrm>
              <a:off x="965422" y="2549348"/>
              <a:ext cx="67255" cy="54866"/>
            </a:xfrm>
            <a:custGeom>
              <a:rect b="b" l="l" r="r" t="t"/>
              <a:pathLst>
                <a:path extrusionOk="0" h="2108" w="2584">
                  <a:moveTo>
                    <a:pt x="990" y="1"/>
                  </a:moveTo>
                  <a:cubicBezTo>
                    <a:pt x="908" y="1"/>
                    <a:pt x="831" y="50"/>
                    <a:pt x="796" y="127"/>
                  </a:cubicBezTo>
                  <a:cubicBezTo>
                    <a:pt x="743" y="232"/>
                    <a:pt x="676" y="327"/>
                    <a:pt x="595" y="415"/>
                  </a:cubicBezTo>
                  <a:cubicBezTo>
                    <a:pt x="567" y="450"/>
                    <a:pt x="532" y="482"/>
                    <a:pt x="500" y="514"/>
                  </a:cubicBezTo>
                  <a:cubicBezTo>
                    <a:pt x="455" y="556"/>
                    <a:pt x="405" y="595"/>
                    <a:pt x="353" y="630"/>
                  </a:cubicBezTo>
                  <a:cubicBezTo>
                    <a:pt x="43" y="830"/>
                    <a:pt x="1" y="1228"/>
                    <a:pt x="191" y="1520"/>
                  </a:cubicBezTo>
                  <a:cubicBezTo>
                    <a:pt x="391" y="1837"/>
                    <a:pt x="719" y="2051"/>
                    <a:pt x="1088" y="2108"/>
                  </a:cubicBezTo>
                  <a:cubicBezTo>
                    <a:pt x="831" y="1932"/>
                    <a:pt x="638" y="1692"/>
                    <a:pt x="638" y="1260"/>
                  </a:cubicBezTo>
                  <a:lnTo>
                    <a:pt x="638" y="1094"/>
                  </a:lnTo>
                  <a:cubicBezTo>
                    <a:pt x="687" y="1059"/>
                    <a:pt x="736" y="1020"/>
                    <a:pt x="785" y="978"/>
                  </a:cubicBezTo>
                  <a:cubicBezTo>
                    <a:pt x="905" y="869"/>
                    <a:pt x="1007" y="746"/>
                    <a:pt x="1092" y="612"/>
                  </a:cubicBezTo>
                  <a:cubicBezTo>
                    <a:pt x="1507" y="739"/>
                    <a:pt x="1890" y="950"/>
                    <a:pt x="2221" y="1224"/>
                  </a:cubicBezTo>
                  <a:cubicBezTo>
                    <a:pt x="2260" y="1263"/>
                    <a:pt x="2319" y="1312"/>
                    <a:pt x="2436" y="1425"/>
                  </a:cubicBezTo>
                  <a:cubicBezTo>
                    <a:pt x="2513" y="1302"/>
                    <a:pt x="2566" y="1070"/>
                    <a:pt x="2576" y="929"/>
                  </a:cubicBezTo>
                  <a:cubicBezTo>
                    <a:pt x="2583" y="866"/>
                    <a:pt x="2555" y="802"/>
                    <a:pt x="2506" y="760"/>
                  </a:cubicBezTo>
                  <a:cubicBezTo>
                    <a:pt x="2080" y="401"/>
                    <a:pt x="1577" y="144"/>
                    <a:pt x="1039" y="7"/>
                  </a:cubicBezTo>
                  <a:cubicBezTo>
                    <a:pt x="1022" y="3"/>
                    <a:pt x="1006" y="1"/>
                    <a:pt x="99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85"/>
            <p:cNvSpPr/>
            <p:nvPr/>
          </p:nvSpPr>
          <p:spPr>
            <a:xfrm>
              <a:off x="993271" y="2649710"/>
              <a:ext cx="78785" cy="56350"/>
            </a:xfrm>
            <a:custGeom>
              <a:rect b="b" l="l" r="r" t="t"/>
              <a:pathLst>
                <a:path extrusionOk="0" h="2165" w="3027">
                  <a:moveTo>
                    <a:pt x="215" y="0"/>
                  </a:moveTo>
                  <a:cubicBezTo>
                    <a:pt x="95" y="0"/>
                    <a:pt x="0" y="99"/>
                    <a:pt x="0" y="215"/>
                  </a:cubicBezTo>
                  <a:lnTo>
                    <a:pt x="0" y="1946"/>
                  </a:lnTo>
                  <a:cubicBezTo>
                    <a:pt x="0" y="2066"/>
                    <a:pt x="95" y="2164"/>
                    <a:pt x="215" y="2164"/>
                  </a:cubicBezTo>
                  <a:lnTo>
                    <a:pt x="2812" y="2164"/>
                  </a:lnTo>
                  <a:cubicBezTo>
                    <a:pt x="2928" y="2164"/>
                    <a:pt x="3026" y="2066"/>
                    <a:pt x="3026" y="1946"/>
                  </a:cubicBezTo>
                  <a:lnTo>
                    <a:pt x="3026" y="218"/>
                  </a:lnTo>
                  <a:cubicBezTo>
                    <a:pt x="3026" y="99"/>
                    <a:pt x="2928" y="0"/>
                    <a:pt x="2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85"/>
            <p:cNvSpPr/>
            <p:nvPr/>
          </p:nvSpPr>
          <p:spPr>
            <a:xfrm>
              <a:off x="914512" y="2705930"/>
              <a:ext cx="326411" cy="22566"/>
            </a:xfrm>
            <a:custGeom>
              <a:rect b="b" l="l" r="r" t="t"/>
              <a:pathLst>
                <a:path extrusionOk="0" h="867" w="12541">
                  <a:moveTo>
                    <a:pt x="1" y="1"/>
                  </a:moveTo>
                  <a:lnTo>
                    <a:pt x="1" y="866"/>
                  </a:lnTo>
                  <a:lnTo>
                    <a:pt x="12540" y="866"/>
                  </a:lnTo>
                  <a:lnTo>
                    <a:pt x="1254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85"/>
            <p:cNvSpPr/>
            <p:nvPr/>
          </p:nvSpPr>
          <p:spPr>
            <a:xfrm>
              <a:off x="895824" y="2486596"/>
              <a:ext cx="361938" cy="281279"/>
            </a:xfrm>
            <a:custGeom>
              <a:rect b="b" l="l" r="r" t="t"/>
              <a:pathLst>
                <a:path extrusionOk="0" h="10807" w="13906">
                  <a:moveTo>
                    <a:pt x="3956" y="409"/>
                  </a:moveTo>
                  <a:cubicBezTo>
                    <a:pt x="4321" y="409"/>
                    <a:pt x="4621" y="655"/>
                    <a:pt x="4621" y="961"/>
                  </a:cubicBezTo>
                  <a:lnTo>
                    <a:pt x="4621" y="1000"/>
                  </a:lnTo>
                  <a:cubicBezTo>
                    <a:pt x="4408" y="912"/>
                    <a:pt x="4182" y="868"/>
                    <a:pt x="3957" y="868"/>
                  </a:cubicBezTo>
                  <a:cubicBezTo>
                    <a:pt x="3732" y="868"/>
                    <a:pt x="3507" y="912"/>
                    <a:pt x="3294" y="1000"/>
                  </a:cubicBezTo>
                  <a:cubicBezTo>
                    <a:pt x="3291" y="990"/>
                    <a:pt x="3291" y="975"/>
                    <a:pt x="3291" y="961"/>
                  </a:cubicBezTo>
                  <a:cubicBezTo>
                    <a:pt x="3291" y="655"/>
                    <a:pt x="3590" y="409"/>
                    <a:pt x="3956" y="409"/>
                  </a:cubicBezTo>
                  <a:close/>
                  <a:moveTo>
                    <a:pt x="3959" y="1269"/>
                  </a:moveTo>
                  <a:cubicBezTo>
                    <a:pt x="4836" y="1269"/>
                    <a:pt x="5487" y="2134"/>
                    <a:pt x="5201" y="2999"/>
                  </a:cubicBezTo>
                  <a:cubicBezTo>
                    <a:pt x="4628" y="2415"/>
                    <a:pt x="3614" y="2182"/>
                    <a:pt x="3565" y="2172"/>
                  </a:cubicBezTo>
                  <a:cubicBezTo>
                    <a:pt x="3549" y="2168"/>
                    <a:pt x="3533" y="2166"/>
                    <a:pt x="3517" y="2166"/>
                  </a:cubicBezTo>
                  <a:cubicBezTo>
                    <a:pt x="3470" y="2166"/>
                    <a:pt x="3426" y="2182"/>
                    <a:pt x="3389" y="2210"/>
                  </a:cubicBezTo>
                  <a:cubicBezTo>
                    <a:pt x="3340" y="2249"/>
                    <a:pt x="3312" y="2309"/>
                    <a:pt x="3315" y="2369"/>
                  </a:cubicBezTo>
                  <a:cubicBezTo>
                    <a:pt x="3315" y="2390"/>
                    <a:pt x="3298" y="2520"/>
                    <a:pt x="3157" y="2661"/>
                  </a:cubicBezTo>
                  <a:cubicBezTo>
                    <a:pt x="3011" y="2806"/>
                    <a:pt x="3147" y="3010"/>
                    <a:pt x="3303" y="3010"/>
                  </a:cubicBezTo>
                  <a:cubicBezTo>
                    <a:pt x="3351" y="3010"/>
                    <a:pt x="3401" y="2991"/>
                    <a:pt x="3445" y="2946"/>
                  </a:cubicBezTo>
                  <a:cubicBezTo>
                    <a:pt x="3540" y="2854"/>
                    <a:pt x="3614" y="2742"/>
                    <a:pt x="3663" y="2619"/>
                  </a:cubicBezTo>
                  <a:cubicBezTo>
                    <a:pt x="4005" y="2721"/>
                    <a:pt x="4716" y="2977"/>
                    <a:pt x="5032" y="3428"/>
                  </a:cubicBezTo>
                  <a:cubicBezTo>
                    <a:pt x="4939" y="3951"/>
                    <a:pt x="4483" y="4333"/>
                    <a:pt x="3953" y="4333"/>
                  </a:cubicBezTo>
                  <a:cubicBezTo>
                    <a:pt x="3941" y="4333"/>
                    <a:pt x="3929" y="4332"/>
                    <a:pt x="3917" y="4332"/>
                  </a:cubicBezTo>
                  <a:cubicBezTo>
                    <a:pt x="3371" y="4314"/>
                    <a:pt x="2921" y="3899"/>
                    <a:pt x="2861" y="3357"/>
                  </a:cubicBezTo>
                  <a:lnTo>
                    <a:pt x="2865" y="3357"/>
                  </a:lnTo>
                  <a:cubicBezTo>
                    <a:pt x="2861" y="3326"/>
                    <a:pt x="2851" y="3298"/>
                    <a:pt x="2837" y="3273"/>
                  </a:cubicBezTo>
                  <a:cubicBezTo>
                    <a:pt x="2333" y="2453"/>
                    <a:pt x="2847" y="1391"/>
                    <a:pt x="3804" y="1278"/>
                  </a:cubicBezTo>
                  <a:cubicBezTo>
                    <a:pt x="3856" y="1272"/>
                    <a:pt x="3908" y="1269"/>
                    <a:pt x="3959" y="1269"/>
                  </a:cubicBezTo>
                  <a:close/>
                  <a:moveTo>
                    <a:pt x="3509" y="4670"/>
                  </a:moveTo>
                  <a:cubicBezTo>
                    <a:pt x="3653" y="4716"/>
                    <a:pt x="3804" y="4740"/>
                    <a:pt x="3956" y="4740"/>
                  </a:cubicBezTo>
                  <a:cubicBezTo>
                    <a:pt x="4107" y="4740"/>
                    <a:pt x="4258" y="4716"/>
                    <a:pt x="4402" y="4673"/>
                  </a:cubicBezTo>
                  <a:lnTo>
                    <a:pt x="4402" y="4888"/>
                  </a:lnTo>
                  <a:cubicBezTo>
                    <a:pt x="4402" y="4955"/>
                    <a:pt x="4420" y="5022"/>
                    <a:pt x="4452" y="5085"/>
                  </a:cubicBezTo>
                  <a:lnTo>
                    <a:pt x="4262" y="5264"/>
                  </a:lnTo>
                  <a:cubicBezTo>
                    <a:pt x="4175" y="5345"/>
                    <a:pt x="4065" y="5386"/>
                    <a:pt x="3954" y="5386"/>
                  </a:cubicBezTo>
                  <a:cubicBezTo>
                    <a:pt x="3843" y="5386"/>
                    <a:pt x="3732" y="5345"/>
                    <a:pt x="3646" y="5264"/>
                  </a:cubicBezTo>
                  <a:lnTo>
                    <a:pt x="3459" y="5085"/>
                  </a:lnTo>
                  <a:cubicBezTo>
                    <a:pt x="3491" y="5022"/>
                    <a:pt x="3509" y="4955"/>
                    <a:pt x="3509" y="4888"/>
                  </a:cubicBezTo>
                  <a:lnTo>
                    <a:pt x="3509" y="4670"/>
                  </a:lnTo>
                  <a:close/>
                  <a:moveTo>
                    <a:pt x="4775" y="5335"/>
                  </a:moveTo>
                  <a:lnTo>
                    <a:pt x="5454" y="5673"/>
                  </a:lnTo>
                  <a:cubicBezTo>
                    <a:pt x="5606" y="5747"/>
                    <a:pt x="5701" y="5898"/>
                    <a:pt x="5701" y="6067"/>
                  </a:cubicBezTo>
                  <a:lnTo>
                    <a:pt x="3956" y="6067"/>
                  </a:lnTo>
                  <a:cubicBezTo>
                    <a:pt x="3723" y="6067"/>
                    <a:pt x="3537" y="6257"/>
                    <a:pt x="3537" y="6485"/>
                  </a:cubicBezTo>
                  <a:lnTo>
                    <a:pt x="3537" y="7365"/>
                  </a:lnTo>
                  <a:lnTo>
                    <a:pt x="3072" y="7365"/>
                  </a:lnTo>
                  <a:lnTo>
                    <a:pt x="3072" y="6538"/>
                  </a:lnTo>
                  <a:cubicBezTo>
                    <a:pt x="3072" y="6403"/>
                    <a:pt x="2971" y="6335"/>
                    <a:pt x="2870" y="6335"/>
                  </a:cubicBezTo>
                  <a:cubicBezTo>
                    <a:pt x="2769" y="6335"/>
                    <a:pt x="2668" y="6403"/>
                    <a:pt x="2668" y="6538"/>
                  </a:cubicBezTo>
                  <a:lnTo>
                    <a:pt x="2668" y="7569"/>
                  </a:lnTo>
                  <a:cubicBezTo>
                    <a:pt x="2668" y="7682"/>
                    <a:pt x="2759" y="7773"/>
                    <a:pt x="2872" y="7773"/>
                  </a:cubicBezTo>
                  <a:lnTo>
                    <a:pt x="3537" y="7773"/>
                  </a:lnTo>
                  <a:lnTo>
                    <a:pt x="3537" y="8220"/>
                  </a:lnTo>
                  <a:lnTo>
                    <a:pt x="3537" y="8234"/>
                  </a:lnTo>
                  <a:lnTo>
                    <a:pt x="2657" y="8234"/>
                  </a:lnTo>
                  <a:cubicBezTo>
                    <a:pt x="2407" y="8234"/>
                    <a:pt x="2207" y="8033"/>
                    <a:pt x="2207" y="7787"/>
                  </a:cubicBezTo>
                  <a:lnTo>
                    <a:pt x="2207" y="6070"/>
                  </a:lnTo>
                  <a:cubicBezTo>
                    <a:pt x="2207" y="5901"/>
                    <a:pt x="2302" y="5747"/>
                    <a:pt x="2453" y="5673"/>
                  </a:cubicBezTo>
                  <a:lnTo>
                    <a:pt x="3132" y="5335"/>
                  </a:lnTo>
                  <a:lnTo>
                    <a:pt x="3368" y="5557"/>
                  </a:lnTo>
                  <a:cubicBezTo>
                    <a:pt x="3532" y="5713"/>
                    <a:pt x="3743" y="5791"/>
                    <a:pt x="3954" y="5791"/>
                  </a:cubicBezTo>
                  <a:cubicBezTo>
                    <a:pt x="4165" y="5791"/>
                    <a:pt x="4376" y="5713"/>
                    <a:pt x="4540" y="5557"/>
                  </a:cubicBezTo>
                  <a:lnTo>
                    <a:pt x="4775" y="5335"/>
                  </a:lnTo>
                  <a:close/>
                  <a:moveTo>
                    <a:pt x="6556" y="6471"/>
                  </a:moveTo>
                  <a:cubicBezTo>
                    <a:pt x="6563" y="6471"/>
                    <a:pt x="6566" y="6478"/>
                    <a:pt x="6570" y="6485"/>
                  </a:cubicBezTo>
                  <a:lnTo>
                    <a:pt x="6570" y="8220"/>
                  </a:lnTo>
                  <a:cubicBezTo>
                    <a:pt x="6570" y="8227"/>
                    <a:pt x="6563" y="8234"/>
                    <a:pt x="6556" y="8234"/>
                  </a:cubicBezTo>
                  <a:lnTo>
                    <a:pt x="3956" y="8234"/>
                  </a:lnTo>
                  <a:cubicBezTo>
                    <a:pt x="3945" y="8234"/>
                    <a:pt x="3941" y="8227"/>
                    <a:pt x="3941" y="8220"/>
                  </a:cubicBezTo>
                  <a:lnTo>
                    <a:pt x="3941" y="6485"/>
                  </a:lnTo>
                  <a:cubicBezTo>
                    <a:pt x="3941" y="6478"/>
                    <a:pt x="3945" y="6471"/>
                    <a:pt x="3956" y="6471"/>
                  </a:cubicBezTo>
                  <a:close/>
                  <a:moveTo>
                    <a:pt x="13068" y="8639"/>
                  </a:moveTo>
                  <a:lnTo>
                    <a:pt x="13068" y="9100"/>
                  </a:lnTo>
                  <a:lnTo>
                    <a:pt x="909" y="9100"/>
                  </a:lnTo>
                  <a:lnTo>
                    <a:pt x="909" y="8639"/>
                  </a:lnTo>
                  <a:close/>
                  <a:moveTo>
                    <a:pt x="3956" y="1"/>
                  </a:moveTo>
                  <a:cubicBezTo>
                    <a:pt x="3364" y="1"/>
                    <a:pt x="2886" y="434"/>
                    <a:pt x="2886" y="961"/>
                  </a:cubicBezTo>
                  <a:cubicBezTo>
                    <a:pt x="2886" y="1046"/>
                    <a:pt x="2896" y="1130"/>
                    <a:pt x="2921" y="1215"/>
                  </a:cubicBezTo>
                  <a:cubicBezTo>
                    <a:pt x="2228" y="1735"/>
                    <a:pt x="2031" y="2692"/>
                    <a:pt x="2467" y="3445"/>
                  </a:cubicBezTo>
                  <a:cubicBezTo>
                    <a:pt x="2523" y="3864"/>
                    <a:pt x="2756" y="4237"/>
                    <a:pt x="3101" y="4476"/>
                  </a:cubicBezTo>
                  <a:lnTo>
                    <a:pt x="3101" y="4888"/>
                  </a:lnTo>
                  <a:cubicBezTo>
                    <a:pt x="3101" y="4892"/>
                    <a:pt x="3097" y="4895"/>
                    <a:pt x="3093" y="4899"/>
                  </a:cubicBezTo>
                  <a:lnTo>
                    <a:pt x="2274" y="5310"/>
                  </a:lnTo>
                  <a:cubicBezTo>
                    <a:pt x="1985" y="5454"/>
                    <a:pt x="1802" y="5750"/>
                    <a:pt x="1806" y="6074"/>
                  </a:cubicBezTo>
                  <a:lnTo>
                    <a:pt x="1806" y="7791"/>
                  </a:lnTo>
                  <a:cubicBezTo>
                    <a:pt x="1802" y="7946"/>
                    <a:pt x="1848" y="8100"/>
                    <a:pt x="1932" y="8238"/>
                  </a:cubicBezTo>
                  <a:lnTo>
                    <a:pt x="272" y="8238"/>
                  </a:lnTo>
                  <a:cubicBezTo>
                    <a:pt x="1" y="8238"/>
                    <a:pt x="1" y="8642"/>
                    <a:pt x="272" y="8642"/>
                  </a:cubicBezTo>
                  <a:lnTo>
                    <a:pt x="504" y="8642"/>
                  </a:lnTo>
                  <a:lnTo>
                    <a:pt x="504" y="10605"/>
                  </a:lnTo>
                  <a:cubicBezTo>
                    <a:pt x="504" y="10715"/>
                    <a:pt x="592" y="10806"/>
                    <a:pt x="704" y="10806"/>
                  </a:cubicBezTo>
                  <a:cubicBezTo>
                    <a:pt x="817" y="10806"/>
                    <a:pt x="909" y="10715"/>
                    <a:pt x="909" y="10605"/>
                  </a:cubicBezTo>
                  <a:lnTo>
                    <a:pt x="909" y="9504"/>
                  </a:lnTo>
                  <a:lnTo>
                    <a:pt x="13068" y="9504"/>
                  </a:lnTo>
                  <a:lnTo>
                    <a:pt x="13068" y="10605"/>
                  </a:lnTo>
                  <a:cubicBezTo>
                    <a:pt x="13068" y="10715"/>
                    <a:pt x="13156" y="10806"/>
                    <a:pt x="13269" y="10806"/>
                  </a:cubicBezTo>
                  <a:cubicBezTo>
                    <a:pt x="13382" y="10806"/>
                    <a:pt x="13473" y="10715"/>
                    <a:pt x="13473" y="10605"/>
                  </a:cubicBezTo>
                  <a:lnTo>
                    <a:pt x="13473" y="8639"/>
                  </a:lnTo>
                  <a:lnTo>
                    <a:pt x="13702" y="8639"/>
                  </a:lnTo>
                  <a:cubicBezTo>
                    <a:pt x="13814" y="8639"/>
                    <a:pt x="13906" y="8551"/>
                    <a:pt x="13906" y="8438"/>
                  </a:cubicBezTo>
                  <a:cubicBezTo>
                    <a:pt x="13906" y="8326"/>
                    <a:pt x="13814" y="8234"/>
                    <a:pt x="13702" y="8234"/>
                  </a:cubicBezTo>
                  <a:lnTo>
                    <a:pt x="6974" y="8234"/>
                  </a:lnTo>
                  <a:lnTo>
                    <a:pt x="6974" y="8220"/>
                  </a:lnTo>
                  <a:lnTo>
                    <a:pt x="6974" y="6485"/>
                  </a:lnTo>
                  <a:cubicBezTo>
                    <a:pt x="6974" y="6253"/>
                    <a:pt x="6788" y="6067"/>
                    <a:pt x="6556" y="6067"/>
                  </a:cubicBezTo>
                  <a:lnTo>
                    <a:pt x="6105" y="6067"/>
                  </a:lnTo>
                  <a:cubicBezTo>
                    <a:pt x="6105" y="5747"/>
                    <a:pt x="5922" y="5454"/>
                    <a:pt x="5637" y="5310"/>
                  </a:cubicBezTo>
                  <a:lnTo>
                    <a:pt x="4814" y="4899"/>
                  </a:lnTo>
                  <a:cubicBezTo>
                    <a:pt x="4810" y="4899"/>
                    <a:pt x="4807" y="4892"/>
                    <a:pt x="4807" y="4888"/>
                  </a:cubicBezTo>
                  <a:lnTo>
                    <a:pt x="4807" y="4476"/>
                  </a:lnTo>
                  <a:cubicBezTo>
                    <a:pt x="5155" y="4237"/>
                    <a:pt x="5384" y="3864"/>
                    <a:pt x="5444" y="3445"/>
                  </a:cubicBezTo>
                  <a:cubicBezTo>
                    <a:pt x="5877" y="2692"/>
                    <a:pt x="5683" y="1735"/>
                    <a:pt x="4986" y="1215"/>
                  </a:cubicBezTo>
                  <a:cubicBezTo>
                    <a:pt x="5011" y="1130"/>
                    <a:pt x="5025" y="1046"/>
                    <a:pt x="5022" y="961"/>
                  </a:cubicBezTo>
                  <a:cubicBezTo>
                    <a:pt x="5022" y="434"/>
                    <a:pt x="4543" y="1"/>
                    <a:pt x="39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85"/>
            <p:cNvSpPr/>
            <p:nvPr/>
          </p:nvSpPr>
          <p:spPr>
            <a:xfrm>
              <a:off x="1019923" y="2672693"/>
              <a:ext cx="23555" cy="10541"/>
            </a:xfrm>
            <a:custGeom>
              <a:rect b="b" l="l" r="r" t="t"/>
              <a:pathLst>
                <a:path extrusionOk="0" h="405" w="905">
                  <a:moveTo>
                    <a:pt x="271" y="0"/>
                  </a:moveTo>
                  <a:cubicBezTo>
                    <a:pt x="0" y="0"/>
                    <a:pt x="0" y="405"/>
                    <a:pt x="271" y="405"/>
                  </a:cubicBezTo>
                  <a:lnTo>
                    <a:pt x="704" y="405"/>
                  </a:lnTo>
                  <a:cubicBezTo>
                    <a:pt x="813" y="405"/>
                    <a:pt x="905" y="317"/>
                    <a:pt x="905" y="204"/>
                  </a:cubicBezTo>
                  <a:cubicBezTo>
                    <a:pt x="905" y="92"/>
                    <a:pt x="813" y="0"/>
                    <a:pt x="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85"/>
            <p:cNvSpPr/>
            <p:nvPr/>
          </p:nvSpPr>
          <p:spPr>
            <a:xfrm>
              <a:off x="1066721" y="2452812"/>
              <a:ext cx="179798" cy="175764"/>
            </a:xfrm>
            <a:custGeom>
              <a:rect b="b" l="l" r="r" t="t"/>
              <a:pathLst>
                <a:path extrusionOk="0" h="6753" w="6908">
                  <a:moveTo>
                    <a:pt x="6056" y="405"/>
                  </a:moveTo>
                  <a:cubicBezTo>
                    <a:pt x="6302" y="405"/>
                    <a:pt x="6502" y="606"/>
                    <a:pt x="6502" y="852"/>
                  </a:cubicBezTo>
                  <a:lnTo>
                    <a:pt x="6502" y="4318"/>
                  </a:lnTo>
                  <a:cubicBezTo>
                    <a:pt x="6502" y="4564"/>
                    <a:pt x="6302" y="4765"/>
                    <a:pt x="6056" y="4765"/>
                  </a:cubicBezTo>
                  <a:lnTo>
                    <a:pt x="3455" y="4765"/>
                  </a:lnTo>
                  <a:cubicBezTo>
                    <a:pt x="3410" y="4765"/>
                    <a:pt x="3371" y="4779"/>
                    <a:pt x="3336" y="4803"/>
                  </a:cubicBezTo>
                  <a:lnTo>
                    <a:pt x="1404" y="6211"/>
                  </a:lnTo>
                  <a:lnTo>
                    <a:pt x="1404" y="6211"/>
                  </a:lnTo>
                  <a:lnTo>
                    <a:pt x="1703" y="5018"/>
                  </a:lnTo>
                  <a:cubicBezTo>
                    <a:pt x="1735" y="4891"/>
                    <a:pt x="1636" y="4765"/>
                    <a:pt x="1506" y="4765"/>
                  </a:cubicBezTo>
                  <a:lnTo>
                    <a:pt x="855" y="4765"/>
                  </a:lnTo>
                  <a:cubicBezTo>
                    <a:pt x="609" y="4765"/>
                    <a:pt x="408" y="4564"/>
                    <a:pt x="408" y="4318"/>
                  </a:cubicBezTo>
                  <a:lnTo>
                    <a:pt x="408" y="856"/>
                  </a:lnTo>
                  <a:cubicBezTo>
                    <a:pt x="405" y="606"/>
                    <a:pt x="605" y="405"/>
                    <a:pt x="855" y="405"/>
                  </a:cubicBezTo>
                  <a:close/>
                  <a:moveTo>
                    <a:pt x="855" y="1"/>
                  </a:moveTo>
                  <a:cubicBezTo>
                    <a:pt x="384" y="1"/>
                    <a:pt x="4" y="381"/>
                    <a:pt x="0" y="852"/>
                  </a:cubicBezTo>
                  <a:lnTo>
                    <a:pt x="0" y="4318"/>
                  </a:lnTo>
                  <a:cubicBezTo>
                    <a:pt x="0" y="4789"/>
                    <a:pt x="384" y="5173"/>
                    <a:pt x="855" y="5173"/>
                  </a:cubicBezTo>
                  <a:lnTo>
                    <a:pt x="1246" y="5173"/>
                  </a:lnTo>
                  <a:lnTo>
                    <a:pt x="947" y="6365"/>
                  </a:lnTo>
                  <a:cubicBezTo>
                    <a:pt x="894" y="6578"/>
                    <a:pt x="1063" y="6752"/>
                    <a:pt x="1249" y="6752"/>
                  </a:cubicBezTo>
                  <a:cubicBezTo>
                    <a:pt x="1310" y="6752"/>
                    <a:pt x="1372" y="6734"/>
                    <a:pt x="1429" y="6693"/>
                  </a:cubicBezTo>
                  <a:lnTo>
                    <a:pt x="3519" y="5173"/>
                  </a:lnTo>
                  <a:lnTo>
                    <a:pt x="6056" y="5173"/>
                  </a:lnTo>
                  <a:cubicBezTo>
                    <a:pt x="6523" y="5173"/>
                    <a:pt x="6907" y="4789"/>
                    <a:pt x="6907" y="4321"/>
                  </a:cubicBezTo>
                  <a:lnTo>
                    <a:pt x="6907" y="852"/>
                  </a:lnTo>
                  <a:cubicBezTo>
                    <a:pt x="6907" y="381"/>
                    <a:pt x="6523" y="1"/>
                    <a:pt x="6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85"/>
            <p:cNvSpPr/>
            <p:nvPr/>
          </p:nvSpPr>
          <p:spPr>
            <a:xfrm>
              <a:off x="1098865" y="2486596"/>
              <a:ext cx="29229" cy="10645"/>
            </a:xfrm>
            <a:custGeom>
              <a:rect b="b" l="l" r="r" t="t"/>
              <a:pathLst>
                <a:path extrusionOk="0" h="409" w="1123">
                  <a:moveTo>
                    <a:pt x="271" y="1"/>
                  </a:moveTo>
                  <a:cubicBezTo>
                    <a:pt x="0" y="1"/>
                    <a:pt x="0" y="409"/>
                    <a:pt x="271" y="409"/>
                  </a:cubicBezTo>
                  <a:lnTo>
                    <a:pt x="919" y="409"/>
                  </a:lnTo>
                  <a:cubicBezTo>
                    <a:pt x="1031" y="409"/>
                    <a:pt x="1123" y="318"/>
                    <a:pt x="1123" y="205"/>
                  </a:cubicBezTo>
                  <a:cubicBezTo>
                    <a:pt x="1123" y="92"/>
                    <a:pt x="1031"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85"/>
            <p:cNvSpPr/>
            <p:nvPr/>
          </p:nvSpPr>
          <p:spPr>
            <a:xfrm>
              <a:off x="1138322" y="2486596"/>
              <a:ext cx="74387" cy="10645"/>
            </a:xfrm>
            <a:custGeom>
              <a:rect b="b" l="l" r="r" t="t"/>
              <a:pathLst>
                <a:path extrusionOk="0" h="409" w="2858">
                  <a:moveTo>
                    <a:pt x="272" y="1"/>
                  </a:moveTo>
                  <a:cubicBezTo>
                    <a:pt x="1" y="1"/>
                    <a:pt x="1" y="409"/>
                    <a:pt x="272" y="409"/>
                  </a:cubicBezTo>
                  <a:lnTo>
                    <a:pt x="2654" y="409"/>
                  </a:lnTo>
                  <a:cubicBezTo>
                    <a:pt x="2766" y="409"/>
                    <a:pt x="2858" y="318"/>
                    <a:pt x="2858" y="205"/>
                  </a:cubicBezTo>
                  <a:cubicBezTo>
                    <a:pt x="2858" y="92"/>
                    <a:pt x="2766" y="1"/>
                    <a:pt x="2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85"/>
            <p:cNvSpPr/>
            <p:nvPr/>
          </p:nvSpPr>
          <p:spPr>
            <a:xfrm>
              <a:off x="1098865" y="2514810"/>
              <a:ext cx="113766" cy="10567"/>
            </a:xfrm>
            <a:custGeom>
              <a:rect b="b" l="l" r="r" t="t"/>
              <a:pathLst>
                <a:path extrusionOk="0" h="406" w="4371">
                  <a:moveTo>
                    <a:pt x="271" y="1"/>
                  </a:moveTo>
                  <a:cubicBezTo>
                    <a:pt x="0" y="1"/>
                    <a:pt x="0" y="405"/>
                    <a:pt x="271" y="405"/>
                  </a:cubicBezTo>
                  <a:lnTo>
                    <a:pt x="4170" y="405"/>
                  </a:lnTo>
                  <a:cubicBezTo>
                    <a:pt x="4282" y="405"/>
                    <a:pt x="4370" y="314"/>
                    <a:pt x="4370" y="205"/>
                  </a:cubicBezTo>
                  <a:cubicBezTo>
                    <a:pt x="4370" y="92"/>
                    <a:pt x="4282" y="1"/>
                    <a:pt x="4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85"/>
            <p:cNvSpPr/>
            <p:nvPr/>
          </p:nvSpPr>
          <p:spPr>
            <a:xfrm>
              <a:off x="1098865" y="2543024"/>
              <a:ext cx="74282" cy="10541"/>
            </a:xfrm>
            <a:custGeom>
              <a:rect b="b" l="l" r="r" t="t"/>
              <a:pathLst>
                <a:path extrusionOk="0" h="405" w="2854">
                  <a:moveTo>
                    <a:pt x="271" y="0"/>
                  </a:moveTo>
                  <a:cubicBezTo>
                    <a:pt x="0" y="0"/>
                    <a:pt x="0" y="405"/>
                    <a:pt x="271" y="405"/>
                  </a:cubicBezTo>
                  <a:lnTo>
                    <a:pt x="2653" y="405"/>
                  </a:lnTo>
                  <a:cubicBezTo>
                    <a:pt x="2766" y="405"/>
                    <a:pt x="2854" y="313"/>
                    <a:pt x="2854" y="204"/>
                  </a:cubicBezTo>
                  <a:cubicBezTo>
                    <a:pt x="2854" y="92"/>
                    <a:pt x="2766" y="0"/>
                    <a:pt x="2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85"/>
            <p:cNvSpPr/>
            <p:nvPr/>
          </p:nvSpPr>
          <p:spPr>
            <a:xfrm>
              <a:off x="1183376" y="2543024"/>
              <a:ext cx="29255" cy="10541"/>
            </a:xfrm>
            <a:custGeom>
              <a:rect b="b" l="l" r="r" t="t"/>
              <a:pathLst>
                <a:path extrusionOk="0" h="405" w="1124">
                  <a:moveTo>
                    <a:pt x="272" y="0"/>
                  </a:moveTo>
                  <a:cubicBezTo>
                    <a:pt x="1" y="0"/>
                    <a:pt x="1" y="405"/>
                    <a:pt x="272" y="405"/>
                  </a:cubicBezTo>
                  <a:lnTo>
                    <a:pt x="923" y="405"/>
                  </a:lnTo>
                  <a:cubicBezTo>
                    <a:pt x="1035" y="405"/>
                    <a:pt x="1123" y="313"/>
                    <a:pt x="1123" y="204"/>
                  </a:cubicBezTo>
                  <a:cubicBezTo>
                    <a:pt x="1123" y="92"/>
                    <a:pt x="1035" y="0"/>
                    <a:pt x="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4" name="Google Shape;17594;p85"/>
          <p:cNvGrpSpPr/>
          <p:nvPr/>
        </p:nvGrpSpPr>
        <p:grpSpPr>
          <a:xfrm>
            <a:off x="3768323" y="2886769"/>
            <a:ext cx="242811" cy="379091"/>
            <a:chOff x="3768323" y="2886769"/>
            <a:chExt cx="242811" cy="379091"/>
          </a:xfrm>
        </p:grpSpPr>
        <p:sp>
          <p:nvSpPr>
            <p:cNvPr id="17595" name="Google Shape;17595;p85"/>
            <p:cNvSpPr/>
            <p:nvPr/>
          </p:nvSpPr>
          <p:spPr>
            <a:xfrm>
              <a:off x="3886930" y="2892391"/>
              <a:ext cx="29880" cy="35267"/>
            </a:xfrm>
            <a:custGeom>
              <a:rect b="b" l="l" r="r" t="t"/>
              <a:pathLst>
                <a:path extrusionOk="0" h="1355" w="1148">
                  <a:moveTo>
                    <a:pt x="138" y="1"/>
                  </a:moveTo>
                  <a:cubicBezTo>
                    <a:pt x="62" y="1"/>
                    <a:pt x="1" y="62"/>
                    <a:pt x="4" y="137"/>
                  </a:cubicBezTo>
                  <a:lnTo>
                    <a:pt x="4" y="1126"/>
                  </a:lnTo>
                  <a:lnTo>
                    <a:pt x="1147" y="1355"/>
                  </a:lnTo>
                  <a:cubicBezTo>
                    <a:pt x="1147" y="306"/>
                    <a:pt x="479" y="60"/>
                    <a:pt x="166" y="4"/>
                  </a:cubicBezTo>
                  <a:cubicBezTo>
                    <a:pt x="156" y="2"/>
                    <a:pt x="147" y="1"/>
                    <a:pt x="13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85"/>
            <p:cNvSpPr/>
            <p:nvPr/>
          </p:nvSpPr>
          <p:spPr>
            <a:xfrm>
              <a:off x="3863219" y="2915633"/>
              <a:ext cx="136644" cy="261576"/>
            </a:xfrm>
            <a:custGeom>
              <a:rect b="b" l="l" r="r" t="t"/>
              <a:pathLst>
                <a:path extrusionOk="0" h="10050" w="5250">
                  <a:moveTo>
                    <a:pt x="408" y="1"/>
                  </a:moveTo>
                  <a:cubicBezTo>
                    <a:pt x="302" y="1"/>
                    <a:pt x="211" y="77"/>
                    <a:pt x="194" y="184"/>
                  </a:cubicBezTo>
                  <a:lnTo>
                    <a:pt x="0" y="1144"/>
                  </a:lnTo>
                  <a:lnTo>
                    <a:pt x="2741" y="5708"/>
                  </a:lnTo>
                  <a:lnTo>
                    <a:pt x="2970" y="10046"/>
                  </a:lnTo>
                  <a:lnTo>
                    <a:pt x="4106" y="10046"/>
                  </a:lnTo>
                  <a:cubicBezTo>
                    <a:pt x="4107" y="7308"/>
                    <a:pt x="5250" y="6632"/>
                    <a:pt x="5250" y="4110"/>
                  </a:cubicBezTo>
                  <a:cubicBezTo>
                    <a:pt x="5250" y="279"/>
                    <a:pt x="1330" y="11"/>
                    <a:pt x="415" y="1"/>
                  </a:cubicBezTo>
                  <a:cubicBezTo>
                    <a:pt x="413" y="1"/>
                    <a:pt x="411" y="1"/>
                    <a:pt x="408" y="1"/>
                  </a:cubicBezTo>
                  <a:close/>
                  <a:moveTo>
                    <a:pt x="4106" y="10046"/>
                  </a:moveTo>
                  <a:lnTo>
                    <a:pt x="4106" y="10046"/>
                  </a:lnTo>
                  <a:cubicBezTo>
                    <a:pt x="4106" y="10047"/>
                    <a:pt x="4106" y="10048"/>
                    <a:pt x="4106" y="10050"/>
                  </a:cubicBezTo>
                  <a:lnTo>
                    <a:pt x="4113" y="10046"/>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85"/>
            <p:cNvSpPr/>
            <p:nvPr/>
          </p:nvSpPr>
          <p:spPr>
            <a:xfrm>
              <a:off x="3774466" y="2937392"/>
              <a:ext cx="219828" cy="251712"/>
            </a:xfrm>
            <a:custGeom>
              <a:rect b="b" l="l" r="r" t="t"/>
              <a:pathLst>
                <a:path extrusionOk="0" h="9671" w="8446">
                  <a:moveTo>
                    <a:pt x="3360" y="1"/>
                  </a:moveTo>
                  <a:cubicBezTo>
                    <a:pt x="3068" y="1"/>
                    <a:pt x="2830" y="16"/>
                    <a:pt x="2682" y="30"/>
                  </a:cubicBezTo>
                  <a:cubicBezTo>
                    <a:pt x="2446" y="51"/>
                    <a:pt x="2267" y="249"/>
                    <a:pt x="2267" y="484"/>
                  </a:cubicBezTo>
                  <a:lnTo>
                    <a:pt x="2267" y="766"/>
                  </a:lnTo>
                  <a:lnTo>
                    <a:pt x="156" y="2877"/>
                  </a:lnTo>
                  <a:cubicBezTo>
                    <a:pt x="46" y="2986"/>
                    <a:pt x="1" y="3141"/>
                    <a:pt x="32" y="3288"/>
                  </a:cubicBezTo>
                  <a:lnTo>
                    <a:pt x="184" y="4045"/>
                  </a:lnTo>
                  <a:cubicBezTo>
                    <a:pt x="201" y="4136"/>
                    <a:pt x="268" y="4207"/>
                    <a:pt x="360" y="4224"/>
                  </a:cubicBezTo>
                  <a:cubicBezTo>
                    <a:pt x="607" y="4276"/>
                    <a:pt x="836" y="4298"/>
                    <a:pt x="1048" y="4298"/>
                  </a:cubicBezTo>
                  <a:cubicBezTo>
                    <a:pt x="1860" y="4298"/>
                    <a:pt x="2414" y="3974"/>
                    <a:pt x="2706" y="3742"/>
                  </a:cubicBezTo>
                  <a:cubicBezTo>
                    <a:pt x="2792" y="3670"/>
                    <a:pt x="2898" y="3632"/>
                    <a:pt x="3005" y="3632"/>
                  </a:cubicBezTo>
                  <a:cubicBezTo>
                    <a:pt x="3080" y="3632"/>
                    <a:pt x="3155" y="3650"/>
                    <a:pt x="3224" y="3686"/>
                  </a:cubicBezTo>
                  <a:cubicBezTo>
                    <a:pt x="3677" y="3943"/>
                    <a:pt x="4108" y="4000"/>
                    <a:pt x="4401" y="4000"/>
                  </a:cubicBezTo>
                  <a:cubicBezTo>
                    <a:pt x="4633" y="4000"/>
                    <a:pt x="4779" y="3964"/>
                    <a:pt x="4779" y="3964"/>
                  </a:cubicBezTo>
                  <a:lnTo>
                    <a:pt x="4779" y="3964"/>
                  </a:lnTo>
                  <a:cubicBezTo>
                    <a:pt x="2689" y="6054"/>
                    <a:pt x="2038" y="7472"/>
                    <a:pt x="2038" y="8302"/>
                  </a:cubicBezTo>
                  <a:cubicBezTo>
                    <a:pt x="2038" y="8841"/>
                    <a:pt x="2291" y="9347"/>
                    <a:pt x="2724" y="9671"/>
                  </a:cubicBezTo>
                  <a:lnTo>
                    <a:pt x="7745" y="9671"/>
                  </a:lnTo>
                  <a:cubicBezTo>
                    <a:pt x="7745" y="9671"/>
                    <a:pt x="7002" y="8542"/>
                    <a:pt x="7815" y="4763"/>
                  </a:cubicBezTo>
                  <a:cubicBezTo>
                    <a:pt x="8445" y="1842"/>
                    <a:pt x="7024" y="804"/>
                    <a:pt x="5423" y="291"/>
                  </a:cubicBezTo>
                  <a:cubicBezTo>
                    <a:pt x="4704" y="58"/>
                    <a:pt x="3929" y="1"/>
                    <a:pt x="336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85"/>
            <p:cNvSpPr/>
            <p:nvPr/>
          </p:nvSpPr>
          <p:spPr>
            <a:xfrm>
              <a:off x="3776209" y="2999754"/>
              <a:ext cx="152964" cy="183416"/>
            </a:xfrm>
            <a:custGeom>
              <a:rect b="b" l="l" r="r" t="t"/>
              <a:pathLst>
                <a:path extrusionOk="0" h="7047" w="5877">
                  <a:moveTo>
                    <a:pt x="3113" y="0"/>
                  </a:moveTo>
                  <a:cubicBezTo>
                    <a:pt x="2949" y="0"/>
                    <a:pt x="2798" y="54"/>
                    <a:pt x="2657" y="196"/>
                  </a:cubicBezTo>
                  <a:cubicBezTo>
                    <a:pt x="2218" y="635"/>
                    <a:pt x="1357" y="1074"/>
                    <a:pt x="152" y="1074"/>
                  </a:cubicBezTo>
                  <a:cubicBezTo>
                    <a:pt x="102" y="1074"/>
                    <a:pt x="52" y="1073"/>
                    <a:pt x="1" y="1072"/>
                  </a:cubicBezTo>
                  <a:lnTo>
                    <a:pt x="1" y="1072"/>
                  </a:lnTo>
                  <a:lnTo>
                    <a:pt x="117" y="1649"/>
                  </a:lnTo>
                  <a:cubicBezTo>
                    <a:pt x="134" y="1737"/>
                    <a:pt x="201" y="1807"/>
                    <a:pt x="293" y="1828"/>
                  </a:cubicBezTo>
                  <a:cubicBezTo>
                    <a:pt x="540" y="1880"/>
                    <a:pt x="770" y="1902"/>
                    <a:pt x="982" y="1902"/>
                  </a:cubicBezTo>
                  <a:cubicBezTo>
                    <a:pt x="1795" y="1902"/>
                    <a:pt x="2346" y="1577"/>
                    <a:pt x="2639" y="1343"/>
                  </a:cubicBezTo>
                  <a:cubicBezTo>
                    <a:pt x="2724" y="1271"/>
                    <a:pt x="2829" y="1234"/>
                    <a:pt x="2935" y="1234"/>
                  </a:cubicBezTo>
                  <a:cubicBezTo>
                    <a:pt x="3011" y="1234"/>
                    <a:pt x="3087" y="1252"/>
                    <a:pt x="3157" y="1290"/>
                  </a:cubicBezTo>
                  <a:cubicBezTo>
                    <a:pt x="3608" y="1545"/>
                    <a:pt x="4035" y="1602"/>
                    <a:pt x="4328" y="1602"/>
                  </a:cubicBezTo>
                  <a:cubicBezTo>
                    <a:pt x="4564" y="1602"/>
                    <a:pt x="4712" y="1565"/>
                    <a:pt x="4712" y="1564"/>
                  </a:cubicBezTo>
                  <a:lnTo>
                    <a:pt x="4712" y="1564"/>
                  </a:lnTo>
                  <a:cubicBezTo>
                    <a:pt x="2622" y="3654"/>
                    <a:pt x="1971" y="5072"/>
                    <a:pt x="1971" y="5903"/>
                  </a:cubicBezTo>
                  <a:cubicBezTo>
                    <a:pt x="1971" y="6325"/>
                    <a:pt x="2126" y="6733"/>
                    <a:pt x="2407" y="7046"/>
                  </a:cubicBezTo>
                  <a:lnTo>
                    <a:pt x="3797" y="7046"/>
                  </a:lnTo>
                  <a:lnTo>
                    <a:pt x="3797" y="6818"/>
                  </a:lnTo>
                  <a:cubicBezTo>
                    <a:pt x="3797" y="6818"/>
                    <a:pt x="2886" y="5220"/>
                    <a:pt x="4483" y="3391"/>
                  </a:cubicBezTo>
                  <a:cubicBezTo>
                    <a:pt x="5876" y="1800"/>
                    <a:pt x="5852" y="956"/>
                    <a:pt x="5729" y="615"/>
                  </a:cubicBezTo>
                  <a:cubicBezTo>
                    <a:pt x="5696" y="523"/>
                    <a:pt x="5612" y="464"/>
                    <a:pt x="5521" y="464"/>
                  </a:cubicBezTo>
                  <a:cubicBezTo>
                    <a:pt x="5503" y="464"/>
                    <a:pt x="5486" y="466"/>
                    <a:pt x="5468" y="470"/>
                  </a:cubicBezTo>
                  <a:cubicBezTo>
                    <a:pt x="5323" y="505"/>
                    <a:pt x="5182" y="520"/>
                    <a:pt x="5047" y="520"/>
                  </a:cubicBezTo>
                  <a:cubicBezTo>
                    <a:pt x="4246" y="520"/>
                    <a:pt x="3621" y="0"/>
                    <a:pt x="311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85"/>
            <p:cNvSpPr/>
            <p:nvPr/>
          </p:nvSpPr>
          <p:spPr>
            <a:xfrm>
              <a:off x="3815589" y="3177184"/>
              <a:ext cx="178314" cy="29697"/>
            </a:xfrm>
            <a:custGeom>
              <a:rect b="b" l="l" r="r" t="t"/>
              <a:pathLst>
                <a:path extrusionOk="0" h="1141" w="6851">
                  <a:moveTo>
                    <a:pt x="458" y="1"/>
                  </a:moveTo>
                  <a:cubicBezTo>
                    <a:pt x="205" y="1"/>
                    <a:pt x="1" y="205"/>
                    <a:pt x="1" y="458"/>
                  </a:cubicBezTo>
                  <a:lnTo>
                    <a:pt x="1" y="1141"/>
                  </a:lnTo>
                  <a:lnTo>
                    <a:pt x="6851" y="1141"/>
                  </a:lnTo>
                  <a:lnTo>
                    <a:pt x="6851" y="458"/>
                  </a:lnTo>
                  <a:cubicBezTo>
                    <a:pt x="6851" y="205"/>
                    <a:pt x="6647" y="1"/>
                    <a:pt x="63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85"/>
            <p:cNvSpPr/>
            <p:nvPr/>
          </p:nvSpPr>
          <p:spPr>
            <a:xfrm>
              <a:off x="3815589" y="3177184"/>
              <a:ext cx="59447" cy="29697"/>
            </a:xfrm>
            <a:custGeom>
              <a:rect b="b" l="l" r="r" t="t"/>
              <a:pathLst>
                <a:path extrusionOk="0" h="1141" w="2284">
                  <a:moveTo>
                    <a:pt x="458" y="1"/>
                  </a:moveTo>
                  <a:cubicBezTo>
                    <a:pt x="205" y="1"/>
                    <a:pt x="1" y="205"/>
                    <a:pt x="1" y="458"/>
                  </a:cubicBezTo>
                  <a:lnTo>
                    <a:pt x="1" y="1141"/>
                  </a:lnTo>
                  <a:lnTo>
                    <a:pt x="1827" y="1141"/>
                  </a:lnTo>
                  <a:lnTo>
                    <a:pt x="1827" y="458"/>
                  </a:lnTo>
                  <a:cubicBezTo>
                    <a:pt x="1827" y="205"/>
                    <a:pt x="2031" y="1"/>
                    <a:pt x="228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85"/>
            <p:cNvSpPr/>
            <p:nvPr/>
          </p:nvSpPr>
          <p:spPr>
            <a:xfrm>
              <a:off x="3803772" y="3200895"/>
              <a:ext cx="202051" cy="59473"/>
            </a:xfrm>
            <a:custGeom>
              <a:rect b="b" l="l" r="r" t="t"/>
              <a:pathLst>
                <a:path extrusionOk="0" h="2285" w="7763">
                  <a:moveTo>
                    <a:pt x="455" y="1"/>
                  </a:moveTo>
                  <a:cubicBezTo>
                    <a:pt x="205" y="1"/>
                    <a:pt x="1" y="205"/>
                    <a:pt x="1" y="458"/>
                  </a:cubicBezTo>
                  <a:lnTo>
                    <a:pt x="1" y="1827"/>
                  </a:lnTo>
                  <a:cubicBezTo>
                    <a:pt x="1" y="2080"/>
                    <a:pt x="205" y="2284"/>
                    <a:pt x="455" y="2284"/>
                  </a:cubicBezTo>
                  <a:lnTo>
                    <a:pt x="7305" y="2284"/>
                  </a:lnTo>
                  <a:cubicBezTo>
                    <a:pt x="7555" y="2284"/>
                    <a:pt x="7762" y="2080"/>
                    <a:pt x="7762" y="1827"/>
                  </a:cubicBezTo>
                  <a:lnTo>
                    <a:pt x="7762" y="458"/>
                  </a:lnTo>
                  <a:cubicBezTo>
                    <a:pt x="7762" y="205"/>
                    <a:pt x="7555" y="1"/>
                    <a:pt x="7305"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85"/>
            <p:cNvSpPr/>
            <p:nvPr/>
          </p:nvSpPr>
          <p:spPr>
            <a:xfrm>
              <a:off x="3803772" y="3200895"/>
              <a:ext cx="77224" cy="59473"/>
            </a:xfrm>
            <a:custGeom>
              <a:rect b="b" l="l" r="r" t="t"/>
              <a:pathLst>
                <a:path extrusionOk="0" h="2285" w="2967">
                  <a:moveTo>
                    <a:pt x="455" y="1"/>
                  </a:moveTo>
                  <a:cubicBezTo>
                    <a:pt x="205" y="1"/>
                    <a:pt x="1" y="205"/>
                    <a:pt x="1" y="458"/>
                  </a:cubicBezTo>
                  <a:lnTo>
                    <a:pt x="1" y="1827"/>
                  </a:lnTo>
                  <a:cubicBezTo>
                    <a:pt x="1" y="2080"/>
                    <a:pt x="205" y="2284"/>
                    <a:pt x="455" y="2284"/>
                  </a:cubicBezTo>
                  <a:lnTo>
                    <a:pt x="2967" y="2284"/>
                  </a:lnTo>
                  <a:cubicBezTo>
                    <a:pt x="2713" y="2284"/>
                    <a:pt x="2509" y="2080"/>
                    <a:pt x="2509" y="1827"/>
                  </a:cubicBezTo>
                  <a:lnTo>
                    <a:pt x="2509" y="458"/>
                  </a:lnTo>
                  <a:cubicBezTo>
                    <a:pt x="2509" y="205"/>
                    <a:pt x="2713" y="1"/>
                    <a:pt x="2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85"/>
            <p:cNvSpPr/>
            <p:nvPr/>
          </p:nvSpPr>
          <p:spPr>
            <a:xfrm>
              <a:off x="3768323" y="2886769"/>
              <a:ext cx="242811" cy="379091"/>
            </a:xfrm>
            <a:custGeom>
              <a:rect b="b" l="l" r="r" t="t"/>
              <a:pathLst>
                <a:path extrusionOk="0" h="14565" w="9329">
                  <a:moveTo>
                    <a:pt x="4772" y="452"/>
                  </a:moveTo>
                  <a:cubicBezTo>
                    <a:pt x="4832" y="466"/>
                    <a:pt x="4888" y="487"/>
                    <a:pt x="4944" y="512"/>
                  </a:cubicBezTo>
                  <a:cubicBezTo>
                    <a:pt x="5152" y="614"/>
                    <a:pt x="5307" y="797"/>
                    <a:pt x="5402" y="1054"/>
                  </a:cubicBezTo>
                  <a:cubicBezTo>
                    <a:pt x="5177" y="1008"/>
                    <a:pt x="4962" y="976"/>
                    <a:pt x="4772" y="955"/>
                  </a:cubicBezTo>
                  <a:lnTo>
                    <a:pt x="4772" y="452"/>
                  </a:lnTo>
                  <a:close/>
                  <a:moveTo>
                    <a:pt x="8206" y="11373"/>
                  </a:moveTo>
                  <a:cubicBezTo>
                    <a:pt x="8340" y="11373"/>
                    <a:pt x="8449" y="11482"/>
                    <a:pt x="8449" y="11616"/>
                  </a:cubicBezTo>
                  <a:lnTo>
                    <a:pt x="8449" y="11859"/>
                  </a:lnTo>
                  <a:lnTo>
                    <a:pt x="8206" y="11859"/>
                  </a:lnTo>
                  <a:cubicBezTo>
                    <a:pt x="7921" y="11859"/>
                    <a:pt x="7921" y="12288"/>
                    <a:pt x="8206" y="12288"/>
                  </a:cubicBezTo>
                  <a:lnTo>
                    <a:pt x="8663" y="12288"/>
                  </a:lnTo>
                  <a:cubicBezTo>
                    <a:pt x="8797" y="12288"/>
                    <a:pt x="8906" y="12394"/>
                    <a:pt x="8906" y="12531"/>
                  </a:cubicBezTo>
                  <a:lnTo>
                    <a:pt x="8906" y="13896"/>
                  </a:lnTo>
                  <a:cubicBezTo>
                    <a:pt x="8906" y="14030"/>
                    <a:pt x="8797" y="14139"/>
                    <a:pt x="8663" y="14139"/>
                  </a:cubicBezTo>
                  <a:lnTo>
                    <a:pt x="1820" y="14139"/>
                  </a:lnTo>
                  <a:cubicBezTo>
                    <a:pt x="1686" y="14139"/>
                    <a:pt x="1577" y="14030"/>
                    <a:pt x="1577" y="13896"/>
                  </a:cubicBezTo>
                  <a:lnTo>
                    <a:pt x="1577" y="12531"/>
                  </a:lnTo>
                  <a:cubicBezTo>
                    <a:pt x="1577" y="12394"/>
                    <a:pt x="1686" y="12288"/>
                    <a:pt x="1820" y="12288"/>
                  </a:cubicBezTo>
                  <a:lnTo>
                    <a:pt x="7295" y="12288"/>
                  </a:lnTo>
                  <a:cubicBezTo>
                    <a:pt x="7411" y="12288"/>
                    <a:pt x="7506" y="12189"/>
                    <a:pt x="7506" y="12073"/>
                  </a:cubicBezTo>
                  <a:cubicBezTo>
                    <a:pt x="7506" y="11954"/>
                    <a:pt x="7411" y="11859"/>
                    <a:pt x="7295" y="11859"/>
                  </a:cubicBezTo>
                  <a:lnTo>
                    <a:pt x="2035" y="11859"/>
                  </a:lnTo>
                  <a:lnTo>
                    <a:pt x="2035" y="11616"/>
                  </a:lnTo>
                  <a:cubicBezTo>
                    <a:pt x="2035" y="11482"/>
                    <a:pt x="2144" y="11373"/>
                    <a:pt x="2277" y="11373"/>
                  </a:cubicBezTo>
                  <a:close/>
                  <a:moveTo>
                    <a:pt x="4594" y="0"/>
                  </a:moveTo>
                  <a:cubicBezTo>
                    <a:pt x="4575" y="0"/>
                    <a:pt x="4556" y="1"/>
                    <a:pt x="4536" y="2"/>
                  </a:cubicBezTo>
                  <a:cubicBezTo>
                    <a:pt x="4427" y="12"/>
                    <a:pt x="4343" y="104"/>
                    <a:pt x="4343" y="213"/>
                  </a:cubicBezTo>
                  <a:lnTo>
                    <a:pt x="4343" y="916"/>
                  </a:lnTo>
                  <a:cubicBezTo>
                    <a:pt x="4218" y="910"/>
                    <a:pt x="4114" y="908"/>
                    <a:pt x="4033" y="908"/>
                  </a:cubicBezTo>
                  <a:cubicBezTo>
                    <a:pt x="3937" y="908"/>
                    <a:pt x="3876" y="911"/>
                    <a:pt x="3861" y="913"/>
                  </a:cubicBezTo>
                  <a:cubicBezTo>
                    <a:pt x="3583" y="923"/>
                    <a:pt x="3596" y="1339"/>
                    <a:pt x="3872" y="1339"/>
                  </a:cubicBezTo>
                  <a:cubicBezTo>
                    <a:pt x="3875" y="1339"/>
                    <a:pt x="3878" y="1339"/>
                    <a:pt x="3882" y="1339"/>
                  </a:cubicBezTo>
                  <a:cubicBezTo>
                    <a:pt x="3885" y="1339"/>
                    <a:pt x="3922" y="1337"/>
                    <a:pt x="3987" y="1337"/>
                  </a:cubicBezTo>
                  <a:cubicBezTo>
                    <a:pt x="4461" y="1337"/>
                    <a:pt x="6425" y="1408"/>
                    <a:pt x="7650" y="2577"/>
                  </a:cubicBezTo>
                  <a:cubicBezTo>
                    <a:pt x="8329" y="3228"/>
                    <a:pt x="8674" y="4122"/>
                    <a:pt x="8674" y="5230"/>
                  </a:cubicBezTo>
                  <a:cubicBezTo>
                    <a:pt x="8674" y="6426"/>
                    <a:pt x="8410" y="7186"/>
                    <a:pt x="8136" y="7988"/>
                  </a:cubicBezTo>
                  <a:cubicBezTo>
                    <a:pt x="7858" y="8794"/>
                    <a:pt x="7566" y="9635"/>
                    <a:pt x="7538" y="10944"/>
                  </a:cubicBezTo>
                  <a:lnTo>
                    <a:pt x="2629" y="10944"/>
                  </a:lnTo>
                  <a:cubicBezTo>
                    <a:pt x="2573" y="10828"/>
                    <a:pt x="2492" y="10599"/>
                    <a:pt x="2492" y="10244"/>
                  </a:cubicBezTo>
                  <a:cubicBezTo>
                    <a:pt x="2492" y="9681"/>
                    <a:pt x="2837" y="8393"/>
                    <a:pt x="5163" y="6064"/>
                  </a:cubicBezTo>
                  <a:cubicBezTo>
                    <a:pt x="5303" y="5923"/>
                    <a:pt x="5197" y="5698"/>
                    <a:pt x="5018" y="5698"/>
                  </a:cubicBezTo>
                  <a:cubicBezTo>
                    <a:pt x="5000" y="5698"/>
                    <a:pt x="4981" y="5700"/>
                    <a:pt x="4962" y="5705"/>
                  </a:cubicBezTo>
                  <a:cubicBezTo>
                    <a:pt x="4959" y="5705"/>
                    <a:pt x="4833" y="5735"/>
                    <a:pt x="4631" y="5735"/>
                  </a:cubicBezTo>
                  <a:cubicBezTo>
                    <a:pt x="4370" y="5735"/>
                    <a:pt x="3980" y="5684"/>
                    <a:pt x="3569" y="5452"/>
                  </a:cubicBezTo>
                  <a:cubicBezTo>
                    <a:pt x="3466" y="5396"/>
                    <a:pt x="3353" y="5368"/>
                    <a:pt x="3242" y="5368"/>
                  </a:cubicBezTo>
                  <a:cubicBezTo>
                    <a:pt x="3087" y="5368"/>
                    <a:pt x="2933" y="5421"/>
                    <a:pt x="2809" y="5525"/>
                  </a:cubicBezTo>
                  <a:cubicBezTo>
                    <a:pt x="2542" y="5737"/>
                    <a:pt x="2036" y="6036"/>
                    <a:pt x="1285" y="6036"/>
                  </a:cubicBezTo>
                  <a:cubicBezTo>
                    <a:pt x="1085" y="6036"/>
                    <a:pt x="868" y="6015"/>
                    <a:pt x="634" y="5965"/>
                  </a:cubicBezTo>
                  <a:lnTo>
                    <a:pt x="458" y="5072"/>
                  </a:lnTo>
                  <a:lnTo>
                    <a:pt x="2657" y="2873"/>
                  </a:lnTo>
                  <a:cubicBezTo>
                    <a:pt x="2696" y="2830"/>
                    <a:pt x="2717" y="2778"/>
                    <a:pt x="2717" y="2721"/>
                  </a:cubicBezTo>
                  <a:lnTo>
                    <a:pt x="2717" y="2443"/>
                  </a:lnTo>
                  <a:cubicBezTo>
                    <a:pt x="2717" y="2317"/>
                    <a:pt x="2812" y="2211"/>
                    <a:pt x="2939" y="2201"/>
                  </a:cubicBezTo>
                  <a:cubicBezTo>
                    <a:pt x="3090" y="2186"/>
                    <a:pt x="3327" y="2169"/>
                    <a:pt x="3619" y="2169"/>
                  </a:cubicBezTo>
                  <a:cubicBezTo>
                    <a:pt x="4155" y="2169"/>
                    <a:pt x="4875" y="2225"/>
                    <a:pt x="5592" y="2450"/>
                  </a:cubicBezTo>
                  <a:cubicBezTo>
                    <a:pt x="5618" y="2459"/>
                    <a:pt x="5643" y="2463"/>
                    <a:pt x="5667" y="2463"/>
                  </a:cubicBezTo>
                  <a:cubicBezTo>
                    <a:pt x="5887" y="2463"/>
                    <a:pt x="5967" y="2122"/>
                    <a:pt x="5722" y="2046"/>
                  </a:cubicBezTo>
                  <a:cubicBezTo>
                    <a:pt x="4949" y="1802"/>
                    <a:pt x="4177" y="1743"/>
                    <a:pt x="3606" y="1743"/>
                  </a:cubicBezTo>
                  <a:cubicBezTo>
                    <a:pt x="3302" y="1743"/>
                    <a:pt x="3056" y="1760"/>
                    <a:pt x="2897" y="1775"/>
                  </a:cubicBezTo>
                  <a:cubicBezTo>
                    <a:pt x="2552" y="1806"/>
                    <a:pt x="2291" y="2095"/>
                    <a:pt x="2291" y="2443"/>
                  </a:cubicBezTo>
                  <a:lnTo>
                    <a:pt x="2291" y="2637"/>
                  </a:lnTo>
                  <a:lnTo>
                    <a:pt x="75" y="4853"/>
                  </a:lnTo>
                  <a:cubicBezTo>
                    <a:pt x="22" y="4903"/>
                    <a:pt x="1" y="4977"/>
                    <a:pt x="15" y="5047"/>
                  </a:cubicBezTo>
                  <a:lnTo>
                    <a:pt x="244" y="6187"/>
                  </a:lnTo>
                  <a:cubicBezTo>
                    <a:pt x="258" y="6268"/>
                    <a:pt x="321" y="6331"/>
                    <a:pt x="399" y="6352"/>
                  </a:cubicBezTo>
                  <a:cubicBezTo>
                    <a:pt x="721" y="6433"/>
                    <a:pt x="1017" y="6466"/>
                    <a:pt x="1287" y="6466"/>
                  </a:cubicBezTo>
                  <a:cubicBezTo>
                    <a:pt x="2162" y="6466"/>
                    <a:pt x="2759" y="6113"/>
                    <a:pt x="3076" y="5863"/>
                  </a:cubicBezTo>
                  <a:cubicBezTo>
                    <a:pt x="3124" y="5820"/>
                    <a:pt x="3183" y="5798"/>
                    <a:pt x="3243" y="5798"/>
                  </a:cubicBezTo>
                  <a:cubicBezTo>
                    <a:pt x="3281" y="5798"/>
                    <a:pt x="3319" y="5807"/>
                    <a:pt x="3354" y="5825"/>
                  </a:cubicBezTo>
                  <a:cubicBezTo>
                    <a:pt x="3699" y="6022"/>
                    <a:pt x="4079" y="6138"/>
                    <a:pt x="4473" y="6162"/>
                  </a:cubicBezTo>
                  <a:cubicBezTo>
                    <a:pt x="2492" y="8242"/>
                    <a:pt x="2063" y="9526"/>
                    <a:pt x="2063" y="10251"/>
                  </a:cubicBezTo>
                  <a:cubicBezTo>
                    <a:pt x="2059" y="10490"/>
                    <a:pt x="2094" y="10729"/>
                    <a:pt x="2168" y="10958"/>
                  </a:cubicBezTo>
                  <a:cubicBezTo>
                    <a:pt x="1845" y="11007"/>
                    <a:pt x="1609" y="11289"/>
                    <a:pt x="1605" y="11616"/>
                  </a:cubicBezTo>
                  <a:lnTo>
                    <a:pt x="1605" y="11894"/>
                  </a:lnTo>
                  <a:cubicBezTo>
                    <a:pt x="1334" y="11985"/>
                    <a:pt x="1152" y="12242"/>
                    <a:pt x="1152" y="12527"/>
                  </a:cubicBezTo>
                  <a:lnTo>
                    <a:pt x="1152" y="13896"/>
                  </a:lnTo>
                  <a:cubicBezTo>
                    <a:pt x="1152" y="14265"/>
                    <a:pt x="1451" y="14564"/>
                    <a:pt x="1820" y="14564"/>
                  </a:cubicBezTo>
                  <a:lnTo>
                    <a:pt x="8660" y="14564"/>
                  </a:lnTo>
                  <a:cubicBezTo>
                    <a:pt x="9029" y="14564"/>
                    <a:pt x="9328" y="14265"/>
                    <a:pt x="9328" y="13896"/>
                  </a:cubicBezTo>
                  <a:lnTo>
                    <a:pt x="9328" y="12527"/>
                  </a:lnTo>
                  <a:cubicBezTo>
                    <a:pt x="9328" y="12242"/>
                    <a:pt x="9145" y="11985"/>
                    <a:pt x="8875" y="11894"/>
                  </a:cubicBezTo>
                  <a:lnTo>
                    <a:pt x="8875" y="11616"/>
                  </a:lnTo>
                  <a:cubicBezTo>
                    <a:pt x="8875" y="11247"/>
                    <a:pt x="8576" y="10947"/>
                    <a:pt x="8206" y="10947"/>
                  </a:cubicBezTo>
                  <a:lnTo>
                    <a:pt x="7967" y="10947"/>
                  </a:lnTo>
                  <a:cubicBezTo>
                    <a:pt x="7995" y="9709"/>
                    <a:pt x="8269" y="8910"/>
                    <a:pt x="8537" y="8133"/>
                  </a:cubicBezTo>
                  <a:cubicBezTo>
                    <a:pt x="8815" y="7330"/>
                    <a:pt x="9100" y="6500"/>
                    <a:pt x="9100" y="5230"/>
                  </a:cubicBezTo>
                  <a:cubicBezTo>
                    <a:pt x="9100" y="3998"/>
                    <a:pt x="8713" y="3006"/>
                    <a:pt x="7942" y="2271"/>
                  </a:cubicBezTo>
                  <a:cubicBezTo>
                    <a:pt x="7333" y="1687"/>
                    <a:pt x="6577" y="1353"/>
                    <a:pt x="5880" y="1163"/>
                  </a:cubicBezTo>
                  <a:cubicBezTo>
                    <a:pt x="5733" y="540"/>
                    <a:pt x="5395" y="255"/>
                    <a:pt x="5127" y="128"/>
                  </a:cubicBezTo>
                  <a:cubicBezTo>
                    <a:pt x="4962" y="45"/>
                    <a:pt x="4779" y="0"/>
                    <a:pt x="4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85"/>
            <p:cNvSpPr/>
            <p:nvPr/>
          </p:nvSpPr>
          <p:spPr>
            <a:xfrm>
              <a:off x="3929043" y="2948662"/>
              <a:ext cx="25949" cy="16970"/>
            </a:xfrm>
            <a:custGeom>
              <a:rect b="b" l="l" r="r" t="t"/>
              <a:pathLst>
                <a:path extrusionOk="0" h="652" w="997">
                  <a:moveTo>
                    <a:pt x="312" y="1"/>
                  </a:moveTo>
                  <a:cubicBezTo>
                    <a:pt x="116" y="1"/>
                    <a:pt x="0" y="296"/>
                    <a:pt x="219" y="407"/>
                  </a:cubicBezTo>
                  <a:cubicBezTo>
                    <a:pt x="339" y="470"/>
                    <a:pt x="451" y="537"/>
                    <a:pt x="557" y="611"/>
                  </a:cubicBezTo>
                  <a:cubicBezTo>
                    <a:pt x="599" y="639"/>
                    <a:pt x="641" y="651"/>
                    <a:pt x="681" y="651"/>
                  </a:cubicBezTo>
                  <a:cubicBezTo>
                    <a:pt x="866" y="651"/>
                    <a:pt x="996" y="383"/>
                    <a:pt x="796" y="255"/>
                  </a:cubicBezTo>
                  <a:cubicBezTo>
                    <a:pt x="676" y="174"/>
                    <a:pt x="550" y="101"/>
                    <a:pt x="420" y="30"/>
                  </a:cubicBezTo>
                  <a:cubicBezTo>
                    <a:pt x="382" y="10"/>
                    <a:pt x="346" y="1"/>
                    <a:pt x="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85"/>
            <p:cNvSpPr/>
            <p:nvPr/>
          </p:nvSpPr>
          <p:spPr>
            <a:xfrm>
              <a:off x="3851663" y="2958032"/>
              <a:ext cx="11114" cy="17074"/>
            </a:xfrm>
            <a:custGeom>
              <a:rect b="b" l="l" r="r" t="t"/>
              <a:pathLst>
                <a:path extrusionOk="0" h="656" w="427">
                  <a:moveTo>
                    <a:pt x="215" y="1"/>
                  </a:moveTo>
                  <a:cubicBezTo>
                    <a:pt x="96" y="1"/>
                    <a:pt x="1" y="96"/>
                    <a:pt x="1" y="216"/>
                  </a:cubicBezTo>
                  <a:lnTo>
                    <a:pt x="1" y="444"/>
                  </a:lnTo>
                  <a:cubicBezTo>
                    <a:pt x="1" y="560"/>
                    <a:pt x="96" y="655"/>
                    <a:pt x="215" y="655"/>
                  </a:cubicBezTo>
                  <a:cubicBezTo>
                    <a:pt x="332" y="655"/>
                    <a:pt x="427" y="560"/>
                    <a:pt x="427" y="444"/>
                  </a:cubicBezTo>
                  <a:lnTo>
                    <a:pt x="427" y="216"/>
                  </a:lnTo>
                  <a:cubicBezTo>
                    <a:pt x="427" y="96"/>
                    <a:pt x="332"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6" name="Google Shape;17606;p85"/>
          <p:cNvGrpSpPr/>
          <p:nvPr/>
        </p:nvGrpSpPr>
        <p:grpSpPr>
          <a:xfrm>
            <a:off x="3727590" y="2438549"/>
            <a:ext cx="346921" cy="343953"/>
            <a:chOff x="3727590" y="2438549"/>
            <a:chExt cx="346921" cy="343953"/>
          </a:xfrm>
        </p:grpSpPr>
        <p:sp>
          <p:nvSpPr>
            <p:cNvPr id="17607" name="Google Shape;17607;p85"/>
            <p:cNvSpPr/>
            <p:nvPr/>
          </p:nvSpPr>
          <p:spPr>
            <a:xfrm>
              <a:off x="3975294" y="2622147"/>
              <a:ext cx="40421" cy="39770"/>
            </a:xfrm>
            <a:custGeom>
              <a:rect b="b" l="l" r="r" t="t"/>
              <a:pathLst>
                <a:path extrusionOk="0" h="1528" w="1553">
                  <a:moveTo>
                    <a:pt x="1" y="0"/>
                  </a:moveTo>
                  <a:lnTo>
                    <a:pt x="989" y="1527"/>
                  </a:lnTo>
                  <a:lnTo>
                    <a:pt x="1552" y="1527"/>
                  </a:lnTo>
                  <a:cubicBezTo>
                    <a:pt x="1552" y="683"/>
                    <a:pt x="849" y="0"/>
                    <a:pt x="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85"/>
            <p:cNvSpPr/>
            <p:nvPr/>
          </p:nvSpPr>
          <p:spPr>
            <a:xfrm>
              <a:off x="3935003" y="2622147"/>
              <a:ext cx="66058" cy="39848"/>
            </a:xfrm>
            <a:custGeom>
              <a:rect b="b" l="l" r="r" t="t"/>
              <a:pathLst>
                <a:path extrusionOk="0" h="1531" w="2538">
                  <a:moveTo>
                    <a:pt x="1549" y="0"/>
                  </a:moveTo>
                  <a:cubicBezTo>
                    <a:pt x="704" y="0"/>
                    <a:pt x="1" y="683"/>
                    <a:pt x="1" y="1531"/>
                  </a:cubicBezTo>
                  <a:lnTo>
                    <a:pt x="2537" y="1531"/>
                  </a:lnTo>
                  <a:cubicBezTo>
                    <a:pt x="2537" y="683"/>
                    <a:pt x="2087" y="0"/>
                    <a:pt x="154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85"/>
            <p:cNvSpPr/>
            <p:nvPr/>
          </p:nvSpPr>
          <p:spPr>
            <a:xfrm>
              <a:off x="3974851" y="2556194"/>
              <a:ext cx="21993" cy="43986"/>
            </a:xfrm>
            <a:custGeom>
              <a:rect b="b" l="l" r="r" t="t"/>
              <a:pathLst>
                <a:path extrusionOk="0" h="1690" w="845">
                  <a:moveTo>
                    <a:pt x="0" y="1"/>
                  </a:moveTo>
                  <a:lnTo>
                    <a:pt x="0" y="1690"/>
                  </a:lnTo>
                  <a:cubicBezTo>
                    <a:pt x="465" y="1690"/>
                    <a:pt x="845" y="1310"/>
                    <a:pt x="845" y="845"/>
                  </a:cubicBezTo>
                  <a:cubicBezTo>
                    <a:pt x="845" y="381"/>
                    <a:pt x="465" y="1"/>
                    <a:pt x="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85"/>
            <p:cNvSpPr/>
            <p:nvPr/>
          </p:nvSpPr>
          <p:spPr>
            <a:xfrm>
              <a:off x="3826677" y="2622147"/>
              <a:ext cx="40317" cy="39770"/>
            </a:xfrm>
            <a:custGeom>
              <a:rect b="b" l="l" r="r" t="t"/>
              <a:pathLst>
                <a:path extrusionOk="0" h="1528" w="1549">
                  <a:moveTo>
                    <a:pt x="0" y="0"/>
                  </a:moveTo>
                  <a:lnTo>
                    <a:pt x="985" y="1527"/>
                  </a:lnTo>
                  <a:lnTo>
                    <a:pt x="1548" y="1527"/>
                  </a:lnTo>
                  <a:cubicBezTo>
                    <a:pt x="1548" y="683"/>
                    <a:pt x="845" y="0"/>
                    <a:pt x="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85"/>
            <p:cNvSpPr/>
            <p:nvPr/>
          </p:nvSpPr>
          <p:spPr>
            <a:xfrm>
              <a:off x="3786386" y="2622147"/>
              <a:ext cx="66032" cy="39848"/>
            </a:xfrm>
            <a:custGeom>
              <a:rect b="b" l="l" r="r" t="t"/>
              <a:pathLst>
                <a:path extrusionOk="0" h="1531" w="2537">
                  <a:moveTo>
                    <a:pt x="1548" y="0"/>
                  </a:moveTo>
                  <a:cubicBezTo>
                    <a:pt x="704" y="0"/>
                    <a:pt x="0" y="683"/>
                    <a:pt x="0" y="1531"/>
                  </a:cubicBezTo>
                  <a:lnTo>
                    <a:pt x="2533" y="1531"/>
                  </a:lnTo>
                  <a:cubicBezTo>
                    <a:pt x="2537" y="683"/>
                    <a:pt x="2087" y="0"/>
                    <a:pt x="154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85"/>
            <p:cNvSpPr/>
            <p:nvPr/>
          </p:nvSpPr>
          <p:spPr>
            <a:xfrm>
              <a:off x="3826208" y="2556194"/>
              <a:ext cx="22019" cy="43986"/>
            </a:xfrm>
            <a:custGeom>
              <a:rect b="b" l="l" r="r" t="t"/>
              <a:pathLst>
                <a:path extrusionOk="0" h="1690" w="846">
                  <a:moveTo>
                    <a:pt x="1" y="1"/>
                  </a:moveTo>
                  <a:lnTo>
                    <a:pt x="1" y="1690"/>
                  </a:lnTo>
                  <a:cubicBezTo>
                    <a:pt x="465" y="1690"/>
                    <a:pt x="845" y="1310"/>
                    <a:pt x="845" y="845"/>
                  </a:cubicBezTo>
                  <a:cubicBezTo>
                    <a:pt x="845" y="381"/>
                    <a:pt x="465"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85"/>
            <p:cNvSpPr/>
            <p:nvPr/>
          </p:nvSpPr>
          <p:spPr>
            <a:xfrm>
              <a:off x="3901037" y="2624073"/>
              <a:ext cx="54137" cy="54137"/>
            </a:xfrm>
            <a:custGeom>
              <a:rect b="b" l="l" r="r" t="t"/>
              <a:pathLst>
                <a:path extrusionOk="0" h="2080" w="2080">
                  <a:moveTo>
                    <a:pt x="0" y="0"/>
                  </a:moveTo>
                  <a:lnTo>
                    <a:pt x="1235" y="2079"/>
                  </a:lnTo>
                  <a:lnTo>
                    <a:pt x="2080" y="2079"/>
                  </a:lnTo>
                  <a:cubicBezTo>
                    <a:pt x="2080" y="932"/>
                    <a:pt x="1147" y="0"/>
                    <a:pt x="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85"/>
            <p:cNvSpPr/>
            <p:nvPr/>
          </p:nvSpPr>
          <p:spPr>
            <a:xfrm>
              <a:off x="3846900" y="2624073"/>
              <a:ext cx="86307" cy="54137"/>
            </a:xfrm>
            <a:custGeom>
              <a:rect b="b" l="l" r="r" t="t"/>
              <a:pathLst>
                <a:path extrusionOk="0" h="2080" w="3316">
                  <a:moveTo>
                    <a:pt x="2080" y="0"/>
                  </a:moveTo>
                  <a:cubicBezTo>
                    <a:pt x="930" y="0"/>
                    <a:pt x="1" y="932"/>
                    <a:pt x="1" y="2079"/>
                  </a:cubicBezTo>
                  <a:lnTo>
                    <a:pt x="3315" y="2079"/>
                  </a:lnTo>
                  <a:cubicBezTo>
                    <a:pt x="3315" y="932"/>
                    <a:pt x="2763" y="0"/>
                    <a:pt x="20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85"/>
            <p:cNvSpPr/>
            <p:nvPr/>
          </p:nvSpPr>
          <p:spPr>
            <a:xfrm>
              <a:off x="3901402" y="2542373"/>
              <a:ext cx="29333" cy="59733"/>
            </a:xfrm>
            <a:custGeom>
              <a:rect b="b" l="l" r="r" t="t"/>
              <a:pathLst>
                <a:path extrusionOk="0" h="2295" w="1127">
                  <a:moveTo>
                    <a:pt x="0" y="1"/>
                  </a:moveTo>
                  <a:lnTo>
                    <a:pt x="0" y="2295"/>
                  </a:lnTo>
                  <a:cubicBezTo>
                    <a:pt x="627" y="2284"/>
                    <a:pt x="1126" y="1774"/>
                    <a:pt x="1126" y="1148"/>
                  </a:cubicBezTo>
                  <a:cubicBezTo>
                    <a:pt x="1126" y="525"/>
                    <a:pt x="627" y="15"/>
                    <a:pt x="0"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85"/>
            <p:cNvSpPr/>
            <p:nvPr/>
          </p:nvSpPr>
          <p:spPr>
            <a:xfrm>
              <a:off x="3871366" y="2542373"/>
              <a:ext cx="44976" cy="59733"/>
            </a:xfrm>
            <a:custGeom>
              <a:rect b="b" l="l" r="r" t="t"/>
              <a:pathLst>
                <a:path extrusionOk="0" h="2295" w="1728">
                  <a:moveTo>
                    <a:pt x="1126" y="1"/>
                  </a:moveTo>
                  <a:cubicBezTo>
                    <a:pt x="500" y="15"/>
                    <a:pt x="0" y="525"/>
                    <a:pt x="0" y="1148"/>
                  </a:cubicBezTo>
                  <a:cubicBezTo>
                    <a:pt x="0" y="1774"/>
                    <a:pt x="500" y="2284"/>
                    <a:pt x="1126" y="2295"/>
                  </a:cubicBezTo>
                  <a:lnTo>
                    <a:pt x="1154" y="2295"/>
                  </a:lnTo>
                  <a:cubicBezTo>
                    <a:pt x="1471" y="2281"/>
                    <a:pt x="1728" y="1774"/>
                    <a:pt x="1728" y="1148"/>
                  </a:cubicBezTo>
                  <a:cubicBezTo>
                    <a:pt x="1728" y="525"/>
                    <a:pt x="1471" y="18"/>
                    <a:pt x="115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85"/>
            <p:cNvSpPr/>
            <p:nvPr/>
          </p:nvSpPr>
          <p:spPr>
            <a:xfrm>
              <a:off x="3804241" y="2556194"/>
              <a:ext cx="29333" cy="43986"/>
            </a:xfrm>
            <a:custGeom>
              <a:rect b="b" l="l" r="r" t="t"/>
              <a:pathLst>
                <a:path extrusionOk="0" h="1690" w="1127">
                  <a:moveTo>
                    <a:pt x="845" y="1"/>
                  </a:moveTo>
                  <a:cubicBezTo>
                    <a:pt x="377" y="1"/>
                    <a:pt x="0" y="381"/>
                    <a:pt x="0" y="845"/>
                  </a:cubicBezTo>
                  <a:cubicBezTo>
                    <a:pt x="0" y="1310"/>
                    <a:pt x="377" y="1690"/>
                    <a:pt x="845" y="1690"/>
                  </a:cubicBezTo>
                  <a:cubicBezTo>
                    <a:pt x="999" y="1690"/>
                    <a:pt x="1126" y="1313"/>
                    <a:pt x="1126" y="845"/>
                  </a:cubicBezTo>
                  <a:cubicBezTo>
                    <a:pt x="1126" y="381"/>
                    <a:pt x="999"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85"/>
            <p:cNvSpPr/>
            <p:nvPr/>
          </p:nvSpPr>
          <p:spPr>
            <a:xfrm>
              <a:off x="3952858" y="2556194"/>
              <a:ext cx="29333" cy="43986"/>
            </a:xfrm>
            <a:custGeom>
              <a:rect b="b" l="l" r="r" t="t"/>
              <a:pathLst>
                <a:path extrusionOk="0" h="1690" w="1127">
                  <a:moveTo>
                    <a:pt x="845" y="1"/>
                  </a:moveTo>
                  <a:cubicBezTo>
                    <a:pt x="381" y="1"/>
                    <a:pt x="1" y="381"/>
                    <a:pt x="1" y="845"/>
                  </a:cubicBezTo>
                  <a:cubicBezTo>
                    <a:pt x="1" y="1310"/>
                    <a:pt x="381" y="1690"/>
                    <a:pt x="845" y="1690"/>
                  </a:cubicBezTo>
                  <a:cubicBezTo>
                    <a:pt x="1000" y="1690"/>
                    <a:pt x="1127" y="1313"/>
                    <a:pt x="1127" y="845"/>
                  </a:cubicBezTo>
                  <a:cubicBezTo>
                    <a:pt x="1127" y="381"/>
                    <a:pt x="1000"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85"/>
            <p:cNvSpPr/>
            <p:nvPr/>
          </p:nvSpPr>
          <p:spPr>
            <a:xfrm>
              <a:off x="3948381" y="2550650"/>
              <a:ext cx="64210" cy="55022"/>
            </a:xfrm>
            <a:custGeom>
              <a:rect b="b" l="l" r="r" t="t"/>
              <a:pathLst>
                <a:path extrusionOk="0" h="2114" w="2467">
                  <a:moveTo>
                    <a:pt x="1056" y="425"/>
                  </a:moveTo>
                  <a:cubicBezTo>
                    <a:pt x="1619" y="425"/>
                    <a:pt x="1900" y="1108"/>
                    <a:pt x="1503" y="1505"/>
                  </a:cubicBezTo>
                  <a:cubicBezTo>
                    <a:pt x="1374" y="1635"/>
                    <a:pt x="1216" y="1693"/>
                    <a:pt x="1060" y="1693"/>
                  </a:cubicBezTo>
                  <a:cubicBezTo>
                    <a:pt x="735" y="1693"/>
                    <a:pt x="423" y="1439"/>
                    <a:pt x="423" y="1058"/>
                  </a:cubicBezTo>
                  <a:cubicBezTo>
                    <a:pt x="423"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85"/>
            <p:cNvSpPr/>
            <p:nvPr/>
          </p:nvSpPr>
          <p:spPr>
            <a:xfrm>
              <a:off x="3948954" y="2616655"/>
              <a:ext cx="72148" cy="50754"/>
            </a:xfrm>
            <a:custGeom>
              <a:rect b="b" l="l" r="r" t="t"/>
              <a:pathLst>
                <a:path extrusionOk="0" h="1950" w="2772">
                  <a:moveTo>
                    <a:pt x="1034" y="0"/>
                  </a:moveTo>
                  <a:cubicBezTo>
                    <a:pt x="745" y="0"/>
                    <a:pt x="464" y="70"/>
                    <a:pt x="211" y="204"/>
                  </a:cubicBezTo>
                  <a:cubicBezTo>
                    <a:pt x="0" y="318"/>
                    <a:pt x="113" y="604"/>
                    <a:pt x="306" y="604"/>
                  </a:cubicBezTo>
                  <a:cubicBezTo>
                    <a:pt x="339" y="604"/>
                    <a:pt x="375" y="596"/>
                    <a:pt x="411" y="577"/>
                  </a:cubicBezTo>
                  <a:cubicBezTo>
                    <a:pt x="612" y="470"/>
                    <a:pt x="823" y="421"/>
                    <a:pt x="1030" y="421"/>
                  </a:cubicBezTo>
                  <a:cubicBezTo>
                    <a:pt x="1648" y="421"/>
                    <a:pt x="2225" y="861"/>
                    <a:pt x="2336" y="1531"/>
                  </a:cubicBezTo>
                  <a:lnTo>
                    <a:pt x="1034" y="1531"/>
                  </a:lnTo>
                  <a:cubicBezTo>
                    <a:pt x="1030" y="1530"/>
                    <a:pt x="1025" y="1530"/>
                    <a:pt x="1021" y="1530"/>
                  </a:cubicBezTo>
                  <a:cubicBezTo>
                    <a:pt x="904" y="1530"/>
                    <a:pt x="812" y="1623"/>
                    <a:pt x="812" y="1738"/>
                  </a:cubicBezTo>
                  <a:cubicBezTo>
                    <a:pt x="812" y="1857"/>
                    <a:pt x="904" y="1950"/>
                    <a:pt x="1021" y="1950"/>
                  </a:cubicBezTo>
                  <a:cubicBezTo>
                    <a:pt x="1025" y="1950"/>
                    <a:pt x="1030" y="1950"/>
                    <a:pt x="1034" y="1949"/>
                  </a:cubicBezTo>
                  <a:lnTo>
                    <a:pt x="2561" y="1949"/>
                  </a:lnTo>
                  <a:cubicBezTo>
                    <a:pt x="2680" y="1949"/>
                    <a:pt x="2772" y="1858"/>
                    <a:pt x="2772" y="1738"/>
                  </a:cubicBezTo>
                  <a:cubicBezTo>
                    <a:pt x="2772" y="778"/>
                    <a:pt x="1994" y="0"/>
                    <a:pt x="10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85"/>
            <p:cNvSpPr/>
            <p:nvPr/>
          </p:nvSpPr>
          <p:spPr>
            <a:xfrm>
              <a:off x="3780790" y="2616551"/>
              <a:ext cx="71940" cy="50858"/>
            </a:xfrm>
            <a:custGeom>
              <a:rect b="b" l="l" r="r" t="t"/>
              <a:pathLst>
                <a:path extrusionOk="0" h="1954" w="2764">
                  <a:moveTo>
                    <a:pt x="1747" y="1"/>
                  </a:moveTo>
                  <a:cubicBezTo>
                    <a:pt x="835" y="1"/>
                    <a:pt x="4" y="732"/>
                    <a:pt x="4" y="1746"/>
                  </a:cubicBezTo>
                  <a:cubicBezTo>
                    <a:pt x="1" y="1860"/>
                    <a:pt x="92" y="1953"/>
                    <a:pt x="209" y="1953"/>
                  </a:cubicBezTo>
                  <a:cubicBezTo>
                    <a:pt x="211" y="1953"/>
                    <a:pt x="213" y="1953"/>
                    <a:pt x="215" y="1953"/>
                  </a:cubicBezTo>
                  <a:lnTo>
                    <a:pt x="1763" y="1953"/>
                  </a:lnTo>
                  <a:cubicBezTo>
                    <a:pt x="1879" y="1953"/>
                    <a:pt x="1974" y="1862"/>
                    <a:pt x="1974" y="1746"/>
                  </a:cubicBezTo>
                  <a:cubicBezTo>
                    <a:pt x="1974" y="1626"/>
                    <a:pt x="1879" y="1535"/>
                    <a:pt x="1763" y="1535"/>
                  </a:cubicBezTo>
                  <a:lnTo>
                    <a:pt x="444" y="1535"/>
                  </a:lnTo>
                  <a:cubicBezTo>
                    <a:pt x="554" y="865"/>
                    <a:pt x="1129" y="425"/>
                    <a:pt x="1746" y="425"/>
                  </a:cubicBezTo>
                  <a:cubicBezTo>
                    <a:pt x="1953" y="425"/>
                    <a:pt x="2164" y="474"/>
                    <a:pt x="2365" y="581"/>
                  </a:cubicBezTo>
                  <a:cubicBezTo>
                    <a:pt x="2398" y="596"/>
                    <a:pt x="2430" y="603"/>
                    <a:pt x="2460" y="603"/>
                  </a:cubicBezTo>
                  <a:cubicBezTo>
                    <a:pt x="2651" y="603"/>
                    <a:pt x="2763" y="327"/>
                    <a:pt x="2565" y="208"/>
                  </a:cubicBezTo>
                  <a:cubicBezTo>
                    <a:pt x="2299" y="66"/>
                    <a:pt x="2019" y="1"/>
                    <a:pt x="17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85"/>
            <p:cNvSpPr/>
            <p:nvPr/>
          </p:nvSpPr>
          <p:spPr>
            <a:xfrm>
              <a:off x="3798749" y="2550650"/>
              <a:ext cx="64210" cy="55022"/>
            </a:xfrm>
            <a:custGeom>
              <a:rect b="b" l="l" r="r" t="t"/>
              <a:pathLst>
                <a:path extrusionOk="0" h="2114" w="2467">
                  <a:moveTo>
                    <a:pt x="1056" y="425"/>
                  </a:moveTo>
                  <a:cubicBezTo>
                    <a:pt x="1619" y="425"/>
                    <a:pt x="1904" y="1108"/>
                    <a:pt x="1502" y="1505"/>
                  </a:cubicBezTo>
                  <a:cubicBezTo>
                    <a:pt x="1374" y="1635"/>
                    <a:pt x="1216" y="1693"/>
                    <a:pt x="1060" y="1693"/>
                  </a:cubicBezTo>
                  <a:cubicBezTo>
                    <a:pt x="735" y="1693"/>
                    <a:pt x="422" y="1439"/>
                    <a:pt x="422" y="1058"/>
                  </a:cubicBezTo>
                  <a:cubicBezTo>
                    <a:pt x="422"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85"/>
            <p:cNvSpPr/>
            <p:nvPr/>
          </p:nvSpPr>
          <p:spPr>
            <a:xfrm>
              <a:off x="3865692" y="2536933"/>
              <a:ext cx="73450" cy="70769"/>
            </a:xfrm>
            <a:custGeom>
              <a:rect b="b" l="l" r="r" t="t"/>
              <a:pathLst>
                <a:path extrusionOk="0" h="2719" w="2822">
                  <a:moveTo>
                    <a:pt x="1358" y="421"/>
                  </a:moveTo>
                  <a:cubicBezTo>
                    <a:pt x="2192" y="421"/>
                    <a:pt x="2611" y="1431"/>
                    <a:pt x="2020" y="2018"/>
                  </a:cubicBezTo>
                  <a:cubicBezTo>
                    <a:pt x="1829" y="2210"/>
                    <a:pt x="1594" y="2296"/>
                    <a:pt x="1364" y="2296"/>
                  </a:cubicBezTo>
                  <a:cubicBezTo>
                    <a:pt x="883" y="2296"/>
                    <a:pt x="422" y="1923"/>
                    <a:pt x="422" y="1357"/>
                  </a:cubicBezTo>
                  <a:cubicBezTo>
                    <a:pt x="422" y="843"/>
                    <a:pt x="841" y="424"/>
                    <a:pt x="1358" y="421"/>
                  </a:cubicBezTo>
                  <a:close/>
                  <a:moveTo>
                    <a:pt x="1357" y="0"/>
                  </a:moveTo>
                  <a:cubicBezTo>
                    <a:pt x="1182" y="0"/>
                    <a:pt x="1005" y="34"/>
                    <a:pt x="838" y="104"/>
                  </a:cubicBezTo>
                  <a:cubicBezTo>
                    <a:pt x="331" y="315"/>
                    <a:pt x="0" y="808"/>
                    <a:pt x="0" y="1360"/>
                  </a:cubicBezTo>
                  <a:cubicBezTo>
                    <a:pt x="0" y="2110"/>
                    <a:pt x="609" y="2715"/>
                    <a:pt x="1358" y="2718"/>
                  </a:cubicBezTo>
                  <a:cubicBezTo>
                    <a:pt x="1907" y="2718"/>
                    <a:pt x="2403" y="2384"/>
                    <a:pt x="2611" y="1877"/>
                  </a:cubicBezTo>
                  <a:cubicBezTo>
                    <a:pt x="2822" y="1371"/>
                    <a:pt x="2706" y="787"/>
                    <a:pt x="2319" y="400"/>
                  </a:cubicBezTo>
                  <a:cubicBezTo>
                    <a:pt x="2058" y="138"/>
                    <a:pt x="1710"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85"/>
            <p:cNvSpPr/>
            <p:nvPr/>
          </p:nvSpPr>
          <p:spPr>
            <a:xfrm>
              <a:off x="3841408" y="2618555"/>
              <a:ext cx="119258" cy="65147"/>
            </a:xfrm>
            <a:custGeom>
              <a:rect b="b" l="l" r="r" t="t"/>
              <a:pathLst>
                <a:path extrusionOk="0" h="2503" w="4582">
                  <a:moveTo>
                    <a:pt x="2288" y="423"/>
                  </a:moveTo>
                  <a:cubicBezTo>
                    <a:pt x="3238" y="423"/>
                    <a:pt x="4040" y="1137"/>
                    <a:pt x="4145" y="2080"/>
                  </a:cubicBezTo>
                  <a:lnTo>
                    <a:pt x="433" y="2080"/>
                  </a:lnTo>
                  <a:cubicBezTo>
                    <a:pt x="539" y="1137"/>
                    <a:pt x="1338" y="423"/>
                    <a:pt x="2288" y="423"/>
                  </a:cubicBezTo>
                  <a:close/>
                  <a:moveTo>
                    <a:pt x="2291" y="1"/>
                  </a:moveTo>
                  <a:cubicBezTo>
                    <a:pt x="1025" y="4"/>
                    <a:pt x="1" y="1028"/>
                    <a:pt x="1" y="2291"/>
                  </a:cubicBezTo>
                  <a:cubicBezTo>
                    <a:pt x="1" y="2411"/>
                    <a:pt x="96" y="2503"/>
                    <a:pt x="212" y="2503"/>
                  </a:cubicBezTo>
                  <a:lnTo>
                    <a:pt x="4371" y="2503"/>
                  </a:lnTo>
                  <a:cubicBezTo>
                    <a:pt x="4487" y="2503"/>
                    <a:pt x="4582" y="2411"/>
                    <a:pt x="4582" y="2291"/>
                  </a:cubicBezTo>
                  <a:cubicBezTo>
                    <a:pt x="4578" y="1028"/>
                    <a:pt x="3554" y="4"/>
                    <a:pt x="2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85"/>
            <p:cNvSpPr/>
            <p:nvPr/>
          </p:nvSpPr>
          <p:spPr>
            <a:xfrm>
              <a:off x="3727590" y="2438549"/>
              <a:ext cx="346921" cy="343953"/>
            </a:xfrm>
            <a:custGeom>
              <a:rect b="b" l="l" r="r" t="t"/>
              <a:pathLst>
                <a:path extrusionOk="0" h="13215" w="13329">
                  <a:moveTo>
                    <a:pt x="6872" y="1136"/>
                  </a:moveTo>
                  <a:cubicBezTo>
                    <a:pt x="9725" y="1249"/>
                    <a:pt x="12012" y="3536"/>
                    <a:pt x="12125" y="6389"/>
                  </a:cubicBezTo>
                  <a:lnTo>
                    <a:pt x="11622" y="6389"/>
                  </a:lnTo>
                  <a:cubicBezTo>
                    <a:pt x="11618" y="6389"/>
                    <a:pt x="11614" y="6389"/>
                    <a:pt x="11610" y="6389"/>
                  </a:cubicBezTo>
                  <a:cubicBezTo>
                    <a:pt x="11495" y="6389"/>
                    <a:pt x="11400" y="6485"/>
                    <a:pt x="11400" y="6600"/>
                  </a:cubicBezTo>
                  <a:cubicBezTo>
                    <a:pt x="11400" y="6718"/>
                    <a:pt x="11499" y="6811"/>
                    <a:pt x="11615" y="6811"/>
                  </a:cubicBezTo>
                  <a:cubicBezTo>
                    <a:pt x="11617" y="6811"/>
                    <a:pt x="11620" y="6811"/>
                    <a:pt x="11622" y="6811"/>
                  </a:cubicBezTo>
                  <a:lnTo>
                    <a:pt x="12125" y="6811"/>
                  </a:lnTo>
                  <a:cubicBezTo>
                    <a:pt x="12012" y="9661"/>
                    <a:pt x="9725" y="11948"/>
                    <a:pt x="6875" y="12064"/>
                  </a:cubicBezTo>
                  <a:lnTo>
                    <a:pt x="6875" y="12061"/>
                  </a:lnTo>
                  <a:lnTo>
                    <a:pt x="6875" y="11558"/>
                  </a:lnTo>
                  <a:cubicBezTo>
                    <a:pt x="6879" y="11438"/>
                    <a:pt x="6784" y="11340"/>
                    <a:pt x="6664" y="11340"/>
                  </a:cubicBezTo>
                  <a:cubicBezTo>
                    <a:pt x="6541" y="11340"/>
                    <a:pt x="6446" y="11438"/>
                    <a:pt x="6453" y="11558"/>
                  </a:cubicBezTo>
                  <a:lnTo>
                    <a:pt x="6453" y="12061"/>
                  </a:lnTo>
                  <a:cubicBezTo>
                    <a:pt x="3600" y="11948"/>
                    <a:pt x="1313" y="9665"/>
                    <a:pt x="1200" y="6811"/>
                  </a:cubicBezTo>
                  <a:lnTo>
                    <a:pt x="1703" y="6811"/>
                  </a:lnTo>
                  <a:cubicBezTo>
                    <a:pt x="1971" y="6797"/>
                    <a:pt x="1971" y="6400"/>
                    <a:pt x="1703" y="6389"/>
                  </a:cubicBezTo>
                  <a:lnTo>
                    <a:pt x="1200" y="6389"/>
                  </a:lnTo>
                  <a:cubicBezTo>
                    <a:pt x="1313" y="3536"/>
                    <a:pt x="3600" y="1249"/>
                    <a:pt x="6450" y="1136"/>
                  </a:cubicBezTo>
                  <a:lnTo>
                    <a:pt x="6450" y="1639"/>
                  </a:lnTo>
                  <a:cubicBezTo>
                    <a:pt x="6457" y="1775"/>
                    <a:pt x="6560" y="1842"/>
                    <a:pt x="6662" y="1842"/>
                  </a:cubicBezTo>
                  <a:cubicBezTo>
                    <a:pt x="6765" y="1842"/>
                    <a:pt x="6867" y="1775"/>
                    <a:pt x="6872" y="1639"/>
                  </a:cubicBezTo>
                  <a:lnTo>
                    <a:pt x="6872" y="1136"/>
                  </a:lnTo>
                  <a:close/>
                  <a:moveTo>
                    <a:pt x="6663" y="1"/>
                  </a:moveTo>
                  <a:cubicBezTo>
                    <a:pt x="6560" y="1"/>
                    <a:pt x="6458" y="68"/>
                    <a:pt x="6453" y="204"/>
                  </a:cubicBezTo>
                  <a:lnTo>
                    <a:pt x="6453" y="714"/>
                  </a:lnTo>
                  <a:cubicBezTo>
                    <a:pt x="3367" y="830"/>
                    <a:pt x="894" y="3304"/>
                    <a:pt x="781" y="6389"/>
                  </a:cubicBezTo>
                  <a:lnTo>
                    <a:pt x="268" y="6389"/>
                  </a:lnTo>
                  <a:cubicBezTo>
                    <a:pt x="0" y="6400"/>
                    <a:pt x="0" y="6797"/>
                    <a:pt x="268" y="6811"/>
                  </a:cubicBezTo>
                  <a:lnTo>
                    <a:pt x="781" y="6811"/>
                  </a:lnTo>
                  <a:cubicBezTo>
                    <a:pt x="894" y="9894"/>
                    <a:pt x="3367" y="12367"/>
                    <a:pt x="6453" y="12483"/>
                  </a:cubicBezTo>
                  <a:lnTo>
                    <a:pt x="6453" y="12997"/>
                  </a:lnTo>
                  <a:cubicBezTo>
                    <a:pt x="6446" y="13116"/>
                    <a:pt x="6545" y="13215"/>
                    <a:pt x="6664" y="13215"/>
                  </a:cubicBezTo>
                  <a:cubicBezTo>
                    <a:pt x="6784" y="13215"/>
                    <a:pt x="6879" y="13116"/>
                    <a:pt x="6875" y="12997"/>
                  </a:cubicBezTo>
                  <a:lnTo>
                    <a:pt x="6875" y="12487"/>
                  </a:lnTo>
                  <a:cubicBezTo>
                    <a:pt x="9961" y="12371"/>
                    <a:pt x="12435" y="9897"/>
                    <a:pt x="12547" y="6811"/>
                  </a:cubicBezTo>
                  <a:lnTo>
                    <a:pt x="13061" y="6811"/>
                  </a:lnTo>
                  <a:cubicBezTo>
                    <a:pt x="13328" y="6801"/>
                    <a:pt x="13328" y="6403"/>
                    <a:pt x="13061" y="6389"/>
                  </a:cubicBezTo>
                  <a:lnTo>
                    <a:pt x="12547" y="6389"/>
                  </a:lnTo>
                  <a:cubicBezTo>
                    <a:pt x="12435" y="3304"/>
                    <a:pt x="9961" y="830"/>
                    <a:pt x="6875" y="714"/>
                  </a:cubicBezTo>
                  <a:lnTo>
                    <a:pt x="6875" y="204"/>
                  </a:lnTo>
                  <a:cubicBezTo>
                    <a:pt x="6868" y="68"/>
                    <a:pt x="6765" y="1"/>
                    <a:pt x="66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6" name="Google Shape;17626;p85"/>
          <p:cNvGrpSpPr/>
          <p:nvPr/>
        </p:nvGrpSpPr>
        <p:grpSpPr>
          <a:xfrm>
            <a:off x="6085968" y="1559106"/>
            <a:ext cx="356004" cy="289061"/>
            <a:chOff x="6085968" y="1559106"/>
            <a:chExt cx="356004" cy="289061"/>
          </a:xfrm>
        </p:grpSpPr>
        <p:sp>
          <p:nvSpPr>
            <p:cNvPr id="17627" name="Google Shape;17627;p85"/>
            <p:cNvSpPr/>
            <p:nvPr/>
          </p:nvSpPr>
          <p:spPr>
            <a:xfrm>
              <a:off x="6091095" y="1586591"/>
              <a:ext cx="345645" cy="256345"/>
            </a:xfrm>
            <a:custGeom>
              <a:rect b="b" l="l" r="r" t="t"/>
              <a:pathLst>
                <a:path extrusionOk="0" h="9849" w="13280">
                  <a:moveTo>
                    <a:pt x="645" y="0"/>
                  </a:moveTo>
                  <a:cubicBezTo>
                    <a:pt x="289" y="0"/>
                    <a:pt x="4" y="289"/>
                    <a:pt x="4" y="644"/>
                  </a:cubicBezTo>
                  <a:lnTo>
                    <a:pt x="4" y="9208"/>
                  </a:lnTo>
                  <a:cubicBezTo>
                    <a:pt x="1" y="9560"/>
                    <a:pt x="289" y="9849"/>
                    <a:pt x="645" y="9849"/>
                  </a:cubicBezTo>
                  <a:lnTo>
                    <a:pt x="12636" y="9849"/>
                  </a:lnTo>
                  <a:cubicBezTo>
                    <a:pt x="12991" y="9849"/>
                    <a:pt x="13279" y="9564"/>
                    <a:pt x="13279" y="9208"/>
                  </a:cubicBezTo>
                  <a:lnTo>
                    <a:pt x="13279" y="644"/>
                  </a:lnTo>
                  <a:cubicBezTo>
                    <a:pt x="13279" y="289"/>
                    <a:pt x="12991" y="0"/>
                    <a:pt x="1263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85"/>
            <p:cNvSpPr/>
            <p:nvPr/>
          </p:nvSpPr>
          <p:spPr>
            <a:xfrm>
              <a:off x="6091199" y="1586591"/>
              <a:ext cx="345541" cy="33445"/>
            </a:xfrm>
            <a:custGeom>
              <a:rect b="b" l="l" r="r" t="t"/>
              <a:pathLst>
                <a:path extrusionOk="0" h="1285" w="13276">
                  <a:moveTo>
                    <a:pt x="641" y="0"/>
                  </a:moveTo>
                  <a:cubicBezTo>
                    <a:pt x="285" y="0"/>
                    <a:pt x="0" y="289"/>
                    <a:pt x="0" y="644"/>
                  </a:cubicBezTo>
                  <a:lnTo>
                    <a:pt x="0" y="1285"/>
                  </a:lnTo>
                  <a:lnTo>
                    <a:pt x="13275" y="1285"/>
                  </a:lnTo>
                  <a:lnTo>
                    <a:pt x="13275" y="644"/>
                  </a:lnTo>
                  <a:cubicBezTo>
                    <a:pt x="13275" y="289"/>
                    <a:pt x="12987" y="0"/>
                    <a:pt x="12632"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85"/>
            <p:cNvSpPr/>
            <p:nvPr/>
          </p:nvSpPr>
          <p:spPr>
            <a:xfrm>
              <a:off x="6107857" y="1586591"/>
              <a:ext cx="55803" cy="27875"/>
            </a:xfrm>
            <a:custGeom>
              <a:rect b="b" l="l" r="r" t="t"/>
              <a:pathLst>
                <a:path extrusionOk="0" h="1071" w="2144">
                  <a:moveTo>
                    <a:pt x="1" y="0"/>
                  </a:moveTo>
                  <a:lnTo>
                    <a:pt x="1" y="215"/>
                  </a:lnTo>
                  <a:cubicBezTo>
                    <a:pt x="1" y="687"/>
                    <a:pt x="384" y="1070"/>
                    <a:pt x="859" y="1070"/>
                  </a:cubicBezTo>
                  <a:lnTo>
                    <a:pt x="1285" y="1070"/>
                  </a:lnTo>
                  <a:cubicBezTo>
                    <a:pt x="1760" y="1070"/>
                    <a:pt x="2143" y="687"/>
                    <a:pt x="2143" y="215"/>
                  </a:cubicBezTo>
                  <a:lnTo>
                    <a:pt x="214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85"/>
            <p:cNvSpPr/>
            <p:nvPr/>
          </p:nvSpPr>
          <p:spPr>
            <a:xfrm>
              <a:off x="6364280" y="1586591"/>
              <a:ext cx="55699" cy="27875"/>
            </a:xfrm>
            <a:custGeom>
              <a:rect b="b" l="l" r="r" t="t"/>
              <a:pathLst>
                <a:path extrusionOk="0" h="1071" w="2140">
                  <a:moveTo>
                    <a:pt x="0" y="0"/>
                  </a:moveTo>
                  <a:lnTo>
                    <a:pt x="0" y="215"/>
                  </a:lnTo>
                  <a:cubicBezTo>
                    <a:pt x="0" y="687"/>
                    <a:pt x="384" y="1070"/>
                    <a:pt x="855" y="1070"/>
                  </a:cubicBezTo>
                  <a:lnTo>
                    <a:pt x="1285" y="1070"/>
                  </a:lnTo>
                  <a:cubicBezTo>
                    <a:pt x="1756" y="1070"/>
                    <a:pt x="2140" y="687"/>
                    <a:pt x="2140" y="215"/>
                  </a:cubicBezTo>
                  <a:lnTo>
                    <a:pt x="214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85"/>
            <p:cNvSpPr/>
            <p:nvPr/>
          </p:nvSpPr>
          <p:spPr>
            <a:xfrm>
              <a:off x="6124619" y="1564338"/>
              <a:ext cx="22280" cy="33445"/>
            </a:xfrm>
            <a:custGeom>
              <a:rect b="b" l="l" r="r" t="t"/>
              <a:pathLst>
                <a:path extrusionOk="0" h="1285" w="856">
                  <a:moveTo>
                    <a:pt x="215" y="0"/>
                  </a:moveTo>
                  <a:cubicBezTo>
                    <a:pt x="96" y="0"/>
                    <a:pt x="1" y="95"/>
                    <a:pt x="1" y="212"/>
                  </a:cubicBezTo>
                  <a:lnTo>
                    <a:pt x="1" y="1070"/>
                  </a:lnTo>
                  <a:cubicBezTo>
                    <a:pt x="1" y="1186"/>
                    <a:pt x="96" y="1285"/>
                    <a:pt x="215" y="1285"/>
                  </a:cubicBezTo>
                  <a:lnTo>
                    <a:pt x="641" y="1285"/>
                  </a:lnTo>
                  <a:cubicBezTo>
                    <a:pt x="761" y="1285"/>
                    <a:pt x="856" y="1186"/>
                    <a:pt x="856" y="1070"/>
                  </a:cubicBezTo>
                  <a:lnTo>
                    <a:pt x="856" y="212"/>
                  </a:lnTo>
                  <a:cubicBezTo>
                    <a:pt x="856" y="95"/>
                    <a:pt x="761" y="0"/>
                    <a:pt x="64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85"/>
            <p:cNvSpPr/>
            <p:nvPr/>
          </p:nvSpPr>
          <p:spPr>
            <a:xfrm>
              <a:off x="6124619" y="1564338"/>
              <a:ext cx="22280" cy="16684"/>
            </a:xfrm>
            <a:custGeom>
              <a:rect b="b" l="l" r="r" t="t"/>
              <a:pathLst>
                <a:path extrusionOk="0" h="641" w="856">
                  <a:moveTo>
                    <a:pt x="647" y="0"/>
                  </a:moveTo>
                  <a:cubicBezTo>
                    <a:pt x="645" y="0"/>
                    <a:pt x="643" y="0"/>
                    <a:pt x="641" y="0"/>
                  </a:cubicBezTo>
                  <a:lnTo>
                    <a:pt x="215" y="0"/>
                  </a:lnTo>
                  <a:cubicBezTo>
                    <a:pt x="96" y="0"/>
                    <a:pt x="1" y="95"/>
                    <a:pt x="1" y="212"/>
                  </a:cubicBezTo>
                  <a:lnTo>
                    <a:pt x="1" y="641"/>
                  </a:lnTo>
                  <a:lnTo>
                    <a:pt x="856" y="641"/>
                  </a:lnTo>
                  <a:lnTo>
                    <a:pt x="856" y="212"/>
                  </a:lnTo>
                  <a:cubicBezTo>
                    <a:pt x="856" y="97"/>
                    <a:pt x="764" y="0"/>
                    <a:pt x="64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85"/>
            <p:cNvSpPr/>
            <p:nvPr/>
          </p:nvSpPr>
          <p:spPr>
            <a:xfrm>
              <a:off x="6380937" y="1564338"/>
              <a:ext cx="22384" cy="33445"/>
            </a:xfrm>
            <a:custGeom>
              <a:rect b="b" l="l" r="r" t="t"/>
              <a:pathLst>
                <a:path extrusionOk="0" h="1285" w="860">
                  <a:moveTo>
                    <a:pt x="651" y="0"/>
                  </a:moveTo>
                  <a:cubicBezTo>
                    <a:pt x="649" y="0"/>
                    <a:pt x="647" y="0"/>
                    <a:pt x="645" y="0"/>
                  </a:cubicBezTo>
                  <a:lnTo>
                    <a:pt x="215" y="0"/>
                  </a:lnTo>
                  <a:cubicBezTo>
                    <a:pt x="96" y="0"/>
                    <a:pt x="1" y="95"/>
                    <a:pt x="1" y="212"/>
                  </a:cubicBezTo>
                  <a:lnTo>
                    <a:pt x="1" y="1070"/>
                  </a:lnTo>
                  <a:cubicBezTo>
                    <a:pt x="1" y="1186"/>
                    <a:pt x="96" y="1285"/>
                    <a:pt x="215" y="1285"/>
                  </a:cubicBezTo>
                  <a:lnTo>
                    <a:pt x="645" y="1285"/>
                  </a:lnTo>
                  <a:cubicBezTo>
                    <a:pt x="761" y="1285"/>
                    <a:pt x="859" y="1186"/>
                    <a:pt x="859" y="1070"/>
                  </a:cubicBezTo>
                  <a:lnTo>
                    <a:pt x="859" y="212"/>
                  </a:lnTo>
                  <a:cubicBezTo>
                    <a:pt x="859" y="97"/>
                    <a:pt x="764" y="0"/>
                    <a:pt x="65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85"/>
            <p:cNvSpPr/>
            <p:nvPr/>
          </p:nvSpPr>
          <p:spPr>
            <a:xfrm>
              <a:off x="6380937" y="1564338"/>
              <a:ext cx="22384" cy="16684"/>
            </a:xfrm>
            <a:custGeom>
              <a:rect b="b" l="l" r="r" t="t"/>
              <a:pathLst>
                <a:path extrusionOk="0" h="641" w="860">
                  <a:moveTo>
                    <a:pt x="215" y="0"/>
                  </a:moveTo>
                  <a:cubicBezTo>
                    <a:pt x="96" y="0"/>
                    <a:pt x="1" y="95"/>
                    <a:pt x="1" y="212"/>
                  </a:cubicBezTo>
                  <a:lnTo>
                    <a:pt x="1" y="641"/>
                  </a:lnTo>
                  <a:lnTo>
                    <a:pt x="859" y="641"/>
                  </a:lnTo>
                  <a:lnTo>
                    <a:pt x="859" y="212"/>
                  </a:lnTo>
                  <a:cubicBezTo>
                    <a:pt x="859" y="95"/>
                    <a:pt x="761" y="0"/>
                    <a:pt x="64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85"/>
            <p:cNvSpPr/>
            <p:nvPr/>
          </p:nvSpPr>
          <p:spPr>
            <a:xfrm>
              <a:off x="6091199" y="1620010"/>
              <a:ext cx="345541" cy="16788"/>
            </a:xfrm>
            <a:custGeom>
              <a:rect b="b" l="l" r="r" t="t"/>
              <a:pathLst>
                <a:path extrusionOk="0" h="645" w="13276">
                  <a:moveTo>
                    <a:pt x="0" y="1"/>
                  </a:moveTo>
                  <a:lnTo>
                    <a:pt x="0" y="645"/>
                  </a:lnTo>
                  <a:lnTo>
                    <a:pt x="13275" y="645"/>
                  </a:lnTo>
                  <a:lnTo>
                    <a:pt x="1327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85"/>
            <p:cNvSpPr/>
            <p:nvPr/>
          </p:nvSpPr>
          <p:spPr>
            <a:xfrm>
              <a:off x="6085968" y="1559106"/>
              <a:ext cx="356004" cy="289061"/>
            </a:xfrm>
            <a:custGeom>
              <a:rect b="b" l="l" r="r" t="t"/>
              <a:pathLst>
                <a:path extrusionOk="0" h="11106" w="13678">
                  <a:moveTo>
                    <a:pt x="1695" y="401"/>
                  </a:moveTo>
                  <a:cubicBezTo>
                    <a:pt x="1696" y="401"/>
                    <a:pt x="1698" y="401"/>
                    <a:pt x="1700" y="402"/>
                  </a:cubicBezTo>
                  <a:lnTo>
                    <a:pt x="2126" y="402"/>
                  </a:lnTo>
                  <a:cubicBezTo>
                    <a:pt x="2133" y="402"/>
                    <a:pt x="2140" y="406"/>
                    <a:pt x="2140" y="413"/>
                  </a:cubicBezTo>
                  <a:lnTo>
                    <a:pt x="2140" y="1271"/>
                  </a:lnTo>
                  <a:cubicBezTo>
                    <a:pt x="2140" y="1278"/>
                    <a:pt x="2133" y="1285"/>
                    <a:pt x="2126" y="1285"/>
                  </a:cubicBezTo>
                  <a:lnTo>
                    <a:pt x="1697" y="1285"/>
                  </a:lnTo>
                  <a:cubicBezTo>
                    <a:pt x="1690" y="1285"/>
                    <a:pt x="1683" y="1278"/>
                    <a:pt x="1683" y="1271"/>
                  </a:cubicBezTo>
                  <a:lnTo>
                    <a:pt x="1683" y="413"/>
                  </a:lnTo>
                  <a:cubicBezTo>
                    <a:pt x="1683" y="407"/>
                    <a:pt x="1687" y="401"/>
                    <a:pt x="1695" y="401"/>
                  </a:cubicBezTo>
                  <a:close/>
                  <a:moveTo>
                    <a:pt x="11978" y="402"/>
                  </a:moveTo>
                  <a:cubicBezTo>
                    <a:pt x="11985" y="402"/>
                    <a:pt x="11992" y="406"/>
                    <a:pt x="11992" y="413"/>
                  </a:cubicBezTo>
                  <a:lnTo>
                    <a:pt x="11992" y="1271"/>
                  </a:lnTo>
                  <a:cubicBezTo>
                    <a:pt x="11992" y="1278"/>
                    <a:pt x="11985" y="1285"/>
                    <a:pt x="11978" y="1285"/>
                  </a:cubicBezTo>
                  <a:lnTo>
                    <a:pt x="11548" y="1285"/>
                  </a:lnTo>
                  <a:cubicBezTo>
                    <a:pt x="11541" y="1285"/>
                    <a:pt x="11534" y="1278"/>
                    <a:pt x="11534" y="1271"/>
                  </a:cubicBezTo>
                  <a:lnTo>
                    <a:pt x="11534" y="413"/>
                  </a:lnTo>
                  <a:cubicBezTo>
                    <a:pt x="11534" y="406"/>
                    <a:pt x="11541" y="402"/>
                    <a:pt x="11548" y="402"/>
                  </a:cubicBezTo>
                  <a:close/>
                  <a:moveTo>
                    <a:pt x="12833" y="1257"/>
                  </a:moveTo>
                  <a:cubicBezTo>
                    <a:pt x="13075" y="1257"/>
                    <a:pt x="13276" y="1454"/>
                    <a:pt x="13276" y="1700"/>
                  </a:cubicBezTo>
                  <a:lnTo>
                    <a:pt x="13276" y="10264"/>
                  </a:lnTo>
                  <a:cubicBezTo>
                    <a:pt x="13276" y="10507"/>
                    <a:pt x="13075" y="10704"/>
                    <a:pt x="12833" y="10704"/>
                  </a:cubicBezTo>
                  <a:lnTo>
                    <a:pt x="842" y="10704"/>
                  </a:lnTo>
                  <a:cubicBezTo>
                    <a:pt x="599" y="10704"/>
                    <a:pt x="402" y="10507"/>
                    <a:pt x="402" y="10264"/>
                  </a:cubicBezTo>
                  <a:lnTo>
                    <a:pt x="402" y="1700"/>
                  </a:lnTo>
                  <a:cubicBezTo>
                    <a:pt x="402" y="1454"/>
                    <a:pt x="599" y="1257"/>
                    <a:pt x="842" y="1257"/>
                  </a:cubicBezTo>
                  <a:lnTo>
                    <a:pt x="1285" y="1257"/>
                  </a:lnTo>
                  <a:lnTo>
                    <a:pt x="1285" y="1271"/>
                  </a:lnTo>
                  <a:cubicBezTo>
                    <a:pt x="1285" y="1500"/>
                    <a:pt x="1468" y="1683"/>
                    <a:pt x="1700" y="1686"/>
                  </a:cubicBezTo>
                  <a:lnTo>
                    <a:pt x="2126" y="1686"/>
                  </a:lnTo>
                  <a:cubicBezTo>
                    <a:pt x="2355" y="1683"/>
                    <a:pt x="2541" y="1500"/>
                    <a:pt x="2541" y="1271"/>
                  </a:cubicBezTo>
                  <a:lnTo>
                    <a:pt x="2541" y="1257"/>
                  </a:lnTo>
                  <a:lnTo>
                    <a:pt x="11133" y="1257"/>
                  </a:lnTo>
                  <a:lnTo>
                    <a:pt x="11133" y="1271"/>
                  </a:lnTo>
                  <a:cubicBezTo>
                    <a:pt x="11133" y="1500"/>
                    <a:pt x="11320" y="1683"/>
                    <a:pt x="11548" y="1686"/>
                  </a:cubicBezTo>
                  <a:lnTo>
                    <a:pt x="11978" y="1686"/>
                  </a:lnTo>
                  <a:cubicBezTo>
                    <a:pt x="12206" y="1683"/>
                    <a:pt x="12389" y="1500"/>
                    <a:pt x="12389" y="1271"/>
                  </a:cubicBezTo>
                  <a:lnTo>
                    <a:pt x="12389" y="1257"/>
                  </a:lnTo>
                  <a:close/>
                  <a:moveTo>
                    <a:pt x="1700" y="1"/>
                  </a:moveTo>
                  <a:cubicBezTo>
                    <a:pt x="1471" y="1"/>
                    <a:pt x="1285" y="184"/>
                    <a:pt x="1285" y="413"/>
                  </a:cubicBezTo>
                  <a:lnTo>
                    <a:pt x="1285" y="856"/>
                  </a:lnTo>
                  <a:lnTo>
                    <a:pt x="842" y="856"/>
                  </a:lnTo>
                  <a:cubicBezTo>
                    <a:pt x="377" y="856"/>
                    <a:pt x="1" y="1232"/>
                    <a:pt x="1" y="1700"/>
                  </a:cubicBezTo>
                  <a:lnTo>
                    <a:pt x="1" y="10264"/>
                  </a:lnTo>
                  <a:cubicBezTo>
                    <a:pt x="1" y="10729"/>
                    <a:pt x="377" y="11105"/>
                    <a:pt x="845" y="11105"/>
                  </a:cubicBezTo>
                  <a:lnTo>
                    <a:pt x="12836" y="11105"/>
                  </a:lnTo>
                  <a:cubicBezTo>
                    <a:pt x="13301" y="11105"/>
                    <a:pt x="13674" y="10729"/>
                    <a:pt x="13677" y="10264"/>
                  </a:cubicBezTo>
                  <a:lnTo>
                    <a:pt x="13677" y="1700"/>
                  </a:lnTo>
                  <a:cubicBezTo>
                    <a:pt x="13674" y="1232"/>
                    <a:pt x="13297" y="856"/>
                    <a:pt x="12833" y="856"/>
                  </a:cubicBezTo>
                  <a:lnTo>
                    <a:pt x="12393" y="856"/>
                  </a:lnTo>
                  <a:lnTo>
                    <a:pt x="12393" y="413"/>
                  </a:lnTo>
                  <a:cubicBezTo>
                    <a:pt x="12389" y="184"/>
                    <a:pt x="12206" y="1"/>
                    <a:pt x="11978" y="1"/>
                  </a:cubicBezTo>
                  <a:lnTo>
                    <a:pt x="11548" y="1"/>
                  </a:lnTo>
                  <a:cubicBezTo>
                    <a:pt x="11320" y="1"/>
                    <a:pt x="11133" y="184"/>
                    <a:pt x="11133" y="413"/>
                  </a:cubicBezTo>
                  <a:lnTo>
                    <a:pt x="11133" y="856"/>
                  </a:lnTo>
                  <a:lnTo>
                    <a:pt x="2541" y="856"/>
                  </a:lnTo>
                  <a:lnTo>
                    <a:pt x="2541" y="413"/>
                  </a:lnTo>
                  <a:cubicBezTo>
                    <a:pt x="2541" y="184"/>
                    <a:pt x="2355" y="1"/>
                    <a:pt x="2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85"/>
            <p:cNvSpPr/>
            <p:nvPr/>
          </p:nvSpPr>
          <p:spPr>
            <a:xfrm>
              <a:off x="6106243" y="1614779"/>
              <a:ext cx="314829" cy="10489"/>
            </a:xfrm>
            <a:custGeom>
              <a:rect b="b" l="l" r="r" t="t"/>
              <a:pathLst>
                <a:path extrusionOk="0" h="403" w="12096">
                  <a:moveTo>
                    <a:pt x="264" y="1"/>
                  </a:moveTo>
                  <a:cubicBezTo>
                    <a:pt x="0" y="1"/>
                    <a:pt x="0" y="403"/>
                    <a:pt x="264" y="403"/>
                  </a:cubicBezTo>
                  <a:cubicBezTo>
                    <a:pt x="268" y="403"/>
                    <a:pt x="273" y="402"/>
                    <a:pt x="277" y="402"/>
                  </a:cubicBezTo>
                  <a:lnTo>
                    <a:pt x="11839" y="402"/>
                  </a:lnTo>
                  <a:cubicBezTo>
                    <a:pt x="12096" y="392"/>
                    <a:pt x="12096" y="15"/>
                    <a:pt x="11839" y="1"/>
                  </a:cubicBezTo>
                  <a:lnTo>
                    <a:pt x="277" y="1"/>
                  </a:lnTo>
                  <a:cubicBezTo>
                    <a:pt x="273" y="1"/>
                    <a:pt x="26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85"/>
            <p:cNvSpPr/>
            <p:nvPr/>
          </p:nvSpPr>
          <p:spPr>
            <a:xfrm>
              <a:off x="6123525" y="1659390"/>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85"/>
            <p:cNvSpPr/>
            <p:nvPr/>
          </p:nvSpPr>
          <p:spPr>
            <a:xfrm>
              <a:off x="6201009" y="1659390"/>
              <a:ext cx="47266" cy="10489"/>
            </a:xfrm>
            <a:custGeom>
              <a:rect b="b" l="l" r="r" t="t"/>
              <a:pathLst>
                <a:path extrusionOk="0" h="403" w="1816">
                  <a:moveTo>
                    <a:pt x="264" y="0"/>
                  </a:moveTo>
                  <a:cubicBezTo>
                    <a:pt x="1" y="0"/>
                    <a:pt x="1" y="402"/>
                    <a:pt x="264" y="402"/>
                  </a:cubicBezTo>
                  <a:cubicBezTo>
                    <a:pt x="269" y="402"/>
                    <a:pt x="273" y="402"/>
                    <a:pt x="278" y="402"/>
                  </a:cubicBezTo>
                  <a:lnTo>
                    <a:pt x="1562" y="402"/>
                  </a:lnTo>
                  <a:cubicBezTo>
                    <a:pt x="1815" y="388"/>
                    <a:pt x="1815" y="11"/>
                    <a:pt x="1562" y="1"/>
                  </a:cubicBezTo>
                  <a:lnTo>
                    <a:pt x="278" y="1"/>
                  </a:lnTo>
                  <a:cubicBezTo>
                    <a:pt x="273" y="0"/>
                    <a:pt x="269" y="0"/>
                    <a:pt x="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85"/>
            <p:cNvSpPr/>
            <p:nvPr/>
          </p:nvSpPr>
          <p:spPr>
            <a:xfrm>
              <a:off x="6357070" y="1659390"/>
              <a:ext cx="46069" cy="10489"/>
            </a:xfrm>
            <a:custGeom>
              <a:rect b="b" l="l" r="r" t="t"/>
              <a:pathLst>
                <a:path extrusionOk="0" h="403" w="1770">
                  <a:moveTo>
                    <a:pt x="1574" y="0"/>
                  </a:moveTo>
                  <a:cubicBezTo>
                    <a:pt x="1570" y="0"/>
                    <a:pt x="1566" y="0"/>
                    <a:pt x="1562" y="1"/>
                  </a:cubicBezTo>
                  <a:lnTo>
                    <a:pt x="277" y="1"/>
                  </a:lnTo>
                  <a:cubicBezTo>
                    <a:pt x="273" y="0"/>
                    <a:pt x="268" y="0"/>
                    <a:pt x="264" y="0"/>
                  </a:cubicBezTo>
                  <a:cubicBezTo>
                    <a:pt x="0" y="0"/>
                    <a:pt x="0" y="402"/>
                    <a:pt x="264" y="402"/>
                  </a:cubicBezTo>
                  <a:cubicBezTo>
                    <a:pt x="268" y="402"/>
                    <a:pt x="273" y="402"/>
                    <a:pt x="277" y="402"/>
                  </a:cubicBezTo>
                  <a:lnTo>
                    <a:pt x="1562" y="402"/>
                  </a:lnTo>
                  <a:cubicBezTo>
                    <a:pt x="1564" y="402"/>
                    <a:pt x="1566" y="402"/>
                    <a:pt x="1568" y="402"/>
                  </a:cubicBezTo>
                  <a:cubicBezTo>
                    <a:pt x="1678" y="402"/>
                    <a:pt x="1769" y="312"/>
                    <a:pt x="1769" y="201"/>
                  </a:cubicBezTo>
                  <a:cubicBezTo>
                    <a:pt x="1769" y="89"/>
                    <a:pt x="1681"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85"/>
            <p:cNvSpPr/>
            <p:nvPr/>
          </p:nvSpPr>
          <p:spPr>
            <a:xfrm>
              <a:off x="6123525" y="1704001"/>
              <a:ext cx="46719" cy="10463"/>
            </a:xfrm>
            <a:custGeom>
              <a:rect b="b" l="l" r="r" t="t"/>
              <a:pathLst>
                <a:path extrusionOk="0" h="402" w="1795">
                  <a:moveTo>
                    <a:pt x="257" y="0"/>
                  </a:moveTo>
                  <a:cubicBezTo>
                    <a:pt x="0" y="11"/>
                    <a:pt x="0" y="387"/>
                    <a:pt x="257" y="401"/>
                  </a:cubicBezTo>
                  <a:lnTo>
                    <a:pt x="1541" y="401"/>
                  </a:lnTo>
                  <a:cubicBezTo>
                    <a:pt x="1795" y="387"/>
                    <a:pt x="1795" y="11"/>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85"/>
            <p:cNvSpPr/>
            <p:nvPr/>
          </p:nvSpPr>
          <p:spPr>
            <a:xfrm>
              <a:off x="6279014" y="1703975"/>
              <a:ext cx="46095" cy="10489"/>
            </a:xfrm>
            <a:custGeom>
              <a:rect b="b" l="l" r="r" t="t"/>
              <a:pathLst>
                <a:path extrusionOk="0" h="403" w="1771">
                  <a:moveTo>
                    <a:pt x="1575" y="1"/>
                  </a:moveTo>
                  <a:cubicBezTo>
                    <a:pt x="1571" y="1"/>
                    <a:pt x="1567" y="1"/>
                    <a:pt x="1563" y="1"/>
                  </a:cubicBezTo>
                  <a:lnTo>
                    <a:pt x="279" y="1"/>
                  </a:lnTo>
                  <a:cubicBezTo>
                    <a:pt x="274" y="1"/>
                    <a:pt x="270" y="1"/>
                    <a:pt x="265" y="1"/>
                  </a:cubicBezTo>
                  <a:cubicBezTo>
                    <a:pt x="1" y="1"/>
                    <a:pt x="2" y="402"/>
                    <a:pt x="268" y="402"/>
                  </a:cubicBezTo>
                  <a:cubicBezTo>
                    <a:pt x="272" y="402"/>
                    <a:pt x="275" y="402"/>
                    <a:pt x="279" y="402"/>
                  </a:cubicBezTo>
                  <a:lnTo>
                    <a:pt x="1563" y="402"/>
                  </a:lnTo>
                  <a:cubicBezTo>
                    <a:pt x="1565" y="402"/>
                    <a:pt x="1567" y="402"/>
                    <a:pt x="1569" y="402"/>
                  </a:cubicBezTo>
                  <a:cubicBezTo>
                    <a:pt x="1679" y="402"/>
                    <a:pt x="1770" y="312"/>
                    <a:pt x="1770" y="202"/>
                  </a:cubicBezTo>
                  <a:cubicBezTo>
                    <a:pt x="1770" y="90"/>
                    <a:pt x="1682" y="1"/>
                    <a:pt x="1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85"/>
            <p:cNvSpPr/>
            <p:nvPr/>
          </p:nvSpPr>
          <p:spPr>
            <a:xfrm>
              <a:off x="6123525" y="1748586"/>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85"/>
            <p:cNvSpPr/>
            <p:nvPr/>
          </p:nvSpPr>
          <p:spPr>
            <a:xfrm>
              <a:off x="6200983" y="1748586"/>
              <a:ext cx="47292" cy="10463"/>
            </a:xfrm>
            <a:custGeom>
              <a:rect b="b" l="l" r="r" t="t"/>
              <a:pathLst>
                <a:path extrusionOk="0" h="402" w="1817">
                  <a:moveTo>
                    <a:pt x="265" y="0"/>
                  </a:moveTo>
                  <a:cubicBezTo>
                    <a:pt x="1" y="0"/>
                    <a:pt x="2" y="402"/>
                    <a:pt x="269" y="402"/>
                  </a:cubicBezTo>
                  <a:cubicBezTo>
                    <a:pt x="272" y="402"/>
                    <a:pt x="275" y="402"/>
                    <a:pt x="279" y="402"/>
                  </a:cubicBezTo>
                  <a:lnTo>
                    <a:pt x="1563" y="402"/>
                  </a:lnTo>
                  <a:cubicBezTo>
                    <a:pt x="1816" y="388"/>
                    <a:pt x="1816" y="11"/>
                    <a:pt x="1563" y="1"/>
                  </a:cubicBezTo>
                  <a:lnTo>
                    <a:pt x="279" y="1"/>
                  </a:lnTo>
                  <a:cubicBezTo>
                    <a:pt x="274" y="0"/>
                    <a:pt x="270"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85"/>
            <p:cNvSpPr/>
            <p:nvPr/>
          </p:nvSpPr>
          <p:spPr>
            <a:xfrm>
              <a:off x="6357044" y="1748586"/>
              <a:ext cx="46095" cy="10463"/>
            </a:xfrm>
            <a:custGeom>
              <a:rect b="b" l="l" r="r" t="t"/>
              <a:pathLst>
                <a:path extrusionOk="0" h="402" w="1771">
                  <a:moveTo>
                    <a:pt x="1575" y="0"/>
                  </a:moveTo>
                  <a:cubicBezTo>
                    <a:pt x="1571" y="0"/>
                    <a:pt x="1567" y="0"/>
                    <a:pt x="1563" y="1"/>
                  </a:cubicBezTo>
                  <a:lnTo>
                    <a:pt x="278" y="1"/>
                  </a:lnTo>
                  <a:cubicBezTo>
                    <a:pt x="274" y="0"/>
                    <a:pt x="269" y="0"/>
                    <a:pt x="265" y="0"/>
                  </a:cubicBezTo>
                  <a:cubicBezTo>
                    <a:pt x="0" y="0"/>
                    <a:pt x="1" y="402"/>
                    <a:pt x="268" y="402"/>
                  </a:cubicBezTo>
                  <a:cubicBezTo>
                    <a:pt x="272" y="402"/>
                    <a:pt x="275" y="402"/>
                    <a:pt x="278" y="402"/>
                  </a:cubicBezTo>
                  <a:lnTo>
                    <a:pt x="1563" y="402"/>
                  </a:lnTo>
                  <a:cubicBezTo>
                    <a:pt x="1565" y="402"/>
                    <a:pt x="1567" y="402"/>
                    <a:pt x="1569" y="402"/>
                  </a:cubicBezTo>
                  <a:cubicBezTo>
                    <a:pt x="1679" y="402"/>
                    <a:pt x="1770" y="312"/>
                    <a:pt x="1770" y="201"/>
                  </a:cubicBezTo>
                  <a:cubicBezTo>
                    <a:pt x="1770" y="89"/>
                    <a:pt x="1682" y="0"/>
                    <a:pt x="1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85"/>
            <p:cNvSpPr/>
            <p:nvPr/>
          </p:nvSpPr>
          <p:spPr>
            <a:xfrm>
              <a:off x="6201009" y="1793171"/>
              <a:ext cx="47266" cy="10411"/>
            </a:xfrm>
            <a:custGeom>
              <a:rect b="b" l="l" r="r" t="t"/>
              <a:pathLst>
                <a:path extrusionOk="0" h="400" w="1816">
                  <a:moveTo>
                    <a:pt x="264" y="1"/>
                  </a:moveTo>
                  <a:cubicBezTo>
                    <a:pt x="1" y="1"/>
                    <a:pt x="1" y="399"/>
                    <a:pt x="264" y="399"/>
                  </a:cubicBezTo>
                  <a:cubicBezTo>
                    <a:pt x="269" y="399"/>
                    <a:pt x="273" y="399"/>
                    <a:pt x="278" y="399"/>
                  </a:cubicBezTo>
                  <a:lnTo>
                    <a:pt x="1562" y="399"/>
                  </a:lnTo>
                  <a:cubicBezTo>
                    <a:pt x="1815" y="388"/>
                    <a:pt x="1815" y="12"/>
                    <a:pt x="1562" y="1"/>
                  </a:cubicBezTo>
                  <a:lnTo>
                    <a:pt x="278" y="1"/>
                  </a:lnTo>
                  <a:cubicBezTo>
                    <a:pt x="273" y="1"/>
                    <a:pt x="269"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85"/>
            <p:cNvSpPr/>
            <p:nvPr/>
          </p:nvSpPr>
          <p:spPr>
            <a:xfrm>
              <a:off x="6279040" y="1793171"/>
              <a:ext cx="46069" cy="10411"/>
            </a:xfrm>
            <a:custGeom>
              <a:rect b="b" l="l" r="r" t="t"/>
              <a:pathLst>
                <a:path extrusionOk="0" h="400" w="1770">
                  <a:moveTo>
                    <a:pt x="1574" y="1"/>
                  </a:moveTo>
                  <a:cubicBezTo>
                    <a:pt x="1570" y="1"/>
                    <a:pt x="1566" y="1"/>
                    <a:pt x="1562" y="1"/>
                  </a:cubicBezTo>
                  <a:lnTo>
                    <a:pt x="278" y="1"/>
                  </a:lnTo>
                  <a:cubicBezTo>
                    <a:pt x="273" y="1"/>
                    <a:pt x="269" y="1"/>
                    <a:pt x="264" y="1"/>
                  </a:cubicBezTo>
                  <a:cubicBezTo>
                    <a:pt x="1" y="1"/>
                    <a:pt x="1" y="399"/>
                    <a:pt x="264" y="399"/>
                  </a:cubicBezTo>
                  <a:cubicBezTo>
                    <a:pt x="269" y="399"/>
                    <a:pt x="273" y="399"/>
                    <a:pt x="278"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85"/>
            <p:cNvSpPr/>
            <p:nvPr/>
          </p:nvSpPr>
          <p:spPr>
            <a:xfrm>
              <a:off x="6357070" y="1793171"/>
              <a:ext cx="46069" cy="10411"/>
            </a:xfrm>
            <a:custGeom>
              <a:rect b="b" l="l" r="r" t="t"/>
              <a:pathLst>
                <a:path extrusionOk="0" h="400" w="1770">
                  <a:moveTo>
                    <a:pt x="1574" y="1"/>
                  </a:moveTo>
                  <a:cubicBezTo>
                    <a:pt x="1570" y="1"/>
                    <a:pt x="1566" y="1"/>
                    <a:pt x="1562" y="1"/>
                  </a:cubicBezTo>
                  <a:lnTo>
                    <a:pt x="277" y="1"/>
                  </a:lnTo>
                  <a:cubicBezTo>
                    <a:pt x="273" y="1"/>
                    <a:pt x="268" y="1"/>
                    <a:pt x="264" y="1"/>
                  </a:cubicBezTo>
                  <a:cubicBezTo>
                    <a:pt x="0" y="1"/>
                    <a:pt x="0" y="399"/>
                    <a:pt x="264" y="399"/>
                  </a:cubicBezTo>
                  <a:cubicBezTo>
                    <a:pt x="268" y="399"/>
                    <a:pt x="273" y="399"/>
                    <a:pt x="277"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85"/>
            <p:cNvSpPr/>
            <p:nvPr/>
          </p:nvSpPr>
          <p:spPr>
            <a:xfrm>
              <a:off x="6200749" y="1692939"/>
              <a:ext cx="47995" cy="32638"/>
            </a:xfrm>
            <a:custGeom>
              <a:rect b="b" l="l" r="r" t="t"/>
              <a:pathLst>
                <a:path extrusionOk="0" h="1254" w="1844">
                  <a:moveTo>
                    <a:pt x="1564" y="0"/>
                  </a:moveTo>
                  <a:cubicBezTo>
                    <a:pt x="1520" y="0"/>
                    <a:pt x="1474" y="17"/>
                    <a:pt x="1431" y="56"/>
                  </a:cubicBezTo>
                  <a:lnTo>
                    <a:pt x="714" y="770"/>
                  </a:lnTo>
                  <a:lnTo>
                    <a:pt x="429" y="481"/>
                  </a:lnTo>
                  <a:cubicBezTo>
                    <a:pt x="385" y="438"/>
                    <a:pt x="336" y="420"/>
                    <a:pt x="289" y="420"/>
                  </a:cubicBezTo>
                  <a:cubicBezTo>
                    <a:pt x="133" y="420"/>
                    <a:pt x="0" y="620"/>
                    <a:pt x="144" y="766"/>
                  </a:cubicBezTo>
                  <a:lnTo>
                    <a:pt x="573" y="1196"/>
                  </a:lnTo>
                  <a:cubicBezTo>
                    <a:pt x="612" y="1234"/>
                    <a:pt x="663" y="1254"/>
                    <a:pt x="714" y="1254"/>
                  </a:cubicBezTo>
                  <a:cubicBezTo>
                    <a:pt x="766" y="1254"/>
                    <a:pt x="817" y="1234"/>
                    <a:pt x="858" y="1196"/>
                  </a:cubicBezTo>
                  <a:lnTo>
                    <a:pt x="1713" y="337"/>
                  </a:lnTo>
                  <a:cubicBezTo>
                    <a:pt x="1844" y="193"/>
                    <a:pt x="1715" y="0"/>
                    <a:pt x="1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85"/>
            <p:cNvSpPr/>
            <p:nvPr/>
          </p:nvSpPr>
          <p:spPr>
            <a:xfrm>
              <a:off x="6356784" y="1692939"/>
              <a:ext cx="48021" cy="32638"/>
            </a:xfrm>
            <a:custGeom>
              <a:rect b="b" l="l" r="r" t="t"/>
              <a:pathLst>
                <a:path extrusionOk="0" h="1254" w="1845">
                  <a:moveTo>
                    <a:pt x="1563" y="0"/>
                  </a:moveTo>
                  <a:cubicBezTo>
                    <a:pt x="1518" y="0"/>
                    <a:pt x="1471" y="17"/>
                    <a:pt x="1428" y="56"/>
                  </a:cubicBezTo>
                  <a:lnTo>
                    <a:pt x="714" y="770"/>
                  </a:lnTo>
                  <a:lnTo>
                    <a:pt x="429" y="481"/>
                  </a:lnTo>
                  <a:cubicBezTo>
                    <a:pt x="385" y="438"/>
                    <a:pt x="336" y="420"/>
                    <a:pt x="290" y="420"/>
                  </a:cubicBezTo>
                  <a:cubicBezTo>
                    <a:pt x="134" y="420"/>
                    <a:pt x="1" y="620"/>
                    <a:pt x="144" y="766"/>
                  </a:cubicBezTo>
                  <a:lnTo>
                    <a:pt x="573" y="1196"/>
                  </a:lnTo>
                  <a:cubicBezTo>
                    <a:pt x="612" y="1234"/>
                    <a:pt x="663" y="1254"/>
                    <a:pt x="714" y="1254"/>
                  </a:cubicBezTo>
                  <a:cubicBezTo>
                    <a:pt x="765" y="1254"/>
                    <a:pt x="816" y="1234"/>
                    <a:pt x="855" y="1196"/>
                  </a:cubicBezTo>
                  <a:lnTo>
                    <a:pt x="1713" y="337"/>
                  </a:lnTo>
                  <a:cubicBezTo>
                    <a:pt x="1844" y="193"/>
                    <a:pt x="1716"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85"/>
            <p:cNvSpPr/>
            <p:nvPr/>
          </p:nvSpPr>
          <p:spPr>
            <a:xfrm>
              <a:off x="6278780" y="1737472"/>
              <a:ext cx="47995" cy="32612"/>
            </a:xfrm>
            <a:custGeom>
              <a:rect b="b" l="l" r="r" t="t"/>
              <a:pathLst>
                <a:path extrusionOk="0" h="1253" w="1844">
                  <a:moveTo>
                    <a:pt x="1561" y="1"/>
                  </a:moveTo>
                  <a:cubicBezTo>
                    <a:pt x="1517" y="1"/>
                    <a:pt x="1470" y="17"/>
                    <a:pt x="1428" y="55"/>
                  </a:cubicBezTo>
                  <a:lnTo>
                    <a:pt x="1431" y="58"/>
                  </a:lnTo>
                  <a:lnTo>
                    <a:pt x="713" y="772"/>
                  </a:lnTo>
                  <a:lnTo>
                    <a:pt x="428" y="484"/>
                  </a:lnTo>
                  <a:cubicBezTo>
                    <a:pt x="384" y="440"/>
                    <a:pt x="335" y="421"/>
                    <a:pt x="288" y="421"/>
                  </a:cubicBezTo>
                  <a:cubicBezTo>
                    <a:pt x="133" y="421"/>
                    <a:pt x="0" y="623"/>
                    <a:pt x="143" y="769"/>
                  </a:cubicBezTo>
                  <a:lnTo>
                    <a:pt x="573" y="1195"/>
                  </a:lnTo>
                  <a:cubicBezTo>
                    <a:pt x="611" y="1233"/>
                    <a:pt x="662" y="1253"/>
                    <a:pt x="713" y="1253"/>
                  </a:cubicBezTo>
                  <a:cubicBezTo>
                    <a:pt x="764" y="1253"/>
                    <a:pt x="815" y="1233"/>
                    <a:pt x="854" y="1195"/>
                  </a:cubicBezTo>
                  <a:lnTo>
                    <a:pt x="1713" y="340"/>
                  </a:lnTo>
                  <a:cubicBezTo>
                    <a:pt x="1844" y="192"/>
                    <a:pt x="1714" y="1"/>
                    <a:pt x="1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85"/>
            <p:cNvSpPr/>
            <p:nvPr/>
          </p:nvSpPr>
          <p:spPr>
            <a:xfrm>
              <a:off x="6122745" y="1782110"/>
              <a:ext cx="47969" cy="32665"/>
            </a:xfrm>
            <a:custGeom>
              <a:rect b="b" l="l" r="r" t="t"/>
              <a:pathLst>
                <a:path extrusionOk="0" h="1255" w="1843">
                  <a:moveTo>
                    <a:pt x="1563" y="1"/>
                  </a:moveTo>
                  <a:cubicBezTo>
                    <a:pt x="1518" y="1"/>
                    <a:pt x="1470" y="17"/>
                    <a:pt x="1427" y="57"/>
                  </a:cubicBezTo>
                  <a:lnTo>
                    <a:pt x="1431" y="57"/>
                  </a:lnTo>
                  <a:lnTo>
                    <a:pt x="713" y="771"/>
                  </a:lnTo>
                  <a:lnTo>
                    <a:pt x="428" y="486"/>
                  </a:lnTo>
                  <a:cubicBezTo>
                    <a:pt x="383" y="441"/>
                    <a:pt x="334" y="423"/>
                    <a:pt x="286" y="423"/>
                  </a:cubicBezTo>
                  <a:cubicBezTo>
                    <a:pt x="132" y="423"/>
                    <a:pt x="0" y="622"/>
                    <a:pt x="143" y="767"/>
                  </a:cubicBezTo>
                  <a:lnTo>
                    <a:pt x="572" y="1197"/>
                  </a:lnTo>
                  <a:cubicBezTo>
                    <a:pt x="611" y="1235"/>
                    <a:pt x="662" y="1255"/>
                    <a:pt x="713" y="1255"/>
                  </a:cubicBezTo>
                  <a:cubicBezTo>
                    <a:pt x="764" y="1255"/>
                    <a:pt x="815" y="1235"/>
                    <a:pt x="854" y="1197"/>
                  </a:cubicBezTo>
                  <a:lnTo>
                    <a:pt x="1712" y="338"/>
                  </a:lnTo>
                  <a:cubicBezTo>
                    <a:pt x="1843" y="191"/>
                    <a:pt x="1715" y="1"/>
                    <a:pt x="1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85"/>
            <p:cNvSpPr/>
            <p:nvPr/>
          </p:nvSpPr>
          <p:spPr>
            <a:xfrm>
              <a:off x="6278780" y="1648380"/>
              <a:ext cx="47995" cy="32612"/>
            </a:xfrm>
            <a:custGeom>
              <a:rect b="b" l="l" r="r" t="t"/>
              <a:pathLst>
                <a:path extrusionOk="0" h="1253" w="1844">
                  <a:moveTo>
                    <a:pt x="1563" y="0"/>
                  </a:moveTo>
                  <a:cubicBezTo>
                    <a:pt x="1519" y="0"/>
                    <a:pt x="1473" y="16"/>
                    <a:pt x="1431" y="54"/>
                  </a:cubicBezTo>
                  <a:lnTo>
                    <a:pt x="713" y="768"/>
                  </a:lnTo>
                  <a:lnTo>
                    <a:pt x="428" y="483"/>
                  </a:lnTo>
                  <a:cubicBezTo>
                    <a:pt x="384" y="439"/>
                    <a:pt x="334" y="420"/>
                    <a:pt x="287" y="420"/>
                  </a:cubicBezTo>
                  <a:cubicBezTo>
                    <a:pt x="132" y="420"/>
                    <a:pt x="1" y="619"/>
                    <a:pt x="143" y="765"/>
                  </a:cubicBezTo>
                  <a:lnTo>
                    <a:pt x="573" y="1194"/>
                  </a:lnTo>
                  <a:cubicBezTo>
                    <a:pt x="611" y="1233"/>
                    <a:pt x="662" y="1252"/>
                    <a:pt x="714" y="1252"/>
                  </a:cubicBezTo>
                  <a:cubicBezTo>
                    <a:pt x="765" y="1252"/>
                    <a:pt x="817" y="1233"/>
                    <a:pt x="858" y="1194"/>
                  </a:cubicBezTo>
                  <a:lnTo>
                    <a:pt x="1713" y="339"/>
                  </a:lnTo>
                  <a:cubicBezTo>
                    <a:pt x="1844" y="192"/>
                    <a:pt x="1714"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4" name="Google Shape;17654;p85"/>
          <p:cNvGrpSpPr/>
          <p:nvPr/>
        </p:nvGrpSpPr>
        <p:grpSpPr>
          <a:xfrm>
            <a:off x="7026393" y="1998398"/>
            <a:ext cx="347363" cy="317223"/>
            <a:chOff x="7026393" y="1998398"/>
            <a:chExt cx="347363" cy="317223"/>
          </a:xfrm>
        </p:grpSpPr>
        <p:sp>
          <p:nvSpPr>
            <p:cNvPr id="17655" name="Google Shape;17655;p85"/>
            <p:cNvSpPr/>
            <p:nvPr/>
          </p:nvSpPr>
          <p:spPr>
            <a:xfrm>
              <a:off x="7060359" y="2032104"/>
              <a:ext cx="279327" cy="279353"/>
            </a:xfrm>
            <a:custGeom>
              <a:rect b="b" l="l" r="r" t="t"/>
              <a:pathLst>
                <a:path extrusionOk="0" h="10733" w="10732">
                  <a:moveTo>
                    <a:pt x="5366" y="1"/>
                  </a:moveTo>
                  <a:cubicBezTo>
                    <a:pt x="2400" y="1"/>
                    <a:pt x="0" y="2404"/>
                    <a:pt x="0" y="5366"/>
                  </a:cubicBezTo>
                  <a:cubicBezTo>
                    <a:pt x="0" y="8329"/>
                    <a:pt x="2400" y="10732"/>
                    <a:pt x="5366" y="10732"/>
                  </a:cubicBezTo>
                  <a:cubicBezTo>
                    <a:pt x="8329" y="10732"/>
                    <a:pt x="10732" y="8329"/>
                    <a:pt x="10732" y="5366"/>
                  </a:cubicBezTo>
                  <a:cubicBezTo>
                    <a:pt x="10732" y="2404"/>
                    <a:pt x="8329" y="1"/>
                    <a:pt x="536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85"/>
            <p:cNvSpPr/>
            <p:nvPr/>
          </p:nvSpPr>
          <p:spPr>
            <a:xfrm>
              <a:off x="7199268" y="2112607"/>
              <a:ext cx="74491" cy="97551"/>
            </a:xfrm>
            <a:custGeom>
              <a:rect b="b" l="l" r="r" t="t"/>
              <a:pathLst>
                <a:path extrusionOk="0" h="3748" w="2862">
                  <a:moveTo>
                    <a:pt x="1" y="0"/>
                  </a:moveTo>
                  <a:lnTo>
                    <a:pt x="40" y="2302"/>
                  </a:lnTo>
                  <a:lnTo>
                    <a:pt x="1757" y="3748"/>
                  </a:lnTo>
                  <a:lnTo>
                    <a:pt x="1897" y="3540"/>
                  </a:lnTo>
                  <a:cubicBezTo>
                    <a:pt x="2861" y="2122"/>
                    <a:pt x="1957" y="190"/>
                    <a:pt x="251" y="22"/>
                  </a:cubicBezTo>
                  <a:lnTo>
                    <a:pt x="1"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85"/>
            <p:cNvSpPr/>
            <p:nvPr/>
          </p:nvSpPr>
          <p:spPr>
            <a:xfrm>
              <a:off x="7199008" y="2054279"/>
              <a:ext cx="125218" cy="193436"/>
            </a:xfrm>
            <a:custGeom>
              <a:rect b="b" l="l" r="r" t="t"/>
              <a:pathLst>
                <a:path extrusionOk="0" h="7432" w="4811">
                  <a:moveTo>
                    <a:pt x="0" y="0"/>
                  </a:moveTo>
                  <a:lnTo>
                    <a:pt x="11" y="2273"/>
                  </a:lnTo>
                  <a:lnTo>
                    <a:pt x="218" y="2287"/>
                  </a:lnTo>
                  <a:cubicBezTo>
                    <a:pt x="1376" y="2386"/>
                    <a:pt x="2266" y="3353"/>
                    <a:pt x="2270" y="4514"/>
                  </a:cubicBezTo>
                  <a:cubicBezTo>
                    <a:pt x="2270" y="4975"/>
                    <a:pt x="2129" y="5426"/>
                    <a:pt x="1862" y="5802"/>
                  </a:cubicBezTo>
                  <a:lnTo>
                    <a:pt x="1742" y="5968"/>
                  </a:lnTo>
                  <a:lnTo>
                    <a:pt x="3480" y="7431"/>
                  </a:lnTo>
                  <a:lnTo>
                    <a:pt x="3624" y="7241"/>
                  </a:lnTo>
                  <a:lnTo>
                    <a:pt x="3635" y="7227"/>
                  </a:lnTo>
                  <a:cubicBezTo>
                    <a:pt x="3656" y="7199"/>
                    <a:pt x="3674" y="7174"/>
                    <a:pt x="3691" y="7150"/>
                  </a:cubicBezTo>
                  <a:cubicBezTo>
                    <a:pt x="4634" y="5848"/>
                    <a:pt x="4810" y="4141"/>
                    <a:pt x="4152" y="2671"/>
                  </a:cubicBezTo>
                  <a:cubicBezTo>
                    <a:pt x="3494" y="1204"/>
                    <a:pt x="2108" y="197"/>
                    <a:pt x="507" y="28"/>
                  </a:cubicBezTo>
                  <a:cubicBezTo>
                    <a:pt x="465" y="25"/>
                    <a:pt x="423" y="21"/>
                    <a:pt x="380" y="18"/>
                  </a:cubicBezTo>
                  <a:lnTo>
                    <a:pt x="356" y="18"/>
                  </a:lnTo>
                  <a:cubicBezTo>
                    <a:pt x="321" y="14"/>
                    <a:pt x="285" y="11"/>
                    <a:pt x="254" y="11"/>
                  </a:cubicBezTo>
                  <a:lnTo>
                    <a:pt x="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85"/>
            <p:cNvSpPr/>
            <p:nvPr/>
          </p:nvSpPr>
          <p:spPr>
            <a:xfrm>
              <a:off x="7198904" y="2003526"/>
              <a:ext cx="169725" cy="272560"/>
            </a:xfrm>
            <a:custGeom>
              <a:rect b="b" l="l" r="r" t="t"/>
              <a:pathLst>
                <a:path extrusionOk="0" h="10472" w="6521">
                  <a:moveTo>
                    <a:pt x="402" y="1"/>
                  </a:moveTo>
                  <a:cubicBezTo>
                    <a:pt x="180" y="1"/>
                    <a:pt x="1" y="184"/>
                    <a:pt x="1" y="406"/>
                  </a:cubicBezTo>
                  <a:lnTo>
                    <a:pt x="8" y="1978"/>
                  </a:lnTo>
                  <a:lnTo>
                    <a:pt x="222" y="1989"/>
                  </a:lnTo>
                  <a:cubicBezTo>
                    <a:pt x="1897" y="2056"/>
                    <a:pt x="3393" y="3048"/>
                    <a:pt x="4100" y="4564"/>
                  </a:cubicBezTo>
                  <a:cubicBezTo>
                    <a:pt x="4811" y="6081"/>
                    <a:pt x="4617" y="7865"/>
                    <a:pt x="3597" y="9191"/>
                  </a:cubicBezTo>
                  <a:lnTo>
                    <a:pt x="3467" y="9364"/>
                  </a:lnTo>
                  <a:lnTo>
                    <a:pt x="4666" y="10377"/>
                  </a:lnTo>
                  <a:cubicBezTo>
                    <a:pt x="4740" y="10437"/>
                    <a:pt x="4832" y="10472"/>
                    <a:pt x="4927" y="10472"/>
                  </a:cubicBezTo>
                  <a:cubicBezTo>
                    <a:pt x="4944" y="10472"/>
                    <a:pt x="4958" y="10472"/>
                    <a:pt x="4976" y="10468"/>
                  </a:cubicBezTo>
                  <a:cubicBezTo>
                    <a:pt x="5085" y="10458"/>
                    <a:pt x="5187" y="10398"/>
                    <a:pt x="5250" y="10310"/>
                  </a:cubicBezTo>
                  <a:cubicBezTo>
                    <a:pt x="6077" y="9198"/>
                    <a:pt x="6521" y="7847"/>
                    <a:pt x="6517" y="6464"/>
                  </a:cubicBezTo>
                  <a:cubicBezTo>
                    <a:pt x="6517" y="3034"/>
                    <a:pt x="3843" y="198"/>
                    <a:pt x="42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85"/>
            <p:cNvSpPr/>
            <p:nvPr/>
          </p:nvSpPr>
          <p:spPr>
            <a:xfrm>
              <a:off x="7063561" y="2032104"/>
              <a:ext cx="136748" cy="140418"/>
            </a:xfrm>
            <a:custGeom>
              <a:rect b="b" l="l" r="r" t="t"/>
              <a:pathLst>
                <a:path extrusionOk="0" h="5395" w="5254">
                  <a:moveTo>
                    <a:pt x="5232" y="1"/>
                  </a:moveTo>
                  <a:cubicBezTo>
                    <a:pt x="2713" y="4"/>
                    <a:pt x="539" y="1760"/>
                    <a:pt x="1" y="4219"/>
                  </a:cubicBezTo>
                  <a:lnTo>
                    <a:pt x="5254" y="5395"/>
                  </a:lnTo>
                  <a:lnTo>
                    <a:pt x="5232"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85"/>
            <p:cNvSpPr/>
            <p:nvPr/>
          </p:nvSpPr>
          <p:spPr>
            <a:xfrm>
              <a:off x="7060255" y="2141549"/>
              <a:ext cx="140054" cy="164858"/>
            </a:xfrm>
            <a:custGeom>
              <a:rect b="b" l="l" r="r" t="t"/>
              <a:pathLst>
                <a:path extrusionOk="0" h="6334" w="5381">
                  <a:moveTo>
                    <a:pt x="128" y="0"/>
                  </a:moveTo>
                  <a:cubicBezTo>
                    <a:pt x="43" y="380"/>
                    <a:pt x="1" y="771"/>
                    <a:pt x="4" y="1161"/>
                  </a:cubicBezTo>
                  <a:cubicBezTo>
                    <a:pt x="4" y="3575"/>
                    <a:pt x="1612" y="5690"/>
                    <a:pt x="3938" y="6334"/>
                  </a:cubicBezTo>
                  <a:lnTo>
                    <a:pt x="5381" y="1190"/>
                  </a:lnTo>
                  <a:lnTo>
                    <a:pt x="128"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85"/>
            <p:cNvSpPr/>
            <p:nvPr/>
          </p:nvSpPr>
          <p:spPr>
            <a:xfrm>
              <a:off x="7146901" y="2286132"/>
              <a:ext cx="74100" cy="25325"/>
            </a:xfrm>
            <a:custGeom>
              <a:rect b="b" l="l" r="r" t="t"/>
              <a:pathLst>
                <a:path extrusionOk="0" h="973" w="2847">
                  <a:moveTo>
                    <a:pt x="574" y="1"/>
                  </a:moveTo>
                  <a:lnTo>
                    <a:pt x="0" y="571"/>
                  </a:lnTo>
                  <a:cubicBezTo>
                    <a:pt x="648" y="835"/>
                    <a:pt x="1341" y="972"/>
                    <a:pt x="2041" y="972"/>
                  </a:cubicBezTo>
                  <a:cubicBezTo>
                    <a:pt x="2308" y="972"/>
                    <a:pt x="2579" y="951"/>
                    <a:pt x="2847" y="912"/>
                  </a:cubicBezTo>
                  <a:cubicBezTo>
                    <a:pt x="2027" y="789"/>
                    <a:pt x="1249" y="476"/>
                    <a:pt x="574"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85"/>
            <p:cNvSpPr/>
            <p:nvPr/>
          </p:nvSpPr>
          <p:spPr>
            <a:xfrm>
              <a:off x="7063561" y="2032104"/>
              <a:ext cx="136202" cy="118816"/>
            </a:xfrm>
            <a:custGeom>
              <a:rect b="b" l="l" r="r" t="t"/>
              <a:pathLst>
                <a:path extrusionOk="0" h="4565" w="5233">
                  <a:moveTo>
                    <a:pt x="5232" y="1"/>
                  </a:moveTo>
                  <a:cubicBezTo>
                    <a:pt x="2713" y="4"/>
                    <a:pt x="539" y="1760"/>
                    <a:pt x="1" y="4219"/>
                  </a:cubicBezTo>
                  <a:lnTo>
                    <a:pt x="1552" y="4564"/>
                  </a:lnTo>
                  <a:cubicBezTo>
                    <a:pt x="1858" y="2545"/>
                    <a:pt x="3283" y="873"/>
                    <a:pt x="5232" y="251"/>
                  </a:cubicBezTo>
                  <a:lnTo>
                    <a:pt x="5232"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85"/>
            <p:cNvSpPr/>
            <p:nvPr/>
          </p:nvSpPr>
          <p:spPr>
            <a:xfrm>
              <a:off x="7136099" y="2105527"/>
              <a:ext cx="35007" cy="30088"/>
            </a:xfrm>
            <a:custGeom>
              <a:rect b="b" l="l" r="r" t="t"/>
              <a:pathLst>
                <a:path extrusionOk="0" h="1156" w="1345">
                  <a:moveTo>
                    <a:pt x="765" y="1"/>
                  </a:moveTo>
                  <a:cubicBezTo>
                    <a:pt x="624" y="1"/>
                    <a:pt x="480" y="53"/>
                    <a:pt x="363" y="170"/>
                  </a:cubicBezTo>
                  <a:cubicBezTo>
                    <a:pt x="0" y="536"/>
                    <a:pt x="257" y="1156"/>
                    <a:pt x="771" y="1156"/>
                  </a:cubicBezTo>
                  <a:cubicBezTo>
                    <a:pt x="1087" y="1156"/>
                    <a:pt x="1344" y="895"/>
                    <a:pt x="1344" y="579"/>
                  </a:cubicBezTo>
                  <a:cubicBezTo>
                    <a:pt x="1344" y="231"/>
                    <a:pt x="1061" y="1"/>
                    <a:pt x="765"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85"/>
            <p:cNvSpPr/>
            <p:nvPr/>
          </p:nvSpPr>
          <p:spPr>
            <a:xfrm>
              <a:off x="7047528" y="2141445"/>
              <a:ext cx="119909" cy="164962"/>
            </a:xfrm>
            <a:custGeom>
              <a:rect b="b" l="l" r="r" t="t"/>
              <a:pathLst>
                <a:path extrusionOk="0" h="6338" w="4607">
                  <a:moveTo>
                    <a:pt x="620" y="1"/>
                  </a:moveTo>
                  <a:lnTo>
                    <a:pt x="620" y="1"/>
                  </a:lnTo>
                  <a:cubicBezTo>
                    <a:pt x="1" y="2791"/>
                    <a:pt x="1676" y="5574"/>
                    <a:pt x="4427" y="6338"/>
                  </a:cubicBezTo>
                  <a:lnTo>
                    <a:pt x="4606" y="5701"/>
                  </a:lnTo>
                  <a:cubicBezTo>
                    <a:pt x="3048" y="4719"/>
                    <a:pt x="2105" y="3006"/>
                    <a:pt x="2105" y="1165"/>
                  </a:cubicBezTo>
                  <a:cubicBezTo>
                    <a:pt x="2105" y="894"/>
                    <a:pt x="2126" y="624"/>
                    <a:pt x="2168" y="353"/>
                  </a:cubicBezTo>
                  <a:lnTo>
                    <a:pt x="620"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85"/>
            <p:cNvSpPr/>
            <p:nvPr/>
          </p:nvSpPr>
          <p:spPr>
            <a:xfrm>
              <a:off x="7026393" y="1998398"/>
              <a:ext cx="347363" cy="317223"/>
            </a:xfrm>
            <a:custGeom>
              <a:rect b="b" l="l" r="r" t="t"/>
              <a:pathLst>
                <a:path extrusionOk="0" h="12188" w="13346">
                  <a:moveTo>
                    <a:pt x="4984" y="4343"/>
                  </a:moveTo>
                  <a:lnTo>
                    <a:pt x="4984" y="4343"/>
                  </a:lnTo>
                  <a:cubicBezTo>
                    <a:pt x="5296" y="4344"/>
                    <a:pt x="5453" y="4723"/>
                    <a:pt x="5232" y="4944"/>
                  </a:cubicBezTo>
                  <a:cubicBezTo>
                    <a:pt x="5161" y="5016"/>
                    <a:pt x="5073" y="5048"/>
                    <a:pt x="4986" y="5048"/>
                  </a:cubicBezTo>
                  <a:cubicBezTo>
                    <a:pt x="4805" y="5048"/>
                    <a:pt x="4630" y="4907"/>
                    <a:pt x="4630" y="4695"/>
                  </a:cubicBezTo>
                  <a:cubicBezTo>
                    <a:pt x="4630" y="4502"/>
                    <a:pt x="4788" y="4344"/>
                    <a:pt x="4984" y="4343"/>
                  </a:cubicBezTo>
                  <a:close/>
                  <a:moveTo>
                    <a:pt x="6432" y="1542"/>
                  </a:moveTo>
                  <a:lnTo>
                    <a:pt x="6435" y="2168"/>
                  </a:lnTo>
                  <a:lnTo>
                    <a:pt x="6446" y="4417"/>
                  </a:lnTo>
                  <a:lnTo>
                    <a:pt x="6456" y="6398"/>
                  </a:lnTo>
                  <a:lnTo>
                    <a:pt x="6456" y="6398"/>
                  </a:lnTo>
                  <a:lnTo>
                    <a:pt x="1717" y="5342"/>
                  </a:lnTo>
                  <a:cubicBezTo>
                    <a:pt x="2041" y="4149"/>
                    <a:pt x="2783" y="3111"/>
                    <a:pt x="3807" y="2415"/>
                  </a:cubicBezTo>
                  <a:lnTo>
                    <a:pt x="4666" y="3991"/>
                  </a:lnTo>
                  <a:cubicBezTo>
                    <a:pt x="4317" y="4149"/>
                    <a:pt x="4138" y="4536"/>
                    <a:pt x="4240" y="4906"/>
                  </a:cubicBezTo>
                  <a:cubicBezTo>
                    <a:pt x="4336" y="5240"/>
                    <a:pt x="4640" y="5468"/>
                    <a:pt x="4982" y="5468"/>
                  </a:cubicBezTo>
                  <a:cubicBezTo>
                    <a:pt x="5014" y="5468"/>
                    <a:pt x="5047" y="5466"/>
                    <a:pt x="5081" y="5462"/>
                  </a:cubicBezTo>
                  <a:cubicBezTo>
                    <a:pt x="5461" y="5412"/>
                    <a:pt x="5749" y="5096"/>
                    <a:pt x="5756" y="4712"/>
                  </a:cubicBezTo>
                  <a:cubicBezTo>
                    <a:pt x="5763" y="4329"/>
                    <a:pt x="5492" y="3998"/>
                    <a:pt x="5116" y="3935"/>
                  </a:cubicBezTo>
                  <a:lnTo>
                    <a:pt x="4166" y="2193"/>
                  </a:lnTo>
                  <a:cubicBezTo>
                    <a:pt x="4859" y="1802"/>
                    <a:pt x="5637" y="1577"/>
                    <a:pt x="6432" y="1542"/>
                  </a:cubicBezTo>
                  <a:close/>
                  <a:moveTo>
                    <a:pt x="6868" y="4635"/>
                  </a:moveTo>
                  <a:lnTo>
                    <a:pt x="6868" y="4635"/>
                  </a:lnTo>
                  <a:cubicBezTo>
                    <a:pt x="8406" y="4786"/>
                    <a:pt x="9222" y="6528"/>
                    <a:pt x="8353" y="7805"/>
                  </a:cubicBezTo>
                  <a:lnTo>
                    <a:pt x="6879" y="6563"/>
                  </a:lnTo>
                  <a:lnTo>
                    <a:pt x="6868" y="4635"/>
                  </a:lnTo>
                  <a:close/>
                  <a:moveTo>
                    <a:pt x="7025" y="423"/>
                  </a:moveTo>
                  <a:cubicBezTo>
                    <a:pt x="7029" y="423"/>
                    <a:pt x="7033" y="423"/>
                    <a:pt x="7037" y="423"/>
                  </a:cubicBezTo>
                  <a:cubicBezTo>
                    <a:pt x="10334" y="613"/>
                    <a:pt x="12916" y="3354"/>
                    <a:pt x="12916" y="6661"/>
                  </a:cubicBezTo>
                  <a:cubicBezTo>
                    <a:pt x="12920" y="7998"/>
                    <a:pt x="12494" y="9300"/>
                    <a:pt x="11695" y="10373"/>
                  </a:cubicBezTo>
                  <a:cubicBezTo>
                    <a:pt x="11664" y="10416"/>
                    <a:pt x="11615" y="10444"/>
                    <a:pt x="11558" y="10444"/>
                  </a:cubicBezTo>
                  <a:cubicBezTo>
                    <a:pt x="11512" y="10444"/>
                    <a:pt x="11470" y="10430"/>
                    <a:pt x="11435" y="10402"/>
                  </a:cubicBezTo>
                  <a:lnTo>
                    <a:pt x="10401" y="9525"/>
                  </a:lnTo>
                  <a:cubicBezTo>
                    <a:pt x="10914" y="8857"/>
                    <a:pt x="11238" y="8062"/>
                    <a:pt x="11340" y="7224"/>
                  </a:cubicBezTo>
                  <a:cubicBezTo>
                    <a:pt x="11354" y="7098"/>
                    <a:pt x="11256" y="6989"/>
                    <a:pt x="11132" y="6989"/>
                  </a:cubicBezTo>
                  <a:cubicBezTo>
                    <a:pt x="11023" y="6989"/>
                    <a:pt x="10935" y="7066"/>
                    <a:pt x="10921" y="7172"/>
                  </a:cubicBezTo>
                  <a:cubicBezTo>
                    <a:pt x="10833" y="7893"/>
                    <a:pt x="10566" y="8579"/>
                    <a:pt x="10144" y="9167"/>
                  </a:cubicBezTo>
                  <a:cubicBezTo>
                    <a:pt x="10126" y="9191"/>
                    <a:pt x="10109" y="9212"/>
                    <a:pt x="10087" y="9237"/>
                  </a:cubicBezTo>
                  <a:lnTo>
                    <a:pt x="10077" y="9255"/>
                  </a:lnTo>
                  <a:lnTo>
                    <a:pt x="8677" y="8076"/>
                  </a:lnTo>
                  <a:cubicBezTo>
                    <a:pt x="9187" y="7355"/>
                    <a:pt x="9268" y="6415"/>
                    <a:pt x="8895" y="5616"/>
                  </a:cubicBezTo>
                  <a:cubicBezTo>
                    <a:pt x="8522" y="4818"/>
                    <a:pt x="7748" y="4283"/>
                    <a:pt x="6868" y="4209"/>
                  </a:cubicBezTo>
                  <a:lnTo>
                    <a:pt x="6861" y="2379"/>
                  </a:lnTo>
                  <a:cubicBezTo>
                    <a:pt x="6896" y="2379"/>
                    <a:pt x="6935" y="2386"/>
                    <a:pt x="6970" y="2386"/>
                  </a:cubicBezTo>
                  <a:lnTo>
                    <a:pt x="6998" y="2386"/>
                  </a:lnTo>
                  <a:cubicBezTo>
                    <a:pt x="7037" y="2390"/>
                    <a:pt x="7076" y="2394"/>
                    <a:pt x="7118" y="2397"/>
                  </a:cubicBezTo>
                  <a:cubicBezTo>
                    <a:pt x="9123" y="2612"/>
                    <a:pt x="10710" y="4195"/>
                    <a:pt x="10928" y="6200"/>
                  </a:cubicBezTo>
                  <a:cubicBezTo>
                    <a:pt x="10939" y="6306"/>
                    <a:pt x="11030" y="6387"/>
                    <a:pt x="11136" y="6387"/>
                  </a:cubicBezTo>
                  <a:cubicBezTo>
                    <a:pt x="11263" y="6383"/>
                    <a:pt x="11361" y="6274"/>
                    <a:pt x="11347" y="6151"/>
                  </a:cubicBezTo>
                  <a:cubicBezTo>
                    <a:pt x="11090" y="3836"/>
                    <a:pt x="9183" y="2056"/>
                    <a:pt x="6858" y="1961"/>
                  </a:cubicBezTo>
                  <a:lnTo>
                    <a:pt x="6850" y="606"/>
                  </a:lnTo>
                  <a:cubicBezTo>
                    <a:pt x="6850" y="560"/>
                    <a:pt x="6865" y="518"/>
                    <a:pt x="6896" y="483"/>
                  </a:cubicBezTo>
                  <a:cubicBezTo>
                    <a:pt x="6929" y="444"/>
                    <a:pt x="6974" y="423"/>
                    <a:pt x="7025" y="423"/>
                  </a:cubicBezTo>
                  <a:close/>
                  <a:moveTo>
                    <a:pt x="1626" y="5757"/>
                  </a:moveTo>
                  <a:lnTo>
                    <a:pt x="6407" y="6820"/>
                  </a:lnTo>
                  <a:lnTo>
                    <a:pt x="5095" y="11538"/>
                  </a:lnTo>
                  <a:cubicBezTo>
                    <a:pt x="2980" y="10852"/>
                    <a:pt x="1548" y="8885"/>
                    <a:pt x="1545" y="6661"/>
                  </a:cubicBezTo>
                  <a:cubicBezTo>
                    <a:pt x="1545" y="6359"/>
                    <a:pt x="1569" y="6056"/>
                    <a:pt x="1626" y="5757"/>
                  </a:cubicBezTo>
                  <a:close/>
                  <a:moveTo>
                    <a:pt x="6784" y="7034"/>
                  </a:moveTo>
                  <a:lnTo>
                    <a:pt x="8251" y="8269"/>
                  </a:lnTo>
                  <a:lnTo>
                    <a:pt x="9971" y="9719"/>
                  </a:lnTo>
                  <a:lnTo>
                    <a:pt x="10450" y="10124"/>
                  </a:lnTo>
                  <a:cubicBezTo>
                    <a:pt x="9479" y="11183"/>
                    <a:pt x="8107" y="11788"/>
                    <a:pt x="6671" y="11788"/>
                  </a:cubicBezTo>
                  <a:lnTo>
                    <a:pt x="6668" y="11788"/>
                  </a:lnTo>
                  <a:cubicBezTo>
                    <a:pt x="6277" y="11788"/>
                    <a:pt x="5883" y="11742"/>
                    <a:pt x="5503" y="11654"/>
                  </a:cubicBezTo>
                  <a:lnTo>
                    <a:pt x="6784" y="7034"/>
                  </a:lnTo>
                  <a:close/>
                  <a:moveTo>
                    <a:pt x="7030" y="0"/>
                  </a:moveTo>
                  <a:cubicBezTo>
                    <a:pt x="6699" y="0"/>
                    <a:pt x="6428" y="268"/>
                    <a:pt x="6428" y="603"/>
                  </a:cubicBezTo>
                  <a:lnTo>
                    <a:pt x="6432" y="1120"/>
                  </a:lnTo>
                  <a:cubicBezTo>
                    <a:pt x="5566" y="1155"/>
                    <a:pt x="4718" y="1394"/>
                    <a:pt x="3962" y="1816"/>
                  </a:cubicBezTo>
                  <a:lnTo>
                    <a:pt x="3483" y="944"/>
                  </a:lnTo>
                  <a:cubicBezTo>
                    <a:pt x="3448" y="877"/>
                    <a:pt x="3378" y="835"/>
                    <a:pt x="3300" y="835"/>
                  </a:cubicBezTo>
                  <a:lnTo>
                    <a:pt x="422" y="835"/>
                  </a:lnTo>
                  <a:lnTo>
                    <a:pt x="422" y="483"/>
                  </a:lnTo>
                  <a:cubicBezTo>
                    <a:pt x="422" y="342"/>
                    <a:pt x="317" y="272"/>
                    <a:pt x="211" y="272"/>
                  </a:cubicBezTo>
                  <a:cubicBezTo>
                    <a:pt x="106" y="272"/>
                    <a:pt x="0" y="342"/>
                    <a:pt x="0" y="483"/>
                  </a:cubicBezTo>
                  <a:lnTo>
                    <a:pt x="0" y="1605"/>
                  </a:lnTo>
                  <a:cubicBezTo>
                    <a:pt x="0" y="1721"/>
                    <a:pt x="95" y="1816"/>
                    <a:pt x="211" y="1816"/>
                  </a:cubicBezTo>
                  <a:cubicBezTo>
                    <a:pt x="327" y="1816"/>
                    <a:pt x="422" y="1721"/>
                    <a:pt x="422" y="1605"/>
                  </a:cubicBezTo>
                  <a:lnTo>
                    <a:pt x="422" y="1254"/>
                  </a:lnTo>
                  <a:lnTo>
                    <a:pt x="3174" y="1254"/>
                  </a:lnTo>
                  <a:lnTo>
                    <a:pt x="3603" y="2038"/>
                  </a:lnTo>
                  <a:cubicBezTo>
                    <a:pt x="3286" y="2246"/>
                    <a:pt x="2994" y="2489"/>
                    <a:pt x="2727" y="2756"/>
                  </a:cubicBezTo>
                  <a:cubicBezTo>
                    <a:pt x="556" y="4969"/>
                    <a:pt x="619" y="8533"/>
                    <a:pt x="2868" y="10665"/>
                  </a:cubicBezTo>
                  <a:cubicBezTo>
                    <a:pt x="3941" y="11684"/>
                    <a:pt x="5314" y="12187"/>
                    <a:pt x="6684" y="12187"/>
                  </a:cubicBezTo>
                  <a:cubicBezTo>
                    <a:pt x="8183" y="12187"/>
                    <a:pt x="9678" y="11584"/>
                    <a:pt x="10774" y="10391"/>
                  </a:cubicBezTo>
                  <a:lnTo>
                    <a:pt x="11168" y="10725"/>
                  </a:lnTo>
                  <a:cubicBezTo>
                    <a:pt x="11280" y="10820"/>
                    <a:pt x="11417" y="10866"/>
                    <a:pt x="11553" y="10866"/>
                  </a:cubicBezTo>
                  <a:cubicBezTo>
                    <a:pt x="11736" y="10866"/>
                    <a:pt x="11918" y="10783"/>
                    <a:pt x="12037" y="10623"/>
                  </a:cubicBezTo>
                  <a:cubicBezTo>
                    <a:pt x="12888" y="9480"/>
                    <a:pt x="13346" y="8090"/>
                    <a:pt x="13342" y="6661"/>
                  </a:cubicBezTo>
                  <a:cubicBezTo>
                    <a:pt x="13339" y="3132"/>
                    <a:pt x="10584" y="205"/>
                    <a:pt x="7062" y="1"/>
                  </a:cubicBezTo>
                  <a:cubicBezTo>
                    <a:pt x="7051" y="0"/>
                    <a:pt x="7041" y="0"/>
                    <a:pt x="70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6" name="Google Shape;17666;p85"/>
          <p:cNvGrpSpPr/>
          <p:nvPr/>
        </p:nvGrpSpPr>
        <p:grpSpPr>
          <a:xfrm>
            <a:off x="2761007" y="2017372"/>
            <a:ext cx="360845" cy="302674"/>
            <a:chOff x="2761007" y="2017372"/>
            <a:chExt cx="360845" cy="302674"/>
          </a:xfrm>
        </p:grpSpPr>
        <p:sp>
          <p:nvSpPr>
            <p:cNvPr id="17667" name="Google Shape;17667;p85"/>
            <p:cNvSpPr/>
            <p:nvPr/>
          </p:nvSpPr>
          <p:spPr>
            <a:xfrm>
              <a:off x="2929587" y="2089078"/>
              <a:ext cx="183546" cy="166966"/>
            </a:xfrm>
            <a:custGeom>
              <a:rect b="b" l="l" r="r" t="t"/>
              <a:pathLst>
                <a:path extrusionOk="0" h="6415" w="7052">
                  <a:moveTo>
                    <a:pt x="4437" y="0"/>
                  </a:moveTo>
                  <a:lnTo>
                    <a:pt x="3082" y="1035"/>
                  </a:lnTo>
                  <a:lnTo>
                    <a:pt x="1953" y="662"/>
                  </a:lnTo>
                  <a:lnTo>
                    <a:pt x="0" y="2252"/>
                  </a:lnTo>
                  <a:lnTo>
                    <a:pt x="3012" y="6414"/>
                  </a:lnTo>
                  <a:lnTo>
                    <a:pt x="7051" y="3550"/>
                  </a:lnTo>
                  <a:lnTo>
                    <a:pt x="443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85"/>
            <p:cNvSpPr/>
            <p:nvPr/>
          </p:nvSpPr>
          <p:spPr>
            <a:xfrm>
              <a:off x="3010246" y="2022682"/>
              <a:ext cx="103980" cy="184275"/>
            </a:xfrm>
            <a:custGeom>
              <a:rect b="b" l="l" r="r" t="t"/>
              <a:pathLst>
                <a:path extrusionOk="0" h="7080" w="3995">
                  <a:moveTo>
                    <a:pt x="3994" y="0"/>
                  </a:moveTo>
                  <a:lnTo>
                    <a:pt x="1" y="2565"/>
                  </a:lnTo>
                  <a:lnTo>
                    <a:pt x="3439" y="7079"/>
                  </a:lnTo>
                  <a:lnTo>
                    <a:pt x="3994" y="6640"/>
                  </a:lnTo>
                  <a:lnTo>
                    <a:pt x="399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85"/>
            <p:cNvSpPr/>
            <p:nvPr/>
          </p:nvSpPr>
          <p:spPr>
            <a:xfrm>
              <a:off x="3080234" y="2158858"/>
              <a:ext cx="33992" cy="48099"/>
            </a:xfrm>
            <a:custGeom>
              <a:rect b="b" l="l" r="r" t="t"/>
              <a:pathLst>
                <a:path extrusionOk="0" h="1848" w="1306">
                  <a:moveTo>
                    <a:pt x="1305" y="0"/>
                  </a:moveTo>
                  <a:lnTo>
                    <a:pt x="0" y="862"/>
                  </a:lnTo>
                  <a:lnTo>
                    <a:pt x="750" y="1847"/>
                  </a:lnTo>
                  <a:lnTo>
                    <a:pt x="1305" y="1408"/>
                  </a:lnTo>
                  <a:lnTo>
                    <a:pt x="1305"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85"/>
            <p:cNvSpPr/>
            <p:nvPr/>
          </p:nvSpPr>
          <p:spPr>
            <a:xfrm>
              <a:off x="2941586" y="2144282"/>
              <a:ext cx="139664" cy="92736"/>
            </a:xfrm>
            <a:custGeom>
              <a:rect b="b" l="l" r="r" t="t"/>
              <a:pathLst>
                <a:path extrusionOk="0" h="3563" w="5366">
                  <a:moveTo>
                    <a:pt x="616" y="1"/>
                  </a:moveTo>
                  <a:lnTo>
                    <a:pt x="0" y="1127"/>
                  </a:lnTo>
                  <a:lnTo>
                    <a:pt x="4324" y="3484"/>
                  </a:lnTo>
                  <a:cubicBezTo>
                    <a:pt x="4422" y="3537"/>
                    <a:pt x="4527" y="3562"/>
                    <a:pt x="4631" y="3562"/>
                  </a:cubicBezTo>
                  <a:cubicBezTo>
                    <a:pt x="4858" y="3562"/>
                    <a:pt x="5079" y="3442"/>
                    <a:pt x="5197" y="3227"/>
                  </a:cubicBezTo>
                  <a:cubicBezTo>
                    <a:pt x="5366" y="2918"/>
                    <a:pt x="5250" y="2527"/>
                    <a:pt x="4940"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85"/>
            <p:cNvSpPr/>
            <p:nvPr/>
          </p:nvSpPr>
          <p:spPr>
            <a:xfrm>
              <a:off x="2996165" y="2191002"/>
              <a:ext cx="81804" cy="46043"/>
            </a:xfrm>
            <a:custGeom>
              <a:rect b="b" l="l" r="r" t="t"/>
              <a:pathLst>
                <a:path extrusionOk="0" h="1769" w="3143">
                  <a:moveTo>
                    <a:pt x="278" y="0"/>
                  </a:moveTo>
                  <a:lnTo>
                    <a:pt x="0" y="475"/>
                  </a:lnTo>
                  <a:lnTo>
                    <a:pt x="2227" y="1689"/>
                  </a:lnTo>
                  <a:cubicBezTo>
                    <a:pt x="2325" y="1743"/>
                    <a:pt x="2429" y="1768"/>
                    <a:pt x="2532" y="1768"/>
                  </a:cubicBezTo>
                  <a:cubicBezTo>
                    <a:pt x="2797" y="1768"/>
                    <a:pt x="3051" y="1601"/>
                    <a:pt x="3142" y="1327"/>
                  </a:cubicBezTo>
                  <a:lnTo>
                    <a:pt x="3142" y="1327"/>
                  </a:lnTo>
                  <a:cubicBezTo>
                    <a:pt x="3075" y="1349"/>
                    <a:pt x="3005" y="1361"/>
                    <a:pt x="2935" y="1361"/>
                  </a:cubicBezTo>
                  <a:cubicBezTo>
                    <a:pt x="2831" y="1361"/>
                    <a:pt x="2727" y="1335"/>
                    <a:pt x="2632" y="1285"/>
                  </a:cubicBezTo>
                  <a:lnTo>
                    <a:pt x="27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85"/>
            <p:cNvSpPr/>
            <p:nvPr/>
          </p:nvSpPr>
          <p:spPr>
            <a:xfrm>
              <a:off x="2915740" y="2168280"/>
              <a:ext cx="139690" cy="92762"/>
            </a:xfrm>
            <a:custGeom>
              <a:rect b="b" l="l" r="r" t="t"/>
              <a:pathLst>
                <a:path extrusionOk="0" h="3564" w="5367">
                  <a:moveTo>
                    <a:pt x="617" y="1"/>
                  </a:moveTo>
                  <a:lnTo>
                    <a:pt x="1" y="1130"/>
                  </a:lnTo>
                  <a:lnTo>
                    <a:pt x="4325" y="3484"/>
                  </a:lnTo>
                  <a:cubicBezTo>
                    <a:pt x="4424" y="3538"/>
                    <a:pt x="4530" y="3564"/>
                    <a:pt x="4634" y="3564"/>
                  </a:cubicBezTo>
                  <a:cubicBezTo>
                    <a:pt x="4862" y="3564"/>
                    <a:pt x="5082" y="3442"/>
                    <a:pt x="5198" y="3227"/>
                  </a:cubicBezTo>
                  <a:cubicBezTo>
                    <a:pt x="5367" y="2918"/>
                    <a:pt x="5254" y="2527"/>
                    <a:pt x="4941" y="2358"/>
                  </a:cubicBezTo>
                  <a:lnTo>
                    <a:pt x="617"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85"/>
            <p:cNvSpPr/>
            <p:nvPr/>
          </p:nvSpPr>
          <p:spPr>
            <a:xfrm>
              <a:off x="2979299" y="2221115"/>
              <a:ext cx="72825" cy="39978"/>
            </a:xfrm>
            <a:custGeom>
              <a:rect b="b" l="l" r="r" t="t"/>
              <a:pathLst>
                <a:path extrusionOk="0" h="1536" w="2798">
                  <a:moveTo>
                    <a:pt x="251" y="1"/>
                  </a:moveTo>
                  <a:lnTo>
                    <a:pt x="1" y="430"/>
                  </a:lnTo>
                  <a:lnTo>
                    <a:pt x="1883" y="1457"/>
                  </a:lnTo>
                  <a:cubicBezTo>
                    <a:pt x="1980" y="1511"/>
                    <a:pt x="2085" y="1535"/>
                    <a:pt x="2187" y="1535"/>
                  </a:cubicBezTo>
                  <a:cubicBezTo>
                    <a:pt x="2453" y="1535"/>
                    <a:pt x="2707" y="1370"/>
                    <a:pt x="2798" y="1099"/>
                  </a:cubicBezTo>
                  <a:lnTo>
                    <a:pt x="2798" y="1099"/>
                  </a:lnTo>
                  <a:cubicBezTo>
                    <a:pt x="2714" y="1137"/>
                    <a:pt x="2625" y="1156"/>
                    <a:pt x="2536" y="1156"/>
                  </a:cubicBezTo>
                  <a:cubicBezTo>
                    <a:pt x="2430" y="1156"/>
                    <a:pt x="2324" y="1129"/>
                    <a:pt x="2228" y="1078"/>
                  </a:cubicBezTo>
                  <a:lnTo>
                    <a:pt x="25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85"/>
            <p:cNvSpPr/>
            <p:nvPr/>
          </p:nvSpPr>
          <p:spPr>
            <a:xfrm>
              <a:off x="2889921" y="2192277"/>
              <a:ext cx="139690" cy="92788"/>
            </a:xfrm>
            <a:custGeom>
              <a:rect b="b" l="l" r="r" t="t"/>
              <a:pathLst>
                <a:path extrusionOk="0" h="3565" w="5367">
                  <a:moveTo>
                    <a:pt x="616" y="1"/>
                  </a:moveTo>
                  <a:lnTo>
                    <a:pt x="1" y="1130"/>
                  </a:lnTo>
                  <a:lnTo>
                    <a:pt x="4325" y="3487"/>
                  </a:lnTo>
                  <a:cubicBezTo>
                    <a:pt x="4423" y="3540"/>
                    <a:pt x="4528" y="3565"/>
                    <a:pt x="4631" y="3565"/>
                  </a:cubicBezTo>
                  <a:cubicBezTo>
                    <a:pt x="4860" y="3565"/>
                    <a:pt x="5081" y="3444"/>
                    <a:pt x="5197" y="3230"/>
                  </a:cubicBezTo>
                  <a:cubicBezTo>
                    <a:pt x="5366" y="2917"/>
                    <a:pt x="5250" y="2527"/>
                    <a:pt x="4941"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85"/>
            <p:cNvSpPr/>
            <p:nvPr/>
          </p:nvSpPr>
          <p:spPr>
            <a:xfrm>
              <a:off x="2962538" y="2250422"/>
              <a:ext cx="63507" cy="34591"/>
            </a:xfrm>
            <a:custGeom>
              <a:rect b="b" l="l" r="r" t="t"/>
              <a:pathLst>
                <a:path extrusionOk="0" h="1329" w="2440">
                  <a:moveTo>
                    <a:pt x="240" y="1"/>
                  </a:moveTo>
                  <a:lnTo>
                    <a:pt x="1" y="416"/>
                  </a:lnTo>
                  <a:lnTo>
                    <a:pt x="1535" y="1250"/>
                  </a:lnTo>
                  <a:cubicBezTo>
                    <a:pt x="1634" y="1303"/>
                    <a:pt x="1739" y="1328"/>
                    <a:pt x="1843" y="1328"/>
                  </a:cubicBezTo>
                  <a:cubicBezTo>
                    <a:pt x="2096" y="1328"/>
                    <a:pt x="2337" y="1180"/>
                    <a:pt x="2439" y="926"/>
                  </a:cubicBezTo>
                  <a:lnTo>
                    <a:pt x="2439" y="926"/>
                  </a:lnTo>
                  <a:cubicBezTo>
                    <a:pt x="2360" y="959"/>
                    <a:pt x="2277" y="975"/>
                    <a:pt x="2194" y="975"/>
                  </a:cubicBezTo>
                  <a:cubicBezTo>
                    <a:pt x="2089" y="975"/>
                    <a:pt x="1985" y="949"/>
                    <a:pt x="1890" y="898"/>
                  </a:cubicBezTo>
                  <a:lnTo>
                    <a:pt x="240"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85"/>
            <p:cNvSpPr/>
            <p:nvPr/>
          </p:nvSpPr>
          <p:spPr>
            <a:xfrm>
              <a:off x="2864180" y="2216274"/>
              <a:ext cx="139690" cy="92788"/>
            </a:xfrm>
            <a:custGeom>
              <a:rect b="b" l="l" r="r" t="t"/>
              <a:pathLst>
                <a:path extrusionOk="0" h="3565" w="5367">
                  <a:moveTo>
                    <a:pt x="617" y="0"/>
                  </a:moveTo>
                  <a:lnTo>
                    <a:pt x="1" y="1130"/>
                  </a:lnTo>
                  <a:lnTo>
                    <a:pt x="4325" y="3487"/>
                  </a:lnTo>
                  <a:cubicBezTo>
                    <a:pt x="4422" y="3540"/>
                    <a:pt x="4526" y="3565"/>
                    <a:pt x="4629" y="3565"/>
                  </a:cubicBezTo>
                  <a:cubicBezTo>
                    <a:pt x="4857" y="3565"/>
                    <a:pt x="5079" y="3443"/>
                    <a:pt x="5198" y="3230"/>
                  </a:cubicBezTo>
                  <a:cubicBezTo>
                    <a:pt x="5367" y="2917"/>
                    <a:pt x="5251" y="2527"/>
                    <a:pt x="4941" y="2358"/>
                  </a:cubicBezTo>
                  <a:lnTo>
                    <a:pt x="617"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85"/>
            <p:cNvSpPr/>
            <p:nvPr/>
          </p:nvSpPr>
          <p:spPr>
            <a:xfrm>
              <a:off x="2945698" y="2278350"/>
              <a:ext cx="54788" cy="30712"/>
            </a:xfrm>
            <a:custGeom>
              <a:rect b="b" l="l" r="r" t="t"/>
              <a:pathLst>
                <a:path extrusionOk="0" h="1180" w="2105">
                  <a:moveTo>
                    <a:pt x="264" y="1"/>
                  </a:moveTo>
                  <a:lnTo>
                    <a:pt x="0" y="455"/>
                  </a:lnTo>
                  <a:lnTo>
                    <a:pt x="1193" y="1102"/>
                  </a:lnTo>
                  <a:cubicBezTo>
                    <a:pt x="1290" y="1155"/>
                    <a:pt x="1394" y="1180"/>
                    <a:pt x="1497" y="1180"/>
                  </a:cubicBezTo>
                  <a:cubicBezTo>
                    <a:pt x="1725" y="1180"/>
                    <a:pt x="1946" y="1058"/>
                    <a:pt x="2062" y="845"/>
                  </a:cubicBezTo>
                  <a:cubicBezTo>
                    <a:pt x="2080" y="814"/>
                    <a:pt x="2094" y="786"/>
                    <a:pt x="2104" y="754"/>
                  </a:cubicBezTo>
                  <a:lnTo>
                    <a:pt x="2104" y="754"/>
                  </a:lnTo>
                  <a:cubicBezTo>
                    <a:pt x="2033" y="780"/>
                    <a:pt x="1959" y="793"/>
                    <a:pt x="1885" y="793"/>
                  </a:cubicBezTo>
                  <a:cubicBezTo>
                    <a:pt x="1780" y="793"/>
                    <a:pt x="1675" y="767"/>
                    <a:pt x="1580" y="715"/>
                  </a:cubicBezTo>
                  <a:lnTo>
                    <a:pt x="2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85"/>
            <p:cNvSpPr/>
            <p:nvPr/>
          </p:nvSpPr>
          <p:spPr>
            <a:xfrm>
              <a:off x="2779851" y="2100712"/>
              <a:ext cx="177690" cy="161006"/>
            </a:xfrm>
            <a:custGeom>
              <a:rect b="b" l="l" r="r" t="t"/>
              <a:pathLst>
                <a:path extrusionOk="0" h="6186" w="6827">
                  <a:moveTo>
                    <a:pt x="2140" y="0"/>
                  </a:moveTo>
                  <a:lnTo>
                    <a:pt x="0" y="3856"/>
                  </a:lnTo>
                  <a:lnTo>
                    <a:pt x="4367" y="6186"/>
                  </a:lnTo>
                  <a:lnTo>
                    <a:pt x="6826" y="1675"/>
                  </a:lnTo>
                  <a:lnTo>
                    <a:pt x="4613" y="742"/>
                  </a:lnTo>
                  <a:lnTo>
                    <a:pt x="3614" y="859"/>
                  </a:lnTo>
                  <a:lnTo>
                    <a:pt x="2140"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85"/>
            <p:cNvSpPr/>
            <p:nvPr/>
          </p:nvSpPr>
          <p:spPr>
            <a:xfrm>
              <a:off x="2774619" y="2074685"/>
              <a:ext cx="98124" cy="142527"/>
            </a:xfrm>
            <a:custGeom>
              <a:rect b="b" l="l" r="r" t="t"/>
              <a:pathLst>
                <a:path extrusionOk="0" h="5476" w="3770">
                  <a:moveTo>
                    <a:pt x="2840" y="1"/>
                  </a:moveTo>
                  <a:lnTo>
                    <a:pt x="1" y="4937"/>
                  </a:lnTo>
                  <a:lnTo>
                    <a:pt x="933" y="5476"/>
                  </a:lnTo>
                  <a:lnTo>
                    <a:pt x="3769" y="536"/>
                  </a:lnTo>
                  <a:lnTo>
                    <a:pt x="2840"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85"/>
            <p:cNvSpPr/>
            <p:nvPr/>
          </p:nvSpPr>
          <p:spPr>
            <a:xfrm>
              <a:off x="2768685" y="2038064"/>
              <a:ext cx="84095" cy="176492"/>
            </a:xfrm>
            <a:custGeom>
              <a:rect b="b" l="l" r="r" t="t"/>
              <a:pathLst>
                <a:path extrusionOk="0" h="6781" w="3231">
                  <a:moveTo>
                    <a:pt x="0" y="0"/>
                  </a:moveTo>
                  <a:lnTo>
                    <a:pt x="0" y="6555"/>
                  </a:lnTo>
                  <a:lnTo>
                    <a:pt x="391" y="6781"/>
                  </a:lnTo>
                  <a:lnTo>
                    <a:pt x="3230" y="1865"/>
                  </a:lnTo>
                  <a:lnTo>
                    <a:pt x="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85"/>
            <p:cNvSpPr/>
            <p:nvPr/>
          </p:nvSpPr>
          <p:spPr>
            <a:xfrm>
              <a:off x="2772147" y="2179836"/>
              <a:ext cx="42060" cy="44793"/>
            </a:xfrm>
            <a:custGeom>
              <a:rect b="b" l="l" r="r" t="t"/>
              <a:pathLst>
                <a:path extrusionOk="0" h="1721" w="1616">
                  <a:moveTo>
                    <a:pt x="684" y="0"/>
                  </a:moveTo>
                  <a:lnTo>
                    <a:pt x="1" y="1186"/>
                  </a:lnTo>
                  <a:lnTo>
                    <a:pt x="926" y="1721"/>
                  </a:lnTo>
                  <a:lnTo>
                    <a:pt x="1616" y="528"/>
                  </a:lnTo>
                  <a:lnTo>
                    <a:pt x="6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85"/>
            <p:cNvSpPr/>
            <p:nvPr/>
          </p:nvSpPr>
          <p:spPr>
            <a:xfrm>
              <a:off x="2768685" y="2167733"/>
              <a:ext cx="28032" cy="46823"/>
            </a:xfrm>
            <a:custGeom>
              <a:rect b="b" l="l" r="r" t="t"/>
              <a:pathLst>
                <a:path extrusionOk="0" h="1799" w="1077">
                  <a:moveTo>
                    <a:pt x="0" y="1"/>
                  </a:moveTo>
                  <a:lnTo>
                    <a:pt x="0" y="1573"/>
                  </a:lnTo>
                  <a:lnTo>
                    <a:pt x="391" y="1799"/>
                  </a:lnTo>
                  <a:lnTo>
                    <a:pt x="1077" y="609"/>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85"/>
            <p:cNvSpPr/>
            <p:nvPr/>
          </p:nvSpPr>
          <p:spPr>
            <a:xfrm>
              <a:off x="2816575" y="2192928"/>
              <a:ext cx="74933" cy="60150"/>
            </a:xfrm>
            <a:custGeom>
              <a:rect b="b" l="l" r="r" t="t"/>
              <a:pathLst>
                <a:path extrusionOk="0" h="2311" w="2879">
                  <a:moveTo>
                    <a:pt x="2150" y="1"/>
                  </a:moveTo>
                  <a:cubicBezTo>
                    <a:pt x="2020" y="1"/>
                    <a:pt x="1888" y="41"/>
                    <a:pt x="1774" y="123"/>
                  </a:cubicBezTo>
                  <a:lnTo>
                    <a:pt x="352" y="1151"/>
                  </a:lnTo>
                  <a:cubicBezTo>
                    <a:pt x="64" y="1358"/>
                    <a:pt x="0" y="1759"/>
                    <a:pt x="208" y="2048"/>
                  </a:cubicBezTo>
                  <a:cubicBezTo>
                    <a:pt x="333" y="2220"/>
                    <a:pt x="528" y="2311"/>
                    <a:pt x="727" y="2311"/>
                  </a:cubicBezTo>
                  <a:cubicBezTo>
                    <a:pt x="858" y="2311"/>
                    <a:pt x="991" y="2271"/>
                    <a:pt x="1105" y="2189"/>
                  </a:cubicBezTo>
                  <a:lnTo>
                    <a:pt x="2527" y="1161"/>
                  </a:lnTo>
                  <a:cubicBezTo>
                    <a:pt x="2819" y="950"/>
                    <a:pt x="2878" y="538"/>
                    <a:pt x="2657" y="250"/>
                  </a:cubicBezTo>
                  <a:cubicBezTo>
                    <a:pt x="2531" y="87"/>
                    <a:pt x="2342" y="1"/>
                    <a:pt x="215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85"/>
            <p:cNvSpPr/>
            <p:nvPr/>
          </p:nvSpPr>
          <p:spPr>
            <a:xfrm>
              <a:off x="2819959" y="2194099"/>
              <a:ext cx="71550" cy="59004"/>
            </a:xfrm>
            <a:custGeom>
              <a:rect b="b" l="l" r="r" t="t"/>
              <a:pathLst>
                <a:path extrusionOk="0" h="2267" w="2749">
                  <a:moveTo>
                    <a:pt x="2256" y="1"/>
                  </a:moveTo>
                  <a:cubicBezTo>
                    <a:pt x="2365" y="275"/>
                    <a:pt x="2277" y="588"/>
                    <a:pt x="2038" y="761"/>
                  </a:cubicBezTo>
                  <a:lnTo>
                    <a:pt x="616" y="1788"/>
                  </a:lnTo>
                  <a:cubicBezTo>
                    <a:pt x="507" y="1867"/>
                    <a:pt x="376" y="1908"/>
                    <a:pt x="242" y="1908"/>
                  </a:cubicBezTo>
                  <a:cubicBezTo>
                    <a:pt x="161" y="1908"/>
                    <a:pt x="79" y="1893"/>
                    <a:pt x="1" y="1862"/>
                  </a:cubicBezTo>
                  <a:lnTo>
                    <a:pt x="1" y="1862"/>
                  </a:lnTo>
                  <a:cubicBezTo>
                    <a:pt x="105" y="2118"/>
                    <a:pt x="350" y="2266"/>
                    <a:pt x="601" y="2266"/>
                  </a:cubicBezTo>
                  <a:cubicBezTo>
                    <a:pt x="730" y="2266"/>
                    <a:pt x="861" y="2227"/>
                    <a:pt x="975" y="2144"/>
                  </a:cubicBezTo>
                  <a:lnTo>
                    <a:pt x="2397" y="1116"/>
                  </a:lnTo>
                  <a:cubicBezTo>
                    <a:pt x="2689" y="905"/>
                    <a:pt x="2748" y="493"/>
                    <a:pt x="2527" y="205"/>
                  </a:cubicBezTo>
                  <a:cubicBezTo>
                    <a:pt x="2456" y="113"/>
                    <a:pt x="2365" y="43"/>
                    <a:pt x="225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85"/>
            <p:cNvSpPr/>
            <p:nvPr/>
          </p:nvSpPr>
          <p:spPr>
            <a:xfrm>
              <a:off x="2845232" y="2219476"/>
              <a:ext cx="66604" cy="54163"/>
            </a:xfrm>
            <a:custGeom>
              <a:rect b="b" l="l" r="r" t="t"/>
              <a:pathLst>
                <a:path extrusionOk="0" h="2081" w="2559">
                  <a:moveTo>
                    <a:pt x="1829" y="0"/>
                  </a:moveTo>
                  <a:cubicBezTo>
                    <a:pt x="1699" y="0"/>
                    <a:pt x="1567" y="39"/>
                    <a:pt x="1454" y="120"/>
                  </a:cubicBezTo>
                  <a:lnTo>
                    <a:pt x="363" y="912"/>
                  </a:lnTo>
                  <a:cubicBezTo>
                    <a:pt x="68" y="1123"/>
                    <a:pt x="1" y="1531"/>
                    <a:pt x="215" y="1827"/>
                  </a:cubicBezTo>
                  <a:cubicBezTo>
                    <a:pt x="341" y="1993"/>
                    <a:pt x="532" y="2081"/>
                    <a:pt x="727" y="2081"/>
                  </a:cubicBezTo>
                  <a:cubicBezTo>
                    <a:pt x="858" y="2081"/>
                    <a:pt x="991" y="2040"/>
                    <a:pt x="1105" y="1957"/>
                  </a:cubicBezTo>
                  <a:lnTo>
                    <a:pt x="2207" y="1165"/>
                  </a:lnTo>
                  <a:cubicBezTo>
                    <a:pt x="2499" y="951"/>
                    <a:pt x="2559" y="539"/>
                    <a:pt x="2340" y="250"/>
                  </a:cubicBezTo>
                  <a:cubicBezTo>
                    <a:pt x="2214" y="86"/>
                    <a:pt x="2023" y="0"/>
                    <a:pt x="18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85"/>
            <p:cNvSpPr/>
            <p:nvPr/>
          </p:nvSpPr>
          <p:spPr>
            <a:xfrm>
              <a:off x="2848719" y="2220673"/>
              <a:ext cx="63221" cy="52940"/>
            </a:xfrm>
            <a:custGeom>
              <a:rect b="b" l="l" r="r" t="t"/>
              <a:pathLst>
                <a:path extrusionOk="0" h="2034" w="2429">
                  <a:moveTo>
                    <a:pt x="1936" y="0"/>
                  </a:moveTo>
                  <a:cubicBezTo>
                    <a:pt x="2048" y="275"/>
                    <a:pt x="1957" y="588"/>
                    <a:pt x="1717" y="760"/>
                  </a:cubicBezTo>
                  <a:lnTo>
                    <a:pt x="616" y="1559"/>
                  </a:lnTo>
                  <a:cubicBezTo>
                    <a:pt x="504" y="1638"/>
                    <a:pt x="372" y="1678"/>
                    <a:pt x="239" y="1678"/>
                  </a:cubicBezTo>
                  <a:cubicBezTo>
                    <a:pt x="159" y="1678"/>
                    <a:pt x="77" y="1663"/>
                    <a:pt x="0" y="1633"/>
                  </a:cubicBezTo>
                  <a:lnTo>
                    <a:pt x="0" y="1633"/>
                  </a:lnTo>
                  <a:cubicBezTo>
                    <a:pt x="21" y="1686"/>
                    <a:pt x="50" y="1735"/>
                    <a:pt x="81" y="1781"/>
                  </a:cubicBezTo>
                  <a:cubicBezTo>
                    <a:pt x="207" y="1946"/>
                    <a:pt x="399" y="2033"/>
                    <a:pt x="593" y="2033"/>
                  </a:cubicBezTo>
                  <a:cubicBezTo>
                    <a:pt x="725" y="2033"/>
                    <a:pt x="858" y="1993"/>
                    <a:pt x="971" y="1911"/>
                  </a:cubicBezTo>
                  <a:lnTo>
                    <a:pt x="2073" y="1119"/>
                  </a:lnTo>
                  <a:cubicBezTo>
                    <a:pt x="2368" y="905"/>
                    <a:pt x="2428" y="493"/>
                    <a:pt x="2206" y="204"/>
                  </a:cubicBezTo>
                  <a:cubicBezTo>
                    <a:pt x="2136" y="113"/>
                    <a:pt x="2045" y="42"/>
                    <a:pt x="193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85"/>
            <p:cNvSpPr/>
            <p:nvPr/>
          </p:nvSpPr>
          <p:spPr>
            <a:xfrm>
              <a:off x="2873810" y="2245972"/>
              <a:ext cx="58458" cy="48229"/>
            </a:xfrm>
            <a:custGeom>
              <a:rect b="b" l="l" r="r" t="t"/>
              <a:pathLst>
                <a:path extrusionOk="0" h="1853" w="2246">
                  <a:moveTo>
                    <a:pt x="1514" y="0"/>
                  </a:moveTo>
                  <a:cubicBezTo>
                    <a:pt x="1383" y="0"/>
                    <a:pt x="1251" y="40"/>
                    <a:pt x="1137" y="123"/>
                  </a:cubicBezTo>
                  <a:lnTo>
                    <a:pt x="352" y="692"/>
                  </a:lnTo>
                  <a:cubicBezTo>
                    <a:pt x="67" y="900"/>
                    <a:pt x="0" y="1301"/>
                    <a:pt x="208" y="1590"/>
                  </a:cubicBezTo>
                  <a:cubicBezTo>
                    <a:pt x="333" y="1761"/>
                    <a:pt x="530" y="1853"/>
                    <a:pt x="729" y="1853"/>
                  </a:cubicBezTo>
                  <a:cubicBezTo>
                    <a:pt x="860" y="1853"/>
                    <a:pt x="992" y="1813"/>
                    <a:pt x="1105" y="1730"/>
                  </a:cubicBezTo>
                  <a:lnTo>
                    <a:pt x="1893" y="1164"/>
                  </a:lnTo>
                  <a:cubicBezTo>
                    <a:pt x="2185" y="949"/>
                    <a:pt x="2245" y="538"/>
                    <a:pt x="2024" y="253"/>
                  </a:cubicBezTo>
                  <a:cubicBezTo>
                    <a:pt x="1898" y="87"/>
                    <a:pt x="1707" y="0"/>
                    <a:pt x="151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85"/>
            <p:cNvSpPr/>
            <p:nvPr/>
          </p:nvSpPr>
          <p:spPr>
            <a:xfrm>
              <a:off x="2877011" y="2246961"/>
              <a:ext cx="55256" cy="47240"/>
            </a:xfrm>
            <a:custGeom>
              <a:rect b="b" l="l" r="r" t="t"/>
              <a:pathLst>
                <a:path extrusionOk="0" h="1815" w="2123">
                  <a:moveTo>
                    <a:pt x="1605" y="0"/>
                  </a:moveTo>
                  <a:cubicBezTo>
                    <a:pt x="1700" y="267"/>
                    <a:pt x="1609" y="567"/>
                    <a:pt x="1376" y="732"/>
                  </a:cubicBezTo>
                  <a:lnTo>
                    <a:pt x="592" y="1302"/>
                  </a:lnTo>
                  <a:cubicBezTo>
                    <a:pt x="480" y="1382"/>
                    <a:pt x="349" y="1423"/>
                    <a:pt x="216" y="1423"/>
                  </a:cubicBezTo>
                  <a:cubicBezTo>
                    <a:pt x="144" y="1423"/>
                    <a:pt x="71" y="1411"/>
                    <a:pt x="1" y="1386"/>
                  </a:cubicBezTo>
                  <a:lnTo>
                    <a:pt x="1" y="1386"/>
                  </a:lnTo>
                  <a:cubicBezTo>
                    <a:pt x="22" y="1446"/>
                    <a:pt x="50" y="1499"/>
                    <a:pt x="85" y="1552"/>
                  </a:cubicBezTo>
                  <a:cubicBezTo>
                    <a:pt x="210" y="1723"/>
                    <a:pt x="405" y="1815"/>
                    <a:pt x="604" y="1815"/>
                  </a:cubicBezTo>
                  <a:cubicBezTo>
                    <a:pt x="735" y="1815"/>
                    <a:pt x="868" y="1775"/>
                    <a:pt x="982" y="1692"/>
                  </a:cubicBezTo>
                  <a:lnTo>
                    <a:pt x="1767" y="1126"/>
                  </a:lnTo>
                  <a:cubicBezTo>
                    <a:pt x="2062" y="915"/>
                    <a:pt x="2122" y="500"/>
                    <a:pt x="1901" y="215"/>
                  </a:cubicBezTo>
                  <a:cubicBezTo>
                    <a:pt x="1827" y="116"/>
                    <a:pt x="1725" y="39"/>
                    <a:pt x="160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85"/>
            <p:cNvSpPr/>
            <p:nvPr/>
          </p:nvSpPr>
          <p:spPr>
            <a:xfrm>
              <a:off x="2902570" y="2272520"/>
              <a:ext cx="50103" cy="42295"/>
            </a:xfrm>
            <a:custGeom>
              <a:rect b="b" l="l" r="r" t="t"/>
              <a:pathLst>
                <a:path extrusionOk="0" h="1625" w="1925">
                  <a:moveTo>
                    <a:pt x="1194" y="0"/>
                  </a:moveTo>
                  <a:cubicBezTo>
                    <a:pt x="1063" y="0"/>
                    <a:pt x="931" y="40"/>
                    <a:pt x="817" y="123"/>
                  </a:cubicBezTo>
                  <a:lnTo>
                    <a:pt x="352" y="461"/>
                  </a:lnTo>
                  <a:cubicBezTo>
                    <a:pt x="64" y="668"/>
                    <a:pt x="0" y="1069"/>
                    <a:pt x="208" y="1358"/>
                  </a:cubicBezTo>
                  <a:cubicBezTo>
                    <a:pt x="333" y="1532"/>
                    <a:pt x="529" y="1624"/>
                    <a:pt x="728" y="1624"/>
                  </a:cubicBezTo>
                  <a:cubicBezTo>
                    <a:pt x="859" y="1624"/>
                    <a:pt x="991" y="1584"/>
                    <a:pt x="1105" y="1502"/>
                  </a:cubicBezTo>
                  <a:lnTo>
                    <a:pt x="1573" y="1164"/>
                  </a:lnTo>
                  <a:cubicBezTo>
                    <a:pt x="1865" y="950"/>
                    <a:pt x="1925" y="538"/>
                    <a:pt x="1703" y="250"/>
                  </a:cubicBezTo>
                  <a:cubicBezTo>
                    <a:pt x="1578" y="86"/>
                    <a:pt x="1387" y="0"/>
                    <a:pt x="11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85"/>
            <p:cNvSpPr/>
            <p:nvPr/>
          </p:nvSpPr>
          <p:spPr>
            <a:xfrm>
              <a:off x="2905850" y="2273691"/>
              <a:ext cx="46823" cy="41097"/>
            </a:xfrm>
            <a:custGeom>
              <a:rect b="b" l="l" r="r" t="t"/>
              <a:pathLst>
                <a:path extrusionOk="0" h="1579" w="1799">
                  <a:moveTo>
                    <a:pt x="1299" y="0"/>
                  </a:moveTo>
                  <a:lnTo>
                    <a:pt x="1299" y="0"/>
                  </a:lnTo>
                  <a:cubicBezTo>
                    <a:pt x="1405" y="271"/>
                    <a:pt x="1313" y="581"/>
                    <a:pt x="1078" y="750"/>
                  </a:cubicBezTo>
                  <a:lnTo>
                    <a:pt x="610" y="1091"/>
                  </a:lnTo>
                  <a:cubicBezTo>
                    <a:pt x="499" y="1171"/>
                    <a:pt x="366" y="1212"/>
                    <a:pt x="233" y="1212"/>
                  </a:cubicBezTo>
                  <a:cubicBezTo>
                    <a:pt x="154" y="1212"/>
                    <a:pt x="75" y="1197"/>
                    <a:pt x="1" y="1169"/>
                  </a:cubicBezTo>
                  <a:lnTo>
                    <a:pt x="1" y="1169"/>
                  </a:lnTo>
                  <a:cubicBezTo>
                    <a:pt x="101" y="1428"/>
                    <a:pt x="348" y="1579"/>
                    <a:pt x="601" y="1579"/>
                  </a:cubicBezTo>
                  <a:cubicBezTo>
                    <a:pt x="730" y="1579"/>
                    <a:pt x="861" y="1540"/>
                    <a:pt x="976" y="1457"/>
                  </a:cubicBezTo>
                  <a:lnTo>
                    <a:pt x="1443" y="1119"/>
                  </a:lnTo>
                  <a:cubicBezTo>
                    <a:pt x="1739" y="905"/>
                    <a:pt x="1799" y="493"/>
                    <a:pt x="1577" y="208"/>
                  </a:cubicBezTo>
                  <a:cubicBezTo>
                    <a:pt x="1507" y="113"/>
                    <a:pt x="1408" y="43"/>
                    <a:pt x="129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85"/>
            <p:cNvSpPr/>
            <p:nvPr/>
          </p:nvSpPr>
          <p:spPr>
            <a:xfrm>
              <a:off x="2907958" y="2106282"/>
              <a:ext cx="72461" cy="111476"/>
            </a:xfrm>
            <a:custGeom>
              <a:rect b="b" l="l" r="r" t="t"/>
              <a:pathLst>
                <a:path extrusionOk="0" h="4283" w="2784">
                  <a:moveTo>
                    <a:pt x="430" y="1"/>
                  </a:moveTo>
                  <a:lnTo>
                    <a:pt x="1" y="1714"/>
                  </a:lnTo>
                  <a:lnTo>
                    <a:pt x="1" y="3428"/>
                  </a:lnTo>
                  <a:cubicBezTo>
                    <a:pt x="1" y="3899"/>
                    <a:pt x="384" y="4283"/>
                    <a:pt x="859" y="4283"/>
                  </a:cubicBezTo>
                  <a:cubicBezTo>
                    <a:pt x="1331" y="4283"/>
                    <a:pt x="1714" y="3899"/>
                    <a:pt x="1714" y="3428"/>
                  </a:cubicBezTo>
                  <a:lnTo>
                    <a:pt x="1714" y="1714"/>
                  </a:lnTo>
                  <a:lnTo>
                    <a:pt x="278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85"/>
            <p:cNvSpPr/>
            <p:nvPr/>
          </p:nvSpPr>
          <p:spPr>
            <a:xfrm>
              <a:off x="2907958" y="2106282"/>
              <a:ext cx="30712" cy="111476"/>
            </a:xfrm>
            <a:custGeom>
              <a:rect b="b" l="l" r="r" t="t"/>
              <a:pathLst>
                <a:path extrusionOk="0" h="4283" w="1180">
                  <a:moveTo>
                    <a:pt x="430" y="1"/>
                  </a:moveTo>
                  <a:lnTo>
                    <a:pt x="1" y="1714"/>
                  </a:lnTo>
                  <a:lnTo>
                    <a:pt x="1" y="3428"/>
                  </a:lnTo>
                  <a:cubicBezTo>
                    <a:pt x="1" y="3899"/>
                    <a:pt x="384" y="4283"/>
                    <a:pt x="859" y="4283"/>
                  </a:cubicBezTo>
                  <a:cubicBezTo>
                    <a:pt x="968" y="4283"/>
                    <a:pt x="1077" y="4262"/>
                    <a:pt x="1180" y="4219"/>
                  </a:cubicBezTo>
                  <a:cubicBezTo>
                    <a:pt x="856" y="4089"/>
                    <a:pt x="645" y="3776"/>
                    <a:pt x="645" y="3428"/>
                  </a:cubicBezTo>
                  <a:lnTo>
                    <a:pt x="645" y="1714"/>
                  </a:lnTo>
                  <a:lnTo>
                    <a:pt x="1070"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85"/>
            <p:cNvSpPr/>
            <p:nvPr/>
          </p:nvSpPr>
          <p:spPr>
            <a:xfrm>
              <a:off x="2761007" y="2032807"/>
              <a:ext cx="360429" cy="287239"/>
            </a:xfrm>
            <a:custGeom>
              <a:rect b="b" l="l" r="r" t="t"/>
              <a:pathLst>
                <a:path extrusionOk="0" h="11036" w="13848">
                  <a:moveTo>
                    <a:pt x="8402" y="3024"/>
                  </a:moveTo>
                  <a:lnTo>
                    <a:pt x="9500" y="3387"/>
                  </a:lnTo>
                  <a:cubicBezTo>
                    <a:pt x="9521" y="3394"/>
                    <a:pt x="9543" y="3397"/>
                    <a:pt x="9564" y="3397"/>
                  </a:cubicBezTo>
                  <a:cubicBezTo>
                    <a:pt x="9608" y="3397"/>
                    <a:pt x="9651" y="3383"/>
                    <a:pt x="9686" y="3355"/>
                  </a:cubicBezTo>
                  <a:lnTo>
                    <a:pt x="10027" y="3091"/>
                  </a:lnTo>
                  <a:lnTo>
                    <a:pt x="12430" y="6247"/>
                  </a:lnTo>
                  <a:lnTo>
                    <a:pt x="12054" y="6511"/>
                  </a:lnTo>
                  <a:cubicBezTo>
                    <a:pt x="12026" y="6493"/>
                    <a:pt x="12001" y="6479"/>
                    <a:pt x="11973" y="6462"/>
                  </a:cubicBezTo>
                  <a:lnTo>
                    <a:pt x="7814" y="4196"/>
                  </a:lnTo>
                  <a:lnTo>
                    <a:pt x="7966" y="3950"/>
                  </a:lnTo>
                  <a:cubicBezTo>
                    <a:pt x="8066" y="3790"/>
                    <a:pt x="7930" y="3639"/>
                    <a:pt x="7791" y="3639"/>
                  </a:cubicBezTo>
                  <a:cubicBezTo>
                    <a:pt x="7731" y="3639"/>
                    <a:pt x="7670" y="3667"/>
                    <a:pt x="7628" y="3735"/>
                  </a:cubicBezTo>
                  <a:lnTo>
                    <a:pt x="7191" y="4432"/>
                  </a:lnTo>
                  <a:cubicBezTo>
                    <a:pt x="7170" y="4463"/>
                    <a:pt x="7160" y="4498"/>
                    <a:pt x="7160" y="4537"/>
                  </a:cubicBezTo>
                  <a:lnTo>
                    <a:pt x="7160" y="6251"/>
                  </a:lnTo>
                  <a:cubicBezTo>
                    <a:pt x="7160" y="6613"/>
                    <a:pt x="6868" y="6905"/>
                    <a:pt x="6505" y="6905"/>
                  </a:cubicBezTo>
                  <a:cubicBezTo>
                    <a:pt x="6143" y="6905"/>
                    <a:pt x="5851" y="6613"/>
                    <a:pt x="5851" y="6251"/>
                  </a:cubicBezTo>
                  <a:lnTo>
                    <a:pt x="5851" y="4562"/>
                  </a:lnTo>
                  <a:lnTo>
                    <a:pt x="6234" y="3024"/>
                  </a:lnTo>
                  <a:close/>
                  <a:moveTo>
                    <a:pt x="3599" y="2342"/>
                  </a:moveTo>
                  <a:lnTo>
                    <a:pt x="3919" y="2528"/>
                  </a:lnTo>
                  <a:lnTo>
                    <a:pt x="1284" y="7095"/>
                  </a:lnTo>
                  <a:lnTo>
                    <a:pt x="960" y="6909"/>
                  </a:lnTo>
                  <a:lnTo>
                    <a:pt x="3599" y="2342"/>
                  </a:lnTo>
                  <a:close/>
                  <a:moveTo>
                    <a:pt x="4283" y="6353"/>
                  </a:moveTo>
                  <a:cubicBezTo>
                    <a:pt x="4420" y="6353"/>
                    <a:pt x="4555" y="6417"/>
                    <a:pt x="4641" y="6536"/>
                  </a:cubicBezTo>
                  <a:cubicBezTo>
                    <a:pt x="4785" y="6733"/>
                    <a:pt x="4743" y="7011"/>
                    <a:pt x="4542" y="7151"/>
                  </a:cubicBezTo>
                  <a:lnTo>
                    <a:pt x="3124" y="8179"/>
                  </a:lnTo>
                  <a:cubicBezTo>
                    <a:pt x="3046" y="8236"/>
                    <a:pt x="2956" y="8263"/>
                    <a:pt x="2866" y="8263"/>
                  </a:cubicBezTo>
                  <a:cubicBezTo>
                    <a:pt x="2728" y="8263"/>
                    <a:pt x="2592" y="8199"/>
                    <a:pt x="2505" y="8080"/>
                  </a:cubicBezTo>
                  <a:lnTo>
                    <a:pt x="2508" y="8080"/>
                  </a:lnTo>
                  <a:cubicBezTo>
                    <a:pt x="2364" y="7883"/>
                    <a:pt x="2410" y="7609"/>
                    <a:pt x="2607" y="7465"/>
                  </a:cubicBezTo>
                  <a:lnTo>
                    <a:pt x="4025" y="6437"/>
                  </a:lnTo>
                  <a:cubicBezTo>
                    <a:pt x="4103" y="6380"/>
                    <a:pt x="4193" y="6353"/>
                    <a:pt x="4283" y="6353"/>
                  </a:cubicBezTo>
                  <a:close/>
                  <a:moveTo>
                    <a:pt x="5069" y="7372"/>
                  </a:moveTo>
                  <a:cubicBezTo>
                    <a:pt x="5203" y="7372"/>
                    <a:pt x="5333" y="7433"/>
                    <a:pt x="5418" y="7545"/>
                  </a:cubicBezTo>
                  <a:cubicBezTo>
                    <a:pt x="5566" y="7743"/>
                    <a:pt x="5524" y="8024"/>
                    <a:pt x="5327" y="8172"/>
                  </a:cubicBezTo>
                  <a:lnTo>
                    <a:pt x="4222" y="8970"/>
                  </a:lnTo>
                  <a:cubicBezTo>
                    <a:pt x="4144" y="9026"/>
                    <a:pt x="4054" y="9052"/>
                    <a:pt x="3965" y="9052"/>
                  </a:cubicBezTo>
                  <a:cubicBezTo>
                    <a:pt x="3831" y="9052"/>
                    <a:pt x="3700" y="8993"/>
                    <a:pt x="3613" y="8879"/>
                  </a:cubicBezTo>
                  <a:lnTo>
                    <a:pt x="3613" y="8875"/>
                  </a:lnTo>
                  <a:cubicBezTo>
                    <a:pt x="3462" y="8678"/>
                    <a:pt x="3522" y="8386"/>
                    <a:pt x="3719" y="8246"/>
                  </a:cubicBezTo>
                  <a:lnTo>
                    <a:pt x="4778" y="7479"/>
                  </a:lnTo>
                  <a:cubicBezTo>
                    <a:pt x="4813" y="7450"/>
                    <a:pt x="4855" y="7426"/>
                    <a:pt x="4894" y="7408"/>
                  </a:cubicBezTo>
                  <a:cubicBezTo>
                    <a:pt x="4951" y="7384"/>
                    <a:pt x="5010" y="7372"/>
                    <a:pt x="5069" y="7372"/>
                  </a:cubicBezTo>
                  <a:close/>
                  <a:moveTo>
                    <a:pt x="5849" y="8392"/>
                  </a:moveTo>
                  <a:cubicBezTo>
                    <a:pt x="5982" y="8392"/>
                    <a:pt x="6113" y="8453"/>
                    <a:pt x="6199" y="8566"/>
                  </a:cubicBezTo>
                  <a:cubicBezTo>
                    <a:pt x="6351" y="8763"/>
                    <a:pt x="6308" y="9044"/>
                    <a:pt x="6108" y="9192"/>
                  </a:cubicBezTo>
                  <a:lnTo>
                    <a:pt x="5323" y="9759"/>
                  </a:lnTo>
                  <a:cubicBezTo>
                    <a:pt x="5249" y="9814"/>
                    <a:pt x="5159" y="9843"/>
                    <a:pt x="5070" y="9843"/>
                  </a:cubicBezTo>
                  <a:cubicBezTo>
                    <a:pt x="5045" y="9843"/>
                    <a:pt x="5020" y="9841"/>
                    <a:pt x="4996" y="9836"/>
                  </a:cubicBezTo>
                  <a:cubicBezTo>
                    <a:pt x="4605" y="9776"/>
                    <a:pt x="4486" y="9277"/>
                    <a:pt x="4806" y="9044"/>
                  </a:cubicBezTo>
                  <a:lnTo>
                    <a:pt x="5562" y="8499"/>
                  </a:lnTo>
                  <a:lnTo>
                    <a:pt x="5591" y="8478"/>
                  </a:lnTo>
                  <a:cubicBezTo>
                    <a:pt x="5669" y="8420"/>
                    <a:pt x="5759" y="8392"/>
                    <a:pt x="5849" y="8392"/>
                  </a:cubicBezTo>
                  <a:close/>
                  <a:moveTo>
                    <a:pt x="3866" y="3422"/>
                  </a:moveTo>
                  <a:lnTo>
                    <a:pt x="4239" y="3636"/>
                  </a:lnTo>
                  <a:cubicBezTo>
                    <a:pt x="4269" y="3657"/>
                    <a:pt x="4306" y="3665"/>
                    <a:pt x="4342" y="3665"/>
                  </a:cubicBezTo>
                  <a:cubicBezTo>
                    <a:pt x="4349" y="3665"/>
                    <a:pt x="4356" y="3665"/>
                    <a:pt x="4363" y="3665"/>
                  </a:cubicBezTo>
                  <a:lnTo>
                    <a:pt x="5306" y="3552"/>
                  </a:lnTo>
                  <a:lnTo>
                    <a:pt x="5650" y="3696"/>
                  </a:lnTo>
                  <a:lnTo>
                    <a:pt x="5453" y="4484"/>
                  </a:lnTo>
                  <a:cubicBezTo>
                    <a:pt x="5450" y="4502"/>
                    <a:pt x="5446" y="4520"/>
                    <a:pt x="5446" y="4534"/>
                  </a:cubicBezTo>
                  <a:lnTo>
                    <a:pt x="5446" y="6247"/>
                  </a:lnTo>
                  <a:cubicBezTo>
                    <a:pt x="5446" y="6831"/>
                    <a:pt x="5921" y="7306"/>
                    <a:pt x="6505" y="7306"/>
                  </a:cubicBezTo>
                  <a:cubicBezTo>
                    <a:pt x="7086" y="7306"/>
                    <a:pt x="7561" y="6831"/>
                    <a:pt x="7561" y="6247"/>
                  </a:cubicBezTo>
                  <a:lnTo>
                    <a:pt x="7561" y="4593"/>
                  </a:lnTo>
                  <a:lnTo>
                    <a:pt x="7596" y="4537"/>
                  </a:lnTo>
                  <a:lnTo>
                    <a:pt x="11780" y="6817"/>
                  </a:lnTo>
                  <a:cubicBezTo>
                    <a:pt x="11991" y="6933"/>
                    <a:pt x="12072" y="7201"/>
                    <a:pt x="11955" y="7415"/>
                  </a:cubicBezTo>
                  <a:cubicBezTo>
                    <a:pt x="11875" y="7561"/>
                    <a:pt x="11723" y="7643"/>
                    <a:pt x="11566" y="7643"/>
                  </a:cubicBezTo>
                  <a:cubicBezTo>
                    <a:pt x="11496" y="7643"/>
                    <a:pt x="11424" y="7626"/>
                    <a:pt x="11357" y="7591"/>
                  </a:cubicBezTo>
                  <a:lnTo>
                    <a:pt x="9035" y="6325"/>
                  </a:lnTo>
                  <a:cubicBezTo>
                    <a:pt x="9002" y="6308"/>
                    <a:pt x="8971" y="6301"/>
                    <a:pt x="8941" y="6301"/>
                  </a:cubicBezTo>
                  <a:cubicBezTo>
                    <a:pt x="8762" y="6301"/>
                    <a:pt x="8652" y="6565"/>
                    <a:pt x="8845" y="6676"/>
                  </a:cubicBezTo>
                  <a:lnTo>
                    <a:pt x="10791" y="7739"/>
                  </a:lnTo>
                  <a:cubicBezTo>
                    <a:pt x="11002" y="7855"/>
                    <a:pt x="11083" y="8123"/>
                    <a:pt x="10967" y="8337"/>
                  </a:cubicBezTo>
                  <a:cubicBezTo>
                    <a:pt x="10885" y="8484"/>
                    <a:pt x="10733" y="8567"/>
                    <a:pt x="10577" y="8567"/>
                  </a:cubicBezTo>
                  <a:cubicBezTo>
                    <a:pt x="10505" y="8567"/>
                    <a:pt x="10433" y="8550"/>
                    <a:pt x="10365" y="8513"/>
                  </a:cubicBezTo>
                  <a:lnTo>
                    <a:pt x="8395" y="7436"/>
                  </a:lnTo>
                  <a:cubicBezTo>
                    <a:pt x="8362" y="7420"/>
                    <a:pt x="8329" y="7413"/>
                    <a:pt x="8299" y="7413"/>
                  </a:cubicBezTo>
                  <a:cubicBezTo>
                    <a:pt x="8118" y="7413"/>
                    <a:pt x="8008" y="7677"/>
                    <a:pt x="8201" y="7788"/>
                  </a:cubicBezTo>
                  <a:lnTo>
                    <a:pt x="9799" y="8661"/>
                  </a:lnTo>
                  <a:cubicBezTo>
                    <a:pt x="10013" y="8777"/>
                    <a:pt x="10091" y="9044"/>
                    <a:pt x="9975" y="9259"/>
                  </a:cubicBezTo>
                  <a:cubicBezTo>
                    <a:pt x="9895" y="9406"/>
                    <a:pt x="9743" y="9489"/>
                    <a:pt x="9587" y="9489"/>
                  </a:cubicBezTo>
                  <a:cubicBezTo>
                    <a:pt x="9515" y="9489"/>
                    <a:pt x="9443" y="9471"/>
                    <a:pt x="9376" y="9435"/>
                  </a:cubicBezTo>
                  <a:lnTo>
                    <a:pt x="7705" y="8524"/>
                  </a:lnTo>
                  <a:cubicBezTo>
                    <a:pt x="7672" y="8507"/>
                    <a:pt x="7640" y="8500"/>
                    <a:pt x="7610" y="8500"/>
                  </a:cubicBezTo>
                  <a:cubicBezTo>
                    <a:pt x="7428" y="8500"/>
                    <a:pt x="7319" y="8764"/>
                    <a:pt x="7512" y="8875"/>
                  </a:cubicBezTo>
                  <a:lnTo>
                    <a:pt x="8810" y="9583"/>
                  </a:lnTo>
                  <a:cubicBezTo>
                    <a:pt x="9021" y="9699"/>
                    <a:pt x="9102" y="9970"/>
                    <a:pt x="8986" y="10181"/>
                  </a:cubicBezTo>
                  <a:cubicBezTo>
                    <a:pt x="8903" y="10329"/>
                    <a:pt x="8750" y="10413"/>
                    <a:pt x="8593" y="10413"/>
                  </a:cubicBezTo>
                  <a:cubicBezTo>
                    <a:pt x="8522" y="10413"/>
                    <a:pt x="8451" y="10396"/>
                    <a:pt x="8384" y="10360"/>
                  </a:cubicBezTo>
                  <a:lnTo>
                    <a:pt x="7476" y="9864"/>
                  </a:lnTo>
                  <a:cubicBezTo>
                    <a:pt x="7480" y="9410"/>
                    <a:pt x="7128" y="9030"/>
                    <a:pt x="6674" y="9006"/>
                  </a:cubicBezTo>
                  <a:cubicBezTo>
                    <a:pt x="6678" y="8988"/>
                    <a:pt x="6681" y="8970"/>
                    <a:pt x="6685" y="8953"/>
                  </a:cubicBezTo>
                  <a:cubicBezTo>
                    <a:pt x="6755" y="8460"/>
                    <a:pt x="6389" y="8013"/>
                    <a:pt x="5893" y="7989"/>
                  </a:cubicBezTo>
                  <a:cubicBezTo>
                    <a:pt x="5897" y="7968"/>
                    <a:pt x="5900" y="7954"/>
                    <a:pt x="5900" y="7933"/>
                  </a:cubicBezTo>
                  <a:cubicBezTo>
                    <a:pt x="5974" y="7440"/>
                    <a:pt x="5605" y="6993"/>
                    <a:pt x="5108" y="6968"/>
                  </a:cubicBezTo>
                  <a:cubicBezTo>
                    <a:pt x="5112" y="6951"/>
                    <a:pt x="5116" y="6933"/>
                    <a:pt x="5119" y="6912"/>
                  </a:cubicBezTo>
                  <a:cubicBezTo>
                    <a:pt x="5154" y="6687"/>
                    <a:pt x="5094" y="6458"/>
                    <a:pt x="4954" y="6279"/>
                  </a:cubicBezTo>
                  <a:cubicBezTo>
                    <a:pt x="4788" y="6063"/>
                    <a:pt x="4537" y="5948"/>
                    <a:pt x="4283" y="5948"/>
                  </a:cubicBezTo>
                  <a:cubicBezTo>
                    <a:pt x="4111" y="5948"/>
                    <a:pt x="3938" y="6001"/>
                    <a:pt x="3789" y="6110"/>
                  </a:cubicBezTo>
                  <a:lnTo>
                    <a:pt x="2389" y="7120"/>
                  </a:lnTo>
                  <a:lnTo>
                    <a:pt x="1886" y="6852"/>
                  </a:lnTo>
                  <a:lnTo>
                    <a:pt x="3866" y="3422"/>
                  </a:lnTo>
                  <a:close/>
                  <a:moveTo>
                    <a:pt x="6637" y="9410"/>
                  </a:moveTo>
                  <a:cubicBezTo>
                    <a:pt x="6769" y="9410"/>
                    <a:pt x="6899" y="9470"/>
                    <a:pt x="6987" y="9583"/>
                  </a:cubicBezTo>
                  <a:cubicBezTo>
                    <a:pt x="7058" y="9678"/>
                    <a:pt x="7089" y="9797"/>
                    <a:pt x="7068" y="9917"/>
                  </a:cubicBezTo>
                  <a:cubicBezTo>
                    <a:pt x="7054" y="10033"/>
                    <a:pt x="6991" y="10139"/>
                    <a:pt x="6892" y="10209"/>
                  </a:cubicBezTo>
                  <a:lnTo>
                    <a:pt x="6424" y="10550"/>
                  </a:lnTo>
                  <a:cubicBezTo>
                    <a:pt x="6347" y="10606"/>
                    <a:pt x="6257" y="10633"/>
                    <a:pt x="6167" y="10633"/>
                  </a:cubicBezTo>
                  <a:cubicBezTo>
                    <a:pt x="6031" y="10633"/>
                    <a:pt x="5896" y="10570"/>
                    <a:pt x="5809" y="10448"/>
                  </a:cubicBezTo>
                  <a:cubicBezTo>
                    <a:pt x="5664" y="10251"/>
                    <a:pt x="5710" y="9977"/>
                    <a:pt x="5907" y="9832"/>
                  </a:cubicBezTo>
                  <a:lnTo>
                    <a:pt x="6347" y="9516"/>
                  </a:lnTo>
                  <a:lnTo>
                    <a:pt x="6379" y="9495"/>
                  </a:lnTo>
                  <a:cubicBezTo>
                    <a:pt x="6457" y="9438"/>
                    <a:pt x="6548" y="9410"/>
                    <a:pt x="6637" y="9410"/>
                  </a:cubicBezTo>
                  <a:close/>
                  <a:moveTo>
                    <a:pt x="290" y="0"/>
                  </a:moveTo>
                  <a:cubicBezTo>
                    <a:pt x="113" y="0"/>
                    <a:pt x="0" y="266"/>
                    <a:pt x="193" y="378"/>
                  </a:cubicBezTo>
                  <a:lnTo>
                    <a:pt x="3251" y="2141"/>
                  </a:lnTo>
                  <a:lnTo>
                    <a:pt x="612" y="6708"/>
                  </a:lnTo>
                  <a:lnTo>
                    <a:pt x="394" y="6581"/>
                  </a:lnTo>
                  <a:cubicBezTo>
                    <a:pt x="358" y="6561"/>
                    <a:pt x="323" y="6551"/>
                    <a:pt x="290" y="6551"/>
                  </a:cubicBezTo>
                  <a:cubicBezTo>
                    <a:pt x="113" y="6551"/>
                    <a:pt x="0" y="6817"/>
                    <a:pt x="193" y="6930"/>
                  </a:cubicBezTo>
                  <a:lnTo>
                    <a:pt x="1256" y="7545"/>
                  </a:lnTo>
                  <a:cubicBezTo>
                    <a:pt x="1287" y="7563"/>
                    <a:pt x="1321" y="7571"/>
                    <a:pt x="1354" y="7571"/>
                  </a:cubicBezTo>
                  <a:cubicBezTo>
                    <a:pt x="1424" y="7571"/>
                    <a:pt x="1492" y="7536"/>
                    <a:pt x="1530" y="7472"/>
                  </a:cubicBezTo>
                  <a:lnTo>
                    <a:pt x="1681" y="7208"/>
                  </a:lnTo>
                  <a:lnTo>
                    <a:pt x="2114" y="7436"/>
                  </a:lnTo>
                  <a:cubicBezTo>
                    <a:pt x="1816" y="8021"/>
                    <a:pt x="2265" y="8668"/>
                    <a:pt x="2861" y="8668"/>
                  </a:cubicBezTo>
                  <a:cubicBezTo>
                    <a:pt x="2946" y="8668"/>
                    <a:pt x="3034" y="8654"/>
                    <a:pt x="3124" y="8626"/>
                  </a:cubicBezTo>
                  <a:cubicBezTo>
                    <a:pt x="3124" y="8805"/>
                    <a:pt x="3184" y="8977"/>
                    <a:pt x="3289" y="9122"/>
                  </a:cubicBezTo>
                  <a:cubicBezTo>
                    <a:pt x="3454" y="9334"/>
                    <a:pt x="3705" y="9454"/>
                    <a:pt x="3966" y="9454"/>
                  </a:cubicBezTo>
                  <a:cubicBezTo>
                    <a:pt x="4051" y="9454"/>
                    <a:pt x="4137" y="9441"/>
                    <a:pt x="4222" y="9414"/>
                  </a:cubicBezTo>
                  <a:cubicBezTo>
                    <a:pt x="4225" y="9825"/>
                    <a:pt x="4524" y="10170"/>
                    <a:pt x="4929" y="10234"/>
                  </a:cubicBezTo>
                  <a:cubicBezTo>
                    <a:pt x="4975" y="10241"/>
                    <a:pt x="5021" y="10244"/>
                    <a:pt x="5066" y="10248"/>
                  </a:cubicBezTo>
                  <a:cubicBezTo>
                    <a:pt x="5151" y="10244"/>
                    <a:pt x="5239" y="10234"/>
                    <a:pt x="5320" y="10205"/>
                  </a:cubicBezTo>
                  <a:cubicBezTo>
                    <a:pt x="5327" y="10614"/>
                    <a:pt x="5626" y="10958"/>
                    <a:pt x="6030" y="11025"/>
                  </a:cubicBezTo>
                  <a:cubicBezTo>
                    <a:pt x="6076" y="11032"/>
                    <a:pt x="6122" y="11036"/>
                    <a:pt x="6168" y="11036"/>
                  </a:cubicBezTo>
                  <a:cubicBezTo>
                    <a:pt x="6343" y="11036"/>
                    <a:pt x="6516" y="10979"/>
                    <a:pt x="6660" y="10877"/>
                  </a:cubicBezTo>
                  <a:lnTo>
                    <a:pt x="7128" y="10536"/>
                  </a:lnTo>
                  <a:cubicBezTo>
                    <a:pt x="7227" y="10466"/>
                    <a:pt x="7308" y="10371"/>
                    <a:pt x="7367" y="10265"/>
                  </a:cubicBezTo>
                  <a:lnTo>
                    <a:pt x="8194" y="10716"/>
                  </a:lnTo>
                  <a:cubicBezTo>
                    <a:pt x="8325" y="10786"/>
                    <a:pt x="8462" y="10819"/>
                    <a:pt x="8595" y="10819"/>
                  </a:cubicBezTo>
                  <a:cubicBezTo>
                    <a:pt x="9069" y="10819"/>
                    <a:pt x="9493" y="10409"/>
                    <a:pt x="9433" y="9878"/>
                  </a:cubicBezTo>
                  <a:lnTo>
                    <a:pt x="9433" y="9878"/>
                  </a:lnTo>
                  <a:cubicBezTo>
                    <a:pt x="9485" y="9888"/>
                    <a:pt x="9536" y="9892"/>
                    <a:pt x="9587" y="9892"/>
                  </a:cubicBezTo>
                  <a:cubicBezTo>
                    <a:pt x="10077" y="9892"/>
                    <a:pt x="10482" y="9463"/>
                    <a:pt x="10425" y="8956"/>
                  </a:cubicBezTo>
                  <a:lnTo>
                    <a:pt x="10425" y="8956"/>
                  </a:lnTo>
                  <a:cubicBezTo>
                    <a:pt x="10477" y="8966"/>
                    <a:pt x="10529" y="8971"/>
                    <a:pt x="10579" y="8971"/>
                  </a:cubicBezTo>
                  <a:cubicBezTo>
                    <a:pt x="11070" y="8971"/>
                    <a:pt x="11475" y="8541"/>
                    <a:pt x="11417" y="8031"/>
                  </a:cubicBezTo>
                  <a:lnTo>
                    <a:pt x="11417" y="8031"/>
                  </a:lnTo>
                  <a:cubicBezTo>
                    <a:pt x="11466" y="8042"/>
                    <a:pt x="11516" y="8045"/>
                    <a:pt x="11568" y="8045"/>
                  </a:cubicBezTo>
                  <a:cubicBezTo>
                    <a:pt x="11649" y="8045"/>
                    <a:pt x="11730" y="8035"/>
                    <a:pt x="11808" y="8010"/>
                  </a:cubicBezTo>
                  <a:cubicBezTo>
                    <a:pt x="12255" y="7880"/>
                    <a:pt x="12508" y="7412"/>
                    <a:pt x="12378" y="6965"/>
                  </a:cubicBezTo>
                  <a:cubicBezTo>
                    <a:pt x="12364" y="6912"/>
                    <a:pt x="12342" y="6863"/>
                    <a:pt x="12318" y="6817"/>
                  </a:cubicBezTo>
                  <a:lnTo>
                    <a:pt x="12670" y="6567"/>
                  </a:lnTo>
                  <a:lnTo>
                    <a:pt x="12856" y="6810"/>
                  </a:lnTo>
                  <a:cubicBezTo>
                    <a:pt x="12897" y="6861"/>
                    <a:pt x="12957" y="6889"/>
                    <a:pt x="13018" y="6889"/>
                  </a:cubicBezTo>
                  <a:cubicBezTo>
                    <a:pt x="13061" y="6889"/>
                    <a:pt x="13104" y="6875"/>
                    <a:pt x="13141" y="6845"/>
                  </a:cubicBezTo>
                  <a:lnTo>
                    <a:pt x="13697" y="6405"/>
                  </a:lnTo>
                  <a:cubicBezTo>
                    <a:pt x="13848" y="6269"/>
                    <a:pt x="13725" y="6052"/>
                    <a:pt x="13564" y="6052"/>
                  </a:cubicBezTo>
                  <a:cubicBezTo>
                    <a:pt x="13526" y="6052"/>
                    <a:pt x="13486" y="6064"/>
                    <a:pt x="13447" y="6092"/>
                  </a:cubicBezTo>
                  <a:lnTo>
                    <a:pt x="13444" y="6092"/>
                  </a:lnTo>
                  <a:lnTo>
                    <a:pt x="13050" y="6405"/>
                  </a:lnTo>
                  <a:lnTo>
                    <a:pt x="9865" y="2226"/>
                  </a:lnTo>
                  <a:lnTo>
                    <a:pt x="11685" y="1057"/>
                  </a:lnTo>
                  <a:cubicBezTo>
                    <a:pt x="11871" y="938"/>
                    <a:pt x="11755" y="685"/>
                    <a:pt x="11582" y="685"/>
                  </a:cubicBezTo>
                  <a:cubicBezTo>
                    <a:pt x="11546" y="685"/>
                    <a:pt x="11508" y="695"/>
                    <a:pt x="11470" y="720"/>
                  </a:cubicBezTo>
                  <a:lnTo>
                    <a:pt x="9468" y="2007"/>
                  </a:lnTo>
                  <a:cubicBezTo>
                    <a:pt x="9369" y="2071"/>
                    <a:pt x="9345" y="2204"/>
                    <a:pt x="9415" y="2296"/>
                  </a:cubicBezTo>
                  <a:lnTo>
                    <a:pt x="9781" y="2774"/>
                  </a:lnTo>
                  <a:lnTo>
                    <a:pt x="9521" y="2975"/>
                  </a:lnTo>
                  <a:lnTo>
                    <a:pt x="8493" y="2634"/>
                  </a:lnTo>
                  <a:cubicBezTo>
                    <a:pt x="8472" y="2627"/>
                    <a:pt x="8451" y="2623"/>
                    <a:pt x="8430" y="2623"/>
                  </a:cubicBezTo>
                  <a:lnTo>
                    <a:pt x="6073" y="2623"/>
                  </a:lnTo>
                  <a:cubicBezTo>
                    <a:pt x="5981" y="2623"/>
                    <a:pt x="5900" y="2686"/>
                    <a:pt x="5879" y="2774"/>
                  </a:cubicBezTo>
                  <a:lnTo>
                    <a:pt x="5745" y="3306"/>
                  </a:lnTo>
                  <a:lnTo>
                    <a:pt x="5411" y="3165"/>
                  </a:lnTo>
                  <a:cubicBezTo>
                    <a:pt x="5387" y="3154"/>
                    <a:pt x="5361" y="3150"/>
                    <a:pt x="5335" y="3150"/>
                  </a:cubicBezTo>
                  <a:cubicBezTo>
                    <a:pt x="5328" y="3150"/>
                    <a:pt x="5320" y="3150"/>
                    <a:pt x="5313" y="3151"/>
                  </a:cubicBezTo>
                  <a:lnTo>
                    <a:pt x="4384" y="3260"/>
                  </a:lnTo>
                  <a:lnTo>
                    <a:pt x="4067" y="3077"/>
                  </a:lnTo>
                  <a:lnTo>
                    <a:pt x="4366" y="2556"/>
                  </a:lnTo>
                  <a:cubicBezTo>
                    <a:pt x="4422" y="2458"/>
                    <a:pt x="4387" y="2338"/>
                    <a:pt x="4292" y="2282"/>
                  </a:cubicBezTo>
                  <a:lnTo>
                    <a:pt x="394" y="30"/>
                  </a:lnTo>
                  <a:cubicBezTo>
                    <a:pt x="358" y="9"/>
                    <a:pt x="323"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85"/>
            <p:cNvSpPr/>
            <p:nvPr/>
          </p:nvSpPr>
          <p:spPr>
            <a:xfrm>
              <a:off x="3077657" y="2017372"/>
              <a:ext cx="44195" cy="29411"/>
            </a:xfrm>
            <a:custGeom>
              <a:rect b="b" l="l" r="r" t="t"/>
              <a:pathLst>
                <a:path extrusionOk="0" h="1130" w="1698">
                  <a:moveTo>
                    <a:pt x="1407" y="0"/>
                  </a:moveTo>
                  <a:cubicBezTo>
                    <a:pt x="1372" y="0"/>
                    <a:pt x="1334" y="11"/>
                    <a:pt x="1295" y="35"/>
                  </a:cubicBezTo>
                  <a:lnTo>
                    <a:pt x="169" y="757"/>
                  </a:lnTo>
                  <a:cubicBezTo>
                    <a:pt x="1" y="866"/>
                    <a:pt x="78" y="1130"/>
                    <a:pt x="279" y="1130"/>
                  </a:cubicBezTo>
                  <a:cubicBezTo>
                    <a:pt x="317" y="1130"/>
                    <a:pt x="356" y="1116"/>
                    <a:pt x="388" y="1095"/>
                  </a:cubicBezTo>
                  <a:lnTo>
                    <a:pt x="1514" y="373"/>
                  </a:lnTo>
                  <a:cubicBezTo>
                    <a:pt x="1698" y="253"/>
                    <a:pt x="1581"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5" name="Google Shape;17695;p85"/>
          <p:cNvGrpSpPr/>
          <p:nvPr/>
        </p:nvGrpSpPr>
        <p:grpSpPr>
          <a:xfrm>
            <a:off x="5575621" y="2902906"/>
            <a:ext cx="379143" cy="337499"/>
            <a:chOff x="5575621" y="2902906"/>
            <a:chExt cx="379143" cy="337499"/>
          </a:xfrm>
        </p:grpSpPr>
        <p:sp>
          <p:nvSpPr>
            <p:cNvPr id="17696" name="Google Shape;17696;p85"/>
            <p:cNvSpPr/>
            <p:nvPr/>
          </p:nvSpPr>
          <p:spPr>
            <a:xfrm>
              <a:off x="5735508" y="2908398"/>
              <a:ext cx="213764" cy="178158"/>
            </a:xfrm>
            <a:custGeom>
              <a:rect b="b" l="l" r="r" t="t"/>
              <a:pathLst>
                <a:path extrusionOk="0" h="6845" w="8213">
                  <a:moveTo>
                    <a:pt x="458" y="1"/>
                  </a:moveTo>
                  <a:cubicBezTo>
                    <a:pt x="205" y="1"/>
                    <a:pt x="0" y="205"/>
                    <a:pt x="0" y="458"/>
                  </a:cubicBezTo>
                  <a:lnTo>
                    <a:pt x="0" y="6387"/>
                  </a:lnTo>
                  <a:cubicBezTo>
                    <a:pt x="0" y="6640"/>
                    <a:pt x="205" y="6844"/>
                    <a:pt x="458" y="6844"/>
                  </a:cubicBezTo>
                  <a:lnTo>
                    <a:pt x="7755" y="6844"/>
                  </a:lnTo>
                  <a:cubicBezTo>
                    <a:pt x="8009" y="6844"/>
                    <a:pt x="8213" y="6640"/>
                    <a:pt x="8209" y="6387"/>
                  </a:cubicBezTo>
                  <a:lnTo>
                    <a:pt x="8209" y="458"/>
                  </a:lnTo>
                  <a:cubicBezTo>
                    <a:pt x="8209" y="205"/>
                    <a:pt x="8005" y="1"/>
                    <a:pt x="77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85"/>
            <p:cNvSpPr/>
            <p:nvPr/>
          </p:nvSpPr>
          <p:spPr>
            <a:xfrm>
              <a:off x="5788994" y="2944029"/>
              <a:ext cx="106791" cy="106895"/>
            </a:xfrm>
            <a:custGeom>
              <a:rect b="b" l="l" r="r" t="t"/>
              <a:pathLst>
                <a:path extrusionOk="0" h="4107" w="4103">
                  <a:moveTo>
                    <a:pt x="2052" y="1"/>
                  </a:moveTo>
                  <a:cubicBezTo>
                    <a:pt x="919" y="1"/>
                    <a:pt x="0" y="919"/>
                    <a:pt x="0" y="2052"/>
                  </a:cubicBezTo>
                  <a:cubicBezTo>
                    <a:pt x="0" y="3188"/>
                    <a:pt x="919" y="4107"/>
                    <a:pt x="2052" y="4107"/>
                  </a:cubicBezTo>
                  <a:cubicBezTo>
                    <a:pt x="3185" y="4107"/>
                    <a:pt x="4103" y="3188"/>
                    <a:pt x="4103" y="2052"/>
                  </a:cubicBezTo>
                  <a:cubicBezTo>
                    <a:pt x="4103" y="919"/>
                    <a:pt x="3185" y="1"/>
                    <a:pt x="205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85"/>
            <p:cNvSpPr/>
            <p:nvPr/>
          </p:nvSpPr>
          <p:spPr>
            <a:xfrm>
              <a:off x="5812705" y="2967740"/>
              <a:ext cx="59369" cy="59369"/>
            </a:xfrm>
            <a:custGeom>
              <a:rect b="b" l="l" r="r" t="t"/>
              <a:pathLst>
                <a:path extrusionOk="0" h="2281" w="2281">
                  <a:moveTo>
                    <a:pt x="1141" y="1"/>
                  </a:moveTo>
                  <a:cubicBezTo>
                    <a:pt x="511" y="1"/>
                    <a:pt x="1" y="515"/>
                    <a:pt x="1" y="1141"/>
                  </a:cubicBezTo>
                  <a:cubicBezTo>
                    <a:pt x="1" y="1771"/>
                    <a:pt x="511" y="2281"/>
                    <a:pt x="1141" y="2281"/>
                  </a:cubicBezTo>
                  <a:cubicBezTo>
                    <a:pt x="1770" y="2281"/>
                    <a:pt x="2281" y="1771"/>
                    <a:pt x="2281" y="1141"/>
                  </a:cubicBezTo>
                  <a:cubicBezTo>
                    <a:pt x="2281" y="515"/>
                    <a:pt x="1770"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85"/>
            <p:cNvSpPr/>
            <p:nvPr/>
          </p:nvSpPr>
          <p:spPr>
            <a:xfrm>
              <a:off x="5581295" y="3065734"/>
              <a:ext cx="192239" cy="169179"/>
            </a:xfrm>
            <a:custGeom>
              <a:rect b="b" l="l" r="r" t="t"/>
              <a:pathLst>
                <a:path extrusionOk="0" h="6500" w="7386">
                  <a:moveTo>
                    <a:pt x="7182" y="1"/>
                  </a:moveTo>
                  <a:lnTo>
                    <a:pt x="3551" y="3410"/>
                  </a:lnTo>
                  <a:cubicBezTo>
                    <a:pt x="3466" y="3487"/>
                    <a:pt x="3353" y="3533"/>
                    <a:pt x="3237" y="3533"/>
                  </a:cubicBezTo>
                  <a:lnTo>
                    <a:pt x="3192" y="3533"/>
                  </a:lnTo>
                  <a:cubicBezTo>
                    <a:pt x="2942" y="3533"/>
                    <a:pt x="2738" y="3329"/>
                    <a:pt x="2738" y="3079"/>
                  </a:cubicBezTo>
                  <a:lnTo>
                    <a:pt x="2738" y="2851"/>
                  </a:lnTo>
                  <a:lnTo>
                    <a:pt x="1369" y="2851"/>
                  </a:lnTo>
                  <a:lnTo>
                    <a:pt x="1369" y="3445"/>
                  </a:lnTo>
                  <a:cubicBezTo>
                    <a:pt x="1369" y="3533"/>
                    <a:pt x="1320" y="3614"/>
                    <a:pt x="1242" y="3653"/>
                  </a:cubicBezTo>
                  <a:lnTo>
                    <a:pt x="377" y="4082"/>
                  </a:lnTo>
                  <a:cubicBezTo>
                    <a:pt x="145" y="4198"/>
                    <a:pt x="0" y="4434"/>
                    <a:pt x="0" y="4694"/>
                  </a:cubicBezTo>
                  <a:lnTo>
                    <a:pt x="0" y="6499"/>
                  </a:lnTo>
                  <a:lnTo>
                    <a:pt x="3192" y="6499"/>
                  </a:lnTo>
                  <a:lnTo>
                    <a:pt x="3192" y="5507"/>
                  </a:lnTo>
                  <a:cubicBezTo>
                    <a:pt x="3192" y="5264"/>
                    <a:pt x="3287" y="5032"/>
                    <a:pt x="3459" y="4863"/>
                  </a:cubicBezTo>
                  <a:lnTo>
                    <a:pt x="7227" y="1095"/>
                  </a:lnTo>
                  <a:cubicBezTo>
                    <a:pt x="7340" y="982"/>
                    <a:pt x="7386" y="817"/>
                    <a:pt x="7347" y="662"/>
                  </a:cubicBezTo>
                  <a:lnTo>
                    <a:pt x="718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85"/>
            <p:cNvSpPr/>
            <p:nvPr/>
          </p:nvSpPr>
          <p:spPr>
            <a:xfrm>
              <a:off x="5582127" y="3050898"/>
              <a:ext cx="106713" cy="106817"/>
            </a:xfrm>
            <a:custGeom>
              <a:rect b="b" l="l" r="r" t="t"/>
              <a:pathLst>
                <a:path extrusionOk="0" h="4104" w="4100">
                  <a:moveTo>
                    <a:pt x="2048" y="1"/>
                  </a:moveTo>
                  <a:cubicBezTo>
                    <a:pt x="1154" y="1"/>
                    <a:pt x="489" y="718"/>
                    <a:pt x="426" y="1594"/>
                  </a:cubicBezTo>
                  <a:cubicBezTo>
                    <a:pt x="394" y="2059"/>
                    <a:pt x="239" y="2946"/>
                    <a:pt x="46" y="3463"/>
                  </a:cubicBezTo>
                  <a:cubicBezTo>
                    <a:pt x="0" y="3575"/>
                    <a:pt x="53" y="3702"/>
                    <a:pt x="162" y="3751"/>
                  </a:cubicBezTo>
                  <a:cubicBezTo>
                    <a:pt x="542" y="3927"/>
                    <a:pt x="943" y="4043"/>
                    <a:pt x="1355" y="4103"/>
                  </a:cubicBezTo>
                  <a:lnTo>
                    <a:pt x="2744" y="4103"/>
                  </a:lnTo>
                  <a:cubicBezTo>
                    <a:pt x="3156" y="4043"/>
                    <a:pt x="3557" y="3924"/>
                    <a:pt x="3934" y="3751"/>
                  </a:cubicBezTo>
                  <a:cubicBezTo>
                    <a:pt x="4046" y="3702"/>
                    <a:pt x="4099" y="3575"/>
                    <a:pt x="4053" y="3463"/>
                  </a:cubicBezTo>
                  <a:cubicBezTo>
                    <a:pt x="3860" y="2946"/>
                    <a:pt x="3705" y="2059"/>
                    <a:pt x="3670" y="1594"/>
                  </a:cubicBezTo>
                  <a:cubicBezTo>
                    <a:pt x="3606" y="715"/>
                    <a:pt x="2945" y="1"/>
                    <a:pt x="204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85"/>
            <p:cNvSpPr/>
            <p:nvPr/>
          </p:nvSpPr>
          <p:spPr>
            <a:xfrm>
              <a:off x="5611148" y="3050898"/>
              <a:ext cx="77692" cy="106817"/>
            </a:xfrm>
            <a:custGeom>
              <a:rect b="b" l="l" r="r" t="t"/>
              <a:pathLst>
                <a:path extrusionOk="0" h="4104" w="2985">
                  <a:moveTo>
                    <a:pt x="929" y="1"/>
                  </a:moveTo>
                  <a:cubicBezTo>
                    <a:pt x="243" y="4"/>
                    <a:pt x="0" y="940"/>
                    <a:pt x="591" y="1288"/>
                  </a:cubicBezTo>
                  <a:cubicBezTo>
                    <a:pt x="609" y="1302"/>
                    <a:pt x="630" y="1313"/>
                    <a:pt x="648" y="1320"/>
                  </a:cubicBezTo>
                  <a:lnTo>
                    <a:pt x="1169" y="4103"/>
                  </a:lnTo>
                  <a:lnTo>
                    <a:pt x="1629" y="4103"/>
                  </a:lnTo>
                  <a:cubicBezTo>
                    <a:pt x="2041" y="4043"/>
                    <a:pt x="2442" y="3924"/>
                    <a:pt x="2822" y="3751"/>
                  </a:cubicBezTo>
                  <a:cubicBezTo>
                    <a:pt x="2931" y="3702"/>
                    <a:pt x="2984" y="3575"/>
                    <a:pt x="2942" y="3463"/>
                  </a:cubicBezTo>
                  <a:cubicBezTo>
                    <a:pt x="2745" y="2946"/>
                    <a:pt x="2590" y="2059"/>
                    <a:pt x="2558" y="1594"/>
                  </a:cubicBezTo>
                  <a:cubicBezTo>
                    <a:pt x="2495" y="715"/>
                    <a:pt x="1830" y="1"/>
                    <a:pt x="93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85"/>
            <p:cNvSpPr/>
            <p:nvPr/>
          </p:nvSpPr>
          <p:spPr>
            <a:xfrm>
              <a:off x="5581190" y="3177184"/>
              <a:ext cx="23841" cy="57729"/>
            </a:xfrm>
            <a:custGeom>
              <a:rect b="b" l="l" r="r" t="t"/>
              <a:pathLst>
                <a:path extrusionOk="0" h="2218" w="916">
                  <a:moveTo>
                    <a:pt x="142" y="1"/>
                  </a:moveTo>
                  <a:cubicBezTo>
                    <a:pt x="50" y="120"/>
                    <a:pt x="1" y="264"/>
                    <a:pt x="1" y="412"/>
                  </a:cubicBezTo>
                  <a:lnTo>
                    <a:pt x="1" y="2217"/>
                  </a:lnTo>
                  <a:lnTo>
                    <a:pt x="916" y="2217"/>
                  </a:lnTo>
                  <a:lnTo>
                    <a:pt x="916" y="838"/>
                  </a:lnTo>
                  <a:cubicBezTo>
                    <a:pt x="916" y="701"/>
                    <a:pt x="852" y="571"/>
                    <a:pt x="743" y="483"/>
                  </a:cubicBezTo>
                  <a:lnTo>
                    <a:pt x="1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85"/>
            <p:cNvSpPr/>
            <p:nvPr/>
          </p:nvSpPr>
          <p:spPr>
            <a:xfrm>
              <a:off x="5616822" y="3133952"/>
              <a:ext cx="35658" cy="41618"/>
            </a:xfrm>
            <a:custGeom>
              <a:rect b="b" l="l" r="r" t="t"/>
              <a:pathLst>
                <a:path extrusionOk="0" h="1599" w="1370">
                  <a:moveTo>
                    <a:pt x="1" y="1"/>
                  </a:moveTo>
                  <a:lnTo>
                    <a:pt x="1" y="912"/>
                  </a:lnTo>
                  <a:cubicBezTo>
                    <a:pt x="1" y="1292"/>
                    <a:pt x="307" y="1598"/>
                    <a:pt x="687" y="1598"/>
                  </a:cubicBezTo>
                  <a:cubicBezTo>
                    <a:pt x="1063" y="1598"/>
                    <a:pt x="1369" y="1292"/>
                    <a:pt x="1369" y="912"/>
                  </a:cubicBezTo>
                  <a:lnTo>
                    <a:pt x="1369"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85"/>
            <p:cNvSpPr/>
            <p:nvPr/>
          </p:nvSpPr>
          <p:spPr>
            <a:xfrm>
              <a:off x="5599149" y="3087467"/>
              <a:ext cx="71185" cy="58432"/>
            </a:xfrm>
            <a:custGeom>
              <a:rect b="b" l="l" r="r" t="t"/>
              <a:pathLst>
                <a:path extrusionOk="0" h="2245" w="2735">
                  <a:moveTo>
                    <a:pt x="1050" y="0"/>
                  </a:moveTo>
                  <a:cubicBezTo>
                    <a:pt x="963" y="0"/>
                    <a:pt x="883" y="51"/>
                    <a:pt x="845" y="133"/>
                  </a:cubicBezTo>
                  <a:cubicBezTo>
                    <a:pt x="767" y="288"/>
                    <a:pt x="662" y="429"/>
                    <a:pt x="532" y="545"/>
                  </a:cubicBezTo>
                  <a:cubicBezTo>
                    <a:pt x="482" y="587"/>
                    <a:pt x="430" y="629"/>
                    <a:pt x="373" y="668"/>
                  </a:cubicBezTo>
                  <a:cubicBezTo>
                    <a:pt x="102" y="861"/>
                    <a:pt x="0" y="1227"/>
                    <a:pt x="155" y="1519"/>
                  </a:cubicBezTo>
                  <a:cubicBezTo>
                    <a:pt x="395" y="1966"/>
                    <a:pt x="859" y="2244"/>
                    <a:pt x="1366" y="2244"/>
                  </a:cubicBezTo>
                  <a:cubicBezTo>
                    <a:pt x="2080" y="2244"/>
                    <a:pt x="2675" y="1695"/>
                    <a:pt x="2731" y="981"/>
                  </a:cubicBezTo>
                  <a:cubicBezTo>
                    <a:pt x="2734" y="911"/>
                    <a:pt x="2706" y="844"/>
                    <a:pt x="2653" y="802"/>
                  </a:cubicBezTo>
                  <a:cubicBezTo>
                    <a:pt x="2200" y="422"/>
                    <a:pt x="1672" y="151"/>
                    <a:pt x="1102" y="6"/>
                  </a:cubicBezTo>
                  <a:cubicBezTo>
                    <a:pt x="1084" y="2"/>
                    <a:pt x="1067" y="0"/>
                    <a:pt x="105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85"/>
            <p:cNvSpPr/>
            <p:nvPr/>
          </p:nvSpPr>
          <p:spPr>
            <a:xfrm>
              <a:off x="5599436" y="3087467"/>
              <a:ext cx="70795" cy="57885"/>
            </a:xfrm>
            <a:custGeom>
              <a:rect b="b" l="l" r="r" t="t"/>
              <a:pathLst>
                <a:path extrusionOk="0" h="2224" w="2720">
                  <a:moveTo>
                    <a:pt x="1040" y="0"/>
                  </a:moveTo>
                  <a:cubicBezTo>
                    <a:pt x="954" y="0"/>
                    <a:pt x="872" y="50"/>
                    <a:pt x="834" y="130"/>
                  </a:cubicBezTo>
                  <a:cubicBezTo>
                    <a:pt x="781" y="242"/>
                    <a:pt x="711" y="344"/>
                    <a:pt x="626" y="436"/>
                  </a:cubicBezTo>
                  <a:cubicBezTo>
                    <a:pt x="595" y="471"/>
                    <a:pt x="559" y="506"/>
                    <a:pt x="521" y="541"/>
                  </a:cubicBezTo>
                  <a:cubicBezTo>
                    <a:pt x="475" y="584"/>
                    <a:pt x="422" y="626"/>
                    <a:pt x="369" y="661"/>
                  </a:cubicBezTo>
                  <a:cubicBezTo>
                    <a:pt x="56" y="872"/>
                    <a:pt x="0" y="1294"/>
                    <a:pt x="197" y="1604"/>
                  </a:cubicBezTo>
                  <a:cubicBezTo>
                    <a:pt x="408" y="1938"/>
                    <a:pt x="756" y="2163"/>
                    <a:pt x="1147" y="2223"/>
                  </a:cubicBezTo>
                  <a:cubicBezTo>
                    <a:pt x="873" y="2037"/>
                    <a:pt x="669" y="1787"/>
                    <a:pt x="669" y="1329"/>
                  </a:cubicBezTo>
                  <a:lnTo>
                    <a:pt x="669" y="1154"/>
                  </a:lnTo>
                  <a:cubicBezTo>
                    <a:pt x="721" y="1115"/>
                    <a:pt x="774" y="1076"/>
                    <a:pt x="827" y="1030"/>
                  </a:cubicBezTo>
                  <a:cubicBezTo>
                    <a:pt x="954" y="918"/>
                    <a:pt x="1063" y="788"/>
                    <a:pt x="1151" y="647"/>
                  </a:cubicBezTo>
                  <a:cubicBezTo>
                    <a:pt x="1587" y="781"/>
                    <a:pt x="1991" y="1002"/>
                    <a:pt x="2340" y="1294"/>
                  </a:cubicBezTo>
                  <a:cubicBezTo>
                    <a:pt x="2382" y="1329"/>
                    <a:pt x="2442" y="1386"/>
                    <a:pt x="2569" y="1502"/>
                  </a:cubicBezTo>
                  <a:cubicBezTo>
                    <a:pt x="2649" y="1375"/>
                    <a:pt x="2706" y="1129"/>
                    <a:pt x="2716" y="981"/>
                  </a:cubicBezTo>
                  <a:cubicBezTo>
                    <a:pt x="2720" y="911"/>
                    <a:pt x="2692" y="844"/>
                    <a:pt x="2642" y="802"/>
                  </a:cubicBezTo>
                  <a:cubicBezTo>
                    <a:pt x="2189" y="422"/>
                    <a:pt x="1661" y="151"/>
                    <a:pt x="1091" y="6"/>
                  </a:cubicBezTo>
                  <a:cubicBezTo>
                    <a:pt x="1074" y="2"/>
                    <a:pt x="1057" y="0"/>
                    <a:pt x="104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85"/>
            <p:cNvSpPr/>
            <p:nvPr/>
          </p:nvSpPr>
          <p:spPr>
            <a:xfrm>
              <a:off x="5746777" y="3065734"/>
              <a:ext cx="26756" cy="35658"/>
            </a:xfrm>
            <a:custGeom>
              <a:rect b="b" l="l" r="r" t="t"/>
              <a:pathLst>
                <a:path extrusionOk="0" h="1370" w="1028">
                  <a:moveTo>
                    <a:pt x="824" y="1"/>
                  </a:moveTo>
                  <a:lnTo>
                    <a:pt x="0" y="775"/>
                  </a:lnTo>
                  <a:lnTo>
                    <a:pt x="595" y="1369"/>
                  </a:lnTo>
                  <a:lnTo>
                    <a:pt x="869" y="1095"/>
                  </a:lnTo>
                  <a:cubicBezTo>
                    <a:pt x="982" y="982"/>
                    <a:pt x="1028" y="817"/>
                    <a:pt x="989" y="662"/>
                  </a:cubicBezTo>
                  <a:lnTo>
                    <a:pt x="82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85"/>
            <p:cNvSpPr/>
            <p:nvPr/>
          </p:nvSpPr>
          <p:spPr>
            <a:xfrm>
              <a:off x="5599436" y="3195143"/>
              <a:ext cx="11088" cy="45262"/>
            </a:xfrm>
            <a:custGeom>
              <a:rect b="b" l="l" r="r" t="t"/>
              <a:pathLst>
                <a:path extrusionOk="0" h="1739" w="426">
                  <a:moveTo>
                    <a:pt x="215" y="0"/>
                  </a:moveTo>
                  <a:cubicBezTo>
                    <a:pt x="95" y="0"/>
                    <a:pt x="0" y="95"/>
                    <a:pt x="0" y="211"/>
                  </a:cubicBezTo>
                  <a:lnTo>
                    <a:pt x="0" y="1527"/>
                  </a:lnTo>
                  <a:cubicBezTo>
                    <a:pt x="0" y="1643"/>
                    <a:pt x="95" y="1738"/>
                    <a:pt x="211" y="1738"/>
                  </a:cubicBezTo>
                  <a:cubicBezTo>
                    <a:pt x="331" y="1738"/>
                    <a:pt x="426" y="1643"/>
                    <a:pt x="426" y="1527"/>
                  </a:cubicBezTo>
                  <a:lnTo>
                    <a:pt x="426" y="211"/>
                  </a:lnTo>
                  <a:cubicBezTo>
                    <a:pt x="426"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85"/>
            <p:cNvSpPr/>
            <p:nvPr/>
          </p:nvSpPr>
          <p:spPr>
            <a:xfrm>
              <a:off x="5575621" y="3045302"/>
              <a:ext cx="204706" cy="195102"/>
            </a:xfrm>
            <a:custGeom>
              <a:rect b="b" l="l" r="r" t="t"/>
              <a:pathLst>
                <a:path extrusionOk="0" h="7496" w="7865">
                  <a:moveTo>
                    <a:pt x="7280" y="1180"/>
                  </a:moveTo>
                  <a:lnTo>
                    <a:pt x="7357" y="1500"/>
                  </a:lnTo>
                  <a:cubicBezTo>
                    <a:pt x="7378" y="1584"/>
                    <a:pt x="7354" y="1669"/>
                    <a:pt x="7294" y="1732"/>
                  </a:cubicBezTo>
                  <a:lnTo>
                    <a:pt x="7171" y="1852"/>
                  </a:lnTo>
                  <a:lnTo>
                    <a:pt x="6879" y="1560"/>
                  </a:lnTo>
                  <a:lnTo>
                    <a:pt x="7280" y="1180"/>
                  </a:lnTo>
                  <a:close/>
                  <a:moveTo>
                    <a:pt x="2268" y="428"/>
                  </a:moveTo>
                  <a:cubicBezTo>
                    <a:pt x="2614" y="428"/>
                    <a:pt x="2961" y="562"/>
                    <a:pt x="3223" y="831"/>
                  </a:cubicBezTo>
                  <a:cubicBezTo>
                    <a:pt x="3476" y="1102"/>
                    <a:pt x="3631" y="1454"/>
                    <a:pt x="3652" y="1827"/>
                  </a:cubicBezTo>
                  <a:cubicBezTo>
                    <a:pt x="3663" y="1961"/>
                    <a:pt x="3684" y="2137"/>
                    <a:pt x="3712" y="2334"/>
                  </a:cubicBezTo>
                  <a:cubicBezTo>
                    <a:pt x="3484" y="1943"/>
                    <a:pt x="3111" y="1655"/>
                    <a:pt x="2618" y="1496"/>
                  </a:cubicBezTo>
                  <a:cubicBezTo>
                    <a:pt x="2358" y="1412"/>
                    <a:pt x="2083" y="1370"/>
                    <a:pt x="1809" y="1370"/>
                  </a:cubicBezTo>
                  <a:cubicBezTo>
                    <a:pt x="1752" y="1370"/>
                    <a:pt x="1700" y="1394"/>
                    <a:pt x="1661" y="1433"/>
                  </a:cubicBezTo>
                  <a:lnTo>
                    <a:pt x="1274" y="1831"/>
                  </a:lnTo>
                  <a:cubicBezTo>
                    <a:pt x="1124" y="1989"/>
                    <a:pt x="1268" y="2198"/>
                    <a:pt x="1432" y="2198"/>
                  </a:cubicBezTo>
                  <a:cubicBezTo>
                    <a:pt x="1484" y="2198"/>
                    <a:pt x="1537" y="2178"/>
                    <a:pt x="1584" y="2130"/>
                  </a:cubicBezTo>
                  <a:lnTo>
                    <a:pt x="1904" y="1795"/>
                  </a:lnTo>
                  <a:cubicBezTo>
                    <a:pt x="2178" y="1809"/>
                    <a:pt x="3065" y="1911"/>
                    <a:pt x="3410" y="2671"/>
                  </a:cubicBezTo>
                  <a:cubicBezTo>
                    <a:pt x="3323" y="3240"/>
                    <a:pt x="2832" y="3649"/>
                    <a:pt x="2267" y="3649"/>
                  </a:cubicBezTo>
                  <a:cubicBezTo>
                    <a:pt x="2238" y="3649"/>
                    <a:pt x="2208" y="3648"/>
                    <a:pt x="2178" y="3646"/>
                  </a:cubicBezTo>
                  <a:cubicBezTo>
                    <a:pt x="1576" y="3600"/>
                    <a:pt x="1112" y="3097"/>
                    <a:pt x="1116" y="2492"/>
                  </a:cubicBezTo>
                  <a:cubicBezTo>
                    <a:pt x="1116" y="2372"/>
                    <a:pt x="1016" y="2279"/>
                    <a:pt x="904" y="2279"/>
                  </a:cubicBezTo>
                  <a:cubicBezTo>
                    <a:pt x="881" y="2279"/>
                    <a:pt x="857" y="2283"/>
                    <a:pt x="834" y="2291"/>
                  </a:cubicBezTo>
                  <a:cubicBezTo>
                    <a:pt x="859" y="2112"/>
                    <a:pt x="876" y="1950"/>
                    <a:pt x="887" y="1824"/>
                  </a:cubicBezTo>
                  <a:cubicBezTo>
                    <a:pt x="908" y="1454"/>
                    <a:pt x="1059" y="1102"/>
                    <a:pt x="1316" y="831"/>
                  </a:cubicBezTo>
                  <a:cubicBezTo>
                    <a:pt x="1576" y="562"/>
                    <a:pt x="1922" y="428"/>
                    <a:pt x="2268" y="428"/>
                  </a:cubicBezTo>
                  <a:close/>
                  <a:moveTo>
                    <a:pt x="732" y="2869"/>
                  </a:moveTo>
                  <a:cubicBezTo>
                    <a:pt x="824" y="3245"/>
                    <a:pt x="1052" y="3576"/>
                    <a:pt x="1372" y="3797"/>
                  </a:cubicBezTo>
                  <a:lnTo>
                    <a:pt x="1372" y="4033"/>
                  </a:lnTo>
                  <a:cubicBezTo>
                    <a:pt x="1073" y="3984"/>
                    <a:pt x="781" y="3896"/>
                    <a:pt x="503" y="3773"/>
                  </a:cubicBezTo>
                  <a:cubicBezTo>
                    <a:pt x="489" y="3769"/>
                    <a:pt x="493" y="3755"/>
                    <a:pt x="496" y="3752"/>
                  </a:cubicBezTo>
                  <a:cubicBezTo>
                    <a:pt x="595" y="3463"/>
                    <a:pt x="676" y="3168"/>
                    <a:pt x="732" y="2869"/>
                  </a:cubicBezTo>
                  <a:close/>
                  <a:moveTo>
                    <a:pt x="3807" y="2872"/>
                  </a:moveTo>
                  <a:cubicBezTo>
                    <a:pt x="3860" y="3143"/>
                    <a:pt x="3930" y="3410"/>
                    <a:pt x="4015" y="3674"/>
                  </a:cubicBezTo>
                  <a:lnTo>
                    <a:pt x="3624" y="4040"/>
                  </a:lnTo>
                  <a:cubicBezTo>
                    <a:pt x="3579" y="4082"/>
                    <a:pt x="3519" y="4107"/>
                    <a:pt x="3455" y="4107"/>
                  </a:cubicBezTo>
                  <a:lnTo>
                    <a:pt x="3413" y="4107"/>
                  </a:lnTo>
                  <a:cubicBezTo>
                    <a:pt x="3276" y="4107"/>
                    <a:pt x="3170" y="3998"/>
                    <a:pt x="3170" y="3864"/>
                  </a:cubicBezTo>
                  <a:lnTo>
                    <a:pt x="3170" y="3801"/>
                  </a:lnTo>
                  <a:cubicBezTo>
                    <a:pt x="3491" y="3579"/>
                    <a:pt x="3716" y="3249"/>
                    <a:pt x="3807" y="2872"/>
                  </a:cubicBezTo>
                  <a:close/>
                  <a:moveTo>
                    <a:pt x="2755" y="3998"/>
                  </a:moveTo>
                  <a:cubicBezTo>
                    <a:pt x="2780" y="4118"/>
                    <a:pt x="2836" y="4227"/>
                    <a:pt x="2917" y="4315"/>
                  </a:cubicBezTo>
                  <a:lnTo>
                    <a:pt x="2593" y="4631"/>
                  </a:lnTo>
                  <a:cubicBezTo>
                    <a:pt x="2502" y="4717"/>
                    <a:pt x="2385" y="4761"/>
                    <a:pt x="2268" y="4761"/>
                  </a:cubicBezTo>
                  <a:cubicBezTo>
                    <a:pt x="2152" y="4761"/>
                    <a:pt x="2036" y="4717"/>
                    <a:pt x="1946" y="4631"/>
                  </a:cubicBezTo>
                  <a:lnTo>
                    <a:pt x="1745" y="4441"/>
                  </a:lnTo>
                  <a:cubicBezTo>
                    <a:pt x="1781" y="4378"/>
                    <a:pt x="1798" y="4308"/>
                    <a:pt x="1798" y="4234"/>
                  </a:cubicBezTo>
                  <a:lnTo>
                    <a:pt x="1798" y="4005"/>
                  </a:lnTo>
                  <a:cubicBezTo>
                    <a:pt x="1952" y="4052"/>
                    <a:pt x="2110" y="4075"/>
                    <a:pt x="2268" y="4075"/>
                  </a:cubicBezTo>
                  <a:cubicBezTo>
                    <a:pt x="2432" y="4075"/>
                    <a:pt x="2596" y="4050"/>
                    <a:pt x="2755" y="3998"/>
                  </a:cubicBezTo>
                  <a:close/>
                  <a:moveTo>
                    <a:pt x="2270" y="1"/>
                  </a:moveTo>
                  <a:cubicBezTo>
                    <a:pt x="1309" y="1"/>
                    <a:pt x="532" y="772"/>
                    <a:pt x="461" y="1795"/>
                  </a:cubicBezTo>
                  <a:cubicBezTo>
                    <a:pt x="429" y="2214"/>
                    <a:pt x="285" y="3097"/>
                    <a:pt x="95" y="3604"/>
                  </a:cubicBezTo>
                  <a:cubicBezTo>
                    <a:pt x="11" y="3818"/>
                    <a:pt x="113" y="4065"/>
                    <a:pt x="324" y="4160"/>
                  </a:cubicBezTo>
                  <a:cubicBezTo>
                    <a:pt x="556" y="4265"/>
                    <a:pt x="799" y="4346"/>
                    <a:pt x="1049" y="4403"/>
                  </a:cubicBezTo>
                  <a:lnTo>
                    <a:pt x="500" y="4677"/>
                  </a:lnTo>
                  <a:cubicBezTo>
                    <a:pt x="194" y="4828"/>
                    <a:pt x="0" y="5138"/>
                    <a:pt x="4" y="5479"/>
                  </a:cubicBezTo>
                  <a:lnTo>
                    <a:pt x="4" y="7284"/>
                  </a:lnTo>
                  <a:cubicBezTo>
                    <a:pt x="4" y="7400"/>
                    <a:pt x="99" y="7495"/>
                    <a:pt x="215" y="7495"/>
                  </a:cubicBezTo>
                  <a:cubicBezTo>
                    <a:pt x="334" y="7495"/>
                    <a:pt x="429" y="7400"/>
                    <a:pt x="429" y="7284"/>
                  </a:cubicBezTo>
                  <a:lnTo>
                    <a:pt x="429" y="5479"/>
                  </a:lnTo>
                  <a:cubicBezTo>
                    <a:pt x="429" y="5300"/>
                    <a:pt x="528" y="5138"/>
                    <a:pt x="690" y="5061"/>
                  </a:cubicBezTo>
                  <a:lnTo>
                    <a:pt x="1401" y="4702"/>
                  </a:lnTo>
                  <a:lnTo>
                    <a:pt x="1650" y="4937"/>
                  </a:lnTo>
                  <a:cubicBezTo>
                    <a:pt x="1823" y="5103"/>
                    <a:pt x="2045" y="5185"/>
                    <a:pt x="2268" y="5185"/>
                  </a:cubicBezTo>
                  <a:cubicBezTo>
                    <a:pt x="2491" y="5185"/>
                    <a:pt x="2715" y="5103"/>
                    <a:pt x="2889" y="4937"/>
                  </a:cubicBezTo>
                  <a:lnTo>
                    <a:pt x="3311" y="4526"/>
                  </a:lnTo>
                  <a:cubicBezTo>
                    <a:pt x="3343" y="4533"/>
                    <a:pt x="3378" y="4533"/>
                    <a:pt x="3410" y="4533"/>
                  </a:cubicBezTo>
                  <a:lnTo>
                    <a:pt x="3452" y="4533"/>
                  </a:lnTo>
                  <a:cubicBezTo>
                    <a:pt x="3624" y="4533"/>
                    <a:pt x="3790" y="4469"/>
                    <a:pt x="3913" y="4350"/>
                  </a:cubicBezTo>
                  <a:lnTo>
                    <a:pt x="6566" y="1852"/>
                  </a:lnTo>
                  <a:lnTo>
                    <a:pt x="6868" y="2154"/>
                  </a:lnTo>
                  <a:lnTo>
                    <a:pt x="3526" y="5497"/>
                  </a:lnTo>
                  <a:cubicBezTo>
                    <a:pt x="3311" y="5708"/>
                    <a:pt x="3195" y="5993"/>
                    <a:pt x="3195" y="6292"/>
                  </a:cubicBezTo>
                  <a:lnTo>
                    <a:pt x="3195" y="7284"/>
                  </a:lnTo>
                  <a:cubicBezTo>
                    <a:pt x="3195" y="7400"/>
                    <a:pt x="3290" y="7495"/>
                    <a:pt x="3410" y="7495"/>
                  </a:cubicBezTo>
                  <a:cubicBezTo>
                    <a:pt x="3526" y="7495"/>
                    <a:pt x="3621" y="7400"/>
                    <a:pt x="3621" y="7284"/>
                  </a:cubicBezTo>
                  <a:lnTo>
                    <a:pt x="3621" y="6292"/>
                  </a:lnTo>
                  <a:cubicBezTo>
                    <a:pt x="3621" y="6109"/>
                    <a:pt x="3695" y="5930"/>
                    <a:pt x="3825" y="5799"/>
                  </a:cubicBezTo>
                  <a:lnTo>
                    <a:pt x="7597" y="2031"/>
                  </a:lnTo>
                  <a:cubicBezTo>
                    <a:pt x="7762" y="1862"/>
                    <a:pt x="7829" y="1623"/>
                    <a:pt x="7773" y="1394"/>
                  </a:cubicBezTo>
                  <a:lnTo>
                    <a:pt x="7632" y="845"/>
                  </a:lnTo>
                  <a:lnTo>
                    <a:pt x="7773" y="712"/>
                  </a:lnTo>
                  <a:cubicBezTo>
                    <a:pt x="7857" y="631"/>
                    <a:pt x="7864" y="497"/>
                    <a:pt x="7783" y="409"/>
                  </a:cubicBezTo>
                  <a:cubicBezTo>
                    <a:pt x="7741" y="366"/>
                    <a:pt x="7685" y="344"/>
                    <a:pt x="7628" y="344"/>
                  </a:cubicBezTo>
                  <a:cubicBezTo>
                    <a:pt x="7575" y="344"/>
                    <a:pt x="7521" y="363"/>
                    <a:pt x="7481" y="402"/>
                  </a:cubicBezTo>
                  <a:lnTo>
                    <a:pt x="4360" y="3347"/>
                  </a:lnTo>
                  <a:cubicBezTo>
                    <a:pt x="4219" y="2837"/>
                    <a:pt x="4124" y="2320"/>
                    <a:pt x="4078" y="1795"/>
                  </a:cubicBezTo>
                  <a:cubicBezTo>
                    <a:pt x="4004" y="772"/>
                    <a:pt x="3227" y="1"/>
                    <a:pt x="2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85"/>
            <p:cNvSpPr/>
            <p:nvPr/>
          </p:nvSpPr>
          <p:spPr>
            <a:xfrm>
              <a:off x="5730016" y="2902906"/>
              <a:ext cx="224747" cy="189142"/>
            </a:xfrm>
            <a:custGeom>
              <a:rect b="b" l="l" r="r" t="t"/>
              <a:pathLst>
                <a:path extrusionOk="0" h="7267" w="8635">
                  <a:moveTo>
                    <a:pt x="669" y="1"/>
                  </a:moveTo>
                  <a:cubicBezTo>
                    <a:pt x="299" y="1"/>
                    <a:pt x="0" y="300"/>
                    <a:pt x="0" y="669"/>
                  </a:cubicBezTo>
                  <a:lnTo>
                    <a:pt x="0" y="6200"/>
                  </a:lnTo>
                  <a:cubicBezTo>
                    <a:pt x="0" y="6316"/>
                    <a:pt x="95" y="6411"/>
                    <a:pt x="211" y="6411"/>
                  </a:cubicBezTo>
                  <a:cubicBezTo>
                    <a:pt x="331" y="6411"/>
                    <a:pt x="426" y="6316"/>
                    <a:pt x="426" y="6200"/>
                  </a:cubicBezTo>
                  <a:lnTo>
                    <a:pt x="426" y="669"/>
                  </a:lnTo>
                  <a:cubicBezTo>
                    <a:pt x="426" y="536"/>
                    <a:pt x="535" y="427"/>
                    <a:pt x="669" y="427"/>
                  </a:cubicBezTo>
                  <a:lnTo>
                    <a:pt x="7966" y="427"/>
                  </a:lnTo>
                  <a:cubicBezTo>
                    <a:pt x="8100" y="427"/>
                    <a:pt x="8209" y="536"/>
                    <a:pt x="8209" y="669"/>
                  </a:cubicBezTo>
                  <a:lnTo>
                    <a:pt x="8209" y="6598"/>
                  </a:lnTo>
                  <a:cubicBezTo>
                    <a:pt x="8209" y="6732"/>
                    <a:pt x="8100" y="6841"/>
                    <a:pt x="7966" y="6841"/>
                  </a:cubicBezTo>
                  <a:lnTo>
                    <a:pt x="2576" y="6841"/>
                  </a:lnTo>
                  <a:cubicBezTo>
                    <a:pt x="2291" y="6841"/>
                    <a:pt x="2291" y="7266"/>
                    <a:pt x="2576" y="7266"/>
                  </a:cubicBezTo>
                  <a:lnTo>
                    <a:pt x="7966" y="7266"/>
                  </a:lnTo>
                  <a:cubicBezTo>
                    <a:pt x="8336" y="7266"/>
                    <a:pt x="8635" y="6967"/>
                    <a:pt x="8635" y="6598"/>
                  </a:cubicBezTo>
                  <a:lnTo>
                    <a:pt x="8635" y="669"/>
                  </a:lnTo>
                  <a:cubicBezTo>
                    <a:pt x="8635" y="300"/>
                    <a:pt x="8336"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85"/>
            <p:cNvSpPr/>
            <p:nvPr/>
          </p:nvSpPr>
          <p:spPr>
            <a:xfrm>
              <a:off x="5777438" y="2926539"/>
              <a:ext cx="138206" cy="130007"/>
            </a:xfrm>
            <a:custGeom>
              <a:rect b="b" l="l" r="r" t="t"/>
              <a:pathLst>
                <a:path extrusionOk="0" h="4995" w="5310">
                  <a:moveTo>
                    <a:pt x="2491" y="886"/>
                  </a:moveTo>
                  <a:cubicBezTo>
                    <a:pt x="2895" y="886"/>
                    <a:pt x="3299" y="1019"/>
                    <a:pt x="3636" y="1285"/>
                  </a:cubicBezTo>
                  <a:lnTo>
                    <a:pt x="2344" y="2576"/>
                  </a:lnTo>
                  <a:cubicBezTo>
                    <a:pt x="2191" y="2730"/>
                    <a:pt x="2330" y="2943"/>
                    <a:pt x="2495" y="2943"/>
                  </a:cubicBezTo>
                  <a:cubicBezTo>
                    <a:pt x="2546" y="2943"/>
                    <a:pt x="2599" y="2923"/>
                    <a:pt x="2647" y="2875"/>
                  </a:cubicBezTo>
                  <a:lnTo>
                    <a:pt x="3284" y="2238"/>
                  </a:lnTo>
                  <a:cubicBezTo>
                    <a:pt x="3375" y="2386"/>
                    <a:pt x="3421" y="2555"/>
                    <a:pt x="3421" y="2724"/>
                  </a:cubicBezTo>
                  <a:cubicBezTo>
                    <a:pt x="3421" y="3284"/>
                    <a:pt x="2963" y="3655"/>
                    <a:pt x="2487" y="3655"/>
                  </a:cubicBezTo>
                  <a:cubicBezTo>
                    <a:pt x="2260" y="3655"/>
                    <a:pt x="2029" y="3570"/>
                    <a:pt x="1841" y="3382"/>
                  </a:cubicBezTo>
                  <a:cubicBezTo>
                    <a:pt x="1257" y="2798"/>
                    <a:pt x="1669" y="1798"/>
                    <a:pt x="2496" y="1798"/>
                  </a:cubicBezTo>
                  <a:cubicBezTo>
                    <a:pt x="2612" y="1798"/>
                    <a:pt x="2707" y="1703"/>
                    <a:pt x="2707" y="1584"/>
                  </a:cubicBezTo>
                  <a:cubicBezTo>
                    <a:pt x="2707" y="1468"/>
                    <a:pt x="2612" y="1373"/>
                    <a:pt x="2496" y="1373"/>
                  </a:cubicBezTo>
                  <a:cubicBezTo>
                    <a:pt x="1869" y="1373"/>
                    <a:pt x="1324" y="1802"/>
                    <a:pt x="1180" y="2411"/>
                  </a:cubicBezTo>
                  <a:cubicBezTo>
                    <a:pt x="1032" y="3019"/>
                    <a:pt x="1320" y="3646"/>
                    <a:pt x="1880" y="3931"/>
                  </a:cubicBezTo>
                  <a:cubicBezTo>
                    <a:pt x="2075" y="4031"/>
                    <a:pt x="2286" y="4079"/>
                    <a:pt x="2495" y="4079"/>
                  </a:cubicBezTo>
                  <a:cubicBezTo>
                    <a:pt x="2880" y="4079"/>
                    <a:pt x="3258" y="3915"/>
                    <a:pt x="3523" y="3607"/>
                  </a:cubicBezTo>
                  <a:cubicBezTo>
                    <a:pt x="3931" y="3132"/>
                    <a:pt x="3959" y="2439"/>
                    <a:pt x="3590" y="1932"/>
                  </a:cubicBezTo>
                  <a:lnTo>
                    <a:pt x="3938" y="1587"/>
                  </a:lnTo>
                  <a:cubicBezTo>
                    <a:pt x="4195" y="1911"/>
                    <a:pt x="4336" y="2312"/>
                    <a:pt x="4336" y="2727"/>
                  </a:cubicBezTo>
                  <a:cubicBezTo>
                    <a:pt x="4336" y="3586"/>
                    <a:pt x="3741" y="4332"/>
                    <a:pt x="2907" y="4522"/>
                  </a:cubicBezTo>
                  <a:cubicBezTo>
                    <a:pt x="2769" y="4554"/>
                    <a:pt x="2630" y="4569"/>
                    <a:pt x="2492" y="4569"/>
                  </a:cubicBezTo>
                  <a:cubicBezTo>
                    <a:pt x="1799" y="4569"/>
                    <a:pt x="1149" y="4176"/>
                    <a:pt x="835" y="3533"/>
                  </a:cubicBezTo>
                  <a:cubicBezTo>
                    <a:pt x="462" y="2759"/>
                    <a:pt x="669" y="1830"/>
                    <a:pt x="1338" y="1292"/>
                  </a:cubicBezTo>
                  <a:cubicBezTo>
                    <a:pt x="1676" y="1021"/>
                    <a:pt x="2083" y="886"/>
                    <a:pt x="2491" y="886"/>
                  </a:cubicBezTo>
                  <a:close/>
                  <a:moveTo>
                    <a:pt x="5002" y="1"/>
                  </a:moveTo>
                  <a:cubicBezTo>
                    <a:pt x="4952" y="1"/>
                    <a:pt x="4900" y="21"/>
                    <a:pt x="4853" y="67"/>
                  </a:cubicBezTo>
                  <a:lnTo>
                    <a:pt x="4533" y="388"/>
                  </a:lnTo>
                  <a:lnTo>
                    <a:pt x="4533" y="219"/>
                  </a:lnTo>
                  <a:cubicBezTo>
                    <a:pt x="4533" y="99"/>
                    <a:pt x="4438" y="4"/>
                    <a:pt x="4318" y="4"/>
                  </a:cubicBezTo>
                  <a:cubicBezTo>
                    <a:pt x="4202" y="4"/>
                    <a:pt x="4107" y="99"/>
                    <a:pt x="4107" y="219"/>
                  </a:cubicBezTo>
                  <a:lnTo>
                    <a:pt x="4107" y="813"/>
                  </a:lnTo>
                  <a:lnTo>
                    <a:pt x="3938" y="979"/>
                  </a:lnTo>
                  <a:cubicBezTo>
                    <a:pt x="3517" y="630"/>
                    <a:pt x="3005" y="460"/>
                    <a:pt x="2495" y="460"/>
                  </a:cubicBezTo>
                  <a:cubicBezTo>
                    <a:pt x="1877" y="460"/>
                    <a:pt x="1263" y="711"/>
                    <a:pt x="817" y="1200"/>
                  </a:cubicBezTo>
                  <a:cubicBezTo>
                    <a:pt x="1" y="2098"/>
                    <a:pt x="33" y="3473"/>
                    <a:pt x="891" y="4332"/>
                  </a:cubicBezTo>
                  <a:cubicBezTo>
                    <a:pt x="1332" y="4773"/>
                    <a:pt x="1913" y="4995"/>
                    <a:pt x="2494" y="4995"/>
                  </a:cubicBezTo>
                  <a:cubicBezTo>
                    <a:pt x="3040" y="4995"/>
                    <a:pt x="3586" y="4799"/>
                    <a:pt x="4019" y="4406"/>
                  </a:cubicBezTo>
                  <a:cubicBezTo>
                    <a:pt x="4916" y="3589"/>
                    <a:pt x="5011" y="2214"/>
                    <a:pt x="4241" y="1281"/>
                  </a:cubicBezTo>
                  <a:lnTo>
                    <a:pt x="4406" y="1116"/>
                  </a:lnTo>
                  <a:lnTo>
                    <a:pt x="5004" y="1116"/>
                  </a:lnTo>
                  <a:cubicBezTo>
                    <a:pt x="5120" y="1116"/>
                    <a:pt x="5215" y="1017"/>
                    <a:pt x="5215" y="901"/>
                  </a:cubicBezTo>
                  <a:cubicBezTo>
                    <a:pt x="5215" y="785"/>
                    <a:pt x="5120" y="687"/>
                    <a:pt x="5004" y="687"/>
                  </a:cubicBezTo>
                  <a:lnTo>
                    <a:pt x="4835" y="687"/>
                  </a:lnTo>
                  <a:lnTo>
                    <a:pt x="5156" y="366"/>
                  </a:lnTo>
                  <a:cubicBezTo>
                    <a:pt x="5309" y="213"/>
                    <a:pt x="5167" y="1"/>
                    <a:pt x="5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1" name="Google Shape;17711;p85"/>
          <p:cNvGrpSpPr/>
          <p:nvPr/>
        </p:nvGrpSpPr>
        <p:grpSpPr>
          <a:xfrm>
            <a:off x="7540306" y="1997409"/>
            <a:ext cx="265611" cy="319800"/>
            <a:chOff x="7540306" y="1997409"/>
            <a:chExt cx="265611" cy="319800"/>
          </a:xfrm>
        </p:grpSpPr>
        <p:sp>
          <p:nvSpPr>
            <p:cNvPr id="17712" name="Google Shape;17712;p85"/>
            <p:cNvSpPr/>
            <p:nvPr/>
          </p:nvSpPr>
          <p:spPr>
            <a:xfrm>
              <a:off x="7663026" y="2178717"/>
              <a:ext cx="20354" cy="92424"/>
            </a:xfrm>
            <a:custGeom>
              <a:rect b="b" l="l" r="r" t="t"/>
              <a:pathLst>
                <a:path extrusionOk="0" h="3551" w="782">
                  <a:moveTo>
                    <a:pt x="0" y="1"/>
                  </a:moveTo>
                  <a:lnTo>
                    <a:pt x="0" y="3551"/>
                  </a:lnTo>
                  <a:lnTo>
                    <a:pt x="782" y="3551"/>
                  </a:lnTo>
                  <a:lnTo>
                    <a:pt x="78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85"/>
            <p:cNvSpPr/>
            <p:nvPr/>
          </p:nvSpPr>
          <p:spPr>
            <a:xfrm>
              <a:off x="7598374" y="2012323"/>
              <a:ext cx="149580" cy="182739"/>
            </a:xfrm>
            <a:custGeom>
              <a:rect b="b" l="l" r="r" t="t"/>
              <a:pathLst>
                <a:path extrusionOk="0" h="7021" w="5747">
                  <a:moveTo>
                    <a:pt x="5746" y="1"/>
                  </a:moveTo>
                  <a:lnTo>
                    <a:pt x="0" y="4"/>
                  </a:lnTo>
                  <a:lnTo>
                    <a:pt x="0" y="2305"/>
                  </a:lnTo>
                  <a:cubicBezTo>
                    <a:pt x="0" y="3941"/>
                    <a:pt x="778" y="5475"/>
                    <a:pt x="2094" y="6447"/>
                  </a:cubicBezTo>
                  <a:lnTo>
                    <a:pt x="2875" y="7020"/>
                  </a:lnTo>
                  <a:lnTo>
                    <a:pt x="3653" y="6447"/>
                  </a:lnTo>
                  <a:cubicBezTo>
                    <a:pt x="4969" y="5475"/>
                    <a:pt x="5746" y="3941"/>
                    <a:pt x="5746" y="2305"/>
                  </a:cubicBezTo>
                  <a:lnTo>
                    <a:pt x="5746"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85"/>
            <p:cNvSpPr/>
            <p:nvPr/>
          </p:nvSpPr>
          <p:spPr>
            <a:xfrm>
              <a:off x="7658992" y="2012323"/>
              <a:ext cx="88962" cy="182817"/>
            </a:xfrm>
            <a:custGeom>
              <a:rect b="b" l="l" r="r" t="t"/>
              <a:pathLst>
                <a:path extrusionOk="0" h="7024" w="3418">
                  <a:moveTo>
                    <a:pt x="3417" y="1"/>
                  </a:moveTo>
                  <a:lnTo>
                    <a:pt x="2330" y="4"/>
                  </a:lnTo>
                  <a:lnTo>
                    <a:pt x="2330" y="2305"/>
                  </a:lnTo>
                  <a:cubicBezTo>
                    <a:pt x="2330" y="3941"/>
                    <a:pt x="1552" y="5475"/>
                    <a:pt x="240" y="6447"/>
                  </a:cubicBezTo>
                  <a:lnTo>
                    <a:pt x="1" y="6623"/>
                  </a:lnTo>
                  <a:lnTo>
                    <a:pt x="546" y="7024"/>
                  </a:lnTo>
                  <a:lnTo>
                    <a:pt x="1324" y="6447"/>
                  </a:lnTo>
                  <a:cubicBezTo>
                    <a:pt x="2640" y="5479"/>
                    <a:pt x="3417" y="3941"/>
                    <a:pt x="3417" y="2305"/>
                  </a:cubicBezTo>
                  <a:lnTo>
                    <a:pt x="341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85"/>
            <p:cNvSpPr/>
            <p:nvPr/>
          </p:nvSpPr>
          <p:spPr>
            <a:xfrm>
              <a:off x="7588666" y="2002068"/>
              <a:ext cx="168997" cy="20640"/>
            </a:xfrm>
            <a:custGeom>
              <a:rect b="b" l="l" r="r" t="t"/>
              <a:pathLst>
                <a:path extrusionOk="0" h="793" w="6493">
                  <a:moveTo>
                    <a:pt x="162" y="1"/>
                  </a:moveTo>
                  <a:cubicBezTo>
                    <a:pt x="71" y="1"/>
                    <a:pt x="0" y="75"/>
                    <a:pt x="0" y="166"/>
                  </a:cubicBezTo>
                  <a:lnTo>
                    <a:pt x="0" y="631"/>
                  </a:lnTo>
                  <a:cubicBezTo>
                    <a:pt x="0" y="718"/>
                    <a:pt x="71" y="792"/>
                    <a:pt x="162" y="792"/>
                  </a:cubicBezTo>
                  <a:lnTo>
                    <a:pt x="6330" y="792"/>
                  </a:lnTo>
                  <a:cubicBezTo>
                    <a:pt x="6422" y="792"/>
                    <a:pt x="6492" y="718"/>
                    <a:pt x="6492" y="631"/>
                  </a:cubicBezTo>
                  <a:lnTo>
                    <a:pt x="6492" y="166"/>
                  </a:lnTo>
                  <a:cubicBezTo>
                    <a:pt x="6492" y="75"/>
                    <a:pt x="6422" y="1"/>
                    <a:pt x="633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85"/>
            <p:cNvSpPr/>
            <p:nvPr/>
          </p:nvSpPr>
          <p:spPr>
            <a:xfrm>
              <a:off x="7729500" y="2002068"/>
              <a:ext cx="28162" cy="20640"/>
            </a:xfrm>
            <a:custGeom>
              <a:rect b="b" l="l" r="r" t="t"/>
              <a:pathLst>
                <a:path extrusionOk="0" h="793" w="1082">
                  <a:moveTo>
                    <a:pt x="1" y="1"/>
                  </a:moveTo>
                  <a:lnTo>
                    <a:pt x="1" y="792"/>
                  </a:lnTo>
                  <a:lnTo>
                    <a:pt x="919" y="792"/>
                  </a:lnTo>
                  <a:cubicBezTo>
                    <a:pt x="1011" y="792"/>
                    <a:pt x="1081" y="718"/>
                    <a:pt x="1081" y="631"/>
                  </a:cubicBezTo>
                  <a:lnTo>
                    <a:pt x="1081" y="166"/>
                  </a:lnTo>
                  <a:cubicBezTo>
                    <a:pt x="1081" y="75"/>
                    <a:pt x="1011" y="1"/>
                    <a:pt x="919"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85"/>
            <p:cNvSpPr/>
            <p:nvPr/>
          </p:nvSpPr>
          <p:spPr>
            <a:xfrm>
              <a:off x="7636192" y="2057455"/>
              <a:ext cx="73918" cy="69936"/>
            </a:xfrm>
            <a:custGeom>
              <a:rect b="b" l="l" r="r" t="t"/>
              <a:pathLst>
                <a:path extrusionOk="0" h="2687" w="2840">
                  <a:moveTo>
                    <a:pt x="1421" y="0"/>
                  </a:moveTo>
                  <a:cubicBezTo>
                    <a:pt x="1408" y="0"/>
                    <a:pt x="1396" y="7"/>
                    <a:pt x="1390" y="19"/>
                  </a:cubicBezTo>
                  <a:lnTo>
                    <a:pt x="982" y="846"/>
                  </a:lnTo>
                  <a:cubicBezTo>
                    <a:pt x="975" y="856"/>
                    <a:pt x="965" y="867"/>
                    <a:pt x="954" y="867"/>
                  </a:cubicBezTo>
                  <a:lnTo>
                    <a:pt x="39" y="1001"/>
                  </a:lnTo>
                  <a:cubicBezTo>
                    <a:pt x="11" y="1004"/>
                    <a:pt x="1" y="1039"/>
                    <a:pt x="22" y="1060"/>
                  </a:cubicBezTo>
                  <a:lnTo>
                    <a:pt x="680" y="1704"/>
                  </a:lnTo>
                  <a:cubicBezTo>
                    <a:pt x="690" y="1711"/>
                    <a:pt x="694" y="1725"/>
                    <a:pt x="690" y="1736"/>
                  </a:cubicBezTo>
                  <a:lnTo>
                    <a:pt x="535" y="2644"/>
                  </a:lnTo>
                  <a:cubicBezTo>
                    <a:pt x="530" y="2669"/>
                    <a:pt x="548" y="2687"/>
                    <a:pt x="570" y="2687"/>
                  </a:cubicBezTo>
                  <a:cubicBezTo>
                    <a:pt x="576" y="2687"/>
                    <a:pt x="582" y="2685"/>
                    <a:pt x="588" y="2682"/>
                  </a:cubicBezTo>
                  <a:lnTo>
                    <a:pt x="1404" y="2253"/>
                  </a:lnTo>
                  <a:cubicBezTo>
                    <a:pt x="1410" y="2250"/>
                    <a:pt x="1415" y="2248"/>
                    <a:pt x="1420" y="2248"/>
                  </a:cubicBezTo>
                  <a:cubicBezTo>
                    <a:pt x="1426" y="2248"/>
                    <a:pt x="1431" y="2250"/>
                    <a:pt x="1436" y="2253"/>
                  </a:cubicBezTo>
                  <a:lnTo>
                    <a:pt x="2252" y="2682"/>
                  </a:lnTo>
                  <a:cubicBezTo>
                    <a:pt x="2258" y="2685"/>
                    <a:pt x="2264" y="2687"/>
                    <a:pt x="2269" y="2687"/>
                  </a:cubicBezTo>
                  <a:cubicBezTo>
                    <a:pt x="2292" y="2687"/>
                    <a:pt x="2311" y="2666"/>
                    <a:pt x="2305" y="2644"/>
                  </a:cubicBezTo>
                  <a:lnTo>
                    <a:pt x="2150" y="1736"/>
                  </a:lnTo>
                  <a:cubicBezTo>
                    <a:pt x="2147" y="1722"/>
                    <a:pt x="2150" y="1711"/>
                    <a:pt x="2161" y="1704"/>
                  </a:cubicBezTo>
                  <a:lnTo>
                    <a:pt x="2819" y="1060"/>
                  </a:lnTo>
                  <a:cubicBezTo>
                    <a:pt x="2840" y="1039"/>
                    <a:pt x="2829" y="1001"/>
                    <a:pt x="2801" y="997"/>
                  </a:cubicBezTo>
                  <a:lnTo>
                    <a:pt x="1886" y="867"/>
                  </a:lnTo>
                  <a:cubicBezTo>
                    <a:pt x="1876" y="863"/>
                    <a:pt x="1865" y="856"/>
                    <a:pt x="1862" y="846"/>
                  </a:cubicBezTo>
                  <a:lnTo>
                    <a:pt x="1454" y="19"/>
                  </a:lnTo>
                  <a:cubicBezTo>
                    <a:pt x="1447" y="7"/>
                    <a:pt x="1433" y="0"/>
                    <a:pt x="1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85"/>
            <p:cNvSpPr/>
            <p:nvPr/>
          </p:nvSpPr>
          <p:spPr>
            <a:xfrm>
              <a:off x="7653786" y="2183219"/>
              <a:ext cx="38755" cy="19078"/>
            </a:xfrm>
            <a:custGeom>
              <a:rect b="b" l="l" r="r" t="t"/>
              <a:pathLst>
                <a:path extrusionOk="0" h="733" w="1489">
                  <a:moveTo>
                    <a:pt x="303" y="0"/>
                  </a:moveTo>
                  <a:cubicBezTo>
                    <a:pt x="134" y="0"/>
                    <a:pt x="0" y="134"/>
                    <a:pt x="0" y="299"/>
                  </a:cubicBezTo>
                  <a:lnTo>
                    <a:pt x="0" y="433"/>
                  </a:lnTo>
                  <a:cubicBezTo>
                    <a:pt x="0" y="598"/>
                    <a:pt x="134" y="732"/>
                    <a:pt x="303" y="732"/>
                  </a:cubicBezTo>
                  <a:lnTo>
                    <a:pt x="1189" y="732"/>
                  </a:lnTo>
                  <a:cubicBezTo>
                    <a:pt x="1355" y="732"/>
                    <a:pt x="1488" y="598"/>
                    <a:pt x="1488" y="433"/>
                  </a:cubicBezTo>
                  <a:lnTo>
                    <a:pt x="1488" y="299"/>
                  </a:lnTo>
                  <a:cubicBezTo>
                    <a:pt x="1488" y="134"/>
                    <a:pt x="1355" y="0"/>
                    <a:pt x="118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85"/>
            <p:cNvSpPr/>
            <p:nvPr/>
          </p:nvSpPr>
          <p:spPr>
            <a:xfrm>
              <a:off x="7633459" y="2257398"/>
              <a:ext cx="79410" cy="27407"/>
            </a:xfrm>
            <a:custGeom>
              <a:rect b="b" l="l" r="r" t="t"/>
              <a:pathLst>
                <a:path extrusionOk="0" h="1053" w="3051">
                  <a:moveTo>
                    <a:pt x="405" y="0"/>
                  </a:moveTo>
                  <a:cubicBezTo>
                    <a:pt x="183" y="0"/>
                    <a:pt x="0" y="180"/>
                    <a:pt x="0" y="405"/>
                  </a:cubicBezTo>
                  <a:lnTo>
                    <a:pt x="0" y="1052"/>
                  </a:lnTo>
                  <a:lnTo>
                    <a:pt x="3051" y="1052"/>
                  </a:lnTo>
                  <a:lnTo>
                    <a:pt x="3051" y="405"/>
                  </a:lnTo>
                  <a:cubicBezTo>
                    <a:pt x="3051" y="180"/>
                    <a:pt x="2871" y="0"/>
                    <a:pt x="264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85"/>
            <p:cNvSpPr/>
            <p:nvPr/>
          </p:nvSpPr>
          <p:spPr>
            <a:xfrm>
              <a:off x="7684811" y="2257398"/>
              <a:ext cx="28058" cy="27407"/>
            </a:xfrm>
            <a:custGeom>
              <a:rect b="b" l="l" r="r" t="t"/>
              <a:pathLst>
                <a:path extrusionOk="0" h="1053" w="1078">
                  <a:moveTo>
                    <a:pt x="1" y="0"/>
                  </a:moveTo>
                  <a:lnTo>
                    <a:pt x="1" y="1052"/>
                  </a:lnTo>
                  <a:lnTo>
                    <a:pt x="1078" y="1052"/>
                  </a:lnTo>
                  <a:lnTo>
                    <a:pt x="1078" y="405"/>
                  </a:lnTo>
                  <a:cubicBezTo>
                    <a:pt x="1078" y="180"/>
                    <a:pt x="898" y="0"/>
                    <a:pt x="673"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85"/>
            <p:cNvSpPr/>
            <p:nvPr/>
          </p:nvSpPr>
          <p:spPr>
            <a:xfrm>
              <a:off x="7604881" y="2277986"/>
              <a:ext cx="136566" cy="34460"/>
            </a:xfrm>
            <a:custGeom>
              <a:rect b="b" l="l" r="r" t="t"/>
              <a:pathLst>
                <a:path extrusionOk="0" h="1324" w="5247">
                  <a:moveTo>
                    <a:pt x="419" y="1"/>
                  </a:moveTo>
                  <a:cubicBezTo>
                    <a:pt x="310" y="1"/>
                    <a:pt x="218" y="78"/>
                    <a:pt x="197" y="184"/>
                  </a:cubicBezTo>
                  <a:lnTo>
                    <a:pt x="28" y="1056"/>
                  </a:lnTo>
                  <a:cubicBezTo>
                    <a:pt x="0" y="1194"/>
                    <a:pt x="106" y="1324"/>
                    <a:pt x="250" y="1324"/>
                  </a:cubicBezTo>
                  <a:lnTo>
                    <a:pt x="5000" y="1324"/>
                  </a:lnTo>
                  <a:cubicBezTo>
                    <a:pt x="5141" y="1324"/>
                    <a:pt x="5246" y="1194"/>
                    <a:pt x="5218" y="1056"/>
                  </a:cubicBezTo>
                  <a:lnTo>
                    <a:pt x="5049" y="184"/>
                  </a:lnTo>
                  <a:cubicBezTo>
                    <a:pt x="5028" y="78"/>
                    <a:pt x="4937" y="1"/>
                    <a:pt x="4828"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85"/>
            <p:cNvSpPr/>
            <p:nvPr/>
          </p:nvSpPr>
          <p:spPr>
            <a:xfrm>
              <a:off x="7706882" y="2277986"/>
              <a:ext cx="34565" cy="34460"/>
            </a:xfrm>
            <a:custGeom>
              <a:rect b="b" l="l" r="r" t="t"/>
              <a:pathLst>
                <a:path extrusionOk="0" h="1324" w="1328">
                  <a:moveTo>
                    <a:pt x="1" y="1"/>
                  </a:moveTo>
                  <a:lnTo>
                    <a:pt x="258" y="1324"/>
                  </a:lnTo>
                  <a:lnTo>
                    <a:pt x="1078" y="1324"/>
                  </a:lnTo>
                  <a:cubicBezTo>
                    <a:pt x="1218" y="1324"/>
                    <a:pt x="1327" y="1194"/>
                    <a:pt x="1303" y="1056"/>
                  </a:cubicBezTo>
                  <a:lnTo>
                    <a:pt x="1130" y="184"/>
                  </a:lnTo>
                  <a:cubicBezTo>
                    <a:pt x="1109" y="78"/>
                    <a:pt x="1018" y="1"/>
                    <a:pt x="91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85"/>
            <p:cNvSpPr/>
            <p:nvPr/>
          </p:nvSpPr>
          <p:spPr>
            <a:xfrm>
              <a:off x="7540306" y="1997409"/>
              <a:ext cx="265611" cy="319800"/>
            </a:xfrm>
            <a:custGeom>
              <a:rect b="b" l="l" r="r" t="t"/>
              <a:pathLst>
                <a:path extrusionOk="0" h="12287" w="10205">
                  <a:moveTo>
                    <a:pt x="546" y="1190"/>
                  </a:moveTo>
                  <a:cubicBezTo>
                    <a:pt x="831" y="1190"/>
                    <a:pt x="1095" y="1330"/>
                    <a:pt x="1260" y="1562"/>
                  </a:cubicBezTo>
                  <a:lnTo>
                    <a:pt x="1398" y="1767"/>
                  </a:lnTo>
                  <a:cubicBezTo>
                    <a:pt x="1545" y="1978"/>
                    <a:pt x="1785" y="2104"/>
                    <a:pt x="2045" y="2104"/>
                  </a:cubicBezTo>
                  <a:lnTo>
                    <a:pt x="2052" y="2104"/>
                  </a:lnTo>
                  <a:lnTo>
                    <a:pt x="2052" y="2878"/>
                  </a:lnTo>
                  <a:cubicBezTo>
                    <a:pt x="2052" y="3424"/>
                    <a:pt x="2136" y="3969"/>
                    <a:pt x="2302" y="4490"/>
                  </a:cubicBezTo>
                  <a:cubicBezTo>
                    <a:pt x="2140" y="4405"/>
                    <a:pt x="1975" y="4331"/>
                    <a:pt x="1806" y="4268"/>
                  </a:cubicBezTo>
                  <a:cubicBezTo>
                    <a:pt x="1454" y="4124"/>
                    <a:pt x="1084" y="3976"/>
                    <a:pt x="817" y="3677"/>
                  </a:cubicBezTo>
                  <a:cubicBezTo>
                    <a:pt x="511" y="3336"/>
                    <a:pt x="363" y="2829"/>
                    <a:pt x="363" y="2122"/>
                  </a:cubicBezTo>
                  <a:lnTo>
                    <a:pt x="363" y="1369"/>
                  </a:lnTo>
                  <a:cubicBezTo>
                    <a:pt x="363" y="1270"/>
                    <a:pt x="444" y="1190"/>
                    <a:pt x="546" y="1190"/>
                  </a:cubicBezTo>
                  <a:close/>
                  <a:moveTo>
                    <a:pt x="9662" y="1186"/>
                  </a:moveTo>
                  <a:cubicBezTo>
                    <a:pt x="9765" y="1186"/>
                    <a:pt x="9845" y="1267"/>
                    <a:pt x="9845" y="1369"/>
                  </a:cubicBezTo>
                  <a:lnTo>
                    <a:pt x="9845" y="2122"/>
                  </a:lnTo>
                  <a:cubicBezTo>
                    <a:pt x="9845" y="2826"/>
                    <a:pt x="9698" y="3332"/>
                    <a:pt x="9392" y="3674"/>
                  </a:cubicBezTo>
                  <a:cubicBezTo>
                    <a:pt x="9124" y="3973"/>
                    <a:pt x="8758" y="4124"/>
                    <a:pt x="8403" y="4265"/>
                  </a:cubicBezTo>
                  <a:cubicBezTo>
                    <a:pt x="8234" y="4331"/>
                    <a:pt x="8069" y="4405"/>
                    <a:pt x="7907" y="4490"/>
                  </a:cubicBezTo>
                  <a:cubicBezTo>
                    <a:pt x="8072" y="3969"/>
                    <a:pt x="8157" y="3424"/>
                    <a:pt x="8157" y="2878"/>
                  </a:cubicBezTo>
                  <a:lnTo>
                    <a:pt x="8157" y="2104"/>
                  </a:lnTo>
                  <a:lnTo>
                    <a:pt x="8164" y="2104"/>
                  </a:lnTo>
                  <a:cubicBezTo>
                    <a:pt x="8420" y="2104"/>
                    <a:pt x="8663" y="1978"/>
                    <a:pt x="8807" y="1767"/>
                  </a:cubicBezTo>
                  <a:lnTo>
                    <a:pt x="8948" y="1562"/>
                  </a:lnTo>
                  <a:cubicBezTo>
                    <a:pt x="9110" y="1330"/>
                    <a:pt x="9377" y="1190"/>
                    <a:pt x="9662" y="1186"/>
                  </a:cubicBezTo>
                  <a:close/>
                  <a:moveTo>
                    <a:pt x="8171" y="363"/>
                  </a:moveTo>
                  <a:lnTo>
                    <a:pt x="8171" y="792"/>
                  </a:lnTo>
                  <a:lnTo>
                    <a:pt x="6626" y="792"/>
                  </a:lnTo>
                  <a:cubicBezTo>
                    <a:pt x="6387" y="792"/>
                    <a:pt x="6387" y="1151"/>
                    <a:pt x="6626" y="1151"/>
                  </a:cubicBezTo>
                  <a:lnTo>
                    <a:pt x="7798" y="1151"/>
                  </a:lnTo>
                  <a:lnTo>
                    <a:pt x="7798" y="2878"/>
                  </a:lnTo>
                  <a:cubicBezTo>
                    <a:pt x="7794" y="4455"/>
                    <a:pt x="7045" y="5936"/>
                    <a:pt x="5778" y="6875"/>
                  </a:cubicBezTo>
                  <a:lnTo>
                    <a:pt x="5651" y="6970"/>
                  </a:lnTo>
                  <a:cubicBezTo>
                    <a:pt x="5616" y="6960"/>
                    <a:pt x="5581" y="6956"/>
                    <a:pt x="5549" y="6956"/>
                  </a:cubicBezTo>
                  <a:lnTo>
                    <a:pt x="4663" y="6956"/>
                  </a:lnTo>
                  <a:cubicBezTo>
                    <a:pt x="4628" y="6956"/>
                    <a:pt x="4592" y="6960"/>
                    <a:pt x="4561" y="6970"/>
                  </a:cubicBezTo>
                  <a:lnTo>
                    <a:pt x="4431" y="6875"/>
                  </a:lnTo>
                  <a:cubicBezTo>
                    <a:pt x="3164" y="5936"/>
                    <a:pt x="2414" y="4455"/>
                    <a:pt x="2411" y="2878"/>
                  </a:cubicBezTo>
                  <a:lnTo>
                    <a:pt x="2411" y="1151"/>
                  </a:lnTo>
                  <a:lnTo>
                    <a:pt x="5789" y="1151"/>
                  </a:lnTo>
                  <a:cubicBezTo>
                    <a:pt x="6028" y="1151"/>
                    <a:pt x="6028" y="792"/>
                    <a:pt x="5789" y="792"/>
                  </a:cubicBezTo>
                  <a:lnTo>
                    <a:pt x="2038" y="792"/>
                  </a:lnTo>
                  <a:lnTo>
                    <a:pt x="2038" y="363"/>
                  </a:lnTo>
                  <a:close/>
                  <a:moveTo>
                    <a:pt x="5549" y="7319"/>
                  </a:moveTo>
                  <a:cubicBezTo>
                    <a:pt x="5616" y="7319"/>
                    <a:pt x="5669" y="7371"/>
                    <a:pt x="5669" y="7438"/>
                  </a:cubicBezTo>
                  <a:lnTo>
                    <a:pt x="5669" y="7572"/>
                  </a:lnTo>
                  <a:cubicBezTo>
                    <a:pt x="5669" y="7639"/>
                    <a:pt x="5616" y="7692"/>
                    <a:pt x="5549" y="7692"/>
                  </a:cubicBezTo>
                  <a:lnTo>
                    <a:pt x="4663" y="7692"/>
                  </a:lnTo>
                  <a:cubicBezTo>
                    <a:pt x="4596" y="7692"/>
                    <a:pt x="4540" y="7639"/>
                    <a:pt x="4540" y="7572"/>
                  </a:cubicBezTo>
                  <a:lnTo>
                    <a:pt x="4540" y="7438"/>
                  </a:lnTo>
                  <a:cubicBezTo>
                    <a:pt x="4540" y="7371"/>
                    <a:pt x="4596" y="7319"/>
                    <a:pt x="4663" y="7319"/>
                  </a:cubicBezTo>
                  <a:close/>
                  <a:moveTo>
                    <a:pt x="5317" y="8050"/>
                  </a:moveTo>
                  <a:lnTo>
                    <a:pt x="5317" y="9810"/>
                  </a:lnTo>
                  <a:lnTo>
                    <a:pt x="4895" y="9810"/>
                  </a:lnTo>
                  <a:lnTo>
                    <a:pt x="4895" y="8050"/>
                  </a:lnTo>
                  <a:close/>
                  <a:moveTo>
                    <a:pt x="6225" y="10169"/>
                  </a:moveTo>
                  <a:cubicBezTo>
                    <a:pt x="6348" y="10169"/>
                    <a:pt x="6450" y="10271"/>
                    <a:pt x="6450" y="10394"/>
                  </a:cubicBezTo>
                  <a:lnTo>
                    <a:pt x="6450" y="10601"/>
                  </a:lnTo>
                  <a:lnTo>
                    <a:pt x="4849" y="10601"/>
                  </a:lnTo>
                  <a:cubicBezTo>
                    <a:pt x="4610" y="10601"/>
                    <a:pt x="4610" y="10964"/>
                    <a:pt x="4849" y="10964"/>
                  </a:cubicBezTo>
                  <a:lnTo>
                    <a:pt x="7312" y="10964"/>
                  </a:lnTo>
                  <a:cubicBezTo>
                    <a:pt x="7314" y="10963"/>
                    <a:pt x="7316" y="10963"/>
                    <a:pt x="7318" y="10963"/>
                  </a:cubicBezTo>
                  <a:cubicBezTo>
                    <a:pt x="7336" y="10963"/>
                    <a:pt x="7351" y="10980"/>
                    <a:pt x="7354" y="10999"/>
                  </a:cubicBezTo>
                  <a:lnTo>
                    <a:pt x="7527" y="11872"/>
                  </a:lnTo>
                  <a:cubicBezTo>
                    <a:pt x="7534" y="11900"/>
                    <a:pt x="7513" y="11924"/>
                    <a:pt x="7481" y="11924"/>
                  </a:cubicBezTo>
                  <a:lnTo>
                    <a:pt x="2731" y="11924"/>
                  </a:lnTo>
                  <a:cubicBezTo>
                    <a:pt x="2703" y="11924"/>
                    <a:pt x="2682" y="11900"/>
                    <a:pt x="2689" y="11872"/>
                  </a:cubicBezTo>
                  <a:lnTo>
                    <a:pt x="2858" y="10999"/>
                  </a:lnTo>
                  <a:cubicBezTo>
                    <a:pt x="2861" y="10980"/>
                    <a:pt x="2876" y="10963"/>
                    <a:pt x="2897" y="10963"/>
                  </a:cubicBezTo>
                  <a:cubicBezTo>
                    <a:pt x="2899" y="10963"/>
                    <a:pt x="2901" y="10963"/>
                    <a:pt x="2903" y="10964"/>
                  </a:cubicBezTo>
                  <a:lnTo>
                    <a:pt x="4012" y="10964"/>
                  </a:lnTo>
                  <a:cubicBezTo>
                    <a:pt x="4255" y="10964"/>
                    <a:pt x="4255" y="10601"/>
                    <a:pt x="4012" y="10601"/>
                  </a:cubicBezTo>
                  <a:lnTo>
                    <a:pt x="3762" y="10601"/>
                  </a:lnTo>
                  <a:lnTo>
                    <a:pt x="3762" y="10394"/>
                  </a:lnTo>
                  <a:cubicBezTo>
                    <a:pt x="3762" y="10271"/>
                    <a:pt x="3864" y="10169"/>
                    <a:pt x="3987" y="10169"/>
                  </a:cubicBezTo>
                  <a:close/>
                  <a:moveTo>
                    <a:pt x="2020" y="0"/>
                  </a:moveTo>
                  <a:cubicBezTo>
                    <a:pt x="1830" y="0"/>
                    <a:pt x="1679" y="155"/>
                    <a:pt x="1679" y="345"/>
                  </a:cubicBezTo>
                  <a:lnTo>
                    <a:pt x="1679" y="810"/>
                  </a:lnTo>
                  <a:cubicBezTo>
                    <a:pt x="1679" y="996"/>
                    <a:pt x="1830" y="1151"/>
                    <a:pt x="2020" y="1151"/>
                  </a:cubicBezTo>
                  <a:lnTo>
                    <a:pt x="2052" y="1151"/>
                  </a:lnTo>
                  <a:lnTo>
                    <a:pt x="2052" y="1745"/>
                  </a:lnTo>
                  <a:lnTo>
                    <a:pt x="2045" y="1745"/>
                  </a:lnTo>
                  <a:cubicBezTo>
                    <a:pt x="1904" y="1745"/>
                    <a:pt x="1774" y="1679"/>
                    <a:pt x="1697" y="1562"/>
                  </a:cubicBezTo>
                  <a:lnTo>
                    <a:pt x="1556" y="1358"/>
                  </a:lnTo>
                  <a:cubicBezTo>
                    <a:pt x="1327" y="1028"/>
                    <a:pt x="947" y="827"/>
                    <a:pt x="546" y="827"/>
                  </a:cubicBezTo>
                  <a:cubicBezTo>
                    <a:pt x="244" y="827"/>
                    <a:pt x="1" y="1070"/>
                    <a:pt x="1" y="1369"/>
                  </a:cubicBezTo>
                  <a:lnTo>
                    <a:pt x="1" y="2122"/>
                  </a:lnTo>
                  <a:cubicBezTo>
                    <a:pt x="1" y="3927"/>
                    <a:pt x="926" y="4300"/>
                    <a:pt x="1668" y="4602"/>
                  </a:cubicBezTo>
                  <a:cubicBezTo>
                    <a:pt x="2087" y="4771"/>
                    <a:pt x="2446" y="4916"/>
                    <a:pt x="2618" y="5274"/>
                  </a:cubicBezTo>
                  <a:cubicBezTo>
                    <a:pt x="2668" y="5376"/>
                    <a:pt x="2657" y="5464"/>
                    <a:pt x="2587" y="5542"/>
                  </a:cubicBezTo>
                  <a:cubicBezTo>
                    <a:pt x="2521" y="5610"/>
                    <a:pt x="2420" y="5649"/>
                    <a:pt x="2327" y="5649"/>
                  </a:cubicBezTo>
                  <a:cubicBezTo>
                    <a:pt x="2291" y="5649"/>
                    <a:pt x="2255" y="5643"/>
                    <a:pt x="2224" y="5630"/>
                  </a:cubicBezTo>
                  <a:cubicBezTo>
                    <a:pt x="2098" y="5573"/>
                    <a:pt x="2077" y="5412"/>
                    <a:pt x="2084" y="5289"/>
                  </a:cubicBezTo>
                  <a:cubicBezTo>
                    <a:pt x="2089" y="5163"/>
                    <a:pt x="1996" y="5099"/>
                    <a:pt x="1903" y="5099"/>
                  </a:cubicBezTo>
                  <a:cubicBezTo>
                    <a:pt x="1816" y="5099"/>
                    <a:pt x="1728" y="5155"/>
                    <a:pt x="1721" y="5271"/>
                  </a:cubicBezTo>
                  <a:cubicBezTo>
                    <a:pt x="1714" y="5429"/>
                    <a:pt x="1735" y="5809"/>
                    <a:pt x="2084" y="5961"/>
                  </a:cubicBezTo>
                  <a:cubicBezTo>
                    <a:pt x="2155" y="5990"/>
                    <a:pt x="2231" y="6007"/>
                    <a:pt x="2309" y="6007"/>
                  </a:cubicBezTo>
                  <a:cubicBezTo>
                    <a:pt x="2316" y="6007"/>
                    <a:pt x="2323" y="6007"/>
                    <a:pt x="2330" y="6006"/>
                  </a:cubicBezTo>
                  <a:cubicBezTo>
                    <a:pt x="2523" y="6006"/>
                    <a:pt x="2713" y="5929"/>
                    <a:pt x="2847" y="5788"/>
                  </a:cubicBezTo>
                  <a:cubicBezTo>
                    <a:pt x="2861" y="5774"/>
                    <a:pt x="2875" y="5756"/>
                    <a:pt x="2889" y="5742"/>
                  </a:cubicBezTo>
                  <a:cubicBezTo>
                    <a:pt x="3238" y="6295"/>
                    <a:pt x="3688" y="6777"/>
                    <a:pt x="4216" y="7164"/>
                  </a:cubicBezTo>
                  <a:lnTo>
                    <a:pt x="4248" y="7188"/>
                  </a:lnTo>
                  <a:cubicBezTo>
                    <a:pt x="4202" y="7266"/>
                    <a:pt x="4177" y="7350"/>
                    <a:pt x="4177" y="7438"/>
                  </a:cubicBezTo>
                  <a:lnTo>
                    <a:pt x="4177" y="7572"/>
                  </a:lnTo>
                  <a:cubicBezTo>
                    <a:pt x="4181" y="7787"/>
                    <a:pt x="4321" y="7977"/>
                    <a:pt x="4529" y="8036"/>
                  </a:cubicBezTo>
                  <a:lnTo>
                    <a:pt x="4529" y="9810"/>
                  </a:lnTo>
                  <a:lnTo>
                    <a:pt x="3980" y="9810"/>
                  </a:lnTo>
                  <a:cubicBezTo>
                    <a:pt x="3660" y="9810"/>
                    <a:pt x="3396" y="10074"/>
                    <a:pt x="3396" y="10394"/>
                  </a:cubicBezTo>
                  <a:lnTo>
                    <a:pt x="3396" y="10601"/>
                  </a:lnTo>
                  <a:lnTo>
                    <a:pt x="2896" y="10601"/>
                  </a:lnTo>
                  <a:cubicBezTo>
                    <a:pt x="2703" y="10605"/>
                    <a:pt x="2534" y="10742"/>
                    <a:pt x="2499" y="10932"/>
                  </a:cubicBezTo>
                  <a:lnTo>
                    <a:pt x="2326" y="11801"/>
                  </a:lnTo>
                  <a:cubicBezTo>
                    <a:pt x="2277" y="12051"/>
                    <a:pt x="2471" y="12287"/>
                    <a:pt x="2728" y="12287"/>
                  </a:cubicBezTo>
                  <a:lnTo>
                    <a:pt x="7478" y="12287"/>
                  </a:lnTo>
                  <a:cubicBezTo>
                    <a:pt x="7731" y="12287"/>
                    <a:pt x="7924" y="12051"/>
                    <a:pt x="7875" y="11801"/>
                  </a:cubicBezTo>
                  <a:lnTo>
                    <a:pt x="7703" y="10932"/>
                  </a:lnTo>
                  <a:cubicBezTo>
                    <a:pt x="7668" y="10742"/>
                    <a:pt x="7499" y="10605"/>
                    <a:pt x="7305" y="10601"/>
                  </a:cubicBezTo>
                  <a:lnTo>
                    <a:pt x="6805" y="10601"/>
                  </a:lnTo>
                  <a:lnTo>
                    <a:pt x="6805" y="10394"/>
                  </a:lnTo>
                  <a:cubicBezTo>
                    <a:pt x="6805" y="10074"/>
                    <a:pt x="6542" y="9810"/>
                    <a:pt x="6221" y="9810"/>
                  </a:cubicBezTo>
                  <a:lnTo>
                    <a:pt x="5676" y="9810"/>
                  </a:lnTo>
                  <a:lnTo>
                    <a:pt x="5676" y="8033"/>
                  </a:lnTo>
                  <a:cubicBezTo>
                    <a:pt x="5884" y="7977"/>
                    <a:pt x="6024" y="7787"/>
                    <a:pt x="6028" y="7572"/>
                  </a:cubicBezTo>
                  <a:lnTo>
                    <a:pt x="6028" y="7438"/>
                  </a:lnTo>
                  <a:cubicBezTo>
                    <a:pt x="6028" y="7350"/>
                    <a:pt x="6003" y="7262"/>
                    <a:pt x="5958" y="7188"/>
                  </a:cubicBezTo>
                  <a:lnTo>
                    <a:pt x="5989" y="7164"/>
                  </a:lnTo>
                  <a:cubicBezTo>
                    <a:pt x="6517" y="6777"/>
                    <a:pt x="6967" y="6291"/>
                    <a:pt x="7319" y="5739"/>
                  </a:cubicBezTo>
                  <a:cubicBezTo>
                    <a:pt x="7330" y="5756"/>
                    <a:pt x="7344" y="5771"/>
                    <a:pt x="7358" y="5788"/>
                  </a:cubicBezTo>
                  <a:cubicBezTo>
                    <a:pt x="7495" y="5925"/>
                    <a:pt x="7682" y="6006"/>
                    <a:pt x="7875" y="6006"/>
                  </a:cubicBezTo>
                  <a:cubicBezTo>
                    <a:pt x="7960" y="6006"/>
                    <a:pt x="8044" y="5992"/>
                    <a:pt x="8121" y="5957"/>
                  </a:cubicBezTo>
                  <a:cubicBezTo>
                    <a:pt x="8470" y="5809"/>
                    <a:pt x="8491" y="5426"/>
                    <a:pt x="8484" y="5271"/>
                  </a:cubicBezTo>
                  <a:cubicBezTo>
                    <a:pt x="8479" y="5154"/>
                    <a:pt x="8391" y="5097"/>
                    <a:pt x="8304" y="5097"/>
                  </a:cubicBezTo>
                  <a:cubicBezTo>
                    <a:pt x="8211" y="5097"/>
                    <a:pt x="8118" y="5161"/>
                    <a:pt x="8125" y="5285"/>
                  </a:cubicBezTo>
                  <a:cubicBezTo>
                    <a:pt x="8128" y="5412"/>
                    <a:pt x="8111" y="5573"/>
                    <a:pt x="7981" y="5626"/>
                  </a:cubicBezTo>
                  <a:cubicBezTo>
                    <a:pt x="7949" y="5640"/>
                    <a:pt x="7914" y="5647"/>
                    <a:pt x="7877" y="5647"/>
                  </a:cubicBezTo>
                  <a:cubicBezTo>
                    <a:pt x="7785" y="5647"/>
                    <a:pt x="7684" y="5606"/>
                    <a:pt x="7618" y="5538"/>
                  </a:cubicBezTo>
                  <a:cubicBezTo>
                    <a:pt x="7548" y="5464"/>
                    <a:pt x="7537" y="5376"/>
                    <a:pt x="7587" y="5274"/>
                  </a:cubicBezTo>
                  <a:cubicBezTo>
                    <a:pt x="7759" y="4916"/>
                    <a:pt x="8121" y="4771"/>
                    <a:pt x="8537" y="4599"/>
                  </a:cubicBezTo>
                  <a:cubicBezTo>
                    <a:pt x="9279" y="4300"/>
                    <a:pt x="10204" y="3923"/>
                    <a:pt x="10204" y="2122"/>
                  </a:cubicBezTo>
                  <a:lnTo>
                    <a:pt x="10204" y="1369"/>
                  </a:lnTo>
                  <a:cubicBezTo>
                    <a:pt x="10204" y="1225"/>
                    <a:pt x="10148" y="1087"/>
                    <a:pt x="10046" y="989"/>
                  </a:cubicBezTo>
                  <a:cubicBezTo>
                    <a:pt x="9947" y="890"/>
                    <a:pt x="9814" y="830"/>
                    <a:pt x="9675" y="830"/>
                  </a:cubicBezTo>
                  <a:cubicBezTo>
                    <a:pt x="9671" y="830"/>
                    <a:pt x="9667" y="831"/>
                    <a:pt x="9662" y="831"/>
                  </a:cubicBezTo>
                  <a:cubicBezTo>
                    <a:pt x="9258" y="831"/>
                    <a:pt x="8881" y="1028"/>
                    <a:pt x="8653" y="1362"/>
                  </a:cubicBezTo>
                  <a:lnTo>
                    <a:pt x="8512" y="1562"/>
                  </a:lnTo>
                  <a:cubicBezTo>
                    <a:pt x="8435" y="1679"/>
                    <a:pt x="8304" y="1745"/>
                    <a:pt x="8164" y="1745"/>
                  </a:cubicBezTo>
                  <a:lnTo>
                    <a:pt x="8157" y="1745"/>
                  </a:lnTo>
                  <a:lnTo>
                    <a:pt x="8157" y="1151"/>
                  </a:lnTo>
                  <a:lnTo>
                    <a:pt x="8188" y="1151"/>
                  </a:lnTo>
                  <a:cubicBezTo>
                    <a:pt x="8378" y="1151"/>
                    <a:pt x="8530" y="996"/>
                    <a:pt x="8530" y="806"/>
                  </a:cubicBezTo>
                  <a:lnTo>
                    <a:pt x="8530" y="345"/>
                  </a:lnTo>
                  <a:cubicBezTo>
                    <a:pt x="8530" y="155"/>
                    <a:pt x="8378" y="0"/>
                    <a:pt x="8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85"/>
            <p:cNvSpPr/>
            <p:nvPr/>
          </p:nvSpPr>
          <p:spPr>
            <a:xfrm>
              <a:off x="7630153" y="2052744"/>
              <a:ext cx="86099" cy="79384"/>
            </a:xfrm>
            <a:custGeom>
              <a:rect b="b" l="l" r="r" t="t"/>
              <a:pathLst>
                <a:path extrusionOk="0" h="3050" w="3308">
                  <a:moveTo>
                    <a:pt x="1651" y="541"/>
                  </a:moveTo>
                  <a:lnTo>
                    <a:pt x="1928" y="1108"/>
                  </a:lnTo>
                  <a:cubicBezTo>
                    <a:pt x="1960" y="1171"/>
                    <a:pt x="2020" y="1213"/>
                    <a:pt x="2094" y="1224"/>
                  </a:cubicBezTo>
                  <a:lnTo>
                    <a:pt x="2717" y="1315"/>
                  </a:lnTo>
                  <a:lnTo>
                    <a:pt x="2266" y="1755"/>
                  </a:lnTo>
                  <a:cubicBezTo>
                    <a:pt x="2213" y="1804"/>
                    <a:pt x="2189" y="1875"/>
                    <a:pt x="2203" y="1945"/>
                  </a:cubicBezTo>
                  <a:lnTo>
                    <a:pt x="2308" y="2568"/>
                  </a:lnTo>
                  <a:lnTo>
                    <a:pt x="1753" y="2276"/>
                  </a:lnTo>
                  <a:cubicBezTo>
                    <a:pt x="1721" y="2258"/>
                    <a:pt x="1686" y="2249"/>
                    <a:pt x="1651" y="2249"/>
                  </a:cubicBezTo>
                  <a:cubicBezTo>
                    <a:pt x="1616" y="2249"/>
                    <a:pt x="1582" y="2258"/>
                    <a:pt x="1552" y="2276"/>
                  </a:cubicBezTo>
                  <a:lnTo>
                    <a:pt x="993" y="2568"/>
                  </a:lnTo>
                  <a:lnTo>
                    <a:pt x="1098" y="1945"/>
                  </a:lnTo>
                  <a:cubicBezTo>
                    <a:pt x="1112" y="1875"/>
                    <a:pt x="1088" y="1804"/>
                    <a:pt x="1038" y="1755"/>
                  </a:cubicBezTo>
                  <a:lnTo>
                    <a:pt x="584" y="1315"/>
                  </a:lnTo>
                  <a:lnTo>
                    <a:pt x="1211" y="1224"/>
                  </a:lnTo>
                  <a:cubicBezTo>
                    <a:pt x="1281" y="1213"/>
                    <a:pt x="1341" y="1171"/>
                    <a:pt x="1373" y="1108"/>
                  </a:cubicBezTo>
                  <a:lnTo>
                    <a:pt x="1651" y="541"/>
                  </a:lnTo>
                  <a:close/>
                  <a:moveTo>
                    <a:pt x="1652" y="0"/>
                  </a:moveTo>
                  <a:cubicBezTo>
                    <a:pt x="1575" y="0"/>
                    <a:pt x="1497" y="40"/>
                    <a:pt x="1457" y="119"/>
                  </a:cubicBezTo>
                  <a:lnTo>
                    <a:pt x="1084" y="879"/>
                  </a:lnTo>
                  <a:lnTo>
                    <a:pt x="247" y="1002"/>
                  </a:lnTo>
                  <a:cubicBezTo>
                    <a:pt x="71" y="1027"/>
                    <a:pt x="0" y="1245"/>
                    <a:pt x="127" y="1368"/>
                  </a:cubicBezTo>
                  <a:lnTo>
                    <a:pt x="736" y="1959"/>
                  </a:lnTo>
                  <a:lnTo>
                    <a:pt x="591" y="2797"/>
                  </a:lnTo>
                  <a:cubicBezTo>
                    <a:pt x="566" y="2936"/>
                    <a:pt x="679" y="3049"/>
                    <a:pt x="806" y="3049"/>
                  </a:cubicBezTo>
                  <a:cubicBezTo>
                    <a:pt x="838" y="3049"/>
                    <a:pt x="872" y="3042"/>
                    <a:pt x="905" y="3025"/>
                  </a:cubicBezTo>
                  <a:lnTo>
                    <a:pt x="1654" y="2628"/>
                  </a:lnTo>
                  <a:lnTo>
                    <a:pt x="2400" y="3025"/>
                  </a:lnTo>
                  <a:cubicBezTo>
                    <a:pt x="2433" y="3042"/>
                    <a:pt x="2466" y="3049"/>
                    <a:pt x="2499" y="3049"/>
                  </a:cubicBezTo>
                  <a:cubicBezTo>
                    <a:pt x="2626" y="3049"/>
                    <a:pt x="2738" y="2936"/>
                    <a:pt x="2713" y="2797"/>
                  </a:cubicBezTo>
                  <a:lnTo>
                    <a:pt x="2569" y="1959"/>
                  </a:lnTo>
                  <a:lnTo>
                    <a:pt x="3178" y="1368"/>
                  </a:lnTo>
                  <a:cubicBezTo>
                    <a:pt x="3308" y="1245"/>
                    <a:pt x="3237" y="1027"/>
                    <a:pt x="3058" y="999"/>
                  </a:cubicBezTo>
                  <a:lnTo>
                    <a:pt x="2221" y="879"/>
                  </a:lnTo>
                  <a:lnTo>
                    <a:pt x="1844" y="119"/>
                  </a:lnTo>
                  <a:cubicBezTo>
                    <a:pt x="1805" y="40"/>
                    <a:pt x="1729" y="0"/>
                    <a:pt x="16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5" name="Google Shape;17725;p85"/>
          <p:cNvGrpSpPr/>
          <p:nvPr/>
        </p:nvGrpSpPr>
        <p:grpSpPr>
          <a:xfrm>
            <a:off x="917089" y="2925706"/>
            <a:ext cx="319722" cy="301320"/>
            <a:chOff x="917089" y="2925706"/>
            <a:chExt cx="319722" cy="301320"/>
          </a:xfrm>
        </p:grpSpPr>
        <p:sp>
          <p:nvSpPr>
            <p:cNvPr id="17726" name="Google Shape;17726;p85"/>
            <p:cNvSpPr/>
            <p:nvPr/>
          </p:nvSpPr>
          <p:spPr>
            <a:xfrm>
              <a:off x="952069" y="2999884"/>
              <a:ext cx="249734" cy="154707"/>
            </a:xfrm>
            <a:custGeom>
              <a:rect b="b" l="l" r="r" t="t"/>
              <a:pathLst>
                <a:path extrusionOk="0" h="5944" w="9595">
                  <a:moveTo>
                    <a:pt x="0" y="1"/>
                  </a:moveTo>
                  <a:lnTo>
                    <a:pt x="0" y="5943"/>
                  </a:lnTo>
                  <a:lnTo>
                    <a:pt x="9595" y="5943"/>
                  </a:lnTo>
                  <a:lnTo>
                    <a:pt x="959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85"/>
            <p:cNvSpPr/>
            <p:nvPr/>
          </p:nvSpPr>
          <p:spPr>
            <a:xfrm>
              <a:off x="921747" y="2930391"/>
              <a:ext cx="310378" cy="81804"/>
            </a:xfrm>
            <a:custGeom>
              <a:rect b="b" l="l" r="r" t="t"/>
              <a:pathLst>
                <a:path extrusionOk="0" h="3143" w="11925">
                  <a:moveTo>
                    <a:pt x="250" y="0"/>
                  </a:moveTo>
                  <a:cubicBezTo>
                    <a:pt x="113" y="0"/>
                    <a:pt x="0" y="109"/>
                    <a:pt x="0" y="247"/>
                  </a:cubicBezTo>
                  <a:lnTo>
                    <a:pt x="0" y="2892"/>
                  </a:lnTo>
                  <a:cubicBezTo>
                    <a:pt x="0" y="3030"/>
                    <a:pt x="113" y="3142"/>
                    <a:pt x="250" y="3142"/>
                  </a:cubicBezTo>
                  <a:lnTo>
                    <a:pt x="11675" y="3142"/>
                  </a:lnTo>
                  <a:cubicBezTo>
                    <a:pt x="11812" y="3142"/>
                    <a:pt x="11925" y="3030"/>
                    <a:pt x="11925" y="2892"/>
                  </a:cubicBezTo>
                  <a:lnTo>
                    <a:pt x="11925" y="247"/>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85"/>
            <p:cNvSpPr/>
            <p:nvPr/>
          </p:nvSpPr>
          <p:spPr>
            <a:xfrm>
              <a:off x="1214531" y="2930391"/>
              <a:ext cx="17595" cy="81804"/>
            </a:xfrm>
            <a:custGeom>
              <a:rect b="b" l="l" r="r" t="t"/>
              <a:pathLst>
                <a:path extrusionOk="0" h="3143" w="676">
                  <a:moveTo>
                    <a:pt x="0" y="0"/>
                  </a:moveTo>
                  <a:lnTo>
                    <a:pt x="0" y="3142"/>
                  </a:lnTo>
                  <a:lnTo>
                    <a:pt x="426" y="3142"/>
                  </a:lnTo>
                  <a:cubicBezTo>
                    <a:pt x="563" y="3142"/>
                    <a:pt x="676" y="3030"/>
                    <a:pt x="676" y="2892"/>
                  </a:cubicBezTo>
                  <a:lnTo>
                    <a:pt x="676" y="247"/>
                  </a:lnTo>
                  <a:cubicBezTo>
                    <a:pt x="676" y="109"/>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85"/>
            <p:cNvSpPr/>
            <p:nvPr/>
          </p:nvSpPr>
          <p:spPr>
            <a:xfrm>
              <a:off x="921747" y="2930391"/>
              <a:ext cx="17621" cy="81804"/>
            </a:xfrm>
            <a:custGeom>
              <a:rect b="b" l="l" r="r" t="t"/>
              <a:pathLst>
                <a:path extrusionOk="0" h="3143" w="677">
                  <a:moveTo>
                    <a:pt x="250" y="0"/>
                  </a:moveTo>
                  <a:cubicBezTo>
                    <a:pt x="113" y="0"/>
                    <a:pt x="0" y="109"/>
                    <a:pt x="0" y="247"/>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85"/>
            <p:cNvSpPr/>
            <p:nvPr/>
          </p:nvSpPr>
          <p:spPr>
            <a:xfrm>
              <a:off x="1179732" y="2957303"/>
              <a:ext cx="29697" cy="29619"/>
            </a:xfrm>
            <a:custGeom>
              <a:rect b="b" l="l" r="r" t="t"/>
              <a:pathLst>
                <a:path extrusionOk="0" h="1138" w="1141">
                  <a:moveTo>
                    <a:pt x="570" y="1"/>
                  </a:moveTo>
                  <a:cubicBezTo>
                    <a:pt x="257" y="1"/>
                    <a:pt x="0" y="254"/>
                    <a:pt x="0" y="567"/>
                  </a:cubicBezTo>
                  <a:cubicBezTo>
                    <a:pt x="0" y="884"/>
                    <a:pt x="257" y="1137"/>
                    <a:pt x="570" y="1137"/>
                  </a:cubicBezTo>
                  <a:cubicBezTo>
                    <a:pt x="887" y="1137"/>
                    <a:pt x="1140" y="884"/>
                    <a:pt x="1140" y="567"/>
                  </a:cubicBezTo>
                  <a:cubicBezTo>
                    <a:pt x="1140" y="254"/>
                    <a:pt x="887" y="1"/>
                    <a:pt x="570"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85"/>
            <p:cNvSpPr/>
            <p:nvPr/>
          </p:nvSpPr>
          <p:spPr>
            <a:xfrm>
              <a:off x="1129343" y="2957303"/>
              <a:ext cx="29697" cy="29619"/>
            </a:xfrm>
            <a:custGeom>
              <a:rect b="b" l="l" r="r" t="t"/>
              <a:pathLst>
                <a:path extrusionOk="0" h="1138" w="1141">
                  <a:moveTo>
                    <a:pt x="571" y="1"/>
                  </a:moveTo>
                  <a:cubicBezTo>
                    <a:pt x="258" y="1"/>
                    <a:pt x="1" y="254"/>
                    <a:pt x="1" y="567"/>
                  </a:cubicBezTo>
                  <a:cubicBezTo>
                    <a:pt x="1" y="884"/>
                    <a:pt x="258" y="1137"/>
                    <a:pt x="571" y="1137"/>
                  </a:cubicBezTo>
                  <a:cubicBezTo>
                    <a:pt x="888" y="1137"/>
                    <a:pt x="1141" y="884"/>
                    <a:pt x="1141" y="567"/>
                  </a:cubicBezTo>
                  <a:cubicBezTo>
                    <a:pt x="1141" y="254"/>
                    <a:pt x="888" y="1"/>
                    <a:pt x="571"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85"/>
            <p:cNvSpPr/>
            <p:nvPr/>
          </p:nvSpPr>
          <p:spPr>
            <a:xfrm>
              <a:off x="921747" y="3035516"/>
              <a:ext cx="310378" cy="81700"/>
            </a:xfrm>
            <a:custGeom>
              <a:rect b="b" l="l" r="r" t="t"/>
              <a:pathLst>
                <a:path extrusionOk="0" h="3139" w="11925">
                  <a:moveTo>
                    <a:pt x="250" y="0"/>
                  </a:moveTo>
                  <a:cubicBezTo>
                    <a:pt x="113" y="0"/>
                    <a:pt x="0" y="110"/>
                    <a:pt x="0" y="247"/>
                  </a:cubicBezTo>
                  <a:lnTo>
                    <a:pt x="0" y="2893"/>
                  </a:lnTo>
                  <a:cubicBezTo>
                    <a:pt x="0" y="3030"/>
                    <a:pt x="113" y="3139"/>
                    <a:pt x="250" y="3139"/>
                  </a:cubicBezTo>
                  <a:lnTo>
                    <a:pt x="11675" y="3139"/>
                  </a:lnTo>
                  <a:cubicBezTo>
                    <a:pt x="11812" y="3139"/>
                    <a:pt x="11925" y="3030"/>
                    <a:pt x="11925" y="2893"/>
                  </a:cubicBezTo>
                  <a:lnTo>
                    <a:pt x="11925" y="247"/>
                  </a:lnTo>
                  <a:cubicBezTo>
                    <a:pt x="11925" y="110"/>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85"/>
            <p:cNvSpPr/>
            <p:nvPr/>
          </p:nvSpPr>
          <p:spPr>
            <a:xfrm>
              <a:off x="1214531" y="3035516"/>
              <a:ext cx="17595" cy="81700"/>
            </a:xfrm>
            <a:custGeom>
              <a:rect b="b" l="l" r="r" t="t"/>
              <a:pathLst>
                <a:path extrusionOk="0" h="3139" w="676">
                  <a:moveTo>
                    <a:pt x="0" y="0"/>
                  </a:moveTo>
                  <a:lnTo>
                    <a:pt x="0" y="3139"/>
                  </a:lnTo>
                  <a:lnTo>
                    <a:pt x="426" y="3139"/>
                  </a:lnTo>
                  <a:cubicBezTo>
                    <a:pt x="563" y="3139"/>
                    <a:pt x="676" y="3030"/>
                    <a:pt x="676" y="2893"/>
                  </a:cubicBezTo>
                  <a:lnTo>
                    <a:pt x="676" y="247"/>
                  </a:lnTo>
                  <a:cubicBezTo>
                    <a:pt x="676" y="110"/>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85"/>
            <p:cNvSpPr/>
            <p:nvPr/>
          </p:nvSpPr>
          <p:spPr>
            <a:xfrm>
              <a:off x="921747" y="3035516"/>
              <a:ext cx="17621" cy="81700"/>
            </a:xfrm>
            <a:custGeom>
              <a:rect b="b" l="l" r="r" t="t"/>
              <a:pathLst>
                <a:path extrusionOk="0" h="3139" w="677">
                  <a:moveTo>
                    <a:pt x="250" y="0"/>
                  </a:moveTo>
                  <a:cubicBezTo>
                    <a:pt x="113" y="0"/>
                    <a:pt x="0" y="110"/>
                    <a:pt x="0" y="247"/>
                  </a:cubicBezTo>
                  <a:lnTo>
                    <a:pt x="0" y="2893"/>
                  </a:lnTo>
                  <a:cubicBezTo>
                    <a:pt x="0" y="3030"/>
                    <a:pt x="113" y="3139"/>
                    <a:pt x="250" y="3139"/>
                  </a:cubicBezTo>
                  <a:lnTo>
                    <a:pt x="676" y="3139"/>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85"/>
            <p:cNvSpPr/>
            <p:nvPr/>
          </p:nvSpPr>
          <p:spPr>
            <a:xfrm>
              <a:off x="1179732" y="3062350"/>
              <a:ext cx="29697" cy="29697"/>
            </a:xfrm>
            <a:custGeom>
              <a:rect b="b" l="l" r="r" t="t"/>
              <a:pathLst>
                <a:path extrusionOk="0" h="1141" w="1141">
                  <a:moveTo>
                    <a:pt x="570" y="0"/>
                  </a:moveTo>
                  <a:cubicBezTo>
                    <a:pt x="257" y="0"/>
                    <a:pt x="0" y="254"/>
                    <a:pt x="0" y="570"/>
                  </a:cubicBezTo>
                  <a:cubicBezTo>
                    <a:pt x="0" y="884"/>
                    <a:pt x="257" y="1140"/>
                    <a:pt x="570" y="1140"/>
                  </a:cubicBezTo>
                  <a:cubicBezTo>
                    <a:pt x="887" y="1140"/>
                    <a:pt x="1140" y="884"/>
                    <a:pt x="1140" y="570"/>
                  </a:cubicBezTo>
                  <a:cubicBezTo>
                    <a:pt x="1140" y="254"/>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85"/>
            <p:cNvSpPr/>
            <p:nvPr/>
          </p:nvSpPr>
          <p:spPr>
            <a:xfrm>
              <a:off x="1129343" y="3062350"/>
              <a:ext cx="29697" cy="29697"/>
            </a:xfrm>
            <a:custGeom>
              <a:rect b="b" l="l" r="r" t="t"/>
              <a:pathLst>
                <a:path extrusionOk="0" h="1141" w="1141">
                  <a:moveTo>
                    <a:pt x="571" y="0"/>
                  </a:moveTo>
                  <a:cubicBezTo>
                    <a:pt x="258" y="0"/>
                    <a:pt x="1" y="254"/>
                    <a:pt x="1" y="570"/>
                  </a:cubicBezTo>
                  <a:cubicBezTo>
                    <a:pt x="1" y="884"/>
                    <a:pt x="258" y="1140"/>
                    <a:pt x="571" y="1140"/>
                  </a:cubicBezTo>
                  <a:cubicBezTo>
                    <a:pt x="888" y="1140"/>
                    <a:pt x="1141" y="884"/>
                    <a:pt x="1141" y="570"/>
                  </a:cubicBezTo>
                  <a:cubicBezTo>
                    <a:pt x="1141" y="254"/>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85"/>
            <p:cNvSpPr/>
            <p:nvPr/>
          </p:nvSpPr>
          <p:spPr>
            <a:xfrm>
              <a:off x="921747" y="3140563"/>
              <a:ext cx="310378" cy="81804"/>
            </a:xfrm>
            <a:custGeom>
              <a:rect b="b" l="l" r="r" t="t"/>
              <a:pathLst>
                <a:path extrusionOk="0" h="3143" w="11925">
                  <a:moveTo>
                    <a:pt x="250" y="0"/>
                  </a:moveTo>
                  <a:cubicBezTo>
                    <a:pt x="113" y="0"/>
                    <a:pt x="0" y="109"/>
                    <a:pt x="0" y="250"/>
                  </a:cubicBezTo>
                  <a:lnTo>
                    <a:pt x="0" y="2892"/>
                  </a:lnTo>
                  <a:cubicBezTo>
                    <a:pt x="0" y="3030"/>
                    <a:pt x="113" y="3142"/>
                    <a:pt x="250" y="3142"/>
                  </a:cubicBezTo>
                  <a:lnTo>
                    <a:pt x="11675" y="3142"/>
                  </a:lnTo>
                  <a:cubicBezTo>
                    <a:pt x="11812" y="3142"/>
                    <a:pt x="11921" y="3030"/>
                    <a:pt x="11925" y="2896"/>
                  </a:cubicBezTo>
                  <a:lnTo>
                    <a:pt x="11925" y="250"/>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85"/>
            <p:cNvSpPr/>
            <p:nvPr/>
          </p:nvSpPr>
          <p:spPr>
            <a:xfrm>
              <a:off x="1214531" y="3140563"/>
              <a:ext cx="17595" cy="81804"/>
            </a:xfrm>
            <a:custGeom>
              <a:rect b="b" l="l" r="r" t="t"/>
              <a:pathLst>
                <a:path extrusionOk="0" h="3143" w="676">
                  <a:moveTo>
                    <a:pt x="0" y="0"/>
                  </a:moveTo>
                  <a:lnTo>
                    <a:pt x="0" y="3142"/>
                  </a:lnTo>
                  <a:lnTo>
                    <a:pt x="426" y="3142"/>
                  </a:lnTo>
                  <a:cubicBezTo>
                    <a:pt x="563" y="3142"/>
                    <a:pt x="672" y="3030"/>
                    <a:pt x="676" y="2896"/>
                  </a:cubicBezTo>
                  <a:lnTo>
                    <a:pt x="676" y="250"/>
                  </a:lnTo>
                  <a:cubicBezTo>
                    <a:pt x="676" y="113"/>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85"/>
            <p:cNvSpPr/>
            <p:nvPr/>
          </p:nvSpPr>
          <p:spPr>
            <a:xfrm>
              <a:off x="921747" y="3140563"/>
              <a:ext cx="17621" cy="81804"/>
            </a:xfrm>
            <a:custGeom>
              <a:rect b="b" l="l" r="r" t="t"/>
              <a:pathLst>
                <a:path extrusionOk="0" h="3143" w="677">
                  <a:moveTo>
                    <a:pt x="250" y="0"/>
                  </a:moveTo>
                  <a:cubicBezTo>
                    <a:pt x="113" y="0"/>
                    <a:pt x="0" y="109"/>
                    <a:pt x="0" y="250"/>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85"/>
            <p:cNvSpPr/>
            <p:nvPr/>
          </p:nvSpPr>
          <p:spPr>
            <a:xfrm>
              <a:off x="1179732" y="3167397"/>
              <a:ext cx="29697" cy="29697"/>
            </a:xfrm>
            <a:custGeom>
              <a:rect b="b" l="l" r="r" t="t"/>
              <a:pathLst>
                <a:path extrusionOk="0" h="1141" w="1141">
                  <a:moveTo>
                    <a:pt x="570" y="0"/>
                  </a:moveTo>
                  <a:cubicBezTo>
                    <a:pt x="257" y="0"/>
                    <a:pt x="0" y="257"/>
                    <a:pt x="0" y="570"/>
                  </a:cubicBezTo>
                  <a:cubicBezTo>
                    <a:pt x="0" y="887"/>
                    <a:pt x="257" y="1140"/>
                    <a:pt x="570" y="1140"/>
                  </a:cubicBezTo>
                  <a:cubicBezTo>
                    <a:pt x="887" y="1140"/>
                    <a:pt x="1140" y="887"/>
                    <a:pt x="1140" y="570"/>
                  </a:cubicBezTo>
                  <a:cubicBezTo>
                    <a:pt x="1140" y="257"/>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85"/>
            <p:cNvSpPr/>
            <p:nvPr/>
          </p:nvSpPr>
          <p:spPr>
            <a:xfrm>
              <a:off x="1129343" y="3167397"/>
              <a:ext cx="29697" cy="29697"/>
            </a:xfrm>
            <a:custGeom>
              <a:rect b="b" l="l" r="r" t="t"/>
              <a:pathLst>
                <a:path extrusionOk="0" h="1141" w="1141">
                  <a:moveTo>
                    <a:pt x="571" y="0"/>
                  </a:moveTo>
                  <a:cubicBezTo>
                    <a:pt x="258" y="0"/>
                    <a:pt x="1" y="257"/>
                    <a:pt x="1" y="570"/>
                  </a:cubicBezTo>
                  <a:cubicBezTo>
                    <a:pt x="1" y="887"/>
                    <a:pt x="258" y="1140"/>
                    <a:pt x="571" y="1140"/>
                  </a:cubicBezTo>
                  <a:cubicBezTo>
                    <a:pt x="888" y="1140"/>
                    <a:pt x="1141" y="887"/>
                    <a:pt x="1141" y="570"/>
                  </a:cubicBezTo>
                  <a:cubicBezTo>
                    <a:pt x="1141" y="257"/>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85"/>
            <p:cNvSpPr/>
            <p:nvPr/>
          </p:nvSpPr>
          <p:spPr>
            <a:xfrm>
              <a:off x="917088" y="2925706"/>
              <a:ext cx="319722" cy="301320"/>
            </a:xfrm>
            <a:custGeom>
              <a:rect b="b" l="l" r="r" t="t"/>
              <a:pathLst>
                <a:path extrusionOk="0" h="11577" w="12284">
                  <a:moveTo>
                    <a:pt x="10760" y="3502"/>
                  </a:moveTo>
                  <a:lnTo>
                    <a:pt x="10760" y="4040"/>
                  </a:lnTo>
                  <a:lnTo>
                    <a:pt x="2934" y="4040"/>
                  </a:lnTo>
                  <a:cubicBezTo>
                    <a:pt x="2695" y="4040"/>
                    <a:pt x="2695" y="4399"/>
                    <a:pt x="2934" y="4399"/>
                  </a:cubicBezTo>
                  <a:lnTo>
                    <a:pt x="11854" y="4399"/>
                  </a:lnTo>
                  <a:cubicBezTo>
                    <a:pt x="11892" y="4399"/>
                    <a:pt x="11924" y="4431"/>
                    <a:pt x="11924" y="4466"/>
                  </a:cubicBezTo>
                  <a:lnTo>
                    <a:pt x="11924" y="7112"/>
                  </a:lnTo>
                  <a:cubicBezTo>
                    <a:pt x="11924" y="7150"/>
                    <a:pt x="11892" y="7179"/>
                    <a:pt x="11854" y="7179"/>
                  </a:cubicBezTo>
                  <a:lnTo>
                    <a:pt x="429" y="7179"/>
                  </a:lnTo>
                  <a:cubicBezTo>
                    <a:pt x="391" y="7179"/>
                    <a:pt x="359" y="7150"/>
                    <a:pt x="359" y="7112"/>
                  </a:cubicBezTo>
                  <a:lnTo>
                    <a:pt x="359" y="4466"/>
                  </a:lnTo>
                  <a:cubicBezTo>
                    <a:pt x="359" y="4431"/>
                    <a:pt x="391" y="4399"/>
                    <a:pt x="429" y="4399"/>
                  </a:cubicBezTo>
                  <a:lnTo>
                    <a:pt x="2213" y="4399"/>
                  </a:lnTo>
                  <a:cubicBezTo>
                    <a:pt x="2456" y="4399"/>
                    <a:pt x="2456" y="4040"/>
                    <a:pt x="2213" y="4040"/>
                  </a:cubicBezTo>
                  <a:lnTo>
                    <a:pt x="1524" y="4040"/>
                  </a:lnTo>
                  <a:lnTo>
                    <a:pt x="1524" y="3502"/>
                  </a:lnTo>
                  <a:close/>
                  <a:moveTo>
                    <a:pt x="10760" y="7541"/>
                  </a:moveTo>
                  <a:lnTo>
                    <a:pt x="10760" y="8076"/>
                  </a:lnTo>
                  <a:lnTo>
                    <a:pt x="1524" y="8076"/>
                  </a:lnTo>
                  <a:lnTo>
                    <a:pt x="1524" y="7541"/>
                  </a:lnTo>
                  <a:close/>
                  <a:moveTo>
                    <a:pt x="429" y="1"/>
                  </a:moveTo>
                  <a:cubicBezTo>
                    <a:pt x="190" y="1"/>
                    <a:pt x="0" y="194"/>
                    <a:pt x="0" y="430"/>
                  </a:cubicBezTo>
                  <a:lnTo>
                    <a:pt x="0" y="3072"/>
                  </a:lnTo>
                  <a:cubicBezTo>
                    <a:pt x="0" y="3308"/>
                    <a:pt x="190" y="3502"/>
                    <a:pt x="429" y="3502"/>
                  </a:cubicBezTo>
                  <a:lnTo>
                    <a:pt x="1165" y="3502"/>
                  </a:lnTo>
                  <a:lnTo>
                    <a:pt x="1165" y="4037"/>
                  </a:lnTo>
                  <a:lnTo>
                    <a:pt x="429" y="4037"/>
                  </a:lnTo>
                  <a:cubicBezTo>
                    <a:pt x="190" y="4037"/>
                    <a:pt x="0" y="4230"/>
                    <a:pt x="0" y="4466"/>
                  </a:cubicBezTo>
                  <a:lnTo>
                    <a:pt x="0" y="7112"/>
                  </a:lnTo>
                  <a:cubicBezTo>
                    <a:pt x="0" y="7347"/>
                    <a:pt x="190" y="7537"/>
                    <a:pt x="429" y="7537"/>
                  </a:cubicBezTo>
                  <a:lnTo>
                    <a:pt x="1165" y="7537"/>
                  </a:lnTo>
                  <a:lnTo>
                    <a:pt x="1165" y="8076"/>
                  </a:lnTo>
                  <a:lnTo>
                    <a:pt x="429" y="8076"/>
                  </a:lnTo>
                  <a:cubicBezTo>
                    <a:pt x="190" y="8076"/>
                    <a:pt x="0" y="8266"/>
                    <a:pt x="0" y="8505"/>
                  </a:cubicBezTo>
                  <a:lnTo>
                    <a:pt x="0" y="11151"/>
                  </a:lnTo>
                  <a:cubicBezTo>
                    <a:pt x="0" y="11387"/>
                    <a:pt x="190" y="11577"/>
                    <a:pt x="429" y="11577"/>
                  </a:cubicBezTo>
                  <a:lnTo>
                    <a:pt x="5485" y="11577"/>
                  </a:lnTo>
                  <a:cubicBezTo>
                    <a:pt x="5725" y="11577"/>
                    <a:pt x="5725" y="11218"/>
                    <a:pt x="5485" y="11218"/>
                  </a:cubicBezTo>
                  <a:lnTo>
                    <a:pt x="429" y="11218"/>
                  </a:lnTo>
                  <a:cubicBezTo>
                    <a:pt x="391" y="11218"/>
                    <a:pt x="359" y="11186"/>
                    <a:pt x="359" y="11151"/>
                  </a:cubicBezTo>
                  <a:lnTo>
                    <a:pt x="359" y="8505"/>
                  </a:lnTo>
                  <a:cubicBezTo>
                    <a:pt x="359" y="8466"/>
                    <a:pt x="391" y="8438"/>
                    <a:pt x="429" y="8438"/>
                  </a:cubicBezTo>
                  <a:lnTo>
                    <a:pt x="11854" y="8438"/>
                  </a:lnTo>
                  <a:cubicBezTo>
                    <a:pt x="11892" y="8438"/>
                    <a:pt x="11924" y="8466"/>
                    <a:pt x="11924" y="8505"/>
                  </a:cubicBezTo>
                  <a:lnTo>
                    <a:pt x="11924" y="11151"/>
                  </a:lnTo>
                  <a:cubicBezTo>
                    <a:pt x="11924" y="11186"/>
                    <a:pt x="11892" y="11218"/>
                    <a:pt x="11854" y="11218"/>
                  </a:cubicBezTo>
                  <a:lnTo>
                    <a:pt x="6263" y="11218"/>
                  </a:lnTo>
                  <a:cubicBezTo>
                    <a:pt x="6020" y="11218"/>
                    <a:pt x="6020" y="11577"/>
                    <a:pt x="6263" y="11577"/>
                  </a:cubicBezTo>
                  <a:lnTo>
                    <a:pt x="11854" y="11577"/>
                  </a:lnTo>
                  <a:cubicBezTo>
                    <a:pt x="12090" y="11577"/>
                    <a:pt x="12283" y="11387"/>
                    <a:pt x="12283" y="11151"/>
                  </a:cubicBezTo>
                  <a:lnTo>
                    <a:pt x="12283" y="8505"/>
                  </a:lnTo>
                  <a:cubicBezTo>
                    <a:pt x="12283" y="8269"/>
                    <a:pt x="12090" y="8076"/>
                    <a:pt x="11854" y="8076"/>
                  </a:cubicBezTo>
                  <a:lnTo>
                    <a:pt x="11118" y="8076"/>
                  </a:lnTo>
                  <a:lnTo>
                    <a:pt x="11118" y="7541"/>
                  </a:lnTo>
                  <a:lnTo>
                    <a:pt x="11854" y="7541"/>
                  </a:lnTo>
                  <a:cubicBezTo>
                    <a:pt x="12090" y="7541"/>
                    <a:pt x="12283" y="7347"/>
                    <a:pt x="12283" y="7112"/>
                  </a:cubicBezTo>
                  <a:lnTo>
                    <a:pt x="12283" y="4469"/>
                  </a:lnTo>
                  <a:cubicBezTo>
                    <a:pt x="12283" y="4230"/>
                    <a:pt x="12090" y="4040"/>
                    <a:pt x="11854" y="4040"/>
                  </a:cubicBezTo>
                  <a:lnTo>
                    <a:pt x="11118" y="4040"/>
                  </a:lnTo>
                  <a:lnTo>
                    <a:pt x="11118" y="3505"/>
                  </a:lnTo>
                  <a:lnTo>
                    <a:pt x="11854" y="3502"/>
                  </a:lnTo>
                  <a:cubicBezTo>
                    <a:pt x="12090" y="3502"/>
                    <a:pt x="12283" y="3308"/>
                    <a:pt x="12283" y="3072"/>
                  </a:cubicBezTo>
                  <a:lnTo>
                    <a:pt x="12283" y="430"/>
                  </a:lnTo>
                  <a:cubicBezTo>
                    <a:pt x="12283" y="194"/>
                    <a:pt x="12090" y="1"/>
                    <a:pt x="11854" y="1"/>
                  </a:cubicBezTo>
                  <a:lnTo>
                    <a:pt x="10650" y="1"/>
                  </a:lnTo>
                  <a:cubicBezTo>
                    <a:pt x="10411" y="1"/>
                    <a:pt x="10411" y="360"/>
                    <a:pt x="10650" y="360"/>
                  </a:cubicBezTo>
                  <a:lnTo>
                    <a:pt x="11854" y="360"/>
                  </a:lnTo>
                  <a:cubicBezTo>
                    <a:pt x="11892" y="360"/>
                    <a:pt x="11924" y="391"/>
                    <a:pt x="11924" y="430"/>
                  </a:cubicBezTo>
                  <a:lnTo>
                    <a:pt x="11924" y="3072"/>
                  </a:lnTo>
                  <a:cubicBezTo>
                    <a:pt x="11924" y="3111"/>
                    <a:pt x="11892" y="3143"/>
                    <a:pt x="11854" y="3143"/>
                  </a:cubicBezTo>
                  <a:lnTo>
                    <a:pt x="429" y="3143"/>
                  </a:lnTo>
                  <a:cubicBezTo>
                    <a:pt x="391" y="3143"/>
                    <a:pt x="359" y="3111"/>
                    <a:pt x="359" y="3072"/>
                  </a:cubicBezTo>
                  <a:lnTo>
                    <a:pt x="359" y="430"/>
                  </a:lnTo>
                  <a:cubicBezTo>
                    <a:pt x="359" y="391"/>
                    <a:pt x="391" y="360"/>
                    <a:pt x="429" y="360"/>
                  </a:cubicBezTo>
                  <a:lnTo>
                    <a:pt x="9940" y="360"/>
                  </a:lnTo>
                  <a:cubicBezTo>
                    <a:pt x="10179" y="360"/>
                    <a:pt x="10179" y="1"/>
                    <a:pt x="9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85"/>
            <p:cNvSpPr/>
            <p:nvPr/>
          </p:nvSpPr>
          <p:spPr>
            <a:xfrm>
              <a:off x="1175151" y="2952670"/>
              <a:ext cx="45522" cy="39015"/>
            </a:xfrm>
            <a:custGeom>
              <a:rect b="b" l="l" r="r" t="t"/>
              <a:pathLst>
                <a:path extrusionOk="0" h="1499" w="1749">
                  <a:moveTo>
                    <a:pt x="750" y="358"/>
                  </a:moveTo>
                  <a:cubicBezTo>
                    <a:pt x="1094" y="358"/>
                    <a:pt x="1270" y="777"/>
                    <a:pt x="1024" y="1023"/>
                  </a:cubicBezTo>
                  <a:cubicBezTo>
                    <a:pt x="945" y="1103"/>
                    <a:pt x="847" y="1138"/>
                    <a:pt x="752" y="1138"/>
                  </a:cubicBezTo>
                  <a:cubicBezTo>
                    <a:pt x="551" y="1138"/>
                    <a:pt x="359" y="981"/>
                    <a:pt x="359" y="745"/>
                  </a:cubicBezTo>
                  <a:cubicBezTo>
                    <a:pt x="359" y="531"/>
                    <a:pt x="531" y="358"/>
                    <a:pt x="750" y="358"/>
                  </a:cubicBezTo>
                  <a:close/>
                  <a:moveTo>
                    <a:pt x="754" y="0"/>
                  </a:moveTo>
                  <a:cubicBezTo>
                    <a:pt x="369" y="0"/>
                    <a:pt x="0" y="299"/>
                    <a:pt x="0" y="749"/>
                  </a:cubicBezTo>
                  <a:cubicBezTo>
                    <a:pt x="0" y="1160"/>
                    <a:pt x="334" y="1495"/>
                    <a:pt x="750" y="1498"/>
                  </a:cubicBezTo>
                  <a:cubicBezTo>
                    <a:pt x="1415" y="1498"/>
                    <a:pt x="1749" y="692"/>
                    <a:pt x="1277" y="221"/>
                  </a:cubicBezTo>
                  <a:cubicBezTo>
                    <a:pt x="1125" y="68"/>
                    <a:pt x="937"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85"/>
            <p:cNvSpPr/>
            <p:nvPr/>
          </p:nvSpPr>
          <p:spPr>
            <a:xfrm>
              <a:off x="1124684" y="2952644"/>
              <a:ext cx="45548" cy="38911"/>
            </a:xfrm>
            <a:custGeom>
              <a:rect b="b" l="l" r="r" t="t"/>
              <a:pathLst>
                <a:path extrusionOk="0" h="1495" w="1750">
                  <a:moveTo>
                    <a:pt x="750" y="356"/>
                  </a:moveTo>
                  <a:cubicBezTo>
                    <a:pt x="964" y="356"/>
                    <a:pt x="1140" y="532"/>
                    <a:pt x="1140" y="746"/>
                  </a:cubicBezTo>
                  <a:cubicBezTo>
                    <a:pt x="1140" y="981"/>
                    <a:pt x="949" y="1136"/>
                    <a:pt x="750" y="1136"/>
                  </a:cubicBezTo>
                  <a:cubicBezTo>
                    <a:pt x="654" y="1136"/>
                    <a:pt x="555" y="1101"/>
                    <a:pt x="475" y="1021"/>
                  </a:cubicBezTo>
                  <a:cubicBezTo>
                    <a:pt x="229" y="778"/>
                    <a:pt x="402" y="356"/>
                    <a:pt x="750" y="356"/>
                  </a:cubicBezTo>
                  <a:close/>
                  <a:moveTo>
                    <a:pt x="750" y="0"/>
                  </a:moveTo>
                  <a:cubicBezTo>
                    <a:pt x="335" y="0"/>
                    <a:pt x="4" y="335"/>
                    <a:pt x="0" y="746"/>
                  </a:cubicBezTo>
                  <a:cubicBezTo>
                    <a:pt x="0" y="1196"/>
                    <a:pt x="369" y="1495"/>
                    <a:pt x="754" y="1495"/>
                  </a:cubicBezTo>
                  <a:cubicBezTo>
                    <a:pt x="938" y="1495"/>
                    <a:pt x="1125" y="1426"/>
                    <a:pt x="1278" y="1274"/>
                  </a:cubicBezTo>
                  <a:cubicBezTo>
                    <a:pt x="1749" y="802"/>
                    <a:pt x="1415"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85"/>
            <p:cNvSpPr/>
            <p:nvPr/>
          </p:nvSpPr>
          <p:spPr>
            <a:xfrm>
              <a:off x="942621" y="2967376"/>
              <a:ext cx="171651" cy="9474"/>
            </a:xfrm>
            <a:custGeom>
              <a:rect b="b" l="l" r="r" t="t"/>
              <a:pathLst>
                <a:path extrusionOk="0" h="364" w="6595">
                  <a:moveTo>
                    <a:pt x="240" y="1"/>
                  </a:moveTo>
                  <a:cubicBezTo>
                    <a:pt x="1" y="1"/>
                    <a:pt x="1" y="363"/>
                    <a:pt x="240" y="363"/>
                  </a:cubicBezTo>
                  <a:lnTo>
                    <a:pt x="6352" y="363"/>
                  </a:lnTo>
                  <a:cubicBezTo>
                    <a:pt x="6594" y="363"/>
                    <a:pt x="6594" y="1"/>
                    <a:pt x="63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85"/>
            <p:cNvSpPr/>
            <p:nvPr/>
          </p:nvSpPr>
          <p:spPr>
            <a:xfrm>
              <a:off x="1175151" y="3057691"/>
              <a:ext cx="45522" cy="39015"/>
            </a:xfrm>
            <a:custGeom>
              <a:rect b="b" l="l" r="r" t="t"/>
              <a:pathLst>
                <a:path extrusionOk="0" h="1499" w="1749">
                  <a:moveTo>
                    <a:pt x="750" y="359"/>
                  </a:moveTo>
                  <a:cubicBezTo>
                    <a:pt x="1094" y="359"/>
                    <a:pt x="1270" y="778"/>
                    <a:pt x="1024" y="1024"/>
                  </a:cubicBezTo>
                  <a:cubicBezTo>
                    <a:pt x="944" y="1104"/>
                    <a:pt x="846" y="1140"/>
                    <a:pt x="750" y="1140"/>
                  </a:cubicBezTo>
                  <a:cubicBezTo>
                    <a:pt x="550" y="1140"/>
                    <a:pt x="359" y="985"/>
                    <a:pt x="359" y="749"/>
                  </a:cubicBezTo>
                  <a:cubicBezTo>
                    <a:pt x="359" y="535"/>
                    <a:pt x="535" y="362"/>
                    <a:pt x="750" y="362"/>
                  </a:cubicBezTo>
                  <a:lnTo>
                    <a:pt x="750" y="359"/>
                  </a:lnTo>
                  <a:close/>
                  <a:moveTo>
                    <a:pt x="754" y="1"/>
                  </a:moveTo>
                  <a:cubicBezTo>
                    <a:pt x="369" y="1"/>
                    <a:pt x="0" y="299"/>
                    <a:pt x="0" y="749"/>
                  </a:cubicBezTo>
                  <a:cubicBezTo>
                    <a:pt x="0" y="1165"/>
                    <a:pt x="334" y="1495"/>
                    <a:pt x="750" y="1499"/>
                  </a:cubicBezTo>
                  <a:cubicBezTo>
                    <a:pt x="1415" y="1499"/>
                    <a:pt x="1749" y="693"/>
                    <a:pt x="1277" y="222"/>
                  </a:cubicBezTo>
                  <a:cubicBezTo>
                    <a:pt x="1125" y="69"/>
                    <a:pt x="937"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85"/>
            <p:cNvSpPr/>
            <p:nvPr/>
          </p:nvSpPr>
          <p:spPr>
            <a:xfrm>
              <a:off x="1124762" y="3057691"/>
              <a:ext cx="45548" cy="39015"/>
            </a:xfrm>
            <a:custGeom>
              <a:rect b="b" l="l" r="r" t="t"/>
              <a:pathLst>
                <a:path extrusionOk="0" h="1499" w="1750">
                  <a:moveTo>
                    <a:pt x="750" y="359"/>
                  </a:moveTo>
                  <a:cubicBezTo>
                    <a:pt x="1095" y="359"/>
                    <a:pt x="1271" y="778"/>
                    <a:pt x="1025" y="1024"/>
                  </a:cubicBezTo>
                  <a:cubicBezTo>
                    <a:pt x="945" y="1104"/>
                    <a:pt x="847" y="1140"/>
                    <a:pt x="751" y="1140"/>
                  </a:cubicBezTo>
                  <a:cubicBezTo>
                    <a:pt x="551" y="1140"/>
                    <a:pt x="360" y="985"/>
                    <a:pt x="360" y="749"/>
                  </a:cubicBezTo>
                  <a:cubicBezTo>
                    <a:pt x="360" y="535"/>
                    <a:pt x="536" y="362"/>
                    <a:pt x="750" y="362"/>
                  </a:cubicBezTo>
                  <a:lnTo>
                    <a:pt x="750" y="359"/>
                  </a:lnTo>
                  <a:close/>
                  <a:moveTo>
                    <a:pt x="754" y="1"/>
                  </a:moveTo>
                  <a:cubicBezTo>
                    <a:pt x="370" y="1"/>
                    <a:pt x="1" y="299"/>
                    <a:pt x="1" y="749"/>
                  </a:cubicBezTo>
                  <a:cubicBezTo>
                    <a:pt x="1" y="1165"/>
                    <a:pt x="335" y="1495"/>
                    <a:pt x="750" y="1499"/>
                  </a:cubicBezTo>
                  <a:cubicBezTo>
                    <a:pt x="1415" y="1499"/>
                    <a:pt x="1750" y="693"/>
                    <a:pt x="1278" y="222"/>
                  </a:cubicBezTo>
                  <a:cubicBezTo>
                    <a:pt x="1126" y="69"/>
                    <a:pt x="938"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85"/>
            <p:cNvSpPr/>
            <p:nvPr/>
          </p:nvSpPr>
          <p:spPr>
            <a:xfrm>
              <a:off x="944183" y="3072501"/>
              <a:ext cx="170090" cy="9370"/>
            </a:xfrm>
            <a:custGeom>
              <a:rect b="b" l="l" r="r" t="t"/>
              <a:pathLst>
                <a:path extrusionOk="0" h="360" w="6535">
                  <a:moveTo>
                    <a:pt x="180" y="1"/>
                  </a:moveTo>
                  <a:cubicBezTo>
                    <a:pt x="81" y="1"/>
                    <a:pt x="0" y="82"/>
                    <a:pt x="0" y="180"/>
                  </a:cubicBezTo>
                  <a:cubicBezTo>
                    <a:pt x="0" y="279"/>
                    <a:pt x="81" y="360"/>
                    <a:pt x="180" y="360"/>
                  </a:cubicBezTo>
                  <a:lnTo>
                    <a:pt x="6292" y="360"/>
                  </a:lnTo>
                  <a:cubicBezTo>
                    <a:pt x="6534" y="360"/>
                    <a:pt x="6534" y="1"/>
                    <a:pt x="6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85"/>
            <p:cNvSpPr/>
            <p:nvPr/>
          </p:nvSpPr>
          <p:spPr>
            <a:xfrm>
              <a:off x="1168540"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13" y="964"/>
                    <a:pt x="613" y="749"/>
                  </a:cubicBezTo>
                  <a:lnTo>
                    <a:pt x="609" y="749"/>
                  </a:lnTo>
                  <a:cubicBezTo>
                    <a:pt x="609" y="516"/>
                    <a:pt x="803" y="360"/>
                    <a:pt x="1003" y="360"/>
                  </a:cubicBezTo>
                  <a:close/>
                  <a:moveTo>
                    <a:pt x="996" y="1"/>
                  </a:moveTo>
                  <a:cubicBezTo>
                    <a:pt x="812" y="1"/>
                    <a:pt x="625" y="69"/>
                    <a:pt x="472" y="221"/>
                  </a:cubicBezTo>
                  <a:cubicBezTo>
                    <a:pt x="1" y="693"/>
                    <a:pt x="335" y="1498"/>
                    <a:pt x="1004" y="1498"/>
                  </a:cubicBezTo>
                  <a:cubicBezTo>
                    <a:pt x="1415" y="1495"/>
                    <a:pt x="1749" y="1161"/>
                    <a:pt x="1749" y="749"/>
                  </a:cubicBezTo>
                  <a:cubicBezTo>
                    <a:pt x="1749" y="299"/>
                    <a:pt x="1381"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85"/>
            <p:cNvSpPr/>
            <p:nvPr/>
          </p:nvSpPr>
          <p:spPr>
            <a:xfrm>
              <a:off x="1118177"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09" y="964"/>
                    <a:pt x="609" y="749"/>
                  </a:cubicBezTo>
                  <a:cubicBezTo>
                    <a:pt x="609" y="516"/>
                    <a:pt x="803" y="360"/>
                    <a:pt x="1003" y="360"/>
                  </a:cubicBezTo>
                  <a:close/>
                  <a:moveTo>
                    <a:pt x="996" y="1"/>
                  </a:moveTo>
                  <a:cubicBezTo>
                    <a:pt x="812" y="1"/>
                    <a:pt x="625" y="69"/>
                    <a:pt x="472" y="221"/>
                  </a:cubicBezTo>
                  <a:cubicBezTo>
                    <a:pt x="1" y="693"/>
                    <a:pt x="335" y="1498"/>
                    <a:pt x="1003" y="1498"/>
                  </a:cubicBezTo>
                  <a:cubicBezTo>
                    <a:pt x="1415" y="1495"/>
                    <a:pt x="1749" y="1161"/>
                    <a:pt x="1749" y="749"/>
                  </a:cubicBezTo>
                  <a:cubicBezTo>
                    <a:pt x="1749" y="299"/>
                    <a:pt x="1380"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85"/>
            <p:cNvSpPr/>
            <p:nvPr/>
          </p:nvSpPr>
          <p:spPr>
            <a:xfrm>
              <a:off x="942543" y="3177548"/>
              <a:ext cx="170064" cy="9370"/>
            </a:xfrm>
            <a:custGeom>
              <a:rect b="b" l="l" r="r" t="t"/>
              <a:pathLst>
                <a:path extrusionOk="0" h="360" w="6534">
                  <a:moveTo>
                    <a:pt x="243" y="1"/>
                  </a:moveTo>
                  <a:cubicBezTo>
                    <a:pt x="0" y="1"/>
                    <a:pt x="0" y="360"/>
                    <a:pt x="243" y="360"/>
                  </a:cubicBezTo>
                  <a:lnTo>
                    <a:pt x="6355" y="360"/>
                  </a:lnTo>
                  <a:cubicBezTo>
                    <a:pt x="6453" y="360"/>
                    <a:pt x="6534" y="279"/>
                    <a:pt x="6534" y="180"/>
                  </a:cubicBezTo>
                  <a:cubicBezTo>
                    <a:pt x="6534" y="82"/>
                    <a:pt x="6453" y="1"/>
                    <a:pt x="63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85"/>
            <p:cNvSpPr/>
            <p:nvPr/>
          </p:nvSpPr>
          <p:spPr>
            <a:xfrm>
              <a:off x="942621" y="3087337"/>
              <a:ext cx="26314" cy="9370"/>
            </a:xfrm>
            <a:custGeom>
              <a:rect b="b" l="l" r="r" t="t"/>
              <a:pathLst>
                <a:path extrusionOk="0" h="360" w="1011">
                  <a:moveTo>
                    <a:pt x="243" y="1"/>
                  </a:moveTo>
                  <a:cubicBezTo>
                    <a:pt x="1" y="1"/>
                    <a:pt x="1" y="360"/>
                    <a:pt x="243" y="360"/>
                  </a:cubicBezTo>
                  <a:lnTo>
                    <a:pt x="771" y="360"/>
                  </a:lnTo>
                  <a:cubicBezTo>
                    <a:pt x="1010" y="360"/>
                    <a:pt x="1010"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3" name="Google Shape;17753;p85"/>
          <p:cNvGrpSpPr/>
          <p:nvPr/>
        </p:nvGrpSpPr>
        <p:grpSpPr>
          <a:xfrm>
            <a:off x="4599121" y="3415570"/>
            <a:ext cx="365973" cy="243695"/>
            <a:chOff x="4599121" y="3415570"/>
            <a:chExt cx="365973" cy="243695"/>
          </a:xfrm>
        </p:grpSpPr>
        <p:sp>
          <p:nvSpPr>
            <p:cNvPr id="17754" name="Google Shape;17754;p85"/>
            <p:cNvSpPr/>
            <p:nvPr/>
          </p:nvSpPr>
          <p:spPr>
            <a:xfrm>
              <a:off x="4604795" y="3421243"/>
              <a:ext cx="354521" cy="232269"/>
            </a:xfrm>
            <a:custGeom>
              <a:rect b="b" l="l" r="r" t="t"/>
              <a:pathLst>
                <a:path extrusionOk="0" h="8924" w="13621">
                  <a:moveTo>
                    <a:pt x="472" y="0"/>
                  </a:moveTo>
                  <a:cubicBezTo>
                    <a:pt x="212" y="0"/>
                    <a:pt x="1" y="211"/>
                    <a:pt x="1" y="472"/>
                  </a:cubicBezTo>
                  <a:lnTo>
                    <a:pt x="1" y="8455"/>
                  </a:lnTo>
                  <a:cubicBezTo>
                    <a:pt x="1" y="8712"/>
                    <a:pt x="212" y="8923"/>
                    <a:pt x="472" y="8923"/>
                  </a:cubicBezTo>
                  <a:lnTo>
                    <a:pt x="13153" y="8923"/>
                  </a:lnTo>
                  <a:cubicBezTo>
                    <a:pt x="13410" y="8923"/>
                    <a:pt x="13621" y="8712"/>
                    <a:pt x="13621" y="8455"/>
                  </a:cubicBezTo>
                  <a:lnTo>
                    <a:pt x="13621" y="472"/>
                  </a:lnTo>
                  <a:cubicBezTo>
                    <a:pt x="13621" y="211"/>
                    <a:pt x="13410" y="0"/>
                    <a:pt x="131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85"/>
            <p:cNvSpPr/>
            <p:nvPr/>
          </p:nvSpPr>
          <p:spPr>
            <a:xfrm>
              <a:off x="4641520" y="3445683"/>
              <a:ext cx="281175" cy="183364"/>
            </a:xfrm>
            <a:custGeom>
              <a:rect b="b" l="l" r="r" t="t"/>
              <a:pathLst>
                <a:path extrusionOk="0" h="7045" w="10803">
                  <a:moveTo>
                    <a:pt x="1" y="1"/>
                  </a:moveTo>
                  <a:lnTo>
                    <a:pt x="1" y="7045"/>
                  </a:lnTo>
                  <a:lnTo>
                    <a:pt x="10802" y="7045"/>
                  </a:lnTo>
                  <a:lnTo>
                    <a:pt x="10802"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85"/>
            <p:cNvSpPr/>
            <p:nvPr/>
          </p:nvSpPr>
          <p:spPr>
            <a:xfrm>
              <a:off x="4721008" y="3470149"/>
              <a:ext cx="122277" cy="97811"/>
            </a:xfrm>
            <a:custGeom>
              <a:rect b="b" l="l" r="r" t="t"/>
              <a:pathLst>
                <a:path extrusionOk="0" h="3758" w="4698">
                  <a:moveTo>
                    <a:pt x="1878" y="1084"/>
                  </a:moveTo>
                  <a:cubicBezTo>
                    <a:pt x="1912" y="1084"/>
                    <a:pt x="1948" y="1091"/>
                    <a:pt x="1982" y="1108"/>
                  </a:cubicBezTo>
                  <a:lnTo>
                    <a:pt x="3101" y="1668"/>
                  </a:lnTo>
                  <a:cubicBezTo>
                    <a:pt x="3276" y="1756"/>
                    <a:pt x="3273" y="2002"/>
                    <a:pt x="3101" y="2090"/>
                  </a:cubicBezTo>
                  <a:lnTo>
                    <a:pt x="1982" y="2649"/>
                  </a:lnTo>
                  <a:cubicBezTo>
                    <a:pt x="1948" y="2667"/>
                    <a:pt x="1912" y="2674"/>
                    <a:pt x="1878" y="2674"/>
                  </a:cubicBezTo>
                  <a:cubicBezTo>
                    <a:pt x="1755" y="2674"/>
                    <a:pt x="1644" y="2576"/>
                    <a:pt x="1644" y="2438"/>
                  </a:cubicBezTo>
                  <a:lnTo>
                    <a:pt x="1644" y="1320"/>
                  </a:lnTo>
                  <a:cubicBezTo>
                    <a:pt x="1644" y="1182"/>
                    <a:pt x="1755" y="1084"/>
                    <a:pt x="1878" y="1084"/>
                  </a:cubicBezTo>
                  <a:close/>
                  <a:moveTo>
                    <a:pt x="940" y="0"/>
                  </a:moveTo>
                  <a:cubicBezTo>
                    <a:pt x="419" y="0"/>
                    <a:pt x="1" y="422"/>
                    <a:pt x="1" y="940"/>
                  </a:cubicBezTo>
                  <a:lnTo>
                    <a:pt x="1" y="2818"/>
                  </a:lnTo>
                  <a:cubicBezTo>
                    <a:pt x="1" y="3336"/>
                    <a:pt x="419" y="3758"/>
                    <a:pt x="940" y="3758"/>
                  </a:cubicBezTo>
                  <a:lnTo>
                    <a:pt x="3758" y="3758"/>
                  </a:lnTo>
                  <a:cubicBezTo>
                    <a:pt x="4276" y="3758"/>
                    <a:pt x="4698" y="3336"/>
                    <a:pt x="4698" y="2818"/>
                  </a:cubicBezTo>
                  <a:lnTo>
                    <a:pt x="4698" y="940"/>
                  </a:lnTo>
                  <a:cubicBezTo>
                    <a:pt x="4698" y="422"/>
                    <a:pt x="4276" y="0"/>
                    <a:pt x="37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85"/>
            <p:cNvSpPr/>
            <p:nvPr/>
          </p:nvSpPr>
          <p:spPr>
            <a:xfrm>
              <a:off x="4702606" y="3586258"/>
              <a:ext cx="24466" cy="24466"/>
            </a:xfrm>
            <a:custGeom>
              <a:rect b="b" l="l" r="r" t="t"/>
              <a:pathLst>
                <a:path extrusionOk="0" h="940" w="940">
                  <a:moveTo>
                    <a:pt x="468" y="0"/>
                  </a:moveTo>
                  <a:cubicBezTo>
                    <a:pt x="212" y="0"/>
                    <a:pt x="1" y="212"/>
                    <a:pt x="1" y="472"/>
                  </a:cubicBezTo>
                  <a:cubicBezTo>
                    <a:pt x="1" y="729"/>
                    <a:pt x="212" y="940"/>
                    <a:pt x="468" y="940"/>
                  </a:cubicBezTo>
                  <a:cubicBezTo>
                    <a:pt x="729" y="940"/>
                    <a:pt x="940" y="729"/>
                    <a:pt x="940" y="472"/>
                  </a:cubicBezTo>
                  <a:cubicBezTo>
                    <a:pt x="940" y="212"/>
                    <a:pt x="729" y="0"/>
                    <a:pt x="4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85"/>
            <p:cNvSpPr/>
            <p:nvPr/>
          </p:nvSpPr>
          <p:spPr>
            <a:xfrm>
              <a:off x="4599121" y="3415570"/>
              <a:ext cx="365973" cy="243695"/>
            </a:xfrm>
            <a:custGeom>
              <a:rect b="b" l="l" r="r" t="t"/>
              <a:pathLst>
                <a:path extrusionOk="0" h="9363" w="14061">
                  <a:moveTo>
                    <a:pt x="13371" y="440"/>
                  </a:moveTo>
                  <a:cubicBezTo>
                    <a:pt x="13508" y="440"/>
                    <a:pt x="13621" y="549"/>
                    <a:pt x="13621" y="690"/>
                  </a:cubicBezTo>
                  <a:lnTo>
                    <a:pt x="13621" y="8673"/>
                  </a:lnTo>
                  <a:cubicBezTo>
                    <a:pt x="13621" y="8810"/>
                    <a:pt x="13508" y="8923"/>
                    <a:pt x="13371" y="8923"/>
                  </a:cubicBezTo>
                  <a:lnTo>
                    <a:pt x="690" y="8923"/>
                  </a:lnTo>
                  <a:cubicBezTo>
                    <a:pt x="553" y="8923"/>
                    <a:pt x="440" y="8810"/>
                    <a:pt x="440" y="8673"/>
                  </a:cubicBezTo>
                  <a:lnTo>
                    <a:pt x="440" y="690"/>
                  </a:lnTo>
                  <a:cubicBezTo>
                    <a:pt x="440" y="549"/>
                    <a:pt x="553" y="440"/>
                    <a:pt x="690" y="440"/>
                  </a:cubicBezTo>
                  <a:close/>
                  <a:moveTo>
                    <a:pt x="690" y="0"/>
                  </a:moveTo>
                  <a:cubicBezTo>
                    <a:pt x="307" y="0"/>
                    <a:pt x="1" y="306"/>
                    <a:pt x="1" y="690"/>
                  </a:cubicBezTo>
                  <a:lnTo>
                    <a:pt x="1" y="8673"/>
                  </a:lnTo>
                  <a:cubicBezTo>
                    <a:pt x="1" y="9053"/>
                    <a:pt x="307" y="9363"/>
                    <a:pt x="690" y="9363"/>
                  </a:cubicBezTo>
                  <a:lnTo>
                    <a:pt x="13371" y="9363"/>
                  </a:lnTo>
                  <a:cubicBezTo>
                    <a:pt x="13751" y="9363"/>
                    <a:pt x="14060" y="9053"/>
                    <a:pt x="14060" y="8673"/>
                  </a:cubicBezTo>
                  <a:lnTo>
                    <a:pt x="14060" y="690"/>
                  </a:lnTo>
                  <a:cubicBezTo>
                    <a:pt x="14060" y="306"/>
                    <a:pt x="13751" y="0"/>
                    <a:pt x="13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85"/>
            <p:cNvSpPr/>
            <p:nvPr/>
          </p:nvSpPr>
          <p:spPr>
            <a:xfrm>
              <a:off x="4635768" y="3440009"/>
              <a:ext cx="292601" cy="194816"/>
            </a:xfrm>
            <a:custGeom>
              <a:rect b="b" l="l" r="r" t="t"/>
              <a:pathLst>
                <a:path extrusionOk="0" h="7485" w="11242">
                  <a:moveTo>
                    <a:pt x="10802" y="440"/>
                  </a:moveTo>
                  <a:lnTo>
                    <a:pt x="10802" y="7044"/>
                  </a:lnTo>
                  <a:lnTo>
                    <a:pt x="440" y="7044"/>
                  </a:lnTo>
                  <a:lnTo>
                    <a:pt x="440" y="440"/>
                  </a:lnTo>
                  <a:close/>
                  <a:moveTo>
                    <a:pt x="222" y="1"/>
                  </a:moveTo>
                  <a:cubicBezTo>
                    <a:pt x="99" y="1"/>
                    <a:pt x="0" y="96"/>
                    <a:pt x="0" y="219"/>
                  </a:cubicBezTo>
                  <a:lnTo>
                    <a:pt x="0" y="7263"/>
                  </a:lnTo>
                  <a:cubicBezTo>
                    <a:pt x="0" y="7386"/>
                    <a:pt x="99" y="7484"/>
                    <a:pt x="222" y="7484"/>
                  </a:cubicBezTo>
                  <a:lnTo>
                    <a:pt x="11023" y="7484"/>
                  </a:lnTo>
                  <a:cubicBezTo>
                    <a:pt x="11143" y="7484"/>
                    <a:pt x="11242" y="7386"/>
                    <a:pt x="11242" y="7263"/>
                  </a:cubicBezTo>
                  <a:lnTo>
                    <a:pt x="11242" y="219"/>
                  </a:lnTo>
                  <a:cubicBezTo>
                    <a:pt x="11242" y="96"/>
                    <a:pt x="11143" y="1"/>
                    <a:pt x="1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85"/>
            <p:cNvSpPr/>
            <p:nvPr/>
          </p:nvSpPr>
          <p:spPr>
            <a:xfrm>
              <a:off x="4617444" y="3525536"/>
              <a:ext cx="11478" cy="23659"/>
            </a:xfrm>
            <a:custGeom>
              <a:rect b="b" l="l" r="r" t="t"/>
              <a:pathLst>
                <a:path extrusionOk="0" h="909" w="441">
                  <a:moveTo>
                    <a:pt x="218" y="1"/>
                  </a:moveTo>
                  <a:cubicBezTo>
                    <a:pt x="99" y="1"/>
                    <a:pt x="0" y="99"/>
                    <a:pt x="0" y="219"/>
                  </a:cubicBezTo>
                  <a:lnTo>
                    <a:pt x="0" y="690"/>
                  </a:lnTo>
                  <a:cubicBezTo>
                    <a:pt x="0" y="810"/>
                    <a:pt x="99" y="909"/>
                    <a:pt x="218" y="909"/>
                  </a:cubicBezTo>
                  <a:cubicBezTo>
                    <a:pt x="342" y="909"/>
                    <a:pt x="440" y="810"/>
                    <a:pt x="440" y="690"/>
                  </a:cubicBezTo>
                  <a:lnTo>
                    <a:pt x="440" y="219"/>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85"/>
            <p:cNvSpPr/>
            <p:nvPr/>
          </p:nvSpPr>
          <p:spPr>
            <a:xfrm>
              <a:off x="4935292" y="3519419"/>
              <a:ext cx="11478" cy="35918"/>
            </a:xfrm>
            <a:custGeom>
              <a:rect b="b" l="l" r="r" t="t"/>
              <a:pathLst>
                <a:path extrusionOk="0" h="1380" w="441">
                  <a:moveTo>
                    <a:pt x="219" y="0"/>
                  </a:moveTo>
                  <a:cubicBezTo>
                    <a:pt x="96" y="0"/>
                    <a:pt x="1" y="99"/>
                    <a:pt x="1" y="222"/>
                  </a:cubicBezTo>
                  <a:lnTo>
                    <a:pt x="1" y="1161"/>
                  </a:lnTo>
                  <a:cubicBezTo>
                    <a:pt x="1" y="1281"/>
                    <a:pt x="96" y="1379"/>
                    <a:pt x="219" y="1379"/>
                  </a:cubicBezTo>
                  <a:cubicBezTo>
                    <a:pt x="342" y="1379"/>
                    <a:pt x="441" y="1281"/>
                    <a:pt x="441" y="1161"/>
                  </a:cubicBezTo>
                  <a:lnTo>
                    <a:pt x="441" y="222"/>
                  </a:lnTo>
                  <a:cubicBezTo>
                    <a:pt x="441" y="99"/>
                    <a:pt x="34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85"/>
            <p:cNvSpPr/>
            <p:nvPr/>
          </p:nvSpPr>
          <p:spPr>
            <a:xfrm>
              <a:off x="4932013" y="3440009"/>
              <a:ext cx="14758" cy="11374"/>
            </a:xfrm>
            <a:custGeom>
              <a:rect b="b" l="l" r="r" t="t"/>
              <a:pathLst>
                <a:path extrusionOk="0" h="437" w="567">
                  <a:moveTo>
                    <a:pt x="345" y="1"/>
                  </a:moveTo>
                  <a:cubicBezTo>
                    <a:pt x="0" y="1"/>
                    <a:pt x="106" y="437"/>
                    <a:pt x="345" y="437"/>
                  </a:cubicBezTo>
                  <a:cubicBezTo>
                    <a:pt x="468" y="437"/>
                    <a:pt x="567" y="342"/>
                    <a:pt x="567" y="219"/>
                  </a:cubicBezTo>
                  <a:cubicBezTo>
                    <a:pt x="567" y="99"/>
                    <a:pt x="468"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85"/>
            <p:cNvSpPr/>
            <p:nvPr/>
          </p:nvSpPr>
          <p:spPr>
            <a:xfrm>
              <a:off x="4617444" y="3494953"/>
              <a:ext cx="11478" cy="17621"/>
            </a:xfrm>
            <a:custGeom>
              <a:rect b="b" l="l" r="r" t="t"/>
              <a:pathLst>
                <a:path extrusionOk="0" h="677" w="441">
                  <a:moveTo>
                    <a:pt x="218" y="1"/>
                  </a:moveTo>
                  <a:cubicBezTo>
                    <a:pt x="99" y="1"/>
                    <a:pt x="0" y="99"/>
                    <a:pt x="0" y="222"/>
                  </a:cubicBezTo>
                  <a:lnTo>
                    <a:pt x="0" y="454"/>
                  </a:lnTo>
                  <a:cubicBezTo>
                    <a:pt x="0" y="578"/>
                    <a:pt x="99" y="676"/>
                    <a:pt x="218" y="676"/>
                  </a:cubicBezTo>
                  <a:cubicBezTo>
                    <a:pt x="342" y="676"/>
                    <a:pt x="440" y="578"/>
                    <a:pt x="440" y="454"/>
                  </a:cubicBezTo>
                  <a:lnTo>
                    <a:pt x="440" y="222"/>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85"/>
            <p:cNvSpPr/>
            <p:nvPr/>
          </p:nvSpPr>
          <p:spPr>
            <a:xfrm>
              <a:off x="4617444" y="3562182"/>
              <a:ext cx="11478" cy="17595"/>
            </a:xfrm>
            <a:custGeom>
              <a:rect b="b" l="l" r="r" t="t"/>
              <a:pathLst>
                <a:path extrusionOk="0" h="676" w="441">
                  <a:moveTo>
                    <a:pt x="218" y="0"/>
                  </a:moveTo>
                  <a:cubicBezTo>
                    <a:pt x="99" y="0"/>
                    <a:pt x="0" y="99"/>
                    <a:pt x="0" y="222"/>
                  </a:cubicBezTo>
                  <a:lnTo>
                    <a:pt x="0" y="458"/>
                  </a:lnTo>
                  <a:cubicBezTo>
                    <a:pt x="0" y="577"/>
                    <a:pt x="99" y="676"/>
                    <a:pt x="218" y="676"/>
                  </a:cubicBezTo>
                  <a:cubicBezTo>
                    <a:pt x="342" y="676"/>
                    <a:pt x="440" y="577"/>
                    <a:pt x="440" y="458"/>
                  </a:cubicBezTo>
                  <a:lnTo>
                    <a:pt x="440" y="222"/>
                  </a:lnTo>
                  <a:cubicBezTo>
                    <a:pt x="440" y="99"/>
                    <a:pt x="342"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85"/>
            <p:cNvSpPr/>
            <p:nvPr/>
          </p:nvSpPr>
          <p:spPr>
            <a:xfrm>
              <a:off x="4658281" y="3580532"/>
              <a:ext cx="245648" cy="35918"/>
            </a:xfrm>
            <a:custGeom>
              <a:rect b="b" l="l" r="r" t="t"/>
              <a:pathLst>
                <a:path extrusionOk="0" h="1380" w="9438">
                  <a:moveTo>
                    <a:pt x="2173" y="442"/>
                  </a:moveTo>
                  <a:lnTo>
                    <a:pt x="2173" y="442"/>
                  </a:lnTo>
                  <a:cubicBezTo>
                    <a:pt x="2394" y="444"/>
                    <a:pt x="2505" y="710"/>
                    <a:pt x="2351" y="868"/>
                  </a:cubicBezTo>
                  <a:cubicBezTo>
                    <a:pt x="2300" y="918"/>
                    <a:pt x="2237" y="940"/>
                    <a:pt x="2176" y="940"/>
                  </a:cubicBezTo>
                  <a:cubicBezTo>
                    <a:pt x="2048" y="940"/>
                    <a:pt x="1925" y="842"/>
                    <a:pt x="1925" y="692"/>
                  </a:cubicBezTo>
                  <a:cubicBezTo>
                    <a:pt x="1925" y="552"/>
                    <a:pt x="2033" y="443"/>
                    <a:pt x="2173" y="442"/>
                  </a:cubicBezTo>
                  <a:close/>
                  <a:moveTo>
                    <a:pt x="2173" y="1"/>
                  </a:moveTo>
                  <a:cubicBezTo>
                    <a:pt x="1900" y="1"/>
                    <a:pt x="1626" y="157"/>
                    <a:pt x="1521" y="470"/>
                  </a:cubicBezTo>
                  <a:lnTo>
                    <a:pt x="296" y="470"/>
                  </a:lnTo>
                  <a:cubicBezTo>
                    <a:pt x="1" y="470"/>
                    <a:pt x="1" y="910"/>
                    <a:pt x="296" y="910"/>
                  </a:cubicBezTo>
                  <a:lnTo>
                    <a:pt x="1521" y="910"/>
                  </a:lnTo>
                  <a:cubicBezTo>
                    <a:pt x="1626" y="1223"/>
                    <a:pt x="1900" y="1380"/>
                    <a:pt x="2173" y="1380"/>
                  </a:cubicBezTo>
                  <a:cubicBezTo>
                    <a:pt x="2447" y="1380"/>
                    <a:pt x="2720" y="1223"/>
                    <a:pt x="2826" y="910"/>
                  </a:cubicBezTo>
                  <a:lnTo>
                    <a:pt x="9219" y="910"/>
                  </a:lnTo>
                  <a:cubicBezTo>
                    <a:pt x="9339" y="910"/>
                    <a:pt x="9437" y="812"/>
                    <a:pt x="9437" y="692"/>
                  </a:cubicBezTo>
                  <a:cubicBezTo>
                    <a:pt x="9437" y="569"/>
                    <a:pt x="9339" y="470"/>
                    <a:pt x="9219" y="470"/>
                  </a:cubicBezTo>
                  <a:lnTo>
                    <a:pt x="2826" y="470"/>
                  </a:lnTo>
                  <a:cubicBezTo>
                    <a:pt x="2720" y="157"/>
                    <a:pt x="2447" y="1"/>
                    <a:pt x="2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85"/>
            <p:cNvSpPr/>
            <p:nvPr/>
          </p:nvSpPr>
          <p:spPr>
            <a:xfrm>
              <a:off x="4757915" y="3492585"/>
              <a:ext cx="55074" cy="52914"/>
            </a:xfrm>
            <a:custGeom>
              <a:rect b="b" l="l" r="r" t="t"/>
              <a:pathLst>
                <a:path extrusionOk="0" h="2033" w="2116">
                  <a:moveTo>
                    <a:pt x="463" y="441"/>
                  </a:moveTo>
                  <a:cubicBezTo>
                    <a:pt x="464" y="441"/>
                    <a:pt x="465" y="442"/>
                    <a:pt x="465" y="443"/>
                  </a:cubicBezTo>
                  <a:lnTo>
                    <a:pt x="1584" y="1003"/>
                  </a:lnTo>
                  <a:cubicBezTo>
                    <a:pt x="1595" y="1006"/>
                    <a:pt x="1595" y="1024"/>
                    <a:pt x="1584" y="1028"/>
                  </a:cubicBezTo>
                  <a:lnTo>
                    <a:pt x="465" y="1587"/>
                  </a:lnTo>
                  <a:cubicBezTo>
                    <a:pt x="463" y="1589"/>
                    <a:pt x="460" y="1589"/>
                    <a:pt x="458" y="1589"/>
                  </a:cubicBezTo>
                  <a:cubicBezTo>
                    <a:pt x="450" y="1589"/>
                    <a:pt x="444" y="1581"/>
                    <a:pt x="444" y="1573"/>
                  </a:cubicBezTo>
                  <a:lnTo>
                    <a:pt x="444" y="458"/>
                  </a:lnTo>
                  <a:cubicBezTo>
                    <a:pt x="444" y="450"/>
                    <a:pt x="448" y="447"/>
                    <a:pt x="451" y="443"/>
                  </a:cubicBezTo>
                  <a:lnTo>
                    <a:pt x="458" y="443"/>
                  </a:lnTo>
                  <a:cubicBezTo>
                    <a:pt x="460" y="442"/>
                    <a:pt x="462" y="441"/>
                    <a:pt x="463" y="441"/>
                  </a:cubicBezTo>
                  <a:close/>
                  <a:moveTo>
                    <a:pt x="458" y="1"/>
                  </a:moveTo>
                  <a:cubicBezTo>
                    <a:pt x="218" y="1"/>
                    <a:pt x="1" y="192"/>
                    <a:pt x="1" y="458"/>
                  </a:cubicBezTo>
                  <a:lnTo>
                    <a:pt x="1" y="1576"/>
                  </a:lnTo>
                  <a:cubicBezTo>
                    <a:pt x="1" y="1735"/>
                    <a:pt x="85" y="1882"/>
                    <a:pt x="219" y="1963"/>
                  </a:cubicBezTo>
                  <a:cubicBezTo>
                    <a:pt x="292" y="2009"/>
                    <a:pt x="375" y="2033"/>
                    <a:pt x="459" y="2033"/>
                  </a:cubicBezTo>
                  <a:cubicBezTo>
                    <a:pt x="528" y="2033"/>
                    <a:pt x="598" y="2017"/>
                    <a:pt x="662" y="1985"/>
                  </a:cubicBezTo>
                  <a:lnTo>
                    <a:pt x="1781" y="1425"/>
                  </a:lnTo>
                  <a:cubicBezTo>
                    <a:pt x="2115" y="1256"/>
                    <a:pt x="2115" y="778"/>
                    <a:pt x="1781" y="609"/>
                  </a:cubicBezTo>
                  <a:lnTo>
                    <a:pt x="662" y="49"/>
                  </a:lnTo>
                  <a:cubicBezTo>
                    <a:pt x="595" y="16"/>
                    <a:pt x="526" y="1"/>
                    <a:pt x="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85"/>
            <p:cNvSpPr/>
            <p:nvPr/>
          </p:nvSpPr>
          <p:spPr>
            <a:xfrm>
              <a:off x="4715256" y="3464449"/>
              <a:ext cx="133729" cy="109289"/>
            </a:xfrm>
            <a:custGeom>
              <a:rect b="b" l="l" r="r" t="t"/>
              <a:pathLst>
                <a:path extrusionOk="0" h="4199" w="5138">
                  <a:moveTo>
                    <a:pt x="3979" y="441"/>
                  </a:moveTo>
                  <a:cubicBezTo>
                    <a:pt x="4374" y="441"/>
                    <a:pt x="4697" y="761"/>
                    <a:pt x="4697" y="1159"/>
                  </a:cubicBezTo>
                  <a:lnTo>
                    <a:pt x="4697" y="3037"/>
                  </a:lnTo>
                  <a:cubicBezTo>
                    <a:pt x="4697" y="3435"/>
                    <a:pt x="4374" y="3755"/>
                    <a:pt x="3979" y="3755"/>
                  </a:cubicBezTo>
                  <a:lnTo>
                    <a:pt x="1161" y="3755"/>
                  </a:lnTo>
                  <a:cubicBezTo>
                    <a:pt x="764" y="3755"/>
                    <a:pt x="440" y="3435"/>
                    <a:pt x="440" y="3037"/>
                  </a:cubicBezTo>
                  <a:lnTo>
                    <a:pt x="440" y="1159"/>
                  </a:lnTo>
                  <a:cubicBezTo>
                    <a:pt x="440" y="761"/>
                    <a:pt x="760" y="441"/>
                    <a:pt x="1158" y="441"/>
                  </a:cubicBezTo>
                  <a:close/>
                  <a:moveTo>
                    <a:pt x="1161" y="1"/>
                  </a:moveTo>
                  <a:cubicBezTo>
                    <a:pt x="521" y="1"/>
                    <a:pt x="0" y="518"/>
                    <a:pt x="0" y="1159"/>
                  </a:cubicBezTo>
                  <a:lnTo>
                    <a:pt x="0" y="3037"/>
                  </a:lnTo>
                  <a:cubicBezTo>
                    <a:pt x="0" y="3678"/>
                    <a:pt x="517" y="4195"/>
                    <a:pt x="1158" y="4198"/>
                  </a:cubicBezTo>
                  <a:lnTo>
                    <a:pt x="3979" y="4198"/>
                  </a:lnTo>
                  <a:cubicBezTo>
                    <a:pt x="4616" y="4195"/>
                    <a:pt x="5137" y="3678"/>
                    <a:pt x="5137" y="3037"/>
                  </a:cubicBezTo>
                  <a:lnTo>
                    <a:pt x="5137" y="1159"/>
                  </a:lnTo>
                  <a:cubicBezTo>
                    <a:pt x="5137" y="518"/>
                    <a:pt x="4616" y="1"/>
                    <a:pt x="3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8" name="Google Shape;17768;p85"/>
          <p:cNvGrpSpPr/>
          <p:nvPr/>
        </p:nvGrpSpPr>
        <p:grpSpPr>
          <a:xfrm>
            <a:off x="3236451" y="1990798"/>
            <a:ext cx="356160" cy="356186"/>
            <a:chOff x="3236451" y="1990798"/>
            <a:chExt cx="356160" cy="356186"/>
          </a:xfrm>
        </p:grpSpPr>
        <p:sp>
          <p:nvSpPr>
            <p:cNvPr id="17769" name="Google Shape;17769;p85"/>
            <p:cNvSpPr/>
            <p:nvPr/>
          </p:nvSpPr>
          <p:spPr>
            <a:xfrm>
              <a:off x="3342123" y="2018283"/>
              <a:ext cx="167253" cy="152990"/>
            </a:xfrm>
            <a:custGeom>
              <a:rect b="b" l="l" r="r" t="t"/>
              <a:pathLst>
                <a:path extrusionOk="0" h="5878" w="6426">
                  <a:moveTo>
                    <a:pt x="645" y="0"/>
                  </a:moveTo>
                  <a:cubicBezTo>
                    <a:pt x="289" y="0"/>
                    <a:pt x="1" y="285"/>
                    <a:pt x="1" y="641"/>
                  </a:cubicBezTo>
                  <a:lnTo>
                    <a:pt x="1" y="4068"/>
                  </a:lnTo>
                  <a:cubicBezTo>
                    <a:pt x="1" y="4423"/>
                    <a:pt x="286" y="4712"/>
                    <a:pt x="641" y="4712"/>
                  </a:cubicBezTo>
                  <a:lnTo>
                    <a:pt x="2355" y="4712"/>
                  </a:lnTo>
                  <a:lnTo>
                    <a:pt x="4079" y="5859"/>
                  </a:lnTo>
                  <a:cubicBezTo>
                    <a:pt x="4098" y="5872"/>
                    <a:pt x="4118" y="5877"/>
                    <a:pt x="4138" y="5877"/>
                  </a:cubicBezTo>
                  <a:cubicBezTo>
                    <a:pt x="4199" y="5877"/>
                    <a:pt x="4255" y="5822"/>
                    <a:pt x="4244" y="5753"/>
                  </a:cubicBezTo>
                  <a:lnTo>
                    <a:pt x="4068" y="4712"/>
                  </a:lnTo>
                  <a:lnTo>
                    <a:pt x="5782" y="4712"/>
                  </a:lnTo>
                  <a:cubicBezTo>
                    <a:pt x="6137" y="4712"/>
                    <a:pt x="6426" y="4423"/>
                    <a:pt x="6426" y="4068"/>
                  </a:cubicBezTo>
                  <a:lnTo>
                    <a:pt x="6426" y="641"/>
                  </a:lnTo>
                  <a:cubicBezTo>
                    <a:pt x="6426" y="289"/>
                    <a:pt x="6137" y="0"/>
                    <a:pt x="578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85"/>
            <p:cNvSpPr/>
            <p:nvPr/>
          </p:nvSpPr>
          <p:spPr>
            <a:xfrm>
              <a:off x="3242594" y="2152065"/>
              <a:ext cx="122459" cy="122668"/>
            </a:xfrm>
            <a:custGeom>
              <a:rect b="b" l="l" r="r" t="t"/>
              <a:pathLst>
                <a:path extrusionOk="0" h="4713" w="4705">
                  <a:moveTo>
                    <a:pt x="2354" y="1"/>
                  </a:moveTo>
                  <a:cubicBezTo>
                    <a:pt x="1327" y="1"/>
                    <a:pt x="567" y="824"/>
                    <a:pt x="493" y="1831"/>
                  </a:cubicBezTo>
                  <a:cubicBezTo>
                    <a:pt x="454" y="2362"/>
                    <a:pt x="278" y="3382"/>
                    <a:pt x="53" y="3973"/>
                  </a:cubicBezTo>
                  <a:cubicBezTo>
                    <a:pt x="0" y="4103"/>
                    <a:pt x="60" y="4248"/>
                    <a:pt x="190" y="4308"/>
                  </a:cubicBezTo>
                  <a:cubicBezTo>
                    <a:pt x="623" y="4505"/>
                    <a:pt x="1084" y="4642"/>
                    <a:pt x="1556" y="4712"/>
                  </a:cubicBezTo>
                  <a:lnTo>
                    <a:pt x="3153" y="4712"/>
                  </a:lnTo>
                  <a:cubicBezTo>
                    <a:pt x="3624" y="4642"/>
                    <a:pt x="4085" y="4505"/>
                    <a:pt x="4518" y="4308"/>
                  </a:cubicBezTo>
                  <a:cubicBezTo>
                    <a:pt x="4645" y="4251"/>
                    <a:pt x="4705" y="4103"/>
                    <a:pt x="4655" y="3973"/>
                  </a:cubicBezTo>
                  <a:cubicBezTo>
                    <a:pt x="4434" y="3382"/>
                    <a:pt x="4254" y="2362"/>
                    <a:pt x="4216" y="1831"/>
                  </a:cubicBezTo>
                  <a:cubicBezTo>
                    <a:pt x="4142" y="821"/>
                    <a:pt x="3382" y="1"/>
                    <a:pt x="23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85"/>
            <p:cNvSpPr/>
            <p:nvPr/>
          </p:nvSpPr>
          <p:spPr>
            <a:xfrm>
              <a:off x="3275831" y="2152065"/>
              <a:ext cx="89326" cy="122563"/>
            </a:xfrm>
            <a:custGeom>
              <a:rect b="b" l="l" r="r" t="t"/>
              <a:pathLst>
                <a:path extrusionOk="0" h="4709" w="3432">
                  <a:moveTo>
                    <a:pt x="1070" y="1"/>
                  </a:moveTo>
                  <a:cubicBezTo>
                    <a:pt x="282" y="1"/>
                    <a:pt x="1" y="1078"/>
                    <a:pt x="680" y="1479"/>
                  </a:cubicBezTo>
                  <a:cubicBezTo>
                    <a:pt x="704" y="1493"/>
                    <a:pt x="725" y="1503"/>
                    <a:pt x="746" y="1514"/>
                  </a:cubicBezTo>
                  <a:lnTo>
                    <a:pt x="1341" y="4709"/>
                  </a:lnTo>
                  <a:lnTo>
                    <a:pt x="1876" y="4709"/>
                  </a:lnTo>
                  <a:cubicBezTo>
                    <a:pt x="2347" y="4642"/>
                    <a:pt x="2808" y="4505"/>
                    <a:pt x="3241" y="4304"/>
                  </a:cubicBezTo>
                  <a:cubicBezTo>
                    <a:pt x="3368" y="4248"/>
                    <a:pt x="3431" y="4103"/>
                    <a:pt x="3378" y="3973"/>
                  </a:cubicBezTo>
                  <a:cubicBezTo>
                    <a:pt x="3157" y="3379"/>
                    <a:pt x="2977" y="2362"/>
                    <a:pt x="2939" y="1831"/>
                  </a:cubicBezTo>
                  <a:cubicBezTo>
                    <a:pt x="2865" y="821"/>
                    <a:pt x="2105" y="1"/>
                    <a:pt x="10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85"/>
            <p:cNvSpPr/>
            <p:nvPr/>
          </p:nvSpPr>
          <p:spPr>
            <a:xfrm>
              <a:off x="3241761" y="2244670"/>
              <a:ext cx="122642" cy="96900"/>
            </a:xfrm>
            <a:custGeom>
              <a:rect b="b" l="l" r="r" t="t"/>
              <a:pathLst>
                <a:path extrusionOk="0" h="3723" w="4712">
                  <a:moveTo>
                    <a:pt x="1573" y="0"/>
                  </a:moveTo>
                  <a:lnTo>
                    <a:pt x="1573" y="785"/>
                  </a:lnTo>
                  <a:cubicBezTo>
                    <a:pt x="1573" y="982"/>
                    <a:pt x="1461" y="1165"/>
                    <a:pt x="1285" y="1253"/>
                  </a:cubicBezTo>
                  <a:lnTo>
                    <a:pt x="437" y="1678"/>
                  </a:lnTo>
                  <a:cubicBezTo>
                    <a:pt x="170" y="1809"/>
                    <a:pt x="1" y="2083"/>
                    <a:pt x="4" y="2382"/>
                  </a:cubicBezTo>
                  <a:lnTo>
                    <a:pt x="4" y="3723"/>
                  </a:lnTo>
                  <a:lnTo>
                    <a:pt x="4712" y="3723"/>
                  </a:lnTo>
                  <a:lnTo>
                    <a:pt x="4712" y="2379"/>
                  </a:lnTo>
                  <a:cubicBezTo>
                    <a:pt x="4712" y="2083"/>
                    <a:pt x="4547" y="1809"/>
                    <a:pt x="4279" y="1678"/>
                  </a:cubicBezTo>
                  <a:lnTo>
                    <a:pt x="3431" y="1253"/>
                  </a:lnTo>
                  <a:cubicBezTo>
                    <a:pt x="3255" y="1165"/>
                    <a:pt x="3143" y="982"/>
                    <a:pt x="3143" y="785"/>
                  </a:cubicBezTo>
                  <a:lnTo>
                    <a:pt x="314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85"/>
            <p:cNvSpPr/>
            <p:nvPr/>
          </p:nvSpPr>
          <p:spPr>
            <a:xfrm>
              <a:off x="3282338" y="2244670"/>
              <a:ext cx="41696" cy="27303"/>
            </a:xfrm>
            <a:custGeom>
              <a:rect b="b" l="l" r="r" t="t"/>
              <a:pathLst>
                <a:path extrusionOk="0" h="1049" w="1602">
                  <a:moveTo>
                    <a:pt x="14" y="0"/>
                  </a:moveTo>
                  <a:lnTo>
                    <a:pt x="14" y="785"/>
                  </a:lnTo>
                  <a:cubicBezTo>
                    <a:pt x="14" y="820"/>
                    <a:pt x="11" y="852"/>
                    <a:pt x="0" y="887"/>
                  </a:cubicBezTo>
                  <a:cubicBezTo>
                    <a:pt x="254" y="992"/>
                    <a:pt x="528" y="1045"/>
                    <a:pt x="803" y="1049"/>
                  </a:cubicBezTo>
                  <a:cubicBezTo>
                    <a:pt x="1077" y="1045"/>
                    <a:pt x="1348" y="992"/>
                    <a:pt x="1601" y="887"/>
                  </a:cubicBezTo>
                  <a:cubicBezTo>
                    <a:pt x="1591" y="852"/>
                    <a:pt x="1587" y="820"/>
                    <a:pt x="1587" y="785"/>
                  </a:cubicBezTo>
                  <a:lnTo>
                    <a:pt x="1587"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85"/>
            <p:cNvSpPr/>
            <p:nvPr/>
          </p:nvSpPr>
          <p:spPr>
            <a:xfrm>
              <a:off x="3241761" y="2280458"/>
              <a:ext cx="122746" cy="61113"/>
            </a:xfrm>
            <a:custGeom>
              <a:rect b="b" l="l" r="r" t="t"/>
              <a:pathLst>
                <a:path extrusionOk="0" h="2348" w="4716">
                  <a:moveTo>
                    <a:pt x="1042" y="1"/>
                  </a:moveTo>
                  <a:lnTo>
                    <a:pt x="437" y="303"/>
                  </a:lnTo>
                  <a:cubicBezTo>
                    <a:pt x="170" y="434"/>
                    <a:pt x="1" y="708"/>
                    <a:pt x="4" y="1007"/>
                  </a:cubicBezTo>
                  <a:lnTo>
                    <a:pt x="4" y="2348"/>
                  </a:lnTo>
                  <a:lnTo>
                    <a:pt x="4715" y="2348"/>
                  </a:lnTo>
                  <a:lnTo>
                    <a:pt x="4715" y="1004"/>
                  </a:lnTo>
                  <a:cubicBezTo>
                    <a:pt x="4715" y="708"/>
                    <a:pt x="4547" y="434"/>
                    <a:pt x="4279" y="303"/>
                  </a:cubicBezTo>
                  <a:lnTo>
                    <a:pt x="3678" y="1"/>
                  </a:lnTo>
                  <a:cubicBezTo>
                    <a:pt x="3368" y="479"/>
                    <a:pt x="2863" y="719"/>
                    <a:pt x="2359" y="719"/>
                  </a:cubicBezTo>
                  <a:cubicBezTo>
                    <a:pt x="1854" y="719"/>
                    <a:pt x="1350" y="479"/>
                    <a:pt x="104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85"/>
            <p:cNvSpPr/>
            <p:nvPr/>
          </p:nvSpPr>
          <p:spPr>
            <a:xfrm>
              <a:off x="3262192" y="2191262"/>
              <a:ext cx="81804" cy="67073"/>
            </a:xfrm>
            <a:custGeom>
              <a:rect b="b" l="l" r="r" t="t"/>
              <a:pathLst>
                <a:path extrusionOk="0" h="2577" w="3143">
                  <a:moveTo>
                    <a:pt x="1215" y="1"/>
                  </a:moveTo>
                  <a:cubicBezTo>
                    <a:pt x="1116" y="1"/>
                    <a:pt x="1022" y="58"/>
                    <a:pt x="978" y="152"/>
                  </a:cubicBezTo>
                  <a:cubicBezTo>
                    <a:pt x="890" y="332"/>
                    <a:pt x="771" y="493"/>
                    <a:pt x="620" y="624"/>
                  </a:cubicBezTo>
                  <a:cubicBezTo>
                    <a:pt x="479" y="747"/>
                    <a:pt x="324" y="852"/>
                    <a:pt x="159" y="937"/>
                  </a:cubicBezTo>
                  <a:cubicBezTo>
                    <a:pt x="57" y="990"/>
                    <a:pt x="0" y="1099"/>
                    <a:pt x="18" y="1208"/>
                  </a:cubicBezTo>
                  <a:cubicBezTo>
                    <a:pt x="120" y="1992"/>
                    <a:pt x="785" y="2576"/>
                    <a:pt x="1577" y="2576"/>
                  </a:cubicBezTo>
                  <a:cubicBezTo>
                    <a:pt x="2393" y="2573"/>
                    <a:pt x="3072" y="1947"/>
                    <a:pt x="3139" y="1130"/>
                  </a:cubicBezTo>
                  <a:cubicBezTo>
                    <a:pt x="3142" y="1049"/>
                    <a:pt x="3111" y="972"/>
                    <a:pt x="3051" y="919"/>
                  </a:cubicBezTo>
                  <a:cubicBezTo>
                    <a:pt x="2534" y="486"/>
                    <a:pt x="1925" y="177"/>
                    <a:pt x="1274" y="8"/>
                  </a:cubicBezTo>
                  <a:cubicBezTo>
                    <a:pt x="1254" y="3"/>
                    <a:pt x="1234" y="1"/>
                    <a:pt x="121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85"/>
            <p:cNvSpPr/>
            <p:nvPr/>
          </p:nvSpPr>
          <p:spPr>
            <a:xfrm>
              <a:off x="3262192" y="2191262"/>
              <a:ext cx="81883" cy="66422"/>
            </a:xfrm>
            <a:custGeom>
              <a:rect b="b" l="l" r="r" t="t"/>
              <a:pathLst>
                <a:path extrusionOk="0" h="2552" w="3146">
                  <a:moveTo>
                    <a:pt x="1213" y="1"/>
                  </a:moveTo>
                  <a:cubicBezTo>
                    <a:pt x="1112" y="1"/>
                    <a:pt x="1020" y="58"/>
                    <a:pt x="978" y="152"/>
                  </a:cubicBezTo>
                  <a:cubicBezTo>
                    <a:pt x="915" y="279"/>
                    <a:pt x="834" y="398"/>
                    <a:pt x="739" y="500"/>
                  </a:cubicBezTo>
                  <a:cubicBezTo>
                    <a:pt x="700" y="546"/>
                    <a:pt x="662" y="585"/>
                    <a:pt x="620" y="624"/>
                  </a:cubicBezTo>
                  <a:cubicBezTo>
                    <a:pt x="479" y="747"/>
                    <a:pt x="324" y="852"/>
                    <a:pt x="155" y="937"/>
                  </a:cubicBezTo>
                  <a:cubicBezTo>
                    <a:pt x="57" y="986"/>
                    <a:pt x="0" y="1095"/>
                    <a:pt x="18" y="1208"/>
                  </a:cubicBezTo>
                  <a:cubicBezTo>
                    <a:pt x="109" y="1901"/>
                    <a:pt x="644" y="2450"/>
                    <a:pt x="1337" y="2552"/>
                  </a:cubicBezTo>
                  <a:cubicBezTo>
                    <a:pt x="1024" y="2341"/>
                    <a:pt x="788" y="2052"/>
                    <a:pt x="788" y="1528"/>
                  </a:cubicBezTo>
                  <a:lnTo>
                    <a:pt x="788" y="1155"/>
                  </a:lnTo>
                  <a:cubicBezTo>
                    <a:pt x="848" y="1113"/>
                    <a:pt x="908" y="1067"/>
                    <a:pt x="968" y="1014"/>
                  </a:cubicBezTo>
                  <a:cubicBezTo>
                    <a:pt x="1112" y="884"/>
                    <a:pt x="1239" y="736"/>
                    <a:pt x="1341" y="574"/>
                  </a:cubicBezTo>
                  <a:cubicBezTo>
                    <a:pt x="2643" y="849"/>
                    <a:pt x="3065" y="1486"/>
                    <a:pt x="3065" y="1486"/>
                  </a:cubicBezTo>
                  <a:cubicBezTo>
                    <a:pt x="3104" y="1370"/>
                    <a:pt x="3128" y="1253"/>
                    <a:pt x="3139" y="1134"/>
                  </a:cubicBezTo>
                  <a:cubicBezTo>
                    <a:pt x="3146" y="1053"/>
                    <a:pt x="3111" y="972"/>
                    <a:pt x="3047" y="919"/>
                  </a:cubicBezTo>
                  <a:cubicBezTo>
                    <a:pt x="2534" y="486"/>
                    <a:pt x="1925" y="177"/>
                    <a:pt x="1274" y="8"/>
                  </a:cubicBezTo>
                  <a:cubicBezTo>
                    <a:pt x="1254" y="3"/>
                    <a:pt x="1233" y="1"/>
                    <a:pt x="121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85"/>
            <p:cNvSpPr/>
            <p:nvPr/>
          </p:nvSpPr>
          <p:spPr>
            <a:xfrm>
              <a:off x="3342045" y="2294305"/>
              <a:ext cx="22462" cy="47266"/>
            </a:xfrm>
            <a:custGeom>
              <a:rect b="b" l="l" r="r" t="t"/>
              <a:pathLst>
                <a:path extrusionOk="0" h="1816" w="863">
                  <a:moveTo>
                    <a:pt x="701" y="0"/>
                  </a:moveTo>
                  <a:lnTo>
                    <a:pt x="124" y="584"/>
                  </a:lnTo>
                  <a:cubicBezTo>
                    <a:pt x="46" y="662"/>
                    <a:pt x="0" y="771"/>
                    <a:pt x="4" y="883"/>
                  </a:cubicBezTo>
                  <a:lnTo>
                    <a:pt x="4" y="1816"/>
                  </a:lnTo>
                  <a:lnTo>
                    <a:pt x="862" y="1816"/>
                  </a:lnTo>
                  <a:lnTo>
                    <a:pt x="862" y="472"/>
                  </a:lnTo>
                  <a:cubicBezTo>
                    <a:pt x="859" y="303"/>
                    <a:pt x="803" y="137"/>
                    <a:pt x="7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85"/>
            <p:cNvSpPr/>
            <p:nvPr/>
          </p:nvSpPr>
          <p:spPr>
            <a:xfrm>
              <a:off x="3241761" y="2294305"/>
              <a:ext cx="22384" cy="47266"/>
            </a:xfrm>
            <a:custGeom>
              <a:rect b="b" l="l" r="r" t="t"/>
              <a:pathLst>
                <a:path extrusionOk="0" h="1816" w="860">
                  <a:moveTo>
                    <a:pt x="163" y="0"/>
                  </a:moveTo>
                  <a:cubicBezTo>
                    <a:pt x="57" y="137"/>
                    <a:pt x="1" y="303"/>
                    <a:pt x="1" y="472"/>
                  </a:cubicBezTo>
                  <a:lnTo>
                    <a:pt x="1" y="1816"/>
                  </a:lnTo>
                  <a:lnTo>
                    <a:pt x="856" y="1816"/>
                  </a:lnTo>
                  <a:lnTo>
                    <a:pt x="856" y="883"/>
                  </a:lnTo>
                  <a:cubicBezTo>
                    <a:pt x="859" y="771"/>
                    <a:pt x="813" y="662"/>
                    <a:pt x="736" y="584"/>
                  </a:cubicBezTo>
                  <a:lnTo>
                    <a:pt x="163"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85"/>
            <p:cNvSpPr/>
            <p:nvPr/>
          </p:nvSpPr>
          <p:spPr>
            <a:xfrm>
              <a:off x="3476581" y="2163881"/>
              <a:ext cx="31415" cy="68999"/>
            </a:xfrm>
            <a:custGeom>
              <a:rect b="b" l="l" r="r" t="t"/>
              <a:pathLst>
                <a:path extrusionOk="0" h="2651" w="1207">
                  <a:moveTo>
                    <a:pt x="721" y="1"/>
                  </a:moveTo>
                  <a:cubicBezTo>
                    <a:pt x="324" y="1"/>
                    <a:pt x="0" y="325"/>
                    <a:pt x="0" y="722"/>
                  </a:cubicBezTo>
                  <a:lnTo>
                    <a:pt x="0" y="891"/>
                  </a:lnTo>
                  <a:cubicBezTo>
                    <a:pt x="0" y="1099"/>
                    <a:pt x="35" y="1306"/>
                    <a:pt x="99" y="1500"/>
                  </a:cubicBezTo>
                  <a:lnTo>
                    <a:pt x="482" y="2650"/>
                  </a:lnTo>
                  <a:lnTo>
                    <a:pt x="1207" y="2650"/>
                  </a:lnTo>
                  <a:lnTo>
                    <a:pt x="1207"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85"/>
            <p:cNvSpPr/>
            <p:nvPr/>
          </p:nvSpPr>
          <p:spPr>
            <a:xfrm>
              <a:off x="3489022" y="2157582"/>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4"/>
                  </a:lnTo>
                  <a:cubicBezTo>
                    <a:pt x="2868" y="1291"/>
                    <a:pt x="2893" y="1112"/>
                    <a:pt x="2893" y="932"/>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85"/>
            <p:cNvSpPr/>
            <p:nvPr/>
          </p:nvSpPr>
          <p:spPr>
            <a:xfrm>
              <a:off x="3500370" y="2252348"/>
              <a:ext cx="40239" cy="35189"/>
            </a:xfrm>
            <a:custGeom>
              <a:rect b="b" l="l" r="r" t="t"/>
              <a:pathLst>
                <a:path extrusionOk="0" h="1352" w="1546">
                  <a:moveTo>
                    <a:pt x="1" y="1"/>
                  </a:moveTo>
                  <a:lnTo>
                    <a:pt x="1" y="1352"/>
                  </a:lnTo>
                  <a:lnTo>
                    <a:pt x="1545" y="1352"/>
                  </a:lnTo>
                  <a:lnTo>
                    <a:pt x="154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85"/>
            <p:cNvSpPr/>
            <p:nvPr/>
          </p:nvSpPr>
          <p:spPr>
            <a:xfrm>
              <a:off x="3500370" y="2252348"/>
              <a:ext cx="40239" cy="21811"/>
            </a:xfrm>
            <a:custGeom>
              <a:rect b="b" l="l" r="r" t="t"/>
              <a:pathLst>
                <a:path extrusionOk="0" h="838" w="1546">
                  <a:moveTo>
                    <a:pt x="1" y="1"/>
                  </a:moveTo>
                  <a:lnTo>
                    <a:pt x="1" y="687"/>
                  </a:lnTo>
                  <a:cubicBezTo>
                    <a:pt x="249" y="787"/>
                    <a:pt x="511" y="837"/>
                    <a:pt x="773" y="837"/>
                  </a:cubicBezTo>
                  <a:cubicBezTo>
                    <a:pt x="1035" y="837"/>
                    <a:pt x="1297" y="787"/>
                    <a:pt x="1545" y="687"/>
                  </a:cubicBezTo>
                  <a:lnTo>
                    <a:pt x="1545"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85"/>
            <p:cNvSpPr/>
            <p:nvPr/>
          </p:nvSpPr>
          <p:spPr>
            <a:xfrm>
              <a:off x="3453572" y="2274160"/>
              <a:ext cx="133833" cy="67411"/>
            </a:xfrm>
            <a:custGeom>
              <a:rect b="b" l="l" r="r" t="t"/>
              <a:pathLst>
                <a:path extrusionOk="0" h="2590" w="5142">
                  <a:moveTo>
                    <a:pt x="1799" y="0"/>
                  </a:moveTo>
                  <a:lnTo>
                    <a:pt x="560" y="355"/>
                  </a:lnTo>
                  <a:cubicBezTo>
                    <a:pt x="230" y="447"/>
                    <a:pt x="1" y="749"/>
                    <a:pt x="1" y="1094"/>
                  </a:cubicBezTo>
                  <a:lnTo>
                    <a:pt x="1" y="2590"/>
                  </a:lnTo>
                  <a:lnTo>
                    <a:pt x="5141" y="2590"/>
                  </a:lnTo>
                  <a:lnTo>
                    <a:pt x="5141" y="1094"/>
                  </a:lnTo>
                  <a:cubicBezTo>
                    <a:pt x="5141" y="749"/>
                    <a:pt x="4913" y="447"/>
                    <a:pt x="4582" y="355"/>
                  </a:cubicBezTo>
                  <a:lnTo>
                    <a:pt x="3343" y="0"/>
                  </a:lnTo>
                  <a:lnTo>
                    <a:pt x="2573" y="510"/>
                  </a:lnTo>
                  <a:lnTo>
                    <a:pt x="17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85"/>
            <p:cNvSpPr/>
            <p:nvPr/>
          </p:nvSpPr>
          <p:spPr>
            <a:xfrm>
              <a:off x="3482879" y="2188972"/>
              <a:ext cx="75402" cy="68999"/>
            </a:xfrm>
            <a:custGeom>
              <a:rect b="b" l="l" r="r" t="t"/>
              <a:pathLst>
                <a:path extrusionOk="0" h="2651" w="2897">
                  <a:moveTo>
                    <a:pt x="917" y="1"/>
                  </a:moveTo>
                  <a:cubicBezTo>
                    <a:pt x="792" y="1"/>
                    <a:pt x="670" y="53"/>
                    <a:pt x="578" y="145"/>
                  </a:cubicBezTo>
                  <a:lnTo>
                    <a:pt x="142" y="581"/>
                  </a:lnTo>
                  <a:cubicBezTo>
                    <a:pt x="50" y="669"/>
                    <a:pt x="1" y="793"/>
                    <a:pt x="1" y="923"/>
                  </a:cubicBezTo>
                  <a:lnTo>
                    <a:pt x="1" y="1204"/>
                  </a:lnTo>
                  <a:cubicBezTo>
                    <a:pt x="1" y="2003"/>
                    <a:pt x="648" y="2647"/>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85"/>
            <p:cNvSpPr/>
            <p:nvPr/>
          </p:nvSpPr>
          <p:spPr>
            <a:xfrm>
              <a:off x="3482879" y="2188972"/>
              <a:ext cx="75037" cy="67515"/>
            </a:xfrm>
            <a:custGeom>
              <a:rect b="b" l="l" r="r" t="t"/>
              <a:pathLst>
                <a:path extrusionOk="0" h="2594" w="2883">
                  <a:moveTo>
                    <a:pt x="914" y="1"/>
                  </a:moveTo>
                  <a:cubicBezTo>
                    <a:pt x="788" y="1"/>
                    <a:pt x="666" y="53"/>
                    <a:pt x="574" y="142"/>
                  </a:cubicBezTo>
                  <a:lnTo>
                    <a:pt x="1" y="722"/>
                  </a:lnTo>
                  <a:lnTo>
                    <a:pt x="1" y="1204"/>
                  </a:lnTo>
                  <a:cubicBezTo>
                    <a:pt x="1" y="1848"/>
                    <a:pt x="427" y="2415"/>
                    <a:pt x="1046" y="2594"/>
                  </a:cubicBezTo>
                  <a:cubicBezTo>
                    <a:pt x="838" y="2337"/>
                    <a:pt x="722" y="2017"/>
                    <a:pt x="722" y="1686"/>
                  </a:cubicBezTo>
                  <a:lnTo>
                    <a:pt x="722" y="1151"/>
                  </a:lnTo>
                  <a:cubicBezTo>
                    <a:pt x="722" y="873"/>
                    <a:pt x="954" y="669"/>
                    <a:pt x="1232" y="669"/>
                  </a:cubicBezTo>
                  <a:cubicBezTo>
                    <a:pt x="1658" y="669"/>
                    <a:pt x="2517" y="722"/>
                    <a:pt x="2882" y="993"/>
                  </a:cubicBezTo>
                  <a:cubicBezTo>
                    <a:pt x="2868" y="891"/>
                    <a:pt x="2826" y="627"/>
                    <a:pt x="2752" y="553"/>
                  </a:cubicBezTo>
                  <a:cubicBezTo>
                    <a:pt x="2379" y="191"/>
                    <a:pt x="1697" y="26"/>
                    <a:pt x="926" y="1"/>
                  </a:cubicBezTo>
                  <a:cubicBezTo>
                    <a:pt x="922" y="1"/>
                    <a:pt x="918" y="1"/>
                    <a:pt x="91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85"/>
            <p:cNvSpPr/>
            <p:nvPr/>
          </p:nvSpPr>
          <p:spPr>
            <a:xfrm>
              <a:off x="3453677" y="2291182"/>
              <a:ext cx="26756" cy="50389"/>
            </a:xfrm>
            <a:custGeom>
              <a:rect b="b" l="l" r="r" t="t"/>
              <a:pathLst>
                <a:path extrusionOk="0" h="1936" w="1028">
                  <a:moveTo>
                    <a:pt x="141" y="0"/>
                  </a:moveTo>
                  <a:cubicBezTo>
                    <a:pt x="50" y="131"/>
                    <a:pt x="0" y="285"/>
                    <a:pt x="0" y="440"/>
                  </a:cubicBezTo>
                  <a:lnTo>
                    <a:pt x="0" y="1936"/>
                  </a:lnTo>
                  <a:lnTo>
                    <a:pt x="1028" y="1936"/>
                  </a:lnTo>
                  <a:lnTo>
                    <a:pt x="1028" y="1207"/>
                  </a:lnTo>
                  <a:lnTo>
                    <a:pt x="1024" y="1207"/>
                  </a:lnTo>
                  <a:cubicBezTo>
                    <a:pt x="1024" y="1003"/>
                    <a:pt x="943" y="806"/>
                    <a:pt x="799" y="662"/>
                  </a:cubicBezTo>
                  <a:lnTo>
                    <a:pt x="14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85"/>
            <p:cNvSpPr/>
            <p:nvPr/>
          </p:nvSpPr>
          <p:spPr>
            <a:xfrm>
              <a:off x="3560546" y="2291182"/>
              <a:ext cx="26756" cy="50389"/>
            </a:xfrm>
            <a:custGeom>
              <a:rect b="b" l="l" r="r" t="t"/>
              <a:pathLst>
                <a:path extrusionOk="0" h="1936" w="1028">
                  <a:moveTo>
                    <a:pt x="887" y="0"/>
                  </a:moveTo>
                  <a:lnTo>
                    <a:pt x="229" y="662"/>
                  </a:lnTo>
                  <a:cubicBezTo>
                    <a:pt x="85" y="806"/>
                    <a:pt x="4" y="1003"/>
                    <a:pt x="4" y="1207"/>
                  </a:cubicBezTo>
                  <a:lnTo>
                    <a:pt x="1" y="1207"/>
                  </a:lnTo>
                  <a:lnTo>
                    <a:pt x="1" y="1936"/>
                  </a:lnTo>
                  <a:lnTo>
                    <a:pt x="1028" y="1936"/>
                  </a:lnTo>
                  <a:lnTo>
                    <a:pt x="1028" y="440"/>
                  </a:lnTo>
                  <a:cubicBezTo>
                    <a:pt x="1028" y="285"/>
                    <a:pt x="979" y="131"/>
                    <a:pt x="8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85"/>
            <p:cNvSpPr/>
            <p:nvPr/>
          </p:nvSpPr>
          <p:spPr>
            <a:xfrm>
              <a:off x="3297538" y="1995926"/>
              <a:ext cx="189506" cy="163323"/>
            </a:xfrm>
            <a:custGeom>
              <a:rect b="b" l="l" r="r" t="t"/>
              <a:pathLst>
                <a:path extrusionOk="0" h="6275" w="7281">
                  <a:moveTo>
                    <a:pt x="644" y="1"/>
                  </a:moveTo>
                  <a:cubicBezTo>
                    <a:pt x="289" y="1"/>
                    <a:pt x="0" y="289"/>
                    <a:pt x="0" y="645"/>
                  </a:cubicBezTo>
                  <a:lnTo>
                    <a:pt x="0" y="4072"/>
                  </a:lnTo>
                  <a:cubicBezTo>
                    <a:pt x="0" y="4427"/>
                    <a:pt x="289" y="4712"/>
                    <a:pt x="644" y="4712"/>
                  </a:cubicBezTo>
                  <a:lnTo>
                    <a:pt x="2998" y="4712"/>
                  </a:lnTo>
                  <a:lnTo>
                    <a:pt x="2643" y="6141"/>
                  </a:lnTo>
                  <a:cubicBezTo>
                    <a:pt x="2624" y="6215"/>
                    <a:pt x="2681" y="6275"/>
                    <a:pt x="2745" y="6275"/>
                  </a:cubicBezTo>
                  <a:cubicBezTo>
                    <a:pt x="2766" y="6275"/>
                    <a:pt x="2788" y="6268"/>
                    <a:pt x="2808" y="6253"/>
                  </a:cubicBezTo>
                  <a:lnTo>
                    <a:pt x="4926" y="4716"/>
                  </a:lnTo>
                  <a:lnTo>
                    <a:pt x="6640" y="4716"/>
                  </a:lnTo>
                  <a:cubicBezTo>
                    <a:pt x="6992" y="4716"/>
                    <a:pt x="7280" y="4427"/>
                    <a:pt x="7280" y="4072"/>
                  </a:cubicBezTo>
                  <a:lnTo>
                    <a:pt x="7280" y="645"/>
                  </a:lnTo>
                  <a:cubicBezTo>
                    <a:pt x="7280" y="289"/>
                    <a:pt x="6992" y="1"/>
                    <a:pt x="664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85"/>
            <p:cNvSpPr/>
            <p:nvPr/>
          </p:nvSpPr>
          <p:spPr>
            <a:xfrm>
              <a:off x="3236451" y="2146755"/>
              <a:ext cx="133365" cy="200230"/>
            </a:xfrm>
            <a:custGeom>
              <a:rect b="b" l="l" r="r" t="t"/>
              <a:pathLst>
                <a:path extrusionOk="0" h="7693" w="5124">
                  <a:moveTo>
                    <a:pt x="2562" y="405"/>
                  </a:moveTo>
                  <a:cubicBezTo>
                    <a:pt x="2617" y="405"/>
                    <a:pt x="2673" y="407"/>
                    <a:pt x="2727" y="413"/>
                  </a:cubicBezTo>
                  <a:cubicBezTo>
                    <a:pt x="3600" y="490"/>
                    <a:pt x="4286" y="1257"/>
                    <a:pt x="4290" y="2151"/>
                  </a:cubicBezTo>
                  <a:cubicBezTo>
                    <a:pt x="4293" y="3002"/>
                    <a:pt x="4494" y="3790"/>
                    <a:pt x="4666" y="4205"/>
                  </a:cubicBezTo>
                  <a:cubicBezTo>
                    <a:pt x="4670" y="4209"/>
                    <a:pt x="4666" y="4216"/>
                    <a:pt x="4659" y="4219"/>
                  </a:cubicBezTo>
                  <a:cubicBezTo>
                    <a:pt x="4483" y="4343"/>
                    <a:pt x="4089" y="4571"/>
                    <a:pt x="3414" y="4709"/>
                  </a:cubicBezTo>
                  <a:cubicBezTo>
                    <a:pt x="3407" y="4691"/>
                    <a:pt x="3403" y="4670"/>
                    <a:pt x="3403" y="4649"/>
                  </a:cubicBezTo>
                  <a:lnTo>
                    <a:pt x="3403" y="4248"/>
                  </a:lnTo>
                  <a:cubicBezTo>
                    <a:pt x="3670" y="4096"/>
                    <a:pt x="3889" y="3875"/>
                    <a:pt x="4040" y="3611"/>
                  </a:cubicBezTo>
                  <a:cubicBezTo>
                    <a:pt x="4321" y="3111"/>
                    <a:pt x="4219" y="2481"/>
                    <a:pt x="3797" y="2094"/>
                  </a:cubicBezTo>
                  <a:cubicBezTo>
                    <a:pt x="3505" y="1823"/>
                    <a:pt x="2974" y="1500"/>
                    <a:pt x="2133" y="1500"/>
                  </a:cubicBezTo>
                  <a:cubicBezTo>
                    <a:pt x="2080" y="1500"/>
                    <a:pt x="2031" y="1521"/>
                    <a:pt x="1992" y="1560"/>
                  </a:cubicBezTo>
                  <a:lnTo>
                    <a:pt x="1563" y="1989"/>
                  </a:lnTo>
                  <a:cubicBezTo>
                    <a:pt x="1417" y="2132"/>
                    <a:pt x="1551" y="2333"/>
                    <a:pt x="1707" y="2333"/>
                  </a:cubicBezTo>
                  <a:cubicBezTo>
                    <a:pt x="1754" y="2333"/>
                    <a:pt x="1804" y="2314"/>
                    <a:pt x="1848" y="2270"/>
                  </a:cubicBezTo>
                  <a:lnTo>
                    <a:pt x="2214" y="1904"/>
                  </a:lnTo>
                  <a:cubicBezTo>
                    <a:pt x="2752" y="1918"/>
                    <a:pt x="3192" y="2080"/>
                    <a:pt x="3530" y="2386"/>
                  </a:cubicBezTo>
                  <a:cubicBezTo>
                    <a:pt x="3815" y="2650"/>
                    <a:pt x="3882" y="3072"/>
                    <a:pt x="3692" y="3410"/>
                  </a:cubicBezTo>
                  <a:cubicBezTo>
                    <a:pt x="3456" y="3824"/>
                    <a:pt x="3022" y="4069"/>
                    <a:pt x="2563" y="4069"/>
                  </a:cubicBezTo>
                  <a:cubicBezTo>
                    <a:pt x="2453" y="4069"/>
                    <a:pt x="2342" y="4055"/>
                    <a:pt x="2231" y="4026"/>
                  </a:cubicBezTo>
                  <a:cubicBezTo>
                    <a:pt x="1661" y="3875"/>
                    <a:pt x="1264" y="3361"/>
                    <a:pt x="1264" y="2770"/>
                  </a:cubicBezTo>
                  <a:cubicBezTo>
                    <a:pt x="1257" y="2643"/>
                    <a:pt x="1159" y="2580"/>
                    <a:pt x="1062" y="2580"/>
                  </a:cubicBezTo>
                  <a:cubicBezTo>
                    <a:pt x="965" y="2580"/>
                    <a:pt x="868" y="2643"/>
                    <a:pt x="863" y="2770"/>
                  </a:cubicBezTo>
                  <a:cubicBezTo>
                    <a:pt x="863" y="3379"/>
                    <a:pt x="1190" y="3942"/>
                    <a:pt x="1718" y="4244"/>
                  </a:cubicBezTo>
                  <a:lnTo>
                    <a:pt x="1718" y="4649"/>
                  </a:lnTo>
                  <a:cubicBezTo>
                    <a:pt x="1718" y="4666"/>
                    <a:pt x="1714" y="4687"/>
                    <a:pt x="1711" y="4709"/>
                  </a:cubicBezTo>
                  <a:cubicBezTo>
                    <a:pt x="1035" y="4568"/>
                    <a:pt x="641" y="4343"/>
                    <a:pt x="462" y="4219"/>
                  </a:cubicBezTo>
                  <a:cubicBezTo>
                    <a:pt x="458" y="4216"/>
                    <a:pt x="455" y="4209"/>
                    <a:pt x="458" y="4205"/>
                  </a:cubicBezTo>
                  <a:cubicBezTo>
                    <a:pt x="630" y="3790"/>
                    <a:pt x="831" y="3002"/>
                    <a:pt x="835" y="2151"/>
                  </a:cubicBezTo>
                  <a:cubicBezTo>
                    <a:pt x="838" y="1257"/>
                    <a:pt x="1524" y="490"/>
                    <a:pt x="2397" y="413"/>
                  </a:cubicBezTo>
                  <a:cubicBezTo>
                    <a:pt x="2451" y="407"/>
                    <a:pt x="2507" y="405"/>
                    <a:pt x="2562" y="405"/>
                  </a:cubicBezTo>
                  <a:close/>
                  <a:moveTo>
                    <a:pt x="3005" y="4413"/>
                  </a:moveTo>
                  <a:lnTo>
                    <a:pt x="3005" y="4652"/>
                  </a:lnTo>
                  <a:cubicBezTo>
                    <a:pt x="3002" y="4888"/>
                    <a:pt x="3139" y="5106"/>
                    <a:pt x="3350" y="5212"/>
                  </a:cubicBezTo>
                  <a:lnTo>
                    <a:pt x="3480" y="5279"/>
                  </a:lnTo>
                  <a:cubicBezTo>
                    <a:pt x="3283" y="5592"/>
                    <a:pt x="2935" y="5785"/>
                    <a:pt x="2566" y="5785"/>
                  </a:cubicBezTo>
                  <a:cubicBezTo>
                    <a:pt x="2189" y="5785"/>
                    <a:pt x="1844" y="5592"/>
                    <a:pt x="1644" y="5279"/>
                  </a:cubicBezTo>
                  <a:lnTo>
                    <a:pt x="1774" y="5212"/>
                  </a:lnTo>
                  <a:cubicBezTo>
                    <a:pt x="1985" y="5106"/>
                    <a:pt x="2122" y="4888"/>
                    <a:pt x="2119" y="4652"/>
                  </a:cubicBezTo>
                  <a:lnTo>
                    <a:pt x="2119" y="4413"/>
                  </a:lnTo>
                  <a:cubicBezTo>
                    <a:pt x="2265" y="4453"/>
                    <a:pt x="2413" y="4474"/>
                    <a:pt x="2562" y="4474"/>
                  </a:cubicBezTo>
                  <a:cubicBezTo>
                    <a:pt x="2711" y="4474"/>
                    <a:pt x="2859" y="4453"/>
                    <a:pt x="3005" y="4413"/>
                  </a:cubicBezTo>
                  <a:close/>
                  <a:moveTo>
                    <a:pt x="2562" y="1"/>
                  </a:moveTo>
                  <a:cubicBezTo>
                    <a:pt x="2495" y="1"/>
                    <a:pt x="2428" y="4"/>
                    <a:pt x="2362" y="11"/>
                  </a:cubicBezTo>
                  <a:cubicBezTo>
                    <a:pt x="1285" y="110"/>
                    <a:pt x="440" y="1049"/>
                    <a:pt x="433" y="2151"/>
                  </a:cubicBezTo>
                  <a:cubicBezTo>
                    <a:pt x="433" y="2942"/>
                    <a:pt x="247" y="3667"/>
                    <a:pt x="89" y="4051"/>
                  </a:cubicBezTo>
                  <a:cubicBezTo>
                    <a:pt x="11" y="4230"/>
                    <a:pt x="75" y="4438"/>
                    <a:pt x="233" y="4547"/>
                  </a:cubicBezTo>
                  <a:cubicBezTo>
                    <a:pt x="402" y="4663"/>
                    <a:pt x="736" y="4860"/>
                    <a:pt x="1271" y="5015"/>
                  </a:cubicBezTo>
                  <a:lnTo>
                    <a:pt x="472" y="5412"/>
                  </a:lnTo>
                  <a:cubicBezTo>
                    <a:pt x="187" y="5553"/>
                    <a:pt x="4" y="5845"/>
                    <a:pt x="8" y="6165"/>
                  </a:cubicBezTo>
                  <a:lnTo>
                    <a:pt x="8" y="7481"/>
                  </a:lnTo>
                  <a:cubicBezTo>
                    <a:pt x="1" y="7597"/>
                    <a:pt x="92" y="7692"/>
                    <a:pt x="208" y="7692"/>
                  </a:cubicBezTo>
                  <a:cubicBezTo>
                    <a:pt x="321" y="7692"/>
                    <a:pt x="412" y="7597"/>
                    <a:pt x="409" y="7481"/>
                  </a:cubicBezTo>
                  <a:lnTo>
                    <a:pt x="409" y="6169"/>
                  </a:lnTo>
                  <a:cubicBezTo>
                    <a:pt x="405" y="6000"/>
                    <a:pt x="500" y="5845"/>
                    <a:pt x="652" y="5771"/>
                  </a:cubicBezTo>
                  <a:lnTo>
                    <a:pt x="1285" y="5454"/>
                  </a:lnTo>
                  <a:cubicBezTo>
                    <a:pt x="1572" y="5940"/>
                    <a:pt x="2067" y="6183"/>
                    <a:pt x="2562" y="6183"/>
                  </a:cubicBezTo>
                  <a:cubicBezTo>
                    <a:pt x="3057" y="6183"/>
                    <a:pt x="3553" y="5940"/>
                    <a:pt x="3839" y="5454"/>
                  </a:cubicBezTo>
                  <a:lnTo>
                    <a:pt x="4473" y="5771"/>
                  </a:lnTo>
                  <a:cubicBezTo>
                    <a:pt x="4624" y="5845"/>
                    <a:pt x="4719" y="6000"/>
                    <a:pt x="4719" y="6169"/>
                  </a:cubicBezTo>
                  <a:lnTo>
                    <a:pt x="4719" y="7485"/>
                  </a:lnTo>
                  <a:cubicBezTo>
                    <a:pt x="4712" y="7597"/>
                    <a:pt x="4803" y="7692"/>
                    <a:pt x="4919" y="7692"/>
                  </a:cubicBezTo>
                  <a:cubicBezTo>
                    <a:pt x="5032" y="7692"/>
                    <a:pt x="5124" y="7597"/>
                    <a:pt x="5120" y="7485"/>
                  </a:cubicBezTo>
                  <a:lnTo>
                    <a:pt x="5120" y="6169"/>
                  </a:lnTo>
                  <a:cubicBezTo>
                    <a:pt x="5120" y="5849"/>
                    <a:pt x="4937" y="5557"/>
                    <a:pt x="4652" y="5412"/>
                  </a:cubicBezTo>
                  <a:lnTo>
                    <a:pt x="3853" y="5015"/>
                  </a:lnTo>
                  <a:cubicBezTo>
                    <a:pt x="4388" y="4860"/>
                    <a:pt x="4722" y="4663"/>
                    <a:pt x="4891" y="4547"/>
                  </a:cubicBezTo>
                  <a:cubicBezTo>
                    <a:pt x="5050" y="4438"/>
                    <a:pt x="5113" y="4230"/>
                    <a:pt x="5039" y="4051"/>
                  </a:cubicBezTo>
                  <a:cubicBezTo>
                    <a:pt x="4881" y="3667"/>
                    <a:pt x="4694" y="2942"/>
                    <a:pt x="4691" y="2151"/>
                  </a:cubicBezTo>
                  <a:cubicBezTo>
                    <a:pt x="4684" y="1049"/>
                    <a:pt x="3839" y="110"/>
                    <a:pt x="2763" y="11"/>
                  </a:cubicBezTo>
                  <a:cubicBezTo>
                    <a:pt x="2696" y="4"/>
                    <a:pt x="262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85"/>
            <p:cNvSpPr/>
            <p:nvPr/>
          </p:nvSpPr>
          <p:spPr>
            <a:xfrm>
              <a:off x="3258705" y="2313982"/>
              <a:ext cx="10749" cy="33003"/>
            </a:xfrm>
            <a:custGeom>
              <a:rect b="b" l="l" r="r" t="t"/>
              <a:pathLst>
                <a:path extrusionOk="0" h="1268" w="413">
                  <a:moveTo>
                    <a:pt x="208" y="1"/>
                  </a:moveTo>
                  <a:cubicBezTo>
                    <a:pt x="96" y="1"/>
                    <a:pt x="8" y="92"/>
                    <a:pt x="8" y="201"/>
                  </a:cubicBezTo>
                  <a:lnTo>
                    <a:pt x="8" y="1060"/>
                  </a:lnTo>
                  <a:cubicBezTo>
                    <a:pt x="1" y="1172"/>
                    <a:pt x="92" y="1267"/>
                    <a:pt x="208" y="1267"/>
                  </a:cubicBezTo>
                  <a:cubicBezTo>
                    <a:pt x="321" y="1267"/>
                    <a:pt x="412" y="1172"/>
                    <a:pt x="409" y="1060"/>
                  </a:cubicBezTo>
                  <a:lnTo>
                    <a:pt x="409" y="201"/>
                  </a:lnTo>
                  <a:cubicBezTo>
                    <a:pt x="409"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85"/>
            <p:cNvSpPr/>
            <p:nvPr/>
          </p:nvSpPr>
          <p:spPr>
            <a:xfrm>
              <a:off x="3336735" y="2313982"/>
              <a:ext cx="10749" cy="33003"/>
            </a:xfrm>
            <a:custGeom>
              <a:rect b="b" l="l" r="r" t="t"/>
              <a:pathLst>
                <a:path extrusionOk="0" h="1268" w="413">
                  <a:moveTo>
                    <a:pt x="208" y="1"/>
                  </a:moveTo>
                  <a:cubicBezTo>
                    <a:pt x="95" y="1"/>
                    <a:pt x="4" y="92"/>
                    <a:pt x="7" y="201"/>
                  </a:cubicBezTo>
                  <a:lnTo>
                    <a:pt x="7" y="1060"/>
                  </a:lnTo>
                  <a:cubicBezTo>
                    <a:pt x="0" y="1172"/>
                    <a:pt x="92" y="1267"/>
                    <a:pt x="204" y="1267"/>
                  </a:cubicBezTo>
                  <a:cubicBezTo>
                    <a:pt x="321" y="1267"/>
                    <a:pt x="412" y="1172"/>
                    <a:pt x="405" y="1060"/>
                  </a:cubicBezTo>
                  <a:lnTo>
                    <a:pt x="405" y="201"/>
                  </a:lnTo>
                  <a:cubicBezTo>
                    <a:pt x="405"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85"/>
            <p:cNvSpPr/>
            <p:nvPr/>
          </p:nvSpPr>
          <p:spPr>
            <a:xfrm>
              <a:off x="3492952" y="2184287"/>
              <a:ext cx="56922" cy="17438"/>
            </a:xfrm>
            <a:custGeom>
              <a:rect b="b" l="l" r="r" t="t"/>
              <a:pathLst>
                <a:path extrusionOk="0" h="670" w="2187">
                  <a:moveTo>
                    <a:pt x="790" y="1"/>
                  </a:moveTo>
                  <a:cubicBezTo>
                    <a:pt x="598" y="1"/>
                    <a:pt x="388" y="19"/>
                    <a:pt x="159" y="65"/>
                  </a:cubicBezTo>
                  <a:cubicBezTo>
                    <a:pt x="68" y="82"/>
                    <a:pt x="1" y="167"/>
                    <a:pt x="1" y="262"/>
                  </a:cubicBezTo>
                  <a:lnTo>
                    <a:pt x="1" y="476"/>
                  </a:lnTo>
                  <a:cubicBezTo>
                    <a:pt x="6" y="603"/>
                    <a:pt x="103" y="666"/>
                    <a:pt x="200" y="666"/>
                  </a:cubicBezTo>
                  <a:cubicBezTo>
                    <a:pt x="297" y="666"/>
                    <a:pt x="395" y="603"/>
                    <a:pt x="402" y="476"/>
                  </a:cubicBezTo>
                  <a:lnTo>
                    <a:pt x="402" y="473"/>
                  </a:lnTo>
                  <a:lnTo>
                    <a:pt x="402" y="431"/>
                  </a:lnTo>
                  <a:cubicBezTo>
                    <a:pt x="527" y="411"/>
                    <a:pt x="654" y="401"/>
                    <a:pt x="780" y="401"/>
                  </a:cubicBezTo>
                  <a:cubicBezTo>
                    <a:pt x="985" y="401"/>
                    <a:pt x="1189" y="426"/>
                    <a:pt x="1387" y="476"/>
                  </a:cubicBezTo>
                  <a:cubicBezTo>
                    <a:pt x="1535" y="512"/>
                    <a:pt x="1676" y="568"/>
                    <a:pt x="1802" y="642"/>
                  </a:cubicBezTo>
                  <a:cubicBezTo>
                    <a:pt x="1837" y="661"/>
                    <a:pt x="1871" y="669"/>
                    <a:pt x="1903" y="669"/>
                  </a:cubicBezTo>
                  <a:cubicBezTo>
                    <a:pt x="2073" y="669"/>
                    <a:pt x="2187" y="435"/>
                    <a:pt x="2024" y="308"/>
                  </a:cubicBezTo>
                  <a:cubicBezTo>
                    <a:pt x="2002" y="293"/>
                    <a:pt x="1552" y="1"/>
                    <a:pt x="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85"/>
            <p:cNvSpPr/>
            <p:nvPr/>
          </p:nvSpPr>
          <p:spPr>
            <a:xfrm>
              <a:off x="3448263" y="2152351"/>
              <a:ext cx="144349" cy="194634"/>
            </a:xfrm>
            <a:custGeom>
              <a:rect b="b" l="l" r="r" t="t"/>
              <a:pathLst>
                <a:path extrusionOk="0" h="7478" w="5546">
                  <a:moveTo>
                    <a:pt x="4286" y="405"/>
                  </a:moveTo>
                  <a:lnTo>
                    <a:pt x="4286" y="1401"/>
                  </a:lnTo>
                  <a:cubicBezTo>
                    <a:pt x="4286" y="1570"/>
                    <a:pt x="4248" y="1735"/>
                    <a:pt x="4174" y="1886"/>
                  </a:cubicBezTo>
                  <a:lnTo>
                    <a:pt x="4096" y="2041"/>
                  </a:lnTo>
                  <a:cubicBezTo>
                    <a:pt x="4082" y="2069"/>
                    <a:pt x="4075" y="2097"/>
                    <a:pt x="4075" y="2129"/>
                  </a:cubicBezTo>
                  <a:lnTo>
                    <a:pt x="4075" y="2558"/>
                  </a:lnTo>
                  <a:cubicBezTo>
                    <a:pt x="4075" y="3277"/>
                    <a:pt x="3488" y="3857"/>
                    <a:pt x="2773" y="3857"/>
                  </a:cubicBezTo>
                  <a:cubicBezTo>
                    <a:pt x="2760" y="3857"/>
                    <a:pt x="2748" y="3857"/>
                    <a:pt x="2735" y="3857"/>
                  </a:cubicBezTo>
                  <a:cubicBezTo>
                    <a:pt x="2042" y="3836"/>
                    <a:pt x="1475" y="3223"/>
                    <a:pt x="1475" y="2495"/>
                  </a:cubicBezTo>
                  <a:lnTo>
                    <a:pt x="1475" y="2129"/>
                  </a:lnTo>
                  <a:cubicBezTo>
                    <a:pt x="1475" y="2097"/>
                    <a:pt x="1468" y="2069"/>
                    <a:pt x="1454" y="2041"/>
                  </a:cubicBezTo>
                  <a:lnTo>
                    <a:pt x="1377" y="1883"/>
                  </a:lnTo>
                  <a:cubicBezTo>
                    <a:pt x="1303" y="1735"/>
                    <a:pt x="1264" y="1566"/>
                    <a:pt x="1264" y="1401"/>
                  </a:cubicBezTo>
                  <a:cubicBezTo>
                    <a:pt x="1264" y="852"/>
                    <a:pt x="1707" y="405"/>
                    <a:pt x="2256" y="405"/>
                  </a:cubicBezTo>
                  <a:close/>
                  <a:moveTo>
                    <a:pt x="2119" y="4117"/>
                  </a:moveTo>
                  <a:cubicBezTo>
                    <a:pt x="2309" y="4202"/>
                    <a:pt x="2513" y="4251"/>
                    <a:pt x="2724" y="4254"/>
                  </a:cubicBezTo>
                  <a:lnTo>
                    <a:pt x="2777" y="4254"/>
                  </a:lnTo>
                  <a:cubicBezTo>
                    <a:pt x="3002" y="4254"/>
                    <a:pt x="3224" y="4209"/>
                    <a:pt x="3431" y="4121"/>
                  </a:cubicBezTo>
                  <a:lnTo>
                    <a:pt x="3431" y="4402"/>
                  </a:lnTo>
                  <a:cubicBezTo>
                    <a:pt x="3431" y="4462"/>
                    <a:pt x="3438" y="4522"/>
                    <a:pt x="3456" y="4578"/>
                  </a:cubicBezTo>
                  <a:lnTo>
                    <a:pt x="2773" y="5088"/>
                  </a:lnTo>
                  <a:lnTo>
                    <a:pt x="2094" y="4578"/>
                  </a:lnTo>
                  <a:cubicBezTo>
                    <a:pt x="2108" y="4522"/>
                    <a:pt x="2119" y="4462"/>
                    <a:pt x="2119" y="4402"/>
                  </a:cubicBezTo>
                  <a:lnTo>
                    <a:pt x="2119" y="4117"/>
                  </a:lnTo>
                  <a:close/>
                  <a:moveTo>
                    <a:pt x="2256" y="0"/>
                  </a:moveTo>
                  <a:cubicBezTo>
                    <a:pt x="1486" y="4"/>
                    <a:pt x="863" y="627"/>
                    <a:pt x="863" y="1397"/>
                  </a:cubicBezTo>
                  <a:cubicBezTo>
                    <a:pt x="863" y="1630"/>
                    <a:pt x="916" y="1855"/>
                    <a:pt x="1018" y="2062"/>
                  </a:cubicBezTo>
                  <a:lnTo>
                    <a:pt x="1074" y="2175"/>
                  </a:lnTo>
                  <a:lnTo>
                    <a:pt x="1074" y="2495"/>
                  </a:lnTo>
                  <a:cubicBezTo>
                    <a:pt x="1074" y="3026"/>
                    <a:pt x="1310" y="3530"/>
                    <a:pt x="1718" y="3867"/>
                  </a:cubicBezTo>
                  <a:lnTo>
                    <a:pt x="1718" y="4402"/>
                  </a:lnTo>
                  <a:cubicBezTo>
                    <a:pt x="1718" y="4497"/>
                    <a:pt x="1658" y="4582"/>
                    <a:pt x="1570" y="4617"/>
                  </a:cubicBezTo>
                  <a:lnTo>
                    <a:pt x="553" y="4997"/>
                  </a:lnTo>
                  <a:cubicBezTo>
                    <a:pt x="223" y="5120"/>
                    <a:pt x="8" y="5437"/>
                    <a:pt x="4" y="5785"/>
                  </a:cubicBezTo>
                  <a:lnTo>
                    <a:pt x="4" y="7270"/>
                  </a:lnTo>
                  <a:cubicBezTo>
                    <a:pt x="1" y="7382"/>
                    <a:pt x="92" y="7477"/>
                    <a:pt x="205" y="7477"/>
                  </a:cubicBezTo>
                  <a:cubicBezTo>
                    <a:pt x="321" y="7477"/>
                    <a:pt x="413" y="7382"/>
                    <a:pt x="405" y="7270"/>
                  </a:cubicBezTo>
                  <a:lnTo>
                    <a:pt x="405" y="5785"/>
                  </a:lnTo>
                  <a:cubicBezTo>
                    <a:pt x="405" y="5602"/>
                    <a:pt x="522" y="5437"/>
                    <a:pt x="694" y="5373"/>
                  </a:cubicBezTo>
                  <a:lnTo>
                    <a:pt x="1711" y="4990"/>
                  </a:lnTo>
                  <a:cubicBezTo>
                    <a:pt x="1764" y="4969"/>
                    <a:pt x="1816" y="4940"/>
                    <a:pt x="1862" y="4909"/>
                  </a:cubicBezTo>
                  <a:lnTo>
                    <a:pt x="2576" y="5440"/>
                  </a:lnTo>
                  <a:lnTo>
                    <a:pt x="2576" y="7270"/>
                  </a:lnTo>
                  <a:cubicBezTo>
                    <a:pt x="2582" y="7396"/>
                    <a:pt x="2678" y="7460"/>
                    <a:pt x="2775" y="7460"/>
                  </a:cubicBezTo>
                  <a:cubicBezTo>
                    <a:pt x="2872" y="7460"/>
                    <a:pt x="2969" y="7396"/>
                    <a:pt x="2974" y="7270"/>
                  </a:cubicBezTo>
                  <a:lnTo>
                    <a:pt x="2974" y="5440"/>
                  </a:lnTo>
                  <a:lnTo>
                    <a:pt x="3688" y="4909"/>
                  </a:lnTo>
                  <a:cubicBezTo>
                    <a:pt x="3734" y="4940"/>
                    <a:pt x="3783" y="4969"/>
                    <a:pt x="3840" y="4990"/>
                  </a:cubicBezTo>
                  <a:lnTo>
                    <a:pt x="4856" y="5373"/>
                  </a:lnTo>
                  <a:cubicBezTo>
                    <a:pt x="5029" y="5437"/>
                    <a:pt x="5141" y="5602"/>
                    <a:pt x="5145" y="5785"/>
                  </a:cubicBezTo>
                  <a:lnTo>
                    <a:pt x="5145" y="7266"/>
                  </a:lnTo>
                  <a:cubicBezTo>
                    <a:pt x="5150" y="7395"/>
                    <a:pt x="5247" y="7459"/>
                    <a:pt x="5344" y="7459"/>
                  </a:cubicBezTo>
                  <a:cubicBezTo>
                    <a:pt x="5441" y="7459"/>
                    <a:pt x="5539" y="7395"/>
                    <a:pt x="5546" y="7266"/>
                  </a:cubicBezTo>
                  <a:lnTo>
                    <a:pt x="5546" y="5785"/>
                  </a:lnTo>
                  <a:cubicBezTo>
                    <a:pt x="5542" y="5437"/>
                    <a:pt x="5324" y="5120"/>
                    <a:pt x="4997" y="4997"/>
                  </a:cubicBezTo>
                  <a:lnTo>
                    <a:pt x="3980" y="4617"/>
                  </a:lnTo>
                  <a:cubicBezTo>
                    <a:pt x="3892" y="4582"/>
                    <a:pt x="3832" y="4497"/>
                    <a:pt x="3832" y="4402"/>
                  </a:cubicBezTo>
                  <a:lnTo>
                    <a:pt x="3832" y="3888"/>
                  </a:lnTo>
                  <a:cubicBezTo>
                    <a:pt x="3875" y="3853"/>
                    <a:pt x="3917" y="3815"/>
                    <a:pt x="3959" y="3776"/>
                  </a:cubicBezTo>
                  <a:cubicBezTo>
                    <a:pt x="4290" y="3459"/>
                    <a:pt x="4476" y="3016"/>
                    <a:pt x="4473" y="2558"/>
                  </a:cubicBezTo>
                  <a:lnTo>
                    <a:pt x="4473" y="2175"/>
                  </a:lnTo>
                  <a:lnTo>
                    <a:pt x="4533" y="2062"/>
                  </a:lnTo>
                  <a:cubicBezTo>
                    <a:pt x="4635" y="1855"/>
                    <a:pt x="4687" y="1630"/>
                    <a:pt x="4687" y="1397"/>
                  </a:cubicBezTo>
                  <a:lnTo>
                    <a:pt x="4687" y="201"/>
                  </a:lnTo>
                  <a:cubicBezTo>
                    <a:pt x="4687" y="92"/>
                    <a:pt x="4600" y="0"/>
                    <a:pt x="44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85"/>
            <p:cNvSpPr/>
            <p:nvPr/>
          </p:nvSpPr>
          <p:spPr>
            <a:xfrm>
              <a:off x="3476216" y="2308386"/>
              <a:ext cx="10463" cy="38130"/>
            </a:xfrm>
            <a:custGeom>
              <a:rect b="b" l="l" r="r" t="t"/>
              <a:pathLst>
                <a:path extrusionOk="0" h="1465" w="402">
                  <a:moveTo>
                    <a:pt x="204" y="1"/>
                  </a:moveTo>
                  <a:cubicBezTo>
                    <a:pt x="91" y="1"/>
                    <a:pt x="0" y="92"/>
                    <a:pt x="4" y="201"/>
                  </a:cubicBezTo>
                  <a:lnTo>
                    <a:pt x="4" y="1275"/>
                  </a:lnTo>
                  <a:cubicBezTo>
                    <a:pt x="9" y="1401"/>
                    <a:pt x="106" y="1465"/>
                    <a:pt x="202" y="1465"/>
                  </a:cubicBezTo>
                  <a:cubicBezTo>
                    <a:pt x="299" y="1465"/>
                    <a:pt x="396" y="1401"/>
                    <a:pt x="401" y="1275"/>
                  </a:cubicBezTo>
                  <a:lnTo>
                    <a:pt x="401" y="201"/>
                  </a:lnTo>
                  <a:cubicBezTo>
                    <a:pt x="401" y="92"/>
                    <a:pt x="313"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85"/>
            <p:cNvSpPr/>
            <p:nvPr/>
          </p:nvSpPr>
          <p:spPr>
            <a:xfrm>
              <a:off x="3554221" y="2308386"/>
              <a:ext cx="10463" cy="38130"/>
            </a:xfrm>
            <a:custGeom>
              <a:rect b="b" l="l" r="r" t="t"/>
              <a:pathLst>
                <a:path extrusionOk="0" h="1465" w="402">
                  <a:moveTo>
                    <a:pt x="205" y="1"/>
                  </a:moveTo>
                  <a:cubicBezTo>
                    <a:pt x="92" y="1"/>
                    <a:pt x="1" y="92"/>
                    <a:pt x="4" y="201"/>
                  </a:cubicBezTo>
                  <a:lnTo>
                    <a:pt x="4" y="1275"/>
                  </a:lnTo>
                  <a:cubicBezTo>
                    <a:pt x="10" y="1401"/>
                    <a:pt x="106" y="1465"/>
                    <a:pt x="203" y="1465"/>
                  </a:cubicBezTo>
                  <a:cubicBezTo>
                    <a:pt x="300" y="1465"/>
                    <a:pt x="397" y="1401"/>
                    <a:pt x="402" y="1275"/>
                  </a:cubicBezTo>
                  <a:lnTo>
                    <a:pt x="402" y="201"/>
                  </a:lnTo>
                  <a:cubicBezTo>
                    <a:pt x="402"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85"/>
            <p:cNvSpPr/>
            <p:nvPr/>
          </p:nvSpPr>
          <p:spPr>
            <a:xfrm>
              <a:off x="3292306" y="1990798"/>
              <a:ext cx="222301" cy="185680"/>
            </a:xfrm>
            <a:custGeom>
              <a:rect b="b" l="l" r="r" t="t"/>
              <a:pathLst>
                <a:path extrusionOk="0" h="7134" w="8541">
                  <a:moveTo>
                    <a:pt x="2942" y="5113"/>
                  </a:moveTo>
                  <a:lnTo>
                    <a:pt x="2830" y="5567"/>
                  </a:lnTo>
                  <a:lnTo>
                    <a:pt x="2559" y="5567"/>
                  </a:lnTo>
                  <a:cubicBezTo>
                    <a:pt x="2313" y="5567"/>
                    <a:pt x="2116" y="5367"/>
                    <a:pt x="2116" y="5124"/>
                  </a:cubicBezTo>
                  <a:lnTo>
                    <a:pt x="2116" y="5113"/>
                  </a:lnTo>
                  <a:close/>
                  <a:moveTo>
                    <a:pt x="6841" y="402"/>
                  </a:moveTo>
                  <a:cubicBezTo>
                    <a:pt x="7084" y="402"/>
                    <a:pt x="7281" y="599"/>
                    <a:pt x="7281" y="842"/>
                  </a:cubicBezTo>
                  <a:lnTo>
                    <a:pt x="7281" y="4269"/>
                  </a:lnTo>
                  <a:cubicBezTo>
                    <a:pt x="7281" y="4512"/>
                    <a:pt x="7084" y="4709"/>
                    <a:pt x="6841" y="4709"/>
                  </a:cubicBezTo>
                  <a:lnTo>
                    <a:pt x="5127" y="4709"/>
                  </a:lnTo>
                  <a:cubicBezTo>
                    <a:pt x="5085" y="4709"/>
                    <a:pt x="5043" y="4723"/>
                    <a:pt x="5008" y="4747"/>
                  </a:cubicBezTo>
                  <a:lnTo>
                    <a:pt x="3101" y="6137"/>
                  </a:lnTo>
                  <a:lnTo>
                    <a:pt x="3393" y="4958"/>
                  </a:lnTo>
                  <a:cubicBezTo>
                    <a:pt x="3424" y="4832"/>
                    <a:pt x="3329" y="4712"/>
                    <a:pt x="3199" y="4712"/>
                  </a:cubicBezTo>
                  <a:lnTo>
                    <a:pt x="845" y="4712"/>
                  </a:lnTo>
                  <a:cubicBezTo>
                    <a:pt x="599" y="4712"/>
                    <a:pt x="402" y="4512"/>
                    <a:pt x="402" y="4269"/>
                  </a:cubicBezTo>
                  <a:lnTo>
                    <a:pt x="402" y="842"/>
                  </a:lnTo>
                  <a:cubicBezTo>
                    <a:pt x="402" y="599"/>
                    <a:pt x="599" y="402"/>
                    <a:pt x="845" y="402"/>
                  </a:cubicBezTo>
                  <a:close/>
                  <a:moveTo>
                    <a:pt x="7696" y="1257"/>
                  </a:moveTo>
                  <a:cubicBezTo>
                    <a:pt x="7939" y="1257"/>
                    <a:pt x="8136" y="1454"/>
                    <a:pt x="8139" y="1697"/>
                  </a:cubicBezTo>
                  <a:lnTo>
                    <a:pt x="8139" y="5124"/>
                  </a:lnTo>
                  <a:cubicBezTo>
                    <a:pt x="8136" y="5367"/>
                    <a:pt x="7939" y="5567"/>
                    <a:pt x="7696" y="5567"/>
                  </a:cubicBezTo>
                  <a:lnTo>
                    <a:pt x="5982" y="5567"/>
                  </a:lnTo>
                  <a:cubicBezTo>
                    <a:pt x="5859" y="5567"/>
                    <a:pt x="5764" y="5676"/>
                    <a:pt x="5785" y="5799"/>
                  </a:cubicBezTo>
                  <a:lnTo>
                    <a:pt x="5922" y="6630"/>
                  </a:lnTo>
                  <a:lnTo>
                    <a:pt x="4452" y="5648"/>
                  </a:lnTo>
                  <a:lnTo>
                    <a:pt x="5191" y="5113"/>
                  </a:lnTo>
                  <a:lnTo>
                    <a:pt x="6841" y="5113"/>
                  </a:lnTo>
                  <a:cubicBezTo>
                    <a:pt x="7305" y="5110"/>
                    <a:pt x="7682" y="4733"/>
                    <a:pt x="7682" y="4269"/>
                  </a:cubicBezTo>
                  <a:lnTo>
                    <a:pt x="7682" y="1257"/>
                  </a:lnTo>
                  <a:close/>
                  <a:moveTo>
                    <a:pt x="6847" y="1"/>
                  </a:moveTo>
                  <a:cubicBezTo>
                    <a:pt x="6845" y="1"/>
                    <a:pt x="6843" y="1"/>
                    <a:pt x="6841" y="1"/>
                  </a:cubicBezTo>
                  <a:lnTo>
                    <a:pt x="845" y="1"/>
                  </a:lnTo>
                  <a:cubicBezTo>
                    <a:pt x="381" y="1"/>
                    <a:pt x="1" y="377"/>
                    <a:pt x="1" y="842"/>
                  </a:cubicBezTo>
                  <a:lnTo>
                    <a:pt x="1" y="4269"/>
                  </a:lnTo>
                  <a:cubicBezTo>
                    <a:pt x="1" y="4733"/>
                    <a:pt x="377" y="5110"/>
                    <a:pt x="845" y="5113"/>
                  </a:cubicBezTo>
                  <a:lnTo>
                    <a:pt x="1714" y="5113"/>
                  </a:lnTo>
                  <a:lnTo>
                    <a:pt x="1714" y="5124"/>
                  </a:lnTo>
                  <a:cubicBezTo>
                    <a:pt x="1714" y="5592"/>
                    <a:pt x="2091" y="5968"/>
                    <a:pt x="2559" y="5968"/>
                  </a:cubicBezTo>
                  <a:lnTo>
                    <a:pt x="2728" y="5968"/>
                  </a:lnTo>
                  <a:lnTo>
                    <a:pt x="2647" y="6288"/>
                  </a:lnTo>
                  <a:cubicBezTo>
                    <a:pt x="2596" y="6498"/>
                    <a:pt x="2764" y="6672"/>
                    <a:pt x="2950" y="6672"/>
                  </a:cubicBezTo>
                  <a:cubicBezTo>
                    <a:pt x="3010" y="6672"/>
                    <a:pt x="3072" y="6654"/>
                    <a:pt x="3129" y="6612"/>
                  </a:cubicBezTo>
                  <a:lnTo>
                    <a:pt x="4015" y="5968"/>
                  </a:lnTo>
                  <a:lnTo>
                    <a:pt x="4209" y="5968"/>
                  </a:lnTo>
                  <a:lnTo>
                    <a:pt x="5880" y="7080"/>
                  </a:lnTo>
                  <a:cubicBezTo>
                    <a:pt x="5932" y="7116"/>
                    <a:pt x="5992" y="7133"/>
                    <a:pt x="6051" y="7133"/>
                  </a:cubicBezTo>
                  <a:cubicBezTo>
                    <a:pt x="6110" y="7133"/>
                    <a:pt x="6168" y="7117"/>
                    <a:pt x="6218" y="7084"/>
                  </a:cubicBezTo>
                  <a:cubicBezTo>
                    <a:pt x="6320" y="7017"/>
                    <a:pt x="6373" y="6897"/>
                    <a:pt x="6355" y="6774"/>
                  </a:cubicBezTo>
                  <a:lnTo>
                    <a:pt x="6222" y="5968"/>
                  </a:lnTo>
                  <a:lnTo>
                    <a:pt x="7696" y="5968"/>
                  </a:lnTo>
                  <a:cubicBezTo>
                    <a:pt x="8160" y="5968"/>
                    <a:pt x="8537" y="5592"/>
                    <a:pt x="8540" y="5124"/>
                  </a:cubicBezTo>
                  <a:lnTo>
                    <a:pt x="8540" y="1700"/>
                  </a:lnTo>
                  <a:cubicBezTo>
                    <a:pt x="8537" y="1232"/>
                    <a:pt x="8160" y="856"/>
                    <a:pt x="7696" y="856"/>
                  </a:cubicBezTo>
                  <a:lnTo>
                    <a:pt x="7682" y="856"/>
                  </a:lnTo>
                  <a:lnTo>
                    <a:pt x="7682" y="842"/>
                  </a:lnTo>
                  <a:cubicBezTo>
                    <a:pt x="7682" y="380"/>
                    <a:pt x="7309" y="1"/>
                    <a:pt x="6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85"/>
            <p:cNvSpPr/>
            <p:nvPr/>
          </p:nvSpPr>
          <p:spPr>
            <a:xfrm>
              <a:off x="3329395" y="2024217"/>
              <a:ext cx="30530" cy="10489"/>
            </a:xfrm>
            <a:custGeom>
              <a:rect b="b" l="l" r="r" t="t"/>
              <a:pathLst>
                <a:path extrusionOk="0" h="403" w="1173">
                  <a:moveTo>
                    <a:pt x="262" y="1"/>
                  </a:moveTo>
                  <a:cubicBezTo>
                    <a:pt x="1" y="1"/>
                    <a:pt x="2" y="402"/>
                    <a:pt x="265" y="402"/>
                  </a:cubicBezTo>
                  <a:cubicBezTo>
                    <a:pt x="269" y="402"/>
                    <a:pt x="272" y="402"/>
                    <a:pt x="275" y="402"/>
                  </a:cubicBezTo>
                  <a:lnTo>
                    <a:pt x="919" y="402"/>
                  </a:lnTo>
                  <a:cubicBezTo>
                    <a:pt x="1173" y="388"/>
                    <a:pt x="1173" y="12"/>
                    <a:pt x="919"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85"/>
            <p:cNvSpPr/>
            <p:nvPr/>
          </p:nvSpPr>
          <p:spPr>
            <a:xfrm>
              <a:off x="3368957" y="2024243"/>
              <a:ext cx="85761" cy="10463"/>
            </a:xfrm>
            <a:custGeom>
              <a:rect b="b" l="l" r="r" t="t"/>
              <a:pathLst>
                <a:path extrusionOk="0" h="402" w="3295">
                  <a:moveTo>
                    <a:pt x="254" y="0"/>
                  </a:moveTo>
                  <a:cubicBezTo>
                    <a:pt x="1" y="11"/>
                    <a:pt x="1" y="387"/>
                    <a:pt x="254" y="401"/>
                  </a:cubicBezTo>
                  <a:lnTo>
                    <a:pt x="3037" y="401"/>
                  </a:lnTo>
                  <a:cubicBezTo>
                    <a:pt x="3294" y="387"/>
                    <a:pt x="3294" y="11"/>
                    <a:pt x="3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85"/>
            <p:cNvSpPr/>
            <p:nvPr/>
          </p:nvSpPr>
          <p:spPr>
            <a:xfrm>
              <a:off x="3329395" y="2052067"/>
              <a:ext cx="125322" cy="10489"/>
            </a:xfrm>
            <a:custGeom>
              <a:rect b="b" l="l" r="r" t="t"/>
              <a:pathLst>
                <a:path extrusionOk="0" h="403" w="4815">
                  <a:moveTo>
                    <a:pt x="262" y="0"/>
                  </a:moveTo>
                  <a:cubicBezTo>
                    <a:pt x="1" y="0"/>
                    <a:pt x="2" y="402"/>
                    <a:pt x="265" y="402"/>
                  </a:cubicBezTo>
                  <a:cubicBezTo>
                    <a:pt x="269" y="402"/>
                    <a:pt x="272" y="402"/>
                    <a:pt x="275" y="402"/>
                  </a:cubicBezTo>
                  <a:lnTo>
                    <a:pt x="4557" y="402"/>
                  </a:lnTo>
                  <a:cubicBezTo>
                    <a:pt x="4814" y="388"/>
                    <a:pt x="4814" y="11"/>
                    <a:pt x="4557" y="1"/>
                  </a:cubicBezTo>
                  <a:lnTo>
                    <a:pt x="275" y="1"/>
                  </a:lnTo>
                  <a:cubicBezTo>
                    <a:pt x="271" y="1"/>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85"/>
            <p:cNvSpPr/>
            <p:nvPr/>
          </p:nvSpPr>
          <p:spPr>
            <a:xfrm>
              <a:off x="3329421" y="2079916"/>
              <a:ext cx="86281" cy="10463"/>
            </a:xfrm>
            <a:custGeom>
              <a:rect b="b" l="l" r="r" t="t"/>
              <a:pathLst>
                <a:path extrusionOk="0" h="402" w="3315">
                  <a:moveTo>
                    <a:pt x="261" y="0"/>
                  </a:moveTo>
                  <a:cubicBezTo>
                    <a:pt x="1" y="0"/>
                    <a:pt x="1" y="402"/>
                    <a:pt x="261" y="402"/>
                  </a:cubicBezTo>
                  <a:cubicBezTo>
                    <a:pt x="265" y="402"/>
                    <a:pt x="270" y="402"/>
                    <a:pt x="274" y="401"/>
                  </a:cubicBezTo>
                  <a:lnTo>
                    <a:pt x="3057" y="401"/>
                  </a:lnTo>
                  <a:cubicBezTo>
                    <a:pt x="3314" y="391"/>
                    <a:pt x="3314" y="14"/>
                    <a:pt x="3057" y="0"/>
                  </a:cubicBezTo>
                  <a:lnTo>
                    <a:pt x="274" y="0"/>
                  </a:lnTo>
                  <a:cubicBezTo>
                    <a:pt x="270" y="0"/>
                    <a:pt x="26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85"/>
            <p:cNvSpPr/>
            <p:nvPr/>
          </p:nvSpPr>
          <p:spPr>
            <a:xfrm>
              <a:off x="3424656" y="2079916"/>
              <a:ext cx="30062" cy="10463"/>
            </a:xfrm>
            <a:custGeom>
              <a:rect b="b" l="l" r="r" t="t"/>
              <a:pathLst>
                <a:path extrusionOk="0" h="402" w="1155">
                  <a:moveTo>
                    <a:pt x="257" y="0"/>
                  </a:moveTo>
                  <a:cubicBezTo>
                    <a:pt x="0" y="14"/>
                    <a:pt x="0" y="391"/>
                    <a:pt x="257" y="401"/>
                  </a:cubicBezTo>
                  <a:lnTo>
                    <a:pt x="897" y="401"/>
                  </a:lnTo>
                  <a:cubicBezTo>
                    <a:pt x="1154" y="391"/>
                    <a:pt x="1154" y="14"/>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2" name="Google Shape;17802;p85"/>
          <p:cNvGrpSpPr/>
          <p:nvPr/>
        </p:nvGrpSpPr>
        <p:grpSpPr>
          <a:xfrm>
            <a:off x="4198844" y="2918392"/>
            <a:ext cx="319982" cy="315974"/>
            <a:chOff x="4198844" y="2918392"/>
            <a:chExt cx="319982" cy="315974"/>
          </a:xfrm>
        </p:grpSpPr>
        <p:sp>
          <p:nvSpPr>
            <p:cNvPr id="17803" name="Google Shape;17803;p85"/>
            <p:cNvSpPr/>
            <p:nvPr/>
          </p:nvSpPr>
          <p:spPr>
            <a:xfrm>
              <a:off x="4398110" y="2971046"/>
              <a:ext cx="115770" cy="258635"/>
            </a:xfrm>
            <a:custGeom>
              <a:rect b="b" l="l" r="r" t="t"/>
              <a:pathLst>
                <a:path extrusionOk="0" h="9937" w="4448">
                  <a:moveTo>
                    <a:pt x="1" y="0"/>
                  </a:moveTo>
                  <a:lnTo>
                    <a:pt x="1" y="9937"/>
                  </a:lnTo>
                  <a:lnTo>
                    <a:pt x="1366" y="9937"/>
                  </a:lnTo>
                  <a:lnTo>
                    <a:pt x="2618" y="5897"/>
                  </a:lnTo>
                  <a:lnTo>
                    <a:pt x="4448"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85"/>
            <p:cNvSpPr/>
            <p:nvPr/>
          </p:nvSpPr>
          <p:spPr>
            <a:xfrm>
              <a:off x="4398110" y="2971046"/>
              <a:ext cx="93517" cy="258635"/>
            </a:xfrm>
            <a:custGeom>
              <a:rect b="b" l="l" r="r" t="t"/>
              <a:pathLst>
                <a:path extrusionOk="0" h="9937" w="3593">
                  <a:moveTo>
                    <a:pt x="1" y="0"/>
                  </a:moveTo>
                  <a:lnTo>
                    <a:pt x="1" y="9937"/>
                  </a:lnTo>
                  <a:lnTo>
                    <a:pt x="1366" y="9937"/>
                  </a:lnTo>
                  <a:lnTo>
                    <a:pt x="2618" y="5897"/>
                  </a:lnTo>
                  <a:lnTo>
                    <a:pt x="3593"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85"/>
            <p:cNvSpPr/>
            <p:nvPr/>
          </p:nvSpPr>
          <p:spPr>
            <a:xfrm>
              <a:off x="4377497" y="2956939"/>
              <a:ext cx="101143" cy="272742"/>
            </a:xfrm>
            <a:custGeom>
              <a:rect b="b" l="l" r="r" t="t"/>
              <a:pathLst>
                <a:path extrusionOk="0" h="10479" w="3886">
                  <a:moveTo>
                    <a:pt x="1" y="1"/>
                  </a:moveTo>
                  <a:lnTo>
                    <a:pt x="1" y="10479"/>
                  </a:lnTo>
                  <a:lnTo>
                    <a:pt x="2158" y="10479"/>
                  </a:lnTo>
                  <a:lnTo>
                    <a:pt x="2759" y="6823"/>
                  </a:lnTo>
                  <a:lnTo>
                    <a:pt x="388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85"/>
            <p:cNvSpPr/>
            <p:nvPr/>
          </p:nvSpPr>
          <p:spPr>
            <a:xfrm>
              <a:off x="4377497" y="2956939"/>
              <a:ext cx="71836" cy="272742"/>
            </a:xfrm>
            <a:custGeom>
              <a:rect b="b" l="l" r="r" t="t"/>
              <a:pathLst>
                <a:path extrusionOk="0" h="10479" w="2760">
                  <a:moveTo>
                    <a:pt x="1" y="1"/>
                  </a:moveTo>
                  <a:lnTo>
                    <a:pt x="1" y="10479"/>
                  </a:lnTo>
                  <a:lnTo>
                    <a:pt x="2158" y="10479"/>
                  </a:lnTo>
                  <a:lnTo>
                    <a:pt x="2759" y="6823"/>
                  </a:lnTo>
                  <a:lnTo>
                    <a:pt x="2759"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85"/>
            <p:cNvSpPr/>
            <p:nvPr/>
          </p:nvSpPr>
          <p:spPr>
            <a:xfrm>
              <a:off x="4203607" y="2923051"/>
              <a:ext cx="230057" cy="306630"/>
            </a:xfrm>
            <a:custGeom>
              <a:rect b="b" l="l" r="r" t="t"/>
              <a:pathLst>
                <a:path extrusionOk="0" h="11781" w="8839">
                  <a:moveTo>
                    <a:pt x="0" y="1"/>
                  </a:moveTo>
                  <a:lnTo>
                    <a:pt x="0" y="10542"/>
                  </a:lnTo>
                  <a:lnTo>
                    <a:pt x="0" y="11781"/>
                  </a:lnTo>
                  <a:lnTo>
                    <a:pt x="8839" y="11781"/>
                  </a:lnTo>
                  <a:lnTo>
                    <a:pt x="8839" y="838"/>
                  </a:lnTo>
                  <a:lnTo>
                    <a:pt x="3181" y="838"/>
                  </a:lnTo>
                  <a:lnTo>
                    <a:pt x="237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85"/>
            <p:cNvSpPr/>
            <p:nvPr/>
          </p:nvSpPr>
          <p:spPr>
            <a:xfrm>
              <a:off x="4416616" y="2944758"/>
              <a:ext cx="17048" cy="284923"/>
            </a:xfrm>
            <a:custGeom>
              <a:rect b="b" l="l" r="r" t="t"/>
              <a:pathLst>
                <a:path extrusionOk="0" h="10947" w="655">
                  <a:moveTo>
                    <a:pt x="0" y="1"/>
                  </a:moveTo>
                  <a:lnTo>
                    <a:pt x="0" y="10947"/>
                  </a:lnTo>
                  <a:lnTo>
                    <a:pt x="655" y="10947"/>
                  </a:lnTo>
                  <a:lnTo>
                    <a:pt x="655"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85"/>
            <p:cNvSpPr/>
            <p:nvPr/>
          </p:nvSpPr>
          <p:spPr>
            <a:xfrm>
              <a:off x="4243533" y="3002825"/>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85"/>
            <p:cNvSpPr/>
            <p:nvPr/>
          </p:nvSpPr>
          <p:spPr>
            <a:xfrm>
              <a:off x="4243533" y="3076353"/>
              <a:ext cx="22462" cy="22462"/>
            </a:xfrm>
            <a:custGeom>
              <a:rect b="b" l="l" r="r" t="t"/>
              <a:pathLst>
                <a:path extrusionOk="0" h="863" w="863">
                  <a:moveTo>
                    <a:pt x="0" y="1"/>
                  </a:moveTo>
                  <a:lnTo>
                    <a:pt x="0" y="863"/>
                  </a:lnTo>
                  <a:lnTo>
                    <a:pt x="862" y="863"/>
                  </a:lnTo>
                  <a:lnTo>
                    <a:pt x="8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85"/>
            <p:cNvSpPr/>
            <p:nvPr/>
          </p:nvSpPr>
          <p:spPr>
            <a:xfrm>
              <a:off x="4243533" y="3149907"/>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85"/>
            <p:cNvSpPr/>
            <p:nvPr/>
          </p:nvSpPr>
          <p:spPr>
            <a:xfrm>
              <a:off x="4198844" y="2940099"/>
              <a:ext cx="319982" cy="294267"/>
            </a:xfrm>
            <a:custGeom>
              <a:rect b="b" l="l" r="r" t="t"/>
              <a:pathLst>
                <a:path extrusionOk="0" h="11306" w="12294">
                  <a:moveTo>
                    <a:pt x="10538" y="827"/>
                  </a:moveTo>
                  <a:lnTo>
                    <a:pt x="9205" y="8927"/>
                  </a:lnTo>
                  <a:lnTo>
                    <a:pt x="9205" y="827"/>
                  </a:lnTo>
                  <a:close/>
                  <a:moveTo>
                    <a:pt x="6946" y="0"/>
                  </a:moveTo>
                  <a:cubicBezTo>
                    <a:pt x="6707" y="0"/>
                    <a:pt x="6707" y="363"/>
                    <a:pt x="6946" y="363"/>
                  </a:cubicBezTo>
                  <a:lnTo>
                    <a:pt x="8849" y="363"/>
                  </a:lnTo>
                  <a:lnTo>
                    <a:pt x="8849" y="10946"/>
                  </a:lnTo>
                  <a:lnTo>
                    <a:pt x="363" y="10946"/>
                  </a:lnTo>
                  <a:lnTo>
                    <a:pt x="363" y="10060"/>
                  </a:lnTo>
                  <a:cubicBezTo>
                    <a:pt x="363" y="9938"/>
                    <a:pt x="272" y="9877"/>
                    <a:pt x="182" y="9877"/>
                  </a:cubicBezTo>
                  <a:cubicBezTo>
                    <a:pt x="91" y="9877"/>
                    <a:pt x="0" y="9938"/>
                    <a:pt x="0" y="10060"/>
                  </a:cubicBezTo>
                  <a:lnTo>
                    <a:pt x="0" y="11126"/>
                  </a:lnTo>
                  <a:cubicBezTo>
                    <a:pt x="0" y="11224"/>
                    <a:pt x="81" y="11305"/>
                    <a:pt x="183" y="11305"/>
                  </a:cubicBezTo>
                  <a:lnTo>
                    <a:pt x="9022" y="11305"/>
                  </a:lnTo>
                  <a:cubicBezTo>
                    <a:pt x="9103" y="11305"/>
                    <a:pt x="9170" y="11252"/>
                    <a:pt x="9194" y="11175"/>
                  </a:cubicBezTo>
                  <a:lnTo>
                    <a:pt x="11055" y="5172"/>
                  </a:lnTo>
                  <a:cubicBezTo>
                    <a:pt x="11105" y="5029"/>
                    <a:pt x="10993" y="4933"/>
                    <a:pt x="10882" y="4933"/>
                  </a:cubicBezTo>
                  <a:cubicBezTo>
                    <a:pt x="10811" y="4933"/>
                    <a:pt x="10740" y="4973"/>
                    <a:pt x="10714" y="5067"/>
                  </a:cubicBezTo>
                  <a:lnTo>
                    <a:pt x="9623" y="8575"/>
                  </a:lnTo>
                  <a:lnTo>
                    <a:pt x="10813" y="1365"/>
                  </a:lnTo>
                  <a:lnTo>
                    <a:pt x="11861" y="1365"/>
                  </a:lnTo>
                  <a:lnTo>
                    <a:pt x="10922" y="4395"/>
                  </a:lnTo>
                  <a:cubicBezTo>
                    <a:pt x="10872" y="4536"/>
                    <a:pt x="10987" y="4634"/>
                    <a:pt x="11098" y="4634"/>
                  </a:cubicBezTo>
                  <a:cubicBezTo>
                    <a:pt x="11170" y="4634"/>
                    <a:pt x="11240" y="4594"/>
                    <a:pt x="11267" y="4500"/>
                  </a:cubicBezTo>
                  <a:lnTo>
                    <a:pt x="12276" y="1242"/>
                  </a:lnTo>
                  <a:cubicBezTo>
                    <a:pt x="12294" y="1186"/>
                    <a:pt x="12283" y="1130"/>
                    <a:pt x="12252" y="1084"/>
                  </a:cubicBezTo>
                  <a:lnTo>
                    <a:pt x="12252" y="1080"/>
                  </a:lnTo>
                  <a:cubicBezTo>
                    <a:pt x="12217" y="1035"/>
                    <a:pt x="12164" y="1007"/>
                    <a:pt x="12107" y="1007"/>
                  </a:cubicBezTo>
                  <a:lnTo>
                    <a:pt x="10876" y="1007"/>
                  </a:lnTo>
                  <a:lnTo>
                    <a:pt x="10929" y="679"/>
                  </a:lnTo>
                  <a:cubicBezTo>
                    <a:pt x="10950" y="570"/>
                    <a:pt x="10865" y="468"/>
                    <a:pt x="10753" y="468"/>
                  </a:cubicBezTo>
                  <a:lnTo>
                    <a:pt x="9208" y="468"/>
                  </a:lnTo>
                  <a:lnTo>
                    <a:pt x="9208" y="183"/>
                  </a:lnTo>
                  <a:cubicBezTo>
                    <a:pt x="9208" y="81"/>
                    <a:pt x="9127" y="0"/>
                    <a:pt x="9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85"/>
            <p:cNvSpPr/>
            <p:nvPr/>
          </p:nvSpPr>
          <p:spPr>
            <a:xfrm>
              <a:off x="4198844" y="2918392"/>
              <a:ext cx="167435" cy="268630"/>
            </a:xfrm>
            <a:custGeom>
              <a:rect b="b" l="l" r="r" t="t"/>
              <a:pathLst>
                <a:path extrusionOk="0" h="10321" w="6433">
                  <a:moveTo>
                    <a:pt x="183" y="0"/>
                  </a:moveTo>
                  <a:cubicBezTo>
                    <a:pt x="81" y="0"/>
                    <a:pt x="0" y="81"/>
                    <a:pt x="0" y="180"/>
                  </a:cubicBezTo>
                  <a:lnTo>
                    <a:pt x="0" y="10141"/>
                  </a:lnTo>
                  <a:cubicBezTo>
                    <a:pt x="0" y="10239"/>
                    <a:pt x="81" y="10320"/>
                    <a:pt x="183" y="10320"/>
                  </a:cubicBezTo>
                  <a:cubicBezTo>
                    <a:pt x="282" y="10320"/>
                    <a:pt x="363" y="10239"/>
                    <a:pt x="363" y="10141"/>
                  </a:cubicBezTo>
                  <a:lnTo>
                    <a:pt x="363" y="359"/>
                  </a:lnTo>
                  <a:lnTo>
                    <a:pt x="2477" y="359"/>
                  </a:lnTo>
                  <a:lnTo>
                    <a:pt x="3234" y="1140"/>
                  </a:lnTo>
                  <a:cubicBezTo>
                    <a:pt x="3266" y="1176"/>
                    <a:pt x="3315" y="1197"/>
                    <a:pt x="3364" y="1197"/>
                  </a:cubicBezTo>
                  <a:lnTo>
                    <a:pt x="6193" y="1197"/>
                  </a:lnTo>
                  <a:cubicBezTo>
                    <a:pt x="6432" y="1197"/>
                    <a:pt x="6432" y="834"/>
                    <a:pt x="6193" y="834"/>
                  </a:cubicBezTo>
                  <a:lnTo>
                    <a:pt x="3438" y="834"/>
                  </a:lnTo>
                  <a:lnTo>
                    <a:pt x="2681" y="53"/>
                  </a:lnTo>
                  <a:cubicBezTo>
                    <a:pt x="2650" y="21"/>
                    <a:pt x="2601" y="0"/>
                    <a:pt x="2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85"/>
            <p:cNvSpPr/>
            <p:nvPr/>
          </p:nvSpPr>
          <p:spPr>
            <a:xfrm>
              <a:off x="4238848" y="2998140"/>
              <a:ext cx="31910" cy="31806"/>
            </a:xfrm>
            <a:custGeom>
              <a:rect b="b" l="l" r="r" t="t"/>
              <a:pathLst>
                <a:path extrusionOk="0" h="1222" w="1226">
                  <a:moveTo>
                    <a:pt x="863" y="363"/>
                  </a:moveTo>
                  <a:lnTo>
                    <a:pt x="863" y="863"/>
                  </a:lnTo>
                  <a:lnTo>
                    <a:pt x="360" y="863"/>
                  </a:lnTo>
                  <a:lnTo>
                    <a:pt x="360" y="363"/>
                  </a:lnTo>
                  <a:close/>
                  <a:moveTo>
                    <a:pt x="180" y="1"/>
                  </a:moveTo>
                  <a:cubicBezTo>
                    <a:pt x="82" y="1"/>
                    <a:pt x="1" y="82"/>
                    <a:pt x="1" y="180"/>
                  </a:cubicBezTo>
                  <a:lnTo>
                    <a:pt x="1" y="1042"/>
                  </a:lnTo>
                  <a:cubicBezTo>
                    <a:pt x="1" y="1141"/>
                    <a:pt x="82" y="1222"/>
                    <a:pt x="180" y="1222"/>
                  </a:cubicBezTo>
                  <a:lnTo>
                    <a:pt x="1042" y="1222"/>
                  </a:lnTo>
                  <a:cubicBezTo>
                    <a:pt x="1144" y="1222"/>
                    <a:pt x="1225" y="1141"/>
                    <a:pt x="1225" y="1042"/>
                  </a:cubicBezTo>
                  <a:lnTo>
                    <a:pt x="1225"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85"/>
            <p:cNvSpPr/>
            <p:nvPr/>
          </p:nvSpPr>
          <p:spPr>
            <a:xfrm>
              <a:off x="4282626" y="3020576"/>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85"/>
            <p:cNvSpPr/>
            <p:nvPr/>
          </p:nvSpPr>
          <p:spPr>
            <a:xfrm>
              <a:off x="4282626" y="3004934"/>
              <a:ext cx="37402" cy="9370"/>
            </a:xfrm>
            <a:custGeom>
              <a:rect b="b" l="l" r="r" t="t"/>
              <a:pathLst>
                <a:path extrusionOk="0" h="360" w="1437">
                  <a:moveTo>
                    <a:pt x="244" y="0"/>
                  </a:moveTo>
                  <a:cubicBezTo>
                    <a:pt x="1" y="0"/>
                    <a:pt x="1" y="359"/>
                    <a:pt x="244" y="359"/>
                  </a:cubicBezTo>
                  <a:lnTo>
                    <a:pt x="1194" y="359"/>
                  </a:lnTo>
                  <a:cubicBezTo>
                    <a:pt x="1436" y="359"/>
                    <a:pt x="143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85"/>
            <p:cNvSpPr/>
            <p:nvPr/>
          </p:nvSpPr>
          <p:spPr>
            <a:xfrm>
              <a:off x="4238848" y="3071694"/>
              <a:ext cx="31910" cy="31806"/>
            </a:xfrm>
            <a:custGeom>
              <a:rect b="b" l="l" r="r" t="t"/>
              <a:pathLst>
                <a:path extrusionOk="0" h="1222" w="1226">
                  <a:moveTo>
                    <a:pt x="863" y="359"/>
                  </a:moveTo>
                  <a:lnTo>
                    <a:pt x="863" y="862"/>
                  </a:lnTo>
                  <a:lnTo>
                    <a:pt x="360" y="862"/>
                  </a:lnTo>
                  <a:lnTo>
                    <a:pt x="360" y="359"/>
                  </a:lnTo>
                  <a:close/>
                  <a:moveTo>
                    <a:pt x="180" y="0"/>
                  </a:moveTo>
                  <a:cubicBezTo>
                    <a:pt x="82" y="0"/>
                    <a:pt x="1" y="81"/>
                    <a:pt x="1" y="180"/>
                  </a:cubicBezTo>
                  <a:lnTo>
                    <a:pt x="1" y="1042"/>
                  </a:lnTo>
                  <a:cubicBezTo>
                    <a:pt x="1" y="1140"/>
                    <a:pt x="82" y="1221"/>
                    <a:pt x="180" y="1221"/>
                  </a:cubicBezTo>
                  <a:lnTo>
                    <a:pt x="1042" y="1221"/>
                  </a:lnTo>
                  <a:cubicBezTo>
                    <a:pt x="1144" y="1221"/>
                    <a:pt x="1225" y="1140"/>
                    <a:pt x="1225" y="1042"/>
                  </a:cubicBezTo>
                  <a:lnTo>
                    <a:pt x="1225" y="180"/>
                  </a:lnTo>
                  <a:cubicBezTo>
                    <a:pt x="1225" y="81"/>
                    <a:pt x="114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85"/>
            <p:cNvSpPr/>
            <p:nvPr/>
          </p:nvSpPr>
          <p:spPr>
            <a:xfrm>
              <a:off x="4282626" y="3094130"/>
              <a:ext cx="114963" cy="9370"/>
            </a:xfrm>
            <a:custGeom>
              <a:rect b="b" l="l" r="r" t="t"/>
              <a:pathLst>
                <a:path extrusionOk="0" h="360" w="4417">
                  <a:moveTo>
                    <a:pt x="244" y="0"/>
                  </a:moveTo>
                  <a:cubicBezTo>
                    <a:pt x="1" y="0"/>
                    <a:pt x="1" y="359"/>
                    <a:pt x="244" y="359"/>
                  </a:cubicBezTo>
                  <a:lnTo>
                    <a:pt x="4177" y="359"/>
                  </a:lnTo>
                  <a:cubicBezTo>
                    <a:pt x="4416" y="359"/>
                    <a:pt x="4416" y="0"/>
                    <a:pt x="4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85"/>
            <p:cNvSpPr/>
            <p:nvPr/>
          </p:nvSpPr>
          <p:spPr>
            <a:xfrm>
              <a:off x="4282626" y="3078461"/>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85"/>
            <p:cNvSpPr/>
            <p:nvPr/>
          </p:nvSpPr>
          <p:spPr>
            <a:xfrm>
              <a:off x="4238848" y="3145222"/>
              <a:ext cx="31910" cy="31910"/>
            </a:xfrm>
            <a:custGeom>
              <a:rect b="b" l="l" r="r" t="t"/>
              <a:pathLst>
                <a:path extrusionOk="0" h="1226" w="1226">
                  <a:moveTo>
                    <a:pt x="863" y="359"/>
                  </a:moveTo>
                  <a:lnTo>
                    <a:pt x="863" y="863"/>
                  </a:lnTo>
                  <a:lnTo>
                    <a:pt x="360" y="863"/>
                  </a:lnTo>
                  <a:lnTo>
                    <a:pt x="360" y="359"/>
                  </a:lnTo>
                  <a:close/>
                  <a:moveTo>
                    <a:pt x="180" y="1"/>
                  </a:moveTo>
                  <a:cubicBezTo>
                    <a:pt x="82" y="1"/>
                    <a:pt x="1" y="82"/>
                    <a:pt x="1" y="180"/>
                  </a:cubicBezTo>
                  <a:lnTo>
                    <a:pt x="1" y="1046"/>
                  </a:lnTo>
                  <a:cubicBezTo>
                    <a:pt x="1" y="1144"/>
                    <a:pt x="82" y="1225"/>
                    <a:pt x="180" y="1225"/>
                  </a:cubicBezTo>
                  <a:lnTo>
                    <a:pt x="1042" y="1225"/>
                  </a:lnTo>
                  <a:cubicBezTo>
                    <a:pt x="1141" y="1225"/>
                    <a:pt x="1222" y="1144"/>
                    <a:pt x="1222" y="1046"/>
                  </a:cubicBezTo>
                  <a:lnTo>
                    <a:pt x="1222"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85"/>
            <p:cNvSpPr/>
            <p:nvPr/>
          </p:nvSpPr>
          <p:spPr>
            <a:xfrm>
              <a:off x="4282626" y="3167658"/>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85"/>
            <p:cNvSpPr/>
            <p:nvPr/>
          </p:nvSpPr>
          <p:spPr>
            <a:xfrm>
              <a:off x="4282626" y="3151989"/>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3" name="Google Shape;17823;p85"/>
          <p:cNvGrpSpPr/>
          <p:nvPr/>
        </p:nvGrpSpPr>
        <p:grpSpPr>
          <a:xfrm>
            <a:off x="4657084" y="2911911"/>
            <a:ext cx="332007" cy="319592"/>
            <a:chOff x="4657084" y="2911911"/>
            <a:chExt cx="332007" cy="319592"/>
          </a:xfrm>
        </p:grpSpPr>
        <p:sp>
          <p:nvSpPr>
            <p:cNvPr id="17824" name="Google Shape;17824;p85"/>
            <p:cNvSpPr/>
            <p:nvPr/>
          </p:nvSpPr>
          <p:spPr>
            <a:xfrm>
              <a:off x="4825690" y="3069768"/>
              <a:ext cx="48750" cy="48645"/>
            </a:xfrm>
            <a:custGeom>
              <a:rect b="b" l="l" r="r" t="t"/>
              <a:pathLst>
                <a:path extrusionOk="0" h="1869" w="1873">
                  <a:moveTo>
                    <a:pt x="482" y="0"/>
                  </a:moveTo>
                  <a:lnTo>
                    <a:pt x="0" y="482"/>
                  </a:lnTo>
                  <a:lnTo>
                    <a:pt x="1387" y="1869"/>
                  </a:lnTo>
                  <a:lnTo>
                    <a:pt x="1872" y="1387"/>
                  </a:lnTo>
                  <a:lnTo>
                    <a:pt x="482"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85"/>
            <p:cNvSpPr/>
            <p:nvPr/>
          </p:nvSpPr>
          <p:spPr>
            <a:xfrm>
              <a:off x="4672388" y="2916466"/>
              <a:ext cx="200125" cy="200125"/>
            </a:xfrm>
            <a:custGeom>
              <a:rect b="b" l="l" r="r" t="t"/>
              <a:pathLst>
                <a:path extrusionOk="0" h="7689" w="7689">
                  <a:moveTo>
                    <a:pt x="3846" y="0"/>
                  </a:moveTo>
                  <a:cubicBezTo>
                    <a:pt x="1721" y="0"/>
                    <a:pt x="0" y="1721"/>
                    <a:pt x="0" y="3846"/>
                  </a:cubicBezTo>
                  <a:cubicBezTo>
                    <a:pt x="0" y="5968"/>
                    <a:pt x="1721" y="7688"/>
                    <a:pt x="3846" y="7688"/>
                  </a:cubicBezTo>
                  <a:cubicBezTo>
                    <a:pt x="5968" y="7688"/>
                    <a:pt x="7688" y="5968"/>
                    <a:pt x="7688" y="3846"/>
                  </a:cubicBezTo>
                  <a:cubicBezTo>
                    <a:pt x="7688" y="1721"/>
                    <a:pt x="5968" y="0"/>
                    <a:pt x="384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85"/>
            <p:cNvSpPr/>
            <p:nvPr/>
          </p:nvSpPr>
          <p:spPr>
            <a:xfrm>
              <a:off x="4695475" y="2939448"/>
              <a:ext cx="154057" cy="154161"/>
            </a:xfrm>
            <a:custGeom>
              <a:rect b="b" l="l" r="r" t="t"/>
              <a:pathLst>
                <a:path extrusionOk="0" h="5923" w="5919">
                  <a:moveTo>
                    <a:pt x="2959" y="1"/>
                  </a:moveTo>
                  <a:cubicBezTo>
                    <a:pt x="1323" y="1"/>
                    <a:pt x="0" y="1327"/>
                    <a:pt x="0" y="2963"/>
                  </a:cubicBezTo>
                  <a:cubicBezTo>
                    <a:pt x="0" y="4596"/>
                    <a:pt x="1323" y="5922"/>
                    <a:pt x="2959" y="5922"/>
                  </a:cubicBezTo>
                  <a:cubicBezTo>
                    <a:pt x="4592" y="5922"/>
                    <a:pt x="5918" y="4596"/>
                    <a:pt x="5918" y="2963"/>
                  </a:cubicBezTo>
                  <a:cubicBezTo>
                    <a:pt x="5918" y="1327"/>
                    <a:pt x="4592" y="1"/>
                    <a:pt x="29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85"/>
            <p:cNvSpPr/>
            <p:nvPr/>
          </p:nvSpPr>
          <p:spPr>
            <a:xfrm>
              <a:off x="4847840" y="3093115"/>
              <a:ext cx="136124" cy="133729"/>
            </a:xfrm>
            <a:custGeom>
              <a:rect b="b" l="l" r="r" t="t"/>
              <a:pathLst>
                <a:path extrusionOk="0" h="5138" w="5230">
                  <a:moveTo>
                    <a:pt x="1044" y="1"/>
                  </a:moveTo>
                  <a:cubicBezTo>
                    <a:pt x="924" y="1"/>
                    <a:pt x="803" y="46"/>
                    <a:pt x="712" y="138"/>
                  </a:cubicBezTo>
                  <a:lnTo>
                    <a:pt x="184" y="666"/>
                  </a:lnTo>
                  <a:cubicBezTo>
                    <a:pt x="1" y="849"/>
                    <a:pt x="1" y="1148"/>
                    <a:pt x="184" y="1331"/>
                  </a:cubicBezTo>
                  <a:lnTo>
                    <a:pt x="3854" y="5000"/>
                  </a:lnTo>
                  <a:cubicBezTo>
                    <a:pt x="3945" y="5092"/>
                    <a:pt x="4065" y="5138"/>
                    <a:pt x="4185" y="5138"/>
                  </a:cubicBezTo>
                  <a:cubicBezTo>
                    <a:pt x="4305" y="5138"/>
                    <a:pt x="4425" y="5092"/>
                    <a:pt x="4519" y="5000"/>
                  </a:cubicBezTo>
                  <a:lnTo>
                    <a:pt x="5046" y="4473"/>
                  </a:lnTo>
                  <a:cubicBezTo>
                    <a:pt x="5229" y="4286"/>
                    <a:pt x="5229" y="3987"/>
                    <a:pt x="5046" y="3804"/>
                  </a:cubicBezTo>
                  <a:lnTo>
                    <a:pt x="1377" y="138"/>
                  </a:lnTo>
                  <a:cubicBezTo>
                    <a:pt x="1285" y="46"/>
                    <a:pt x="1165" y="1"/>
                    <a:pt x="104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85"/>
            <p:cNvSpPr/>
            <p:nvPr/>
          </p:nvSpPr>
          <p:spPr>
            <a:xfrm>
              <a:off x="4857184" y="3093141"/>
              <a:ext cx="126780" cy="125557"/>
            </a:xfrm>
            <a:custGeom>
              <a:rect b="b" l="l" r="r" t="t"/>
              <a:pathLst>
                <a:path extrusionOk="0" h="4824" w="4871">
                  <a:moveTo>
                    <a:pt x="7" y="489"/>
                  </a:moveTo>
                  <a:cubicBezTo>
                    <a:pt x="5" y="491"/>
                    <a:pt x="3" y="494"/>
                    <a:pt x="1" y="496"/>
                  </a:cubicBezTo>
                  <a:lnTo>
                    <a:pt x="7" y="489"/>
                  </a:lnTo>
                  <a:close/>
                  <a:moveTo>
                    <a:pt x="689" y="0"/>
                  </a:moveTo>
                  <a:cubicBezTo>
                    <a:pt x="568" y="0"/>
                    <a:pt x="448" y="47"/>
                    <a:pt x="356" y="140"/>
                  </a:cubicBezTo>
                  <a:lnTo>
                    <a:pt x="7" y="489"/>
                  </a:lnTo>
                  <a:lnTo>
                    <a:pt x="7" y="489"/>
                  </a:lnTo>
                  <a:cubicBezTo>
                    <a:pt x="98" y="400"/>
                    <a:pt x="215" y="356"/>
                    <a:pt x="332" y="356"/>
                  </a:cubicBezTo>
                  <a:cubicBezTo>
                    <a:pt x="452" y="356"/>
                    <a:pt x="572" y="402"/>
                    <a:pt x="666" y="496"/>
                  </a:cubicBezTo>
                  <a:lnTo>
                    <a:pt x="4332" y="4158"/>
                  </a:lnTo>
                  <a:cubicBezTo>
                    <a:pt x="4515" y="4345"/>
                    <a:pt x="4515" y="4640"/>
                    <a:pt x="4332" y="4823"/>
                  </a:cubicBezTo>
                  <a:lnTo>
                    <a:pt x="4687" y="4472"/>
                  </a:lnTo>
                  <a:cubicBezTo>
                    <a:pt x="4870" y="4285"/>
                    <a:pt x="4870" y="3990"/>
                    <a:pt x="4687" y="3807"/>
                  </a:cubicBezTo>
                  <a:lnTo>
                    <a:pt x="1018" y="137"/>
                  </a:lnTo>
                  <a:cubicBezTo>
                    <a:pt x="927" y="46"/>
                    <a:pt x="808" y="0"/>
                    <a:pt x="689"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85"/>
            <p:cNvSpPr/>
            <p:nvPr/>
          </p:nvSpPr>
          <p:spPr>
            <a:xfrm>
              <a:off x="4914965" y="3159042"/>
              <a:ext cx="43726" cy="43726"/>
            </a:xfrm>
            <a:custGeom>
              <a:rect b="b" l="l" r="r" t="t"/>
              <a:pathLst>
                <a:path extrusionOk="0" h="1680" w="1680">
                  <a:moveTo>
                    <a:pt x="1194" y="1"/>
                  </a:moveTo>
                  <a:lnTo>
                    <a:pt x="1" y="1194"/>
                  </a:lnTo>
                  <a:lnTo>
                    <a:pt x="486" y="1679"/>
                  </a:lnTo>
                  <a:lnTo>
                    <a:pt x="1679" y="486"/>
                  </a:lnTo>
                  <a:lnTo>
                    <a:pt x="119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85"/>
            <p:cNvSpPr/>
            <p:nvPr/>
          </p:nvSpPr>
          <p:spPr>
            <a:xfrm>
              <a:off x="4739878" y="2961780"/>
              <a:ext cx="70899" cy="77614"/>
            </a:xfrm>
            <a:custGeom>
              <a:rect b="b" l="l" r="r" t="t"/>
              <a:pathLst>
                <a:path extrusionOk="0" h="2982" w="2724">
                  <a:moveTo>
                    <a:pt x="1253" y="1"/>
                  </a:moveTo>
                  <a:cubicBezTo>
                    <a:pt x="947" y="1"/>
                    <a:pt x="639" y="112"/>
                    <a:pt x="395" y="342"/>
                  </a:cubicBezTo>
                  <a:cubicBezTo>
                    <a:pt x="145" y="578"/>
                    <a:pt x="1" y="905"/>
                    <a:pt x="1" y="1254"/>
                  </a:cubicBezTo>
                  <a:cubicBezTo>
                    <a:pt x="8" y="1479"/>
                    <a:pt x="194" y="1658"/>
                    <a:pt x="419" y="1658"/>
                  </a:cubicBezTo>
                  <a:cubicBezTo>
                    <a:pt x="644" y="1658"/>
                    <a:pt x="831" y="1479"/>
                    <a:pt x="838" y="1254"/>
                  </a:cubicBezTo>
                  <a:cubicBezTo>
                    <a:pt x="838" y="1025"/>
                    <a:pt x="1025" y="841"/>
                    <a:pt x="1247" y="841"/>
                  </a:cubicBezTo>
                  <a:cubicBezTo>
                    <a:pt x="1258" y="841"/>
                    <a:pt x="1268" y="841"/>
                    <a:pt x="1278" y="842"/>
                  </a:cubicBezTo>
                  <a:cubicBezTo>
                    <a:pt x="1485" y="856"/>
                    <a:pt x="1647" y="1021"/>
                    <a:pt x="1661" y="1226"/>
                  </a:cubicBezTo>
                  <a:cubicBezTo>
                    <a:pt x="1675" y="1394"/>
                    <a:pt x="1577" y="1556"/>
                    <a:pt x="1422" y="1627"/>
                  </a:cubicBezTo>
                  <a:cubicBezTo>
                    <a:pt x="1060" y="1796"/>
                    <a:pt x="831" y="2161"/>
                    <a:pt x="831" y="2559"/>
                  </a:cubicBezTo>
                  <a:cubicBezTo>
                    <a:pt x="831" y="2791"/>
                    <a:pt x="1021" y="2981"/>
                    <a:pt x="1253" y="2981"/>
                  </a:cubicBezTo>
                  <a:cubicBezTo>
                    <a:pt x="1485" y="2981"/>
                    <a:pt x="1672" y="2791"/>
                    <a:pt x="1672" y="2559"/>
                  </a:cubicBezTo>
                  <a:cubicBezTo>
                    <a:pt x="1668" y="2489"/>
                    <a:pt x="1711" y="2422"/>
                    <a:pt x="1774" y="2390"/>
                  </a:cubicBezTo>
                  <a:cubicBezTo>
                    <a:pt x="2478" y="2066"/>
                    <a:pt x="2724" y="1194"/>
                    <a:pt x="2291" y="554"/>
                  </a:cubicBezTo>
                  <a:cubicBezTo>
                    <a:pt x="2048" y="191"/>
                    <a:pt x="1652" y="1"/>
                    <a:pt x="12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85"/>
            <p:cNvSpPr/>
            <p:nvPr/>
          </p:nvSpPr>
          <p:spPr>
            <a:xfrm>
              <a:off x="4761298" y="3049623"/>
              <a:ext cx="22280" cy="22904"/>
            </a:xfrm>
            <a:custGeom>
              <a:rect b="b" l="l" r="r" t="t"/>
              <a:pathLst>
                <a:path extrusionOk="0" h="880" w="856">
                  <a:moveTo>
                    <a:pt x="430" y="0"/>
                  </a:moveTo>
                  <a:cubicBezTo>
                    <a:pt x="191" y="0"/>
                    <a:pt x="1" y="197"/>
                    <a:pt x="8" y="433"/>
                  </a:cubicBezTo>
                  <a:lnTo>
                    <a:pt x="8" y="461"/>
                  </a:lnTo>
                  <a:cubicBezTo>
                    <a:pt x="8" y="693"/>
                    <a:pt x="198" y="880"/>
                    <a:pt x="430" y="880"/>
                  </a:cubicBezTo>
                  <a:cubicBezTo>
                    <a:pt x="662" y="880"/>
                    <a:pt x="849" y="693"/>
                    <a:pt x="849" y="461"/>
                  </a:cubicBezTo>
                  <a:lnTo>
                    <a:pt x="849" y="433"/>
                  </a:lnTo>
                  <a:cubicBezTo>
                    <a:pt x="856" y="197"/>
                    <a:pt x="666" y="0"/>
                    <a:pt x="4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85"/>
            <p:cNvSpPr/>
            <p:nvPr/>
          </p:nvSpPr>
          <p:spPr>
            <a:xfrm>
              <a:off x="4685584" y="2934946"/>
              <a:ext cx="176206" cy="162776"/>
            </a:xfrm>
            <a:custGeom>
              <a:rect b="b" l="l" r="r" t="t"/>
              <a:pathLst>
                <a:path extrusionOk="0" h="6254" w="6770">
                  <a:moveTo>
                    <a:pt x="3327" y="1"/>
                  </a:moveTo>
                  <a:cubicBezTo>
                    <a:pt x="2087" y="1"/>
                    <a:pt x="919" y="744"/>
                    <a:pt x="429" y="1954"/>
                  </a:cubicBezTo>
                  <a:cubicBezTo>
                    <a:pt x="367" y="2098"/>
                    <a:pt x="484" y="2205"/>
                    <a:pt x="600" y="2205"/>
                  </a:cubicBezTo>
                  <a:cubicBezTo>
                    <a:pt x="666" y="2205"/>
                    <a:pt x="732" y="2171"/>
                    <a:pt x="764" y="2088"/>
                  </a:cubicBezTo>
                  <a:cubicBezTo>
                    <a:pt x="1198" y="1010"/>
                    <a:pt x="2238" y="347"/>
                    <a:pt x="3343" y="347"/>
                  </a:cubicBezTo>
                  <a:cubicBezTo>
                    <a:pt x="3635" y="347"/>
                    <a:pt x="3931" y="393"/>
                    <a:pt x="4222" y="490"/>
                  </a:cubicBezTo>
                  <a:cubicBezTo>
                    <a:pt x="5619" y="955"/>
                    <a:pt x="6411" y="2425"/>
                    <a:pt x="6031" y="3847"/>
                  </a:cubicBezTo>
                  <a:cubicBezTo>
                    <a:pt x="5699" y="5087"/>
                    <a:pt x="4578" y="5914"/>
                    <a:pt x="3343" y="5914"/>
                  </a:cubicBezTo>
                  <a:cubicBezTo>
                    <a:pt x="3161" y="5914"/>
                    <a:pt x="2978" y="5896"/>
                    <a:pt x="2794" y="5859"/>
                  </a:cubicBezTo>
                  <a:cubicBezTo>
                    <a:pt x="1351" y="5567"/>
                    <a:pt x="384" y="4206"/>
                    <a:pt x="588" y="2749"/>
                  </a:cubicBezTo>
                  <a:cubicBezTo>
                    <a:pt x="602" y="2651"/>
                    <a:pt x="531" y="2556"/>
                    <a:pt x="433" y="2545"/>
                  </a:cubicBezTo>
                  <a:cubicBezTo>
                    <a:pt x="424" y="2544"/>
                    <a:pt x="415" y="2543"/>
                    <a:pt x="407" y="2543"/>
                  </a:cubicBezTo>
                  <a:cubicBezTo>
                    <a:pt x="319" y="2543"/>
                    <a:pt x="242" y="2607"/>
                    <a:pt x="229" y="2696"/>
                  </a:cubicBezTo>
                  <a:cubicBezTo>
                    <a:pt x="0" y="4332"/>
                    <a:pt x="1084" y="5863"/>
                    <a:pt x="2702" y="6190"/>
                  </a:cubicBezTo>
                  <a:cubicBezTo>
                    <a:pt x="2913" y="6233"/>
                    <a:pt x="3122" y="6254"/>
                    <a:pt x="3329" y="6254"/>
                  </a:cubicBezTo>
                  <a:cubicBezTo>
                    <a:pt x="4715" y="6254"/>
                    <a:pt x="5970" y="5325"/>
                    <a:pt x="6344" y="3938"/>
                  </a:cubicBezTo>
                  <a:cubicBezTo>
                    <a:pt x="6770" y="2341"/>
                    <a:pt x="5883" y="691"/>
                    <a:pt x="4317" y="163"/>
                  </a:cubicBezTo>
                  <a:cubicBezTo>
                    <a:pt x="3990" y="53"/>
                    <a:pt x="3656" y="1"/>
                    <a:pt x="3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85"/>
            <p:cNvSpPr/>
            <p:nvPr/>
          </p:nvSpPr>
          <p:spPr>
            <a:xfrm>
              <a:off x="4657084" y="2911911"/>
              <a:ext cx="332007" cy="319592"/>
            </a:xfrm>
            <a:custGeom>
              <a:rect b="b" l="l" r="r" t="t"/>
              <a:pathLst>
                <a:path extrusionOk="0" h="12279" w="12756">
                  <a:moveTo>
                    <a:pt x="7393" y="6748"/>
                  </a:moveTo>
                  <a:lnTo>
                    <a:pt x="7766" y="7124"/>
                  </a:lnTo>
                  <a:lnTo>
                    <a:pt x="7537" y="7353"/>
                  </a:lnTo>
                  <a:lnTo>
                    <a:pt x="7161" y="6980"/>
                  </a:lnTo>
                  <a:cubicBezTo>
                    <a:pt x="7200" y="6941"/>
                    <a:pt x="7242" y="6903"/>
                    <a:pt x="7281" y="6864"/>
                  </a:cubicBezTo>
                  <a:lnTo>
                    <a:pt x="7281" y="6868"/>
                  </a:lnTo>
                  <a:cubicBezTo>
                    <a:pt x="7319" y="6829"/>
                    <a:pt x="7354" y="6790"/>
                    <a:pt x="7393" y="6748"/>
                  </a:cubicBezTo>
                  <a:close/>
                  <a:moveTo>
                    <a:pt x="10672" y="9320"/>
                  </a:moveTo>
                  <a:lnTo>
                    <a:pt x="10848" y="9496"/>
                  </a:lnTo>
                  <a:lnTo>
                    <a:pt x="9909" y="10435"/>
                  </a:lnTo>
                  <a:lnTo>
                    <a:pt x="9733" y="10259"/>
                  </a:lnTo>
                  <a:lnTo>
                    <a:pt x="10672" y="9320"/>
                  </a:lnTo>
                  <a:close/>
                  <a:moveTo>
                    <a:pt x="11102" y="9749"/>
                  </a:moveTo>
                  <a:lnTo>
                    <a:pt x="11334" y="9981"/>
                  </a:lnTo>
                  <a:lnTo>
                    <a:pt x="10394" y="10921"/>
                  </a:lnTo>
                  <a:lnTo>
                    <a:pt x="10215" y="10741"/>
                  </a:lnTo>
                  <a:lnTo>
                    <a:pt x="10162" y="10689"/>
                  </a:lnTo>
                  <a:lnTo>
                    <a:pt x="11102" y="9749"/>
                  </a:lnTo>
                  <a:close/>
                  <a:moveTo>
                    <a:pt x="11587" y="10235"/>
                  </a:moveTo>
                  <a:lnTo>
                    <a:pt x="12249" y="10896"/>
                  </a:lnTo>
                  <a:cubicBezTo>
                    <a:pt x="12361" y="11009"/>
                    <a:pt x="12361" y="11192"/>
                    <a:pt x="12249" y="11304"/>
                  </a:cubicBezTo>
                  <a:lnTo>
                    <a:pt x="11721" y="11832"/>
                  </a:lnTo>
                  <a:cubicBezTo>
                    <a:pt x="11663" y="11890"/>
                    <a:pt x="11588" y="11919"/>
                    <a:pt x="11514" y="11919"/>
                  </a:cubicBezTo>
                  <a:cubicBezTo>
                    <a:pt x="11439" y="11919"/>
                    <a:pt x="11366" y="11890"/>
                    <a:pt x="11309" y="11832"/>
                  </a:cubicBezTo>
                  <a:lnTo>
                    <a:pt x="10651" y="11174"/>
                  </a:lnTo>
                  <a:lnTo>
                    <a:pt x="11587" y="10235"/>
                  </a:lnTo>
                  <a:close/>
                  <a:moveTo>
                    <a:pt x="4436" y="1"/>
                  </a:moveTo>
                  <a:cubicBezTo>
                    <a:pt x="2984" y="1"/>
                    <a:pt x="1607" y="792"/>
                    <a:pt x="895" y="2125"/>
                  </a:cubicBezTo>
                  <a:cubicBezTo>
                    <a:pt x="1" y="3792"/>
                    <a:pt x="391" y="5861"/>
                    <a:pt x="1834" y="7086"/>
                  </a:cubicBezTo>
                  <a:cubicBezTo>
                    <a:pt x="2584" y="7722"/>
                    <a:pt x="3510" y="8042"/>
                    <a:pt x="4438" y="8042"/>
                  </a:cubicBezTo>
                  <a:cubicBezTo>
                    <a:pt x="5300" y="8042"/>
                    <a:pt x="6163" y="7766"/>
                    <a:pt x="6887" y="7212"/>
                  </a:cubicBezTo>
                  <a:lnTo>
                    <a:pt x="7295" y="7621"/>
                  </a:lnTo>
                  <a:cubicBezTo>
                    <a:pt x="7136" y="7874"/>
                    <a:pt x="7175" y="8208"/>
                    <a:pt x="7386" y="8423"/>
                  </a:cubicBezTo>
                  <a:lnTo>
                    <a:pt x="8224" y="9257"/>
                  </a:lnTo>
                  <a:cubicBezTo>
                    <a:pt x="8263" y="9296"/>
                    <a:pt x="8307" y="9312"/>
                    <a:pt x="8349" y="9312"/>
                  </a:cubicBezTo>
                  <a:cubicBezTo>
                    <a:pt x="8487" y="9312"/>
                    <a:pt x="8606" y="9133"/>
                    <a:pt x="8477" y="9003"/>
                  </a:cubicBezTo>
                  <a:lnTo>
                    <a:pt x="7643" y="8166"/>
                  </a:lnTo>
                  <a:cubicBezTo>
                    <a:pt x="7527" y="8053"/>
                    <a:pt x="7527" y="7870"/>
                    <a:pt x="7643" y="7758"/>
                  </a:cubicBezTo>
                  <a:lnTo>
                    <a:pt x="8171" y="7230"/>
                  </a:lnTo>
                  <a:cubicBezTo>
                    <a:pt x="8227" y="7172"/>
                    <a:pt x="8301" y="7143"/>
                    <a:pt x="8375" y="7143"/>
                  </a:cubicBezTo>
                  <a:cubicBezTo>
                    <a:pt x="8449" y="7143"/>
                    <a:pt x="8523" y="7172"/>
                    <a:pt x="8579" y="7230"/>
                  </a:cubicBezTo>
                  <a:lnTo>
                    <a:pt x="10416" y="9063"/>
                  </a:lnTo>
                  <a:lnTo>
                    <a:pt x="9476" y="10003"/>
                  </a:lnTo>
                  <a:lnTo>
                    <a:pt x="8945" y="9471"/>
                  </a:lnTo>
                  <a:cubicBezTo>
                    <a:pt x="8906" y="9432"/>
                    <a:pt x="8862" y="9416"/>
                    <a:pt x="8820" y="9416"/>
                  </a:cubicBezTo>
                  <a:cubicBezTo>
                    <a:pt x="8681" y="9416"/>
                    <a:pt x="8562" y="9596"/>
                    <a:pt x="8691" y="9728"/>
                  </a:cubicBezTo>
                  <a:lnTo>
                    <a:pt x="11052" y="12089"/>
                  </a:lnTo>
                  <a:cubicBezTo>
                    <a:pt x="11179" y="12216"/>
                    <a:pt x="11345" y="12279"/>
                    <a:pt x="11512" y="12279"/>
                  </a:cubicBezTo>
                  <a:cubicBezTo>
                    <a:pt x="11679" y="12279"/>
                    <a:pt x="11846" y="12216"/>
                    <a:pt x="11974" y="12089"/>
                  </a:cubicBezTo>
                  <a:lnTo>
                    <a:pt x="12502" y="11561"/>
                  </a:lnTo>
                  <a:cubicBezTo>
                    <a:pt x="12755" y="11308"/>
                    <a:pt x="12755" y="10896"/>
                    <a:pt x="12502" y="10639"/>
                  </a:cubicBezTo>
                  <a:lnTo>
                    <a:pt x="8836" y="6973"/>
                  </a:lnTo>
                  <a:cubicBezTo>
                    <a:pt x="8710" y="6847"/>
                    <a:pt x="8543" y="6782"/>
                    <a:pt x="8376" y="6782"/>
                  </a:cubicBezTo>
                  <a:cubicBezTo>
                    <a:pt x="8257" y="6782"/>
                    <a:pt x="8138" y="6815"/>
                    <a:pt x="8034" y="6882"/>
                  </a:cubicBezTo>
                  <a:lnTo>
                    <a:pt x="7625" y="6474"/>
                  </a:lnTo>
                  <a:cubicBezTo>
                    <a:pt x="7953" y="6048"/>
                    <a:pt x="8192" y="5559"/>
                    <a:pt x="8329" y="5038"/>
                  </a:cubicBezTo>
                  <a:cubicBezTo>
                    <a:pt x="8365" y="4900"/>
                    <a:pt x="8256" y="4812"/>
                    <a:pt x="8149" y="4812"/>
                  </a:cubicBezTo>
                  <a:cubicBezTo>
                    <a:pt x="8077" y="4812"/>
                    <a:pt x="8005" y="4852"/>
                    <a:pt x="7981" y="4947"/>
                  </a:cubicBezTo>
                  <a:cubicBezTo>
                    <a:pt x="7551" y="6591"/>
                    <a:pt x="6065" y="7693"/>
                    <a:pt x="4430" y="7693"/>
                  </a:cubicBezTo>
                  <a:cubicBezTo>
                    <a:pt x="4179" y="7693"/>
                    <a:pt x="3925" y="7667"/>
                    <a:pt x="3671" y="7614"/>
                  </a:cubicBezTo>
                  <a:cubicBezTo>
                    <a:pt x="1753" y="7209"/>
                    <a:pt x="493" y="5365"/>
                    <a:pt x="807" y="3434"/>
                  </a:cubicBezTo>
                  <a:cubicBezTo>
                    <a:pt x="1100" y="1640"/>
                    <a:pt x="2648" y="351"/>
                    <a:pt x="4421" y="351"/>
                  </a:cubicBezTo>
                  <a:cubicBezTo>
                    <a:pt x="4562" y="351"/>
                    <a:pt x="4703" y="360"/>
                    <a:pt x="4846" y="376"/>
                  </a:cubicBezTo>
                  <a:cubicBezTo>
                    <a:pt x="6795" y="598"/>
                    <a:pt x="8224" y="2315"/>
                    <a:pt x="8090" y="4271"/>
                  </a:cubicBezTo>
                  <a:cubicBezTo>
                    <a:pt x="8084" y="4393"/>
                    <a:pt x="8177" y="4457"/>
                    <a:pt x="8270" y="4457"/>
                  </a:cubicBezTo>
                  <a:cubicBezTo>
                    <a:pt x="8355" y="4457"/>
                    <a:pt x="8439" y="4404"/>
                    <a:pt x="8449" y="4292"/>
                  </a:cubicBezTo>
                  <a:cubicBezTo>
                    <a:pt x="8575" y="2403"/>
                    <a:pt x="7369" y="682"/>
                    <a:pt x="5546" y="158"/>
                  </a:cubicBezTo>
                  <a:cubicBezTo>
                    <a:pt x="5178" y="52"/>
                    <a:pt x="4804" y="1"/>
                    <a:pt x="44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85"/>
            <p:cNvSpPr/>
            <p:nvPr/>
          </p:nvSpPr>
          <p:spPr>
            <a:xfrm>
              <a:off x="4735219" y="2957069"/>
              <a:ext cx="82169" cy="87452"/>
            </a:xfrm>
            <a:custGeom>
              <a:rect b="b" l="l" r="r" t="t"/>
              <a:pathLst>
                <a:path extrusionOk="0" h="3360" w="3157">
                  <a:moveTo>
                    <a:pt x="1428" y="365"/>
                  </a:moveTo>
                  <a:cubicBezTo>
                    <a:pt x="1770" y="365"/>
                    <a:pt x="2109" y="527"/>
                    <a:pt x="2319" y="837"/>
                  </a:cubicBezTo>
                  <a:cubicBezTo>
                    <a:pt x="2688" y="1385"/>
                    <a:pt x="2477" y="2131"/>
                    <a:pt x="1879" y="2409"/>
                  </a:cubicBezTo>
                  <a:cubicBezTo>
                    <a:pt x="1749" y="2469"/>
                    <a:pt x="1668" y="2599"/>
                    <a:pt x="1671" y="2743"/>
                  </a:cubicBezTo>
                  <a:lnTo>
                    <a:pt x="1671" y="2743"/>
                  </a:lnTo>
                  <a:cubicBezTo>
                    <a:pt x="1670" y="2875"/>
                    <a:pt x="1561" y="2979"/>
                    <a:pt x="1432" y="2979"/>
                  </a:cubicBezTo>
                  <a:cubicBezTo>
                    <a:pt x="1298" y="2979"/>
                    <a:pt x="1193" y="2874"/>
                    <a:pt x="1193" y="2740"/>
                  </a:cubicBezTo>
                  <a:cubicBezTo>
                    <a:pt x="1189" y="2409"/>
                    <a:pt x="1379" y="2110"/>
                    <a:pt x="1678" y="1970"/>
                  </a:cubicBezTo>
                  <a:cubicBezTo>
                    <a:pt x="1900" y="1867"/>
                    <a:pt x="2037" y="1639"/>
                    <a:pt x="2020" y="1396"/>
                  </a:cubicBezTo>
                  <a:cubicBezTo>
                    <a:pt x="1999" y="1100"/>
                    <a:pt x="1766" y="865"/>
                    <a:pt x="1471" y="844"/>
                  </a:cubicBezTo>
                  <a:lnTo>
                    <a:pt x="1432" y="844"/>
                  </a:lnTo>
                  <a:cubicBezTo>
                    <a:pt x="1105" y="844"/>
                    <a:pt x="841" y="1107"/>
                    <a:pt x="841" y="1435"/>
                  </a:cubicBezTo>
                  <a:cubicBezTo>
                    <a:pt x="841" y="1565"/>
                    <a:pt x="732" y="1674"/>
                    <a:pt x="598" y="1674"/>
                  </a:cubicBezTo>
                  <a:cubicBezTo>
                    <a:pt x="468" y="1674"/>
                    <a:pt x="359" y="1565"/>
                    <a:pt x="359" y="1435"/>
                  </a:cubicBezTo>
                  <a:cubicBezTo>
                    <a:pt x="359" y="1139"/>
                    <a:pt x="482" y="854"/>
                    <a:pt x="697" y="654"/>
                  </a:cubicBezTo>
                  <a:cubicBezTo>
                    <a:pt x="905" y="459"/>
                    <a:pt x="1168" y="365"/>
                    <a:pt x="1428" y="365"/>
                  </a:cubicBezTo>
                  <a:close/>
                  <a:moveTo>
                    <a:pt x="1434" y="0"/>
                  </a:moveTo>
                  <a:cubicBezTo>
                    <a:pt x="689" y="0"/>
                    <a:pt x="0" y="593"/>
                    <a:pt x="0" y="1435"/>
                  </a:cubicBezTo>
                  <a:cubicBezTo>
                    <a:pt x="11" y="1758"/>
                    <a:pt x="275" y="2019"/>
                    <a:pt x="598" y="2019"/>
                  </a:cubicBezTo>
                  <a:cubicBezTo>
                    <a:pt x="925" y="2019"/>
                    <a:pt x="1189" y="1758"/>
                    <a:pt x="1200" y="1435"/>
                  </a:cubicBezTo>
                  <a:cubicBezTo>
                    <a:pt x="1200" y="1305"/>
                    <a:pt x="1305" y="1202"/>
                    <a:pt x="1434" y="1202"/>
                  </a:cubicBezTo>
                  <a:cubicBezTo>
                    <a:pt x="1438" y="1202"/>
                    <a:pt x="1442" y="1202"/>
                    <a:pt x="1446" y="1202"/>
                  </a:cubicBezTo>
                  <a:cubicBezTo>
                    <a:pt x="1562" y="1213"/>
                    <a:pt x="1654" y="1305"/>
                    <a:pt x="1661" y="1417"/>
                  </a:cubicBezTo>
                  <a:cubicBezTo>
                    <a:pt x="1668" y="1516"/>
                    <a:pt x="1615" y="1604"/>
                    <a:pt x="1527" y="1646"/>
                  </a:cubicBezTo>
                  <a:cubicBezTo>
                    <a:pt x="1101" y="1843"/>
                    <a:pt x="830" y="2272"/>
                    <a:pt x="830" y="2744"/>
                  </a:cubicBezTo>
                  <a:cubicBezTo>
                    <a:pt x="823" y="3078"/>
                    <a:pt x="1094" y="3359"/>
                    <a:pt x="1432" y="3359"/>
                  </a:cubicBezTo>
                  <a:cubicBezTo>
                    <a:pt x="1770" y="3359"/>
                    <a:pt x="2041" y="3078"/>
                    <a:pt x="2030" y="2744"/>
                  </a:cubicBezTo>
                  <a:cubicBezTo>
                    <a:pt x="2030" y="2737"/>
                    <a:pt x="2030" y="2733"/>
                    <a:pt x="2034" y="2733"/>
                  </a:cubicBezTo>
                  <a:cubicBezTo>
                    <a:pt x="3058" y="2255"/>
                    <a:pt x="3156" y="833"/>
                    <a:pt x="2203" y="228"/>
                  </a:cubicBezTo>
                  <a:cubicBezTo>
                    <a:pt x="1957" y="71"/>
                    <a:pt x="1693"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85"/>
            <p:cNvSpPr/>
            <p:nvPr/>
          </p:nvSpPr>
          <p:spPr>
            <a:xfrm>
              <a:off x="4756639" y="3045302"/>
              <a:ext cx="31701" cy="32352"/>
            </a:xfrm>
            <a:custGeom>
              <a:rect b="b" l="l" r="r" t="t"/>
              <a:pathLst>
                <a:path extrusionOk="0" h="1243" w="1218">
                  <a:moveTo>
                    <a:pt x="609" y="362"/>
                  </a:moveTo>
                  <a:cubicBezTo>
                    <a:pt x="729" y="362"/>
                    <a:pt x="848" y="443"/>
                    <a:pt x="848" y="603"/>
                  </a:cubicBezTo>
                  <a:lnTo>
                    <a:pt x="848" y="627"/>
                  </a:lnTo>
                  <a:cubicBezTo>
                    <a:pt x="848" y="761"/>
                    <a:pt x="739" y="867"/>
                    <a:pt x="609" y="867"/>
                  </a:cubicBezTo>
                  <a:cubicBezTo>
                    <a:pt x="475" y="867"/>
                    <a:pt x="370" y="761"/>
                    <a:pt x="370" y="627"/>
                  </a:cubicBezTo>
                  <a:lnTo>
                    <a:pt x="370" y="603"/>
                  </a:lnTo>
                  <a:cubicBezTo>
                    <a:pt x="370" y="443"/>
                    <a:pt x="489" y="362"/>
                    <a:pt x="609" y="362"/>
                  </a:cubicBezTo>
                  <a:close/>
                  <a:moveTo>
                    <a:pt x="609" y="1"/>
                  </a:moveTo>
                  <a:cubicBezTo>
                    <a:pt x="275" y="1"/>
                    <a:pt x="7" y="268"/>
                    <a:pt x="7" y="603"/>
                  </a:cubicBezTo>
                  <a:lnTo>
                    <a:pt x="7" y="627"/>
                  </a:lnTo>
                  <a:cubicBezTo>
                    <a:pt x="0" y="965"/>
                    <a:pt x="271" y="1243"/>
                    <a:pt x="609" y="1243"/>
                  </a:cubicBezTo>
                  <a:cubicBezTo>
                    <a:pt x="947" y="1243"/>
                    <a:pt x="1218" y="965"/>
                    <a:pt x="1207" y="627"/>
                  </a:cubicBezTo>
                  <a:lnTo>
                    <a:pt x="1207" y="603"/>
                  </a:lnTo>
                  <a:cubicBezTo>
                    <a:pt x="1207" y="268"/>
                    <a:pt x="940" y="1"/>
                    <a:pt x="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6" name="Google Shape;17836;p85"/>
          <p:cNvGrpSpPr/>
          <p:nvPr/>
        </p:nvGrpSpPr>
        <p:grpSpPr>
          <a:xfrm>
            <a:off x="7003021" y="2476992"/>
            <a:ext cx="383749" cy="266600"/>
            <a:chOff x="7003021" y="2476992"/>
            <a:chExt cx="383749" cy="266600"/>
          </a:xfrm>
        </p:grpSpPr>
        <p:sp>
          <p:nvSpPr>
            <p:cNvPr id="17837" name="Google Shape;17837;p85"/>
            <p:cNvSpPr/>
            <p:nvPr/>
          </p:nvSpPr>
          <p:spPr>
            <a:xfrm>
              <a:off x="7009345" y="2514445"/>
              <a:ext cx="371178" cy="223654"/>
            </a:xfrm>
            <a:custGeom>
              <a:rect b="b" l="l" r="r" t="t"/>
              <a:pathLst>
                <a:path extrusionOk="0" h="8593" w="14261">
                  <a:moveTo>
                    <a:pt x="7129" y="0"/>
                  </a:moveTo>
                  <a:cubicBezTo>
                    <a:pt x="6281" y="0"/>
                    <a:pt x="5007" y="546"/>
                    <a:pt x="3347" y="1619"/>
                  </a:cubicBezTo>
                  <a:cubicBezTo>
                    <a:pt x="2048" y="2463"/>
                    <a:pt x="852" y="3406"/>
                    <a:pt x="254" y="3892"/>
                  </a:cubicBezTo>
                  <a:cubicBezTo>
                    <a:pt x="1" y="4099"/>
                    <a:pt x="1" y="4490"/>
                    <a:pt x="254" y="4698"/>
                  </a:cubicBezTo>
                  <a:cubicBezTo>
                    <a:pt x="852" y="5187"/>
                    <a:pt x="2045" y="6130"/>
                    <a:pt x="3347" y="6971"/>
                  </a:cubicBezTo>
                  <a:cubicBezTo>
                    <a:pt x="5007" y="8047"/>
                    <a:pt x="6281" y="8593"/>
                    <a:pt x="7129" y="8593"/>
                  </a:cubicBezTo>
                  <a:cubicBezTo>
                    <a:pt x="7977" y="8593"/>
                    <a:pt x="9254" y="8047"/>
                    <a:pt x="10911" y="6971"/>
                  </a:cubicBezTo>
                  <a:cubicBezTo>
                    <a:pt x="12213" y="6130"/>
                    <a:pt x="13410" y="5187"/>
                    <a:pt x="14004" y="4698"/>
                  </a:cubicBezTo>
                  <a:cubicBezTo>
                    <a:pt x="14261" y="4490"/>
                    <a:pt x="14261" y="4099"/>
                    <a:pt x="14004" y="3892"/>
                  </a:cubicBezTo>
                  <a:cubicBezTo>
                    <a:pt x="13410" y="3406"/>
                    <a:pt x="12213" y="2463"/>
                    <a:pt x="10911" y="1619"/>
                  </a:cubicBezTo>
                  <a:cubicBezTo>
                    <a:pt x="9251" y="546"/>
                    <a:pt x="7977" y="0"/>
                    <a:pt x="712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85"/>
            <p:cNvSpPr/>
            <p:nvPr/>
          </p:nvSpPr>
          <p:spPr>
            <a:xfrm>
              <a:off x="7009267" y="2514445"/>
              <a:ext cx="204134" cy="223654"/>
            </a:xfrm>
            <a:custGeom>
              <a:rect b="b" l="l" r="r" t="t"/>
              <a:pathLst>
                <a:path extrusionOk="0" h="8593" w="7843">
                  <a:moveTo>
                    <a:pt x="7132" y="0"/>
                  </a:moveTo>
                  <a:cubicBezTo>
                    <a:pt x="6281" y="0"/>
                    <a:pt x="5010" y="546"/>
                    <a:pt x="3350" y="1619"/>
                  </a:cubicBezTo>
                  <a:cubicBezTo>
                    <a:pt x="2048" y="2463"/>
                    <a:pt x="852" y="3406"/>
                    <a:pt x="257" y="3892"/>
                  </a:cubicBezTo>
                  <a:cubicBezTo>
                    <a:pt x="0" y="4099"/>
                    <a:pt x="0" y="4490"/>
                    <a:pt x="257" y="4698"/>
                  </a:cubicBezTo>
                  <a:cubicBezTo>
                    <a:pt x="852" y="5187"/>
                    <a:pt x="2048" y="6130"/>
                    <a:pt x="3350" y="6971"/>
                  </a:cubicBezTo>
                  <a:cubicBezTo>
                    <a:pt x="5010" y="8047"/>
                    <a:pt x="6284" y="8593"/>
                    <a:pt x="7132" y="8593"/>
                  </a:cubicBezTo>
                  <a:cubicBezTo>
                    <a:pt x="7371" y="8586"/>
                    <a:pt x="7611" y="8554"/>
                    <a:pt x="7843" y="8491"/>
                  </a:cubicBezTo>
                  <a:cubicBezTo>
                    <a:pt x="7048" y="8286"/>
                    <a:pt x="6020" y="7780"/>
                    <a:pt x="4771" y="6971"/>
                  </a:cubicBezTo>
                  <a:cubicBezTo>
                    <a:pt x="3469" y="6130"/>
                    <a:pt x="2273" y="5187"/>
                    <a:pt x="1675" y="4698"/>
                  </a:cubicBezTo>
                  <a:cubicBezTo>
                    <a:pt x="1422" y="4490"/>
                    <a:pt x="1422" y="4099"/>
                    <a:pt x="1675" y="3892"/>
                  </a:cubicBezTo>
                  <a:cubicBezTo>
                    <a:pt x="2273" y="3406"/>
                    <a:pt x="3469" y="2463"/>
                    <a:pt x="4771" y="1619"/>
                  </a:cubicBezTo>
                  <a:cubicBezTo>
                    <a:pt x="6017" y="813"/>
                    <a:pt x="7048" y="303"/>
                    <a:pt x="7843" y="99"/>
                  </a:cubicBezTo>
                  <a:cubicBezTo>
                    <a:pt x="7611" y="39"/>
                    <a:pt x="7371" y="4"/>
                    <a:pt x="713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85"/>
            <p:cNvSpPr/>
            <p:nvPr/>
          </p:nvSpPr>
          <p:spPr>
            <a:xfrm>
              <a:off x="7108614" y="2546251"/>
              <a:ext cx="166342" cy="159991"/>
            </a:xfrm>
            <a:custGeom>
              <a:rect b="b" l="l" r="r" t="t"/>
              <a:pathLst>
                <a:path extrusionOk="0" h="6147" w="6391">
                  <a:moveTo>
                    <a:pt x="3314" y="1"/>
                  </a:moveTo>
                  <a:cubicBezTo>
                    <a:pt x="2516" y="1"/>
                    <a:pt x="1732" y="312"/>
                    <a:pt x="1144" y="900"/>
                  </a:cubicBezTo>
                  <a:cubicBezTo>
                    <a:pt x="264" y="1780"/>
                    <a:pt x="1" y="3103"/>
                    <a:pt x="476" y="4250"/>
                  </a:cubicBezTo>
                  <a:cubicBezTo>
                    <a:pt x="954" y="5397"/>
                    <a:pt x="2073" y="6146"/>
                    <a:pt x="3315" y="6146"/>
                  </a:cubicBezTo>
                  <a:cubicBezTo>
                    <a:pt x="5011" y="6143"/>
                    <a:pt x="6387" y="4770"/>
                    <a:pt x="6390" y="3075"/>
                  </a:cubicBezTo>
                  <a:cubicBezTo>
                    <a:pt x="6390" y="1829"/>
                    <a:pt x="5641" y="710"/>
                    <a:pt x="4490" y="235"/>
                  </a:cubicBezTo>
                  <a:cubicBezTo>
                    <a:pt x="4110" y="78"/>
                    <a:pt x="3710" y="1"/>
                    <a:pt x="3314"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85"/>
            <p:cNvSpPr/>
            <p:nvPr/>
          </p:nvSpPr>
          <p:spPr>
            <a:xfrm>
              <a:off x="7114939" y="2546225"/>
              <a:ext cx="95183" cy="160017"/>
            </a:xfrm>
            <a:custGeom>
              <a:rect b="b" l="l" r="r" t="t"/>
              <a:pathLst>
                <a:path extrusionOk="0" h="6148" w="3657">
                  <a:moveTo>
                    <a:pt x="3067" y="0"/>
                  </a:moveTo>
                  <a:cubicBezTo>
                    <a:pt x="1411" y="0"/>
                    <a:pt x="0" y="1346"/>
                    <a:pt x="0" y="3076"/>
                  </a:cubicBezTo>
                  <a:cubicBezTo>
                    <a:pt x="0" y="4802"/>
                    <a:pt x="1411" y="6147"/>
                    <a:pt x="3067" y="6147"/>
                  </a:cubicBezTo>
                  <a:cubicBezTo>
                    <a:pt x="3261" y="6147"/>
                    <a:pt x="3458" y="6129"/>
                    <a:pt x="3656" y="6091"/>
                  </a:cubicBezTo>
                  <a:cubicBezTo>
                    <a:pt x="2214" y="5809"/>
                    <a:pt x="1172" y="4546"/>
                    <a:pt x="1169" y="3076"/>
                  </a:cubicBezTo>
                  <a:cubicBezTo>
                    <a:pt x="1172" y="1605"/>
                    <a:pt x="2214" y="338"/>
                    <a:pt x="3656" y="57"/>
                  </a:cubicBezTo>
                  <a:cubicBezTo>
                    <a:pt x="3458" y="18"/>
                    <a:pt x="3261" y="0"/>
                    <a:pt x="306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85"/>
            <p:cNvSpPr/>
            <p:nvPr/>
          </p:nvSpPr>
          <p:spPr>
            <a:xfrm>
              <a:off x="7151377" y="2585865"/>
              <a:ext cx="83913" cy="80711"/>
            </a:xfrm>
            <a:custGeom>
              <a:rect b="b" l="l" r="r" t="t"/>
              <a:pathLst>
                <a:path extrusionOk="0" h="3101" w="3224">
                  <a:moveTo>
                    <a:pt x="1671" y="1"/>
                  </a:moveTo>
                  <a:cubicBezTo>
                    <a:pt x="1269" y="1"/>
                    <a:pt x="874" y="159"/>
                    <a:pt x="578" y="455"/>
                  </a:cubicBezTo>
                  <a:cubicBezTo>
                    <a:pt x="134" y="898"/>
                    <a:pt x="1" y="1567"/>
                    <a:pt x="240" y="2144"/>
                  </a:cubicBezTo>
                  <a:cubicBezTo>
                    <a:pt x="479" y="2724"/>
                    <a:pt x="1046" y="3101"/>
                    <a:pt x="1672" y="3101"/>
                  </a:cubicBezTo>
                  <a:cubicBezTo>
                    <a:pt x="2531" y="3101"/>
                    <a:pt x="3224" y="2407"/>
                    <a:pt x="3224" y="1553"/>
                  </a:cubicBezTo>
                  <a:cubicBezTo>
                    <a:pt x="3224" y="923"/>
                    <a:pt x="2847" y="360"/>
                    <a:pt x="2267" y="120"/>
                  </a:cubicBezTo>
                  <a:cubicBezTo>
                    <a:pt x="2074" y="40"/>
                    <a:pt x="1872" y="1"/>
                    <a:pt x="1671"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85"/>
            <p:cNvSpPr/>
            <p:nvPr/>
          </p:nvSpPr>
          <p:spPr>
            <a:xfrm>
              <a:off x="7154501" y="2585839"/>
              <a:ext cx="56167" cy="80815"/>
            </a:xfrm>
            <a:custGeom>
              <a:rect b="b" l="l" r="r" t="t"/>
              <a:pathLst>
                <a:path extrusionOk="0" h="3105" w="2158">
                  <a:moveTo>
                    <a:pt x="1552" y="1"/>
                  </a:moveTo>
                  <a:cubicBezTo>
                    <a:pt x="734" y="1"/>
                    <a:pt x="0" y="660"/>
                    <a:pt x="0" y="1554"/>
                  </a:cubicBezTo>
                  <a:cubicBezTo>
                    <a:pt x="0" y="2443"/>
                    <a:pt x="733" y="3104"/>
                    <a:pt x="1550" y="3104"/>
                  </a:cubicBezTo>
                  <a:cubicBezTo>
                    <a:pt x="1751" y="3104"/>
                    <a:pt x="1956" y="3064"/>
                    <a:pt x="2157" y="2978"/>
                  </a:cubicBezTo>
                  <a:cubicBezTo>
                    <a:pt x="1584" y="2736"/>
                    <a:pt x="1214" y="2173"/>
                    <a:pt x="1214" y="1554"/>
                  </a:cubicBezTo>
                  <a:cubicBezTo>
                    <a:pt x="1214" y="931"/>
                    <a:pt x="1584" y="368"/>
                    <a:pt x="2157" y="125"/>
                  </a:cubicBezTo>
                  <a:cubicBezTo>
                    <a:pt x="1957" y="40"/>
                    <a:pt x="1752" y="1"/>
                    <a:pt x="155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85"/>
            <p:cNvSpPr/>
            <p:nvPr/>
          </p:nvSpPr>
          <p:spPr>
            <a:xfrm>
              <a:off x="7204864" y="2588390"/>
              <a:ext cx="32534" cy="27901"/>
            </a:xfrm>
            <a:custGeom>
              <a:rect b="b" l="l" r="r" t="t"/>
              <a:pathLst>
                <a:path extrusionOk="0" h="1072" w="1250">
                  <a:moveTo>
                    <a:pt x="540" y="1"/>
                  </a:moveTo>
                  <a:cubicBezTo>
                    <a:pt x="265" y="1"/>
                    <a:pt x="1" y="213"/>
                    <a:pt x="1" y="537"/>
                  </a:cubicBezTo>
                  <a:cubicBezTo>
                    <a:pt x="1" y="833"/>
                    <a:pt x="240" y="1072"/>
                    <a:pt x="535" y="1072"/>
                  </a:cubicBezTo>
                  <a:cubicBezTo>
                    <a:pt x="1010" y="1072"/>
                    <a:pt x="1250" y="495"/>
                    <a:pt x="915" y="157"/>
                  </a:cubicBezTo>
                  <a:cubicBezTo>
                    <a:pt x="806" y="49"/>
                    <a:pt x="672" y="1"/>
                    <a:pt x="540"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85"/>
            <p:cNvSpPr/>
            <p:nvPr/>
          </p:nvSpPr>
          <p:spPr>
            <a:xfrm>
              <a:off x="7309521" y="2529255"/>
              <a:ext cx="37063" cy="25663"/>
            </a:xfrm>
            <a:custGeom>
              <a:rect b="b" l="l" r="r" t="t"/>
              <a:pathLst>
                <a:path extrusionOk="0" h="986" w="1424">
                  <a:moveTo>
                    <a:pt x="333" y="0"/>
                  </a:moveTo>
                  <a:cubicBezTo>
                    <a:pt x="135" y="0"/>
                    <a:pt x="0" y="285"/>
                    <a:pt x="209" y="424"/>
                  </a:cubicBezTo>
                  <a:lnTo>
                    <a:pt x="212" y="424"/>
                  </a:lnTo>
                  <a:cubicBezTo>
                    <a:pt x="455" y="589"/>
                    <a:pt x="712" y="761"/>
                    <a:pt x="969" y="944"/>
                  </a:cubicBezTo>
                  <a:cubicBezTo>
                    <a:pt x="1012" y="973"/>
                    <a:pt x="1056" y="985"/>
                    <a:pt x="1097" y="985"/>
                  </a:cubicBezTo>
                  <a:cubicBezTo>
                    <a:pt x="1288" y="985"/>
                    <a:pt x="1424" y="716"/>
                    <a:pt x="1233" y="571"/>
                  </a:cubicBezTo>
                  <a:cubicBezTo>
                    <a:pt x="972" y="385"/>
                    <a:pt x="712" y="209"/>
                    <a:pt x="466" y="44"/>
                  </a:cubicBezTo>
                  <a:cubicBezTo>
                    <a:pt x="420" y="13"/>
                    <a:pt x="375"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85"/>
            <p:cNvSpPr/>
            <p:nvPr/>
          </p:nvSpPr>
          <p:spPr>
            <a:xfrm>
              <a:off x="7073998" y="2476992"/>
              <a:ext cx="225216" cy="57260"/>
            </a:xfrm>
            <a:custGeom>
              <a:rect b="b" l="l" r="r" t="t"/>
              <a:pathLst>
                <a:path extrusionOk="0" h="2200" w="8653">
                  <a:moveTo>
                    <a:pt x="4645" y="0"/>
                  </a:moveTo>
                  <a:cubicBezTo>
                    <a:pt x="3523" y="0"/>
                    <a:pt x="2066" y="581"/>
                    <a:pt x="194" y="1777"/>
                  </a:cubicBezTo>
                  <a:cubicBezTo>
                    <a:pt x="1" y="1900"/>
                    <a:pt x="89" y="2199"/>
                    <a:pt x="317" y="2199"/>
                  </a:cubicBezTo>
                  <a:cubicBezTo>
                    <a:pt x="363" y="2199"/>
                    <a:pt x="405" y="2189"/>
                    <a:pt x="440" y="2164"/>
                  </a:cubicBezTo>
                  <a:cubicBezTo>
                    <a:pt x="2235" y="1017"/>
                    <a:pt x="3611" y="461"/>
                    <a:pt x="4645" y="461"/>
                  </a:cubicBezTo>
                  <a:cubicBezTo>
                    <a:pt x="5553" y="461"/>
                    <a:pt x="6714" y="887"/>
                    <a:pt x="8199" y="1763"/>
                  </a:cubicBezTo>
                  <a:cubicBezTo>
                    <a:pt x="8241" y="1788"/>
                    <a:pt x="8282" y="1799"/>
                    <a:pt x="8320" y="1799"/>
                  </a:cubicBezTo>
                  <a:cubicBezTo>
                    <a:pt x="8524" y="1799"/>
                    <a:pt x="8653" y="1499"/>
                    <a:pt x="8431" y="1366"/>
                  </a:cubicBezTo>
                  <a:cubicBezTo>
                    <a:pt x="6876" y="447"/>
                    <a:pt x="5637" y="0"/>
                    <a:pt x="4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85"/>
            <p:cNvSpPr/>
            <p:nvPr/>
          </p:nvSpPr>
          <p:spPr>
            <a:xfrm>
              <a:off x="7003021" y="2508849"/>
              <a:ext cx="383749" cy="234742"/>
            </a:xfrm>
            <a:custGeom>
              <a:rect b="b" l="l" r="r" t="t"/>
              <a:pathLst>
                <a:path extrusionOk="0" h="9019" w="14744">
                  <a:moveTo>
                    <a:pt x="7372" y="458"/>
                  </a:moveTo>
                  <a:cubicBezTo>
                    <a:pt x="9247" y="458"/>
                    <a:pt x="12991" y="3396"/>
                    <a:pt x="14096" y="4297"/>
                  </a:cubicBezTo>
                  <a:cubicBezTo>
                    <a:pt x="14230" y="4406"/>
                    <a:pt x="14230" y="4614"/>
                    <a:pt x="14096" y="4723"/>
                  </a:cubicBezTo>
                  <a:lnTo>
                    <a:pt x="14096" y="4726"/>
                  </a:lnTo>
                  <a:cubicBezTo>
                    <a:pt x="12991" y="5623"/>
                    <a:pt x="9247" y="8561"/>
                    <a:pt x="7372" y="8561"/>
                  </a:cubicBezTo>
                  <a:cubicBezTo>
                    <a:pt x="5497" y="8561"/>
                    <a:pt x="1757" y="5623"/>
                    <a:pt x="652" y="4726"/>
                  </a:cubicBezTo>
                  <a:cubicBezTo>
                    <a:pt x="514" y="4614"/>
                    <a:pt x="514" y="4406"/>
                    <a:pt x="652" y="4297"/>
                  </a:cubicBezTo>
                  <a:cubicBezTo>
                    <a:pt x="1753" y="3396"/>
                    <a:pt x="5497" y="458"/>
                    <a:pt x="7372" y="458"/>
                  </a:cubicBezTo>
                  <a:close/>
                  <a:moveTo>
                    <a:pt x="7372" y="1"/>
                  </a:moveTo>
                  <a:cubicBezTo>
                    <a:pt x="5402" y="1"/>
                    <a:pt x="1813" y="2756"/>
                    <a:pt x="360" y="3942"/>
                  </a:cubicBezTo>
                  <a:cubicBezTo>
                    <a:pt x="1" y="4234"/>
                    <a:pt x="1" y="4786"/>
                    <a:pt x="360" y="5081"/>
                  </a:cubicBezTo>
                  <a:cubicBezTo>
                    <a:pt x="1813" y="6264"/>
                    <a:pt x="5402" y="9019"/>
                    <a:pt x="7372" y="9019"/>
                  </a:cubicBezTo>
                  <a:cubicBezTo>
                    <a:pt x="9342" y="9019"/>
                    <a:pt x="12931" y="6264"/>
                    <a:pt x="14384" y="5081"/>
                  </a:cubicBezTo>
                  <a:cubicBezTo>
                    <a:pt x="14743" y="4786"/>
                    <a:pt x="14743" y="4234"/>
                    <a:pt x="14384" y="3942"/>
                  </a:cubicBezTo>
                  <a:cubicBezTo>
                    <a:pt x="12935" y="2756"/>
                    <a:pt x="9342" y="1"/>
                    <a:pt x="7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85"/>
            <p:cNvSpPr/>
            <p:nvPr/>
          </p:nvSpPr>
          <p:spPr>
            <a:xfrm>
              <a:off x="7103305" y="2540733"/>
              <a:ext cx="187528" cy="171131"/>
            </a:xfrm>
            <a:custGeom>
              <a:rect b="b" l="l" r="r" t="t"/>
              <a:pathLst>
                <a:path extrusionOk="0" h="6575" w="7205">
                  <a:moveTo>
                    <a:pt x="3410" y="0"/>
                  </a:moveTo>
                  <a:cubicBezTo>
                    <a:pt x="2147" y="42"/>
                    <a:pt x="1017" y="806"/>
                    <a:pt x="511" y="1964"/>
                  </a:cubicBezTo>
                  <a:cubicBezTo>
                    <a:pt x="1" y="3121"/>
                    <a:pt x="205" y="4469"/>
                    <a:pt x="1028" y="5426"/>
                  </a:cubicBezTo>
                  <a:cubicBezTo>
                    <a:pt x="1074" y="5477"/>
                    <a:pt x="1137" y="5504"/>
                    <a:pt x="1200" y="5504"/>
                  </a:cubicBezTo>
                  <a:cubicBezTo>
                    <a:pt x="1258" y="5504"/>
                    <a:pt x="1315" y="5482"/>
                    <a:pt x="1359" y="5436"/>
                  </a:cubicBezTo>
                  <a:lnTo>
                    <a:pt x="1362" y="5433"/>
                  </a:lnTo>
                  <a:cubicBezTo>
                    <a:pt x="1447" y="5348"/>
                    <a:pt x="1450" y="5215"/>
                    <a:pt x="1373" y="5127"/>
                  </a:cubicBezTo>
                  <a:cubicBezTo>
                    <a:pt x="423" y="4015"/>
                    <a:pt x="476" y="2365"/>
                    <a:pt x="1496" y="1320"/>
                  </a:cubicBezTo>
                  <a:cubicBezTo>
                    <a:pt x="2047" y="754"/>
                    <a:pt x="2782" y="465"/>
                    <a:pt x="3521" y="465"/>
                  </a:cubicBezTo>
                  <a:cubicBezTo>
                    <a:pt x="4146" y="465"/>
                    <a:pt x="4773" y="672"/>
                    <a:pt x="5292" y="1091"/>
                  </a:cubicBezTo>
                  <a:cubicBezTo>
                    <a:pt x="6429" y="2009"/>
                    <a:pt x="6682" y="3638"/>
                    <a:pt x="5873" y="4856"/>
                  </a:cubicBezTo>
                  <a:cubicBezTo>
                    <a:pt x="5331" y="5668"/>
                    <a:pt x="4435" y="6116"/>
                    <a:pt x="3517" y="6116"/>
                  </a:cubicBezTo>
                  <a:cubicBezTo>
                    <a:pt x="3063" y="6116"/>
                    <a:pt x="2603" y="6007"/>
                    <a:pt x="2178" y="5778"/>
                  </a:cubicBezTo>
                  <a:cubicBezTo>
                    <a:pt x="2145" y="5759"/>
                    <a:pt x="2108" y="5750"/>
                    <a:pt x="2071" y="5750"/>
                  </a:cubicBezTo>
                  <a:cubicBezTo>
                    <a:pt x="2012" y="5750"/>
                    <a:pt x="1954" y="5773"/>
                    <a:pt x="1911" y="5816"/>
                  </a:cubicBezTo>
                  <a:lnTo>
                    <a:pt x="1908" y="5820"/>
                  </a:lnTo>
                  <a:cubicBezTo>
                    <a:pt x="1802" y="5929"/>
                    <a:pt x="1827" y="6108"/>
                    <a:pt x="1960" y="6179"/>
                  </a:cubicBezTo>
                  <a:cubicBezTo>
                    <a:pt x="2461" y="6449"/>
                    <a:pt x="2994" y="6575"/>
                    <a:pt x="3516" y="6575"/>
                  </a:cubicBezTo>
                  <a:cubicBezTo>
                    <a:pt x="4977" y="6575"/>
                    <a:pt x="6354" y="5590"/>
                    <a:pt x="6717" y="4039"/>
                  </a:cubicBezTo>
                  <a:cubicBezTo>
                    <a:pt x="7205" y="1970"/>
                    <a:pt x="5632" y="2"/>
                    <a:pt x="3526" y="2"/>
                  </a:cubicBezTo>
                  <a:cubicBezTo>
                    <a:pt x="3487" y="2"/>
                    <a:pt x="3449" y="2"/>
                    <a:pt x="3410" y="4"/>
                  </a:cubicBezTo>
                  <a:lnTo>
                    <a:pt x="34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85"/>
            <p:cNvSpPr/>
            <p:nvPr/>
          </p:nvSpPr>
          <p:spPr>
            <a:xfrm>
              <a:off x="7145521" y="2580477"/>
              <a:ext cx="95183" cy="91591"/>
            </a:xfrm>
            <a:custGeom>
              <a:rect b="b" l="l" r="r" t="t"/>
              <a:pathLst>
                <a:path extrusionOk="0" h="3519" w="3657">
                  <a:moveTo>
                    <a:pt x="1897" y="0"/>
                  </a:moveTo>
                  <a:cubicBezTo>
                    <a:pt x="1186" y="0"/>
                    <a:pt x="546" y="430"/>
                    <a:pt x="271" y="1087"/>
                  </a:cubicBezTo>
                  <a:cubicBezTo>
                    <a:pt x="1" y="1742"/>
                    <a:pt x="152" y="2502"/>
                    <a:pt x="655" y="3005"/>
                  </a:cubicBezTo>
                  <a:cubicBezTo>
                    <a:pt x="991" y="3341"/>
                    <a:pt x="1440" y="3519"/>
                    <a:pt x="1898" y="3519"/>
                  </a:cubicBezTo>
                  <a:cubicBezTo>
                    <a:pt x="2125" y="3519"/>
                    <a:pt x="2354" y="3475"/>
                    <a:pt x="2573" y="3385"/>
                  </a:cubicBezTo>
                  <a:cubicBezTo>
                    <a:pt x="3227" y="3114"/>
                    <a:pt x="3656" y="2470"/>
                    <a:pt x="3656" y="1760"/>
                  </a:cubicBezTo>
                  <a:cubicBezTo>
                    <a:pt x="3656" y="1635"/>
                    <a:pt x="3558" y="1531"/>
                    <a:pt x="3434" y="1531"/>
                  </a:cubicBezTo>
                  <a:cubicBezTo>
                    <a:pt x="3432" y="1531"/>
                    <a:pt x="3430" y="1531"/>
                    <a:pt x="3428" y="1531"/>
                  </a:cubicBezTo>
                  <a:cubicBezTo>
                    <a:pt x="3301" y="1531"/>
                    <a:pt x="3199" y="1633"/>
                    <a:pt x="3199" y="1760"/>
                  </a:cubicBezTo>
                  <a:cubicBezTo>
                    <a:pt x="3199" y="2284"/>
                    <a:pt x="2882" y="2759"/>
                    <a:pt x="2397" y="2959"/>
                  </a:cubicBezTo>
                  <a:cubicBezTo>
                    <a:pt x="2236" y="3025"/>
                    <a:pt x="2068" y="3058"/>
                    <a:pt x="1901" y="3058"/>
                  </a:cubicBezTo>
                  <a:cubicBezTo>
                    <a:pt x="1562" y="3058"/>
                    <a:pt x="1229" y="2925"/>
                    <a:pt x="979" y="2678"/>
                  </a:cubicBezTo>
                  <a:cubicBezTo>
                    <a:pt x="162" y="1858"/>
                    <a:pt x="739" y="458"/>
                    <a:pt x="1897" y="458"/>
                  </a:cubicBezTo>
                  <a:cubicBezTo>
                    <a:pt x="2024" y="458"/>
                    <a:pt x="2126" y="356"/>
                    <a:pt x="2126" y="229"/>
                  </a:cubicBezTo>
                  <a:cubicBezTo>
                    <a:pt x="2126" y="102"/>
                    <a:pt x="2024" y="0"/>
                    <a:pt x="1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9" name="Google Shape;17849;p85"/>
          <p:cNvGrpSpPr/>
          <p:nvPr/>
        </p:nvGrpSpPr>
        <p:grpSpPr>
          <a:xfrm>
            <a:off x="5597041" y="2013989"/>
            <a:ext cx="366884" cy="286563"/>
            <a:chOff x="5597041" y="2013989"/>
            <a:chExt cx="366884" cy="286563"/>
          </a:xfrm>
        </p:grpSpPr>
        <p:sp>
          <p:nvSpPr>
            <p:cNvPr id="17850" name="Google Shape;17850;p85"/>
            <p:cNvSpPr/>
            <p:nvPr/>
          </p:nvSpPr>
          <p:spPr>
            <a:xfrm>
              <a:off x="5659950" y="2025519"/>
              <a:ext cx="292341" cy="17985"/>
            </a:xfrm>
            <a:custGeom>
              <a:rect b="b" l="l" r="r" t="t"/>
              <a:pathLst>
                <a:path extrusionOk="0" h="691" w="11232">
                  <a:moveTo>
                    <a:pt x="1" y="0"/>
                  </a:moveTo>
                  <a:lnTo>
                    <a:pt x="1" y="690"/>
                  </a:lnTo>
                  <a:lnTo>
                    <a:pt x="11232" y="690"/>
                  </a:lnTo>
                  <a:lnTo>
                    <a:pt x="11232"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85"/>
            <p:cNvSpPr/>
            <p:nvPr/>
          </p:nvSpPr>
          <p:spPr>
            <a:xfrm>
              <a:off x="5744019" y="2227544"/>
              <a:ext cx="208376" cy="17517"/>
            </a:xfrm>
            <a:custGeom>
              <a:rect b="b" l="l" r="r" t="t"/>
              <a:pathLst>
                <a:path extrusionOk="0" h="673" w="8006">
                  <a:moveTo>
                    <a:pt x="7988" y="0"/>
                  </a:moveTo>
                  <a:cubicBezTo>
                    <a:pt x="7956" y="39"/>
                    <a:pt x="7907" y="60"/>
                    <a:pt x="7857" y="63"/>
                  </a:cubicBezTo>
                  <a:lnTo>
                    <a:pt x="61" y="63"/>
                  </a:lnTo>
                  <a:lnTo>
                    <a:pt x="61" y="443"/>
                  </a:lnTo>
                  <a:cubicBezTo>
                    <a:pt x="61" y="524"/>
                    <a:pt x="39" y="602"/>
                    <a:pt x="1" y="672"/>
                  </a:cubicBezTo>
                  <a:lnTo>
                    <a:pt x="8005" y="672"/>
                  </a:lnTo>
                  <a:lnTo>
                    <a:pt x="8005"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85"/>
            <p:cNvSpPr/>
            <p:nvPr/>
          </p:nvSpPr>
          <p:spPr>
            <a:xfrm>
              <a:off x="5767834" y="2139519"/>
              <a:ext cx="23295" cy="54424"/>
            </a:xfrm>
            <a:custGeom>
              <a:rect b="b" l="l" r="r" t="t"/>
              <a:pathLst>
                <a:path extrusionOk="0" h="2091" w="895">
                  <a:moveTo>
                    <a:pt x="1" y="1"/>
                  </a:moveTo>
                  <a:lnTo>
                    <a:pt x="1" y="2091"/>
                  </a:lnTo>
                  <a:lnTo>
                    <a:pt x="894" y="2091"/>
                  </a:lnTo>
                  <a:lnTo>
                    <a:pt x="89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85"/>
            <p:cNvSpPr/>
            <p:nvPr/>
          </p:nvSpPr>
          <p:spPr>
            <a:xfrm>
              <a:off x="5809400" y="2113258"/>
              <a:ext cx="23295" cy="78759"/>
            </a:xfrm>
            <a:custGeom>
              <a:rect b="b" l="l" r="r" t="t"/>
              <a:pathLst>
                <a:path extrusionOk="0" h="3026" w="895">
                  <a:moveTo>
                    <a:pt x="1" y="0"/>
                  </a:moveTo>
                  <a:lnTo>
                    <a:pt x="1" y="3026"/>
                  </a:lnTo>
                  <a:lnTo>
                    <a:pt x="895" y="3026"/>
                  </a:lnTo>
                  <a:lnTo>
                    <a:pt x="895"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85"/>
            <p:cNvSpPr/>
            <p:nvPr/>
          </p:nvSpPr>
          <p:spPr>
            <a:xfrm>
              <a:off x="5851070" y="2127989"/>
              <a:ext cx="22019" cy="64028"/>
            </a:xfrm>
            <a:custGeom>
              <a:rect b="b" l="l" r="r" t="t"/>
              <a:pathLst>
                <a:path extrusionOk="0" h="2460" w="846">
                  <a:moveTo>
                    <a:pt x="1" y="1"/>
                  </a:moveTo>
                  <a:lnTo>
                    <a:pt x="1" y="2460"/>
                  </a:lnTo>
                  <a:lnTo>
                    <a:pt x="845" y="2460"/>
                  </a:lnTo>
                  <a:lnTo>
                    <a:pt x="84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85"/>
            <p:cNvSpPr/>
            <p:nvPr/>
          </p:nvSpPr>
          <p:spPr>
            <a:xfrm>
              <a:off x="5892662" y="2080098"/>
              <a:ext cx="23269" cy="111918"/>
            </a:xfrm>
            <a:custGeom>
              <a:rect b="b" l="l" r="r" t="t"/>
              <a:pathLst>
                <a:path extrusionOk="0" h="4300" w="894">
                  <a:moveTo>
                    <a:pt x="0" y="0"/>
                  </a:moveTo>
                  <a:lnTo>
                    <a:pt x="0" y="4300"/>
                  </a:lnTo>
                  <a:lnTo>
                    <a:pt x="894" y="4300"/>
                  </a:lnTo>
                  <a:lnTo>
                    <a:pt x="89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85"/>
            <p:cNvSpPr/>
            <p:nvPr/>
          </p:nvSpPr>
          <p:spPr>
            <a:xfrm>
              <a:off x="5669476" y="2048865"/>
              <a:ext cx="273289" cy="170532"/>
            </a:xfrm>
            <a:custGeom>
              <a:rect b="b" l="l" r="r" t="t"/>
              <a:pathLst>
                <a:path extrusionOk="0" h="6552" w="10500">
                  <a:moveTo>
                    <a:pt x="2115" y="1313"/>
                  </a:moveTo>
                  <a:cubicBezTo>
                    <a:pt x="2238" y="1313"/>
                    <a:pt x="2337" y="1412"/>
                    <a:pt x="2337" y="1535"/>
                  </a:cubicBezTo>
                  <a:cubicBezTo>
                    <a:pt x="2337" y="1658"/>
                    <a:pt x="2238" y="1760"/>
                    <a:pt x="2115" y="1760"/>
                  </a:cubicBezTo>
                  <a:lnTo>
                    <a:pt x="926" y="1760"/>
                  </a:lnTo>
                  <a:cubicBezTo>
                    <a:pt x="630" y="1760"/>
                    <a:pt x="630" y="1313"/>
                    <a:pt x="926" y="1313"/>
                  </a:cubicBezTo>
                  <a:close/>
                  <a:moveTo>
                    <a:pt x="2763" y="2017"/>
                  </a:moveTo>
                  <a:cubicBezTo>
                    <a:pt x="2882" y="2017"/>
                    <a:pt x="2984" y="2115"/>
                    <a:pt x="2984" y="2238"/>
                  </a:cubicBezTo>
                  <a:cubicBezTo>
                    <a:pt x="2984" y="2362"/>
                    <a:pt x="2882" y="2464"/>
                    <a:pt x="2763" y="2464"/>
                  </a:cubicBezTo>
                  <a:lnTo>
                    <a:pt x="926" y="2464"/>
                  </a:lnTo>
                  <a:cubicBezTo>
                    <a:pt x="630" y="2464"/>
                    <a:pt x="630" y="2017"/>
                    <a:pt x="926" y="2017"/>
                  </a:cubicBezTo>
                  <a:close/>
                  <a:moveTo>
                    <a:pt x="2763" y="2720"/>
                  </a:moveTo>
                  <a:cubicBezTo>
                    <a:pt x="2882" y="2720"/>
                    <a:pt x="2984" y="2819"/>
                    <a:pt x="2984" y="2942"/>
                  </a:cubicBezTo>
                  <a:cubicBezTo>
                    <a:pt x="2984" y="3065"/>
                    <a:pt x="2882" y="3167"/>
                    <a:pt x="2763" y="3167"/>
                  </a:cubicBezTo>
                  <a:lnTo>
                    <a:pt x="926" y="3167"/>
                  </a:lnTo>
                  <a:cubicBezTo>
                    <a:pt x="630" y="3167"/>
                    <a:pt x="630" y="2720"/>
                    <a:pt x="926" y="2720"/>
                  </a:cubicBezTo>
                  <a:close/>
                  <a:moveTo>
                    <a:pt x="2763" y="3424"/>
                  </a:moveTo>
                  <a:cubicBezTo>
                    <a:pt x="2882" y="3424"/>
                    <a:pt x="2984" y="3523"/>
                    <a:pt x="2984" y="3646"/>
                  </a:cubicBezTo>
                  <a:cubicBezTo>
                    <a:pt x="2984" y="3769"/>
                    <a:pt x="2882" y="3871"/>
                    <a:pt x="2763" y="3871"/>
                  </a:cubicBezTo>
                  <a:lnTo>
                    <a:pt x="926" y="3871"/>
                  </a:lnTo>
                  <a:cubicBezTo>
                    <a:pt x="630" y="3871"/>
                    <a:pt x="630" y="3424"/>
                    <a:pt x="926" y="3424"/>
                  </a:cubicBezTo>
                  <a:close/>
                  <a:moveTo>
                    <a:pt x="6274" y="2031"/>
                  </a:moveTo>
                  <a:cubicBezTo>
                    <a:pt x="6394" y="2031"/>
                    <a:pt x="6496" y="2129"/>
                    <a:pt x="6496" y="2252"/>
                  </a:cubicBezTo>
                  <a:lnTo>
                    <a:pt x="6496" y="5722"/>
                  </a:lnTo>
                  <a:cubicBezTo>
                    <a:pt x="6496" y="5845"/>
                    <a:pt x="6394" y="5943"/>
                    <a:pt x="6274" y="5943"/>
                  </a:cubicBezTo>
                  <a:lnTo>
                    <a:pt x="5377" y="5943"/>
                  </a:lnTo>
                  <a:cubicBezTo>
                    <a:pt x="5254" y="5943"/>
                    <a:pt x="5155" y="5845"/>
                    <a:pt x="5155" y="5722"/>
                  </a:cubicBezTo>
                  <a:lnTo>
                    <a:pt x="5155" y="2252"/>
                  </a:lnTo>
                  <a:cubicBezTo>
                    <a:pt x="5155" y="2129"/>
                    <a:pt x="5254" y="2031"/>
                    <a:pt x="5377" y="2031"/>
                  </a:cubicBezTo>
                  <a:close/>
                  <a:moveTo>
                    <a:pt x="7871" y="2594"/>
                  </a:moveTo>
                  <a:cubicBezTo>
                    <a:pt x="7995" y="2594"/>
                    <a:pt x="8093" y="2692"/>
                    <a:pt x="8093" y="2815"/>
                  </a:cubicBezTo>
                  <a:lnTo>
                    <a:pt x="8093" y="5722"/>
                  </a:lnTo>
                  <a:cubicBezTo>
                    <a:pt x="8093" y="5845"/>
                    <a:pt x="7995" y="5943"/>
                    <a:pt x="7871" y="5943"/>
                  </a:cubicBezTo>
                  <a:lnTo>
                    <a:pt x="6978" y="5943"/>
                  </a:lnTo>
                  <a:cubicBezTo>
                    <a:pt x="6855" y="5943"/>
                    <a:pt x="6756" y="5845"/>
                    <a:pt x="6756" y="5722"/>
                  </a:cubicBezTo>
                  <a:lnTo>
                    <a:pt x="6756" y="2815"/>
                  </a:lnTo>
                  <a:cubicBezTo>
                    <a:pt x="6756" y="2692"/>
                    <a:pt x="6855" y="2594"/>
                    <a:pt x="6978" y="2594"/>
                  </a:cubicBezTo>
                  <a:close/>
                  <a:moveTo>
                    <a:pt x="4673" y="3114"/>
                  </a:moveTo>
                  <a:cubicBezTo>
                    <a:pt x="4796" y="3114"/>
                    <a:pt x="4895" y="3213"/>
                    <a:pt x="4895" y="3336"/>
                  </a:cubicBezTo>
                  <a:lnTo>
                    <a:pt x="4895" y="5722"/>
                  </a:lnTo>
                  <a:cubicBezTo>
                    <a:pt x="4895" y="5845"/>
                    <a:pt x="4796" y="5947"/>
                    <a:pt x="4673" y="5947"/>
                  </a:cubicBezTo>
                  <a:lnTo>
                    <a:pt x="3780" y="5947"/>
                  </a:lnTo>
                  <a:cubicBezTo>
                    <a:pt x="3656" y="5947"/>
                    <a:pt x="3558" y="5845"/>
                    <a:pt x="3558" y="5722"/>
                  </a:cubicBezTo>
                  <a:lnTo>
                    <a:pt x="3558" y="3336"/>
                  </a:lnTo>
                  <a:cubicBezTo>
                    <a:pt x="3558" y="3213"/>
                    <a:pt x="3656" y="3114"/>
                    <a:pt x="3780" y="3114"/>
                  </a:cubicBezTo>
                  <a:close/>
                  <a:moveTo>
                    <a:pt x="9472" y="754"/>
                  </a:moveTo>
                  <a:cubicBezTo>
                    <a:pt x="9592" y="754"/>
                    <a:pt x="9694" y="852"/>
                    <a:pt x="9694" y="975"/>
                  </a:cubicBezTo>
                  <a:lnTo>
                    <a:pt x="9694" y="5722"/>
                  </a:lnTo>
                  <a:cubicBezTo>
                    <a:pt x="9694" y="5845"/>
                    <a:pt x="9592" y="5947"/>
                    <a:pt x="9472" y="5947"/>
                  </a:cubicBezTo>
                  <a:lnTo>
                    <a:pt x="8575" y="5947"/>
                  </a:lnTo>
                  <a:cubicBezTo>
                    <a:pt x="8452" y="5947"/>
                    <a:pt x="8354" y="5845"/>
                    <a:pt x="8354" y="5722"/>
                  </a:cubicBezTo>
                  <a:lnTo>
                    <a:pt x="8354" y="975"/>
                  </a:lnTo>
                  <a:cubicBezTo>
                    <a:pt x="8354" y="852"/>
                    <a:pt x="8452" y="754"/>
                    <a:pt x="8575" y="754"/>
                  </a:cubicBezTo>
                  <a:close/>
                  <a:moveTo>
                    <a:pt x="1" y="1"/>
                  </a:moveTo>
                  <a:lnTo>
                    <a:pt x="1" y="3966"/>
                  </a:lnTo>
                  <a:lnTo>
                    <a:pt x="550" y="3966"/>
                  </a:lnTo>
                  <a:cubicBezTo>
                    <a:pt x="673" y="3966"/>
                    <a:pt x="771" y="4064"/>
                    <a:pt x="771" y="4188"/>
                  </a:cubicBezTo>
                  <a:lnTo>
                    <a:pt x="771" y="4554"/>
                  </a:lnTo>
                  <a:cubicBezTo>
                    <a:pt x="912" y="4596"/>
                    <a:pt x="1046" y="4652"/>
                    <a:pt x="1176" y="4719"/>
                  </a:cubicBezTo>
                  <a:lnTo>
                    <a:pt x="1436" y="4462"/>
                  </a:lnTo>
                  <a:cubicBezTo>
                    <a:pt x="1478" y="4418"/>
                    <a:pt x="1535" y="4396"/>
                    <a:pt x="1591" y="4396"/>
                  </a:cubicBezTo>
                  <a:cubicBezTo>
                    <a:pt x="1648" y="4396"/>
                    <a:pt x="1705" y="4418"/>
                    <a:pt x="1749" y="4462"/>
                  </a:cubicBezTo>
                  <a:lnTo>
                    <a:pt x="2428" y="5138"/>
                  </a:lnTo>
                  <a:cubicBezTo>
                    <a:pt x="2513" y="5226"/>
                    <a:pt x="2513" y="5366"/>
                    <a:pt x="2428" y="5454"/>
                  </a:cubicBezTo>
                  <a:lnTo>
                    <a:pt x="2168" y="5711"/>
                  </a:lnTo>
                  <a:cubicBezTo>
                    <a:pt x="2238" y="5841"/>
                    <a:pt x="2295" y="5975"/>
                    <a:pt x="2337" y="6116"/>
                  </a:cubicBezTo>
                  <a:lnTo>
                    <a:pt x="2703" y="6116"/>
                  </a:lnTo>
                  <a:cubicBezTo>
                    <a:pt x="2826" y="6116"/>
                    <a:pt x="2925" y="6214"/>
                    <a:pt x="2925" y="6337"/>
                  </a:cubicBezTo>
                  <a:lnTo>
                    <a:pt x="2925" y="6552"/>
                  </a:lnTo>
                  <a:lnTo>
                    <a:pt x="10500" y="6552"/>
                  </a:lnTo>
                  <a:lnTo>
                    <a:pt x="105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85"/>
            <p:cNvSpPr/>
            <p:nvPr/>
          </p:nvSpPr>
          <p:spPr>
            <a:xfrm>
              <a:off x="5669476" y="2043478"/>
              <a:ext cx="273289" cy="108613"/>
            </a:xfrm>
            <a:custGeom>
              <a:rect b="b" l="l" r="r" t="t"/>
              <a:pathLst>
                <a:path extrusionOk="0" h="4173" w="10500">
                  <a:moveTo>
                    <a:pt x="1" y="0"/>
                  </a:moveTo>
                  <a:lnTo>
                    <a:pt x="1" y="4173"/>
                  </a:lnTo>
                  <a:lnTo>
                    <a:pt x="328" y="4173"/>
                  </a:lnTo>
                  <a:lnTo>
                    <a:pt x="328" y="503"/>
                  </a:lnTo>
                  <a:lnTo>
                    <a:pt x="10500" y="503"/>
                  </a:lnTo>
                  <a:lnTo>
                    <a:pt x="10500"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85"/>
            <p:cNvSpPr/>
            <p:nvPr/>
          </p:nvSpPr>
          <p:spPr>
            <a:xfrm>
              <a:off x="5659950" y="2025519"/>
              <a:ext cx="9292" cy="11738"/>
            </a:xfrm>
            <a:custGeom>
              <a:rect b="b" l="l" r="r" t="t"/>
              <a:pathLst>
                <a:path extrusionOk="0" h="451" w="357">
                  <a:moveTo>
                    <a:pt x="1" y="0"/>
                  </a:moveTo>
                  <a:lnTo>
                    <a:pt x="1" y="451"/>
                  </a:lnTo>
                  <a:lnTo>
                    <a:pt x="356" y="451"/>
                  </a:lnTo>
                  <a:lnTo>
                    <a:pt x="35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85"/>
            <p:cNvSpPr/>
            <p:nvPr/>
          </p:nvSpPr>
          <p:spPr>
            <a:xfrm>
              <a:off x="5744019" y="2232125"/>
              <a:ext cx="10827" cy="10645"/>
            </a:xfrm>
            <a:custGeom>
              <a:rect b="b" l="l" r="r" t="t"/>
              <a:pathLst>
                <a:path extrusionOk="0" h="409" w="416">
                  <a:moveTo>
                    <a:pt x="61" y="0"/>
                  </a:moveTo>
                  <a:lnTo>
                    <a:pt x="61" y="257"/>
                  </a:lnTo>
                  <a:cubicBezTo>
                    <a:pt x="61" y="313"/>
                    <a:pt x="39" y="366"/>
                    <a:pt x="1" y="408"/>
                  </a:cubicBezTo>
                  <a:lnTo>
                    <a:pt x="356" y="408"/>
                  </a:lnTo>
                  <a:cubicBezTo>
                    <a:pt x="395" y="366"/>
                    <a:pt x="416" y="313"/>
                    <a:pt x="416" y="257"/>
                  </a:cubicBezTo>
                  <a:lnTo>
                    <a:pt x="41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85"/>
            <p:cNvSpPr/>
            <p:nvPr/>
          </p:nvSpPr>
          <p:spPr>
            <a:xfrm>
              <a:off x="5608676" y="2163621"/>
              <a:ext cx="125296" cy="125400"/>
            </a:xfrm>
            <a:custGeom>
              <a:rect b="b" l="l" r="r" t="t"/>
              <a:pathLst>
                <a:path extrusionOk="0" h="4818" w="4814">
                  <a:moveTo>
                    <a:pt x="2421" y="1014"/>
                  </a:moveTo>
                  <a:cubicBezTo>
                    <a:pt x="3192" y="1014"/>
                    <a:pt x="3814" y="1636"/>
                    <a:pt x="3814" y="2407"/>
                  </a:cubicBezTo>
                  <a:cubicBezTo>
                    <a:pt x="3814" y="2435"/>
                    <a:pt x="3814" y="2460"/>
                    <a:pt x="3811" y="2488"/>
                  </a:cubicBezTo>
                  <a:lnTo>
                    <a:pt x="3811" y="2509"/>
                  </a:lnTo>
                  <a:cubicBezTo>
                    <a:pt x="3811" y="2530"/>
                    <a:pt x="3811" y="2548"/>
                    <a:pt x="3807" y="2569"/>
                  </a:cubicBezTo>
                  <a:cubicBezTo>
                    <a:pt x="3807" y="2576"/>
                    <a:pt x="3807" y="2586"/>
                    <a:pt x="3804" y="2593"/>
                  </a:cubicBezTo>
                  <a:cubicBezTo>
                    <a:pt x="3800" y="2611"/>
                    <a:pt x="3797" y="2632"/>
                    <a:pt x="3793" y="2650"/>
                  </a:cubicBezTo>
                  <a:cubicBezTo>
                    <a:pt x="3793" y="2657"/>
                    <a:pt x="3793" y="2664"/>
                    <a:pt x="3790" y="2674"/>
                  </a:cubicBezTo>
                  <a:cubicBezTo>
                    <a:pt x="3786" y="2692"/>
                    <a:pt x="3783" y="2713"/>
                    <a:pt x="3776" y="2734"/>
                  </a:cubicBezTo>
                  <a:cubicBezTo>
                    <a:pt x="3776" y="2741"/>
                    <a:pt x="3776" y="2745"/>
                    <a:pt x="3772" y="2748"/>
                  </a:cubicBezTo>
                  <a:cubicBezTo>
                    <a:pt x="3765" y="2776"/>
                    <a:pt x="3758" y="2801"/>
                    <a:pt x="3751" y="2826"/>
                  </a:cubicBezTo>
                  <a:cubicBezTo>
                    <a:pt x="3751" y="2833"/>
                    <a:pt x="3748" y="2840"/>
                    <a:pt x="3744" y="2847"/>
                  </a:cubicBezTo>
                  <a:cubicBezTo>
                    <a:pt x="3741" y="2864"/>
                    <a:pt x="3733" y="2878"/>
                    <a:pt x="3726" y="2896"/>
                  </a:cubicBezTo>
                  <a:cubicBezTo>
                    <a:pt x="3723" y="2914"/>
                    <a:pt x="3702" y="2921"/>
                    <a:pt x="3698" y="2935"/>
                  </a:cubicBezTo>
                  <a:lnTo>
                    <a:pt x="3684" y="2966"/>
                  </a:lnTo>
                  <a:cubicBezTo>
                    <a:pt x="3681" y="2980"/>
                    <a:pt x="3674" y="2994"/>
                    <a:pt x="3667" y="3005"/>
                  </a:cubicBezTo>
                  <a:lnTo>
                    <a:pt x="3656" y="3030"/>
                  </a:lnTo>
                  <a:cubicBezTo>
                    <a:pt x="3568" y="3206"/>
                    <a:pt x="3445" y="3360"/>
                    <a:pt x="3294" y="3484"/>
                  </a:cubicBezTo>
                  <a:lnTo>
                    <a:pt x="3290" y="3484"/>
                  </a:lnTo>
                  <a:cubicBezTo>
                    <a:pt x="3258" y="3512"/>
                    <a:pt x="3223" y="3540"/>
                    <a:pt x="3185" y="3564"/>
                  </a:cubicBezTo>
                  <a:cubicBezTo>
                    <a:pt x="3167" y="3575"/>
                    <a:pt x="3153" y="3586"/>
                    <a:pt x="3135" y="3596"/>
                  </a:cubicBezTo>
                  <a:lnTo>
                    <a:pt x="3121" y="3607"/>
                  </a:lnTo>
                  <a:lnTo>
                    <a:pt x="3083" y="3628"/>
                  </a:lnTo>
                  <a:lnTo>
                    <a:pt x="3065" y="3635"/>
                  </a:lnTo>
                  <a:cubicBezTo>
                    <a:pt x="3047" y="3645"/>
                    <a:pt x="3030" y="3656"/>
                    <a:pt x="3012" y="3663"/>
                  </a:cubicBezTo>
                  <a:lnTo>
                    <a:pt x="3009" y="3663"/>
                  </a:lnTo>
                  <a:cubicBezTo>
                    <a:pt x="2991" y="3674"/>
                    <a:pt x="2974" y="3681"/>
                    <a:pt x="2956" y="3688"/>
                  </a:cubicBezTo>
                  <a:lnTo>
                    <a:pt x="2938" y="3695"/>
                  </a:lnTo>
                  <a:lnTo>
                    <a:pt x="2896" y="3712"/>
                  </a:lnTo>
                  <a:lnTo>
                    <a:pt x="2879" y="3719"/>
                  </a:lnTo>
                  <a:cubicBezTo>
                    <a:pt x="2857" y="3726"/>
                    <a:pt x="2840" y="3730"/>
                    <a:pt x="2822" y="3737"/>
                  </a:cubicBezTo>
                  <a:lnTo>
                    <a:pt x="2815" y="3737"/>
                  </a:lnTo>
                  <a:cubicBezTo>
                    <a:pt x="2798" y="3744"/>
                    <a:pt x="2780" y="3747"/>
                    <a:pt x="2759" y="3754"/>
                  </a:cubicBezTo>
                  <a:lnTo>
                    <a:pt x="2741" y="3754"/>
                  </a:lnTo>
                  <a:lnTo>
                    <a:pt x="2699" y="3765"/>
                  </a:lnTo>
                  <a:lnTo>
                    <a:pt x="2678" y="3765"/>
                  </a:lnTo>
                  <a:cubicBezTo>
                    <a:pt x="2660" y="3769"/>
                    <a:pt x="2639" y="3772"/>
                    <a:pt x="2618" y="3776"/>
                  </a:cubicBezTo>
                  <a:cubicBezTo>
                    <a:pt x="2601" y="3779"/>
                    <a:pt x="2576" y="3783"/>
                    <a:pt x="2555" y="3786"/>
                  </a:cubicBezTo>
                  <a:lnTo>
                    <a:pt x="2541" y="3786"/>
                  </a:lnTo>
                  <a:lnTo>
                    <a:pt x="2491" y="3790"/>
                  </a:lnTo>
                  <a:lnTo>
                    <a:pt x="2330" y="3790"/>
                  </a:lnTo>
                  <a:lnTo>
                    <a:pt x="2284" y="3786"/>
                  </a:lnTo>
                  <a:lnTo>
                    <a:pt x="2266" y="3786"/>
                  </a:lnTo>
                  <a:cubicBezTo>
                    <a:pt x="2245" y="3783"/>
                    <a:pt x="2224" y="3779"/>
                    <a:pt x="2203" y="3779"/>
                  </a:cubicBezTo>
                  <a:lnTo>
                    <a:pt x="2199" y="3779"/>
                  </a:lnTo>
                  <a:lnTo>
                    <a:pt x="2164" y="3772"/>
                  </a:lnTo>
                  <a:lnTo>
                    <a:pt x="2143" y="3769"/>
                  </a:lnTo>
                  <a:lnTo>
                    <a:pt x="2129" y="3765"/>
                  </a:lnTo>
                  <a:cubicBezTo>
                    <a:pt x="2087" y="3758"/>
                    <a:pt x="2041" y="3744"/>
                    <a:pt x="2002" y="3733"/>
                  </a:cubicBezTo>
                  <a:lnTo>
                    <a:pt x="1995" y="3733"/>
                  </a:lnTo>
                  <a:lnTo>
                    <a:pt x="1943" y="3716"/>
                  </a:lnTo>
                  <a:lnTo>
                    <a:pt x="1936" y="3712"/>
                  </a:lnTo>
                  <a:cubicBezTo>
                    <a:pt x="1893" y="3695"/>
                    <a:pt x="1851" y="3677"/>
                    <a:pt x="1812" y="3659"/>
                  </a:cubicBezTo>
                  <a:lnTo>
                    <a:pt x="1809" y="3656"/>
                  </a:lnTo>
                  <a:lnTo>
                    <a:pt x="1781" y="3642"/>
                  </a:lnTo>
                  <a:lnTo>
                    <a:pt x="1763" y="3635"/>
                  </a:lnTo>
                  <a:lnTo>
                    <a:pt x="1760" y="3635"/>
                  </a:lnTo>
                  <a:lnTo>
                    <a:pt x="1742" y="3624"/>
                  </a:lnTo>
                  <a:lnTo>
                    <a:pt x="1707" y="3603"/>
                  </a:lnTo>
                  <a:lnTo>
                    <a:pt x="1703" y="3603"/>
                  </a:lnTo>
                  <a:lnTo>
                    <a:pt x="1689" y="3596"/>
                  </a:lnTo>
                  <a:cubicBezTo>
                    <a:pt x="1672" y="3586"/>
                    <a:pt x="1654" y="3575"/>
                    <a:pt x="1636" y="3561"/>
                  </a:cubicBezTo>
                  <a:lnTo>
                    <a:pt x="1633" y="3557"/>
                  </a:lnTo>
                  <a:cubicBezTo>
                    <a:pt x="1415" y="3410"/>
                    <a:pt x="1242" y="3202"/>
                    <a:pt x="1140" y="2963"/>
                  </a:cubicBezTo>
                  <a:cubicBezTo>
                    <a:pt x="1140" y="2956"/>
                    <a:pt x="1133" y="2952"/>
                    <a:pt x="1133" y="2949"/>
                  </a:cubicBezTo>
                  <a:cubicBezTo>
                    <a:pt x="1130" y="2945"/>
                    <a:pt x="1126" y="2931"/>
                    <a:pt x="1123" y="2921"/>
                  </a:cubicBezTo>
                  <a:lnTo>
                    <a:pt x="1116" y="2899"/>
                  </a:lnTo>
                  <a:cubicBezTo>
                    <a:pt x="1105" y="2878"/>
                    <a:pt x="1098" y="2857"/>
                    <a:pt x="1091" y="2833"/>
                  </a:cubicBezTo>
                  <a:lnTo>
                    <a:pt x="1091" y="2829"/>
                  </a:lnTo>
                  <a:cubicBezTo>
                    <a:pt x="1074" y="2776"/>
                    <a:pt x="1059" y="2724"/>
                    <a:pt x="1049" y="2667"/>
                  </a:cubicBezTo>
                  <a:lnTo>
                    <a:pt x="1049" y="2657"/>
                  </a:lnTo>
                  <a:cubicBezTo>
                    <a:pt x="1045" y="2632"/>
                    <a:pt x="1042" y="2611"/>
                    <a:pt x="1038" y="2590"/>
                  </a:cubicBezTo>
                  <a:cubicBezTo>
                    <a:pt x="1038" y="2583"/>
                    <a:pt x="1038" y="2576"/>
                    <a:pt x="1035" y="2569"/>
                  </a:cubicBezTo>
                  <a:cubicBezTo>
                    <a:pt x="1031" y="2548"/>
                    <a:pt x="1031" y="2530"/>
                    <a:pt x="1031" y="2509"/>
                  </a:cubicBezTo>
                  <a:lnTo>
                    <a:pt x="1031" y="2488"/>
                  </a:lnTo>
                  <a:cubicBezTo>
                    <a:pt x="1031" y="2460"/>
                    <a:pt x="1028" y="2435"/>
                    <a:pt x="1028" y="2410"/>
                  </a:cubicBezTo>
                  <a:lnTo>
                    <a:pt x="1028" y="2407"/>
                  </a:lnTo>
                  <a:cubicBezTo>
                    <a:pt x="1028" y="1636"/>
                    <a:pt x="1651" y="1014"/>
                    <a:pt x="2421" y="1014"/>
                  </a:cubicBezTo>
                  <a:close/>
                  <a:moveTo>
                    <a:pt x="2150" y="0"/>
                  </a:moveTo>
                  <a:lnTo>
                    <a:pt x="2150" y="313"/>
                  </a:lnTo>
                  <a:cubicBezTo>
                    <a:pt x="2150" y="419"/>
                    <a:pt x="2080" y="510"/>
                    <a:pt x="1978" y="532"/>
                  </a:cubicBezTo>
                  <a:cubicBezTo>
                    <a:pt x="1767" y="581"/>
                    <a:pt x="1566" y="662"/>
                    <a:pt x="1383" y="778"/>
                  </a:cubicBezTo>
                  <a:cubicBezTo>
                    <a:pt x="1347" y="801"/>
                    <a:pt x="1306" y="812"/>
                    <a:pt x="1265" y="812"/>
                  </a:cubicBezTo>
                  <a:cubicBezTo>
                    <a:pt x="1207" y="812"/>
                    <a:pt x="1149" y="790"/>
                    <a:pt x="1105" y="746"/>
                  </a:cubicBezTo>
                  <a:lnTo>
                    <a:pt x="887" y="528"/>
                  </a:lnTo>
                  <a:lnTo>
                    <a:pt x="525" y="890"/>
                  </a:lnTo>
                  <a:lnTo>
                    <a:pt x="743" y="1109"/>
                  </a:lnTo>
                  <a:cubicBezTo>
                    <a:pt x="817" y="1182"/>
                    <a:pt x="831" y="1299"/>
                    <a:pt x="774" y="1387"/>
                  </a:cubicBezTo>
                  <a:cubicBezTo>
                    <a:pt x="658" y="1569"/>
                    <a:pt x="577" y="1770"/>
                    <a:pt x="528" y="1981"/>
                  </a:cubicBezTo>
                  <a:cubicBezTo>
                    <a:pt x="507" y="2083"/>
                    <a:pt x="416" y="2154"/>
                    <a:pt x="314" y="2154"/>
                  </a:cubicBezTo>
                  <a:lnTo>
                    <a:pt x="0" y="2154"/>
                  </a:lnTo>
                  <a:lnTo>
                    <a:pt x="0" y="2667"/>
                  </a:lnTo>
                  <a:lnTo>
                    <a:pt x="314" y="2667"/>
                  </a:lnTo>
                  <a:cubicBezTo>
                    <a:pt x="416" y="2667"/>
                    <a:pt x="507" y="2738"/>
                    <a:pt x="528" y="2840"/>
                  </a:cubicBezTo>
                  <a:cubicBezTo>
                    <a:pt x="577" y="3051"/>
                    <a:pt x="658" y="3251"/>
                    <a:pt x="774" y="3434"/>
                  </a:cubicBezTo>
                  <a:cubicBezTo>
                    <a:pt x="831" y="3522"/>
                    <a:pt x="817" y="3635"/>
                    <a:pt x="746" y="3709"/>
                  </a:cubicBezTo>
                  <a:lnTo>
                    <a:pt x="525" y="3930"/>
                  </a:lnTo>
                  <a:lnTo>
                    <a:pt x="887" y="4293"/>
                  </a:lnTo>
                  <a:lnTo>
                    <a:pt x="1109" y="4071"/>
                  </a:lnTo>
                  <a:cubicBezTo>
                    <a:pt x="1150" y="4030"/>
                    <a:pt x="1206" y="4008"/>
                    <a:pt x="1264" y="4008"/>
                  </a:cubicBezTo>
                  <a:cubicBezTo>
                    <a:pt x="1305" y="4008"/>
                    <a:pt x="1346" y="4019"/>
                    <a:pt x="1383" y="4043"/>
                  </a:cubicBezTo>
                  <a:cubicBezTo>
                    <a:pt x="1566" y="4156"/>
                    <a:pt x="1767" y="4240"/>
                    <a:pt x="1978" y="4289"/>
                  </a:cubicBezTo>
                  <a:cubicBezTo>
                    <a:pt x="2080" y="4310"/>
                    <a:pt x="2150" y="4402"/>
                    <a:pt x="2150" y="4504"/>
                  </a:cubicBezTo>
                  <a:lnTo>
                    <a:pt x="2150" y="4817"/>
                  </a:lnTo>
                  <a:lnTo>
                    <a:pt x="2664" y="4817"/>
                  </a:lnTo>
                  <a:lnTo>
                    <a:pt x="2664" y="4504"/>
                  </a:lnTo>
                  <a:cubicBezTo>
                    <a:pt x="2664" y="4402"/>
                    <a:pt x="2734" y="4310"/>
                    <a:pt x="2836" y="4289"/>
                  </a:cubicBezTo>
                  <a:cubicBezTo>
                    <a:pt x="3047" y="4240"/>
                    <a:pt x="3248" y="4156"/>
                    <a:pt x="3431" y="4043"/>
                  </a:cubicBezTo>
                  <a:cubicBezTo>
                    <a:pt x="3468" y="4019"/>
                    <a:pt x="3509" y="4008"/>
                    <a:pt x="3549" y="4008"/>
                  </a:cubicBezTo>
                  <a:cubicBezTo>
                    <a:pt x="3606" y="4008"/>
                    <a:pt x="3662" y="4030"/>
                    <a:pt x="3705" y="4071"/>
                  </a:cubicBezTo>
                  <a:lnTo>
                    <a:pt x="3927" y="4293"/>
                  </a:lnTo>
                  <a:lnTo>
                    <a:pt x="4289" y="3930"/>
                  </a:lnTo>
                  <a:lnTo>
                    <a:pt x="4068" y="3709"/>
                  </a:lnTo>
                  <a:cubicBezTo>
                    <a:pt x="3997" y="3635"/>
                    <a:pt x="3983" y="3522"/>
                    <a:pt x="4040" y="3434"/>
                  </a:cubicBezTo>
                  <a:cubicBezTo>
                    <a:pt x="4152" y="3251"/>
                    <a:pt x="4237" y="3051"/>
                    <a:pt x="4286" y="2840"/>
                  </a:cubicBezTo>
                  <a:cubicBezTo>
                    <a:pt x="4307" y="2738"/>
                    <a:pt x="4398" y="2667"/>
                    <a:pt x="4501" y="2667"/>
                  </a:cubicBezTo>
                  <a:lnTo>
                    <a:pt x="4814" y="2667"/>
                  </a:lnTo>
                  <a:lnTo>
                    <a:pt x="4814" y="2154"/>
                  </a:lnTo>
                  <a:lnTo>
                    <a:pt x="4501" y="2154"/>
                  </a:lnTo>
                  <a:cubicBezTo>
                    <a:pt x="4398" y="2154"/>
                    <a:pt x="4307" y="2083"/>
                    <a:pt x="4286" y="1981"/>
                  </a:cubicBezTo>
                  <a:cubicBezTo>
                    <a:pt x="4237" y="1770"/>
                    <a:pt x="4152" y="1569"/>
                    <a:pt x="4040" y="1387"/>
                  </a:cubicBezTo>
                  <a:cubicBezTo>
                    <a:pt x="3983" y="1299"/>
                    <a:pt x="3994" y="1182"/>
                    <a:pt x="4068" y="1109"/>
                  </a:cubicBezTo>
                  <a:lnTo>
                    <a:pt x="4289" y="890"/>
                  </a:lnTo>
                  <a:lnTo>
                    <a:pt x="3927" y="528"/>
                  </a:lnTo>
                  <a:lnTo>
                    <a:pt x="3705" y="746"/>
                  </a:lnTo>
                  <a:cubicBezTo>
                    <a:pt x="3662" y="790"/>
                    <a:pt x="3605" y="812"/>
                    <a:pt x="3548" y="812"/>
                  </a:cubicBezTo>
                  <a:cubicBezTo>
                    <a:pt x="3508" y="812"/>
                    <a:pt x="3467" y="801"/>
                    <a:pt x="3431" y="778"/>
                  </a:cubicBezTo>
                  <a:cubicBezTo>
                    <a:pt x="3248" y="662"/>
                    <a:pt x="3047" y="581"/>
                    <a:pt x="2836" y="532"/>
                  </a:cubicBezTo>
                  <a:cubicBezTo>
                    <a:pt x="2734" y="507"/>
                    <a:pt x="2664" y="419"/>
                    <a:pt x="2664" y="313"/>
                  </a:cubicBezTo>
                  <a:lnTo>
                    <a:pt x="2664"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85"/>
            <p:cNvSpPr/>
            <p:nvPr/>
          </p:nvSpPr>
          <p:spPr>
            <a:xfrm>
              <a:off x="5597041" y="2013989"/>
              <a:ext cx="366884" cy="286563"/>
            </a:xfrm>
            <a:custGeom>
              <a:rect b="b" l="l" r="r" t="t"/>
              <a:pathLst>
                <a:path extrusionOk="0" h="11010" w="14096">
                  <a:moveTo>
                    <a:pt x="13649" y="443"/>
                  </a:moveTo>
                  <a:lnTo>
                    <a:pt x="13649" y="894"/>
                  </a:lnTo>
                  <a:lnTo>
                    <a:pt x="12016" y="894"/>
                  </a:lnTo>
                  <a:cubicBezTo>
                    <a:pt x="11721" y="894"/>
                    <a:pt x="11721" y="1341"/>
                    <a:pt x="12016" y="1341"/>
                  </a:cubicBezTo>
                  <a:lnTo>
                    <a:pt x="13283" y="1341"/>
                  </a:lnTo>
                  <a:lnTo>
                    <a:pt x="13283" y="7896"/>
                  </a:lnTo>
                  <a:lnTo>
                    <a:pt x="5708" y="7896"/>
                  </a:lnTo>
                  <a:lnTo>
                    <a:pt x="5708" y="7681"/>
                  </a:lnTo>
                  <a:cubicBezTo>
                    <a:pt x="5708" y="7558"/>
                    <a:pt x="5605" y="7459"/>
                    <a:pt x="5482" y="7459"/>
                  </a:cubicBezTo>
                  <a:lnTo>
                    <a:pt x="5120" y="7459"/>
                  </a:lnTo>
                  <a:cubicBezTo>
                    <a:pt x="5074" y="7318"/>
                    <a:pt x="5018" y="7181"/>
                    <a:pt x="4951" y="7055"/>
                  </a:cubicBezTo>
                  <a:lnTo>
                    <a:pt x="5208" y="6794"/>
                  </a:lnTo>
                  <a:cubicBezTo>
                    <a:pt x="5296" y="6706"/>
                    <a:pt x="5296" y="6566"/>
                    <a:pt x="5208" y="6481"/>
                  </a:cubicBezTo>
                  <a:lnTo>
                    <a:pt x="4532" y="5806"/>
                  </a:lnTo>
                  <a:cubicBezTo>
                    <a:pt x="4488" y="5762"/>
                    <a:pt x="4431" y="5740"/>
                    <a:pt x="4374" y="5740"/>
                  </a:cubicBezTo>
                  <a:cubicBezTo>
                    <a:pt x="4318" y="5740"/>
                    <a:pt x="4261" y="5762"/>
                    <a:pt x="4219" y="5806"/>
                  </a:cubicBezTo>
                  <a:lnTo>
                    <a:pt x="3959" y="6062"/>
                  </a:lnTo>
                  <a:cubicBezTo>
                    <a:pt x="3829" y="5992"/>
                    <a:pt x="3695" y="5936"/>
                    <a:pt x="3554" y="5894"/>
                  </a:cubicBezTo>
                  <a:lnTo>
                    <a:pt x="3554" y="5528"/>
                  </a:lnTo>
                  <a:cubicBezTo>
                    <a:pt x="3554" y="5404"/>
                    <a:pt x="3456" y="5306"/>
                    <a:pt x="3333" y="5306"/>
                  </a:cubicBezTo>
                  <a:lnTo>
                    <a:pt x="2784" y="5306"/>
                  </a:lnTo>
                  <a:lnTo>
                    <a:pt x="2784" y="1341"/>
                  </a:lnTo>
                  <a:lnTo>
                    <a:pt x="11246" y="1341"/>
                  </a:lnTo>
                  <a:cubicBezTo>
                    <a:pt x="11369" y="1341"/>
                    <a:pt x="11467" y="1239"/>
                    <a:pt x="11467" y="1115"/>
                  </a:cubicBezTo>
                  <a:cubicBezTo>
                    <a:pt x="11467" y="992"/>
                    <a:pt x="11369" y="894"/>
                    <a:pt x="11246" y="894"/>
                  </a:cubicBezTo>
                  <a:lnTo>
                    <a:pt x="2418" y="894"/>
                  </a:lnTo>
                  <a:lnTo>
                    <a:pt x="2418" y="443"/>
                  </a:lnTo>
                  <a:close/>
                  <a:moveTo>
                    <a:pt x="13645" y="8339"/>
                  </a:moveTo>
                  <a:lnTo>
                    <a:pt x="13645" y="8789"/>
                  </a:lnTo>
                  <a:lnTo>
                    <a:pt x="5644" y="8789"/>
                  </a:lnTo>
                  <a:cubicBezTo>
                    <a:pt x="5683" y="8747"/>
                    <a:pt x="5704" y="8694"/>
                    <a:pt x="5704" y="8638"/>
                  </a:cubicBezTo>
                  <a:lnTo>
                    <a:pt x="5704" y="8381"/>
                  </a:lnTo>
                  <a:lnTo>
                    <a:pt x="13504" y="8381"/>
                  </a:lnTo>
                  <a:cubicBezTo>
                    <a:pt x="13550" y="8381"/>
                    <a:pt x="13592" y="8367"/>
                    <a:pt x="13631" y="8339"/>
                  </a:cubicBezTo>
                  <a:close/>
                  <a:moveTo>
                    <a:pt x="3111" y="5749"/>
                  </a:moveTo>
                  <a:lnTo>
                    <a:pt x="3111" y="6062"/>
                  </a:lnTo>
                  <a:cubicBezTo>
                    <a:pt x="3111" y="6168"/>
                    <a:pt x="3185" y="6259"/>
                    <a:pt x="3283" y="6281"/>
                  </a:cubicBezTo>
                  <a:cubicBezTo>
                    <a:pt x="3494" y="6330"/>
                    <a:pt x="3698" y="6411"/>
                    <a:pt x="3881" y="6527"/>
                  </a:cubicBezTo>
                  <a:cubicBezTo>
                    <a:pt x="3916" y="6550"/>
                    <a:pt x="3957" y="6561"/>
                    <a:pt x="3997" y="6561"/>
                  </a:cubicBezTo>
                  <a:cubicBezTo>
                    <a:pt x="4055" y="6561"/>
                    <a:pt x="4112" y="6539"/>
                    <a:pt x="4156" y="6495"/>
                  </a:cubicBezTo>
                  <a:lnTo>
                    <a:pt x="4374" y="6277"/>
                  </a:lnTo>
                  <a:lnTo>
                    <a:pt x="4736" y="6639"/>
                  </a:lnTo>
                  <a:lnTo>
                    <a:pt x="4518" y="6858"/>
                  </a:lnTo>
                  <a:cubicBezTo>
                    <a:pt x="4444" y="6931"/>
                    <a:pt x="4430" y="7048"/>
                    <a:pt x="4487" y="7136"/>
                  </a:cubicBezTo>
                  <a:cubicBezTo>
                    <a:pt x="4603" y="7318"/>
                    <a:pt x="4687" y="7519"/>
                    <a:pt x="4733" y="7730"/>
                  </a:cubicBezTo>
                  <a:cubicBezTo>
                    <a:pt x="4758" y="7832"/>
                    <a:pt x="4845" y="7903"/>
                    <a:pt x="4951" y="7903"/>
                  </a:cubicBezTo>
                  <a:lnTo>
                    <a:pt x="5264" y="7903"/>
                  </a:lnTo>
                  <a:lnTo>
                    <a:pt x="5264" y="8416"/>
                  </a:lnTo>
                  <a:lnTo>
                    <a:pt x="4951" y="8416"/>
                  </a:lnTo>
                  <a:cubicBezTo>
                    <a:pt x="4845" y="8416"/>
                    <a:pt x="4758" y="8487"/>
                    <a:pt x="4733" y="8589"/>
                  </a:cubicBezTo>
                  <a:cubicBezTo>
                    <a:pt x="4687" y="8800"/>
                    <a:pt x="4603" y="9000"/>
                    <a:pt x="4487" y="9183"/>
                  </a:cubicBezTo>
                  <a:cubicBezTo>
                    <a:pt x="4430" y="9271"/>
                    <a:pt x="4444" y="9384"/>
                    <a:pt x="4518" y="9458"/>
                  </a:cubicBezTo>
                  <a:lnTo>
                    <a:pt x="4736" y="9679"/>
                  </a:lnTo>
                  <a:lnTo>
                    <a:pt x="4374" y="10042"/>
                  </a:lnTo>
                  <a:lnTo>
                    <a:pt x="4156" y="9824"/>
                  </a:lnTo>
                  <a:cubicBezTo>
                    <a:pt x="4112" y="9780"/>
                    <a:pt x="4055" y="9757"/>
                    <a:pt x="3997" y="9757"/>
                  </a:cubicBezTo>
                  <a:cubicBezTo>
                    <a:pt x="3957" y="9757"/>
                    <a:pt x="3916" y="9769"/>
                    <a:pt x="3881" y="9792"/>
                  </a:cubicBezTo>
                  <a:cubicBezTo>
                    <a:pt x="3698" y="9908"/>
                    <a:pt x="3494" y="9989"/>
                    <a:pt x="3283" y="10038"/>
                  </a:cubicBezTo>
                  <a:cubicBezTo>
                    <a:pt x="3185" y="10063"/>
                    <a:pt x="3111" y="10151"/>
                    <a:pt x="3111" y="10256"/>
                  </a:cubicBezTo>
                  <a:lnTo>
                    <a:pt x="3111" y="10570"/>
                  </a:lnTo>
                  <a:lnTo>
                    <a:pt x="2601" y="10570"/>
                  </a:lnTo>
                  <a:lnTo>
                    <a:pt x="2601" y="10256"/>
                  </a:lnTo>
                  <a:cubicBezTo>
                    <a:pt x="2601" y="10151"/>
                    <a:pt x="2527" y="10063"/>
                    <a:pt x="2425" y="10038"/>
                  </a:cubicBezTo>
                  <a:cubicBezTo>
                    <a:pt x="2214" y="9989"/>
                    <a:pt x="2013" y="9908"/>
                    <a:pt x="1830" y="9792"/>
                  </a:cubicBezTo>
                  <a:cubicBezTo>
                    <a:pt x="1794" y="9769"/>
                    <a:pt x="1753" y="9757"/>
                    <a:pt x="1713" y="9757"/>
                  </a:cubicBezTo>
                  <a:cubicBezTo>
                    <a:pt x="1656" y="9757"/>
                    <a:pt x="1599" y="9780"/>
                    <a:pt x="1556" y="9824"/>
                  </a:cubicBezTo>
                  <a:lnTo>
                    <a:pt x="1338" y="10042"/>
                  </a:lnTo>
                  <a:lnTo>
                    <a:pt x="975" y="9679"/>
                  </a:lnTo>
                  <a:lnTo>
                    <a:pt x="1193" y="9461"/>
                  </a:lnTo>
                  <a:cubicBezTo>
                    <a:pt x="1267" y="9387"/>
                    <a:pt x="1278" y="9271"/>
                    <a:pt x="1225" y="9183"/>
                  </a:cubicBezTo>
                  <a:cubicBezTo>
                    <a:pt x="1109" y="9000"/>
                    <a:pt x="1024" y="8800"/>
                    <a:pt x="979" y="8589"/>
                  </a:cubicBezTo>
                  <a:cubicBezTo>
                    <a:pt x="954" y="8490"/>
                    <a:pt x="866" y="8416"/>
                    <a:pt x="761" y="8416"/>
                  </a:cubicBezTo>
                  <a:lnTo>
                    <a:pt x="447" y="8416"/>
                  </a:lnTo>
                  <a:lnTo>
                    <a:pt x="447" y="7903"/>
                  </a:lnTo>
                  <a:lnTo>
                    <a:pt x="761" y="7903"/>
                  </a:lnTo>
                  <a:cubicBezTo>
                    <a:pt x="863" y="7903"/>
                    <a:pt x="954" y="7832"/>
                    <a:pt x="975" y="7730"/>
                  </a:cubicBezTo>
                  <a:cubicBezTo>
                    <a:pt x="1024" y="7519"/>
                    <a:pt x="1105" y="7318"/>
                    <a:pt x="1221" y="7136"/>
                  </a:cubicBezTo>
                  <a:cubicBezTo>
                    <a:pt x="1278" y="7048"/>
                    <a:pt x="1267" y="6931"/>
                    <a:pt x="1193" y="6861"/>
                  </a:cubicBezTo>
                  <a:lnTo>
                    <a:pt x="975" y="6639"/>
                  </a:lnTo>
                  <a:lnTo>
                    <a:pt x="1338" y="6277"/>
                  </a:lnTo>
                  <a:lnTo>
                    <a:pt x="1556" y="6499"/>
                  </a:lnTo>
                  <a:cubicBezTo>
                    <a:pt x="1599" y="6540"/>
                    <a:pt x="1655" y="6562"/>
                    <a:pt x="1712" y="6562"/>
                  </a:cubicBezTo>
                  <a:cubicBezTo>
                    <a:pt x="1752" y="6562"/>
                    <a:pt x="1793" y="6550"/>
                    <a:pt x="1830" y="6527"/>
                  </a:cubicBezTo>
                  <a:cubicBezTo>
                    <a:pt x="2013" y="6411"/>
                    <a:pt x="2214" y="6330"/>
                    <a:pt x="2425" y="6281"/>
                  </a:cubicBezTo>
                  <a:cubicBezTo>
                    <a:pt x="2527" y="6259"/>
                    <a:pt x="2601" y="6168"/>
                    <a:pt x="2601" y="6066"/>
                  </a:cubicBezTo>
                  <a:lnTo>
                    <a:pt x="2601" y="5749"/>
                  </a:lnTo>
                  <a:close/>
                  <a:moveTo>
                    <a:pt x="2193" y="0"/>
                  </a:moveTo>
                  <a:cubicBezTo>
                    <a:pt x="2069" y="0"/>
                    <a:pt x="1971" y="99"/>
                    <a:pt x="1971" y="222"/>
                  </a:cubicBezTo>
                  <a:lnTo>
                    <a:pt x="1971" y="1115"/>
                  </a:lnTo>
                  <a:cubicBezTo>
                    <a:pt x="1971" y="1239"/>
                    <a:pt x="2069" y="1337"/>
                    <a:pt x="2193" y="1337"/>
                  </a:cubicBezTo>
                  <a:lnTo>
                    <a:pt x="2337" y="1337"/>
                  </a:lnTo>
                  <a:lnTo>
                    <a:pt x="2337" y="5309"/>
                  </a:lnTo>
                  <a:cubicBezTo>
                    <a:pt x="2231" y="5327"/>
                    <a:pt x="2150" y="5422"/>
                    <a:pt x="2150" y="5531"/>
                  </a:cubicBezTo>
                  <a:lnTo>
                    <a:pt x="2150" y="5894"/>
                  </a:lnTo>
                  <a:cubicBezTo>
                    <a:pt x="2013" y="5936"/>
                    <a:pt x="1876" y="5992"/>
                    <a:pt x="1746" y="6059"/>
                  </a:cubicBezTo>
                  <a:lnTo>
                    <a:pt x="1489" y="5802"/>
                  </a:lnTo>
                  <a:cubicBezTo>
                    <a:pt x="1445" y="5758"/>
                    <a:pt x="1388" y="5736"/>
                    <a:pt x="1331" y="5736"/>
                  </a:cubicBezTo>
                  <a:cubicBezTo>
                    <a:pt x="1274" y="5736"/>
                    <a:pt x="1218" y="5758"/>
                    <a:pt x="1176" y="5802"/>
                  </a:cubicBezTo>
                  <a:lnTo>
                    <a:pt x="497" y="6478"/>
                  </a:lnTo>
                  <a:cubicBezTo>
                    <a:pt x="409" y="6566"/>
                    <a:pt x="409" y="6706"/>
                    <a:pt x="497" y="6794"/>
                  </a:cubicBezTo>
                  <a:lnTo>
                    <a:pt x="757" y="7051"/>
                  </a:lnTo>
                  <a:cubicBezTo>
                    <a:pt x="687" y="7181"/>
                    <a:pt x="630" y="7315"/>
                    <a:pt x="588" y="7456"/>
                  </a:cubicBezTo>
                  <a:lnTo>
                    <a:pt x="222" y="7456"/>
                  </a:lnTo>
                  <a:cubicBezTo>
                    <a:pt x="99" y="7456"/>
                    <a:pt x="1" y="7554"/>
                    <a:pt x="1" y="7677"/>
                  </a:cubicBezTo>
                  <a:lnTo>
                    <a:pt x="1" y="8634"/>
                  </a:lnTo>
                  <a:cubicBezTo>
                    <a:pt x="1" y="8758"/>
                    <a:pt x="99" y="8860"/>
                    <a:pt x="222" y="8860"/>
                  </a:cubicBezTo>
                  <a:lnTo>
                    <a:pt x="588" y="8860"/>
                  </a:lnTo>
                  <a:cubicBezTo>
                    <a:pt x="630" y="8997"/>
                    <a:pt x="687" y="9134"/>
                    <a:pt x="757" y="9264"/>
                  </a:cubicBezTo>
                  <a:lnTo>
                    <a:pt x="497" y="9521"/>
                  </a:lnTo>
                  <a:cubicBezTo>
                    <a:pt x="412" y="9609"/>
                    <a:pt x="412" y="9750"/>
                    <a:pt x="497" y="9838"/>
                  </a:cubicBezTo>
                  <a:lnTo>
                    <a:pt x="1176" y="10513"/>
                  </a:lnTo>
                  <a:cubicBezTo>
                    <a:pt x="1218" y="10557"/>
                    <a:pt x="1274" y="10579"/>
                    <a:pt x="1331" y="10579"/>
                  </a:cubicBezTo>
                  <a:cubicBezTo>
                    <a:pt x="1388" y="10579"/>
                    <a:pt x="1445" y="10557"/>
                    <a:pt x="1489" y="10513"/>
                  </a:cubicBezTo>
                  <a:lnTo>
                    <a:pt x="1749" y="10256"/>
                  </a:lnTo>
                  <a:cubicBezTo>
                    <a:pt x="1876" y="10323"/>
                    <a:pt x="2013" y="10380"/>
                    <a:pt x="2154" y="10422"/>
                  </a:cubicBezTo>
                  <a:lnTo>
                    <a:pt x="2154" y="10788"/>
                  </a:lnTo>
                  <a:cubicBezTo>
                    <a:pt x="2154" y="10911"/>
                    <a:pt x="2252" y="11009"/>
                    <a:pt x="2376" y="11009"/>
                  </a:cubicBezTo>
                  <a:lnTo>
                    <a:pt x="3333" y="11009"/>
                  </a:lnTo>
                  <a:cubicBezTo>
                    <a:pt x="3456" y="11009"/>
                    <a:pt x="3554" y="10911"/>
                    <a:pt x="3554" y="10788"/>
                  </a:cubicBezTo>
                  <a:lnTo>
                    <a:pt x="3554" y="10422"/>
                  </a:lnTo>
                  <a:cubicBezTo>
                    <a:pt x="3695" y="10380"/>
                    <a:pt x="3829" y="10323"/>
                    <a:pt x="3959" y="10256"/>
                  </a:cubicBezTo>
                  <a:lnTo>
                    <a:pt x="4219" y="10513"/>
                  </a:lnTo>
                  <a:cubicBezTo>
                    <a:pt x="4261" y="10557"/>
                    <a:pt x="4318" y="10579"/>
                    <a:pt x="4374" y="10579"/>
                  </a:cubicBezTo>
                  <a:cubicBezTo>
                    <a:pt x="4431" y="10579"/>
                    <a:pt x="4488" y="10557"/>
                    <a:pt x="4532" y="10513"/>
                  </a:cubicBezTo>
                  <a:lnTo>
                    <a:pt x="5208" y="9838"/>
                  </a:lnTo>
                  <a:cubicBezTo>
                    <a:pt x="5296" y="9750"/>
                    <a:pt x="5296" y="9609"/>
                    <a:pt x="5208" y="9521"/>
                  </a:cubicBezTo>
                  <a:lnTo>
                    <a:pt x="4951" y="9264"/>
                  </a:lnTo>
                  <a:cubicBezTo>
                    <a:pt x="4955" y="9254"/>
                    <a:pt x="4962" y="9243"/>
                    <a:pt x="4965" y="9233"/>
                  </a:cubicBezTo>
                  <a:lnTo>
                    <a:pt x="13870" y="9233"/>
                  </a:lnTo>
                  <a:cubicBezTo>
                    <a:pt x="13994" y="9233"/>
                    <a:pt x="14092" y="9134"/>
                    <a:pt x="14092" y="9011"/>
                  </a:cubicBezTo>
                  <a:lnTo>
                    <a:pt x="14092" y="8117"/>
                  </a:lnTo>
                  <a:cubicBezTo>
                    <a:pt x="14092" y="7994"/>
                    <a:pt x="13994" y="7896"/>
                    <a:pt x="13870" y="7896"/>
                  </a:cubicBezTo>
                  <a:lnTo>
                    <a:pt x="13730" y="7896"/>
                  </a:lnTo>
                  <a:lnTo>
                    <a:pt x="13730" y="1341"/>
                  </a:lnTo>
                  <a:lnTo>
                    <a:pt x="13870" y="1341"/>
                  </a:lnTo>
                  <a:cubicBezTo>
                    <a:pt x="13994" y="1341"/>
                    <a:pt x="14096" y="1239"/>
                    <a:pt x="14096" y="1115"/>
                  </a:cubicBezTo>
                  <a:lnTo>
                    <a:pt x="14096" y="222"/>
                  </a:lnTo>
                  <a:cubicBezTo>
                    <a:pt x="14096" y="99"/>
                    <a:pt x="13994" y="0"/>
                    <a:pt x="1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85"/>
            <p:cNvSpPr/>
            <p:nvPr/>
          </p:nvSpPr>
          <p:spPr>
            <a:xfrm>
              <a:off x="5761977" y="2129915"/>
              <a:ext cx="34903" cy="73736"/>
            </a:xfrm>
            <a:custGeom>
              <a:rect b="b" l="l" r="r" t="t"/>
              <a:pathLst>
                <a:path extrusionOk="0" h="2833" w="1341">
                  <a:moveTo>
                    <a:pt x="898" y="444"/>
                  </a:moveTo>
                  <a:lnTo>
                    <a:pt x="898" y="2386"/>
                  </a:lnTo>
                  <a:lnTo>
                    <a:pt x="447" y="2386"/>
                  </a:lnTo>
                  <a:lnTo>
                    <a:pt x="447" y="444"/>
                  </a:lnTo>
                  <a:close/>
                  <a:moveTo>
                    <a:pt x="226" y="0"/>
                  </a:moveTo>
                  <a:cubicBezTo>
                    <a:pt x="102" y="0"/>
                    <a:pt x="0" y="99"/>
                    <a:pt x="0" y="222"/>
                  </a:cubicBezTo>
                  <a:lnTo>
                    <a:pt x="0" y="2608"/>
                  </a:lnTo>
                  <a:cubicBezTo>
                    <a:pt x="0" y="2731"/>
                    <a:pt x="102" y="2833"/>
                    <a:pt x="226" y="2833"/>
                  </a:cubicBezTo>
                  <a:lnTo>
                    <a:pt x="1119" y="2833"/>
                  </a:lnTo>
                  <a:cubicBezTo>
                    <a:pt x="1242" y="2833"/>
                    <a:pt x="1341" y="2731"/>
                    <a:pt x="1341" y="2608"/>
                  </a:cubicBezTo>
                  <a:lnTo>
                    <a:pt x="1341" y="222"/>
                  </a:lnTo>
                  <a:cubicBezTo>
                    <a:pt x="1341" y="99"/>
                    <a:pt x="1242"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85"/>
            <p:cNvSpPr/>
            <p:nvPr/>
          </p:nvSpPr>
          <p:spPr>
            <a:xfrm>
              <a:off x="5803648" y="2101701"/>
              <a:ext cx="34903" cy="101950"/>
            </a:xfrm>
            <a:custGeom>
              <a:rect b="b" l="l" r="r" t="t"/>
              <a:pathLst>
                <a:path extrusionOk="0" h="3917" w="1341">
                  <a:moveTo>
                    <a:pt x="894" y="444"/>
                  </a:moveTo>
                  <a:lnTo>
                    <a:pt x="894" y="3470"/>
                  </a:lnTo>
                  <a:lnTo>
                    <a:pt x="444" y="3470"/>
                  </a:lnTo>
                  <a:lnTo>
                    <a:pt x="444" y="444"/>
                  </a:lnTo>
                  <a:close/>
                  <a:moveTo>
                    <a:pt x="222" y="1"/>
                  </a:moveTo>
                  <a:cubicBezTo>
                    <a:pt x="99" y="1"/>
                    <a:pt x="0" y="99"/>
                    <a:pt x="0" y="222"/>
                  </a:cubicBezTo>
                  <a:lnTo>
                    <a:pt x="0" y="3692"/>
                  </a:lnTo>
                  <a:cubicBezTo>
                    <a:pt x="0" y="3815"/>
                    <a:pt x="99" y="3917"/>
                    <a:pt x="222" y="3917"/>
                  </a:cubicBezTo>
                  <a:lnTo>
                    <a:pt x="1116" y="3917"/>
                  </a:lnTo>
                  <a:cubicBezTo>
                    <a:pt x="1239" y="3917"/>
                    <a:pt x="1341" y="3815"/>
                    <a:pt x="1341" y="3692"/>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85"/>
            <p:cNvSpPr/>
            <p:nvPr/>
          </p:nvSpPr>
          <p:spPr>
            <a:xfrm>
              <a:off x="5845213" y="2116355"/>
              <a:ext cx="34929" cy="87296"/>
            </a:xfrm>
            <a:custGeom>
              <a:rect b="b" l="l" r="r" t="t"/>
              <a:pathLst>
                <a:path extrusionOk="0" h="3354" w="1342">
                  <a:moveTo>
                    <a:pt x="898" y="444"/>
                  </a:moveTo>
                  <a:lnTo>
                    <a:pt x="898" y="2907"/>
                  </a:lnTo>
                  <a:lnTo>
                    <a:pt x="447" y="2907"/>
                  </a:lnTo>
                  <a:lnTo>
                    <a:pt x="447" y="444"/>
                  </a:lnTo>
                  <a:close/>
                  <a:moveTo>
                    <a:pt x="226" y="1"/>
                  </a:moveTo>
                  <a:cubicBezTo>
                    <a:pt x="103" y="1"/>
                    <a:pt x="1" y="103"/>
                    <a:pt x="1" y="222"/>
                  </a:cubicBezTo>
                  <a:lnTo>
                    <a:pt x="1" y="3132"/>
                  </a:lnTo>
                  <a:cubicBezTo>
                    <a:pt x="1" y="3252"/>
                    <a:pt x="103" y="3354"/>
                    <a:pt x="226" y="3354"/>
                  </a:cubicBezTo>
                  <a:lnTo>
                    <a:pt x="1119" y="3354"/>
                  </a:lnTo>
                  <a:cubicBezTo>
                    <a:pt x="1243" y="3354"/>
                    <a:pt x="1341" y="3252"/>
                    <a:pt x="1341" y="3132"/>
                  </a:cubicBezTo>
                  <a:lnTo>
                    <a:pt x="1341" y="222"/>
                  </a:lnTo>
                  <a:cubicBezTo>
                    <a:pt x="1341" y="103"/>
                    <a:pt x="1243"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85"/>
            <p:cNvSpPr/>
            <p:nvPr/>
          </p:nvSpPr>
          <p:spPr>
            <a:xfrm>
              <a:off x="5886883" y="2068464"/>
              <a:ext cx="34929" cy="135187"/>
            </a:xfrm>
            <a:custGeom>
              <a:rect b="b" l="l" r="r" t="t"/>
              <a:pathLst>
                <a:path extrusionOk="0" h="5194" w="1342">
                  <a:moveTo>
                    <a:pt x="894" y="447"/>
                  </a:moveTo>
                  <a:lnTo>
                    <a:pt x="894" y="4747"/>
                  </a:lnTo>
                  <a:lnTo>
                    <a:pt x="444" y="4747"/>
                  </a:lnTo>
                  <a:lnTo>
                    <a:pt x="444" y="447"/>
                  </a:lnTo>
                  <a:close/>
                  <a:moveTo>
                    <a:pt x="222" y="1"/>
                  </a:moveTo>
                  <a:cubicBezTo>
                    <a:pt x="99" y="1"/>
                    <a:pt x="1" y="99"/>
                    <a:pt x="1" y="222"/>
                  </a:cubicBezTo>
                  <a:lnTo>
                    <a:pt x="1" y="4969"/>
                  </a:lnTo>
                  <a:cubicBezTo>
                    <a:pt x="1" y="5092"/>
                    <a:pt x="99" y="5194"/>
                    <a:pt x="222" y="5194"/>
                  </a:cubicBezTo>
                  <a:lnTo>
                    <a:pt x="1116" y="5194"/>
                  </a:lnTo>
                  <a:cubicBezTo>
                    <a:pt x="1239" y="5194"/>
                    <a:pt x="1341" y="5092"/>
                    <a:pt x="1341" y="4969"/>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85"/>
            <p:cNvSpPr/>
            <p:nvPr/>
          </p:nvSpPr>
          <p:spPr>
            <a:xfrm>
              <a:off x="5685873" y="2083040"/>
              <a:ext cx="44429" cy="11634"/>
            </a:xfrm>
            <a:custGeom>
              <a:rect b="b" l="l" r="r" t="t"/>
              <a:pathLst>
                <a:path extrusionOk="0" h="447" w="1707">
                  <a:moveTo>
                    <a:pt x="296" y="0"/>
                  </a:moveTo>
                  <a:cubicBezTo>
                    <a:pt x="0" y="0"/>
                    <a:pt x="0" y="447"/>
                    <a:pt x="296" y="447"/>
                  </a:cubicBezTo>
                  <a:lnTo>
                    <a:pt x="1485" y="447"/>
                  </a:lnTo>
                  <a:cubicBezTo>
                    <a:pt x="1608" y="447"/>
                    <a:pt x="1707" y="345"/>
                    <a:pt x="1707" y="222"/>
                  </a:cubicBezTo>
                  <a:cubicBezTo>
                    <a:pt x="1707" y="99"/>
                    <a:pt x="1608"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85"/>
            <p:cNvSpPr/>
            <p:nvPr/>
          </p:nvSpPr>
          <p:spPr>
            <a:xfrm>
              <a:off x="5685873" y="2101337"/>
              <a:ext cx="61295" cy="11582"/>
            </a:xfrm>
            <a:custGeom>
              <a:rect b="b" l="l" r="r" t="t"/>
              <a:pathLst>
                <a:path extrusionOk="0" h="445" w="2355">
                  <a:moveTo>
                    <a:pt x="296" y="1"/>
                  </a:moveTo>
                  <a:cubicBezTo>
                    <a:pt x="0" y="1"/>
                    <a:pt x="0" y="444"/>
                    <a:pt x="296" y="444"/>
                  </a:cubicBezTo>
                  <a:lnTo>
                    <a:pt x="2129" y="444"/>
                  </a:lnTo>
                  <a:cubicBezTo>
                    <a:pt x="2252" y="444"/>
                    <a:pt x="2354" y="346"/>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85"/>
            <p:cNvSpPr/>
            <p:nvPr/>
          </p:nvSpPr>
          <p:spPr>
            <a:xfrm>
              <a:off x="5685873" y="2119556"/>
              <a:ext cx="61295" cy="11660"/>
            </a:xfrm>
            <a:custGeom>
              <a:rect b="b" l="l" r="r" t="t"/>
              <a:pathLst>
                <a:path extrusionOk="0" h="448" w="2355">
                  <a:moveTo>
                    <a:pt x="296" y="1"/>
                  </a:moveTo>
                  <a:cubicBezTo>
                    <a:pt x="0" y="1"/>
                    <a:pt x="0" y="448"/>
                    <a:pt x="296" y="448"/>
                  </a:cubicBezTo>
                  <a:lnTo>
                    <a:pt x="2129" y="448"/>
                  </a:lnTo>
                  <a:cubicBezTo>
                    <a:pt x="2252" y="448"/>
                    <a:pt x="2354" y="346"/>
                    <a:pt x="2354" y="223"/>
                  </a:cubicBezTo>
                  <a:cubicBezTo>
                    <a:pt x="2354" y="103"/>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85"/>
            <p:cNvSpPr/>
            <p:nvPr/>
          </p:nvSpPr>
          <p:spPr>
            <a:xfrm>
              <a:off x="5685873" y="2137880"/>
              <a:ext cx="61295" cy="11556"/>
            </a:xfrm>
            <a:custGeom>
              <a:rect b="b" l="l" r="r" t="t"/>
              <a:pathLst>
                <a:path extrusionOk="0" h="444" w="2355">
                  <a:moveTo>
                    <a:pt x="296" y="1"/>
                  </a:moveTo>
                  <a:cubicBezTo>
                    <a:pt x="0" y="1"/>
                    <a:pt x="0" y="444"/>
                    <a:pt x="296" y="444"/>
                  </a:cubicBezTo>
                  <a:lnTo>
                    <a:pt x="2129" y="444"/>
                  </a:lnTo>
                  <a:cubicBezTo>
                    <a:pt x="2252" y="444"/>
                    <a:pt x="2354" y="345"/>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85"/>
            <p:cNvSpPr/>
            <p:nvPr/>
          </p:nvSpPr>
          <p:spPr>
            <a:xfrm>
              <a:off x="5628092" y="2190091"/>
              <a:ext cx="39770" cy="72278"/>
            </a:xfrm>
            <a:custGeom>
              <a:rect b="b" l="l" r="r" t="t"/>
              <a:pathLst>
                <a:path extrusionOk="0" h="2777" w="1528">
                  <a:moveTo>
                    <a:pt x="1503" y="2769"/>
                  </a:moveTo>
                  <a:cubicBezTo>
                    <a:pt x="1501" y="2770"/>
                    <a:pt x="1500" y="2771"/>
                    <a:pt x="1498" y="2771"/>
                  </a:cubicBezTo>
                  <a:lnTo>
                    <a:pt x="1498" y="2771"/>
                  </a:lnTo>
                  <a:lnTo>
                    <a:pt x="1513" y="2769"/>
                  </a:lnTo>
                  <a:close/>
                  <a:moveTo>
                    <a:pt x="1498" y="2771"/>
                  </a:moveTo>
                  <a:lnTo>
                    <a:pt x="1483" y="2774"/>
                  </a:lnTo>
                  <a:lnTo>
                    <a:pt x="1483" y="2774"/>
                  </a:lnTo>
                  <a:cubicBezTo>
                    <a:pt x="1489" y="2773"/>
                    <a:pt x="1494" y="2773"/>
                    <a:pt x="1498" y="2771"/>
                  </a:cubicBezTo>
                  <a:close/>
                  <a:moveTo>
                    <a:pt x="1397" y="0"/>
                  </a:moveTo>
                  <a:cubicBezTo>
                    <a:pt x="627" y="0"/>
                    <a:pt x="0" y="623"/>
                    <a:pt x="0" y="1393"/>
                  </a:cubicBezTo>
                  <a:lnTo>
                    <a:pt x="0" y="1397"/>
                  </a:lnTo>
                  <a:cubicBezTo>
                    <a:pt x="0" y="1422"/>
                    <a:pt x="0" y="1446"/>
                    <a:pt x="4" y="1471"/>
                  </a:cubicBezTo>
                  <a:lnTo>
                    <a:pt x="4" y="1495"/>
                  </a:lnTo>
                  <a:cubicBezTo>
                    <a:pt x="4" y="1513"/>
                    <a:pt x="7" y="1534"/>
                    <a:pt x="7" y="1555"/>
                  </a:cubicBezTo>
                  <a:cubicBezTo>
                    <a:pt x="7" y="1562"/>
                    <a:pt x="7" y="1569"/>
                    <a:pt x="11" y="1576"/>
                  </a:cubicBezTo>
                  <a:cubicBezTo>
                    <a:pt x="14" y="1597"/>
                    <a:pt x="18" y="1619"/>
                    <a:pt x="21" y="1640"/>
                  </a:cubicBezTo>
                  <a:lnTo>
                    <a:pt x="25" y="1654"/>
                  </a:lnTo>
                  <a:cubicBezTo>
                    <a:pt x="32" y="1707"/>
                    <a:pt x="46" y="1759"/>
                    <a:pt x="64" y="1812"/>
                  </a:cubicBezTo>
                  <a:lnTo>
                    <a:pt x="64" y="1819"/>
                  </a:lnTo>
                  <a:cubicBezTo>
                    <a:pt x="71" y="1840"/>
                    <a:pt x="78" y="1865"/>
                    <a:pt x="88" y="1886"/>
                  </a:cubicBezTo>
                  <a:lnTo>
                    <a:pt x="95" y="1907"/>
                  </a:lnTo>
                  <a:cubicBezTo>
                    <a:pt x="99" y="1918"/>
                    <a:pt x="102" y="1925"/>
                    <a:pt x="106" y="1935"/>
                  </a:cubicBezTo>
                  <a:cubicBezTo>
                    <a:pt x="109" y="1946"/>
                    <a:pt x="109" y="1942"/>
                    <a:pt x="113" y="1946"/>
                  </a:cubicBezTo>
                  <a:cubicBezTo>
                    <a:pt x="215" y="2189"/>
                    <a:pt x="387" y="2396"/>
                    <a:pt x="605" y="2544"/>
                  </a:cubicBezTo>
                  <a:lnTo>
                    <a:pt x="609" y="2547"/>
                  </a:lnTo>
                  <a:cubicBezTo>
                    <a:pt x="627" y="2558"/>
                    <a:pt x="644" y="2569"/>
                    <a:pt x="662" y="2579"/>
                  </a:cubicBezTo>
                  <a:lnTo>
                    <a:pt x="676" y="2590"/>
                  </a:lnTo>
                  <a:lnTo>
                    <a:pt x="679" y="2590"/>
                  </a:lnTo>
                  <a:lnTo>
                    <a:pt x="715" y="2611"/>
                  </a:lnTo>
                  <a:lnTo>
                    <a:pt x="732" y="2618"/>
                  </a:lnTo>
                  <a:lnTo>
                    <a:pt x="736" y="2618"/>
                  </a:lnTo>
                  <a:lnTo>
                    <a:pt x="753" y="2628"/>
                  </a:lnTo>
                  <a:lnTo>
                    <a:pt x="781" y="2642"/>
                  </a:lnTo>
                  <a:lnTo>
                    <a:pt x="785" y="2646"/>
                  </a:lnTo>
                  <a:cubicBezTo>
                    <a:pt x="824" y="2664"/>
                    <a:pt x="866" y="2681"/>
                    <a:pt x="908" y="2699"/>
                  </a:cubicBezTo>
                  <a:lnTo>
                    <a:pt x="915" y="2699"/>
                  </a:lnTo>
                  <a:lnTo>
                    <a:pt x="968" y="2716"/>
                  </a:lnTo>
                  <a:lnTo>
                    <a:pt x="975" y="2716"/>
                  </a:lnTo>
                  <a:cubicBezTo>
                    <a:pt x="1021" y="2730"/>
                    <a:pt x="1059" y="2741"/>
                    <a:pt x="1102" y="2752"/>
                  </a:cubicBezTo>
                  <a:lnTo>
                    <a:pt x="1116" y="2752"/>
                  </a:lnTo>
                  <a:lnTo>
                    <a:pt x="1137" y="2759"/>
                  </a:lnTo>
                  <a:lnTo>
                    <a:pt x="1172" y="2762"/>
                  </a:lnTo>
                  <a:lnTo>
                    <a:pt x="1175" y="2762"/>
                  </a:lnTo>
                  <a:cubicBezTo>
                    <a:pt x="1197" y="2766"/>
                    <a:pt x="1218" y="2769"/>
                    <a:pt x="1239" y="2773"/>
                  </a:cubicBezTo>
                  <a:lnTo>
                    <a:pt x="1256" y="2773"/>
                  </a:lnTo>
                  <a:lnTo>
                    <a:pt x="1302" y="2776"/>
                  </a:lnTo>
                  <a:lnTo>
                    <a:pt x="1464" y="2776"/>
                  </a:lnTo>
                  <a:lnTo>
                    <a:pt x="1483" y="2774"/>
                  </a:lnTo>
                  <a:lnTo>
                    <a:pt x="1483" y="2774"/>
                  </a:lnTo>
                  <a:cubicBezTo>
                    <a:pt x="1482" y="2774"/>
                    <a:pt x="1481" y="2774"/>
                    <a:pt x="1481" y="2774"/>
                  </a:cubicBezTo>
                  <a:cubicBezTo>
                    <a:pt x="1472" y="2774"/>
                    <a:pt x="1462" y="2773"/>
                    <a:pt x="1453" y="2773"/>
                  </a:cubicBezTo>
                  <a:lnTo>
                    <a:pt x="1446" y="2773"/>
                  </a:lnTo>
                  <a:lnTo>
                    <a:pt x="1415" y="2766"/>
                  </a:lnTo>
                  <a:lnTo>
                    <a:pt x="1390" y="2762"/>
                  </a:lnTo>
                  <a:lnTo>
                    <a:pt x="1380" y="2759"/>
                  </a:lnTo>
                  <a:cubicBezTo>
                    <a:pt x="1334" y="2752"/>
                    <a:pt x="1292" y="2737"/>
                    <a:pt x="1253" y="2727"/>
                  </a:cubicBezTo>
                  <a:lnTo>
                    <a:pt x="1485" y="2551"/>
                  </a:lnTo>
                  <a:cubicBezTo>
                    <a:pt x="873" y="2463"/>
                    <a:pt x="574" y="1819"/>
                    <a:pt x="574" y="1819"/>
                  </a:cubicBezTo>
                  <a:cubicBezTo>
                    <a:pt x="574" y="1819"/>
                    <a:pt x="491" y="1788"/>
                    <a:pt x="414" y="1788"/>
                  </a:cubicBezTo>
                  <a:cubicBezTo>
                    <a:pt x="385" y="1788"/>
                    <a:pt x="357" y="1792"/>
                    <a:pt x="335" y="1805"/>
                  </a:cubicBezTo>
                  <a:cubicBezTo>
                    <a:pt x="317" y="1756"/>
                    <a:pt x="306" y="1703"/>
                    <a:pt x="296" y="1654"/>
                  </a:cubicBezTo>
                  <a:lnTo>
                    <a:pt x="292" y="1640"/>
                  </a:lnTo>
                  <a:cubicBezTo>
                    <a:pt x="289" y="1619"/>
                    <a:pt x="285" y="1597"/>
                    <a:pt x="282" y="1576"/>
                  </a:cubicBezTo>
                  <a:cubicBezTo>
                    <a:pt x="282" y="1569"/>
                    <a:pt x="282" y="1562"/>
                    <a:pt x="282" y="1555"/>
                  </a:cubicBezTo>
                  <a:cubicBezTo>
                    <a:pt x="278" y="1534"/>
                    <a:pt x="275" y="1513"/>
                    <a:pt x="275" y="1495"/>
                  </a:cubicBezTo>
                  <a:lnTo>
                    <a:pt x="275" y="1471"/>
                  </a:lnTo>
                  <a:cubicBezTo>
                    <a:pt x="275" y="1446"/>
                    <a:pt x="271" y="1422"/>
                    <a:pt x="271" y="1397"/>
                  </a:cubicBezTo>
                  <a:lnTo>
                    <a:pt x="271" y="1393"/>
                  </a:lnTo>
                  <a:cubicBezTo>
                    <a:pt x="271" y="676"/>
                    <a:pt x="817" y="78"/>
                    <a:pt x="1527" y="7"/>
                  </a:cubicBezTo>
                  <a:cubicBezTo>
                    <a:pt x="1485" y="0"/>
                    <a:pt x="1439" y="0"/>
                    <a:pt x="139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85"/>
            <p:cNvSpPr/>
            <p:nvPr/>
          </p:nvSpPr>
          <p:spPr>
            <a:xfrm>
              <a:off x="5634859" y="2190143"/>
              <a:ext cx="79332" cy="72487"/>
            </a:xfrm>
            <a:custGeom>
              <a:rect b="b" l="l" r="r" t="t"/>
              <a:pathLst>
                <a:path extrusionOk="0" h="2785" w="3048">
                  <a:moveTo>
                    <a:pt x="1398" y="1"/>
                  </a:moveTo>
                  <a:cubicBezTo>
                    <a:pt x="668" y="1"/>
                    <a:pt x="4" y="588"/>
                    <a:pt x="4" y="1398"/>
                  </a:cubicBezTo>
                  <a:cubicBezTo>
                    <a:pt x="1" y="1701"/>
                    <a:pt x="103" y="1997"/>
                    <a:pt x="286" y="2236"/>
                  </a:cubicBezTo>
                  <a:cubicBezTo>
                    <a:pt x="335" y="2302"/>
                    <a:pt x="398" y="2329"/>
                    <a:pt x="459" y="2329"/>
                  </a:cubicBezTo>
                  <a:cubicBezTo>
                    <a:pt x="620" y="2329"/>
                    <a:pt x="771" y="2139"/>
                    <a:pt x="641" y="1968"/>
                  </a:cubicBezTo>
                  <a:cubicBezTo>
                    <a:pt x="159" y="1332"/>
                    <a:pt x="634" y="448"/>
                    <a:pt x="1385" y="448"/>
                  </a:cubicBezTo>
                  <a:cubicBezTo>
                    <a:pt x="1439" y="448"/>
                    <a:pt x="1495" y="453"/>
                    <a:pt x="1552" y="463"/>
                  </a:cubicBezTo>
                  <a:cubicBezTo>
                    <a:pt x="2400" y="603"/>
                    <a:pt x="2640" y="1708"/>
                    <a:pt x="1925" y="2183"/>
                  </a:cubicBezTo>
                  <a:lnTo>
                    <a:pt x="1894" y="2204"/>
                  </a:lnTo>
                  <a:lnTo>
                    <a:pt x="1883" y="2211"/>
                  </a:lnTo>
                  <a:lnTo>
                    <a:pt x="1855" y="2225"/>
                  </a:lnTo>
                  <a:lnTo>
                    <a:pt x="1844" y="2232"/>
                  </a:lnTo>
                  <a:lnTo>
                    <a:pt x="1809" y="2253"/>
                  </a:lnTo>
                  <a:lnTo>
                    <a:pt x="1774" y="2268"/>
                  </a:lnTo>
                  <a:lnTo>
                    <a:pt x="1760" y="2275"/>
                  </a:lnTo>
                  <a:lnTo>
                    <a:pt x="1732" y="2285"/>
                  </a:lnTo>
                  <a:lnTo>
                    <a:pt x="1721" y="2289"/>
                  </a:lnTo>
                  <a:lnTo>
                    <a:pt x="1683" y="2303"/>
                  </a:lnTo>
                  <a:lnTo>
                    <a:pt x="1644" y="2313"/>
                  </a:lnTo>
                  <a:lnTo>
                    <a:pt x="1630" y="2317"/>
                  </a:lnTo>
                  <a:lnTo>
                    <a:pt x="1598" y="2324"/>
                  </a:lnTo>
                  <a:lnTo>
                    <a:pt x="1588" y="2324"/>
                  </a:lnTo>
                  <a:lnTo>
                    <a:pt x="1549" y="2331"/>
                  </a:lnTo>
                  <a:lnTo>
                    <a:pt x="1545" y="2331"/>
                  </a:lnTo>
                  <a:lnTo>
                    <a:pt x="1500" y="2338"/>
                  </a:lnTo>
                  <a:lnTo>
                    <a:pt x="1489" y="2338"/>
                  </a:lnTo>
                  <a:lnTo>
                    <a:pt x="1457" y="2341"/>
                  </a:lnTo>
                  <a:lnTo>
                    <a:pt x="1341" y="2341"/>
                  </a:lnTo>
                  <a:lnTo>
                    <a:pt x="1310" y="2338"/>
                  </a:lnTo>
                  <a:lnTo>
                    <a:pt x="1295" y="2338"/>
                  </a:lnTo>
                  <a:lnTo>
                    <a:pt x="1253" y="2331"/>
                  </a:lnTo>
                  <a:lnTo>
                    <a:pt x="1211" y="2324"/>
                  </a:lnTo>
                  <a:lnTo>
                    <a:pt x="1197" y="2324"/>
                  </a:lnTo>
                  <a:lnTo>
                    <a:pt x="1165" y="2317"/>
                  </a:lnTo>
                  <a:lnTo>
                    <a:pt x="1155" y="2313"/>
                  </a:lnTo>
                  <a:lnTo>
                    <a:pt x="1116" y="2303"/>
                  </a:lnTo>
                  <a:lnTo>
                    <a:pt x="1077" y="2289"/>
                  </a:lnTo>
                  <a:lnTo>
                    <a:pt x="1067" y="2285"/>
                  </a:lnTo>
                  <a:cubicBezTo>
                    <a:pt x="1040" y="2275"/>
                    <a:pt x="1013" y="2270"/>
                    <a:pt x="986" y="2270"/>
                  </a:cubicBezTo>
                  <a:cubicBezTo>
                    <a:pt x="896" y="2270"/>
                    <a:pt x="812" y="2326"/>
                    <a:pt x="782" y="2415"/>
                  </a:cubicBezTo>
                  <a:cubicBezTo>
                    <a:pt x="740" y="2531"/>
                    <a:pt x="796" y="2662"/>
                    <a:pt x="912" y="2704"/>
                  </a:cubicBezTo>
                  <a:lnTo>
                    <a:pt x="930" y="2707"/>
                  </a:lnTo>
                  <a:cubicBezTo>
                    <a:pt x="947" y="2714"/>
                    <a:pt x="965" y="2721"/>
                    <a:pt x="986" y="2728"/>
                  </a:cubicBezTo>
                  <a:cubicBezTo>
                    <a:pt x="1007" y="2732"/>
                    <a:pt x="1025" y="2739"/>
                    <a:pt x="1046" y="2742"/>
                  </a:cubicBezTo>
                  <a:lnTo>
                    <a:pt x="1063" y="2750"/>
                  </a:lnTo>
                  <a:lnTo>
                    <a:pt x="1109" y="2760"/>
                  </a:lnTo>
                  <a:lnTo>
                    <a:pt x="1127" y="2764"/>
                  </a:lnTo>
                  <a:cubicBezTo>
                    <a:pt x="1148" y="2767"/>
                    <a:pt x="1165" y="2771"/>
                    <a:pt x="1186" y="2774"/>
                  </a:cubicBezTo>
                  <a:lnTo>
                    <a:pt x="1190" y="2774"/>
                  </a:lnTo>
                  <a:cubicBezTo>
                    <a:pt x="1211" y="2778"/>
                    <a:pt x="1232" y="2778"/>
                    <a:pt x="1250" y="2781"/>
                  </a:cubicBezTo>
                  <a:lnTo>
                    <a:pt x="1271" y="2781"/>
                  </a:lnTo>
                  <a:lnTo>
                    <a:pt x="1317" y="2785"/>
                  </a:lnTo>
                  <a:lnTo>
                    <a:pt x="1478" y="2785"/>
                  </a:lnTo>
                  <a:lnTo>
                    <a:pt x="1528" y="2781"/>
                  </a:lnTo>
                  <a:lnTo>
                    <a:pt x="1545" y="2781"/>
                  </a:lnTo>
                  <a:cubicBezTo>
                    <a:pt x="1566" y="2778"/>
                    <a:pt x="1588" y="2774"/>
                    <a:pt x="1609" y="2771"/>
                  </a:cubicBezTo>
                  <a:cubicBezTo>
                    <a:pt x="1630" y="2767"/>
                    <a:pt x="1651" y="2764"/>
                    <a:pt x="1668" y="2760"/>
                  </a:cubicBezTo>
                  <a:lnTo>
                    <a:pt x="1690" y="2757"/>
                  </a:lnTo>
                  <a:lnTo>
                    <a:pt x="1732" y="2746"/>
                  </a:lnTo>
                  <a:lnTo>
                    <a:pt x="1749" y="2742"/>
                  </a:lnTo>
                  <a:cubicBezTo>
                    <a:pt x="1770" y="2735"/>
                    <a:pt x="1788" y="2732"/>
                    <a:pt x="1806" y="2725"/>
                  </a:cubicBezTo>
                  <a:lnTo>
                    <a:pt x="1809" y="2725"/>
                  </a:lnTo>
                  <a:cubicBezTo>
                    <a:pt x="1830" y="2721"/>
                    <a:pt x="1848" y="2714"/>
                    <a:pt x="1865" y="2707"/>
                  </a:cubicBezTo>
                  <a:lnTo>
                    <a:pt x="1883" y="2700"/>
                  </a:lnTo>
                  <a:lnTo>
                    <a:pt x="1929" y="2683"/>
                  </a:lnTo>
                  <a:lnTo>
                    <a:pt x="1946" y="2676"/>
                  </a:lnTo>
                  <a:cubicBezTo>
                    <a:pt x="1964" y="2669"/>
                    <a:pt x="1982" y="2662"/>
                    <a:pt x="1999" y="2651"/>
                  </a:cubicBezTo>
                  <a:lnTo>
                    <a:pt x="2003" y="2651"/>
                  </a:lnTo>
                  <a:cubicBezTo>
                    <a:pt x="2020" y="2644"/>
                    <a:pt x="2038" y="2633"/>
                    <a:pt x="2055" y="2626"/>
                  </a:cubicBezTo>
                  <a:lnTo>
                    <a:pt x="2073" y="2616"/>
                  </a:lnTo>
                  <a:lnTo>
                    <a:pt x="2108" y="2595"/>
                  </a:lnTo>
                  <a:lnTo>
                    <a:pt x="2126" y="2584"/>
                  </a:lnTo>
                  <a:cubicBezTo>
                    <a:pt x="2140" y="2574"/>
                    <a:pt x="2157" y="2563"/>
                    <a:pt x="2175" y="2552"/>
                  </a:cubicBezTo>
                  <a:cubicBezTo>
                    <a:pt x="3048" y="1968"/>
                    <a:pt x="2981" y="663"/>
                    <a:pt x="2052" y="167"/>
                  </a:cubicBezTo>
                  <a:cubicBezTo>
                    <a:pt x="1839" y="53"/>
                    <a:pt x="1615" y="1"/>
                    <a:pt x="1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2" name="Google Shape;17872;p85"/>
          <p:cNvGrpSpPr/>
          <p:nvPr/>
        </p:nvGrpSpPr>
        <p:grpSpPr>
          <a:xfrm>
            <a:off x="5147755" y="2911807"/>
            <a:ext cx="297286" cy="319696"/>
            <a:chOff x="5147755" y="2911807"/>
            <a:chExt cx="297286" cy="319696"/>
          </a:xfrm>
        </p:grpSpPr>
        <p:sp>
          <p:nvSpPr>
            <p:cNvPr id="17873" name="Google Shape;17873;p85"/>
            <p:cNvSpPr/>
            <p:nvPr/>
          </p:nvSpPr>
          <p:spPr>
            <a:xfrm>
              <a:off x="5152439" y="3048243"/>
              <a:ext cx="287838" cy="42607"/>
            </a:xfrm>
            <a:custGeom>
              <a:rect b="b" l="l" r="r" t="t"/>
              <a:pathLst>
                <a:path extrusionOk="0" h="1637" w="11059">
                  <a:moveTo>
                    <a:pt x="0" y="1"/>
                  </a:moveTo>
                  <a:lnTo>
                    <a:pt x="0" y="1637"/>
                  </a:lnTo>
                  <a:lnTo>
                    <a:pt x="11059" y="1637"/>
                  </a:lnTo>
                  <a:lnTo>
                    <a:pt x="1105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85"/>
            <p:cNvSpPr/>
            <p:nvPr/>
          </p:nvSpPr>
          <p:spPr>
            <a:xfrm>
              <a:off x="5242364" y="2916466"/>
              <a:ext cx="114131" cy="57078"/>
            </a:xfrm>
            <a:custGeom>
              <a:rect b="b" l="l" r="r" t="t"/>
              <a:pathLst>
                <a:path extrusionOk="0" h="2193" w="4385">
                  <a:moveTo>
                    <a:pt x="2192" y="0"/>
                  </a:moveTo>
                  <a:lnTo>
                    <a:pt x="894" y="1302"/>
                  </a:lnTo>
                  <a:lnTo>
                    <a:pt x="0" y="2192"/>
                  </a:lnTo>
                  <a:lnTo>
                    <a:pt x="4384" y="2192"/>
                  </a:lnTo>
                  <a:lnTo>
                    <a:pt x="219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85"/>
            <p:cNvSpPr/>
            <p:nvPr/>
          </p:nvSpPr>
          <p:spPr>
            <a:xfrm>
              <a:off x="5242364" y="2950354"/>
              <a:ext cx="114131" cy="23191"/>
            </a:xfrm>
            <a:custGeom>
              <a:rect b="b" l="l" r="r" t="t"/>
              <a:pathLst>
                <a:path extrusionOk="0" h="891" w="4385">
                  <a:moveTo>
                    <a:pt x="894" y="0"/>
                  </a:moveTo>
                  <a:lnTo>
                    <a:pt x="0" y="890"/>
                  </a:lnTo>
                  <a:lnTo>
                    <a:pt x="4384" y="890"/>
                  </a:lnTo>
                  <a:lnTo>
                    <a:pt x="349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85"/>
            <p:cNvSpPr/>
            <p:nvPr/>
          </p:nvSpPr>
          <p:spPr>
            <a:xfrm>
              <a:off x="5173027" y="2965554"/>
              <a:ext cx="246741" cy="230968"/>
            </a:xfrm>
            <a:custGeom>
              <a:rect b="b" l="l" r="r" t="t"/>
              <a:pathLst>
                <a:path extrusionOk="0" h="8874" w="9480">
                  <a:moveTo>
                    <a:pt x="1" y="0"/>
                  </a:moveTo>
                  <a:lnTo>
                    <a:pt x="1" y="8874"/>
                  </a:lnTo>
                  <a:lnTo>
                    <a:pt x="9480" y="8874"/>
                  </a:lnTo>
                  <a:lnTo>
                    <a:pt x="9480"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85"/>
            <p:cNvSpPr/>
            <p:nvPr/>
          </p:nvSpPr>
          <p:spPr>
            <a:xfrm>
              <a:off x="5402538" y="2965554"/>
              <a:ext cx="17230" cy="230968"/>
            </a:xfrm>
            <a:custGeom>
              <a:rect b="b" l="l" r="r" t="t"/>
              <a:pathLst>
                <a:path extrusionOk="0" h="8874" w="662">
                  <a:moveTo>
                    <a:pt x="0" y="0"/>
                  </a:moveTo>
                  <a:lnTo>
                    <a:pt x="0" y="8874"/>
                  </a:lnTo>
                  <a:lnTo>
                    <a:pt x="662" y="8874"/>
                  </a:lnTo>
                  <a:lnTo>
                    <a:pt x="66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85"/>
            <p:cNvSpPr/>
            <p:nvPr/>
          </p:nvSpPr>
          <p:spPr>
            <a:xfrm>
              <a:off x="5173027" y="3043038"/>
              <a:ext cx="246741" cy="153484"/>
            </a:xfrm>
            <a:custGeom>
              <a:rect b="b" l="l" r="r" t="t"/>
              <a:pathLst>
                <a:path extrusionOk="0" h="5897" w="9480">
                  <a:moveTo>
                    <a:pt x="1" y="0"/>
                  </a:moveTo>
                  <a:lnTo>
                    <a:pt x="1" y="5897"/>
                  </a:lnTo>
                  <a:lnTo>
                    <a:pt x="9480" y="5897"/>
                  </a:lnTo>
                  <a:lnTo>
                    <a:pt x="9480" y="0"/>
                  </a:lnTo>
                  <a:lnTo>
                    <a:pt x="4740" y="3395"/>
                  </a:lnTo>
                  <a:lnTo>
                    <a:pt x="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85"/>
            <p:cNvSpPr/>
            <p:nvPr/>
          </p:nvSpPr>
          <p:spPr>
            <a:xfrm>
              <a:off x="5152439" y="3048243"/>
              <a:ext cx="287942" cy="178601"/>
            </a:xfrm>
            <a:custGeom>
              <a:rect b="b" l="l" r="r" t="t"/>
              <a:pathLst>
                <a:path extrusionOk="0" h="6862" w="11063">
                  <a:moveTo>
                    <a:pt x="0" y="1"/>
                  </a:moveTo>
                  <a:lnTo>
                    <a:pt x="0" y="6862"/>
                  </a:lnTo>
                  <a:lnTo>
                    <a:pt x="11062" y="6862"/>
                  </a:lnTo>
                  <a:lnTo>
                    <a:pt x="11062" y="1"/>
                  </a:lnTo>
                  <a:lnTo>
                    <a:pt x="10471" y="423"/>
                  </a:lnTo>
                  <a:lnTo>
                    <a:pt x="5531" y="3962"/>
                  </a:lnTo>
                  <a:lnTo>
                    <a:pt x="0"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85"/>
            <p:cNvSpPr/>
            <p:nvPr/>
          </p:nvSpPr>
          <p:spPr>
            <a:xfrm>
              <a:off x="5424973" y="3048243"/>
              <a:ext cx="15408" cy="178601"/>
            </a:xfrm>
            <a:custGeom>
              <a:rect b="b" l="l" r="r" t="t"/>
              <a:pathLst>
                <a:path extrusionOk="0" h="6862" w="592">
                  <a:moveTo>
                    <a:pt x="591" y="1"/>
                  </a:moveTo>
                  <a:lnTo>
                    <a:pt x="0" y="423"/>
                  </a:lnTo>
                  <a:lnTo>
                    <a:pt x="0" y="6862"/>
                  </a:lnTo>
                  <a:lnTo>
                    <a:pt x="591" y="6862"/>
                  </a:lnTo>
                  <a:lnTo>
                    <a:pt x="591"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85"/>
            <p:cNvSpPr/>
            <p:nvPr/>
          </p:nvSpPr>
          <p:spPr>
            <a:xfrm>
              <a:off x="5206108" y="2999520"/>
              <a:ext cx="28943" cy="28969"/>
            </a:xfrm>
            <a:custGeom>
              <a:rect b="b" l="l" r="r" t="t"/>
              <a:pathLst>
                <a:path extrusionOk="0" h="1113" w="1112">
                  <a:moveTo>
                    <a:pt x="0" y="1"/>
                  </a:moveTo>
                  <a:lnTo>
                    <a:pt x="0" y="1113"/>
                  </a:lnTo>
                  <a:lnTo>
                    <a:pt x="1112" y="1113"/>
                  </a:lnTo>
                  <a:lnTo>
                    <a:pt x="1112"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85"/>
            <p:cNvSpPr/>
            <p:nvPr/>
          </p:nvSpPr>
          <p:spPr>
            <a:xfrm>
              <a:off x="5147755" y="2911807"/>
              <a:ext cx="276698" cy="319696"/>
            </a:xfrm>
            <a:custGeom>
              <a:rect b="b" l="l" r="r" t="t"/>
              <a:pathLst>
                <a:path extrusionOk="0" h="12283" w="10631">
                  <a:moveTo>
                    <a:pt x="5827" y="436"/>
                  </a:moveTo>
                  <a:lnTo>
                    <a:pt x="7281" y="1882"/>
                  </a:lnTo>
                  <a:lnTo>
                    <a:pt x="4381" y="1882"/>
                  </a:lnTo>
                  <a:lnTo>
                    <a:pt x="5827" y="436"/>
                  </a:lnTo>
                  <a:close/>
                  <a:moveTo>
                    <a:pt x="5827" y="0"/>
                  </a:moveTo>
                  <a:cubicBezTo>
                    <a:pt x="5782" y="0"/>
                    <a:pt x="5736" y="18"/>
                    <a:pt x="5701" y="53"/>
                  </a:cubicBezTo>
                  <a:lnTo>
                    <a:pt x="3871" y="1886"/>
                  </a:lnTo>
                  <a:lnTo>
                    <a:pt x="972" y="1886"/>
                  </a:lnTo>
                  <a:cubicBezTo>
                    <a:pt x="873" y="1886"/>
                    <a:pt x="793" y="1963"/>
                    <a:pt x="793" y="2065"/>
                  </a:cubicBezTo>
                  <a:lnTo>
                    <a:pt x="793" y="5063"/>
                  </a:lnTo>
                  <a:lnTo>
                    <a:pt x="184" y="5063"/>
                  </a:lnTo>
                  <a:cubicBezTo>
                    <a:pt x="82" y="5063"/>
                    <a:pt x="4" y="5141"/>
                    <a:pt x="1" y="5243"/>
                  </a:cubicBezTo>
                  <a:lnTo>
                    <a:pt x="1" y="12104"/>
                  </a:lnTo>
                  <a:cubicBezTo>
                    <a:pt x="1" y="12202"/>
                    <a:pt x="82" y="12283"/>
                    <a:pt x="180" y="12283"/>
                  </a:cubicBezTo>
                  <a:lnTo>
                    <a:pt x="2063" y="12283"/>
                  </a:lnTo>
                  <a:cubicBezTo>
                    <a:pt x="2302" y="12283"/>
                    <a:pt x="2302" y="11921"/>
                    <a:pt x="2063" y="11921"/>
                  </a:cubicBezTo>
                  <a:lnTo>
                    <a:pt x="2063" y="11924"/>
                  </a:lnTo>
                  <a:lnTo>
                    <a:pt x="360" y="11924"/>
                  </a:lnTo>
                  <a:lnTo>
                    <a:pt x="360" y="5591"/>
                  </a:lnTo>
                  <a:lnTo>
                    <a:pt x="1218" y="6207"/>
                  </a:lnTo>
                  <a:cubicBezTo>
                    <a:pt x="1254" y="6233"/>
                    <a:pt x="1290" y="6244"/>
                    <a:pt x="1324" y="6244"/>
                  </a:cubicBezTo>
                  <a:cubicBezTo>
                    <a:pt x="1476" y="6244"/>
                    <a:pt x="1587" y="6026"/>
                    <a:pt x="1426" y="5915"/>
                  </a:cubicBezTo>
                  <a:lnTo>
                    <a:pt x="1151" y="5718"/>
                  </a:lnTo>
                  <a:lnTo>
                    <a:pt x="1151" y="5264"/>
                  </a:lnTo>
                  <a:cubicBezTo>
                    <a:pt x="1155" y="5250"/>
                    <a:pt x="1155" y="5236"/>
                    <a:pt x="1151" y="5221"/>
                  </a:cubicBezTo>
                  <a:lnTo>
                    <a:pt x="1151" y="2245"/>
                  </a:lnTo>
                  <a:lnTo>
                    <a:pt x="10271" y="2245"/>
                  </a:lnTo>
                  <a:lnTo>
                    <a:pt x="10271" y="2934"/>
                  </a:lnTo>
                  <a:cubicBezTo>
                    <a:pt x="10271" y="3056"/>
                    <a:pt x="10361" y="3117"/>
                    <a:pt x="10451" y="3117"/>
                  </a:cubicBezTo>
                  <a:cubicBezTo>
                    <a:pt x="10540" y="3117"/>
                    <a:pt x="10630" y="3056"/>
                    <a:pt x="10630" y="2934"/>
                  </a:cubicBezTo>
                  <a:lnTo>
                    <a:pt x="10630" y="2065"/>
                  </a:lnTo>
                  <a:cubicBezTo>
                    <a:pt x="10630" y="1963"/>
                    <a:pt x="10549" y="1886"/>
                    <a:pt x="10451" y="1886"/>
                  </a:cubicBezTo>
                  <a:lnTo>
                    <a:pt x="7787" y="1886"/>
                  </a:lnTo>
                  <a:lnTo>
                    <a:pt x="5954" y="53"/>
                  </a:lnTo>
                  <a:cubicBezTo>
                    <a:pt x="5919" y="18"/>
                    <a:pt x="5873" y="0"/>
                    <a:pt x="58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85"/>
            <p:cNvSpPr/>
            <p:nvPr/>
          </p:nvSpPr>
          <p:spPr>
            <a:xfrm>
              <a:off x="5201345" y="2994861"/>
              <a:ext cx="38391" cy="38312"/>
            </a:xfrm>
            <a:custGeom>
              <a:rect b="b" l="l" r="r" t="t"/>
              <a:pathLst>
                <a:path extrusionOk="0" h="1472" w="1475">
                  <a:moveTo>
                    <a:pt x="1116" y="359"/>
                  </a:moveTo>
                  <a:lnTo>
                    <a:pt x="1116" y="1112"/>
                  </a:lnTo>
                  <a:lnTo>
                    <a:pt x="363" y="1112"/>
                  </a:lnTo>
                  <a:lnTo>
                    <a:pt x="363" y="359"/>
                  </a:lnTo>
                  <a:close/>
                  <a:moveTo>
                    <a:pt x="183" y="0"/>
                  </a:moveTo>
                  <a:cubicBezTo>
                    <a:pt x="81" y="0"/>
                    <a:pt x="0" y="81"/>
                    <a:pt x="0" y="180"/>
                  </a:cubicBezTo>
                  <a:lnTo>
                    <a:pt x="0" y="1292"/>
                  </a:lnTo>
                  <a:cubicBezTo>
                    <a:pt x="0" y="1390"/>
                    <a:pt x="81" y="1471"/>
                    <a:pt x="183" y="1471"/>
                  </a:cubicBezTo>
                  <a:lnTo>
                    <a:pt x="1295" y="1471"/>
                  </a:lnTo>
                  <a:cubicBezTo>
                    <a:pt x="1393" y="1471"/>
                    <a:pt x="1474" y="1390"/>
                    <a:pt x="1474" y="1292"/>
                  </a:cubicBezTo>
                  <a:lnTo>
                    <a:pt x="1474" y="180"/>
                  </a:lnTo>
                  <a:cubicBezTo>
                    <a:pt x="1474" y="81"/>
                    <a:pt x="1393" y="0"/>
                    <a:pt x="1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85"/>
            <p:cNvSpPr/>
            <p:nvPr/>
          </p:nvSpPr>
          <p:spPr>
            <a:xfrm>
              <a:off x="5253634" y="2994861"/>
              <a:ext cx="32430" cy="9370"/>
            </a:xfrm>
            <a:custGeom>
              <a:rect b="b" l="l" r="r" t="t"/>
              <a:pathLst>
                <a:path extrusionOk="0" h="360" w="1246">
                  <a:moveTo>
                    <a:pt x="239" y="0"/>
                  </a:moveTo>
                  <a:cubicBezTo>
                    <a:pt x="0" y="0"/>
                    <a:pt x="0" y="359"/>
                    <a:pt x="239" y="359"/>
                  </a:cubicBezTo>
                  <a:lnTo>
                    <a:pt x="1007" y="359"/>
                  </a:lnTo>
                  <a:cubicBezTo>
                    <a:pt x="1246" y="359"/>
                    <a:pt x="1246" y="0"/>
                    <a:pt x="10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85"/>
            <p:cNvSpPr/>
            <p:nvPr/>
          </p:nvSpPr>
          <p:spPr>
            <a:xfrm>
              <a:off x="5253634" y="3019665"/>
              <a:ext cx="98931" cy="9370"/>
            </a:xfrm>
            <a:custGeom>
              <a:rect b="b" l="l" r="r" t="t"/>
              <a:pathLst>
                <a:path extrusionOk="0" h="360" w="3801">
                  <a:moveTo>
                    <a:pt x="239" y="1"/>
                  </a:moveTo>
                  <a:cubicBezTo>
                    <a:pt x="0" y="1"/>
                    <a:pt x="0" y="360"/>
                    <a:pt x="239" y="360"/>
                  </a:cubicBezTo>
                  <a:lnTo>
                    <a:pt x="3621" y="360"/>
                  </a:lnTo>
                  <a:cubicBezTo>
                    <a:pt x="3719" y="360"/>
                    <a:pt x="3800" y="279"/>
                    <a:pt x="3800" y="180"/>
                  </a:cubicBezTo>
                  <a:cubicBezTo>
                    <a:pt x="3800" y="82"/>
                    <a:pt x="3719" y="1"/>
                    <a:pt x="3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85"/>
            <p:cNvSpPr/>
            <p:nvPr/>
          </p:nvSpPr>
          <p:spPr>
            <a:xfrm>
              <a:off x="5211053" y="3058680"/>
              <a:ext cx="61841" cy="9474"/>
            </a:xfrm>
            <a:custGeom>
              <a:rect b="b" l="l" r="r" t="t"/>
              <a:pathLst>
                <a:path extrusionOk="0" h="364" w="2376">
                  <a:moveTo>
                    <a:pt x="239" y="1"/>
                  </a:moveTo>
                  <a:cubicBezTo>
                    <a:pt x="0" y="1"/>
                    <a:pt x="0" y="363"/>
                    <a:pt x="239" y="363"/>
                  </a:cubicBezTo>
                  <a:lnTo>
                    <a:pt x="2136" y="363"/>
                  </a:lnTo>
                  <a:cubicBezTo>
                    <a:pt x="2375" y="363"/>
                    <a:pt x="2375" y="1"/>
                    <a:pt x="21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85"/>
            <p:cNvSpPr/>
            <p:nvPr/>
          </p:nvSpPr>
          <p:spPr>
            <a:xfrm>
              <a:off x="5177712" y="3195038"/>
              <a:ext cx="49114" cy="9370"/>
            </a:xfrm>
            <a:custGeom>
              <a:rect b="b" l="l" r="r" t="t"/>
              <a:pathLst>
                <a:path extrusionOk="0" h="360" w="1887">
                  <a:moveTo>
                    <a:pt x="180" y="1"/>
                  </a:moveTo>
                  <a:cubicBezTo>
                    <a:pt x="81" y="1"/>
                    <a:pt x="0" y="82"/>
                    <a:pt x="0" y="180"/>
                  </a:cubicBezTo>
                  <a:cubicBezTo>
                    <a:pt x="0" y="279"/>
                    <a:pt x="81" y="360"/>
                    <a:pt x="180" y="360"/>
                  </a:cubicBezTo>
                  <a:lnTo>
                    <a:pt x="1647" y="360"/>
                  </a:lnTo>
                  <a:cubicBezTo>
                    <a:pt x="1886" y="360"/>
                    <a:pt x="1886" y="1"/>
                    <a:pt x="1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85"/>
            <p:cNvSpPr/>
            <p:nvPr/>
          </p:nvSpPr>
          <p:spPr>
            <a:xfrm>
              <a:off x="5191377" y="3002461"/>
              <a:ext cx="253664" cy="229042"/>
            </a:xfrm>
            <a:custGeom>
              <a:rect b="b" l="l" r="r" t="t"/>
              <a:pathLst>
                <a:path extrusionOk="0" h="8800" w="9746">
                  <a:moveTo>
                    <a:pt x="6593" y="3667"/>
                  </a:moveTo>
                  <a:lnTo>
                    <a:pt x="6020" y="4075"/>
                  </a:lnTo>
                  <a:lnTo>
                    <a:pt x="2047" y="4075"/>
                  </a:lnTo>
                  <a:lnTo>
                    <a:pt x="1477" y="3667"/>
                  </a:lnTo>
                  <a:close/>
                  <a:moveTo>
                    <a:pt x="5520" y="4434"/>
                  </a:moveTo>
                  <a:lnTo>
                    <a:pt x="4954" y="4838"/>
                  </a:lnTo>
                  <a:lnTo>
                    <a:pt x="3114" y="4838"/>
                  </a:lnTo>
                  <a:lnTo>
                    <a:pt x="2547" y="4434"/>
                  </a:lnTo>
                  <a:close/>
                  <a:moveTo>
                    <a:pt x="4451" y="5197"/>
                  </a:moveTo>
                  <a:lnTo>
                    <a:pt x="4035" y="5500"/>
                  </a:lnTo>
                  <a:lnTo>
                    <a:pt x="3617" y="5197"/>
                  </a:lnTo>
                  <a:close/>
                  <a:moveTo>
                    <a:pt x="8773" y="0"/>
                  </a:moveTo>
                  <a:cubicBezTo>
                    <a:pt x="8682" y="0"/>
                    <a:pt x="8592" y="60"/>
                    <a:pt x="8592" y="180"/>
                  </a:cubicBezTo>
                  <a:lnTo>
                    <a:pt x="8592" y="2231"/>
                  </a:lnTo>
                  <a:lnTo>
                    <a:pt x="7093" y="3304"/>
                  </a:lnTo>
                  <a:lnTo>
                    <a:pt x="974" y="3304"/>
                  </a:lnTo>
                  <a:lnTo>
                    <a:pt x="369" y="2871"/>
                  </a:lnTo>
                  <a:cubicBezTo>
                    <a:pt x="332" y="2845"/>
                    <a:pt x="295" y="2834"/>
                    <a:pt x="261" y="2834"/>
                  </a:cubicBezTo>
                  <a:cubicBezTo>
                    <a:pt x="109" y="2834"/>
                    <a:pt x="0" y="3049"/>
                    <a:pt x="158" y="3163"/>
                  </a:cubicBezTo>
                  <a:lnTo>
                    <a:pt x="3930" y="5866"/>
                  </a:lnTo>
                  <a:cubicBezTo>
                    <a:pt x="3961" y="5888"/>
                    <a:pt x="3998" y="5900"/>
                    <a:pt x="4035" y="5900"/>
                  </a:cubicBezTo>
                  <a:cubicBezTo>
                    <a:pt x="4072" y="5900"/>
                    <a:pt x="4109" y="5888"/>
                    <a:pt x="4141" y="5866"/>
                  </a:cubicBezTo>
                  <a:lnTo>
                    <a:pt x="9387" y="2108"/>
                  </a:lnTo>
                  <a:lnTo>
                    <a:pt x="9387" y="8441"/>
                  </a:lnTo>
                  <a:lnTo>
                    <a:pt x="1122" y="8441"/>
                  </a:lnTo>
                  <a:cubicBezTo>
                    <a:pt x="883" y="8441"/>
                    <a:pt x="883" y="8800"/>
                    <a:pt x="1122" y="8800"/>
                  </a:cubicBezTo>
                  <a:lnTo>
                    <a:pt x="9566" y="8800"/>
                  </a:lnTo>
                  <a:cubicBezTo>
                    <a:pt x="9665" y="8800"/>
                    <a:pt x="9746" y="8719"/>
                    <a:pt x="9746" y="8621"/>
                  </a:cubicBezTo>
                  <a:lnTo>
                    <a:pt x="9746" y="1760"/>
                  </a:lnTo>
                  <a:cubicBezTo>
                    <a:pt x="9746" y="1753"/>
                    <a:pt x="9746" y="1742"/>
                    <a:pt x="9742" y="1735"/>
                  </a:cubicBezTo>
                  <a:cubicBezTo>
                    <a:pt x="9732" y="1647"/>
                    <a:pt x="9654" y="1577"/>
                    <a:pt x="9563" y="1577"/>
                  </a:cubicBezTo>
                  <a:lnTo>
                    <a:pt x="8954" y="1577"/>
                  </a:lnTo>
                  <a:lnTo>
                    <a:pt x="8954" y="180"/>
                  </a:lnTo>
                  <a:cubicBezTo>
                    <a:pt x="8954" y="60"/>
                    <a:pt x="8864" y="0"/>
                    <a:pt x="87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9" name="Google Shape;17889;p85"/>
          <p:cNvGrpSpPr/>
          <p:nvPr/>
        </p:nvGrpSpPr>
        <p:grpSpPr>
          <a:xfrm>
            <a:off x="6138804" y="1997409"/>
            <a:ext cx="224669" cy="319748"/>
            <a:chOff x="6138804" y="1997409"/>
            <a:chExt cx="224669" cy="319748"/>
          </a:xfrm>
        </p:grpSpPr>
        <p:sp>
          <p:nvSpPr>
            <p:cNvPr id="17890" name="Google Shape;17890;p85"/>
            <p:cNvSpPr/>
            <p:nvPr/>
          </p:nvSpPr>
          <p:spPr>
            <a:xfrm>
              <a:off x="6231123" y="2097225"/>
              <a:ext cx="45080" cy="45080"/>
            </a:xfrm>
            <a:custGeom>
              <a:rect b="b" l="l" r="r" t="t"/>
              <a:pathLst>
                <a:path extrusionOk="0" h="1732" w="1732">
                  <a:moveTo>
                    <a:pt x="1" y="0"/>
                  </a:moveTo>
                  <a:lnTo>
                    <a:pt x="1" y="1731"/>
                  </a:lnTo>
                  <a:lnTo>
                    <a:pt x="1732" y="1731"/>
                  </a:lnTo>
                  <a:lnTo>
                    <a:pt x="173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85"/>
            <p:cNvSpPr/>
            <p:nvPr/>
          </p:nvSpPr>
          <p:spPr>
            <a:xfrm>
              <a:off x="6231123" y="2097225"/>
              <a:ext cx="45080" cy="30010"/>
            </a:xfrm>
            <a:custGeom>
              <a:rect b="b" l="l" r="r" t="t"/>
              <a:pathLst>
                <a:path extrusionOk="0" h="1153" w="1732">
                  <a:moveTo>
                    <a:pt x="1" y="0"/>
                  </a:moveTo>
                  <a:lnTo>
                    <a:pt x="1" y="968"/>
                  </a:lnTo>
                  <a:cubicBezTo>
                    <a:pt x="275" y="1091"/>
                    <a:pt x="570" y="1153"/>
                    <a:pt x="865" y="1153"/>
                  </a:cubicBezTo>
                  <a:cubicBezTo>
                    <a:pt x="1160" y="1153"/>
                    <a:pt x="1455" y="1091"/>
                    <a:pt x="1732" y="968"/>
                  </a:cubicBezTo>
                  <a:lnTo>
                    <a:pt x="173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85"/>
            <p:cNvSpPr/>
            <p:nvPr/>
          </p:nvSpPr>
          <p:spPr>
            <a:xfrm>
              <a:off x="6183597" y="2127260"/>
              <a:ext cx="140132" cy="65147"/>
            </a:xfrm>
            <a:custGeom>
              <a:rect b="b" l="l" r="r" t="t"/>
              <a:pathLst>
                <a:path extrusionOk="0" h="2503" w="5384">
                  <a:moveTo>
                    <a:pt x="1925" y="0"/>
                  </a:moveTo>
                  <a:lnTo>
                    <a:pt x="546" y="412"/>
                  </a:lnTo>
                  <a:cubicBezTo>
                    <a:pt x="222" y="511"/>
                    <a:pt x="0" y="810"/>
                    <a:pt x="0" y="1147"/>
                  </a:cubicBezTo>
                  <a:lnTo>
                    <a:pt x="0" y="2499"/>
                  </a:lnTo>
                  <a:lnTo>
                    <a:pt x="5384" y="2502"/>
                  </a:lnTo>
                  <a:lnTo>
                    <a:pt x="5384" y="1151"/>
                  </a:lnTo>
                  <a:cubicBezTo>
                    <a:pt x="5384" y="810"/>
                    <a:pt x="5162" y="511"/>
                    <a:pt x="4835" y="412"/>
                  </a:cubicBezTo>
                  <a:lnTo>
                    <a:pt x="3459" y="0"/>
                  </a:lnTo>
                  <a:lnTo>
                    <a:pt x="2692" y="577"/>
                  </a:lnTo>
                  <a:lnTo>
                    <a:pt x="1925"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85"/>
            <p:cNvSpPr/>
            <p:nvPr/>
          </p:nvSpPr>
          <p:spPr>
            <a:xfrm>
              <a:off x="6183597" y="2145844"/>
              <a:ext cx="25012" cy="46459"/>
            </a:xfrm>
            <a:custGeom>
              <a:rect b="b" l="l" r="r" t="t"/>
              <a:pathLst>
                <a:path extrusionOk="0" h="1785" w="961">
                  <a:moveTo>
                    <a:pt x="134" y="1"/>
                  </a:moveTo>
                  <a:cubicBezTo>
                    <a:pt x="46" y="127"/>
                    <a:pt x="0" y="279"/>
                    <a:pt x="0" y="433"/>
                  </a:cubicBezTo>
                  <a:lnTo>
                    <a:pt x="0" y="1785"/>
                  </a:lnTo>
                  <a:lnTo>
                    <a:pt x="961" y="1785"/>
                  </a:lnTo>
                  <a:lnTo>
                    <a:pt x="961" y="1063"/>
                  </a:lnTo>
                  <a:cubicBezTo>
                    <a:pt x="961" y="908"/>
                    <a:pt x="901" y="764"/>
                    <a:pt x="792" y="655"/>
                  </a:cubicBezTo>
                  <a:lnTo>
                    <a:pt x="13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85"/>
            <p:cNvSpPr/>
            <p:nvPr/>
          </p:nvSpPr>
          <p:spPr>
            <a:xfrm>
              <a:off x="6298717" y="2145844"/>
              <a:ext cx="25012" cy="46459"/>
            </a:xfrm>
            <a:custGeom>
              <a:rect b="b" l="l" r="r" t="t"/>
              <a:pathLst>
                <a:path extrusionOk="0" h="1785" w="961">
                  <a:moveTo>
                    <a:pt x="823" y="1"/>
                  </a:moveTo>
                  <a:lnTo>
                    <a:pt x="169" y="655"/>
                  </a:lnTo>
                  <a:cubicBezTo>
                    <a:pt x="60" y="764"/>
                    <a:pt x="0" y="908"/>
                    <a:pt x="0" y="1063"/>
                  </a:cubicBezTo>
                  <a:lnTo>
                    <a:pt x="0" y="1785"/>
                  </a:lnTo>
                  <a:lnTo>
                    <a:pt x="961" y="1785"/>
                  </a:lnTo>
                  <a:lnTo>
                    <a:pt x="961" y="433"/>
                  </a:lnTo>
                  <a:cubicBezTo>
                    <a:pt x="961" y="279"/>
                    <a:pt x="911" y="127"/>
                    <a:pt x="82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85"/>
            <p:cNvSpPr/>
            <p:nvPr/>
          </p:nvSpPr>
          <p:spPr>
            <a:xfrm>
              <a:off x="6213529" y="2037153"/>
              <a:ext cx="80165" cy="75115"/>
            </a:xfrm>
            <a:custGeom>
              <a:rect b="b" l="l" r="r" t="t"/>
              <a:pathLst>
                <a:path extrusionOk="0" h="2886" w="3080">
                  <a:moveTo>
                    <a:pt x="1" y="0"/>
                  </a:moveTo>
                  <a:lnTo>
                    <a:pt x="1" y="1344"/>
                  </a:lnTo>
                  <a:cubicBezTo>
                    <a:pt x="1" y="2196"/>
                    <a:pt x="691" y="2885"/>
                    <a:pt x="1542" y="2885"/>
                  </a:cubicBezTo>
                  <a:cubicBezTo>
                    <a:pt x="2390" y="2885"/>
                    <a:pt x="3080" y="2196"/>
                    <a:pt x="3080" y="1348"/>
                  </a:cubicBezTo>
                  <a:lnTo>
                    <a:pt x="308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85"/>
            <p:cNvSpPr/>
            <p:nvPr/>
          </p:nvSpPr>
          <p:spPr>
            <a:xfrm>
              <a:off x="6213633" y="2037153"/>
              <a:ext cx="38573" cy="75011"/>
            </a:xfrm>
            <a:custGeom>
              <a:rect b="b" l="l" r="r" t="t"/>
              <a:pathLst>
                <a:path extrusionOk="0" h="2882" w="1482">
                  <a:moveTo>
                    <a:pt x="0" y="0"/>
                  </a:moveTo>
                  <a:lnTo>
                    <a:pt x="0" y="1348"/>
                  </a:lnTo>
                  <a:cubicBezTo>
                    <a:pt x="0" y="2171"/>
                    <a:pt x="655" y="2850"/>
                    <a:pt x="1482" y="2882"/>
                  </a:cubicBezTo>
                  <a:cubicBezTo>
                    <a:pt x="1151" y="2590"/>
                    <a:pt x="961" y="2171"/>
                    <a:pt x="961" y="1731"/>
                  </a:cubicBezTo>
                  <a:lnTo>
                    <a:pt x="96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85"/>
            <p:cNvSpPr/>
            <p:nvPr/>
          </p:nvSpPr>
          <p:spPr>
            <a:xfrm>
              <a:off x="6208583" y="2002068"/>
              <a:ext cx="90159" cy="65147"/>
            </a:xfrm>
            <a:custGeom>
              <a:rect b="b" l="l" r="r" t="t"/>
              <a:pathLst>
                <a:path extrusionOk="0" h="2503" w="3464">
                  <a:moveTo>
                    <a:pt x="1155" y="1"/>
                  </a:moveTo>
                  <a:cubicBezTo>
                    <a:pt x="518" y="1"/>
                    <a:pt x="1" y="518"/>
                    <a:pt x="1" y="1155"/>
                  </a:cubicBezTo>
                  <a:lnTo>
                    <a:pt x="1" y="1697"/>
                  </a:lnTo>
                  <a:cubicBezTo>
                    <a:pt x="1" y="1848"/>
                    <a:pt x="36" y="1996"/>
                    <a:pt x="103" y="2129"/>
                  </a:cubicBezTo>
                  <a:lnTo>
                    <a:pt x="191" y="2309"/>
                  </a:lnTo>
                  <a:lnTo>
                    <a:pt x="191" y="2502"/>
                  </a:lnTo>
                  <a:lnTo>
                    <a:pt x="508" y="2397"/>
                  </a:lnTo>
                  <a:cubicBezTo>
                    <a:pt x="666" y="2344"/>
                    <a:pt x="772" y="2200"/>
                    <a:pt x="772" y="2031"/>
                  </a:cubicBezTo>
                  <a:lnTo>
                    <a:pt x="772" y="1683"/>
                  </a:lnTo>
                  <a:cubicBezTo>
                    <a:pt x="772" y="1598"/>
                    <a:pt x="828" y="1521"/>
                    <a:pt x="912" y="1500"/>
                  </a:cubicBezTo>
                  <a:cubicBezTo>
                    <a:pt x="1059" y="1461"/>
                    <a:pt x="1305" y="1412"/>
                    <a:pt x="1594" y="1412"/>
                  </a:cubicBezTo>
                  <a:cubicBezTo>
                    <a:pt x="1967" y="1412"/>
                    <a:pt x="2411" y="1493"/>
                    <a:pt x="2809" y="1778"/>
                  </a:cubicBezTo>
                  <a:cubicBezTo>
                    <a:pt x="2858" y="1813"/>
                    <a:pt x="2886" y="1873"/>
                    <a:pt x="2886" y="1932"/>
                  </a:cubicBezTo>
                  <a:lnTo>
                    <a:pt x="2886" y="2073"/>
                  </a:lnTo>
                  <a:cubicBezTo>
                    <a:pt x="2886" y="2217"/>
                    <a:pt x="2967" y="2351"/>
                    <a:pt x="3097" y="2414"/>
                  </a:cubicBezTo>
                  <a:lnTo>
                    <a:pt x="3270" y="2502"/>
                  </a:lnTo>
                  <a:lnTo>
                    <a:pt x="3361" y="2129"/>
                  </a:lnTo>
                  <a:cubicBezTo>
                    <a:pt x="3428" y="1996"/>
                    <a:pt x="3463" y="1848"/>
                    <a:pt x="3463" y="1700"/>
                  </a:cubicBezTo>
                  <a:lnTo>
                    <a:pt x="346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85"/>
            <p:cNvSpPr/>
            <p:nvPr/>
          </p:nvSpPr>
          <p:spPr>
            <a:xfrm>
              <a:off x="6208583" y="2002068"/>
              <a:ext cx="38052" cy="65147"/>
            </a:xfrm>
            <a:custGeom>
              <a:rect b="b" l="l" r="r" t="t"/>
              <a:pathLst>
                <a:path extrusionOk="0" h="2503" w="1462">
                  <a:moveTo>
                    <a:pt x="1155" y="1"/>
                  </a:moveTo>
                  <a:cubicBezTo>
                    <a:pt x="515" y="1"/>
                    <a:pt x="1" y="518"/>
                    <a:pt x="1" y="1155"/>
                  </a:cubicBezTo>
                  <a:lnTo>
                    <a:pt x="1" y="1697"/>
                  </a:lnTo>
                  <a:cubicBezTo>
                    <a:pt x="1" y="1848"/>
                    <a:pt x="36" y="1996"/>
                    <a:pt x="103" y="2129"/>
                  </a:cubicBezTo>
                  <a:lnTo>
                    <a:pt x="191" y="2309"/>
                  </a:lnTo>
                  <a:lnTo>
                    <a:pt x="191" y="2502"/>
                  </a:lnTo>
                  <a:lnTo>
                    <a:pt x="508" y="2397"/>
                  </a:lnTo>
                  <a:cubicBezTo>
                    <a:pt x="662" y="2344"/>
                    <a:pt x="772" y="2200"/>
                    <a:pt x="772" y="2031"/>
                  </a:cubicBezTo>
                  <a:lnTo>
                    <a:pt x="772" y="1683"/>
                  </a:lnTo>
                  <a:cubicBezTo>
                    <a:pt x="768" y="1598"/>
                    <a:pt x="828" y="1521"/>
                    <a:pt x="912" y="1500"/>
                  </a:cubicBezTo>
                  <a:cubicBezTo>
                    <a:pt x="1049" y="1464"/>
                    <a:pt x="1187" y="1440"/>
                    <a:pt x="1327" y="1426"/>
                  </a:cubicBezTo>
                  <a:cubicBezTo>
                    <a:pt x="965" y="1380"/>
                    <a:pt x="733" y="1046"/>
                    <a:pt x="733" y="733"/>
                  </a:cubicBezTo>
                  <a:cubicBezTo>
                    <a:pt x="733" y="328"/>
                    <a:pt x="1060" y="1"/>
                    <a:pt x="1461"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85"/>
            <p:cNvSpPr/>
            <p:nvPr/>
          </p:nvSpPr>
          <p:spPr>
            <a:xfrm>
              <a:off x="624359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85"/>
            <p:cNvSpPr/>
            <p:nvPr/>
          </p:nvSpPr>
          <p:spPr>
            <a:xfrm>
              <a:off x="6148512" y="2292457"/>
              <a:ext cx="19989" cy="19989"/>
            </a:xfrm>
            <a:custGeom>
              <a:rect b="b" l="l" r="r" t="t"/>
              <a:pathLst>
                <a:path extrusionOk="0" h="768" w="768">
                  <a:moveTo>
                    <a:pt x="384" y="1"/>
                  </a:moveTo>
                  <a:cubicBezTo>
                    <a:pt x="173" y="1"/>
                    <a:pt x="1" y="170"/>
                    <a:pt x="1" y="384"/>
                  </a:cubicBezTo>
                  <a:cubicBezTo>
                    <a:pt x="1" y="595"/>
                    <a:pt x="173" y="768"/>
                    <a:pt x="384" y="768"/>
                  </a:cubicBezTo>
                  <a:cubicBezTo>
                    <a:pt x="599" y="768"/>
                    <a:pt x="768" y="595"/>
                    <a:pt x="768" y="384"/>
                  </a:cubicBezTo>
                  <a:cubicBezTo>
                    <a:pt x="768" y="170"/>
                    <a:pt x="599"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85"/>
            <p:cNvSpPr/>
            <p:nvPr/>
          </p:nvSpPr>
          <p:spPr>
            <a:xfrm>
              <a:off x="6338721" y="2292457"/>
              <a:ext cx="20093" cy="19989"/>
            </a:xfrm>
            <a:custGeom>
              <a:rect b="b" l="l" r="r" t="t"/>
              <a:pathLst>
                <a:path extrusionOk="0" h="768" w="772">
                  <a:moveTo>
                    <a:pt x="384" y="1"/>
                  </a:moveTo>
                  <a:cubicBezTo>
                    <a:pt x="173" y="1"/>
                    <a:pt x="1" y="170"/>
                    <a:pt x="1" y="384"/>
                  </a:cubicBezTo>
                  <a:cubicBezTo>
                    <a:pt x="1" y="595"/>
                    <a:pt x="173" y="768"/>
                    <a:pt x="384" y="768"/>
                  </a:cubicBezTo>
                  <a:cubicBezTo>
                    <a:pt x="599" y="768"/>
                    <a:pt x="771" y="595"/>
                    <a:pt x="771" y="384"/>
                  </a:cubicBezTo>
                  <a:cubicBezTo>
                    <a:pt x="771" y="170"/>
                    <a:pt x="599"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85"/>
            <p:cNvSpPr/>
            <p:nvPr/>
          </p:nvSpPr>
          <p:spPr>
            <a:xfrm>
              <a:off x="6178834" y="1997409"/>
              <a:ext cx="149580" cy="199553"/>
            </a:xfrm>
            <a:custGeom>
              <a:rect b="b" l="l" r="r" t="t"/>
              <a:pathLst>
                <a:path extrusionOk="0" h="7667" w="5747">
                  <a:moveTo>
                    <a:pt x="4423" y="363"/>
                  </a:moveTo>
                  <a:lnTo>
                    <a:pt x="4423" y="1876"/>
                  </a:lnTo>
                  <a:cubicBezTo>
                    <a:pt x="4423" y="1999"/>
                    <a:pt x="4395" y="2118"/>
                    <a:pt x="4342" y="2227"/>
                  </a:cubicBezTo>
                  <a:lnTo>
                    <a:pt x="4251" y="2407"/>
                  </a:lnTo>
                  <a:cubicBezTo>
                    <a:pt x="4240" y="2432"/>
                    <a:pt x="4233" y="2460"/>
                    <a:pt x="4233" y="2488"/>
                  </a:cubicBezTo>
                  <a:lnTo>
                    <a:pt x="4233" y="2875"/>
                  </a:lnTo>
                  <a:cubicBezTo>
                    <a:pt x="4233" y="3628"/>
                    <a:pt x="3617" y="4233"/>
                    <a:pt x="2873" y="4233"/>
                  </a:cubicBezTo>
                  <a:cubicBezTo>
                    <a:pt x="2842" y="4233"/>
                    <a:pt x="2811" y="4232"/>
                    <a:pt x="2780" y="4229"/>
                  </a:cubicBezTo>
                  <a:cubicBezTo>
                    <a:pt x="2073" y="4184"/>
                    <a:pt x="1517" y="3564"/>
                    <a:pt x="1517" y="2819"/>
                  </a:cubicBezTo>
                  <a:lnTo>
                    <a:pt x="1517" y="2488"/>
                  </a:lnTo>
                  <a:cubicBezTo>
                    <a:pt x="1517" y="2460"/>
                    <a:pt x="1510" y="2432"/>
                    <a:pt x="1496" y="2407"/>
                  </a:cubicBezTo>
                  <a:lnTo>
                    <a:pt x="1404" y="2227"/>
                  </a:lnTo>
                  <a:cubicBezTo>
                    <a:pt x="1352" y="2118"/>
                    <a:pt x="1323" y="1999"/>
                    <a:pt x="1323" y="1876"/>
                  </a:cubicBezTo>
                  <a:lnTo>
                    <a:pt x="1323" y="1334"/>
                  </a:lnTo>
                  <a:cubicBezTo>
                    <a:pt x="1323" y="795"/>
                    <a:pt x="1760" y="363"/>
                    <a:pt x="2298" y="363"/>
                  </a:cubicBezTo>
                  <a:close/>
                  <a:moveTo>
                    <a:pt x="2284" y="4486"/>
                  </a:moveTo>
                  <a:cubicBezTo>
                    <a:pt x="2439" y="4543"/>
                    <a:pt x="2597" y="4578"/>
                    <a:pt x="2759" y="4588"/>
                  </a:cubicBezTo>
                  <a:cubicBezTo>
                    <a:pt x="2798" y="4592"/>
                    <a:pt x="2836" y="4592"/>
                    <a:pt x="2875" y="4592"/>
                  </a:cubicBezTo>
                  <a:cubicBezTo>
                    <a:pt x="3076" y="4592"/>
                    <a:pt x="3276" y="4557"/>
                    <a:pt x="3463" y="4490"/>
                  </a:cubicBezTo>
                  <a:lnTo>
                    <a:pt x="3463" y="4701"/>
                  </a:lnTo>
                  <a:cubicBezTo>
                    <a:pt x="3463" y="4761"/>
                    <a:pt x="3473" y="4821"/>
                    <a:pt x="3491" y="4877"/>
                  </a:cubicBezTo>
                  <a:lnTo>
                    <a:pt x="2882" y="5334"/>
                  </a:lnTo>
                  <a:cubicBezTo>
                    <a:pt x="2880" y="5336"/>
                    <a:pt x="2878" y="5337"/>
                    <a:pt x="2875" y="5337"/>
                  </a:cubicBezTo>
                  <a:cubicBezTo>
                    <a:pt x="2872" y="5337"/>
                    <a:pt x="2870" y="5336"/>
                    <a:pt x="2868" y="5334"/>
                  </a:cubicBezTo>
                  <a:lnTo>
                    <a:pt x="2256" y="4877"/>
                  </a:lnTo>
                  <a:cubicBezTo>
                    <a:pt x="2277" y="4821"/>
                    <a:pt x="2284" y="4761"/>
                    <a:pt x="2284" y="4701"/>
                  </a:cubicBezTo>
                  <a:lnTo>
                    <a:pt x="2284" y="4486"/>
                  </a:lnTo>
                  <a:close/>
                  <a:moveTo>
                    <a:pt x="2298" y="0"/>
                  </a:moveTo>
                  <a:cubicBezTo>
                    <a:pt x="1559" y="0"/>
                    <a:pt x="965" y="598"/>
                    <a:pt x="965" y="1334"/>
                  </a:cubicBezTo>
                  <a:lnTo>
                    <a:pt x="965" y="1876"/>
                  </a:lnTo>
                  <a:cubicBezTo>
                    <a:pt x="965" y="2055"/>
                    <a:pt x="1003" y="2227"/>
                    <a:pt x="1084" y="2389"/>
                  </a:cubicBezTo>
                  <a:lnTo>
                    <a:pt x="1155" y="2530"/>
                  </a:lnTo>
                  <a:lnTo>
                    <a:pt x="1155" y="2822"/>
                  </a:lnTo>
                  <a:cubicBezTo>
                    <a:pt x="1151" y="3410"/>
                    <a:pt x="1440" y="3962"/>
                    <a:pt x="1925" y="4300"/>
                  </a:cubicBezTo>
                  <a:lnTo>
                    <a:pt x="1925" y="4704"/>
                  </a:lnTo>
                  <a:cubicBezTo>
                    <a:pt x="1925" y="4792"/>
                    <a:pt x="1865" y="4873"/>
                    <a:pt x="1777" y="4898"/>
                  </a:cubicBezTo>
                  <a:lnTo>
                    <a:pt x="680" y="5229"/>
                  </a:lnTo>
                  <a:cubicBezTo>
                    <a:pt x="275" y="5348"/>
                    <a:pt x="0" y="5718"/>
                    <a:pt x="4" y="6140"/>
                  </a:cubicBezTo>
                  <a:lnTo>
                    <a:pt x="4" y="7488"/>
                  </a:lnTo>
                  <a:cubicBezTo>
                    <a:pt x="4" y="7590"/>
                    <a:pt x="81" y="7667"/>
                    <a:pt x="183" y="7667"/>
                  </a:cubicBezTo>
                  <a:cubicBezTo>
                    <a:pt x="282" y="7667"/>
                    <a:pt x="363" y="7586"/>
                    <a:pt x="363" y="7488"/>
                  </a:cubicBezTo>
                  <a:lnTo>
                    <a:pt x="363" y="6136"/>
                  </a:lnTo>
                  <a:cubicBezTo>
                    <a:pt x="359" y="5876"/>
                    <a:pt x="532" y="5647"/>
                    <a:pt x="782" y="5573"/>
                  </a:cubicBezTo>
                  <a:lnTo>
                    <a:pt x="1883" y="5243"/>
                  </a:lnTo>
                  <a:cubicBezTo>
                    <a:pt x="1939" y="5225"/>
                    <a:pt x="1992" y="5201"/>
                    <a:pt x="2041" y="5165"/>
                  </a:cubicBezTo>
                  <a:lnTo>
                    <a:pt x="2650" y="5623"/>
                  </a:lnTo>
                  <a:cubicBezTo>
                    <a:pt x="2717" y="5672"/>
                    <a:pt x="2795" y="5697"/>
                    <a:pt x="2873" y="5697"/>
                  </a:cubicBezTo>
                  <a:cubicBezTo>
                    <a:pt x="2952" y="5697"/>
                    <a:pt x="3030" y="5672"/>
                    <a:pt x="3097" y="5623"/>
                  </a:cubicBezTo>
                  <a:lnTo>
                    <a:pt x="3705" y="5165"/>
                  </a:lnTo>
                  <a:cubicBezTo>
                    <a:pt x="3755" y="5201"/>
                    <a:pt x="3807" y="5225"/>
                    <a:pt x="3867" y="5243"/>
                  </a:cubicBezTo>
                  <a:lnTo>
                    <a:pt x="4965" y="5573"/>
                  </a:lnTo>
                  <a:cubicBezTo>
                    <a:pt x="5215" y="5647"/>
                    <a:pt x="5387" y="5876"/>
                    <a:pt x="5384" y="6136"/>
                  </a:cubicBezTo>
                  <a:lnTo>
                    <a:pt x="5384" y="7488"/>
                  </a:lnTo>
                  <a:cubicBezTo>
                    <a:pt x="5384" y="7607"/>
                    <a:pt x="5474" y="7667"/>
                    <a:pt x="5565" y="7667"/>
                  </a:cubicBezTo>
                  <a:cubicBezTo>
                    <a:pt x="5656" y="7667"/>
                    <a:pt x="5746" y="7607"/>
                    <a:pt x="5746" y="7488"/>
                  </a:cubicBezTo>
                  <a:lnTo>
                    <a:pt x="5746" y="6136"/>
                  </a:lnTo>
                  <a:cubicBezTo>
                    <a:pt x="5746" y="5718"/>
                    <a:pt x="5472" y="5348"/>
                    <a:pt x="5067" y="5229"/>
                  </a:cubicBezTo>
                  <a:lnTo>
                    <a:pt x="3969" y="4898"/>
                  </a:lnTo>
                  <a:cubicBezTo>
                    <a:pt x="3881" y="4873"/>
                    <a:pt x="3822" y="4792"/>
                    <a:pt x="3822" y="4701"/>
                  </a:cubicBezTo>
                  <a:lnTo>
                    <a:pt x="3822" y="4307"/>
                  </a:lnTo>
                  <a:cubicBezTo>
                    <a:pt x="3902" y="4254"/>
                    <a:pt x="3980" y="4194"/>
                    <a:pt x="4050" y="4127"/>
                  </a:cubicBezTo>
                  <a:cubicBezTo>
                    <a:pt x="4395" y="3804"/>
                    <a:pt x="4592" y="3350"/>
                    <a:pt x="4592" y="2875"/>
                  </a:cubicBezTo>
                  <a:lnTo>
                    <a:pt x="4592" y="2530"/>
                  </a:lnTo>
                  <a:lnTo>
                    <a:pt x="4662" y="2386"/>
                  </a:lnTo>
                  <a:cubicBezTo>
                    <a:pt x="4743" y="2227"/>
                    <a:pt x="4786" y="2055"/>
                    <a:pt x="4786" y="1876"/>
                  </a:cubicBezTo>
                  <a:lnTo>
                    <a:pt x="4786" y="180"/>
                  </a:lnTo>
                  <a:cubicBezTo>
                    <a:pt x="4786" y="81"/>
                    <a:pt x="4705" y="0"/>
                    <a:pt x="4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85"/>
            <p:cNvSpPr/>
            <p:nvPr/>
          </p:nvSpPr>
          <p:spPr>
            <a:xfrm>
              <a:off x="6248978" y="2152637"/>
              <a:ext cx="9370" cy="44403"/>
            </a:xfrm>
            <a:custGeom>
              <a:rect b="b" l="l" r="r" t="t"/>
              <a:pathLst>
                <a:path extrusionOk="0" h="1706" w="360">
                  <a:moveTo>
                    <a:pt x="180" y="0"/>
                  </a:moveTo>
                  <a:cubicBezTo>
                    <a:pt x="90" y="0"/>
                    <a:pt x="1" y="60"/>
                    <a:pt x="1" y="179"/>
                  </a:cubicBezTo>
                  <a:lnTo>
                    <a:pt x="1" y="1524"/>
                  </a:lnTo>
                  <a:cubicBezTo>
                    <a:pt x="1" y="1645"/>
                    <a:pt x="90" y="1706"/>
                    <a:pt x="180" y="1706"/>
                  </a:cubicBezTo>
                  <a:cubicBezTo>
                    <a:pt x="270" y="1706"/>
                    <a:pt x="359" y="1645"/>
                    <a:pt x="359" y="1524"/>
                  </a:cubicBezTo>
                  <a:lnTo>
                    <a:pt x="359" y="179"/>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85"/>
            <p:cNvSpPr/>
            <p:nvPr/>
          </p:nvSpPr>
          <p:spPr>
            <a:xfrm>
              <a:off x="6203924"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59" y="1263"/>
                    <a:pt x="359" y="1143"/>
                  </a:cubicBezTo>
                  <a:lnTo>
                    <a:pt x="359" y="183"/>
                  </a:lnTo>
                  <a:cubicBezTo>
                    <a:pt x="359"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85"/>
            <p:cNvSpPr/>
            <p:nvPr/>
          </p:nvSpPr>
          <p:spPr>
            <a:xfrm>
              <a:off x="6294032"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60" y="1263"/>
                    <a:pt x="360" y="1143"/>
                  </a:cubicBezTo>
                  <a:lnTo>
                    <a:pt x="360" y="183"/>
                  </a:lnTo>
                  <a:cubicBezTo>
                    <a:pt x="360"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85"/>
            <p:cNvSpPr/>
            <p:nvPr/>
          </p:nvSpPr>
          <p:spPr>
            <a:xfrm>
              <a:off x="623396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85"/>
            <p:cNvSpPr/>
            <p:nvPr/>
          </p:nvSpPr>
          <p:spPr>
            <a:xfrm>
              <a:off x="6138804" y="2287694"/>
              <a:ext cx="34460" cy="29463"/>
            </a:xfrm>
            <a:custGeom>
              <a:rect b="b" l="l" r="r" t="t"/>
              <a:pathLst>
                <a:path extrusionOk="0" h="1132" w="1324">
                  <a:moveTo>
                    <a:pt x="756" y="362"/>
                  </a:moveTo>
                  <a:cubicBezTo>
                    <a:pt x="860" y="362"/>
                    <a:pt x="961" y="444"/>
                    <a:pt x="961" y="567"/>
                  </a:cubicBezTo>
                  <a:cubicBezTo>
                    <a:pt x="961" y="680"/>
                    <a:pt x="870" y="771"/>
                    <a:pt x="757" y="771"/>
                  </a:cubicBezTo>
                  <a:cubicBezTo>
                    <a:pt x="574" y="771"/>
                    <a:pt x="483" y="553"/>
                    <a:pt x="613" y="423"/>
                  </a:cubicBezTo>
                  <a:cubicBezTo>
                    <a:pt x="654" y="381"/>
                    <a:pt x="705" y="362"/>
                    <a:pt x="756"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85"/>
            <p:cNvSpPr/>
            <p:nvPr/>
          </p:nvSpPr>
          <p:spPr>
            <a:xfrm>
              <a:off x="6329013" y="2287694"/>
              <a:ext cx="34460" cy="29463"/>
            </a:xfrm>
            <a:custGeom>
              <a:rect b="b" l="l" r="r" t="t"/>
              <a:pathLst>
                <a:path extrusionOk="0" h="1132" w="1324">
                  <a:moveTo>
                    <a:pt x="757" y="362"/>
                  </a:moveTo>
                  <a:cubicBezTo>
                    <a:pt x="862" y="362"/>
                    <a:pt x="961" y="444"/>
                    <a:pt x="961" y="567"/>
                  </a:cubicBezTo>
                  <a:cubicBezTo>
                    <a:pt x="961" y="680"/>
                    <a:pt x="870" y="771"/>
                    <a:pt x="757" y="771"/>
                  </a:cubicBezTo>
                  <a:cubicBezTo>
                    <a:pt x="574" y="771"/>
                    <a:pt x="486" y="550"/>
                    <a:pt x="613" y="423"/>
                  </a:cubicBezTo>
                  <a:cubicBezTo>
                    <a:pt x="655" y="381"/>
                    <a:pt x="707" y="362"/>
                    <a:pt x="757"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85"/>
            <p:cNvSpPr/>
            <p:nvPr/>
          </p:nvSpPr>
          <p:spPr>
            <a:xfrm>
              <a:off x="6169985" y="2207659"/>
              <a:ext cx="167357" cy="74517"/>
            </a:xfrm>
            <a:custGeom>
              <a:rect b="b" l="l" r="r" t="t"/>
              <a:pathLst>
                <a:path extrusionOk="0" h="2863" w="6430">
                  <a:moveTo>
                    <a:pt x="3215" y="1"/>
                  </a:moveTo>
                  <a:cubicBezTo>
                    <a:pt x="3125" y="1"/>
                    <a:pt x="3036" y="60"/>
                    <a:pt x="3036" y="180"/>
                  </a:cubicBezTo>
                  <a:lnTo>
                    <a:pt x="3036" y="768"/>
                  </a:lnTo>
                  <a:lnTo>
                    <a:pt x="1780" y="768"/>
                  </a:lnTo>
                  <a:cubicBezTo>
                    <a:pt x="1537" y="768"/>
                    <a:pt x="1308" y="887"/>
                    <a:pt x="1164" y="1084"/>
                  </a:cubicBezTo>
                  <a:lnTo>
                    <a:pt x="101" y="2576"/>
                  </a:lnTo>
                  <a:cubicBezTo>
                    <a:pt x="0" y="2715"/>
                    <a:pt x="122" y="2863"/>
                    <a:pt x="251" y="2863"/>
                  </a:cubicBezTo>
                  <a:cubicBezTo>
                    <a:pt x="301" y="2863"/>
                    <a:pt x="353" y="2840"/>
                    <a:pt x="393" y="2784"/>
                  </a:cubicBezTo>
                  <a:lnTo>
                    <a:pt x="1456" y="1295"/>
                  </a:lnTo>
                  <a:cubicBezTo>
                    <a:pt x="1533" y="1190"/>
                    <a:pt x="1653" y="1130"/>
                    <a:pt x="1780" y="1130"/>
                  </a:cubicBezTo>
                  <a:lnTo>
                    <a:pt x="3036" y="1130"/>
                  </a:lnTo>
                  <a:lnTo>
                    <a:pt x="3036" y="2488"/>
                  </a:lnTo>
                  <a:cubicBezTo>
                    <a:pt x="3036" y="2608"/>
                    <a:pt x="3125" y="2668"/>
                    <a:pt x="3215" y="2668"/>
                  </a:cubicBezTo>
                  <a:cubicBezTo>
                    <a:pt x="3305" y="2668"/>
                    <a:pt x="3394" y="2608"/>
                    <a:pt x="3394" y="2488"/>
                  </a:cubicBezTo>
                  <a:lnTo>
                    <a:pt x="3394" y="1130"/>
                  </a:lnTo>
                  <a:lnTo>
                    <a:pt x="4647" y="1130"/>
                  </a:lnTo>
                  <a:cubicBezTo>
                    <a:pt x="4777" y="1130"/>
                    <a:pt x="4897" y="1190"/>
                    <a:pt x="4971" y="1295"/>
                  </a:cubicBezTo>
                  <a:lnTo>
                    <a:pt x="6037" y="2784"/>
                  </a:lnTo>
                  <a:cubicBezTo>
                    <a:pt x="6076" y="2840"/>
                    <a:pt x="6127" y="2863"/>
                    <a:pt x="6178" y="2863"/>
                  </a:cubicBezTo>
                  <a:cubicBezTo>
                    <a:pt x="6307" y="2863"/>
                    <a:pt x="6430" y="2715"/>
                    <a:pt x="6329" y="2576"/>
                  </a:cubicBezTo>
                  <a:lnTo>
                    <a:pt x="5263" y="1084"/>
                  </a:lnTo>
                  <a:cubicBezTo>
                    <a:pt x="5122" y="887"/>
                    <a:pt x="4893" y="768"/>
                    <a:pt x="4647" y="768"/>
                  </a:cubicBezTo>
                  <a:lnTo>
                    <a:pt x="3394" y="768"/>
                  </a:lnTo>
                  <a:lnTo>
                    <a:pt x="3394" y="180"/>
                  </a:lnTo>
                  <a:cubicBezTo>
                    <a:pt x="3394" y="60"/>
                    <a:pt x="3305" y="1"/>
                    <a:pt x="3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85"/>
            <p:cNvSpPr/>
            <p:nvPr/>
          </p:nvSpPr>
          <p:spPr>
            <a:xfrm>
              <a:off x="6223888" y="2034160"/>
              <a:ext cx="61633" cy="22696"/>
            </a:xfrm>
            <a:custGeom>
              <a:rect b="b" l="l" r="r" t="t"/>
              <a:pathLst>
                <a:path extrusionOk="0" h="872" w="2368">
                  <a:moveTo>
                    <a:pt x="1025" y="0"/>
                  </a:moveTo>
                  <a:cubicBezTo>
                    <a:pt x="542" y="0"/>
                    <a:pt x="153" y="127"/>
                    <a:pt x="124" y="136"/>
                  </a:cubicBezTo>
                  <a:cubicBezTo>
                    <a:pt x="50" y="161"/>
                    <a:pt x="1" y="228"/>
                    <a:pt x="1" y="305"/>
                  </a:cubicBezTo>
                  <a:lnTo>
                    <a:pt x="1" y="692"/>
                  </a:lnTo>
                  <a:cubicBezTo>
                    <a:pt x="1" y="812"/>
                    <a:pt x="91" y="872"/>
                    <a:pt x="182" y="872"/>
                  </a:cubicBezTo>
                  <a:cubicBezTo>
                    <a:pt x="272" y="872"/>
                    <a:pt x="363" y="812"/>
                    <a:pt x="363" y="692"/>
                  </a:cubicBezTo>
                  <a:lnTo>
                    <a:pt x="363" y="442"/>
                  </a:lnTo>
                  <a:cubicBezTo>
                    <a:pt x="502" y="408"/>
                    <a:pt x="748" y="360"/>
                    <a:pt x="1025" y="360"/>
                  </a:cubicBezTo>
                  <a:cubicBezTo>
                    <a:pt x="1344" y="360"/>
                    <a:pt x="1704" y="423"/>
                    <a:pt x="1996" y="643"/>
                  </a:cubicBezTo>
                  <a:cubicBezTo>
                    <a:pt x="2032" y="671"/>
                    <a:pt x="2070" y="682"/>
                    <a:pt x="2106" y="682"/>
                  </a:cubicBezTo>
                  <a:cubicBezTo>
                    <a:pt x="2256" y="682"/>
                    <a:pt x="2367" y="471"/>
                    <a:pt x="2214" y="355"/>
                  </a:cubicBezTo>
                  <a:cubicBezTo>
                    <a:pt x="1845" y="79"/>
                    <a:pt x="1405"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1" name="Google Shape;17911;p85"/>
          <p:cNvGrpSpPr/>
          <p:nvPr/>
        </p:nvGrpSpPr>
        <p:grpSpPr>
          <a:xfrm>
            <a:off x="6612088" y="1997409"/>
            <a:ext cx="224565" cy="319748"/>
            <a:chOff x="6612088" y="1997409"/>
            <a:chExt cx="224565" cy="319748"/>
          </a:xfrm>
        </p:grpSpPr>
        <p:sp>
          <p:nvSpPr>
            <p:cNvPr id="17912" name="Google Shape;17912;p85"/>
            <p:cNvSpPr/>
            <p:nvPr/>
          </p:nvSpPr>
          <p:spPr>
            <a:xfrm>
              <a:off x="671677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85"/>
            <p:cNvSpPr/>
            <p:nvPr/>
          </p:nvSpPr>
          <p:spPr>
            <a:xfrm>
              <a:off x="6621692"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85"/>
            <p:cNvSpPr/>
            <p:nvPr/>
          </p:nvSpPr>
          <p:spPr>
            <a:xfrm>
              <a:off x="6811901"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85"/>
            <p:cNvSpPr/>
            <p:nvPr/>
          </p:nvSpPr>
          <p:spPr>
            <a:xfrm>
              <a:off x="6706776" y="2122211"/>
              <a:ext cx="40056" cy="40056"/>
            </a:xfrm>
            <a:custGeom>
              <a:rect b="b" l="l" r="r" t="t"/>
              <a:pathLst>
                <a:path extrusionOk="0" h="1539" w="1539">
                  <a:moveTo>
                    <a:pt x="1" y="1"/>
                  </a:moveTo>
                  <a:lnTo>
                    <a:pt x="1" y="1538"/>
                  </a:lnTo>
                  <a:lnTo>
                    <a:pt x="1538" y="1538"/>
                  </a:lnTo>
                  <a:lnTo>
                    <a:pt x="153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85"/>
            <p:cNvSpPr/>
            <p:nvPr/>
          </p:nvSpPr>
          <p:spPr>
            <a:xfrm>
              <a:off x="6706776" y="2122211"/>
              <a:ext cx="40134" cy="25064"/>
            </a:xfrm>
            <a:custGeom>
              <a:rect b="b" l="l" r="r" t="t"/>
              <a:pathLst>
                <a:path extrusionOk="0" h="963" w="1542">
                  <a:moveTo>
                    <a:pt x="1" y="1"/>
                  </a:moveTo>
                  <a:lnTo>
                    <a:pt x="1" y="817"/>
                  </a:lnTo>
                  <a:cubicBezTo>
                    <a:pt x="249" y="914"/>
                    <a:pt x="510" y="962"/>
                    <a:pt x="771" y="962"/>
                  </a:cubicBezTo>
                  <a:cubicBezTo>
                    <a:pt x="1032" y="962"/>
                    <a:pt x="1294" y="914"/>
                    <a:pt x="1542" y="81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85"/>
            <p:cNvSpPr/>
            <p:nvPr/>
          </p:nvSpPr>
          <p:spPr>
            <a:xfrm>
              <a:off x="6701726" y="2002068"/>
              <a:ext cx="50129" cy="40134"/>
            </a:xfrm>
            <a:custGeom>
              <a:rect b="b" l="l" r="r" t="t"/>
              <a:pathLst>
                <a:path extrusionOk="0" h="1542" w="1926">
                  <a:moveTo>
                    <a:pt x="965" y="1"/>
                  </a:moveTo>
                  <a:cubicBezTo>
                    <a:pt x="434" y="1"/>
                    <a:pt x="1" y="346"/>
                    <a:pt x="1" y="771"/>
                  </a:cubicBezTo>
                  <a:cubicBezTo>
                    <a:pt x="1" y="1197"/>
                    <a:pt x="434" y="1542"/>
                    <a:pt x="965" y="1542"/>
                  </a:cubicBezTo>
                  <a:cubicBezTo>
                    <a:pt x="1496" y="1542"/>
                    <a:pt x="1926" y="1197"/>
                    <a:pt x="1926" y="771"/>
                  </a:cubicBezTo>
                  <a:cubicBezTo>
                    <a:pt x="1926" y="346"/>
                    <a:pt x="1496" y="1"/>
                    <a:pt x="96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85"/>
            <p:cNvSpPr/>
            <p:nvPr/>
          </p:nvSpPr>
          <p:spPr>
            <a:xfrm>
              <a:off x="6701726" y="2002068"/>
              <a:ext cx="33914" cy="40134"/>
            </a:xfrm>
            <a:custGeom>
              <a:rect b="b" l="l" r="r" t="t"/>
              <a:pathLst>
                <a:path extrusionOk="0" h="1542" w="1303">
                  <a:moveTo>
                    <a:pt x="962" y="1"/>
                  </a:moveTo>
                  <a:cubicBezTo>
                    <a:pt x="430" y="1"/>
                    <a:pt x="1" y="346"/>
                    <a:pt x="1" y="771"/>
                  </a:cubicBezTo>
                  <a:cubicBezTo>
                    <a:pt x="1" y="1197"/>
                    <a:pt x="430" y="1542"/>
                    <a:pt x="962" y="1542"/>
                  </a:cubicBezTo>
                  <a:cubicBezTo>
                    <a:pt x="1078" y="1542"/>
                    <a:pt x="1194" y="1521"/>
                    <a:pt x="1303" y="1489"/>
                  </a:cubicBezTo>
                  <a:cubicBezTo>
                    <a:pt x="958" y="1376"/>
                    <a:pt x="708" y="1088"/>
                    <a:pt x="708" y="747"/>
                  </a:cubicBezTo>
                  <a:cubicBezTo>
                    <a:pt x="708" y="433"/>
                    <a:pt x="919" y="163"/>
                    <a:pt x="1225" y="36"/>
                  </a:cubicBezTo>
                  <a:cubicBezTo>
                    <a:pt x="1141" y="15"/>
                    <a:pt x="1053" y="4"/>
                    <a:pt x="962"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85"/>
            <p:cNvSpPr/>
            <p:nvPr/>
          </p:nvSpPr>
          <p:spPr>
            <a:xfrm>
              <a:off x="6676740" y="2022135"/>
              <a:ext cx="100128" cy="100102"/>
            </a:xfrm>
            <a:custGeom>
              <a:rect b="b" l="l" r="r" t="t"/>
              <a:pathLst>
                <a:path extrusionOk="0" h="3846" w="3847">
                  <a:moveTo>
                    <a:pt x="1925" y="0"/>
                  </a:moveTo>
                  <a:cubicBezTo>
                    <a:pt x="862" y="0"/>
                    <a:pt x="0" y="862"/>
                    <a:pt x="0" y="1925"/>
                  </a:cubicBezTo>
                  <a:cubicBezTo>
                    <a:pt x="0" y="2984"/>
                    <a:pt x="862" y="3846"/>
                    <a:pt x="1925" y="3846"/>
                  </a:cubicBezTo>
                  <a:cubicBezTo>
                    <a:pt x="2988" y="3846"/>
                    <a:pt x="3846" y="2984"/>
                    <a:pt x="3846" y="1925"/>
                  </a:cubicBezTo>
                  <a:cubicBezTo>
                    <a:pt x="3846" y="862"/>
                    <a:pt x="2988" y="0"/>
                    <a:pt x="19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85"/>
            <p:cNvSpPr/>
            <p:nvPr/>
          </p:nvSpPr>
          <p:spPr>
            <a:xfrm>
              <a:off x="6700347" y="2022109"/>
              <a:ext cx="79800" cy="99139"/>
            </a:xfrm>
            <a:custGeom>
              <a:rect b="b" l="l" r="r" t="t"/>
              <a:pathLst>
                <a:path extrusionOk="0" h="3809" w="3066">
                  <a:moveTo>
                    <a:pt x="1062" y="0"/>
                  </a:moveTo>
                  <a:cubicBezTo>
                    <a:pt x="348" y="0"/>
                    <a:pt x="0" y="910"/>
                    <a:pt x="568" y="1370"/>
                  </a:cubicBezTo>
                  <a:lnTo>
                    <a:pt x="571" y="1373"/>
                  </a:lnTo>
                  <a:cubicBezTo>
                    <a:pt x="571" y="1373"/>
                    <a:pt x="1124" y="3242"/>
                    <a:pt x="1402" y="3808"/>
                  </a:cubicBezTo>
                  <a:cubicBezTo>
                    <a:pt x="2401" y="3604"/>
                    <a:pt x="3066" y="2654"/>
                    <a:pt x="2922" y="1648"/>
                  </a:cubicBezTo>
                  <a:cubicBezTo>
                    <a:pt x="2809" y="874"/>
                    <a:pt x="2239" y="248"/>
                    <a:pt x="1482" y="58"/>
                  </a:cubicBezTo>
                  <a:cubicBezTo>
                    <a:pt x="1356" y="26"/>
                    <a:pt x="1229" y="8"/>
                    <a:pt x="1099" y="1"/>
                  </a:cubicBezTo>
                  <a:cubicBezTo>
                    <a:pt x="1087" y="1"/>
                    <a:pt x="1075" y="0"/>
                    <a:pt x="106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85"/>
            <p:cNvSpPr/>
            <p:nvPr/>
          </p:nvSpPr>
          <p:spPr>
            <a:xfrm>
              <a:off x="6686709" y="2057715"/>
              <a:ext cx="80165" cy="74517"/>
            </a:xfrm>
            <a:custGeom>
              <a:rect b="b" l="l" r="r" t="t"/>
              <a:pathLst>
                <a:path extrusionOk="0" h="2863" w="3080">
                  <a:moveTo>
                    <a:pt x="1055" y="1"/>
                  </a:moveTo>
                  <a:cubicBezTo>
                    <a:pt x="991" y="1"/>
                    <a:pt x="930" y="35"/>
                    <a:pt x="895" y="90"/>
                  </a:cubicBezTo>
                  <a:cubicBezTo>
                    <a:pt x="743" y="326"/>
                    <a:pt x="374" y="878"/>
                    <a:pt x="78" y="1086"/>
                  </a:cubicBezTo>
                  <a:cubicBezTo>
                    <a:pt x="29" y="1121"/>
                    <a:pt x="1" y="1177"/>
                    <a:pt x="1" y="1240"/>
                  </a:cubicBezTo>
                  <a:lnTo>
                    <a:pt x="1" y="1325"/>
                  </a:lnTo>
                  <a:cubicBezTo>
                    <a:pt x="1" y="2173"/>
                    <a:pt x="691" y="2862"/>
                    <a:pt x="1542" y="2862"/>
                  </a:cubicBezTo>
                  <a:cubicBezTo>
                    <a:pt x="2390" y="2862"/>
                    <a:pt x="3080" y="2173"/>
                    <a:pt x="3080" y="1325"/>
                  </a:cubicBezTo>
                  <a:lnTo>
                    <a:pt x="3080" y="1131"/>
                  </a:lnTo>
                  <a:cubicBezTo>
                    <a:pt x="3080" y="480"/>
                    <a:pt x="1556" y="104"/>
                    <a:pt x="1095" y="5"/>
                  </a:cubicBezTo>
                  <a:cubicBezTo>
                    <a:pt x="1082" y="2"/>
                    <a:pt x="1068" y="1"/>
                    <a:pt x="105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85"/>
            <p:cNvSpPr/>
            <p:nvPr/>
          </p:nvSpPr>
          <p:spPr>
            <a:xfrm>
              <a:off x="6661722" y="2149592"/>
              <a:ext cx="130242" cy="52784"/>
            </a:xfrm>
            <a:custGeom>
              <a:rect b="b" l="l" r="r" t="t"/>
              <a:pathLst>
                <a:path extrusionOk="0" h="2028" w="5004">
                  <a:moveTo>
                    <a:pt x="1520" y="1"/>
                  </a:moveTo>
                  <a:cubicBezTo>
                    <a:pt x="1513" y="1"/>
                    <a:pt x="1510" y="8"/>
                    <a:pt x="1503" y="11"/>
                  </a:cubicBezTo>
                  <a:lnTo>
                    <a:pt x="345" y="525"/>
                  </a:lnTo>
                  <a:cubicBezTo>
                    <a:pt x="134" y="620"/>
                    <a:pt x="0" y="824"/>
                    <a:pt x="0" y="1053"/>
                  </a:cubicBezTo>
                  <a:lnTo>
                    <a:pt x="4" y="2028"/>
                  </a:lnTo>
                  <a:lnTo>
                    <a:pt x="5004" y="2028"/>
                  </a:lnTo>
                  <a:lnTo>
                    <a:pt x="5004" y="1056"/>
                  </a:lnTo>
                  <a:cubicBezTo>
                    <a:pt x="5004" y="828"/>
                    <a:pt x="4870" y="620"/>
                    <a:pt x="4659" y="529"/>
                  </a:cubicBezTo>
                  <a:lnTo>
                    <a:pt x="3501" y="11"/>
                  </a:lnTo>
                  <a:cubicBezTo>
                    <a:pt x="3494" y="8"/>
                    <a:pt x="3487" y="4"/>
                    <a:pt x="3484" y="1"/>
                  </a:cubicBezTo>
                  <a:lnTo>
                    <a:pt x="2502" y="508"/>
                  </a:lnTo>
                  <a:lnTo>
                    <a:pt x="152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85"/>
            <p:cNvSpPr/>
            <p:nvPr/>
          </p:nvSpPr>
          <p:spPr>
            <a:xfrm>
              <a:off x="6661722" y="2166536"/>
              <a:ext cx="25012" cy="35840"/>
            </a:xfrm>
            <a:custGeom>
              <a:rect b="b" l="l" r="r" t="t"/>
              <a:pathLst>
                <a:path extrusionOk="0" h="1377" w="961">
                  <a:moveTo>
                    <a:pt x="166" y="1"/>
                  </a:moveTo>
                  <a:cubicBezTo>
                    <a:pt x="60" y="110"/>
                    <a:pt x="0" y="254"/>
                    <a:pt x="0" y="405"/>
                  </a:cubicBezTo>
                  <a:lnTo>
                    <a:pt x="0" y="1377"/>
                  </a:lnTo>
                  <a:lnTo>
                    <a:pt x="961" y="1377"/>
                  </a:lnTo>
                  <a:lnTo>
                    <a:pt x="961" y="958"/>
                  </a:lnTo>
                  <a:cubicBezTo>
                    <a:pt x="961" y="856"/>
                    <a:pt x="922" y="757"/>
                    <a:pt x="848" y="687"/>
                  </a:cubicBezTo>
                  <a:lnTo>
                    <a:pt x="16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85"/>
            <p:cNvSpPr/>
            <p:nvPr/>
          </p:nvSpPr>
          <p:spPr>
            <a:xfrm>
              <a:off x="6766847" y="2166536"/>
              <a:ext cx="25038" cy="35840"/>
            </a:xfrm>
            <a:custGeom>
              <a:rect b="b" l="l" r="r" t="t"/>
              <a:pathLst>
                <a:path extrusionOk="0" h="1377" w="962">
                  <a:moveTo>
                    <a:pt x="796" y="1"/>
                  </a:moveTo>
                  <a:lnTo>
                    <a:pt x="113" y="687"/>
                  </a:lnTo>
                  <a:cubicBezTo>
                    <a:pt x="39" y="757"/>
                    <a:pt x="1" y="856"/>
                    <a:pt x="1" y="958"/>
                  </a:cubicBezTo>
                  <a:lnTo>
                    <a:pt x="1" y="1377"/>
                  </a:lnTo>
                  <a:lnTo>
                    <a:pt x="961" y="1377"/>
                  </a:lnTo>
                  <a:lnTo>
                    <a:pt x="961" y="405"/>
                  </a:lnTo>
                  <a:cubicBezTo>
                    <a:pt x="961" y="254"/>
                    <a:pt x="901" y="110"/>
                    <a:pt x="79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85"/>
            <p:cNvSpPr/>
            <p:nvPr/>
          </p:nvSpPr>
          <p:spPr>
            <a:xfrm>
              <a:off x="6686709" y="2057715"/>
              <a:ext cx="80165" cy="73866"/>
            </a:xfrm>
            <a:custGeom>
              <a:rect b="b" l="l" r="r" t="t"/>
              <a:pathLst>
                <a:path extrusionOk="0" h="2838" w="3080">
                  <a:moveTo>
                    <a:pt x="1055" y="1"/>
                  </a:moveTo>
                  <a:cubicBezTo>
                    <a:pt x="991" y="1"/>
                    <a:pt x="930" y="35"/>
                    <a:pt x="898" y="90"/>
                  </a:cubicBezTo>
                  <a:cubicBezTo>
                    <a:pt x="747" y="326"/>
                    <a:pt x="374" y="882"/>
                    <a:pt x="78" y="1086"/>
                  </a:cubicBezTo>
                  <a:cubicBezTo>
                    <a:pt x="29" y="1121"/>
                    <a:pt x="1" y="1181"/>
                    <a:pt x="1" y="1240"/>
                  </a:cubicBezTo>
                  <a:lnTo>
                    <a:pt x="1" y="1325"/>
                  </a:lnTo>
                  <a:cubicBezTo>
                    <a:pt x="4" y="2071"/>
                    <a:pt x="536" y="2708"/>
                    <a:pt x="1268" y="2838"/>
                  </a:cubicBezTo>
                  <a:cubicBezTo>
                    <a:pt x="951" y="2549"/>
                    <a:pt x="772" y="2141"/>
                    <a:pt x="772" y="1712"/>
                  </a:cubicBezTo>
                  <a:lnTo>
                    <a:pt x="772" y="1325"/>
                  </a:lnTo>
                  <a:cubicBezTo>
                    <a:pt x="772" y="1198"/>
                    <a:pt x="814" y="1075"/>
                    <a:pt x="891" y="973"/>
                  </a:cubicBezTo>
                  <a:cubicBezTo>
                    <a:pt x="961" y="882"/>
                    <a:pt x="1028" y="787"/>
                    <a:pt x="1092" y="692"/>
                  </a:cubicBezTo>
                  <a:cubicBezTo>
                    <a:pt x="1123" y="639"/>
                    <a:pt x="1180" y="607"/>
                    <a:pt x="1243" y="607"/>
                  </a:cubicBezTo>
                  <a:cubicBezTo>
                    <a:pt x="1848" y="611"/>
                    <a:pt x="2872" y="1100"/>
                    <a:pt x="3076" y="1325"/>
                  </a:cubicBezTo>
                  <a:lnTo>
                    <a:pt x="3076" y="1135"/>
                  </a:lnTo>
                  <a:cubicBezTo>
                    <a:pt x="3080" y="480"/>
                    <a:pt x="1553" y="104"/>
                    <a:pt x="1095" y="5"/>
                  </a:cubicBezTo>
                  <a:cubicBezTo>
                    <a:pt x="1082" y="2"/>
                    <a:pt x="1068" y="1"/>
                    <a:pt x="105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85"/>
            <p:cNvSpPr/>
            <p:nvPr/>
          </p:nvSpPr>
          <p:spPr>
            <a:xfrm>
              <a:off x="6656959" y="1997409"/>
              <a:ext cx="139690" cy="209652"/>
            </a:xfrm>
            <a:custGeom>
              <a:rect b="b" l="l" r="r" t="t"/>
              <a:pathLst>
                <a:path extrusionOk="0" h="8055" w="5367">
                  <a:moveTo>
                    <a:pt x="2685" y="363"/>
                  </a:moveTo>
                  <a:cubicBezTo>
                    <a:pt x="3104" y="363"/>
                    <a:pt x="3445" y="609"/>
                    <a:pt x="3466" y="922"/>
                  </a:cubicBezTo>
                  <a:cubicBezTo>
                    <a:pt x="3215" y="822"/>
                    <a:pt x="2950" y="772"/>
                    <a:pt x="2685" y="772"/>
                  </a:cubicBezTo>
                  <a:cubicBezTo>
                    <a:pt x="2420" y="772"/>
                    <a:pt x="2156" y="822"/>
                    <a:pt x="1904" y="922"/>
                  </a:cubicBezTo>
                  <a:cubicBezTo>
                    <a:pt x="1925" y="609"/>
                    <a:pt x="2266" y="363"/>
                    <a:pt x="2685" y="363"/>
                  </a:cubicBezTo>
                  <a:close/>
                  <a:moveTo>
                    <a:pt x="2691" y="1128"/>
                  </a:moveTo>
                  <a:cubicBezTo>
                    <a:pt x="3812" y="1128"/>
                    <a:pt x="4650" y="2185"/>
                    <a:pt x="4377" y="3287"/>
                  </a:cubicBezTo>
                  <a:cubicBezTo>
                    <a:pt x="4339" y="3142"/>
                    <a:pt x="4258" y="3012"/>
                    <a:pt x="4145" y="2910"/>
                  </a:cubicBezTo>
                  <a:cubicBezTo>
                    <a:pt x="3442" y="2287"/>
                    <a:pt x="2185" y="2125"/>
                    <a:pt x="2129" y="2118"/>
                  </a:cubicBezTo>
                  <a:cubicBezTo>
                    <a:pt x="2120" y="2117"/>
                    <a:pt x="2112" y="2117"/>
                    <a:pt x="2103" y="2117"/>
                  </a:cubicBezTo>
                  <a:cubicBezTo>
                    <a:pt x="1890" y="2117"/>
                    <a:pt x="1857" y="2450"/>
                    <a:pt x="2087" y="2477"/>
                  </a:cubicBezTo>
                  <a:cubicBezTo>
                    <a:pt x="2097" y="2477"/>
                    <a:pt x="3290" y="2636"/>
                    <a:pt x="3906" y="3181"/>
                  </a:cubicBezTo>
                  <a:cubicBezTo>
                    <a:pt x="3994" y="3258"/>
                    <a:pt x="4043" y="3367"/>
                    <a:pt x="4043" y="3480"/>
                  </a:cubicBezTo>
                  <a:lnTo>
                    <a:pt x="4043" y="3642"/>
                  </a:lnTo>
                  <a:cubicBezTo>
                    <a:pt x="4043" y="4391"/>
                    <a:pt x="3434" y="5000"/>
                    <a:pt x="2685" y="5000"/>
                  </a:cubicBezTo>
                  <a:cubicBezTo>
                    <a:pt x="1936" y="5000"/>
                    <a:pt x="1327" y="4391"/>
                    <a:pt x="1327" y="3642"/>
                  </a:cubicBezTo>
                  <a:cubicBezTo>
                    <a:pt x="1327" y="3589"/>
                    <a:pt x="1352" y="3536"/>
                    <a:pt x="1397" y="3505"/>
                  </a:cubicBezTo>
                  <a:cubicBezTo>
                    <a:pt x="1601" y="3364"/>
                    <a:pt x="1770" y="3174"/>
                    <a:pt x="1883" y="2956"/>
                  </a:cubicBezTo>
                  <a:cubicBezTo>
                    <a:pt x="1956" y="2813"/>
                    <a:pt x="1836" y="2693"/>
                    <a:pt x="1716" y="2693"/>
                  </a:cubicBezTo>
                  <a:cubicBezTo>
                    <a:pt x="1657" y="2693"/>
                    <a:pt x="1598" y="2723"/>
                    <a:pt x="1563" y="2794"/>
                  </a:cubicBezTo>
                  <a:cubicBezTo>
                    <a:pt x="1475" y="2959"/>
                    <a:pt x="1345" y="3104"/>
                    <a:pt x="1190" y="3213"/>
                  </a:cubicBezTo>
                  <a:cubicBezTo>
                    <a:pt x="1119" y="3262"/>
                    <a:pt x="1063" y="3329"/>
                    <a:pt x="1024" y="3403"/>
                  </a:cubicBezTo>
                  <a:cubicBezTo>
                    <a:pt x="672" y="2301"/>
                    <a:pt x="1468" y="1168"/>
                    <a:pt x="2625" y="1130"/>
                  </a:cubicBezTo>
                  <a:cubicBezTo>
                    <a:pt x="2647" y="1129"/>
                    <a:pt x="2669" y="1128"/>
                    <a:pt x="2691" y="1128"/>
                  </a:cubicBezTo>
                  <a:close/>
                  <a:moveTo>
                    <a:pt x="3276" y="5257"/>
                  </a:moveTo>
                  <a:lnTo>
                    <a:pt x="3276" y="5507"/>
                  </a:lnTo>
                  <a:cubicBezTo>
                    <a:pt x="3276" y="5556"/>
                    <a:pt x="3280" y="5605"/>
                    <a:pt x="3294" y="5654"/>
                  </a:cubicBezTo>
                  <a:lnTo>
                    <a:pt x="2692" y="6105"/>
                  </a:lnTo>
                  <a:cubicBezTo>
                    <a:pt x="2690" y="6107"/>
                    <a:pt x="2688" y="6107"/>
                    <a:pt x="2685" y="6107"/>
                  </a:cubicBezTo>
                  <a:cubicBezTo>
                    <a:pt x="2682" y="6107"/>
                    <a:pt x="2680" y="6107"/>
                    <a:pt x="2678" y="6105"/>
                  </a:cubicBezTo>
                  <a:lnTo>
                    <a:pt x="2076" y="5654"/>
                  </a:lnTo>
                  <a:cubicBezTo>
                    <a:pt x="2090" y="5605"/>
                    <a:pt x="2094" y="5556"/>
                    <a:pt x="2094" y="5507"/>
                  </a:cubicBezTo>
                  <a:lnTo>
                    <a:pt x="2094" y="5257"/>
                  </a:lnTo>
                  <a:cubicBezTo>
                    <a:pt x="2284" y="5324"/>
                    <a:pt x="2484" y="5359"/>
                    <a:pt x="2685" y="5362"/>
                  </a:cubicBezTo>
                  <a:cubicBezTo>
                    <a:pt x="2886" y="5362"/>
                    <a:pt x="3086" y="5327"/>
                    <a:pt x="3276" y="5257"/>
                  </a:cubicBezTo>
                  <a:close/>
                  <a:moveTo>
                    <a:pt x="2682" y="0"/>
                  </a:moveTo>
                  <a:cubicBezTo>
                    <a:pt x="2052" y="0"/>
                    <a:pt x="1538" y="426"/>
                    <a:pt x="1538" y="947"/>
                  </a:cubicBezTo>
                  <a:cubicBezTo>
                    <a:pt x="1538" y="996"/>
                    <a:pt x="1545" y="1045"/>
                    <a:pt x="1556" y="1095"/>
                  </a:cubicBezTo>
                  <a:cubicBezTo>
                    <a:pt x="486" y="1770"/>
                    <a:pt x="254" y="3234"/>
                    <a:pt x="1056" y="4208"/>
                  </a:cubicBezTo>
                  <a:cubicBezTo>
                    <a:pt x="1183" y="4560"/>
                    <a:pt x="1418" y="4863"/>
                    <a:pt x="1732" y="5074"/>
                  </a:cubicBezTo>
                  <a:lnTo>
                    <a:pt x="1732" y="5507"/>
                  </a:lnTo>
                  <a:cubicBezTo>
                    <a:pt x="1732" y="5588"/>
                    <a:pt x="1682" y="5661"/>
                    <a:pt x="1608" y="5693"/>
                  </a:cubicBezTo>
                  <a:lnTo>
                    <a:pt x="451" y="6210"/>
                  </a:lnTo>
                  <a:cubicBezTo>
                    <a:pt x="176" y="6330"/>
                    <a:pt x="0" y="6601"/>
                    <a:pt x="0" y="6900"/>
                  </a:cubicBezTo>
                  <a:lnTo>
                    <a:pt x="0" y="7871"/>
                  </a:lnTo>
                  <a:cubicBezTo>
                    <a:pt x="0" y="7971"/>
                    <a:pt x="78" y="8054"/>
                    <a:pt x="181" y="8054"/>
                  </a:cubicBezTo>
                  <a:cubicBezTo>
                    <a:pt x="183" y="8054"/>
                    <a:pt x="185" y="8054"/>
                    <a:pt x="187" y="8054"/>
                  </a:cubicBezTo>
                  <a:cubicBezTo>
                    <a:pt x="285" y="8054"/>
                    <a:pt x="366" y="7973"/>
                    <a:pt x="366" y="7875"/>
                  </a:cubicBezTo>
                  <a:lnTo>
                    <a:pt x="366" y="6903"/>
                  </a:lnTo>
                  <a:cubicBezTo>
                    <a:pt x="366" y="6745"/>
                    <a:pt x="458" y="6604"/>
                    <a:pt x="602" y="6541"/>
                  </a:cubicBezTo>
                  <a:lnTo>
                    <a:pt x="1760" y="6024"/>
                  </a:lnTo>
                  <a:cubicBezTo>
                    <a:pt x="1802" y="6006"/>
                    <a:pt x="1841" y="5982"/>
                    <a:pt x="1876" y="5953"/>
                  </a:cubicBezTo>
                  <a:lnTo>
                    <a:pt x="2460" y="6393"/>
                  </a:lnTo>
                  <a:cubicBezTo>
                    <a:pt x="2527" y="6443"/>
                    <a:pt x="2606" y="6467"/>
                    <a:pt x="2685" y="6467"/>
                  </a:cubicBezTo>
                  <a:cubicBezTo>
                    <a:pt x="2763" y="6467"/>
                    <a:pt x="2842" y="6443"/>
                    <a:pt x="2907" y="6393"/>
                  </a:cubicBezTo>
                  <a:lnTo>
                    <a:pt x="3494" y="5953"/>
                  </a:lnTo>
                  <a:cubicBezTo>
                    <a:pt x="3529" y="5982"/>
                    <a:pt x="3568" y="6006"/>
                    <a:pt x="3610" y="6024"/>
                  </a:cubicBezTo>
                  <a:lnTo>
                    <a:pt x="4768" y="6541"/>
                  </a:lnTo>
                  <a:cubicBezTo>
                    <a:pt x="4912" y="6604"/>
                    <a:pt x="5004" y="6745"/>
                    <a:pt x="5004" y="6903"/>
                  </a:cubicBezTo>
                  <a:lnTo>
                    <a:pt x="5004" y="7875"/>
                  </a:lnTo>
                  <a:cubicBezTo>
                    <a:pt x="5004" y="7994"/>
                    <a:pt x="5094" y="8054"/>
                    <a:pt x="5185" y="8054"/>
                  </a:cubicBezTo>
                  <a:cubicBezTo>
                    <a:pt x="5276" y="8054"/>
                    <a:pt x="5366" y="7994"/>
                    <a:pt x="5366" y="7875"/>
                  </a:cubicBezTo>
                  <a:lnTo>
                    <a:pt x="5366" y="6903"/>
                  </a:lnTo>
                  <a:cubicBezTo>
                    <a:pt x="5366" y="6604"/>
                    <a:pt x="5190" y="6333"/>
                    <a:pt x="4916" y="6210"/>
                  </a:cubicBezTo>
                  <a:lnTo>
                    <a:pt x="3755" y="5693"/>
                  </a:lnTo>
                  <a:cubicBezTo>
                    <a:pt x="3681" y="5661"/>
                    <a:pt x="3635" y="5588"/>
                    <a:pt x="3632" y="5507"/>
                  </a:cubicBezTo>
                  <a:lnTo>
                    <a:pt x="3632" y="5074"/>
                  </a:lnTo>
                  <a:cubicBezTo>
                    <a:pt x="3945" y="4863"/>
                    <a:pt x="4180" y="4560"/>
                    <a:pt x="4307" y="4208"/>
                  </a:cubicBezTo>
                  <a:cubicBezTo>
                    <a:pt x="5113" y="3234"/>
                    <a:pt x="4877" y="1770"/>
                    <a:pt x="3811" y="1095"/>
                  </a:cubicBezTo>
                  <a:cubicBezTo>
                    <a:pt x="3822" y="1045"/>
                    <a:pt x="3825" y="996"/>
                    <a:pt x="3825" y="947"/>
                  </a:cubicBezTo>
                  <a:cubicBezTo>
                    <a:pt x="3825" y="426"/>
                    <a:pt x="3315" y="0"/>
                    <a:pt x="26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85"/>
            <p:cNvSpPr/>
            <p:nvPr/>
          </p:nvSpPr>
          <p:spPr>
            <a:xfrm>
              <a:off x="6722158" y="2172600"/>
              <a:ext cx="9370" cy="34460"/>
            </a:xfrm>
            <a:custGeom>
              <a:rect b="b" l="l" r="r" t="t"/>
              <a:pathLst>
                <a:path extrusionOk="0" h="1324" w="360">
                  <a:moveTo>
                    <a:pt x="180" y="0"/>
                  </a:moveTo>
                  <a:cubicBezTo>
                    <a:pt x="90" y="0"/>
                    <a:pt x="1" y="60"/>
                    <a:pt x="1" y="180"/>
                  </a:cubicBezTo>
                  <a:lnTo>
                    <a:pt x="1" y="1144"/>
                  </a:lnTo>
                  <a:cubicBezTo>
                    <a:pt x="1" y="1263"/>
                    <a:pt x="90" y="1323"/>
                    <a:pt x="180" y="1323"/>
                  </a:cubicBezTo>
                  <a:cubicBezTo>
                    <a:pt x="270" y="1323"/>
                    <a:pt x="359" y="1263"/>
                    <a:pt x="359" y="1144"/>
                  </a:cubicBezTo>
                  <a:lnTo>
                    <a:pt x="359" y="180"/>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85"/>
            <p:cNvSpPr/>
            <p:nvPr/>
          </p:nvSpPr>
          <p:spPr>
            <a:xfrm>
              <a:off x="6682050" y="2182595"/>
              <a:ext cx="9448" cy="24466"/>
            </a:xfrm>
            <a:custGeom>
              <a:rect b="b" l="l" r="r" t="t"/>
              <a:pathLst>
                <a:path extrusionOk="0" h="940" w="363">
                  <a:moveTo>
                    <a:pt x="182" y="0"/>
                  </a:moveTo>
                  <a:cubicBezTo>
                    <a:pt x="91" y="0"/>
                    <a:pt x="1" y="61"/>
                    <a:pt x="1" y="183"/>
                  </a:cubicBezTo>
                  <a:lnTo>
                    <a:pt x="1" y="760"/>
                  </a:lnTo>
                  <a:cubicBezTo>
                    <a:pt x="1" y="879"/>
                    <a:pt x="91" y="939"/>
                    <a:pt x="182" y="939"/>
                  </a:cubicBezTo>
                  <a:cubicBezTo>
                    <a:pt x="272" y="939"/>
                    <a:pt x="363" y="879"/>
                    <a:pt x="363" y="760"/>
                  </a:cubicBezTo>
                  <a:lnTo>
                    <a:pt x="363" y="183"/>
                  </a:lnTo>
                  <a:cubicBezTo>
                    <a:pt x="363" y="61"/>
                    <a:pt x="272"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85"/>
            <p:cNvSpPr/>
            <p:nvPr/>
          </p:nvSpPr>
          <p:spPr>
            <a:xfrm>
              <a:off x="6762188" y="2182595"/>
              <a:ext cx="9370" cy="24466"/>
            </a:xfrm>
            <a:custGeom>
              <a:rect b="b" l="l" r="r" t="t"/>
              <a:pathLst>
                <a:path extrusionOk="0" h="940" w="360">
                  <a:moveTo>
                    <a:pt x="180" y="0"/>
                  </a:moveTo>
                  <a:cubicBezTo>
                    <a:pt x="90" y="0"/>
                    <a:pt x="0" y="61"/>
                    <a:pt x="0" y="183"/>
                  </a:cubicBezTo>
                  <a:lnTo>
                    <a:pt x="0" y="760"/>
                  </a:lnTo>
                  <a:cubicBezTo>
                    <a:pt x="0" y="879"/>
                    <a:pt x="90" y="939"/>
                    <a:pt x="180" y="939"/>
                  </a:cubicBezTo>
                  <a:cubicBezTo>
                    <a:pt x="269" y="939"/>
                    <a:pt x="359" y="879"/>
                    <a:pt x="359" y="760"/>
                  </a:cubicBezTo>
                  <a:lnTo>
                    <a:pt x="359" y="183"/>
                  </a:lnTo>
                  <a:cubicBezTo>
                    <a:pt x="359" y="61"/>
                    <a:pt x="269"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85"/>
            <p:cNvSpPr/>
            <p:nvPr/>
          </p:nvSpPr>
          <p:spPr>
            <a:xfrm>
              <a:off x="670714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85"/>
            <p:cNvSpPr/>
            <p:nvPr/>
          </p:nvSpPr>
          <p:spPr>
            <a:xfrm>
              <a:off x="6612088"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85"/>
            <p:cNvSpPr/>
            <p:nvPr/>
          </p:nvSpPr>
          <p:spPr>
            <a:xfrm>
              <a:off x="6802297"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85"/>
            <p:cNvSpPr/>
            <p:nvPr/>
          </p:nvSpPr>
          <p:spPr>
            <a:xfrm>
              <a:off x="6643165" y="2217654"/>
              <a:ext cx="167305" cy="64522"/>
            </a:xfrm>
            <a:custGeom>
              <a:rect b="b" l="l" r="r" t="t"/>
              <a:pathLst>
                <a:path extrusionOk="0" h="2479" w="6428">
                  <a:moveTo>
                    <a:pt x="3213" y="0"/>
                  </a:moveTo>
                  <a:cubicBezTo>
                    <a:pt x="3123" y="0"/>
                    <a:pt x="3032" y="60"/>
                    <a:pt x="3032" y="180"/>
                  </a:cubicBezTo>
                  <a:lnTo>
                    <a:pt x="3032" y="384"/>
                  </a:lnTo>
                  <a:lnTo>
                    <a:pt x="1780" y="384"/>
                  </a:lnTo>
                  <a:cubicBezTo>
                    <a:pt x="1537" y="384"/>
                    <a:pt x="1308" y="503"/>
                    <a:pt x="1164" y="700"/>
                  </a:cubicBezTo>
                  <a:lnTo>
                    <a:pt x="101" y="2192"/>
                  </a:lnTo>
                  <a:cubicBezTo>
                    <a:pt x="0" y="2331"/>
                    <a:pt x="122" y="2479"/>
                    <a:pt x="251" y="2479"/>
                  </a:cubicBezTo>
                  <a:cubicBezTo>
                    <a:pt x="301" y="2479"/>
                    <a:pt x="353" y="2456"/>
                    <a:pt x="393" y="2400"/>
                  </a:cubicBezTo>
                  <a:lnTo>
                    <a:pt x="1456" y="911"/>
                  </a:lnTo>
                  <a:cubicBezTo>
                    <a:pt x="1530" y="806"/>
                    <a:pt x="1653" y="746"/>
                    <a:pt x="1780" y="746"/>
                  </a:cubicBezTo>
                  <a:lnTo>
                    <a:pt x="3032" y="746"/>
                  </a:lnTo>
                  <a:lnTo>
                    <a:pt x="3032" y="2104"/>
                  </a:lnTo>
                  <a:cubicBezTo>
                    <a:pt x="3032" y="2224"/>
                    <a:pt x="3123" y="2284"/>
                    <a:pt x="3213" y="2284"/>
                  </a:cubicBezTo>
                  <a:cubicBezTo>
                    <a:pt x="3304" y="2284"/>
                    <a:pt x="3394" y="2224"/>
                    <a:pt x="3394" y="2104"/>
                  </a:cubicBezTo>
                  <a:lnTo>
                    <a:pt x="3394" y="746"/>
                  </a:lnTo>
                  <a:lnTo>
                    <a:pt x="4647" y="746"/>
                  </a:lnTo>
                  <a:cubicBezTo>
                    <a:pt x="4774" y="746"/>
                    <a:pt x="4897" y="806"/>
                    <a:pt x="4971" y="911"/>
                  </a:cubicBezTo>
                  <a:lnTo>
                    <a:pt x="6033" y="2400"/>
                  </a:lnTo>
                  <a:cubicBezTo>
                    <a:pt x="6073" y="2456"/>
                    <a:pt x="6125" y="2479"/>
                    <a:pt x="6176" y="2479"/>
                  </a:cubicBezTo>
                  <a:cubicBezTo>
                    <a:pt x="6305" y="2479"/>
                    <a:pt x="6427" y="2331"/>
                    <a:pt x="6329" y="2192"/>
                  </a:cubicBezTo>
                  <a:lnTo>
                    <a:pt x="5263" y="700"/>
                  </a:lnTo>
                  <a:cubicBezTo>
                    <a:pt x="5122" y="503"/>
                    <a:pt x="4893" y="384"/>
                    <a:pt x="4647" y="384"/>
                  </a:cubicBezTo>
                  <a:lnTo>
                    <a:pt x="3394" y="384"/>
                  </a:lnTo>
                  <a:lnTo>
                    <a:pt x="3394" y="180"/>
                  </a:lnTo>
                  <a:cubicBezTo>
                    <a:pt x="3394" y="60"/>
                    <a:pt x="3304" y="0"/>
                    <a:pt x="3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4" name="Google Shape;17934;p85"/>
          <p:cNvGrpSpPr/>
          <p:nvPr/>
        </p:nvGrpSpPr>
        <p:grpSpPr>
          <a:xfrm>
            <a:off x="6060617" y="2898247"/>
            <a:ext cx="346738" cy="346816"/>
            <a:chOff x="6060617" y="2898247"/>
            <a:chExt cx="346738" cy="346816"/>
          </a:xfrm>
        </p:grpSpPr>
        <p:sp>
          <p:nvSpPr>
            <p:cNvPr id="17935" name="Google Shape;17935;p85"/>
            <p:cNvSpPr/>
            <p:nvPr/>
          </p:nvSpPr>
          <p:spPr>
            <a:xfrm>
              <a:off x="6066109" y="2903739"/>
              <a:ext cx="255512" cy="255512"/>
            </a:xfrm>
            <a:custGeom>
              <a:rect b="b" l="l" r="r" t="t"/>
              <a:pathLst>
                <a:path extrusionOk="0" h="9817" w="9817">
                  <a:moveTo>
                    <a:pt x="4606" y="0"/>
                  </a:moveTo>
                  <a:cubicBezTo>
                    <a:pt x="4391" y="0"/>
                    <a:pt x="4208" y="148"/>
                    <a:pt x="4166" y="359"/>
                  </a:cubicBezTo>
                  <a:lnTo>
                    <a:pt x="3944" y="1471"/>
                  </a:lnTo>
                  <a:cubicBezTo>
                    <a:pt x="3670" y="1549"/>
                    <a:pt x="3406" y="1658"/>
                    <a:pt x="3160" y="1795"/>
                  </a:cubicBezTo>
                  <a:lnTo>
                    <a:pt x="2217" y="1169"/>
                  </a:lnTo>
                  <a:cubicBezTo>
                    <a:pt x="2140" y="1117"/>
                    <a:pt x="2053" y="1093"/>
                    <a:pt x="1967" y="1093"/>
                  </a:cubicBezTo>
                  <a:cubicBezTo>
                    <a:pt x="1852" y="1093"/>
                    <a:pt x="1738" y="1137"/>
                    <a:pt x="1654" y="1221"/>
                  </a:cubicBezTo>
                  <a:lnTo>
                    <a:pt x="1221" y="1651"/>
                  </a:lnTo>
                  <a:cubicBezTo>
                    <a:pt x="1073" y="1802"/>
                    <a:pt x="1049" y="2038"/>
                    <a:pt x="1168" y="2214"/>
                  </a:cubicBezTo>
                  <a:lnTo>
                    <a:pt x="1795" y="3160"/>
                  </a:lnTo>
                  <a:cubicBezTo>
                    <a:pt x="1657" y="3406"/>
                    <a:pt x="1548" y="3670"/>
                    <a:pt x="1471" y="3945"/>
                  </a:cubicBezTo>
                  <a:lnTo>
                    <a:pt x="359" y="4166"/>
                  </a:lnTo>
                  <a:cubicBezTo>
                    <a:pt x="148" y="4209"/>
                    <a:pt x="0" y="4391"/>
                    <a:pt x="0" y="4606"/>
                  </a:cubicBezTo>
                  <a:lnTo>
                    <a:pt x="0" y="5215"/>
                  </a:lnTo>
                  <a:cubicBezTo>
                    <a:pt x="0" y="5426"/>
                    <a:pt x="148" y="5609"/>
                    <a:pt x="359" y="5651"/>
                  </a:cubicBezTo>
                  <a:lnTo>
                    <a:pt x="1471" y="5873"/>
                  </a:lnTo>
                  <a:cubicBezTo>
                    <a:pt x="1548" y="6147"/>
                    <a:pt x="1657" y="6411"/>
                    <a:pt x="1795" y="6657"/>
                  </a:cubicBezTo>
                  <a:lnTo>
                    <a:pt x="1168" y="7604"/>
                  </a:lnTo>
                  <a:cubicBezTo>
                    <a:pt x="1049" y="7780"/>
                    <a:pt x="1073" y="8015"/>
                    <a:pt x="1221" y="8167"/>
                  </a:cubicBezTo>
                  <a:lnTo>
                    <a:pt x="1654" y="8596"/>
                  </a:lnTo>
                  <a:cubicBezTo>
                    <a:pt x="1739" y="8681"/>
                    <a:pt x="1853" y="8725"/>
                    <a:pt x="1969" y="8725"/>
                  </a:cubicBezTo>
                  <a:cubicBezTo>
                    <a:pt x="2055" y="8725"/>
                    <a:pt x="2141" y="8702"/>
                    <a:pt x="2217" y="8652"/>
                  </a:cubicBezTo>
                  <a:lnTo>
                    <a:pt x="3160" y="8023"/>
                  </a:lnTo>
                  <a:cubicBezTo>
                    <a:pt x="3406" y="8160"/>
                    <a:pt x="3670" y="8269"/>
                    <a:pt x="3944" y="8346"/>
                  </a:cubicBezTo>
                  <a:lnTo>
                    <a:pt x="4166" y="9458"/>
                  </a:lnTo>
                  <a:cubicBezTo>
                    <a:pt x="4208" y="9669"/>
                    <a:pt x="4391" y="9817"/>
                    <a:pt x="4606" y="9817"/>
                  </a:cubicBezTo>
                  <a:lnTo>
                    <a:pt x="5211" y="9817"/>
                  </a:lnTo>
                  <a:cubicBezTo>
                    <a:pt x="5426" y="9817"/>
                    <a:pt x="5609" y="9669"/>
                    <a:pt x="5651" y="9458"/>
                  </a:cubicBezTo>
                  <a:lnTo>
                    <a:pt x="5873" y="8346"/>
                  </a:lnTo>
                  <a:cubicBezTo>
                    <a:pt x="6147" y="8269"/>
                    <a:pt x="6411" y="8160"/>
                    <a:pt x="6657" y="8023"/>
                  </a:cubicBezTo>
                  <a:lnTo>
                    <a:pt x="7604" y="8649"/>
                  </a:lnTo>
                  <a:cubicBezTo>
                    <a:pt x="7679" y="8698"/>
                    <a:pt x="7765" y="8723"/>
                    <a:pt x="7851" y="8723"/>
                  </a:cubicBezTo>
                  <a:cubicBezTo>
                    <a:pt x="7966" y="8723"/>
                    <a:pt x="8080" y="8679"/>
                    <a:pt x="8167" y="8593"/>
                  </a:cubicBezTo>
                  <a:lnTo>
                    <a:pt x="8596" y="8163"/>
                  </a:lnTo>
                  <a:cubicBezTo>
                    <a:pt x="8744" y="8012"/>
                    <a:pt x="8768" y="7776"/>
                    <a:pt x="8652" y="7600"/>
                  </a:cubicBezTo>
                  <a:lnTo>
                    <a:pt x="8022" y="6657"/>
                  </a:lnTo>
                  <a:cubicBezTo>
                    <a:pt x="8160" y="6408"/>
                    <a:pt x="8269" y="6144"/>
                    <a:pt x="8346" y="5873"/>
                  </a:cubicBezTo>
                  <a:lnTo>
                    <a:pt x="9458" y="5648"/>
                  </a:lnTo>
                  <a:cubicBezTo>
                    <a:pt x="9669" y="5609"/>
                    <a:pt x="9817" y="5422"/>
                    <a:pt x="9817" y="5211"/>
                  </a:cubicBezTo>
                  <a:lnTo>
                    <a:pt x="9817" y="4606"/>
                  </a:lnTo>
                  <a:cubicBezTo>
                    <a:pt x="9817" y="4391"/>
                    <a:pt x="9665" y="4209"/>
                    <a:pt x="9458" y="4170"/>
                  </a:cubicBezTo>
                  <a:lnTo>
                    <a:pt x="8346" y="3945"/>
                  </a:lnTo>
                  <a:cubicBezTo>
                    <a:pt x="8269" y="3670"/>
                    <a:pt x="8160" y="3410"/>
                    <a:pt x="8022" y="3160"/>
                  </a:cubicBezTo>
                  <a:lnTo>
                    <a:pt x="8649" y="2214"/>
                  </a:lnTo>
                  <a:cubicBezTo>
                    <a:pt x="8768" y="2038"/>
                    <a:pt x="8744" y="1802"/>
                    <a:pt x="8592" y="1651"/>
                  </a:cubicBezTo>
                  <a:lnTo>
                    <a:pt x="8163" y="1221"/>
                  </a:lnTo>
                  <a:cubicBezTo>
                    <a:pt x="8079" y="1137"/>
                    <a:pt x="7965" y="1093"/>
                    <a:pt x="7850" y="1093"/>
                  </a:cubicBezTo>
                  <a:cubicBezTo>
                    <a:pt x="7764" y="1093"/>
                    <a:pt x="7677" y="1117"/>
                    <a:pt x="7600" y="1169"/>
                  </a:cubicBezTo>
                  <a:lnTo>
                    <a:pt x="6657" y="1795"/>
                  </a:lnTo>
                  <a:cubicBezTo>
                    <a:pt x="6407" y="1658"/>
                    <a:pt x="6147" y="1549"/>
                    <a:pt x="5873" y="1471"/>
                  </a:cubicBezTo>
                  <a:lnTo>
                    <a:pt x="5651" y="359"/>
                  </a:lnTo>
                  <a:cubicBezTo>
                    <a:pt x="5609" y="148"/>
                    <a:pt x="5426" y="0"/>
                    <a:pt x="5211"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85"/>
            <p:cNvSpPr/>
            <p:nvPr/>
          </p:nvSpPr>
          <p:spPr>
            <a:xfrm>
              <a:off x="6133312" y="2975444"/>
              <a:ext cx="116707" cy="112179"/>
            </a:xfrm>
            <a:custGeom>
              <a:rect b="b" l="l" r="r" t="t"/>
              <a:pathLst>
                <a:path extrusionOk="0" h="4310" w="4484">
                  <a:moveTo>
                    <a:pt x="2326" y="0"/>
                  </a:moveTo>
                  <a:cubicBezTo>
                    <a:pt x="1454" y="0"/>
                    <a:pt x="669" y="525"/>
                    <a:pt x="335" y="1330"/>
                  </a:cubicBezTo>
                  <a:cubicBezTo>
                    <a:pt x="1" y="2136"/>
                    <a:pt x="187" y="3061"/>
                    <a:pt x="803" y="3677"/>
                  </a:cubicBezTo>
                  <a:cubicBezTo>
                    <a:pt x="1214" y="4091"/>
                    <a:pt x="1766" y="4310"/>
                    <a:pt x="2327" y="4310"/>
                  </a:cubicBezTo>
                  <a:cubicBezTo>
                    <a:pt x="2605" y="4310"/>
                    <a:pt x="2886" y="4256"/>
                    <a:pt x="3153" y="4145"/>
                  </a:cubicBezTo>
                  <a:cubicBezTo>
                    <a:pt x="3956" y="3811"/>
                    <a:pt x="4483" y="3026"/>
                    <a:pt x="4483" y="2154"/>
                  </a:cubicBezTo>
                  <a:cubicBezTo>
                    <a:pt x="4483" y="964"/>
                    <a:pt x="3516" y="0"/>
                    <a:pt x="23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85"/>
            <p:cNvSpPr/>
            <p:nvPr/>
          </p:nvSpPr>
          <p:spPr>
            <a:xfrm>
              <a:off x="6156580" y="3003658"/>
              <a:ext cx="65225" cy="55829"/>
            </a:xfrm>
            <a:custGeom>
              <a:rect b="b" l="l" r="r" t="t"/>
              <a:pathLst>
                <a:path extrusionOk="0" h="2145" w="2506">
                  <a:moveTo>
                    <a:pt x="1432" y="0"/>
                  </a:moveTo>
                  <a:cubicBezTo>
                    <a:pt x="479" y="0"/>
                    <a:pt x="0" y="1154"/>
                    <a:pt x="676" y="1830"/>
                  </a:cubicBezTo>
                  <a:cubicBezTo>
                    <a:pt x="894" y="2047"/>
                    <a:pt x="1163" y="2144"/>
                    <a:pt x="1426" y="2144"/>
                  </a:cubicBezTo>
                  <a:cubicBezTo>
                    <a:pt x="1977" y="2144"/>
                    <a:pt x="2506" y="1717"/>
                    <a:pt x="2506" y="1070"/>
                  </a:cubicBezTo>
                  <a:cubicBezTo>
                    <a:pt x="2506" y="479"/>
                    <a:pt x="2027" y="0"/>
                    <a:pt x="143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85"/>
            <p:cNvSpPr/>
            <p:nvPr/>
          </p:nvSpPr>
          <p:spPr>
            <a:xfrm>
              <a:off x="6159131" y="3004934"/>
              <a:ext cx="45730" cy="40811"/>
            </a:xfrm>
            <a:custGeom>
              <a:rect b="b" l="l" r="r" t="t"/>
              <a:pathLst>
                <a:path extrusionOk="0" h="1568" w="1757">
                  <a:moveTo>
                    <a:pt x="1011" y="0"/>
                  </a:moveTo>
                  <a:cubicBezTo>
                    <a:pt x="370" y="4"/>
                    <a:pt x="1" y="729"/>
                    <a:pt x="381" y="1246"/>
                  </a:cubicBezTo>
                  <a:cubicBezTo>
                    <a:pt x="540" y="1464"/>
                    <a:pt x="775" y="1567"/>
                    <a:pt x="1009" y="1567"/>
                  </a:cubicBezTo>
                  <a:cubicBezTo>
                    <a:pt x="1329" y="1567"/>
                    <a:pt x="1645" y="1374"/>
                    <a:pt x="1757" y="1021"/>
                  </a:cubicBezTo>
                  <a:cubicBezTo>
                    <a:pt x="1757" y="556"/>
                    <a:pt x="1454" y="141"/>
                    <a:pt x="101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85"/>
            <p:cNvSpPr/>
            <p:nvPr/>
          </p:nvSpPr>
          <p:spPr>
            <a:xfrm>
              <a:off x="6234064" y="3071694"/>
              <a:ext cx="167877" cy="167877"/>
            </a:xfrm>
            <a:custGeom>
              <a:rect b="b" l="l" r="r" t="t"/>
              <a:pathLst>
                <a:path extrusionOk="0" h="6450" w="6450">
                  <a:moveTo>
                    <a:pt x="3026" y="0"/>
                  </a:moveTo>
                  <a:cubicBezTo>
                    <a:pt x="2885" y="0"/>
                    <a:pt x="2766" y="99"/>
                    <a:pt x="2737" y="236"/>
                  </a:cubicBezTo>
                  <a:lnTo>
                    <a:pt x="2593" y="968"/>
                  </a:lnTo>
                  <a:cubicBezTo>
                    <a:pt x="2410" y="1017"/>
                    <a:pt x="2238" y="1087"/>
                    <a:pt x="2076" y="1179"/>
                  </a:cubicBezTo>
                  <a:lnTo>
                    <a:pt x="1457" y="767"/>
                  </a:lnTo>
                  <a:cubicBezTo>
                    <a:pt x="1405" y="734"/>
                    <a:pt x="1347" y="718"/>
                    <a:pt x="1290" y="718"/>
                  </a:cubicBezTo>
                  <a:cubicBezTo>
                    <a:pt x="1214" y="718"/>
                    <a:pt x="1140" y="746"/>
                    <a:pt x="1084" y="802"/>
                  </a:cubicBezTo>
                  <a:lnTo>
                    <a:pt x="802" y="1084"/>
                  </a:lnTo>
                  <a:cubicBezTo>
                    <a:pt x="704" y="1182"/>
                    <a:pt x="690" y="1337"/>
                    <a:pt x="767" y="1453"/>
                  </a:cubicBezTo>
                  <a:lnTo>
                    <a:pt x="1179" y="2076"/>
                  </a:lnTo>
                  <a:cubicBezTo>
                    <a:pt x="1087" y="2238"/>
                    <a:pt x="1017" y="2410"/>
                    <a:pt x="968" y="2590"/>
                  </a:cubicBezTo>
                  <a:lnTo>
                    <a:pt x="236" y="2738"/>
                  </a:lnTo>
                  <a:cubicBezTo>
                    <a:pt x="99" y="2766"/>
                    <a:pt x="0" y="2885"/>
                    <a:pt x="0" y="3026"/>
                  </a:cubicBezTo>
                  <a:lnTo>
                    <a:pt x="0" y="3424"/>
                  </a:lnTo>
                  <a:cubicBezTo>
                    <a:pt x="0" y="3564"/>
                    <a:pt x="99" y="3684"/>
                    <a:pt x="236" y="3712"/>
                  </a:cubicBezTo>
                  <a:lnTo>
                    <a:pt x="968" y="3857"/>
                  </a:lnTo>
                  <a:cubicBezTo>
                    <a:pt x="1017" y="4036"/>
                    <a:pt x="1087" y="4212"/>
                    <a:pt x="1179" y="4374"/>
                  </a:cubicBezTo>
                  <a:lnTo>
                    <a:pt x="767" y="4993"/>
                  </a:lnTo>
                  <a:cubicBezTo>
                    <a:pt x="690" y="5109"/>
                    <a:pt x="704" y="5264"/>
                    <a:pt x="802" y="5362"/>
                  </a:cubicBezTo>
                  <a:lnTo>
                    <a:pt x="1084" y="5647"/>
                  </a:lnTo>
                  <a:cubicBezTo>
                    <a:pt x="1140" y="5704"/>
                    <a:pt x="1214" y="5732"/>
                    <a:pt x="1290" y="5732"/>
                  </a:cubicBezTo>
                  <a:cubicBezTo>
                    <a:pt x="1347" y="5732"/>
                    <a:pt x="1405" y="5716"/>
                    <a:pt x="1457" y="5683"/>
                  </a:cubicBezTo>
                  <a:lnTo>
                    <a:pt x="2076" y="5267"/>
                  </a:lnTo>
                  <a:cubicBezTo>
                    <a:pt x="2238" y="5359"/>
                    <a:pt x="2410" y="5433"/>
                    <a:pt x="2593" y="5482"/>
                  </a:cubicBezTo>
                  <a:lnTo>
                    <a:pt x="2737" y="6214"/>
                  </a:lnTo>
                  <a:cubicBezTo>
                    <a:pt x="2766" y="6351"/>
                    <a:pt x="2885" y="6450"/>
                    <a:pt x="3026" y="6450"/>
                  </a:cubicBezTo>
                  <a:lnTo>
                    <a:pt x="3424" y="6450"/>
                  </a:lnTo>
                  <a:cubicBezTo>
                    <a:pt x="3564" y="6450"/>
                    <a:pt x="3684" y="6351"/>
                    <a:pt x="3712" y="6214"/>
                  </a:cubicBezTo>
                  <a:lnTo>
                    <a:pt x="3856" y="5482"/>
                  </a:lnTo>
                  <a:cubicBezTo>
                    <a:pt x="4039" y="5433"/>
                    <a:pt x="4212" y="5359"/>
                    <a:pt x="4374" y="5267"/>
                  </a:cubicBezTo>
                  <a:lnTo>
                    <a:pt x="4993" y="5683"/>
                  </a:lnTo>
                  <a:cubicBezTo>
                    <a:pt x="5043" y="5716"/>
                    <a:pt x="5100" y="5732"/>
                    <a:pt x="5157" y="5732"/>
                  </a:cubicBezTo>
                  <a:cubicBezTo>
                    <a:pt x="5232" y="5732"/>
                    <a:pt x="5308" y="5704"/>
                    <a:pt x="5366" y="5647"/>
                  </a:cubicBezTo>
                  <a:lnTo>
                    <a:pt x="5647" y="5362"/>
                  </a:lnTo>
                  <a:cubicBezTo>
                    <a:pt x="5746" y="5264"/>
                    <a:pt x="5760" y="5109"/>
                    <a:pt x="5682" y="4993"/>
                  </a:cubicBezTo>
                  <a:lnTo>
                    <a:pt x="5271" y="4374"/>
                  </a:lnTo>
                  <a:cubicBezTo>
                    <a:pt x="5362" y="4212"/>
                    <a:pt x="5433" y="4036"/>
                    <a:pt x="5482" y="3857"/>
                  </a:cubicBezTo>
                  <a:lnTo>
                    <a:pt x="6214" y="3712"/>
                  </a:lnTo>
                  <a:cubicBezTo>
                    <a:pt x="6351" y="3684"/>
                    <a:pt x="6449" y="3564"/>
                    <a:pt x="6449" y="3424"/>
                  </a:cubicBezTo>
                  <a:lnTo>
                    <a:pt x="6449" y="3026"/>
                  </a:lnTo>
                  <a:cubicBezTo>
                    <a:pt x="6449" y="2885"/>
                    <a:pt x="6351" y="2766"/>
                    <a:pt x="6214" y="2738"/>
                  </a:cubicBezTo>
                  <a:lnTo>
                    <a:pt x="5482" y="2590"/>
                  </a:lnTo>
                  <a:cubicBezTo>
                    <a:pt x="5433" y="2410"/>
                    <a:pt x="5362" y="2238"/>
                    <a:pt x="5271" y="2076"/>
                  </a:cubicBezTo>
                  <a:lnTo>
                    <a:pt x="5682" y="1453"/>
                  </a:lnTo>
                  <a:cubicBezTo>
                    <a:pt x="5760" y="1337"/>
                    <a:pt x="5746" y="1182"/>
                    <a:pt x="5647" y="1084"/>
                  </a:cubicBezTo>
                  <a:lnTo>
                    <a:pt x="5366" y="802"/>
                  </a:lnTo>
                  <a:cubicBezTo>
                    <a:pt x="5308" y="746"/>
                    <a:pt x="5232" y="718"/>
                    <a:pt x="5157" y="718"/>
                  </a:cubicBezTo>
                  <a:cubicBezTo>
                    <a:pt x="5100" y="718"/>
                    <a:pt x="5043" y="734"/>
                    <a:pt x="4993" y="767"/>
                  </a:cubicBezTo>
                  <a:lnTo>
                    <a:pt x="4374" y="1179"/>
                  </a:lnTo>
                  <a:cubicBezTo>
                    <a:pt x="4212" y="1087"/>
                    <a:pt x="4039" y="1017"/>
                    <a:pt x="3856" y="968"/>
                  </a:cubicBezTo>
                  <a:lnTo>
                    <a:pt x="3712" y="236"/>
                  </a:lnTo>
                  <a:cubicBezTo>
                    <a:pt x="3684" y="99"/>
                    <a:pt x="3564" y="0"/>
                    <a:pt x="3424"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85"/>
            <p:cNvSpPr/>
            <p:nvPr/>
          </p:nvSpPr>
          <p:spPr>
            <a:xfrm>
              <a:off x="6272689" y="3113624"/>
              <a:ext cx="87296" cy="83991"/>
            </a:xfrm>
            <a:custGeom>
              <a:rect b="b" l="l" r="r" t="t"/>
              <a:pathLst>
                <a:path extrusionOk="0" h="3227" w="3354">
                  <a:moveTo>
                    <a:pt x="1743" y="1"/>
                  </a:moveTo>
                  <a:cubicBezTo>
                    <a:pt x="1088" y="1"/>
                    <a:pt x="501" y="395"/>
                    <a:pt x="251" y="996"/>
                  </a:cubicBezTo>
                  <a:cubicBezTo>
                    <a:pt x="1" y="1598"/>
                    <a:pt x="138" y="2291"/>
                    <a:pt x="599" y="2752"/>
                  </a:cubicBezTo>
                  <a:cubicBezTo>
                    <a:pt x="908" y="3061"/>
                    <a:pt x="1323" y="3226"/>
                    <a:pt x="1744" y="3226"/>
                  </a:cubicBezTo>
                  <a:cubicBezTo>
                    <a:pt x="1951" y="3226"/>
                    <a:pt x="2160" y="3186"/>
                    <a:pt x="2358" y="3104"/>
                  </a:cubicBezTo>
                  <a:cubicBezTo>
                    <a:pt x="2960" y="2854"/>
                    <a:pt x="3354" y="2267"/>
                    <a:pt x="3354" y="1612"/>
                  </a:cubicBezTo>
                  <a:cubicBezTo>
                    <a:pt x="3354" y="722"/>
                    <a:pt x="2633" y="1"/>
                    <a:pt x="1743"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85"/>
            <p:cNvSpPr/>
            <p:nvPr/>
          </p:nvSpPr>
          <p:spPr>
            <a:xfrm>
              <a:off x="6284323" y="3130386"/>
              <a:ext cx="58926" cy="50467"/>
            </a:xfrm>
            <a:custGeom>
              <a:rect b="b" l="l" r="r" t="t"/>
              <a:pathLst>
                <a:path extrusionOk="0" h="1939" w="2264">
                  <a:moveTo>
                    <a:pt x="1296" y="1"/>
                  </a:moveTo>
                  <a:cubicBezTo>
                    <a:pt x="430" y="1"/>
                    <a:pt x="1" y="1042"/>
                    <a:pt x="609" y="1654"/>
                  </a:cubicBezTo>
                  <a:cubicBezTo>
                    <a:pt x="806" y="1851"/>
                    <a:pt x="1048" y="1939"/>
                    <a:pt x="1286" y="1939"/>
                  </a:cubicBezTo>
                  <a:cubicBezTo>
                    <a:pt x="1784" y="1939"/>
                    <a:pt x="2263" y="1552"/>
                    <a:pt x="2263" y="968"/>
                  </a:cubicBezTo>
                  <a:cubicBezTo>
                    <a:pt x="2263" y="433"/>
                    <a:pt x="1827" y="1"/>
                    <a:pt x="12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85"/>
            <p:cNvSpPr/>
            <p:nvPr/>
          </p:nvSpPr>
          <p:spPr>
            <a:xfrm>
              <a:off x="6286718" y="3131844"/>
              <a:ext cx="39666" cy="35684"/>
            </a:xfrm>
            <a:custGeom>
              <a:rect b="b" l="l" r="r" t="t"/>
              <a:pathLst>
                <a:path extrusionOk="0" h="1371" w="1524">
                  <a:moveTo>
                    <a:pt x="880" y="1"/>
                  </a:moveTo>
                  <a:cubicBezTo>
                    <a:pt x="324" y="1"/>
                    <a:pt x="0" y="627"/>
                    <a:pt x="320" y="1081"/>
                  </a:cubicBezTo>
                  <a:cubicBezTo>
                    <a:pt x="459" y="1277"/>
                    <a:pt x="668" y="1370"/>
                    <a:pt x="875" y="1370"/>
                  </a:cubicBezTo>
                  <a:cubicBezTo>
                    <a:pt x="1148" y="1370"/>
                    <a:pt x="1418" y="1210"/>
                    <a:pt x="1524" y="912"/>
                  </a:cubicBezTo>
                  <a:cubicBezTo>
                    <a:pt x="1524" y="504"/>
                    <a:pt x="1267" y="138"/>
                    <a:pt x="88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85"/>
            <p:cNvSpPr/>
            <p:nvPr/>
          </p:nvSpPr>
          <p:spPr>
            <a:xfrm>
              <a:off x="6060617" y="2898247"/>
              <a:ext cx="346738" cy="346816"/>
            </a:xfrm>
            <a:custGeom>
              <a:rect b="b" l="l" r="r" t="t"/>
              <a:pathLst>
                <a:path extrusionOk="0" h="13325" w="13322">
                  <a:moveTo>
                    <a:pt x="5126" y="4261"/>
                  </a:moveTo>
                  <a:cubicBezTo>
                    <a:pt x="5338" y="4261"/>
                    <a:pt x="5553" y="4339"/>
                    <a:pt x="5728" y="4515"/>
                  </a:cubicBezTo>
                  <a:cubicBezTo>
                    <a:pt x="6270" y="5056"/>
                    <a:pt x="5887" y="5980"/>
                    <a:pt x="5121" y="5982"/>
                  </a:cubicBezTo>
                  <a:lnTo>
                    <a:pt x="5121" y="5982"/>
                  </a:lnTo>
                  <a:cubicBezTo>
                    <a:pt x="4647" y="5981"/>
                    <a:pt x="4261" y="5598"/>
                    <a:pt x="4261" y="5123"/>
                  </a:cubicBezTo>
                  <a:cubicBezTo>
                    <a:pt x="4261" y="4604"/>
                    <a:pt x="4685" y="4261"/>
                    <a:pt x="5126" y="4261"/>
                  </a:cubicBezTo>
                  <a:close/>
                  <a:moveTo>
                    <a:pt x="5122" y="2759"/>
                  </a:moveTo>
                  <a:cubicBezTo>
                    <a:pt x="4523" y="2759"/>
                    <a:pt x="3926" y="2986"/>
                    <a:pt x="3469" y="3431"/>
                  </a:cubicBezTo>
                  <a:cubicBezTo>
                    <a:pt x="3315" y="3580"/>
                    <a:pt x="3455" y="3794"/>
                    <a:pt x="3619" y="3794"/>
                  </a:cubicBezTo>
                  <a:cubicBezTo>
                    <a:pt x="3668" y="3794"/>
                    <a:pt x="3719" y="3775"/>
                    <a:pt x="3765" y="3730"/>
                  </a:cubicBezTo>
                  <a:cubicBezTo>
                    <a:pt x="4140" y="3364"/>
                    <a:pt x="4630" y="3177"/>
                    <a:pt x="5123" y="3177"/>
                  </a:cubicBezTo>
                  <a:cubicBezTo>
                    <a:pt x="5527" y="3177"/>
                    <a:pt x="5932" y="3303"/>
                    <a:pt x="6277" y="3557"/>
                  </a:cubicBezTo>
                  <a:cubicBezTo>
                    <a:pt x="7041" y="4124"/>
                    <a:pt x="7287" y="5162"/>
                    <a:pt x="6851" y="6010"/>
                  </a:cubicBezTo>
                  <a:cubicBezTo>
                    <a:pt x="6801" y="6112"/>
                    <a:pt x="6840" y="6235"/>
                    <a:pt x="6942" y="6288"/>
                  </a:cubicBezTo>
                  <a:lnTo>
                    <a:pt x="6942" y="6291"/>
                  </a:lnTo>
                  <a:cubicBezTo>
                    <a:pt x="6973" y="6307"/>
                    <a:pt x="7006" y="6314"/>
                    <a:pt x="7038" y="6314"/>
                  </a:cubicBezTo>
                  <a:cubicBezTo>
                    <a:pt x="7116" y="6314"/>
                    <a:pt x="7190" y="6272"/>
                    <a:pt x="7227" y="6200"/>
                  </a:cubicBezTo>
                  <a:cubicBezTo>
                    <a:pt x="7755" y="5169"/>
                    <a:pt x="7456" y="3909"/>
                    <a:pt x="6523" y="3220"/>
                  </a:cubicBezTo>
                  <a:cubicBezTo>
                    <a:pt x="6105" y="2911"/>
                    <a:pt x="5613" y="2759"/>
                    <a:pt x="5122" y="2759"/>
                  </a:cubicBezTo>
                  <a:close/>
                  <a:moveTo>
                    <a:pt x="5111" y="3838"/>
                  </a:moveTo>
                  <a:cubicBezTo>
                    <a:pt x="4797" y="3838"/>
                    <a:pt x="4476" y="3955"/>
                    <a:pt x="4215" y="4215"/>
                  </a:cubicBezTo>
                  <a:cubicBezTo>
                    <a:pt x="3406" y="5025"/>
                    <a:pt x="3979" y="6404"/>
                    <a:pt x="5119" y="6404"/>
                  </a:cubicBezTo>
                  <a:lnTo>
                    <a:pt x="5123" y="6400"/>
                  </a:lnTo>
                  <a:cubicBezTo>
                    <a:pt x="5827" y="6400"/>
                    <a:pt x="6400" y="5830"/>
                    <a:pt x="6404" y="5123"/>
                  </a:cubicBezTo>
                  <a:cubicBezTo>
                    <a:pt x="6404" y="4349"/>
                    <a:pt x="5771" y="3838"/>
                    <a:pt x="5111" y="3838"/>
                  </a:cubicBezTo>
                  <a:close/>
                  <a:moveTo>
                    <a:pt x="3073" y="4226"/>
                  </a:moveTo>
                  <a:cubicBezTo>
                    <a:pt x="2999" y="4226"/>
                    <a:pt x="2925" y="4264"/>
                    <a:pt x="2885" y="4353"/>
                  </a:cubicBezTo>
                  <a:cubicBezTo>
                    <a:pt x="2551" y="5327"/>
                    <a:pt x="2885" y="6404"/>
                    <a:pt x="3712" y="7020"/>
                  </a:cubicBezTo>
                  <a:cubicBezTo>
                    <a:pt x="4130" y="7329"/>
                    <a:pt x="4625" y="7484"/>
                    <a:pt x="5121" y="7484"/>
                  </a:cubicBezTo>
                  <a:cubicBezTo>
                    <a:pt x="5607" y="7484"/>
                    <a:pt x="6093" y="7335"/>
                    <a:pt x="6506" y="7037"/>
                  </a:cubicBezTo>
                  <a:cubicBezTo>
                    <a:pt x="6692" y="6903"/>
                    <a:pt x="6564" y="6652"/>
                    <a:pt x="6386" y="6652"/>
                  </a:cubicBezTo>
                  <a:cubicBezTo>
                    <a:pt x="6345" y="6652"/>
                    <a:pt x="6302" y="6665"/>
                    <a:pt x="6259" y="6696"/>
                  </a:cubicBezTo>
                  <a:cubicBezTo>
                    <a:pt x="5920" y="6941"/>
                    <a:pt x="5521" y="7064"/>
                    <a:pt x="5122" y="7064"/>
                  </a:cubicBezTo>
                  <a:cubicBezTo>
                    <a:pt x="4715" y="7064"/>
                    <a:pt x="4307" y="6936"/>
                    <a:pt x="3962" y="6682"/>
                  </a:cubicBezTo>
                  <a:cubicBezTo>
                    <a:pt x="3283" y="6175"/>
                    <a:pt x="3008" y="5289"/>
                    <a:pt x="3283" y="4486"/>
                  </a:cubicBezTo>
                  <a:lnTo>
                    <a:pt x="3279" y="4486"/>
                  </a:lnTo>
                  <a:cubicBezTo>
                    <a:pt x="3319" y="4332"/>
                    <a:pt x="3196" y="4226"/>
                    <a:pt x="3073" y="4226"/>
                  </a:cubicBezTo>
                  <a:close/>
                  <a:moveTo>
                    <a:pt x="4817" y="0"/>
                  </a:moveTo>
                  <a:cubicBezTo>
                    <a:pt x="4504" y="0"/>
                    <a:pt x="4236" y="222"/>
                    <a:pt x="4173" y="528"/>
                  </a:cubicBezTo>
                  <a:lnTo>
                    <a:pt x="3976" y="1517"/>
                  </a:lnTo>
                  <a:cubicBezTo>
                    <a:pt x="3772" y="1580"/>
                    <a:pt x="3571" y="1665"/>
                    <a:pt x="3381" y="1763"/>
                  </a:cubicBezTo>
                  <a:lnTo>
                    <a:pt x="2544" y="1204"/>
                  </a:lnTo>
                  <a:cubicBezTo>
                    <a:pt x="2432" y="1130"/>
                    <a:pt x="2305" y="1093"/>
                    <a:pt x="2177" y="1093"/>
                  </a:cubicBezTo>
                  <a:cubicBezTo>
                    <a:pt x="2008" y="1093"/>
                    <a:pt x="1840" y="1158"/>
                    <a:pt x="1714" y="1285"/>
                  </a:cubicBezTo>
                  <a:lnTo>
                    <a:pt x="1284" y="1714"/>
                  </a:lnTo>
                  <a:cubicBezTo>
                    <a:pt x="1066" y="1935"/>
                    <a:pt x="1031" y="2280"/>
                    <a:pt x="1203" y="2544"/>
                  </a:cubicBezTo>
                  <a:lnTo>
                    <a:pt x="1763" y="3382"/>
                  </a:lnTo>
                  <a:cubicBezTo>
                    <a:pt x="1664" y="3572"/>
                    <a:pt x="1583" y="3769"/>
                    <a:pt x="1517" y="3973"/>
                  </a:cubicBezTo>
                  <a:lnTo>
                    <a:pt x="528" y="4173"/>
                  </a:lnTo>
                  <a:cubicBezTo>
                    <a:pt x="222" y="4233"/>
                    <a:pt x="0" y="4504"/>
                    <a:pt x="0" y="4817"/>
                  </a:cubicBezTo>
                  <a:lnTo>
                    <a:pt x="0" y="5422"/>
                  </a:lnTo>
                  <a:cubicBezTo>
                    <a:pt x="0" y="5735"/>
                    <a:pt x="222" y="6003"/>
                    <a:pt x="528" y="6066"/>
                  </a:cubicBezTo>
                  <a:lnTo>
                    <a:pt x="1517" y="6263"/>
                  </a:lnTo>
                  <a:cubicBezTo>
                    <a:pt x="1583" y="6467"/>
                    <a:pt x="1664" y="6668"/>
                    <a:pt x="1763" y="6858"/>
                  </a:cubicBezTo>
                  <a:lnTo>
                    <a:pt x="1203" y="7695"/>
                  </a:lnTo>
                  <a:cubicBezTo>
                    <a:pt x="1031" y="7956"/>
                    <a:pt x="1066" y="8300"/>
                    <a:pt x="1284" y="8526"/>
                  </a:cubicBezTo>
                  <a:lnTo>
                    <a:pt x="1714" y="8955"/>
                  </a:lnTo>
                  <a:cubicBezTo>
                    <a:pt x="1841" y="9080"/>
                    <a:pt x="2010" y="9145"/>
                    <a:pt x="2180" y="9145"/>
                  </a:cubicBezTo>
                  <a:cubicBezTo>
                    <a:pt x="2306" y="9145"/>
                    <a:pt x="2433" y="9109"/>
                    <a:pt x="2544" y="9036"/>
                  </a:cubicBezTo>
                  <a:lnTo>
                    <a:pt x="3381" y="8476"/>
                  </a:lnTo>
                  <a:cubicBezTo>
                    <a:pt x="3571" y="8575"/>
                    <a:pt x="3772" y="8656"/>
                    <a:pt x="3976" y="8723"/>
                  </a:cubicBezTo>
                  <a:lnTo>
                    <a:pt x="4173" y="9711"/>
                  </a:lnTo>
                  <a:cubicBezTo>
                    <a:pt x="4236" y="10017"/>
                    <a:pt x="4504" y="10236"/>
                    <a:pt x="4817" y="10239"/>
                  </a:cubicBezTo>
                  <a:lnTo>
                    <a:pt x="5422" y="10239"/>
                  </a:lnTo>
                  <a:cubicBezTo>
                    <a:pt x="5735" y="10236"/>
                    <a:pt x="6006" y="10017"/>
                    <a:pt x="6066" y="9711"/>
                  </a:cubicBezTo>
                  <a:lnTo>
                    <a:pt x="6267" y="8723"/>
                  </a:lnTo>
                  <a:cubicBezTo>
                    <a:pt x="6428" y="8670"/>
                    <a:pt x="6587" y="8606"/>
                    <a:pt x="6738" y="8536"/>
                  </a:cubicBezTo>
                  <a:cubicBezTo>
                    <a:pt x="6844" y="8487"/>
                    <a:pt x="6889" y="8360"/>
                    <a:pt x="6840" y="8255"/>
                  </a:cubicBezTo>
                  <a:lnTo>
                    <a:pt x="6840" y="8255"/>
                  </a:lnTo>
                  <a:lnTo>
                    <a:pt x="6840" y="8258"/>
                  </a:lnTo>
                  <a:cubicBezTo>
                    <a:pt x="6804" y="8181"/>
                    <a:pt x="6728" y="8136"/>
                    <a:pt x="6648" y="8136"/>
                  </a:cubicBezTo>
                  <a:cubicBezTo>
                    <a:pt x="6618" y="8136"/>
                    <a:pt x="6587" y="8143"/>
                    <a:pt x="6559" y="8156"/>
                  </a:cubicBezTo>
                  <a:cubicBezTo>
                    <a:pt x="6390" y="8237"/>
                    <a:pt x="6210" y="8304"/>
                    <a:pt x="6027" y="8357"/>
                  </a:cubicBezTo>
                  <a:cubicBezTo>
                    <a:pt x="5950" y="8378"/>
                    <a:pt x="5894" y="8441"/>
                    <a:pt x="5879" y="8519"/>
                  </a:cubicBezTo>
                  <a:lnTo>
                    <a:pt x="5654" y="9630"/>
                  </a:lnTo>
                  <a:cubicBezTo>
                    <a:pt x="5633" y="9739"/>
                    <a:pt x="5538" y="9820"/>
                    <a:pt x="5426" y="9820"/>
                  </a:cubicBezTo>
                  <a:lnTo>
                    <a:pt x="4817" y="9820"/>
                  </a:lnTo>
                  <a:cubicBezTo>
                    <a:pt x="4704" y="9820"/>
                    <a:pt x="4609" y="9739"/>
                    <a:pt x="4585" y="9630"/>
                  </a:cubicBezTo>
                  <a:lnTo>
                    <a:pt x="4363" y="8519"/>
                  </a:lnTo>
                  <a:cubicBezTo>
                    <a:pt x="4349" y="8441"/>
                    <a:pt x="4289" y="8378"/>
                    <a:pt x="4215" y="8357"/>
                  </a:cubicBezTo>
                  <a:cubicBezTo>
                    <a:pt x="3955" y="8283"/>
                    <a:pt x="3709" y="8181"/>
                    <a:pt x="3476" y="8047"/>
                  </a:cubicBezTo>
                  <a:cubicBezTo>
                    <a:pt x="3444" y="8029"/>
                    <a:pt x="3409" y="8020"/>
                    <a:pt x="3374" y="8020"/>
                  </a:cubicBezTo>
                  <a:cubicBezTo>
                    <a:pt x="3332" y="8020"/>
                    <a:pt x="3291" y="8033"/>
                    <a:pt x="3255" y="8058"/>
                  </a:cubicBezTo>
                  <a:lnTo>
                    <a:pt x="2312" y="8687"/>
                  </a:lnTo>
                  <a:cubicBezTo>
                    <a:pt x="2271" y="8713"/>
                    <a:pt x="2226" y="8726"/>
                    <a:pt x="2181" y="8726"/>
                  </a:cubicBezTo>
                  <a:cubicBezTo>
                    <a:pt x="2120" y="8726"/>
                    <a:pt x="2059" y="8702"/>
                    <a:pt x="2013" y="8656"/>
                  </a:cubicBezTo>
                  <a:lnTo>
                    <a:pt x="1583" y="8226"/>
                  </a:lnTo>
                  <a:cubicBezTo>
                    <a:pt x="1506" y="8146"/>
                    <a:pt x="1492" y="8022"/>
                    <a:pt x="1555" y="7931"/>
                  </a:cubicBezTo>
                  <a:lnTo>
                    <a:pt x="2185" y="6984"/>
                  </a:lnTo>
                  <a:cubicBezTo>
                    <a:pt x="2227" y="6918"/>
                    <a:pt x="2231" y="6833"/>
                    <a:pt x="2192" y="6766"/>
                  </a:cubicBezTo>
                  <a:cubicBezTo>
                    <a:pt x="2062" y="6531"/>
                    <a:pt x="1956" y="6284"/>
                    <a:pt x="1886" y="6027"/>
                  </a:cubicBezTo>
                  <a:cubicBezTo>
                    <a:pt x="1865" y="5950"/>
                    <a:pt x="1802" y="5894"/>
                    <a:pt x="1724" y="5876"/>
                  </a:cubicBezTo>
                  <a:lnTo>
                    <a:pt x="609" y="5654"/>
                  </a:lnTo>
                  <a:cubicBezTo>
                    <a:pt x="500" y="5633"/>
                    <a:pt x="422" y="5535"/>
                    <a:pt x="422" y="5422"/>
                  </a:cubicBezTo>
                  <a:lnTo>
                    <a:pt x="422" y="4817"/>
                  </a:lnTo>
                  <a:cubicBezTo>
                    <a:pt x="422" y="4705"/>
                    <a:pt x="500" y="4606"/>
                    <a:pt x="609" y="4585"/>
                  </a:cubicBezTo>
                  <a:lnTo>
                    <a:pt x="1724" y="4363"/>
                  </a:lnTo>
                  <a:cubicBezTo>
                    <a:pt x="1802" y="4346"/>
                    <a:pt x="1865" y="4289"/>
                    <a:pt x="1886" y="4212"/>
                  </a:cubicBezTo>
                  <a:cubicBezTo>
                    <a:pt x="1956" y="3955"/>
                    <a:pt x="2062" y="3705"/>
                    <a:pt x="2192" y="3473"/>
                  </a:cubicBezTo>
                  <a:cubicBezTo>
                    <a:pt x="2231" y="3403"/>
                    <a:pt x="2227" y="3318"/>
                    <a:pt x="2185" y="3255"/>
                  </a:cubicBezTo>
                  <a:lnTo>
                    <a:pt x="1555" y="2308"/>
                  </a:lnTo>
                  <a:cubicBezTo>
                    <a:pt x="1492" y="2217"/>
                    <a:pt x="1506" y="2090"/>
                    <a:pt x="1583" y="2013"/>
                  </a:cubicBezTo>
                  <a:lnTo>
                    <a:pt x="2013" y="1584"/>
                  </a:lnTo>
                  <a:cubicBezTo>
                    <a:pt x="2059" y="1537"/>
                    <a:pt x="2120" y="1514"/>
                    <a:pt x="2181" y="1514"/>
                  </a:cubicBezTo>
                  <a:cubicBezTo>
                    <a:pt x="2226" y="1514"/>
                    <a:pt x="2271" y="1527"/>
                    <a:pt x="2312" y="1552"/>
                  </a:cubicBezTo>
                  <a:lnTo>
                    <a:pt x="3255" y="2182"/>
                  </a:lnTo>
                  <a:cubicBezTo>
                    <a:pt x="3291" y="2207"/>
                    <a:pt x="3332" y="2219"/>
                    <a:pt x="3374" y="2219"/>
                  </a:cubicBezTo>
                  <a:cubicBezTo>
                    <a:pt x="3409" y="2219"/>
                    <a:pt x="3444" y="2210"/>
                    <a:pt x="3476" y="2192"/>
                  </a:cubicBezTo>
                  <a:cubicBezTo>
                    <a:pt x="3709" y="2059"/>
                    <a:pt x="3955" y="1957"/>
                    <a:pt x="4215" y="1883"/>
                  </a:cubicBezTo>
                  <a:cubicBezTo>
                    <a:pt x="4289" y="1862"/>
                    <a:pt x="4349" y="1798"/>
                    <a:pt x="4363" y="1721"/>
                  </a:cubicBezTo>
                  <a:lnTo>
                    <a:pt x="4588" y="609"/>
                  </a:lnTo>
                  <a:cubicBezTo>
                    <a:pt x="4609" y="500"/>
                    <a:pt x="4704" y="419"/>
                    <a:pt x="4817" y="419"/>
                  </a:cubicBezTo>
                  <a:lnTo>
                    <a:pt x="5426" y="419"/>
                  </a:lnTo>
                  <a:cubicBezTo>
                    <a:pt x="5538" y="419"/>
                    <a:pt x="5633" y="500"/>
                    <a:pt x="5658" y="609"/>
                  </a:cubicBezTo>
                  <a:lnTo>
                    <a:pt x="5879" y="1721"/>
                  </a:lnTo>
                  <a:cubicBezTo>
                    <a:pt x="5894" y="1798"/>
                    <a:pt x="5953" y="1862"/>
                    <a:pt x="6027" y="1883"/>
                  </a:cubicBezTo>
                  <a:cubicBezTo>
                    <a:pt x="6288" y="1957"/>
                    <a:pt x="6534" y="2059"/>
                    <a:pt x="6766" y="2192"/>
                  </a:cubicBezTo>
                  <a:cubicBezTo>
                    <a:pt x="6798" y="2210"/>
                    <a:pt x="6834" y="2219"/>
                    <a:pt x="6869" y="2219"/>
                  </a:cubicBezTo>
                  <a:cubicBezTo>
                    <a:pt x="6910" y="2219"/>
                    <a:pt x="6952" y="2207"/>
                    <a:pt x="6988" y="2182"/>
                  </a:cubicBezTo>
                  <a:lnTo>
                    <a:pt x="7931" y="1552"/>
                  </a:lnTo>
                  <a:cubicBezTo>
                    <a:pt x="7971" y="1527"/>
                    <a:pt x="8017" y="1514"/>
                    <a:pt x="8062" y="1514"/>
                  </a:cubicBezTo>
                  <a:cubicBezTo>
                    <a:pt x="8123" y="1514"/>
                    <a:pt x="8183" y="1537"/>
                    <a:pt x="8230" y="1584"/>
                  </a:cubicBezTo>
                  <a:lnTo>
                    <a:pt x="8659" y="2013"/>
                  </a:lnTo>
                  <a:cubicBezTo>
                    <a:pt x="8736" y="2090"/>
                    <a:pt x="8751" y="2217"/>
                    <a:pt x="8687" y="2308"/>
                  </a:cubicBezTo>
                  <a:lnTo>
                    <a:pt x="8057" y="3255"/>
                  </a:lnTo>
                  <a:cubicBezTo>
                    <a:pt x="8012" y="3322"/>
                    <a:pt x="8008" y="3406"/>
                    <a:pt x="8047" y="3477"/>
                  </a:cubicBezTo>
                  <a:cubicBezTo>
                    <a:pt x="8181" y="3709"/>
                    <a:pt x="8283" y="3955"/>
                    <a:pt x="8356" y="4215"/>
                  </a:cubicBezTo>
                  <a:cubicBezTo>
                    <a:pt x="8378" y="4289"/>
                    <a:pt x="8437" y="4349"/>
                    <a:pt x="8518" y="4363"/>
                  </a:cubicBezTo>
                  <a:lnTo>
                    <a:pt x="9630" y="4585"/>
                  </a:lnTo>
                  <a:cubicBezTo>
                    <a:pt x="9739" y="4610"/>
                    <a:pt x="9820" y="4705"/>
                    <a:pt x="9820" y="4817"/>
                  </a:cubicBezTo>
                  <a:lnTo>
                    <a:pt x="9820" y="5426"/>
                  </a:lnTo>
                  <a:cubicBezTo>
                    <a:pt x="9820" y="5535"/>
                    <a:pt x="9739" y="5633"/>
                    <a:pt x="9630" y="5654"/>
                  </a:cubicBezTo>
                  <a:lnTo>
                    <a:pt x="8518" y="5880"/>
                  </a:lnTo>
                  <a:cubicBezTo>
                    <a:pt x="8437" y="5894"/>
                    <a:pt x="8378" y="5950"/>
                    <a:pt x="8356" y="6027"/>
                  </a:cubicBezTo>
                  <a:cubicBezTo>
                    <a:pt x="8304" y="6214"/>
                    <a:pt x="8233" y="6397"/>
                    <a:pt x="8149" y="6573"/>
                  </a:cubicBezTo>
                  <a:cubicBezTo>
                    <a:pt x="8070" y="6740"/>
                    <a:pt x="8209" y="6876"/>
                    <a:pt x="8347" y="6876"/>
                  </a:cubicBezTo>
                  <a:cubicBezTo>
                    <a:pt x="8418" y="6876"/>
                    <a:pt x="8488" y="6840"/>
                    <a:pt x="8529" y="6756"/>
                  </a:cubicBezTo>
                  <a:cubicBezTo>
                    <a:pt x="8606" y="6597"/>
                    <a:pt x="8670" y="6432"/>
                    <a:pt x="8722" y="6267"/>
                  </a:cubicBezTo>
                  <a:lnTo>
                    <a:pt x="9711" y="6066"/>
                  </a:lnTo>
                  <a:cubicBezTo>
                    <a:pt x="10017" y="6006"/>
                    <a:pt x="10239" y="5735"/>
                    <a:pt x="10239" y="5422"/>
                  </a:cubicBezTo>
                  <a:lnTo>
                    <a:pt x="10239" y="4817"/>
                  </a:lnTo>
                  <a:cubicBezTo>
                    <a:pt x="10239" y="4504"/>
                    <a:pt x="10017" y="4233"/>
                    <a:pt x="9711" y="4173"/>
                  </a:cubicBezTo>
                  <a:lnTo>
                    <a:pt x="8722" y="3973"/>
                  </a:lnTo>
                  <a:cubicBezTo>
                    <a:pt x="8659" y="3769"/>
                    <a:pt x="8575" y="3572"/>
                    <a:pt x="8476" y="3382"/>
                  </a:cubicBezTo>
                  <a:lnTo>
                    <a:pt x="9036" y="2544"/>
                  </a:lnTo>
                  <a:cubicBezTo>
                    <a:pt x="9208" y="2280"/>
                    <a:pt x="9173" y="1935"/>
                    <a:pt x="8955" y="1714"/>
                  </a:cubicBezTo>
                  <a:lnTo>
                    <a:pt x="8525" y="1285"/>
                  </a:lnTo>
                  <a:cubicBezTo>
                    <a:pt x="8399" y="1158"/>
                    <a:pt x="8231" y="1093"/>
                    <a:pt x="8062" y="1093"/>
                  </a:cubicBezTo>
                  <a:cubicBezTo>
                    <a:pt x="7934" y="1093"/>
                    <a:pt x="7807" y="1130"/>
                    <a:pt x="7695" y="1204"/>
                  </a:cubicBezTo>
                  <a:lnTo>
                    <a:pt x="6858" y="1763"/>
                  </a:lnTo>
                  <a:cubicBezTo>
                    <a:pt x="6668" y="1665"/>
                    <a:pt x="6471" y="1580"/>
                    <a:pt x="6267" y="1517"/>
                  </a:cubicBezTo>
                  <a:lnTo>
                    <a:pt x="6066" y="528"/>
                  </a:lnTo>
                  <a:cubicBezTo>
                    <a:pt x="6006" y="222"/>
                    <a:pt x="5735" y="0"/>
                    <a:pt x="5422" y="0"/>
                  </a:cubicBezTo>
                  <a:close/>
                  <a:moveTo>
                    <a:pt x="9880" y="8710"/>
                  </a:moveTo>
                  <a:cubicBezTo>
                    <a:pt x="9591" y="8710"/>
                    <a:pt x="9296" y="8817"/>
                    <a:pt x="9057" y="9057"/>
                  </a:cubicBezTo>
                  <a:cubicBezTo>
                    <a:pt x="8314" y="9799"/>
                    <a:pt x="8839" y="11069"/>
                    <a:pt x="9891" y="11069"/>
                  </a:cubicBezTo>
                  <a:cubicBezTo>
                    <a:pt x="10151" y="11069"/>
                    <a:pt x="10404" y="10981"/>
                    <a:pt x="10608" y="10823"/>
                  </a:cubicBezTo>
                  <a:cubicBezTo>
                    <a:pt x="10787" y="10684"/>
                    <a:pt x="10655" y="10442"/>
                    <a:pt x="10481" y="10442"/>
                  </a:cubicBezTo>
                  <a:cubicBezTo>
                    <a:pt x="10439" y="10442"/>
                    <a:pt x="10394" y="10456"/>
                    <a:pt x="10351" y="10489"/>
                  </a:cubicBezTo>
                  <a:cubicBezTo>
                    <a:pt x="10218" y="10591"/>
                    <a:pt x="10056" y="10647"/>
                    <a:pt x="9891" y="10647"/>
                  </a:cubicBezTo>
                  <a:cubicBezTo>
                    <a:pt x="9884" y="10647"/>
                    <a:pt x="9878" y="10647"/>
                    <a:pt x="9871" y="10647"/>
                  </a:cubicBezTo>
                  <a:cubicBezTo>
                    <a:pt x="9454" y="10647"/>
                    <a:pt x="9113" y="10310"/>
                    <a:pt x="9113" y="9891"/>
                  </a:cubicBezTo>
                  <a:cubicBezTo>
                    <a:pt x="9113" y="9471"/>
                    <a:pt x="9454" y="9134"/>
                    <a:pt x="9871" y="9134"/>
                  </a:cubicBezTo>
                  <a:cubicBezTo>
                    <a:pt x="9878" y="9134"/>
                    <a:pt x="9884" y="9134"/>
                    <a:pt x="9891" y="9134"/>
                  </a:cubicBezTo>
                  <a:lnTo>
                    <a:pt x="9887" y="9134"/>
                  </a:lnTo>
                  <a:cubicBezTo>
                    <a:pt x="10306" y="9134"/>
                    <a:pt x="10647" y="9472"/>
                    <a:pt x="10647" y="9891"/>
                  </a:cubicBezTo>
                  <a:cubicBezTo>
                    <a:pt x="10647" y="10007"/>
                    <a:pt x="10742" y="10102"/>
                    <a:pt x="10858" y="10102"/>
                  </a:cubicBezTo>
                  <a:cubicBezTo>
                    <a:pt x="10974" y="10102"/>
                    <a:pt x="11066" y="10007"/>
                    <a:pt x="11066" y="9891"/>
                  </a:cubicBezTo>
                  <a:cubicBezTo>
                    <a:pt x="11066" y="9181"/>
                    <a:pt x="10485" y="8710"/>
                    <a:pt x="9880" y="8710"/>
                  </a:cubicBezTo>
                  <a:close/>
                  <a:moveTo>
                    <a:pt x="9690" y="6457"/>
                  </a:moveTo>
                  <a:cubicBezTo>
                    <a:pt x="9451" y="6457"/>
                    <a:pt x="9243" y="6626"/>
                    <a:pt x="9197" y="6861"/>
                  </a:cubicBezTo>
                  <a:lnTo>
                    <a:pt x="9074" y="7470"/>
                  </a:lnTo>
                  <a:cubicBezTo>
                    <a:pt x="8965" y="7505"/>
                    <a:pt x="8856" y="7547"/>
                    <a:pt x="8754" y="7600"/>
                  </a:cubicBezTo>
                  <a:lnTo>
                    <a:pt x="8237" y="7255"/>
                  </a:lnTo>
                  <a:cubicBezTo>
                    <a:pt x="8151" y="7200"/>
                    <a:pt x="8054" y="7172"/>
                    <a:pt x="7956" y="7172"/>
                  </a:cubicBezTo>
                  <a:cubicBezTo>
                    <a:pt x="7826" y="7172"/>
                    <a:pt x="7697" y="7222"/>
                    <a:pt x="7600" y="7319"/>
                  </a:cubicBezTo>
                  <a:lnTo>
                    <a:pt x="7319" y="7600"/>
                  </a:lnTo>
                  <a:cubicBezTo>
                    <a:pt x="7150" y="7773"/>
                    <a:pt x="7121" y="8036"/>
                    <a:pt x="7255" y="8237"/>
                  </a:cubicBezTo>
                  <a:lnTo>
                    <a:pt x="7600" y="8754"/>
                  </a:lnTo>
                  <a:cubicBezTo>
                    <a:pt x="7530" y="8895"/>
                    <a:pt x="7470" y="9046"/>
                    <a:pt x="7428" y="9201"/>
                  </a:cubicBezTo>
                  <a:cubicBezTo>
                    <a:pt x="7383" y="9362"/>
                    <a:pt x="7512" y="9468"/>
                    <a:pt x="7638" y="9468"/>
                  </a:cubicBezTo>
                  <a:cubicBezTo>
                    <a:pt x="7721" y="9468"/>
                    <a:pt x="7803" y="9422"/>
                    <a:pt x="7832" y="9314"/>
                  </a:cubicBezTo>
                  <a:cubicBezTo>
                    <a:pt x="7878" y="9148"/>
                    <a:pt x="7945" y="8994"/>
                    <a:pt x="8026" y="8846"/>
                  </a:cubicBezTo>
                  <a:cubicBezTo>
                    <a:pt x="8064" y="8775"/>
                    <a:pt x="8064" y="8691"/>
                    <a:pt x="8019" y="8624"/>
                  </a:cubicBezTo>
                  <a:lnTo>
                    <a:pt x="7607" y="8005"/>
                  </a:lnTo>
                  <a:cubicBezTo>
                    <a:pt x="7582" y="7970"/>
                    <a:pt x="7589" y="7927"/>
                    <a:pt x="7618" y="7899"/>
                  </a:cubicBezTo>
                  <a:lnTo>
                    <a:pt x="7899" y="7618"/>
                  </a:lnTo>
                  <a:cubicBezTo>
                    <a:pt x="7915" y="7602"/>
                    <a:pt x="7936" y="7594"/>
                    <a:pt x="7957" y="7594"/>
                  </a:cubicBezTo>
                  <a:cubicBezTo>
                    <a:pt x="7972" y="7594"/>
                    <a:pt x="7988" y="7598"/>
                    <a:pt x="8001" y="7607"/>
                  </a:cubicBezTo>
                  <a:lnTo>
                    <a:pt x="8624" y="8019"/>
                  </a:lnTo>
                  <a:cubicBezTo>
                    <a:pt x="8658" y="8044"/>
                    <a:pt x="8700" y="8056"/>
                    <a:pt x="8741" y="8056"/>
                  </a:cubicBezTo>
                  <a:cubicBezTo>
                    <a:pt x="8776" y="8056"/>
                    <a:pt x="8811" y="8047"/>
                    <a:pt x="8842" y="8029"/>
                  </a:cubicBezTo>
                  <a:cubicBezTo>
                    <a:pt x="8990" y="7945"/>
                    <a:pt x="9148" y="7878"/>
                    <a:pt x="9314" y="7832"/>
                  </a:cubicBezTo>
                  <a:cubicBezTo>
                    <a:pt x="9387" y="7811"/>
                    <a:pt x="9447" y="7751"/>
                    <a:pt x="9461" y="7674"/>
                  </a:cubicBezTo>
                  <a:lnTo>
                    <a:pt x="9609" y="6942"/>
                  </a:lnTo>
                  <a:cubicBezTo>
                    <a:pt x="9616" y="6904"/>
                    <a:pt x="9651" y="6875"/>
                    <a:pt x="9690" y="6875"/>
                  </a:cubicBezTo>
                  <a:lnTo>
                    <a:pt x="10088" y="6875"/>
                  </a:lnTo>
                  <a:cubicBezTo>
                    <a:pt x="10126" y="6875"/>
                    <a:pt x="10161" y="6904"/>
                    <a:pt x="10169" y="6942"/>
                  </a:cubicBezTo>
                  <a:lnTo>
                    <a:pt x="10316" y="7674"/>
                  </a:lnTo>
                  <a:cubicBezTo>
                    <a:pt x="10330" y="7751"/>
                    <a:pt x="10390" y="7811"/>
                    <a:pt x="10464" y="7832"/>
                  </a:cubicBezTo>
                  <a:cubicBezTo>
                    <a:pt x="10629" y="7878"/>
                    <a:pt x="10788" y="7945"/>
                    <a:pt x="10936" y="8029"/>
                  </a:cubicBezTo>
                  <a:cubicBezTo>
                    <a:pt x="10966" y="8047"/>
                    <a:pt x="11001" y="8056"/>
                    <a:pt x="11035" y="8056"/>
                  </a:cubicBezTo>
                  <a:cubicBezTo>
                    <a:pt x="11076" y="8056"/>
                    <a:pt x="11117" y="8044"/>
                    <a:pt x="11154" y="8019"/>
                  </a:cubicBezTo>
                  <a:lnTo>
                    <a:pt x="11773" y="7607"/>
                  </a:lnTo>
                  <a:cubicBezTo>
                    <a:pt x="11788" y="7598"/>
                    <a:pt x="11804" y="7594"/>
                    <a:pt x="11820" y="7594"/>
                  </a:cubicBezTo>
                  <a:cubicBezTo>
                    <a:pt x="11842" y="7594"/>
                    <a:pt x="11862" y="7602"/>
                    <a:pt x="11878" y="7618"/>
                  </a:cubicBezTo>
                  <a:lnTo>
                    <a:pt x="12160" y="7899"/>
                  </a:lnTo>
                  <a:cubicBezTo>
                    <a:pt x="12188" y="7927"/>
                    <a:pt x="12195" y="7970"/>
                    <a:pt x="12171" y="8005"/>
                  </a:cubicBezTo>
                  <a:lnTo>
                    <a:pt x="11759" y="8624"/>
                  </a:lnTo>
                  <a:cubicBezTo>
                    <a:pt x="11713" y="8691"/>
                    <a:pt x="11710" y="8775"/>
                    <a:pt x="11752" y="8846"/>
                  </a:cubicBezTo>
                  <a:cubicBezTo>
                    <a:pt x="11833" y="8994"/>
                    <a:pt x="11900" y="9148"/>
                    <a:pt x="11945" y="9314"/>
                  </a:cubicBezTo>
                  <a:cubicBezTo>
                    <a:pt x="11966" y="9391"/>
                    <a:pt x="12030" y="9447"/>
                    <a:pt x="12107" y="9461"/>
                  </a:cubicBezTo>
                  <a:lnTo>
                    <a:pt x="12836" y="9609"/>
                  </a:lnTo>
                  <a:cubicBezTo>
                    <a:pt x="12874" y="9616"/>
                    <a:pt x="12902" y="9651"/>
                    <a:pt x="12902" y="9690"/>
                  </a:cubicBezTo>
                  <a:lnTo>
                    <a:pt x="12902" y="10088"/>
                  </a:lnTo>
                  <a:cubicBezTo>
                    <a:pt x="12902" y="10130"/>
                    <a:pt x="12874" y="10162"/>
                    <a:pt x="12836" y="10172"/>
                  </a:cubicBezTo>
                  <a:lnTo>
                    <a:pt x="12107" y="10316"/>
                  </a:lnTo>
                  <a:cubicBezTo>
                    <a:pt x="12030" y="10331"/>
                    <a:pt x="11966" y="10390"/>
                    <a:pt x="11945" y="10468"/>
                  </a:cubicBezTo>
                  <a:cubicBezTo>
                    <a:pt x="11900" y="10630"/>
                    <a:pt x="11833" y="10788"/>
                    <a:pt x="11752" y="10936"/>
                  </a:cubicBezTo>
                  <a:cubicBezTo>
                    <a:pt x="11710" y="11003"/>
                    <a:pt x="11713" y="11091"/>
                    <a:pt x="11759" y="11154"/>
                  </a:cubicBezTo>
                  <a:lnTo>
                    <a:pt x="12171" y="11777"/>
                  </a:lnTo>
                  <a:cubicBezTo>
                    <a:pt x="12195" y="11808"/>
                    <a:pt x="12188" y="11854"/>
                    <a:pt x="12160" y="11882"/>
                  </a:cubicBezTo>
                  <a:lnTo>
                    <a:pt x="11878" y="12164"/>
                  </a:lnTo>
                  <a:cubicBezTo>
                    <a:pt x="11862" y="12180"/>
                    <a:pt x="11842" y="12188"/>
                    <a:pt x="11820" y="12188"/>
                  </a:cubicBezTo>
                  <a:cubicBezTo>
                    <a:pt x="11804" y="12188"/>
                    <a:pt x="11788" y="12183"/>
                    <a:pt x="11773" y="12174"/>
                  </a:cubicBezTo>
                  <a:lnTo>
                    <a:pt x="11154" y="11759"/>
                  </a:lnTo>
                  <a:cubicBezTo>
                    <a:pt x="11118" y="11737"/>
                    <a:pt x="11077" y="11725"/>
                    <a:pt x="11037" y="11725"/>
                  </a:cubicBezTo>
                  <a:cubicBezTo>
                    <a:pt x="11002" y="11725"/>
                    <a:pt x="10967" y="11734"/>
                    <a:pt x="10936" y="11752"/>
                  </a:cubicBezTo>
                  <a:cubicBezTo>
                    <a:pt x="10788" y="11833"/>
                    <a:pt x="10629" y="11900"/>
                    <a:pt x="10464" y="11945"/>
                  </a:cubicBezTo>
                  <a:cubicBezTo>
                    <a:pt x="10390" y="11967"/>
                    <a:pt x="10330" y="12030"/>
                    <a:pt x="10316" y="12107"/>
                  </a:cubicBezTo>
                  <a:lnTo>
                    <a:pt x="10169" y="12839"/>
                  </a:lnTo>
                  <a:cubicBezTo>
                    <a:pt x="10161" y="12878"/>
                    <a:pt x="10126" y="12903"/>
                    <a:pt x="10088" y="12906"/>
                  </a:cubicBezTo>
                  <a:lnTo>
                    <a:pt x="9690" y="12906"/>
                  </a:lnTo>
                  <a:cubicBezTo>
                    <a:pt x="9651" y="12903"/>
                    <a:pt x="9616" y="12878"/>
                    <a:pt x="9609" y="12839"/>
                  </a:cubicBezTo>
                  <a:lnTo>
                    <a:pt x="9461" y="12107"/>
                  </a:lnTo>
                  <a:cubicBezTo>
                    <a:pt x="9447" y="12030"/>
                    <a:pt x="9387" y="11967"/>
                    <a:pt x="9314" y="11945"/>
                  </a:cubicBezTo>
                  <a:cubicBezTo>
                    <a:pt x="9148" y="11900"/>
                    <a:pt x="8990" y="11833"/>
                    <a:pt x="8842" y="11752"/>
                  </a:cubicBezTo>
                  <a:cubicBezTo>
                    <a:pt x="8811" y="11734"/>
                    <a:pt x="8775" y="11725"/>
                    <a:pt x="8739" y="11725"/>
                  </a:cubicBezTo>
                  <a:cubicBezTo>
                    <a:pt x="8698" y="11725"/>
                    <a:pt x="8658" y="11737"/>
                    <a:pt x="8624" y="11759"/>
                  </a:cubicBezTo>
                  <a:lnTo>
                    <a:pt x="8001" y="12174"/>
                  </a:lnTo>
                  <a:cubicBezTo>
                    <a:pt x="7988" y="12183"/>
                    <a:pt x="7972" y="12188"/>
                    <a:pt x="7957" y="12188"/>
                  </a:cubicBezTo>
                  <a:cubicBezTo>
                    <a:pt x="7936" y="12188"/>
                    <a:pt x="7915" y="12180"/>
                    <a:pt x="7899" y="12164"/>
                  </a:cubicBezTo>
                  <a:lnTo>
                    <a:pt x="7618" y="11882"/>
                  </a:lnTo>
                  <a:cubicBezTo>
                    <a:pt x="7589" y="11854"/>
                    <a:pt x="7582" y="11808"/>
                    <a:pt x="7607" y="11777"/>
                  </a:cubicBezTo>
                  <a:lnTo>
                    <a:pt x="8019" y="11154"/>
                  </a:lnTo>
                  <a:cubicBezTo>
                    <a:pt x="8064" y="11091"/>
                    <a:pt x="8064" y="11003"/>
                    <a:pt x="8026" y="10936"/>
                  </a:cubicBezTo>
                  <a:cubicBezTo>
                    <a:pt x="7945" y="10788"/>
                    <a:pt x="7878" y="10630"/>
                    <a:pt x="7832" y="10468"/>
                  </a:cubicBezTo>
                  <a:cubicBezTo>
                    <a:pt x="7811" y="10390"/>
                    <a:pt x="7748" y="10331"/>
                    <a:pt x="7670" y="10316"/>
                  </a:cubicBezTo>
                  <a:lnTo>
                    <a:pt x="6942" y="10172"/>
                  </a:lnTo>
                  <a:cubicBezTo>
                    <a:pt x="6903" y="10162"/>
                    <a:pt x="6875" y="10130"/>
                    <a:pt x="6875" y="10088"/>
                  </a:cubicBezTo>
                  <a:lnTo>
                    <a:pt x="6875" y="9690"/>
                  </a:lnTo>
                  <a:cubicBezTo>
                    <a:pt x="6875" y="9651"/>
                    <a:pt x="6903" y="9616"/>
                    <a:pt x="6942" y="9609"/>
                  </a:cubicBezTo>
                  <a:lnTo>
                    <a:pt x="6984" y="9599"/>
                  </a:lnTo>
                  <a:cubicBezTo>
                    <a:pt x="7097" y="9578"/>
                    <a:pt x="7171" y="9465"/>
                    <a:pt x="7150" y="9352"/>
                  </a:cubicBezTo>
                  <a:cubicBezTo>
                    <a:pt x="7128" y="9253"/>
                    <a:pt x="7040" y="9183"/>
                    <a:pt x="6942" y="9183"/>
                  </a:cubicBezTo>
                  <a:cubicBezTo>
                    <a:pt x="6929" y="9183"/>
                    <a:pt x="6916" y="9185"/>
                    <a:pt x="6903" y="9187"/>
                  </a:cubicBezTo>
                  <a:lnTo>
                    <a:pt x="6858" y="9198"/>
                  </a:lnTo>
                  <a:cubicBezTo>
                    <a:pt x="6622" y="9243"/>
                    <a:pt x="6453" y="9451"/>
                    <a:pt x="6453" y="9690"/>
                  </a:cubicBezTo>
                  <a:lnTo>
                    <a:pt x="6453" y="10088"/>
                  </a:lnTo>
                  <a:cubicBezTo>
                    <a:pt x="6453" y="10331"/>
                    <a:pt x="6622" y="10535"/>
                    <a:pt x="6858" y="10584"/>
                  </a:cubicBezTo>
                  <a:lnTo>
                    <a:pt x="7466" y="10703"/>
                  </a:lnTo>
                  <a:cubicBezTo>
                    <a:pt x="7501" y="10816"/>
                    <a:pt x="7547" y="10922"/>
                    <a:pt x="7596" y="11027"/>
                  </a:cubicBezTo>
                  <a:lnTo>
                    <a:pt x="7255" y="11544"/>
                  </a:lnTo>
                  <a:cubicBezTo>
                    <a:pt x="7121" y="11741"/>
                    <a:pt x="7146" y="12009"/>
                    <a:pt x="7319" y="12178"/>
                  </a:cubicBezTo>
                  <a:lnTo>
                    <a:pt x="7600" y="12459"/>
                  </a:lnTo>
                  <a:cubicBezTo>
                    <a:pt x="7697" y="12556"/>
                    <a:pt x="7826" y="12607"/>
                    <a:pt x="7956" y="12607"/>
                  </a:cubicBezTo>
                  <a:cubicBezTo>
                    <a:pt x="8052" y="12607"/>
                    <a:pt x="8148" y="12579"/>
                    <a:pt x="8233" y="12523"/>
                  </a:cubicBezTo>
                  <a:lnTo>
                    <a:pt x="8751" y="12181"/>
                  </a:lnTo>
                  <a:cubicBezTo>
                    <a:pt x="8856" y="12230"/>
                    <a:pt x="8962" y="12276"/>
                    <a:pt x="9074" y="12311"/>
                  </a:cubicBezTo>
                  <a:lnTo>
                    <a:pt x="9194" y="12920"/>
                  </a:lnTo>
                  <a:cubicBezTo>
                    <a:pt x="9243" y="13156"/>
                    <a:pt x="9447" y="13325"/>
                    <a:pt x="9690" y="13325"/>
                  </a:cubicBezTo>
                  <a:lnTo>
                    <a:pt x="10088" y="13325"/>
                  </a:lnTo>
                  <a:cubicBezTo>
                    <a:pt x="10327" y="13325"/>
                    <a:pt x="10534" y="13156"/>
                    <a:pt x="10580" y="12920"/>
                  </a:cubicBezTo>
                  <a:lnTo>
                    <a:pt x="10703" y="12311"/>
                  </a:lnTo>
                  <a:cubicBezTo>
                    <a:pt x="10812" y="12276"/>
                    <a:pt x="10921" y="12230"/>
                    <a:pt x="11023" y="12181"/>
                  </a:cubicBezTo>
                  <a:lnTo>
                    <a:pt x="11541" y="12523"/>
                  </a:lnTo>
                  <a:cubicBezTo>
                    <a:pt x="11626" y="12579"/>
                    <a:pt x="11723" y="12607"/>
                    <a:pt x="11819" y="12607"/>
                  </a:cubicBezTo>
                  <a:cubicBezTo>
                    <a:pt x="11949" y="12607"/>
                    <a:pt x="12078" y="12556"/>
                    <a:pt x="12178" y="12459"/>
                  </a:cubicBezTo>
                  <a:lnTo>
                    <a:pt x="12459" y="12178"/>
                  </a:lnTo>
                  <a:cubicBezTo>
                    <a:pt x="12628" y="12009"/>
                    <a:pt x="12653" y="11741"/>
                    <a:pt x="12522" y="11544"/>
                  </a:cubicBezTo>
                  <a:lnTo>
                    <a:pt x="12178" y="11027"/>
                  </a:lnTo>
                  <a:cubicBezTo>
                    <a:pt x="12230" y="10922"/>
                    <a:pt x="12273" y="10816"/>
                    <a:pt x="12308" y="10703"/>
                  </a:cubicBezTo>
                  <a:lnTo>
                    <a:pt x="12916" y="10584"/>
                  </a:lnTo>
                  <a:cubicBezTo>
                    <a:pt x="13152" y="10535"/>
                    <a:pt x="13321" y="10331"/>
                    <a:pt x="13321" y="10088"/>
                  </a:cubicBezTo>
                  <a:lnTo>
                    <a:pt x="13321" y="9690"/>
                  </a:lnTo>
                  <a:cubicBezTo>
                    <a:pt x="13321" y="9451"/>
                    <a:pt x="13156" y="9243"/>
                    <a:pt x="12920" y="9194"/>
                  </a:cubicBezTo>
                  <a:lnTo>
                    <a:pt x="12920" y="9198"/>
                  </a:lnTo>
                  <a:lnTo>
                    <a:pt x="12311" y="9074"/>
                  </a:lnTo>
                  <a:cubicBezTo>
                    <a:pt x="12276" y="8965"/>
                    <a:pt x="12230" y="8856"/>
                    <a:pt x="12178" y="8754"/>
                  </a:cubicBezTo>
                  <a:lnTo>
                    <a:pt x="12522" y="8237"/>
                  </a:lnTo>
                  <a:cubicBezTo>
                    <a:pt x="12656" y="8036"/>
                    <a:pt x="12628" y="7773"/>
                    <a:pt x="12459" y="7600"/>
                  </a:cubicBezTo>
                  <a:lnTo>
                    <a:pt x="12178" y="7319"/>
                  </a:lnTo>
                  <a:cubicBezTo>
                    <a:pt x="12081" y="7222"/>
                    <a:pt x="11952" y="7172"/>
                    <a:pt x="11822" y="7172"/>
                  </a:cubicBezTo>
                  <a:cubicBezTo>
                    <a:pt x="11725" y="7172"/>
                    <a:pt x="11628" y="7200"/>
                    <a:pt x="11544" y="7255"/>
                  </a:cubicBezTo>
                  <a:lnTo>
                    <a:pt x="11027" y="7600"/>
                  </a:lnTo>
                  <a:cubicBezTo>
                    <a:pt x="10921" y="7547"/>
                    <a:pt x="10816" y="7505"/>
                    <a:pt x="10703" y="7470"/>
                  </a:cubicBezTo>
                  <a:lnTo>
                    <a:pt x="10584" y="6861"/>
                  </a:lnTo>
                  <a:cubicBezTo>
                    <a:pt x="10534" y="6626"/>
                    <a:pt x="10330" y="6457"/>
                    <a:pt x="10088" y="645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4" name="Google Shape;17944;p85"/>
          <p:cNvGrpSpPr/>
          <p:nvPr/>
        </p:nvGrpSpPr>
        <p:grpSpPr>
          <a:xfrm>
            <a:off x="1342820" y="1992178"/>
            <a:ext cx="358737" cy="353245"/>
            <a:chOff x="1342820" y="1992178"/>
            <a:chExt cx="358737" cy="353245"/>
          </a:xfrm>
        </p:grpSpPr>
        <p:sp>
          <p:nvSpPr>
            <p:cNvPr id="17945" name="Google Shape;17945;p85"/>
            <p:cNvSpPr/>
            <p:nvPr/>
          </p:nvSpPr>
          <p:spPr>
            <a:xfrm>
              <a:off x="1353440" y="2147301"/>
              <a:ext cx="92346" cy="103069"/>
            </a:xfrm>
            <a:custGeom>
              <a:rect b="b" l="l" r="r" t="t"/>
              <a:pathLst>
                <a:path extrusionOk="0" h="3960" w="3548">
                  <a:moveTo>
                    <a:pt x="1035" y="1"/>
                  </a:moveTo>
                  <a:cubicBezTo>
                    <a:pt x="926" y="1"/>
                    <a:pt x="838" y="92"/>
                    <a:pt x="838" y="202"/>
                  </a:cubicBezTo>
                  <a:lnTo>
                    <a:pt x="838" y="1493"/>
                  </a:lnTo>
                  <a:cubicBezTo>
                    <a:pt x="838" y="1500"/>
                    <a:pt x="838" y="1507"/>
                    <a:pt x="838" y="1517"/>
                  </a:cubicBezTo>
                  <a:lnTo>
                    <a:pt x="838" y="1521"/>
                  </a:lnTo>
                  <a:cubicBezTo>
                    <a:pt x="838" y="1528"/>
                    <a:pt x="834" y="1535"/>
                    <a:pt x="834" y="1542"/>
                  </a:cubicBezTo>
                  <a:cubicBezTo>
                    <a:pt x="831" y="1549"/>
                    <a:pt x="827" y="1556"/>
                    <a:pt x="827" y="1563"/>
                  </a:cubicBezTo>
                  <a:lnTo>
                    <a:pt x="824" y="1567"/>
                  </a:lnTo>
                  <a:cubicBezTo>
                    <a:pt x="820" y="1574"/>
                    <a:pt x="817" y="1577"/>
                    <a:pt x="817" y="1584"/>
                  </a:cubicBezTo>
                  <a:lnTo>
                    <a:pt x="817" y="1588"/>
                  </a:lnTo>
                  <a:cubicBezTo>
                    <a:pt x="810" y="1591"/>
                    <a:pt x="806" y="1598"/>
                    <a:pt x="803" y="1605"/>
                  </a:cubicBezTo>
                  <a:lnTo>
                    <a:pt x="799" y="1609"/>
                  </a:lnTo>
                  <a:lnTo>
                    <a:pt x="785" y="1619"/>
                  </a:lnTo>
                  <a:lnTo>
                    <a:pt x="782" y="1623"/>
                  </a:lnTo>
                  <a:cubicBezTo>
                    <a:pt x="778" y="1630"/>
                    <a:pt x="771" y="1634"/>
                    <a:pt x="764" y="1637"/>
                  </a:cubicBezTo>
                  <a:lnTo>
                    <a:pt x="761" y="1641"/>
                  </a:lnTo>
                  <a:cubicBezTo>
                    <a:pt x="754" y="1644"/>
                    <a:pt x="750" y="1648"/>
                    <a:pt x="743" y="1651"/>
                  </a:cubicBezTo>
                  <a:lnTo>
                    <a:pt x="739" y="1651"/>
                  </a:lnTo>
                  <a:cubicBezTo>
                    <a:pt x="718" y="1660"/>
                    <a:pt x="697" y="1664"/>
                    <a:pt x="675" y="1664"/>
                  </a:cubicBezTo>
                  <a:cubicBezTo>
                    <a:pt x="584" y="1664"/>
                    <a:pt x="500" y="1589"/>
                    <a:pt x="500" y="1489"/>
                  </a:cubicBezTo>
                  <a:lnTo>
                    <a:pt x="500" y="1225"/>
                  </a:lnTo>
                  <a:lnTo>
                    <a:pt x="704" y="1187"/>
                  </a:lnTo>
                  <a:lnTo>
                    <a:pt x="440" y="1152"/>
                  </a:lnTo>
                  <a:lnTo>
                    <a:pt x="395" y="1148"/>
                  </a:lnTo>
                  <a:lnTo>
                    <a:pt x="296" y="1148"/>
                  </a:lnTo>
                  <a:lnTo>
                    <a:pt x="272" y="1152"/>
                  </a:lnTo>
                  <a:lnTo>
                    <a:pt x="257" y="1155"/>
                  </a:lnTo>
                  <a:lnTo>
                    <a:pt x="236" y="1159"/>
                  </a:lnTo>
                  <a:lnTo>
                    <a:pt x="222" y="1162"/>
                  </a:lnTo>
                  <a:lnTo>
                    <a:pt x="205" y="1169"/>
                  </a:lnTo>
                  <a:cubicBezTo>
                    <a:pt x="198" y="1173"/>
                    <a:pt x="194" y="1173"/>
                    <a:pt x="187" y="1176"/>
                  </a:cubicBezTo>
                  <a:lnTo>
                    <a:pt x="177" y="1183"/>
                  </a:lnTo>
                  <a:cubicBezTo>
                    <a:pt x="166" y="1187"/>
                    <a:pt x="159" y="1194"/>
                    <a:pt x="152" y="1197"/>
                  </a:cubicBezTo>
                  <a:cubicBezTo>
                    <a:pt x="1" y="1324"/>
                    <a:pt x="25" y="1746"/>
                    <a:pt x="50" y="2116"/>
                  </a:cubicBezTo>
                  <a:cubicBezTo>
                    <a:pt x="82" y="2633"/>
                    <a:pt x="627" y="3150"/>
                    <a:pt x="838" y="3305"/>
                  </a:cubicBezTo>
                  <a:cubicBezTo>
                    <a:pt x="880" y="3336"/>
                    <a:pt x="905" y="3386"/>
                    <a:pt x="905" y="3442"/>
                  </a:cubicBezTo>
                  <a:lnTo>
                    <a:pt x="905" y="3959"/>
                  </a:lnTo>
                  <a:lnTo>
                    <a:pt x="3062" y="3959"/>
                  </a:lnTo>
                  <a:lnTo>
                    <a:pt x="3062" y="3234"/>
                  </a:lnTo>
                  <a:cubicBezTo>
                    <a:pt x="3062" y="3182"/>
                    <a:pt x="3083" y="3132"/>
                    <a:pt x="3121" y="3101"/>
                  </a:cubicBezTo>
                  <a:cubicBezTo>
                    <a:pt x="3526" y="2759"/>
                    <a:pt x="3547" y="1999"/>
                    <a:pt x="3523" y="1736"/>
                  </a:cubicBezTo>
                  <a:cubicBezTo>
                    <a:pt x="3509" y="1732"/>
                    <a:pt x="3509" y="1725"/>
                    <a:pt x="3509" y="1718"/>
                  </a:cubicBezTo>
                  <a:lnTo>
                    <a:pt x="3509" y="708"/>
                  </a:lnTo>
                  <a:cubicBezTo>
                    <a:pt x="3509" y="662"/>
                    <a:pt x="3491" y="617"/>
                    <a:pt x="3463" y="582"/>
                  </a:cubicBezTo>
                  <a:lnTo>
                    <a:pt x="3473" y="574"/>
                  </a:lnTo>
                  <a:lnTo>
                    <a:pt x="3421" y="543"/>
                  </a:lnTo>
                  <a:cubicBezTo>
                    <a:pt x="3396" y="525"/>
                    <a:pt x="3368" y="515"/>
                    <a:pt x="3336" y="511"/>
                  </a:cubicBezTo>
                  <a:lnTo>
                    <a:pt x="3287" y="511"/>
                  </a:lnTo>
                  <a:cubicBezTo>
                    <a:pt x="3178" y="511"/>
                    <a:pt x="3090" y="599"/>
                    <a:pt x="3090" y="712"/>
                  </a:cubicBezTo>
                  <a:lnTo>
                    <a:pt x="3090" y="1144"/>
                  </a:lnTo>
                  <a:cubicBezTo>
                    <a:pt x="3090" y="1152"/>
                    <a:pt x="3090" y="1159"/>
                    <a:pt x="3090" y="1166"/>
                  </a:cubicBezTo>
                  <a:lnTo>
                    <a:pt x="3090" y="1173"/>
                  </a:lnTo>
                  <a:cubicBezTo>
                    <a:pt x="3090" y="1180"/>
                    <a:pt x="3086" y="1183"/>
                    <a:pt x="3086" y="1190"/>
                  </a:cubicBezTo>
                  <a:cubicBezTo>
                    <a:pt x="3083" y="1197"/>
                    <a:pt x="3079" y="1204"/>
                    <a:pt x="3076" y="1211"/>
                  </a:cubicBezTo>
                  <a:lnTo>
                    <a:pt x="3076" y="1218"/>
                  </a:lnTo>
                  <a:cubicBezTo>
                    <a:pt x="3072" y="1222"/>
                    <a:pt x="3069" y="1229"/>
                    <a:pt x="3065" y="1232"/>
                  </a:cubicBezTo>
                  <a:lnTo>
                    <a:pt x="3065" y="1236"/>
                  </a:lnTo>
                  <a:cubicBezTo>
                    <a:pt x="3062" y="1243"/>
                    <a:pt x="3058" y="1247"/>
                    <a:pt x="3055" y="1254"/>
                  </a:cubicBezTo>
                  <a:lnTo>
                    <a:pt x="3048" y="1257"/>
                  </a:lnTo>
                  <a:lnTo>
                    <a:pt x="3037" y="1271"/>
                  </a:lnTo>
                  <a:lnTo>
                    <a:pt x="3034" y="1275"/>
                  </a:lnTo>
                  <a:cubicBezTo>
                    <a:pt x="3026" y="1278"/>
                    <a:pt x="3019" y="1282"/>
                    <a:pt x="3016" y="1285"/>
                  </a:cubicBezTo>
                  <a:lnTo>
                    <a:pt x="3012" y="1289"/>
                  </a:lnTo>
                  <a:cubicBezTo>
                    <a:pt x="3005" y="1292"/>
                    <a:pt x="2998" y="1296"/>
                    <a:pt x="2991" y="1299"/>
                  </a:cubicBezTo>
                  <a:cubicBezTo>
                    <a:pt x="2970" y="1308"/>
                    <a:pt x="2948" y="1312"/>
                    <a:pt x="2927" y="1312"/>
                  </a:cubicBezTo>
                  <a:cubicBezTo>
                    <a:pt x="2835" y="1312"/>
                    <a:pt x="2752" y="1238"/>
                    <a:pt x="2752" y="1141"/>
                  </a:cubicBezTo>
                  <a:lnTo>
                    <a:pt x="2752" y="557"/>
                  </a:lnTo>
                  <a:cubicBezTo>
                    <a:pt x="2752" y="511"/>
                    <a:pt x="2734" y="465"/>
                    <a:pt x="2706" y="430"/>
                  </a:cubicBezTo>
                  <a:lnTo>
                    <a:pt x="2717" y="423"/>
                  </a:lnTo>
                  <a:lnTo>
                    <a:pt x="2664" y="392"/>
                  </a:lnTo>
                  <a:cubicBezTo>
                    <a:pt x="2639" y="374"/>
                    <a:pt x="2611" y="363"/>
                    <a:pt x="2580" y="360"/>
                  </a:cubicBezTo>
                  <a:lnTo>
                    <a:pt x="2534" y="360"/>
                  </a:lnTo>
                  <a:cubicBezTo>
                    <a:pt x="2456" y="360"/>
                    <a:pt x="2390" y="402"/>
                    <a:pt x="2358" y="469"/>
                  </a:cubicBezTo>
                  <a:lnTo>
                    <a:pt x="2351" y="479"/>
                  </a:lnTo>
                  <a:lnTo>
                    <a:pt x="2351" y="1035"/>
                  </a:lnTo>
                  <a:cubicBezTo>
                    <a:pt x="2351" y="1042"/>
                    <a:pt x="2351" y="1049"/>
                    <a:pt x="2351" y="1057"/>
                  </a:cubicBezTo>
                  <a:lnTo>
                    <a:pt x="2351" y="1064"/>
                  </a:lnTo>
                  <a:cubicBezTo>
                    <a:pt x="2351" y="1067"/>
                    <a:pt x="2347" y="1074"/>
                    <a:pt x="2347" y="1081"/>
                  </a:cubicBezTo>
                  <a:cubicBezTo>
                    <a:pt x="2344" y="1088"/>
                    <a:pt x="2340" y="1095"/>
                    <a:pt x="2340" y="1102"/>
                  </a:cubicBezTo>
                  <a:lnTo>
                    <a:pt x="2337" y="1106"/>
                  </a:lnTo>
                  <a:cubicBezTo>
                    <a:pt x="2333" y="1113"/>
                    <a:pt x="2330" y="1120"/>
                    <a:pt x="2326" y="1123"/>
                  </a:cubicBezTo>
                  <a:lnTo>
                    <a:pt x="2326" y="1127"/>
                  </a:lnTo>
                  <a:cubicBezTo>
                    <a:pt x="2323" y="1134"/>
                    <a:pt x="2319" y="1137"/>
                    <a:pt x="2316" y="1144"/>
                  </a:cubicBezTo>
                  <a:lnTo>
                    <a:pt x="2312" y="1148"/>
                  </a:lnTo>
                  <a:cubicBezTo>
                    <a:pt x="2305" y="1152"/>
                    <a:pt x="2302" y="1155"/>
                    <a:pt x="2298" y="1162"/>
                  </a:cubicBezTo>
                  <a:lnTo>
                    <a:pt x="2295" y="1162"/>
                  </a:lnTo>
                  <a:cubicBezTo>
                    <a:pt x="2288" y="1169"/>
                    <a:pt x="2284" y="1173"/>
                    <a:pt x="2277" y="1176"/>
                  </a:cubicBezTo>
                  <a:lnTo>
                    <a:pt x="2274" y="1180"/>
                  </a:lnTo>
                  <a:cubicBezTo>
                    <a:pt x="2266" y="1183"/>
                    <a:pt x="2259" y="1187"/>
                    <a:pt x="2252" y="1190"/>
                  </a:cubicBezTo>
                  <a:cubicBezTo>
                    <a:pt x="2231" y="1199"/>
                    <a:pt x="2208" y="1203"/>
                    <a:pt x="2187" y="1203"/>
                  </a:cubicBezTo>
                  <a:cubicBezTo>
                    <a:pt x="2094" y="1203"/>
                    <a:pt x="2013" y="1128"/>
                    <a:pt x="2013" y="1028"/>
                  </a:cubicBezTo>
                  <a:lnTo>
                    <a:pt x="2013" y="420"/>
                  </a:lnTo>
                  <a:cubicBezTo>
                    <a:pt x="2010" y="367"/>
                    <a:pt x="1989" y="321"/>
                    <a:pt x="1950" y="286"/>
                  </a:cubicBezTo>
                  <a:lnTo>
                    <a:pt x="1964" y="279"/>
                  </a:lnTo>
                  <a:lnTo>
                    <a:pt x="1911" y="251"/>
                  </a:lnTo>
                  <a:cubicBezTo>
                    <a:pt x="1886" y="233"/>
                    <a:pt x="1858" y="223"/>
                    <a:pt x="1827" y="219"/>
                  </a:cubicBezTo>
                  <a:lnTo>
                    <a:pt x="1823" y="219"/>
                  </a:lnTo>
                  <a:cubicBezTo>
                    <a:pt x="1820" y="217"/>
                    <a:pt x="1816" y="216"/>
                    <a:pt x="1813" y="216"/>
                  </a:cubicBezTo>
                  <a:cubicBezTo>
                    <a:pt x="1809" y="216"/>
                    <a:pt x="1806" y="217"/>
                    <a:pt x="1802" y="219"/>
                  </a:cubicBezTo>
                  <a:lnTo>
                    <a:pt x="1777" y="219"/>
                  </a:lnTo>
                  <a:cubicBezTo>
                    <a:pt x="1775" y="219"/>
                    <a:pt x="1772" y="219"/>
                    <a:pt x="1769" y="219"/>
                  </a:cubicBezTo>
                  <a:cubicBezTo>
                    <a:pt x="1698" y="219"/>
                    <a:pt x="1635" y="260"/>
                    <a:pt x="1601" y="321"/>
                  </a:cubicBezTo>
                  <a:lnTo>
                    <a:pt x="1598" y="332"/>
                  </a:lnTo>
                  <a:lnTo>
                    <a:pt x="1598" y="1035"/>
                  </a:lnTo>
                  <a:cubicBezTo>
                    <a:pt x="1598" y="1042"/>
                    <a:pt x="1598" y="1049"/>
                    <a:pt x="1598" y="1057"/>
                  </a:cubicBezTo>
                  <a:lnTo>
                    <a:pt x="1598" y="1064"/>
                  </a:lnTo>
                  <a:cubicBezTo>
                    <a:pt x="1594" y="1067"/>
                    <a:pt x="1594" y="1074"/>
                    <a:pt x="1591" y="1081"/>
                  </a:cubicBezTo>
                  <a:cubicBezTo>
                    <a:pt x="1591" y="1088"/>
                    <a:pt x="1587" y="1095"/>
                    <a:pt x="1584" y="1102"/>
                  </a:cubicBezTo>
                  <a:lnTo>
                    <a:pt x="1584" y="1106"/>
                  </a:lnTo>
                  <a:cubicBezTo>
                    <a:pt x="1580" y="1113"/>
                    <a:pt x="1577" y="1120"/>
                    <a:pt x="1573" y="1123"/>
                  </a:cubicBezTo>
                  <a:lnTo>
                    <a:pt x="1573" y="1127"/>
                  </a:lnTo>
                  <a:cubicBezTo>
                    <a:pt x="1570" y="1134"/>
                    <a:pt x="1566" y="1137"/>
                    <a:pt x="1559" y="1144"/>
                  </a:cubicBezTo>
                  <a:lnTo>
                    <a:pt x="1556" y="1148"/>
                  </a:lnTo>
                  <a:cubicBezTo>
                    <a:pt x="1552" y="1152"/>
                    <a:pt x="1549" y="1155"/>
                    <a:pt x="1545" y="1162"/>
                  </a:cubicBezTo>
                  <a:lnTo>
                    <a:pt x="1542" y="1162"/>
                  </a:lnTo>
                  <a:cubicBezTo>
                    <a:pt x="1535" y="1169"/>
                    <a:pt x="1528" y="1173"/>
                    <a:pt x="1524" y="1176"/>
                  </a:cubicBezTo>
                  <a:lnTo>
                    <a:pt x="1517" y="1180"/>
                  </a:lnTo>
                  <a:cubicBezTo>
                    <a:pt x="1514" y="1183"/>
                    <a:pt x="1507" y="1187"/>
                    <a:pt x="1499" y="1190"/>
                  </a:cubicBezTo>
                  <a:lnTo>
                    <a:pt x="1496" y="1190"/>
                  </a:lnTo>
                  <a:cubicBezTo>
                    <a:pt x="1475" y="1199"/>
                    <a:pt x="1453" y="1203"/>
                    <a:pt x="1432" y="1203"/>
                  </a:cubicBezTo>
                  <a:cubicBezTo>
                    <a:pt x="1340" y="1203"/>
                    <a:pt x="1257" y="1128"/>
                    <a:pt x="1257" y="1028"/>
                  </a:cubicBezTo>
                  <a:lnTo>
                    <a:pt x="1257" y="198"/>
                  </a:lnTo>
                  <a:cubicBezTo>
                    <a:pt x="1257" y="152"/>
                    <a:pt x="1239" y="107"/>
                    <a:pt x="1211" y="71"/>
                  </a:cubicBezTo>
                  <a:lnTo>
                    <a:pt x="1222" y="64"/>
                  </a:lnTo>
                  <a:lnTo>
                    <a:pt x="1169" y="33"/>
                  </a:lnTo>
                  <a:cubicBezTo>
                    <a:pt x="1144" y="19"/>
                    <a:pt x="1116" y="8"/>
                    <a:pt x="1088"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85"/>
            <p:cNvSpPr/>
            <p:nvPr/>
          </p:nvSpPr>
          <p:spPr>
            <a:xfrm>
              <a:off x="1484670" y="2006024"/>
              <a:ext cx="99477" cy="117957"/>
            </a:xfrm>
            <a:custGeom>
              <a:rect b="b" l="l" r="r" t="t"/>
              <a:pathLst>
                <a:path extrusionOk="0" h="4532" w="3822">
                  <a:moveTo>
                    <a:pt x="1516" y="1"/>
                  </a:moveTo>
                  <a:cubicBezTo>
                    <a:pt x="1479" y="1"/>
                    <a:pt x="1444" y="12"/>
                    <a:pt x="1411" y="32"/>
                  </a:cubicBezTo>
                  <a:cubicBezTo>
                    <a:pt x="1366" y="56"/>
                    <a:pt x="1334" y="102"/>
                    <a:pt x="1324" y="155"/>
                  </a:cubicBezTo>
                  <a:lnTo>
                    <a:pt x="936" y="1590"/>
                  </a:lnTo>
                  <a:cubicBezTo>
                    <a:pt x="936" y="1597"/>
                    <a:pt x="933" y="1604"/>
                    <a:pt x="929" y="1615"/>
                  </a:cubicBezTo>
                  <a:lnTo>
                    <a:pt x="926" y="1618"/>
                  </a:lnTo>
                  <a:cubicBezTo>
                    <a:pt x="922" y="1626"/>
                    <a:pt x="919" y="1633"/>
                    <a:pt x="915" y="1640"/>
                  </a:cubicBezTo>
                  <a:cubicBezTo>
                    <a:pt x="908" y="1647"/>
                    <a:pt x="905" y="1654"/>
                    <a:pt x="898" y="1661"/>
                  </a:cubicBezTo>
                  <a:lnTo>
                    <a:pt x="894" y="1664"/>
                  </a:lnTo>
                  <a:cubicBezTo>
                    <a:pt x="891" y="1668"/>
                    <a:pt x="884" y="1675"/>
                    <a:pt x="880" y="1678"/>
                  </a:cubicBezTo>
                  <a:lnTo>
                    <a:pt x="877" y="1682"/>
                  </a:lnTo>
                  <a:cubicBezTo>
                    <a:pt x="870" y="1685"/>
                    <a:pt x="863" y="1689"/>
                    <a:pt x="856" y="1696"/>
                  </a:cubicBezTo>
                  <a:lnTo>
                    <a:pt x="849" y="1699"/>
                  </a:lnTo>
                  <a:cubicBezTo>
                    <a:pt x="824" y="1712"/>
                    <a:pt x="798" y="1717"/>
                    <a:pt x="773" y="1717"/>
                  </a:cubicBezTo>
                  <a:cubicBezTo>
                    <a:pt x="703" y="1717"/>
                    <a:pt x="635" y="1674"/>
                    <a:pt x="609" y="1604"/>
                  </a:cubicBezTo>
                  <a:lnTo>
                    <a:pt x="602" y="1587"/>
                  </a:lnTo>
                  <a:lnTo>
                    <a:pt x="384" y="1495"/>
                  </a:lnTo>
                  <a:lnTo>
                    <a:pt x="152" y="1397"/>
                  </a:lnTo>
                  <a:lnTo>
                    <a:pt x="138" y="1439"/>
                  </a:lnTo>
                  <a:cubicBezTo>
                    <a:pt x="85" y="1626"/>
                    <a:pt x="43" y="1812"/>
                    <a:pt x="15" y="2002"/>
                  </a:cubicBezTo>
                  <a:cubicBezTo>
                    <a:pt x="4" y="2062"/>
                    <a:pt x="1" y="2122"/>
                    <a:pt x="1" y="2178"/>
                  </a:cubicBezTo>
                  <a:cubicBezTo>
                    <a:pt x="11" y="2688"/>
                    <a:pt x="405" y="3212"/>
                    <a:pt x="490" y="3321"/>
                  </a:cubicBezTo>
                  <a:lnTo>
                    <a:pt x="507" y="3343"/>
                  </a:lnTo>
                  <a:cubicBezTo>
                    <a:pt x="532" y="3374"/>
                    <a:pt x="546" y="3413"/>
                    <a:pt x="546" y="3455"/>
                  </a:cubicBezTo>
                  <a:lnTo>
                    <a:pt x="546" y="4532"/>
                  </a:lnTo>
                  <a:lnTo>
                    <a:pt x="2682" y="4532"/>
                  </a:lnTo>
                  <a:lnTo>
                    <a:pt x="2682" y="3828"/>
                  </a:lnTo>
                  <a:cubicBezTo>
                    <a:pt x="2685" y="3761"/>
                    <a:pt x="2720" y="3701"/>
                    <a:pt x="2777" y="3673"/>
                  </a:cubicBezTo>
                  <a:cubicBezTo>
                    <a:pt x="3340" y="3388"/>
                    <a:pt x="3480" y="2445"/>
                    <a:pt x="3480" y="2438"/>
                  </a:cubicBezTo>
                  <a:cubicBezTo>
                    <a:pt x="3484" y="2428"/>
                    <a:pt x="3484" y="2421"/>
                    <a:pt x="3487" y="2414"/>
                  </a:cubicBezTo>
                  <a:lnTo>
                    <a:pt x="3811" y="1260"/>
                  </a:lnTo>
                  <a:cubicBezTo>
                    <a:pt x="3822" y="1196"/>
                    <a:pt x="3804" y="1129"/>
                    <a:pt x="3762" y="1084"/>
                  </a:cubicBezTo>
                  <a:lnTo>
                    <a:pt x="3776" y="1077"/>
                  </a:lnTo>
                  <a:lnTo>
                    <a:pt x="3716" y="1048"/>
                  </a:lnTo>
                  <a:cubicBezTo>
                    <a:pt x="3699" y="1038"/>
                    <a:pt x="3681" y="1031"/>
                    <a:pt x="3660" y="1024"/>
                  </a:cubicBezTo>
                  <a:lnTo>
                    <a:pt x="3639" y="1020"/>
                  </a:lnTo>
                  <a:cubicBezTo>
                    <a:pt x="3623" y="1017"/>
                    <a:pt x="3608" y="1015"/>
                    <a:pt x="3593" y="1015"/>
                  </a:cubicBezTo>
                  <a:cubicBezTo>
                    <a:pt x="3503" y="1015"/>
                    <a:pt x="3420" y="1075"/>
                    <a:pt x="3399" y="1168"/>
                  </a:cubicBezTo>
                  <a:lnTo>
                    <a:pt x="3213" y="1773"/>
                  </a:lnTo>
                  <a:cubicBezTo>
                    <a:pt x="3209" y="1780"/>
                    <a:pt x="3206" y="1787"/>
                    <a:pt x="3202" y="1794"/>
                  </a:cubicBezTo>
                  <a:lnTo>
                    <a:pt x="3199" y="1801"/>
                  </a:lnTo>
                  <a:cubicBezTo>
                    <a:pt x="3199" y="1805"/>
                    <a:pt x="3195" y="1808"/>
                    <a:pt x="3192" y="1812"/>
                  </a:cubicBezTo>
                  <a:cubicBezTo>
                    <a:pt x="3174" y="1840"/>
                    <a:pt x="3146" y="1865"/>
                    <a:pt x="3114" y="1879"/>
                  </a:cubicBezTo>
                  <a:lnTo>
                    <a:pt x="3100" y="1882"/>
                  </a:lnTo>
                  <a:cubicBezTo>
                    <a:pt x="3083" y="1889"/>
                    <a:pt x="3065" y="1893"/>
                    <a:pt x="3048" y="1893"/>
                  </a:cubicBezTo>
                  <a:cubicBezTo>
                    <a:pt x="3030" y="1893"/>
                    <a:pt x="3012" y="1889"/>
                    <a:pt x="2995" y="1882"/>
                  </a:cubicBezTo>
                  <a:cubicBezTo>
                    <a:pt x="2903" y="1854"/>
                    <a:pt x="2854" y="1759"/>
                    <a:pt x="2882" y="1668"/>
                  </a:cubicBezTo>
                  <a:lnTo>
                    <a:pt x="3065" y="1080"/>
                  </a:lnTo>
                  <a:lnTo>
                    <a:pt x="3100" y="939"/>
                  </a:lnTo>
                  <a:cubicBezTo>
                    <a:pt x="3114" y="876"/>
                    <a:pt x="3100" y="809"/>
                    <a:pt x="3055" y="764"/>
                  </a:cubicBezTo>
                  <a:lnTo>
                    <a:pt x="3069" y="753"/>
                  </a:lnTo>
                  <a:lnTo>
                    <a:pt x="2998" y="718"/>
                  </a:lnTo>
                  <a:cubicBezTo>
                    <a:pt x="2995" y="714"/>
                    <a:pt x="2988" y="714"/>
                    <a:pt x="2981" y="711"/>
                  </a:cubicBezTo>
                  <a:cubicBezTo>
                    <a:pt x="2974" y="707"/>
                    <a:pt x="2967" y="707"/>
                    <a:pt x="2956" y="704"/>
                  </a:cubicBezTo>
                  <a:lnTo>
                    <a:pt x="2931" y="700"/>
                  </a:lnTo>
                  <a:cubicBezTo>
                    <a:pt x="2916" y="697"/>
                    <a:pt x="2901" y="695"/>
                    <a:pt x="2886" y="695"/>
                  </a:cubicBezTo>
                  <a:cubicBezTo>
                    <a:pt x="2824" y="695"/>
                    <a:pt x="2764" y="724"/>
                    <a:pt x="2724" y="778"/>
                  </a:cubicBezTo>
                  <a:lnTo>
                    <a:pt x="2720" y="781"/>
                  </a:lnTo>
                  <a:lnTo>
                    <a:pt x="2509" y="1492"/>
                  </a:lnTo>
                  <a:cubicBezTo>
                    <a:pt x="2509" y="1499"/>
                    <a:pt x="2506" y="1506"/>
                    <a:pt x="2502" y="1516"/>
                  </a:cubicBezTo>
                  <a:lnTo>
                    <a:pt x="2499" y="1520"/>
                  </a:lnTo>
                  <a:cubicBezTo>
                    <a:pt x="2495" y="1527"/>
                    <a:pt x="2492" y="1534"/>
                    <a:pt x="2488" y="1541"/>
                  </a:cubicBezTo>
                  <a:lnTo>
                    <a:pt x="2485" y="1545"/>
                  </a:lnTo>
                  <a:cubicBezTo>
                    <a:pt x="2481" y="1548"/>
                    <a:pt x="2478" y="1555"/>
                    <a:pt x="2471" y="1559"/>
                  </a:cubicBezTo>
                  <a:lnTo>
                    <a:pt x="2464" y="1566"/>
                  </a:lnTo>
                  <a:lnTo>
                    <a:pt x="2456" y="1576"/>
                  </a:lnTo>
                  <a:cubicBezTo>
                    <a:pt x="2442" y="1587"/>
                    <a:pt x="2428" y="1594"/>
                    <a:pt x="2411" y="1601"/>
                  </a:cubicBezTo>
                  <a:cubicBezTo>
                    <a:pt x="2390" y="1611"/>
                    <a:pt x="2369" y="1615"/>
                    <a:pt x="2344" y="1615"/>
                  </a:cubicBezTo>
                  <a:cubicBezTo>
                    <a:pt x="2228" y="1615"/>
                    <a:pt x="2147" y="1506"/>
                    <a:pt x="2179" y="1397"/>
                  </a:cubicBezTo>
                  <a:lnTo>
                    <a:pt x="2404" y="633"/>
                  </a:lnTo>
                  <a:lnTo>
                    <a:pt x="2404" y="630"/>
                  </a:lnTo>
                  <a:cubicBezTo>
                    <a:pt x="2418" y="566"/>
                    <a:pt x="2400" y="500"/>
                    <a:pt x="2358" y="454"/>
                  </a:cubicBezTo>
                  <a:lnTo>
                    <a:pt x="2369" y="447"/>
                  </a:lnTo>
                  <a:lnTo>
                    <a:pt x="2312" y="415"/>
                  </a:lnTo>
                  <a:cubicBezTo>
                    <a:pt x="2295" y="405"/>
                    <a:pt x="2277" y="398"/>
                    <a:pt x="2256" y="394"/>
                  </a:cubicBezTo>
                  <a:lnTo>
                    <a:pt x="2235" y="387"/>
                  </a:lnTo>
                  <a:cubicBezTo>
                    <a:pt x="2221" y="384"/>
                    <a:pt x="2207" y="383"/>
                    <a:pt x="2194" y="383"/>
                  </a:cubicBezTo>
                  <a:cubicBezTo>
                    <a:pt x="2134" y="383"/>
                    <a:pt x="2078" y="408"/>
                    <a:pt x="2038" y="454"/>
                  </a:cubicBezTo>
                  <a:lnTo>
                    <a:pt x="2034" y="461"/>
                  </a:lnTo>
                  <a:lnTo>
                    <a:pt x="1788" y="1319"/>
                  </a:lnTo>
                  <a:cubicBezTo>
                    <a:pt x="1784" y="1330"/>
                    <a:pt x="1781" y="1337"/>
                    <a:pt x="1777" y="1344"/>
                  </a:cubicBezTo>
                  <a:lnTo>
                    <a:pt x="1774" y="1351"/>
                  </a:lnTo>
                  <a:cubicBezTo>
                    <a:pt x="1770" y="1355"/>
                    <a:pt x="1767" y="1362"/>
                    <a:pt x="1763" y="1369"/>
                  </a:cubicBezTo>
                  <a:lnTo>
                    <a:pt x="1760" y="1372"/>
                  </a:lnTo>
                  <a:cubicBezTo>
                    <a:pt x="1756" y="1379"/>
                    <a:pt x="1753" y="1383"/>
                    <a:pt x="1746" y="1390"/>
                  </a:cubicBezTo>
                  <a:lnTo>
                    <a:pt x="1739" y="1397"/>
                  </a:lnTo>
                  <a:lnTo>
                    <a:pt x="1732" y="1404"/>
                  </a:lnTo>
                  <a:cubicBezTo>
                    <a:pt x="1718" y="1414"/>
                    <a:pt x="1704" y="1421"/>
                    <a:pt x="1689" y="1428"/>
                  </a:cubicBezTo>
                  <a:lnTo>
                    <a:pt x="1675" y="1436"/>
                  </a:lnTo>
                  <a:cubicBezTo>
                    <a:pt x="1658" y="1443"/>
                    <a:pt x="1640" y="1446"/>
                    <a:pt x="1619" y="1446"/>
                  </a:cubicBezTo>
                  <a:cubicBezTo>
                    <a:pt x="1506" y="1446"/>
                    <a:pt x="1422" y="1333"/>
                    <a:pt x="1454" y="1224"/>
                  </a:cubicBezTo>
                  <a:lnTo>
                    <a:pt x="1707" y="341"/>
                  </a:lnTo>
                  <a:lnTo>
                    <a:pt x="1732" y="250"/>
                  </a:lnTo>
                  <a:cubicBezTo>
                    <a:pt x="1742" y="197"/>
                    <a:pt x="1735" y="144"/>
                    <a:pt x="1707" y="102"/>
                  </a:cubicBezTo>
                  <a:cubicBezTo>
                    <a:pt x="1700" y="91"/>
                    <a:pt x="1693" y="81"/>
                    <a:pt x="1686" y="74"/>
                  </a:cubicBezTo>
                  <a:lnTo>
                    <a:pt x="1700" y="67"/>
                  </a:lnTo>
                  <a:lnTo>
                    <a:pt x="1640" y="35"/>
                  </a:lnTo>
                  <a:cubicBezTo>
                    <a:pt x="1623" y="25"/>
                    <a:pt x="1601" y="18"/>
                    <a:pt x="1584" y="11"/>
                  </a:cubicBezTo>
                  <a:lnTo>
                    <a:pt x="1563" y="7"/>
                  </a:lnTo>
                  <a:cubicBezTo>
                    <a:pt x="1547" y="3"/>
                    <a:pt x="1531" y="1"/>
                    <a:pt x="1516"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85"/>
            <p:cNvSpPr/>
            <p:nvPr/>
          </p:nvSpPr>
          <p:spPr>
            <a:xfrm>
              <a:off x="1597864" y="2116459"/>
              <a:ext cx="92346" cy="102939"/>
            </a:xfrm>
            <a:custGeom>
              <a:rect b="b" l="l" r="r" t="t"/>
              <a:pathLst>
                <a:path extrusionOk="0" h="3955" w="3548">
                  <a:moveTo>
                    <a:pt x="1045" y="0"/>
                  </a:moveTo>
                  <a:cubicBezTo>
                    <a:pt x="933" y="0"/>
                    <a:pt x="845" y="88"/>
                    <a:pt x="845" y="197"/>
                  </a:cubicBezTo>
                  <a:lnTo>
                    <a:pt x="845" y="1492"/>
                  </a:lnTo>
                  <a:cubicBezTo>
                    <a:pt x="845" y="1499"/>
                    <a:pt x="845" y="1506"/>
                    <a:pt x="845" y="1513"/>
                  </a:cubicBezTo>
                  <a:lnTo>
                    <a:pt x="845" y="1520"/>
                  </a:lnTo>
                  <a:cubicBezTo>
                    <a:pt x="845" y="1527"/>
                    <a:pt x="845" y="1534"/>
                    <a:pt x="841" y="1538"/>
                  </a:cubicBezTo>
                  <a:cubicBezTo>
                    <a:pt x="838" y="1545"/>
                    <a:pt x="838" y="1552"/>
                    <a:pt x="834" y="1559"/>
                  </a:cubicBezTo>
                  <a:lnTo>
                    <a:pt x="831" y="1566"/>
                  </a:lnTo>
                  <a:cubicBezTo>
                    <a:pt x="827" y="1569"/>
                    <a:pt x="827" y="1577"/>
                    <a:pt x="824" y="1580"/>
                  </a:cubicBezTo>
                  <a:lnTo>
                    <a:pt x="824" y="1584"/>
                  </a:lnTo>
                  <a:cubicBezTo>
                    <a:pt x="820" y="1591"/>
                    <a:pt x="813" y="1594"/>
                    <a:pt x="810" y="1601"/>
                  </a:cubicBezTo>
                  <a:lnTo>
                    <a:pt x="806" y="1605"/>
                  </a:lnTo>
                  <a:lnTo>
                    <a:pt x="792" y="1619"/>
                  </a:lnTo>
                  <a:lnTo>
                    <a:pt x="789" y="1622"/>
                  </a:lnTo>
                  <a:cubicBezTo>
                    <a:pt x="785" y="1626"/>
                    <a:pt x="778" y="1629"/>
                    <a:pt x="771" y="1636"/>
                  </a:cubicBezTo>
                  <a:lnTo>
                    <a:pt x="767" y="1636"/>
                  </a:lnTo>
                  <a:cubicBezTo>
                    <a:pt x="760" y="1640"/>
                    <a:pt x="757" y="1643"/>
                    <a:pt x="750" y="1647"/>
                  </a:cubicBezTo>
                  <a:lnTo>
                    <a:pt x="746" y="1647"/>
                  </a:lnTo>
                  <a:cubicBezTo>
                    <a:pt x="724" y="1657"/>
                    <a:pt x="701" y="1661"/>
                    <a:pt x="679" y="1661"/>
                  </a:cubicBezTo>
                  <a:cubicBezTo>
                    <a:pt x="589" y="1661"/>
                    <a:pt x="507" y="1587"/>
                    <a:pt x="507" y="1489"/>
                  </a:cubicBezTo>
                  <a:lnTo>
                    <a:pt x="507" y="1225"/>
                  </a:lnTo>
                  <a:lnTo>
                    <a:pt x="708" y="1186"/>
                  </a:lnTo>
                  <a:lnTo>
                    <a:pt x="444" y="1151"/>
                  </a:lnTo>
                  <a:lnTo>
                    <a:pt x="402" y="1147"/>
                  </a:lnTo>
                  <a:lnTo>
                    <a:pt x="296" y="1147"/>
                  </a:lnTo>
                  <a:lnTo>
                    <a:pt x="268" y="1151"/>
                  </a:lnTo>
                  <a:lnTo>
                    <a:pt x="254" y="1151"/>
                  </a:lnTo>
                  <a:lnTo>
                    <a:pt x="233" y="1154"/>
                  </a:lnTo>
                  <a:lnTo>
                    <a:pt x="219" y="1161"/>
                  </a:lnTo>
                  <a:lnTo>
                    <a:pt x="201" y="1165"/>
                  </a:lnTo>
                  <a:cubicBezTo>
                    <a:pt x="197" y="1168"/>
                    <a:pt x="190" y="1172"/>
                    <a:pt x="183" y="1175"/>
                  </a:cubicBezTo>
                  <a:lnTo>
                    <a:pt x="173" y="1179"/>
                  </a:lnTo>
                  <a:cubicBezTo>
                    <a:pt x="166" y="1182"/>
                    <a:pt x="159" y="1189"/>
                    <a:pt x="152" y="1197"/>
                  </a:cubicBezTo>
                  <a:cubicBezTo>
                    <a:pt x="0" y="1323"/>
                    <a:pt x="25" y="1742"/>
                    <a:pt x="46" y="2111"/>
                  </a:cubicBezTo>
                  <a:cubicBezTo>
                    <a:pt x="85" y="2734"/>
                    <a:pt x="827" y="3294"/>
                    <a:pt x="834" y="3301"/>
                  </a:cubicBezTo>
                  <a:cubicBezTo>
                    <a:pt x="880" y="3332"/>
                    <a:pt x="905" y="3385"/>
                    <a:pt x="905" y="3438"/>
                  </a:cubicBezTo>
                  <a:lnTo>
                    <a:pt x="905" y="3955"/>
                  </a:lnTo>
                  <a:lnTo>
                    <a:pt x="3061" y="3955"/>
                  </a:lnTo>
                  <a:lnTo>
                    <a:pt x="3061" y="3230"/>
                  </a:lnTo>
                  <a:cubicBezTo>
                    <a:pt x="3058" y="3181"/>
                    <a:pt x="3083" y="3132"/>
                    <a:pt x="3121" y="3100"/>
                  </a:cubicBezTo>
                  <a:cubicBezTo>
                    <a:pt x="3526" y="2755"/>
                    <a:pt x="3547" y="1995"/>
                    <a:pt x="3522" y="1731"/>
                  </a:cubicBezTo>
                  <a:cubicBezTo>
                    <a:pt x="3519" y="1728"/>
                    <a:pt x="3519" y="1721"/>
                    <a:pt x="3519" y="1714"/>
                  </a:cubicBezTo>
                  <a:lnTo>
                    <a:pt x="3519" y="704"/>
                  </a:lnTo>
                  <a:cubicBezTo>
                    <a:pt x="3519" y="655"/>
                    <a:pt x="3501" y="612"/>
                    <a:pt x="3473" y="574"/>
                  </a:cubicBezTo>
                  <a:lnTo>
                    <a:pt x="3484" y="567"/>
                  </a:lnTo>
                  <a:lnTo>
                    <a:pt x="3431" y="539"/>
                  </a:lnTo>
                  <a:cubicBezTo>
                    <a:pt x="3406" y="521"/>
                    <a:pt x="3378" y="510"/>
                    <a:pt x="3346" y="507"/>
                  </a:cubicBezTo>
                  <a:lnTo>
                    <a:pt x="3297" y="507"/>
                  </a:lnTo>
                  <a:cubicBezTo>
                    <a:pt x="3188" y="507"/>
                    <a:pt x="3100" y="595"/>
                    <a:pt x="3100" y="704"/>
                  </a:cubicBezTo>
                  <a:lnTo>
                    <a:pt x="3100" y="1137"/>
                  </a:lnTo>
                  <a:cubicBezTo>
                    <a:pt x="3100" y="1144"/>
                    <a:pt x="3100" y="1154"/>
                    <a:pt x="3100" y="1161"/>
                  </a:cubicBezTo>
                  <a:lnTo>
                    <a:pt x="3100" y="1165"/>
                  </a:lnTo>
                  <a:cubicBezTo>
                    <a:pt x="3100" y="1172"/>
                    <a:pt x="3097" y="1179"/>
                    <a:pt x="3097" y="1186"/>
                  </a:cubicBezTo>
                  <a:cubicBezTo>
                    <a:pt x="3093" y="1193"/>
                    <a:pt x="3090" y="1200"/>
                    <a:pt x="3090" y="1207"/>
                  </a:cubicBezTo>
                  <a:lnTo>
                    <a:pt x="3086" y="1211"/>
                  </a:lnTo>
                  <a:cubicBezTo>
                    <a:pt x="3083" y="1218"/>
                    <a:pt x="3079" y="1221"/>
                    <a:pt x="3079" y="1228"/>
                  </a:cubicBezTo>
                  <a:lnTo>
                    <a:pt x="3079" y="1232"/>
                  </a:lnTo>
                  <a:cubicBezTo>
                    <a:pt x="3072" y="1239"/>
                    <a:pt x="3069" y="1242"/>
                    <a:pt x="3065" y="1249"/>
                  </a:cubicBezTo>
                  <a:lnTo>
                    <a:pt x="3061" y="1253"/>
                  </a:lnTo>
                  <a:lnTo>
                    <a:pt x="3047" y="1263"/>
                  </a:lnTo>
                  <a:lnTo>
                    <a:pt x="3044" y="1267"/>
                  </a:lnTo>
                  <a:cubicBezTo>
                    <a:pt x="3037" y="1274"/>
                    <a:pt x="3033" y="1277"/>
                    <a:pt x="3026" y="1281"/>
                  </a:cubicBezTo>
                  <a:lnTo>
                    <a:pt x="3023" y="1284"/>
                  </a:lnTo>
                  <a:cubicBezTo>
                    <a:pt x="3016" y="1288"/>
                    <a:pt x="3009" y="1292"/>
                    <a:pt x="3002" y="1295"/>
                  </a:cubicBezTo>
                  <a:cubicBezTo>
                    <a:pt x="2981" y="1304"/>
                    <a:pt x="2959" y="1308"/>
                    <a:pt x="2938" y="1308"/>
                  </a:cubicBezTo>
                  <a:cubicBezTo>
                    <a:pt x="2846" y="1308"/>
                    <a:pt x="2763" y="1233"/>
                    <a:pt x="2766" y="1133"/>
                  </a:cubicBezTo>
                  <a:lnTo>
                    <a:pt x="2766" y="553"/>
                  </a:lnTo>
                  <a:cubicBezTo>
                    <a:pt x="2766" y="503"/>
                    <a:pt x="2748" y="461"/>
                    <a:pt x="2717" y="422"/>
                  </a:cubicBezTo>
                  <a:lnTo>
                    <a:pt x="2731" y="415"/>
                  </a:lnTo>
                  <a:lnTo>
                    <a:pt x="2678" y="387"/>
                  </a:lnTo>
                  <a:cubicBezTo>
                    <a:pt x="2653" y="370"/>
                    <a:pt x="2622" y="359"/>
                    <a:pt x="2594" y="356"/>
                  </a:cubicBezTo>
                  <a:lnTo>
                    <a:pt x="2537" y="356"/>
                  </a:lnTo>
                  <a:cubicBezTo>
                    <a:pt x="2463" y="356"/>
                    <a:pt x="2397" y="398"/>
                    <a:pt x="2361" y="465"/>
                  </a:cubicBezTo>
                  <a:lnTo>
                    <a:pt x="2358" y="472"/>
                  </a:lnTo>
                  <a:lnTo>
                    <a:pt x="2358" y="1031"/>
                  </a:lnTo>
                  <a:cubicBezTo>
                    <a:pt x="2358" y="1038"/>
                    <a:pt x="2358" y="1045"/>
                    <a:pt x="2358" y="1052"/>
                  </a:cubicBezTo>
                  <a:lnTo>
                    <a:pt x="2358" y="1059"/>
                  </a:lnTo>
                  <a:cubicBezTo>
                    <a:pt x="2354" y="1066"/>
                    <a:pt x="2354" y="1070"/>
                    <a:pt x="2351" y="1077"/>
                  </a:cubicBezTo>
                  <a:cubicBezTo>
                    <a:pt x="2351" y="1084"/>
                    <a:pt x="2347" y="1091"/>
                    <a:pt x="2344" y="1098"/>
                  </a:cubicBezTo>
                  <a:lnTo>
                    <a:pt x="2344" y="1105"/>
                  </a:lnTo>
                  <a:cubicBezTo>
                    <a:pt x="2340" y="1109"/>
                    <a:pt x="2337" y="1116"/>
                    <a:pt x="2333" y="1119"/>
                  </a:cubicBezTo>
                  <a:lnTo>
                    <a:pt x="2333" y="1123"/>
                  </a:lnTo>
                  <a:cubicBezTo>
                    <a:pt x="2330" y="1130"/>
                    <a:pt x="2326" y="1133"/>
                    <a:pt x="2319" y="1140"/>
                  </a:cubicBezTo>
                  <a:lnTo>
                    <a:pt x="2316" y="1144"/>
                  </a:lnTo>
                  <a:lnTo>
                    <a:pt x="2305" y="1158"/>
                  </a:lnTo>
                  <a:lnTo>
                    <a:pt x="2302" y="1161"/>
                  </a:lnTo>
                  <a:cubicBezTo>
                    <a:pt x="2294" y="1165"/>
                    <a:pt x="2287" y="1168"/>
                    <a:pt x="2284" y="1172"/>
                  </a:cubicBezTo>
                  <a:lnTo>
                    <a:pt x="2277" y="1175"/>
                  </a:lnTo>
                  <a:cubicBezTo>
                    <a:pt x="2273" y="1179"/>
                    <a:pt x="2266" y="1182"/>
                    <a:pt x="2259" y="1186"/>
                  </a:cubicBezTo>
                  <a:cubicBezTo>
                    <a:pt x="2238" y="1195"/>
                    <a:pt x="2216" y="1199"/>
                    <a:pt x="2195" y="1199"/>
                  </a:cubicBezTo>
                  <a:cubicBezTo>
                    <a:pt x="2103" y="1199"/>
                    <a:pt x="2020" y="1125"/>
                    <a:pt x="2020" y="1028"/>
                  </a:cubicBezTo>
                  <a:lnTo>
                    <a:pt x="2020" y="412"/>
                  </a:lnTo>
                  <a:cubicBezTo>
                    <a:pt x="2020" y="363"/>
                    <a:pt x="2002" y="317"/>
                    <a:pt x="1974" y="282"/>
                  </a:cubicBezTo>
                  <a:lnTo>
                    <a:pt x="1985" y="275"/>
                  </a:lnTo>
                  <a:lnTo>
                    <a:pt x="1932" y="247"/>
                  </a:lnTo>
                  <a:cubicBezTo>
                    <a:pt x="1907" y="229"/>
                    <a:pt x="1879" y="218"/>
                    <a:pt x="1848" y="215"/>
                  </a:cubicBezTo>
                  <a:lnTo>
                    <a:pt x="1791" y="215"/>
                  </a:lnTo>
                  <a:cubicBezTo>
                    <a:pt x="1717" y="215"/>
                    <a:pt x="1647" y="254"/>
                    <a:pt x="1615" y="320"/>
                  </a:cubicBezTo>
                  <a:lnTo>
                    <a:pt x="1608" y="327"/>
                  </a:lnTo>
                  <a:lnTo>
                    <a:pt x="1608" y="1031"/>
                  </a:lnTo>
                  <a:cubicBezTo>
                    <a:pt x="1608" y="1038"/>
                    <a:pt x="1608" y="1045"/>
                    <a:pt x="1608" y="1052"/>
                  </a:cubicBezTo>
                  <a:lnTo>
                    <a:pt x="1608" y="1059"/>
                  </a:lnTo>
                  <a:cubicBezTo>
                    <a:pt x="1608" y="1066"/>
                    <a:pt x="1605" y="1070"/>
                    <a:pt x="1605" y="1077"/>
                  </a:cubicBezTo>
                  <a:cubicBezTo>
                    <a:pt x="1601" y="1084"/>
                    <a:pt x="1598" y="1091"/>
                    <a:pt x="1598" y="1098"/>
                  </a:cubicBezTo>
                  <a:lnTo>
                    <a:pt x="1594" y="1105"/>
                  </a:lnTo>
                  <a:cubicBezTo>
                    <a:pt x="1591" y="1109"/>
                    <a:pt x="1587" y="1116"/>
                    <a:pt x="1584" y="1119"/>
                  </a:cubicBezTo>
                  <a:lnTo>
                    <a:pt x="1584" y="1123"/>
                  </a:lnTo>
                  <a:cubicBezTo>
                    <a:pt x="1580" y="1130"/>
                    <a:pt x="1577" y="1133"/>
                    <a:pt x="1573" y="1140"/>
                  </a:cubicBezTo>
                  <a:lnTo>
                    <a:pt x="1570" y="1144"/>
                  </a:lnTo>
                  <a:lnTo>
                    <a:pt x="1556" y="1158"/>
                  </a:lnTo>
                  <a:lnTo>
                    <a:pt x="1552" y="1161"/>
                  </a:lnTo>
                  <a:cubicBezTo>
                    <a:pt x="1545" y="1165"/>
                    <a:pt x="1542" y="1168"/>
                    <a:pt x="1534" y="1172"/>
                  </a:cubicBezTo>
                  <a:lnTo>
                    <a:pt x="1531" y="1175"/>
                  </a:lnTo>
                  <a:cubicBezTo>
                    <a:pt x="1524" y="1179"/>
                    <a:pt x="1517" y="1182"/>
                    <a:pt x="1513" y="1186"/>
                  </a:cubicBezTo>
                  <a:lnTo>
                    <a:pt x="1510" y="1186"/>
                  </a:lnTo>
                  <a:cubicBezTo>
                    <a:pt x="1488" y="1195"/>
                    <a:pt x="1466" y="1199"/>
                    <a:pt x="1444" y="1199"/>
                  </a:cubicBezTo>
                  <a:cubicBezTo>
                    <a:pt x="1353" y="1199"/>
                    <a:pt x="1271" y="1127"/>
                    <a:pt x="1271" y="1028"/>
                  </a:cubicBezTo>
                  <a:lnTo>
                    <a:pt x="1271" y="197"/>
                  </a:lnTo>
                  <a:cubicBezTo>
                    <a:pt x="1271" y="148"/>
                    <a:pt x="1253" y="102"/>
                    <a:pt x="1225" y="67"/>
                  </a:cubicBezTo>
                  <a:lnTo>
                    <a:pt x="1235" y="60"/>
                  </a:lnTo>
                  <a:lnTo>
                    <a:pt x="1183" y="32"/>
                  </a:lnTo>
                  <a:cubicBezTo>
                    <a:pt x="1158" y="14"/>
                    <a:pt x="1130" y="4"/>
                    <a:pt x="109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85"/>
            <p:cNvSpPr/>
            <p:nvPr/>
          </p:nvSpPr>
          <p:spPr>
            <a:xfrm>
              <a:off x="1353179" y="2177259"/>
              <a:ext cx="29489" cy="73189"/>
            </a:xfrm>
            <a:custGeom>
              <a:rect b="b" l="l" r="r" t="t"/>
              <a:pathLst>
                <a:path extrusionOk="0" h="2812" w="1133">
                  <a:moveTo>
                    <a:pt x="296" y="1"/>
                  </a:moveTo>
                  <a:lnTo>
                    <a:pt x="267" y="4"/>
                  </a:lnTo>
                  <a:lnTo>
                    <a:pt x="253" y="4"/>
                  </a:lnTo>
                  <a:lnTo>
                    <a:pt x="232" y="11"/>
                  </a:lnTo>
                  <a:lnTo>
                    <a:pt x="218" y="15"/>
                  </a:lnTo>
                  <a:lnTo>
                    <a:pt x="201" y="22"/>
                  </a:lnTo>
                  <a:cubicBezTo>
                    <a:pt x="197" y="22"/>
                    <a:pt x="190" y="25"/>
                    <a:pt x="187" y="29"/>
                  </a:cubicBezTo>
                  <a:lnTo>
                    <a:pt x="172" y="32"/>
                  </a:lnTo>
                  <a:cubicBezTo>
                    <a:pt x="165" y="39"/>
                    <a:pt x="158" y="43"/>
                    <a:pt x="151" y="50"/>
                  </a:cubicBezTo>
                  <a:cubicBezTo>
                    <a:pt x="0" y="176"/>
                    <a:pt x="25" y="595"/>
                    <a:pt x="46" y="968"/>
                  </a:cubicBezTo>
                  <a:cubicBezTo>
                    <a:pt x="77" y="1485"/>
                    <a:pt x="626" y="1999"/>
                    <a:pt x="834" y="2154"/>
                  </a:cubicBezTo>
                  <a:cubicBezTo>
                    <a:pt x="880" y="2185"/>
                    <a:pt x="904" y="2238"/>
                    <a:pt x="904" y="2291"/>
                  </a:cubicBezTo>
                  <a:lnTo>
                    <a:pt x="904" y="2812"/>
                  </a:lnTo>
                  <a:lnTo>
                    <a:pt x="1133" y="2812"/>
                  </a:lnTo>
                  <a:lnTo>
                    <a:pt x="1133" y="2291"/>
                  </a:lnTo>
                  <a:cubicBezTo>
                    <a:pt x="1133" y="2235"/>
                    <a:pt x="1108" y="2185"/>
                    <a:pt x="1063" y="2154"/>
                  </a:cubicBezTo>
                  <a:cubicBezTo>
                    <a:pt x="855" y="1999"/>
                    <a:pt x="306" y="1482"/>
                    <a:pt x="274" y="965"/>
                  </a:cubicBezTo>
                  <a:cubicBezTo>
                    <a:pt x="253" y="595"/>
                    <a:pt x="225" y="173"/>
                    <a:pt x="377" y="50"/>
                  </a:cubicBezTo>
                  <a:cubicBezTo>
                    <a:pt x="384" y="43"/>
                    <a:pt x="394" y="36"/>
                    <a:pt x="401" y="32"/>
                  </a:cubicBezTo>
                  <a:lnTo>
                    <a:pt x="412" y="25"/>
                  </a:lnTo>
                  <a:cubicBezTo>
                    <a:pt x="419" y="22"/>
                    <a:pt x="422" y="22"/>
                    <a:pt x="429" y="18"/>
                  </a:cubicBezTo>
                  <a:lnTo>
                    <a:pt x="447" y="11"/>
                  </a:lnTo>
                  <a:lnTo>
                    <a:pt x="461" y="8"/>
                  </a:lnTo>
                  <a:lnTo>
                    <a:pt x="464" y="8"/>
                  </a:lnTo>
                  <a:lnTo>
                    <a:pt x="436" y="4"/>
                  </a:lnTo>
                  <a:lnTo>
                    <a:pt x="39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85"/>
            <p:cNvSpPr/>
            <p:nvPr/>
          </p:nvSpPr>
          <p:spPr>
            <a:xfrm>
              <a:off x="1432303" y="2160680"/>
              <a:ext cx="9812" cy="20744"/>
            </a:xfrm>
            <a:custGeom>
              <a:rect b="b" l="l" r="r" t="t"/>
              <a:pathLst>
                <a:path extrusionOk="0" h="797" w="377">
                  <a:moveTo>
                    <a:pt x="250" y="1"/>
                  </a:moveTo>
                  <a:cubicBezTo>
                    <a:pt x="141" y="1"/>
                    <a:pt x="53" y="89"/>
                    <a:pt x="53" y="198"/>
                  </a:cubicBezTo>
                  <a:lnTo>
                    <a:pt x="53" y="630"/>
                  </a:lnTo>
                  <a:cubicBezTo>
                    <a:pt x="53" y="638"/>
                    <a:pt x="53" y="645"/>
                    <a:pt x="53" y="652"/>
                  </a:cubicBezTo>
                  <a:lnTo>
                    <a:pt x="53" y="659"/>
                  </a:lnTo>
                  <a:cubicBezTo>
                    <a:pt x="49" y="666"/>
                    <a:pt x="49" y="673"/>
                    <a:pt x="46" y="680"/>
                  </a:cubicBezTo>
                  <a:cubicBezTo>
                    <a:pt x="46" y="687"/>
                    <a:pt x="42" y="694"/>
                    <a:pt x="39" y="701"/>
                  </a:cubicBezTo>
                  <a:lnTo>
                    <a:pt x="35" y="704"/>
                  </a:lnTo>
                  <a:cubicBezTo>
                    <a:pt x="35" y="711"/>
                    <a:pt x="32" y="715"/>
                    <a:pt x="28" y="722"/>
                  </a:cubicBezTo>
                  <a:lnTo>
                    <a:pt x="28" y="725"/>
                  </a:lnTo>
                  <a:cubicBezTo>
                    <a:pt x="25" y="729"/>
                    <a:pt x="18" y="736"/>
                    <a:pt x="14" y="740"/>
                  </a:cubicBezTo>
                  <a:lnTo>
                    <a:pt x="11" y="747"/>
                  </a:lnTo>
                  <a:lnTo>
                    <a:pt x="0" y="757"/>
                  </a:lnTo>
                  <a:cubicBezTo>
                    <a:pt x="28" y="782"/>
                    <a:pt x="65" y="796"/>
                    <a:pt x="103" y="796"/>
                  </a:cubicBezTo>
                  <a:cubicBezTo>
                    <a:pt x="108" y="796"/>
                    <a:pt x="112" y="796"/>
                    <a:pt x="116" y="796"/>
                  </a:cubicBezTo>
                  <a:cubicBezTo>
                    <a:pt x="141" y="796"/>
                    <a:pt x="162" y="792"/>
                    <a:pt x="183" y="785"/>
                  </a:cubicBezTo>
                  <a:cubicBezTo>
                    <a:pt x="190" y="782"/>
                    <a:pt x="197" y="778"/>
                    <a:pt x="204" y="775"/>
                  </a:cubicBezTo>
                  <a:lnTo>
                    <a:pt x="208" y="771"/>
                  </a:lnTo>
                  <a:cubicBezTo>
                    <a:pt x="215" y="768"/>
                    <a:pt x="218" y="764"/>
                    <a:pt x="225" y="757"/>
                  </a:cubicBezTo>
                  <a:lnTo>
                    <a:pt x="229" y="757"/>
                  </a:lnTo>
                  <a:lnTo>
                    <a:pt x="239" y="743"/>
                  </a:lnTo>
                  <a:lnTo>
                    <a:pt x="246" y="740"/>
                  </a:lnTo>
                  <a:cubicBezTo>
                    <a:pt x="250" y="733"/>
                    <a:pt x="253" y="729"/>
                    <a:pt x="257" y="722"/>
                  </a:cubicBezTo>
                  <a:lnTo>
                    <a:pt x="257" y="718"/>
                  </a:lnTo>
                  <a:cubicBezTo>
                    <a:pt x="260" y="715"/>
                    <a:pt x="264" y="708"/>
                    <a:pt x="267" y="701"/>
                  </a:cubicBezTo>
                  <a:lnTo>
                    <a:pt x="271" y="697"/>
                  </a:lnTo>
                  <a:cubicBezTo>
                    <a:pt x="271" y="690"/>
                    <a:pt x="274" y="683"/>
                    <a:pt x="278" y="676"/>
                  </a:cubicBezTo>
                  <a:cubicBezTo>
                    <a:pt x="278" y="669"/>
                    <a:pt x="281" y="662"/>
                    <a:pt x="281" y="655"/>
                  </a:cubicBezTo>
                  <a:lnTo>
                    <a:pt x="281" y="652"/>
                  </a:lnTo>
                  <a:cubicBezTo>
                    <a:pt x="281" y="645"/>
                    <a:pt x="281" y="638"/>
                    <a:pt x="281" y="627"/>
                  </a:cubicBezTo>
                  <a:lnTo>
                    <a:pt x="281" y="194"/>
                  </a:lnTo>
                  <a:cubicBezTo>
                    <a:pt x="281" y="127"/>
                    <a:pt x="317" y="64"/>
                    <a:pt x="376" y="29"/>
                  </a:cubicBezTo>
                  <a:cubicBezTo>
                    <a:pt x="352" y="11"/>
                    <a:pt x="327" y="4"/>
                    <a:pt x="29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85"/>
            <p:cNvSpPr/>
            <p:nvPr/>
          </p:nvSpPr>
          <p:spPr>
            <a:xfrm>
              <a:off x="1412964" y="2156645"/>
              <a:ext cx="9266" cy="22019"/>
            </a:xfrm>
            <a:custGeom>
              <a:rect b="b" l="l" r="r" t="t"/>
              <a:pathLst>
                <a:path extrusionOk="0" h="846" w="356">
                  <a:moveTo>
                    <a:pt x="233" y="1"/>
                  </a:moveTo>
                  <a:cubicBezTo>
                    <a:pt x="159" y="1"/>
                    <a:pt x="89" y="43"/>
                    <a:pt x="57" y="110"/>
                  </a:cubicBezTo>
                  <a:lnTo>
                    <a:pt x="50" y="120"/>
                  </a:lnTo>
                  <a:lnTo>
                    <a:pt x="50" y="676"/>
                  </a:lnTo>
                  <a:cubicBezTo>
                    <a:pt x="53" y="683"/>
                    <a:pt x="53" y="690"/>
                    <a:pt x="50" y="698"/>
                  </a:cubicBezTo>
                  <a:lnTo>
                    <a:pt x="50" y="705"/>
                  </a:lnTo>
                  <a:cubicBezTo>
                    <a:pt x="50" y="708"/>
                    <a:pt x="50" y="715"/>
                    <a:pt x="46" y="722"/>
                  </a:cubicBezTo>
                  <a:cubicBezTo>
                    <a:pt x="43" y="729"/>
                    <a:pt x="43" y="736"/>
                    <a:pt x="39" y="743"/>
                  </a:cubicBezTo>
                  <a:lnTo>
                    <a:pt x="36" y="747"/>
                  </a:lnTo>
                  <a:cubicBezTo>
                    <a:pt x="32" y="754"/>
                    <a:pt x="32" y="761"/>
                    <a:pt x="29" y="764"/>
                  </a:cubicBezTo>
                  <a:lnTo>
                    <a:pt x="29" y="768"/>
                  </a:lnTo>
                  <a:cubicBezTo>
                    <a:pt x="25" y="775"/>
                    <a:pt x="18" y="778"/>
                    <a:pt x="15" y="785"/>
                  </a:cubicBezTo>
                  <a:lnTo>
                    <a:pt x="11" y="789"/>
                  </a:lnTo>
                  <a:lnTo>
                    <a:pt x="1" y="800"/>
                  </a:lnTo>
                  <a:cubicBezTo>
                    <a:pt x="29" y="828"/>
                    <a:pt x="71" y="845"/>
                    <a:pt x="113" y="845"/>
                  </a:cubicBezTo>
                  <a:cubicBezTo>
                    <a:pt x="138" y="845"/>
                    <a:pt x="159" y="842"/>
                    <a:pt x="180" y="831"/>
                  </a:cubicBezTo>
                  <a:lnTo>
                    <a:pt x="184" y="831"/>
                  </a:lnTo>
                  <a:cubicBezTo>
                    <a:pt x="191" y="831"/>
                    <a:pt x="194" y="828"/>
                    <a:pt x="201" y="824"/>
                  </a:cubicBezTo>
                  <a:lnTo>
                    <a:pt x="205" y="821"/>
                  </a:lnTo>
                  <a:cubicBezTo>
                    <a:pt x="212" y="817"/>
                    <a:pt x="219" y="814"/>
                    <a:pt x="222" y="807"/>
                  </a:cubicBezTo>
                  <a:lnTo>
                    <a:pt x="226" y="803"/>
                  </a:lnTo>
                  <a:lnTo>
                    <a:pt x="240" y="793"/>
                  </a:lnTo>
                  <a:lnTo>
                    <a:pt x="243" y="789"/>
                  </a:lnTo>
                  <a:cubicBezTo>
                    <a:pt x="247" y="782"/>
                    <a:pt x="254" y="775"/>
                    <a:pt x="257" y="771"/>
                  </a:cubicBezTo>
                  <a:lnTo>
                    <a:pt x="257" y="768"/>
                  </a:lnTo>
                  <a:cubicBezTo>
                    <a:pt x="261" y="761"/>
                    <a:pt x="264" y="757"/>
                    <a:pt x="264" y="750"/>
                  </a:cubicBezTo>
                  <a:lnTo>
                    <a:pt x="268" y="747"/>
                  </a:lnTo>
                  <a:cubicBezTo>
                    <a:pt x="272" y="740"/>
                    <a:pt x="275" y="733"/>
                    <a:pt x="275" y="726"/>
                  </a:cubicBezTo>
                  <a:cubicBezTo>
                    <a:pt x="279" y="719"/>
                    <a:pt x="279" y="712"/>
                    <a:pt x="282" y="705"/>
                  </a:cubicBezTo>
                  <a:lnTo>
                    <a:pt x="282" y="701"/>
                  </a:lnTo>
                  <a:cubicBezTo>
                    <a:pt x="282" y="694"/>
                    <a:pt x="282" y="687"/>
                    <a:pt x="282" y="676"/>
                  </a:cubicBezTo>
                  <a:lnTo>
                    <a:pt x="282" y="117"/>
                  </a:lnTo>
                  <a:lnTo>
                    <a:pt x="286" y="110"/>
                  </a:lnTo>
                  <a:cubicBezTo>
                    <a:pt x="303" y="75"/>
                    <a:pt x="328" y="50"/>
                    <a:pt x="356" y="29"/>
                  </a:cubicBezTo>
                  <a:cubicBezTo>
                    <a:pt x="335" y="15"/>
                    <a:pt x="307"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85"/>
            <p:cNvSpPr/>
            <p:nvPr/>
          </p:nvSpPr>
          <p:spPr>
            <a:xfrm>
              <a:off x="1393470" y="2153002"/>
              <a:ext cx="9370" cy="25663"/>
            </a:xfrm>
            <a:custGeom>
              <a:rect b="b" l="l" r="r" t="t"/>
              <a:pathLst>
                <a:path extrusionOk="0" h="986" w="360">
                  <a:moveTo>
                    <a:pt x="232" y="0"/>
                  </a:moveTo>
                  <a:cubicBezTo>
                    <a:pt x="158" y="0"/>
                    <a:pt x="92" y="39"/>
                    <a:pt x="56" y="102"/>
                  </a:cubicBezTo>
                  <a:lnTo>
                    <a:pt x="53" y="113"/>
                  </a:lnTo>
                  <a:lnTo>
                    <a:pt x="53" y="816"/>
                  </a:lnTo>
                  <a:cubicBezTo>
                    <a:pt x="53" y="823"/>
                    <a:pt x="53" y="830"/>
                    <a:pt x="53" y="838"/>
                  </a:cubicBezTo>
                  <a:lnTo>
                    <a:pt x="53" y="845"/>
                  </a:lnTo>
                  <a:cubicBezTo>
                    <a:pt x="53" y="848"/>
                    <a:pt x="49" y="855"/>
                    <a:pt x="49" y="862"/>
                  </a:cubicBezTo>
                  <a:cubicBezTo>
                    <a:pt x="46" y="869"/>
                    <a:pt x="42" y="876"/>
                    <a:pt x="39" y="883"/>
                  </a:cubicBezTo>
                  <a:lnTo>
                    <a:pt x="39" y="887"/>
                  </a:lnTo>
                  <a:cubicBezTo>
                    <a:pt x="35" y="894"/>
                    <a:pt x="32" y="901"/>
                    <a:pt x="28" y="904"/>
                  </a:cubicBezTo>
                  <a:lnTo>
                    <a:pt x="28" y="908"/>
                  </a:lnTo>
                  <a:cubicBezTo>
                    <a:pt x="25" y="915"/>
                    <a:pt x="21" y="918"/>
                    <a:pt x="14" y="925"/>
                  </a:cubicBezTo>
                  <a:lnTo>
                    <a:pt x="11" y="929"/>
                  </a:lnTo>
                  <a:lnTo>
                    <a:pt x="0" y="940"/>
                  </a:lnTo>
                  <a:cubicBezTo>
                    <a:pt x="32" y="971"/>
                    <a:pt x="74" y="985"/>
                    <a:pt x="120" y="985"/>
                  </a:cubicBezTo>
                  <a:cubicBezTo>
                    <a:pt x="141" y="985"/>
                    <a:pt x="162" y="982"/>
                    <a:pt x="183" y="971"/>
                  </a:cubicBezTo>
                  <a:lnTo>
                    <a:pt x="187" y="971"/>
                  </a:lnTo>
                  <a:cubicBezTo>
                    <a:pt x="194" y="971"/>
                    <a:pt x="201" y="968"/>
                    <a:pt x="208" y="964"/>
                  </a:cubicBezTo>
                  <a:lnTo>
                    <a:pt x="211" y="961"/>
                  </a:lnTo>
                  <a:cubicBezTo>
                    <a:pt x="215" y="957"/>
                    <a:pt x="222" y="954"/>
                    <a:pt x="229" y="947"/>
                  </a:cubicBezTo>
                  <a:lnTo>
                    <a:pt x="232" y="943"/>
                  </a:lnTo>
                  <a:lnTo>
                    <a:pt x="243" y="933"/>
                  </a:lnTo>
                  <a:lnTo>
                    <a:pt x="246" y="929"/>
                  </a:lnTo>
                  <a:cubicBezTo>
                    <a:pt x="253" y="922"/>
                    <a:pt x="257" y="915"/>
                    <a:pt x="261" y="911"/>
                  </a:cubicBezTo>
                  <a:lnTo>
                    <a:pt x="261" y="908"/>
                  </a:lnTo>
                  <a:cubicBezTo>
                    <a:pt x="264" y="901"/>
                    <a:pt x="268" y="897"/>
                    <a:pt x="271" y="890"/>
                  </a:cubicBezTo>
                  <a:lnTo>
                    <a:pt x="271" y="887"/>
                  </a:lnTo>
                  <a:cubicBezTo>
                    <a:pt x="275" y="880"/>
                    <a:pt x="278" y="873"/>
                    <a:pt x="282" y="866"/>
                  </a:cubicBezTo>
                  <a:cubicBezTo>
                    <a:pt x="282" y="859"/>
                    <a:pt x="285" y="852"/>
                    <a:pt x="285" y="845"/>
                  </a:cubicBezTo>
                  <a:lnTo>
                    <a:pt x="285" y="841"/>
                  </a:lnTo>
                  <a:cubicBezTo>
                    <a:pt x="285" y="834"/>
                    <a:pt x="285" y="827"/>
                    <a:pt x="285" y="816"/>
                  </a:cubicBezTo>
                  <a:lnTo>
                    <a:pt x="285" y="113"/>
                  </a:lnTo>
                  <a:lnTo>
                    <a:pt x="289" y="102"/>
                  </a:lnTo>
                  <a:cubicBezTo>
                    <a:pt x="306" y="70"/>
                    <a:pt x="331" y="46"/>
                    <a:pt x="359" y="28"/>
                  </a:cubicBezTo>
                  <a:cubicBezTo>
                    <a:pt x="338" y="11"/>
                    <a:pt x="310" y="4"/>
                    <a:pt x="28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85"/>
            <p:cNvSpPr/>
            <p:nvPr/>
          </p:nvSpPr>
          <p:spPr>
            <a:xfrm>
              <a:off x="1373767" y="2147301"/>
              <a:ext cx="9838" cy="43336"/>
            </a:xfrm>
            <a:custGeom>
              <a:rect b="b" l="l" r="r" t="t"/>
              <a:pathLst>
                <a:path extrusionOk="0" h="1665" w="378">
                  <a:moveTo>
                    <a:pt x="251" y="1"/>
                  </a:moveTo>
                  <a:cubicBezTo>
                    <a:pt x="141" y="1"/>
                    <a:pt x="53" y="92"/>
                    <a:pt x="53" y="202"/>
                  </a:cubicBezTo>
                  <a:lnTo>
                    <a:pt x="53" y="1176"/>
                  </a:lnTo>
                  <a:lnTo>
                    <a:pt x="141" y="1187"/>
                  </a:lnTo>
                  <a:lnTo>
                    <a:pt x="53" y="1204"/>
                  </a:lnTo>
                  <a:lnTo>
                    <a:pt x="53" y="1493"/>
                  </a:lnTo>
                  <a:cubicBezTo>
                    <a:pt x="53" y="1500"/>
                    <a:pt x="53" y="1507"/>
                    <a:pt x="53" y="1514"/>
                  </a:cubicBezTo>
                  <a:lnTo>
                    <a:pt x="53" y="1521"/>
                  </a:lnTo>
                  <a:cubicBezTo>
                    <a:pt x="53" y="1528"/>
                    <a:pt x="50" y="1535"/>
                    <a:pt x="50" y="1542"/>
                  </a:cubicBezTo>
                  <a:cubicBezTo>
                    <a:pt x="46" y="1549"/>
                    <a:pt x="43" y="1556"/>
                    <a:pt x="43" y="1563"/>
                  </a:cubicBezTo>
                  <a:lnTo>
                    <a:pt x="39" y="1567"/>
                  </a:lnTo>
                  <a:cubicBezTo>
                    <a:pt x="36" y="1574"/>
                    <a:pt x="32" y="1577"/>
                    <a:pt x="29" y="1584"/>
                  </a:cubicBezTo>
                  <a:lnTo>
                    <a:pt x="29" y="1588"/>
                  </a:lnTo>
                  <a:cubicBezTo>
                    <a:pt x="25" y="1591"/>
                    <a:pt x="22" y="1598"/>
                    <a:pt x="18" y="1602"/>
                  </a:cubicBezTo>
                  <a:lnTo>
                    <a:pt x="11" y="1609"/>
                  </a:lnTo>
                  <a:lnTo>
                    <a:pt x="1" y="1619"/>
                  </a:lnTo>
                  <a:cubicBezTo>
                    <a:pt x="33" y="1649"/>
                    <a:pt x="75" y="1664"/>
                    <a:pt x="117" y="1664"/>
                  </a:cubicBezTo>
                  <a:cubicBezTo>
                    <a:pt x="140" y="1664"/>
                    <a:pt x="163" y="1660"/>
                    <a:pt x="184" y="1651"/>
                  </a:cubicBezTo>
                  <a:lnTo>
                    <a:pt x="187" y="1651"/>
                  </a:lnTo>
                  <a:cubicBezTo>
                    <a:pt x="194" y="1648"/>
                    <a:pt x="198" y="1644"/>
                    <a:pt x="205" y="1641"/>
                  </a:cubicBezTo>
                  <a:lnTo>
                    <a:pt x="208" y="1637"/>
                  </a:lnTo>
                  <a:cubicBezTo>
                    <a:pt x="215" y="1634"/>
                    <a:pt x="222" y="1630"/>
                    <a:pt x="226" y="1627"/>
                  </a:cubicBezTo>
                  <a:lnTo>
                    <a:pt x="229" y="1623"/>
                  </a:lnTo>
                  <a:lnTo>
                    <a:pt x="243" y="1609"/>
                  </a:lnTo>
                  <a:lnTo>
                    <a:pt x="247" y="1605"/>
                  </a:lnTo>
                  <a:cubicBezTo>
                    <a:pt x="251" y="1598"/>
                    <a:pt x="254" y="1595"/>
                    <a:pt x="261" y="1588"/>
                  </a:cubicBezTo>
                  <a:lnTo>
                    <a:pt x="261" y="1584"/>
                  </a:lnTo>
                  <a:cubicBezTo>
                    <a:pt x="261" y="1581"/>
                    <a:pt x="265" y="1574"/>
                    <a:pt x="268" y="1567"/>
                  </a:cubicBezTo>
                  <a:lnTo>
                    <a:pt x="272" y="1563"/>
                  </a:lnTo>
                  <a:cubicBezTo>
                    <a:pt x="272" y="1556"/>
                    <a:pt x="275" y="1549"/>
                    <a:pt x="279" y="1542"/>
                  </a:cubicBezTo>
                  <a:cubicBezTo>
                    <a:pt x="279" y="1535"/>
                    <a:pt x="282" y="1528"/>
                    <a:pt x="282" y="1524"/>
                  </a:cubicBezTo>
                  <a:lnTo>
                    <a:pt x="282" y="1517"/>
                  </a:lnTo>
                  <a:cubicBezTo>
                    <a:pt x="282" y="1510"/>
                    <a:pt x="282" y="1503"/>
                    <a:pt x="282" y="1493"/>
                  </a:cubicBezTo>
                  <a:lnTo>
                    <a:pt x="282" y="198"/>
                  </a:lnTo>
                  <a:cubicBezTo>
                    <a:pt x="282" y="131"/>
                    <a:pt x="317" y="64"/>
                    <a:pt x="377" y="29"/>
                  </a:cubicBezTo>
                  <a:cubicBezTo>
                    <a:pt x="353" y="15"/>
                    <a:pt x="328" y="4"/>
                    <a:pt x="30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85"/>
            <p:cNvSpPr/>
            <p:nvPr/>
          </p:nvSpPr>
          <p:spPr>
            <a:xfrm>
              <a:off x="1566995" y="2032442"/>
              <a:ext cx="14419" cy="22852"/>
            </a:xfrm>
            <a:custGeom>
              <a:rect b="b" l="l" r="r" t="t"/>
              <a:pathLst>
                <a:path extrusionOk="0" h="878" w="554">
                  <a:moveTo>
                    <a:pt x="430" y="0"/>
                  </a:moveTo>
                  <a:cubicBezTo>
                    <a:pt x="340" y="0"/>
                    <a:pt x="257" y="60"/>
                    <a:pt x="236" y="153"/>
                  </a:cubicBezTo>
                  <a:lnTo>
                    <a:pt x="50" y="758"/>
                  </a:lnTo>
                  <a:cubicBezTo>
                    <a:pt x="46" y="765"/>
                    <a:pt x="43" y="772"/>
                    <a:pt x="39" y="779"/>
                  </a:cubicBezTo>
                  <a:lnTo>
                    <a:pt x="36" y="786"/>
                  </a:lnTo>
                  <a:cubicBezTo>
                    <a:pt x="36" y="790"/>
                    <a:pt x="32" y="793"/>
                    <a:pt x="29" y="797"/>
                  </a:cubicBezTo>
                  <a:cubicBezTo>
                    <a:pt x="22" y="811"/>
                    <a:pt x="11" y="822"/>
                    <a:pt x="1" y="832"/>
                  </a:cubicBezTo>
                  <a:cubicBezTo>
                    <a:pt x="32" y="861"/>
                    <a:pt x="72" y="877"/>
                    <a:pt x="114" y="877"/>
                  </a:cubicBezTo>
                  <a:cubicBezTo>
                    <a:pt x="132" y="877"/>
                    <a:pt x="151" y="874"/>
                    <a:pt x="170" y="867"/>
                  </a:cubicBezTo>
                  <a:lnTo>
                    <a:pt x="184" y="864"/>
                  </a:lnTo>
                  <a:cubicBezTo>
                    <a:pt x="215" y="850"/>
                    <a:pt x="240" y="825"/>
                    <a:pt x="258" y="797"/>
                  </a:cubicBezTo>
                  <a:cubicBezTo>
                    <a:pt x="261" y="793"/>
                    <a:pt x="265" y="790"/>
                    <a:pt x="265" y="786"/>
                  </a:cubicBezTo>
                  <a:lnTo>
                    <a:pt x="272" y="779"/>
                  </a:lnTo>
                  <a:cubicBezTo>
                    <a:pt x="272" y="772"/>
                    <a:pt x="275" y="765"/>
                    <a:pt x="279" y="758"/>
                  </a:cubicBezTo>
                  <a:lnTo>
                    <a:pt x="469" y="153"/>
                  </a:lnTo>
                  <a:cubicBezTo>
                    <a:pt x="479" y="104"/>
                    <a:pt x="511" y="58"/>
                    <a:pt x="553" y="33"/>
                  </a:cubicBezTo>
                  <a:cubicBezTo>
                    <a:pt x="536" y="23"/>
                    <a:pt x="518" y="16"/>
                    <a:pt x="497" y="9"/>
                  </a:cubicBezTo>
                  <a:lnTo>
                    <a:pt x="476" y="5"/>
                  </a:lnTo>
                  <a:cubicBezTo>
                    <a:pt x="460" y="2"/>
                    <a:pt x="445" y="0"/>
                    <a:pt x="4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85"/>
            <p:cNvSpPr/>
            <p:nvPr/>
          </p:nvSpPr>
          <p:spPr>
            <a:xfrm>
              <a:off x="1548672" y="2024113"/>
              <a:ext cx="14315" cy="24049"/>
            </a:xfrm>
            <a:custGeom>
              <a:rect b="b" l="l" r="r" t="t"/>
              <a:pathLst>
                <a:path extrusionOk="0" h="924" w="550">
                  <a:moveTo>
                    <a:pt x="427" y="0"/>
                  </a:moveTo>
                  <a:cubicBezTo>
                    <a:pt x="365" y="0"/>
                    <a:pt x="305" y="29"/>
                    <a:pt x="265" y="83"/>
                  </a:cubicBezTo>
                  <a:lnTo>
                    <a:pt x="261" y="86"/>
                  </a:lnTo>
                  <a:lnTo>
                    <a:pt x="50" y="797"/>
                  </a:lnTo>
                  <a:cubicBezTo>
                    <a:pt x="50" y="804"/>
                    <a:pt x="47" y="814"/>
                    <a:pt x="43" y="821"/>
                  </a:cubicBezTo>
                  <a:lnTo>
                    <a:pt x="40" y="828"/>
                  </a:lnTo>
                  <a:cubicBezTo>
                    <a:pt x="36" y="836"/>
                    <a:pt x="33" y="839"/>
                    <a:pt x="29" y="846"/>
                  </a:cubicBezTo>
                  <a:lnTo>
                    <a:pt x="26" y="850"/>
                  </a:lnTo>
                  <a:cubicBezTo>
                    <a:pt x="22" y="857"/>
                    <a:pt x="19" y="860"/>
                    <a:pt x="12" y="867"/>
                  </a:cubicBezTo>
                  <a:lnTo>
                    <a:pt x="5" y="874"/>
                  </a:lnTo>
                  <a:lnTo>
                    <a:pt x="1" y="878"/>
                  </a:lnTo>
                  <a:cubicBezTo>
                    <a:pt x="19" y="895"/>
                    <a:pt x="43" y="906"/>
                    <a:pt x="68" y="916"/>
                  </a:cubicBezTo>
                  <a:cubicBezTo>
                    <a:pt x="82" y="920"/>
                    <a:pt x="100" y="923"/>
                    <a:pt x="117" y="923"/>
                  </a:cubicBezTo>
                  <a:cubicBezTo>
                    <a:pt x="142" y="923"/>
                    <a:pt x="163" y="916"/>
                    <a:pt x="184" y="906"/>
                  </a:cubicBezTo>
                  <a:cubicBezTo>
                    <a:pt x="202" y="902"/>
                    <a:pt x="216" y="892"/>
                    <a:pt x="230" y="881"/>
                  </a:cubicBezTo>
                  <a:lnTo>
                    <a:pt x="237" y="874"/>
                  </a:lnTo>
                  <a:lnTo>
                    <a:pt x="244" y="867"/>
                  </a:lnTo>
                  <a:cubicBezTo>
                    <a:pt x="251" y="860"/>
                    <a:pt x="254" y="857"/>
                    <a:pt x="258" y="850"/>
                  </a:cubicBezTo>
                  <a:lnTo>
                    <a:pt x="261" y="846"/>
                  </a:lnTo>
                  <a:cubicBezTo>
                    <a:pt x="265" y="839"/>
                    <a:pt x="268" y="836"/>
                    <a:pt x="272" y="828"/>
                  </a:cubicBezTo>
                  <a:lnTo>
                    <a:pt x="275" y="821"/>
                  </a:lnTo>
                  <a:cubicBezTo>
                    <a:pt x="279" y="814"/>
                    <a:pt x="282" y="807"/>
                    <a:pt x="282" y="800"/>
                  </a:cubicBezTo>
                  <a:lnTo>
                    <a:pt x="494" y="86"/>
                  </a:lnTo>
                  <a:lnTo>
                    <a:pt x="501" y="79"/>
                  </a:lnTo>
                  <a:cubicBezTo>
                    <a:pt x="515" y="58"/>
                    <a:pt x="532" y="44"/>
                    <a:pt x="550" y="30"/>
                  </a:cubicBezTo>
                  <a:lnTo>
                    <a:pt x="543" y="26"/>
                  </a:lnTo>
                  <a:cubicBezTo>
                    <a:pt x="536" y="23"/>
                    <a:pt x="529" y="19"/>
                    <a:pt x="522" y="16"/>
                  </a:cubicBezTo>
                  <a:cubicBezTo>
                    <a:pt x="515" y="12"/>
                    <a:pt x="508" y="12"/>
                    <a:pt x="501" y="9"/>
                  </a:cubicBezTo>
                  <a:lnTo>
                    <a:pt x="472" y="5"/>
                  </a:lnTo>
                  <a:cubicBezTo>
                    <a:pt x="457" y="2"/>
                    <a:pt x="442" y="0"/>
                    <a:pt x="42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85"/>
            <p:cNvSpPr/>
            <p:nvPr/>
          </p:nvSpPr>
          <p:spPr>
            <a:xfrm>
              <a:off x="1529828" y="2015993"/>
              <a:ext cx="15122" cy="27693"/>
            </a:xfrm>
            <a:custGeom>
              <a:rect b="b" l="l" r="r" t="t"/>
              <a:pathLst>
                <a:path extrusionOk="0" h="1064" w="581">
                  <a:moveTo>
                    <a:pt x="462" y="0"/>
                  </a:moveTo>
                  <a:cubicBezTo>
                    <a:pt x="403" y="0"/>
                    <a:pt x="346" y="25"/>
                    <a:pt x="306" y="71"/>
                  </a:cubicBezTo>
                  <a:lnTo>
                    <a:pt x="299" y="78"/>
                  </a:lnTo>
                  <a:lnTo>
                    <a:pt x="53" y="936"/>
                  </a:lnTo>
                  <a:cubicBezTo>
                    <a:pt x="49" y="947"/>
                    <a:pt x="46" y="954"/>
                    <a:pt x="42" y="961"/>
                  </a:cubicBezTo>
                  <a:lnTo>
                    <a:pt x="39" y="968"/>
                  </a:lnTo>
                  <a:cubicBezTo>
                    <a:pt x="35" y="972"/>
                    <a:pt x="32" y="979"/>
                    <a:pt x="28" y="986"/>
                  </a:cubicBezTo>
                  <a:lnTo>
                    <a:pt x="25" y="989"/>
                  </a:lnTo>
                  <a:cubicBezTo>
                    <a:pt x="21" y="996"/>
                    <a:pt x="18" y="1000"/>
                    <a:pt x="11" y="1007"/>
                  </a:cubicBezTo>
                  <a:lnTo>
                    <a:pt x="4" y="1014"/>
                  </a:lnTo>
                  <a:lnTo>
                    <a:pt x="0" y="1017"/>
                  </a:lnTo>
                  <a:cubicBezTo>
                    <a:pt x="18" y="1035"/>
                    <a:pt x="42" y="1049"/>
                    <a:pt x="67" y="1056"/>
                  </a:cubicBezTo>
                  <a:cubicBezTo>
                    <a:pt x="85" y="1060"/>
                    <a:pt x="99" y="1063"/>
                    <a:pt x="116" y="1063"/>
                  </a:cubicBezTo>
                  <a:cubicBezTo>
                    <a:pt x="134" y="1063"/>
                    <a:pt x="155" y="1060"/>
                    <a:pt x="173" y="1053"/>
                  </a:cubicBezTo>
                  <a:lnTo>
                    <a:pt x="183" y="1045"/>
                  </a:lnTo>
                  <a:cubicBezTo>
                    <a:pt x="201" y="1038"/>
                    <a:pt x="215" y="1031"/>
                    <a:pt x="229" y="1021"/>
                  </a:cubicBezTo>
                  <a:lnTo>
                    <a:pt x="236" y="1014"/>
                  </a:lnTo>
                  <a:lnTo>
                    <a:pt x="243" y="1003"/>
                  </a:lnTo>
                  <a:cubicBezTo>
                    <a:pt x="246" y="1000"/>
                    <a:pt x="254" y="996"/>
                    <a:pt x="257" y="989"/>
                  </a:cubicBezTo>
                  <a:lnTo>
                    <a:pt x="261" y="986"/>
                  </a:lnTo>
                  <a:cubicBezTo>
                    <a:pt x="264" y="979"/>
                    <a:pt x="268" y="972"/>
                    <a:pt x="271" y="968"/>
                  </a:cubicBezTo>
                  <a:lnTo>
                    <a:pt x="275" y="961"/>
                  </a:lnTo>
                  <a:cubicBezTo>
                    <a:pt x="278" y="954"/>
                    <a:pt x="278" y="947"/>
                    <a:pt x="282" y="936"/>
                  </a:cubicBezTo>
                  <a:lnTo>
                    <a:pt x="531" y="78"/>
                  </a:lnTo>
                  <a:lnTo>
                    <a:pt x="535" y="71"/>
                  </a:lnTo>
                  <a:cubicBezTo>
                    <a:pt x="549" y="57"/>
                    <a:pt x="563" y="43"/>
                    <a:pt x="581" y="32"/>
                  </a:cubicBezTo>
                  <a:cubicBezTo>
                    <a:pt x="563" y="22"/>
                    <a:pt x="546" y="15"/>
                    <a:pt x="524" y="11"/>
                  </a:cubicBezTo>
                  <a:lnTo>
                    <a:pt x="503" y="4"/>
                  </a:lnTo>
                  <a:cubicBezTo>
                    <a:pt x="490" y="1"/>
                    <a:pt x="476" y="0"/>
                    <a:pt x="46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85"/>
            <p:cNvSpPr/>
            <p:nvPr/>
          </p:nvSpPr>
          <p:spPr>
            <a:xfrm>
              <a:off x="1507757" y="2006076"/>
              <a:ext cx="19625" cy="44689"/>
            </a:xfrm>
            <a:custGeom>
              <a:rect b="b" l="l" r="r" t="t"/>
              <a:pathLst>
                <a:path extrusionOk="0" h="1717" w="754">
                  <a:moveTo>
                    <a:pt x="630" y="0"/>
                  </a:moveTo>
                  <a:cubicBezTo>
                    <a:pt x="593" y="0"/>
                    <a:pt x="557" y="10"/>
                    <a:pt x="524" y="30"/>
                  </a:cubicBezTo>
                  <a:cubicBezTo>
                    <a:pt x="482" y="58"/>
                    <a:pt x="451" y="100"/>
                    <a:pt x="437" y="153"/>
                  </a:cubicBezTo>
                  <a:lnTo>
                    <a:pt x="53" y="1588"/>
                  </a:lnTo>
                  <a:cubicBezTo>
                    <a:pt x="49" y="1595"/>
                    <a:pt x="46" y="1606"/>
                    <a:pt x="42" y="1613"/>
                  </a:cubicBezTo>
                  <a:lnTo>
                    <a:pt x="39" y="1620"/>
                  </a:lnTo>
                  <a:cubicBezTo>
                    <a:pt x="35" y="1627"/>
                    <a:pt x="32" y="1634"/>
                    <a:pt x="28" y="1641"/>
                  </a:cubicBezTo>
                  <a:cubicBezTo>
                    <a:pt x="21" y="1648"/>
                    <a:pt x="18" y="1652"/>
                    <a:pt x="11" y="1659"/>
                  </a:cubicBezTo>
                  <a:lnTo>
                    <a:pt x="7" y="1666"/>
                  </a:lnTo>
                  <a:lnTo>
                    <a:pt x="0" y="1673"/>
                  </a:lnTo>
                  <a:cubicBezTo>
                    <a:pt x="18" y="1690"/>
                    <a:pt x="42" y="1704"/>
                    <a:pt x="71" y="1711"/>
                  </a:cubicBezTo>
                  <a:cubicBezTo>
                    <a:pt x="83" y="1715"/>
                    <a:pt x="96" y="1716"/>
                    <a:pt x="109" y="1716"/>
                  </a:cubicBezTo>
                  <a:cubicBezTo>
                    <a:pt x="136" y="1716"/>
                    <a:pt x="164" y="1709"/>
                    <a:pt x="190" y="1697"/>
                  </a:cubicBezTo>
                  <a:lnTo>
                    <a:pt x="201" y="1694"/>
                  </a:lnTo>
                  <a:cubicBezTo>
                    <a:pt x="204" y="1690"/>
                    <a:pt x="211" y="1687"/>
                    <a:pt x="218" y="1680"/>
                  </a:cubicBezTo>
                  <a:lnTo>
                    <a:pt x="222" y="1676"/>
                  </a:lnTo>
                  <a:cubicBezTo>
                    <a:pt x="229" y="1673"/>
                    <a:pt x="232" y="1669"/>
                    <a:pt x="236" y="1666"/>
                  </a:cubicBezTo>
                  <a:lnTo>
                    <a:pt x="243" y="1659"/>
                  </a:lnTo>
                  <a:cubicBezTo>
                    <a:pt x="247" y="1652"/>
                    <a:pt x="254" y="1648"/>
                    <a:pt x="257" y="1641"/>
                  </a:cubicBezTo>
                  <a:cubicBezTo>
                    <a:pt x="261" y="1634"/>
                    <a:pt x="264" y="1627"/>
                    <a:pt x="271" y="1620"/>
                  </a:cubicBezTo>
                  <a:lnTo>
                    <a:pt x="271" y="1613"/>
                  </a:lnTo>
                  <a:cubicBezTo>
                    <a:pt x="275" y="1606"/>
                    <a:pt x="278" y="1595"/>
                    <a:pt x="282" y="1588"/>
                  </a:cubicBezTo>
                  <a:lnTo>
                    <a:pt x="669" y="153"/>
                  </a:lnTo>
                  <a:cubicBezTo>
                    <a:pt x="679" y="104"/>
                    <a:pt x="707" y="61"/>
                    <a:pt x="753" y="33"/>
                  </a:cubicBezTo>
                  <a:cubicBezTo>
                    <a:pt x="736" y="23"/>
                    <a:pt x="714" y="16"/>
                    <a:pt x="697" y="12"/>
                  </a:cubicBezTo>
                  <a:lnTo>
                    <a:pt x="676" y="5"/>
                  </a:lnTo>
                  <a:cubicBezTo>
                    <a:pt x="660" y="2"/>
                    <a:pt x="645" y="0"/>
                    <a:pt x="6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85"/>
            <p:cNvSpPr/>
            <p:nvPr/>
          </p:nvSpPr>
          <p:spPr>
            <a:xfrm>
              <a:off x="1484670" y="2042281"/>
              <a:ext cx="20275" cy="81622"/>
            </a:xfrm>
            <a:custGeom>
              <a:rect b="b" l="l" r="r" t="t"/>
              <a:pathLst>
                <a:path extrusionOk="0" h="3136" w="779">
                  <a:moveTo>
                    <a:pt x="152" y="0"/>
                  </a:moveTo>
                  <a:lnTo>
                    <a:pt x="138" y="43"/>
                  </a:lnTo>
                  <a:cubicBezTo>
                    <a:pt x="85" y="229"/>
                    <a:pt x="46" y="415"/>
                    <a:pt x="15" y="605"/>
                  </a:cubicBezTo>
                  <a:cubicBezTo>
                    <a:pt x="8" y="665"/>
                    <a:pt x="1" y="725"/>
                    <a:pt x="4" y="781"/>
                  </a:cubicBezTo>
                  <a:cubicBezTo>
                    <a:pt x="15" y="1292"/>
                    <a:pt x="409" y="1819"/>
                    <a:pt x="493" y="1925"/>
                  </a:cubicBezTo>
                  <a:lnTo>
                    <a:pt x="507" y="1946"/>
                  </a:lnTo>
                  <a:cubicBezTo>
                    <a:pt x="535" y="1978"/>
                    <a:pt x="549" y="2016"/>
                    <a:pt x="549" y="2059"/>
                  </a:cubicBezTo>
                  <a:lnTo>
                    <a:pt x="549" y="3135"/>
                  </a:lnTo>
                  <a:lnTo>
                    <a:pt x="778" y="3135"/>
                  </a:lnTo>
                  <a:lnTo>
                    <a:pt x="778" y="2059"/>
                  </a:lnTo>
                  <a:cubicBezTo>
                    <a:pt x="778" y="2016"/>
                    <a:pt x="764" y="1981"/>
                    <a:pt x="739" y="1950"/>
                  </a:cubicBezTo>
                  <a:lnTo>
                    <a:pt x="722" y="1928"/>
                  </a:lnTo>
                  <a:cubicBezTo>
                    <a:pt x="637" y="1823"/>
                    <a:pt x="243" y="1295"/>
                    <a:pt x="233" y="785"/>
                  </a:cubicBezTo>
                  <a:cubicBezTo>
                    <a:pt x="233" y="729"/>
                    <a:pt x="236" y="669"/>
                    <a:pt x="247" y="609"/>
                  </a:cubicBezTo>
                  <a:cubicBezTo>
                    <a:pt x="275" y="433"/>
                    <a:pt x="310" y="261"/>
                    <a:pt x="356" y="88"/>
                  </a:cubicBezTo>
                  <a:lnTo>
                    <a:pt x="1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85"/>
            <p:cNvSpPr/>
            <p:nvPr/>
          </p:nvSpPr>
          <p:spPr>
            <a:xfrm>
              <a:off x="1657571" y="2125699"/>
              <a:ext cx="9370" cy="22019"/>
            </a:xfrm>
            <a:custGeom>
              <a:rect b="b" l="l" r="r" t="t"/>
              <a:pathLst>
                <a:path extrusionOk="0" h="846" w="360">
                  <a:moveTo>
                    <a:pt x="233" y="1"/>
                  </a:moveTo>
                  <a:cubicBezTo>
                    <a:pt x="159" y="1"/>
                    <a:pt x="92" y="43"/>
                    <a:pt x="57" y="110"/>
                  </a:cubicBezTo>
                  <a:lnTo>
                    <a:pt x="53" y="120"/>
                  </a:lnTo>
                  <a:lnTo>
                    <a:pt x="53" y="676"/>
                  </a:lnTo>
                  <a:cubicBezTo>
                    <a:pt x="53" y="683"/>
                    <a:pt x="53" y="690"/>
                    <a:pt x="53" y="697"/>
                  </a:cubicBezTo>
                  <a:lnTo>
                    <a:pt x="53" y="704"/>
                  </a:lnTo>
                  <a:cubicBezTo>
                    <a:pt x="50" y="711"/>
                    <a:pt x="50" y="718"/>
                    <a:pt x="50" y="722"/>
                  </a:cubicBezTo>
                  <a:cubicBezTo>
                    <a:pt x="46" y="729"/>
                    <a:pt x="43" y="736"/>
                    <a:pt x="39" y="743"/>
                  </a:cubicBezTo>
                  <a:lnTo>
                    <a:pt x="39" y="750"/>
                  </a:lnTo>
                  <a:cubicBezTo>
                    <a:pt x="36" y="754"/>
                    <a:pt x="32" y="761"/>
                    <a:pt x="29" y="764"/>
                  </a:cubicBezTo>
                  <a:lnTo>
                    <a:pt x="29" y="768"/>
                  </a:lnTo>
                  <a:cubicBezTo>
                    <a:pt x="25" y="775"/>
                    <a:pt x="22" y="778"/>
                    <a:pt x="15" y="785"/>
                  </a:cubicBezTo>
                  <a:lnTo>
                    <a:pt x="11" y="789"/>
                  </a:lnTo>
                  <a:lnTo>
                    <a:pt x="0" y="803"/>
                  </a:lnTo>
                  <a:cubicBezTo>
                    <a:pt x="32" y="831"/>
                    <a:pt x="74" y="845"/>
                    <a:pt x="117" y="845"/>
                  </a:cubicBezTo>
                  <a:cubicBezTo>
                    <a:pt x="141" y="845"/>
                    <a:pt x="162" y="842"/>
                    <a:pt x="183" y="831"/>
                  </a:cubicBezTo>
                  <a:cubicBezTo>
                    <a:pt x="190" y="831"/>
                    <a:pt x="198" y="827"/>
                    <a:pt x="205" y="824"/>
                  </a:cubicBezTo>
                  <a:lnTo>
                    <a:pt x="208" y="820"/>
                  </a:lnTo>
                  <a:cubicBezTo>
                    <a:pt x="212" y="817"/>
                    <a:pt x="219" y="810"/>
                    <a:pt x="226" y="806"/>
                  </a:cubicBezTo>
                  <a:lnTo>
                    <a:pt x="229" y="803"/>
                  </a:lnTo>
                  <a:cubicBezTo>
                    <a:pt x="233" y="799"/>
                    <a:pt x="236" y="796"/>
                    <a:pt x="240" y="792"/>
                  </a:cubicBezTo>
                  <a:lnTo>
                    <a:pt x="243" y="789"/>
                  </a:lnTo>
                  <a:cubicBezTo>
                    <a:pt x="250" y="782"/>
                    <a:pt x="254" y="775"/>
                    <a:pt x="257" y="771"/>
                  </a:cubicBezTo>
                  <a:lnTo>
                    <a:pt x="257" y="768"/>
                  </a:lnTo>
                  <a:cubicBezTo>
                    <a:pt x="261" y="761"/>
                    <a:pt x="264" y="757"/>
                    <a:pt x="268" y="750"/>
                  </a:cubicBezTo>
                  <a:lnTo>
                    <a:pt x="268" y="747"/>
                  </a:lnTo>
                  <a:cubicBezTo>
                    <a:pt x="271" y="739"/>
                    <a:pt x="275" y="732"/>
                    <a:pt x="278" y="725"/>
                  </a:cubicBezTo>
                  <a:cubicBezTo>
                    <a:pt x="278" y="718"/>
                    <a:pt x="282" y="711"/>
                    <a:pt x="282" y="704"/>
                  </a:cubicBezTo>
                  <a:lnTo>
                    <a:pt x="282" y="697"/>
                  </a:lnTo>
                  <a:cubicBezTo>
                    <a:pt x="282" y="690"/>
                    <a:pt x="282" y="683"/>
                    <a:pt x="282" y="676"/>
                  </a:cubicBezTo>
                  <a:lnTo>
                    <a:pt x="282" y="117"/>
                  </a:lnTo>
                  <a:lnTo>
                    <a:pt x="285" y="106"/>
                  </a:lnTo>
                  <a:cubicBezTo>
                    <a:pt x="303" y="75"/>
                    <a:pt x="328" y="46"/>
                    <a:pt x="359" y="29"/>
                  </a:cubicBezTo>
                  <a:cubicBezTo>
                    <a:pt x="335" y="15"/>
                    <a:pt x="310"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85"/>
            <p:cNvSpPr/>
            <p:nvPr/>
          </p:nvSpPr>
          <p:spPr>
            <a:xfrm>
              <a:off x="1677065" y="2129577"/>
              <a:ext cx="9838" cy="20874"/>
            </a:xfrm>
            <a:custGeom>
              <a:rect b="b" l="l" r="r" t="t"/>
              <a:pathLst>
                <a:path extrusionOk="0" h="802" w="378">
                  <a:moveTo>
                    <a:pt x="286" y="0"/>
                  </a:moveTo>
                  <a:cubicBezTo>
                    <a:pt x="282" y="0"/>
                    <a:pt x="279" y="1"/>
                    <a:pt x="275" y="3"/>
                  </a:cubicBezTo>
                  <a:lnTo>
                    <a:pt x="251" y="3"/>
                  </a:lnTo>
                  <a:cubicBezTo>
                    <a:pt x="142" y="3"/>
                    <a:pt x="54" y="91"/>
                    <a:pt x="54" y="200"/>
                  </a:cubicBezTo>
                  <a:lnTo>
                    <a:pt x="54" y="633"/>
                  </a:lnTo>
                  <a:cubicBezTo>
                    <a:pt x="54" y="640"/>
                    <a:pt x="54" y="647"/>
                    <a:pt x="54" y="654"/>
                  </a:cubicBezTo>
                  <a:lnTo>
                    <a:pt x="54" y="661"/>
                  </a:lnTo>
                  <a:cubicBezTo>
                    <a:pt x="54" y="668"/>
                    <a:pt x="50" y="675"/>
                    <a:pt x="50" y="682"/>
                  </a:cubicBezTo>
                  <a:cubicBezTo>
                    <a:pt x="47" y="689"/>
                    <a:pt x="43" y="696"/>
                    <a:pt x="43" y="703"/>
                  </a:cubicBezTo>
                  <a:lnTo>
                    <a:pt x="40" y="707"/>
                  </a:lnTo>
                  <a:cubicBezTo>
                    <a:pt x="36" y="710"/>
                    <a:pt x="33" y="717"/>
                    <a:pt x="33" y="724"/>
                  </a:cubicBezTo>
                  <a:lnTo>
                    <a:pt x="33" y="728"/>
                  </a:lnTo>
                  <a:cubicBezTo>
                    <a:pt x="26" y="731"/>
                    <a:pt x="22" y="738"/>
                    <a:pt x="18" y="742"/>
                  </a:cubicBezTo>
                  <a:lnTo>
                    <a:pt x="15" y="749"/>
                  </a:lnTo>
                  <a:lnTo>
                    <a:pt x="1" y="759"/>
                  </a:lnTo>
                  <a:cubicBezTo>
                    <a:pt x="33" y="788"/>
                    <a:pt x="71" y="802"/>
                    <a:pt x="113" y="802"/>
                  </a:cubicBezTo>
                  <a:cubicBezTo>
                    <a:pt x="138" y="802"/>
                    <a:pt x="159" y="798"/>
                    <a:pt x="180" y="791"/>
                  </a:cubicBezTo>
                  <a:cubicBezTo>
                    <a:pt x="187" y="788"/>
                    <a:pt x="194" y="784"/>
                    <a:pt x="201" y="780"/>
                  </a:cubicBezTo>
                  <a:lnTo>
                    <a:pt x="205" y="777"/>
                  </a:lnTo>
                  <a:cubicBezTo>
                    <a:pt x="212" y="773"/>
                    <a:pt x="216" y="770"/>
                    <a:pt x="223" y="763"/>
                  </a:cubicBezTo>
                  <a:lnTo>
                    <a:pt x="226" y="759"/>
                  </a:lnTo>
                  <a:lnTo>
                    <a:pt x="244" y="749"/>
                  </a:lnTo>
                  <a:lnTo>
                    <a:pt x="247" y="742"/>
                  </a:lnTo>
                  <a:cubicBezTo>
                    <a:pt x="251" y="738"/>
                    <a:pt x="258" y="731"/>
                    <a:pt x="261" y="728"/>
                  </a:cubicBezTo>
                  <a:lnTo>
                    <a:pt x="261" y="721"/>
                  </a:lnTo>
                  <a:cubicBezTo>
                    <a:pt x="265" y="717"/>
                    <a:pt x="268" y="710"/>
                    <a:pt x="268" y="707"/>
                  </a:cubicBezTo>
                  <a:lnTo>
                    <a:pt x="272" y="700"/>
                  </a:lnTo>
                  <a:cubicBezTo>
                    <a:pt x="275" y="696"/>
                    <a:pt x="279" y="689"/>
                    <a:pt x="279" y="682"/>
                  </a:cubicBezTo>
                  <a:cubicBezTo>
                    <a:pt x="282" y="675"/>
                    <a:pt x="282" y="668"/>
                    <a:pt x="286" y="661"/>
                  </a:cubicBezTo>
                  <a:lnTo>
                    <a:pt x="286" y="654"/>
                  </a:lnTo>
                  <a:cubicBezTo>
                    <a:pt x="286" y="647"/>
                    <a:pt x="286" y="640"/>
                    <a:pt x="286" y="633"/>
                  </a:cubicBezTo>
                  <a:lnTo>
                    <a:pt x="286" y="196"/>
                  </a:lnTo>
                  <a:cubicBezTo>
                    <a:pt x="286" y="130"/>
                    <a:pt x="321" y="66"/>
                    <a:pt x="377" y="28"/>
                  </a:cubicBezTo>
                  <a:cubicBezTo>
                    <a:pt x="356" y="13"/>
                    <a:pt x="328" y="6"/>
                    <a:pt x="300" y="3"/>
                  </a:cubicBezTo>
                  <a:lnTo>
                    <a:pt x="296" y="3"/>
                  </a:lnTo>
                  <a:cubicBezTo>
                    <a:pt x="293" y="1"/>
                    <a:pt x="289" y="0"/>
                    <a:pt x="28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85"/>
            <p:cNvSpPr/>
            <p:nvPr/>
          </p:nvSpPr>
          <p:spPr>
            <a:xfrm>
              <a:off x="1618478" y="2116459"/>
              <a:ext cx="9812" cy="43206"/>
            </a:xfrm>
            <a:custGeom>
              <a:rect b="b" l="l" r="r" t="t"/>
              <a:pathLst>
                <a:path extrusionOk="0" h="1660" w="377">
                  <a:moveTo>
                    <a:pt x="253" y="0"/>
                  </a:moveTo>
                  <a:cubicBezTo>
                    <a:pt x="141" y="0"/>
                    <a:pt x="53" y="88"/>
                    <a:pt x="53" y="197"/>
                  </a:cubicBezTo>
                  <a:lnTo>
                    <a:pt x="53" y="1172"/>
                  </a:lnTo>
                  <a:lnTo>
                    <a:pt x="141" y="1182"/>
                  </a:lnTo>
                  <a:lnTo>
                    <a:pt x="53" y="1200"/>
                  </a:lnTo>
                  <a:lnTo>
                    <a:pt x="53" y="1489"/>
                  </a:lnTo>
                  <a:cubicBezTo>
                    <a:pt x="53" y="1496"/>
                    <a:pt x="53" y="1503"/>
                    <a:pt x="53" y="1510"/>
                  </a:cubicBezTo>
                  <a:lnTo>
                    <a:pt x="53" y="1517"/>
                  </a:lnTo>
                  <a:cubicBezTo>
                    <a:pt x="53" y="1524"/>
                    <a:pt x="49" y="1531"/>
                    <a:pt x="49" y="1538"/>
                  </a:cubicBezTo>
                  <a:cubicBezTo>
                    <a:pt x="46" y="1545"/>
                    <a:pt x="42" y="1552"/>
                    <a:pt x="42" y="1559"/>
                  </a:cubicBezTo>
                  <a:lnTo>
                    <a:pt x="39" y="1562"/>
                  </a:lnTo>
                  <a:cubicBezTo>
                    <a:pt x="35" y="1566"/>
                    <a:pt x="32" y="1573"/>
                    <a:pt x="28" y="1580"/>
                  </a:cubicBezTo>
                  <a:lnTo>
                    <a:pt x="28" y="1584"/>
                  </a:lnTo>
                  <a:cubicBezTo>
                    <a:pt x="25" y="1587"/>
                    <a:pt x="21" y="1594"/>
                    <a:pt x="18" y="1598"/>
                  </a:cubicBezTo>
                  <a:lnTo>
                    <a:pt x="14" y="1605"/>
                  </a:lnTo>
                  <a:lnTo>
                    <a:pt x="0" y="1615"/>
                  </a:lnTo>
                  <a:cubicBezTo>
                    <a:pt x="32" y="1645"/>
                    <a:pt x="75" y="1660"/>
                    <a:pt x="117" y="1660"/>
                  </a:cubicBezTo>
                  <a:cubicBezTo>
                    <a:pt x="139" y="1660"/>
                    <a:pt x="162" y="1656"/>
                    <a:pt x="183" y="1647"/>
                  </a:cubicBezTo>
                  <a:lnTo>
                    <a:pt x="187" y="1647"/>
                  </a:lnTo>
                  <a:cubicBezTo>
                    <a:pt x="194" y="1643"/>
                    <a:pt x="197" y="1640"/>
                    <a:pt x="204" y="1636"/>
                  </a:cubicBezTo>
                  <a:lnTo>
                    <a:pt x="208" y="1633"/>
                  </a:lnTo>
                  <a:cubicBezTo>
                    <a:pt x="215" y="1629"/>
                    <a:pt x="222" y="1626"/>
                    <a:pt x="225" y="1622"/>
                  </a:cubicBezTo>
                  <a:lnTo>
                    <a:pt x="229" y="1619"/>
                  </a:lnTo>
                  <a:lnTo>
                    <a:pt x="243" y="1605"/>
                  </a:lnTo>
                  <a:lnTo>
                    <a:pt x="246" y="1601"/>
                  </a:lnTo>
                  <a:cubicBezTo>
                    <a:pt x="250" y="1594"/>
                    <a:pt x="257" y="1591"/>
                    <a:pt x="260" y="1584"/>
                  </a:cubicBezTo>
                  <a:lnTo>
                    <a:pt x="260" y="1580"/>
                  </a:lnTo>
                  <a:cubicBezTo>
                    <a:pt x="264" y="1573"/>
                    <a:pt x="264" y="1569"/>
                    <a:pt x="267" y="1562"/>
                  </a:cubicBezTo>
                  <a:lnTo>
                    <a:pt x="271" y="1559"/>
                  </a:lnTo>
                  <a:cubicBezTo>
                    <a:pt x="275" y="1552"/>
                    <a:pt x="275" y="1545"/>
                    <a:pt x="278" y="1538"/>
                  </a:cubicBezTo>
                  <a:cubicBezTo>
                    <a:pt x="282" y="1531"/>
                    <a:pt x="282" y="1524"/>
                    <a:pt x="282" y="1517"/>
                  </a:cubicBezTo>
                  <a:lnTo>
                    <a:pt x="282" y="1513"/>
                  </a:lnTo>
                  <a:cubicBezTo>
                    <a:pt x="282" y="1506"/>
                    <a:pt x="282" y="1496"/>
                    <a:pt x="282" y="1489"/>
                  </a:cubicBezTo>
                  <a:lnTo>
                    <a:pt x="282" y="197"/>
                  </a:lnTo>
                  <a:cubicBezTo>
                    <a:pt x="282" y="127"/>
                    <a:pt x="317" y="64"/>
                    <a:pt x="377" y="28"/>
                  </a:cubicBezTo>
                  <a:cubicBezTo>
                    <a:pt x="352" y="14"/>
                    <a:pt x="327" y="4"/>
                    <a:pt x="29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85"/>
            <p:cNvSpPr/>
            <p:nvPr/>
          </p:nvSpPr>
          <p:spPr>
            <a:xfrm>
              <a:off x="1638337" y="2122029"/>
              <a:ext cx="9188" cy="25689"/>
            </a:xfrm>
            <a:custGeom>
              <a:rect b="b" l="l" r="r" t="t"/>
              <a:pathLst>
                <a:path extrusionOk="0" h="987" w="353">
                  <a:moveTo>
                    <a:pt x="236" y="1"/>
                  </a:moveTo>
                  <a:cubicBezTo>
                    <a:pt x="162" y="1"/>
                    <a:pt x="92" y="40"/>
                    <a:pt x="60" y="106"/>
                  </a:cubicBezTo>
                  <a:lnTo>
                    <a:pt x="53" y="117"/>
                  </a:lnTo>
                  <a:lnTo>
                    <a:pt x="53" y="817"/>
                  </a:lnTo>
                  <a:cubicBezTo>
                    <a:pt x="53" y="824"/>
                    <a:pt x="53" y="831"/>
                    <a:pt x="53" y="838"/>
                  </a:cubicBezTo>
                  <a:lnTo>
                    <a:pt x="53" y="845"/>
                  </a:lnTo>
                  <a:cubicBezTo>
                    <a:pt x="53" y="852"/>
                    <a:pt x="50" y="859"/>
                    <a:pt x="50" y="866"/>
                  </a:cubicBezTo>
                  <a:cubicBezTo>
                    <a:pt x="46" y="873"/>
                    <a:pt x="43" y="880"/>
                    <a:pt x="43" y="888"/>
                  </a:cubicBezTo>
                  <a:lnTo>
                    <a:pt x="39" y="891"/>
                  </a:lnTo>
                  <a:cubicBezTo>
                    <a:pt x="36" y="895"/>
                    <a:pt x="32" y="902"/>
                    <a:pt x="29" y="909"/>
                  </a:cubicBezTo>
                  <a:lnTo>
                    <a:pt x="29" y="912"/>
                  </a:lnTo>
                  <a:cubicBezTo>
                    <a:pt x="25" y="916"/>
                    <a:pt x="22" y="923"/>
                    <a:pt x="18" y="926"/>
                  </a:cubicBezTo>
                  <a:lnTo>
                    <a:pt x="15" y="933"/>
                  </a:lnTo>
                  <a:lnTo>
                    <a:pt x="1" y="944"/>
                  </a:lnTo>
                  <a:cubicBezTo>
                    <a:pt x="32" y="972"/>
                    <a:pt x="71" y="986"/>
                    <a:pt x="113" y="986"/>
                  </a:cubicBezTo>
                  <a:cubicBezTo>
                    <a:pt x="134" y="986"/>
                    <a:pt x="155" y="983"/>
                    <a:pt x="180" y="972"/>
                  </a:cubicBezTo>
                  <a:cubicBezTo>
                    <a:pt x="187" y="968"/>
                    <a:pt x="194" y="968"/>
                    <a:pt x="198" y="965"/>
                  </a:cubicBezTo>
                  <a:lnTo>
                    <a:pt x="205" y="961"/>
                  </a:lnTo>
                  <a:cubicBezTo>
                    <a:pt x="208" y="958"/>
                    <a:pt x="215" y="951"/>
                    <a:pt x="222" y="947"/>
                  </a:cubicBezTo>
                  <a:lnTo>
                    <a:pt x="226" y="944"/>
                  </a:lnTo>
                  <a:lnTo>
                    <a:pt x="236" y="933"/>
                  </a:lnTo>
                  <a:lnTo>
                    <a:pt x="240" y="926"/>
                  </a:lnTo>
                  <a:cubicBezTo>
                    <a:pt x="247" y="923"/>
                    <a:pt x="250" y="916"/>
                    <a:pt x="254" y="912"/>
                  </a:cubicBezTo>
                  <a:lnTo>
                    <a:pt x="254" y="909"/>
                  </a:lnTo>
                  <a:cubicBezTo>
                    <a:pt x="257" y="902"/>
                    <a:pt x="261" y="895"/>
                    <a:pt x="261" y="891"/>
                  </a:cubicBezTo>
                  <a:lnTo>
                    <a:pt x="264" y="888"/>
                  </a:lnTo>
                  <a:cubicBezTo>
                    <a:pt x="268" y="880"/>
                    <a:pt x="272" y="873"/>
                    <a:pt x="272" y="866"/>
                  </a:cubicBezTo>
                  <a:cubicBezTo>
                    <a:pt x="275" y="859"/>
                    <a:pt x="275" y="852"/>
                    <a:pt x="279" y="845"/>
                  </a:cubicBezTo>
                  <a:lnTo>
                    <a:pt x="279" y="838"/>
                  </a:lnTo>
                  <a:cubicBezTo>
                    <a:pt x="279" y="831"/>
                    <a:pt x="279" y="824"/>
                    <a:pt x="279" y="817"/>
                  </a:cubicBezTo>
                  <a:lnTo>
                    <a:pt x="279" y="113"/>
                  </a:lnTo>
                  <a:lnTo>
                    <a:pt x="282" y="103"/>
                  </a:lnTo>
                  <a:cubicBezTo>
                    <a:pt x="300" y="75"/>
                    <a:pt x="324" y="47"/>
                    <a:pt x="352" y="29"/>
                  </a:cubicBezTo>
                  <a:cubicBezTo>
                    <a:pt x="328" y="15"/>
                    <a:pt x="303" y="4"/>
                    <a:pt x="275"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85"/>
            <p:cNvSpPr/>
            <p:nvPr/>
          </p:nvSpPr>
          <p:spPr>
            <a:xfrm>
              <a:off x="1597864" y="2146312"/>
              <a:ext cx="29515" cy="73085"/>
            </a:xfrm>
            <a:custGeom>
              <a:rect b="b" l="l" r="r" t="t"/>
              <a:pathLst>
                <a:path extrusionOk="0" h="2808" w="1134">
                  <a:moveTo>
                    <a:pt x="296" y="0"/>
                  </a:moveTo>
                  <a:lnTo>
                    <a:pt x="268" y="4"/>
                  </a:lnTo>
                  <a:lnTo>
                    <a:pt x="254" y="4"/>
                  </a:lnTo>
                  <a:lnTo>
                    <a:pt x="233" y="7"/>
                  </a:lnTo>
                  <a:lnTo>
                    <a:pt x="219" y="14"/>
                  </a:lnTo>
                  <a:lnTo>
                    <a:pt x="201" y="18"/>
                  </a:lnTo>
                  <a:cubicBezTo>
                    <a:pt x="197" y="21"/>
                    <a:pt x="190" y="25"/>
                    <a:pt x="183" y="28"/>
                  </a:cubicBezTo>
                  <a:lnTo>
                    <a:pt x="173" y="32"/>
                  </a:lnTo>
                  <a:cubicBezTo>
                    <a:pt x="166" y="39"/>
                    <a:pt x="159" y="42"/>
                    <a:pt x="152" y="50"/>
                  </a:cubicBezTo>
                  <a:cubicBezTo>
                    <a:pt x="0" y="176"/>
                    <a:pt x="25" y="595"/>
                    <a:pt x="46" y="964"/>
                  </a:cubicBezTo>
                  <a:cubicBezTo>
                    <a:pt x="85" y="1587"/>
                    <a:pt x="827" y="2147"/>
                    <a:pt x="834" y="2154"/>
                  </a:cubicBezTo>
                  <a:cubicBezTo>
                    <a:pt x="880" y="2185"/>
                    <a:pt x="905" y="2238"/>
                    <a:pt x="905" y="2291"/>
                  </a:cubicBezTo>
                  <a:lnTo>
                    <a:pt x="905" y="2808"/>
                  </a:lnTo>
                  <a:lnTo>
                    <a:pt x="1133" y="2808"/>
                  </a:lnTo>
                  <a:lnTo>
                    <a:pt x="1133" y="2291"/>
                  </a:lnTo>
                  <a:cubicBezTo>
                    <a:pt x="1130" y="2234"/>
                    <a:pt x="1105" y="2185"/>
                    <a:pt x="1063" y="2150"/>
                  </a:cubicBezTo>
                  <a:cubicBezTo>
                    <a:pt x="1056" y="2147"/>
                    <a:pt x="314" y="1587"/>
                    <a:pt x="275" y="964"/>
                  </a:cubicBezTo>
                  <a:cubicBezTo>
                    <a:pt x="254" y="595"/>
                    <a:pt x="226" y="173"/>
                    <a:pt x="377" y="46"/>
                  </a:cubicBezTo>
                  <a:cubicBezTo>
                    <a:pt x="384" y="42"/>
                    <a:pt x="394" y="35"/>
                    <a:pt x="402" y="32"/>
                  </a:cubicBezTo>
                  <a:lnTo>
                    <a:pt x="412" y="25"/>
                  </a:lnTo>
                  <a:cubicBezTo>
                    <a:pt x="419" y="25"/>
                    <a:pt x="423" y="21"/>
                    <a:pt x="430" y="18"/>
                  </a:cubicBezTo>
                  <a:lnTo>
                    <a:pt x="447" y="11"/>
                  </a:lnTo>
                  <a:lnTo>
                    <a:pt x="461" y="7"/>
                  </a:lnTo>
                  <a:lnTo>
                    <a:pt x="465" y="7"/>
                  </a:lnTo>
                  <a:lnTo>
                    <a:pt x="437" y="4"/>
                  </a:lnTo>
                  <a:lnTo>
                    <a:pt x="39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85"/>
            <p:cNvSpPr/>
            <p:nvPr/>
          </p:nvSpPr>
          <p:spPr>
            <a:xfrm>
              <a:off x="1440814" y="2002719"/>
              <a:ext cx="18896" cy="13014"/>
            </a:xfrm>
            <a:custGeom>
              <a:rect b="b" l="l" r="r" t="t"/>
              <a:pathLst>
                <a:path extrusionOk="0" h="500" w="726">
                  <a:moveTo>
                    <a:pt x="0" y="0"/>
                  </a:moveTo>
                  <a:lnTo>
                    <a:pt x="510" y="500"/>
                  </a:lnTo>
                  <a:lnTo>
                    <a:pt x="725" y="46"/>
                  </a:lnTo>
                  <a:lnTo>
                    <a:pt x="0"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85"/>
            <p:cNvSpPr/>
            <p:nvPr/>
          </p:nvSpPr>
          <p:spPr>
            <a:xfrm>
              <a:off x="1585136" y="2057376"/>
              <a:ext cx="17881" cy="20536"/>
            </a:xfrm>
            <a:custGeom>
              <a:rect b="b" l="l" r="r" t="t"/>
              <a:pathLst>
                <a:path extrusionOk="0" h="789" w="687">
                  <a:moveTo>
                    <a:pt x="166" y="1"/>
                  </a:moveTo>
                  <a:lnTo>
                    <a:pt x="7" y="571"/>
                  </a:lnTo>
                  <a:cubicBezTo>
                    <a:pt x="7" y="581"/>
                    <a:pt x="4" y="595"/>
                    <a:pt x="0" y="610"/>
                  </a:cubicBezTo>
                  <a:lnTo>
                    <a:pt x="426" y="789"/>
                  </a:lnTo>
                  <a:lnTo>
                    <a:pt x="686" y="223"/>
                  </a:lnTo>
                  <a:lnTo>
                    <a:pt x="166"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85"/>
            <p:cNvSpPr/>
            <p:nvPr/>
          </p:nvSpPr>
          <p:spPr>
            <a:xfrm>
              <a:off x="1462963" y="2007117"/>
              <a:ext cx="43622" cy="30608"/>
            </a:xfrm>
            <a:custGeom>
              <a:rect b="b" l="l" r="r" t="t"/>
              <a:pathLst>
                <a:path extrusionOk="0" h="1176" w="1676">
                  <a:moveTo>
                    <a:pt x="254" y="0"/>
                  </a:moveTo>
                  <a:lnTo>
                    <a:pt x="1" y="532"/>
                  </a:lnTo>
                  <a:lnTo>
                    <a:pt x="1524" y="1175"/>
                  </a:lnTo>
                  <a:lnTo>
                    <a:pt x="1675" y="598"/>
                  </a:lnTo>
                  <a:lnTo>
                    <a:pt x="254"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85"/>
            <p:cNvSpPr/>
            <p:nvPr/>
          </p:nvSpPr>
          <p:spPr>
            <a:xfrm>
              <a:off x="1605828" y="2067085"/>
              <a:ext cx="16059" cy="17829"/>
            </a:xfrm>
            <a:custGeom>
              <a:rect b="b" l="l" r="r" t="t"/>
              <a:pathLst>
                <a:path extrusionOk="0" h="685" w="617">
                  <a:moveTo>
                    <a:pt x="257" y="1"/>
                  </a:moveTo>
                  <a:lnTo>
                    <a:pt x="1" y="560"/>
                  </a:lnTo>
                  <a:lnTo>
                    <a:pt x="268" y="673"/>
                  </a:lnTo>
                  <a:cubicBezTo>
                    <a:pt x="286" y="681"/>
                    <a:pt x="306" y="684"/>
                    <a:pt x="324" y="684"/>
                  </a:cubicBezTo>
                  <a:cubicBezTo>
                    <a:pt x="381" y="684"/>
                    <a:pt x="434" y="651"/>
                    <a:pt x="458" y="595"/>
                  </a:cubicBezTo>
                  <a:lnTo>
                    <a:pt x="585" y="296"/>
                  </a:lnTo>
                  <a:cubicBezTo>
                    <a:pt x="616" y="222"/>
                    <a:pt x="581" y="138"/>
                    <a:pt x="507" y="106"/>
                  </a:cubicBezTo>
                  <a:lnTo>
                    <a:pt x="2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85"/>
            <p:cNvSpPr/>
            <p:nvPr/>
          </p:nvSpPr>
          <p:spPr>
            <a:xfrm>
              <a:off x="1369186" y="2260495"/>
              <a:ext cx="71550" cy="17621"/>
            </a:xfrm>
            <a:custGeom>
              <a:rect b="b" l="l" r="r" t="t"/>
              <a:pathLst>
                <a:path extrusionOk="0" h="677" w="2749">
                  <a:moveTo>
                    <a:pt x="1" y="1"/>
                  </a:moveTo>
                  <a:lnTo>
                    <a:pt x="1" y="676"/>
                  </a:lnTo>
                  <a:lnTo>
                    <a:pt x="2749" y="676"/>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85"/>
            <p:cNvSpPr/>
            <p:nvPr/>
          </p:nvSpPr>
          <p:spPr>
            <a:xfrm>
              <a:off x="1369186" y="2289360"/>
              <a:ext cx="71550" cy="44429"/>
            </a:xfrm>
            <a:custGeom>
              <a:rect b="b" l="l" r="r" t="t"/>
              <a:pathLst>
                <a:path extrusionOk="0" h="1707" w="2749">
                  <a:moveTo>
                    <a:pt x="1" y="0"/>
                  </a:moveTo>
                  <a:lnTo>
                    <a:pt x="1" y="1707"/>
                  </a:lnTo>
                  <a:lnTo>
                    <a:pt x="2749" y="1707"/>
                  </a:lnTo>
                  <a:lnTo>
                    <a:pt x="27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85"/>
            <p:cNvSpPr/>
            <p:nvPr/>
          </p:nvSpPr>
          <p:spPr>
            <a:xfrm>
              <a:off x="1381289" y="2260495"/>
              <a:ext cx="59447" cy="17621"/>
            </a:xfrm>
            <a:custGeom>
              <a:rect b="b" l="l" r="r" t="t"/>
              <a:pathLst>
                <a:path extrusionOk="0" h="677" w="2284">
                  <a:moveTo>
                    <a:pt x="0" y="1"/>
                  </a:moveTo>
                  <a:lnTo>
                    <a:pt x="0" y="676"/>
                  </a:lnTo>
                  <a:lnTo>
                    <a:pt x="2284" y="676"/>
                  </a:lnTo>
                  <a:lnTo>
                    <a:pt x="2284"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85"/>
            <p:cNvSpPr/>
            <p:nvPr/>
          </p:nvSpPr>
          <p:spPr>
            <a:xfrm>
              <a:off x="1381289" y="2289360"/>
              <a:ext cx="59447" cy="44429"/>
            </a:xfrm>
            <a:custGeom>
              <a:rect b="b" l="l" r="r" t="t"/>
              <a:pathLst>
                <a:path extrusionOk="0" h="1707" w="2284">
                  <a:moveTo>
                    <a:pt x="0" y="0"/>
                  </a:moveTo>
                  <a:lnTo>
                    <a:pt x="0" y="1707"/>
                  </a:lnTo>
                  <a:lnTo>
                    <a:pt x="2284" y="1707"/>
                  </a:lnTo>
                  <a:lnTo>
                    <a:pt x="228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85"/>
            <p:cNvSpPr/>
            <p:nvPr/>
          </p:nvSpPr>
          <p:spPr>
            <a:xfrm>
              <a:off x="1613897" y="2258387"/>
              <a:ext cx="71550" cy="75402"/>
            </a:xfrm>
            <a:custGeom>
              <a:rect b="b" l="l" r="r" t="t"/>
              <a:pathLst>
                <a:path extrusionOk="0" h="2897" w="2749">
                  <a:moveTo>
                    <a:pt x="0" y="1"/>
                  </a:moveTo>
                  <a:lnTo>
                    <a:pt x="0" y="2897"/>
                  </a:lnTo>
                  <a:lnTo>
                    <a:pt x="2748" y="2897"/>
                  </a:lnTo>
                  <a:lnTo>
                    <a:pt x="2748"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85"/>
            <p:cNvSpPr/>
            <p:nvPr/>
          </p:nvSpPr>
          <p:spPr>
            <a:xfrm>
              <a:off x="1613897" y="2229470"/>
              <a:ext cx="71550" cy="17699"/>
            </a:xfrm>
            <a:custGeom>
              <a:rect b="b" l="l" r="r" t="t"/>
              <a:pathLst>
                <a:path extrusionOk="0" h="680" w="2749">
                  <a:moveTo>
                    <a:pt x="0" y="0"/>
                  </a:moveTo>
                  <a:lnTo>
                    <a:pt x="0" y="679"/>
                  </a:lnTo>
                  <a:lnTo>
                    <a:pt x="2748" y="679"/>
                  </a:lnTo>
                  <a:lnTo>
                    <a:pt x="274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85"/>
            <p:cNvSpPr/>
            <p:nvPr/>
          </p:nvSpPr>
          <p:spPr>
            <a:xfrm>
              <a:off x="1629357" y="2258387"/>
              <a:ext cx="56089" cy="75402"/>
            </a:xfrm>
            <a:custGeom>
              <a:rect b="b" l="l" r="r" t="t"/>
              <a:pathLst>
                <a:path extrusionOk="0" h="2897" w="2155">
                  <a:moveTo>
                    <a:pt x="1" y="1"/>
                  </a:moveTo>
                  <a:lnTo>
                    <a:pt x="1" y="2897"/>
                  </a:lnTo>
                  <a:lnTo>
                    <a:pt x="2154" y="2897"/>
                  </a:lnTo>
                  <a:lnTo>
                    <a:pt x="21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85"/>
            <p:cNvSpPr/>
            <p:nvPr/>
          </p:nvSpPr>
          <p:spPr>
            <a:xfrm>
              <a:off x="1629357" y="2229470"/>
              <a:ext cx="56089" cy="17699"/>
            </a:xfrm>
            <a:custGeom>
              <a:rect b="b" l="l" r="r" t="t"/>
              <a:pathLst>
                <a:path extrusionOk="0" h="680" w="2155">
                  <a:moveTo>
                    <a:pt x="1" y="0"/>
                  </a:moveTo>
                  <a:lnTo>
                    <a:pt x="1" y="679"/>
                  </a:lnTo>
                  <a:lnTo>
                    <a:pt x="2154" y="679"/>
                  </a:lnTo>
                  <a:lnTo>
                    <a:pt x="2154"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85"/>
            <p:cNvSpPr/>
            <p:nvPr/>
          </p:nvSpPr>
          <p:spPr>
            <a:xfrm>
              <a:off x="1489798" y="2134574"/>
              <a:ext cx="71550" cy="17699"/>
            </a:xfrm>
            <a:custGeom>
              <a:rect b="b" l="l" r="r" t="t"/>
              <a:pathLst>
                <a:path extrusionOk="0" h="680" w="2749">
                  <a:moveTo>
                    <a:pt x="1" y="1"/>
                  </a:moveTo>
                  <a:lnTo>
                    <a:pt x="1" y="680"/>
                  </a:lnTo>
                  <a:lnTo>
                    <a:pt x="2749" y="680"/>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85"/>
            <p:cNvSpPr/>
            <p:nvPr/>
          </p:nvSpPr>
          <p:spPr>
            <a:xfrm>
              <a:off x="1489798" y="2163517"/>
              <a:ext cx="71550" cy="170272"/>
            </a:xfrm>
            <a:custGeom>
              <a:rect b="b" l="l" r="r" t="t"/>
              <a:pathLst>
                <a:path extrusionOk="0" h="6542" w="2749">
                  <a:moveTo>
                    <a:pt x="1" y="1"/>
                  </a:moveTo>
                  <a:lnTo>
                    <a:pt x="1" y="6542"/>
                  </a:lnTo>
                  <a:lnTo>
                    <a:pt x="2749" y="6542"/>
                  </a:lnTo>
                  <a:lnTo>
                    <a:pt x="2749"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85"/>
            <p:cNvSpPr/>
            <p:nvPr/>
          </p:nvSpPr>
          <p:spPr>
            <a:xfrm>
              <a:off x="1501068" y="2134574"/>
              <a:ext cx="60280" cy="17699"/>
            </a:xfrm>
            <a:custGeom>
              <a:rect b="b" l="l" r="r" t="t"/>
              <a:pathLst>
                <a:path extrusionOk="0" h="680" w="2316">
                  <a:moveTo>
                    <a:pt x="0" y="1"/>
                  </a:moveTo>
                  <a:lnTo>
                    <a:pt x="0" y="680"/>
                  </a:lnTo>
                  <a:lnTo>
                    <a:pt x="2316" y="680"/>
                  </a:lnTo>
                  <a:lnTo>
                    <a:pt x="2316"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85"/>
            <p:cNvSpPr/>
            <p:nvPr/>
          </p:nvSpPr>
          <p:spPr>
            <a:xfrm>
              <a:off x="1501068" y="2163517"/>
              <a:ext cx="65511" cy="170272"/>
            </a:xfrm>
            <a:custGeom>
              <a:rect b="b" l="l" r="r" t="t"/>
              <a:pathLst>
                <a:path extrusionOk="0" h="6542" w="2517">
                  <a:moveTo>
                    <a:pt x="0" y="1"/>
                  </a:moveTo>
                  <a:lnTo>
                    <a:pt x="0" y="6542"/>
                  </a:lnTo>
                  <a:lnTo>
                    <a:pt x="2516" y="6542"/>
                  </a:lnTo>
                  <a:lnTo>
                    <a:pt x="25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85"/>
            <p:cNvSpPr/>
            <p:nvPr/>
          </p:nvSpPr>
          <p:spPr>
            <a:xfrm>
              <a:off x="1461948" y="2013806"/>
              <a:ext cx="43804" cy="24934"/>
            </a:xfrm>
            <a:custGeom>
              <a:rect b="b" l="l" r="r" t="t"/>
              <a:pathLst>
                <a:path extrusionOk="0" h="958" w="1683">
                  <a:moveTo>
                    <a:pt x="135" y="0"/>
                  </a:moveTo>
                  <a:lnTo>
                    <a:pt x="1" y="282"/>
                  </a:lnTo>
                  <a:lnTo>
                    <a:pt x="1605" y="957"/>
                  </a:lnTo>
                  <a:lnTo>
                    <a:pt x="1683" y="658"/>
                  </a:lnTo>
                  <a:lnTo>
                    <a:pt x="135"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85"/>
            <p:cNvSpPr/>
            <p:nvPr/>
          </p:nvSpPr>
          <p:spPr>
            <a:xfrm>
              <a:off x="1584225" y="2065159"/>
              <a:ext cx="15044" cy="12962"/>
            </a:xfrm>
            <a:custGeom>
              <a:rect b="b" l="l" r="r" t="t"/>
              <a:pathLst>
                <a:path extrusionOk="0" h="498" w="578">
                  <a:moveTo>
                    <a:pt x="81" y="1"/>
                  </a:moveTo>
                  <a:lnTo>
                    <a:pt x="7" y="265"/>
                  </a:lnTo>
                  <a:cubicBezTo>
                    <a:pt x="7" y="275"/>
                    <a:pt x="4" y="289"/>
                    <a:pt x="0" y="307"/>
                  </a:cubicBezTo>
                  <a:lnTo>
                    <a:pt x="454" y="497"/>
                  </a:lnTo>
                  <a:lnTo>
                    <a:pt x="577" y="223"/>
                  </a:lnTo>
                  <a:lnTo>
                    <a:pt x="577" y="212"/>
                  </a:lnTo>
                  <a:lnTo>
                    <a:pt x="81"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85"/>
            <p:cNvSpPr/>
            <p:nvPr/>
          </p:nvSpPr>
          <p:spPr>
            <a:xfrm>
              <a:off x="1629643" y="2118567"/>
              <a:ext cx="11556" cy="30608"/>
            </a:xfrm>
            <a:custGeom>
              <a:rect b="b" l="l" r="r" t="t"/>
              <a:pathLst>
                <a:path extrusionOk="0" h="1176" w="444">
                  <a:moveTo>
                    <a:pt x="222" y="0"/>
                  </a:moveTo>
                  <a:cubicBezTo>
                    <a:pt x="99" y="0"/>
                    <a:pt x="0" y="106"/>
                    <a:pt x="4" y="225"/>
                  </a:cubicBezTo>
                  <a:lnTo>
                    <a:pt x="4" y="961"/>
                  </a:lnTo>
                  <a:cubicBezTo>
                    <a:pt x="4" y="1080"/>
                    <a:pt x="102" y="1175"/>
                    <a:pt x="222" y="1175"/>
                  </a:cubicBezTo>
                  <a:cubicBezTo>
                    <a:pt x="342" y="1175"/>
                    <a:pt x="437" y="1080"/>
                    <a:pt x="437" y="961"/>
                  </a:cubicBezTo>
                  <a:lnTo>
                    <a:pt x="437" y="225"/>
                  </a:lnTo>
                  <a:cubicBezTo>
                    <a:pt x="444" y="106"/>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85"/>
            <p:cNvSpPr/>
            <p:nvPr/>
          </p:nvSpPr>
          <p:spPr>
            <a:xfrm>
              <a:off x="1649060" y="2121664"/>
              <a:ext cx="11478" cy="27511"/>
            </a:xfrm>
            <a:custGeom>
              <a:rect b="b" l="l" r="r" t="t"/>
              <a:pathLst>
                <a:path extrusionOk="0" h="1057" w="441">
                  <a:moveTo>
                    <a:pt x="218" y="1"/>
                  </a:moveTo>
                  <a:cubicBezTo>
                    <a:pt x="95" y="1"/>
                    <a:pt x="0" y="103"/>
                    <a:pt x="4" y="226"/>
                  </a:cubicBezTo>
                  <a:lnTo>
                    <a:pt x="4" y="842"/>
                  </a:lnTo>
                  <a:cubicBezTo>
                    <a:pt x="4" y="961"/>
                    <a:pt x="102" y="1056"/>
                    <a:pt x="222" y="1056"/>
                  </a:cubicBezTo>
                  <a:cubicBezTo>
                    <a:pt x="338" y="1056"/>
                    <a:pt x="437" y="961"/>
                    <a:pt x="437" y="842"/>
                  </a:cubicBezTo>
                  <a:lnTo>
                    <a:pt x="437" y="226"/>
                  </a:lnTo>
                  <a:cubicBezTo>
                    <a:pt x="440" y="103"/>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85"/>
            <p:cNvSpPr/>
            <p:nvPr/>
          </p:nvSpPr>
          <p:spPr>
            <a:xfrm>
              <a:off x="1668476" y="2129186"/>
              <a:ext cx="11556" cy="22722"/>
            </a:xfrm>
            <a:custGeom>
              <a:rect b="b" l="l" r="r" t="t"/>
              <a:pathLst>
                <a:path extrusionOk="0" h="873" w="444">
                  <a:moveTo>
                    <a:pt x="222" y="0"/>
                  </a:moveTo>
                  <a:cubicBezTo>
                    <a:pt x="99" y="0"/>
                    <a:pt x="0" y="102"/>
                    <a:pt x="7" y="226"/>
                  </a:cubicBezTo>
                  <a:lnTo>
                    <a:pt x="7" y="658"/>
                  </a:lnTo>
                  <a:cubicBezTo>
                    <a:pt x="7" y="778"/>
                    <a:pt x="102" y="873"/>
                    <a:pt x="222" y="873"/>
                  </a:cubicBezTo>
                  <a:cubicBezTo>
                    <a:pt x="341" y="873"/>
                    <a:pt x="436" y="778"/>
                    <a:pt x="436" y="658"/>
                  </a:cubicBezTo>
                  <a:lnTo>
                    <a:pt x="436" y="226"/>
                  </a:lnTo>
                  <a:cubicBezTo>
                    <a:pt x="443"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85"/>
            <p:cNvSpPr/>
            <p:nvPr/>
          </p:nvSpPr>
          <p:spPr>
            <a:xfrm>
              <a:off x="1587505" y="2106647"/>
              <a:ext cx="114053" cy="238672"/>
            </a:xfrm>
            <a:custGeom>
              <a:rect b="b" l="l" r="r" t="t"/>
              <a:pathLst>
                <a:path extrusionOk="0" h="9170" w="4382">
                  <a:moveTo>
                    <a:pt x="1468" y="430"/>
                  </a:moveTo>
                  <a:cubicBezTo>
                    <a:pt x="1556" y="430"/>
                    <a:pt x="1623" y="500"/>
                    <a:pt x="1623" y="585"/>
                  </a:cubicBezTo>
                  <a:lnTo>
                    <a:pt x="1623" y="687"/>
                  </a:lnTo>
                  <a:cubicBezTo>
                    <a:pt x="1625" y="824"/>
                    <a:pt x="1734" y="901"/>
                    <a:pt x="1843" y="901"/>
                  </a:cubicBezTo>
                  <a:cubicBezTo>
                    <a:pt x="1927" y="901"/>
                    <a:pt x="2011" y="855"/>
                    <a:pt x="2045" y="754"/>
                  </a:cubicBezTo>
                  <a:cubicBezTo>
                    <a:pt x="2066" y="690"/>
                    <a:pt x="2126" y="648"/>
                    <a:pt x="2193" y="648"/>
                  </a:cubicBezTo>
                  <a:lnTo>
                    <a:pt x="2214" y="648"/>
                  </a:lnTo>
                  <a:cubicBezTo>
                    <a:pt x="2298" y="648"/>
                    <a:pt x="2369" y="719"/>
                    <a:pt x="2369" y="803"/>
                  </a:cubicBezTo>
                  <a:lnTo>
                    <a:pt x="2369" y="835"/>
                  </a:lnTo>
                  <a:cubicBezTo>
                    <a:pt x="2369" y="972"/>
                    <a:pt x="2478" y="1050"/>
                    <a:pt x="2587" y="1050"/>
                  </a:cubicBezTo>
                  <a:cubicBezTo>
                    <a:pt x="2673" y="1050"/>
                    <a:pt x="2758" y="1002"/>
                    <a:pt x="2791" y="898"/>
                  </a:cubicBezTo>
                  <a:cubicBezTo>
                    <a:pt x="2812" y="835"/>
                    <a:pt x="2872" y="789"/>
                    <a:pt x="2939" y="789"/>
                  </a:cubicBezTo>
                  <a:lnTo>
                    <a:pt x="2960" y="789"/>
                  </a:lnTo>
                  <a:cubicBezTo>
                    <a:pt x="3048" y="789"/>
                    <a:pt x="3115" y="859"/>
                    <a:pt x="3115" y="944"/>
                  </a:cubicBezTo>
                  <a:lnTo>
                    <a:pt x="3115" y="1092"/>
                  </a:lnTo>
                  <a:cubicBezTo>
                    <a:pt x="3111" y="1215"/>
                    <a:pt x="3210" y="1320"/>
                    <a:pt x="3333" y="1320"/>
                  </a:cubicBezTo>
                  <a:cubicBezTo>
                    <a:pt x="3456" y="1320"/>
                    <a:pt x="3551" y="1215"/>
                    <a:pt x="3547" y="1092"/>
                  </a:cubicBezTo>
                  <a:cubicBezTo>
                    <a:pt x="3547" y="1007"/>
                    <a:pt x="3618" y="937"/>
                    <a:pt x="3702" y="937"/>
                  </a:cubicBezTo>
                  <a:lnTo>
                    <a:pt x="3723" y="937"/>
                  </a:lnTo>
                  <a:cubicBezTo>
                    <a:pt x="3811" y="937"/>
                    <a:pt x="3878" y="1007"/>
                    <a:pt x="3878" y="1092"/>
                  </a:cubicBezTo>
                  <a:lnTo>
                    <a:pt x="3878" y="2105"/>
                  </a:lnTo>
                  <a:lnTo>
                    <a:pt x="3878" y="2126"/>
                  </a:lnTo>
                  <a:cubicBezTo>
                    <a:pt x="3903" y="2383"/>
                    <a:pt x="3882" y="3125"/>
                    <a:pt x="3495" y="3456"/>
                  </a:cubicBezTo>
                  <a:cubicBezTo>
                    <a:pt x="3445" y="3495"/>
                    <a:pt x="3417" y="3554"/>
                    <a:pt x="3417" y="3618"/>
                  </a:cubicBezTo>
                  <a:lnTo>
                    <a:pt x="3417" y="4300"/>
                  </a:lnTo>
                  <a:lnTo>
                    <a:pt x="1348" y="4300"/>
                  </a:lnTo>
                  <a:lnTo>
                    <a:pt x="1348" y="3829"/>
                  </a:lnTo>
                  <a:cubicBezTo>
                    <a:pt x="1348" y="3758"/>
                    <a:pt x="1317" y="3695"/>
                    <a:pt x="1260" y="3653"/>
                  </a:cubicBezTo>
                  <a:cubicBezTo>
                    <a:pt x="1253" y="3649"/>
                    <a:pt x="529" y="3101"/>
                    <a:pt x="490" y="2499"/>
                  </a:cubicBezTo>
                  <a:cubicBezTo>
                    <a:pt x="469" y="2158"/>
                    <a:pt x="444" y="1728"/>
                    <a:pt x="578" y="1619"/>
                  </a:cubicBezTo>
                  <a:cubicBezTo>
                    <a:pt x="612" y="1590"/>
                    <a:pt x="666" y="1576"/>
                    <a:pt x="734" y="1576"/>
                  </a:cubicBezTo>
                  <a:cubicBezTo>
                    <a:pt x="772" y="1576"/>
                    <a:pt x="814" y="1580"/>
                    <a:pt x="859" y="1588"/>
                  </a:cubicBezTo>
                  <a:lnTo>
                    <a:pt x="859" y="1880"/>
                  </a:lnTo>
                  <a:cubicBezTo>
                    <a:pt x="866" y="2017"/>
                    <a:pt x="971" y="2085"/>
                    <a:pt x="1076" y="2085"/>
                  </a:cubicBezTo>
                  <a:cubicBezTo>
                    <a:pt x="1180" y="2085"/>
                    <a:pt x="1285" y="2017"/>
                    <a:pt x="1292" y="1880"/>
                  </a:cubicBezTo>
                  <a:lnTo>
                    <a:pt x="1292" y="585"/>
                  </a:lnTo>
                  <a:cubicBezTo>
                    <a:pt x="1292" y="500"/>
                    <a:pt x="1362" y="430"/>
                    <a:pt x="1447" y="430"/>
                  </a:cubicBezTo>
                  <a:close/>
                  <a:moveTo>
                    <a:pt x="3769" y="4733"/>
                  </a:moveTo>
                  <a:lnTo>
                    <a:pt x="3769" y="5412"/>
                  </a:lnTo>
                  <a:lnTo>
                    <a:pt x="1021" y="5412"/>
                  </a:lnTo>
                  <a:lnTo>
                    <a:pt x="1021" y="4733"/>
                  </a:lnTo>
                  <a:close/>
                  <a:moveTo>
                    <a:pt x="3769" y="5845"/>
                  </a:moveTo>
                  <a:lnTo>
                    <a:pt x="3769" y="8741"/>
                  </a:lnTo>
                  <a:lnTo>
                    <a:pt x="1021" y="8741"/>
                  </a:lnTo>
                  <a:lnTo>
                    <a:pt x="1021" y="5845"/>
                  </a:lnTo>
                  <a:close/>
                  <a:moveTo>
                    <a:pt x="1447" y="1"/>
                  </a:moveTo>
                  <a:cubicBezTo>
                    <a:pt x="1123" y="1"/>
                    <a:pt x="859" y="265"/>
                    <a:pt x="859" y="588"/>
                  </a:cubicBezTo>
                  <a:lnTo>
                    <a:pt x="859" y="1151"/>
                  </a:lnTo>
                  <a:cubicBezTo>
                    <a:pt x="818" y="1147"/>
                    <a:pt x="778" y="1145"/>
                    <a:pt x="740" y="1145"/>
                  </a:cubicBezTo>
                  <a:cubicBezTo>
                    <a:pt x="561" y="1145"/>
                    <a:pt x="416" y="1193"/>
                    <a:pt x="300" y="1289"/>
                  </a:cubicBezTo>
                  <a:cubicBezTo>
                    <a:pt x="1" y="1542"/>
                    <a:pt x="29" y="2041"/>
                    <a:pt x="61" y="2527"/>
                  </a:cubicBezTo>
                  <a:cubicBezTo>
                    <a:pt x="99" y="3185"/>
                    <a:pt x="690" y="3741"/>
                    <a:pt x="916" y="3934"/>
                  </a:cubicBezTo>
                  <a:lnTo>
                    <a:pt x="916" y="4304"/>
                  </a:lnTo>
                  <a:lnTo>
                    <a:pt x="803" y="4304"/>
                  </a:lnTo>
                  <a:cubicBezTo>
                    <a:pt x="683" y="4304"/>
                    <a:pt x="588" y="4402"/>
                    <a:pt x="588" y="4522"/>
                  </a:cubicBezTo>
                  <a:lnTo>
                    <a:pt x="588" y="8955"/>
                  </a:lnTo>
                  <a:cubicBezTo>
                    <a:pt x="588" y="9075"/>
                    <a:pt x="683" y="9170"/>
                    <a:pt x="803" y="9170"/>
                  </a:cubicBezTo>
                  <a:lnTo>
                    <a:pt x="3984" y="9170"/>
                  </a:lnTo>
                  <a:cubicBezTo>
                    <a:pt x="4103" y="9170"/>
                    <a:pt x="4198" y="9075"/>
                    <a:pt x="4198" y="8955"/>
                  </a:cubicBezTo>
                  <a:lnTo>
                    <a:pt x="4198" y="4518"/>
                  </a:lnTo>
                  <a:cubicBezTo>
                    <a:pt x="4198" y="4399"/>
                    <a:pt x="4103" y="4304"/>
                    <a:pt x="3984" y="4300"/>
                  </a:cubicBezTo>
                  <a:lnTo>
                    <a:pt x="3850" y="4300"/>
                  </a:lnTo>
                  <a:lnTo>
                    <a:pt x="3850" y="3713"/>
                  </a:lnTo>
                  <a:cubicBezTo>
                    <a:pt x="4381" y="3174"/>
                    <a:pt x="4322" y="2217"/>
                    <a:pt x="4311" y="2094"/>
                  </a:cubicBezTo>
                  <a:lnTo>
                    <a:pt x="4311" y="1092"/>
                  </a:lnTo>
                  <a:cubicBezTo>
                    <a:pt x="4311" y="768"/>
                    <a:pt x="4047" y="504"/>
                    <a:pt x="3723" y="504"/>
                  </a:cubicBezTo>
                  <a:lnTo>
                    <a:pt x="3702" y="504"/>
                  </a:lnTo>
                  <a:cubicBezTo>
                    <a:pt x="3604" y="504"/>
                    <a:pt x="3505" y="529"/>
                    <a:pt x="3421" y="578"/>
                  </a:cubicBezTo>
                  <a:cubicBezTo>
                    <a:pt x="3308" y="437"/>
                    <a:pt x="3139" y="356"/>
                    <a:pt x="2960" y="356"/>
                  </a:cubicBezTo>
                  <a:lnTo>
                    <a:pt x="2939" y="356"/>
                  </a:lnTo>
                  <a:cubicBezTo>
                    <a:pt x="2840" y="356"/>
                    <a:pt x="2745" y="381"/>
                    <a:pt x="2661" y="427"/>
                  </a:cubicBezTo>
                  <a:cubicBezTo>
                    <a:pt x="2552" y="293"/>
                    <a:pt x="2386" y="215"/>
                    <a:pt x="2214" y="215"/>
                  </a:cubicBezTo>
                  <a:lnTo>
                    <a:pt x="2189" y="215"/>
                  </a:lnTo>
                  <a:cubicBezTo>
                    <a:pt x="2112" y="215"/>
                    <a:pt x="2031" y="233"/>
                    <a:pt x="1957" y="265"/>
                  </a:cubicBezTo>
                  <a:cubicBezTo>
                    <a:pt x="1848" y="99"/>
                    <a:pt x="1665" y="1"/>
                    <a:pt x="14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85"/>
            <p:cNvSpPr/>
            <p:nvPr/>
          </p:nvSpPr>
          <p:spPr>
            <a:xfrm>
              <a:off x="1385037" y="2150112"/>
              <a:ext cx="11296" cy="30010"/>
            </a:xfrm>
            <a:custGeom>
              <a:rect b="b" l="l" r="r" t="t"/>
              <a:pathLst>
                <a:path extrusionOk="0" h="1153" w="434">
                  <a:moveTo>
                    <a:pt x="217" y="0"/>
                  </a:moveTo>
                  <a:cubicBezTo>
                    <a:pt x="112" y="0"/>
                    <a:pt x="8" y="69"/>
                    <a:pt x="0" y="206"/>
                  </a:cubicBezTo>
                  <a:lnTo>
                    <a:pt x="0" y="938"/>
                  </a:lnTo>
                  <a:cubicBezTo>
                    <a:pt x="0" y="1058"/>
                    <a:pt x="99" y="1153"/>
                    <a:pt x="219" y="1153"/>
                  </a:cubicBezTo>
                  <a:cubicBezTo>
                    <a:pt x="338" y="1153"/>
                    <a:pt x="433" y="1058"/>
                    <a:pt x="433" y="938"/>
                  </a:cubicBezTo>
                  <a:lnTo>
                    <a:pt x="433" y="206"/>
                  </a:lnTo>
                  <a:cubicBezTo>
                    <a:pt x="426" y="69"/>
                    <a:pt x="32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85"/>
            <p:cNvSpPr/>
            <p:nvPr/>
          </p:nvSpPr>
          <p:spPr>
            <a:xfrm>
              <a:off x="1404271" y="2152637"/>
              <a:ext cx="11556" cy="27485"/>
            </a:xfrm>
            <a:custGeom>
              <a:rect b="b" l="l" r="r" t="t"/>
              <a:pathLst>
                <a:path extrusionOk="0" h="1056" w="444">
                  <a:moveTo>
                    <a:pt x="222" y="0"/>
                  </a:moveTo>
                  <a:cubicBezTo>
                    <a:pt x="99" y="0"/>
                    <a:pt x="0" y="102"/>
                    <a:pt x="7" y="225"/>
                  </a:cubicBezTo>
                  <a:lnTo>
                    <a:pt x="7" y="841"/>
                  </a:lnTo>
                  <a:cubicBezTo>
                    <a:pt x="7" y="961"/>
                    <a:pt x="102" y="1056"/>
                    <a:pt x="222" y="1056"/>
                  </a:cubicBezTo>
                  <a:cubicBezTo>
                    <a:pt x="342" y="1056"/>
                    <a:pt x="440" y="961"/>
                    <a:pt x="440" y="841"/>
                  </a:cubicBezTo>
                  <a:lnTo>
                    <a:pt x="440" y="225"/>
                  </a:lnTo>
                  <a:cubicBezTo>
                    <a:pt x="444"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85"/>
            <p:cNvSpPr/>
            <p:nvPr/>
          </p:nvSpPr>
          <p:spPr>
            <a:xfrm>
              <a:off x="1423766" y="2160133"/>
              <a:ext cx="11478" cy="22748"/>
            </a:xfrm>
            <a:custGeom>
              <a:rect b="b" l="l" r="r" t="t"/>
              <a:pathLst>
                <a:path extrusionOk="0" h="874" w="441">
                  <a:moveTo>
                    <a:pt x="222" y="1"/>
                  </a:moveTo>
                  <a:cubicBezTo>
                    <a:pt x="99" y="1"/>
                    <a:pt x="1" y="103"/>
                    <a:pt x="4" y="226"/>
                  </a:cubicBezTo>
                  <a:lnTo>
                    <a:pt x="4" y="659"/>
                  </a:lnTo>
                  <a:cubicBezTo>
                    <a:pt x="4" y="778"/>
                    <a:pt x="103" y="873"/>
                    <a:pt x="222" y="873"/>
                  </a:cubicBezTo>
                  <a:cubicBezTo>
                    <a:pt x="342" y="873"/>
                    <a:pt x="437" y="778"/>
                    <a:pt x="437" y="659"/>
                  </a:cubicBezTo>
                  <a:lnTo>
                    <a:pt x="437" y="226"/>
                  </a:lnTo>
                  <a:cubicBezTo>
                    <a:pt x="441" y="103"/>
                    <a:pt x="346"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85"/>
            <p:cNvSpPr/>
            <p:nvPr/>
          </p:nvSpPr>
          <p:spPr>
            <a:xfrm>
              <a:off x="1342820" y="2137593"/>
              <a:ext cx="114026" cy="207830"/>
            </a:xfrm>
            <a:custGeom>
              <a:rect b="b" l="l" r="r" t="t"/>
              <a:pathLst>
                <a:path extrusionOk="0" h="7985" w="4381">
                  <a:moveTo>
                    <a:pt x="1468" y="434"/>
                  </a:moveTo>
                  <a:cubicBezTo>
                    <a:pt x="1556" y="434"/>
                    <a:pt x="1622" y="501"/>
                    <a:pt x="1622" y="589"/>
                  </a:cubicBezTo>
                  <a:lnTo>
                    <a:pt x="1622" y="687"/>
                  </a:lnTo>
                  <a:cubicBezTo>
                    <a:pt x="1624" y="824"/>
                    <a:pt x="1734" y="902"/>
                    <a:pt x="1843" y="902"/>
                  </a:cubicBezTo>
                  <a:cubicBezTo>
                    <a:pt x="1927" y="902"/>
                    <a:pt x="2011" y="855"/>
                    <a:pt x="2045" y="754"/>
                  </a:cubicBezTo>
                  <a:cubicBezTo>
                    <a:pt x="2066" y="691"/>
                    <a:pt x="2126" y="648"/>
                    <a:pt x="2192" y="648"/>
                  </a:cubicBezTo>
                  <a:lnTo>
                    <a:pt x="2214" y="648"/>
                  </a:lnTo>
                  <a:cubicBezTo>
                    <a:pt x="2298" y="648"/>
                    <a:pt x="2368" y="719"/>
                    <a:pt x="2368" y="803"/>
                  </a:cubicBezTo>
                  <a:lnTo>
                    <a:pt x="2368" y="835"/>
                  </a:lnTo>
                  <a:cubicBezTo>
                    <a:pt x="2368" y="973"/>
                    <a:pt x="2477" y="1050"/>
                    <a:pt x="2586" y="1050"/>
                  </a:cubicBezTo>
                  <a:cubicBezTo>
                    <a:pt x="2672" y="1050"/>
                    <a:pt x="2758" y="1002"/>
                    <a:pt x="2791" y="898"/>
                  </a:cubicBezTo>
                  <a:cubicBezTo>
                    <a:pt x="2812" y="835"/>
                    <a:pt x="2872" y="789"/>
                    <a:pt x="2938" y="789"/>
                  </a:cubicBezTo>
                  <a:lnTo>
                    <a:pt x="2959" y="789"/>
                  </a:lnTo>
                  <a:cubicBezTo>
                    <a:pt x="3047" y="789"/>
                    <a:pt x="3114" y="860"/>
                    <a:pt x="3114" y="944"/>
                  </a:cubicBezTo>
                  <a:lnTo>
                    <a:pt x="3114" y="1095"/>
                  </a:lnTo>
                  <a:cubicBezTo>
                    <a:pt x="3121" y="1232"/>
                    <a:pt x="3226" y="1301"/>
                    <a:pt x="3331" y="1301"/>
                  </a:cubicBezTo>
                  <a:cubicBezTo>
                    <a:pt x="3435" y="1301"/>
                    <a:pt x="3540" y="1232"/>
                    <a:pt x="3547" y="1095"/>
                  </a:cubicBezTo>
                  <a:cubicBezTo>
                    <a:pt x="3547" y="1007"/>
                    <a:pt x="3617" y="940"/>
                    <a:pt x="3702" y="940"/>
                  </a:cubicBezTo>
                  <a:lnTo>
                    <a:pt x="3723" y="940"/>
                  </a:lnTo>
                  <a:cubicBezTo>
                    <a:pt x="3811" y="940"/>
                    <a:pt x="3878" y="1007"/>
                    <a:pt x="3878" y="1095"/>
                  </a:cubicBezTo>
                  <a:lnTo>
                    <a:pt x="3878" y="2105"/>
                  </a:lnTo>
                  <a:lnTo>
                    <a:pt x="3878" y="2126"/>
                  </a:lnTo>
                  <a:cubicBezTo>
                    <a:pt x="3902" y="2383"/>
                    <a:pt x="3881" y="3125"/>
                    <a:pt x="3494" y="3456"/>
                  </a:cubicBezTo>
                  <a:cubicBezTo>
                    <a:pt x="3445" y="3495"/>
                    <a:pt x="3417" y="3555"/>
                    <a:pt x="3417" y="3622"/>
                  </a:cubicBezTo>
                  <a:lnTo>
                    <a:pt x="3417" y="4304"/>
                  </a:lnTo>
                  <a:lnTo>
                    <a:pt x="1348" y="4304"/>
                  </a:lnTo>
                  <a:lnTo>
                    <a:pt x="1348" y="3829"/>
                  </a:lnTo>
                  <a:cubicBezTo>
                    <a:pt x="1348" y="3759"/>
                    <a:pt x="1316" y="3695"/>
                    <a:pt x="1260" y="3657"/>
                  </a:cubicBezTo>
                  <a:cubicBezTo>
                    <a:pt x="1056" y="3502"/>
                    <a:pt x="521" y="3002"/>
                    <a:pt x="490" y="2499"/>
                  </a:cubicBezTo>
                  <a:cubicBezTo>
                    <a:pt x="472" y="2158"/>
                    <a:pt x="444" y="1732"/>
                    <a:pt x="577" y="1620"/>
                  </a:cubicBezTo>
                  <a:cubicBezTo>
                    <a:pt x="613" y="1591"/>
                    <a:pt x="668" y="1577"/>
                    <a:pt x="740" y="1577"/>
                  </a:cubicBezTo>
                  <a:cubicBezTo>
                    <a:pt x="776" y="1577"/>
                    <a:pt x="816" y="1581"/>
                    <a:pt x="859" y="1588"/>
                  </a:cubicBezTo>
                  <a:lnTo>
                    <a:pt x="859" y="1880"/>
                  </a:lnTo>
                  <a:cubicBezTo>
                    <a:pt x="866" y="2017"/>
                    <a:pt x="971" y="2086"/>
                    <a:pt x="1075" y="2086"/>
                  </a:cubicBezTo>
                  <a:cubicBezTo>
                    <a:pt x="1180" y="2086"/>
                    <a:pt x="1285" y="2017"/>
                    <a:pt x="1292" y="1880"/>
                  </a:cubicBezTo>
                  <a:lnTo>
                    <a:pt x="1292" y="589"/>
                  </a:lnTo>
                  <a:cubicBezTo>
                    <a:pt x="1292" y="501"/>
                    <a:pt x="1362" y="434"/>
                    <a:pt x="1447" y="434"/>
                  </a:cubicBezTo>
                  <a:close/>
                  <a:moveTo>
                    <a:pt x="3769" y="4733"/>
                  </a:moveTo>
                  <a:lnTo>
                    <a:pt x="3769" y="5412"/>
                  </a:lnTo>
                  <a:lnTo>
                    <a:pt x="1021" y="5412"/>
                  </a:lnTo>
                  <a:lnTo>
                    <a:pt x="1021" y="4733"/>
                  </a:lnTo>
                  <a:close/>
                  <a:moveTo>
                    <a:pt x="3769" y="5845"/>
                  </a:moveTo>
                  <a:lnTo>
                    <a:pt x="3769" y="7552"/>
                  </a:lnTo>
                  <a:lnTo>
                    <a:pt x="1021" y="7552"/>
                  </a:lnTo>
                  <a:lnTo>
                    <a:pt x="1021" y="5845"/>
                  </a:lnTo>
                  <a:close/>
                  <a:moveTo>
                    <a:pt x="1440" y="1"/>
                  </a:moveTo>
                  <a:cubicBezTo>
                    <a:pt x="1119" y="1"/>
                    <a:pt x="859" y="264"/>
                    <a:pt x="859" y="585"/>
                  </a:cubicBezTo>
                  <a:lnTo>
                    <a:pt x="859" y="1152"/>
                  </a:lnTo>
                  <a:cubicBezTo>
                    <a:pt x="816" y="1147"/>
                    <a:pt x="775" y="1145"/>
                    <a:pt x="735" y="1145"/>
                  </a:cubicBezTo>
                  <a:cubicBezTo>
                    <a:pt x="558" y="1145"/>
                    <a:pt x="415" y="1190"/>
                    <a:pt x="300" y="1285"/>
                  </a:cubicBezTo>
                  <a:cubicBezTo>
                    <a:pt x="0" y="1539"/>
                    <a:pt x="29" y="2042"/>
                    <a:pt x="60" y="2524"/>
                  </a:cubicBezTo>
                  <a:cubicBezTo>
                    <a:pt x="99" y="3185"/>
                    <a:pt x="690" y="3741"/>
                    <a:pt x="915" y="3931"/>
                  </a:cubicBezTo>
                  <a:lnTo>
                    <a:pt x="915" y="4304"/>
                  </a:lnTo>
                  <a:lnTo>
                    <a:pt x="803" y="4304"/>
                  </a:lnTo>
                  <a:cubicBezTo>
                    <a:pt x="683" y="4304"/>
                    <a:pt x="585" y="4399"/>
                    <a:pt x="588" y="4519"/>
                  </a:cubicBezTo>
                  <a:lnTo>
                    <a:pt x="588" y="7766"/>
                  </a:lnTo>
                  <a:cubicBezTo>
                    <a:pt x="585" y="7886"/>
                    <a:pt x="683" y="7984"/>
                    <a:pt x="803" y="7984"/>
                  </a:cubicBezTo>
                  <a:lnTo>
                    <a:pt x="3983" y="7984"/>
                  </a:lnTo>
                  <a:cubicBezTo>
                    <a:pt x="4103" y="7984"/>
                    <a:pt x="4198" y="7886"/>
                    <a:pt x="4198" y="7766"/>
                  </a:cubicBezTo>
                  <a:lnTo>
                    <a:pt x="4198" y="4519"/>
                  </a:lnTo>
                  <a:cubicBezTo>
                    <a:pt x="4198" y="4399"/>
                    <a:pt x="4103" y="4304"/>
                    <a:pt x="3983" y="4304"/>
                  </a:cubicBezTo>
                  <a:lnTo>
                    <a:pt x="3850" y="4304"/>
                  </a:lnTo>
                  <a:lnTo>
                    <a:pt x="3850" y="3713"/>
                  </a:lnTo>
                  <a:cubicBezTo>
                    <a:pt x="4381" y="3175"/>
                    <a:pt x="4321" y="2218"/>
                    <a:pt x="4311" y="2095"/>
                  </a:cubicBezTo>
                  <a:lnTo>
                    <a:pt x="4311" y="1092"/>
                  </a:lnTo>
                  <a:cubicBezTo>
                    <a:pt x="4311" y="768"/>
                    <a:pt x="4047" y="508"/>
                    <a:pt x="3723" y="508"/>
                  </a:cubicBezTo>
                  <a:lnTo>
                    <a:pt x="3702" y="508"/>
                  </a:lnTo>
                  <a:cubicBezTo>
                    <a:pt x="3696" y="507"/>
                    <a:pt x="3691" y="507"/>
                    <a:pt x="3685" y="507"/>
                  </a:cubicBezTo>
                  <a:cubicBezTo>
                    <a:pt x="3592" y="507"/>
                    <a:pt x="3500" y="535"/>
                    <a:pt x="3420" y="578"/>
                  </a:cubicBezTo>
                  <a:cubicBezTo>
                    <a:pt x="3310" y="444"/>
                    <a:pt x="3146" y="360"/>
                    <a:pt x="2970" y="360"/>
                  </a:cubicBezTo>
                  <a:cubicBezTo>
                    <a:pt x="2967" y="360"/>
                    <a:pt x="2963" y="360"/>
                    <a:pt x="2959" y="360"/>
                  </a:cubicBezTo>
                  <a:lnTo>
                    <a:pt x="2938" y="360"/>
                  </a:lnTo>
                  <a:cubicBezTo>
                    <a:pt x="2843" y="360"/>
                    <a:pt x="2748" y="381"/>
                    <a:pt x="2664" y="427"/>
                  </a:cubicBezTo>
                  <a:cubicBezTo>
                    <a:pt x="2551" y="293"/>
                    <a:pt x="2386" y="219"/>
                    <a:pt x="2214" y="219"/>
                  </a:cubicBezTo>
                  <a:lnTo>
                    <a:pt x="2192" y="219"/>
                  </a:lnTo>
                  <a:cubicBezTo>
                    <a:pt x="2186" y="219"/>
                    <a:pt x="2179" y="219"/>
                    <a:pt x="2172" y="219"/>
                  </a:cubicBezTo>
                  <a:cubicBezTo>
                    <a:pt x="2098" y="219"/>
                    <a:pt x="2025" y="236"/>
                    <a:pt x="1960" y="265"/>
                  </a:cubicBezTo>
                  <a:cubicBezTo>
                    <a:pt x="1851" y="100"/>
                    <a:pt x="1665" y="1"/>
                    <a:pt x="1468" y="1"/>
                  </a:cubicBezTo>
                  <a:lnTo>
                    <a:pt x="1447" y="1"/>
                  </a:lnTo>
                  <a:cubicBezTo>
                    <a:pt x="1444" y="1"/>
                    <a:pt x="1442" y="1"/>
                    <a:pt x="14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85"/>
            <p:cNvSpPr/>
            <p:nvPr/>
          </p:nvSpPr>
          <p:spPr>
            <a:xfrm>
              <a:off x="1449325" y="1994624"/>
              <a:ext cx="182895" cy="350695"/>
            </a:xfrm>
            <a:custGeom>
              <a:rect b="b" l="l" r="r" t="t"/>
              <a:pathLst>
                <a:path extrusionOk="0" h="13474" w="7027">
                  <a:moveTo>
                    <a:pt x="778" y="494"/>
                  </a:moveTo>
                  <a:lnTo>
                    <a:pt x="2161" y="1075"/>
                  </a:lnTo>
                  <a:lnTo>
                    <a:pt x="2009" y="1634"/>
                  </a:lnTo>
                  <a:lnTo>
                    <a:pt x="532" y="1012"/>
                  </a:lnTo>
                  <a:lnTo>
                    <a:pt x="778" y="494"/>
                  </a:lnTo>
                  <a:close/>
                  <a:moveTo>
                    <a:pt x="5377" y="2429"/>
                  </a:moveTo>
                  <a:lnTo>
                    <a:pt x="5862" y="2634"/>
                  </a:lnTo>
                  <a:lnTo>
                    <a:pt x="5623" y="3161"/>
                  </a:lnTo>
                  <a:lnTo>
                    <a:pt x="5225" y="2996"/>
                  </a:lnTo>
                  <a:cubicBezTo>
                    <a:pt x="5229" y="2978"/>
                    <a:pt x="5229" y="2968"/>
                    <a:pt x="5232" y="2961"/>
                  </a:cubicBezTo>
                  <a:lnTo>
                    <a:pt x="5377" y="2429"/>
                  </a:lnTo>
                  <a:close/>
                  <a:moveTo>
                    <a:pt x="6260" y="2802"/>
                  </a:moveTo>
                  <a:lnTo>
                    <a:pt x="6499" y="2901"/>
                  </a:lnTo>
                  <a:cubicBezTo>
                    <a:pt x="6566" y="2929"/>
                    <a:pt x="6601" y="3010"/>
                    <a:pt x="6569" y="3080"/>
                  </a:cubicBezTo>
                  <a:lnTo>
                    <a:pt x="6450" y="3362"/>
                  </a:lnTo>
                  <a:cubicBezTo>
                    <a:pt x="6429" y="3415"/>
                    <a:pt x="6377" y="3446"/>
                    <a:pt x="6323" y="3446"/>
                  </a:cubicBezTo>
                  <a:cubicBezTo>
                    <a:pt x="6306" y="3446"/>
                    <a:pt x="6288" y="3443"/>
                    <a:pt x="6270" y="3436"/>
                  </a:cubicBezTo>
                  <a:lnTo>
                    <a:pt x="6021" y="3330"/>
                  </a:lnTo>
                  <a:lnTo>
                    <a:pt x="6260" y="2802"/>
                  </a:lnTo>
                  <a:close/>
                  <a:moveTo>
                    <a:pt x="2878" y="493"/>
                  </a:moveTo>
                  <a:cubicBezTo>
                    <a:pt x="2890" y="493"/>
                    <a:pt x="2902" y="495"/>
                    <a:pt x="2914" y="498"/>
                  </a:cubicBezTo>
                  <a:lnTo>
                    <a:pt x="2938" y="505"/>
                  </a:lnTo>
                  <a:cubicBezTo>
                    <a:pt x="3019" y="522"/>
                    <a:pt x="3072" y="607"/>
                    <a:pt x="3051" y="691"/>
                  </a:cubicBezTo>
                  <a:lnTo>
                    <a:pt x="3030" y="783"/>
                  </a:lnTo>
                  <a:lnTo>
                    <a:pt x="2777" y="1662"/>
                  </a:lnTo>
                  <a:cubicBezTo>
                    <a:pt x="2738" y="1779"/>
                    <a:pt x="2805" y="1902"/>
                    <a:pt x="2921" y="1937"/>
                  </a:cubicBezTo>
                  <a:cubicBezTo>
                    <a:pt x="2940" y="1942"/>
                    <a:pt x="2960" y="1945"/>
                    <a:pt x="2979" y="1945"/>
                  </a:cubicBezTo>
                  <a:cubicBezTo>
                    <a:pt x="3076" y="1945"/>
                    <a:pt x="3165" y="1882"/>
                    <a:pt x="3192" y="1782"/>
                  </a:cubicBezTo>
                  <a:lnTo>
                    <a:pt x="3434" y="931"/>
                  </a:lnTo>
                  <a:cubicBezTo>
                    <a:pt x="3464" y="895"/>
                    <a:pt x="3507" y="877"/>
                    <a:pt x="3551" y="877"/>
                  </a:cubicBezTo>
                  <a:cubicBezTo>
                    <a:pt x="3564" y="877"/>
                    <a:pt x="3577" y="878"/>
                    <a:pt x="3589" y="881"/>
                  </a:cubicBezTo>
                  <a:lnTo>
                    <a:pt x="3610" y="885"/>
                  </a:lnTo>
                  <a:cubicBezTo>
                    <a:pt x="3695" y="906"/>
                    <a:pt x="3744" y="987"/>
                    <a:pt x="3727" y="1068"/>
                  </a:cubicBezTo>
                  <a:lnTo>
                    <a:pt x="3501" y="1831"/>
                  </a:lnTo>
                  <a:cubicBezTo>
                    <a:pt x="3459" y="1947"/>
                    <a:pt x="3526" y="2074"/>
                    <a:pt x="3642" y="2109"/>
                  </a:cubicBezTo>
                  <a:cubicBezTo>
                    <a:pt x="3663" y="2115"/>
                    <a:pt x="3684" y="2118"/>
                    <a:pt x="3705" y="2118"/>
                  </a:cubicBezTo>
                  <a:cubicBezTo>
                    <a:pt x="3802" y="2118"/>
                    <a:pt x="3890" y="2053"/>
                    <a:pt x="3913" y="1954"/>
                  </a:cubicBezTo>
                  <a:lnTo>
                    <a:pt x="4124" y="1247"/>
                  </a:lnTo>
                  <a:cubicBezTo>
                    <a:pt x="4152" y="1209"/>
                    <a:pt x="4196" y="1185"/>
                    <a:pt x="4243" y="1185"/>
                  </a:cubicBezTo>
                  <a:cubicBezTo>
                    <a:pt x="4256" y="1185"/>
                    <a:pt x="4269" y="1187"/>
                    <a:pt x="4282" y="1191"/>
                  </a:cubicBezTo>
                  <a:lnTo>
                    <a:pt x="4307" y="1194"/>
                  </a:lnTo>
                  <a:cubicBezTo>
                    <a:pt x="4388" y="1216"/>
                    <a:pt x="4441" y="1297"/>
                    <a:pt x="4420" y="1381"/>
                  </a:cubicBezTo>
                  <a:lnTo>
                    <a:pt x="4388" y="1518"/>
                  </a:lnTo>
                  <a:lnTo>
                    <a:pt x="4205" y="2106"/>
                  </a:lnTo>
                  <a:cubicBezTo>
                    <a:pt x="4163" y="2222"/>
                    <a:pt x="4226" y="2349"/>
                    <a:pt x="4342" y="2384"/>
                  </a:cubicBezTo>
                  <a:cubicBezTo>
                    <a:pt x="4365" y="2391"/>
                    <a:pt x="4387" y="2394"/>
                    <a:pt x="4409" y="2394"/>
                  </a:cubicBezTo>
                  <a:cubicBezTo>
                    <a:pt x="4505" y="2394"/>
                    <a:pt x="4591" y="2330"/>
                    <a:pt x="4617" y="2236"/>
                  </a:cubicBezTo>
                  <a:lnTo>
                    <a:pt x="4803" y="1641"/>
                  </a:lnTo>
                  <a:lnTo>
                    <a:pt x="4803" y="1634"/>
                  </a:lnTo>
                  <a:lnTo>
                    <a:pt x="4803" y="1627"/>
                  </a:lnTo>
                  <a:cubicBezTo>
                    <a:pt x="4818" y="1554"/>
                    <a:pt x="4883" y="1508"/>
                    <a:pt x="4955" y="1508"/>
                  </a:cubicBezTo>
                  <a:cubicBezTo>
                    <a:pt x="4967" y="1508"/>
                    <a:pt x="4978" y="1509"/>
                    <a:pt x="4990" y="1511"/>
                  </a:cubicBezTo>
                  <a:lnTo>
                    <a:pt x="5011" y="1518"/>
                  </a:lnTo>
                  <a:cubicBezTo>
                    <a:pt x="5095" y="1536"/>
                    <a:pt x="5148" y="1617"/>
                    <a:pt x="5130" y="1701"/>
                  </a:cubicBezTo>
                  <a:lnTo>
                    <a:pt x="4810" y="2855"/>
                  </a:lnTo>
                  <a:cubicBezTo>
                    <a:pt x="4810" y="2862"/>
                    <a:pt x="4807" y="2873"/>
                    <a:pt x="4807" y="2880"/>
                  </a:cubicBezTo>
                  <a:cubicBezTo>
                    <a:pt x="4807" y="2890"/>
                    <a:pt x="4669" y="3809"/>
                    <a:pt x="4124" y="4087"/>
                  </a:cubicBezTo>
                  <a:cubicBezTo>
                    <a:pt x="4050" y="4122"/>
                    <a:pt x="4004" y="4196"/>
                    <a:pt x="4004" y="4277"/>
                  </a:cubicBezTo>
                  <a:lnTo>
                    <a:pt x="4004" y="4938"/>
                  </a:lnTo>
                  <a:lnTo>
                    <a:pt x="1957" y="4938"/>
                  </a:lnTo>
                  <a:lnTo>
                    <a:pt x="1957" y="3904"/>
                  </a:lnTo>
                  <a:cubicBezTo>
                    <a:pt x="1957" y="3851"/>
                    <a:pt x="1939" y="3802"/>
                    <a:pt x="1907" y="3763"/>
                  </a:cubicBezTo>
                  <a:cubicBezTo>
                    <a:pt x="1900" y="3756"/>
                    <a:pt x="1320" y="3056"/>
                    <a:pt x="1422" y="2461"/>
                  </a:cubicBezTo>
                  <a:cubicBezTo>
                    <a:pt x="1450" y="2275"/>
                    <a:pt x="1492" y="2088"/>
                    <a:pt x="1542" y="1905"/>
                  </a:cubicBezTo>
                  <a:lnTo>
                    <a:pt x="1932" y="2071"/>
                  </a:lnTo>
                  <a:cubicBezTo>
                    <a:pt x="1967" y="2165"/>
                    <a:pt x="2050" y="2211"/>
                    <a:pt x="2133" y="2211"/>
                  </a:cubicBezTo>
                  <a:cubicBezTo>
                    <a:pt x="2224" y="2211"/>
                    <a:pt x="2314" y="2156"/>
                    <a:pt x="2344" y="2049"/>
                  </a:cubicBezTo>
                  <a:lnTo>
                    <a:pt x="2727" y="621"/>
                  </a:lnTo>
                  <a:lnTo>
                    <a:pt x="2727" y="614"/>
                  </a:lnTo>
                  <a:cubicBezTo>
                    <a:pt x="2745" y="542"/>
                    <a:pt x="2809" y="493"/>
                    <a:pt x="2878" y="493"/>
                  </a:cubicBezTo>
                  <a:close/>
                  <a:moveTo>
                    <a:pt x="4311" y="5392"/>
                  </a:moveTo>
                  <a:lnTo>
                    <a:pt x="4311" y="6071"/>
                  </a:lnTo>
                  <a:lnTo>
                    <a:pt x="1563" y="6071"/>
                  </a:lnTo>
                  <a:lnTo>
                    <a:pt x="1563" y="5392"/>
                  </a:lnTo>
                  <a:close/>
                  <a:moveTo>
                    <a:pt x="669" y="0"/>
                  </a:moveTo>
                  <a:cubicBezTo>
                    <a:pt x="587" y="0"/>
                    <a:pt x="509" y="46"/>
                    <a:pt x="472" y="125"/>
                  </a:cubicBezTo>
                  <a:lnTo>
                    <a:pt x="46" y="1022"/>
                  </a:lnTo>
                  <a:cubicBezTo>
                    <a:pt x="0" y="1121"/>
                    <a:pt x="32" y="1233"/>
                    <a:pt x="120" y="1293"/>
                  </a:cubicBezTo>
                  <a:cubicBezTo>
                    <a:pt x="148" y="1314"/>
                    <a:pt x="183" y="1335"/>
                    <a:pt x="219" y="1349"/>
                  </a:cubicBezTo>
                  <a:lnTo>
                    <a:pt x="1140" y="1740"/>
                  </a:lnTo>
                  <a:cubicBezTo>
                    <a:pt x="1077" y="1951"/>
                    <a:pt x="1028" y="2169"/>
                    <a:pt x="996" y="2391"/>
                  </a:cubicBezTo>
                  <a:cubicBezTo>
                    <a:pt x="877" y="3066"/>
                    <a:pt x="1359" y="3770"/>
                    <a:pt x="1524" y="3981"/>
                  </a:cubicBezTo>
                  <a:lnTo>
                    <a:pt x="1524" y="4963"/>
                  </a:lnTo>
                  <a:lnTo>
                    <a:pt x="1345" y="4963"/>
                  </a:lnTo>
                  <a:cubicBezTo>
                    <a:pt x="1225" y="4963"/>
                    <a:pt x="1130" y="5058"/>
                    <a:pt x="1130" y="5177"/>
                  </a:cubicBezTo>
                  <a:lnTo>
                    <a:pt x="1130" y="13259"/>
                  </a:lnTo>
                  <a:cubicBezTo>
                    <a:pt x="1130" y="13379"/>
                    <a:pt x="1225" y="13474"/>
                    <a:pt x="1345" y="13474"/>
                  </a:cubicBezTo>
                  <a:lnTo>
                    <a:pt x="4525" y="13474"/>
                  </a:lnTo>
                  <a:cubicBezTo>
                    <a:pt x="4645" y="13474"/>
                    <a:pt x="4740" y="13379"/>
                    <a:pt x="4740" y="13259"/>
                  </a:cubicBezTo>
                  <a:lnTo>
                    <a:pt x="4740" y="7862"/>
                  </a:lnTo>
                  <a:cubicBezTo>
                    <a:pt x="4747" y="7739"/>
                    <a:pt x="4648" y="7633"/>
                    <a:pt x="4525" y="7633"/>
                  </a:cubicBezTo>
                  <a:cubicBezTo>
                    <a:pt x="4402" y="7633"/>
                    <a:pt x="4304" y="7739"/>
                    <a:pt x="4311" y="7862"/>
                  </a:cubicBezTo>
                  <a:lnTo>
                    <a:pt x="4311" y="13045"/>
                  </a:lnTo>
                  <a:lnTo>
                    <a:pt x="1563" y="13045"/>
                  </a:lnTo>
                  <a:lnTo>
                    <a:pt x="1563" y="6504"/>
                  </a:lnTo>
                  <a:lnTo>
                    <a:pt x="4311" y="6504"/>
                  </a:lnTo>
                  <a:lnTo>
                    <a:pt x="4311" y="7102"/>
                  </a:lnTo>
                  <a:cubicBezTo>
                    <a:pt x="4304" y="7225"/>
                    <a:pt x="4402" y="7331"/>
                    <a:pt x="4525" y="7331"/>
                  </a:cubicBezTo>
                  <a:cubicBezTo>
                    <a:pt x="4648" y="7331"/>
                    <a:pt x="4747" y="7225"/>
                    <a:pt x="4740" y="7102"/>
                  </a:cubicBezTo>
                  <a:lnTo>
                    <a:pt x="4740" y="5177"/>
                  </a:lnTo>
                  <a:cubicBezTo>
                    <a:pt x="4740" y="5058"/>
                    <a:pt x="4645" y="4959"/>
                    <a:pt x="4525" y="4959"/>
                  </a:cubicBezTo>
                  <a:lnTo>
                    <a:pt x="4434" y="4959"/>
                  </a:lnTo>
                  <a:lnTo>
                    <a:pt x="4434" y="4403"/>
                  </a:lnTo>
                  <a:cubicBezTo>
                    <a:pt x="4800" y="4161"/>
                    <a:pt x="5004" y="3742"/>
                    <a:pt x="5113" y="3415"/>
                  </a:cubicBezTo>
                  <a:lnTo>
                    <a:pt x="6101" y="3830"/>
                  </a:lnTo>
                  <a:cubicBezTo>
                    <a:pt x="6174" y="3861"/>
                    <a:pt x="6250" y="3876"/>
                    <a:pt x="6324" y="3876"/>
                  </a:cubicBezTo>
                  <a:cubicBezTo>
                    <a:pt x="6545" y="3876"/>
                    <a:pt x="6755" y="3746"/>
                    <a:pt x="6847" y="3527"/>
                  </a:cubicBezTo>
                  <a:lnTo>
                    <a:pt x="6967" y="3246"/>
                  </a:lnTo>
                  <a:cubicBezTo>
                    <a:pt x="7027" y="3105"/>
                    <a:pt x="7027" y="2950"/>
                    <a:pt x="6971" y="2809"/>
                  </a:cubicBezTo>
                  <a:cubicBezTo>
                    <a:pt x="6914" y="2669"/>
                    <a:pt x="6802" y="2560"/>
                    <a:pt x="6664" y="2503"/>
                  </a:cubicBezTo>
                  <a:lnTo>
                    <a:pt x="5493" y="2011"/>
                  </a:lnTo>
                  <a:lnTo>
                    <a:pt x="5546" y="1814"/>
                  </a:lnTo>
                  <a:lnTo>
                    <a:pt x="5546" y="1807"/>
                  </a:lnTo>
                  <a:cubicBezTo>
                    <a:pt x="5619" y="1490"/>
                    <a:pt x="5426" y="1177"/>
                    <a:pt x="5109" y="1103"/>
                  </a:cubicBezTo>
                  <a:lnTo>
                    <a:pt x="5088" y="1096"/>
                  </a:lnTo>
                  <a:cubicBezTo>
                    <a:pt x="5044" y="1086"/>
                    <a:pt x="4998" y="1081"/>
                    <a:pt x="4953" y="1081"/>
                  </a:cubicBezTo>
                  <a:cubicBezTo>
                    <a:pt x="4900" y="1081"/>
                    <a:pt x="4847" y="1088"/>
                    <a:pt x="4796" y="1103"/>
                  </a:cubicBezTo>
                  <a:cubicBezTo>
                    <a:pt x="4722" y="941"/>
                    <a:pt x="4574" y="822"/>
                    <a:pt x="4402" y="779"/>
                  </a:cubicBezTo>
                  <a:lnTo>
                    <a:pt x="4381" y="776"/>
                  </a:lnTo>
                  <a:cubicBezTo>
                    <a:pt x="4335" y="766"/>
                    <a:pt x="4289" y="760"/>
                    <a:pt x="4243" y="760"/>
                  </a:cubicBezTo>
                  <a:cubicBezTo>
                    <a:pt x="4193" y="760"/>
                    <a:pt x="4143" y="766"/>
                    <a:pt x="4096" y="779"/>
                  </a:cubicBezTo>
                  <a:cubicBezTo>
                    <a:pt x="4089" y="762"/>
                    <a:pt x="4082" y="748"/>
                    <a:pt x="4071" y="734"/>
                  </a:cubicBezTo>
                  <a:cubicBezTo>
                    <a:pt x="3990" y="600"/>
                    <a:pt x="3860" y="505"/>
                    <a:pt x="3709" y="470"/>
                  </a:cubicBezTo>
                  <a:lnTo>
                    <a:pt x="3688" y="466"/>
                  </a:lnTo>
                  <a:cubicBezTo>
                    <a:pt x="3643" y="455"/>
                    <a:pt x="3599" y="449"/>
                    <a:pt x="3555" y="449"/>
                  </a:cubicBezTo>
                  <a:cubicBezTo>
                    <a:pt x="3519" y="449"/>
                    <a:pt x="3483" y="453"/>
                    <a:pt x="3449" y="459"/>
                  </a:cubicBezTo>
                  <a:cubicBezTo>
                    <a:pt x="3434" y="420"/>
                    <a:pt x="3417" y="385"/>
                    <a:pt x="3396" y="350"/>
                  </a:cubicBezTo>
                  <a:cubicBezTo>
                    <a:pt x="3315" y="216"/>
                    <a:pt x="3185" y="121"/>
                    <a:pt x="3033" y="86"/>
                  </a:cubicBezTo>
                  <a:lnTo>
                    <a:pt x="3012" y="83"/>
                  </a:lnTo>
                  <a:cubicBezTo>
                    <a:pt x="2967" y="72"/>
                    <a:pt x="2921" y="67"/>
                    <a:pt x="2876" y="67"/>
                  </a:cubicBezTo>
                  <a:cubicBezTo>
                    <a:pt x="2613" y="67"/>
                    <a:pt x="2375" y="244"/>
                    <a:pt x="2309" y="512"/>
                  </a:cubicBezTo>
                  <a:lnTo>
                    <a:pt x="2270" y="656"/>
                  </a:lnTo>
                  <a:lnTo>
                    <a:pt x="750" y="16"/>
                  </a:lnTo>
                  <a:cubicBezTo>
                    <a:pt x="723" y="5"/>
                    <a:pt x="696" y="0"/>
                    <a:pt x="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85"/>
            <p:cNvSpPr/>
            <p:nvPr/>
          </p:nvSpPr>
          <p:spPr>
            <a:xfrm>
              <a:off x="1421580" y="1992178"/>
              <a:ext cx="51222" cy="37115"/>
            </a:xfrm>
            <a:custGeom>
              <a:rect b="b" l="l" r="r" t="t"/>
              <a:pathLst>
                <a:path extrusionOk="0" h="1426" w="1968">
                  <a:moveTo>
                    <a:pt x="287" y="0"/>
                  </a:moveTo>
                  <a:cubicBezTo>
                    <a:pt x="100" y="0"/>
                    <a:pt x="1" y="233"/>
                    <a:pt x="141" y="370"/>
                  </a:cubicBezTo>
                  <a:lnTo>
                    <a:pt x="1158" y="1362"/>
                  </a:lnTo>
                  <a:cubicBezTo>
                    <a:pt x="1197" y="1401"/>
                    <a:pt x="1249" y="1426"/>
                    <a:pt x="1309" y="1426"/>
                  </a:cubicBezTo>
                  <a:cubicBezTo>
                    <a:pt x="1503" y="1426"/>
                    <a:pt x="1598" y="1190"/>
                    <a:pt x="1461" y="1056"/>
                  </a:cubicBezTo>
                  <a:lnTo>
                    <a:pt x="859" y="469"/>
                  </a:lnTo>
                  <a:lnTo>
                    <a:pt x="1721" y="525"/>
                  </a:lnTo>
                  <a:cubicBezTo>
                    <a:pt x="1727" y="526"/>
                    <a:pt x="1734" y="526"/>
                    <a:pt x="1740" y="526"/>
                  </a:cubicBezTo>
                  <a:cubicBezTo>
                    <a:pt x="1855" y="526"/>
                    <a:pt x="1953" y="438"/>
                    <a:pt x="1960" y="324"/>
                  </a:cubicBezTo>
                  <a:cubicBezTo>
                    <a:pt x="1967" y="201"/>
                    <a:pt x="1872" y="96"/>
                    <a:pt x="1749" y="92"/>
                  </a:cubicBezTo>
                  <a:lnTo>
                    <a:pt x="303" y="1"/>
                  </a:lnTo>
                  <a:cubicBezTo>
                    <a:pt x="297" y="0"/>
                    <a:pt x="29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1" name="Google Shape;17991;p85"/>
          <p:cNvGrpSpPr/>
          <p:nvPr/>
        </p:nvGrpSpPr>
        <p:grpSpPr>
          <a:xfrm>
            <a:off x="7959662" y="2436857"/>
            <a:ext cx="352829" cy="347467"/>
            <a:chOff x="7959662" y="2436857"/>
            <a:chExt cx="352829" cy="347467"/>
          </a:xfrm>
        </p:grpSpPr>
        <p:sp>
          <p:nvSpPr>
            <p:cNvPr id="17992" name="Google Shape;17992;p85"/>
            <p:cNvSpPr/>
            <p:nvPr/>
          </p:nvSpPr>
          <p:spPr>
            <a:xfrm>
              <a:off x="8032643" y="2534122"/>
              <a:ext cx="115666" cy="189064"/>
            </a:xfrm>
            <a:custGeom>
              <a:rect b="b" l="l" r="r" t="t"/>
              <a:pathLst>
                <a:path extrusionOk="0" h="7264" w="4444">
                  <a:moveTo>
                    <a:pt x="837" y="1"/>
                  </a:moveTo>
                  <a:lnTo>
                    <a:pt x="837" y="289"/>
                  </a:lnTo>
                  <a:cubicBezTo>
                    <a:pt x="837" y="370"/>
                    <a:pt x="792" y="441"/>
                    <a:pt x="721" y="476"/>
                  </a:cubicBezTo>
                  <a:lnTo>
                    <a:pt x="232" y="722"/>
                  </a:lnTo>
                  <a:cubicBezTo>
                    <a:pt x="92" y="793"/>
                    <a:pt x="0" y="937"/>
                    <a:pt x="4" y="1095"/>
                  </a:cubicBezTo>
                  <a:lnTo>
                    <a:pt x="4" y="3097"/>
                  </a:lnTo>
                  <a:cubicBezTo>
                    <a:pt x="0" y="3259"/>
                    <a:pt x="39" y="3421"/>
                    <a:pt x="113" y="3565"/>
                  </a:cubicBezTo>
                  <a:lnTo>
                    <a:pt x="310" y="3959"/>
                  </a:lnTo>
                  <a:cubicBezTo>
                    <a:pt x="384" y="4107"/>
                    <a:pt x="419" y="4265"/>
                    <a:pt x="419" y="4427"/>
                  </a:cubicBezTo>
                  <a:lnTo>
                    <a:pt x="419" y="7263"/>
                  </a:lnTo>
                  <a:lnTo>
                    <a:pt x="2301" y="5912"/>
                  </a:lnTo>
                  <a:lnTo>
                    <a:pt x="2301" y="1978"/>
                  </a:lnTo>
                  <a:lnTo>
                    <a:pt x="2470" y="2189"/>
                  </a:lnTo>
                  <a:cubicBezTo>
                    <a:pt x="2576" y="2320"/>
                    <a:pt x="2727" y="2404"/>
                    <a:pt x="2892" y="2422"/>
                  </a:cubicBezTo>
                  <a:cubicBezTo>
                    <a:pt x="2913" y="2423"/>
                    <a:pt x="2934" y="2424"/>
                    <a:pt x="2954" y="2424"/>
                  </a:cubicBezTo>
                  <a:cubicBezTo>
                    <a:pt x="2974" y="2424"/>
                    <a:pt x="2994" y="2423"/>
                    <a:pt x="3015" y="2422"/>
                  </a:cubicBezTo>
                  <a:cubicBezTo>
                    <a:pt x="3139" y="2411"/>
                    <a:pt x="3258" y="2362"/>
                    <a:pt x="3357" y="2284"/>
                  </a:cubicBezTo>
                  <a:lnTo>
                    <a:pt x="4236" y="1581"/>
                  </a:lnTo>
                  <a:cubicBezTo>
                    <a:pt x="4437" y="1415"/>
                    <a:pt x="4444" y="1113"/>
                    <a:pt x="4250" y="944"/>
                  </a:cubicBezTo>
                  <a:cubicBezTo>
                    <a:pt x="4174" y="874"/>
                    <a:pt x="4077" y="841"/>
                    <a:pt x="3979" y="841"/>
                  </a:cubicBezTo>
                  <a:cubicBezTo>
                    <a:pt x="3878" y="841"/>
                    <a:pt x="3776" y="876"/>
                    <a:pt x="3694" y="944"/>
                  </a:cubicBezTo>
                  <a:lnTo>
                    <a:pt x="2994" y="1503"/>
                  </a:lnTo>
                  <a:lnTo>
                    <a:pt x="2417" y="786"/>
                  </a:lnTo>
                  <a:cubicBezTo>
                    <a:pt x="2340" y="687"/>
                    <a:pt x="2217" y="627"/>
                    <a:pt x="2090" y="627"/>
                  </a:cubicBezTo>
                  <a:cubicBezTo>
                    <a:pt x="1861" y="627"/>
                    <a:pt x="1675" y="441"/>
                    <a:pt x="1675" y="209"/>
                  </a:cubicBezTo>
                  <a:lnTo>
                    <a:pt x="167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85"/>
            <p:cNvSpPr/>
            <p:nvPr/>
          </p:nvSpPr>
          <p:spPr>
            <a:xfrm>
              <a:off x="8136024" y="2452526"/>
              <a:ext cx="81622" cy="43544"/>
            </a:xfrm>
            <a:custGeom>
              <a:rect b="b" l="l" r="r" t="t"/>
              <a:pathLst>
                <a:path extrusionOk="0" h="1673" w="3136">
                  <a:moveTo>
                    <a:pt x="0" y="1"/>
                  </a:moveTo>
                  <a:lnTo>
                    <a:pt x="0" y="1672"/>
                  </a:lnTo>
                  <a:lnTo>
                    <a:pt x="3135" y="1672"/>
                  </a:lnTo>
                  <a:lnTo>
                    <a:pt x="2717" y="838"/>
                  </a:lnTo>
                  <a:lnTo>
                    <a:pt x="313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85"/>
            <p:cNvSpPr/>
            <p:nvPr/>
          </p:nvSpPr>
          <p:spPr>
            <a:xfrm>
              <a:off x="8136024" y="2452526"/>
              <a:ext cx="16319" cy="43544"/>
            </a:xfrm>
            <a:custGeom>
              <a:rect b="b" l="l" r="r" t="t"/>
              <a:pathLst>
                <a:path extrusionOk="0" h="1673" w="627">
                  <a:moveTo>
                    <a:pt x="0" y="1"/>
                  </a:moveTo>
                  <a:lnTo>
                    <a:pt x="0" y="1672"/>
                  </a:lnTo>
                  <a:lnTo>
                    <a:pt x="627" y="1672"/>
                  </a:lnTo>
                  <a:lnTo>
                    <a:pt x="627"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85"/>
            <p:cNvSpPr/>
            <p:nvPr/>
          </p:nvSpPr>
          <p:spPr>
            <a:xfrm>
              <a:off x="8032643" y="2554372"/>
              <a:ext cx="16319" cy="88572"/>
            </a:xfrm>
            <a:custGeom>
              <a:rect b="b" l="l" r="r" t="t"/>
              <a:pathLst>
                <a:path extrusionOk="0" h="3403" w="627">
                  <a:moveTo>
                    <a:pt x="151" y="1"/>
                  </a:moveTo>
                  <a:cubicBezTo>
                    <a:pt x="56" y="78"/>
                    <a:pt x="4" y="194"/>
                    <a:pt x="4" y="317"/>
                  </a:cubicBezTo>
                  <a:lnTo>
                    <a:pt x="4" y="2319"/>
                  </a:lnTo>
                  <a:cubicBezTo>
                    <a:pt x="0" y="2485"/>
                    <a:pt x="39" y="2643"/>
                    <a:pt x="113" y="2787"/>
                  </a:cubicBezTo>
                  <a:lnTo>
                    <a:pt x="310" y="3181"/>
                  </a:lnTo>
                  <a:cubicBezTo>
                    <a:pt x="345" y="3252"/>
                    <a:pt x="370" y="3325"/>
                    <a:pt x="391" y="3403"/>
                  </a:cubicBezTo>
                  <a:lnTo>
                    <a:pt x="626" y="3403"/>
                  </a:lnTo>
                  <a:lnTo>
                    <a:pt x="626" y="736"/>
                  </a:lnTo>
                  <a:cubicBezTo>
                    <a:pt x="626" y="571"/>
                    <a:pt x="563" y="412"/>
                    <a:pt x="443" y="293"/>
                  </a:cubicBezTo>
                  <a:lnTo>
                    <a:pt x="15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85"/>
            <p:cNvSpPr/>
            <p:nvPr/>
          </p:nvSpPr>
          <p:spPr>
            <a:xfrm>
              <a:off x="8043522" y="2632038"/>
              <a:ext cx="49036" cy="97994"/>
            </a:xfrm>
            <a:custGeom>
              <a:rect b="b" l="l" r="r" t="t"/>
              <a:pathLst>
                <a:path extrusionOk="0" h="3765" w="1884">
                  <a:moveTo>
                    <a:pt x="1" y="0"/>
                  </a:moveTo>
                  <a:lnTo>
                    <a:pt x="1" y="3765"/>
                  </a:lnTo>
                  <a:lnTo>
                    <a:pt x="1883" y="3765"/>
                  </a:lnTo>
                  <a:lnTo>
                    <a:pt x="188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85"/>
            <p:cNvSpPr/>
            <p:nvPr/>
          </p:nvSpPr>
          <p:spPr>
            <a:xfrm>
              <a:off x="7967340" y="2659236"/>
              <a:ext cx="337290" cy="119700"/>
            </a:xfrm>
            <a:custGeom>
              <a:rect b="b" l="l" r="r" t="t"/>
              <a:pathLst>
                <a:path extrusionOk="0" h="4599" w="12959">
                  <a:moveTo>
                    <a:pt x="6481" y="0"/>
                  </a:moveTo>
                  <a:lnTo>
                    <a:pt x="0" y="4599"/>
                  </a:lnTo>
                  <a:lnTo>
                    <a:pt x="12959" y="4599"/>
                  </a:lnTo>
                  <a:lnTo>
                    <a:pt x="6481"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85"/>
            <p:cNvSpPr/>
            <p:nvPr/>
          </p:nvSpPr>
          <p:spPr>
            <a:xfrm>
              <a:off x="7967340" y="2659236"/>
              <a:ext cx="174931" cy="119700"/>
            </a:xfrm>
            <a:custGeom>
              <a:rect b="b" l="l" r="r" t="t"/>
              <a:pathLst>
                <a:path extrusionOk="0" h="4599" w="6721">
                  <a:moveTo>
                    <a:pt x="6481" y="0"/>
                  </a:moveTo>
                  <a:lnTo>
                    <a:pt x="0" y="4599"/>
                  </a:lnTo>
                  <a:lnTo>
                    <a:pt x="2928" y="4599"/>
                  </a:lnTo>
                  <a:cubicBezTo>
                    <a:pt x="2928" y="4599"/>
                    <a:pt x="6668" y="253"/>
                    <a:pt x="6721" y="225"/>
                  </a:cubicBezTo>
                  <a:lnTo>
                    <a:pt x="648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85"/>
            <p:cNvSpPr/>
            <p:nvPr/>
          </p:nvSpPr>
          <p:spPr>
            <a:xfrm>
              <a:off x="8054428" y="2528734"/>
              <a:ext cx="21733" cy="27225"/>
            </a:xfrm>
            <a:custGeom>
              <a:rect b="b" l="l" r="r" t="t"/>
              <a:pathLst>
                <a:path extrusionOk="0" h="1046" w="835">
                  <a:moveTo>
                    <a:pt x="0" y="0"/>
                  </a:moveTo>
                  <a:lnTo>
                    <a:pt x="0" y="627"/>
                  </a:lnTo>
                  <a:cubicBezTo>
                    <a:pt x="0" y="855"/>
                    <a:pt x="187" y="1045"/>
                    <a:pt x="419" y="1045"/>
                  </a:cubicBezTo>
                  <a:cubicBezTo>
                    <a:pt x="648" y="1045"/>
                    <a:pt x="834" y="855"/>
                    <a:pt x="834" y="627"/>
                  </a:cubicBezTo>
                  <a:lnTo>
                    <a:pt x="8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85"/>
            <p:cNvSpPr/>
            <p:nvPr/>
          </p:nvSpPr>
          <p:spPr>
            <a:xfrm>
              <a:off x="8043522" y="2485138"/>
              <a:ext cx="43544" cy="49010"/>
            </a:xfrm>
            <a:custGeom>
              <a:rect b="b" l="l" r="r" t="t"/>
              <a:pathLst>
                <a:path extrusionOk="0" h="1883" w="1673">
                  <a:moveTo>
                    <a:pt x="627" y="1"/>
                  </a:moveTo>
                  <a:cubicBezTo>
                    <a:pt x="282" y="1"/>
                    <a:pt x="1" y="282"/>
                    <a:pt x="1" y="630"/>
                  </a:cubicBezTo>
                  <a:lnTo>
                    <a:pt x="1" y="1049"/>
                  </a:lnTo>
                  <a:cubicBezTo>
                    <a:pt x="1" y="1510"/>
                    <a:pt x="374" y="1883"/>
                    <a:pt x="838" y="1883"/>
                  </a:cubicBezTo>
                  <a:cubicBezTo>
                    <a:pt x="1299" y="1883"/>
                    <a:pt x="1672" y="1510"/>
                    <a:pt x="1672" y="1046"/>
                  </a:cubicBezTo>
                  <a:lnTo>
                    <a:pt x="1672" y="630"/>
                  </a:lnTo>
                  <a:cubicBezTo>
                    <a:pt x="1672" y="282"/>
                    <a:pt x="1394" y="1"/>
                    <a:pt x="104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85"/>
            <p:cNvSpPr/>
            <p:nvPr/>
          </p:nvSpPr>
          <p:spPr>
            <a:xfrm>
              <a:off x="8043522" y="2485243"/>
              <a:ext cx="29984" cy="48958"/>
            </a:xfrm>
            <a:custGeom>
              <a:rect b="b" l="l" r="r" t="t"/>
              <a:pathLst>
                <a:path extrusionOk="0" h="1881" w="1152">
                  <a:moveTo>
                    <a:pt x="627" y="0"/>
                  </a:moveTo>
                  <a:cubicBezTo>
                    <a:pt x="282" y="0"/>
                    <a:pt x="1" y="278"/>
                    <a:pt x="1" y="626"/>
                  </a:cubicBezTo>
                  <a:lnTo>
                    <a:pt x="1" y="1045"/>
                  </a:lnTo>
                  <a:cubicBezTo>
                    <a:pt x="1" y="1524"/>
                    <a:pt x="396" y="1881"/>
                    <a:pt x="838" y="1881"/>
                  </a:cubicBezTo>
                  <a:cubicBezTo>
                    <a:pt x="941" y="1881"/>
                    <a:pt x="1047" y="1861"/>
                    <a:pt x="1151" y="1819"/>
                  </a:cubicBezTo>
                  <a:cubicBezTo>
                    <a:pt x="835" y="1689"/>
                    <a:pt x="627" y="1383"/>
                    <a:pt x="627" y="1042"/>
                  </a:cubicBezTo>
                  <a:lnTo>
                    <a:pt x="627" y="626"/>
                  </a:lnTo>
                  <a:cubicBezTo>
                    <a:pt x="627" y="320"/>
                    <a:pt x="849" y="60"/>
                    <a:pt x="1151" y="11"/>
                  </a:cubicBezTo>
                  <a:cubicBezTo>
                    <a:pt x="1116" y="4"/>
                    <a:pt x="1081" y="0"/>
                    <a:pt x="104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85"/>
            <p:cNvSpPr/>
            <p:nvPr/>
          </p:nvSpPr>
          <p:spPr>
            <a:xfrm>
              <a:off x="8043522" y="2485138"/>
              <a:ext cx="43544" cy="21811"/>
            </a:xfrm>
            <a:custGeom>
              <a:rect b="b" l="l" r="r" t="t"/>
              <a:pathLst>
                <a:path extrusionOk="0" h="838" w="1673">
                  <a:moveTo>
                    <a:pt x="627" y="1"/>
                  </a:moveTo>
                  <a:cubicBezTo>
                    <a:pt x="282" y="1"/>
                    <a:pt x="1" y="282"/>
                    <a:pt x="1" y="630"/>
                  </a:cubicBezTo>
                  <a:cubicBezTo>
                    <a:pt x="1" y="630"/>
                    <a:pt x="627" y="838"/>
                    <a:pt x="1672" y="838"/>
                  </a:cubicBezTo>
                  <a:lnTo>
                    <a:pt x="1672" y="630"/>
                  </a:lnTo>
                  <a:cubicBezTo>
                    <a:pt x="1672" y="282"/>
                    <a:pt x="1391" y="1"/>
                    <a:pt x="104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85"/>
            <p:cNvSpPr/>
            <p:nvPr/>
          </p:nvSpPr>
          <p:spPr>
            <a:xfrm>
              <a:off x="8043522" y="2485243"/>
              <a:ext cx="29984" cy="19807"/>
            </a:xfrm>
            <a:custGeom>
              <a:rect b="b" l="l" r="r" t="t"/>
              <a:pathLst>
                <a:path extrusionOk="0" h="761" w="1152">
                  <a:moveTo>
                    <a:pt x="627" y="0"/>
                  </a:moveTo>
                  <a:cubicBezTo>
                    <a:pt x="282" y="0"/>
                    <a:pt x="1" y="278"/>
                    <a:pt x="1" y="626"/>
                  </a:cubicBezTo>
                  <a:cubicBezTo>
                    <a:pt x="205" y="686"/>
                    <a:pt x="416" y="732"/>
                    <a:pt x="627" y="760"/>
                  </a:cubicBezTo>
                  <a:lnTo>
                    <a:pt x="627" y="626"/>
                  </a:lnTo>
                  <a:cubicBezTo>
                    <a:pt x="627" y="320"/>
                    <a:pt x="849" y="60"/>
                    <a:pt x="1151" y="11"/>
                  </a:cubicBezTo>
                  <a:cubicBezTo>
                    <a:pt x="1116" y="4"/>
                    <a:pt x="1081" y="0"/>
                    <a:pt x="104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85"/>
            <p:cNvSpPr/>
            <p:nvPr/>
          </p:nvSpPr>
          <p:spPr>
            <a:xfrm>
              <a:off x="8092532" y="2552003"/>
              <a:ext cx="55777" cy="45236"/>
            </a:xfrm>
            <a:custGeom>
              <a:rect b="b" l="l" r="r" t="t"/>
              <a:pathLst>
                <a:path extrusionOk="0" h="1738" w="2143">
                  <a:moveTo>
                    <a:pt x="0" y="0"/>
                  </a:moveTo>
                  <a:lnTo>
                    <a:pt x="0" y="1288"/>
                  </a:lnTo>
                  <a:lnTo>
                    <a:pt x="169" y="1502"/>
                  </a:lnTo>
                  <a:cubicBezTo>
                    <a:pt x="271" y="1633"/>
                    <a:pt x="426" y="1717"/>
                    <a:pt x="591" y="1735"/>
                  </a:cubicBezTo>
                  <a:cubicBezTo>
                    <a:pt x="611" y="1736"/>
                    <a:pt x="631" y="1737"/>
                    <a:pt x="652" y="1737"/>
                  </a:cubicBezTo>
                  <a:cubicBezTo>
                    <a:pt x="672" y="1737"/>
                    <a:pt x="693" y="1736"/>
                    <a:pt x="714" y="1735"/>
                  </a:cubicBezTo>
                  <a:cubicBezTo>
                    <a:pt x="838" y="1724"/>
                    <a:pt x="957" y="1675"/>
                    <a:pt x="1056" y="1594"/>
                  </a:cubicBezTo>
                  <a:lnTo>
                    <a:pt x="1935" y="890"/>
                  </a:lnTo>
                  <a:cubicBezTo>
                    <a:pt x="2136" y="728"/>
                    <a:pt x="2143" y="426"/>
                    <a:pt x="1953" y="253"/>
                  </a:cubicBezTo>
                  <a:cubicBezTo>
                    <a:pt x="1876" y="187"/>
                    <a:pt x="1780" y="155"/>
                    <a:pt x="1682" y="155"/>
                  </a:cubicBezTo>
                  <a:cubicBezTo>
                    <a:pt x="1580" y="155"/>
                    <a:pt x="1477" y="190"/>
                    <a:pt x="1393" y="257"/>
                  </a:cubicBezTo>
                  <a:lnTo>
                    <a:pt x="693" y="816"/>
                  </a:lnTo>
                  <a:lnTo>
                    <a:pt x="116" y="99"/>
                  </a:lnTo>
                  <a:cubicBezTo>
                    <a:pt x="85" y="56"/>
                    <a:pt x="46" y="25"/>
                    <a:pt x="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85"/>
            <p:cNvSpPr/>
            <p:nvPr/>
          </p:nvSpPr>
          <p:spPr>
            <a:xfrm>
              <a:off x="7959662" y="2436857"/>
              <a:ext cx="352829" cy="347467"/>
            </a:xfrm>
            <a:custGeom>
              <a:rect b="b" l="l" r="r" t="t"/>
              <a:pathLst>
                <a:path extrusionOk="0" h="13350" w="13556">
                  <a:moveTo>
                    <a:pt x="4268" y="2053"/>
                  </a:moveTo>
                  <a:cubicBezTo>
                    <a:pt x="4507" y="2053"/>
                    <a:pt x="4701" y="2246"/>
                    <a:pt x="4701" y="2485"/>
                  </a:cubicBezTo>
                  <a:lnTo>
                    <a:pt x="4701" y="2904"/>
                  </a:lnTo>
                  <a:cubicBezTo>
                    <a:pt x="4701" y="3256"/>
                    <a:pt x="4412" y="3544"/>
                    <a:pt x="4060" y="3544"/>
                  </a:cubicBezTo>
                  <a:cubicBezTo>
                    <a:pt x="3705" y="3544"/>
                    <a:pt x="3420" y="3256"/>
                    <a:pt x="3420" y="2904"/>
                  </a:cubicBezTo>
                  <a:lnTo>
                    <a:pt x="3420" y="2485"/>
                  </a:lnTo>
                  <a:cubicBezTo>
                    <a:pt x="3420" y="2246"/>
                    <a:pt x="3613" y="2053"/>
                    <a:pt x="3849" y="2053"/>
                  </a:cubicBezTo>
                  <a:close/>
                  <a:moveTo>
                    <a:pt x="4282" y="3935"/>
                  </a:moveTo>
                  <a:lnTo>
                    <a:pt x="4282" y="3949"/>
                  </a:lnTo>
                  <a:cubicBezTo>
                    <a:pt x="4282" y="4044"/>
                    <a:pt x="4303" y="4139"/>
                    <a:pt x="4345" y="4223"/>
                  </a:cubicBezTo>
                  <a:lnTo>
                    <a:pt x="4067" y="4498"/>
                  </a:lnTo>
                  <a:cubicBezTo>
                    <a:pt x="4065" y="4501"/>
                    <a:pt x="4063" y="4503"/>
                    <a:pt x="4060" y="4503"/>
                  </a:cubicBezTo>
                  <a:cubicBezTo>
                    <a:pt x="4057" y="4503"/>
                    <a:pt x="4053" y="4501"/>
                    <a:pt x="4050" y="4498"/>
                  </a:cubicBezTo>
                  <a:lnTo>
                    <a:pt x="3782" y="4231"/>
                  </a:lnTo>
                  <a:cubicBezTo>
                    <a:pt x="3817" y="4171"/>
                    <a:pt x="3835" y="4097"/>
                    <a:pt x="3835" y="4026"/>
                  </a:cubicBezTo>
                  <a:lnTo>
                    <a:pt x="3835" y="3935"/>
                  </a:lnTo>
                  <a:close/>
                  <a:moveTo>
                    <a:pt x="6579" y="5933"/>
                  </a:moveTo>
                  <a:lnTo>
                    <a:pt x="6579" y="8446"/>
                  </a:lnTo>
                  <a:lnTo>
                    <a:pt x="5299" y="9353"/>
                  </a:lnTo>
                  <a:lnTo>
                    <a:pt x="5299" y="6215"/>
                  </a:lnTo>
                  <a:cubicBezTo>
                    <a:pt x="5411" y="6289"/>
                    <a:pt x="5538" y="6338"/>
                    <a:pt x="5672" y="6352"/>
                  </a:cubicBezTo>
                  <a:cubicBezTo>
                    <a:pt x="5703" y="6356"/>
                    <a:pt x="5735" y="6358"/>
                    <a:pt x="5767" y="6358"/>
                  </a:cubicBezTo>
                  <a:cubicBezTo>
                    <a:pt x="5789" y="6358"/>
                    <a:pt x="5812" y="6357"/>
                    <a:pt x="5834" y="6356"/>
                  </a:cubicBezTo>
                  <a:cubicBezTo>
                    <a:pt x="5995" y="6342"/>
                    <a:pt x="6154" y="6278"/>
                    <a:pt x="6280" y="6173"/>
                  </a:cubicBezTo>
                  <a:lnTo>
                    <a:pt x="6579" y="5933"/>
                  </a:lnTo>
                  <a:close/>
                  <a:moveTo>
                    <a:pt x="3466" y="4466"/>
                  </a:moveTo>
                  <a:lnTo>
                    <a:pt x="3772" y="4772"/>
                  </a:lnTo>
                  <a:cubicBezTo>
                    <a:pt x="3851" y="4852"/>
                    <a:pt x="3955" y="4891"/>
                    <a:pt x="4058" y="4891"/>
                  </a:cubicBezTo>
                  <a:cubicBezTo>
                    <a:pt x="4162" y="4891"/>
                    <a:pt x="4266" y="4852"/>
                    <a:pt x="4345" y="4772"/>
                  </a:cubicBezTo>
                  <a:lnTo>
                    <a:pt x="4623" y="4494"/>
                  </a:lnTo>
                  <a:cubicBezTo>
                    <a:pt x="4708" y="4537"/>
                    <a:pt x="4799" y="4561"/>
                    <a:pt x="4894" y="4561"/>
                  </a:cubicBezTo>
                  <a:cubicBezTo>
                    <a:pt x="4897" y="4561"/>
                    <a:pt x="4901" y="4561"/>
                    <a:pt x="4904" y="4561"/>
                  </a:cubicBezTo>
                  <a:cubicBezTo>
                    <a:pt x="4968" y="4561"/>
                    <a:pt x="5030" y="4592"/>
                    <a:pt x="5070" y="4642"/>
                  </a:cubicBezTo>
                  <a:lnTo>
                    <a:pt x="5644" y="5363"/>
                  </a:lnTo>
                  <a:cubicBezTo>
                    <a:pt x="5684" y="5410"/>
                    <a:pt x="5741" y="5434"/>
                    <a:pt x="5799" y="5434"/>
                  </a:cubicBezTo>
                  <a:cubicBezTo>
                    <a:pt x="5842" y="5434"/>
                    <a:pt x="5885" y="5420"/>
                    <a:pt x="5921" y="5392"/>
                  </a:cubicBezTo>
                  <a:lnTo>
                    <a:pt x="6622" y="4832"/>
                  </a:lnTo>
                  <a:cubicBezTo>
                    <a:pt x="6665" y="4794"/>
                    <a:pt x="6721" y="4774"/>
                    <a:pt x="6776" y="4774"/>
                  </a:cubicBezTo>
                  <a:cubicBezTo>
                    <a:pt x="6828" y="4774"/>
                    <a:pt x="6880" y="4791"/>
                    <a:pt x="6924" y="4825"/>
                  </a:cubicBezTo>
                  <a:cubicBezTo>
                    <a:pt x="7030" y="4917"/>
                    <a:pt x="7026" y="5078"/>
                    <a:pt x="6917" y="5166"/>
                  </a:cubicBezTo>
                  <a:lnTo>
                    <a:pt x="6038" y="5870"/>
                  </a:lnTo>
                  <a:cubicBezTo>
                    <a:pt x="5971" y="5923"/>
                    <a:pt x="5890" y="5958"/>
                    <a:pt x="5802" y="5965"/>
                  </a:cubicBezTo>
                  <a:cubicBezTo>
                    <a:pt x="5788" y="5967"/>
                    <a:pt x="5774" y="5968"/>
                    <a:pt x="5759" y="5968"/>
                  </a:cubicBezTo>
                  <a:cubicBezTo>
                    <a:pt x="5745" y="5968"/>
                    <a:pt x="5730" y="5967"/>
                    <a:pt x="5714" y="5965"/>
                  </a:cubicBezTo>
                  <a:cubicBezTo>
                    <a:pt x="5601" y="5951"/>
                    <a:pt x="5496" y="5895"/>
                    <a:pt x="5425" y="5803"/>
                  </a:cubicBezTo>
                  <a:lnTo>
                    <a:pt x="5256" y="5592"/>
                  </a:lnTo>
                  <a:cubicBezTo>
                    <a:pt x="5215" y="5541"/>
                    <a:pt x="5160" y="5518"/>
                    <a:pt x="5105" y="5518"/>
                  </a:cubicBezTo>
                  <a:cubicBezTo>
                    <a:pt x="5005" y="5518"/>
                    <a:pt x="4908" y="5595"/>
                    <a:pt x="4908" y="5715"/>
                  </a:cubicBezTo>
                  <a:lnTo>
                    <a:pt x="4908" y="9631"/>
                  </a:lnTo>
                  <a:lnTo>
                    <a:pt x="4461" y="9948"/>
                  </a:lnTo>
                  <a:lnTo>
                    <a:pt x="4461" y="8129"/>
                  </a:lnTo>
                  <a:cubicBezTo>
                    <a:pt x="4456" y="8004"/>
                    <a:pt x="4362" y="7942"/>
                    <a:pt x="4267" y="7942"/>
                  </a:cubicBezTo>
                  <a:cubicBezTo>
                    <a:pt x="4173" y="7942"/>
                    <a:pt x="4078" y="8004"/>
                    <a:pt x="4071" y="8129"/>
                  </a:cubicBezTo>
                  <a:lnTo>
                    <a:pt x="4071" y="10226"/>
                  </a:lnTo>
                  <a:lnTo>
                    <a:pt x="3416" y="10690"/>
                  </a:lnTo>
                  <a:lnTo>
                    <a:pt x="3416" y="8168"/>
                  </a:lnTo>
                  <a:cubicBezTo>
                    <a:pt x="3416" y="7974"/>
                    <a:pt x="3374" y="7784"/>
                    <a:pt x="3286" y="7612"/>
                  </a:cubicBezTo>
                  <a:lnTo>
                    <a:pt x="3089" y="7218"/>
                  </a:lnTo>
                  <a:cubicBezTo>
                    <a:pt x="3033" y="7098"/>
                    <a:pt x="3001" y="6968"/>
                    <a:pt x="3001" y="6838"/>
                  </a:cubicBezTo>
                  <a:lnTo>
                    <a:pt x="3001" y="4832"/>
                  </a:lnTo>
                  <a:cubicBezTo>
                    <a:pt x="3001" y="4748"/>
                    <a:pt x="3050" y="4670"/>
                    <a:pt x="3124" y="4635"/>
                  </a:cubicBezTo>
                  <a:lnTo>
                    <a:pt x="3466" y="4466"/>
                  </a:lnTo>
                  <a:close/>
                  <a:moveTo>
                    <a:pt x="6778" y="0"/>
                  </a:moveTo>
                  <a:cubicBezTo>
                    <a:pt x="6683" y="0"/>
                    <a:pt x="6588" y="63"/>
                    <a:pt x="6583" y="188"/>
                  </a:cubicBezTo>
                  <a:lnTo>
                    <a:pt x="6583" y="4417"/>
                  </a:lnTo>
                  <a:cubicBezTo>
                    <a:pt x="6509" y="4442"/>
                    <a:pt x="6439" y="4480"/>
                    <a:pt x="6375" y="4530"/>
                  </a:cubicBezTo>
                  <a:lnTo>
                    <a:pt x="5830" y="4969"/>
                  </a:lnTo>
                  <a:lnTo>
                    <a:pt x="5376" y="4399"/>
                  </a:lnTo>
                  <a:cubicBezTo>
                    <a:pt x="5256" y="4255"/>
                    <a:pt x="5081" y="4171"/>
                    <a:pt x="4894" y="4171"/>
                  </a:cubicBezTo>
                  <a:cubicBezTo>
                    <a:pt x="4771" y="4171"/>
                    <a:pt x="4672" y="4069"/>
                    <a:pt x="4672" y="3949"/>
                  </a:cubicBezTo>
                  <a:lnTo>
                    <a:pt x="4672" y="3731"/>
                  </a:lnTo>
                  <a:cubicBezTo>
                    <a:pt x="4936" y="3537"/>
                    <a:pt x="5091" y="3228"/>
                    <a:pt x="5091" y="2904"/>
                  </a:cubicBezTo>
                  <a:lnTo>
                    <a:pt x="5091" y="2485"/>
                  </a:lnTo>
                  <a:cubicBezTo>
                    <a:pt x="5091" y="2031"/>
                    <a:pt x="4722" y="1662"/>
                    <a:pt x="4268" y="1662"/>
                  </a:cubicBezTo>
                  <a:lnTo>
                    <a:pt x="3849" y="1662"/>
                  </a:lnTo>
                  <a:cubicBezTo>
                    <a:pt x="3395" y="1662"/>
                    <a:pt x="3029" y="2031"/>
                    <a:pt x="3029" y="2485"/>
                  </a:cubicBezTo>
                  <a:lnTo>
                    <a:pt x="3029" y="2904"/>
                  </a:lnTo>
                  <a:cubicBezTo>
                    <a:pt x="3029" y="3228"/>
                    <a:pt x="3184" y="3537"/>
                    <a:pt x="3448" y="3731"/>
                  </a:cubicBezTo>
                  <a:lnTo>
                    <a:pt x="3448" y="4026"/>
                  </a:lnTo>
                  <a:cubicBezTo>
                    <a:pt x="3444" y="4030"/>
                    <a:pt x="3444" y="4037"/>
                    <a:pt x="3437" y="4037"/>
                  </a:cubicBezTo>
                  <a:lnTo>
                    <a:pt x="2948" y="4283"/>
                  </a:lnTo>
                  <a:cubicBezTo>
                    <a:pt x="2741" y="4385"/>
                    <a:pt x="2611" y="4600"/>
                    <a:pt x="2611" y="4832"/>
                  </a:cubicBezTo>
                  <a:lnTo>
                    <a:pt x="2611" y="6834"/>
                  </a:lnTo>
                  <a:cubicBezTo>
                    <a:pt x="2611" y="7028"/>
                    <a:pt x="2656" y="7218"/>
                    <a:pt x="2741" y="7390"/>
                  </a:cubicBezTo>
                  <a:lnTo>
                    <a:pt x="2941" y="7784"/>
                  </a:lnTo>
                  <a:cubicBezTo>
                    <a:pt x="2998" y="7904"/>
                    <a:pt x="3029" y="8034"/>
                    <a:pt x="3029" y="8164"/>
                  </a:cubicBezTo>
                  <a:lnTo>
                    <a:pt x="3029" y="10968"/>
                  </a:lnTo>
                  <a:lnTo>
                    <a:pt x="186" y="12984"/>
                  </a:lnTo>
                  <a:cubicBezTo>
                    <a:pt x="1" y="13104"/>
                    <a:pt x="123" y="13349"/>
                    <a:pt x="291" y="13349"/>
                  </a:cubicBezTo>
                  <a:cubicBezTo>
                    <a:pt x="330" y="13349"/>
                    <a:pt x="371" y="13336"/>
                    <a:pt x="412" y="13305"/>
                  </a:cubicBezTo>
                  <a:lnTo>
                    <a:pt x="6776" y="8787"/>
                  </a:lnTo>
                  <a:lnTo>
                    <a:pt x="13145" y="13305"/>
                  </a:lnTo>
                  <a:cubicBezTo>
                    <a:pt x="13185" y="13336"/>
                    <a:pt x="13227" y="13349"/>
                    <a:pt x="13266" y="13349"/>
                  </a:cubicBezTo>
                  <a:cubicBezTo>
                    <a:pt x="13433" y="13349"/>
                    <a:pt x="13556" y="13104"/>
                    <a:pt x="13370" y="12984"/>
                  </a:cubicBezTo>
                  <a:lnTo>
                    <a:pt x="6973" y="8446"/>
                  </a:lnTo>
                  <a:lnTo>
                    <a:pt x="6973" y="5620"/>
                  </a:lnTo>
                  <a:lnTo>
                    <a:pt x="7160" y="5473"/>
                  </a:lnTo>
                  <a:cubicBezTo>
                    <a:pt x="7456" y="5233"/>
                    <a:pt x="7466" y="4790"/>
                    <a:pt x="7185" y="4537"/>
                  </a:cubicBezTo>
                  <a:cubicBezTo>
                    <a:pt x="7125" y="4480"/>
                    <a:pt x="7051" y="4438"/>
                    <a:pt x="6973" y="4413"/>
                  </a:cubicBezTo>
                  <a:lnTo>
                    <a:pt x="6973" y="800"/>
                  </a:lnTo>
                  <a:lnTo>
                    <a:pt x="9598" y="800"/>
                  </a:lnTo>
                  <a:lnTo>
                    <a:pt x="9320" y="1352"/>
                  </a:lnTo>
                  <a:cubicBezTo>
                    <a:pt x="9292" y="1405"/>
                    <a:pt x="9292" y="1472"/>
                    <a:pt x="9320" y="1528"/>
                  </a:cubicBezTo>
                  <a:lnTo>
                    <a:pt x="9598" y="2081"/>
                  </a:lnTo>
                  <a:lnTo>
                    <a:pt x="7614" y="2081"/>
                  </a:lnTo>
                  <a:cubicBezTo>
                    <a:pt x="7364" y="2091"/>
                    <a:pt x="7364" y="2461"/>
                    <a:pt x="7614" y="2471"/>
                  </a:cubicBezTo>
                  <a:lnTo>
                    <a:pt x="9915" y="2471"/>
                  </a:lnTo>
                  <a:cubicBezTo>
                    <a:pt x="10059" y="2471"/>
                    <a:pt x="10154" y="2320"/>
                    <a:pt x="10091" y="2190"/>
                  </a:cubicBezTo>
                  <a:lnTo>
                    <a:pt x="9714" y="1440"/>
                  </a:lnTo>
                  <a:lnTo>
                    <a:pt x="10091" y="694"/>
                  </a:lnTo>
                  <a:cubicBezTo>
                    <a:pt x="10154" y="561"/>
                    <a:pt x="10059" y="409"/>
                    <a:pt x="9915" y="409"/>
                  </a:cubicBezTo>
                  <a:lnTo>
                    <a:pt x="6973" y="409"/>
                  </a:lnTo>
                  <a:lnTo>
                    <a:pt x="6973" y="188"/>
                  </a:lnTo>
                  <a:cubicBezTo>
                    <a:pt x="6968" y="63"/>
                    <a:pt x="6873" y="0"/>
                    <a:pt x="67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85"/>
            <p:cNvSpPr/>
            <p:nvPr/>
          </p:nvSpPr>
          <p:spPr>
            <a:xfrm>
              <a:off x="8155466" y="2700464"/>
              <a:ext cx="64991" cy="45756"/>
            </a:xfrm>
            <a:custGeom>
              <a:rect b="b" l="l" r="r" t="t"/>
              <a:pathLst>
                <a:path extrusionOk="0" h="1758" w="2497">
                  <a:moveTo>
                    <a:pt x="289" y="0"/>
                  </a:moveTo>
                  <a:cubicBezTo>
                    <a:pt x="122" y="0"/>
                    <a:pt x="1" y="243"/>
                    <a:pt x="186" y="365"/>
                  </a:cubicBezTo>
                  <a:lnTo>
                    <a:pt x="2086" y="1713"/>
                  </a:lnTo>
                  <a:cubicBezTo>
                    <a:pt x="2126" y="1744"/>
                    <a:pt x="2168" y="1757"/>
                    <a:pt x="2207" y="1757"/>
                  </a:cubicBezTo>
                  <a:cubicBezTo>
                    <a:pt x="2374" y="1757"/>
                    <a:pt x="2497" y="1513"/>
                    <a:pt x="2311" y="1393"/>
                  </a:cubicBezTo>
                  <a:lnTo>
                    <a:pt x="411" y="45"/>
                  </a:lnTo>
                  <a:cubicBezTo>
                    <a:pt x="370" y="14"/>
                    <a:pt x="329"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85"/>
            <p:cNvSpPr/>
            <p:nvPr/>
          </p:nvSpPr>
          <p:spPr>
            <a:xfrm>
              <a:off x="8128268" y="2681152"/>
              <a:ext cx="25819" cy="18115"/>
            </a:xfrm>
            <a:custGeom>
              <a:rect b="b" l="l" r="r" t="t"/>
              <a:pathLst>
                <a:path extrusionOk="0" h="696" w="992">
                  <a:moveTo>
                    <a:pt x="290" y="0"/>
                  </a:moveTo>
                  <a:cubicBezTo>
                    <a:pt x="123" y="0"/>
                    <a:pt x="0" y="245"/>
                    <a:pt x="186" y="365"/>
                  </a:cubicBezTo>
                  <a:lnTo>
                    <a:pt x="601" y="661"/>
                  </a:lnTo>
                  <a:cubicBezTo>
                    <a:pt x="638" y="685"/>
                    <a:pt x="676" y="695"/>
                    <a:pt x="711" y="695"/>
                  </a:cubicBezTo>
                  <a:cubicBezTo>
                    <a:pt x="875" y="695"/>
                    <a:pt x="992" y="468"/>
                    <a:pt x="830" y="340"/>
                  </a:cubicBezTo>
                  <a:lnTo>
                    <a:pt x="411" y="45"/>
                  </a:lnTo>
                  <a:cubicBezTo>
                    <a:pt x="371" y="14"/>
                    <a:pt x="32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8" name="Google Shape;18008;p85"/>
          <p:cNvGrpSpPr/>
          <p:nvPr/>
        </p:nvGrpSpPr>
        <p:grpSpPr>
          <a:xfrm>
            <a:off x="7009528" y="2897961"/>
            <a:ext cx="325578" cy="347207"/>
            <a:chOff x="7009528" y="2897961"/>
            <a:chExt cx="325578" cy="347207"/>
          </a:xfrm>
        </p:grpSpPr>
        <p:sp>
          <p:nvSpPr>
            <p:cNvPr id="18009" name="Google Shape;18009;p85"/>
            <p:cNvSpPr/>
            <p:nvPr/>
          </p:nvSpPr>
          <p:spPr>
            <a:xfrm>
              <a:off x="7068506" y="2961520"/>
              <a:ext cx="211109" cy="254965"/>
            </a:xfrm>
            <a:custGeom>
              <a:rect b="b" l="l" r="r" t="t"/>
              <a:pathLst>
                <a:path extrusionOk="0" h="9796" w="8111">
                  <a:moveTo>
                    <a:pt x="3967" y="0"/>
                  </a:moveTo>
                  <a:cubicBezTo>
                    <a:pt x="3824" y="0"/>
                    <a:pt x="3679" y="9"/>
                    <a:pt x="3533" y="25"/>
                  </a:cubicBezTo>
                  <a:cubicBezTo>
                    <a:pt x="1820" y="215"/>
                    <a:pt x="423" y="1587"/>
                    <a:pt x="212" y="3301"/>
                  </a:cubicBezTo>
                  <a:cubicBezTo>
                    <a:pt x="1" y="4930"/>
                    <a:pt x="863" y="6506"/>
                    <a:pt x="2347" y="7210"/>
                  </a:cubicBezTo>
                  <a:cubicBezTo>
                    <a:pt x="2657" y="7358"/>
                    <a:pt x="2854" y="7667"/>
                    <a:pt x="2850" y="8009"/>
                  </a:cubicBezTo>
                  <a:lnTo>
                    <a:pt x="2850" y="9353"/>
                  </a:lnTo>
                  <a:lnTo>
                    <a:pt x="2854" y="9353"/>
                  </a:lnTo>
                  <a:cubicBezTo>
                    <a:pt x="2854" y="9599"/>
                    <a:pt x="3051" y="9796"/>
                    <a:pt x="3297" y="9796"/>
                  </a:cubicBezTo>
                  <a:lnTo>
                    <a:pt x="4634" y="9796"/>
                  </a:lnTo>
                  <a:cubicBezTo>
                    <a:pt x="4877" y="9796"/>
                    <a:pt x="5078" y="9599"/>
                    <a:pt x="5078" y="9353"/>
                  </a:cubicBezTo>
                  <a:lnTo>
                    <a:pt x="5078" y="8009"/>
                  </a:lnTo>
                  <a:cubicBezTo>
                    <a:pt x="5078" y="7671"/>
                    <a:pt x="5271" y="7361"/>
                    <a:pt x="5577" y="7213"/>
                  </a:cubicBezTo>
                  <a:cubicBezTo>
                    <a:pt x="7252" y="6422"/>
                    <a:pt x="8111" y="4536"/>
                    <a:pt x="7604" y="2752"/>
                  </a:cubicBezTo>
                  <a:cubicBezTo>
                    <a:pt x="7137" y="1109"/>
                    <a:pt x="5641" y="0"/>
                    <a:pt x="396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85"/>
            <p:cNvSpPr/>
            <p:nvPr/>
          </p:nvSpPr>
          <p:spPr>
            <a:xfrm>
              <a:off x="7090577" y="2978932"/>
              <a:ext cx="162307" cy="162281"/>
            </a:xfrm>
            <a:custGeom>
              <a:rect b="b" l="l" r="r" t="t"/>
              <a:pathLst>
                <a:path extrusionOk="0" h="6235" w="6236">
                  <a:moveTo>
                    <a:pt x="3118" y="0"/>
                  </a:moveTo>
                  <a:cubicBezTo>
                    <a:pt x="1397" y="0"/>
                    <a:pt x="0" y="1397"/>
                    <a:pt x="0" y="3117"/>
                  </a:cubicBezTo>
                  <a:cubicBezTo>
                    <a:pt x="0" y="4838"/>
                    <a:pt x="1397" y="6235"/>
                    <a:pt x="3118" y="6235"/>
                  </a:cubicBezTo>
                  <a:cubicBezTo>
                    <a:pt x="4838" y="6235"/>
                    <a:pt x="6235" y="4838"/>
                    <a:pt x="6235" y="3117"/>
                  </a:cubicBezTo>
                  <a:cubicBezTo>
                    <a:pt x="6235" y="1397"/>
                    <a:pt x="4838" y="0"/>
                    <a:pt x="311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85"/>
            <p:cNvSpPr/>
            <p:nvPr/>
          </p:nvSpPr>
          <p:spPr>
            <a:xfrm>
              <a:off x="7107964" y="2996319"/>
              <a:ext cx="127509" cy="127509"/>
            </a:xfrm>
            <a:custGeom>
              <a:rect b="b" l="l" r="r" t="t"/>
              <a:pathLst>
                <a:path extrusionOk="0" h="4899" w="4899">
                  <a:moveTo>
                    <a:pt x="2450" y="1"/>
                  </a:moveTo>
                  <a:cubicBezTo>
                    <a:pt x="1095" y="1"/>
                    <a:pt x="1" y="1098"/>
                    <a:pt x="1" y="2449"/>
                  </a:cubicBezTo>
                  <a:cubicBezTo>
                    <a:pt x="1" y="3801"/>
                    <a:pt x="1095" y="4898"/>
                    <a:pt x="2450" y="4898"/>
                  </a:cubicBezTo>
                  <a:cubicBezTo>
                    <a:pt x="3801" y="4898"/>
                    <a:pt x="4899" y="3801"/>
                    <a:pt x="4899" y="2449"/>
                  </a:cubicBezTo>
                  <a:cubicBezTo>
                    <a:pt x="4899" y="1098"/>
                    <a:pt x="3801" y="1"/>
                    <a:pt x="2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85"/>
            <p:cNvSpPr/>
            <p:nvPr/>
          </p:nvSpPr>
          <p:spPr>
            <a:xfrm>
              <a:off x="7154319" y="3216563"/>
              <a:ext cx="34825" cy="23112"/>
            </a:xfrm>
            <a:custGeom>
              <a:rect b="b" l="l" r="r" t="t"/>
              <a:pathLst>
                <a:path extrusionOk="0" h="888" w="1338">
                  <a:moveTo>
                    <a:pt x="0" y="0"/>
                  </a:moveTo>
                  <a:lnTo>
                    <a:pt x="0" y="444"/>
                  </a:lnTo>
                  <a:cubicBezTo>
                    <a:pt x="0" y="690"/>
                    <a:pt x="201" y="887"/>
                    <a:pt x="447" y="887"/>
                  </a:cubicBezTo>
                  <a:lnTo>
                    <a:pt x="890" y="887"/>
                  </a:lnTo>
                  <a:cubicBezTo>
                    <a:pt x="893" y="887"/>
                    <a:pt x="895" y="887"/>
                    <a:pt x="897" y="887"/>
                  </a:cubicBezTo>
                  <a:cubicBezTo>
                    <a:pt x="1140" y="887"/>
                    <a:pt x="1337" y="688"/>
                    <a:pt x="1337" y="444"/>
                  </a:cubicBezTo>
                  <a:lnTo>
                    <a:pt x="1337"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85"/>
            <p:cNvSpPr/>
            <p:nvPr/>
          </p:nvSpPr>
          <p:spPr>
            <a:xfrm>
              <a:off x="7142762" y="3181764"/>
              <a:ext cx="57911" cy="34825"/>
            </a:xfrm>
            <a:custGeom>
              <a:rect b="b" l="l" r="r" t="t"/>
              <a:pathLst>
                <a:path extrusionOk="0" h="1338" w="2225">
                  <a:moveTo>
                    <a:pt x="1" y="0"/>
                  </a:moveTo>
                  <a:lnTo>
                    <a:pt x="1" y="891"/>
                  </a:lnTo>
                  <a:cubicBezTo>
                    <a:pt x="1" y="1137"/>
                    <a:pt x="198" y="1337"/>
                    <a:pt x="444" y="1337"/>
                  </a:cubicBezTo>
                  <a:lnTo>
                    <a:pt x="1781" y="1337"/>
                  </a:lnTo>
                  <a:cubicBezTo>
                    <a:pt x="2028" y="1337"/>
                    <a:pt x="2225" y="1137"/>
                    <a:pt x="2225" y="891"/>
                  </a:cubicBezTo>
                  <a:lnTo>
                    <a:pt x="2225"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85"/>
            <p:cNvSpPr/>
            <p:nvPr/>
          </p:nvSpPr>
          <p:spPr>
            <a:xfrm>
              <a:off x="7160357" y="3002175"/>
              <a:ext cx="22748" cy="92710"/>
            </a:xfrm>
            <a:custGeom>
              <a:rect b="b" l="l" r="r" t="t"/>
              <a:pathLst>
                <a:path extrusionOk="0" h="3562" w="874">
                  <a:moveTo>
                    <a:pt x="437" y="1"/>
                  </a:moveTo>
                  <a:cubicBezTo>
                    <a:pt x="194" y="1"/>
                    <a:pt x="1" y="201"/>
                    <a:pt x="8" y="444"/>
                  </a:cubicBezTo>
                  <a:lnTo>
                    <a:pt x="131" y="3347"/>
                  </a:lnTo>
                  <a:cubicBezTo>
                    <a:pt x="134" y="3466"/>
                    <a:pt x="233" y="3561"/>
                    <a:pt x="352" y="3561"/>
                  </a:cubicBezTo>
                  <a:lnTo>
                    <a:pt x="521" y="3561"/>
                  </a:lnTo>
                  <a:cubicBezTo>
                    <a:pt x="637" y="3561"/>
                    <a:pt x="736" y="3466"/>
                    <a:pt x="743" y="3347"/>
                  </a:cubicBezTo>
                  <a:lnTo>
                    <a:pt x="863" y="444"/>
                  </a:lnTo>
                  <a:cubicBezTo>
                    <a:pt x="873" y="201"/>
                    <a:pt x="680" y="1"/>
                    <a:pt x="437"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85"/>
            <p:cNvSpPr/>
            <p:nvPr/>
          </p:nvSpPr>
          <p:spPr>
            <a:xfrm>
              <a:off x="7163012" y="3118023"/>
              <a:ext cx="17438" cy="17438"/>
            </a:xfrm>
            <a:custGeom>
              <a:rect b="b" l="l" r="r" t="t"/>
              <a:pathLst>
                <a:path extrusionOk="0" h="670" w="670">
                  <a:moveTo>
                    <a:pt x="335" y="1"/>
                  </a:moveTo>
                  <a:cubicBezTo>
                    <a:pt x="148" y="1"/>
                    <a:pt x="1" y="148"/>
                    <a:pt x="1" y="335"/>
                  </a:cubicBezTo>
                  <a:cubicBezTo>
                    <a:pt x="1" y="518"/>
                    <a:pt x="148" y="669"/>
                    <a:pt x="335" y="669"/>
                  </a:cubicBezTo>
                  <a:cubicBezTo>
                    <a:pt x="518" y="669"/>
                    <a:pt x="669" y="518"/>
                    <a:pt x="669" y="335"/>
                  </a:cubicBezTo>
                  <a:cubicBezTo>
                    <a:pt x="669" y="148"/>
                    <a:pt x="518" y="1"/>
                    <a:pt x="335"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85"/>
            <p:cNvSpPr/>
            <p:nvPr/>
          </p:nvSpPr>
          <p:spPr>
            <a:xfrm>
              <a:off x="7062832" y="2956054"/>
              <a:ext cx="216783" cy="289113"/>
            </a:xfrm>
            <a:custGeom>
              <a:rect b="b" l="l" r="r" t="t"/>
              <a:pathLst>
                <a:path extrusionOk="0" h="11108" w="8329">
                  <a:moveTo>
                    <a:pt x="4202" y="422"/>
                  </a:moveTo>
                  <a:cubicBezTo>
                    <a:pt x="5076" y="422"/>
                    <a:pt x="5918" y="745"/>
                    <a:pt x="6569" y="1333"/>
                  </a:cubicBezTo>
                  <a:cubicBezTo>
                    <a:pt x="7878" y="2505"/>
                    <a:pt x="8142" y="4457"/>
                    <a:pt x="7189" y="5939"/>
                  </a:cubicBezTo>
                  <a:lnTo>
                    <a:pt x="7185" y="5939"/>
                  </a:lnTo>
                  <a:cubicBezTo>
                    <a:pt x="6823" y="6498"/>
                    <a:pt x="6309" y="6948"/>
                    <a:pt x="5704" y="7233"/>
                  </a:cubicBezTo>
                  <a:cubicBezTo>
                    <a:pt x="5327" y="7416"/>
                    <a:pt x="5085" y="7800"/>
                    <a:pt x="5088" y="8219"/>
                  </a:cubicBezTo>
                  <a:lnTo>
                    <a:pt x="5088" y="8465"/>
                  </a:lnTo>
                  <a:lnTo>
                    <a:pt x="3280" y="8465"/>
                  </a:lnTo>
                  <a:lnTo>
                    <a:pt x="3280" y="8219"/>
                  </a:lnTo>
                  <a:cubicBezTo>
                    <a:pt x="3280" y="7796"/>
                    <a:pt x="3037" y="7413"/>
                    <a:pt x="2657" y="7230"/>
                  </a:cubicBezTo>
                  <a:cubicBezTo>
                    <a:pt x="1253" y="6565"/>
                    <a:pt x="440" y="5073"/>
                    <a:pt x="637" y="3536"/>
                  </a:cubicBezTo>
                  <a:cubicBezTo>
                    <a:pt x="838" y="1924"/>
                    <a:pt x="2157" y="622"/>
                    <a:pt x="3776" y="443"/>
                  </a:cubicBezTo>
                  <a:cubicBezTo>
                    <a:pt x="3913" y="429"/>
                    <a:pt x="4050" y="422"/>
                    <a:pt x="4187" y="422"/>
                  </a:cubicBezTo>
                  <a:cubicBezTo>
                    <a:pt x="4192" y="422"/>
                    <a:pt x="4197" y="422"/>
                    <a:pt x="4202" y="422"/>
                  </a:cubicBezTo>
                  <a:close/>
                  <a:moveTo>
                    <a:pt x="5088" y="8880"/>
                  </a:moveTo>
                  <a:lnTo>
                    <a:pt x="5088" y="9563"/>
                  </a:lnTo>
                  <a:cubicBezTo>
                    <a:pt x="5088" y="9693"/>
                    <a:pt x="4983" y="9798"/>
                    <a:pt x="4852" y="9798"/>
                  </a:cubicBezTo>
                  <a:lnTo>
                    <a:pt x="3515" y="9798"/>
                  </a:lnTo>
                  <a:cubicBezTo>
                    <a:pt x="3385" y="9798"/>
                    <a:pt x="3280" y="9693"/>
                    <a:pt x="3280" y="9563"/>
                  </a:cubicBezTo>
                  <a:lnTo>
                    <a:pt x="3280" y="8880"/>
                  </a:lnTo>
                  <a:close/>
                  <a:moveTo>
                    <a:pt x="4641" y="10217"/>
                  </a:moveTo>
                  <a:lnTo>
                    <a:pt x="4641" y="10453"/>
                  </a:lnTo>
                  <a:cubicBezTo>
                    <a:pt x="4641" y="10583"/>
                    <a:pt x="4536" y="10689"/>
                    <a:pt x="4405" y="10689"/>
                  </a:cubicBezTo>
                  <a:lnTo>
                    <a:pt x="3959" y="10689"/>
                  </a:lnTo>
                  <a:cubicBezTo>
                    <a:pt x="3828" y="10689"/>
                    <a:pt x="3723" y="10583"/>
                    <a:pt x="3723" y="10453"/>
                  </a:cubicBezTo>
                  <a:lnTo>
                    <a:pt x="3723" y="10217"/>
                  </a:lnTo>
                  <a:close/>
                  <a:moveTo>
                    <a:pt x="4193" y="0"/>
                  </a:moveTo>
                  <a:cubicBezTo>
                    <a:pt x="4039" y="0"/>
                    <a:pt x="3885" y="9"/>
                    <a:pt x="3730" y="28"/>
                  </a:cubicBezTo>
                  <a:cubicBezTo>
                    <a:pt x="1921" y="228"/>
                    <a:pt x="447" y="1681"/>
                    <a:pt x="222" y="3486"/>
                  </a:cubicBezTo>
                  <a:cubicBezTo>
                    <a:pt x="0" y="5203"/>
                    <a:pt x="912" y="6864"/>
                    <a:pt x="2477" y="7606"/>
                  </a:cubicBezTo>
                  <a:cubicBezTo>
                    <a:pt x="2713" y="7719"/>
                    <a:pt x="2861" y="7958"/>
                    <a:pt x="2861" y="8219"/>
                  </a:cubicBezTo>
                  <a:lnTo>
                    <a:pt x="2861" y="9563"/>
                  </a:lnTo>
                  <a:cubicBezTo>
                    <a:pt x="2861" y="9844"/>
                    <a:pt x="3040" y="10090"/>
                    <a:pt x="3308" y="10182"/>
                  </a:cubicBezTo>
                  <a:lnTo>
                    <a:pt x="3308" y="10453"/>
                  </a:lnTo>
                  <a:cubicBezTo>
                    <a:pt x="3308" y="10815"/>
                    <a:pt x="3600" y="11107"/>
                    <a:pt x="3959" y="11107"/>
                  </a:cubicBezTo>
                  <a:lnTo>
                    <a:pt x="4405" y="11107"/>
                  </a:lnTo>
                  <a:cubicBezTo>
                    <a:pt x="4764" y="11107"/>
                    <a:pt x="5060" y="10815"/>
                    <a:pt x="5060" y="10453"/>
                  </a:cubicBezTo>
                  <a:lnTo>
                    <a:pt x="5060" y="10182"/>
                  </a:lnTo>
                  <a:cubicBezTo>
                    <a:pt x="5324" y="10090"/>
                    <a:pt x="5503" y="9844"/>
                    <a:pt x="5503" y="9563"/>
                  </a:cubicBezTo>
                  <a:lnTo>
                    <a:pt x="5503" y="8219"/>
                  </a:lnTo>
                  <a:cubicBezTo>
                    <a:pt x="5503" y="7962"/>
                    <a:pt x="5648" y="7722"/>
                    <a:pt x="5880" y="7610"/>
                  </a:cubicBezTo>
                  <a:cubicBezTo>
                    <a:pt x="7094" y="7040"/>
                    <a:pt x="7938" y="5900"/>
                    <a:pt x="8135" y="4573"/>
                  </a:cubicBezTo>
                  <a:cubicBezTo>
                    <a:pt x="8329" y="3251"/>
                    <a:pt x="7843" y="1914"/>
                    <a:pt x="6847" y="1020"/>
                  </a:cubicBezTo>
                  <a:cubicBezTo>
                    <a:pt x="6115" y="361"/>
                    <a:pt x="5168" y="0"/>
                    <a:pt x="4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85"/>
            <p:cNvSpPr/>
            <p:nvPr/>
          </p:nvSpPr>
          <p:spPr>
            <a:xfrm>
              <a:off x="7286460" y="3054646"/>
              <a:ext cx="48645" cy="10853"/>
            </a:xfrm>
            <a:custGeom>
              <a:rect b="b" l="l" r="r" t="t"/>
              <a:pathLst>
                <a:path extrusionOk="0" h="417" w="1869">
                  <a:moveTo>
                    <a:pt x="268" y="1"/>
                  </a:moveTo>
                  <a:cubicBezTo>
                    <a:pt x="0" y="11"/>
                    <a:pt x="0" y="405"/>
                    <a:pt x="268" y="416"/>
                  </a:cubicBezTo>
                  <a:lnTo>
                    <a:pt x="1601" y="416"/>
                  </a:lnTo>
                  <a:cubicBezTo>
                    <a:pt x="1869" y="405"/>
                    <a:pt x="1869" y="11"/>
                    <a:pt x="1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85"/>
            <p:cNvSpPr/>
            <p:nvPr/>
          </p:nvSpPr>
          <p:spPr>
            <a:xfrm>
              <a:off x="7009528" y="3054646"/>
              <a:ext cx="45913" cy="10853"/>
            </a:xfrm>
            <a:custGeom>
              <a:rect b="b" l="l" r="r" t="t"/>
              <a:pathLst>
                <a:path extrusionOk="0" h="417" w="1764">
                  <a:moveTo>
                    <a:pt x="210" y="0"/>
                  </a:moveTo>
                  <a:cubicBezTo>
                    <a:pt x="96" y="0"/>
                    <a:pt x="1" y="93"/>
                    <a:pt x="1" y="208"/>
                  </a:cubicBezTo>
                  <a:cubicBezTo>
                    <a:pt x="1" y="324"/>
                    <a:pt x="96" y="416"/>
                    <a:pt x="210" y="416"/>
                  </a:cubicBezTo>
                  <a:cubicBezTo>
                    <a:pt x="214" y="416"/>
                    <a:pt x="218" y="416"/>
                    <a:pt x="222" y="416"/>
                  </a:cubicBezTo>
                  <a:lnTo>
                    <a:pt x="1556" y="416"/>
                  </a:lnTo>
                  <a:cubicBezTo>
                    <a:pt x="1672" y="416"/>
                    <a:pt x="1763" y="325"/>
                    <a:pt x="1763" y="208"/>
                  </a:cubicBezTo>
                  <a:cubicBezTo>
                    <a:pt x="1763" y="92"/>
                    <a:pt x="1672" y="1"/>
                    <a:pt x="1556" y="1"/>
                  </a:cubicBezTo>
                  <a:lnTo>
                    <a:pt x="222" y="1"/>
                  </a:lnTo>
                  <a:cubicBezTo>
                    <a:pt x="218" y="1"/>
                    <a:pt x="214"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85"/>
            <p:cNvSpPr/>
            <p:nvPr/>
          </p:nvSpPr>
          <p:spPr>
            <a:xfrm>
              <a:off x="7166135" y="2897961"/>
              <a:ext cx="11192" cy="45913"/>
            </a:xfrm>
            <a:custGeom>
              <a:rect b="b" l="l" r="r" t="t"/>
              <a:pathLst>
                <a:path extrusionOk="0" h="1764" w="430">
                  <a:moveTo>
                    <a:pt x="215" y="1"/>
                  </a:moveTo>
                  <a:cubicBezTo>
                    <a:pt x="95" y="1"/>
                    <a:pt x="0" y="99"/>
                    <a:pt x="7" y="219"/>
                  </a:cubicBezTo>
                  <a:lnTo>
                    <a:pt x="7" y="1552"/>
                  </a:lnTo>
                  <a:cubicBezTo>
                    <a:pt x="7" y="1669"/>
                    <a:pt x="99" y="1764"/>
                    <a:pt x="215" y="1764"/>
                  </a:cubicBezTo>
                  <a:cubicBezTo>
                    <a:pt x="331" y="1764"/>
                    <a:pt x="422" y="1669"/>
                    <a:pt x="422" y="1552"/>
                  </a:cubicBezTo>
                  <a:lnTo>
                    <a:pt x="422" y="219"/>
                  </a:lnTo>
                  <a:cubicBezTo>
                    <a:pt x="429" y="99"/>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85"/>
            <p:cNvSpPr/>
            <p:nvPr/>
          </p:nvSpPr>
          <p:spPr>
            <a:xfrm>
              <a:off x="7154761" y="2996683"/>
              <a:ext cx="33914" cy="103615"/>
            </a:xfrm>
            <a:custGeom>
              <a:rect b="b" l="l" r="r" t="t"/>
              <a:pathLst>
                <a:path extrusionOk="0" h="3981" w="1303">
                  <a:moveTo>
                    <a:pt x="652" y="398"/>
                  </a:moveTo>
                  <a:cubicBezTo>
                    <a:pt x="782" y="398"/>
                    <a:pt x="888" y="514"/>
                    <a:pt x="870" y="648"/>
                  </a:cubicBezTo>
                  <a:lnTo>
                    <a:pt x="750" y="3551"/>
                  </a:lnTo>
                  <a:cubicBezTo>
                    <a:pt x="747" y="3558"/>
                    <a:pt x="743" y="3561"/>
                    <a:pt x="736" y="3561"/>
                  </a:cubicBezTo>
                  <a:lnTo>
                    <a:pt x="567" y="3561"/>
                  </a:lnTo>
                  <a:cubicBezTo>
                    <a:pt x="560" y="3561"/>
                    <a:pt x="553" y="3558"/>
                    <a:pt x="553" y="3551"/>
                  </a:cubicBezTo>
                  <a:lnTo>
                    <a:pt x="434" y="648"/>
                  </a:lnTo>
                  <a:cubicBezTo>
                    <a:pt x="416" y="514"/>
                    <a:pt x="518" y="398"/>
                    <a:pt x="652" y="398"/>
                  </a:cubicBezTo>
                  <a:close/>
                  <a:moveTo>
                    <a:pt x="652" y="1"/>
                  </a:moveTo>
                  <a:cubicBezTo>
                    <a:pt x="289" y="1"/>
                    <a:pt x="1" y="303"/>
                    <a:pt x="15" y="662"/>
                  </a:cubicBezTo>
                  <a:lnTo>
                    <a:pt x="138" y="3565"/>
                  </a:lnTo>
                  <a:cubicBezTo>
                    <a:pt x="145" y="3797"/>
                    <a:pt x="335" y="3980"/>
                    <a:pt x="567" y="3980"/>
                  </a:cubicBezTo>
                  <a:lnTo>
                    <a:pt x="736" y="3980"/>
                  </a:lnTo>
                  <a:cubicBezTo>
                    <a:pt x="965" y="3980"/>
                    <a:pt x="1158" y="3797"/>
                    <a:pt x="1166" y="3565"/>
                  </a:cubicBezTo>
                  <a:lnTo>
                    <a:pt x="1289" y="662"/>
                  </a:lnTo>
                  <a:cubicBezTo>
                    <a:pt x="1303" y="303"/>
                    <a:pt x="1014" y="1"/>
                    <a:pt x="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85"/>
            <p:cNvSpPr/>
            <p:nvPr/>
          </p:nvSpPr>
          <p:spPr>
            <a:xfrm>
              <a:off x="7152861" y="3112635"/>
              <a:ext cx="32977" cy="28240"/>
            </a:xfrm>
            <a:custGeom>
              <a:rect b="b" l="l" r="r" t="t"/>
              <a:pathLst>
                <a:path extrusionOk="0" h="1085" w="1267">
                  <a:moveTo>
                    <a:pt x="725" y="416"/>
                  </a:moveTo>
                  <a:cubicBezTo>
                    <a:pt x="789" y="416"/>
                    <a:pt x="851" y="466"/>
                    <a:pt x="851" y="542"/>
                  </a:cubicBezTo>
                  <a:cubicBezTo>
                    <a:pt x="848" y="609"/>
                    <a:pt x="795" y="665"/>
                    <a:pt x="725" y="665"/>
                  </a:cubicBezTo>
                  <a:cubicBezTo>
                    <a:pt x="612" y="665"/>
                    <a:pt x="556" y="531"/>
                    <a:pt x="637" y="454"/>
                  </a:cubicBezTo>
                  <a:cubicBezTo>
                    <a:pt x="662" y="428"/>
                    <a:pt x="694" y="416"/>
                    <a:pt x="725" y="416"/>
                  </a:cubicBezTo>
                  <a:close/>
                  <a:moveTo>
                    <a:pt x="725" y="0"/>
                  </a:moveTo>
                  <a:cubicBezTo>
                    <a:pt x="239" y="0"/>
                    <a:pt x="0" y="584"/>
                    <a:pt x="341" y="925"/>
                  </a:cubicBezTo>
                  <a:cubicBezTo>
                    <a:pt x="452" y="1036"/>
                    <a:pt x="587" y="1085"/>
                    <a:pt x="720" y="1085"/>
                  </a:cubicBezTo>
                  <a:cubicBezTo>
                    <a:pt x="999" y="1085"/>
                    <a:pt x="1267" y="868"/>
                    <a:pt x="1267" y="542"/>
                  </a:cubicBezTo>
                  <a:cubicBezTo>
                    <a:pt x="1267" y="243"/>
                    <a:pt x="1024"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85"/>
            <p:cNvSpPr/>
            <p:nvPr/>
          </p:nvSpPr>
          <p:spPr>
            <a:xfrm>
              <a:off x="7226285" y="2933957"/>
              <a:ext cx="22410" cy="26184"/>
            </a:xfrm>
            <a:custGeom>
              <a:rect b="b" l="l" r="r" t="t"/>
              <a:pathLst>
                <a:path extrusionOk="0" h="1006" w="861">
                  <a:moveTo>
                    <a:pt x="571" y="0"/>
                  </a:moveTo>
                  <a:cubicBezTo>
                    <a:pt x="504" y="0"/>
                    <a:pt x="437" y="33"/>
                    <a:pt x="395" y="113"/>
                  </a:cubicBezTo>
                  <a:lnTo>
                    <a:pt x="61" y="694"/>
                  </a:lnTo>
                  <a:cubicBezTo>
                    <a:pt x="1" y="792"/>
                    <a:pt x="36" y="919"/>
                    <a:pt x="138" y="979"/>
                  </a:cubicBezTo>
                  <a:cubicBezTo>
                    <a:pt x="170" y="997"/>
                    <a:pt x="205" y="1006"/>
                    <a:pt x="239" y="1006"/>
                  </a:cubicBezTo>
                  <a:cubicBezTo>
                    <a:pt x="312" y="1006"/>
                    <a:pt x="383" y="968"/>
                    <a:pt x="423" y="901"/>
                  </a:cubicBezTo>
                  <a:lnTo>
                    <a:pt x="757" y="324"/>
                  </a:lnTo>
                  <a:cubicBezTo>
                    <a:pt x="861" y="156"/>
                    <a:pt x="715" y="0"/>
                    <a:pt x="5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85"/>
            <p:cNvSpPr/>
            <p:nvPr/>
          </p:nvSpPr>
          <p:spPr>
            <a:xfrm>
              <a:off x="7095809" y="3160005"/>
              <a:ext cx="21264" cy="26106"/>
            </a:xfrm>
            <a:custGeom>
              <a:rect b="b" l="l" r="r" t="t"/>
              <a:pathLst>
                <a:path extrusionOk="0" h="1003" w="817">
                  <a:moveTo>
                    <a:pt x="581" y="0"/>
                  </a:moveTo>
                  <a:cubicBezTo>
                    <a:pt x="508" y="0"/>
                    <a:pt x="436" y="38"/>
                    <a:pt x="398" y="105"/>
                  </a:cubicBezTo>
                  <a:lnTo>
                    <a:pt x="63" y="685"/>
                  </a:lnTo>
                  <a:cubicBezTo>
                    <a:pt x="0" y="784"/>
                    <a:pt x="35" y="917"/>
                    <a:pt x="137" y="974"/>
                  </a:cubicBezTo>
                  <a:cubicBezTo>
                    <a:pt x="171" y="993"/>
                    <a:pt x="207" y="1003"/>
                    <a:pt x="243" y="1003"/>
                  </a:cubicBezTo>
                  <a:cubicBezTo>
                    <a:pt x="317" y="1003"/>
                    <a:pt x="388" y="964"/>
                    <a:pt x="426" y="893"/>
                  </a:cubicBezTo>
                  <a:lnTo>
                    <a:pt x="760" y="316"/>
                  </a:lnTo>
                  <a:cubicBezTo>
                    <a:pt x="816" y="214"/>
                    <a:pt x="785" y="87"/>
                    <a:pt x="683" y="27"/>
                  </a:cubicBezTo>
                  <a:cubicBezTo>
                    <a:pt x="651" y="9"/>
                    <a:pt x="615"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85"/>
            <p:cNvSpPr/>
            <p:nvPr/>
          </p:nvSpPr>
          <p:spPr>
            <a:xfrm>
              <a:off x="7095158" y="2934321"/>
              <a:ext cx="22722" cy="25715"/>
            </a:xfrm>
            <a:custGeom>
              <a:rect b="b" l="l" r="r" t="t"/>
              <a:pathLst>
                <a:path extrusionOk="0" h="988" w="873">
                  <a:moveTo>
                    <a:pt x="279" y="0"/>
                  </a:moveTo>
                  <a:cubicBezTo>
                    <a:pt x="138" y="0"/>
                    <a:pt x="1" y="145"/>
                    <a:pt x="88" y="310"/>
                  </a:cubicBezTo>
                  <a:lnTo>
                    <a:pt x="423" y="887"/>
                  </a:lnTo>
                  <a:cubicBezTo>
                    <a:pt x="467" y="958"/>
                    <a:pt x="532" y="988"/>
                    <a:pt x="595" y="988"/>
                  </a:cubicBezTo>
                  <a:cubicBezTo>
                    <a:pt x="736" y="988"/>
                    <a:pt x="872" y="842"/>
                    <a:pt x="785" y="680"/>
                  </a:cubicBezTo>
                  <a:lnTo>
                    <a:pt x="451" y="99"/>
                  </a:lnTo>
                  <a:cubicBezTo>
                    <a:pt x="406" y="29"/>
                    <a:pt x="342"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85"/>
            <p:cNvSpPr/>
            <p:nvPr/>
          </p:nvSpPr>
          <p:spPr>
            <a:xfrm>
              <a:off x="7225087" y="3159771"/>
              <a:ext cx="23138" cy="26106"/>
            </a:xfrm>
            <a:custGeom>
              <a:rect b="b" l="l" r="r" t="t"/>
              <a:pathLst>
                <a:path extrusionOk="0" h="1003" w="889">
                  <a:moveTo>
                    <a:pt x="291" y="1"/>
                  </a:moveTo>
                  <a:cubicBezTo>
                    <a:pt x="145" y="1"/>
                    <a:pt x="1" y="156"/>
                    <a:pt x="107" y="325"/>
                  </a:cubicBezTo>
                  <a:lnTo>
                    <a:pt x="441" y="902"/>
                  </a:lnTo>
                  <a:cubicBezTo>
                    <a:pt x="485" y="973"/>
                    <a:pt x="548" y="1002"/>
                    <a:pt x="611" y="1002"/>
                  </a:cubicBezTo>
                  <a:cubicBezTo>
                    <a:pt x="751" y="1002"/>
                    <a:pt x="888" y="857"/>
                    <a:pt x="803" y="694"/>
                  </a:cubicBezTo>
                  <a:lnTo>
                    <a:pt x="469" y="114"/>
                  </a:lnTo>
                  <a:cubicBezTo>
                    <a:pt x="426" y="34"/>
                    <a:pt x="358"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85"/>
            <p:cNvSpPr/>
            <p:nvPr/>
          </p:nvSpPr>
          <p:spPr>
            <a:xfrm>
              <a:off x="7268788" y="3115238"/>
              <a:ext cx="29775" cy="19937"/>
            </a:xfrm>
            <a:custGeom>
              <a:rect b="b" l="l" r="r" t="t"/>
              <a:pathLst>
                <a:path extrusionOk="0" h="766" w="1144">
                  <a:moveTo>
                    <a:pt x="307" y="1"/>
                  </a:moveTo>
                  <a:cubicBezTo>
                    <a:pt x="120" y="1"/>
                    <a:pt x="0" y="285"/>
                    <a:pt x="215" y="400"/>
                  </a:cubicBezTo>
                  <a:lnTo>
                    <a:pt x="792" y="734"/>
                  </a:lnTo>
                  <a:cubicBezTo>
                    <a:pt x="827" y="755"/>
                    <a:pt x="865" y="766"/>
                    <a:pt x="902" y="766"/>
                  </a:cubicBezTo>
                  <a:cubicBezTo>
                    <a:pt x="975" y="766"/>
                    <a:pt x="1045" y="727"/>
                    <a:pt x="1084" y="660"/>
                  </a:cubicBezTo>
                  <a:cubicBezTo>
                    <a:pt x="1144" y="558"/>
                    <a:pt x="1105" y="428"/>
                    <a:pt x="1003" y="372"/>
                  </a:cubicBezTo>
                  <a:lnTo>
                    <a:pt x="423" y="37"/>
                  </a:lnTo>
                  <a:cubicBezTo>
                    <a:pt x="383" y="12"/>
                    <a:pt x="343"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85"/>
            <p:cNvSpPr/>
            <p:nvPr/>
          </p:nvSpPr>
          <p:spPr>
            <a:xfrm>
              <a:off x="7043467" y="2985101"/>
              <a:ext cx="30582" cy="19573"/>
            </a:xfrm>
            <a:custGeom>
              <a:rect b="b" l="l" r="r" t="t"/>
              <a:pathLst>
                <a:path extrusionOk="0" h="752" w="1175">
                  <a:moveTo>
                    <a:pt x="303" y="1"/>
                  </a:moveTo>
                  <a:cubicBezTo>
                    <a:pt x="118" y="1"/>
                    <a:pt x="0" y="269"/>
                    <a:pt x="195" y="389"/>
                  </a:cubicBezTo>
                  <a:lnTo>
                    <a:pt x="773" y="724"/>
                  </a:lnTo>
                  <a:cubicBezTo>
                    <a:pt x="809" y="743"/>
                    <a:pt x="844" y="751"/>
                    <a:pt x="876" y="751"/>
                  </a:cubicBezTo>
                  <a:cubicBezTo>
                    <a:pt x="1061" y="751"/>
                    <a:pt x="1175" y="484"/>
                    <a:pt x="984" y="361"/>
                  </a:cubicBezTo>
                  <a:lnTo>
                    <a:pt x="403" y="27"/>
                  </a:lnTo>
                  <a:cubicBezTo>
                    <a:pt x="368" y="9"/>
                    <a:pt x="334"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85"/>
            <p:cNvSpPr/>
            <p:nvPr/>
          </p:nvSpPr>
          <p:spPr>
            <a:xfrm>
              <a:off x="7269516" y="2985101"/>
              <a:ext cx="30400" cy="19573"/>
            </a:xfrm>
            <a:custGeom>
              <a:rect b="b" l="l" r="r" t="t"/>
              <a:pathLst>
                <a:path extrusionOk="0" h="752" w="1168">
                  <a:moveTo>
                    <a:pt x="866" y="1"/>
                  </a:moveTo>
                  <a:cubicBezTo>
                    <a:pt x="834" y="1"/>
                    <a:pt x="799" y="9"/>
                    <a:pt x="764" y="27"/>
                  </a:cubicBezTo>
                  <a:lnTo>
                    <a:pt x="187" y="361"/>
                  </a:lnTo>
                  <a:cubicBezTo>
                    <a:pt x="1" y="470"/>
                    <a:pt x="78" y="752"/>
                    <a:pt x="293" y="752"/>
                  </a:cubicBezTo>
                  <a:cubicBezTo>
                    <a:pt x="328" y="752"/>
                    <a:pt x="363" y="741"/>
                    <a:pt x="395" y="724"/>
                  </a:cubicBezTo>
                  <a:lnTo>
                    <a:pt x="975" y="389"/>
                  </a:lnTo>
                  <a:cubicBezTo>
                    <a:pt x="1167" y="269"/>
                    <a:pt x="1052" y="1"/>
                    <a:pt x="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85"/>
            <p:cNvSpPr/>
            <p:nvPr/>
          </p:nvSpPr>
          <p:spPr>
            <a:xfrm>
              <a:off x="7042947" y="3115368"/>
              <a:ext cx="29801" cy="19885"/>
            </a:xfrm>
            <a:custGeom>
              <a:rect b="b" l="l" r="r" t="t"/>
              <a:pathLst>
                <a:path extrusionOk="0" h="764" w="1145">
                  <a:moveTo>
                    <a:pt x="901" y="1"/>
                  </a:moveTo>
                  <a:cubicBezTo>
                    <a:pt x="864" y="1"/>
                    <a:pt x="826" y="11"/>
                    <a:pt x="793" y="32"/>
                  </a:cubicBezTo>
                  <a:lnTo>
                    <a:pt x="215" y="367"/>
                  </a:lnTo>
                  <a:cubicBezTo>
                    <a:pt x="0" y="479"/>
                    <a:pt x="119" y="764"/>
                    <a:pt x="308" y="764"/>
                  </a:cubicBezTo>
                  <a:cubicBezTo>
                    <a:pt x="344" y="764"/>
                    <a:pt x="383" y="753"/>
                    <a:pt x="423" y="729"/>
                  </a:cubicBezTo>
                  <a:lnTo>
                    <a:pt x="1000" y="395"/>
                  </a:lnTo>
                  <a:cubicBezTo>
                    <a:pt x="1106" y="338"/>
                    <a:pt x="1144" y="208"/>
                    <a:pt x="1085" y="106"/>
                  </a:cubicBezTo>
                  <a:cubicBezTo>
                    <a:pt x="1045" y="39"/>
                    <a:pt x="973" y="1"/>
                    <a:pt x="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0" name="Google Shape;18030;p85"/>
          <p:cNvGrpSpPr/>
          <p:nvPr/>
        </p:nvGrpSpPr>
        <p:grpSpPr>
          <a:xfrm>
            <a:off x="6980143" y="1563869"/>
            <a:ext cx="456522" cy="279535"/>
            <a:chOff x="6980143" y="1563869"/>
            <a:chExt cx="456522" cy="279535"/>
          </a:xfrm>
        </p:grpSpPr>
        <p:sp>
          <p:nvSpPr>
            <p:cNvPr id="18031" name="Google Shape;18031;p85"/>
            <p:cNvSpPr/>
            <p:nvPr/>
          </p:nvSpPr>
          <p:spPr>
            <a:xfrm>
              <a:off x="6986832" y="1800329"/>
              <a:ext cx="443248" cy="36386"/>
            </a:xfrm>
            <a:custGeom>
              <a:rect b="b" l="l" r="r" t="t"/>
              <a:pathLst>
                <a:path extrusionOk="0" h="1398" w="17030">
                  <a:moveTo>
                    <a:pt x="4" y="1"/>
                  </a:moveTo>
                  <a:lnTo>
                    <a:pt x="4" y="303"/>
                  </a:lnTo>
                  <a:cubicBezTo>
                    <a:pt x="0" y="905"/>
                    <a:pt x="489" y="1394"/>
                    <a:pt x="1094" y="1397"/>
                  </a:cubicBezTo>
                  <a:lnTo>
                    <a:pt x="15935" y="1397"/>
                  </a:lnTo>
                  <a:cubicBezTo>
                    <a:pt x="16537" y="1397"/>
                    <a:pt x="17029" y="908"/>
                    <a:pt x="17029" y="303"/>
                  </a:cubicBezTo>
                  <a:lnTo>
                    <a:pt x="1702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85"/>
            <p:cNvSpPr/>
            <p:nvPr/>
          </p:nvSpPr>
          <p:spPr>
            <a:xfrm>
              <a:off x="6986832" y="1778622"/>
              <a:ext cx="443144" cy="21733"/>
            </a:xfrm>
            <a:custGeom>
              <a:rect b="b" l="l" r="r" t="t"/>
              <a:pathLst>
                <a:path extrusionOk="0" h="835" w="17026">
                  <a:moveTo>
                    <a:pt x="2160" y="1"/>
                  </a:moveTo>
                  <a:lnTo>
                    <a:pt x="0" y="835"/>
                  </a:lnTo>
                  <a:lnTo>
                    <a:pt x="17026" y="835"/>
                  </a:lnTo>
                  <a:lnTo>
                    <a:pt x="1486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85"/>
            <p:cNvSpPr/>
            <p:nvPr/>
          </p:nvSpPr>
          <p:spPr>
            <a:xfrm>
              <a:off x="7043233" y="1570558"/>
              <a:ext cx="330627" cy="208090"/>
            </a:xfrm>
            <a:custGeom>
              <a:rect b="b" l="l" r="r" t="t"/>
              <a:pathLst>
                <a:path extrusionOk="0" h="7995" w="12703">
                  <a:moveTo>
                    <a:pt x="563" y="1"/>
                  </a:moveTo>
                  <a:cubicBezTo>
                    <a:pt x="254" y="1"/>
                    <a:pt x="0" y="254"/>
                    <a:pt x="0" y="564"/>
                  </a:cubicBezTo>
                  <a:lnTo>
                    <a:pt x="0" y="7995"/>
                  </a:lnTo>
                  <a:lnTo>
                    <a:pt x="12702" y="7995"/>
                  </a:lnTo>
                  <a:lnTo>
                    <a:pt x="12702" y="564"/>
                  </a:lnTo>
                  <a:cubicBezTo>
                    <a:pt x="12702" y="254"/>
                    <a:pt x="12449" y="1"/>
                    <a:pt x="12139"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85"/>
            <p:cNvSpPr/>
            <p:nvPr/>
          </p:nvSpPr>
          <p:spPr>
            <a:xfrm>
              <a:off x="7043233" y="1591172"/>
              <a:ext cx="330523" cy="166888"/>
            </a:xfrm>
            <a:custGeom>
              <a:rect b="b" l="l" r="r" t="t"/>
              <a:pathLst>
                <a:path extrusionOk="0" h="6412" w="12699">
                  <a:moveTo>
                    <a:pt x="0" y="0"/>
                  </a:moveTo>
                  <a:lnTo>
                    <a:pt x="0" y="6411"/>
                  </a:lnTo>
                  <a:lnTo>
                    <a:pt x="12699" y="6411"/>
                  </a:lnTo>
                  <a:lnTo>
                    <a:pt x="1269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85"/>
            <p:cNvSpPr/>
            <p:nvPr/>
          </p:nvSpPr>
          <p:spPr>
            <a:xfrm>
              <a:off x="7043233" y="1591172"/>
              <a:ext cx="124203" cy="166888"/>
            </a:xfrm>
            <a:custGeom>
              <a:rect b="b" l="l" r="r" t="t"/>
              <a:pathLst>
                <a:path extrusionOk="0" h="6412" w="4772">
                  <a:moveTo>
                    <a:pt x="0" y="0"/>
                  </a:moveTo>
                  <a:lnTo>
                    <a:pt x="0" y="6411"/>
                  </a:lnTo>
                  <a:lnTo>
                    <a:pt x="4771" y="6411"/>
                  </a:lnTo>
                  <a:lnTo>
                    <a:pt x="4771"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85"/>
            <p:cNvSpPr/>
            <p:nvPr/>
          </p:nvSpPr>
          <p:spPr>
            <a:xfrm>
              <a:off x="7074102" y="1625606"/>
              <a:ext cx="39848" cy="23008"/>
            </a:xfrm>
            <a:custGeom>
              <a:rect b="b" l="l" r="r" t="t"/>
              <a:pathLst>
                <a:path extrusionOk="0" h="884" w="1531">
                  <a:moveTo>
                    <a:pt x="0" y="0"/>
                  </a:moveTo>
                  <a:lnTo>
                    <a:pt x="0" y="883"/>
                  </a:lnTo>
                  <a:lnTo>
                    <a:pt x="1531" y="883"/>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85"/>
            <p:cNvSpPr/>
            <p:nvPr/>
          </p:nvSpPr>
          <p:spPr>
            <a:xfrm>
              <a:off x="7105309" y="1687968"/>
              <a:ext cx="39874" cy="23008"/>
            </a:xfrm>
            <a:custGeom>
              <a:rect b="b" l="l" r="r" t="t"/>
              <a:pathLst>
                <a:path extrusionOk="0" h="884" w="1532">
                  <a:moveTo>
                    <a:pt x="1" y="0"/>
                  </a:moveTo>
                  <a:lnTo>
                    <a:pt x="1" y="884"/>
                  </a:lnTo>
                  <a:lnTo>
                    <a:pt x="1531" y="884"/>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85"/>
            <p:cNvSpPr/>
            <p:nvPr/>
          </p:nvSpPr>
          <p:spPr>
            <a:xfrm>
              <a:off x="6980143" y="1563869"/>
              <a:ext cx="456522" cy="279535"/>
            </a:xfrm>
            <a:custGeom>
              <a:rect b="b" l="l" r="r" t="t"/>
              <a:pathLst>
                <a:path extrusionOk="0" h="10740" w="17540">
                  <a:moveTo>
                    <a:pt x="14866" y="1310"/>
                  </a:moveTo>
                  <a:lnTo>
                    <a:pt x="14866" y="7203"/>
                  </a:lnTo>
                  <a:lnTo>
                    <a:pt x="12058" y="7203"/>
                  </a:lnTo>
                  <a:cubicBezTo>
                    <a:pt x="11917" y="7203"/>
                    <a:pt x="11801" y="7319"/>
                    <a:pt x="11801" y="7460"/>
                  </a:cubicBezTo>
                  <a:cubicBezTo>
                    <a:pt x="11801" y="7601"/>
                    <a:pt x="11917" y="7717"/>
                    <a:pt x="12058" y="7717"/>
                  </a:cubicBezTo>
                  <a:lnTo>
                    <a:pt x="14866" y="7717"/>
                  </a:lnTo>
                  <a:lnTo>
                    <a:pt x="14866" y="7995"/>
                  </a:lnTo>
                  <a:lnTo>
                    <a:pt x="2685" y="7995"/>
                  </a:lnTo>
                  <a:lnTo>
                    <a:pt x="2685" y="7717"/>
                  </a:lnTo>
                  <a:lnTo>
                    <a:pt x="10981" y="7717"/>
                  </a:lnTo>
                  <a:cubicBezTo>
                    <a:pt x="11122" y="7717"/>
                    <a:pt x="11238" y="7601"/>
                    <a:pt x="11238" y="7460"/>
                  </a:cubicBezTo>
                  <a:cubicBezTo>
                    <a:pt x="11238" y="7319"/>
                    <a:pt x="11122" y="7203"/>
                    <a:pt x="10981" y="7203"/>
                  </a:cubicBezTo>
                  <a:lnTo>
                    <a:pt x="7452" y="7203"/>
                  </a:lnTo>
                  <a:lnTo>
                    <a:pt x="7452" y="1310"/>
                  </a:lnTo>
                  <a:close/>
                  <a:moveTo>
                    <a:pt x="15077" y="8509"/>
                  </a:moveTo>
                  <a:lnTo>
                    <a:pt x="15907" y="8829"/>
                  </a:lnTo>
                  <a:lnTo>
                    <a:pt x="1633" y="8829"/>
                  </a:lnTo>
                  <a:lnTo>
                    <a:pt x="2467" y="8509"/>
                  </a:lnTo>
                  <a:close/>
                  <a:moveTo>
                    <a:pt x="10883" y="9342"/>
                  </a:moveTo>
                  <a:lnTo>
                    <a:pt x="10654" y="9575"/>
                  </a:lnTo>
                  <a:lnTo>
                    <a:pt x="6932" y="9575"/>
                  </a:lnTo>
                  <a:lnTo>
                    <a:pt x="6703" y="9342"/>
                  </a:lnTo>
                  <a:close/>
                  <a:moveTo>
                    <a:pt x="17030" y="9342"/>
                  </a:moveTo>
                  <a:lnTo>
                    <a:pt x="17026" y="9388"/>
                  </a:lnTo>
                  <a:cubicBezTo>
                    <a:pt x="17026" y="9849"/>
                    <a:pt x="16653" y="10222"/>
                    <a:pt x="16192" y="10222"/>
                  </a:cubicBezTo>
                  <a:lnTo>
                    <a:pt x="1351" y="10222"/>
                  </a:lnTo>
                  <a:cubicBezTo>
                    <a:pt x="890" y="10222"/>
                    <a:pt x="514" y="9849"/>
                    <a:pt x="514" y="9388"/>
                  </a:cubicBezTo>
                  <a:lnTo>
                    <a:pt x="514" y="9342"/>
                  </a:lnTo>
                  <a:lnTo>
                    <a:pt x="5978" y="9342"/>
                  </a:lnTo>
                  <a:lnTo>
                    <a:pt x="6647" y="10011"/>
                  </a:lnTo>
                  <a:cubicBezTo>
                    <a:pt x="6692" y="10060"/>
                    <a:pt x="6759" y="10088"/>
                    <a:pt x="6826" y="10088"/>
                  </a:cubicBezTo>
                  <a:lnTo>
                    <a:pt x="10763" y="10088"/>
                  </a:lnTo>
                  <a:cubicBezTo>
                    <a:pt x="10830" y="10088"/>
                    <a:pt x="10897" y="10060"/>
                    <a:pt x="10943" y="10011"/>
                  </a:cubicBezTo>
                  <a:lnTo>
                    <a:pt x="11611" y="9342"/>
                  </a:lnTo>
                  <a:close/>
                  <a:moveTo>
                    <a:pt x="2987" y="1"/>
                  </a:moveTo>
                  <a:cubicBezTo>
                    <a:pt x="2537" y="1"/>
                    <a:pt x="2171" y="370"/>
                    <a:pt x="2168" y="821"/>
                  </a:cubicBezTo>
                  <a:lnTo>
                    <a:pt x="2168" y="4040"/>
                  </a:lnTo>
                  <a:cubicBezTo>
                    <a:pt x="2168" y="4184"/>
                    <a:pt x="2284" y="4297"/>
                    <a:pt x="2424" y="4297"/>
                  </a:cubicBezTo>
                  <a:cubicBezTo>
                    <a:pt x="2569" y="4297"/>
                    <a:pt x="2681" y="4184"/>
                    <a:pt x="2681" y="4040"/>
                  </a:cubicBezTo>
                  <a:lnTo>
                    <a:pt x="2681" y="1306"/>
                  </a:lnTo>
                  <a:lnTo>
                    <a:pt x="6939" y="1306"/>
                  </a:lnTo>
                  <a:lnTo>
                    <a:pt x="6939" y="7200"/>
                  </a:lnTo>
                  <a:lnTo>
                    <a:pt x="2681" y="7200"/>
                  </a:lnTo>
                  <a:lnTo>
                    <a:pt x="2681" y="5078"/>
                  </a:lnTo>
                  <a:cubicBezTo>
                    <a:pt x="2681" y="4934"/>
                    <a:pt x="2569" y="4821"/>
                    <a:pt x="2424" y="4821"/>
                  </a:cubicBezTo>
                  <a:cubicBezTo>
                    <a:pt x="2284" y="4821"/>
                    <a:pt x="2168" y="4934"/>
                    <a:pt x="2168" y="5078"/>
                  </a:cubicBezTo>
                  <a:lnTo>
                    <a:pt x="2168" y="8072"/>
                  </a:lnTo>
                  <a:lnTo>
                    <a:pt x="166" y="8850"/>
                  </a:lnTo>
                  <a:cubicBezTo>
                    <a:pt x="67" y="8889"/>
                    <a:pt x="0" y="8984"/>
                    <a:pt x="0" y="9089"/>
                  </a:cubicBezTo>
                  <a:lnTo>
                    <a:pt x="0" y="9388"/>
                  </a:lnTo>
                  <a:cubicBezTo>
                    <a:pt x="0" y="10134"/>
                    <a:pt x="605" y="10739"/>
                    <a:pt x="1351" y="10739"/>
                  </a:cubicBezTo>
                  <a:lnTo>
                    <a:pt x="16192" y="10739"/>
                  </a:lnTo>
                  <a:cubicBezTo>
                    <a:pt x="16935" y="10739"/>
                    <a:pt x="17540" y="10134"/>
                    <a:pt x="17540" y="9388"/>
                  </a:cubicBezTo>
                  <a:lnTo>
                    <a:pt x="17540" y="9089"/>
                  </a:lnTo>
                  <a:cubicBezTo>
                    <a:pt x="17540" y="8980"/>
                    <a:pt x="17476" y="8885"/>
                    <a:pt x="17378" y="8846"/>
                  </a:cubicBezTo>
                  <a:lnTo>
                    <a:pt x="15379" y="8076"/>
                  </a:lnTo>
                  <a:lnTo>
                    <a:pt x="15379" y="821"/>
                  </a:lnTo>
                  <a:cubicBezTo>
                    <a:pt x="15379" y="370"/>
                    <a:pt x="15014" y="1"/>
                    <a:pt x="14563" y="1"/>
                  </a:cubicBezTo>
                  <a:lnTo>
                    <a:pt x="12283" y="1"/>
                  </a:lnTo>
                  <a:cubicBezTo>
                    <a:pt x="12139" y="1"/>
                    <a:pt x="12026" y="117"/>
                    <a:pt x="12026" y="258"/>
                  </a:cubicBezTo>
                  <a:cubicBezTo>
                    <a:pt x="12026" y="402"/>
                    <a:pt x="12139" y="515"/>
                    <a:pt x="12283" y="515"/>
                  </a:cubicBezTo>
                  <a:lnTo>
                    <a:pt x="14563" y="515"/>
                  </a:lnTo>
                  <a:cubicBezTo>
                    <a:pt x="14718" y="518"/>
                    <a:pt x="14852" y="638"/>
                    <a:pt x="14866" y="793"/>
                  </a:cubicBezTo>
                  <a:lnTo>
                    <a:pt x="2681" y="793"/>
                  </a:lnTo>
                  <a:cubicBezTo>
                    <a:pt x="2699" y="638"/>
                    <a:pt x="2829" y="518"/>
                    <a:pt x="2987" y="515"/>
                  </a:cubicBezTo>
                  <a:lnTo>
                    <a:pt x="11245" y="515"/>
                  </a:lnTo>
                  <a:cubicBezTo>
                    <a:pt x="11386" y="515"/>
                    <a:pt x="11502" y="402"/>
                    <a:pt x="11502" y="258"/>
                  </a:cubicBezTo>
                  <a:cubicBezTo>
                    <a:pt x="11502" y="117"/>
                    <a:pt x="11386" y="1"/>
                    <a:pt x="1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85"/>
            <p:cNvSpPr/>
            <p:nvPr/>
          </p:nvSpPr>
          <p:spPr>
            <a:xfrm>
              <a:off x="7067413" y="1618917"/>
              <a:ext cx="53226" cy="36386"/>
            </a:xfrm>
            <a:custGeom>
              <a:rect b="b" l="l" r="r" t="t"/>
              <a:pathLst>
                <a:path extrusionOk="0" h="1398" w="2045">
                  <a:moveTo>
                    <a:pt x="1531" y="514"/>
                  </a:moveTo>
                  <a:lnTo>
                    <a:pt x="1531" y="884"/>
                  </a:lnTo>
                  <a:lnTo>
                    <a:pt x="514" y="884"/>
                  </a:lnTo>
                  <a:lnTo>
                    <a:pt x="514" y="514"/>
                  </a:lnTo>
                  <a:close/>
                  <a:moveTo>
                    <a:pt x="257" y="0"/>
                  </a:moveTo>
                  <a:cubicBezTo>
                    <a:pt x="116" y="0"/>
                    <a:pt x="0" y="113"/>
                    <a:pt x="0" y="257"/>
                  </a:cubicBezTo>
                  <a:lnTo>
                    <a:pt x="0" y="1140"/>
                  </a:lnTo>
                  <a:cubicBezTo>
                    <a:pt x="0" y="1281"/>
                    <a:pt x="116" y="1397"/>
                    <a:pt x="257" y="1397"/>
                  </a:cubicBezTo>
                  <a:lnTo>
                    <a:pt x="1788" y="1397"/>
                  </a:lnTo>
                  <a:cubicBezTo>
                    <a:pt x="1928" y="1397"/>
                    <a:pt x="2045" y="1281"/>
                    <a:pt x="2045" y="1140"/>
                  </a:cubicBezTo>
                  <a:lnTo>
                    <a:pt x="2045" y="257"/>
                  </a:lnTo>
                  <a:cubicBezTo>
                    <a:pt x="2045" y="113"/>
                    <a:pt x="1928" y="0"/>
                    <a:pt x="1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85"/>
            <p:cNvSpPr/>
            <p:nvPr/>
          </p:nvSpPr>
          <p:spPr>
            <a:xfrm>
              <a:off x="7067413" y="1662409"/>
              <a:ext cx="84355" cy="13404"/>
            </a:xfrm>
            <a:custGeom>
              <a:rect b="b" l="l" r="r" t="t"/>
              <a:pathLst>
                <a:path extrusionOk="0" h="515" w="3241">
                  <a:moveTo>
                    <a:pt x="257" y="1"/>
                  </a:moveTo>
                  <a:cubicBezTo>
                    <a:pt x="116" y="1"/>
                    <a:pt x="0" y="113"/>
                    <a:pt x="0" y="258"/>
                  </a:cubicBezTo>
                  <a:cubicBezTo>
                    <a:pt x="0" y="398"/>
                    <a:pt x="116" y="514"/>
                    <a:pt x="257" y="514"/>
                  </a:cubicBezTo>
                  <a:lnTo>
                    <a:pt x="2984" y="514"/>
                  </a:lnTo>
                  <a:cubicBezTo>
                    <a:pt x="3128" y="514"/>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85"/>
            <p:cNvSpPr/>
            <p:nvPr/>
          </p:nvSpPr>
          <p:spPr>
            <a:xfrm>
              <a:off x="7098646" y="1681279"/>
              <a:ext cx="53226" cy="36386"/>
            </a:xfrm>
            <a:custGeom>
              <a:rect b="b" l="l" r="r" t="t"/>
              <a:pathLst>
                <a:path extrusionOk="0" h="1398" w="2045">
                  <a:moveTo>
                    <a:pt x="1531" y="514"/>
                  </a:moveTo>
                  <a:lnTo>
                    <a:pt x="1531" y="884"/>
                  </a:lnTo>
                  <a:lnTo>
                    <a:pt x="514" y="884"/>
                  </a:lnTo>
                  <a:lnTo>
                    <a:pt x="514" y="514"/>
                  </a:lnTo>
                  <a:close/>
                  <a:moveTo>
                    <a:pt x="257" y="1"/>
                  </a:moveTo>
                  <a:cubicBezTo>
                    <a:pt x="116" y="1"/>
                    <a:pt x="0" y="117"/>
                    <a:pt x="0" y="257"/>
                  </a:cubicBezTo>
                  <a:lnTo>
                    <a:pt x="0" y="1141"/>
                  </a:lnTo>
                  <a:cubicBezTo>
                    <a:pt x="0" y="1281"/>
                    <a:pt x="116" y="1397"/>
                    <a:pt x="257" y="1397"/>
                  </a:cubicBezTo>
                  <a:lnTo>
                    <a:pt x="1787" y="1397"/>
                  </a:lnTo>
                  <a:cubicBezTo>
                    <a:pt x="1928" y="1397"/>
                    <a:pt x="2044" y="1281"/>
                    <a:pt x="2044" y="1141"/>
                  </a:cubicBezTo>
                  <a:lnTo>
                    <a:pt x="2044" y="257"/>
                  </a:lnTo>
                  <a:cubicBezTo>
                    <a:pt x="2044" y="117"/>
                    <a:pt x="1928"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85"/>
            <p:cNvSpPr/>
            <p:nvPr/>
          </p:nvSpPr>
          <p:spPr>
            <a:xfrm>
              <a:off x="7067413" y="1724771"/>
              <a:ext cx="84355" cy="13404"/>
            </a:xfrm>
            <a:custGeom>
              <a:rect b="b" l="l" r="r" t="t"/>
              <a:pathLst>
                <a:path extrusionOk="0" h="515" w="3241">
                  <a:moveTo>
                    <a:pt x="257" y="1"/>
                  </a:moveTo>
                  <a:cubicBezTo>
                    <a:pt x="116" y="1"/>
                    <a:pt x="0" y="113"/>
                    <a:pt x="0" y="258"/>
                  </a:cubicBezTo>
                  <a:cubicBezTo>
                    <a:pt x="0" y="398"/>
                    <a:pt x="116" y="515"/>
                    <a:pt x="257" y="515"/>
                  </a:cubicBezTo>
                  <a:lnTo>
                    <a:pt x="2984" y="515"/>
                  </a:lnTo>
                  <a:cubicBezTo>
                    <a:pt x="3128" y="515"/>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85"/>
            <p:cNvSpPr/>
            <p:nvPr/>
          </p:nvSpPr>
          <p:spPr>
            <a:xfrm>
              <a:off x="7199372" y="1646194"/>
              <a:ext cx="45366" cy="70352"/>
            </a:xfrm>
            <a:custGeom>
              <a:rect b="b" l="l" r="r" t="t"/>
              <a:pathLst>
                <a:path extrusionOk="0" h="2703" w="1743">
                  <a:moveTo>
                    <a:pt x="1373" y="1"/>
                  </a:moveTo>
                  <a:cubicBezTo>
                    <a:pt x="1308" y="1"/>
                    <a:pt x="1242" y="26"/>
                    <a:pt x="1193" y="75"/>
                  </a:cubicBezTo>
                  <a:lnTo>
                    <a:pt x="102" y="1166"/>
                  </a:lnTo>
                  <a:cubicBezTo>
                    <a:pt x="0" y="1268"/>
                    <a:pt x="0" y="1429"/>
                    <a:pt x="102" y="1532"/>
                  </a:cubicBezTo>
                  <a:lnTo>
                    <a:pt x="1193" y="2622"/>
                  </a:lnTo>
                  <a:cubicBezTo>
                    <a:pt x="1249" y="2679"/>
                    <a:pt x="1312" y="2702"/>
                    <a:pt x="1372" y="2702"/>
                  </a:cubicBezTo>
                  <a:cubicBezTo>
                    <a:pt x="1571" y="2702"/>
                    <a:pt x="1742" y="2444"/>
                    <a:pt x="1556" y="2260"/>
                  </a:cubicBezTo>
                  <a:lnTo>
                    <a:pt x="644" y="1349"/>
                  </a:lnTo>
                  <a:lnTo>
                    <a:pt x="1556" y="441"/>
                  </a:lnTo>
                  <a:cubicBezTo>
                    <a:pt x="1658" y="339"/>
                    <a:pt x="1658" y="177"/>
                    <a:pt x="1556" y="75"/>
                  </a:cubicBezTo>
                  <a:cubicBezTo>
                    <a:pt x="1505" y="26"/>
                    <a:pt x="1439" y="1"/>
                    <a:pt x="1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85"/>
            <p:cNvSpPr/>
            <p:nvPr/>
          </p:nvSpPr>
          <p:spPr>
            <a:xfrm>
              <a:off x="7300203" y="1646064"/>
              <a:ext cx="45340" cy="70378"/>
            </a:xfrm>
            <a:custGeom>
              <a:rect b="b" l="l" r="r" t="t"/>
              <a:pathLst>
                <a:path extrusionOk="0" h="2704" w="1742">
                  <a:moveTo>
                    <a:pt x="370" y="0"/>
                  </a:moveTo>
                  <a:cubicBezTo>
                    <a:pt x="171" y="0"/>
                    <a:pt x="0" y="259"/>
                    <a:pt x="187" y="446"/>
                  </a:cubicBezTo>
                  <a:lnTo>
                    <a:pt x="1095" y="1354"/>
                  </a:lnTo>
                  <a:lnTo>
                    <a:pt x="187" y="2265"/>
                  </a:lnTo>
                  <a:cubicBezTo>
                    <a:pt x="85" y="2363"/>
                    <a:pt x="85" y="2525"/>
                    <a:pt x="187" y="2627"/>
                  </a:cubicBezTo>
                  <a:cubicBezTo>
                    <a:pt x="236" y="2678"/>
                    <a:pt x="301" y="2704"/>
                    <a:pt x="367" y="2704"/>
                  </a:cubicBezTo>
                  <a:cubicBezTo>
                    <a:pt x="432" y="2704"/>
                    <a:pt x="498" y="2678"/>
                    <a:pt x="549" y="2627"/>
                  </a:cubicBezTo>
                  <a:lnTo>
                    <a:pt x="1640" y="1537"/>
                  </a:lnTo>
                  <a:cubicBezTo>
                    <a:pt x="1742" y="1434"/>
                    <a:pt x="1742" y="1273"/>
                    <a:pt x="1640" y="1174"/>
                  </a:cubicBezTo>
                  <a:lnTo>
                    <a:pt x="549" y="80"/>
                  </a:lnTo>
                  <a:cubicBezTo>
                    <a:pt x="493" y="24"/>
                    <a:pt x="430" y="0"/>
                    <a:pt x="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85"/>
            <p:cNvSpPr/>
            <p:nvPr/>
          </p:nvSpPr>
          <p:spPr>
            <a:xfrm>
              <a:off x="7251740" y="1637813"/>
              <a:ext cx="42243" cy="86932"/>
            </a:xfrm>
            <a:custGeom>
              <a:rect b="b" l="l" r="r" t="t"/>
              <a:pathLst>
                <a:path extrusionOk="0" h="3340" w="1623">
                  <a:moveTo>
                    <a:pt x="1331" y="1"/>
                  </a:moveTo>
                  <a:cubicBezTo>
                    <a:pt x="1228" y="1"/>
                    <a:pt x="1130" y="64"/>
                    <a:pt x="1092" y="168"/>
                  </a:cubicBezTo>
                  <a:lnTo>
                    <a:pt x="50" y="2993"/>
                  </a:lnTo>
                  <a:cubicBezTo>
                    <a:pt x="1" y="3127"/>
                    <a:pt x="71" y="3275"/>
                    <a:pt x="205" y="3324"/>
                  </a:cubicBezTo>
                  <a:cubicBezTo>
                    <a:pt x="234" y="3335"/>
                    <a:pt x="264" y="3340"/>
                    <a:pt x="293" y="3340"/>
                  </a:cubicBezTo>
                  <a:cubicBezTo>
                    <a:pt x="398" y="3340"/>
                    <a:pt x="496" y="3274"/>
                    <a:pt x="532" y="3169"/>
                  </a:cubicBezTo>
                  <a:lnTo>
                    <a:pt x="1574" y="344"/>
                  </a:lnTo>
                  <a:cubicBezTo>
                    <a:pt x="1623" y="210"/>
                    <a:pt x="1553" y="66"/>
                    <a:pt x="1419" y="17"/>
                  </a:cubicBezTo>
                  <a:cubicBezTo>
                    <a:pt x="1390" y="6"/>
                    <a:pt x="1360"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6" name="Google Shape;18046;p85"/>
          <p:cNvGrpSpPr/>
          <p:nvPr/>
        </p:nvGrpSpPr>
        <p:grpSpPr>
          <a:xfrm>
            <a:off x="2827559" y="2428451"/>
            <a:ext cx="264778" cy="363864"/>
            <a:chOff x="2827559" y="2428451"/>
            <a:chExt cx="264778" cy="363864"/>
          </a:xfrm>
        </p:grpSpPr>
        <p:sp>
          <p:nvSpPr>
            <p:cNvPr id="18047" name="Google Shape;18047;p85"/>
            <p:cNvSpPr/>
            <p:nvPr/>
          </p:nvSpPr>
          <p:spPr>
            <a:xfrm>
              <a:off x="2833051" y="2433864"/>
              <a:ext cx="200490" cy="352959"/>
            </a:xfrm>
            <a:custGeom>
              <a:rect b="b" l="l" r="r" t="t"/>
              <a:pathLst>
                <a:path extrusionOk="0" h="13561" w="7703">
                  <a:moveTo>
                    <a:pt x="948" y="0"/>
                  </a:moveTo>
                  <a:cubicBezTo>
                    <a:pt x="430" y="0"/>
                    <a:pt x="4" y="423"/>
                    <a:pt x="1" y="943"/>
                  </a:cubicBezTo>
                  <a:lnTo>
                    <a:pt x="1" y="12617"/>
                  </a:lnTo>
                  <a:cubicBezTo>
                    <a:pt x="4" y="13139"/>
                    <a:pt x="433" y="13560"/>
                    <a:pt x="955" y="13560"/>
                  </a:cubicBezTo>
                  <a:cubicBezTo>
                    <a:pt x="957" y="13560"/>
                    <a:pt x="959" y="13560"/>
                    <a:pt x="961" y="13560"/>
                  </a:cubicBezTo>
                  <a:lnTo>
                    <a:pt x="6742" y="13560"/>
                  </a:lnTo>
                  <a:cubicBezTo>
                    <a:pt x="6744" y="13560"/>
                    <a:pt x="6746" y="13560"/>
                    <a:pt x="6749" y="13560"/>
                  </a:cubicBezTo>
                  <a:cubicBezTo>
                    <a:pt x="7270" y="13560"/>
                    <a:pt x="7696" y="13139"/>
                    <a:pt x="7703" y="12617"/>
                  </a:cubicBezTo>
                  <a:lnTo>
                    <a:pt x="7703" y="943"/>
                  </a:lnTo>
                  <a:cubicBezTo>
                    <a:pt x="7696" y="423"/>
                    <a:pt x="7273" y="0"/>
                    <a:pt x="6751" y="0"/>
                  </a:cubicBezTo>
                  <a:cubicBezTo>
                    <a:pt x="6747" y="0"/>
                    <a:pt x="6743" y="0"/>
                    <a:pt x="6739" y="0"/>
                  </a:cubicBezTo>
                  <a:lnTo>
                    <a:pt x="961" y="0"/>
                  </a:lnTo>
                  <a:cubicBezTo>
                    <a:pt x="957" y="0"/>
                    <a:pt x="953" y="0"/>
                    <a:pt x="9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85"/>
            <p:cNvSpPr/>
            <p:nvPr/>
          </p:nvSpPr>
          <p:spPr>
            <a:xfrm>
              <a:off x="2833051" y="2468481"/>
              <a:ext cx="200490" cy="279978"/>
            </a:xfrm>
            <a:custGeom>
              <a:rect b="b" l="l" r="r" t="t"/>
              <a:pathLst>
                <a:path extrusionOk="0" h="10757" w="7703">
                  <a:moveTo>
                    <a:pt x="1" y="0"/>
                  </a:moveTo>
                  <a:lnTo>
                    <a:pt x="1" y="10756"/>
                  </a:lnTo>
                  <a:lnTo>
                    <a:pt x="7703" y="10756"/>
                  </a:lnTo>
                  <a:lnTo>
                    <a:pt x="77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85"/>
            <p:cNvSpPr/>
            <p:nvPr/>
          </p:nvSpPr>
          <p:spPr>
            <a:xfrm>
              <a:off x="3016310" y="2468481"/>
              <a:ext cx="17230" cy="279978"/>
            </a:xfrm>
            <a:custGeom>
              <a:rect b="b" l="l" r="r" t="t"/>
              <a:pathLst>
                <a:path extrusionOk="0" h="10757" w="662">
                  <a:moveTo>
                    <a:pt x="0" y="0"/>
                  </a:moveTo>
                  <a:lnTo>
                    <a:pt x="0" y="10756"/>
                  </a:lnTo>
                  <a:lnTo>
                    <a:pt x="662" y="10756"/>
                  </a:lnTo>
                  <a:lnTo>
                    <a:pt x="66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85"/>
            <p:cNvSpPr/>
            <p:nvPr/>
          </p:nvSpPr>
          <p:spPr>
            <a:xfrm>
              <a:off x="2939295" y="2542555"/>
              <a:ext cx="147446" cy="144895"/>
            </a:xfrm>
            <a:custGeom>
              <a:rect b="b" l="l" r="r" t="t"/>
              <a:pathLst>
                <a:path extrusionOk="0" h="5567" w="5665">
                  <a:moveTo>
                    <a:pt x="2833" y="1"/>
                  </a:moveTo>
                  <a:cubicBezTo>
                    <a:pt x="1267" y="1"/>
                    <a:pt x="0" y="1246"/>
                    <a:pt x="0" y="2784"/>
                  </a:cubicBezTo>
                  <a:cubicBezTo>
                    <a:pt x="0" y="4321"/>
                    <a:pt x="1267" y="5567"/>
                    <a:pt x="2833" y="5567"/>
                  </a:cubicBezTo>
                  <a:cubicBezTo>
                    <a:pt x="4398" y="5567"/>
                    <a:pt x="5665" y="4321"/>
                    <a:pt x="5665" y="2784"/>
                  </a:cubicBezTo>
                  <a:cubicBezTo>
                    <a:pt x="5665" y="1246"/>
                    <a:pt x="4398" y="1"/>
                    <a:pt x="2833"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85"/>
            <p:cNvSpPr/>
            <p:nvPr/>
          </p:nvSpPr>
          <p:spPr>
            <a:xfrm>
              <a:off x="2962824" y="2565641"/>
              <a:ext cx="100492" cy="98748"/>
            </a:xfrm>
            <a:custGeom>
              <a:rect b="b" l="l" r="r" t="t"/>
              <a:pathLst>
                <a:path extrusionOk="0" h="3794" w="3861">
                  <a:moveTo>
                    <a:pt x="1929" y="0"/>
                  </a:moveTo>
                  <a:cubicBezTo>
                    <a:pt x="862" y="0"/>
                    <a:pt x="0" y="848"/>
                    <a:pt x="0" y="1897"/>
                  </a:cubicBezTo>
                  <a:cubicBezTo>
                    <a:pt x="0" y="2942"/>
                    <a:pt x="862" y="3793"/>
                    <a:pt x="1929" y="3793"/>
                  </a:cubicBezTo>
                  <a:cubicBezTo>
                    <a:pt x="2995" y="3793"/>
                    <a:pt x="3860" y="2942"/>
                    <a:pt x="3860" y="1897"/>
                  </a:cubicBezTo>
                  <a:cubicBezTo>
                    <a:pt x="3860" y="848"/>
                    <a:pt x="2995" y="0"/>
                    <a:pt x="192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85"/>
            <p:cNvSpPr/>
            <p:nvPr/>
          </p:nvSpPr>
          <p:spPr>
            <a:xfrm>
              <a:off x="2827559" y="2428451"/>
              <a:ext cx="264778" cy="363864"/>
            </a:xfrm>
            <a:custGeom>
              <a:rect b="b" l="l" r="r" t="t"/>
              <a:pathLst>
                <a:path extrusionOk="0" h="13980" w="10173">
                  <a:moveTo>
                    <a:pt x="7703" y="12505"/>
                  </a:moveTo>
                  <a:lnTo>
                    <a:pt x="7703" y="12825"/>
                  </a:lnTo>
                  <a:cubicBezTo>
                    <a:pt x="7699" y="13231"/>
                    <a:pt x="7365" y="13561"/>
                    <a:pt x="6956" y="13561"/>
                  </a:cubicBezTo>
                  <a:cubicBezTo>
                    <a:pt x="6954" y="13561"/>
                    <a:pt x="6952" y="13561"/>
                    <a:pt x="6950" y="13561"/>
                  </a:cubicBezTo>
                  <a:lnTo>
                    <a:pt x="1172" y="13561"/>
                  </a:lnTo>
                  <a:cubicBezTo>
                    <a:pt x="764" y="13561"/>
                    <a:pt x="430" y="13234"/>
                    <a:pt x="426" y="12825"/>
                  </a:cubicBezTo>
                  <a:lnTo>
                    <a:pt x="426" y="12505"/>
                  </a:lnTo>
                  <a:close/>
                  <a:moveTo>
                    <a:pt x="1159" y="1"/>
                  </a:moveTo>
                  <a:cubicBezTo>
                    <a:pt x="525" y="1"/>
                    <a:pt x="8" y="515"/>
                    <a:pt x="1" y="1151"/>
                  </a:cubicBezTo>
                  <a:lnTo>
                    <a:pt x="1" y="10078"/>
                  </a:lnTo>
                  <a:cubicBezTo>
                    <a:pt x="6" y="10211"/>
                    <a:pt x="109" y="10278"/>
                    <a:pt x="212" y="10278"/>
                  </a:cubicBezTo>
                  <a:cubicBezTo>
                    <a:pt x="315" y="10278"/>
                    <a:pt x="418" y="10211"/>
                    <a:pt x="423" y="10078"/>
                  </a:cubicBezTo>
                  <a:lnTo>
                    <a:pt x="423" y="1746"/>
                  </a:lnTo>
                  <a:lnTo>
                    <a:pt x="4409" y="1746"/>
                  </a:lnTo>
                  <a:cubicBezTo>
                    <a:pt x="4525" y="1746"/>
                    <a:pt x="4617" y="1651"/>
                    <a:pt x="4617" y="1538"/>
                  </a:cubicBezTo>
                  <a:cubicBezTo>
                    <a:pt x="4617" y="1422"/>
                    <a:pt x="4525" y="1331"/>
                    <a:pt x="4409" y="1331"/>
                  </a:cubicBezTo>
                  <a:lnTo>
                    <a:pt x="423" y="1331"/>
                  </a:lnTo>
                  <a:lnTo>
                    <a:pt x="423" y="1155"/>
                  </a:lnTo>
                  <a:cubicBezTo>
                    <a:pt x="426" y="743"/>
                    <a:pt x="761" y="416"/>
                    <a:pt x="1172" y="416"/>
                  </a:cubicBezTo>
                  <a:lnTo>
                    <a:pt x="6950" y="416"/>
                  </a:lnTo>
                  <a:cubicBezTo>
                    <a:pt x="7358" y="416"/>
                    <a:pt x="7692" y="743"/>
                    <a:pt x="7696" y="1155"/>
                  </a:cubicBezTo>
                  <a:lnTo>
                    <a:pt x="7696" y="1331"/>
                  </a:lnTo>
                  <a:lnTo>
                    <a:pt x="5310" y="1331"/>
                  </a:lnTo>
                  <a:cubicBezTo>
                    <a:pt x="5032" y="1331"/>
                    <a:pt x="5032" y="1746"/>
                    <a:pt x="5310" y="1746"/>
                  </a:cubicBezTo>
                  <a:lnTo>
                    <a:pt x="7696" y="1746"/>
                  </a:lnTo>
                  <a:lnTo>
                    <a:pt x="7696" y="4233"/>
                  </a:lnTo>
                  <a:cubicBezTo>
                    <a:pt x="7503" y="4197"/>
                    <a:pt x="7310" y="4178"/>
                    <a:pt x="7117" y="4178"/>
                  </a:cubicBezTo>
                  <a:cubicBezTo>
                    <a:pt x="6318" y="4178"/>
                    <a:pt x="5540" y="4491"/>
                    <a:pt x="4958" y="5064"/>
                  </a:cubicBezTo>
                  <a:lnTo>
                    <a:pt x="1281" y="5064"/>
                  </a:lnTo>
                  <a:cubicBezTo>
                    <a:pt x="1007" y="5064"/>
                    <a:pt x="1007" y="5482"/>
                    <a:pt x="1281" y="5482"/>
                  </a:cubicBezTo>
                  <a:lnTo>
                    <a:pt x="4610" y="5482"/>
                  </a:lnTo>
                  <a:cubicBezTo>
                    <a:pt x="4529" y="5595"/>
                    <a:pt x="4455" y="5718"/>
                    <a:pt x="4392" y="5845"/>
                  </a:cubicBezTo>
                  <a:lnTo>
                    <a:pt x="2326" y="5845"/>
                  </a:lnTo>
                  <a:cubicBezTo>
                    <a:pt x="2048" y="5845"/>
                    <a:pt x="2048" y="6260"/>
                    <a:pt x="2326" y="6260"/>
                  </a:cubicBezTo>
                  <a:lnTo>
                    <a:pt x="4219" y="6260"/>
                  </a:lnTo>
                  <a:cubicBezTo>
                    <a:pt x="4124" y="6552"/>
                    <a:pt x="4075" y="6862"/>
                    <a:pt x="4075" y="7168"/>
                  </a:cubicBezTo>
                  <a:cubicBezTo>
                    <a:pt x="4075" y="7242"/>
                    <a:pt x="4079" y="7312"/>
                    <a:pt x="4082" y="7386"/>
                  </a:cubicBezTo>
                  <a:lnTo>
                    <a:pt x="1848" y="7386"/>
                  </a:lnTo>
                  <a:cubicBezTo>
                    <a:pt x="1570" y="7386"/>
                    <a:pt x="1570" y="7801"/>
                    <a:pt x="1848" y="7801"/>
                  </a:cubicBezTo>
                  <a:lnTo>
                    <a:pt x="4145" y="7801"/>
                  </a:lnTo>
                  <a:cubicBezTo>
                    <a:pt x="4159" y="7868"/>
                    <a:pt x="4177" y="7935"/>
                    <a:pt x="4195" y="8002"/>
                  </a:cubicBezTo>
                  <a:lnTo>
                    <a:pt x="3111" y="8002"/>
                  </a:lnTo>
                  <a:cubicBezTo>
                    <a:pt x="2833" y="8002"/>
                    <a:pt x="2833" y="8417"/>
                    <a:pt x="3111" y="8417"/>
                  </a:cubicBezTo>
                  <a:lnTo>
                    <a:pt x="4353" y="8417"/>
                  </a:lnTo>
                  <a:cubicBezTo>
                    <a:pt x="4858" y="9480"/>
                    <a:pt x="5931" y="10158"/>
                    <a:pt x="7109" y="10158"/>
                  </a:cubicBezTo>
                  <a:cubicBezTo>
                    <a:pt x="7112" y="10158"/>
                    <a:pt x="7115" y="10158"/>
                    <a:pt x="7118" y="10158"/>
                  </a:cubicBezTo>
                  <a:cubicBezTo>
                    <a:pt x="7312" y="10158"/>
                    <a:pt x="7506" y="10141"/>
                    <a:pt x="7696" y="10106"/>
                  </a:cubicBezTo>
                  <a:lnTo>
                    <a:pt x="7696" y="12087"/>
                  </a:lnTo>
                  <a:lnTo>
                    <a:pt x="423" y="12087"/>
                  </a:lnTo>
                  <a:lnTo>
                    <a:pt x="423" y="10943"/>
                  </a:lnTo>
                  <a:cubicBezTo>
                    <a:pt x="418" y="10809"/>
                    <a:pt x="315" y="10742"/>
                    <a:pt x="212" y="10742"/>
                  </a:cubicBezTo>
                  <a:cubicBezTo>
                    <a:pt x="109" y="10742"/>
                    <a:pt x="6" y="10809"/>
                    <a:pt x="1" y="10943"/>
                  </a:cubicBezTo>
                  <a:lnTo>
                    <a:pt x="1" y="12825"/>
                  </a:lnTo>
                  <a:cubicBezTo>
                    <a:pt x="8" y="13467"/>
                    <a:pt x="528" y="13979"/>
                    <a:pt x="1166" y="13979"/>
                  </a:cubicBezTo>
                  <a:cubicBezTo>
                    <a:pt x="1168" y="13979"/>
                    <a:pt x="1170" y="13979"/>
                    <a:pt x="1172" y="13979"/>
                  </a:cubicBezTo>
                  <a:lnTo>
                    <a:pt x="6950" y="13979"/>
                  </a:lnTo>
                  <a:cubicBezTo>
                    <a:pt x="6952" y="13979"/>
                    <a:pt x="6954" y="13979"/>
                    <a:pt x="6956" y="13979"/>
                  </a:cubicBezTo>
                  <a:cubicBezTo>
                    <a:pt x="7597" y="13979"/>
                    <a:pt x="8118" y="13467"/>
                    <a:pt x="8125" y="12825"/>
                  </a:cubicBezTo>
                  <a:lnTo>
                    <a:pt x="8125" y="9993"/>
                  </a:lnTo>
                  <a:cubicBezTo>
                    <a:pt x="9314" y="9585"/>
                    <a:pt x="10169" y="8473"/>
                    <a:pt x="10169" y="7168"/>
                  </a:cubicBezTo>
                  <a:cubicBezTo>
                    <a:pt x="10173" y="6717"/>
                    <a:pt x="10067" y="6271"/>
                    <a:pt x="9870" y="5866"/>
                  </a:cubicBezTo>
                  <a:cubicBezTo>
                    <a:pt x="9832" y="5793"/>
                    <a:pt x="9756" y="5750"/>
                    <a:pt x="9678" y="5750"/>
                  </a:cubicBezTo>
                  <a:cubicBezTo>
                    <a:pt x="9646" y="5750"/>
                    <a:pt x="9615" y="5757"/>
                    <a:pt x="9585" y="5771"/>
                  </a:cubicBezTo>
                  <a:cubicBezTo>
                    <a:pt x="9479" y="5820"/>
                    <a:pt x="9437" y="5943"/>
                    <a:pt x="9486" y="6049"/>
                  </a:cubicBezTo>
                  <a:cubicBezTo>
                    <a:pt x="9659" y="6397"/>
                    <a:pt x="9747" y="6781"/>
                    <a:pt x="9747" y="7168"/>
                  </a:cubicBezTo>
                  <a:cubicBezTo>
                    <a:pt x="9747" y="8589"/>
                    <a:pt x="8572" y="9743"/>
                    <a:pt x="7126" y="9743"/>
                  </a:cubicBezTo>
                  <a:cubicBezTo>
                    <a:pt x="5679" y="9743"/>
                    <a:pt x="4504" y="8586"/>
                    <a:pt x="4504" y="7168"/>
                  </a:cubicBezTo>
                  <a:cubicBezTo>
                    <a:pt x="4504" y="5750"/>
                    <a:pt x="5679" y="4592"/>
                    <a:pt x="7126" y="4592"/>
                  </a:cubicBezTo>
                  <a:cubicBezTo>
                    <a:pt x="7850" y="4592"/>
                    <a:pt x="8543" y="4891"/>
                    <a:pt x="9043" y="5416"/>
                  </a:cubicBezTo>
                  <a:cubicBezTo>
                    <a:pt x="9086" y="5458"/>
                    <a:pt x="9143" y="5480"/>
                    <a:pt x="9201" y="5480"/>
                  </a:cubicBezTo>
                  <a:cubicBezTo>
                    <a:pt x="9252" y="5480"/>
                    <a:pt x="9304" y="5463"/>
                    <a:pt x="9346" y="5426"/>
                  </a:cubicBezTo>
                  <a:cubicBezTo>
                    <a:pt x="9430" y="5345"/>
                    <a:pt x="9434" y="5215"/>
                    <a:pt x="9356" y="5131"/>
                  </a:cubicBezTo>
                  <a:cubicBezTo>
                    <a:pt x="9015" y="4772"/>
                    <a:pt x="8593" y="4501"/>
                    <a:pt x="8125" y="4342"/>
                  </a:cubicBezTo>
                  <a:lnTo>
                    <a:pt x="8125" y="1151"/>
                  </a:lnTo>
                  <a:cubicBezTo>
                    <a:pt x="8118" y="515"/>
                    <a:pt x="7601" y="1"/>
                    <a:pt x="6963" y="1"/>
                  </a:cubicBezTo>
                  <a:cubicBezTo>
                    <a:pt x="6958" y="1"/>
                    <a:pt x="6954" y="1"/>
                    <a:pt x="6950" y="1"/>
                  </a:cubicBezTo>
                  <a:lnTo>
                    <a:pt x="1172" y="1"/>
                  </a:lnTo>
                  <a:cubicBezTo>
                    <a:pt x="1168" y="1"/>
                    <a:pt x="1164"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85"/>
            <p:cNvSpPr/>
            <p:nvPr/>
          </p:nvSpPr>
          <p:spPr>
            <a:xfrm>
              <a:off x="2957228" y="2600805"/>
              <a:ext cx="12311" cy="19703"/>
            </a:xfrm>
            <a:custGeom>
              <a:rect b="b" l="l" r="r" t="t"/>
              <a:pathLst>
                <a:path extrusionOk="0" h="757" w="473">
                  <a:moveTo>
                    <a:pt x="243" y="0"/>
                  </a:moveTo>
                  <a:cubicBezTo>
                    <a:pt x="142" y="0"/>
                    <a:pt x="55" y="70"/>
                    <a:pt x="36" y="173"/>
                  </a:cubicBezTo>
                  <a:cubicBezTo>
                    <a:pt x="15" y="296"/>
                    <a:pt x="1" y="419"/>
                    <a:pt x="1" y="546"/>
                  </a:cubicBezTo>
                  <a:cubicBezTo>
                    <a:pt x="4" y="662"/>
                    <a:pt x="96" y="757"/>
                    <a:pt x="215" y="757"/>
                  </a:cubicBezTo>
                  <a:cubicBezTo>
                    <a:pt x="328" y="757"/>
                    <a:pt x="423" y="665"/>
                    <a:pt x="427" y="549"/>
                  </a:cubicBezTo>
                  <a:lnTo>
                    <a:pt x="427" y="546"/>
                  </a:lnTo>
                  <a:cubicBezTo>
                    <a:pt x="427" y="444"/>
                    <a:pt x="434" y="345"/>
                    <a:pt x="451" y="247"/>
                  </a:cubicBezTo>
                  <a:cubicBezTo>
                    <a:pt x="472" y="131"/>
                    <a:pt x="395" y="25"/>
                    <a:pt x="282" y="4"/>
                  </a:cubicBezTo>
                  <a:cubicBezTo>
                    <a:pt x="269" y="1"/>
                    <a:pt x="25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85"/>
            <p:cNvSpPr/>
            <p:nvPr/>
          </p:nvSpPr>
          <p:spPr>
            <a:xfrm>
              <a:off x="2982865" y="2653016"/>
              <a:ext cx="20822" cy="14393"/>
            </a:xfrm>
            <a:custGeom>
              <a:rect b="b" l="l" r="r" t="t"/>
              <a:pathLst>
                <a:path extrusionOk="0" h="553" w="800">
                  <a:moveTo>
                    <a:pt x="243" y="0"/>
                  </a:moveTo>
                  <a:cubicBezTo>
                    <a:pt x="168" y="0"/>
                    <a:pt x="96" y="39"/>
                    <a:pt x="57" y="109"/>
                  </a:cubicBezTo>
                  <a:cubicBezTo>
                    <a:pt x="1" y="211"/>
                    <a:pt x="40" y="341"/>
                    <a:pt x="145" y="394"/>
                  </a:cubicBezTo>
                  <a:cubicBezTo>
                    <a:pt x="258" y="454"/>
                    <a:pt x="374" y="503"/>
                    <a:pt x="497" y="542"/>
                  </a:cubicBezTo>
                  <a:cubicBezTo>
                    <a:pt x="518" y="549"/>
                    <a:pt x="539" y="552"/>
                    <a:pt x="560" y="552"/>
                  </a:cubicBezTo>
                  <a:cubicBezTo>
                    <a:pt x="652" y="552"/>
                    <a:pt x="733" y="492"/>
                    <a:pt x="764" y="408"/>
                  </a:cubicBezTo>
                  <a:cubicBezTo>
                    <a:pt x="800" y="295"/>
                    <a:pt x="740" y="176"/>
                    <a:pt x="627" y="144"/>
                  </a:cubicBezTo>
                  <a:cubicBezTo>
                    <a:pt x="529" y="112"/>
                    <a:pt x="434" y="74"/>
                    <a:pt x="342" y="25"/>
                  </a:cubicBezTo>
                  <a:cubicBezTo>
                    <a:pt x="310" y="8"/>
                    <a:pt x="27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85"/>
            <p:cNvSpPr/>
            <p:nvPr/>
          </p:nvSpPr>
          <p:spPr>
            <a:xfrm>
              <a:off x="2966129" y="2573970"/>
              <a:ext cx="18245" cy="17517"/>
            </a:xfrm>
            <a:custGeom>
              <a:rect b="b" l="l" r="r" t="t"/>
              <a:pathLst>
                <a:path extrusionOk="0" h="673" w="701">
                  <a:moveTo>
                    <a:pt x="466" y="1"/>
                  </a:moveTo>
                  <a:cubicBezTo>
                    <a:pt x="413" y="1"/>
                    <a:pt x="361" y="19"/>
                    <a:pt x="320" y="57"/>
                  </a:cubicBezTo>
                  <a:cubicBezTo>
                    <a:pt x="229" y="145"/>
                    <a:pt x="144" y="240"/>
                    <a:pt x="67" y="342"/>
                  </a:cubicBezTo>
                  <a:cubicBezTo>
                    <a:pt x="0" y="437"/>
                    <a:pt x="21" y="567"/>
                    <a:pt x="116" y="634"/>
                  </a:cubicBezTo>
                  <a:cubicBezTo>
                    <a:pt x="152" y="660"/>
                    <a:pt x="195" y="673"/>
                    <a:pt x="238" y="673"/>
                  </a:cubicBezTo>
                  <a:cubicBezTo>
                    <a:pt x="304" y="673"/>
                    <a:pt x="369" y="643"/>
                    <a:pt x="412" y="588"/>
                  </a:cubicBezTo>
                  <a:cubicBezTo>
                    <a:pt x="472" y="504"/>
                    <a:pt x="538" y="430"/>
                    <a:pt x="612" y="359"/>
                  </a:cubicBezTo>
                  <a:cubicBezTo>
                    <a:pt x="697" y="278"/>
                    <a:pt x="700" y="145"/>
                    <a:pt x="619" y="64"/>
                  </a:cubicBezTo>
                  <a:cubicBezTo>
                    <a:pt x="578" y="22"/>
                    <a:pt x="522" y="1"/>
                    <a:pt x="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85"/>
            <p:cNvSpPr/>
            <p:nvPr/>
          </p:nvSpPr>
          <p:spPr>
            <a:xfrm>
              <a:off x="2961445" y="2630944"/>
              <a:ext cx="17256" cy="18506"/>
            </a:xfrm>
            <a:custGeom>
              <a:rect b="b" l="l" r="r" t="t"/>
              <a:pathLst>
                <a:path extrusionOk="0" h="711" w="663">
                  <a:moveTo>
                    <a:pt x="243" y="1"/>
                  </a:moveTo>
                  <a:cubicBezTo>
                    <a:pt x="213" y="1"/>
                    <a:pt x="182" y="7"/>
                    <a:pt x="152" y="21"/>
                  </a:cubicBezTo>
                  <a:cubicBezTo>
                    <a:pt x="46" y="70"/>
                    <a:pt x="1" y="197"/>
                    <a:pt x="53" y="299"/>
                  </a:cubicBezTo>
                  <a:cubicBezTo>
                    <a:pt x="110" y="415"/>
                    <a:pt x="173" y="524"/>
                    <a:pt x="250" y="626"/>
                  </a:cubicBezTo>
                  <a:cubicBezTo>
                    <a:pt x="292" y="681"/>
                    <a:pt x="356" y="710"/>
                    <a:pt x="420" y="710"/>
                  </a:cubicBezTo>
                  <a:cubicBezTo>
                    <a:pt x="464" y="710"/>
                    <a:pt x="508" y="697"/>
                    <a:pt x="546" y="668"/>
                  </a:cubicBezTo>
                  <a:cubicBezTo>
                    <a:pt x="641" y="602"/>
                    <a:pt x="662" y="471"/>
                    <a:pt x="592" y="380"/>
                  </a:cubicBezTo>
                  <a:cubicBezTo>
                    <a:pt x="532" y="295"/>
                    <a:pt x="479" y="211"/>
                    <a:pt x="433" y="120"/>
                  </a:cubicBezTo>
                  <a:cubicBezTo>
                    <a:pt x="395" y="44"/>
                    <a:pt x="321"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85"/>
            <p:cNvSpPr/>
            <p:nvPr/>
          </p:nvSpPr>
          <p:spPr>
            <a:xfrm>
              <a:off x="3041661" y="2638545"/>
              <a:ext cx="18245" cy="17490"/>
            </a:xfrm>
            <a:custGeom>
              <a:rect b="b" l="l" r="r" t="t"/>
              <a:pathLst>
                <a:path extrusionOk="0" h="672" w="701">
                  <a:moveTo>
                    <a:pt x="460" y="0"/>
                  </a:moveTo>
                  <a:cubicBezTo>
                    <a:pt x="396" y="0"/>
                    <a:pt x="331" y="30"/>
                    <a:pt x="289" y="84"/>
                  </a:cubicBezTo>
                  <a:cubicBezTo>
                    <a:pt x="230" y="169"/>
                    <a:pt x="163" y="243"/>
                    <a:pt x="89" y="313"/>
                  </a:cubicBezTo>
                  <a:cubicBezTo>
                    <a:pt x="4" y="391"/>
                    <a:pt x="1" y="524"/>
                    <a:pt x="82" y="609"/>
                  </a:cubicBezTo>
                  <a:cubicBezTo>
                    <a:pt x="120" y="651"/>
                    <a:pt x="177" y="672"/>
                    <a:pt x="233" y="672"/>
                  </a:cubicBezTo>
                  <a:cubicBezTo>
                    <a:pt x="289" y="672"/>
                    <a:pt x="342" y="654"/>
                    <a:pt x="381" y="616"/>
                  </a:cubicBezTo>
                  <a:cubicBezTo>
                    <a:pt x="472" y="528"/>
                    <a:pt x="557" y="433"/>
                    <a:pt x="634" y="331"/>
                  </a:cubicBezTo>
                  <a:cubicBezTo>
                    <a:pt x="701" y="239"/>
                    <a:pt x="680" y="109"/>
                    <a:pt x="585" y="42"/>
                  </a:cubicBezTo>
                  <a:cubicBezTo>
                    <a:pt x="548" y="14"/>
                    <a:pt x="504" y="0"/>
                    <a:pt x="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85"/>
            <p:cNvSpPr/>
            <p:nvPr/>
          </p:nvSpPr>
          <p:spPr>
            <a:xfrm>
              <a:off x="3056497" y="2609628"/>
              <a:ext cx="12311" cy="19599"/>
            </a:xfrm>
            <a:custGeom>
              <a:rect b="b" l="l" r="r" t="t"/>
              <a:pathLst>
                <a:path extrusionOk="0" h="753" w="473">
                  <a:moveTo>
                    <a:pt x="259" y="0"/>
                  </a:moveTo>
                  <a:cubicBezTo>
                    <a:pt x="156" y="0"/>
                    <a:pt x="54" y="68"/>
                    <a:pt x="47" y="203"/>
                  </a:cubicBezTo>
                  <a:lnTo>
                    <a:pt x="47" y="207"/>
                  </a:lnTo>
                  <a:cubicBezTo>
                    <a:pt x="47" y="309"/>
                    <a:pt x="40" y="411"/>
                    <a:pt x="22" y="509"/>
                  </a:cubicBezTo>
                  <a:cubicBezTo>
                    <a:pt x="1" y="622"/>
                    <a:pt x="78" y="731"/>
                    <a:pt x="191" y="752"/>
                  </a:cubicBezTo>
                  <a:lnTo>
                    <a:pt x="230" y="752"/>
                  </a:lnTo>
                  <a:cubicBezTo>
                    <a:pt x="332" y="752"/>
                    <a:pt x="420" y="682"/>
                    <a:pt x="437" y="583"/>
                  </a:cubicBezTo>
                  <a:cubicBezTo>
                    <a:pt x="458" y="457"/>
                    <a:pt x="472" y="333"/>
                    <a:pt x="472" y="207"/>
                  </a:cubicBezTo>
                  <a:lnTo>
                    <a:pt x="472" y="203"/>
                  </a:lnTo>
                  <a:cubicBezTo>
                    <a:pt x="465" y="68"/>
                    <a:pt x="362" y="0"/>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85"/>
            <p:cNvSpPr/>
            <p:nvPr/>
          </p:nvSpPr>
          <p:spPr>
            <a:xfrm>
              <a:off x="3047335" y="2580477"/>
              <a:ext cx="17152" cy="18427"/>
            </a:xfrm>
            <a:custGeom>
              <a:rect b="b" l="l" r="r" t="t"/>
              <a:pathLst>
                <a:path extrusionOk="0" h="708" w="659">
                  <a:moveTo>
                    <a:pt x="239" y="1"/>
                  </a:moveTo>
                  <a:cubicBezTo>
                    <a:pt x="196" y="1"/>
                    <a:pt x="152" y="14"/>
                    <a:pt x="114" y="43"/>
                  </a:cubicBezTo>
                  <a:cubicBezTo>
                    <a:pt x="22" y="109"/>
                    <a:pt x="1" y="240"/>
                    <a:pt x="71" y="331"/>
                  </a:cubicBezTo>
                  <a:cubicBezTo>
                    <a:pt x="131" y="415"/>
                    <a:pt x="184" y="500"/>
                    <a:pt x="230" y="591"/>
                  </a:cubicBezTo>
                  <a:cubicBezTo>
                    <a:pt x="265" y="662"/>
                    <a:pt x="339" y="707"/>
                    <a:pt x="420" y="707"/>
                  </a:cubicBezTo>
                  <a:cubicBezTo>
                    <a:pt x="451" y="707"/>
                    <a:pt x="483" y="700"/>
                    <a:pt x="511" y="686"/>
                  </a:cubicBezTo>
                  <a:cubicBezTo>
                    <a:pt x="617" y="637"/>
                    <a:pt x="659" y="514"/>
                    <a:pt x="610" y="408"/>
                  </a:cubicBezTo>
                  <a:cubicBezTo>
                    <a:pt x="553" y="296"/>
                    <a:pt x="487" y="187"/>
                    <a:pt x="409" y="85"/>
                  </a:cubicBezTo>
                  <a:cubicBezTo>
                    <a:pt x="367" y="30"/>
                    <a:pt x="304"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85"/>
            <p:cNvSpPr/>
            <p:nvPr/>
          </p:nvSpPr>
          <p:spPr>
            <a:xfrm>
              <a:off x="3012276" y="2656530"/>
              <a:ext cx="22540" cy="12884"/>
            </a:xfrm>
            <a:custGeom>
              <a:rect b="b" l="l" r="r" t="t"/>
              <a:pathLst>
                <a:path extrusionOk="0" h="495" w="866">
                  <a:moveTo>
                    <a:pt x="628" y="1"/>
                  </a:moveTo>
                  <a:cubicBezTo>
                    <a:pt x="605" y="1"/>
                    <a:pt x="582" y="5"/>
                    <a:pt x="560" y="13"/>
                  </a:cubicBezTo>
                  <a:cubicBezTo>
                    <a:pt x="461" y="44"/>
                    <a:pt x="363" y="65"/>
                    <a:pt x="261" y="80"/>
                  </a:cubicBezTo>
                  <a:cubicBezTo>
                    <a:pt x="0" y="111"/>
                    <a:pt x="29" y="495"/>
                    <a:pt x="289" y="495"/>
                  </a:cubicBezTo>
                  <a:lnTo>
                    <a:pt x="289" y="491"/>
                  </a:lnTo>
                  <a:lnTo>
                    <a:pt x="317" y="491"/>
                  </a:lnTo>
                  <a:cubicBezTo>
                    <a:pt x="444" y="474"/>
                    <a:pt x="570" y="445"/>
                    <a:pt x="690" y="407"/>
                  </a:cubicBezTo>
                  <a:cubicBezTo>
                    <a:pt x="803" y="372"/>
                    <a:pt x="866" y="255"/>
                    <a:pt x="827" y="143"/>
                  </a:cubicBezTo>
                  <a:cubicBezTo>
                    <a:pt x="797" y="56"/>
                    <a:pt x="715" y="1"/>
                    <a:pt x="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85"/>
            <p:cNvSpPr/>
            <p:nvPr/>
          </p:nvSpPr>
          <p:spPr>
            <a:xfrm>
              <a:off x="3022245" y="2562622"/>
              <a:ext cx="20822" cy="14315"/>
            </a:xfrm>
            <a:custGeom>
              <a:rect b="b" l="l" r="r" t="t"/>
              <a:pathLst>
                <a:path extrusionOk="0" h="550" w="800">
                  <a:moveTo>
                    <a:pt x="237" y="0"/>
                  </a:moveTo>
                  <a:cubicBezTo>
                    <a:pt x="150" y="0"/>
                    <a:pt x="67" y="54"/>
                    <a:pt x="36" y="141"/>
                  </a:cubicBezTo>
                  <a:cubicBezTo>
                    <a:pt x="1" y="254"/>
                    <a:pt x="61" y="373"/>
                    <a:pt x="173" y="405"/>
                  </a:cubicBezTo>
                  <a:cubicBezTo>
                    <a:pt x="272" y="436"/>
                    <a:pt x="367" y="475"/>
                    <a:pt x="458" y="524"/>
                  </a:cubicBezTo>
                  <a:cubicBezTo>
                    <a:pt x="486" y="542"/>
                    <a:pt x="522" y="549"/>
                    <a:pt x="557" y="549"/>
                  </a:cubicBezTo>
                  <a:cubicBezTo>
                    <a:pt x="634" y="549"/>
                    <a:pt x="705" y="507"/>
                    <a:pt x="743" y="440"/>
                  </a:cubicBezTo>
                  <a:cubicBezTo>
                    <a:pt x="800" y="338"/>
                    <a:pt x="757" y="211"/>
                    <a:pt x="655" y="159"/>
                  </a:cubicBezTo>
                  <a:cubicBezTo>
                    <a:pt x="543" y="99"/>
                    <a:pt x="427" y="49"/>
                    <a:pt x="303" y="11"/>
                  </a:cubicBezTo>
                  <a:cubicBezTo>
                    <a:pt x="282" y="4"/>
                    <a:pt x="259" y="0"/>
                    <a:pt x="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85"/>
            <p:cNvSpPr/>
            <p:nvPr/>
          </p:nvSpPr>
          <p:spPr>
            <a:xfrm>
              <a:off x="2991220" y="2560748"/>
              <a:ext cx="20796" cy="12780"/>
            </a:xfrm>
            <a:custGeom>
              <a:rect b="b" l="l" r="r" t="t"/>
              <a:pathLst>
                <a:path extrusionOk="0" h="491" w="799">
                  <a:moveTo>
                    <a:pt x="573" y="0"/>
                  </a:moveTo>
                  <a:cubicBezTo>
                    <a:pt x="564" y="0"/>
                    <a:pt x="555" y="1"/>
                    <a:pt x="545" y="2"/>
                  </a:cubicBezTo>
                  <a:cubicBezTo>
                    <a:pt x="419" y="19"/>
                    <a:pt x="296" y="48"/>
                    <a:pt x="173" y="86"/>
                  </a:cubicBezTo>
                  <a:cubicBezTo>
                    <a:pt x="60" y="121"/>
                    <a:pt x="0" y="241"/>
                    <a:pt x="35" y="350"/>
                  </a:cubicBezTo>
                  <a:cubicBezTo>
                    <a:pt x="67" y="435"/>
                    <a:pt x="148" y="491"/>
                    <a:pt x="239" y="491"/>
                  </a:cubicBezTo>
                  <a:cubicBezTo>
                    <a:pt x="260" y="491"/>
                    <a:pt x="282" y="487"/>
                    <a:pt x="303" y="480"/>
                  </a:cubicBezTo>
                  <a:cubicBezTo>
                    <a:pt x="401" y="449"/>
                    <a:pt x="503" y="428"/>
                    <a:pt x="605" y="413"/>
                  </a:cubicBezTo>
                  <a:cubicBezTo>
                    <a:pt x="718" y="399"/>
                    <a:pt x="799" y="294"/>
                    <a:pt x="785" y="178"/>
                  </a:cubicBezTo>
                  <a:cubicBezTo>
                    <a:pt x="769" y="74"/>
                    <a:pt x="678" y="0"/>
                    <a:pt x="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85"/>
            <p:cNvSpPr/>
            <p:nvPr/>
          </p:nvSpPr>
          <p:spPr>
            <a:xfrm>
              <a:off x="2995410" y="2583783"/>
              <a:ext cx="35840" cy="64106"/>
            </a:xfrm>
            <a:custGeom>
              <a:rect b="b" l="l" r="r" t="t"/>
              <a:pathLst>
                <a:path extrusionOk="0" h="2463" w="1377">
                  <a:moveTo>
                    <a:pt x="691" y="1"/>
                  </a:moveTo>
                  <a:cubicBezTo>
                    <a:pt x="588" y="1"/>
                    <a:pt x="485" y="69"/>
                    <a:pt x="479" y="204"/>
                  </a:cubicBezTo>
                  <a:lnTo>
                    <a:pt x="479" y="387"/>
                  </a:lnTo>
                  <a:cubicBezTo>
                    <a:pt x="202" y="426"/>
                    <a:pt x="1" y="675"/>
                    <a:pt x="26" y="953"/>
                  </a:cubicBezTo>
                  <a:cubicBezTo>
                    <a:pt x="50" y="1225"/>
                    <a:pt x="275" y="1436"/>
                    <a:pt x="548" y="1436"/>
                  </a:cubicBezTo>
                  <a:cubicBezTo>
                    <a:pt x="554" y="1436"/>
                    <a:pt x="561" y="1436"/>
                    <a:pt x="567" y="1435"/>
                  </a:cubicBezTo>
                  <a:lnTo>
                    <a:pt x="817" y="1435"/>
                  </a:lnTo>
                  <a:cubicBezTo>
                    <a:pt x="820" y="1435"/>
                    <a:pt x="822" y="1435"/>
                    <a:pt x="824" y="1435"/>
                  </a:cubicBezTo>
                  <a:cubicBezTo>
                    <a:pt x="972" y="1435"/>
                    <a:pt x="973" y="1661"/>
                    <a:pt x="827" y="1661"/>
                  </a:cubicBezTo>
                  <a:cubicBezTo>
                    <a:pt x="824" y="1661"/>
                    <a:pt x="821" y="1661"/>
                    <a:pt x="817" y="1661"/>
                  </a:cubicBezTo>
                  <a:lnTo>
                    <a:pt x="448" y="1661"/>
                  </a:lnTo>
                  <a:cubicBezTo>
                    <a:pt x="425" y="1545"/>
                    <a:pt x="334" y="1491"/>
                    <a:pt x="243" y="1491"/>
                  </a:cubicBezTo>
                  <a:cubicBezTo>
                    <a:pt x="136" y="1491"/>
                    <a:pt x="29" y="1565"/>
                    <a:pt x="29" y="1703"/>
                  </a:cubicBezTo>
                  <a:cubicBezTo>
                    <a:pt x="29" y="1910"/>
                    <a:pt x="202" y="2079"/>
                    <a:pt x="413" y="2079"/>
                  </a:cubicBezTo>
                  <a:lnTo>
                    <a:pt x="479" y="2079"/>
                  </a:lnTo>
                  <a:lnTo>
                    <a:pt x="479" y="2255"/>
                  </a:lnTo>
                  <a:cubicBezTo>
                    <a:pt x="479" y="2371"/>
                    <a:pt x="571" y="2463"/>
                    <a:pt x="687" y="2463"/>
                  </a:cubicBezTo>
                  <a:cubicBezTo>
                    <a:pt x="803" y="2463"/>
                    <a:pt x="898" y="2371"/>
                    <a:pt x="902" y="2255"/>
                  </a:cubicBezTo>
                  <a:lnTo>
                    <a:pt x="902" y="2072"/>
                  </a:lnTo>
                  <a:cubicBezTo>
                    <a:pt x="1176" y="2034"/>
                    <a:pt x="1377" y="1784"/>
                    <a:pt x="1352" y="1506"/>
                  </a:cubicBezTo>
                  <a:cubicBezTo>
                    <a:pt x="1331" y="1229"/>
                    <a:pt x="1099" y="1020"/>
                    <a:pt x="827" y="1020"/>
                  </a:cubicBezTo>
                  <a:cubicBezTo>
                    <a:pt x="823" y="1020"/>
                    <a:pt x="818" y="1020"/>
                    <a:pt x="814" y="1020"/>
                  </a:cubicBezTo>
                  <a:lnTo>
                    <a:pt x="567" y="1020"/>
                  </a:lnTo>
                  <a:cubicBezTo>
                    <a:pt x="564" y="1021"/>
                    <a:pt x="561" y="1021"/>
                    <a:pt x="557" y="1021"/>
                  </a:cubicBezTo>
                  <a:cubicBezTo>
                    <a:pt x="409" y="1021"/>
                    <a:pt x="409" y="795"/>
                    <a:pt x="557" y="795"/>
                  </a:cubicBezTo>
                  <a:cubicBezTo>
                    <a:pt x="561" y="795"/>
                    <a:pt x="564" y="795"/>
                    <a:pt x="567" y="795"/>
                  </a:cubicBezTo>
                  <a:lnTo>
                    <a:pt x="933" y="795"/>
                  </a:lnTo>
                  <a:cubicBezTo>
                    <a:pt x="956" y="913"/>
                    <a:pt x="1048" y="968"/>
                    <a:pt x="1140" y="968"/>
                  </a:cubicBezTo>
                  <a:cubicBezTo>
                    <a:pt x="1246" y="968"/>
                    <a:pt x="1352" y="894"/>
                    <a:pt x="1352" y="756"/>
                  </a:cubicBezTo>
                  <a:cubicBezTo>
                    <a:pt x="1352" y="545"/>
                    <a:pt x="1180" y="380"/>
                    <a:pt x="969" y="380"/>
                  </a:cubicBezTo>
                  <a:lnTo>
                    <a:pt x="902" y="380"/>
                  </a:lnTo>
                  <a:lnTo>
                    <a:pt x="902" y="204"/>
                  </a:lnTo>
                  <a:cubicBezTo>
                    <a:pt x="896" y="69"/>
                    <a:pt x="79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4" name="Google Shape;18064;p85"/>
          <p:cNvGrpSpPr/>
          <p:nvPr/>
        </p:nvGrpSpPr>
        <p:grpSpPr>
          <a:xfrm>
            <a:off x="7488303" y="2436571"/>
            <a:ext cx="352490" cy="347493"/>
            <a:chOff x="7488303" y="2436571"/>
            <a:chExt cx="352490" cy="347493"/>
          </a:xfrm>
        </p:grpSpPr>
        <p:sp>
          <p:nvSpPr>
            <p:cNvPr id="18065" name="Google Shape;18065;p85"/>
            <p:cNvSpPr/>
            <p:nvPr/>
          </p:nvSpPr>
          <p:spPr>
            <a:xfrm>
              <a:off x="7494810" y="2545939"/>
              <a:ext cx="154057" cy="73840"/>
            </a:xfrm>
            <a:custGeom>
              <a:rect b="b" l="l" r="r" t="t"/>
              <a:pathLst>
                <a:path extrusionOk="0" h="2837" w="5919">
                  <a:moveTo>
                    <a:pt x="5918" y="1"/>
                  </a:moveTo>
                  <a:lnTo>
                    <a:pt x="4623" y="106"/>
                  </a:lnTo>
                  <a:cubicBezTo>
                    <a:pt x="2931" y="247"/>
                    <a:pt x="1341" y="986"/>
                    <a:pt x="141" y="2186"/>
                  </a:cubicBezTo>
                  <a:cubicBezTo>
                    <a:pt x="0" y="2327"/>
                    <a:pt x="88" y="2573"/>
                    <a:pt x="289" y="2590"/>
                  </a:cubicBezTo>
                  <a:lnTo>
                    <a:pt x="3082" y="2837"/>
                  </a:lnTo>
                  <a:lnTo>
                    <a:pt x="5918"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85"/>
            <p:cNvSpPr/>
            <p:nvPr/>
          </p:nvSpPr>
          <p:spPr>
            <a:xfrm>
              <a:off x="7656259" y="2627092"/>
              <a:ext cx="73736" cy="152183"/>
            </a:xfrm>
            <a:custGeom>
              <a:rect b="b" l="l" r="r" t="t"/>
              <a:pathLst>
                <a:path extrusionOk="0" h="5847" w="2833">
                  <a:moveTo>
                    <a:pt x="2833" y="0"/>
                  </a:moveTo>
                  <a:lnTo>
                    <a:pt x="0" y="2836"/>
                  </a:lnTo>
                  <a:lnTo>
                    <a:pt x="246" y="5630"/>
                  </a:lnTo>
                  <a:cubicBezTo>
                    <a:pt x="258" y="5763"/>
                    <a:pt x="369" y="5846"/>
                    <a:pt x="483" y="5846"/>
                  </a:cubicBezTo>
                  <a:cubicBezTo>
                    <a:pt x="541" y="5846"/>
                    <a:pt x="600" y="5825"/>
                    <a:pt x="648" y="5777"/>
                  </a:cubicBezTo>
                  <a:cubicBezTo>
                    <a:pt x="1851" y="4578"/>
                    <a:pt x="2586" y="2987"/>
                    <a:pt x="2727" y="1295"/>
                  </a:cubicBezTo>
                  <a:lnTo>
                    <a:pt x="2833"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85"/>
            <p:cNvSpPr/>
            <p:nvPr/>
          </p:nvSpPr>
          <p:spPr>
            <a:xfrm>
              <a:off x="7494706" y="2549791"/>
              <a:ext cx="111007" cy="64496"/>
            </a:xfrm>
            <a:custGeom>
              <a:rect b="b" l="l" r="r" t="t"/>
              <a:pathLst>
                <a:path extrusionOk="0" h="2478" w="4265">
                  <a:moveTo>
                    <a:pt x="4265" y="1"/>
                  </a:moveTo>
                  <a:lnTo>
                    <a:pt x="4265" y="1"/>
                  </a:lnTo>
                  <a:cubicBezTo>
                    <a:pt x="2706" y="208"/>
                    <a:pt x="1257" y="926"/>
                    <a:pt x="145" y="2038"/>
                  </a:cubicBezTo>
                  <a:cubicBezTo>
                    <a:pt x="1" y="2182"/>
                    <a:pt x="92" y="2425"/>
                    <a:pt x="293" y="2442"/>
                  </a:cubicBezTo>
                  <a:lnTo>
                    <a:pt x="708" y="2478"/>
                  </a:lnTo>
                  <a:cubicBezTo>
                    <a:pt x="574" y="2379"/>
                    <a:pt x="556" y="2186"/>
                    <a:pt x="673" y="2066"/>
                  </a:cubicBezTo>
                  <a:cubicBezTo>
                    <a:pt x="1668" y="1074"/>
                    <a:pt x="2907" y="359"/>
                    <a:pt x="4265"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85"/>
            <p:cNvSpPr/>
            <p:nvPr/>
          </p:nvSpPr>
          <p:spPr>
            <a:xfrm>
              <a:off x="7656155" y="2687242"/>
              <a:ext cx="21629" cy="92033"/>
            </a:xfrm>
            <a:custGeom>
              <a:rect b="b" l="l" r="r" t="t"/>
              <a:pathLst>
                <a:path extrusionOk="0" h="3536" w="831">
                  <a:moveTo>
                    <a:pt x="525" y="1"/>
                  </a:moveTo>
                  <a:lnTo>
                    <a:pt x="1" y="525"/>
                  </a:lnTo>
                  <a:lnTo>
                    <a:pt x="250" y="3319"/>
                  </a:lnTo>
                  <a:cubicBezTo>
                    <a:pt x="262" y="3452"/>
                    <a:pt x="371" y="3535"/>
                    <a:pt x="486" y="3535"/>
                  </a:cubicBezTo>
                  <a:cubicBezTo>
                    <a:pt x="544" y="3535"/>
                    <a:pt x="603" y="3514"/>
                    <a:pt x="652" y="3466"/>
                  </a:cubicBezTo>
                  <a:cubicBezTo>
                    <a:pt x="711" y="3407"/>
                    <a:pt x="771" y="3343"/>
                    <a:pt x="831" y="3280"/>
                  </a:cubicBezTo>
                  <a:cubicBezTo>
                    <a:pt x="817" y="3252"/>
                    <a:pt x="810" y="3220"/>
                    <a:pt x="806" y="3189"/>
                  </a:cubicBezTo>
                  <a:lnTo>
                    <a:pt x="525"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85"/>
            <p:cNvSpPr/>
            <p:nvPr/>
          </p:nvSpPr>
          <p:spPr>
            <a:xfrm>
              <a:off x="7558812" y="2442011"/>
              <a:ext cx="275735" cy="274382"/>
            </a:xfrm>
            <a:custGeom>
              <a:rect b="b" l="l" r="r" t="t"/>
              <a:pathLst>
                <a:path extrusionOk="0" h="10542" w="10594">
                  <a:moveTo>
                    <a:pt x="10384" y="0"/>
                  </a:moveTo>
                  <a:cubicBezTo>
                    <a:pt x="10367" y="0"/>
                    <a:pt x="10351" y="3"/>
                    <a:pt x="10334" y="7"/>
                  </a:cubicBezTo>
                  <a:lnTo>
                    <a:pt x="8100" y="662"/>
                  </a:lnTo>
                  <a:lnTo>
                    <a:pt x="6450" y="1147"/>
                  </a:lnTo>
                  <a:cubicBezTo>
                    <a:pt x="6313" y="1186"/>
                    <a:pt x="6189" y="1260"/>
                    <a:pt x="6091" y="1358"/>
                  </a:cubicBezTo>
                  <a:lnTo>
                    <a:pt x="78" y="7368"/>
                  </a:lnTo>
                  <a:cubicBezTo>
                    <a:pt x="0" y="7445"/>
                    <a:pt x="0" y="7569"/>
                    <a:pt x="78" y="7646"/>
                  </a:cubicBezTo>
                  <a:lnTo>
                    <a:pt x="1281" y="8849"/>
                  </a:lnTo>
                  <a:lnTo>
                    <a:pt x="1721" y="9289"/>
                  </a:lnTo>
                  <a:lnTo>
                    <a:pt x="2914" y="10478"/>
                  </a:lnTo>
                  <a:cubicBezTo>
                    <a:pt x="2954" y="10521"/>
                    <a:pt x="3009" y="10542"/>
                    <a:pt x="3063" y="10542"/>
                  </a:cubicBezTo>
                  <a:cubicBezTo>
                    <a:pt x="3118" y="10542"/>
                    <a:pt x="3172" y="10521"/>
                    <a:pt x="3213" y="10478"/>
                  </a:cubicBezTo>
                  <a:lnTo>
                    <a:pt x="6577" y="7111"/>
                  </a:lnTo>
                  <a:lnTo>
                    <a:pt x="9194" y="4497"/>
                  </a:lnTo>
                  <a:cubicBezTo>
                    <a:pt x="9307" y="4388"/>
                    <a:pt x="9388" y="4247"/>
                    <a:pt x="9434" y="4096"/>
                  </a:cubicBezTo>
                  <a:lnTo>
                    <a:pt x="10559" y="236"/>
                  </a:lnTo>
                  <a:cubicBezTo>
                    <a:pt x="10593" y="116"/>
                    <a:pt x="10500" y="0"/>
                    <a:pt x="103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85"/>
            <p:cNvSpPr/>
            <p:nvPr/>
          </p:nvSpPr>
          <p:spPr>
            <a:xfrm>
              <a:off x="7558890" y="2442011"/>
              <a:ext cx="275761" cy="205253"/>
            </a:xfrm>
            <a:custGeom>
              <a:rect b="b" l="l" r="r" t="t"/>
              <a:pathLst>
                <a:path extrusionOk="0" h="7886" w="10595">
                  <a:moveTo>
                    <a:pt x="10383" y="0"/>
                  </a:moveTo>
                  <a:cubicBezTo>
                    <a:pt x="10366" y="0"/>
                    <a:pt x="10349" y="3"/>
                    <a:pt x="10331" y="7"/>
                  </a:cubicBezTo>
                  <a:lnTo>
                    <a:pt x="6429" y="1151"/>
                  </a:lnTo>
                  <a:cubicBezTo>
                    <a:pt x="6306" y="1186"/>
                    <a:pt x="6194" y="1253"/>
                    <a:pt x="6102" y="1344"/>
                  </a:cubicBezTo>
                  <a:lnTo>
                    <a:pt x="75" y="7368"/>
                  </a:lnTo>
                  <a:cubicBezTo>
                    <a:pt x="1" y="7445"/>
                    <a:pt x="1" y="7569"/>
                    <a:pt x="75" y="7646"/>
                  </a:cubicBezTo>
                  <a:lnTo>
                    <a:pt x="314" y="7885"/>
                  </a:lnTo>
                  <a:lnTo>
                    <a:pt x="993" y="7203"/>
                  </a:lnTo>
                  <a:lnTo>
                    <a:pt x="6401" y="1795"/>
                  </a:lnTo>
                  <a:cubicBezTo>
                    <a:pt x="6486" y="1714"/>
                    <a:pt x="6588" y="1651"/>
                    <a:pt x="6700" y="1619"/>
                  </a:cubicBezTo>
                  <a:lnTo>
                    <a:pt x="10483" y="514"/>
                  </a:lnTo>
                  <a:lnTo>
                    <a:pt x="10563" y="236"/>
                  </a:lnTo>
                  <a:cubicBezTo>
                    <a:pt x="10594" y="113"/>
                    <a:pt x="10501" y="0"/>
                    <a:pt x="103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85"/>
            <p:cNvSpPr/>
            <p:nvPr/>
          </p:nvSpPr>
          <p:spPr>
            <a:xfrm>
              <a:off x="7697929" y="2520406"/>
              <a:ext cx="57703" cy="57625"/>
            </a:xfrm>
            <a:custGeom>
              <a:rect b="b" l="l" r="r" t="t"/>
              <a:pathLst>
                <a:path extrusionOk="0" h="2214" w="2217">
                  <a:moveTo>
                    <a:pt x="1108" y="0"/>
                  </a:moveTo>
                  <a:cubicBezTo>
                    <a:pt x="496" y="0"/>
                    <a:pt x="0" y="496"/>
                    <a:pt x="0" y="1105"/>
                  </a:cubicBezTo>
                  <a:cubicBezTo>
                    <a:pt x="0" y="1717"/>
                    <a:pt x="496" y="2213"/>
                    <a:pt x="1108" y="2213"/>
                  </a:cubicBezTo>
                  <a:cubicBezTo>
                    <a:pt x="1721" y="2213"/>
                    <a:pt x="2217" y="1717"/>
                    <a:pt x="2217" y="1105"/>
                  </a:cubicBezTo>
                  <a:cubicBezTo>
                    <a:pt x="2217" y="496"/>
                    <a:pt x="1721" y="0"/>
                    <a:pt x="110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85"/>
            <p:cNvSpPr/>
            <p:nvPr/>
          </p:nvSpPr>
          <p:spPr>
            <a:xfrm>
              <a:off x="7698007" y="2520328"/>
              <a:ext cx="35554" cy="57755"/>
            </a:xfrm>
            <a:custGeom>
              <a:rect b="b" l="l" r="r" t="t"/>
              <a:pathLst>
                <a:path extrusionOk="0" h="2219" w="1366">
                  <a:moveTo>
                    <a:pt x="1107" y="1"/>
                  </a:moveTo>
                  <a:cubicBezTo>
                    <a:pt x="512" y="1"/>
                    <a:pt x="1" y="483"/>
                    <a:pt x="1" y="1111"/>
                  </a:cubicBezTo>
                  <a:cubicBezTo>
                    <a:pt x="1" y="1736"/>
                    <a:pt x="512" y="2219"/>
                    <a:pt x="1107" y="2219"/>
                  </a:cubicBezTo>
                  <a:cubicBezTo>
                    <a:pt x="1192" y="2219"/>
                    <a:pt x="1279" y="2209"/>
                    <a:pt x="1366" y="2188"/>
                  </a:cubicBezTo>
                  <a:cubicBezTo>
                    <a:pt x="532" y="1984"/>
                    <a:pt x="229" y="939"/>
                    <a:pt x="841" y="327"/>
                  </a:cubicBezTo>
                  <a:cubicBezTo>
                    <a:pt x="986" y="183"/>
                    <a:pt x="1169" y="81"/>
                    <a:pt x="1366" y="31"/>
                  </a:cubicBezTo>
                  <a:cubicBezTo>
                    <a:pt x="1279" y="11"/>
                    <a:pt x="1192" y="1"/>
                    <a:pt x="110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85"/>
            <p:cNvSpPr/>
            <p:nvPr/>
          </p:nvSpPr>
          <p:spPr>
            <a:xfrm>
              <a:off x="7551576" y="2649788"/>
              <a:ext cx="74569" cy="73918"/>
            </a:xfrm>
            <a:custGeom>
              <a:rect b="b" l="l" r="r" t="t"/>
              <a:pathLst>
                <a:path extrusionOk="0" h="2840" w="2865">
                  <a:moveTo>
                    <a:pt x="743" y="1"/>
                  </a:moveTo>
                  <a:lnTo>
                    <a:pt x="113" y="631"/>
                  </a:lnTo>
                  <a:cubicBezTo>
                    <a:pt x="1" y="743"/>
                    <a:pt x="1" y="926"/>
                    <a:pt x="113" y="1042"/>
                  </a:cubicBezTo>
                  <a:lnTo>
                    <a:pt x="968" y="1897"/>
                  </a:lnTo>
                  <a:lnTo>
                    <a:pt x="1827" y="2752"/>
                  </a:lnTo>
                  <a:cubicBezTo>
                    <a:pt x="1883" y="2810"/>
                    <a:pt x="1957" y="2839"/>
                    <a:pt x="2031" y="2839"/>
                  </a:cubicBezTo>
                  <a:cubicBezTo>
                    <a:pt x="2105" y="2839"/>
                    <a:pt x="2180" y="2810"/>
                    <a:pt x="2238" y="2752"/>
                  </a:cubicBezTo>
                  <a:lnTo>
                    <a:pt x="2865" y="2126"/>
                  </a:lnTo>
                  <a:lnTo>
                    <a:pt x="2027" y="1289"/>
                  </a:lnTo>
                  <a:lnTo>
                    <a:pt x="1580" y="838"/>
                  </a:lnTo>
                  <a:lnTo>
                    <a:pt x="743"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85"/>
            <p:cNvSpPr/>
            <p:nvPr/>
          </p:nvSpPr>
          <p:spPr>
            <a:xfrm>
              <a:off x="7551576" y="2649788"/>
              <a:ext cx="28969" cy="32274"/>
            </a:xfrm>
            <a:custGeom>
              <a:rect b="b" l="l" r="r" t="t"/>
              <a:pathLst>
                <a:path extrusionOk="0" h="1240" w="1113">
                  <a:moveTo>
                    <a:pt x="739" y="1"/>
                  </a:moveTo>
                  <a:lnTo>
                    <a:pt x="113" y="627"/>
                  </a:lnTo>
                  <a:cubicBezTo>
                    <a:pt x="1" y="743"/>
                    <a:pt x="1" y="926"/>
                    <a:pt x="113" y="1042"/>
                  </a:cubicBezTo>
                  <a:lnTo>
                    <a:pt x="310" y="1239"/>
                  </a:lnTo>
                  <a:cubicBezTo>
                    <a:pt x="324" y="1179"/>
                    <a:pt x="356" y="1127"/>
                    <a:pt x="398" y="1084"/>
                  </a:cubicBezTo>
                  <a:lnTo>
                    <a:pt x="1112" y="370"/>
                  </a:lnTo>
                  <a:lnTo>
                    <a:pt x="73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85"/>
            <p:cNvSpPr/>
            <p:nvPr/>
          </p:nvSpPr>
          <p:spPr>
            <a:xfrm>
              <a:off x="7558890" y="2619675"/>
              <a:ext cx="97395" cy="96744"/>
            </a:xfrm>
            <a:custGeom>
              <a:rect b="b" l="l" r="r" t="t"/>
              <a:pathLst>
                <a:path extrusionOk="0" h="3717" w="3742">
                  <a:moveTo>
                    <a:pt x="620" y="0"/>
                  </a:moveTo>
                  <a:lnTo>
                    <a:pt x="78" y="546"/>
                  </a:lnTo>
                  <a:cubicBezTo>
                    <a:pt x="1" y="619"/>
                    <a:pt x="1" y="743"/>
                    <a:pt x="78" y="820"/>
                  </a:cubicBezTo>
                  <a:lnTo>
                    <a:pt x="1282" y="2023"/>
                  </a:lnTo>
                  <a:lnTo>
                    <a:pt x="1722" y="2463"/>
                  </a:lnTo>
                  <a:lnTo>
                    <a:pt x="2911" y="3656"/>
                  </a:lnTo>
                  <a:cubicBezTo>
                    <a:pt x="2953" y="3696"/>
                    <a:pt x="3008" y="3717"/>
                    <a:pt x="3062" y="3717"/>
                  </a:cubicBezTo>
                  <a:cubicBezTo>
                    <a:pt x="3117" y="3717"/>
                    <a:pt x="3171" y="3696"/>
                    <a:pt x="3213" y="3656"/>
                  </a:cubicBezTo>
                  <a:lnTo>
                    <a:pt x="3741" y="3128"/>
                  </a:lnTo>
                  <a:lnTo>
                    <a:pt x="2401" y="1784"/>
                  </a:lnTo>
                  <a:lnTo>
                    <a:pt x="1961" y="1344"/>
                  </a:lnTo>
                  <a:lnTo>
                    <a:pt x="620"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85"/>
            <p:cNvSpPr/>
            <p:nvPr/>
          </p:nvSpPr>
          <p:spPr>
            <a:xfrm>
              <a:off x="7558812" y="2619675"/>
              <a:ext cx="25949" cy="27485"/>
            </a:xfrm>
            <a:custGeom>
              <a:rect b="b" l="l" r="r" t="t"/>
              <a:pathLst>
                <a:path extrusionOk="0" h="1056" w="997">
                  <a:moveTo>
                    <a:pt x="620" y="0"/>
                  </a:moveTo>
                  <a:lnTo>
                    <a:pt x="78" y="542"/>
                  </a:lnTo>
                  <a:cubicBezTo>
                    <a:pt x="0" y="619"/>
                    <a:pt x="0" y="743"/>
                    <a:pt x="78" y="816"/>
                  </a:cubicBezTo>
                  <a:lnTo>
                    <a:pt x="317" y="1056"/>
                  </a:lnTo>
                  <a:lnTo>
                    <a:pt x="996" y="377"/>
                  </a:lnTo>
                  <a:lnTo>
                    <a:pt x="62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85"/>
            <p:cNvSpPr/>
            <p:nvPr/>
          </p:nvSpPr>
          <p:spPr>
            <a:xfrm>
              <a:off x="7769635" y="2441985"/>
              <a:ext cx="65095" cy="64418"/>
            </a:xfrm>
            <a:custGeom>
              <a:rect b="b" l="l" r="r" t="t"/>
              <a:pathLst>
                <a:path extrusionOk="0" h="2475" w="2501">
                  <a:moveTo>
                    <a:pt x="2288" y="0"/>
                  </a:moveTo>
                  <a:cubicBezTo>
                    <a:pt x="2271" y="0"/>
                    <a:pt x="2253" y="3"/>
                    <a:pt x="2234" y="8"/>
                  </a:cubicBezTo>
                  <a:lnTo>
                    <a:pt x="0" y="663"/>
                  </a:lnTo>
                  <a:lnTo>
                    <a:pt x="1812" y="2475"/>
                  </a:lnTo>
                  <a:lnTo>
                    <a:pt x="2466" y="237"/>
                  </a:lnTo>
                  <a:cubicBezTo>
                    <a:pt x="2500" y="115"/>
                    <a:pt x="2406" y="0"/>
                    <a:pt x="228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85"/>
            <p:cNvSpPr/>
            <p:nvPr/>
          </p:nvSpPr>
          <p:spPr>
            <a:xfrm>
              <a:off x="7769635" y="2442011"/>
              <a:ext cx="65095" cy="28318"/>
            </a:xfrm>
            <a:custGeom>
              <a:rect b="b" l="l" r="r" t="t"/>
              <a:pathLst>
                <a:path extrusionOk="0" h="1088" w="2501">
                  <a:moveTo>
                    <a:pt x="2285" y="0"/>
                  </a:moveTo>
                  <a:cubicBezTo>
                    <a:pt x="2268" y="0"/>
                    <a:pt x="2251" y="3"/>
                    <a:pt x="2234" y="7"/>
                  </a:cubicBezTo>
                  <a:lnTo>
                    <a:pt x="1499" y="222"/>
                  </a:lnTo>
                  <a:lnTo>
                    <a:pt x="0" y="662"/>
                  </a:lnTo>
                  <a:lnTo>
                    <a:pt x="422" y="1088"/>
                  </a:lnTo>
                  <a:lnTo>
                    <a:pt x="2382" y="514"/>
                  </a:lnTo>
                  <a:lnTo>
                    <a:pt x="2463" y="240"/>
                  </a:lnTo>
                  <a:cubicBezTo>
                    <a:pt x="2500" y="116"/>
                    <a:pt x="2404" y="0"/>
                    <a:pt x="2285"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85"/>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85"/>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85"/>
            <p:cNvSpPr/>
            <p:nvPr/>
          </p:nvSpPr>
          <p:spPr>
            <a:xfrm>
              <a:off x="7573101" y="2583965"/>
              <a:ext cx="117696" cy="118061"/>
            </a:xfrm>
            <a:custGeom>
              <a:rect b="b" l="l" r="r" t="t"/>
              <a:pathLst>
                <a:path extrusionOk="0" h="4536" w="4522">
                  <a:moveTo>
                    <a:pt x="4247" y="1"/>
                  </a:moveTo>
                  <a:cubicBezTo>
                    <a:pt x="4171" y="1"/>
                    <a:pt x="4094" y="30"/>
                    <a:pt x="4036" y="88"/>
                  </a:cubicBezTo>
                  <a:lnTo>
                    <a:pt x="120" y="4004"/>
                  </a:lnTo>
                  <a:cubicBezTo>
                    <a:pt x="0" y="4120"/>
                    <a:pt x="0" y="4310"/>
                    <a:pt x="120" y="4426"/>
                  </a:cubicBezTo>
                  <a:lnTo>
                    <a:pt x="138" y="4447"/>
                  </a:lnTo>
                  <a:cubicBezTo>
                    <a:pt x="194" y="4504"/>
                    <a:pt x="268" y="4532"/>
                    <a:pt x="345" y="4535"/>
                  </a:cubicBezTo>
                  <a:cubicBezTo>
                    <a:pt x="271" y="4416"/>
                    <a:pt x="289" y="4264"/>
                    <a:pt x="387" y="4166"/>
                  </a:cubicBezTo>
                  <a:lnTo>
                    <a:pt x="4307" y="250"/>
                  </a:lnTo>
                  <a:cubicBezTo>
                    <a:pt x="4360" y="193"/>
                    <a:pt x="4433" y="162"/>
                    <a:pt x="4509" y="162"/>
                  </a:cubicBezTo>
                  <a:cubicBezTo>
                    <a:pt x="4513" y="162"/>
                    <a:pt x="4518" y="162"/>
                    <a:pt x="4522" y="162"/>
                  </a:cubicBezTo>
                  <a:cubicBezTo>
                    <a:pt x="4511" y="141"/>
                    <a:pt x="4493" y="123"/>
                    <a:pt x="4479" y="109"/>
                  </a:cubicBezTo>
                  <a:lnTo>
                    <a:pt x="4458" y="88"/>
                  </a:lnTo>
                  <a:cubicBezTo>
                    <a:pt x="4400" y="30"/>
                    <a:pt x="4324" y="1"/>
                    <a:pt x="424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85"/>
            <p:cNvSpPr/>
            <p:nvPr/>
          </p:nvSpPr>
          <p:spPr>
            <a:xfrm>
              <a:off x="7514799" y="2685082"/>
              <a:ext cx="30036" cy="27459"/>
            </a:xfrm>
            <a:custGeom>
              <a:rect b="b" l="l" r="r" t="t"/>
              <a:pathLst>
                <a:path extrusionOk="0" h="1055" w="1154">
                  <a:moveTo>
                    <a:pt x="939" y="0"/>
                  </a:moveTo>
                  <a:cubicBezTo>
                    <a:pt x="888" y="0"/>
                    <a:pt x="838" y="19"/>
                    <a:pt x="801" y="56"/>
                  </a:cubicBezTo>
                  <a:lnTo>
                    <a:pt x="136" y="721"/>
                  </a:lnTo>
                  <a:cubicBezTo>
                    <a:pt x="1" y="865"/>
                    <a:pt x="129" y="1055"/>
                    <a:pt x="279" y="1055"/>
                  </a:cubicBezTo>
                  <a:cubicBezTo>
                    <a:pt x="323" y="1055"/>
                    <a:pt x="369" y="1038"/>
                    <a:pt x="411" y="999"/>
                  </a:cubicBezTo>
                  <a:lnTo>
                    <a:pt x="1076" y="334"/>
                  </a:lnTo>
                  <a:cubicBezTo>
                    <a:pt x="1153" y="256"/>
                    <a:pt x="1153" y="133"/>
                    <a:pt x="1076" y="56"/>
                  </a:cubicBezTo>
                  <a:cubicBezTo>
                    <a:pt x="1039" y="19"/>
                    <a:pt x="989"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85"/>
            <p:cNvSpPr/>
            <p:nvPr/>
          </p:nvSpPr>
          <p:spPr>
            <a:xfrm>
              <a:off x="7531717" y="2701843"/>
              <a:ext cx="29958" cy="27537"/>
            </a:xfrm>
            <a:custGeom>
              <a:rect b="b" l="l" r="r" t="t"/>
              <a:pathLst>
                <a:path extrusionOk="0" h="1058" w="1151">
                  <a:moveTo>
                    <a:pt x="935" y="1"/>
                  </a:moveTo>
                  <a:cubicBezTo>
                    <a:pt x="885" y="1"/>
                    <a:pt x="836" y="20"/>
                    <a:pt x="799" y="59"/>
                  </a:cubicBezTo>
                  <a:lnTo>
                    <a:pt x="134" y="724"/>
                  </a:lnTo>
                  <a:cubicBezTo>
                    <a:pt x="1" y="868"/>
                    <a:pt x="127" y="1058"/>
                    <a:pt x="278" y="1058"/>
                  </a:cubicBezTo>
                  <a:cubicBezTo>
                    <a:pt x="322" y="1058"/>
                    <a:pt x="369" y="1041"/>
                    <a:pt x="412" y="1002"/>
                  </a:cubicBezTo>
                  <a:lnTo>
                    <a:pt x="1077" y="337"/>
                  </a:lnTo>
                  <a:cubicBezTo>
                    <a:pt x="1151" y="260"/>
                    <a:pt x="1151" y="136"/>
                    <a:pt x="1073" y="59"/>
                  </a:cubicBezTo>
                  <a:cubicBezTo>
                    <a:pt x="1034" y="20"/>
                    <a:pt x="984" y="1"/>
                    <a:pt x="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85"/>
            <p:cNvSpPr/>
            <p:nvPr/>
          </p:nvSpPr>
          <p:spPr>
            <a:xfrm>
              <a:off x="7564876" y="2735601"/>
              <a:ext cx="31936" cy="27667"/>
            </a:xfrm>
            <a:custGeom>
              <a:rect b="b" l="l" r="r" t="t"/>
              <a:pathLst>
                <a:path extrusionOk="0" h="1063" w="1227">
                  <a:moveTo>
                    <a:pt x="950" y="1"/>
                  </a:moveTo>
                  <a:cubicBezTo>
                    <a:pt x="905" y="1"/>
                    <a:pt x="859" y="17"/>
                    <a:pt x="816" y="57"/>
                  </a:cubicBezTo>
                  <a:lnTo>
                    <a:pt x="151" y="722"/>
                  </a:lnTo>
                  <a:cubicBezTo>
                    <a:pt x="1" y="861"/>
                    <a:pt x="133" y="1062"/>
                    <a:pt x="287" y="1062"/>
                  </a:cubicBezTo>
                  <a:cubicBezTo>
                    <a:pt x="335" y="1062"/>
                    <a:pt x="385" y="1043"/>
                    <a:pt x="429" y="996"/>
                  </a:cubicBezTo>
                  <a:lnTo>
                    <a:pt x="1094" y="331"/>
                  </a:lnTo>
                  <a:cubicBezTo>
                    <a:pt x="1227" y="190"/>
                    <a:pt x="1100" y="1"/>
                    <a:pt x="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85"/>
            <p:cNvSpPr/>
            <p:nvPr/>
          </p:nvSpPr>
          <p:spPr>
            <a:xfrm>
              <a:off x="7548479" y="2718709"/>
              <a:ext cx="30036" cy="27511"/>
            </a:xfrm>
            <a:custGeom>
              <a:rect b="b" l="l" r="r" t="t"/>
              <a:pathLst>
                <a:path extrusionOk="0" h="1057" w="1154">
                  <a:moveTo>
                    <a:pt x="938" y="0"/>
                  </a:moveTo>
                  <a:cubicBezTo>
                    <a:pt x="887" y="0"/>
                    <a:pt x="837" y="20"/>
                    <a:pt x="799" y="58"/>
                  </a:cubicBezTo>
                  <a:lnTo>
                    <a:pt x="134" y="723"/>
                  </a:lnTo>
                  <a:cubicBezTo>
                    <a:pt x="0" y="865"/>
                    <a:pt x="130" y="1057"/>
                    <a:pt x="280" y="1057"/>
                  </a:cubicBezTo>
                  <a:cubicBezTo>
                    <a:pt x="324" y="1057"/>
                    <a:pt x="370" y="1040"/>
                    <a:pt x="412" y="1001"/>
                  </a:cubicBezTo>
                  <a:lnTo>
                    <a:pt x="1077" y="336"/>
                  </a:lnTo>
                  <a:cubicBezTo>
                    <a:pt x="1154" y="259"/>
                    <a:pt x="1154" y="136"/>
                    <a:pt x="1077" y="58"/>
                  </a:cubicBezTo>
                  <a:cubicBezTo>
                    <a:pt x="1038" y="20"/>
                    <a:pt x="988"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85"/>
            <p:cNvSpPr/>
            <p:nvPr/>
          </p:nvSpPr>
          <p:spPr>
            <a:xfrm>
              <a:off x="7488303" y="2436571"/>
              <a:ext cx="352490" cy="347493"/>
            </a:xfrm>
            <a:custGeom>
              <a:rect b="b" l="l" r="r" t="t"/>
              <a:pathLst>
                <a:path extrusionOk="0" h="13351" w="13543">
                  <a:moveTo>
                    <a:pt x="13085" y="399"/>
                  </a:moveTo>
                  <a:lnTo>
                    <a:pt x="12530" y="2296"/>
                  </a:lnTo>
                  <a:lnTo>
                    <a:pt x="11185" y="952"/>
                  </a:lnTo>
                  <a:lnTo>
                    <a:pt x="13085" y="399"/>
                  </a:lnTo>
                  <a:close/>
                  <a:moveTo>
                    <a:pt x="5654" y="4424"/>
                  </a:moveTo>
                  <a:lnTo>
                    <a:pt x="3262" y="6817"/>
                  </a:lnTo>
                  <a:lnTo>
                    <a:pt x="560" y="6581"/>
                  </a:lnTo>
                  <a:cubicBezTo>
                    <a:pt x="524" y="6581"/>
                    <a:pt x="510" y="6539"/>
                    <a:pt x="535" y="6514"/>
                  </a:cubicBezTo>
                  <a:cubicBezTo>
                    <a:pt x="1703" y="5346"/>
                    <a:pt x="3248" y="4629"/>
                    <a:pt x="4894" y="4491"/>
                  </a:cubicBezTo>
                  <a:lnTo>
                    <a:pt x="5654" y="4424"/>
                  </a:lnTo>
                  <a:close/>
                  <a:moveTo>
                    <a:pt x="3336" y="7299"/>
                  </a:moveTo>
                  <a:lnTo>
                    <a:pt x="4402" y="8362"/>
                  </a:lnTo>
                  <a:lnTo>
                    <a:pt x="3997" y="8766"/>
                  </a:lnTo>
                  <a:lnTo>
                    <a:pt x="2931" y="7704"/>
                  </a:lnTo>
                  <a:lnTo>
                    <a:pt x="3336" y="7299"/>
                  </a:lnTo>
                  <a:close/>
                  <a:moveTo>
                    <a:pt x="3170" y="8492"/>
                  </a:moveTo>
                  <a:lnTo>
                    <a:pt x="3723" y="9041"/>
                  </a:lnTo>
                  <a:lnTo>
                    <a:pt x="3248" y="9516"/>
                  </a:lnTo>
                  <a:cubicBezTo>
                    <a:pt x="3223" y="9540"/>
                    <a:pt x="3202" y="9568"/>
                    <a:pt x="3184" y="9597"/>
                  </a:cubicBezTo>
                  <a:lnTo>
                    <a:pt x="2692" y="9104"/>
                  </a:lnTo>
                  <a:cubicBezTo>
                    <a:pt x="2657" y="9069"/>
                    <a:pt x="2653" y="9009"/>
                    <a:pt x="2688" y="8974"/>
                  </a:cubicBezTo>
                  <a:lnTo>
                    <a:pt x="3170" y="8492"/>
                  </a:lnTo>
                  <a:close/>
                  <a:moveTo>
                    <a:pt x="10756" y="1078"/>
                  </a:moveTo>
                  <a:lnTo>
                    <a:pt x="12403" y="2725"/>
                  </a:lnTo>
                  <a:lnTo>
                    <a:pt x="11910" y="4424"/>
                  </a:lnTo>
                  <a:lnTo>
                    <a:pt x="6464" y="9871"/>
                  </a:lnTo>
                  <a:lnTo>
                    <a:pt x="5398" y="8805"/>
                  </a:lnTo>
                  <a:lnTo>
                    <a:pt x="7885" y="6317"/>
                  </a:lnTo>
                  <a:cubicBezTo>
                    <a:pt x="8065" y="6138"/>
                    <a:pt x="8100" y="5835"/>
                    <a:pt x="7864" y="5600"/>
                  </a:cubicBezTo>
                  <a:cubicBezTo>
                    <a:pt x="7767" y="5503"/>
                    <a:pt x="7641" y="5455"/>
                    <a:pt x="7514" y="5455"/>
                  </a:cubicBezTo>
                  <a:cubicBezTo>
                    <a:pt x="7388" y="5455"/>
                    <a:pt x="7262" y="5503"/>
                    <a:pt x="7167" y="5600"/>
                  </a:cubicBezTo>
                  <a:lnTo>
                    <a:pt x="4680" y="8087"/>
                  </a:lnTo>
                  <a:lnTo>
                    <a:pt x="3614" y="7021"/>
                  </a:lnTo>
                  <a:lnTo>
                    <a:pt x="9060" y="1575"/>
                  </a:lnTo>
                  <a:lnTo>
                    <a:pt x="10756" y="1078"/>
                  </a:lnTo>
                  <a:close/>
                  <a:moveTo>
                    <a:pt x="7513" y="5851"/>
                  </a:moveTo>
                  <a:cubicBezTo>
                    <a:pt x="7603" y="5851"/>
                    <a:pt x="7680" y="5967"/>
                    <a:pt x="7597" y="6054"/>
                  </a:cubicBezTo>
                  <a:lnTo>
                    <a:pt x="4982" y="8668"/>
                  </a:lnTo>
                  <a:lnTo>
                    <a:pt x="3698" y="9948"/>
                  </a:lnTo>
                  <a:cubicBezTo>
                    <a:pt x="3672" y="9975"/>
                    <a:pt x="3644" y="9986"/>
                    <a:pt x="3616" y="9986"/>
                  </a:cubicBezTo>
                  <a:cubicBezTo>
                    <a:pt x="3526" y="9986"/>
                    <a:pt x="3449" y="9870"/>
                    <a:pt x="3533" y="9787"/>
                  </a:cubicBezTo>
                  <a:lnTo>
                    <a:pt x="7431" y="5888"/>
                  </a:lnTo>
                  <a:cubicBezTo>
                    <a:pt x="7457" y="5862"/>
                    <a:pt x="7486" y="5851"/>
                    <a:pt x="7513" y="5851"/>
                  </a:cubicBezTo>
                  <a:close/>
                  <a:moveTo>
                    <a:pt x="5120" y="9083"/>
                  </a:moveTo>
                  <a:lnTo>
                    <a:pt x="6186" y="10145"/>
                  </a:lnTo>
                  <a:lnTo>
                    <a:pt x="5792" y="10540"/>
                  </a:lnTo>
                  <a:cubicBezTo>
                    <a:pt x="5788" y="10541"/>
                    <a:pt x="5785" y="10542"/>
                    <a:pt x="5781" y="10542"/>
                  </a:cubicBezTo>
                  <a:cubicBezTo>
                    <a:pt x="5778" y="10542"/>
                    <a:pt x="5774" y="10541"/>
                    <a:pt x="5771" y="10540"/>
                  </a:cubicBezTo>
                  <a:lnTo>
                    <a:pt x="4715" y="9484"/>
                  </a:lnTo>
                  <a:lnTo>
                    <a:pt x="5120" y="9083"/>
                  </a:lnTo>
                  <a:close/>
                  <a:moveTo>
                    <a:pt x="4437" y="9762"/>
                  </a:moveTo>
                  <a:lnTo>
                    <a:pt x="4989" y="10314"/>
                  </a:lnTo>
                  <a:lnTo>
                    <a:pt x="4507" y="10796"/>
                  </a:lnTo>
                  <a:cubicBezTo>
                    <a:pt x="4490" y="10814"/>
                    <a:pt x="4466" y="10823"/>
                    <a:pt x="4442" y="10823"/>
                  </a:cubicBezTo>
                  <a:cubicBezTo>
                    <a:pt x="4419" y="10823"/>
                    <a:pt x="4395" y="10814"/>
                    <a:pt x="4377" y="10796"/>
                  </a:cubicBezTo>
                  <a:lnTo>
                    <a:pt x="3885" y="10300"/>
                  </a:lnTo>
                  <a:cubicBezTo>
                    <a:pt x="3913" y="10283"/>
                    <a:pt x="3941" y="10262"/>
                    <a:pt x="3966" y="10237"/>
                  </a:cubicBezTo>
                  <a:lnTo>
                    <a:pt x="4437" y="9762"/>
                  </a:lnTo>
                  <a:close/>
                  <a:moveTo>
                    <a:pt x="13103" y="0"/>
                  </a:moveTo>
                  <a:cubicBezTo>
                    <a:pt x="13067" y="0"/>
                    <a:pt x="13031" y="5"/>
                    <a:pt x="12994" y="16"/>
                  </a:cubicBezTo>
                  <a:lnTo>
                    <a:pt x="8902" y="1212"/>
                  </a:lnTo>
                  <a:cubicBezTo>
                    <a:pt x="8870" y="1223"/>
                    <a:pt x="8842" y="1240"/>
                    <a:pt x="8818" y="1261"/>
                  </a:cubicBezTo>
                  <a:lnTo>
                    <a:pt x="6084" y="3999"/>
                  </a:lnTo>
                  <a:lnTo>
                    <a:pt x="4863" y="4101"/>
                  </a:lnTo>
                  <a:cubicBezTo>
                    <a:pt x="3125" y="4249"/>
                    <a:pt x="1492" y="5005"/>
                    <a:pt x="261" y="6236"/>
                  </a:cubicBezTo>
                  <a:cubicBezTo>
                    <a:pt x="0" y="6497"/>
                    <a:pt x="162" y="6940"/>
                    <a:pt x="528" y="6972"/>
                  </a:cubicBezTo>
                  <a:lnTo>
                    <a:pt x="2903" y="7179"/>
                  </a:lnTo>
                  <a:lnTo>
                    <a:pt x="2657" y="7426"/>
                  </a:lnTo>
                  <a:cubicBezTo>
                    <a:pt x="2502" y="7577"/>
                    <a:pt x="2502" y="7823"/>
                    <a:pt x="2657" y="7978"/>
                  </a:cubicBezTo>
                  <a:lnTo>
                    <a:pt x="2892" y="8214"/>
                  </a:lnTo>
                  <a:lnTo>
                    <a:pt x="2410" y="8699"/>
                  </a:lnTo>
                  <a:cubicBezTo>
                    <a:pt x="2220" y="8886"/>
                    <a:pt x="2220" y="9196"/>
                    <a:pt x="2410" y="9382"/>
                  </a:cubicBezTo>
                  <a:lnTo>
                    <a:pt x="4099" y="11074"/>
                  </a:lnTo>
                  <a:cubicBezTo>
                    <a:pt x="4194" y="11168"/>
                    <a:pt x="4318" y="11214"/>
                    <a:pt x="4442" y="11214"/>
                  </a:cubicBezTo>
                  <a:cubicBezTo>
                    <a:pt x="4566" y="11214"/>
                    <a:pt x="4690" y="11168"/>
                    <a:pt x="4785" y="11074"/>
                  </a:cubicBezTo>
                  <a:lnTo>
                    <a:pt x="5267" y="10589"/>
                  </a:lnTo>
                  <a:lnTo>
                    <a:pt x="5493" y="10814"/>
                  </a:lnTo>
                  <a:cubicBezTo>
                    <a:pt x="5572" y="10893"/>
                    <a:pt x="5676" y="10933"/>
                    <a:pt x="5781" y="10933"/>
                  </a:cubicBezTo>
                  <a:cubicBezTo>
                    <a:pt x="5886" y="10933"/>
                    <a:pt x="5990" y="10893"/>
                    <a:pt x="6070" y="10814"/>
                  </a:cubicBezTo>
                  <a:lnTo>
                    <a:pt x="6302" y="10582"/>
                  </a:lnTo>
                  <a:lnTo>
                    <a:pt x="6509" y="12957"/>
                  </a:lnTo>
                  <a:cubicBezTo>
                    <a:pt x="6530" y="13199"/>
                    <a:pt x="6733" y="13350"/>
                    <a:pt x="6943" y="13350"/>
                  </a:cubicBezTo>
                  <a:cubicBezTo>
                    <a:pt x="7050" y="13350"/>
                    <a:pt x="7158" y="13311"/>
                    <a:pt x="7245" y="13224"/>
                  </a:cubicBezTo>
                  <a:cubicBezTo>
                    <a:pt x="8001" y="12471"/>
                    <a:pt x="8582" y="11563"/>
                    <a:pt x="8951" y="10564"/>
                  </a:cubicBezTo>
                  <a:cubicBezTo>
                    <a:pt x="9015" y="10407"/>
                    <a:pt x="8886" y="10292"/>
                    <a:pt x="8760" y="10292"/>
                  </a:cubicBezTo>
                  <a:cubicBezTo>
                    <a:pt x="8686" y="10292"/>
                    <a:pt x="8613" y="10332"/>
                    <a:pt x="8582" y="10427"/>
                  </a:cubicBezTo>
                  <a:cubicBezTo>
                    <a:pt x="8233" y="11373"/>
                    <a:pt x="7685" y="12235"/>
                    <a:pt x="6970" y="12946"/>
                  </a:cubicBezTo>
                  <a:cubicBezTo>
                    <a:pt x="6962" y="12955"/>
                    <a:pt x="6951" y="12959"/>
                    <a:pt x="6941" y="12959"/>
                  </a:cubicBezTo>
                  <a:cubicBezTo>
                    <a:pt x="6921" y="12959"/>
                    <a:pt x="6902" y="12945"/>
                    <a:pt x="6900" y="12922"/>
                  </a:cubicBezTo>
                  <a:lnTo>
                    <a:pt x="6664" y="10219"/>
                  </a:lnTo>
                  <a:lnTo>
                    <a:pt x="9060" y="7827"/>
                  </a:lnTo>
                  <a:lnTo>
                    <a:pt x="9060" y="7827"/>
                  </a:lnTo>
                  <a:cubicBezTo>
                    <a:pt x="8979" y="8794"/>
                    <a:pt x="8958" y="9048"/>
                    <a:pt x="8846" y="9540"/>
                  </a:cubicBezTo>
                  <a:cubicBezTo>
                    <a:pt x="8821" y="9649"/>
                    <a:pt x="8884" y="9755"/>
                    <a:pt x="8993" y="9780"/>
                  </a:cubicBezTo>
                  <a:cubicBezTo>
                    <a:pt x="9008" y="9783"/>
                    <a:pt x="9023" y="9785"/>
                    <a:pt x="9038" y="9785"/>
                  </a:cubicBezTo>
                  <a:cubicBezTo>
                    <a:pt x="9127" y="9785"/>
                    <a:pt x="9208" y="9722"/>
                    <a:pt x="9229" y="9628"/>
                  </a:cubicBezTo>
                  <a:cubicBezTo>
                    <a:pt x="9363" y="9030"/>
                    <a:pt x="9373" y="8745"/>
                    <a:pt x="9486" y="7401"/>
                  </a:cubicBezTo>
                  <a:lnTo>
                    <a:pt x="12220" y="4667"/>
                  </a:lnTo>
                  <a:cubicBezTo>
                    <a:pt x="12245" y="4646"/>
                    <a:pt x="12262" y="4614"/>
                    <a:pt x="12269" y="4583"/>
                  </a:cubicBezTo>
                  <a:lnTo>
                    <a:pt x="12815" y="2725"/>
                  </a:lnTo>
                  <a:lnTo>
                    <a:pt x="13465" y="491"/>
                  </a:lnTo>
                  <a:cubicBezTo>
                    <a:pt x="13542" y="239"/>
                    <a:pt x="13348" y="0"/>
                    <a:pt x="131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85"/>
            <p:cNvSpPr/>
            <p:nvPr/>
          </p:nvSpPr>
          <p:spPr>
            <a:xfrm>
              <a:off x="7690407" y="2517517"/>
              <a:ext cx="81909" cy="65277"/>
            </a:xfrm>
            <a:custGeom>
              <a:rect b="b" l="l" r="r" t="t"/>
              <a:pathLst>
                <a:path extrusionOk="0" h="2508" w="3147">
                  <a:moveTo>
                    <a:pt x="944" y="1"/>
                  </a:moveTo>
                  <a:cubicBezTo>
                    <a:pt x="920" y="1"/>
                    <a:pt x="893" y="5"/>
                    <a:pt x="866" y="16"/>
                  </a:cubicBezTo>
                  <a:cubicBezTo>
                    <a:pt x="307" y="270"/>
                    <a:pt x="1" y="878"/>
                    <a:pt x="131" y="1480"/>
                  </a:cubicBezTo>
                  <a:cubicBezTo>
                    <a:pt x="257" y="2078"/>
                    <a:pt x="789" y="2507"/>
                    <a:pt x="1404" y="2507"/>
                  </a:cubicBezTo>
                  <a:cubicBezTo>
                    <a:pt x="2562" y="2507"/>
                    <a:pt x="3146" y="1100"/>
                    <a:pt x="2326" y="284"/>
                  </a:cubicBezTo>
                  <a:cubicBezTo>
                    <a:pt x="2214" y="171"/>
                    <a:pt x="2083" y="80"/>
                    <a:pt x="1939" y="16"/>
                  </a:cubicBezTo>
                  <a:cubicBezTo>
                    <a:pt x="1912" y="5"/>
                    <a:pt x="1886" y="1"/>
                    <a:pt x="1862" y="1"/>
                  </a:cubicBezTo>
                  <a:cubicBezTo>
                    <a:pt x="1680" y="1"/>
                    <a:pt x="1585" y="272"/>
                    <a:pt x="1781" y="372"/>
                  </a:cubicBezTo>
                  <a:cubicBezTo>
                    <a:pt x="2171" y="551"/>
                    <a:pt x="2386" y="977"/>
                    <a:pt x="2295" y="1395"/>
                  </a:cubicBezTo>
                  <a:cubicBezTo>
                    <a:pt x="2203" y="1818"/>
                    <a:pt x="1834" y="2117"/>
                    <a:pt x="1404" y="2117"/>
                  </a:cubicBezTo>
                  <a:cubicBezTo>
                    <a:pt x="975" y="2117"/>
                    <a:pt x="602" y="1818"/>
                    <a:pt x="511" y="1395"/>
                  </a:cubicBezTo>
                  <a:cubicBezTo>
                    <a:pt x="423" y="977"/>
                    <a:pt x="637" y="551"/>
                    <a:pt x="1028" y="372"/>
                  </a:cubicBezTo>
                  <a:cubicBezTo>
                    <a:pt x="1223" y="272"/>
                    <a:pt x="1129" y="1"/>
                    <a:pt x="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8" name="Google Shape;18088;p85"/>
          <p:cNvGrpSpPr/>
          <p:nvPr/>
        </p:nvGrpSpPr>
        <p:grpSpPr>
          <a:xfrm>
            <a:off x="4146190" y="3339908"/>
            <a:ext cx="341975" cy="394915"/>
            <a:chOff x="4146190" y="3339908"/>
            <a:chExt cx="341975" cy="394915"/>
          </a:xfrm>
        </p:grpSpPr>
        <p:sp>
          <p:nvSpPr>
            <p:cNvPr id="18089" name="Google Shape;18089;p85"/>
            <p:cNvSpPr/>
            <p:nvPr/>
          </p:nvSpPr>
          <p:spPr>
            <a:xfrm>
              <a:off x="4152046" y="3360704"/>
              <a:ext cx="278520" cy="368341"/>
            </a:xfrm>
            <a:custGeom>
              <a:rect b="b" l="l" r="r" t="t"/>
              <a:pathLst>
                <a:path extrusionOk="0" h="14152" w="10701">
                  <a:moveTo>
                    <a:pt x="0" y="1"/>
                  </a:moveTo>
                  <a:lnTo>
                    <a:pt x="0" y="14152"/>
                  </a:lnTo>
                  <a:lnTo>
                    <a:pt x="10700" y="14152"/>
                  </a:lnTo>
                  <a:lnTo>
                    <a:pt x="10700" y="2478"/>
                  </a:lnTo>
                  <a:lnTo>
                    <a:pt x="822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85"/>
            <p:cNvSpPr/>
            <p:nvPr/>
          </p:nvSpPr>
          <p:spPr>
            <a:xfrm>
              <a:off x="4405528" y="3400083"/>
              <a:ext cx="25038" cy="328962"/>
            </a:xfrm>
            <a:custGeom>
              <a:rect b="b" l="l" r="r" t="t"/>
              <a:pathLst>
                <a:path extrusionOk="0" h="12639" w="962">
                  <a:moveTo>
                    <a:pt x="1" y="0"/>
                  </a:moveTo>
                  <a:lnTo>
                    <a:pt x="1" y="12639"/>
                  </a:lnTo>
                  <a:lnTo>
                    <a:pt x="961" y="12639"/>
                  </a:lnTo>
                  <a:lnTo>
                    <a:pt x="961" y="965"/>
                  </a:lnTo>
                  <a:lnTo>
                    <a:pt x="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85"/>
            <p:cNvSpPr/>
            <p:nvPr/>
          </p:nvSpPr>
          <p:spPr>
            <a:xfrm>
              <a:off x="4366071" y="3360704"/>
              <a:ext cx="64496" cy="64496"/>
            </a:xfrm>
            <a:custGeom>
              <a:rect b="b" l="l" r="r" t="t"/>
              <a:pathLst>
                <a:path extrusionOk="0" h="2478" w="2478">
                  <a:moveTo>
                    <a:pt x="0" y="1"/>
                  </a:moveTo>
                  <a:lnTo>
                    <a:pt x="21" y="2460"/>
                  </a:lnTo>
                  <a:lnTo>
                    <a:pt x="2477" y="2478"/>
                  </a:lnTo>
                  <a:lnTo>
                    <a:pt x="2477" y="2478"/>
                  </a:lnTo>
                  <a:lnTo>
                    <a:pt x="0"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85"/>
            <p:cNvSpPr/>
            <p:nvPr/>
          </p:nvSpPr>
          <p:spPr>
            <a:xfrm>
              <a:off x="4187210" y="3451722"/>
              <a:ext cx="33914" cy="33836"/>
            </a:xfrm>
            <a:custGeom>
              <a:rect b="b" l="l" r="r" t="t"/>
              <a:pathLst>
                <a:path extrusionOk="0" h="1300" w="1303">
                  <a:moveTo>
                    <a:pt x="1" y="1"/>
                  </a:moveTo>
                  <a:lnTo>
                    <a:pt x="1" y="1299"/>
                  </a:lnTo>
                  <a:lnTo>
                    <a:pt x="1302" y="1299"/>
                  </a:lnTo>
                  <a:lnTo>
                    <a:pt x="130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85"/>
            <p:cNvSpPr/>
            <p:nvPr/>
          </p:nvSpPr>
          <p:spPr>
            <a:xfrm>
              <a:off x="4187210" y="3547607"/>
              <a:ext cx="33914" cy="33914"/>
            </a:xfrm>
            <a:custGeom>
              <a:rect b="b" l="l" r="r" t="t"/>
              <a:pathLst>
                <a:path extrusionOk="0" h="1303" w="1303">
                  <a:moveTo>
                    <a:pt x="1" y="1"/>
                  </a:moveTo>
                  <a:lnTo>
                    <a:pt x="1" y="1303"/>
                  </a:lnTo>
                  <a:lnTo>
                    <a:pt x="1302" y="1303"/>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85"/>
            <p:cNvSpPr/>
            <p:nvPr/>
          </p:nvSpPr>
          <p:spPr>
            <a:xfrm>
              <a:off x="4187210" y="3643492"/>
              <a:ext cx="33914" cy="33914"/>
            </a:xfrm>
            <a:custGeom>
              <a:rect b="b" l="l" r="r" t="t"/>
              <a:pathLst>
                <a:path extrusionOk="0" h="1303" w="1303">
                  <a:moveTo>
                    <a:pt x="1" y="1"/>
                  </a:moveTo>
                  <a:lnTo>
                    <a:pt x="1" y="1302"/>
                  </a:lnTo>
                  <a:lnTo>
                    <a:pt x="1302" y="1302"/>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85"/>
            <p:cNvSpPr/>
            <p:nvPr/>
          </p:nvSpPr>
          <p:spPr>
            <a:xfrm>
              <a:off x="4274220" y="3345790"/>
              <a:ext cx="42971" cy="39484"/>
            </a:xfrm>
            <a:custGeom>
              <a:rect b="b" l="l" r="r" t="t"/>
              <a:pathLst>
                <a:path extrusionOk="0" h="1517" w="1651">
                  <a:moveTo>
                    <a:pt x="0" y="0"/>
                  </a:moveTo>
                  <a:lnTo>
                    <a:pt x="172" y="1516"/>
                  </a:lnTo>
                  <a:lnTo>
                    <a:pt x="1478" y="1516"/>
                  </a:lnTo>
                  <a:lnTo>
                    <a:pt x="165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85"/>
            <p:cNvSpPr/>
            <p:nvPr/>
          </p:nvSpPr>
          <p:spPr>
            <a:xfrm>
              <a:off x="4368595" y="3604737"/>
              <a:ext cx="113246" cy="111450"/>
            </a:xfrm>
            <a:custGeom>
              <a:rect b="b" l="l" r="r" t="t"/>
              <a:pathLst>
                <a:path extrusionOk="0" h="4282" w="4351">
                  <a:moveTo>
                    <a:pt x="273" y="1"/>
                  </a:moveTo>
                  <a:cubicBezTo>
                    <a:pt x="123" y="1"/>
                    <a:pt x="1" y="152"/>
                    <a:pt x="58" y="311"/>
                  </a:cubicBezTo>
                  <a:lnTo>
                    <a:pt x="1296" y="3769"/>
                  </a:lnTo>
                  <a:cubicBezTo>
                    <a:pt x="1333" y="3871"/>
                    <a:pt x="1425" y="3923"/>
                    <a:pt x="1517" y="3923"/>
                  </a:cubicBezTo>
                  <a:cubicBezTo>
                    <a:pt x="1600" y="3923"/>
                    <a:pt x="1684" y="3880"/>
                    <a:pt x="1726" y="3791"/>
                  </a:cubicBezTo>
                  <a:lnTo>
                    <a:pt x="2137" y="2911"/>
                  </a:lnTo>
                  <a:lnTo>
                    <a:pt x="3443" y="4213"/>
                  </a:lnTo>
                  <a:cubicBezTo>
                    <a:pt x="3487" y="4259"/>
                    <a:pt x="3546" y="4281"/>
                    <a:pt x="3605" y="4281"/>
                  </a:cubicBezTo>
                  <a:cubicBezTo>
                    <a:pt x="3664" y="4281"/>
                    <a:pt x="3724" y="4259"/>
                    <a:pt x="3770" y="4213"/>
                  </a:cubicBezTo>
                  <a:lnTo>
                    <a:pt x="4259" y="3724"/>
                  </a:lnTo>
                  <a:cubicBezTo>
                    <a:pt x="4350" y="3632"/>
                    <a:pt x="4350" y="3484"/>
                    <a:pt x="4259" y="3397"/>
                  </a:cubicBezTo>
                  <a:lnTo>
                    <a:pt x="2957" y="2091"/>
                  </a:lnTo>
                  <a:lnTo>
                    <a:pt x="3837" y="1680"/>
                  </a:lnTo>
                  <a:cubicBezTo>
                    <a:pt x="4020" y="1592"/>
                    <a:pt x="4006" y="1321"/>
                    <a:pt x="3812" y="1254"/>
                  </a:cubicBezTo>
                  <a:lnTo>
                    <a:pt x="353" y="15"/>
                  </a:lnTo>
                  <a:cubicBezTo>
                    <a:pt x="326" y="5"/>
                    <a:pt x="299" y="1"/>
                    <a:pt x="273"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85"/>
            <p:cNvSpPr/>
            <p:nvPr/>
          </p:nvSpPr>
          <p:spPr>
            <a:xfrm>
              <a:off x="4146268" y="3339908"/>
              <a:ext cx="290050" cy="178236"/>
            </a:xfrm>
            <a:custGeom>
              <a:rect b="b" l="l" r="r" t="t"/>
              <a:pathLst>
                <a:path extrusionOk="0" h="6848" w="11144">
                  <a:moveTo>
                    <a:pt x="6316" y="448"/>
                  </a:moveTo>
                  <a:lnTo>
                    <a:pt x="6197" y="1521"/>
                  </a:lnTo>
                  <a:lnTo>
                    <a:pt x="5286" y="1521"/>
                  </a:lnTo>
                  <a:lnTo>
                    <a:pt x="5201" y="778"/>
                  </a:lnTo>
                  <a:lnTo>
                    <a:pt x="5201" y="771"/>
                  </a:lnTo>
                  <a:lnTo>
                    <a:pt x="5166" y="448"/>
                  </a:lnTo>
                  <a:close/>
                  <a:moveTo>
                    <a:pt x="8674" y="1338"/>
                  </a:moveTo>
                  <a:lnTo>
                    <a:pt x="10384" y="3048"/>
                  </a:lnTo>
                  <a:lnTo>
                    <a:pt x="8684" y="3037"/>
                  </a:lnTo>
                  <a:lnTo>
                    <a:pt x="8674" y="1338"/>
                  </a:lnTo>
                  <a:close/>
                  <a:moveTo>
                    <a:pt x="4920" y="1"/>
                  </a:moveTo>
                  <a:cubicBezTo>
                    <a:pt x="4786" y="1"/>
                    <a:pt x="4684" y="117"/>
                    <a:pt x="4698" y="247"/>
                  </a:cubicBezTo>
                  <a:lnTo>
                    <a:pt x="4737" y="574"/>
                  </a:lnTo>
                  <a:lnTo>
                    <a:pt x="222" y="574"/>
                  </a:lnTo>
                  <a:cubicBezTo>
                    <a:pt x="99" y="574"/>
                    <a:pt x="1" y="673"/>
                    <a:pt x="1" y="796"/>
                  </a:cubicBezTo>
                  <a:lnTo>
                    <a:pt x="1" y="1746"/>
                  </a:lnTo>
                  <a:cubicBezTo>
                    <a:pt x="1" y="1866"/>
                    <a:pt x="99" y="1964"/>
                    <a:pt x="222" y="1964"/>
                  </a:cubicBezTo>
                  <a:cubicBezTo>
                    <a:pt x="342" y="1964"/>
                    <a:pt x="444" y="1866"/>
                    <a:pt x="444" y="1742"/>
                  </a:cubicBezTo>
                  <a:lnTo>
                    <a:pt x="444" y="1021"/>
                  </a:lnTo>
                  <a:lnTo>
                    <a:pt x="4782" y="1021"/>
                  </a:lnTo>
                  <a:lnTo>
                    <a:pt x="4867" y="1767"/>
                  </a:lnTo>
                  <a:cubicBezTo>
                    <a:pt x="4877" y="1880"/>
                    <a:pt x="4972" y="1964"/>
                    <a:pt x="5085" y="1964"/>
                  </a:cubicBezTo>
                  <a:lnTo>
                    <a:pt x="6394" y="1964"/>
                  </a:lnTo>
                  <a:cubicBezTo>
                    <a:pt x="6506" y="1964"/>
                    <a:pt x="6601" y="1880"/>
                    <a:pt x="6615" y="1767"/>
                  </a:cubicBezTo>
                  <a:lnTo>
                    <a:pt x="6696" y="1021"/>
                  </a:lnTo>
                  <a:lnTo>
                    <a:pt x="8223" y="1021"/>
                  </a:lnTo>
                  <a:lnTo>
                    <a:pt x="8241" y="3259"/>
                  </a:lnTo>
                  <a:cubicBezTo>
                    <a:pt x="8241" y="3379"/>
                    <a:pt x="8340" y="3477"/>
                    <a:pt x="8459" y="3477"/>
                  </a:cubicBezTo>
                  <a:lnTo>
                    <a:pt x="10697" y="3495"/>
                  </a:lnTo>
                  <a:lnTo>
                    <a:pt x="10697" y="6626"/>
                  </a:lnTo>
                  <a:cubicBezTo>
                    <a:pt x="10697" y="6749"/>
                    <a:pt x="10799" y="6848"/>
                    <a:pt x="10922" y="6848"/>
                  </a:cubicBezTo>
                  <a:cubicBezTo>
                    <a:pt x="11042" y="6848"/>
                    <a:pt x="11144" y="6749"/>
                    <a:pt x="11144" y="6626"/>
                  </a:cubicBezTo>
                  <a:lnTo>
                    <a:pt x="11144" y="3273"/>
                  </a:lnTo>
                  <a:cubicBezTo>
                    <a:pt x="11144" y="3217"/>
                    <a:pt x="11119" y="3157"/>
                    <a:pt x="11077" y="3118"/>
                  </a:cubicBezTo>
                  <a:lnTo>
                    <a:pt x="8600" y="641"/>
                  </a:lnTo>
                  <a:cubicBezTo>
                    <a:pt x="8558" y="599"/>
                    <a:pt x="8501" y="574"/>
                    <a:pt x="8442" y="574"/>
                  </a:cubicBezTo>
                  <a:lnTo>
                    <a:pt x="6753" y="574"/>
                  </a:lnTo>
                  <a:lnTo>
                    <a:pt x="6788" y="247"/>
                  </a:lnTo>
                  <a:cubicBezTo>
                    <a:pt x="6802" y="117"/>
                    <a:pt x="6700" y="1"/>
                    <a:pt x="6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85"/>
            <p:cNvSpPr/>
            <p:nvPr/>
          </p:nvSpPr>
          <p:spPr>
            <a:xfrm>
              <a:off x="4146190" y="3405106"/>
              <a:ext cx="11660" cy="52706"/>
            </a:xfrm>
            <a:custGeom>
              <a:rect b="b" l="l" r="r" t="t"/>
              <a:pathLst>
                <a:path extrusionOk="0" h="2025" w="448">
                  <a:moveTo>
                    <a:pt x="225" y="1"/>
                  </a:moveTo>
                  <a:cubicBezTo>
                    <a:pt x="102" y="1"/>
                    <a:pt x="4" y="100"/>
                    <a:pt x="4" y="223"/>
                  </a:cubicBezTo>
                  <a:lnTo>
                    <a:pt x="4" y="1802"/>
                  </a:lnTo>
                  <a:cubicBezTo>
                    <a:pt x="0" y="1926"/>
                    <a:pt x="102" y="2024"/>
                    <a:pt x="225" y="2024"/>
                  </a:cubicBezTo>
                  <a:cubicBezTo>
                    <a:pt x="345" y="2024"/>
                    <a:pt x="447" y="1926"/>
                    <a:pt x="447" y="1802"/>
                  </a:cubicBezTo>
                  <a:lnTo>
                    <a:pt x="447" y="223"/>
                  </a:lnTo>
                  <a:cubicBezTo>
                    <a:pt x="447" y="100"/>
                    <a:pt x="345"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85"/>
            <p:cNvSpPr/>
            <p:nvPr/>
          </p:nvSpPr>
          <p:spPr>
            <a:xfrm>
              <a:off x="4240696" y="3451540"/>
              <a:ext cx="153224" cy="11660"/>
            </a:xfrm>
            <a:custGeom>
              <a:rect b="b" l="l" r="r" t="t"/>
              <a:pathLst>
                <a:path extrusionOk="0" h="448" w="5887">
                  <a:moveTo>
                    <a:pt x="296" y="1"/>
                  </a:moveTo>
                  <a:cubicBezTo>
                    <a:pt x="0" y="1"/>
                    <a:pt x="0" y="448"/>
                    <a:pt x="296" y="448"/>
                  </a:cubicBezTo>
                  <a:lnTo>
                    <a:pt x="5665" y="448"/>
                  </a:lnTo>
                  <a:cubicBezTo>
                    <a:pt x="5788" y="448"/>
                    <a:pt x="5887" y="346"/>
                    <a:pt x="5887" y="226"/>
                  </a:cubicBezTo>
                  <a:cubicBezTo>
                    <a:pt x="5887" y="103"/>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85"/>
            <p:cNvSpPr/>
            <p:nvPr/>
          </p:nvSpPr>
          <p:spPr>
            <a:xfrm>
              <a:off x="4240696" y="3474157"/>
              <a:ext cx="153224" cy="11582"/>
            </a:xfrm>
            <a:custGeom>
              <a:rect b="b" l="l" r="r" t="t"/>
              <a:pathLst>
                <a:path extrusionOk="0" h="445" w="5887">
                  <a:moveTo>
                    <a:pt x="296" y="1"/>
                  </a:moveTo>
                  <a:cubicBezTo>
                    <a:pt x="0" y="1"/>
                    <a:pt x="0" y="444"/>
                    <a:pt x="296" y="444"/>
                  </a:cubicBezTo>
                  <a:lnTo>
                    <a:pt x="5665" y="444"/>
                  </a:lnTo>
                  <a:cubicBezTo>
                    <a:pt x="5788" y="444"/>
                    <a:pt x="5887" y="346"/>
                    <a:pt x="5887" y="223"/>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85"/>
            <p:cNvSpPr/>
            <p:nvPr/>
          </p:nvSpPr>
          <p:spPr>
            <a:xfrm>
              <a:off x="4181432" y="3445866"/>
              <a:ext cx="45444" cy="45444"/>
            </a:xfrm>
            <a:custGeom>
              <a:rect b="b" l="l" r="r" t="t"/>
              <a:pathLst>
                <a:path extrusionOk="0" h="1746" w="1746">
                  <a:moveTo>
                    <a:pt x="1303" y="448"/>
                  </a:moveTo>
                  <a:lnTo>
                    <a:pt x="1303" y="1303"/>
                  </a:lnTo>
                  <a:lnTo>
                    <a:pt x="444" y="1303"/>
                  </a:lnTo>
                  <a:lnTo>
                    <a:pt x="444" y="448"/>
                  </a:lnTo>
                  <a:close/>
                  <a:moveTo>
                    <a:pt x="223" y="1"/>
                  </a:moveTo>
                  <a:cubicBezTo>
                    <a:pt x="99" y="1"/>
                    <a:pt x="1" y="103"/>
                    <a:pt x="1" y="226"/>
                  </a:cubicBezTo>
                  <a:lnTo>
                    <a:pt x="1" y="1524"/>
                  </a:lnTo>
                  <a:cubicBezTo>
                    <a:pt x="1" y="1647"/>
                    <a:pt x="99" y="1746"/>
                    <a:pt x="223" y="1746"/>
                  </a:cubicBezTo>
                  <a:lnTo>
                    <a:pt x="1524" y="1746"/>
                  </a:lnTo>
                  <a:cubicBezTo>
                    <a:pt x="1644" y="1746"/>
                    <a:pt x="1746" y="1647"/>
                    <a:pt x="1746" y="1524"/>
                  </a:cubicBezTo>
                  <a:lnTo>
                    <a:pt x="1746" y="226"/>
                  </a:lnTo>
                  <a:cubicBezTo>
                    <a:pt x="1746" y="103"/>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85"/>
            <p:cNvSpPr/>
            <p:nvPr/>
          </p:nvSpPr>
          <p:spPr>
            <a:xfrm>
              <a:off x="4240696" y="3547529"/>
              <a:ext cx="153224" cy="11556"/>
            </a:xfrm>
            <a:custGeom>
              <a:rect b="b" l="l" r="r" t="t"/>
              <a:pathLst>
                <a:path extrusionOk="0" h="444" w="5887">
                  <a:moveTo>
                    <a:pt x="5671" y="0"/>
                  </a:moveTo>
                  <a:cubicBezTo>
                    <a:pt x="5669" y="0"/>
                    <a:pt x="5667" y="0"/>
                    <a:pt x="5665" y="0"/>
                  </a:cubicBezTo>
                  <a:lnTo>
                    <a:pt x="296" y="0"/>
                  </a:lnTo>
                  <a:cubicBezTo>
                    <a:pt x="295" y="0"/>
                    <a:pt x="294" y="0"/>
                    <a:pt x="292" y="0"/>
                  </a:cubicBezTo>
                  <a:cubicBezTo>
                    <a:pt x="0" y="0"/>
                    <a:pt x="1" y="444"/>
                    <a:pt x="296" y="444"/>
                  </a:cubicBezTo>
                  <a:lnTo>
                    <a:pt x="5665" y="444"/>
                  </a:lnTo>
                  <a:cubicBezTo>
                    <a:pt x="5788" y="444"/>
                    <a:pt x="5887" y="341"/>
                    <a:pt x="5887" y="222"/>
                  </a:cubicBezTo>
                  <a:cubicBezTo>
                    <a:pt x="5887" y="101"/>
                    <a:pt x="5791" y="0"/>
                    <a:pt x="5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85"/>
            <p:cNvSpPr/>
            <p:nvPr/>
          </p:nvSpPr>
          <p:spPr>
            <a:xfrm>
              <a:off x="4240696" y="3570043"/>
              <a:ext cx="153224" cy="11582"/>
            </a:xfrm>
            <a:custGeom>
              <a:rect b="b" l="l" r="r" t="t"/>
              <a:pathLst>
                <a:path extrusionOk="0" h="445" w="5887">
                  <a:moveTo>
                    <a:pt x="296" y="1"/>
                  </a:moveTo>
                  <a:cubicBezTo>
                    <a:pt x="0" y="1"/>
                    <a:pt x="0" y="444"/>
                    <a:pt x="296" y="444"/>
                  </a:cubicBezTo>
                  <a:lnTo>
                    <a:pt x="5665" y="444"/>
                  </a:lnTo>
                  <a:cubicBezTo>
                    <a:pt x="5788" y="444"/>
                    <a:pt x="5887" y="346"/>
                    <a:pt x="5887" y="222"/>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85"/>
            <p:cNvSpPr/>
            <p:nvPr/>
          </p:nvSpPr>
          <p:spPr>
            <a:xfrm>
              <a:off x="4181432" y="3541855"/>
              <a:ext cx="45444" cy="45444"/>
            </a:xfrm>
            <a:custGeom>
              <a:rect b="b" l="l" r="r" t="t"/>
              <a:pathLst>
                <a:path extrusionOk="0" h="1746" w="1746">
                  <a:moveTo>
                    <a:pt x="1303" y="443"/>
                  </a:moveTo>
                  <a:lnTo>
                    <a:pt x="1303" y="1302"/>
                  </a:lnTo>
                  <a:lnTo>
                    <a:pt x="444" y="1302"/>
                  </a:lnTo>
                  <a:lnTo>
                    <a:pt x="444" y="443"/>
                  </a:lnTo>
                  <a:close/>
                  <a:moveTo>
                    <a:pt x="223" y="0"/>
                  </a:moveTo>
                  <a:cubicBezTo>
                    <a:pt x="99" y="0"/>
                    <a:pt x="1" y="99"/>
                    <a:pt x="1" y="222"/>
                  </a:cubicBezTo>
                  <a:lnTo>
                    <a:pt x="1" y="1524"/>
                  </a:lnTo>
                  <a:cubicBezTo>
                    <a:pt x="1" y="1643"/>
                    <a:pt x="99" y="1745"/>
                    <a:pt x="223" y="1745"/>
                  </a:cubicBezTo>
                  <a:lnTo>
                    <a:pt x="1524" y="1745"/>
                  </a:lnTo>
                  <a:cubicBezTo>
                    <a:pt x="1644" y="1745"/>
                    <a:pt x="1746" y="1643"/>
                    <a:pt x="1746" y="1524"/>
                  </a:cubicBezTo>
                  <a:lnTo>
                    <a:pt x="1746" y="222"/>
                  </a:lnTo>
                  <a:cubicBezTo>
                    <a:pt x="1746" y="99"/>
                    <a:pt x="1644"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85"/>
            <p:cNvSpPr/>
            <p:nvPr/>
          </p:nvSpPr>
          <p:spPr>
            <a:xfrm>
              <a:off x="4181432" y="3637714"/>
              <a:ext cx="45444" cy="45470"/>
            </a:xfrm>
            <a:custGeom>
              <a:rect b="b" l="l" r="r" t="t"/>
              <a:pathLst>
                <a:path extrusionOk="0" h="1747" w="1746">
                  <a:moveTo>
                    <a:pt x="1299" y="448"/>
                  </a:moveTo>
                  <a:lnTo>
                    <a:pt x="1299" y="1303"/>
                  </a:lnTo>
                  <a:lnTo>
                    <a:pt x="444" y="1303"/>
                  </a:lnTo>
                  <a:lnTo>
                    <a:pt x="444" y="448"/>
                  </a:lnTo>
                  <a:close/>
                  <a:moveTo>
                    <a:pt x="223" y="1"/>
                  </a:moveTo>
                  <a:cubicBezTo>
                    <a:pt x="99" y="1"/>
                    <a:pt x="1" y="103"/>
                    <a:pt x="1" y="223"/>
                  </a:cubicBezTo>
                  <a:lnTo>
                    <a:pt x="1" y="1524"/>
                  </a:lnTo>
                  <a:cubicBezTo>
                    <a:pt x="1" y="1648"/>
                    <a:pt x="99" y="1746"/>
                    <a:pt x="223" y="1746"/>
                  </a:cubicBezTo>
                  <a:lnTo>
                    <a:pt x="1524" y="1746"/>
                  </a:lnTo>
                  <a:cubicBezTo>
                    <a:pt x="1644" y="1746"/>
                    <a:pt x="1746" y="1648"/>
                    <a:pt x="1746" y="1524"/>
                  </a:cubicBezTo>
                  <a:lnTo>
                    <a:pt x="1746" y="223"/>
                  </a:lnTo>
                  <a:cubicBezTo>
                    <a:pt x="1746" y="99"/>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85"/>
            <p:cNvSpPr/>
            <p:nvPr/>
          </p:nvSpPr>
          <p:spPr>
            <a:xfrm>
              <a:off x="4146268" y="3470357"/>
              <a:ext cx="341897" cy="264465"/>
            </a:xfrm>
            <a:custGeom>
              <a:rect b="b" l="l" r="r" t="t"/>
              <a:pathLst>
                <a:path extrusionOk="0" h="10161" w="13136">
                  <a:moveTo>
                    <a:pt x="8822" y="5382"/>
                  </a:moveTo>
                  <a:lnTo>
                    <a:pt x="12280" y="6624"/>
                  </a:lnTo>
                  <a:cubicBezTo>
                    <a:pt x="12284" y="6624"/>
                    <a:pt x="12287" y="6624"/>
                    <a:pt x="12287" y="6631"/>
                  </a:cubicBezTo>
                  <a:cubicBezTo>
                    <a:pt x="12287" y="6638"/>
                    <a:pt x="12287" y="6638"/>
                    <a:pt x="12280" y="6642"/>
                  </a:cubicBezTo>
                  <a:lnTo>
                    <a:pt x="11401" y="7054"/>
                  </a:lnTo>
                  <a:cubicBezTo>
                    <a:pt x="11260" y="7117"/>
                    <a:pt x="11228" y="7303"/>
                    <a:pt x="11337" y="7413"/>
                  </a:cubicBezTo>
                  <a:lnTo>
                    <a:pt x="12643" y="8714"/>
                  </a:lnTo>
                  <a:cubicBezTo>
                    <a:pt x="12646" y="8718"/>
                    <a:pt x="12650" y="8725"/>
                    <a:pt x="12646" y="8732"/>
                  </a:cubicBezTo>
                  <a:lnTo>
                    <a:pt x="12154" y="9221"/>
                  </a:lnTo>
                  <a:cubicBezTo>
                    <a:pt x="12154" y="9221"/>
                    <a:pt x="12150" y="9225"/>
                    <a:pt x="12147" y="9225"/>
                  </a:cubicBezTo>
                  <a:cubicBezTo>
                    <a:pt x="12143" y="9225"/>
                    <a:pt x="12143" y="9221"/>
                    <a:pt x="12140" y="9221"/>
                  </a:cubicBezTo>
                  <a:lnTo>
                    <a:pt x="10838" y="7916"/>
                  </a:lnTo>
                  <a:cubicBezTo>
                    <a:pt x="10793" y="7871"/>
                    <a:pt x="10736" y="7850"/>
                    <a:pt x="10680" y="7850"/>
                  </a:cubicBezTo>
                  <a:cubicBezTo>
                    <a:pt x="10597" y="7850"/>
                    <a:pt x="10516" y="7895"/>
                    <a:pt x="10479" y="7979"/>
                  </a:cubicBezTo>
                  <a:lnTo>
                    <a:pt x="10067" y="8859"/>
                  </a:lnTo>
                  <a:cubicBezTo>
                    <a:pt x="10067" y="8862"/>
                    <a:pt x="10064" y="8866"/>
                    <a:pt x="10057" y="8866"/>
                  </a:cubicBezTo>
                  <a:cubicBezTo>
                    <a:pt x="10050" y="8866"/>
                    <a:pt x="10050" y="8866"/>
                    <a:pt x="10050" y="8859"/>
                  </a:cubicBezTo>
                  <a:lnTo>
                    <a:pt x="8808" y="5396"/>
                  </a:lnTo>
                  <a:cubicBezTo>
                    <a:pt x="8808" y="5393"/>
                    <a:pt x="8808" y="5389"/>
                    <a:pt x="8811" y="5386"/>
                  </a:cubicBezTo>
                  <a:cubicBezTo>
                    <a:pt x="8815" y="5382"/>
                    <a:pt x="8818" y="5382"/>
                    <a:pt x="8822" y="5382"/>
                  </a:cubicBezTo>
                  <a:close/>
                  <a:moveTo>
                    <a:pt x="222" y="0"/>
                  </a:moveTo>
                  <a:cubicBezTo>
                    <a:pt x="112" y="0"/>
                    <a:pt x="1" y="75"/>
                    <a:pt x="1" y="224"/>
                  </a:cubicBezTo>
                  <a:lnTo>
                    <a:pt x="1" y="9939"/>
                  </a:lnTo>
                  <a:cubicBezTo>
                    <a:pt x="1" y="10058"/>
                    <a:pt x="99" y="10160"/>
                    <a:pt x="222" y="10160"/>
                  </a:cubicBezTo>
                  <a:lnTo>
                    <a:pt x="10922" y="10160"/>
                  </a:lnTo>
                  <a:cubicBezTo>
                    <a:pt x="11045" y="10160"/>
                    <a:pt x="11144" y="10058"/>
                    <a:pt x="11144" y="9939"/>
                  </a:cubicBezTo>
                  <a:lnTo>
                    <a:pt x="11144" y="8855"/>
                  </a:lnTo>
                  <a:lnTo>
                    <a:pt x="11826" y="9534"/>
                  </a:lnTo>
                  <a:cubicBezTo>
                    <a:pt x="11914" y="9624"/>
                    <a:pt x="12030" y="9669"/>
                    <a:pt x="12147" y="9669"/>
                  </a:cubicBezTo>
                  <a:cubicBezTo>
                    <a:pt x="12264" y="9669"/>
                    <a:pt x="12381" y="9624"/>
                    <a:pt x="12470" y="9534"/>
                  </a:cubicBezTo>
                  <a:lnTo>
                    <a:pt x="12959" y="9045"/>
                  </a:lnTo>
                  <a:cubicBezTo>
                    <a:pt x="13135" y="8869"/>
                    <a:pt x="13135" y="8581"/>
                    <a:pt x="12959" y="8401"/>
                  </a:cubicBezTo>
                  <a:lnTo>
                    <a:pt x="11879" y="7321"/>
                  </a:lnTo>
                  <a:lnTo>
                    <a:pt x="12470" y="7047"/>
                  </a:lnTo>
                  <a:cubicBezTo>
                    <a:pt x="12836" y="6874"/>
                    <a:pt x="12812" y="6343"/>
                    <a:pt x="12432" y="6206"/>
                  </a:cubicBezTo>
                  <a:lnTo>
                    <a:pt x="11147" y="5745"/>
                  </a:lnTo>
                  <a:lnTo>
                    <a:pt x="11147" y="2525"/>
                  </a:lnTo>
                  <a:cubicBezTo>
                    <a:pt x="11147" y="2378"/>
                    <a:pt x="11036" y="2304"/>
                    <a:pt x="10924" y="2304"/>
                  </a:cubicBezTo>
                  <a:cubicBezTo>
                    <a:pt x="10812" y="2304"/>
                    <a:pt x="10700" y="2378"/>
                    <a:pt x="10700" y="2525"/>
                  </a:cubicBezTo>
                  <a:lnTo>
                    <a:pt x="10700" y="5586"/>
                  </a:lnTo>
                  <a:lnTo>
                    <a:pt x="8973" y="4967"/>
                  </a:lnTo>
                  <a:cubicBezTo>
                    <a:pt x="8920" y="4948"/>
                    <a:pt x="8867" y="4939"/>
                    <a:pt x="8816" y="4939"/>
                  </a:cubicBezTo>
                  <a:cubicBezTo>
                    <a:pt x="8519" y="4939"/>
                    <a:pt x="8281" y="5238"/>
                    <a:pt x="8392" y="5548"/>
                  </a:cubicBezTo>
                  <a:lnTo>
                    <a:pt x="8786" y="6645"/>
                  </a:lnTo>
                  <a:lnTo>
                    <a:pt x="3924" y="6645"/>
                  </a:lnTo>
                  <a:cubicBezTo>
                    <a:pt x="3628" y="6645"/>
                    <a:pt x="3628" y="7092"/>
                    <a:pt x="3924" y="7092"/>
                  </a:cubicBezTo>
                  <a:lnTo>
                    <a:pt x="8945" y="7092"/>
                  </a:lnTo>
                  <a:lnTo>
                    <a:pt x="9096" y="7515"/>
                  </a:lnTo>
                  <a:lnTo>
                    <a:pt x="3924" y="7515"/>
                  </a:lnTo>
                  <a:cubicBezTo>
                    <a:pt x="3628" y="7515"/>
                    <a:pt x="3628" y="7958"/>
                    <a:pt x="3924" y="7958"/>
                  </a:cubicBezTo>
                  <a:lnTo>
                    <a:pt x="9254" y="7958"/>
                  </a:lnTo>
                  <a:lnTo>
                    <a:pt x="9631" y="9003"/>
                  </a:lnTo>
                  <a:cubicBezTo>
                    <a:pt x="9702" y="9203"/>
                    <a:pt x="9882" y="9306"/>
                    <a:pt x="10061" y="9306"/>
                  </a:cubicBezTo>
                  <a:cubicBezTo>
                    <a:pt x="10224" y="9306"/>
                    <a:pt x="10388" y="9220"/>
                    <a:pt x="10468" y="9045"/>
                  </a:cubicBezTo>
                  <a:lnTo>
                    <a:pt x="10700" y="8549"/>
                  </a:lnTo>
                  <a:lnTo>
                    <a:pt x="10700" y="9714"/>
                  </a:lnTo>
                  <a:lnTo>
                    <a:pt x="444" y="9714"/>
                  </a:lnTo>
                  <a:lnTo>
                    <a:pt x="444" y="224"/>
                  </a:lnTo>
                  <a:cubicBezTo>
                    <a:pt x="444" y="75"/>
                    <a:pt x="333"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7" name="Google Shape;18107;p85"/>
          <p:cNvGrpSpPr/>
          <p:nvPr/>
        </p:nvGrpSpPr>
        <p:grpSpPr>
          <a:xfrm>
            <a:off x="6529398" y="2898143"/>
            <a:ext cx="346999" cy="347025"/>
            <a:chOff x="6529398" y="2898143"/>
            <a:chExt cx="346999" cy="347025"/>
          </a:xfrm>
        </p:grpSpPr>
        <p:sp>
          <p:nvSpPr>
            <p:cNvPr id="18108" name="Google Shape;18108;p85"/>
            <p:cNvSpPr/>
            <p:nvPr/>
          </p:nvSpPr>
          <p:spPr>
            <a:xfrm>
              <a:off x="6606674" y="2903270"/>
              <a:ext cx="192447" cy="336770"/>
            </a:xfrm>
            <a:custGeom>
              <a:rect b="b" l="l" r="r" t="t"/>
              <a:pathLst>
                <a:path extrusionOk="0" h="12939" w="7394">
                  <a:moveTo>
                    <a:pt x="782" y="1"/>
                  </a:moveTo>
                  <a:cubicBezTo>
                    <a:pt x="349" y="1"/>
                    <a:pt x="1" y="349"/>
                    <a:pt x="1" y="782"/>
                  </a:cubicBezTo>
                  <a:lnTo>
                    <a:pt x="1" y="12157"/>
                  </a:lnTo>
                  <a:cubicBezTo>
                    <a:pt x="1" y="12590"/>
                    <a:pt x="349" y="12938"/>
                    <a:pt x="782" y="12938"/>
                  </a:cubicBezTo>
                  <a:lnTo>
                    <a:pt x="6612" y="12938"/>
                  </a:lnTo>
                  <a:cubicBezTo>
                    <a:pt x="7045" y="12938"/>
                    <a:pt x="7393" y="12590"/>
                    <a:pt x="7393" y="12157"/>
                  </a:cubicBezTo>
                  <a:lnTo>
                    <a:pt x="7393" y="782"/>
                  </a:lnTo>
                  <a:cubicBezTo>
                    <a:pt x="7393" y="349"/>
                    <a:pt x="7045" y="1"/>
                    <a:pt x="661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85"/>
            <p:cNvSpPr/>
            <p:nvPr/>
          </p:nvSpPr>
          <p:spPr>
            <a:xfrm>
              <a:off x="6758414" y="2903270"/>
              <a:ext cx="40707" cy="336848"/>
            </a:xfrm>
            <a:custGeom>
              <a:rect b="b" l="l" r="r" t="t"/>
              <a:pathLst>
                <a:path extrusionOk="0" h="12942" w="1564">
                  <a:moveTo>
                    <a:pt x="1" y="1"/>
                  </a:moveTo>
                  <a:cubicBezTo>
                    <a:pt x="434" y="1"/>
                    <a:pt x="782" y="349"/>
                    <a:pt x="782" y="782"/>
                  </a:cubicBezTo>
                  <a:lnTo>
                    <a:pt x="782" y="12161"/>
                  </a:lnTo>
                  <a:cubicBezTo>
                    <a:pt x="782" y="12590"/>
                    <a:pt x="434" y="12942"/>
                    <a:pt x="1" y="12942"/>
                  </a:cubicBezTo>
                  <a:lnTo>
                    <a:pt x="782" y="12942"/>
                  </a:lnTo>
                  <a:cubicBezTo>
                    <a:pt x="1215" y="12942"/>
                    <a:pt x="1563" y="12590"/>
                    <a:pt x="1563" y="12161"/>
                  </a:cubicBezTo>
                  <a:lnTo>
                    <a:pt x="1563" y="782"/>
                  </a:lnTo>
                  <a:cubicBezTo>
                    <a:pt x="1563" y="349"/>
                    <a:pt x="1215" y="1"/>
                    <a:pt x="782" y="1"/>
                  </a:cubicBezTo>
                  <a:close/>
                </a:path>
              </a:pathLst>
            </a:custGeom>
            <a:solidFill>
              <a:srgbClr val="ED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85"/>
            <p:cNvSpPr/>
            <p:nvPr/>
          </p:nvSpPr>
          <p:spPr>
            <a:xfrm>
              <a:off x="6606674" y="3188532"/>
              <a:ext cx="192525" cy="20354"/>
            </a:xfrm>
            <a:custGeom>
              <a:rect b="b" l="l" r="r" t="t"/>
              <a:pathLst>
                <a:path extrusionOk="0" h="782" w="7397">
                  <a:moveTo>
                    <a:pt x="1" y="1"/>
                  </a:moveTo>
                  <a:lnTo>
                    <a:pt x="1" y="782"/>
                  </a:lnTo>
                  <a:lnTo>
                    <a:pt x="7397" y="782"/>
                  </a:lnTo>
                  <a:lnTo>
                    <a:pt x="739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85"/>
            <p:cNvSpPr/>
            <p:nvPr/>
          </p:nvSpPr>
          <p:spPr>
            <a:xfrm>
              <a:off x="6778768" y="3188532"/>
              <a:ext cx="20432" cy="20354"/>
            </a:xfrm>
            <a:custGeom>
              <a:rect b="b" l="l" r="r" t="t"/>
              <a:pathLst>
                <a:path extrusionOk="0" h="782" w="785">
                  <a:moveTo>
                    <a:pt x="0" y="1"/>
                  </a:moveTo>
                  <a:lnTo>
                    <a:pt x="4" y="782"/>
                  </a:lnTo>
                  <a:lnTo>
                    <a:pt x="785" y="782"/>
                  </a:lnTo>
                  <a:lnTo>
                    <a:pt x="785"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85"/>
            <p:cNvSpPr/>
            <p:nvPr/>
          </p:nvSpPr>
          <p:spPr>
            <a:xfrm>
              <a:off x="6606674" y="3208859"/>
              <a:ext cx="192525" cy="31181"/>
            </a:xfrm>
            <a:custGeom>
              <a:rect b="b" l="l" r="r" t="t"/>
              <a:pathLst>
                <a:path extrusionOk="0" h="1198" w="7397">
                  <a:moveTo>
                    <a:pt x="1" y="1"/>
                  </a:moveTo>
                  <a:lnTo>
                    <a:pt x="1" y="416"/>
                  </a:lnTo>
                  <a:cubicBezTo>
                    <a:pt x="1" y="849"/>
                    <a:pt x="349" y="1197"/>
                    <a:pt x="782" y="1197"/>
                  </a:cubicBezTo>
                  <a:lnTo>
                    <a:pt x="6612" y="1197"/>
                  </a:lnTo>
                  <a:cubicBezTo>
                    <a:pt x="6614" y="1197"/>
                    <a:pt x="6616" y="1197"/>
                    <a:pt x="6618" y="1197"/>
                  </a:cubicBezTo>
                  <a:cubicBezTo>
                    <a:pt x="7048" y="1197"/>
                    <a:pt x="7397" y="847"/>
                    <a:pt x="7397" y="416"/>
                  </a:cubicBezTo>
                  <a:lnTo>
                    <a:pt x="7397"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85"/>
            <p:cNvSpPr/>
            <p:nvPr/>
          </p:nvSpPr>
          <p:spPr>
            <a:xfrm>
              <a:off x="6758414" y="3208859"/>
              <a:ext cx="40707" cy="31181"/>
            </a:xfrm>
            <a:custGeom>
              <a:rect b="b" l="l" r="r" t="t"/>
              <a:pathLst>
                <a:path extrusionOk="0" h="1198" w="1564">
                  <a:moveTo>
                    <a:pt x="782" y="1"/>
                  </a:moveTo>
                  <a:lnTo>
                    <a:pt x="782" y="416"/>
                  </a:lnTo>
                  <a:cubicBezTo>
                    <a:pt x="782" y="849"/>
                    <a:pt x="434" y="1197"/>
                    <a:pt x="1" y="1197"/>
                  </a:cubicBezTo>
                  <a:lnTo>
                    <a:pt x="782" y="1197"/>
                  </a:lnTo>
                  <a:cubicBezTo>
                    <a:pt x="1215" y="1197"/>
                    <a:pt x="1563" y="849"/>
                    <a:pt x="1563" y="416"/>
                  </a:cubicBezTo>
                  <a:lnTo>
                    <a:pt x="1563" y="1"/>
                  </a:ln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85"/>
            <p:cNvSpPr/>
            <p:nvPr/>
          </p:nvSpPr>
          <p:spPr>
            <a:xfrm>
              <a:off x="6606674" y="2903270"/>
              <a:ext cx="192447" cy="31181"/>
            </a:xfrm>
            <a:custGeom>
              <a:rect b="b" l="l" r="r" t="t"/>
              <a:pathLst>
                <a:path extrusionOk="0" h="1198" w="7394">
                  <a:moveTo>
                    <a:pt x="782" y="1"/>
                  </a:moveTo>
                  <a:cubicBezTo>
                    <a:pt x="349" y="1"/>
                    <a:pt x="1" y="349"/>
                    <a:pt x="1" y="782"/>
                  </a:cubicBezTo>
                  <a:lnTo>
                    <a:pt x="1" y="1197"/>
                  </a:lnTo>
                  <a:lnTo>
                    <a:pt x="7393" y="1197"/>
                  </a:lnTo>
                  <a:lnTo>
                    <a:pt x="7393" y="782"/>
                  </a:lnTo>
                  <a:cubicBezTo>
                    <a:pt x="7393" y="349"/>
                    <a:pt x="7045" y="1"/>
                    <a:pt x="661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85"/>
            <p:cNvSpPr/>
            <p:nvPr/>
          </p:nvSpPr>
          <p:spPr>
            <a:xfrm>
              <a:off x="6758414" y="2903270"/>
              <a:ext cx="40785" cy="31181"/>
            </a:xfrm>
            <a:custGeom>
              <a:rect b="b" l="l" r="r" t="t"/>
              <a:pathLst>
                <a:path extrusionOk="0" h="1198" w="1567">
                  <a:moveTo>
                    <a:pt x="1" y="1"/>
                  </a:moveTo>
                  <a:cubicBezTo>
                    <a:pt x="434" y="1"/>
                    <a:pt x="782" y="349"/>
                    <a:pt x="782" y="782"/>
                  </a:cubicBezTo>
                  <a:lnTo>
                    <a:pt x="782" y="1197"/>
                  </a:lnTo>
                  <a:lnTo>
                    <a:pt x="1567" y="1197"/>
                  </a:lnTo>
                  <a:lnTo>
                    <a:pt x="1567" y="782"/>
                  </a:lnTo>
                  <a:cubicBezTo>
                    <a:pt x="1567" y="349"/>
                    <a:pt x="1215" y="1"/>
                    <a:pt x="782"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85"/>
            <p:cNvSpPr/>
            <p:nvPr/>
          </p:nvSpPr>
          <p:spPr>
            <a:xfrm>
              <a:off x="6534526" y="2952722"/>
              <a:ext cx="132818" cy="146066"/>
            </a:xfrm>
            <a:custGeom>
              <a:rect b="b" l="l" r="r" t="t"/>
              <a:pathLst>
                <a:path extrusionOk="0" h="5612" w="5103">
                  <a:moveTo>
                    <a:pt x="1003" y="1"/>
                  </a:moveTo>
                  <a:cubicBezTo>
                    <a:pt x="447" y="1"/>
                    <a:pt x="0" y="451"/>
                    <a:pt x="0" y="1004"/>
                  </a:cubicBezTo>
                  <a:lnTo>
                    <a:pt x="0" y="3424"/>
                  </a:lnTo>
                  <a:cubicBezTo>
                    <a:pt x="0" y="3977"/>
                    <a:pt x="447" y="4427"/>
                    <a:pt x="1003" y="4427"/>
                  </a:cubicBezTo>
                  <a:lnTo>
                    <a:pt x="1981" y="4427"/>
                  </a:lnTo>
                  <a:cubicBezTo>
                    <a:pt x="2041" y="5421"/>
                    <a:pt x="2576" y="5612"/>
                    <a:pt x="2976" y="5612"/>
                  </a:cubicBezTo>
                  <a:cubicBezTo>
                    <a:pt x="3094" y="5612"/>
                    <a:pt x="3201" y="5595"/>
                    <a:pt x="3279" y="5578"/>
                  </a:cubicBezTo>
                  <a:cubicBezTo>
                    <a:pt x="3308" y="5574"/>
                    <a:pt x="3308" y="5532"/>
                    <a:pt x="3279" y="5528"/>
                  </a:cubicBezTo>
                  <a:cubicBezTo>
                    <a:pt x="2614" y="5409"/>
                    <a:pt x="2903" y="4427"/>
                    <a:pt x="2903" y="4427"/>
                  </a:cubicBezTo>
                  <a:lnTo>
                    <a:pt x="4099" y="4427"/>
                  </a:lnTo>
                  <a:cubicBezTo>
                    <a:pt x="4652" y="4427"/>
                    <a:pt x="5102" y="3980"/>
                    <a:pt x="5102" y="3424"/>
                  </a:cubicBezTo>
                  <a:lnTo>
                    <a:pt x="5102" y="1007"/>
                  </a:lnTo>
                  <a:cubicBezTo>
                    <a:pt x="5102" y="451"/>
                    <a:pt x="4652" y="1"/>
                    <a:pt x="40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85"/>
            <p:cNvSpPr/>
            <p:nvPr/>
          </p:nvSpPr>
          <p:spPr>
            <a:xfrm>
              <a:off x="6620885" y="2952722"/>
              <a:ext cx="46459" cy="115250"/>
            </a:xfrm>
            <a:custGeom>
              <a:rect b="b" l="l" r="r" t="t"/>
              <a:pathLst>
                <a:path extrusionOk="0" h="4428" w="1785">
                  <a:moveTo>
                    <a:pt x="0" y="1"/>
                  </a:moveTo>
                  <a:cubicBezTo>
                    <a:pt x="553" y="1"/>
                    <a:pt x="1003" y="451"/>
                    <a:pt x="1003" y="1004"/>
                  </a:cubicBezTo>
                  <a:lnTo>
                    <a:pt x="1003" y="3424"/>
                  </a:lnTo>
                  <a:cubicBezTo>
                    <a:pt x="1003" y="3977"/>
                    <a:pt x="553" y="4427"/>
                    <a:pt x="0" y="4427"/>
                  </a:cubicBezTo>
                  <a:lnTo>
                    <a:pt x="781" y="4427"/>
                  </a:lnTo>
                  <a:cubicBezTo>
                    <a:pt x="1334" y="4427"/>
                    <a:pt x="1784" y="3977"/>
                    <a:pt x="1784" y="3424"/>
                  </a:cubicBezTo>
                  <a:lnTo>
                    <a:pt x="1784" y="1004"/>
                  </a:lnTo>
                  <a:cubicBezTo>
                    <a:pt x="1784" y="451"/>
                    <a:pt x="1334" y="1"/>
                    <a:pt x="781"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85"/>
            <p:cNvSpPr/>
            <p:nvPr/>
          </p:nvSpPr>
          <p:spPr>
            <a:xfrm>
              <a:off x="6573072" y="2985517"/>
              <a:ext cx="56350" cy="47526"/>
            </a:xfrm>
            <a:custGeom>
              <a:rect b="b" l="l" r="r" t="t"/>
              <a:pathLst>
                <a:path extrusionOk="0" h="1826" w="2165">
                  <a:moveTo>
                    <a:pt x="542" y="0"/>
                  </a:moveTo>
                  <a:cubicBezTo>
                    <a:pt x="222" y="0"/>
                    <a:pt x="1" y="285"/>
                    <a:pt x="1" y="616"/>
                  </a:cubicBezTo>
                  <a:cubicBezTo>
                    <a:pt x="1" y="989"/>
                    <a:pt x="300" y="1429"/>
                    <a:pt x="1031" y="1812"/>
                  </a:cubicBezTo>
                  <a:cubicBezTo>
                    <a:pt x="1047" y="1821"/>
                    <a:pt x="1065" y="1826"/>
                    <a:pt x="1082" y="1826"/>
                  </a:cubicBezTo>
                  <a:cubicBezTo>
                    <a:pt x="1100" y="1826"/>
                    <a:pt x="1118" y="1821"/>
                    <a:pt x="1133" y="1812"/>
                  </a:cubicBezTo>
                  <a:cubicBezTo>
                    <a:pt x="1865" y="1429"/>
                    <a:pt x="2164" y="989"/>
                    <a:pt x="2164" y="616"/>
                  </a:cubicBezTo>
                  <a:cubicBezTo>
                    <a:pt x="2164" y="285"/>
                    <a:pt x="1943" y="4"/>
                    <a:pt x="1623" y="0"/>
                  </a:cubicBezTo>
                  <a:cubicBezTo>
                    <a:pt x="1443" y="4"/>
                    <a:pt x="1271" y="74"/>
                    <a:pt x="1144" y="204"/>
                  </a:cubicBezTo>
                  <a:cubicBezTo>
                    <a:pt x="1126" y="222"/>
                    <a:pt x="1104" y="231"/>
                    <a:pt x="1082" y="231"/>
                  </a:cubicBezTo>
                  <a:cubicBezTo>
                    <a:pt x="1060" y="231"/>
                    <a:pt x="1038" y="222"/>
                    <a:pt x="1021" y="204"/>
                  </a:cubicBezTo>
                  <a:cubicBezTo>
                    <a:pt x="894" y="74"/>
                    <a:pt x="722" y="4"/>
                    <a:pt x="542"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85"/>
            <p:cNvSpPr/>
            <p:nvPr/>
          </p:nvSpPr>
          <p:spPr>
            <a:xfrm>
              <a:off x="6738373" y="3035412"/>
              <a:ext cx="132896" cy="146092"/>
            </a:xfrm>
            <a:custGeom>
              <a:rect b="b" l="l" r="r" t="t"/>
              <a:pathLst>
                <a:path extrusionOk="0" h="5613" w="5106">
                  <a:moveTo>
                    <a:pt x="1000" y="1"/>
                  </a:moveTo>
                  <a:cubicBezTo>
                    <a:pt x="447" y="1"/>
                    <a:pt x="0" y="453"/>
                    <a:pt x="4" y="1004"/>
                  </a:cubicBezTo>
                  <a:lnTo>
                    <a:pt x="4" y="3424"/>
                  </a:lnTo>
                  <a:cubicBezTo>
                    <a:pt x="4" y="3977"/>
                    <a:pt x="451" y="4427"/>
                    <a:pt x="1007" y="4427"/>
                  </a:cubicBezTo>
                  <a:lnTo>
                    <a:pt x="2203" y="4427"/>
                  </a:lnTo>
                  <a:cubicBezTo>
                    <a:pt x="2203" y="4427"/>
                    <a:pt x="2491" y="5409"/>
                    <a:pt x="1823" y="5528"/>
                  </a:cubicBezTo>
                  <a:cubicBezTo>
                    <a:pt x="1795" y="5532"/>
                    <a:pt x="1795" y="5574"/>
                    <a:pt x="1823" y="5578"/>
                  </a:cubicBezTo>
                  <a:cubicBezTo>
                    <a:pt x="1903" y="5595"/>
                    <a:pt x="2010" y="5612"/>
                    <a:pt x="2128" y="5612"/>
                  </a:cubicBezTo>
                  <a:cubicBezTo>
                    <a:pt x="2530" y="5612"/>
                    <a:pt x="3065" y="5421"/>
                    <a:pt x="3125" y="4427"/>
                  </a:cubicBezTo>
                  <a:lnTo>
                    <a:pt x="4103" y="4427"/>
                  </a:lnTo>
                  <a:cubicBezTo>
                    <a:pt x="4655" y="4427"/>
                    <a:pt x="5106" y="3977"/>
                    <a:pt x="5106" y="3424"/>
                  </a:cubicBezTo>
                  <a:lnTo>
                    <a:pt x="5106" y="1004"/>
                  </a:lnTo>
                  <a:cubicBezTo>
                    <a:pt x="5106" y="448"/>
                    <a:pt x="4655" y="1"/>
                    <a:pt x="4103" y="1"/>
                  </a:cubicBezTo>
                  <a:lnTo>
                    <a:pt x="1007" y="1"/>
                  </a:lnTo>
                  <a:cubicBezTo>
                    <a:pt x="1005" y="1"/>
                    <a:pt x="1002" y="1"/>
                    <a:pt x="10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85"/>
            <p:cNvSpPr/>
            <p:nvPr/>
          </p:nvSpPr>
          <p:spPr>
            <a:xfrm>
              <a:off x="6824810" y="3035412"/>
              <a:ext cx="46459" cy="115250"/>
            </a:xfrm>
            <a:custGeom>
              <a:rect b="b" l="l" r="r" t="t"/>
              <a:pathLst>
                <a:path extrusionOk="0" h="4428" w="1785">
                  <a:moveTo>
                    <a:pt x="1" y="1"/>
                  </a:moveTo>
                  <a:cubicBezTo>
                    <a:pt x="553" y="1"/>
                    <a:pt x="1004" y="448"/>
                    <a:pt x="1004" y="1004"/>
                  </a:cubicBezTo>
                  <a:lnTo>
                    <a:pt x="1004" y="3424"/>
                  </a:lnTo>
                  <a:cubicBezTo>
                    <a:pt x="1004" y="3977"/>
                    <a:pt x="553" y="4427"/>
                    <a:pt x="1" y="4427"/>
                  </a:cubicBezTo>
                  <a:lnTo>
                    <a:pt x="782" y="4427"/>
                  </a:lnTo>
                  <a:cubicBezTo>
                    <a:pt x="1334" y="4427"/>
                    <a:pt x="1785" y="3977"/>
                    <a:pt x="1785" y="3424"/>
                  </a:cubicBezTo>
                  <a:lnTo>
                    <a:pt x="1785" y="1004"/>
                  </a:lnTo>
                  <a:cubicBezTo>
                    <a:pt x="1785" y="448"/>
                    <a:pt x="1334" y="1"/>
                    <a:pt x="782"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85"/>
            <p:cNvSpPr/>
            <p:nvPr/>
          </p:nvSpPr>
          <p:spPr>
            <a:xfrm>
              <a:off x="6785795" y="3058134"/>
              <a:ext cx="33289" cy="28500"/>
            </a:xfrm>
            <a:custGeom>
              <a:rect b="b" l="l" r="r" t="t"/>
              <a:pathLst>
                <a:path extrusionOk="0" h="1095" w="1279">
                  <a:moveTo>
                    <a:pt x="733" y="1"/>
                  </a:moveTo>
                  <a:cubicBezTo>
                    <a:pt x="247" y="1"/>
                    <a:pt x="1" y="588"/>
                    <a:pt x="346" y="933"/>
                  </a:cubicBezTo>
                  <a:cubicBezTo>
                    <a:pt x="457" y="1045"/>
                    <a:pt x="595" y="1095"/>
                    <a:pt x="729" y="1095"/>
                  </a:cubicBezTo>
                  <a:cubicBezTo>
                    <a:pt x="1010" y="1095"/>
                    <a:pt x="1278" y="877"/>
                    <a:pt x="1278" y="546"/>
                  </a:cubicBezTo>
                  <a:cubicBezTo>
                    <a:pt x="1278" y="247"/>
                    <a:pt x="1035" y="1"/>
                    <a:pt x="733"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85"/>
            <p:cNvSpPr/>
            <p:nvPr/>
          </p:nvSpPr>
          <p:spPr>
            <a:xfrm>
              <a:off x="6781136" y="3086608"/>
              <a:ext cx="47474" cy="28526"/>
            </a:xfrm>
            <a:custGeom>
              <a:rect b="b" l="l" r="r" t="t"/>
              <a:pathLst>
                <a:path extrusionOk="0" h="1096" w="1824">
                  <a:moveTo>
                    <a:pt x="796" y="1"/>
                  </a:moveTo>
                  <a:cubicBezTo>
                    <a:pt x="356" y="1"/>
                    <a:pt x="1" y="356"/>
                    <a:pt x="1" y="796"/>
                  </a:cubicBezTo>
                  <a:lnTo>
                    <a:pt x="1" y="810"/>
                  </a:lnTo>
                  <a:cubicBezTo>
                    <a:pt x="1" y="968"/>
                    <a:pt x="127" y="1095"/>
                    <a:pt x="282" y="1095"/>
                  </a:cubicBezTo>
                  <a:lnTo>
                    <a:pt x="1542" y="1095"/>
                  </a:lnTo>
                  <a:cubicBezTo>
                    <a:pt x="1696" y="1095"/>
                    <a:pt x="1823" y="968"/>
                    <a:pt x="1823" y="810"/>
                  </a:cubicBezTo>
                  <a:lnTo>
                    <a:pt x="1823" y="796"/>
                  </a:lnTo>
                  <a:cubicBezTo>
                    <a:pt x="1823" y="356"/>
                    <a:pt x="1468" y="1"/>
                    <a:pt x="1028"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85"/>
            <p:cNvSpPr/>
            <p:nvPr/>
          </p:nvSpPr>
          <p:spPr>
            <a:xfrm>
              <a:off x="6638193" y="3109512"/>
              <a:ext cx="71914" cy="20354"/>
            </a:xfrm>
            <a:custGeom>
              <a:rect b="b" l="l" r="r" t="t"/>
              <a:pathLst>
                <a:path extrusionOk="0" h="782" w="2763">
                  <a:moveTo>
                    <a:pt x="0" y="0"/>
                  </a:moveTo>
                  <a:lnTo>
                    <a:pt x="0" y="782"/>
                  </a:lnTo>
                  <a:lnTo>
                    <a:pt x="2762" y="782"/>
                  </a:lnTo>
                  <a:lnTo>
                    <a:pt x="276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85"/>
            <p:cNvSpPr/>
            <p:nvPr/>
          </p:nvSpPr>
          <p:spPr>
            <a:xfrm>
              <a:off x="6529398" y="2898143"/>
              <a:ext cx="274850" cy="265090"/>
            </a:xfrm>
            <a:custGeom>
              <a:rect b="b" l="l" r="r" t="t"/>
              <a:pathLst>
                <a:path extrusionOk="0" h="10185" w="10560">
                  <a:moveTo>
                    <a:pt x="4296" y="2291"/>
                  </a:moveTo>
                  <a:cubicBezTo>
                    <a:pt x="4740" y="2291"/>
                    <a:pt x="5102" y="2654"/>
                    <a:pt x="5102" y="3101"/>
                  </a:cubicBezTo>
                  <a:lnTo>
                    <a:pt x="5102" y="5518"/>
                  </a:lnTo>
                  <a:cubicBezTo>
                    <a:pt x="5102" y="5965"/>
                    <a:pt x="4740" y="6327"/>
                    <a:pt x="4296" y="6327"/>
                  </a:cubicBezTo>
                  <a:lnTo>
                    <a:pt x="3100" y="6327"/>
                  </a:lnTo>
                  <a:cubicBezTo>
                    <a:pt x="3012" y="6327"/>
                    <a:pt x="2935" y="6383"/>
                    <a:pt x="2910" y="6468"/>
                  </a:cubicBezTo>
                  <a:cubicBezTo>
                    <a:pt x="2892" y="6531"/>
                    <a:pt x="2734" y="7101"/>
                    <a:pt x="2959" y="7488"/>
                  </a:cubicBezTo>
                  <a:cubicBezTo>
                    <a:pt x="2871" y="7467"/>
                    <a:pt x="2790" y="7428"/>
                    <a:pt x="2720" y="7375"/>
                  </a:cubicBezTo>
                  <a:cubicBezTo>
                    <a:pt x="2516" y="7221"/>
                    <a:pt x="2400" y="6932"/>
                    <a:pt x="2375" y="6513"/>
                  </a:cubicBezTo>
                  <a:lnTo>
                    <a:pt x="2375" y="6510"/>
                  </a:lnTo>
                  <a:cubicBezTo>
                    <a:pt x="2368" y="6408"/>
                    <a:pt x="2284" y="6327"/>
                    <a:pt x="2178" y="6327"/>
                  </a:cubicBezTo>
                  <a:lnTo>
                    <a:pt x="1200" y="6327"/>
                  </a:lnTo>
                  <a:cubicBezTo>
                    <a:pt x="753" y="6327"/>
                    <a:pt x="391" y="5965"/>
                    <a:pt x="391" y="5518"/>
                  </a:cubicBezTo>
                  <a:lnTo>
                    <a:pt x="391" y="3101"/>
                  </a:lnTo>
                  <a:cubicBezTo>
                    <a:pt x="391" y="2654"/>
                    <a:pt x="753" y="2291"/>
                    <a:pt x="1200" y="2291"/>
                  </a:cubicBezTo>
                  <a:close/>
                  <a:moveTo>
                    <a:pt x="3751" y="1"/>
                  </a:moveTo>
                  <a:cubicBezTo>
                    <a:pt x="3209" y="1"/>
                    <a:pt x="2773" y="437"/>
                    <a:pt x="2773" y="975"/>
                  </a:cubicBezTo>
                  <a:lnTo>
                    <a:pt x="2773" y="1901"/>
                  </a:lnTo>
                  <a:lnTo>
                    <a:pt x="1200" y="1901"/>
                  </a:lnTo>
                  <a:cubicBezTo>
                    <a:pt x="539" y="1901"/>
                    <a:pt x="0" y="2436"/>
                    <a:pt x="0" y="3101"/>
                  </a:cubicBezTo>
                  <a:lnTo>
                    <a:pt x="0" y="5518"/>
                  </a:lnTo>
                  <a:cubicBezTo>
                    <a:pt x="0" y="6179"/>
                    <a:pt x="539" y="6718"/>
                    <a:pt x="1200" y="6718"/>
                  </a:cubicBezTo>
                  <a:lnTo>
                    <a:pt x="2002" y="6718"/>
                  </a:lnTo>
                  <a:cubicBezTo>
                    <a:pt x="2059" y="7161"/>
                    <a:pt x="2220" y="7485"/>
                    <a:pt x="2484" y="7685"/>
                  </a:cubicBezTo>
                  <a:cubicBezTo>
                    <a:pt x="2572" y="7752"/>
                    <a:pt x="2671" y="7805"/>
                    <a:pt x="2776" y="7840"/>
                  </a:cubicBezTo>
                  <a:lnTo>
                    <a:pt x="2773" y="9990"/>
                  </a:lnTo>
                  <a:cubicBezTo>
                    <a:pt x="2773" y="10120"/>
                    <a:pt x="2870" y="10185"/>
                    <a:pt x="2968" y="10185"/>
                  </a:cubicBezTo>
                  <a:cubicBezTo>
                    <a:pt x="3066" y="10185"/>
                    <a:pt x="3163" y="10120"/>
                    <a:pt x="3163" y="9990"/>
                  </a:cubicBezTo>
                  <a:lnTo>
                    <a:pt x="3163" y="7903"/>
                  </a:lnTo>
                  <a:lnTo>
                    <a:pt x="3177" y="7903"/>
                  </a:lnTo>
                  <a:cubicBezTo>
                    <a:pt x="3290" y="7903"/>
                    <a:pt x="3406" y="7889"/>
                    <a:pt x="3519" y="7865"/>
                  </a:cubicBezTo>
                  <a:cubicBezTo>
                    <a:pt x="3765" y="7822"/>
                    <a:pt x="3758" y="7467"/>
                    <a:pt x="3512" y="7432"/>
                  </a:cubicBezTo>
                  <a:cubicBezTo>
                    <a:pt x="3427" y="7421"/>
                    <a:pt x="3350" y="7372"/>
                    <a:pt x="3304" y="7298"/>
                  </a:cubicBezTo>
                  <a:cubicBezTo>
                    <a:pt x="3209" y="7147"/>
                    <a:pt x="3223" y="6890"/>
                    <a:pt x="3255" y="6718"/>
                  </a:cubicBezTo>
                  <a:lnTo>
                    <a:pt x="4296" y="6718"/>
                  </a:lnTo>
                  <a:cubicBezTo>
                    <a:pt x="4958" y="6718"/>
                    <a:pt x="5493" y="6179"/>
                    <a:pt x="5493" y="5518"/>
                  </a:cubicBezTo>
                  <a:lnTo>
                    <a:pt x="5493" y="3101"/>
                  </a:lnTo>
                  <a:cubicBezTo>
                    <a:pt x="5493" y="2436"/>
                    <a:pt x="4958" y="1901"/>
                    <a:pt x="4296" y="1901"/>
                  </a:cubicBezTo>
                  <a:lnTo>
                    <a:pt x="3163" y="1901"/>
                  </a:lnTo>
                  <a:lnTo>
                    <a:pt x="3163" y="1588"/>
                  </a:lnTo>
                  <a:lnTo>
                    <a:pt x="4159" y="1588"/>
                  </a:lnTo>
                  <a:cubicBezTo>
                    <a:pt x="4416" y="1588"/>
                    <a:pt x="4416" y="1197"/>
                    <a:pt x="4159" y="1197"/>
                  </a:cubicBezTo>
                  <a:lnTo>
                    <a:pt x="3163" y="1197"/>
                  </a:lnTo>
                  <a:lnTo>
                    <a:pt x="3163" y="979"/>
                  </a:lnTo>
                  <a:cubicBezTo>
                    <a:pt x="3163" y="655"/>
                    <a:pt x="3427" y="391"/>
                    <a:pt x="3751" y="391"/>
                  </a:cubicBezTo>
                  <a:lnTo>
                    <a:pt x="9581" y="391"/>
                  </a:lnTo>
                  <a:cubicBezTo>
                    <a:pt x="9905" y="391"/>
                    <a:pt x="10169" y="655"/>
                    <a:pt x="10169" y="979"/>
                  </a:cubicBezTo>
                  <a:lnTo>
                    <a:pt x="10169" y="1197"/>
                  </a:lnTo>
                  <a:lnTo>
                    <a:pt x="4989" y="1197"/>
                  </a:lnTo>
                  <a:cubicBezTo>
                    <a:pt x="4729" y="1197"/>
                    <a:pt x="4729" y="1588"/>
                    <a:pt x="4989" y="1588"/>
                  </a:cubicBezTo>
                  <a:lnTo>
                    <a:pt x="10169" y="1588"/>
                  </a:lnTo>
                  <a:lnTo>
                    <a:pt x="10169" y="2499"/>
                  </a:lnTo>
                  <a:cubicBezTo>
                    <a:pt x="10169" y="2629"/>
                    <a:pt x="10266" y="2694"/>
                    <a:pt x="10364" y="2694"/>
                  </a:cubicBezTo>
                  <a:cubicBezTo>
                    <a:pt x="10462" y="2694"/>
                    <a:pt x="10559" y="2629"/>
                    <a:pt x="10559" y="2499"/>
                  </a:cubicBezTo>
                  <a:lnTo>
                    <a:pt x="10559" y="975"/>
                  </a:lnTo>
                  <a:cubicBezTo>
                    <a:pt x="10556" y="437"/>
                    <a:pt x="10119" y="1"/>
                    <a:pt x="95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85"/>
            <p:cNvSpPr/>
            <p:nvPr/>
          </p:nvSpPr>
          <p:spPr>
            <a:xfrm>
              <a:off x="6682518" y="3219400"/>
              <a:ext cx="40681" cy="10203"/>
            </a:xfrm>
            <a:custGeom>
              <a:rect b="b" l="l" r="r" t="t"/>
              <a:pathLst>
                <a:path extrusionOk="0" h="392" w="1563">
                  <a:moveTo>
                    <a:pt x="260" y="1"/>
                  </a:moveTo>
                  <a:cubicBezTo>
                    <a:pt x="0" y="1"/>
                    <a:pt x="0" y="391"/>
                    <a:pt x="260" y="391"/>
                  </a:cubicBezTo>
                  <a:lnTo>
                    <a:pt x="1302" y="391"/>
                  </a:lnTo>
                  <a:cubicBezTo>
                    <a:pt x="1562" y="391"/>
                    <a:pt x="1562"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85"/>
            <p:cNvSpPr/>
            <p:nvPr/>
          </p:nvSpPr>
          <p:spPr>
            <a:xfrm>
              <a:off x="6568049" y="2980468"/>
              <a:ext cx="66396" cy="57677"/>
            </a:xfrm>
            <a:custGeom>
              <a:rect b="b" l="l" r="r" t="t"/>
              <a:pathLst>
                <a:path extrusionOk="0" h="2216" w="2551">
                  <a:moveTo>
                    <a:pt x="1816" y="391"/>
                  </a:moveTo>
                  <a:cubicBezTo>
                    <a:pt x="2041" y="391"/>
                    <a:pt x="2160" y="610"/>
                    <a:pt x="2160" y="810"/>
                  </a:cubicBezTo>
                  <a:cubicBezTo>
                    <a:pt x="2160" y="1144"/>
                    <a:pt x="1840" y="1507"/>
                    <a:pt x="1274" y="1813"/>
                  </a:cubicBezTo>
                  <a:cubicBezTo>
                    <a:pt x="711" y="1507"/>
                    <a:pt x="391" y="1144"/>
                    <a:pt x="391" y="810"/>
                  </a:cubicBezTo>
                  <a:cubicBezTo>
                    <a:pt x="391" y="610"/>
                    <a:pt x="510" y="391"/>
                    <a:pt x="735" y="391"/>
                  </a:cubicBezTo>
                  <a:cubicBezTo>
                    <a:pt x="862" y="391"/>
                    <a:pt x="985" y="444"/>
                    <a:pt x="1073" y="539"/>
                  </a:cubicBezTo>
                  <a:cubicBezTo>
                    <a:pt x="1129" y="594"/>
                    <a:pt x="1202" y="621"/>
                    <a:pt x="1275" y="621"/>
                  </a:cubicBezTo>
                  <a:cubicBezTo>
                    <a:pt x="1348" y="621"/>
                    <a:pt x="1421" y="594"/>
                    <a:pt x="1478" y="539"/>
                  </a:cubicBezTo>
                  <a:cubicBezTo>
                    <a:pt x="1566" y="444"/>
                    <a:pt x="1689" y="391"/>
                    <a:pt x="1816" y="391"/>
                  </a:cubicBezTo>
                  <a:close/>
                  <a:moveTo>
                    <a:pt x="735" y="1"/>
                  </a:moveTo>
                  <a:cubicBezTo>
                    <a:pt x="324" y="1"/>
                    <a:pt x="0" y="356"/>
                    <a:pt x="0" y="810"/>
                  </a:cubicBezTo>
                  <a:cubicBezTo>
                    <a:pt x="0" y="1099"/>
                    <a:pt x="148" y="1662"/>
                    <a:pt x="1133" y="2179"/>
                  </a:cubicBezTo>
                  <a:cubicBezTo>
                    <a:pt x="1177" y="2203"/>
                    <a:pt x="1226" y="2216"/>
                    <a:pt x="1275" y="2216"/>
                  </a:cubicBezTo>
                  <a:cubicBezTo>
                    <a:pt x="1325" y="2216"/>
                    <a:pt x="1374" y="2203"/>
                    <a:pt x="1418" y="2179"/>
                  </a:cubicBezTo>
                  <a:cubicBezTo>
                    <a:pt x="2403" y="1662"/>
                    <a:pt x="2551" y="1099"/>
                    <a:pt x="2551" y="810"/>
                  </a:cubicBezTo>
                  <a:cubicBezTo>
                    <a:pt x="2551" y="356"/>
                    <a:pt x="2227" y="1"/>
                    <a:pt x="1816" y="1"/>
                  </a:cubicBezTo>
                  <a:cubicBezTo>
                    <a:pt x="1659" y="129"/>
                    <a:pt x="1467" y="194"/>
                    <a:pt x="1275" y="194"/>
                  </a:cubicBezTo>
                  <a:cubicBezTo>
                    <a:pt x="1084" y="194"/>
                    <a:pt x="892" y="129"/>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85"/>
            <p:cNvSpPr/>
            <p:nvPr/>
          </p:nvSpPr>
          <p:spPr>
            <a:xfrm>
              <a:off x="6601547" y="2979609"/>
              <a:ext cx="274850" cy="265559"/>
            </a:xfrm>
            <a:custGeom>
              <a:rect b="b" l="l" r="r" t="t"/>
              <a:pathLst>
                <a:path extrusionOk="0" h="10203" w="10560">
                  <a:moveTo>
                    <a:pt x="9356" y="2338"/>
                  </a:moveTo>
                  <a:cubicBezTo>
                    <a:pt x="9803" y="2338"/>
                    <a:pt x="10166" y="2701"/>
                    <a:pt x="10166" y="3148"/>
                  </a:cubicBezTo>
                  <a:lnTo>
                    <a:pt x="10166" y="5565"/>
                  </a:lnTo>
                  <a:cubicBezTo>
                    <a:pt x="10166" y="6012"/>
                    <a:pt x="9803" y="6374"/>
                    <a:pt x="9356" y="6374"/>
                  </a:cubicBezTo>
                  <a:lnTo>
                    <a:pt x="8378" y="6374"/>
                  </a:lnTo>
                  <a:cubicBezTo>
                    <a:pt x="8273" y="6374"/>
                    <a:pt x="8188" y="6455"/>
                    <a:pt x="8181" y="6557"/>
                  </a:cubicBezTo>
                  <a:cubicBezTo>
                    <a:pt x="8157" y="6976"/>
                    <a:pt x="8044" y="7268"/>
                    <a:pt x="7836" y="7423"/>
                  </a:cubicBezTo>
                  <a:cubicBezTo>
                    <a:pt x="7766" y="7475"/>
                    <a:pt x="7685" y="7514"/>
                    <a:pt x="7597" y="7535"/>
                  </a:cubicBezTo>
                  <a:cubicBezTo>
                    <a:pt x="7822" y="7148"/>
                    <a:pt x="7664" y="6578"/>
                    <a:pt x="7646" y="6515"/>
                  </a:cubicBezTo>
                  <a:cubicBezTo>
                    <a:pt x="7622" y="6430"/>
                    <a:pt x="7544" y="6374"/>
                    <a:pt x="7456" y="6374"/>
                  </a:cubicBezTo>
                  <a:lnTo>
                    <a:pt x="6260" y="6374"/>
                  </a:lnTo>
                  <a:cubicBezTo>
                    <a:pt x="5817" y="6374"/>
                    <a:pt x="5454" y="6012"/>
                    <a:pt x="5454" y="5565"/>
                  </a:cubicBezTo>
                  <a:lnTo>
                    <a:pt x="5454" y="3148"/>
                  </a:lnTo>
                  <a:cubicBezTo>
                    <a:pt x="5454" y="2701"/>
                    <a:pt x="5817" y="2338"/>
                    <a:pt x="6260" y="2338"/>
                  </a:cubicBezTo>
                  <a:close/>
                  <a:moveTo>
                    <a:pt x="7397" y="9006"/>
                  </a:moveTo>
                  <a:lnTo>
                    <a:pt x="7397" y="9228"/>
                  </a:lnTo>
                  <a:cubicBezTo>
                    <a:pt x="7393" y="9548"/>
                    <a:pt x="7133" y="9812"/>
                    <a:pt x="6809" y="9812"/>
                  </a:cubicBezTo>
                  <a:lnTo>
                    <a:pt x="979" y="9812"/>
                  </a:lnTo>
                  <a:cubicBezTo>
                    <a:pt x="655" y="9812"/>
                    <a:pt x="391" y="9548"/>
                    <a:pt x="391" y="9228"/>
                  </a:cubicBezTo>
                  <a:lnTo>
                    <a:pt x="391" y="9006"/>
                  </a:lnTo>
                  <a:close/>
                  <a:moveTo>
                    <a:pt x="7589" y="0"/>
                  </a:moveTo>
                  <a:cubicBezTo>
                    <a:pt x="7492" y="0"/>
                    <a:pt x="7395" y="66"/>
                    <a:pt x="7397" y="196"/>
                  </a:cubicBezTo>
                  <a:lnTo>
                    <a:pt x="7397" y="1948"/>
                  </a:lnTo>
                  <a:lnTo>
                    <a:pt x="6264" y="1948"/>
                  </a:lnTo>
                  <a:cubicBezTo>
                    <a:pt x="5602" y="1948"/>
                    <a:pt x="5064" y="2483"/>
                    <a:pt x="5064" y="3148"/>
                  </a:cubicBezTo>
                  <a:lnTo>
                    <a:pt x="5064" y="5565"/>
                  </a:lnTo>
                  <a:cubicBezTo>
                    <a:pt x="5064" y="6226"/>
                    <a:pt x="5602" y="6765"/>
                    <a:pt x="6264" y="6765"/>
                  </a:cubicBezTo>
                  <a:lnTo>
                    <a:pt x="7305" y="6765"/>
                  </a:lnTo>
                  <a:cubicBezTo>
                    <a:pt x="7333" y="6937"/>
                    <a:pt x="7347" y="7194"/>
                    <a:pt x="7256" y="7345"/>
                  </a:cubicBezTo>
                  <a:cubicBezTo>
                    <a:pt x="7210" y="7419"/>
                    <a:pt x="7133" y="7468"/>
                    <a:pt x="7048" y="7479"/>
                  </a:cubicBezTo>
                  <a:cubicBezTo>
                    <a:pt x="6798" y="7514"/>
                    <a:pt x="6795" y="7866"/>
                    <a:pt x="7038" y="7912"/>
                  </a:cubicBezTo>
                  <a:cubicBezTo>
                    <a:pt x="7150" y="7936"/>
                    <a:pt x="7266" y="7950"/>
                    <a:pt x="7383" y="7950"/>
                  </a:cubicBezTo>
                  <a:lnTo>
                    <a:pt x="7397" y="7950"/>
                  </a:lnTo>
                  <a:lnTo>
                    <a:pt x="7397" y="8612"/>
                  </a:lnTo>
                  <a:lnTo>
                    <a:pt x="391" y="8612"/>
                  </a:lnTo>
                  <a:lnTo>
                    <a:pt x="391" y="7697"/>
                  </a:lnTo>
                  <a:cubicBezTo>
                    <a:pt x="391" y="7567"/>
                    <a:pt x="294" y="7502"/>
                    <a:pt x="196" y="7502"/>
                  </a:cubicBezTo>
                  <a:cubicBezTo>
                    <a:pt x="98" y="7502"/>
                    <a:pt x="1" y="7567"/>
                    <a:pt x="1" y="7697"/>
                  </a:cubicBezTo>
                  <a:lnTo>
                    <a:pt x="1" y="9224"/>
                  </a:lnTo>
                  <a:cubicBezTo>
                    <a:pt x="1" y="9766"/>
                    <a:pt x="437" y="10202"/>
                    <a:pt x="979" y="10202"/>
                  </a:cubicBezTo>
                  <a:lnTo>
                    <a:pt x="6809" y="10202"/>
                  </a:lnTo>
                  <a:cubicBezTo>
                    <a:pt x="7347" y="10202"/>
                    <a:pt x="7784" y="9766"/>
                    <a:pt x="7787" y="9224"/>
                  </a:cubicBezTo>
                  <a:lnTo>
                    <a:pt x="7787" y="7887"/>
                  </a:lnTo>
                  <a:cubicBezTo>
                    <a:pt x="7889" y="7852"/>
                    <a:pt x="7988" y="7799"/>
                    <a:pt x="8076" y="7732"/>
                  </a:cubicBezTo>
                  <a:cubicBezTo>
                    <a:pt x="8340" y="7532"/>
                    <a:pt x="8501" y="7208"/>
                    <a:pt x="8561" y="6765"/>
                  </a:cubicBezTo>
                  <a:lnTo>
                    <a:pt x="9360" y="6765"/>
                  </a:lnTo>
                  <a:cubicBezTo>
                    <a:pt x="10025" y="6765"/>
                    <a:pt x="10560" y="6230"/>
                    <a:pt x="10560" y="5565"/>
                  </a:cubicBezTo>
                  <a:lnTo>
                    <a:pt x="10560" y="3148"/>
                  </a:lnTo>
                  <a:cubicBezTo>
                    <a:pt x="10560" y="2486"/>
                    <a:pt x="10021" y="1948"/>
                    <a:pt x="9360" y="1948"/>
                  </a:cubicBezTo>
                  <a:lnTo>
                    <a:pt x="7787" y="1948"/>
                  </a:lnTo>
                  <a:lnTo>
                    <a:pt x="7787" y="196"/>
                  </a:lnTo>
                  <a:cubicBezTo>
                    <a:pt x="7785" y="66"/>
                    <a:pt x="7687" y="0"/>
                    <a:pt x="7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85"/>
            <p:cNvSpPr/>
            <p:nvPr/>
          </p:nvSpPr>
          <p:spPr>
            <a:xfrm>
              <a:off x="6776087" y="3053006"/>
              <a:ext cx="57651" cy="67151"/>
            </a:xfrm>
            <a:custGeom>
              <a:rect b="b" l="l" r="r" t="t"/>
              <a:pathLst>
                <a:path extrusionOk="0" h="2580" w="2215">
                  <a:moveTo>
                    <a:pt x="1106" y="395"/>
                  </a:moveTo>
                  <a:cubicBezTo>
                    <a:pt x="1419" y="395"/>
                    <a:pt x="1577" y="771"/>
                    <a:pt x="1356" y="993"/>
                  </a:cubicBezTo>
                  <a:cubicBezTo>
                    <a:pt x="1284" y="1065"/>
                    <a:pt x="1195" y="1097"/>
                    <a:pt x="1108" y="1097"/>
                  </a:cubicBezTo>
                  <a:cubicBezTo>
                    <a:pt x="927" y="1097"/>
                    <a:pt x="754" y="958"/>
                    <a:pt x="754" y="746"/>
                  </a:cubicBezTo>
                  <a:cubicBezTo>
                    <a:pt x="754" y="549"/>
                    <a:pt x="912" y="395"/>
                    <a:pt x="1106" y="395"/>
                  </a:cubicBezTo>
                  <a:close/>
                  <a:moveTo>
                    <a:pt x="1222" y="1485"/>
                  </a:moveTo>
                  <a:cubicBezTo>
                    <a:pt x="1553" y="1489"/>
                    <a:pt x="1820" y="1756"/>
                    <a:pt x="1820" y="2087"/>
                  </a:cubicBezTo>
                  <a:lnTo>
                    <a:pt x="1824" y="2101"/>
                  </a:lnTo>
                  <a:cubicBezTo>
                    <a:pt x="1824" y="2150"/>
                    <a:pt x="1781" y="2189"/>
                    <a:pt x="1736" y="2189"/>
                  </a:cubicBezTo>
                  <a:lnTo>
                    <a:pt x="476" y="2189"/>
                  </a:lnTo>
                  <a:cubicBezTo>
                    <a:pt x="427" y="2189"/>
                    <a:pt x="388" y="2150"/>
                    <a:pt x="388" y="2101"/>
                  </a:cubicBezTo>
                  <a:lnTo>
                    <a:pt x="388" y="2087"/>
                  </a:lnTo>
                  <a:cubicBezTo>
                    <a:pt x="388" y="1756"/>
                    <a:pt x="655" y="1489"/>
                    <a:pt x="986" y="1485"/>
                  </a:cubicBezTo>
                  <a:close/>
                  <a:moveTo>
                    <a:pt x="1106" y="1"/>
                  </a:moveTo>
                  <a:cubicBezTo>
                    <a:pt x="483" y="1"/>
                    <a:pt x="138" y="725"/>
                    <a:pt x="529" y="1211"/>
                  </a:cubicBezTo>
                  <a:cubicBezTo>
                    <a:pt x="205" y="1380"/>
                    <a:pt x="1" y="1718"/>
                    <a:pt x="1" y="2083"/>
                  </a:cubicBezTo>
                  <a:lnTo>
                    <a:pt x="1" y="2101"/>
                  </a:lnTo>
                  <a:cubicBezTo>
                    <a:pt x="1" y="2365"/>
                    <a:pt x="216" y="2580"/>
                    <a:pt x="480" y="2580"/>
                  </a:cubicBezTo>
                  <a:lnTo>
                    <a:pt x="1736" y="2580"/>
                  </a:lnTo>
                  <a:cubicBezTo>
                    <a:pt x="1999" y="2580"/>
                    <a:pt x="2214" y="2365"/>
                    <a:pt x="2214" y="2101"/>
                  </a:cubicBezTo>
                  <a:lnTo>
                    <a:pt x="2214" y="2083"/>
                  </a:lnTo>
                  <a:cubicBezTo>
                    <a:pt x="2214" y="1718"/>
                    <a:pt x="2010" y="1380"/>
                    <a:pt x="1683" y="1211"/>
                  </a:cubicBezTo>
                  <a:cubicBezTo>
                    <a:pt x="2073" y="725"/>
                    <a:pt x="1729" y="1"/>
                    <a:pt x="1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85"/>
            <p:cNvSpPr/>
            <p:nvPr/>
          </p:nvSpPr>
          <p:spPr>
            <a:xfrm>
              <a:off x="6686709" y="2960973"/>
              <a:ext cx="85396" cy="10203"/>
            </a:xfrm>
            <a:custGeom>
              <a:rect b="b" l="l" r="r" t="t"/>
              <a:pathLst>
                <a:path extrusionOk="0" h="392" w="3281">
                  <a:moveTo>
                    <a:pt x="261" y="0"/>
                  </a:moveTo>
                  <a:cubicBezTo>
                    <a:pt x="1" y="0"/>
                    <a:pt x="1" y="391"/>
                    <a:pt x="261" y="391"/>
                  </a:cubicBezTo>
                  <a:lnTo>
                    <a:pt x="3020" y="391"/>
                  </a:lnTo>
                  <a:cubicBezTo>
                    <a:pt x="3280" y="391"/>
                    <a:pt x="3280" y="0"/>
                    <a:pt x="3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85"/>
            <p:cNvSpPr/>
            <p:nvPr/>
          </p:nvSpPr>
          <p:spPr>
            <a:xfrm>
              <a:off x="6686709" y="2981301"/>
              <a:ext cx="85396" cy="10203"/>
            </a:xfrm>
            <a:custGeom>
              <a:rect b="b" l="l" r="r" t="t"/>
              <a:pathLst>
                <a:path extrusionOk="0" h="392" w="3281">
                  <a:moveTo>
                    <a:pt x="261" y="1"/>
                  </a:moveTo>
                  <a:cubicBezTo>
                    <a:pt x="1" y="1"/>
                    <a:pt x="1" y="391"/>
                    <a:pt x="261" y="391"/>
                  </a:cubicBezTo>
                  <a:lnTo>
                    <a:pt x="3020" y="391"/>
                  </a:lnTo>
                  <a:cubicBezTo>
                    <a:pt x="3280" y="391"/>
                    <a:pt x="3280"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85"/>
            <p:cNvSpPr/>
            <p:nvPr/>
          </p:nvSpPr>
          <p:spPr>
            <a:xfrm>
              <a:off x="6686709" y="3001628"/>
              <a:ext cx="83652" cy="10203"/>
            </a:xfrm>
            <a:custGeom>
              <a:rect b="b" l="l" r="r" t="t"/>
              <a:pathLst>
                <a:path extrusionOk="0" h="392" w="3214">
                  <a:moveTo>
                    <a:pt x="261" y="1"/>
                  </a:moveTo>
                  <a:cubicBezTo>
                    <a:pt x="1" y="1"/>
                    <a:pt x="1" y="391"/>
                    <a:pt x="261" y="391"/>
                  </a:cubicBezTo>
                  <a:lnTo>
                    <a:pt x="3020" y="391"/>
                  </a:lnTo>
                  <a:cubicBezTo>
                    <a:pt x="3129" y="391"/>
                    <a:pt x="3213" y="303"/>
                    <a:pt x="3213" y="194"/>
                  </a:cubicBezTo>
                  <a:cubicBezTo>
                    <a:pt x="3213" y="89"/>
                    <a:pt x="3129"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85"/>
            <p:cNvSpPr/>
            <p:nvPr/>
          </p:nvSpPr>
          <p:spPr>
            <a:xfrm>
              <a:off x="6633144" y="3104385"/>
              <a:ext cx="81987" cy="30530"/>
            </a:xfrm>
            <a:custGeom>
              <a:rect b="b" l="l" r="r" t="t"/>
              <a:pathLst>
                <a:path extrusionOk="0" h="1173" w="3150">
                  <a:moveTo>
                    <a:pt x="2759" y="391"/>
                  </a:moveTo>
                  <a:lnTo>
                    <a:pt x="2759" y="781"/>
                  </a:lnTo>
                  <a:lnTo>
                    <a:pt x="391" y="781"/>
                  </a:lnTo>
                  <a:lnTo>
                    <a:pt x="391" y="391"/>
                  </a:lnTo>
                  <a:close/>
                  <a:moveTo>
                    <a:pt x="194" y="0"/>
                  </a:moveTo>
                  <a:cubicBezTo>
                    <a:pt x="89" y="0"/>
                    <a:pt x="1" y="88"/>
                    <a:pt x="1" y="197"/>
                  </a:cubicBezTo>
                  <a:lnTo>
                    <a:pt x="1" y="979"/>
                  </a:lnTo>
                  <a:cubicBezTo>
                    <a:pt x="1" y="1084"/>
                    <a:pt x="89" y="1172"/>
                    <a:pt x="194" y="1172"/>
                  </a:cubicBezTo>
                  <a:lnTo>
                    <a:pt x="2956" y="1172"/>
                  </a:lnTo>
                  <a:cubicBezTo>
                    <a:pt x="3062" y="1172"/>
                    <a:pt x="3150" y="1084"/>
                    <a:pt x="3150" y="979"/>
                  </a:cubicBezTo>
                  <a:lnTo>
                    <a:pt x="3150" y="197"/>
                  </a:lnTo>
                  <a:cubicBezTo>
                    <a:pt x="3150" y="88"/>
                    <a:pt x="3062" y="0"/>
                    <a:pt x="2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85"/>
            <p:cNvSpPr/>
            <p:nvPr/>
          </p:nvSpPr>
          <p:spPr>
            <a:xfrm>
              <a:off x="6631400" y="3145040"/>
              <a:ext cx="85474" cy="10203"/>
            </a:xfrm>
            <a:custGeom>
              <a:rect b="b" l="l" r="r" t="t"/>
              <a:pathLst>
                <a:path extrusionOk="0" h="392" w="3284">
                  <a:moveTo>
                    <a:pt x="261" y="1"/>
                  </a:moveTo>
                  <a:cubicBezTo>
                    <a:pt x="1" y="1"/>
                    <a:pt x="1" y="391"/>
                    <a:pt x="261" y="391"/>
                  </a:cubicBezTo>
                  <a:lnTo>
                    <a:pt x="3023" y="391"/>
                  </a:lnTo>
                  <a:cubicBezTo>
                    <a:pt x="3284" y="391"/>
                    <a:pt x="3284" y="1"/>
                    <a:pt x="3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4" name="Google Shape;18134;p85"/>
          <p:cNvGrpSpPr/>
          <p:nvPr/>
        </p:nvGrpSpPr>
        <p:grpSpPr>
          <a:xfrm>
            <a:off x="6011529" y="3354899"/>
            <a:ext cx="403582" cy="382344"/>
            <a:chOff x="6011529" y="3354899"/>
            <a:chExt cx="403582" cy="382344"/>
          </a:xfrm>
        </p:grpSpPr>
        <p:sp>
          <p:nvSpPr>
            <p:cNvPr id="18135" name="Google Shape;18135;p85"/>
            <p:cNvSpPr/>
            <p:nvPr/>
          </p:nvSpPr>
          <p:spPr>
            <a:xfrm>
              <a:off x="6037895"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85"/>
            <p:cNvSpPr/>
            <p:nvPr/>
          </p:nvSpPr>
          <p:spPr>
            <a:xfrm>
              <a:off x="6198875" y="3360990"/>
              <a:ext cx="216236" cy="370267"/>
            </a:xfrm>
            <a:custGeom>
              <a:rect b="b" l="l" r="r" t="t"/>
              <a:pathLst>
                <a:path extrusionOk="0" h="14226" w="8308">
                  <a:moveTo>
                    <a:pt x="942" y="0"/>
                  </a:moveTo>
                  <a:cubicBezTo>
                    <a:pt x="938" y="0"/>
                    <a:pt x="934" y="0"/>
                    <a:pt x="930" y="0"/>
                  </a:cubicBezTo>
                  <a:cubicBezTo>
                    <a:pt x="617" y="0"/>
                    <a:pt x="307" y="18"/>
                    <a:pt x="1" y="60"/>
                  </a:cubicBezTo>
                  <a:cubicBezTo>
                    <a:pt x="3541" y="524"/>
                    <a:pt x="6186" y="3540"/>
                    <a:pt x="6186" y="7111"/>
                  </a:cubicBezTo>
                  <a:cubicBezTo>
                    <a:pt x="6186" y="10679"/>
                    <a:pt x="3541" y="13697"/>
                    <a:pt x="1" y="14162"/>
                  </a:cubicBezTo>
                  <a:cubicBezTo>
                    <a:pt x="321" y="14205"/>
                    <a:pt x="639" y="14226"/>
                    <a:pt x="954" y="14226"/>
                  </a:cubicBezTo>
                  <a:cubicBezTo>
                    <a:pt x="4638" y="14226"/>
                    <a:pt x="7791" y="11362"/>
                    <a:pt x="8037" y="7575"/>
                  </a:cubicBezTo>
                  <a:cubicBezTo>
                    <a:pt x="8308" y="3473"/>
                    <a:pt x="5050"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85"/>
            <p:cNvSpPr/>
            <p:nvPr/>
          </p:nvSpPr>
          <p:spPr>
            <a:xfrm>
              <a:off x="6094219" y="3417287"/>
              <a:ext cx="257620" cy="257542"/>
            </a:xfrm>
            <a:custGeom>
              <a:rect b="b" l="l" r="r" t="t"/>
              <a:pathLst>
                <a:path extrusionOk="0" h="9895" w="9898">
                  <a:moveTo>
                    <a:pt x="4951" y="1"/>
                  </a:moveTo>
                  <a:cubicBezTo>
                    <a:pt x="2217" y="1"/>
                    <a:pt x="0" y="2214"/>
                    <a:pt x="0" y="4948"/>
                  </a:cubicBezTo>
                  <a:cubicBezTo>
                    <a:pt x="0" y="7678"/>
                    <a:pt x="2217" y="9895"/>
                    <a:pt x="4951" y="9895"/>
                  </a:cubicBezTo>
                  <a:cubicBezTo>
                    <a:pt x="7681" y="9895"/>
                    <a:pt x="9898" y="7678"/>
                    <a:pt x="9898" y="4948"/>
                  </a:cubicBezTo>
                  <a:cubicBezTo>
                    <a:pt x="9898" y="2214"/>
                    <a:pt x="7681" y="1"/>
                    <a:pt x="4951"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85"/>
            <p:cNvSpPr/>
            <p:nvPr/>
          </p:nvSpPr>
          <p:spPr>
            <a:xfrm>
              <a:off x="6202909" y="3417287"/>
              <a:ext cx="154343" cy="257594"/>
            </a:xfrm>
            <a:custGeom>
              <a:rect b="b" l="l" r="r" t="t"/>
              <a:pathLst>
                <a:path extrusionOk="0" h="9897" w="5930">
                  <a:moveTo>
                    <a:pt x="775" y="1"/>
                  </a:moveTo>
                  <a:cubicBezTo>
                    <a:pt x="515" y="1"/>
                    <a:pt x="254" y="19"/>
                    <a:pt x="1" y="61"/>
                  </a:cubicBezTo>
                  <a:cubicBezTo>
                    <a:pt x="2404" y="441"/>
                    <a:pt x="4174" y="2513"/>
                    <a:pt x="4174" y="4948"/>
                  </a:cubicBezTo>
                  <a:cubicBezTo>
                    <a:pt x="4174" y="7383"/>
                    <a:pt x="2404" y="9455"/>
                    <a:pt x="1" y="9835"/>
                  </a:cubicBezTo>
                  <a:cubicBezTo>
                    <a:pt x="263" y="9877"/>
                    <a:pt x="524" y="9897"/>
                    <a:pt x="781" y="9897"/>
                  </a:cubicBezTo>
                  <a:cubicBezTo>
                    <a:pt x="3315" y="9897"/>
                    <a:pt x="5500" y="7948"/>
                    <a:pt x="5704" y="5335"/>
                  </a:cubicBezTo>
                  <a:cubicBezTo>
                    <a:pt x="5929" y="2460"/>
                    <a:pt x="3657" y="1"/>
                    <a:pt x="77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85"/>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3"/>
                    <a:pt x="1257" y="5877"/>
                  </a:cubicBezTo>
                  <a:cubicBezTo>
                    <a:pt x="1144" y="5877"/>
                    <a:pt x="1031" y="5870"/>
                    <a:pt x="919" y="5862"/>
                  </a:cubicBezTo>
                  <a:cubicBezTo>
                    <a:pt x="887" y="5637"/>
                    <a:pt x="870" y="5409"/>
                    <a:pt x="870" y="5180"/>
                  </a:cubicBezTo>
                  <a:cubicBezTo>
                    <a:pt x="870" y="4314"/>
                    <a:pt x="1109" y="3466"/>
                    <a:pt x="1559" y="2731"/>
                  </a:cubicBezTo>
                  <a:close/>
                  <a:moveTo>
                    <a:pt x="10299" y="5102"/>
                  </a:moveTo>
                  <a:lnTo>
                    <a:pt x="10299" y="5180"/>
                  </a:lnTo>
                  <a:cubicBezTo>
                    <a:pt x="10303" y="6447"/>
                    <a:pt x="9792" y="7660"/>
                    <a:pt x="8885" y="8547"/>
                  </a:cubicBezTo>
                  <a:cubicBezTo>
                    <a:pt x="8631" y="7590"/>
                    <a:pt x="8213" y="6686"/>
                    <a:pt x="7646" y="5873"/>
                  </a:cubicBezTo>
                  <a:cubicBezTo>
                    <a:pt x="8410" y="5370"/>
                    <a:pt x="9307" y="5102"/>
                    <a:pt x="10225" y="5102"/>
                  </a:cubicBezTo>
                  <a:close/>
                  <a:moveTo>
                    <a:pt x="5423" y="4237"/>
                  </a:moveTo>
                  <a:cubicBezTo>
                    <a:pt x="6017" y="4673"/>
                    <a:pt x="6548" y="5187"/>
                    <a:pt x="7002" y="5767"/>
                  </a:cubicBezTo>
                  <a:cubicBezTo>
                    <a:pt x="5767" y="6749"/>
                    <a:pt x="5046" y="8241"/>
                    <a:pt x="5046" y="9817"/>
                  </a:cubicBezTo>
                  <a:lnTo>
                    <a:pt x="5046" y="9863"/>
                  </a:lnTo>
                  <a:cubicBezTo>
                    <a:pt x="3100" y="9634"/>
                    <a:pt x="1496" y="8230"/>
                    <a:pt x="1014" y="6334"/>
                  </a:cubicBezTo>
                  <a:lnTo>
                    <a:pt x="1014" y="6334"/>
                  </a:lnTo>
                  <a:cubicBezTo>
                    <a:pt x="1095" y="6337"/>
                    <a:pt x="1176" y="6337"/>
                    <a:pt x="1257" y="6337"/>
                  </a:cubicBezTo>
                  <a:cubicBezTo>
                    <a:pt x="1260" y="6337"/>
                    <a:pt x="1264" y="6337"/>
                    <a:pt x="1268" y="6337"/>
                  </a:cubicBezTo>
                  <a:cubicBezTo>
                    <a:pt x="2907" y="6337"/>
                    <a:pt x="4450" y="5557"/>
                    <a:pt x="5423" y="4237"/>
                  </a:cubicBezTo>
                  <a:close/>
                  <a:moveTo>
                    <a:pt x="7277" y="6144"/>
                  </a:moveTo>
                  <a:cubicBezTo>
                    <a:pt x="7850" y="6974"/>
                    <a:pt x="8262" y="7907"/>
                    <a:pt x="8494" y="8892"/>
                  </a:cubicBezTo>
                  <a:cubicBezTo>
                    <a:pt x="7664" y="9543"/>
                    <a:pt x="6640" y="9898"/>
                    <a:pt x="5588" y="9898"/>
                  </a:cubicBezTo>
                  <a:lnTo>
                    <a:pt x="5510" y="9895"/>
                  </a:lnTo>
                  <a:lnTo>
                    <a:pt x="5510" y="9817"/>
                  </a:lnTo>
                  <a:cubicBezTo>
                    <a:pt x="5510" y="8389"/>
                    <a:pt x="6158" y="7038"/>
                    <a:pt x="7277" y="6144"/>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85"/>
            <p:cNvSpPr/>
            <p:nvPr/>
          </p:nvSpPr>
          <p:spPr>
            <a:xfrm>
              <a:off x="6011529"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lnTo>
                    <a:pt x="8124" y="14223"/>
                  </a:lnTo>
                  <a:cubicBezTo>
                    <a:pt x="4331" y="14223"/>
                    <a:pt x="1246" y="11138"/>
                    <a:pt x="1246" y="7345"/>
                  </a:cubicBezTo>
                  <a:cubicBezTo>
                    <a:pt x="1246" y="3552"/>
                    <a:pt x="4331" y="466"/>
                    <a:pt x="8128"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85"/>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7"/>
                    <a:pt x="1257" y="5877"/>
                  </a:cubicBezTo>
                  <a:cubicBezTo>
                    <a:pt x="1144" y="5877"/>
                    <a:pt x="1031" y="5870"/>
                    <a:pt x="919" y="5862"/>
                  </a:cubicBezTo>
                  <a:cubicBezTo>
                    <a:pt x="887" y="5637"/>
                    <a:pt x="870" y="5409"/>
                    <a:pt x="870" y="5180"/>
                  </a:cubicBezTo>
                  <a:cubicBezTo>
                    <a:pt x="870" y="4314"/>
                    <a:pt x="1109" y="3466"/>
                    <a:pt x="1559" y="2731"/>
                  </a:cubicBezTo>
                  <a:close/>
                  <a:moveTo>
                    <a:pt x="10303" y="5102"/>
                  </a:moveTo>
                  <a:lnTo>
                    <a:pt x="10303" y="5180"/>
                  </a:lnTo>
                  <a:cubicBezTo>
                    <a:pt x="10303" y="6447"/>
                    <a:pt x="9792" y="7660"/>
                    <a:pt x="8885" y="8547"/>
                  </a:cubicBezTo>
                  <a:cubicBezTo>
                    <a:pt x="8631" y="7590"/>
                    <a:pt x="8213" y="6682"/>
                    <a:pt x="7646" y="5873"/>
                  </a:cubicBezTo>
                  <a:cubicBezTo>
                    <a:pt x="8410" y="5370"/>
                    <a:pt x="9307" y="5102"/>
                    <a:pt x="10225" y="5102"/>
                  </a:cubicBezTo>
                  <a:close/>
                  <a:moveTo>
                    <a:pt x="5423" y="4237"/>
                  </a:moveTo>
                  <a:cubicBezTo>
                    <a:pt x="6017" y="4673"/>
                    <a:pt x="6548" y="5187"/>
                    <a:pt x="7002" y="5767"/>
                  </a:cubicBezTo>
                  <a:cubicBezTo>
                    <a:pt x="6594" y="6091"/>
                    <a:pt x="6242" y="6475"/>
                    <a:pt x="5947" y="6900"/>
                  </a:cubicBezTo>
                  <a:cubicBezTo>
                    <a:pt x="5887" y="6992"/>
                    <a:pt x="5898" y="7115"/>
                    <a:pt x="5975" y="7192"/>
                  </a:cubicBezTo>
                  <a:lnTo>
                    <a:pt x="5978" y="7196"/>
                  </a:lnTo>
                  <a:cubicBezTo>
                    <a:pt x="6023" y="7241"/>
                    <a:pt x="6081" y="7263"/>
                    <a:pt x="6139" y="7263"/>
                  </a:cubicBezTo>
                  <a:cubicBezTo>
                    <a:pt x="6212" y="7263"/>
                    <a:pt x="6285" y="7228"/>
                    <a:pt x="6330" y="7161"/>
                  </a:cubicBezTo>
                  <a:cubicBezTo>
                    <a:pt x="6594" y="6777"/>
                    <a:pt x="6914" y="6436"/>
                    <a:pt x="7277" y="6144"/>
                  </a:cubicBezTo>
                  <a:cubicBezTo>
                    <a:pt x="7850" y="6974"/>
                    <a:pt x="8262" y="7907"/>
                    <a:pt x="8494" y="8892"/>
                  </a:cubicBezTo>
                  <a:cubicBezTo>
                    <a:pt x="7664" y="9543"/>
                    <a:pt x="6640" y="9895"/>
                    <a:pt x="5588" y="9895"/>
                  </a:cubicBezTo>
                  <a:lnTo>
                    <a:pt x="5510" y="9895"/>
                  </a:lnTo>
                  <a:lnTo>
                    <a:pt x="5510" y="9817"/>
                  </a:lnTo>
                  <a:cubicBezTo>
                    <a:pt x="5510" y="9251"/>
                    <a:pt x="5613" y="8688"/>
                    <a:pt x="5813" y="8160"/>
                  </a:cubicBezTo>
                  <a:cubicBezTo>
                    <a:pt x="5841" y="8076"/>
                    <a:pt x="5824" y="7981"/>
                    <a:pt x="5760" y="7917"/>
                  </a:cubicBezTo>
                  <a:lnTo>
                    <a:pt x="5753" y="7914"/>
                  </a:lnTo>
                  <a:cubicBezTo>
                    <a:pt x="5708" y="7867"/>
                    <a:pt x="5649" y="7845"/>
                    <a:pt x="5592" y="7845"/>
                  </a:cubicBezTo>
                  <a:cubicBezTo>
                    <a:pt x="5502" y="7845"/>
                    <a:pt x="5413" y="7898"/>
                    <a:pt x="5377" y="7995"/>
                  </a:cubicBezTo>
                  <a:cubicBezTo>
                    <a:pt x="5159" y="8579"/>
                    <a:pt x="5046" y="9194"/>
                    <a:pt x="5046" y="9817"/>
                  </a:cubicBezTo>
                  <a:lnTo>
                    <a:pt x="5046" y="9863"/>
                  </a:lnTo>
                  <a:cubicBezTo>
                    <a:pt x="3100" y="9634"/>
                    <a:pt x="1496" y="8230"/>
                    <a:pt x="1014" y="6330"/>
                  </a:cubicBezTo>
                  <a:lnTo>
                    <a:pt x="1014" y="6330"/>
                  </a:lnTo>
                  <a:cubicBezTo>
                    <a:pt x="1095" y="6337"/>
                    <a:pt x="1176" y="6337"/>
                    <a:pt x="1257" y="6337"/>
                  </a:cubicBezTo>
                  <a:cubicBezTo>
                    <a:pt x="2900" y="6337"/>
                    <a:pt x="4448" y="5560"/>
                    <a:pt x="5423" y="4237"/>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2" name="Google Shape;18142;p85"/>
          <p:cNvGrpSpPr/>
          <p:nvPr/>
        </p:nvGrpSpPr>
        <p:grpSpPr>
          <a:xfrm>
            <a:off x="5588348" y="2418482"/>
            <a:ext cx="386847" cy="383723"/>
            <a:chOff x="5588348" y="2418482"/>
            <a:chExt cx="386847" cy="383723"/>
          </a:xfrm>
        </p:grpSpPr>
        <p:sp>
          <p:nvSpPr>
            <p:cNvPr id="18143" name="Google Shape;18143;p85"/>
            <p:cNvSpPr/>
            <p:nvPr/>
          </p:nvSpPr>
          <p:spPr>
            <a:xfrm>
              <a:off x="5733217" y="2424598"/>
              <a:ext cx="235757" cy="236382"/>
            </a:xfrm>
            <a:custGeom>
              <a:rect b="b" l="l" r="r" t="t"/>
              <a:pathLst>
                <a:path extrusionOk="0" h="9082" w="9058">
                  <a:moveTo>
                    <a:pt x="4529" y="1"/>
                  </a:moveTo>
                  <a:cubicBezTo>
                    <a:pt x="2027" y="1"/>
                    <a:pt x="1" y="1612"/>
                    <a:pt x="1" y="3597"/>
                  </a:cubicBezTo>
                  <a:cubicBezTo>
                    <a:pt x="1" y="5374"/>
                    <a:pt x="1619" y="6844"/>
                    <a:pt x="3748" y="7140"/>
                  </a:cubicBezTo>
                  <a:lnTo>
                    <a:pt x="3741" y="7140"/>
                  </a:lnTo>
                  <a:cubicBezTo>
                    <a:pt x="3857" y="7851"/>
                    <a:pt x="3628" y="8572"/>
                    <a:pt x="3121" y="9082"/>
                  </a:cubicBezTo>
                  <a:cubicBezTo>
                    <a:pt x="4237" y="9078"/>
                    <a:pt x="5176" y="8248"/>
                    <a:pt x="5317" y="7140"/>
                  </a:cubicBezTo>
                  <a:lnTo>
                    <a:pt x="5310" y="7140"/>
                  </a:lnTo>
                  <a:cubicBezTo>
                    <a:pt x="7439" y="6848"/>
                    <a:pt x="9057" y="5374"/>
                    <a:pt x="9057" y="3597"/>
                  </a:cubicBezTo>
                  <a:cubicBezTo>
                    <a:pt x="9057" y="1612"/>
                    <a:pt x="7027" y="1"/>
                    <a:pt x="45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85"/>
            <p:cNvSpPr/>
            <p:nvPr/>
          </p:nvSpPr>
          <p:spPr>
            <a:xfrm>
              <a:off x="5594673" y="2509214"/>
              <a:ext cx="289582" cy="286771"/>
            </a:xfrm>
            <a:custGeom>
              <a:rect b="b" l="l" r="r" t="t"/>
              <a:pathLst>
                <a:path extrusionOk="0" h="11018" w="11126">
                  <a:moveTo>
                    <a:pt x="1485" y="1"/>
                  </a:moveTo>
                  <a:cubicBezTo>
                    <a:pt x="1485" y="1"/>
                    <a:pt x="204" y="1180"/>
                    <a:pt x="116" y="2116"/>
                  </a:cubicBezTo>
                  <a:cubicBezTo>
                    <a:pt x="0" y="3368"/>
                    <a:pt x="1327" y="5641"/>
                    <a:pt x="3406" y="7720"/>
                  </a:cubicBezTo>
                  <a:cubicBezTo>
                    <a:pt x="5401" y="9715"/>
                    <a:pt x="7574" y="11017"/>
                    <a:pt x="8853" y="11017"/>
                  </a:cubicBezTo>
                  <a:cubicBezTo>
                    <a:pt x="8907" y="11017"/>
                    <a:pt x="8960" y="11015"/>
                    <a:pt x="9011" y="11010"/>
                  </a:cubicBezTo>
                  <a:cubicBezTo>
                    <a:pt x="9947" y="10922"/>
                    <a:pt x="11125" y="9641"/>
                    <a:pt x="11125" y="9641"/>
                  </a:cubicBezTo>
                  <a:cubicBezTo>
                    <a:pt x="10731" y="9149"/>
                    <a:pt x="10309" y="8674"/>
                    <a:pt x="9866" y="8224"/>
                  </a:cubicBezTo>
                  <a:cubicBezTo>
                    <a:pt x="9416" y="7780"/>
                    <a:pt x="8941" y="7358"/>
                    <a:pt x="8444" y="6964"/>
                  </a:cubicBezTo>
                  <a:lnTo>
                    <a:pt x="7375" y="8034"/>
                  </a:lnTo>
                  <a:lnTo>
                    <a:pt x="3096" y="3755"/>
                  </a:lnTo>
                  <a:lnTo>
                    <a:pt x="4166" y="2686"/>
                  </a:lnTo>
                  <a:cubicBezTo>
                    <a:pt x="3381" y="1690"/>
                    <a:pt x="2481" y="789"/>
                    <a:pt x="148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85"/>
            <p:cNvSpPr/>
            <p:nvPr/>
          </p:nvSpPr>
          <p:spPr>
            <a:xfrm>
              <a:off x="5727075" y="2418482"/>
              <a:ext cx="248120" cy="248641"/>
            </a:xfrm>
            <a:custGeom>
              <a:rect b="b" l="l" r="r" t="t"/>
              <a:pathLst>
                <a:path extrusionOk="0" h="9553" w="9533">
                  <a:moveTo>
                    <a:pt x="4765" y="475"/>
                  </a:moveTo>
                  <a:cubicBezTo>
                    <a:pt x="7129" y="475"/>
                    <a:pt x="9054" y="1985"/>
                    <a:pt x="9054" y="3835"/>
                  </a:cubicBezTo>
                  <a:cubicBezTo>
                    <a:pt x="9054" y="5464"/>
                    <a:pt x="7566" y="6858"/>
                    <a:pt x="5514" y="7139"/>
                  </a:cubicBezTo>
                  <a:cubicBezTo>
                    <a:pt x="5388" y="7157"/>
                    <a:pt x="5300" y="7266"/>
                    <a:pt x="5307" y="7392"/>
                  </a:cubicBezTo>
                  <a:lnTo>
                    <a:pt x="5307" y="7396"/>
                  </a:lnTo>
                  <a:cubicBezTo>
                    <a:pt x="5191" y="8159"/>
                    <a:pt x="4638" y="8786"/>
                    <a:pt x="3899" y="9004"/>
                  </a:cubicBezTo>
                  <a:cubicBezTo>
                    <a:pt x="4184" y="8518"/>
                    <a:pt x="4297" y="7952"/>
                    <a:pt x="4219" y="7396"/>
                  </a:cubicBezTo>
                  <a:cubicBezTo>
                    <a:pt x="4230" y="7269"/>
                    <a:pt x="4139" y="7160"/>
                    <a:pt x="4015" y="7143"/>
                  </a:cubicBezTo>
                  <a:cubicBezTo>
                    <a:pt x="1964" y="6858"/>
                    <a:pt x="476" y="5468"/>
                    <a:pt x="476" y="3835"/>
                  </a:cubicBezTo>
                  <a:cubicBezTo>
                    <a:pt x="476" y="1985"/>
                    <a:pt x="2400" y="475"/>
                    <a:pt x="4765" y="475"/>
                  </a:cubicBezTo>
                  <a:close/>
                  <a:moveTo>
                    <a:pt x="4765" y="0"/>
                  </a:moveTo>
                  <a:cubicBezTo>
                    <a:pt x="3502" y="0"/>
                    <a:pt x="2312" y="391"/>
                    <a:pt x="1415" y="1105"/>
                  </a:cubicBezTo>
                  <a:cubicBezTo>
                    <a:pt x="504" y="1830"/>
                    <a:pt x="1" y="2797"/>
                    <a:pt x="1" y="3832"/>
                  </a:cubicBezTo>
                  <a:cubicBezTo>
                    <a:pt x="1" y="5651"/>
                    <a:pt x="1570" y="7202"/>
                    <a:pt x="3762" y="7579"/>
                  </a:cubicBezTo>
                  <a:cubicBezTo>
                    <a:pt x="3808" y="8159"/>
                    <a:pt x="3600" y="8733"/>
                    <a:pt x="3192" y="9148"/>
                  </a:cubicBezTo>
                  <a:cubicBezTo>
                    <a:pt x="3041" y="9299"/>
                    <a:pt x="3150" y="9553"/>
                    <a:pt x="3361" y="9553"/>
                  </a:cubicBezTo>
                  <a:cubicBezTo>
                    <a:pt x="4526" y="9549"/>
                    <a:pt x="5528" y="8722"/>
                    <a:pt x="5761" y="7582"/>
                  </a:cubicBezTo>
                  <a:cubicBezTo>
                    <a:pt x="6774" y="7406"/>
                    <a:pt x="7699" y="6967"/>
                    <a:pt x="8382" y="6330"/>
                  </a:cubicBezTo>
                  <a:cubicBezTo>
                    <a:pt x="9121" y="5637"/>
                    <a:pt x="9532" y="4747"/>
                    <a:pt x="9532" y="3832"/>
                  </a:cubicBezTo>
                  <a:cubicBezTo>
                    <a:pt x="9529" y="2797"/>
                    <a:pt x="9026" y="1830"/>
                    <a:pt x="8114" y="1105"/>
                  </a:cubicBezTo>
                  <a:cubicBezTo>
                    <a:pt x="7217" y="391"/>
                    <a:pt x="6028" y="0"/>
                    <a:pt x="4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85"/>
            <p:cNvSpPr/>
            <p:nvPr/>
          </p:nvSpPr>
          <p:spPr>
            <a:xfrm>
              <a:off x="5800706" y="2511608"/>
              <a:ext cx="15512" cy="13274"/>
            </a:xfrm>
            <a:custGeom>
              <a:rect b="b" l="l" r="r" t="t"/>
              <a:pathLst>
                <a:path extrusionOk="0" h="510" w="596">
                  <a:moveTo>
                    <a:pt x="338" y="0"/>
                  </a:moveTo>
                  <a:cubicBezTo>
                    <a:pt x="113" y="0"/>
                    <a:pt x="1" y="275"/>
                    <a:pt x="159" y="433"/>
                  </a:cubicBezTo>
                  <a:cubicBezTo>
                    <a:pt x="212" y="486"/>
                    <a:pt x="276" y="509"/>
                    <a:pt x="339" y="509"/>
                  </a:cubicBezTo>
                  <a:cubicBezTo>
                    <a:pt x="470" y="509"/>
                    <a:pt x="595" y="408"/>
                    <a:pt x="595" y="254"/>
                  </a:cubicBezTo>
                  <a:cubicBezTo>
                    <a:pt x="595" y="113"/>
                    <a:pt x="479" y="0"/>
                    <a:pt x="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85"/>
            <p:cNvSpPr/>
            <p:nvPr/>
          </p:nvSpPr>
          <p:spPr>
            <a:xfrm>
              <a:off x="5883760" y="2511608"/>
              <a:ext cx="15512" cy="13274"/>
            </a:xfrm>
            <a:custGeom>
              <a:rect b="b" l="l" r="r" t="t"/>
              <a:pathLst>
                <a:path extrusionOk="0" h="510" w="596">
                  <a:moveTo>
                    <a:pt x="342" y="0"/>
                  </a:moveTo>
                  <a:cubicBezTo>
                    <a:pt x="113" y="0"/>
                    <a:pt x="1" y="275"/>
                    <a:pt x="163" y="433"/>
                  </a:cubicBezTo>
                  <a:cubicBezTo>
                    <a:pt x="214" y="486"/>
                    <a:pt x="278" y="509"/>
                    <a:pt x="341" y="509"/>
                  </a:cubicBezTo>
                  <a:cubicBezTo>
                    <a:pt x="471" y="509"/>
                    <a:pt x="596" y="408"/>
                    <a:pt x="596" y="254"/>
                  </a:cubicBezTo>
                  <a:cubicBezTo>
                    <a:pt x="596" y="113"/>
                    <a:pt x="479"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85"/>
            <p:cNvSpPr/>
            <p:nvPr/>
          </p:nvSpPr>
          <p:spPr>
            <a:xfrm>
              <a:off x="5842194" y="2511608"/>
              <a:ext cx="15512" cy="13274"/>
            </a:xfrm>
            <a:custGeom>
              <a:rect b="b" l="l" r="r" t="t"/>
              <a:pathLst>
                <a:path extrusionOk="0" h="510" w="596">
                  <a:moveTo>
                    <a:pt x="342" y="0"/>
                  </a:moveTo>
                  <a:cubicBezTo>
                    <a:pt x="117" y="0"/>
                    <a:pt x="1" y="275"/>
                    <a:pt x="162" y="433"/>
                  </a:cubicBezTo>
                  <a:cubicBezTo>
                    <a:pt x="214" y="486"/>
                    <a:pt x="278" y="509"/>
                    <a:pt x="340" y="509"/>
                  </a:cubicBezTo>
                  <a:cubicBezTo>
                    <a:pt x="470" y="509"/>
                    <a:pt x="595" y="408"/>
                    <a:pt x="595" y="254"/>
                  </a:cubicBezTo>
                  <a:cubicBezTo>
                    <a:pt x="595" y="113"/>
                    <a:pt x="48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85"/>
            <p:cNvSpPr/>
            <p:nvPr/>
          </p:nvSpPr>
          <p:spPr>
            <a:xfrm>
              <a:off x="5588348" y="2503097"/>
              <a:ext cx="302674" cy="299108"/>
            </a:xfrm>
            <a:custGeom>
              <a:rect b="b" l="l" r="r" t="t"/>
              <a:pathLst>
                <a:path extrusionOk="0" h="11492" w="11629">
                  <a:moveTo>
                    <a:pt x="1724" y="0"/>
                  </a:moveTo>
                  <a:cubicBezTo>
                    <a:pt x="1667" y="0"/>
                    <a:pt x="1610" y="21"/>
                    <a:pt x="1566" y="64"/>
                  </a:cubicBezTo>
                  <a:cubicBezTo>
                    <a:pt x="1510" y="113"/>
                    <a:pt x="215" y="1316"/>
                    <a:pt x="123" y="2329"/>
                  </a:cubicBezTo>
                  <a:cubicBezTo>
                    <a:pt x="0" y="3666"/>
                    <a:pt x="1348" y="5996"/>
                    <a:pt x="3480" y="8124"/>
                  </a:cubicBezTo>
                  <a:cubicBezTo>
                    <a:pt x="5521" y="10169"/>
                    <a:pt x="7748" y="11491"/>
                    <a:pt x="9103" y="11491"/>
                  </a:cubicBezTo>
                  <a:cubicBezTo>
                    <a:pt x="9162" y="11491"/>
                    <a:pt x="9219" y="11488"/>
                    <a:pt x="9279" y="11481"/>
                  </a:cubicBezTo>
                  <a:cubicBezTo>
                    <a:pt x="10292" y="11389"/>
                    <a:pt x="11495" y="10095"/>
                    <a:pt x="11544" y="10038"/>
                  </a:cubicBezTo>
                  <a:cubicBezTo>
                    <a:pt x="11625" y="9954"/>
                    <a:pt x="11629" y="9824"/>
                    <a:pt x="11558" y="9732"/>
                  </a:cubicBezTo>
                  <a:cubicBezTo>
                    <a:pt x="11154" y="9229"/>
                    <a:pt x="10728" y="8747"/>
                    <a:pt x="10274" y="8293"/>
                  </a:cubicBezTo>
                  <a:cubicBezTo>
                    <a:pt x="9817" y="7839"/>
                    <a:pt x="9338" y="7414"/>
                    <a:pt x="8835" y="7012"/>
                  </a:cubicBezTo>
                  <a:cubicBezTo>
                    <a:pt x="8791" y="6978"/>
                    <a:pt x="8739" y="6962"/>
                    <a:pt x="8688" y="6962"/>
                  </a:cubicBezTo>
                  <a:cubicBezTo>
                    <a:pt x="8627" y="6962"/>
                    <a:pt x="8568" y="6985"/>
                    <a:pt x="8522" y="7030"/>
                  </a:cubicBezTo>
                  <a:lnTo>
                    <a:pt x="7618" y="7931"/>
                  </a:lnTo>
                  <a:lnTo>
                    <a:pt x="4694" y="5007"/>
                  </a:lnTo>
                  <a:cubicBezTo>
                    <a:pt x="4642" y="4956"/>
                    <a:pt x="4584" y="4935"/>
                    <a:pt x="4529" y="4935"/>
                  </a:cubicBezTo>
                  <a:cubicBezTo>
                    <a:pt x="4346" y="4935"/>
                    <a:pt x="4191" y="5168"/>
                    <a:pt x="4356" y="5341"/>
                  </a:cubicBezTo>
                  <a:lnTo>
                    <a:pt x="7452" y="8434"/>
                  </a:lnTo>
                  <a:cubicBezTo>
                    <a:pt x="7498" y="8481"/>
                    <a:pt x="7559" y="8505"/>
                    <a:pt x="7620" y="8505"/>
                  </a:cubicBezTo>
                  <a:cubicBezTo>
                    <a:pt x="7680" y="8505"/>
                    <a:pt x="7741" y="8481"/>
                    <a:pt x="7787" y="8434"/>
                  </a:cubicBezTo>
                  <a:lnTo>
                    <a:pt x="8705" y="7519"/>
                  </a:lnTo>
                  <a:cubicBezTo>
                    <a:pt x="8958" y="7727"/>
                    <a:pt x="9465" y="8152"/>
                    <a:pt x="9940" y="8627"/>
                  </a:cubicBezTo>
                  <a:cubicBezTo>
                    <a:pt x="10419" y="9106"/>
                    <a:pt x="10848" y="9613"/>
                    <a:pt x="11052" y="9866"/>
                  </a:cubicBezTo>
                  <a:cubicBezTo>
                    <a:pt x="10654" y="10260"/>
                    <a:pt x="9841" y="10953"/>
                    <a:pt x="9236" y="11009"/>
                  </a:cubicBezTo>
                  <a:cubicBezTo>
                    <a:pt x="9191" y="11014"/>
                    <a:pt x="9144" y="11016"/>
                    <a:pt x="9095" y="11016"/>
                  </a:cubicBezTo>
                  <a:cubicBezTo>
                    <a:pt x="7880" y="11016"/>
                    <a:pt x="5746" y="9715"/>
                    <a:pt x="3818" y="7790"/>
                  </a:cubicBezTo>
                  <a:cubicBezTo>
                    <a:pt x="1816" y="5785"/>
                    <a:pt x="489" y="3557"/>
                    <a:pt x="598" y="2372"/>
                  </a:cubicBezTo>
                  <a:cubicBezTo>
                    <a:pt x="655" y="1766"/>
                    <a:pt x="1348" y="954"/>
                    <a:pt x="1742" y="556"/>
                  </a:cubicBezTo>
                  <a:cubicBezTo>
                    <a:pt x="1995" y="760"/>
                    <a:pt x="2502" y="1189"/>
                    <a:pt x="2980" y="1668"/>
                  </a:cubicBezTo>
                  <a:cubicBezTo>
                    <a:pt x="3455" y="2146"/>
                    <a:pt x="3881" y="2650"/>
                    <a:pt x="4089" y="2903"/>
                  </a:cubicBezTo>
                  <a:lnTo>
                    <a:pt x="3174" y="3821"/>
                  </a:lnTo>
                  <a:cubicBezTo>
                    <a:pt x="3079" y="3913"/>
                    <a:pt x="3079" y="4064"/>
                    <a:pt x="3174" y="4155"/>
                  </a:cubicBezTo>
                  <a:lnTo>
                    <a:pt x="3684" y="4669"/>
                  </a:lnTo>
                  <a:cubicBezTo>
                    <a:pt x="3736" y="4724"/>
                    <a:pt x="3795" y="4746"/>
                    <a:pt x="3851" y="4746"/>
                  </a:cubicBezTo>
                  <a:cubicBezTo>
                    <a:pt x="4036" y="4746"/>
                    <a:pt x="4196" y="4504"/>
                    <a:pt x="4018" y="4331"/>
                  </a:cubicBezTo>
                  <a:lnTo>
                    <a:pt x="3674" y="3990"/>
                  </a:lnTo>
                  <a:lnTo>
                    <a:pt x="4578" y="3086"/>
                  </a:lnTo>
                  <a:cubicBezTo>
                    <a:pt x="4662" y="3001"/>
                    <a:pt x="4669" y="2868"/>
                    <a:pt x="4595" y="2773"/>
                  </a:cubicBezTo>
                  <a:cubicBezTo>
                    <a:pt x="3797" y="1763"/>
                    <a:pt x="2885" y="848"/>
                    <a:pt x="1876" y="53"/>
                  </a:cubicBezTo>
                  <a:cubicBezTo>
                    <a:pt x="1830" y="18"/>
                    <a:pt x="1777"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0" name="Google Shape;18150;p85"/>
          <p:cNvGrpSpPr/>
          <p:nvPr/>
        </p:nvGrpSpPr>
        <p:grpSpPr>
          <a:xfrm>
            <a:off x="6065458" y="2434229"/>
            <a:ext cx="378154" cy="352230"/>
            <a:chOff x="6065458" y="2434229"/>
            <a:chExt cx="378154" cy="352230"/>
          </a:xfrm>
        </p:grpSpPr>
        <p:sp>
          <p:nvSpPr>
            <p:cNvPr id="18151" name="Google Shape;18151;p85"/>
            <p:cNvSpPr/>
            <p:nvPr/>
          </p:nvSpPr>
          <p:spPr>
            <a:xfrm>
              <a:off x="6071054" y="2493936"/>
              <a:ext cx="285001" cy="235653"/>
            </a:xfrm>
            <a:custGeom>
              <a:rect b="b" l="l" r="r" t="t"/>
              <a:pathLst>
                <a:path extrusionOk="0" h="9054" w="10950">
                  <a:moveTo>
                    <a:pt x="0" y="0"/>
                  </a:moveTo>
                  <a:lnTo>
                    <a:pt x="0" y="6967"/>
                  </a:lnTo>
                  <a:cubicBezTo>
                    <a:pt x="0" y="8117"/>
                    <a:pt x="2453" y="9053"/>
                    <a:pt x="5475" y="9053"/>
                  </a:cubicBezTo>
                  <a:cubicBezTo>
                    <a:pt x="5640" y="9053"/>
                    <a:pt x="5806" y="9050"/>
                    <a:pt x="5968" y="9043"/>
                  </a:cubicBezTo>
                  <a:cubicBezTo>
                    <a:pt x="8761" y="8951"/>
                    <a:pt x="10950" y="8054"/>
                    <a:pt x="10950" y="6967"/>
                  </a:cubicBezTo>
                  <a:lnTo>
                    <a:pt x="109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85"/>
            <p:cNvSpPr/>
            <p:nvPr/>
          </p:nvSpPr>
          <p:spPr>
            <a:xfrm>
              <a:off x="6212071" y="2555387"/>
              <a:ext cx="143984" cy="174020"/>
            </a:xfrm>
            <a:custGeom>
              <a:rect b="b" l="l" r="r" t="t"/>
              <a:pathLst>
                <a:path extrusionOk="0" h="6686" w="5532">
                  <a:moveTo>
                    <a:pt x="3646" y="0"/>
                  </a:moveTo>
                  <a:cubicBezTo>
                    <a:pt x="3308" y="0"/>
                    <a:pt x="3030" y="275"/>
                    <a:pt x="3030" y="616"/>
                  </a:cubicBezTo>
                  <a:lnTo>
                    <a:pt x="3030" y="1151"/>
                  </a:lnTo>
                  <a:cubicBezTo>
                    <a:pt x="2808" y="1253"/>
                    <a:pt x="2597" y="1372"/>
                    <a:pt x="2400" y="1517"/>
                  </a:cubicBezTo>
                  <a:lnTo>
                    <a:pt x="1939" y="1249"/>
                  </a:lnTo>
                  <a:cubicBezTo>
                    <a:pt x="1841" y="1192"/>
                    <a:pt x="1733" y="1165"/>
                    <a:pt x="1628" y="1165"/>
                  </a:cubicBezTo>
                  <a:cubicBezTo>
                    <a:pt x="1414" y="1165"/>
                    <a:pt x="1208" y="1276"/>
                    <a:pt x="1095" y="1474"/>
                  </a:cubicBezTo>
                  <a:lnTo>
                    <a:pt x="170" y="3075"/>
                  </a:lnTo>
                  <a:cubicBezTo>
                    <a:pt x="1" y="3371"/>
                    <a:pt x="99" y="3747"/>
                    <a:pt x="395" y="3920"/>
                  </a:cubicBezTo>
                  <a:lnTo>
                    <a:pt x="859" y="4184"/>
                  </a:lnTo>
                  <a:cubicBezTo>
                    <a:pt x="849" y="4307"/>
                    <a:pt x="842" y="4426"/>
                    <a:pt x="842" y="4550"/>
                  </a:cubicBezTo>
                  <a:cubicBezTo>
                    <a:pt x="842" y="4669"/>
                    <a:pt x="845" y="4792"/>
                    <a:pt x="859" y="4912"/>
                  </a:cubicBezTo>
                  <a:lnTo>
                    <a:pt x="395" y="5179"/>
                  </a:lnTo>
                  <a:cubicBezTo>
                    <a:pt x="99" y="5352"/>
                    <a:pt x="1" y="5728"/>
                    <a:pt x="170" y="6024"/>
                  </a:cubicBezTo>
                  <a:lnTo>
                    <a:pt x="550" y="6685"/>
                  </a:lnTo>
                  <a:cubicBezTo>
                    <a:pt x="3343" y="6590"/>
                    <a:pt x="5532" y="5697"/>
                    <a:pt x="5532" y="4606"/>
                  </a:cubicBezTo>
                  <a:lnTo>
                    <a:pt x="553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85"/>
            <p:cNvSpPr/>
            <p:nvPr/>
          </p:nvSpPr>
          <p:spPr>
            <a:xfrm>
              <a:off x="6071054" y="2493936"/>
              <a:ext cx="285001" cy="65511"/>
            </a:xfrm>
            <a:custGeom>
              <a:rect b="b" l="l" r="r" t="t"/>
              <a:pathLst>
                <a:path extrusionOk="0" h="2517" w="10950">
                  <a:moveTo>
                    <a:pt x="0" y="0"/>
                  </a:moveTo>
                  <a:lnTo>
                    <a:pt x="0" y="989"/>
                  </a:lnTo>
                  <a:cubicBezTo>
                    <a:pt x="317" y="1330"/>
                    <a:pt x="806" y="1633"/>
                    <a:pt x="1450" y="1879"/>
                  </a:cubicBezTo>
                  <a:cubicBezTo>
                    <a:pt x="2530" y="2291"/>
                    <a:pt x="3962" y="2516"/>
                    <a:pt x="5475" y="2516"/>
                  </a:cubicBezTo>
                  <a:cubicBezTo>
                    <a:pt x="6988" y="2516"/>
                    <a:pt x="8416" y="2291"/>
                    <a:pt x="9500" y="1879"/>
                  </a:cubicBezTo>
                  <a:cubicBezTo>
                    <a:pt x="10140" y="1633"/>
                    <a:pt x="10633" y="1330"/>
                    <a:pt x="10950" y="989"/>
                  </a:cubicBezTo>
                  <a:lnTo>
                    <a:pt x="10950"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85"/>
            <p:cNvSpPr/>
            <p:nvPr/>
          </p:nvSpPr>
          <p:spPr>
            <a:xfrm>
              <a:off x="6071054" y="2590914"/>
              <a:ext cx="285001" cy="138570"/>
            </a:xfrm>
            <a:custGeom>
              <a:rect b="b" l="l" r="r" t="t"/>
              <a:pathLst>
                <a:path extrusionOk="0" h="5324" w="10950">
                  <a:moveTo>
                    <a:pt x="0" y="0"/>
                  </a:moveTo>
                  <a:lnTo>
                    <a:pt x="0" y="3237"/>
                  </a:lnTo>
                  <a:cubicBezTo>
                    <a:pt x="0" y="4391"/>
                    <a:pt x="2453" y="5324"/>
                    <a:pt x="5475" y="5324"/>
                  </a:cubicBezTo>
                  <a:cubicBezTo>
                    <a:pt x="5640" y="5324"/>
                    <a:pt x="5806" y="5320"/>
                    <a:pt x="5968" y="5317"/>
                  </a:cubicBezTo>
                  <a:cubicBezTo>
                    <a:pt x="8761" y="5222"/>
                    <a:pt x="10950" y="4328"/>
                    <a:pt x="10950" y="3237"/>
                  </a:cubicBezTo>
                  <a:lnTo>
                    <a:pt x="10950" y="0"/>
                  </a:lnTo>
                  <a:cubicBezTo>
                    <a:pt x="10950" y="1147"/>
                    <a:pt x="8518" y="2080"/>
                    <a:pt x="5510" y="2087"/>
                  </a:cubicBezTo>
                  <a:lnTo>
                    <a:pt x="5475" y="2087"/>
                  </a:lnTo>
                  <a:cubicBezTo>
                    <a:pt x="2453" y="2087"/>
                    <a:pt x="0" y="1151"/>
                    <a:pt x="0"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85"/>
            <p:cNvSpPr/>
            <p:nvPr/>
          </p:nvSpPr>
          <p:spPr>
            <a:xfrm>
              <a:off x="6212071" y="2590914"/>
              <a:ext cx="143984" cy="138388"/>
            </a:xfrm>
            <a:custGeom>
              <a:rect b="b" l="l" r="r" t="t"/>
              <a:pathLst>
                <a:path extrusionOk="0" h="5317" w="5532">
                  <a:moveTo>
                    <a:pt x="5532" y="0"/>
                  </a:moveTo>
                  <a:cubicBezTo>
                    <a:pt x="5532" y="1147"/>
                    <a:pt x="3100" y="2080"/>
                    <a:pt x="92" y="2087"/>
                  </a:cubicBezTo>
                  <a:cubicBezTo>
                    <a:pt x="113" y="2280"/>
                    <a:pt x="226" y="2453"/>
                    <a:pt x="395" y="2551"/>
                  </a:cubicBezTo>
                  <a:lnTo>
                    <a:pt x="859" y="2819"/>
                  </a:lnTo>
                  <a:cubicBezTo>
                    <a:pt x="849" y="2938"/>
                    <a:pt x="842" y="3061"/>
                    <a:pt x="842" y="3181"/>
                  </a:cubicBezTo>
                  <a:cubicBezTo>
                    <a:pt x="842" y="3304"/>
                    <a:pt x="845" y="3424"/>
                    <a:pt x="859" y="3543"/>
                  </a:cubicBezTo>
                  <a:lnTo>
                    <a:pt x="395" y="3811"/>
                  </a:lnTo>
                  <a:cubicBezTo>
                    <a:pt x="99" y="3983"/>
                    <a:pt x="1" y="4360"/>
                    <a:pt x="170" y="4655"/>
                  </a:cubicBezTo>
                  <a:lnTo>
                    <a:pt x="550" y="5317"/>
                  </a:lnTo>
                  <a:cubicBezTo>
                    <a:pt x="3343" y="5222"/>
                    <a:pt x="5532" y="4328"/>
                    <a:pt x="5532" y="3237"/>
                  </a:cubicBezTo>
                  <a:lnTo>
                    <a:pt x="553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85"/>
            <p:cNvSpPr/>
            <p:nvPr/>
          </p:nvSpPr>
          <p:spPr>
            <a:xfrm>
              <a:off x="6071054" y="2590914"/>
              <a:ext cx="285001" cy="66682"/>
            </a:xfrm>
            <a:custGeom>
              <a:rect b="b" l="l" r="r" t="t"/>
              <a:pathLst>
                <a:path extrusionOk="0" h="2562" w="10950">
                  <a:moveTo>
                    <a:pt x="0" y="0"/>
                  </a:moveTo>
                  <a:lnTo>
                    <a:pt x="0" y="1024"/>
                  </a:lnTo>
                  <a:cubicBezTo>
                    <a:pt x="317" y="1369"/>
                    <a:pt x="806" y="1675"/>
                    <a:pt x="1457" y="1921"/>
                  </a:cubicBezTo>
                  <a:cubicBezTo>
                    <a:pt x="2537" y="2333"/>
                    <a:pt x="3962" y="2562"/>
                    <a:pt x="5475" y="2562"/>
                  </a:cubicBezTo>
                  <a:cubicBezTo>
                    <a:pt x="6988" y="2562"/>
                    <a:pt x="8413" y="2333"/>
                    <a:pt x="9493" y="1921"/>
                  </a:cubicBezTo>
                  <a:cubicBezTo>
                    <a:pt x="10140" y="1675"/>
                    <a:pt x="10633" y="1369"/>
                    <a:pt x="10950" y="1024"/>
                  </a:cubicBezTo>
                  <a:lnTo>
                    <a:pt x="10950" y="0"/>
                  </a:lnTo>
                  <a:cubicBezTo>
                    <a:pt x="10950" y="1154"/>
                    <a:pt x="8497" y="2087"/>
                    <a:pt x="5475" y="2087"/>
                  </a:cubicBezTo>
                  <a:cubicBezTo>
                    <a:pt x="2453" y="2087"/>
                    <a:pt x="0" y="1151"/>
                    <a:pt x="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85"/>
            <p:cNvSpPr/>
            <p:nvPr/>
          </p:nvSpPr>
          <p:spPr>
            <a:xfrm>
              <a:off x="6071054" y="2439616"/>
              <a:ext cx="285001" cy="108639"/>
            </a:xfrm>
            <a:custGeom>
              <a:rect b="b" l="l" r="r" t="t"/>
              <a:pathLst>
                <a:path extrusionOk="0" h="4174" w="10950">
                  <a:moveTo>
                    <a:pt x="5475" y="1"/>
                  </a:moveTo>
                  <a:cubicBezTo>
                    <a:pt x="2449" y="1"/>
                    <a:pt x="0" y="937"/>
                    <a:pt x="0" y="2087"/>
                  </a:cubicBezTo>
                  <a:cubicBezTo>
                    <a:pt x="0" y="3241"/>
                    <a:pt x="2449" y="4174"/>
                    <a:pt x="5475" y="4174"/>
                  </a:cubicBezTo>
                  <a:cubicBezTo>
                    <a:pt x="8497" y="4174"/>
                    <a:pt x="10950" y="3241"/>
                    <a:pt x="10950" y="2087"/>
                  </a:cubicBezTo>
                  <a:cubicBezTo>
                    <a:pt x="10950" y="937"/>
                    <a:pt x="8497" y="1"/>
                    <a:pt x="547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85"/>
            <p:cNvSpPr/>
            <p:nvPr/>
          </p:nvSpPr>
          <p:spPr>
            <a:xfrm>
              <a:off x="6224720" y="2566448"/>
              <a:ext cx="212567" cy="214519"/>
            </a:xfrm>
            <a:custGeom>
              <a:rect b="b" l="l" r="r" t="t"/>
              <a:pathLst>
                <a:path extrusionOk="0" h="8242" w="8167">
                  <a:moveTo>
                    <a:pt x="3160" y="1"/>
                  </a:moveTo>
                  <a:cubicBezTo>
                    <a:pt x="3054" y="1"/>
                    <a:pt x="2970" y="85"/>
                    <a:pt x="2970" y="191"/>
                  </a:cubicBezTo>
                  <a:lnTo>
                    <a:pt x="2970" y="1014"/>
                  </a:lnTo>
                  <a:cubicBezTo>
                    <a:pt x="2597" y="1148"/>
                    <a:pt x="2249" y="1349"/>
                    <a:pt x="1946" y="1605"/>
                  </a:cubicBezTo>
                  <a:lnTo>
                    <a:pt x="1232" y="1194"/>
                  </a:lnTo>
                  <a:cubicBezTo>
                    <a:pt x="1203" y="1176"/>
                    <a:pt x="1171" y="1168"/>
                    <a:pt x="1139" y="1168"/>
                  </a:cubicBezTo>
                  <a:cubicBezTo>
                    <a:pt x="1074" y="1168"/>
                    <a:pt x="1010" y="1203"/>
                    <a:pt x="975" y="1264"/>
                  </a:cubicBezTo>
                  <a:lnTo>
                    <a:pt x="53" y="2861"/>
                  </a:lnTo>
                  <a:cubicBezTo>
                    <a:pt x="0" y="2953"/>
                    <a:pt x="32" y="3066"/>
                    <a:pt x="120" y="3118"/>
                  </a:cubicBezTo>
                  <a:lnTo>
                    <a:pt x="834" y="3530"/>
                  </a:lnTo>
                  <a:cubicBezTo>
                    <a:pt x="764" y="3921"/>
                    <a:pt x="764" y="4322"/>
                    <a:pt x="834" y="4712"/>
                  </a:cubicBezTo>
                  <a:lnTo>
                    <a:pt x="120" y="5124"/>
                  </a:lnTo>
                  <a:cubicBezTo>
                    <a:pt x="32" y="5177"/>
                    <a:pt x="0" y="5293"/>
                    <a:pt x="53" y="5381"/>
                  </a:cubicBezTo>
                  <a:lnTo>
                    <a:pt x="975" y="6982"/>
                  </a:lnTo>
                  <a:cubicBezTo>
                    <a:pt x="1010" y="7040"/>
                    <a:pt x="1074" y="7074"/>
                    <a:pt x="1138" y="7074"/>
                  </a:cubicBezTo>
                  <a:cubicBezTo>
                    <a:pt x="1170" y="7074"/>
                    <a:pt x="1203" y="7066"/>
                    <a:pt x="1232" y="7048"/>
                  </a:cubicBezTo>
                  <a:lnTo>
                    <a:pt x="1946" y="6637"/>
                  </a:lnTo>
                  <a:cubicBezTo>
                    <a:pt x="2249" y="6894"/>
                    <a:pt x="2597" y="7094"/>
                    <a:pt x="2970" y="7231"/>
                  </a:cubicBezTo>
                  <a:lnTo>
                    <a:pt x="2970" y="8051"/>
                  </a:lnTo>
                  <a:cubicBezTo>
                    <a:pt x="2970" y="8157"/>
                    <a:pt x="3054" y="8241"/>
                    <a:pt x="3160" y="8241"/>
                  </a:cubicBezTo>
                  <a:lnTo>
                    <a:pt x="5007" y="8241"/>
                  </a:lnTo>
                  <a:cubicBezTo>
                    <a:pt x="5109" y="8241"/>
                    <a:pt x="5193" y="8157"/>
                    <a:pt x="5193" y="8051"/>
                  </a:cubicBezTo>
                  <a:lnTo>
                    <a:pt x="5193" y="7231"/>
                  </a:lnTo>
                  <a:cubicBezTo>
                    <a:pt x="5570" y="7094"/>
                    <a:pt x="5915" y="6894"/>
                    <a:pt x="6217" y="6637"/>
                  </a:cubicBezTo>
                  <a:lnTo>
                    <a:pt x="6932" y="7048"/>
                  </a:lnTo>
                  <a:cubicBezTo>
                    <a:pt x="6962" y="7066"/>
                    <a:pt x="6995" y="7074"/>
                    <a:pt x="7027" y="7074"/>
                  </a:cubicBezTo>
                  <a:cubicBezTo>
                    <a:pt x="7093" y="7074"/>
                    <a:pt x="7156" y="7040"/>
                    <a:pt x="7188" y="6982"/>
                  </a:cubicBezTo>
                  <a:lnTo>
                    <a:pt x="8114" y="5381"/>
                  </a:lnTo>
                  <a:cubicBezTo>
                    <a:pt x="8167" y="5293"/>
                    <a:pt x="8135" y="5177"/>
                    <a:pt x="8043" y="5124"/>
                  </a:cubicBezTo>
                  <a:lnTo>
                    <a:pt x="7333" y="4712"/>
                  </a:lnTo>
                  <a:cubicBezTo>
                    <a:pt x="7368" y="4519"/>
                    <a:pt x="7386" y="4322"/>
                    <a:pt x="7386" y="4121"/>
                  </a:cubicBezTo>
                  <a:cubicBezTo>
                    <a:pt x="7386" y="3924"/>
                    <a:pt x="7368" y="3727"/>
                    <a:pt x="7333" y="3530"/>
                  </a:cubicBezTo>
                  <a:lnTo>
                    <a:pt x="8043" y="3122"/>
                  </a:lnTo>
                  <a:cubicBezTo>
                    <a:pt x="8135" y="3069"/>
                    <a:pt x="8167" y="2953"/>
                    <a:pt x="8114" y="2861"/>
                  </a:cubicBezTo>
                  <a:lnTo>
                    <a:pt x="7188" y="1264"/>
                  </a:lnTo>
                  <a:cubicBezTo>
                    <a:pt x="7155" y="1203"/>
                    <a:pt x="7092" y="1168"/>
                    <a:pt x="7026" y="1168"/>
                  </a:cubicBezTo>
                  <a:cubicBezTo>
                    <a:pt x="6994" y="1168"/>
                    <a:pt x="6962" y="1176"/>
                    <a:pt x="6932" y="1194"/>
                  </a:cubicBezTo>
                  <a:lnTo>
                    <a:pt x="6217" y="1605"/>
                  </a:lnTo>
                  <a:cubicBezTo>
                    <a:pt x="5915" y="1349"/>
                    <a:pt x="5570" y="1148"/>
                    <a:pt x="5193" y="1014"/>
                  </a:cubicBezTo>
                  <a:lnTo>
                    <a:pt x="5193" y="191"/>
                  </a:lnTo>
                  <a:cubicBezTo>
                    <a:pt x="5193" y="85"/>
                    <a:pt x="5109" y="1"/>
                    <a:pt x="500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85"/>
            <p:cNvSpPr/>
            <p:nvPr/>
          </p:nvSpPr>
          <p:spPr>
            <a:xfrm>
              <a:off x="6288175" y="2633964"/>
              <a:ext cx="82637" cy="79514"/>
            </a:xfrm>
            <a:custGeom>
              <a:rect b="b" l="l" r="r" t="t"/>
              <a:pathLst>
                <a:path extrusionOk="0" h="3055" w="3175">
                  <a:moveTo>
                    <a:pt x="1648" y="0"/>
                  </a:moveTo>
                  <a:cubicBezTo>
                    <a:pt x="1251" y="0"/>
                    <a:pt x="859" y="156"/>
                    <a:pt x="567" y="450"/>
                  </a:cubicBezTo>
                  <a:cubicBezTo>
                    <a:pt x="131" y="887"/>
                    <a:pt x="1" y="1541"/>
                    <a:pt x="236" y="2111"/>
                  </a:cubicBezTo>
                  <a:cubicBezTo>
                    <a:pt x="472" y="2685"/>
                    <a:pt x="1028" y="3054"/>
                    <a:pt x="1647" y="3054"/>
                  </a:cubicBezTo>
                  <a:cubicBezTo>
                    <a:pt x="2488" y="3054"/>
                    <a:pt x="3171" y="2371"/>
                    <a:pt x="3174" y="1527"/>
                  </a:cubicBezTo>
                  <a:cubicBezTo>
                    <a:pt x="3174" y="911"/>
                    <a:pt x="2801" y="355"/>
                    <a:pt x="2231" y="116"/>
                  </a:cubicBezTo>
                  <a:cubicBezTo>
                    <a:pt x="2043" y="38"/>
                    <a:pt x="1845" y="0"/>
                    <a:pt x="1648"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85"/>
            <p:cNvSpPr/>
            <p:nvPr/>
          </p:nvSpPr>
          <p:spPr>
            <a:xfrm>
              <a:off x="6303011" y="2645676"/>
              <a:ext cx="56063" cy="56063"/>
            </a:xfrm>
            <a:custGeom>
              <a:rect b="b" l="l" r="r" t="t"/>
              <a:pathLst>
                <a:path extrusionOk="0" h="2154" w="2154">
                  <a:moveTo>
                    <a:pt x="1077" y="0"/>
                  </a:moveTo>
                  <a:cubicBezTo>
                    <a:pt x="483" y="0"/>
                    <a:pt x="1" y="482"/>
                    <a:pt x="1" y="1077"/>
                  </a:cubicBezTo>
                  <a:cubicBezTo>
                    <a:pt x="1" y="1672"/>
                    <a:pt x="483" y="2154"/>
                    <a:pt x="1077" y="2154"/>
                  </a:cubicBezTo>
                  <a:cubicBezTo>
                    <a:pt x="1672" y="2154"/>
                    <a:pt x="2154" y="1672"/>
                    <a:pt x="2154" y="1077"/>
                  </a:cubicBezTo>
                  <a:cubicBezTo>
                    <a:pt x="2154" y="482"/>
                    <a:pt x="1672" y="0"/>
                    <a:pt x="1077"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85"/>
            <p:cNvSpPr/>
            <p:nvPr/>
          </p:nvSpPr>
          <p:spPr>
            <a:xfrm>
              <a:off x="6065458" y="2434229"/>
              <a:ext cx="378154" cy="352230"/>
            </a:xfrm>
            <a:custGeom>
              <a:rect b="b" l="l" r="r" t="t"/>
              <a:pathLst>
                <a:path extrusionOk="0" h="13533" w="14529">
                  <a:moveTo>
                    <a:pt x="426" y="6918"/>
                  </a:moveTo>
                  <a:cubicBezTo>
                    <a:pt x="722" y="7213"/>
                    <a:pt x="1165" y="7477"/>
                    <a:pt x="1742" y="7695"/>
                  </a:cubicBezTo>
                  <a:cubicBezTo>
                    <a:pt x="2798" y="8100"/>
                    <a:pt x="4202" y="8321"/>
                    <a:pt x="5690" y="8321"/>
                  </a:cubicBezTo>
                  <a:cubicBezTo>
                    <a:pt x="5810" y="8321"/>
                    <a:pt x="5929" y="8321"/>
                    <a:pt x="6049" y="8318"/>
                  </a:cubicBezTo>
                  <a:cubicBezTo>
                    <a:pt x="6073" y="8343"/>
                    <a:pt x="6105" y="8367"/>
                    <a:pt x="6137" y="8385"/>
                  </a:cubicBezTo>
                  <a:lnTo>
                    <a:pt x="6724" y="8723"/>
                  </a:lnTo>
                  <a:cubicBezTo>
                    <a:pt x="6679" y="9043"/>
                    <a:pt x="6679" y="9366"/>
                    <a:pt x="6724" y="9687"/>
                  </a:cubicBezTo>
                  <a:lnTo>
                    <a:pt x="6137" y="10024"/>
                  </a:lnTo>
                  <a:cubicBezTo>
                    <a:pt x="5943" y="10133"/>
                    <a:pt x="5880" y="10380"/>
                    <a:pt x="5989" y="10570"/>
                  </a:cubicBezTo>
                  <a:lnTo>
                    <a:pt x="6309" y="11122"/>
                  </a:lnTo>
                  <a:cubicBezTo>
                    <a:pt x="6105" y="11129"/>
                    <a:pt x="5898" y="11136"/>
                    <a:pt x="5690" y="11136"/>
                  </a:cubicBezTo>
                  <a:cubicBezTo>
                    <a:pt x="4251" y="11136"/>
                    <a:pt x="2903" y="10922"/>
                    <a:pt x="1894" y="10538"/>
                  </a:cubicBezTo>
                  <a:cubicBezTo>
                    <a:pt x="961" y="10183"/>
                    <a:pt x="426" y="9718"/>
                    <a:pt x="426" y="9261"/>
                  </a:cubicBezTo>
                  <a:lnTo>
                    <a:pt x="426" y="6918"/>
                  </a:lnTo>
                  <a:close/>
                  <a:moveTo>
                    <a:pt x="5751" y="0"/>
                  </a:moveTo>
                  <a:cubicBezTo>
                    <a:pt x="5730" y="0"/>
                    <a:pt x="5708" y="0"/>
                    <a:pt x="5686" y="0"/>
                  </a:cubicBezTo>
                  <a:cubicBezTo>
                    <a:pt x="4198" y="0"/>
                    <a:pt x="2798" y="218"/>
                    <a:pt x="1739" y="623"/>
                  </a:cubicBezTo>
                  <a:cubicBezTo>
                    <a:pt x="616" y="1052"/>
                    <a:pt x="1" y="1647"/>
                    <a:pt x="1" y="2294"/>
                  </a:cubicBezTo>
                  <a:lnTo>
                    <a:pt x="1" y="9261"/>
                  </a:lnTo>
                  <a:cubicBezTo>
                    <a:pt x="1" y="9912"/>
                    <a:pt x="616" y="10506"/>
                    <a:pt x="1739" y="10932"/>
                  </a:cubicBezTo>
                  <a:cubicBezTo>
                    <a:pt x="2794" y="11333"/>
                    <a:pt x="4198" y="11558"/>
                    <a:pt x="5686" y="11558"/>
                  </a:cubicBezTo>
                  <a:cubicBezTo>
                    <a:pt x="5975" y="11558"/>
                    <a:pt x="6260" y="11548"/>
                    <a:pt x="6545" y="11530"/>
                  </a:cubicBezTo>
                  <a:lnTo>
                    <a:pt x="6911" y="12167"/>
                  </a:lnTo>
                  <a:cubicBezTo>
                    <a:pt x="6984" y="12294"/>
                    <a:pt x="7118" y="12366"/>
                    <a:pt x="7256" y="12366"/>
                  </a:cubicBezTo>
                  <a:cubicBezTo>
                    <a:pt x="7324" y="12366"/>
                    <a:pt x="7393" y="12349"/>
                    <a:pt x="7456" y="12311"/>
                  </a:cubicBezTo>
                  <a:lnTo>
                    <a:pt x="8044" y="11974"/>
                  </a:lnTo>
                  <a:cubicBezTo>
                    <a:pt x="8297" y="12171"/>
                    <a:pt x="8579" y="12332"/>
                    <a:pt x="8874" y="12456"/>
                  </a:cubicBezTo>
                  <a:lnTo>
                    <a:pt x="8874" y="13131"/>
                  </a:lnTo>
                  <a:cubicBezTo>
                    <a:pt x="8874" y="13353"/>
                    <a:pt x="9054" y="13532"/>
                    <a:pt x="9275" y="13532"/>
                  </a:cubicBezTo>
                  <a:lnTo>
                    <a:pt x="11122" y="13532"/>
                  </a:lnTo>
                  <a:cubicBezTo>
                    <a:pt x="11344" y="13532"/>
                    <a:pt x="11524" y="13353"/>
                    <a:pt x="11524" y="13131"/>
                  </a:cubicBezTo>
                  <a:lnTo>
                    <a:pt x="11524" y="12456"/>
                  </a:lnTo>
                  <a:cubicBezTo>
                    <a:pt x="11823" y="12332"/>
                    <a:pt x="12101" y="12171"/>
                    <a:pt x="12354" y="11974"/>
                  </a:cubicBezTo>
                  <a:lnTo>
                    <a:pt x="12942" y="12311"/>
                  </a:lnTo>
                  <a:cubicBezTo>
                    <a:pt x="13006" y="12349"/>
                    <a:pt x="13075" y="12366"/>
                    <a:pt x="13143" y="12366"/>
                  </a:cubicBezTo>
                  <a:cubicBezTo>
                    <a:pt x="13281" y="12366"/>
                    <a:pt x="13415" y="12294"/>
                    <a:pt x="13490" y="12167"/>
                  </a:cubicBezTo>
                  <a:lnTo>
                    <a:pt x="14412" y="10566"/>
                  </a:lnTo>
                  <a:cubicBezTo>
                    <a:pt x="14469" y="10475"/>
                    <a:pt x="14483" y="10369"/>
                    <a:pt x="14458" y="10264"/>
                  </a:cubicBezTo>
                  <a:cubicBezTo>
                    <a:pt x="14430" y="10162"/>
                    <a:pt x="14363" y="10074"/>
                    <a:pt x="14268" y="10021"/>
                  </a:cubicBezTo>
                  <a:lnTo>
                    <a:pt x="13684" y="9683"/>
                  </a:lnTo>
                  <a:cubicBezTo>
                    <a:pt x="13726" y="9363"/>
                    <a:pt x="13726" y="9039"/>
                    <a:pt x="13684" y="8723"/>
                  </a:cubicBezTo>
                  <a:lnTo>
                    <a:pt x="14268" y="8385"/>
                  </a:lnTo>
                  <a:cubicBezTo>
                    <a:pt x="14462" y="8272"/>
                    <a:pt x="14528" y="8029"/>
                    <a:pt x="14416" y="7836"/>
                  </a:cubicBezTo>
                  <a:lnTo>
                    <a:pt x="14131" y="7343"/>
                  </a:lnTo>
                  <a:cubicBezTo>
                    <a:pt x="14086" y="7266"/>
                    <a:pt x="14019" y="7234"/>
                    <a:pt x="13953" y="7234"/>
                  </a:cubicBezTo>
                  <a:cubicBezTo>
                    <a:pt x="13808" y="7234"/>
                    <a:pt x="13666" y="7386"/>
                    <a:pt x="13765" y="7554"/>
                  </a:cubicBezTo>
                  <a:lnTo>
                    <a:pt x="14036" y="8029"/>
                  </a:lnTo>
                  <a:lnTo>
                    <a:pt x="13346" y="8427"/>
                  </a:lnTo>
                  <a:cubicBezTo>
                    <a:pt x="13269" y="8473"/>
                    <a:pt x="13227" y="8561"/>
                    <a:pt x="13241" y="8649"/>
                  </a:cubicBezTo>
                  <a:cubicBezTo>
                    <a:pt x="13307" y="9015"/>
                    <a:pt x="13307" y="9388"/>
                    <a:pt x="13241" y="9753"/>
                  </a:cubicBezTo>
                  <a:cubicBezTo>
                    <a:pt x="13227" y="9841"/>
                    <a:pt x="13269" y="9929"/>
                    <a:pt x="13346" y="9975"/>
                  </a:cubicBezTo>
                  <a:lnTo>
                    <a:pt x="14036" y="10373"/>
                  </a:lnTo>
                  <a:lnTo>
                    <a:pt x="13139" y="11931"/>
                  </a:lnTo>
                  <a:lnTo>
                    <a:pt x="12445" y="11534"/>
                  </a:lnTo>
                  <a:cubicBezTo>
                    <a:pt x="12413" y="11514"/>
                    <a:pt x="12376" y="11505"/>
                    <a:pt x="12340" y="11505"/>
                  </a:cubicBezTo>
                  <a:cubicBezTo>
                    <a:pt x="12290" y="11505"/>
                    <a:pt x="12241" y="11522"/>
                    <a:pt x="12203" y="11555"/>
                  </a:cubicBezTo>
                  <a:cubicBezTo>
                    <a:pt x="11918" y="11794"/>
                    <a:pt x="11594" y="11984"/>
                    <a:pt x="11242" y="12107"/>
                  </a:cubicBezTo>
                  <a:cubicBezTo>
                    <a:pt x="11158" y="12139"/>
                    <a:pt x="11101" y="12220"/>
                    <a:pt x="11101" y="12308"/>
                  </a:cubicBezTo>
                  <a:lnTo>
                    <a:pt x="11101" y="13107"/>
                  </a:lnTo>
                  <a:lnTo>
                    <a:pt x="9303" y="13107"/>
                  </a:lnTo>
                  <a:lnTo>
                    <a:pt x="9303" y="12308"/>
                  </a:lnTo>
                  <a:cubicBezTo>
                    <a:pt x="9303" y="12220"/>
                    <a:pt x="9247" y="12139"/>
                    <a:pt x="9163" y="12107"/>
                  </a:cubicBezTo>
                  <a:cubicBezTo>
                    <a:pt x="8814" y="11984"/>
                    <a:pt x="8487" y="11794"/>
                    <a:pt x="8206" y="11555"/>
                  </a:cubicBezTo>
                  <a:cubicBezTo>
                    <a:pt x="8165" y="11522"/>
                    <a:pt x="8116" y="11505"/>
                    <a:pt x="8067" y="11505"/>
                  </a:cubicBezTo>
                  <a:cubicBezTo>
                    <a:pt x="8032" y="11505"/>
                    <a:pt x="7996" y="11514"/>
                    <a:pt x="7963" y="11534"/>
                  </a:cubicBezTo>
                  <a:lnTo>
                    <a:pt x="7270" y="11931"/>
                  </a:lnTo>
                  <a:lnTo>
                    <a:pt x="6369" y="10373"/>
                  </a:lnTo>
                  <a:lnTo>
                    <a:pt x="7062" y="9975"/>
                  </a:lnTo>
                  <a:cubicBezTo>
                    <a:pt x="7140" y="9929"/>
                    <a:pt x="7178" y="9841"/>
                    <a:pt x="7164" y="9753"/>
                  </a:cubicBezTo>
                  <a:cubicBezTo>
                    <a:pt x="7097" y="9388"/>
                    <a:pt x="7097" y="9015"/>
                    <a:pt x="7164" y="8649"/>
                  </a:cubicBezTo>
                  <a:cubicBezTo>
                    <a:pt x="7178" y="8561"/>
                    <a:pt x="7140" y="8473"/>
                    <a:pt x="7062" y="8427"/>
                  </a:cubicBezTo>
                  <a:lnTo>
                    <a:pt x="6369" y="8029"/>
                  </a:lnTo>
                  <a:lnTo>
                    <a:pt x="7270" y="6471"/>
                  </a:lnTo>
                  <a:lnTo>
                    <a:pt x="7963" y="6868"/>
                  </a:lnTo>
                  <a:cubicBezTo>
                    <a:pt x="7996" y="6888"/>
                    <a:pt x="8033" y="6898"/>
                    <a:pt x="8070" y="6898"/>
                  </a:cubicBezTo>
                  <a:cubicBezTo>
                    <a:pt x="8118" y="6898"/>
                    <a:pt x="8166" y="6881"/>
                    <a:pt x="8206" y="6847"/>
                  </a:cubicBezTo>
                  <a:cubicBezTo>
                    <a:pt x="8487" y="6608"/>
                    <a:pt x="8814" y="6418"/>
                    <a:pt x="9163" y="6295"/>
                  </a:cubicBezTo>
                  <a:cubicBezTo>
                    <a:pt x="9247" y="6263"/>
                    <a:pt x="9303" y="6182"/>
                    <a:pt x="9303" y="6094"/>
                  </a:cubicBezTo>
                  <a:lnTo>
                    <a:pt x="9303" y="5296"/>
                  </a:lnTo>
                  <a:lnTo>
                    <a:pt x="11105" y="5296"/>
                  </a:lnTo>
                  <a:lnTo>
                    <a:pt x="11105" y="6094"/>
                  </a:lnTo>
                  <a:cubicBezTo>
                    <a:pt x="11105" y="6182"/>
                    <a:pt x="11161" y="6263"/>
                    <a:pt x="11246" y="6295"/>
                  </a:cubicBezTo>
                  <a:cubicBezTo>
                    <a:pt x="11594" y="6418"/>
                    <a:pt x="11918" y="6608"/>
                    <a:pt x="12203" y="6847"/>
                  </a:cubicBezTo>
                  <a:cubicBezTo>
                    <a:pt x="12241" y="6881"/>
                    <a:pt x="12289" y="6898"/>
                    <a:pt x="12337" y="6898"/>
                  </a:cubicBezTo>
                  <a:cubicBezTo>
                    <a:pt x="12374" y="6898"/>
                    <a:pt x="12412" y="6888"/>
                    <a:pt x="12445" y="6868"/>
                  </a:cubicBezTo>
                  <a:lnTo>
                    <a:pt x="13139" y="6471"/>
                  </a:lnTo>
                  <a:lnTo>
                    <a:pt x="13318" y="6777"/>
                  </a:lnTo>
                  <a:cubicBezTo>
                    <a:pt x="13362" y="6854"/>
                    <a:pt x="13428" y="6886"/>
                    <a:pt x="13494" y="6886"/>
                  </a:cubicBezTo>
                  <a:cubicBezTo>
                    <a:pt x="13638" y="6886"/>
                    <a:pt x="13781" y="6732"/>
                    <a:pt x="13684" y="6566"/>
                  </a:cubicBezTo>
                  <a:lnTo>
                    <a:pt x="13494" y="6235"/>
                  </a:lnTo>
                  <a:cubicBezTo>
                    <a:pt x="13421" y="6108"/>
                    <a:pt x="13287" y="6036"/>
                    <a:pt x="13148" y="6036"/>
                  </a:cubicBezTo>
                  <a:cubicBezTo>
                    <a:pt x="13079" y="6036"/>
                    <a:pt x="13009" y="6053"/>
                    <a:pt x="12945" y="6091"/>
                  </a:cubicBezTo>
                  <a:lnTo>
                    <a:pt x="12361" y="6429"/>
                  </a:lnTo>
                  <a:cubicBezTo>
                    <a:pt x="12108" y="6231"/>
                    <a:pt x="11826" y="6070"/>
                    <a:pt x="11527" y="5946"/>
                  </a:cubicBezTo>
                  <a:lnTo>
                    <a:pt x="11527" y="5271"/>
                  </a:lnTo>
                  <a:cubicBezTo>
                    <a:pt x="11527" y="5148"/>
                    <a:pt x="11471" y="5035"/>
                    <a:pt x="11379" y="4958"/>
                  </a:cubicBezTo>
                  <a:lnTo>
                    <a:pt x="11379" y="2294"/>
                  </a:lnTo>
                  <a:cubicBezTo>
                    <a:pt x="11379" y="1478"/>
                    <a:pt x="10426" y="771"/>
                    <a:pt x="8769" y="352"/>
                  </a:cubicBezTo>
                  <a:cubicBezTo>
                    <a:pt x="8744" y="345"/>
                    <a:pt x="8720" y="341"/>
                    <a:pt x="8698" y="341"/>
                  </a:cubicBezTo>
                  <a:cubicBezTo>
                    <a:pt x="8471" y="341"/>
                    <a:pt x="8403" y="706"/>
                    <a:pt x="8663" y="760"/>
                  </a:cubicBezTo>
                  <a:cubicBezTo>
                    <a:pt x="10078" y="1119"/>
                    <a:pt x="10954" y="1707"/>
                    <a:pt x="10954" y="2294"/>
                  </a:cubicBezTo>
                  <a:cubicBezTo>
                    <a:pt x="10954" y="2752"/>
                    <a:pt x="10419" y="3220"/>
                    <a:pt x="9486" y="3572"/>
                  </a:cubicBezTo>
                  <a:cubicBezTo>
                    <a:pt x="8477" y="3955"/>
                    <a:pt x="7129" y="4170"/>
                    <a:pt x="5690" y="4170"/>
                  </a:cubicBezTo>
                  <a:cubicBezTo>
                    <a:pt x="5092" y="4170"/>
                    <a:pt x="4497" y="4131"/>
                    <a:pt x="3903" y="4054"/>
                  </a:cubicBezTo>
                  <a:cubicBezTo>
                    <a:pt x="3893" y="4053"/>
                    <a:pt x="3884" y="4052"/>
                    <a:pt x="3876" y="4052"/>
                  </a:cubicBezTo>
                  <a:cubicBezTo>
                    <a:pt x="3628" y="4052"/>
                    <a:pt x="3585" y="4428"/>
                    <a:pt x="3846" y="4472"/>
                  </a:cubicBezTo>
                  <a:cubicBezTo>
                    <a:pt x="4458" y="4553"/>
                    <a:pt x="5074" y="4592"/>
                    <a:pt x="5690" y="4592"/>
                  </a:cubicBezTo>
                  <a:cubicBezTo>
                    <a:pt x="7178" y="4592"/>
                    <a:pt x="8579" y="4374"/>
                    <a:pt x="9638" y="3966"/>
                  </a:cubicBezTo>
                  <a:cubicBezTo>
                    <a:pt x="10215" y="3747"/>
                    <a:pt x="10658" y="3484"/>
                    <a:pt x="10954" y="3188"/>
                  </a:cubicBezTo>
                  <a:lnTo>
                    <a:pt x="10954" y="4870"/>
                  </a:lnTo>
                  <a:lnTo>
                    <a:pt x="9282" y="4870"/>
                  </a:lnTo>
                  <a:cubicBezTo>
                    <a:pt x="9061" y="4870"/>
                    <a:pt x="8881" y="5049"/>
                    <a:pt x="8881" y="5271"/>
                  </a:cubicBezTo>
                  <a:lnTo>
                    <a:pt x="8881" y="5950"/>
                  </a:lnTo>
                  <a:cubicBezTo>
                    <a:pt x="8582" y="6070"/>
                    <a:pt x="8301" y="6231"/>
                    <a:pt x="8047" y="6429"/>
                  </a:cubicBezTo>
                  <a:lnTo>
                    <a:pt x="7460" y="6091"/>
                  </a:lnTo>
                  <a:cubicBezTo>
                    <a:pt x="7396" y="6055"/>
                    <a:pt x="7327" y="6038"/>
                    <a:pt x="7259" y="6038"/>
                  </a:cubicBezTo>
                  <a:cubicBezTo>
                    <a:pt x="7120" y="6038"/>
                    <a:pt x="6986" y="6109"/>
                    <a:pt x="6911" y="6239"/>
                  </a:cubicBezTo>
                  <a:lnTo>
                    <a:pt x="5989" y="7836"/>
                  </a:lnTo>
                  <a:cubicBezTo>
                    <a:pt x="5978" y="7853"/>
                    <a:pt x="5968" y="7875"/>
                    <a:pt x="5961" y="7892"/>
                  </a:cubicBezTo>
                  <a:cubicBezTo>
                    <a:pt x="5869" y="7892"/>
                    <a:pt x="5778" y="7896"/>
                    <a:pt x="5686" y="7896"/>
                  </a:cubicBezTo>
                  <a:cubicBezTo>
                    <a:pt x="4251" y="7896"/>
                    <a:pt x="2903" y="7685"/>
                    <a:pt x="1890" y="7298"/>
                  </a:cubicBezTo>
                  <a:cubicBezTo>
                    <a:pt x="958" y="6942"/>
                    <a:pt x="423" y="6478"/>
                    <a:pt x="423" y="6024"/>
                  </a:cubicBezTo>
                  <a:lnTo>
                    <a:pt x="423" y="3192"/>
                  </a:lnTo>
                  <a:cubicBezTo>
                    <a:pt x="908" y="3670"/>
                    <a:pt x="1784" y="4071"/>
                    <a:pt x="2960" y="4321"/>
                  </a:cubicBezTo>
                  <a:cubicBezTo>
                    <a:pt x="2978" y="4326"/>
                    <a:pt x="2997" y="4328"/>
                    <a:pt x="3015" y="4328"/>
                  </a:cubicBezTo>
                  <a:cubicBezTo>
                    <a:pt x="3113" y="4328"/>
                    <a:pt x="3199" y="4260"/>
                    <a:pt x="3220" y="4159"/>
                  </a:cubicBezTo>
                  <a:cubicBezTo>
                    <a:pt x="3248" y="4043"/>
                    <a:pt x="3167" y="3927"/>
                    <a:pt x="3048" y="3909"/>
                  </a:cubicBezTo>
                  <a:cubicBezTo>
                    <a:pt x="1454" y="3565"/>
                    <a:pt x="423" y="2931"/>
                    <a:pt x="423" y="2294"/>
                  </a:cubicBezTo>
                  <a:cubicBezTo>
                    <a:pt x="423" y="1840"/>
                    <a:pt x="958" y="1373"/>
                    <a:pt x="1890" y="1021"/>
                  </a:cubicBezTo>
                  <a:cubicBezTo>
                    <a:pt x="2903" y="634"/>
                    <a:pt x="4247" y="423"/>
                    <a:pt x="5686" y="423"/>
                  </a:cubicBezTo>
                  <a:cubicBezTo>
                    <a:pt x="6397" y="423"/>
                    <a:pt x="7108" y="475"/>
                    <a:pt x="7812" y="588"/>
                  </a:cubicBezTo>
                  <a:cubicBezTo>
                    <a:pt x="7826" y="591"/>
                    <a:pt x="7840" y="592"/>
                    <a:pt x="7854" y="592"/>
                  </a:cubicBezTo>
                  <a:cubicBezTo>
                    <a:pt x="7954" y="592"/>
                    <a:pt x="8043" y="517"/>
                    <a:pt x="8061" y="415"/>
                  </a:cubicBezTo>
                  <a:cubicBezTo>
                    <a:pt x="8079" y="296"/>
                    <a:pt x="7998" y="187"/>
                    <a:pt x="7878" y="169"/>
                  </a:cubicBezTo>
                  <a:cubicBezTo>
                    <a:pt x="7175" y="56"/>
                    <a:pt x="6465" y="0"/>
                    <a:pt x="5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85"/>
            <p:cNvSpPr/>
            <p:nvPr/>
          </p:nvSpPr>
          <p:spPr>
            <a:xfrm>
              <a:off x="6286171" y="2640184"/>
              <a:ext cx="78395" cy="67099"/>
            </a:xfrm>
            <a:custGeom>
              <a:rect b="b" l="l" r="r" t="t"/>
              <a:pathLst>
                <a:path extrusionOk="0" h="2578" w="3012">
                  <a:moveTo>
                    <a:pt x="1717" y="424"/>
                  </a:moveTo>
                  <a:cubicBezTo>
                    <a:pt x="2163" y="424"/>
                    <a:pt x="2590" y="770"/>
                    <a:pt x="2590" y="1292"/>
                  </a:cubicBezTo>
                  <a:cubicBezTo>
                    <a:pt x="2586" y="1767"/>
                    <a:pt x="2199" y="2154"/>
                    <a:pt x="1724" y="2154"/>
                  </a:cubicBezTo>
                  <a:lnTo>
                    <a:pt x="1724" y="2157"/>
                  </a:lnTo>
                  <a:cubicBezTo>
                    <a:pt x="954" y="2157"/>
                    <a:pt x="567" y="1225"/>
                    <a:pt x="1112" y="679"/>
                  </a:cubicBezTo>
                  <a:cubicBezTo>
                    <a:pt x="1288" y="503"/>
                    <a:pt x="1505" y="424"/>
                    <a:pt x="1717" y="424"/>
                  </a:cubicBezTo>
                  <a:close/>
                  <a:moveTo>
                    <a:pt x="1724" y="0"/>
                  </a:moveTo>
                  <a:cubicBezTo>
                    <a:pt x="574" y="0"/>
                    <a:pt x="0" y="1390"/>
                    <a:pt x="813" y="2199"/>
                  </a:cubicBezTo>
                  <a:cubicBezTo>
                    <a:pt x="1060" y="2447"/>
                    <a:pt x="1390" y="2578"/>
                    <a:pt x="1726" y="2578"/>
                  </a:cubicBezTo>
                  <a:cubicBezTo>
                    <a:pt x="1891" y="2578"/>
                    <a:pt x="2058" y="2546"/>
                    <a:pt x="2217" y="2481"/>
                  </a:cubicBezTo>
                  <a:cubicBezTo>
                    <a:pt x="2699" y="2280"/>
                    <a:pt x="3012" y="1812"/>
                    <a:pt x="3012" y="1288"/>
                  </a:cubicBezTo>
                  <a:cubicBezTo>
                    <a:pt x="3012" y="577"/>
                    <a:pt x="2435"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3" name="Google Shape;18163;p85"/>
          <p:cNvGrpSpPr/>
          <p:nvPr/>
        </p:nvGrpSpPr>
        <p:grpSpPr>
          <a:xfrm>
            <a:off x="2870687" y="3796508"/>
            <a:ext cx="375421" cy="353610"/>
            <a:chOff x="2870687" y="3796508"/>
            <a:chExt cx="375421" cy="353610"/>
          </a:xfrm>
        </p:grpSpPr>
        <p:sp>
          <p:nvSpPr>
            <p:cNvPr id="18164" name="Google Shape;18164;p85"/>
            <p:cNvSpPr/>
            <p:nvPr/>
          </p:nvSpPr>
          <p:spPr>
            <a:xfrm>
              <a:off x="2884169" y="3802104"/>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85"/>
            <p:cNvSpPr/>
            <p:nvPr/>
          </p:nvSpPr>
          <p:spPr>
            <a:xfrm>
              <a:off x="3033072" y="3802104"/>
              <a:ext cx="199657" cy="342522"/>
            </a:xfrm>
            <a:custGeom>
              <a:rect b="b" l="l" r="r" t="t"/>
              <a:pathLst>
                <a:path extrusionOk="0" h="13160" w="7671">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85"/>
            <p:cNvSpPr/>
            <p:nvPr/>
          </p:nvSpPr>
          <p:spPr>
            <a:xfrm>
              <a:off x="2943772" y="3876569"/>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85"/>
            <p:cNvSpPr/>
            <p:nvPr/>
          </p:nvSpPr>
          <p:spPr>
            <a:xfrm>
              <a:off x="2870687" y="3796508"/>
              <a:ext cx="375421" cy="353610"/>
            </a:xfrm>
            <a:custGeom>
              <a:rect b="b" l="l" r="r" t="t"/>
              <a:pathLst>
                <a:path extrusionOk="0" h="13586" w="14424">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8" name="Google Shape;18168;p85"/>
          <p:cNvGrpSpPr/>
          <p:nvPr/>
        </p:nvGrpSpPr>
        <p:grpSpPr>
          <a:xfrm>
            <a:off x="8020722" y="1543724"/>
            <a:ext cx="264309" cy="319826"/>
            <a:chOff x="8020722" y="1543724"/>
            <a:chExt cx="264309" cy="319826"/>
          </a:xfrm>
        </p:grpSpPr>
        <p:sp>
          <p:nvSpPr>
            <p:cNvPr id="18169" name="Google Shape;18169;p85"/>
            <p:cNvSpPr/>
            <p:nvPr/>
          </p:nvSpPr>
          <p:spPr>
            <a:xfrm>
              <a:off x="8056250" y="1617642"/>
              <a:ext cx="193254" cy="241145"/>
            </a:xfrm>
            <a:custGeom>
              <a:rect b="b" l="l" r="r" t="t"/>
              <a:pathLst>
                <a:path extrusionOk="0" h="9265" w="7425">
                  <a:moveTo>
                    <a:pt x="1" y="0"/>
                  </a:moveTo>
                  <a:lnTo>
                    <a:pt x="472" y="8649"/>
                  </a:lnTo>
                  <a:cubicBezTo>
                    <a:pt x="490" y="8993"/>
                    <a:pt x="775" y="9264"/>
                    <a:pt x="1120" y="9264"/>
                  </a:cubicBezTo>
                  <a:lnTo>
                    <a:pt x="6281" y="9264"/>
                  </a:lnTo>
                  <a:cubicBezTo>
                    <a:pt x="6626" y="9264"/>
                    <a:pt x="6908" y="8997"/>
                    <a:pt x="6929" y="8656"/>
                  </a:cubicBezTo>
                  <a:lnTo>
                    <a:pt x="74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85"/>
            <p:cNvSpPr/>
            <p:nvPr/>
          </p:nvSpPr>
          <p:spPr>
            <a:xfrm>
              <a:off x="8068613" y="1617642"/>
              <a:ext cx="180891" cy="241223"/>
            </a:xfrm>
            <a:custGeom>
              <a:rect b="b" l="l" r="r" t="t"/>
              <a:pathLst>
                <a:path extrusionOk="0" h="9268" w="6950">
                  <a:moveTo>
                    <a:pt x="4797" y="0"/>
                  </a:moveTo>
                  <a:lnTo>
                    <a:pt x="4578" y="8065"/>
                  </a:lnTo>
                  <a:cubicBezTo>
                    <a:pt x="4568" y="8413"/>
                    <a:pt x="4283" y="8691"/>
                    <a:pt x="3931" y="8691"/>
                  </a:cubicBezTo>
                  <a:lnTo>
                    <a:pt x="1" y="8691"/>
                  </a:lnTo>
                  <a:cubicBezTo>
                    <a:pt x="40" y="9018"/>
                    <a:pt x="318" y="9268"/>
                    <a:pt x="645" y="9268"/>
                  </a:cubicBezTo>
                  <a:lnTo>
                    <a:pt x="5806" y="9268"/>
                  </a:lnTo>
                  <a:cubicBezTo>
                    <a:pt x="6151" y="9268"/>
                    <a:pt x="6436" y="8997"/>
                    <a:pt x="6454" y="8656"/>
                  </a:cubicBezTo>
                  <a:lnTo>
                    <a:pt x="6950"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85"/>
            <p:cNvSpPr/>
            <p:nvPr/>
          </p:nvSpPr>
          <p:spPr>
            <a:xfrm>
              <a:off x="8056250" y="1574592"/>
              <a:ext cx="192890" cy="39952"/>
            </a:xfrm>
            <a:custGeom>
              <a:rect b="b" l="l" r="r" t="t"/>
              <a:pathLst>
                <a:path extrusionOk="0" h="1535" w="7411">
                  <a:moveTo>
                    <a:pt x="1514" y="1"/>
                  </a:moveTo>
                  <a:cubicBezTo>
                    <a:pt x="676" y="1"/>
                    <a:pt x="1" y="680"/>
                    <a:pt x="1" y="1513"/>
                  </a:cubicBezTo>
                  <a:lnTo>
                    <a:pt x="1" y="1535"/>
                  </a:lnTo>
                  <a:lnTo>
                    <a:pt x="7411" y="1535"/>
                  </a:lnTo>
                  <a:lnTo>
                    <a:pt x="7411" y="1513"/>
                  </a:lnTo>
                  <a:cubicBezTo>
                    <a:pt x="7411" y="680"/>
                    <a:pt x="6732" y="1"/>
                    <a:pt x="5898"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85"/>
            <p:cNvSpPr/>
            <p:nvPr/>
          </p:nvSpPr>
          <p:spPr>
            <a:xfrm>
              <a:off x="8168636" y="1574592"/>
              <a:ext cx="80503" cy="39952"/>
            </a:xfrm>
            <a:custGeom>
              <a:rect b="b" l="l" r="r" t="t"/>
              <a:pathLst>
                <a:path extrusionOk="0" h="1535" w="3093">
                  <a:moveTo>
                    <a:pt x="0" y="1"/>
                  </a:moveTo>
                  <a:cubicBezTo>
                    <a:pt x="834" y="1"/>
                    <a:pt x="1509" y="676"/>
                    <a:pt x="1509" y="1510"/>
                  </a:cubicBezTo>
                  <a:lnTo>
                    <a:pt x="1509" y="1535"/>
                  </a:lnTo>
                  <a:lnTo>
                    <a:pt x="3093" y="1535"/>
                  </a:lnTo>
                  <a:lnTo>
                    <a:pt x="3093" y="1510"/>
                  </a:lnTo>
                  <a:cubicBezTo>
                    <a:pt x="3093" y="676"/>
                    <a:pt x="2417" y="1"/>
                    <a:pt x="1583"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85"/>
            <p:cNvSpPr/>
            <p:nvPr/>
          </p:nvSpPr>
          <p:spPr>
            <a:xfrm>
              <a:off x="8025771" y="1598303"/>
              <a:ext cx="254315" cy="28604"/>
            </a:xfrm>
            <a:custGeom>
              <a:rect b="b" l="l" r="r" t="t"/>
              <a:pathLst>
                <a:path extrusionOk="0" h="1099" w="9771">
                  <a:moveTo>
                    <a:pt x="517" y="1"/>
                  </a:moveTo>
                  <a:cubicBezTo>
                    <a:pt x="225" y="18"/>
                    <a:pt x="0" y="258"/>
                    <a:pt x="0" y="550"/>
                  </a:cubicBezTo>
                  <a:cubicBezTo>
                    <a:pt x="0" y="842"/>
                    <a:pt x="225" y="1085"/>
                    <a:pt x="517" y="1099"/>
                  </a:cubicBezTo>
                  <a:lnTo>
                    <a:pt x="9250" y="1099"/>
                  </a:lnTo>
                  <a:cubicBezTo>
                    <a:pt x="9542" y="1085"/>
                    <a:pt x="9771" y="842"/>
                    <a:pt x="9771" y="550"/>
                  </a:cubicBezTo>
                  <a:cubicBezTo>
                    <a:pt x="9771" y="258"/>
                    <a:pt x="9542" y="18"/>
                    <a:pt x="92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85"/>
            <p:cNvSpPr/>
            <p:nvPr/>
          </p:nvSpPr>
          <p:spPr>
            <a:xfrm>
              <a:off x="8024860" y="1598303"/>
              <a:ext cx="255226" cy="28786"/>
            </a:xfrm>
            <a:custGeom>
              <a:rect b="b" l="l" r="r" t="t"/>
              <a:pathLst>
                <a:path extrusionOk="0" h="1106" w="9806">
                  <a:moveTo>
                    <a:pt x="8142" y="1"/>
                  </a:moveTo>
                  <a:cubicBezTo>
                    <a:pt x="8142" y="303"/>
                    <a:pt x="7895" y="550"/>
                    <a:pt x="7589" y="550"/>
                  </a:cubicBezTo>
                  <a:lnTo>
                    <a:pt x="4" y="550"/>
                  </a:lnTo>
                  <a:cubicBezTo>
                    <a:pt x="0" y="856"/>
                    <a:pt x="250" y="1106"/>
                    <a:pt x="552" y="1106"/>
                  </a:cubicBezTo>
                  <a:lnTo>
                    <a:pt x="9285" y="1106"/>
                  </a:lnTo>
                  <a:cubicBezTo>
                    <a:pt x="9577" y="1088"/>
                    <a:pt x="9806" y="845"/>
                    <a:pt x="9806" y="553"/>
                  </a:cubicBezTo>
                  <a:cubicBezTo>
                    <a:pt x="9806" y="261"/>
                    <a:pt x="9577" y="22"/>
                    <a:pt x="9285" y="4"/>
                  </a:cubicBezTo>
                  <a:lnTo>
                    <a:pt x="9285"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85"/>
            <p:cNvSpPr/>
            <p:nvPr/>
          </p:nvSpPr>
          <p:spPr>
            <a:xfrm>
              <a:off x="8143988" y="1655902"/>
              <a:ext cx="17803" cy="154265"/>
            </a:xfrm>
            <a:custGeom>
              <a:rect b="b" l="l" r="r" t="t"/>
              <a:pathLst>
                <a:path extrusionOk="0" h="5927" w="684">
                  <a:moveTo>
                    <a:pt x="342" y="1"/>
                  </a:moveTo>
                  <a:cubicBezTo>
                    <a:pt x="155" y="1"/>
                    <a:pt x="1" y="156"/>
                    <a:pt x="4" y="342"/>
                  </a:cubicBezTo>
                  <a:lnTo>
                    <a:pt x="4" y="5588"/>
                  </a:lnTo>
                  <a:cubicBezTo>
                    <a:pt x="4" y="5775"/>
                    <a:pt x="155" y="5926"/>
                    <a:pt x="342" y="5926"/>
                  </a:cubicBezTo>
                  <a:cubicBezTo>
                    <a:pt x="528" y="5926"/>
                    <a:pt x="683" y="5775"/>
                    <a:pt x="683" y="5588"/>
                  </a:cubicBezTo>
                  <a:lnTo>
                    <a:pt x="683" y="342"/>
                  </a:lnTo>
                  <a:cubicBezTo>
                    <a:pt x="683" y="152"/>
                    <a:pt x="528" y="1"/>
                    <a:pt x="342"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85"/>
            <p:cNvSpPr/>
            <p:nvPr/>
          </p:nvSpPr>
          <p:spPr>
            <a:xfrm>
              <a:off x="8194351" y="1655902"/>
              <a:ext cx="21655" cy="154083"/>
            </a:xfrm>
            <a:custGeom>
              <a:rect b="b" l="l" r="r" t="t"/>
              <a:pathLst>
                <a:path extrusionOk="0" h="5920" w="832">
                  <a:moveTo>
                    <a:pt x="490" y="1"/>
                  </a:moveTo>
                  <a:cubicBezTo>
                    <a:pt x="303" y="1"/>
                    <a:pt x="156" y="149"/>
                    <a:pt x="149" y="332"/>
                  </a:cubicBezTo>
                  <a:lnTo>
                    <a:pt x="1" y="5578"/>
                  </a:lnTo>
                  <a:cubicBezTo>
                    <a:pt x="1" y="5764"/>
                    <a:pt x="145" y="5915"/>
                    <a:pt x="331" y="5919"/>
                  </a:cubicBezTo>
                  <a:cubicBezTo>
                    <a:pt x="336" y="5919"/>
                    <a:pt x="340" y="5919"/>
                    <a:pt x="344" y="5919"/>
                  </a:cubicBezTo>
                  <a:cubicBezTo>
                    <a:pt x="522" y="5919"/>
                    <a:pt x="669" y="5777"/>
                    <a:pt x="680" y="5599"/>
                  </a:cubicBezTo>
                  <a:lnTo>
                    <a:pt x="828" y="349"/>
                  </a:lnTo>
                  <a:cubicBezTo>
                    <a:pt x="831" y="159"/>
                    <a:pt x="680" y="1"/>
                    <a:pt x="4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85"/>
            <p:cNvSpPr/>
            <p:nvPr/>
          </p:nvSpPr>
          <p:spPr>
            <a:xfrm>
              <a:off x="8089773" y="1655902"/>
              <a:ext cx="21629" cy="154083"/>
            </a:xfrm>
            <a:custGeom>
              <a:rect b="b" l="l" r="r" t="t"/>
              <a:pathLst>
                <a:path extrusionOk="0" h="5920" w="831">
                  <a:moveTo>
                    <a:pt x="345" y="1"/>
                  </a:moveTo>
                  <a:cubicBezTo>
                    <a:pt x="152" y="1"/>
                    <a:pt x="1" y="159"/>
                    <a:pt x="4" y="349"/>
                  </a:cubicBezTo>
                  <a:lnTo>
                    <a:pt x="152" y="5599"/>
                  </a:lnTo>
                  <a:cubicBezTo>
                    <a:pt x="162" y="5777"/>
                    <a:pt x="310" y="5919"/>
                    <a:pt x="487" y="5919"/>
                  </a:cubicBezTo>
                  <a:cubicBezTo>
                    <a:pt x="492" y="5919"/>
                    <a:pt x="496" y="5919"/>
                    <a:pt x="500" y="5919"/>
                  </a:cubicBezTo>
                  <a:cubicBezTo>
                    <a:pt x="687" y="5915"/>
                    <a:pt x="831" y="5764"/>
                    <a:pt x="831" y="5578"/>
                  </a:cubicBezTo>
                  <a:lnTo>
                    <a:pt x="683" y="332"/>
                  </a:lnTo>
                  <a:cubicBezTo>
                    <a:pt x="680" y="149"/>
                    <a:pt x="528" y="1"/>
                    <a:pt x="34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85"/>
            <p:cNvSpPr/>
            <p:nvPr/>
          </p:nvSpPr>
          <p:spPr>
            <a:xfrm>
              <a:off x="8144821" y="1655902"/>
              <a:ext cx="16970" cy="154265"/>
            </a:xfrm>
            <a:custGeom>
              <a:rect b="b" l="l" r="r" t="t"/>
              <a:pathLst>
                <a:path extrusionOk="0" h="5927" w="652">
                  <a:moveTo>
                    <a:pt x="299" y="1"/>
                  </a:moveTo>
                  <a:cubicBezTo>
                    <a:pt x="317" y="43"/>
                    <a:pt x="324" y="89"/>
                    <a:pt x="324" y="135"/>
                  </a:cubicBezTo>
                  <a:lnTo>
                    <a:pt x="324" y="5384"/>
                  </a:lnTo>
                  <a:cubicBezTo>
                    <a:pt x="324" y="5567"/>
                    <a:pt x="180" y="5715"/>
                    <a:pt x="0" y="5722"/>
                  </a:cubicBezTo>
                  <a:cubicBezTo>
                    <a:pt x="53" y="5845"/>
                    <a:pt x="176" y="5926"/>
                    <a:pt x="310" y="5926"/>
                  </a:cubicBezTo>
                  <a:cubicBezTo>
                    <a:pt x="496" y="5926"/>
                    <a:pt x="648" y="5775"/>
                    <a:pt x="648" y="5588"/>
                  </a:cubicBezTo>
                  <a:lnTo>
                    <a:pt x="648" y="342"/>
                  </a:lnTo>
                  <a:cubicBezTo>
                    <a:pt x="651" y="156"/>
                    <a:pt x="496" y="1"/>
                    <a:pt x="310"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85"/>
            <p:cNvSpPr/>
            <p:nvPr/>
          </p:nvSpPr>
          <p:spPr>
            <a:xfrm>
              <a:off x="8195080" y="1655902"/>
              <a:ext cx="20926" cy="154265"/>
            </a:xfrm>
            <a:custGeom>
              <a:rect b="b" l="l" r="r" t="t"/>
              <a:pathLst>
                <a:path extrusionOk="0" h="5927" w="804">
                  <a:moveTo>
                    <a:pt x="448" y="1"/>
                  </a:moveTo>
                  <a:cubicBezTo>
                    <a:pt x="469" y="47"/>
                    <a:pt x="476" y="96"/>
                    <a:pt x="476" y="145"/>
                  </a:cubicBezTo>
                  <a:lnTo>
                    <a:pt x="328" y="5395"/>
                  </a:lnTo>
                  <a:cubicBezTo>
                    <a:pt x="321" y="5571"/>
                    <a:pt x="180" y="5715"/>
                    <a:pt x="1" y="5722"/>
                  </a:cubicBezTo>
                  <a:cubicBezTo>
                    <a:pt x="62" y="5862"/>
                    <a:pt x="186" y="5926"/>
                    <a:pt x="309" y="5926"/>
                  </a:cubicBezTo>
                  <a:cubicBezTo>
                    <a:pt x="477" y="5926"/>
                    <a:pt x="644" y="5808"/>
                    <a:pt x="652" y="5599"/>
                  </a:cubicBezTo>
                  <a:lnTo>
                    <a:pt x="800" y="349"/>
                  </a:lnTo>
                  <a:cubicBezTo>
                    <a:pt x="803" y="159"/>
                    <a:pt x="652" y="1"/>
                    <a:pt x="462"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85"/>
            <p:cNvSpPr/>
            <p:nvPr/>
          </p:nvSpPr>
          <p:spPr>
            <a:xfrm>
              <a:off x="8094458" y="1655902"/>
              <a:ext cx="17126" cy="154265"/>
            </a:xfrm>
            <a:custGeom>
              <a:rect b="b" l="l" r="r" t="t"/>
              <a:pathLst>
                <a:path extrusionOk="0" h="5927" w="658">
                  <a:moveTo>
                    <a:pt x="151" y="1"/>
                  </a:moveTo>
                  <a:cubicBezTo>
                    <a:pt x="169" y="40"/>
                    <a:pt x="180" y="82"/>
                    <a:pt x="180" y="128"/>
                  </a:cubicBezTo>
                  <a:lnTo>
                    <a:pt x="327" y="5374"/>
                  </a:lnTo>
                  <a:cubicBezTo>
                    <a:pt x="331" y="5560"/>
                    <a:pt x="187" y="5715"/>
                    <a:pt x="0" y="5722"/>
                  </a:cubicBezTo>
                  <a:cubicBezTo>
                    <a:pt x="61" y="5863"/>
                    <a:pt x="184" y="5926"/>
                    <a:pt x="307" y="5926"/>
                  </a:cubicBezTo>
                  <a:cubicBezTo>
                    <a:pt x="482" y="5926"/>
                    <a:pt x="657" y="5797"/>
                    <a:pt x="651" y="5578"/>
                  </a:cubicBezTo>
                  <a:lnTo>
                    <a:pt x="503" y="332"/>
                  </a:lnTo>
                  <a:cubicBezTo>
                    <a:pt x="500" y="149"/>
                    <a:pt x="348" y="1"/>
                    <a:pt x="165"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85"/>
            <p:cNvSpPr/>
            <p:nvPr/>
          </p:nvSpPr>
          <p:spPr>
            <a:xfrm>
              <a:off x="8020722" y="1543724"/>
              <a:ext cx="264309" cy="319826"/>
            </a:xfrm>
            <a:custGeom>
              <a:rect b="b" l="l" r="r" t="t"/>
              <a:pathLst>
                <a:path extrusionOk="0" h="12288" w="10155">
                  <a:moveTo>
                    <a:pt x="5141" y="363"/>
                  </a:moveTo>
                  <a:cubicBezTo>
                    <a:pt x="5525" y="363"/>
                    <a:pt x="5855" y="631"/>
                    <a:pt x="5933" y="1007"/>
                  </a:cubicBezTo>
                  <a:lnTo>
                    <a:pt x="4223" y="1007"/>
                  </a:lnTo>
                  <a:cubicBezTo>
                    <a:pt x="4300" y="631"/>
                    <a:pt x="4631" y="363"/>
                    <a:pt x="5015" y="363"/>
                  </a:cubicBezTo>
                  <a:close/>
                  <a:moveTo>
                    <a:pt x="7266" y="1366"/>
                  </a:moveTo>
                  <a:cubicBezTo>
                    <a:pt x="7692" y="1366"/>
                    <a:pt x="8093" y="1570"/>
                    <a:pt x="8343" y="1918"/>
                  </a:cubicBezTo>
                  <a:lnTo>
                    <a:pt x="1799" y="1918"/>
                  </a:lnTo>
                  <a:cubicBezTo>
                    <a:pt x="2048" y="1570"/>
                    <a:pt x="2450" y="1366"/>
                    <a:pt x="2875" y="1366"/>
                  </a:cubicBezTo>
                  <a:close/>
                  <a:moveTo>
                    <a:pt x="5015" y="1"/>
                  </a:moveTo>
                  <a:cubicBezTo>
                    <a:pt x="4430" y="4"/>
                    <a:pt x="3938" y="430"/>
                    <a:pt x="3857" y="1007"/>
                  </a:cubicBezTo>
                  <a:lnTo>
                    <a:pt x="2875" y="1007"/>
                  </a:lnTo>
                  <a:cubicBezTo>
                    <a:pt x="2245" y="1007"/>
                    <a:pt x="1665" y="1359"/>
                    <a:pt x="1376" y="1918"/>
                  </a:cubicBezTo>
                  <a:lnTo>
                    <a:pt x="711" y="1918"/>
                  </a:lnTo>
                  <a:cubicBezTo>
                    <a:pt x="317" y="1929"/>
                    <a:pt x="1" y="2253"/>
                    <a:pt x="1" y="2647"/>
                  </a:cubicBezTo>
                  <a:cubicBezTo>
                    <a:pt x="1" y="3044"/>
                    <a:pt x="317" y="3368"/>
                    <a:pt x="711" y="3379"/>
                  </a:cubicBezTo>
                  <a:lnTo>
                    <a:pt x="1215" y="3379"/>
                  </a:lnTo>
                  <a:lnTo>
                    <a:pt x="1658" y="11503"/>
                  </a:lnTo>
                  <a:cubicBezTo>
                    <a:pt x="1683" y="11942"/>
                    <a:pt x="2045" y="12284"/>
                    <a:pt x="2485" y="12287"/>
                  </a:cubicBezTo>
                  <a:lnTo>
                    <a:pt x="5465" y="12287"/>
                  </a:lnTo>
                  <a:cubicBezTo>
                    <a:pt x="5704" y="12287"/>
                    <a:pt x="5704" y="11925"/>
                    <a:pt x="5465" y="11925"/>
                  </a:cubicBezTo>
                  <a:lnTo>
                    <a:pt x="2485" y="11925"/>
                  </a:lnTo>
                  <a:cubicBezTo>
                    <a:pt x="2235" y="11925"/>
                    <a:pt x="2031" y="11731"/>
                    <a:pt x="2017" y="11482"/>
                  </a:cubicBezTo>
                  <a:lnTo>
                    <a:pt x="1577" y="3379"/>
                  </a:lnTo>
                  <a:lnTo>
                    <a:pt x="2541" y="3379"/>
                  </a:lnTo>
                  <a:cubicBezTo>
                    <a:pt x="2780" y="3379"/>
                    <a:pt x="2780" y="3016"/>
                    <a:pt x="2541" y="3016"/>
                  </a:cubicBezTo>
                  <a:lnTo>
                    <a:pt x="715" y="3016"/>
                  </a:lnTo>
                  <a:cubicBezTo>
                    <a:pt x="507" y="3016"/>
                    <a:pt x="342" y="2851"/>
                    <a:pt x="342" y="2647"/>
                  </a:cubicBezTo>
                  <a:cubicBezTo>
                    <a:pt x="342" y="2443"/>
                    <a:pt x="507" y="2274"/>
                    <a:pt x="715" y="2274"/>
                  </a:cubicBezTo>
                  <a:lnTo>
                    <a:pt x="9444" y="2274"/>
                  </a:lnTo>
                  <a:cubicBezTo>
                    <a:pt x="9652" y="2274"/>
                    <a:pt x="9817" y="2443"/>
                    <a:pt x="9817" y="2647"/>
                  </a:cubicBezTo>
                  <a:cubicBezTo>
                    <a:pt x="9817" y="2851"/>
                    <a:pt x="9652" y="3016"/>
                    <a:pt x="9444" y="3016"/>
                  </a:cubicBezTo>
                  <a:lnTo>
                    <a:pt x="3378" y="3016"/>
                  </a:lnTo>
                  <a:cubicBezTo>
                    <a:pt x="3139" y="3016"/>
                    <a:pt x="3139" y="3379"/>
                    <a:pt x="3378" y="3379"/>
                  </a:cubicBezTo>
                  <a:lnTo>
                    <a:pt x="8582" y="3379"/>
                  </a:lnTo>
                  <a:lnTo>
                    <a:pt x="8118" y="11482"/>
                  </a:lnTo>
                  <a:cubicBezTo>
                    <a:pt x="8104" y="11731"/>
                    <a:pt x="7896" y="11925"/>
                    <a:pt x="7646" y="11925"/>
                  </a:cubicBezTo>
                  <a:lnTo>
                    <a:pt x="6306" y="11925"/>
                  </a:lnTo>
                  <a:cubicBezTo>
                    <a:pt x="6067" y="11925"/>
                    <a:pt x="6067" y="12287"/>
                    <a:pt x="6306" y="12287"/>
                  </a:cubicBezTo>
                  <a:lnTo>
                    <a:pt x="7646" y="12287"/>
                  </a:lnTo>
                  <a:cubicBezTo>
                    <a:pt x="8086" y="12284"/>
                    <a:pt x="8449" y="11942"/>
                    <a:pt x="8473" y="11503"/>
                  </a:cubicBezTo>
                  <a:lnTo>
                    <a:pt x="8941" y="3379"/>
                  </a:lnTo>
                  <a:lnTo>
                    <a:pt x="9444" y="3379"/>
                  </a:lnTo>
                  <a:cubicBezTo>
                    <a:pt x="9842" y="3368"/>
                    <a:pt x="10155" y="3044"/>
                    <a:pt x="10155" y="2647"/>
                  </a:cubicBezTo>
                  <a:cubicBezTo>
                    <a:pt x="10155" y="2249"/>
                    <a:pt x="9842" y="1925"/>
                    <a:pt x="9444" y="1915"/>
                  </a:cubicBezTo>
                  <a:lnTo>
                    <a:pt x="9444" y="1918"/>
                  </a:lnTo>
                  <a:lnTo>
                    <a:pt x="8765" y="1918"/>
                  </a:lnTo>
                  <a:cubicBezTo>
                    <a:pt x="8473" y="1359"/>
                    <a:pt x="7896" y="1007"/>
                    <a:pt x="7266" y="1007"/>
                  </a:cubicBezTo>
                  <a:lnTo>
                    <a:pt x="6299" y="1007"/>
                  </a:lnTo>
                  <a:cubicBezTo>
                    <a:pt x="6218" y="430"/>
                    <a:pt x="5725" y="4"/>
                    <a:pt x="51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85"/>
            <p:cNvSpPr/>
            <p:nvPr/>
          </p:nvSpPr>
          <p:spPr>
            <a:xfrm>
              <a:off x="8139329" y="1651243"/>
              <a:ext cx="27121" cy="163583"/>
            </a:xfrm>
            <a:custGeom>
              <a:rect b="b" l="l" r="r" t="t"/>
              <a:pathLst>
                <a:path extrusionOk="0" h="6285" w="1042">
                  <a:moveTo>
                    <a:pt x="527" y="363"/>
                  </a:moveTo>
                  <a:cubicBezTo>
                    <a:pt x="612" y="363"/>
                    <a:pt x="683" y="435"/>
                    <a:pt x="683" y="521"/>
                  </a:cubicBezTo>
                  <a:lnTo>
                    <a:pt x="679" y="518"/>
                  </a:lnTo>
                  <a:lnTo>
                    <a:pt x="679" y="5767"/>
                  </a:lnTo>
                  <a:cubicBezTo>
                    <a:pt x="679" y="5873"/>
                    <a:pt x="600" y="5926"/>
                    <a:pt x="521" y="5926"/>
                  </a:cubicBezTo>
                  <a:cubicBezTo>
                    <a:pt x="442" y="5926"/>
                    <a:pt x="363" y="5873"/>
                    <a:pt x="363" y="5767"/>
                  </a:cubicBezTo>
                  <a:lnTo>
                    <a:pt x="363" y="521"/>
                  </a:lnTo>
                  <a:cubicBezTo>
                    <a:pt x="363" y="433"/>
                    <a:pt x="433" y="363"/>
                    <a:pt x="521" y="363"/>
                  </a:cubicBezTo>
                  <a:cubicBezTo>
                    <a:pt x="523" y="363"/>
                    <a:pt x="525" y="363"/>
                    <a:pt x="527" y="363"/>
                  </a:cubicBezTo>
                  <a:close/>
                  <a:moveTo>
                    <a:pt x="521" y="0"/>
                  </a:moveTo>
                  <a:cubicBezTo>
                    <a:pt x="232" y="0"/>
                    <a:pt x="0" y="233"/>
                    <a:pt x="4" y="521"/>
                  </a:cubicBezTo>
                  <a:lnTo>
                    <a:pt x="4" y="5767"/>
                  </a:lnTo>
                  <a:cubicBezTo>
                    <a:pt x="4" y="6052"/>
                    <a:pt x="236" y="6284"/>
                    <a:pt x="521" y="6284"/>
                  </a:cubicBezTo>
                  <a:cubicBezTo>
                    <a:pt x="806" y="6284"/>
                    <a:pt x="1042" y="6052"/>
                    <a:pt x="1042" y="5767"/>
                  </a:cubicBezTo>
                  <a:lnTo>
                    <a:pt x="1042" y="521"/>
                  </a:lnTo>
                  <a:cubicBezTo>
                    <a:pt x="1038" y="236"/>
                    <a:pt x="806" y="4"/>
                    <a:pt x="521" y="4"/>
                  </a:cubicBezTo>
                  <a:lnTo>
                    <a:pt x="5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85"/>
            <p:cNvSpPr/>
            <p:nvPr/>
          </p:nvSpPr>
          <p:spPr>
            <a:xfrm>
              <a:off x="8189510" y="1651321"/>
              <a:ext cx="31259" cy="163427"/>
            </a:xfrm>
            <a:custGeom>
              <a:rect b="b" l="l" r="r" t="t"/>
              <a:pathLst>
                <a:path extrusionOk="0" h="6279" w="1201">
                  <a:moveTo>
                    <a:pt x="671" y="1"/>
                  </a:moveTo>
                  <a:cubicBezTo>
                    <a:pt x="394" y="1"/>
                    <a:pt x="165" y="222"/>
                    <a:pt x="159" y="501"/>
                  </a:cubicBezTo>
                  <a:lnTo>
                    <a:pt x="7" y="5747"/>
                  </a:lnTo>
                  <a:cubicBezTo>
                    <a:pt x="0" y="6032"/>
                    <a:pt x="225" y="6271"/>
                    <a:pt x="510" y="6278"/>
                  </a:cubicBezTo>
                  <a:cubicBezTo>
                    <a:pt x="515" y="6278"/>
                    <a:pt x="519" y="6278"/>
                    <a:pt x="524" y="6278"/>
                  </a:cubicBezTo>
                  <a:cubicBezTo>
                    <a:pt x="803" y="6278"/>
                    <a:pt x="1035" y="6059"/>
                    <a:pt x="1045" y="5778"/>
                  </a:cubicBezTo>
                  <a:lnTo>
                    <a:pt x="1070" y="4941"/>
                  </a:lnTo>
                  <a:cubicBezTo>
                    <a:pt x="1073" y="4819"/>
                    <a:pt x="982" y="4756"/>
                    <a:pt x="890" y="4756"/>
                  </a:cubicBezTo>
                  <a:cubicBezTo>
                    <a:pt x="802" y="4756"/>
                    <a:pt x="714" y="4813"/>
                    <a:pt x="711" y="4930"/>
                  </a:cubicBezTo>
                  <a:lnTo>
                    <a:pt x="686" y="5768"/>
                  </a:lnTo>
                  <a:cubicBezTo>
                    <a:pt x="680" y="5867"/>
                    <a:pt x="604" y="5916"/>
                    <a:pt x="528" y="5916"/>
                  </a:cubicBezTo>
                  <a:cubicBezTo>
                    <a:pt x="448" y="5916"/>
                    <a:pt x="368" y="5862"/>
                    <a:pt x="366" y="5757"/>
                  </a:cubicBezTo>
                  <a:lnTo>
                    <a:pt x="517" y="511"/>
                  </a:lnTo>
                  <a:cubicBezTo>
                    <a:pt x="519" y="407"/>
                    <a:pt x="596" y="355"/>
                    <a:pt x="674" y="355"/>
                  </a:cubicBezTo>
                  <a:cubicBezTo>
                    <a:pt x="755" y="355"/>
                    <a:pt x="838" y="412"/>
                    <a:pt x="834" y="522"/>
                  </a:cubicBezTo>
                  <a:lnTo>
                    <a:pt x="732" y="4104"/>
                  </a:lnTo>
                  <a:cubicBezTo>
                    <a:pt x="729" y="4206"/>
                    <a:pt x="806" y="4286"/>
                    <a:pt x="908" y="4290"/>
                  </a:cubicBezTo>
                  <a:cubicBezTo>
                    <a:pt x="910" y="4290"/>
                    <a:pt x="912" y="4290"/>
                    <a:pt x="914" y="4290"/>
                  </a:cubicBezTo>
                  <a:cubicBezTo>
                    <a:pt x="1010" y="4290"/>
                    <a:pt x="1091" y="4211"/>
                    <a:pt x="1091" y="4114"/>
                  </a:cubicBezTo>
                  <a:lnTo>
                    <a:pt x="1193" y="529"/>
                  </a:lnTo>
                  <a:cubicBezTo>
                    <a:pt x="1200" y="244"/>
                    <a:pt x="975" y="8"/>
                    <a:pt x="690" y="1"/>
                  </a:cubicBezTo>
                  <a:cubicBezTo>
                    <a:pt x="683" y="1"/>
                    <a:pt x="677" y="1"/>
                    <a:pt x="6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85"/>
            <p:cNvSpPr/>
            <p:nvPr/>
          </p:nvSpPr>
          <p:spPr>
            <a:xfrm>
              <a:off x="8085010" y="1651243"/>
              <a:ext cx="31259" cy="163505"/>
            </a:xfrm>
            <a:custGeom>
              <a:rect b="b" l="l" r="r" t="t"/>
              <a:pathLst>
                <a:path extrusionOk="0" h="6282" w="1201">
                  <a:moveTo>
                    <a:pt x="529" y="353"/>
                  </a:moveTo>
                  <a:cubicBezTo>
                    <a:pt x="609" y="353"/>
                    <a:pt x="688" y="406"/>
                    <a:pt x="687" y="514"/>
                  </a:cubicBezTo>
                  <a:lnTo>
                    <a:pt x="835" y="5764"/>
                  </a:lnTo>
                  <a:cubicBezTo>
                    <a:pt x="838" y="5806"/>
                    <a:pt x="820" y="5848"/>
                    <a:pt x="789" y="5880"/>
                  </a:cubicBezTo>
                  <a:lnTo>
                    <a:pt x="792" y="5876"/>
                  </a:lnTo>
                  <a:lnTo>
                    <a:pt x="792" y="5876"/>
                  </a:lnTo>
                  <a:cubicBezTo>
                    <a:pt x="759" y="5910"/>
                    <a:pt x="718" y="5926"/>
                    <a:pt x="678" y="5926"/>
                  </a:cubicBezTo>
                  <a:cubicBezTo>
                    <a:pt x="598" y="5926"/>
                    <a:pt x="520" y="5865"/>
                    <a:pt x="518" y="5771"/>
                  </a:cubicBezTo>
                  <a:lnTo>
                    <a:pt x="367" y="525"/>
                  </a:lnTo>
                  <a:cubicBezTo>
                    <a:pt x="359" y="411"/>
                    <a:pt x="444" y="353"/>
                    <a:pt x="529" y="353"/>
                  </a:cubicBezTo>
                  <a:close/>
                  <a:moveTo>
                    <a:pt x="528" y="0"/>
                  </a:moveTo>
                  <a:cubicBezTo>
                    <a:pt x="233" y="0"/>
                    <a:pt x="1" y="243"/>
                    <a:pt x="8" y="535"/>
                  </a:cubicBezTo>
                  <a:lnTo>
                    <a:pt x="155" y="5781"/>
                  </a:lnTo>
                  <a:cubicBezTo>
                    <a:pt x="166" y="6062"/>
                    <a:pt x="398" y="6281"/>
                    <a:pt x="677" y="6281"/>
                  </a:cubicBezTo>
                  <a:cubicBezTo>
                    <a:pt x="681" y="6281"/>
                    <a:pt x="686" y="6281"/>
                    <a:pt x="690" y="6281"/>
                  </a:cubicBezTo>
                  <a:cubicBezTo>
                    <a:pt x="975" y="6274"/>
                    <a:pt x="1200" y="6038"/>
                    <a:pt x="1193" y="5753"/>
                  </a:cubicBezTo>
                  <a:lnTo>
                    <a:pt x="1046" y="504"/>
                  </a:lnTo>
                  <a:cubicBezTo>
                    <a:pt x="1039" y="222"/>
                    <a:pt x="806" y="0"/>
                    <a:pt x="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5" name="Google Shape;18185;p85"/>
          <p:cNvGrpSpPr/>
          <p:nvPr/>
        </p:nvGrpSpPr>
        <p:grpSpPr>
          <a:xfrm>
            <a:off x="2319216" y="2452526"/>
            <a:ext cx="343875" cy="315609"/>
            <a:chOff x="2319216" y="2452526"/>
            <a:chExt cx="343875" cy="315609"/>
          </a:xfrm>
        </p:grpSpPr>
        <p:sp>
          <p:nvSpPr>
            <p:cNvPr id="18186" name="Google Shape;18186;p85"/>
            <p:cNvSpPr/>
            <p:nvPr/>
          </p:nvSpPr>
          <p:spPr>
            <a:xfrm>
              <a:off x="2411535" y="2701895"/>
              <a:ext cx="71550" cy="61269"/>
            </a:xfrm>
            <a:custGeom>
              <a:rect b="b" l="l" r="r" t="t"/>
              <a:pathLst>
                <a:path extrusionOk="0" h="2354" w="2749">
                  <a:moveTo>
                    <a:pt x="1573" y="1"/>
                  </a:moveTo>
                  <a:cubicBezTo>
                    <a:pt x="524" y="1"/>
                    <a:pt x="0" y="1267"/>
                    <a:pt x="739" y="2010"/>
                  </a:cubicBezTo>
                  <a:cubicBezTo>
                    <a:pt x="965" y="2233"/>
                    <a:pt x="1266" y="2353"/>
                    <a:pt x="1573" y="2353"/>
                  </a:cubicBezTo>
                  <a:cubicBezTo>
                    <a:pt x="1725" y="2353"/>
                    <a:pt x="1878" y="2324"/>
                    <a:pt x="2023" y="2263"/>
                  </a:cubicBezTo>
                  <a:cubicBezTo>
                    <a:pt x="2463" y="2080"/>
                    <a:pt x="2748" y="1651"/>
                    <a:pt x="2748" y="1176"/>
                  </a:cubicBezTo>
                  <a:cubicBezTo>
                    <a:pt x="2748"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85"/>
            <p:cNvSpPr/>
            <p:nvPr/>
          </p:nvSpPr>
          <p:spPr>
            <a:xfrm>
              <a:off x="2433867" y="2718579"/>
              <a:ext cx="32534" cy="27875"/>
            </a:xfrm>
            <a:custGeom>
              <a:rect b="b" l="l" r="r" t="t"/>
              <a:pathLst>
                <a:path extrusionOk="0" h="1071" w="1250">
                  <a:moveTo>
                    <a:pt x="715" y="0"/>
                  </a:moveTo>
                  <a:cubicBezTo>
                    <a:pt x="240" y="0"/>
                    <a:pt x="1" y="577"/>
                    <a:pt x="338" y="915"/>
                  </a:cubicBezTo>
                  <a:cubicBezTo>
                    <a:pt x="447" y="1023"/>
                    <a:pt x="580" y="1071"/>
                    <a:pt x="711" y="1071"/>
                  </a:cubicBezTo>
                  <a:cubicBezTo>
                    <a:pt x="986" y="1071"/>
                    <a:pt x="1250" y="857"/>
                    <a:pt x="1250" y="535"/>
                  </a:cubicBezTo>
                  <a:cubicBezTo>
                    <a:pt x="1250" y="239"/>
                    <a:pt x="1010" y="4"/>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85"/>
            <p:cNvSpPr/>
            <p:nvPr/>
          </p:nvSpPr>
          <p:spPr>
            <a:xfrm>
              <a:off x="2533058" y="2701895"/>
              <a:ext cx="71628" cy="61269"/>
            </a:xfrm>
            <a:custGeom>
              <a:rect b="b" l="l" r="r" t="t"/>
              <a:pathLst>
                <a:path extrusionOk="0" h="2354" w="2752">
                  <a:moveTo>
                    <a:pt x="1573" y="1"/>
                  </a:moveTo>
                  <a:cubicBezTo>
                    <a:pt x="524" y="1"/>
                    <a:pt x="0" y="1267"/>
                    <a:pt x="743" y="2010"/>
                  </a:cubicBezTo>
                  <a:cubicBezTo>
                    <a:pt x="968" y="2235"/>
                    <a:pt x="1266" y="2354"/>
                    <a:pt x="1571" y="2354"/>
                  </a:cubicBezTo>
                  <a:cubicBezTo>
                    <a:pt x="1723" y="2354"/>
                    <a:pt x="1877" y="2324"/>
                    <a:pt x="2023" y="2263"/>
                  </a:cubicBezTo>
                  <a:cubicBezTo>
                    <a:pt x="2463" y="2080"/>
                    <a:pt x="2752" y="1651"/>
                    <a:pt x="2752" y="1176"/>
                  </a:cubicBezTo>
                  <a:cubicBezTo>
                    <a:pt x="2752"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85"/>
            <p:cNvSpPr/>
            <p:nvPr/>
          </p:nvSpPr>
          <p:spPr>
            <a:xfrm>
              <a:off x="2555389" y="2718579"/>
              <a:ext cx="32534" cy="27875"/>
            </a:xfrm>
            <a:custGeom>
              <a:rect b="b" l="l" r="r" t="t"/>
              <a:pathLst>
                <a:path extrusionOk="0" h="1071" w="1250">
                  <a:moveTo>
                    <a:pt x="715" y="0"/>
                  </a:moveTo>
                  <a:cubicBezTo>
                    <a:pt x="240" y="4"/>
                    <a:pt x="1" y="577"/>
                    <a:pt x="338" y="915"/>
                  </a:cubicBezTo>
                  <a:cubicBezTo>
                    <a:pt x="447" y="1023"/>
                    <a:pt x="580" y="1071"/>
                    <a:pt x="711" y="1071"/>
                  </a:cubicBezTo>
                  <a:cubicBezTo>
                    <a:pt x="986" y="1071"/>
                    <a:pt x="1250" y="857"/>
                    <a:pt x="1250" y="535"/>
                  </a:cubicBezTo>
                  <a:cubicBezTo>
                    <a:pt x="1250" y="239"/>
                    <a:pt x="1010" y="0"/>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85"/>
            <p:cNvSpPr/>
            <p:nvPr/>
          </p:nvSpPr>
          <p:spPr>
            <a:xfrm>
              <a:off x="2390011" y="2479725"/>
              <a:ext cx="265585" cy="139690"/>
            </a:xfrm>
            <a:custGeom>
              <a:rect b="b" l="l" r="r" t="t"/>
              <a:pathLst>
                <a:path extrusionOk="0" h="5367" w="10204">
                  <a:moveTo>
                    <a:pt x="0" y="1"/>
                  </a:moveTo>
                  <a:lnTo>
                    <a:pt x="363" y="1021"/>
                  </a:lnTo>
                  <a:lnTo>
                    <a:pt x="9138" y="1021"/>
                  </a:lnTo>
                  <a:lnTo>
                    <a:pt x="8135" y="5367"/>
                  </a:lnTo>
                  <a:lnTo>
                    <a:pt x="9180" y="5367"/>
                  </a:lnTo>
                  <a:lnTo>
                    <a:pt x="10137" y="1211"/>
                  </a:lnTo>
                  <a:cubicBezTo>
                    <a:pt x="10204" y="916"/>
                    <a:pt x="10137" y="610"/>
                    <a:pt x="9947" y="374"/>
                  </a:cubicBezTo>
                  <a:cubicBezTo>
                    <a:pt x="9761" y="138"/>
                    <a:pt x="9476" y="1"/>
                    <a:pt x="917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85"/>
            <p:cNvSpPr/>
            <p:nvPr/>
          </p:nvSpPr>
          <p:spPr>
            <a:xfrm>
              <a:off x="2614003" y="2479725"/>
              <a:ext cx="41592" cy="139690"/>
            </a:xfrm>
            <a:custGeom>
              <a:rect b="b" l="l" r="r" t="t"/>
              <a:pathLst>
                <a:path extrusionOk="0" h="5367" w="1598">
                  <a:moveTo>
                    <a:pt x="0" y="1"/>
                  </a:moveTo>
                  <a:cubicBezTo>
                    <a:pt x="634" y="1"/>
                    <a:pt x="1105" y="592"/>
                    <a:pt x="965" y="1211"/>
                  </a:cubicBezTo>
                  <a:lnTo>
                    <a:pt x="8" y="5367"/>
                  </a:lnTo>
                  <a:lnTo>
                    <a:pt x="574" y="5367"/>
                  </a:lnTo>
                  <a:lnTo>
                    <a:pt x="1531" y="1211"/>
                  </a:lnTo>
                  <a:cubicBezTo>
                    <a:pt x="1598" y="916"/>
                    <a:pt x="1531" y="610"/>
                    <a:pt x="1341" y="374"/>
                  </a:cubicBezTo>
                  <a:cubicBezTo>
                    <a:pt x="1155" y="138"/>
                    <a:pt x="870" y="1"/>
                    <a:pt x="56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85"/>
            <p:cNvSpPr/>
            <p:nvPr/>
          </p:nvSpPr>
          <p:spPr>
            <a:xfrm>
              <a:off x="2324161" y="2457471"/>
              <a:ext cx="329794" cy="188491"/>
            </a:xfrm>
            <a:custGeom>
              <a:rect b="b" l="l" r="r" t="t"/>
              <a:pathLst>
                <a:path extrusionOk="0" h="7242" w="12671">
                  <a:moveTo>
                    <a:pt x="511" y="1"/>
                  </a:moveTo>
                  <a:cubicBezTo>
                    <a:pt x="229" y="1"/>
                    <a:pt x="1" y="230"/>
                    <a:pt x="1" y="511"/>
                  </a:cubicBezTo>
                  <a:cubicBezTo>
                    <a:pt x="1" y="793"/>
                    <a:pt x="229" y="1021"/>
                    <a:pt x="511" y="1021"/>
                  </a:cubicBezTo>
                  <a:lnTo>
                    <a:pt x="1433" y="1021"/>
                  </a:lnTo>
                  <a:cubicBezTo>
                    <a:pt x="1475" y="1021"/>
                    <a:pt x="1517" y="1049"/>
                    <a:pt x="1535" y="1092"/>
                  </a:cubicBezTo>
                  <a:lnTo>
                    <a:pt x="2632" y="4199"/>
                  </a:lnTo>
                  <a:lnTo>
                    <a:pt x="2872" y="4871"/>
                  </a:lnTo>
                  <a:lnTo>
                    <a:pt x="3262" y="5972"/>
                  </a:lnTo>
                  <a:cubicBezTo>
                    <a:pt x="3586" y="6742"/>
                    <a:pt x="4339" y="7242"/>
                    <a:pt x="5176" y="7242"/>
                  </a:cubicBezTo>
                  <a:lnTo>
                    <a:pt x="12160" y="7242"/>
                  </a:lnTo>
                  <a:cubicBezTo>
                    <a:pt x="12442" y="7242"/>
                    <a:pt x="12671" y="7013"/>
                    <a:pt x="12671" y="6732"/>
                  </a:cubicBezTo>
                  <a:cubicBezTo>
                    <a:pt x="12671" y="6450"/>
                    <a:pt x="12442" y="6222"/>
                    <a:pt x="12160" y="6222"/>
                  </a:cubicBezTo>
                  <a:lnTo>
                    <a:pt x="5176" y="6222"/>
                  </a:lnTo>
                  <a:cubicBezTo>
                    <a:pt x="4750" y="6222"/>
                    <a:pt x="4367" y="5968"/>
                    <a:pt x="4202" y="5574"/>
                  </a:cubicBezTo>
                  <a:lnTo>
                    <a:pt x="2474" y="694"/>
                  </a:lnTo>
                  <a:cubicBezTo>
                    <a:pt x="2295" y="275"/>
                    <a:pt x="1886" y="1"/>
                    <a:pt x="143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85"/>
            <p:cNvSpPr/>
            <p:nvPr/>
          </p:nvSpPr>
          <p:spPr>
            <a:xfrm>
              <a:off x="2415830" y="2619570"/>
              <a:ext cx="239037" cy="26418"/>
            </a:xfrm>
            <a:custGeom>
              <a:rect b="b" l="l" r="r" t="t"/>
              <a:pathLst>
                <a:path extrusionOk="0" h="1015" w="9184">
                  <a:moveTo>
                    <a:pt x="8740" y="1"/>
                  </a:moveTo>
                  <a:lnTo>
                    <a:pt x="8740" y="4"/>
                  </a:lnTo>
                  <a:cubicBezTo>
                    <a:pt x="8804" y="317"/>
                    <a:pt x="8561" y="613"/>
                    <a:pt x="8241" y="613"/>
                  </a:cubicBezTo>
                  <a:lnTo>
                    <a:pt x="1257" y="613"/>
                  </a:lnTo>
                  <a:cubicBezTo>
                    <a:pt x="803" y="613"/>
                    <a:pt x="359" y="465"/>
                    <a:pt x="1" y="191"/>
                  </a:cubicBezTo>
                  <a:lnTo>
                    <a:pt x="1" y="191"/>
                  </a:lnTo>
                  <a:cubicBezTo>
                    <a:pt x="391" y="708"/>
                    <a:pt x="1007" y="1014"/>
                    <a:pt x="1658" y="1014"/>
                  </a:cubicBezTo>
                  <a:lnTo>
                    <a:pt x="8638" y="1014"/>
                  </a:lnTo>
                  <a:cubicBezTo>
                    <a:pt x="8641" y="1014"/>
                    <a:pt x="8643" y="1014"/>
                    <a:pt x="8645" y="1014"/>
                  </a:cubicBezTo>
                  <a:cubicBezTo>
                    <a:pt x="8910" y="1014"/>
                    <a:pt x="9131" y="815"/>
                    <a:pt x="9159" y="553"/>
                  </a:cubicBezTo>
                  <a:cubicBezTo>
                    <a:pt x="9184" y="289"/>
                    <a:pt x="9001" y="46"/>
                    <a:pt x="8740"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85"/>
            <p:cNvSpPr/>
            <p:nvPr/>
          </p:nvSpPr>
          <p:spPr>
            <a:xfrm>
              <a:off x="2389282" y="2628003"/>
              <a:ext cx="229224" cy="73918"/>
            </a:xfrm>
            <a:custGeom>
              <a:rect b="b" l="l" r="r" t="t"/>
              <a:pathLst>
                <a:path extrusionOk="0" h="2840" w="8807">
                  <a:moveTo>
                    <a:pt x="1130" y="0"/>
                  </a:moveTo>
                  <a:lnTo>
                    <a:pt x="616" y="746"/>
                  </a:lnTo>
                  <a:cubicBezTo>
                    <a:pt x="0" y="1629"/>
                    <a:pt x="633" y="2840"/>
                    <a:pt x="1710" y="2840"/>
                  </a:cubicBezTo>
                  <a:lnTo>
                    <a:pt x="8297" y="2840"/>
                  </a:lnTo>
                  <a:cubicBezTo>
                    <a:pt x="8578" y="2840"/>
                    <a:pt x="8807" y="2611"/>
                    <a:pt x="8807" y="2330"/>
                  </a:cubicBezTo>
                  <a:cubicBezTo>
                    <a:pt x="8807" y="2048"/>
                    <a:pt x="8578" y="1819"/>
                    <a:pt x="8297" y="1819"/>
                  </a:cubicBezTo>
                  <a:lnTo>
                    <a:pt x="1710" y="1819"/>
                  </a:lnTo>
                  <a:cubicBezTo>
                    <a:pt x="1457" y="1819"/>
                    <a:pt x="1309" y="1534"/>
                    <a:pt x="1453" y="1327"/>
                  </a:cubicBezTo>
                  <a:lnTo>
                    <a:pt x="1978" y="570"/>
                  </a:lnTo>
                  <a:cubicBezTo>
                    <a:pt x="1654" y="454"/>
                    <a:pt x="1362" y="257"/>
                    <a:pt x="113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85"/>
            <p:cNvSpPr/>
            <p:nvPr/>
          </p:nvSpPr>
          <p:spPr>
            <a:xfrm>
              <a:off x="2397793" y="2664728"/>
              <a:ext cx="220713" cy="37193"/>
            </a:xfrm>
            <a:custGeom>
              <a:rect b="b" l="l" r="r" t="t"/>
              <a:pathLst>
                <a:path extrusionOk="0" h="1429" w="8480">
                  <a:moveTo>
                    <a:pt x="53" y="0"/>
                  </a:moveTo>
                  <a:cubicBezTo>
                    <a:pt x="0" y="774"/>
                    <a:pt x="609" y="1429"/>
                    <a:pt x="1383" y="1429"/>
                  </a:cubicBezTo>
                  <a:lnTo>
                    <a:pt x="7970" y="1429"/>
                  </a:lnTo>
                  <a:cubicBezTo>
                    <a:pt x="8251" y="1429"/>
                    <a:pt x="8480" y="1200"/>
                    <a:pt x="8480" y="919"/>
                  </a:cubicBezTo>
                  <a:cubicBezTo>
                    <a:pt x="8480" y="905"/>
                    <a:pt x="8480" y="890"/>
                    <a:pt x="8480" y="876"/>
                  </a:cubicBezTo>
                  <a:lnTo>
                    <a:pt x="8480" y="855"/>
                  </a:lnTo>
                  <a:cubicBezTo>
                    <a:pt x="8480" y="852"/>
                    <a:pt x="8480" y="845"/>
                    <a:pt x="8476" y="838"/>
                  </a:cubicBezTo>
                  <a:cubicBezTo>
                    <a:pt x="8473" y="824"/>
                    <a:pt x="8469" y="806"/>
                    <a:pt x="8466" y="788"/>
                  </a:cubicBezTo>
                  <a:cubicBezTo>
                    <a:pt x="8329" y="905"/>
                    <a:pt x="8153" y="975"/>
                    <a:pt x="7973" y="985"/>
                  </a:cubicBezTo>
                  <a:lnTo>
                    <a:pt x="1383" y="985"/>
                  </a:lnTo>
                  <a:cubicBezTo>
                    <a:pt x="887" y="985"/>
                    <a:pt x="430" y="711"/>
                    <a:pt x="201" y="271"/>
                  </a:cubicBezTo>
                  <a:cubicBezTo>
                    <a:pt x="159" y="183"/>
                    <a:pt x="92" y="95"/>
                    <a:pt x="53"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85"/>
            <p:cNvSpPr/>
            <p:nvPr/>
          </p:nvSpPr>
          <p:spPr>
            <a:xfrm>
              <a:off x="2409974" y="2628081"/>
              <a:ext cx="30895" cy="26236"/>
            </a:xfrm>
            <a:custGeom>
              <a:rect b="b" l="l" r="r" t="t"/>
              <a:pathLst>
                <a:path extrusionOk="0" h="1008" w="1187">
                  <a:moveTo>
                    <a:pt x="338" y="1"/>
                  </a:moveTo>
                  <a:lnTo>
                    <a:pt x="0" y="483"/>
                  </a:lnTo>
                  <a:cubicBezTo>
                    <a:pt x="243" y="729"/>
                    <a:pt x="546" y="909"/>
                    <a:pt x="876" y="1007"/>
                  </a:cubicBezTo>
                  <a:lnTo>
                    <a:pt x="1186" y="567"/>
                  </a:lnTo>
                  <a:cubicBezTo>
                    <a:pt x="859" y="451"/>
                    <a:pt x="567" y="258"/>
                    <a:pt x="338"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85"/>
            <p:cNvSpPr/>
            <p:nvPr/>
          </p:nvSpPr>
          <p:spPr>
            <a:xfrm>
              <a:off x="2433607" y="2713582"/>
              <a:ext cx="44065" cy="37792"/>
            </a:xfrm>
            <a:custGeom>
              <a:rect b="b" l="l" r="r" t="t"/>
              <a:pathLst>
                <a:path extrusionOk="0" h="1452" w="1693">
                  <a:moveTo>
                    <a:pt x="725" y="386"/>
                  </a:moveTo>
                  <a:cubicBezTo>
                    <a:pt x="1031" y="386"/>
                    <a:pt x="1182" y="755"/>
                    <a:pt x="968" y="970"/>
                  </a:cubicBezTo>
                  <a:cubicBezTo>
                    <a:pt x="897" y="1039"/>
                    <a:pt x="811" y="1070"/>
                    <a:pt x="726" y="1070"/>
                  </a:cubicBezTo>
                  <a:cubicBezTo>
                    <a:pt x="549" y="1070"/>
                    <a:pt x="380" y="934"/>
                    <a:pt x="380" y="727"/>
                  </a:cubicBezTo>
                  <a:cubicBezTo>
                    <a:pt x="380" y="537"/>
                    <a:pt x="535" y="386"/>
                    <a:pt x="725" y="386"/>
                  </a:cubicBezTo>
                  <a:close/>
                  <a:moveTo>
                    <a:pt x="730" y="1"/>
                  </a:moveTo>
                  <a:cubicBezTo>
                    <a:pt x="358" y="1"/>
                    <a:pt x="0" y="289"/>
                    <a:pt x="0" y="727"/>
                  </a:cubicBezTo>
                  <a:cubicBezTo>
                    <a:pt x="0" y="1128"/>
                    <a:pt x="324" y="1452"/>
                    <a:pt x="725" y="1452"/>
                  </a:cubicBezTo>
                  <a:cubicBezTo>
                    <a:pt x="1369" y="1452"/>
                    <a:pt x="1692" y="671"/>
                    <a:pt x="1235" y="213"/>
                  </a:cubicBezTo>
                  <a:cubicBezTo>
                    <a:pt x="1088" y="66"/>
                    <a:pt x="907" y="1"/>
                    <a:pt x="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85"/>
            <p:cNvSpPr/>
            <p:nvPr/>
          </p:nvSpPr>
          <p:spPr>
            <a:xfrm>
              <a:off x="2555129" y="2713582"/>
              <a:ext cx="44169" cy="37792"/>
            </a:xfrm>
            <a:custGeom>
              <a:rect b="b" l="l" r="r" t="t"/>
              <a:pathLst>
                <a:path extrusionOk="0" h="1452" w="1697">
                  <a:moveTo>
                    <a:pt x="725" y="386"/>
                  </a:moveTo>
                  <a:cubicBezTo>
                    <a:pt x="1031" y="386"/>
                    <a:pt x="1182" y="755"/>
                    <a:pt x="968" y="970"/>
                  </a:cubicBezTo>
                  <a:cubicBezTo>
                    <a:pt x="898" y="1039"/>
                    <a:pt x="813" y="1070"/>
                    <a:pt x="729" y="1070"/>
                  </a:cubicBezTo>
                  <a:cubicBezTo>
                    <a:pt x="553" y="1070"/>
                    <a:pt x="384" y="934"/>
                    <a:pt x="384" y="727"/>
                  </a:cubicBezTo>
                  <a:cubicBezTo>
                    <a:pt x="384" y="537"/>
                    <a:pt x="535" y="386"/>
                    <a:pt x="725" y="386"/>
                  </a:cubicBezTo>
                  <a:close/>
                  <a:moveTo>
                    <a:pt x="731" y="1"/>
                  </a:moveTo>
                  <a:cubicBezTo>
                    <a:pt x="358" y="1"/>
                    <a:pt x="0" y="289"/>
                    <a:pt x="0" y="727"/>
                  </a:cubicBezTo>
                  <a:cubicBezTo>
                    <a:pt x="0" y="1128"/>
                    <a:pt x="324" y="1452"/>
                    <a:pt x="725" y="1452"/>
                  </a:cubicBezTo>
                  <a:cubicBezTo>
                    <a:pt x="1372" y="1452"/>
                    <a:pt x="1696" y="671"/>
                    <a:pt x="1239" y="213"/>
                  </a:cubicBezTo>
                  <a:cubicBezTo>
                    <a:pt x="1091" y="66"/>
                    <a:pt x="909"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85"/>
            <p:cNvSpPr/>
            <p:nvPr/>
          </p:nvSpPr>
          <p:spPr>
            <a:xfrm>
              <a:off x="2319216" y="2452526"/>
              <a:ext cx="343875" cy="315609"/>
            </a:xfrm>
            <a:custGeom>
              <a:rect b="b" l="l" r="r" t="t"/>
              <a:pathLst>
                <a:path extrusionOk="0" h="12126" w="13212">
                  <a:moveTo>
                    <a:pt x="4522" y="2256"/>
                  </a:moveTo>
                  <a:lnTo>
                    <a:pt x="4522" y="3386"/>
                  </a:lnTo>
                  <a:lnTo>
                    <a:pt x="3751" y="3386"/>
                  </a:lnTo>
                  <a:lnTo>
                    <a:pt x="3354" y="2256"/>
                  </a:lnTo>
                  <a:close/>
                  <a:moveTo>
                    <a:pt x="6066" y="2256"/>
                  </a:moveTo>
                  <a:lnTo>
                    <a:pt x="6066" y="3386"/>
                  </a:lnTo>
                  <a:lnTo>
                    <a:pt x="4905" y="3386"/>
                  </a:lnTo>
                  <a:lnTo>
                    <a:pt x="4905" y="2256"/>
                  </a:lnTo>
                  <a:close/>
                  <a:moveTo>
                    <a:pt x="7611" y="2256"/>
                  </a:moveTo>
                  <a:lnTo>
                    <a:pt x="7611" y="3386"/>
                  </a:lnTo>
                  <a:lnTo>
                    <a:pt x="6450" y="3386"/>
                  </a:lnTo>
                  <a:lnTo>
                    <a:pt x="6450" y="2256"/>
                  </a:lnTo>
                  <a:close/>
                  <a:moveTo>
                    <a:pt x="9156" y="2256"/>
                  </a:moveTo>
                  <a:lnTo>
                    <a:pt x="9156" y="3386"/>
                  </a:lnTo>
                  <a:lnTo>
                    <a:pt x="7994" y="3386"/>
                  </a:lnTo>
                  <a:lnTo>
                    <a:pt x="7994" y="2256"/>
                  </a:lnTo>
                  <a:close/>
                  <a:moveTo>
                    <a:pt x="10700" y="2256"/>
                  </a:moveTo>
                  <a:lnTo>
                    <a:pt x="10700" y="3386"/>
                  </a:lnTo>
                  <a:lnTo>
                    <a:pt x="9539" y="3386"/>
                  </a:lnTo>
                  <a:lnTo>
                    <a:pt x="9539" y="2256"/>
                  </a:lnTo>
                  <a:close/>
                  <a:moveTo>
                    <a:pt x="11615" y="2256"/>
                  </a:moveTo>
                  <a:lnTo>
                    <a:pt x="11355" y="3386"/>
                  </a:lnTo>
                  <a:lnTo>
                    <a:pt x="11080" y="3386"/>
                  </a:lnTo>
                  <a:lnTo>
                    <a:pt x="11080" y="2256"/>
                  </a:lnTo>
                  <a:close/>
                  <a:moveTo>
                    <a:pt x="11267" y="3769"/>
                  </a:moveTo>
                  <a:lnTo>
                    <a:pt x="11084" y="4571"/>
                  </a:lnTo>
                  <a:lnTo>
                    <a:pt x="11084" y="3769"/>
                  </a:lnTo>
                  <a:close/>
                  <a:moveTo>
                    <a:pt x="4522" y="3769"/>
                  </a:moveTo>
                  <a:lnTo>
                    <a:pt x="4522" y="4930"/>
                  </a:lnTo>
                  <a:lnTo>
                    <a:pt x="4300" y="4930"/>
                  </a:lnTo>
                  <a:lnTo>
                    <a:pt x="3888" y="3769"/>
                  </a:lnTo>
                  <a:close/>
                  <a:moveTo>
                    <a:pt x="6066" y="3769"/>
                  </a:moveTo>
                  <a:lnTo>
                    <a:pt x="6066" y="4930"/>
                  </a:lnTo>
                  <a:lnTo>
                    <a:pt x="4905" y="4930"/>
                  </a:lnTo>
                  <a:lnTo>
                    <a:pt x="4905" y="3769"/>
                  </a:lnTo>
                  <a:close/>
                  <a:moveTo>
                    <a:pt x="7611" y="3769"/>
                  </a:moveTo>
                  <a:lnTo>
                    <a:pt x="7611" y="4930"/>
                  </a:lnTo>
                  <a:lnTo>
                    <a:pt x="6450" y="4930"/>
                  </a:lnTo>
                  <a:lnTo>
                    <a:pt x="6450" y="3769"/>
                  </a:lnTo>
                  <a:close/>
                  <a:moveTo>
                    <a:pt x="9156" y="3769"/>
                  </a:moveTo>
                  <a:lnTo>
                    <a:pt x="9156" y="4930"/>
                  </a:lnTo>
                  <a:lnTo>
                    <a:pt x="7994" y="4930"/>
                  </a:lnTo>
                  <a:lnTo>
                    <a:pt x="7994" y="3769"/>
                  </a:lnTo>
                  <a:close/>
                  <a:moveTo>
                    <a:pt x="10700" y="3769"/>
                  </a:moveTo>
                  <a:lnTo>
                    <a:pt x="10700" y="4930"/>
                  </a:lnTo>
                  <a:lnTo>
                    <a:pt x="9539" y="4930"/>
                  </a:lnTo>
                  <a:lnTo>
                    <a:pt x="9539" y="3769"/>
                  </a:lnTo>
                  <a:close/>
                  <a:moveTo>
                    <a:pt x="4522" y="5314"/>
                  </a:moveTo>
                  <a:lnTo>
                    <a:pt x="4522" y="5560"/>
                  </a:lnTo>
                  <a:lnTo>
                    <a:pt x="4434" y="5314"/>
                  </a:lnTo>
                  <a:close/>
                  <a:moveTo>
                    <a:pt x="7611" y="5314"/>
                  </a:moveTo>
                  <a:lnTo>
                    <a:pt x="7611" y="6222"/>
                  </a:lnTo>
                  <a:lnTo>
                    <a:pt x="6450" y="6222"/>
                  </a:lnTo>
                  <a:lnTo>
                    <a:pt x="6450" y="5314"/>
                  </a:lnTo>
                  <a:close/>
                  <a:moveTo>
                    <a:pt x="9156" y="5314"/>
                  </a:moveTo>
                  <a:lnTo>
                    <a:pt x="9156" y="6222"/>
                  </a:lnTo>
                  <a:lnTo>
                    <a:pt x="7994" y="6222"/>
                  </a:lnTo>
                  <a:lnTo>
                    <a:pt x="7994" y="5314"/>
                  </a:lnTo>
                  <a:close/>
                  <a:moveTo>
                    <a:pt x="10700" y="5314"/>
                  </a:moveTo>
                  <a:lnTo>
                    <a:pt x="10700" y="6222"/>
                  </a:lnTo>
                  <a:lnTo>
                    <a:pt x="9539" y="6222"/>
                  </a:lnTo>
                  <a:lnTo>
                    <a:pt x="9539" y="5314"/>
                  </a:lnTo>
                  <a:close/>
                  <a:moveTo>
                    <a:pt x="6066" y="5314"/>
                  </a:moveTo>
                  <a:lnTo>
                    <a:pt x="6066" y="6222"/>
                  </a:lnTo>
                  <a:cubicBezTo>
                    <a:pt x="5994" y="6218"/>
                    <a:pt x="5927" y="6217"/>
                    <a:pt x="5863" y="6217"/>
                  </a:cubicBezTo>
                  <a:cubicBezTo>
                    <a:pt x="5708" y="6217"/>
                    <a:pt x="5577" y="6224"/>
                    <a:pt x="5459" y="6224"/>
                  </a:cubicBezTo>
                  <a:cubicBezTo>
                    <a:pt x="5252" y="6224"/>
                    <a:pt x="5087" y="6203"/>
                    <a:pt x="4905" y="6088"/>
                  </a:cubicBezTo>
                  <a:lnTo>
                    <a:pt x="4905" y="5314"/>
                  </a:lnTo>
                  <a:close/>
                  <a:moveTo>
                    <a:pt x="5120" y="9772"/>
                  </a:moveTo>
                  <a:cubicBezTo>
                    <a:pt x="5662" y="9772"/>
                    <a:pt x="6105" y="10215"/>
                    <a:pt x="6105" y="10757"/>
                  </a:cubicBezTo>
                  <a:cubicBezTo>
                    <a:pt x="6105" y="11352"/>
                    <a:pt x="5619" y="11744"/>
                    <a:pt x="5113" y="11744"/>
                  </a:cubicBezTo>
                  <a:cubicBezTo>
                    <a:pt x="4871" y="11744"/>
                    <a:pt x="4624" y="11654"/>
                    <a:pt x="4423" y="11454"/>
                  </a:cubicBezTo>
                  <a:cubicBezTo>
                    <a:pt x="3800" y="10834"/>
                    <a:pt x="4240" y="9772"/>
                    <a:pt x="5120" y="9772"/>
                  </a:cubicBezTo>
                  <a:close/>
                  <a:moveTo>
                    <a:pt x="9789" y="9772"/>
                  </a:moveTo>
                  <a:cubicBezTo>
                    <a:pt x="10334" y="9772"/>
                    <a:pt x="10774" y="10215"/>
                    <a:pt x="10774" y="10757"/>
                  </a:cubicBezTo>
                  <a:cubicBezTo>
                    <a:pt x="10774" y="11352"/>
                    <a:pt x="10288" y="11744"/>
                    <a:pt x="9782" y="11744"/>
                  </a:cubicBezTo>
                  <a:cubicBezTo>
                    <a:pt x="9540" y="11744"/>
                    <a:pt x="9293" y="11654"/>
                    <a:pt x="9092" y="11454"/>
                  </a:cubicBezTo>
                  <a:cubicBezTo>
                    <a:pt x="8473" y="10834"/>
                    <a:pt x="8913" y="9772"/>
                    <a:pt x="9789" y="9772"/>
                  </a:cubicBezTo>
                  <a:close/>
                  <a:moveTo>
                    <a:pt x="1631" y="1"/>
                  </a:moveTo>
                  <a:cubicBezTo>
                    <a:pt x="1628" y="1"/>
                    <a:pt x="1625" y="1"/>
                    <a:pt x="1623" y="1"/>
                  </a:cubicBezTo>
                  <a:lnTo>
                    <a:pt x="701" y="1"/>
                  </a:lnTo>
                  <a:cubicBezTo>
                    <a:pt x="314" y="1"/>
                    <a:pt x="1" y="314"/>
                    <a:pt x="1" y="701"/>
                  </a:cubicBezTo>
                  <a:cubicBezTo>
                    <a:pt x="1" y="1088"/>
                    <a:pt x="314" y="1401"/>
                    <a:pt x="701" y="1401"/>
                  </a:cubicBezTo>
                  <a:lnTo>
                    <a:pt x="1566" y="1401"/>
                  </a:lnTo>
                  <a:lnTo>
                    <a:pt x="2643" y="4452"/>
                  </a:lnTo>
                  <a:cubicBezTo>
                    <a:pt x="2673" y="4545"/>
                    <a:pt x="2745" y="4584"/>
                    <a:pt x="2818" y="4584"/>
                  </a:cubicBezTo>
                  <a:cubicBezTo>
                    <a:pt x="2939" y="4584"/>
                    <a:pt x="3062" y="4476"/>
                    <a:pt x="3005" y="4325"/>
                  </a:cubicBezTo>
                  <a:cubicBezTo>
                    <a:pt x="1950" y="1342"/>
                    <a:pt x="1904" y="1215"/>
                    <a:pt x="1900" y="1204"/>
                  </a:cubicBezTo>
                  <a:cubicBezTo>
                    <a:pt x="1851" y="1092"/>
                    <a:pt x="1742" y="1021"/>
                    <a:pt x="1623" y="1021"/>
                  </a:cubicBezTo>
                  <a:lnTo>
                    <a:pt x="701" y="1021"/>
                  </a:lnTo>
                  <a:cubicBezTo>
                    <a:pt x="696" y="1022"/>
                    <a:pt x="692" y="1022"/>
                    <a:pt x="688" y="1022"/>
                  </a:cubicBezTo>
                  <a:cubicBezTo>
                    <a:pt x="514" y="1022"/>
                    <a:pt x="370" y="880"/>
                    <a:pt x="370" y="701"/>
                  </a:cubicBezTo>
                  <a:cubicBezTo>
                    <a:pt x="370" y="526"/>
                    <a:pt x="514" y="384"/>
                    <a:pt x="688" y="384"/>
                  </a:cubicBezTo>
                  <a:cubicBezTo>
                    <a:pt x="692" y="384"/>
                    <a:pt x="696" y="384"/>
                    <a:pt x="701" y="385"/>
                  </a:cubicBezTo>
                  <a:lnTo>
                    <a:pt x="1623" y="385"/>
                  </a:lnTo>
                  <a:cubicBezTo>
                    <a:pt x="1995" y="385"/>
                    <a:pt x="2337" y="606"/>
                    <a:pt x="2485" y="951"/>
                  </a:cubicBezTo>
                  <a:lnTo>
                    <a:pt x="4212" y="5828"/>
                  </a:lnTo>
                  <a:cubicBezTo>
                    <a:pt x="4353" y="6225"/>
                    <a:pt x="4810" y="6605"/>
                    <a:pt x="5366" y="6605"/>
                  </a:cubicBezTo>
                  <a:lnTo>
                    <a:pt x="12350" y="6605"/>
                  </a:lnTo>
                  <a:cubicBezTo>
                    <a:pt x="12355" y="6605"/>
                    <a:pt x="12359" y="6605"/>
                    <a:pt x="12363" y="6605"/>
                  </a:cubicBezTo>
                  <a:cubicBezTo>
                    <a:pt x="12537" y="6605"/>
                    <a:pt x="12681" y="6747"/>
                    <a:pt x="12681" y="6922"/>
                  </a:cubicBezTo>
                  <a:cubicBezTo>
                    <a:pt x="12681" y="7100"/>
                    <a:pt x="12537" y="7242"/>
                    <a:pt x="12363" y="7242"/>
                  </a:cubicBezTo>
                  <a:cubicBezTo>
                    <a:pt x="12359" y="7242"/>
                    <a:pt x="12355" y="7242"/>
                    <a:pt x="12350" y="7242"/>
                  </a:cubicBezTo>
                  <a:lnTo>
                    <a:pt x="5366" y="7242"/>
                  </a:lnTo>
                  <a:cubicBezTo>
                    <a:pt x="4610" y="7242"/>
                    <a:pt x="3927" y="6792"/>
                    <a:pt x="3632" y="6095"/>
                  </a:cubicBezTo>
                  <a:lnTo>
                    <a:pt x="3241" y="4997"/>
                  </a:lnTo>
                  <a:cubicBezTo>
                    <a:pt x="3211" y="4904"/>
                    <a:pt x="3139" y="4865"/>
                    <a:pt x="3067" y="4865"/>
                  </a:cubicBezTo>
                  <a:cubicBezTo>
                    <a:pt x="2947" y="4865"/>
                    <a:pt x="2825" y="4973"/>
                    <a:pt x="2882" y="5124"/>
                  </a:cubicBezTo>
                  <a:cubicBezTo>
                    <a:pt x="3192" y="5916"/>
                    <a:pt x="3206" y="6278"/>
                    <a:pt x="3582" y="6756"/>
                  </a:cubicBezTo>
                  <a:lnTo>
                    <a:pt x="3150" y="7379"/>
                  </a:lnTo>
                  <a:cubicBezTo>
                    <a:pt x="2499" y="8315"/>
                    <a:pt x="3072" y="9599"/>
                    <a:pt x="4187" y="9758"/>
                  </a:cubicBezTo>
                  <a:cubicBezTo>
                    <a:pt x="3283" y="10599"/>
                    <a:pt x="3874" y="12126"/>
                    <a:pt x="5116" y="12126"/>
                  </a:cubicBezTo>
                  <a:cubicBezTo>
                    <a:pt x="6348" y="12126"/>
                    <a:pt x="6946" y="10620"/>
                    <a:pt x="6066" y="9772"/>
                  </a:cubicBezTo>
                  <a:lnTo>
                    <a:pt x="8839" y="9772"/>
                  </a:lnTo>
                  <a:cubicBezTo>
                    <a:pt x="7959" y="10620"/>
                    <a:pt x="8554" y="12126"/>
                    <a:pt x="9789" y="12126"/>
                  </a:cubicBezTo>
                  <a:cubicBezTo>
                    <a:pt x="11024" y="12126"/>
                    <a:pt x="11619" y="10620"/>
                    <a:pt x="10735" y="9772"/>
                  </a:cubicBezTo>
                  <a:lnTo>
                    <a:pt x="10989" y="9772"/>
                  </a:lnTo>
                  <a:cubicBezTo>
                    <a:pt x="11376" y="9772"/>
                    <a:pt x="11689" y="9459"/>
                    <a:pt x="11689" y="9072"/>
                  </a:cubicBezTo>
                  <a:cubicBezTo>
                    <a:pt x="11689" y="8685"/>
                    <a:pt x="11376" y="8371"/>
                    <a:pt x="10989" y="8371"/>
                  </a:cubicBezTo>
                  <a:lnTo>
                    <a:pt x="9240" y="8371"/>
                  </a:lnTo>
                  <a:cubicBezTo>
                    <a:pt x="8983" y="8371"/>
                    <a:pt x="8983" y="8751"/>
                    <a:pt x="9240" y="8751"/>
                  </a:cubicBezTo>
                  <a:lnTo>
                    <a:pt x="10989" y="8751"/>
                  </a:lnTo>
                  <a:cubicBezTo>
                    <a:pt x="11165" y="8751"/>
                    <a:pt x="11309" y="8896"/>
                    <a:pt x="11309" y="9072"/>
                  </a:cubicBezTo>
                  <a:cubicBezTo>
                    <a:pt x="11309" y="9248"/>
                    <a:pt x="11165" y="9392"/>
                    <a:pt x="10989" y="9392"/>
                  </a:cubicBezTo>
                  <a:lnTo>
                    <a:pt x="4402" y="9392"/>
                  </a:lnTo>
                  <a:cubicBezTo>
                    <a:pt x="3480" y="9392"/>
                    <a:pt x="2938" y="8354"/>
                    <a:pt x="3463" y="7597"/>
                  </a:cubicBezTo>
                  <a:lnTo>
                    <a:pt x="3850" y="7041"/>
                  </a:lnTo>
                  <a:cubicBezTo>
                    <a:pt x="4008" y="7186"/>
                    <a:pt x="4184" y="7305"/>
                    <a:pt x="4377" y="7397"/>
                  </a:cubicBezTo>
                  <a:lnTo>
                    <a:pt x="3987" y="7960"/>
                  </a:lnTo>
                  <a:cubicBezTo>
                    <a:pt x="3755" y="8294"/>
                    <a:pt x="3994" y="8751"/>
                    <a:pt x="4402" y="8751"/>
                  </a:cubicBezTo>
                  <a:lnTo>
                    <a:pt x="8526" y="8751"/>
                  </a:lnTo>
                  <a:cubicBezTo>
                    <a:pt x="8779" y="8751"/>
                    <a:pt x="8779" y="8368"/>
                    <a:pt x="8526" y="8368"/>
                  </a:cubicBezTo>
                  <a:lnTo>
                    <a:pt x="4402" y="8368"/>
                  </a:lnTo>
                  <a:cubicBezTo>
                    <a:pt x="4401" y="8368"/>
                    <a:pt x="4399" y="8368"/>
                    <a:pt x="4397" y="8368"/>
                  </a:cubicBezTo>
                  <a:cubicBezTo>
                    <a:pt x="4298" y="8368"/>
                    <a:pt x="4245" y="8258"/>
                    <a:pt x="4300" y="8174"/>
                  </a:cubicBezTo>
                  <a:lnTo>
                    <a:pt x="4743" y="7534"/>
                  </a:lnTo>
                  <a:cubicBezTo>
                    <a:pt x="5002" y="7608"/>
                    <a:pt x="5073" y="7624"/>
                    <a:pt x="5888" y="7624"/>
                  </a:cubicBezTo>
                  <a:cubicBezTo>
                    <a:pt x="6503" y="7624"/>
                    <a:pt x="7539" y="7615"/>
                    <a:pt x="9396" y="7615"/>
                  </a:cubicBezTo>
                  <a:cubicBezTo>
                    <a:pt x="10211" y="7615"/>
                    <a:pt x="11185" y="7617"/>
                    <a:pt x="12350" y="7622"/>
                  </a:cubicBezTo>
                  <a:cubicBezTo>
                    <a:pt x="12737" y="7622"/>
                    <a:pt x="13051" y="7309"/>
                    <a:pt x="13051" y="6922"/>
                  </a:cubicBezTo>
                  <a:cubicBezTo>
                    <a:pt x="13051" y="6535"/>
                    <a:pt x="12737" y="6222"/>
                    <a:pt x="12350" y="6222"/>
                  </a:cubicBezTo>
                  <a:lnTo>
                    <a:pt x="12143" y="6222"/>
                  </a:lnTo>
                  <a:lnTo>
                    <a:pt x="13044" y="2299"/>
                  </a:lnTo>
                  <a:cubicBezTo>
                    <a:pt x="13212" y="1562"/>
                    <a:pt x="12656" y="856"/>
                    <a:pt x="11899" y="856"/>
                  </a:cubicBezTo>
                  <a:cubicBezTo>
                    <a:pt x="11897" y="856"/>
                    <a:pt x="11895" y="856"/>
                    <a:pt x="11893" y="856"/>
                  </a:cubicBezTo>
                  <a:lnTo>
                    <a:pt x="8160" y="856"/>
                  </a:lnTo>
                  <a:cubicBezTo>
                    <a:pt x="8155" y="856"/>
                    <a:pt x="8151" y="856"/>
                    <a:pt x="8146" y="856"/>
                  </a:cubicBezTo>
                  <a:cubicBezTo>
                    <a:pt x="7897" y="856"/>
                    <a:pt x="7897" y="1236"/>
                    <a:pt x="8146" y="1236"/>
                  </a:cubicBezTo>
                  <a:cubicBezTo>
                    <a:pt x="8151" y="1236"/>
                    <a:pt x="8155" y="1236"/>
                    <a:pt x="8160" y="1236"/>
                  </a:cubicBezTo>
                  <a:lnTo>
                    <a:pt x="11893" y="1236"/>
                  </a:lnTo>
                  <a:cubicBezTo>
                    <a:pt x="12407" y="1236"/>
                    <a:pt x="12787" y="1714"/>
                    <a:pt x="12671" y="2214"/>
                  </a:cubicBezTo>
                  <a:lnTo>
                    <a:pt x="11749" y="6222"/>
                  </a:lnTo>
                  <a:lnTo>
                    <a:pt x="11094" y="6222"/>
                  </a:lnTo>
                  <a:lnTo>
                    <a:pt x="12041" y="2109"/>
                  </a:lnTo>
                  <a:cubicBezTo>
                    <a:pt x="12069" y="1989"/>
                    <a:pt x="11977" y="1873"/>
                    <a:pt x="11854" y="1873"/>
                  </a:cubicBezTo>
                  <a:lnTo>
                    <a:pt x="3216" y="1873"/>
                  </a:lnTo>
                  <a:lnTo>
                    <a:pt x="2991" y="1236"/>
                  </a:lnTo>
                  <a:lnTo>
                    <a:pt x="7446" y="1236"/>
                  </a:lnTo>
                  <a:cubicBezTo>
                    <a:pt x="7450" y="1236"/>
                    <a:pt x="7454" y="1236"/>
                    <a:pt x="7458" y="1236"/>
                  </a:cubicBezTo>
                  <a:cubicBezTo>
                    <a:pt x="7561" y="1236"/>
                    <a:pt x="7646" y="1151"/>
                    <a:pt x="7646" y="1046"/>
                  </a:cubicBezTo>
                  <a:cubicBezTo>
                    <a:pt x="7646" y="941"/>
                    <a:pt x="7561" y="856"/>
                    <a:pt x="7458" y="856"/>
                  </a:cubicBezTo>
                  <a:cubicBezTo>
                    <a:pt x="7454" y="856"/>
                    <a:pt x="7450" y="856"/>
                    <a:pt x="7446" y="856"/>
                  </a:cubicBezTo>
                  <a:lnTo>
                    <a:pt x="2858" y="856"/>
                  </a:lnTo>
                  <a:cubicBezTo>
                    <a:pt x="2665" y="341"/>
                    <a:pt x="2176" y="1"/>
                    <a:pt x="16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0" name="Google Shape;18200;p85"/>
          <p:cNvGrpSpPr/>
          <p:nvPr/>
        </p:nvGrpSpPr>
        <p:grpSpPr>
          <a:xfrm>
            <a:off x="7990504" y="1997539"/>
            <a:ext cx="301320" cy="319592"/>
            <a:chOff x="7990504" y="1997539"/>
            <a:chExt cx="301320" cy="319592"/>
          </a:xfrm>
        </p:grpSpPr>
        <p:sp>
          <p:nvSpPr>
            <p:cNvPr id="18201" name="Google Shape;18201;p85"/>
            <p:cNvSpPr/>
            <p:nvPr/>
          </p:nvSpPr>
          <p:spPr>
            <a:xfrm>
              <a:off x="8016141" y="2002068"/>
              <a:ext cx="260379" cy="260301"/>
            </a:xfrm>
            <a:custGeom>
              <a:rect b="b" l="l" r="r" t="t"/>
              <a:pathLst>
                <a:path extrusionOk="0" h="10001" w="10004">
                  <a:moveTo>
                    <a:pt x="5001" y="1"/>
                  </a:moveTo>
                  <a:cubicBezTo>
                    <a:pt x="2242" y="1"/>
                    <a:pt x="1" y="2242"/>
                    <a:pt x="1" y="5000"/>
                  </a:cubicBezTo>
                  <a:cubicBezTo>
                    <a:pt x="1" y="7762"/>
                    <a:pt x="2242" y="10000"/>
                    <a:pt x="5001" y="10000"/>
                  </a:cubicBezTo>
                  <a:cubicBezTo>
                    <a:pt x="7763" y="10000"/>
                    <a:pt x="10004" y="7762"/>
                    <a:pt x="10004" y="5000"/>
                  </a:cubicBezTo>
                  <a:cubicBezTo>
                    <a:pt x="10004" y="2242"/>
                    <a:pt x="7763" y="1"/>
                    <a:pt x="500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85"/>
            <p:cNvSpPr/>
            <p:nvPr/>
          </p:nvSpPr>
          <p:spPr>
            <a:xfrm>
              <a:off x="7990504" y="2004827"/>
              <a:ext cx="247469" cy="257490"/>
            </a:xfrm>
            <a:custGeom>
              <a:rect b="b" l="l" r="r" t="t"/>
              <a:pathLst>
                <a:path extrusionOk="0" h="9893" w="9508">
                  <a:moveTo>
                    <a:pt x="4965" y="0"/>
                  </a:moveTo>
                  <a:cubicBezTo>
                    <a:pt x="1693" y="679"/>
                    <a:pt x="1" y="4317"/>
                    <a:pt x="1584" y="7262"/>
                  </a:cubicBezTo>
                  <a:cubicBezTo>
                    <a:pt x="2330" y="8652"/>
                    <a:pt x="3688" y="9606"/>
                    <a:pt x="5250" y="9838"/>
                  </a:cubicBezTo>
                  <a:cubicBezTo>
                    <a:pt x="5496" y="9874"/>
                    <a:pt x="5742" y="9892"/>
                    <a:pt x="5987" y="9892"/>
                  </a:cubicBezTo>
                  <a:cubicBezTo>
                    <a:pt x="7295" y="9892"/>
                    <a:pt x="8565" y="9378"/>
                    <a:pt x="9508" y="8445"/>
                  </a:cubicBezTo>
                  <a:lnTo>
                    <a:pt x="9508" y="8445"/>
                  </a:lnTo>
                  <a:cubicBezTo>
                    <a:pt x="9173" y="8515"/>
                    <a:pt x="8832" y="8550"/>
                    <a:pt x="8487" y="8550"/>
                  </a:cubicBezTo>
                  <a:cubicBezTo>
                    <a:pt x="6461" y="8550"/>
                    <a:pt x="4634" y="7329"/>
                    <a:pt x="3860" y="5454"/>
                  </a:cubicBezTo>
                  <a:cubicBezTo>
                    <a:pt x="3090" y="3579"/>
                    <a:pt x="3526" y="1425"/>
                    <a:pt x="496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85"/>
            <p:cNvSpPr/>
            <p:nvPr/>
          </p:nvSpPr>
          <p:spPr>
            <a:xfrm>
              <a:off x="8116243" y="2202350"/>
              <a:ext cx="60202" cy="110096"/>
            </a:xfrm>
            <a:custGeom>
              <a:rect b="b" l="l" r="r" t="t"/>
              <a:pathLst>
                <a:path extrusionOk="0" h="4230" w="2313">
                  <a:moveTo>
                    <a:pt x="771" y="1"/>
                  </a:moveTo>
                  <a:lnTo>
                    <a:pt x="771" y="458"/>
                  </a:lnTo>
                  <a:cubicBezTo>
                    <a:pt x="771" y="532"/>
                    <a:pt x="729" y="599"/>
                    <a:pt x="662" y="630"/>
                  </a:cubicBezTo>
                  <a:lnTo>
                    <a:pt x="215" y="856"/>
                  </a:lnTo>
                  <a:cubicBezTo>
                    <a:pt x="85" y="919"/>
                    <a:pt x="0" y="1053"/>
                    <a:pt x="4" y="1197"/>
                  </a:cubicBezTo>
                  <a:lnTo>
                    <a:pt x="4" y="2900"/>
                  </a:lnTo>
                  <a:cubicBezTo>
                    <a:pt x="0" y="3016"/>
                    <a:pt x="36" y="3125"/>
                    <a:pt x="99" y="3220"/>
                  </a:cubicBezTo>
                  <a:lnTo>
                    <a:pt x="289" y="3508"/>
                  </a:lnTo>
                  <a:cubicBezTo>
                    <a:pt x="352" y="3603"/>
                    <a:pt x="387" y="3713"/>
                    <a:pt x="387" y="3829"/>
                  </a:cubicBezTo>
                  <a:lnTo>
                    <a:pt x="387" y="4230"/>
                  </a:lnTo>
                  <a:lnTo>
                    <a:pt x="1925" y="4230"/>
                  </a:lnTo>
                  <a:lnTo>
                    <a:pt x="1925" y="3829"/>
                  </a:lnTo>
                  <a:cubicBezTo>
                    <a:pt x="1925" y="3713"/>
                    <a:pt x="1960" y="3603"/>
                    <a:pt x="2024" y="3508"/>
                  </a:cubicBezTo>
                  <a:lnTo>
                    <a:pt x="2214" y="3220"/>
                  </a:lnTo>
                  <a:cubicBezTo>
                    <a:pt x="2277" y="3125"/>
                    <a:pt x="2312" y="3016"/>
                    <a:pt x="2312" y="2900"/>
                  </a:cubicBezTo>
                  <a:lnTo>
                    <a:pt x="2312" y="1200"/>
                  </a:lnTo>
                  <a:cubicBezTo>
                    <a:pt x="2312" y="1053"/>
                    <a:pt x="2228" y="919"/>
                    <a:pt x="2097" y="856"/>
                  </a:cubicBezTo>
                  <a:lnTo>
                    <a:pt x="1647" y="630"/>
                  </a:lnTo>
                  <a:cubicBezTo>
                    <a:pt x="1580" y="599"/>
                    <a:pt x="1538" y="532"/>
                    <a:pt x="1538" y="458"/>
                  </a:cubicBezTo>
                  <a:lnTo>
                    <a:pt x="1538"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85"/>
            <p:cNvSpPr/>
            <p:nvPr/>
          </p:nvSpPr>
          <p:spPr>
            <a:xfrm>
              <a:off x="8116243" y="2227622"/>
              <a:ext cx="15044" cy="74855"/>
            </a:xfrm>
            <a:custGeom>
              <a:rect b="b" l="l" r="r" t="t"/>
              <a:pathLst>
                <a:path extrusionOk="0" h="2876" w="578">
                  <a:moveTo>
                    <a:pt x="81" y="1"/>
                  </a:moveTo>
                  <a:cubicBezTo>
                    <a:pt x="29" y="64"/>
                    <a:pt x="4" y="145"/>
                    <a:pt x="0" y="226"/>
                  </a:cubicBezTo>
                  <a:lnTo>
                    <a:pt x="0" y="1932"/>
                  </a:lnTo>
                  <a:cubicBezTo>
                    <a:pt x="0" y="2045"/>
                    <a:pt x="36" y="2157"/>
                    <a:pt x="99" y="2249"/>
                  </a:cubicBezTo>
                  <a:lnTo>
                    <a:pt x="289" y="2537"/>
                  </a:lnTo>
                  <a:cubicBezTo>
                    <a:pt x="352" y="2632"/>
                    <a:pt x="387" y="2742"/>
                    <a:pt x="387" y="2858"/>
                  </a:cubicBezTo>
                  <a:lnTo>
                    <a:pt x="387" y="2875"/>
                  </a:lnTo>
                  <a:lnTo>
                    <a:pt x="577" y="2875"/>
                  </a:lnTo>
                  <a:lnTo>
                    <a:pt x="577" y="567"/>
                  </a:lnTo>
                  <a:cubicBezTo>
                    <a:pt x="577" y="444"/>
                    <a:pt x="521" y="331"/>
                    <a:pt x="426" y="258"/>
                  </a:cubicBezTo>
                  <a:lnTo>
                    <a:pt x="8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85"/>
            <p:cNvSpPr/>
            <p:nvPr/>
          </p:nvSpPr>
          <p:spPr>
            <a:xfrm>
              <a:off x="8161401" y="2227622"/>
              <a:ext cx="15044" cy="74855"/>
            </a:xfrm>
            <a:custGeom>
              <a:rect b="b" l="l" r="r" t="t"/>
              <a:pathLst>
                <a:path extrusionOk="0" h="2876" w="578">
                  <a:moveTo>
                    <a:pt x="496" y="1"/>
                  </a:moveTo>
                  <a:lnTo>
                    <a:pt x="151" y="258"/>
                  </a:lnTo>
                  <a:cubicBezTo>
                    <a:pt x="56" y="331"/>
                    <a:pt x="0" y="444"/>
                    <a:pt x="0" y="567"/>
                  </a:cubicBezTo>
                  <a:lnTo>
                    <a:pt x="0" y="2875"/>
                  </a:lnTo>
                  <a:lnTo>
                    <a:pt x="190" y="2875"/>
                  </a:lnTo>
                  <a:lnTo>
                    <a:pt x="190" y="2858"/>
                  </a:lnTo>
                  <a:cubicBezTo>
                    <a:pt x="190" y="2742"/>
                    <a:pt x="225" y="2632"/>
                    <a:pt x="289" y="2537"/>
                  </a:cubicBezTo>
                  <a:lnTo>
                    <a:pt x="479" y="2249"/>
                  </a:lnTo>
                  <a:cubicBezTo>
                    <a:pt x="542" y="2157"/>
                    <a:pt x="577" y="2045"/>
                    <a:pt x="577" y="1932"/>
                  </a:cubicBezTo>
                  <a:lnTo>
                    <a:pt x="577" y="226"/>
                  </a:lnTo>
                  <a:cubicBezTo>
                    <a:pt x="574" y="145"/>
                    <a:pt x="545" y="64"/>
                    <a:pt x="49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85"/>
            <p:cNvSpPr/>
            <p:nvPr/>
          </p:nvSpPr>
          <p:spPr>
            <a:xfrm>
              <a:off x="8126316" y="2297402"/>
              <a:ext cx="40056" cy="15044"/>
            </a:xfrm>
            <a:custGeom>
              <a:rect b="b" l="l" r="r" t="t"/>
              <a:pathLst>
                <a:path extrusionOk="0" h="578" w="1539">
                  <a:moveTo>
                    <a:pt x="0" y="1"/>
                  </a:moveTo>
                  <a:lnTo>
                    <a:pt x="0"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85"/>
            <p:cNvSpPr/>
            <p:nvPr/>
          </p:nvSpPr>
          <p:spPr>
            <a:xfrm>
              <a:off x="8143806" y="2227362"/>
              <a:ext cx="5075" cy="70066"/>
            </a:xfrm>
            <a:custGeom>
              <a:rect b="b" l="l" r="r" t="t"/>
              <a:pathLst>
                <a:path extrusionOk="0" h="2692" w="195">
                  <a:moveTo>
                    <a:pt x="1" y="0"/>
                  </a:moveTo>
                  <a:lnTo>
                    <a:pt x="1" y="2692"/>
                  </a:lnTo>
                  <a:lnTo>
                    <a:pt x="194" y="2692"/>
                  </a:lnTo>
                  <a:lnTo>
                    <a:pt x="19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85"/>
            <p:cNvSpPr/>
            <p:nvPr/>
          </p:nvSpPr>
          <p:spPr>
            <a:xfrm>
              <a:off x="8136310" y="2202350"/>
              <a:ext cx="20067" cy="25038"/>
            </a:xfrm>
            <a:custGeom>
              <a:rect b="b" l="l" r="r" t="t"/>
              <a:pathLst>
                <a:path extrusionOk="0" h="962" w="771">
                  <a:moveTo>
                    <a:pt x="0" y="1"/>
                  </a:moveTo>
                  <a:lnTo>
                    <a:pt x="0" y="574"/>
                  </a:lnTo>
                  <a:cubicBezTo>
                    <a:pt x="0" y="789"/>
                    <a:pt x="172" y="961"/>
                    <a:pt x="384" y="961"/>
                  </a:cubicBezTo>
                  <a:cubicBezTo>
                    <a:pt x="598" y="961"/>
                    <a:pt x="771" y="789"/>
                    <a:pt x="771" y="578"/>
                  </a:cubicBezTo>
                  <a:lnTo>
                    <a:pt x="771"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85"/>
            <p:cNvSpPr/>
            <p:nvPr/>
          </p:nvSpPr>
          <p:spPr>
            <a:xfrm>
              <a:off x="8126316" y="2162241"/>
              <a:ext cx="40056" cy="45080"/>
            </a:xfrm>
            <a:custGeom>
              <a:rect b="b" l="l" r="r" t="t"/>
              <a:pathLst>
                <a:path extrusionOk="0" h="1732" w="1539">
                  <a:moveTo>
                    <a:pt x="578" y="0"/>
                  </a:moveTo>
                  <a:cubicBezTo>
                    <a:pt x="257" y="0"/>
                    <a:pt x="0" y="261"/>
                    <a:pt x="0" y="578"/>
                  </a:cubicBezTo>
                  <a:lnTo>
                    <a:pt x="0" y="965"/>
                  </a:lnTo>
                  <a:cubicBezTo>
                    <a:pt x="0" y="1387"/>
                    <a:pt x="345" y="1732"/>
                    <a:pt x="768" y="1732"/>
                  </a:cubicBezTo>
                  <a:cubicBezTo>
                    <a:pt x="1193" y="1732"/>
                    <a:pt x="1538" y="1387"/>
                    <a:pt x="1538" y="965"/>
                  </a:cubicBezTo>
                  <a:lnTo>
                    <a:pt x="1538" y="578"/>
                  </a:lnTo>
                  <a:cubicBezTo>
                    <a:pt x="1538" y="261"/>
                    <a:pt x="1281" y="0"/>
                    <a:pt x="9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85"/>
            <p:cNvSpPr/>
            <p:nvPr/>
          </p:nvSpPr>
          <p:spPr>
            <a:xfrm>
              <a:off x="8126238" y="2162241"/>
              <a:ext cx="27589" cy="45080"/>
            </a:xfrm>
            <a:custGeom>
              <a:rect b="b" l="l" r="r" t="t"/>
              <a:pathLst>
                <a:path extrusionOk="0" h="1732" w="1060">
                  <a:moveTo>
                    <a:pt x="581" y="0"/>
                  </a:moveTo>
                  <a:cubicBezTo>
                    <a:pt x="260" y="0"/>
                    <a:pt x="3" y="261"/>
                    <a:pt x="3" y="578"/>
                  </a:cubicBezTo>
                  <a:lnTo>
                    <a:pt x="3" y="965"/>
                  </a:lnTo>
                  <a:cubicBezTo>
                    <a:pt x="1" y="1404"/>
                    <a:pt x="363" y="1732"/>
                    <a:pt x="770" y="1732"/>
                  </a:cubicBezTo>
                  <a:cubicBezTo>
                    <a:pt x="865" y="1732"/>
                    <a:pt x="963" y="1714"/>
                    <a:pt x="1059" y="1675"/>
                  </a:cubicBezTo>
                  <a:cubicBezTo>
                    <a:pt x="767" y="1556"/>
                    <a:pt x="581" y="1274"/>
                    <a:pt x="581" y="965"/>
                  </a:cubicBezTo>
                  <a:lnTo>
                    <a:pt x="581" y="578"/>
                  </a:lnTo>
                  <a:cubicBezTo>
                    <a:pt x="581" y="296"/>
                    <a:pt x="785" y="57"/>
                    <a:pt x="1059" y="11"/>
                  </a:cubicBezTo>
                  <a:cubicBezTo>
                    <a:pt x="1027" y="4"/>
                    <a:pt x="996" y="0"/>
                    <a:pt x="96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85"/>
            <p:cNvSpPr/>
            <p:nvPr/>
          </p:nvSpPr>
          <p:spPr>
            <a:xfrm>
              <a:off x="8126316" y="2162241"/>
              <a:ext cx="40056" cy="20093"/>
            </a:xfrm>
            <a:custGeom>
              <a:rect b="b" l="l" r="r" t="t"/>
              <a:pathLst>
                <a:path extrusionOk="0" h="772" w="1539">
                  <a:moveTo>
                    <a:pt x="578" y="0"/>
                  </a:moveTo>
                  <a:cubicBezTo>
                    <a:pt x="257" y="0"/>
                    <a:pt x="0" y="261"/>
                    <a:pt x="0" y="578"/>
                  </a:cubicBezTo>
                  <a:cubicBezTo>
                    <a:pt x="0" y="578"/>
                    <a:pt x="578" y="771"/>
                    <a:pt x="1538" y="771"/>
                  </a:cubicBezTo>
                  <a:lnTo>
                    <a:pt x="1538" y="578"/>
                  </a:lnTo>
                  <a:cubicBezTo>
                    <a:pt x="1538" y="261"/>
                    <a:pt x="1281" y="0"/>
                    <a:pt x="96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85"/>
            <p:cNvSpPr/>
            <p:nvPr/>
          </p:nvSpPr>
          <p:spPr>
            <a:xfrm>
              <a:off x="8126316" y="2162241"/>
              <a:ext cx="27511" cy="18349"/>
            </a:xfrm>
            <a:custGeom>
              <a:rect b="b" l="l" r="r" t="t"/>
              <a:pathLst>
                <a:path extrusionOk="0" h="705" w="1057">
                  <a:moveTo>
                    <a:pt x="578" y="0"/>
                  </a:moveTo>
                  <a:cubicBezTo>
                    <a:pt x="257" y="0"/>
                    <a:pt x="0" y="261"/>
                    <a:pt x="0" y="578"/>
                  </a:cubicBezTo>
                  <a:cubicBezTo>
                    <a:pt x="187" y="634"/>
                    <a:pt x="380" y="676"/>
                    <a:pt x="578" y="704"/>
                  </a:cubicBezTo>
                  <a:lnTo>
                    <a:pt x="578" y="578"/>
                  </a:lnTo>
                  <a:cubicBezTo>
                    <a:pt x="578" y="296"/>
                    <a:pt x="782" y="57"/>
                    <a:pt x="1056" y="11"/>
                  </a:cubicBezTo>
                  <a:cubicBezTo>
                    <a:pt x="1024" y="4"/>
                    <a:pt x="993" y="4"/>
                    <a:pt x="9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85"/>
            <p:cNvSpPr/>
            <p:nvPr/>
          </p:nvSpPr>
          <p:spPr>
            <a:xfrm>
              <a:off x="8196382" y="2202350"/>
              <a:ext cx="60097" cy="110096"/>
            </a:xfrm>
            <a:custGeom>
              <a:rect b="b" l="l" r="r" t="t"/>
              <a:pathLst>
                <a:path extrusionOk="0" h="4230" w="2309">
                  <a:moveTo>
                    <a:pt x="771" y="1"/>
                  </a:moveTo>
                  <a:lnTo>
                    <a:pt x="771" y="458"/>
                  </a:lnTo>
                  <a:cubicBezTo>
                    <a:pt x="771" y="532"/>
                    <a:pt x="728"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6" y="3603"/>
                    <a:pt x="2020" y="3508"/>
                  </a:cubicBezTo>
                  <a:lnTo>
                    <a:pt x="2213" y="3220"/>
                  </a:lnTo>
                  <a:cubicBezTo>
                    <a:pt x="2273" y="3125"/>
                    <a:pt x="2308" y="3016"/>
                    <a:pt x="2308" y="2900"/>
                  </a:cubicBezTo>
                  <a:lnTo>
                    <a:pt x="2308" y="1200"/>
                  </a:lnTo>
                  <a:cubicBezTo>
                    <a:pt x="2308" y="1053"/>
                    <a:pt x="2227" y="919"/>
                    <a:pt x="2097" y="856"/>
                  </a:cubicBezTo>
                  <a:lnTo>
                    <a:pt x="1647" y="630"/>
                  </a:lnTo>
                  <a:cubicBezTo>
                    <a:pt x="1580" y="599"/>
                    <a:pt x="1538" y="532"/>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85"/>
            <p:cNvSpPr/>
            <p:nvPr/>
          </p:nvSpPr>
          <p:spPr>
            <a:xfrm>
              <a:off x="8196382"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2"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85"/>
            <p:cNvSpPr/>
            <p:nvPr/>
          </p:nvSpPr>
          <p:spPr>
            <a:xfrm>
              <a:off x="8241513" y="2227622"/>
              <a:ext cx="15044" cy="74855"/>
            </a:xfrm>
            <a:custGeom>
              <a:rect b="b" l="l" r="r" t="t"/>
              <a:pathLst>
                <a:path extrusionOk="0" h="2876" w="578">
                  <a:moveTo>
                    <a:pt x="497" y="1"/>
                  </a:moveTo>
                  <a:lnTo>
                    <a:pt x="152" y="258"/>
                  </a:lnTo>
                  <a:cubicBezTo>
                    <a:pt x="57" y="331"/>
                    <a:pt x="1" y="444"/>
                    <a:pt x="1" y="567"/>
                  </a:cubicBezTo>
                  <a:lnTo>
                    <a:pt x="1" y="2875"/>
                  </a:lnTo>
                  <a:lnTo>
                    <a:pt x="191" y="2875"/>
                  </a:lnTo>
                  <a:lnTo>
                    <a:pt x="191" y="2858"/>
                  </a:lnTo>
                  <a:cubicBezTo>
                    <a:pt x="191" y="2742"/>
                    <a:pt x="222" y="2632"/>
                    <a:pt x="286" y="2537"/>
                  </a:cubicBezTo>
                  <a:lnTo>
                    <a:pt x="479" y="2249"/>
                  </a:lnTo>
                  <a:cubicBezTo>
                    <a:pt x="543" y="2157"/>
                    <a:pt x="578" y="2045"/>
                    <a:pt x="578" y="1932"/>
                  </a:cubicBezTo>
                  <a:lnTo>
                    <a:pt x="578"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85"/>
            <p:cNvSpPr/>
            <p:nvPr/>
          </p:nvSpPr>
          <p:spPr>
            <a:xfrm>
              <a:off x="8206350"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85"/>
            <p:cNvSpPr/>
            <p:nvPr/>
          </p:nvSpPr>
          <p:spPr>
            <a:xfrm>
              <a:off x="8223945"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85"/>
            <p:cNvSpPr/>
            <p:nvPr/>
          </p:nvSpPr>
          <p:spPr>
            <a:xfrm>
              <a:off x="8216423" y="2202350"/>
              <a:ext cx="19989" cy="25038"/>
            </a:xfrm>
            <a:custGeom>
              <a:rect b="b" l="l" r="r" t="t"/>
              <a:pathLst>
                <a:path extrusionOk="0" h="962" w="768">
                  <a:moveTo>
                    <a:pt x="1" y="1"/>
                  </a:moveTo>
                  <a:lnTo>
                    <a:pt x="1" y="574"/>
                  </a:lnTo>
                  <a:cubicBezTo>
                    <a:pt x="1" y="789"/>
                    <a:pt x="173"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85"/>
            <p:cNvSpPr/>
            <p:nvPr/>
          </p:nvSpPr>
          <p:spPr>
            <a:xfrm>
              <a:off x="8206350" y="2162241"/>
              <a:ext cx="40134" cy="45080"/>
            </a:xfrm>
            <a:custGeom>
              <a:rect b="b" l="l" r="r" t="t"/>
              <a:pathLst>
                <a:path extrusionOk="0" h="1732" w="1542">
                  <a:moveTo>
                    <a:pt x="578" y="0"/>
                  </a:moveTo>
                  <a:cubicBezTo>
                    <a:pt x="261" y="0"/>
                    <a:pt x="1" y="261"/>
                    <a:pt x="1" y="578"/>
                  </a:cubicBezTo>
                  <a:lnTo>
                    <a:pt x="1" y="965"/>
                  </a:lnTo>
                  <a:cubicBezTo>
                    <a:pt x="1" y="1387"/>
                    <a:pt x="345" y="1732"/>
                    <a:pt x="771" y="1732"/>
                  </a:cubicBezTo>
                  <a:cubicBezTo>
                    <a:pt x="1197" y="1732"/>
                    <a:pt x="1542" y="1387"/>
                    <a:pt x="1542" y="965"/>
                  </a:cubicBezTo>
                  <a:lnTo>
                    <a:pt x="1542" y="578"/>
                  </a:lnTo>
                  <a:cubicBezTo>
                    <a:pt x="1542" y="261"/>
                    <a:pt x="1281"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85"/>
            <p:cNvSpPr/>
            <p:nvPr/>
          </p:nvSpPr>
          <p:spPr>
            <a:xfrm>
              <a:off x="8206350"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6"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85"/>
            <p:cNvSpPr/>
            <p:nvPr/>
          </p:nvSpPr>
          <p:spPr>
            <a:xfrm>
              <a:off x="8206350" y="2162241"/>
              <a:ext cx="40134" cy="20093"/>
            </a:xfrm>
            <a:custGeom>
              <a:rect b="b" l="l" r="r" t="t"/>
              <a:pathLst>
                <a:path extrusionOk="0" h="772" w="1542">
                  <a:moveTo>
                    <a:pt x="581" y="0"/>
                  </a:moveTo>
                  <a:cubicBezTo>
                    <a:pt x="261" y="0"/>
                    <a:pt x="4" y="261"/>
                    <a:pt x="4" y="578"/>
                  </a:cubicBezTo>
                  <a:lnTo>
                    <a:pt x="1" y="578"/>
                  </a:lnTo>
                  <a:cubicBezTo>
                    <a:pt x="1" y="578"/>
                    <a:pt x="578" y="771"/>
                    <a:pt x="1542" y="771"/>
                  </a:cubicBezTo>
                  <a:lnTo>
                    <a:pt x="1542" y="578"/>
                  </a:lnTo>
                  <a:cubicBezTo>
                    <a:pt x="1542" y="261"/>
                    <a:pt x="1281"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85"/>
            <p:cNvSpPr/>
            <p:nvPr/>
          </p:nvSpPr>
          <p:spPr>
            <a:xfrm>
              <a:off x="8206350"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6"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85"/>
            <p:cNvSpPr/>
            <p:nvPr/>
          </p:nvSpPr>
          <p:spPr>
            <a:xfrm>
              <a:off x="8036208" y="2202350"/>
              <a:ext cx="60097" cy="110096"/>
            </a:xfrm>
            <a:custGeom>
              <a:rect b="b" l="l" r="r" t="t"/>
              <a:pathLst>
                <a:path extrusionOk="0" h="4230" w="2309">
                  <a:moveTo>
                    <a:pt x="771" y="1"/>
                  </a:moveTo>
                  <a:lnTo>
                    <a:pt x="771" y="458"/>
                  </a:lnTo>
                  <a:cubicBezTo>
                    <a:pt x="767" y="532"/>
                    <a:pt x="729"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7" y="3603"/>
                    <a:pt x="2020" y="3508"/>
                  </a:cubicBezTo>
                  <a:lnTo>
                    <a:pt x="2213" y="3220"/>
                  </a:lnTo>
                  <a:cubicBezTo>
                    <a:pt x="2273" y="3125"/>
                    <a:pt x="2308" y="3016"/>
                    <a:pt x="2308" y="2900"/>
                  </a:cubicBezTo>
                  <a:lnTo>
                    <a:pt x="2308" y="1200"/>
                  </a:lnTo>
                  <a:cubicBezTo>
                    <a:pt x="2308" y="1053"/>
                    <a:pt x="2228" y="919"/>
                    <a:pt x="2094" y="856"/>
                  </a:cubicBezTo>
                  <a:lnTo>
                    <a:pt x="1643" y="630"/>
                  </a:lnTo>
                  <a:cubicBezTo>
                    <a:pt x="1580" y="595"/>
                    <a:pt x="1538" y="528"/>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85"/>
            <p:cNvSpPr/>
            <p:nvPr/>
          </p:nvSpPr>
          <p:spPr>
            <a:xfrm>
              <a:off x="8036208"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3"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85"/>
            <p:cNvSpPr/>
            <p:nvPr/>
          </p:nvSpPr>
          <p:spPr>
            <a:xfrm>
              <a:off x="8081262" y="2227622"/>
              <a:ext cx="15044" cy="74855"/>
            </a:xfrm>
            <a:custGeom>
              <a:rect b="b" l="l" r="r" t="t"/>
              <a:pathLst>
                <a:path extrusionOk="0" h="2876" w="578">
                  <a:moveTo>
                    <a:pt x="497" y="1"/>
                  </a:moveTo>
                  <a:lnTo>
                    <a:pt x="152" y="258"/>
                  </a:lnTo>
                  <a:cubicBezTo>
                    <a:pt x="57" y="331"/>
                    <a:pt x="0" y="444"/>
                    <a:pt x="0" y="567"/>
                  </a:cubicBezTo>
                  <a:lnTo>
                    <a:pt x="0" y="2875"/>
                  </a:lnTo>
                  <a:lnTo>
                    <a:pt x="194" y="2875"/>
                  </a:lnTo>
                  <a:lnTo>
                    <a:pt x="194" y="2858"/>
                  </a:lnTo>
                  <a:cubicBezTo>
                    <a:pt x="194" y="2742"/>
                    <a:pt x="226" y="2632"/>
                    <a:pt x="289" y="2537"/>
                  </a:cubicBezTo>
                  <a:lnTo>
                    <a:pt x="479" y="2249"/>
                  </a:lnTo>
                  <a:cubicBezTo>
                    <a:pt x="542" y="2157"/>
                    <a:pt x="577" y="2045"/>
                    <a:pt x="577" y="1932"/>
                  </a:cubicBezTo>
                  <a:lnTo>
                    <a:pt x="577"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85"/>
            <p:cNvSpPr/>
            <p:nvPr/>
          </p:nvSpPr>
          <p:spPr>
            <a:xfrm>
              <a:off x="8046177"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85"/>
            <p:cNvSpPr/>
            <p:nvPr/>
          </p:nvSpPr>
          <p:spPr>
            <a:xfrm>
              <a:off x="8063772"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85"/>
            <p:cNvSpPr/>
            <p:nvPr/>
          </p:nvSpPr>
          <p:spPr>
            <a:xfrm>
              <a:off x="8056250" y="2202350"/>
              <a:ext cx="19989" cy="25038"/>
            </a:xfrm>
            <a:custGeom>
              <a:rect b="b" l="l" r="r" t="t"/>
              <a:pathLst>
                <a:path extrusionOk="0" h="962" w="768">
                  <a:moveTo>
                    <a:pt x="1" y="1"/>
                  </a:moveTo>
                  <a:lnTo>
                    <a:pt x="1" y="574"/>
                  </a:lnTo>
                  <a:cubicBezTo>
                    <a:pt x="1" y="789"/>
                    <a:pt x="170"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85"/>
            <p:cNvSpPr/>
            <p:nvPr/>
          </p:nvSpPr>
          <p:spPr>
            <a:xfrm>
              <a:off x="8046177" y="2162241"/>
              <a:ext cx="40134" cy="45080"/>
            </a:xfrm>
            <a:custGeom>
              <a:rect b="b" l="l" r="r" t="t"/>
              <a:pathLst>
                <a:path extrusionOk="0" h="1732" w="1542">
                  <a:moveTo>
                    <a:pt x="578" y="0"/>
                  </a:moveTo>
                  <a:cubicBezTo>
                    <a:pt x="261" y="0"/>
                    <a:pt x="1" y="261"/>
                    <a:pt x="1" y="578"/>
                  </a:cubicBezTo>
                  <a:lnTo>
                    <a:pt x="1" y="965"/>
                  </a:lnTo>
                  <a:cubicBezTo>
                    <a:pt x="1" y="1387"/>
                    <a:pt x="346" y="1732"/>
                    <a:pt x="771" y="1732"/>
                  </a:cubicBezTo>
                  <a:cubicBezTo>
                    <a:pt x="1197" y="1732"/>
                    <a:pt x="1542" y="1387"/>
                    <a:pt x="1542" y="965"/>
                  </a:cubicBezTo>
                  <a:lnTo>
                    <a:pt x="1542" y="578"/>
                  </a:lnTo>
                  <a:cubicBezTo>
                    <a:pt x="1542" y="261"/>
                    <a:pt x="1282"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85"/>
            <p:cNvSpPr/>
            <p:nvPr/>
          </p:nvSpPr>
          <p:spPr>
            <a:xfrm>
              <a:off x="8046177"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7"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85"/>
            <p:cNvSpPr/>
            <p:nvPr/>
          </p:nvSpPr>
          <p:spPr>
            <a:xfrm>
              <a:off x="8046177" y="2162241"/>
              <a:ext cx="40134" cy="20093"/>
            </a:xfrm>
            <a:custGeom>
              <a:rect b="b" l="l" r="r" t="t"/>
              <a:pathLst>
                <a:path extrusionOk="0" h="772" w="1542">
                  <a:moveTo>
                    <a:pt x="578" y="0"/>
                  </a:moveTo>
                  <a:cubicBezTo>
                    <a:pt x="261" y="0"/>
                    <a:pt x="1" y="261"/>
                    <a:pt x="1" y="578"/>
                  </a:cubicBezTo>
                  <a:cubicBezTo>
                    <a:pt x="1" y="578"/>
                    <a:pt x="578" y="771"/>
                    <a:pt x="1542" y="771"/>
                  </a:cubicBezTo>
                  <a:lnTo>
                    <a:pt x="1542" y="578"/>
                  </a:lnTo>
                  <a:cubicBezTo>
                    <a:pt x="1542" y="261"/>
                    <a:pt x="1282"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85"/>
            <p:cNvSpPr/>
            <p:nvPr/>
          </p:nvSpPr>
          <p:spPr>
            <a:xfrm>
              <a:off x="8046177"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7"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85"/>
            <p:cNvSpPr/>
            <p:nvPr/>
          </p:nvSpPr>
          <p:spPr>
            <a:xfrm>
              <a:off x="8031445" y="2157582"/>
              <a:ext cx="69519" cy="159549"/>
            </a:xfrm>
            <a:custGeom>
              <a:rect b="b" l="l" r="r" t="t"/>
              <a:pathLst>
                <a:path extrusionOk="0" h="6130" w="2671">
                  <a:moveTo>
                    <a:pt x="1527" y="362"/>
                  </a:moveTo>
                  <a:cubicBezTo>
                    <a:pt x="1746" y="362"/>
                    <a:pt x="1925" y="538"/>
                    <a:pt x="1925" y="757"/>
                  </a:cubicBezTo>
                  <a:lnTo>
                    <a:pt x="1925" y="1144"/>
                  </a:lnTo>
                  <a:cubicBezTo>
                    <a:pt x="1925" y="1467"/>
                    <a:pt x="1661" y="1731"/>
                    <a:pt x="1334" y="1731"/>
                  </a:cubicBezTo>
                  <a:cubicBezTo>
                    <a:pt x="1010" y="1731"/>
                    <a:pt x="746" y="1467"/>
                    <a:pt x="746" y="1144"/>
                  </a:cubicBezTo>
                  <a:lnTo>
                    <a:pt x="746" y="757"/>
                  </a:lnTo>
                  <a:cubicBezTo>
                    <a:pt x="746" y="538"/>
                    <a:pt x="926" y="362"/>
                    <a:pt x="1144" y="362"/>
                  </a:cubicBezTo>
                  <a:close/>
                  <a:moveTo>
                    <a:pt x="1541" y="2090"/>
                  </a:moveTo>
                  <a:lnTo>
                    <a:pt x="1541" y="2178"/>
                  </a:lnTo>
                  <a:cubicBezTo>
                    <a:pt x="1541" y="2241"/>
                    <a:pt x="1559" y="2308"/>
                    <a:pt x="1591" y="2364"/>
                  </a:cubicBezTo>
                  <a:lnTo>
                    <a:pt x="1348" y="2611"/>
                  </a:lnTo>
                  <a:cubicBezTo>
                    <a:pt x="1344" y="2612"/>
                    <a:pt x="1341" y="2613"/>
                    <a:pt x="1337" y="2613"/>
                  </a:cubicBezTo>
                  <a:cubicBezTo>
                    <a:pt x="1334" y="2613"/>
                    <a:pt x="1330" y="2612"/>
                    <a:pt x="1327" y="2611"/>
                  </a:cubicBezTo>
                  <a:lnTo>
                    <a:pt x="1084" y="2364"/>
                  </a:lnTo>
                  <a:cubicBezTo>
                    <a:pt x="1116" y="2308"/>
                    <a:pt x="1133" y="2241"/>
                    <a:pt x="1133" y="2178"/>
                  </a:cubicBezTo>
                  <a:lnTo>
                    <a:pt x="1133" y="2090"/>
                  </a:lnTo>
                  <a:close/>
                  <a:moveTo>
                    <a:pt x="1144" y="0"/>
                  </a:moveTo>
                  <a:cubicBezTo>
                    <a:pt x="725" y="0"/>
                    <a:pt x="387" y="338"/>
                    <a:pt x="387" y="757"/>
                  </a:cubicBezTo>
                  <a:lnTo>
                    <a:pt x="387" y="1144"/>
                  </a:lnTo>
                  <a:cubicBezTo>
                    <a:pt x="387" y="1443"/>
                    <a:pt x="532" y="1728"/>
                    <a:pt x="771" y="1904"/>
                  </a:cubicBezTo>
                  <a:lnTo>
                    <a:pt x="771" y="2178"/>
                  </a:lnTo>
                  <a:cubicBezTo>
                    <a:pt x="771" y="2181"/>
                    <a:pt x="771" y="2189"/>
                    <a:pt x="764" y="2189"/>
                  </a:cubicBezTo>
                  <a:lnTo>
                    <a:pt x="313" y="2414"/>
                  </a:lnTo>
                  <a:cubicBezTo>
                    <a:pt x="123" y="2509"/>
                    <a:pt x="0" y="2706"/>
                    <a:pt x="4" y="2920"/>
                  </a:cubicBezTo>
                  <a:lnTo>
                    <a:pt x="4" y="4623"/>
                  </a:lnTo>
                  <a:cubicBezTo>
                    <a:pt x="4" y="4771"/>
                    <a:pt x="46" y="4919"/>
                    <a:pt x="131" y="5042"/>
                  </a:cubicBezTo>
                  <a:lnTo>
                    <a:pt x="321" y="5327"/>
                  </a:lnTo>
                  <a:cubicBezTo>
                    <a:pt x="363" y="5394"/>
                    <a:pt x="387" y="5471"/>
                    <a:pt x="387" y="5549"/>
                  </a:cubicBezTo>
                  <a:lnTo>
                    <a:pt x="387" y="5950"/>
                  </a:lnTo>
                  <a:cubicBezTo>
                    <a:pt x="387" y="6069"/>
                    <a:pt x="477" y="6129"/>
                    <a:pt x="567" y="6129"/>
                  </a:cubicBezTo>
                  <a:cubicBezTo>
                    <a:pt x="657" y="6129"/>
                    <a:pt x="746" y="6069"/>
                    <a:pt x="746" y="5950"/>
                  </a:cubicBezTo>
                  <a:lnTo>
                    <a:pt x="746" y="5549"/>
                  </a:lnTo>
                  <a:cubicBezTo>
                    <a:pt x="746" y="5397"/>
                    <a:pt x="704" y="5253"/>
                    <a:pt x="620" y="5130"/>
                  </a:cubicBezTo>
                  <a:lnTo>
                    <a:pt x="430" y="4841"/>
                  </a:lnTo>
                  <a:cubicBezTo>
                    <a:pt x="384" y="4778"/>
                    <a:pt x="363" y="4701"/>
                    <a:pt x="363" y="4623"/>
                  </a:cubicBezTo>
                  <a:lnTo>
                    <a:pt x="363" y="2920"/>
                  </a:lnTo>
                  <a:cubicBezTo>
                    <a:pt x="363" y="2839"/>
                    <a:pt x="405" y="2769"/>
                    <a:pt x="475" y="2737"/>
                  </a:cubicBezTo>
                  <a:lnTo>
                    <a:pt x="788" y="2579"/>
                  </a:lnTo>
                  <a:lnTo>
                    <a:pt x="1073" y="2864"/>
                  </a:lnTo>
                  <a:cubicBezTo>
                    <a:pt x="1146" y="2938"/>
                    <a:pt x="1241" y="2975"/>
                    <a:pt x="1336" y="2975"/>
                  </a:cubicBezTo>
                  <a:cubicBezTo>
                    <a:pt x="1431" y="2975"/>
                    <a:pt x="1527" y="2938"/>
                    <a:pt x="1601" y="2864"/>
                  </a:cubicBezTo>
                  <a:lnTo>
                    <a:pt x="1886" y="2579"/>
                  </a:lnTo>
                  <a:lnTo>
                    <a:pt x="2199" y="2737"/>
                  </a:lnTo>
                  <a:cubicBezTo>
                    <a:pt x="2266" y="2769"/>
                    <a:pt x="2312" y="2839"/>
                    <a:pt x="2312" y="2920"/>
                  </a:cubicBezTo>
                  <a:lnTo>
                    <a:pt x="2312" y="4623"/>
                  </a:lnTo>
                  <a:cubicBezTo>
                    <a:pt x="2312" y="4701"/>
                    <a:pt x="2287" y="4778"/>
                    <a:pt x="2245" y="4841"/>
                  </a:cubicBezTo>
                  <a:lnTo>
                    <a:pt x="2052" y="5126"/>
                  </a:lnTo>
                  <a:cubicBezTo>
                    <a:pt x="1971" y="5253"/>
                    <a:pt x="1925" y="5397"/>
                    <a:pt x="1925" y="5549"/>
                  </a:cubicBezTo>
                  <a:lnTo>
                    <a:pt x="1925" y="5950"/>
                  </a:lnTo>
                  <a:cubicBezTo>
                    <a:pt x="1925" y="6069"/>
                    <a:pt x="2016" y="6129"/>
                    <a:pt x="2106" y="6129"/>
                  </a:cubicBezTo>
                  <a:cubicBezTo>
                    <a:pt x="2197" y="6129"/>
                    <a:pt x="2287" y="6069"/>
                    <a:pt x="2287" y="5950"/>
                  </a:cubicBezTo>
                  <a:lnTo>
                    <a:pt x="2287" y="5549"/>
                  </a:lnTo>
                  <a:cubicBezTo>
                    <a:pt x="2287" y="5468"/>
                    <a:pt x="2308" y="5394"/>
                    <a:pt x="2354" y="5327"/>
                  </a:cubicBezTo>
                  <a:lnTo>
                    <a:pt x="2544" y="5042"/>
                  </a:lnTo>
                  <a:cubicBezTo>
                    <a:pt x="2625" y="4919"/>
                    <a:pt x="2671" y="4771"/>
                    <a:pt x="2671" y="4623"/>
                  </a:cubicBezTo>
                  <a:lnTo>
                    <a:pt x="2671" y="2920"/>
                  </a:lnTo>
                  <a:cubicBezTo>
                    <a:pt x="2671" y="2706"/>
                    <a:pt x="2551" y="2509"/>
                    <a:pt x="2358" y="2414"/>
                  </a:cubicBezTo>
                  <a:lnTo>
                    <a:pt x="1907" y="2189"/>
                  </a:lnTo>
                  <a:cubicBezTo>
                    <a:pt x="1904" y="2185"/>
                    <a:pt x="1900" y="2181"/>
                    <a:pt x="1900" y="2178"/>
                  </a:cubicBezTo>
                  <a:lnTo>
                    <a:pt x="1900" y="1904"/>
                  </a:lnTo>
                  <a:cubicBezTo>
                    <a:pt x="2143" y="1728"/>
                    <a:pt x="2287" y="1443"/>
                    <a:pt x="2287" y="1144"/>
                  </a:cubicBezTo>
                  <a:lnTo>
                    <a:pt x="2287" y="757"/>
                  </a:lnTo>
                  <a:cubicBezTo>
                    <a:pt x="2284" y="338"/>
                    <a:pt x="1946" y="0"/>
                    <a:pt x="1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85"/>
            <p:cNvSpPr/>
            <p:nvPr/>
          </p:nvSpPr>
          <p:spPr>
            <a:xfrm>
              <a:off x="8111584" y="2157582"/>
              <a:ext cx="69519" cy="159549"/>
            </a:xfrm>
            <a:custGeom>
              <a:rect b="b" l="l" r="r" t="t"/>
              <a:pathLst>
                <a:path extrusionOk="0" h="6130" w="2671">
                  <a:moveTo>
                    <a:pt x="1527" y="362"/>
                  </a:moveTo>
                  <a:cubicBezTo>
                    <a:pt x="1745" y="362"/>
                    <a:pt x="1921" y="538"/>
                    <a:pt x="1921" y="757"/>
                  </a:cubicBezTo>
                  <a:lnTo>
                    <a:pt x="1921" y="1144"/>
                  </a:lnTo>
                  <a:cubicBezTo>
                    <a:pt x="1921" y="1467"/>
                    <a:pt x="1657" y="1731"/>
                    <a:pt x="1334" y="1731"/>
                  </a:cubicBezTo>
                  <a:cubicBezTo>
                    <a:pt x="1006" y="1731"/>
                    <a:pt x="742" y="1467"/>
                    <a:pt x="742" y="1144"/>
                  </a:cubicBezTo>
                  <a:lnTo>
                    <a:pt x="742" y="757"/>
                  </a:lnTo>
                  <a:lnTo>
                    <a:pt x="746" y="757"/>
                  </a:lnTo>
                  <a:cubicBezTo>
                    <a:pt x="746" y="538"/>
                    <a:pt x="922" y="362"/>
                    <a:pt x="1144" y="362"/>
                  </a:cubicBezTo>
                  <a:close/>
                  <a:moveTo>
                    <a:pt x="1541" y="2090"/>
                  </a:moveTo>
                  <a:lnTo>
                    <a:pt x="1541" y="2178"/>
                  </a:lnTo>
                  <a:cubicBezTo>
                    <a:pt x="1541" y="2241"/>
                    <a:pt x="1559" y="2308"/>
                    <a:pt x="1590" y="2364"/>
                  </a:cubicBezTo>
                  <a:lnTo>
                    <a:pt x="1344" y="2611"/>
                  </a:lnTo>
                  <a:cubicBezTo>
                    <a:pt x="1342" y="2612"/>
                    <a:pt x="1339" y="2613"/>
                    <a:pt x="1335" y="2613"/>
                  </a:cubicBezTo>
                  <a:cubicBezTo>
                    <a:pt x="1332" y="2613"/>
                    <a:pt x="1328" y="2612"/>
                    <a:pt x="1326" y="2611"/>
                  </a:cubicBezTo>
                  <a:lnTo>
                    <a:pt x="1080" y="2364"/>
                  </a:lnTo>
                  <a:cubicBezTo>
                    <a:pt x="1112" y="2308"/>
                    <a:pt x="1129" y="2241"/>
                    <a:pt x="1129" y="2178"/>
                  </a:cubicBezTo>
                  <a:lnTo>
                    <a:pt x="1129" y="2090"/>
                  </a:lnTo>
                  <a:close/>
                  <a:moveTo>
                    <a:pt x="1144" y="0"/>
                  </a:moveTo>
                  <a:cubicBezTo>
                    <a:pt x="725" y="0"/>
                    <a:pt x="387" y="338"/>
                    <a:pt x="387" y="757"/>
                  </a:cubicBezTo>
                  <a:lnTo>
                    <a:pt x="387" y="1144"/>
                  </a:lnTo>
                  <a:cubicBezTo>
                    <a:pt x="387" y="1443"/>
                    <a:pt x="528" y="1728"/>
                    <a:pt x="771" y="1904"/>
                  </a:cubicBezTo>
                  <a:lnTo>
                    <a:pt x="771" y="2178"/>
                  </a:lnTo>
                  <a:cubicBezTo>
                    <a:pt x="771" y="2181"/>
                    <a:pt x="767" y="2189"/>
                    <a:pt x="764" y="2189"/>
                  </a:cubicBezTo>
                  <a:lnTo>
                    <a:pt x="313" y="2414"/>
                  </a:lnTo>
                  <a:cubicBezTo>
                    <a:pt x="120" y="2509"/>
                    <a:pt x="0" y="2706"/>
                    <a:pt x="0" y="2920"/>
                  </a:cubicBezTo>
                  <a:lnTo>
                    <a:pt x="0" y="4623"/>
                  </a:lnTo>
                  <a:cubicBezTo>
                    <a:pt x="0" y="4771"/>
                    <a:pt x="46" y="4919"/>
                    <a:pt x="127" y="5042"/>
                  </a:cubicBezTo>
                  <a:lnTo>
                    <a:pt x="320" y="5327"/>
                  </a:lnTo>
                  <a:cubicBezTo>
                    <a:pt x="362" y="5394"/>
                    <a:pt x="387" y="5471"/>
                    <a:pt x="387" y="5549"/>
                  </a:cubicBezTo>
                  <a:lnTo>
                    <a:pt x="387" y="5950"/>
                  </a:lnTo>
                  <a:cubicBezTo>
                    <a:pt x="387" y="6069"/>
                    <a:pt x="477" y="6129"/>
                    <a:pt x="566" y="6129"/>
                  </a:cubicBezTo>
                  <a:cubicBezTo>
                    <a:pt x="656" y="6129"/>
                    <a:pt x="746" y="6069"/>
                    <a:pt x="746" y="5950"/>
                  </a:cubicBezTo>
                  <a:lnTo>
                    <a:pt x="746" y="5549"/>
                  </a:lnTo>
                  <a:cubicBezTo>
                    <a:pt x="746" y="5397"/>
                    <a:pt x="700" y="5253"/>
                    <a:pt x="619" y="5130"/>
                  </a:cubicBezTo>
                  <a:lnTo>
                    <a:pt x="429" y="4841"/>
                  </a:lnTo>
                  <a:cubicBezTo>
                    <a:pt x="384" y="4778"/>
                    <a:pt x="362" y="4701"/>
                    <a:pt x="362" y="4623"/>
                  </a:cubicBezTo>
                  <a:lnTo>
                    <a:pt x="362" y="2920"/>
                  </a:lnTo>
                  <a:cubicBezTo>
                    <a:pt x="359" y="2839"/>
                    <a:pt x="405" y="2769"/>
                    <a:pt x="475" y="2737"/>
                  </a:cubicBezTo>
                  <a:lnTo>
                    <a:pt x="785" y="2579"/>
                  </a:lnTo>
                  <a:lnTo>
                    <a:pt x="1070" y="2864"/>
                  </a:lnTo>
                  <a:cubicBezTo>
                    <a:pt x="1144" y="2938"/>
                    <a:pt x="1239" y="2975"/>
                    <a:pt x="1335" y="2975"/>
                  </a:cubicBezTo>
                  <a:cubicBezTo>
                    <a:pt x="1430" y="2975"/>
                    <a:pt x="1525" y="2938"/>
                    <a:pt x="1597" y="2864"/>
                  </a:cubicBezTo>
                  <a:lnTo>
                    <a:pt x="1882" y="2579"/>
                  </a:lnTo>
                  <a:lnTo>
                    <a:pt x="2196" y="2737"/>
                  </a:lnTo>
                  <a:cubicBezTo>
                    <a:pt x="2266" y="2769"/>
                    <a:pt x="2308" y="2839"/>
                    <a:pt x="2308" y="2920"/>
                  </a:cubicBezTo>
                  <a:lnTo>
                    <a:pt x="2308" y="4623"/>
                  </a:lnTo>
                  <a:cubicBezTo>
                    <a:pt x="2308" y="4701"/>
                    <a:pt x="2287" y="4778"/>
                    <a:pt x="2241" y="4841"/>
                  </a:cubicBezTo>
                  <a:lnTo>
                    <a:pt x="2051" y="5126"/>
                  </a:lnTo>
                  <a:cubicBezTo>
                    <a:pt x="1967" y="5253"/>
                    <a:pt x="1925" y="5397"/>
                    <a:pt x="1925" y="5549"/>
                  </a:cubicBezTo>
                  <a:lnTo>
                    <a:pt x="1925" y="5950"/>
                  </a:lnTo>
                  <a:cubicBezTo>
                    <a:pt x="1925" y="6069"/>
                    <a:pt x="2014" y="6129"/>
                    <a:pt x="2104" y="6129"/>
                  </a:cubicBezTo>
                  <a:cubicBezTo>
                    <a:pt x="2194" y="6129"/>
                    <a:pt x="2284" y="6069"/>
                    <a:pt x="2284" y="5950"/>
                  </a:cubicBezTo>
                  <a:lnTo>
                    <a:pt x="2284" y="5549"/>
                  </a:lnTo>
                  <a:cubicBezTo>
                    <a:pt x="2284" y="5468"/>
                    <a:pt x="2308" y="5394"/>
                    <a:pt x="2350" y="5327"/>
                  </a:cubicBezTo>
                  <a:lnTo>
                    <a:pt x="2540" y="5042"/>
                  </a:lnTo>
                  <a:cubicBezTo>
                    <a:pt x="2625" y="4919"/>
                    <a:pt x="2671" y="4771"/>
                    <a:pt x="2671" y="4623"/>
                  </a:cubicBezTo>
                  <a:lnTo>
                    <a:pt x="2671" y="2920"/>
                  </a:lnTo>
                  <a:cubicBezTo>
                    <a:pt x="2671" y="2706"/>
                    <a:pt x="2547" y="2509"/>
                    <a:pt x="2357" y="2414"/>
                  </a:cubicBezTo>
                  <a:lnTo>
                    <a:pt x="1907" y="2189"/>
                  </a:lnTo>
                  <a:cubicBezTo>
                    <a:pt x="1904" y="2185"/>
                    <a:pt x="1900" y="2181"/>
                    <a:pt x="1900" y="2178"/>
                  </a:cubicBezTo>
                  <a:lnTo>
                    <a:pt x="1900" y="1904"/>
                  </a:lnTo>
                  <a:cubicBezTo>
                    <a:pt x="2143" y="1728"/>
                    <a:pt x="2284" y="1443"/>
                    <a:pt x="2284" y="1144"/>
                  </a:cubicBezTo>
                  <a:lnTo>
                    <a:pt x="2284" y="757"/>
                  </a:lnTo>
                  <a:cubicBezTo>
                    <a:pt x="2284" y="338"/>
                    <a:pt x="1946" y="0"/>
                    <a:pt x="1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85"/>
            <p:cNvSpPr/>
            <p:nvPr/>
          </p:nvSpPr>
          <p:spPr>
            <a:xfrm>
              <a:off x="8191697" y="2157582"/>
              <a:ext cx="69441" cy="159549"/>
            </a:xfrm>
            <a:custGeom>
              <a:rect b="b" l="l" r="r" t="t"/>
              <a:pathLst>
                <a:path extrusionOk="0" h="6130" w="2668">
                  <a:moveTo>
                    <a:pt x="1524" y="362"/>
                  </a:moveTo>
                  <a:cubicBezTo>
                    <a:pt x="1746" y="362"/>
                    <a:pt x="1922" y="538"/>
                    <a:pt x="1922" y="757"/>
                  </a:cubicBezTo>
                  <a:lnTo>
                    <a:pt x="1922" y="1144"/>
                  </a:lnTo>
                  <a:cubicBezTo>
                    <a:pt x="1922" y="1467"/>
                    <a:pt x="1658" y="1731"/>
                    <a:pt x="1331" y="1731"/>
                  </a:cubicBezTo>
                  <a:cubicBezTo>
                    <a:pt x="1007" y="1731"/>
                    <a:pt x="743" y="1467"/>
                    <a:pt x="743" y="1144"/>
                  </a:cubicBezTo>
                  <a:lnTo>
                    <a:pt x="743" y="757"/>
                  </a:lnTo>
                  <a:lnTo>
                    <a:pt x="747" y="757"/>
                  </a:lnTo>
                  <a:cubicBezTo>
                    <a:pt x="747" y="538"/>
                    <a:pt x="923" y="362"/>
                    <a:pt x="1141" y="362"/>
                  </a:cubicBezTo>
                  <a:close/>
                  <a:moveTo>
                    <a:pt x="1538" y="2090"/>
                  </a:moveTo>
                  <a:lnTo>
                    <a:pt x="1538" y="2178"/>
                  </a:lnTo>
                  <a:cubicBezTo>
                    <a:pt x="1538" y="2241"/>
                    <a:pt x="1556" y="2308"/>
                    <a:pt x="1591" y="2364"/>
                  </a:cubicBezTo>
                  <a:lnTo>
                    <a:pt x="1345" y="2611"/>
                  </a:lnTo>
                  <a:cubicBezTo>
                    <a:pt x="1341" y="2612"/>
                    <a:pt x="1338" y="2613"/>
                    <a:pt x="1335" y="2613"/>
                  </a:cubicBezTo>
                  <a:cubicBezTo>
                    <a:pt x="1332" y="2613"/>
                    <a:pt x="1329" y="2612"/>
                    <a:pt x="1327" y="2611"/>
                  </a:cubicBezTo>
                  <a:lnTo>
                    <a:pt x="1081" y="2364"/>
                  </a:lnTo>
                  <a:cubicBezTo>
                    <a:pt x="1113" y="2308"/>
                    <a:pt x="1130" y="2241"/>
                    <a:pt x="1130" y="2178"/>
                  </a:cubicBezTo>
                  <a:lnTo>
                    <a:pt x="1130" y="2090"/>
                  </a:lnTo>
                  <a:close/>
                  <a:moveTo>
                    <a:pt x="1141" y="0"/>
                  </a:moveTo>
                  <a:cubicBezTo>
                    <a:pt x="722" y="0"/>
                    <a:pt x="384" y="338"/>
                    <a:pt x="384" y="757"/>
                  </a:cubicBezTo>
                  <a:lnTo>
                    <a:pt x="384" y="1144"/>
                  </a:lnTo>
                  <a:cubicBezTo>
                    <a:pt x="384" y="1443"/>
                    <a:pt x="528" y="1728"/>
                    <a:pt x="771" y="1904"/>
                  </a:cubicBezTo>
                  <a:lnTo>
                    <a:pt x="771" y="2178"/>
                  </a:lnTo>
                  <a:cubicBezTo>
                    <a:pt x="768" y="2181"/>
                    <a:pt x="768" y="2189"/>
                    <a:pt x="764" y="2189"/>
                  </a:cubicBezTo>
                  <a:lnTo>
                    <a:pt x="314" y="2414"/>
                  </a:lnTo>
                  <a:cubicBezTo>
                    <a:pt x="120" y="2509"/>
                    <a:pt x="1" y="2706"/>
                    <a:pt x="1" y="2920"/>
                  </a:cubicBezTo>
                  <a:lnTo>
                    <a:pt x="1" y="4623"/>
                  </a:lnTo>
                  <a:cubicBezTo>
                    <a:pt x="1" y="4771"/>
                    <a:pt x="43" y="4919"/>
                    <a:pt x="127" y="5042"/>
                  </a:cubicBezTo>
                  <a:lnTo>
                    <a:pt x="317" y="5327"/>
                  </a:lnTo>
                  <a:cubicBezTo>
                    <a:pt x="363" y="5394"/>
                    <a:pt x="384" y="5471"/>
                    <a:pt x="384" y="5549"/>
                  </a:cubicBezTo>
                  <a:lnTo>
                    <a:pt x="384" y="5950"/>
                  </a:lnTo>
                  <a:cubicBezTo>
                    <a:pt x="384" y="6069"/>
                    <a:pt x="474" y="6129"/>
                    <a:pt x="564" y="6129"/>
                  </a:cubicBezTo>
                  <a:cubicBezTo>
                    <a:pt x="653" y="6129"/>
                    <a:pt x="743" y="6069"/>
                    <a:pt x="743" y="5950"/>
                  </a:cubicBezTo>
                  <a:lnTo>
                    <a:pt x="743" y="5549"/>
                  </a:lnTo>
                  <a:cubicBezTo>
                    <a:pt x="743" y="5397"/>
                    <a:pt x="701" y="5253"/>
                    <a:pt x="616" y="5130"/>
                  </a:cubicBezTo>
                  <a:lnTo>
                    <a:pt x="426" y="4841"/>
                  </a:lnTo>
                  <a:cubicBezTo>
                    <a:pt x="384" y="4778"/>
                    <a:pt x="360" y="4701"/>
                    <a:pt x="360" y="4623"/>
                  </a:cubicBezTo>
                  <a:lnTo>
                    <a:pt x="360" y="2920"/>
                  </a:lnTo>
                  <a:cubicBezTo>
                    <a:pt x="360" y="2839"/>
                    <a:pt x="402" y="2769"/>
                    <a:pt x="472" y="2737"/>
                  </a:cubicBezTo>
                  <a:lnTo>
                    <a:pt x="785" y="2579"/>
                  </a:lnTo>
                  <a:lnTo>
                    <a:pt x="1070" y="2864"/>
                  </a:lnTo>
                  <a:cubicBezTo>
                    <a:pt x="1142" y="2938"/>
                    <a:pt x="1237" y="2975"/>
                    <a:pt x="1333" y="2975"/>
                  </a:cubicBezTo>
                  <a:cubicBezTo>
                    <a:pt x="1428" y="2975"/>
                    <a:pt x="1524" y="2938"/>
                    <a:pt x="1598" y="2864"/>
                  </a:cubicBezTo>
                  <a:lnTo>
                    <a:pt x="1883" y="2579"/>
                  </a:lnTo>
                  <a:lnTo>
                    <a:pt x="2196" y="2737"/>
                  </a:lnTo>
                  <a:cubicBezTo>
                    <a:pt x="2263" y="2769"/>
                    <a:pt x="2309" y="2839"/>
                    <a:pt x="2309" y="2920"/>
                  </a:cubicBezTo>
                  <a:lnTo>
                    <a:pt x="2309" y="4623"/>
                  </a:lnTo>
                  <a:cubicBezTo>
                    <a:pt x="2309" y="4701"/>
                    <a:pt x="2284" y="4778"/>
                    <a:pt x="2242" y="4841"/>
                  </a:cubicBezTo>
                  <a:lnTo>
                    <a:pt x="2048" y="5126"/>
                  </a:lnTo>
                  <a:cubicBezTo>
                    <a:pt x="1968" y="5253"/>
                    <a:pt x="1922" y="5397"/>
                    <a:pt x="1922" y="5549"/>
                  </a:cubicBezTo>
                  <a:lnTo>
                    <a:pt x="1922" y="5950"/>
                  </a:lnTo>
                  <a:cubicBezTo>
                    <a:pt x="1922" y="6069"/>
                    <a:pt x="2012" y="6129"/>
                    <a:pt x="2103" y="6129"/>
                  </a:cubicBezTo>
                  <a:cubicBezTo>
                    <a:pt x="2194" y="6129"/>
                    <a:pt x="2284" y="6069"/>
                    <a:pt x="2284" y="5950"/>
                  </a:cubicBezTo>
                  <a:lnTo>
                    <a:pt x="2284" y="5549"/>
                  </a:lnTo>
                  <a:cubicBezTo>
                    <a:pt x="2284" y="5468"/>
                    <a:pt x="2305" y="5394"/>
                    <a:pt x="2351" y="5327"/>
                  </a:cubicBezTo>
                  <a:lnTo>
                    <a:pt x="2541" y="5042"/>
                  </a:lnTo>
                  <a:cubicBezTo>
                    <a:pt x="2622" y="4919"/>
                    <a:pt x="2668" y="4771"/>
                    <a:pt x="2668" y="4623"/>
                  </a:cubicBezTo>
                  <a:lnTo>
                    <a:pt x="2668" y="2920"/>
                  </a:lnTo>
                  <a:cubicBezTo>
                    <a:pt x="2668" y="2706"/>
                    <a:pt x="2548" y="2509"/>
                    <a:pt x="2355" y="2414"/>
                  </a:cubicBezTo>
                  <a:lnTo>
                    <a:pt x="1904" y="2189"/>
                  </a:lnTo>
                  <a:cubicBezTo>
                    <a:pt x="1901" y="2185"/>
                    <a:pt x="1897" y="2181"/>
                    <a:pt x="1897" y="2178"/>
                  </a:cubicBezTo>
                  <a:lnTo>
                    <a:pt x="1897" y="1904"/>
                  </a:lnTo>
                  <a:cubicBezTo>
                    <a:pt x="2140" y="1728"/>
                    <a:pt x="2284" y="1443"/>
                    <a:pt x="2284" y="1144"/>
                  </a:cubicBezTo>
                  <a:lnTo>
                    <a:pt x="2284" y="757"/>
                  </a:lnTo>
                  <a:cubicBezTo>
                    <a:pt x="2284" y="338"/>
                    <a:pt x="1943"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85"/>
            <p:cNvSpPr/>
            <p:nvPr/>
          </p:nvSpPr>
          <p:spPr>
            <a:xfrm>
              <a:off x="7997193" y="1997539"/>
              <a:ext cx="294631" cy="189532"/>
            </a:xfrm>
            <a:custGeom>
              <a:rect b="b" l="l" r="r" t="t"/>
              <a:pathLst>
                <a:path extrusionOk="0" h="7282" w="11320">
                  <a:moveTo>
                    <a:pt x="4022" y="667"/>
                  </a:moveTo>
                  <a:cubicBezTo>
                    <a:pt x="3730" y="924"/>
                    <a:pt x="3473" y="1216"/>
                    <a:pt x="3266" y="1543"/>
                  </a:cubicBezTo>
                  <a:cubicBezTo>
                    <a:pt x="3107" y="1786"/>
                    <a:pt x="2970" y="2039"/>
                    <a:pt x="2854" y="2303"/>
                  </a:cubicBezTo>
                  <a:lnTo>
                    <a:pt x="1858" y="2303"/>
                  </a:lnTo>
                  <a:cubicBezTo>
                    <a:pt x="2411" y="1564"/>
                    <a:pt x="3160" y="998"/>
                    <a:pt x="4022" y="667"/>
                  </a:cubicBezTo>
                  <a:close/>
                  <a:moveTo>
                    <a:pt x="5549" y="365"/>
                  </a:moveTo>
                  <a:lnTo>
                    <a:pt x="5549" y="2303"/>
                  </a:lnTo>
                  <a:lnTo>
                    <a:pt x="3252" y="2303"/>
                  </a:lnTo>
                  <a:cubicBezTo>
                    <a:pt x="3779" y="1192"/>
                    <a:pt x="4610" y="449"/>
                    <a:pt x="5549" y="365"/>
                  </a:cubicBezTo>
                  <a:close/>
                  <a:moveTo>
                    <a:pt x="5911" y="361"/>
                  </a:moveTo>
                  <a:cubicBezTo>
                    <a:pt x="6851" y="446"/>
                    <a:pt x="7678" y="1192"/>
                    <a:pt x="8209" y="2303"/>
                  </a:cubicBezTo>
                  <a:lnTo>
                    <a:pt x="5911" y="2303"/>
                  </a:lnTo>
                  <a:lnTo>
                    <a:pt x="5911" y="361"/>
                  </a:lnTo>
                  <a:close/>
                  <a:moveTo>
                    <a:pt x="7439" y="667"/>
                  </a:moveTo>
                  <a:lnTo>
                    <a:pt x="7439" y="667"/>
                  </a:lnTo>
                  <a:cubicBezTo>
                    <a:pt x="8297" y="995"/>
                    <a:pt x="9050" y="1561"/>
                    <a:pt x="9599" y="2303"/>
                  </a:cubicBezTo>
                  <a:lnTo>
                    <a:pt x="8603" y="2303"/>
                  </a:lnTo>
                  <a:cubicBezTo>
                    <a:pt x="8487" y="2036"/>
                    <a:pt x="8350" y="1783"/>
                    <a:pt x="8191" y="1540"/>
                  </a:cubicBezTo>
                  <a:cubicBezTo>
                    <a:pt x="7984" y="1213"/>
                    <a:pt x="7731" y="921"/>
                    <a:pt x="7439" y="667"/>
                  </a:cubicBezTo>
                  <a:close/>
                  <a:moveTo>
                    <a:pt x="2710" y="2662"/>
                  </a:moveTo>
                  <a:cubicBezTo>
                    <a:pt x="2439" y="3412"/>
                    <a:pt x="2294" y="4200"/>
                    <a:pt x="2280" y="4995"/>
                  </a:cubicBezTo>
                  <a:lnTo>
                    <a:pt x="912" y="4995"/>
                  </a:lnTo>
                  <a:cubicBezTo>
                    <a:pt x="943" y="4168"/>
                    <a:pt x="1186" y="3366"/>
                    <a:pt x="1619" y="2662"/>
                  </a:cubicBezTo>
                  <a:close/>
                  <a:moveTo>
                    <a:pt x="5549" y="2662"/>
                  </a:moveTo>
                  <a:lnTo>
                    <a:pt x="5549" y="4995"/>
                  </a:lnTo>
                  <a:lnTo>
                    <a:pt x="2643" y="4995"/>
                  </a:lnTo>
                  <a:cubicBezTo>
                    <a:pt x="2653" y="4196"/>
                    <a:pt x="2808" y="3408"/>
                    <a:pt x="3093" y="2662"/>
                  </a:cubicBezTo>
                  <a:close/>
                  <a:moveTo>
                    <a:pt x="8364" y="2662"/>
                  </a:moveTo>
                  <a:cubicBezTo>
                    <a:pt x="8649" y="3408"/>
                    <a:pt x="8800" y="4196"/>
                    <a:pt x="8814" y="4995"/>
                  </a:cubicBezTo>
                  <a:lnTo>
                    <a:pt x="5911" y="4995"/>
                  </a:lnTo>
                  <a:lnTo>
                    <a:pt x="5908" y="2662"/>
                  </a:lnTo>
                  <a:close/>
                  <a:moveTo>
                    <a:pt x="9842" y="2666"/>
                  </a:moveTo>
                  <a:cubicBezTo>
                    <a:pt x="10274" y="3369"/>
                    <a:pt x="10517" y="4172"/>
                    <a:pt x="10545" y="4995"/>
                  </a:cubicBezTo>
                  <a:lnTo>
                    <a:pt x="9177" y="4995"/>
                  </a:lnTo>
                  <a:cubicBezTo>
                    <a:pt x="9163" y="4200"/>
                    <a:pt x="9018" y="3412"/>
                    <a:pt x="8751" y="2666"/>
                  </a:cubicBezTo>
                  <a:close/>
                  <a:moveTo>
                    <a:pt x="5736" y="1"/>
                  </a:moveTo>
                  <a:cubicBezTo>
                    <a:pt x="4736" y="1"/>
                    <a:pt x="3731" y="289"/>
                    <a:pt x="2850" y="878"/>
                  </a:cubicBezTo>
                  <a:cubicBezTo>
                    <a:pt x="799" y="2251"/>
                    <a:pt x="0" y="4886"/>
                    <a:pt x="950" y="7169"/>
                  </a:cubicBezTo>
                  <a:cubicBezTo>
                    <a:pt x="983" y="7248"/>
                    <a:pt x="1045" y="7281"/>
                    <a:pt x="1109" y="7281"/>
                  </a:cubicBezTo>
                  <a:cubicBezTo>
                    <a:pt x="1223" y="7281"/>
                    <a:pt x="1340" y="7172"/>
                    <a:pt x="1281" y="7029"/>
                  </a:cubicBezTo>
                  <a:cubicBezTo>
                    <a:pt x="1060" y="6497"/>
                    <a:pt x="936" y="5931"/>
                    <a:pt x="915" y="5357"/>
                  </a:cubicBezTo>
                  <a:lnTo>
                    <a:pt x="2284" y="5357"/>
                  </a:lnTo>
                  <a:cubicBezTo>
                    <a:pt x="2284" y="5428"/>
                    <a:pt x="2287" y="5498"/>
                    <a:pt x="2291" y="5568"/>
                  </a:cubicBezTo>
                  <a:cubicBezTo>
                    <a:pt x="2298" y="5684"/>
                    <a:pt x="2385" y="5739"/>
                    <a:pt x="2471" y="5739"/>
                  </a:cubicBezTo>
                  <a:cubicBezTo>
                    <a:pt x="2565" y="5739"/>
                    <a:pt x="2659" y="5675"/>
                    <a:pt x="2653" y="5551"/>
                  </a:cubicBezTo>
                  <a:cubicBezTo>
                    <a:pt x="2650" y="5488"/>
                    <a:pt x="2646" y="5421"/>
                    <a:pt x="2646" y="5357"/>
                  </a:cubicBezTo>
                  <a:lnTo>
                    <a:pt x="5553" y="5357"/>
                  </a:lnTo>
                  <a:lnTo>
                    <a:pt x="5553" y="5561"/>
                  </a:lnTo>
                  <a:cubicBezTo>
                    <a:pt x="5553" y="5681"/>
                    <a:pt x="5642" y="5741"/>
                    <a:pt x="5732" y="5741"/>
                  </a:cubicBezTo>
                  <a:cubicBezTo>
                    <a:pt x="5822" y="5741"/>
                    <a:pt x="5911" y="5681"/>
                    <a:pt x="5911" y="5561"/>
                  </a:cubicBezTo>
                  <a:lnTo>
                    <a:pt x="5911" y="5357"/>
                  </a:lnTo>
                  <a:lnTo>
                    <a:pt x="8818" y="5357"/>
                  </a:lnTo>
                  <a:cubicBezTo>
                    <a:pt x="8818" y="5421"/>
                    <a:pt x="8814" y="5488"/>
                    <a:pt x="8811" y="5551"/>
                  </a:cubicBezTo>
                  <a:cubicBezTo>
                    <a:pt x="8807" y="5649"/>
                    <a:pt x="8885" y="5734"/>
                    <a:pt x="8983" y="5741"/>
                  </a:cubicBezTo>
                  <a:lnTo>
                    <a:pt x="8990" y="5741"/>
                  </a:lnTo>
                  <a:cubicBezTo>
                    <a:pt x="9089" y="5741"/>
                    <a:pt x="9166" y="5663"/>
                    <a:pt x="9170" y="5568"/>
                  </a:cubicBezTo>
                  <a:cubicBezTo>
                    <a:pt x="9173" y="5498"/>
                    <a:pt x="9177" y="5428"/>
                    <a:pt x="9180" y="5357"/>
                  </a:cubicBezTo>
                  <a:lnTo>
                    <a:pt x="10549" y="5357"/>
                  </a:lnTo>
                  <a:cubicBezTo>
                    <a:pt x="10528" y="5931"/>
                    <a:pt x="10405" y="6497"/>
                    <a:pt x="10183" y="7029"/>
                  </a:cubicBezTo>
                  <a:cubicBezTo>
                    <a:pt x="10124" y="7172"/>
                    <a:pt x="10241" y="7281"/>
                    <a:pt x="10356" y="7281"/>
                  </a:cubicBezTo>
                  <a:cubicBezTo>
                    <a:pt x="10419" y="7281"/>
                    <a:pt x="10481" y="7248"/>
                    <a:pt x="10514" y="7169"/>
                  </a:cubicBezTo>
                  <a:cubicBezTo>
                    <a:pt x="11319" y="5231"/>
                    <a:pt x="10876" y="2997"/>
                    <a:pt x="9395" y="1512"/>
                  </a:cubicBezTo>
                  <a:cubicBezTo>
                    <a:pt x="8393" y="514"/>
                    <a:pt x="7070" y="1"/>
                    <a:pt x="57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7" name="Google Shape;18237;p85"/>
          <p:cNvGrpSpPr/>
          <p:nvPr/>
        </p:nvGrpSpPr>
        <p:grpSpPr>
          <a:xfrm>
            <a:off x="3302118" y="3796534"/>
            <a:ext cx="372844" cy="353610"/>
            <a:chOff x="3302118" y="3796534"/>
            <a:chExt cx="372844" cy="353610"/>
          </a:xfrm>
        </p:grpSpPr>
        <p:sp>
          <p:nvSpPr>
            <p:cNvPr id="18238" name="Google Shape;18238;p85"/>
            <p:cNvSpPr/>
            <p:nvPr/>
          </p:nvSpPr>
          <p:spPr>
            <a:xfrm>
              <a:off x="3326480"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85"/>
            <p:cNvSpPr/>
            <p:nvPr/>
          </p:nvSpPr>
          <p:spPr>
            <a:xfrm>
              <a:off x="3475384" y="3802104"/>
              <a:ext cx="199579" cy="342522"/>
            </a:xfrm>
            <a:custGeom>
              <a:rect b="b" l="l" r="r" t="t"/>
              <a:pathLst>
                <a:path extrusionOk="0" h="13160" w="7668">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85"/>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85"/>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85"/>
            <p:cNvSpPr/>
            <p:nvPr/>
          </p:nvSpPr>
          <p:spPr>
            <a:xfrm>
              <a:off x="3302118" y="3796534"/>
              <a:ext cx="372558" cy="353610"/>
            </a:xfrm>
            <a:custGeom>
              <a:rect b="b" l="l" r="r" t="t"/>
              <a:pathLst>
                <a:path extrusionOk="0" h="13586" w="14314">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85"/>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85"/>
            <p:cNvSpPr/>
            <p:nvPr/>
          </p:nvSpPr>
          <p:spPr>
            <a:xfrm>
              <a:off x="3434546" y="3915506"/>
              <a:ext cx="127665" cy="115562"/>
            </a:xfrm>
            <a:custGeom>
              <a:rect b="b" l="l" r="r" t="t"/>
              <a:pathLst>
                <a:path extrusionOk="0" h="4440" w="4905">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85"/>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6" name="Google Shape;18246;p85"/>
          <p:cNvGrpSpPr/>
          <p:nvPr/>
        </p:nvGrpSpPr>
        <p:grpSpPr>
          <a:xfrm>
            <a:off x="6962652" y="3354899"/>
            <a:ext cx="404051" cy="382344"/>
            <a:chOff x="6962652" y="3354899"/>
            <a:chExt cx="404051" cy="382344"/>
          </a:xfrm>
        </p:grpSpPr>
        <p:sp>
          <p:nvSpPr>
            <p:cNvPr id="18247" name="Google Shape;18247;p85"/>
            <p:cNvSpPr/>
            <p:nvPr/>
          </p:nvSpPr>
          <p:spPr>
            <a:xfrm>
              <a:off x="6989565" y="3360990"/>
              <a:ext cx="370267" cy="370163"/>
            </a:xfrm>
            <a:custGeom>
              <a:rect b="b" l="l" r="r" t="t"/>
              <a:pathLst>
                <a:path extrusionOk="0" h="14222" w="14226">
                  <a:moveTo>
                    <a:pt x="7111" y="0"/>
                  </a:moveTo>
                  <a:cubicBezTo>
                    <a:pt x="3185" y="0"/>
                    <a:pt x="1" y="3184"/>
                    <a:pt x="1" y="7111"/>
                  </a:cubicBezTo>
                  <a:cubicBezTo>
                    <a:pt x="1" y="11037"/>
                    <a:pt x="3185" y="14222"/>
                    <a:pt x="7111" y="14222"/>
                  </a:cubicBezTo>
                  <a:cubicBezTo>
                    <a:pt x="11042" y="14222"/>
                    <a:pt x="14226" y="11037"/>
                    <a:pt x="14226" y="7111"/>
                  </a:cubicBezTo>
                  <a:cubicBezTo>
                    <a:pt x="14226" y="3184"/>
                    <a:pt x="11042" y="0"/>
                    <a:pt x="711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85"/>
            <p:cNvSpPr/>
            <p:nvPr/>
          </p:nvSpPr>
          <p:spPr>
            <a:xfrm>
              <a:off x="7150571" y="3360990"/>
              <a:ext cx="216132" cy="370267"/>
            </a:xfrm>
            <a:custGeom>
              <a:rect b="b" l="l" r="r" t="t"/>
              <a:pathLst>
                <a:path extrusionOk="0" h="14226" w="8304">
                  <a:moveTo>
                    <a:pt x="938" y="0"/>
                  </a:moveTo>
                  <a:cubicBezTo>
                    <a:pt x="934" y="0"/>
                    <a:pt x="930" y="0"/>
                    <a:pt x="925" y="0"/>
                  </a:cubicBezTo>
                  <a:cubicBezTo>
                    <a:pt x="616" y="0"/>
                    <a:pt x="306" y="18"/>
                    <a:pt x="0" y="60"/>
                  </a:cubicBezTo>
                  <a:cubicBezTo>
                    <a:pt x="3536" y="524"/>
                    <a:pt x="6182" y="3540"/>
                    <a:pt x="6182" y="7111"/>
                  </a:cubicBezTo>
                  <a:cubicBezTo>
                    <a:pt x="6182" y="10679"/>
                    <a:pt x="3536" y="13697"/>
                    <a:pt x="0" y="14162"/>
                  </a:cubicBezTo>
                  <a:cubicBezTo>
                    <a:pt x="320" y="14205"/>
                    <a:pt x="639" y="14226"/>
                    <a:pt x="953" y="14226"/>
                  </a:cubicBezTo>
                  <a:cubicBezTo>
                    <a:pt x="4636" y="14226"/>
                    <a:pt x="7787" y="11362"/>
                    <a:pt x="8036" y="7575"/>
                  </a:cubicBezTo>
                  <a:cubicBezTo>
                    <a:pt x="8303" y="3473"/>
                    <a:pt x="5049" y="0"/>
                    <a:pt x="93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85"/>
            <p:cNvSpPr/>
            <p:nvPr/>
          </p:nvSpPr>
          <p:spPr>
            <a:xfrm>
              <a:off x="7044795" y="3472882"/>
              <a:ext cx="76026" cy="121913"/>
            </a:xfrm>
            <a:custGeom>
              <a:rect b="b" l="l" r="r" t="t"/>
              <a:pathLst>
                <a:path extrusionOk="0" h="4684" w="2921">
                  <a:moveTo>
                    <a:pt x="465" y="1"/>
                  </a:moveTo>
                  <a:cubicBezTo>
                    <a:pt x="204" y="1"/>
                    <a:pt x="0" y="215"/>
                    <a:pt x="7" y="472"/>
                  </a:cubicBezTo>
                  <a:lnTo>
                    <a:pt x="7" y="4226"/>
                  </a:lnTo>
                  <a:cubicBezTo>
                    <a:pt x="7" y="4480"/>
                    <a:pt x="211" y="4684"/>
                    <a:pt x="465" y="4684"/>
                  </a:cubicBezTo>
                  <a:cubicBezTo>
                    <a:pt x="718" y="4684"/>
                    <a:pt x="922" y="4476"/>
                    <a:pt x="922" y="4226"/>
                  </a:cubicBezTo>
                  <a:lnTo>
                    <a:pt x="922" y="3611"/>
                  </a:lnTo>
                  <a:lnTo>
                    <a:pt x="1246" y="3287"/>
                  </a:lnTo>
                  <a:lnTo>
                    <a:pt x="1964" y="4258"/>
                  </a:lnTo>
                  <a:cubicBezTo>
                    <a:pt x="2034" y="4356"/>
                    <a:pt x="2143" y="4420"/>
                    <a:pt x="2263" y="4437"/>
                  </a:cubicBezTo>
                  <a:cubicBezTo>
                    <a:pt x="2287" y="4441"/>
                    <a:pt x="2308" y="4444"/>
                    <a:pt x="2333" y="4444"/>
                  </a:cubicBezTo>
                  <a:cubicBezTo>
                    <a:pt x="2706" y="4441"/>
                    <a:pt x="2921" y="4015"/>
                    <a:pt x="2699" y="3713"/>
                  </a:cubicBezTo>
                  <a:lnTo>
                    <a:pt x="1900" y="2632"/>
                  </a:lnTo>
                  <a:lnTo>
                    <a:pt x="2502" y="2031"/>
                  </a:lnTo>
                  <a:cubicBezTo>
                    <a:pt x="2671" y="1851"/>
                    <a:pt x="2667" y="1570"/>
                    <a:pt x="2491" y="1394"/>
                  </a:cubicBezTo>
                  <a:cubicBezTo>
                    <a:pt x="2403" y="1304"/>
                    <a:pt x="2287" y="1259"/>
                    <a:pt x="2170" y="1259"/>
                  </a:cubicBezTo>
                  <a:cubicBezTo>
                    <a:pt x="2058" y="1259"/>
                    <a:pt x="1946" y="1301"/>
                    <a:pt x="1858" y="1383"/>
                  </a:cubicBezTo>
                  <a:lnTo>
                    <a:pt x="922" y="2319"/>
                  </a:lnTo>
                  <a:lnTo>
                    <a:pt x="922" y="472"/>
                  </a:lnTo>
                  <a:cubicBezTo>
                    <a:pt x="929" y="215"/>
                    <a:pt x="722" y="1"/>
                    <a:pt x="465"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85"/>
            <p:cNvSpPr/>
            <p:nvPr/>
          </p:nvSpPr>
          <p:spPr>
            <a:xfrm>
              <a:off x="7197628" y="3472882"/>
              <a:ext cx="76130" cy="121913"/>
            </a:xfrm>
            <a:custGeom>
              <a:rect b="b" l="l" r="r" t="t"/>
              <a:pathLst>
                <a:path extrusionOk="0" h="4684" w="2925">
                  <a:moveTo>
                    <a:pt x="469" y="1"/>
                  </a:moveTo>
                  <a:cubicBezTo>
                    <a:pt x="208" y="1"/>
                    <a:pt x="1" y="215"/>
                    <a:pt x="11" y="472"/>
                  </a:cubicBezTo>
                  <a:lnTo>
                    <a:pt x="11" y="4226"/>
                  </a:lnTo>
                  <a:cubicBezTo>
                    <a:pt x="11" y="4480"/>
                    <a:pt x="215" y="4684"/>
                    <a:pt x="469" y="4684"/>
                  </a:cubicBezTo>
                  <a:cubicBezTo>
                    <a:pt x="722" y="4684"/>
                    <a:pt x="926" y="4476"/>
                    <a:pt x="926" y="4226"/>
                  </a:cubicBezTo>
                  <a:lnTo>
                    <a:pt x="926" y="3611"/>
                  </a:lnTo>
                  <a:lnTo>
                    <a:pt x="1250" y="3287"/>
                  </a:lnTo>
                  <a:lnTo>
                    <a:pt x="1967" y="4258"/>
                  </a:lnTo>
                  <a:cubicBezTo>
                    <a:pt x="2038" y="4356"/>
                    <a:pt x="2147" y="4420"/>
                    <a:pt x="2266" y="4437"/>
                  </a:cubicBezTo>
                  <a:cubicBezTo>
                    <a:pt x="2288" y="4441"/>
                    <a:pt x="2312" y="4444"/>
                    <a:pt x="2333" y="4444"/>
                  </a:cubicBezTo>
                  <a:cubicBezTo>
                    <a:pt x="2710" y="4441"/>
                    <a:pt x="2924" y="4015"/>
                    <a:pt x="2703" y="3713"/>
                  </a:cubicBezTo>
                  <a:lnTo>
                    <a:pt x="1904" y="2632"/>
                  </a:lnTo>
                  <a:lnTo>
                    <a:pt x="2506" y="2031"/>
                  </a:lnTo>
                  <a:cubicBezTo>
                    <a:pt x="2675" y="1851"/>
                    <a:pt x="2671" y="1570"/>
                    <a:pt x="2495" y="1394"/>
                  </a:cubicBezTo>
                  <a:cubicBezTo>
                    <a:pt x="2407" y="1304"/>
                    <a:pt x="2291" y="1259"/>
                    <a:pt x="2174" y="1259"/>
                  </a:cubicBezTo>
                  <a:cubicBezTo>
                    <a:pt x="2061" y="1259"/>
                    <a:pt x="1948" y="1301"/>
                    <a:pt x="1858" y="1383"/>
                  </a:cubicBezTo>
                  <a:lnTo>
                    <a:pt x="926" y="2319"/>
                  </a:lnTo>
                  <a:lnTo>
                    <a:pt x="926" y="472"/>
                  </a:lnTo>
                  <a:cubicBezTo>
                    <a:pt x="933" y="215"/>
                    <a:pt x="725" y="1"/>
                    <a:pt x="46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85"/>
            <p:cNvSpPr/>
            <p:nvPr/>
          </p:nvSpPr>
          <p:spPr>
            <a:xfrm>
              <a:off x="7141487" y="3497790"/>
              <a:ext cx="25038" cy="97004"/>
            </a:xfrm>
            <a:custGeom>
              <a:rect b="b" l="l" r="r" t="t"/>
              <a:pathLst>
                <a:path extrusionOk="0" h="3727" w="962">
                  <a:moveTo>
                    <a:pt x="479" y="1"/>
                  </a:moveTo>
                  <a:cubicBezTo>
                    <a:pt x="222" y="1"/>
                    <a:pt x="8" y="205"/>
                    <a:pt x="1" y="465"/>
                  </a:cubicBezTo>
                  <a:lnTo>
                    <a:pt x="1" y="3248"/>
                  </a:lnTo>
                  <a:cubicBezTo>
                    <a:pt x="1" y="3512"/>
                    <a:pt x="215" y="3727"/>
                    <a:pt x="483" y="3727"/>
                  </a:cubicBezTo>
                  <a:cubicBezTo>
                    <a:pt x="747" y="3727"/>
                    <a:pt x="961" y="3512"/>
                    <a:pt x="961" y="3248"/>
                  </a:cubicBezTo>
                  <a:lnTo>
                    <a:pt x="961" y="465"/>
                  </a:lnTo>
                  <a:cubicBezTo>
                    <a:pt x="951" y="205"/>
                    <a:pt x="740" y="1"/>
                    <a:pt x="47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85"/>
            <p:cNvSpPr/>
            <p:nvPr/>
          </p:nvSpPr>
          <p:spPr>
            <a:xfrm>
              <a:off x="7288933" y="3529518"/>
              <a:ext cx="38573" cy="33055"/>
            </a:xfrm>
            <a:custGeom>
              <a:rect b="b" l="l" r="r" t="t"/>
              <a:pathLst>
                <a:path extrusionOk="0" h="1270" w="1482">
                  <a:moveTo>
                    <a:pt x="843" y="1"/>
                  </a:moveTo>
                  <a:cubicBezTo>
                    <a:pt x="686" y="1"/>
                    <a:pt x="527" y="59"/>
                    <a:pt x="398" y="189"/>
                  </a:cubicBezTo>
                  <a:cubicBezTo>
                    <a:pt x="0" y="587"/>
                    <a:pt x="282" y="1269"/>
                    <a:pt x="845" y="1269"/>
                  </a:cubicBezTo>
                  <a:cubicBezTo>
                    <a:pt x="1197" y="1269"/>
                    <a:pt x="1478" y="984"/>
                    <a:pt x="1482" y="636"/>
                  </a:cubicBezTo>
                  <a:cubicBezTo>
                    <a:pt x="1482" y="253"/>
                    <a:pt x="1169" y="1"/>
                    <a:pt x="8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85"/>
            <p:cNvSpPr/>
            <p:nvPr/>
          </p:nvSpPr>
          <p:spPr>
            <a:xfrm>
              <a:off x="6962652" y="3354899"/>
              <a:ext cx="402776" cy="382344"/>
            </a:xfrm>
            <a:custGeom>
              <a:rect b="b" l="l" r="r" t="t"/>
              <a:pathLst>
                <a:path extrusionOk="0" h="14690" w="15475">
                  <a:moveTo>
                    <a:pt x="8124" y="466"/>
                  </a:moveTo>
                  <a:cubicBezTo>
                    <a:pt x="11921" y="466"/>
                    <a:pt x="15006" y="3552"/>
                    <a:pt x="15006" y="7345"/>
                  </a:cubicBezTo>
                  <a:cubicBezTo>
                    <a:pt x="15006" y="11138"/>
                    <a:pt x="11921" y="14223"/>
                    <a:pt x="8124" y="14223"/>
                  </a:cubicBezTo>
                  <a:cubicBezTo>
                    <a:pt x="4331" y="14223"/>
                    <a:pt x="1246" y="11138"/>
                    <a:pt x="1246" y="7345"/>
                  </a:cubicBezTo>
                  <a:cubicBezTo>
                    <a:pt x="1246" y="3552"/>
                    <a:pt x="4331" y="466"/>
                    <a:pt x="8124"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85"/>
            <p:cNvSpPr/>
            <p:nvPr/>
          </p:nvSpPr>
          <p:spPr>
            <a:xfrm>
              <a:off x="7039121" y="3467104"/>
              <a:ext cx="86177" cy="133729"/>
            </a:xfrm>
            <a:custGeom>
              <a:rect b="b" l="l" r="r" t="t"/>
              <a:pathLst>
                <a:path extrusionOk="0" h="5138" w="3311">
                  <a:moveTo>
                    <a:pt x="677" y="483"/>
                  </a:moveTo>
                  <a:cubicBezTo>
                    <a:pt x="782" y="483"/>
                    <a:pt x="887" y="553"/>
                    <a:pt x="887" y="694"/>
                  </a:cubicBezTo>
                  <a:lnTo>
                    <a:pt x="887" y="2580"/>
                  </a:lnTo>
                  <a:cubicBezTo>
                    <a:pt x="887" y="2721"/>
                    <a:pt x="1001" y="2813"/>
                    <a:pt x="1121" y="2813"/>
                  </a:cubicBezTo>
                  <a:cubicBezTo>
                    <a:pt x="1178" y="2813"/>
                    <a:pt x="1237" y="2792"/>
                    <a:pt x="1284" y="2745"/>
                  </a:cubicBezTo>
                  <a:lnTo>
                    <a:pt x="2245" y="1781"/>
                  </a:lnTo>
                  <a:cubicBezTo>
                    <a:pt x="2291" y="1736"/>
                    <a:pt x="2343" y="1716"/>
                    <a:pt x="2393" y="1716"/>
                  </a:cubicBezTo>
                  <a:cubicBezTo>
                    <a:pt x="2556" y="1716"/>
                    <a:pt x="2695" y="1926"/>
                    <a:pt x="2544" y="2080"/>
                  </a:cubicBezTo>
                  <a:lnTo>
                    <a:pt x="1928" y="2693"/>
                  </a:lnTo>
                  <a:cubicBezTo>
                    <a:pt x="1847" y="2774"/>
                    <a:pt x="1840" y="2900"/>
                    <a:pt x="1907" y="2995"/>
                  </a:cubicBezTo>
                  <a:lnTo>
                    <a:pt x="2713" y="4086"/>
                  </a:lnTo>
                  <a:cubicBezTo>
                    <a:pt x="2748" y="4128"/>
                    <a:pt x="2762" y="4184"/>
                    <a:pt x="2755" y="4241"/>
                  </a:cubicBezTo>
                  <a:cubicBezTo>
                    <a:pt x="2738" y="4353"/>
                    <a:pt x="2641" y="4419"/>
                    <a:pt x="2544" y="4419"/>
                  </a:cubicBezTo>
                  <a:cubicBezTo>
                    <a:pt x="2482" y="4419"/>
                    <a:pt x="2421" y="4393"/>
                    <a:pt x="2379" y="4336"/>
                  </a:cubicBezTo>
                  <a:lnTo>
                    <a:pt x="1650" y="3351"/>
                  </a:lnTo>
                  <a:cubicBezTo>
                    <a:pt x="1604" y="3287"/>
                    <a:pt x="1532" y="3254"/>
                    <a:pt x="1461" y="3254"/>
                  </a:cubicBezTo>
                  <a:cubicBezTo>
                    <a:pt x="1402" y="3254"/>
                    <a:pt x="1343" y="3276"/>
                    <a:pt x="1298" y="3322"/>
                  </a:cubicBezTo>
                  <a:lnTo>
                    <a:pt x="957" y="3664"/>
                  </a:lnTo>
                  <a:cubicBezTo>
                    <a:pt x="911" y="3709"/>
                    <a:pt x="887" y="3769"/>
                    <a:pt x="887" y="3829"/>
                  </a:cubicBezTo>
                  <a:lnTo>
                    <a:pt x="887" y="4448"/>
                  </a:lnTo>
                  <a:cubicBezTo>
                    <a:pt x="890" y="4564"/>
                    <a:pt x="795" y="4659"/>
                    <a:pt x="679" y="4659"/>
                  </a:cubicBezTo>
                  <a:cubicBezTo>
                    <a:pt x="563" y="4659"/>
                    <a:pt x="468" y="4564"/>
                    <a:pt x="468" y="4448"/>
                  </a:cubicBezTo>
                  <a:lnTo>
                    <a:pt x="468" y="694"/>
                  </a:lnTo>
                  <a:cubicBezTo>
                    <a:pt x="468" y="553"/>
                    <a:pt x="573" y="483"/>
                    <a:pt x="677" y="483"/>
                  </a:cubicBezTo>
                  <a:close/>
                  <a:moveTo>
                    <a:pt x="683" y="1"/>
                  </a:moveTo>
                  <a:cubicBezTo>
                    <a:pt x="303" y="1"/>
                    <a:pt x="0" y="314"/>
                    <a:pt x="11" y="691"/>
                  </a:cubicBezTo>
                  <a:lnTo>
                    <a:pt x="11" y="4448"/>
                  </a:lnTo>
                  <a:cubicBezTo>
                    <a:pt x="0" y="4825"/>
                    <a:pt x="303" y="5138"/>
                    <a:pt x="683" y="5138"/>
                  </a:cubicBezTo>
                  <a:cubicBezTo>
                    <a:pt x="1063" y="5138"/>
                    <a:pt x="1365" y="4825"/>
                    <a:pt x="1355" y="4448"/>
                  </a:cubicBezTo>
                  <a:lnTo>
                    <a:pt x="1355" y="3924"/>
                  </a:lnTo>
                  <a:lnTo>
                    <a:pt x="1439" y="3840"/>
                  </a:lnTo>
                  <a:lnTo>
                    <a:pt x="2009" y="4610"/>
                  </a:lnTo>
                  <a:cubicBezTo>
                    <a:pt x="2139" y="4789"/>
                    <a:pt x="2342" y="4883"/>
                    <a:pt x="2548" y="4883"/>
                  </a:cubicBezTo>
                  <a:cubicBezTo>
                    <a:pt x="2688" y="4883"/>
                    <a:pt x="2828" y="4840"/>
                    <a:pt x="2949" y="4751"/>
                  </a:cubicBezTo>
                  <a:cubicBezTo>
                    <a:pt x="3248" y="4529"/>
                    <a:pt x="3311" y="4107"/>
                    <a:pt x="3089" y="3808"/>
                  </a:cubicBezTo>
                  <a:lnTo>
                    <a:pt x="2403" y="2876"/>
                  </a:lnTo>
                  <a:lnTo>
                    <a:pt x="2875" y="2404"/>
                  </a:lnTo>
                  <a:cubicBezTo>
                    <a:pt x="3128" y="2140"/>
                    <a:pt x="3121" y="1722"/>
                    <a:pt x="2864" y="1465"/>
                  </a:cubicBezTo>
                  <a:cubicBezTo>
                    <a:pt x="2732" y="1332"/>
                    <a:pt x="2558" y="1266"/>
                    <a:pt x="2385" y="1266"/>
                  </a:cubicBezTo>
                  <a:cubicBezTo>
                    <a:pt x="2218" y="1266"/>
                    <a:pt x="2051" y="1328"/>
                    <a:pt x="1921" y="1451"/>
                  </a:cubicBezTo>
                  <a:lnTo>
                    <a:pt x="1355" y="2017"/>
                  </a:lnTo>
                  <a:lnTo>
                    <a:pt x="1355" y="691"/>
                  </a:lnTo>
                  <a:cubicBezTo>
                    <a:pt x="1365"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85"/>
            <p:cNvSpPr/>
            <p:nvPr/>
          </p:nvSpPr>
          <p:spPr>
            <a:xfrm>
              <a:off x="7191954" y="3467104"/>
              <a:ext cx="86203" cy="133729"/>
            </a:xfrm>
            <a:custGeom>
              <a:rect b="b" l="l" r="r" t="t"/>
              <a:pathLst>
                <a:path extrusionOk="0" h="5138" w="3312">
                  <a:moveTo>
                    <a:pt x="681" y="483"/>
                  </a:moveTo>
                  <a:cubicBezTo>
                    <a:pt x="786" y="483"/>
                    <a:pt x="891" y="553"/>
                    <a:pt x="891" y="694"/>
                  </a:cubicBezTo>
                  <a:lnTo>
                    <a:pt x="891" y="2580"/>
                  </a:lnTo>
                  <a:cubicBezTo>
                    <a:pt x="891" y="2721"/>
                    <a:pt x="1005" y="2813"/>
                    <a:pt x="1125" y="2813"/>
                  </a:cubicBezTo>
                  <a:cubicBezTo>
                    <a:pt x="1182" y="2813"/>
                    <a:pt x="1241" y="2792"/>
                    <a:pt x="1288" y="2745"/>
                  </a:cubicBezTo>
                  <a:lnTo>
                    <a:pt x="2249" y="1781"/>
                  </a:lnTo>
                  <a:cubicBezTo>
                    <a:pt x="2294" y="1736"/>
                    <a:pt x="2346" y="1716"/>
                    <a:pt x="2395" y="1716"/>
                  </a:cubicBezTo>
                  <a:cubicBezTo>
                    <a:pt x="2558" y="1716"/>
                    <a:pt x="2698" y="1926"/>
                    <a:pt x="2544" y="2080"/>
                  </a:cubicBezTo>
                  <a:lnTo>
                    <a:pt x="1932" y="2693"/>
                  </a:lnTo>
                  <a:cubicBezTo>
                    <a:pt x="1851" y="2774"/>
                    <a:pt x="1841" y="2900"/>
                    <a:pt x="1911" y="2995"/>
                  </a:cubicBezTo>
                  <a:lnTo>
                    <a:pt x="2717" y="4086"/>
                  </a:lnTo>
                  <a:cubicBezTo>
                    <a:pt x="2752" y="4128"/>
                    <a:pt x="2766" y="4184"/>
                    <a:pt x="2759" y="4241"/>
                  </a:cubicBezTo>
                  <a:cubicBezTo>
                    <a:pt x="2742" y="4353"/>
                    <a:pt x="2645" y="4419"/>
                    <a:pt x="2547" y="4419"/>
                  </a:cubicBezTo>
                  <a:cubicBezTo>
                    <a:pt x="2486" y="4419"/>
                    <a:pt x="2425" y="4393"/>
                    <a:pt x="2382" y="4336"/>
                  </a:cubicBezTo>
                  <a:lnTo>
                    <a:pt x="1654" y="3351"/>
                  </a:lnTo>
                  <a:cubicBezTo>
                    <a:pt x="1608" y="3287"/>
                    <a:pt x="1536" y="3254"/>
                    <a:pt x="1465" y="3254"/>
                  </a:cubicBezTo>
                  <a:cubicBezTo>
                    <a:pt x="1406" y="3254"/>
                    <a:pt x="1347" y="3276"/>
                    <a:pt x="1302" y="3322"/>
                  </a:cubicBezTo>
                  <a:lnTo>
                    <a:pt x="957" y="3664"/>
                  </a:lnTo>
                  <a:cubicBezTo>
                    <a:pt x="915" y="3709"/>
                    <a:pt x="891" y="3769"/>
                    <a:pt x="891" y="3829"/>
                  </a:cubicBezTo>
                  <a:lnTo>
                    <a:pt x="891" y="4448"/>
                  </a:lnTo>
                  <a:cubicBezTo>
                    <a:pt x="891" y="4564"/>
                    <a:pt x="799" y="4659"/>
                    <a:pt x="683" y="4659"/>
                  </a:cubicBezTo>
                  <a:cubicBezTo>
                    <a:pt x="567" y="4659"/>
                    <a:pt x="472" y="4564"/>
                    <a:pt x="472" y="4448"/>
                  </a:cubicBezTo>
                  <a:lnTo>
                    <a:pt x="472" y="694"/>
                  </a:lnTo>
                  <a:cubicBezTo>
                    <a:pt x="472" y="553"/>
                    <a:pt x="577" y="483"/>
                    <a:pt x="681" y="483"/>
                  </a:cubicBezTo>
                  <a:close/>
                  <a:moveTo>
                    <a:pt x="683" y="1"/>
                  </a:moveTo>
                  <a:cubicBezTo>
                    <a:pt x="303" y="1"/>
                    <a:pt x="0" y="314"/>
                    <a:pt x="11" y="691"/>
                  </a:cubicBezTo>
                  <a:lnTo>
                    <a:pt x="11" y="4448"/>
                  </a:lnTo>
                  <a:cubicBezTo>
                    <a:pt x="0" y="4825"/>
                    <a:pt x="303" y="5138"/>
                    <a:pt x="683" y="5138"/>
                  </a:cubicBezTo>
                  <a:cubicBezTo>
                    <a:pt x="1063" y="5138"/>
                    <a:pt x="1366" y="4825"/>
                    <a:pt x="1359" y="4448"/>
                  </a:cubicBezTo>
                  <a:lnTo>
                    <a:pt x="1359" y="3924"/>
                  </a:lnTo>
                  <a:lnTo>
                    <a:pt x="1439" y="3840"/>
                  </a:lnTo>
                  <a:lnTo>
                    <a:pt x="2009" y="4607"/>
                  </a:lnTo>
                  <a:cubicBezTo>
                    <a:pt x="2140" y="4786"/>
                    <a:pt x="2344" y="4880"/>
                    <a:pt x="2551" y="4880"/>
                  </a:cubicBezTo>
                  <a:cubicBezTo>
                    <a:pt x="2690" y="4880"/>
                    <a:pt x="2829" y="4838"/>
                    <a:pt x="2949" y="4751"/>
                  </a:cubicBezTo>
                  <a:cubicBezTo>
                    <a:pt x="3248" y="4529"/>
                    <a:pt x="3311" y="4107"/>
                    <a:pt x="3093" y="3808"/>
                  </a:cubicBezTo>
                  <a:lnTo>
                    <a:pt x="2407" y="2876"/>
                  </a:lnTo>
                  <a:lnTo>
                    <a:pt x="2879" y="2404"/>
                  </a:lnTo>
                  <a:cubicBezTo>
                    <a:pt x="3132" y="2140"/>
                    <a:pt x="3125" y="1722"/>
                    <a:pt x="2868" y="1465"/>
                  </a:cubicBezTo>
                  <a:cubicBezTo>
                    <a:pt x="2736" y="1332"/>
                    <a:pt x="2562" y="1266"/>
                    <a:pt x="2389" y="1266"/>
                  </a:cubicBezTo>
                  <a:cubicBezTo>
                    <a:pt x="2222" y="1266"/>
                    <a:pt x="2055" y="1328"/>
                    <a:pt x="1925" y="1451"/>
                  </a:cubicBezTo>
                  <a:lnTo>
                    <a:pt x="1359" y="2017"/>
                  </a:lnTo>
                  <a:lnTo>
                    <a:pt x="1359" y="691"/>
                  </a:lnTo>
                  <a:cubicBezTo>
                    <a:pt x="1366"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85"/>
            <p:cNvSpPr/>
            <p:nvPr/>
          </p:nvSpPr>
          <p:spPr>
            <a:xfrm>
              <a:off x="7135813" y="3491726"/>
              <a:ext cx="36386" cy="108665"/>
            </a:xfrm>
            <a:custGeom>
              <a:rect b="b" l="l" r="r" t="t"/>
              <a:pathLst>
                <a:path extrusionOk="0" h="4175" w="1398">
                  <a:moveTo>
                    <a:pt x="700" y="1"/>
                  </a:moveTo>
                  <a:cubicBezTo>
                    <a:pt x="317" y="1"/>
                    <a:pt x="4" y="312"/>
                    <a:pt x="4" y="698"/>
                  </a:cubicBezTo>
                  <a:lnTo>
                    <a:pt x="4" y="3464"/>
                  </a:lnTo>
                  <a:cubicBezTo>
                    <a:pt x="1" y="3840"/>
                    <a:pt x="296" y="4157"/>
                    <a:pt x="673" y="4174"/>
                  </a:cubicBezTo>
                  <a:cubicBezTo>
                    <a:pt x="681" y="4175"/>
                    <a:pt x="690" y="4175"/>
                    <a:pt x="698" y="4175"/>
                  </a:cubicBezTo>
                  <a:cubicBezTo>
                    <a:pt x="1081" y="4175"/>
                    <a:pt x="1394" y="3867"/>
                    <a:pt x="1394" y="3481"/>
                  </a:cubicBezTo>
                  <a:lnTo>
                    <a:pt x="1394" y="2113"/>
                  </a:lnTo>
                  <a:cubicBezTo>
                    <a:pt x="1394" y="1986"/>
                    <a:pt x="1292" y="1880"/>
                    <a:pt x="1165" y="1880"/>
                  </a:cubicBezTo>
                  <a:cubicBezTo>
                    <a:pt x="1035" y="1880"/>
                    <a:pt x="933" y="1986"/>
                    <a:pt x="933" y="2113"/>
                  </a:cubicBezTo>
                  <a:lnTo>
                    <a:pt x="933" y="3471"/>
                  </a:lnTo>
                  <a:cubicBezTo>
                    <a:pt x="933" y="3590"/>
                    <a:pt x="849" y="3692"/>
                    <a:pt x="729" y="3710"/>
                  </a:cubicBezTo>
                  <a:cubicBezTo>
                    <a:pt x="719" y="3711"/>
                    <a:pt x="709" y="3712"/>
                    <a:pt x="699" y="3712"/>
                  </a:cubicBezTo>
                  <a:cubicBezTo>
                    <a:pt x="574" y="3712"/>
                    <a:pt x="465" y="3612"/>
                    <a:pt x="465" y="3481"/>
                  </a:cubicBezTo>
                  <a:lnTo>
                    <a:pt x="465" y="705"/>
                  </a:lnTo>
                  <a:cubicBezTo>
                    <a:pt x="465" y="586"/>
                    <a:pt x="549" y="483"/>
                    <a:pt x="669" y="466"/>
                  </a:cubicBezTo>
                  <a:cubicBezTo>
                    <a:pt x="679" y="465"/>
                    <a:pt x="689" y="464"/>
                    <a:pt x="698" y="464"/>
                  </a:cubicBezTo>
                  <a:cubicBezTo>
                    <a:pt x="824" y="464"/>
                    <a:pt x="933" y="567"/>
                    <a:pt x="933" y="698"/>
                  </a:cubicBezTo>
                  <a:lnTo>
                    <a:pt x="933" y="983"/>
                  </a:lnTo>
                  <a:cubicBezTo>
                    <a:pt x="933" y="1110"/>
                    <a:pt x="1035" y="1215"/>
                    <a:pt x="1165" y="1215"/>
                  </a:cubicBezTo>
                  <a:cubicBezTo>
                    <a:pt x="1292" y="1215"/>
                    <a:pt x="1394" y="1110"/>
                    <a:pt x="1394" y="983"/>
                  </a:cubicBezTo>
                  <a:lnTo>
                    <a:pt x="1394" y="716"/>
                  </a:lnTo>
                  <a:cubicBezTo>
                    <a:pt x="1397" y="336"/>
                    <a:pt x="1105" y="23"/>
                    <a:pt x="725" y="1"/>
                  </a:cubicBezTo>
                  <a:cubicBezTo>
                    <a:pt x="717" y="1"/>
                    <a:pt x="709"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85"/>
            <p:cNvSpPr/>
            <p:nvPr/>
          </p:nvSpPr>
          <p:spPr>
            <a:xfrm>
              <a:off x="7281333" y="3523896"/>
              <a:ext cx="51769" cy="44351"/>
            </a:xfrm>
            <a:custGeom>
              <a:rect b="b" l="l" r="r" t="t"/>
              <a:pathLst>
                <a:path extrusionOk="0" h="1704" w="1989">
                  <a:moveTo>
                    <a:pt x="1135" y="464"/>
                  </a:moveTo>
                  <a:cubicBezTo>
                    <a:pt x="1334" y="464"/>
                    <a:pt x="1524" y="618"/>
                    <a:pt x="1524" y="852"/>
                  </a:cubicBezTo>
                  <a:cubicBezTo>
                    <a:pt x="1524" y="1063"/>
                    <a:pt x="1352" y="1239"/>
                    <a:pt x="1137" y="1239"/>
                  </a:cubicBezTo>
                  <a:cubicBezTo>
                    <a:pt x="792" y="1239"/>
                    <a:pt x="620" y="820"/>
                    <a:pt x="866" y="577"/>
                  </a:cubicBezTo>
                  <a:cubicBezTo>
                    <a:pt x="944" y="499"/>
                    <a:pt x="1041" y="464"/>
                    <a:pt x="1135" y="464"/>
                  </a:cubicBezTo>
                  <a:close/>
                  <a:moveTo>
                    <a:pt x="1137" y="0"/>
                  </a:moveTo>
                  <a:cubicBezTo>
                    <a:pt x="380" y="0"/>
                    <a:pt x="0" y="915"/>
                    <a:pt x="539" y="1454"/>
                  </a:cubicBezTo>
                  <a:cubicBezTo>
                    <a:pt x="712" y="1626"/>
                    <a:pt x="924" y="1704"/>
                    <a:pt x="1132" y="1704"/>
                  </a:cubicBezTo>
                  <a:cubicBezTo>
                    <a:pt x="1569" y="1704"/>
                    <a:pt x="1988" y="1364"/>
                    <a:pt x="1988" y="852"/>
                  </a:cubicBezTo>
                  <a:cubicBezTo>
                    <a:pt x="1988"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8" name="Google Shape;18258;p85"/>
          <p:cNvGrpSpPr/>
          <p:nvPr/>
        </p:nvGrpSpPr>
        <p:grpSpPr>
          <a:xfrm>
            <a:off x="3744430" y="3796534"/>
            <a:ext cx="372740" cy="353610"/>
            <a:chOff x="3744430" y="3796534"/>
            <a:chExt cx="372740" cy="353610"/>
          </a:xfrm>
        </p:grpSpPr>
        <p:sp>
          <p:nvSpPr>
            <p:cNvPr id="18259" name="Google Shape;18259;p85"/>
            <p:cNvSpPr/>
            <p:nvPr/>
          </p:nvSpPr>
          <p:spPr>
            <a:xfrm>
              <a:off x="3768713" y="3802104"/>
              <a:ext cx="342522" cy="342418"/>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85"/>
            <p:cNvSpPr/>
            <p:nvPr/>
          </p:nvSpPr>
          <p:spPr>
            <a:xfrm>
              <a:off x="3917617" y="3802104"/>
              <a:ext cx="199553" cy="342522"/>
            </a:xfrm>
            <a:custGeom>
              <a:rect b="b" l="l" r="r" t="t"/>
              <a:pathLst>
                <a:path extrusionOk="0" h="13160" w="7667">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85"/>
            <p:cNvSpPr/>
            <p:nvPr/>
          </p:nvSpPr>
          <p:spPr>
            <a:xfrm>
              <a:off x="3850206" y="3943225"/>
              <a:ext cx="38026" cy="112387"/>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85"/>
            <p:cNvSpPr/>
            <p:nvPr/>
          </p:nvSpPr>
          <p:spPr>
            <a:xfrm>
              <a:off x="3835188" y="3876126"/>
              <a:ext cx="53044" cy="45522"/>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85"/>
            <p:cNvSpPr/>
            <p:nvPr/>
          </p:nvSpPr>
          <p:spPr>
            <a:xfrm>
              <a:off x="3924670" y="3943121"/>
              <a:ext cx="119805" cy="112491"/>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85"/>
            <p:cNvSpPr/>
            <p:nvPr/>
          </p:nvSpPr>
          <p:spPr>
            <a:xfrm>
              <a:off x="3744430" y="3796534"/>
              <a:ext cx="372480" cy="353610"/>
            </a:xfrm>
            <a:custGeom>
              <a:rect b="b" l="l" r="r" t="t"/>
              <a:pathLst>
                <a:path extrusionOk="0" h="13586" w="14311">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85"/>
            <p:cNvSpPr/>
            <p:nvPr/>
          </p:nvSpPr>
          <p:spPr>
            <a:xfrm>
              <a:off x="3844974" y="3937993"/>
              <a:ext cx="48489" cy="122850"/>
            </a:xfrm>
            <a:custGeom>
              <a:rect b="b" l="l" r="r" t="t"/>
              <a:pathLst>
                <a:path extrusionOk="0" h="4720" w="1863">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85"/>
            <p:cNvSpPr/>
            <p:nvPr/>
          </p:nvSpPr>
          <p:spPr>
            <a:xfrm>
              <a:off x="3828134" y="3870973"/>
              <a:ext cx="65329" cy="55881"/>
            </a:xfrm>
            <a:custGeom>
              <a:rect b="b" l="l" r="r" t="t"/>
              <a:pathLst>
                <a:path extrusionOk="0" h="2147" w="251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85"/>
            <p:cNvSpPr/>
            <p:nvPr/>
          </p:nvSpPr>
          <p:spPr>
            <a:xfrm>
              <a:off x="3919439" y="3937993"/>
              <a:ext cx="130346" cy="122850"/>
            </a:xfrm>
            <a:custGeom>
              <a:rect b="b" l="l" r="r" t="t"/>
              <a:pathLst>
                <a:path extrusionOk="0" h="4720" w="5008">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8" name="Google Shape;18268;p85"/>
          <p:cNvGrpSpPr/>
          <p:nvPr/>
        </p:nvGrpSpPr>
        <p:grpSpPr>
          <a:xfrm>
            <a:off x="5071104" y="3796534"/>
            <a:ext cx="372844" cy="353610"/>
            <a:chOff x="5071104" y="3796534"/>
            <a:chExt cx="372844" cy="353610"/>
          </a:xfrm>
        </p:grpSpPr>
        <p:sp>
          <p:nvSpPr>
            <p:cNvPr id="18269" name="Google Shape;18269;p85"/>
            <p:cNvSpPr/>
            <p:nvPr/>
          </p:nvSpPr>
          <p:spPr>
            <a:xfrm>
              <a:off x="5095465" y="3802104"/>
              <a:ext cx="342522" cy="342418"/>
            </a:xfrm>
            <a:custGeom>
              <a:rect b="b" l="l" r="r" t="t"/>
              <a:pathLst>
                <a:path extrusionOk="0" h="13156" w="13160">
                  <a:moveTo>
                    <a:pt x="6580" y="1"/>
                  </a:moveTo>
                  <a:cubicBezTo>
                    <a:pt x="2946" y="1"/>
                    <a:pt x="1" y="2945"/>
                    <a:pt x="1" y="6580"/>
                  </a:cubicBezTo>
                  <a:cubicBezTo>
                    <a:pt x="1" y="10211"/>
                    <a:pt x="2946" y="13156"/>
                    <a:pt x="6580" y="13156"/>
                  </a:cubicBezTo>
                  <a:cubicBezTo>
                    <a:pt x="10211" y="13156"/>
                    <a:pt x="13160" y="10211"/>
                    <a:pt x="13160" y="6580"/>
                  </a:cubicBezTo>
                  <a:cubicBezTo>
                    <a:pt x="13160"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85"/>
            <p:cNvSpPr/>
            <p:nvPr/>
          </p:nvSpPr>
          <p:spPr>
            <a:xfrm>
              <a:off x="5244369" y="3802104"/>
              <a:ext cx="199579" cy="342522"/>
            </a:xfrm>
            <a:custGeom>
              <a:rect b="b" l="l" r="r" t="t"/>
              <a:pathLst>
                <a:path extrusionOk="0" h="13160" w="7668">
                  <a:moveTo>
                    <a:pt x="859" y="1"/>
                  </a:moveTo>
                  <a:cubicBezTo>
                    <a:pt x="571" y="1"/>
                    <a:pt x="286" y="18"/>
                    <a:pt x="1" y="57"/>
                  </a:cubicBezTo>
                  <a:cubicBezTo>
                    <a:pt x="3273" y="486"/>
                    <a:pt x="5722" y="3276"/>
                    <a:pt x="5722" y="6580"/>
                  </a:cubicBezTo>
                  <a:cubicBezTo>
                    <a:pt x="5722" y="9880"/>
                    <a:pt x="3273" y="12670"/>
                    <a:pt x="1" y="13103"/>
                  </a:cubicBezTo>
                  <a:cubicBezTo>
                    <a:pt x="291" y="13141"/>
                    <a:pt x="579" y="13160"/>
                    <a:pt x="864" y="13160"/>
                  </a:cubicBezTo>
                  <a:cubicBezTo>
                    <a:pt x="4274" y="13160"/>
                    <a:pt x="7191" y="10510"/>
                    <a:pt x="7421" y="7009"/>
                  </a:cubicBezTo>
                  <a:cubicBezTo>
                    <a:pt x="7668" y="3216"/>
                    <a:pt x="4659"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85"/>
            <p:cNvSpPr/>
            <p:nvPr/>
          </p:nvSpPr>
          <p:spPr>
            <a:xfrm>
              <a:off x="5141898" y="3854211"/>
              <a:ext cx="249864" cy="238074"/>
            </a:xfrm>
            <a:custGeom>
              <a:rect b="b" l="l" r="r" t="t"/>
              <a:pathLst>
                <a:path extrusionOk="0" h="9147" w="9600">
                  <a:moveTo>
                    <a:pt x="4796" y="1"/>
                  </a:moveTo>
                  <a:cubicBezTo>
                    <a:pt x="3195" y="1"/>
                    <a:pt x="1711" y="838"/>
                    <a:pt x="880" y="2210"/>
                  </a:cubicBezTo>
                  <a:cubicBezTo>
                    <a:pt x="53" y="3579"/>
                    <a:pt x="1" y="5282"/>
                    <a:pt x="743" y="6703"/>
                  </a:cubicBezTo>
                  <a:lnTo>
                    <a:pt x="219" y="8009"/>
                  </a:lnTo>
                  <a:lnTo>
                    <a:pt x="1770" y="8009"/>
                  </a:lnTo>
                  <a:cubicBezTo>
                    <a:pt x="2613" y="8751"/>
                    <a:pt x="3689" y="9147"/>
                    <a:pt x="4787" y="9147"/>
                  </a:cubicBezTo>
                  <a:cubicBezTo>
                    <a:pt x="5156" y="9147"/>
                    <a:pt x="5528" y="9102"/>
                    <a:pt x="5894" y="9011"/>
                  </a:cubicBezTo>
                  <a:cubicBezTo>
                    <a:pt x="7354" y="8649"/>
                    <a:pt x="8540" y="7597"/>
                    <a:pt x="9071" y="6189"/>
                  </a:cubicBezTo>
                  <a:cubicBezTo>
                    <a:pt x="9599" y="4786"/>
                    <a:pt x="9409" y="3213"/>
                    <a:pt x="8554" y="1974"/>
                  </a:cubicBezTo>
                  <a:cubicBezTo>
                    <a:pt x="7703" y="739"/>
                    <a:pt x="6299" y="1"/>
                    <a:pt x="4796"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85"/>
            <p:cNvSpPr/>
            <p:nvPr/>
          </p:nvSpPr>
          <p:spPr>
            <a:xfrm>
              <a:off x="5199679" y="3928676"/>
              <a:ext cx="126598" cy="81883"/>
            </a:xfrm>
            <a:custGeom>
              <a:rect b="b" l="l" r="r" t="t"/>
              <a:pathLst>
                <a:path extrusionOk="0" h="3146" w="4864">
                  <a:moveTo>
                    <a:pt x="4863" y="0"/>
                  </a:moveTo>
                  <a:lnTo>
                    <a:pt x="3435" y="1144"/>
                  </a:lnTo>
                  <a:lnTo>
                    <a:pt x="859" y="1144"/>
                  </a:lnTo>
                  <a:lnTo>
                    <a:pt x="1" y="3146"/>
                  </a:lnTo>
                  <a:lnTo>
                    <a:pt x="1433" y="2287"/>
                  </a:lnTo>
                  <a:lnTo>
                    <a:pt x="3720" y="2287"/>
                  </a:lnTo>
                  <a:lnTo>
                    <a:pt x="486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85"/>
            <p:cNvSpPr/>
            <p:nvPr/>
          </p:nvSpPr>
          <p:spPr>
            <a:xfrm>
              <a:off x="5071104" y="3796534"/>
              <a:ext cx="372584" cy="353610"/>
            </a:xfrm>
            <a:custGeom>
              <a:rect b="b" l="l" r="r" t="t"/>
              <a:pathLst>
                <a:path extrusionOk="0" h="13586" w="14315">
                  <a:moveTo>
                    <a:pt x="7516" y="429"/>
                  </a:moveTo>
                  <a:cubicBezTo>
                    <a:pt x="11024" y="429"/>
                    <a:pt x="13881" y="3283"/>
                    <a:pt x="13881" y="6794"/>
                  </a:cubicBezTo>
                  <a:cubicBezTo>
                    <a:pt x="13881" y="10302"/>
                    <a:pt x="11024" y="13155"/>
                    <a:pt x="7516" y="13155"/>
                  </a:cubicBezTo>
                  <a:cubicBezTo>
                    <a:pt x="4008" y="13155"/>
                    <a:pt x="1151" y="10302"/>
                    <a:pt x="1151" y="6794"/>
                  </a:cubicBezTo>
                  <a:cubicBezTo>
                    <a:pt x="1151" y="3283"/>
                    <a:pt x="4008" y="429"/>
                    <a:pt x="7516" y="429"/>
                  </a:cubicBezTo>
                  <a:close/>
                  <a:moveTo>
                    <a:pt x="7515" y="1"/>
                  </a:moveTo>
                  <a:cubicBezTo>
                    <a:pt x="6208" y="1"/>
                    <a:pt x="4893" y="377"/>
                    <a:pt x="3741" y="1147"/>
                  </a:cubicBezTo>
                  <a:cubicBezTo>
                    <a:pt x="1049" y="2945"/>
                    <a:pt x="1" y="6400"/>
                    <a:pt x="1243" y="9391"/>
                  </a:cubicBezTo>
                  <a:cubicBezTo>
                    <a:pt x="2308" y="11966"/>
                    <a:pt x="4810" y="13586"/>
                    <a:pt x="7513" y="13586"/>
                  </a:cubicBezTo>
                  <a:cubicBezTo>
                    <a:pt x="7953" y="13586"/>
                    <a:pt x="8398" y="13543"/>
                    <a:pt x="8843" y="13454"/>
                  </a:cubicBezTo>
                  <a:cubicBezTo>
                    <a:pt x="12020" y="12825"/>
                    <a:pt x="14311" y="10035"/>
                    <a:pt x="14311" y="6794"/>
                  </a:cubicBezTo>
                  <a:cubicBezTo>
                    <a:pt x="14314" y="4989"/>
                    <a:pt x="13596" y="3261"/>
                    <a:pt x="12319" y="1991"/>
                  </a:cubicBezTo>
                  <a:cubicBezTo>
                    <a:pt x="11007" y="677"/>
                    <a:pt x="9268" y="1"/>
                    <a:pt x="75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85"/>
            <p:cNvSpPr/>
            <p:nvPr/>
          </p:nvSpPr>
          <p:spPr>
            <a:xfrm>
              <a:off x="5133465" y="3848745"/>
              <a:ext cx="277792" cy="249187"/>
            </a:xfrm>
            <a:custGeom>
              <a:rect b="b" l="l" r="r" t="t"/>
              <a:pathLst>
                <a:path extrusionOk="0" h="9574" w="10673">
                  <a:moveTo>
                    <a:pt x="5124" y="0"/>
                  </a:moveTo>
                  <a:cubicBezTo>
                    <a:pt x="3694" y="0"/>
                    <a:pt x="2313" y="643"/>
                    <a:pt x="1391" y="1790"/>
                  </a:cubicBezTo>
                  <a:cubicBezTo>
                    <a:pt x="219" y="3247"/>
                    <a:pt x="1" y="5252"/>
                    <a:pt x="831" y="6927"/>
                  </a:cubicBezTo>
                  <a:lnTo>
                    <a:pt x="349" y="8138"/>
                  </a:lnTo>
                  <a:cubicBezTo>
                    <a:pt x="332" y="8183"/>
                    <a:pt x="328" y="8233"/>
                    <a:pt x="339" y="8282"/>
                  </a:cubicBezTo>
                  <a:cubicBezTo>
                    <a:pt x="367" y="8373"/>
                    <a:pt x="451" y="8437"/>
                    <a:pt x="546" y="8437"/>
                  </a:cubicBezTo>
                  <a:lnTo>
                    <a:pt x="2017" y="8437"/>
                  </a:lnTo>
                  <a:cubicBezTo>
                    <a:pt x="2921" y="9204"/>
                    <a:pt x="4019" y="9573"/>
                    <a:pt x="5108" y="9573"/>
                  </a:cubicBezTo>
                  <a:cubicBezTo>
                    <a:pt x="6632" y="9573"/>
                    <a:pt x="8138" y="8850"/>
                    <a:pt x="9072" y="7480"/>
                  </a:cubicBezTo>
                  <a:cubicBezTo>
                    <a:pt x="10673" y="5129"/>
                    <a:pt x="9888" y="1910"/>
                    <a:pt x="7383" y="562"/>
                  </a:cubicBezTo>
                  <a:cubicBezTo>
                    <a:pt x="7349" y="543"/>
                    <a:pt x="7313" y="535"/>
                    <a:pt x="7278" y="535"/>
                  </a:cubicBezTo>
                  <a:cubicBezTo>
                    <a:pt x="7164" y="535"/>
                    <a:pt x="7060" y="627"/>
                    <a:pt x="7063" y="756"/>
                  </a:cubicBezTo>
                  <a:cubicBezTo>
                    <a:pt x="7063" y="833"/>
                    <a:pt x="7105" y="907"/>
                    <a:pt x="7175" y="942"/>
                  </a:cubicBezTo>
                  <a:cubicBezTo>
                    <a:pt x="9476" y="2170"/>
                    <a:pt x="10191" y="5133"/>
                    <a:pt x="8702" y="7276"/>
                  </a:cubicBezTo>
                  <a:cubicBezTo>
                    <a:pt x="7850" y="8505"/>
                    <a:pt x="6491" y="9150"/>
                    <a:pt x="5118" y="9150"/>
                  </a:cubicBezTo>
                  <a:cubicBezTo>
                    <a:pt x="4099" y="9150"/>
                    <a:pt x="3072" y="8795"/>
                    <a:pt x="2239" y="8060"/>
                  </a:cubicBezTo>
                  <a:cubicBezTo>
                    <a:pt x="2197" y="8025"/>
                    <a:pt x="2147" y="8007"/>
                    <a:pt x="2094" y="8007"/>
                  </a:cubicBezTo>
                  <a:lnTo>
                    <a:pt x="863" y="8007"/>
                  </a:lnTo>
                  <a:lnTo>
                    <a:pt x="1268" y="6994"/>
                  </a:lnTo>
                  <a:cubicBezTo>
                    <a:pt x="1292" y="6938"/>
                    <a:pt x="1289" y="6871"/>
                    <a:pt x="1257" y="6815"/>
                  </a:cubicBezTo>
                  <a:cubicBezTo>
                    <a:pt x="462" y="5295"/>
                    <a:pt x="631" y="3444"/>
                    <a:pt x="1693" y="2093"/>
                  </a:cubicBezTo>
                  <a:cubicBezTo>
                    <a:pt x="2532" y="1026"/>
                    <a:pt x="3803" y="429"/>
                    <a:pt x="5122" y="429"/>
                  </a:cubicBezTo>
                  <a:cubicBezTo>
                    <a:pt x="5473" y="429"/>
                    <a:pt x="5828" y="471"/>
                    <a:pt x="6179" y="559"/>
                  </a:cubicBezTo>
                  <a:cubicBezTo>
                    <a:pt x="6197" y="564"/>
                    <a:pt x="6215" y="566"/>
                    <a:pt x="6233" y="566"/>
                  </a:cubicBezTo>
                  <a:cubicBezTo>
                    <a:pt x="6347" y="566"/>
                    <a:pt x="6447" y="473"/>
                    <a:pt x="6447" y="351"/>
                  </a:cubicBezTo>
                  <a:cubicBezTo>
                    <a:pt x="6447" y="253"/>
                    <a:pt x="6380" y="168"/>
                    <a:pt x="6285" y="144"/>
                  </a:cubicBezTo>
                  <a:cubicBezTo>
                    <a:pt x="5900" y="47"/>
                    <a:pt x="5510" y="0"/>
                    <a:pt x="51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85"/>
            <p:cNvSpPr/>
            <p:nvPr/>
          </p:nvSpPr>
          <p:spPr>
            <a:xfrm>
              <a:off x="5192886" y="3923106"/>
              <a:ext cx="139716" cy="93100"/>
            </a:xfrm>
            <a:custGeom>
              <a:rect b="b" l="l" r="r" t="t"/>
              <a:pathLst>
                <a:path extrusionOk="0" h="3577" w="5368">
                  <a:moveTo>
                    <a:pt x="5125" y="1"/>
                  </a:moveTo>
                  <a:cubicBezTo>
                    <a:pt x="5075" y="1"/>
                    <a:pt x="5026" y="18"/>
                    <a:pt x="4987" y="52"/>
                  </a:cubicBezTo>
                  <a:lnTo>
                    <a:pt x="3618" y="1143"/>
                  </a:lnTo>
                  <a:lnTo>
                    <a:pt x="1120" y="1143"/>
                  </a:lnTo>
                  <a:cubicBezTo>
                    <a:pt x="1036" y="1143"/>
                    <a:pt x="959" y="1196"/>
                    <a:pt x="923" y="1277"/>
                  </a:cubicBezTo>
                  <a:lnTo>
                    <a:pt x="65" y="3279"/>
                  </a:lnTo>
                  <a:cubicBezTo>
                    <a:pt x="0" y="3430"/>
                    <a:pt x="121" y="3577"/>
                    <a:pt x="264" y="3577"/>
                  </a:cubicBezTo>
                  <a:cubicBezTo>
                    <a:pt x="300" y="3577"/>
                    <a:pt x="338" y="3567"/>
                    <a:pt x="374" y="3546"/>
                  </a:cubicBezTo>
                  <a:lnTo>
                    <a:pt x="1754" y="2719"/>
                  </a:lnTo>
                  <a:lnTo>
                    <a:pt x="2345" y="2719"/>
                  </a:lnTo>
                  <a:cubicBezTo>
                    <a:pt x="2464" y="2719"/>
                    <a:pt x="2559" y="2624"/>
                    <a:pt x="2559" y="2505"/>
                  </a:cubicBezTo>
                  <a:cubicBezTo>
                    <a:pt x="2559" y="2385"/>
                    <a:pt x="2464" y="2290"/>
                    <a:pt x="2345" y="2290"/>
                  </a:cubicBezTo>
                  <a:lnTo>
                    <a:pt x="1694" y="2290"/>
                  </a:lnTo>
                  <a:cubicBezTo>
                    <a:pt x="1655" y="2290"/>
                    <a:pt x="1616" y="2300"/>
                    <a:pt x="1581" y="2322"/>
                  </a:cubicBezTo>
                  <a:lnTo>
                    <a:pt x="723" y="2835"/>
                  </a:lnTo>
                  <a:lnTo>
                    <a:pt x="1261" y="1576"/>
                  </a:lnTo>
                  <a:lnTo>
                    <a:pt x="3696" y="1576"/>
                  </a:lnTo>
                  <a:cubicBezTo>
                    <a:pt x="3742" y="1576"/>
                    <a:pt x="3791" y="1558"/>
                    <a:pt x="3826" y="1526"/>
                  </a:cubicBezTo>
                  <a:lnTo>
                    <a:pt x="4495" y="995"/>
                  </a:lnTo>
                  <a:lnTo>
                    <a:pt x="3847" y="2290"/>
                  </a:lnTo>
                  <a:lnTo>
                    <a:pt x="3386" y="2290"/>
                  </a:lnTo>
                  <a:cubicBezTo>
                    <a:pt x="3270" y="2290"/>
                    <a:pt x="3172" y="2385"/>
                    <a:pt x="3172" y="2505"/>
                  </a:cubicBezTo>
                  <a:cubicBezTo>
                    <a:pt x="3172" y="2624"/>
                    <a:pt x="3270" y="2719"/>
                    <a:pt x="3386" y="2719"/>
                  </a:cubicBezTo>
                  <a:lnTo>
                    <a:pt x="3981" y="2719"/>
                  </a:lnTo>
                  <a:cubicBezTo>
                    <a:pt x="4062" y="2719"/>
                    <a:pt x="4136" y="2673"/>
                    <a:pt x="4171" y="2600"/>
                  </a:cubicBezTo>
                  <a:lnTo>
                    <a:pt x="5314" y="313"/>
                  </a:lnTo>
                  <a:cubicBezTo>
                    <a:pt x="5367" y="210"/>
                    <a:pt x="5332" y="87"/>
                    <a:pt x="5233" y="28"/>
                  </a:cubicBezTo>
                  <a:cubicBezTo>
                    <a:pt x="5199" y="10"/>
                    <a:pt x="5162"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6" name="Google Shape;18276;p85"/>
          <p:cNvGrpSpPr/>
          <p:nvPr/>
        </p:nvGrpSpPr>
        <p:grpSpPr>
          <a:xfrm>
            <a:off x="7438201" y="3354899"/>
            <a:ext cx="403504" cy="382318"/>
            <a:chOff x="7438201" y="3354899"/>
            <a:chExt cx="403504" cy="382318"/>
          </a:xfrm>
        </p:grpSpPr>
        <p:sp>
          <p:nvSpPr>
            <p:cNvPr id="18277" name="Google Shape;18277;p85"/>
            <p:cNvSpPr/>
            <p:nvPr/>
          </p:nvSpPr>
          <p:spPr>
            <a:xfrm>
              <a:off x="7464566" y="3360990"/>
              <a:ext cx="370293" cy="370163"/>
            </a:xfrm>
            <a:custGeom>
              <a:rect b="b" l="l" r="r" t="t"/>
              <a:pathLst>
                <a:path extrusionOk="0" h="14222" w="14227">
                  <a:moveTo>
                    <a:pt x="7112" y="0"/>
                  </a:moveTo>
                  <a:cubicBezTo>
                    <a:pt x="3185" y="0"/>
                    <a:pt x="1" y="3184"/>
                    <a:pt x="1" y="7111"/>
                  </a:cubicBezTo>
                  <a:cubicBezTo>
                    <a:pt x="1" y="11037"/>
                    <a:pt x="3185" y="14222"/>
                    <a:pt x="7112" y="14222"/>
                  </a:cubicBezTo>
                  <a:cubicBezTo>
                    <a:pt x="11042" y="14222"/>
                    <a:pt x="14226" y="11037"/>
                    <a:pt x="14226" y="7111"/>
                  </a:cubicBezTo>
                  <a:cubicBezTo>
                    <a:pt x="14226" y="3184"/>
                    <a:pt x="11042" y="0"/>
                    <a:pt x="7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85"/>
            <p:cNvSpPr/>
            <p:nvPr/>
          </p:nvSpPr>
          <p:spPr>
            <a:xfrm>
              <a:off x="7625468" y="3360990"/>
              <a:ext cx="216236" cy="370267"/>
            </a:xfrm>
            <a:custGeom>
              <a:rect b="b" l="l" r="r" t="t"/>
              <a:pathLst>
                <a:path extrusionOk="0" h="14226" w="8308">
                  <a:moveTo>
                    <a:pt x="942" y="0"/>
                  </a:moveTo>
                  <a:cubicBezTo>
                    <a:pt x="938" y="0"/>
                    <a:pt x="934" y="0"/>
                    <a:pt x="930" y="0"/>
                  </a:cubicBezTo>
                  <a:cubicBezTo>
                    <a:pt x="620" y="0"/>
                    <a:pt x="311" y="18"/>
                    <a:pt x="1" y="60"/>
                  </a:cubicBezTo>
                  <a:cubicBezTo>
                    <a:pt x="3541" y="524"/>
                    <a:pt x="6186" y="3540"/>
                    <a:pt x="6186" y="7111"/>
                  </a:cubicBezTo>
                  <a:cubicBezTo>
                    <a:pt x="6186" y="10679"/>
                    <a:pt x="3541" y="13697"/>
                    <a:pt x="1" y="14162"/>
                  </a:cubicBezTo>
                  <a:cubicBezTo>
                    <a:pt x="322" y="14205"/>
                    <a:pt x="640" y="14226"/>
                    <a:pt x="954" y="14226"/>
                  </a:cubicBezTo>
                  <a:cubicBezTo>
                    <a:pt x="4641" y="14226"/>
                    <a:pt x="7791" y="11362"/>
                    <a:pt x="8041" y="7575"/>
                  </a:cubicBezTo>
                  <a:cubicBezTo>
                    <a:pt x="8308" y="3473"/>
                    <a:pt x="5053" y="0"/>
                    <a:pt x="942"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85"/>
            <p:cNvSpPr/>
            <p:nvPr/>
          </p:nvSpPr>
          <p:spPr>
            <a:xfrm>
              <a:off x="7665134" y="3400708"/>
              <a:ext cx="57443" cy="49218"/>
            </a:xfrm>
            <a:custGeom>
              <a:rect b="b" l="l" r="r" t="t"/>
              <a:pathLst>
                <a:path extrusionOk="0" h="1891" w="2207">
                  <a:moveTo>
                    <a:pt x="1255" y="1"/>
                  </a:moveTo>
                  <a:cubicBezTo>
                    <a:pt x="1023" y="1"/>
                    <a:pt x="787" y="87"/>
                    <a:pt x="595" y="279"/>
                  </a:cubicBezTo>
                  <a:cubicBezTo>
                    <a:pt x="0" y="874"/>
                    <a:pt x="423" y="1891"/>
                    <a:pt x="1264" y="1891"/>
                  </a:cubicBezTo>
                  <a:cubicBezTo>
                    <a:pt x="1784" y="1887"/>
                    <a:pt x="2203" y="1468"/>
                    <a:pt x="2207" y="948"/>
                  </a:cubicBezTo>
                  <a:cubicBezTo>
                    <a:pt x="2207" y="378"/>
                    <a:pt x="1741" y="1"/>
                    <a:pt x="12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85"/>
            <p:cNvSpPr/>
            <p:nvPr/>
          </p:nvSpPr>
          <p:spPr>
            <a:xfrm>
              <a:off x="7523727" y="3481211"/>
              <a:ext cx="251868" cy="210120"/>
            </a:xfrm>
            <a:custGeom>
              <a:rect b="b" l="l" r="r" t="t"/>
              <a:pathLst>
                <a:path extrusionOk="0" h="8073" w="9677">
                  <a:moveTo>
                    <a:pt x="4839" y="1"/>
                  </a:moveTo>
                  <a:cubicBezTo>
                    <a:pt x="2172" y="1"/>
                    <a:pt x="1" y="1813"/>
                    <a:pt x="1" y="4036"/>
                  </a:cubicBezTo>
                  <a:cubicBezTo>
                    <a:pt x="1" y="6264"/>
                    <a:pt x="2172" y="8072"/>
                    <a:pt x="4839" y="8072"/>
                  </a:cubicBezTo>
                  <a:cubicBezTo>
                    <a:pt x="7509" y="8072"/>
                    <a:pt x="9677" y="6264"/>
                    <a:pt x="9677" y="4036"/>
                  </a:cubicBezTo>
                  <a:cubicBezTo>
                    <a:pt x="9677" y="1813"/>
                    <a:pt x="7506" y="1"/>
                    <a:pt x="483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85"/>
            <p:cNvSpPr/>
            <p:nvPr/>
          </p:nvSpPr>
          <p:spPr>
            <a:xfrm>
              <a:off x="7729058" y="3489331"/>
              <a:ext cx="74022" cy="80477"/>
            </a:xfrm>
            <a:custGeom>
              <a:rect b="b" l="l" r="r" t="t"/>
              <a:pathLst>
                <a:path extrusionOk="0" h="3092" w="2844">
                  <a:moveTo>
                    <a:pt x="1280" y="1"/>
                  </a:moveTo>
                  <a:cubicBezTo>
                    <a:pt x="889" y="1"/>
                    <a:pt x="504" y="147"/>
                    <a:pt x="208" y="424"/>
                  </a:cubicBezTo>
                  <a:lnTo>
                    <a:pt x="0" y="625"/>
                  </a:lnTo>
                  <a:lnTo>
                    <a:pt x="229" y="801"/>
                  </a:lnTo>
                  <a:cubicBezTo>
                    <a:pt x="926" y="1343"/>
                    <a:pt x="1411" y="2036"/>
                    <a:pt x="1629" y="2803"/>
                  </a:cubicBezTo>
                  <a:lnTo>
                    <a:pt x="1714" y="3091"/>
                  </a:lnTo>
                  <a:lnTo>
                    <a:pt x="1981" y="2957"/>
                  </a:lnTo>
                  <a:cubicBezTo>
                    <a:pt x="2505" y="2690"/>
                    <a:pt x="2840" y="2152"/>
                    <a:pt x="2843" y="1561"/>
                  </a:cubicBezTo>
                  <a:cubicBezTo>
                    <a:pt x="2840" y="938"/>
                    <a:pt x="2470" y="375"/>
                    <a:pt x="1900" y="129"/>
                  </a:cubicBezTo>
                  <a:cubicBezTo>
                    <a:pt x="1700" y="43"/>
                    <a:pt x="1489" y="1"/>
                    <a:pt x="128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85"/>
            <p:cNvSpPr/>
            <p:nvPr/>
          </p:nvSpPr>
          <p:spPr>
            <a:xfrm>
              <a:off x="7493145" y="3489279"/>
              <a:ext cx="77224" cy="80529"/>
            </a:xfrm>
            <a:custGeom>
              <a:rect b="b" l="l" r="r" t="t"/>
              <a:pathLst>
                <a:path extrusionOk="0" h="3094" w="2967">
                  <a:moveTo>
                    <a:pt x="1686" y="0"/>
                  </a:moveTo>
                  <a:cubicBezTo>
                    <a:pt x="961" y="0"/>
                    <a:pt x="331" y="500"/>
                    <a:pt x="166" y="1204"/>
                  </a:cubicBezTo>
                  <a:cubicBezTo>
                    <a:pt x="1" y="1907"/>
                    <a:pt x="338" y="2636"/>
                    <a:pt x="986" y="2959"/>
                  </a:cubicBezTo>
                  <a:lnTo>
                    <a:pt x="1253" y="3093"/>
                  </a:lnTo>
                  <a:lnTo>
                    <a:pt x="1338" y="2805"/>
                  </a:lnTo>
                  <a:cubicBezTo>
                    <a:pt x="1556" y="2038"/>
                    <a:pt x="2041" y="1345"/>
                    <a:pt x="2738" y="799"/>
                  </a:cubicBezTo>
                  <a:lnTo>
                    <a:pt x="2967" y="623"/>
                  </a:lnTo>
                  <a:lnTo>
                    <a:pt x="2759" y="426"/>
                  </a:lnTo>
                  <a:cubicBezTo>
                    <a:pt x="2467" y="152"/>
                    <a:pt x="2084" y="0"/>
                    <a:pt x="168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85"/>
            <p:cNvSpPr/>
            <p:nvPr/>
          </p:nvSpPr>
          <p:spPr>
            <a:xfrm>
              <a:off x="7560556" y="3537534"/>
              <a:ext cx="57339" cy="49218"/>
            </a:xfrm>
            <a:custGeom>
              <a:rect b="b" l="l" r="r" t="t"/>
              <a:pathLst>
                <a:path extrusionOk="0" h="1891" w="2203">
                  <a:moveTo>
                    <a:pt x="1254" y="1"/>
                  </a:moveTo>
                  <a:cubicBezTo>
                    <a:pt x="1023" y="1"/>
                    <a:pt x="787" y="87"/>
                    <a:pt x="595" y="279"/>
                  </a:cubicBezTo>
                  <a:cubicBezTo>
                    <a:pt x="0" y="873"/>
                    <a:pt x="419" y="1890"/>
                    <a:pt x="1260" y="1890"/>
                  </a:cubicBezTo>
                  <a:cubicBezTo>
                    <a:pt x="1781" y="1887"/>
                    <a:pt x="2203" y="1468"/>
                    <a:pt x="2203" y="947"/>
                  </a:cubicBezTo>
                  <a:cubicBezTo>
                    <a:pt x="2203" y="378"/>
                    <a:pt x="1739"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85"/>
            <p:cNvSpPr/>
            <p:nvPr/>
          </p:nvSpPr>
          <p:spPr>
            <a:xfrm>
              <a:off x="7673203" y="3537534"/>
              <a:ext cx="57339" cy="49218"/>
            </a:xfrm>
            <a:custGeom>
              <a:rect b="b" l="l" r="r" t="t"/>
              <a:pathLst>
                <a:path extrusionOk="0" h="1891" w="2203">
                  <a:moveTo>
                    <a:pt x="1254" y="1"/>
                  </a:moveTo>
                  <a:cubicBezTo>
                    <a:pt x="1023" y="1"/>
                    <a:pt x="787" y="87"/>
                    <a:pt x="595" y="279"/>
                  </a:cubicBezTo>
                  <a:cubicBezTo>
                    <a:pt x="0" y="873"/>
                    <a:pt x="422" y="1890"/>
                    <a:pt x="1263" y="1890"/>
                  </a:cubicBezTo>
                  <a:cubicBezTo>
                    <a:pt x="1780" y="1887"/>
                    <a:pt x="2203" y="1468"/>
                    <a:pt x="2203" y="947"/>
                  </a:cubicBezTo>
                  <a:cubicBezTo>
                    <a:pt x="2203" y="378"/>
                    <a:pt x="1738"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85"/>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85"/>
            <p:cNvSpPr/>
            <p:nvPr/>
          </p:nvSpPr>
          <p:spPr>
            <a:xfrm>
              <a:off x="7643610" y="3395112"/>
              <a:ext cx="85370" cy="94662"/>
            </a:xfrm>
            <a:custGeom>
              <a:rect b="b" l="l" r="r" t="t"/>
              <a:pathLst>
                <a:path extrusionOk="0" h="3637" w="3280">
                  <a:moveTo>
                    <a:pt x="2091" y="466"/>
                  </a:moveTo>
                  <a:cubicBezTo>
                    <a:pt x="2710" y="466"/>
                    <a:pt x="3019" y="1215"/>
                    <a:pt x="2583" y="1652"/>
                  </a:cubicBezTo>
                  <a:cubicBezTo>
                    <a:pt x="2441" y="1794"/>
                    <a:pt x="2265" y="1858"/>
                    <a:pt x="2094" y="1858"/>
                  </a:cubicBezTo>
                  <a:cubicBezTo>
                    <a:pt x="1736" y="1858"/>
                    <a:pt x="1394" y="1581"/>
                    <a:pt x="1394" y="1163"/>
                  </a:cubicBezTo>
                  <a:cubicBezTo>
                    <a:pt x="1394" y="779"/>
                    <a:pt x="1704" y="466"/>
                    <a:pt x="2091" y="466"/>
                  </a:cubicBezTo>
                  <a:close/>
                  <a:moveTo>
                    <a:pt x="2091" y="0"/>
                  </a:moveTo>
                  <a:cubicBezTo>
                    <a:pt x="1521" y="0"/>
                    <a:pt x="1029" y="419"/>
                    <a:pt x="944" y="990"/>
                  </a:cubicBezTo>
                  <a:lnTo>
                    <a:pt x="162" y="1251"/>
                  </a:lnTo>
                  <a:cubicBezTo>
                    <a:pt x="67" y="1282"/>
                    <a:pt x="1" y="1370"/>
                    <a:pt x="4" y="1469"/>
                  </a:cubicBezTo>
                  <a:lnTo>
                    <a:pt x="4" y="3636"/>
                  </a:lnTo>
                  <a:lnTo>
                    <a:pt x="465" y="3636"/>
                  </a:lnTo>
                  <a:lnTo>
                    <a:pt x="465" y="1638"/>
                  </a:lnTo>
                  <a:lnTo>
                    <a:pt x="972" y="1469"/>
                  </a:lnTo>
                  <a:cubicBezTo>
                    <a:pt x="1112" y="1979"/>
                    <a:pt x="1573" y="2319"/>
                    <a:pt x="2086" y="2319"/>
                  </a:cubicBezTo>
                  <a:cubicBezTo>
                    <a:pt x="2150" y="2319"/>
                    <a:pt x="2215" y="2313"/>
                    <a:pt x="2281" y="2303"/>
                  </a:cubicBezTo>
                  <a:cubicBezTo>
                    <a:pt x="2865" y="2208"/>
                    <a:pt x="3280" y="1683"/>
                    <a:pt x="3245" y="1092"/>
                  </a:cubicBezTo>
                  <a:cubicBezTo>
                    <a:pt x="3209" y="498"/>
                    <a:pt x="2731" y="30"/>
                    <a:pt x="2140" y="1"/>
                  </a:cubicBezTo>
                  <a:cubicBezTo>
                    <a:pt x="2124" y="1"/>
                    <a:pt x="2107" y="0"/>
                    <a:pt x="209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85"/>
            <p:cNvSpPr/>
            <p:nvPr/>
          </p:nvSpPr>
          <p:spPr>
            <a:xfrm>
              <a:off x="7438201" y="3354899"/>
              <a:ext cx="402776" cy="382318"/>
            </a:xfrm>
            <a:custGeom>
              <a:rect b="b" l="l" r="r" t="t"/>
              <a:pathLst>
                <a:path extrusionOk="0" h="14689" w="15475">
                  <a:moveTo>
                    <a:pt x="8125" y="466"/>
                  </a:moveTo>
                  <a:cubicBezTo>
                    <a:pt x="11918" y="466"/>
                    <a:pt x="15003" y="3552"/>
                    <a:pt x="15003" y="7345"/>
                  </a:cubicBezTo>
                  <a:cubicBezTo>
                    <a:pt x="15003"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3"/>
                    <a:pt x="1" y="6916"/>
                    <a:pt x="1341" y="10153"/>
                  </a:cubicBezTo>
                  <a:cubicBezTo>
                    <a:pt x="2494" y="12940"/>
                    <a:pt x="5202" y="14689"/>
                    <a:pt x="8122" y="14689"/>
                  </a:cubicBezTo>
                  <a:cubicBezTo>
                    <a:pt x="8597" y="14689"/>
                    <a:pt x="9077" y="14643"/>
                    <a:pt x="9557" y="14547"/>
                  </a:cubicBezTo>
                  <a:cubicBezTo>
                    <a:pt x="12994" y="13865"/>
                    <a:pt x="15471" y="10849"/>
                    <a:pt x="15471" y="7345"/>
                  </a:cubicBezTo>
                  <a:cubicBezTo>
                    <a:pt x="15475" y="5396"/>
                    <a:pt x="14701" y="3527"/>
                    <a:pt x="13318" y="2152"/>
                  </a:cubicBezTo>
                  <a:cubicBezTo>
                    <a:pt x="11898"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85"/>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85"/>
            <p:cNvSpPr/>
            <p:nvPr/>
          </p:nvSpPr>
          <p:spPr>
            <a:xfrm>
              <a:off x="7482265" y="3395112"/>
              <a:ext cx="326385" cy="301789"/>
            </a:xfrm>
            <a:custGeom>
              <a:rect b="b" l="l" r="r" t="t"/>
              <a:pathLst>
                <a:path extrusionOk="0" h="11595" w="12540">
                  <a:moveTo>
                    <a:pt x="8290" y="466"/>
                  </a:moveTo>
                  <a:cubicBezTo>
                    <a:pt x="8909" y="466"/>
                    <a:pt x="9218" y="1215"/>
                    <a:pt x="8782" y="1652"/>
                  </a:cubicBezTo>
                  <a:cubicBezTo>
                    <a:pt x="8640" y="1794"/>
                    <a:pt x="8464" y="1858"/>
                    <a:pt x="8293" y="1858"/>
                  </a:cubicBezTo>
                  <a:cubicBezTo>
                    <a:pt x="7935" y="1858"/>
                    <a:pt x="7593" y="1581"/>
                    <a:pt x="7593" y="1163"/>
                  </a:cubicBezTo>
                  <a:cubicBezTo>
                    <a:pt x="7593" y="779"/>
                    <a:pt x="7903" y="466"/>
                    <a:pt x="8290" y="466"/>
                  </a:cubicBezTo>
                  <a:close/>
                  <a:moveTo>
                    <a:pt x="2118" y="3868"/>
                  </a:moveTo>
                  <a:cubicBezTo>
                    <a:pt x="2447" y="3868"/>
                    <a:pt x="2765" y="3995"/>
                    <a:pt x="3005" y="4224"/>
                  </a:cubicBezTo>
                  <a:cubicBezTo>
                    <a:pt x="2280" y="4787"/>
                    <a:pt x="1752" y="5525"/>
                    <a:pt x="1516" y="6356"/>
                  </a:cubicBezTo>
                  <a:cubicBezTo>
                    <a:pt x="971" y="6081"/>
                    <a:pt x="683" y="5473"/>
                    <a:pt x="823" y="4878"/>
                  </a:cubicBezTo>
                  <a:cubicBezTo>
                    <a:pt x="964" y="4287"/>
                    <a:pt x="1495" y="3868"/>
                    <a:pt x="2104" y="3868"/>
                  </a:cubicBezTo>
                  <a:cubicBezTo>
                    <a:pt x="2109" y="3868"/>
                    <a:pt x="2113" y="3868"/>
                    <a:pt x="2118" y="3868"/>
                  </a:cubicBezTo>
                  <a:close/>
                  <a:moveTo>
                    <a:pt x="10749" y="3868"/>
                  </a:moveTo>
                  <a:cubicBezTo>
                    <a:pt x="10754" y="3868"/>
                    <a:pt x="10758" y="3868"/>
                    <a:pt x="10763" y="3868"/>
                  </a:cubicBezTo>
                  <a:cubicBezTo>
                    <a:pt x="11372" y="3868"/>
                    <a:pt x="11900" y="4287"/>
                    <a:pt x="12040" y="4878"/>
                  </a:cubicBezTo>
                  <a:cubicBezTo>
                    <a:pt x="12181" y="5473"/>
                    <a:pt x="11892" y="6081"/>
                    <a:pt x="11351" y="6356"/>
                  </a:cubicBezTo>
                  <a:cubicBezTo>
                    <a:pt x="11111" y="5525"/>
                    <a:pt x="10584" y="4787"/>
                    <a:pt x="9862" y="4224"/>
                  </a:cubicBezTo>
                  <a:cubicBezTo>
                    <a:pt x="10102" y="3995"/>
                    <a:pt x="10417" y="3868"/>
                    <a:pt x="10749" y="3868"/>
                  </a:cubicBezTo>
                  <a:close/>
                  <a:moveTo>
                    <a:pt x="8290" y="0"/>
                  </a:moveTo>
                  <a:cubicBezTo>
                    <a:pt x="7720" y="0"/>
                    <a:pt x="7228" y="419"/>
                    <a:pt x="7143" y="990"/>
                  </a:cubicBezTo>
                  <a:lnTo>
                    <a:pt x="6361" y="1251"/>
                  </a:lnTo>
                  <a:cubicBezTo>
                    <a:pt x="6266" y="1282"/>
                    <a:pt x="6200" y="1370"/>
                    <a:pt x="6203" y="1469"/>
                  </a:cubicBezTo>
                  <a:lnTo>
                    <a:pt x="6203" y="3098"/>
                  </a:lnTo>
                  <a:cubicBezTo>
                    <a:pt x="5204" y="3129"/>
                    <a:pt x="4236" y="3425"/>
                    <a:pt x="3388" y="3953"/>
                  </a:cubicBezTo>
                  <a:cubicBezTo>
                    <a:pt x="3035" y="3582"/>
                    <a:pt x="2569" y="3402"/>
                    <a:pt x="2105" y="3402"/>
                  </a:cubicBezTo>
                  <a:cubicBezTo>
                    <a:pt x="1546" y="3402"/>
                    <a:pt x="990" y="3663"/>
                    <a:pt x="640" y="4171"/>
                  </a:cubicBezTo>
                  <a:cubicBezTo>
                    <a:pt x="0" y="5100"/>
                    <a:pt x="376" y="6384"/>
                    <a:pt x="1418" y="6820"/>
                  </a:cubicBezTo>
                  <a:cubicBezTo>
                    <a:pt x="1390" y="6993"/>
                    <a:pt x="1379" y="7169"/>
                    <a:pt x="1379" y="7344"/>
                  </a:cubicBezTo>
                  <a:cubicBezTo>
                    <a:pt x="1379" y="9688"/>
                    <a:pt x="3645" y="11595"/>
                    <a:pt x="6435" y="11595"/>
                  </a:cubicBezTo>
                  <a:cubicBezTo>
                    <a:pt x="7857" y="11595"/>
                    <a:pt x="9141" y="11099"/>
                    <a:pt x="10063" y="10304"/>
                  </a:cubicBezTo>
                  <a:cubicBezTo>
                    <a:pt x="10161" y="10216"/>
                    <a:pt x="10168" y="10061"/>
                    <a:pt x="10073" y="9966"/>
                  </a:cubicBezTo>
                  <a:lnTo>
                    <a:pt x="10070" y="9966"/>
                  </a:lnTo>
                  <a:cubicBezTo>
                    <a:pt x="10025" y="9919"/>
                    <a:pt x="9966" y="9897"/>
                    <a:pt x="9907" y="9897"/>
                  </a:cubicBezTo>
                  <a:cubicBezTo>
                    <a:pt x="9855" y="9897"/>
                    <a:pt x="9802" y="9915"/>
                    <a:pt x="9760" y="9952"/>
                  </a:cubicBezTo>
                  <a:cubicBezTo>
                    <a:pt x="8923" y="10680"/>
                    <a:pt x="7741" y="11130"/>
                    <a:pt x="6432" y="11130"/>
                  </a:cubicBezTo>
                  <a:cubicBezTo>
                    <a:pt x="3902" y="11130"/>
                    <a:pt x="1840" y="9431"/>
                    <a:pt x="1840" y="7344"/>
                  </a:cubicBezTo>
                  <a:cubicBezTo>
                    <a:pt x="1840" y="5255"/>
                    <a:pt x="3902" y="3555"/>
                    <a:pt x="6432" y="3555"/>
                  </a:cubicBezTo>
                  <a:cubicBezTo>
                    <a:pt x="8965" y="3555"/>
                    <a:pt x="11023" y="5255"/>
                    <a:pt x="11023" y="7344"/>
                  </a:cubicBezTo>
                  <a:cubicBezTo>
                    <a:pt x="11020" y="7992"/>
                    <a:pt x="10826" y="8622"/>
                    <a:pt x="10464" y="9160"/>
                  </a:cubicBezTo>
                  <a:cubicBezTo>
                    <a:pt x="10404" y="9248"/>
                    <a:pt x="10415" y="9368"/>
                    <a:pt x="10492" y="9445"/>
                  </a:cubicBezTo>
                  <a:lnTo>
                    <a:pt x="10496" y="9449"/>
                  </a:lnTo>
                  <a:cubicBezTo>
                    <a:pt x="10541" y="9494"/>
                    <a:pt x="10599" y="9515"/>
                    <a:pt x="10656" y="9515"/>
                  </a:cubicBezTo>
                  <a:cubicBezTo>
                    <a:pt x="10729" y="9515"/>
                    <a:pt x="10802" y="9480"/>
                    <a:pt x="10847" y="9413"/>
                  </a:cubicBezTo>
                  <a:cubicBezTo>
                    <a:pt x="11263" y="8801"/>
                    <a:pt x="11484" y="8083"/>
                    <a:pt x="11488" y="7344"/>
                  </a:cubicBezTo>
                  <a:cubicBezTo>
                    <a:pt x="11488" y="7169"/>
                    <a:pt x="11474" y="6993"/>
                    <a:pt x="11449" y="6820"/>
                  </a:cubicBezTo>
                  <a:cubicBezTo>
                    <a:pt x="12107" y="6542"/>
                    <a:pt x="12536" y="5895"/>
                    <a:pt x="12540" y="5181"/>
                  </a:cubicBezTo>
                  <a:cubicBezTo>
                    <a:pt x="12540" y="4456"/>
                    <a:pt x="12097" y="3801"/>
                    <a:pt x="11425" y="3530"/>
                  </a:cubicBezTo>
                  <a:cubicBezTo>
                    <a:pt x="11210" y="3444"/>
                    <a:pt x="10986" y="3403"/>
                    <a:pt x="10764" y="3403"/>
                  </a:cubicBezTo>
                  <a:cubicBezTo>
                    <a:pt x="10286" y="3403"/>
                    <a:pt x="9819" y="3595"/>
                    <a:pt x="9475" y="3953"/>
                  </a:cubicBezTo>
                  <a:cubicBezTo>
                    <a:pt x="8631" y="3425"/>
                    <a:pt x="7660" y="3129"/>
                    <a:pt x="6664" y="3098"/>
                  </a:cubicBezTo>
                  <a:lnTo>
                    <a:pt x="6664" y="1638"/>
                  </a:lnTo>
                  <a:lnTo>
                    <a:pt x="7171" y="1469"/>
                  </a:lnTo>
                  <a:cubicBezTo>
                    <a:pt x="7311" y="1979"/>
                    <a:pt x="7772" y="2319"/>
                    <a:pt x="8285" y="2319"/>
                  </a:cubicBezTo>
                  <a:cubicBezTo>
                    <a:pt x="8349" y="2319"/>
                    <a:pt x="8414" y="2313"/>
                    <a:pt x="8480" y="2303"/>
                  </a:cubicBezTo>
                  <a:cubicBezTo>
                    <a:pt x="9064" y="2208"/>
                    <a:pt x="9479" y="1683"/>
                    <a:pt x="9444" y="1092"/>
                  </a:cubicBezTo>
                  <a:cubicBezTo>
                    <a:pt x="9408" y="498"/>
                    <a:pt x="8930" y="30"/>
                    <a:pt x="8339" y="1"/>
                  </a:cubicBezTo>
                  <a:cubicBezTo>
                    <a:pt x="8323" y="1"/>
                    <a:pt x="8306" y="0"/>
                    <a:pt x="8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85"/>
            <p:cNvSpPr/>
            <p:nvPr/>
          </p:nvSpPr>
          <p:spPr>
            <a:xfrm>
              <a:off x="7553034" y="3531912"/>
              <a:ext cx="70561" cy="60410"/>
            </a:xfrm>
            <a:custGeom>
              <a:rect b="b" l="l" r="r" t="t"/>
              <a:pathLst>
                <a:path extrusionOk="0" h="2321" w="2711">
                  <a:moveTo>
                    <a:pt x="1555" y="464"/>
                  </a:moveTo>
                  <a:cubicBezTo>
                    <a:pt x="1726" y="464"/>
                    <a:pt x="1900" y="528"/>
                    <a:pt x="2042" y="671"/>
                  </a:cubicBezTo>
                  <a:cubicBezTo>
                    <a:pt x="2481" y="1107"/>
                    <a:pt x="2168" y="1856"/>
                    <a:pt x="1549" y="1856"/>
                  </a:cubicBezTo>
                  <a:cubicBezTo>
                    <a:pt x="1165" y="1856"/>
                    <a:pt x="856" y="1547"/>
                    <a:pt x="856" y="1163"/>
                  </a:cubicBezTo>
                  <a:cubicBezTo>
                    <a:pt x="856" y="742"/>
                    <a:pt x="1198" y="464"/>
                    <a:pt x="1555" y="464"/>
                  </a:cubicBezTo>
                  <a:close/>
                  <a:moveTo>
                    <a:pt x="1542" y="0"/>
                  </a:moveTo>
                  <a:cubicBezTo>
                    <a:pt x="1257" y="0"/>
                    <a:pt x="966" y="106"/>
                    <a:pt x="729" y="343"/>
                  </a:cubicBezTo>
                  <a:cubicBezTo>
                    <a:pt x="1" y="1072"/>
                    <a:pt x="518" y="2321"/>
                    <a:pt x="1549" y="2321"/>
                  </a:cubicBezTo>
                  <a:cubicBezTo>
                    <a:pt x="2189" y="2321"/>
                    <a:pt x="2710" y="1804"/>
                    <a:pt x="2710" y="1163"/>
                  </a:cubicBezTo>
                  <a:cubicBezTo>
                    <a:pt x="2710" y="464"/>
                    <a:pt x="2139" y="0"/>
                    <a:pt x="1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85"/>
            <p:cNvSpPr/>
            <p:nvPr/>
          </p:nvSpPr>
          <p:spPr>
            <a:xfrm>
              <a:off x="7665681" y="3531964"/>
              <a:ext cx="70535" cy="60384"/>
            </a:xfrm>
            <a:custGeom>
              <a:rect b="b" l="l" r="r" t="t"/>
              <a:pathLst>
                <a:path extrusionOk="0" h="2320" w="2710">
                  <a:moveTo>
                    <a:pt x="1546" y="462"/>
                  </a:moveTo>
                  <a:cubicBezTo>
                    <a:pt x="1903" y="462"/>
                    <a:pt x="2245" y="740"/>
                    <a:pt x="2245" y="1161"/>
                  </a:cubicBezTo>
                  <a:cubicBezTo>
                    <a:pt x="2245" y="1545"/>
                    <a:pt x="1936" y="1854"/>
                    <a:pt x="1552" y="1854"/>
                  </a:cubicBezTo>
                  <a:cubicBezTo>
                    <a:pt x="929" y="1854"/>
                    <a:pt x="620" y="1105"/>
                    <a:pt x="1060" y="669"/>
                  </a:cubicBezTo>
                  <a:cubicBezTo>
                    <a:pt x="1201" y="526"/>
                    <a:pt x="1375" y="462"/>
                    <a:pt x="1546" y="462"/>
                  </a:cubicBezTo>
                  <a:close/>
                  <a:moveTo>
                    <a:pt x="1552" y="0"/>
                  </a:moveTo>
                  <a:cubicBezTo>
                    <a:pt x="518" y="0"/>
                    <a:pt x="1" y="1249"/>
                    <a:pt x="732" y="1977"/>
                  </a:cubicBezTo>
                  <a:cubicBezTo>
                    <a:pt x="954" y="2201"/>
                    <a:pt x="1249" y="2319"/>
                    <a:pt x="1551" y="2319"/>
                  </a:cubicBezTo>
                  <a:cubicBezTo>
                    <a:pt x="1700" y="2319"/>
                    <a:pt x="1851" y="2290"/>
                    <a:pt x="1996" y="2231"/>
                  </a:cubicBezTo>
                  <a:cubicBezTo>
                    <a:pt x="2428" y="2051"/>
                    <a:pt x="2710" y="1629"/>
                    <a:pt x="2710" y="1158"/>
                  </a:cubicBezTo>
                  <a:cubicBezTo>
                    <a:pt x="2710" y="521"/>
                    <a:pt x="2189" y="0"/>
                    <a:pt x="1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2" name="Google Shape;18292;p85"/>
          <p:cNvGrpSpPr/>
          <p:nvPr/>
        </p:nvGrpSpPr>
        <p:grpSpPr>
          <a:xfrm>
            <a:off x="5160300" y="2435035"/>
            <a:ext cx="288515" cy="350512"/>
            <a:chOff x="5160300" y="2435035"/>
            <a:chExt cx="288515" cy="350512"/>
          </a:xfrm>
        </p:grpSpPr>
        <p:sp>
          <p:nvSpPr>
            <p:cNvPr id="18293" name="Google Shape;18293;p85"/>
            <p:cNvSpPr/>
            <p:nvPr/>
          </p:nvSpPr>
          <p:spPr>
            <a:xfrm>
              <a:off x="5255821" y="2440189"/>
              <a:ext cx="113766" cy="29125"/>
            </a:xfrm>
            <a:custGeom>
              <a:rect b="b" l="l" r="r" t="t"/>
              <a:pathLst>
                <a:path extrusionOk="0" h="1119" w="4371">
                  <a:moveTo>
                    <a:pt x="328" y="0"/>
                  </a:moveTo>
                  <a:cubicBezTo>
                    <a:pt x="145" y="0"/>
                    <a:pt x="1" y="148"/>
                    <a:pt x="1" y="327"/>
                  </a:cubicBezTo>
                  <a:lnTo>
                    <a:pt x="1" y="792"/>
                  </a:lnTo>
                  <a:cubicBezTo>
                    <a:pt x="1" y="972"/>
                    <a:pt x="142" y="1119"/>
                    <a:pt x="321" y="1119"/>
                  </a:cubicBezTo>
                  <a:cubicBezTo>
                    <a:pt x="324" y="1119"/>
                    <a:pt x="326" y="1119"/>
                    <a:pt x="328" y="1119"/>
                  </a:cubicBezTo>
                  <a:lnTo>
                    <a:pt x="4036" y="1119"/>
                  </a:lnTo>
                  <a:cubicBezTo>
                    <a:pt x="4219" y="1119"/>
                    <a:pt x="4364" y="971"/>
                    <a:pt x="4367" y="792"/>
                  </a:cubicBezTo>
                  <a:lnTo>
                    <a:pt x="4367" y="327"/>
                  </a:lnTo>
                  <a:cubicBezTo>
                    <a:pt x="4371" y="148"/>
                    <a:pt x="4223" y="0"/>
                    <a:pt x="40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85"/>
            <p:cNvSpPr/>
            <p:nvPr/>
          </p:nvSpPr>
          <p:spPr>
            <a:xfrm>
              <a:off x="5337339" y="2440189"/>
              <a:ext cx="32066" cy="29125"/>
            </a:xfrm>
            <a:custGeom>
              <a:rect b="b" l="l" r="r" t="t"/>
              <a:pathLst>
                <a:path extrusionOk="0" h="1119" w="1232">
                  <a:moveTo>
                    <a:pt x="0" y="0"/>
                  </a:moveTo>
                  <a:cubicBezTo>
                    <a:pt x="183" y="0"/>
                    <a:pt x="327" y="148"/>
                    <a:pt x="327" y="327"/>
                  </a:cubicBezTo>
                  <a:lnTo>
                    <a:pt x="327" y="792"/>
                  </a:lnTo>
                  <a:cubicBezTo>
                    <a:pt x="327" y="975"/>
                    <a:pt x="183" y="1119"/>
                    <a:pt x="0" y="1119"/>
                  </a:cubicBezTo>
                  <a:lnTo>
                    <a:pt x="904" y="1119"/>
                  </a:lnTo>
                  <a:cubicBezTo>
                    <a:pt x="1084" y="1119"/>
                    <a:pt x="1232" y="975"/>
                    <a:pt x="1232" y="792"/>
                  </a:cubicBezTo>
                  <a:lnTo>
                    <a:pt x="1232" y="327"/>
                  </a:lnTo>
                  <a:cubicBezTo>
                    <a:pt x="1232" y="148"/>
                    <a:pt x="1084" y="4"/>
                    <a:pt x="90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85"/>
            <p:cNvSpPr/>
            <p:nvPr/>
          </p:nvSpPr>
          <p:spPr>
            <a:xfrm>
              <a:off x="5186223" y="2469288"/>
              <a:ext cx="247834" cy="311133"/>
            </a:xfrm>
            <a:custGeom>
              <a:rect b="b" l="l" r="r" t="t"/>
              <a:pathLst>
                <a:path extrusionOk="0" h="11954" w="9522">
                  <a:moveTo>
                    <a:pt x="3477" y="1"/>
                  </a:moveTo>
                  <a:lnTo>
                    <a:pt x="3477" y="3484"/>
                  </a:lnTo>
                  <a:cubicBezTo>
                    <a:pt x="3477" y="3695"/>
                    <a:pt x="3350" y="3885"/>
                    <a:pt x="3153" y="3959"/>
                  </a:cubicBezTo>
                  <a:cubicBezTo>
                    <a:pt x="1707" y="4533"/>
                    <a:pt x="648" y="5789"/>
                    <a:pt x="324" y="7305"/>
                  </a:cubicBezTo>
                  <a:cubicBezTo>
                    <a:pt x="1" y="8825"/>
                    <a:pt x="462" y="10405"/>
                    <a:pt x="1549" y="11513"/>
                  </a:cubicBezTo>
                  <a:cubicBezTo>
                    <a:pt x="1820" y="11795"/>
                    <a:pt x="2196" y="11953"/>
                    <a:pt x="2587" y="11953"/>
                  </a:cubicBezTo>
                  <a:lnTo>
                    <a:pt x="7129" y="11953"/>
                  </a:lnTo>
                  <a:cubicBezTo>
                    <a:pt x="7523" y="11950"/>
                    <a:pt x="7896" y="11791"/>
                    <a:pt x="8171" y="11513"/>
                  </a:cubicBezTo>
                  <a:cubicBezTo>
                    <a:pt x="9043" y="10620"/>
                    <a:pt x="9522" y="9413"/>
                    <a:pt x="9490" y="8164"/>
                  </a:cubicBezTo>
                  <a:cubicBezTo>
                    <a:pt x="9444" y="6302"/>
                    <a:pt x="8294" y="4649"/>
                    <a:pt x="6563" y="3963"/>
                  </a:cubicBezTo>
                  <a:cubicBezTo>
                    <a:pt x="6369" y="3885"/>
                    <a:pt x="6239" y="3695"/>
                    <a:pt x="6239" y="3484"/>
                  </a:cubicBezTo>
                  <a:lnTo>
                    <a:pt x="6239"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85"/>
            <p:cNvSpPr/>
            <p:nvPr/>
          </p:nvSpPr>
          <p:spPr>
            <a:xfrm>
              <a:off x="5276695" y="2469288"/>
              <a:ext cx="157362" cy="309207"/>
            </a:xfrm>
            <a:custGeom>
              <a:rect b="b" l="l" r="r" t="t"/>
              <a:pathLst>
                <a:path extrusionOk="0" h="11880" w="6046">
                  <a:moveTo>
                    <a:pt x="1" y="1"/>
                  </a:moveTo>
                  <a:lnTo>
                    <a:pt x="1" y="469"/>
                  </a:lnTo>
                  <a:lnTo>
                    <a:pt x="1426" y="469"/>
                  </a:lnTo>
                  <a:cubicBezTo>
                    <a:pt x="1788" y="469"/>
                    <a:pt x="2080" y="761"/>
                    <a:pt x="2080" y="1123"/>
                  </a:cubicBezTo>
                  <a:lnTo>
                    <a:pt x="2080" y="3952"/>
                  </a:lnTo>
                  <a:cubicBezTo>
                    <a:pt x="2080" y="4163"/>
                    <a:pt x="2210" y="4350"/>
                    <a:pt x="2404" y="4427"/>
                  </a:cubicBezTo>
                  <a:cubicBezTo>
                    <a:pt x="3825" y="4990"/>
                    <a:pt x="4878" y="6218"/>
                    <a:pt x="5215" y="7706"/>
                  </a:cubicBezTo>
                  <a:cubicBezTo>
                    <a:pt x="5557" y="9195"/>
                    <a:pt x="5141" y="10753"/>
                    <a:pt x="4107" y="11879"/>
                  </a:cubicBezTo>
                  <a:cubicBezTo>
                    <a:pt x="4329" y="11805"/>
                    <a:pt x="4533" y="11679"/>
                    <a:pt x="4695" y="11510"/>
                  </a:cubicBezTo>
                  <a:cubicBezTo>
                    <a:pt x="5567" y="10620"/>
                    <a:pt x="6046" y="9413"/>
                    <a:pt x="6014" y="8164"/>
                  </a:cubicBezTo>
                  <a:cubicBezTo>
                    <a:pt x="5968" y="6302"/>
                    <a:pt x="4818" y="4649"/>
                    <a:pt x="3087" y="3963"/>
                  </a:cubicBezTo>
                  <a:cubicBezTo>
                    <a:pt x="2893" y="3885"/>
                    <a:pt x="2763" y="3695"/>
                    <a:pt x="2763" y="3484"/>
                  </a:cubicBezTo>
                  <a:lnTo>
                    <a:pt x="2763"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85"/>
            <p:cNvSpPr/>
            <p:nvPr/>
          </p:nvSpPr>
          <p:spPr>
            <a:xfrm>
              <a:off x="5192001" y="2637009"/>
              <a:ext cx="242056" cy="143307"/>
            </a:xfrm>
            <a:custGeom>
              <a:rect b="b" l="l" r="r" t="t"/>
              <a:pathLst>
                <a:path extrusionOk="0" h="5506" w="9300">
                  <a:moveTo>
                    <a:pt x="2454" y="0"/>
                  </a:moveTo>
                  <a:cubicBezTo>
                    <a:pt x="1131" y="0"/>
                    <a:pt x="169" y="587"/>
                    <a:pt x="169" y="587"/>
                  </a:cubicBezTo>
                  <a:cubicBezTo>
                    <a:pt x="57" y="988"/>
                    <a:pt x="0" y="1407"/>
                    <a:pt x="0" y="1825"/>
                  </a:cubicBezTo>
                  <a:cubicBezTo>
                    <a:pt x="0" y="3039"/>
                    <a:pt x="475" y="4204"/>
                    <a:pt x="1327" y="5069"/>
                  </a:cubicBezTo>
                  <a:cubicBezTo>
                    <a:pt x="1598" y="5347"/>
                    <a:pt x="1974" y="5506"/>
                    <a:pt x="2365" y="5506"/>
                  </a:cubicBezTo>
                  <a:lnTo>
                    <a:pt x="6907" y="5506"/>
                  </a:lnTo>
                  <a:cubicBezTo>
                    <a:pt x="7301" y="5506"/>
                    <a:pt x="7674" y="5347"/>
                    <a:pt x="7949" y="5066"/>
                  </a:cubicBezTo>
                  <a:cubicBezTo>
                    <a:pt x="8825" y="4176"/>
                    <a:pt x="9300" y="2969"/>
                    <a:pt x="9268" y="1720"/>
                  </a:cubicBezTo>
                  <a:cubicBezTo>
                    <a:pt x="9257" y="1234"/>
                    <a:pt x="9169" y="752"/>
                    <a:pt x="9011" y="291"/>
                  </a:cubicBezTo>
                  <a:cubicBezTo>
                    <a:pt x="9009" y="291"/>
                    <a:pt x="7963" y="1104"/>
                    <a:pt x="6533" y="1104"/>
                  </a:cubicBezTo>
                  <a:cubicBezTo>
                    <a:pt x="5949" y="1104"/>
                    <a:pt x="5301" y="968"/>
                    <a:pt x="4634" y="587"/>
                  </a:cubicBezTo>
                  <a:cubicBezTo>
                    <a:pt x="3867" y="147"/>
                    <a:pt x="3115" y="0"/>
                    <a:pt x="245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85"/>
            <p:cNvSpPr/>
            <p:nvPr/>
          </p:nvSpPr>
          <p:spPr>
            <a:xfrm>
              <a:off x="5383668" y="2644661"/>
              <a:ext cx="50311" cy="133729"/>
            </a:xfrm>
            <a:custGeom>
              <a:rect b="b" l="l" r="r" t="t"/>
              <a:pathLst>
                <a:path extrusionOk="0" h="5138" w="1933">
                  <a:moveTo>
                    <a:pt x="1647" y="1"/>
                  </a:moveTo>
                  <a:cubicBezTo>
                    <a:pt x="1425" y="159"/>
                    <a:pt x="1190" y="296"/>
                    <a:pt x="943" y="405"/>
                  </a:cubicBezTo>
                  <a:cubicBezTo>
                    <a:pt x="1116" y="884"/>
                    <a:pt x="1214" y="1387"/>
                    <a:pt x="1225" y="1894"/>
                  </a:cubicBezTo>
                  <a:cubicBezTo>
                    <a:pt x="1253" y="3093"/>
                    <a:pt x="817" y="4258"/>
                    <a:pt x="0" y="5138"/>
                  </a:cubicBezTo>
                  <a:lnTo>
                    <a:pt x="81" y="5113"/>
                  </a:lnTo>
                  <a:cubicBezTo>
                    <a:pt x="85" y="5113"/>
                    <a:pt x="85" y="5113"/>
                    <a:pt x="85" y="5110"/>
                  </a:cubicBezTo>
                  <a:cubicBezTo>
                    <a:pt x="166" y="5074"/>
                    <a:pt x="240" y="5039"/>
                    <a:pt x="314" y="4993"/>
                  </a:cubicBezTo>
                  <a:cubicBezTo>
                    <a:pt x="317" y="4990"/>
                    <a:pt x="317" y="4990"/>
                    <a:pt x="321" y="4990"/>
                  </a:cubicBezTo>
                  <a:cubicBezTo>
                    <a:pt x="342" y="4979"/>
                    <a:pt x="363" y="4965"/>
                    <a:pt x="380" y="4948"/>
                  </a:cubicBezTo>
                  <a:cubicBezTo>
                    <a:pt x="388" y="4944"/>
                    <a:pt x="395" y="4941"/>
                    <a:pt x="398" y="4937"/>
                  </a:cubicBezTo>
                  <a:cubicBezTo>
                    <a:pt x="416" y="4923"/>
                    <a:pt x="430" y="4912"/>
                    <a:pt x="447" y="4898"/>
                  </a:cubicBezTo>
                  <a:cubicBezTo>
                    <a:pt x="454" y="4891"/>
                    <a:pt x="461" y="4888"/>
                    <a:pt x="468" y="4881"/>
                  </a:cubicBezTo>
                  <a:cubicBezTo>
                    <a:pt x="483" y="4867"/>
                    <a:pt x="497" y="4856"/>
                    <a:pt x="511" y="4846"/>
                  </a:cubicBezTo>
                  <a:lnTo>
                    <a:pt x="528" y="4828"/>
                  </a:lnTo>
                  <a:cubicBezTo>
                    <a:pt x="549" y="4810"/>
                    <a:pt x="570" y="4793"/>
                    <a:pt x="592" y="4772"/>
                  </a:cubicBezTo>
                  <a:cubicBezTo>
                    <a:pt x="1457" y="3878"/>
                    <a:pt x="1932" y="2671"/>
                    <a:pt x="1904" y="1426"/>
                  </a:cubicBezTo>
                  <a:cubicBezTo>
                    <a:pt x="1904" y="1398"/>
                    <a:pt x="1900" y="1366"/>
                    <a:pt x="1900" y="1338"/>
                  </a:cubicBezTo>
                  <a:cubicBezTo>
                    <a:pt x="1900" y="1327"/>
                    <a:pt x="1897" y="1320"/>
                    <a:pt x="1897" y="1310"/>
                  </a:cubicBezTo>
                  <a:cubicBezTo>
                    <a:pt x="1897" y="1288"/>
                    <a:pt x="1893" y="1267"/>
                    <a:pt x="1893" y="1246"/>
                  </a:cubicBezTo>
                  <a:cubicBezTo>
                    <a:pt x="1893" y="1236"/>
                    <a:pt x="1893" y="1225"/>
                    <a:pt x="1893" y="1215"/>
                  </a:cubicBezTo>
                  <a:cubicBezTo>
                    <a:pt x="1890" y="1193"/>
                    <a:pt x="1890" y="1172"/>
                    <a:pt x="1890" y="1151"/>
                  </a:cubicBezTo>
                  <a:cubicBezTo>
                    <a:pt x="1890" y="1141"/>
                    <a:pt x="1886" y="1130"/>
                    <a:pt x="1886" y="1120"/>
                  </a:cubicBezTo>
                  <a:cubicBezTo>
                    <a:pt x="1886" y="1109"/>
                    <a:pt x="1883" y="1081"/>
                    <a:pt x="1879" y="1063"/>
                  </a:cubicBezTo>
                  <a:cubicBezTo>
                    <a:pt x="1876" y="1053"/>
                    <a:pt x="1876" y="1042"/>
                    <a:pt x="1876" y="1028"/>
                  </a:cubicBezTo>
                  <a:cubicBezTo>
                    <a:pt x="1872" y="1011"/>
                    <a:pt x="1872" y="989"/>
                    <a:pt x="1869" y="972"/>
                  </a:cubicBezTo>
                  <a:cubicBezTo>
                    <a:pt x="1869" y="961"/>
                    <a:pt x="1865" y="951"/>
                    <a:pt x="1869" y="944"/>
                  </a:cubicBezTo>
                  <a:cubicBezTo>
                    <a:pt x="1865" y="923"/>
                    <a:pt x="1862" y="901"/>
                    <a:pt x="1862" y="884"/>
                  </a:cubicBezTo>
                  <a:cubicBezTo>
                    <a:pt x="1858" y="873"/>
                    <a:pt x="1858" y="863"/>
                    <a:pt x="1858" y="852"/>
                  </a:cubicBezTo>
                  <a:cubicBezTo>
                    <a:pt x="1855" y="831"/>
                    <a:pt x="1851" y="810"/>
                    <a:pt x="1848" y="792"/>
                  </a:cubicBezTo>
                  <a:cubicBezTo>
                    <a:pt x="1848" y="782"/>
                    <a:pt x="1844" y="775"/>
                    <a:pt x="1844" y="764"/>
                  </a:cubicBezTo>
                  <a:cubicBezTo>
                    <a:pt x="1844" y="743"/>
                    <a:pt x="1841" y="726"/>
                    <a:pt x="1834" y="704"/>
                  </a:cubicBezTo>
                  <a:cubicBezTo>
                    <a:pt x="1830" y="694"/>
                    <a:pt x="1830" y="687"/>
                    <a:pt x="1830" y="676"/>
                  </a:cubicBezTo>
                  <a:cubicBezTo>
                    <a:pt x="1830" y="655"/>
                    <a:pt x="1823" y="634"/>
                    <a:pt x="1820" y="613"/>
                  </a:cubicBezTo>
                  <a:cubicBezTo>
                    <a:pt x="1816" y="609"/>
                    <a:pt x="1816" y="599"/>
                    <a:pt x="1812" y="592"/>
                  </a:cubicBezTo>
                  <a:cubicBezTo>
                    <a:pt x="1809" y="571"/>
                    <a:pt x="1805" y="550"/>
                    <a:pt x="1798" y="525"/>
                  </a:cubicBezTo>
                  <a:cubicBezTo>
                    <a:pt x="1795" y="518"/>
                    <a:pt x="1795" y="511"/>
                    <a:pt x="1795" y="504"/>
                  </a:cubicBezTo>
                  <a:cubicBezTo>
                    <a:pt x="1788" y="483"/>
                    <a:pt x="1784" y="462"/>
                    <a:pt x="1777" y="441"/>
                  </a:cubicBezTo>
                  <a:cubicBezTo>
                    <a:pt x="1774" y="433"/>
                    <a:pt x="1774" y="426"/>
                    <a:pt x="1774" y="419"/>
                  </a:cubicBezTo>
                  <a:lnTo>
                    <a:pt x="1756" y="349"/>
                  </a:lnTo>
                  <a:cubicBezTo>
                    <a:pt x="1753" y="346"/>
                    <a:pt x="1753" y="338"/>
                    <a:pt x="1753" y="335"/>
                  </a:cubicBezTo>
                  <a:cubicBezTo>
                    <a:pt x="1746" y="310"/>
                    <a:pt x="1739" y="286"/>
                    <a:pt x="1732" y="261"/>
                  </a:cubicBezTo>
                  <a:cubicBezTo>
                    <a:pt x="1728" y="258"/>
                    <a:pt x="1728" y="254"/>
                    <a:pt x="1728" y="251"/>
                  </a:cubicBezTo>
                  <a:cubicBezTo>
                    <a:pt x="1721" y="222"/>
                    <a:pt x="1714" y="198"/>
                    <a:pt x="1707" y="173"/>
                  </a:cubicBezTo>
                  <a:cubicBezTo>
                    <a:pt x="1707" y="173"/>
                    <a:pt x="1703" y="170"/>
                    <a:pt x="1703" y="166"/>
                  </a:cubicBezTo>
                  <a:cubicBezTo>
                    <a:pt x="1696" y="138"/>
                    <a:pt x="1686" y="113"/>
                    <a:pt x="1675" y="89"/>
                  </a:cubicBezTo>
                  <a:cubicBezTo>
                    <a:pt x="1675" y="85"/>
                    <a:pt x="1675" y="85"/>
                    <a:pt x="1675" y="82"/>
                  </a:cubicBezTo>
                  <a:cubicBezTo>
                    <a:pt x="1665" y="53"/>
                    <a:pt x="1654" y="25"/>
                    <a:pt x="16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85"/>
            <p:cNvSpPr/>
            <p:nvPr/>
          </p:nvSpPr>
          <p:spPr>
            <a:xfrm>
              <a:off x="5385308" y="2681854"/>
              <a:ext cx="18167" cy="15564"/>
            </a:xfrm>
            <a:custGeom>
              <a:rect b="b" l="l" r="r" t="t"/>
              <a:pathLst>
                <a:path extrusionOk="0" h="598" w="698">
                  <a:moveTo>
                    <a:pt x="398" y="0"/>
                  </a:moveTo>
                  <a:cubicBezTo>
                    <a:pt x="135" y="0"/>
                    <a:pt x="1" y="320"/>
                    <a:pt x="187" y="510"/>
                  </a:cubicBezTo>
                  <a:cubicBezTo>
                    <a:pt x="248" y="570"/>
                    <a:pt x="323" y="597"/>
                    <a:pt x="396" y="597"/>
                  </a:cubicBezTo>
                  <a:cubicBezTo>
                    <a:pt x="550" y="597"/>
                    <a:pt x="697" y="478"/>
                    <a:pt x="697" y="299"/>
                  </a:cubicBezTo>
                  <a:cubicBezTo>
                    <a:pt x="697" y="134"/>
                    <a:pt x="564" y="0"/>
                    <a:pt x="398"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85"/>
            <p:cNvSpPr/>
            <p:nvPr/>
          </p:nvSpPr>
          <p:spPr>
            <a:xfrm>
              <a:off x="5347594" y="2739089"/>
              <a:ext cx="15773" cy="13482"/>
            </a:xfrm>
            <a:custGeom>
              <a:rect b="b" l="l" r="r" t="t"/>
              <a:pathLst>
                <a:path extrusionOk="0" h="518" w="606">
                  <a:moveTo>
                    <a:pt x="351" y="0"/>
                  </a:moveTo>
                  <a:cubicBezTo>
                    <a:pt x="349" y="0"/>
                    <a:pt x="347" y="0"/>
                    <a:pt x="345" y="0"/>
                  </a:cubicBezTo>
                  <a:cubicBezTo>
                    <a:pt x="116" y="0"/>
                    <a:pt x="0" y="278"/>
                    <a:pt x="162" y="440"/>
                  </a:cubicBezTo>
                  <a:cubicBezTo>
                    <a:pt x="215" y="494"/>
                    <a:pt x="280" y="518"/>
                    <a:pt x="344" y="518"/>
                  </a:cubicBezTo>
                  <a:cubicBezTo>
                    <a:pt x="477" y="518"/>
                    <a:pt x="605" y="414"/>
                    <a:pt x="605" y="257"/>
                  </a:cubicBezTo>
                  <a:cubicBezTo>
                    <a:pt x="605" y="118"/>
                    <a:pt x="493" y="0"/>
                    <a:pt x="351"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85"/>
            <p:cNvSpPr/>
            <p:nvPr/>
          </p:nvSpPr>
          <p:spPr>
            <a:xfrm>
              <a:off x="5244291" y="2672406"/>
              <a:ext cx="15773" cy="13560"/>
            </a:xfrm>
            <a:custGeom>
              <a:rect b="b" l="l" r="r" t="t"/>
              <a:pathLst>
                <a:path extrusionOk="0" h="521" w="606">
                  <a:moveTo>
                    <a:pt x="345" y="1"/>
                  </a:moveTo>
                  <a:cubicBezTo>
                    <a:pt x="116" y="1"/>
                    <a:pt x="0" y="282"/>
                    <a:pt x="162" y="444"/>
                  </a:cubicBezTo>
                  <a:cubicBezTo>
                    <a:pt x="216" y="497"/>
                    <a:pt x="281" y="520"/>
                    <a:pt x="345" y="520"/>
                  </a:cubicBezTo>
                  <a:cubicBezTo>
                    <a:pt x="479" y="520"/>
                    <a:pt x="606" y="418"/>
                    <a:pt x="606" y="261"/>
                  </a:cubicBezTo>
                  <a:cubicBezTo>
                    <a:pt x="606" y="117"/>
                    <a:pt x="489" y="1"/>
                    <a:pt x="345"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85"/>
            <p:cNvSpPr/>
            <p:nvPr/>
          </p:nvSpPr>
          <p:spPr>
            <a:xfrm>
              <a:off x="5266622" y="2739089"/>
              <a:ext cx="15799" cy="13482"/>
            </a:xfrm>
            <a:custGeom>
              <a:rect b="b" l="l" r="r" t="t"/>
              <a:pathLst>
                <a:path extrusionOk="0" h="518" w="607">
                  <a:moveTo>
                    <a:pt x="352" y="0"/>
                  </a:moveTo>
                  <a:cubicBezTo>
                    <a:pt x="350" y="0"/>
                    <a:pt x="348" y="0"/>
                    <a:pt x="346" y="0"/>
                  </a:cubicBezTo>
                  <a:cubicBezTo>
                    <a:pt x="117" y="0"/>
                    <a:pt x="1" y="278"/>
                    <a:pt x="163" y="440"/>
                  </a:cubicBezTo>
                  <a:cubicBezTo>
                    <a:pt x="216" y="494"/>
                    <a:pt x="282" y="518"/>
                    <a:pt x="346" y="518"/>
                  </a:cubicBezTo>
                  <a:cubicBezTo>
                    <a:pt x="479" y="518"/>
                    <a:pt x="606" y="414"/>
                    <a:pt x="606" y="257"/>
                  </a:cubicBezTo>
                  <a:cubicBezTo>
                    <a:pt x="606" y="118"/>
                    <a:pt x="493" y="0"/>
                    <a:pt x="352"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85"/>
            <p:cNvSpPr/>
            <p:nvPr/>
          </p:nvSpPr>
          <p:spPr>
            <a:xfrm>
              <a:off x="5305820" y="2686695"/>
              <a:ext cx="19078" cy="16371"/>
            </a:xfrm>
            <a:custGeom>
              <a:rect b="b" l="l" r="r" t="t"/>
              <a:pathLst>
                <a:path extrusionOk="0" h="629" w="733">
                  <a:moveTo>
                    <a:pt x="419" y="1"/>
                  </a:moveTo>
                  <a:cubicBezTo>
                    <a:pt x="138" y="1"/>
                    <a:pt x="1" y="338"/>
                    <a:pt x="198" y="535"/>
                  </a:cubicBezTo>
                  <a:cubicBezTo>
                    <a:pt x="262" y="599"/>
                    <a:pt x="341" y="628"/>
                    <a:pt x="418" y="628"/>
                  </a:cubicBezTo>
                  <a:cubicBezTo>
                    <a:pt x="579" y="628"/>
                    <a:pt x="733" y="504"/>
                    <a:pt x="733" y="314"/>
                  </a:cubicBezTo>
                  <a:cubicBezTo>
                    <a:pt x="733" y="141"/>
                    <a:pt x="592" y="1"/>
                    <a:pt x="41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85"/>
            <p:cNvSpPr/>
            <p:nvPr/>
          </p:nvSpPr>
          <p:spPr>
            <a:xfrm>
              <a:off x="5160300" y="2435035"/>
              <a:ext cx="288515" cy="350512"/>
            </a:xfrm>
            <a:custGeom>
              <a:rect b="b" l="l" r="r" t="t"/>
              <a:pathLst>
                <a:path extrusionOk="0" h="13467" w="11085">
                  <a:moveTo>
                    <a:pt x="3678" y="7953"/>
                  </a:moveTo>
                  <a:cubicBezTo>
                    <a:pt x="4405" y="7953"/>
                    <a:pt x="5099" y="8142"/>
                    <a:pt x="5754" y="8516"/>
                  </a:cubicBezTo>
                  <a:cubicBezTo>
                    <a:pt x="6463" y="8923"/>
                    <a:pt x="7150" y="9060"/>
                    <a:pt x="7753" y="9060"/>
                  </a:cubicBezTo>
                  <a:cubicBezTo>
                    <a:pt x="8212" y="9060"/>
                    <a:pt x="8622" y="8980"/>
                    <a:pt x="8955" y="8882"/>
                  </a:cubicBezTo>
                  <a:cubicBezTo>
                    <a:pt x="9360" y="8762"/>
                    <a:pt x="9747" y="8590"/>
                    <a:pt x="10106" y="8368"/>
                  </a:cubicBezTo>
                  <a:lnTo>
                    <a:pt x="10106" y="8368"/>
                  </a:lnTo>
                  <a:cubicBezTo>
                    <a:pt x="10556" y="9898"/>
                    <a:pt x="10141" y="11552"/>
                    <a:pt x="9022" y="12689"/>
                  </a:cubicBezTo>
                  <a:cubicBezTo>
                    <a:pt x="8783" y="12928"/>
                    <a:pt x="8459" y="13065"/>
                    <a:pt x="8122" y="13069"/>
                  </a:cubicBezTo>
                  <a:lnTo>
                    <a:pt x="3579" y="13069"/>
                  </a:lnTo>
                  <a:cubicBezTo>
                    <a:pt x="3241" y="13069"/>
                    <a:pt x="2918" y="12931"/>
                    <a:pt x="2678" y="12692"/>
                  </a:cubicBezTo>
                  <a:cubicBezTo>
                    <a:pt x="1637" y="11629"/>
                    <a:pt x="1148" y="10081"/>
                    <a:pt x="1563" y="8470"/>
                  </a:cubicBezTo>
                  <a:cubicBezTo>
                    <a:pt x="1954" y="8269"/>
                    <a:pt x="2372" y="8125"/>
                    <a:pt x="2805" y="8041"/>
                  </a:cubicBezTo>
                  <a:cubicBezTo>
                    <a:pt x="3101" y="7982"/>
                    <a:pt x="3392" y="7953"/>
                    <a:pt x="3678" y="7953"/>
                  </a:cubicBezTo>
                  <a:close/>
                  <a:moveTo>
                    <a:pt x="3994" y="1"/>
                  </a:moveTo>
                  <a:cubicBezTo>
                    <a:pt x="3706" y="1"/>
                    <a:pt x="3470" y="237"/>
                    <a:pt x="3470" y="525"/>
                  </a:cubicBezTo>
                  <a:lnTo>
                    <a:pt x="3470" y="990"/>
                  </a:lnTo>
                  <a:cubicBezTo>
                    <a:pt x="3470" y="1278"/>
                    <a:pt x="3706" y="1514"/>
                    <a:pt x="3994" y="1514"/>
                  </a:cubicBezTo>
                  <a:lnTo>
                    <a:pt x="4276" y="1514"/>
                  </a:lnTo>
                  <a:lnTo>
                    <a:pt x="4276" y="3139"/>
                  </a:lnTo>
                  <a:cubicBezTo>
                    <a:pt x="4276" y="3271"/>
                    <a:pt x="4373" y="3337"/>
                    <a:pt x="4471" y="3337"/>
                  </a:cubicBezTo>
                  <a:cubicBezTo>
                    <a:pt x="4569" y="3337"/>
                    <a:pt x="4666" y="3271"/>
                    <a:pt x="4666" y="3139"/>
                  </a:cubicBezTo>
                  <a:lnTo>
                    <a:pt x="4666" y="1514"/>
                  </a:lnTo>
                  <a:lnTo>
                    <a:pt x="7034" y="1514"/>
                  </a:lnTo>
                  <a:lnTo>
                    <a:pt x="7034" y="4800"/>
                  </a:lnTo>
                  <a:cubicBezTo>
                    <a:pt x="7031" y="5092"/>
                    <a:pt x="7214" y="5356"/>
                    <a:pt x="7485" y="5462"/>
                  </a:cubicBezTo>
                  <a:cubicBezTo>
                    <a:pt x="8628" y="5919"/>
                    <a:pt x="9532" y="6830"/>
                    <a:pt x="9979" y="7981"/>
                  </a:cubicBezTo>
                  <a:cubicBezTo>
                    <a:pt x="9624" y="8213"/>
                    <a:pt x="9237" y="8389"/>
                    <a:pt x="8832" y="8509"/>
                  </a:cubicBezTo>
                  <a:cubicBezTo>
                    <a:pt x="8465" y="8616"/>
                    <a:pt x="8103" y="8669"/>
                    <a:pt x="7749" y="8669"/>
                  </a:cubicBezTo>
                  <a:cubicBezTo>
                    <a:pt x="7126" y="8669"/>
                    <a:pt x="6525" y="8504"/>
                    <a:pt x="5951" y="8174"/>
                  </a:cubicBezTo>
                  <a:cubicBezTo>
                    <a:pt x="5226" y="7759"/>
                    <a:pt x="4442" y="7561"/>
                    <a:pt x="3656" y="7561"/>
                  </a:cubicBezTo>
                  <a:cubicBezTo>
                    <a:pt x="3004" y="7561"/>
                    <a:pt x="2351" y="7698"/>
                    <a:pt x="1732" y="7960"/>
                  </a:cubicBezTo>
                  <a:cubicBezTo>
                    <a:pt x="2175" y="6816"/>
                    <a:pt x="3076" y="5912"/>
                    <a:pt x="4220" y="5462"/>
                  </a:cubicBezTo>
                  <a:cubicBezTo>
                    <a:pt x="4490" y="5356"/>
                    <a:pt x="4670" y="5092"/>
                    <a:pt x="4670" y="4800"/>
                  </a:cubicBezTo>
                  <a:lnTo>
                    <a:pt x="4670" y="4132"/>
                  </a:lnTo>
                  <a:cubicBezTo>
                    <a:pt x="4670" y="4001"/>
                    <a:pt x="4572" y="3936"/>
                    <a:pt x="4475" y="3936"/>
                  </a:cubicBezTo>
                  <a:cubicBezTo>
                    <a:pt x="4377" y="3936"/>
                    <a:pt x="4279" y="4001"/>
                    <a:pt x="4279" y="4132"/>
                  </a:cubicBezTo>
                  <a:lnTo>
                    <a:pt x="4279" y="4800"/>
                  </a:lnTo>
                  <a:cubicBezTo>
                    <a:pt x="4279" y="4930"/>
                    <a:pt x="4198" y="5046"/>
                    <a:pt x="4075" y="5092"/>
                  </a:cubicBezTo>
                  <a:cubicBezTo>
                    <a:pt x="856" y="6369"/>
                    <a:pt x="1" y="10521"/>
                    <a:pt x="2400" y="12970"/>
                  </a:cubicBezTo>
                  <a:cubicBezTo>
                    <a:pt x="2714" y="13287"/>
                    <a:pt x="3139" y="13463"/>
                    <a:pt x="3583" y="13466"/>
                  </a:cubicBezTo>
                  <a:lnTo>
                    <a:pt x="8122" y="13466"/>
                  </a:lnTo>
                  <a:cubicBezTo>
                    <a:pt x="8568" y="13466"/>
                    <a:pt x="8994" y="13287"/>
                    <a:pt x="9304" y="12966"/>
                  </a:cubicBezTo>
                  <a:cubicBezTo>
                    <a:pt x="11014" y="11218"/>
                    <a:pt x="11084" y="8611"/>
                    <a:pt x="9793" y="6799"/>
                  </a:cubicBezTo>
                  <a:cubicBezTo>
                    <a:pt x="9251" y="6032"/>
                    <a:pt x="8498" y="5441"/>
                    <a:pt x="7629" y="5092"/>
                  </a:cubicBezTo>
                  <a:cubicBezTo>
                    <a:pt x="7506" y="5046"/>
                    <a:pt x="7428" y="4930"/>
                    <a:pt x="7425" y="4800"/>
                  </a:cubicBezTo>
                  <a:lnTo>
                    <a:pt x="7425" y="1514"/>
                  </a:lnTo>
                  <a:lnTo>
                    <a:pt x="7706" y="1514"/>
                  </a:lnTo>
                  <a:cubicBezTo>
                    <a:pt x="7995" y="1514"/>
                    <a:pt x="8231" y="1278"/>
                    <a:pt x="8231" y="990"/>
                  </a:cubicBezTo>
                  <a:lnTo>
                    <a:pt x="8231" y="525"/>
                  </a:lnTo>
                  <a:cubicBezTo>
                    <a:pt x="8231" y="237"/>
                    <a:pt x="7995" y="1"/>
                    <a:pt x="7706" y="1"/>
                  </a:cubicBezTo>
                  <a:lnTo>
                    <a:pt x="6665" y="1"/>
                  </a:lnTo>
                  <a:cubicBezTo>
                    <a:pt x="6405" y="1"/>
                    <a:pt x="6405" y="395"/>
                    <a:pt x="6665" y="395"/>
                  </a:cubicBezTo>
                  <a:lnTo>
                    <a:pt x="7706" y="395"/>
                  </a:lnTo>
                  <a:cubicBezTo>
                    <a:pt x="7708" y="395"/>
                    <a:pt x="7710" y="395"/>
                    <a:pt x="7712" y="395"/>
                  </a:cubicBezTo>
                  <a:cubicBezTo>
                    <a:pt x="7780" y="395"/>
                    <a:pt x="7837" y="453"/>
                    <a:pt x="7837" y="522"/>
                  </a:cubicBezTo>
                  <a:lnTo>
                    <a:pt x="7837" y="986"/>
                  </a:lnTo>
                  <a:cubicBezTo>
                    <a:pt x="7837" y="1060"/>
                    <a:pt x="7777" y="1116"/>
                    <a:pt x="7706" y="1116"/>
                  </a:cubicBezTo>
                  <a:lnTo>
                    <a:pt x="3994" y="1116"/>
                  </a:lnTo>
                  <a:cubicBezTo>
                    <a:pt x="3924" y="1116"/>
                    <a:pt x="3864" y="1060"/>
                    <a:pt x="3864" y="986"/>
                  </a:cubicBezTo>
                  <a:lnTo>
                    <a:pt x="3864" y="522"/>
                  </a:lnTo>
                  <a:cubicBezTo>
                    <a:pt x="3864" y="453"/>
                    <a:pt x="3921" y="395"/>
                    <a:pt x="3988" y="395"/>
                  </a:cubicBezTo>
                  <a:cubicBezTo>
                    <a:pt x="3990" y="395"/>
                    <a:pt x="3992" y="395"/>
                    <a:pt x="3994" y="395"/>
                  </a:cubicBezTo>
                  <a:lnTo>
                    <a:pt x="5704" y="395"/>
                  </a:lnTo>
                  <a:cubicBezTo>
                    <a:pt x="5965" y="395"/>
                    <a:pt x="5965"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5" name="Google Shape;18305;p85"/>
          <p:cNvGrpSpPr/>
          <p:nvPr/>
        </p:nvGrpSpPr>
        <p:grpSpPr>
          <a:xfrm>
            <a:off x="5955648" y="3796534"/>
            <a:ext cx="372766" cy="353610"/>
            <a:chOff x="5955648" y="3796534"/>
            <a:chExt cx="372766" cy="353610"/>
          </a:xfrm>
        </p:grpSpPr>
        <p:sp>
          <p:nvSpPr>
            <p:cNvPr id="18306" name="Google Shape;18306;p85"/>
            <p:cNvSpPr/>
            <p:nvPr/>
          </p:nvSpPr>
          <p:spPr>
            <a:xfrm>
              <a:off x="5980010" y="3802104"/>
              <a:ext cx="342444" cy="342418"/>
            </a:xfrm>
            <a:custGeom>
              <a:rect b="b" l="l" r="r" t="t"/>
              <a:pathLst>
                <a:path extrusionOk="0" h="13156" w="13157">
                  <a:moveTo>
                    <a:pt x="6580" y="1"/>
                  </a:moveTo>
                  <a:cubicBezTo>
                    <a:pt x="2946" y="1"/>
                    <a:pt x="1" y="2945"/>
                    <a:pt x="1" y="6580"/>
                  </a:cubicBezTo>
                  <a:cubicBezTo>
                    <a:pt x="1" y="10211"/>
                    <a:pt x="2946" y="13156"/>
                    <a:pt x="6580" y="13156"/>
                  </a:cubicBezTo>
                  <a:cubicBezTo>
                    <a:pt x="10211" y="13156"/>
                    <a:pt x="13156" y="10211"/>
                    <a:pt x="13156" y="6580"/>
                  </a:cubicBezTo>
                  <a:cubicBezTo>
                    <a:pt x="13156"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85"/>
            <p:cNvSpPr/>
            <p:nvPr/>
          </p:nvSpPr>
          <p:spPr>
            <a:xfrm>
              <a:off x="6128913" y="3802104"/>
              <a:ext cx="199501" cy="342522"/>
            </a:xfrm>
            <a:custGeom>
              <a:rect b="b" l="l" r="r" t="t"/>
              <a:pathLst>
                <a:path extrusionOk="0" h="13160" w="7665">
                  <a:moveTo>
                    <a:pt x="859" y="1"/>
                  </a:moveTo>
                  <a:cubicBezTo>
                    <a:pt x="571" y="1"/>
                    <a:pt x="282" y="18"/>
                    <a:pt x="1" y="57"/>
                  </a:cubicBezTo>
                  <a:cubicBezTo>
                    <a:pt x="3273" y="486"/>
                    <a:pt x="5722" y="3276"/>
                    <a:pt x="5722" y="6580"/>
                  </a:cubicBezTo>
                  <a:cubicBezTo>
                    <a:pt x="5722" y="9880"/>
                    <a:pt x="3273" y="12670"/>
                    <a:pt x="1" y="13103"/>
                  </a:cubicBezTo>
                  <a:cubicBezTo>
                    <a:pt x="291" y="13141"/>
                    <a:pt x="579" y="13160"/>
                    <a:pt x="863" y="13160"/>
                  </a:cubicBezTo>
                  <a:cubicBezTo>
                    <a:pt x="4271" y="13160"/>
                    <a:pt x="7187" y="10510"/>
                    <a:pt x="7414" y="7009"/>
                  </a:cubicBezTo>
                  <a:cubicBezTo>
                    <a:pt x="7664" y="3216"/>
                    <a:pt x="4656"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85"/>
            <p:cNvSpPr/>
            <p:nvPr/>
          </p:nvSpPr>
          <p:spPr>
            <a:xfrm>
              <a:off x="6034407" y="3860978"/>
              <a:ext cx="233831" cy="225867"/>
            </a:xfrm>
            <a:custGeom>
              <a:rect b="b" l="l" r="r" t="t"/>
              <a:pathLst>
                <a:path extrusionOk="0" h="8678" w="8984">
                  <a:moveTo>
                    <a:pt x="1906" y="1"/>
                  </a:moveTo>
                  <a:cubicBezTo>
                    <a:pt x="1461" y="1"/>
                    <a:pt x="1017" y="172"/>
                    <a:pt x="680" y="511"/>
                  </a:cubicBezTo>
                  <a:cubicBezTo>
                    <a:pt x="22" y="1169"/>
                    <a:pt x="1" y="2232"/>
                    <a:pt x="638" y="2911"/>
                  </a:cubicBezTo>
                  <a:lnTo>
                    <a:pt x="701" y="2977"/>
                  </a:lnTo>
                  <a:cubicBezTo>
                    <a:pt x="187" y="4438"/>
                    <a:pt x="553" y="6063"/>
                    <a:pt x="1651" y="7157"/>
                  </a:cubicBezTo>
                  <a:cubicBezTo>
                    <a:pt x="2417" y="7926"/>
                    <a:pt x="3445" y="8336"/>
                    <a:pt x="4493" y="8336"/>
                  </a:cubicBezTo>
                  <a:cubicBezTo>
                    <a:pt x="4941" y="8336"/>
                    <a:pt x="5394" y="8261"/>
                    <a:pt x="5831" y="8107"/>
                  </a:cubicBezTo>
                  <a:lnTo>
                    <a:pt x="5898" y="8171"/>
                  </a:lnTo>
                  <a:cubicBezTo>
                    <a:pt x="6218" y="8494"/>
                    <a:pt x="6660" y="8677"/>
                    <a:pt x="7117" y="8677"/>
                  </a:cubicBezTo>
                  <a:lnTo>
                    <a:pt x="7117" y="8677"/>
                  </a:lnTo>
                  <a:cubicBezTo>
                    <a:pt x="7816" y="8677"/>
                    <a:pt x="8445" y="8255"/>
                    <a:pt x="8713" y="7608"/>
                  </a:cubicBezTo>
                  <a:cubicBezTo>
                    <a:pt x="8983" y="6960"/>
                    <a:pt x="8836" y="6218"/>
                    <a:pt x="8340" y="5722"/>
                  </a:cubicBezTo>
                  <a:lnTo>
                    <a:pt x="8276" y="5659"/>
                  </a:lnTo>
                  <a:cubicBezTo>
                    <a:pt x="8790" y="4198"/>
                    <a:pt x="8424" y="2573"/>
                    <a:pt x="7326" y="1475"/>
                  </a:cubicBezTo>
                  <a:cubicBezTo>
                    <a:pt x="6560" y="709"/>
                    <a:pt x="5534" y="298"/>
                    <a:pt x="4486" y="298"/>
                  </a:cubicBezTo>
                  <a:cubicBezTo>
                    <a:pt x="4037" y="298"/>
                    <a:pt x="3584" y="374"/>
                    <a:pt x="3146" y="529"/>
                  </a:cubicBezTo>
                  <a:lnTo>
                    <a:pt x="3083" y="465"/>
                  </a:lnTo>
                  <a:cubicBezTo>
                    <a:pt x="2750" y="155"/>
                    <a:pt x="2328" y="1"/>
                    <a:pt x="1906" y="1"/>
                  </a:cubicBezTo>
                  <a:close/>
                  <a:moveTo>
                    <a:pt x="7117" y="8677"/>
                  </a:moveTo>
                  <a:cubicBezTo>
                    <a:pt x="7116" y="8677"/>
                    <a:pt x="7116" y="8677"/>
                    <a:pt x="7115" y="8677"/>
                  </a:cubicBezTo>
                  <a:lnTo>
                    <a:pt x="7119" y="8677"/>
                  </a:lnTo>
                  <a:cubicBezTo>
                    <a:pt x="7118" y="8677"/>
                    <a:pt x="7118" y="8677"/>
                    <a:pt x="7117" y="8677"/>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85"/>
            <p:cNvSpPr/>
            <p:nvPr/>
          </p:nvSpPr>
          <p:spPr>
            <a:xfrm>
              <a:off x="6100621" y="3915298"/>
              <a:ext cx="101221" cy="116135"/>
            </a:xfrm>
            <a:custGeom>
              <a:rect b="b" l="l" r="r" t="t"/>
              <a:pathLst>
                <a:path extrusionOk="0" h="4462" w="3889">
                  <a:moveTo>
                    <a:pt x="1373" y="0"/>
                  </a:moveTo>
                  <a:cubicBezTo>
                    <a:pt x="616" y="0"/>
                    <a:pt x="1" y="613"/>
                    <a:pt x="1" y="1373"/>
                  </a:cubicBezTo>
                  <a:cubicBezTo>
                    <a:pt x="1" y="2129"/>
                    <a:pt x="616" y="2745"/>
                    <a:pt x="1373" y="2745"/>
                  </a:cubicBezTo>
                  <a:lnTo>
                    <a:pt x="2516" y="2745"/>
                  </a:lnTo>
                  <a:cubicBezTo>
                    <a:pt x="2706" y="2745"/>
                    <a:pt x="2861" y="2900"/>
                    <a:pt x="2861" y="3090"/>
                  </a:cubicBezTo>
                  <a:cubicBezTo>
                    <a:pt x="2861" y="3276"/>
                    <a:pt x="2706" y="3431"/>
                    <a:pt x="2516" y="3431"/>
                  </a:cubicBezTo>
                  <a:lnTo>
                    <a:pt x="1088" y="3431"/>
                  </a:lnTo>
                  <a:cubicBezTo>
                    <a:pt x="1056" y="3431"/>
                    <a:pt x="1032" y="3406"/>
                    <a:pt x="1032" y="3375"/>
                  </a:cubicBezTo>
                  <a:cubicBezTo>
                    <a:pt x="1021" y="3097"/>
                    <a:pt x="792" y="2875"/>
                    <a:pt x="514" y="2875"/>
                  </a:cubicBezTo>
                  <a:cubicBezTo>
                    <a:pt x="236" y="2875"/>
                    <a:pt x="8" y="3097"/>
                    <a:pt x="1" y="3375"/>
                  </a:cubicBezTo>
                  <a:cubicBezTo>
                    <a:pt x="1" y="3973"/>
                    <a:pt x="486" y="4462"/>
                    <a:pt x="1088" y="4462"/>
                  </a:cubicBezTo>
                  <a:lnTo>
                    <a:pt x="2516" y="4462"/>
                  </a:lnTo>
                  <a:cubicBezTo>
                    <a:pt x="3273" y="4462"/>
                    <a:pt x="3889" y="3846"/>
                    <a:pt x="3889" y="3090"/>
                  </a:cubicBezTo>
                  <a:cubicBezTo>
                    <a:pt x="3889" y="2330"/>
                    <a:pt x="3273" y="1714"/>
                    <a:pt x="2516" y="1714"/>
                  </a:cubicBezTo>
                  <a:lnTo>
                    <a:pt x="1373" y="1714"/>
                  </a:lnTo>
                  <a:cubicBezTo>
                    <a:pt x="1183" y="1714"/>
                    <a:pt x="1028" y="1563"/>
                    <a:pt x="1028" y="1373"/>
                  </a:cubicBezTo>
                  <a:cubicBezTo>
                    <a:pt x="1028" y="1183"/>
                    <a:pt x="1183" y="1028"/>
                    <a:pt x="1373" y="1028"/>
                  </a:cubicBezTo>
                  <a:lnTo>
                    <a:pt x="2805" y="1028"/>
                  </a:lnTo>
                  <a:cubicBezTo>
                    <a:pt x="2833" y="1028"/>
                    <a:pt x="2861" y="1056"/>
                    <a:pt x="2861" y="1088"/>
                  </a:cubicBezTo>
                  <a:cubicBezTo>
                    <a:pt x="2868" y="1365"/>
                    <a:pt x="3097" y="1587"/>
                    <a:pt x="3375" y="1587"/>
                  </a:cubicBezTo>
                  <a:cubicBezTo>
                    <a:pt x="3653" y="1587"/>
                    <a:pt x="3882" y="1365"/>
                    <a:pt x="3889" y="1088"/>
                  </a:cubicBezTo>
                  <a:cubicBezTo>
                    <a:pt x="3889" y="486"/>
                    <a:pt x="3403" y="0"/>
                    <a:pt x="280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85"/>
            <p:cNvSpPr/>
            <p:nvPr/>
          </p:nvSpPr>
          <p:spPr>
            <a:xfrm>
              <a:off x="5955648" y="3796534"/>
              <a:ext cx="372584" cy="353610"/>
            </a:xfrm>
            <a:custGeom>
              <a:rect b="b" l="l" r="r" t="t"/>
              <a:pathLst>
                <a:path extrusionOk="0" h="13586" w="14315">
                  <a:moveTo>
                    <a:pt x="7516" y="429"/>
                  </a:moveTo>
                  <a:cubicBezTo>
                    <a:pt x="11024" y="429"/>
                    <a:pt x="13878" y="3283"/>
                    <a:pt x="13878" y="6794"/>
                  </a:cubicBezTo>
                  <a:cubicBezTo>
                    <a:pt x="13878" y="10302"/>
                    <a:pt x="11024" y="13155"/>
                    <a:pt x="7516" y="13155"/>
                  </a:cubicBezTo>
                  <a:cubicBezTo>
                    <a:pt x="4005" y="13155"/>
                    <a:pt x="1151" y="10302"/>
                    <a:pt x="1151" y="6794"/>
                  </a:cubicBezTo>
                  <a:cubicBezTo>
                    <a:pt x="1151" y="3283"/>
                    <a:pt x="4005" y="429"/>
                    <a:pt x="7516" y="429"/>
                  </a:cubicBezTo>
                  <a:close/>
                  <a:moveTo>
                    <a:pt x="7514" y="1"/>
                  </a:moveTo>
                  <a:cubicBezTo>
                    <a:pt x="6207" y="1"/>
                    <a:pt x="4893" y="377"/>
                    <a:pt x="3741" y="1147"/>
                  </a:cubicBezTo>
                  <a:cubicBezTo>
                    <a:pt x="1046" y="2945"/>
                    <a:pt x="1" y="6400"/>
                    <a:pt x="1243" y="9391"/>
                  </a:cubicBezTo>
                  <a:cubicBezTo>
                    <a:pt x="2308" y="11966"/>
                    <a:pt x="4810" y="13586"/>
                    <a:pt x="7511" y="13586"/>
                  </a:cubicBezTo>
                  <a:cubicBezTo>
                    <a:pt x="7950" y="13586"/>
                    <a:pt x="8395" y="13543"/>
                    <a:pt x="8839" y="13454"/>
                  </a:cubicBezTo>
                  <a:cubicBezTo>
                    <a:pt x="12020" y="12825"/>
                    <a:pt x="14307" y="10035"/>
                    <a:pt x="14307" y="6794"/>
                  </a:cubicBezTo>
                  <a:cubicBezTo>
                    <a:pt x="14314" y="4989"/>
                    <a:pt x="13596" y="3261"/>
                    <a:pt x="12319" y="1991"/>
                  </a:cubicBezTo>
                  <a:cubicBezTo>
                    <a:pt x="11005" y="677"/>
                    <a:pt x="9267"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85"/>
            <p:cNvSpPr/>
            <p:nvPr/>
          </p:nvSpPr>
          <p:spPr>
            <a:xfrm>
              <a:off x="6027822" y="3854732"/>
              <a:ext cx="247001" cy="237137"/>
            </a:xfrm>
            <a:custGeom>
              <a:rect b="b" l="l" r="r" t="t"/>
              <a:pathLst>
                <a:path extrusionOk="0" h="9111" w="9490">
                  <a:moveTo>
                    <a:pt x="2119" y="0"/>
                  </a:moveTo>
                  <a:cubicBezTo>
                    <a:pt x="1624" y="0"/>
                    <a:pt x="1130" y="188"/>
                    <a:pt x="753" y="565"/>
                  </a:cubicBezTo>
                  <a:cubicBezTo>
                    <a:pt x="11" y="1307"/>
                    <a:pt x="0" y="2510"/>
                    <a:pt x="725" y="3267"/>
                  </a:cubicBezTo>
                  <a:cubicBezTo>
                    <a:pt x="247" y="4773"/>
                    <a:pt x="644" y="6419"/>
                    <a:pt x="1763" y="7538"/>
                  </a:cubicBezTo>
                  <a:cubicBezTo>
                    <a:pt x="2566" y="8341"/>
                    <a:pt x="3645" y="8773"/>
                    <a:pt x="4747" y="8773"/>
                  </a:cubicBezTo>
                  <a:cubicBezTo>
                    <a:pt x="5177" y="8773"/>
                    <a:pt x="5610" y="8708"/>
                    <a:pt x="6031" y="8573"/>
                  </a:cubicBezTo>
                  <a:cubicBezTo>
                    <a:pt x="6406" y="8932"/>
                    <a:pt x="6887" y="9110"/>
                    <a:pt x="7368" y="9110"/>
                  </a:cubicBezTo>
                  <a:cubicBezTo>
                    <a:pt x="7863" y="9110"/>
                    <a:pt x="8357" y="8921"/>
                    <a:pt x="8733" y="8544"/>
                  </a:cubicBezTo>
                  <a:cubicBezTo>
                    <a:pt x="9476" y="7802"/>
                    <a:pt x="9490" y="6602"/>
                    <a:pt x="8761" y="5842"/>
                  </a:cubicBezTo>
                  <a:cubicBezTo>
                    <a:pt x="8846" y="5585"/>
                    <a:pt x="8902" y="5322"/>
                    <a:pt x="8934" y="5051"/>
                  </a:cubicBezTo>
                  <a:cubicBezTo>
                    <a:pt x="8948" y="4924"/>
                    <a:pt x="8846" y="4815"/>
                    <a:pt x="8719" y="4815"/>
                  </a:cubicBezTo>
                  <a:cubicBezTo>
                    <a:pt x="8610" y="4815"/>
                    <a:pt x="8519" y="4896"/>
                    <a:pt x="8505" y="5005"/>
                  </a:cubicBezTo>
                  <a:cubicBezTo>
                    <a:pt x="8473" y="5286"/>
                    <a:pt x="8406" y="5564"/>
                    <a:pt x="8311" y="5832"/>
                  </a:cubicBezTo>
                  <a:cubicBezTo>
                    <a:pt x="8283" y="5909"/>
                    <a:pt x="8304" y="5997"/>
                    <a:pt x="8364" y="6053"/>
                  </a:cubicBezTo>
                  <a:lnTo>
                    <a:pt x="8434" y="6124"/>
                  </a:lnTo>
                  <a:cubicBezTo>
                    <a:pt x="8864" y="6557"/>
                    <a:pt x="8990" y="7200"/>
                    <a:pt x="8758" y="7763"/>
                  </a:cubicBezTo>
                  <a:cubicBezTo>
                    <a:pt x="8526" y="8323"/>
                    <a:pt x="7977" y="8689"/>
                    <a:pt x="7368" y="8689"/>
                  </a:cubicBezTo>
                  <a:cubicBezTo>
                    <a:pt x="6964" y="8685"/>
                    <a:pt x="6577" y="8520"/>
                    <a:pt x="6292" y="8231"/>
                  </a:cubicBezTo>
                  <a:lnTo>
                    <a:pt x="6239" y="8179"/>
                  </a:lnTo>
                  <a:cubicBezTo>
                    <a:pt x="6197" y="8136"/>
                    <a:pt x="6140" y="8113"/>
                    <a:pt x="6084" y="8113"/>
                  </a:cubicBezTo>
                  <a:cubicBezTo>
                    <a:pt x="6060" y="8113"/>
                    <a:pt x="6036" y="8117"/>
                    <a:pt x="6014" y="8126"/>
                  </a:cubicBezTo>
                  <a:cubicBezTo>
                    <a:pt x="5598" y="8274"/>
                    <a:pt x="5158" y="8348"/>
                    <a:pt x="4718" y="8348"/>
                  </a:cubicBezTo>
                  <a:cubicBezTo>
                    <a:pt x="4708" y="8348"/>
                    <a:pt x="4697" y="8347"/>
                    <a:pt x="4687" y="8347"/>
                  </a:cubicBezTo>
                  <a:cubicBezTo>
                    <a:pt x="2608" y="8316"/>
                    <a:pt x="929" y="6599"/>
                    <a:pt x="950" y="4519"/>
                  </a:cubicBezTo>
                  <a:cubicBezTo>
                    <a:pt x="954" y="4097"/>
                    <a:pt x="1028" y="3678"/>
                    <a:pt x="1172" y="3281"/>
                  </a:cubicBezTo>
                  <a:cubicBezTo>
                    <a:pt x="1197" y="3203"/>
                    <a:pt x="1179" y="3115"/>
                    <a:pt x="1119" y="3059"/>
                  </a:cubicBezTo>
                  <a:lnTo>
                    <a:pt x="1049" y="2989"/>
                  </a:lnTo>
                  <a:cubicBezTo>
                    <a:pt x="620" y="2560"/>
                    <a:pt x="493" y="1912"/>
                    <a:pt x="725" y="1349"/>
                  </a:cubicBezTo>
                  <a:cubicBezTo>
                    <a:pt x="958" y="790"/>
                    <a:pt x="1506" y="424"/>
                    <a:pt x="2115" y="424"/>
                  </a:cubicBezTo>
                  <a:cubicBezTo>
                    <a:pt x="2520" y="431"/>
                    <a:pt x="2907" y="593"/>
                    <a:pt x="3192" y="885"/>
                  </a:cubicBezTo>
                  <a:lnTo>
                    <a:pt x="3245" y="934"/>
                  </a:lnTo>
                  <a:cubicBezTo>
                    <a:pt x="3287" y="976"/>
                    <a:pt x="3341" y="999"/>
                    <a:pt x="3398" y="999"/>
                  </a:cubicBezTo>
                  <a:cubicBezTo>
                    <a:pt x="3422" y="999"/>
                    <a:pt x="3446" y="995"/>
                    <a:pt x="3470" y="987"/>
                  </a:cubicBezTo>
                  <a:cubicBezTo>
                    <a:pt x="3893" y="835"/>
                    <a:pt x="4323" y="764"/>
                    <a:pt x="4744" y="764"/>
                  </a:cubicBezTo>
                  <a:cubicBezTo>
                    <a:pt x="6563" y="764"/>
                    <a:pt x="8214" y="2093"/>
                    <a:pt x="8494" y="4016"/>
                  </a:cubicBezTo>
                  <a:cubicBezTo>
                    <a:pt x="8508" y="4122"/>
                    <a:pt x="8600" y="4199"/>
                    <a:pt x="8705" y="4199"/>
                  </a:cubicBezTo>
                  <a:cubicBezTo>
                    <a:pt x="8707" y="4199"/>
                    <a:pt x="8709" y="4199"/>
                    <a:pt x="8711" y="4199"/>
                  </a:cubicBezTo>
                  <a:cubicBezTo>
                    <a:pt x="8838" y="4199"/>
                    <a:pt x="8937" y="4085"/>
                    <a:pt x="8920" y="3956"/>
                  </a:cubicBezTo>
                  <a:cubicBezTo>
                    <a:pt x="8611" y="1818"/>
                    <a:pt x="6778" y="334"/>
                    <a:pt x="4745" y="334"/>
                  </a:cubicBezTo>
                  <a:cubicBezTo>
                    <a:pt x="4320" y="334"/>
                    <a:pt x="3886" y="399"/>
                    <a:pt x="3456" y="536"/>
                  </a:cubicBezTo>
                  <a:cubicBezTo>
                    <a:pt x="3082" y="179"/>
                    <a:pt x="2600"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85"/>
            <p:cNvSpPr/>
            <p:nvPr/>
          </p:nvSpPr>
          <p:spPr>
            <a:xfrm>
              <a:off x="6095312" y="3910066"/>
              <a:ext cx="111944" cy="126598"/>
            </a:xfrm>
            <a:custGeom>
              <a:rect b="b" l="l" r="r" t="t"/>
              <a:pathLst>
                <a:path extrusionOk="0" h="4864" w="4301">
                  <a:moveTo>
                    <a:pt x="2879" y="1429"/>
                  </a:moveTo>
                  <a:cubicBezTo>
                    <a:pt x="2903" y="1545"/>
                    <a:pt x="2956" y="1654"/>
                    <a:pt x="3034" y="1746"/>
                  </a:cubicBezTo>
                  <a:cubicBezTo>
                    <a:pt x="2941" y="1727"/>
                    <a:pt x="2852" y="1717"/>
                    <a:pt x="2760" y="1717"/>
                  </a:cubicBezTo>
                  <a:cubicBezTo>
                    <a:pt x="2747" y="1717"/>
                    <a:pt x="2734" y="1717"/>
                    <a:pt x="2720" y="1718"/>
                  </a:cubicBezTo>
                  <a:lnTo>
                    <a:pt x="1577" y="1718"/>
                  </a:lnTo>
                  <a:cubicBezTo>
                    <a:pt x="1387" y="1718"/>
                    <a:pt x="1387" y="1429"/>
                    <a:pt x="1577" y="1429"/>
                  </a:cubicBezTo>
                  <a:close/>
                  <a:moveTo>
                    <a:pt x="1267" y="3118"/>
                  </a:moveTo>
                  <a:cubicBezTo>
                    <a:pt x="1369" y="3139"/>
                    <a:pt x="1471" y="3150"/>
                    <a:pt x="1577" y="3150"/>
                  </a:cubicBezTo>
                  <a:lnTo>
                    <a:pt x="2720" y="3150"/>
                  </a:lnTo>
                  <a:cubicBezTo>
                    <a:pt x="2910" y="3150"/>
                    <a:pt x="2910" y="3435"/>
                    <a:pt x="2720" y="3435"/>
                  </a:cubicBezTo>
                  <a:lnTo>
                    <a:pt x="1419" y="3435"/>
                  </a:lnTo>
                  <a:cubicBezTo>
                    <a:pt x="1394" y="3319"/>
                    <a:pt x="1341" y="3210"/>
                    <a:pt x="1267" y="3118"/>
                  </a:cubicBezTo>
                  <a:close/>
                  <a:moveTo>
                    <a:pt x="1605" y="1"/>
                  </a:moveTo>
                  <a:cubicBezTo>
                    <a:pt x="739" y="1"/>
                    <a:pt x="15" y="690"/>
                    <a:pt x="4" y="1556"/>
                  </a:cubicBezTo>
                  <a:cubicBezTo>
                    <a:pt x="1" y="2077"/>
                    <a:pt x="250" y="2562"/>
                    <a:pt x="676" y="2861"/>
                  </a:cubicBezTo>
                  <a:cubicBezTo>
                    <a:pt x="300" y="2886"/>
                    <a:pt x="4" y="3196"/>
                    <a:pt x="4" y="3576"/>
                  </a:cubicBezTo>
                  <a:cubicBezTo>
                    <a:pt x="4" y="4286"/>
                    <a:pt x="581" y="4863"/>
                    <a:pt x="1292" y="4863"/>
                  </a:cubicBezTo>
                  <a:lnTo>
                    <a:pt x="2696" y="4863"/>
                  </a:lnTo>
                  <a:cubicBezTo>
                    <a:pt x="3561" y="4863"/>
                    <a:pt x="4286" y="4174"/>
                    <a:pt x="4293" y="3308"/>
                  </a:cubicBezTo>
                  <a:cubicBezTo>
                    <a:pt x="4300" y="2787"/>
                    <a:pt x="4047" y="2298"/>
                    <a:pt x="3621" y="1999"/>
                  </a:cubicBezTo>
                  <a:cubicBezTo>
                    <a:pt x="4001" y="1978"/>
                    <a:pt x="4293" y="1665"/>
                    <a:pt x="4293" y="1285"/>
                  </a:cubicBezTo>
                  <a:cubicBezTo>
                    <a:pt x="4293" y="578"/>
                    <a:pt x="3716" y="1"/>
                    <a:pt x="3009" y="1"/>
                  </a:cubicBezTo>
                  <a:lnTo>
                    <a:pt x="2738" y="1"/>
                  </a:lnTo>
                  <a:cubicBezTo>
                    <a:pt x="2618" y="1"/>
                    <a:pt x="2523" y="96"/>
                    <a:pt x="2523" y="215"/>
                  </a:cubicBezTo>
                  <a:cubicBezTo>
                    <a:pt x="2523" y="331"/>
                    <a:pt x="2618" y="430"/>
                    <a:pt x="2738" y="430"/>
                  </a:cubicBezTo>
                  <a:lnTo>
                    <a:pt x="3009" y="430"/>
                  </a:lnTo>
                  <a:cubicBezTo>
                    <a:pt x="3473" y="430"/>
                    <a:pt x="3853" y="803"/>
                    <a:pt x="3864" y="1267"/>
                  </a:cubicBezTo>
                  <a:cubicBezTo>
                    <a:pt x="3871" y="1426"/>
                    <a:pt x="3748" y="1563"/>
                    <a:pt x="3589" y="1574"/>
                  </a:cubicBezTo>
                  <a:cubicBezTo>
                    <a:pt x="3587" y="1574"/>
                    <a:pt x="3585" y="1574"/>
                    <a:pt x="3583" y="1574"/>
                  </a:cubicBezTo>
                  <a:cubicBezTo>
                    <a:pt x="3424" y="1574"/>
                    <a:pt x="3294" y="1445"/>
                    <a:pt x="3294" y="1285"/>
                  </a:cubicBezTo>
                  <a:cubicBezTo>
                    <a:pt x="3290" y="1129"/>
                    <a:pt x="3164" y="1000"/>
                    <a:pt x="3005" y="1000"/>
                  </a:cubicBezTo>
                  <a:cubicBezTo>
                    <a:pt x="3003" y="1000"/>
                    <a:pt x="3000" y="1000"/>
                    <a:pt x="2998" y="1000"/>
                  </a:cubicBezTo>
                  <a:lnTo>
                    <a:pt x="1591" y="1000"/>
                  </a:lnTo>
                  <a:cubicBezTo>
                    <a:pt x="1589" y="1000"/>
                    <a:pt x="1587" y="1000"/>
                    <a:pt x="1584" y="1000"/>
                  </a:cubicBezTo>
                  <a:cubicBezTo>
                    <a:pt x="1278" y="1000"/>
                    <a:pt x="1024" y="1241"/>
                    <a:pt x="1007" y="1549"/>
                  </a:cubicBezTo>
                  <a:cubicBezTo>
                    <a:pt x="993" y="1876"/>
                    <a:pt x="1253" y="2144"/>
                    <a:pt x="1577" y="2144"/>
                  </a:cubicBezTo>
                  <a:lnTo>
                    <a:pt x="2699" y="2144"/>
                  </a:lnTo>
                  <a:cubicBezTo>
                    <a:pt x="3326" y="2144"/>
                    <a:pt x="3850" y="2636"/>
                    <a:pt x="3867" y="3262"/>
                  </a:cubicBezTo>
                  <a:cubicBezTo>
                    <a:pt x="3881" y="3903"/>
                    <a:pt x="3364" y="4434"/>
                    <a:pt x="2724" y="4434"/>
                  </a:cubicBezTo>
                  <a:lnTo>
                    <a:pt x="1292" y="4434"/>
                  </a:lnTo>
                  <a:cubicBezTo>
                    <a:pt x="824" y="4431"/>
                    <a:pt x="444" y="4061"/>
                    <a:pt x="433" y="3593"/>
                  </a:cubicBezTo>
                  <a:cubicBezTo>
                    <a:pt x="426" y="3435"/>
                    <a:pt x="549" y="3301"/>
                    <a:pt x="708" y="3291"/>
                  </a:cubicBezTo>
                  <a:cubicBezTo>
                    <a:pt x="712" y="3290"/>
                    <a:pt x="716" y="3290"/>
                    <a:pt x="720" y="3290"/>
                  </a:cubicBezTo>
                  <a:cubicBezTo>
                    <a:pt x="877" y="3290"/>
                    <a:pt x="1007" y="3418"/>
                    <a:pt x="1007" y="3576"/>
                  </a:cubicBezTo>
                  <a:cubicBezTo>
                    <a:pt x="1007" y="3735"/>
                    <a:pt x="1137" y="3861"/>
                    <a:pt x="1292" y="3861"/>
                  </a:cubicBezTo>
                  <a:cubicBezTo>
                    <a:pt x="1295" y="3861"/>
                    <a:pt x="1297" y="3861"/>
                    <a:pt x="1299" y="3861"/>
                  </a:cubicBezTo>
                  <a:lnTo>
                    <a:pt x="2706" y="3861"/>
                  </a:lnTo>
                  <a:cubicBezTo>
                    <a:pt x="2709" y="3861"/>
                    <a:pt x="2711" y="3861"/>
                    <a:pt x="2713" y="3861"/>
                  </a:cubicBezTo>
                  <a:cubicBezTo>
                    <a:pt x="3020" y="3861"/>
                    <a:pt x="3276" y="3619"/>
                    <a:pt x="3290" y="3312"/>
                  </a:cubicBezTo>
                  <a:cubicBezTo>
                    <a:pt x="3304" y="2988"/>
                    <a:pt x="3044" y="2717"/>
                    <a:pt x="2720" y="2717"/>
                  </a:cubicBezTo>
                  <a:lnTo>
                    <a:pt x="1598" y="2717"/>
                  </a:lnTo>
                  <a:cubicBezTo>
                    <a:pt x="972" y="2717"/>
                    <a:pt x="447" y="2224"/>
                    <a:pt x="433" y="1602"/>
                  </a:cubicBezTo>
                  <a:cubicBezTo>
                    <a:pt x="416" y="958"/>
                    <a:pt x="933" y="430"/>
                    <a:pt x="1577" y="430"/>
                  </a:cubicBezTo>
                  <a:lnTo>
                    <a:pt x="1693" y="430"/>
                  </a:lnTo>
                  <a:cubicBezTo>
                    <a:pt x="1809" y="430"/>
                    <a:pt x="1908" y="331"/>
                    <a:pt x="1908" y="215"/>
                  </a:cubicBezTo>
                  <a:cubicBezTo>
                    <a:pt x="1908" y="96"/>
                    <a:pt x="1809" y="1"/>
                    <a:pt x="16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3" name="Google Shape;18313;p85"/>
          <p:cNvGrpSpPr/>
          <p:nvPr/>
        </p:nvGrpSpPr>
        <p:grpSpPr>
          <a:xfrm>
            <a:off x="4655731" y="2446592"/>
            <a:ext cx="372818" cy="327504"/>
            <a:chOff x="4655731" y="2446592"/>
            <a:chExt cx="372818" cy="327504"/>
          </a:xfrm>
        </p:grpSpPr>
        <p:sp>
          <p:nvSpPr>
            <p:cNvPr id="18314" name="Google Shape;18314;p85"/>
            <p:cNvSpPr/>
            <p:nvPr/>
          </p:nvSpPr>
          <p:spPr>
            <a:xfrm>
              <a:off x="4676865" y="2526887"/>
              <a:ext cx="330627" cy="224956"/>
            </a:xfrm>
            <a:custGeom>
              <a:rect b="b" l="l" r="r" t="t"/>
              <a:pathLst>
                <a:path extrusionOk="0" h="8643" w="12703">
                  <a:moveTo>
                    <a:pt x="1035" y="1"/>
                  </a:moveTo>
                  <a:cubicBezTo>
                    <a:pt x="465" y="5"/>
                    <a:pt x="1" y="469"/>
                    <a:pt x="1" y="1039"/>
                  </a:cubicBezTo>
                  <a:lnTo>
                    <a:pt x="1" y="8618"/>
                  </a:lnTo>
                  <a:lnTo>
                    <a:pt x="1" y="8642"/>
                  </a:lnTo>
                  <a:lnTo>
                    <a:pt x="12703" y="8642"/>
                  </a:lnTo>
                  <a:lnTo>
                    <a:pt x="12703" y="8618"/>
                  </a:lnTo>
                  <a:lnTo>
                    <a:pt x="12703" y="1039"/>
                  </a:lnTo>
                  <a:cubicBezTo>
                    <a:pt x="12699" y="465"/>
                    <a:pt x="12235" y="1"/>
                    <a:pt x="11661"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85"/>
            <p:cNvSpPr/>
            <p:nvPr/>
          </p:nvSpPr>
          <p:spPr>
            <a:xfrm>
              <a:off x="4962230" y="2526887"/>
              <a:ext cx="45262" cy="224956"/>
            </a:xfrm>
            <a:custGeom>
              <a:rect b="b" l="l" r="r" t="t"/>
              <a:pathLst>
                <a:path extrusionOk="0" h="8643" w="1739">
                  <a:moveTo>
                    <a:pt x="0" y="1"/>
                  </a:moveTo>
                  <a:cubicBezTo>
                    <a:pt x="574" y="1"/>
                    <a:pt x="1038" y="465"/>
                    <a:pt x="1038" y="1039"/>
                  </a:cubicBezTo>
                  <a:lnTo>
                    <a:pt x="1038" y="8618"/>
                  </a:lnTo>
                  <a:lnTo>
                    <a:pt x="1038" y="8642"/>
                  </a:lnTo>
                  <a:lnTo>
                    <a:pt x="1739" y="8642"/>
                  </a:lnTo>
                  <a:lnTo>
                    <a:pt x="1739" y="8618"/>
                  </a:lnTo>
                  <a:lnTo>
                    <a:pt x="1739" y="1039"/>
                  </a:lnTo>
                  <a:cubicBezTo>
                    <a:pt x="1735" y="465"/>
                    <a:pt x="1271" y="1"/>
                    <a:pt x="70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85"/>
            <p:cNvSpPr/>
            <p:nvPr/>
          </p:nvSpPr>
          <p:spPr>
            <a:xfrm>
              <a:off x="4699951" y="2550077"/>
              <a:ext cx="284376" cy="201765"/>
            </a:xfrm>
            <a:custGeom>
              <a:rect b="b" l="l" r="r" t="t"/>
              <a:pathLst>
                <a:path extrusionOk="0" h="7752" w="10926">
                  <a:moveTo>
                    <a:pt x="148" y="0"/>
                  </a:moveTo>
                  <a:cubicBezTo>
                    <a:pt x="67" y="4"/>
                    <a:pt x="4" y="67"/>
                    <a:pt x="0" y="148"/>
                  </a:cubicBezTo>
                  <a:lnTo>
                    <a:pt x="0" y="7727"/>
                  </a:lnTo>
                  <a:cubicBezTo>
                    <a:pt x="0" y="7734"/>
                    <a:pt x="4" y="7741"/>
                    <a:pt x="4" y="7751"/>
                  </a:cubicBezTo>
                  <a:lnTo>
                    <a:pt x="10922" y="7751"/>
                  </a:lnTo>
                  <a:cubicBezTo>
                    <a:pt x="10922" y="7744"/>
                    <a:pt x="10925" y="7734"/>
                    <a:pt x="10925" y="7727"/>
                  </a:cubicBezTo>
                  <a:lnTo>
                    <a:pt x="10925" y="148"/>
                  </a:lnTo>
                  <a:cubicBezTo>
                    <a:pt x="10922" y="67"/>
                    <a:pt x="10859" y="4"/>
                    <a:pt x="10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85"/>
            <p:cNvSpPr/>
            <p:nvPr/>
          </p:nvSpPr>
          <p:spPr>
            <a:xfrm>
              <a:off x="4962230" y="2550077"/>
              <a:ext cx="22097" cy="201765"/>
            </a:xfrm>
            <a:custGeom>
              <a:rect b="b" l="l" r="r" t="t"/>
              <a:pathLst>
                <a:path extrusionOk="0" h="7752" w="849">
                  <a:moveTo>
                    <a:pt x="0" y="0"/>
                  </a:moveTo>
                  <a:cubicBezTo>
                    <a:pt x="81" y="4"/>
                    <a:pt x="145" y="67"/>
                    <a:pt x="148" y="148"/>
                  </a:cubicBezTo>
                  <a:lnTo>
                    <a:pt x="148" y="7727"/>
                  </a:lnTo>
                  <a:cubicBezTo>
                    <a:pt x="148" y="7734"/>
                    <a:pt x="148" y="7741"/>
                    <a:pt x="145" y="7751"/>
                  </a:cubicBezTo>
                  <a:lnTo>
                    <a:pt x="845" y="7751"/>
                  </a:lnTo>
                  <a:cubicBezTo>
                    <a:pt x="845" y="7741"/>
                    <a:pt x="848" y="7734"/>
                    <a:pt x="848" y="7727"/>
                  </a:cubicBezTo>
                  <a:lnTo>
                    <a:pt x="848" y="148"/>
                  </a:lnTo>
                  <a:cubicBezTo>
                    <a:pt x="845" y="67"/>
                    <a:pt x="782" y="4"/>
                    <a:pt x="70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85"/>
            <p:cNvSpPr/>
            <p:nvPr/>
          </p:nvSpPr>
          <p:spPr>
            <a:xfrm>
              <a:off x="4821656" y="2587062"/>
              <a:ext cx="41149" cy="21004"/>
            </a:xfrm>
            <a:custGeom>
              <a:rect b="b" l="l" r="r" t="t"/>
              <a:pathLst>
                <a:path extrusionOk="0" h="807" w="1581">
                  <a:moveTo>
                    <a:pt x="789" y="1"/>
                  </a:moveTo>
                  <a:cubicBezTo>
                    <a:pt x="352" y="1"/>
                    <a:pt x="1" y="363"/>
                    <a:pt x="11" y="799"/>
                  </a:cubicBezTo>
                  <a:lnTo>
                    <a:pt x="11" y="806"/>
                  </a:lnTo>
                  <a:lnTo>
                    <a:pt x="1570" y="806"/>
                  </a:lnTo>
                  <a:lnTo>
                    <a:pt x="1570" y="799"/>
                  </a:lnTo>
                  <a:cubicBezTo>
                    <a:pt x="1580" y="363"/>
                    <a:pt x="1228" y="1"/>
                    <a:pt x="789"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85"/>
            <p:cNvSpPr/>
            <p:nvPr/>
          </p:nvSpPr>
          <p:spPr>
            <a:xfrm>
              <a:off x="4808460" y="2608301"/>
              <a:ext cx="67724" cy="77614"/>
            </a:xfrm>
            <a:custGeom>
              <a:rect b="b" l="l" r="r" t="t"/>
              <a:pathLst>
                <a:path extrusionOk="0" h="2982" w="2602">
                  <a:moveTo>
                    <a:pt x="476" y="1"/>
                  </a:moveTo>
                  <a:cubicBezTo>
                    <a:pt x="216" y="1"/>
                    <a:pt x="4" y="212"/>
                    <a:pt x="1" y="476"/>
                  </a:cubicBezTo>
                  <a:lnTo>
                    <a:pt x="1" y="1683"/>
                  </a:lnTo>
                  <a:cubicBezTo>
                    <a:pt x="4" y="2397"/>
                    <a:pt x="585" y="2978"/>
                    <a:pt x="1303" y="2981"/>
                  </a:cubicBezTo>
                  <a:cubicBezTo>
                    <a:pt x="2017" y="2978"/>
                    <a:pt x="2598" y="2400"/>
                    <a:pt x="2601" y="1683"/>
                  </a:cubicBezTo>
                  <a:lnTo>
                    <a:pt x="2601" y="476"/>
                  </a:lnTo>
                  <a:cubicBezTo>
                    <a:pt x="2598" y="212"/>
                    <a:pt x="2386" y="1"/>
                    <a:pt x="2126"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85"/>
            <p:cNvSpPr/>
            <p:nvPr/>
          </p:nvSpPr>
          <p:spPr>
            <a:xfrm>
              <a:off x="4833551" y="2608301"/>
              <a:ext cx="42633" cy="77614"/>
            </a:xfrm>
            <a:custGeom>
              <a:rect b="b" l="l" r="r" t="t"/>
              <a:pathLst>
                <a:path extrusionOk="0" h="2982" w="1638">
                  <a:moveTo>
                    <a:pt x="496" y="1"/>
                  </a:moveTo>
                  <a:cubicBezTo>
                    <a:pt x="494" y="1"/>
                    <a:pt x="492" y="1"/>
                    <a:pt x="490" y="1"/>
                  </a:cubicBezTo>
                  <a:lnTo>
                    <a:pt x="503" y="1"/>
                  </a:lnTo>
                  <a:cubicBezTo>
                    <a:pt x="501" y="1"/>
                    <a:pt x="498" y="1"/>
                    <a:pt x="496" y="1"/>
                  </a:cubicBezTo>
                  <a:close/>
                  <a:moveTo>
                    <a:pt x="503" y="1"/>
                  </a:moveTo>
                  <a:cubicBezTo>
                    <a:pt x="757" y="4"/>
                    <a:pt x="965" y="216"/>
                    <a:pt x="965" y="476"/>
                  </a:cubicBezTo>
                  <a:lnTo>
                    <a:pt x="965" y="1683"/>
                  </a:lnTo>
                  <a:cubicBezTo>
                    <a:pt x="961" y="2270"/>
                    <a:pt x="567" y="2784"/>
                    <a:pt x="1" y="2939"/>
                  </a:cubicBezTo>
                  <a:cubicBezTo>
                    <a:pt x="110" y="2967"/>
                    <a:pt x="223" y="2981"/>
                    <a:pt x="339" y="2981"/>
                  </a:cubicBezTo>
                  <a:cubicBezTo>
                    <a:pt x="1053" y="2981"/>
                    <a:pt x="1634" y="2400"/>
                    <a:pt x="1637" y="1683"/>
                  </a:cubicBezTo>
                  <a:lnTo>
                    <a:pt x="1637" y="476"/>
                  </a:lnTo>
                  <a:cubicBezTo>
                    <a:pt x="1634" y="212"/>
                    <a:pt x="1422" y="1"/>
                    <a:pt x="11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85"/>
            <p:cNvSpPr/>
            <p:nvPr/>
          </p:nvSpPr>
          <p:spPr>
            <a:xfrm>
              <a:off x="4794822" y="2446592"/>
              <a:ext cx="95078" cy="52940"/>
            </a:xfrm>
            <a:custGeom>
              <a:rect b="b" l="l" r="r" t="t"/>
              <a:pathLst>
                <a:path extrusionOk="0" h="2034" w="3653">
                  <a:moveTo>
                    <a:pt x="1827" y="0"/>
                  </a:moveTo>
                  <a:cubicBezTo>
                    <a:pt x="820" y="0"/>
                    <a:pt x="1" y="817"/>
                    <a:pt x="1" y="1823"/>
                  </a:cubicBezTo>
                  <a:cubicBezTo>
                    <a:pt x="1" y="1939"/>
                    <a:pt x="96" y="2034"/>
                    <a:pt x="212" y="2034"/>
                  </a:cubicBezTo>
                  <a:cubicBezTo>
                    <a:pt x="328" y="2034"/>
                    <a:pt x="419" y="1939"/>
                    <a:pt x="423" y="1823"/>
                  </a:cubicBezTo>
                  <a:cubicBezTo>
                    <a:pt x="455" y="1073"/>
                    <a:pt x="1074" y="482"/>
                    <a:pt x="1827" y="482"/>
                  </a:cubicBezTo>
                  <a:cubicBezTo>
                    <a:pt x="2580" y="482"/>
                    <a:pt x="3199" y="1073"/>
                    <a:pt x="3234" y="1823"/>
                  </a:cubicBezTo>
                  <a:cubicBezTo>
                    <a:pt x="3234" y="1939"/>
                    <a:pt x="3326" y="2034"/>
                    <a:pt x="3442" y="2034"/>
                  </a:cubicBezTo>
                  <a:cubicBezTo>
                    <a:pt x="3558" y="2034"/>
                    <a:pt x="3653" y="1939"/>
                    <a:pt x="3653" y="1823"/>
                  </a:cubicBezTo>
                  <a:cubicBezTo>
                    <a:pt x="3653" y="817"/>
                    <a:pt x="2833" y="0"/>
                    <a:pt x="1827"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85"/>
            <p:cNvSpPr/>
            <p:nvPr/>
          </p:nvSpPr>
          <p:spPr>
            <a:xfrm>
              <a:off x="4816060" y="2465540"/>
              <a:ext cx="52602" cy="31259"/>
            </a:xfrm>
            <a:custGeom>
              <a:rect b="b" l="l" r="r" t="t"/>
              <a:pathLst>
                <a:path extrusionOk="0" h="1201" w="2021">
                  <a:moveTo>
                    <a:pt x="1011" y="1"/>
                  </a:moveTo>
                  <a:cubicBezTo>
                    <a:pt x="462" y="1"/>
                    <a:pt x="11" y="440"/>
                    <a:pt x="1" y="989"/>
                  </a:cubicBezTo>
                  <a:cubicBezTo>
                    <a:pt x="1" y="1105"/>
                    <a:pt x="96" y="1200"/>
                    <a:pt x="212" y="1200"/>
                  </a:cubicBezTo>
                  <a:cubicBezTo>
                    <a:pt x="328" y="1200"/>
                    <a:pt x="420" y="1105"/>
                    <a:pt x="420" y="989"/>
                  </a:cubicBezTo>
                  <a:cubicBezTo>
                    <a:pt x="420" y="662"/>
                    <a:pt x="684" y="398"/>
                    <a:pt x="1011" y="398"/>
                  </a:cubicBezTo>
                  <a:cubicBezTo>
                    <a:pt x="1334" y="398"/>
                    <a:pt x="1598" y="662"/>
                    <a:pt x="1602" y="989"/>
                  </a:cubicBezTo>
                  <a:cubicBezTo>
                    <a:pt x="1598" y="1105"/>
                    <a:pt x="1693" y="1200"/>
                    <a:pt x="1809" y="1200"/>
                  </a:cubicBezTo>
                  <a:cubicBezTo>
                    <a:pt x="1926" y="1200"/>
                    <a:pt x="2021" y="1105"/>
                    <a:pt x="2021" y="989"/>
                  </a:cubicBezTo>
                  <a:cubicBezTo>
                    <a:pt x="2006" y="440"/>
                    <a:pt x="1560" y="1"/>
                    <a:pt x="1011"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85"/>
            <p:cNvSpPr/>
            <p:nvPr/>
          </p:nvSpPr>
          <p:spPr>
            <a:xfrm>
              <a:off x="4661222" y="2730942"/>
              <a:ext cx="361938" cy="37740"/>
            </a:xfrm>
            <a:custGeom>
              <a:rect b="b" l="l" r="r" t="t"/>
              <a:pathLst>
                <a:path extrusionOk="0" h="1450" w="13906">
                  <a:moveTo>
                    <a:pt x="0" y="0"/>
                  </a:moveTo>
                  <a:lnTo>
                    <a:pt x="0" y="454"/>
                  </a:lnTo>
                  <a:cubicBezTo>
                    <a:pt x="0" y="1003"/>
                    <a:pt x="443" y="1446"/>
                    <a:pt x="992" y="1450"/>
                  </a:cubicBezTo>
                  <a:lnTo>
                    <a:pt x="12909" y="1450"/>
                  </a:lnTo>
                  <a:cubicBezTo>
                    <a:pt x="13458" y="1446"/>
                    <a:pt x="13902" y="1003"/>
                    <a:pt x="13905" y="454"/>
                  </a:cubicBezTo>
                  <a:lnTo>
                    <a:pt x="13905" y="0"/>
                  </a:lnTo>
                  <a:lnTo>
                    <a:pt x="8606" y="0"/>
                  </a:lnTo>
                  <a:lnTo>
                    <a:pt x="8321" y="208"/>
                  </a:lnTo>
                  <a:lnTo>
                    <a:pt x="5598" y="208"/>
                  </a:lnTo>
                  <a:lnTo>
                    <a:pt x="5317"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85"/>
            <p:cNvSpPr/>
            <p:nvPr/>
          </p:nvSpPr>
          <p:spPr>
            <a:xfrm>
              <a:off x="4781365" y="2730942"/>
              <a:ext cx="25663" cy="5336"/>
            </a:xfrm>
            <a:custGeom>
              <a:rect b="b" l="l" r="r" t="t"/>
              <a:pathLst>
                <a:path extrusionOk="0" h="205" w="986">
                  <a:moveTo>
                    <a:pt x="0" y="0"/>
                  </a:moveTo>
                  <a:lnTo>
                    <a:pt x="285" y="204"/>
                  </a:lnTo>
                  <a:lnTo>
                    <a:pt x="986" y="204"/>
                  </a:lnTo>
                  <a:lnTo>
                    <a:pt x="70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85"/>
            <p:cNvSpPr/>
            <p:nvPr/>
          </p:nvSpPr>
          <p:spPr>
            <a:xfrm>
              <a:off x="4978992" y="2730942"/>
              <a:ext cx="44065" cy="37740"/>
            </a:xfrm>
            <a:custGeom>
              <a:rect b="b" l="l" r="r" t="t"/>
              <a:pathLst>
                <a:path extrusionOk="0" h="1450" w="1693">
                  <a:moveTo>
                    <a:pt x="996" y="0"/>
                  </a:moveTo>
                  <a:lnTo>
                    <a:pt x="996" y="454"/>
                  </a:lnTo>
                  <a:cubicBezTo>
                    <a:pt x="993" y="1003"/>
                    <a:pt x="549" y="1446"/>
                    <a:pt x="0" y="1450"/>
                  </a:cubicBezTo>
                  <a:lnTo>
                    <a:pt x="700" y="1450"/>
                  </a:lnTo>
                  <a:cubicBezTo>
                    <a:pt x="1249" y="1446"/>
                    <a:pt x="1693" y="1003"/>
                    <a:pt x="1693" y="454"/>
                  </a:cubicBezTo>
                  <a:lnTo>
                    <a:pt x="169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85"/>
            <p:cNvSpPr/>
            <p:nvPr/>
          </p:nvSpPr>
          <p:spPr>
            <a:xfrm>
              <a:off x="4769132" y="2582117"/>
              <a:ext cx="145936" cy="109315"/>
            </a:xfrm>
            <a:custGeom>
              <a:rect b="b" l="l" r="r" t="t"/>
              <a:pathLst>
                <a:path extrusionOk="0" h="4200" w="5607">
                  <a:moveTo>
                    <a:pt x="2810" y="416"/>
                  </a:moveTo>
                  <a:cubicBezTo>
                    <a:pt x="3046" y="419"/>
                    <a:pt x="3257" y="564"/>
                    <a:pt x="3341" y="785"/>
                  </a:cubicBezTo>
                  <a:lnTo>
                    <a:pt x="2275" y="785"/>
                  </a:lnTo>
                  <a:cubicBezTo>
                    <a:pt x="2360" y="564"/>
                    <a:pt x="2571" y="419"/>
                    <a:pt x="2807" y="419"/>
                  </a:cubicBezTo>
                  <a:lnTo>
                    <a:pt x="2810" y="416"/>
                  </a:lnTo>
                  <a:close/>
                  <a:moveTo>
                    <a:pt x="3634" y="1218"/>
                  </a:moveTo>
                  <a:cubicBezTo>
                    <a:pt x="3781" y="1218"/>
                    <a:pt x="3897" y="1334"/>
                    <a:pt x="3897" y="1482"/>
                  </a:cubicBezTo>
                  <a:lnTo>
                    <a:pt x="3897" y="2689"/>
                  </a:lnTo>
                  <a:cubicBezTo>
                    <a:pt x="3897" y="3290"/>
                    <a:pt x="3412" y="3779"/>
                    <a:pt x="2810" y="3779"/>
                  </a:cubicBezTo>
                  <a:cubicBezTo>
                    <a:pt x="2209" y="3779"/>
                    <a:pt x="1719" y="3290"/>
                    <a:pt x="1719" y="2689"/>
                  </a:cubicBezTo>
                  <a:lnTo>
                    <a:pt x="1723" y="1482"/>
                  </a:lnTo>
                  <a:cubicBezTo>
                    <a:pt x="1723" y="1334"/>
                    <a:pt x="1839" y="1218"/>
                    <a:pt x="1987" y="1218"/>
                  </a:cubicBezTo>
                  <a:close/>
                  <a:moveTo>
                    <a:pt x="2810" y="1"/>
                  </a:moveTo>
                  <a:cubicBezTo>
                    <a:pt x="2332" y="1"/>
                    <a:pt x="1920" y="342"/>
                    <a:pt x="1836" y="813"/>
                  </a:cubicBezTo>
                  <a:cubicBezTo>
                    <a:pt x="1621" y="863"/>
                    <a:pt x="1442" y="1014"/>
                    <a:pt x="1357" y="1218"/>
                  </a:cubicBezTo>
                  <a:lnTo>
                    <a:pt x="974" y="1214"/>
                  </a:lnTo>
                  <a:cubicBezTo>
                    <a:pt x="914" y="1214"/>
                    <a:pt x="857" y="1236"/>
                    <a:pt x="819" y="1278"/>
                  </a:cubicBezTo>
                  <a:lnTo>
                    <a:pt x="161" y="1967"/>
                  </a:lnTo>
                  <a:cubicBezTo>
                    <a:pt x="24" y="2121"/>
                    <a:pt x="160" y="2319"/>
                    <a:pt x="318" y="2319"/>
                  </a:cubicBezTo>
                  <a:cubicBezTo>
                    <a:pt x="367" y="2319"/>
                    <a:pt x="418" y="2301"/>
                    <a:pt x="463" y="2256"/>
                  </a:cubicBezTo>
                  <a:lnTo>
                    <a:pt x="1058" y="1637"/>
                  </a:lnTo>
                  <a:lnTo>
                    <a:pt x="1304" y="1637"/>
                  </a:lnTo>
                  <a:lnTo>
                    <a:pt x="1304" y="2122"/>
                  </a:lnTo>
                  <a:lnTo>
                    <a:pt x="970" y="2119"/>
                  </a:lnTo>
                  <a:cubicBezTo>
                    <a:pt x="914" y="2119"/>
                    <a:pt x="857" y="2140"/>
                    <a:pt x="819" y="2182"/>
                  </a:cubicBezTo>
                  <a:lnTo>
                    <a:pt x="157" y="2872"/>
                  </a:lnTo>
                  <a:cubicBezTo>
                    <a:pt x="0" y="3023"/>
                    <a:pt x="143" y="3235"/>
                    <a:pt x="306" y="3235"/>
                  </a:cubicBezTo>
                  <a:cubicBezTo>
                    <a:pt x="358" y="3235"/>
                    <a:pt x="413" y="3213"/>
                    <a:pt x="460" y="3160"/>
                  </a:cubicBezTo>
                  <a:lnTo>
                    <a:pt x="1058" y="2541"/>
                  </a:lnTo>
                  <a:lnTo>
                    <a:pt x="1301" y="2541"/>
                  </a:lnTo>
                  <a:lnTo>
                    <a:pt x="1301" y="2685"/>
                  </a:lnTo>
                  <a:cubicBezTo>
                    <a:pt x="1301" y="2801"/>
                    <a:pt x="1315" y="2914"/>
                    <a:pt x="1343" y="3026"/>
                  </a:cubicBezTo>
                  <a:lnTo>
                    <a:pt x="970" y="3023"/>
                  </a:lnTo>
                  <a:lnTo>
                    <a:pt x="970" y="3026"/>
                  </a:lnTo>
                  <a:cubicBezTo>
                    <a:pt x="914" y="3026"/>
                    <a:pt x="857" y="3051"/>
                    <a:pt x="819" y="3090"/>
                  </a:cubicBezTo>
                  <a:lnTo>
                    <a:pt x="161" y="3779"/>
                  </a:lnTo>
                  <a:cubicBezTo>
                    <a:pt x="1" y="3931"/>
                    <a:pt x="145" y="4143"/>
                    <a:pt x="309" y="4143"/>
                  </a:cubicBezTo>
                  <a:cubicBezTo>
                    <a:pt x="362" y="4143"/>
                    <a:pt x="416" y="4121"/>
                    <a:pt x="463" y="4068"/>
                  </a:cubicBezTo>
                  <a:lnTo>
                    <a:pt x="1058" y="3445"/>
                  </a:lnTo>
                  <a:lnTo>
                    <a:pt x="1508" y="3452"/>
                  </a:lnTo>
                  <a:cubicBezTo>
                    <a:pt x="1799" y="3950"/>
                    <a:pt x="2304" y="4199"/>
                    <a:pt x="2810" y="4199"/>
                  </a:cubicBezTo>
                  <a:cubicBezTo>
                    <a:pt x="3316" y="4199"/>
                    <a:pt x="3822" y="3950"/>
                    <a:pt x="4112" y="3452"/>
                  </a:cubicBezTo>
                  <a:lnTo>
                    <a:pt x="4548" y="3445"/>
                  </a:lnTo>
                  <a:lnTo>
                    <a:pt x="5146" y="4068"/>
                  </a:lnTo>
                  <a:cubicBezTo>
                    <a:pt x="5194" y="4121"/>
                    <a:pt x="5248" y="4143"/>
                    <a:pt x="5301" y="4143"/>
                  </a:cubicBezTo>
                  <a:cubicBezTo>
                    <a:pt x="5463" y="4143"/>
                    <a:pt x="5606" y="3931"/>
                    <a:pt x="5449" y="3779"/>
                  </a:cubicBezTo>
                  <a:lnTo>
                    <a:pt x="4788" y="3090"/>
                  </a:lnTo>
                  <a:cubicBezTo>
                    <a:pt x="4749" y="3051"/>
                    <a:pt x="4693" y="3026"/>
                    <a:pt x="4636" y="3026"/>
                  </a:cubicBezTo>
                  <a:lnTo>
                    <a:pt x="4281" y="3030"/>
                  </a:lnTo>
                  <a:cubicBezTo>
                    <a:pt x="4306" y="2917"/>
                    <a:pt x="4320" y="2805"/>
                    <a:pt x="4320" y="2689"/>
                  </a:cubicBezTo>
                  <a:lnTo>
                    <a:pt x="4320" y="2544"/>
                  </a:lnTo>
                  <a:lnTo>
                    <a:pt x="4552" y="2544"/>
                  </a:lnTo>
                  <a:lnTo>
                    <a:pt x="5146" y="3164"/>
                  </a:lnTo>
                  <a:cubicBezTo>
                    <a:pt x="5192" y="3208"/>
                    <a:pt x="5243" y="3227"/>
                    <a:pt x="5292" y="3227"/>
                  </a:cubicBezTo>
                  <a:cubicBezTo>
                    <a:pt x="5450" y="3227"/>
                    <a:pt x="5586" y="3029"/>
                    <a:pt x="5449" y="2875"/>
                  </a:cubicBezTo>
                  <a:lnTo>
                    <a:pt x="4788" y="2186"/>
                  </a:lnTo>
                  <a:cubicBezTo>
                    <a:pt x="4749" y="2147"/>
                    <a:pt x="4696" y="2122"/>
                    <a:pt x="4636" y="2122"/>
                  </a:cubicBezTo>
                  <a:lnTo>
                    <a:pt x="4320" y="2126"/>
                  </a:lnTo>
                  <a:lnTo>
                    <a:pt x="4320" y="1637"/>
                  </a:lnTo>
                  <a:lnTo>
                    <a:pt x="4552" y="1637"/>
                  </a:lnTo>
                  <a:lnTo>
                    <a:pt x="5146" y="2259"/>
                  </a:lnTo>
                  <a:cubicBezTo>
                    <a:pt x="5193" y="2312"/>
                    <a:pt x="5248" y="2333"/>
                    <a:pt x="5300" y="2333"/>
                  </a:cubicBezTo>
                  <a:cubicBezTo>
                    <a:pt x="5463" y="2333"/>
                    <a:pt x="5606" y="2122"/>
                    <a:pt x="5449" y="1967"/>
                  </a:cubicBezTo>
                  <a:lnTo>
                    <a:pt x="4791" y="1281"/>
                  </a:lnTo>
                  <a:cubicBezTo>
                    <a:pt x="4749" y="1239"/>
                    <a:pt x="4696" y="1218"/>
                    <a:pt x="4640" y="1214"/>
                  </a:cubicBezTo>
                  <a:lnTo>
                    <a:pt x="4270" y="1218"/>
                  </a:lnTo>
                  <a:cubicBezTo>
                    <a:pt x="4182" y="1014"/>
                    <a:pt x="3999" y="859"/>
                    <a:pt x="3781" y="813"/>
                  </a:cubicBezTo>
                  <a:cubicBezTo>
                    <a:pt x="3697" y="342"/>
                    <a:pt x="3285" y="1"/>
                    <a:pt x="2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85"/>
            <p:cNvSpPr/>
            <p:nvPr/>
          </p:nvSpPr>
          <p:spPr>
            <a:xfrm>
              <a:off x="4655731" y="2521499"/>
              <a:ext cx="372818" cy="252597"/>
            </a:xfrm>
            <a:custGeom>
              <a:rect b="b" l="l" r="r" t="t"/>
              <a:pathLst>
                <a:path extrusionOk="0" h="9705" w="14324">
                  <a:moveTo>
                    <a:pt x="13905" y="8258"/>
                  </a:moveTo>
                  <a:lnTo>
                    <a:pt x="13905" y="8501"/>
                  </a:lnTo>
                  <a:cubicBezTo>
                    <a:pt x="13902" y="8934"/>
                    <a:pt x="13553" y="9286"/>
                    <a:pt x="13120" y="9286"/>
                  </a:cubicBezTo>
                  <a:lnTo>
                    <a:pt x="1203" y="9286"/>
                  </a:lnTo>
                  <a:cubicBezTo>
                    <a:pt x="771" y="9286"/>
                    <a:pt x="419" y="8934"/>
                    <a:pt x="419" y="8501"/>
                  </a:cubicBezTo>
                  <a:lnTo>
                    <a:pt x="419" y="8258"/>
                  </a:lnTo>
                  <a:lnTo>
                    <a:pt x="5457" y="8258"/>
                  </a:lnTo>
                  <a:lnTo>
                    <a:pt x="5686" y="8424"/>
                  </a:lnTo>
                  <a:cubicBezTo>
                    <a:pt x="5721" y="8448"/>
                    <a:pt x="5767" y="8462"/>
                    <a:pt x="5809" y="8462"/>
                  </a:cubicBezTo>
                  <a:lnTo>
                    <a:pt x="8532" y="8462"/>
                  </a:lnTo>
                  <a:cubicBezTo>
                    <a:pt x="8575" y="8462"/>
                    <a:pt x="8617" y="8448"/>
                    <a:pt x="8652" y="8424"/>
                  </a:cubicBezTo>
                  <a:lnTo>
                    <a:pt x="8884" y="8258"/>
                  </a:lnTo>
                  <a:close/>
                  <a:moveTo>
                    <a:pt x="11563" y="0"/>
                  </a:moveTo>
                  <a:cubicBezTo>
                    <a:pt x="11449" y="0"/>
                    <a:pt x="11358" y="93"/>
                    <a:pt x="11358" y="208"/>
                  </a:cubicBezTo>
                  <a:cubicBezTo>
                    <a:pt x="11358" y="325"/>
                    <a:pt x="11453" y="419"/>
                    <a:pt x="11569" y="419"/>
                  </a:cubicBezTo>
                  <a:cubicBezTo>
                    <a:pt x="11572" y="419"/>
                    <a:pt x="11574" y="419"/>
                    <a:pt x="11576" y="419"/>
                  </a:cubicBezTo>
                  <a:lnTo>
                    <a:pt x="12477" y="419"/>
                  </a:lnTo>
                  <a:cubicBezTo>
                    <a:pt x="12934" y="419"/>
                    <a:pt x="13303" y="789"/>
                    <a:pt x="13303" y="1246"/>
                  </a:cubicBezTo>
                  <a:lnTo>
                    <a:pt x="13303" y="7840"/>
                  </a:lnTo>
                  <a:lnTo>
                    <a:pt x="12832" y="7840"/>
                  </a:lnTo>
                  <a:lnTo>
                    <a:pt x="12832" y="1246"/>
                  </a:lnTo>
                  <a:cubicBezTo>
                    <a:pt x="12832" y="1049"/>
                    <a:pt x="12674" y="891"/>
                    <a:pt x="12477" y="891"/>
                  </a:cubicBezTo>
                  <a:lnTo>
                    <a:pt x="1847" y="891"/>
                  </a:lnTo>
                  <a:cubicBezTo>
                    <a:pt x="1650" y="891"/>
                    <a:pt x="1492" y="1049"/>
                    <a:pt x="1492" y="1246"/>
                  </a:cubicBezTo>
                  <a:lnTo>
                    <a:pt x="1492" y="3969"/>
                  </a:lnTo>
                  <a:cubicBezTo>
                    <a:pt x="1485" y="4089"/>
                    <a:pt x="1580" y="4187"/>
                    <a:pt x="1699" y="4187"/>
                  </a:cubicBezTo>
                  <a:cubicBezTo>
                    <a:pt x="1819" y="4187"/>
                    <a:pt x="1914" y="4089"/>
                    <a:pt x="1911" y="3969"/>
                  </a:cubicBezTo>
                  <a:lnTo>
                    <a:pt x="1911" y="1309"/>
                  </a:lnTo>
                  <a:lnTo>
                    <a:pt x="12413" y="1309"/>
                  </a:lnTo>
                  <a:lnTo>
                    <a:pt x="12413" y="7840"/>
                  </a:lnTo>
                  <a:lnTo>
                    <a:pt x="8817" y="7840"/>
                  </a:lnTo>
                  <a:cubicBezTo>
                    <a:pt x="8772" y="7840"/>
                    <a:pt x="8729" y="7854"/>
                    <a:pt x="8694" y="7878"/>
                  </a:cubicBezTo>
                  <a:lnTo>
                    <a:pt x="8466" y="8044"/>
                  </a:lnTo>
                  <a:lnTo>
                    <a:pt x="5879" y="8044"/>
                  </a:lnTo>
                  <a:lnTo>
                    <a:pt x="5651" y="7878"/>
                  </a:lnTo>
                  <a:cubicBezTo>
                    <a:pt x="5612" y="7854"/>
                    <a:pt x="5570" y="7840"/>
                    <a:pt x="5528" y="7840"/>
                  </a:cubicBezTo>
                  <a:lnTo>
                    <a:pt x="1911" y="7840"/>
                  </a:lnTo>
                  <a:lnTo>
                    <a:pt x="1911" y="5004"/>
                  </a:lnTo>
                  <a:cubicBezTo>
                    <a:pt x="1918" y="4884"/>
                    <a:pt x="1819" y="4782"/>
                    <a:pt x="1699" y="4782"/>
                  </a:cubicBezTo>
                  <a:cubicBezTo>
                    <a:pt x="1580" y="4782"/>
                    <a:pt x="1485" y="4884"/>
                    <a:pt x="1492" y="5004"/>
                  </a:cubicBezTo>
                  <a:lnTo>
                    <a:pt x="1492" y="7840"/>
                  </a:lnTo>
                  <a:lnTo>
                    <a:pt x="1020" y="7840"/>
                  </a:lnTo>
                  <a:lnTo>
                    <a:pt x="1020" y="1246"/>
                  </a:lnTo>
                  <a:cubicBezTo>
                    <a:pt x="1020" y="789"/>
                    <a:pt x="1393" y="419"/>
                    <a:pt x="1851" y="419"/>
                  </a:cubicBezTo>
                  <a:lnTo>
                    <a:pt x="10735" y="419"/>
                  </a:lnTo>
                  <a:cubicBezTo>
                    <a:pt x="10999" y="405"/>
                    <a:pt x="10999" y="11"/>
                    <a:pt x="10735" y="0"/>
                  </a:cubicBezTo>
                  <a:lnTo>
                    <a:pt x="1851" y="0"/>
                  </a:lnTo>
                  <a:cubicBezTo>
                    <a:pt x="1161" y="0"/>
                    <a:pt x="602" y="556"/>
                    <a:pt x="602" y="1246"/>
                  </a:cubicBezTo>
                  <a:lnTo>
                    <a:pt x="602" y="7840"/>
                  </a:lnTo>
                  <a:lnTo>
                    <a:pt x="211" y="7840"/>
                  </a:lnTo>
                  <a:cubicBezTo>
                    <a:pt x="95" y="7840"/>
                    <a:pt x="0" y="7931"/>
                    <a:pt x="0" y="8047"/>
                  </a:cubicBezTo>
                  <a:lnTo>
                    <a:pt x="0" y="8501"/>
                  </a:lnTo>
                  <a:cubicBezTo>
                    <a:pt x="4" y="9166"/>
                    <a:pt x="538" y="9704"/>
                    <a:pt x="1203" y="9704"/>
                  </a:cubicBezTo>
                  <a:lnTo>
                    <a:pt x="13124" y="9704"/>
                  </a:lnTo>
                  <a:cubicBezTo>
                    <a:pt x="13785" y="9704"/>
                    <a:pt x="14324" y="9166"/>
                    <a:pt x="14324" y="8501"/>
                  </a:cubicBezTo>
                  <a:lnTo>
                    <a:pt x="14324" y="8047"/>
                  </a:lnTo>
                  <a:cubicBezTo>
                    <a:pt x="14324" y="7933"/>
                    <a:pt x="14232" y="7839"/>
                    <a:pt x="14119" y="7839"/>
                  </a:cubicBezTo>
                  <a:cubicBezTo>
                    <a:pt x="14117" y="7839"/>
                    <a:pt x="14115" y="7839"/>
                    <a:pt x="14113" y="7840"/>
                  </a:cubicBezTo>
                  <a:lnTo>
                    <a:pt x="13722" y="7840"/>
                  </a:lnTo>
                  <a:lnTo>
                    <a:pt x="13722" y="1246"/>
                  </a:lnTo>
                  <a:cubicBezTo>
                    <a:pt x="13722" y="556"/>
                    <a:pt x="13163" y="0"/>
                    <a:pt x="12477" y="0"/>
                  </a:cubicBezTo>
                  <a:lnTo>
                    <a:pt x="11576" y="0"/>
                  </a:lnTo>
                  <a:cubicBezTo>
                    <a:pt x="11572" y="0"/>
                    <a:pt x="11568" y="0"/>
                    <a:pt x="1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8" name="Google Shape;18328;p85"/>
          <p:cNvGrpSpPr/>
          <p:nvPr/>
        </p:nvGrpSpPr>
        <p:grpSpPr>
          <a:xfrm>
            <a:off x="7459075" y="2926643"/>
            <a:ext cx="365062" cy="290024"/>
            <a:chOff x="7459075" y="2926643"/>
            <a:chExt cx="365062" cy="290024"/>
          </a:xfrm>
        </p:grpSpPr>
        <p:sp>
          <p:nvSpPr>
            <p:cNvPr id="18329" name="Google Shape;18329;p85"/>
            <p:cNvSpPr/>
            <p:nvPr/>
          </p:nvSpPr>
          <p:spPr>
            <a:xfrm>
              <a:off x="7464202" y="2979192"/>
              <a:ext cx="299498" cy="232530"/>
            </a:xfrm>
            <a:custGeom>
              <a:rect b="b" l="l" r="r" t="t"/>
              <a:pathLst>
                <a:path extrusionOk="0" h="8934" w="11507">
                  <a:moveTo>
                    <a:pt x="1" y="1"/>
                  </a:moveTo>
                  <a:lnTo>
                    <a:pt x="1" y="8656"/>
                  </a:lnTo>
                  <a:cubicBezTo>
                    <a:pt x="1" y="8807"/>
                    <a:pt x="124" y="8930"/>
                    <a:pt x="279" y="8934"/>
                  </a:cubicBezTo>
                  <a:lnTo>
                    <a:pt x="11228" y="8934"/>
                  </a:lnTo>
                  <a:cubicBezTo>
                    <a:pt x="11380" y="8930"/>
                    <a:pt x="11506" y="8807"/>
                    <a:pt x="11506" y="8656"/>
                  </a:cubicBezTo>
                  <a:lnTo>
                    <a:pt x="11506"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85"/>
            <p:cNvSpPr/>
            <p:nvPr/>
          </p:nvSpPr>
          <p:spPr>
            <a:xfrm>
              <a:off x="7464202" y="2979192"/>
              <a:ext cx="21473" cy="232530"/>
            </a:xfrm>
            <a:custGeom>
              <a:rect b="b" l="l" r="r" t="t"/>
              <a:pathLst>
                <a:path extrusionOk="0" h="8934" w="825">
                  <a:moveTo>
                    <a:pt x="1" y="1"/>
                  </a:moveTo>
                  <a:lnTo>
                    <a:pt x="1" y="8656"/>
                  </a:lnTo>
                  <a:cubicBezTo>
                    <a:pt x="1" y="8807"/>
                    <a:pt x="124" y="8930"/>
                    <a:pt x="279" y="8934"/>
                  </a:cubicBezTo>
                  <a:lnTo>
                    <a:pt x="824" y="8934"/>
                  </a:lnTo>
                  <a:cubicBezTo>
                    <a:pt x="669" y="8934"/>
                    <a:pt x="546" y="8807"/>
                    <a:pt x="546" y="8656"/>
                  </a:cubicBezTo>
                  <a:lnTo>
                    <a:pt x="54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85"/>
            <p:cNvSpPr/>
            <p:nvPr/>
          </p:nvSpPr>
          <p:spPr>
            <a:xfrm>
              <a:off x="7507538" y="2932317"/>
              <a:ext cx="256059" cy="51769"/>
            </a:xfrm>
            <a:custGeom>
              <a:rect b="b" l="l" r="r" t="t"/>
              <a:pathLst>
                <a:path extrusionOk="0" h="1989" w="9838">
                  <a:moveTo>
                    <a:pt x="0" y="0"/>
                  </a:moveTo>
                  <a:lnTo>
                    <a:pt x="0" y="1988"/>
                  </a:lnTo>
                  <a:lnTo>
                    <a:pt x="9838" y="1988"/>
                  </a:lnTo>
                  <a:lnTo>
                    <a:pt x="9838" y="289"/>
                  </a:lnTo>
                  <a:cubicBezTo>
                    <a:pt x="9838" y="130"/>
                    <a:pt x="9711" y="0"/>
                    <a:pt x="95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85"/>
            <p:cNvSpPr/>
            <p:nvPr/>
          </p:nvSpPr>
          <p:spPr>
            <a:xfrm>
              <a:off x="7464202" y="2932317"/>
              <a:ext cx="49660" cy="51769"/>
            </a:xfrm>
            <a:custGeom>
              <a:rect b="b" l="l" r="r" t="t"/>
              <a:pathLst>
                <a:path extrusionOk="0" h="1989" w="1908">
                  <a:moveTo>
                    <a:pt x="286" y="0"/>
                  </a:moveTo>
                  <a:cubicBezTo>
                    <a:pt x="128" y="0"/>
                    <a:pt x="1" y="130"/>
                    <a:pt x="1" y="289"/>
                  </a:cubicBezTo>
                  <a:lnTo>
                    <a:pt x="1" y="1988"/>
                  </a:lnTo>
                  <a:lnTo>
                    <a:pt x="1908" y="1988"/>
                  </a:lnTo>
                  <a:lnTo>
                    <a:pt x="1908"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85"/>
            <p:cNvSpPr/>
            <p:nvPr/>
          </p:nvSpPr>
          <p:spPr>
            <a:xfrm>
              <a:off x="7464202" y="2932317"/>
              <a:ext cx="21655" cy="51769"/>
            </a:xfrm>
            <a:custGeom>
              <a:rect b="b" l="l" r="r" t="t"/>
              <a:pathLst>
                <a:path extrusionOk="0" h="1989" w="832">
                  <a:moveTo>
                    <a:pt x="286" y="0"/>
                  </a:moveTo>
                  <a:cubicBezTo>
                    <a:pt x="128" y="0"/>
                    <a:pt x="1" y="130"/>
                    <a:pt x="1" y="289"/>
                  </a:cubicBezTo>
                  <a:lnTo>
                    <a:pt x="1" y="1988"/>
                  </a:lnTo>
                  <a:lnTo>
                    <a:pt x="546" y="1988"/>
                  </a:lnTo>
                  <a:lnTo>
                    <a:pt x="546" y="289"/>
                  </a:lnTo>
                  <a:cubicBezTo>
                    <a:pt x="546" y="130"/>
                    <a:pt x="673" y="0"/>
                    <a:pt x="83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85"/>
            <p:cNvSpPr/>
            <p:nvPr/>
          </p:nvSpPr>
          <p:spPr>
            <a:xfrm>
              <a:off x="7602772" y="3132416"/>
              <a:ext cx="29151" cy="29125"/>
            </a:xfrm>
            <a:custGeom>
              <a:rect b="b" l="l" r="r" t="t"/>
              <a:pathLst>
                <a:path extrusionOk="0" h="1119" w="1120">
                  <a:moveTo>
                    <a:pt x="560" y="0"/>
                  </a:moveTo>
                  <a:cubicBezTo>
                    <a:pt x="250" y="0"/>
                    <a:pt x="0" y="250"/>
                    <a:pt x="0" y="559"/>
                  </a:cubicBezTo>
                  <a:cubicBezTo>
                    <a:pt x="0" y="866"/>
                    <a:pt x="250" y="1119"/>
                    <a:pt x="560" y="1119"/>
                  </a:cubicBezTo>
                  <a:cubicBezTo>
                    <a:pt x="869" y="1119"/>
                    <a:pt x="1119" y="866"/>
                    <a:pt x="1119" y="559"/>
                  </a:cubicBezTo>
                  <a:cubicBezTo>
                    <a:pt x="1119" y="250"/>
                    <a:pt x="869" y="0"/>
                    <a:pt x="56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85"/>
            <p:cNvSpPr/>
            <p:nvPr/>
          </p:nvSpPr>
          <p:spPr>
            <a:xfrm>
              <a:off x="7716044" y="3124894"/>
              <a:ext cx="29151" cy="29151"/>
            </a:xfrm>
            <a:custGeom>
              <a:rect b="b" l="l" r="r" t="t"/>
              <a:pathLst>
                <a:path extrusionOk="0" h="1120" w="1120">
                  <a:moveTo>
                    <a:pt x="560" y="1"/>
                  </a:moveTo>
                  <a:cubicBezTo>
                    <a:pt x="251" y="1"/>
                    <a:pt x="1" y="250"/>
                    <a:pt x="1" y="560"/>
                  </a:cubicBezTo>
                  <a:cubicBezTo>
                    <a:pt x="1" y="870"/>
                    <a:pt x="251" y="1119"/>
                    <a:pt x="560" y="1119"/>
                  </a:cubicBezTo>
                  <a:cubicBezTo>
                    <a:pt x="870" y="1119"/>
                    <a:pt x="1120" y="870"/>
                    <a:pt x="1120" y="560"/>
                  </a:cubicBezTo>
                  <a:cubicBezTo>
                    <a:pt x="1120" y="250"/>
                    <a:pt x="870" y="1"/>
                    <a:pt x="56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85"/>
            <p:cNvSpPr/>
            <p:nvPr/>
          </p:nvSpPr>
          <p:spPr>
            <a:xfrm>
              <a:off x="7787385" y="3035802"/>
              <a:ext cx="29151" cy="29125"/>
            </a:xfrm>
            <a:custGeom>
              <a:rect b="b" l="l" r="r" t="t"/>
              <a:pathLst>
                <a:path extrusionOk="0" h="1119" w="1120">
                  <a:moveTo>
                    <a:pt x="560" y="0"/>
                  </a:moveTo>
                  <a:cubicBezTo>
                    <a:pt x="250" y="0"/>
                    <a:pt x="1" y="250"/>
                    <a:pt x="1" y="559"/>
                  </a:cubicBezTo>
                  <a:cubicBezTo>
                    <a:pt x="1" y="869"/>
                    <a:pt x="250" y="1119"/>
                    <a:pt x="560" y="1119"/>
                  </a:cubicBezTo>
                  <a:cubicBezTo>
                    <a:pt x="870" y="1119"/>
                    <a:pt x="1119" y="869"/>
                    <a:pt x="1119" y="559"/>
                  </a:cubicBezTo>
                  <a:cubicBezTo>
                    <a:pt x="1119" y="250"/>
                    <a:pt x="870" y="0"/>
                    <a:pt x="56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85"/>
            <p:cNvSpPr/>
            <p:nvPr/>
          </p:nvSpPr>
          <p:spPr>
            <a:xfrm>
              <a:off x="7659460" y="3079659"/>
              <a:ext cx="29151" cy="29151"/>
            </a:xfrm>
            <a:custGeom>
              <a:rect b="b" l="l" r="r" t="t"/>
              <a:pathLst>
                <a:path extrusionOk="0" h="1120" w="1120">
                  <a:moveTo>
                    <a:pt x="560" y="0"/>
                  </a:moveTo>
                  <a:cubicBezTo>
                    <a:pt x="250" y="0"/>
                    <a:pt x="0" y="250"/>
                    <a:pt x="0" y="560"/>
                  </a:cubicBezTo>
                  <a:cubicBezTo>
                    <a:pt x="0" y="869"/>
                    <a:pt x="250" y="1119"/>
                    <a:pt x="560" y="1119"/>
                  </a:cubicBezTo>
                  <a:cubicBezTo>
                    <a:pt x="866" y="1119"/>
                    <a:pt x="1119" y="869"/>
                    <a:pt x="1119" y="560"/>
                  </a:cubicBezTo>
                  <a:cubicBezTo>
                    <a:pt x="1119" y="250"/>
                    <a:pt x="866" y="0"/>
                    <a:pt x="56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85"/>
            <p:cNvSpPr/>
            <p:nvPr/>
          </p:nvSpPr>
          <p:spPr>
            <a:xfrm>
              <a:off x="7602772" y="3132364"/>
              <a:ext cx="21733" cy="29203"/>
            </a:xfrm>
            <a:custGeom>
              <a:rect b="b" l="l" r="r" t="t"/>
              <a:pathLst>
                <a:path extrusionOk="0" h="1122" w="835">
                  <a:moveTo>
                    <a:pt x="561" y="1"/>
                  </a:moveTo>
                  <a:cubicBezTo>
                    <a:pt x="269" y="1"/>
                    <a:pt x="0" y="234"/>
                    <a:pt x="0" y="561"/>
                  </a:cubicBezTo>
                  <a:cubicBezTo>
                    <a:pt x="0" y="887"/>
                    <a:pt x="270" y="1122"/>
                    <a:pt x="563" y="1122"/>
                  </a:cubicBezTo>
                  <a:cubicBezTo>
                    <a:pt x="654" y="1122"/>
                    <a:pt x="746" y="1099"/>
                    <a:pt x="834" y="1051"/>
                  </a:cubicBezTo>
                  <a:cubicBezTo>
                    <a:pt x="655" y="948"/>
                    <a:pt x="546" y="762"/>
                    <a:pt x="546" y="561"/>
                  </a:cubicBezTo>
                  <a:cubicBezTo>
                    <a:pt x="546" y="357"/>
                    <a:pt x="655" y="171"/>
                    <a:pt x="834" y="72"/>
                  </a:cubicBezTo>
                  <a:cubicBezTo>
                    <a:pt x="746" y="23"/>
                    <a:pt x="652" y="1"/>
                    <a:pt x="56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85"/>
            <p:cNvSpPr/>
            <p:nvPr/>
          </p:nvSpPr>
          <p:spPr>
            <a:xfrm>
              <a:off x="7716044" y="3124868"/>
              <a:ext cx="21655" cy="29203"/>
            </a:xfrm>
            <a:custGeom>
              <a:rect b="b" l="l" r="r" t="t"/>
              <a:pathLst>
                <a:path extrusionOk="0" h="1122" w="832">
                  <a:moveTo>
                    <a:pt x="560" y="1"/>
                  </a:moveTo>
                  <a:cubicBezTo>
                    <a:pt x="268" y="1"/>
                    <a:pt x="1" y="236"/>
                    <a:pt x="1" y="561"/>
                  </a:cubicBezTo>
                  <a:cubicBezTo>
                    <a:pt x="1" y="886"/>
                    <a:pt x="268" y="1121"/>
                    <a:pt x="560" y="1121"/>
                  </a:cubicBezTo>
                  <a:cubicBezTo>
                    <a:pt x="651" y="1121"/>
                    <a:pt x="743" y="1099"/>
                    <a:pt x="831" y="1050"/>
                  </a:cubicBezTo>
                  <a:cubicBezTo>
                    <a:pt x="655" y="951"/>
                    <a:pt x="546" y="765"/>
                    <a:pt x="546" y="561"/>
                  </a:cubicBezTo>
                  <a:cubicBezTo>
                    <a:pt x="546" y="357"/>
                    <a:pt x="655" y="170"/>
                    <a:pt x="831" y="72"/>
                  </a:cubicBezTo>
                  <a:cubicBezTo>
                    <a:pt x="743" y="23"/>
                    <a:pt x="651" y="1"/>
                    <a:pt x="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85"/>
            <p:cNvSpPr/>
            <p:nvPr/>
          </p:nvSpPr>
          <p:spPr>
            <a:xfrm>
              <a:off x="7787385" y="3035776"/>
              <a:ext cx="21629" cy="29177"/>
            </a:xfrm>
            <a:custGeom>
              <a:rect b="b" l="l" r="r" t="t"/>
              <a:pathLst>
                <a:path extrusionOk="0" h="1121" w="831">
                  <a:moveTo>
                    <a:pt x="560" y="0"/>
                  </a:moveTo>
                  <a:cubicBezTo>
                    <a:pt x="268" y="0"/>
                    <a:pt x="1" y="235"/>
                    <a:pt x="1" y="560"/>
                  </a:cubicBezTo>
                  <a:cubicBezTo>
                    <a:pt x="1" y="886"/>
                    <a:pt x="268" y="1121"/>
                    <a:pt x="560" y="1121"/>
                  </a:cubicBezTo>
                  <a:cubicBezTo>
                    <a:pt x="650" y="1121"/>
                    <a:pt x="743" y="1098"/>
                    <a:pt x="831" y="1050"/>
                  </a:cubicBezTo>
                  <a:cubicBezTo>
                    <a:pt x="655" y="951"/>
                    <a:pt x="546" y="765"/>
                    <a:pt x="546" y="560"/>
                  </a:cubicBezTo>
                  <a:cubicBezTo>
                    <a:pt x="546" y="356"/>
                    <a:pt x="655" y="170"/>
                    <a:pt x="831" y="71"/>
                  </a:cubicBezTo>
                  <a:cubicBezTo>
                    <a:pt x="743" y="22"/>
                    <a:pt x="650" y="0"/>
                    <a:pt x="56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85"/>
            <p:cNvSpPr/>
            <p:nvPr/>
          </p:nvSpPr>
          <p:spPr>
            <a:xfrm>
              <a:off x="7659460" y="3079633"/>
              <a:ext cx="21629" cy="29203"/>
            </a:xfrm>
            <a:custGeom>
              <a:rect b="b" l="l" r="r" t="t"/>
              <a:pathLst>
                <a:path extrusionOk="0" h="1122" w="831">
                  <a:moveTo>
                    <a:pt x="560" y="0"/>
                  </a:moveTo>
                  <a:cubicBezTo>
                    <a:pt x="267" y="0"/>
                    <a:pt x="0" y="235"/>
                    <a:pt x="0" y="561"/>
                  </a:cubicBezTo>
                  <a:cubicBezTo>
                    <a:pt x="0" y="886"/>
                    <a:pt x="267" y="1121"/>
                    <a:pt x="560" y="1121"/>
                  </a:cubicBezTo>
                  <a:cubicBezTo>
                    <a:pt x="650" y="1121"/>
                    <a:pt x="743" y="1099"/>
                    <a:pt x="831" y="1050"/>
                  </a:cubicBezTo>
                  <a:cubicBezTo>
                    <a:pt x="655" y="951"/>
                    <a:pt x="542" y="765"/>
                    <a:pt x="542" y="561"/>
                  </a:cubicBezTo>
                  <a:cubicBezTo>
                    <a:pt x="542" y="357"/>
                    <a:pt x="655" y="170"/>
                    <a:pt x="831" y="72"/>
                  </a:cubicBezTo>
                  <a:cubicBezTo>
                    <a:pt x="743" y="23"/>
                    <a:pt x="650" y="0"/>
                    <a:pt x="56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85"/>
            <p:cNvSpPr/>
            <p:nvPr/>
          </p:nvSpPr>
          <p:spPr>
            <a:xfrm>
              <a:off x="7505247" y="3011987"/>
              <a:ext cx="217330" cy="38755"/>
            </a:xfrm>
            <a:custGeom>
              <a:rect b="b" l="l" r="r" t="t"/>
              <a:pathLst>
                <a:path extrusionOk="0" h="1489" w="8350">
                  <a:moveTo>
                    <a:pt x="327" y="0"/>
                  </a:moveTo>
                  <a:cubicBezTo>
                    <a:pt x="148" y="0"/>
                    <a:pt x="0" y="148"/>
                    <a:pt x="0" y="327"/>
                  </a:cubicBezTo>
                  <a:lnTo>
                    <a:pt x="0" y="1161"/>
                  </a:lnTo>
                  <a:cubicBezTo>
                    <a:pt x="0" y="1344"/>
                    <a:pt x="148" y="1489"/>
                    <a:pt x="327" y="1489"/>
                  </a:cubicBezTo>
                  <a:lnTo>
                    <a:pt x="8026" y="1489"/>
                  </a:lnTo>
                  <a:cubicBezTo>
                    <a:pt x="8205" y="1489"/>
                    <a:pt x="8350" y="1344"/>
                    <a:pt x="8350" y="1161"/>
                  </a:cubicBezTo>
                  <a:lnTo>
                    <a:pt x="8350" y="327"/>
                  </a:lnTo>
                  <a:cubicBezTo>
                    <a:pt x="8350" y="148"/>
                    <a:pt x="8205" y="0"/>
                    <a:pt x="802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85"/>
            <p:cNvSpPr/>
            <p:nvPr/>
          </p:nvSpPr>
          <p:spPr>
            <a:xfrm>
              <a:off x="7505247" y="3027994"/>
              <a:ext cx="217330" cy="22748"/>
            </a:xfrm>
            <a:custGeom>
              <a:rect b="b" l="l" r="r" t="t"/>
              <a:pathLst>
                <a:path extrusionOk="0" h="874" w="8350">
                  <a:moveTo>
                    <a:pt x="0" y="1"/>
                  </a:moveTo>
                  <a:lnTo>
                    <a:pt x="0" y="546"/>
                  </a:lnTo>
                  <a:cubicBezTo>
                    <a:pt x="0" y="726"/>
                    <a:pt x="148" y="874"/>
                    <a:pt x="327" y="874"/>
                  </a:cubicBezTo>
                  <a:lnTo>
                    <a:pt x="8026" y="874"/>
                  </a:lnTo>
                  <a:cubicBezTo>
                    <a:pt x="8205" y="874"/>
                    <a:pt x="8350" y="726"/>
                    <a:pt x="8350" y="546"/>
                  </a:cubicBezTo>
                  <a:lnTo>
                    <a:pt x="8350" y="1"/>
                  </a:lnTo>
                  <a:cubicBezTo>
                    <a:pt x="8350" y="180"/>
                    <a:pt x="8205" y="328"/>
                    <a:pt x="8026" y="328"/>
                  </a:cubicBezTo>
                  <a:lnTo>
                    <a:pt x="327" y="328"/>
                  </a:lnTo>
                  <a:cubicBezTo>
                    <a:pt x="148" y="328"/>
                    <a:pt x="0" y="180"/>
                    <a:pt x="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85"/>
            <p:cNvSpPr/>
            <p:nvPr/>
          </p:nvSpPr>
          <p:spPr>
            <a:xfrm>
              <a:off x="7531795" y="2952644"/>
              <a:ext cx="199579" cy="10645"/>
            </a:xfrm>
            <a:custGeom>
              <a:rect b="b" l="l" r="r" t="t"/>
              <a:pathLst>
                <a:path extrusionOk="0" h="409" w="7668">
                  <a:moveTo>
                    <a:pt x="7469" y="0"/>
                  </a:moveTo>
                  <a:cubicBezTo>
                    <a:pt x="7467" y="0"/>
                    <a:pt x="7465" y="0"/>
                    <a:pt x="7463" y="0"/>
                  </a:cubicBezTo>
                  <a:lnTo>
                    <a:pt x="271" y="0"/>
                  </a:lnTo>
                  <a:cubicBezTo>
                    <a:pt x="270" y="0"/>
                    <a:pt x="269" y="0"/>
                    <a:pt x="268" y="0"/>
                  </a:cubicBezTo>
                  <a:cubicBezTo>
                    <a:pt x="1" y="0"/>
                    <a:pt x="2" y="408"/>
                    <a:pt x="271" y="408"/>
                  </a:cubicBezTo>
                  <a:lnTo>
                    <a:pt x="7463" y="408"/>
                  </a:lnTo>
                  <a:cubicBezTo>
                    <a:pt x="7576" y="408"/>
                    <a:pt x="7667" y="317"/>
                    <a:pt x="7667" y="204"/>
                  </a:cubicBezTo>
                  <a:cubicBezTo>
                    <a:pt x="7667" y="90"/>
                    <a:pt x="7579" y="0"/>
                    <a:pt x="7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85"/>
            <p:cNvSpPr/>
            <p:nvPr/>
          </p:nvSpPr>
          <p:spPr>
            <a:xfrm>
              <a:off x="7459075" y="2926643"/>
              <a:ext cx="365062" cy="290024"/>
            </a:xfrm>
            <a:custGeom>
              <a:rect b="b" l="l" r="r" t="t"/>
              <a:pathLst>
                <a:path extrusionOk="0" h="11143" w="14026">
                  <a:moveTo>
                    <a:pt x="1908" y="408"/>
                  </a:moveTo>
                  <a:lnTo>
                    <a:pt x="1908" y="1991"/>
                  </a:lnTo>
                  <a:lnTo>
                    <a:pt x="409" y="1991"/>
                  </a:lnTo>
                  <a:lnTo>
                    <a:pt x="409" y="531"/>
                  </a:lnTo>
                  <a:cubicBezTo>
                    <a:pt x="409" y="464"/>
                    <a:pt x="465" y="412"/>
                    <a:pt x="532" y="408"/>
                  </a:cubicBezTo>
                  <a:close/>
                  <a:moveTo>
                    <a:pt x="11380" y="408"/>
                  </a:moveTo>
                  <a:cubicBezTo>
                    <a:pt x="11450" y="412"/>
                    <a:pt x="11503" y="464"/>
                    <a:pt x="11503" y="531"/>
                  </a:cubicBezTo>
                  <a:lnTo>
                    <a:pt x="11503" y="1991"/>
                  </a:lnTo>
                  <a:lnTo>
                    <a:pt x="2316" y="1991"/>
                  </a:lnTo>
                  <a:lnTo>
                    <a:pt x="2316" y="408"/>
                  </a:lnTo>
                  <a:close/>
                  <a:moveTo>
                    <a:pt x="13178" y="4384"/>
                  </a:moveTo>
                  <a:cubicBezTo>
                    <a:pt x="13361" y="4384"/>
                    <a:pt x="13536" y="4526"/>
                    <a:pt x="13536" y="4739"/>
                  </a:cubicBezTo>
                  <a:cubicBezTo>
                    <a:pt x="13536" y="4936"/>
                    <a:pt x="13378" y="5095"/>
                    <a:pt x="13181" y="5095"/>
                  </a:cubicBezTo>
                  <a:cubicBezTo>
                    <a:pt x="12864" y="5095"/>
                    <a:pt x="12706" y="4711"/>
                    <a:pt x="12928" y="4490"/>
                  </a:cubicBezTo>
                  <a:cubicBezTo>
                    <a:pt x="13001" y="4417"/>
                    <a:pt x="13091" y="4384"/>
                    <a:pt x="13178" y="4384"/>
                  </a:cubicBezTo>
                  <a:close/>
                  <a:moveTo>
                    <a:pt x="8263" y="6069"/>
                  </a:moveTo>
                  <a:cubicBezTo>
                    <a:pt x="8446" y="6069"/>
                    <a:pt x="8621" y="6211"/>
                    <a:pt x="8621" y="6425"/>
                  </a:cubicBezTo>
                  <a:cubicBezTo>
                    <a:pt x="8618" y="6622"/>
                    <a:pt x="8459" y="6780"/>
                    <a:pt x="8266" y="6780"/>
                  </a:cubicBezTo>
                  <a:cubicBezTo>
                    <a:pt x="7949" y="6780"/>
                    <a:pt x="7787" y="6397"/>
                    <a:pt x="8012" y="6175"/>
                  </a:cubicBezTo>
                  <a:cubicBezTo>
                    <a:pt x="8085" y="6102"/>
                    <a:pt x="8175" y="6069"/>
                    <a:pt x="8263" y="6069"/>
                  </a:cubicBezTo>
                  <a:close/>
                  <a:moveTo>
                    <a:pt x="10438" y="7807"/>
                  </a:moveTo>
                  <a:cubicBezTo>
                    <a:pt x="10621" y="7807"/>
                    <a:pt x="10796" y="7949"/>
                    <a:pt x="10796" y="8163"/>
                  </a:cubicBezTo>
                  <a:cubicBezTo>
                    <a:pt x="10796" y="8360"/>
                    <a:pt x="10634" y="8518"/>
                    <a:pt x="10440" y="8518"/>
                  </a:cubicBezTo>
                  <a:cubicBezTo>
                    <a:pt x="10124" y="8518"/>
                    <a:pt x="9965" y="8138"/>
                    <a:pt x="10187" y="7913"/>
                  </a:cubicBezTo>
                  <a:cubicBezTo>
                    <a:pt x="10260" y="7840"/>
                    <a:pt x="10350" y="7807"/>
                    <a:pt x="10438" y="7807"/>
                  </a:cubicBezTo>
                  <a:close/>
                  <a:moveTo>
                    <a:pt x="6086" y="8096"/>
                  </a:moveTo>
                  <a:cubicBezTo>
                    <a:pt x="6268" y="8096"/>
                    <a:pt x="6443" y="8237"/>
                    <a:pt x="6443" y="8451"/>
                  </a:cubicBezTo>
                  <a:cubicBezTo>
                    <a:pt x="6443" y="8648"/>
                    <a:pt x="6285" y="8807"/>
                    <a:pt x="6088" y="8807"/>
                  </a:cubicBezTo>
                  <a:cubicBezTo>
                    <a:pt x="5771" y="8807"/>
                    <a:pt x="5613" y="8423"/>
                    <a:pt x="5838" y="8202"/>
                  </a:cubicBezTo>
                  <a:cubicBezTo>
                    <a:pt x="5910" y="8129"/>
                    <a:pt x="5999" y="8096"/>
                    <a:pt x="6086" y="8096"/>
                  </a:cubicBezTo>
                  <a:close/>
                  <a:moveTo>
                    <a:pt x="532" y="0"/>
                  </a:moveTo>
                  <a:cubicBezTo>
                    <a:pt x="237" y="0"/>
                    <a:pt x="1" y="179"/>
                    <a:pt x="1" y="531"/>
                  </a:cubicBezTo>
                  <a:lnTo>
                    <a:pt x="1" y="10612"/>
                  </a:lnTo>
                  <a:cubicBezTo>
                    <a:pt x="1" y="10904"/>
                    <a:pt x="237" y="11143"/>
                    <a:pt x="532" y="11143"/>
                  </a:cubicBezTo>
                  <a:lnTo>
                    <a:pt x="5704" y="11143"/>
                  </a:lnTo>
                  <a:cubicBezTo>
                    <a:pt x="5817" y="11143"/>
                    <a:pt x="5908" y="11052"/>
                    <a:pt x="5908" y="10939"/>
                  </a:cubicBezTo>
                  <a:cubicBezTo>
                    <a:pt x="5908" y="10826"/>
                    <a:pt x="5817" y="10735"/>
                    <a:pt x="5704" y="10735"/>
                  </a:cubicBezTo>
                  <a:lnTo>
                    <a:pt x="532" y="10735"/>
                  </a:lnTo>
                  <a:cubicBezTo>
                    <a:pt x="465" y="10735"/>
                    <a:pt x="409" y="10679"/>
                    <a:pt x="409" y="10612"/>
                  </a:cubicBezTo>
                  <a:lnTo>
                    <a:pt x="409" y="2400"/>
                  </a:lnTo>
                  <a:lnTo>
                    <a:pt x="11503" y="2400"/>
                  </a:lnTo>
                  <a:lnTo>
                    <a:pt x="11503" y="6541"/>
                  </a:lnTo>
                  <a:lnTo>
                    <a:pt x="10767" y="7473"/>
                  </a:lnTo>
                  <a:cubicBezTo>
                    <a:pt x="10663" y="7423"/>
                    <a:pt x="10551" y="7398"/>
                    <a:pt x="10440" y="7398"/>
                  </a:cubicBezTo>
                  <a:cubicBezTo>
                    <a:pt x="10272" y="7398"/>
                    <a:pt x="10106" y="7454"/>
                    <a:pt x="9969" y="7561"/>
                  </a:cubicBezTo>
                  <a:lnTo>
                    <a:pt x="8952" y="6755"/>
                  </a:lnTo>
                  <a:cubicBezTo>
                    <a:pt x="9198" y="6249"/>
                    <a:pt x="8822" y="5661"/>
                    <a:pt x="8262" y="5661"/>
                  </a:cubicBezTo>
                  <a:cubicBezTo>
                    <a:pt x="8254" y="5661"/>
                    <a:pt x="8246" y="5661"/>
                    <a:pt x="8238" y="5661"/>
                  </a:cubicBezTo>
                  <a:cubicBezTo>
                    <a:pt x="7664" y="5679"/>
                    <a:pt x="7316" y="6298"/>
                    <a:pt x="7597" y="6798"/>
                  </a:cubicBezTo>
                  <a:lnTo>
                    <a:pt x="6489" y="7800"/>
                  </a:lnTo>
                  <a:cubicBezTo>
                    <a:pt x="6364" y="7724"/>
                    <a:pt x="6224" y="7687"/>
                    <a:pt x="6086" y="7687"/>
                  </a:cubicBezTo>
                  <a:cubicBezTo>
                    <a:pt x="5863" y="7687"/>
                    <a:pt x="5644" y="7783"/>
                    <a:pt x="5497" y="7966"/>
                  </a:cubicBezTo>
                  <a:cubicBezTo>
                    <a:pt x="5254" y="8261"/>
                    <a:pt x="5268" y="8691"/>
                    <a:pt x="5528" y="8972"/>
                  </a:cubicBezTo>
                  <a:cubicBezTo>
                    <a:pt x="5678" y="9134"/>
                    <a:pt x="5882" y="9216"/>
                    <a:pt x="6087" y="9216"/>
                  </a:cubicBezTo>
                  <a:cubicBezTo>
                    <a:pt x="6240" y="9216"/>
                    <a:pt x="6394" y="9171"/>
                    <a:pt x="6528" y="9078"/>
                  </a:cubicBezTo>
                  <a:cubicBezTo>
                    <a:pt x="6841" y="8856"/>
                    <a:pt x="6943" y="8437"/>
                    <a:pt x="6767" y="8100"/>
                  </a:cubicBezTo>
                  <a:lnTo>
                    <a:pt x="7886" y="7086"/>
                  </a:lnTo>
                  <a:cubicBezTo>
                    <a:pt x="8003" y="7154"/>
                    <a:pt x="8134" y="7188"/>
                    <a:pt x="8263" y="7188"/>
                  </a:cubicBezTo>
                  <a:cubicBezTo>
                    <a:pt x="8409" y="7188"/>
                    <a:pt x="8554" y="7145"/>
                    <a:pt x="8681" y="7062"/>
                  </a:cubicBezTo>
                  <a:lnTo>
                    <a:pt x="9726" y="7892"/>
                  </a:lnTo>
                  <a:cubicBezTo>
                    <a:pt x="9532" y="8396"/>
                    <a:pt x="9911" y="8928"/>
                    <a:pt x="10434" y="8928"/>
                  </a:cubicBezTo>
                  <a:cubicBezTo>
                    <a:pt x="10463" y="8928"/>
                    <a:pt x="10492" y="8926"/>
                    <a:pt x="10521" y="8923"/>
                  </a:cubicBezTo>
                  <a:cubicBezTo>
                    <a:pt x="11091" y="8860"/>
                    <a:pt x="11390" y="8219"/>
                    <a:pt x="11077" y="7744"/>
                  </a:cubicBezTo>
                  <a:lnTo>
                    <a:pt x="11503" y="7202"/>
                  </a:lnTo>
                  <a:lnTo>
                    <a:pt x="11503" y="10612"/>
                  </a:lnTo>
                  <a:cubicBezTo>
                    <a:pt x="11503" y="10679"/>
                    <a:pt x="11446" y="10731"/>
                    <a:pt x="11380" y="10735"/>
                  </a:cubicBezTo>
                  <a:lnTo>
                    <a:pt x="6658" y="10735"/>
                  </a:lnTo>
                  <a:cubicBezTo>
                    <a:pt x="6387" y="10735"/>
                    <a:pt x="6387" y="11143"/>
                    <a:pt x="6658" y="11143"/>
                  </a:cubicBezTo>
                  <a:lnTo>
                    <a:pt x="11380" y="11143"/>
                  </a:lnTo>
                  <a:cubicBezTo>
                    <a:pt x="11675" y="11143"/>
                    <a:pt x="11911" y="10904"/>
                    <a:pt x="11911" y="10612"/>
                  </a:cubicBezTo>
                  <a:lnTo>
                    <a:pt x="11911" y="6682"/>
                  </a:lnTo>
                  <a:lnTo>
                    <a:pt x="12886" y="5443"/>
                  </a:lnTo>
                  <a:cubicBezTo>
                    <a:pt x="12983" y="5484"/>
                    <a:pt x="13084" y="5503"/>
                    <a:pt x="13182" y="5503"/>
                  </a:cubicBezTo>
                  <a:cubicBezTo>
                    <a:pt x="13533" y="5503"/>
                    <a:pt x="13856" y="5259"/>
                    <a:pt x="13931" y="4891"/>
                  </a:cubicBezTo>
                  <a:cubicBezTo>
                    <a:pt x="14026" y="4416"/>
                    <a:pt x="13663" y="3976"/>
                    <a:pt x="13181" y="3976"/>
                  </a:cubicBezTo>
                  <a:cubicBezTo>
                    <a:pt x="12555" y="3976"/>
                    <a:pt x="12196" y="4687"/>
                    <a:pt x="12565" y="5190"/>
                  </a:cubicBezTo>
                  <a:lnTo>
                    <a:pt x="11911" y="6020"/>
                  </a:lnTo>
                  <a:lnTo>
                    <a:pt x="11911" y="493"/>
                  </a:lnTo>
                  <a:cubicBezTo>
                    <a:pt x="11911" y="253"/>
                    <a:pt x="11735" y="0"/>
                    <a:pt x="113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85"/>
            <p:cNvSpPr/>
            <p:nvPr/>
          </p:nvSpPr>
          <p:spPr>
            <a:xfrm>
              <a:off x="7498376" y="3071512"/>
              <a:ext cx="87296" cy="10645"/>
            </a:xfrm>
            <a:custGeom>
              <a:rect b="b" l="l" r="r" t="t"/>
              <a:pathLst>
                <a:path extrusionOk="0" h="409" w="3354">
                  <a:moveTo>
                    <a:pt x="271" y="0"/>
                  </a:moveTo>
                  <a:cubicBezTo>
                    <a:pt x="0" y="0"/>
                    <a:pt x="0" y="408"/>
                    <a:pt x="271" y="408"/>
                  </a:cubicBezTo>
                  <a:lnTo>
                    <a:pt x="3149" y="408"/>
                  </a:lnTo>
                  <a:cubicBezTo>
                    <a:pt x="3262" y="408"/>
                    <a:pt x="3353" y="317"/>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85"/>
            <p:cNvSpPr/>
            <p:nvPr/>
          </p:nvSpPr>
          <p:spPr>
            <a:xfrm>
              <a:off x="7498376" y="3097409"/>
              <a:ext cx="87296" cy="10749"/>
            </a:xfrm>
            <a:custGeom>
              <a:rect b="b" l="l" r="r" t="t"/>
              <a:pathLst>
                <a:path extrusionOk="0" h="413" w="3354">
                  <a:moveTo>
                    <a:pt x="271" y="1"/>
                  </a:moveTo>
                  <a:cubicBezTo>
                    <a:pt x="0" y="1"/>
                    <a:pt x="0" y="413"/>
                    <a:pt x="271" y="413"/>
                  </a:cubicBezTo>
                  <a:lnTo>
                    <a:pt x="3149" y="413"/>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85"/>
            <p:cNvSpPr/>
            <p:nvPr/>
          </p:nvSpPr>
          <p:spPr>
            <a:xfrm>
              <a:off x="7498376" y="3123333"/>
              <a:ext cx="87296" cy="10749"/>
            </a:xfrm>
            <a:custGeom>
              <a:rect b="b" l="l" r="r" t="t"/>
              <a:pathLst>
                <a:path extrusionOk="0" h="413" w="3354">
                  <a:moveTo>
                    <a:pt x="271" y="1"/>
                  </a:moveTo>
                  <a:cubicBezTo>
                    <a:pt x="0" y="1"/>
                    <a:pt x="0" y="412"/>
                    <a:pt x="271" y="412"/>
                  </a:cubicBezTo>
                  <a:lnTo>
                    <a:pt x="3149" y="412"/>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85"/>
            <p:cNvSpPr/>
            <p:nvPr/>
          </p:nvSpPr>
          <p:spPr>
            <a:xfrm>
              <a:off x="7498376" y="3149256"/>
              <a:ext cx="87296" cy="10749"/>
            </a:xfrm>
            <a:custGeom>
              <a:rect b="b" l="l" r="r" t="t"/>
              <a:pathLst>
                <a:path extrusionOk="0" h="413" w="3354">
                  <a:moveTo>
                    <a:pt x="271" y="0"/>
                  </a:moveTo>
                  <a:cubicBezTo>
                    <a:pt x="0" y="0"/>
                    <a:pt x="0" y="412"/>
                    <a:pt x="271" y="412"/>
                  </a:cubicBezTo>
                  <a:lnTo>
                    <a:pt x="3149" y="412"/>
                  </a:lnTo>
                  <a:cubicBezTo>
                    <a:pt x="3262" y="409"/>
                    <a:pt x="3353" y="321"/>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85"/>
            <p:cNvSpPr/>
            <p:nvPr/>
          </p:nvSpPr>
          <p:spPr>
            <a:xfrm>
              <a:off x="7498376" y="3175258"/>
              <a:ext cx="87296" cy="10645"/>
            </a:xfrm>
            <a:custGeom>
              <a:rect b="b" l="l" r="r" t="t"/>
              <a:pathLst>
                <a:path extrusionOk="0" h="409" w="3354">
                  <a:moveTo>
                    <a:pt x="271" y="1"/>
                  </a:moveTo>
                  <a:cubicBezTo>
                    <a:pt x="0" y="1"/>
                    <a:pt x="0" y="409"/>
                    <a:pt x="271" y="409"/>
                  </a:cubicBezTo>
                  <a:lnTo>
                    <a:pt x="3149" y="409"/>
                  </a:lnTo>
                  <a:cubicBezTo>
                    <a:pt x="3262" y="409"/>
                    <a:pt x="3353" y="317"/>
                    <a:pt x="3353" y="205"/>
                  </a:cubicBezTo>
                  <a:cubicBezTo>
                    <a:pt x="3353" y="89"/>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85"/>
            <p:cNvSpPr/>
            <p:nvPr/>
          </p:nvSpPr>
          <p:spPr>
            <a:xfrm>
              <a:off x="7500120" y="3006313"/>
              <a:ext cx="227949" cy="49478"/>
            </a:xfrm>
            <a:custGeom>
              <a:rect b="b" l="l" r="r" t="t"/>
              <a:pathLst>
                <a:path extrusionOk="0" h="1901" w="8758">
                  <a:moveTo>
                    <a:pt x="531" y="0"/>
                  </a:moveTo>
                  <a:cubicBezTo>
                    <a:pt x="239" y="0"/>
                    <a:pt x="0" y="239"/>
                    <a:pt x="0" y="531"/>
                  </a:cubicBezTo>
                  <a:lnTo>
                    <a:pt x="0" y="1369"/>
                  </a:lnTo>
                  <a:cubicBezTo>
                    <a:pt x="0" y="1661"/>
                    <a:pt x="239" y="1897"/>
                    <a:pt x="531" y="1900"/>
                  </a:cubicBezTo>
                  <a:lnTo>
                    <a:pt x="4131" y="1900"/>
                  </a:lnTo>
                  <a:cubicBezTo>
                    <a:pt x="4243" y="1897"/>
                    <a:pt x="4331" y="1805"/>
                    <a:pt x="4331" y="1692"/>
                  </a:cubicBezTo>
                  <a:cubicBezTo>
                    <a:pt x="4331" y="1580"/>
                    <a:pt x="4240" y="1488"/>
                    <a:pt x="4127" y="1488"/>
                  </a:cubicBezTo>
                  <a:lnTo>
                    <a:pt x="531" y="1488"/>
                  </a:lnTo>
                  <a:cubicBezTo>
                    <a:pt x="465" y="1488"/>
                    <a:pt x="408" y="1436"/>
                    <a:pt x="408" y="1369"/>
                  </a:cubicBezTo>
                  <a:lnTo>
                    <a:pt x="408" y="531"/>
                  </a:lnTo>
                  <a:cubicBezTo>
                    <a:pt x="408" y="465"/>
                    <a:pt x="465" y="408"/>
                    <a:pt x="531" y="408"/>
                  </a:cubicBezTo>
                  <a:lnTo>
                    <a:pt x="8226" y="408"/>
                  </a:lnTo>
                  <a:cubicBezTo>
                    <a:pt x="8293" y="408"/>
                    <a:pt x="8349" y="465"/>
                    <a:pt x="8349" y="531"/>
                  </a:cubicBezTo>
                  <a:lnTo>
                    <a:pt x="8349" y="1369"/>
                  </a:lnTo>
                  <a:cubicBezTo>
                    <a:pt x="8349" y="1436"/>
                    <a:pt x="8293" y="1488"/>
                    <a:pt x="8226" y="1488"/>
                  </a:cubicBezTo>
                  <a:lnTo>
                    <a:pt x="5081" y="1488"/>
                  </a:lnTo>
                  <a:cubicBezTo>
                    <a:pt x="4810" y="1488"/>
                    <a:pt x="4810" y="1900"/>
                    <a:pt x="5081" y="1900"/>
                  </a:cubicBezTo>
                  <a:lnTo>
                    <a:pt x="8226" y="1900"/>
                  </a:lnTo>
                  <a:cubicBezTo>
                    <a:pt x="8522" y="1897"/>
                    <a:pt x="8758" y="1661"/>
                    <a:pt x="8758" y="1369"/>
                  </a:cubicBezTo>
                  <a:lnTo>
                    <a:pt x="8758" y="531"/>
                  </a:lnTo>
                  <a:cubicBezTo>
                    <a:pt x="8758" y="239"/>
                    <a:pt x="8522" y="0"/>
                    <a:pt x="8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2" name="Google Shape;18352;p85"/>
          <p:cNvGrpSpPr/>
          <p:nvPr/>
        </p:nvGrpSpPr>
        <p:grpSpPr>
          <a:xfrm>
            <a:off x="5060406" y="3354899"/>
            <a:ext cx="403582" cy="382344"/>
            <a:chOff x="5060406" y="3354899"/>
            <a:chExt cx="403582" cy="382344"/>
          </a:xfrm>
        </p:grpSpPr>
        <p:sp>
          <p:nvSpPr>
            <p:cNvPr id="18353" name="Google Shape;18353;p85"/>
            <p:cNvSpPr/>
            <p:nvPr/>
          </p:nvSpPr>
          <p:spPr>
            <a:xfrm>
              <a:off x="5086772"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85"/>
            <p:cNvSpPr/>
            <p:nvPr/>
          </p:nvSpPr>
          <p:spPr>
            <a:xfrm>
              <a:off x="5247778" y="3360990"/>
              <a:ext cx="216210" cy="370267"/>
            </a:xfrm>
            <a:custGeom>
              <a:rect b="b" l="l" r="r" t="t"/>
              <a:pathLst>
                <a:path extrusionOk="0" h="14226" w="8307">
                  <a:moveTo>
                    <a:pt x="941" y="0"/>
                  </a:moveTo>
                  <a:cubicBezTo>
                    <a:pt x="937" y="0"/>
                    <a:pt x="933" y="0"/>
                    <a:pt x="929" y="0"/>
                  </a:cubicBezTo>
                  <a:cubicBezTo>
                    <a:pt x="616" y="0"/>
                    <a:pt x="306" y="18"/>
                    <a:pt x="0" y="60"/>
                  </a:cubicBezTo>
                  <a:cubicBezTo>
                    <a:pt x="3540" y="524"/>
                    <a:pt x="6186" y="3540"/>
                    <a:pt x="6186" y="7111"/>
                  </a:cubicBezTo>
                  <a:cubicBezTo>
                    <a:pt x="6186" y="10679"/>
                    <a:pt x="3540" y="13697"/>
                    <a:pt x="0" y="14162"/>
                  </a:cubicBezTo>
                  <a:cubicBezTo>
                    <a:pt x="320" y="14205"/>
                    <a:pt x="639" y="14226"/>
                    <a:pt x="953" y="14226"/>
                  </a:cubicBezTo>
                  <a:cubicBezTo>
                    <a:pt x="4637" y="14226"/>
                    <a:pt x="7790" y="11362"/>
                    <a:pt x="8036" y="7575"/>
                  </a:cubicBezTo>
                  <a:cubicBezTo>
                    <a:pt x="8307" y="3473"/>
                    <a:pt x="5049" y="0"/>
                    <a:pt x="941"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85"/>
            <p:cNvSpPr/>
            <p:nvPr/>
          </p:nvSpPr>
          <p:spPr>
            <a:xfrm>
              <a:off x="5143278" y="3411249"/>
              <a:ext cx="257178" cy="249682"/>
            </a:xfrm>
            <a:custGeom>
              <a:rect b="b" l="l" r="r" t="t"/>
              <a:pathLst>
                <a:path extrusionOk="0" h="9593" w="9881">
                  <a:moveTo>
                    <a:pt x="4930" y="1"/>
                  </a:moveTo>
                  <a:cubicBezTo>
                    <a:pt x="4339" y="32"/>
                    <a:pt x="2404" y="310"/>
                    <a:pt x="2287" y="2485"/>
                  </a:cubicBezTo>
                  <a:lnTo>
                    <a:pt x="2287" y="2495"/>
                  </a:lnTo>
                  <a:lnTo>
                    <a:pt x="2287" y="3730"/>
                  </a:lnTo>
                  <a:lnTo>
                    <a:pt x="1823" y="3593"/>
                  </a:lnTo>
                  <a:cubicBezTo>
                    <a:pt x="1762" y="3575"/>
                    <a:pt x="1701" y="3566"/>
                    <a:pt x="1640" y="3566"/>
                  </a:cubicBezTo>
                  <a:cubicBezTo>
                    <a:pt x="1382" y="3566"/>
                    <a:pt x="1142" y="3723"/>
                    <a:pt x="1045" y="3977"/>
                  </a:cubicBezTo>
                  <a:cubicBezTo>
                    <a:pt x="922" y="4286"/>
                    <a:pt x="1060" y="4635"/>
                    <a:pt x="1359" y="4782"/>
                  </a:cubicBezTo>
                  <a:lnTo>
                    <a:pt x="1995" y="5095"/>
                  </a:lnTo>
                  <a:cubicBezTo>
                    <a:pt x="2115" y="5155"/>
                    <a:pt x="2168" y="5300"/>
                    <a:pt x="2115" y="5423"/>
                  </a:cubicBezTo>
                  <a:cubicBezTo>
                    <a:pt x="1925" y="5891"/>
                    <a:pt x="1418" y="6721"/>
                    <a:pt x="197" y="7013"/>
                  </a:cubicBezTo>
                  <a:cubicBezTo>
                    <a:pt x="78" y="7041"/>
                    <a:pt x="0" y="7157"/>
                    <a:pt x="22" y="7277"/>
                  </a:cubicBezTo>
                  <a:cubicBezTo>
                    <a:pt x="29" y="7312"/>
                    <a:pt x="166" y="8072"/>
                    <a:pt x="1341" y="8128"/>
                  </a:cubicBezTo>
                  <a:cubicBezTo>
                    <a:pt x="1397" y="8336"/>
                    <a:pt x="1482" y="8607"/>
                    <a:pt x="1570" y="8719"/>
                  </a:cubicBezTo>
                  <a:cubicBezTo>
                    <a:pt x="1616" y="8776"/>
                    <a:pt x="1683" y="8806"/>
                    <a:pt x="1752" y="8806"/>
                  </a:cubicBezTo>
                  <a:cubicBezTo>
                    <a:pt x="1778" y="8806"/>
                    <a:pt x="1804" y="8802"/>
                    <a:pt x="1830" y="8793"/>
                  </a:cubicBezTo>
                  <a:cubicBezTo>
                    <a:pt x="1833" y="8793"/>
                    <a:pt x="2199" y="8665"/>
                    <a:pt x="2608" y="8665"/>
                  </a:cubicBezTo>
                  <a:cubicBezTo>
                    <a:pt x="2707" y="8665"/>
                    <a:pt x="2808" y="8673"/>
                    <a:pt x="2907" y="8691"/>
                  </a:cubicBezTo>
                  <a:cubicBezTo>
                    <a:pt x="2914" y="8691"/>
                    <a:pt x="3515" y="8818"/>
                    <a:pt x="3888" y="9184"/>
                  </a:cubicBezTo>
                  <a:cubicBezTo>
                    <a:pt x="4061" y="9356"/>
                    <a:pt x="4275" y="9479"/>
                    <a:pt x="4508" y="9539"/>
                  </a:cubicBezTo>
                  <a:cubicBezTo>
                    <a:pt x="4650" y="9574"/>
                    <a:pt x="4795" y="9592"/>
                    <a:pt x="4940" y="9592"/>
                  </a:cubicBezTo>
                  <a:cubicBezTo>
                    <a:pt x="5086" y="9592"/>
                    <a:pt x="5231" y="9574"/>
                    <a:pt x="5373" y="9539"/>
                  </a:cubicBezTo>
                  <a:cubicBezTo>
                    <a:pt x="5609" y="9479"/>
                    <a:pt x="5820" y="9356"/>
                    <a:pt x="5992" y="9184"/>
                  </a:cubicBezTo>
                  <a:cubicBezTo>
                    <a:pt x="6362" y="8818"/>
                    <a:pt x="6971" y="8695"/>
                    <a:pt x="6974" y="8691"/>
                  </a:cubicBezTo>
                  <a:cubicBezTo>
                    <a:pt x="7074" y="8673"/>
                    <a:pt x="7177" y="8665"/>
                    <a:pt x="7277" y="8665"/>
                  </a:cubicBezTo>
                  <a:cubicBezTo>
                    <a:pt x="7684" y="8665"/>
                    <a:pt x="8049" y="8791"/>
                    <a:pt x="8054" y="8793"/>
                  </a:cubicBezTo>
                  <a:cubicBezTo>
                    <a:pt x="8079" y="8802"/>
                    <a:pt x="8105" y="8806"/>
                    <a:pt x="8131" y="8806"/>
                  </a:cubicBezTo>
                  <a:cubicBezTo>
                    <a:pt x="8200" y="8806"/>
                    <a:pt x="8268" y="8776"/>
                    <a:pt x="8311" y="8719"/>
                  </a:cubicBezTo>
                  <a:cubicBezTo>
                    <a:pt x="8399" y="8607"/>
                    <a:pt x="8487" y="8332"/>
                    <a:pt x="8543" y="8128"/>
                  </a:cubicBezTo>
                  <a:cubicBezTo>
                    <a:pt x="9719" y="8072"/>
                    <a:pt x="9856" y="7312"/>
                    <a:pt x="9863" y="7277"/>
                  </a:cubicBezTo>
                  <a:cubicBezTo>
                    <a:pt x="9880" y="7157"/>
                    <a:pt x="9806" y="7041"/>
                    <a:pt x="9687" y="7013"/>
                  </a:cubicBezTo>
                  <a:cubicBezTo>
                    <a:pt x="8466" y="6721"/>
                    <a:pt x="7963" y="5891"/>
                    <a:pt x="7769" y="5423"/>
                  </a:cubicBezTo>
                  <a:cubicBezTo>
                    <a:pt x="7716" y="5300"/>
                    <a:pt x="7769" y="5155"/>
                    <a:pt x="7889" y="5095"/>
                  </a:cubicBezTo>
                  <a:lnTo>
                    <a:pt x="8526" y="4782"/>
                  </a:lnTo>
                  <a:cubicBezTo>
                    <a:pt x="8825" y="4635"/>
                    <a:pt x="8962" y="4286"/>
                    <a:pt x="8839" y="3977"/>
                  </a:cubicBezTo>
                  <a:cubicBezTo>
                    <a:pt x="8742" y="3723"/>
                    <a:pt x="8502" y="3566"/>
                    <a:pt x="8244" y="3566"/>
                  </a:cubicBezTo>
                  <a:cubicBezTo>
                    <a:pt x="8184" y="3566"/>
                    <a:pt x="8122" y="3575"/>
                    <a:pt x="8061" y="3593"/>
                  </a:cubicBezTo>
                  <a:lnTo>
                    <a:pt x="7600" y="3730"/>
                  </a:lnTo>
                  <a:lnTo>
                    <a:pt x="7600" y="2495"/>
                  </a:lnTo>
                  <a:lnTo>
                    <a:pt x="7600" y="2485"/>
                  </a:lnTo>
                  <a:cubicBezTo>
                    <a:pt x="7484" y="310"/>
                    <a:pt x="5549" y="32"/>
                    <a:pt x="4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85"/>
            <p:cNvSpPr/>
            <p:nvPr/>
          </p:nvSpPr>
          <p:spPr>
            <a:xfrm>
              <a:off x="5060406" y="3354899"/>
              <a:ext cx="402776" cy="382344"/>
            </a:xfrm>
            <a:custGeom>
              <a:rect b="b" l="l" r="r" t="t"/>
              <a:pathLst>
                <a:path extrusionOk="0" h="14690" w="15475">
                  <a:moveTo>
                    <a:pt x="8128" y="466"/>
                  </a:moveTo>
                  <a:cubicBezTo>
                    <a:pt x="11921" y="466"/>
                    <a:pt x="15007" y="3552"/>
                    <a:pt x="15007" y="7345"/>
                  </a:cubicBezTo>
                  <a:cubicBezTo>
                    <a:pt x="15007" y="11138"/>
                    <a:pt x="11921" y="14223"/>
                    <a:pt x="8124" y="14223"/>
                  </a:cubicBezTo>
                  <a:cubicBezTo>
                    <a:pt x="4331" y="14223"/>
                    <a:pt x="1246" y="11138"/>
                    <a:pt x="1246" y="7345"/>
                  </a:cubicBezTo>
                  <a:cubicBezTo>
                    <a:pt x="1246" y="3552"/>
                    <a:pt x="4331" y="466"/>
                    <a:pt x="8128" y="466"/>
                  </a:cubicBezTo>
                  <a:close/>
                  <a:moveTo>
                    <a:pt x="8122" y="0"/>
                  </a:moveTo>
                  <a:cubicBezTo>
                    <a:pt x="6710" y="0"/>
                    <a:pt x="5290" y="406"/>
                    <a:pt x="4046"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5" y="5396"/>
                    <a:pt x="14700" y="3527"/>
                    <a:pt x="13318" y="2152"/>
                  </a:cubicBezTo>
                  <a:cubicBezTo>
                    <a:pt x="11898" y="732"/>
                    <a:pt x="10017"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85"/>
            <p:cNvSpPr/>
            <p:nvPr/>
          </p:nvSpPr>
          <p:spPr>
            <a:xfrm>
              <a:off x="5143356" y="3411249"/>
              <a:ext cx="257178" cy="249682"/>
            </a:xfrm>
            <a:custGeom>
              <a:rect b="b" l="l" r="r" t="t"/>
              <a:pathLst>
                <a:path extrusionOk="0" h="9593" w="9881">
                  <a:moveTo>
                    <a:pt x="4930" y="1"/>
                  </a:moveTo>
                  <a:cubicBezTo>
                    <a:pt x="4339" y="32"/>
                    <a:pt x="2404" y="310"/>
                    <a:pt x="2288" y="2485"/>
                  </a:cubicBezTo>
                  <a:lnTo>
                    <a:pt x="2288" y="2495"/>
                  </a:lnTo>
                  <a:lnTo>
                    <a:pt x="2288" y="3730"/>
                  </a:lnTo>
                  <a:lnTo>
                    <a:pt x="1824" y="3597"/>
                  </a:lnTo>
                  <a:cubicBezTo>
                    <a:pt x="1760" y="3577"/>
                    <a:pt x="1696" y="3569"/>
                    <a:pt x="1636" y="3569"/>
                  </a:cubicBezTo>
                  <a:cubicBezTo>
                    <a:pt x="1181" y="3569"/>
                    <a:pt x="845" y="4064"/>
                    <a:pt x="1074" y="4508"/>
                  </a:cubicBezTo>
                  <a:cubicBezTo>
                    <a:pt x="1141" y="4627"/>
                    <a:pt x="1243" y="4730"/>
                    <a:pt x="1370" y="4789"/>
                  </a:cubicBezTo>
                  <a:lnTo>
                    <a:pt x="1996" y="5095"/>
                  </a:lnTo>
                  <a:cubicBezTo>
                    <a:pt x="2112" y="5155"/>
                    <a:pt x="2165" y="5300"/>
                    <a:pt x="2116" y="5423"/>
                  </a:cubicBezTo>
                  <a:cubicBezTo>
                    <a:pt x="1922" y="5891"/>
                    <a:pt x="1419" y="6721"/>
                    <a:pt x="198" y="7013"/>
                  </a:cubicBezTo>
                  <a:cubicBezTo>
                    <a:pt x="78" y="7041"/>
                    <a:pt x="1" y="7157"/>
                    <a:pt x="22" y="7277"/>
                  </a:cubicBezTo>
                  <a:cubicBezTo>
                    <a:pt x="26" y="7312"/>
                    <a:pt x="163" y="8072"/>
                    <a:pt x="1342" y="8128"/>
                  </a:cubicBezTo>
                  <a:cubicBezTo>
                    <a:pt x="1394" y="8336"/>
                    <a:pt x="1479" y="8607"/>
                    <a:pt x="1570" y="8719"/>
                  </a:cubicBezTo>
                  <a:cubicBezTo>
                    <a:pt x="1616" y="8776"/>
                    <a:pt x="1682" y="8808"/>
                    <a:pt x="1752" y="8808"/>
                  </a:cubicBezTo>
                  <a:cubicBezTo>
                    <a:pt x="1778" y="8808"/>
                    <a:pt x="1804" y="8803"/>
                    <a:pt x="1831" y="8793"/>
                  </a:cubicBezTo>
                  <a:cubicBezTo>
                    <a:pt x="1833" y="8793"/>
                    <a:pt x="2197" y="8665"/>
                    <a:pt x="2607" y="8665"/>
                  </a:cubicBezTo>
                  <a:cubicBezTo>
                    <a:pt x="2706" y="8665"/>
                    <a:pt x="2807" y="8673"/>
                    <a:pt x="2907" y="8691"/>
                  </a:cubicBezTo>
                  <a:cubicBezTo>
                    <a:pt x="2914" y="8691"/>
                    <a:pt x="3516" y="8818"/>
                    <a:pt x="3889" y="9184"/>
                  </a:cubicBezTo>
                  <a:cubicBezTo>
                    <a:pt x="4061" y="9356"/>
                    <a:pt x="4272" y="9479"/>
                    <a:pt x="4508" y="9539"/>
                  </a:cubicBezTo>
                  <a:cubicBezTo>
                    <a:pt x="4651" y="9574"/>
                    <a:pt x="4796" y="9592"/>
                    <a:pt x="4941" y="9592"/>
                  </a:cubicBezTo>
                  <a:cubicBezTo>
                    <a:pt x="5086" y="9592"/>
                    <a:pt x="5231" y="9574"/>
                    <a:pt x="5374" y="9539"/>
                  </a:cubicBezTo>
                  <a:cubicBezTo>
                    <a:pt x="5606" y="9479"/>
                    <a:pt x="5821" y="9356"/>
                    <a:pt x="5993" y="9184"/>
                  </a:cubicBezTo>
                  <a:cubicBezTo>
                    <a:pt x="6362" y="8818"/>
                    <a:pt x="6968" y="8695"/>
                    <a:pt x="6975" y="8691"/>
                  </a:cubicBezTo>
                  <a:cubicBezTo>
                    <a:pt x="7074" y="8673"/>
                    <a:pt x="7175" y="8665"/>
                    <a:pt x="7273" y="8665"/>
                  </a:cubicBezTo>
                  <a:cubicBezTo>
                    <a:pt x="7682" y="8665"/>
                    <a:pt x="8048" y="8793"/>
                    <a:pt x="8051" y="8793"/>
                  </a:cubicBezTo>
                  <a:cubicBezTo>
                    <a:pt x="8077" y="8802"/>
                    <a:pt x="8103" y="8806"/>
                    <a:pt x="8129" y="8806"/>
                  </a:cubicBezTo>
                  <a:cubicBezTo>
                    <a:pt x="8199" y="8806"/>
                    <a:pt x="8265" y="8776"/>
                    <a:pt x="8312" y="8719"/>
                  </a:cubicBezTo>
                  <a:cubicBezTo>
                    <a:pt x="8400" y="8607"/>
                    <a:pt x="8488" y="8336"/>
                    <a:pt x="8540" y="8128"/>
                  </a:cubicBezTo>
                  <a:cubicBezTo>
                    <a:pt x="9719" y="8072"/>
                    <a:pt x="9856" y="7312"/>
                    <a:pt x="9860" y="7277"/>
                  </a:cubicBezTo>
                  <a:cubicBezTo>
                    <a:pt x="9881" y="7157"/>
                    <a:pt x="9803" y="7041"/>
                    <a:pt x="9684" y="7013"/>
                  </a:cubicBezTo>
                  <a:cubicBezTo>
                    <a:pt x="8463" y="6721"/>
                    <a:pt x="7960" y="5891"/>
                    <a:pt x="7766" y="5423"/>
                  </a:cubicBezTo>
                  <a:cubicBezTo>
                    <a:pt x="7713" y="5300"/>
                    <a:pt x="7766" y="5155"/>
                    <a:pt x="7886" y="5095"/>
                  </a:cubicBezTo>
                  <a:lnTo>
                    <a:pt x="8512" y="4789"/>
                  </a:lnTo>
                  <a:cubicBezTo>
                    <a:pt x="8635" y="4726"/>
                    <a:pt x="8741" y="4627"/>
                    <a:pt x="8808" y="4504"/>
                  </a:cubicBezTo>
                  <a:cubicBezTo>
                    <a:pt x="9037" y="4064"/>
                    <a:pt x="8701" y="3569"/>
                    <a:pt x="8246" y="3569"/>
                  </a:cubicBezTo>
                  <a:cubicBezTo>
                    <a:pt x="8185" y="3569"/>
                    <a:pt x="8122" y="3577"/>
                    <a:pt x="8058" y="3597"/>
                  </a:cubicBezTo>
                  <a:lnTo>
                    <a:pt x="7594" y="3730"/>
                  </a:lnTo>
                  <a:lnTo>
                    <a:pt x="7594" y="3002"/>
                  </a:lnTo>
                  <a:cubicBezTo>
                    <a:pt x="7594" y="2875"/>
                    <a:pt x="7492" y="2770"/>
                    <a:pt x="7362" y="2770"/>
                  </a:cubicBezTo>
                  <a:cubicBezTo>
                    <a:pt x="7235" y="2770"/>
                    <a:pt x="7133" y="2875"/>
                    <a:pt x="7133" y="3002"/>
                  </a:cubicBezTo>
                  <a:lnTo>
                    <a:pt x="7133" y="4033"/>
                  </a:lnTo>
                  <a:cubicBezTo>
                    <a:pt x="7129" y="4082"/>
                    <a:pt x="7147" y="4131"/>
                    <a:pt x="7175" y="4174"/>
                  </a:cubicBezTo>
                  <a:cubicBezTo>
                    <a:pt x="7219" y="4236"/>
                    <a:pt x="7289" y="4271"/>
                    <a:pt x="7363" y="4271"/>
                  </a:cubicBezTo>
                  <a:cubicBezTo>
                    <a:pt x="7385" y="4271"/>
                    <a:pt x="7407" y="4268"/>
                    <a:pt x="7428" y="4262"/>
                  </a:cubicBezTo>
                  <a:lnTo>
                    <a:pt x="8192" y="4040"/>
                  </a:lnTo>
                  <a:cubicBezTo>
                    <a:pt x="8208" y="4035"/>
                    <a:pt x="8224" y="4033"/>
                    <a:pt x="8240" y="4033"/>
                  </a:cubicBezTo>
                  <a:cubicBezTo>
                    <a:pt x="8295" y="4033"/>
                    <a:pt x="8350" y="4060"/>
                    <a:pt x="8386" y="4107"/>
                  </a:cubicBezTo>
                  <a:cubicBezTo>
                    <a:pt x="8445" y="4195"/>
                    <a:pt x="8414" y="4318"/>
                    <a:pt x="8319" y="4367"/>
                  </a:cubicBezTo>
                  <a:lnTo>
                    <a:pt x="7682" y="4680"/>
                  </a:lnTo>
                  <a:cubicBezTo>
                    <a:pt x="7344" y="4849"/>
                    <a:pt x="7196" y="5250"/>
                    <a:pt x="7337" y="5599"/>
                  </a:cubicBezTo>
                  <a:cubicBezTo>
                    <a:pt x="7548" y="6112"/>
                    <a:pt x="8076" y="6992"/>
                    <a:pt x="9293" y="7386"/>
                  </a:cubicBezTo>
                  <a:cubicBezTo>
                    <a:pt x="9173" y="7513"/>
                    <a:pt x="8918" y="7668"/>
                    <a:pt x="8396" y="7668"/>
                  </a:cubicBezTo>
                  <a:cubicBezTo>
                    <a:pt x="8384" y="7668"/>
                    <a:pt x="8373" y="7668"/>
                    <a:pt x="8361" y="7667"/>
                  </a:cubicBezTo>
                  <a:cubicBezTo>
                    <a:pt x="8252" y="7667"/>
                    <a:pt x="8157" y="7741"/>
                    <a:pt x="8132" y="7847"/>
                  </a:cubicBezTo>
                  <a:cubicBezTo>
                    <a:pt x="8097" y="8009"/>
                    <a:pt x="8044" y="8181"/>
                    <a:pt x="8006" y="8297"/>
                  </a:cubicBezTo>
                  <a:cubicBezTo>
                    <a:pt x="7832" y="8253"/>
                    <a:pt x="7568" y="8203"/>
                    <a:pt x="7278" y="8203"/>
                  </a:cubicBezTo>
                  <a:cubicBezTo>
                    <a:pt x="7149" y="8203"/>
                    <a:pt x="7016" y="8213"/>
                    <a:pt x="6883" y="8237"/>
                  </a:cubicBezTo>
                  <a:cubicBezTo>
                    <a:pt x="6855" y="8244"/>
                    <a:pt x="6137" y="8389"/>
                    <a:pt x="5666" y="8853"/>
                  </a:cubicBezTo>
                  <a:cubicBezTo>
                    <a:pt x="5557" y="8966"/>
                    <a:pt x="5416" y="9050"/>
                    <a:pt x="5261" y="9089"/>
                  </a:cubicBezTo>
                  <a:cubicBezTo>
                    <a:pt x="5156" y="9115"/>
                    <a:pt x="5048" y="9128"/>
                    <a:pt x="4941" y="9128"/>
                  </a:cubicBezTo>
                  <a:cubicBezTo>
                    <a:pt x="4834" y="9128"/>
                    <a:pt x="4726" y="9115"/>
                    <a:pt x="4621" y="9089"/>
                  </a:cubicBezTo>
                  <a:cubicBezTo>
                    <a:pt x="4466" y="9050"/>
                    <a:pt x="4325" y="8966"/>
                    <a:pt x="4216" y="8853"/>
                  </a:cubicBezTo>
                  <a:cubicBezTo>
                    <a:pt x="3745" y="8389"/>
                    <a:pt x="3027" y="8244"/>
                    <a:pt x="2995" y="8237"/>
                  </a:cubicBezTo>
                  <a:cubicBezTo>
                    <a:pt x="2864" y="8213"/>
                    <a:pt x="2731" y="8203"/>
                    <a:pt x="2603" y="8203"/>
                  </a:cubicBezTo>
                  <a:cubicBezTo>
                    <a:pt x="2314" y="8203"/>
                    <a:pt x="2049" y="8253"/>
                    <a:pt x="1876" y="8297"/>
                  </a:cubicBezTo>
                  <a:cubicBezTo>
                    <a:pt x="1838" y="8181"/>
                    <a:pt x="1785" y="8009"/>
                    <a:pt x="1750" y="7847"/>
                  </a:cubicBezTo>
                  <a:cubicBezTo>
                    <a:pt x="1726" y="7744"/>
                    <a:pt x="1631" y="7667"/>
                    <a:pt x="1528" y="7667"/>
                  </a:cubicBezTo>
                  <a:cubicBezTo>
                    <a:pt x="1526" y="7667"/>
                    <a:pt x="1523" y="7667"/>
                    <a:pt x="1521" y="7667"/>
                  </a:cubicBezTo>
                  <a:cubicBezTo>
                    <a:pt x="1509" y="7668"/>
                    <a:pt x="1497" y="7668"/>
                    <a:pt x="1485" y="7668"/>
                  </a:cubicBezTo>
                  <a:cubicBezTo>
                    <a:pt x="964" y="7668"/>
                    <a:pt x="712" y="7517"/>
                    <a:pt x="589" y="7386"/>
                  </a:cubicBezTo>
                  <a:cubicBezTo>
                    <a:pt x="1806" y="6988"/>
                    <a:pt x="2334" y="6109"/>
                    <a:pt x="2545" y="5599"/>
                  </a:cubicBezTo>
                  <a:cubicBezTo>
                    <a:pt x="2686" y="5250"/>
                    <a:pt x="2538" y="4849"/>
                    <a:pt x="2200" y="4680"/>
                  </a:cubicBezTo>
                  <a:lnTo>
                    <a:pt x="1563" y="4367"/>
                  </a:lnTo>
                  <a:cubicBezTo>
                    <a:pt x="1468" y="4318"/>
                    <a:pt x="1437" y="4195"/>
                    <a:pt x="1496" y="4107"/>
                  </a:cubicBezTo>
                  <a:cubicBezTo>
                    <a:pt x="1532" y="4060"/>
                    <a:pt x="1587" y="4033"/>
                    <a:pt x="1642" y="4033"/>
                  </a:cubicBezTo>
                  <a:cubicBezTo>
                    <a:pt x="1658" y="4033"/>
                    <a:pt x="1674" y="4035"/>
                    <a:pt x="1690" y="4040"/>
                  </a:cubicBezTo>
                  <a:lnTo>
                    <a:pt x="2453" y="4262"/>
                  </a:lnTo>
                  <a:cubicBezTo>
                    <a:pt x="2474" y="4268"/>
                    <a:pt x="2496" y="4271"/>
                    <a:pt x="2518" y="4271"/>
                  </a:cubicBezTo>
                  <a:cubicBezTo>
                    <a:pt x="2591" y="4271"/>
                    <a:pt x="2663" y="4236"/>
                    <a:pt x="2707" y="4174"/>
                  </a:cubicBezTo>
                  <a:cubicBezTo>
                    <a:pt x="2735" y="4131"/>
                    <a:pt x="2749" y="4082"/>
                    <a:pt x="2749" y="4033"/>
                  </a:cubicBezTo>
                  <a:lnTo>
                    <a:pt x="2749" y="2502"/>
                  </a:lnTo>
                  <a:cubicBezTo>
                    <a:pt x="2847" y="778"/>
                    <a:pt x="4304" y="504"/>
                    <a:pt x="4944" y="465"/>
                  </a:cubicBezTo>
                  <a:cubicBezTo>
                    <a:pt x="5504" y="497"/>
                    <a:pt x="6697" y="715"/>
                    <a:pt x="7045" y="1936"/>
                  </a:cubicBezTo>
                  <a:cubicBezTo>
                    <a:pt x="7073" y="2034"/>
                    <a:pt x="7165" y="2105"/>
                    <a:pt x="7267" y="2105"/>
                  </a:cubicBezTo>
                  <a:lnTo>
                    <a:pt x="7270" y="2105"/>
                  </a:lnTo>
                  <a:cubicBezTo>
                    <a:pt x="7425" y="2105"/>
                    <a:pt x="7534" y="1957"/>
                    <a:pt x="7492" y="1809"/>
                  </a:cubicBezTo>
                  <a:cubicBezTo>
                    <a:pt x="7059" y="251"/>
                    <a:pt x="5483" y="29"/>
                    <a:pt x="4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8" name="Google Shape;18358;p85"/>
          <p:cNvGrpSpPr/>
          <p:nvPr/>
        </p:nvGrpSpPr>
        <p:grpSpPr>
          <a:xfrm>
            <a:off x="5535955" y="3354899"/>
            <a:ext cx="403608" cy="382344"/>
            <a:chOff x="5535955" y="3354899"/>
            <a:chExt cx="403608" cy="382344"/>
          </a:xfrm>
        </p:grpSpPr>
        <p:sp>
          <p:nvSpPr>
            <p:cNvPr id="18359" name="Google Shape;18359;p85"/>
            <p:cNvSpPr/>
            <p:nvPr/>
          </p:nvSpPr>
          <p:spPr>
            <a:xfrm>
              <a:off x="5562347" y="3360990"/>
              <a:ext cx="370267" cy="370163"/>
            </a:xfrm>
            <a:custGeom>
              <a:rect b="b" l="l" r="r" t="t"/>
              <a:pathLst>
                <a:path extrusionOk="0" h="14222" w="14226">
                  <a:moveTo>
                    <a:pt x="7111" y="0"/>
                  </a:moveTo>
                  <a:cubicBezTo>
                    <a:pt x="3184" y="0"/>
                    <a:pt x="0" y="3184"/>
                    <a:pt x="0" y="7111"/>
                  </a:cubicBezTo>
                  <a:cubicBezTo>
                    <a:pt x="0" y="11037"/>
                    <a:pt x="3184" y="14222"/>
                    <a:pt x="7111" y="14222"/>
                  </a:cubicBezTo>
                  <a:cubicBezTo>
                    <a:pt x="11041" y="14222"/>
                    <a:pt x="14225" y="11037"/>
                    <a:pt x="14225" y="7111"/>
                  </a:cubicBezTo>
                  <a:cubicBezTo>
                    <a:pt x="14225" y="3184"/>
                    <a:pt x="11041" y="0"/>
                    <a:pt x="7111"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85"/>
            <p:cNvSpPr/>
            <p:nvPr/>
          </p:nvSpPr>
          <p:spPr>
            <a:xfrm>
              <a:off x="5723327" y="3360990"/>
              <a:ext cx="216236" cy="370267"/>
            </a:xfrm>
            <a:custGeom>
              <a:rect b="b" l="l" r="r" t="t"/>
              <a:pathLst>
                <a:path extrusionOk="0" h="14226" w="8308">
                  <a:moveTo>
                    <a:pt x="942" y="0"/>
                  </a:moveTo>
                  <a:cubicBezTo>
                    <a:pt x="938" y="0"/>
                    <a:pt x="934" y="0"/>
                    <a:pt x="929" y="0"/>
                  </a:cubicBezTo>
                  <a:cubicBezTo>
                    <a:pt x="616" y="0"/>
                    <a:pt x="307" y="18"/>
                    <a:pt x="1" y="60"/>
                  </a:cubicBezTo>
                  <a:cubicBezTo>
                    <a:pt x="3540" y="524"/>
                    <a:pt x="6186" y="3540"/>
                    <a:pt x="6186" y="7111"/>
                  </a:cubicBezTo>
                  <a:cubicBezTo>
                    <a:pt x="6186" y="10679"/>
                    <a:pt x="3540" y="13697"/>
                    <a:pt x="1" y="14162"/>
                  </a:cubicBezTo>
                  <a:cubicBezTo>
                    <a:pt x="321" y="14205"/>
                    <a:pt x="639" y="14226"/>
                    <a:pt x="953" y="14226"/>
                  </a:cubicBezTo>
                  <a:cubicBezTo>
                    <a:pt x="4637" y="14226"/>
                    <a:pt x="7790" y="11362"/>
                    <a:pt x="8037" y="7575"/>
                  </a:cubicBezTo>
                  <a:cubicBezTo>
                    <a:pt x="8307" y="3473"/>
                    <a:pt x="5049" y="0"/>
                    <a:pt x="94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85"/>
            <p:cNvSpPr/>
            <p:nvPr/>
          </p:nvSpPr>
          <p:spPr>
            <a:xfrm>
              <a:off x="5642459" y="3416923"/>
              <a:ext cx="171651" cy="250228"/>
            </a:xfrm>
            <a:custGeom>
              <a:rect b="b" l="l" r="r" t="t"/>
              <a:pathLst>
                <a:path extrusionOk="0" h="9614" w="6595">
                  <a:moveTo>
                    <a:pt x="2284" y="1"/>
                  </a:moveTo>
                  <a:cubicBezTo>
                    <a:pt x="2224" y="1"/>
                    <a:pt x="2172" y="47"/>
                    <a:pt x="2165" y="110"/>
                  </a:cubicBezTo>
                  <a:lnTo>
                    <a:pt x="2154" y="223"/>
                  </a:lnTo>
                  <a:cubicBezTo>
                    <a:pt x="2055" y="1246"/>
                    <a:pt x="1246" y="2056"/>
                    <a:pt x="222" y="2154"/>
                  </a:cubicBezTo>
                  <a:lnTo>
                    <a:pt x="110" y="2165"/>
                  </a:lnTo>
                  <a:cubicBezTo>
                    <a:pt x="46" y="2172"/>
                    <a:pt x="1" y="2225"/>
                    <a:pt x="1" y="2284"/>
                  </a:cubicBezTo>
                  <a:lnTo>
                    <a:pt x="1" y="4241"/>
                  </a:lnTo>
                  <a:cubicBezTo>
                    <a:pt x="1" y="4307"/>
                    <a:pt x="53" y="4360"/>
                    <a:pt x="120" y="4360"/>
                  </a:cubicBezTo>
                  <a:lnTo>
                    <a:pt x="2165" y="4360"/>
                  </a:lnTo>
                  <a:lnTo>
                    <a:pt x="2165" y="7094"/>
                  </a:lnTo>
                  <a:cubicBezTo>
                    <a:pt x="2165" y="8464"/>
                    <a:pt x="3284" y="9613"/>
                    <a:pt x="4653" y="9613"/>
                  </a:cubicBezTo>
                  <a:cubicBezTo>
                    <a:pt x="4655" y="9613"/>
                    <a:pt x="4657" y="9613"/>
                    <a:pt x="4659" y="9613"/>
                  </a:cubicBezTo>
                  <a:cubicBezTo>
                    <a:pt x="4663" y="9613"/>
                    <a:pt x="4668" y="9613"/>
                    <a:pt x="4672" y="9613"/>
                  </a:cubicBezTo>
                  <a:cubicBezTo>
                    <a:pt x="5346" y="9613"/>
                    <a:pt x="5992" y="9332"/>
                    <a:pt x="6457" y="8843"/>
                  </a:cubicBezTo>
                  <a:lnTo>
                    <a:pt x="6570" y="8723"/>
                  </a:lnTo>
                  <a:cubicBezTo>
                    <a:pt x="6594" y="8698"/>
                    <a:pt x="6594" y="8663"/>
                    <a:pt x="6573" y="8639"/>
                  </a:cubicBezTo>
                  <a:lnTo>
                    <a:pt x="5395" y="7242"/>
                  </a:lnTo>
                  <a:cubicBezTo>
                    <a:pt x="5382" y="7227"/>
                    <a:pt x="5364" y="7220"/>
                    <a:pt x="5347" y="7220"/>
                  </a:cubicBezTo>
                  <a:cubicBezTo>
                    <a:pt x="5326" y="7220"/>
                    <a:pt x="5306" y="7230"/>
                    <a:pt x="5292" y="7249"/>
                  </a:cubicBezTo>
                  <a:lnTo>
                    <a:pt x="5159" y="7456"/>
                  </a:lnTo>
                  <a:cubicBezTo>
                    <a:pt x="5045" y="7627"/>
                    <a:pt x="4851" y="7728"/>
                    <a:pt x="4647" y="7728"/>
                  </a:cubicBezTo>
                  <a:cubicBezTo>
                    <a:pt x="4637" y="7728"/>
                    <a:pt x="4627" y="7728"/>
                    <a:pt x="4617" y="7727"/>
                  </a:cubicBezTo>
                  <a:cubicBezTo>
                    <a:pt x="4297" y="7699"/>
                    <a:pt x="4050" y="7432"/>
                    <a:pt x="4050" y="7112"/>
                  </a:cubicBezTo>
                  <a:lnTo>
                    <a:pt x="4050" y="4360"/>
                  </a:lnTo>
                  <a:lnTo>
                    <a:pt x="6095" y="4360"/>
                  </a:lnTo>
                  <a:cubicBezTo>
                    <a:pt x="6162" y="4360"/>
                    <a:pt x="6214" y="4304"/>
                    <a:pt x="6214" y="4241"/>
                  </a:cubicBezTo>
                  <a:lnTo>
                    <a:pt x="6214" y="2284"/>
                  </a:lnTo>
                  <a:cubicBezTo>
                    <a:pt x="6214" y="2217"/>
                    <a:pt x="6162" y="2165"/>
                    <a:pt x="6095" y="2165"/>
                  </a:cubicBezTo>
                  <a:lnTo>
                    <a:pt x="4050" y="2165"/>
                  </a:lnTo>
                  <a:lnTo>
                    <a:pt x="4050" y="120"/>
                  </a:lnTo>
                  <a:cubicBezTo>
                    <a:pt x="4050" y="54"/>
                    <a:pt x="3998" y="1"/>
                    <a:pt x="39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85"/>
            <p:cNvSpPr/>
            <p:nvPr/>
          </p:nvSpPr>
          <p:spPr>
            <a:xfrm>
              <a:off x="5535955"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cubicBezTo>
                    <a:pt x="4332" y="14223"/>
                    <a:pt x="1246" y="11138"/>
                    <a:pt x="1246" y="7345"/>
                  </a:cubicBezTo>
                  <a:cubicBezTo>
                    <a:pt x="1246" y="3552"/>
                    <a:pt x="4332" y="466"/>
                    <a:pt x="8128" y="466"/>
                  </a:cubicBezTo>
                  <a:close/>
                  <a:moveTo>
                    <a:pt x="8122" y="0"/>
                  </a:moveTo>
                  <a:cubicBezTo>
                    <a:pt x="6711" y="0"/>
                    <a:pt x="5291" y="406"/>
                    <a:pt x="4047" y="1237"/>
                  </a:cubicBezTo>
                  <a:cubicBezTo>
                    <a:pt x="1134" y="3186"/>
                    <a:pt x="1" y="6919"/>
                    <a:pt x="1341" y="10156"/>
                  </a:cubicBezTo>
                  <a:cubicBezTo>
                    <a:pt x="2494" y="12939"/>
                    <a:pt x="5199" y="14690"/>
                    <a:pt x="8120" y="14690"/>
                  </a:cubicBezTo>
                  <a:cubicBezTo>
                    <a:pt x="8597" y="14690"/>
                    <a:pt x="9079" y="14643"/>
                    <a:pt x="9560" y="14547"/>
                  </a:cubicBezTo>
                  <a:cubicBezTo>
                    <a:pt x="12994" y="13865"/>
                    <a:pt x="15471" y="10849"/>
                    <a:pt x="15471" y="7345"/>
                  </a:cubicBezTo>
                  <a:cubicBezTo>
                    <a:pt x="15475" y="5396"/>
                    <a:pt x="14701" y="3527"/>
                    <a:pt x="13318" y="2152"/>
                  </a:cubicBezTo>
                  <a:cubicBezTo>
                    <a:pt x="11899" y="732"/>
                    <a:pt x="10018"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85"/>
            <p:cNvSpPr/>
            <p:nvPr/>
          </p:nvSpPr>
          <p:spPr>
            <a:xfrm>
              <a:off x="5636785" y="3411249"/>
              <a:ext cx="183546" cy="261472"/>
            </a:xfrm>
            <a:custGeom>
              <a:rect b="b" l="l" r="r" t="t"/>
              <a:pathLst>
                <a:path extrusionOk="0" h="10046" w="7052">
                  <a:moveTo>
                    <a:pt x="2397" y="1"/>
                  </a:moveTo>
                  <a:cubicBezTo>
                    <a:pt x="2270" y="1"/>
                    <a:pt x="2164" y="106"/>
                    <a:pt x="2164" y="233"/>
                  </a:cubicBezTo>
                  <a:cubicBezTo>
                    <a:pt x="2164" y="1299"/>
                    <a:pt x="1299" y="2165"/>
                    <a:pt x="233" y="2165"/>
                  </a:cubicBezTo>
                  <a:cubicBezTo>
                    <a:pt x="106" y="2165"/>
                    <a:pt x="1" y="2270"/>
                    <a:pt x="1" y="2397"/>
                  </a:cubicBezTo>
                  <a:lnTo>
                    <a:pt x="1" y="4561"/>
                  </a:lnTo>
                  <a:cubicBezTo>
                    <a:pt x="1" y="4687"/>
                    <a:pt x="106" y="4793"/>
                    <a:pt x="233" y="4793"/>
                  </a:cubicBezTo>
                  <a:lnTo>
                    <a:pt x="2164" y="4793"/>
                  </a:lnTo>
                  <a:lnTo>
                    <a:pt x="2164" y="5824"/>
                  </a:lnTo>
                  <a:cubicBezTo>
                    <a:pt x="2164" y="5950"/>
                    <a:pt x="2270" y="6056"/>
                    <a:pt x="2397" y="6056"/>
                  </a:cubicBezTo>
                  <a:cubicBezTo>
                    <a:pt x="2527" y="6056"/>
                    <a:pt x="2629" y="5950"/>
                    <a:pt x="2629" y="5824"/>
                  </a:cubicBezTo>
                  <a:lnTo>
                    <a:pt x="2629" y="4561"/>
                  </a:lnTo>
                  <a:cubicBezTo>
                    <a:pt x="2629" y="4434"/>
                    <a:pt x="2527" y="4328"/>
                    <a:pt x="2397" y="4328"/>
                  </a:cubicBezTo>
                  <a:lnTo>
                    <a:pt x="465" y="4328"/>
                  </a:lnTo>
                  <a:lnTo>
                    <a:pt x="465" y="2618"/>
                  </a:lnTo>
                  <a:cubicBezTo>
                    <a:pt x="1605" y="2506"/>
                    <a:pt x="2509" y="1602"/>
                    <a:pt x="2622" y="462"/>
                  </a:cubicBezTo>
                  <a:lnTo>
                    <a:pt x="4022" y="462"/>
                  </a:lnTo>
                  <a:lnTo>
                    <a:pt x="4022" y="2393"/>
                  </a:lnTo>
                  <a:cubicBezTo>
                    <a:pt x="4022" y="2523"/>
                    <a:pt x="4124" y="2625"/>
                    <a:pt x="4251" y="2625"/>
                  </a:cubicBezTo>
                  <a:lnTo>
                    <a:pt x="6186" y="2625"/>
                  </a:lnTo>
                  <a:lnTo>
                    <a:pt x="6186" y="4328"/>
                  </a:lnTo>
                  <a:lnTo>
                    <a:pt x="4251" y="4328"/>
                  </a:lnTo>
                  <a:cubicBezTo>
                    <a:pt x="4124" y="4328"/>
                    <a:pt x="4022" y="4430"/>
                    <a:pt x="4022" y="4561"/>
                  </a:cubicBezTo>
                  <a:lnTo>
                    <a:pt x="4022" y="7323"/>
                  </a:lnTo>
                  <a:cubicBezTo>
                    <a:pt x="4022" y="7792"/>
                    <a:pt x="4402" y="8192"/>
                    <a:pt x="4871" y="8192"/>
                  </a:cubicBezTo>
                  <a:cubicBezTo>
                    <a:pt x="4873" y="8192"/>
                    <a:pt x="4875" y="8192"/>
                    <a:pt x="4877" y="8192"/>
                  </a:cubicBezTo>
                  <a:cubicBezTo>
                    <a:pt x="5162" y="8192"/>
                    <a:pt x="5426" y="8047"/>
                    <a:pt x="5581" y="7808"/>
                  </a:cubicBezTo>
                  <a:lnTo>
                    <a:pt x="6496" y="8885"/>
                  </a:lnTo>
                  <a:cubicBezTo>
                    <a:pt x="6072" y="9333"/>
                    <a:pt x="5484" y="9585"/>
                    <a:pt x="4871" y="9585"/>
                  </a:cubicBezTo>
                  <a:cubicBezTo>
                    <a:pt x="4862" y="9585"/>
                    <a:pt x="4854" y="9585"/>
                    <a:pt x="4846" y="9585"/>
                  </a:cubicBezTo>
                  <a:cubicBezTo>
                    <a:pt x="3614" y="9571"/>
                    <a:pt x="2629" y="8544"/>
                    <a:pt x="2629" y="7312"/>
                  </a:cubicBezTo>
                  <a:lnTo>
                    <a:pt x="2629" y="6950"/>
                  </a:lnTo>
                  <a:cubicBezTo>
                    <a:pt x="2629" y="6823"/>
                    <a:pt x="2523" y="6717"/>
                    <a:pt x="2397" y="6717"/>
                  </a:cubicBezTo>
                  <a:cubicBezTo>
                    <a:pt x="2270" y="6717"/>
                    <a:pt x="2164" y="6823"/>
                    <a:pt x="2164" y="6950"/>
                  </a:cubicBezTo>
                  <a:lnTo>
                    <a:pt x="2164" y="7305"/>
                  </a:lnTo>
                  <a:cubicBezTo>
                    <a:pt x="2164" y="8808"/>
                    <a:pt x="3372" y="10046"/>
                    <a:pt x="4872" y="10046"/>
                  </a:cubicBezTo>
                  <a:cubicBezTo>
                    <a:pt x="4879" y="10046"/>
                    <a:pt x="4885" y="10046"/>
                    <a:pt x="4891" y="10046"/>
                  </a:cubicBezTo>
                  <a:cubicBezTo>
                    <a:pt x="5708" y="10042"/>
                    <a:pt x="6475" y="9669"/>
                    <a:pt x="6981" y="9033"/>
                  </a:cubicBezTo>
                  <a:cubicBezTo>
                    <a:pt x="7052" y="8945"/>
                    <a:pt x="7048" y="8825"/>
                    <a:pt x="6978" y="8741"/>
                  </a:cubicBezTo>
                  <a:lnTo>
                    <a:pt x="5876" y="7442"/>
                  </a:lnTo>
                  <a:cubicBezTo>
                    <a:pt x="5796" y="7346"/>
                    <a:pt x="5684" y="7300"/>
                    <a:pt x="5573" y="7300"/>
                  </a:cubicBezTo>
                  <a:cubicBezTo>
                    <a:pt x="5431" y="7300"/>
                    <a:pt x="5291" y="7374"/>
                    <a:pt x="5218" y="7516"/>
                  </a:cubicBezTo>
                  <a:cubicBezTo>
                    <a:pt x="5159" y="7632"/>
                    <a:pt x="5043" y="7713"/>
                    <a:pt x="4912" y="7727"/>
                  </a:cubicBezTo>
                  <a:cubicBezTo>
                    <a:pt x="4898" y="7729"/>
                    <a:pt x="4884" y="7730"/>
                    <a:pt x="4870" y="7730"/>
                  </a:cubicBezTo>
                  <a:cubicBezTo>
                    <a:pt x="4660" y="7730"/>
                    <a:pt x="4487" y="7558"/>
                    <a:pt x="4487" y="7344"/>
                  </a:cubicBezTo>
                  <a:lnTo>
                    <a:pt x="4487" y="4793"/>
                  </a:lnTo>
                  <a:lnTo>
                    <a:pt x="6418" y="4793"/>
                  </a:lnTo>
                  <a:cubicBezTo>
                    <a:pt x="6545" y="4793"/>
                    <a:pt x="6650" y="4687"/>
                    <a:pt x="6650" y="4561"/>
                  </a:cubicBezTo>
                  <a:lnTo>
                    <a:pt x="6650" y="2397"/>
                  </a:lnTo>
                  <a:cubicBezTo>
                    <a:pt x="6650" y="2267"/>
                    <a:pt x="6545" y="2165"/>
                    <a:pt x="6418" y="2165"/>
                  </a:cubicBezTo>
                  <a:lnTo>
                    <a:pt x="4487" y="2165"/>
                  </a:lnTo>
                  <a:lnTo>
                    <a:pt x="4487" y="233"/>
                  </a:lnTo>
                  <a:cubicBezTo>
                    <a:pt x="4487" y="103"/>
                    <a:pt x="4381" y="1"/>
                    <a:pt x="42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4" name="Google Shape;18364;p85"/>
          <p:cNvGrpSpPr/>
          <p:nvPr/>
        </p:nvGrpSpPr>
        <p:grpSpPr>
          <a:xfrm>
            <a:off x="7913775" y="3354795"/>
            <a:ext cx="423285" cy="382422"/>
            <a:chOff x="7913775" y="3354795"/>
            <a:chExt cx="423285" cy="382422"/>
          </a:xfrm>
        </p:grpSpPr>
        <p:sp>
          <p:nvSpPr>
            <p:cNvPr id="18365" name="Google Shape;18365;p85"/>
            <p:cNvSpPr/>
            <p:nvPr/>
          </p:nvSpPr>
          <p:spPr>
            <a:xfrm>
              <a:off x="7940141" y="3360990"/>
              <a:ext cx="370267" cy="370163"/>
            </a:xfrm>
            <a:custGeom>
              <a:rect b="b" l="l" r="r" t="t"/>
              <a:pathLst>
                <a:path extrusionOk="0" h="14222" w="14226">
                  <a:moveTo>
                    <a:pt x="7111" y="0"/>
                  </a:moveTo>
                  <a:cubicBezTo>
                    <a:pt x="3185" y="0"/>
                    <a:pt x="0" y="3184"/>
                    <a:pt x="0" y="7111"/>
                  </a:cubicBezTo>
                  <a:cubicBezTo>
                    <a:pt x="0" y="11037"/>
                    <a:pt x="3185" y="14222"/>
                    <a:pt x="7111" y="14222"/>
                  </a:cubicBezTo>
                  <a:cubicBezTo>
                    <a:pt x="11041" y="14222"/>
                    <a:pt x="14226" y="11037"/>
                    <a:pt x="14226" y="7111"/>
                  </a:cubicBezTo>
                  <a:cubicBezTo>
                    <a:pt x="14226" y="3184"/>
                    <a:pt x="11041" y="0"/>
                    <a:pt x="711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85"/>
            <p:cNvSpPr/>
            <p:nvPr/>
          </p:nvSpPr>
          <p:spPr>
            <a:xfrm>
              <a:off x="8101121" y="3360808"/>
              <a:ext cx="209287" cy="370267"/>
            </a:xfrm>
            <a:custGeom>
              <a:rect b="b" l="l" r="r" t="t"/>
              <a:pathLst>
                <a:path extrusionOk="0" h="14226" w="8041">
                  <a:moveTo>
                    <a:pt x="926" y="0"/>
                  </a:moveTo>
                  <a:lnTo>
                    <a:pt x="926" y="7"/>
                  </a:lnTo>
                  <a:lnTo>
                    <a:pt x="726" y="7"/>
                  </a:lnTo>
                  <a:cubicBezTo>
                    <a:pt x="673" y="7"/>
                    <a:pt x="624" y="7"/>
                    <a:pt x="571" y="11"/>
                  </a:cubicBezTo>
                  <a:lnTo>
                    <a:pt x="532" y="14"/>
                  </a:lnTo>
                  <a:lnTo>
                    <a:pt x="416" y="21"/>
                  </a:lnTo>
                  <a:lnTo>
                    <a:pt x="356" y="25"/>
                  </a:lnTo>
                  <a:lnTo>
                    <a:pt x="223" y="39"/>
                  </a:lnTo>
                  <a:lnTo>
                    <a:pt x="156" y="46"/>
                  </a:lnTo>
                  <a:lnTo>
                    <a:pt x="71" y="53"/>
                  </a:lnTo>
                  <a:lnTo>
                    <a:pt x="1" y="63"/>
                  </a:lnTo>
                  <a:cubicBezTo>
                    <a:pt x="3541" y="528"/>
                    <a:pt x="6186" y="3543"/>
                    <a:pt x="6186" y="7114"/>
                  </a:cubicBezTo>
                  <a:cubicBezTo>
                    <a:pt x="6186" y="10686"/>
                    <a:pt x="3541" y="13701"/>
                    <a:pt x="1" y="14165"/>
                  </a:cubicBezTo>
                  <a:lnTo>
                    <a:pt x="71" y="14176"/>
                  </a:lnTo>
                  <a:lnTo>
                    <a:pt x="156" y="14183"/>
                  </a:lnTo>
                  <a:lnTo>
                    <a:pt x="223" y="14194"/>
                  </a:lnTo>
                  <a:lnTo>
                    <a:pt x="356" y="14204"/>
                  </a:lnTo>
                  <a:lnTo>
                    <a:pt x="416" y="14208"/>
                  </a:lnTo>
                  <a:lnTo>
                    <a:pt x="532" y="14215"/>
                  </a:lnTo>
                  <a:lnTo>
                    <a:pt x="571" y="14218"/>
                  </a:lnTo>
                  <a:cubicBezTo>
                    <a:pt x="624" y="14222"/>
                    <a:pt x="673" y="14222"/>
                    <a:pt x="726" y="14225"/>
                  </a:cubicBezTo>
                  <a:lnTo>
                    <a:pt x="926" y="14225"/>
                  </a:lnTo>
                  <a:cubicBezTo>
                    <a:pt x="4856" y="14225"/>
                    <a:pt x="8041" y="11041"/>
                    <a:pt x="8041" y="7111"/>
                  </a:cubicBezTo>
                  <a:cubicBezTo>
                    <a:pt x="8041" y="3184"/>
                    <a:pt x="4856" y="0"/>
                    <a:pt x="92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85"/>
            <p:cNvSpPr/>
            <p:nvPr/>
          </p:nvSpPr>
          <p:spPr>
            <a:xfrm>
              <a:off x="8101121" y="3456849"/>
              <a:ext cx="230526" cy="246194"/>
            </a:xfrm>
            <a:custGeom>
              <a:rect b="b" l="l" r="r" t="t"/>
              <a:pathLst>
                <a:path extrusionOk="0" h="9459" w="8857">
                  <a:moveTo>
                    <a:pt x="7196" y="1"/>
                  </a:moveTo>
                  <a:lnTo>
                    <a:pt x="6960" y="430"/>
                  </a:lnTo>
                  <a:cubicBezTo>
                    <a:pt x="6588" y="1110"/>
                    <a:pt x="5600" y="1281"/>
                    <a:pt x="4700" y="1281"/>
                  </a:cubicBezTo>
                  <a:cubicBezTo>
                    <a:pt x="3788" y="1281"/>
                    <a:pt x="2967" y="1106"/>
                    <a:pt x="2967" y="1106"/>
                  </a:cubicBezTo>
                  <a:lnTo>
                    <a:pt x="1" y="2809"/>
                  </a:lnTo>
                  <a:lnTo>
                    <a:pt x="4730" y="9459"/>
                  </a:lnTo>
                  <a:lnTo>
                    <a:pt x="4930" y="9321"/>
                  </a:lnTo>
                  <a:cubicBezTo>
                    <a:pt x="7812" y="7365"/>
                    <a:pt x="8857" y="3611"/>
                    <a:pt x="7404" y="448"/>
                  </a:cubicBezTo>
                  <a:lnTo>
                    <a:pt x="7196" y="1"/>
                  </a:ln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85"/>
            <p:cNvSpPr/>
            <p:nvPr/>
          </p:nvSpPr>
          <p:spPr>
            <a:xfrm>
              <a:off x="8206715" y="3457682"/>
              <a:ext cx="103694" cy="245465"/>
            </a:xfrm>
            <a:custGeom>
              <a:rect b="b" l="l" r="r" t="t"/>
              <a:pathLst>
                <a:path extrusionOk="0" h="9431" w="3984">
                  <a:moveTo>
                    <a:pt x="3122" y="1"/>
                  </a:moveTo>
                  <a:lnTo>
                    <a:pt x="2903" y="398"/>
                  </a:lnTo>
                  <a:cubicBezTo>
                    <a:pt x="2622" y="894"/>
                    <a:pt x="2305" y="1366"/>
                    <a:pt x="1950" y="1809"/>
                  </a:cubicBezTo>
                  <a:cubicBezTo>
                    <a:pt x="2495" y="4216"/>
                    <a:pt x="1760" y="6735"/>
                    <a:pt x="1" y="8466"/>
                  </a:cubicBezTo>
                  <a:lnTo>
                    <a:pt x="666" y="9430"/>
                  </a:lnTo>
                  <a:cubicBezTo>
                    <a:pt x="2731" y="8121"/>
                    <a:pt x="3984" y="5845"/>
                    <a:pt x="3984" y="3396"/>
                  </a:cubicBezTo>
                  <a:cubicBezTo>
                    <a:pt x="3984" y="2210"/>
                    <a:pt x="3688" y="1042"/>
                    <a:pt x="312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85"/>
            <p:cNvSpPr/>
            <p:nvPr/>
          </p:nvSpPr>
          <p:spPr>
            <a:xfrm>
              <a:off x="7965882" y="3554114"/>
              <a:ext cx="221728" cy="177508"/>
            </a:xfrm>
            <a:custGeom>
              <a:rect b="b" l="l" r="r" t="t"/>
              <a:pathLst>
                <a:path extrusionOk="0" h="6820" w="8519">
                  <a:moveTo>
                    <a:pt x="3958" y="1"/>
                  </a:moveTo>
                  <a:lnTo>
                    <a:pt x="0" y="3340"/>
                  </a:lnTo>
                  <a:lnTo>
                    <a:pt x="123" y="3537"/>
                  </a:lnTo>
                  <a:cubicBezTo>
                    <a:pt x="1432" y="5581"/>
                    <a:pt x="3695" y="6819"/>
                    <a:pt x="6122" y="6819"/>
                  </a:cubicBezTo>
                  <a:cubicBezTo>
                    <a:pt x="6837" y="6819"/>
                    <a:pt x="7547" y="6710"/>
                    <a:pt x="8226" y="6499"/>
                  </a:cubicBezTo>
                  <a:lnTo>
                    <a:pt x="8518" y="6408"/>
                  </a:lnTo>
                  <a:lnTo>
                    <a:pt x="3958"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85"/>
            <p:cNvSpPr/>
            <p:nvPr/>
          </p:nvSpPr>
          <p:spPr>
            <a:xfrm>
              <a:off x="8100939" y="3702549"/>
              <a:ext cx="87400" cy="28630"/>
            </a:xfrm>
            <a:custGeom>
              <a:rect b="b" l="l" r="r" t="t"/>
              <a:pathLst>
                <a:path extrusionOk="0" h="1100" w="3358">
                  <a:moveTo>
                    <a:pt x="2875" y="1"/>
                  </a:moveTo>
                  <a:cubicBezTo>
                    <a:pt x="2003" y="557"/>
                    <a:pt x="1025" y="916"/>
                    <a:pt x="1" y="1053"/>
                  </a:cubicBezTo>
                  <a:cubicBezTo>
                    <a:pt x="280" y="1085"/>
                    <a:pt x="562" y="1099"/>
                    <a:pt x="841" y="1099"/>
                  </a:cubicBezTo>
                  <a:cubicBezTo>
                    <a:pt x="872" y="1099"/>
                    <a:pt x="903" y="1099"/>
                    <a:pt x="933" y="1099"/>
                  </a:cubicBezTo>
                  <a:cubicBezTo>
                    <a:pt x="944" y="1099"/>
                    <a:pt x="954" y="1099"/>
                    <a:pt x="964" y="1099"/>
                  </a:cubicBezTo>
                  <a:cubicBezTo>
                    <a:pt x="1781" y="1099"/>
                    <a:pt x="2590" y="962"/>
                    <a:pt x="3358" y="691"/>
                  </a:cubicBezTo>
                  <a:lnTo>
                    <a:pt x="2875"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85"/>
            <p:cNvSpPr/>
            <p:nvPr/>
          </p:nvSpPr>
          <p:spPr>
            <a:xfrm>
              <a:off x="8068899" y="3529934"/>
              <a:ext cx="155983" cy="190964"/>
            </a:xfrm>
            <a:custGeom>
              <a:rect b="b" l="l" r="r" t="t"/>
              <a:pathLst>
                <a:path extrusionOk="0" h="7337" w="5993">
                  <a:moveTo>
                    <a:pt x="1239" y="1"/>
                  </a:moveTo>
                  <a:lnTo>
                    <a:pt x="0" y="930"/>
                  </a:lnTo>
                  <a:lnTo>
                    <a:pt x="4560" y="7337"/>
                  </a:lnTo>
                  <a:lnTo>
                    <a:pt x="4740" y="7266"/>
                  </a:lnTo>
                  <a:cubicBezTo>
                    <a:pt x="5095" y="7129"/>
                    <a:pt x="5436" y="6964"/>
                    <a:pt x="5764" y="6770"/>
                  </a:cubicBezTo>
                  <a:lnTo>
                    <a:pt x="5992" y="6636"/>
                  </a:lnTo>
                  <a:lnTo>
                    <a:pt x="12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85"/>
            <p:cNvSpPr/>
            <p:nvPr/>
          </p:nvSpPr>
          <p:spPr>
            <a:xfrm>
              <a:off x="8175039" y="3677745"/>
              <a:ext cx="49843" cy="43154"/>
            </a:xfrm>
            <a:custGeom>
              <a:rect b="b" l="l" r="r" t="t"/>
              <a:pathLst>
                <a:path extrusionOk="0" h="1658" w="1915">
                  <a:moveTo>
                    <a:pt x="1232" y="0"/>
                  </a:moveTo>
                  <a:cubicBezTo>
                    <a:pt x="855" y="370"/>
                    <a:pt x="444" y="697"/>
                    <a:pt x="0" y="975"/>
                  </a:cubicBezTo>
                  <a:lnTo>
                    <a:pt x="482" y="1658"/>
                  </a:lnTo>
                  <a:cubicBezTo>
                    <a:pt x="986" y="1478"/>
                    <a:pt x="1464" y="1242"/>
                    <a:pt x="1914" y="957"/>
                  </a:cubicBezTo>
                  <a:lnTo>
                    <a:pt x="123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85"/>
            <p:cNvSpPr/>
            <p:nvPr/>
          </p:nvSpPr>
          <p:spPr>
            <a:xfrm>
              <a:off x="7948287" y="3449535"/>
              <a:ext cx="249396" cy="191510"/>
            </a:xfrm>
            <a:custGeom>
              <a:rect b="b" l="l" r="r" t="t"/>
              <a:pathLst>
                <a:path extrusionOk="0" h="7358" w="9582">
                  <a:moveTo>
                    <a:pt x="8346" y="0"/>
                  </a:moveTo>
                  <a:lnTo>
                    <a:pt x="1" y="5806"/>
                  </a:lnTo>
                  <a:lnTo>
                    <a:pt x="60" y="6031"/>
                  </a:lnTo>
                  <a:cubicBezTo>
                    <a:pt x="194" y="6411"/>
                    <a:pt x="359" y="6784"/>
                    <a:pt x="553" y="7139"/>
                  </a:cubicBezTo>
                  <a:lnTo>
                    <a:pt x="676" y="7358"/>
                  </a:lnTo>
                  <a:lnTo>
                    <a:pt x="9581" y="926"/>
                  </a:lnTo>
                  <a:lnTo>
                    <a:pt x="834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85"/>
            <p:cNvSpPr/>
            <p:nvPr/>
          </p:nvSpPr>
          <p:spPr>
            <a:xfrm>
              <a:off x="8149038" y="3361432"/>
              <a:ext cx="145624" cy="185290"/>
            </a:xfrm>
            <a:custGeom>
              <a:rect b="b" l="l" r="r" t="t"/>
              <a:pathLst>
                <a:path extrusionOk="0" h="7119" w="5595">
                  <a:moveTo>
                    <a:pt x="2797" y="1"/>
                  </a:moveTo>
                  <a:cubicBezTo>
                    <a:pt x="1267" y="1"/>
                    <a:pt x="18" y="1232"/>
                    <a:pt x="0" y="2766"/>
                  </a:cubicBezTo>
                  <a:cubicBezTo>
                    <a:pt x="0" y="4128"/>
                    <a:pt x="2182" y="6475"/>
                    <a:pt x="2618" y="6932"/>
                  </a:cubicBezTo>
                  <a:lnTo>
                    <a:pt x="2797" y="7119"/>
                  </a:lnTo>
                  <a:lnTo>
                    <a:pt x="2977" y="6932"/>
                  </a:lnTo>
                  <a:cubicBezTo>
                    <a:pt x="3413" y="6475"/>
                    <a:pt x="5594" y="4128"/>
                    <a:pt x="5594" y="2766"/>
                  </a:cubicBezTo>
                  <a:cubicBezTo>
                    <a:pt x="5577" y="1232"/>
                    <a:pt x="4328" y="1"/>
                    <a:pt x="27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85"/>
            <p:cNvSpPr/>
            <p:nvPr/>
          </p:nvSpPr>
          <p:spPr>
            <a:xfrm>
              <a:off x="8178240" y="3392691"/>
              <a:ext cx="76209" cy="65303"/>
            </a:xfrm>
            <a:custGeom>
              <a:rect b="b" l="l" r="r" t="t"/>
              <a:pathLst>
                <a:path extrusionOk="0" h="2509" w="2928">
                  <a:moveTo>
                    <a:pt x="1664" y="0"/>
                  </a:moveTo>
                  <a:cubicBezTo>
                    <a:pt x="1357" y="0"/>
                    <a:pt x="1043" y="114"/>
                    <a:pt x="789" y="369"/>
                  </a:cubicBezTo>
                  <a:cubicBezTo>
                    <a:pt x="0" y="1157"/>
                    <a:pt x="560" y="2505"/>
                    <a:pt x="1675" y="2508"/>
                  </a:cubicBezTo>
                  <a:cubicBezTo>
                    <a:pt x="2365" y="2505"/>
                    <a:pt x="2924" y="1945"/>
                    <a:pt x="2928" y="1256"/>
                  </a:cubicBezTo>
                  <a:cubicBezTo>
                    <a:pt x="2928" y="501"/>
                    <a:pt x="2309" y="0"/>
                    <a:pt x="166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85"/>
            <p:cNvSpPr/>
            <p:nvPr/>
          </p:nvSpPr>
          <p:spPr>
            <a:xfrm>
              <a:off x="7999562" y="3419291"/>
              <a:ext cx="83470" cy="76521"/>
            </a:xfrm>
            <a:custGeom>
              <a:rect b="b" l="l" r="r" t="t"/>
              <a:pathLst>
                <a:path extrusionOk="0" h="2940" w="3207">
                  <a:moveTo>
                    <a:pt x="1743" y="0"/>
                  </a:moveTo>
                  <a:cubicBezTo>
                    <a:pt x="1161" y="0"/>
                    <a:pt x="592" y="344"/>
                    <a:pt x="363" y="951"/>
                  </a:cubicBezTo>
                  <a:cubicBezTo>
                    <a:pt x="1" y="1912"/>
                    <a:pt x="712" y="2939"/>
                    <a:pt x="1739" y="2939"/>
                  </a:cubicBezTo>
                  <a:cubicBezTo>
                    <a:pt x="2548" y="2936"/>
                    <a:pt x="3206" y="2281"/>
                    <a:pt x="3206" y="1469"/>
                  </a:cubicBezTo>
                  <a:cubicBezTo>
                    <a:pt x="3206" y="1342"/>
                    <a:pt x="3104" y="1236"/>
                    <a:pt x="2974" y="1236"/>
                  </a:cubicBezTo>
                  <a:lnTo>
                    <a:pt x="2049" y="1236"/>
                  </a:lnTo>
                  <a:cubicBezTo>
                    <a:pt x="1739" y="1236"/>
                    <a:pt x="1739" y="1701"/>
                    <a:pt x="2049" y="1701"/>
                  </a:cubicBezTo>
                  <a:lnTo>
                    <a:pt x="2717" y="1701"/>
                  </a:lnTo>
                  <a:cubicBezTo>
                    <a:pt x="2612" y="2141"/>
                    <a:pt x="2228" y="2457"/>
                    <a:pt x="1774" y="2475"/>
                  </a:cubicBezTo>
                  <a:cubicBezTo>
                    <a:pt x="1761" y="2475"/>
                    <a:pt x="1748" y="2476"/>
                    <a:pt x="1735" y="2476"/>
                  </a:cubicBezTo>
                  <a:cubicBezTo>
                    <a:pt x="1300" y="2476"/>
                    <a:pt x="912" y="2191"/>
                    <a:pt x="779" y="1775"/>
                  </a:cubicBezTo>
                  <a:cubicBezTo>
                    <a:pt x="645" y="1345"/>
                    <a:pt x="810" y="874"/>
                    <a:pt x="1187" y="628"/>
                  </a:cubicBezTo>
                  <a:cubicBezTo>
                    <a:pt x="1355" y="518"/>
                    <a:pt x="1547" y="465"/>
                    <a:pt x="1737" y="465"/>
                  </a:cubicBezTo>
                  <a:cubicBezTo>
                    <a:pt x="1976" y="465"/>
                    <a:pt x="2213" y="549"/>
                    <a:pt x="2401" y="716"/>
                  </a:cubicBezTo>
                  <a:cubicBezTo>
                    <a:pt x="2450" y="759"/>
                    <a:pt x="2503" y="778"/>
                    <a:pt x="2554" y="778"/>
                  </a:cubicBezTo>
                  <a:cubicBezTo>
                    <a:pt x="2740" y="778"/>
                    <a:pt x="2893" y="528"/>
                    <a:pt x="2710" y="367"/>
                  </a:cubicBezTo>
                  <a:cubicBezTo>
                    <a:pt x="2426" y="117"/>
                    <a:pt x="2083" y="0"/>
                    <a:pt x="17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85"/>
            <p:cNvSpPr/>
            <p:nvPr/>
          </p:nvSpPr>
          <p:spPr>
            <a:xfrm>
              <a:off x="8183654" y="3387069"/>
              <a:ext cx="79410" cy="76495"/>
            </a:xfrm>
            <a:custGeom>
              <a:rect b="b" l="l" r="r" t="t"/>
              <a:pathLst>
                <a:path extrusionOk="0" h="2939" w="3051">
                  <a:moveTo>
                    <a:pt x="1467" y="465"/>
                  </a:moveTo>
                  <a:cubicBezTo>
                    <a:pt x="2361" y="465"/>
                    <a:pt x="2811" y="1545"/>
                    <a:pt x="2178" y="2179"/>
                  </a:cubicBezTo>
                  <a:cubicBezTo>
                    <a:pt x="1974" y="2384"/>
                    <a:pt x="1722" y="2476"/>
                    <a:pt x="1475" y="2476"/>
                  </a:cubicBezTo>
                  <a:cubicBezTo>
                    <a:pt x="960" y="2476"/>
                    <a:pt x="465" y="2076"/>
                    <a:pt x="465" y="1472"/>
                  </a:cubicBezTo>
                  <a:cubicBezTo>
                    <a:pt x="461" y="916"/>
                    <a:pt x="911" y="465"/>
                    <a:pt x="1467" y="465"/>
                  </a:cubicBezTo>
                  <a:close/>
                  <a:moveTo>
                    <a:pt x="1466" y="1"/>
                  </a:moveTo>
                  <a:cubicBezTo>
                    <a:pt x="1277" y="1"/>
                    <a:pt x="1086" y="38"/>
                    <a:pt x="904" y="113"/>
                  </a:cubicBezTo>
                  <a:cubicBezTo>
                    <a:pt x="355" y="342"/>
                    <a:pt x="0" y="877"/>
                    <a:pt x="0" y="1472"/>
                  </a:cubicBezTo>
                  <a:cubicBezTo>
                    <a:pt x="0" y="2281"/>
                    <a:pt x="655" y="2939"/>
                    <a:pt x="1467" y="2939"/>
                  </a:cubicBezTo>
                  <a:cubicBezTo>
                    <a:pt x="2062" y="2939"/>
                    <a:pt x="2597" y="2580"/>
                    <a:pt x="2822" y="2031"/>
                  </a:cubicBezTo>
                  <a:cubicBezTo>
                    <a:pt x="3051" y="1482"/>
                    <a:pt x="2924" y="852"/>
                    <a:pt x="2505" y="434"/>
                  </a:cubicBezTo>
                  <a:cubicBezTo>
                    <a:pt x="2225" y="151"/>
                    <a:pt x="1849" y="1"/>
                    <a:pt x="1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85"/>
            <p:cNvSpPr/>
            <p:nvPr/>
          </p:nvSpPr>
          <p:spPr>
            <a:xfrm>
              <a:off x="7913775" y="3354795"/>
              <a:ext cx="423285" cy="382422"/>
            </a:xfrm>
            <a:custGeom>
              <a:rect b="b" l="l" r="r" t="t"/>
              <a:pathLst>
                <a:path extrusionOk="0" h="14693" w="16263">
                  <a:moveTo>
                    <a:pt x="11836" y="470"/>
                  </a:moveTo>
                  <a:cubicBezTo>
                    <a:pt x="13244" y="470"/>
                    <a:pt x="14384" y="1610"/>
                    <a:pt x="14387" y="3021"/>
                  </a:cubicBezTo>
                  <a:cubicBezTo>
                    <a:pt x="14387" y="4122"/>
                    <a:pt x="12677" y="6139"/>
                    <a:pt x="11836" y="7018"/>
                  </a:cubicBezTo>
                  <a:cubicBezTo>
                    <a:pt x="10995" y="6139"/>
                    <a:pt x="9285" y="4122"/>
                    <a:pt x="9285" y="3021"/>
                  </a:cubicBezTo>
                  <a:cubicBezTo>
                    <a:pt x="9285" y="1610"/>
                    <a:pt x="10429" y="470"/>
                    <a:pt x="11836" y="470"/>
                  </a:cubicBezTo>
                  <a:close/>
                  <a:moveTo>
                    <a:pt x="8162" y="470"/>
                  </a:moveTo>
                  <a:cubicBezTo>
                    <a:pt x="8751" y="470"/>
                    <a:pt x="9340" y="551"/>
                    <a:pt x="9908" y="703"/>
                  </a:cubicBezTo>
                  <a:cubicBezTo>
                    <a:pt x="9219" y="1273"/>
                    <a:pt x="8821" y="2124"/>
                    <a:pt x="8821" y="3021"/>
                  </a:cubicBezTo>
                  <a:cubicBezTo>
                    <a:pt x="8821" y="3289"/>
                    <a:pt x="8895" y="3588"/>
                    <a:pt x="9021" y="3901"/>
                  </a:cubicBezTo>
                  <a:lnTo>
                    <a:pt x="1478" y="9122"/>
                  </a:lnTo>
                  <a:cubicBezTo>
                    <a:pt x="1323" y="8545"/>
                    <a:pt x="1242" y="7947"/>
                    <a:pt x="1246" y="7349"/>
                  </a:cubicBezTo>
                  <a:cubicBezTo>
                    <a:pt x="1246" y="3556"/>
                    <a:pt x="4331" y="470"/>
                    <a:pt x="8124" y="470"/>
                  </a:cubicBezTo>
                  <a:cubicBezTo>
                    <a:pt x="8137" y="470"/>
                    <a:pt x="8149" y="470"/>
                    <a:pt x="8162" y="470"/>
                  </a:cubicBezTo>
                  <a:close/>
                  <a:moveTo>
                    <a:pt x="14373" y="4471"/>
                  </a:moveTo>
                  <a:cubicBezTo>
                    <a:pt x="15777" y="7525"/>
                    <a:pt x="14771" y="11149"/>
                    <a:pt x="11988" y="13038"/>
                  </a:cubicBezTo>
                  <a:lnTo>
                    <a:pt x="7804" y="7060"/>
                  </a:lnTo>
                  <a:lnTo>
                    <a:pt x="9950" y="5491"/>
                  </a:lnTo>
                  <a:cubicBezTo>
                    <a:pt x="10475" y="6205"/>
                    <a:pt x="11052" y="6881"/>
                    <a:pt x="11671" y="7511"/>
                  </a:cubicBezTo>
                  <a:cubicBezTo>
                    <a:pt x="11717" y="7556"/>
                    <a:pt x="11776" y="7579"/>
                    <a:pt x="11835" y="7579"/>
                  </a:cubicBezTo>
                  <a:cubicBezTo>
                    <a:pt x="11893" y="7579"/>
                    <a:pt x="11952" y="7556"/>
                    <a:pt x="11998" y="7511"/>
                  </a:cubicBezTo>
                  <a:cubicBezTo>
                    <a:pt x="12086" y="7423"/>
                    <a:pt x="13585" y="5910"/>
                    <a:pt x="14373" y="4471"/>
                  </a:cubicBezTo>
                  <a:close/>
                  <a:moveTo>
                    <a:pt x="7431" y="7335"/>
                  </a:moveTo>
                  <a:lnTo>
                    <a:pt x="11597" y="13288"/>
                  </a:lnTo>
                  <a:cubicBezTo>
                    <a:pt x="11280" y="13471"/>
                    <a:pt x="10953" y="13629"/>
                    <a:pt x="10612" y="13763"/>
                  </a:cubicBezTo>
                  <a:lnTo>
                    <a:pt x="10608" y="13763"/>
                  </a:lnTo>
                  <a:lnTo>
                    <a:pt x="6555" y="7972"/>
                  </a:lnTo>
                  <a:lnTo>
                    <a:pt x="7431" y="7335"/>
                  </a:lnTo>
                  <a:close/>
                  <a:moveTo>
                    <a:pt x="9219" y="4327"/>
                  </a:moveTo>
                  <a:cubicBezTo>
                    <a:pt x="9359" y="4597"/>
                    <a:pt x="9514" y="4858"/>
                    <a:pt x="9686" y="5111"/>
                  </a:cubicBezTo>
                  <a:lnTo>
                    <a:pt x="4979" y="8552"/>
                  </a:lnTo>
                  <a:cubicBezTo>
                    <a:pt x="4866" y="8633"/>
                    <a:pt x="4852" y="8798"/>
                    <a:pt x="4954" y="8901"/>
                  </a:cubicBezTo>
                  <a:lnTo>
                    <a:pt x="4958" y="8904"/>
                  </a:lnTo>
                  <a:cubicBezTo>
                    <a:pt x="5001" y="8947"/>
                    <a:pt x="5059" y="8969"/>
                    <a:pt x="5117" y="8969"/>
                  </a:cubicBezTo>
                  <a:cubicBezTo>
                    <a:pt x="5165" y="8969"/>
                    <a:pt x="5212" y="8955"/>
                    <a:pt x="5253" y="8925"/>
                  </a:cubicBezTo>
                  <a:lnTo>
                    <a:pt x="6182" y="8246"/>
                  </a:lnTo>
                  <a:lnTo>
                    <a:pt x="10154" y="13921"/>
                  </a:lnTo>
                  <a:cubicBezTo>
                    <a:pt x="9496" y="14125"/>
                    <a:pt x="8814" y="14227"/>
                    <a:pt x="8124" y="14227"/>
                  </a:cubicBezTo>
                  <a:cubicBezTo>
                    <a:pt x="5781" y="14227"/>
                    <a:pt x="3596" y="13035"/>
                    <a:pt x="2333" y="11061"/>
                  </a:cubicBezTo>
                  <a:lnTo>
                    <a:pt x="4335" y="9597"/>
                  </a:lnTo>
                  <a:cubicBezTo>
                    <a:pt x="4447" y="9513"/>
                    <a:pt x="4462" y="9347"/>
                    <a:pt x="4360" y="9249"/>
                  </a:cubicBezTo>
                  <a:lnTo>
                    <a:pt x="4356" y="9245"/>
                  </a:lnTo>
                  <a:cubicBezTo>
                    <a:pt x="4314" y="9201"/>
                    <a:pt x="4256" y="9179"/>
                    <a:pt x="4198" y="9179"/>
                  </a:cubicBezTo>
                  <a:cubicBezTo>
                    <a:pt x="4150" y="9179"/>
                    <a:pt x="4102" y="9194"/>
                    <a:pt x="4060" y="9224"/>
                  </a:cubicBezTo>
                  <a:lnTo>
                    <a:pt x="2094" y="10660"/>
                  </a:lnTo>
                  <a:cubicBezTo>
                    <a:pt x="1907" y="10315"/>
                    <a:pt x="1745" y="9960"/>
                    <a:pt x="1619" y="9590"/>
                  </a:cubicBezTo>
                  <a:lnTo>
                    <a:pt x="9219" y="4327"/>
                  </a:lnTo>
                  <a:close/>
                  <a:moveTo>
                    <a:pt x="8127" y="1"/>
                  </a:moveTo>
                  <a:cubicBezTo>
                    <a:pt x="5522" y="1"/>
                    <a:pt x="3038" y="1391"/>
                    <a:pt x="1714" y="3767"/>
                  </a:cubicBezTo>
                  <a:cubicBezTo>
                    <a:pt x="0" y="6835"/>
                    <a:pt x="700" y="10684"/>
                    <a:pt x="3381" y="12954"/>
                  </a:cubicBezTo>
                  <a:cubicBezTo>
                    <a:pt x="4751" y="14111"/>
                    <a:pt x="6438" y="14692"/>
                    <a:pt x="8127" y="14692"/>
                  </a:cubicBezTo>
                  <a:cubicBezTo>
                    <a:pt x="9750" y="14692"/>
                    <a:pt x="11373" y="14156"/>
                    <a:pt x="12716" y="13080"/>
                  </a:cubicBezTo>
                  <a:cubicBezTo>
                    <a:pt x="15460" y="10885"/>
                    <a:pt x="16263" y="7053"/>
                    <a:pt x="14633" y="3943"/>
                  </a:cubicBezTo>
                  <a:cubicBezTo>
                    <a:pt x="14767" y="3616"/>
                    <a:pt x="14852" y="3299"/>
                    <a:pt x="14852" y="3021"/>
                  </a:cubicBezTo>
                  <a:cubicBezTo>
                    <a:pt x="14852" y="1959"/>
                    <a:pt x="14296" y="973"/>
                    <a:pt x="13384" y="432"/>
                  </a:cubicBezTo>
                  <a:cubicBezTo>
                    <a:pt x="12909" y="147"/>
                    <a:pt x="12373" y="4"/>
                    <a:pt x="11837" y="4"/>
                  </a:cubicBezTo>
                  <a:cubicBezTo>
                    <a:pt x="11345" y="4"/>
                    <a:pt x="10854" y="124"/>
                    <a:pt x="10408" y="365"/>
                  </a:cubicBezTo>
                  <a:cubicBezTo>
                    <a:pt x="9654" y="119"/>
                    <a:pt x="8886" y="1"/>
                    <a:pt x="8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9" name="Google Shape;18379;p85"/>
          <p:cNvGrpSpPr/>
          <p:nvPr/>
        </p:nvGrpSpPr>
        <p:grpSpPr>
          <a:xfrm>
            <a:off x="7499365" y="1534536"/>
            <a:ext cx="354807" cy="338357"/>
            <a:chOff x="7499365" y="1534536"/>
            <a:chExt cx="354807" cy="338357"/>
          </a:xfrm>
        </p:grpSpPr>
        <p:sp>
          <p:nvSpPr>
            <p:cNvPr id="18380" name="Google Shape;18380;p85"/>
            <p:cNvSpPr/>
            <p:nvPr/>
          </p:nvSpPr>
          <p:spPr>
            <a:xfrm>
              <a:off x="7560191" y="1548044"/>
              <a:ext cx="180891" cy="319722"/>
            </a:xfrm>
            <a:custGeom>
              <a:rect b="b" l="l" r="r" t="t"/>
              <a:pathLst>
                <a:path extrusionOk="0" h="12284" w="6950">
                  <a:moveTo>
                    <a:pt x="676" y="0"/>
                  </a:moveTo>
                  <a:cubicBezTo>
                    <a:pt x="306" y="0"/>
                    <a:pt x="4" y="303"/>
                    <a:pt x="0" y="676"/>
                  </a:cubicBezTo>
                  <a:lnTo>
                    <a:pt x="0" y="11604"/>
                  </a:lnTo>
                  <a:cubicBezTo>
                    <a:pt x="4" y="11977"/>
                    <a:pt x="303" y="12280"/>
                    <a:pt x="676" y="12283"/>
                  </a:cubicBezTo>
                  <a:lnTo>
                    <a:pt x="6274" y="12283"/>
                  </a:lnTo>
                  <a:cubicBezTo>
                    <a:pt x="6643" y="12280"/>
                    <a:pt x="6946" y="11977"/>
                    <a:pt x="6949" y="11604"/>
                  </a:cubicBezTo>
                  <a:lnTo>
                    <a:pt x="6949" y="676"/>
                  </a:lnTo>
                  <a:cubicBezTo>
                    <a:pt x="6946" y="303"/>
                    <a:pt x="6643" y="0"/>
                    <a:pt x="62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85"/>
            <p:cNvSpPr/>
            <p:nvPr/>
          </p:nvSpPr>
          <p:spPr>
            <a:xfrm>
              <a:off x="7706440" y="1548044"/>
              <a:ext cx="34643" cy="319722"/>
            </a:xfrm>
            <a:custGeom>
              <a:rect b="b" l="l" r="r" t="t"/>
              <a:pathLst>
                <a:path extrusionOk="0" h="12284" w="1331">
                  <a:moveTo>
                    <a:pt x="0" y="0"/>
                  </a:moveTo>
                  <a:cubicBezTo>
                    <a:pt x="373" y="0"/>
                    <a:pt x="676" y="303"/>
                    <a:pt x="679" y="676"/>
                  </a:cubicBezTo>
                  <a:lnTo>
                    <a:pt x="679" y="11604"/>
                  </a:lnTo>
                  <a:cubicBezTo>
                    <a:pt x="676" y="11977"/>
                    <a:pt x="373" y="12280"/>
                    <a:pt x="0" y="12283"/>
                  </a:cubicBezTo>
                  <a:lnTo>
                    <a:pt x="655" y="12283"/>
                  </a:lnTo>
                  <a:cubicBezTo>
                    <a:pt x="1028" y="12280"/>
                    <a:pt x="1330" y="11977"/>
                    <a:pt x="1330" y="11604"/>
                  </a:cubicBezTo>
                  <a:lnTo>
                    <a:pt x="1330" y="676"/>
                  </a:lnTo>
                  <a:cubicBezTo>
                    <a:pt x="1330" y="303"/>
                    <a:pt x="1028" y="0"/>
                    <a:pt x="6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85"/>
            <p:cNvSpPr/>
            <p:nvPr/>
          </p:nvSpPr>
          <p:spPr>
            <a:xfrm>
              <a:off x="7560191" y="1822869"/>
              <a:ext cx="180891" cy="44897"/>
            </a:xfrm>
            <a:custGeom>
              <a:rect b="b" l="l" r="r" t="t"/>
              <a:pathLst>
                <a:path extrusionOk="0" h="1725" w="6950">
                  <a:moveTo>
                    <a:pt x="0" y="0"/>
                  </a:moveTo>
                  <a:lnTo>
                    <a:pt x="0" y="1045"/>
                  </a:lnTo>
                  <a:cubicBezTo>
                    <a:pt x="0" y="1418"/>
                    <a:pt x="303" y="1721"/>
                    <a:pt x="676" y="1724"/>
                  </a:cubicBezTo>
                  <a:lnTo>
                    <a:pt x="6270" y="1724"/>
                  </a:lnTo>
                  <a:cubicBezTo>
                    <a:pt x="6643" y="1721"/>
                    <a:pt x="6946" y="1418"/>
                    <a:pt x="6949" y="1045"/>
                  </a:cubicBezTo>
                  <a:lnTo>
                    <a:pt x="6949"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85"/>
            <p:cNvSpPr/>
            <p:nvPr/>
          </p:nvSpPr>
          <p:spPr>
            <a:xfrm>
              <a:off x="7706440" y="1822869"/>
              <a:ext cx="34643" cy="44897"/>
            </a:xfrm>
            <a:custGeom>
              <a:rect b="b" l="l" r="r" t="t"/>
              <a:pathLst>
                <a:path extrusionOk="0" h="1725" w="1331">
                  <a:moveTo>
                    <a:pt x="679" y="0"/>
                  </a:moveTo>
                  <a:lnTo>
                    <a:pt x="679" y="1045"/>
                  </a:lnTo>
                  <a:cubicBezTo>
                    <a:pt x="676" y="1418"/>
                    <a:pt x="373" y="1721"/>
                    <a:pt x="0" y="1724"/>
                  </a:cubicBezTo>
                  <a:lnTo>
                    <a:pt x="655" y="1724"/>
                  </a:lnTo>
                  <a:cubicBezTo>
                    <a:pt x="1028" y="1721"/>
                    <a:pt x="1327" y="1418"/>
                    <a:pt x="1330" y="1045"/>
                  </a:cubicBezTo>
                  <a:lnTo>
                    <a:pt x="133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85"/>
            <p:cNvSpPr/>
            <p:nvPr/>
          </p:nvSpPr>
          <p:spPr>
            <a:xfrm>
              <a:off x="7560191" y="1548044"/>
              <a:ext cx="180891" cy="44793"/>
            </a:xfrm>
            <a:custGeom>
              <a:rect b="b" l="l" r="r" t="t"/>
              <a:pathLst>
                <a:path extrusionOk="0" h="1721" w="6950">
                  <a:moveTo>
                    <a:pt x="676" y="0"/>
                  </a:moveTo>
                  <a:cubicBezTo>
                    <a:pt x="303" y="0"/>
                    <a:pt x="4" y="303"/>
                    <a:pt x="0" y="676"/>
                  </a:cubicBezTo>
                  <a:lnTo>
                    <a:pt x="0" y="1721"/>
                  </a:lnTo>
                  <a:lnTo>
                    <a:pt x="6949" y="1721"/>
                  </a:lnTo>
                  <a:lnTo>
                    <a:pt x="6949" y="676"/>
                  </a:lnTo>
                  <a:cubicBezTo>
                    <a:pt x="6946" y="303"/>
                    <a:pt x="6643" y="0"/>
                    <a:pt x="6274"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85"/>
            <p:cNvSpPr/>
            <p:nvPr/>
          </p:nvSpPr>
          <p:spPr>
            <a:xfrm>
              <a:off x="7706440" y="1548044"/>
              <a:ext cx="34643" cy="44793"/>
            </a:xfrm>
            <a:custGeom>
              <a:rect b="b" l="l" r="r" t="t"/>
              <a:pathLst>
                <a:path extrusionOk="0" h="1721" w="1331">
                  <a:moveTo>
                    <a:pt x="0" y="0"/>
                  </a:moveTo>
                  <a:cubicBezTo>
                    <a:pt x="373" y="0"/>
                    <a:pt x="676" y="303"/>
                    <a:pt x="679" y="676"/>
                  </a:cubicBezTo>
                  <a:lnTo>
                    <a:pt x="679" y="1721"/>
                  </a:lnTo>
                  <a:lnTo>
                    <a:pt x="1330" y="1721"/>
                  </a:lnTo>
                  <a:lnTo>
                    <a:pt x="1330" y="676"/>
                  </a:lnTo>
                  <a:cubicBezTo>
                    <a:pt x="1330" y="303"/>
                    <a:pt x="1028" y="0"/>
                    <a:pt x="655"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85"/>
            <p:cNvSpPr/>
            <p:nvPr/>
          </p:nvSpPr>
          <p:spPr>
            <a:xfrm>
              <a:off x="7649830" y="1644008"/>
              <a:ext cx="199214" cy="127222"/>
            </a:xfrm>
            <a:custGeom>
              <a:rect b="b" l="l" r="r" t="t"/>
              <a:pathLst>
                <a:path extrusionOk="0" h="4888" w="7654">
                  <a:moveTo>
                    <a:pt x="233" y="1"/>
                  </a:moveTo>
                  <a:cubicBezTo>
                    <a:pt x="103" y="1"/>
                    <a:pt x="1" y="106"/>
                    <a:pt x="1" y="236"/>
                  </a:cubicBezTo>
                  <a:lnTo>
                    <a:pt x="1" y="4652"/>
                  </a:lnTo>
                  <a:cubicBezTo>
                    <a:pt x="1" y="4782"/>
                    <a:pt x="103" y="4888"/>
                    <a:pt x="233" y="4888"/>
                  </a:cubicBezTo>
                  <a:lnTo>
                    <a:pt x="7418" y="4888"/>
                  </a:lnTo>
                  <a:cubicBezTo>
                    <a:pt x="7548" y="4884"/>
                    <a:pt x="7654" y="4782"/>
                    <a:pt x="7654" y="4652"/>
                  </a:cubicBezTo>
                  <a:lnTo>
                    <a:pt x="7654" y="236"/>
                  </a:lnTo>
                  <a:cubicBezTo>
                    <a:pt x="7654" y="106"/>
                    <a:pt x="7548" y="1"/>
                    <a:pt x="74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85"/>
            <p:cNvSpPr/>
            <p:nvPr/>
          </p:nvSpPr>
          <p:spPr>
            <a:xfrm>
              <a:off x="7826583" y="1644008"/>
              <a:ext cx="22462" cy="127222"/>
            </a:xfrm>
            <a:custGeom>
              <a:rect b="b" l="l" r="r" t="t"/>
              <a:pathLst>
                <a:path extrusionOk="0" h="4888" w="863">
                  <a:moveTo>
                    <a:pt x="1" y="1"/>
                  </a:moveTo>
                  <a:cubicBezTo>
                    <a:pt x="131" y="1"/>
                    <a:pt x="236" y="106"/>
                    <a:pt x="236" y="236"/>
                  </a:cubicBezTo>
                  <a:lnTo>
                    <a:pt x="236" y="4652"/>
                  </a:lnTo>
                  <a:cubicBezTo>
                    <a:pt x="236" y="4782"/>
                    <a:pt x="131" y="4888"/>
                    <a:pt x="1" y="4888"/>
                  </a:cubicBezTo>
                  <a:lnTo>
                    <a:pt x="627" y="4888"/>
                  </a:lnTo>
                  <a:cubicBezTo>
                    <a:pt x="757" y="4888"/>
                    <a:pt x="863" y="4782"/>
                    <a:pt x="863" y="4652"/>
                  </a:cubicBezTo>
                  <a:lnTo>
                    <a:pt x="863" y="236"/>
                  </a:lnTo>
                  <a:cubicBezTo>
                    <a:pt x="863" y="106"/>
                    <a:pt x="757" y="1"/>
                    <a:pt x="62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85"/>
            <p:cNvSpPr/>
            <p:nvPr/>
          </p:nvSpPr>
          <p:spPr>
            <a:xfrm>
              <a:off x="7758183" y="1666912"/>
              <a:ext cx="44429" cy="38130"/>
            </a:xfrm>
            <a:custGeom>
              <a:rect b="b" l="l" r="r" t="t"/>
              <a:pathLst>
                <a:path extrusionOk="0" h="1465" w="1707">
                  <a:moveTo>
                    <a:pt x="978" y="0"/>
                  </a:moveTo>
                  <a:cubicBezTo>
                    <a:pt x="324" y="0"/>
                    <a:pt x="0" y="788"/>
                    <a:pt x="458" y="1249"/>
                  </a:cubicBezTo>
                  <a:cubicBezTo>
                    <a:pt x="607" y="1398"/>
                    <a:pt x="790" y="1465"/>
                    <a:pt x="969" y="1465"/>
                  </a:cubicBezTo>
                  <a:cubicBezTo>
                    <a:pt x="1346" y="1465"/>
                    <a:pt x="1707" y="1173"/>
                    <a:pt x="1707" y="732"/>
                  </a:cubicBezTo>
                  <a:cubicBezTo>
                    <a:pt x="1707" y="327"/>
                    <a:pt x="1379" y="0"/>
                    <a:pt x="97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85"/>
            <p:cNvSpPr/>
            <p:nvPr/>
          </p:nvSpPr>
          <p:spPr>
            <a:xfrm>
              <a:off x="7783273" y="1666912"/>
              <a:ext cx="44429" cy="38104"/>
            </a:xfrm>
            <a:custGeom>
              <a:rect b="b" l="l" r="r" t="t"/>
              <a:pathLst>
                <a:path extrusionOk="0" h="1464" w="1707">
                  <a:moveTo>
                    <a:pt x="975" y="0"/>
                  </a:moveTo>
                  <a:cubicBezTo>
                    <a:pt x="324" y="0"/>
                    <a:pt x="0" y="788"/>
                    <a:pt x="461" y="1249"/>
                  </a:cubicBezTo>
                  <a:cubicBezTo>
                    <a:pt x="609" y="1397"/>
                    <a:pt x="791" y="1463"/>
                    <a:pt x="970" y="1463"/>
                  </a:cubicBezTo>
                  <a:cubicBezTo>
                    <a:pt x="1346" y="1463"/>
                    <a:pt x="1707" y="1173"/>
                    <a:pt x="1707" y="732"/>
                  </a:cubicBezTo>
                  <a:cubicBezTo>
                    <a:pt x="1707" y="327"/>
                    <a:pt x="1380" y="0"/>
                    <a:pt x="975"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85"/>
            <p:cNvSpPr/>
            <p:nvPr/>
          </p:nvSpPr>
          <p:spPr>
            <a:xfrm>
              <a:off x="7673567" y="1668265"/>
              <a:ext cx="56896" cy="35397"/>
            </a:xfrm>
            <a:custGeom>
              <a:rect b="b" l="l" r="r" t="t"/>
              <a:pathLst>
                <a:path extrusionOk="0" h="1360" w="2186">
                  <a:moveTo>
                    <a:pt x="236" y="1"/>
                  </a:moveTo>
                  <a:cubicBezTo>
                    <a:pt x="106" y="1"/>
                    <a:pt x="0" y="106"/>
                    <a:pt x="0" y="237"/>
                  </a:cubicBezTo>
                  <a:lnTo>
                    <a:pt x="0" y="1123"/>
                  </a:lnTo>
                  <a:cubicBezTo>
                    <a:pt x="0" y="1253"/>
                    <a:pt x="106" y="1359"/>
                    <a:pt x="236" y="1359"/>
                  </a:cubicBezTo>
                  <a:lnTo>
                    <a:pt x="1953" y="1359"/>
                  </a:lnTo>
                  <a:cubicBezTo>
                    <a:pt x="2080" y="1359"/>
                    <a:pt x="2185" y="1253"/>
                    <a:pt x="2185" y="1123"/>
                  </a:cubicBezTo>
                  <a:lnTo>
                    <a:pt x="2185" y="237"/>
                  </a:lnTo>
                  <a:cubicBezTo>
                    <a:pt x="2185" y="106"/>
                    <a:pt x="2080" y="1"/>
                    <a:pt x="1953"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85"/>
            <p:cNvSpPr/>
            <p:nvPr/>
          </p:nvSpPr>
          <p:spPr>
            <a:xfrm>
              <a:off x="7670262" y="1724042"/>
              <a:ext cx="160277" cy="19911"/>
            </a:xfrm>
            <a:custGeom>
              <a:rect b="b" l="l" r="r" t="t"/>
              <a:pathLst>
                <a:path extrusionOk="0" h="765" w="6158">
                  <a:moveTo>
                    <a:pt x="236" y="1"/>
                  </a:moveTo>
                  <a:cubicBezTo>
                    <a:pt x="106" y="1"/>
                    <a:pt x="0" y="106"/>
                    <a:pt x="0" y="236"/>
                  </a:cubicBezTo>
                  <a:lnTo>
                    <a:pt x="0" y="528"/>
                  </a:lnTo>
                  <a:cubicBezTo>
                    <a:pt x="0" y="659"/>
                    <a:pt x="106" y="764"/>
                    <a:pt x="236" y="764"/>
                  </a:cubicBezTo>
                  <a:lnTo>
                    <a:pt x="5922" y="764"/>
                  </a:lnTo>
                  <a:cubicBezTo>
                    <a:pt x="6052" y="764"/>
                    <a:pt x="6158" y="659"/>
                    <a:pt x="6158" y="528"/>
                  </a:cubicBezTo>
                  <a:lnTo>
                    <a:pt x="6158" y="236"/>
                  </a:lnTo>
                  <a:cubicBezTo>
                    <a:pt x="6158" y="106"/>
                    <a:pt x="6052" y="1"/>
                    <a:pt x="5922"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85"/>
            <p:cNvSpPr/>
            <p:nvPr/>
          </p:nvSpPr>
          <p:spPr>
            <a:xfrm>
              <a:off x="7508709" y="1539507"/>
              <a:ext cx="93178" cy="89665"/>
            </a:xfrm>
            <a:custGeom>
              <a:rect b="b" l="l" r="r" t="t"/>
              <a:pathLst>
                <a:path extrusionOk="0" h="3445" w="3580">
                  <a:moveTo>
                    <a:pt x="1859" y="1"/>
                  </a:moveTo>
                  <a:cubicBezTo>
                    <a:pt x="1162" y="1"/>
                    <a:pt x="536" y="420"/>
                    <a:pt x="268" y="1064"/>
                  </a:cubicBezTo>
                  <a:cubicBezTo>
                    <a:pt x="1" y="1707"/>
                    <a:pt x="149" y="2446"/>
                    <a:pt x="641" y="2939"/>
                  </a:cubicBezTo>
                  <a:cubicBezTo>
                    <a:pt x="972" y="3269"/>
                    <a:pt x="1413" y="3445"/>
                    <a:pt x="1862" y="3445"/>
                  </a:cubicBezTo>
                  <a:cubicBezTo>
                    <a:pt x="2082" y="3445"/>
                    <a:pt x="2305" y="3402"/>
                    <a:pt x="2517" y="3315"/>
                  </a:cubicBezTo>
                  <a:cubicBezTo>
                    <a:pt x="3160" y="3048"/>
                    <a:pt x="3579" y="2418"/>
                    <a:pt x="3579" y="1725"/>
                  </a:cubicBezTo>
                  <a:cubicBezTo>
                    <a:pt x="3579" y="772"/>
                    <a:pt x="2809" y="1"/>
                    <a:pt x="18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85"/>
            <p:cNvSpPr/>
            <p:nvPr/>
          </p:nvSpPr>
          <p:spPr>
            <a:xfrm>
              <a:off x="7548557" y="1539507"/>
              <a:ext cx="55621" cy="89665"/>
            </a:xfrm>
            <a:custGeom>
              <a:rect b="b" l="l" r="r" t="t"/>
              <a:pathLst>
                <a:path extrusionOk="0" h="3445" w="2137">
                  <a:moveTo>
                    <a:pt x="328" y="1"/>
                  </a:moveTo>
                  <a:cubicBezTo>
                    <a:pt x="219" y="1"/>
                    <a:pt x="109" y="12"/>
                    <a:pt x="0" y="33"/>
                  </a:cubicBezTo>
                  <a:cubicBezTo>
                    <a:pt x="810" y="191"/>
                    <a:pt x="1397" y="898"/>
                    <a:pt x="1397" y="1725"/>
                  </a:cubicBezTo>
                  <a:cubicBezTo>
                    <a:pt x="1397" y="2548"/>
                    <a:pt x="810" y="3259"/>
                    <a:pt x="0" y="3414"/>
                  </a:cubicBezTo>
                  <a:cubicBezTo>
                    <a:pt x="110" y="3435"/>
                    <a:pt x="219" y="3445"/>
                    <a:pt x="326" y="3445"/>
                  </a:cubicBezTo>
                  <a:cubicBezTo>
                    <a:pt x="1194" y="3445"/>
                    <a:pt x="1953" y="2786"/>
                    <a:pt x="2038" y="1887"/>
                  </a:cubicBezTo>
                  <a:cubicBezTo>
                    <a:pt x="2136" y="877"/>
                    <a:pt x="1341" y="4"/>
                    <a:pt x="32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85"/>
            <p:cNvSpPr/>
            <p:nvPr/>
          </p:nvSpPr>
          <p:spPr>
            <a:xfrm>
              <a:off x="7499365" y="1534536"/>
              <a:ext cx="354807" cy="338357"/>
            </a:xfrm>
            <a:custGeom>
              <a:rect b="b" l="l" r="r" t="t"/>
              <a:pathLst>
                <a:path extrusionOk="0" h="13000" w="13632">
                  <a:moveTo>
                    <a:pt x="8611" y="713"/>
                  </a:moveTo>
                  <a:cubicBezTo>
                    <a:pt x="8875" y="713"/>
                    <a:pt x="9089" y="927"/>
                    <a:pt x="9089" y="1191"/>
                  </a:cubicBezTo>
                  <a:lnTo>
                    <a:pt x="9089" y="2043"/>
                  </a:lnTo>
                  <a:lnTo>
                    <a:pt x="4132" y="2043"/>
                  </a:lnTo>
                  <a:cubicBezTo>
                    <a:pt x="4132" y="1997"/>
                    <a:pt x="4135" y="1955"/>
                    <a:pt x="4135" y="1913"/>
                  </a:cubicBezTo>
                  <a:cubicBezTo>
                    <a:pt x="4135" y="1476"/>
                    <a:pt x="3984" y="1054"/>
                    <a:pt x="3709" y="713"/>
                  </a:cubicBezTo>
                  <a:close/>
                  <a:moveTo>
                    <a:pt x="2218" y="389"/>
                  </a:moveTo>
                  <a:cubicBezTo>
                    <a:pt x="2415" y="389"/>
                    <a:pt x="2613" y="427"/>
                    <a:pt x="2802" y="505"/>
                  </a:cubicBezTo>
                  <a:cubicBezTo>
                    <a:pt x="3372" y="741"/>
                    <a:pt x="3745" y="1297"/>
                    <a:pt x="3745" y="1913"/>
                  </a:cubicBezTo>
                  <a:cubicBezTo>
                    <a:pt x="3741" y="2757"/>
                    <a:pt x="3059" y="3440"/>
                    <a:pt x="2218" y="3440"/>
                  </a:cubicBezTo>
                  <a:cubicBezTo>
                    <a:pt x="1602" y="3440"/>
                    <a:pt x="1046" y="3067"/>
                    <a:pt x="810" y="2497"/>
                  </a:cubicBezTo>
                  <a:cubicBezTo>
                    <a:pt x="571" y="1927"/>
                    <a:pt x="705" y="1272"/>
                    <a:pt x="1137" y="836"/>
                  </a:cubicBezTo>
                  <a:cubicBezTo>
                    <a:pt x="1429" y="544"/>
                    <a:pt x="1820" y="389"/>
                    <a:pt x="2218" y="389"/>
                  </a:cubicBezTo>
                  <a:close/>
                  <a:moveTo>
                    <a:pt x="9086" y="11275"/>
                  </a:moveTo>
                  <a:lnTo>
                    <a:pt x="9086" y="12123"/>
                  </a:lnTo>
                  <a:cubicBezTo>
                    <a:pt x="9086" y="12390"/>
                    <a:pt x="8871" y="12605"/>
                    <a:pt x="8607" y="12605"/>
                  </a:cubicBezTo>
                  <a:lnTo>
                    <a:pt x="3013" y="12605"/>
                  </a:lnTo>
                  <a:cubicBezTo>
                    <a:pt x="2749" y="12602"/>
                    <a:pt x="2534" y="12387"/>
                    <a:pt x="2534" y="12123"/>
                  </a:cubicBezTo>
                  <a:lnTo>
                    <a:pt x="2534" y="11275"/>
                  </a:lnTo>
                  <a:close/>
                  <a:moveTo>
                    <a:pt x="2221" y="0"/>
                  </a:moveTo>
                  <a:cubicBezTo>
                    <a:pt x="1428" y="0"/>
                    <a:pt x="665" y="494"/>
                    <a:pt x="395" y="1325"/>
                  </a:cubicBezTo>
                  <a:cubicBezTo>
                    <a:pt x="1" y="2532"/>
                    <a:pt x="870" y="3781"/>
                    <a:pt x="2140" y="3834"/>
                  </a:cubicBezTo>
                  <a:lnTo>
                    <a:pt x="2140" y="5660"/>
                  </a:lnTo>
                  <a:cubicBezTo>
                    <a:pt x="2140" y="5790"/>
                    <a:pt x="2238" y="5855"/>
                    <a:pt x="2335" y="5855"/>
                  </a:cubicBezTo>
                  <a:cubicBezTo>
                    <a:pt x="2433" y="5855"/>
                    <a:pt x="2531" y="5790"/>
                    <a:pt x="2531" y="5660"/>
                  </a:cubicBezTo>
                  <a:lnTo>
                    <a:pt x="2531" y="3805"/>
                  </a:lnTo>
                  <a:cubicBezTo>
                    <a:pt x="3263" y="3682"/>
                    <a:pt x="3857" y="3147"/>
                    <a:pt x="4061" y="2437"/>
                  </a:cubicBezTo>
                  <a:lnTo>
                    <a:pt x="9089" y="2437"/>
                  </a:lnTo>
                  <a:lnTo>
                    <a:pt x="9089" y="4010"/>
                  </a:lnTo>
                  <a:lnTo>
                    <a:pt x="5975" y="4010"/>
                  </a:lnTo>
                  <a:lnTo>
                    <a:pt x="5975" y="3337"/>
                  </a:lnTo>
                  <a:lnTo>
                    <a:pt x="5585" y="3337"/>
                  </a:lnTo>
                  <a:lnTo>
                    <a:pt x="5585" y="9977"/>
                  </a:lnTo>
                  <a:lnTo>
                    <a:pt x="5975" y="9977"/>
                  </a:lnTo>
                  <a:lnTo>
                    <a:pt x="5975" y="9284"/>
                  </a:lnTo>
                  <a:lnTo>
                    <a:pt x="9089" y="9284"/>
                  </a:lnTo>
                  <a:lnTo>
                    <a:pt x="9089" y="10881"/>
                  </a:lnTo>
                  <a:lnTo>
                    <a:pt x="2534" y="10881"/>
                  </a:lnTo>
                  <a:lnTo>
                    <a:pt x="2534" y="6497"/>
                  </a:lnTo>
                  <a:cubicBezTo>
                    <a:pt x="2534" y="6367"/>
                    <a:pt x="2437" y="6302"/>
                    <a:pt x="2339" y="6302"/>
                  </a:cubicBezTo>
                  <a:cubicBezTo>
                    <a:pt x="2241" y="6302"/>
                    <a:pt x="2144" y="6367"/>
                    <a:pt x="2144" y="6497"/>
                  </a:cubicBezTo>
                  <a:lnTo>
                    <a:pt x="2144" y="12127"/>
                  </a:lnTo>
                  <a:cubicBezTo>
                    <a:pt x="2144" y="12609"/>
                    <a:pt x="2534" y="12996"/>
                    <a:pt x="3016" y="12999"/>
                  </a:cubicBezTo>
                  <a:lnTo>
                    <a:pt x="8611" y="12999"/>
                  </a:lnTo>
                  <a:cubicBezTo>
                    <a:pt x="9058" y="12996"/>
                    <a:pt x="9431" y="12658"/>
                    <a:pt x="9476" y="12215"/>
                  </a:cubicBezTo>
                  <a:cubicBezTo>
                    <a:pt x="9480" y="12186"/>
                    <a:pt x="9480" y="12155"/>
                    <a:pt x="9480" y="12127"/>
                  </a:cubicBezTo>
                  <a:lnTo>
                    <a:pt x="9480" y="9287"/>
                  </a:lnTo>
                  <a:lnTo>
                    <a:pt x="10665" y="9287"/>
                  </a:lnTo>
                  <a:cubicBezTo>
                    <a:pt x="10915" y="9277"/>
                    <a:pt x="10915" y="8907"/>
                    <a:pt x="10665" y="8897"/>
                  </a:cubicBezTo>
                  <a:lnTo>
                    <a:pt x="6014" y="8897"/>
                  </a:lnTo>
                  <a:cubicBezTo>
                    <a:pt x="5993" y="8897"/>
                    <a:pt x="5975" y="8879"/>
                    <a:pt x="5975" y="8858"/>
                  </a:cubicBezTo>
                  <a:lnTo>
                    <a:pt x="5975" y="4442"/>
                  </a:lnTo>
                  <a:cubicBezTo>
                    <a:pt x="5975" y="4421"/>
                    <a:pt x="5993" y="4404"/>
                    <a:pt x="6014" y="4404"/>
                  </a:cubicBezTo>
                  <a:lnTo>
                    <a:pt x="13199" y="4404"/>
                  </a:lnTo>
                  <a:cubicBezTo>
                    <a:pt x="13220" y="4404"/>
                    <a:pt x="13238" y="4421"/>
                    <a:pt x="13238" y="4442"/>
                  </a:cubicBezTo>
                  <a:lnTo>
                    <a:pt x="13238" y="8858"/>
                  </a:lnTo>
                  <a:cubicBezTo>
                    <a:pt x="13238" y="8879"/>
                    <a:pt x="13220" y="8897"/>
                    <a:pt x="13199" y="8897"/>
                  </a:cubicBezTo>
                  <a:lnTo>
                    <a:pt x="11524" y="8897"/>
                  </a:lnTo>
                  <a:cubicBezTo>
                    <a:pt x="11519" y="8896"/>
                    <a:pt x="11515" y="8896"/>
                    <a:pt x="11511" y="8896"/>
                  </a:cubicBezTo>
                  <a:cubicBezTo>
                    <a:pt x="11254" y="8896"/>
                    <a:pt x="11254" y="9288"/>
                    <a:pt x="11511" y="9288"/>
                  </a:cubicBezTo>
                  <a:cubicBezTo>
                    <a:pt x="11515" y="9288"/>
                    <a:pt x="11519" y="9287"/>
                    <a:pt x="11524" y="9287"/>
                  </a:cubicBezTo>
                  <a:lnTo>
                    <a:pt x="13199" y="9287"/>
                  </a:lnTo>
                  <a:cubicBezTo>
                    <a:pt x="13438" y="9287"/>
                    <a:pt x="13628" y="9094"/>
                    <a:pt x="13632" y="8858"/>
                  </a:cubicBezTo>
                  <a:lnTo>
                    <a:pt x="13632" y="4442"/>
                  </a:lnTo>
                  <a:cubicBezTo>
                    <a:pt x="13628" y="4203"/>
                    <a:pt x="13438" y="4010"/>
                    <a:pt x="13199" y="4010"/>
                  </a:cubicBezTo>
                  <a:lnTo>
                    <a:pt x="9480" y="4010"/>
                  </a:lnTo>
                  <a:lnTo>
                    <a:pt x="9480" y="1195"/>
                  </a:lnTo>
                  <a:cubicBezTo>
                    <a:pt x="9480" y="1167"/>
                    <a:pt x="9480" y="1138"/>
                    <a:pt x="9476" y="1107"/>
                  </a:cubicBezTo>
                  <a:cubicBezTo>
                    <a:pt x="9431" y="663"/>
                    <a:pt x="9058" y="326"/>
                    <a:pt x="8611" y="326"/>
                  </a:cubicBezTo>
                  <a:lnTo>
                    <a:pt x="3284" y="326"/>
                  </a:lnTo>
                  <a:cubicBezTo>
                    <a:pt x="2952" y="104"/>
                    <a:pt x="2583" y="0"/>
                    <a:pt x="2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85"/>
            <p:cNvSpPr/>
            <p:nvPr/>
          </p:nvSpPr>
          <p:spPr>
            <a:xfrm>
              <a:off x="7758000" y="1661863"/>
              <a:ext cx="64678" cy="48281"/>
            </a:xfrm>
            <a:custGeom>
              <a:rect b="b" l="l" r="r" t="t"/>
              <a:pathLst>
                <a:path extrusionOk="0" h="1855" w="2485">
                  <a:moveTo>
                    <a:pt x="985" y="391"/>
                  </a:moveTo>
                  <a:cubicBezTo>
                    <a:pt x="1049" y="391"/>
                    <a:pt x="1108" y="402"/>
                    <a:pt x="1168" y="423"/>
                  </a:cubicBezTo>
                  <a:cubicBezTo>
                    <a:pt x="971" y="729"/>
                    <a:pt x="971" y="1123"/>
                    <a:pt x="1168" y="1429"/>
                  </a:cubicBezTo>
                  <a:cubicBezTo>
                    <a:pt x="1107" y="1451"/>
                    <a:pt x="1045" y="1462"/>
                    <a:pt x="984" y="1462"/>
                  </a:cubicBezTo>
                  <a:cubicBezTo>
                    <a:pt x="700" y="1462"/>
                    <a:pt x="447" y="1233"/>
                    <a:pt x="447" y="926"/>
                  </a:cubicBezTo>
                  <a:cubicBezTo>
                    <a:pt x="447" y="630"/>
                    <a:pt x="686" y="391"/>
                    <a:pt x="985" y="391"/>
                  </a:cubicBezTo>
                  <a:close/>
                  <a:moveTo>
                    <a:pt x="983" y="1"/>
                  </a:moveTo>
                  <a:cubicBezTo>
                    <a:pt x="899" y="1"/>
                    <a:pt x="815" y="12"/>
                    <a:pt x="732" y="36"/>
                  </a:cubicBezTo>
                  <a:cubicBezTo>
                    <a:pt x="285" y="159"/>
                    <a:pt x="0" y="595"/>
                    <a:pt x="63" y="1053"/>
                  </a:cubicBezTo>
                  <a:cubicBezTo>
                    <a:pt x="127" y="1510"/>
                    <a:pt x="517" y="1851"/>
                    <a:pt x="982" y="1855"/>
                  </a:cubicBezTo>
                  <a:cubicBezTo>
                    <a:pt x="1151" y="1855"/>
                    <a:pt x="1320" y="1806"/>
                    <a:pt x="1464" y="1718"/>
                  </a:cubicBezTo>
                  <a:cubicBezTo>
                    <a:pt x="1587" y="1642"/>
                    <a:pt x="1687" y="1542"/>
                    <a:pt x="1760" y="1427"/>
                  </a:cubicBezTo>
                  <a:lnTo>
                    <a:pt x="1760" y="1427"/>
                  </a:lnTo>
                  <a:cubicBezTo>
                    <a:pt x="1821" y="1450"/>
                    <a:pt x="1883" y="1461"/>
                    <a:pt x="1945" y="1461"/>
                  </a:cubicBezTo>
                  <a:cubicBezTo>
                    <a:pt x="2220" y="1461"/>
                    <a:pt x="2484" y="1247"/>
                    <a:pt x="2484" y="926"/>
                  </a:cubicBezTo>
                  <a:cubicBezTo>
                    <a:pt x="2481" y="630"/>
                    <a:pt x="2241" y="391"/>
                    <a:pt x="1946" y="391"/>
                  </a:cubicBezTo>
                  <a:cubicBezTo>
                    <a:pt x="1878" y="391"/>
                    <a:pt x="1816" y="403"/>
                    <a:pt x="1759" y="424"/>
                  </a:cubicBezTo>
                  <a:lnTo>
                    <a:pt x="1759" y="424"/>
                  </a:lnTo>
                  <a:cubicBezTo>
                    <a:pt x="1786" y="465"/>
                    <a:pt x="1810" y="510"/>
                    <a:pt x="1830" y="557"/>
                  </a:cubicBezTo>
                  <a:cubicBezTo>
                    <a:pt x="1958" y="849"/>
                    <a:pt x="1923" y="1174"/>
                    <a:pt x="1760" y="1427"/>
                  </a:cubicBezTo>
                  <a:lnTo>
                    <a:pt x="1760" y="1427"/>
                  </a:lnTo>
                  <a:cubicBezTo>
                    <a:pt x="1692" y="1401"/>
                    <a:pt x="1627" y="1360"/>
                    <a:pt x="1569" y="1302"/>
                  </a:cubicBezTo>
                  <a:cubicBezTo>
                    <a:pt x="1280" y="1016"/>
                    <a:pt x="1415" y="550"/>
                    <a:pt x="1759" y="424"/>
                  </a:cubicBezTo>
                  <a:lnTo>
                    <a:pt x="1759" y="424"/>
                  </a:lnTo>
                  <a:cubicBezTo>
                    <a:pt x="1588" y="159"/>
                    <a:pt x="129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85"/>
            <p:cNvSpPr/>
            <p:nvPr/>
          </p:nvSpPr>
          <p:spPr>
            <a:xfrm>
              <a:off x="7668518" y="1663138"/>
              <a:ext cx="67073" cy="45548"/>
            </a:xfrm>
            <a:custGeom>
              <a:rect b="b" l="l" r="r" t="t"/>
              <a:pathLst>
                <a:path extrusionOk="0" h="1750" w="2577">
                  <a:moveTo>
                    <a:pt x="2147" y="395"/>
                  </a:moveTo>
                  <a:cubicBezTo>
                    <a:pt x="2168" y="395"/>
                    <a:pt x="2186" y="413"/>
                    <a:pt x="2186" y="434"/>
                  </a:cubicBezTo>
                  <a:lnTo>
                    <a:pt x="2186" y="1320"/>
                  </a:lnTo>
                  <a:cubicBezTo>
                    <a:pt x="2186" y="1341"/>
                    <a:pt x="2168" y="1359"/>
                    <a:pt x="2147" y="1359"/>
                  </a:cubicBezTo>
                  <a:lnTo>
                    <a:pt x="433" y="1359"/>
                  </a:lnTo>
                  <a:cubicBezTo>
                    <a:pt x="409" y="1359"/>
                    <a:pt x="391" y="1341"/>
                    <a:pt x="391" y="1320"/>
                  </a:cubicBezTo>
                  <a:lnTo>
                    <a:pt x="391" y="434"/>
                  </a:lnTo>
                  <a:cubicBezTo>
                    <a:pt x="391" y="413"/>
                    <a:pt x="409" y="395"/>
                    <a:pt x="433" y="395"/>
                  </a:cubicBezTo>
                  <a:close/>
                  <a:moveTo>
                    <a:pt x="430" y="1"/>
                  </a:moveTo>
                  <a:cubicBezTo>
                    <a:pt x="191" y="1"/>
                    <a:pt x="1" y="194"/>
                    <a:pt x="1" y="434"/>
                  </a:cubicBezTo>
                  <a:lnTo>
                    <a:pt x="1" y="1320"/>
                  </a:lnTo>
                  <a:cubicBezTo>
                    <a:pt x="1" y="1560"/>
                    <a:pt x="191" y="1750"/>
                    <a:pt x="430" y="1750"/>
                  </a:cubicBezTo>
                  <a:lnTo>
                    <a:pt x="2147" y="1750"/>
                  </a:lnTo>
                  <a:cubicBezTo>
                    <a:pt x="2383" y="1750"/>
                    <a:pt x="2576" y="1560"/>
                    <a:pt x="2576" y="1320"/>
                  </a:cubicBezTo>
                  <a:lnTo>
                    <a:pt x="2576" y="434"/>
                  </a:lnTo>
                  <a:cubicBezTo>
                    <a:pt x="2576" y="194"/>
                    <a:pt x="2383" y="1"/>
                    <a:pt x="21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85"/>
            <p:cNvSpPr/>
            <p:nvPr/>
          </p:nvSpPr>
          <p:spPr>
            <a:xfrm>
              <a:off x="7665134" y="1718915"/>
              <a:ext cx="170454" cy="30062"/>
            </a:xfrm>
            <a:custGeom>
              <a:rect b="b" l="l" r="r" t="t"/>
              <a:pathLst>
                <a:path extrusionOk="0" h="1155" w="6549">
                  <a:moveTo>
                    <a:pt x="6119" y="395"/>
                  </a:moveTo>
                  <a:cubicBezTo>
                    <a:pt x="6140" y="395"/>
                    <a:pt x="6158" y="412"/>
                    <a:pt x="6158" y="433"/>
                  </a:cubicBezTo>
                  <a:lnTo>
                    <a:pt x="6158" y="725"/>
                  </a:lnTo>
                  <a:cubicBezTo>
                    <a:pt x="6158" y="747"/>
                    <a:pt x="6140" y="764"/>
                    <a:pt x="6119" y="764"/>
                  </a:cubicBezTo>
                  <a:lnTo>
                    <a:pt x="433" y="764"/>
                  </a:lnTo>
                  <a:cubicBezTo>
                    <a:pt x="412" y="764"/>
                    <a:pt x="394" y="747"/>
                    <a:pt x="394" y="725"/>
                  </a:cubicBezTo>
                  <a:lnTo>
                    <a:pt x="391" y="433"/>
                  </a:lnTo>
                  <a:cubicBezTo>
                    <a:pt x="391" y="412"/>
                    <a:pt x="409" y="395"/>
                    <a:pt x="433" y="395"/>
                  </a:cubicBezTo>
                  <a:close/>
                  <a:moveTo>
                    <a:pt x="433" y="1"/>
                  </a:moveTo>
                  <a:cubicBezTo>
                    <a:pt x="194" y="1"/>
                    <a:pt x="0" y="194"/>
                    <a:pt x="0" y="433"/>
                  </a:cubicBezTo>
                  <a:lnTo>
                    <a:pt x="0" y="725"/>
                  </a:lnTo>
                  <a:cubicBezTo>
                    <a:pt x="0" y="965"/>
                    <a:pt x="194" y="1155"/>
                    <a:pt x="433" y="1155"/>
                  </a:cubicBezTo>
                  <a:lnTo>
                    <a:pt x="6119" y="1155"/>
                  </a:lnTo>
                  <a:cubicBezTo>
                    <a:pt x="6355" y="1155"/>
                    <a:pt x="6548" y="965"/>
                    <a:pt x="6548" y="725"/>
                  </a:cubicBezTo>
                  <a:lnTo>
                    <a:pt x="6548" y="433"/>
                  </a:lnTo>
                  <a:cubicBezTo>
                    <a:pt x="6548" y="194"/>
                    <a:pt x="6355" y="1"/>
                    <a:pt x="6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85"/>
            <p:cNvSpPr/>
            <p:nvPr/>
          </p:nvSpPr>
          <p:spPr>
            <a:xfrm>
              <a:off x="7534867" y="1569205"/>
              <a:ext cx="43622" cy="30608"/>
            </a:xfrm>
            <a:custGeom>
              <a:rect b="b" l="l" r="r" t="t"/>
              <a:pathLst>
                <a:path extrusionOk="0" h="1176" w="1676">
                  <a:moveTo>
                    <a:pt x="1407" y="0"/>
                  </a:moveTo>
                  <a:cubicBezTo>
                    <a:pt x="1363" y="0"/>
                    <a:pt x="1318" y="16"/>
                    <a:pt x="1276" y="53"/>
                  </a:cubicBezTo>
                  <a:lnTo>
                    <a:pt x="1279" y="53"/>
                  </a:lnTo>
                  <a:lnTo>
                    <a:pt x="699" y="679"/>
                  </a:lnTo>
                  <a:lnTo>
                    <a:pt x="438" y="355"/>
                  </a:lnTo>
                  <a:cubicBezTo>
                    <a:pt x="395" y="297"/>
                    <a:pt x="340" y="273"/>
                    <a:pt x="286" y="273"/>
                  </a:cubicBezTo>
                  <a:cubicBezTo>
                    <a:pt x="139" y="273"/>
                    <a:pt x="1" y="452"/>
                    <a:pt x="132" y="602"/>
                  </a:cubicBezTo>
                  <a:lnTo>
                    <a:pt x="533" y="1101"/>
                  </a:lnTo>
                  <a:cubicBezTo>
                    <a:pt x="572" y="1147"/>
                    <a:pt x="625" y="1172"/>
                    <a:pt x="681" y="1175"/>
                  </a:cubicBezTo>
                  <a:lnTo>
                    <a:pt x="688" y="1175"/>
                  </a:lnTo>
                  <a:cubicBezTo>
                    <a:pt x="741" y="1175"/>
                    <a:pt x="794" y="1154"/>
                    <a:pt x="833" y="1112"/>
                  </a:cubicBezTo>
                  <a:lnTo>
                    <a:pt x="1564" y="317"/>
                  </a:lnTo>
                  <a:cubicBezTo>
                    <a:pt x="1675" y="171"/>
                    <a:pt x="1552"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9" name="Google Shape;18399;p85"/>
          <p:cNvGrpSpPr/>
          <p:nvPr/>
        </p:nvGrpSpPr>
        <p:grpSpPr>
          <a:xfrm>
            <a:off x="4186663" y="3796534"/>
            <a:ext cx="372844" cy="353610"/>
            <a:chOff x="4186663" y="3796534"/>
            <a:chExt cx="372844" cy="353610"/>
          </a:xfrm>
        </p:grpSpPr>
        <p:sp>
          <p:nvSpPr>
            <p:cNvPr id="18400" name="Google Shape;18400;p85"/>
            <p:cNvSpPr/>
            <p:nvPr/>
          </p:nvSpPr>
          <p:spPr>
            <a:xfrm>
              <a:off x="4211025"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85"/>
            <p:cNvSpPr/>
            <p:nvPr/>
          </p:nvSpPr>
          <p:spPr>
            <a:xfrm>
              <a:off x="4359824" y="3802104"/>
              <a:ext cx="199683" cy="342522"/>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85"/>
            <p:cNvSpPr/>
            <p:nvPr/>
          </p:nvSpPr>
          <p:spPr>
            <a:xfrm>
              <a:off x="4284370" y="3890988"/>
              <a:ext cx="218241" cy="179564"/>
            </a:xfrm>
            <a:custGeom>
              <a:rect b="b" l="l" r="r" t="t"/>
              <a:pathLst>
                <a:path extrusionOk="0" h="6899" w="8385">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85"/>
            <p:cNvSpPr/>
            <p:nvPr/>
          </p:nvSpPr>
          <p:spPr>
            <a:xfrm>
              <a:off x="4186663" y="3796534"/>
              <a:ext cx="372480" cy="353610"/>
            </a:xfrm>
            <a:custGeom>
              <a:rect b="b" l="l" r="r" t="t"/>
              <a:pathLst>
                <a:path extrusionOk="0" h="13586" w="14311">
                  <a:moveTo>
                    <a:pt x="7512" y="429"/>
                  </a:moveTo>
                  <a:cubicBezTo>
                    <a:pt x="11024" y="429"/>
                    <a:pt x="13877" y="3283"/>
                    <a:pt x="13877" y="6794"/>
                  </a:cubicBezTo>
                  <a:cubicBezTo>
                    <a:pt x="13877" y="10302"/>
                    <a:pt x="11024" y="13155"/>
                    <a:pt x="7512" y="13155"/>
                  </a:cubicBezTo>
                  <a:cubicBezTo>
                    <a:pt x="4004" y="13155"/>
                    <a:pt x="1151" y="10302"/>
                    <a:pt x="1151" y="6794"/>
                  </a:cubicBezTo>
                  <a:cubicBezTo>
                    <a:pt x="1151" y="3283"/>
                    <a:pt x="4004" y="429"/>
                    <a:pt x="7512" y="429"/>
                  </a:cubicBezTo>
                  <a:close/>
                  <a:moveTo>
                    <a:pt x="7512" y="1"/>
                  </a:moveTo>
                  <a:cubicBezTo>
                    <a:pt x="6205" y="1"/>
                    <a:pt x="4891" y="377"/>
                    <a:pt x="3741" y="1147"/>
                  </a:cubicBezTo>
                  <a:cubicBezTo>
                    <a:pt x="1045" y="2945"/>
                    <a:pt x="0" y="6400"/>
                    <a:pt x="1239" y="9391"/>
                  </a:cubicBezTo>
                  <a:cubicBezTo>
                    <a:pt x="2307" y="11966"/>
                    <a:pt x="4809" y="13586"/>
                    <a:pt x="7510" y="13586"/>
                  </a:cubicBezTo>
                  <a:cubicBezTo>
                    <a:pt x="7950" y="13586"/>
                    <a:pt x="8394" y="13543"/>
                    <a:pt x="8839" y="13454"/>
                  </a:cubicBezTo>
                  <a:cubicBezTo>
                    <a:pt x="12016" y="12825"/>
                    <a:pt x="14307" y="10035"/>
                    <a:pt x="14307"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85"/>
            <p:cNvSpPr/>
            <p:nvPr/>
          </p:nvSpPr>
          <p:spPr>
            <a:xfrm>
              <a:off x="4277785" y="3885834"/>
              <a:ext cx="231515" cy="189871"/>
            </a:xfrm>
            <a:custGeom>
              <a:rect b="b" l="l" r="r" t="t"/>
              <a:pathLst>
                <a:path extrusionOk="0" h="7295" w="8895">
                  <a:moveTo>
                    <a:pt x="5726" y="0"/>
                  </a:moveTo>
                  <a:cubicBezTo>
                    <a:pt x="5464" y="0"/>
                    <a:pt x="5200" y="48"/>
                    <a:pt x="4947" y="147"/>
                  </a:cubicBezTo>
                  <a:cubicBezTo>
                    <a:pt x="4184" y="446"/>
                    <a:pt x="3660" y="1153"/>
                    <a:pt x="3589" y="1970"/>
                  </a:cubicBezTo>
                  <a:cubicBezTo>
                    <a:pt x="3322" y="1917"/>
                    <a:pt x="3054" y="1850"/>
                    <a:pt x="2794" y="1766"/>
                  </a:cubicBezTo>
                  <a:cubicBezTo>
                    <a:pt x="2006" y="1498"/>
                    <a:pt x="1302" y="1027"/>
                    <a:pt x="750" y="404"/>
                  </a:cubicBezTo>
                  <a:cubicBezTo>
                    <a:pt x="718" y="365"/>
                    <a:pt x="672" y="341"/>
                    <a:pt x="627" y="330"/>
                  </a:cubicBezTo>
                  <a:cubicBezTo>
                    <a:pt x="613" y="328"/>
                    <a:pt x="600" y="326"/>
                    <a:pt x="586" y="326"/>
                  </a:cubicBezTo>
                  <a:cubicBezTo>
                    <a:pt x="506" y="326"/>
                    <a:pt x="431" y="371"/>
                    <a:pt x="394" y="446"/>
                  </a:cubicBezTo>
                  <a:cubicBezTo>
                    <a:pt x="64" y="1104"/>
                    <a:pt x="130" y="1889"/>
                    <a:pt x="560" y="2487"/>
                  </a:cubicBezTo>
                  <a:cubicBezTo>
                    <a:pt x="547" y="2485"/>
                    <a:pt x="533" y="2483"/>
                    <a:pt x="520" y="2483"/>
                  </a:cubicBezTo>
                  <a:cubicBezTo>
                    <a:pt x="456" y="2483"/>
                    <a:pt x="393" y="2511"/>
                    <a:pt x="352" y="2561"/>
                  </a:cubicBezTo>
                  <a:cubicBezTo>
                    <a:pt x="324" y="2600"/>
                    <a:pt x="306" y="2645"/>
                    <a:pt x="306" y="2695"/>
                  </a:cubicBezTo>
                  <a:lnTo>
                    <a:pt x="306" y="2761"/>
                  </a:lnTo>
                  <a:cubicBezTo>
                    <a:pt x="306" y="3324"/>
                    <a:pt x="560" y="3856"/>
                    <a:pt x="1000" y="4207"/>
                  </a:cubicBezTo>
                  <a:cubicBezTo>
                    <a:pt x="968" y="4229"/>
                    <a:pt x="943" y="4257"/>
                    <a:pt x="929" y="4288"/>
                  </a:cubicBezTo>
                  <a:cubicBezTo>
                    <a:pt x="905" y="4341"/>
                    <a:pt x="897" y="4401"/>
                    <a:pt x="915" y="4454"/>
                  </a:cubicBezTo>
                  <a:cubicBezTo>
                    <a:pt x="1102" y="5041"/>
                    <a:pt x="1559" y="5506"/>
                    <a:pt x="2143" y="5696"/>
                  </a:cubicBezTo>
                  <a:cubicBezTo>
                    <a:pt x="1619" y="6016"/>
                    <a:pt x="1017" y="6185"/>
                    <a:pt x="401" y="6185"/>
                  </a:cubicBezTo>
                  <a:cubicBezTo>
                    <a:pt x="349" y="6185"/>
                    <a:pt x="292" y="6185"/>
                    <a:pt x="236" y="6181"/>
                  </a:cubicBezTo>
                  <a:cubicBezTo>
                    <a:pt x="231" y="6181"/>
                    <a:pt x="227" y="6181"/>
                    <a:pt x="222" y="6181"/>
                  </a:cubicBezTo>
                  <a:cubicBezTo>
                    <a:pt x="119" y="6181"/>
                    <a:pt x="31" y="6256"/>
                    <a:pt x="14" y="6361"/>
                  </a:cubicBezTo>
                  <a:cubicBezTo>
                    <a:pt x="0" y="6449"/>
                    <a:pt x="43" y="6537"/>
                    <a:pt x="123" y="6582"/>
                  </a:cubicBezTo>
                  <a:cubicBezTo>
                    <a:pt x="930" y="7059"/>
                    <a:pt x="1832" y="7294"/>
                    <a:pt x="2731" y="7294"/>
                  </a:cubicBezTo>
                  <a:cubicBezTo>
                    <a:pt x="3793" y="7294"/>
                    <a:pt x="4851" y="6966"/>
                    <a:pt x="5746" y="6319"/>
                  </a:cubicBezTo>
                  <a:cubicBezTo>
                    <a:pt x="5855" y="6241"/>
                    <a:pt x="5866" y="6086"/>
                    <a:pt x="5774" y="5991"/>
                  </a:cubicBezTo>
                  <a:cubicBezTo>
                    <a:pt x="5732" y="5949"/>
                    <a:pt x="5676" y="5927"/>
                    <a:pt x="5621" y="5927"/>
                  </a:cubicBezTo>
                  <a:cubicBezTo>
                    <a:pt x="5576" y="5927"/>
                    <a:pt x="5531" y="5942"/>
                    <a:pt x="5493" y="5970"/>
                  </a:cubicBezTo>
                  <a:cubicBezTo>
                    <a:pt x="4675" y="6560"/>
                    <a:pt x="3705" y="6864"/>
                    <a:pt x="2726" y="6864"/>
                  </a:cubicBezTo>
                  <a:cubicBezTo>
                    <a:pt x="2163" y="6864"/>
                    <a:pt x="1597" y="6763"/>
                    <a:pt x="1056" y="6558"/>
                  </a:cubicBezTo>
                  <a:cubicBezTo>
                    <a:pt x="1703" y="6442"/>
                    <a:pt x="2312" y="6160"/>
                    <a:pt x="2815" y="5741"/>
                  </a:cubicBezTo>
                  <a:cubicBezTo>
                    <a:pt x="2878" y="5692"/>
                    <a:pt x="2910" y="5611"/>
                    <a:pt x="2896" y="5530"/>
                  </a:cubicBezTo>
                  <a:cubicBezTo>
                    <a:pt x="2875" y="5432"/>
                    <a:pt x="2790" y="5362"/>
                    <a:pt x="2692" y="5358"/>
                  </a:cubicBezTo>
                  <a:cubicBezTo>
                    <a:pt x="2175" y="5344"/>
                    <a:pt x="1707" y="5062"/>
                    <a:pt x="1450" y="4612"/>
                  </a:cubicBezTo>
                  <a:cubicBezTo>
                    <a:pt x="1573" y="4609"/>
                    <a:pt x="1693" y="4591"/>
                    <a:pt x="1809" y="4566"/>
                  </a:cubicBezTo>
                  <a:cubicBezTo>
                    <a:pt x="1900" y="4549"/>
                    <a:pt x="1971" y="4475"/>
                    <a:pt x="1985" y="4380"/>
                  </a:cubicBezTo>
                  <a:cubicBezTo>
                    <a:pt x="1999" y="4274"/>
                    <a:pt x="1928" y="4172"/>
                    <a:pt x="1823" y="4144"/>
                  </a:cubicBezTo>
                  <a:cubicBezTo>
                    <a:pt x="1270" y="4010"/>
                    <a:pt x="852" y="3560"/>
                    <a:pt x="757" y="2997"/>
                  </a:cubicBezTo>
                  <a:lnTo>
                    <a:pt x="757" y="2997"/>
                  </a:lnTo>
                  <a:cubicBezTo>
                    <a:pt x="898" y="3030"/>
                    <a:pt x="1045" y="3048"/>
                    <a:pt x="1190" y="3048"/>
                  </a:cubicBezTo>
                  <a:cubicBezTo>
                    <a:pt x="1215" y="3048"/>
                    <a:pt x="1239" y="3047"/>
                    <a:pt x="1263" y="3046"/>
                  </a:cubicBezTo>
                  <a:cubicBezTo>
                    <a:pt x="1369" y="3043"/>
                    <a:pt x="1457" y="2962"/>
                    <a:pt x="1471" y="2856"/>
                  </a:cubicBezTo>
                  <a:cubicBezTo>
                    <a:pt x="1478" y="2772"/>
                    <a:pt x="1436" y="2691"/>
                    <a:pt x="1362" y="2645"/>
                  </a:cubicBezTo>
                  <a:cubicBezTo>
                    <a:pt x="778" y="2290"/>
                    <a:pt x="496" y="1597"/>
                    <a:pt x="669" y="935"/>
                  </a:cubicBezTo>
                  <a:lnTo>
                    <a:pt x="669" y="935"/>
                  </a:lnTo>
                  <a:cubicBezTo>
                    <a:pt x="1232" y="1491"/>
                    <a:pt x="1911" y="1913"/>
                    <a:pt x="2660" y="2170"/>
                  </a:cubicBezTo>
                  <a:cubicBezTo>
                    <a:pt x="2667" y="2174"/>
                    <a:pt x="3406" y="2402"/>
                    <a:pt x="3684" y="2402"/>
                  </a:cubicBezTo>
                  <a:lnTo>
                    <a:pt x="3790" y="2410"/>
                  </a:lnTo>
                  <a:cubicBezTo>
                    <a:pt x="3792" y="2410"/>
                    <a:pt x="3794" y="2410"/>
                    <a:pt x="3796" y="2410"/>
                  </a:cubicBezTo>
                  <a:cubicBezTo>
                    <a:pt x="3920" y="2410"/>
                    <a:pt x="4022" y="2309"/>
                    <a:pt x="4015" y="2184"/>
                  </a:cubicBezTo>
                  <a:lnTo>
                    <a:pt x="4015" y="2149"/>
                  </a:lnTo>
                  <a:cubicBezTo>
                    <a:pt x="4015" y="1449"/>
                    <a:pt x="4437" y="823"/>
                    <a:pt x="5081" y="559"/>
                  </a:cubicBezTo>
                  <a:cubicBezTo>
                    <a:pt x="5293" y="473"/>
                    <a:pt x="5514" y="431"/>
                    <a:pt x="5734" y="431"/>
                  </a:cubicBezTo>
                  <a:cubicBezTo>
                    <a:pt x="6187" y="431"/>
                    <a:pt x="6631" y="608"/>
                    <a:pt x="6960" y="942"/>
                  </a:cubicBezTo>
                  <a:cubicBezTo>
                    <a:pt x="7000" y="985"/>
                    <a:pt x="7056" y="1007"/>
                    <a:pt x="7114" y="1007"/>
                  </a:cubicBezTo>
                  <a:cubicBezTo>
                    <a:pt x="7123" y="1007"/>
                    <a:pt x="7131" y="1007"/>
                    <a:pt x="7139" y="1006"/>
                  </a:cubicBezTo>
                  <a:cubicBezTo>
                    <a:pt x="7354" y="974"/>
                    <a:pt x="7569" y="925"/>
                    <a:pt x="7776" y="854"/>
                  </a:cubicBezTo>
                  <a:lnTo>
                    <a:pt x="7776" y="854"/>
                  </a:lnTo>
                  <a:cubicBezTo>
                    <a:pt x="7667" y="978"/>
                    <a:pt x="7537" y="1080"/>
                    <a:pt x="7393" y="1160"/>
                  </a:cubicBezTo>
                  <a:cubicBezTo>
                    <a:pt x="7294" y="1213"/>
                    <a:pt x="7252" y="1336"/>
                    <a:pt x="7298" y="1438"/>
                  </a:cubicBezTo>
                  <a:lnTo>
                    <a:pt x="7301" y="1445"/>
                  </a:lnTo>
                  <a:cubicBezTo>
                    <a:pt x="7337" y="1519"/>
                    <a:pt x="7413" y="1570"/>
                    <a:pt x="7493" y="1570"/>
                  </a:cubicBezTo>
                  <a:cubicBezTo>
                    <a:pt x="7501" y="1570"/>
                    <a:pt x="7508" y="1570"/>
                    <a:pt x="7516" y="1569"/>
                  </a:cubicBezTo>
                  <a:cubicBezTo>
                    <a:pt x="7695" y="1551"/>
                    <a:pt x="7868" y="1523"/>
                    <a:pt x="8040" y="1481"/>
                  </a:cubicBezTo>
                  <a:lnTo>
                    <a:pt x="8040" y="1481"/>
                  </a:lnTo>
                  <a:cubicBezTo>
                    <a:pt x="7889" y="1639"/>
                    <a:pt x="7720" y="1783"/>
                    <a:pt x="7540" y="1906"/>
                  </a:cubicBezTo>
                  <a:cubicBezTo>
                    <a:pt x="7484" y="1949"/>
                    <a:pt x="7449" y="2019"/>
                    <a:pt x="7452" y="2089"/>
                  </a:cubicBezTo>
                  <a:lnTo>
                    <a:pt x="7452" y="2103"/>
                  </a:lnTo>
                  <a:lnTo>
                    <a:pt x="7452" y="2146"/>
                  </a:lnTo>
                  <a:lnTo>
                    <a:pt x="7452" y="2167"/>
                  </a:lnTo>
                  <a:cubicBezTo>
                    <a:pt x="7445" y="3324"/>
                    <a:pt x="7016" y="4440"/>
                    <a:pt x="6239" y="5298"/>
                  </a:cubicBezTo>
                  <a:cubicBezTo>
                    <a:pt x="6165" y="5383"/>
                    <a:pt x="6168" y="5513"/>
                    <a:pt x="6249" y="5594"/>
                  </a:cubicBezTo>
                  <a:cubicBezTo>
                    <a:pt x="6291" y="5636"/>
                    <a:pt x="6347" y="5657"/>
                    <a:pt x="6402" y="5657"/>
                  </a:cubicBezTo>
                  <a:cubicBezTo>
                    <a:pt x="6461" y="5657"/>
                    <a:pt x="6520" y="5632"/>
                    <a:pt x="6562" y="5583"/>
                  </a:cubicBezTo>
                  <a:cubicBezTo>
                    <a:pt x="7403" y="4654"/>
                    <a:pt x="7871" y="3444"/>
                    <a:pt x="7878" y="2191"/>
                  </a:cubicBezTo>
                  <a:cubicBezTo>
                    <a:pt x="8262" y="1906"/>
                    <a:pt x="8589" y="1555"/>
                    <a:pt x="8842" y="1153"/>
                  </a:cubicBezTo>
                  <a:cubicBezTo>
                    <a:pt x="8895" y="1062"/>
                    <a:pt x="8877" y="946"/>
                    <a:pt x="8796" y="879"/>
                  </a:cubicBezTo>
                  <a:cubicBezTo>
                    <a:pt x="8758" y="844"/>
                    <a:pt x="8707" y="827"/>
                    <a:pt x="8655" y="827"/>
                  </a:cubicBezTo>
                  <a:cubicBezTo>
                    <a:pt x="8623" y="827"/>
                    <a:pt x="8591" y="834"/>
                    <a:pt x="8561" y="847"/>
                  </a:cubicBezTo>
                  <a:cubicBezTo>
                    <a:pt x="8452" y="900"/>
                    <a:pt x="8339" y="946"/>
                    <a:pt x="8223" y="985"/>
                  </a:cubicBezTo>
                  <a:cubicBezTo>
                    <a:pt x="8339" y="826"/>
                    <a:pt x="8427" y="654"/>
                    <a:pt x="8494" y="467"/>
                  </a:cubicBezTo>
                  <a:cubicBezTo>
                    <a:pt x="8522" y="393"/>
                    <a:pt x="8504" y="305"/>
                    <a:pt x="8452" y="246"/>
                  </a:cubicBezTo>
                  <a:cubicBezTo>
                    <a:pt x="8410" y="200"/>
                    <a:pt x="8351" y="176"/>
                    <a:pt x="8292" y="176"/>
                  </a:cubicBezTo>
                  <a:cubicBezTo>
                    <a:pt x="8256" y="176"/>
                    <a:pt x="8220" y="185"/>
                    <a:pt x="8188" y="203"/>
                  </a:cubicBezTo>
                  <a:cubicBezTo>
                    <a:pt x="7875" y="383"/>
                    <a:pt x="7533" y="506"/>
                    <a:pt x="7182" y="566"/>
                  </a:cubicBezTo>
                  <a:cubicBezTo>
                    <a:pt x="6777" y="196"/>
                    <a:pt x="6255" y="0"/>
                    <a:pt x="57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5" name="Google Shape;18405;p85"/>
          <p:cNvGrpSpPr/>
          <p:nvPr/>
        </p:nvGrpSpPr>
        <p:grpSpPr>
          <a:xfrm>
            <a:off x="4628896" y="3796534"/>
            <a:ext cx="372740" cy="353610"/>
            <a:chOff x="4628896" y="3796534"/>
            <a:chExt cx="372740" cy="353610"/>
          </a:xfrm>
        </p:grpSpPr>
        <p:sp>
          <p:nvSpPr>
            <p:cNvPr id="18406" name="Google Shape;18406;p85"/>
            <p:cNvSpPr/>
            <p:nvPr/>
          </p:nvSpPr>
          <p:spPr>
            <a:xfrm>
              <a:off x="4653258"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85"/>
            <p:cNvSpPr/>
            <p:nvPr/>
          </p:nvSpPr>
          <p:spPr>
            <a:xfrm>
              <a:off x="4802161" y="3802104"/>
              <a:ext cx="199475" cy="342522"/>
            </a:xfrm>
            <a:custGeom>
              <a:rect b="b" l="l" r="r" t="t"/>
              <a:pathLst>
                <a:path extrusionOk="0" h="13160" w="7664">
                  <a:moveTo>
                    <a:pt x="859" y="1"/>
                  </a:moveTo>
                  <a:cubicBezTo>
                    <a:pt x="570" y="1"/>
                    <a:pt x="285" y="18"/>
                    <a:pt x="0" y="57"/>
                  </a:cubicBezTo>
                  <a:cubicBezTo>
                    <a:pt x="3276" y="486"/>
                    <a:pt x="5721" y="3276"/>
                    <a:pt x="5721" y="6580"/>
                  </a:cubicBezTo>
                  <a:cubicBezTo>
                    <a:pt x="5721" y="9880"/>
                    <a:pt x="3276" y="12670"/>
                    <a:pt x="0" y="13103"/>
                  </a:cubicBezTo>
                  <a:cubicBezTo>
                    <a:pt x="290" y="13141"/>
                    <a:pt x="578" y="13160"/>
                    <a:pt x="863" y="13160"/>
                  </a:cubicBezTo>
                  <a:cubicBezTo>
                    <a:pt x="4273" y="13160"/>
                    <a:pt x="7186" y="10510"/>
                    <a:pt x="7417" y="7009"/>
                  </a:cubicBezTo>
                  <a:cubicBezTo>
                    <a:pt x="7663" y="3216"/>
                    <a:pt x="4659" y="4"/>
                    <a:pt x="85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85"/>
            <p:cNvSpPr/>
            <p:nvPr/>
          </p:nvSpPr>
          <p:spPr>
            <a:xfrm>
              <a:off x="4693731" y="3853847"/>
              <a:ext cx="260275" cy="238958"/>
            </a:xfrm>
            <a:custGeom>
              <a:rect b="b" l="l" r="r" t="t"/>
              <a:pathLst>
                <a:path extrusionOk="0" h="9181" w="10000">
                  <a:moveTo>
                    <a:pt x="5023" y="0"/>
                  </a:moveTo>
                  <a:cubicBezTo>
                    <a:pt x="3884" y="0"/>
                    <a:pt x="2754" y="424"/>
                    <a:pt x="1879" y="1246"/>
                  </a:cubicBezTo>
                  <a:cubicBezTo>
                    <a:pt x="377" y="2657"/>
                    <a:pt x="0" y="4895"/>
                    <a:pt x="954" y="6717"/>
                  </a:cubicBezTo>
                  <a:lnTo>
                    <a:pt x="426" y="8037"/>
                  </a:lnTo>
                  <a:lnTo>
                    <a:pt x="1992" y="8037"/>
                  </a:lnTo>
                  <a:cubicBezTo>
                    <a:pt x="2826" y="8772"/>
                    <a:pt x="3900" y="9180"/>
                    <a:pt x="5010" y="9180"/>
                  </a:cubicBezTo>
                  <a:cubicBezTo>
                    <a:pt x="5015" y="9180"/>
                    <a:pt x="5020" y="9180"/>
                    <a:pt x="5025" y="9180"/>
                  </a:cubicBezTo>
                  <a:cubicBezTo>
                    <a:pt x="7083" y="9180"/>
                    <a:pt x="8891" y="7808"/>
                    <a:pt x="9444" y="5823"/>
                  </a:cubicBezTo>
                  <a:cubicBezTo>
                    <a:pt x="10000" y="3839"/>
                    <a:pt x="9162" y="1732"/>
                    <a:pt x="7400" y="665"/>
                  </a:cubicBezTo>
                  <a:cubicBezTo>
                    <a:pt x="6663" y="219"/>
                    <a:pt x="5841" y="0"/>
                    <a:pt x="5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85"/>
            <p:cNvSpPr/>
            <p:nvPr/>
          </p:nvSpPr>
          <p:spPr>
            <a:xfrm>
              <a:off x="4718275" y="3876126"/>
              <a:ext cx="211552" cy="194425"/>
            </a:xfrm>
            <a:custGeom>
              <a:rect b="b" l="l" r="r" t="t"/>
              <a:pathLst>
                <a:path extrusionOk="0" h="7470" w="8128">
                  <a:moveTo>
                    <a:pt x="4084" y="0"/>
                  </a:moveTo>
                  <a:cubicBezTo>
                    <a:pt x="3157" y="0"/>
                    <a:pt x="2238" y="345"/>
                    <a:pt x="1527" y="1013"/>
                  </a:cubicBezTo>
                  <a:cubicBezTo>
                    <a:pt x="306" y="2156"/>
                    <a:pt x="0" y="3975"/>
                    <a:pt x="774" y="5460"/>
                  </a:cubicBezTo>
                  <a:lnTo>
                    <a:pt x="957" y="5812"/>
                  </a:lnTo>
                  <a:lnTo>
                    <a:pt x="753" y="6322"/>
                  </a:lnTo>
                  <a:lnTo>
                    <a:pt x="1376" y="6322"/>
                  </a:lnTo>
                  <a:lnTo>
                    <a:pt x="1619" y="6537"/>
                  </a:lnTo>
                  <a:cubicBezTo>
                    <a:pt x="2298" y="7135"/>
                    <a:pt x="3174" y="7466"/>
                    <a:pt x="4082" y="7469"/>
                  </a:cubicBezTo>
                  <a:lnTo>
                    <a:pt x="4085" y="7466"/>
                  </a:lnTo>
                  <a:cubicBezTo>
                    <a:pt x="5760" y="7466"/>
                    <a:pt x="7227" y="6350"/>
                    <a:pt x="7678" y="4735"/>
                  </a:cubicBezTo>
                  <a:cubicBezTo>
                    <a:pt x="8128" y="3124"/>
                    <a:pt x="7449" y="1407"/>
                    <a:pt x="6017" y="541"/>
                  </a:cubicBezTo>
                  <a:cubicBezTo>
                    <a:pt x="5418" y="178"/>
                    <a:pt x="4749" y="0"/>
                    <a:pt x="4084"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85"/>
            <p:cNvSpPr/>
            <p:nvPr/>
          </p:nvSpPr>
          <p:spPr>
            <a:xfrm>
              <a:off x="4754349" y="3903377"/>
              <a:ext cx="141225" cy="138414"/>
            </a:xfrm>
            <a:custGeom>
              <a:rect b="b" l="l" r="r" t="t"/>
              <a:pathLst>
                <a:path extrusionOk="0" h="5318" w="5426">
                  <a:moveTo>
                    <a:pt x="1512" y="1"/>
                  </a:moveTo>
                  <a:cubicBezTo>
                    <a:pt x="1391" y="1"/>
                    <a:pt x="1271" y="47"/>
                    <a:pt x="1179" y="138"/>
                  </a:cubicBezTo>
                  <a:lnTo>
                    <a:pt x="254" y="1063"/>
                  </a:lnTo>
                  <a:cubicBezTo>
                    <a:pt x="29" y="1285"/>
                    <a:pt x="0" y="1637"/>
                    <a:pt x="187" y="1894"/>
                  </a:cubicBezTo>
                  <a:cubicBezTo>
                    <a:pt x="1098" y="3168"/>
                    <a:pt x="2214" y="4283"/>
                    <a:pt x="3487" y="5198"/>
                  </a:cubicBezTo>
                  <a:cubicBezTo>
                    <a:pt x="3596" y="5275"/>
                    <a:pt x="3727" y="5317"/>
                    <a:pt x="3860" y="5317"/>
                  </a:cubicBezTo>
                  <a:cubicBezTo>
                    <a:pt x="4033" y="5317"/>
                    <a:pt x="4198" y="5247"/>
                    <a:pt x="4318" y="5127"/>
                  </a:cubicBezTo>
                  <a:lnTo>
                    <a:pt x="5243" y="4202"/>
                  </a:lnTo>
                  <a:cubicBezTo>
                    <a:pt x="5426" y="4019"/>
                    <a:pt x="5426" y="3720"/>
                    <a:pt x="5243" y="3537"/>
                  </a:cubicBezTo>
                  <a:lnTo>
                    <a:pt x="4673" y="2967"/>
                  </a:lnTo>
                  <a:cubicBezTo>
                    <a:pt x="4582" y="2875"/>
                    <a:pt x="4461" y="2830"/>
                    <a:pt x="4341" y="2830"/>
                  </a:cubicBezTo>
                  <a:cubicBezTo>
                    <a:pt x="4220" y="2830"/>
                    <a:pt x="4099" y="2875"/>
                    <a:pt x="4008" y="2967"/>
                  </a:cubicBezTo>
                  <a:lnTo>
                    <a:pt x="3853" y="3125"/>
                  </a:lnTo>
                  <a:cubicBezTo>
                    <a:pt x="3801" y="3177"/>
                    <a:pt x="3731" y="3204"/>
                    <a:pt x="3661" y="3204"/>
                  </a:cubicBezTo>
                  <a:cubicBezTo>
                    <a:pt x="3627" y="3204"/>
                    <a:pt x="3593" y="3198"/>
                    <a:pt x="3561" y="3185"/>
                  </a:cubicBezTo>
                  <a:cubicBezTo>
                    <a:pt x="2935" y="2942"/>
                    <a:pt x="2439" y="2446"/>
                    <a:pt x="2196" y="1820"/>
                  </a:cubicBezTo>
                  <a:cubicBezTo>
                    <a:pt x="2157" y="1721"/>
                    <a:pt x="2178" y="1605"/>
                    <a:pt x="2256" y="1528"/>
                  </a:cubicBezTo>
                  <a:lnTo>
                    <a:pt x="2414" y="1373"/>
                  </a:lnTo>
                  <a:cubicBezTo>
                    <a:pt x="2597" y="1190"/>
                    <a:pt x="2597" y="891"/>
                    <a:pt x="2414" y="708"/>
                  </a:cubicBezTo>
                  <a:lnTo>
                    <a:pt x="1844" y="138"/>
                  </a:lnTo>
                  <a:cubicBezTo>
                    <a:pt x="1753" y="47"/>
                    <a:pt x="1632" y="1"/>
                    <a:pt x="1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85"/>
            <p:cNvSpPr/>
            <p:nvPr/>
          </p:nvSpPr>
          <p:spPr>
            <a:xfrm>
              <a:off x="4628896" y="3796534"/>
              <a:ext cx="372558" cy="353610"/>
            </a:xfrm>
            <a:custGeom>
              <a:rect b="b" l="l" r="r" t="t"/>
              <a:pathLst>
                <a:path extrusionOk="0" h="13586" w="14314">
                  <a:moveTo>
                    <a:pt x="7516" y="429"/>
                  </a:moveTo>
                  <a:cubicBezTo>
                    <a:pt x="11027" y="429"/>
                    <a:pt x="13881" y="3283"/>
                    <a:pt x="13881" y="6794"/>
                  </a:cubicBezTo>
                  <a:cubicBezTo>
                    <a:pt x="13881" y="10302"/>
                    <a:pt x="11024" y="13155"/>
                    <a:pt x="7516" y="13155"/>
                  </a:cubicBezTo>
                  <a:cubicBezTo>
                    <a:pt x="4008" y="13155"/>
                    <a:pt x="1151" y="10302"/>
                    <a:pt x="1151" y="6794"/>
                  </a:cubicBezTo>
                  <a:cubicBezTo>
                    <a:pt x="1151" y="3283"/>
                    <a:pt x="4004" y="429"/>
                    <a:pt x="7516" y="429"/>
                  </a:cubicBezTo>
                  <a:close/>
                  <a:moveTo>
                    <a:pt x="7514" y="1"/>
                  </a:moveTo>
                  <a:cubicBezTo>
                    <a:pt x="6206" y="1"/>
                    <a:pt x="4892" y="377"/>
                    <a:pt x="3740" y="1147"/>
                  </a:cubicBezTo>
                  <a:cubicBezTo>
                    <a:pt x="1045" y="2945"/>
                    <a:pt x="0" y="6400"/>
                    <a:pt x="1239" y="9391"/>
                  </a:cubicBezTo>
                  <a:cubicBezTo>
                    <a:pt x="2307" y="11966"/>
                    <a:pt x="4809" y="13586"/>
                    <a:pt x="7510" y="13586"/>
                  </a:cubicBezTo>
                  <a:cubicBezTo>
                    <a:pt x="7949" y="13586"/>
                    <a:pt x="8394" y="13543"/>
                    <a:pt x="8839" y="13454"/>
                  </a:cubicBezTo>
                  <a:cubicBezTo>
                    <a:pt x="12019" y="12825"/>
                    <a:pt x="14306" y="10035"/>
                    <a:pt x="14306" y="6794"/>
                  </a:cubicBezTo>
                  <a:cubicBezTo>
                    <a:pt x="14313" y="4989"/>
                    <a:pt x="13596" y="3261"/>
                    <a:pt x="12318" y="1991"/>
                  </a:cubicBezTo>
                  <a:cubicBezTo>
                    <a:pt x="11004"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85"/>
            <p:cNvSpPr/>
            <p:nvPr/>
          </p:nvSpPr>
          <p:spPr>
            <a:xfrm>
              <a:off x="4685766" y="3848745"/>
              <a:ext cx="277037" cy="249239"/>
            </a:xfrm>
            <a:custGeom>
              <a:rect b="b" l="l" r="r" t="t"/>
              <a:pathLst>
                <a:path extrusionOk="0" h="9576" w="10644">
                  <a:moveTo>
                    <a:pt x="5330" y="0"/>
                  </a:moveTo>
                  <a:cubicBezTo>
                    <a:pt x="4349" y="0"/>
                    <a:pt x="3363" y="301"/>
                    <a:pt x="2519" y="914"/>
                  </a:cubicBezTo>
                  <a:cubicBezTo>
                    <a:pt x="626" y="2286"/>
                    <a:pt x="0" y="4830"/>
                    <a:pt x="1042" y="6924"/>
                  </a:cubicBezTo>
                  <a:lnTo>
                    <a:pt x="556" y="8141"/>
                  </a:lnTo>
                  <a:cubicBezTo>
                    <a:pt x="521" y="8229"/>
                    <a:pt x="549" y="8331"/>
                    <a:pt x="623" y="8391"/>
                  </a:cubicBezTo>
                  <a:cubicBezTo>
                    <a:pt x="662" y="8417"/>
                    <a:pt x="703" y="8434"/>
                    <a:pt x="748" y="8434"/>
                  </a:cubicBezTo>
                  <a:cubicBezTo>
                    <a:pt x="752" y="8434"/>
                    <a:pt x="756" y="8433"/>
                    <a:pt x="760" y="8433"/>
                  </a:cubicBezTo>
                  <a:lnTo>
                    <a:pt x="2227" y="8433"/>
                  </a:lnTo>
                  <a:cubicBezTo>
                    <a:pt x="3122" y="9195"/>
                    <a:pt x="4226" y="9576"/>
                    <a:pt x="5331" y="9576"/>
                  </a:cubicBezTo>
                  <a:cubicBezTo>
                    <a:pt x="6450" y="9576"/>
                    <a:pt x="7569" y="9184"/>
                    <a:pt x="8469" y="8401"/>
                  </a:cubicBezTo>
                  <a:cubicBezTo>
                    <a:pt x="10256" y="6850"/>
                    <a:pt x="10644" y="4225"/>
                    <a:pt x="9377" y="2227"/>
                  </a:cubicBezTo>
                  <a:cubicBezTo>
                    <a:pt x="9335" y="2161"/>
                    <a:pt x="9266" y="2127"/>
                    <a:pt x="9197" y="2127"/>
                  </a:cubicBezTo>
                  <a:cubicBezTo>
                    <a:pt x="9142" y="2127"/>
                    <a:pt x="9088" y="2148"/>
                    <a:pt x="9046" y="2191"/>
                  </a:cubicBezTo>
                  <a:lnTo>
                    <a:pt x="9043" y="2195"/>
                  </a:lnTo>
                  <a:cubicBezTo>
                    <a:pt x="8972" y="2265"/>
                    <a:pt x="8962" y="2374"/>
                    <a:pt x="9014" y="2459"/>
                  </a:cubicBezTo>
                  <a:cubicBezTo>
                    <a:pt x="10176" y="4292"/>
                    <a:pt x="9810" y="6699"/>
                    <a:pt x="8159" y="8106"/>
                  </a:cubicBezTo>
                  <a:cubicBezTo>
                    <a:pt x="7344" y="8801"/>
                    <a:pt x="6337" y="9148"/>
                    <a:pt x="5331" y="9148"/>
                  </a:cubicBezTo>
                  <a:cubicBezTo>
                    <a:pt x="4300" y="9148"/>
                    <a:pt x="3270" y="8785"/>
                    <a:pt x="2445" y="8060"/>
                  </a:cubicBezTo>
                  <a:cubicBezTo>
                    <a:pt x="2407" y="8025"/>
                    <a:pt x="2358" y="8004"/>
                    <a:pt x="2301" y="8004"/>
                  </a:cubicBezTo>
                  <a:lnTo>
                    <a:pt x="1070" y="8004"/>
                  </a:lnTo>
                  <a:lnTo>
                    <a:pt x="1478" y="6991"/>
                  </a:lnTo>
                  <a:cubicBezTo>
                    <a:pt x="1499" y="6934"/>
                    <a:pt x="1495" y="6867"/>
                    <a:pt x="1467" y="6811"/>
                  </a:cubicBezTo>
                  <a:cubicBezTo>
                    <a:pt x="468" y="4911"/>
                    <a:pt x="1003" y="2564"/>
                    <a:pt x="2730" y="1284"/>
                  </a:cubicBezTo>
                  <a:cubicBezTo>
                    <a:pt x="3507" y="708"/>
                    <a:pt x="4419" y="425"/>
                    <a:pt x="5327" y="425"/>
                  </a:cubicBezTo>
                  <a:cubicBezTo>
                    <a:pt x="6439" y="425"/>
                    <a:pt x="7545" y="850"/>
                    <a:pt x="8388" y="1681"/>
                  </a:cubicBezTo>
                  <a:cubicBezTo>
                    <a:pt x="8430" y="1722"/>
                    <a:pt x="8485" y="1742"/>
                    <a:pt x="8539" y="1742"/>
                  </a:cubicBezTo>
                  <a:cubicBezTo>
                    <a:pt x="8593" y="1742"/>
                    <a:pt x="8647" y="1722"/>
                    <a:pt x="8687" y="1681"/>
                  </a:cubicBezTo>
                  <a:lnTo>
                    <a:pt x="8691" y="1678"/>
                  </a:lnTo>
                  <a:cubicBezTo>
                    <a:pt x="8775" y="1593"/>
                    <a:pt x="8775" y="1460"/>
                    <a:pt x="8691" y="1375"/>
                  </a:cubicBezTo>
                  <a:cubicBezTo>
                    <a:pt x="7766" y="466"/>
                    <a:pt x="6552" y="0"/>
                    <a:pt x="5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85"/>
            <p:cNvSpPr/>
            <p:nvPr/>
          </p:nvSpPr>
          <p:spPr>
            <a:xfrm>
              <a:off x="4748571" y="3893304"/>
              <a:ext cx="156269" cy="153718"/>
            </a:xfrm>
            <a:custGeom>
              <a:rect b="b" l="l" r="r" t="t"/>
              <a:pathLst>
                <a:path extrusionOk="0" h="5906" w="6004">
                  <a:moveTo>
                    <a:pt x="1731" y="1"/>
                  </a:moveTo>
                  <a:cubicBezTo>
                    <a:pt x="1676" y="1"/>
                    <a:pt x="1621" y="22"/>
                    <a:pt x="1581" y="64"/>
                  </a:cubicBezTo>
                  <a:lnTo>
                    <a:pt x="335" y="1306"/>
                  </a:lnTo>
                  <a:cubicBezTo>
                    <a:pt x="40" y="1598"/>
                    <a:pt x="1" y="2063"/>
                    <a:pt x="244" y="2400"/>
                  </a:cubicBezTo>
                  <a:cubicBezTo>
                    <a:pt x="757" y="3111"/>
                    <a:pt x="1331" y="3776"/>
                    <a:pt x="1964" y="4385"/>
                  </a:cubicBezTo>
                  <a:cubicBezTo>
                    <a:pt x="2005" y="4425"/>
                    <a:pt x="2058" y="4446"/>
                    <a:pt x="2112" y="4446"/>
                  </a:cubicBezTo>
                  <a:cubicBezTo>
                    <a:pt x="2166" y="4446"/>
                    <a:pt x="2221" y="4425"/>
                    <a:pt x="2263" y="4385"/>
                  </a:cubicBezTo>
                  <a:lnTo>
                    <a:pt x="2267" y="4381"/>
                  </a:lnTo>
                  <a:cubicBezTo>
                    <a:pt x="2348" y="4300"/>
                    <a:pt x="2348" y="4163"/>
                    <a:pt x="2263" y="4082"/>
                  </a:cubicBezTo>
                  <a:cubicBezTo>
                    <a:pt x="1647" y="3488"/>
                    <a:pt x="1088" y="2844"/>
                    <a:pt x="592" y="2151"/>
                  </a:cubicBezTo>
                  <a:cubicBezTo>
                    <a:pt x="472" y="1985"/>
                    <a:pt x="490" y="1757"/>
                    <a:pt x="634" y="1612"/>
                  </a:cubicBezTo>
                  <a:lnTo>
                    <a:pt x="1728" y="522"/>
                  </a:lnTo>
                  <a:lnTo>
                    <a:pt x="2640" y="1429"/>
                  </a:lnTo>
                  <a:lnTo>
                    <a:pt x="2182" y="1887"/>
                  </a:lnTo>
                  <a:cubicBezTo>
                    <a:pt x="2126" y="1943"/>
                    <a:pt x="2105" y="2028"/>
                    <a:pt x="2129" y="2105"/>
                  </a:cubicBezTo>
                  <a:cubicBezTo>
                    <a:pt x="2422" y="2977"/>
                    <a:pt x="3009" y="3569"/>
                    <a:pt x="3885" y="3861"/>
                  </a:cubicBezTo>
                  <a:cubicBezTo>
                    <a:pt x="3908" y="3868"/>
                    <a:pt x="3931" y="3871"/>
                    <a:pt x="3954" y="3871"/>
                  </a:cubicBezTo>
                  <a:cubicBezTo>
                    <a:pt x="4009" y="3871"/>
                    <a:pt x="4063" y="3850"/>
                    <a:pt x="4103" y="3808"/>
                  </a:cubicBezTo>
                  <a:lnTo>
                    <a:pt x="4561" y="3354"/>
                  </a:lnTo>
                  <a:lnTo>
                    <a:pt x="5469" y="4262"/>
                  </a:lnTo>
                  <a:lnTo>
                    <a:pt x="4378" y="5356"/>
                  </a:lnTo>
                  <a:cubicBezTo>
                    <a:pt x="4297" y="5437"/>
                    <a:pt x="4189" y="5479"/>
                    <a:pt x="4080" y="5479"/>
                  </a:cubicBezTo>
                  <a:cubicBezTo>
                    <a:pt x="3996" y="5479"/>
                    <a:pt x="3912" y="5454"/>
                    <a:pt x="3839" y="5402"/>
                  </a:cubicBezTo>
                  <a:cubicBezTo>
                    <a:pt x="3558" y="5198"/>
                    <a:pt x="3287" y="4987"/>
                    <a:pt x="3023" y="4765"/>
                  </a:cubicBezTo>
                  <a:cubicBezTo>
                    <a:pt x="2984" y="4732"/>
                    <a:pt x="2936" y="4716"/>
                    <a:pt x="2889" y="4716"/>
                  </a:cubicBezTo>
                  <a:cubicBezTo>
                    <a:pt x="2834" y="4716"/>
                    <a:pt x="2780" y="4737"/>
                    <a:pt x="2738" y="4779"/>
                  </a:cubicBezTo>
                  <a:lnTo>
                    <a:pt x="2735" y="4782"/>
                  </a:lnTo>
                  <a:cubicBezTo>
                    <a:pt x="2647" y="4870"/>
                    <a:pt x="2654" y="5015"/>
                    <a:pt x="2749" y="5096"/>
                  </a:cubicBezTo>
                  <a:cubicBezTo>
                    <a:pt x="3020" y="5321"/>
                    <a:pt x="3301" y="5539"/>
                    <a:pt x="3590" y="5747"/>
                  </a:cubicBezTo>
                  <a:cubicBezTo>
                    <a:pt x="3739" y="5854"/>
                    <a:pt x="3911" y="5906"/>
                    <a:pt x="4083" y="5906"/>
                  </a:cubicBezTo>
                  <a:cubicBezTo>
                    <a:pt x="4301" y="5906"/>
                    <a:pt x="4517" y="5822"/>
                    <a:pt x="4680" y="5659"/>
                  </a:cubicBezTo>
                  <a:lnTo>
                    <a:pt x="5926" y="4413"/>
                  </a:lnTo>
                  <a:cubicBezTo>
                    <a:pt x="5986" y="4353"/>
                    <a:pt x="6003" y="4258"/>
                    <a:pt x="5972" y="4181"/>
                  </a:cubicBezTo>
                  <a:cubicBezTo>
                    <a:pt x="5961" y="4153"/>
                    <a:pt x="5944" y="4125"/>
                    <a:pt x="5926" y="4103"/>
                  </a:cubicBezTo>
                  <a:lnTo>
                    <a:pt x="4716" y="2897"/>
                  </a:lnTo>
                  <a:cubicBezTo>
                    <a:pt x="4673" y="2854"/>
                    <a:pt x="4618" y="2833"/>
                    <a:pt x="4563" y="2833"/>
                  </a:cubicBezTo>
                  <a:cubicBezTo>
                    <a:pt x="4507" y="2833"/>
                    <a:pt x="4452" y="2854"/>
                    <a:pt x="4409" y="2897"/>
                  </a:cubicBezTo>
                  <a:lnTo>
                    <a:pt x="3899" y="3407"/>
                  </a:lnTo>
                  <a:cubicBezTo>
                    <a:pt x="3262" y="3160"/>
                    <a:pt x="2830" y="2728"/>
                    <a:pt x="2587" y="2091"/>
                  </a:cubicBezTo>
                  <a:lnTo>
                    <a:pt x="3097" y="1581"/>
                  </a:lnTo>
                  <a:cubicBezTo>
                    <a:pt x="3182" y="1496"/>
                    <a:pt x="3182" y="1359"/>
                    <a:pt x="3097" y="1278"/>
                  </a:cubicBezTo>
                  <a:lnTo>
                    <a:pt x="1883" y="64"/>
                  </a:lnTo>
                  <a:cubicBezTo>
                    <a:pt x="1841" y="22"/>
                    <a:pt x="1786" y="1"/>
                    <a:pt x="1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4" name="Google Shape;18414;p85"/>
          <p:cNvGrpSpPr/>
          <p:nvPr/>
        </p:nvGrpSpPr>
        <p:grpSpPr>
          <a:xfrm>
            <a:off x="5513441" y="3796534"/>
            <a:ext cx="372818" cy="353610"/>
            <a:chOff x="5513441" y="3796534"/>
            <a:chExt cx="372818" cy="353610"/>
          </a:xfrm>
        </p:grpSpPr>
        <p:sp>
          <p:nvSpPr>
            <p:cNvPr id="18415" name="Google Shape;18415;p85"/>
            <p:cNvSpPr/>
            <p:nvPr/>
          </p:nvSpPr>
          <p:spPr>
            <a:xfrm>
              <a:off x="5537803"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85"/>
            <p:cNvSpPr/>
            <p:nvPr/>
          </p:nvSpPr>
          <p:spPr>
            <a:xfrm>
              <a:off x="5686602" y="3802104"/>
              <a:ext cx="199657" cy="342522"/>
            </a:xfrm>
            <a:custGeom>
              <a:rect b="b" l="l" r="r" t="t"/>
              <a:pathLst>
                <a:path extrusionOk="0" h="13160" w="7671">
                  <a:moveTo>
                    <a:pt x="859" y="1"/>
                  </a:moveTo>
                  <a:cubicBezTo>
                    <a:pt x="574" y="1"/>
                    <a:pt x="286" y="18"/>
                    <a:pt x="1" y="57"/>
                  </a:cubicBezTo>
                  <a:cubicBezTo>
                    <a:pt x="3276" y="486"/>
                    <a:pt x="5725" y="3276"/>
                    <a:pt x="5725" y="6580"/>
                  </a:cubicBezTo>
                  <a:cubicBezTo>
                    <a:pt x="5725" y="9880"/>
                    <a:pt x="3276" y="12670"/>
                    <a:pt x="1" y="13103"/>
                  </a:cubicBezTo>
                  <a:cubicBezTo>
                    <a:pt x="291" y="13141"/>
                    <a:pt x="579" y="13160"/>
                    <a:pt x="864" y="13160"/>
                  </a:cubicBezTo>
                  <a:cubicBezTo>
                    <a:pt x="4278" y="13160"/>
                    <a:pt x="7194" y="10510"/>
                    <a:pt x="7421" y="7009"/>
                  </a:cubicBezTo>
                  <a:cubicBezTo>
                    <a:pt x="7671" y="3216"/>
                    <a:pt x="4663"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85"/>
            <p:cNvSpPr/>
            <p:nvPr/>
          </p:nvSpPr>
          <p:spPr>
            <a:xfrm>
              <a:off x="5580201" y="3876204"/>
              <a:ext cx="257620" cy="194243"/>
            </a:xfrm>
            <a:custGeom>
              <a:rect b="b" l="l" r="r" t="t"/>
              <a:pathLst>
                <a:path extrusionOk="0" h="7463" w="9898">
                  <a:moveTo>
                    <a:pt x="4949" y="1"/>
                  </a:moveTo>
                  <a:cubicBezTo>
                    <a:pt x="3563" y="1"/>
                    <a:pt x="2178" y="79"/>
                    <a:pt x="799" y="236"/>
                  </a:cubicBezTo>
                  <a:cubicBezTo>
                    <a:pt x="538" y="264"/>
                    <a:pt x="331" y="464"/>
                    <a:pt x="292" y="725"/>
                  </a:cubicBezTo>
                  <a:cubicBezTo>
                    <a:pt x="0" y="2720"/>
                    <a:pt x="0" y="4746"/>
                    <a:pt x="292" y="6741"/>
                  </a:cubicBezTo>
                  <a:cubicBezTo>
                    <a:pt x="331" y="6998"/>
                    <a:pt x="538" y="7199"/>
                    <a:pt x="799" y="7230"/>
                  </a:cubicBezTo>
                  <a:cubicBezTo>
                    <a:pt x="2178" y="7385"/>
                    <a:pt x="3561" y="7463"/>
                    <a:pt x="4947" y="7463"/>
                  </a:cubicBezTo>
                  <a:cubicBezTo>
                    <a:pt x="6333" y="7463"/>
                    <a:pt x="7720" y="7385"/>
                    <a:pt x="9099" y="7230"/>
                  </a:cubicBezTo>
                  <a:cubicBezTo>
                    <a:pt x="9359" y="7199"/>
                    <a:pt x="9567" y="6998"/>
                    <a:pt x="9606" y="6741"/>
                  </a:cubicBezTo>
                  <a:cubicBezTo>
                    <a:pt x="9898" y="4746"/>
                    <a:pt x="9898" y="2720"/>
                    <a:pt x="9606" y="725"/>
                  </a:cubicBezTo>
                  <a:cubicBezTo>
                    <a:pt x="9567" y="464"/>
                    <a:pt x="9359" y="264"/>
                    <a:pt x="9099" y="236"/>
                  </a:cubicBezTo>
                  <a:cubicBezTo>
                    <a:pt x="7720" y="79"/>
                    <a:pt x="6334" y="1"/>
                    <a:pt x="49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85"/>
            <p:cNvSpPr/>
            <p:nvPr/>
          </p:nvSpPr>
          <p:spPr>
            <a:xfrm>
              <a:off x="5671402" y="3924095"/>
              <a:ext cx="94636" cy="98358"/>
            </a:xfrm>
            <a:custGeom>
              <a:rect b="b" l="l" r="r" t="t"/>
              <a:pathLst>
                <a:path extrusionOk="0" h="3779" w="3636">
                  <a:moveTo>
                    <a:pt x="133" y="0"/>
                  </a:moveTo>
                  <a:cubicBezTo>
                    <a:pt x="65" y="0"/>
                    <a:pt x="3" y="53"/>
                    <a:pt x="1" y="127"/>
                  </a:cubicBezTo>
                  <a:lnTo>
                    <a:pt x="1" y="3649"/>
                  </a:lnTo>
                  <a:cubicBezTo>
                    <a:pt x="1" y="3723"/>
                    <a:pt x="63" y="3778"/>
                    <a:pt x="133" y="3778"/>
                  </a:cubicBezTo>
                  <a:cubicBezTo>
                    <a:pt x="152" y="3778"/>
                    <a:pt x="172" y="3774"/>
                    <a:pt x="191" y="3765"/>
                  </a:cubicBezTo>
                  <a:lnTo>
                    <a:pt x="3544" y="2006"/>
                  </a:lnTo>
                  <a:cubicBezTo>
                    <a:pt x="3635" y="1953"/>
                    <a:pt x="3635" y="1823"/>
                    <a:pt x="3544" y="1773"/>
                  </a:cubicBezTo>
                  <a:lnTo>
                    <a:pt x="191" y="14"/>
                  </a:lnTo>
                  <a:cubicBezTo>
                    <a:pt x="172" y="5"/>
                    <a:pt x="152" y="0"/>
                    <a:pt x="13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85"/>
            <p:cNvSpPr/>
            <p:nvPr/>
          </p:nvSpPr>
          <p:spPr>
            <a:xfrm>
              <a:off x="5513441" y="3796534"/>
              <a:ext cx="372454" cy="353610"/>
            </a:xfrm>
            <a:custGeom>
              <a:rect b="b" l="l" r="r" t="t"/>
              <a:pathLst>
                <a:path extrusionOk="0" h="13586" w="14310">
                  <a:moveTo>
                    <a:pt x="7512" y="429"/>
                  </a:moveTo>
                  <a:cubicBezTo>
                    <a:pt x="11020" y="429"/>
                    <a:pt x="13877" y="3283"/>
                    <a:pt x="13877" y="6794"/>
                  </a:cubicBezTo>
                  <a:cubicBezTo>
                    <a:pt x="13877" y="10302"/>
                    <a:pt x="11020" y="13155"/>
                    <a:pt x="7512" y="13155"/>
                  </a:cubicBezTo>
                  <a:cubicBezTo>
                    <a:pt x="4004" y="13155"/>
                    <a:pt x="1151" y="10302"/>
                    <a:pt x="1151" y="6794"/>
                  </a:cubicBezTo>
                  <a:cubicBezTo>
                    <a:pt x="1151" y="3283"/>
                    <a:pt x="4004" y="429"/>
                    <a:pt x="7512" y="429"/>
                  </a:cubicBezTo>
                  <a:close/>
                  <a:moveTo>
                    <a:pt x="7512" y="1"/>
                  </a:moveTo>
                  <a:cubicBezTo>
                    <a:pt x="6205" y="1"/>
                    <a:pt x="4890" y="377"/>
                    <a:pt x="3740" y="1147"/>
                  </a:cubicBezTo>
                  <a:cubicBezTo>
                    <a:pt x="1045" y="2945"/>
                    <a:pt x="0" y="6400"/>
                    <a:pt x="1239" y="9391"/>
                  </a:cubicBezTo>
                  <a:cubicBezTo>
                    <a:pt x="2307" y="11966"/>
                    <a:pt x="4809" y="13586"/>
                    <a:pt x="7510" y="13586"/>
                  </a:cubicBezTo>
                  <a:cubicBezTo>
                    <a:pt x="7949" y="13586"/>
                    <a:pt x="8394" y="13543"/>
                    <a:pt x="8839" y="13454"/>
                  </a:cubicBezTo>
                  <a:cubicBezTo>
                    <a:pt x="12016" y="12825"/>
                    <a:pt x="14306" y="10035"/>
                    <a:pt x="14306"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85"/>
            <p:cNvSpPr/>
            <p:nvPr/>
          </p:nvSpPr>
          <p:spPr>
            <a:xfrm>
              <a:off x="5574892" y="3870999"/>
              <a:ext cx="268057" cy="204680"/>
            </a:xfrm>
            <a:custGeom>
              <a:rect b="b" l="l" r="r" t="t"/>
              <a:pathLst>
                <a:path extrusionOk="0" h="7864" w="10299">
                  <a:moveTo>
                    <a:pt x="5149" y="0"/>
                  </a:moveTo>
                  <a:cubicBezTo>
                    <a:pt x="3757" y="0"/>
                    <a:pt x="2364" y="79"/>
                    <a:pt x="978" y="235"/>
                  </a:cubicBezTo>
                  <a:cubicBezTo>
                    <a:pt x="626" y="274"/>
                    <a:pt x="348" y="545"/>
                    <a:pt x="296" y="897"/>
                  </a:cubicBezTo>
                  <a:cubicBezTo>
                    <a:pt x="0" y="2909"/>
                    <a:pt x="0" y="4953"/>
                    <a:pt x="296" y="6969"/>
                  </a:cubicBezTo>
                  <a:cubicBezTo>
                    <a:pt x="348" y="7318"/>
                    <a:pt x="626" y="7589"/>
                    <a:pt x="978" y="7627"/>
                  </a:cubicBezTo>
                  <a:cubicBezTo>
                    <a:pt x="2364" y="7786"/>
                    <a:pt x="3758" y="7863"/>
                    <a:pt x="5151" y="7863"/>
                  </a:cubicBezTo>
                  <a:cubicBezTo>
                    <a:pt x="5742" y="7863"/>
                    <a:pt x="6337" y="7849"/>
                    <a:pt x="6931" y="7821"/>
                  </a:cubicBezTo>
                  <a:cubicBezTo>
                    <a:pt x="7044" y="7814"/>
                    <a:pt x="7132" y="7719"/>
                    <a:pt x="7132" y="7606"/>
                  </a:cubicBezTo>
                  <a:cubicBezTo>
                    <a:pt x="7132" y="7487"/>
                    <a:pt x="7037" y="7391"/>
                    <a:pt x="6919" y="7391"/>
                  </a:cubicBezTo>
                  <a:cubicBezTo>
                    <a:pt x="6915" y="7391"/>
                    <a:pt x="6911" y="7391"/>
                    <a:pt x="6907" y="7392"/>
                  </a:cubicBezTo>
                  <a:cubicBezTo>
                    <a:pt x="6326" y="7420"/>
                    <a:pt x="5745" y="7434"/>
                    <a:pt x="5163" y="7434"/>
                  </a:cubicBezTo>
                  <a:cubicBezTo>
                    <a:pt x="3783" y="7434"/>
                    <a:pt x="2402" y="7355"/>
                    <a:pt x="1027" y="7202"/>
                  </a:cubicBezTo>
                  <a:cubicBezTo>
                    <a:pt x="869" y="7184"/>
                    <a:pt x="742" y="7061"/>
                    <a:pt x="721" y="6906"/>
                  </a:cubicBezTo>
                  <a:cubicBezTo>
                    <a:pt x="433" y="4932"/>
                    <a:pt x="433" y="2927"/>
                    <a:pt x="721" y="956"/>
                  </a:cubicBezTo>
                  <a:cubicBezTo>
                    <a:pt x="742" y="798"/>
                    <a:pt x="869" y="678"/>
                    <a:pt x="1027" y="661"/>
                  </a:cubicBezTo>
                  <a:cubicBezTo>
                    <a:pt x="2398" y="506"/>
                    <a:pt x="3775" y="429"/>
                    <a:pt x="5151" y="429"/>
                  </a:cubicBezTo>
                  <a:cubicBezTo>
                    <a:pt x="6528" y="429"/>
                    <a:pt x="7904" y="506"/>
                    <a:pt x="9275" y="661"/>
                  </a:cubicBezTo>
                  <a:cubicBezTo>
                    <a:pt x="9433" y="678"/>
                    <a:pt x="9560" y="798"/>
                    <a:pt x="9584" y="956"/>
                  </a:cubicBezTo>
                  <a:cubicBezTo>
                    <a:pt x="9873" y="2927"/>
                    <a:pt x="9873" y="4932"/>
                    <a:pt x="9584" y="6906"/>
                  </a:cubicBezTo>
                  <a:cubicBezTo>
                    <a:pt x="9560" y="7061"/>
                    <a:pt x="9433" y="7184"/>
                    <a:pt x="9275" y="7202"/>
                  </a:cubicBezTo>
                  <a:cubicBezTo>
                    <a:pt x="8835" y="7251"/>
                    <a:pt x="8395" y="7293"/>
                    <a:pt x="7948" y="7325"/>
                  </a:cubicBezTo>
                  <a:cubicBezTo>
                    <a:pt x="7839" y="7335"/>
                    <a:pt x="7751" y="7427"/>
                    <a:pt x="7751" y="7539"/>
                  </a:cubicBezTo>
                  <a:cubicBezTo>
                    <a:pt x="7751" y="7658"/>
                    <a:pt x="7850" y="7754"/>
                    <a:pt x="7968" y="7754"/>
                  </a:cubicBezTo>
                  <a:cubicBezTo>
                    <a:pt x="7972" y="7754"/>
                    <a:pt x="7976" y="7754"/>
                    <a:pt x="7980" y="7754"/>
                  </a:cubicBezTo>
                  <a:cubicBezTo>
                    <a:pt x="8430" y="7719"/>
                    <a:pt x="8877" y="7677"/>
                    <a:pt x="9324" y="7627"/>
                  </a:cubicBezTo>
                  <a:cubicBezTo>
                    <a:pt x="9676" y="7589"/>
                    <a:pt x="9954" y="7318"/>
                    <a:pt x="10007" y="6966"/>
                  </a:cubicBezTo>
                  <a:cubicBezTo>
                    <a:pt x="10299" y="4953"/>
                    <a:pt x="10299" y="2909"/>
                    <a:pt x="10007" y="897"/>
                  </a:cubicBezTo>
                  <a:cubicBezTo>
                    <a:pt x="9954" y="545"/>
                    <a:pt x="9672" y="274"/>
                    <a:pt x="9321" y="235"/>
                  </a:cubicBezTo>
                  <a:cubicBezTo>
                    <a:pt x="7934" y="79"/>
                    <a:pt x="6542" y="0"/>
                    <a:pt x="5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85"/>
            <p:cNvSpPr/>
            <p:nvPr/>
          </p:nvSpPr>
          <p:spPr>
            <a:xfrm>
              <a:off x="5666274" y="3916937"/>
              <a:ext cx="108899" cy="112855"/>
            </a:xfrm>
            <a:custGeom>
              <a:rect b="b" l="l" r="r" t="t"/>
              <a:pathLst>
                <a:path extrusionOk="0" h="4336" w="4184">
                  <a:moveTo>
                    <a:pt x="426" y="567"/>
                  </a:moveTo>
                  <a:lnTo>
                    <a:pt x="3466" y="2164"/>
                  </a:lnTo>
                  <a:lnTo>
                    <a:pt x="426" y="3765"/>
                  </a:lnTo>
                  <a:lnTo>
                    <a:pt x="426" y="567"/>
                  </a:lnTo>
                  <a:close/>
                  <a:moveTo>
                    <a:pt x="214" y="1"/>
                  </a:moveTo>
                  <a:cubicBezTo>
                    <a:pt x="101" y="1"/>
                    <a:pt x="1" y="90"/>
                    <a:pt x="1" y="215"/>
                  </a:cubicBezTo>
                  <a:lnTo>
                    <a:pt x="1" y="4121"/>
                  </a:lnTo>
                  <a:cubicBezTo>
                    <a:pt x="1" y="4246"/>
                    <a:pt x="101" y="4335"/>
                    <a:pt x="214" y="4335"/>
                  </a:cubicBezTo>
                  <a:cubicBezTo>
                    <a:pt x="247" y="4335"/>
                    <a:pt x="281" y="4328"/>
                    <a:pt x="314" y="4311"/>
                  </a:cubicBezTo>
                  <a:lnTo>
                    <a:pt x="4033" y="2358"/>
                  </a:lnTo>
                  <a:cubicBezTo>
                    <a:pt x="4184" y="2277"/>
                    <a:pt x="4184" y="2055"/>
                    <a:pt x="4033" y="1978"/>
                  </a:cubicBezTo>
                  <a:lnTo>
                    <a:pt x="314" y="25"/>
                  </a:lnTo>
                  <a:cubicBezTo>
                    <a:pt x="281" y="9"/>
                    <a:pt x="247"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2" name="Google Shape;18422;p85"/>
          <p:cNvGrpSpPr/>
          <p:nvPr/>
        </p:nvGrpSpPr>
        <p:grpSpPr>
          <a:xfrm>
            <a:off x="6487078" y="3354899"/>
            <a:ext cx="403608" cy="382344"/>
            <a:chOff x="6487078" y="3354899"/>
            <a:chExt cx="403608" cy="382344"/>
          </a:xfrm>
        </p:grpSpPr>
        <p:sp>
          <p:nvSpPr>
            <p:cNvPr id="18423" name="Google Shape;18423;p85"/>
            <p:cNvSpPr/>
            <p:nvPr/>
          </p:nvSpPr>
          <p:spPr>
            <a:xfrm>
              <a:off x="6513443" y="3360990"/>
              <a:ext cx="370293" cy="370163"/>
            </a:xfrm>
            <a:custGeom>
              <a:rect b="b" l="l" r="r" t="t"/>
              <a:pathLst>
                <a:path extrusionOk="0" h="14222" w="14227">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85"/>
            <p:cNvSpPr/>
            <p:nvPr/>
          </p:nvSpPr>
          <p:spPr>
            <a:xfrm>
              <a:off x="6674450" y="3360990"/>
              <a:ext cx="216236" cy="370267"/>
            </a:xfrm>
            <a:custGeom>
              <a:rect b="b" l="l" r="r" t="t"/>
              <a:pathLst>
                <a:path extrusionOk="0" h="14226" w="8308">
                  <a:moveTo>
                    <a:pt x="942" y="0"/>
                  </a:moveTo>
                  <a:cubicBezTo>
                    <a:pt x="938" y="0"/>
                    <a:pt x="934" y="0"/>
                    <a:pt x="929" y="0"/>
                  </a:cubicBezTo>
                  <a:cubicBezTo>
                    <a:pt x="616" y="0"/>
                    <a:pt x="307" y="18"/>
                    <a:pt x="0" y="60"/>
                  </a:cubicBezTo>
                  <a:cubicBezTo>
                    <a:pt x="3540" y="524"/>
                    <a:pt x="6186" y="3540"/>
                    <a:pt x="6186" y="7111"/>
                  </a:cubicBezTo>
                  <a:cubicBezTo>
                    <a:pt x="6186" y="10679"/>
                    <a:pt x="3540" y="13697"/>
                    <a:pt x="0" y="14162"/>
                  </a:cubicBezTo>
                  <a:cubicBezTo>
                    <a:pt x="321" y="14205"/>
                    <a:pt x="639" y="14226"/>
                    <a:pt x="954" y="14226"/>
                  </a:cubicBezTo>
                  <a:cubicBezTo>
                    <a:pt x="4640" y="14226"/>
                    <a:pt x="7790" y="11362"/>
                    <a:pt x="8037" y="7575"/>
                  </a:cubicBezTo>
                  <a:cubicBezTo>
                    <a:pt x="8307" y="3473"/>
                    <a:pt x="5049"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85"/>
            <p:cNvSpPr/>
            <p:nvPr/>
          </p:nvSpPr>
          <p:spPr>
            <a:xfrm>
              <a:off x="6553838" y="3401280"/>
              <a:ext cx="289504" cy="289504"/>
            </a:xfrm>
            <a:custGeom>
              <a:rect b="b" l="l" r="r" t="t"/>
              <a:pathLst>
                <a:path extrusionOk="0" h="11123" w="11123">
                  <a:moveTo>
                    <a:pt x="5563" y="0"/>
                  </a:moveTo>
                  <a:cubicBezTo>
                    <a:pt x="2492" y="0"/>
                    <a:pt x="1" y="2491"/>
                    <a:pt x="1" y="5563"/>
                  </a:cubicBezTo>
                  <a:cubicBezTo>
                    <a:pt x="1" y="8635"/>
                    <a:pt x="2492" y="11122"/>
                    <a:pt x="5563" y="11122"/>
                  </a:cubicBezTo>
                  <a:cubicBezTo>
                    <a:pt x="8635" y="11122"/>
                    <a:pt x="11123" y="8635"/>
                    <a:pt x="11123" y="5563"/>
                  </a:cubicBezTo>
                  <a:cubicBezTo>
                    <a:pt x="11123" y="2491"/>
                    <a:pt x="8635" y="0"/>
                    <a:pt x="5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85"/>
            <p:cNvSpPr/>
            <p:nvPr/>
          </p:nvSpPr>
          <p:spPr>
            <a:xfrm>
              <a:off x="6659796" y="3510101"/>
              <a:ext cx="74751" cy="71888"/>
            </a:xfrm>
            <a:custGeom>
              <a:rect b="b" l="l" r="r" t="t"/>
              <a:pathLst>
                <a:path extrusionOk="0" h="2762" w="2872">
                  <a:moveTo>
                    <a:pt x="1490" y="1"/>
                  </a:moveTo>
                  <a:cubicBezTo>
                    <a:pt x="1131" y="1"/>
                    <a:pt x="778" y="140"/>
                    <a:pt x="514" y="404"/>
                  </a:cubicBezTo>
                  <a:cubicBezTo>
                    <a:pt x="120" y="801"/>
                    <a:pt x="1" y="1392"/>
                    <a:pt x="215" y="1910"/>
                  </a:cubicBezTo>
                  <a:cubicBezTo>
                    <a:pt x="430" y="2423"/>
                    <a:pt x="933" y="2761"/>
                    <a:pt x="1489" y="2761"/>
                  </a:cubicBezTo>
                  <a:cubicBezTo>
                    <a:pt x="2252" y="2761"/>
                    <a:pt x="2868" y="2142"/>
                    <a:pt x="2872" y="1382"/>
                  </a:cubicBezTo>
                  <a:cubicBezTo>
                    <a:pt x="2872" y="822"/>
                    <a:pt x="2534" y="319"/>
                    <a:pt x="2017" y="105"/>
                  </a:cubicBezTo>
                  <a:cubicBezTo>
                    <a:pt x="1847" y="35"/>
                    <a:pt x="1668" y="1"/>
                    <a:pt x="149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85"/>
            <p:cNvSpPr/>
            <p:nvPr/>
          </p:nvSpPr>
          <p:spPr>
            <a:xfrm>
              <a:off x="6553838" y="3455860"/>
              <a:ext cx="182271" cy="234169"/>
            </a:xfrm>
            <a:custGeom>
              <a:rect b="b" l="l" r="r" t="t"/>
              <a:pathLst>
                <a:path extrusionOk="0" h="8997" w="7003">
                  <a:moveTo>
                    <a:pt x="1215" y="0"/>
                  </a:moveTo>
                  <a:cubicBezTo>
                    <a:pt x="430" y="985"/>
                    <a:pt x="1" y="2206"/>
                    <a:pt x="1" y="3466"/>
                  </a:cubicBezTo>
                  <a:cubicBezTo>
                    <a:pt x="1" y="6333"/>
                    <a:pt x="2186" y="8705"/>
                    <a:pt x="4979" y="8997"/>
                  </a:cubicBezTo>
                  <a:lnTo>
                    <a:pt x="7002" y="5179"/>
                  </a:lnTo>
                  <a:lnTo>
                    <a:pt x="7002" y="5179"/>
                  </a:lnTo>
                  <a:cubicBezTo>
                    <a:pt x="6598" y="5521"/>
                    <a:pt x="6088" y="5707"/>
                    <a:pt x="5560" y="5707"/>
                  </a:cubicBezTo>
                  <a:cubicBezTo>
                    <a:pt x="4385" y="5704"/>
                    <a:pt x="3410" y="4796"/>
                    <a:pt x="3326" y="3624"/>
                  </a:cubicBezTo>
                  <a:lnTo>
                    <a:pt x="1215"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85"/>
            <p:cNvSpPr/>
            <p:nvPr/>
          </p:nvSpPr>
          <p:spPr>
            <a:xfrm>
              <a:off x="6584889" y="3401306"/>
              <a:ext cx="247183" cy="148981"/>
            </a:xfrm>
            <a:custGeom>
              <a:rect b="b" l="l" r="r" t="t"/>
              <a:pathLst>
                <a:path extrusionOk="0" h="5724" w="9497">
                  <a:moveTo>
                    <a:pt x="4366" y="1"/>
                  </a:moveTo>
                  <a:cubicBezTo>
                    <a:pt x="2678" y="1"/>
                    <a:pt x="1061" y="775"/>
                    <a:pt x="0" y="2124"/>
                  </a:cubicBezTo>
                  <a:lnTo>
                    <a:pt x="2136" y="5724"/>
                  </a:lnTo>
                  <a:cubicBezTo>
                    <a:pt x="2129" y="5671"/>
                    <a:pt x="2129" y="5615"/>
                    <a:pt x="2129" y="5562"/>
                  </a:cubicBezTo>
                  <a:cubicBezTo>
                    <a:pt x="2126" y="4287"/>
                    <a:pt x="3170" y="3319"/>
                    <a:pt x="4366" y="3319"/>
                  </a:cubicBezTo>
                  <a:cubicBezTo>
                    <a:pt x="4575" y="3319"/>
                    <a:pt x="4790" y="3349"/>
                    <a:pt x="5004" y="3412"/>
                  </a:cubicBezTo>
                  <a:lnTo>
                    <a:pt x="9497" y="3412"/>
                  </a:lnTo>
                  <a:cubicBezTo>
                    <a:pt x="8737" y="1597"/>
                    <a:pt x="7069" y="316"/>
                    <a:pt x="5116" y="52"/>
                  </a:cubicBezTo>
                  <a:cubicBezTo>
                    <a:pt x="4866" y="18"/>
                    <a:pt x="4615" y="1"/>
                    <a:pt x="436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85"/>
            <p:cNvSpPr/>
            <p:nvPr/>
          </p:nvSpPr>
          <p:spPr>
            <a:xfrm>
              <a:off x="6682596" y="3489279"/>
              <a:ext cx="160746" cy="201505"/>
            </a:xfrm>
            <a:custGeom>
              <a:rect b="b" l="l" r="r" t="t"/>
              <a:pathLst>
                <a:path extrusionOk="0" h="7742" w="6176">
                  <a:moveTo>
                    <a:pt x="5729" y="0"/>
                  </a:moveTo>
                  <a:lnTo>
                    <a:pt x="1271" y="32"/>
                  </a:lnTo>
                  <a:lnTo>
                    <a:pt x="1288" y="43"/>
                  </a:lnTo>
                  <a:cubicBezTo>
                    <a:pt x="2069" y="289"/>
                    <a:pt x="2654" y="943"/>
                    <a:pt x="2812" y="1746"/>
                  </a:cubicBezTo>
                  <a:cubicBezTo>
                    <a:pt x="2970" y="2548"/>
                    <a:pt x="2678" y="3375"/>
                    <a:pt x="2048" y="3899"/>
                  </a:cubicBezTo>
                  <a:lnTo>
                    <a:pt x="1" y="7706"/>
                  </a:lnTo>
                  <a:cubicBezTo>
                    <a:pt x="212" y="7730"/>
                    <a:pt x="422" y="7741"/>
                    <a:pt x="629" y="7741"/>
                  </a:cubicBezTo>
                  <a:cubicBezTo>
                    <a:pt x="3652" y="7741"/>
                    <a:pt x="6176" y="5284"/>
                    <a:pt x="6176" y="2182"/>
                  </a:cubicBezTo>
                  <a:cubicBezTo>
                    <a:pt x="6176" y="1432"/>
                    <a:pt x="6024" y="690"/>
                    <a:pt x="572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85"/>
            <p:cNvSpPr/>
            <p:nvPr/>
          </p:nvSpPr>
          <p:spPr>
            <a:xfrm>
              <a:off x="6487078" y="3354899"/>
              <a:ext cx="402776" cy="382344"/>
            </a:xfrm>
            <a:custGeom>
              <a:rect b="b" l="l" r="r" t="t"/>
              <a:pathLst>
                <a:path extrusionOk="0" h="14690" w="15475">
                  <a:moveTo>
                    <a:pt x="8125" y="466"/>
                  </a:moveTo>
                  <a:cubicBezTo>
                    <a:pt x="11918" y="466"/>
                    <a:pt x="15007" y="3552"/>
                    <a:pt x="15007" y="7345"/>
                  </a:cubicBezTo>
                  <a:cubicBezTo>
                    <a:pt x="15007"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6"/>
                    <a:pt x="1" y="6919"/>
                    <a:pt x="1341" y="10156"/>
                  </a:cubicBezTo>
                  <a:cubicBezTo>
                    <a:pt x="2494" y="12939"/>
                    <a:pt x="5199" y="14690"/>
                    <a:pt x="8120" y="14690"/>
                  </a:cubicBezTo>
                  <a:cubicBezTo>
                    <a:pt x="8597" y="14690"/>
                    <a:pt x="9078" y="14643"/>
                    <a:pt x="9560" y="14547"/>
                  </a:cubicBezTo>
                  <a:cubicBezTo>
                    <a:pt x="12994" y="13865"/>
                    <a:pt x="15471" y="10849"/>
                    <a:pt x="15471" y="7345"/>
                  </a:cubicBezTo>
                  <a:cubicBezTo>
                    <a:pt x="15475" y="5396"/>
                    <a:pt x="14701" y="3527"/>
                    <a:pt x="13318" y="2152"/>
                  </a:cubicBezTo>
                  <a:cubicBezTo>
                    <a:pt x="11899"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85"/>
            <p:cNvSpPr/>
            <p:nvPr/>
          </p:nvSpPr>
          <p:spPr>
            <a:xfrm>
              <a:off x="6547696" y="3395138"/>
              <a:ext cx="301867" cy="301763"/>
            </a:xfrm>
            <a:custGeom>
              <a:rect b="b" l="l" r="r" t="t"/>
              <a:pathLst>
                <a:path extrusionOk="0" h="11594" w="11598">
                  <a:moveTo>
                    <a:pt x="5796" y="3864"/>
                  </a:moveTo>
                  <a:cubicBezTo>
                    <a:pt x="6300" y="3864"/>
                    <a:pt x="6795" y="4061"/>
                    <a:pt x="7165" y="4430"/>
                  </a:cubicBezTo>
                  <a:cubicBezTo>
                    <a:pt x="7717" y="4983"/>
                    <a:pt x="7882" y="5816"/>
                    <a:pt x="7583" y="6538"/>
                  </a:cubicBezTo>
                  <a:cubicBezTo>
                    <a:pt x="7284" y="7259"/>
                    <a:pt x="6580" y="7731"/>
                    <a:pt x="5796" y="7731"/>
                  </a:cubicBezTo>
                  <a:cubicBezTo>
                    <a:pt x="4730" y="7731"/>
                    <a:pt x="3868" y="6865"/>
                    <a:pt x="3864" y="5799"/>
                  </a:cubicBezTo>
                  <a:cubicBezTo>
                    <a:pt x="3864" y="5018"/>
                    <a:pt x="4336" y="4311"/>
                    <a:pt x="5057" y="4012"/>
                  </a:cubicBezTo>
                  <a:cubicBezTo>
                    <a:pt x="5296" y="3912"/>
                    <a:pt x="5547" y="3864"/>
                    <a:pt x="5796" y="3864"/>
                  </a:cubicBezTo>
                  <a:close/>
                  <a:moveTo>
                    <a:pt x="1412" y="2762"/>
                  </a:moveTo>
                  <a:lnTo>
                    <a:pt x="3442" y="6242"/>
                  </a:lnTo>
                  <a:cubicBezTo>
                    <a:pt x="3662" y="7416"/>
                    <a:pt x="4688" y="8195"/>
                    <a:pt x="5797" y="8195"/>
                  </a:cubicBezTo>
                  <a:cubicBezTo>
                    <a:pt x="6104" y="8195"/>
                    <a:pt x="6417" y="8136"/>
                    <a:pt x="6721" y="8008"/>
                  </a:cubicBezTo>
                  <a:lnTo>
                    <a:pt x="6721" y="8008"/>
                  </a:lnTo>
                  <a:lnTo>
                    <a:pt x="5068" y="11080"/>
                  </a:lnTo>
                  <a:cubicBezTo>
                    <a:pt x="2432" y="10714"/>
                    <a:pt x="469" y="8459"/>
                    <a:pt x="465" y="5799"/>
                  </a:cubicBezTo>
                  <a:lnTo>
                    <a:pt x="462" y="5799"/>
                  </a:lnTo>
                  <a:cubicBezTo>
                    <a:pt x="462" y="4712"/>
                    <a:pt x="793" y="3653"/>
                    <a:pt x="1412" y="2762"/>
                  </a:cubicBezTo>
                  <a:close/>
                  <a:moveTo>
                    <a:pt x="5800" y="464"/>
                  </a:moveTo>
                  <a:cubicBezTo>
                    <a:pt x="6005" y="464"/>
                    <a:pt x="6212" y="476"/>
                    <a:pt x="6419" y="500"/>
                  </a:cubicBezTo>
                  <a:cubicBezTo>
                    <a:pt x="8202" y="708"/>
                    <a:pt x="9758" y="1798"/>
                    <a:pt x="10563" y="3403"/>
                  </a:cubicBezTo>
                  <a:lnTo>
                    <a:pt x="9290" y="3403"/>
                  </a:lnTo>
                  <a:cubicBezTo>
                    <a:pt x="9160" y="3403"/>
                    <a:pt x="9057" y="3505"/>
                    <a:pt x="9057" y="3635"/>
                  </a:cubicBezTo>
                  <a:cubicBezTo>
                    <a:pt x="9057" y="3762"/>
                    <a:pt x="9160" y="3864"/>
                    <a:pt x="9290" y="3864"/>
                  </a:cubicBezTo>
                  <a:lnTo>
                    <a:pt x="10767" y="3864"/>
                  </a:lnTo>
                  <a:cubicBezTo>
                    <a:pt x="11408" y="5507"/>
                    <a:pt x="11193" y="7358"/>
                    <a:pt x="10201" y="8811"/>
                  </a:cubicBezTo>
                  <a:cubicBezTo>
                    <a:pt x="9205" y="10264"/>
                    <a:pt x="7559" y="11133"/>
                    <a:pt x="5799" y="11133"/>
                  </a:cubicBezTo>
                  <a:lnTo>
                    <a:pt x="5796" y="11133"/>
                  </a:lnTo>
                  <a:cubicBezTo>
                    <a:pt x="5722" y="11133"/>
                    <a:pt x="5645" y="11133"/>
                    <a:pt x="5571" y="11126"/>
                  </a:cubicBezTo>
                  <a:lnTo>
                    <a:pt x="7573" y="7403"/>
                  </a:lnTo>
                  <a:cubicBezTo>
                    <a:pt x="8530" y="6351"/>
                    <a:pt x="8361" y="4705"/>
                    <a:pt x="7214" y="3864"/>
                  </a:cubicBezTo>
                  <a:lnTo>
                    <a:pt x="8160" y="3864"/>
                  </a:lnTo>
                  <a:cubicBezTo>
                    <a:pt x="8287" y="3864"/>
                    <a:pt x="8392" y="3762"/>
                    <a:pt x="8392" y="3635"/>
                  </a:cubicBezTo>
                  <a:cubicBezTo>
                    <a:pt x="8392" y="3505"/>
                    <a:pt x="8287" y="3403"/>
                    <a:pt x="8160" y="3403"/>
                  </a:cubicBezTo>
                  <a:lnTo>
                    <a:pt x="5799" y="3403"/>
                  </a:lnTo>
                  <a:cubicBezTo>
                    <a:pt x="4656" y="3403"/>
                    <a:pt x="3674" y="4209"/>
                    <a:pt x="3449" y="5327"/>
                  </a:cubicBezTo>
                  <a:lnTo>
                    <a:pt x="1718" y="2365"/>
                  </a:lnTo>
                  <a:cubicBezTo>
                    <a:pt x="2738" y="1152"/>
                    <a:pt x="4236" y="464"/>
                    <a:pt x="5800" y="464"/>
                  </a:cubicBezTo>
                  <a:close/>
                  <a:moveTo>
                    <a:pt x="5796" y="0"/>
                  </a:moveTo>
                  <a:cubicBezTo>
                    <a:pt x="2601" y="0"/>
                    <a:pt x="1" y="2601"/>
                    <a:pt x="1" y="5799"/>
                  </a:cubicBezTo>
                  <a:cubicBezTo>
                    <a:pt x="1" y="8994"/>
                    <a:pt x="2601" y="11594"/>
                    <a:pt x="5796" y="11594"/>
                  </a:cubicBezTo>
                  <a:cubicBezTo>
                    <a:pt x="8994" y="11594"/>
                    <a:pt x="11598" y="8994"/>
                    <a:pt x="11598" y="5799"/>
                  </a:cubicBezTo>
                  <a:cubicBezTo>
                    <a:pt x="11598" y="2601"/>
                    <a:pt x="8994" y="0"/>
                    <a:pt x="5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85"/>
            <p:cNvSpPr/>
            <p:nvPr/>
          </p:nvSpPr>
          <p:spPr>
            <a:xfrm>
              <a:off x="6660343" y="3507811"/>
              <a:ext cx="79514" cy="76469"/>
            </a:xfrm>
            <a:custGeom>
              <a:rect b="b" l="l" r="r" t="t"/>
              <a:pathLst>
                <a:path extrusionOk="0" h="2938" w="3055">
                  <a:moveTo>
                    <a:pt x="1468" y="464"/>
                  </a:moveTo>
                  <a:cubicBezTo>
                    <a:pt x="2365" y="464"/>
                    <a:pt x="2812" y="1547"/>
                    <a:pt x="2179" y="2181"/>
                  </a:cubicBezTo>
                  <a:cubicBezTo>
                    <a:pt x="1974" y="2385"/>
                    <a:pt x="1723" y="2477"/>
                    <a:pt x="1476" y="2477"/>
                  </a:cubicBezTo>
                  <a:cubicBezTo>
                    <a:pt x="960" y="2477"/>
                    <a:pt x="465" y="2075"/>
                    <a:pt x="465" y="1470"/>
                  </a:cubicBezTo>
                  <a:cubicBezTo>
                    <a:pt x="465" y="914"/>
                    <a:pt x="915" y="464"/>
                    <a:pt x="1468" y="464"/>
                  </a:cubicBezTo>
                  <a:close/>
                  <a:moveTo>
                    <a:pt x="1469" y="1"/>
                  </a:moveTo>
                  <a:cubicBezTo>
                    <a:pt x="1281" y="1"/>
                    <a:pt x="1090" y="37"/>
                    <a:pt x="908" y="112"/>
                  </a:cubicBezTo>
                  <a:cubicBezTo>
                    <a:pt x="360" y="340"/>
                    <a:pt x="1" y="875"/>
                    <a:pt x="1" y="1470"/>
                  </a:cubicBezTo>
                  <a:cubicBezTo>
                    <a:pt x="1" y="2279"/>
                    <a:pt x="659" y="2937"/>
                    <a:pt x="1468" y="2937"/>
                  </a:cubicBezTo>
                  <a:cubicBezTo>
                    <a:pt x="2062" y="2937"/>
                    <a:pt x="2597" y="2582"/>
                    <a:pt x="2826" y="2033"/>
                  </a:cubicBezTo>
                  <a:cubicBezTo>
                    <a:pt x="3055" y="1484"/>
                    <a:pt x="2928" y="851"/>
                    <a:pt x="2506" y="432"/>
                  </a:cubicBezTo>
                  <a:cubicBezTo>
                    <a:pt x="2226" y="149"/>
                    <a:pt x="1851" y="1"/>
                    <a:pt x="1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3" name="Google Shape;18433;p85"/>
          <p:cNvGrpSpPr/>
          <p:nvPr/>
        </p:nvGrpSpPr>
        <p:grpSpPr>
          <a:xfrm>
            <a:off x="3190851" y="3342484"/>
            <a:ext cx="389684" cy="389684"/>
            <a:chOff x="3190851" y="3342484"/>
            <a:chExt cx="389684" cy="389684"/>
          </a:xfrm>
        </p:grpSpPr>
        <p:sp>
          <p:nvSpPr>
            <p:cNvPr id="18434" name="Google Shape;18434;p85"/>
            <p:cNvSpPr/>
            <p:nvPr/>
          </p:nvSpPr>
          <p:spPr>
            <a:xfrm>
              <a:off x="3201939" y="3577096"/>
              <a:ext cx="267146" cy="78135"/>
            </a:xfrm>
            <a:custGeom>
              <a:rect b="b" l="l" r="r" t="t"/>
              <a:pathLst>
                <a:path extrusionOk="0" h="3002" w="10264">
                  <a:moveTo>
                    <a:pt x="6172" y="789"/>
                  </a:moveTo>
                  <a:cubicBezTo>
                    <a:pt x="6425" y="789"/>
                    <a:pt x="6425" y="1169"/>
                    <a:pt x="6172" y="1169"/>
                  </a:cubicBezTo>
                  <a:lnTo>
                    <a:pt x="3564" y="1169"/>
                  </a:lnTo>
                  <a:cubicBezTo>
                    <a:pt x="3311" y="1165"/>
                    <a:pt x="3311" y="789"/>
                    <a:pt x="3564" y="789"/>
                  </a:cubicBezTo>
                  <a:close/>
                  <a:moveTo>
                    <a:pt x="2740" y="524"/>
                  </a:moveTo>
                  <a:cubicBezTo>
                    <a:pt x="2885" y="524"/>
                    <a:pt x="3012" y="707"/>
                    <a:pt x="2882" y="845"/>
                  </a:cubicBezTo>
                  <a:lnTo>
                    <a:pt x="1921" y="1865"/>
                  </a:lnTo>
                  <a:cubicBezTo>
                    <a:pt x="1887" y="1903"/>
                    <a:pt x="1835" y="1924"/>
                    <a:pt x="1784" y="1925"/>
                  </a:cubicBezTo>
                  <a:lnTo>
                    <a:pt x="1784" y="1925"/>
                  </a:lnTo>
                  <a:cubicBezTo>
                    <a:pt x="1731" y="1922"/>
                    <a:pt x="1678" y="1901"/>
                    <a:pt x="1643" y="1862"/>
                  </a:cubicBezTo>
                  <a:lnTo>
                    <a:pt x="1228" y="1412"/>
                  </a:lnTo>
                  <a:cubicBezTo>
                    <a:pt x="1110" y="1270"/>
                    <a:pt x="1235" y="1097"/>
                    <a:pt x="1377" y="1097"/>
                  </a:cubicBezTo>
                  <a:cubicBezTo>
                    <a:pt x="1422" y="1097"/>
                    <a:pt x="1468" y="1114"/>
                    <a:pt x="1510" y="1155"/>
                  </a:cubicBezTo>
                  <a:lnTo>
                    <a:pt x="1784" y="1457"/>
                  </a:lnTo>
                  <a:lnTo>
                    <a:pt x="2604" y="588"/>
                  </a:lnTo>
                  <a:cubicBezTo>
                    <a:pt x="2646" y="543"/>
                    <a:pt x="2694" y="524"/>
                    <a:pt x="2740" y="524"/>
                  </a:cubicBezTo>
                  <a:close/>
                  <a:moveTo>
                    <a:pt x="8684" y="1830"/>
                  </a:moveTo>
                  <a:cubicBezTo>
                    <a:pt x="8937" y="1834"/>
                    <a:pt x="8937" y="2210"/>
                    <a:pt x="8684" y="2210"/>
                  </a:cubicBezTo>
                  <a:lnTo>
                    <a:pt x="3564" y="2210"/>
                  </a:lnTo>
                  <a:cubicBezTo>
                    <a:pt x="3311" y="2210"/>
                    <a:pt x="3311" y="1830"/>
                    <a:pt x="3564" y="1830"/>
                  </a:cubicBezTo>
                  <a:close/>
                  <a:moveTo>
                    <a:pt x="1992" y="528"/>
                  </a:moveTo>
                  <a:cubicBezTo>
                    <a:pt x="2241" y="528"/>
                    <a:pt x="2241" y="905"/>
                    <a:pt x="1992" y="905"/>
                  </a:cubicBezTo>
                  <a:lnTo>
                    <a:pt x="989" y="905"/>
                  </a:lnTo>
                  <a:lnTo>
                    <a:pt x="989" y="2094"/>
                  </a:lnTo>
                  <a:lnTo>
                    <a:pt x="2252" y="2094"/>
                  </a:lnTo>
                  <a:lnTo>
                    <a:pt x="2252" y="1858"/>
                  </a:lnTo>
                  <a:cubicBezTo>
                    <a:pt x="2252" y="1756"/>
                    <a:pt x="2336" y="1672"/>
                    <a:pt x="2442" y="1672"/>
                  </a:cubicBezTo>
                  <a:cubicBezTo>
                    <a:pt x="2548" y="1672"/>
                    <a:pt x="2632" y="1756"/>
                    <a:pt x="2632" y="1862"/>
                  </a:cubicBezTo>
                  <a:lnTo>
                    <a:pt x="2632" y="2284"/>
                  </a:lnTo>
                  <a:cubicBezTo>
                    <a:pt x="2632" y="2386"/>
                    <a:pt x="2548" y="2471"/>
                    <a:pt x="2442" y="2471"/>
                  </a:cubicBezTo>
                  <a:lnTo>
                    <a:pt x="799" y="2471"/>
                  </a:lnTo>
                  <a:cubicBezTo>
                    <a:pt x="693" y="2471"/>
                    <a:pt x="609" y="2386"/>
                    <a:pt x="609" y="2284"/>
                  </a:cubicBezTo>
                  <a:lnTo>
                    <a:pt x="609" y="715"/>
                  </a:lnTo>
                  <a:cubicBezTo>
                    <a:pt x="609" y="613"/>
                    <a:pt x="693" y="528"/>
                    <a:pt x="799" y="528"/>
                  </a:cubicBezTo>
                  <a:close/>
                  <a:moveTo>
                    <a:pt x="0" y="1"/>
                  </a:moveTo>
                  <a:lnTo>
                    <a:pt x="0" y="2998"/>
                  </a:lnTo>
                  <a:lnTo>
                    <a:pt x="8497" y="2998"/>
                  </a:lnTo>
                  <a:cubicBezTo>
                    <a:pt x="8511" y="2998"/>
                    <a:pt x="8522" y="2998"/>
                    <a:pt x="8532" y="3002"/>
                  </a:cubicBezTo>
                  <a:lnTo>
                    <a:pt x="8550" y="3002"/>
                  </a:lnTo>
                  <a:lnTo>
                    <a:pt x="8564" y="2995"/>
                  </a:lnTo>
                  <a:cubicBezTo>
                    <a:pt x="8645" y="2942"/>
                    <a:pt x="8733" y="2900"/>
                    <a:pt x="8825" y="2868"/>
                  </a:cubicBezTo>
                  <a:lnTo>
                    <a:pt x="10264" y="2305"/>
                  </a:lnTo>
                  <a:lnTo>
                    <a:pt x="10264" y="1943"/>
                  </a:lnTo>
                  <a:lnTo>
                    <a:pt x="10239" y="1932"/>
                  </a:lnTo>
                  <a:cubicBezTo>
                    <a:pt x="9866" y="1728"/>
                    <a:pt x="9592" y="1387"/>
                    <a:pt x="9475" y="979"/>
                  </a:cubicBezTo>
                  <a:lnTo>
                    <a:pt x="9465" y="944"/>
                  </a:lnTo>
                  <a:lnTo>
                    <a:pt x="9423" y="944"/>
                  </a:lnTo>
                  <a:cubicBezTo>
                    <a:pt x="8948" y="944"/>
                    <a:pt x="8578" y="525"/>
                    <a:pt x="8642" y="53"/>
                  </a:cubicBezTo>
                  <a:lnTo>
                    <a:pt x="8649"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85"/>
            <p:cNvSpPr/>
            <p:nvPr/>
          </p:nvSpPr>
          <p:spPr>
            <a:xfrm>
              <a:off x="3201939" y="3460441"/>
              <a:ext cx="263294" cy="82976"/>
            </a:xfrm>
            <a:custGeom>
              <a:rect b="b" l="l" r="r" t="t"/>
              <a:pathLst>
                <a:path extrusionOk="0" h="3188" w="10116">
                  <a:moveTo>
                    <a:pt x="6168" y="978"/>
                  </a:moveTo>
                  <a:cubicBezTo>
                    <a:pt x="6421" y="978"/>
                    <a:pt x="6421" y="1355"/>
                    <a:pt x="6168" y="1355"/>
                  </a:cubicBezTo>
                  <a:lnTo>
                    <a:pt x="3561" y="1355"/>
                  </a:lnTo>
                  <a:cubicBezTo>
                    <a:pt x="3311" y="1355"/>
                    <a:pt x="3311" y="978"/>
                    <a:pt x="3561" y="978"/>
                  </a:cubicBezTo>
                  <a:close/>
                  <a:moveTo>
                    <a:pt x="2739" y="712"/>
                  </a:moveTo>
                  <a:cubicBezTo>
                    <a:pt x="2884" y="712"/>
                    <a:pt x="3012" y="896"/>
                    <a:pt x="2878" y="1035"/>
                  </a:cubicBezTo>
                  <a:lnTo>
                    <a:pt x="1921" y="2055"/>
                  </a:lnTo>
                  <a:cubicBezTo>
                    <a:pt x="1883" y="2090"/>
                    <a:pt x="1833" y="2111"/>
                    <a:pt x="1781" y="2111"/>
                  </a:cubicBezTo>
                  <a:cubicBezTo>
                    <a:pt x="1728" y="2111"/>
                    <a:pt x="1678" y="2090"/>
                    <a:pt x="1643" y="2051"/>
                  </a:cubicBezTo>
                  <a:lnTo>
                    <a:pt x="1228" y="1601"/>
                  </a:lnTo>
                  <a:cubicBezTo>
                    <a:pt x="1103" y="1460"/>
                    <a:pt x="1229" y="1281"/>
                    <a:pt x="1372" y="1281"/>
                  </a:cubicBezTo>
                  <a:cubicBezTo>
                    <a:pt x="1417" y="1281"/>
                    <a:pt x="1465" y="1300"/>
                    <a:pt x="1506" y="1344"/>
                  </a:cubicBezTo>
                  <a:lnTo>
                    <a:pt x="1784" y="1647"/>
                  </a:lnTo>
                  <a:lnTo>
                    <a:pt x="2604" y="774"/>
                  </a:lnTo>
                  <a:cubicBezTo>
                    <a:pt x="2645" y="730"/>
                    <a:pt x="2693" y="712"/>
                    <a:pt x="2739" y="712"/>
                  </a:cubicBezTo>
                  <a:close/>
                  <a:moveTo>
                    <a:pt x="8719" y="2020"/>
                  </a:moveTo>
                  <a:cubicBezTo>
                    <a:pt x="8972" y="2020"/>
                    <a:pt x="8972" y="2400"/>
                    <a:pt x="8719" y="2400"/>
                  </a:cubicBezTo>
                  <a:lnTo>
                    <a:pt x="3564" y="2400"/>
                  </a:lnTo>
                  <a:cubicBezTo>
                    <a:pt x="3459" y="2400"/>
                    <a:pt x="3374" y="2315"/>
                    <a:pt x="3374" y="2210"/>
                  </a:cubicBezTo>
                  <a:cubicBezTo>
                    <a:pt x="3374" y="2104"/>
                    <a:pt x="3459" y="2020"/>
                    <a:pt x="3561" y="2020"/>
                  </a:cubicBezTo>
                  <a:close/>
                  <a:moveTo>
                    <a:pt x="1992" y="714"/>
                  </a:moveTo>
                  <a:cubicBezTo>
                    <a:pt x="2241" y="714"/>
                    <a:pt x="2241" y="1094"/>
                    <a:pt x="1992" y="1094"/>
                  </a:cubicBezTo>
                  <a:lnTo>
                    <a:pt x="989" y="1094"/>
                  </a:lnTo>
                  <a:lnTo>
                    <a:pt x="989" y="2280"/>
                  </a:lnTo>
                  <a:lnTo>
                    <a:pt x="2252" y="2280"/>
                  </a:lnTo>
                  <a:lnTo>
                    <a:pt x="2252" y="2048"/>
                  </a:lnTo>
                  <a:cubicBezTo>
                    <a:pt x="2252" y="1921"/>
                    <a:pt x="2347" y="1858"/>
                    <a:pt x="2442" y="1858"/>
                  </a:cubicBezTo>
                  <a:cubicBezTo>
                    <a:pt x="2537" y="1858"/>
                    <a:pt x="2632" y="1921"/>
                    <a:pt x="2632" y="2048"/>
                  </a:cubicBezTo>
                  <a:lnTo>
                    <a:pt x="2632" y="2470"/>
                  </a:lnTo>
                  <a:cubicBezTo>
                    <a:pt x="2632" y="2576"/>
                    <a:pt x="2548" y="2660"/>
                    <a:pt x="2442" y="2660"/>
                  </a:cubicBezTo>
                  <a:lnTo>
                    <a:pt x="799" y="2660"/>
                  </a:lnTo>
                  <a:cubicBezTo>
                    <a:pt x="693" y="2660"/>
                    <a:pt x="609" y="2576"/>
                    <a:pt x="609" y="2470"/>
                  </a:cubicBezTo>
                  <a:lnTo>
                    <a:pt x="609" y="904"/>
                  </a:lnTo>
                  <a:cubicBezTo>
                    <a:pt x="609" y="799"/>
                    <a:pt x="693" y="714"/>
                    <a:pt x="799" y="714"/>
                  </a:cubicBezTo>
                  <a:close/>
                  <a:moveTo>
                    <a:pt x="0" y="0"/>
                  </a:moveTo>
                  <a:lnTo>
                    <a:pt x="0" y="3188"/>
                  </a:lnTo>
                  <a:lnTo>
                    <a:pt x="8986" y="3188"/>
                  </a:lnTo>
                  <a:lnTo>
                    <a:pt x="8990" y="3146"/>
                  </a:lnTo>
                  <a:cubicBezTo>
                    <a:pt x="9053" y="2445"/>
                    <a:pt x="9468" y="1826"/>
                    <a:pt x="10091" y="1503"/>
                  </a:cubicBezTo>
                  <a:lnTo>
                    <a:pt x="10116" y="1488"/>
                  </a:lnTo>
                  <a:lnTo>
                    <a:pt x="10116"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85"/>
            <p:cNvSpPr/>
            <p:nvPr/>
          </p:nvSpPr>
          <p:spPr>
            <a:xfrm>
              <a:off x="3202017" y="3348705"/>
              <a:ext cx="263320" cy="82898"/>
            </a:xfrm>
            <a:custGeom>
              <a:rect b="b" l="l" r="r" t="t"/>
              <a:pathLst>
                <a:path extrusionOk="0" h="3185" w="10117">
                  <a:moveTo>
                    <a:pt x="6165" y="979"/>
                  </a:moveTo>
                  <a:cubicBezTo>
                    <a:pt x="6418" y="979"/>
                    <a:pt x="6418" y="1355"/>
                    <a:pt x="6165" y="1355"/>
                  </a:cubicBezTo>
                  <a:lnTo>
                    <a:pt x="3558" y="1355"/>
                  </a:lnTo>
                  <a:cubicBezTo>
                    <a:pt x="3308" y="1355"/>
                    <a:pt x="3308" y="979"/>
                    <a:pt x="3558" y="979"/>
                  </a:cubicBezTo>
                  <a:close/>
                  <a:moveTo>
                    <a:pt x="2737" y="710"/>
                  </a:moveTo>
                  <a:cubicBezTo>
                    <a:pt x="2882" y="710"/>
                    <a:pt x="3008" y="893"/>
                    <a:pt x="2875" y="1032"/>
                  </a:cubicBezTo>
                  <a:lnTo>
                    <a:pt x="1918" y="2052"/>
                  </a:lnTo>
                  <a:cubicBezTo>
                    <a:pt x="1883" y="2091"/>
                    <a:pt x="1830" y="2112"/>
                    <a:pt x="1778" y="2112"/>
                  </a:cubicBezTo>
                  <a:cubicBezTo>
                    <a:pt x="1725" y="2108"/>
                    <a:pt x="1675" y="2087"/>
                    <a:pt x="1640" y="2048"/>
                  </a:cubicBezTo>
                  <a:lnTo>
                    <a:pt x="1225" y="1598"/>
                  </a:lnTo>
                  <a:cubicBezTo>
                    <a:pt x="1100" y="1457"/>
                    <a:pt x="1226" y="1278"/>
                    <a:pt x="1369" y="1278"/>
                  </a:cubicBezTo>
                  <a:cubicBezTo>
                    <a:pt x="1414" y="1278"/>
                    <a:pt x="1462" y="1297"/>
                    <a:pt x="1503" y="1341"/>
                  </a:cubicBezTo>
                  <a:lnTo>
                    <a:pt x="1781" y="1644"/>
                  </a:lnTo>
                  <a:lnTo>
                    <a:pt x="2601" y="775"/>
                  </a:lnTo>
                  <a:cubicBezTo>
                    <a:pt x="2643" y="729"/>
                    <a:pt x="2691" y="710"/>
                    <a:pt x="2737" y="710"/>
                  </a:cubicBezTo>
                  <a:close/>
                  <a:moveTo>
                    <a:pt x="8779" y="2024"/>
                  </a:moveTo>
                  <a:cubicBezTo>
                    <a:pt x="9026" y="2024"/>
                    <a:pt x="9024" y="2400"/>
                    <a:pt x="8776" y="2400"/>
                  </a:cubicBezTo>
                  <a:lnTo>
                    <a:pt x="3561" y="2400"/>
                  </a:lnTo>
                  <a:cubicBezTo>
                    <a:pt x="3309" y="2400"/>
                    <a:pt x="3308" y="2024"/>
                    <a:pt x="3558" y="2024"/>
                  </a:cubicBezTo>
                  <a:cubicBezTo>
                    <a:pt x="3559" y="2024"/>
                    <a:pt x="3560" y="2024"/>
                    <a:pt x="3561" y="2024"/>
                  </a:cubicBezTo>
                  <a:lnTo>
                    <a:pt x="8776" y="2024"/>
                  </a:lnTo>
                  <a:cubicBezTo>
                    <a:pt x="8777" y="2024"/>
                    <a:pt x="8778" y="2024"/>
                    <a:pt x="8779" y="2024"/>
                  </a:cubicBezTo>
                  <a:close/>
                  <a:moveTo>
                    <a:pt x="1989" y="711"/>
                  </a:moveTo>
                  <a:cubicBezTo>
                    <a:pt x="2238" y="711"/>
                    <a:pt x="2238" y="1091"/>
                    <a:pt x="1989" y="1091"/>
                  </a:cubicBezTo>
                  <a:lnTo>
                    <a:pt x="986" y="1091"/>
                  </a:lnTo>
                  <a:lnTo>
                    <a:pt x="986" y="2281"/>
                  </a:lnTo>
                  <a:lnTo>
                    <a:pt x="2249" y="2281"/>
                  </a:lnTo>
                  <a:lnTo>
                    <a:pt x="2249" y="2045"/>
                  </a:lnTo>
                  <a:cubicBezTo>
                    <a:pt x="2249" y="1920"/>
                    <a:pt x="2344" y="1857"/>
                    <a:pt x="2439" y="1857"/>
                  </a:cubicBezTo>
                  <a:cubicBezTo>
                    <a:pt x="2534" y="1857"/>
                    <a:pt x="2629" y="1920"/>
                    <a:pt x="2629" y="2045"/>
                  </a:cubicBezTo>
                  <a:lnTo>
                    <a:pt x="2629" y="2467"/>
                  </a:lnTo>
                  <a:cubicBezTo>
                    <a:pt x="2629" y="2573"/>
                    <a:pt x="2545" y="2657"/>
                    <a:pt x="2439" y="2657"/>
                  </a:cubicBezTo>
                  <a:lnTo>
                    <a:pt x="796" y="2657"/>
                  </a:lnTo>
                  <a:cubicBezTo>
                    <a:pt x="690" y="2657"/>
                    <a:pt x="606" y="2573"/>
                    <a:pt x="606" y="2467"/>
                  </a:cubicBezTo>
                  <a:lnTo>
                    <a:pt x="606" y="901"/>
                  </a:lnTo>
                  <a:cubicBezTo>
                    <a:pt x="606" y="796"/>
                    <a:pt x="690" y="711"/>
                    <a:pt x="796" y="711"/>
                  </a:cubicBezTo>
                  <a:close/>
                  <a:moveTo>
                    <a:pt x="1" y="1"/>
                  </a:moveTo>
                  <a:lnTo>
                    <a:pt x="1" y="3185"/>
                  </a:lnTo>
                  <a:lnTo>
                    <a:pt x="10116" y="3185"/>
                  </a:lnTo>
                  <a:lnTo>
                    <a:pt x="1011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85"/>
            <p:cNvSpPr/>
            <p:nvPr/>
          </p:nvSpPr>
          <p:spPr>
            <a:xfrm>
              <a:off x="3444697" y="3502371"/>
              <a:ext cx="93907" cy="62310"/>
            </a:xfrm>
            <a:custGeom>
              <a:rect b="b" l="l" r="r" t="t"/>
              <a:pathLst>
                <a:path extrusionOk="0" h="2394" w="3608">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93" y="2094"/>
                    <a:pt x="1707" y="2087"/>
                    <a:pt x="2351" y="1193"/>
                  </a:cubicBezTo>
                  <a:cubicBezTo>
                    <a:pt x="2384" y="1149"/>
                    <a:pt x="2431" y="1129"/>
                    <a:pt x="2478" y="1129"/>
                  </a:cubicBezTo>
                  <a:cubicBezTo>
                    <a:pt x="2548" y="1129"/>
                    <a:pt x="2616" y="1173"/>
                    <a:pt x="2632" y="1253"/>
                  </a:cubicBezTo>
                  <a:cubicBezTo>
                    <a:pt x="2632" y="1260"/>
                    <a:pt x="2808" y="1971"/>
                    <a:pt x="3368" y="2098"/>
                  </a:cubicBezTo>
                  <a:lnTo>
                    <a:pt x="3375" y="2098"/>
                  </a:lnTo>
                  <a:lnTo>
                    <a:pt x="3382" y="2101"/>
                  </a:lnTo>
                  <a:lnTo>
                    <a:pt x="3389" y="2105"/>
                  </a:lnTo>
                  <a:lnTo>
                    <a:pt x="3400" y="2108"/>
                  </a:lnTo>
                  <a:lnTo>
                    <a:pt x="3410" y="2115"/>
                  </a:lnTo>
                  <a:lnTo>
                    <a:pt x="3421" y="2119"/>
                  </a:lnTo>
                  <a:lnTo>
                    <a:pt x="3424" y="2122"/>
                  </a:lnTo>
                  <a:lnTo>
                    <a:pt x="3435" y="2129"/>
                  </a:lnTo>
                  <a:lnTo>
                    <a:pt x="3445" y="2140"/>
                  </a:lnTo>
                  <a:lnTo>
                    <a:pt x="3449" y="2140"/>
                  </a:lnTo>
                  <a:lnTo>
                    <a:pt x="3452" y="2147"/>
                  </a:lnTo>
                  <a:lnTo>
                    <a:pt x="3456" y="2154"/>
                  </a:lnTo>
                  <a:lnTo>
                    <a:pt x="3607" y="2358"/>
                  </a:lnTo>
                  <a:lnTo>
                    <a:pt x="3607" y="1728"/>
                  </a:lnTo>
                  <a:cubicBezTo>
                    <a:pt x="3604" y="775"/>
                    <a:pt x="2833" y="4"/>
                    <a:pt x="188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85"/>
            <p:cNvSpPr/>
            <p:nvPr/>
          </p:nvSpPr>
          <p:spPr>
            <a:xfrm>
              <a:off x="3456045" y="3544041"/>
              <a:ext cx="71367" cy="79228"/>
            </a:xfrm>
            <a:custGeom>
              <a:rect b="b" l="l" r="r" t="t"/>
              <a:pathLst>
                <a:path extrusionOk="0" h="3044" w="2742">
                  <a:moveTo>
                    <a:pt x="1985" y="0"/>
                  </a:moveTo>
                  <a:lnTo>
                    <a:pt x="1908" y="71"/>
                  </a:lnTo>
                  <a:cubicBezTo>
                    <a:pt x="1324" y="613"/>
                    <a:pt x="508" y="757"/>
                    <a:pt x="71" y="796"/>
                  </a:cubicBezTo>
                  <a:lnTo>
                    <a:pt x="1" y="803"/>
                  </a:lnTo>
                  <a:lnTo>
                    <a:pt x="1" y="1823"/>
                  </a:lnTo>
                  <a:cubicBezTo>
                    <a:pt x="1" y="2499"/>
                    <a:pt x="546" y="3044"/>
                    <a:pt x="1222" y="3044"/>
                  </a:cubicBezTo>
                  <a:lnTo>
                    <a:pt x="1521" y="3044"/>
                  </a:lnTo>
                  <a:cubicBezTo>
                    <a:pt x="2193" y="3044"/>
                    <a:pt x="2742" y="2499"/>
                    <a:pt x="2742" y="1823"/>
                  </a:cubicBezTo>
                  <a:lnTo>
                    <a:pt x="2742" y="768"/>
                  </a:lnTo>
                  <a:lnTo>
                    <a:pt x="2693" y="746"/>
                  </a:lnTo>
                  <a:cubicBezTo>
                    <a:pt x="2351" y="609"/>
                    <a:pt x="2144" y="314"/>
                    <a:pt x="2031" y="92"/>
                  </a:cubicBezTo>
                  <a:lnTo>
                    <a:pt x="1985"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85"/>
            <p:cNvSpPr/>
            <p:nvPr/>
          </p:nvSpPr>
          <p:spPr>
            <a:xfrm>
              <a:off x="3435718" y="3569418"/>
              <a:ext cx="12129" cy="23451"/>
            </a:xfrm>
            <a:custGeom>
              <a:rect b="b" l="l" r="r" t="t"/>
              <a:pathLst>
                <a:path extrusionOk="0" h="901" w="466">
                  <a:moveTo>
                    <a:pt x="465" y="0"/>
                  </a:moveTo>
                  <a:lnTo>
                    <a:pt x="374" y="14"/>
                  </a:lnTo>
                  <a:cubicBezTo>
                    <a:pt x="159" y="49"/>
                    <a:pt x="1" y="232"/>
                    <a:pt x="1" y="450"/>
                  </a:cubicBezTo>
                  <a:cubicBezTo>
                    <a:pt x="1" y="669"/>
                    <a:pt x="159" y="855"/>
                    <a:pt x="374" y="887"/>
                  </a:cubicBezTo>
                  <a:lnTo>
                    <a:pt x="465" y="901"/>
                  </a:lnTo>
                  <a:lnTo>
                    <a:pt x="46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85"/>
            <p:cNvSpPr/>
            <p:nvPr/>
          </p:nvSpPr>
          <p:spPr>
            <a:xfrm>
              <a:off x="3478038" y="3630296"/>
              <a:ext cx="27407" cy="26236"/>
            </a:xfrm>
            <a:custGeom>
              <a:rect b="b" l="l" r="r" t="t"/>
              <a:pathLst>
                <a:path extrusionOk="0" h="1008" w="1053">
                  <a:moveTo>
                    <a:pt x="0" y="1"/>
                  </a:moveTo>
                  <a:lnTo>
                    <a:pt x="0" y="500"/>
                  </a:lnTo>
                  <a:lnTo>
                    <a:pt x="518" y="1007"/>
                  </a:lnTo>
                  <a:lnTo>
                    <a:pt x="1052" y="455"/>
                  </a:lnTo>
                  <a:lnTo>
                    <a:pt x="1052" y="1"/>
                  </a:lnTo>
                  <a:lnTo>
                    <a:pt x="957" y="18"/>
                  </a:lnTo>
                  <a:cubicBezTo>
                    <a:pt x="866" y="36"/>
                    <a:pt x="771" y="47"/>
                    <a:pt x="676" y="47"/>
                  </a:cubicBezTo>
                  <a:lnTo>
                    <a:pt x="377" y="47"/>
                  </a:lnTo>
                  <a:cubicBezTo>
                    <a:pt x="282" y="47"/>
                    <a:pt x="187" y="36"/>
                    <a:pt x="95" y="18"/>
                  </a:cubicBezTo>
                  <a:lnTo>
                    <a:pt x="0"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85"/>
            <p:cNvSpPr/>
            <p:nvPr/>
          </p:nvSpPr>
          <p:spPr>
            <a:xfrm>
              <a:off x="3535533" y="3569418"/>
              <a:ext cx="12207" cy="23555"/>
            </a:xfrm>
            <a:custGeom>
              <a:rect b="b" l="l" r="r" t="t"/>
              <a:pathLst>
                <a:path extrusionOk="0" h="905" w="469">
                  <a:moveTo>
                    <a:pt x="1" y="0"/>
                  </a:moveTo>
                  <a:lnTo>
                    <a:pt x="1" y="904"/>
                  </a:lnTo>
                  <a:lnTo>
                    <a:pt x="96" y="887"/>
                  </a:lnTo>
                  <a:cubicBezTo>
                    <a:pt x="311" y="852"/>
                    <a:pt x="469" y="669"/>
                    <a:pt x="469" y="450"/>
                  </a:cubicBezTo>
                  <a:cubicBezTo>
                    <a:pt x="469" y="236"/>
                    <a:pt x="311" y="49"/>
                    <a:pt x="96" y="18"/>
                  </a:cubicBezTo>
                  <a:lnTo>
                    <a:pt x="1"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85"/>
            <p:cNvSpPr/>
            <p:nvPr/>
          </p:nvSpPr>
          <p:spPr>
            <a:xfrm>
              <a:off x="3412189" y="3646251"/>
              <a:ext cx="158091" cy="80685"/>
            </a:xfrm>
            <a:custGeom>
              <a:rect b="b" l="l" r="r" t="t"/>
              <a:pathLst>
                <a:path extrusionOk="0" h="3100" w="6074">
                  <a:moveTo>
                    <a:pt x="3867" y="0"/>
                  </a:moveTo>
                  <a:lnTo>
                    <a:pt x="3167" y="725"/>
                  </a:lnTo>
                  <a:cubicBezTo>
                    <a:pt x="3135" y="757"/>
                    <a:pt x="3093" y="774"/>
                    <a:pt x="3051" y="774"/>
                  </a:cubicBezTo>
                  <a:cubicBezTo>
                    <a:pt x="3012" y="774"/>
                    <a:pt x="2973" y="759"/>
                    <a:pt x="2942" y="728"/>
                  </a:cubicBezTo>
                  <a:lnTo>
                    <a:pt x="2263" y="70"/>
                  </a:lnTo>
                  <a:cubicBezTo>
                    <a:pt x="2259" y="63"/>
                    <a:pt x="2256" y="60"/>
                    <a:pt x="2252" y="56"/>
                  </a:cubicBezTo>
                  <a:lnTo>
                    <a:pt x="2214" y="11"/>
                  </a:lnTo>
                  <a:lnTo>
                    <a:pt x="866" y="538"/>
                  </a:lnTo>
                  <a:lnTo>
                    <a:pt x="859" y="542"/>
                  </a:lnTo>
                  <a:cubicBezTo>
                    <a:pt x="824" y="556"/>
                    <a:pt x="1" y="855"/>
                    <a:pt x="1" y="1893"/>
                  </a:cubicBezTo>
                  <a:lnTo>
                    <a:pt x="1" y="3100"/>
                  </a:lnTo>
                  <a:lnTo>
                    <a:pt x="6073" y="3100"/>
                  </a:lnTo>
                  <a:lnTo>
                    <a:pt x="6073" y="1893"/>
                  </a:lnTo>
                  <a:cubicBezTo>
                    <a:pt x="6073" y="852"/>
                    <a:pt x="5250" y="552"/>
                    <a:pt x="5215" y="538"/>
                  </a:cubicBezTo>
                  <a:lnTo>
                    <a:pt x="5208" y="535"/>
                  </a:lnTo>
                  <a:lnTo>
                    <a:pt x="386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85"/>
            <p:cNvSpPr/>
            <p:nvPr/>
          </p:nvSpPr>
          <p:spPr>
            <a:xfrm>
              <a:off x="3444697" y="3502371"/>
              <a:ext cx="51873" cy="62310"/>
            </a:xfrm>
            <a:custGeom>
              <a:rect b="b" l="l" r="r" t="t"/>
              <a:pathLst>
                <a:path extrusionOk="0" h="2394" w="1993">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79" y="2094"/>
                    <a:pt x="317" y="2094"/>
                    <a:pt x="377" y="2091"/>
                  </a:cubicBezTo>
                  <a:lnTo>
                    <a:pt x="377" y="1732"/>
                  </a:lnTo>
                  <a:lnTo>
                    <a:pt x="377" y="1728"/>
                  </a:lnTo>
                  <a:cubicBezTo>
                    <a:pt x="381" y="817"/>
                    <a:pt x="1084" y="64"/>
                    <a:pt x="1992" y="8"/>
                  </a:cubicBezTo>
                  <a:cubicBezTo>
                    <a:pt x="1957" y="4"/>
                    <a:pt x="1918" y="1"/>
                    <a:pt x="18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85"/>
            <p:cNvSpPr/>
            <p:nvPr/>
          </p:nvSpPr>
          <p:spPr>
            <a:xfrm>
              <a:off x="3456045" y="3544041"/>
              <a:ext cx="54788" cy="79228"/>
            </a:xfrm>
            <a:custGeom>
              <a:rect b="b" l="l" r="r" t="t"/>
              <a:pathLst>
                <a:path extrusionOk="0" h="3044" w="2105">
                  <a:moveTo>
                    <a:pt x="1985" y="0"/>
                  </a:moveTo>
                  <a:lnTo>
                    <a:pt x="1908" y="71"/>
                  </a:lnTo>
                  <a:cubicBezTo>
                    <a:pt x="1324" y="613"/>
                    <a:pt x="508" y="757"/>
                    <a:pt x="71" y="796"/>
                  </a:cubicBezTo>
                  <a:lnTo>
                    <a:pt x="1" y="803"/>
                  </a:lnTo>
                  <a:lnTo>
                    <a:pt x="1" y="1823"/>
                  </a:lnTo>
                  <a:cubicBezTo>
                    <a:pt x="1" y="2499"/>
                    <a:pt x="546" y="3044"/>
                    <a:pt x="1222" y="3044"/>
                  </a:cubicBezTo>
                  <a:lnTo>
                    <a:pt x="1560" y="3044"/>
                  </a:lnTo>
                  <a:cubicBezTo>
                    <a:pt x="902" y="3023"/>
                    <a:pt x="377" y="2481"/>
                    <a:pt x="377" y="1823"/>
                  </a:cubicBezTo>
                  <a:lnTo>
                    <a:pt x="377" y="803"/>
                  </a:lnTo>
                  <a:lnTo>
                    <a:pt x="451" y="796"/>
                  </a:lnTo>
                  <a:cubicBezTo>
                    <a:pt x="842" y="760"/>
                    <a:pt x="1542" y="641"/>
                    <a:pt x="2105" y="222"/>
                  </a:cubicBezTo>
                  <a:cubicBezTo>
                    <a:pt x="2077" y="180"/>
                    <a:pt x="2052" y="134"/>
                    <a:pt x="2035" y="95"/>
                  </a:cubicBezTo>
                  <a:lnTo>
                    <a:pt x="198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85"/>
            <p:cNvSpPr/>
            <p:nvPr/>
          </p:nvSpPr>
          <p:spPr>
            <a:xfrm>
              <a:off x="3478038" y="3630296"/>
              <a:ext cx="18245" cy="26236"/>
            </a:xfrm>
            <a:custGeom>
              <a:rect b="b" l="l" r="r" t="t"/>
              <a:pathLst>
                <a:path extrusionOk="0" h="1008" w="701">
                  <a:moveTo>
                    <a:pt x="0" y="1"/>
                  </a:moveTo>
                  <a:lnTo>
                    <a:pt x="0" y="500"/>
                  </a:lnTo>
                  <a:lnTo>
                    <a:pt x="518" y="1007"/>
                  </a:lnTo>
                  <a:lnTo>
                    <a:pt x="701" y="817"/>
                  </a:lnTo>
                  <a:lnTo>
                    <a:pt x="380" y="500"/>
                  </a:lnTo>
                  <a:lnTo>
                    <a:pt x="380" y="47"/>
                  </a:lnTo>
                  <a:lnTo>
                    <a:pt x="377" y="47"/>
                  </a:lnTo>
                  <a:cubicBezTo>
                    <a:pt x="282" y="47"/>
                    <a:pt x="187" y="36"/>
                    <a:pt x="95" y="18"/>
                  </a:cubicBezTo>
                  <a:lnTo>
                    <a:pt x="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85"/>
            <p:cNvSpPr/>
            <p:nvPr/>
          </p:nvSpPr>
          <p:spPr>
            <a:xfrm>
              <a:off x="3496622" y="3630296"/>
              <a:ext cx="8719" cy="1223"/>
            </a:xfrm>
            <a:custGeom>
              <a:rect b="b" l="l" r="r" t="t"/>
              <a:pathLst>
                <a:path extrusionOk="0" h="47" w="335">
                  <a:moveTo>
                    <a:pt x="335" y="1"/>
                  </a:moveTo>
                  <a:lnTo>
                    <a:pt x="243" y="18"/>
                  </a:lnTo>
                  <a:cubicBezTo>
                    <a:pt x="162" y="33"/>
                    <a:pt x="82" y="43"/>
                    <a:pt x="1" y="43"/>
                  </a:cubicBezTo>
                  <a:lnTo>
                    <a:pt x="39" y="47"/>
                  </a:lnTo>
                  <a:lnTo>
                    <a:pt x="335" y="47"/>
                  </a:lnTo>
                  <a:lnTo>
                    <a:pt x="335"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85"/>
            <p:cNvSpPr/>
            <p:nvPr/>
          </p:nvSpPr>
          <p:spPr>
            <a:xfrm>
              <a:off x="3412189" y="3646512"/>
              <a:ext cx="60280" cy="75480"/>
            </a:xfrm>
            <a:custGeom>
              <a:rect b="b" l="l" r="r" t="t"/>
              <a:pathLst>
                <a:path extrusionOk="0" h="2900" w="2316">
                  <a:moveTo>
                    <a:pt x="2214" y="1"/>
                  </a:moveTo>
                  <a:lnTo>
                    <a:pt x="866" y="528"/>
                  </a:lnTo>
                  <a:lnTo>
                    <a:pt x="859" y="532"/>
                  </a:lnTo>
                  <a:cubicBezTo>
                    <a:pt x="824" y="542"/>
                    <a:pt x="1" y="842"/>
                    <a:pt x="1" y="1883"/>
                  </a:cubicBezTo>
                  <a:lnTo>
                    <a:pt x="1" y="2900"/>
                  </a:lnTo>
                  <a:lnTo>
                    <a:pt x="377" y="2900"/>
                  </a:lnTo>
                  <a:lnTo>
                    <a:pt x="377" y="1883"/>
                  </a:lnTo>
                  <a:cubicBezTo>
                    <a:pt x="381" y="842"/>
                    <a:pt x="1200" y="542"/>
                    <a:pt x="1236" y="528"/>
                  </a:cubicBezTo>
                  <a:lnTo>
                    <a:pt x="1246" y="528"/>
                  </a:lnTo>
                  <a:lnTo>
                    <a:pt x="2316" y="106"/>
                  </a:lnTo>
                  <a:lnTo>
                    <a:pt x="2263" y="57"/>
                  </a:lnTo>
                  <a:cubicBezTo>
                    <a:pt x="2259" y="53"/>
                    <a:pt x="2256" y="50"/>
                    <a:pt x="2249" y="43"/>
                  </a:cubicBezTo>
                  <a:lnTo>
                    <a:pt x="221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85"/>
            <p:cNvSpPr/>
            <p:nvPr/>
          </p:nvSpPr>
          <p:spPr>
            <a:xfrm>
              <a:off x="3286450" y="3372884"/>
              <a:ext cx="82273" cy="12389"/>
            </a:xfrm>
            <a:custGeom>
              <a:rect b="b" l="l" r="r" t="t"/>
              <a:pathLst>
                <a:path extrusionOk="0" h="476" w="3161">
                  <a:moveTo>
                    <a:pt x="317" y="0"/>
                  </a:moveTo>
                  <a:cubicBezTo>
                    <a:pt x="1" y="0"/>
                    <a:pt x="1" y="475"/>
                    <a:pt x="317" y="475"/>
                  </a:cubicBezTo>
                  <a:lnTo>
                    <a:pt x="2925" y="475"/>
                  </a:lnTo>
                  <a:cubicBezTo>
                    <a:pt x="3055" y="475"/>
                    <a:pt x="3160" y="370"/>
                    <a:pt x="3160" y="236"/>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85"/>
            <p:cNvSpPr/>
            <p:nvPr/>
          </p:nvSpPr>
          <p:spPr>
            <a:xfrm>
              <a:off x="3286450" y="3400083"/>
              <a:ext cx="150127" cy="12285"/>
            </a:xfrm>
            <a:custGeom>
              <a:rect b="b" l="l" r="r" t="t"/>
              <a:pathLst>
                <a:path extrusionOk="0" h="472" w="5768">
                  <a:moveTo>
                    <a:pt x="317" y="0"/>
                  </a:moveTo>
                  <a:cubicBezTo>
                    <a:pt x="1" y="0"/>
                    <a:pt x="1" y="472"/>
                    <a:pt x="317" y="472"/>
                  </a:cubicBezTo>
                  <a:lnTo>
                    <a:pt x="5532" y="472"/>
                  </a:lnTo>
                  <a:cubicBezTo>
                    <a:pt x="5662" y="472"/>
                    <a:pt x="5768" y="366"/>
                    <a:pt x="5768" y="236"/>
                  </a:cubicBezTo>
                  <a:cubicBezTo>
                    <a:pt x="5768" y="106"/>
                    <a:pt x="5662" y="0"/>
                    <a:pt x="5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85"/>
            <p:cNvSpPr/>
            <p:nvPr/>
          </p:nvSpPr>
          <p:spPr>
            <a:xfrm>
              <a:off x="3286450" y="3484620"/>
              <a:ext cx="82273" cy="12363"/>
            </a:xfrm>
            <a:custGeom>
              <a:rect b="b" l="l" r="r" t="t"/>
              <a:pathLst>
                <a:path extrusionOk="0" h="475" w="3161">
                  <a:moveTo>
                    <a:pt x="317" y="0"/>
                  </a:moveTo>
                  <a:cubicBezTo>
                    <a:pt x="1" y="0"/>
                    <a:pt x="1" y="475"/>
                    <a:pt x="317" y="475"/>
                  </a:cubicBezTo>
                  <a:lnTo>
                    <a:pt x="2925" y="475"/>
                  </a:lnTo>
                  <a:cubicBezTo>
                    <a:pt x="3055" y="475"/>
                    <a:pt x="3160" y="369"/>
                    <a:pt x="3160" y="239"/>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85"/>
            <p:cNvSpPr/>
            <p:nvPr/>
          </p:nvSpPr>
          <p:spPr>
            <a:xfrm>
              <a:off x="3286450" y="3511793"/>
              <a:ext cx="148565" cy="12311"/>
            </a:xfrm>
            <a:custGeom>
              <a:rect b="b" l="l" r="r" t="t"/>
              <a:pathLst>
                <a:path extrusionOk="0" h="473" w="5708">
                  <a:moveTo>
                    <a:pt x="317" y="1"/>
                  </a:moveTo>
                  <a:cubicBezTo>
                    <a:pt x="1" y="1"/>
                    <a:pt x="1" y="472"/>
                    <a:pt x="317" y="472"/>
                  </a:cubicBezTo>
                  <a:lnTo>
                    <a:pt x="5472" y="472"/>
                  </a:lnTo>
                  <a:cubicBezTo>
                    <a:pt x="5602" y="472"/>
                    <a:pt x="5708" y="367"/>
                    <a:pt x="5708" y="237"/>
                  </a:cubicBezTo>
                  <a:cubicBezTo>
                    <a:pt x="5708" y="107"/>
                    <a:pt x="5602" y="1"/>
                    <a:pt x="54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85"/>
            <p:cNvSpPr/>
            <p:nvPr/>
          </p:nvSpPr>
          <p:spPr>
            <a:xfrm>
              <a:off x="3286450" y="3596409"/>
              <a:ext cx="82273" cy="12311"/>
            </a:xfrm>
            <a:custGeom>
              <a:rect b="b" l="l" r="r" t="t"/>
              <a:pathLst>
                <a:path extrusionOk="0" h="473" w="3161">
                  <a:moveTo>
                    <a:pt x="2931" y="1"/>
                  </a:moveTo>
                  <a:cubicBezTo>
                    <a:pt x="2929" y="1"/>
                    <a:pt x="2927" y="1"/>
                    <a:pt x="2925" y="1"/>
                  </a:cubicBezTo>
                  <a:lnTo>
                    <a:pt x="317" y="1"/>
                  </a:lnTo>
                  <a:cubicBezTo>
                    <a:pt x="316" y="1"/>
                    <a:pt x="315" y="1"/>
                    <a:pt x="314" y="1"/>
                  </a:cubicBezTo>
                  <a:cubicBezTo>
                    <a:pt x="1" y="1"/>
                    <a:pt x="2" y="473"/>
                    <a:pt x="317" y="473"/>
                  </a:cubicBezTo>
                  <a:lnTo>
                    <a:pt x="2925" y="473"/>
                  </a:lnTo>
                  <a:cubicBezTo>
                    <a:pt x="3055" y="473"/>
                    <a:pt x="3160" y="367"/>
                    <a:pt x="3160" y="237"/>
                  </a:cubicBezTo>
                  <a:cubicBezTo>
                    <a:pt x="3160" y="109"/>
                    <a:pt x="3058" y="1"/>
                    <a:pt x="2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85"/>
            <p:cNvSpPr/>
            <p:nvPr/>
          </p:nvSpPr>
          <p:spPr>
            <a:xfrm>
              <a:off x="3286450" y="3623529"/>
              <a:ext cx="147654" cy="12285"/>
            </a:xfrm>
            <a:custGeom>
              <a:rect b="b" l="l" r="r" t="t"/>
              <a:pathLst>
                <a:path extrusionOk="0" h="472" w="5673">
                  <a:moveTo>
                    <a:pt x="317" y="1"/>
                  </a:moveTo>
                  <a:cubicBezTo>
                    <a:pt x="1" y="1"/>
                    <a:pt x="1" y="472"/>
                    <a:pt x="317" y="472"/>
                  </a:cubicBezTo>
                  <a:lnTo>
                    <a:pt x="5437" y="472"/>
                  </a:lnTo>
                  <a:cubicBezTo>
                    <a:pt x="5567" y="472"/>
                    <a:pt x="5673" y="366"/>
                    <a:pt x="5673" y="236"/>
                  </a:cubicBezTo>
                  <a:cubicBezTo>
                    <a:pt x="5673" y="106"/>
                    <a:pt x="5567" y="1"/>
                    <a:pt x="5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85"/>
            <p:cNvSpPr/>
            <p:nvPr/>
          </p:nvSpPr>
          <p:spPr>
            <a:xfrm>
              <a:off x="3190851" y="3454298"/>
              <a:ext cx="389684" cy="277870"/>
            </a:xfrm>
            <a:custGeom>
              <a:rect b="b" l="l" r="r" t="t"/>
              <a:pathLst>
                <a:path extrusionOk="0" h="10676" w="14972">
                  <a:moveTo>
                    <a:pt x="11633" y="1929"/>
                  </a:moveTo>
                  <a:cubicBezTo>
                    <a:pt x="12544" y="1932"/>
                    <a:pt x="13279" y="2667"/>
                    <a:pt x="13279" y="3575"/>
                  </a:cubicBezTo>
                  <a:lnTo>
                    <a:pt x="13279" y="3962"/>
                  </a:lnTo>
                  <a:lnTo>
                    <a:pt x="13272" y="3952"/>
                  </a:lnTo>
                  <a:lnTo>
                    <a:pt x="13265" y="3945"/>
                  </a:lnTo>
                  <a:lnTo>
                    <a:pt x="13258" y="3934"/>
                  </a:lnTo>
                  <a:lnTo>
                    <a:pt x="13251" y="3927"/>
                  </a:lnTo>
                  <a:lnTo>
                    <a:pt x="13240" y="3920"/>
                  </a:lnTo>
                  <a:lnTo>
                    <a:pt x="13233" y="3913"/>
                  </a:lnTo>
                  <a:lnTo>
                    <a:pt x="13223" y="3906"/>
                  </a:lnTo>
                  <a:lnTo>
                    <a:pt x="13216" y="3899"/>
                  </a:lnTo>
                  <a:lnTo>
                    <a:pt x="13205" y="3895"/>
                  </a:lnTo>
                  <a:lnTo>
                    <a:pt x="13195" y="3888"/>
                  </a:lnTo>
                  <a:lnTo>
                    <a:pt x="13184" y="3885"/>
                  </a:lnTo>
                  <a:lnTo>
                    <a:pt x="13170" y="3878"/>
                  </a:lnTo>
                  <a:lnTo>
                    <a:pt x="13163" y="3878"/>
                  </a:lnTo>
                  <a:lnTo>
                    <a:pt x="13149" y="3871"/>
                  </a:lnTo>
                  <a:lnTo>
                    <a:pt x="13142" y="3871"/>
                  </a:lnTo>
                  <a:cubicBezTo>
                    <a:pt x="12628" y="3755"/>
                    <a:pt x="12466" y="3090"/>
                    <a:pt x="12463" y="3086"/>
                  </a:cubicBezTo>
                  <a:cubicBezTo>
                    <a:pt x="12438" y="2967"/>
                    <a:pt x="12336" y="2900"/>
                    <a:pt x="12232" y="2900"/>
                  </a:cubicBezTo>
                  <a:cubicBezTo>
                    <a:pt x="12161" y="2900"/>
                    <a:pt x="12089" y="2931"/>
                    <a:pt x="12041" y="2998"/>
                  </a:cubicBezTo>
                  <a:cubicBezTo>
                    <a:pt x="11421" y="3857"/>
                    <a:pt x="10053" y="3864"/>
                    <a:pt x="10032" y="3864"/>
                  </a:cubicBezTo>
                  <a:lnTo>
                    <a:pt x="10000" y="3864"/>
                  </a:lnTo>
                  <a:lnTo>
                    <a:pt x="9986" y="3867"/>
                  </a:lnTo>
                  <a:lnTo>
                    <a:pt x="9975" y="3871"/>
                  </a:lnTo>
                  <a:lnTo>
                    <a:pt x="9961" y="3874"/>
                  </a:lnTo>
                  <a:lnTo>
                    <a:pt x="9951" y="3878"/>
                  </a:lnTo>
                  <a:lnTo>
                    <a:pt x="9940" y="3881"/>
                  </a:lnTo>
                  <a:lnTo>
                    <a:pt x="9926" y="3888"/>
                  </a:lnTo>
                  <a:lnTo>
                    <a:pt x="9919" y="3892"/>
                  </a:lnTo>
                  <a:lnTo>
                    <a:pt x="9908" y="3899"/>
                  </a:lnTo>
                  <a:lnTo>
                    <a:pt x="9901" y="3902"/>
                  </a:lnTo>
                  <a:lnTo>
                    <a:pt x="9891" y="3909"/>
                  </a:lnTo>
                  <a:lnTo>
                    <a:pt x="9884" y="3916"/>
                  </a:lnTo>
                  <a:lnTo>
                    <a:pt x="9873" y="3923"/>
                  </a:lnTo>
                  <a:lnTo>
                    <a:pt x="9866" y="3931"/>
                  </a:lnTo>
                  <a:lnTo>
                    <a:pt x="9859" y="3941"/>
                  </a:lnTo>
                  <a:lnTo>
                    <a:pt x="9852" y="3948"/>
                  </a:lnTo>
                  <a:lnTo>
                    <a:pt x="9845" y="3959"/>
                  </a:lnTo>
                  <a:lnTo>
                    <a:pt x="9838" y="3966"/>
                  </a:lnTo>
                  <a:lnTo>
                    <a:pt x="9835" y="3973"/>
                  </a:lnTo>
                  <a:lnTo>
                    <a:pt x="9835" y="3575"/>
                  </a:lnTo>
                  <a:cubicBezTo>
                    <a:pt x="9831" y="2667"/>
                    <a:pt x="10570" y="1929"/>
                    <a:pt x="11478" y="1929"/>
                  </a:cubicBezTo>
                  <a:close/>
                  <a:moveTo>
                    <a:pt x="13325" y="4518"/>
                  </a:moveTo>
                  <a:cubicBezTo>
                    <a:pt x="13719" y="4592"/>
                    <a:pt x="13719" y="5158"/>
                    <a:pt x="13325" y="5232"/>
                  </a:cubicBezTo>
                  <a:lnTo>
                    <a:pt x="13325" y="4518"/>
                  </a:lnTo>
                  <a:close/>
                  <a:moveTo>
                    <a:pt x="9796" y="4518"/>
                  </a:moveTo>
                  <a:lnTo>
                    <a:pt x="9796" y="5236"/>
                  </a:lnTo>
                  <a:cubicBezTo>
                    <a:pt x="9384" y="5173"/>
                    <a:pt x="9384" y="4581"/>
                    <a:pt x="9796" y="4518"/>
                  </a:cubicBezTo>
                  <a:close/>
                  <a:moveTo>
                    <a:pt x="12150" y="3575"/>
                  </a:moveTo>
                  <a:cubicBezTo>
                    <a:pt x="12276" y="3821"/>
                    <a:pt x="12495" y="4121"/>
                    <a:pt x="12850" y="4268"/>
                  </a:cubicBezTo>
                  <a:lnTo>
                    <a:pt x="12850" y="5271"/>
                  </a:lnTo>
                  <a:cubicBezTo>
                    <a:pt x="12850" y="5901"/>
                    <a:pt x="12340" y="6411"/>
                    <a:pt x="11710" y="6415"/>
                  </a:cubicBezTo>
                  <a:lnTo>
                    <a:pt x="11411" y="6415"/>
                  </a:lnTo>
                  <a:cubicBezTo>
                    <a:pt x="10778" y="6415"/>
                    <a:pt x="10267" y="5901"/>
                    <a:pt x="10267" y="5271"/>
                  </a:cubicBezTo>
                  <a:lnTo>
                    <a:pt x="10267" y="4321"/>
                  </a:lnTo>
                  <a:cubicBezTo>
                    <a:pt x="10679" y="4286"/>
                    <a:pt x="11538" y="4145"/>
                    <a:pt x="12150" y="3575"/>
                  </a:cubicBezTo>
                  <a:close/>
                  <a:moveTo>
                    <a:pt x="12005" y="6861"/>
                  </a:moveTo>
                  <a:lnTo>
                    <a:pt x="12005" y="7185"/>
                  </a:lnTo>
                  <a:lnTo>
                    <a:pt x="11552" y="7657"/>
                  </a:lnTo>
                  <a:lnTo>
                    <a:pt x="11112" y="7231"/>
                  </a:lnTo>
                  <a:lnTo>
                    <a:pt x="11112" y="6861"/>
                  </a:lnTo>
                  <a:cubicBezTo>
                    <a:pt x="11210" y="6879"/>
                    <a:pt x="11309" y="6890"/>
                    <a:pt x="11407" y="6890"/>
                  </a:cubicBezTo>
                  <a:lnTo>
                    <a:pt x="11710" y="6890"/>
                  </a:lnTo>
                  <a:cubicBezTo>
                    <a:pt x="11808" y="6890"/>
                    <a:pt x="11907" y="6879"/>
                    <a:pt x="12005" y="6861"/>
                  </a:cubicBezTo>
                  <a:close/>
                  <a:moveTo>
                    <a:pt x="9022" y="4768"/>
                  </a:moveTo>
                  <a:cubicBezTo>
                    <a:pt x="8955" y="5268"/>
                    <a:pt x="9346" y="5714"/>
                    <a:pt x="9852" y="5714"/>
                  </a:cubicBezTo>
                  <a:lnTo>
                    <a:pt x="9856" y="5714"/>
                  </a:lnTo>
                  <a:cubicBezTo>
                    <a:pt x="9975" y="6133"/>
                    <a:pt x="10260" y="6485"/>
                    <a:pt x="10640" y="6693"/>
                  </a:cubicBezTo>
                  <a:lnTo>
                    <a:pt x="10640" y="6995"/>
                  </a:lnTo>
                  <a:lnTo>
                    <a:pt x="9233" y="7544"/>
                  </a:lnTo>
                  <a:cubicBezTo>
                    <a:pt x="9138" y="7579"/>
                    <a:pt x="9046" y="7621"/>
                    <a:pt x="8966" y="7674"/>
                  </a:cubicBezTo>
                  <a:cubicBezTo>
                    <a:pt x="8951" y="7671"/>
                    <a:pt x="8937" y="7671"/>
                    <a:pt x="8923" y="7671"/>
                  </a:cubicBezTo>
                  <a:lnTo>
                    <a:pt x="475" y="7671"/>
                  </a:lnTo>
                  <a:lnTo>
                    <a:pt x="475" y="4768"/>
                  </a:lnTo>
                  <a:close/>
                  <a:moveTo>
                    <a:pt x="240" y="0"/>
                  </a:moveTo>
                  <a:cubicBezTo>
                    <a:pt x="109" y="0"/>
                    <a:pt x="4" y="106"/>
                    <a:pt x="4" y="236"/>
                  </a:cubicBezTo>
                  <a:lnTo>
                    <a:pt x="4" y="3614"/>
                  </a:lnTo>
                  <a:cubicBezTo>
                    <a:pt x="4" y="3744"/>
                    <a:pt x="109" y="3850"/>
                    <a:pt x="240" y="3850"/>
                  </a:cubicBezTo>
                  <a:lnTo>
                    <a:pt x="9360" y="3850"/>
                  </a:lnTo>
                  <a:lnTo>
                    <a:pt x="9360" y="4201"/>
                  </a:lnTo>
                  <a:cubicBezTo>
                    <a:pt x="9321" y="4230"/>
                    <a:pt x="9282" y="4261"/>
                    <a:pt x="9251" y="4296"/>
                  </a:cubicBezTo>
                  <a:lnTo>
                    <a:pt x="236" y="4296"/>
                  </a:lnTo>
                  <a:cubicBezTo>
                    <a:pt x="106" y="4296"/>
                    <a:pt x="0" y="4402"/>
                    <a:pt x="0" y="4532"/>
                  </a:cubicBezTo>
                  <a:lnTo>
                    <a:pt x="0" y="7906"/>
                  </a:lnTo>
                  <a:cubicBezTo>
                    <a:pt x="0" y="8037"/>
                    <a:pt x="106" y="8142"/>
                    <a:pt x="236" y="8142"/>
                  </a:cubicBezTo>
                  <a:lnTo>
                    <a:pt x="8459" y="8142"/>
                  </a:lnTo>
                  <a:cubicBezTo>
                    <a:pt x="8227" y="8469"/>
                    <a:pt x="8103" y="8863"/>
                    <a:pt x="8111" y="9264"/>
                  </a:cubicBezTo>
                  <a:lnTo>
                    <a:pt x="8111" y="10440"/>
                  </a:lnTo>
                  <a:cubicBezTo>
                    <a:pt x="8111" y="10570"/>
                    <a:pt x="8216" y="10675"/>
                    <a:pt x="8346" y="10675"/>
                  </a:cubicBezTo>
                  <a:lnTo>
                    <a:pt x="9243" y="10675"/>
                  </a:lnTo>
                  <a:cubicBezTo>
                    <a:pt x="9374" y="10675"/>
                    <a:pt x="9479" y="10570"/>
                    <a:pt x="9479" y="10440"/>
                  </a:cubicBezTo>
                  <a:cubicBezTo>
                    <a:pt x="9479" y="10309"/>
                    <a:pt x="9374" y="10204"/>
                    <a:pt x="9243" y="10204"/>
                  </a:cubicBezTo>
                  <a:lnTo>
                    <a:pt x="8582" y="10204"/>
                  </a:lnTo>
                  <a:lnTo>
                    <a:pt x="8582" y="9264"/>
                  </a:lnTo>
                  <a:cubicBezTo>
                    <a:pt x="8582" y="8283"/>
                    <a:pt x="9356" y="7998"/>
                    <a:pt x="9388" y="7987"/>
                  </a:cubicBezTo>
                  <a:lnTo>
                    <a:pt x="9398" y="7984"/>
                  </a:lnTo>
                  <a:lnTo>
                    <a:pt x="10693" y="7477"/>
                  </a:lnTo>
                  <a:cubicBezTo>
                    <a:pt x="10697" y="7484"/>
                    <a:pt x="10704" y="7491"/>
                    <a:pt x="10711" y="7498"/>
                  </a:cubicBezTo>
                  <a:lnTo>
                    <a:pt x="11390" y="8160"/>
                  </a:lnTo>
                  <a:cubicBezTo>
                    <a:pt x="11435" y="8202"/>
                    <a:pt x="11492" y="8227"/>
                    <a:pt x="11555" y="8227"/>
                  </a:cubicBezTo>
                  <a:lnTo>
                    <a:pt x="11559" y="8227"/>
                  </a:lnTo>
                  <a:cubicBezTo>
                    <a:pt x="11622" y="8223"/>
                    <a:pt x="11682" y="8198"/>
                    <a:pt x="11724" y="8153"/>
                  </a:cubicBezTo>
                  <a:lnTo>
                    <a:pt x="12389" y="7467"/>
                  </a:lnTo>
                  <a:lnTo>
                    <a:pt x="13680" y="7984"/>
                  </a:lnTo>
                  <a:lnTo>
                    <a:pt x="13691" y="7987"/>
                  </a:lnTo>
                  <a:cubicBezTo>
                    <a:pt x="13726" y="7998"/>
                    <a:pt x="14497" y="8279"/>
                    <a:pt x="14497" y="9261"/>
                  </a:cubicBezTo>
                  <a:lnTo>
                    <a:pt x="14497" y="10200"/>
                  </a:lnTo>
                  <a:lnTo>
                    <a:pt x="9996" y="10200"/>
                  </a:lnTo>
                  <a:cubicBezTo>
                    <a:pt x="9680" y="10200"/>
                    <a:pt x="9680" y="10675"/>
                    <a:pt x="9996" y="10675"/>
                  </a:cubicBezTo>
                  <a:lnTo>
                    <a:pt x="14736" y="10675"/>
                  </a:lnTo>
                  <a:cubicBezTo>
                    <a:pt x="14866" y="10672"/>
                    <a:pt x="14972" y="10566"/>
                    <a:pt x="14972" y="10436"/>
                  </a:cubicBezTo>
                  <a:lnTo>
                    <a:pt x="14972" y="9261"/>
                  </a:lnTo>
                  <a:cubicBezTo>
                    <a:pt x="14972" y="8209"/>
                    <a:pt x="14243" y="7678"/>
                    <a:pt x="13853" y="7544"/>
                  </a:cubicBezTo>
                  <a:lnTo>
                    <a:pt x="12477" y="6992"/>
                  </a:lnTo>
                  <a:lnTo>
                    <a:pt x="12477" y="6693"/>
                  </a:lnTo>
                  <a:cubicBezTo>
                    <a:pt x="12860" y="6481"/>
                    <a:pt x="13142" y="6130"/>
                    <a:pt x="13262" y="5711"/>
                  </a:cubicBezTo>
                  <a:cubicBezTo>
                    <a:pt x="13624" y="5707"/>
                    <a:pt x="13941" y="5475"/>
                    <a:pt x="14053" y="5134"/>
                  </a:cubicBezTo>
                  <a:cubicBezTo>
                    <a:pt x="14166" y="4789"/>
                    <a:pt x="14043" y="4416"/>
                    <a:pt x="13754" y="4201"/>
                  </a:cubicBezTo>
                  <a:lnTo>
                    <a:pt x="13754" y="3575"/>
                  </a:lnTo>
                  <a:cubicBezTo>
                    <a:pt x="13751" y="2404"/>
                    <a:pt x="12804" y="1457"/>
                    <a:pt x="11636" y="1457"/>
                  </a:cubicBezTo>
                  <a:lnTo>
                    <a:pt x="11478" y="1457"/>
                  </a:lnTo>
                  <a:cubicBezTo>
                    <a:pt x="11305" y="1457"/>
                    <a:pt x="11136" y="1475"/>
                    <a:pt x="10968" y="1517"/>
                  </a:cubicBezTo>
                  <a:lnTo>
                    <a:pt x="10968" y="236"/>
                  </a:lnTo>
                  <a:cubicBezTo>
                    <a:pt x="10968" y="106"/>
                    <a:pt x="10862" y="0"/>
                    <a:pt x="10732" y="0"/>
                  </a:cubicBezTo>
                  <a:lnTo>
                    <a:pt x="10028" y="0"/>
                  </a:lnTo>
                  <a:cubicBezTo>
                    <a:pt x="9715" y="0"/>
                    <a:pt x="9715" y="475"/>
                    <a:pt x="10028" y="475"/>
                  </a:cubicBezTo>
                  <a:lnTo>
                    <a:pt x="10496" y="475"/>
                  </a:lnTo>
                  <a:lnTo>
                    <a:pt x="10496" y="1696"/>
                  </a:lnTo>
                  <a:cubicBezTo>
                    <a:pt x="9859" y="2031"/>
                    <a:pt x="9433" y="2660"/>
                    <a:pt x="9367" y="3378"/>
                  </a:cubicBezTo>
                  <a:lnTo>
                    <a:pt x="475" y="3378"/>
                  </a:lnTo>
                  <a:lnTo>
                    <a:pt x="475" y="475"/>
                  </a:lnTo>
                  <a:lnTo>
                    <a:pt x="9243" y="475"/>
                  </a:lnTo>
                  <a:cubicBezTo>
                    <a:pt x="9374" y="472"/>
                    <a:pt x="9479" y="366"/>
                    <a:pt x="9479" y="236"/>
                  </a:cubicBezTo>
                  <a:cubicBezTo>
                    <a:pt x="9479" y="106"/>
                    <a:pt x="9374" y="0"/>
                    <a:pt x="9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85"/>
            <p:cNvSpPr/>
            <p:nvPr/>
          </p:nvSpPr>
          <p:spPr>
            <a:xfrm>
              <a:off x="3216592" y="3366117"/>
              <a:ext cx="55048" cy="53122"/>
            </a:xfrm>
            <a:custGeom>
              <a:rect b="b" l="l" r="r" t="t"/>
              <a:pathLst>
                <a:path extrusionOk="0" h="2041" w="2115">
                  <a:moveTo>
                    <a:pt x="236" y="0"/>
                  </a:moveTo>
                  <a:cubicBezTo>
                    <a:pt x="106" y="0"/>
                    <a:pt x="0" y="106"/>
                    <a:pt x="0" y="236"/>
                  </a:cubicBezTo>
                  <a:lnTo>
                    <a:pt x="0" y="1802"/>
                  </a:lnTo>
                  <a:cubicBezTo>
                    <a:pt x="0" y="1932"/>
                    <a:pt x="106" y="2041"/>
                    <a:pt x="236" y="2041"/>
                  </a:cubicBezTo>
                  <a:lnTo>
                    <a:pt x="1879" y="2041"/>
                  </a:lnTo>
                  <a:cubicBezTo>
                    <a:pt x="2009" y="2041"/>
                    <a:pt x="2115" y="1932"/>
                    <a:pt x="2115" y="1802"/>
                  </a:cubicBezTo>
                  <a:lnTo>
                    <a:pt x="2115" y="1379"/>
                  </a:lnTo>
                  <a:cubicBezTo>
                    <a:pt x="2115" y="1223"/>
                    <a:pt x="1997" y="1145"/>
                    <a:pt x="1879" y="1145"/>
                  </a:cubicBezTo>
                  <a:cubicBezTo>
                    <a:pt x="1761" y="1145"/>
                    <a:pt x="1643" y="1223"/>
                    <a:pt x="1643" y="1379"/>
                  </a:cubicBezTo>
                  <a:lnTo>
                    <a:pt x="1643" y="1566"/>
                  </a:lnTo>
                  <a:lnTo>
                    <a:pt x="472" y="1566"/>
                  </a:lnTo>
                  <a:lnTo>
                    <a:pt x="472" y="472"/>
                  </a:lnTo>
                  <a:lnTo>
                    <a:pt x="1429" y="472"/>
                  </a:lnTo>
                  <a:cubicBezTo>
                    <a:pt x="1559" y="472"/>
                    <a:pt x="1664" y="366"/>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85"/>
            <p:cNvSpPr/>
            <p:nvPr/>
          </p:nvSpPr>
          <p:spPr>
            <a:xfrm>
              <a:off x="3228851" y="3365987"/>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3"/>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85"/>
            <p:cNvSpPr/>
            <p:nvPr/>
          </p:nvSpPr>
          <p:spPr>
            <a:xfrm>
              <a:off x="3216592" y="3477827"/>
              <a:ext cx="55048" cy="53148"/>
            </a:xfrm>
            <a:custGeom>
              <a:rect b="b" l="l" r="r" t="t"/>
              <a:pathLst>
                <a:path extrusionOk="0" h="2042" w="2115">
                  <a:moveTo>
                    <a:pt x="236" y="1"/>
                  </a:moveTo>
                  <a:cubicBezTo>
                    <a:pt x="106" y="1"/>
                    <a:pt x="0" y="106"/>
                    <a:pt x="0" y="236"/>
                  </a:cubicBezTo>
                  <a:lnTo>
                    <a:pt x="0" y="1806"/>
                  </a:lnTo>
                  <a:cubicBezTo>
                    <a:pt x="0" y="1936"/>
                    <a:pt x="106" y="2041"/>
                    <a:pt x="236" y="2041"/>
                  </a:cubicBezTo>
                  <a:lnTo>
                    <a:pt x="1879" y="2041"/>
                  </a:lnTo>
                  <a:cubicBezTo>
                    <a:pt x="2009" y="2041"/>
                    <a:pt x="2115" y="1936"/>
                    <a:pt x="2115" y="1806"/>
                  </a:cubicBezTo>
                  <a:lnTo>
                    <a:pt x="2115" y="1380"/>
                  </a:lnTo>
                  <a:cubicBezTo>
                    <a:pt x="2115" y="1223"/>
                    <a:pt x="1997" y="1145"/>
                    <a:pt x="1879" y="1145"/>
                  </a:cubicBezTo>
                  <a:cubicBezTo>
                    <a:pt x="1761" y="1145"/>
                    <a:pt x="1643" y="1223"/>
                    <a:pt x="1643" y="1380"/>
                  </a:cubicBezTo>
                  <a:lnTo>
                    <a:pt x="1643" y="1566"/>
                  </a:lnTo>
                  <a:lnTo>
                    <a:pt x="472" y="1566"/>
                  </a:lnTo>
                  <a:lnTo>
                    <a:pt x="472" y="476"/>
                  </a:lnTo>
                  <a:lnTo>
                    <a:pt x="1429" y="476"/>
                  </a:lnTo>
                  <a:cubicBezTo>
                    <a:pt x="1559" y="476"/>
                    <a:pt x="1664" y="367"/>
                    <a:pt x="1664" y="236"/>
                  </a:cubicBezTo>
                  <a:cubicBezTo>
                    <a:pt x="1664" y="106"/>
                    <a:pt x="1559"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85"/>
            <p:cNvSpPr/>
            <p:nvPr/>
          </p:nvSpPr>
          <p:spPr>
            <a:xfrm>
              <a:off x="3228851" y="3477723"/>
              <a:ext cx="53252" cy="38963"/>
            </a:xfrm>
            <a:custGeom>
              <a:rect b="b" l="l" r="r" t="t"/>
              <a:pathLst>
                <a:path extrusionOk="0" h="1497" w="2046">
                  <a:moveTo>
                    <a:pt x="1706" y="0"/>
                  </a:moveTo>
                  <a:cubicBezTo>
                    <a:pt x="1649" y="0"/>
                    <a:pt x="1590" y="23"/>
                    <a:pt x="1538" y="79"/>
                  </a:cubicBezTo>
                  <a:lnTo>
                    <a:pt x="754" y="912"/>
                  </a:lnTo>
                  <a:lnTo>
                    <a:pt x="511" y="649"/>
                  </a:lnTo>
                  <a:cubicBezTo>
                    <a:pt x="458" y="592"/>
                    <a:pt x="398" y="568"/>
                    <a:pt x="339" y="568"/>
                  </a:cubicBezTo>
                  <a:cubicBezTo>
                    <a:pt x="159" y="568"/>
                    <a:pt x="0" y="793"/>
                    <a:pt x="162" y="969"/>
                  </a:cubicBezTo>
                  <a:lnTo>
                    <a:pt x="578" y="1419"/>
                  </a:lnTo>
                  <a:cubicBezTo>
                    <a:pt x="620" y="1468"/>
                    <a:pt x="683" y="1496"/>
                    <a:pt x="750" y="1496"/>
                  </a:cubicBezTo>
                  <a:cubicBezTo>
                    <a:pt x="813" y="1496"/>
                    <a:pt x="877" y="1468"/>
                    <a:pt x="922" y="1423"/>
                  </a:cubicBezTo>
                  <a:lnTo>
                    <a:pt x="1883" y="402"/>
                  </a:lnTo>
                  <a:cubicBezTo>
                    <a:pt x="2046" y="229"/>
                    <a:pt x="1887" y="0"/>
                    <a:pt x="1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85"/>
            <p:cNvSpPr/>
            <p:nvPr/>
          </p:nvSpPr>
          <p:spPr>
            <a:xfrm>
              <a:off x="3216592" y="3589563"/>
              <a:ext cx="55048" cy="53122"/>
            </a:xfrm>
            <a:custGeom>
              <a:rect b="b" l="l" r="r" t="t"/>
              <a:pathLst>
                <a:path extrusionOk="0" h="2041" w="2115">
                  <a:moveTo>
                    <a:pt x="236" y="0"/>
                  </a:moveTo>
                  <a:cubicBezTo>
                    <a:pt x="106" y="0"/>
                    <a:pt x="0" y="106"/>
                    <a:pt x="0" y="236"/>
                  </a:cubicBezTo>
                  <a:lnTo>
                    <a:pt x="0" y="1805"/>
                  </a:lnTo>
                  <a:cubicBezTo>
                    <a:pt x="0" y="1935"/>
                    <a:pt x="106" y="2041"/>
                    <a:pt x="236" y="2041"/>
                  </a:cubicBezTo>
                  <a:lnTo>
                    <a:pt x="1879" y="2041"/>
                  </a:lnTo>
                  <a:cubicBezTo>
                    <a:pt x="2009" y="2041"/>
                    <a:pt x="2115" y="1935"/>
                    <a:pt x="2115" y="1805"/>
                  </a:cubicBezTo>
                  <a:lnTo>
                    <a:pt x="2115" y="1383"/>
                  </a:lnTo>
                  <a:cubicBezTo>
                    <a:pt x="2115" y="1225"/>
                    <a:pt x="1997" y="1145"/>
                    <a:pt x="1879" y="1145"/>
                  </a:cubicBezTo>
                  <a:cubicBezTo>
                    <a:pt x="1761" y="1145"/>
                    <a:pt x="1643" y="1225"/>
                    <a:pt x="1643" y="1383"/>
                  </a:cubicBezTo>
                  <a:lnTo>
                    <a:pt x="1643" y="1569"/>
                  </a:lnTo>
                  <a:lnTo>
                    <a:pt x="472" y="1569"/>
                  </a:lnTo>
                  <a:lnTo>
                    <a:pt x="472" y="475"/>
                  </a:lnTo>
                  <a:lnTo>
                    <a:pt x="1429" y="475"/>
                  </a:lnTo>
                  <a:cubicBezTo>
                    <a:pt x="1559" y="475"/>
                    <a:pt x="1664" y="370"/>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85"/>
            <p:cNvSpPr/>
            <p:nvPr/>
          </p:nvSpPr>
          <p:spPr>
            <a:xfrm>
              <a:off x="3228851" y="3589433"/>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7"/>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85"/>
            <p:cNvSpPr/>
            <p:nvPr/>
          </p:nvSpPr>
          <p:spPr>
            <a:xfrm>
              <a:off x="3190929" y="3342484"/>
              <a:ext cx="285496" cy="100310"/>
            </a:xfrm>
            <a:custGeom>
              <a:rect b="b" l="l" r="r" t="t"/>
              <a:pathLst>
                <a:path extrusionOk="0" h="3854" w="10969">
                  <a:moveTo>
                    <a:pt x="237" y="0"/>
                  </a:moveTo>
                  <a:cubicBezTo>
                    <a:pt x="106" y="0"/>
                    <a:pt x="1" y="106"/>
                    <a:pt x="1" y="240"/>
                  </a:cubicBezTo>
                  <a:lnTo>
                    <a:pt x="1" y="3617"/>
                  </a:lnTo>
                  <a:cubicBezTo>
                    <a:pt x="1" y="3748"/>
                    <a:pt x="106" y="3853"/>
                    <a:pt x="237" y="3853"/>
                  </a:cubicBezTo>
                  <a:lnTo>
                    <a:pt x="10729" y="3853"/>
                  </a:lnTo>
                  <a:cubicBezTo>
                    <a:pt x="10862" y="3853"/>
                    <a:pt x="10968" y="3744"/>
                    <a:pt x="10968" y="3614"/>
                  </a:cubicBezTo>
                  <a:lnTo>
                    <a:pt x="10968" y="240"/>
                  </a:lnTo>
                  <a:cubicBezTo>
                    <a:pt x="10968" y="106"/>
                    <a:pt x="10862" y="0"/>
                    <a:pt x="10732" y="0"/>
                  </a:cubicBezTo>
                  <a:lnTo>
                    <a:pt x="10029" y="0"/>
                  </a:lnTo>
                  <a:cubicBezTo>
                    <a:pt x="9712" y="0"/>
                    <a:pt x="9712" y="475"/>
                    <a:pt x="10029" y="475"/>
                  </a:cubicBezTo>
                  <a:lnTo>
                    <a:pt x="10493" y="475"/>
                  </a:lnTo>
                  <a:lnTo>
                    <a:pt x="10493" y="3378"/>
                  </a:lnTo>
                  <a:lnTo>
                    <a:pt x="472" y="3378"/>
                  </a:lnTo>
                  <a:lnTo>
                    <a:pt x="472" y="475"/>
                  </a:lnTo>
                  <a:lnTo>
                    <a:pt x="9240" y="475"/>
                  </a:lnTo>
                  <a:cubicBezTo>
                    <a:pt x="9371" y="475"/>
                    <a:pt x="9476" y="370"/>
                    <a:pt x="9476" y="240"/>
                  </a:cubicBezTo>
                  <a:cubicBezTo>
                    <a:pt x="9476" y="106"/>
                    <a:pt x="9371" y="0"/>
                    <a:pt x="9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2" name="Google Shape;18462;p85"/>
          <p:cNvGrpSpPr/>
          <p:nvPr/>
        </p:nvGrpSpPr>
        <p:grpSpPr>
          <a:xfrm>
            <a:off x="7927127" y="2879845"/>
            <a:ext cx="364515" cy="383619"/>
            <a:chOff x="7927127" y="2879845"/>
            <a:chExt cx="364515" cy="383619"/>
          </a:xfrm>
        </p:grpSpPr>
        <p:sp>
          <p:nvSpPr>
            <p:cNvPr id="18463" name="Google Shape;18463;p85"/>
            <p:cNvSpPr/>
            <p:nvPr/>
          </p:nvSpPr>
          <p:spPr>
            <a:xfrm>
              <a:off x="7932723" y="2885598"/>
              <a:ext cx="353245" cy="241795"/>
            </a:xfrm>
            <a:custGeom>
              <a:rect b="b" l="l" r="r" t="t"/>
              <a:pathLst>
                <a:path extrusionOk="0" h="9290" w="13572">
                  <a:moveTo>
                    <a:pt x="489" y="1"/>
                  </a:moveTo>
                  <a:cubicBezTo>
                    <a:pt x="222" y="1"/>
                    <a:pt x="0" y="219"/>
                    <a:pt x="0" y="490"/>
                  </a:cubicBezTo>
                  <a:lnTo>
                    <a:pt x="0" y="9290"/>
                  </a:lnTo>
                  <a:lnTo>
                    <a:pt x="13571" y="9290"/>
                  </a:lnTo>
                  <a:lnTo>
                    <a:pt x="13571" y="490"/>
                  </a:lnTo>
                  <a:cubicBezTo>
                    <a:pt x="13571" y="219"/>
                    <a:pt x="13353" y="1"/>
                    <a:pt x="130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85"/>
            <p:cNvSpPr/>
            <p:nvPr/>
          </p:nvSpPr>
          <p:spPr>
            <a:xfrm>
              <a:off x="7932801" y="2885598"/>
              <a:ext cx="27589" cy="241795"/>
            </a:xfrm>
            <a:custGeom>
              <a:rect b="b" l="l" r="r" t="t"/>
              <a:pathLst>
                <a:path extrusionOk="0" h="9290" w="1060">
                  <a:moveTo>
                    <a:pt x="490" y="1"/>
                  </a:moveTo>
                  <a:cubicBezTo>
                    <a:pt x="219" y="1"/>
                    <a:pt x="1" y="219"/>
                    <a:pt x="1" y="490"/>
                  </a:cubicBezTo>
                  <a:lnTo>
                    <a:pt x="1" y="9290"/>
                  </a:lnTo>
                  <a:lnTo>
                    <a:pt x="571" y="9290"/>
                  </a:lnTo>
                  <a:lnTo>
                    <a:pt x="571" y="490"/>
                  </a:lnTo>
                  <a:cubicBezTo>
                    <a:pt x="571" y="219"/>
                    <a:pt x="793" y="1"/>
                    <a:pt x="106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85"/>
            <p:cNvSpPr/>
            <p:nvPr/>
          </p:nvSpPr>
          <p:spPr>
            <a:xfrm>
              <a:off x="7958907" y="2914176"/>
              <a:ext cx="300956" cy="210927"/>
            </a:xfrm>
            <a:custGeom>
              <a:rect b="b" l="l" r="r" t="t"/>
              <a:pathLst>
                <a:path extrusionOk="0" h="8104" w="11563">
                  <a:moveTo>
                    <a:pt x="289" y="1"/>
                  </a:moveTo>
                  <a:cubicBezTo>
                    <a:pt x="127" y="1"/>
                    <a:pt x="1" y="127"/>
                    <a:pt x="1" y="289"/>
                  </a:cubicBezTo>
                  <a:lnTo>
                    <a:pt x="1" y="8104"/>
                  </a:lnTo>
                  <a:lnTo>
                    <a:pt x="11562" y="8104"/>
                  </a:lnTo>
                  <a:lnTo>
                    <a:pt x="11562" y="289"/>
                  </a:lnTo>
                  <a:cubicBezTo>
                    <a:pt x="11562" y="131"/>
                    <a:pt x="11432" y="1"/>
                    <a:pt x="1127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85"/>
            <p:cNvSpPr/>
            <p:nvPr/>
          </p:nvSpPr>
          <p:spPr>
            <a:xfrm>
              <a:off x="7958907" y="2914176"/>
              <a:ext cx="22566" cy="210927"/>
            </a:xfrm>
            <a:custGeom>
              <a:rect b="b" l="l" r="r" t="t"/>
              <a:pathLst>
                <a:path extrusionOk="0" h="8104" w="867">
                  <a:moveTo>
                    <a:pt x="289" y="1"/>
                  </a:moveTo>
                  <a:cubicBezTo>
                    <a:pt x="127" y="1"/>
                    <a:pt x="1" y="131"/>
                    <a:pt x="1" y="289"/>
                  </a:cubicBezTo>
                  <a:lnTo>
                    <a:pt x="1" y="8104"/>
                  </a:lnTo>
                  <a:lnTo>
                    <a:pt x="574" y="8104"/>
                  </a:lnTo>
                  <a:lnTo>
                    <a:pt x="574" y="289"/>
                  </a:lnTo>
                  <a:cubicBezTo>
                    <a:pt x="574" y="131"/>
                    <a:pt x="704" y="1"/>
                    <a:pt x="86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85"/>
            <p:cNvSpPr/>
            <p:nvPr/>
          </p:nvSpPr>
          <p:spPr>
            <a:xfrm>
              <a:off x="8079622" y="3032497"/>
              <a:ext cx="28032" cy="92970"/>
            </a:xfrm>
            <a:custGeom>
              <a:rect b="b" l="l" r="r" t="t"/>
              <a:pathLst>
                <a:path extrusionOk="0" h="3572" w="1077">
                  <a:moveTo>
                    <a:pt x="0" y="0"/>
                  </a:moveTo>
                  <a:lnTo>
                    <a:pt x="0" y="3572"/>
                  </a:lnTo>
                  <a:lnTo>
                    <a:pt x="1077" y="3572"/>
                  </a:lnTo>
                  <a:lnTo>
                    <a:pt x="10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85"/>
            <p:cNvSpPr/>
            <p:nvPr/>
          </p:nvSpPr>
          <p:spPr>
            <a:xfrm>
              <a:off x="8079622" y="3032497"/>
              <a:ext cx="14940" cy="92970"/>
            </a:xfrm>
            <a:custGeom>
              <a:rect b="b" l="l" r="r" t="t"/>
              <a:pathLst>
                <a:path extrusionOk="0" h="3572" w="574">
                  <a:moveTo>
                    <a:pt x="0" y="0"/>
                  </a:moveTo>
                  <a:lnTo>
                    <a:pt x="0" y="3572"/>
                  </a:lnTo>
                  <a:lnTo>
                    <a:pt x="574" y="3572"/>
                  </a:lnTo>
                  <a:lnTo>
                    <a:pt x="574"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85"/>
            <p:cNvSpPr/>
            <p:nvPr/>
          </p:nvSpPr>
          <p:spPr>
            <a:xfrm>
              <a:off x="8159292" y="2940724"/>
              <a:ext cx="55152" cy="185472"/>
            </a:xfrm>
            <a:custGeom>
              <a:rect b="b" l="l" r="r" t="t"/>
              <a:pathLst>
                <a:path extrusionOk="0" h="7126" w="2119">
                  <a:moveTo>
                    <a:pt x="127" y="1"/>
                  </a:moveTo>
                  <a:cubicBezTo>
                    <a:pt x="56" y="1"/>
                    <a:pt x="0" y="57"/>
                    <a:pt x="0" y="128"/>
                  </a:cubicBezTo>
                  <a:lnTo>
                    <a:pt x="0" y="7126"/>
                  </a:lnTo>
                  <a:lnTo>
                    <a:pt x="2118" y="7126"/>
                  </a:lnTo>
                  <a:lnTo>
                    <a:pt x="2118" y="128"/>
                  </a:lnTo>
                  <a:cubicBezTo>
                    <a:pt x="2118" y="57"/>
                    <a:pt x="2062" y="1"/>
                    <a:pt x="19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85"/>
            <p:cNvSpPr/>
            <p:nvPr/>
          </p:nvSpPr>
          <p:spPr>
            <a:xfrm>
              <a:off x="8159292" y="2940724"/>
              <a:ext cx="18245" cy="185472"/>
            </a:xfrm>
            <a:custGeom>
              <a:rect b="b" l="l" r="r" t="t"/>
              <a:pathLst>
                <a:path extrusionOk="0" h="7126" w="701">
                  <a:moveTo>
                    <a:pt x="127" y="1"/>
                  </a:moveTo>
                  <a:cubicBezTo>
                    <a:pt x="56" y="1"/>
                    <a:pt x="0" y="57"/>
                    <a:pt x="0" y="128"/>
                  </a:cubicBezTo>
                  <a:lnTo>
                    <a:pt x="0" y="7126"/>
                  </a:lnTo>
                  <a:lnTo>
                    <a:pt x="577" y="7126"/>
                  </a:lnTo>
                  <a:lnTo>
                    <a:pt x="577" y="128"/>
                  </a:lnTo>
                  <a:cubicBezTo>
                    <a:pt x="577" y="57"/>
                    <a:pt x="633" y="1"/>
                    <a:pt x="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85"/>
            <p:cNvSpPr/>
            <p:nvPr/>
          </p:nvSpPr>
          <p:spPr>
            <a:xfrm>
              <a:off x="8079622" y="2978203"/>
              <a:ext cx="54970" cy="54319"/>
            </a:xfrm>
            <a:custGeom>
              <a:rect b="b" l="l" r="r" t="t"/>
              <a:pathLst>
                <a:path extrusionOk="0" h="2087" w="2112">
                  <a:moveTo>
                    <a:pt x="1054" y="1"/>
                  </a:moveTo>
                  <a:cubicBezTo>
                    <a:pt x="1013" y="1"/>
                    <a:pt x="971" y="23"/>
                    <a:pt x="950" y="67"/>
                  </a:cubicBezTo>
                  <a:lnTo>
                    <a:pt x="0" y="2086"/>
                  </a:lnTo>
                  <a:lnTo>
                    <a:pt x="2111" y="2086"/>
                  </a:lnTo>
                  <a:lnTo>
                    <a:pt x="1158" y="67"/>
                  </a:lnTo>
                  <a:cubicBezTo>
                    <a:pt x="1137" y="23"/>
                    <a:pt x="1095" y="1"/>
                    <a:pt x="10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85"/>
            <p:cNvSpPr/>
            <p:nvPr/>
          </p:nvSpPr>
          <p:spPr>
            <a:xfrm>
              <a:off x="8079622" y="2978203"/>
              <a:ext cx="34903" cy="54319"/>
            </a:xfrm>
            <a:custGeom>
              <a:rect b="b" l="l" r="r" t="t"/>
              <a:pathLst>
                <a:path extrusionOk="0" h="2087" w="1341">
                  <a:moveTo>
                    <a:pt x="1054" y="1"/>
                  </a:moveTo>
                  <a:cubicBezTo>
                    <a:pt x="1013" y="1"/>
                    <a:pt x="971" y="23"/>
                    <a:pt x="950" y="67"/>
                  </a:cubicBezTo>
                  <a:lnTo>
                    <a:pt x="0" y="2086"/>
                  </a:lnTo>
                  <a:lnTo>
                    <a:pt x="574" y="2086"/>
                  </a:lnTo>
                  <a:lnTo>
                    <a:pt x="1341" y="457"/>
                  </a:lnTo>
                  <a:lnTo>
                    <a:pt x="1158" y="67"/>
                  </a:lnTo>
                  <a:cubicBezTo>
                    <a:pt x="1137" y="23"/>
                    <a:pt x="1095" y="1"/>
                    <a:pt x="105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85"/>
            <p:cNvSpPr/>
            <p:nvPr/>
          </p:nvSpPr>
          <p:spPr>
            <a:xfrm>
              <a:off x="8089773" y="2978255"/>
              <a:ext cx="34643" cy="32743"/>
            </a:xfrm>
            <a:custGeom>
              <a:rect b="b" l="l" r="r" t="t"/>
              <a:pathLst>
                <a:path extrusionOk="0" h="1258" w="1331">
                  <a:moveTo>
                    <a:pt x="663" y="1"/>
                  </a:moveTo>
                  <a:cubicBezTo>
                    <a:pt x="622" y="1"/>
                    <a:pt x="581" y="22"/>
                    <a:pt x="560" y="65"/>
                  </a:cubicBezTo>
                  <a:lnTo>
                    <a:pt x="1" y="1258"/>
                  </a:lnTo>
                  <a:lnTo>
                    <a:pt x="1331" y="1258"/>
                  </a:lnTo>
                  <a:lnTo>
                    <a:pt x="768" y="68"/>
                  </a:lnTo>
                  <a:cubicBezTo>
                    <a:pt x="748" y="23"/>
                    <a:pt x="705" y="1"/>
                    <a:pt x="66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85"/>
            <p:cNvSpPr/>
            <p:nvPr/>
          </p:nvSpPr>
          <p:spPr>
            <a:xfrm>
              <a:off x="8089773" y="2978255"/>
              <a:ext cx="24752" cy="32743"/>
            </a:xfrm>
            <a:custGeom>
              <a:rect b="b" l="l" r="r" t="t"/>
              <a:pathLst>
                <a:path extrusionOk="0" h="1258" w="951">
                  <a:moveTo>
                    <a:pt x="664" y="1"/>
                  </a:moveTo>
                  <a:cubicBezTo>
                    <a:pt x="631" y="1"/>
                    <a:pt x="597" y="14"/>
                    <a:pt x="574" y="44"/>
                  </a:cubicBezTo>
                  <a:cubicBezTo>
                    <a:pt x="571" y="51"/>
                    <a:pt x="564" y="58"/>
                    <a:pt x="560" y="65"/>
                  </a:cubicBezTo>
                  <a:lnTo>
                    <a:pt x="1" y="1258"/>
                  </a:lnTo>
                  <a:lnTo>
                    <a:pt x="574" y="1258"/>
                  </a:lnTo>
                  <a:lnTo>
                    <a:pt x="951" y="459"/>
                  </a:lnTo>
                  <a:lnTo>
                    <a:pt x="768" y="65"/>
                  </a:lnTo>
                  <a:cubicBezTo>
                    <a:pt x="748" y="23"/>
                    <a:pt x="706" y="1"/>
                    <a:pt x="66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85"/>
            <p:cNvSpPr/>
            <p:nvPr/>
          </p:nvSpPr>
          <p:spPr>
            <a:xfrm>
              <a:off x="8017234" y="3052460"/>
              <a:ext cx="29984" cy="30062"/>
            </a:xfrm>
            <a:custGeom>
              <a:rect b="b" l="l" r="r" t="t"/>
              <a:pathLst>
                <a:path extrusionOk="0" h="1155" w="1152">
                  <a:moveTo>
                    <a:pt x="1" y="0"/>
                  </a:moveTo>
                  <a:lnTo>
                    <a:pt x="1" y="1154"/>
                  </a:lnTo>
                  <a:lnTo>
                    <a:pt x="1152" y="1154"/>
                  </a:lnTo>
                  <a:lnTo>
                    <a:pt x="115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85"/>
            <p:cNvSpPr/>
            <p:nvPr/>
          </p:nvSpPr>
          <p:spPr>
            <a:xfrm>
              <a:off x="8017234" y="3052460"/>
              <a:ext cx="14966" cy="30062"/>
            </a:xfrm>
            <a:custGeom>
              <a:rect b="b" l="l" r="r" t="t"/>
              <a:pathLst>
                <a:path extrusionOk="0" h="1155" w="575">
                  <a:moveTo>
                    <a:pt x="1" y="0"/>
                  </a:moveTo>
                  <a:lnTo>
                    <a:pt x="1" y="1154"/>
                  </a:lnTo>
                  <a:lnTo>
                    <a:pt x="574" y="1154"/>
                  </a:lnTo>
                  <a:lnTo>
                    <a:pt x="57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85"/>
            <p:cNvSpPr/>
            <p:nvPr/>
          </p:nvSpPr>
          <p:spPr>
            <a:xfrm>
              <a:off x="8009556" y="3080101"/>
              <a:ext cx="45444" cy="45366"/>
            </a:xfrm>
            <a:custGeom>
              <a:rect b="b" l="l" r="r" t="t"/>
              <a:pathLst>
                <a:path extrusionOk="0" h="1743" w="1746">
                  <a:moveTo>
                    <a:pt x="317" y="1"/>
                  </a:moveTo>
                  <a:cubicBezTo>
                    <a:pt x="141" y="1"/>
                    <a:pt x="0" y="149"/>
                    <a:pt x="11" y="325"/>
                  </a:cubicBezTo>
                  <a:lnTo>
                    <a:pt x="64" y="1743"/>
                  </a:lnTo>
                  <a:lnTo>
                    <a:pt x="1682" y="1743"/>
                  </a:lnTo>
                  <a:lnTo>
                    <a:pt x="1739" y="325"/>
                  </a:lnTo>
                  <a:cubicBezTo>
                    <a:pt x="1746" y="149"/>
                    <a:pt x="1605" y="1"/>
                    <a:pt x="1429"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85"/>
            <p:cNvSpPr/>
            <p:nvPr/>
          </p:nvSpPr>
          <p:spPr>
            <a:xfrm>
              <a:off x="8009556" y="3080101"/>
              <a:ext cx="23191" cy="45288"/>
            </a:xfrm>
            <a:custGeom>
              <a:rect b="b" l="l" r="r" t="t"/>
              <a:pathLst>
                <a:path extrusionOk="0" h="1740" w="891">
                  <a:moveTo>
                    <a:pt x="314" y="1"/>
                  </a:moveTo>
                  <a:cubicBezTo>
                    <a:pt x="138" y="1"/>
                    <a:pt x="0" y="145"/>
                    <a:pt x="7" y="321"/>
                  </a:cubicBezTo>
                  <a:lnTo>
                    <a:pt x="60" y="1739"/>
                  </a:lnTo>
                  <a:lnTo>
                    <a:pt x="637" y="1739"/>
                  </a:lnTo>
                  <a:lnTo>
                    <a:pt x="585" y="321"/>
                  </a:lnTo>
                  <a:cubicBezTo>
                    <a:pt x="574" y="145"/>
                    <a:pt x="715" y="1"/>
                    <a:pt x="89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85"/>
            <p:cNvSpPr/>
            <p:nvPr/>
          </p:nvSpPr>
          <p:spPr>
            <a:xfrm>
              <a:off x="7999848" y="2961051"/>
              <a:ext cx="64392" cy="75584"/>
            </a:xfrm>
            <a:custGeom>
              <a:rect b="b" l="l" r="r" t="t"/>
              <a:pathLst>
                <a:path extrusionOk="0" h="2904" w="2474">
                  <a:moveTo>
                    <a:pt x="1239" y="0"/>
                  </a:moveTo>
                  <a:cubicBezTo>
                    <a:pt x="1219" y="0"/>
                    <a:pt x="1199" y="10"/>
                    <a:pt x="1186" y="29"/>
                  </a:cubicBezTo>
                  <a:lnTo>
                    <a:pt x="53" y="1690"/>
                  </a:lnTo>
                  <a:cubicBezTo>
                    <a:pt x="0" y="1764"/>
                    <a:pt x="11" y="1862"/>
                    <a:pt x="74" y="1926"/>
                  </a:cubicBezTo>
                  <a:lnTo>
                    <a:pt x="613" y="2474"/>
                  </a:lnTo>
                  <a:cubicBezTo>
                    <a:pt x="644" y="2506"/>
                    <a:pt x="665" y="2552"/>
                    <a:pt x="662" y="2598"/>
                  </a:cubicBezTo>
                  <a:lnTo>
                    <a:pt x="662" y="2904"/>
                  </a:lnTo>
                  <a:lnTo>
                    <a:pt x="1812" y="2904"/>
                  </a:lnTo>
                  <a:lnTo>
                    <a:pt x="1812" y="2598"/>
                  </a:lnTo>
                  <a:cubicBezTo>
                    <a:pt x="1812" y="2552"/>
                    <a:pt x="1834" y="2506"/>
                    <a:pt x="1865" y="2474"/>
                  </a:cubicBezTo>
                  <a:lnTo>
                    <a:pt x="2404" y="1926"/>
                  </a:lnTo>
                  <a:cubicBezTo>
                    <a:pt x="2467" y="1862"/>
                    <a:pt x="2474" y="1764"/>
                    <a:pt x="2425" y="1693"/>
                  </a:cubicBezTo>
                  <a:lnTo>
                    <a:pt x="1292" y="29"/>
                  </a:lnTo>
                  <a:cubicBezTo>
                    <a:pt x="1279" y="10"/>
                    <a:pt x="1259" y="0"/>
                    <a:pt x="123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85"/>
            <p:cNvSpPr/>
            <p:nvPr/>
          </p:nvSpPr>
          <p:spPr>
            <a:xfrm>
              <a:off x="7999848" y="2961051"/>
              <a:ext cx="39770" cy="75688"/>
            </a:xfrm>
            <a:custGeom>
              <a:rect b="b" l="l" r="r" t="t"/>
              <a:pathLst>
                <a:path extrusionOk="0" h="2908" w="1528">
                  <a:moveTo>
                    <a:pt x="1239" y="0"/>
                  </a:moveTo>
                  <a:cubicBezTo>
                    <a:pt x="1219" y="0"/>
                    <a:pt x="1199" y="10"/>
                    <a:pt x="1186" y="29"/>
                  </a:cubicBezTo>
                  <a:lnTo>
                    <a:pt x="53" y="1693"/>
                  </a:lnTo>
                  <a:cubicBezTo>
                    <a:pt x="0" y="1767"/>
                    <a:pt x="11" y="1862"/>
                    <a:pt x="74" y="1926"/>
                  </a:cubicBezTo>
                  <a:lnTo>
                    <a:pt x="613" y="2474"/>
                  </a:lnTo>
                  <a:cubicBezTo>
                    <a:pt x="644" y="2506"/>
                    <a:pt x="665" y="2552"/>
                    <a:pt x="665" y="2598"/>
                  </a:cubicBezTo>
                  <a:lnTo>
                    <a:pt x="665" y="2907"/>
                  </a:lnTo>
                  <a:lnTo>
                    <a:pt x="1239" y="2907"/>
                  </a:lnTo>
                  <a:lnTo>
                    <a:pt x="1239" y="2598"/>
                  </a:lnTo>
                  <a:cubicBezTo>
                    <a:pt x="1239" y="2552"/>
                    <a:pt x="1221" y="2506"/>
                    <a:pt x="1190" y="2474"/>
                  </a:cubicBezTo>
                  <a:lnTo>
                    <a:pt x="648" y="1926"/>
                  </a:lnTo>
                  <a:cubicBezTo>
                    <a:pt x="585" y="1862"/>
                    <a:pt x="578" y="1764"/>
                    <a:pt x="627" y="1693"/>
                  </a:cubicBezTo>
                  <a:lnTo>
                    <a:pt x="1527" y="374"/>
                  </a:lnTo>
                  <a:lnTo>
                    <a:pt x="1292" y="29"/>
                  </a:lnTo>
                  <a:cubicBezTo>
                    <a:pt x="1279" y="10"/>
                    <a:pt x="1259" y="0"/>
                    <a:pt x="123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85"/>
            <p:cNvSpPr/>
            <p:nvPr/>
          </p:nvSpPr>
          <p:spPr>
            <a:xfrm>
              <a:off x="8006173" y="3036531"/>
              <a:ext cx="51847" cy="17595"/>
            </a:xfrm>
            <a:custGeom>
              <a:rect b="b" l="l" r="r" t="t"/>
              <a:pathLst>
                <a:path extrusionOk="0" h="676" w="1992">
                  <a:moveTo>
                    <a:pt x="236" y="0"/>
                  </a:moveTo>
                  <a:cubicBezTo>
                    <a:pt x="106" y="0"/>
                    <a:pt x="0" y="106"/>
                    <a:pt x="0" y="236"/>
                  </a:cubicBezTo>
                  <a:lnTo>
                    <a:pt x="0" y="444"/>
                  </a:lnTo>
                  <a:cubicBezTo>
                    <a:pt x="0" y="570"/>
                    <a:pt x="106" y="676"/>
                    <a:pt x="236" y="676"/>
                  </a:cubicBezTo>
                  <a:lnTo>
                    <a:pt x="1756" y="676"/>
                  </a:lnTo>
                  <a:cubicBezTo>
                    <a:pt x="1886" y="676"/>
                    <a:pt x="1988" y="570"/>
                    <a:pt x="1992" y="444"/>
                  </a:cubicBezTo>
                  <a:lnTo>
                    <a:pt x="1992" y="236"/>
                  </a:lnTo>
                  <a:cubicBezTo>
                    <a:pt x="1988" y="106"/>
                    <a:pt x="1886" y="0"/>
                    <a:pt x="175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85"/>
            <p:cNvSpPr/>
            <p:nvPr/>
          </p:nvSpPr>
          <p:spPr>
            <a:xfrm>
              <a:off x="8006173" y="3039368"/>
              <a:ext cx="51847" cy="14758"/>
            </a:xfrm>
            <a:custGeom>
              <a:rect b="b" l="l" r="r" t="t"/>
              <a:pathLst>
                <a:path extrusionOk="0" h="567" w="1992">
                  <a:moveTo>
                    <a:pt x="39" y="0"/>
                  </a:moveTo>
                  <a:cubicBezTo>
                    <a:pt x="14" y="35"/>
                    <a:pt x="0" y="81"/>
                    <a:pt x="0" y="127"/>
                  </a:cubicBezTo>
                  <a:lnTo>
                    <a:pt x="0" y="335"/>
                  </a:lnTo>
                  <a:cubicBezTo>
                    <a:pt x="0" y="461"/>
                    <a:pt x="106" y="567"/>
                    <a:pt x="236" y="567"/>
                  </a:cubicBezTo>
                  <a:lnTo>
                    <a:pt x="1756" y="567"/>
                  </a:lnTo>
                  <a:cubicBezTo>
                    <a:pt x="1886" y="567"/>
                    <a:pt x="1988" y="461"/>
                    <a:pt x="1992" y="335"/>
                  </a:cubicBezTo>
                  <a:lnTo>
                    <a:pt x="1992" y="127"/>
                  </a:lnTo>
                  <a:cubicBezTo>
                    <a:pt x="1988" y="81"/>
                    <a:pt x="1978" y="35"/>
                    <a:pt x="1953" y="0"/>
                  </a:cubicBezTo>
                  <a:cubicBezTo>
                    <a:pt x="1911" y="67"/>
                    <a:pt x="1837" y="106"/>
                    <a:pt x="1756" y="106"/>
                  </a:cubicBezTo>
                  <a:lnTo>
                    <a:pt x="236" y="106"/>
                  </a:lnTo>
                  <a:cubicBezTo>
                    <a:pt x="155" y="106"/>
                    <a:pt x="81" y="67"/>
                    <a:pt x="39"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85"/>
            <p:cNvSpPr/>
            <p:nvPr/>
          </p:nvSpPr>
          <p:spPr>
            <a:xfrm>
              <a:off x="8107081" y="3032497"/>
              <a:ext cx="27511" cy="92970"/>
            </a:xfrm>
            <a:custGeom>
              <a:rect b="b" l="l" r="r" t="t"/>
              <a:pathLst>
                <a:path extrusionOk="0" h="3572" w="1057">
                  <a:moveTo>
                    <a:pt x="1" y="0"/>
                  </a:moveTo>
                  <a:lnTo>
                    <a:pt x="1" y="3572"/>
                  </a:lnTo>
                  <a:lnTo>
                    <a:pt x="1056" y="3572"/>
                  </a:lnTo>
                  <a:lnTo>
                    <a:pt x="105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85"/>
            <p:cNvSpPr/>
            <p:nvPr/>
          </p:nvSpPr>
          <p:spPr>
            <a:xfrm>
              <a:off x="8072829" y="3182493"/>
              <a:ext cx="69728" cy="48463"/>
            </a:xfrm>
            <a:custGeom>
              <a:rect b="b" l="l" r="r" t="t"/>
              <a:pathLst>
                <a:path extrusionOk="0" h="1862" w="2679">
                  <a:moveTo>
                    <a:pt x="1" y="1"/>
                  </a:moveTo>
                  <a:lnTo>
                    <a:pt x="1" y="1862"/>
                  </a:lnTo>
                  <a:lnTo>
                    <a:pt x="2678" y="1862"/>
                  </a:lnTo>
                  <a:lnTo>
                    <a:pt x="267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85"/>
            <p:cNvSpPr/>
            <p:nvPr/>
          </p:nvSpPr>
          <p:spPr>
            <a:xfrm>
              <a:off x="8072829" y="3182493"/>
              <a:ext cx="14966" cy="48463"/>
            </a:xfrm>
            <a:custGeom>
              <a:rect b="b" l="l" r="r" t="t"/>
              <a:pathLst>
                <a:path extrusionOk="0" h="1862" w="575">
                  <a:moveTo>
                    <a:pt x="1" y="1"/>
                  </a:moveTo>
                  <a:lnTo>
                    <a:pt x="1" y="1862"/>
                  </a:lnTo>
                  <a:lnTo>
                    <a:pt x="574" y="1862"/>
                  </a:lnTo>
                  <a:lnTo>
                    <a:pt x="574"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85"/>
            <p:cNvSpPr/>
            <p:nvPr/>
          </p:nvSpPr>
          <p:spPr>
            <a:xfrm>
              <a:off x="8038134" y="3229291"/>
              <a:ext cx="139117" cy="28786"/>
            </a:xfrm>
            <a:custGeom>
              <a:rect b="b" l="l" r="r" t="t"/>
              <a:pathLst>
                <a:path extrusionOk="0" h="1106" w="5345">
                  <a:moveTo>
                    <a:pt x="412" y="1"/>
                  </a:moveTo>
                  <a:cubicBezTo>
                    <a:pt x="183" y="1"/>
                    <a:pt x="0" y="184"/>
                    <a:pt x="0" y="412"/>
                  </a:cubicBezTo>
                  <a:lnTo>
                    <a:pt x="0" y="694"/>
                  </a:lnTo>
                  <a:cubicBezTo>
                    <a:pt x="0" y="919"/>
                    <a:pt x="183" y="1105"/>
                    <a:pt x="412" y="1105"/>
                  </a:cubicBezTo>
                  <a:lnTo>
                    <a:pt x="4933" y="1105"/>
                  </a:lnTo>
                  <a:cubicBezTo>
                    <a:pt x="5158" y="1105"/>
                    <a:pt x="5345" y="919"/>
                    <a:pt x="5345" y="694"/>
                  </a:cubicBezTo>
                  <a:lnTo>
                    <a:pt x="5345" y="412"/>
                  </a:lnTo>
                  <a:cubicBezTo>
                    <a:pt x="5345" y="184"/>
                    <a:pt x="5158" y="1"/>
                    <a:pt x="493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85"/>
            <p:cNvSpPr/>
            <p:nvPr/>
          </p:nvSpPr>
          <p:spPr>
            <a:xfrm>
              <a:off x="8038134" y="3236162"/>
              <a:ext cx="139117" cy="21915"/>
            </a:xfrm>
            <a:custGeom>
              <a:rect b="b" l="l" r="r" t="t"/>
              <a:pathLst>
                <a:path extrusionOk="0" h="842" w="5345">
                  <a:moveTo>
                    <a:pt x="28" y="0"/>
                  </a:moveTo>
                  <a:cubicBezTo>
                    <a:pt x="11" y="46"/>
                    <a:pt x="0" y="99"/>
                    <a:pt x="0" y="148"/>
                  </a:cubicBezTo>
                  <a:lnTo>
                    <a:pt x="0" y="430"/>
                  </a:lnTo>
                  <a:cubicBezTo>
                    <a:pt x="0" y="658"/>
                    <a:pt x="183" y="841"/>
                    <a:pt x="412" y="841"/>
                  </a:cubicBezTo>
                  <a:lnTo>
                    <a:pt x="4933" y="841"/>
                  </a:lnTo>
                  <a:cubicBezTo>
                    <a:pt x="5158" y="841"/>
                    <a:pt x="5345" y="658"/>
                    <a:pt x="5345" y="430"/>
                  </a:cubicBezTo>
                  <a:lnTo>
                    <a:pt x="5345" y="148"/>
                  </a:lnTo>
                  <a:cubicBezTo>
                    <a:pt x="5345" y="99"/>
                    <a:pt x="5334" y="46"/>
                    <a:pt x="5317" y="0"/>
                  </a:cubicBezTo>
                  <a:cubicBezTo>
                    <a:pt x="5257" y="159"/>
                    <a:pt x="5102" y="264"/>
                    <a:pt x="4933" y="264"/>
                  </a:cubicBezTo>
                  <a:lnTo>
                    <a:pt x="412" y="264"/>
                  </a:lnTo>
                  <a:cubicBezTo>
                    <a:pt x="239" y="264"/>
                    <a:pt x="88" y="159"/>
                    <a:pt x="2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85"/>
            <p:cNvSpPr/>
            <p:nvPr/>
          </p:nvSpPr>
          <p:spPr>
            <a:xfrm>
              <a:off x="7932723" y="3125077"/>
              <a:ext cx="353245" cy="60826"/>
            </a:xfrm>
            <a:custGeom>
              <a:rect b="b" l="l" r="r" t="t"/>
              <a:pathLst>
                <a:path extrusionOk="0" h="2337" w="13572">
                  <a:moveTo>
                    <a:pt x="0" y="1"/>
                  </a:moveTo>
                  <a:lnTo>
                    <a:pt x="0" y="1848"/>
                  </a:lnTo>
                  <a:cubicBezTo>
                    <a:pt x="0" y="2119"/>
                    <a:pt x="222" y="2337"/>
                    <a:pt x="489" y="2337"/>
                  </a:cubicBezTo>
                  <a:lnTo>
                    <a:pt x="13082" y="2337"/>
                  </a:lnTo>
                  <a:cubicBezTo>
                    <a:pt x="13353" y="2337"/>
                    <a:pt x="13571" y="2119"/>
                    <a:pt x="13571" y="1848"/>
                  </a:cubicBezTo>
                  <a:lnTo>
                    <a:pt x="1357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85"/>
            <p:cNvSpPr/>
            <p:nvPr/>
          </p:nvSpPr>
          <p:spPr>
            <a:xfrm>
              <a:off x="7932801" y="3124998"/>
              <a:ext cx="27589" cy="60826"/>
            </a:xfrm>
            <a:custGeom>
              <a:rect b="b" l="l" r="r" t="t"/>
              <a:pathLst>
                <a:path extrusionOk="0" h="2337" w="1060">
                  <a:moveTo>
                    <a:pt x="1" y="0"/>
                  </a:moveTo>
                  <a:lnTo>
                    <a:pt x="1" y="1847"/>
                  </a:lnTo>
                  <a:cubicBezTo>
                    <a:pt x="1" y="2118"/>
                    <a:pt x="219" y="2336"/>
                    <a:pt x="490" y="2336"/>
                  </a:cubicBezTo>
                  <a:lnTo>
                    <a:pt x="1060" y="2336"/>
                  </a:lnTo>
                  <a:cubicBezTo>
                    <a:pt x="793" y="2336"/>
                    <a:pt x="571" y="2118"/>
                    <a:pt x="571" y="1847"/>
                  </a:cubicBezTo>
                  <a:lnTo>
                    <a:pt x="5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85"/>
            <p:cNvSpPr/>
            <p:nvPr/>
          </p:nvSpPr>
          <p:spPr>
            <a:xfrm>
              <a:off x="8100132" y="3149725"/>
              <a:ext cx="16501" cy="11270"/>
            </a:xfrm>
            <a:custGeom>
              <a:rect b="b" l="l" r="r" t="t"/>
              <a:pathLst>
                <a:path extrusionOk="0" h="433" w="634">
                  <a:moveTo>
                    <a:pt x="289" y="0"/>
                  </a:moveTo>
                  <a:cubicBezTo>
                    <a:pt x="0" y="0"/>
                    <a:pt x="0" y="433"/>
                    <a:pt x="289" y="433"/>
                  </a:cubicBezTo>
                  <a:lnTo>
                    <a:pt x="419" y="433"/>
                  </a:lnTo>
                  <a:cubicBezTo>
                    <a:pt x="535" y="433"/>
                    <a:pt x="634" y="334"/>
                    <a:pt x="634" y="215"/>
                  </a:cubicBezTo>
                  <a:cubicBezTo>
                    <a:pt x="634" y="95"/>
                    <a:pt x="535"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85"/>
            <p:cNvSpPr/>
            <p:nvPr/>
          </p:nvSpPr>
          <p:spPr>
            <a:xfrm>
              <a:off x="7927127" y="2879845"/>
              <a:ext cx="364515" cy="383619"/>
            </a:xfrm>
            <a:custGeom>
              <a:rect b="b" l="l" r="r" t="t"/>
              <a:pathLst>
                <a:path extrusionOk="0" h="14739" w="14005">
                  <a:moveTo>
                    <a:pt x="6915" y="4127"/>
                  </a:moveTo>
                  <a:lnTo>
                    <a:pt x="7235" y="4813"/>
                  </a:lnTo>
                  <a:lnTo>
                    <a:pt x="6591" y="4813"/>
                  </a:lnTo>
                  <a:lnTo>
                    <a:pt x="6915" y="4127"/>
                  </a:lnTo>
                  <a:close/>
                  <a:moveTo>
                    <a:pt x="7439" y="5243"/>
                  </a:moveTo>
                  <a:lnTo>
                    <a:pt x="7625" y="5637"/>
                  </a:lnTo>
                  <a:lnTo>
                    <a:pt x="6200" y="5637"/>
                  </a:lnTo>
                  <a:lnTo>
                    <a:pt x="6387" y="5243"/>
                  </a:lnTo>
                  <a:close/>
                  <a:moveTo>
                    <a:pt x="4255" y="3765"/>
                  </a:moveTo>
                  <a:lnTo>
                    <a:pt x="5036" y="4908"/>
                  </a:lnTo>
                  <a:lnTo>
                    <a:pt x="4511" y="5436"/>
                  </a:lnTo>
                  <a:cubicBezTo>
                    <a:pt x="4385" y="5566"/>
                    <a:pt x="4399" y="5700"/>
                    <a:pt x="4399" y="5806"/>
                  </a:cubicBezTo>
                  <a:lnTo>
                    <a:pt x="3678" y="5806"/>
                  </a:lnTo>
                  <a:cubicBezTo>
                    <a:pt x="3678" y="5707"/>
                    <a:pt x="3692" y="5566"/>
                    <a:pt x="3565" y="5436"/>
                  </a:cubicBezTo>
                  <a:lnTo>
                    <a:pt x="3041" y="4908"/>
                  </a:lnTo>
                  <a:lnTo>
                    <a:pt x="3822" y="3765"/>
                  </a:lnTo>
                  <a:lnTo>
                    <a:pt x="3822" y="4669"/>
                  </a:lnTo>
                  <a:lnTo>
                    <a:pt x="3822" y="4673"/>
                  </a:lnTo>
                  <a:cubicBezTo>
                    <a:pt x="3558" y="4704"/>
                    <a:pt x="3579" y="5098"/>
                    <a:pt x="3847" y="5102"/>
                  </a:cubicBezTo>
                  <a:lnTo>
                    <a:pt x="4219" y="5102"/>
                  </a:lnTo>
                  <a:cubicBezTo>
                    <a:pt x="4480" y="5098"/>
                    <a:pt x="4511" y="4718"/>
                    <a:pt x="4255" y="4673"/>
                  </a:cubicBezTo>
                  <a:lnTo>
                    <a:pt x="4255" y="3765"/>
                  </a:lnTo>
                  <a:close/>
                  <a:moveTo>
                    <a:pt x="4800" y="6238"/>
                  </a:moveTo>
                  <a:cubicBezTo>
                    <a:pt x="4811" y="6238"/>
                    <a:pt x="4818" y="6249"/>
                    <a:pt x="4818" y="6259"/>
                  </a:cubicBezTo>
                  <a:lnTo>
                    <a:pt x="4818" y="6456"/>
                  </a:lnTo>
                  <a:cubicBezTo>
                    <a:pt x="4818" y="6467"/>
                    <a:pt x="4811" y="6474"/>
                    <a:pt x="4800" y="6474"/>
                  </a:cubicBezTo>
                  <a:lnTo>
                    <a:pt x="3277" y="6474"/>
                  </a:lnTo>
                  <a:cubicBezTo>
                    <a:pt x="3266" y="6474"/>
                    <a:pt x="3259" y="6467"/>
                    <a:pt x="3259" y="6456"/>
                  </a:cubicBezTo>
                  <a:lnTo>
                    <a:pt x="3259" y="6259"/>
                  </a:lnTo>
                  <a:cubicBezTo>
                    <a:pt x="3259" y="6249"/>
                    <a:pt x="3266" y="6238"/>
                    <a:pt x="3277" y="6238"/>
                  </a:cubicBezTo>
                  <a:close/>
                  <a:moveTo>
                    <a:pt x="4399" y="6907"/>
                  </a:moveTo>
                  <a:lnTo>
                    <a:pt x="4399" y="7473"/>
                  </a:lnTo>
                  <a:lnTo>
                    <a:pt x="3678" y="7473"/>
                  </a:lnTo>
                  <a:lnTo>
                    <a:pt x="3678" y="6907"/>
                  </a:lnTo>
                  <a:close/>
                  <a:moveTo>
                    <a:pt x="4598" y="7906"/>
                  </a:moveTo>
                  <a:cubicBezTo>
                    <a:pt x="4648" y="7906"/>
                    <a:pt x="4684" y="7950"/>
                    <a:pt x="4684" y="8001"/>
                  </a:cubicBezTo>
                  <a:lnTo>
                    <a:pt x="4638" y="9201"/>
                  </a:lnTo>
                  <a:lnTo>
                    <a:pt x="3442" y="9201"/>
                  </a:lnTo>
                  <a:lnTo>
                    <a:pt x="3396" y="8001"/>
                  </a:lnTo>
                  <a:cubicBezTo>
                    <a:pt x="3393" y="7950"/>
                    <a:pt x="3432" y="7906"/>
                    <a:pt x="3482" y="7906"/>
                  </a:cubicBezTo>
                  <a:cubicBezTo>
                    <a:pt x="3484" y="7906"/>
                    <a:pt x="3486" y="7906"/>
                    <a:pt x="3488" y="7906"/>
                  </a:cubicBezTo>
                  <a:lnTo>
                    <a:pt x="4592" y="7906"/>
                  </a:lnTo>
                  <a:cubicBezTo>
                    <a:pt x="4594" y="7906"/>
                    <a:pt x="4596" y="7906"/>
                    <a:pt x="4598" y="7906"/>
                  </a:cubicBezTo>
                  <a:close/>
                  <a:moveTo>
                    <a:pt x="6696" y="6069"/>
                  </a:moveTo>
                  <a:lnTo>
                    <a:pt x="6696" y="9201"/>
                  </a:lnTo>
                  <a:lnTo>
                    <a:pt x="6077" y="9201"/>
                  </a:lnTo>
                  <a:lnTo>
                    <a:pt x="6077" y="6069"/>
                  </a:lnTo>
                  <a:close/>
                  <a:moveTo>
                    <a:pt x="7748" y="6069"/>
                  </a:moveTo>
                  <a:lnTo>
                    <a:pt x="7748" y="9201"/>
                  </a:lnTo>
                  <a:lnTo>
                    <a:pt x="7129" y="9201"/>
                  </a:lnTo>
                  <a:lnTo>
                    <a:pt x="7129" y="6069"/>
                  </a:lnTo>
                  <a:close/>
                  <a:moveTo>
                    <a:pt x="10817" y="2551"/>
                  </a:moveTo>
                  <a:lnTo>
                    <a:pt x="10817" y="3536"/>
                  </a:lnTo>
                  <a:lnTo>
                    <a:pt x="10468" y="3536"/>
                  </a:lnTo>
                  <a:cubicBezTo>
                    <a:pt x="10180" y="3536"/>
                    <a:pt x="10180" y="3965"/>
                    <a:pt x="10468" y="3969"/>
                  </a:cubicBezTo>
                  <a:lnTo>
                    <a:pt x="10817" y="3969"/>
                  </a:lnTo>
                  <a:lnTo>
                    <a:pt x="10817" y="4951"/>
                  </a:lnTo>
                  <a:lnTo>
                    <a:pt x="10468" y="4951"/>
                  </a:lnTo>
                  <a:cubicBezTo>
                    <a:pt x="10180" y="4951"/>
                    <a:pt x="10180" y="5383"/>
                    <a:pt x="10468" y="5383"/>
                  </a:cubicBezTo>
                  <a:lnTo>
                    <a:pt x="10817" y="5383"/>
                  </a:lnTo>
                  <a:lnTo>
                    <a:pt x="10817" y="6369"/>
                  </a:lnTo>
                  <a:lnTo>
                    <a:pt x="10468" y="6369"/>
                  </a:lnTo>
                  <a:cubicBezTo>
                    <a:pt x="10180" y="6369"/>
                    <a:pt x="10180" y="6798"/>
                    <a:pt x="10468" y="6798"/>
                  </a:cubicBezTo>
                  <a:lnTo>
                    <a:pt x="10817" y="6798"/>
                  </a:lnTo>
                  <a:lnTo>
                    <a:pt x="10817" y="7783"/>
                  </a:lnTo>
                  <a:lnTo>
                    <a:pt x="10468" y="7783"/>
                  </a:lnTo>
                  <a:cubicBezTo>
                    <a:pt x="10180" y="7783"/>
                    <a:pt x="10180" y="8216"/>
                    <a:pt x="10468" y="8216"/>
                  </a:cubicBezTo>
                  <a:lnTo>
                    <a:pt x="10817" y="8216"/>
                  </a:lnTo>
                  <a:lnTo>
                    <a:pt x="10817" y="9201"/>
                  </a:lnTo>
                  <a:lnTo>
                    <a:pt x="9145" y="9201"/>
                  </a:lnTo>
                  <a:lnTo>
                    <a:pt x="9145" y="2551"/>
                  </a:lnTo>
                  <a:close/>
                  <a:moveTo>
                    <a:pt x="12491" y="1499"/>
                  </a:moveTo>
                  <a:cubicBezTo>
                    <a:pt x="12534" y="1499"/>
                    <a:pt x="12565" y="1531"/>
                    <a:pt x="12565" y="1573"/>
                  </a:cubicBezTo>
                  <a:lnTo>
                    <a:pt x="12565" y="9201"/>
                  </a:lnTo>
                  <a:lnTo>
                    <a:pt x="11249" y="9201"/>
                  </a:lnTo>
                  <a:lnTo>
                    <a:pt x="11249" y="2460"/>
                  </a:lnTo>
                  <a:cubicBezTo>
                    <a:pt x="11249" y="2273"/>
                    <a:pt x="11098" y="2118"/>
                    <a:pt x="10908" y="2118"/>
                  </a:cubicBezTo>
                  <a:lnTo>
                    <a:pt x="9050" y="2118"/>
                  </a:lnTo>
                  <a:cubicBezTo>
                    <a:pt x="8864" y="2118"/>
                    <a:pt x="8713" y="2273"/>
                    <a:pt x="8713" y="2460"/>
                  </a:cubicBezTo>
                  <a:lnTo>
                    <a:pt x="8713" y="9201"/>
                  </a:lnTo>
                  <a:lnTo>
                    <a:pt x="8185" y="9201"/>
                  </a:lnTo>
                  <a:lnTo>
                    <a:pt x="8185" y="5851"/>
                  </a:lnTo>
                  <a:cubicBezTo>
                    <a:pt x="8185" y="5820"/>
                    <a:pt x="8178" y="5788"/>
                    <a:pt x="8164" y="5760"/>
                  </a:cubicBezTo>
                  <a:lnTo>
                    <a:pt x="7214" y="3747"/>
                  </a:lnTo>
                  <a:cubicBezTo>
                    <a:pt x="7154" y="3621"/>
                    <a:pt x="7034" y="3557"/>
                    <a:pt x="6915" y="3557"/>
                  </a:cubicBezTo>
                  <a:cubicBezTo>
                    <a:pt x="6795" y="3557"/>
                    <a:pt x="6675" y="3621"/>
                    <a:pt x="6616" y="3747"/>
                  </a:cubicBezTo>
                  <a:lnTo>
                    <a:pt x="5669" y="5760"/>
                  </a:lnTo>
                  <a:cubicBezTo>
                    <a:pt x="5655" y="5788"/>
                    <a:pt x="5648" y="5820"/>
                    <a:pt x="5648" y="5851"/>
                  </a:cubicBezTo>
                  <a:lnTo>
                    <a:pt x="5648" y="9201"/>
                  </a:lnTo>
                  <a:lnTo>
                    <a:pt x="5071" y="9201"/>
                  </a:lnTo>
                  <a:lnTo>
                    <a:pt x="5117" y="8015"/>
                  </a:lnTo>
                  <a:cubicBezTo>
                    <a:pt x="5124" y="7811"/>
                    <a:pt x="5011" y="7625"/>
                    <a:pt x="4832" y="7530"/>
                  </a:cubicBezTo>
                  <a:lnTo>
                    <a:pt x="4832" y="6907"/>
                  </a:lnTo>
                  <a:cubicBezTo>
                    <a:pt x="5067" y="6889"/>
                    <a:pt x="5250" y="6692"/>
                    <a:pt x="5250" y="6456"/>
                  </a:cubicBezTo>
                  <a:lnTo>
                    <a:pt x="5250" y="6259"/>
                  </a:lnTo>
                  <a:cubicBezTo>
                    <a:pt x="5250" y="6020"/>
                    <a:pt x="5067" y="5827"/>
                    <a:pt x="4832" y="5809"/>
                  </a:cubicBezTo>
                  <a:lnTo>
                    <a:pt x="4832" y="5732"/>
                  </a:lnTo>
                  <a:lnTo>
                    <a:pt x="5359" y="5193"/>
                  </a:lnTo>
                  <a:cubicBezTo>
                    <a:pt x="5493" y="5056"/>
                    <a:pt x="5511" y="4845"/>
                    <a:pt x="5405" y="4687"/>
                  </a:cubicBezTo>
                  <a:lnTo>
                    <a:pt x="4269" y="3022"/>
                  </a:lnTo>
                  <a:cubicBezTo>
                    <a:pt x="4212" y="2940"/>
                    <a:pt x="4124" y="2898"/>
                    <a:pt x="4036" y="2898"/>
                  </a:cubicBezTo>
                  <a:cubicBezTo>
                    <a:pt x="3949" y="2898"/>
                    <a:pt x="3861" y="2940"/>
                    <a:pt x="3804" y="3022"/>
                  </a:cubicBezTo>
                  <a:lnTo>
                    <a:pt x="2671" y="4687"/>
                  </a:lnTo>
                  <a:cubicBezTo>
                    <a:pt x="2562" y="4845"/>
                    <a:pt x="2583" y="5056"/>
                    <a:pt x="2717" y="5193"/>
                  </a:cubicBezTo>
                  <a:lnTo>
                    <a:pt x="3245" y="5732"/>
                  </a:lnTo>
                  <a:lnTo>
                    <a:pt x="3245" y="5809"/>
                  </a:lnTo>
                  <a:cubicBezTo>
                    <a:pt x="3006" y="5823"/>
                    <a:pt x="2823" y="6020"/>
                    <a:pt x="2823" y="6259"/>
                  </a:cubicBezTo>
                  <a:lnTo>
                    <a:pt x="2823" y="6456"/>
                  </a:lnTo>
                  <a:cubicBezTo>
                    <a:pt x="2823" y="6692"/>
                    <a:pt x="3006" y="6889"/>
                    <a:pt x="3245" y="6907"/>
                  </a:cubicBezTo>
                  <a:lnTo>
                    <a:pt x="3245" y="7530"/>
                  </a:lnTo>
                  <a:cubicBezTo>
                    <a:pt x="3062" y="7625"/>
                    <a:pt x="2953" y="7811"/>
                    <a:pt x="2960" y="8015"/>
                  </a:cubicBezTo>
                  <a:lnTo>
                    <a:pt x="3006" y="9201"/>
                  </a:lnTo>
                  <a:lnTo>
                    <a:pt x="1433" y="9201"/>
                  </a:lnTo>
                  <a:lnTo>
                    <a:pt x="1436" y="1573"/>
                  </a:lnTo>
                  <a:cubicBezTo>
                    <a:pt x="1436" y="1531"/>
                    <a:pt x="1468" y="1499"/>
                    <a:pt x="1510" y="1499"/>
                  </a:cubicBezTo>
                  <a:close/>
                  <a:moveTo>
                    <a:pt x="13572" y="9634"/>
                  </a:moveTo>
                  <a:lnTo>
                    <a:pt x="13572" y="11259"/>
                  </a:lnTo>
                  <a:cubicBezTo>
                    <a:pt x="13572" y="11410"/>
                    <a:pt x="13448" y="11534"/>
                    <a:pt x="13297" y="11534"/>
                  </a:cubicBezTo>
                  <a:lnTo>
                    <a:pt x="704" y="11534"/>
                  </a:lnTo>
                  <a:cubicBezTo>
                    <a:pt x="557" y="11534"/>
                    <a:pt x="434" y="11410"/>
                    <a:pt x="434" y="11259"/>
                  </a:cubicBezTo>
                  <a:lnTo>
                    <a:pt x="434" y="9634"/>
                  </a:lnTo>
                  <a:close/>
                  <a:moveTo>
                    <a:pt x="8062" y="11966"/>
                  </a:moveTo>
                  <a:lnTo>
                    <a:pt x="8062" y="13205"/>
                  </a:lnTo>
                  <a:lnTo>
                    <a:pt x="5813" y="13205"/>
                  </a:lnTo>
                  <a:lnTo>
                    <a:pt x="5813" y="11966"/>
                  </a:lnTo>
                  <a:close/>
                  <a:moveTo>
                    <a:pt x="704" y="0"/>
                  </a:moveTo>
                  <a:cubicBezTo>
                    <a:pt x="317" y="0"/>
                    <a:pt x="1" y="317"/>
                    <a:pt x="1" y="704"/>
                  </a:cubicBezTo>
                  <a:lnTo>
                    <a:pt x="1" y="11259"/>
                  </a:lnTo>
                  <a:cubicBezTo>
                    <a:pt x="1" y="11650"/>
                    <a:pt x="317" y="11963"/>
                    <a:pt x="704" y="11963"/>
                  </a:cubicBezTo>
                  <a:lnTo>
                    <a:pt x="5384" y="11963"/>
                  </a:lnTo>
                  <a:lnTo>
                    <a:pt x="5384" y="13201"/>
                  </a:lnTo>
                  <a:lnTo>
                    <a:pt x="4680" y="13201"/>
                  </a:lnTo>
                  <a:cubicBezTo>
                    <a:pt x="4332" y="13201"/>
                    <a:pt x="4054" y="13483"/>
                    <a:pt x="4051" y="13828"/>
                  </a:cubicBezTo>
                  <a:lnTo>
                    <a:pt x="4051" y="14113"/>
                  </a:lnTo>
                  <a:cubicBezTo>
                    <a:pt x="4054" y="14457"/>
                    <a:pt x="4332" y="14739"/>
                    <a:pt x="4680" y="14739"/>
                  </a:cubicBezTo>
                  <a:lnTo>
                    <a:pt x="6411" y="14739"/>
                  </a:lnTo>
                  <a:cubicBezTo>
                    <a:pt x="6531" y="14739"/>
                    <a:pt x="6630" y="14640"/>
                    <a:pt x="6630" y="14521"/>
                  </a:cubicBezTo>
                  <a:cubicBezTo>
                    <a:pt x="6630" y="14401"/>
                    <a:pt x="6531" y="14306"/>
                    <a:pt x="6411" y="14306"/>
                  </a:cubicBezTo>
                  <a:lnTo>
                    <a:pt x="4680" y="14306"/>
                  </a:lnTo>
                  <a:cubicBezTo>
                    <a:pt x="4571" y="14306"/>
                    <a:pt x="4483" y="14218"/>
                    <a:pt x="4483" y="14113"/>
                  </a:cubicBezTo>
                  <a:lnTo>
                    <a:pt x="4483" y="13828"/>
                  </a:lnTo>
                  <a:cubicBezTo>
                    <a:pt x="4483" y="13722"/>
                    <a:pt x="4571" y="13634"/>
                    <a:pt x="4680" y="13634"/>
                  </a:cubicBezTo>
                  <a:lnTo>
                    <a:pt x="9202" y="13634"/>
                  </a:lnTo>
                  <a:cubicBezTo>
                    <a:pt x="9307" y="13634"/>
                    <a:pt x="9395" y="13722"/>
                    <a:pt x="9395" y="13828"/>
                  </a:cubicBezTo>
                  <a:lnTo>
                    <a:pt x="9395" y="14113"/>
                  </a:lnTo>
                  <a:cubicBezTo>
                    <a:pt x="9395" y="14218"/>
                    <a:pt x="9307" y="14306"/>
                    <a:pt x="9202" y="14306"/>
                  </a:cubicBezTo>
                  <a:lnTo>
                    <a:pt x="7421" y="14306"/>
                  </a:lnTo>
                  <a:cubicBezTo>
                    <a:pt x="7133" y="14306"/>
                    <a:pt x="7133" y="14739"/>
                    <a:pt x="7421" y="14739"/>
                  </a:cubicBezTo>
                  <a:lnTo>
                    <a:pt x="9202" y="14739"/>
                  </a:lnTo>
                  <a:cubicBezTo>
                    <a:pt x="9546" y="14739"/>
                    <a:pt x="9828" y="14457"/>
                    <a:pt x="9828" y="14113"/>
                  </a:cubicBezTo>
                  <a:lnTo>
                    <a:pt x="9828" y="13828"/>
                  </a:lnTo>
                  <a:cubicBezTo>
                    <a:pt x="9828" y="13483"/>
                    <a:pt x="9546" y="13201"/>
                    <a:pt x="9202" y="13201"/>
                  </a:cubicBezTo>
                  <a:lnTo>
                    <a:pt x="8498" y="13201"/>
                  </a:lnTo>
                  <a:lnTo>
                    <a:pt x="8498" y="11966"/>
                  </a:lnTo>
                  <a:lnTo>
                    <a:pt x="13301" y="11966"/>
                  </a:lnTo>
                  <a:cubicBezTo>
                    <a:pt x="13691" y="11966"/>
                    <a:pt x="14004" y="11650"/>
                    <a:pt x="14004" y="11263"/>
                  </a:cubicBezTo>
                  <a:lnTo>
                    <a:pt x="14004" y="6379"/>
                  </a:lnTo>
                  <a:cubicBezTo>
                    <a:pt x="14004" y="6235"/>
                    <a:pt x="13897" y="6163"/>
                    <a:pt x="13790" y="6163"/>
                  </a:cubicBezTo>
                  <a:cubicBezTo>
                    <a:pt x="13682" y="6163"/>
                    <a:pt x="13575" y="6235"/>
                    <a:pt x="13575" y="6379"/>
                  </a:cubicBezTo>
                  <a:lnTo>
                    <a:pt x="13575" y="9201"/>
                  </a:lnTo>
                  <a:lnTo>
                    <a:pt x="13002" y="9201"/>
                  </a:lnTo>
                  <a:lnTo>
                    <a:pt x="13002" y="1573"/>
                  </a:lnTo>
                  <a:cubicBezTo>
                    <a:pt x="13002" y="1291"/>
                    <a:pt x="12776" y="1066"/>
                    <a:pt x="12498" y="1066"/>
                  </a:cubicBezTo>
                  <a:lnTo>
                    <a:pt x="1510" y="1066"/>
                  </a:lnTo>
                  <a:cubicBezTo>
                    <a:pt x="1232" y="1066"/>
                    <a:pt x="1007" y="1291"/>
                    <a:pt x="1007" y="1573"/>
                  </a:cubicBezTo>
                  <a:lnTo>
                    <a:pt x="1007" y="9201"/>
                  </a:lnTo>
                  <a:lnTo>
                    <a:pt x="434" y="9201"/>
                  </a:lnTo>
                  <a:lnTo>
                    <a:pt x="434" y="704"/>
                  </a:lnTo>
                  <a:cubicBezTo>
                    <a:pt x="434" y="553"/>
                    <a:pt x="557" y="433"/>
                    <a:pt x="708" y="433"/>
                  </a:cubicBezTo>
                  <a:lnTo>
                    <a:pt x="13297" y="433"/>
                  </a:lnTo>
                  <a:cubicBezTo>
                    <a:pt x="13448" y="433"/>
                    <a:pt x="13572" y="553"/>
                    <a:pt x="13572" y="704"/>
                  </a:cubicBezTo>
                  <a:lnTo>
                    <a:pt x="13572" y="5373"/>
                  </a:lnTo>
                  <a:cubicBezTo>
                    <a:pt x="13572" y="5489"/>
                    <a:pt x="13667" y="5587"/>
                    <a:pt x="13786" y="5587"/>
                  </a:cubicBezTo>
                  <a:cubicBezTo>
                    <a:pt x="13906" y="5587"/>
                    <a:pt x="14004" y="5489"/>
                    <a:pt x="14004" y="5373"/>
                  </a:cubicBezTo>
                  <a:lnTo>
                    <a:pt x="14004" y="704"/>
                  </a:lnTo>
                  <a:cubicBezTo>
                    <a:pt x="14004" y="317"/>
                    <a:pt x="13688" y="0"/>
                    <a:pt x="13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2" name="Google Shape;18492;p85"/>
          <p:cNvGrpSpPr/>
          <p:nvPr/>
        </p:nvGrpSpPr>
        <p:grpSpPr>
          <a:xfrm>
            <a:off x="859281" y="3352531"/>
            <a:ext cx="327426" cy="357826"/>
            <a:chOff x="859281" y="3352531"/>
            <a:chExt cx="327426" cy="357826"/>
          </a:xfrm>
        </p:grpSpPr>
        <p:sp>
          <p:nvSpPr>
            <p:cNvPr id="18493" name="Google Shape;18493;p85"/>
            <p:cNvSpPr/>
            <p:nvPr/>
          </p:nvSpPr>
          <p:spPr>
            <a:xfrm>
              <a:off x="889968" y="3357684"/>
              <a:ext cx="291430" cy="291430"/>
            </a:xfrm>
            <a:custGeom>
              <a:rect b="b" l="l" r="r" t="t"/>
              <a:pathLst>
                <a:path extrusionOk="0" h="11197" w="11197">
                  <a:moveTo>
                    <a:pt x="5598" y="0"/>
                  </a:moveTo>
                  <a:cubicBezTo>
                    <a:pt x="2506" y="0"/>
                    <a:pt x="1" y="2506"/>
                    <a:pt x="1" y="5598"/>
                  </a:cubicBezTo>
                  <a:cubicBezTo>
                    <a:pt x="1" y="8691"/>
                    <a:pt x="2506" y="11196"/>
                    <a:pt x="5598" y="11196"/>
                  </a:cubicBezTo>
                  <a:cubicBezTo>
                    <a:pt x="8688" y="11196"/>
                    <a:pt x="11196" y="8691"/>
                    <a:pt x="11196" y="5598"/>
                  </a:cubicBezTo>
                  <a:cubicBezTo>
                    <a:pt x="11196" y="2506"/>
                    <a:pt x="8688" y="0"/>
                    <a:pt x="559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85"/>
            <p:cNvSpPr/>
            <p:nvPr/>
          </p:nvSpPr>
          <p:spPr>
            <a:xfrm>
              <a:off x="884190" y="3360808"/>
              <a:ext cx="254080" cy="288281"/>
            </a:xfrm>
            <a:custGeom>
              <a:rect b="b" l="l" r="r" t="t"/>
              <a:pathLst>
                <a:path extrusionOk="0" h="11076" w="9762">
                  <a:moveTo>
                    <a:pt x="4677" y="0"/>
                  </a:moveTo>
                  <a:lnTo>
                    <a:pt x="4677" y="0"/>
                  </a:lnTo>
                  <a:cubicBezTo>
                    <a:pt x="2949" y="359"/>
                    <a:pt x="1493" y="1517"/>
                    <a:pt x="747" y="3114"/>
                  </a:cubicBezTo>
                  <a:cubicBezTo>
                    <a:pt x="1" y="4715"/>
                    <a:pt x="54" y="6576"/>
                    <a:pt x="891" y="8128"/>
                  </a:cubicBezTo>
                  <a:cubicBezTo>
                    <a:pt x="1728" y="9683"/>
                    <a:pt x="3248" y="10752"/>
                    <a:pt x="4994" y="11013"/>
                  </a:cubicBezTo>
                  <a:cubicBezTo>
                    <a:pt x="5272" y="11055"/>
                    <a:pt x="5550" y="11075"/>
                    <a:pt x="5827" y="11075"/>
                  </a:cubicBezTo>
                  <a:cubicBezTo>
                    <a:pt x="7291" y="11075"/>
                    <a:pt x="8708" y="10499"/>
                    <a:pt x="9761" y="9454"/>
                  </a:cubicBezTo>
                  <a:lnTo>
                    <a:pt x="9761" y="9454"/>
                  </a:lnTo>
                  <a:cubicBezTo>
                    <a:pt x="9385" y="9532"/>
                    <a:pt x="9001" y="9570"/>
                    <a:pt x="8618" y="9570"/>
                  </a:cubicBezTo>
                  <a:cubicBezTo>
                    <a:pt x="6348" y="9570"/>
                    <a:pt x="4308" y="8202"/>
                    <a:pt x="3442" y="6105"/>
                  </a:cubicBezTo>
                  <a:cubicBezTo>
                    <a:pt x="2580" y="4008"/>
                    <a:pt x="3065" y="1594"/>
                    <a:pt x="4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85"/>
            <p:cNvSpPr/>
            <p:nvPr/>
          </p:nvSpPr>
          <p:spPr>
            <a:xfrm>
              <a:off x="940253" y="3637896"/>
              <a:ext cx="190677" cy="67255"/>
            </a:xfrm>
            <a:custGeom>
              <a:rect b="b" l="l" r="r" t="t"/>
              <a:pathLst>
                <a:path extrusionOk="0" h="2584" w="7326">
                  <a:moveTo>
                    <a:pt x="2372" y="1"/>
                  </a:moveTo>
                  <a:lnTo>
                    <a:pt x="570" y="655"/>
                  </a:lnTo>
                  <a:cubicBezTo>
                    <a:pt x="229" y="778"/>
                    <a:pt x="0" y="1102"/>
                    <a:pt x="0" y="1465"/>
                  </a:cubicBezTo>
                  <a:lnTo>
                    <a:pt x="0" y="2583"/>
                  </a:lnTo>
                  <a:lnTo>
                    <a:pt x="7326" y="2583"/>
                  </a:lnTo>
                  <a:lnTo>
                    <a:pt x="7326" y="1465"/>
                  </a:lnTo>
                  <a:cubicBezTo>
                    <a:pt x="7326" y="1102"/>
                    <a:pt x="7097" y="778"/>
                    <a:pt x="6759" y="655"/>
                  </a:cubicBezTo>
                  <a:lnTo>
                    <a:pt x="4954" y="1"/>
                  </a:lnTo>
                  <a:lnTo>
                    <a:pt x="3663" y="430"/>
                  </a:lnTo>
                  <a:lnTo>
                    <a:pt x="237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85"/>
            <p:cNvSpPr/>
            <p:nvPr/>
          </p:nvSpPr>
          <p:spPr>
            <a:xfrm>
              <a:off x="1097303" y="3660723"/>
              <a:ext cx="33628" cy="44429"/>
            </a:xfrm>
            <a:custGeom>
              <a:rect b="b" l="l" r="r" t="t"/>
              <a:pathLst>
                <a:path extrusionOk="0" h="1707" w="1292">
                  <a:moveTo>
                    <a:pt x="1059" y="0"/>
                  </a:moveTo>
                  <a:lnTo>
                    <a:pt x="254" y="809"/>
                  </a:lnTo>
                  <a:cubicBezTo>
                    <a:pt x="92" y="971"/>
                    <a:pt x="0" y="1189"/>
                    <a:pt x="0" y="1418"/>
                  </a:cubicBezTo>
                  <a:lnTo>
                    <a:pt x="0" y="1706"/>
                  </a:lnTo>
                  <a:lnTo>
                    <a:pt x="1292" y="1706"/>
                  </a:lnTo>
                  <a:lnTo>
                    <a:pt x="1292" y="588"/>
                  </a:lnTo>
                  <a:cubicBezTo>
                    <a:pt x="1292" y="369"/>
                    <a:pt x="1207" y="158"/>
                    <a:pt x="105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85"/>
            <p:cNvSpPr/>
            <p:nvPr/>
          </p:nvSpPr>
          <p:spPr>
            <a:xfrm>
              <a:off x="974037" y="3464189"/>
              <a:ext cx="123292" cy="89665"/>
            </a:xfrm>
            <a:custGeom>
              <a:rect b="b" l="l" r="r" t="t"/>
              <a:pathLst>
                <a:path extrusionOk="0" h="3445" w="4737">
                  <a:moveTo>
                    <a:pt x="1721" y="0"/>
                  </a:moveTo>
                  <a:cubicBezTo>
                    <a:pt x="771" y="0"/>
                    <a:pt x="1" y="771"/>
                    <a:pt x="1" y="1721"/>
                  </a:cubicBezTo>
                  <a:lnTo>
                    <a:pt x="1" y="2235"/>
                  </a:lnTo>
                  <a:cubicBezTo>
                    <a:pt x="1" y="2467"/>
                    <a:pt x="36" y="2696"/>
                    <a:pt x="110" y="2914"/>
                  </a:cubicBezTo>
                  <a:lnTo>
                    <a:pt x="180" y="3132"/>
                  </a:lnTo>
                  <a:cubicBezTo>
                    <a:pt x="205" y="3195"/>
                    <a:pt x="215" y="3266"/>
                    <a:pt x="215" y="3336"/>
                  </a:cubicBezTo>
                  <a:lnTo>
                    <a:pt x="215" y="3445"/>
                  </a:lnTo>
                  <a:lnTo>
                    <a:pt x="4522" y="3445"/>
                  </a:lnTo>
                  <a:lnTo>
                    <a:pt x="4522" y="3336"/>
                  </a:lnTo>
                  <a:cubicBezTo>
                    <a:pt x="4518" y="3266"/>
                    <a:pt x="4532" y="3195"/>
                    <a:pt x="4553" y="3132"/>
                  </a:cubicBezTo>
                  <a:lnTo>
                    <a:pt x="4624" y="2914"/>
                  </a:lnTo>
                  <a:cubicBezTo>
                    <a:pt x="4698" y="2696"/>
                    <a:pt x="4736" y="2467"/>
                    <a:pt x="4736" y="2235"/>
                  </a:cubicBezTo>
                  <a:lnTo>
                    <a:pt x="4736" y="430"/>
                  </a:lnTo>
                  <a:cubicBezTo>
                    <a:pt x="4736" y="194"/>
                    <a:pt x="4543" y="0"/>
                    <a:pt x="430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85"/>
            <p:cNvSpPr/>
            <p:nvPr/>
          </p:nvSpPr>
          <p:spPr>
            <a:xfrm>
              <a:off x="1001964" y="3464189"/>
              <a:ext cx="95365" cy="89665"/>
            </a:xfrm>
            <a:custGeom>
              <a:rect b="b" l="l" r="r" t="t"/>
              <a:pathLst>
                <a:path extrusionOk="0" h="3445" w="3664">
                  <a:moveTo>
                    <a:pt x="877" y="0"/>
                  </a:moveTo>
                  <a:cubicBezTo>
                    <a:pt x="395" y="0"/>
                    <a:pt x="4" y="391"/>
                    <a:pt x="4" y="873"/>
                  </a:cubicBezTo>
                  <a:cubicBezTo>
                    <a:pt x="1" y="1359"/>
                    <a:pt x="395" y="1749"/>
                    <a:pt x="877" y="1749"/>
                  </a:cubicBezTo>
                  <a:lnTo>
                    <a:pt x="1000" y="1749"/>
                  </a:lnTo>
                  <a:lnTo>
                    <a:pt x="1056" y="3445"/>
                  </a:lnTo>
                  <a:lnTo>
                    <a:pt x="3449" y="3445"/>
                  </a:lnTo>
                  <a:lnTo>
                    <a:pt x="3449" y="3336"/>
                  </a:lnTo>
                  <a:cubicBezTo>
                    <a:pt x="3445" y="3266"/>
                    <a:pt x="3459" y="3195"/>
                    <a:pt x="3480" y="3132"/>
                  </a:cubicBezTo>
                  <a:lnTo>
                    <a:pt x="3551" y="2914"/>
                  </a:lnTo>
                  <a:cubicBezTo>
                    <a:pt x="3625" y="2696"/>
                    <a:pt x="3663" y="2467"/>
                    <a:pt x="3663" y="2235"/>
                  </a:cubicBezTo>
                  <a:lnTo>
                    <a:pt x="3663" y="430"/>
                  </a:lnTo>
                  <a:cubicBezTo>
                    <a:pt x="3663" y="194"/>
                    <a:pt x="3470" y="0"/>
                    <a:pt x="3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85"/>
            <p:cNvSpPr/>
            <p:nvPr/>
          </p:nvSpPr>
          <p:spPr>
            <a:xfrm>
              <a:off x="1002068" y="3598621"/>
              <a:ext cx="67229" cy="50493"/>
            </a:xfrm>
            <a:custGeom>
              <a:rect b="b" l="l" r="r" t="t"/>
              <a:pathLst>
                <a:path extrusionOk="0" h="1940" w="2583">
                  <a:moveTo>
                    <a:pt x="0" y="0"/>
                  </a:moveTo>
                  <a:lnTo>
                    <a:pt x="0" y="1939"/>
                  </a:lnTo>
                  <a:lnTo>
                    <a:pt x="2583" y="1939"/>
                  </a:lnTo>
                  <a:lnTo>
                    <a:pt x="2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85"/>
            <p:cNvSpPr/>
            <p:nvPr/>
          </p:nvSpPr>
          <p:spPr>
            <a:xfrm>
              <a:off x="1002068" y="3598621"/>
              <a:ext cx="67229" cy="33706"/>
            </a:xfrm>
            <a:custGeom>
              <a:rect b="b" l="l" r="r" t="t"/>
              <a:pathLst>
                <a:path extrusionOk="0" h="1295" w="2583">
                  <a:moveTo>
                    <a:pt x="0" y="0"/>
                  </a:moveTo>
                  <a:lnTo>
                    <a:pt x="0" y="975"/>
                  </a:lnTo>
                  <a:cubicBezTo>
                    <a:pt x="403" y="1188"/>
                    <a:pt x="846" y="1294"/>
                    <a:pt x="1290" y="1294"/>
                  </a:cubicBezTo>
                  <a:cubicBezTo>
                    <a:pt x="1734" y="1294"/>
                    <a:pt x="2178" y="1188"/>
                    <a:pt x="2583" y="975"/>
                  </a:cubicBezTo>
                  <a:lnTo>
                    <a:pt x="25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85"/>
            <p:cNvSpPr/>
            <p:nvPr/>
          </p:nvSpPr>
          <p:spPr>
            <a:xfrm>
              <a:off x="990876" y="3628553"/>
              <a:ext cx="44819" cy="40030"/>
            </a:xfrm>
            <a:custGeom>
              <a:rect b="b" l="l" r="r" t="t"/>
              <a:pathLst>
                <a:path extrusionOk="0" h="1538" w="1722">
                  <a:moveTo>
                    <a:pt x="381" y="1"/>
                  </a:moveTo>
                  <a:cubicBezTo>
                    <a:pt x="300" y="1"/>
                    <a:pt x="222" y="46"/>
                    <a:pt x="184" y="124"/>
                  </a:cubicBezTo>
                  <a:lnTo>
                    <a:pt x="1" y="515"/>
                  </a:lnTo>
                  <a:lnTo>
                    <a:pt x="712" y="1454"/>
                  </a:lnTo>
                  <a:cubicBezTo>
                    <a:pt x="754" y="1509"/>
                    <a:pt x="817" y="1538"/>
                    <a:pt x="881" y="1538"/>
                  </a:cubicBezTo>
                  <a:cubicBezTo>
                    <a:pt x="936" y="1538"/>
                    <a:pt x="992" y="1517"/>
                    <a:pt x="1035" y="1475"/>
                  </a:cubicBezTo>
                  <a:lnTo>
                    <a:pt x="1721" y="789"/>
                  </a:lnTo>
                  <a:lnTo>
                    <a:pt x="494" y="33"/>
                  </a:lnTo>
                  <a:cubicBezTo>
                    <a:pt x="458" y="11"/>
                    <a:pt x="419" y="1"/>
                    <a:pt x="3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85"/>
            <p:cNvSpPr/>
            <p:nvPr/>
          </p:nvSpPr>
          <p:spPr>
            <a:xfrm>
              <a:off x="1035670" y="3628553"/>
              <a:ext cx="44793" cy="40030"/>
            </a:xfrm>
            <a:custGeom>
              <a:rect b="b" l="l" r="r" t="t"/>
              <a:pathLst>
                <a:path extrusionOk="0" h="1538" w="1721">
                  <a:moveTo>
                    <a:pt x="1341" y="1"/>
                  </a:moveTo>
                  <a:cubicBezTo>
                    <a:pt x="1303" y="1"/>
                    <a:pt x="1264" y="11"/>
                    <a:pt x="1228" y="33"/>
                  </a:cubicBezTo>
                  <a:lnTo>
                    <a:pt x="0" y="789"/>
                  </a:lnTo>
                  <a:lnTo>
                    <a:pt x="687" y="1475"/>
                  </a:lnTo>
                  <a:cubicBezTo>
                    <a:pt x="729" y="1517"/>
                    <a:pt x="783" y="1538"/>
                    <a:pt x="838" y="1538"/>
                  </a:cubicBezTo>
                  <a:cubicBezTo>
                    <a:pt x="902" y="1538"/>
                    <a:pt x="966" y="1509"/>
                    <a:pt x="1010" y="1454"/>
                  </a:cubicBezTo>
                  <a:lnTo>
                    <a:pt x="1721" y="515"/>
                  </a:lnTo>
                  <a:lnTo>
                    <a:pt x="1535" y="124"/>
                  </a:lnTo>
                  <a:cubicBezTo>
                    <a:pt x="1499" y="46"/>
                    <a:pt x="1421" y="1"/>
                    <a:pt x="13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85"/>
            <p:cNvSpPr/>
            <p:nvPr/>
          </p:nvSpPr>
          <p:spPr>
            <a:xfrm>
              <a:off x="979528" y="3509633"/>
              <a:ext cx="112126" cy="105854"/>
            </a:xfrm>
            <a:custGeom>
              <a:rect b="b" l="l" r="r" t="t"/>
              <a:pathLst>
                <a:path extrusionOk="0" h="4067" w="4308">
                  <a:moveTo>
                    <a:pt x="1837" y="0"/>
                  </a:moveTo>
                  <a:cubicBezTo>
                    <a:pt x="1161" y="0"/>
                    <a:pt x="648" y="193"/>
                    <a:pt x="648" y="193"/>
                  </a:cubicBezTo>
                  <a:lnTo>
                    <a:pt x="648" y="918"/>
                  </a:lnTo>
                  <a:cubicBezTo>
                    <a:pt x="648" y="1136"/>
                    <a:pt x="539" y="1337"/>
                    <a:pt x="360" y="1456"/>
                  </a:cubicBezTo>
                  <a:lnTo>
                    <a:pt x="1" y="1695"/>
                  </a:lnTo>
                  <a:lnTo>
                    <a:pt x="1" y="1910"/>
                  </a:lnTo>
                  <a:cubicBezTo>
                    <a:pt x="1" y="3103"/>
                    <a:pt x="965" y="4067"/>
                    <a:pt x="2157" y="4067"/>
                  </a:cubicBezTo>
                  <a:cubicBezTo>
                    <a:pt x="3343" y="4063"/>
                    <a:pt x="4304" y="3103"/>
                    <a:pt x="4307" y="1917"/>
                  </a:cubicBezTo>
                  <a:lnTo>
                    <a:pt x="4307" y="1699"/>
                  </a:lnTo>
                  <a:lnTo>
                    <a:pt x="3948" y="1460"/>
                  </a:lnTo>
                  <a:cubicBezTo>
                    <a:pt x="3769" y="1340"/>
                    <a:pt x="3660" y="1140"/>
                    <a:pt x="3660" y="925"/>
                  </a:cubicBezTo>
                  <a:lnTo>
                    <a:pt x="3660" y="622"/>
                  </a:lnTo>
                  <a:cubicBezTo>
                    <a:pt x="3074" y="134"/>
                    <a:pt x="2399" y="0"/>
                    <a:pt x="183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85"/>
            <p:cNvSpPr/>
            <p:nvPr/>
          </p:nvSpPr>
          <p:spPr>
            <a:xfrm>
              <a:off x="940331" y="3660723"/>
              <a:ext cx="33732" cy="44429"/>
            </a:xfrm>
            <a:custGeom>
              <a:rect b="b" l="l" r="r" t="t"/>
              <a:pathLst>
                <a:path extrusionOk="0" h="1707" w="1296">
                  <a:moveTo>
                    <a:pt x="233" y="0"/>
                  </a:moveTo>
                  <a:cubicBezTo>
                    <a:pt x="85" y="158"/>
                    <a:pt x="1" y="369"/>
                    <a:pt x="1" y="588"/>
                  </a:cubicBezTo>
                  <a:lnTo>
                    <a:pt x="1" y="1706"/>
                  </a:lnTo>
                  <a:lnTo>
                    <a:pt x="1296" y="1706"/>
                  </a:lnTo>
                  <a:lnTo>
                    <a:pt x="1296" y="1418"/>
                  </a:lnTo>
                  <a:cubicBezTo>
                    <a:pt x="1292" y="1189"/>
                    <a:pt x="1204" y="971"/>
                    <a:pt x="1042" y="809"/>
                  </a:cubicBezTo>
                  <a:lnTo>
                    <a:pt x="23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85"/>
            <p:cNvSpPr/>
            <p:nvPr/>
          </p:nvSpPr>
          <p:spPr>
            <a:xfrm>
              <a:off x="979633" y="3509633"/>
              <a:ext cx="95261" cy="105411"/>
            </a:xfrm>
            <a:custGeom>
              <a:rect b="b" l="l" r="r" t="t"/>
              <a:pathLst>
                <a:path extrusionOk="0" h="4050" w="3660">
                  <a:moveTo>
                    <a:pt x="1835" y="0"/>
                  </a:moveTo>
                  <a:cubicBezTo>
                    <a:pt x="1158" y="0"/>
                    <a:pt x="644" y="193"/>
                    <a:pt x="644" y="193"/>
                  </a:cubicBezTo>
                  <a:lnTo>
                    <a:pt x="644" y="921"/>
                  </a:lnTo>
                  <a:cubicBezTo>
                    <a:pt x="644" y="1140"/>
                    <a:pt x="538" y="1340"/>
                    <a:pt x="359" y="1460"/>
                  </a:cubicBezTo>
                  <a:lnTo>
                    <a:pt x="0" y="1699"/>
                  </a:lnTo>
                  <a:lnTo>
                    <a:pt x="0" y="1914"/>
                  </a:lnTo>
                  <a:cubicBezTo>
                    <a:pt x="0" y="3001"/>
                    <a:pt x="809" y="3919"/>
                    <a:pt x="1890" y="4049"/>
                  </a:cubicBezTo>
                  <a:cubicBezTo>
                    <a:pt x="1506" y="3648"/>
                    <a:pt x="1288" y="3117"/>
                    <a:pt x="1288" y="2561"/>
                  </a:cubicBezTo>
                  <a:lnTo>
                    <a:pt x="1288" y="1136"/>
                  </a:lnTo>
                  <a:cubicBezTo>
                    <a:pt x="1288" y="918"/>
                    <a:pt x="1453" y="735"/>
                    <a:pt x="1671" y="710"/>
                  </a:cubicBezTo>
                  <a:cubicBezTo>
                    <a:pt x="1842" y="689"/>
                    <a:pt x="2058" y="670"/>
                    <a:pt x="2299" y="670"/>
                  </a:cubicBezTo>
                  <a:cubicBezTo>
                    <a:pt x="2720" y="670"/>
                    <a:pt x="3214" y="727"/>
                    <a:pt x="3659" y="921"/>
                  </a:cubicBezTo>
                  <a:lnTo>
                    <a:pt x="3659" y="622"/>
                  </a:lnTo>
                  <a:cubicBezTo>
                    <a:pt x="3073" y="134"/>
                    <a:pt x="2398" y="0"/>
                    <a:pt x="18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85"/>
            <p:cNvSpPr/>
            <p:nvPr/>
          </p:nvSpPr>
          <p:spPr>
            <a:xfrm>
              <a:off x="991163" y="3506510"/>
              <a:ext cx="91174" cy="30140"/>
            </a:xfrm>
            <a:custGeom>
              <a:rect b="b" l="l" r="r" t="t"/>
              <a:pathLst>
                <a:path extrusionOk="0" h="1158" w="3503">
                  <a:moveTo>
                    <a:pt x="1385" y="1"/>
                  </a:moveTo>
                  <a:cubicBezTo>
                    <a:pt x="971" y="1"/>
                    <a:pt x="596" y="44"/>
                    <a:pt x="352" y="81"/>
                  </a:cubicBezTo>
                  <a:cubicBezTo>
                    <a:pt x="152" y="113"/>
                    <a:pt x="0" y="288"/>
                    <a:pt x="0" y="493"/>
                  </a:cubicBezTo>
                  <a:lnTo>
                    <a:pt x="0" y="957"/>
                  </a:lnTo>
                  <a:cubicBezTo>
                    <a:pt x="0" y="1091"/>
                    <a:pt x="102" y="1157"/>
                    <a:pt x="203" y="1157"/>
                  </a:cubicBezTo>
                  <a:cubicBezTo>
                    <a:pt x="304" y="1157"/>
                    <a:pt x="405" y="1091"/>
                    <a:pt x="405" y="957"/>
                  </a:cubicBezTo>
                  <a:lnTo>
                    <a:pt x="405" y="493"/>
                  </a:lnTo>
                  <a:cubicBezTo>
                    <a:pt x="402" y="485"/>
                    <a:pt x="409" y="482"/>
                    <a:pt x="416" y="478"/>
                  </a:cubicBezTo>
                  <a:cubicBezTo>
                    <a:pt x="735" y="431"/>
                    <a:pt x="1059" y="406"/>
                    <a:pt x="1384" y="406"/>
                  </a:cubicBezTo>
                  <a:cubicBezTo>
                    <a:pt x="1496" y="406"/>
                    <a:pt x="1609" y="409"/>
                    <a:pt x="1721" y="415"/>
                  </a:cubicBezTo>
                  <a:cubicBezTo>
                    <a:pt x="2351" y="461"/>
                    <a:pt x="2805" y="616"/>
                    <a:pt x="3072" y="883"/>
                  </a:cubicBezTo>
                  <a:cubicBezTo>
                    <a:pt x="3116" y="927"/>
                    <a:pt x="3166" y="946"/>
                    <a:pt x="3213" y="946"/>
                  </a:cubicBezTo>
                  <a:cubicBezTo>
                    <a:pt x="3369" y="946"/>
                    <a:pt x="3503" y="744"/>
                    <a:pt x="3357" y="598"/>
                  </a:cubicBezTo>
                  <a:cubicBezTo>
                    <a:pt x="2881" y="122"/>
                    <a:pt x="2078" y="1"/>
                    <a:pt x="1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85"/>
            <p:cNvSpPr/>
            <p:nvPr/>
          </p:nvSpPr>
          <p:spPr>
            <a:xfrm>
              <a:off x="935126" y="3458879"/>
              <a:ext cx="201036" cy="251478"/>
            </a:xfrm>
            <a:custGeom>
              <a:rect b="b" l="l" r="r" t="t"/>
              <a:pathLst>
                <a:path extrusionOk="0" h="9662" w="7724">
                  <a:moveTo>
                    <a:pt x="6031" y="405"/>
                  </a:moveTo>
                  <a:lnTo>
                    <a:pt x="6031" y="2358"/>
                  </a:lnTo>
                  <a:cubicBezTo>
                    <a:pt x="6031" y="2650"/>
                    <a:pt x="5964" y="2938"/>
                    <a:pt x="5834" y="3202"/>
                  </a:cubicBezTo>
                  <a:cubicBezTo>
                    <a:pt x="5820" y="3230"/>
                    <a:pt x="5813" y="3258"/>
                    <a:pt x="5813" y="3290"/>
                  </a:cubicBezTo>
                  <a:lnTo>
                    <a:pt x="5813" y="3864"/>
                  </a:lnTo>
                  <a:cubicBezTo>
                    <a:pt x="5813" y="4946"/>
                    <a:pt x="4932" y="5814"/>
                    <a:pt x="3863" y="5814"/>
                  </a:cubicBezTo>
                  <a:cubicBezTo>
                    <a:pt x="3820" y="5814"/>
                    <a:pt x="3777" y="5812"/>
                    <a:pt x="3733" y="5809"/>
                  </a:cubicBezTo>
                  <a:cubicBezTo>
                    <a:pt x="2709" y="5746"/>
                    <a:pt x="1911" y="4856"/>
                    <a:pt x="1911" y="3790"/>
                  </a:cubicBezTo>
                  <a:lnTo>
                    <a:pt x="1911" y="3290"/>
                  </a:lnTo>
                  <a:cubicBezTo>
                    <a:pt x="1911" y="3258"/>
                    <a:pt x="1904" y="3230"/>
                    <a:pt x="1890" y="3202"/>
                  </a:cubicBezTo>
                  <a:cubicBezTo>
                    <a:pt x="1759" y="2938"/>
                    <a:pt x="1693" y="2650"/>
                    <a:pt x="1693" y="2358"/>
                  </a:cubicBezTo>
                  <a:lnTo>
                    <a:pt x="1693" y="1925"/>
                  </a:lnTo>
                  <a:cubicBezTo>
                    <a:pt x="1696" y="1088"/>
                    <a:pt x="2375" y="405"/>
                    <a:pt x="3216" y="405"/>
                  </a:cubicBezTo>
                  <a:close/>
                  <a:moveTo>
                    <a:pt x="2769" y="5943"/>
                  </a:moveTo>
                  <a:cubicBezTo>
                    <a:pt x="3058" y="6101"/>
                    <a:pt x="3378" y="6193"/>
                    <a:pt x="3705" y="6214"/>
                  </a:cubicBezTo>
                  <a:cubicBezTo>
                    <a:pt x="3758" y="6217"/>
                    <a:pt x="3811" y="6217"/>
                    <a:pt x="3863" y="6217"/>
                  </a:cubicBezTo>
                  <a:cubicBezTo>
                    <a:pt x="4243" y="6217"/>
                    <a:pt x="4616" y="6126"/>
                    <a:pt x="4951" y="5950"/>
                  </a:cubicBezTo>
                  <a:lnTo>
                    <a:pt x="4951" y="6319"/>
                  </a:lnTo>
                  <a:lnTo>
                    <a:pt x="3860" y="7065"/>
                  </a:lnTo>
                  <a:lnTo>
                    <a:pt x="2769" y="6319"/>
                  </a:lnTo>
                  <a:lnTo>
                    <a:pt x="2769" y="5943"/>
                  </a:lnTo>
                  <a:close/>
                  <a:moveTo>
                    <a:pt x="2600" y="6685"/>
                  </a:moveTo>
                  <a:lnTo>
                    <a:pt x="3550" y="7336"/>
                  </a:lnTo>
                  <a:lnTo>
                    <a:pt x="3044" y="7839"/>
                  </a:lnTo>
                  <a:cubicBezTo>
                    <a:pt x="3044" y="7843"/>
                    <a:pt x="3037" y="7843"/>
                    <a:pt x="3033" y="7843"/>
                  </a:cubicBezTo>
                  <a:cubicBezTo>
                    <a:pt x="3030" y="7843"/>
                    <a:pt x="3026" y="7843"/>
                    <a:pt x="3023" y="7836"/>
                  </a:cubicBezTo>
                  <a:lnTo>
                    <a:pt x="2396" y="6900"/>
                  </a:lnTo>
                  <a:lnTo>
                    <a:pt x="2600" y="6685"/>
                  </a:lnTo>
                  <a:close/>
                  <a:moveTo>
                    <a:pt x="5127" y="6689"/>
                  </a:moveTo>
                  <a:lnTo>
                    <a:pt x="5331" y="6900"/>
                  </a:lnTo>
                  <a:lnTo>
                    <a:pt x="4701" y="7839"/>
                  </a:lnTo>
                  <a:cubicBezTo>
                    <a:pt x="4701" y="7843"/>
                    <a:pt x="4697" y="7846"/>
                    <a:pt x="4694" y="7846"/>
                  </a:cubicBezTo>
                  <a:cubicBezTo>
                    <a:pt x="4687" y="7846"/>
                    <a:pt x="4683" y="7846"/>
                    <a:pt x="4680" y="7843"/>
                  </a:cubicBezTo>
                  <a:lnTo>
                    <a:pt x="4177" y="7340"/>
                  </a:lnTo>
                  <a:lnTo>
                    <a:pt x="5127" y="6689"/>
                  </a:lnTo>
                  <a:close/>
                  <a:moveTo>
                    <a:pt x="3216" y="0"/>
                  </a:moveTo>
                  <a:cubicBezTo>
                    <a:pt x="2153" y="4"/>
                    <a:pt x="1295" y="862"/>
                    <a:pt x="1291" y="1925"/>
                  </a:cubicBezTo>
                  <a:lnTo>
                    <a:pt x="1291" y="2354"/>
                  </a:lnTo>
                  <a:cubicBezTo>
                    <a:pt x="1291" y="2692"/>
                    <a:pt x="1365" y="3026"/>
                    <a:pt x="1510" y="3336"/>
                  </a:cubicBezTo>
                  <a:lnTo>
                    <a:pt x="1510" y="3790"/>
                  </a:lnTo>
                  <a:cubicBezTo>
                    <a:pt x="1506" y="4511"/>
                    <a:pt x="1819" y="5197"/>
                    <a:pt x="2368" y="5665"/>
                  </a:cubicBezTo>
                  <a:lnTo>
                    <a:pt x="2368" y="6344"/>
                  </a:lnTo>
                  <a:lnTo>
                    <a:pt x="1995" y="6738"/>
                  </a:lnTo>
                  <a:cubicBezTo>
                    <a:pt x="1956" y="6780"/>
                    <a:pt x="1935" y="6837"/>
                    <a:pt x="1939" y="6893"/>
                  </a:cubicBezTo>
                  <a:lnTo>
                    <a:pt x="700" y="7343"/>
                  </a:lnTo>
                  <a:cubicBezTo>
                    <a:pt x="282" y="7498"/>
                    <a:pt x="0" y="7896"/>
                    <a:pt x="0" y="8343"/>
                  </a:cubicBezTo>
                  <a:lnTo>
                    <a:pt x="0" y="9461"/>
                  </a:lnTo>
                  <a:cubicBezTo>
                    <a:pt x="0" y="9595"/>
                    <a:pt x="101" y="9662"/>
                    <a:pt x="202" y="9662"/>
                  </a:cubicBezTo>
                  <a:cubicBezTo>
                    <a:pt x="304" y="9662"/>
                    <a:pt x="405" y="9595"/>
                    <a:pt x="405" y="9461"/>
                  </a:cubicBezTo>
                  <a:lnTo>
                    <a:pt x="405" y="8343"/>
                  </a:lnTo>
                  <a:cubicBezTo>
                    <a:pt x="405" y="8065"/>
                    <a:pt x="577" y="7818"/>
                    <a:pt x="838" y="7723"/>
                  </a:cubicBezTo>
                  <a:lnTo>
                    <a:pt x="2143" y="7248"/>
                  </a:lnTo>
                  <a:lnTo>
                    <a:pt x="2688" y="8061"/>
                  </a:lnTo>
                  <a:cubicBezTo>
                    <a:pt x="2759" y="8167"/>
                    <a:pt x="2871" y="8234"/>
                    <a:pt x="2994" y="8248"/>
                  </a:cubicBezTo>
                  <a:lnTo>
                    <a:pt x="3037" y="8248"/>
                  </a:lnTo>
                  <a:cubicBezTo>
                    <a:pt x="3146" y="8244"/>
                    <a:pt x="3251" y="8202"/>
                    <a:pt x="3329" y="8124"/>
                  </a:cubicBezTo>
                  <a:lnTo>
                    <a:pt x="3659" y="7794"/>
                  </a:lnTo>
                  <a:lnTo>
                    <a:pt x="3659" y="9458"/>
                  </a:lnTo>
                  <a:cubicBezTo>
                    <a:pt x="3659" y="9593"/>
                    <a:pt x="3761" y="9661"/>
                    <a:pt x="3862" y="9661"/>
                  </a:cubicBezTo>
                  <a:cubicBezTo>
                    <a:pt x="3963" y="9661"/>
                    <a:pt x="4064" y="9593"/>
                    <a:pt x="4064" y="9458"/>
                  </a:cubicBezTo>
                  <a:lnTo>
                    <a:pt x="4064" y="7794"/>
                  </a:lnTo>
                  <a:lnTo>
                    <a:pt x="4395" y="8128"/>
                  </a:lnTo>
                  <a:cubicBezTo>
                    <a:pt x="4477" y="8209"/>
                    <a:pt x="4584" y="8249"/>
                    <a:pt x="4690" y="8249"/>
                  </a:cubicBezTo>
                  <a:cubicBezTo>
                    <a:pt x="4823" y="8249"/>
                    <a:pt x="4955" y="8186"/>
                    <a:pt x="5035" y="8065"/>
                  </a:cubicBezTo>
                  <a:lnTo>
                    <a:pt x="5580" y="7248"/>
                  </a:lnTo>
                  <a:lnTo>
                    <a:pt x="6886" y="7723"/>
                  </a:lnTo>
                  <a:cubicBezTo>
                    <a:pt x="7146" y="7818"/>
                    <a:pt x="7319" y="8065"/>
                    <a:pt x="7319" y="8343"/>
                  </a:cubicBezTo>
                  <a:lnTo>
                    <a:pt x="7319" y="9461"/>
                  </a:lnTo>
                  <a:cubicBezTo>
                    <a:pt x="7319" y="9595"/>
                    <a:pt x="7420" y="9662"/>
                    <a:pt x="7521" y="9662"/>
                  </a:cubicBezTo>
                  <a:cubicBezTo>
                    <a:pt x="7622" y="9662"/>
                    <a:pt x="7723" y="9595"/>
                    <a:pt x="7723" y="9461"/>
                  </a:cubicBezTo>
                  <a:lnTo>
                    <a:pt x="7723" y="8343"/>
                  </a:lnTo>
                  <a:cubicBezTo>
                    <a:pt x="7723" y="7896"/>
                    <a:pt x="7442" y="7498"/>
                    <a:pt x="7023" y="7343"/>
                  </a:cubicBezTo>
                  <a:lnTo>
                    <a:pt x="5785" y="6893"/>
                  </a:lnTo>
                  <a:cubicBezTo>
                    <a:pt x="5788" y="6837"/>
                    <a:pt x="5770" y="6780"/>
                    <a:pt x="5732" y="6738"/>
                  </a:cubicBezTo>
                  <a:lnTo>
                    <a:pt x="5355" y="6344"/>
                  </a:lnTo>
                  <a:lnTo>
                    <a:pt x="5355" y="5683"/>
                  </a:lnTo>
                  <a:cubicBezTo>
                    <a:pt x="5394" y="5651"/>
                    <a:pt x="5433" y="5616"/>
                    <a:pt x="5471" y="5581"/>
                  </a:cubicBezTo>
                  <a:cubicBezTo>
                    <a:pt x="5946" y="5137"/>
                    <a:pt x="6214" y="4515"/>
                    <a:pt x="6217" y="3864"/>
                  </a:cubicBezTo>
                  <a:lnTo>
                    <a:pt x="6217" y="3336"/>
                  </a:lnTo>
                  <a:cubicBezTo>
                    <a:pt x="6358" y="3030"/>
                    <a:pt x="6432" y="2695"/>
                    <a:pt x="6432" y="2358"/>
                  </a:cubicBezTo>
                  <a:lnTo>
                    <a:pt x="6432" y="204"/>
                  </a:lnTo>
                  <a:cubicBezTo>
                    <a:pt x="6432" y="92"/>
                    <a:pt x="6340" y="0"/>
                    <a:pt x="62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85"/>
            <p:cNvSpPr/>
            <p:nvPr/>
          </p:nvSpPr>
          <p:spPr>
            <a:xfrm>
              <a:off x="968727" y="3688650"/>
              <a:ext cx="10567" cy="21707"/>
            </a:xfrm>
            <a:custGeom>
              <a:rect b="b" l="l" r="r" t="t"/>
              <a:pathLst>
                <a:path extrusionOk="0" h="834" w="406">
                  <a:moveTo>
                    <a:pt x="205" y="0"/>
                  </a:moveTo>
                  <a:cubicBezTo>
                    <a:pt x="92" y="0"/>
                    <a:pt x="0" y="92"/>
                    <a:pt x="0" y="201"/>
                  </a:cubicBezTo>
                  <a:lnTo>
                    <a:pt x="0" y="633"/>
                  </a:lnTo>
                  <a:cubicBezTo>
                    <a:pt x="0" y="767"/>
                    <a:pt x="102" y="834"/>
                    <a:pt x="203" y="834"/>
                  </a:cubicBezTo>
                  <a:cubicBezTo>
                    <a:pt x="304" y="834"/>
                    <a:pt x="405" y="767"/>
                    <a:pt x="405" y="633"/>
                  </a:cubicBezTo>
                  <a:lnTo>
                    <a:pt x="405" y="201"/>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85"/>
            <p:cNvSpPr/>
            <p:nvPr/>
          </p:nvSpPr>
          <p:spPr>
            <a:xfrm>
              <a:off x="1092071" y="3688650"/>
              <a:ext cx="10463" cy="21707"/>
            </a:xfrm>
            <a:custGeom>
              <a:rect b="b" l="l" r="r" t="t"/>
              <a:pathLst>
                <a:path extrusionOk="0" h="834" w="402">
                  <a:moveTo>
                    <a:pt x="201" y="0"/>
                  </a:moveTo>
                  <a:cubicBezTo>
                    <a:pt x="89" y="0"/>
                    <a:pt x="1" y="92"/>
                    <a:pt x="1" y="201"/>
                  </a:cubicBezTo>
                  <a:lnTo>
                    <a:pt x="1" y="633"/>
                  </a:lnTo>
                  <a:cubicBezTo>
                    <a:pt x="1" y="767"/>
                    <a:pt x="101" y="834"/>
                    <a:pt x="201" y="834"/>
                  </a:cubicBezTo>
                  <a:cubicBezTo>
                    <a:pt x="302" y="834"/>
                    <a:pt x="402" y="767"/>
                    <a:pt x="402" y="633"/>
                  </a:cubicBezTo>
                  <a:lnTo>
                    <a:pt x="402" y="201"/>
                  </a:lnTo>
                  <a:cubicBezTo>
                    <a:pt x="402" y="92"/>
                    <a:pt x="314"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85"/>
            <p:cNvSpPr/>
            <p:nvPr/>
          </p:nvSpPr>
          <p:spPr>
            <a:xfrm>
              <a:off x="859281" y="3352531"/>
              <a:ext cx="327426" cy="285444"/>
            </a:xfrm>
            <a:custGeom>
              <a:rect b="b" l="l" r="r" t="t"/>
              <a:pathLst>
                <a:path extrusionOk="0" h="10967" w="12580">
                  <a:moveTo>
                    <a:pt x="4863" y="751"/>
                  </a:moveTo>
                  <a:lnTo>
                    <a:pt x="4863" y="751"/>
                  </a:lnTo>
                  <a:cubicBezTo>
                    <a:pt x="4536" y="1036"/>
                    <a:pt x="4251" y="1363"/>
                    <a:pt x="4019" y="1729"/>
                  </a:cubicBezTo>
                  <a:cubicBezTo>
                    <a:pt x="3843" y="2000"/>
                    <a:pt x="3688" y="2285"/>
                    <a:pt x="3562" y="2580"/>
                  </a:cubicBezTo>
                  <a:lnTo>
                    <a:pt x="2446" y="2580"/>
                  </a:lnTo>
                  <a:cubicBezTo>
                    <a:pt x="3062" y="1754"/>
                    <a:pt x="3899" y="1120"/>
                    <a:pt x="4863" y="751"/>
                  </a:cubicBezTo>
                  <a:close/>
                  <a:moveTo>
                    <a:pt x="6573" y="410"/>
                  </a:moveTo>
                  <a:lnTo>
                    <a:pt x="6573" y="2580"/>
                  </a:lnTo>
                  <a:lnTo>
                    <a:pt x="4001" y="2580"/>
                  </a:lnTo>
                  <a:cubicBezTo>
                    <a:pt x="4592" y="1338"/>
                    <a:pt x="5521" y="505"/>
                    <a:pt x="6573" y="410"/>
                  </a:cubicBezTo>
                  <a:close/>
                  <a:moveTo>
                    <a:pt x="6978" y="410"/>
                  </a:moveTo>
                  <a:cubicBezTo>
                    <a:pt x="8030" y="505"/>
                    <a:pt x="8955" y="1338"/>
                    <a:pt x="9550" y="2580"/>
                  </a:cubicBezTo>
                  <a:lnTo>
                    <a:pt x="6978" y="2580"/>
                  </a:lnTo>
                  <a:lnTo>
                    <a:pt x="6978" y="410"/>
                  </a:lnTo>
                  <a:close/>
                  <a:moveTo>
                    <a:pt x="8688" y="751"/>
                  </a:moveTo>
                  <a:cubicBezTo>
                    <a:pt x="9652" y="1117"/>
                    <a:pt x="10493" y="1754"/>
                    <a:pt x="11109" y="2580"/>
                  </a:cubicBezTo>
                  <a:lnTo>
                    <a:pt x="9993" y="2580"/>
                  </a:lnTo>
                  <a:cubicBezTo>
                    <a:pt x="9863" y="2285"/>
                    <a:pt x="9708" y="2000"/>
                    <a:pt x="9532" y="1729"/>
                  </a:cubicBezTo>
                  <a:cubicBezTo>
                    <a:pt x="9300" y="1363"/>
                    <a:pt x="9015" y="1036"/>
                    <a:pt x="8688" y="751"/>
                  </a:cubicBezTo>
                  <a:close/>
                  <a:moveTo>
                    <a:pt x="3396" y="2985"/>
                  </a:moveTo>
                  <a:cubicBezTo>
                    <a:pt x="3094" y="3822"/>
                    <a:pt x="2932" y="4706"/>
                    <a:pt x="2918" y="5596"/>
                  </a:cubicBezTo>
                  <a:lnTo>
                    <a:pt x="1384" y="5596"/>
                  </a:lnTo>
                  <a:cubicBezTo>
                    <a:pt x="1419" y="4670"/>
                    <a:pt x="1690" y="3773"/>
                    <a:pt x="2172" y="2985"/>
                  </a:cubicBezTo>
                  <a:close/>
                  <a:moveTo>
                    <a:pt x="11380" y="2985"/>
                  </a:moveTo>
                  <a:cubicBezTo>
                    <a:pt x="11862" y="3773"/>
                    <a:pt x="12136" y="4670"/>
                    <a:pt x="12168" y="5596"/>
                  </a:cubicBezTo>
                  <a:lnTo>
                    <a:pt x="10634" y="5596"/>
                  </a:lnTo>
                  <a:cubicBezTo>
                    <a:pt x="10620" y="4706"/>
                    <a:pt x="10458" y="3822"/>
                    <a:pt x="10159" y="2985"/>
                  </a:cubicBezTo>
                  <a:close/>
                  <a:moveTo>
                    <a:pt x="12171" y="5997"/>
                  </a:moveTo>
                  <a:cubicBezTo>
                    <a:pt x="12136" y="6891"/>
                    <a:pt x="11883" y="7763"/>
                    <a:pt x="11429" y="8534"/>
                  </a:cubicBezTo>
                  <a:cubicBezTo>
                    <a:pt x="11411" y="8558"/>
                    <a:pt x="11397" y="8583"/>
                    <a:pt x="11380" y="8608"/>
                  </a:cubicBezTo>
                  <a:lnTo>
                    <a:pt x="10159" y="8608"/>
                  </a:lnTo>
                  <a:cubicBezTo>
                    <a:pt x="10180" y="8551"/>
                    <a:pt x="10197" y="8495"/>
                    <a:pt x="10219" y="8435"/>
                  </a:cubicBezTo>
                  <a:cubicBezTo>
                    <a:pt x="10482" y="7651"/>
                    <a:pt x="10623" y="6827"/>
                    <a:pt x="10637" y="5997"/>
                  </a:cubicBezTo>
                  <a:close/>
                  <a:moveTo>
                    <a:pt x="2918" y="5997"/>
                  </a:moveTo>
                  <a:cubicBezTo>
                    <a:pt x="2932" y="6827"/>
                    <a:pt x="3072" y="7651"/>
                    <a:pt x="3336" y="8435"/>
                  </a:cubicBezTo>
                  <a:cubicBezTo>
                    <a:pt x="3354" y="8495"/>
                    <a:pt x="3375" y="8551"/>
                    <a:pt x="3396" y="8611"/>
                  </a:cubicBezTo>
                  <a:lnTo>
                    <a:pt x="2168" y="8611"/>
                  </a:lnTo>
                  <a:cubicBezTo>
                    <a:pt x="1686" y="7819"/>
                    <a:pt x="1415" y="6922"/>
                    <a:pt x="1384" y="5997"/>
                  </a:cubicBezTo>
                  <a:close/>
                  <a:moveTo>
                    <a:pt x="6782" y="0"/>
                  </a:moveTo>
                  <a:cubicBezTo>
                    <a:pt x="5010" y="0"/>
                    <a:pt x="3248" y="805"/>
                    <a:pt x="2101" y="2369"/>
                  </a:cubicBezTo>
                  <a:cubicBezTo>
                    <a:pt x="1" y="5237"/>
                    <a:pt x="947" y="9301"/>
                    <a:pt x="4100" y="10944"/>
                  </a:cubicBezTo>
                  <a:cubicBezTo>
                    <a:pt x="4132" y="10959"/>
                    <a:pt x="4163" y="10966"/>
                    <a:pt x="4192" y="10966"/>
                  </a:cubicBezTo>
                  <a:cubicBezTo>
                    <a:pt x="4376" y="10966"/>
                    <a:pt x="4481" y="10694"/>
                    <a:pt x="4286" y="10585"/>
                  </a:cubicBezTo>
                  <a:cubicBezTo>
                    <a:pt x="3558" y="10208"/>
                    <a:pt x="2928" y="9670"/>
                    <a:pt x="2439" y="9012"/>
                  </a:cubicBezTo>
                  <a:lnTo>
                    <a:pt x="3562" y="9012"/>
                  </a:lnTo>
                  <a:cubicBezTo>
                    <a:pt x="3787" y="9536"/>
                    <a:pt x="4093" y="10022"/>
                    <a:pt x="4469" y="10451"/>
                  </a:cubicBezTo>
                  <a:cubicBezTo>
                    <a:pt x="4513" y="10498"/>
                    <a:pt x="4563" y="10518"/>
                    <a:pt x="4612" y="10518"/>
                  </a:cubicBezTo>
                  <a:cubicBezTo>
                    <a:pt x="4761" y="10518"/>
                    <a:pt x="4896" y="10335"/>
                    <a:pt x="4768" y="10184"/>
                  </a:cubicBezTo>
                  <a:cubicBezTo>
                    <a:pt x="4459" y="9828"/>
                    <a:pt x="4202" y="9434"/>
                    <a:pt x="4005" y="9009"/>
                  </a:cubicBezTo>
                  <a:cubicBezTo>
                    <a:pt x="4251" y="8977"/>
                    <a:pt x="4227" y="8608"/>
                    <a:pt x="3977" y="8608"/>
                  </a:cubicBezTo>
                  <a:lnTo>
                    <a:pt x="3829" y="8608"/>
                  </a:lnTo>
                  <a:cubicBezTo>
                    <a:pt x="3509" y="7774"/>
                    <a:pt x="3336" y="6891"/>
                    <a:pt x="3319" y="5997"/>
                  </a:cubicBezTo>
                  <a:lnTo>
                    <a:pt x="3547" y="5997"/>
                  </a:lnTo>
                  <a:cubicBezTo>
                    <a:pt x="3815" y="5997"/>
                    <a:pt x="3815" y="5596"/>
                    <a:pt x="3547" y="5596"/>
                  </a:cubicBezTo>
                  <a:lnTo>
                    <a:pt x="3319" y="5596"/>
                  </a:lnTo>
                  <a:cubicBezTo>
                    <a:pt x="3336" y="4702"/>
                    <a:pt x="3505" y="3819"/>
                    <a:pt x="3825" y="2985"/>
                  </a:cubicBezTo>
                  <a:lnTo>
                    <a:pt x="6573" y="2985"/>
                  </a:lnTo>
                  <a:lnTo>
                    <a:pt x="6573" y="3428"/>
                  </a:lnTo>
                  <a:cubicBezTo>
                    <a:pt x="6573" y="3562"/>
                    <a:pt x="6674" y="3629"/>
                    <a:pt x="6774" y="3629"/>
                  </a:cubicBezTo>
                  <a:cubicBezTo>
                    <a:pt x="6874" y="3629"/>
                    <a:pt x="6974" y="3562"/>
                    <a:pt x="6974" y="3428"/>
                  </a:cubicBezTo>
                  <a:lnTo>
                    <a:pt x="6974" y="2985"/>
                  </a:lnTo>
                  <a:lnTo>
                    <a:pt x="9726" y="2985"/>
                  </a:lnTo>
                  <a:cubicBezTo>
                    <a:pt x="10043" y="3819"/>
                    <a:pt x="10215" y="4702"/>
                    <a:pt x="10229" y="5596"/>
                  </a:cubicBezTo>
                  <a:lnTo>
                    <a:pt x="10004" y="5596"/>
                  </a:lnTo>
                  <a:cubicBezTo>
                    <a:pt x="9737" y="5596"/>
                    <a:pt x="9737" y="5997"/>
                    <a:pt x="10004" y="5997"/>
                  </a:cubicBezTo>
                  <a:lnTo>
                    <a:pt x="10229" y="5997"/>
                  </a:lnTo>
                  <a:cubicBezTo>
                    <a:pt x="10215" y="6891"/>
                    <a:pt x="10043" y="7774"/>
                    <a:pt x="9722" y="8608"/>
                  </a:cubicBezTo>
                  <a:lnTo>
                    <a:pt x="9575" y="8608"/>
                  </a:lnTo>
                  <a:cubicBezTo>
                    <a:pt x="9321" y="8611"/>
                    <a:pt x="9300" y="8977"/>
                    <a:pt x="9547" y="9009"/>
                  </a:cubicBezTo>
                  <a:cubicBezTo>
                    <a:pt x="9349" y="9434"/>
                    <a:pt x="9093" y="9832"/>
                    <a:pt x="8783" y="10184"/>
                  </a:cubicBezTo>
                  <a:cubicBezTo>
                    <a:pt x="8648" y="10334"/>
                    <a:pt x="8783" y="10522"/>
                    <a:pt x="8934" y="10522"/>
                  </a:cubicBezTo>
                  <a:cubicBezTo>
                    <a:pt x="8985" y="10522"/>
                    <a:pt x="9037" y="10501"/>
                    <a:pt x="9082" y="10451"/>
                  </a:cubicBezTo>
                  <a:cubicBezTo>
                    <a:pt x="9459" y="10022"/>
                    <a:pt x="9765" y="9536"/>
                    <a:pt x="9990" y="9012"/>
                  </a:cubicBezTo>
                  <a:lnTo>
                    <a:pt x="11109" y="9012"/>
                  </a:lnTo>
                  <a:cubicBezTo>
                    <a:pt x="10669" y="9603"/>
                    <a:pt x="10109" y="10099"/>
                    <a:pt x="9473" y="10472"/>
                  </a:cubicBezTo>
                  <a:cubicBezTo>
                    <a:pt x="9277" y="10585"/>
                    <a:pt x="9389" y="10851"/>
                    <a:pt x="9568" y="10851"/>
                  </a:cubicBezTo>
                  <a:cubicBezTo>
                    <a:pt x="9601" y="10851"/>
                    <a:pt x="9637" y="10842"/>
                    <a:pt x="9673" y="10821"/>
                  </a:cubicBezTo>
                  <a:cubicBezTo>
                    <a:pt x="11471" y="9786"/>
                    <a:pt x="12576" y="7869"/>
                    <a:pt x="12576" y="5796"/>
                  </a:cubicBezTo>
                  <a:cubicBezTo>
                    <a:pt x="12579" y="4259"/>
                    <a:pt x="11967" y="2781"/>
                    <a:pt x="10876" y="1697"/>
                  </a:cubicBezTo>
                  <a:cubicBezTo>
                    <a:pt x="9736" y="557"/>
                    <a:pt x="8255" y="0"/>
                    <a:pt x="6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1" name="Google Shape;18511;p85"/>
          <p:cNvGrpSpPr/>
          <p:nvPr/>
        </p:nvGrpSpPr>
        <p:grpSpPr>
          <a:xfrm>
            <a:off x="1317912" y="3388371"/>
            <a:ext cx="372115" cy="273185"/>
            <a:chOff x="1317912" y="3388371"/>
            <a:chExt cx="372115" cy="273185"/>
          </a:xfrm>
        </p:grpSpPr>
        <p:sp>
          <p:nvSpPr>
            <p:cNvPr id="18512" name="Google Shape;18512;p85"/>
            <p:cNvSpPr/>
            <p:nvPr/>
          </p:nvSpPr>
          <p:spPr>
            <a:xfrm>
              <a:off x="1333841" y="3505677"/>
              <a:ext cx="10932" cy="38677"/>
            </a:xfrm>
            <a:custGeom>
              <a:rect b="b" l="l" r="r" t="t"/>
              <a:pathLst>
                <a:path extrusionOk="0" h="1486" w="420">
                  <a:moveTo>
                    <a:pt x="212" y="0"/>
                  </a:moveTo>
                  <a:cubicBezTo>
                    <a:pt x="96" y="0"/>
                    <a:pt x="1" y="92"/>
                    <a:pt x="1" y="208"/>
                  </a:cubicBezTo>
                  <a:lnTo>
                    <a:pt x="1" y="1274"/>
                  </a:lnTo>
                  <a:cubicBezTo>
                    <a:pt x="1" y="1390"/>
                    <a:pt x="96" y="1485"/>
                    <a:pt x="212" y="1485"/>
                  </a:cubicBezTo>
                  <a:cubicBezTo>
                    <a:pt x="324" y="1485"/>
                    <a:pt x="419" y="1390"/>
                    <a:pt x="419" y="1274"/>
                  </a:cubicBezTo>
                  <a:lnTo>
                    <a:pt x="419" y="208"/>
                  </a:lnTo>
                  <a:cubicBezTo>
                    <a:pt x="419" y="92"/>
                    <a:pt x="324"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85"/>
            <p:cNvSpPr/>
            <p:nvPr/>
          </p:nvSpPr>
          <p:spPr>
            <a:xfrm>
              <a:off x="1329260" y="3481315"/>
              <a:ext cx="93178" cy="104865"/>
            </a:xfrm>
            <a:custGeom>
              <a:rect b="b" l="l" r="r" t="t"/>
              <a:pathLst>
                <a:path extrusionOk="0" h="4029" w="3580">
                  <a:moveTo>
                    <a:pt x="1792" y="0"/>
                  </a:moveTo>
                  <a:cubicBezTo>
                    <a:pt x="926" y="0"/>
                    <a:pt x="286" y="704"/>
                    <a:pt x="222" y="1566"/>
                  </a:cubicBezTo>
                  <a:cubicBezTo>
                    <a:pt x="187" y="2080"/>
                    <a:pt x="222" y="2907"/>
                    <a:pt x="1" y="3357"/>
                  </a:cubicBezTo>
                  <a:cubicBezTo>
                    <a:pt x="1" y="3357"/>
                    <a:pt x="222" y="3804"/>
                    <a:pt x="1049" y="4029"/>
                  </a:cubicBezTo>
                  <a:lnTo>
                    <a:pt x="2534" y="4029"/>
                  </a:lnTo>
                  <a:cubicBezTo>
                    <a:pt x="3357" y="3804"/>
                    <a:pt x="3579" y="3357"/>
                    <a:pt x="3579" y="3357"/>
                  </a:cubicBezTo>
                  <a:cubicBezTo>
                    <a:pt x="3357" y="2910"/>
                    <a:pt x="3393" y="2080"/>
                    <a:pt x="3357" y="1566"/>
                  </a:cubicBezTo>
                  <a:cubicBezTo>
                    <a:pt x="3294" y="704"/>
                    <a:pt x="2654" y="0"/>
                    <a:pt x="17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85"/>
            <p:cNvSpPr/>
            <p:nvPr/>
          </p:nvSpPr>
          <p:spPr>
            <a:xfrm>
              <a:off x="1329260" y="3481940"/>
              <a:ext cx="45730" cy="104240"/>
            </a:xfrm>
            <a:custGeom>
              <a:rect b="b" l="l" r="r" t="t"/>
              <a:pathLst>
                <a:path extrusionOk="0" h="4005" w="1757">
                  <a:moveTo>
                    <a:pt x="1496" y="1"/>
                  </a:moveTo>
                  <a:cubicBezTo>
                    <a:pt x="782" y="142"/>
                    <a:pt x="279" y="779"/>
                    <a:pt x="222" y="1542"/>
                  </a:cubicBezTo>
                  <a:cubicBezTo>
                    <a:pt x="187" y="2056"/>
                    <a:pt x="222" y="2883"/>
                    <a:pt x="1" y="3333"/>
                  </a:cubicBezTo>
                  <a:cubicBezTo>
                    <a:pt x="1" y="3333"/>
                    <a:pt x="222" y="3780"/>
                    <a:pt x="1049" y="4005"/>
                  </a:cubicBezTo>
                  <a:lnTo>
                    <a:pt x="1756" y="4005"/>
                  </a:lnTo>
                  <a:lnTo>
                    <a:pt x="1566" y="1542"/>
                  </a:lnTo>
                  <a:cubicBezTo>
                    <a:pt x="704" y="1109"/>
                    <a:pt x="880" y="265"/>
                    <a:pt x="149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85"/>
            <p:cNvSpPr/>
            <p:nvPr/>
          </p:nvSpPr>
          <p:spPr>
            <a:xfrm>
              <a:off x="1323508" y="3562807"/>
              <a:ext cx="104787" cy="93257"/>
            </a:xfrm>
            <a:custGeom>
              <a:rect b="b" l="l" r="r" t="t"/>
              <a:pathLst>
                <a:path extrusionOk="0" h="3583" w="4026">
                  <a:moveTo>
                    <a:pt x="1341" y="1"/>
                  </a:moveTo>
                  <a:lnTo>
                    <a:pt x="1341" y="673"/>
                  </a:lnTo>
                  <a:cubicBezTo>
                    <a:pt x="1341" y="842"/>
                    <a:pt x="1246" y="996"/>
                    <a:pt x="1094" y="1074"/>
                  </a:cubicBezTo>
                  <a:lnTo>
                    <a:pt x="369" y="1436"/>
                  </a:lnTo>
                  <a:cubicBezTo>
                    <a:pt x="141" y="1549"/>
                    <a:pt x="0" y="1781"/>
                    <a:pt x="0" y="2034"/>
                  </a:cubicBezTo>
                  <a:lnTo>
                    <a:pt x="0" y="3583"/>
                  </a:lnTo>
                  <a:lnTo>
                    <a:pt x="4025" y="3583"/>
                  </a:lnTo>
                  <a:lnTo>
                    <a:pt x="4025" y="2034"/>
                  </a:lnTo>
                  <a:cubicBezTo>
                    <a:pt x="4025" y="1781"/>
                    <a:pt x="3881" y="1549"/>
                    <a:pt x="3656" y="1436"/>
                  </a:cubicBezTo>
                  <a:lnTo>
                    <a:pt x="2931" y="1074"/>
                  </a:lnTo>
                  <a:cubicBezTo>
                    <a:pt x="2780" y="996"/>
                    <a:pt x="2681" y="842"/>
                    <a:pt x="2681" y="673"/>
                  </a:cubicBezTo>
                  <a:lnTo>
                    <a:pt x="268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85"/>
            <p:cNvSpPr/>
            <p:nvPr/>
          </p:nvSpPr>
          <p:spPr>
            <a:xfrm>
              <a:off x="1323508" y="3588626"/>
              <a:ext cx="104787" cy="67437"/>
            </a:xfrm>
            <a:custGeom>
              <a:rect b="b" l="l" r="r" t="t"/>
              <a:pathLst>
                <a:path extrusionOk="0" h="2591" w="4026">
                  <a:moveTo>
                    <a:pt x="1203" y="1"/>
                  </a:moveTo>
                  <a:cubicBezTo>
                    <a:pt x="1172" y="33"/>
                    <a:pt x="1133" y="61"/>
                    <a:pt x="1091" y="82"/>
                  </a:cubicBezTo>
                  <a:lnTo>
                    <a:pt x="369" y="444"/>
                  </a:lnTo>
                  <a:cubicBezTo>
                    <a:pt x="141" y="557"/>
                    <a:pt x="0" y="789"/>
                    <a:pt x="0" y="1042"/>
                  </a:cubicBezTo>
                  <a:lnTo>
                    <a:pt x="0" y="2591"/>
                  </a:lnTo>
                  <a:lnTo>
                    <a:pt x="4025" y="2591"/>
                  </a:lnTo>
                  <a:lnTo>
                    <a:pt x="4025" y="1042"/>
                  </a:lnTo>
                  <a:cubicBezTo>
                    <a:pt x="4025" y="789"/>
                    <a:pt x="3881" y="557"/>
                    <a:pt x="3656" y="441"/>
                  </a:cubicBezTo>
                  <a:lnTo>
                    <a:pt x="2931" y="82"/>
                  </a:lnTo>
                  <a:cubicBezTo>
                    <a:pt x="2889" y="61"/>
                    <a:pt x="2850" y="33"/>
                    <a:pt x="2818" y="1"/>
                  </a:cubicBezTo>
                  <a:lnTo>
                    <a:pt x="2562" y="286"/>
                  </a:lnTo>
                  <a:cubicBezTo>
                    <a:pt x="2417" y="455"/>
                    <a:pt x="2214" y="539"/>
                    <a:pt x="2011" y="539"/>
                  </a:cubicBezTo>
                  <a:cubicBezTo>
                    <a:pt x="1808" y="539"/>
                    <a:pt x="1604" y="455"/>
                    <a:pt x="1460" y="286"/>
                  </a:cubicBezTo>
                  <a:lnTo>
                    <a:pt x="1203"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85"/>
            <p:cNvSpPr/>
            <p:nvPr/>
          </p:nvSpPr>
          <p:spPr>
            <a:xfrm>
              <a:off x="1340998" y="3517155"/>
              <a:ext cx="69806" cy="57313"/>
            </a:xfrm>
            <a:custGeom>
              <a:rect b="b" l="l" r="r" t="t"/>
              <a:pathLst>
                <a:path extrusionOk="0" h="2202" w="2682">
                  <a:moveTo>
                    <a:pt x="1030" y="0"/>
                  </a:moveTo>
                  <a:cubicBezTo>
                    <a:pt x="946" y="0"/>
                    <a:pt x="869" y="50"/>
                    <a:pt x="830" y="129"/>
                  </a:cubicBezTo>
                  <a:cubicBezTo>
                    <a:pt x="757" y="284"/>
                    <a:pt x="651" y="421"/>
                    <a:pt x="524" y="534"/>
                  </a:cubicBezTo>
                  <a:cubicBezTo>
                    <a:pt x="475" y="576"/>
                    <a:pt x="422" y="618"/>
                    <a:pt x="366" y="657"/>
                  </a:cubicBezTo>
                  <a:cubicBezTo>
                    <a:pt x="102" y="843"/>
                    <a:pt x="0" y="1206"/>
                    <a:pt x="155" y="1491"/>
                  </a:cubicBezTo>
                  <a:cubicBezTo>
                    <a:pt x="387" y="1931"/>
                    <a:pt x="845" y="2202"/>
                    <a:pt x="1341" y="2202"/>
                  </a:cubicBezTo>
                  <a:cubicBezTo>
                    <a:pt x="2041" y="2202"/>
                    <a:pt x="2621" y="1663"/>
                    <a:pt x="2678" y="963"/>
                  </a:cubicBezTo>
                  <a:cubicBezTo>
                    <a:pt x="2681" y="896"/>
                    <a:pt x="2653" y="829"/>
                    <a:pt x="2600" y="787"/>
                  </a:cubicBezTo>
                  <a:cubicBezTo>
                    <a:pt x="2160" y="418"/>
                    <a:pt x="1640" y="150"/>
                    <a:pt x="1080" y="6"/>
                  </a:cubicBezTo>
                  <a:cubicBezTo>
                    <a:pt x="1063" y="2"/>
                    <a:pt x="1047" y="0"/>
                    <a:pt x="1030"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85"/>
            <p:cNvSpPr/>
            <p:nvPr/>
          </p:nvSpPr>
          <p:spPr>
            <a:xfrm>
              <a:off x="1341259" y="3517207"/>
              <a:ext cx="69545" cy="56818"/>
            </a:xfrm>
            <a:custGeom>
              <a:rect b="b" l="l" r="r" t="t"/>
              <a:pathLst>
                <a:path extrusionOk="0" h="2183" w="2672">
                  <a:moveTo>
                    <a:pt x="1015" y="0"/>
                  </a:moveTo>
                  <a:cubicBezTo>
                    <a:pt x="932" y="0"/>
                    <a:pt x="854" y="50"/>
                    <a:pt x="817" y="127"/>
                  </a:cubicBezTo>
                  <a:cubicBezTo>
                    <a:pt x="764" y="236"/>
                    <a:pt x="694" y="338"/>
                    <a:pt x="613" y="426"/>
                  </a:cubicBezTo>
                  <a:cubicBezTo>
                    <a:pt x="581" y="465"/>
                    <a:pt x="546" y="500"/>
                    <a:pt x="511" y="532"/>
                  </a:cubicBezTo>
                  <a:cubicBezTo>
                    <a:pt x="465" y="574"/>
                    <a:pt x="416" y="613"/>
                    <a:pt x="363" y="648"/>
                  </a:cubicBezTo>
                  <a:cubicBezTo>
                    <a:pt x="46" y="870"/>
                    <a:pt x="1" y="1267"/>
                    <a:pt x="194" y="1573"/>
                  </a:cubicBezTo>
                  <a:cubicBezTo>
                    <a:pt x="402" y="1901"/>
                    <a:pt x="740" y="2122"/>
                    <a:pt x="1123" y="2182"/>
                  </a:cubicBezTo>
                  <a:cubicBezTo>
                    <a:pt x="856" y="1999"/>
                    <a:pt x="655" y="1753"/>
                    <a:pt x="655" y="1306"/>
                  </a:cubicBezTo>
                  <a:lnTo>
                    <a:pt x="655" y="1134"/>
                  </a:lnTo>
                  <a:cubicBezTo>
                    <a:pt x="708" y="1095"/>
                    <a:pt x="757" y="1060"/>
                    <a:pt x="810" y="1014"/>
                  </a:cubicBezTo>
                  <a:cubicBezTo>
                    <a:pt x="933" y="901"/>
                    <a:pt x="1042" y="775"/>
                    <a:pt x="1130" y="634"/>
                  </a:cubicBezTo>
                  <a:cubicBezTo>
                    <a:pt x="1556" y="768"/>
                    <a:pt x="1953" y="982"/>
                    <a:pt x="2295" y="1271"/>
                  </a:cubicBezTo>
                  <a:cubicBezTo>
                    <a:pt x="2340" y="1306"/>
                    <a:pt x="2397" y="1359"/>
                    <a:pt x="2520" y="1475"/>
                  </a:cubicBezTo>
                  <a:cubicBezTo>
                    <a:pt x="2601" y="1352"/>
                    <a:pt x="2654" y="1109"/>
                    <a:pt x="2668" y="965"/>
                  </a:cubicBezTo>
                  <a:cubicBezTo>
                    <a:pt x="2671" y="894"/>
                    <a:pt x="2643" y="827"/>
                    <a:pt x="2590" y="785"/>
                  </a:cubicBezTo>
                  <a:cubicBezTo>
                    <a:pt x="2147" y="416"/>
                    <a:pt x="1630" y="148"/>
                    <a:pt x="1070" y="8"/>
                  </a:cubicBezTo>
                  <a:cubicBezTo>
                    <a:pt x="1052" y="3"/>
                    <a:pt x="1033" y="0"/>
                    <a:pt x="1015"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85"/>
            <p:cNvSpPr/>
            <p:nvPr/>
          </p:nvSpPr>
          <p:spPr>
            <a:xfrm>
              <a:off x="1323404" y="3605310"/>
              <a:ext cx="23373" cy="50754"/>
            </a:xfrm>
            <a:custGeom>
              <a:rect b="b" l="l" r="r" t="t"/>
              <a:pathLst>
                <a:path extrusionOk="0" h="1950" w="898">
                  <a:moveTo>
                    <a:pt x="138" y="0"/>
                  </a:moveTo>
                  <a:cubicBezTo>
                    <a:pt x="50" y="113"/>
                    <a:pt x="1" y="257"/>
                    <a:pt x="1" y="401"/>
                  </a:cubicBezTo>
                  <a:lnTo>
                    <a:pt x="1" y="1950"/>
                  </a:lnTo>
                  <a:lnTo>
                    <a:pt x="898" y="1950"/>
                  </a:lnTo>
                  <a:lnTo>
                    <a:pt x="898" y="820"/>
                  </a:lnTo>
                  <a:cubicBezTo>
                    <a:pt x="898" y="683"/>
                    <a:pt x="834" y="556"/>
                    <a:pt x="729" y="472"/>
                  </a:cubicBezTo>
                  <a:lnTo>
                    <a:pt x="138"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85"/>
            <p:cNvSpPr/>
            <p:nvPr/>
          </p:nvSpPr>
          <p:spPr>
            <a:xfrm>
              <a:off x="1405000" y="3605310"/>
              <a:ext cx="23295" cy="50754"/>
            </a:xfrm>
            <a:custGeom>
              <a:rect b="b" l="l" r="r" t="t"/>
              <a:pathLst>
                <a:path extrusionOk="0" h="1950" w="895">
                  <a:moveTo>
                    <a:pt x="757" y="0"/>
                  </a:moveTo>
                  <a:lnTo>
                    <a:pt x="166" y="472"/>
                  </a:lnTo>
                  <a:cubicBezTo>
                    <a:pt x="60" y="556"/>
                    <a:pt x="0" y="683"/>
                    <a:pt x="0" y="820"/>
                  </a:cubicBezTo>
                  <a:lnTo>
                    <a:pt x="0" y="1950"/>
                  </a:lnTo>
                  <a:lnTo>
                    <a:pt x="894" y="1950"/>
                  </a:lnTo>
                  <a:lnTo>
                    <a:pt x="894" y="401"/>
                  </a:lnTo>
                  <a:cubicBezTo>
                    <a:pt x="894" y="257"/>
                    <a:pt x="845" y="113"/>
                    <a:pt x="757"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85"/>
            <p:cNvSpPr/>
            <p:nvPr/>
          </p:nvSpPr>
          <p:spPr>
            <a:xfrm>
              <a:off x="1585501" y="3487093"/>
              <a:ext cx="29151" cy="64106"/>
            </a:xfrm>
            <a:custGeom>
              <a:rect b="b" l="l" r="r" t="t"/>
              <a:pathLst>
                <a:path extrusionOk="0" h="2463" w="1120">
                  <a:moveTo>
                    <a:pt x="672" y="0"/>
                  </a:moveTo>
                  <a:cubicBezTo>
                    <a:pt x="299" y="0"/>
                    <a:pt x="0" y="299"/>
                    <a:pt x="0" y="672"/>
                  </a:cubicBezTo>
                  <a:lnTo>
                    <a:pt x="0" y="830"/>
                  </a:lnTo>
                  <a:cubicBezTo>
                    <a:pt x="0" y="1020"/>
                    <a:pt x="32" y="1214"/>
                    <a:pt x="92" y="1397"/>
                  </a:cubicBezTo>
                  <a:lnTo>
                    <a:pt x="447" y="2463"/>
                  </a:lnTo>
                  <a:lnTo>
                    <a:pt x="1119" y="2463"/>
                  </a:lnTo>
                  <a:lnTo>
                    <a:pt x="1119"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85"/>
            <p:cNvSpPr/>
            <p:nvPr/>
          </p:nvSpPr>
          <p:spPr>
            <a:xfrm>
              <a:off x="1597135" y="3481315"/>
              <a:ext cx="69988" cy="69884"/>
            </a:xfrm>
            <a:custGeom>
              <a:rect b="b" l="l" r="r" t="t"/>
              <a:pathLst>
                <a:path extrusionOk="0" h="2685" w="2689">
                  <a:moveTo>
                    <a:pt x="672" y="0"/>
                  </a:moveTo>
                  <a:cubicBezTo>
                    <a:pt x="303" y="0"/>
                    <a:pt x="0" y="299"/>
                    <a:pt x="0" y="669"/>
                  </a:cubicBezTo>
                  <a:cubicBezTo>
                    <a:pt x="0" y="919"/>
                    <a:pt x="201" y="1119"/>
                    <a:pt x="451" y="1119"/>
                  </a:cubicBezTo>
                  <a:lnTo>
                    <a:pt x="2238" y="2685"/>
                  </a:lnTo>
                  <a:lnTo>
                    <a:pt x="2636" y="1299"/>
                  </a:lnTo>
                  <a:cubicBezTo>
                    <a:pt x="2671" y="1179"/>
                    <a:pt x="2688" y="1056"/>
                    <a:pt x="2685" y="929"/>
                  </a:cubicBezTo>
                  <a:lnTo>
                    <a:pt x="2685"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85"/>
            <p:cNvSpPr/>
            <p:nvPr/>
          </p:nvSpPr>
          <p:spPr>
            <a:xfrm>
              <a:off x="1608847" y="3568663"/>
              <a:ext cx="34929" cy="34929"/>
            </a:xfrm>
            <a:custGeom>
              <a:rect b="b" l="l" r="r" t="t"/>
              <a:pathLst>
                <a:path extrusionOk="0" h="1342" w="1342">
                  <a:moveTo>
                    <a:pt x="1" y="1"/>
                  </a:moveTo>
                  <a:lnTo>
                    <a:pt x="1" y="1341"/>
                  </a:lnTo>
                  <a:lnTo>
                    <a:pt x="1341" y="1341"/>
                  </a:lnTo>
                  <a:lnTo>
                    <a:pt x="134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85"/>
            <p:cNvSpPr/>
            <p:nvPr/>
          </p:nvSpPr>
          <p:spPr>
            <a:xfrm>
              <a:off x="1568010" y="3582770"/>
              <a:ext cx="116603" cy="73293"/>
            </a:xfrm>
            <a:custGeom>
              <a:rect b="b" l="l" r="r" t="t"/>
              <a:pathLst>
                <a:path extrusionOk="0" h="2816" w="4480">
                  <a:moveTo>
                    <a:pt x="1570" y="1"/>
                  </a:moveTo>
                  <a:lnTo>
                    <a:pt x="489" y="310"/>
                  </a:lnTo>
                  <a:cubicBezTo>
                    <a:pt x="201" y="391"/>
                    <a:pt x="0" y="655"/>
                    <a:pt x="0" y="954"/>
                  </a:cubicBezTo>
                  <a:lnTo>
                    <a:pt x="0" y="2816"/>
                  </a:lnTo>
                  <a:lnTo>
                    <a:pt x="4479" y="2816"/>
                  </a:lnTo>
                  <a:lnTo>
                    <a:pt x="4479" y="954"/>
                  </a:lnTo>
                  <a:cubicBezTo>
                    <a:pt x="4479" y="655"/>
                    <a:pt x="4279" y="391"/>
                    <a:pt x="3990" y="310"/>
                  </a:cubicBezTo>
                  <a:lnTo>
                    <a:pt x="2910" y="1"/>
                  </a:lnTo>
                  <a:lnTo>
                    <a:pt x="2238" y="799"/>
                  </a:lnTo>
                  <a:lnTo>
                    <a:pt x="1570"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85"/>
            <p:cNvSpPr/>
            <p:nvPr/>
          </p:nvSpPr>
          <p:spPr>
            <a:xfrm>
              <a:off x="1591357" y="3510518"/>
              <a:ext cx="69910" cy="63950"/>
            </a:xfrm>
            <a:custGeom>
              <a:rect b="b" l="l" r="r" t="t"/>
              <a:pathLst>
                <a:path extrusionOk="0" h="2457" w="2686">
                  <a:moveTo>
                    <a:pt x="849" y="1"/>
                  </a:moveTo>
                  <a:cubicBezTo>
                    <a:pt x="731" y="1"/>
                    <a:pt x="620" y="46"/>
                    <a:pt x="535" y="131"/>
                  </a:cubicBezTo>
                  <a:lnTo>
                    <a:pt x="317" y="353"/>
                  </a:lnTo>
                  <a:cubicBezTo>
                    <a:pt x="113" y="553"/>
                    <a:pt x="1" y="828"/>
                    <a:pt x="1" y="1116"/>
                  </a:cubicBezTo>
                  <a:cubicBezTo>
                    <a:pt x="1" y="1855"/>
                    <a:pt x="602" y="2457"/>
                    <a:pt x="1341" y="2457"/>
                  </a:cubicBezTo>
                  <a:cubicBezTo>
                    <a:pt x="2084" y="2457"/>
                    <a:pt x="2685" y="1855"/>
                    <a:pt x="2685" y="1116"/>
                  </a:cubicBezTo>
                  <a:lnTo>
                    <a:pt x="2685" y="831"/>
                  </a:lnTo>
                  <a:cubicBezTo>
                    <a:pt x="2685" y="711"/>
                    <a:pt x="2639" y="595"/>
                    <a:pt x="2555" y="514"/>
                  </a:cubicBezTo>
                  <a:cubicBezTo>
                    <a:pt x="2210" y="177"/>
                    <a:pt x="1577" y="22"/>
                    <a:pt x="863" y="1"/>
                  </a:cubicBezTo>
                  <a:cubicBezTo>
                    <a:pt x="858" y="1"/>
                    <a:pt x="854" y="1"/>
                    <a:pt x="849" y="1"/>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85"/>
            <p:cNvSpPr/>
            <p:nvPr/>
          </p:nvSpPr>
          <p:spPr>
            <a:xfrm>
              <a:off x="1591357" y="3510440"/>
              <a:ext cx="69728" cy="62648"/>
            </a:xfrm>
            <a:custGeom>
              <a:rect b="b" l="l" r="r" t="t"/>
              <a:pathLst>
                <a:path extrusionOk="0" h="2407" w="2679">
                  <a:moveTo>
                    <a:pt x="863" y="0"/>
                  </a:moveTo>
                  <a:cubicBezTo>
                    <a:pt x="739" y="0"/>
                    <a:pt x="623" y="46"/>
                    <a:pt x="535" y="134"/>
                  </a:cubicBezTo>
                  <a:lnTo>
                    <a:pt x="317" y="352"/>
                  </a:lnTo>
                  <a:cubicBezTo>
                    <a:pt x="113" y="556"/>
                    <a:pt x="1" y="831"/>
                    <a:pt x="1" y="1119"/>
                  </a:cubicBezTo>
                  <a:cubicBezTo>
                    <a:pt x="1" y="1714"/>
                    <a:pt x="398" y="2241"/>
                    <a:pt x="972" y="2407"/>
                  </a:cubicBezTo>
                  <a:cubicBezTo>
                    <a:pt x="778" y="2168"/>
                    <a:pt x="669" y="1869"/>
                    <a:pt x="673" y="1562"/>
                  </a:cubicBezTo>
                  <a:lnTo>
                    <a:pt x="673" y="1119"/>
                  </a:lnTo>
                  <a:cubicBezTo>
                    <a:pt x="669" y="869"/>
                    <a:pt x="870" y="671"/>
                    <a:pt x="1113" y="671"/>
                  </a:cubicBezTo>
                  <a:cubicBezTo>
                    <a:pt x="1123" y="671"/>
                    <a:pt x="1134" y="672"/>
                    <a:pt x="1144" y="672"/>
                  </a:cubicBezTo>
                  <a:cubicBezTo>
                    <a:pt x="1598" y="700"/>
                    <a:pt x="2267" y="774"/>
                    <a:pt x="2678" y="971"/>
                  </a:cubicBezTo>
                  <a:cubicBezTo>
                    <a:pt x="2664" y="880"/>
                    <a:pt x="2625" y="584"/>
                    <a:pt x="2555" y="514"/>
                  </a:cubicBezTo>
                  <a:cubicBezTo>
                    <a:pt x="2210" y="176"/>
                    <a:pt x="1577" y="25"/>
                    <a:pt x="863"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85"/>
            <p:cNvSpPr/>
            <p:nvPr/>
          </p:nvSpPr>
          <p:spPr>
            <a:xfrm>
              <a:off x="1661241" y="3597606"/>
              <a:ext cx="23269" cy="58458"/>
            </a:xfrm>
            <a:custGeom>
              <a:rect b="b" l="l" r="r" t="t"/>
              <a:pathLst>
                <a:path extrusionOk="0" h="2246" w="894">
                  <a:moveTo>
                    <a:pt x="774" y="1"/>
                  </a:moveTo>
                  <a:lnTo>
                    <a:pt x="197" y="578"/>
                  </a:lnTo>
                  <a:cubicBezTo>
                    <a:pt x="71" y="701"/>
                    <a:pt x="0" y="873"/>
                    <a:pt x="0" y="1053"/>
                  </a:cubicBezTo>
                  <a:lnTo>
                    <a:pt x="0" y="2246"/>
                  </a:lnTo>
                  <a:lnTo>
                    <a:pt x="894" y="2246"/>
                  </a:lnTo>
                  <a:lnTo>
                    <a:pt x="894" y="384"/>
                  </a:lnTo>
                  <a:cubicBezTo>
                    <a:pt x="894" y="247"/>
                    <a:pt x="852" y="113"/>
                    <a:pt x="774"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85"/>
            <p:cNvSpPr/>
            <p:nvPr/>
          </p:nvSpPr>
          <p:spPr>
            <a:xfrm>
              <a:off x="1404896" y="3574441"/>
              <a:ext cx="198121" cy="81622"/>
            </a:xfrm>
            <a:custGeom>
              <a:rect b="b" l="l" r="r" t="t"/>
              <a:pathLst>
                <a:path extrusionOk="0" h="3136" w="7612">
                  <a:moveTo>
                    <a:pt x="2464" y="1"/>
                  </a:moveTo>
                  <a:lnTo>
                    <a:pt x="592" y="683"/>
                  </a:lnTo>
                  <a:cubicBezTo>
                    <a:pt x="237" y="810"/>
                    <a:pt x="1" y="1148"/>
                    <a:pt x="4" y="1524"/>
                  </a:cubicBezTo>
                  <a:lnTo>
                    <a:pt x="4" y="3136"/>
                  </a:lnTo>
                  <a:lnTo>
                    <a:pt x="7611" y="3136"/>
                  </a:lnTo>
                  <a:lnTo>
                    <a:pt x="7611" y="1524"/>
                  </a:lnTo>
                  <a:cubicBezTo>
                    <a:pt x="7611" y="1148"/>
                    <a:pt x="7376" y="810"/>
                    <a:pt x="7024" y="683"/>
                  </a:cubicBezTo>
                  <a:lnTo>
                    <a:pt x="5149" y="1"/>
                  </a:lnTo>
                  <a:lnTo>
                    <a:pt x="3808" y="451"/>
                  </a:lnTo>
                  <a:lnTo>
                    <a:pt x="2464"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85"/>
            <p:cNvSpPr/>
            <p:nvPr/>
          </p:nvSpPr>
          <p:spPr>
            <a:xfrm>
              <a:off x="1568010" y="3598257"/>
              <a:ext cx="35007" cy="57807"/>
            </a:xfrm>
            <a:custGeom>
              <a:rect b="b" l="l" r="r" t="t"/>
              <a:pathLst>
                <a:path extrusionOk="0" h="2221" w="1345">
                  <a:moveTo>
                    <a:pt x="1105" y="0"/>
                  </a:moveTo>
                  <a:lnTo>
                    <a:pt x="264" y="838"/>
                  </a:lnTo>
                  <a:cubicBezTo>
                    <a:pt x="95" y="1007"/>
                    <a:pt x="4" y="1235"/>
                    <a:pt x="0" y="1471"/>
                  </a:cubicBezTo>
                  <a:lnTo>
                    <a:pt x="0" y="2221"/>
                  </a:lnTo>
                  <a:lnTo>
                    <a:pt x="1344" y="2221"/>
                  </a:lnTo>
                  <a:lnTo>
                    <a:pt x="1344" y="609"/>
                  </a:lnTo>
                  <a:cubicBezTo>
                    <a:pt x="1344" y="380"/>
                    <a:pt x="1256" y="166"/>
                    <a:pt x="110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85"/>
            <p:cNvSpPr/>
            <p:nvPr/>
          </p:nvSpPr>
          <p:spPr>
            <a:xfrm>
              <a:off x="1439903" y="3393941"/>
              <a:ext cx="128133" cy="93152"/>
            </a:xfrm>
            <a:custGeom>
              <a:rect b="b" l="l" r="r" t="t"/>
              <a:pathLst>
                <a:path extrusionOk="0" h="3579" w="4923">
                  <a:moveTo>
                    <a:pt x="1791" y="1"/>
                  </a:moveTo>
                  <a:cubicBezTo>
                    <a:pt x="802" y="1"/>
                    <a:pt x="0" y="799"/>
                    <a:pt x="0" y="1788"/>
                  </a:cubicBezTo>
                  <a:lnTo>
                    <a:pt x="0" y="2323"/>
                  </a:lnTo>
                  <a:cubicBezTo>
                    <a:pt x="0" y="2562"/>
                    <a:pt x="39" y="2801"/>
                    <a:pt x="116" y="3030"/>
                  </a:cubicBezTo>
                  <a:lnTo>
                    <a:pt x="190" y="3252"/>
                  </a:lnTo>
                  <a:cubicBezTo>
                    <a:pt x="211" y="3322"/>
                    <a:pt x="225" y="3393"/>
                    <a:pt x="225" y="3463"/>
                  </a:cubicBezTo>
                  <a:lnTo>
                    <a:pt x="225" y="3579"/>
                  </a:lnTo>
                  <a:lnTo>
                    <a:pt x="4701" y="3579"/>
                  </a:lnTo>
                  <a:lnTo>
                    <a:pt x="4701" y="3463"/>
                  </a:lnTo>
                  <a:cubicBezTo>
                    <a:pt x="4701" y="3393"/>
                    <a:pt x="4711" y="3322"/>
                    <a:pt x="4732" y="3252"/>
                  </a:cubicBezTo>
                  <a:lnTo>
                    <a:pt x="4810" y="3030"/>
                  </a:lnTo>
                  <a:cubicBezTo>
                    <a:pt x="4884" y="2801"/>
                    <a:pt x="4922" y="2562"/>
                    <a:pt x="4922" y="2323"/>
                  </a:cubicBezTo>
                  <a:lnTo>
                    <a:pt x="4922" y="448"/>
                  </a:lnTo>
                  <a:cubicBezTo>
                    <a:pt x="4922" y="198"/>
                    <a:pt x="4722" y="1"/>
                    <a:pt x="447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85"/>
            <p:cNvSpPr/>
            <p:nvPr/>
          </p:nvSpPr>
          <p:spPr>
            <a:xfrm>
              <a:off x="1469002" y="3393941"/>
              <a:ext cx="99035" cy="93152"/>
            </a:xfrm>
            <a:custGeom>
              <a:rect b="b" l="l" r="r" t="t"/>
              <a:pathLst>
                <a:path extrusionOk="0" h="3579" w="3805">
                  <a:moveTo>
                    <a:pt x="906" y="1"/>
                  </a:moveTo>
                  <a:cubicBezTo>
                    <a:pt x="406" y="1"/>
                    <a:pt x="1" y="408"/>
                    <a:pt x="1" y="909"/>
                  </a:cubicBezTo>
                  <a:cubicBezTo>
                    <a:pt x="1" y="1412"/>
                    <a:pt x="409" y="1816"/>
                    <a:pt x="912" y="1816"/>
                  </a:cubicBezTo>
                  <a:lnTo>
                    <a:pt x="1035" y="1816"/>
                  </a:lnTo>
                  <a:lnTo>
                    <a:pt x="1099" y="3579"/>
                  </a:lnTo>
                  <a:lnTo>
                    <a:pt x="3583" y="3579"/>
                  </a:lnTo>
                  <a:lnTo>
                    <a:pt x="3583" y="3466"/>
                  </a:lnTo>
                  <a:cubicBezTo>
                    <a:pt x="3583" y="3393"/>
                    <a:pt x="3593" y="3322"/>
                    <a:pt x="3614" y="3252"/>
                  </a:cubicBezTo>
                  <a:lnTo>
                    <a:pt x="3692" y="3030"/>
                  </a:lnTo>
                  <a:cubicBezTo>
                    <a:pt x="3766" y="2801"/>
                    <a:pt x="3804" y="2562"/>
                    <a:pt x="3804" y="2323"/>
                  </a:cubicBezTo>
                  <a:lnTo>
                    <a:pt x="3804" y="448"/>
                  </a:lnTo>
                  <a:cubicBezTo>
                    <a:pt x="3804" y="198"/>
                    <a:pt x="3604" y="1"/>
                    <a:pt x="3358" y="1"/>
                  </a:cubicBezTo>
                  <a:lnTo>
                    <a:pt x="912" y="1"/>
                  </a:lnTo>
                  <a:cubicBezTo>
                    <a:pt x="910" y="1"/>
                    <a:pt x="908" y="1"/>
                    <a:pt x="90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85"/>
            <p:cNvSpPr/>
            <p:nvPr/>
          </p:nvSpPr>
          <p:spPr>
            <a:xfrm>
              <a:off x="1469002" y="3533682"/>
              <a:ext cx="69910" cy="52419"/>
            </a:xfrm>
            <a:custGeom>
              <a:rect b="b" l="l" r="r" t="t"/>
              <a:pathLst>
                <a:path extrusionOk="0" h="2014" w="2686">
                  <a:moveTo>
                    <a:pt x="1" y="1"/>
                  </a:moveTo>
                  <a:lnTo>
                    <a:pt x="1" y="2013"/>
                  </a:lnTo>
                  <a:lnTo>
                    <a:pt x="2686" y="2013"/>
                  </a:lnTo>
                  <a:lnTo>
                    <a:pt x="2686"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85"/>
            <p:cNvSpPr/>
            <p:nvPr/>
          </p:nvSpPr>
          <p:spPr>
            <a:xfrm>
              <a:off x="1469002" y="3533682"/>
              <a:ext cx="69910" cy="35007"/>
            </a:xfrm>
            <a:custGeom>
              <a:rect b="b" l="l" r="r" t="t"/>
              <a:pathLst>
                <a:path extrusionOk="0" h="1345" w="2686">
                  <a:moveTo>
                    <a:pt x="1" y="1"/>
                  </a:moveTo>
                  <a:lnTo>
                    <a:pt x="1" y="1014"/>
                  </a:lnTo>
                  <a:cubicBezTo>
                    <a:pt x="421" y="1234"/>
                    <a:pt x="882" y="1344"/>
                    <a:pt x="1343" y="1344"/>
                  </a:cubicBezTo>
                  <a:cubicBezTo>
                    <a:pt x="1804" y="1344"/>
                    <a:pt x="2265" y="1234"/>
                    <a:pt x="2686" y="1014"/>
                  </a:cubicBezTo>
                  <a:lnTo>
                    <a:pt x="2686" y="1"/>
                  </a:lnTo>
                  <a:close/>
                </a:path>
              </a:pathLst>
            </a:custGeom>
            <a:solidFill>
              <a:srgbClr val="9EA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85"/>
            <p:cNvSpPr/>
            <p:nvPr/>
          </p:nvSpPr>
          <p:spPr>
            <a:xfrm>
              <a:off x="1457393" y="3564785"/>
              <a:ext cx="46615" cy="41592"/>
            </a:xfrm>
            <a:custGeom>
              <a:rect b="b" l="l" r="r" t="t"/>
              <a:pathLst>
                <a:path extrusionOk="0" h="1598" w="1791">
                  <a:moveTo>
                    <a:pt x="397" y="1"/>
                  </a:moveTo>
                  <a:cubicBezTo>
                    <a:pt x="314" y="1"/>
                    <a:pt x="232" y="48"/>
                    <a:pt x="194" y="129"/>
                  </a:cubicBezTo>
                  <a:lnTo>
                    <a:pt x="0" y="537"/>
                  </a:lnTo>
                  <a:lnTo>
                    <a:pt x="739" y="1512"/>
                  </a:lnTo>
                  <a:cubicBezTo>
                    <a:pt x="783" y="1569"/>
                    <a:pt x="849" y="1598"/>
                    <a:pt x="916" y="1598"/>
                  </a:cubicBezTo>
                  <a:cubicBezTo>
                    <a:pt x="973" y="1598"/>
                    <a:pt x="1031" y="1576"/>
                    <a:pt x="1077" y="1533"/>
                  </a:cubicBezTo>
                  <a:lnTo>
                    <a:pt x="1791" y="818"/>
                  </a:lnTo>
                  <a:lnTo>
                    <a:pt x="514" y="34"/>
                  </a:lnTo>
                  <a:cubicBezTo>
                    <a:pt x="478" y="11"/>
                    <a:pt x="437" y="1"/>
                    <a:pt x="3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85"/>
            <p:cNvSpPr/>
            <p:nvPr/>
          </p:nvSpPr>
          <p:spPr>
            <a:xfrm>
              <a:off x="1503983" y="3564785"/>
              <a:ext cx="46641" cy="41592"/>
            </a:xfrm>
            <a:custGeom>
              <a:rect b="b" l="l" r="r" t="t"/>
              <a:pathLst>
                <a:path extrusionOk="0" h="1598" w="1792">
                  <a:moveTo>
                    <a:pt x="1394" y="1"/>
                  </a:moveTo>
                  <a:cubicBezTo>
                    <a:pt x="1355" y="1"/>
                    <a:pt x="1314" y="11"/>
                    <a:pt x="1278" y="34"/>
                  </a:cubicBezTo>
                  <a:lnTo>
                    <a:pt x="1" y="818"/>
                  </a:lnTo>
                  <a:lnTo>
                    <a:pt x="715" y="1533"/>
                  </a:lnTo>
                  <a:cubicBezTo>
                    <a:pt x="759" y="1576"/>
                    <a:pt x="816" y="1598"/>
                    <a:pt x="873" y="1598"/>
                  </a:cubicBezTo>
                  <a:cubicBezTo>
                    <a:pt x="940" y="1598"/>
                    <a:pt x="1006" y="1569"/>
                    <a:pt x="1049" y="1512"/>
                  </a:cubicBezTo>
                  <a:lnTo>
                    <a:pt x="1792" y="537"/>
                  </a:lnTo>
                  <a:lnTo>
                    <a:pt x="1598" y="129"/>
                  </a:lnTo>
                  <a:cubicBezTo>
                    <a:pt x="1560" y="48"/>
                    <a:pt x="1478" y="1"/>
                    <a:pt x="139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85"/>
            <p:cNvSpPr/>
            <p:nvPr/>
          </p:nvSpPr>
          <p:spPr>
            <a:xfrm>
              <a:off x="1445759" y="3441129"/>
              <a:ext cx="116499" cy="110070"/>
            </a:xfrm>
            <a:custGeom>
              <a:rect b="b" l="l" r="r" t="t"/>
              <a:pathLst>
                <a:path extrusionOk="0" h="4229" w="4476">
                  <a:moveTo>
                    <a:pt x="1907" y="0"/>
                  </a:moveTo>
                  <a:cubicBezTo>
                    <a:pt x="1205" y="0"/>
                    <a:pt x="672" y="200"/>
                    <a:pt x="672" y="200"/>
                  </a:cubicBezTo>
                  <a:lnTo>
                    <a:pt x="672" y="960"/>
                  </a:lnTo>
                  <a:cubicBezTo>
                    <a:pt x="672" y="1182"/>
                    <a:pt x="560" y="1393"/>
                    <a:pt x="373" y="1516"/>
                  </a:cubicBezTo>
                  <a:lnTo>
                    <a:pt x="0" y="1766"/>
                  </a:lnTo>
                  <a:lnTo>
                    <a:pt x="0" y="1991"/>
                  </a:lnTo>
                  <a:cubicBezTo>
                    <a:pt x="0" y="3226"/>
                    <a:pt x="999" y="4229"/>
                    <a:pt x="2238" y="4229"/>
                  </a:cubicBezTo>
                  <a:cubicBezTo>
                    <a:pt x="3473" y="4229"/>
                    <a:pt x="4476" y="3226"/>
                    <a:pt x="4476" y="1991"/>
                  </a:cubicBezTo>
                  <a:lnTo>
                    <a:pt x="4476" y="1766"/>
                  </a:lnTo>
                  <a:lnTo>
                    <a:pt x="4103" y="1516"/>
                  </a:lnTo>
                  <a:cubicBezTo>
                    <a:pt x="3916" y="1393"/>
                    <a:pt x="3804" y="1182"/>
                    <a:pt x="3804" y="960"/>
                  </a:cubicBezTo>
                  <a:lnTo>
                    <a:pt x="3804" y="647"/>
                  </a:lnTo>
                  <a:cubicBezTo>
                    <a:pt x="3193" y="139"/>
                    <a:pt x="2491" y="0"/>
                    <a:pt x="1907"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85"/>
            <p:cNvSpPr/>
            <p:nvPr/>
          </p:nvSpPr>
          <p:spPr>
            <a:xfrm>
              <a:off x="1405000" y="3598257"/>
              <a:ext cx="34929" cy="57807"/>
            </a:xfrm>
            <a:custGeom>
              <a:rect b="b" l="l" r="r" t="t"/>
              <a:pathLst>
                <a:path extrusionOk="0" h="2221" w="1342">
                  <a:moveTo>
                    <a:pt x="240" y="0"/>
                  </a:moveTo>
                  <a:cubicBezTo>
                    <a:pt x="85" y="166"/>
                    <a:pt x="0" y="380"/>
                    <a:pt x="0" y="609"/>
                  </a:cubicBezTo>
                  <a:lnTo>
                    <a:pt x="0" y="2221"/>
                  </a:lnTo>
                  <a:lnTo>
                    <a:pt x="1341" y="2221"/>
                  </a:lnTo>
                  <a:lnTo>
                    <a:pt x="1341" y="1471"/>
                  </a:lnTo>
                  <a:cubicBezTo>
                    <a:pt x="1341" y="1235"/>
                    <a:pt x="1246" y="1007"/>
                    <a:pt x="1077" y="838"/>
                  </a:cubicBezTo>
                  <a:lnTo>
                    <a:pt x="2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85"/>
            <p:cNvSpPr/>
            <p:nvPr/>
          </p:nvSpPr>
          <p:spPr>
            <a:xfrm>
              <a:off x="1445655" y="3441129"/>
              <a:ext cx="99113" cy="109524"/>
            </a:xfrm>
            <a:custGeom>
              <a:rect b="b" l="l" r="r" t="t"/>
              <a:pathLst>
                <a:path extrusionOk="0" h="4208" w="3808">
                  <a:moveTo>
                    <a:pt x="1909" y="0"/>
                  </a:moveTo>
                  <a:cubicBezTo>
                    <a:pt x="1206" y="0"/>
                    <a:pt x="673" y="200"/>
                    <a:pt x="673" y="200"/>
                  </a:cubicBezTo>
                  <a:lnTo>
                    <a:pt x="673" y="957"/>
                  </a:lnTo>
                  <a:cubicBezTo>
                    <a:pt x="673" y="1182"/>
                    <a:pt x="560" y="1393"/>
                    <a:pt x="374" y="1516"/>
                  </a:cubicBezTo>
                  <a:lnTo>
                    <a:pt x="1" y="1766"/>
                  </a:lnTo>
                  <a:lnTo>
                    <a:pt x="1" y="1991"/>
                  </a:lnTo>
                  <a:cubicBezTo>
                    <a:pt x="4" y="3121"/>
                    <a:pt x="849" y="4074"/>
                    <a:pt x="1971" y="4208"/>
                  </a:cubicBezTo>
                  <a:cubicBezTo>
                    <a:pt x="1570" y="3793"/>
                    <a:pt x="1345" y="3237"/>
                    <a:pt x="1345" y="2660"/>
                  </a:cubicBezTo>
                  <a:lnTo>
                    <a:pt x="1345" y="1182"/>
                  </a:lnTo>
                  <a:cubicBezTo>
                    <a:pt x="1345" y="957"/>
                    <a:pt x="1514" y="767"/>
                    <a:pt x="1739" y="739"/>
                  </a:cubicBezTo>
                  <a:cubicBezTo>
                    <a:pt x="1914" y="717"/>
                    <a:pt x="2137" y="699"/>
                    <a:pt x="2385" y="699"/>
                  </a:cubicBezTo>
                  <a:cubicBezTo>
                    <a:pt x="2824" y="699"/>
                    <a:pt x="3342" y="756"/>
                    <a:pt x="3808" y="957"/>
                  </a:cubicBezTo>
                  <a:lnTo>
                    <a:pt x="3808" y="647"/>
                  </a:lnTo>
                  <a:cubicBezTo>
                    <a:pt x="3197" y="139"/>
                    <a:pt x="2494" y="0"/>
                    <a:pt x="1909"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85"/>
            <p:cNvSpPr/>
            <p:nvPr/>
          </p:nvSpPr>
          <p:spPr>
            <a:xfrm>
              <a:off x="1601534" y="3504948"/>
              <a:ext cx="50285" cy="16814"/>
            </a:xfrm>
            <a:custGeom>
              <a:rect b="b" l="l" r="r" t="t"/>
              <a:pathLst>
                <a:path extrusionOk="0" h="646" w="1932">
                  <a:moveTo>
                    <a:pt x="278" y="0"/>
                  </a:moveTo>
                  <a:cubicBezTo>
                    <a:pt x="0" y="0"/>
                    <a:pt x="0" y="419"/>
                    <a:pt x="278" y="419"/>
                  </a:cubicBezTo>
                  <a:cubicBezTo>
                    <a:pt x="514" y="419"/>
                    <a:pt x="1196" y="454"/>
                    <a:pt x="1527" y="619"/>
                  </a:cubicBezTo>
                  <a:cubicBezTo>
                    <a:pt x="1562" y="637"/>
                    <a:pt x="1596" y="645"/>
                    <a:pt x="1628" y="645"/>
                  </a:cubicBezTo>
                  <a:cubicBezTo>
                    <a:pt x="1822" y="645"/>
                    <a:pt x="1932" y="352"/>
                    <a:pt x="1717" y="246"/>
                  </a:cubicBezTo>
                  <a:cubicBezTo>
                    <a:pt x="1228" y="4"/>
                    <a:pt x="31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85"/>
            <p:cNvSpPr/>
            <p:nvPr/>
          </p:nvSpPr>
          <p:spPr>
            <a:xfrm>
              <a:off x="1317912" y="3388371"/>
              <a:ext cx="372115" cy="273185"/>
            </a:xfrm>
            <a:custGeom>
              <a:rect b="b" l="l" r="r" t="t"/>
              <a:pathLst>
                <a:path extrusionOk="0" h="10496" w="14297">
                  <a:moveTo>
                    <a:pt x="9405" y="419"/>
                  </a:moveTo>
                  <a:lnTo>
                    <a:pt x="9405" y="2449"/>
                  </a:lnTo>
                  <a:cubicBezTo>
                    <a:pt x="9405" y="2752"/>
                    <a:pt x="9335" y="3054"/>
                    <a:pt x="9201" y="3329"/>
                  </a:cubicBezTo>
                  <a:cubicBezTo>
                    <a:pt x="9187" y="3357"/>
                    <a:pt x="9180" y="3388"/>
                    <a:pt x="9180" y="3420"/>
                  </a:cubicBezTo>
                  <a:lnTo>
                    <a:pt x="9180" y="4018"/>
                  </a:lnTo>
                  <a:cubicBezTo>
                    <a:pt x="9184" y="4578"/>
                    <a:pt x="8951" y="5116"/>
                    <a:pt x="8540" y="5496"/>
                  </a:cubicBezTo>
                  <a:cubicBezTo>
                    <a:pt x="8487" y="5545"/>
                    <a:pt x="8434" y="5591"/>
                    <a:pt x="8378" y="5633"/>
                  </a:cubicBezTo>
                  <a:lnTo>
                    <a:pt x="8374" y="5637"/>
                  </a:lnTo>
                  <a:cubicBezTo>
                    <a:pt x="8026" y="5903"/>
                    <a:pt x="7600" y="6047"/>
                    <a:pt x="7161" y="6047"/>
                  </a:cubicBezTo>
                  <a:cubicBezTo>
                    <a:pt x="7113" y="6047"/>
                    <a:pt x="7065" y="6045"/>
                    <a:pt x="7016" y="6041"/>
                  </a:cubicBezTo>
                  <a:cubicBezTo>
                    <a:pt x="5954" y="5974"/>
                    <a:pt x="5123" y="5049"/>
                    <a:pt x="5123" y="3941"/>
                  </a:cubicBezTo>
                  <a:lnTo>
                    <a:pt x="5120" y="3941"/>
                  </a:lnTo>
                  <a:lnTo>
                    <a:pt x="5120" y="3420"/>
                  </a:lnTo>
                  <a:cubicBezTo>
                    <a:pt x="5120" y="3388"/>
                    <a:pt x="5113" y="3357"/>
                    <a:pt x="5099" y="3329"/>
                  </a:cubicBezTo>
                  <a:cubicBezTo>
                    <a:pt x="4969" y="3054"/>
                    <a:pt x="4898" y="2755"/>
                    <a:pt x="4898" y="2449"/>
                  </a:cubicBezTo>
                  <a:lnTo>
                    <a:pt x="4898" y="2002"/>
                  </a:lnTo>
                  <a:cubicBezTo>
                    <a:pt x="4898" y="1126"/>
                    <a:pt x="5605" y="419"/>
                    <a:pt x="6481" y="419"/>
                  </a:cubicBezTo>
                  <a:close/>
                  <a:moveTo>
                    <a:pt x="2226" y="3778"/>
                  </a:moveTo>
                  <a:cubicBezTo>
                    <a:pt x="2565" y="3778"/>
                    <a:pt x="2905" y="3911"/>
                    <a:pt x="3160" y="4177"/>
                  </a:cubicBezTo>
                  <a:cubicBezTo>
                    <a:pt x="3413" y="4440"/>
                    <a:pt x="3561" y="4785"/>
                    <a:pt x="3586" y="5151"/>
                  </a:cubicBezTo>
                  <a:cubicBezTo>
                    <a:pt x="3593" y="5267"/>
                    <a:pt x="3596" y="5404"/>
                    <a:pt x="3603" y="5549"/>
                  </a:cubicBezTo>
                  <a:lnTo>
                    <a:pt x="3603" y="5584"/>
                  </a:lnTo>
                  <a:cubicBezTo>
                    <a:pt x="3375" y="5232"/>
                    <a:pt x="3023" y="4975"/>
                    <a:pt x="2569" y="4827"/>
                  </a:cubicBezTo>
                  <a:cubicBezTo>
                    <a:pt x="2312" y="4747"/>
                    <a:pt x="2041" y="4704"/>
                    <a:pt x="1770" y="4704"/>
                  </a:cubicBezTo>
                  <a:cubicBezTo>
                    <a:pt x="1717" y="4704"/>
                    <a:pt x="1665" y="4725"/>
                    <a:pt x="1626" y="4768"/>
                  </a:cubicBezTo>
                  <a:lnTo>
                    <a:pt x="1249" y="5158"/>
                  </a:lnTo>
                  <a:cubicBezTo>
                    <a:pt x="1104" y="5312"/>
                    <a:pt x="1243" y="5515"/>
                    <a:pt x="1405" y="5515"/>
                  </a:cubicBezTo>
                  <a:cubicBezTo>
                    <a:pt x="1454" y="5515"/>
                    <a:pt x="1506" y="5496"/>
                    <a:pt x="1552" y="5450"/>
                  </a:cubicBezTo>
                  <a:lnTo>
                    <a:pt x="1865" y="5123"/>
                  </a:lnTo>
                  <a:cubicBezTo>
                    <a:pt x="2136" y="5137"/>
                    <a:pt x="3009" y="5236"/>
                    <a:pt x="3346" y="5981"/>
                  </a:cubicBezTo>
                  <a:cubicBezTo>
                    <a:pt x="3256" y="6536"/>
                    <a:pt x="2779" y="6938"/>
                    <a:pt x="2225" y="6938"/>
                  </a:cubicBezTo>
                  <a:cubicBezTo>
                    <a:pt x="2196" y="6938"/>
                    <a:pt x="2166" y="6937"/>
                    <a:pt x="2136" y="6935"/>
                  </a:cubicBezTo>
                  <a:cubicBezTo>
                    <a:pt x="1549" y="6889"/>
                    <a:pt x="1091" y="6400"/>
                    <a:pt x="1091" y="5806"/>
                  </a:cubicBezTo>
                  <a:cubicBezTo>
                    <a:pt x="1094" y="5692"/>
                    <a:pt x="998" y="5598"/>
                    <a:pt x="887" y="5598"/>
                  </a:cubicBezTo>
                  <a:cubicBezTo>
                    <a:pt x="874" y="5598"/>
                    <a:pt x="861" y="5599"/>
                    <a:pt x="848" y="5601"/>
                  </a:cubicBezTo>
                  <a:lnTo>
                    <a:pt x="848" y="5545"/>
                  </a:lnTo>
                  <a:cubicBezTo>
                    <a:pt x="855" y="5404"/>
                    <a:pt x="859" y="5267"/>
                    <a:pt x="869" y="5151"/>
                  </a:cubicBezTo>
                  <a:cubicBezTo>
                    <a:pt x="891" y="4785"/>
                    <a:pt x="1042" y="4440"/>
                    <a:pt x="1292" y="4177"/>
                  </a:cubicBezTo>
                  <a:cubicBezTo>
                    <a:pt x="1547" y="3911"/>
                    <a:pt x="1886" y="3778"/>
                    <a:pt x="2226" y="3778"/>
                  </a:cubicBezTo>
                  <a:close/>
                  <a:moveTo>
                    <a:pt x="13205" y="3779"/>
                  </a:moveTo>
                  <a:lnTo>
                    <a:pt x="13205" y="4648"/>
                  </a:lnTo>
                  <a:cubicBezTo>
                    <a:pt x="13205" y="4789"/>
                    <a:pt x="13170" y="4929"/>
                    <a:pt x="13107" y="5053"/>
                  </a:cubicBezTo>
                  <a:lnTo>
                    <a:pt x="13001" y="5267"/>
                  </a:lnTo>
                  <a:cubicBezTo>
                    <a:pt x="12987" y="5295"/>
                    <a:pt x="12980" y="5327"/>
                    <a:pt x="12980" y="5359"/>
                  </a:cubicBezTo>
                  <a:lnTo>
                    <a:pt x="12980" y="5806"/>
                  </a:lnTo>
                  <a:cubicBezTo>
                    <a:pt x="12980" y="6435"/>
                    <a:pt x="12470" y="6942"/>
                    <a:pt x="11844" y="6942"/>
                  </a:cubicBezTo>
                  <a:cubicBezTo>
                    <a:pt x="11833" y="6942"/>
                    <a:pt x="11823" y="6942"/>
                    <a:pt x="11812" y="6942"/>
                  </a:cubicBezTo>
                  <a:cubicBezTo>
                    <a:pt x="11207" y="6924"/>
                    <a:pt x="10714" y="6393"/>
                    <a:pt x="10714" y="5753"/>
                  </a:cubicBezTo>
                  <a:lnTo>
                    <a:pt x="10714" y="5362"/>
                  </a:lnTo>
                  <a:cubicBezTo>
                    <a:pt x="10714" y="5327"/>
                    <a:pt x="10707" y="5295"/>
                    <a:pt x="10693" y="5267"/>
                  </a:cubicBezTo>
                  <a:lnTo>
                    <a:pt x="10563" y="5007"/>
                  </a:lnTo>
                  <a:cubicBezTo>
                    <a:pt x="10517" y="4912"/>
                    <a:pt x="10493" y="4806"/>
                    <a:pt x="10489" y="4701"/>
                  </a:cubicBezTo>
                  <a:lnTo>
                    <a:pt x="10489" y="4687"/>
                  </a:lnTo>
                  <a:cubicBezTo>
                    <a:pt x="10493" y="4187"/>
                    <a:pt x="10897" y="3779"/>
                    <a:pt x="11400" y="3779"/>
                  </a:cubicBezTo>
                  <a:close/>
                  <a:moveTo>
                    <a:pt x="792" y="6404"/>
                  </a:moveTo>
                  <a:cubicBezTo>
                    <a:pt x="908" y="6678"/>
                    <a:pt x="1098" y="6914"/>
                    <a:pt x="1344" y="7086"/>
                  </a:cubicBezTo>
                  <a:lnTo>
                    <a:pt x="1344" y="7336"/>
                  </a:lnTo>
                  <a:cubicBezTo>
                    <a:pt x="954" y="7195"/>
                    <a:pt x="757" y="7009"/>
                    <a:pt x="672" y="6903"/>
                  </a:cubicBezTo>
                  <a:cubicBezTo>
                    <a:pt x="732" y="6741"/>
                    <a:pt x="771" y="6573"/>
                    <a:pt x="792" y="6404"/>
                  </a:cubicBezTo>
                  <a:close/>
                  <a:moveTo>
                    <a:pt x="3660" y="6404"/>
                  </a:moveTo>
                  <a:cubicBezTo>
                    <a:pt x="3681" y="6576"/>
                    <a:pt x="3723" y="6741"/>
                    <a:pt x="3779" y="6903"/>
                  </a:cubicBezTo>
                  <a:cubicBezTo>
                    <a:pt x="3698" y="7009"/>
                    <a:pt x="3498" y="7195"/>
                    <a:pt x="3107" y="7336"/>
                  </a:cubicBezTo>
                  <a:lnTo>
                    <a:pt x="3107" y="7086"/>
                  </a:lnTo>
                  <a:cubicBezTo>
                    <a:pt x="3354" y="6917"/>
                    <a:pt x="3547" y="6682"/>
                    <a:pt x="3660" y="6404"/>
                  </a:cubicBezTo>
                  <a:close/>
                  <a:moveTo>
                    <a:pt x="6017" y="6179"/>
                  </a:moveTo>
                  <a:cubicBezTo>
                    <a:pt x="6316" y="6340"/>
                    <a:pt x="6647" y="6439"/>
                    <a:pt x="6988" y="6460"/>
                  </a:cubicBezTo>
                  <a:cubicBezTo>
                    <a:pt x="7044" y="6464"/>
                    <a:pt x="7097" y="6464"/>
                    <a:pt x="7153" y="6464"/>
                  </a:cubicBezTo>
                  <a:cubicBezTo>
                    <a:pt x="7548" y="6464"/>
                    <a:pt x="7935" y="6369"/>
                    <a:pt x="8283" y="6186"/>
                  </a:cubicBezTo>
                  <a:lnTo>
                    <a:pt x="8283" y="6569"/>
                  </a:lnTo>
                  <a:lnTo>
                    <a:pt x="7150" y="7343"/>
                  </a:lnTo>
                  <a:lnTo>
                    <a:pt x="6017" y="6569"/>
                  </a:lnTo>
                  <a:lnTo>
                    <a:pt x="6017" y="6179"/>
                  </a:lnTo>
                  <a:close/>
                  <a:moveTo>
                    <a:pt x="11386" y="7287"/>
                  </a:moveTo>
                  <a:cubicBezTo>
                    <a:pt x="11520" y="7333"/>
                    <a:pt x="11657" y="7354"/>
                    <a:pt x="11801" y="7361"/>
                  </a:cubicBezTo>
                  <a:lnTo>
                    <a:pt x="11847" y="7361"/>
                  </a:lnTo>
                  <a:cubicBezTo>
                    <a:pt x="12005" y="7361"/>
                    <a:pt x="12160" y="7336"/>
                    <a:pt x="12312" y="7290"/>
                  </a:cubicBezTo>
                  <a:lnTo>
                    <a:pt x="12312" y="7375"/>
                  </a:lnTo>
                  <a:cubicBezTo>
                    <a:pt x="12308" y="7414"/>
                    <a:pt x="12315" y="7456"/>
                    <a:pt x="12326" y="7494"/>
                  </a:cubicBezTo>
                  <a:lnTo>
                    <a:pt x="11847" y="7976"/>
                  </a:lnTo>
                  <a:lnTo>
                    <a:pt x="11372" y="7501"/>
                  </a:lnTo>
                  <a:cubicBezTo>
                    <a:pt x="11383" y="7459"/>
                    <a:pt x="11386" y="7417"/>
                    <a:pt x="11386" y="7375"/>
                  </a:cubicBezTo>
                  <a:lnTo>
                    <a:pt x="11386" y="7287"/>
                  </a:lnTo>
                  <a:close/>
                  <a:moveTo>
                    <a:pt x="2689" y="7290"/>
                  </a:moveTo>
                  <a:lnTo>
                    <a:pt x="2689" y="7512"/>
                  </a:lnTo>
                  <a:cubicBezTo>
                    <a:pt x="2685" y="7586"/>
                    <a:pt x="2703" y="7653"/>
                    <a:pt x="2738" y="7716"/>
                  </a:cubicBezTo>
                  <a:lnTo>
                    <a:pt x="2544" y="7903"/>
                  </a:lnTo>
                  <a:cubicBezTo>
                    <a:pt x="2455" y="7987"/>
                    <a:pt x="2340" y="8029"/>
                    <a:pt x="2226" y="8029"/>
                  </a:cubicBezTo>
                  <a:cubicBezTo>
                    <a:pt x="2112" y="8029"/>
                    <a:pt x="1997" y="7987"/>
                    <a:pt x="1907" y="7903"/>
                  </a:cubicBezTo>
                  <a:lnTo>
                    <a:pt x="1714" y="7716"/>
                  </a:lnTo>
                  <a:cubicBezTo>
                    <a:pt x="1746" y="7653"/>
                    <a:pt x="1763" y="7586"/>
                    <a:pt x="1763" y="7512"/>
                  </a:cubicBezTo>
                  <a:lnTo>
                    <a:pt x="1763" y="7290"/>
                  </a:lnTo>
                  <a:cubicBezTo>
                    <a:pt x="1913" y="7336"/>
                    <a:pt x="2068" y="7359"/>
                    <a:pt x="2225" y="7359"/>
                  </a:cubicBezTo>
                  <a:cubicBezTo>
                    <a:pt x="2381" y="7359"/>
                    <a:pt x="2537" y="7336"/>
                    <a:pt x="2689" y="7290"/>
                  </a:cubicBezTo>
                  <a:close/>
                  <a:moveTo>
                    <a:pt x="5838" y="6953"/>
                  </a:moveTo>
                  <a:lnTo>
                    <a:pt x="6826" y="7628"/>
                  </a:lnTo>
                  <a:lnTo>
                    <a:pt x="6302" y="8152"/>
                  </a:lnTo>
                  <a:cubicBezTo>
                    <a:pt x="6300" y="8155"/>
                    <a:pt x="6297" y="8157"/>
                    <a:pt x="6295" y="8157"/>
                  </a:cubicBezTo>
                  <a:cubicBezTo>
                    <a:pt x="6294" y="8157"/>
                    <a:pt x="6292" y="8157"/>
                    <a:pt x="6291" y="8156"/>
                  </a:cubicBezTo>
                  <a:cubicBezTo>
                    <a:pt x="6284" y="8156"/>
                    <a:pt x="6281" y="8156"/>
                    <a:pt x="6281" y="8149"/>
                  </a:cubicBezTo>
                  <a:lnTo>
                    <a:pt x="5630" y="7174"/>
                  </a:lnTo>
                  <a:lnTo>
                    <a:pt x="5838" y="6953"/>
                  </a:lnTo>
                  <a:close/>
                  <a:moveTo>
                    <a:pt x="8466" y="6956"/>
                  </a:moveTo>
                  <a:lnTo>
                    <a:pt x="8677" y="7174"/>
                  </a:lnTo>
                  <a:lnTo>
                    <a:pt x="8026" y="8152"/>
                  </a:lnTo>
                  <a:cubicBezTo>
                    <a:pt x="8023" y="8156"/>
                    <a:pt x="8019" y="8156"/>
                    <a:pt x="8016" y="8159"/>
                  </a:cubicBezTo>
                  <a:cubicBezTo>
                    <a:pt x="8012" y="8159"/>
                    <a:pt x="8005" y="8156"/>
                    <a:pt x="8001" y="8152"/>
                  </a:cubicBezTo>
                  <a:lnTo>
                    <a:pt x="7481" y="7632"/>
                  </a:lnTo>
                  <a:lnTo>
                    <a:pt x="8466" y="6956"/>
                  </a:lnTo>
                  <a:close/>
                  <a:moveTo>
                    <a:pt x="6481" y="0"/>
                  </a:moveTo>
                  <a:cubicBezTo>
                    <a:pt x="5377" y="4"/>
                    <a:pt x="4479" y="897"/>
                    <a:pt x="4479" y="2002"/>
                  </a:cubicBezTo>
                  <a:lnTo>
                    <a:pt x="4479" y="2449"/>
                  </a:lnTo>
                  <a:cubicBezTo>
                    <a:pt x="4479" y="2801"/>
                    <a:pt x="4557" y="3149"/>
                    <a:pt x="4705" y="3466"/>
                  </a:cubicBezTo>
                  <a:lnTo>
                    <a:pt x="4705" y="3941"/>
                  </a:lnTo>
                  <a:cubicBezTo>
                    <a:pt x="4701" y="4690"/>
                    <a:pt x="5028" y="5404"/>
                    <a:pt x="5598" y="5894"/>
                  </a:cubicBezTo>
                  <a:lnTo>
                    <a:pt x="5598" y="6597"/>
                  </a:lnTo>
                  <a:lnTo>
                    <a:pt x="5208" y="7005"/>
                  </a:lnTo>
                  <a:cubicBezTo>
                    <a:pt x="5169" y="7048"/>
                    <a:pt x="5148" y="7107"/>
                    <a:pt x="5151" y="7167"/>
                  </a:cubicBezTo>
                  <a:lnTo>
                    <a:pt x="3864" y="7635"/>
                  </a:lnTo>
                  <a:cubicBezTo>
                    <a:pt x="3772" y="7667"/>
                    <a:pt x="3684" y="7713"/>
                    <a:pt x="3603" y="7769"/>
                  </a:cubicBezTo>
                  <a:lnTo>
                    <a:pt x="3403" y="7670"/>
                  </a:lnTo>
                  <a:cubicBezTo>
                    <a:pt x="4004" y="7406"/>
                    <a:pt x="4194" y="7037"/>
                    <a:pt x="4205" y="7019"/>
                  </a:cubicBezTo>
                  <a:cubicBezTo>
                    <a:pt x="4233" y="6960"/>
                    <a:pt x="4233" y="6893"/>
                    <a:pt x="4205" y="6833"/>
                  </a:cubicBezTo>
                  <a:cubicBezTo>
                    <a:pt x="4054" y="6530"/>
                    <a:pt x="4036" y="5978"/>
                    <a:pt x="4022" y="5535"/>
                  </a:cubicBezTo>
                  <a:cubicBezTo>
                    <a:pt x="4015" y="5383"/>
                    <a:pt x="4011" y="5246"/>
                    <a:pt x="4001" y="5119"/>
                  </a:cubicBezTo>
                  <a:cubicBezTo>
                    <a:pt x="3931" y="4117"/>
                    <a:pt x="3167" y="3360"/>
                    <a:pt x="2228" y="3360"/>
                  </a:cubicBezTo>
                  <a:cubicBezTo>
                    <a:pt x="1285" y="3360"/>
                    <a:pt x="521" y="4117"/>
                    <a:pt x="451" y="5119"/>
                  </a:cubicBezTo>
                  <a:cubicBezTo>
                    <a:pt x="440" y="5246"/>
                    <a:pt x="437" y="5383"/>
                    <a:pt x="433" y="5535"/>
                  </a:cubicBezTo>
                  <a:cubicBezTo>
                    <a:pt x="416" y="5978"/>
                    <a:pt x="398" y="6530"/>
                    <a:pt x="247" y="6833"/>
                  </a:cubicBezTo>
                  <a:cubicBezTo>
                    <a:pt x="219" y="6893"/>
                    <a:pt x="219" y="6960"/>
                    <a:pt x="247" y="7019"/>
                  </a:cubicBezTo>
                  <a:cubicBezTo>
                    <a:pt x="257" y="7037"/>
                    <a:pt x="447" y="7406"/>
                    <a:pt x="1049" y="7670"/>
                  </a:cubicBezTo>
                  <a:lnTo>
                    <a:pt x="489" y="7948"/>
                  </a:lnTo>
                  <a:cubicBezTo>
                    <a:pt x="190" y="8100"/>
                    <a:pt x="0" y="8402"/>
                    <a:pt x="0" y="8736"/>
                  </a:cubicBezTo>
                  <a:lnTo>
                    <a:pt x="0" y="10285"/>
                  </a:lnTo>
                  <a:cubicBezTo>
                    <a:pt x="4" y="10401"/>
                    <a:pt x="95" y="10492"/>
                    <a:pt x="212" y="10492"/>
                  </a:cubicBezTo>
                  <a:cubicBezTo>
                    <a:pt x="328" y="10492"/>
                    <a:pt x="419" y="10401"/>
                    <a:pt x="419" y="10285"/>
                  </a:cubicBezTo>
                  <a:lnTo>
                    <a:pt x="419" y="8736"/>
                  </a:lnTo>
                  <a:cubicBezTo>
                    <a:pt x="419" y="8564"/>
                    <a:pt x="518" y="8402"/>
                    <a:pt x="676" y="8325"/>
                  </a:cubicBezTo>
                  <a:lnTo>
                    <a:pt x="1376" y="7973"/>
                  </a:lnTo>
                  <a:lnTo>
                    <a:pt x="1619" y="8205"/>
                  </a:lnTo>
                  <a:cubicBezTo>
                    <a:pt x="1790" y="8367"/>
                    <a:pt x="2009" y="8448"/>
                    <a:pt x="2227" y="8448"/>
                  </a:cubicBezTo>
                  <a:cubicBezTo>
                    <a:pt x="2446" y="8448"/>
                    <a:pt x="2664" y="8367"/>
                    <a:pt x="2833" y="8205"/>
                  </a:cubicBezTo>
                  <a:lnTo>
                    <a:pt x="3076" y="7973"/>
                  </a:lnTo>
                  <a:lnTo>
                    <a:pt x="3304" y="8086"/>
                  </a:lnTo>
                  <a:cubicBezTo>
                    <a:pt x="3195" y="8261"/>
                    <a:pt x="3135" y="8466"/>
                    <a:pt x="3135" y="8670"/>
                  </a:cubicBezTo>
                  <a:lnTo>
                    <a:pt x="3135" y="10281"/>
                  </a:lnTo>
                  <a:cubicBezTo>
                    <a:pt x="3135" y="10397"/>
                    <a:pt x="3230" y="10492"/>
                    <a:pt x="3346" y="10492"/>
                  </a:cubicBezTo>
                  <a:cubicBezTo>
                    <a:pt x="3463" y="10492"/>
                    <a:pt x="3554" y="10397"/>
                    <a:pt x="3554" y="10281"/>
                  </a:cubicBezTo>
                  <a:lnTo>
                    <a:pt x="3554" y="8670"/>
                  </a:lnTo>
                  <a:cubicBezTo>
                    <a:pt x="3554" y="8381"/>
                    <a:pt x="3737" y="8124"/>
                    <a:pt x="4008" y="8026"/>
                  </a:cubicBezTo>
                  <a:lnTo>
                    <a:pt x="5366" y="7537"/>
                  </a:lnTo>
                  <a:lnTo>
                    <a:pt x="5929" y="8385"/>
                  </a:lnTo>
                  <a:cubicBezTo>
                    <a:pt x="6003" y="8490"/>
                    <a:pt x="6119" y="8561"/>
                    <a:pt x="6249" y="8575"/>
                  </a:cubicBezTo>
                  <a:lnTo>
                    <a:pt x="6291" y="8575"/>
                  </a:lnTo>
                  <a:cubicBezTo>
                    <a:pt x="6408" y="8575"/>
                    <a:pt x="6517" y="8529"/>
                    <a:pt x="6601" y="8448"/>
                  </a:cubicBezTo>
                  <a:lnTo>
                    <a:pt x="6946" y="8103"/>
                  </a:lnTo>
                  <a:lnTo>
                    <a:pt x="6946" y="10281"/>
                  </a:lnTo>
                  <a:cubicBezTo>
                    <a:pt x="6946" y="10397"/>
                    <a:pt x="7037" y="10492"/>
                    <a:pt x="7153" y="10492"/>
                  </a:cubicBezTo>
                  <a:cubicBezTo>
                    <a:pt x="7270" y="10492"/>
                    <a:pt x="7365" y="10397"/>
                    <a:pt x="7365" y="10281"/>
                  </a:cubicBezTo>
                  <a:lnTo>
                    <a:pt x="7365" y="8103"/>
                  </a:lnTo>
                  <a:lnTo>
                    <a:pt x="7709" y="8448"/>
                  </a:lnTo>
                  <a:cubicBezTo>
                    <a:pt x="7790" y="8529"/>
                    <a:pt x="7899" y="8575"/>
                    <a:pt x="8016" y="8575"/>
                  </a:cubicBezTo>
                  <a:lnTo>
                    <a:pt x="8061" y="8575"/>
                  </a:lnTo>
                  <a:cubicBezTo>
                    <a:pt x="8188" y="8561"/>
                    <a:pt x="8308" y="8490"/>
                    <a:pt x="8378" y="8385"/>
                  </a:cubicBezTo>
                  <a:lnTo>
                    <a:pt x="8937" y="7537"/>
                  </a:lnTo>
                  <a:lnTo>
                    <a:pt x="10295" y="8029"/>
                  </a:lnTo>
                  <a:cubicBezTo>
                    <a:pt x="10566" y="8128"/>
                    <a:pt x="10746" y="8385"/>
                    <a:pt x="10749" y="8673"/>
                  </a:cubicBezTo>
                  <a:lnTo>
                    <a:pt x="10749" y="10285"/>
                  </a:lnTo>
                  <a:cubicBezTo>
                    <a:pt x="10749" y="10401"/>
                    <a:pt x="10841" y="10496"/>
                    <a:pt x="10957" y="10496"/>
                  </a:cubicBezTo>
                  <a:cubicBezTo>
                    <a:pt x="11073" y="10496"/>
                    <a:pt x="11168" y="10401"/>
                    <a:pt x="11168" y="10285"/>
                  </a:cubicBezTo>
                  <a:lnTo>
                    <a:pt x="11168" y="8673"/>
                  </a:lnTo>
                  <a:cubicBezTo>
                    <a:pt x="11168" y="8388"/>
                    <a:pt x="11055" y="8114"/>
                    <a:pt x="10858" y="7906"/>
                  </a:cubicBezTo>
                  <a:lnTo>
                    <a:pt x="10911" y="7892"/>
                  </a:lnTo>
                  <a:cubicBezTo>
                    <a:pt x="10978" y="7874"/>
                    <a:pt x="11041" y="7850"/>
                    <a:pt x="11105" y="7822"/>
                  </a:cubicBezTo>
                  <a:lnTo>
                    <a:pt x="11640" y="8356"/>
                  </a:lnTo>
                  <a:lnTo>
                    <a:pt x="11640" y="10285"/>
                  </a:lnTo>
                  <a:cubicBezTo>
                    <a:pt x="11640" y="10401"/>
                    <a:pt x="11735" y="10492"/>
                    <a:pt x="11851" y="10492"/>
                  </a:cubicBezTo>
                  <a:cubicBezTo>
                    <a:pt x="11963" y="10492"/>
                    <a:pt x="12058" y="10401"/>
                    <a:pt x="12058" y="10285"/>
                  </a:cubicBezTo>
                  <a:lnTo>
                    <a:pt x="12058" y="8356"/>
                  </a:lnTo>
                  <a:lnTo>
                    <a:pt x="12590" y="7825"/>
                  </a:lnTo>
                  <a:cubicBezTo>
                    <a:pt x="12618" y="7839"/>
                    <a:pt x="12646" y="7853"/>
                    <a:pt x="12678" y="7860"/>
                  </a:cubicBezTo>
                  <a:lnTo>
                    <a:pt x="13543" y="8110"/>
                  </a:lnTo>
                  <a:cubicBezTo>
                    <a:pt x="13740" y="8166"/>
                    <a:pt x="13877" y="8346"/>
                    <a:pt x="13877" y="8553"/>
                  </a:cubicBezTo>
                  <a:lnTo>
                    <a:pt x="13877" y="10285"/>
                  </a:lnTo>
                  <a:cubicBezTo>
                    <a:pt x="13877" y="10401"/>
                    <a:pt x="13972" y="10496"/>
                    <a:pt x="14085" y="10496"/>
                  </a:cubicBezTo>
                  <a:cubicBezTo>
                    <a:pt x="14201" y="10496"/>
                    <a:pt x="14296" y="10401"/>
                    <a:pt x="14296" y="10285"/>
                  </a:cubicBezTo>
                  <a:lnTo>
                    <a:pt x="14296" y="8553"/>
                  </a:lnTo>
                  <a:cubicBezTo>
                    <a:pt x="14296" y="8159"/>
                    <a:pt x="14036" y="7815"/>
                    <a:pt x="13656" y="7706"/>
                  </a:cubicBezTo>
                  <a:lnTo>
                    <a:pt x="12794" y="7459"/>
                  </a:lnTo>
                  <a:cubicBezTo>
                    <a:pt x="12755" y="7449"/>
                    <a:pt x="12730" y="7414"/>
                    <a:pt x="12730" y="7375"/>
                  </a:cubicBezTo>
                  <a:lnTo>
                    <a:pt x="12730" y="7086"/>
                  </a:lnTo>
                  <a:cubicBezTo>
                    <a:pt x="12801" y="7037"/>
                    <a:pt x="12868" y="6981"/>
                    <a:pt x="12927" y="6921"/>
                  </a:cubicBezTo>
                  <a:cubicBezTo>
                    <a:pt x="13230" y="6632"/>
                    <a:pt x="13402" y="6228"/>
                    <a:pt x="13399" y="5809"/>
                  </a:cubicBezTo>
                  <a:lnTo>
                    <a:pt x="13399" y="5411"/>
                  </a:lnTo>
                  <a:lnTo>
                    <a:pt x="13483" y="5243"/>
                  </a:lnTo>
                  <a:cubicBezTo>
                    <a:pt x="13575" y="5060"/>
                    <a:pt x="13624" y="4856"/>
                    <a:pt x="13624" y="4648"/>
                  </a:cubicBezTo>
                  <a:lnTo>
                    <a:pt x="13624" y="3571"/>
                  </a:lnTo>
                  <a:cubicBezTo>
                    <a:pt x="13624" y="3455"/>
                    <a:pt x="13529" y="3360"/>
                    <a:pt x="13416" y="3360"/>
                  </a:cubicBezTo>
                  <a:lnTo>
                    <a:pt x="11400" y="3360"/>
                  </a:lnTo>
                  <a:cubicBezTo>
                    <a:pt x="10665" y="3360"/>
                    <a:pt x="10070" y="3955"/>
                    <a:pt x="10070" y="4690"/>
                  </a:cubicBezTo>
                  <a:lnTo>
                    <a:pt x="10070" y="4701"/>
                  </a:lnTo>
                  <a:cubicBezTo>
                    <a:pt x="10070" y="4873"/>
                    <a:pt x="10113" y="5042"/>
                    <a:pt x="10186" y="5197"/>
                  </a:cubicBezTo>
                  <a:lnTo>
                    <a:pt x="10295" y="5411"/>
                  </a:lnTo>
                  <a:lnTo>
                    <a:pt x="10295" y="5753"/>
                  </a:lnTo>
                  <a:cubicBezTo>
                    <a:pt x="10295" y="6274"/>
                    <a:pt x="10545" y="6763"/>
                    <a:pt x="10968" y="7072"/>
                  </a:cubicBezTo>
                  <a:lnTo>
                    <a:pt x="10968" y="7375"/>
                  </a:lnTo>
                  <a:cubicBezTo>
                    <a:pt x="10968" y="7421"/>
                    <a:pt x="10968" y="7442"/>
                    <a:pt x="10795" y="7491"/>
                  </a:cubicBezTo>
                  <a:lnTo>
                    <a:pt x="10373" y="7611"/>
                  </a:lnTo>
                  <a:lnTo>
                    <a:pt x="9152" y="7167"/>
                  </a:lnTo>
                  <a:cubicBezTo>
                    <a:pt x="9156" y="7107"/>
                    <a:pt x="9134" y="7048"/>
                    <a:pt x="9096" y="7005"/>
                  </a:cubicBezTo>
                  <a:lnTo>
                    <a:pt x="8705" y="6597"/>
                  </a:lnTo>
                  <a:lnTo>
                    <a:pt x="8705" y="5908"/>
                  </a:lnTo>
                  <a:cubicBezTo>
                    <a:pt x="8747" y="5872"/>
                    <a:pt x="8786" y="5837"/>
                    <a:pt x="8825" y="5802"/>
                  </a:cubicBezTo>
                  <a:cubicBezTo>
                    <a:pt x="9317" y="5338"/>
                    <a:pt x="9599" y="4694"/>
                    <a:pt x="9602" y="4018"/>
                  </a:cubicBezTo>
                  <a:lnTo>
                    <a:pt x="9602" y="3466"/>
                  </a:lnTo>
                  <a:cubicBezTo>
                    <a:pt x="9747" y="3149"/>
                    <a:pt x="9824" y="2801"/>
                    <a:pt x="9824" y="2449"/>
                  </a:cubicBezTo>
                  <a:lnTo>
                    <a:pt x="9824" y="211"/>
                  </a:lnTo>
                  <a:cubicBezTo>
                    <a:pt x="9824" y="95"/>
                    <a:pt x="9729" y="0"/>
                    <a:pt x="96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85"/>
            <p:cNvSpPr/>
            <p:nvPr/>
          </p:nvSpPr>
          <p:spPr>
            <a:xfrm>
              <a:off x="1655749" y="3615643"/>
              <a:ext cx="10906" cy="45913"/>
            </a:xfrm>
            <a:custGeom>
              <a:rect b="b" l="l" r="r" t="t"/>
              <a:pathLst>
                <a:path extrusionOk="0" h="1764" w="419">
                  <a:moveTo>
                    <a:pt x="211" y="1"/>
                  </a:moveTo>
                  <a:cubicBezTo>
                    <a:pt x="95" y="1"/>
                    <a:pt x="0" y="96"/>
                    <a:pt x="0" y="209"/>
                  </a:cubicBezTo>
                  <a:lnTo>
                    <a:pt x="0" y="1553"/>
                  </a:lnTo>
                  <a:cubicBezTo>
                    <a:pt x="0" y="1669"/>
                    <a:pt x="95" y="1764"/>
                    <a:pt x="211" y="1764"/>
                  </a:cubicBezTo>
                  <a:cubicBezTo>
                    <a:pt x="327" y="1764"/>
                    <a:pt x="419" y="1669"/>
                    <a:pt x="419" y="1553"/>
                  </a:cubicBezTo>
                  <a:lnTo>
                    <a:pt x="419" y="212"/>
                  </a:lnTo>
                  <a:cubicBezTo>
                    <a:pt x="419" y="96"/>
                    <a:pt x="327"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85"/>
            <p:cNvSpPr/>
            <p:nvPr/>
          </p:nvSpPr>
          <p:spPr>
            <a:xfrm>
              <a:off x="1457836" y="3437927"/>
              <a:ext cx="94714" cy="31415"/>
            </a:xfrm>
            <a:custGeom>
              <a:rect b="b" l="l" r="r" t="t"/>
              <a:pathLst>
                <a:path extrusionOk="0" h="1207" w="3639">
                  <a:moveTo>
                    <a:pt x="1444" y="1"/>
                  </a:moveTo>
                  <a:cubicBezTo>
                    <a:pt x="1013" y="1"/>
                    <a:pt x="623" y="46"/>
                    <a:pt x="370" y="84"/>
                  </a:cubicBezTo>
                  <a:cubicBezTo>
                    <a:pt x="159" y="116"/>
                    <a:pt x="1" y="299"/>
                    <a:pt x="4" y="513"/>
                  </a:cubicBezTo>
                  <a:lnTo>
                    <a:pt x="4" y="995"/>
                  </a:lnTo>
                  <a:cubicBezTo>
                    <a:pt x="4" y="1111"/>
                    <a:pt x="96" y="1206"/>
                    <a:pt x="212" y="1206"/>
                  </a:cubicBezTo>
                  <a:cubicBezTo>
                    <a:pt x="328" y="1206"/>
                    <a:pt x="423" y="1111"/>
                    <a:pt x="423" y="995"/>
                  </a:cubicBezTo>
                  <a:lnTo>
                    <a:pt x="423" y="513"/>
                  </a:lnTo>
                  <a:lnTo>
                    <a:pt x="419" y="513"/>
                  </a:lnTo>
                  <a:cubicBezTo>
                    <a:pt x="419" y="506"/>
                    <a:pt x="423" y="499"/>
                    <a:pt x="430" y="499"/>
                  </a:cubicBezTo>
                  <a:cubicBezTo>
                    <a:pt x="760" y="448"/>
                    <a:pt x="1092" y="422"/>
                    <a:pt x="1425" y="422"/>
                  </a:cubicBezTo>
                  <a:cubicBezTo>
                    <a:pt x="1546" y="422"/>
                    <a:pt x="1667" y="426"/>
                    <a:pt x="1788" y="432"/>
                  </a:cubicBezTo>
                  <a:cubicBezTo>
                    <a:pt x="2442" y="475"/>
                    <a:pt x="2914" y="640"/>
                    <a:pt x="3195" y="918"/>
                  </a:cubicBezTo>
                  <a:cubicBezTo>
                    <a:pt x="3241" y="962"/>
                    <a:pt x="3291" y="980"/>
                    <a:pt x="3339" y="980"/>
                  </a:cubicBezTo>
                  <a:cubicBezTo>
                    <a:pt x="3500" y="980"/>
                    <a:pt x="3638" y="774"/>
                    <a:pt x="3495" y="622"/>
                  </a:cubicBezTo>
                  <a:cubicBezTo>
                    <a:pt x="2999" y="127"/>
                    <a:pt x="2165" y="1"/>
                    <a:pt x="1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85"/>
            <p:cNvSpPr/>
            <p:nvPr/>
          </p:nvSpPr>
          <p:spPr>
            <a:xfrm>
              <a:off x="1434489" y="3627277"/>
              <a:ext cx="10932" cy="34278"/>
            </a:xfrm>
            <a:custGeom>
              <a:rect b="b" l="l" r="r" t="t"/>
              <a:pathLst>
                <a:path extrusionOk="0" h="1317" w="420">
                  <a:moveTo>
                    <a:pt x="212" y="1"/>
                  </a:moveTo>
                  <a:cubicBezTo>
                    <a:pt x="95" y="1"/>
                    <a:pt x="0" y="96"/>
                    <a:pt x="0" y="212"/>
                  </a:cubicBezTo>
                  <a:lnTo>
                    <a:pt x="0" y="1106"/>
                  </a:lnTo>
                  <a:cubicBezTo>
                    <a:pt x="0" y="1222"/>
                    <a:pt x="95" y="1317"/>
                    <a:pt x="212" y="1317"/>
                  </a:cubicBezTo>
                  <a:cubicBezTo>
                    <a:pt x="324" y="1317"/>
                    <a:pt x="419" y="1222"/>
                    <a:pt x="419" y="1106"/>
                  </a:cubicBezTo>
                  <a:lnTo>
                    <a:pt x="419" y="212"/>
                  </a:lnTo>
                  <a:cubicBezTo>
                    <a:pt x="419" y="96"/>
                    <a:pt x="324"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85"/>
            <p:cNvSpPr/>
            <p:nvPr/>
          </p:nvSpPr>
          <p:spPr>
            <a:xfrm>
              <a:off x="1562701" y="3627277"/>
              <a:ext cx="10932" cy="34278"/>
            </a:xfrm>
            <a:custGeom>
              <a:rect b="b" l="l" r="r" t="t"/>
              <a:pathLst>
                <a:path extrusionOk="0" h="1317" w="420">
                  <a:moveTo>
                    <a:pt x="208" y="1"/>
                  </a:moveTo>
                  <a:cubicBezTo>
                    <a:pt x="95" y="1"/>
                    <a:pt x="0" y="96"/>
                    <a:pt x="0" y="212"/>
                  </a:cubicBezTo>
                  <a:lnTo>
                    <a:pt x="0" y="1106"/>
                  </a:lnTo>
                  <a:cubicBezTo>
                    <a:pt x="0" y="1222"/>
                    <a:pt x="95" y="1317"/>
                    <a:pt x="208" y="1317"/>
                  </a:cubicBezTo>
                  <a:cubicBezTo>
                    <a:pt x="324" y="1317"/>
                    <a:pt x="419" y="1222"/>
                    <a:pt x="419" y="1106"/>
                  </a:cubicBezTo>
                  <a:lnTo>
                    <a:pt x="419" y="212"/>
                  </a:lnTo>
                  <a:cubicBezTo>
                    <a:pt x="419" y="96"/>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5" name="Google Shape;18545;p85"/>
          <p:cNvGrpSpPr/>
          <p:nvPr/>
        </p:nvGrpSpPr>
        <p:grpSpPr>
          <a:xfrm>
            <a:off x="2779747" y="1525426"/>
            <a:ext cx="356993" cy="344214"/>
            <a:chOff x="2779747" y="1525426"/>
            <a:chExt cx="356993" cy="344214"/>
          </a:xfrm>
        </p:grpSpPr>
        <p:sp>
          <p:nvSpPr>
            <p:cNvPr id="18546" name="Google Shape;18546;p85"/>
            <p:cNvSpPr/>
            <p:nvPr/>
          </p:nvSpPr>
          <p:spPr>
            <a:xfrm>
              <a:off x="2952647" y="1530632"/>
              <a:ext cx="178887" cy="93387"/>
            </a:xfrm>
            <a:custGeom>
              <a:rect b="b" l="l" r="r" t="t"/>
              <a:pathLst>
                <a:path extrusionOk="0" h="3588" w="6873">
                  <a:moveTo>
                    <a:pt x="645" y="1"/>
                  </a:moveTo>
                  <a:cubicBezTo>
                    <a:pt x="289" y="1"/>
                    <a:pt x="1" y="289"/>
                    <a:pt x="1" y="645"/>
                  </a:cubicBezTo>
                  <a:lnTo>
                    <a:pt x="1" y="1932"/>
                  </a:lnTo>
                  <a:cubicBezTo>
                    <a:pt x="1" y="2288"/>
                    <a:pt x="289" y="2576"/>
                    <a:pt x="645" y="2576"/>
                  </a:cubicBezTo>
                  <a:lnTo>
                    <a:pt x="4079" y="2576"/>
                  </a:lnTo>
                  <a:lnTo>
                    <a:pt x="5370" y="3544"/>
                  </a:lnTo>
                  <a:cubicBezTo>
                    <a:pt x="5410" y="3574"/>
                    <a:pt x="5455" y="3588"/>
                    <a:pt x="5499" y="3588"/>
                  </a:cubicBezTo>
                  <a:cubicBezTo>
                    <a:pt x="5622" y="3588"/>
                    <a:pt x="5735" y="3479"/>
                    <a:pt x="5711" y="3336"/>
                  </a:cubicBezTo>
                  <a:lnTo>
                    <a:pt x="5585" y="2576"/>
                  </a:lnTo>
                  <a:lnTo>
                    <a:pt x="6229" y="2576"/>
                  </a:lnTo>
                  <a:cubicBezTo>
                    <a:pt x="6584" y="2576"/>
                    <a:pt x="6872" y="2288"/>
                    <a:pt x="6872" y="1932"/>
                  </a:cubicBezTo>
                  <a:lnTo>
                    <a:pt x="6872" y="645"/>
                  </a:lnTo>
                  <a:cubicBezTo>
                    <a:pt x="6872" y="289"/>
                    <a:pt x="6584" y="1"/>
                    <a:pt x="6229"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85"/>
            <p:cNvSpPr/>
            <p:nvPr/>
          </p:nvSpPr>
          <p:spPr>
            <a:xfrm>
              <a:off x="2975005" y="1720659"/>
              <a:ext cx="156529" cy="71029"/>
            </a:xfrm>
            <a:custGeom>
              <a:rect b="b" l="l" r="r" t="t"/>
              <a:pathLst>
                <a:path extrusionOk="0" h="2729" w="6014">
                  <a:moveTo>
                    <a:pt x="648" y="0"/>
                  </a:moveTo>
                  <a:cubicBezTo>
                    <a:pt x="289" y="0"/>
                    <a:pt x="0" y="289"/>
                    <a:pt x="0" y="644"/>
                  </a:cubicBezTo>
                  <a:lnTo>
                    <a:pt x="0" y="1074"/>
                  </a:lnTo>
                  <a:cubicBezTo>
                    <a:pt x="0" y="1429"/>
                    <a:pt x="289" y="1717"/>
                    <a:pt x="648" y="1717"/>
                  </a:cubicBezTo>
                  <a:lnTo>
                    <a:pt x="3223" y="1717"/>
                  </a:lnTo>
                  <a:lnTo>
                    <a:pt x="4511" y="2685"/>
                  </a:lnTo>
                  <a:cubicBezTo>
                    <a:pt x="4551" y="2715"/>
                    <a:pt x="4595" y="2728"/>
                    <a:pt x="4638" y="2728"/>
                  </a:cubicBezTo>
                  <a:cubicBezTo>
                    <a:pt x="4762" y="2728"/>
                    <a:pt x="4876" y="2618"/>
                    <a:pt x="4852" y="2477"/>
                  </a:cubicBezTo>
                  <a:lnTo>
                    <a:pt x="4726" y="1717"/>
                  </a:lnTo>
                  <a:lnTo>
                    <a:pt x="5370" y="1717"/>
                  </a:lnTo>
                  <a:cubicBezTo>
                    <a:pt x="5725" y="1717"/>
                    <a:pt x="6013" y="1429"/>
                    <a:pt x="6013" y="1074"/>
                  </a:cubicBezTo>
                  <a:lnTo>
                    <a:pt x="6013" y="644"/>
                  </a:lnTo>
                  <a:cubicBezTo>
                    <a:pt x="6013" y="289"/>
                    <a:pt x="5725" y="0"/>
                    <a:pt x="537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85"/>
            <p:cNvSpPr/>
            <p:nvPr/>
          </p:nvSpPr>
          <p:spPr>
            <a:xfrm>
              <a:off x="2784978" y="1770944"/>
              <a:ext cx="167695" cy="93387"/>
            </a:xfrm>
            <a:custGeom>
              <a:rect b="b" l="l" r="r" t="t"/>
              <a:pathLst>
                <a:path extrusionOk="0" h="3588" w="6443">
                  <a:moveTo>
                    <a:pt x="648" y="0"/>
                  </a:moveTo>
                  <a:cubicBezTo>
                    <a:pt x="289" y="0"/>
                    <a:pt x="1" y="289"/>
                    <a:pt x="1" y="644"/>
                  </a:cubicBezTo>
                  <a:lnTo>
                    <a:pt x="1" y="1932"/>
                  </a:lnTo>
                  <a:cubicBezTo>
                    <a:pt x="1" y="2291"/>
                    <a:pt x="289" y="2579"/>
                    <a:pt x="648" y="2579"/>
                  </a:cubicBezTo>
                  <a:lnTo>
                    <a:pt x="1288" y="2579"/>
                  </a:lnTo>
                  <a:lnTo>
                    <a:pt x="1162" y="3336"/>
                  </a:lnTo>
                  <a:cubicBezTo>
                    <a:pt x="1138" y="3479"/>
                    <a:pt x="1251" y="3587"/>
                    <a:pt x="1374" y="3587"/>
                  </a:cubicBezTo>
                  <a:cubicBezTo>
                    <a:pt x="1418" y="3587"/>
                    <a:pt x="1462" y="3574"/>
                    <a:pt x="1503" y="3543"/>
                  </a:cubicBezTo>
                  <a:lnTo>
                    <a:pt x="2794" y="2576"/>
                  </a:lnTo>
                  <a:lnTo>
                    <a:pt x="5799" y="2576"/>
                  </a:lnTo>
                  <a:cubicBezTo>
                    <a:pt x="6154" y="2576"/>
                    <a:pt x="6443" y="2287"/>
                    <a:pt x="6443" y="1932"/>
                  </a:cubicBezTo>
                  <a:lnTo>
                    <a:pt x="6443" y="644"/>
                  </a:lnTo>
                  <a:cubicBezTo>
                    <a:pt x="6443" y="289"/>
                    <a:pt x="6154" y="0"/>
                    <a:pt x="57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85"/>
            <p:cNvSpPr/>
            <p:nvPr/>
          </p:nvSpPr>
          <p:spPr>
            <a:xfrm>
              <a:off x="2784978" y="1620010"/>
              <a:ext cx="178887" cy="115822"/>
            </a:xfrm>
            <a:custGeom>
              <a:rect b="b" l="l" r="r" t="t"/>
              <a:pathLst>
                <a:path extrusionOk="0" h="4450" w="6873">
                  <a:moveTo>
                    <a:pt x="648" y="1"/>
                  </a:moveTo>
                  <a:cubicBezTo>
                    <a:pt x="289" y="1"/>
                    <a:pt x="1" y="289"/>
                    <a:pt x="1" y="645"/>
                  </a:cubicBezTo>
                  <a:lnTo>
                    <a:pt x="1" y="2794"/>
                  </a:lnTo>
                  <a:cubicBezTo>
                    <a:pt x="1" y="3150"/>
                    <a:pt x="289" y="3438"/>
                    <a:pt x="648" y="3438"/>
                  </a:cubicBezTo>
                  <a:lnTo>
                    <a:pt x="1288" y="3438"/>
                  </a:lnTo>
                  <a:lnTo>
                    <a:pt x="1162" y="4198"/>
                  </a:lnTo>
                  <a:cubicBezTo>
                    <a:pt x="1138" y="4339"/>
                    <a:pt x="1252" y="4449"/>
                    <a:pt x="1376" y="4449"/>
                  </a:cubicBezTo>
                  <a:cubicBezTo>
                    <a:pt x="1419" y="4449"/>
                    <a:pt x="1463" y="4436"/>
                    <a:pt x="1503" y="4406"/>
                  </a:cubicBezTo>
                  <a:lnTo>
                    <a:pt x="2794" y="3438"/>
                  </a:lnTo>
                  <a:lnTo>
                    <a:pt x="6228" y="3438"/>
                  </a:lnTo>
                  <a:cubicBezTo>
                    <a:pt x="6584" y="3438"/>
                    <a:pt x="6872" y="3150"/>
                    <a:pt x="6872" y="2794"/>
                  </a:cubicBezTo>
                  <a:lnTo>
                    <a:pt x="6872" y="645"/>
                  </a:lnTo>
                  <a:cubicBezTo>
                    <a:pt x="6872" y="289"/>
                    <a:pt x="6584" y="1"/>
                    <a:pt x="622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85"/>
            <p:cNvSpPr/>
            <p:nvPr/>
          </p:nvSpPr>
          <p:spPr>
            <a:xfrm>
              <a:off x="3023911" y="1547758"/>
              <a:ext cx="81076" cy="10463"/>
            </a:xfrm>
            <a:custGeom>
              <a:rect b="b" l="l" r="r" t="t"/>
              <a:pathLst>
                <a:path extrusionOk="0" h="402" w="3115">
                  <a:moveTo>
                    <a:pt x="268" y="1"/>
                  </a:moveTo>
                  <a:cubicBezTo>
                    <a:pt x="0" y="1"/>
                    <a:pt x="0" y="402"/>
                    <a:pt x="268"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85"/>
            <p:cNvSpPr/>
            <p:nvPr/>
          </p:nvSpPr>
          <p:spPr>
            <a:xfrm>
              <a:off x="2979221" y="1547758"/>
              <a:ext cx="36282" cy="10463"/>
            </a:xfrm>
            <a:custGeom>
              <a:rect b="b" l="l" r="r" t="t"/>
              <a:pathLst>
                <a:path extrusionOk="0" h="402" w="1394">
                  <a:moveTo>
                    <a:pt x="268" y="1"/>
                  </a:moveTo>
                  <a:cubicBezTo>
                    <a:pt x="0" y="1"/>
                    <a:pt x="0" y="402"/>
                    <a:pt x="268" y="402"/>
                  </a:cubicBezTo>
                  <a:lnTo>
                    <a:pt x="1126" y="402"/>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85"/>
            <p:cNvSpPr/>
            <p:nvPr/>
          </p:nvSpPr>
          <p:spPr>
            <a:xfrm>
              <a:off x="3079870" y="1570116"/>
              <a:ext cx="25117" cy="10463"/>
            </a:xfrm>
            <a:custGeom>
              <a:rect b="b" l="l" r="r" t="t"/>
              <a:pathLst>
                <a:path extrusionOk="0" h="402" w="965">
                  <a:moveTo>
                    <a:pt x="267" y="0"/>
                  </a:moveTo>
                  <a:cubicBezTo>
                    <a:pt x="0" y="0"/>
                    <a:pt x="0" y="401"/>
                    <a:pt x="267"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85"/>
            <p:cNvSpPr/>
            <p:nvPr/>
          </p:nvSpPr>
          <p:spPr>
            <a:xfrm>
              <a:off x="2979221" y="1570116"/>
              <a:ext cx="92241" cy="10463"/>
            </a:xfrm>
            <a:custGeom>
              <a:rect b="b" l="l" r="r" t="t"/>
              <a:pathLst>
                <a:path extrusionOk="0" h="402" w="3544">
                  <a:moveTo>
                    <a:pt x="268" y="0"/>
                  </a:moveTo>
                  <a:cubicBezTo>
                    <a:pt x="0" y="0"/>
                    <a:pt x="0" y="401"/>
                    <a:pt x="268" y="401"/>
                  </a:cubicBezTo>
                  <a:lnTo>
                    <a:pt x="3276" y="401"/>
                  </a:lnTo>
                  <a:cubicBezTo>
                    <a:pt x="3543" y="401"/>
                    <a:pt x="3543"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85"/>
            <p:cNvSpPr/>
            <p:nvPr/>
          </p:nvSpPr>
          <p:spPr>
            <a:xfrm>
              <a:off x="2947442" y="1525426"/>
              <a:ext cx="189298" cy="103850"/>
            </a:xfrm>
            <a:custGeom>
              <a:rect b="b" l="l" r="r" t="t"/>
              <a:pathLst>
                <a:path extrusionOk="0" h="3990" w="7273">
                  <a:moveTo>
                    <a:pt x="6429" y="401"/>
                  </a:moveTo>
                  <a:cubicBezTo>
                    <a:pt x="6671" y="401"/>
                    <a:pt x="6872" y="598"/>
                    <a:pt x="6872" y="845"/>
                  </a:cubicBezTo>
                  <a:lnTo>
                    <a:pt x="6872" y="2132"/>
                  </a:lnTo>
                  <a:cubicBezTo>
                    <a:pt x="6872" y="2379"/>
                    <a:pt x="6671" y="2576"/>
                    <a:pt x="6429" y="2576"/>
                  </a:cubicBezTo>
                  <a:lnTo>
                    <a:pt x="5785" y="2576"/>
                  </a:lnTo>
                  <a:cubicBezTo>
                    <a:pt x="5658" y="2576"/>
                    <a:pt x="5563" y="2688"/>
                    <a:pt x="5584" y="2811"/>
                  </a:cubicBezTo>
                  <a:lnTo>
                    <a:pt x="5711" y="3568"/>
                  </a:lnTo>
                  <a:cubicBezTo>
                    <a:pt x="5713" y="3578"/>
                    <a:pt x="5707" y="3585"/>
                    <a:pt x="5699" y="3585"/>
                  </a:cubicBezTo>
                  <a:cubicBezTo>
                    <a:pt x="5696" y="3585"/>
                    <a:pt x="5693" y="3584"/>
                    <a:pt x="5690" y="3582"/>
                  </a:cubicBezTo>
                  <a:lnTo>
                    <a:pt x="4402" y="2614"/>
                  </a:lnTo>
                  <a:cubicBezTo>
                    <a:pt x="4367" y="2590"/>
                    <a:pt x="4325" y="2576"/>
                    <a:pt x="4279" y="2576"/>
                  </a:cubicBezTo>
                  <a:lnTo>
                    <a:pt x="845" y="2576"/>
                  </a:lnTo>
                  <a:cubicBezTo>
                    <a:pt x="598" y="2576"/>
                    <a:pt x="401" y="2375"/>
                    <a:pt x="401" y="2132"/>
                  </a:cubicBezTo>
                  <a:lnTo>
                    <a:pt x="401" y="845"/>
                  </a:lnTo>
                  <a:cubicBezTo>
                    <a:pt x="401" y="598"/>
                    <a:pt x="598" y="401"/>
                    <a:pt x="845" y="401"/>
                  </a:cubicBezTo>
                  <a:close/>
                  <a:moveTo>
                    <a:pt x="845" y="0"/>
                  </a:moveTo>
                  <a:cubicBezTo>
                    <a:pt x="377" y="0"/>
                    <a:pt x="0" y="377"/>
                    <a:pt x="0" y="845"/>
                  </a:cubicBezTo>
                  <a:lnTo>
                    <a:pt x="0" y="2132"/>
                  </a:lnTo>
                  <a:cubicBezTo>
                    <a:pt x="0" y="2600"/>
                    <a:pt x="377" y="2977"/>
                    <a:pt x="845" y="2977"/>
                  </a:cubicBezTo>
                  <a:lnTo>
                    <a:pt x="4212" y="2977"/>
                  </a:lnTo>
                  <a:lnTo>
                    <a:pt x="5450" y="3906"/>
                  </a:lnTo>
                  <a:cubicBezTo>
                    <a:pt x="5528" y="3964"/>
                    <a:pt x="5614" y="3990"/>
                    <a:pt x="5697" y="3990"/>
                  </a:cubicBezTo>
                  <a:cubicBezTo>
                    <a:pt x="5936" y="3990"/>
                    <a:pt x="6155" y="3778"/>
                    <a:pt x="6108" y="3505"/>
                  </a:cubicBezTo>
                  <a:lnTo>
                    <a:pt x="6020" y="2977"/>
                  </a:lnTo>
                  <a:lnTo>
                    <a:pt x="6429" y="2977"/>
                  </a:lnTo>
                  <a:cubicBezTo>
                    <a:pt x="6893" y="2973"/>
                    <a:pt x="7273" y="2597"/>
                    <a:pt x="7273" y="2132"/>
                  </a:cubicBezTo>
                  <a:lnTo>
                    <a:pt x="7273" y="845"/>
                  </a:lnTo>
                  <a:cubicBezTo>
                    <a:pt x="7273" y="377"/>
                    <a:pt x="6893"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85"/>
            <p:cNvSpPr/>
            <p:nvPr/>
          </p:nvSpPr>
          <p:spPr>
            <a:xfrm>
              <a:off x="2811526" y="1788070"/>
              <a:ext cx="81076" cy="10463"/>
            </a:xfrm>
            <a:custGeom>
              <a:rect b="b" l="l" r="r" t="t"/>
              <a:pathLst>
                <a:path extrusionOk="0" h="402" w="3115">
                  <a:moveTo>
                    <a:pt x="268" y="0"/>
                  </a:moveTo>
                  <a:cubicBezTo>
                    <a:pt x="1" y="0"/>
                    <a:pt x="1" y="401"/>
                    <a:pt x="268" y="401"/>
                  </a:cubicBezTo>
                  <a:lnTo>
                    <a:pt x="2847" y="401"/>
                  </a:lnTo>
                  <a:cubicBezTo>
                    <a:pt x="3115" y="401"/>
                    <a:pt x="3115" y="0"/>
                    <a:pt x="2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85"/>
            <p:cNvSpPr/>
            <p:nvPr/>
          </p:nvSpPr>
          <p:spPr>
            <a:xfrm>
              <a:off x="2901009" y="1788070"/>
              <a:ext cx="25117" cy="10463"/>
            </a:xfrm>
            <a:custGeom>
              <a:rect b="b" l="l" r="r" t="t"/>
              <a:pathLst>
                <a:path extrusionOk="0" h="402" w="965">
                  <a:moveTo>
                    <a:pt x="268" y="0"/>
                  </a:moveTo>
                  <a:cubicBezTo>
                    <a:pt x="0" y="0"/>
                    <a:pt x="0" y="401"/>
                    <a:pt x="268"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85"/>
            <p:cNvSpPr/>
            <p:nvPr/>
          </p:nvSpPr>
          <p:spPr>
            <a:xfrm>
              <a:off x="2811526" y="1810402"/>
              <a:ext cx="25221" cy="10463"/>
            </a:xfrm>
            <a:custGeom>
              <a:rect b="b" l="l" r="r" t="t"/>
              <a:pathLst>
                <a:path extrusionOk="0" h="402" w="969">
                  <a:moveTo>
                    <a:pt x="268" y="1"/>
                  </a:moveTo>
                  <a:cubicBezTo>
                    <a:pt x="1" y="1"/>
                    <a:pt x="1" y="402"/>
                    <a:pt x="268" y="402"/>
                  </a:cubicBezTo>
                  <a:lnTo>
                    <a:pt x="698" y="402"/>
                  </a:lnTo>
                  <a:cubicBezTo>
                    <a:pt x="968" y="402"/>
                    <a:pt x="968" y="1"/>
                    <a:pt x="6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85"/>
            <p:cNvSpPr/>
            <p:nvPr/>
          </p:nvSpPr>
          <p:spPr>
            <a:xfrm>
              <a:off x="2845050" y="1810402"/>
              <a:ext cx="81076" cy="10463"/>
            </a:xfrm>
            <a:custGeom>
              <a:rect b="b" l="l" r="r" t="t"/>
              <a:pathLst>
                <a:path extrusionOk="0" h="402" w="3115">
                  <a:moveTo>
                    <a:pt x="272" y="1"/>
                  </a:moveTo>
                  <a:cubicBezTo>
                    <a:pt x="1" y="1"/>
                    <a:pt x="1" y="402"/>
                    <a:pt x="272"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85"/>
            <p:cNvSpPr/>
            <p:nvPr/>
          </p:nvSpPr>
          <p:spPr>
            <a:xfrm>
              <a:off x="2779747" y="1765712"/>
              <a:ext cx="178158" cy="103928"/>
            </a:xfrm>
            <a:custGeom>
              <a:rect b="b" l="l" r="r" t="t"/>
              <a:pathLst>
                <a:path extrusionOk="0" h="3993" w="6845">
                  <a:moveTo>
                    <a:pt x="6000" y="402"/>
                  </a:moveTo>
                  <a:cubicBezTo>
                    <a:pt x="6246" y="402"/>
                    <a:pt x="6443" y="599"/>
                    <a:pt x="6443" y="845"/>
                  </a:cubicBezTo>
                  <a:lnTo>
                    <a:pt x="6443" y="2133"/>
                  </a:lnTo>
                  <a:cubicBezTo>
                    <a:pt x="6443" y="2379"/>
                    <a:pt x="6243" y="2576"/>
                    <a:pt x="6000" y="2576"/>
                  </a:cubicBezTo>
                  <a:lnTo>
                    <a:pt x="2995" y="2576"/>
                  </a:lnTo>
                  <a:cubicBezTo>
                    <a:pt x="2949" y="2576"/>
                    <a:pt x="2907" y="2590"/>
                    <a:pt x="2872" y="2618"/>
                  </a:cubicBezTo>
                  <a:lnTo>
                    <a:pt x="1584" y="3586"/>
                  </a:lnTo>
                  <a:cubicBezTo>
                    <a:pt x="1582" y="3587"/>
                    <a:pt x="1579" y="3588"/>
                    <a:pt x="1577" y="3588"/>
                  </a:cubicBezTo>
                  <a:cubicBezTo>
                    <a:pt x="1568" y="3588"/>
                    <a:pt x="1560" y="3580"/>
                    <a:pt x="1563" y="3572"/>
                  </a:cubicBezTo>
                  <a:lnTo>
                    <a:pt x="1690" y="2812"/>
                  </a:lnTo>
                  <a:cubicBezTo>
                    <a:pt x="1707" y="2689"/>
                    <a:pt x="1616" y="2576"/>
                    <a:pt x="1489" y="2576"/>
                  </a:cubicBezTo>
                  <a:lnTo>
                    <a:pt x="849" y="2576"/>
                  </a:lnTo>
                  <a:cubicBezTo>
                    <a:pt x="603" y="2576"/>
                    <a:pt x="406" y="2379"/>
                    <a:pt x="406" y="2133"/>
                  </a:cubicBezTo>
                  <a:lnTo>
                    <a:pt x="406" y="845"/>
                  </a:lnTo>
                  <a:cubicBezTo>
                    <a:pt x="406" y="599"/>
                    <a:pt x="603" y="402"/>
                    <a:pt x="849" y="402"/>
                  </a:cubicBezTo>
                  <a:close/>
                  <a:moveTo>
                    <a:pt x="849" y="1"/>
                  </a:moveTo>
                  <a:cubicBezTo>
                    <a:pt x="381" y="1"/>
                    <a:pt x="4" y="377"/>
                    <a:pt x="1" y="845"/>
                  </a:cubicBezTo>
                  <a:lnTo>
                    <a:pt x="1" y="2133"/>
                  </a:lnTo>
                  <a:cubicBezTo>
                    <a:pt x="4" y="2601"/>
                    <a:pt x="381" y="2977"/>
                    <a:pt x="849" y="2977"/>
                  </a:cubicBezTo>
                  <a:lnTo>
                    <a:pt x="1254" y="2977"/>
                  </a:lnTo>
                  <a:lnTo>
                    <a:pt x="1166" y="3505"/>
                  </a:lnTo>
                  <a:cubicBezTo>
                    <a:pt x="1119" y="3780"/>
                    <a:pt x="1337" y="3992"/>
                    <a:pt x="1576" y="3992"/>
                  </a:cubicBezTo>
                  <a:cubicBezTo>
                    <a:pt x="1661" y="3992"/>
                    <a:pt x="1748" y="3966"/>
                    <a:pt x="1827" y="3906"/>
                  </a:cubicBezTo>
                  <a:lnTo>
                    <a:pt x="3062" y="2981"/>
                  </a:lnTo>
                  <a:lnTo>
                    <a:pt x="6000" y="2981"/>
                  </a:lnTo>
                  <a:cubicBezTo>
                    <a:pt x="6468" y="2981"/>
                    <a:pt x="6844" y="2601"/>
                    <a:pt x="6844" y="2136"/>
                  </a:cubicBezTo>
                  <a:lnTo>
                    <a:pt x="6844" y="845"/>
                  </a:lnTo>
                  <a:cubicBezTo>
                    <a:pt x="6844" y="377"/>
                    <a:pt x="6468" y="1"/>
                    <a:pt x="60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85"/>
            <p:cNvSpPr/>
            <p:nvPr/>
          </p:nvSpPr>
          <p:spPr>
            <a:xfrm>
              <a:off x="3035076" y="1737785"/>
              <a:ext cx="69910" cy="10463"/>
            </a:xfrm>
            <a:custGeom>
              <a:rect b="b" l="l" r="r" t="t"/>
              <a:pathLst>
                <a:path extrusionOk="0" h="402" w="2686">
                  <a:moveTo>
                    <a:pt x="268" y="0"/>
                  </a:moveTo>
                  <a:cubicBezTo>
                    <a:pt x="0" y="0"/>
                    <a:pt x="0" y="402"/>
                    <a:pt x="268" y="402"/>
                  </a:cubicBezTo>
                  <a:lnTo>
                    <a:pt x="2418" y="402"/>
                  </a:lnTo>
                  <a:cubicBezTo>
                    <a:pt x="2685" y="402"/>
                    <a:pt x="2685" y="0"/>
                    <a:pt x="2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85"/>
            <p:cNvSpPr/>
            <p:nvPr/>
          </p:nvSpPr>
          <p:spPr>
            <a:xfrm>
              <a:off x="3001553" y="1737785"/>
              <a:ext cx="25117" cy="10463"/>
            </a:xfrm>
            <a:custGeom>
              <a:rect b="b" l="l" r="r" t="t"/>
              <a:pathLst>
                <a:path extrusionOk="0" h="402" w="965">
                  <a:moveTo>
                    <a:pt x="268" y="0"/>
                  </a:moveTo>
                  <a:cubicBezTo>
                    <a:pt x="1" y="0"/>
                    <a:pt x="1" y="402"/>
                    <a:pt x="268" y="402"/>
                  </a:cubicBezTo>
                  <a:lnTo>
                    <a:pt x="697" y="402"/>
                  </a:lnTo>
                  <a:cubicBezTo>
                    <a:pt x="965" y="402"/>
                    <a:pt x="965"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85"/>
            <p:cNvSpPr/>
            <p:nvPr/>
          </p:nvSpPr>
          <p:spPr>
            <a:xfrm>
              <a:off x="2969773" y="1715427"/>
              <a:ext cx="166888" cy="81466"/>
            </a:xfrm>
            <a:custGeom>
              <a:rect b="b" l="l" r="r" t="t"/>
              <a:pathLst>
                <a:path extrusionOk="0" h="3130" w="6412">
                  <a:moveTo>
                    <a:pt x="5571" y="402"/>
                  </a:moveTo>
                  <a:cubicBezTo>
                    <a:pt x="5817" y="402"/>
                    <a:pt x="6014" y="599"/>
                    <a:pt x="6014" y="845"/>
                  </a:cubicBezTo>
                  <a:lnTo>
                    <a:pt x="6014" y="1275"/>
                  </a:lnTo>
                  <a:cubicBezTo>
                    <a:pt x="6014" y="1521"/>
                    <a:pt x="5813" y="1718"/>
                    <a:pt x="5571" y="1718"/>
                  </a:cubicBezTo>
                  <a:lnTo>
                    <a:pt x="4927" y="1718"/>
                  </a:lnTo>
                  <a:cubicBezTo>
                    <a:pt x="4800" y="1718"/>
                    <a:pt x="4705" y="1831"/>
                    <a:pt x="4726" y="1954"/>
                  </a:cubicBezTo>
                  <a:lnTo>
                    <a:pt x="4853" y="2710"/>
                  </a:lnTo>
                  <a:cubicBezTo>
                    <a:pt x="4855" y="2720"/>
                    <a:pt x="4849" y="2727"/>
                    <a:pt x="4841" y="2727"/>
                  </a:cubicBezTo>
                  <a:cubicBezTo>
                    <a:pt x="4838" y="2727"/>
                    <a:pt x="4835" y="2726"/>
                    <a:pt x="4832" y="2724"/>
                  </a:cubicBezTo>
                  <a:lnTo>
                    <a:pt x="3544" y="1757"/>
                  </a:lnTo>
                  <a:cubicBezTo>
                    <a:pt x="3509" y="1732"/>
                    <a:pt x="3467" y="1718"/>
                    <a:pt x="3421" y="1718"/>
                  </a:cubicBezTo>
                  <a:lnTo>
                    <a:pt x="849" y="1718"/>
                  </a:lnTo>
                  <a:cubicBezTo>
                    <a:pt x="602" y="1718"/>
                    <a:pt x="405" y="1517"/>
                    <a:pt x="405" y="1275"/>
                  </a:cubicBezTo>
                  <a:lnTo>
                    <a:pt x="405" y="845"/>
                  </a:lnTo>
                  <a:cubicBezTo>
                    <a:pt x="405" y="599"/>
                    <a:pt x="602" y="402"/>
                    <a:pt x="849" y="402"/>
                  </a:cubicBezTo>
                  <a:close/>
                  <a:moveTo>
                    <a:pt x="849" y="1"/>
                  </a:moveTo>
                  <a:cubicBezTo>
                    <a:pt x="381" y="1"/>
                    <a:pt x="4" y="377"/>
                    <a:pt x="1" y="845"/>
                  </a:cubicBezTo>
                  <a:lnTo>
                    <a:pt x="1" y="1275"/>
                  </a:lnTo>
                  <a:cubicBezTo>
                    <a:pt x="1" y="1739"/>
                    <a:pt x="381" y="2119"/>
                    <a:pt x="849" y="2119"/>
                  </a:cubicBezTo>
                  <a:lnTo>
                    <a:pt x="3354" y="2119"/>
                  </a:lnTo>
                  <a:lnTo>
                    <a:pt x="4589" y="3044"/>
                  </a:lnTo>
                  <a:cubicBezTo>
                    <a:pt x="4667" y="3103"/>
                    <a:pt x="4753" y="3129"/>
                    <a:pt x="4838" y="3129"/>
                  </a:cubicBezTo>
                  <a:cubicBezTo>
                    <a:pt x="5076" y="3129"/>
                    <a:pt x="5295" y="2920"/>
                    <a:pt x="5250" y="2647"/>
                  </a:cubicBezTo>
                  <a:lnTo>
                    <a:pt x="5162" y="2119"/>
                  </a:lnTo>
                  <a:lnTo>
                    <a:pt x="5567" y="2119"/>
                  </a:lnTo>
                  <a:cubicBezTo>
                    <a:pt x="6035" y="2116"/>
                    <a:pt x="6411" y="1739"/>
                    <a:pt x="6411" y="1271"/>
                  </a:cubicBezTo>
                  <a:lnTo>
                    <a:pt x="6411" y="842"/>
                  </a:lnTo>
                  <a:cubicBezTo>
                    <a:pt x="6411" y="377"/>
                    <a:pt x="6035" y="1"/>
                    <a:pt x="5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85"/>
            <p:cNvSpPr/>
            <p:nvPr/>
          </p:nvSpPr>
          <p:spPr>
            <a:xfrm>
              <a:off x="2811526" y="1637136"/>
              <a:ext cx="81076" cy="10567"/>
            </a:xfrm>
            <a:custGeom>
              <a:rect b="b" l="l" r="r" t="t"/>
              <a:pathLst>
                <a:path extrusionOk="0" h="406" w="3115">
                  <a:moveTo>
                    <a:pt x="268" y="1"/>
                  </a:moveTo>
                  <a:cubicBezTo>
                    <a:pt x="1" y="1"/>
                    <a:pt x="1" y="405"/>
                    <a:pt x="268" y="405"/>
                  </a:cubicBezTo>
                  <a:lnTo>
                    <a:pt x="2847" y="405"/>
                  </a:lnTo>
                  <a:cubicBezTo>
                    <a:pt x="3115" y="402"/>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85"/>
            <p:cNvSpPr/>
            <p:nvPr/>
          </p:nvSpPr>
          <p:spPr>
            <a:xfrm>
              <a:off x="2901009" y="1637136"/>
              <a:ext cx="36282" cy="10567"/>
            </a:xfrm>
            <a:custGeom>
              <a:rect b="b" l="l" r="r" t="t"/>
              <a:pathLst>
                <a:path extrusionOk="0" h="406" w="1394">
                  <a:moveTo>
                    <a:pt x="268" y="1"/>
                  </a:moveTo>
                  <a:cubicBezTo>
                    <a:pt x="0" y="1"/>
                    <a:pt x="0" y="405"/>
                    <a:pt x="268" y="405"/>
                  </a:cubicBezTo>
                  <a:lnTo>
                    <a:pt x="1126" y="405"/>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85"/>
            <p:cNvSpPr/>
            <p:nvPr/>
          </p:nvSpPr>
          <p:spPr>
            <a:xfrm>
              <a:off x="2811526" y="1681826"/>
              <a:ext cx="81076" cy="10567"/>
            </a:xfrm>
            <a:custGeom>
              <a:rect b="b" l="l" r="r" t="t"/>
              <a:pathLst>
                <a:path extrusionOk="0" h="406" w="3115">
                  <a:moveTo>
                    <a:pt x="268" y="1"/>
                  </a:moveTo>
                  <a:cubicBezTo>
                    <a:pt x="1" y="1"/>
                    <a:pt x="1" y="405"/>
                    <a:pt x="268" y="405"/>
                  </a:cubicBezTo>
                  <a:lnTo>
                    <a:pt x="2847" y="405"/>
                  </a:lnTo>
                  <a:cubicBezTo>
                    <a:pt x="3115" y="405"/>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85"/>
            <p:cNvSpPr/>
            <p:nvPr/>
          </p:nvSpPr>
          <p:spPr>
            <a:xfrm>
              <a:off x="2901009" y="1681826"/>
              <a:ext cx="36282" cy="10567"/>
            </a:xfrm>
            <a:custGeom>
              <a:rect b="b" l="l" r="r" t="t"/>
              <a:pathLst>
                <a:path extrusionOk="0" h="406" w="1394">
                  <a:moveTo>
                    <a:pt x="268" y="1"/>
                  </a:moveTo>
                  <a:cubicBezTo>
                    <a:pt x="0" y="1"/>
                    <a:pt x="0" y="405"/>
                    <a:pt x="268" y="405"/>
                  </a:cubicBezTo>
                  <a:lnTo>
                    <a:pt x="1126" y="405"/>
                  </a:lnTo>
                  <a:cubicBezTo>
                    <a:pt x="1394" y="405"/>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85"/>
            <p:cNvSpPr/>
            <p:nvPr/>
          </p:nvSpPr>
          <p:spPr>
            <a:xfrm>
              <a:off x="2811526" y="1659494"/>
              <a:ext cx="25221" cy="10541"/>
            </a:xfrm>
            <a:custGeom>
              <a:rect b="b" l="l" r="r" t="t"/>
              <a:pathLst>
                <a:path extrusionOk="0" h="405" w="969">
                  <a:moveTo>
                    <a:pt x="268" y="0"/>
                  </a:moveTo>
                  <a:cubicBezTo>
                    <a:pt x="1" y="0"/>
                    <a:pt x="1" y="405"/>
                    <a:pt x="268" y="405"/>
                  </a:cubicBezTo>
                  <a:lnTo>
                    <a:pt x="698" y="405"/>
                  </a:lnTo>
                  <a:cubicBezTo>
                    <a:pt x="968" y="405"/>
                    <a:pt x="968" y="0"/>
                    <a:pt x="6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85"/>
            <p:cNvSpPr/>
            <p:nvPr/>
          </p:nvSpPr>
          <p:spPr>
            <a:xfrm>
              <a:off x="2845050" y="1659494"/>
              <a:ext cx="92241" cy="10463"/>
            </a:xfrm>
            <a:custGeom>
              <a:rect b="b" l="l" r="r" t="t"/>
              <a:pathLst>
                <a:path extrusionOk="0" h="402" w="3544">
                  <a:moveTo>
                    <a:pt x="272" y="0"/>
                  </a:moveTo>
                  <a:cubicBezTo>
                    <a:pt x="1" y="0"/>
                    <a:pt x="1" y="401"/>
                    <a:pt x="272" y="401"/>
                  </a:cubicBezTo>
                  <a:lnTo>
                    <a:pt x="3276" y="401"/>
                  </a:lnTo>
                  <a:cubicBezTo>
                    <a:pt x="3544" y="401"/>
                    <a:pt x="3544"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85"/>
            <p:cNvSpPr/>
            <p:nvPr/>
          </p:nvSpPr>
          <p:spPr>
            <a:xfrm>
              <a:off x="2779747" y="1614805"/>
              <a:ext cx="189324" cy="126311"/>
            </a:xfrm>
            <a:custGeom>
              <a:rect b="b" l="l" r="r" t="t"/>
              <a:pathLst>
                <a:path extrusionOk="0" h="4853" w="7274">
                  <a:moveTo>
                    <a:pt x="6429" y="401"/>
                  </a:moveTo>
                  <a:cubicBezTo>
                    <a:pt x="6676" y="401"/>
                    <a:pt x="6873" y="602"/>
                    <a:pt x="6873" y="845"/>
                  </a:cubicBezTo>
                  <a:lnTo>
                    <a:pt x="6873" y="2991"/>
                  </a:lnTo>
                  <a:cubicBezTo>
                    <a:pt x="6873" y="3237"/>
                    <a:pt x="6676" y="3434"/>
                    <a:pt x="6429" y="3434"/>
                  </a:cubicBezTo>
                  <a:lnTo>
                    <a:pt x="2995" y="3434"/>
                  </a:lnTo>
                  <a:cubicBezTo>
                    <a:pt x="2949" y="3434"/>
                    <a:pt x="2907" y="3448"/>
                    <a:pt x="2872" y="3476"/>
                  </a:cubicBezTo>
                  <a:lnTo>
                    <a:pt x="1584" y="4444"/>
                  </a:lnTo>
                  <a:cubicBezTo>
                    <a:pt x="1582" y="4446"/>
                    <a:pt x="1579" y="4446"/>
                    <a:pt x="1577" y="4446"/>
                  </a:cubicBezTo>
                  <a:cubicBezTo>
                    <a:pt x="1568" y="4446"/>
                    <a:pt x="1560" y="4438"/>
                    <a:pt x="1563" y="4430"/>
                  </a:cubicBezTo>
                  <a:lnTo>
                    <a:pt x="1690" y="3670"/>
                  </a:lnTo>
                  <a:cubicBezTo>
                    <a:pt x="1707" y="3547"/>
                    <a:pt x="1616" y="3434"/>
                    <a:pt x="1489" y="3434"/>
                  </a:cubicBezTo>
                  <a:lnTo>
                    <a:pt x="849" y="3434"/>
                  </a:lnTo>
                  <a:cubicBezTo>
                    <a:pt x="603" y="3434"/>
                    <a:pt x="406" y="3237"/>
                    <a:pt x="406" y="2991"/>
                  </a:cubicBezTo>
                  <a:lnTo>
                    <a:pt x="406" y="845"/>
                  </a:lnTo>
                  <a:cubicBezTo>
                    <a:pt x="406" y="602"/>
                    <a:pt x="603" y="401"/>
                    <a:pt x="849" y="401"/>
                  </a:cubicBezTo>
                  <a:close/>
                  <a:moveTo>
                    <a:pt x="849" y="0"/>
                  </a:moveTo>
                  <a:cubicBezTo>
                    <a:pt x="381" y="0"/>
                    <a:pt x="4" y="380"/>
                    <a:pt x="1" y="845"/>
                  </a:cubicBezTo>
                  <a:lnTo>
                    <a:pt x="1" y="2994"/>
                  </a:lnTo>
                  <a:cubicBezTo>
                    <a:pt x="4" y="3459"/>
                    <a:pt x="381" y="3839"/>
                    <a:pt x="849" y="3839"/>
                  </a:cubicBezTo>
                  <a:lnTo>
                    <a:pt x="1254" y="3839"/>
                  </a:lnTo>
                  <a:lnTo>
                    <a:pt x="1166" y="4367"/>
                  </a:lnTo>
                  <a:cubicBezTo>
                    <a:pt x="1119" y="4640"/>
                    <a:pt x="1338" y="4852"/>
                    <a:pt x="1578" y="4852"/>
                  </a:cubicBezTo>
                  <a:cubicBezTo>
                    <a:pt x="1662" y="4852"/>
                    <a:pt x="1749" y="4826"/>
                    <a:pt x="1827" y="4768"/>
                  </a:cubicBezTo>
                  <a:lnTo>
                    <a:pt x="3062" y="3839"/>
                  </a:lnTo>
                  <a:lnTo>
                    <a:pt x="6429" y="3839"/>
                  </a:lnTo>
                  <a:cubicBezTo>
                    <a:pt x="6897" y="3839"/>
                    <a:pt x="7274" y="3462"/>
                    <a:pt x="7274" y="2994"/>
                  </a:cubicBezTo>
                  <a:lnTo>
                    <a:pt x="7274" y="845"/>
                  </a:lnTo>
                  <a:cubicBezTo>
                    <a:pt x="7274" y="380"/>
                    <a:pt x="6897"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0" name="Google Shape;18570;p85"/>
          <p:cNvGrpSpPr/>
          <p:nvPr/>
        </p:nvGrpSpPr>
        <p:grpSpPr>
          <a:xfrm>
            <a:off x="3317969" y="1515432"/>
            <a:ext cx="225112" cy="360663"/>
            <a:chOff x="3317969" y="1515432"/>
            <a:chExt cx="225112" cy="360663"/>
          </a:xfrm>
        </p:grpSpPr>
        <p:sp>
          <p:nvSpPr>
            <p:cNvPr id="18571" name="Google Shape;18571;p85"/>
            <p:cNvSpPr/>
            <p:nvPr/>
          </p:nvSpPr>
          <p:spPr>
            <a:xfrm>
              <a:off x="3323357" y="1566159"/>
              <a:ext cx="169179" cy="304340"/>
            </a:xfrm>
            <a:custGeom>
              <a:rect b="b" l="l" r="r" t="t"/>
              <a:pathLst>
                <a:path extrusionOk="0" h="11693" w="6500">
                  <a:moveTo>
                    <a:pt x="652" y="1"/>
                  </a:moveTo>
                  <a:cubicBezTo>
                    <a:pt x="293" y="1"/>
                    <a:pt x="1" y="289"/>
                    <a:pt x="1" y="648"/>
                  </a:cubicBezTo>
                  <a:lnTo>
                    <a:pt x="1" y="11042"/>
                  </a:lnTo>
                  <a:cubicBezTo>
                    <a:pt x="1" y="11401"/>
                    <a:pt x="293" y="11693"/>
                    <a:pt x="652" y="11693"/>
                  </a:cubicBezTo>
                  <a:lnTo>
                    <a:pt x="5848" y="11693"/>
                  </a:lnTo>
                  <a:cubicBezTo>
                    <a:pt x="6207" y="11693"/>
                    <a:pt x="6499" y="11401"/>
                    <a:pt x="6499" y="11042"/>
                  </a:cubicBezTo>
                  <a:lnTo>
                    <a:pt x="6499" y="648"/>
                  </a:lnTo>
                  <a:cubicBezTo>
                    <a:pt x="6499" y="289"/>
                    <a:pt x="6207" y="1"/>
                    <a:pt x="5848"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85"/>
            <p:cNvSpPr/>
            <p:nvPr/>
          </p:nvSpPr>
          <p:spPr>
            <a:xfrm>
              <a:off x="3323357" y="1566159"/>
              <a:ext cx="39510" cy="304340"/>
            </a:xfrm>
            <a:custGeom>
              <a:rect b="b" l="l" r="r" t="t"/>
              <a:pathLst>
                <a:path extrusionOk="0" h="11693" w="1518">
                  <a:moveTo>
                    <a:pt x="652" y="1"/>
                  </a:moveTo>
                  <a:cubicBezTo>
                    <a:pt x="293" y="1"/>
                    <a:pt x="1" y="289"/>
                    <a:pt x="1" y="648"/>
                  </a:cubicBezTo>
                  <a:lnTo>
                    <a:pt x="1" y="11042"/>
                  </a:lnTo>
                  <a:cubicBezTo>
                    <a:pt x="1" y="11401"/>
                    <a:pt x="293" y="11693"/>
                    <a:pt x="652" y="11693"/>
                  </a:cubicBezTo>
                  <a:lnTo>
                    <a:pt x="1517" y="11693"/>
                  </a:lnTo>
                  <a:cubicBezTo>
                    <a:pt x="1158" y="11693"/>
                    <a:pt x="870" y="11401"/>
                    <a:pt x="870" y="11042"/>
                  </a:cubicBezTo>
                  <a:lnTo>
                    <a:pt x="870" y="648"/>
                  </a:lnTo>
                  <a:cubicBezTo>
                    <a:pt x="870" y="289"/>
                    <a:pt x="1158" y="1"/>
                    <a:pt x="1517"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85"/>
            <p:cNvSpPr/>
            <p:nvPr/>
          </p:nvSpPr>
          <p:spPr>
            <a:xfrm>
              <a:off x="3323357" y="1588699"/>
              <a:ext cx="169179" cy="236746"/>
            </a:xfrm>
            <a:custGeom>
              <a:rect b="b" l="l" r="r" t="t"/>
              <a:pathLst>
                <a:path extrusionOk="0" h="9096" w="6500">
                  <a:moveTo>
                    <a:pt x="1" y="0"/>
                  </a:moveTo>
                  <a:lnTo>
                    <a:pt x="1" y="9096"/>
                  </a:lnTo>
                  <a:lnTo>
                    <a:pt x="6499" y="9096"/>
                  </a:lnTo>
                  <a:lnTo>
                    <a:pt x="64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85"/>
            <p:cNvSpPr/>
            <p:nvPr/>
          </p:nvSpPr>
          <p:spPr>
            <a:xfrm>
              <a:off x="3329031" y="1605539"/>
              <a:ext cx="157831" cy="157831"/>
            </a:xfrm>
            <a:custGeom>
              <a:rect b="b" l="l" r="r" t="t"/>
              <a:pathLst>
                <a:path extrusionOk="0" h="6064" w="6064">
                  <a:moveTo>
                    <a:pt x="3034" y="1"/>
                  </a:moveTo>
                  <a:cubicBezTo>
                    <a:pt x="1359" y="1"/>
                    <a:pt x="1" y="1359"/>
                    <a:pt x="1" y="3034"/>
                  </a:cubicBezTo>
                  <a:cubicBezTo>
                    <a:pt x="1" y="4708"/>
                    <a:pt x="1359" y="6063"/>
                    <a:pt x="3034" y="6063"/>
                  </a:cubicBezTo>
                  <a:cubicBezTo>
                    <a:pt x="4705" y="6063"/>
                    <a:pt x="6063" y="4708"/>
                    <a:pt x="6063" y="3034"/>
                  </a:cubicBezTo>
                  <a:cubicBezTo>
                    <a:pt x="6063" y="1359"/>
                    <a:pt x="4705" y="1"/>
                    <a:pt x="303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85"/>
            <p:cNvSpPr/>
            <p:nvPr/>
          </p:nvSpPr>
          <p:spPr>
            <a:xfrm>
              <a:off x="3430512" y="1769018"/>
              <a:ext cx="33810" cy="33810"/>
            </a:xfrm>
            <a:custGeom>
              <a:rect b="b" l="l" r="r" t="t"/>
              <a:pathLst>
                <a:path extrusionOk="0" h="1299" w="1299">
                  <a:moveTo>
                    <a:pt x="648" y="0"/>
                  </a:moveTo>
                  <a:cubicBezTo>
                    <a:pt x="289" y="0"/>
                    <a:pt x="0" y="292"/>
                    <a:pt x="0" y="651"/>
                  </a:cubicBezTo>
                  <a:cubicBezTo>
                    <a:pt x="0" y="1010"/>
                    <a:pt x="289" y="1299"/>
                    <a:pt x="648" y="1299"/>
                  </a:cubicBezTo>
                  <a:cubicBezTo>
                    <a:pt x="1007" y="1299"/>
                    <a:pt x="1299" y="1010"/>
                    <a:pt x="1299" y="651"/>
                  </a:cubicBezTo>
                  <a:cubicBezTo>
                    <a:pt x="1299" y="292"/>
                    <a:pt x="1007" y="0"/>
                    <a:pt x="6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85"/>
            <p:cNvSpPr/>
            <p:nvPr/>
          </p:nvSpPr>
          <p:spPr>
            <a:xfrm>
              <a:off x="3351571" y="1769018"/>
              <a:ext cx="33810" cy="33810"/>
            </a:xfrm>
            <a:custGeom>
              <a:rect b="b" l="l" r="r" t="t"/>
              <a:pathLst>
                <a:path extrusionOk="0" h="1299" w="1299">
                  <a:moveTo>
                    <a:pt x="651" y="0"/>
                  </a:moveTo>
                  <a:cubicBezTo>
                    <a:pt x="292" y="0"/>
                    <a:pt x="0" y="292"/>
                    <a:pt x="0" y="651"/>
                  </a:cubicBezTo>
                  <a:cubicBezTo>
                    <a:pt x="0" y="1010"/>
                    <a:pt x="292" y="1299"/>
                    <a:pt x="651" y="1299"/>
                  </a:cubicBezTo>
                  <a:cubicBezTo>
                    <a:pt x="1010" y="1299"/>
                    <a:pt x="1299" y="1010"/>
                    <a:pt x="1299" y="651"/>
                  </a:cubicBezTo>
                  <a:cubicBezTo>
                    <a:pt x="1299" y="292"/>
                    <a:pt x="1010" y="0"/>
                    <a:pt x="65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85"/>
            <p:cNvSpPr/>
            <p:nvPr/>
          </p:nvSpPr>
          <p:spPr>
            <a:xfrm>
              <a:off x="3345975" y="1622483"/>
              <a:ext cx="124021" cy="124021"/>
            </a:xfrm>
            <a:custGeom>
              <a:rect b="b" l="l" r="r" t="t"/>
              <a:pathLst>
                <a:path extrusionOk="0" h="4765" w="4765">
                  <a:moveTo>
                    <a:pt x="2383" y="1"/>
                  </a:moveTo>
                  <a:cubicBezTo>
                    <a:pt x="1067" y="1"/>
                    <a:pt x="1" y="1067"/>
                    <a:pt x="1" y="2383"/>
                  </a:cubicBezTo>
                  <a:cubicBezTo>
                    <a:pt x="1" y="3699"/>
                    <a:pt x="1067" y="4765"/>
                    <a:pt x="2383" y="4765"/>
                  </a:cubicBezTo>
                  <a:cubicBezTo>
                    <a:pt x="3695" y="4765"/>
                    <a:pt x="4765" y="3699"/>
                    <a:pt x="4765" y="2383"/>
                  </a:cubicBezTo>
                  <a:cubicBezTo>
                    <a:pt x="4765" y="1067"/>
                    <a:pt x="3695" y="1"/>
                    <a:pt x="2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85"/>
            <p:cNvSpPr/>
            <p:nvPr/>
          </p:nvSpPr>
          <p:spPr>
            <a:xfrm>
              <a:off x="3374085" y="1690154"/>
              <a:ext cx="67724" cy="50754"/>
            </a:xfrm>
            <a:custGeom>
              <a:rect b="b" l="l" r="r" t="t"/>
              <a:pathLst>
                <a:path extrusionOk="0" h="1950" w="2602">
                  <a:moveTo>
                    <a:pt x="866" y="1"/>
                  </a:moveTo>
                  <a:lnTo>
                    <a:pt x="866" y="434"/>
                  </a:lnTo>
                  <a:cubicBezTo>
                    <a:pt x="866" y="515"/>
                    <a:pt x="821" y="592"/>
                    <a:pt x="750" y="627"/>
                  </a:cubicBezTo>
                  <a:lnTo>
                    <a:pt x="240" y="880"/>
                  </a:lnTo>
                  <a:cubicBezTo>
                    <a:pt x="96" y="954"/>
                    <a:pt x="1" y="1106"/>
                    <a:pt x="1" y="1267"/>
                  </a:cubicBezTo>
                  <a:lnTo>
                    <a:pt x="1" y="1514"/>
                  </a:lnTo>
                  <a:cubicBezTo>
                    <a:pt x="386" y="1804"/>
                    <a:pt x="844" y="1949"/>
                    <a:pt x="1301" y="1949"/>
                  </a:cubicBezTo>
                  <a:cubicBezTo>
                    <a:pt x="1758" y="1949"/>
                    <a:pt x="2216" y="1804"/>
                    <a:pt x="2601" y="1514"/>
                  </a:cubicBezTo>
                  <a:lnTo>
                    <a:pt x="2601" y="1267"/>
                  </a:lnTo>
                  <a:cubicBezTo>
                    <a:pt x="2601" y="1102"/>
                    <a:pt x="2510" y="954"/>
                    <a:pt x="2362" y="880"/>
                  </a:cubicBezTo>
                  <a:lnTo>
                    <a:pt x="1855" y="627"/>
                  </a:lnTo>
                  <a:cubicBezTo>
                    <a:pt x="1781" y="588"/>
                    <a:pt x="1736" y="515"/>
                    <a:pt x="1736" y="434"/>
                  </a:cubicBezTo>
                  <a:lnTo>
                    <a:pt x="1736"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85"/>
            <p:cNvSpPr/>
            <p:nvPr/>
          </p:nvSpPr>
          <p:spPr>
            <a:xfrm>
              <a:off x="3374085" y="1707931"/>
              <a:ext cx="67619" cy="38599"/>
            </a:xfrm>
            <a:custGeom>
              <a:rect b="b" l="l" r="r" t="t"/>
              <a:pathLst>
                <a:path extrusionOk="0" h="1483" w="2598">
                  <a:moveTo>
                    <a:pt x="634" y="0"/>
                  </a:moveTo>
                  <a:lnTo>
                    <a:pt x="240" y="197"/>
                  </a:lnTo>
                  <a:cubicBezTo>
                    <a:pt x="92" y="271"/>
                    <a:pt x="1" y="419"/>
                    <a:pt x="1" y="584"/>
                  </a:cubicBezTo>
                  <a:lnTo>
                    <a:pt x="1" y="1095"/>
                  </a:lnTo>
                  <a:cubicBezTo>
                    <a:pt x="395" y="1353"/>
                    <a:pt x="847" y="1483"/>
                    <a:pt x="1299" y="1483"/>
                  </a:cubicBezTo>
                  <a:cubicBezTo>
                    <a:pt x="1751" y="1483"/>
                    <a:pt x="2203" y="1353"/>
                    <a:pt x="2598" y="1095"/>
                  </a:cubicBezTo>
                  <a:lnTo>
                    <a:pt x="2598" y="584"/>
                  </a:lnTo>
                  <a:cubicBezTo>
                    <a:pt x="2598" y="419"/>
                    <a:pt x="2506" y="271"/>
                    <a:pt x="2362" y="197"/>
                  </a:cubicBezTo>
                  <a:lnTo>
                    <a:pt x="1964" y="0"/>
                  </a:lnTo>
                  <a:cubicBezTo>
                    <a:pt x="1806" y="190"/>
                    <a:pt x="1570" y="588"/>
                    <a:pt x="1299" y="588"/>
                  </a:cubicBezTo>
                  <a:cubicBezTo>
                    <a:pt x="1032" y="588"/>
                    <a:pt x="796" y="194"/>
                    <a:pt x="634"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85"/>
            <p:cNvSpPr/>
            <p:nvPr/>
          </p:nvSpPr>
          <p:spPr>
            <a:xfrm>
              <a:off x="3385459" y="1645023"/>
              <a:ext cx="45080" cy="50754"/>
            </a:xfrm>
            <a:custGeom>
              <a:rect b="b" l="l" r="r" t="t"/>
              <a:pathLst>
                <a:path extrusionOk="0" h="1950" w="1732">
                  <a:moveTo>
                    <a:pt x="648" y="0"/>
                  </a:moveTo>
                  <a:cubicBezTo>
                    <a:pt x="289" y="0"/>
                    <a:pt x="0" y="289"/>
                    <a:pt x="0" y="648"/>
                  </a:cubicBezTo>
                  <a:lnTo>
                    <a:pt x="0" y="1080"/>
                  </a:lnTo>
                  <a:cubicBezTo>
                    <a:pt x="0" y="1559"/>
                    <a:pt x="387" y="1946"/>
                    <a:pt x="866" y="1949"/>
                  </a:cubicBezTo>
                  <a:cubicBezTo>
                    <a:pt x="1344" y="1949"/>
                    <a:pt x="1731" y="1559"/>
                    <a:pt x="1731" y="1080"/>
                  </a:cubicBezTo>
                  <a:lnTo>
                    <a:pt x="1731" y="648"/>
                  </a:lnTo>
                  <a:cubicBezTo>
                    <a:pt x="1731" y="289"/>
                    <a:pt x="1439" y="0"/>
                    <a:pt x="10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85"/>
            <p:cNvSpPr/>
            <p:nvPr/>
          </p:nvSpPr>
          <p:spPr>
            <a:xfrm>
              <a:off x="3385354" y="1645023"/>
              <a:ext cx="31077" cy="50806"/>
            </a:xfrm>
            <a:custGeom>
              <a:rect b="b" l="l" r="r" t="t"/>
              <a:pathLst>
                <a:path extrusionOk="0" h="1952" w="1194">
                  <a:moveTo>
                    <a:pt x="652" y="0"/>
                  </a:moveTo>
                  <a:cubicBezTo>
                    <a:pt x="293" y="0"/>
                    <a:pt x="1" y="292"/>
                    <a:pt x="1" y="651"/>
                  </a:cubicBezTo>
                  <a:lnTo>
                    <a:pt x="1" y="1084"/>
                  </a:lnTo>
                  <a:cubicBezTo>
                    <a:pt x="1" y="1582"/>
                    <a:pt x="408" y="1951"/>
                    <a:pt x="866" y="1951"/>
                  </a:cubicBezTo>
                  <a:cubicBezTo>
                    <a:pt x="974" y="1951"/>
                    <a:pt x="1085" y="1931"/>
                    <a:pt x="1193" y="1886"/>
                  </a:cubicBezTo>
                  <a:cubicBezTo>
                    <a:pt x="866" y="1752"/>
                    <a:pt x="652" y="1436"/>
                    <a:pt x="652" y="1084"/>
                  </a:cubicBezTo>
                  <a:lnTo>
                    <a:pt x="652" y="651"/>
                  </a:lnTo>
                  <a:cubicBezTo>
                    <a:pt x="652" y="334"/>
                    <a:pt x="880" y="64"/>
                    <a:pt x="1193" y="14"/>
                  </a:cubicBezTo>
                  <a:cubicBezTo>
                    <a:pt x="1158" y="7"/>
                    <a:pt x="1120" y="4"/>
                    <a:pt x="108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85"/>
            <p:cNvSpPr/>
            <p:nvPr/>
          </p:nvSpPr>
          <p:spPr>
            <a:xfrm>
              <a:off x="3385354" y="1645023"/>
              <a:ext cx="45184" cy="22540"/>
            </a:xfrm>
            <a:custGeom>
              <a:rect b="b" l="l" r="r" t="t"/>
              <a:pathLst>
                <a:path extrusionOk="0" h="866" w="1736">
                  <a:moveTo>
                    <a:pt x="652" y="0"/>
                  </a:moveTo>
                  <a:cubicBezTo>
                    <a:pt x="293" y="0"/>
                    <a:pt x="1" y="292"/>
                    <a:pt x="1" y="651"/>
                  </a:cubicBezTo>
                  <a:cubicBezTo>
                    <a:pt x="1" y="651"/>
                    <a:pt x="652" y="866"/>
                    <a:pt x="1735" y="866"/>
                  </a:cubicBezTo>
                  <a:lnTo>
                    <a:pt x="1735" y="651"/>
                  </a:lnTo>
                  <a:cubicBezTo>
                    <a:pt x="1735" y="292"/>
                    <a:pt x="1443" y="0"/>
                    <a:pt x="10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85"/>
            <p:cNvSpPr/>
            <p:nvPr/>
          </p:nvSpPr>
          <p:spPr>
            <a:xfrm>
              <a:off x="3385354" y="1645023"/>
              <a:ext cx="31077" cy="20614"/>
            </a:xfrm>
            <a:custGeom>
              <a:rect b="b" l="l" r="r" t="t"/>
              <a:pathLst>
                <a:path extrusionOk="0" h="792" w="1194">
                  <a:moveTo>
                    <a:pt x="652" y="0"/>
                  </a:moveTo>
                  <a:cubicBezTo>
                    <a:pt x="293" y="0"/>
                    <a:pt x="1" y="292"/>
                    <a:pt x="1" y="651"/>
                  </a:cubicBezTo>
                  <a:cubicBezTo>
                    <a:pt x="215" y="714"/>
                    <a:pt x="433" y="760"/>
                    <a:pt x="652" y="792"/>
                  </a:cubicBezTo>
                  <a:lnTo>
                    <a:pt x="652" y="651"/>
                  </a:lnTo>
                  <a:cubicBezTo>
                    <a:pt x="652" y="334"/>
                    <a:pt x="880" y="64"/>
                    <a:pt x="1193" y="14"/>
                  </a:cubicBezTo>
                  <a:cubicBezTo>
                    <a:pt x="1158" y="7"/>
                    <a:pt x="1120" y="4"/>
                    <a:pt x="10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85"/>
            <p:cNvSpPr/>
            <p:nvPr/>
          </p:nvSpPr>
          <p:spPr>
            <a:xfrm>
              <a:off x="3374085" y="1717900"/>
              <a:ext cx="16970" cy="26236"/>
            </a:xfrm>
            <a:custGeom>
              <a:rect b="b" l="l" r="r" t="t"/>
              <a:pathLst>
                <a:path extrusionOk="0" h="1008" w="652">
                  <a:moveTo>
                    <a:pt x="54" y="1"/>
                  </a:moveTo>
                  <a:cubicBezTo>
                    <a:pt x="22" y="61"/>
                    <a:pt x="4" y="131"/>
                    <a:pt x="1" y="201"/>
                  </a:cubicBezTo>
                  <a:lnTo>
                    <a:pt x="1" y="712"/>
                  </a:lnTo>
                  <a:cubicBezTo>
                    <a:pt x="201" y="842"/>
                    <a:pt x="423" y="940"/>
                    <a:pt x="652" y="1007"/>
                  </a:cubicBezTo>
                  <a:lnTo>
                    <a:pt x="652" y="666"/>
                  </a:lnTo>
                  <a:cubicBezTo>
                    <a:pt x="652" y="529"/>
                    <a:pt x="588" y="402"/>
                    <a:pt x="479" y="318"/>
                  </a:cubicBezTo>
                  <a:lnTo>
                    <a:pt x="54"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85"/>
            <p:cNvSpPr/>
            <p:nvPr/>
          </p:nvSpPr>
          <p:spPr>
            <a:xfrm>
              <a:off x="3424838" y="1717900"/>
              <a:ext cx="16970" cy="26236"/>
            </a:xfrm>
            <a:custGeom>
              <a:rect b="b" l="l" r="r" t="t"/>
              <a:pathLst>
                <a:path extrusionOk="0" h="1008" w="652">
                  <a:moveTo>
                    <a:pt x="598" y="1"/>
                  </a:moveTo>
                  <a:lnTo>
                    <a:pt x="173" y="318"/>
                  </a:lnTo>
                  <a:cubicBezTo>
                    <a:pt x="63" y="402"/>
                    <a:pt x="0" y="529"/>
                    <a:pt x="0" y="666"/>
                  </a:cubicBezTo>
                  <a:lnTo>
                    <a:pt x="0" y="1007"/>
                  </a:lnTo>
                  <a:cubicBezTo>
                    <a:pt x="232" y="940"/>
                    <a:pt x="451" y="842"/>
                    <a:pt x="651" y="712"/>
                  </a:cubicBezTo>
                  <a:lnTo>
                    <a:pt x="651" y="201"/>
                  </a:lnTo>
                  <a:cubicBezTo>
                    <a:pt x="651" y="166"/>
                    <a:pt x="644" y="131"/>
                    <a:pt x="633" y="96"/>
                  </a:cubicBezTo>
                  <a:cubicBezTo>
                    <a:pt x="626" y="61"/>
                    <a:pt x="612" y="29"/>
                    <a:pt x="598"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85"/>
            <p:cNvSpPr/>
            <p:nvPr/>
          </p:nvSpPr>
          <p:spPr>
            <a:xfrm>
              <a:off x="3317969" y="1560668"/>
              <a:ext cx="179954" cy="315427"/>
            </a:xfrm>
            <a:custGeom>
              <a:rect b="b" l="l" r="r" t="t"/>
              <a:pathLst>
                <a:path extrusionOk="0" h="12119" w="6914">
                  <a:moveTo>
                    <a:pt x="6059" y="405"/>
                  </a:moveTo>
                  <a:cubicBezTo>
                    <a:pt x="6305" y="409"/>
                    <a:pt x="6506" y="606"/>
                    <a:pt x="6506" y="856"/>
                  </a:cubicBezTo>
                  <a:lnTo>
                    <a:pt x="6506" y="870"/>
                  </a:lnTo>
                  <a:lnTo>
                    <a:pt x="405" y="870"/>
                  </a:lnTo>
                  <a:lnTo>
                    <a:pt x="405" y="856"/>
                  </a:lnTo>
                  <a:cubicBezTo>
                    <a:pt x="405" y="606"/>
                    <a:pt x="605" y="405"/>
                    <a:pt x="852" y="405"/>
                  </a:cubicBezTo>
                  <a:close/>
                  <a:moveTo>
                    <a:pt x="6506" y="1274"/>
                  </a:moveTo>
                  <a:lnTo>
                    <a:pt x="6506" y="9983"/>
                  </a:lnTo>
                  <a:lnTo>
                    <a:pt x="405" y="9983"/>
                  </a:lnTo>
                  <a:lnTo>
                    <a:pt x="405" y="1274"/>
                  </a:lnTo>
                  <a:close/>
                  <a:moveTo>
                    <a:pt x="6506" y="10387"/>
                  </a:moveTo>
                  <a:lnTo>
                    <a:pt x="6506" y="11267"/>
                  </a:lnTo>
                  <a:cubicBezTo>
                    <a:pt x="6506" y="11513"/>
                    <a:pt x="6305" y="11714"/>
                    <a:pt x="6059" y="11714"/>
                  </a:cubicBezTo>
                  <a:lnTo>
                    <a:pt x="6059" y="11717"/>
                  </a:lnTo>
                  <a:lnTo>
                    <a:pt x="852" y="11717"/>
                  </a:lnTo>
                  <a:cubicBezTo>
                    <a:pt x="605" y="11717"/>
                    <a:pt x="405" y="11517"/>
                    <a:pt x="405" y="11267"/>
                  </a:cubicBezTo>
                  <a:lnTo>
                    <a:pt x="405" y="10387"/>
                  </a:lnTo>
                  <a:close/>
                  <a:moveTo>
                    <a:pt x="852" y="1"/>
                  </a:moveTo>
                  <a:cubicBezTo>
                    <a:pt x="380" y="1"/>
                    <a:pt x="0" y="381"/>
                    <a:pt x="0" y="852"/>
                  </a:cubicBezTo>
                  <a:lnTo>
                    <a:pt x="0" y="11267"/>
                  </a:lnTo>
                  <a:cubicBezTo>
                    <a:pt x="0" y="11738"/>
                    <a:pt x="380" y="12118"/>
                    <a:pt x="852" y="12118"/>
                  </a:cubicBezTo>
                  <a:lnTo>
                    <a:pt x="6059" y="12118"/>
                  </a:lnTo>
                  <a:cubicBezTo>
                    <a:pt x="6530" y="12118"/>
                    <a:pt x="6910" y="11738"/>
                    <a:pt x="6914" y="11267"/>
                  </a:cubicBezTo>
                  <a:lnTo>
                    <a:pt x="6914" y="852"/>
                  </a:lnTo>
                  <a:cubicBezTo>
                    <a:pt x="6910" y="381"/>
                    <a:pt x="6530" y="1"/>
                    <a:pt x="60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85"/>
            <p:cNvSpPr/>
            <p:nvPr/>
          </p:nvSpPr>
          <p:spPr>
            <a:xfrm>
              <a:off x="3361721" y="1842910"/>
              <a:ext cx="17907" cy="10645"/>
            </a:xfrm>
            <a:custGeom>
              <a:rect b="b" l="l" r="r" t="t"/>
              <a:pathLst>
                <a:path extrusionOk="0" h="409" w="688">
                  <a:moveTo>
                    <a:pt x="482" y="1"/>
                  </a:moveTo>
                  <a:cubicBezTo>
                    <a:pt x="480" y="1"/>
                    <a:pt x="478" y="1"/>
                    <a:pt x="476" y="1"/>
                  </a:cubicBezTo>
                  <a:lnTo>
                    <a:pt x="258" y="1"/>
                  </a:lnTo>
                  <a:cubicBezTo>
                    <a:pt x="1" y="15"/>
                    <a:pt x="1" y="395"/>
                    <a:pt x="258" y="409"/>
                  </a:cubicBezTo>
                  <a:lnTo>
                    <a:pt x="476" y="409"/>
                  </a:lnTo>
                  <a:cubicBezTo>
                    <a:pt x="478" y="409"/>
                    <a:pt x="480" y="409"/>
                    <a:pt x="482" y="409"/>
                  </a:cubicBezTo>
                  <a:cubicBezTo>
                    <a:pt x="596" y="409"/>
                    <a:pt x="687" y="319"/>
                    <a:pt x="687" y="205"/>
                  </a:cubicBezTo>
                  <a:cubicBezTo>
                    <a:pt x="687" y="91"/>
                    <a:pt x="596"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85"/>
            <p:cNvSpPr/>
            <p:nvPr/>
          </p:nvSpPr>
          <p:spPr>
            <a:xfrm>
              <a:off x="3434442" y="1842910"/>
              <a:ext cx="19729" cy="10645"/>
            </a:xfrm>
            <a:custGeom>
              <a:rect b="b" l="l" r="r" t="t"/>
              <a:pathLst>
                <a:path extrusionOk="0" h="409" w="758">
                  <a:moveTo>
                    <a:pt x="269" y="0"/>
                  </a:moveTo>
                  <a:cubicBezTo>
                    <a:pt x="0" y="0"/>
                    <a:pt x="2" y="409"/>
                    <a:pt x="272" y="409"/>
                  </a:cubicBezTo>
                  <a:cubicBezTo>
                    <a:pt x="275" y="409"/>
                    <a:pt x="279" y="409"/>
                    <a:pt x="282" y="409"/>
                  </a:cubicBezTo>
                  <a:lnTo>
                    <a:pt x="500" y="409"/>
                  </a:lnTo>
                  <a:cubicBezTo>
                    <a:pt x="757" y="395"/>
                    <a:pt x="757" y="15"/>
                    <a:pt x="500" y="1"/>
                  </a:cubicBezTo>
                  <a:lnTo>
                    <a:pt x="282" y="1"/>
                  </a:lnTo>
                  <a:cubicBezTo>
                    <a:pt x="277"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85"/>
            <p:cNvSpPr/>
            <p:nvPr/>
          </p:nvSpPr>
          <p:spPr>
            <a:xfrm>
              <a:off x="3389285" y="1842910"/>
              <a:ext cx="36673" cy="10645"/>
            </a:xfrm>
            <a:custGeom>
              <a:rect b="b" l="l" r="r" t="t"/>
              <a:pathLst>
                <a:path extrusionOk="0" h="409" w="1409">
                  <a:moveTo>
                    <a:pt x="269" y="0"/>
                  </a:moveTo>
                  <a:cubicBezTo>
                    <a:pt x="1" y="0"/>
                    <a:pt x="2" y="409"/>
                    <a:pt x="272" y="409"/>
                  </a:cubicBezTo>
                  <a:cubicBezTo>
                    <a:pt x="276" y="409"/>
                    <a:pt x="279" y="409"/>
                    <a:pt x="282" y="409"/>
                  </a:cubicBezTo>
                  <a:lnTo>
                    <a:pt x="1148" y="409"/>
                  </a:lnTo>
                  <a:cubicBezTo>
                    <a:pt x="1408" y="395"/>
                    <a:pt x="1408" y="15"/>
                    <a:pt x="1148" y="1"/>
                  </a:cubicBezTo>
                  <a:lnTo>
                    <a:pt x="282" y="1"/>
                  </a:lnTo>
                  <a:cubicBezTo>
                    <a:pt x="278"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85"/>
            <p:cNvSpPr/>
            <p:nvPr/>
          </p:nvSpPr>
          <p:spPr>
            <a:xfrm>
              <a:off x="3333898" y="1617121"/>
              <a:ext cx="149372" cy="134822"/>
            </a:xfrm>
            <a:custGeom>
              <a:rect b="b" l="l" r="r" t="t"/>
              <a:pathLst>
                <a:path extrusionOk="0" h="5180" w="5739">
                  <a:moveTo>
                    <a:pt x="3061" y="1273"/>
                  </a:moveTo>
                  <a:cubicBezTo>
                    <a:pt x="3308" y="1273"/>
                    <a:pt x="3508" y="1473"/>
                    <a:pt x="3508" y="1720"/>
                  </a:cubicBezTo>
                  <a:lnTo>
                    <a:pt x="3508" y="2156"/>
                  </a:lnTo>
                  <a:cubicBezTo>
                    <a:pt x="3498" y="2515"/>
                    <a:pt x="3206" y="2803"/>
                    <a:pt x="2843" y="2803"/>
                  </a:cubicBezTo>
                  <a:cubicBezTo>
                    <a:pt x="2484" y="2803"/>
                    <a:pt x="2189" y="2515"/>
                    <a:pt x="2178" y="2156"/>
                  </a:cubicBezTo>
                  <a:lnTo>
                    <a:pt x="2178" y="1720"/>
                  </a:lnTo>
                  <a:cubicBezTo>
                    <a:pt x="2178" y="1473"/>
                    <a:pt x="2379" y="1273"/>
                    <a:pt x="2625" y="1273"/>
                  </a:cubicBezTo>
                  <a:close/>
                  <a:moveTo>
                    <a:pt x="3075" y="3201"/>
                  </a:moveTo>
                  <a:lnTo>
                    <a:pt x="3075" y="3321"/>
                  </a:lnTo>
                  <a:cubicBezTo>
                    <a:pt x="3075" y="3394"/>
                    <a:pt x="3093" y="3468"/>
                    <a:pt x="3132" y="3532"/>
                  </a:cubicBezTo>
                  <a:lnTo>
                    <a:pt x="2854" y="3810"/>
                  </a:lnTo>
                  <a:cubicBezTo>
                    <a:pt x="2850" y="3813"/>
                    <a:pt x="2847" y="3815"/>
                    <a:pt x="2843" y="3815"/>
                  </a:cubicBezTo>
                  <a:cubicBezTo>
                    <a:pt x="2840" y="3815"/>
                    <a:pt x="2836" y="3813"/>
                    <a:pt x="2833" y="3810"/>
                  </a:cubicBezTo>
                  <a:lnTo>
                    <a:pt x="2555" y="3532"/>
                  </a:lnTo>
                  <a:cubicBezTo>
                    <a:pt x="2593" y="3468"/>
                    <a:pt x="2611" y="3394"/>
                    <a:pt x="2611" y="3321"/>
                  </a:cubicBezTo>
                  <a:lnTo>
                    <a:pt x="2611" y="3201"/>
                  </a:lnTo>
                  <a:cubicBezTo>
                    <a:pt x="2688" y="3215"/>
                    <a:pt x="2766" y="3226"/>
                    <a:pt x="2843" y="3226"/>
                  </a:cubicBezTo>
                  <a:cubicBezTo>
                    <a:pt x="2921" y="3226"/>
                    <a:pt x="2998" y="3215"/>
                    <a:pt x="3075" y="3201"/>
                  </a:cubicBezTo>
                  <a:close/>
                  <a:moveTo>
                    <a:pt x="3459" y="3774"/>
                  </a:moveTo>
                  <a:lnTo>
                    <a:pt x="3811" y="3950"/>
                  </a:lnTo>
                  <a:cubicBezTo>
                    <a:pt x="3892" y="3989"/>
                    <a:pt x="3941" y="4070"/>
                    <a:pt x="3941" y="4158"/>
                  </a:cubicBezTo>
                  <a:lnTo>
                    <a:pt x="3941" y="4475"/>
                  </a:lnTo>
                  <a:cubicBezTo>
                    <a:pt x="3600" y="4672"/>
                    <a:pt x="3220" y="4770"/>
                    <a:pt x="2840" y="4770"/>
                  </a:cubicBezTo>
                  <a:cubicBezTo>
                    <a:pt x="2461" y="4770"/>
                    <a:pt x="2081" y="4672"/>
                    <a:pt x="1742" y="4475"/>
                  </a:cubicBezTo>
                  <a:lnTo>
                    <a:pt x="1745" y="4475"/>
                  </a:lnTo>
                  <a:lnTo>
                    <a:pt x="1745" y="4158"/>
                  </a:lnTo>
                  <a:cubicBezTo>
                    <a:pt x="1745" y="4070"/>
                    <a:pt x="1795" y="3989"/>
                    <a:pt x="1872" y="3950"/>
                  </a:cubicBezTo>
                  <a:lnTo>
                    <a:pt x="2224" y="3774"/>
                  </a:lnTo>
                  <a:lnTo>
                    <a:pt x="2544" y="4098"/>
                  </a:lnTo>
                  <a:cubicBezTo>
                    <a:pt x="2627" y="4179"/>
                    <a:pt x="2734" y="4219"/>
                    <a:pt x="2841" y="4219"/>
                  </a:cubicBezTo>
                  <a:cubicBezTo>
                    <a:pt x="2949" y="4219"/>
                    <a:pt x="3056" y="4179"/>
                    <a:pt x="3139" y="4098"/>
                  </a:cubicBezTo>
                  <a:lnTo>
                    <a:pt x="3459" y="3774"/>
                  </a:lnTo>
                  <a:close/>
                  <a:moveTo>
                    <a:pt x="2849" y="1"/>
                  </a:moveTo>
                  <a:cubicBezTo>
                    <a:pt x="2102" y="1"/>
                    <a:pt x="1365" y="323"/>
                    <a:pt x="855" y="935"/>
                  </a:cubicBezTo>
                  <a:cubicBezTo>
                    <a:pt x="0" y="1966"/>
                    <a:pt x="71" y="3475"/>
                    <a:pt x="1017" y="4422"/>
                  </a:cubicBezTo>
                  <a:cubicBezTo>
                    <a:pt x="1520" y="4925"/>
                    <a:pt x="2183" y="5179"/>
                    <a:pt x="2847" y="5179"/>
                  </a:cubicBezTo>
                  <a:cubicBezTo>
                    <a:pt x="3434" y="5179"/>
                    <a:pt x="4022" y="4981"/>
                    <a:pt x="4504" y="4580"/>
                  </a:cubicBezTo>
                  <a:cubicBezTo>
                    <a:pt x="5531" y="3722"/>
                    <a:pt x="5739" y="2223"/>
                    <a:pt x="4979" y="1121"/>
                  </a:cubicBezTo>
                  <a:cubicBezTo>
                    <a:pt x="4935" y="1050"/>
                    <a:pt x="4873" y="1021"/>
                    <a:pt x="4812" y="1021"/>
                  </a:cubicBezTo>
                  <a:cubicBezTo>
                    <a:pt x="4665" y="1021"/>
                    <a:pt x="4523" y="1191"/>
                    <a:pt x="4645" y="1350"/>
                  </a:cubicBezTo>
                  <a:cubicBezTo>
                    <a:pt x="5239" y="2219"/>
                    <a:pt x="5134" y="3387"/>
                    <a:pt x="4388" y="4133"/>
                  </a:cubicBezTo>
                  <a:cubicBezTo>
                    <a:pt x="4374" y="4144"/>
                    <a:pt x="4360" y="4158"/>
                    <a:pt x="4349" y="4168"/>
                  </a:cubicBezTo>
                  <a:lnTo>
                    <a:pt x="4349" y="4158"/>
                  </a:lnTo>
                  <a:cubicBezTo>
                    <a:pt x="4349" y="3915"/>
                    <a:pt x="4212" y="3693"/>
                    <a:pt x="3997" y="3588"/>
                  </a:cubicBezTo>
                  <a:lnTo>
                    <a:pt x="3487" y="3331"/>
                  </a:lnTo>
                  <a:cubicBezTo>
                    <a:pt x="3484" y="3331"/>
                    <a:pt x="3480" y="3324"/>
                    <a:pt x="3480" y="3321"/>
                  </a:cubicBezTo>
                  <a:lnTo>
                    <a:pt x="3480" y="3011"/>
                  </a:lnTo>
                  <a:cubicBezTo>
                    <a:pt x="3755" y="2810"/>
                    <a:pt x="3913" y="2490"/>
                    <a:pt x="3916" y="2152"/>
                  </a:cubicBezTo>
                  <a:lnTo>
                    <a:pt x="3916" y="1716"/>
                  </a:lnTo>
                  <a:cubicBezTo>
                    <a:pt x="3913" y="1248"/>
                    <a:pt x="3533" y="865"/>
                    <a:pt x="3061" y="865"/>
                  </a:cubicBezTo>
                  <a:lnTo>
                    <a:pt x="2625" y="865"/>
                  </a:lnTo>
                  <a:cubicBezTo>
                    <a:pt x="2154" y="865"/>
                    <a:pt x="1774" y="1248"/>
                    <a:pt x="1774" y="1720"/>
                  </a:cubicBezTo>
                  <a:lnTo>
                    <a:pt x="1774" y="2152"/>
                  </a:lnTo>
                  <a:cubicBezTo>
                    <a:pt x="1774" y="2490"/>
                    <a:pt x="1935" y="2810"/>
                    <a:pt x="2206" y="3014"/>
                  </a:cubicBezTo>
                  <a:lnTo>
                    <a:pt x="2206" y="3321"/>
                  </a:lnTo>
                  <a:cubicBezTo>
                    <a:pt x="2206" y="3324"/>
                    <a:pt x="2203" y="3331"/>
                    <a:pt x="2199" y="3335"/>
                  </a:cubicBezTo>
                  <a:lnTo>
                    <a:pt x="1693" y="3588"/>
                  </a:lnTo>
                  <a:cubicBezTo>
                    <a:pt x="1475" y="3693"/>
                    <a:pt x="1337" y="3915"/>
                    <a:pt x="1341" y="4158"/>
                  </a:cubicBezTo>
                  <a:lnTo>
                    <a:pt x="1341" y="4172"/>
                  </a:lnTo>
                  <a:cubicBezTo>
                    <a:pt x="1327" y="4158"/>
                    <a:pt x="1313" y="4147"/>
                    <a:pt x="1299" y="4133"/>
                  </a:cubicBezTo>
                  <a:cubicBezTo>
                    <a:pt x="503" y="3335"/>
                    <a:pt x="447" y="2061"/>
                    <a:pt x="1168" y="1192"/>
                  </a:cubicBezTo>
                  <a:cubicBezTo>
                    <a:pt x="1598" y="677"/>
                    <a:pt x="2219" y="406"/>
                    <a:pt x="2847" y="406"/>
                  </a:cubicBezTo>
                  <a:cubicBezTo>
                    <a:pt x="3275" y="406"/>
                    <a:pt x="3706" y="531"/>
                    <a:pt x="4082" y="791"/>
                  </a:cubicBezTo>
                  <a:cubicBezTo>
                    <a:pt x="4119" y="814"/>
                    <a:pt x="4156" y="824"/>
                    <a:pt x="4192" y="824"/>
                  </a:cubicBezTo>
                  <a:cubicBezTo>
                    <a:pt x="4362" y="824"/>
                    <a:pt x="4483" y="585"/>
                    <a:pt x="4314" y="457"/>
                  </a:cubicBezTo>
                  <a:cubicBezTo>
                    <a:pt x="3867" y="149"/>
                    <a:pt x="3356" y="1"/>
                    <a:pt x="2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85"/>
            <p:cNvSpPr/>
            <p:nvPr/>
          </p:nvSpPr>
          <p:spPr>
            <a:xfrm>
              <a:off x="3338661" y="1763864"/>
              <a:ext cx="51951" cy="44533"/>
            </a:xfrm>
            <a:custGeom>
              <a:rect b="b" l="l" r="r" t="t"/>
              <a:pathLst>
                <a:path extrusionOk="0" h="1711" w="1996">
                  <a:moveTo>
                    <a:pt x="1156" y="1"/>
                  </a:moveTo>
                  <a:cubicBezTo>
                    <a:pt x="1152" y="1"/>
                    <a:pt x="1148" y="1"/>
                    <a:pt x="1144" y="1"/>
                  </a:cubicBezTo>
                  <a:cubicBezTo>
                    <a:pt x="384" y="1"/>
                    <a:pt x="0" y="920"/>
                    <a:pt x="539" y="1458"/>
                  </a:cubicBezTo>
                  <a:cubicBezTo>
                    <a:pt x="712" y="1632"/>
                    <a:pt x="926" y="1710"/>
                    <a:pt x="1135" y="1710"/>
                  </a:cubicBezTo>
                  <a:cubicBezTo>
                    <a:pt x="1574" y="1710"/>
                    <a:pt x="1995" y="1370"/>
                    <a:pt x="1995" y="856"/>
                  </a:cubicBezTo>
                  <a:cubicBezTo>
                    <a:pt x="1995" y="744"/>
                    <a:pt x="1904" y="652"/>
                    <a:pt x="1791" y="652"/>
                  </a:cubicBezTo>
                  <a:cubicBezTo>
                    <a:pt x="1679" y="652"/>
                    <a:pt x="1591" y="744"/>
                    <a:pt x="1591" y="856"/>
                  </a:cubicBezTo>
                  <a:cubicBezTo>
                    <a:pt x="1591" y="1125"/>
                    <a:pt x="1369" y="1303"/>
                    <a:pt x="1139" y="1303"/>
                  </a:cubicBezTo>
                  <a:cubicBezTo>
                    <a:pt x="1028" y="1303"/>
                    <a:pt x="915" y="1262"/>
                    <a:pt x="824" y="1169"/>
                  </a:cubicBezTo>
                  <a:cubicBezTo>
                    <a:pt x="542" y="888"/>
                    <a:pt x="746" y="406"/>
                    <a:pt x="1144" y="406"/>
                  </a:cubicBezTo>
                  <a:cubicBezTo>
                    <a:pt x="1148" y="406"/>
                    <a:pt x="1152" y="406"/>
                    <a:pt x="1156" y="406"/>
                  </a:cubicBezTo>
                  <a:cubicBezTo>
                    <a:pt x="1267" y="406"/>
                    <a:pt x="1355" y="317"/>
                    <a:pt x="1355" y="205"/>
                  </a:cubicBezTo>
                  <a:cubicBezTo>
                    <a:pt x="1355" y="93"/>
                    <a:pt x="1266"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85"/>
            <p:cNvSpPr/>
            <p:nvPr/>
          </p:nvSpPr>
          <p:spPr>
            <a:xfrm>
              <a:off x="3417681" y="1763890"/>
              <a:ext cx="52055" cy="44507"/>
            </a:xfrm>
            <a:custGeom>
              <a:rect b="b" l="l" r="r" t="t"/>
              <a:pathLst>
                <a:path extrusionOk="0" h="1710" w="2000">
                  <a:moveTo>
                    <a:pt x="1144" y="0"/>
                  </a:moveTo>
                  <a:cubicBezTo>
                    <a:pt x="381" y="0"/>
                    <a:pt x="1" y="919"/>
                    <a:pt x="539" y="1457"/>
                  </a:cubicBezTo>
                  <a:cubicBezTo>
                    <a:pt x="713" y="1631"/>
                    <a:pt x="928" y="1709"/>
                    <a:pt x="1137" y="1709"/>
                  </a:cubicBezTo>
                  <a:cubicBezTo>
                    <a:pt x="1576" y="1709"/>
                    <a:pt x="1996" y="1369"/>
                    <a:pt x="1996" y="855"/>
                  </a:cubicBezTo>
                  <a:cubicBezTo>
                    <a:pt x="1999" y="743"/>
                    <a:pt x="1908" y="651"/>
                    <a:pt x="1795" y="651"/>
                  </a:cubicBezTo>
                  <a:cubicBezTo>
                    <a:pt x="1683" y="651"/>
                    <a:pt x="1591" y="743"/>
                    <a:pt x="1591" y="855"/>
                  </a:cubicBezTo>
                  <a:cubicBezTo>
                    <a:pt x="1591" y="1124"/>
                    <a:pt x="1370" y="1303"/>
                    <a:pt x="1140" y="1303"/>
                  </a:cubicBezTo>
                  <a:cubicBezTo>
                    <a:pt x="1030" y="1303"/>
                    <a:pt x="918" y="1263"/>
                    <a:pt x="828" y="1172"/>
                  </a:cubicBezTo>
                  <a:cubicBezTo>
                    <a:pt x="546" y="890"/>
                    <a:pt x="743" y="408"/>
                    <a:pt x="1144" y="405"/>
                  </a:cubicBezTo>
                  <a:cubicBezTo>
                    <a:pt x="1401" y="394"/>
                    <a:pt x="1401" y="11"/>
                    <a:pt x="1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85"/>
            <p:cNvSpPr/>
            <p:nvPr/>
          </p:nvSpPr>
          <p:spPr>
            <a:xfrm>
              <a:off x="3474551" y="1538050"/>
              <a:ext cx="46095" cy="44715"/>
            </a:xfrm>
            <a:custGeom>
              <a:rect b="b" l="l" r="r" t="t"/>
              <a:pathLst>
                <a:path extrusionOk="0" h="1718" w="1771">
                  <a:moveTo>
                    <a:pt x="261" y="1"/>
                  </a:moveTo>
                  <a:cubicBezTo>
                    <a:pt x="1" y="11"/>
                    <a:pt x="1" y="391"/>
                    <a:pt x="261" y="405"/>
                  </a:cubicBezTo>
                  <a:cubicBezTo>
                    <a:pt x="866" y="405"/>
                    <a:pt x="1359" y="898"/>
                    <a:pt x="1359" y="1503"/>
                  </a:cubicBezTo>
                  <a:cubicBezTo>
                    <a:pt x="1355" y="1619"/>
                    <a:pt x="1447" y="1718"/>
                    <a:pt x="1563" y="1718"/>
                  </a:cubicBezTo>
                  <a:cubicBezTo>
                    <a:pt x="1679" y="1718"/>
                    <a:pt x="1770" y="1619"/>
                    <a:pt x="1767" y="1503"/>
                  </a:cubicBezTo>
                  <a:cubicBezTo>
                    <a:pt x="1763" y="673"/>
                    <a:pt x="1091"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85"/>
            <p:cNvSpPr/>
            <p:nvPr/>
          </p:nvSpPr>
          <p:spPr>
            <a:xfrm>
              <a:off x="3474551" y="1515432"/>
              <a:ext cx="68530" cy="66839"/>
            </a:xfrm>
            <a:custGeom>
              <a:rect b="b" l="l" r="r" t="t"/>
              <a:pathLst>
                <a:path extrusionOk="0" h="2568" w="2633">
                  <a:moveTo>
                    <a:pt x="261" y="1"/>
                  </a:moveTo>
                  <a:cubicBezTo>
                    <a:pt x="1" y="11"/>
                    <a:pt x="1" y="395"/>
                    <a:pt x="261" y="405"/>
                  </a:cubicBezTo>
                  <a:cubicBezTo>
                    <a:pt x="1345" y="409"/>
                    <a:pt x="2224" y="1288"/>
                    <a:pt x="2228" y="2372"/>
                  </a:cubicBezTo>
                  <a:cubicBezTo>
                    <a:pt x="2233" y="2502"/>
                    <a:pt x="2332" y="2567"/>
                    <a:pt x="2430" y="2567"/>
                  </a:cubicBezTo>
                  <a:cubicBezTo>
                    <a:pt x="2529" y="2567"/>
                    <a:pt x="2627" y="2502"/>
                    <a:pt x="2632" y="2372"/>
                  </a:cubicBezTo>
                  <a:cubicBezTo>
                    <a:pt x="2632" y="1063"/>
                    <a:pt x="1570"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5" name="Google Shape;18595;p85"/>
          <p:cNvGrpSpPr/>
          <p:nvPr/>
        </p:nvGrpSpPr>
        <p:grpSpPr>
          <a:xfrm>
            <a:off x="3707887" y="1526233"/>
            <a:ext cx="389684" cy="339164"/>
            <a:chOff x="3707887" y="1526233"/>
            <a:chExt cx="389684" cy="339164"/>
          </a:xfrm>
        </p:grpSpPr>
        <p:sp>
          <p:nvSpPr>
            <p:cNvPr id="18596" name="Google Shape;18596;p85"/>
            <p:cNvSpPr/>
            <p:nvPr/>
          </p:nvSpPr>
          <p:spPr>
            <a:xfrm>
              <a:off x="3750208" y="1568554"/>
              <a:ext cx="341689" cy="291118"/>
            </a:xfrm>
            <a:custGeom>
              <a:rect b="b" l="l" r="r" t="t"/>
              <a:pathLst>
                <a:path extrusionOk="0" h="11185" w="13128">
                  <a:moveTo>
                    <a:pt x="933" y="0"/>
                  </a:moveTo>
                  <a:cubicBezTo>
                    <a:pt x="416" y="0"/>
                    <a:pt x="0" y="421"/>
                    <a:pt x="0" y="936"/>
                  </a:cubicBezTo>
                  <a:lnTo>
                    <a:pt x="0" y="7498"/>
                  </a:lnTo>
                  <a:cubicBezTo>
                    <a:pt x="0" y="8015"/>
                    <a:pt x="419" y="8438"/>
                    <a:pt x="940" y="8438"/>
                  </a:cubicBezTo>
                  <a:lnTo>
                    <a:pt x="4687" y="8438"/>
                  </a:lnTo>
                  <a:lnTo>
                    <a:pt x="8645" y="11143"/>
                  </a:lnTo>
                  <a:cubicBezTo>
                    <a:pt x="8687" y="11172"/>
                    <a:pt x="8733" y="11185"/>
                    <a:pt x="8777" y="11185"/>
                  </a:cubicBezTo>
                  <a:cubicBezTo>
                    <a:pt x="8917" y="11185"/>
                    <a:pt x="9045" y="11055"/>
                    <a:pt x="9008" y="10897"/>
                  </a:cubicBezTo>
                  <a:lnTo>
                    <a:pt x="8438" y="8434"/>
                  </a:lnTo>
                  <a:lnTo>
                    <a:pt x="12188" y="8434"/>
                  </a:lnTo>
                  <a:cubicBezTo>
                    <a:pt x="12706" y="8434"/>
                    <a:pt x="13128" y="8015"/>
                    <a:pt x="13128" y="7498"/>
                  </a:cubicBezTo>
                  <a:lnTo>
                    <a:pt x="13128" y="936"/>
                  </a:lnTo>
                  <a:cubicBezTo>
                    <a:pt x="13128" y="421"/>
                    <a:pt x="12709" y="0"/>
                    <a:pt x="12195" y="0"/>
                  </a:cubicBezTo>
                  <a:cubicBezTo>
                    <a:pt x="12193" y="0"/>
                    <a:pt x="12190" y="0"/>
                    <a:pt x="12188" y="0"/>
                  </a:cubicBezTo>
                  <a:lnTo>
                    <a:pt x="940" y="0"/>
                  </a:lnTo>
                  <a:cubicBezTo>
                    <a:pt x="938" y="0"/>
                    <a:pt x="935" y="0"/>
                    <a:pt x="93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85"/>
            <p:cNvSpPr/>
            <p:nvPr/>
          </p:nvSpPr>
          <p:spPr>
            <a:xfrm>
              <a:off x="3750208" y="1568554"/>
              <a:ext cx="323392" cy="201297"/>
            </a:xfrm>
            <a:custGeom>
              <a:rect b="b" l="l" r="r" t="t"/>
              <a:pathLst>
                <a:path extrusionOk="0" h="7734" w="12425">
                  <a:moveTo>
                    <a:pt x="940" y="0"/>
                  </a:moveTo>
                  <a:cubicBezTo>
                    <a:pt x="419" y="0"/>
                    <a:pt x="0" y="419"/>
                    <a:pt x="0" y="936"/>
                  </a:cubicBezTo>
                  <a:lnTo>
                    <a:pt x="0" y="7498"/>
                  </a:lnTo>
                  <a:cubicBezTo>
                    <a:pt x="0" y="7579"/>
                    <a:pt x="14" y="7656"/>
                    <a:pt x="32" y="7734"/>
                  </a:cubicBezTo>
                  <a:lnTo>
                    <a:pt x="10781" y="7734"/>
                  </a:lnTo>
                  <a:cubicBezTo>
                    <a:pt x="11689" y="7734"/>
                    <a:pt x="12424" y="6999"/>
                    <a:pt x="12424" y="6094"/>
                  </a:cubicBezTo>
                  <a:lnTo>
                    <a:pt x="12424" y="32"/>
                  </a:lnTo>
                  <a:cubicBezTo>
                    <a:pt x="12347" y="11"/>
                    <a:pt x="12269" y="0"/>
                    <a:pt x="121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85"/>
            <p:cNvSpPr/>
            <p:nvPr/>
          </p:nvSpPr>
          <p:spPr>
            <a:xfrm>
              <a:off x="3713561" y="1531907"/>
              <a:ext cx="341715" cy="291222"/>
            </a:xfrm>
            <a:custGeom>
              <a:rect b="b" l="l" r="r" t="t"/>
              <a:pathLst>
                <a:path extrusionOk="0" h="11189" w="13129">
                  <a:moveTo>
                    <a:pt x="940" y="1"/>
                  </a:moveTo>
                  <a:cubicBezTo>
                    <a:pt x="423" y="1"/>
                    <a:pt x="1" y="420"/>
                    <a:pt x="1" y="937"/>
                  </a:cubicBezTo>
                  <a:lnTo>
                    <a:pt x="1" y="7502"/>
                  </a:lnTo>
                  <a:cubicBezTo>
                    <a:pt x="1" y="8020"/>
                    <a:pt x="423" y="8438"/>
                    <a:pt x="940" y="8438"/>
                  </a:cubicBezTo>
                  <a:lnTo>
                    <a:pt x="4691" y="8438"/>
                  </a:lnTo>
                  <a:lnTo>
                    <a:pt x="4121" y="10901"/>
                  </a:lnTo>
                  <a:cubicBezTo>
                    <a:pt x="4084" y="11059"/>
                    <a:pt x="4211" y="11189"/>
                    <a:pt x="4352" y="11189"/>
                  </a:cubicBezTo>
                  <a:cubicBezTo>
                    <a:pt x="4396" y="11189"/>
                    <a:pt x="4441" y="11176"/>
                    <a:pt x="4483" y="11147"/>
                  </a:cubicBezTo>
                  <a:lnTo>
                    <a:pt x="8442" y="8442"/>
                  </a:lnTo>
                  <a:lnTo>
                    <a:pt x="12189" y="8442"/>
                  </a:lnTo>
                  <a:cubicBezTo>
                    <a:pt x="12710" y="8442"/>
                    <a:pt x="13128" y="8020"/>
                    <a:pt x="13128" y="7502"/>
                  </a:cubicBezTo>
                  <a:lnTo>
                    <a:pt x="13128" y="937"/>
                  </a:lnTo>
                  <a:cubicBezTo>
                    <a:pt x="13128" y="420"/>
                    <a:pt x="12710" y="1"/>
                    <a:pt x="1218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85"/>
            <p:cNvSpPr/>
            <p:nvPr/>
          </p:nvSpPr>
          <p:spPr>
            <a:xfrm>
              <a:off x="3760905" y="1635939"/>
              <a:ext cx="251243" cy="11478"/>
            </a:xfrm>
            <a:custGeom>
              <a:rect b="b" l="l" r="r" t="t"/>
              <a:pathLst>
                <a:path extrusionOk="0" h="441" w="9653">
                  <a:moveTo>
                    <a:pt x="293" y="1"/>
                  </a:moveTo>
                  <a:cubicBezTo>
                    <a:pt x="1" y="1"/>
                    <a:pt x="1" y="441"/>
                    <a:pt x="293" y="441"/>
                  </a:cubicBezTo>
                  <a:lnTo>
                    <a:pt x="9434" y="441"/>
                  </a:lnTo>
                  <a:cubicBezTo>
                    <a:pt x="9554" y="441"/>
                    <a:pt x="9652" y="342"/>
                    <a:pt x="9652" y="223"/>
                  </a:cubicBezTo>
                  <a:cubicBezTo>
                    <a:pt x="9652" y="99"/>
                    <a:pt x="9554" y="1"/>
                    <a:pt x="9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85"/>
            <p:cNvSpPr/>
            <p:nvPr/>
          </p:nvSpPr>
          <p:spPr>
            <a:xfrm>
              <a:off x="3760905" y="1605461"/>
              <a:ext cx="165873" cy="11478"/>
            </a:xfrm>
            <a:custGeom>
              <a:rect b="b" l="l" r="r" t="t"/>
              <a:pathLst>
                <a:path extrusionOk="0" h="441" w="6373">
                  <a:moveTo>
                    <a:pt x="293" y="0"/>
                  </a:moveTo>
                  <a:cubicBezTo>
                    <a:pt x="1" y="0"/>
                    <a:pt x="1" y="440"/>
                    <a:pt x="293" y="440"/>
                  </a:cubicBezTo>
                  <a:lnTo>
                    <a:pt x="6151" y="440"/>
                  </a:lnTo>
                  <a:cubicBezTo>
                    <a:pt x="6274" y="440"/>
                    <a:pt x="6373" y="342"/>
                    <a:pt x="6373" y="222"/>
                  </a:cubicBezTo>
                  <a:cubicBezTo>
                    <a:pt x="6373" y="99"/>
                    <a:pt x="6274" y="0"/>
                    <a:pt x="6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85"/>
            <p:cNvSpPr/>
            <p:nvPr/>
          </p:nvSpPr>
          <p:spPr>
            <a:xfrm>
              <a:off x="3937762" y="1605539"/>
              <a:ext cx="74387" cy="11478"/>
            </a:xfrm>
            <a:custGeom>
              <a:rect b="b" l="l" r="r" t="t"/>
              <a:pathLst>
                <a:path extrusionOk="0" h="441" w="2858">
                  <a:moveTo>
                    <a:pt x="296" y="1"/>
                  </a:moveTo>
                  <a:cubicBezTo>
                    <a:pt x="0" y="1"/>
                    <a:pt x="0" y="441"/>
                    <a:pt x="296" y="441"/>
                  </a:cubicBezTo>
                  <a:lnTo>
                    <a:pt x="2639" y="441"/>
                  </a:lnTo>
                  <a:cubicBezTo>
                    <a:pt x="2759" y="441"/>
                    <a:pt x="2857" y="342"/>
                    <a:pt x="2857" y="219"/>
                  </a:cubicBezTo>
                  <a:cubicBezTo>
                    <a:pt x="2857" y="96"/>
                    <a:pt x="2759" y="1"/>
                    <a:pt x="26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85"/>
            <p:cNvSpPr/>
            <p:nvPr/>
          </p:nvSpPr>
          <p:spPr>
            <a:xfrm>
              <a:off x="3760905" y="1666443"/>
              <a:ext cx="92632" cy="11478"/>
            </a:xfrm>
            <a:custGeom>
              <a:rect b="b" l="l" r="r" t="t"/>
              <a:pathLst>
                <a:path extrusionOk="0" h="441" w="3559">
                  <a:moveTo>
                    <a:pt x="293" y="1"/>
                  </a:moveTo>
                  <a:cubicBezTo>
                    <a:pt x="1" y="1"/>
                    <a:pt x="1" y="440"/>
                    <a:pt x="293" y="440"/>
                  </a:cubicBezTo>
                  <a:lnTo>
                    <a:pt x="3340" y="440"/>
                  </a:lnTo>
                  <a:cubicBezTo>
                    <a:pt x="3463" y="440"/>
                    <a:pt x="3558" y="342"/>
                    <a:pt x="3558" y="222"/>
                  </a:cubicBezTo>
                  <a:cubicBezTo>
                    <a:pt x="3558" y="99"/>
                    <a:pt x="3463" y="1"/>
                    <a:pt x="3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85"/>
            <p:cNvSpPr/>
            <p:nvPr/>
          </p:nvSpPr>
          <p:spPr>
            <a:xfrm>
              <a:off x="3876754" y="1666443"/>
              <a:ext cx="135395" cy="11478"/>
            </a:xfrm>
            <a:custGeom>
              <a:rect b="b" l="l" r="r" t="t"/>
              <a:pathLst>
                <a:path extrusionOk="0" h="441" w="5202">
                  <a:moveTo>
                    <a:pt x="296" y="1"/>
                  </a:moveTo>
                  <a:cubicBezTo>
                    <a:pt x="1" y="1"/>
                    <a:pt x="1" y="440"/>
                    <a:pt x="296" y="440"/>
                  </a:cubicBezTo>
                  <a:lnTo>
                    <a:pt x="4983" y="440"/>
                  </a:lnTo>
                  <a:cubicBezTo>
                    <a:pt x="5103" y="440"/>
                    <a:pt x="5201" y="342"/>
                    <a:pt x="5201" y="222"/>
                  </a:cubicBezTo>
                  <a:cubicBezTo>
                    <a:pt x="5201" y="99"/>
                    <a:pt x="5103" y="1"/>
                    <a:pt x="4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85"/>
            <p:cNvSpPr/>
            <p:nvPr/>
          </p:nvSpPr>
          <p:spPr>
            <a:xfrm>
              <a:off x="3760905" y="1574957"/>
              <a:ext cx="43908" cy="11478"/>
            </a:xfrm>
            <a:custGeom>
              <a:rect b="b" l="l" r="r" t="t"/>
              <a:pathLst>
                <a:path extrusionOk="0" h="441" w="1687">
                  <a:moveTo>
                    <a:pt x="293" y="1"/>
                  </a:moveTo>
                  <a:cubicBezTo>
                    <a:pt x="1" y="1"/>
                    <a:pt x="1" y="440"/>
                    <a:pt x="293" y="440"/>
                  </a:cubicBezTo>
                  <a:lnTo>
                    <a:pt x="1465" y="440"/>
                  </a:lnTo>
                  <a:cubicBezTo>
                    <a:pt x="1588" y="440"/>
                    <a:pt x="1686" y="342"/>
                    <a:pt x="1686" y="222"/>
                  </a:cubicBezTo>
                  <a:cubicBezTo>
                    <a:pt x="1686" y="99"/>
                    <a:pt x="1588"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85"/>
            <p:cNvSpPr/>
            <p:nvPr/>
          </p:nvSpPr>
          <p:spPr>
            <a:xfrm>
              <a:off x="3815771" y="1574957"/>
              <a:ext cx="196377" cy="11478"/>
            </a:xfrm>
            <a:custGeom>
              <a:rect b="b" l="l" r="r" t="t"/>
              <a:pathLst>
                <a:path extrusionOk="0" h="441" w="7545">
                  <a:moveTo>
                    <a:pt x="296" y="1"/>
                  </a:moveTo>
                  <a:cubicBezTo>
                    <a:pt x="1" y="1"/>
                    <a:pt x="1" y="440"/>
                    <a:pt x="296" y="440"/>
                  </a:cubicBezTo>
                  <a:lnTo>
                    <a:pt x="7326" y="440"/>
                  </a:lnTo>
                  <a:cubicBezTo>
                    <a:pt x="7446" y="440"/>
                    <a:pt x="7544" y="342"/>
                    <a:pt x="7544" y="222"/>
                  </a:cubicBezTo>
                  <a:cubicBezTo>
                    <a:pt x="7544" y="99"/>
                    <a:pt x="7446" y="1"/>
                    <a:pt x="73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85"/>
            <p:cNvSpPr/>
            <p:nvPr/>
          </p:nvSpPr>
          <p:spPr>
            <a:xfrm>
              <a:off x="3760905" y="1697026"/>
              <a:ext cx="190235" cy="11478"/>
            </a:xfrm>
            <a:custGeom>
              <a:rect b="b" l="l" r="r" t="t"/>
              <a:pathLst>
                <a:path extrusionOk="0" h="441" w="7309">
                  <a:moveTo>
                    <a:pt x="293" y="1"/>
                  </a:moveTo>
                  <a:cubicBezTo>
                    <a:pt x="1" y="1"/>
                    <a:pt x="1" y="441"/>
                    <a:pt x="293" y="441"/>
                  </a:cubicBezTo>
                  <a:lnTo>
                    <a:pt x="7091" y="441"/>
                  </a:lnTo>
                  <a:cubicBezTo>
                    <a:pt x="7210" y="437"/>
                    <a:pt x="7309" y="338"/>
                    <a:pt x="7309" y="219"/>
                  </a:cubicBezTo>
                  <a:cubicBezTo>
                    <a:pt x="7309" y="96"/>
                    <a:pt x="7210" y="1"/>
                    <a:pt x="70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85"/>
            <p:cNvSpPr/>
            <p:nvPr/>
          </p:nvSpPr>
          <p:spPr>
            <a:xfrm>
              <a:off x="3962202" y="1697026"/>
              <a:ext cx="49947" cy="11478"/>
            </a:xfrm>
            <a:custGeom>
              <a:rect b="b" l="l" r="r" t="t"/>
              <a:pathLst>
                <a:path extrusionOk="0" h="441" w="1919">
                  <a:moveTo>
                    <a:pt x="293" y="1"/>
                  </a:moveTo>
                  <a:cubicBezTo>
                    <a:pt x="1" y="1"/>
                    <a:pt x="1" y="441"/>
                    <a:pt x="293" y="441"/>
                  </a:cubicBezTo>
                  <a:lnTo>
                    <a:pt x="1700" y="441"/>
                  </a:lnTo>
                  <a:cubicBezTo>
                    <a:pt x="1820" y="441"/>
                    <a:pt x="1918" y="342"/>
                    <a:pt x="1918" y="219"/>
                  </a:cubicBezTo>
                  <a:cubicBezTo>
                    <a:pt x="1918" y="99"/>
                    <a:pt x="1820" y="1"/>
                    <a:pt x="1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85"/>
            <p:cNvSpPr/>
            <p:nvPr/>
          </p:nvSpPr>
          <p:spPr>
            <a:xfrm>
              <a:off x="3707887" y="1526233"/>
              <a:ext cx="389684" cy="339164"/>
            </a:xfrm>
            <a:custGeom>
              <a:rect b="b" l="l" r="r" t="t"/>
              <a:pathLst>
                <a:path extrusionOk="0" h="13031" w="14972">
                  <a:moveTo>
                    <a:pt x="4631" y="8874"/>
                  </a:moveTo>
                  <a:lnTo>
                    <a:pt x="4409" y="9842"/>
                  </a:lnTo>
                  <a:lnTo>
                    <a:pt x="2566" y="9842"/>
                  </a:lnTo>
                  <a:cubicBezTo>
                    <a:pt x="2168" y="9842"/>
                    <a:pt x="1848" y="9522"/>
                    <a:pt x="1848" y="9124"/>
                  </a:cubicBezTo>
                  <a:lnTo>
                    <a:pt x="1848" y="8874"/>
                  </a:lnTo>
                  <a:close/>
                  <a:moveTo>
                    <a:pt x="12407" y="437"/>
                  </a:moveTo>
                  <a:cubicBezTo>
                    <a:pt x="12805" y="437"/>
                    <a:pt x="13125" y="761"/>
                    <a:pt x="13128" y="1155"/>
                  </a:cubicBezTo>
                  <a:lnTo>
                    <a:pt x="13128" y="7720"/>
                  </a:lnTo>
                  <a:cubicBezTo>
                    <a:pt x="13125" y="8114"/>
                    <a:pt x="12805" y="8435"/>
                    <a:pt x="12407" y="8438"/>
                  </a:cubicBezTo>
                  <a:lnTo>
                    <a:pt x="8660" y="8438"/>
                  </a:lnTo>
                  <a:cubicBezTo>
                    <a:pt x="8614" y="8438"/>
                    <a:pt x="8572" y="8449"/>
                    <a:pt x="8533" y="8477"/>
                  </a:cubicBezTo>
                  <a:lnTo>
                    <a:pt x="4578" y="11182"/>
                  </a:lnTo>
                  <a:cubicBezTo>
                    <a:pt x="4575" y="11184"/>
                    <a:pt x="4572" y="11185"/>
                    <a:pt x="4569" y="11185"/>
                  </a:cubicBezTo>
                  <a:cubicBezTo>
                    <a:pt x="4559" y="11185"/>
                    <a:pt x="4551" y="11176"/>
                    <a:pt x="4554" y="11165"/>
                  </a:cubicBezTo>
                  <a:lnTo>
                    <a:pt x="5124" y="8702"/>
                  </a:lnTo>
                  <a:cubicBezTo>
                    <a:pt x="5152" y="8565"/>
                    <a:pt x="5050" y="8435"/>
                    <a:pt x="4909" y="8435"/>
                  </a:cubicBezTo>
                  <a:lnTo>
                    <a:pt x="1158" y="8435"/>
                  </a:lnTo>
                  <a:cubicBezTo>
                    <a:pt x="761" y="8435"/>
                    <a:pt x="441" y="8114"/>
                    <a:pt x="441" y="7717"/>
                  </a:cubicBezTo>
                  <a:lnTo>
                    <a:pt x="441" y="1155"/>
                  </a:lnTo>
                  <a:cubicBezTo>
                    <a:pt x="441" y="761"/>
                    <a:pt x="761" y="437"/>
                    <a:pt x="1158" y="437"/>
                  </a:cubicBezTo>
                  <a:close/>
                  <a:moveTo>
                    <a:pt x="13814" y="1844"/>
                  </a:moveTo>
                  <a:cubicBezTo>
                    <a:pt x="14212" y="1844"/>
                    <a:pt x="14532" y="2165"/>
                    <a:pt x="14536" y="2562"/>
                  </a:cubicBezTo>
                  <a:lnTo>
                    <a:pt x="14536" y="9124"/>
                  </a:lnTo>
                  <a:cubicBezTo>
                    <a:pt x="14532" y="9522"/>
                    <a:pt x="14212" y="9842"/>
                    <a:pt x="13814" y="9842"/>
                  </a:cubicBezTo>
                  <a:lnTo>
                    <a:pt x="10067" y="9842"/>
                  </a:lnTo>
                  <a:cubicBezTo>
                    <a:pt x="9926" y="9842"/>
                    <a:pt x="9821" y="9976"/>
                    <a:pt x="9853" y="10113"/>
                  </a:cubicBezTo>
                  <a:lnTo>
                    <a:pt x="10419" y="12576"/>
                  </a:lnTo>
                  <a:cubicBezTo>
                    <a:pt x="10422" y="12584"/>
                    <a:pt x="10414" y="12592"/>
                    <a:pt x="10405" y="12592"/>
                  </a:cubicBezTo>
                  <a:cubicBezTo>
                    <a:pt x="10403" y="12592"/>
                    <a:pt x="10400" y="12591"/>
                    <a:pt x="10398" y="12590"/>
                  </a:cubicBezTo>
                  <a:lnTo>
                    <a:pt x="6848" y="10162"/>
                  </a:lnTo>
                  <a:lnTo>
                    <a:pt x="8727" y="8878"/>
                  </a:lnTo>
                  <a:lnTo>
                    <a:pt x="12407" y="8878"/>
                  </a:lnTo>
                  <a:cubicBezTo>
                    <a:pt x="13047" y="8874"/>
                    <a:pt x="13565" y="8357"/>
                    <a:pt x="13565" y="7720"/>
                  </a:cubicBezTo>
                  <a:lnTo>
                    <a:pt x="13565" y="1844"/>
                  </a:lnTo>
                  <a:close/>
                  <a:moveTo>
                    <a:pt x="1158" y="1"/>
                  </a:moveTo>
                  <a:cubicBezTo>
                    <a:pt x="518" y="1"/>
                    <a:pt x="1" y="518"/>
                    <a:pt x="1" y="1155"/>
                  </a:cubicBezTo>
                  <a:lnTo>
                    <a:pt x="1" y="7720"/>
                  </a:lnTo>
                  <a:cubicBezTo>
                    <a:pt x="1" y="8357"/>
                    <a:pt x="518" y="8874"/>
                    <a:pt x="1158" y="8874"/>
                  </a:cubicBezTo>
                  <a:lnTo>
                    <a:pt x="1408" y="8874"/>
                  </a:lnTo>
                  <a:lnTo>
                    <a:pt x="1408" y="9124"/>
                  </a:lnTo>
                  <a:cubicBezTo>
                    <a:pt x="1408" y="9765"/>
                    <a:pt x="1925" y="10282"/>
                    <a:pt x="2566" y="10282"/>
                  </a:cubicBezTo>
                  <a:lnTo>
                    <a:pt x="4307" y="10282"/>
                  </a:lnTo>
                  <a:lnTo>
                    <a:pt x="4124" y="11066"/>
                  </a:lnTo>
                  <a:cubicBezTo>
                    <a:pt x="4052" y="11374"/>
                    <a:pt x="4297" y="11627"/>
                    <a:pt x="4569" y="11627"/>
                  </a:cubicBezTo>
                  <a:cubicBezTo>
                    <a:pt x="4654" y="11627"/>
                    <a:pt x="4743" y="11601"/>
                    <a:pt x="4825" y="11545"/>
                  </a:cubicBezTo>
                  <a:lnTo>
                    <a:pt x="6457" y="10426"/>
                  </a:lnTo>
                  <a:lnTo>
                    <a:pt x="10148" y="12949"/>
                  </a:lnTo>
                  <a:cubicBezTo>
                    <a:pt x="10230" y="13006"/>
                    <a:pt x="10319" y="13031"/>
                    <a:pt x="10405" y="13031"/>
                  </a:cubicBezTo>
                  <a:cubicBezTo>
                    <a:pt x="10675" y="13031"/>
                    <a:pt x="10917" y="12781"/>
                    <a:pt x="10845" y="12474"/>
                  </a:cubicBezTo>
                  <a:lnTo>
                    <a:pt x="10342" y="10282"/>
                  </a:lnTo>
                  <a:lnTo>
                    <a:pt x="13814" y="10282"/>
                  </a:lnTo>
                  <a:cubicBezTo>
                    <a:pt x="14451" y="10282"/>
                    <a:pt x="14972" y="9761"/>
                    <a:pt x="14972" y="9124"/>
                  </a:cubicBezTo>
                  <a:lnTo>
                    <a:pt x="14972" y="2562"/>
                  </a:lnTo>
                  <a:cubicBezTo>
                    <a:pt x="14972" y="1925"/>
                    <a:pt x="14451" y="1405"/>
                    <a:pt x="13814" y="1405"/>
                  </a:cubicBezTo>
                  <a:lnTo>
                    <a:pt x="13568" y="1405"/>
                  </a:lnTo>
                  <a:lnTo>
                    <a:pt x="13568" y="1155"/>
                  </a:lnTo>
                  <a:cubicBezTo>
                    <a:pt x="13565" y="518"/>
                    <a:pt x="13047" y="1"/>
                    <a:pt x="124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9" name="Google Shape;18609;p85"/>
          <p:cNvGrpSpPr/>
          <p:nvPr/>
        </p:nvGrpSpPr>
        <p:grpSpPr>
          <a:xfrm>
            <a:off x="4660676" y="1985853"/>
            <a:ext cx="346921" cy="346921"/>
            <a:chOff x="4660676" y="1985853"/>
            <a:chExt cx="346921" cy="346921"/>
          </a:xfrm>
        </p:grpSpPr>
        <p:sp>
          <p:nvSpPr>
            <p:cNvPr id="18610" name="Google Shape;18610;p85"/>
            <p:cNvSpPr/>
            <p:nvPr/>
          </p:nvSpPr>
          <p:spPr>
            <a:xfrm>
              <a:off x="4665699" y="1990902"/>
              <a:ext cx="336848" cy="336848"/>
            </a:xfrm>
            <a:custGeom>
              <a:rect b="b" l="l" r="r" t="t"/>
              <a:pathLst>
                <a:path extrusionOk="0" h="12942" w="12942">
                  <a:moveTo>
                    <a:pt x="666" y="0"/>
                  </a:moveTo>
                  <a:cubicBezTo>
                    <a:pt x="300" y="0"/>
                    <a:pt x="1" y="300"/>
                    <a:pt x="1" y="665"/>
                  </a:cubicBezTo>
                  <a:lnTo>
                    <a:pt x="1" y="12276"/>
                  </a:lnTo>
                  <a:cubicBezTo>
                    <a:pt x="1" y="12646"/>
                    <a:pt x="300" y="12941"/>
                    <a:pt x="666" y="12941"/>
                  </a:cubicBezTo>
                  <a:lnTo>
                    <a:pt x="12277" y="12941"/>
                  </a:lnTo>
                  <a:cubicBezTo>
                    <a:pt x="12642" y="12941"/>
                    <a:pt x="12942" y="12642"/>
                    <a:pt x="12942" y="12276"/>
                  </a:cubicBezTo>
                  <a:lnTo>
                    <a:pt x="12942" y="665"/>
                  </a:lnTo>
                  <a:cubicBezTo>
                    <a:pt x="12942" y="300"/>
                    <a:pt x="12642" y="0"/>
                    <a:pt x="122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85"/>
            <p:cNvSpPr/>
            <p:nvPr/>
          </p:nvSpPr>
          <p:spPr>
            <a:xfrm>
              <a:off x="4967436" y="1990902"/>
              <a:ext cx="35111" cy="336848"/>
            </a:xfrm>
            <a:custGeom>
              <a:rect b="b" l="l" r="r" t="t"/>
              <a:pathLst>
                <a:path extrusionOk="0" h="12942" w="1349">
                  <a:moveTo>
                    <a:pt x="1" y="0"/>
                  </a:moveTo>
                  <a:cubicBezTo>
                    <a:pt x="367" y="0"/>
                    <a:pt x="662" y="300"/>
                    <a:pt x="662" y="665"/>
                  </a:cubicBezTo>
                  <a:lnTo>
                    <a:pt x="662" y="12276"/>
                  </a:lnTo>
                  <a:cubicBezTo>
                    <a:pt x="662" y="12642"/>
                    <a:pt x="367" y="12941"/>
                    <a:pt x="1" y="12941"/>
                  </a:cubicBezTo>
                  <a:lnTo>
                    <a:pt x="684" y="12941"/>
                  </a:lnTo>
                  <a:cubicBezTo>
                    <a:pt x="1049" y="12941"/>
                    <a:pt x="1349" y="12642"/>
                    <a:pt x="1349" y="12276"/>
                  </a:cubicBezTo>
                  <a:lnTo>
                    <a:pt x="1349" y="665"/>
                  </a:lnTo>
                  <a:cubicBezTo>
                    <a:pt x="1349" y="300"/>
                    <a:pt x="1049" y="0"/>
                    <a:pt x="684" y="0"/>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85"/>
            <p:cNvSpPr/>
            <p:nvPr/>
          </p:nvSpPr>
          <p:spPr>
            <a:xfrm>
              <a:off x="4875767" y="2079370"/>
              <a:ext cx="98202" cy="90029"/>
            </a:xfrm>
            <a:custGeom>
              <a:rect b="b" l="l" r="r" t="t"/>
              <a:pathLst>
                <a:path extrusionOk="0" h="3459" w="3773">
                  <a:moveTo>
                    <a:pt x="701" y="0"/>
                  </a:moveTo>
                  <a:cubicBezTo>
                    <a:pt x="314" y="0"/>
                    <a:pt x="1" y="313"/>
                    <a:pt x="1" y="700"/>
                  </a:cubicBezTo>
                  <a:lnTo>
                    <a:pt x="1" y="2759"/>
                  </a:lnTo>
                  <a:cubicBezTo>
                    <a:pt x="1" y="3146"/>
                    <a:pt x="314" y="3459"/>
                    <a:pt x="701" y="3459"/>
                  </a:cubicBezTo>
                  <a:lnTo>
                    <a:pt x="3073" y="3459"/>
                  </a:lnTo>
                  <a:cubicBezTo>
                    <a:pt x="3460" y="3459"/>
                    <a:pt x="3773" y="3146"/>
                    <a:pt x="3773" y="2759"/>
                  </a:cubicBezTo>
                  <a:lnTo>
                    <a:pt x="3773" y="700"/>
                  </a:lnTo>
                  <a:cubicBezTo>
                    <a:pt x="3773" y="313"/>
                    <a:pt x="3460" y="0"/>
                    <a:pt x="307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85"/>
            <p:cNvSpPr/>
            <p:nvPr/>
          </p:nvSpPr>
          <p:spPr>
            <a:xfrm>
              <a:off x="4875767" y="2205915"/>
              <a:ext cx="98202" cy="89951"/>
            </a:xfrm>
            <a:custGeom>
              <a:rect b="b" l="l" r="r" t="t"/>
              <a:pathLst>
                <a:path extrusionOk="0" h="3456" w="3773">
                  <a:moveTo>
                    <a:pt x="695" y="1"/>
                  </a:moveTo>
                  <a:cubicBezTo>
                    <a:pt x="311" y="1"/>
                    <a:pt x="1" y="316"/>
                    <a:pt x="1" y="701"/>
                  </a:cubicBezTo>
                  <a:lnTo>
                    <a:pt x="1" y="2756"/>
                  </a:lnTo>
                  <a:cubicBezTo>
                    <a:pt x="1" y="3143"/>
                    <a:pt x="314" y="3456"/>
                    <a:pt x="701" y="3456"/>
                  </a:cubicBezTo>
                  <a:lnTo>
                    <a:pt x="3073" y="3456"/>
                  </a:lnTo>
                  <a:cubicBezTo>
                    <a:pt x="3460" y="3456"/>
                    <a:pt x="3773" y="3143"/>
                    <a:pt x="3773" y="2756"/>
                  </a:cubicBezTo>
                  <a:lnTo>
                    <a:pt x="3773" y="701"/>
                  </a:lnTo>
                  <a:cubicBezTo>
                    <a:pt x="3773" y="316"/>
                    <a:pt x="3463" y="1"/>
                    <a:pt x="3079" y="1"/>
                  </a:cubicBezTo>
                  <a:cubicBezTo>
                    <a:pt x="3077" y="1"/>
                    <a:pt x="3075" y="1"/>
                    <a:pt x="3073" y="1"/>
                  </a:cubicBezTo>
                  <a:lnTo>
                    <a:pt x="701" y="1"/>
                  </a:lnTo>
                  <a:cubicBezTo>
                    <a:pt x="699" y="1"/>
                    <a:pt x="697" y="1"/>
                    <a:pt x="69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85"/>
            <p:cNvSpPr/>
            <p:nvPr/>
          </p:nvSpPr>
          <p:spPr>
            <a:xfrm>
              <a:off x="4938337" y="2079370"/>
              <a:ext cx="35632" cy="90029"/>
            </a:xfrm>
            <a:custGeom>
              <a:rect b="b" l="l" r="r" t="t"/>
              <a:pathLst>
                <a:path extrusionOk="0" h="3459" w="1369">
                  <a:moveTo>
                    <a:pt x="0" y="0"/>
                  </a:moveTo>
                  <a:cubicBezTo>
                    <a:pt x="387" y="0"/>
                    <a:pt x="704" y="313"/>
                    <a:pt x="704" y="700"/>
                  </a:cubicBezTo>
                  <a:lnTo>
                    <a:pt x="704" y="2759"/>
                  </a:lnTo>
                  <a:cubicBezTo>
                    <a:pt x="704" y="3146"/>
                    <a:pt x="387" y="3459"/>
                    <a:pt x="0" y="3459"/>
                  </a:cubicBezTo>
                  <a:lnTo>
                    <a:pt x="669" y="3459"/>
                  </a:lnTo>
                  <a:cubicBezTo>
                    <a:pt x="1056" y="3459"/>
                    <a:pt x="1369" y="3146"/>
                    <a:pt x="1369" y="2759"/>
                  </a:cubicBezTo>
                  <a:lnTo>
                    <a:pt x="1369" y="700"/>
                  </a:lnTo>
                  <a:cubicBezTo>
                    <a:pt x="1369" y="313"/>
                    <a:pt x="1056" y="0"/>
                    <a:pt x="66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85"/>
            <p:cNvSpPr/>
            <p:nvPr/>
          </p:nvSpPr>
          <p:spPr>
            <a:xfrm>
              <a:off x="4938337" y="2205915"/>
              <a:ext cx="35632" cy="89951"/>
            </a:xfrm>
            <a:custGeom>
              <a:rect b="b" l="l" r="r" t="t"/>
              <a:pathLst>
                <a:path extrusionOk="0" h="3456" w="1369">
                  <a:moveTo>
                    <a:pt x="6" y="1"/>
                  </a:moveTo>
                  <a:cubicBezTo>
                    <a:pt x="4" y="1"/>
                    <a:pt x="2" y="1"/>
                    <a:pt x="0" y="1"/>
                  </a:cubicBezTo>
                  <a:lnTo>
                    <a:pt x="13" y="1"/>
                  </a:lnTo>
                  <a:cubicBezTo>
                    <a:pt x="11" y="1"/>
                    <a:pt x="9" y="1"/>
                    <a:pt x="6" y="1"/>
                  </a:cubicBezTo>
                  <a:close/>
                  <a:moveTo>
                    <a:pt x="675" y="1"/>
                  </a:moveTo>
                  <a:cubicBezTo>
                    <a:pt x="673" y="1"/>
                    <a:pt x="671" y="1"/>
                    <a:pt x="669" y="1"/>
                  </a:cubicBezTo>
                  <a:lnTo>
                    <a:pt x="13" y="1"/>
                  </a:lnTo>
                  <a:cubicBezTo>
                    <a:pt x="394" y="4"/>
                    <a:pt x="704" y="318"/>
                    <a:pt x="704" y="701"/>
                  </a:cubicBezTo>
                  <a:lnTo>
                    <a:pt x="704" y="2756"/>
                  </a:lnTo>
                  <a:cubicBezTo>
                    <a:pt x="704" y="3143"/>
                    <a:pt x="387" y="3456"/>
                    <a:pt x="0" y="3456"/>
                  </a:cubicBezTo>
                  <a:lnTo>
                    <a:pt x="669" y="3456"/>
                  </a:lnTo>
                  <a:cubicBezTo>
                    <a:pt x="1056" y="3456"/>
                    <a:pt x="1369" y="3143"/>
                    <a:pt x="1369" y="2756"/>
                  </a:cubicBezTo>
                  <a:lnTo>
                    <a:pt x="1369" y="701"/>
                  </a:lnTo>
                  <a:cubicBezTo>
                    <a:pt x="1369" y="316"/>
                    <a:pt x="1059" y="1"/>
                    <a:pt x="675"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85"/>
            <p:cNvSpPr/>
            <p:nvPr/>
          </p:nvSpPr>
          <p:spPr>
            <a:xfrm>
              <a:off x="4665699" y="1990902"/>
              <a:ext cx="336848" cy="59082"/>
            </a:xfrm>
            <a:custGeom>
              <a:rect b="b" l="l" r="r" t="t"/>
              <a:pathLst>
                <a:path extrusionOk="0" h="2270" w="12942">
                  <a:moveTo>
                    <a:pt x="666" y="0"/>
                  </a:moveTo>
                  <a:cubicBezTo>
                    <a:pt x="300" y="0"/>
                    <a:pt x="1" y="300"/>
                    <a:pt x="1" y="665"/>
                  </a:cubicBezTo>
                  <a:lnTo>
                    <a:pt x="1" y="2270"/>
                  </a:lnTo>
                  <a:lnTo>
                    <a:pt x="12942" y="2270"/>
                  </a:lnTo>
                  <a:lnTo>
                    <a:pt x="12942" y="665"/>
                  </a:lnTo>
                  <a:cubicBezTo>
                    <a:pt x="12942" y="300"/>
                    <a:pt x="12642" y="0"/>
                    <a:pt x="1227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85"/>
            <p:cNvSpPr/>
            <p:nvPr/>
          </p:nvSpPr>
          <p:spPr>
            <a:xfrm>
              <a:off x="4967436" y="1990902"/>
              <a:ext cx="35111" cy="59004"/>
            </a:xfrm>
            <a:custGeom>
              <a:rect b="b" l="l" r="r" t="t"/>
              <a:pathLst>
                <a:path extrusionOk="0" h="2267" w="1349">
                  <a:moveTo>
                    <a:pt x="1" y="0"/>
                  </a:moveTo>
                  <a:cubicBezTo>
                    <a:pt x="367" y="0"/>
                    <a:pt x="662" y="300"/>
                    <a:pt x="662" y="665"/>
                  </a:cubicBezTo>
                  <a:lnTo>
                    <a:pt x="662" y="2266"/>
                  </a:lnTo>
                  <a:lnTo>
                    <a:pt x="1349" y="2266"/>
                  </a:lnTo>
                  <a:lnTo>
                    <a:pt x="1349" y="665"/>
                  </a:lnTo>
                  <a:cubicBezTo>
                    <a:pt x="1349" y="300"/>
                    <a:pt x="1049" y="0"/>
                    <a:pt x="6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85"/>
            <p:cNvSpPr/>
            <p:nvPr/>
          </p:nvSpPr>
          <p:spPr>
            <a:xfrm>
              <a:off x="4684569" y="2010501"/>
              <a:ext cx="23008" cy="19703"/>
            </a:xfrm>
            <a:custGeom>
              <a:rect b="b" l="l" r="r" t="t"/>
              <a:pathLst>
                <a:path extrusionOk="0" h="757" w="884">
                  <a:moveTo>
                    <a:pt x="507" y="0"/>
                  </a:moveTo>
                  <a:cubicBezTo>
                    <a:pt x="169" y="0"/>
                    <a:pt x="0" y="405"/>
                    <a:pt x="240" y="644"/>
                  </a:cubicBezTo>
                  <a:cubicBezTo>
                    <a:pt x="317" y="722"/>
                    <a:pt x="412" y="756"/>
                    <a:pt x="505" y="756"/>
                  </a:cubicBezTo>
                  <a:cubicBezTo>
                    <a:pt x="699" y="756"/>
                    <a:pt x="884" y="605"/>
                    <a:pt x="884" y="377"/>
                  </a:cubicBezTo>
                  <a:cubicBezTo>
                    <a:pt x="884" y="169"/>
                    <a:pt x="715" y="0"/>
                    <a:pt x="50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85"/>
            <p:cNvSpPr/>
            <p:nvPr/>
          </p:nvSpPr>
          <p:spPr>
            <a:xfrm>
              <a:off x="4722569" y="2010501"/>
              <a:ext cx="23008" cy="19703"/>
            </a:xfrm>
            <a:custGeom>
              <a:rect b="b" l="l" r="r" t="t"/>
              <a:pathLst>
                <a:path extrusionOk="0" h="757" w="884">
                  <a:moveTo>
                    <a:pt x="504" y="0"/>
                  </a:moveTo>
                  <a:cubicBezTo>
                    <a:pt x="166" y="0"/>
                    <a:pt x="1" y="405"/>
                    <a:pt x="236" y="644"/>
                  </a:cubicBezTo>
                  <a:cubicBezTo>
                    <a:pt x="314" y="722"/>
                    <a:pt x="409" y="756"/>
                    <a:pt x="502" y="756"/>
                  </a:cubicBezTo>
                  <a:cubicBezTo>
                    <a:pt x="697" y="756"/>
                    <a:pt x="884" y="605"/>
                    <a:pt x="884" y="377"/>
                  </a:cubicBezTo>
                  <a:cubicBezTo>
                    <a:pt x="884" y="169"/>
                    <a:pt x="711" y="0"/>
                    <a:pt x="50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85"/>
            <p:cNvSpPr/>
            <p:nvPr/>
          </p:nvSpPr>
          <p:spPr>
            <a:xfrm>
              <a:off x="4760569" y="2010501"/>
              <a:ext cx="23008" cy="19703"/>
            </a:xfrm>
            <a:custGeom>
              <a:rect b="b" l="l" r="r" t="t"/>
              <a:pathLst>
                <a:path extrusionOk="0" h="757" w="884">
                  <a:moveTo>
                    <a:pt x="504" y="0"/>
                  </a:moveTo>
                  <a:cubicBezTo>
                    <a:pt x="170" y="0"/>
                    <a:pt x="1" y="405"/>
                    <a:pt x="236" y="644"/>
                  </a:cubicBezTo>
                  <a:cubicBezTo>
                    <a:pt x="314" y="722"/>
                    <a:pt x="409" y="756"/>
                    <a:pt x="502" y="756"/>
                  </a:cubicBezTo>
                  <a:cubicBezTo>
                    <a:pt x="697" y="756"/>
                    <a:pt x="884" y="605"/>
                    <a:pt x="884" y="377"/>
                  </a:cubicBezTo>
                  <a:cubicBezTo>
                    <a:pt x="884" y="169"/>
                    <a:pt x="715" y="0"/>
                    <a:pt x="50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85"/>
            <p:cNvSpPr/>
            <p:nvPr/>
          </p:nvSpPr>
          <p:spPr>
            <a:xfrm>
              <a:off x="4690972" y="2010501"/>
              <a:ext cx="16606" cy="19677"/>
            </a:xfrm>
            <a:custGeom>
              <a:rect b="b" l="l" r="r" t="t"/>
              <a:pathLst>
                <a:path extrusionOk="0" h="756" w="638">
                  <a:moveTo>
                    <a:pt x="254" y="0"/>
                  </a:moveTo>
                  <a:cubicBezTo>
                    <a:pt x="497" y="233"/>
                    <a:pt x="338" y="644"/>
                    <a:pt x="1" y="651"/>
                  </a:cubicBezTo>
                  <a:cubicBezTo>
                    <a:pt x="76" y="723"/>
                    <a:pt x="167" y="756"/>
                    <a:pt x="257" y="756"/>
                  </a:cubicBezTo>
                  <a:cubicBezTo>
                    <a:pt x="451" y="756"/>
                    <a:pt x="638" y="603"/>
                    <a:pt x="638" y="377"/>
                  </a:cubicBezTo>
                  <a:cubicBezTo>
                    <a:pt x="638" y="169"/>
                    <a:pt x="469" y="0"/>
                    <a:pt x="261"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85"/>
            <p:cNvSpPr/>
            <p:nvPr/>
          </p:nvSpPr>
          <p:spPr>
            <a:xfrm>
              <a:off x="4728894" y="2010501"/>
              <a:ext cx="16684" cy="19677"/>
            </a:xfrm>
            <a:custGeom>
              <a:rect b="b" l="l" r="r" t="t"/>
              <a:pathLst>
                <a:path extrusionOk="0" h="756" w="641">
                  <a:moveTo>
                    <a:pt x="254" y="0"/>
                  </a:moveTo>
                  <a:cubicBezTo>
                    <a:pt x="496" y="233"/>
                    <a:pt x="338" y="644"/>
                    <a:pt x="0" y="651"/>
                  </a:cubicBezTo>
                  <a:cubicBezTo>
                    <a:pt x="76" y="723"/>
                    <a:pt x="167" y="756"/>
                    <a:pt x="256" y="756"/>
                  </a:cubicBezTo>
                  <a:cubicBezTo>
                    <a:pt x="451" y="756"/>
                    <a:pt x="638" y="603"/>
                    <a:pt x="641" y="377"/>
                  </a:cubicBezTo>
                  <a:cubicBezTo>
                    <a:pt x="641" y="169"/>
                    <a:pt x="468" y="0"/>
                    <a:pt x="2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85"/>
            <p:cNvSpPr/>
            <p:nvPr/>
          </p:nvSpPr>
          <p:spPr>
            <a:xfrm>
              <a:off x="4766894" y="2010501"/>
              <a:ext cx="16684" cy="19677"/>
            </a:xfrm>
            <a:custGeom>
              <a:rect b="b" l="l" r="r" t="t"/>
              <a:pathLst>
                <a:path extrusionOk="0" h="756" w="641">
                  <a:moveTo>
                    <a:pt x="254" y="0"/>
                  </a:moveTo>
                  <a:cubicBezTo>
                    <a:pt x="497" y="233"/>
                    <a:pt x="338" y="644"/>
                    <a:pt x="0" y="651"/>
                  </a:cubicBezTo>
                  <a:cubicBezTo>
                    <a:pt x="77" y="723"/>
                    <a:pt x="169" y="756"/>
                    <a:pt x="259" y="756"/>
                  </a:cubicBezTo>
                  <a:cubicBezTo>
                    <a:pt x="454" y="756"/>
                    <a:pt x="641" y="603"/>
                    <a:pt x="641" y="377"/>
                  </a:cubicBezTo>
                  <a:cubicBezTo>
                    <a:pt x="641" y="169"/>
                    <a:pt x="472" y="0"/>
                    <a:pt x="2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85"/>
            <p:cNvSpPr/>
            <p:nvPr/>
          </p:nvSpPr>
          <p:spPr>
            <a:xfrm>
              <a:off x="4660676" y="1985853"/>
              <a:ext cx="136384" cy="69181"/>
            </a:xfrm>
            <a:custGeom>
              <a:rect b="b" l="l" r="r" t="t"/>
              <a:pathLst>
                <a:path extrusionOk="0" h="2658" w="5240">
                  <a:moveTo>
                    <a:pt x="859" y="1"/>
                  </a:moveTo>
                  <a:cubicBezTo>
                    <a:pt x="384" y="1"/>
                    <a:pt x="0" y="384"/>
                    <a:pt x="0" y="859"/>
                  </a:cubicBezTo>
                  <a:lnTo>
                    <a:pt x="0" y="2464"/>
                  </a:lnTo>
                  <a:cubicBezTo>
                    <a:pt x="0" y="2569"/>
                    <a:pt x="85" y="2657"/>
                    <a:pt x="194" y="2657"/>
                  </a:cubicBezTo>
                  <a:cubicBezTo>
                    <a:pt x="303" y="2657"/>
                    <a:pt x="391" y="2569"/>
                    <a:pt x="391" y="2460"/>
                  </a:cubicBez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85"/>
            <p:cNvSpPr/>
            <p:nvPr/>
          </p:nvSpPr>
          <p:spPr>
            <a:xfrm>
              <a:off x="4687953" y="2079370"/>
              <a:ext cx="159731" cy="216497"/>
            </a:xfrm>
            <a:custGeom>
              <a:rect b="b" l="l" r="r" t="t"/>
              <a:pathLst>
                <a:path extrusionOk="0" h="8318" w="6137">
                  <a:moveTo>
                    <a:pt x="701" y="0"/>
                  </a:moveTo>
                  <a:cubicBezTo>
                    <a:pt x="314" y="0"/>
                    <a:pt x="1" y="313"/>
                    <a:pt x="1" y="700"/>
                  </a:cubicBezTo>
                  <a:lnTo>
                    <a:pt x="1" y="7618"/>
                  </a:lnTo>
                  <a:cubicBezTo>
                    <a:pt x="1" y="8005"/>
                    <a:pt x="314" y="8318"/>
                    <a:pt x="701" y="8318"/>
                  </a:cubicBezTo>
                  <a:lnTo>
                    <a:pt x="5437" y="8318"/>
                  </a:lnTo>
                  <a:cubicBezTo>
                    <a:pt x="5824" y="8318"/>
                    <a:pt x="6137" y="8005"/>
                    <a:pt x="6137" y="7618"/>
                  </a:cubicBezTo>
                  <a:lnTo>
                    <a:pt x="6137" y="700"/>
                  </a:lnTo>
                  <a:cubicBezTo>
                    <a:pt x="6137" y="313"/>
                    <a:pt x="5824" y="0"/>
                    <a:pt x="543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85"/>
            <p:cNvSpPr/>
            <p:nvPr/>
          </p:nvSpPr>
          <p:spPr>
            <a:xfrm>
              <a:off x="4811037" y="2079370"/>
              <a:ext cx="36647" cy="216497"/>
            </a:xfrm>
            <a:custGeom>
              <a:rect b="b" l="l" r="r" t="t"/>
              <a:pathLst>
                <a:path extrusionOk="0" h="8318" w="1408">
                  <a:moveTo>
                    <a:pt x="708" y="0"/>
                  </a:moveTo>
                  <a:lnTo>
                    <a:pt x="0" y="25"/>
                  </a:lnTo>
                  <a:cubicBezTo>
                    <a:pt x="387" y="25"/>
                    <a:pt x="701" y="338"/>
                    <a:pt x="701" y="725"/>
                  </a:cubicBezTo>
                  <a:lnTo>
                    <a:pt x="701" y="7646"/>
                  </a:lnTo>
                  <a:cubicBezTo>
                    <a:pt x="701" y="7959"/>
                    <a:pt x="493" y="8233"/>
                    <a:pt x="190" y="8318"/>
                  </a:cubicBezTo>
                  <a:lnTo>
                    <a:pt x="708" y="8318"/>
                  </a:lnTo>
                  <a:cubicBezTo>
                    <a:pt x="1095" y="8318"/>
                    <a:pt x="1408" y="8005"/>
                    <a:pt x="1408" y="7618"/>
                  </a:cubicBezTo>
                  <a:lnTo>
                    <a:pt x="1408" y="700"/>
                  </a:lnTo>
                  <a:cubicBezTo>
                    <a:pt x="1408" y="313"/>
                    <a:pt x="1095" y="0"/>
                    <a:pt x="70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85"/>
            <p:cNvSpPr/>
            <p:nvPr/>
          </p:nvSpPr>
          <p:spPr>
            <a:xfrm>
              <a:off x="4682825" y="2005452"/>
              <a:ext cx="34825" cy="29775"/>
            </a:xfrm>
            <a:custGeom>
              <a:rect b="b" l="l" r="r" t="t"/>
              <a:pathLst>
                <a:path extrusionOk="0" h="1144" w="1338">
                  <a:moveTo>
                    <a:pt x="574" y="388"/>
                  </a:moveTo>
                  <a:cubicBezTo>
                    <a:pt x="676" y="388"/>
                    <a:pt x="757" y="469"/>
                    <a:pt x="757" y="571"/>
                  </a:cubicBezTo>
                  <a:cubicBezTo>
                    <a:pt x="757" y="681"/>
                    <a:pt x="666" y="753"/>
                    <a:pt x="571" y="753"/>
                  </a:cubicBezTo>
                  <a:cubicBezTo>
                    <a:pt x="527" y="753"/>
                    <a:pt x="481" y="737"/>
                    <a:pt x="444" y="701"/>
                  </a:cubicBezTo>
                  <a:cubicBezTo>
                    <a:pt x="331" y="585"/>
                    <a:pt x="412" y="388"/>
                    <a:pt x="574" y="388"/>
                  </a:cubicBezTo>
                  <a:close/>
                  <a:moveTo>
                    <a:pt x="574" y="1"/>
                  </a:moveTo>
                  <a:cubicBezTo>
                    <a:pt x="257" y="1"/>
                    <a:pt x="1" y="254"/>
                    <a:pt x="1" y="571"/>
                  </a:cubicBezTo>
                  <a:cubicBezTo>
                    <a:pt x="1" y="916"/>
                    <a:pt x="282" y="1144"/>
                    <a:pt x="576" y="1144"/>
                  </a:cubicBezTo>
                  <a:cubicBezTo>
                    <a:pt x="716" y="1144"/>
                    <a:pt x="859" y="1092"/>
                    <a:pt x="975" y="975"/>
                  </a:cubicBezTo>
                  <a:cubicBezTo>
                    <a:pt x="1338" y="617"/>
                    <a:pt x="1081" y="1"/>
                    <a:pt x="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85"/>
            <p:cNvSpPr/>
            <p:nvPr/>
          </p:nvSpPr>
          <p:spPr>
            <a:xfrm>
              <a:off x="4720825" y="2005452"/>
              <a:ext cx="34825" cy="29775"/>
            </a:xfrm>
            <a:custGeom>
              <a:rect b="b" l="l" r="r" t="t"/>
              <a:pathLst>
                <a:path extrusionOk="0" h="1144" w="1338">
                  <a:moveTo>
                    <a:pt x="574" y="388"/>
                  </a:moveTo>
                  <a:cubicBezTo>
                    <a:pt x="673" y="388"/>
                    <a:pt x="754" y="469"/>
                    <a:pt x="757" y="571"/>
                  </a:cubicBezTo>
                  <a:cubicBezTo>
                    <a:pt x="757" y="681"/>
                    <a:pt x="666" y="753"/>
                    <a:pt x="572" y="753"/>
                  </a:cubicBezTo>
                  <a:cubicBezTo>
                    <a:pt x="527" y="753"/>
                    <a:pt x="481" y="737"/>
                    <a:pt x="444" y="701"/>
                  </a:cubicBezTo>
                  <a:cubicBezTo>
                    <a:pt x="328" y="585"/>
                    <a:pt x="409" y="388"/>
                    <a:pt x="574" y="388"/>
                  </a:cubicBezTo>
                  <a:close/>
                  <a:moveTo>
                    <a:pt x="571" y="1"/>
                  </a:moveTo>
                  <a:cubicBezTo>
                    <a:pt x="258" y="1"/>
                    <a:pt x="1" y="254"/>
                    <a:pt x="1" y="571"/>
                  </a:cubicBezTo>
                  <a:cubicBezTo>
                    <a:pt x="1" y="916"/>
                    <a:pt x="283" y="1144"/>
                    <a:pt x="576" y="1144"/>
                  </a:cubicBezTo>
                  <a:cubicBezTo>
                    <a:pt x="716" y="1144"/>
                    <a:pt x="859" y="1092"/>
                    <a:pt x="975" y="975"/>
                  </a:cubicBezTo>
                  <a:cubicBezTo>
                    <a:pt x="1338"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85"/>
            <p:cNvSpPr/>
            <p:nvPr/>
          </p:nvSpPr>
          <p:spPr>
            <a:xfrm>
              <a:off x="4758826" y="2005452"/>
              <a:ext cx="34747" cy="29775"/>
            </a:xfrm>
            <a:custGeom>
              <a:rect b="b" l="l" r="r" t="t"/>
              <a:pathLst>
                <a:path extrusionOk="0" h="1144" w="1335">
                  <a:moveTo>
                    <a:pt x="571" y="388"/>
                  </a:moveTo>
                  <a:cubicBezTo>
                    <a:pt x="673" y="388"/>
                    <a:pt x="754" y="469"/>
                    <a:pt x="754" y="571"/>
                  </a:cubicBezTo>
                  <a:cubicBezTo>
                    <a:pt x="754" y="681"/>
                    <a:pt x="663" y="753"/>
                    <a:pt x="569" y="753"/>
                  </a:cubicBezTo>
                  <a:cubicBezTo>
                    <a:pt x="525" y="753"/>
                    <a:pt x="480" y="737"/>
                    <a:pt x="444" y="701"/>
                  </a:cubicBezTo>
                  <a:cubicBezTo>
                    <a:pt x="328" y="585"/>
                    <a:pt x="409" y="388"/>
                    <a:pt x="571" y="388"/>
                  </a:cubicBezTo>
                  <a:close/>
                  <a:moveTo>
                    <a:pt x="571" y="1"/>
                  </a:moveTo>
                  <a:cubicBezTo>
                    <a:pt x="254" y="1"/>
                    <a:pt x="1" y="254"/>
                    <a:pt x="1" y="571"/>
                  </a:cubicBezTo>
                  <a:cubicBezTo>
                    <a:pt x="1" y="916"/>
                    <a:pt x="283" y="1144"/>
                    <a:pt x="576" y="1144"/>
                  </a:cubicBezTo>
                  <a:cubicBezTo>
                    <a:pt x="716" y="1144"/>
                    <a:pt x="859" y="1092"/>
                    <a:pt x="975" y="975"/>
                  </a:cubicBezTo>
                  <a:cubicBezTo>
                    <a:pt x="1334"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85"/>
            <p:cNvSpPr/>
            <p:nvPr/>
          </p:nvSpPr>
          <p:spPr>
            <a:xfrm>
              <a:off x="4660676" y="1985853"/>
              <a:ext cx="346921" cy="346921"/>
            </a:xfrm>
            <a:custGeom>
              <a:rect b="b" l="l" r="r" t="t"/>
              <a:pathLst>
                <a:path extrusionOk="0" h="13329" w="13329">
                  <a:moveTo>
                    <a:pt x="12938" y="2657"/>
                  </a:moveTo>
                  <a:lnTo>
                    <a:pt x="12938" y="12470"/>
                  </a:lnTo>
                  <a:cubicBezTo>
                    <a:pt x="12938" y="12731"/>
                    <a:pt x="12730" y="12938"/>
                    <a:pt x="12470" y="12938"/>
                  </a:cubicBezTo>
                  <a:lnTo>
                    <a:pt x="859" y="12938"/>
                  </a:lnTo>
                  <a:cubicBezTo>
                    <a:pt x="598" y="12938"/>
                    <a:pt x="391" y="12731"/>
                    <a:pt x="391" y="12470"/>
                  </a:cubicBezTo>
                  <a:lnTo>
                    <a:pt x="391" y="2657"/>
                  </a:lnTo>
                  <a:close/>
                  <a:moveTo>
                    <a:pt x="859" y="1"/>
                  </a:moveTo>
                  <a:cubicBezTo>
                    <a:pt x="384" y="1"/>
                    <a:pt x="0" y="384"/>
                    <a:pt x="0" y="859"/>
                  </a:cubicBezTo>
                  <a:lnTo>
                    <a:pt x="0" y="12470"/>
                  </a:lnTo>
                  <a:cubicBezTo>
                    <a:pt x="0" y="12945"/>
                    <a:pt x="384" y="13329"/>
                    <a:pt x="859" y="13329"/>
                  </a:cubicBezTo>
                  <a:lnTo>
                    <a:pt x="12470" y="13329"/>
                  </a:lnTo>
                  <a:cubicBezTo>
                    <a:pt x="12945" y="13329"/>
                    <a:pt x="13328" y="12945"/>
                    <a:pt x="13328" y="12470"/>
                  </a:cubicBezTo>
                  <a:lnTo>
                    <a:pt x="13328" y="859"/>
                  </a:lnTo>
                  <a:cubicBezTo>
                    <a:pt x="13328" y="384"/>
                    <a:pt x="12945" y="1"/>
                    <a:pt x="12470" y="1"/>
                  </a:cubicBezTo>
                  <a:lnTo>
                    <a:pt x="6214" y="1"/>
                  </a:lnTo>
                  <a:cubicBezTo>
                    <a:pt x="5953" y="1"/>
                    <a:pt x="5953" y="391"/>
                    <a:pt x="6214" y="391"/>
                  </a:cubicBezTo>
                  <a:lnTo>
                    <a:pt x="12470" y="391"/>
                  </a:lnTo>
                  <a:cubicBezTo>
                    <a:pt x="12726" y="391"/>
                    <a:pt x="12938" y="603"/>
                    <a:pt x="12938" y="859"/>
                  </a:cubicBezTo>
                  <a:lnTo>
                    <a:pt x="12938" y="2267"/>
                  </a:lnTo>
                  <a:lnTo>
                    <a:pt x="391" y="2267"/>
                  </a:ln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85"/>
            <p:cNvSpPr/>
            <p:nvPr/>
          </p:nvSpPr>
          <p:spPr>
            <a:xfrm>
              <a:off x="4682825" y="2082389"/>
              <a:ext cx="14966" cy="27771"/>
            </a:xfrm>
            <a:custGeom>
              <a:rect b="b" l="l" r="r" t="t"/>
              <a:pathLst>
                <a:path extrusionOk="0" h="1067" w="575">
                  <a:moveTo>
                    <a:pt x="305" y="1"/>
                  </a:moveTo>
                  <a:cubicBezTo>
                    <a:pt x="248" y="1"/>
                    <a:pt x="190" y="27"/>
                    <a:pt x="148" y="92"/>
                  </a:cubicBezTo>
                  <a:cubicBezTo>
                    <a:pt x="53" y="240"/>
                    <a:pt x="1" y="409"/>
                    <a:pt x="1" y="584"/>
                  </a:cubicBezTo>
                  <a:lnTo>
                    <a:pt x="1" y="869"/>
                  </a:lnTo>
                  <a:cubicBezTo>
                    <a:pt x="1" y="979"/>
                    <a:pt x="88" y="1063"/>
                    <a:pt x="198" y="1066"/>
                  </a:cubicBezTo>
                  <a:cubicBezTo>
                    <a:pt x="303" y="1063"/>
                    <a:pt x="391" y="979"/>
                    <a:pt x="391" y="869"/>
                  </a:cubicBezTo>
                  <a:lnTo>
                    <a:pt x="391" y="584"/>
                  </a:lnTo>
                  <a:cubicBezTo>
                    <a:pt x="391" y="486"/>
                    <a:pt x="419" y="387"/>
                    <a:pt x="476" y="306"/>
                  </a:cubicBezTo>
                  <a:cubicBezTo>
                    <a:pt x="575" y="153"/>
                    <a:pt x="441" y="1"/>
                    <a:pt x="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85"/>
            <p:cNvSpPr/>
            <p:nvPr/>
          </p:nvSpPr>
          <p:spPr>
            <a:xfrm>
              <a:off x="4696073" y="2290557"/>
              <a:ext cx="31936" cy="10437"/>
            </a:xfrm>
            <a:custGeom>
              <a:rect b="b" l="l" r="r" t="t"/>
              <a:pathLst>
                <a:path extrusionOk="0" h="401" w="1227">
                  <a:moveTo>
                    <a:pt x="269" y="0"/>
                  </a:moveTo>
                  <a:cubicBezTo>
                    <a:pt x="42" y="0"/>
                    <a:pt x="1" y="350"/>
                    <a:pt x="244" y="390"/>
                  </a:cubicBezTo>
                  <a:cubicBezTo>
                    <a:pt x="290" y="397"/>
                    <a:pt x="339" y="401"/>
                    <a:pt x="389" y="401"/>
                  </a:cubicBezTo>
                  <a:lnTo>
                    <a:pt x="969" y="401"/>
                  </a:lnTo>
                  <a:cubicBezTo>
                    <a:pt x="1226" y="401"/>
                    <a:pt x="1226" y="10"/>
                    <a:pt x="969" y="10"/>
                  </a:cubicBezTo>
                  <a:lnTo>
                    <a:pt x="389" y="10"/>
                  </a:lnTo>
                  <a:cubicBezTo>
                    <a:pt x="361" y="10"/>
                    <a:pt x="332" y="7"/>
                    <a:pt x="308" y="3"/>
                  </a:cubicBezTo>
                  <a:cubicBezTo>
                    <a:pt x="294" y="1"/>
                    <a:pt x="281"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85"/>
            <p:cNvSpPr/>
            <p:nvPr/>
          </p:nvSpPr>
          <p:spPr>
            <a:xfrm>
              <a:off x="4699301" y="2074242"/>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85"/>
            <p:cNvSpPr/>
            <p:nvPr/>
          </p:nvSpPr>
          <p:spPr>
            <a:xfrm>
              <a:off x="4732460" y="2290817"/>
              <a:ext cx="31623" cy="10177"/>
            </a:xfrm>
            <a:custGeom>
              <a:rect b="b" l="l" r="r" t="t"/>
              <a:pathLst>
                <a:path extrusionOk="0" h="391" w="1215">
                  <a:moveTo>
                    <a:pt x="261" y="0"/>
                  </a:moveTo>
                  <a:cubicBezTo>
                    <a:pt x="1" y="0"/>
                    <a:pt x="1"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85"/>
            <p:cNvSpPr/>
            <p:nvPr/>
          </p:nvSpPr>
          <p:spPr>
            <a:xfrm>
              <a:off x="4735401" y="2074242"/>
              <a:ext cx="31597" cy="10177"/>
            </a:xfrm>
            <a:custGeom>
              <a:rect b="b" l="l" r="r" t="t"/>
              <a:pathLst>
                <a:path extrusionOk="0" h="391" w="1214">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85"/>
            <p:cNvSpPr/>
            <p:nvPr/>
          </p:nvSpPr>
          <p:spPr>
            <a:xfrm>
              <a:off x="4682825" y="2117968"/>
              <a:ext cx="10203" cy="28266"/>
            </a:xfrm>
            <a:custGeom>
              <a:rect b="b" l="l" r="r" t="t"/>
              <a:pathLst>
                <a:path extrusionOk="0" h="1086" w="392">
                  <a:moveTo>
                    <a:pt x="196" y="0"/>
                  </a:moveTo>
                  <a:cubicBezTo>
                    <a:pt x="98" y="0"/>
                    <a:pt x="1" y="65"/>
                    <a:pt x="1" y="196"/>
                  </a:cubicBezTo>
                  <a:lnTo>
                    <a:pt x="1" y="889"/>
                  </a:lnTo>
                  <a:cubicBezTo>
                    <a:pt x="1" y="998"/>
                    <a:pt x="88" y="1086"/>
                    <a:pt x="198" y="1086"/>
                  </a:cubicBezTo>
                  <a:cubicBezTo>
                    <a:pt x="303" y="1086"/>
                    <a:pt x="391" y="998"/>
                    <a:pt x="391" y="889"/>
                  </a:cubicBezTo>
                  <a:lnTo>
                    <a:pt x="391" y="196"/>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85"/>
            <p:cNvSpPr/>
            <p:nvPr/>
          </p:nvSpPr>
          <p:spPr>
            <a:xfrm>
              <a:off x="4682747" y="2262291"/>
              <a:ext cx="12832" cy="27901"/>
            </a:xfrm>
            <a:custGeom>
              <a:rect b="b" l="l" r="r" t="t"/>
              <a:pathLst>
                <a:path extrusionOk="0" h="1072" w="493">
                  <a:moveTo>
                    <a:pt x="199" y="0"/>
                  </a:moveTo>
                  <a:cubicBezTo>
                    <a:pt x="101" y="0"/>
                    <a:pt x="4" y="65"/>
                    <a:pt x="4" y="196"/>
                  </a:cubicBezTo>
                  <a:lnTo>
                    <a:pt x="4" y="590"/>
                  </a:lnTo>
                  <a:cubicBezTo>
                    <a:pt x="0" y="716"/>
                    <a:pt x="28" y="843"/>
                    <a:pt x="81" y="959"/>
                  </a:cubicBezTo>
                  <a:cubicBezTo>
                    <a:pt x="113" y="1030"/>
                    <a:pt x="183" y="1072"/>
                    <a:pt x="260" y="1072"/>
                  </a:cubicBezTo>
                  <a:cubicBezTo>
                    <a:pt x="401" y="1072"/>
                    <a:pt x="493" y="924"/>
                    <a:pt x="436" y="797"/>
                  </a:cubicBezTo>
                  <a:cubicBezTo>
                    <a:pt x="408" y="734"/>
                    <a:pt x="391" y="664"/>
                    <a:pt x="394" y="590"/>
                  </a:cubicBezTo>
                  <a:lnTo>
                    <a:pt x="394" y="196"/>
                  </a:lnTo>
                  <a:cubicBezTo>
                    <a:pt x="394" y="65"/>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85"/>
            <p:cNvSpPr/>
            <p:nvPr/>
          </p:nvSpPr>
          <p:spPr>
            <a:xfrm>
              <a:off x="4768534" y="2290817"/>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85"/>
            <p:cNvSpPr/>
            <p:nvPr/>
          </p:nvSpPr>
          <p:spPr>
            <a:xfrm>
              <a:off x="4682825" y="2154043"/>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5"/>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85"/>
            <p:cNvSpPr/>
            <p:nvPr/>
          </p:nvSpPr>
          <p:spPr>
            <a:xfrm>
              <a:off x="4682825" y="2226217"/>
              <a:ext cx="10203" cy="28188"/>
            </a:xfrm>
            <a:custGeom>
              <a:rect b="b" l="l" r="r" t="t"/>
              <a:pathLst>
                <a:path extrusionOk="0" h="1083" w="392">
                  <a:moveTo>
                    <a:pt x="196" y="0"/>
                  </a:moveTo>
                  <a:cubicBezTo>
                    <a:pt x="98" y="0"/>
                    <a:pt x="1" y="65"/>
                    <a:pt x="1" y="195"/>
                  </a:cubicBezTo>
                  <a:lnTo>
                    <a:pt x="1" y="889"/>
                  </a:lnTo>
                  <a:cubicBezTo>
                    <a:pt x="1" y="994"/>
                    <a:pt x="88" y="1082"/>
                    <a:pt x="198" y="1082"/>
                  </a:cubicBezTo>
                  <a:cubicBezTo>
                    <a:pt x="303" y="1079"/>
                    <a:pt x="391" y="994"/>
                    <a:pt x="391" y="885"/>
                  </a:cubicBezTo>
                  <a:lnTo>
                    <a:pt x="391" y="195"/>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85"/>
            <p:cNvSpPr/>
            <p:nvPr/>
          </p:nvSpPr>
          <p:spPr>
            <a:xfrm>
              <a:off x="4682825" y="2190117"/>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9"/>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85"/>
            <p:cNvSpPr/>
            <p:nvPr/>
          </p:nvSpPr>
          <p:spPr>
            <a:xfrm>
              <a:off x="4842530" y="2156932"/>
              <a:ext cx="10203" cy="28188"/>
            </a:xfrm>
            <a:custGeom>
              <a:rect b="b" l="l" r="r" t="t"/>
              <a:pathLst>
                <a:path extrusionOk="0" h="1083" w="392">
                  <a:moveTo>
                    <a:pt x="198" y="0"/>
                  </a:moveTo>
                  <a:cubicBezTo>
                    <a:pt x="89" y="0"/>
                    <a:pt x="1" y="85"/>
                    <a:pt x="1" y="194"/>
                  </a:cubicBezTo>
                  <a:lnTo>
                    <a:pt x="1" y="887"/>
                  </a:lnTo>
                  <a:cubicBezTo>
                    <a:pt x="1" y="1017"/>
                    <a:pt x="98" y="1082"/>
                    <a:pt x="196" y="1082"/>
                  </a:cubicBezTo>
                  <a:cubicBezTo>
                    <a:pt x="294" y="1082"/>
                    <a:pt x="391" y="1017"/>
                    <a:pt x="391" y="887"/>
                  </a:cubicBezTo>
                  <a:lnTo>
                    <a:pt x="391" y="194"/>
                  </a:lnTo>
                  <a:cubicBezTo>
                    <a:pt x="391" y="85"/>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85"/>
            <p:cNvSpPr/>
            <p:nvPr/>
          </p:nvSpPr>
          <p:spPr>
            <a:xfrm>
              <a:off x="4842530" y="2120858"/>
              <a:ext cx="10203" cy="28188"/>
            </a:xfrm>
            <a:custGeom>
              <a:rect b="b" l="l" r="r" t="t"/>
              <a:pathLst>
                <a:path extrusionOk="0" h="1083" w="392">
                  <a:moveTo>
                    <a:pt x="198" y="0"/>
                  </a:moveTo>
                  <a:cubicBezTo>
                    <a:pt x="89" y="0"/>
                    <a:pt x="1" y="88"/>
                    <a:pt x="1" y="194"/>
                  </a:cubicBezTo>
                  <a:lnTo>
                    <a:pt x="1" y="887"/>
                  </a:lnTo>
                  <a:cubicBezTo>
                    <a:pt x="1" y="1017"/>
                    <a:pt x="98" y="1082"/>
                    <a:pt x="196" y="1082"/>
                  </a:cubicBezTo>
                  <a:cubicBezTo>
                    <a:pt x="294" y="1082"/>
                    <a:pt x="391" y="1017"/>
                    <a:pt x="391" y="887"/>
                  </a:cubicBezTo>
                  <a:lnTo>
                    <a:pt x="391" y="194"/>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85"/>
            <p:cNvSpPr/>
            <p:nvPr/>
          </p:nvSpPr>
          <p:spPr>
            <a:xfrm>
              <a:off x="4842530" y="2193006"/>
              <a:ext cx="10203" cy="28188"/>
            </a:xfrm>
            <a:custGeom>
              <a:rect b="b" l="l" r="r" t="t"/>
              <a:pathLst>
                <a:path extrusionOk="0" h="1083" w="392">
                  <a:moveTo>
                    <a:pt x="198" y="1"/>
                  </a:moveTo>
                  <a:cubicBezTo>
                    <a:pt x="89" y="1"/>
                    <a:pt x="1" y="85"/>
                    <a:pt x="1" y="194"/>
                  </a:cubicBezTo>
                  <a:lnTo>
                    <a:pt x="1" y="887"/>
                  </a:lnTo>
                  <a:cubicBezTo>
                    <a:pt x="1" y="1018"/>
                    <a:pt x="98" y="1083"/>
                    <a:pt x="196" y="1083"/>
                  </a:cubicBezTo>
                  <a:cubicBezTo>
                    <a:pt x="294" y="1083"/>
                    <a:pt x="391" y="1018"/>
                    <a:pt x="391" y="887"/>
                  </a:cubicBezTo>
                  <a:lnTo>
                    <a:pt x="391" y="194"/>
                  </a:lnTo>
                  <a:cubicBezTo>
                    <a:pt x="391" y="85"/>
                    <a:pt x="307"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85"/>
            <p:cNvSpPr/>
            <p:nvPr/>
          </p:nvSpPr>
          <p:spPr>
            <a:xfrm>
              <a:off x="4839407" y="2084809"/>
              <a:ext cx="13326" cy="28162"/>
            </a:xfrm>
            <a:custGeom>
              <a:rect b="b" l="l" r="r" t="t"/>
              <a:pathLst>
                <a:path extrusionOk="0" h="1082" w="512">
                  <a:moveTo>
                    <a:pt x="261" y="0"/>
                  </a:moveTo>
                  <a:cubicBezTo>
                    <a:pt x="132" y="0"/>
                    <a:pt x="1" y="126"/>
                    <a:pt x="79" y="284"/>
                  </a:cubicBezTo>
                  <a:cubicBezTo>
                    <a:pt x="107" y="347"/>
                    <a:pt x="121" y="421"/>
                    <a:pt x="121" y="491"/>
                  </a:cubicBezTo>
                  <a:lnTo>
                    <a:pt x="121" y="889"/>
                  </a:lnTo>
                  <a:cubicBezTo>
                    <a:pt x="121" y="1017"/>
                    <a:pt x="218" y="1082"/>
                    <a:pt x="316" y="1082"/>
                  </a:cubicBezTo>
                  <a:cubicBezTo>
                    <a:pt x="414" y="1082"/>
                    <a:pt x="511" y="1017"/>
                    <a:pt x="511" y="889"/>
                  </a:cubicBezTo>
                  <a:lnTo>
                    <a:pt x="511" y="491"/>
                  </a:lnTo>
                  <a:cubicBezTo>
                    <a:pt x="511" y="365"/>
                    <a:pt x="487" y="238"/>
                    <a:pt x="434" y="122"/>
                  </a:cubicBezTo>
                  <a:cubicBezTo>
                    <a:pt x="398" y="36"/>
                    <a:pt x="330"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85"/>
            <p:cNvSpPr/>
            <p:nvPr/>
          </p:nvSpPr>
          <p:spPr>
            <a:xfrm>
              <a:off x="4842530" y="2229002"/>
              <a:ext cx="10203" cy="28266"/>
            </a:xfrm>
            <a:custGeom>
              <a:rect b="b" l="l" r="r" t="t"/>
              <a:pathLst>
                <a:path extrusionOk="0" h="1086" w="392">
                  <a:moveTo>
                    <a:pt x="198" y="0"/>
                  </a:moveTo>
                  <a:cubicBezTo>
                    <a:pt x="89" y="0"/>
                    <a:pt x="1" y="88"/>
                    <a:pt x="1" y="197"/>
                  </a:cubicBezTo>
                  <a:lnTo>
                    <a:pt x="1" y="891"/>
                  </a:lnTo>
                  <a:cubicBezTo>
                    <a:pt x="1" y="1021"/>
                    <a:pt x="98" y="1086"/>
                    <a:pt x="196" y="1086"/>
                  </a:cubicBezTo>
                  <a:cubicBezTo>
                    <a:pt x="294" y="1086"/>
                    <a:pt x="391" y="1021"/>
                    <a:pt x="391" y="891"/>
                  </a:cubicBezTo>
                  <a:lnTo>
                    <a:pt x="391" y="197"/>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85"/>
            <p:cNvSpPr/>
            <p:nvPr/>
          </p:nvSpPr>
          <p:spPr>
            <a:xfrm>
              <a:off x="4807471" y="2074242"/>
              <a:ext cx="31884" cy="10463"/>
            </a:xfrm>
            <a:custGeom>
              <a:rect b="b" l="l" r="r" t="t"/>
              <a:pathLst>
                <a:path extrusionOk="0" h="402" w="1225">
                  <a:moveTo>
                    <a:pt x="261" y="0"/>
                  </a:moveTo>
                  <a:cubicBezTo>
                    <a:pt x="0" y="0"/>
                    <a:pt x="0" y="391"/>
                    <a:pt x="261" y="391"/>
                  </a:cubicBezTo>
                  <a:lnTo>
                    <a:pt x="845" y="391"/>
                  </a:lnTo>
                  <a:cubicBezTo>
                    <a:pt x="869" y="391"/>
                    <a:pt x="897" y="394"/>
                    <a:pt x="926" y="398"/>
                  </a:cubicBezTo>
                  <a:cubicBezTo>
                    <a:pt x="933" y="401"/>
                    <a:pt x="943" y="401"/>
                    <a:pt x="954" y="401"/>
                  </a:cubicBezTo>
                  <a:cubicBezTo>
                    <a:pt x="1196" y="401"/>
                    <a:pt x="1225" y="50"/>
                    <a:pt x="985" y="14"/>
                  </a:cubicBezTo>
                  <a:cubicBezTo>
                    <a:pt x="940" y="4"/>
                    <a:pt x="890"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85"/>
            <p:cNvSpPr/>
            <p:nvPr/>
          </p:nvSpPr>
          <p:spPr>
            <a:xfrm>
              <a:off x="4771475" y="2074242"/>
              <a:ext cx="31623" cy="10177"/>
            </a:xfrm>
            <a:custGeom>
              <a:rect b="b" l="l" r="r" t="t"/>
              <a:pathLst>
                <a:path extrusionOk="0" h="391" w="1215">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85"/>
            <p:cNvSpPr/>
            <p:nvPr/>
          </p:nvSpPr>
          <p:spPr>
            <a:xfrm>
              <a:off x="4804634" y="2290817"/>
              <a:ext cx="31701" cy="10177"/>
            </a:xfrm>
            <a:custGeom>
              <a:rect b="b" l="l" r="r" t="t"/>
              <a:pathLst>
                <a:path extrusionOk="0" h="391" w="1218">
                  <a:moveTo>
                    <a:pt x="260" y="0"/>
                  </a:moveTo>
                  <a:cubicBezTo>
                    <a:pt x="0" y="0"/>
                    <a:pt x="0" y="391"/>
                    <a:pt x="260" y="391"/>
                  </a:cubicBezTo>
                  <a:lnTo>
                    <a:pt x="957" y="391"/>
                  </a:lnTo>
                  <a:cubicBezTo>
                    <a:pt x="1218" y="391"/>
                    <a:pt x="1218"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85"/>
            <p:cNvSpPr/>
            <p:nvPr/>
          </p:nvSpPr>
          <p:spPr>
            <a:xfrm>
              <a:off x="4838886" y="2265128"/>
              <a:ext cx="13925" cy="27589"/>
            </a:xfrm>
            <a:custGeom>
              <a:rect b="b" l="l" r="r" t="t"/>
              <a:pathLst>
                <a:path extrusionOk="0" h="1060" w="535">
                  <a:moveTo>
                    <a:pt x="340" y="0"/>
                  </a:moveTo>
                  <a:cubicBezTo>
                    <a:pt x="242" y="0"/>
                    <a:pt x="144" y="66"/>
                    <a:pt x="144" y="196"/>
                  </a:cubicBezTo>
                  <a:lnTo>
                    <a:pt x="144" y="481"/>
                  </a:lnTo>
                  <a:cubicBezTo>
                    <a:pt x="144" y="579"/>
                    <a:pt x="113" y="674"/>
                    <a:pt x="60" y="759"/>
                  </a:cubicBezTo>
                  <a:cubicBezTo>
                    <a:pt x="0" y="847"/>
                    <a:pt x="28" y="970"/>
                    <a:pt x="116" y="1030"/>
                  </a:cubicBezTo>
                  <a:cubicBezTo>
                    <a:pt x="149" y="1050"/>
                    <a:pt x="185" y="1060"/>
                    <a:pt x="221" y="1060"/>
                  </a:cubicBezTo>
                  <a:cubicBezTo>
                    <a:pt x="286" y="1060"/>
                    <a:pt x="349" y="1028"/>
                    <a:pt x="387" y="970"/>
                  </a:cubicBezTo>
                  <a:cubicBezTo>
                    <a:pt x="482" y="826"/>
                    <a:pt x="535" y="657"/>
                    <a:pt x="535" y="481"/>
                  </a:cubicBezTo>
                  <a:lnTo>
                    <a:pt x="535" y="196"/>
                  </a:lnTo>
                  <a:cubicBezTo>
                    <a:pt x="535" y="66"/>
                    <a:pt x="437"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85"/>
            <p:cNvSpPr/>
            <p:nvPr/>
          </p:nvSpPr>
          <p:spPr>
            <a:xfrm>
              <a:off x="4870640" y="2074242"/>
              <a:ext cx="108457" cy="100206"/>
            </a:xfrm>
            <a:custGeom>
              <a:rect b="b" l="l" r="r" t="t"/>
              <a:pathLst>
                <a:path extrusionOk="0" h="3850" w="4167">
                  <a:moveTo>
                    <a:pt x="3270" y="391"/>
                  </a:moveTo>
                  <a:cubicBezTo>
                    <a:pt x="3340" y="391"/>
                    <a:pt x="3410" y="408"/>
                    <a:pt x="3474" y="437"/>
                  </a:cubicBezTo>
                  <a:lnTo>
                    <a:pt x="2080" y="1668"/>
                  </a:lnTo>
                  <a:lnTo>
                    <a:pt x="691" y="437"/>
                  </a:lnTo>
                  <a:cubicBezTo>
                    <a:pt x="757" y="408"/>
                    <a:pt x="828" y="391"/>
                    <a:pt x="898" y="391"/>
                  </a:cubicBezTo>
                  <a:close/>
                  <a:moveTo>
                    <a:pt x="423" y="725"/>
                  </a:moveTo>
                  <a:lnTo>
                    <a:pt x="1788" y="1928"/>
                  </a:lnTo>
                  <a:lnTo>
                    <a:pt x="427" y="3132"/>
                  </a:lnTo>
                  <a:cubicBezTo>
                    <a:pt x="406" y="3075"/>
                    <a:pt x="395" y="3016"/>
                    <a:pt x="395" y="2956"/>
                  </a:cubicBezTo>
                  <a:lnTo>
                    <a:pt x="395" y="897"/>
                  </a:lnTo>
                  <a:cubicBezTo>
                    <a:pt x="395" y="838"/>
                    <a:pt x="406" y="781"/>
                    <a:pt x="423" y="725"/>
                  </a:cubicBezTo>
                  <a:close/>
                  <a:moveTo>
                    <a:pt x="3741" y="718"/>
                  </a:moveTo>
                  <a:cubicBezTo>
                    <a:pt x="3762" y="774"/>
                    <a:pt x="3776" y="838"/>
                    <a:pt x="3776" y="897"/>
                  </a:cubicBezTo>
                  <a:lnTo>
                    <a:pt x="3776" y="2956"/>
                  </a:lnTo>
                  <a:cubicBezTo>
                    <a:pt x="3773" y="3016"/>
                    <a:pt x="3762" y="3079"/>
                    <a:pt x="3741" y="3135"/>
                  </a:cubicBezTo>
                  <a:lnTo>
                    <a:pt x="2376" y="1928"/>
                  </a:lnTo>
                  <a:lnTo>
                    <a:pt x="3741" y="718"/>
                  </a:lnTo>
                  <a:close/>
                  <a:moveTo>
                    <a:pt x="898" y="0"/>
                  </a:moveTo>
                  <a:cubicBezTo>
                    <a:pt x="652" y="0"/>
                    <a:pt x="420" y="102"/>
                    <a:pt x="251" y="282"/>
                  </a:cubicBezTo>
                  <a:cubicBezTo>
                    <a:pt x="244" y="285"/>
                    <a:pt x="240" y="289"/>
                    <a:pt x="237" y="296"/>
                  </a:cubicBezTo>
                  <a:lnTo>
                    <a:pt x="230" y="303"/>
                  </a:lnTo>
                  <a:cubicBezTo>
                    <a:pt x="82" y="465"/>
                    <a:pt x="1" y="679"/>
                    <a:pt x="4" y="897"/>
                  </a:cubicBezTo>
                  <a:lnTo>
                    <a:pt x="4" y="2956"/>
                  </a:lnTo>
                  <a:cubicBezTo>
                    <a:pt x="4" y="3163"/>
                    <a:pt x="75" y="3367"/>
                    <a:pt x="212" y="3526"/>
                  </a:cubicBezTo>
                  <a:cubicBezTo>
                    <a:pt x="216" y="3540"/>
                    <a:pt x="226" y="3550"/>
                    <a:pt x="237" y="3561"/>
                  </a:cubicBezTo>
                  <a:cubicBezTo>
                    <a:pt x="247" y="3575"/>
                    <a:pt x="261" y="3586"/>
                    <a:pt x="275" y="3596"/>
                  </a:cubicBezTo>
                  <a:cubicBezTo>
                    <a:pt x="441" y="3758"/>
                    <a:pt x="666" y="3849"/>
                    <a:pt x="898" y="3849"/>
                  </a:cubicBezTo>
                  <a:lnTo>
                    <a:pt x="1436" y="3849"/>
                  </a:lnTo>
                  <a:cubicBezTo>
                    <a:pt x="1697" y="3849"/>
                    <a:pt x="1697" y="3459"/>
                    <a:pt x="1436" y="3459"/>
                  </a:cubicBezTo>
                  <a:lnTo>
                    <a:pt x="898" y="3459"/>
                  </a:lnTo>
                  <a:cubicBezTo>
                    <a:pt x="828" y="3459"/>
                    <a:pt x="757" y="3445"/>
                    <a:pt x="694" y="3417"/>
                  </a:cubicBezTo>
                  <a:lnTo>
                    <a:pt x="2080" y="2189"/>
                  </a:lnTo>
                  <a:lnTo>
                    <a:pt x="3470" y="3417"/>
                  </a:lnTo>
                  <a:cubicBezTo>
                    <a:pt x="3407" y="3445"/>
                    <a:pt x="3336" y="3459"/>
                    <a:pt x="3270" y="3459"/>
                  </a:cubicBezTo>
                  <a:lnTo>
                    <a:pt x="2601" y="3459"/>
                  </a:lnTo>
                  <a:cubicBezTo>
                    <a:pt x="2341" y="3459"/>
                    <a:pt x="2341" y="3849"/>
                    <a:pt x="2601" y="3849"/>
                  </a:cubicBezTo>
                  <a:lnTo>
                    <a:pt x="3270" y="3849"/>
                  </a:lnTo>
                  <a:cubicBezTo>
                    <a:pt x="3512" y="3849"/>
                    <a:pt x="3745" y="3751"/>
                    <a:pt x="3913" y="3575"/>
                  </a:cubicBezTo>
                  <a:cubicBezTo>
                    <a:pt x="3917" y="3571"/>
                    <a:pt x="3924" y="3568"/>
                    <a:pt x="3928" y="3561"/>
                  </a:cubicBezTo>
                  <a:lnTo>
                    <a:pt x="3928" y="3557"/>
                  </a:lnTo>
                  <a:cubicBezTo>
                    <a:pt x="4082" y="3396"/>
                    <a:pt x="4167" y="3177"/>
                    <a:pt x="4167" y="2952"/>
                  </a:cubicBezTo>
                  <a:lnTo>
                    <a:pt x="4167" y="897"/>
                  </a:lnTo>
                  <a:cubicBezTo>
                    <a:pt x="4163" y="401"/>
                    <a:pt x="3762" y="4"/>
                    <a:pt x="3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85"/>
            <p:cNvSpPr/>
            <p:nvPr/>
          </p:nvSpPr>
          <p:spPr>
            <a:xfrm>
              <a:off x="4870640" y="2200788"/>
              <a:ext cx="108457" cy="100206"/>
            </a:xfrm>
            <a:custGeom>
              <a:rect b="b" l="l" r="r" t="t"/>
              <a:pathLst>
                <a:path extrusionOk="0" h="3850" w="4167">
                  <a:moveTo>
                    <a:pt x="3270" y="391"/>
                  </a:moveTo>
                  <a:cubicBezTo>
                    <a:pt x="3340" y="391"/>
                    <a:pt x="3410" y="405"/>
                    <a:pt x="3474" y="437"/>
                  </a:cubicBezTo>
                  <a:lnTo>
                    <a:pt x="2084" y="1669"/>
                  </a:lnTo>
                  <a:lnTo>
                    <a:pt x="694" y="437"/>
                  </a:lnTo>
                  <a:cubicBezTo>
                    <a:pt x="761" y="405"/>
                    <a:pt x="828" y="391"/>
                    <a:pt x="898" y="391"/>
                  </a:cubicBezTo>
                  <a:close/>
                  <a:moveTo>
                    <a:pt x="3741" y="719"/>
                  </a:moveTo>
                  <a:cubicBezTo>
                    <a:pt x="3762" y="775"/>
                    <a:pt x="3776" y="835"/>
                    <a:pt x="3776" y="898"/>
                  </a:cubicBezTo>
                  <a:lnTo>
                    <a:pt x="3776" y="2953"/>
                  </a:lnTo>
                  <a:cubicBezTo>
                    <a:pt x="3776" y="3013"/>
                    <a:pt x="3762" y="3072"/>
                    <a:pt x="3741" y="3129"/>
                  </a:cubicBezTo>
                  <a:lnTo>
                    <a:pt x="2379" y="1922"/>
                  </a:lnTo>
                  <a:lnTo>
                    <a:pt x="3741" y="719"/>
                  </a:lnTo>
                  <a:close/>
                  <a:moveTo>
                    <a:pt x="427" y="722"/>
                  </a:moveTo>
                  <a:lnTo>
                    <a:pt x="1792" y="1925"/>
                  </a:lnTo>
                  <a:lnTo>
                    <a:pt x="427" y="3132"/>
                  </a:lnTo>
                  <a:cubicBezTo>
                    <a:pt x="406" y="3076"/>
                    <a:pt x="395" y="3016"/>
                    <a:pt x="395" y="2956"/>
                  </a:cubicBezTo>
                  <a:lnTo>
                    <a:pt x="395" y="898"/>
                  </a:lnTo>
                  <a:cubicBezTo>
                    <a:pt x="395" y="838"/>
                    <a:pt x="406" y="778"/>
                    <a:pt x="427" y="722"/>
                  </a:cubicBezTo>
                  <a:close/>
                  <a:moveTo>
                    <a:pt x="2084" y="2182"/>
                  </a:moveTo>
                  <a:lnTo>
                    <a:pt x="3474" y="3414"/>
                  </a:lnTo>
                  <a:cubicBezTo>
                    <a:pt x="3410" y="3445"/>
                    <a:pt x="3340" y="3459"/>
                    <a:pt x="3270" y="3459"/>
                  </a:cubicBezTo>
                  <a:lnTo>
                    <a:pt x="898" y="3459"/>
                  </a:lnTo>
                  <a:cubicBezTo>
                    <a:pt x="828" y="3459"/>
                    <a:pt x="757" y="3445"/>
                    <a:pt x="694" y="3414"/>
                  </a:cubicBezTo>
                  <a:lnTo>
                    <a:pt x="2084" y="2182"/>
                  </a:lnTo>
                  <a:close/>
                  <a:moveTo>
                    <a:pt x="898" y="1"/>
                  </a:moveTo>
                  <a:cubicBezTo>
                    <a:pt x="655" y="1"/>
                    <a:pt x="420" y="99"/>
                    <a:pt x="254" y="275"/>
                  </a:cubicBezTo>
                  <a:cubicBezTo>
                    <a:pt x="247" y="282"/>
                    <a:pt x="244" y="286"/>
                    <a:pt x="237" y="293"/>
                  </a:cubicBezTo>
                  <a:cubicBezTo>
                    <a:pt x="85" y="458"/>
                    <a:pt x="1" y="673"/>
                    <a:pt x="1" y="898"/>
                  </a:cubicBezTo>
                  <a:lnTo>
                    <a:pt x="1" y="2953"/>
                  </a:lnTo>
                  <a:cubicBezTo>
                    <a:pt x="1" y="3178"/>
                    <a:pt x="85" y="3393"/>
                    <a:pt x="237" y="3554"/>
                  </a:cubicBezTo>
                  <a:lnTo>
                    <a:pt x="240" y="3558"/>
                  </a:lnTo>
                  <a:cubicBezTo>
                    <a:pt x="244" y="3565"/>
                    <a:pt x="247" y="3568"/>
                    <a:pt x="251" y="3572"/>
                  </a:cubicBezTo>
                  <a:cubicBezTo>
                    <a:pt x="420" y="3748"/>
                    <a:pt x="655" y="3850"/>
                    <a:pt x="898" y="3850"/>
                  </a:cubicBezTo>
                  <a:lnTo>
                    <a:pt x="3270" y="3850"/>
                  </a:lnTo>
                  <a:cubicBezTo>
                    <a:pt x="3512" y="3850"/>
                    <a:pt x="3748" y="3748"/>
                    <a:pt x="3917" y="3572"/>
                  </a:cubicBezTo>
                  <a:cubicBezTo>
                    <a:pt x="3921" y="3568"/>
                    <a:pt x="3924" y="3565"/>
                    <a:pt x="3931" y="3558"/>
                  </a:cubicBezTo>
                  <a:lnTo>
                    <a:pt x="3931" y="3554"/>
                  </a:lnTo>
                  <a:cubicBezTo>
                    <a:pt x="4082" y="3393"/>
                    <a:pt x="4167" y="3178"/>
                    <a:pt x="4167" y="2953"/>
                  </a:cubicBezTo>
                  <a:lnTo>
                    <a:pt x="4167" y="898"/>
                  </a:lnTo>
                  <a:cubicBezTo>
                    <a:pt x="4167" y="673"/>
                    <a:pt x="4082" y="458"/>
                    <a:pt x="3931" y="293"/>
                  </a:cubicBezTo>
                  <a:cubicBezTo>
                    <a:pt x="3924" y="286"/>
                    <a:pt x="3921" y="282"/>
                    <a:pt x="3917" y="275"/>
                  </a:cubicBezTo>
                  <a:cubicBezTo>
                    <a:pt x="3748" y="99"/>
                    <a:pt x="3512"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3" name="Google Shape;18653;p85"/>
          <p:cNvGrpSpPr/>
          <p:nvPr/>
        </p:nvGrpSpPr>
        <p:grpSpPr>
          <a:xfrm>
            <a:off x="3238846" y="2464342"/>
            <a:ext cx="383177" cy="291976"/>
            <a:chOff x="3238846" y="2464342"/>
            <a:chExt cx="383177" cy="291976"/>
          </a:xfrm>
        </p:grpSpPr>
        <p:sp>
          <p:nvSpPr>
            <p:cNvPr id="18654" name="Google Shape;18654;p85"/>
            <p:cNvSpPr/>
            <p:nvPr/>
          </p:nvSpPr>
          <p:spPr>
            <a:xfrm>
              <a:off x="3537745" y="2516007"/>
              <a:ext cx="78135" cy="234195"/>
            </a:xfrm>
            <a:custGeom>
              <a:rect b="b" l="l" r="r" t="t"/>
              <a:pathLst>
                <a:path extrusionOk="0" h="8998" w="3002">
                  <a:moveTo>
                    <a:pt x="0" y="0"/>
                  </a:moveTo>
                  <a:lnTo>
                    <a:pt x="0" y="7473"/>
                  </a:lnTo>
                  <a:cubicBezTo>
                    <a:pt x="0" y="8297"/>
                    <a:pt x="655" y="8983"/>
                    <a:pt x="1475" y="8997"/>
                  </a:cubicBezTo>
                  <a:cubicBezTo>
                    <a:pt x="1483" y="8997"/>
                    <a:pt x="1492" y="8997"/>
                    <a:pt x="1500" y="8997"/>
                  </a:cubicBezTo>
                  <a:cubicBezTo>
                    <a:pt x="2326" y="8997"/>
                    <a:pt x="3002" y="8327"/>
                    <a:pt x="3002" y="7498"/>
                  </a:cubicBezTo>
                  <a:lnTo>
                    <a:pt x="3002" y="1000"/>
                  </a:lnTo>
                  <a:cubicBezTo>
                    <a:pt x="3002" y="447"/>
                    <a:pt x="2551" y="0"/>
                    <a:pt x="2002"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85"/>
            <p:cNvSpPr/>
            <p:nvPr/>
          </p:nvSpPr>
          <p:spPr>
            <a:xfrm>
              <a:off x="3446727" y="2516007"/>
              <a:ext cx="143151" cy="143151"/>
            </a:xfrm>
            <a:custGeom>
              <a:rect b="b" l="l" r="r" t="t"/>
              <a:pathLst>
                <a:path extrusionOk="0" h="5500" w="5500">
                  <a:moveTo>
                    <a:pt x="0" y="0"/>
                  </a:moveTo>
                  <a:lnTo>
                    <a:pt x="0" y="5500"/>
                  </a:lnTo>
                  <a:lnTo>
                    <a:pt x="4500" y="5500"/>
                  </a:lnTo>
                  <a:lnTo>
                    <a:pt x="4500" y="1000"/>
                  </a:lnTo>
                  <a:cubicBezTo>
                    <a:pt x="4500" y="447"/>
                    <a:pt x="4947" y="0"/>
                    <a:pt x="5499"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85"/>
            <p:cNvSpPr/>
            <p:nvPr/>
          </p:nvSpPr>
          <p:spPr>
            <a:xfrm>
              <a:off x="3245066" y="2470485"/>
              <a:ext cx="331720" cy="279692"/>
            </a:xfrm>
            <a:custGeom>
              <a:rect b="b" l="l" r="r" t="t"/>
              <a:pathLst>
                <a:path extrusionOk="0" h="10746" w="12745">
                  <a:moveTo>
                    <a:pt x="0" y="1"/>
                  </a:moveTo>
                  <a:lnTo>
                    <a:pt x="0" y="9247"/>
                  </a:lnTo>
                  <a:cubicBezTo>
                    <a:pt x="0" y="10074"/>
                    <a:pt x="672" y="10746"/>
                    <a:pt x="1499" y="10746"/>
                  </a:cubicBezTo>
                  <a:lnTo>
                    <a:pt x="12744" y="10746"/>
                  </a:lnTo>
                  <a:cubicBezTo>
                    <a:pt x="11917" y="10746"/>
                    <a:pt x="11245" y="10074"/>
                    <a:pt x="11245" y="9247"/>
                  </a:cubicBezTo>
                  <a:lnTo>
                    <a:pt x="11245"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85"/>
            <p:cNvSpPr/>
            <p:nvPr/>
          </p:nvSpPr>
          <p:spPr>
            <a:xfrm>
              <a:off x="3245066" y="2470485"/>
              <a:ext cx="292705" cy="97551"/>
            </a:xfrm>
            <a:custGeom>
              <a:rect b="b" l="l" r="r" t="t"/>
              <a:pathLst>
                <a:path extrusionOk="0" h="3748" w="11246">
                  <a:moveTo>
                    <a:pt x="0" y="1"/>
                  </a:moveTo>
                  <a:lnTo>
                    <a:pt x="0" y="3748"/>
                  </a:lnTo>
                  <a:lnTo>
                    <a:pt x="11245" y="3748"/>
                  </a:lnTo>
                  <a:lnTo>
                    <a:pt x="11245"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85"/>
            <p:cNvSpPr/>
            <p:nvPr/>
          </p:nvSpPr>
          <p:spPr>
            <a:xfrm>
              <a:off x="3284081" y="2594037"/>
              <a:ext cx="78135" cy="65121"/>
            </a:xfrm>
            <a:custGeom>
              <a:rect b="b" l="l" r="r" t="t"/>
              <a:pathLst>
                <a:path extrusionOk="0" h="2502" w="3002">
                  <a:moveTo>
                    <a:pt x="0" y="0"/>
                  </a:moveTo>
                  <a:lnTo>
                    <a:pt x="0" y="2502"/>
                  </a:lnTo>
                  <a:lnTo>
                    <a:pt x="3001" y="2502"/>
                  </a:lnTo>
                  <a:lnTo>
                    <a:pt x="300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85"/>
            <p:cNvSpPr/>
            <p:nvPr/>
          </p:nvSpPr>
          <p:spPr>
            <a:xfrm>
              <a:off x="3238846" y="2464342"/>
              <a:ext cx="383177" cy="291976"/>
            </a:xfrm>
            <a:custGeom>
              <a:rect b="b" l="l" r="r" t="t"/>
              <a:pathLst>
                <a:path extrusionOk="0" h="11218" w="14722">
                  <a:moveTo>
                    <a:pt x="11249" y="469"/>
                  </a:moveTo>
                  <a:lnTo>
                    <a:pt x="11249" y="3752"/>
                  </a:lnTo>
                  <a:lnTo>
                    <a:pt x="475" y="3752"/>
                  </a:lnTo>
                  <a:lnTo>
                    <a:pt x="475" y="3748"/>
                  </a:lnTo>
                  <a:lnTo>
                    <a:pt x="475" y="469"/>
                  </a:lnTo>
                  <a:close/>
                  <a:moveTo>
                    <a:pt x="12519" y="2221"/>
                  </a:moveTo>
                  <a:cubicBezTo>
                    <a:pt x="12346" y="2436"/>
                    <a:pt x="12251" y="2707"/>
                    <a:pt x="12251" y="2985"/>
                  </a:cubicBezTo>
                  <a:lnTo>
                    <a:pt x="12251" y="7249"/>
                  </a:lnTo>
                  <a:lnTo>
                    <a:pt x="11720" y="7249"/>
                  </a:lnTo>
                  <a:lnTo>
                    <a:pt x="11720" y="2221"/>
                  </a:lnTo>
                  <a:close/>
                  <a:moveTo>
                    <a:pt x="239" y="1"/>
                  </a:moveTo>
                  <a:cubicBezTo>
                    <a:pt x="109" y="1"/>
                    <a:pt x="7" y="106"/>
                    <a:pt x="7" y="237"/>
                  </a:cubicBezTo>
                  <a:lnTo>
                    <a:pt x="7" y="7358"/>
                  </a:lnTo>
                  <a:cubicBezTo>
                    <a:pt x="0" y="7492"/>
                    <a:pt x="106" y="7604"/>
                    <a:pt x="239" y="7604"/>
                  </a:cubicBezTo>
                  <a:cubicBezTo>
                    <a:pt x="373" y="7604"/>
                    <a:pt x="479" y="7492"/>
                    <a:pt x="475" y="7358"/>
                  </a:cubicBezTo>
                  <a:lnTo>
                    <a:pt x="475" y="4220"/>
                  </a:lnTo>
                  <a:lnTo>
                    <a:pt x="11249" y="4220"/>
                  </a:lnTo>
                  <a:lnTo>
                    <a:pt x="11249" y="9483"/>
                  </a:lnTo>
                  <a:cubicBezTo>
                    <a:pt x="11249" y="9962"/>
                    <a:pt x="11449" y="10419"/>
                    <a:pt x="11798" y="10746"/>
                  </a:cubicBezTo>
                  <a:lnTo>
                    <a:pt x="1738" y="10746"/>
                  </a:lnTo>
                  <a:cubicBezTo>
                    <a:pt x="1042" y="10746"/>
                    <a:pt x="475" y="10180"/>
                    <a:pt x="475" y="9483"/>
                  </a:cubicBezTo>
                  <a:lnTo>
                    <a:pt x="475" y="8607"/>
                  </a:lnTo>
                  <a:cubicBezTo>
                    <a:pt x="479" y="8473"/>
                    <a:pt x="373" y="8364"/>
                    <a:pt x="239" y="8364"/>
                  </a:cubicBezTo>
                  <a:cubicBezTo>
                    <a:pt x="106" y="8364"/>
                    <a:pt x="0" y="8473"/>
                    <a:pt x="7" y="8607"/>
                  </a:cubicBezTo>
                  <a:lnTo>
                    <a:pt x="7" y="9483"/>
                  </a:lnTo>
                  <a:cubicBezTo>
                    <a:pt x="7" y="10440"/>
                    <a:pt x="781" y="11214"/>
                    <a:pt x="1738" y="11218"/>
                  </a:cubicBezTo>
                  <a:lnTo>
                    <a:pt x="12983" y="11218"/>
                  </a:lnTo>
                  <a:cubicBezTo>
                    <a:pt x="13940" y="11214"/>
                    <a:pt x="14718" y="10440"/>
                    <a:pt x="14718" y="9483"/>
                  </a:cubicBezTo>
                  <a:lnTo>
                    <a:pt x="14718" y="7358"/>
                  </a:lnTo>
                  <a:cubicBezTo>
                    <a:pt x="14721" y="7224"/>
                    <a:pt x="14616" y="7112"/>
                    <a:pt x="14482" y="7112"/>
                  </a:cubicBezTo>
                  <a:cubicBezTo>
                    <a:pt x="14348" y="7112"/>
                    <a:pt x="14243" y="7224"/>
                    <a:pt x="14246" y="7358"/>
                  </a:cubicBezTo>
                  <a:lnTo>
                    <a:pt x="14246" y="9483"/>
                  </a:lnTo>
                  <a:cubicBezTo>
                    <a:pt x="14250" y="10187"/>
                    <a:pt x="13676" y="10746"/>
                    <a:pt x="12990" y="10746"/>
                  </a:cubicBezTo>
                  <a:cubicBezTo>
                    <a:pt x="12936" y="10746"/>
                    <a:pt x="12881" y="10743"/>
                    <a:pt x="12825" y="10736"/>
                  </a:cubicBezTo>
                  <a:cubicBezTo>
                    <a:pt x="12188" y="10648"/>
                    <a:pt x="11717" y="10102"/>
                    <a:pt x="11717" y="9458"/>
                  </a:cubicBezTo>
                  <a:lnTo>
                    <a:pt x="11717" y="7717"/>
                  </a:lnTo>
                  <a:lnTo>
                    <a:pt x="12484" y="7717"/>
                  </a:lnTo>
                  <a:cubicBezTo>
                    <a:pt x="12614" y="7717"/>
                    <a:pt x="12716" y="7611"/>
                    <a:pt x="12716" y="7481"/>
                  </a:cubicBezTo>
                  <a:lnTo>
                    <a:pt x="12716" y="2985"/>
                  </a:lnTo>
                  <a:cubicBezTo>
                    <a:pt x="12716" y="2562"/>
                    <a:pt x="13061" y="2221"/>
                    <a:pt x="13483" y="2221"/>
                  </a:cubicBezTo>
                  <a:cubicBezTo>
                    <a:pt x="13905" y="2221"/>
                    <a:pt x="14246" y="2562"/>
                    <a:pt x="14246" y="2985"/>
                  </a:cubicBezTo>
                  <a:lnTo>
                    <a:pt x="14246" y="6109"/>
                  </a:lnTo>
                  <a:cubicBezTo>
                    <a:pt x="14246" y="6239"/>
                    <a:pt x="14352" y="6345"/>
                    <a:pt x="14486" y="6345"/>
                  </a:cubicBezTo>
                  <a:cubicBezTo>
                    <a:pt x="14612" y="6345"/>
                    <a:pt x="14718" y="6239"/>
                    <a:pt x="14718" y="6109"/>
                  </a:cubicBezTo>
                  <a:lnTo>
                    <a:pt x="14718" y="2985"/>
                  </a:lnTo>
                  <a:cubicBezTo>
                    <a:pt x="14718" y="2305"/>
                    <a:pt x="14166" y="1753"/>
                    <a:pt x="13486" y="1753"/>
                  </a:cubicBezTo>
                  <a:lnTo>
                    <a:pt x="11720" y="1753"/>
                  </a:lnTo>
                  <a:lnTo>
                    <a:pt x="11720" y="237"/>
                  </a:lnTo>
                  <a:cubicBezTo>
                    <a:pt x="11720" y="106"/>
                    <a:pt x="11615" y="1"/>
                    <a:pt x="114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85"/>
            <p:cNvSpPr/>
            <p:nvPr/>
          </p:nvSpPr>
          <p:spPr>
            <a:xfrm>
              <a:off x="3277835" y="2490370"/>
              <a:ext cx="51404" cy="58067"/>
            </a:xfrm>
            <a:custGeom>
              <a:rect b="b" l="l" r="r" t="t"/>
              <a:pathLst>
                <a:path extrusionOk="0" h="2231" w="1975">
                  <a:moveTo>
                    <a:pt x="1743" y="0"/>
                  </a:moveTo>
                  <a:cubicBezTo>
                    <a:pt x="1612" y="0"/>
                    <a:pt x="1507" y="106"/>
                    <a:pt x="1507" y="236"/>
                  </a:cubicBezTo>
                  <a:lnTo>
                    <a:pt x="1507" y="1351"/>
                  </a:lnTo>
                  <a:lnTo>
                    <a:pt x="420" y="85"/>
                  </a:lnTo>
                  <a:cubicBezTo>
                    <a:pt x="370" y="29"/>
                    <a:pt x="306" y="4"/>
                    <a:pt x="244" y="4"/>
                  </a:cubicBezTo>
                  <a:cubicBezTo>
                    <a:pt x="125" y="4"/>
                    <a:pt x="10" y="95"/>
                    <a:pt x="8" y="236"/>
                  </a:cubicBezTo>
                  <a:lnTo>
                    <a:pt x="8" y="1985"/>
                  </a:lnTo>
                  <a:cubicBezTo>
                    <a:pt x="1" y="2118"/>
                    <a:pt x="107" y="2231"/>
                    <a:pt x="240" y="2231"/>
                  </a:cubicBezTo>
                  <a:cubicBezTo>
                    <a:pt x="374" y="2231"/>
                    <a:pt x="483" y="2118"/>
                    <a:pt x="476" y="1985"/>
                  </a:cubicBezTo>
                  <a:lnTo>
                    <a:pt x="476" y="873"/>
                  </a:lnTo>
                  <a:lnTo>
                    <a:pt x="1563" y="2139"/>
                  </a:lnTo>
                  <a:cubicBezTo>
                    <a:pt x="1613" y="2194"/>
                    <a:pt x="1676" y="2218"/>
                    <a:pt x="1739" y="2218"/>
                  </a:cubicBezTo>
                  <a:cubicBezTo>
                    <a:pt x="1858" y="2218"/>
                    <a:pt x="1973" y="2129"/>
                    <a:pt x="1975" y="1988"/>
                  </a:cubicBezTo>
                  <a:lnTo>
                    <a:pt x="1975" y="236"/>
                  </a:lnTo>
                  <a:cubicBezTo>
                    <a:pt x="1975" y="106"/>
                    <a:pt x="1869" y="0"/>
                    <a:pt x="1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85"/>
            <p:cNvSpPr/>
            <p:nvPr/>
          </p:nvSpPr>
          <p:spPr>
            <a:xfrm>
              <a:off x="3336553" y="2490370"/>
              <a:ext cx="44976" cy="57807"/>
            </a:xfrm>
            <a:custGeom>
              <a:rect b="b" l="l" r="r" t="t"/>
              <a:pathLst>
                <a:path extrusionOk="0" h="2221" w="1728">
                  <a:moveTo>
                    <a:pt x="1492" y="0"/>
                  </a:moveTo>
                  <a:cubicBezTo>
                    <a:pt x="1489" y="0"/>
                    <a:pt x="1487" y="0"/>
                    <a:pt x="1485" y="0"/>
                  </a:cubicBezTo>
                  <a:lnTo>
                    <a:pt x="236" y="0"/>
                  </a:lnTo>
                  <a:cubicBezTo>
                    <a:pt x="106" y="0"/>
                    <a:pt x="0" y="106"/>
                    <a:pt x="0" y="236"/>
                  </a:cubicBezTo>
                  <a:lnTo>
                    <a:pt x="0" y="1985"/>
                  </a:lnTo>
                  <a:cubicBezTo>
                    <a:pt x="0" y="2115"/>
                    <a:pt x="106" y="2220"/>
                    <a:pt x="236" y="2220"/>
                  </a:cubicBezTo>
                  <a:lnTo>
                    <a:pt x="1485" y="2220"/>
                  </a:lnTo>
                  <a:cubicBezTo>
                    <a:pt x="1487" y="2220"/>
                    <a:pt x="1489" y="2220"/>
                    <a:pt x="1492" y="2220"/>
                  </a:cubicBezTo>
                  <a:cubicBezTo>
                    <a:pt x="1622" y="2220"/>
                    <a:pt x="1728" y="2116"/>
                    <a:pt x="1728" y="1985"/>
                  </a:cubicBezTo>
                  <a:cubicBezTo>
                    <a:pt x="1728" y="1855"/>
                    <a:pt x="1626" y="1752"/>
                    <a:pt x="1498" y="1752"/>
                  </a:cubicBezTo>
                  <a:cubicBezTo>
                    <a:pt x="1494" y="1752"/>
                    <a:pt x="1489" y="1752"/>
                    <a:pt x="1485" y="1752"/>
                  </a:cubicBezTo>
                  <a:lnTo>
                    <a:pt x="468" y="1752"/>
                  </a:lnTo>
                  <a:lnTo>
                    <a:pt x="468" y="1221"/>
                  </a:lnTo>
                  <a:lnTo>
                    <a:pt x="985" y="1221"/>
                  </a:lnTo>
                  <a:cubicBezTo>
                    <a:pt x="988" y="1221"/>
                    <a:pt x="990" y="1221"/>
                    <a:pt x="992" y="1221"/>
                  </a:cubicBezTo>
                  <a:cubicBezTo>
                    <a:pt x="1123" y="1221"/>
                    <a:pt x="1228" y="1117"/>
                    <a:pt x="1228" y="985"/>
                  </a:cubicBezTo>
                  <a:cubicBezTo>
                    <a:pt x="1228" y="854"/>
                    <a:pt x="1123" y="749"/>
                    <a:pt x="992" y="749"/>
                  </a:cubicBezTo>
                  <a:cubicBezTo>
                    <a:pt x="990" y="749"/>
                    <a:pt x="988" y="749"/>
                    <a:pt x="985" y="750"/>
                  </a:cubicBezTo>
                  <a:lnTo>
                    <a:pt x="468" y="750"/>
                  </a:lnTo>
                  <a:lnTo>
                    <a:pt x="468" y="472"/>
                  </a:lnTo>
                  <a:lnTo>
                    <a:pt x="1485" y="472"/>
                  </a:lnTo>
                  <a:cubicBezTo>
                    <a:pt x="1487" y="472"/>
                    <a:pt x="1489" y="472"/>
                    <a:pt x="1492" y="472"/>
                  </a:cubicBezTo>
                  <a:cubicBezTo>
                    <a:pt x="1622" y="472"/>
                    <a:pt x="1728" y="367"/>
                    <a:pt x="1728" y="236"/>
                  </a:cubicBezTo>
                  <a:cubicBezTo>
                    <a:pt x="1728" y="104"/>
                    <a:pt x="1622" y="0"/>
                    <a:pt x="14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85"/>
            <p:cNvSpPr/>
            <p:nvPr/>
          </p:nvSpPr>
          <p:spPr>
            <a:xfrm>
              <a:off x="3387723" y="2490396"/>
              <a:ext cx="65798" cy="57781"/>
            </a:xfrm>
            <a:custGeom>
              <a:rect b="b" l="l" r="r" t="t"/>
              <a:pathLst>
                <a:path extrusionOk="0" h="2220" w="2528">
                  <a:moveTo>
                    <a:pt x="2266" y="1"/>
                  </a:moveTo>
                  <a:cubicBezTo>
                    <a:pt x="2165" y="1"/>
                    <a:pt x="2071" y="67"/>
                    <a:pt x="2042" y="172"/>
                  </a:cubicBezTo>
                  <a:lnTo>
                    <a:pt x="1732" y="1259"/>
                  </a:lnTo>
                  <a:lnTo>
                    <a:pt x="1486" y="647"/>
                  </a:lnTo>
                  <a:cubicBezTo>
                    <a:pt x="1445" y="550"/>
                    <a:pt x="1357" y="501"/>
                    <a:pt x="1268" y="501"/>
                  </a:cubicBezTo>
                  <a:cubicBezTo>
                    <a:pt x="1179" y="501"/>
                    <a:pt x="1090" y="550"/>
                    <a:pt x="1050" y="647"/>
                  </a:cubicBezTo>
                  <a:lnTo>
                    <a:pt x="803" y="1259"/>
                  </a:lnTo>
                  <a:lnTo>
                    <a:pt x="494" y="172"/>
                  </a:lnTo>
                  <a:cubicBezTo>
                    <a:pt x="456" y="58"/>
                    <a:pt x="366" y="9"/>
                    <a:pt x="276" y="9"/>
                  </a:cubicBezTo>
                  <a:cubicBezTo>
                    <a:pt x="139" y="9"/>
                    <a:pt x="1" y="122"/>
                    <a:pt x="43" y="298"/>
                  </a:cubicBezTo>
                  <a:lnTo>
                    <a:pt x="543" y="2047"/>
                  </a:lnTo>
                  <a:cubicBezTo>
                    <a:pt x="574" y="2160"/>
                    <a:pt x="672" y="2218"/>
                    <a:pt x="769" y="2218"/>
                  </a:cubicBezTo>
                  <a:cubicBezTo>
                    <a:pt x="858" y="2218"/>
                    <a:pt x="946" y="2170"/>
                    <a:pt x="986" y="2071"/>
                  </a:cubicBezTo>
                  <a:lnTo>
                    <a:pt x="1268" y="1368"/>
                  </a:lnTo>
                  <a:lnTo>
                    <a:pt x="1549" y="2071"/>
                  </a:lnTo>
                  <a:cubicBezTo>
                    <a:pt x="1584" y="2159"/>
                    <a:pt x="1672" y="2219"/>
                    <a:pt x="1767" y="2219"/>
                  </a:cubicBezTo>
                  <a:lnTo>
                    <a:pt x="1778" y="2219"/>
                  </a:lnTo>
                  <a:cubicBezTo>
                    <a:pt x="1880" y="2212"/>
                    <a:pt x="1964" y="2145"/>
                    <a:pt x="1993" y="2047"/>
                  </a:cubicBezTo>
                  <a:lnTo>
                    <a:pt x="2492" y="298"/>
                  </a:lnTo>
                  <a:cubicBezTo>
                    <a:pt x="2527" y="175"/>
                    <a:pt x="2457" y="45"/>
                    <a:pt x="2330" y="10"/>
                  </a:cubicBezTo>
                  <a:cubicBezTo>
                    <a:pt x="2309" y="4"/>
                    <a:pt x="2287" y="1"/>
                    <a:pt x="2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85"/>
            <p:cNvSpPr/>
            <p:nvPr/>
          </p:nvSpPr>
          <p:spPr>
            <a:xfrm>
              <a:off x="3459819" y="2490370"/>
              <a:ext cx="45340" cy="57807"/>
            </a:xfrm>
            <a:custGeom>
              <a:rect b="b" l="l" r="r" t="t"/>
              <a:pathLst>
                <a:path extrusionOk="0" h="2221" w="1742">
                  <a:moveTo>
                    <a:pt x="1502" y="0"/>
                  </a:moveTo>
                  <a:cubicBezTo>
                    <a:pt x="1500" y="0"/>
                    <a:pt x="1498" y="0"/>
                    <a:pt x="1496" y="0"/>
                  </a:cubicBezTo>
                  <a:lnTo>
                    <a:pt x="246" y="0"/>
                  </a:lnTo>
                  <a:cubicBezTo>
                    <a:pt x="116" y="0"/>
                    <a:pt x="11" y="106"/>
                    <a:pt x="11" y="236"/>
                  </a:cubicBezTo>
                  <a:lnTo>
                    <a:pt x="11" y="1235"/>
                  </a:lnTo>
                  <a:cubicBezTo>
                    <a:pt x="11" y="1365"/>
                    <a:pt x="116" y="1471"/>
                    <a:pt x="246" y="1471"/>
                  </a:cubicBezTo>
                  <a:lnTo>
                    <a:pt x="1263" y="1471"/>
                  </a:lnTo>
                  <a:lnTo>
                    <a:pt x="1263" y="1752"/>
                  </a:lnTo>
                  <a:lnTo>
                    <a:pt x="246" y="1752"/>
                  </a:lnTo>
                  <a:cubicBezTo>
                    <a:pt x="242" y="1752"/>
                    <a:pt x="238" y="1752"/>
                    <a:pt x="234" y="1752"/>
                  </a:cubicBezTo>
                  <a:cubicBezTo>
                    <a:pt x="106" y="1752"/>
                    <a:pt x="0" y="1855"/>
                    <a:pt x="0" y="1985"/>
                  </a:cubicBezTo>
                  <a:cubicBezTo>
                    <a:pt x="0" y="2116"/>
                    <a:pt x="109" y="2220"/>
                    <a:pt x="240" y="2220"/>
                  </a:cubicBezTo>
                  <a:cubicBezTo>
                    <a:pt x="242" y="2220"/>
                    <a:pt x="244" y="2220"/>
                    <a:pt x="246" y="2220"/>
                  </a:cubicBezTo>
                  <a:lnTo>
                    <a:pt x="1496" y="2220"/>
                  </a:lnTo>
                  <a:cubicBezTo>
                    <a:pt x="1626" y="2220"/>
                    <a:pt x="1731" y="2115"/>
                    <a:pt x="1731" y="1985"/>
                  </a:cubicBezTo>
                  <a:lnTo>
                    <a:pt x="1731" y="1239"/>
                  </a:lnTo>
                  <a:cubicBezTo>
                    <a:pt x="1731" y="1108"/>
                    <a:pt x="1626" y="1003"/>
                    <a:pt x="1496" y="1003"/>
                  </a:cubicBezTo>
                  <a:lnTo>
                    <a:pt x="482" y="1003"/>
                  </a:lnTo>
                  <a:lnTo>
                    <a:pt x="482" y="472"/>
                  </a:lnTo>
                  <a:lnTo>
                    <a:pt x="1496" y="472"/>
                  </a:lnTo>
                  <a:cubicBezTo>
                    <a:pt x="1498" y="472"/>
                    <a:pt x="1500" y="472"/>
                    <a:pt x="1502" y="472"/>
                  </a:cubicBezTo>
                  <a:cubicBezTo>
                    <a:pt x="1633" y="472"/>
                    <a:pt x="1742" y="367"/>
                    <a:pt x="1742" y="236"/>
                  </a:cubicBezTo>
                  <a:cubicBezTo>
                    <a:pt x="1742" y="104"/>
                    <a:pt x="1633" y="0"/>
                    <a:pt x="1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85"/>
            <p:cNvSpPr/>
            <p:nvPr/>
          </p:nvSpPr>
          <p:spPr>
            <a:xfrm>
              <a:off x="3278043" y="2587973"/>
              <a:ext cx="90211" cy="77224"/>
            </a:xfrm>
            <a:custGeom>
              <a:rect b="b" l="l" r="r" t="t"/>
              <a:pathLst>
                <a:path extrusionOk="0" h="2967" w="3466">
                  <a:moveTo>
                    <a:pt x="2998" y="469"/>
                  </a:moveTo>
                  <a:lnTo>
                    <a:pt x="2998" y="2499"/>
                  </a:lnTo>
                  <a:lnTo>
                    <a:pt x="468" y="2499"/>
                  </a:lnTo>
                  <a:lnTo>
                    <a:pt x="468" y="469"/>
                  </a:lnTo>
                  <a:close/>
                  <a:moveTo>
                    <a:pt x="232" y="1"/>
                  </a:moveTo>
                  <a:cubicBezTo>
                    <a:pt x="106" y="1"/>
                    <a:pt x="0" y="103"/>
                    <a:pt x="0" y="233"/>
                  </a:cubicBezTo>
                  <a:lnTo>
                    <a:pt x="0" y="2735"/>
                  </a:lnTo>
                  <a:cubicBezTo>
                    <a:pt x="0" y="2861"/>
                    <a:pt x="106" y="2967"/>
                    <a:pt x="232" y="2967"/>
                  </a:cubicBezTo>
                  <a:lnTo>
                    <a:pt x="3233" y="2967"/>
                  </a:lnTo>
                  <a:cubicBezTo>
                    <a:pt x="3360" y="2967"/>
                    <a:pt x="3466" y="2861"/>
                    <a:pt x="3466" y="2731"/>
                  </a:cubicBezTo>
                  <a:lnTo>
                    <a:pt x="3466" y="233"/>
                  </a:lnTo>
                  <a:cubicBezTo>
                    <a:pt x="3466" y="103"/>
                    <a:pt x="3360" y="1"/>
                    <a:pt x="3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85"/>
            <p:cNvSpPr/>
            <p:nvPr/>
          </p:nvSpPr>
          <p:spPr>
            <a:xfrm>
              <a:off x="3401283" y="2620481"/>
              <a:ext cx="103876" cy="12233"/>
            </a:xfrm>
            <a:custGeom>
              <a:rect b="b" l="l" r="r" t="t"/>
              <a:pathLst>
                <a:path extrusionOk="0" h="470" w="3991">
                  <a:moveTo>
                    <a:pt x="235" y="1"/>
                  </a:moveTo>
                  <a:cubicBezTo>
                    <a:pt x="107" y="1"/>
                    <a:pt x="1" y="107"/>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85"/>
            <p:cNvSpPr/>
            <p:nvPr/>
          </p:nvSpPr>
          <p:spPr>
            <a:xfrm>
              <a:off x="3401283" y="2587973"/>
              <a:ext cx="103876" cy="12233"/>
            </a:xfrm>
            <a:custGeom>
              <a:rect b="b" l="l" r="r" t="t"/>
              <a:pathLst>
                <a:path extrusionOk="0" h="470" w="3991">
                  <a:moveTo>
                    <a:pt x="235" y="0"/>
                  </a:moveTo>
                  <a:cubicBezTo>
                    <a:pt x="106" y="0"/>
                    <a:pt x="1" y="104"/>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4"/>
                    <a:pt x="3885" y="0"/>
                    <a:pt x="3757" y="0"/>
                  </a:cubicBezTo>
                  <a:cubicBezTo>
                    <a:pt x="3753" y="0"/>
                    <a:pt x="3749" y="1"/>
                    <a:pt x="3745" y="1"/>
                  </a:cubicBezTo>
                  <a:lnTo>
                    <a:pt x="247" y="1"/>
                  </a:lnTo>
                  <a:cubicBezTo>
                    <a:pt x="243" y="1"/>
                    <a:pt x="23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85"/>
            <p:cNvSpPr/>
            <p:nvPr/>
          </p:nvSpPr>
          <p:spPr>
            <a:xfrm>
              <a:off x="3401283" y="2652990"/>
              <a:ext cx="103876" cy="12233"/>
            </a:xfrm>
            <a:custGeom>
              <a:rect b="b" l="l" r="r" t="t"/>
              <a:pathLst>
                <a:path extrusionOk="0" h="470" w="3991">
                  <a:moveTo>
                    <a:pt x="235" y="1"/>
                  </a:moveTo>
                  <a:cubicBezTo>
                    <a:pt x="107" y="1"/>
                    <a:pt x="1" y="107"/>
                    <a:pt x="1" y="237"/>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85"/>
            <p:cNvSpPr/>
            <p:nvPr/>
          </p:nvSpPr>
          <p:spPr>
            <a:xfrm>
              <a:off x="3401283" y="2685498"/>
              <a:ext cx="103876" cy="12233"/>
            </a:xfrm>
            <a:custGeom>
              <a:rect b="b" l="l" r="r" t="t"/>
              <a:pathLst>
                <a:path extrusionOk="0" h="470" w="3991">
                  <a:moveTo>
                    <a:pt x="235" y="1"/>
                  </a:moveTo>
                  <a:cubicBezTo>
                    <a:pt x="107" y="1"/>
                    <a:pt x="1" y="107"/>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85"/>
            <p:cNvSpPr/>
            <p:nvPr/>
          </p:nvSpPr>
          <p:spPr>
            <a:xfrm>
              <a:off x="3271536" y="2685498"/>
              <a:ext cx="104969" cy="12207"/>
            </a:xfrm>
            <a:custGeom>
              <a:rect b="b" l="l" r="r" t="t"/>
              <a:pathLst>
                <a:path extrusionOk="0" h="469" w="4033">
                  <a:moveTo>
                    <a:pt x="232" y="1"/>
                  </a:moveTo>
                  <a:cubicBezTo>
                    <a:pt x="106" y="1"/>
                    <a:pt x="0" y="107"/>
                    <a:pt x="0" y="237"/>
                  </a:cubicBezTo>
                  <a:cubicBezTo>
                    <a:pt x="0" y="363"/>
                    <a:pt x="106" y="469"/>
                    <a:pt x="232" y="469"/>
                  </a:cubicBezTo>
                  <a:lnTo>
                    <a:pt x="3733" y="469"/>
                  </a:lnTo>
                  <a:cubicBezTo>
                    <a:pt x="4032" y="455"/>
                    <a:pt x="4032" y="15"/>
                    <a:pt x="3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85"/>
            <p:cNvSpPr/>
            <p:nvPr/>
          </p:nvSpPr>
          <p:spPr>
            <a:xfrm>
              <a:off x="3269792" y="2718006"/>
              <a:ext cx="105255" cy="12233"/>
            </a:xfrm>
            <a:custGeom>
              <a:rect b="b" l="l" r="r" t="t"/>
              <a:pathLst>
                <a:path extrusionOk="0" h="470" w="4044">
                  <a:moveTo>
                    <a:pt x="3807" y="1"/>
                  </a:moveTo>
                  <a:cubicBezTo>
                    <a:pt x="3805" y="1"/>
                    <a:pt x="3802" y="1"/>
                    <a:pt x="3800" y="1"/>
                  </a:cubicBezTo>
                  <a:lnTo>
                    <a:pt x="299" y="1"/>
                  </a:lnTo>
                  <a:cubicBezTo>
                    <a:pt x="0" y="15"/>
                    <a:pt x="0" y="458"/>
                    <a:pt x="299" y="469"/>
                  </a:cubicBezTo>
                  <a:lnTo>
                    <a:pt x="3800" y="469"/>
                  </a:lnTo>
                  <a:cubicBezTo>
                    <a:pt x="3805" y="469"/>
                    <a:pt x="3809" y="469"/>
                    <a:pt x="3813" y="469"/>
                  </a:cubicBezTo>
                  <a:cubicBezTo>
                    <a:pt x="3941" y="469"/>
                    <a:pt x="4043" y="366"/>
                    <a:pt x="4043" y="237"/>
                  </a:cubicBezTo>
                  <a:cubicBezTo>
                    <a:pt x="4043" y="105"/>
                    <a:pt x="393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85"/>
            <p:cNvSpPr/>
            <p:nvPr/>
          </p:nvSpPr>
          <p:spPr>
            <a:xfrm>
              <a:off x="3401283" y="2718006"/>
              <a:ext cx="103876" cy="12233"/>
            </a:xfrm>
            <a:custGeom>
              <a:rect b="b" l="l" r="r" t="t"/>
              <a:pathLst>
                <a:path extrusionOk="0" h="470" w="3991">
                  <a:moveTo>
                    <a:pt x="241" y="1"/>
                  </a:moveTo>
                  <a:cubicBezTo>
                    <a:pt x="110" y="1"/>
                    <a:pt x="1" y="105"/>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5"/>
                    <a:pt x="3882" y="1"/>
                    <a:pt x="3751" y="1"/>
                  </a:cubicBezTo>
                  <a:cubicBezTo>
                    <a:pt x="3749" y="1"/>
                    <a:pt x="3747" y="1"/>
                    <a:pt x="3745" y="1"/>
                  </a:cubicBezTo>
                  <a:lnTo>
                    <a:pt x="247" y="1"/>
                  </a:lnTo>
                  <a:cubicBezTo>
                    <a:pt x="245" y="1"/>
                    <a:pt x="243"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675" name="Shape 18675"/>
        <p:cNvGrpSpPr/>
        <p:nvPr/>
      </p:nvGrpSpPr>
      <p:grpSpPr>
        <a:xfrm>
          <a:off x="0" y="0"/>
          <a:ext cx="0" cy="0"/>
          <a:chOff x="0" y="0"/>
          <a:chExt cx="0" cy="0"/>
        </a:xfrm>
      </p:grpSpPr>
      <p:sp>
        <p:nvSpPr>
          <p:cNvPr id="18676" name="Google Shape;18676;p86"/>
          <p:cNvSpPr txBox="1"/>
          <p:nvPr>
            <p:ph idx="4294967295" type="title"/>
          </p:nvPr>
        </p:nvSpPr>
        <p:spPr>
          <a:xfrm>
            <a:off x="104835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a:p>
            <a:pPr indent="0" lvl="0" marL="0" rtl="0" algn="ctr">
              <a:spcBef>
                <a:spcPts val="0"/>
              </a:spcBef>
              <a:spcAft>
                <a:spcPts val="0"/>
              </a:spcAft>
              <a:buClr>
                <a:srgbClr val="000000"/>
              </a:buClr>
              <a:buSzPts val="1100"/>
              <a:buFont typeface="Arial"/>
              <a:buNone/>
            </a:pPr>
            <a:r>
              <a:t/>
            </a:r>
            <a:endParaRPr>
              <a:latin typeface="Arial"/>
              <a:ea typeface="Arial"/>
              <a:cs typeface="Arial"/>
              <a:sym typeface="Arial"/>
            </a:endParaRPr>
          </a:p>
        </p:txBody>
      </p:sp>
      <p:sp>
        <p:nvSpPr>
          <p:cNvPr id="18677" name="Google Shape;18677;p86"/>
          <p:cNvSpPr/>
          <p:nvPr/>
        </p:nvSpPr>
        <p:spPr>
          <a:xfrm>
            <a:off x="1504285" y="2948818"/>
            <a:ext cx="1713187" cy="534976"/>
          </a:xfrm>
          <a:custGeom>
            <a:rect b="b" l="l" r="r" t="t"/>
            <a:pathLst>
              <a:path extrusionOk="0" h="34387" w="110102">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86"/>
          <p:cNvSpPr/>
          <p:nvPr/>
        </p:nvSpPr>
        <p:spPr>
          <a:xfrm>
            <a:off x="2653822" y="2845479"/>
            <a:ext cx="687939" cy="741642"/>
          </a:xfrm>
          <a:custGeom>
            <a:rect b="b" l="l" r="r" t="t"/>
            <a:pathLst>
              <a:path extrusionOk="0" h="47671" w="44212">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86"/>
          <p:cNvSpPr/>
          <p:nvPr/>
        </p:nvSpPr>
        <p:spPr>
          <a:xfrm>
            <a:off x="1380284" y="2845479"/>
            <a:ext cx="687550" cy="741642"/>
          </a:xfrm>
          <a:custGeom>
            <a:rect b="b" l="l" r="r" t="t"/>
            <a:pathLst>
              <a:path extrusionOk="0" h="47671" w="44187">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86"/>
          <p:cNvSpPr/>
          <p:nvPr/>
        </p:nvSpPr>
        <p:spPr>
          <a:xfrm>
            <a:off x="1998733" y="392248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86"/>
          <p:cNvSpPr/>
          <p:nvPr/>
        </p:nvSpPr>
        <p:spPr>
          <a:xfrm>
            <a:off x="2949013" y="3922488"/>
            <a:ext cx="724598" cy="588011"/>
          </a:xfrm>
          <a:custGeom>
            <a:rect b="b" l="l" r="r" t="t"/>
            <a:pathLst>
              <a:path extrusionOk="0" h="37796"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86"/>
          <p:cNvSpPr/>
          <p:nvPr/>
        </p:nvSpPr>
        <p:spPr>
          <a:xfrm>
            <a:off x="1048453" y="392248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86"/>
          <p:cNvSpPr/>
          <p:nvPr/>
        </p:nvSpPr>
        <p:spPr>
          <a:xfrm>
            <a:off x="1998733" y="192212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86"/>
          <p:cNvSpPr/>
          <p:nvPr/>
        </p:nvSpPr>
        <p:spPr>
          <a:xfrm>
            <a:off x="2949013" y="1922125"/>
            <a:ext cx="724598" cy="587996"/>
          </a:xfrm>
          <a:custGeom>
            <a:rect b="b" l="l" r="r" t="t"/>
            <a:pathLst>
              <a:path extrusionOk="0" h="37795"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86"/>
          <p:cNvSpPr/>
          <p:nvPr/>
        </p:nvSpPr>
        <p:spPr>
          <a:xfrm>
            <a:off x="1048453" y="192212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86"/>
          <p:cNvSpPr/>
          <p:nvPr/>
        </p:nvSpPr>
        <p:spPr>
          <a:xfrm>
            <a:off x="1180249" y="2214186"/>
            <a:ext cx="453169" cy="3905"/>
          </a:xfrm>
          <a:custGeom>
            <a:rect b="b" l="l" r="r" t="t"/>
            <a:pathLst>
              <a:path extrusionOk="0" h="251" w="29124">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86"/>
          <p:cNvSpPr/>
          <p:nvPr/>
        </p:nvSpPr>
        <p:spPr>
          <a:xfrm>
            <a:off x="2132085" y="221418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86"/>
          <p:cNvSpPr/>
          <p:nvPr/>
        </p:nvSpPr>
        <p:spPr>
          <a:xfrm>
            <a:off x="3087047" y="221418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86"/>
          <p:cNvSpPr/>
          <p:nvPr/>
        </p:nvSpPr>
        <p:spPr>
          <a:xfrm>
            <a:off x="3087047" y="421454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86"/>
          <p:cNvSpPr/>
          <p:nvPr/>
        </p:nvSpPr>
        <p:spPr>
          <a:xfrm>
            <a:off x="2132085" y="421454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86"/>
          <p:cNvSpPr/>
          <p:nvPr/>
        </p:nvSpPr>
        <p:spPr>
          <a:xfrm>
            <a:off x="1181416" y="4214548"/>
            <a:ext cx="453169" cy="3920"/>
          </a:xfrm>
          <a:custGeom>
            <a:rect b="b" l="l" r="r" t="t"/>
            <a:pathLst>
              <a:path extrusionOk="0" h="252" w="29124">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86"/>
          <p:cNvSpPr txBox="1"/>
          <p:nvPr>
            <p:ph idx="4294967295" type="title"/>
          </p:nvPr>
        </p:nvSpPr>
        <p:spPr>
          <a:xfrm>
            <a:off x="1644313" y="3079887"/>
            <a:ext cx="1428600" cy="27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000">
                <a:solidFill>
                  <a:schemeClr val="lt1"/>
                </a:solidFill>
                <a:latin typeface="Arial"/>
                <a:ea typeface="Arial"/>
                <a:cs typeface="Arial"/>
                <a:sym typeface="Arial"/>
              </a:rPr>
              <a:t>Add the Title here</a:t>
            </a:r>
            <a:endParaRPr sz="1000">
              <a:latin typeface="Arial"/>
              <a:ea typeface="Arial"/>
              <a:cs typeface="Arial"/>
              <a:sym typeface="Arial"/>
            </a:endParaRPr>
          </a:p>
        </p:txBody>
      </p:sp>
      <p:grpSp>
        <p:nvGrpSpPr>
          <p:cNvPr id="18693" name="Google Shape;18693;p86"/>
          <p:cNvGrpSpPr/>
          <p:nvPr/>
        </p:nvGrpSpPr>
        <p:grpSpPr>
          <a:xfrm>
            <a:off x="1311648" y="1983281"/>
            <a:ext cx="197743" cy="197743"/>
            <a:chOff x="2676100" y="832575"/>
            <a:chExt cx="483125" cy="483125"/>
          </a:xfrm>
        </p:grpSpPr>
        <p:sp>
          <p:nvSpPr>
            <p:cNvPr id="18694" name="Google Shape;18694;p86"/>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695" name="Google Shape;18695;p86"/>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696" name="Google Shape;18696;p86"/>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8697" name="Google Shape;18697;p86"/>
          <p:cNvGrpSpPr/>
          <p:nvPr/>
        </p:nvGrpSpPr>
        <p:grpSpPr>
          <a:xfrm>
            <a:off x="2258621" y="1976256"/>
            <a:ext cx="204394" cy="197743"/>
            <a:chOff x="3270550" y="832575"/>
            <a:chExt cx="499375" cy="483125"/>
          </a:xfrm>
        </p:grpSpPr>
        <p:sp>
          <p:nvSpPr>
            <p:cNvPr id="18698" name="Google Shape;18698;p86"/>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699" name="Google Shape;18699;p86"/>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700" name="Google Shape;18700;p86"/>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8701" name="Google Shape;18701;p86"/>
          <p:cNvGrpSpPr/>
          <p:nvPr/>
        </p:nvGrpSpPr>
        <p:grpSpPr>
          <a:xfrm>
            <a:off x="3212214" y="1983307"/>
            <a:ext cx="197774" cy="197743"/>
            <a:chOff x="3270475" y="1427025"/>
            <a:chExt cx="483200" cy="483125"/>
          </a:xfrm>
        </p:grpSpPr>
        <p:sp>
          <p:nvSpPr>
            <p:cNvPr id="18702" name="Google Shape;18702;p86"/>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703" name="Google Shape;18703;p86"/>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704" name="Google Shape;18704;p86"/>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8705" name="Google Shape;18705;p86"/>
          <p:cNvSpPr/>
          <p:nvPr/>
        </p:nvSpPr>
        <p:spPr>
          <a:xfrm>
            <a:off x="3212183" y="3978579"/>
            <a:ext cx="197784" cy="197743"/>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706" name="Google Shape;18706;p86"/>
          <p:cNvSpPr/>
          <p:nvPr/>
        </p:nvSpPr>
        <p:spPr>
          <a:xfrm>
            <a:off x="1309717" y="3978574"/>
            <a:ext cx="199697" cy="197753"/>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8707" name="Google Shape;18707;p86"/>
          <p:cNvGrpSpPr/>
          <p:nvPr/>
        </p:nvGrpSpPr>
        <p:grpSpPr>
          <a:xfrm>
            <a:off x="2258607" y="3980427"/>
            <a:ext cx="204425" cy="194059"/>
            <a:chOff x="6222125" y="2025975"/>
            <a:chExt cx="499450" cy="474125"/>
          </a:xfrm>
        </p:grpSpPr>
        <p:sp>
          <p:nvSpPr>
            <p:cNvPr id="18708" name="Google Shape;18708;p86"/>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709" name="Google Shape;18709;p86"/>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710" name="Google Shape;18710;p86"/>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8711" name="Google Shape;18711;p86"/>
          <p:cNvSpPr txBox="1"/>
          <p:nvPr>
            <p:ph idx="4294967295" type="title"/>
          </p:nvPr>
        </p:nvSpPr>
        <p:spPr>
          <a:xfrm>
            <a:off x="1048453" y="2273439"/>
            <a:ext cx="724200" cy="23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1</a:t>
            </a:r>
            <a:endParaRPr sz="900">
              <a:latin typeface="Arial"/>
              <a:ea typeface="Arial"/>
              <a:cs typeface="Arial"/>
              <a:sym typeface="Arial"/>
            </a:endParaRPr>
          </a:p>
        </p:txBody>
      </p:sp>
      <p:sp>
        <p:nvSpPr>
          <p:cNvPr id="18712" name="Google Shape;18712;p86"/>
          <p:cNvSpPr txBox="1"/>
          <p:nvPr>
            <p:ph idx="4294967295" type="title"/>
          </p:nvPr>
        </p:nvSpPr>
        <p:spPr>
          <a:xfrm>
            <a:off x="1998736" y="2272486"/>
            <a:ext cx="724200" cy="23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2</a:t>
            </a:r>
            <a:endParaRPr sz="900">
              <a:latin typeface="Arial"/>
              <a:ea typeface="Arial"/>
              <a:cs typeface="Arial"/>
              <a:sym typeface="Arial"/>
            </a:endParaRPr>
          </a:p>
        </p:txBody>
      </p:sp>
      <p:sp>
        <p:nvSpPr>
          <p:cNvPr id="18713" name="Google Shape;18713;p86"/>
          <p:cNvSpPr txBox="1"/>
          <p:nvPr>
            <p:ph idx="4294967295" type="title"/>
          </p:nvPr>
        </p:nvSpPr>
        <p:spPr>
          <a:xfrm>
            <a:off x="2949019" y="2272486"/>
            <a:ext cx="724200" cy="23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3</a:t>
            </a:r>
            <a:endParaRPr sz="900">
              <a:latin typeface="Arial"/>
              <a:ea typeface="Arial"/>
              <a:cs typeface="Arial"/>
              <a:sym typeface="Arial"/>
            </a:endParaRPr>
          </a:p>
        </p:txBody>
      </p:sp>
      <p:sp>
        <p:nvSpPr>
          <p:cNvPr id="18714" name="Google Shape;18714;p86"/>
          <p:cNvSpPr txBox="1"/>
          <p:nvPr>
            <p:ph idx="4294967295" type="title"/>
          </p:nvPr>
        </p:nvSpPr>
        <p:spPr>
          <a:xfrm>
            <a:off x="1048350" y="4285808"/>
            <a:ext cx="724200" cy="23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4</a:t>
            </a:r>
            <a:endParaRPr sz="900">
              <a:latin typeface="Arial"/>
              <a:ea typeface="Arial"/>
              <a:cs typeface="Arial"/>
              <a:sym typeface="Arial"/>
            </a:endParaRPr>
          </a:p>
        </p:txBody>
      </p:sp>
      <p:sp>
        <p:nvSpPr>
          <p:cNvPr id="18715" name="Google Shape;18715;p86"/>
          <p:cNvSpPr txBox="1"/>
          <p:nvPr>
            <p:ph idx="4294967295" type="title"/>
          </p:nvPr>
        </p:nvSpPr>
        <p:spPr>
          <a:xfrm>
            <a:off x="1998684" y="4285808"/>
            <a:ext cx="724200" cy="23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5</a:t>
            </a:r>
            <a:endParaRPr sz="900">
              <a:latin typeface="Arial"/>
              <a:ea typeface="Arial"/>
              <a:cs typeface="Arial"/>
              <a:sym typeface="Arial"/>
            </a:endParaRPr>
          </a:p>
        </p:txBody>
      </p:sp>
      <p:sp>
        <p:nvSpPr>
          <p:cNvPr id="18716" name="Google Shape;18716;p86"/>
          <p:cNvSpPr txBox="1"/>
          <p:nvPr>
            <p:ph idx="4294967295" type="title"/>
          </p:nvPr>
        </p:nvSpPr>
        <p:spPr>
          <a:xfrm>
            <a:off x="2949019" y="4285808"/>
            <a:ext cx="724200" cy="23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6</a:t>
            </a:r>
            <a:endParaRPr sz="900">
              <a:latin typeface="Arial"/>
              <a:ea typeface="Arial"/>
              <a:cs typeface="Arial"/>
              <a:sym typeface="Arial"/>
            </a:endParaRPr>
          </a:p>
        </p:txBody>
      </p:sp>
      <p:sp>
        <p:nvSpPr>
          <p:cNvPr id="18717" name="Google Shape;18717;p86"/>
          <p:cNvSpPr/>
          <p:nvPr/>
        </p:nvSpPr>
        <p:spPr>
          <a:xfrm>
            <a:off x="1374787" y="255507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86"/>
          <p:cNvSpPr/>
          <p:nvPr/>
        </p:nvSpPr>
        <p:spPr>
          <a:xfrm>
            <a:off x="2326630" y="255507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86"/>
          <p:cNvSpPr/>
          <p:nvPr/>
        </p:nvSpPr>
        <p:spPr>
          <a:xfrm>
            <a:off x="3278485" y="255507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86"/>
          <p:cNvSpPr/>
          <p:nvPr/>
        </p:nvSpPr>
        <p:spPr>
          <a:xfrm>
            <a:off x="1374774" y="381718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86"/>
          <p:cNvSpPr/>
          <p:nvPr/>
        </p:nvSpPr>
        <p:spPr>
          <a:xfrm>
            <a:off x="2326617" y="381718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86"/>
          <p:cNvSpPr/>
          <p:nvPr/>
        </p:nvSpPr>
        <p:spPr>
          <a:xfrm>
            <a:off x="3278472" y="381718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86"/>
          <p:cNvSpPr/>
          <p:nvPr/>
        </p:nvSpPr>
        <p:spPr>
          <a:xfrm>
            <a:off x="2200729" y="282085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86"/>
          <p:cNvSpPr/>
          <p:nvPr/>
        </p:nvSpPr>
        <p:spPr>
          <a:xfrm>
            <a:off x="2328782" y="282085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86"/>
          <p:cNvSpPr/>
          <p:nvPr/>
        </p:nvSpPr>
        <p:spPr>
          <a:xfrm>
            <a:off x="2456836" y="282085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86"/>
          <p:cNvSpPr/>
          <p:nvPr/>
        </p:nvSpPr>
        <p:spPr>
          <a:xfrm>
            <a:off x="2200729" y="354956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86"/>
          <p:cNvSpPr/>
          <p:nvPr/>
        </p:nvSpPr>
        <p:spPr>
          <a:xfrm>
            <a:off x="2328782" y="354956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86"/>
          <p:cNvSpPr/>
          <p:nvPr/>
        </p:nvSpPr>
        <p:spPr>
          <a:xfrm>
            <a:off x="2456836" y="354956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729" name="Google Shape;18729;p86"/>
          <p:cNvCxnSpPr>
            <a:stCxn id="18717" idx="4"/>
            <a:endCxn id="18723" idx="0"/>
          </p:cNvCxnSpPr>
          <p:nvPr/>
        </p:nvCxnSpPr>
        <p:spPr>
          <a:xfrm flipH="1" rot="-5400000">
            <a:off x="1718737" y="2306976"/>
            <a:ext cx="201900" cy="825900"/>
          </a:xfrm>
          <a:prstGeom prst="curvedConnector3">
            <a:avLst>
              <a:gd fmla="val 50008" name="adj1"/>
            </a:avLst>
          </a:prstGeom>
          <a:noFill/>
          <a:ln cap="flat" cmpd="sng" w="19050">
            <a:solidFill>
              <a:srgbClr val="5F7D95"/>
            </a:solidFill>
            <a:prstDash val="solid"/>
            <a:round/>
            <a:headEnd len="med" w="med" type="none"/>
            <a:tailEnd len="med" w="med" type="none"/>
          </a:ln>
        </p:spPr>
      </p:cxnSp>
      <p:cxnSp>
        <p:nvCxnSpPr>
          <p:cNvPr id="18730" name="Google Shape;18730;p86"/>
          <p:cNvCxnSpPr>
            <a:stCxn id="18719" idx="4"/>
            <a:endCxn id="18725" idx="0"/>
          </p:cNvCxnSpPr>
          <p:nvPr/>
        </p:nvCxnSpPr>
        <p:spPr>
          <a:xfrm rot="5400000">
            <a:off x="2798635" y="2309076"/>
            <a:ext cx="201900" cy="821700"/>
          </a:xfrm>
          <a:prstGeom prst="curvedConnector3">
            <a:avLst>
              <a:gd fmla="val 50008" name="adj1"/>
            </a:avLst>
          </a:prstGeom>
          <a:noFill/>
          <a:ln cap="flat" cmpd="sng" w="19050">
            <a:solidFill>
              <a:srgbClr val="5F7D95"/>
            </a:solidFill>
            <a:prstDash val="solid"/>
            <a:round/>
            <a:headEnd len="med" w="med" type="none"/>
            <a:tailEnd len="med" w="med" type="none"/>
          </a:ln>
        </p:spPr>
      </p:cxnSp>
      <p:cxnSp>
        <p:nvCxnSpPr>
          <p:cNvPr id="18731" name="Google Shape;18731;p86"/>
          <p:cNvCxnSpPr>
            <a:stCxn id="18718" idx="4"/>
            <a:endCxn id="18724" idx="0"/>
          </p:cNvCxnSpPr>
          <p:nvPr/>
        </p:nvCxnSpPr>
        <p:spPr>
          <a:xfrm flipH="1" rot="-5400000">
            <a:off x="2258680" y="2718876"/>
            <a:ext cx="201900" cy="2100"/>
          </a:xfrm>
          <a:prstGeom prst="curvedConnector3">
            <a:avLst>
              <a:gd fmla="val 50008" name="adj1"/>
            </a:avLst>
          </a:prstGeom>
          <a:noFill/>
          <a:ln cap="flat" cmpd="sng" w="19050">
            <a:solidFill>
              <a:srgbClr val="5F7D95"/>
            </a:solidFill>
            <a:prstDash val="solid"/>
            <a:round/>
            <a:headEnd len="med" w="med" type="none"/>
            <a:tailEnd len="med" w="med" type="none"/>
          </a:ln>
        </p:spPr>
      </p:cxnSp>
      <p:cxnSp>
        <p:nvCxnSpPr>
          <p:cNvPr id="18732" name="Google Shape;18732;p86"/>
          <p:cNvCxnSpPr>
            <a:stCxn id="18720" idx="0"/>
            <a:endCxn id="18726" idx="4"/>
          </p:cNvCxnSpPr>
          <p:nvPr/>
        </p:nvCxnSpPr>
        <p:spPr>
          <a:xfrm rot="-5400000">
            <a:off x="1717824" y="3302386"/>
            <a:ext cx="203700" cy="825900"/>
          </a:xfrm>
          <a:prstGeom prst="curvedConnector3">
            <a:avLst>
              <a:gd fmla="val 50003" name="adj1"/>
            </a:avLst>
          </a:prstGeom>
          <a:noFill/>
          <a:ln cap="flat" cmpd="sng" w="19050">
            <a:solidFill>
              <a:srgbClr val="5F7D95"/>
            </a:solidFill>
            <a:prstDash val="solid"/>
            <a:round/>
            <a:headEnd len="med" w="med" type="none"/>
            <a:tailEnd len="med" w="med" type="none"/>
          </a:ln>
        </p:spPr>
      </p:cxnSp>
      <p:cxnSp>
        <p:nvCxnSpPr>
          <p:cNvPr id="18733" name="Google Shape;18733;p86"/>
          <p:cNvCxnSpPr>
            <a:stCxn id="18722" idx="0"/>
            <a:endCxn id="18728" idx="4"/>
          </p:cNvCxnSpPr>
          <p:nvPr/>
        </p:nvCxnSpPr>
        <p:spPr>
          <a:xfrm flipH="1" rot="5400000">
            <a:off x="2797722" y="3304486"/>
            <a:ext cx="203700" cy="821700"/>
          </a:xfrm>
          <a:prstGeom prst="curvedConnector3">
            <a:avLst>
              <a:gd fmla="val 50003" name="adj1"/>
            </a:avLst>
          </a:prstGeom>
          <a:noFill/>
          <a:ln cap="flat" cmpd="sng" w="19050">
            <a:solidFill>
              <a:srgbClr val="5F7D95"/>
            </a:solidFill>
            <a:prstDash val="solid"/>
            <a:round/>
            <a:headEnd len="med" w="med" type="none"/>
            <a:tailEnd len="med" w="med" type="none"/>
          </a:ln>
        </p:spPr>
      </p:cxnSp>
      <p:cxnSp>
        <p:nvCxnSpPr>
          <p:cNvPr id="18734" name="Google Shape;18734;p86"/>
          <p:cNvCxnSpPr>
            <a:stCxn id="18721" idx="0"/>
            <a:endCxn id="18727" idx="4"/>
          </p:cNvCxnSpPr>
          <p:nvPr/>
        </p:nvCxnSpPr>
        <p:spPr>
          <a:xfrm rot="-5400000">
            <a:off x="2257767" y="3714286"/>
            <a:ext cx="203700" cy="2100"/>
          </a:xfrm>
          <a:prstGeom prst="curvedConnector3">
            <a:avLst>
              <a:gd fmla="val 50003" name="adj1"/>
            </a:avLst>
          </a:prstGeom>
          <a:noFill/>
          <a:ln cap="flat" cmpd="sng" w="19050">
            <a:solidFill>
              <a:srgbClr val="5F7D95"/>
            </a:solidFill>
            <a:prstDash val="solid"/>
            <a:round/>
            <a:headEnd len="med" w="med" type="none"/>
            <a:tailEnd len="med" w="med" type="none"/>
          </a:ln>
        </p:spPr>
      </p:cxnSp>
      <p:sp>
        <p:nvSpPr>
          <p:cNvPr id="18735" name="Google Shape;18735;p86"/>
          <p:cNvSpPr/>
          <p:nvPr/>
        </p:nvSpPr>
        <p:spPr>
          <a:xfrm>
            <a:off x="4239724" y="3070969"/>
            <a:ext cx="779136" cy="252234"/>
          </a:xfrm>
          <a:custGeom>
            <a:rect b="b" l="l" r="r" t="t"/>
            <a:pathLst>
              <a:path extrusionOk="0" h="14358" w="44351">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86"/>
          <p:cNvSpPr/>
          <p:nvPr/>
        </p:nvSpPr>
        <p:spPr>
          <a:xfrm>
            <a:off x="5018842" y="3070969"/>
            <a:ext cx="779119" cy="252234"/>
          </a:xfrm>
          <a:custGeom>
            <a:rect b="b" l="l" r="r" t="t"/>
            <a:pathLst>
              <a:path extrusionOk="0" h="14358" w="4435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86"/>
          <p:cNvSpPr/>
          <p:nvPr/>
        </p:nvSpPr>
        <p:spPr>
          <a:xfrm>
            <a:off x="5797943" y="3070969"/>
            <a:ext cx="778732" cy="252234"/>
          </a:xfrm>
          <a:custGeom>
            <a:rect b="b" l="l" r="r" t="t"/>
            <a:pathLst>
              <a:path extrusionOk="0" h="14358" w="44328">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8738" name="Google Shape;18738;p86"/>
          <p:cNvSpPr/>
          <p:nvPr/>
        </p:nvSpPr>
        <p:spPr>
          <a:xfrm>
            <a:off x="6576658" y="3070969"/>
            <a:ext cx="779136" cy="252234"/>
          </a:xfrm>
          <a:custGeom>
            <a:rect b="b" l="l" r="r" t="t"/>
            <a:pathLst>
              <a:path extrusionOk="0" h="14358" w="44351">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8739" name="Google Shape;18739;p86"/>
          <p:cNvSpPr/>
          <p:nvPr/>
        </p:nvSpPr>
        <p:spPr>
          <a:xfrm>
            <a:off x="7355776" y="3070969"/>
            <a:ext cx="779119" cy="252234"/>
          </a:xfrm>
          <a:custGeom>
            <a:rect b="b" l="l" r="r" t="t"/>
            <a:pathLst>
              <a:path extrusionOk="0" h="14358" w="4435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8740" name="Google Shape;18740;p86"/>
          <p:cNvSpPr/>
          <p:nvPr/>
        </p:nvSpPr>
        <p:spPr>
          <a:xfrm>
            <a:off x="4429400" y="2025000"/>
            <a:ext cx="342847" cy="386555"/>
          </a:xfrm>
          <a:custGeom>
            <a:rect b="b" l="l" r="r" t="t"/>
            <a:pathLst>
              <a:path extrusionOk="0" h="22004" w="19516">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86"/>
          <p:cNvSpPr/>
          <p:nvPr/>
        </p:nvSpPr>
        <p:spPr>
          <a:xfrm>
            <a:off x="5244198" y="4020984"/>
            <a:ext cx="342847" cy="386678"/>
          </a:xfrm>
          <a:custGeom>
            <a:rect b="b" l="l" r="r" t="t"/>
            <a:pathLst>
              <a:path extrusionOk="0" h="22011" w="19516">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86"/>
          <p:cNvSpPr/>
          <p:nvPr/>
        </p:nvSpPr>
        <p:spPr>
          <a:xfrm>
            <a:off x="6007260" y="2025000"/>
            <a:ext cx="342865" cy="386555"/>
          </a:xfrm>
          <a:custGeom>
            <a:rect b="b" l="l" r="r" t="t"/>
            <a:pathLst>
              <a:path extrusionOk="0" h="22004" w="19517">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86"/>
          <p:cNvSpPr/>
          <p:nvPr/>
        </p:nvSpPr>
        <p:spPr>
          <a:xfrm>
            <a:off x="6796005" y="4021089"/>
            <a:ext cx="343251" cy="386661"/>
          </a:xfrm>
          <a:custGeom>
            <a:rect b="b" l="l" r="r" t="t"/>
            <a:pathLst>
              <a:path extrusionOk="0" h="22010" w="19539">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86"/>
          <p:cNvSpPr/>
          <p:nvPr/>
        </p:nvSpPr>
        <p:spPr>
          <a:xfrm>
            <a:off x="7585138" y="2025000"/>
            <a:ext cx="342847" cy="386555"/>
          </a:xfrm>
          <a:custGeom>
            <a:rect b="b" l="l" r="r" t="t"/>
            <a:pathLst>
              <a:path extrusionOk="0" h="22004" w="19516">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86"/>
          <p:cNvSpPr/>
          <p:nvPr/>
        </p:nvSpPr>
        <p:spPr>
          <a:xfrm>
            <a:off x="4569763" y="294203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86"/>
          <p:cNvSpPr/>
          <p:nvPr/>
        </p:nvSpPr>
        <p:spPr>
          <a:xfrm>
            <a:off x="6147625" y="294203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86"/>
          <p:cNvSpPr/>
          <p:nvPr/>
        </p:nvSpPr>
        <p:spPr>
          <a:xfrm>
            <a:off x="7725475" y="294203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86"/>
          <p:cNvSpPr/>
          <p:nvPr/>
        </p:nvSpPr>
        <p:spPr>
          <a:xfrm>
            <a:off x="5384563" y="336237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86"/>
          <p:cNvSpPr/>
          <p:nvPr/>
        </p:nvSpPr>
        <p:spPr>
          <a:xfrm>
            <a:off x="6936563" y="336242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86"/>
          <p:cNvSpPr txBox="1"/>
          <p:nvPr>
            <p:ph idx="4294967295" type="title"/>
          </p:nvPr>
        </p:nvSpPr>
        <p:spPr>
          <a:xfrm>
            <a:off x="4331422" y="3082559"/>
            <a:ext cx="5388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900">
                <a:solidFill>
                  <a:schemeClr val="lt1"/>
                </a:solidFill>
                <a:latin typeface="Arial"/>
                <a:ea typeface="Arial"/>
                <a:cs typeface="Arial"/>
                <a:sym typeface="Arial"/>
              </a:rPr>
              <a:t>2016</a:t>
            </a:r>
            <a:endParaRPr b="1" sz="900">
              <a:latin typeface="Arial"/>
              <a:ea typeface="Arial"/>
              <a:cs typeface="Arial"/>
              <a:sym typeface="Arial"/>
            </a:endParaRPr>
          </a:p>
        </p:txBody>
      </p:sp>
      <p:sp>
        <p:nvSpPr>
          <p:cNvPr id="18751" name="Google Shape;18751;p86"/>
          <p:cNvSpPr/>
          <p:nvPr/>
        </p:nvSpPr>
        <p:spPr>
          <a:xfrm>
            <a:off x="4569763" y="243790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86"/>
          <p:cNvSpPr/>
          <p:nvPr/>
        </p:nvSpPr>
        <p:spPr>
          <a:xfrm>
            <a:off x="6153050" y="243790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86"/>
          <p:cNvSpPr/>
          <p:nvPr/>
        </p:nvSpPr>
        <p:spPr>
          <a:xfrm>
            <a:off x="7725475" y="243790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86"/>
          <p:cNvSpPr/>
          <p:nvPr/>
        </p:nvSpPr>
        <p:spPr>
          <a:xfrm>
            <a:off x="5384166" y="3932246"/>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86"/>
          <p:cNvSpPr/>
          <p:nvPr/>
        </p:nvSpPr>
        <p:spPr>
          <a:xfrm>
            <a:off x="6936566" y="3932246"/>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756" name="Google Shape;18756;p86"/>
          <p:cNvCxnSpPr>
            <a:stCxn id="18745" idx="0"/>
            <a:endCxn id="18751" idx="4"/>
          </p:cNvCxnSpPr>
          <p:nvPr/>
        </p:nvCxnSpPr>
        <p:spPr>
          <a:xfrm rot="10800000">
            <a:off x="4600813" y="250013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8757" name="Google Shape;18757;p86"/>
          <p:cNvCxnSpPr>
            <a:stCxn id="18746" idx="0"/>
            <a:endCxn id="18752" idx="4"/>
          </p:cNvCxnSpPr>
          <p:nvPr/>
        </p:nvCxnSpPr>
        <p:spPr>
          <a:xfrm flipH="1" rot="10800000">
            <a:off x="6178675" y="2500132"/>
            <a:ext cx="5400" cy="441900"/>
          </a:xfrm>
          <a:prstGeom prst="straightConnector1">
            <a:avLst/>
          </a:prstGeom>
          <a:noFill/>
          <a:ln cap="flat" cmpd="sng" w="9525">
            <a:solidFill>
              <a:srgbClr val="A5B7C6"/>
            </a:solidFill>
            <a:prstDash val="dash"/>
            <a:round/>
            <a:headEnd len="med" w="med" type="none"/>
            <a:tailEnd len="med" w="med" type="none"/>
          </a:ln>
        </p:spPr>
      </p:cxnSp>
      <p:cxnSp>
        <p:nvCxnSpPr>
          <p:cNvPr id="18758" name="Google Shape;18758;p86"/>
          <p:cNvCxnSpPr>
            <a:stCxn id="18747" idx="0"/>
            <a:endCxn id="18753" idx="4"/>
          </p:cNvCxnSpPr>
          <p:nvPr/>
        </p:nvCxnSpPr>
        <p:spPr>
          <a:xfrm rot="10800000">
            <a:off x="7756525" y="250013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8759" name="Google Shape;18759;p86"/>
          <p:cNvCxnSpPr>
            <a:stCxn id="18748" idx="4"/>
            <a:endCxn id="18754" idx="0"/>
          </p:cNvCxnSpPr>
          <p:nvPr/>
        </p:nvCxnSpPr>
        <p:spPr>
          <a:xfrm flipH="1">
            <a:off x="5415313" y="3424470"/>
            <a:ext cx="300" cy="507900"/>
          </a:xfrm>
          <a:prstGeom prst="straightConnector1">
            <a:avLst/>
          </a:prstGeom>
          <a:noFill/>
          <a:ln cap="flat" cmpd="sng" w="9525">
            <a:solidFill>
              <a:srgbClr val="A5B7C6"/>
            </a:solidFill>
            <a:prstDash val="dash"/>
            <a:round/>
            <a:headEnd len="med" w="med" type="none"/>
            <a:tailEnd len="med" w="med" type="none"/>
          </a:ln>
        </p:spPr>
      </p:cxnSp>
      <p:cxnSp>
        <p:nvCxnSpPr>
          <p:cNvPr id="18760" name="Google Shape;18760;p86"/>
          <p:cNvCxnSpPr>
            <a:stCxn id="18749" idx="4"/>
            <a:endCxn id="18755" idx="0"/>
          </p:cNvCxnSpPr>
          <p:nvPr/>
        </p:nvCxnSpPr>
        <p:spPr>
          <a:xfrm>
            <a:off x="6967613" y="3424520"/>
            <a:ext cx="0" cy="507600"/>
          </a:xfrm>
          <a:prstGeom prst="straightConnector1">
            <a:avLst/>
          </a:prstGeom>
          <a:noFill/>
          <a:ln cap="flat" cmpd="sng" w="9525">
            <a:solidFill>
              <a:srgbClr val="A5B7C6"/>
            </a:solidFill>
            <a:prstDash val="dash"/>
            <a:round/>
            <a:headEnd len="med" w="med" type="none"/>
            <a:tailEnd len="med" w="med" type="none"/>
          </a:ln>
        </p:spPr>
      </p:cxnSp>
      <p:sp>
        <p:nvSpPr>
          <p:cNvPr id="18761" name="Google Shape;18761;p86"/>
          <p:cNvSpPr txBox="1"/>
          <p:nvPr>
            <p:ph idx="4294967295" type="title"/>
          </p:nvPr>
        </p:nvSpPr>
        <p:spPr>
          <a:xfrm>
            <a:off x="5138997" y="3082559"/>
            <a:ext cx="5388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900">
                <a:solidFill>
                  <a:schemeClr val="lt1"/>
                </a:solidFill>
                <a:latin typeface="Arial"/>
                <a:ea typeface="Arial"/>
                <a:cs typeface="Arial"/>
                <a:sym typeface="Arial"/>
              </a:rPr>
              <a:t>2017</a:t>
            </a:r>
            <a:endParaRPr b="1" sz="900">
              <a:latin typeface="Arial"/>
              <a:ea typeface="Arial"/>
              <a:cs typeface="Arial"/>
              <a:sym typeface="Arial"/>
            </a:endParaRPr>
          </a:p>
        </p:txBody>
      </p:sp>
      <p:sp>
        <p:nvSpPr>
          <p:cNvPr id="18762" name="Google Shape;18762;p86"/>
          <p:cNvSpPr txBox="1"/>
          <p:nvPr>
            <p:ph idx="4294967295" type="title"/>
          </p:nvPr>
        </p:nvSpPr>
        <p:spPr>
          <a:xfrm>
            <a:off x="5904672" y="3082559"/>
            <a:ext cx="5388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900">
                <a:solidFill>
                  <a:schemeClr val="lt1"/>
                </a:solidFill>
                <a:latin typeface="Arial"/>
                <a:ea typeface="Arial"/>
                <a:cs typeface="Arial"/>
                <a:sym typeface="Arial"/>
              </a:rPr>
              <a:t>2018</a:t>
            </a:r>
            <a:endParaRPr b="1" sz="900">
              <a:latin typeface="Arial"/>
              <a:ea typeface="Arial"/>
              <a:cs typeface="Arial"/>
              <a:sym typeface="Arial"/>
            </a:endParaRPr>
          </a:p>
        </p:txBody>
      </p:sp>
      <p:sp>
        <p:nvSpPr>
          <p:cNvPr id="18763" name="Google Shape;18763;p86"/>
          <p:cNvSpPr txBox="1"/>
          <p:nvPr>
            <p:ph idx="4294967295" type="title"/>
          </p:nvPr>
        </p:nvSpPr>
        <p:spPr>
          <a:xfrm>
            <a:off x="6696822" y="3082559"/>
            <a:ext cx="5388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900">
                <a:solidFill>
                  <a:schemeClr val="lt1"/>
                </a:solidFill>
                <a:latin typeface="Arial"/>
                <a:ea typeface="Arial"/>
                <a:cs typeface="Arial"/>
                <a:sym typeface="Arial"/>
              </a:rPr>
              <a:t>2019</a:t>
            </a:r>
            <a:endParaRPr b="1" sz="900">
              <a:latin typeface="Arial"/>
              <a:ea typeface="Arial"/>
              <a:cs typeface="Arial"/>
              <a:sym typeface="Arial"/>
            </a:endParaRPr>
          </a:p>
        </p:txBody>
      </p:sp>
      <p:sp>
        <p:nvSpPr>
          <p:cNvPr id="18764" name="Google Shape;18764;p86"/>
          <p:cNvSpPr txBox="1"/>
          <p:nvPr>
            <p:ph idx="4294967295" type="title"/>
          </p:nvPr>
        </p:nvSpPr>
        <p:spPr>
          <a:xfrm>
            <a:off x="7488972" y="3082559"/>
            <a:ext cx="5388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900">
                <a:solidFill>
                  <a:schemeClr val="lt1"/>
                </a:solidFill>
                <a:latin typeface="Arial"/>
                <a:ea typeface="Arial"/>
                <a:cs typeface="Arial"/>
                <a:sym typeface="Arial"/>
              </a:rPr>
              <a:t>2020</a:t>
            </a:r>
            <a:endParaRPr b="1" sz="900">
              <a:latin typeface="Arial"/>
              <a:ea typeface="Arial"/>
              <a:cs typeface="Arial"/>
              <a:sym typeface="Arial"/>
            </a:endParaRPr>
          </a:p>
        </p:txBody>
      </p:sp>
      <p:sp>
        <p:nvSpPr>
          <p:cNvPr id="18765" name="Google Shape;18765;p86"/>
          <p:cNvSpPr/>
          <p:nvPr/>
        </p:nvSpPr>
        <p:spPr>
          <a:xfrm>
            <a:off x="6865977" y="4092071"/>
            <a:ext cx="204488" cy="205025"/>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66" name="Google Shape;18766;p86"/>
          <p:cNvGrpSpPr/>
          <p:nvPr/>
        </p:nvGrpSpPr>
        <p:grpSpPr>
          <a:xfrm>
            <a:off x="5307356" y="4111119"/>
            <a:ext cx="206115" cy="206115"/>
            <a:chOff x="1049375" y="2680675"/>
            <a:chExt cx="297725" cy="297725"/>
          </a:xfrm>
        </p:grpSpPr>
        <p:sp>
          <p:nvSpPr>
            <p:cNvPr id="18767" name="Google Shape;18767;p86"/>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86"/>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9" name="Google Shape;18769;p86"/>
          <p:cNvGrpSpPr/>
          <p:nvPr/>
        </p:nvGrpSpPr>
        <p:grpSpPr>
          <a:xfrm>
            <a:off x="7653299" y="2121502"/>
            <a:ext cx="205578" cy="204332"/>
            <a:chOff x="5045775" y="1946400"/>
            <a:chExt cx="296950" cy="295150"/>
          </a:xfrm>
        </p:grpSpPr>
        <p:sp>
          <p:nvSpPr>
            <p:cNvPr id="18770" name="Google Shape;18770;p86"/>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86"/>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2" name="Google Shape;18772;p86"/>
          <p:cNvGrpSpPr/>
          <p:nvPr/>
        </p:nvGrpSpPr>
        <p:grpSpPr>
          <a:xfrm>
            <a:off x="6076163" y="2127191"/>
            <a:ext cx="205042" cy="204505"/>
            <a:chOff x="3599700" y="1954475"/>
            <a:chExt cx="296175" cy="295400"/>
          </a:xfrm>
        </p:grpSpPr>
        <p:sp>
          <p:nvSpPr>
            <p:cNvPr id="18773" name="Google Shape;18773;p86"/>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86"/>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86"/>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6" name="Google Shape;18776;p86"/>
          <p:cNvGrpSpPr/>
          <p:nvPr/>
        </p:nvGrpSpPr>
        <p:grpSpPr>
          <a:xfrm>
            <a:off x="4485399" y="2145958"/>
            <a:ext cx="205596" cy="155421"/>
            <a:chOff x="3962775" y="1990700"/>
            <a:chExt cx="296975" cy="224500"/>
          </a:xfrm>
        </p:grpSpPr>
        <p:sp>
          <p:nvSpPr>
            <p:cNvPr id="18777" name="Google Shape;18777;p86"/>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86"/>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86"/>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86"/>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81" name="Google Shape;18781;p86"/>
          <p:cNvSpPr txBox="1"/>
          <p:nvPr/>
        </p:nvSpPr>
        <p:spPr>
          <a:xfrm>
            <a:off x="6405263" y="245295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“Despite being red, Mars is a cold place full of iron oxide”</a:t>
            </a:r>
            <a:endParaRPr sz="800">
              <a:solidFill>
                <a:srgbClr val="A5B7C6"/>
              </a:solidFill>
            </a:endParaRPr>
          </a:p>
        </p:txBody>
      </p:sp>
      <p:sp>
        <p:nvSpPr>
          <p:cNvPr id="18782" name="Google Shape;18782;p86"/>
          <p:cNvSpPr txBox="1"/>
          <p:nvPr/>
        </p:nvSpPr>
        <p:spPr>
          <a:xfrm>
            <a:off x="4827411" y="245295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8783" name="Google Shape;18783;p86"/>
          <p:cNvSpPr txBox="1"/>
          <p:nvPr/>
        </p:nvSpPr>
        <p:spPr>
          <a:xfrm>
            <a:off x="5626377" y="3512396"/>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“Neptune is the farthest-known planet from the Sun”</a:t>
            </a:r>
            <a:endParaRPr sz="800">
              <a:solidFill>
                <a:srgbClr val="A5B7C6"/>
              </a:solidFill>
            </a:endParaRPr>
          </a:p>
        </p:txBody>
      </p:sp>
      <p:sp>
        <p:nvSpPr>
          <p:cNvPr id="18784" name="Google Shape;18784;p86"/>
          <p:cNvSpPr txBox="1"/>
          <p:nvPr/>
        </p:nvSpPr>
        <p:spPr>
          <a:xfrm>
            <a:off x="7178777" y="349932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18785" name="Google Shape;18785;p86"/>
          <p:cNvSpPr txBox="1"/>
          <p:nvPr/>
        </p:nvSpPr>
        <p:spPr>
          <a:xfrm>
            <a:off x="4037377" y="349932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“Venus has a beautiful name and is the second planet”</a:t>
            </a:r>
            <a:endParaRPr sz="800">
              <a:solidFill>
                <a:srgbClr val="A5B7C6"/>
              </a:solidFill>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789" name="Shape 18789"/>
        <p:cNvGrpSpPr/>
        <p:nvPr/>
      </p:nvGrpSpPr>
      <p:grpSpPr>
        <a:xfrm>
          <a:off x="0" y="0"/>
          <a:ext cx="0" cy="0"/>
          <a:chOff x="0" y="0"/>
          <a:chExt cx="0" cy="0"/>
        </a:xfrm>
      </p:grpSpPr>
      <p:sp>
        <p:nvSpPr>
          <p:cNvPr id="18790" name="Google Shape;18790;p87"/>
          <p:cNvSpPr/>
          <p:nvPr/>
        </p:nvSpPr>
        <p:spPr>
          <a:xfrm>
            <a:off x="3439355" y="2342975"/>
            <a:ext cx="1788300" cy="1788300"/>
          </a:xfrm>
          <a:prstGeom prst="arc">
            <a:avLst>
              <a:gd fmla="val 16200000" name="adj1"/>
              <a:gd fmla="val 5298411" name="adj2"/>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87"/>
          <p:cNvSpPr/>
          <p:nvPr/>
        </p:nvSpPr>
        <p:spPr>
          <a:xfrm>
            <a:off x="6549404" y="2094025"/>
            <a:ext cx="1542300" cy="702000"/>
          </a:xfrm>
          <a:prstGeom prst="roundRect">
            <a:avLst>
              <a:gd fmla="val 16667" name="adj"/>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87"/>
          <p:cNvSpPr/>
          <p:nvPr/>
        </p:nvSpPr>
        <p:spPr>
          <a:xfrm>
            <a:off x="1048350" y="4349971"/>
            <a:ext cx="1655700" cy="73800"/>
          </a:xfrm>
          <a:prstGeom prst="rect">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87"/>
          <p:cNvSpPr txBox="1"/>
          <p:nvPr>
            <p:ph idx="4294967295" type="title"/>
          </p:nvPr>
        </p:nvSpPr>
        <p:spPr>
          <a:xfrm>
            <a:off x="104835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a:p>
            <a:pPr indent="0" lvl="0" marL="0" rtl="0" algn="ctr">
              <a:spcBef>
                <a:spcPts val="0"/>
              </a:spcBef>
              <a:spcAft>
                <a:spcPts val="0"/>
              </a:spcAft>
              <a:buClr>
                <a:srgbClr val="000000"/>
              </a:buClr>
              <a:buSzPts val="1100"/>
              <a:buFont typeface="Arial"/>
              <a:buNone/>
            </a:pPr>
            <a:r>
              <a:t/>
            </a:r>
            <a:endParaRPr>
              <a:latin typeface="Arial"/>
              <a:ea typeface="Arial"/>
              <a:cs typeface="Arial"/>
              <a:sym typeface="Arial"/>
            </a:endParaRPr>
          </a:p>
        </p:txBody>
      </p:sp>
      <p:grpSp>
        <p:nvGrpSpPr>
          <p:cNvPr id="18794" name="Google Shape;18794;p87"/>
          <p:cNvGrpSpPr/>
          <p:nvPr/>
        </p:nvGrpSpPr>
        <p:grpSpPr>
          <a:xfrm>
            <a:off x="1494592" y="1933354"/>
            <a:ext cx="763219" cy="763219"/>
            <a:chOff x="4049800" y="640400"/>
            <a:chExt cx="858900" cy="858900"/>
          </a:xfrm>
        </p:grpSpPr>
        <p:sp>
          <p:nvSpPr>
            <p:cNvPr id="18795" name="Google Shape;18795;p87"/>
            <p:cNvSpPr/>
            <p:nvPr/>
          </p:nvSpPr>
          <p:spPr>
            <a:xfrm>
              <a:off x="4049800" y="640400"/>
              <a:ext cx="858900" cy="858900"/>
            </a:xfrm>
            <a:prstGeom prst="donut">
              <a:avLst>
                <a:gd fmla="val 11951"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87"/>
            <p:cNvSpPr/>
            <p:nvPr/>
          </p:nvSpPr>
          <p:spPr>
            <a:xfrm>
              <a:off x="4049800" y="640400"/>
              <a:ext cx="858900" cy="858900"/>
            </a:xfrm>
            <a:prstGeom prst="blockArc">
              <a:avLst>
                <a:gd fmla="val 7914150" name="adj1"/>
                <a:gd fmla="val 1926007" name="adj2"/>
                <a:gd fmla="val 12032" name="adj3"/>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97" name="Google Shape;18797;p87"/>
          <p:cNvSpPr/>
          <p:nvPr/>
        </p:nvSpPr>
        <p:spPr>
          <a:xfrm>
            <a:off x="1210102" y="2917440"/>
            <a:ext cx="1332000" cy="1131600"/>
          </a:xfrm>
          <a:prstGeom prst="roundRect">
            <a:avLst>
              <a:gd fmla="val 16667"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87"/>
          <p:cNvSpPr/>
          <p:nvPr/>
        </p:nvSpPr>
        <p:spPr>
          <a:xfrm>
            <a:off x="1759085" y="4269767"/>
            <a:ext cx="234300" cy="234300"/>
          </a:xfrm>
          <a:prstGeom prst="ellipse">
            <a:avLst/>
          </a:prstGeom>
          <a:solidFill>
            <a:srgbClr val="0E2A47"/>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799" name="Google Shape;18799;p87"/>
          <p:cNvCxnSpPr>
            <a:stCxn id="18795" idx="4"/>
            <a:endCxn id="18797" idx="0"/>
          </p:cNvCxnSpPr>
          <p:nvPr/>
        </p:nvCxnSpPr>
        <p:spPr>
          <a:xfrm>
            <a:off x="1876201" y="2696573"/>
            <a:ext cx="0" cy="220800"/>
          </a:xfrm>
          <a:prstGeom prst="straightConnector1">
            <a:avLst/>
          </a:prstGeom>
          <a:noFill/>
          <a:ln cap="flat" cmpd="sng" w="9525">
            <a:solidFill>
              <a:srgbClr val="D7DFE5"/>
            </a:solidFill>
            <a:prstDash val="solid"/>
            <a:round/>
            <a:headEnd len="med" w="med" type="none"/>
            <a:tailEnd len="med" w="med" type="none"/>
          </a:ln>
        </p:spPr>
      </p:cxnSp>
      <p:cxnSp>
        <p:nvCxnSpPr>
          <p:cNvPr id="18800" name="Google Shape;18800;p87"/>
          <p:cNvCxnSpPr/>
          <p:nvPr/>
        </p:nvCxnSpPr>
        <p:spPr>
          <a:xfrm>
            <a:off x="1876179" y="4048889"/>
            <a:ext cx="0" cy="220800"/>
          </a:xfrm>
          <a:prstGeom prst="straightConnector1">
            <a:avLst/>
          </a:prstGeom>
          <a:noFill/>
          <a:ln cap="flat" cmpd="sng" w="9525">
            <a:solidFill>
              <a:srgbClr val="D7DFE5"/>
            </a:solidFill>
            <a:prstDash val="solid"/>
            <a:round/>
            <a:headEnd len="med" w="med" type="none"/>
            <a:tailEnd len="med" w="med" type="none"/>
          </a:ln>
        </p:spPr>
      </p:cxnSp>
      <p:sp>
        <p:nvSpPr>
          <p:cNvPr id="18801" name="Google Shape;18801;p87"/>
          <p:cNvSpPr txBox="1"/>
          <p:nvPr/>
        </p:nvSpPr>
        <p:spPr>
          <a:xfrm>
            <a:off x="1297398" y="3465509"/>
            <a:ext cx="1157700" cy="45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cxnSp>
        <p:nvCxnSpPr>
          <p:cNvPr id="18802" name="Google Shape;18802;p87"/>
          <p:cNvCxnSpPr/>
          <p:nvPr/>
        </p:nvCxnSpPr>
        <p:spPr>
          <a:xfrm>
            <a:off x="1621737" y="3334746"/>
            <a:ext cx="508800" cy="0"/>
          </a:xfrm>
          <a:prstGeom prst="straightConnector1">
            <a:avLst/>
          </a:prstGeom>
          <a:noFill/>
          <a:ln cap="flat" cmpd="sng" w="19050">
            <a:solidFill>
              <a:srgbClr val="A5B7C6"/>
            </a:solidFill>
            <a:prstDash val="solid"/>
            <a:round/>
            <a:headEnd len="med" w="med" type="none"/>
            <a:tailEnd len="med" w="med" type="none"/>
          </a:ln>
        </p:spPr>
      </p:cxnSp>
      <p:sp>
        <p:nvSpPr>
          <p:cNvPr id="18803" name="Google Shape;18803;p87"/>
          <p:cNvSpPr txBox="1"/>
          <p:nvPr/>
        </p:nvSpPr>
        <p:spPr>
          <a:xfrm>
            <a:off x="1454136" y="3081041"/>
            <a:ext cx="844200" cy="2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800">
                <a:solidFill>
                  <a:srgbClr val="A5B7C6"/>
                </a:solidFill>
              </a:rPr>
              <a:t>TITLE 1</a:t>
            </a:r>
            <a:endParaRPr b="1" sz="800">
              <a:solidFill>
                <a:srgbClr val="A5B7C6"/>
              </a:solidFill>
            </a:endParaRPr>
          </a:p>
        </p:txBody>
      </p:sp>
      <p:sp>
        <p:nvSpPr>
          <p:cNvPr id="18804" name="Google Shape;18804;p87"/>
          <p:cNvSpPr txBox="1"/>
          <p:nvPr/>
        </p:nvSpPr>
        <p:spPr>
          <a:xfrm>
            <a:off x="1585964" y="2132282"/>
            <a:ext cx="580500" cy="36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solidFill>
                  <a:srgbClr val="A5B7C6"/>
                </a:solidFill>
              </a:rPr>
              <a:t>75%</a:t>
            </a:r>
            <a:endParaRPr b="1" sz="1300">
              <a:solidFill>
                <a:srgbClr val="A5B7C6"/>
              </a:solidFill>
            </a:endParaRPr>
          </a:p>
        </p:txBody>
      </p:sp>
      <p:grpSp>
        <p:nvGrpSpPr>
          <p:cNvPr id="18805" name="Google Shape;18805;p87"/>
          <p:cNvGrpSpPr/>
          <p:nvPr/>
        </p:nvGrpSpPr>
        <p:grpSpPr>
          <a:xfrm>
            <a:off x="3576485" y="2515941"/>
            <a:ext cx="1443832" cy="1443832"/>
            <a:chOff x="5681300" y="2527788"/>
            <a:chExt cx="805800" cy="805800"/>
          </a:xfrm>
        </p:grpSpPr>
        <p:sp>
          <p:nvSpPr>
            <p:cNvPr id="18806" name="Google Shape;18806;p87"/>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8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8" name="Google Shape;18808;p87"/>
          <p:cNvGrpSpPr/>
          <p:nvPr/>
        </p:nvGrpSpPr>
        <p:grpSpPr>
          <a:xfrm>
            <a:off x="6240886" y="2131713"/>
            <a:ext cx="626590" cy="626590"/>
            <a:chOff x="5681300" y="2527788"/>
            <a:chExt cx="805800" cy="805800"/>
          </a:xfrm>
        </p:grpSpPr>
        <p:sp>
          <p:nvSpPr>
            <p:cNvPr id="18809" name="Google Shape;18809;p87"/>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87"/>
            <p:cNvSpPr/>
            <p:nvPr/>
          </p:nvSpPr>
          <p:spPr>
            <a:xfrm>
              <a:off x="5681300" y="2527788"/>
              <a:ext cx="805800" cy="805800"/>
            </a:xfrm>
            <a:prstGeom prst="pie">
              <a:avLst>
                <a:gd fmla="val 12271918" name="adj1"/>
                <a:gd fmla="val 16200000" name="adj2"/>
              </a:avLst>
            </a:pr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11" name="Google Shape;18811;p87"/>
          <p:cNvSpPr txBox="1"/>
          <p:nvPr/>
        </p:nvSpPr>
        <p:spPr>
          <a:xfrm>
            <a:off x="6993115" y="2224071"/>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8812" name="Google Shape;18812;p87"/>
          <p:cNvSpPr/>
          <p:nvPr/>
        </p:nvSpPr>
        <p:spPr>
          <a:xfrm>
            <a:off x="6549404" y="2886125"/>
            <a:ext cx="1542300" cy="702000"/>
          </a:xfrm>
          <a:prstGeom prst="roundRect">
            <a:avLst>
              <a:gd fmla="val 16667" name="adj"/>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13" name="Google Shape;18813;p87"/>
          <p:cNvGrpSpPr/>
          <p:nvPr/>
        </p:nvGrpSpPr>
        <p:grpSpPr>
          <a:xfrm>
            <a:off x="6240886" y="2923813"/>
            <a:ext cx="626590" cy="626590"/>
            <a:chOff x="5681300" y="2527788"/>
            <a:chExt cx="805800" cy="805800"/>
          </a:xfrm>
        </p:grpSpPr>
        <p:sp>
          <p:nvSpPr>
            <p:cNvPr id="18814" name="Google Shape;18814;p87"/>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87"/>
            <p:cNvSpPr/>
            <p:nvPr/>
          </p:nvSpPr>
          <p:spPr>
            <a:xfrm>
              <a:off x="5681300" y="2527788"/>
              <a:ext cx="805800" cy="805800"/>
            </a:xfrm>
            <a:prstGeom prst="pie">
              <a:avLst>
                <a:gd fmla="val 9253407" name="adj1"/>
                <a:gd fmla="val 16200000" name="adj2"/>
              </a:avLst>
            </a:pr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16" name="Google Shape;18816;p87"/>
          <p:cNvSpPr txBox="1"/>
          <p:nvPr/>
        </p:nvSpPr>
        <p:spPr>
          <a:xfrm>
            <a:off x="6993115" y="3016171"/>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8817" name="Google Shape;18817;p87"/>
          <p:cNvSpPr/>
          <p:nvPr/>
        </p:nvSpPr>
        <p:spPr>
          <a:xfrm>
            <a:off x="6549404" y="3678225"/>
            <a:ext cx="1542300" cy="702000"/>
          </a:xfrm>
          <a:prstGeom prst="roundRect">
            <a:avLst>
              <a:gd fmla="val 16667" name="adj"/>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18" name="Google Shape;18818;p87"/>
          <p:cNvGrpSpPr/>
          <p:nvPr/>
        </p:nvGrpSpPr>
        <p:grpSpPr>
          <a:xfrm>
            <a:off x="6240886" y="3715913"/>
            <a:ext cx="626590" cy="626590"/>
            <a:chOff x="5681300" y="2527788"/>
            <a:chExt cx="805800" cy="805800"/>
          </a:xfrm>
        </p:grpSpPr>
        <p:sp>
          <p:nvSpPr>
            <p:cNvPr id="18819" name="Google Shape;18819;p87"/>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87"/>
            <p:cNvSpPr/>
            <p:nvPr/>
          </p:nvSpPr>
          <p:spPr>
            <a:xfrm>
              <a:off x="5681300" y="2527788"/>
              <a:ext cx="805800" cy="805800"/>
            </a:xfrm>
            <a:prstGeom prst="pie">
              <a:avLst>
                <a:gd fmla="val 5544305"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21" name="Google Shape;18821;p87"/>
          <p:cNvSpPr txBox="1"/>
          <p:nvPr/>
        </p:nvSpPr>
        <p:spPr>
          <a:xfrm>
            <a:off x="6993115" y="3808271"/>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8822" name="Google Shape;18822;p87"/>
          <p:cNvSpPr/>
          <p:nvPr/>
        </p:nvSpPr>
        <p:spPr>
          <a:xfrm>
            <a:off x="4229854" y="2277550"/>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87"/>
          <p:cNvSpPr/>
          <p:nvPr/>
        </p:nvSpPr>
        <p:spPr>
          <a:xfrm>
            <a:off x="4229854" y="4061075"/>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87"/>
          <p:cNvSpPr/>
          <p:nvPr/>
        </p:nvSpPr>
        <p:spPr>
          <a:xfrm>
            <a:off x="5157904" y="3169313"/>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825" name="Google Shape;18825;p87"/>
          <p:cNvCxnSpPr>
            <a:stCxn id="18824" idx="6"/>
            <a:endCxn id="18810" idx="2"/>
          </p:cNvCxnSpPr>
          <p:nvPr/>
        </p:nvCxnSpPr>
        <p:spPr>
          <a:xfrm flipH="1" rot="10800000">
            <a:off x="5295004" y="2444962"/>
            <a:ext cx="945900" cy="792900"/>
          </a:xfrm>
          <a:prstGeom prst="bentConnector3">
            <a:avLst>
              <a:gd fmla="val 51494" name="adj1"/>
            </a:avLst>
          </a:prstGeom>
          <a:noFill/>
          <a:ln cap="flat" cmpd="sng" w="19050">
            <a:solidFill>
              <a:srgbClr val="A5B7C6"/>
            </a:solidFill>
            <a:prstDash val="solid"/>
            <a:round/>
            <a:headEnd len="med" w="med" type="none"/>
            <a:tailEnd len="med" w="med" type="none"/>
          </a:ln>
        </p:spPr>
      </p:cxnSp>
      <p:cxnSp>
        <p:nvCxnSpPr>
          <p:cNvPr id="18826" name="Google Shape;18826;p87"/>
          <p:cNvCxnSpPr>
            <a:stCxn id="18824" idx="6"/>
            <a:endCxn id="18820" idx="2"/>
          </p:cNvCxnSpPr>
          <p:nvPr/>
        </p:nvCxnSpPr>
        <p:spPr>
          <a:xfrm>
            <a:off x="5295004" y="3237862"/>
            <a:ext cx="945900" cy="791400"/>
          </a:xfrm>
          <a:prstGeom prst="bentConnector3">
            <a:avLst>
              <a:gd fmla="val 49999" name="adj1"/>
            </a:avLst>
          </a:prstGeom>
          <a:noFill/>
          <a:ln cap="flat" cmpd="sng" w="19050">
            <a:solidFill>
              <a:srgbClr val="A5B7C6"/>
            </a:solidFill>
            <a:prstDash val="solid"/>
            <a:round/>
            <a:headEnd len="med" w="med" type="none"/>
            <a:tailEnd len="med" w="med" type="none"/>
          </a:ln>
        </p:spPr>
      </p:cxnSp>
      <p:cxnSp>
        <p:nvCxnSpPr>
          <p:cNvPr id="18827" name="Google Shape;18827;p87"/>
          <p:cNvCxnSpPr>
            <a:stCxn id="18824" idx="6"/>
            <a:endCxn id="18815" idx="2"/>
          </p:cNvCxnSpPr>
          <p:nvPr/>
        </p:nvCxnSpPr>
        <p:spPr>
          <a:xfrm flipH="1" rot="10800000">
            <a:off x="5295004" y="3236962"/>
            <a:ext cx="945900" cy="900"/>
          </a:xfrm>
          <a:prstGeom prst="bentConnector3">
            <a:avLst>
              <a:gd fmla="val 49999" name="adj1"/>
            </a:avLst>
          </a:prstGeom>
          <a:noFill/>
          <a:ln cap="flat" cmpd="sng" w="19050">
            <a:solidFill>
              <a:srgbClr val="A5B7C6"/>
            </a:solidFill>
            <a:prstDash val="solid"/>
            <a:round/>
            <a:headEnd len="med" w="med" type="none"/>
            <a:tailEnd len="med" w="med" type="none"/>
          </a:ln>
        </p:spPr>
      </p:cxnSp>
      <p:sp>
        <p:nvSpPr>
          <p:cNvPr id="18828" name="Google Shape;18828;p87"/>
          <p:cNvSpPr txBox="1"/>
          <p:nvPr/>
        </p:nvSpPr>
        <p:spPr>
          <a:xfrm>
            <a:off x="3800713" y="2924518"/>
            <a:ext cx="995400" cy="62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213B55"/>
                </a:solidFill>
              </a:rPr>
              <a:t>75%</a:t>
            </a:r>
            <a:endParaRPr b="1" sz="3000">
              <a:solidFill>
                <a:srgbClr val="213B55"/>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832" name="Shape 18832"/>
        <p:cNvGrpSpPr/>
        <p:nvPr/>
      </p:nvGrpSpPr>
      <p:grpSpPr>
        <a:xfrm>
          <a:off x="0" y="0"/>
          <a:ext cx="0" cy="0"/>
          <a:chOff x="0" y="0"/>
          <a:chExt cx="0" cy="0"/>
        </a:xfrm>
      </p:grpSpPr>
      <p:sp>
        <p:nvSpPr>
          <p:cNvPr id="18833" name="Google Shape;18833;p88"/>
          <p:cNvSpPr txBox="1"/>
          <p:nvPr>
            <p:ph idx="4294967295" type="title"/>
          </p:nvPr>
        </p:nvSpPr>
        <p:spPr>
          <a:xfrm>
            <a:off x="104835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sp>
        <p:nvSpPr>
          <p:cNvPr id="18834" name="Google Shape;18834;p88"/>
          <p:cNvSpPr/>
          <p:nvPr/>
        </p:nvSpPr>
        <p:spPr>
          <a:xfrm>
            <a:off x="1042813" y="1924366"/>
            <a:ext cx="362447" cy="354614"/>
          </a:xfrm>
          <a:custGeom>
            <a:rect b="b" l="l" r="r" t="t"/>
            <a:pathLst>
              <a:path extrusionOk="0" h="11861" w="12123">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35" name="Google Shape;18835;p88"/>
          <p:cNvGrpSpPr/>
          <p:nvPr/>
        </p:nvGrpSpPr>
        <p:grpSpPr>
          <a:xfrm>
            <a:off x="2541658" y="1924331"/>
            <a:ext cx="356737" cy="353239"/>
            <a:chOff x="3192838" y="1931233"/>
            <a:chExt cx="298300" cy="295375"/>
          </a:xfrm>
        </p:grpSpPr>
        <p:sp>
          <p:nvSpPr>
            <p:cNvPr id="18836" name="Google Shape;18836;p88"/>
            <p:cNvSpPr/>
            <p:nvPr/>
          </p:nvSpPr>
          <p:spPr>
            <a:xfrm>
              <a:off x="3192838" y="1931233"/>
              <a:ext cx="91700" cy="295375"/>
            </a:xfrm>
            <a:custGeom>
              <a:rect b="b" l="l" r="r" t="t"/>
              <a:pathLst>
                <a:path extrusionOk="0" h="11815" w="3668">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88"/>
            <p:cNvSpPr/>
            <p:nvPr/>
          </p:nvSpPr>
          <p:spPr>
            <a:xfrm>
              <a:off x="3222013" y="1955483"/>
              <a:ext cx="32175" cy="37850"/>
            </a:xfrm>
            <a:custGeom>
              <a:rect b="b" l="l" r="r" t="t"/>
              <a:pathLst>
                <a:path extrusionOk="0" h="1514" w="1287">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88"/>
            <p:cNvSpPr/>
            <p:nvPr/>
          </p:nvSpPr>
          <p:spPr>
            <a:xfrm>
              <a:off x="3212488" y="2073583"/>
              <a:ext cx="53000" cy="8950"/>
            </a:xfrm>
            <a:custGeom>
              <a:rect b="b" l="l" r="r" t="t"/>
              <a:pathLst>
                <a:path extrusionOk="0" h="358" w="212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88"/>
            <p:cNvSpPr/>
            <p:nvPr/>
          </p:nvSpPr>
          <p:spPr>
            <a:xfrm>
              <a:off x="3212488" y="2093233"/>
              <a:ext cx="53000" cy="8950"/>
            </a:xfrm>
            <a:custGeom>
              <a:rect b="b" l="l" r="r" t="t"/>
              <a:pathLst>
                <a:path extrusionOk="0" h="358" w="212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88"/>
            <p:cNvSpPr/>
            <p:nvPr/>
          </p:nvSpPr>
          <p:spPr>
            <a:xfrm>
              <a:off x="3212488" y="2113458"/>
              <a:ext cx="53000" cy="8975"/>
            </a:xfrm>
            <a:custGeom>
              <a:rect b="b" l="l" r="r" t="t"/>
              <a:pathLst>
                <a:path extrusionOk="0" h="359" w="212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88"/>
            <p:cNvSpPr/>
            <p:nvPr/>
          </p:nvSpPr>
          <p:spPr>
            <a:xfrm>
              <a:off x="3212488" y="2133708"/>
              <a:ext cx="53000" cy="8950"/>
            </a:xfrm>
            <a:custGeom>
              <a:rect b="b" l="l" r="r" t="t"/>
              <a:pathLst>
                <a:path extrusionOk="0" h="358" w="212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88"/>
            <p:cNvSpPr/>
            <p:nvPr/>
          </p:nvSpPr>
          <p:spPr>
            <a:xfrm>
              <a:off x="3212488" y="2152758"/>
              <a:ext cx="53000" cy="8950"/>
            </a:xfrm>
            <a:custGeom>
              <a:rect b="b" l="l" r="r" t="t"/>
              <a:pathLst>
                <a:path extrusionOk="0" h="358" w="212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88"/>
            <p:cNvSpPr/>
            <p:nvPr/>
          </p:nvSpPr>
          <p:spPr>
            <a:xfrm>
              <a:off x="3212488" y="2173008"/>
              <a:ext cx="26825" cy="8950"/>
            </a:xfrm>
            <a:custGeom>
              <a:rect b="b" l="l" r="r" t="t"/>
              <a:pathLst>
                <a:path extrusionOk="0" h="358" w="1073">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88"/>
            <p:cNvSpPr/>
            <p:nvPr/>
          </p:nvSpPr>
          <p:spPr>
            <a:xfrm>
              <a:off x="3400013" y="1931233"/>
              <a:ext cx="91125" cy="295375"/>
            </a:xfrm>
            <a:custGeom>
              <a:rect b="b" l="l" r="r" t="t"/>
              <a:pathLst>
                <a:path extrusionOk="0" h="11815" w="3645">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88"/>
            <p:cNvSpPr/>
            <p:nvPr/>
          </p:nvSpPr>
          <p:spPr>
            <a:xfrm>
              <a:off x="3429788" y="1955108"/>
              <a:ext cx="32775" cy="36925"/>
            </a:xfrm>
            <a:custGeom>
              <a:rect b="b" l="l" r="r" t="t"/>
              <a:pathLst>
                <a:path extrusionOk="0" h="1477" w="1311">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88"/>
            <p:cNvSpPr/>
            <p:nvPr/>
          </p:nvSpPr>
          <p:spPr>
            <a:xfrm>
              <a:off x="3419663" y="2074183"/>
              <a:ext cx="52425" cy="8950"/>
            </a:xfrm>
            <a:custGeom>
              <a:rect b="b" l="l" r="r" t="t"/>
              <a:pathLst>
                <a:path extrusionOk="0" h="358" w="2097">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88"/>
            <p:cNvSpPr/>
            <p:nvPr/>
          </p:nvSpPr>
          <p:spPr>
            <a:xfrm>
              <a:off x="3419663" y="2093233"/>
              <a:ext cx="52425" cy="8950"/>
            </a:xfrm>
            <a:custGeom>
              <a:rect b="b" l="l" r="r" t="t"/>
              <a:pathLst>
                <a:path extrusionOk="0" h="358" w="2097">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88"/>
            <p:cNvSpPr/>
            <p:nvPr/>
          </p:nvSpPr>
          <p:spPr>
            <a:xfrm>
              <a:off x="3419663" y="2113458"/>
              <a:ext cx="52425" cy="8975"/>
            </a:xfrm>
            <a:custGeom>
              <a:rect b="b" l="l" r="r" t="t"/>
              <a:pathLst>
                <a:path extrusionOk="0" h="359" w="2097">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88"/>
            <p:cNvSpPr/>
            <p:nvPr/>
          </p:nvSpPr>
          <p:spPr>
            <a:xfrm>
              <a:off x="3419663" y="2133708"/>
              <a:ext cx="52425" cy="8950"/>
            </a:xfrm>
            <a:custGeom>
              <a:rect b="b" l="l" r="r" t="t"/>
              <a:pathLst>
                <a:path extrusionOk="0" h="358" w="2097">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88"/>
            <p:cNvSpPr/>
            <p:nvPr/>
          </p:nvSpPr>
          <p:spPr>
            <a:xfrm>
              <a:off x="3419663" y="2152758"/>
              <a:ext cx="52425" cy="8950"/>
            </a:xfrm>
            <a:custGeom>
              <a:rect b="b" l="l" r="r" t="t"/>
              <a:pathLst>
                <a:path extrusionOk="0" h="358" w="2097">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88"/>
            <p:cNvSpPr/>
            <p:nvPr/>
          </p:nvSpPr>
          <p:spPr>
            <a:xfrm>
              <a:off x="3419663" y="2173008"/>
              <a:ext cx="26825" cy="8950"/>
            </a:xfrm>
            <a:custGeom>
              <a:rect b="b" l="l" r="r" t="t"/>
              <a:pathLst>
                <a:path extrusionOk="0" h="358" w="1073">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88"/>
            <p:cNvSpPr/>
            <p:nvPr/>
          </p:nvSpPr>
          <p:spPr>
            <a:xfrm>
              <a:off x="3329188" y="2163483"/>
              <a:ext cx="26200" cy="36925"/>
            </a:xfrm>
            <a:custGeom>
              <a:rect b="b" l="l" r="r" t="t"/>
              <a:pathLst>
                <a:path extrusionOk="0" h="1477" w="1048">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88"/>
            <p:cNvSpPr/>
            <p:nvPr/>
          </p:nvSpPr>
          <p:spPr>
            <a:xfrm>
              <a:off x="3297613" y="1931283"/>
              <a:ext cx="90525" cy="295325"/>
            </a:xfrm>
            <a:custGeom>
              <a:rect b="b" l="l" r="r" t="t"/>
              <a:pathLst>
                <a:path extrusionOk="0" h="11813" w="3621">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88"/>
            <p:cNvSpPr/>
            <p:nvPr/>
          </p:nvSpPr>
          <p:spPr>
            <a:xfrm>
              <a:off x="3316088" y="1975933"/>
              <a:ext cx="53000" cy="8950"/>
            </a:xfrm>
            <a:custGeom>
              <a:rect b="b" l="l" r="r" t="t"/>
              <a:pathLst>
                <a:path extrusionOk="0" h="358" w="212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88"/>
            <p:cNvSpPr/>
            <p:nvPr/>
          </p:nvSpPr>
          <p:spPr>
            <a:xfrm>
              <a:off x="3316088" y="1996183"/>
              <a:ext cx="53000" cy="8950"/>
            </a:xfrm>
            <a:custGeom>
              <a:rect b="b" l="l" r="r" t="t"/>
              <a:pathLst>
                <a:path extrusionOk="0" h="358" w="212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88"/>
            <p:cNvSpPr/>
            <p:nvPr/>
          </p:nvSpPr>
          <p:spPr>
            <a:xfrm>
              <a:off x="3316088" y="2015833"/>
              <a:ext cx="53000" cy="8950"/>
            </a:xfrm>
            <a:custGeom>
              <a:rect b="b" l="l" r="r" t="t"/>
              <a:pathLst>
                <a:path extrusionOk="0" h="358" w="212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88"/>
            <p:cNvSpPr/>
            <p:nvPr/>
          </p:nvSpPr>
          <p:spPr>
            <a:xfrm>
              <a:off x="3316088" y="2035483"/>
              <a:ext cx="53000" cy="8950"/>
            </a:xfrm>
            <a:custGeom>
              <a:rect b="b" l="l" r="r" t="t"/>
              <a:pathLst>
                <a:path extrusionOk="0" h="358" w="212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88"/>
            <p:cNvSpPr/>
            <p:nvPr/>
          </p:nvSpPr>
          <p:spPr>
            <a:xfrm>
              <a:off x="3316088" y="2055708"/>
              <a:ext cx="53000" cy="8975"/>
            </a:xfrm>
            <a:custGeom>
              <a:rect b="b" l="l" r="r" t="t"/>
              <a:pathLst>
                <a:path extrusionOk="0" h="359" w="212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88"/>
            <p:cNvSpPr/>
            <p:nvPr/>
          </p:nvSpPr>
          <p:spPr>
            <a:xfrm>
              <a:off x="3316088" y="2075358"/>
              <a:ext cx="26800" cy="8950"/>
            </a:xfrm>
            <a:custGeom>
              <a:rect b="b" l="l" r="r" t="t"/>
              <a:pathLst>
                <a:path extrusionOk="0" h="358" w="1072">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0" name="Google Shape;18860;p88"/>
          <p:cNvGrpSpPr/>
          <p:nvPr/>
        </p:nvGrpSpPr>
        <p:grpSpPr>
          <a:xfrm>
            <a:off x="3272903" y="1922986"/>
            <a:ext cx="342506" cy="355302"/>
            <a:chOff x="3676863" y="1930108"/>
            <a:chExt cx="286400" cy="297100"/>
          </a:xfrm>
        </p:grpSpPr>
        <p:sp>
          <p:nvSpPr>
            <p:cNvPr id="18861" name="Google Shape;18861;p88"/>
            <p:cNvSpPr/>
            <p:nvPr/>
          </p:nvSpPr>
          <p:spPr>
            <a:xfrm>
              <a:off x="3779863" y="1930108"/>
              <a:ext cx="79200" cy="79200"/>
            </a:xfrm>
            <a:custGeom>
              <a:rect b="b" l="l" r="r" t="t"/>
              <a:pathLst>
                <a:path extrusionOk="0" h="3168" w="3168">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88"/>
            <p:cNvSpPr/>
            <p:nvPr/>
          </p:nvSpPr>
          <p:spPr>
            <a:xfrm>
              <a:off x="3732838" y="2021183"/>
              <a:ext cx="175650" cy="92900"/>
            </a:xfrm>
            <a:custGeom>
              <a:rect b="b" l="l" r="r" t="t"/>
              <a:pathLst>
                <a:path extrusionOk="0" h="3716" w="7026">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88"/>
            <p:cNvSpPr/>
            <p:nvPr/>
          </p:nvSpPr>
          <p:spPr>
            <a:xfrm>
              <a:off x="3676863" y="2125383"/>
              <a:ext cx="286400" cy="101825"/>
            </a:xfrm>
            <a:custGeom>
              <a:rect b="b" l="l" r="r" t="t"/>
              <a:pathLst>
                <a:path extrusionOk="0" h="4073" w="11456">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4" name="Google Shape;18864;p88"/>
          <p:cNvGrpSpPr/>
          <p:nvPr/>
        </p:nvGrpSpPr>
        <p:grpSpPr>
          <a:xfrm>
            <a:off x="1797586" y="1922149"/>
            <a:ext cx="357455" cy="356139"/>
            <a:chOff x="2698088" y="1929408"/>
            <a:chExt cx="298900" cy="297800"/>
          </a:xfrm>
        </p:grpSpPr>
        <p:sp>
          <p:nvSpPr>
            <p:cNvPr id="18865" name="Google Shape;18865;p88"/>
            <p:cNvSpPr/>
            <p:nvPr/>
          </p:nvSpPr>
          <p:spPr>
            <a:xfrm>
              <a:off x="2735013" y="1931283"/>
              <a:ext cx="170300" cy="140675"/>
            </a:xfrm>
            <a:custGeom>
              <a:rect b="b" l="l" r="r" t="t"/>
              <a:pathLst>
                <a:path extrusionOk="0" h="5627" w="6812">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88"/>
            <p:cNvSpPr/>
            <p:nvPr/>
          </p:nvSpPr>
          <p:spPr>
            <a:xfrm>
              <a:off x="2698088" y="1929408"/>
              <a:ext cx="298900" cy="297800"/>
            </a:xfrm>
            <a:custGeom>
              <a:rect b="b" l="l" r="r" t="t"/>
              <a:pathLst>
                <a:path extrusionOk="0" h="11912" w="11956">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7" name="Google Shape;18867;p88"/>
          <p:cNvGrpSpPr/>
          <p:nvPr/>
        </p:nvGrpSpPr>
        <p:grpSpPr>
          <a:xfrm>
            <a:off x="4822994" y="1923674"/>
            <a:ext cx="288391" cy="354734"/>
            <a:chOff x="4718163" y="1930683"/>
            <a:chExt cx="241150" cy="296625"/>
          </a:xfrm>
        </p:grpSpPr>
        <p:sp>
          <p:nvSpPr>
            <p:cNvPr id="18868" name="Google Shape;18868;p88"/>
            <p:cNvSpPr/>
            <p:nvPr/>
          </p:nvSpPr>
          <p:spPr>
            <a:xfrm>
              <a:off x="4852713" y="2030708"/>
              <a:ext cx="106000" cy="196500"/>
            </a:xfrm>
            <a:custGeom>
              <a:rect b="b" l="l" r="r" t="t"/>
              <a:pathLst>
                <a:path extrusionOk="0" h="7860" w="424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88"/>
            <p:cNvSpPr/>
            <p:nvPr/>
          </p:nvSpPr>
          <p:spPr>
            <a:xfrm>
              <a:off x="4846763" y="1968708"/>
              <a:ext cx="31575" cy="45350"/>
            </a:xfrm>
            <a:custGeom>
              <a:rect b="b" l="l" r="r" t="t"/>
              <a:pathLst>
                <a:path extrusionOk="0" h="1814" w="1263">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88"/>
            <p:cNvSpPr/>
            <p:nvPr/>
          </p:nvSpPr>
          <p:spPr>
            <a:xfrm>
              <a:off x="4884263" y="1969958"/>
              <a:ext cx="28600" cy="47075"/>
            </a:xfrm>
            <a:custGeom>
              <a:rect b="b" l="l" r="r" t="t"/>
              <a:pathLst>
                <a:path extrusionOk="0" h="1883" w="1144">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88"/>
            <p:cNvSpPr/>
            <p:nvPr/>
          </p:nvSpPr>
          <p:spPr>
            <a:xfrm>
              <a:off x="4928913" y="1968908"/>
              <a:ext cx="24425" cy="46350"/>
            </a:xfrm>
            <a:custGeom>
              <a:rect b="b" l="l" r="r" t="t"/>
              <a:pathLst>
                <a:path extrusionOk="0" h="1854" w="977">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88"/>
            <p:cNvSpPr/>
            <p:nvPr/>
          </p:nvSpPr>
          <p:spPr>
            <a:xfrm>
              <a:off x="4923563" y="1972958"/>
              <a:ext cx="10150" cy="10150"/>
            </a:xfrm>
            <a:custGeom>
              <a:rect b="b" l="l" r="r" t="t"/>
              <a:pathLst>
                <a:path extrusionOk="0" h="406" w="406">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88"/>
            <p:cNvSpPr/>
            <p:nvPr/>
          </p:nvSpPr>
          <p:spPr>
            <a:xfrm>
              <a:off x="4948563" y="2001533"/>
              <a:ext cx="10750" cy="10750"/>
            </a:xfrm>
            <a:custGeom>
              <a:rect b="b" l="l" r="r" t="t"/>
              <a:pathLst>
                <a:path extrusionOk="0" h="430" w="43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88"/>
            <p:cNvSpPr/>
            <p:nvPr/>
          </p:nvSpPr>
          <p:spPr>
            <a:xfrm>
              <a:off x="4739588" y="1930683"/>
              <a:ext cx="57775" cy="57775"/>
            </a:xfrm>
            <a:custGeom>
              <a:rect b="b" l="l" r="r" t="t"/>
              <a:pathLst>
                <a:path extrusionOk="0" h="2311" w="2311">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88"/>
            <p:cNvSpPr/>
            <p:nvPr/>
          </p:nvSpPr>
          <p:spPr>
            <a:xfrm>
              <a:off x="4718163" y="1997383"/>
              <a:ext cx="106575" cy="229925"/>
            </a:xfrm>
            <a:custGeom>
              <a:rect b="b" l="l" r="r" t="t"/>
              <a:pathLst>
                <a:path extrusionOk="0" h="9197" w="4263">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6" name="Google Shape;18876;p88"/>
          <p:cNvGrpSpPr/>
          <p:nvPr/>
        </p:nvGrpSpPr>
        <p:grpSpPr>
          <a:xfrm>
            <a:off x="5516509" y="1922268"/>
            <a:ext cx="356019" cy="355302"/>
            <a:chOff x="5170638" y="1929508"/>
            <a:chExt cx="297700" cy="297100"/>
          </a:xfrm>
        </p:grpSpPr>
        <p:sp>
          <p:nvSpPr>
            <p:cNvPr id="18877" name="Google Shape;18877;p88"/>
            <p:cNvSpPr/>
            <p:nvPr/>
          </p:nvSpPr>
          <p:spPr>
            <a:xfrm>
              <a:off x="5170638" y="1929508"/>
              <a:ext cx="297700" cy="297100"/>
            </a:xfrm>
            <a:custGeom>
              <a:rect b="b" l="l" r="r" t="t"/>
              <a:pathLst>
                <a:path extrusionOk="0" h="11884" w="11908">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88"/>
            <p:cNvSpPr/>
            <p:nvPr/>
          </p:nvSpPr>
          <p:spPr>
            <a:xfrm>
              <a:off x="5333763" y="1994383"/>
              <a:ext cx="33950" cy="53025"/>
            </a:xfrm>
            <a:custGeom>
              <a:rect b="b" l="l" r="r" t="t"/>
              <a:pathLst>
                <a:path extrusionOk="0" h="2121" w="1358">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88"/>
            <p:cNvSpPr/>
            <p:nvPr/>
          </p:nvSpPr>
          <p:spPr>
            <a:xfrm>
              <a:off x="5369488" y="1993808"/>
              <a:ext cx="36325" cy="54800"/>
            </a:xfrm>
            <a:custGeom>
              <a:rect b="b" l="l" r="r" t="t"/>
              <a:pathLst>
                <a:path extrusionOk="0" h="2192" w="1453">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88"/>
            <p:cNvSpPr/>
            <p:nvPr/>
          </p:nvSpPr>
          <p:spPr>
            <a:xfrm>
              <a:off x="5421288" y="1991808"/>
              <a:ext cx="30975" cy="60950"/>
            </a:xfrm>
            <a:custGeom>
              <a:rect b="b" l="l" r="r" t="t"/>
              <a:pathLst>
                <a:path extrusionOk="0" h="2438" w="1239">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88"/>
            <p:cNvSpPr/>
            <p:nvPr/>
          </p:nvSpPr>
          <p:spPr>
            <a:xfrm>
              <a:off x="5412338" y="1994983"/>
              <a:ext cx="13125" cy="13725"/>
            </a:xfrm>
            <a:custGeom>
              <a:rect b="b" l="l" r="r" t="t"/>
              <a:pathLst>
                <a:path extrusionOk="0" h="549" w="525">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88"/>
            <p:cNvSpPr/>
            <p:nvPr/>
          </p:nvSpPr>
          <p:spPr>
            <a:xfrm>
              <a:off x="5447463" y="2036058"/>
              <a:ext cx="13125" cy="13125"/>
            </a:xfrm>
            <a:custGeom>
              <a:rect b="b" l="l" r="r" t="t"/>
              <a:pathLst>
                <a:path extrusionOk="0" h="525" w="525">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3" name="Google Shape;18883;p88"/>
          <p:cNvGrpSpPr/>
          <p:nvPr/>
        </p:nvGrpSpPr>
        <p:grpSpPr>
          <a:xfrm>
            <a:off x="6274094" y="1923674"/>
            <a:ext cx="356019" cy="353897"/>
            <a:chOff x="5676688" y="1930683"/>
            <a:chExt cx="297700" cy="295925"/>
          </a:xfrm>
        </p:grpSpPr>
        <p:sp>
          <p:nvSpPr>
            <p:cNvPr id="18884" name="Google Shape;18884;p88"/>
            <p:cNvSpPr/>
            <p:nvPr/>
          </p:nvSpPr>
          <p:spPr>
            <a:xfrm>
              <a:off x="5776113" y="2057508"/>
              <a:ext cx="86350" cy="8950"/>
            </a:xfrm>
            <a:custGeom>
              <a:rect b="b" l="l" r="r" t="t"/>
              <a:pathLst>
                <a:path extrusionOk="0" h="358" w="3454">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88"/>
            <p:cNvSpPr/>
            <p:nvPr/>
          </p:nvSpPr>
          <p:spPr>
            <a:xfrm>
              <a:off x="5776113" y="2080133"/>
              <a:ext cx="87550" cy="8950"/>
            </a:xfrm>
            <a:custGeom>
              <a:rect b="b" l="l" r="r" t="t"/>
              <a:pathLst>
                <a:path extrusionOk="0" h="358" w="3502">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88"/>
            <p:cNvSpPr/>
            <p:nvPr/>
          </p:nvSpPr>
          <p:spPr>
            <a:xfrm>
              <a:off x="5795763" y="2101558"/>
              <a:ext cx="48850" cy="8950"/>
            </a:xfrm>
            <a:custGeom>
              <a:rect b="b" l="l" r="r" t="t"/>
              <a:pathLst>
                <a:path extrusionOk="0" h="358" w="1954">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88"/>
            <p:cNvSpPr/>
            <p:nvPr/>
          </p:nvSpPr>
          <p:spPr>
            <a:xfrm>
              <a:off x="5676688" y="1930683"/>
              <a:ext cx="297700" cy="295925"/>
            </a:xfrm>
            <a:custGeom>
              <a:rect b="b" l="l" r="r" t="t"/>
              <a:pathLst>
                <a:path extrusionOk="0" h="11837" w="11908">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88" name="Google Shape;18888;p88"/>
          <p:cNvSpPr/>
          <p:nvPr/>
        </p:nvSpPr>
        <p:spPr>
          <a:xfrm>
            <a:off x="7034468" y="1925083"/>
            <a:ext cx="302622" cy="357455"/>
          </a:xfrm>
          <a:custGeom>
            <a:rect b="b" l="l" r="r" t="t"/>
            <a:pathLst>
              <a:path extrusionOk="0" h="11956" w="10122">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89" name="Google Shape;18889;p88"/>
          <p:cNvGrpSpPr/>
          <p:nvPr/>
        </p:nvGrpSpPr>
        <p:grpSpPr>
          <a:xfrm>
            <a:off x="7742296" y="1924391"/>
            <a:ext cx="354614" cy="355332"/>
            <a:chOff x="6649513" y="1931283"/>
            <a:chExt cx="296525" cy="297125"/>
          </a:xfrm>
        </p:grpSpPr>
        <p:sp>
          <p:nvSpPr>
            <p:cNvPr id="18890" name="Google Shape;18890;p88"/>
            <p:cNvSpPr/>
            <p:nvPr/>
          </p:nvSpPr>
          <p:spPr>
            <a:xfrm>
              <a:off x="6762638" y="1953308"/>
              <a:ext cx="69675" cy="8950"/>
            </a:xfrm>
            <a:custGeom>
              <a:rect b="b" l="l" r="r" t="t"/>
              <a:pathLst>
                <a:path extrusionOk="0" h="358" w="2787">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88"/>
            <p:cNvSpPr/>
            <p:nvPr/>
          </p:nvSpPr>
          <p:spPr>
            <a:xfrm>
              <a:off x="6777513" y="1972958"/>
              <a:ext cx="39325" cy="8950"/>
            </a:xfrm>
            <a:custGeom>
              <a:rect b="b" l="l" r="r" t="t"/>
              <a:pathLst>
                <a:path extrusionOk="0" h="358" w="1573">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88"/>
            <p:cNvSpPr/>
            <p:nvPr/>
          </p:nvSpPr>
          <p:spPr>
            <a:xfrm>
              <a:off x="6649513" y="1931283"/>
              <a:ext cx="296525" cy="297125"/>
            </a:xfrm>
            <a:custGeom>
              <a:rect b="b" l="l" r="r" t="t"/>
              <a:pathLst>
                <a:path extrusionOk="0" h="11885" w="11861">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3" name="Google Shape;18893;p88"/>
          <p:cNvGrpSpPr/>
          <p:nvPr/>
        </p:nvGrpSpPr>
        <p:grpSpPr>
          <a:xfrm>
            <a:off x="7740143" y="2448435"/>
            <a:ext cx="356767" cy="354584"/>
            <a:chOff x="6647713" y="2369483"/>
            <a:chExt cx="298325" cy="296500"/>
          </a:xfrm>
        </p:grpSpPr>
        <p:sp>
          <p:nvSpPr>
            <p:cNvPr id="18894" name="Google Shape;18894;p88"/>
            <p:cNvSpPr/>
            <p:nvPr/>
          </p:nvSpPr>
          <p:spPr>
            <a:xfrm>
              <a:off x="6648313" y="2370058"/>
              <a:ext cx="144700" cy="144100"/>
            </a:xfrm>
            <a:custGeom>
              <a:rect b="b" l="l" r="r" t="t"/>
              <a:pathLst>
                <a:path extrusionOk="0" h="5764" w="5788">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88"/>
            <p:cNvSpPr/>
            <p:nvPr/>
          </p:nvSpPr>
          <p:spPr>
            <a:xfrm>
              <a:off x="6647713" y="2521883"/>
              <a:ext cx="240550" cy="144100"/>
            </a:xfrm>
            <a:custGeom>
              <a:rect b="b" l="l" r="r" t="t"/>
              <a:pathLst>
                <a:path extrusionOk="0" h="5764" w="9622">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88"/>
            <p:cNvSpPr/>
            <p:nvPr/>
          </p:nvSpPr>
          <p:spPr>
            <a:xfrm>
              <a:off x="6801913" y="2369483"/>
              <a:ext cx="144125" cy="243525"/>
            </a:xfrm>
            <a:custGeom>
              <a:rect b="b" l="l" r="r" t="t"/>
              <a:pathLst>
                <a:path extrusionOk="0" h="9741" w="5765">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7" name="Google Shape;18897;p88"/>
          <p:cNvGrpSpPr/>
          <p:nvPr/>
        </p:nvGrpSpPr>
        <p:grpSpPr>
          <a:xfrm>
            <a:off x="7007492" y="2448435"/>
            <a:ext cx="355302" cy="354584"/>
            <a:chOff x="6162513" y="2369483"/>
            <a:chExt cx="297100" cy="296500"/>
          </a:xfrm>
        </p:grpSpPr>
        <p:sp>
          <p:nvSpPr>
            <p:cNvPr id="18898" name="Google Shape;18898;p88"/>
            <p:cNvSpPr/>
            <p:nvPr/>
          </p:nvSpPr>
          <p:spPr>
            <a:xfrm>
              <a:off x="6197638" y="2404608"/>
              <a:ext cx="87525" cy="87525"/>
            </a:xfrm>
            <a:custGeom>
              <a:rect b="b" l="l" r="r" t="t"/>
              <a:pathLst>
                <a:path extrusionOk="0" h="3501" w="3501">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88"/>
            <p:cNvSpPr/>
            <p:nvPr/>
          </p:nvSpPr>
          <p:spPr>
            <a:xfrm>
              <a:off x="6162513" y="2369483"/>
              <a:ext cx="158375" cy="157775"/>
            </a:xfrm>
            <a:custGeom>
              <a:rect b="b" l="l" r="r" t="t"/>
              <a:pathLst>
                <a:path extrusionOk="0" h="6311" w="6335">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88"/>
            <p:cNvSpPr/>
            <p:nvPr/>
          </p:nvSpPr>
          <p:spPr>
            <a:xfrm>
              <a:off x="6232763" y="2427808"/>
              <a:ext cx="16100" cy="41700"/>
            </a:xfrm>
            <a:custGeom>
              <a:rect b="b" l="l" r="r" t="t"/>
              <a:pathLst>
                <a:path extrusionOk="0" h="1668" w="644">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88"/>
            <p:cNvSpPr/>
            <p:nvPr/>
          </p:nvSpPr>
          <p:spPr>
            <a:xfrm>
              <a:off x="6319088" y="2526658"/>
              <a:ext cx="100050" cy="99425"/>
            </a:xfrm>
            <a:custGeom>
              <a:rect b="b" l="l" r="r" t="t"/>
              <a:pathLst>
                <a:path extrusionOk="0" h="3977" w="4002">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88"/>
            <p:cNvSpPr/>
            <p:nvPr/>
          </p:nvSpPr>
          <p:spPr>
            <a:xfrm>
              <a:off x="6278588" y="2486158"/>
              <a:ext cx="181025" cy="179825"/>
            </a:xfrm>
            <a:custGeom>
              <a:rect b="b" l="l" r="r" t="t"/>
              <a:pathLst>
                <a:path extrusionOk="0" h="7193" w="7241">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88"/>
            <p:cNvSpPr/>
            <p:nvPr/>
          </p:nvSpPr>
          <p:spPr>
            <a:xfrm>
              <a:off x="6355988" y="2553433"/>
              <a:ext cx="26825" cy="42900"/>
            </a:xfrm>
            <a:custGeom>
              <a:rect b="b" l="l" r="r" t="t"/>
              <a:pathLst>
                <a:path extrusionOk="0" h="1716" w="1073">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4" name="Google Shape;18904;p88"/>
          <p:cNvGrpSpPr/>
          <p:nvPr/>
        </p:nvGrpSpPr>
        <p:grpSpPr>
          <a:xfrm>
            <a:off x="6273377" y="2449122"/>
            <a:ext cx="356019" cy="354614"/>
            <a:chOff x="5676088" y="2370058"/>
            <a:chExt cx="297700" cy="296525"/>
          </a:xfrm>
        </p:grpSpPr>
        <p:sp>
          <p:nvSpPr>
            <p:cNvPr id="18905" name="Google Shape;18905;p88"/>
            <p:cNvSpPr/>
            <p:nvPr/>
          </p:nvSpPr>
          <p:spPr>
            <a:xfrm>
              <a:off x="5787438" y="2492108"/>
              <a:ext cx="75025" cy="8950"/>
            </a:xfrm>
            <a:custGeom>
              <a:rect b="b" l="l" r="r" t="t"/>
              <a:pathLst>
                <a:path extrusionOk="0" h="358" w="3001">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88"/>
            <p:cNvSpPr/>
            <p:nvPr/>
          </p:nvSpPr>
          <p:spPr>
            <a:xfrm>
              <a:off x="5787438" y="2512958"/>
              <a:ext cx="75025" cy="8950"/>
            </a:xfrm>
            <a:custGeom>
              <a:rect b="b" l="l" r="r" t="t"/>
              <a:pathLst>
                <a:path extrusionOk="0" h="358" w="3001">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88"/>
            <p:cNvSpPr/>
            <p:nvPr/>
          </p:nvSpPr>
          <p:spPr>
            <a:xfrm>
              <a:off x="5804088" y="2534983"/>
              <a:ext cx="42900" cy="8950"/>
            </a:xfrm>
            <a:custGeom>
              <a:rect b="b" l="l" r="r" t="t"/>
              <a:pathLst>
                <a:path extrusionOk="0" h="358" w="1716">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88"/>
            <p:cNvSpPr/>
            <p:nvPr/>
          </p:nvSpPr>
          <p:spPr>
            <a:xfrm>
              <a:off x="5753488" y="2448658"/>
              <a:ext cx="141125" cy="140525"/>
            </a:xfrm>
            <a:custGeom>
              <a:rect b="b" l="l" r="r" t="t"/>
              <a:pathLst>
                <a:path extrusionOk="0" h="5621" w="5645">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88"/>
            <p:cNvSpPr/>
            <p:nvPr/>
          </p:nvSpPr>
          <p:spPr>
            <a:xfrm>
              <a:off x="5676088" y="2370058"/>
              <a:ext cx="297700" cy="296525"/>
            </a:xfrm>
            <a:custGeom>
              <a:rect b="b" l="l" r="r" t="t"/>
              <a:pathLst>
                <a:path extrusionOk="0" h="11861" w="11908">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0" name="Google Shape;18910;p88"/>
          <p:cNvGrpSpPr/>
          <p:nvPr/>
        </p:nvGrpSpPr>
        <p:grpSpPr>
          <a:xfrm>
            <a:off x="5514356" y="2449122"/>
            <a:ext cx="356049" cy="355332"/>
            <a:chOff x="5168838" y="2370058"/>
            <a:chExt cx="297725" cy="297125"/>
          </a:xfrm>
        </p:grpSpPr>
        <p:sp>
          <p:nvSpPr>
            <p:cNvPr id="18911" name="Google Shape;18911;p88"/>
            <p:cNvSpPr/>
            <p:nvPr/>
          </p:nvSpPr>
          <p:spPr>
            <a:xfrm>
              <a:off x="5208738" y="2424833"/>
              <a:ext cx="11925" cy="8950"/>
            </a:xfrm>
            <a:custGeom>
              <a:rect b="b" l="l" r="r" t="t"/>
              <a:pathLst>
                <a:path extrusionOk="0" h="358" w="477">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88"/>
            <p:cNvSpPr/>
            <p:nvPr/>
          </p:nvSpPr>
          <p:spPr>
            <a:xfrm>
              <a:off x="5276013" y="2424833"/>
              <a:ext cx="14900" cy="8950"/>
            </a:xfrm>
            <a:custGeom>
              <a:rect b="b" l="l" r="r" t="t"/>
              <a:pathLst>
                <a:path extrusionOk="0" h="358" w="596">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88"/>
            <p:cNvSpPr/>
            <p:nvPr/>
          </p:nvSpPr>
          <p:spPr>
            <a:xfrm>
              <a:off x="5299813" y="2424833"/>
              <a:ext cx="14925" cy="8950"/>
            </a:xfrm>
            <a:custGeom>
              <a:rect b="b" l="l" r="r" t="t"/>
              <a:pathLst>
                <a:path extrusionOk="0" h="358" w="597">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88"/>
            <p:cNvSpPr/>
            <p:nvPr/>
          </p:nvSpPr>
          <p:spPr>
            <a:xfrm>
              <a:off x="5253388" y="2424833"/>
              <a:ext cx="14900" cy="8950"/>
            </a:xfrm>
            <a:custGeom>
              <a:rect b="b" l="l" r="r" t="t"/>
              <a:pathLst>
                <a:path extrusionOk="0" h="358" w="596">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88"/>
            <p:cNvSpPr/>
            <p:nvPr/>
          </p:nvSpPr>
          <p:spPr>
            <a:xfrm>
              <a:off x="5228988" y="2424833"/>
              <a:ext cx="14900" cy="8950"/>
            </a:xfrm>
            <a:custGeom>
              <a:rect b="b" l="l" r="r" t="t"/>
              <a:pathLst>
                <a:path extrusionOk="0" h="358" w="596">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88"/>
            <p:cNvSpPr/>
            <p:nvPr/>
          </p:nvSpPr>
          <p:spPr>
            <a:xfrm>
              <a:off x="5323638" y="2424833"/>
              <a:ext cx="11925" cy="8950"/>
            </a:xfrm>
            <a:custGeom>
              <a:rect b="b" l="l" r="r" t="t"/>
              <a:pathLst>
                <a:path extrusionOk="0" h="358" w="477">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88"/>
            <p:cNvSpPr/>
            <p:nvPr/>
          </p:nvSpPr>
          <p:spPr>
            <a:xfrm>
              <a:off x="5394488" y="2424833"/>
              <a:ext cx="11925" cy="8950"/>
            </a:xfrm>
            <a:custGeom>
              <a:rect b="b" l="l" r="r" t="t"/>
              <a:pathLst>
                <a:path extrusionOk="0" h="358" w="477">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88"/>
            <p:cNvSpPr/>
            <p:nvPr/>
          </p:nvSpPr>
          <p:spPr>
            <a:xfrm>
              <a:off x="5415913" y="2424833"/>
              <a:ext cx="14925" cy="8950"/>
            </a:xfrm>
            <a:custGeom>
              <a:rect b="b" l="l" r="r" t="t"/>
              <a:pathLst>
                <a:path extrusionOk="0" h="358" w="597">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88"/>
            <p:cNvSpPr/>
            <p:nvPr/>
          </p:nvSpPr>
          <p:spPr>
            <a:xfrm>
              <a:off x="5441513" y="2424833"/>
              <a:ext cx="11950" cy="8950"/>
            </a:xfrm>
            <a:custGeom>
              <a:rect b="b" l="l" r="r" t="t"/>
              <a:pathLst>
                <a:path extrusionOk="0" h="358" w="478">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88"/>
            <p:cNvSpPr/>
            <p:nvPr/>
          </p:nvSpPr>
          <p:spPr>
            <a:xfrm>
              <a:off x="5168838" y="2370058"/>
              <a:ext cx="297725" cy="297125"/>
            </a:xfrm>
            <a:custGeom>
              <a:rect b="b" l="l" r="r" t="t"/>
              <a:pathLst>
                <a:path extrusionOk="0" h="11885" w="11909">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1" name="Google Shape;18921;p88"/>
          <p:cNvGrpSpPr/>
          <p:nvPr/>
        </p:nvGrpSpPr>
        <p:grpSpPr>
          <a:xfrm>
            <a:off x="4770285" y="2512505"/>
            <a:ext cx="355332" cy="227849"/>
            <a:chOff x="4674088" y="2423058"/>
            <a:chExt cx="297125" cy="190525"/>
          </a:xfrm>
        </p:grpSpPr>
        <p:sp>
          <p:nvSpPr>
            <p:cNvPr id="18922" name="Google Shape;18922;p88"/>
            <p:cNvSpPr/>
            <p:nvPr/>
          </p:nvSpPr>
          <p:spPr>
            <a:xfrm>
              <a:off x="4674088" y="2423058"/>
              <a:ext cx="297125" cy="190525"/>
            </a:xfrm>
            <a:custGeom>
              <a:rect b="b" l="l" r="r" t="t"/>
              <a:pathLst>
                <a:path extrusionOk="0" h="7621" w="11885">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88"/>
            <p:cNvSpPr/>
            <p:nvPr/>
          </p:nvSpPr>
          <p:spPr>
            <a:xfrm>
              <a:off x="4703263" y="2505208"/>
              <a:ext cx="57200" cy="8950"/>
            </a:xfrm>
            <a:custGeom>
              <a:rect b="b" l="l" r="r" t="t"/>
              <a:pathLst>
                <a:path extrusionOk="0" h="358" w="2288">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88"/>
            <p:cNvSpPr/>
            <p:nvPr/>
          </p:nvSpPr>
          <p:spPr>
            <a:xfrm>
              <a:off x="4703263" y="2523083"/>
              <a:ext cx="39325" cy="8350"/>
            </a:xfrm>
            <a:custGeom>
              <a:rect b="b" l="l" r="r" t="t"/>
              <a:pathLst>
                <a:path extrusionOk="0" h="334" w="1573">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88"/>
            <p:cNvSpPr/>
            <p:nvPr/>
          </p:nvSpPr>
          <p:spPr>
            <a:xfrm>
              <a:off x="4884863" y="2505208"/>
              <a:ext cx="57775" cy="8950"/>
            </a:xfrm>
            <a:custGeom>
              <a:rect b="b" l="l" r="r" t="t"/>
              <a:pathLst>
                <a:path extrusionOk="0" h="358" w="2311">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88"/>
            <p:cNvSpPr/>
            <p:nvPr/>
          </p:nvSpPr>
          <p:spPr>
            <a:xfrm>
              <a:off x="4902713" y="2523083"/>
              <a:ext cx="39325" cy="8350"/>
            </a:xfrm>
            <a:custGeom>
              <a:rect b="b" l="l" r="r" t="t"/>
              <a:pathLst>
                <a:path extrusionOk="0" h="334" w="1573">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27" name="Google Shape;18927;p88"/>
          <p:cNvSpPr/>
          <p:nvPr/>
        </p:nvSpPr>
        <p:spPr>
          <a:xfrm>
            <a:off x="4088105" y="2734489"/>
            <a:ext cx="10733" cy="18656"/>
          </a:xfrm>
          <a:custGeom>
            <a:rect b="b" l="l" r="r" t="t"/>
            <a:pathLst>
              <a:path extrusionOk="0" h="624" w="359">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88"/>
          <p:cNvSpPr/>
          <p:nvPr/>
        </p:nvSpPr>
        <p:spPr>
          <a:xfrm>
            <a:off x="4318814" y="2701154"/>
            <a:ext cx="10703" cy="17819"/>
          </a:xfrm>
          <a:custGeom>
            <a:rect b="b" l="l" r="r" t="t"/>
            <a:pathLst>
              <a:path extrusionOk="0" h="596" w="358">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88"/>
          <p:cNvSpPr/>
          <p:nvPr/>
        </p:nvSpPr>
        <p:spPr>
          <a:xfrm>
            <a:off x="4318814" y="2728898"/>
            <a:ext cx="10703" cy="17849"/>
          </a:xfrm>
          <a:custGeom>
            <a:rect b="b" l="l" r="r" t="t"/>
            <a:pathLst>
              <a:path extrusionOk="0" h="597" w="358">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88"/>
          <p:cNvSpPr/>
          <p:nvPr/>
        </p:nvSpPr>
        <p:spPr>
          <a:xfrm>
            <a:off x="4318814" y="2672662"/>
            <a:ext cx="10703" cy="17819"/>
          </a:xfrm>
          <a:custGeom>
            <a:rect b="b" l="l" r="r" t="t"/>
            <a:pathLst>
              <a:path extrusionOk="0" h="596" w="358">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88"/>
          <p:cNvSpPr/>
          <p:nvPr/>
        </p:nvSpPr>
        <p:spPr>
          <a:xfrm>
            <a:off x="4318814" y="2644888"/>
            <a:ext cx="10703" cy="17849"/>
          </a:xfrm>
          <a:custGeom>
            <a:rect b="b" l="l" r="r" t="t"/>
            <a:pathLst>
              <a:path extrusionOk="0" h="597" w="358">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88"/>
          <p:cNvSpPr/>
          <p:nvPr/>
        </p:nvSpPr>
        <p:spPr>
          <a:xfrm>
            <a:off x="4318814" y="2617830"/>
            <a:ext cx="10703" cy="17849"/>
          </a:xfrm>
          <a:custGeom>
            <a:rect b="b" l="l" r="r" t="t"/>
            <a:pathLst>
              <a:path extrusionOk="0" h="597" w="358">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88"/>
          <p:cNvSpPr/>
          <p:nvPr/>
        </p:nvSpPr>
        <p:spPr>
          <a:xfrm>
            <a:off x="4318814" y="2590086"/>
            <a:ext cx="10703" cy="17819"/>
          </a:xfrm>
          <a:custGeom>
            <a:rect b="b" l="l" r="r" t="t"/>
            <a:pathLst>
              <a:path extrusionOk="0" h="596" w="358">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88"/>
          <p:cNvSpPr/>
          <p:nvPr/>
        </p:nvSpPr>
        <p:spPr>
          <a:xfrm>
            <a:off x="4273250" y="2748122"/>
            <a:ext cx="10703" cy="17849"/>
          </a:xfrm>
          <a:custGeom>
            <a:rect b="b" l="l" r="r" t="t"/>
            <a:pathLst>
              <a:path extrusionOk="0" h="597" w="358">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88"/>
          <p:cNvSpPr/>
          <p:nvPr/>
        </p:nvSpPr>
        <p:spPr>
          <a:xfrm>
            <a:off x="4273250" y="2692603"/>
            <a:ext cx="10703" cy="17819"/>
          </a:xfrm>
          <a:custGeom>
            <a:rect b="b" l="l" r="r" t="t"/>
            <a:pathLst>
              <a:path extrusionOk="0" h="596" w="358">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88"/>
          <p:cNvSpPr/>
          <p:nvPr/>
        </p:nvSpPr>
        <p:spPr>
          <a:xfrm>
            <a:off x="4273250" y="2719660"/>
            <a:ext cx="10703" cy="17819"/>
          </a:xfrm>
          <a:custGeom>
            <a:rect b="b" l="l" r="r" t="t"/>
            <a:pathLst>
              <a:path extrusionOk="0" h="596" w="358">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88"/>
          <p:cNvSpPr/>
          <p:nvPr/>
        </p:nvSpPr>
        <p:spPr>
          <a:xfrm>
            <a:off x="4273250" y="2665546"/>
            <a:ext cx="10703" cy="17819"/>
          </a:xfrm>
          <a:custGeom>
            <a:rect b="b" l="l" r="r" t="t"/>
            <a:pathLst>
              <a:path extrusionOk="0" h="596" w="358">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88"/>
          <p:cNvSpPr/>
          <p:nvPr/>
        </p:nvSpPr>
        <p:spPr>
          <a:xfrm>
            <a:off x="4135821" y="2679060"/>
            <a:ext cx="10703" cy="17849"/>
          </a:xfrm>
          <a:custGeom>
            <a:rect b="b" l="l" r="r" t="t"/>
            <a:pathLst>
              <a:path extrusionOk="0" h="597" w="358">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88"/>
          <p:cNvSpPr/>
          <p:nvPr/>
        </p:nvSpPr>
        <p:spPr>
          <a:xfrm>
            <a:off x="4135821" y="2623541"/>
            <a:ext cx="10703" cy="17819"/>
          </a:xfrm>
          <a:custGeom>
            <a:rect b="b" l="l" r="r" t="t"/>
            <a:pathLst>
              <a:path extrusionOk="0" h="596" w="358">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88"/>
          <p:cNvSpPr/>
          <p:nvPr/>
        </p:nvSpPr>
        <p:spPr>
          <a:xfrm>
            <a:off x="4135821" y="2651315"/>
            <a:ext cx="10703" cy="17819"/>
          </a:xfrm>
          <a:custGeom>
            <a:rect b="b" l="l" r="r" t="t"/>
            <a:pathLst>
              <a:path extrusionOk="0" h="596" w="358">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88"/>
          <p:cNvSpPr/>
          <p:nvPr/>
        </p:nvSpPr>
        <p:spPr>
          <a:xfrm>
            <a:off x="4135821" y="2707552"/>
            <a:ext cx="10703" cy="17819"/>
          </a:xfrm>
          <a:custGeom>
            <a:rect b="b" l="l" r="r" t="t"/>
            <a:pathLst>
              <a:path extrusionOk="0" h="596" w="358">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88"/>
          <p:cNvSpPr/>
          <p:nvPr/>
        </p:nvSpPr>
        <p:spPr>
          <a:xfrm>
            <a:off x="4135821" y="2735326"/>
            <a:ext cx="10703" cy="17819"/>
          </a:xfrm>
          <a:custGeom>
            <a:rect b="b" l="l" r="r" t="t"/>
            <a:pathLst>
              <a:path extrusionOk="0" h="596" w="358">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88"/>
          <p:cNvSpPr/>
          <p:nvPr/>
        </p:nvSpPr>
        <p:spPr>
          <a:xfrm>
            <a:off x="4261859" y="2515313"/>
            <a:ext cx="17819" cy="10703"/>
          </a:xfrm>
          <a:custGeom>
            <a:rect b="b" l="l" r="r" t="t"/>
            <a:pathLst>
              <a:path extrusionOk="0" h="358" w="596">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88"/>
          <p:cNvSpPr/>
          <p:nvPr/>
        </p:nvSpPr>
        <p:spPr>
          <a:xfrm>
            <a:off x="4316691" y="2515313"/>
            <a:ext cx="17819" cy="10703"/>
          </a:xfrm>
          <a:custGeom>
            <a:rect b="b" l="l" r="r" t="t"/>
            <a:pathLst>
              <a:path extrusionOk="0" h="358" w="596">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88"/>
          <p:cNvSpPr/>
          <p:nvPr/>
        </p:nvSpPr>
        <p:spPr>
          <a:xfrm>
            <a:off x="4073874" y="2515313"/>
            <a:ext cx="17849" cy="10703"/>
          </a:xfrm>
          <a:custGeom>
            <a:rect b="b" l="l" r="r" t="t"/>
            <a:pathLst>
              <a:path extrusionOk="0" h="358" w="597">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88"/>
          <p:cNvSpPr/>
          <p:nvPr/>
        </p:nvSpPr>
        <p:spPr>
          <a:xfrm>
            <a:off x="4288916" y="2515313"/>
            <a:ext cx="17819" cy="10703"/>
          </a:xfrm>
          <a:custGeom>
            <a:rect b="b" l="l" r="r" t="t"/>
            <a:pathLst>
              <a:path extrusionOk="0" h="358" w="596">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88"/>
          <p:cNvSpPr/>
          <p:nvPr/>
        </p:nvSpPr>
        <p:spPr>
          <a:xfrm>
            <a:off x="4101648" y="2515313"/>
            <a:ext cx="17819" cy="10703"/>
          </a:xfrm>
          <a:custGeom>
            <a:rect b="b" l="l" r="r" t="t"/>
            <a:pathLst>
              <a:path extrusionOk="0" h="358" w="596">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88"/>
          <p:cNvSpPr/>
          <p:nvPr/>
        </p:nvSpPr>
        <p:spPr>
          <a:xfrm>
            <a:off x="4233368" y="2515313"/>
            <a:ext cx="18566" cy="10703"/>
          </a:xfrm>
          <a:custGeom>
            <a:rect b="b" l="l" r="r" t="t"/>
            <a:pathLst>
              <a:path extrusionOk="0" h="358" w="621">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88"/>
          <p:cNvSpPr/>
          <p:nvPr/>
        </p:nvSpPr>
        <p:spPr>
          <a:xfrm>
            <a:off x="4129423" y="2515313"/>
            <a:ext cx="18536" cy="10703"/>
          </a:xfrm>
          <a:custGeom>
            <a:rect b="b" l="l" r="r" t="t"/>
            <a:pathLst>
              <a:path extrusionOk="0" h="358" w="62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88"/>
          <p:cNvSpPr/>
          <p:nvPr/>
        </p:nvSpPr>
        <p:spPr>
          <a:xfrm>
            <a:off x="4385036" y="2501082"/>
            <a:ext cx="39196" cy="39196"/>
          </a:xfrm>
          <a:custGeom>
            <a:rect b="b" l="l" r="r" t="t"/>
            <a:pathLst>
              <a:path extrusionOk="0" h="1311" w="1311">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88"/>
          <p:cNvSpPr/>
          <p:nvPr/>
        </p:nvSpPr>
        <p:spPr>
          <a:xfrm>
            <a:off x="4073874" y="2479018"/>
            <a:ext cx="296224" cy="247790"/>
          </a:xfrm>
          <a:custGeom>
            <a:rect b="b" l="l" r="r" t="t"/>
            <a:pathLst>
              <a:path extrusionOk="0" h="8288" w="9908">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88"/>
          <p:cNvSpPr/>
          <p:nvPr/>
        </p:nvSpPr>
        <p:spPr>
          <a:xfrm>
            <a:off x="4399267" y="2627099"/>
            <a:ext cx="10703" cy="17819"/>
          </a:xfrm>
          <a:custGeom>
            <a:rect b="b" l="l" r="r" t="t"/>
            <a:pathLst>
              <a:path extrusionOk="0" h="596" w="358">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88"/>
          <p:cNvSpPr/>
          <p:nvPr/>
        </p:nvSpPr>
        <p:spPr>
          <a:xfrm>
            <a:off x="4399267" y="2572267"/>
            <a:ext cx="10703" cy="17849"/>
          </a:xfrm>
          <a:custGeom>
            <a:rect b="b" l="l" r="r" t="t"/>
            <a:pathLst>
              <a:path extrusionOk="0" h="597" w="358">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88"/>
          <p:cNvSpPr/>
          <p:nvPr/>
        </p:nvSpPr>
        <p:spPr>
          <a:xfrm>
            <a:off x="4399267" y="2654873"/>
            <a:ext cx="10703" cy="17819"/>
          </a:xfrm>
          <a:custGeom>
            <a:rect b="b" l="l" r="r" t="t"/>
            <a:pathLst>
              <a:path extrusionOk="0" h="596" w="358">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88"/>
          <p:cNvSpPr/>
          <p:nvPr/>
        </p:nvSpPr>
        <p:spPr>
          <a:xfrm>
            <a:off x="4399267" y="2600042"/>
            <a:ext cx="10703" cy="17819"/>
          </a:xfrm>
          <a:custGeom>
            <a:rect b="b" l="l" r="r" t="t"/>
            <a:pathLst>
              <a:path extrusionOk="0" h="596" w="358">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88"/>
          <p:cNvSpPr/>
          <p:nvPr/>
        </p:nvSpPr>
        <p:spPr>
          <a:xfrm>
            <a:off x="4399267" y="2711110"/>
            <a:ext cx="10703" cy="17819"/>
          </a:xfrm>
          <a:custGeom>
            <a:rect b="b" l="l" r="r" t="t"/>
            <a:pathLst>
              <a:path extrusionOk="0" h="596" w="358">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88"/>
          <p:cNvSpPr/>
          <p:nvPr/>
        </p:nvSpPr>
        <p:spPr>
          <a:xfrm>
            <a:off x="4399267" y="2738884"/>
            <a:ext cx="10703" cy="17819"/>
          </a:xfrm>
          <a:custGeom>
            <a:rect b="b" l="l" r="r" t="t"/>
            <a:pathLst>
              <a:path extrusionOk="0" h="596" w="358">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88"/>
          <p:cNvSpPr/>
          <p:nvPr/>
        </p:nvSpPr>
        <p:spPr>
          <a:xfrm>
            <a:off x="4399267" y="2682618"/>
            <a:ext cx="10703" cy="17849"/>
          </a:xfrm>
          <a:custGeom>
            <a:rect b="b" l="l" r="r" t="t"/>
            <a:pathLst>
              <a:path extrusionOk="0" h="597" w="358">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88"/>
          <p:cNvSpPr/>
          <p:nvPr/>
        </p:nvSpPr>
        <p:spPr>
          <a:xfrm>
            <a:off x="4022630" y="2449091"/>
            <a:ext cx="356019" cy="355332"/>
          </a:xfrm>
          <a:custGeom>
            <a:rect b="b" l="l" r="r" t="t"/>
            <a:pathLst>
              <a:path extrusionOk="0" h="11885" w="11908">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60" name="Google Shape;18960;p88"/>
          <p:cNvGrpSpPr/>
          <p:nvPr/>
        </p:nvGrpSpPr>
        <p:grpSpPr>
          <a:xfrm>
            <a:off x="3245846" y="2447657"/>
            <a:ext cx="361730" cy="358919"/>
            <a:chOff x="3654238" y="2368833"/>
            <a:chExt cx="302475" cy="300125"/>
          </a:xfrm>
        </p:grpSpPr>
        <p:sp>
          <p:nvSpPr>
            <p:cNvPr id="18961" name="Google Shape;18961;p88"/>
            <p:cNvSpPr/>
            <p:nvPr/>
          </p:nvSpPr>
          <p:spPr>
            <a:xfrm>
              <a:off x="3654238" y="2368833"/>
              <a:ext cx="302475" cy="300125"/>
            </a:xfrm>
            <a:custGeom>
              <a:rect b="b" l="l" r="r" t="t"/>
              <a:pathLst>
                <a:path extrusionOk="0" h="12005" w="12099">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88"/>
            <p:cNvSpPr/>
            <p:nvPr/>
          </p:nvSpPr>
          <p:spPr>
            <a:xfrm>
              <a:off x="3863813" y="2416508"/>
              <a:ext cx="57775" cy="8950"/>
            </a:xfrm>
            <a:custGeom>
              <a:rect b="b" l="l" r="r" t="t"/>
              <a:pathLst>
                <a:path extrusionOk="0" h="358" w="2311">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88"/>
            <p:cNvSpPr/>
            <p:nvPr/>
          </p:nvSpPr>
          <p:spPr>
            <a:xfrm>
              <a:off x="3881663" y="2434958"/>
              <a:ext cx="39325" cy="8950"/>
            </a:xfrm>
            <a:custGeom>
              <a:rect b="b" l="l" r="r" t="t"/>
              <a:pathLst>
                <a:path extrusionOk="0" h="358" w="1573">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88"/>
            <p:cNvSpPr/>
            <p:nvPr/>
          </p:nvSpPr>
          <p:spPr>
            <a:xfrm>
              <a:off x="3688188" y="2610583"/>
              <a:ext cx="57775" cy="8975"/>
            </a:xfrm>
            <a:custGeom>
              <a:rect b="b" l="l" r="r" t="t"/>
              <a:pathLst>
                <a:path extrusionOk="0" h="359" w="2311">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88"/>
            <p:cNvSpPr/>
            <p:nvPr/>
          </p:nvSpPr>
          <p:spPr>
            <a:xfrm>
              <a:off x="3689363" y="2592133"/>
              <a:ext cx="38725" cy="8950"/>
            </a:xfrm>
            <a:custGeom>
              <a:rect b="b" l="l" r="r" t="t"/>
              <a:pathLst>
                <a:path extrusionOk="0" h="358" w="1549">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88"/>
            <p:cNvSpPr/>
            <p:nvPr/>
          </p:nvSpPr>
          <p:spPr>
            <a:xfrm>
              <a:off x="3863813" y="2611183"/>
              <a:ext cx="57175" cy="8950"/>
            </a:xfrm>
            <a:custGeom>
              <a:rect b="b" l="l" r="r" t="t"/>
              <a:pathLst>
                <a:path extrusionOk="0" h="358" w="2287">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88"/>
            <p:cNvSpPr/>
            <p:nvPr/>
          </p:nvSpPr>
          <p:spPr>
            <a:xfrm>
              <a:off x="3881663" y="2592733"/>
              <a:ext cx="39325" cy="8950"/>
            </a:xfrm>
            <a:custGeom>
              <a:rect b="b" l="l" r="r" t="t"/>
              <a:pathLst>
                <a:path extrusionOk="0" h="358" w="1573">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88"/>
            <p:cNvSpPr/>
            <p:nvPr/>
          </p:nvSpPr>
          <p:spPr>
            <a:xfrm>
              <a:off x="3759613" y="2491508"/>
              <a:ext cx="90525" cy="8975"/>
            </a:xfrm>
            <a:custGeom>
              <a:rect b="b" l="l" r="r" t="t"/>
              <a:pathLst>
                <a:path extrusionOk="0" h="359" w="3621">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88"/>
            <p:cNvSpPr/>
            <p:nvPr/>
          </p:nvSpPr>
          <p:spPr>
            <a:xfrm>
              <a:off x="3759613" y="2514133"/>
              <a:ext cx="90525" cy="8975"/>
            </a:xfrm>
            <a:custGeom>
              <a:rect b="b" l="l" r="r" t="t"/>
              <a:pathLst>
                <a:path extrusionOk="0" h="359" w="3621">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88"/>
            <p:cNvSpPr/>
            <p:nvPr/>
          </p:nvSpPr>
          <p:spPr>
            <a:xfrm>
              <a:off x="3779863" y="2536758"/>
              <a:ext cx="50625" cy="8975"/>
            </a:xfrm>
            <a:custGeom>
              <a:rect b="b" l="l" r="r" t="t"/>
              <a:pathLst>
                <a:path extrusionOk="0" h="359" w="2025">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88"/>
            <p:cNvSpPr/>
            <p:nvPr/>
          </p:nvSpPr>
          <p:spPr>
            <a:xfrm>
              <a:off x="3689363" y="2416508"/>
              <a:ext cx="58375" cy="8950"/>
            </a:xfrm>
            <a:custGeom>
              <a:rect b="b" l="l" r="r" t="t"/>
              <a:pathLst>
                <a:path extrusionOk="0" h="358" w="2335">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88"/>
            <p:cNvSpPr/>
            <p:nvPr/>
          </p:nvSpPr>
          <p:spPr>
            <a:xfrm>
              <a:off x="3688763" y="2434958"/>
              <a:ext cx="39325" cy="8950"/>
            </a:xfrm>
            <a:custGeom>
              <a:rect b="b" l="l" r="r" t="t"/>
              <a:pathLst>
                <a:path extrusionOk="0" h="358" w="1573">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3" name="Google Shape;18973;p88"/>
          <p:cNvGrpSpPr/>
          <p:nvPr/>
        </p:nvGrpSpPr>
        <p:grpSpPr>
          <a:xfrm>
            <a:off x="2544498" y="2447627"/>
            <a:ext cx="353179" cy="355332"/>
            <a:chOff x="3195213" y="2368808"/>
            <a:chExt cx="295325" cy="297125"/>
          </a:xfrm>
        </p:grpSpPr>
        <p:sp>
          <p:nvSpPr>
            <p:cNvPr id="18974" name="Google Shape;18974;p88"/>
            <p:cNvSpPr/>
            <p:nvPr/>
          </p:nvSpPr>
          <p:spPr>
            <a:xfrm>
              <a:off x="3312513" y="2401033"/>
              <a:ext cx="141125" cy="8950"/>
            </a:xfrm>
            <a:custGeom>
              <a:rect b="b" l="l" r="r" t="t"/>
              <a:pathLst>
                <a:path extrusionOk="0" h="358" w="5645">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88"/>
            <p:cNvSpPr/>
            <p:nvPr/>
          </p:nvSpPr>
          <p:spPr>
            <a:xfrm>
              <a:off x="3312513" y="2419483"/>
              <a:ext cx="141125" cy="8950"/>
            </a:xfrm>
            <a:custGeom>
              <a:rect b="b" l="l" r="r" t="t"/>
              <a:pathLst>
                <a:path extrusionOk="0" h="358" w="5645">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88"/>
            <p:cNvSpPr/>
            <p:nvPr/>
          </p:nvSpPr>
          <p:spPr>
            <a:xfrm>
              <a:off x="3195813" y="2368808"/>
              <a:ext cx="294125" cy="90575"/>
            </a:xfrm>
            <a:custGeom>
              <a:rect b="b" l="l" r="r" t="t"/>
              <a:pathLst>
                <a:path extrusionOk="0" h="3623" w="11765">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88"/>
            <p:cNvSpPr/>
            <p:nvPr/>
          </p:nvSpPr>
          <p:spPr>
            <a:xfrm>
              <a:off x="3223788" y="2392083"/>
              <a:ext cx="36350" cy="42450"/>
            </a:xfrm>
            <a:custGeom>
              <a:rect b="b" l="l" r="r" t="t"/>
              <a:pathLst>
                <a:path extrusionOk="0" h="1698" w="1454">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88"/>
            <p:cNvSpPr/>
            <p:nvPr/>
          </p:nvSpPr>
          <p:spPr>
            <a:xfrm>
              <a:off x="3312513" y="2504033"/>
              <a:ext cx="141125" cy="8950"/>
            </a:xfrm>
            <a:custGeom>
              <a:rect b="b" l="l" r="r" t="t"/>
              <a:pathLst>
                <a:path extrusionOk="0" h="358" w="5645">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88"/>
            <p:cNvSpPr/>
            <p:nvPr/>
          </p:nvSpPr>
          <p:spPr>
            <a:xfrm>
              <a:off x="3312513" y="2523658"/>
              <a:ext cx="141125" cy="8975"/>
            </a:xfrm>
            <a:custGeom>
              <a:rect b="b" l="l" r="r" t="t"/>
              <a:pathLst>
                <a:path extrusionOk="0" h="359" w="5645">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88"/>
            <p:cNvSpPr/>
            <p:nvPr/>
          </p:nvSpPr>
          <p:spPr>
            <a:xfrm>
              <a:off x="3195213" y="2472858"/>
              <a:ext cx="294150" cy="90125"/>
            </a:xfrm>
            <a:custGeom>
              <a:rect b="b" l="l" r="r" t="t"/>
              <a:pathLst>
                <a:path extrusionOk="0" h="3605" w="11766">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88"/>
            <p:cNvSpPr/>
            <p:nvPr/>
          </p:nvSpPr>
          <p:spPr>
            <a:xfrm>
              <a:off x="3227363" y="2496883"/>
              <a:ext cx="29800" cy="42875"/>
            </a:xfrm>
            <a:custGeom>
              <a:rect b="b" l="l" r="r" t="t"/>
              <a:pathLst>
                <a:path extrusionOk="0" h="1715" w="1192">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88"/>
            <p:cNvSpPr/>
            <p:nvPr/>
          </p:nvSpPr>
          <p:spPr>
            <a:xfrm>
              <a:off x="3312513" y="2608208"/>
              <a:ext cx="141125" cy="8950"/>
            </a:xfrm>
            <a:custGeom>
              <a:rect b="b" l="l" r="r" t="t"/>
              <a:pathLst>
                <a:path extrusionOk="0" h="358" w="5645">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88"/>
            <p:cNvSpPr/>
            <p:nvPr/>
          </p:nvSpPr>
          <p:spPr>
            <a:xfrm>
              <a:off x="3312513" y="2627258"/>
              <a:ext cx="141125" cy="8375"/>
            </a:xfrm>
            <a:custGeom>
              <a:rect b="b" l="l" r="r" t="t"/>
              <a:pathLst>
                <a:path extrusionOk="0" h="335" w="5645">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88"/>
            <p:cNvSpPr/>
            <p:nvPr/>
          </p:nvSpPr>
          <p:spPr>
            <a:xfrm>
              <a:off x="3195813" y="2576658"/>
              <a:ext cx="294725" cy="89275"/>
            </a:xfrm>
            <a:custGeom>
              <a:rect b="b" l="l" r="r" t="t"/>
              <a:pathLst>
                <a:path extrusionOk="0" h="3571" w="11789">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88"/>
            <p:cNvSpPr/>
            <p:nvPr/>
          </p:nvSpPr>
          <p:spPr>
            <a:xfrm>
              <a:off x="3223788" y="2600458"/>
              <a:ext cx="36350" cy="42900"/>
            </a:xfrm>
            <a:custGeom>
              <a:rect b="b" l="l" r="r" t="t"/>
              <a:pathLst>
                <a:path extrusionOk="0" h="1716" w="1454">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6" name="Google Shape;18986;p88"/>
          <p:cNvGrpSpPr/>
          <p:nvPr/>
        </p:nvGrpSpPr>
        <p:grpSpPr>
          <a:xfrm>
            <a:off x="1781203" y="2448435"/>
            <a:ext cx="368158" cy="355302"/>
            <a:chOff x="2684388" y="2369483"/>
            <a:chExt cx="307850" cy="297100"/>
          </a:xfrm>
        </p:grpSpPr>
        <p:sp>
          <p:nvSpPr>
            <p:cNvPr id="18987" name="Google Shape;18987;p88"/>
            <p:cNvSpPr/>
            <p:nvPr/>
          </p:nvSpPr>
          <p:spPr>
            <a:xfrm>
              <a:off x="2792763" y="2506408"/>
              <a:ext cx="88725" cy="8950"/>
            </a:xfrm>
            <a:custGeom>
              <a:rect b="b" l="l" r="r" t="t"/>
              <a:pathLst>
                <a:path extrusionOk="0" h="358" w="3549">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88"/>
            <p:cNvSpPr/>
            <p:nvPr/>
          </p:nvSpPr>
          <p:spPr>
            <a:xfrm>
              <a:off x="2792763" y="2529033"/>
              <a:ext cx="88725" cy="8950"/>
            </a:xfrm>
            <a:custGeom>
              <a:rect b="b" l="l" r="r" t="t"/>
              <a:pathLst>
                <a:path extrusionOk="0" h="358" w="3549">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88"/>
            <p:cNvSpPr/>
            <p:nvPr/>
          </p:nvSpPr>
          <p:spPr>
            <a:xfrm>
              <a:off x="2812413" y="2551058"/>
              <a:ext cx="48825" cy="8950"/>
            </a:xfrm>
            <a:custGeom>
              <a:rect b="b" l="l" r="r" t="t"/>
              <a:pathLst>
                <a:path extrusionOk="0" h="358" w="1953">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88"/>
            <p:cNvSpPr/>
            <p:nvPr/>
          </p:nvSpPr>
          <p:spPr>
            <a:xfrm>
              <a:off x="2684388" y="2369483"/>
              <a:ext cx="307850" cy="297100"/>
            </a:xfrm>
            <a:custGeom>
              <a:rect b="b" l="l" r="r" t="t"/>
              <a:pathLst>
                <a:path extrusionOk="0" h="11884" w="12314">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91" name="Google Shape;18991;p88"/>
          <p:cNvSpPr/>
          <p:nvPr/>
        </p:nvSpPr>
        <p:spPr>
          <a:xfrm>
            <a:off x="1042813" y="2449001"/>
            <a:ext cx="356019" cy="355421"/>
          </a:xfrm>
          <a:custGeom>
            <a:rect b="b" l="l" r="r" t="t"/>
            <a:pathLst>
              <a:path extrusionOk="0" h="11888" w="11908">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92" name="Google Shape;18992;p88"/>
          <p:cNvGrpSpPr/>
          <p:nvPr/>
        </p:nvGrpSpPr>
        <p:grpSpPr>
          <a:xfrm>
            <a:off x="1041406" y="2992390"/>
            <a:ext cx="356767" cy="356737"/>
            <a:chOff x="2193213" y="2824333"/>
            <a:chExt cx="298325" cy="298300"/>
          </a:xfrm>
        </p:grpSpPr>
        <p:sp>
          <p:nvSpPr>
            <p:cNvPr id="18993" name="Google Shape;18993;p88"/>
            <p:cNvSpPr/>
            <p:nvPr/>
          </p:nvSpPr>
          <p:spPr>
            <a:xfrm>
              <a:off x="2193213" y="2913633"/>
              <a:ext cx="141725" cy="119100"/>
            </a:xfrm>
            <a:custGeom>
              <a:rect b="b" l="l" r="r" t="t"/>
              <a:pathLst>
                <a:path extrusionOk="0" h="4764" w="5669">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88"/>
            <p:cNvSpPr/>
            <p:nvPr/>
          </p:nvSpPr>
          <p:spPr>
            <a:xfrm>
              <a:off x="2212863" y="2932083"/>
              <a:ext cx="82200" cy="82175"/>
            </a:xfrm>
            <a:custGeom>
              <a:rect b="b" l="l" r="r" t="t"/>
              <a:pathLst>
                <a:path extrusionOk="0" h="3287" w="3288">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88"/>
            <p:cNvSpPr/>
            <p:nvPr/>
          </p:nvSpPr>
          <p:spPr>
            <a:xfrm>
              <a:off x="2279563" y="2980308"/>
              <a:ext cx="122650" cy="142325"/>
            </a:xfrm>
            <a:custGeom>
              <a:rect b="b" l="l" r="r" t="t"/>
              <a:pathLst>
                <a:path extrusionOk="0" h="5693" w="4906">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88"/>
            <p:cNvSpPr/>
            <p:nvPr/>
          </p:nvSpPr>
          <p:spPr>
            <a:xfrm>
              <a:off x="2300988" y="3020783"/>
              <a:ext cx="81575" cy="81600"/>
            </a:xfrm>
            <a:custGeom>
              <a:rect b="b" l="l" r="r" t="t"/>
              <a:pathLst>
                <a:path extrusionOk="0" h="3264" w="3263">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88"/>
            <p:cNvSpPr/>
            <p:nvPr/>
          </p:nvSpPr>
          <p:spPr>
            <a:xfrm>
              <a:off x="2348613" y="2913633"/>
              <a:ext cx="142925" cy="119700"/>
            </a:xfrm>
            <a:custGeom>
              <a:rect b="b" l="l" r="r" t="t"/>
              <a:pathLst>
                <a:path extrusionOk="0" h="4788" w="5717">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88"/>
            <p:cNvSpPr/>
            <p:nvPr/>
          </p:nvSpPr>
          <p:spPr>
            <a:xfrm>
              <a:off x="2390888" y="2932083"/>
              <a:ext cx="82175" cy="81000"/>
            </a:xfrm>
            <a:custGeom>
              <a:rect b="b" l="l" r="r" t="t"/>
              <a:pathLst>
                <a:path extrusionOk="0" h="3240" w="3287">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88"/>
            <p:cNvSpPr/>
            <p:nvPr/>
          </p:nvSpPr>
          <p:spPr>
            <a:xfrm>
              <a:off x="2283713" y="2824333"/>
              <a:ext cx="119100" cy="141125"/>
            </a:xfrm>
            <a:custGeom>
              <a:rect b="b" l="l" r="r" t="t"/>
              <a:pathLst>
                <a:path extrusionOk="0" h="5645" w="4764">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88"/>
            <p:cNvSpPr/>
            <p:nvPr/>
          </p:nvSpPr>
          <p:spPr>
            <a:xfrm>
              <a:off x="2300988" y="2843383"/>
              <a:ext cx="81575" cy="82175"/>
            </a:xfrm>
            <a:custGeom>
              <a:rect b="b" l="l" r="r" t="t"/>
              <a:pathLst>
                <a:path extrusionOk="0" h="3287" w="3263">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88"/>
            <p:cNvSpPr/>
            <p:nvPr/>
          </p:nvSpPr>
          <p:spPr>
            <a:xfrm>
              <a:off x="2321238" y="2872558"/>
              <a:ext cx="42275" cy="8950"/>
            </a:xfrm>
            <a:custGeom>
              <a:rect b="b" l="l" r="r" t="t"/>
              <a:pathLst>
                <a:path extrusionOk="0" h="358" w="1691">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88"/>
            <p:cNvSpPr/>
            <p:nvPr/>
          </p:nvSpPr>
          <p:spPr>
            <a:xfrm>
              <a:off x="2328963" y="2887433"/>
              <a:ext cx="26225" cy="8950"/>
            </a:xfrm>
            <a:custGeom>
              <a:rect b="b" l="l" r="r" t="t"/>
              <a:pathLst>
                <a:path extrusionOk="0" h="358" w="1049">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88"/>
            <p:cNvSpPr/>
            <p:nvPr/>
          </p:nvSpPr>
          <p:spPr>
            <a:xfrm>
              <a:off x="2409338" y="2960658"/>
              <a:ext cx="42900" cy="8950"/>
            </a:xfrm>
            <a:custGeom>
              <a:rect b="b" l="l" r="r" t="t"/>
              <a:pathLst>
                <a:path extrusionOk="0" h="358" w="1716">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88"/>
            <p:cNvSpPr/>
            <p:nvPr/>
          </p:nvSpPr>
          <p:spPr>
            <a:xfrm>
              <a:off x="2417088" y="2976133"/>
              <a:ext cx="26800" cy="8975"/>
            </a:xfrm>
            <a:custGeom>
              <a:rect b="b" l="l" r="r" t="t"/>
              <a:pathLst>
                <a:path extrusionOk="0" h="359" w="1072">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88"/>
            <p:cNvSpPr/>
            <p:nvPr/>
          </p:nvSpPr>
          <p:spPr>
            <a:xfrm>
              <a:off x="2321238" y="3049958"/>
              <a:ext cx="42275" cy="8975"/>
            </a:xfrm>
            <a:custGeom>
              <a:rect b="b" l="l" r="r" t="t"/>
              <a:pathLst>
                <a:path extrusionOk="0" h="359" w="1691">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88"/>
            <p:cNvSpPr/>
            <p:nvPr/>
          </p:nvSpPr>
          <p:spPr>
            <a:xfrm>
              <a:off x="2328963" y="3064858"/>
              <a:ext cx="26225" cy="8950"/>
            </a:xfrm>
            <a:custGeom>
              <a:rect b="b" l="l" r="r" t="t"/>
              <a:pathLst>
                <a:path extrusionOk="0" h="358" w="1049">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88"/>
            <p:cNvSpPr/>
            <p:nvPr/>
          </p:nvSpPr>
          <p:spPr>
            <a:xfrm>
              <a:off x="2232513" y="2961258"/>
              <a:ext cx="42300" cy="8950"/>
            </a:xfrm>
            <a:custGeom>
              <a:rect b="b" l="l" r="r" t="t"/>
              <a:pathLst>
                <a:path extrusionOk="0" h="358" w="1692">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88"/>
            <p:cNvSpPr/>
            <p:nvPr/>
          </p:nvSpPr>
          <p:spPr>
            <a:xfrm>
              <a:off x="2240863" y="2976133"/>
              <a:ext cx="25625" cy="8975"/>
            </a:xfrm>
            <a:custGeom>
              <a:rect b="b" l="l" r="r" t="t"/>
              <a:pathLst>
                <a:path extrusionOk="0" h="359" w="1025">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09" name="Google Shape;19009;p88"/>
          <p:cNvSpPr/>
          <p:nvPr/>
        </p:nvSpPr>
        <p:spPr>
          <a:xfrm>
            <a:off x="1775487" y="2990917"/>
            <a:ext cx="361730" cy="354614"/>
          </a:xfrm>
          <a:custGeom>
            <a:rect b="b" l="l" r="r" t="t"/>
            <a:pathLst>
              <a:path extrusionOk="0" h="11861" w="12099">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10" name="Google Shape;19010;p88"/>
          <p:cNvGrpSpPr/>
          <p:nvPr/>
        </p:nvGrpSpPr>
        <p:grpSpPr>
          <a:xfrm>
            <a:off x="2543093" y="2993077"/>
            <a:ext cx="356019" cy="356737"/>
            <a:chOff x="3194038" y="2824908"/>
            <a:chExt cx="297700" cy="298300"/>
          </a:xfrm>
        </p:grpSpPr>
        <p:sp>
          <p:nvSpPr>
            <p:cNvPr id="19011" name="Google Shape;19011;p88"/>
            <p:cNvSpPr/>
            <p:nvPr/>
          </p:nvSpPr>
          <p:spPr>
            <a:xfrm>
              <a:off x="3194038" y="2824908"/>
              <a:ext cx="297700" cy="298300"/>
            </a:xfrm>
            <a:custGeom>
              <a:rect b="b" l="l" r="r" t="t"/>
              <a:pathLst>
                <a:path extrusionOk="0" h="11932" w="11908">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88"/>
            <p:cNvSpPr/>
            <p:nvPr/>
          </p:nvSpPr>
          <p:spPr>
            <a:xfrm>
              <a:off x="3233913" y="2848733"/>
              <a:ext cx="11925" cy="8950"/>
            </a:xfrm>
            <a:custGeom>
              <a:rect b="b" l="l" r="r" t="t"/>
              <a:pathLst>
                <a:path extrusionOk="0" h="358" w="477">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88"/>
            <p:cNvSpPr/>
            <p:nvPr/>
          </p:nvSpPr>
          <p:spPr>
            <a:xfrm>
              <a:off x="3320238" y="2848733"/>
              <a:ext cx="14325" cy="8950"/>
            </a:xfrm>
            <a:custGeom>
              <a:rect b="b" l="l" r="r" t="t"/>
              <a:pathLst>
                <a:path extrusionOk="0" h="358" w="573">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88"/>
            <p:cNvSpPr/>
            <p:nvPr/>
          </p:nvSpPr>
          <p:spPr>
            <a:xfrm>
              <a:off x="3342863" y="2848733"/>
              <a:ext cx="14325" cy="8950"/>
            </a:xfrm>
            <a:custGeom>
              <a:rect b="b" l="l" r="r" t="t"/>
              <a:pathLst>
                <a:path extrusionOk="0" h="358" w="573">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88"/>
            <p:cNvSpPr/>
            <p:nvPr/>
          </p:nvSpPr>
          <p:spPr>
            <a:xfrm>
              <a:off x="3275588" y="2848733"/>
              <a:ext cx="14325" cy="8950"/>
            </a:xfrm>
            <a:custGeom>
              <a:rect b="b" l="l" r="r" t="t"/>
              <a:pathLst>
                <a:path extrusionOk="0" h="358" w="573">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88"/>
            <p:cNvSpPr/>
            <p:nvPr/>
          </p:nvSpPr>
          <p:spPr>
            <a:xfrm>
              <a:off x="3298213" y="2848733"/>
              <a:ext cx="14325" cy="8950"/>
            </a:xfrm>
            <a:custGeom>
              <a:rect b="b" l="l" r="r" t="t"/>
              <a:pathLst>
                <a:path extrusionOk="0" h="358" w="573">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88"/>
            <p:cNvSpPr/>
            <p:nvPr/>
          </p:nvSpPr>
          <p:spPr>
            <a:xfrm>
              <a:off x="3253563" y="2848733"/>
              <a:ext cx="14325" cy="8950"/>
            </a:xfrm>
            <a:custGeom>
              <a:rect b="b" l="l" r="r" t="t"/>
              <a:pathLst>
                <a:path extrusionOk="0" h="358" w="573">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88"/>
            <p:cNvSpPr/>
            <p:nvPr/>
          </p:nvSpPr>
          <p:spPr>
            <a:xfrm>
              <a:off x="3364888" y="2848733"/>
              <a:ext cx="11950" cy="8950"/>
            </a:xfrm>
            <a:custGeom>
              <a:rect b="b" l="l" r="r" t="t"/>
              <a:pathLst>
                <a:path extrusionOk="0" h="358" w="478">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9" name="Google Shape;19019;p88"/>
          <p:cNvGrpSpPr/>
          <p:nvPr/>
        </p:nvGrpSpPr>
        <p:grpSpPr>
          <a:xfrm>
            <a:off x="3233738" y="2992898"/>
            <a:ext cx="370281" cy="356946"/>
            <a:chOff x="3644113" y="2824758"/>
            <a:chExt cx="309625" cy="298475"/>
          </a:xfrm>
        </p:grpSpPr>
        <p:sp>
          <p:nvSpPr>
            <p:cNvPr id="19020" name="Google Shape;19020;p88"/>
            <p:cNvSpPr/>
            <p:nvPr/>
          </p:nvSpPr>
          <p:spPr>
            <a:xfrm>
              <a:off x="3780463" y="2959483"/>
              <a:ext cx="50625" cy="8950"/>
            </a:xfrm>
            <a:custGeom>
              <a:rect b="b" l="l" r="r" t="t"/>
              <a:pathLst>
                <a:path extrusionOk="0" h="358" w="2025">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88"/>
            <p:cNvSpPr/>
            <p:nvPr/>
          </p:nvSpPr>
          <p:spPr>
            <a:xfrm>
              <a:off x="3789988" y="2977333"/>
              <a:ext cx="30375" cy="8950"/>
            </a:xfrm>
            <a:custGeom>
              <a:rect b="b" l="l" r="r" t="t"/>
              <a:pathLst>
                <a:path extrusionOk="0" h="358" w="1215">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88"/>
            <p:cNvSpPr/>
            <p:nvPr/>
          </p:nvSpPr>
          <p:spPr>
            <a:xfrm>
              <a:off x="3644113" y="2824758"/>
              <a:ext cx="309625" cy="298475"/>
            </a:xfrm>
            <a:custGeom>
              <a:rect b="b" l="l" r="r" t="t"/>
              <a:pathLst>
                <a:path extrusionOk="0" h="11939" w="12385">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3" name="Google Shape;19023;p88"/>
          <p:cNvGrpSpPr/>
          <p:nvPr/>
        </p:nvGrpSpPr>
        <p:grpSpPr>
          <a:xfrm>
            <a:off x="4022685" y="2993077"/>
            <a:ext cx="356019" cy="352492"/>
            <a:chOff x="4176388" y="2824908"/>
            <a:chExt cx="297700" cy="294750"/>
          </a:xfrm>
        </p:grpSpPr>
        <p:sp>
          <p:nvSpPr>
            <p:cNvPr id="19024" name="Google Shape;19024;p88"/>
            <p:cNvSpPr/>
            <p:nvPr/>
          </p:nvSpPr>
          <p:spPr>
            <a:xfrm>
              <a:off x="4176388" y="2824908"/>
              <a:ext cx="297700" cy="294750"/>
            </a:xfrm>
            <a:custGeom>
              <a:rect b="b" l="l" r="r" t="t"/>
              <a:pathLst>
                <a:path extrusionOk="0" h="11790" w="11908">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88"/>
            <p:cNvSpPr/>
            <p:nvPr/>
          </p:nvSpPr>
          <p:spPr>
            <a:xfrm>
              <a:off x="4300213" y="2959483"/>
              <a:ext cx="49450" cy="8950"/>
            </a:xfrm>
            <a:custGeom>
              <a:rect b="b" l="l" r="r" t="t"/>
              <a:pathLst>
                <a:path extrusionOk="0" h="358" w="1978">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88"/>
            <p:cNvSpPr/>
            <p:nvPr/>
          </p:nvSpPr>
          <p:spPr>
            <a:xfrm>
              <a:off x="4310338" y="2977333"/>
              <a:ext cx="29800" cy="8950"/>
            </a:xfrm>
            <a:custGeom>
              <a:rect b="b" l="l" r="r" t="t"/>
              <a:pathLst>
                <a:path extrusionOk="0" h="358" w="1192">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88"/>
            <p:cNvSpPr/>
            <p:nvPr/>
          </p:nvSpPr>
          <p:spPr>
            <a:xfrm>
              <a:off x="4213888" y="3021983"/>
              <a:ext cx="76225" cy="8950"/>
            </a:xfrm>
            <a:custGeom>
              <a:rect b="b" l="l" r="r" t="t"/>
              <a:pathLst>
                <a:path extrusionOk="0" h="358" w="3049">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88"/>
            <p:cNvSpPr/>
            <p:nvPr/>
          </p:nvSpPr>
          <p:spPr>
            <a:xfrm>
              <a:off x="4213888" y="3041033"/>
              <a:ext cx="76225" cy="8950"/>
            </a:xfrm>
            <a:custGeom>
              <a:rect b="b" l="l" r="r" t="t"/>
              <a:pathLst>
                <a:path extrusionOk="0" h="358" w="3049">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88"/>
            <p:cNvSpPr/>
            <p:nvPr/>
          </p:nvSpPr>
          <p:spPr>
            <a:xfrm>
              <a:off x="4230563" y="3059483"/>
              <a:ext cx="43475" cy="8975"/>
            </a:xfrm>
            <a:custGeom>
              <a:rect b="b" l="l" r="r" t="t"/>
              <a:pathLst>
                <a:path extrusionOk="0" h="359" w="1739">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88"/>
            <p:cNvSpPr/>
            <p:nvPr/>
          </p:nvSpPr>
          <p:spPr>
            <a:xfrm>
              <a:off x="4360338" y="3021383"/>
              <a:ext cx="75050" cy="8950"/>
            </a:xfrm>
            <a:custGeom>
              <a:rect b="b" l="l" r="r" t="t"/>
              <a:pathLst>
                <a:path extrusionOk="0" h="358" w="3002">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88"/>
            <p:cNvSpPr/>
            <p:nvPr/>
          </p:nvSpPr>
          <p:spPr>
            <a:xfrm>
              <a:off x="4360338" y="3039833"/>
              <a:ext cx="75050" cy="8975"/>
            </a:xfrm>
            <a:custGeom>
              <a:rect b="b" l="l" r="r" t="t"/>
              <a:pathLst>
                <a:path extrusionOk="0" h="359" w="3002">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88"/>
            <p:cNvSpPr/>
            <p:nvPr/>
          </p:nvSpPr>
          <p:spPr>
            <a:xfrm>
              <a:off x="4375813" y="3059483"/>
              <a:ext cx="42900" cy="8975"/>
            </a:xfrm>
            <a:custGeom>
              <a:rect b="b" l="l" r="r" t="t"/>
              <a:pathLst>
                <a:path extrusionOk="0" h="359" w="1716">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88"/>
            <p:cNvSpPr/>
            <p:nvPr/>
          </p:nvSpPr>
          <p:spPr>
            <a:xfrm>
              <a:off x="4359738" y="2878508"/>
              <a:ext cx="75650" cy="8950"/>
            </a:xfrm>
            <a:custGeom>
              <a:rect b="b" l="l" r="r" t="t"/>
              <a:pathLst>
                <a:path extrusionOk="0" h="358" w="3026">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88"/>
            <p:cNvSpPr/>
            <p:nvPr/>
          </p:nvSpPr>
          <p:spPr>
            <a:xfrm>
              <a:off x="4359738" y="2896958"/>
              <a:ext cx="75650" cy="8950"/>
            </a:xfrm>
            <a:custGeom>
              <a:rect b="b" l="l" r="r" t="t"/>
              <a:pathLst>
                <a:path extrusionOk="0" h="358" w="3026">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88"/>
            <p:cNvSpPr/>
            <p:nvPr/>
          </p:nvSpPr>
          <p:spPr>
            <a:xfrm>
              <a:off x="4375813" y="2916008"/>
              <a:ext cx="42900" cy="8950"/>
            </a:xfrm>
            <a:custGeom>
              <a:rect b="b" l="l" r="r" t="t"/>
              <a:pathLst>
                <a:path extrusionOk="0" h="358" w="1716">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88"/>
            <p:cNvSpPr/>
            <p:nvPr/>
          </p:nvSpPr>
          <p:spPr>
            <a:xfrm>
              <a:off x="4215663" y="2878508"/>
              <a:ext cx="76250" cy="8950"/>
            </a:xfrm>
            <a:custGeom>
              <a:rect b="b" l="l" r="r" t="t"/>
              <a:pathLst>
                <a:path extrusionOk="0" h="358" w="305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88"/>
            <p:cNvSpPr/>
            <p:nvPr/>
          </p:nvSpPr>
          <p:spPr>
            <a:xfrm>
              <a:off x="4215663" y="2896958"/>
              <a:ext cx="76250" cy="8950"/>
            </a:xfrm>
            <a:custGeom>
              <a:rect b="b" l="l" r="r" t="t"/>
              <a:pathLst>
                <a:path extrusionOk="0" h="358" w="305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88"/>
            <p:cNvSpPr/>
            <p:nvPr/>
          </p:nvSpPr>
          <p:spPr>
            <a:xfrm>
              <a:off x="4231738" y="2916008"/>
              <a:ext cx="43500" cy="8950"/>
            </a:xfrm>
            <a:custGeom>
              <a:rect b="b" l="l" r="r" t="t"/>
              <a:pathLst>
                <a:path extrusionOk="0" h="358" w="174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9" name="Google Shape;19039;p88"/>
          <p:cNvGrpSpPr/>
          <p:nvPr/>
        </p:nvGrpSpPr>
        <p:grpSpPr>
          <a:xfrm>
            <a:off x="4769597" y="2990297"/>
            <a:ext cx="356019" cy="358112"/>
            <a:chOff x="4673513" y="2822583"/>
            <a:chExt cx="297700" cy="299450"/>
          </a:xfrm>
        </p:grpSpPr>
        <p:sp>
          <p:nvSpPr>
            <p:cNvPr id="19040" name="Google Shape;19040;p88"/>
            <p:cNvSpPr/>
            <p:nvPr/>
          </p:nvSpPr>
          <p:spPr>
            <a:xfrm>
              <a:off x="4673513" y="2824333"/>
              <a:ext cx="297700" cy="297700"/>
            </a:xfrm>
            <a:custGeom>
              <a:rect b="b" l="l" r="r" t="t"/>
              <a:pathLst>
                <a:path extrusionOk="0" h="11908" w="11908">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88"/>
            <p:cNvSpPr/>
            <p:nvPr/>
          </p:nvSpPr>
          <p:spPr>
            <a:xfrm>
              <a:off x="4782463" y="2822583"/>
              <a:ext cx="169700" cy="141675"/>
            </a:xfrm>
            <a:custGeom>
              <a:rect b="b" l="l" r="r" t="t"/>
              <a:pathLst>
                <a:path extrusionOk="0" h="5667" w="6788">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2" name="Google Shape;19042;p88"/>
          <p:cNvGrpSpPr/>
          <p:nvPr/>
        </p:nvGrpSpPr>
        <p:grpSpPr>
          <a:xfrm>
            <a:off x="5512951" y="3000223"/>
            <a:ext cx="357455" cy="338201"/>
            <a:chOff x="5167663" y="2830883"/>
            <a:chExt cx="298900" cy="282800"/>
          </a:xfrm>
        </p:grpSpPr>
        <p:sp>
          <p:nvSpPr>
            <p:cNvPr id="19043" name="Google Shape;19043;p88"/>
            <p:cNvSpPr/>
            <p:nvPr/>
          </p:nvSpPr>
          <p:spPr>
            <a:xfrm>
              <a:off x="5299813" y="2873133"/>
              <a:ext cx="36350" cy="42425"/>
            </a:xfrm>
            <a:custGeom>
              <a:rect b="b" l="l" r="r" t="t"/>
              <a:pathLst>
                <a:path extrusionOk="0" h="1697" w="1454">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88"/>
            <p:cNvSpPr/>
            <p:nvPr/>
          </p:nvSpPr>
          <p:spPr>
            <a:xfrm>
              <a:off x="5221838" y="3006508"/>
              <a:ext cx="29775" cy="43475"/>
            </a:xfrm>
            <a:custGeom>
              <a:rect b="b" l="l" r="r" t="t"/>
              <a:pathLst>
                <a:path extrusionOk="0" h="1739" w="1191">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88"/>
            <p:cNvSpPr/>
            <p:nvPr/>
          </p:nvSpPr>
          <p:spPr>
            <a:xfrm>
              <a:off x="5375438" y="3006508"/>
              <a:ext cx="37525" cy="43475"/>
            </a:xfrm>
            <a:custGeom>
              <a:rect b="b" l="l" r="r" t="t"/>
              <a:pathLst>
                <a:path extrusionOk="0" h="1739" w="1501">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88"/>
            <p:cNvSpPr/>
            <p:nvPr/>
          </p:nvSpPr>
          <p:spPr>
            <a:xfrm>
              <a:off x="5167663" y="2830883"/>
              <a:ext cx="298900" cy="282800"/>
            </a:xfrm>
            <a:custGeom>
              <a:rect b="b" l="l" r="r" t="t"/>
              <a:pathLst>
                <a:path extrusionOk="0" h="11312" w="11956">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7" name="Google Shape;19047;p88"/>
          <p:cNvGrpSpPr/>
          <p:nvPr/>
        </p:nvGrpSpPr>
        <p:grpSpPr>
          <a:xfrm>
            <a:off x="6296159" y="2992569"/>
            <a:ext cx="309768" cy="355123"/>
            <a:chOff x="5695138" y="2824483"/>
            <a:chExt cx="259025" cy="296950"/>
          </a:xfrm>
        </p:grpSpPr>
        <p:sp>
          <p:nvSpPr>
            <p:cNvPr id="19048" name="Google Shape;19048;p88"/>
            <p:cNvSpPr/>
            <p:nvPr/>
          </p:nvSpPr>
          <p:spPr>
            <a:xfrm>
              <a:off x="5787438" y="2947558"/>
              <a:ext cx="75025" cy="8950"/>
            </a:xfrm>
            <a:custGeom>
              <a:rect b="b" l="l" r="r" t="t"/>
              <a:pathLst>
                <a:path extrusionOk="0" h="358" w="3001">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88"/>
            <p:cNvSpPr/>
            <p:nvPr/>
          </p:nvSpPr>
          <p:spPr>
            <a:xfrm>
              <a:off x="5787438" y="2968408"/>
              <a:ext cx="75025" cy="8950"/>
            </a:xfrm>
            <a:custGeom>
              <a:rect b="b" l="l" r="r" t="t"/>
              <a:pathLst>
                <a:path extrusionOk="0" h="358" w="3001">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88"/>
            <p:cNvSpPr/>
            <p:nvPr/>
          </p:nvSpPr>
          <p:spPr>
            <a:xfrm>
              <a:off x="5804088" y="2989233"/>
              <a:ext cx="42300" cy="8950"/>
            </a:xfrm>
            <a:custGeom>
              <a:rect b="b" l="l" r="r" t="t"/>
              <a:pathLst>
                <a:path extrusionOk="0" h="358" w="1692">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88"/>
            <p:cNvSpPr/>
            <p:nvPr/>
          </p:nvSpPr>
          <p:spPr>
            <a:xfrm>
              <a:off x="5695138" y="2824483"/>
              <a:ext cx="259025" cy="296950"/>
            </a:xfrm>
            <a:custGeom>
              <a:rect b="b" l="l" r="r" t="t"/>
              <a:pathLst>
                <a:path extrusionOk="0" h="11878" w="10361">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52" name="Google Shape;19052;p88"/>
          <p:cNvSpPr/>
          <p:nvPr/>
        </p:nvSpPr>
        <p:spPr>
          <a:xfrm>
            <a:off x="6997425" y="2993040"/>
            <a:ext cx="356019" cy="355332"/>
          </a:xfrm>
          <a:custGeom>
            <a:rect b="b" l="l" r="r" t="t"/>
            <a:pathLst>
              <a:path extrusionOk="0" h="11885" w="11908">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88"/>
          <p:cNvSpPr/>
          <p:nvPr/>
        </p:nvSpPr>
        <p:spPr>
          <a:xfrm>
            <a:off x="7749323" y="2992352"/>
            <a:ext cx="341071" cy="356019"/>
          </a:xfrm>
          <a:custGeom>
            <a:rect b="b" l="l" r="r" t="t"/>
            <a:pathLst>
              <a:path extrusionOk="0" h="11908" w="11408">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54" name="Google Shape;19054;p88"/>
          <p:cNvGrpSpPr/>
          <p:nvPr/>
        </p:nvGrpSpPr>
        <p:grpSpPr>
          <a:xfrm>
            <a:off x="7751534" y="3577633"/>
            <a:ext cx="351056" cy="355302"/>
            <a:chOff x="6657238" y="3313708"/>
            <a:chExt cx="293550" cy="297100"/>
          </a:xfrm>
        </p:grpSpPr>
        <p:sp>
          <p:nvSpPr>
            <p:cNvPr id="19055" name="Google Shape;19055;p88"/>
            <p:cNvSpPr/>
            <p:nvPr/>
          </p:nvSpPr>
          <p:spPr>
            <a:xfrm>
              <a:off x="6657238" y="3508983"/>
              <a:ext cx="70300" cy="101825"/>
            </a:xfrm>
            <a:custGeom>
              <a:rect b="b" l="l" r="r" t="t"/>
              <a:pathLst>
                <a:path extrusionOk="0" h="4073" w="2812">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88"/>
            <p:cNvSpPr/>
            <p:nvPr/>
          </p:nvSpPr>
          <p:spPr>
            <a:xfrm>
              <a:off x="6676888" y="3468508"/>
              <a:ext cx="33975" cy="34550"/>
            </a:xfrm>
            <a:custGeom>
              <a:rect b="b" l="l" r="r" t="t"/>
              <a:pathLst>
                <a:path extrusionOk="0" h="1382" w="1359">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88"/>
            <p:cNvSpPr/>
            <p:nvPr/>
          </p:nvSpPr>
          <p:spPr>
            <a:xfrm>
              <a:off x="6676313" y="3313708"/>
              <a:ext cx="34550" cy="34550"/>
            </a:xfrm>
            <a:custGeom>
              <a:rect b="b" l="l" r="r" t="t"/>
              <a:pathLst>
                <a:path extrusionOk="0" h="1382" w="1382">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88"/>
            <p:cNvSpPr/>
            <p:nvPr/>
          </p:nvSpPr>
          <p:spPr>
            <a:xfrm>
              <a:off x="6658438" y="3354783"/>
              <a:ext cx="69100" cy="103625"/>
            </a:xfrm>
            <a:custGeom>
              <a:rect b="b" l="l" r="r" t="t"/>
              <a:pathLst>
                <a:path extrusionOk="0" h="4145" w="2764">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88"/>
            <p:cNvSpPr/>
            <p:nvPr/>
          </p:nvSpPr>
          <p:spPr>
            <a:xfrm>
              <a:off x="6731663" y="3508983"/>
              <a:ext cx="70275" cy="101825"/>
            </a:xfrm>
            <a:custGeom>
              <a:rect b="b" l="l" r="r" t="t"/>
              <a:pathLst>
                <a:path extrusionOk="0" h="4073" w="2811">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88"/>
            <p:cNvSpPr/>
            <p:nvPr/>
          </p:nvSpPr>
          <p:spPr>
            <a:xfrm>
              <a:off x="6751313" y="3468508"/>
              <a:ext cx="33975" cy="34550"/>
            </a:xfrm>
            <a:custGeom>
              <a:rect b="b" l="l" r="r" t="t"/>
              <a:pathLst>
                <a:path extrusionOk="0" h="1382" w="1359">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88"/>
            <p:cNvSpPr/>
            <p:nvPr/>
          </p:nvSpPr>
          <p:spPr>
            <a:xfrm>
              <a:off x="6751313" y="3313708"/>
              <a:ext cx="33975" cy="34550"/>
            </a:xfrm>
            <a:custGeom>
              <a:rect b="b" l="l" r="r" t="t"/>
              <a:pathLst>
                <a:path extrusionOk="0" h="1382" w="1359">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88"/>
            <p:cNvSpPr/>
            <p:nvPr/>
          </p:nvSpPr>
          <p:spPr>
            <a:xfrm>
              <a:off x="6732863" y="3354783"/>
              <a:ext cx="69075" cy="103625"/>
            </a:xfrm>
            <a:custGeom>
              <a:rect b="b" l="l" r="r" t="t"/>
              <a:pathLst>
                <a:path extrusionOk="0" h="4145" w="2763">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88"/>
            <p:cNvSpPr/>
            <p:nvPr/>
          </p:nvSpPr>
          <p:spPr>
            <a:xfrm>
              <a:off x="6806088" y="3508983"/>
              <a:ext cx="70275" cy="101825"/>
            </a:xfrm>
            <a:custGeom>
              <a:rect b="b" l="l" r="r" t="t"/>
              <a:pathLst>
                <a:path extrusionOk="0" h="4073" w="2811">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88"/>
            <p:cNvSpPr/>
            <p:nvPr/>
          </p:nvSpPr>
          <p:spPr>
            <a:xfrm>
              <a:off x="6825738" y="3468508"/>
              <a:ext cx="33950" cy="34550"/>
            </a:xfrm>
            <a:custGeom>
              <a:rect b="b" l="l" r="r" t="t"/>
              <a:pathLst>
                <a:path extrusionOk="0" h="1382" w="1358">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88"/>
            <p:cNvSpPr/>
            <p:nvPr/>
          </p:nvSpPr>
          <p:spPr>
            <a:xfrm>
              <a:off x="6825738" y="3313708"/>
              <a:ext cx="33950" cy="34550"/>
            </a:xfrm>
            <a:custGeom>
              <a:rect b="b" l="l" r="r" t="t"/>
              <a:pathLst>
                <a:path extrusionOk="0" h="1382" w="1358">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88"/>
            <p:cNvSpPr/>
            <p:nvPr/>
          </p:nvSpPr>
          <p:spPr>
            <a:xfrm>
              <a:off x="6807288" y="3354783"/>
              <a:ext cx="69075" cy="103625"/>
            </a:xfrm>
            <a:custGeom>
              <a:rect b="b" l="l" r="r" t="t"/>
              <a:pathLst>
                <a:path extrusionOk="0" h="4145" w="2763">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88"/>
            <p:cNvSpPr/>
            <p:nvPr/>
          </p:nvSpPr>
          <p:spPr>
            <a:xfrm>
              <a:off x="6880513" y="3508983"/>
              <a:ext cx="70275" cy="101825"/>
            </a:xfrm>
            <a:custGeom>
              <a:rect b="b" l="l" r="r" t="t"/>
              <a:pathLst>
                <a:path extrusionOk="0" h="4073" w="2811">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88"/>
            <p:cNvSpPr/>
            <p:nvPr/>
          </p:nvSpPr>
          <p:spPr>
            <a:xfrm>
              <a:off x="6900163" y="3468508"/>
              <a:ext cx="33950" cy="34550"/>
            </a:xfrm>
            <a:custGeom>
              <a:rect b="b" l="l" r="r" t="t"/>
              <a:pathLst>
                <a:path extrusionOk="0" h="1382" w="1358">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88"/>
            <p:cNvSpPr/>
            <p:nvPr/>
          </p:nvSpPr>
          <p:spPr>
            <a:xfrm>
              <a:off x="6900163" y="3313708"/>
              <a:ext cx="33950" cy="34550"/>
            </a:xfrm>
            <a:custGeom>
              <a:rect b="b" l="l" r="r" t="t"/>
              <a:pathLst>
                <a:path extrusionOk="0" h="1382" w="1358">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88"/>
            <p:cNvSpPr/>
            <p:nvPr/>
          </p:nvSpPr>
          <p:spPr>
            <a:xfrm>
              <a:off x="6881713" y="3354783"/>
              <a:ext cx="69075" cy="103625"/>
            </a:xfrm>
            <a:custGeom>
              <a:rect b="b" l="l" r="r" t="t"/>
              <a:pathLst>
                <a:path extrusionOk="0" h="4145" w="2763">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71" name="Google Shape;19071;p88"/>
          <p:cNvSpPr/>
          <p:nvPr/>
        </p:nvSpPr>
        <p:spPr>
          <a:xfrm>
            <a:off x="7126312" y="3730663"/>
            <a:ext cx="103984" cy="10703"/>
          </a:xfrm>
          <a:custGeom>
            <a:rect b="b" l="l" r="r" t="t"/>
            <a:pathLst>
              <a:path extrusionOk="0" h="358" w="3478">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88"/>
          <p:cNvSpPr/>
          <p:nvPr/>
        </p:nvSpPr>
        <p:spPr>
          <a:xfrm>
            <a:off x="7126312" y="3757002"/>
            <a:ext cx="103984" cy="10733"/>
          </a:xfrm>
          <a:custGeom>
            <a:rect b="b" l="l" r="r" t="t"/>
            <a:pathLst>
              <a:path extrusionOk="0" h="359" w="3478">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88"/>
          <p:cNvSpPr/>
          <p:nvPr/>
        </p:nvSpPr>
        <p:spPr>
          <a:xfrm>
            <a:off x="7149811" y="3781937"/>
            <a:ext cx="56985" cy="10703"/>
          </a:xfrm>
          <a:custGeom>
            <a:rect b="b" l="l" r="r" t="t"/>
            <a:pathLst>
              <a:path extrusionOk="0" h="358" w="1906">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88"/>
          <p:cNvSpPr/>
          <p:nvPr/>
        </p:nvSpPr>
        <p:spPr>
          <a:xfrm>
            <a:off x="7007411" y="3579025"/>
            <a:ext cx="337513" cy="355302"/>
          </a:xfrm>
          <a:custGeom>
            <a:rect b="b" l="l" r="r" t="t"/>
            <a:pathLst>
              <a:path extrusionOk="0" h="11884" w="11289">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75" name="Google Shape;19075;p88"/>
          <p:cNvGrpSpPr/>
          <p:nvPr/>
        </p:nvGrpSpPr>
        <p:grpSpPr>
          <a:xfrm>
            <a:off x="6273377" y="3579068"/>
            <a:ext cx="356019" cy="355302"/>
            <a:chOff x="5676088" y="3314908"/>
            <a:chExt cx="297700" cy="297100"/>
          </a:xfrm>
        </p:grpSpPr>
        <p:sp>
          <p:nvSpPr>
            <p:cNvPr id="19076" name="Google Shape;19076;p88"/>
            <p:cNvSpPr/>
            <p:nvPr/>
          </p:nvSpPr>
          <p:spPr>
            <a:xfrm>
              <a:off x="5751113" y="3426508"/>
              <a:ext cx="203050" cy="108700"/>
            </a:xfrm>
            <a:custGeom>
              <a:rect b="b" l="l" r="r" t="t"/>
              <a:pathLst>
                <a:path extrusionOk="0" h="4348" w="8122">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88"/>
            <p:cNvSpPr/>
            <p:nvPr/>
          </p:nvSpPr>
          <p:spPr>
            <a:xfrm>
              <a:off x="5676088" y="3314908"/>
              <a:ext cx="297700" cy="297100"/>
            </a:xfrm>
            <a:custGeom>
              <a:rect b="b" l="l" r="r" t="t"/>
              <a:pathLst>
                <a:path extrusionOk="0" h="11884" w="11908">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8" name="Google Shape;19078;p88"/>
          <p:cNvGrpSpPr/>
          <p:nvPr/>
        </p:nvGrpSpPr>
        <p:grpSpPr>
          <a:xfrm>
            <a:off x="5513639" y="3576916"/>
            <a:ext cx="356049" cy="355332"/>
            <a:chOff x="5168238" y="3313108"/>
            <a:chExt cx="297725" cy="297125"/>
          </a:xfrm>
        </p:grpSpPr>
        <p:sp>
          <p:nvSpPr>
            <p:cNvPr id="19079" name="Google Shape;19079;p88"/>
            <p:cNvSpPr/>
            <p:nvPr/>
          </p:nvSpPr>
          <p:spPr>
            <a:xfrm>
              <a:off x="5374238" y="3513858"/>
              <a:ext cx="28600" cy="41000"/>
            </a:xfrm>
            <a:custGeom>
              <a:rect b="b" l="l" r="r" t="t"/>
              <a:pathLst>
                <a:path extrusionOk="0" h="1640" w="1144">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88"/>
            <p:cNvSpPr/>
            <p:nvPr/>
          </p:nvSpPr>
          <p:spPr>
            <a:xfrm>
              <a:off x="5374238" y="3367883"/>
              <a:ext cx="26825" cy="42300"/>
            </a:xfrm>
            <a:custGeom>
              <a:rect b="b" l="l" r="r" t="t"/>
              <a:pathLst>
                <a:path extrusionOk="0" h="1692" w="1073">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88"/>
            <p:cNvSpPr/>
            <p:nvPr/>
          </p:nvSpPr>
          <p:spPr>
            <a:xfrm>
              <a:off x="5234338" y="3369683"/>
              <a:ext cx="17275" cy="40775"/>
            </a:xfrm>
            <a:custGeom>
              <a:rect b="b" l="l" r="r" t="t"/>
              <a:pathLst>
                <a:path extrusionOk="0" h="1631" w="691">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88"/>
            <p:cNvSpPr/>
            <p:nvPr/>
          </p:nvSpPr>
          <p:spPr>
            <a:xfrm>
              <a:off x="5231363" y="3512558"/>
              <a:ext cx="25625" cy="41700"/>
            </a:xfrm>
            <a:custGeom>
              <a:rect b="b" l="l" r="r" t="t"/>
              <a:pathLst>
                <a:path extrusionOk="0" h="1668" w="1025">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88"/>
            <p:cNvSpPr/>
            <p:nvPr/>
          </p:nvSpPr>
          <p:spPr>
            <a:xfrm>
              <a:off x="5168238" y="3313108"/>
              <a:ext cx="297725" cy="297125"/>
            </a:xfrm>
            <a:custGeom>
              <a:rect b="b" l="l" r="r" t="t"/>
              <a:pathLst>
                <a:path extrusionOk="0" h="11885" w="11909">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84" name="Google Shape;19084;p88"/>
          <p:cNvSpPr/>
          <p:nvPr/>
        </p:nvSpPr>
        <p:spPr>
          <a:xfrm>
            <a:off x="4760267" y="3576154"/>
            <a:ext cx="366005" cy="355780"/>
          </a:xfrm>
          <a:custGeom>
            <a:rect b="b" l="l" r="r" t="t"/>
            <a:pathLst>
              <a:path extrusionOk="0" h="11900" w="12242">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85" name="Google Shape;19085;p88"/>
          <p:cNvGrpSpPr/>
          <p:nvPr/>
        </p:nvGrpSpPr>
        <p:grpSpPr>
          <a:xfrm>
            <a:off x="4024091" y="3577633"/>
            <a:ext cx="351056" cy="355302"/>
            <a:chOff x="4177563" y="3313708"/>
            <a:chExt cx="293550" cy="297100"/>
          </a:xfrm>
        </p:grpSpPr>
        <p:sp>
          <p:nvSpPr>
            <p:cNvPr id="19086" name="Google Shape;19086;p88"/>
            <p:cNvSpPr/>
            <p:nvPr/>
          </p:nvSpPr>
          <p:spPr>
            <a:xfrm>
              <a:off x="4281763" y="3352408"/>
              <a:ext cx="165525" cy="8950"/>
            </a:xfrm>
            <a:custGeom>
              <a:rect b="b" l="l" r="r" t="t"/>
              <a:pathLst>
                <a:path extrusionOk="0" h="358" w="6621">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88"/>
            <p:cNvSpPr/>
            <p:nvPr/>
          </p:nvSpPr>
          <p:spPr>
            <a:xfrm>
              <a:off x="4281763" y="3372658"/>
              <a:ext cx="120875" cy="8950"/>
            </a:xfrm>
            <a:custGeom>
              <a:rect b="b" l="l" r="r" t="t"/>
              <a:pathLst>
                <a:path extrusionOk="0" h="358" w="4835">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88"/>
            <p:cNvSpPr/>
            <p:nvPr/>
          </p:nvSpPr>
          <p:spPr>
            <a:xfrm>
              <a:off x="4281763" y="3442908"/>
              <a:ext cx="165525" cy="8950"/>
            </a:xfrm>
            <a:custGeom>
              <a:rect b="b" l="l" r="r" t="t"/>
              <a:pathLst>
                <a:path extrusionOk="0" h="358" w="6621">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88"/>
            <p:cNvSpPr/>
            <p:nvPr/>
          </p:nvSpPr>
          <p:spPr>
            <a:xfrm>
              <a:off x="4281763" y="3463733"/>
              <a:ext cx="120875" cy="8975"/>
            </a:xfrm>
            <a:custGeom>
              <a:rect b="b" l="l" r="r" t="t"/>
              <a:pathLst>
                <a:path extrusionOk="0" h="359" w="4835">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88"/>
            <p:cNvSpPr/>
            <p:nvPr/>
          </p:nvSpPr>
          <p:spPr>
            <a:xfrm>
              <a:off x="4238888" y="3339908"/>
              <a:ext cx="18475" cy="48275"/>
            </a:xfrm>
            <a:custGeom>
              <a:rect b="b" l="l" r="r" t="t"/>
              <a:pathLst>
                <a:path extrusionOk="0" h="1931" w="739">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88"/>
            <p:cNvSpPr/>
            <p:nvPr/>
          </p:nvSpPr>
          <p:spPr>
            <a:xfrm>
              <a:off x="4200188" y="3338908"/>
              <a:ext cx="32175" cy="50700"/>
            </a:xfrm>
            <a:custGeom>
              <a:rect b="b" l="l" r="r" t="t"/>
              <a:pathLst>
                <a:path extrusionOk="0" h="2028" w="1287">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88"/>
            <p:cNvSpPr/>
            <p:nvPr/>
          </p:nvSpPr>
          <p:spPr>
            <a:xfrm>
              <a:off x="4236513" y="3431583"/>
              <a:ext cx="30375" cy="47650"/>
            </a:xfrm>
            <a:custGeom>
              <a:rect b="b" l="l" r="r" t="t"/>
              <a:pathLst>
                <a:path extrusionOk="0" h="1906" w="1215">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88"/>
            <p:cNvSpPr/>
            <p:nvPr/>
          </p:nvSpPr>
          <p:spPr>
            <a:xfrm>
              <a:off x="4200188" y="3431008"/>
              <a:ext cx="30400" cy="47675"/>
            </a:xfrm>
            <a:custGeom>
              <a:rect b="b" l="l" r="r" t="t"/>
              <a:pathLst>
                <a:path extrusionOk="0" h="1907" w="1216">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88"/>
            <p:cNvSpPr/>
            <p:nvPr/>
          </p:nvSpPr>
          <p:spPr>
            <a:xfrm>
              <a:off x="4237113" y="3522083"/>
              <a:ext cx="29200" cy="47050"/>
            </a:xfrm>
            <a:custGeom>
              <a:rect b="b" l="l" r="r" t="t"/>
              <a:pathLst>
                <a:path extrusionOk="0" h="1882" w="1168">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88"/>
            <p:cNvSpPr/>
            <p:nvPr/>
          </p:nvSpPr>
          <p:spPr>
            <a:xfrm>
              <a:off x="4200188" y="3521483"/>
              <a:ext cx="30400" cy="47650"/>
            </a:xfrm>
            <a:custGeom>
              <a:rect b="b" l="l" r="r" t="t"/>
              <a:pathLst>
                <a:path extrusionOk="0" h="1906" w="1216">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88"/>
            <p:cNvSpPr/>
            <p:nvPr/>
          </p:nvSpPr>
          <p:spPr>
            <a:xfrm>
              <a:off x="4281763" y="3533408"/>
              <a:ext cx="165525" cy="8950"/>
            </a:xfrm>
            <a:custGeom>
              <a:rect b="b" l="l" r="r" t="t"/>
              <a:pathLst>
                <a:path extrusionOk="0" h="358" w="6621">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88"/>
            <p:cNvSpPr/>
            <p:nvPr/>
          </p:nvSpPr>
          <p:spPr>
            <a:xfrm>
              <a:off x="4281763" y="3554233"/>
              <a:ext cx="120875" cy="8950"/>
            </a:xfrm>
            <a:custGeom>
              <a:rect b="b" l="l" r="r" t="t"/>
              <a:pathLst>
                <a:path extrusionOk="0" h="358" w="4835">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88"/>
            <p:cNvSpPr/>
            <p:nvPr/>
          </p:nvSpPr>
          <p:spPr>
            <a:xfrm>
              <a:off x="4177563" y="3313708"/>
              <a:ext cx="293550" cy="297100"/>
            </a:xfrm>
            <a:custGeom>
              <a:rect b="b" l="l" r="r" t="t"/>
              <a:pathLst>
                <a:path extrusionOk="0" h="11884" w="11742">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99" name="Google Shape;19099;p88"/>
          <p:cNvSpPr/>
          <p:nvPr/>
        </p:nvSpPr>
        <p:spPr>
          <a:xfrm>
            <a:off x="3247951" y="3577470"/>
            <a:ext cx="356019" cy="356139"/>
          </a:xfrm>
          <a:custGeom>
            <a:rect b="b" l="l" r="r" t="t"/>
            <a:pathLst>
              <a:path extrusionOk="0" h="11912" w="11908">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00" name="Google Shape;19100;p88"/>
          <p:cNvGrpSpPr/>
          <p:nvPr/>
        </p:nvGrpSpPr>
        <p:grpSpPr>
          <a:xfrm>
            <a:off x="2543093" y="3577633"/>
            <a:ext cx="354584" cy="354614"/>
            <a:chOff x="3194038" y="3313708"/>
            <a:chExt cx="296500" cy="296525"/>
          </a:xfrm>
        </p:grpSpPr>
        <p:sp>
          <p:nvSpPr>
            <p:cNvPr id="19101" name="Google Shape;19101;p88"/>
            <p:cNvSpPr/>
            <p:nvPr/>
          </p:nvSpPr>
          <p:spPr>
            <a:xfrm>
              <a:off x="3213088" y="3332633"/>
              <a:ext cx="124450" cy="122800"/>
            </a:xfrm>
            <a:custGeom>
              <a:rect b="b" l="l" r="r" t="t"/>
              <a:pathLst>
                <a:path extrusionOk="0" h="4912" w="4978">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88"/>
            <p:cNvSpPr/>
            <p:nvPr/>
          </p:nvSpPr>
          <p:spPr>
            <a:xfrm>
              <a:off x="3349413" y="3468508"/>
              <a:ext cx="122675" cy="123850"/>
            </a:xfrm>
            <a:custGeom>
              <a:rect b="b" l="l" r="r" t="t"/>
              <a:pathLst>
                <a:path extrusionOk="0" h="4954" w="4907">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88"/>
            <p:cNvSpPr/>
            <p:nvPr/>
          </p:nvSpPr>
          <p:spPr>
            <a:xfrm>
              <a:off x="3349413" y="3313708"/>
              <a:ext cx="141125" cy="142325"/>
            </a:xfrm>
            <a:custGeom>
              <a:rect b="b" l="l" r="r" t="t"/>
              <a:pathLst>
                <a:path extrusionOk="0" h="5693" w="5645">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88"/>
            <p:cNvSpPr/>
            <p:nvPr/>
          </p:nvSpPr>
          <p:spPr>
            <a:xfrm>
              <a:off x="3194038" y="3468508"/>
              <a:ext cx="142300" cy="141725"/>
            </a:xfrm>
            <a:custGeom>
              <a:rect b="b" l="l" r="r" t="t"/>
              <a:pathLst>
                <a:path extrusionOk="0" h="5669" w="5692">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88"/>
            <p:cNvSpPr/>
            <p:nvPr/>
          </p:nvSpPr>
          <p:spPr>
            <a:xfrm>
              <a:off x="3386938" y="3362533"/>
              <a:ext cx="66100" cy="8950"/>
            </a:xfrm>
            <a:custGeom>
              <a:rect b="b" l="l" r="r" t="t"/>
              <a:pathLst>
                <a:path extrusionOk="0" h="358" w="2644">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88"/>
            <p:cNvSpPr/>
            <p:nvPr/>
          </p:nvSpPr>
          <p:spPr>
            <a:xfrm>
              <a:off x="3386338" y="3380383"/>
              <a:ext cx="67300" cy="8950"/>
            </a:xfrm>
            <a:custGeom>
              <a:rect b="b" l="l" r="r" t="t"/>
              <a:pathLst>
                <a:path extrusionOk="0" h="358" w="2692">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88"/>
            <p:cNvSpPr/>
            <p:nvPr/>
          </p:nvSpPr>
          <p:spPr>
            <a:xfrm>
              <a:off x="3400613" y="3398858"/>
              <a:ext cx="38725" cy="8950"/>
            </a:xfrm>
            <a:custGeom>
              <a:rect b="b" l="l" r="r" t="t"/>
              <a:pathLst>
                <a:path extrusionOk="0" h="358" w="1549">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88"/>
            <p:cNvSpPr/>
            <p:nvPr/>
          </p:nvSpPr>
          <p:spPr>
            <a:xfrm>
              <a:off x="3232138" y="3517333"/>
              <a:ext cx="66700" cy="8950"/>
            </a:xfrm>
            <a:custGeom>
              <a:rect b="b" l="l" r="r" t="t"/>
              <a:pathLst>
                <a:path extrusionOk="0" h="358" w="2668">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88"/>
            <p:cNvSpPr/>
            <p:nvPr/>
          </p:nvSpPr>
          <p:spPr>
            <a:xfrm>
              <a:off x="3231538" y="3535783"/>
              <a:ext cx="67300" cy="8950"/>
            </a:xfrm>
            <a:custGeom>
              <a:rect b="b" l="l" r="r" t="t"/>
              <a:pathLst>
                <a:path extrusionOk="0" h="358" w="2692">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88"/>
            <p:cNvSpPr/>
            <p:nvPr/>
          </p:nvSpPr>
          <p:spPr>
            <a:xfrm>
              <a:off x="3245813" y="3553633"/>
              <a:ext cx="38725" cy="8950"/>
            </a:xfrm>
            <a:custGeom>
              <a:rect b="b" l="l" r="r" t="t"/>
              <a:pathLst>
                <a:path extrusionOk="0" h="358" w="1549">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1" name="Google Shape;19111;p88"/>
          <p:cNvGrpSpPr/>
          <p:nvPr/>
        </p:nvGrpSpPr>
        <p:grpSpPr>
          <a:xfrm>
            <a:off x="1778362" y="3587320"/>
            <a:ext cx="359577" cy="338051"/>
            <a:chOff x="2682013" y="3321808"/>
            <a:chExt cx="300675" cy="282675"/>
          </a:xfrm>
        </p:grpSpPr>
        <p:sp>
          <p:nvSpPr>
            <p:cNvPr id="19112" name="Google Shape;19112;p88"/>
            <p:cNvSpPr/>
            <p:nvPr/>
          </p:nvSpPr>
          <p:spPr>
            <a:xfrm>
              <a:off x="2682613" y="3321808"/>
              <a:ext cx="202450" cy="86000"/>
            </a:xfrm>
            <a:custGeom>
              <a:rect b="b" l="l" r="r" t="t"/>
              <a:pathLst>
                <a:path extrusionOk="0" h="3440" w="8098">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88"/>
            <p:cNvSpPr/>
            <p:nvPr/>
          </p:nvSpPr>
          <p:spPr>
            <a:xfrm>
              <a:off x="2682613" y="3419283"/>
              <a:ext cx="252450" cy="86750"/>
            </a:xfrm>
            <a:custGeom>
              <a:rect b="b" l="l" r="r" t="t"/>
              <a:pathLst>
                <a:path extrusionOk="0" h="3470" w="10098">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88"/>
            <p:cNvSpPr/>
            <p:nvPr/>
          </p:nvSpPr>
          <p:spPr>
            <a:xfrm>
              <a:off x="2682013" y="3517908"/>
              <a:ext cx="300675" cy="86575"/>
            </a:xfrm>
            <a:custGeom>
              <a:rect b="b" l="l" r="r" t="t"/>
              <a:pathLst>
                <a:path extrusionOk="0" h="3463" w="12027">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5" name="Google Shape;19115;p88"/>
          <p:cNvGrpSpPr/>
          <p:nvPr/>
        </p:nvGrpSpPr>
        <p:grpSpPr>
          <a:xfrm>
            <a:off x="1091246" y="3576916"/>
            <a:ext cx="291261" cy="356737"/>
            <a:chOff x="2234888" y="3313108"/>
            <a:chExt cx="243550" cy="298300"/>
          </a:xfrm>
        </p:grpSpPr>
        <p:sp>
          <p:nvSpPr>
            <p:cNvPr id="19116" name="Google Shape;19116;p88"/>
            <p:cNvSpPr/>
            <p:nvPr/>
          </p:nvSpPr>
          <p:spPr>
            <a:xfrm>
              <a:off x="2373013" y="3497083"/>
              <a:ext cx="104825" cy="114325"/>
            </a:xfrm>
            <a:custGeom>
              <a:rect b="b" l="l" r="r" t="t"/>
              <a:pathLst>
                <a:path extrusionOk="0" h="4573" w="4193">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88"/>
            <p:cNvSpPr/>
            <p:nvPr/>
          </p:nvSpPr>
          <p:spPr>
            <a:xfrm>
              <a:off x="2403388" y="3432158"/>
              <a:ext cx="29800" cy="46500"/>
            </a:xfrm>
            <a:custGeom>
              <a:rect b="b" l="l" r="r" t="t"/>
              <a:pathLst>
                <a:path extrusionOk="0" h="1860" w="1192">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88"/>
            <p:cNvSpPr/>
            <p:nvPr/>
          </p:nvSpPr>
          <p:spPr>
            <a:xfrm>
              <a:off x="2367063" y="3431983"/>
              <a:ext cx="32175" cy="44275"/>
            </a:xfrm>
            <a:custGeom>
              <a:rect b="b" l="l" r="r" t="t"/>
              <a:pathLst>
                <a:path extrusionOk="0" h="1771" w="1287">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88"/>
            <p:cNvSpPr/>
            <p:nvPr/>
          </p:nvSpPr>
          <p:spPr>
            <a:xfrm>
              <a:off x="2448638" y="3430508"/>
              <a:ext cx="25025" cy="46350"/>
            </a:xfrm>
            <a:custGeom>
              <a:rect b="b" l="l" r="r" t="t"/>
              <a:pathLst>
                <a:path extrusionOk="0" h="1854" w="1001">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88"/>
            <p:cNvSpPr/>
            <p:nvPr/>
          </p:nvSpPr>
          <p:spPr>
            <a:xfrm>
              <a:off x="2443863" y="3435158"/>
              <a:ext cx="10150" cy="10150"/>
            </a:xfrm>
            <a:custGeom>
              <a:rect b="b" l="l" r="r" t="t"/>
              <a:pathLst>
                <a:path extrusionOk="0" h="406" w="406">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88"/>
            <p:cNvSpPr/>
            <p:nvPr/>
          </p:nvSpPr>
          <p:spPr>
            <a:xfrm>
              <a:off x="2468288" y="3464333"/>
              <a:ext cx="10150" cy="10150"/>
            </a:xfrm>
            <a:custGeom>
              <a:rect b="b" l="l" r="r" t="t"/>
              <a:pathLst>
                <a:path extrusionOk="0" h="406" w="406">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88"/>
            <p:cNvSpPr/>
            <p:nvPr/>
          </p:nvSpPr>
          <p:spPr>
            <a:xfrm>
              <a:off x="2234888" y="3380983"/>
              <a:ext cx="107800" cy="230350"/>
            </a:xfrm>
            <a:custGeom>
              <a:rect b="b" l="l" r="r" t="t"/>
              <a:pathLst>
                <a:path extrusionOk="0" h="9214" w="4312">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88"/>
            <p:cNvSpPr/>
            <p:nvPr/>
          </p:nvSpPr>
          <p:spPr>
            <a:xfrm>
              <a:off x="2259913" y="3313108"/>
              <a:ext cx="58375" cy="58375"/>
            </a:xfrm>
            <a:custGeom>
              <a:rect b="b" l="l" r="r" t="t"/>
              <a:pathLst>
                <a:path extrusionOk="0" h="2335" w="2335">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4" name="Google Shape;19124;p88"/>
          <p:cNvGrpSpPr/>
          <p:nvPr/>
        </p:nvGrpSpPr>
        <p:grpSpPr>
          <a:xfrm>
            <a:off x="1058508" y="4145805"/>
            <a:ext cx="357455" cy="356019"/>
            <a:chOff x="2207513" y="3788808"/>
            <a:chExt cx="298900" cy="297700"/>
          </a:xfrm>
        </p:grpSpPr>
        <p:sp>
          <p:nvSpPr>
            <p:cNvPr id="19125" name="Google Shape;19125;p88"/>
            <p:cNvSpPr/>
            <p:nvPr/>
          </p:nvSpPr>
          <p:spPr>
            <a:xfrm>
              <a:off x="2208113" y="3788808"/>
              <a:ext cx="298300" cy="297700"/>
            </a:xfrm>
            <a:custGeom>
              <a:rect b="b" l="l" r="r" t="t"/>
              <a:pathLst>
                <a:path extrusionOk="0" h="11908" w="11932">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88"/>
            <p:cNvSpPr/>
            <p:nvPr/>
          </p:nvSpPr>
          <p:spPr>
            <a:xfrm>
              <a:off x="2207513" y="3944183"/>
              <a:ext cx="142325" cy="142325"/>
            </a:xfrm>
            <a:custGeom>
              <a:rect b="b" l="l" r="r" t="t"/>
              <a:pathLst>
                <a:path extrusionOk="0" h="5693" w="5693">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88"/>
            <p:cNvSpPr/>
            <p:nvPr/>
          </p:nvSpPr>
          <p:spPr>
            <a:xfrm>
              <a:off x="2280138" y="3861433"/>
              <a:ext cx="153050" cy="153625"/>
            </a:xfrm>
            <a:custGeom>
              <a:rect b="b" l="l" r="r" t="t"/>
              <a:pathLst>
                <a:path extrusionOk="0" h="6145" w="6122">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88"/>
            <p:cNvSpPr/>
            <p:nvPr/>
          </p:nvSpPr>
          <p:spPr>
            <a:xfrm>
              <a:off x="2323013" y="3915033"/>
              <a:ext cx="67300" cy="8950"/>
            </a:xfrm>
            <a:custGeom>
              <a:rect b="b" l="l" r="r" t="t"/>
              <a:pathLst>
                <a:path extrusionOk="0" h="358" w="2692">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88"/>
            <p:cNvSpPr/>
            <p:nvPr/>
          </p:nvSpPr>
          <p:spPr>
            <a:xfrm>
              <a:off x="2323013" y="3934083"/>
              <a:ext cx="67300" cy="8950"/>
            </a:xfrm>
            <a:custGeom>
              <a:rect b="b" l="l" r="r" t="t"/>
              <a:pathLst>
                <a:path extrusionOk="0" h="358" w="2692">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88"/>
            <p:cNvSpPr/>
            <p:nvPr/>
          </p:nvSpPr>
          <p:spPr>
            <a:xfrm>
              <a:off x="2337313" y="3951933"/>
              <a:ext cx="38725" cy="8950"/>
            </a:xfrm>
            <a:custGeom>
              <a:rect b="b" l="l" r="r" t="t"/>
              <a:pathLst>
                <a:path extrusionOk="0" h="358" w="1549">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1" name="Google Shape;19131;p88"/>
          <p:cNvGrpSpPr/>
          <p:nvPr/>
        </p:nvGrpSpPr>
        <p:grpSpPr>
          <a:xfrm>
            <a:off x="1781920" y="4147061"/>
            <a:ext cx="353897" cy="354046"/>
            <a:chOff x="2684988" y="3789858"/>
            <a:chExt cx="295925" cy="296050"/>
          </a:xfrm>
        </p:grpSpPr>
        <p:sp>
          <p:nvSpPr>
            <p:cNvPr id="19132" name="Google Shape;19132;p88"/>
            <p:cNvSpPr/>
            <p:nvPr/>
          </p:nvSpPr>
          <p:spPr>
            <a:xfrm>
              <a:off x="2760613" y="3789858"/>
              <a:ext cx="144700" cy="162700"/>
            </a:xfrm>
            <a:custGeom>
              <a:rect b="b" l="l" r="r" t="t"/>
              <a:pathLst>
                <a:path extrusionOk="0" h="6508" w="5788">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88"/>
            <p:cNvSpPr/>
            <p:nvPr/>
          </p:nvSpPr>
          <p:spPr>
            <a:xfrm>
              <a:off x="2684988" y="3923058"/>
              <a:ext cx="144100" cy="162850"/>
            </a:xfrm>
            <a:custGeom>
              <a:rect b="b" l="l" r="r" t="t"/>
              <a:pathLst>
                <a:path extrusionOk="0" h="6514" w="5764">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88"/>
            <p:cNvSpPr/>
            <p:nvPr/>
          </p:nvSpPr>
          <p:spPr>
            <a:xfrm>
              <a:off x="2836813" y="3922458"/>
              <a:ext cx="144100" cy="162275"/>
            </a:xfrm>
            <a:custGeom>
              <a:rect b="b" l="l" r="r" t="t"/>
              <a:pathLst>
                <a:path extrusionOk="0" h="6491" w="5764">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88"/>
            <p:cNvSpPr/>
            <p:nvPr/>
          </p:nvSpPr>
          <p:spPr>
            <a:xfrm>
              <a:off x="2796338" y="3848333"/>
              <a:ext cx="73850" cy="8975"/>
            </a:xfrm>
            <a:custGeom>
              <a:rect b="b" l="l" r="r" t="t"/>
              <a:pathLst>
                <a:path extrusionOk="0" h="359" w="2954">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88"/>
            <p:cNvSpPr/>
            <p:nvPr/>
          </p:nvSpPr>
          <p:spPr>
            <a:xfrm>
              <a:off x="2796338" y="3866808"/>
              <a:ext cx="73850" cy="8950"/>
            </a:xfrm>
            <a:custGeom>
              <a:rect b="b" l="l" r="r" t="t"/>
              <a:pathLst>
                <a:path extrusionOk="0" h="358" w="2954">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88"/>
            <p:cNvSpPr/>
            <p:nvPr/>
          </p:nvSpPr>
          <p:spPr>
            <a:xfrm>
              <a:off x="2812413" y="3885258"/>
              <a:ext cx="41700" cy="8950"/>
            </a:xfrm>
            <a:custGeom>
              <a:rect b="b" l="l" r="r" t="t"/>
              <a:pathLst>
                <a:path extrusionOk="0" h="358" w="1668">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88"/>
            <p:cNvSpPr/>
            <p:nvPr/>
          </p:nvSpPr>
          <p:spPr>
            <a:xfrm>
              <a:off x="2873138" y="3981708"/>
              <a:ext cx="73850" cy="8950"/>
            </a:xfrm>
            <a:custGeom>
              <a:rect b="b" l="l" r="r" t="t"/>
              <a:pathLst>
                <a:path extrusionOk="0" h="358" w="2954">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88"/>
            <p:cNvSpPr/>
            <p:nvPr/>
          </p:nvSpPr>
          <p:spPr>
            <a:xfrm>
              <a:off x="2873138" y="4000158"/>
              <a:ext cx="74425" cy="8950"/>
            </a:xfrm>
            <a:custGeom>
              <a:rect b="b" l="l" r="r" t="t"/>
              <a:pathLst>
                <a:path extrusionOk="0" h="358" w="2977">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88"/>
            <p:cNvSpPr/>
            <p:nvPr/>
          </p:nvSpPr>
          <p:spPr>
            <a:xfrm>
              <a:off x="2888613" y="4018608"/>
              <a:ext cx="41100" cy="8950"/>
            </a:xfrm>
            <a:custGeom>
              <a:rect b="b" l="l" r="r" t="t"/>
              <a:pathLst>
                <a:path extrusionOk="0" h="358" w="1644">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88"/>
            <p:cNvSpPr/>
            <p:nvPr/>
          </p:nvSpPr>
          <p:spPr>
            <a:xfrm>
              <a:off x="2720113" y="3981708"/>
              <a:ext cx="73250" cy="8950"/>
            </a:xfrm>
            <a:custGeom>
              <a:rect b="b" l="l" r="r" t="t"/>
              <a:pathLst>
                <a:path extrusionOk="0" h="358" w="293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88"/>
            <p:cNvSpPr/>
            <p:nvPr/>
          </p:nvSpPr>
          <p:spPr>
            <a:xfrm>
              <a:off x="2720113" y="4000158"/>
              <a:ext cx="74450" cy="8950"/>
            </a:xfrm>
            <a:custGeom>
              <a:rect b="b" l="l" r="r" t="t"/>
              <a:pathLst>
                <a:path extrusionOk="0" h="358" w="2978">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88"/>
            <p:cNvSpPr/>
            <p:nvPr/>
          </p:nvSpPr>
          <p:spPr>
            <a:xfrm>
              <a:off x="2735588" y="4018608"/>
              <a:ext cx="41125" cy="8950"/>
            </a:xfrm>
            <a:custGeom>
              <a:rect b="b" l="l" r="r" t="t"/>
              <a:pathLst>
                <a:path extrusionOk="0" h="358" w="1645">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4" name="Google Shape;19144;p88"/>
          <p:cNvGrpSpPr/>
          <p:nvPr/>
        </p:nvGrpSpPr>
        <p:grpSpPr>
          <a:xfrm>
            <a:off x="2544498" y="4161412"/>
            <a:ext cx="356019" cy="326899"/>
            <a:chOff x="3195213" y="3801858"/>
            <a:chExt cx="297700" cy="273350"/>
          </a:xfrm>
        </p:grpSpPr>
        <p:sp>
          <p:nvSpPr>
            <p:cNvPr id="19145" name="Google Shape;19145;p88"/>
            <p:cNvSpPr/>
            <p:nvPr/>
          </p:nvSpPr>
          <p:spPr>
            <a:xfrm>
              <a:off x="3195213" y="3801858"/>
              <a:ext cx="297700" cy="273350"/>
            </a:xfrm>
            <a:custGeom>
              <a:rect b="b" l="l" r="r" t="t"/>
              <a:pathLst>
                <a:path extrusionOk="0" h="10934" w="11908">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88"/>
            <p:cNvSpPr/>
            <p:nvPr/>
          </p:nvSpPr>
          <p:spPr>
            <a:xfrm>
              <a:off x="3445263" y="4003733"/>
              <a:ext cx="26225" cy="44075"/>
            </a:xfrm>
            <a:custGeom>
              <a:rect b="b" l="l" r="r" t="t"/>
              <a:pathLst>
                <a:path extrusionOk="0" h="1763" w="1049">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88"/>
            <p:cNvSpPr/>
            <p:nvPr/>
          </p:nvSpPr>
          <p:spPr>
            <a:xfrm>
              <a:off x="3412538" y="4003583"/>
              <a:ext cx="27400" cy="42750"/>
            </a:xfrm>
            <a:custGeom>
              <a:rect b="b" l="l" r="r" t="t"/>
              <a:pathLst>
                <a:path extrusionOk="0" h="1710" w="1096">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88"/>
            <p:cNvSpPr/>
            <p:nvPr/>
          </p:nvSpPr>
          <p:spPr>
            <a:xfrm>
              <a:off x="3244638" y="4003733"/>
              <a:ext cx="27400" cy="41700"/>
            </a:xfrm>
            <a:custGeom>
              <a:rect b="b" l="l" r="r" t="t"/>
              <a:pathLst>
                <a:path extrusionOk="0" h="1668" w="1096">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88"/>
            <p:cNvSpPr/>
            <p:nvPr/>
          </p:nvSpPr>
          <p:spPr>
            <a:xfrm>
              <a:off x="3214263" y="4002858"/>
              <a:ext cx="27425" cy="42850"/>
            </a:xfrm>
            <a:custGeom>
              <a:rect b="b" l="l" r="r" t="t"/>
              <a:pathLst>
                <a:path extrusionOk="0" h="1714" w="1097">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88"/>
            <p:cNvSpPr/>
            <p:nvPr/>
          </p:nvSpPr>
          <p:spPr>
            <a:xfrm>
              <a:off x="3350613" y="3828708"/>
              <a:ext cx="17275" cy="44175"/>
            </a:xfrm>
            <a:custGeom>
              <a:rect b="b" l="l" r="r" t="t"/>
              <a:pathLst>
                <a:path extrusionOk="0" h="1767" w="691">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88"/>
            <p:cNvSpPr/>
            <p:nvPr/>
          </p:nvSpPr>
          <p:spPr>
            <a:xfrm>
              <a:off x="3316663" y="3827458"/>
              <a:ext cx="29200" cy="44875"/>
            </a:xfrm>
            <a:custGeom>
              <a:rect b="b" l="l" r="r" t="t"/>
              <a:pathLst>
                <a:path extrusionOk="0" h="1795" w="1168">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2" name="Google Shape;19152;p88"/>
          <p:cNvGrpSpPr/>
          <p:nvPr/>
        </p:nvGrpSpPr>
        <p:grpSpPr>
          <a:xfrm>
            <a:off x="3247999" y="4147838"/>
            <a:ext cx="356019" cy="356139"/>
            <a:chOff x="3656038" y="3790508"/>
            <a:chExt cx="297700" cy="297800"/>
          </a:xfrm>
        </p:grpSpPr>
        <p:sp>
          <p:nvSpPr>
            <p:cNvPr id="19153" name="Google Shape;19153;p88"/>
            <p:cNvSpPr/>
            <p:nvPr/>
          </p:nvSpPr>
          <p:spPr>
            <a:xfrm>
              <a:off x="3871563" y="3876333"/>
              <a:ext cx="28600" cy="39900"/>
            </a:xfrm>
            <a:custGeom>
              <a:rect b="b" l="l" r="r" t="t"/>
              <a:pathLst>
                <a:path extrusionOk="0" h="1596" w="1144">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88"/>
            <p:cNvSpPr/>
            <p:nvPr/>
          </p:nvSpPr>
          <p:spPr>
            <a:xfrm>
              <a:off x="3799513" y="3812033"/>
              <a:ext cx="35150" cy="40625"/>
            </a:xfrm>
            <a:custGeom>
              <a:rect b="b" l="l" r="r" t="t"/>
              <a:pathLst>
                <a:path extrusionOk="0" h="1625" w="1406">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88"/>
            <p:cNvSpPr/>
            <p:nvPr/>
          </p:nvSpPr>
          <p:spPr>
            <a:xfrm>
              <a:off x="3916788" y="4003133"/>
              <a:ext cx="30400" cy="39325"/>
            </a:xfrm>
            <a:custGeom>
              <a:rect b="b" l="l" r="r" t="t"/>
              <a:pathLst>
                <a:path extrusionOk="0" h="1573" w="1216">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88"/>
            <p:cNvSpPr/>
            <p:nvPr/>
          </p:nvSpPr>
          <p:spPr>
            <a:xfrm>
              <a:off x="3833438" y="3939933"/>
              <a:ext cx="34575" cy="39425"/>
            </a:xfrm>
            <a:custGeom>
              <a:rect b="b" l="l" r="r" t="t"/>
              <a:pathLst>
                <a:path extrusionOk="0" h="1577" w="1383">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88"/>
            <p:cNvSpPr/>
            <p:nvPr/>
          </p:nvSpPr>
          <p:spPr>
            <a:xfrm>
              <a:off x="3656038" y="3790508"/>
              <a:ext cx="297700" cy="297800"/>
            </a:xfrm>
            <a:custGeom>
              <a:rect b="b" l="l" r="r" t="t"/>
              <a:pathLst>
                <a:path extrusionOk="0" h="11912" w="11908">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8" name="Google Shape;19158;p88"/>
          <p:cNvGrpSpPr/>
          <p:nvPr/>
        </p:nvGrpSpPr>
        <p:grpSpPr>
          <a:xfrm>
            <a:off x="4031151" y="4146473"/>
            <a:ext cx="355330" cy="353179"/>
            <a:chOff x="3688251" y="4146473"/>
            <a:chExt cx="355330" cy="353179"/>
          </a:xfrm>
        </p:grpSpPr>
        <p:sp>
          <p:nvSpPr>
            <p:cNvPr id="19159" name="Google Shape;19159;p88"/>
            <p:cNvSpPr/>
            <p:nvPr/>
          </p:nvSpPr>
          <p:spPr>
            <a:xfrm>
              <a:off x="3688251" y="4152153"/>
              <a:ext cx="348216" cy="347499"/>
            </a:xfrm>
            <a:custGeom>
              <a:rect b="b" l="l" r="r" t="t"/>
              <a:pathLst>
                <a:path extrusionOk="0" h="11623" w="11647">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88"/>
            <p:cNvSpPr/>
            <p:nvPr/>
          </p:nvSpPr>
          <p:spPr>
            <a:xfrm>
              <a:off x="3886200" y="4146473"/>
              <a:ext cx="157380" cy="157380"/>
            </a:xfrm>
            <a:custGeom>
              <a:rect b="b" l="l" r="r" t="t"/>
              <a:pathLst>
                <a:path extrusionOk="0" h="5264" w="5264">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1" name="Google Shape;19161;p88"/>
          <p:cNvGrpSpPr/>
          <p:nvPr/>
        </p:nvGrpSpPr>
        <p:grpSpPr>
          <a:xfrm>
            <a:off x="4769597" y="4146523"/>
            <a:ext cx="356019" cy="356019"/>
            <a:chOff x="4673513" y="3789408"/>
            <a:chExt cx="297700" cy="297700"/>
          </a:xfrm>
        </p:grpSpPr>
        <p:sp>
          <p:nvSpPr>
            <p:cNvPr id="19162" name="Google Shape;19162;p88"/>
            <p:cNvSpPr/>
            <p:nvPr/>
          </p:nvSpPr>
          <p:spPr>
            <a:xfrm>
              <a:off x="4709213" y="3803083"/>
              <a:ext cx="255450" cy="176850"/>
            </a:xfrm>
            <a:custGeom>
              <a:rect b="b" l="l" r="r" t="t"/>
              <a:pathLst>
                <a:path extrusionOk="0" h="7074" w="10218">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88"/>
            <p:cNvSpPr/>
            <p:nvPr/>
          </p:nvSpPr>
          <p:spPr>
            <a:xfrm>
              <a:off x="4710413" y="3887633"/>
              <a:ext cx="254850" cy="152450"/>
            </a:xfrm>
            <a:custGeom>
              <a:rect b="b" l="l" r="r" t="t"/>
              <a:pathLst>
                <a:path extrusionOk="0" h="6098" w="10194">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88"/>
            <p:cNvSpPr/>
            <p:nvPr/>
          </p:nvSpPr>
          <p:spPr>
            <a:xfrm>
              <a:off x="4673513" y="3789408"/>
              <a:ext cx="297700" cy="297700"/>
            </a:xfrm>
            <a:custGeom>
              <a:rect b="b" l="l" r="r" t="t"/>
              <a:pathLst>
                <a:path extrusionOk="0" h="11908" w="11908">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5" name="Google Shape;19165;p88"/>
          <p:cNvGrpSpPr/>
          <p:nvPr/>
        </p:nvGrpSpPr>
        <p:grpSpPr>
          <a:xfrm>
            <a:off x="5522190" y="4146523"/>
            <a:ext cx="356019" cy="353179"/>
            <a:chOff x="5175388" y="3789408"/>
            <a:chExt cx="297700" cy="295325"/>
          </a:xfrm>
        </p:grpSpPr>
        <p:sp>
          <p:nvSpPr>
            <p:cNvPr id="19166" name="Google Shape;19166;p88"/>
            <p:cNvSpPr/>
            <p:nvPr/>
          </p:nvSpPr>
          <p:spPr>
            <a:xfrm>
              <a:off x="5176588" y="3789408"/>
              <a:ext cx="296500" cy="91700"/>
            </a:xfrm>
            <a:custGeom>
              <a:rect b="b" l="l" r="r" t="t"/>
              <a:pathLst>
                <a:path extrusionOk="0" h="3668" w="1186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88"/>
            <p:cNvSpPr/>
            <p:nvPr/>
          </p:nvSpPr>
          <p:spPr>
            <a:xfrm>
              <a:off x="5175388" y="3892983"/>
              <a:ext cx="297700" cy="90525"/>
            </a:xfrm>
            <a:custGeom>
              <a:rect b="b" l="l" r="r" t="t"/>
              <a:pathLst>
                <a:path extrusionOk="0" h="3621" w="11908">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88"/>
            <p:cNvSpPr/>
            <p:nvPr/>
          </p:nvSpPr>
          <p:spPr>
            <a:xfrm>
              <a:off x="5175388" y="3994808"/>
              <a:ext cx="297700" cy="89925"/>
            </a:xfrm>
            <a:custGeom>
              <a:rect b="b" l="l" r="r" t="t"/>
              <a:pathLst>
                <a:path extrusionOk="0" h="3597" w="11908">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9" name="Google Shape;19169;p88"/>
          <p:cNvGrpSpPr/>
          <p:nvPr/>
        </p:nvGrpSpPr>
        <p:grpSpPr>
          <a:xfrm>
            <a:off x="6273377" y="4145805"/>
            <a:ext cx="364570" cy="355750"/>
            <a:chOff x="5676088" y="3788808"/>
            <a:chExt cx="304850" cy="297475"/>
          </a:xfrm>
        </p:grpSpPr>
        <p:sp>
          <p:nvSpPr>
            <p:cNvPr id="19170" name="Google Shape;19170;p88"/>
            <p:cNvSpPr/>
            <p:nvPr/>
          </p:nvSpPr>
          <p:spPr>
            <a:xfrm>
              <a:off x="5676088" y="3788808"/>
              <a:ext cx="304850" cy="297475"/>
            </a:xfrm>
            <a:custGeom>
              <a:rect b="b" l="l" r="r" t="t"/>
              <a:pathLst>
                <a:path extrusionOk="0" h="11899" w="12194">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88"/>
            <p:cNvSpPr/>
            <p:nvPr/>
          </p:nvSpPr>
          <p:spPr>
            <a:xfrm>
              <a:off x="5861263" y="3905883"/>
              <a:ext cx="30975" cy="62750"/>
            </a:xfrm>
            <a:custGeom>
              <a:rect b="b" l="l" r="r" t="t"/>
              <a:pathLst>
                <a:path extrusionOk="0" h="2510" w="1239">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88"/>
            <p:cNvSpPr/>
            <p:nvPr/>
          </p:nvSpPr>
          <p:spPr>
            <a:xfrm>
              <a:off x="5747538" y="3906083"/>
              <a:ext cx="42300" cy="66725"/>
            </a:xfrm>
            <a:custGeom>
              <a:rect b="b" l="l" r="r" t="t"/>
              <a:pathLst>
                <a:path extrusionOk="0" h="2669" w="1692">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88"/>
            <p:cNvSpPr/>
            <p:nvPr/>
          </p:nvSpPr>
          <p:spPr>
            <a:xfrm>
              <a:off x="5798738" y="3904308"/>
              <a:ext cx="41100" cy="67075"/>
            </a:xfrm>
            <a:custGeom>
              <a:rect b="b" l="l" r="r" t="t"/>
              <a:pathLst>
                <a:path extrusionOk="0" h="2683" w="1644">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88"/>
            <p:cNvSpPr/>
            <p:nvPr/>
          </p:nvSpPr>
          <p:spPr>
            <a:xfrm>
              <a:off x="5851713" y="3909058"/>
              <a:ext cx="14925" cy="14925"/>
            </a:xfrm>
            <a:custGeom>
              <a:rect b="b" l="l" r="r" t="t"/>
              <a:pathLst>
                <a:path extrusionOk="0" h="597" w="597">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88"/>
            <p:cNvSpPr/>
            <p:nvPr/>
          </p:nvSpPr>
          <p:spPr>
            <a:xfrm>
              <a:off x="5888038" y="3951933"/>
              <a:ext cx="14925" cy="14900"/>
            </a:xfrm>
            <a:custGeom>
              <a:rect b="b" l="l" r="r" t="t"/>
              <a:pathLst>
                <a:path extrusionOk="0" h="596" w="597">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6" name="Google Shape;19176;p88"/>
          <p:cNvGrpSpPr/>
          <p:nvPr/>
        </p:nvGrpSpPr>
        <p:grpSpPr>
          <a:xfrm>
            <a:off x="6997507" y="4146523"/>
            <a:ext cx="356019" cy="356737"/>
            <a:chOff x="6154163" y="3789408"/>
            <a:chExt cx="297700" cy="298300"/>
          </a:xfrm>
        </p:grpSpPr>
        <p:sp>
          <p:nvSpPr>
            <p:cNvPr id="19177" name="Google Shape;19177;p88"/>
            <p:cNvSpPr/>
            <p:nvPr/>
          </p:nvSpPr>
          <p:spPr>
            <a:xfrm>
              <a:off x="6283363" y="3813208"/>
              <a:ext cx="15500" cy="8975"/>
            </a:xfrm>
            <a:custGeom>
              <a:rect b="b" l="l" r="r" t="t"/>
              <a:pathLst>
                <a:path extrusionOk="0" h="359" w="62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88"/>
            <p:cNvSpPr/>
            <p:nvPr/>
          </p:nvSpPr>
          <p:spPr>
            <a:xfrm>
              <a:off x="6260138" y="3813208"/>
              <a:ext cx="14925" cy="8975"/>
            </a:xfrm>
            <a:custGeom>
              <a:rect b="b" l="l" r="r" t="t"/>
              <a:pathLst>
                <a:path extrusionOk="0" h="359" w="597">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88"/>
            <p:cNvSpPr/>
            <p:nvPr/>
          </p:nvSpPr>
          <p:spPr>
            <a:xfrm>
              <a:off x="6376238" y="3813208"/>
              <a:ext cx="14900" cy="8975"/>
            </a:xfrm>
            <a:custGeom>
              <a:rect b="b" l="l" r="r" t="t"/>
              <a:pathLst>
                <a:path extrusionOk="0" h="359" w="596">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88"/>
            <p:cNvSpPr/>
            <p:nvPr/>
          </p:nvSpPr>
          <p:spPr>
            <a:xfrm>
              <a:off x="6329813" y="3813208"/>
              <a:ext cx="14900" cy="8975"/>
            </a:xfrm>
            <a:custGeom>
              <a:rect b="b" l="l" r="r" t="t"/>
              <a:pathLst>
                <a:path extrusionOk="0" h="359" w="596">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88"/>
            <p:cNvSpPr/>
            <p:nvPr/>
          </p:nvSpPr>
          <p:spPr>
            <a:xfrm>
              <a:off x="6353013" y="3813208"/>
              <a:ext cx="14925" cy="8975"/>
            </a:xfrm>
            <a:custGeom>
              <a:rect b="b" l="l" r="r" t="t"/>
              <a:pathLst>
                <a:path extrusionOk="0" h="359" w="597">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88"/>
            <p:cNvSpPr/>
            <p:nvPr/>
          </p:nvSpPr>
          <p:spPr>
            <a:xfrm>
              <a:off x="6305988" y="3813208"/>
              <a:ext cx="16100" cy="8975"/>
            </a:xfrm>
            <a:custGeom>
              <a:rect b="b" l="l" r="r" t="t"/>
              <a:pathLst>
                <a:path extrusionOk="0" h="359" w="644">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88"/>
            <p:cNvSpPr/>
            <p:nvPr/>
          </p:nvSpPr>
          <p:spPr>
            <a:xfrm>
              <a:off x="6191088" y="3813208"/>
              <a:ext cx="14900" cy="8975"/>
            </a:xfrm>
            <a:custGeom>
              <a:rect b="b" l="l" r="r" t="t"/>
              <a:pathLst>
                <a:path extrusionOk="0" h="359" w="596">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88"/>
            <p:cNvSpPr/>
            <p:nvPr/>
          </p:nvSpPr>
          <p:spPr>
            <a:xfrm>
              <a:off x="6213713" y="3813208"/>
              <a:ext cx="14900" cy="8975"/>
            </a:xfrm>
            <a:custGeom>
              <a:rect b="b" l="l" r="r" t="t"/>
              <a:pathLst>
                <a:path extrusionOk="0" h="359" w="596">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88"/>
            <p:cNvSpPr/>
            <p:nvPr/>
          </p:nvSpPr>
          <p:spPr>
            <a:xfrm>
              <a:off x="6236913" y="3813208"/>
              <a:ext cx="14925" cy="8975"/>
            </a:xfrm>
            <a:custGeom>
              <a:rect b="b" l="l" r="r" t="t"/>
              <a:pathLst>
                <a:path extrusionOk="0" h="359" w="597">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88"/>
            <p:cNvSpPr/>
            <p:nvPr/>
          </p:nvSpPr>
          <p:spPr>
            <a:xfrm>
              <a:off x="6307188" y="3873358"/>
              <a:ext cx="14900" cy="8950"/>
            </a:xfrm>
            <a:custGeom>
              <a:rect b="b" l="l" r="r" t="t"/>
              <a:pathLst>
                <a:path extrusionOk="0" h="358" w="596">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88"/>
            <p:cNvSpPr/>
            <p:nvPr/>
          </p:nvSpPr>
          <p:spPr>
            <a:xfrm>
              <a:off x="6191088" y="3873358"/>
              <a:ext cx="14900" cy="8950"/>
            </a:xfrm>
            <a:custGeom>
              <a:rect b="b" l="l" r="r" t="t"/>
              <a:pathLst>
                <a:path extrusionOk="0" h="358" w="596">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88"/>
            <p:cNvSpPr/>
            <p:nvPr/>
          </p:nvSpPr>
          <p:spPr>
            <a:xfrm>
              <a:off x="6236913" y="3873358"/>
              <a:ext cx="14925" cy="8950"/>
            </a:xfrm>
            <a:custGeom>
              <a:rect b="b" l="l" r="r" t="t"/>
              <a:pathLst>
                <a:path extrusionOk="0" h="358" w="597">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88"/>
            <p:cNvSpPr/>
            <p:nvPr/>
          </p:nvSpPr>
          <p:spPr>
            <a:xfrm>
              <a:off x="6260738" y="3873358"/>
              <a:ext cx="14325" cy="8950"/>
            </a:xfrm>
            <a:custGeom>
              <a:rect b="b" l="l" r="r" t="t"/>
              <a:pathLst>
                <a:path extrusionOk="0" h="358" w="573">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88"/>
            <p:cNvSpPr/>
            <p:nvPr/>
          </p:nvSpPr>
          <p:spPr>
            <a:xfrm>
              <a:off x="6213713" y="3873358"/>
              <a:ext cx="14900" cy="8950"/>
            </a:xfrm>
            <a:custGeom>
              <a:rect b="b" l="l" r="r" t="t"/>
              <a:pathLst>
                <a:path extrusionOk="0" h="358" w="596">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88"/>
            <p:cNvSpPr/>
            <p:nvPr/>
          </p:nvSpPr>
          <p:spPr>
            <a:xfrm>
              <a:off x="6283963" y="3873358"/>
              <a:ext cx="14900" cy="8950"/>
            </a:xfrm>
            <a:custGeom>
              <a:rect b="b" l="l" r="r" t="t"/>
              <a:pathLst>
                <a:path extrusionOk="0" h="358" w="596">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88"/>
            <p:cNvSpPr/>
            <p:nvPr/>
          </p:nvSpPr>
          <p:spPr>
            <a:xfrm>
              <a:off x="6154163" y="3789408"/>
              <a:ext cx="297700" cy="298300"/>
            </a:xfrm>
            <a:custGeom>
              <a:rect b="b" l="l" r="r" t="t"/>
              <a:pathLst>
                <a:path extrusionOk="0" h="11932" w="11908">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3" name="Google Shape;19193;p88"/>
          <p:cNvGrpSpPr/>
          <p:nvPr/>
        </p:nvGrpSpPr>
        <p:grpSpPr>
          <a:xfrm>
            <a:off x="7740860" y="4149184"/>
            <a:ext cx="356049" cy="353359"/>
            <a:chOff x="6648313" y="3791633"/>
            <a:chExt cx="297725" cy="295475"/>
          </a:xfrm>
        </p:grpSpPr>
        <p:sp>
          <p:nvSpPr>
            <p:cNvPr id="19194" name="Google Shape;19194;p88"/>
            <p:cNvSpPr/>
            <p:nvPr/>
          </p:nvSpPr>
          <p:spPr>
            <a:xfrm>
              <a:off x="6763213" y="3914433"/>
              <a:ext cx="68500" cy="8950"/>
            </a:xfrm>
            <a:custGeom>
              <a:rect b="b" l="l" r="r" t="t"/>
              <a:pathLst>
                <a:path extrusionOk="0" h="358" w="274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88"/>
            <p:cNvSpPr/>
            <p:nvPr/>
          </p:nvSpPr>
          <p:spPr>
            <a:xfrm>
              <a:off x="6763213" y="3934083"/>
              <a:ext cx="68500" cy="8950"/>
            </a:xfrm>
            <a:custGeom>
              <a:rect b="b" l="l" r="r" t="t"/>
              <a:pathLst>
                <a:path extrusionOk="0" h="358" w="274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88"/>
            <p:cNvSpPr/>
            <p:nvPr/>
          </p:nvSpPr>
          <p:spPr>
            <a:xfrm>
              <a:off x="6778713" y="3952533"/>
              <a:ext cx="38125" cy="8950"/>
            </a:xfrm>
            <a:custGeom>
              <a:rect b="b" l="l" r="r" t="t"/>
              <a:pathLst>
                <a:path extrusionOk="0" h="358" w="1525">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88"/>
            <p:cNvSpPr/>
            <p:nvPr/>
          </p:nvSpPr>
          <p:spPr>
            <a:xfrm>
              <a:off x="6732863" y="3873358"/>
              <a:ext cx="129225" cy="129800"/>
            </a:xfrm>
            <a:custGeom>
              <a:rect b="b" l="l" r="r" t="t"/>
              <a:pathLst>
                <a:path extrusionOk="0" h="5192" w="5169">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88"/>
            <p:cNvSpPr/>
            <p:nvPr/>
          </p:nvSpPr>
          <p:spPr>
            <a:xfrm>
              <a:off x="6648313" y="3791633"/>
              <a:ext cx="297725" cy="295475"/>
            </a:xfrm>
            <a:custGeom>
              <a:rect b="b" l="l" r="r" t="t"/>
              <a:pathLst>
                <a:path extrusionOk="0" h="11819" w="11909">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9" name="Google Shape;19199;p88"/>
          <p:cNvGrpSpPr/>
          <p:nvPr/>
        </p:nvGrpSpPr>
        <p:grpSpPr>
          <a:xfrm>
            <a:off x="4023373" y="1924391"/>
            <a:ext cx="358172" cy="355332"/>
            <a:chOff x="4176963" y="1931283"/>
            <a:chExt cx="299500" cy="297125"/>
          </a:xfrm>
        </p:grpSpPr>
        <p:sp>
          <p:nvSpPr>
            <p:cNvPr id="19200" name="Google Shape;19200;p88"/>
            <p:cNvSpPr/>
            <p:nvPr/>
          </p:nvSpPr>
          <p:spPr>
            <a:xfrm>
              <a:off x="4333563" y="1931283"/>
              <a:ext cx="142900" cy="294125"/>
            </a:xfrm>
            <a:custGeom>
              <a:rect b="b" l="l" r="r" t="t"/>
              <a:pathLst>
                <a:path extrusionOk="0" h="11765" w="5716">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88"/>
            <p:cNvSpPr/>
            <p:nvPr/>
          </p:nvSpPr>
          <p:spPr>
            <a:xfrm>
              <a:off x="4176963" y="1932483"/>
              <a:ext cx="142925" cy="295925"/>
            </a:xfrm>
            <a:custGeom>
              <a:rect b="b" l="l" r="r" t="t"/>
              <a:pathLst>
                <a:path extrusionOk="0" h="11837" w="5717">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88"/>
            <p:cNvSpPr/>
            <p:nvPr/>
          </p:nvSpPr>
          <p:spPr>
            <a:xfrm>
              <a:off x="4249013" y="2002733"/>
              <a:ext cx="153025" cy="153625"/>
            </a:xfrm>
            <a:custGeom>
              <a:rect b="b" l="l" r="r" t="t"/>
              <a:pathLst>
                <a:path extrusionOk="0" h="6145" w="6121">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88"/>
            <p:cNvSpPr/>
            <p:nvPr/>
          </p:nvSpPr>
          <p:spPr>
            <a:xfrm>
              <a:off x="4291888" y="2056308"/>
              <a:ext cx="66700" cy="8950"/>
            </a:xfrm>
            <a:custGeom>
              <a:rect b="b" l="l" r="r" t="t"/>
              <a:pathLst>
                <a:path extrusionOk="0" h="358" w="2668">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88"/>
            <p:cNvSpPr/>
            <p:nvPr/>
          </p:nvSpPr>
          <p:spPr>
            <a:xfrm>
              <a:off x="4291888" y="2074758"/>
              <a:ext cx="66700" cy="8975"/>
            </a:xfrm>
            <a:custGeom>
              <a:rect b="b" l="l" r="r" t="t"/>
              <a:pathLst>
                <a:path extrusionOk="0" h="359" w="2668">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88"/>
            <p:cNvSpPr/>
            <p:nvPr/>
          </p:nvSpPr>
          <p:spPr>
            <a:xfrm>
              <a:off x="4305563" y="2092633"/>
              <a:ext cx="38725" cy="8950"/>
            </a:xfrm>
            <a:custGeom>
              <a:rect b="b" l="l" r="r" t="t"/>
              <a:pathLst>
                <a:path extrusionOk="0" h="358" w="1549">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09" name="Shape 19209"/>
        <p:cNvGrpSpPr/>
        <p:nvPr/>
      </p:nvGrpSpPr>
      <p:grpSpPr>
        <a:xfrm>
          <a:off x="0" y="0"/>
          <a:ext cx="0" cy="0"/>
          <a:chOff x="0" y="0"/>
          <a:chExt cx="0" cy="0"/>
        </a:xfrm>
      </p:grpSpPr>
      <p:sp>
        <p:nvSpPr>
          <p:cNvPr id="19210" name="Google Shape;19210;p89"/>
          <p:cNvSpPr txBox="1"/>
          <p:nvPr>
            <p:ph idx="4294967295" type="title"/>
          </p:nvPr>
        </p:nvSpPr>
        <p:spPr>
          <a:xfrm>
            <a:off x="104835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grpSp>
        <p:nvGrpSpPr>
          <p:cNvPr id="19211" name="Google Shape;19211;p89"/>
          <p:cNvGrpSpPr/>
          <p:nvPr/>
        </p:nvGrpSpPr>
        <p:grpSpPr>
          <a:xfrm>
            <a:off x="7746123" y="3573060"/>
            <a:ext cx="350776" cy="352207"/>
            <a:chOff x="7403210" y="3573060"/>
            <a:chExt cx="350776" cy="352207"/>
          </a:xfrm>
        </p:grpSpPr>
        <p:sp>
          <p:nvSpPr>
            <p:cNvPr id="19212" name="Google Shape;19212;p89"/>
            <p:cNvSpPr/>
            <p:nvPr/>
          </p:nvSpPr>
          <p:spPr>
            <a:xfrm>
              <a:off x="7430909" y="3578725"/>
              <a:ext cx="31962" cy="29875"/>
            </a:xfrm>
            <a:custGeom>
              <a:rect b="b" l="l" r="r" t="t"/>
              <a:pathLst>
                <a:path extrusionOk="0" h="1002" w="1072">
                  <a:moveTo>
                    <a:pt x="357" y="1"/>
                  </a:moveTo>
                  <a:cubicBezTo>
                    <a:pt x="143" y="49"/>
                    <a:pt x="0" y="263"/>
                    <a:pt x="0" y="501"/>
                  </a:cubicBezTo>
                  <a:cubicBezTo>
                    <a:pt x="0" y="739"/>
                    <a:pt x="143" y="953"/>
                    <a:pt x="357" y="1001"/>
                  </a:cubicBezTo>
                  <a:lnTo>
                    <a:pt x="524" y="1001"/>
                  </a:lnTo>
                  <a:cubicBezTo>
                    <a:pt x="595" y="1001"/>
                    <a:pt x="667" y="1001"/>
                    <a:pt x="738" y="977"/>
                  </a:cubicBezTo>
                  <a:cubicBezTo>
                    <a:pt x="762" y="977"/>
                    <a:pt x="762" y="977"/>
                    <a:pt x="786" y="953"/>
                  </a:cubicBezTo>
                  <a:cubicBezTo>
                    <a:pt x="953" y="858"/>
                    <a:pt x="1072" y="668"/>
                    <a:pt x="1072" y="501"/>
                  </a:cubicBezTo>
                  <a:cubicBezTo>
                    <a:pt x="1072" y="287"/>
                    <a:pt x="953" y="120"/>
                    <a:pt x="738" y="25"/>
                  </a:cubicBezTo>
                  <a:cubicBezTo>
                    <a:pt x="667" y="1"/>
                    <a:pt x="619" y="1"/>
                    <a:pt x="524"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89"/>
            <p:cNvSpPr/>
            <p:nvPr/>
          </p:nvSpPr>
          <p:spPr>
            <a:xfrm>
              <a:off x="7431595" y="3579441"/>
              <a:ext cx="29875" cy="30471"/>
            </a:xfrm>
            <a:custGeom>
              <a:rect b="b" l="l" r="r" t="t"/>
              <a:pathLst>
                <a:path extrusionOk="0" h="1022" w="1002">
                  <a:moveTo>
                    <a:pt x="501" y="1"/>
                  </a:moveTo>
                  <a:cubicBezTo>
                    <a:pt x="525" y="96"/>
                    <a:pt x="572" y="144"/>
                    <a:pt x="572" y="239"/>
                  </a:cubicBezTo>
                  <a:cubicBezTo>
                    <a:pt x="572" y="406"/>
                    <a:pt x="453" y="596"/>
                    <a:pt x="287" y="691"/>
                  </a:cubicBezTo>
                  <a:cubicBezTo>
                    <a:pt x="263" y="715"/>
                    <a:pt x="263" y="715"/>
                    <a:pt x="239" y="715"/>
                  </a:cubicBezTo>
                  <a:cubicBezTo>
                    <a:pt x="168" y="739"/>
                    <a:pt x="96" y="739"/>
                    <a:pt x="25" y="739"/>
                  </a:cubicBezTo>
                  <a:lnTo>
                    <a:pt x="1" y="739"/>
                  </a:lnTo>
                  <a:cubicBezTo>
                    <a:pt x="49" y="858"/>
                    <a:pt x="168" y="977"/>
                    <a:pt x="334" y="1001"/>
                  </a:cubicBezTo>
                  <a:lnTo>
                    <a:pt x="382" y="1001"/>
                  </a:lnTo>
                  <a:cubicBezTo>
                    <a:pt x="411" y="1016"/>
                    <a:pt x="443" y="1021"/>
                    <a:pt x="476" y="1021"/>
                  </a:cubicBezTo>
                  <a:cubicBezTo>
                    <a:pt x="549" y="1021"/>
                    <a:pt x="626" y="994"/>
                    <a:pt x="692" y="977"/>
                  </a:cubicBezTo>
                  <a:cubicBezTo>
                    <a:pt x="882" y="882"/>
                    <a:pt x="1001" y="715"/>
                    <a:pt x="1001" y="501"/>
                  </a:cubicBezTo>
                  <a:cubicBezTo>
                    <a:pt x="1001" y="215"/>
                    <a:pt x="811" y="1"/>
                    <a:pt x="501"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89"/>
            <p:cNvSpPr/>
            <p:nvPr/>
          </p:nvSpPr>
          <p:spPr>
            <a:xfrm>
              <a:off x="7411022" y="3625595"/>
              <a:ext cx="70304" cy="113625"/>
            </a:xfrm>
            <a:custGeom>
              <a:rect b="b" l="l" r="r" t="t"/>
              <a:pathLst>
                <a:path extrusionOk="0" h="3811" w="2358">
                  <a:moveTo>
                    <a:pt x="953" y="1"/>
                  </a:moveTo>
                  <a:cubicBezTo>
                    <a:pt x="72" y="1"/>
                    <a:pt x="0" y="929"/>
                    <a:pt x="0" y="1215"/>
                  </a:cubicBezTo>
                  <a:lnTo>
                    <a:pt x="0" y="2239"/>
                  </a:lnTo>
                  <a:lnTo>
                    <a:pt x="0" y="2263"/>
                  </a:lnTo>
                  <a:cubicBezTo>
                    <a:pt x="73" y="2336"/>
                    <a:pt x="148" y="2364"/>
                    <a:pt x="216" y="2364"/>
                  </a:cubicBezTo>
                  <a:cubicBezTo>
                    <a:pt x="349" y="2364"/>
                    <a:pt x="453" y="2254"/>
                    <a:pt x="453" y="2144"/>
                  </a:cubicBezTo>
                  <a:lnTo>
                    <a:pt x="453" y="3573"/>
                  </a:lnTo>
                  <a:cubicBezTo>
                    <a:pt x="453" y="3597"/>
                    <a:pt x="453" y="3597"/>
                    <a:pt x="477" y="3620"/>
                  </a:cubicBezTo>
                  <a:cubicBezTo>
                    <a:pt x="580" y="3741"/>
                    <a:pt x="698" y="3790"/>
                    <a:pt x="808" y="3790"/>
                  </a:cubicBezTo>
                  <a:cubicBezTo>
                    <a:pt x="1002" y="3790"/>
                    <a:pt x="1167" y="3636"/>
                    <a:pt x="1167" y="3454"/>
                  </a:cubicBezTo>
                  <a:lnTo>
                    <a:pt x="1191" y="3454"/>
                  </a:lnTo>
                  <a:cubicBezTo>
                    <a:pt x="1191" y="3668"/>
                    <a:pt x="1358" y="3811"/>
                    <a:pt x="1548" y="3811"/>
                  </a:cubicBezTo>
                  <a:cubicBezTo>
                    <a:pt x="1715" y="3811"/>
                    <a:pt x="1882" y="3620"/>
                    <a:pt x="1882" y="3454"/>
                  </a:cubicBezTo>
                  <a:lnTo>
                    <a:pt x="1882" y="2168"/>
                  </a:lnTo>
                  <a:cubicBezTo>
                    <a:pt x="1882" y="2287"/>
                    <a:pt x="2001" y="2406"/>
                    <a:pt x="2120" y="2406"/>
                  </a:cubicBezTo>
                  <a:cubicBezTo>
                    <a:pt x="2239" y="2406"/>
                    <a:pt x="2310" y="2287"/>
                    <a:pt x="2310" y="2168"/>
                  </a:cubicBezTo>
                  <a:lnTo>
                    <a:pt x="2310" y="1215"/>
                  </a:lnTo>
                  <a:cubicBezTo>
                    <a:pt x="2358" y="525"/>
                    <a:pt x="1810" y="1"/>
                    <a:pt x="119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89"/>
            <p:cNvSpPr/>
            <p:nvPr/>
          </p:nvSpPr>
          <p:spPr>
            <a:xfrm>
              <a:off x="7450766" y="3653293"/>
              <a:ext cx="16368" cy="85241"/>
            </a:xfrm>
            <a:custGeom>
              <a:rect b="b" l="l" r="r" t="t"/>
              <a:pathLst>
                <a:path extrusionOk="0" h="2859" w="549">
                  <a:moveTo>
                    <a:pt x="477" y="0"/>
                  </a:moveTo>
                  <a:cubicBezTo>
                    <a:pt x="334" y="0"/>
                    <a:pt x="191" y="119"/>
                    <a:pt x="191" y="286"/>
                  </a:cubicBezTo>
                  <a:lnTo>
                    <a:pt x="191" y="2501"/>
                  </a:lnTo>
                  <a:cubicBezTo>
                    <a:pt x="191" y="2620"/>
                    <a:pt x="120" y="2739"/>
                    <a:pt x="1" y="2787"/>
                  </a:cubicBezTo>
                  <a:cubicBezTo>
                    <a:pt x="72" y="2811"/>
                    <a:pt x="120" y="2858"/>
                    <a:pt x="191" y="2858"/>
                  </a:cubicBezTo>
                  <a:cubicBezTo>
                    <a:pt x="406" y="2858"/>
                    <a:pt x="549" y="2691"/>
                    <a:pt x="549" y="2501"/>
                  </a:cubicBezTo>
                  <a:lnTo>
                    <a:pt x="549"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89"/>
            <p:cNvSpPr/>
            <p:nvPr/>
          </p:nvSpPr>
          <p:spPr>
            <a:xfrm>
              <a:off x="7440121" y="3626280"/>
              <a:ext cx="41204" cy="70363"/>
            </a:xfrm>
            <a:custGeom>
              <a:rect b="b" l="l" r="r" t="t"/>
              <a:pathLst>
                <a:path extrusionOk="0" h="2360" w="1382">
                  <a:moveTo>
                    <a:pt x="233" y="1"/>
                  </a:moveTo>
                  <a:cubicBezTo>
                    <a:pt x="219" y="1"/>
                    <a:pt x="205" y="1"/>
                    <a:pt x="191" y="1"/>
                  </a:cubicBezTo>
                  <a:lnTo>
                    <a:pt x="1" y="1"/>
                  </a:lnTo>
                  <a:cubicBezTo>
                    <a:pt x="572" y="97"/>
                    <a:pt x="1025" y="573"/>
                    <a:pt x="1025" y="1168"/>
                  </a:cubicBezTo>
                  <a:lnTo>
                    <a:pt x="1025" y="2121"/>
                  </a:lnTo>
                  <a:cubicBezTo>
                    <a:pt x="1025" y="2169"/>
                    <a:pt x="1001" y="2240"/>
                    <a:pt x="953" y="2264"/>
                  </a:cubicBezTo>
                  <a:cubicBezTo>
                    <a:pt x="1001" y="2335"/>
                    <a:pt x="1049" y="2359"/>
                    <a:pt x="1144" y="2359"/>
                  </a:cubicBezTo>
                  <a:cubicBezTo>
                    <a:pt x="1239" y="2359"/>
                    <a:pt x="1287" y="2335"/>
                    <a:pt x="1310" y="2288"/>
                  </a:cubicBezTo>
                  <a:cubicBezTo>
                    <a:pt x="1358" y="2240"/>
                    <a:pt x="1382" y="2169"/>
                    <a:pt x="1382" y="2121"/>
                  </a:cubicBezTo>
                  <a:lnTo>
                    <a:pt x="1382" y="1168"/>
                  </a:lnTo>
                  <a:cubicBezTo>
                    <a:pt x="1382" y="516"/>
                    <a:pt x="858" y="1"/>
                    <a:pt x="233"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89"/>
            <p:cNvSpPr/>
            <p:nvPr/>
          </p:nvSpPr>
          <p:spPr>
            <a:xfrm>
              <a:off x="7411022" y="3809496"/>
              <a:ext cx="71019" cy="111627"/>
            </a:xfrm>
            <a:custGeom>
              <a:rect b="b" l="l" r="r" t="t"/>
              <a:pathLst>
                <a:path extrusionOk="0" h="3744" w="2382">
                  <a:moveTo>
                    <a:pt x="1191" y="1"/>
                  </a:moveTo>
                  <a:cubicBezTo>
                    <a:pt x="548" y="1"/>
                    <a:pt x="0" y="524"/>
                    <a:pt x="0" y="1191"/>
                  </a:cubicBezTo>
                  <a:lnTo>
                    <a:pt x="0" y="1858"/>
                  </a:lnTo>
                  <a:cubicBezTo>
                    <a:pt x="0" y="1930"/>
                    <a:pt x="24" y="1977"/>
                    <a:pt x="72" y="2025"/>
                  </a:cubicBezTo>
                  <a:lnTo>
                    <a:pt x="119" y="2072"/>
                  </a:lnTo>
                  <a:lnTo>
                    <a:pt x="143" y="2072"/>
                  </a:lnTo>
                  <a:lnTo>
                    <a:pt x="119" y="2287"/>
                  </a:lnTo>
                  <a:lnTo>
                    <a:pt x="119" y="2311"/>
                  </a:lnTo>
                  <a:cubicBezTo>
                    <a:pt x="96" y="2406"/>
                    <a:pt x="191" y="2501"/>
                    <a:pt x="262" y="2501"/>
                  </a:cubicBezTo>
                  <a:lnTo>
                    <a:pt x="500" y="2501"/>
                  </a:lnTo>
                  <a:lnTo>
                    <a:pt x="500" y="3477"/>
                  </a:lnTo>
                  <a:cubicBezTo>
                    <a:pt x="500" y="3525"/>
                    <a:pt x="548" y="3597"/>
                    <a:pt x="572" y="3620"/>
                  </a:cubicBezTo>
                  <a:cubicBezTo>
                    <a:pt x="666" y="3707"/>
                    <a:pt x="765" y="3744"/>
                    <a:pt x="856" y="3744"/>
                  </a:cubicBezTo>
                  <a:cubicBezTo>
                    <a:pt x="1041" y="3744"/>
                    <a:pt x="1191" y="3590"/>
                    <a:pt x="1191" y="3382"/>
                  </a:cubicBezTo>
                  <a:cubicBezTo>
                    <a:pt x="1191" y="3590"/>
                    <a:pt x="1341" y="3744"/>
                    <a:pt x="1526" y="3744"/>
                  </a:cubicBezTo>
                  <a:cubicBezTo>
                    <a:pt x="1617" y="3744"/>
                    <a:pt x="1716" y="3707"/>
                    <a:pt x="1810" y="3620"/>
                  </a:cubicBezTo>
                  <a:cubicBezTo>
                    <a:pt x="1882" y="3597"/>
                    <a:pt x="1882" y="3525"/>
                    <a:pt x="1882" y="3477"/>
                  </a:cubicBezTo>
                  <a:lnTo>
                    <a:pt x="1882" y="2501"/>
                  </a:lnTo>
                  <a:lnTo>
                    <a:pt x="2096" y="2501"/>
                  </a:lnTo>
                  <a:cubicBezTo>
                    <a:pt x="2167" y="2501"/>
                    <a:pt x="2239" y="2406"/>
                    <a:pt x="2239" y="2311"/>
                  </a:cubicBezTo>
                  <a:lnTo>
                    <a:pt x="2167" y="2049"/>
                  </a:lnTo>
                  <a:lnTo>
                    <a:pt x="2167" y="2049"/>
                  </a:lnTo>
                  <a:cubicBezTo>
                    <a:pt x="2215" y="2072"/>
                    <a:pt x="2215" y="2072"/>
                    <a:pt x="2239" y="2072"/>
                  </a:cubicBezTo>
                  <a:cubicBezTo>
                    <a:pt x="2263" y="2072"/>
                    <a:pt x="2263" y="2049"/>
                    <a:pt x="2286" y="2049"/>
                  </a:cubicBezTo>
                  <a:cubicBezTo>
                    <a:pt x="2334" y="2025"/>
                    <a:pt x="2358" y="1977"/>
                    <a:pt x="2358" y="1953"/>
                  </a:cubicBezTo>
                  <a:cubicBezTo>
                    <a:pt x="2358" y="1930"/>
                    <a:pt x="2382" y="1906"/>
                    <a:pt x="2382" y="1858"/>
                  </a:cubicBezTo>
                  <a:lnTo>
                    <a:pt x="2382" y="1191"/>
                  </a:lnTo>
                  <a:cubicBezTo>
                    <a:pt x="2382" y="524"/>
                    <a:pt x="1858" y="1"/>
                    <a:pt x="1191"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89"/>
            <p:cNvSpPr/>
            <p:nvPr/>
          </p:nvSpPr>
          <p:spPr>
            <a:xfrm>
              <a:off x="7440837" y="3810211"/>
              <a:ext cx="41204" cy="112224"/>
            </a:xfrm>
            <a:custGeom>
              <a:rect b="b" l="l" r="r" t="t"/>
              <a:pathLst>
                <a:path extrusionOk="0" h="3764" w="1382">
                  <a:moveTo>
                    <a:pt x="0" y="0"/>
                  </a:moveTo>
                  <a:cubicBezTo>
                    <a:pt x="572" y="72"/>
                    <a:pt x="1025" y="572"/>
                    <a:pt x="1025" y="1167"/>
                  </a:cubicBezTo>
                  <a:lnTo>
                    <a:pt x="1025" y="1834"/>
                  </a:lnTo>
                  <a:cubicBezTo>
                    <a:pt x="1025" y="1858"/>
                    <a:pt x="1001" y="1906"/>
                    <a:pt x="1001" y="1929"/>
                  </a:cubicBezTo>
                  <a:cubicBezTo>
                    <a:pt x="1001" y="1953"/>
                    <a:pt x="953" y="1977"/>
                    <a:pt x="929" y="2025"/>
                  </a:cubicBezTo>
                  <a:cubicBezTo>
                    <a:pt x="905" y="2025"/>
                    <a:pt x="905" y="2048"/>
                    <a:pt x="882" y="2048"/>
                  </a:cubicBezTo>
                  <a:lnTo>
                    <a:pt x="834" y="2048"/>
                  </a:lnTo>
                  <a:lnTo>
                    <a:pt x="905" y="2310"/>
                  </a:lnTo>
                  <a:cubicBezTo>
                    <a:pt x="929" y="2406"/>
                    <a:pt x="834" y="2501"/>
                    <a:pt x="763" y="2501"/>
                  </a:cubicBezTo>
                  <a:lnTo>
                    <a:pt x="691" y="2501"/>
                  </a:lnTo>
                  <a:cubicBezTo>
                    <a:pt x="596" y="2501"/>
                    <a:pt x="524" y="2572"/>
                    <a:pt x="524" y="2668"/>
                  </a:cubicBezTo>
                  <a:lnTo>
                    <a:pt x="524" y="3382"/>
                  </a:lnTo>
                  <a:cubicBezTo>
                    <a:pt x="524" y="3525"/>
                    <a:pt x="453" y="3644"/>
                    <a:pt x="334" y="3715"/>
                  </a:cubicBezTo>
                  <a:cubicBezTo>
                    <a:pt x="405" y="3739"/>
                    <a:pt x="453" y="3763"/>
                    <a:pt x="548" y="3763"/>
                  </a:cubicBezTo>
                  <a:cubicBezTo>
                    <a:pt x="763" y="3763"/>
                    <a:pt x="905" y="3596"/>
                    <a:pt x="905" y="3406"/>
                  </a:cubicBezTo>
                  <a:lnTo>
                    <a:pt x="905" y="2525"/>
                  </a:lnTo>
                  <a:lnTo>
                    <a:pt x="1120" y="2525"/>
                  </a:lnTo>
                  <a:cubicBezTo>
                    <a:pt x="1215" y="2525"/>
                    <a:pt x="1286" y="2429"/>
                    <a:pt x="1263" y="2334"/>
                  </a:cubicBezTo>
                  <a:lnTo>
                    <a:pt x="1215" y="2072"/>
                  </a:lnTo>
                  <a:lnTo>
                    <a:pt x="1239" y="2072"/>
                  </a:lnTo>
                  <a:cubicBezTo>
                    <a:pt x="1263" y="2072"/>
                    <a:pt x="1286" y="2048"/>
                    <a:pt x="1286" y="2048"/>
                  </a:cubicBezTo>
                  <a:cubicBezTo>
                    <a:pt x="1334" y="2025"/>
                    <a:pt x="1358" y="1977"/>
                    <a:pt x="1358" y="1953"/>
                  </a:cubicBezTo>
                  <a:cubicBezTo>
                    <a:pt x="1382" y="1929"/>
                    <a:pt x="1382" y="1906"/>
                    <a:pt x="1382" y="1858"/>
                  </a:cubicBezTo>
                  <a:lnTo>
                    <a:pt x="1382" y="1191"/>
                  </a:lnTo>
                  <a:cubicBezTo>
                    <a:pt x="1382" y="524"/>
                    <a:pt x="858" y="0"/>
                    <a:pt x="19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89"/>
            <p:cNvSpPr/>
            <p:nvPr/>
          </p:nvSpPr>
          <p:spPr>
            <a:xfrm>
              <a:off x="7430909" y="3762984"/>
              <a:ext cx="30560" cy="31186"/>
            </a:xfrm>
            <a:custGeom>
              <a:rect b="b" l="l" r="r" t="t"/>
              <a:pathLst>
                <a:path extrusionOk="0" h="1046" w="1025">
                  <a:moveTo>
                    <a:pt x="545" y="1"/>
                  </a:moveTo>
                  <a:cubicBezTo>
                    <a:pt x="500" y="1"/>
                    <a:pt x="453" y="13"/>
                    <a:pt x="405" y="36"/>
                  </a:cubicBezTo>
                  <a:cubicBezTo>
                    <a:pt x="357" y="36"/>
                    <a:pt x="310" y="60"/>
                    <a:pt x="262" y="84"/>
                  </a:cubicBezTo>
                  <a:cubicBezTo>
                    <a:pt x="119" y="179"/>
                    <a:pt x="0" y="370"/>
                    <a:pt x="0" y="537"/>
                  </a:cubicBezTo>
                  <a:cubicBezTo>
                    <a:pt x="0" y="727"/>
                    <a:pt x="119" y="894"/>
                    <a:pt x="262" y="989"/>
                  </a:cubicBezTo>
                  <a:cubicBezTo>
                    <a:pt x="349" y="1024"/>
                    <a:pt x="436" y="1046"/>
                    <a:pt x="524" y="1046"/>
                  </a:cubicBezTo>
                  <a:cubicBezTo>
                    <a:pt x="555" y="1046"/>
                    <a:pt x="587" y="1043"/>
                    <a:pt x="619" y="1037"/>
                  </a:cubicBezTo>
                  <a:lnTo>
                    <a:pt x="667" y="1037"/>
                  </a:lnTo>
                  <a:cubicBezTo>
                    <a:pt x="881" y="989"/>
                    <a:pt x="1024" y="775"/>
                    <a:pt x="1024" y="537"/>
                  </a:cubicBezTo>
                  <a:cubicBezTo>
                    <a:pt x="1024" y="298"/>
                    <a:pt x="881" y="84"/>
                    <a:pt x="667" y="36"/>
                  </a:cubicBezTo>
                  <a:cubicBezTo>
                    <a:pt x="631" y="13"/>
                    <a:pt x="589" y="1"/>
                    <a:pt x="545"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89"/>
            <p:cNvSpPr/>
            <p:nvPr/>
          </p:nvSpPr>
          <p:spPr>
            <a:xfrm>
              <a:off x="7431595" y="3763342"/>
              <a:ext cx="29875" cy="30143"/>
            </a:xfrm>
            <a:custGeom>
              <a:rect b="b" l="l" r="r" t="t"/>
              <a:pathLst>
                <a:path extrusionOk="0" h="1011" w="1002">
                  <a:moveTo>
                    <a:pt x="501" y="1"/>
                  </a:moveTo>
                  <a:cubicBezTo>
                    <a:pt x="525" y="72"/>
                    <a:pt x="572" y="144"/>
                    <a:pt x="572" y="239"/>
                  </a:cubicBezTo>
                  <a:cubicBezTo>
                    <a:pt x="572" y="405"/>
                    <a:pt x="453" y="596"/>
                    <a:pt x="287" y="667"/>
                  </a:cubicBezTo>
                  <a:cubicBezTo>
                    <a:pt x="263" y="715"/>
                    <a:pt x="263" y="715"/>
                    <a:pt x="239" y="715"/>
                  </a:cubicBezTo>
                  <a:cubicBezTo>
                    <a:pt x="168" y="739"/>
                    <a:pt x="96" y="739"/>
                    <a:pt x="25" y="739"/>
                  </a:cubicBezTo>
                  <a:lnTo>
                    <a:pt x="1" y="739"/>
                  </a:lnTo>
                  <a:cubicBezTo>
                    <a:pt x="49" y="858"/>
                    <a:pt x="168" y="977"/>
                    <a:pt x="334" y="1001"/>
                  </a:cubicBezTo>
                  <a:lnTo>
                    <a:pt x="382" y="1001"/>
                  </a:lnTo>
                  <a:cubicBezTo>
                    <a:pt x="410" y="1008"/>
                    <a:pt x="440" y="1011"/>
                    <a:pt x="471" y="1011"/>
                  </a:cubicBezTo>
                  <a:cubicBezTo>
                    <a:pt x="545" y="1011"/>
                    <a:pt x="624" y="994"/>
                    <a:pt x="692" y="977"/>
                  </a:cubicBezTo>
                  <a:cubicBezTo>
                    <a:pt x="882" y="882"/>
                    <a:pt x="1001" y="715"/>
                    <a:pt x="1001" y="501"/>
                  </a:cubicBezTo>
                  <a:cubicBezTo>
                    <a:pt x="1001" y="239"/>
                    <a:pt x="811" y="1"/>
                    <a:pt x="501"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89"/>
            <p:cNvSpPr/>
            <p:nvPr/>
          </p:nvSpPr>
          <p:spPr>
            <a:xfrm>
              <a:off x="7520355" y="3578725"/>
              <a:ext cx="31991" cy="29875"/>
            </a:xfrm>
            <a:custGeom>
              <a:rect b="b" l="l" r="r" t="t"/>
              <a:pathLst>
                <a:path extrusionOk="0" h="1002" w="1073">
                  <a:moveTo>
                    <a:pt x="358" y="1"/>
                  </a:moveTo>
                  <a:cubicBezTo>
                    <a:pt x="144" y="49"/>
                    <a:pt x="1" y="263"/>
                    <a:pt x="1" y="501"/>
                  </a:cubicBezTo>
                  <a:cubicBezTo>
                    <a:pt x="1" y="739"/>
                    <a:pt x="144" y="953"/>
                    <a:pt x="358" y="1001"/>
                  </a:cubicBezTo>
                  <a:lnTo>
                    <a:pt x="525" y="1001"/>
                  </a:lnTo>
                  <a:cubicBezTo>
                    <a:pt x="596" y="1001"/>
                    <a:pt x="691" y="1001"/>
                    <a:pt x="739" y="977"/>
                  </a:cubicBezTo>
                  <a:cubicBezTo>
                    <a:pt x="763" y="977"/>
                    <a:pt x="763" y="977"/>
                    <a:pt x="810" y="953"/>
                  </a:cubicBezTo>
                  <a:cubicBezTo>
                    <a:pt x="953" y="858"/>
                    <a:pt x="1072" y="668"/>
                    <a:pt x="1072" y="501"/>
                  </a:cubicBezTo>
                  <a:cubicBezTo>
                    <a:pt x="1072" y="287"/>
                    <a:pt x="953" y="120"/>
                    <a:pt x="739" y="25"/>
                  </a:cubicBezTo>
                  <a:cubicBezTo>
                    <a:pt x="691" y="1"/>
                    <a:pt x="620" y="1"/>
                    <a:pt x="525"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89"/>
            <p:cNvSpPr/>
            <p:nvPr/>
          </p:nvSpPr>
          <p:spPr>
            <a:xfrm>
              <a:off x="7520355" y="3579441"/>
              <a:ext cx="29845" cy="30471"/>
            </a:xfrm>
            <a:custGeom>
              <a:rect b="b" l="l" r="r" t="t"/>
              <a:pathLst>
                <a:path extrusionOk="0" h="1022" w="1001">
                  <a:moveTo>
                    <a:pt x="501" y="1"/>
                  </a:moveTo>
                  <a:cubicBezTo>
                    <a:pt x="525" y="96"/>
                    <a:pt x="572" y="144"/>
                    <a:pt x="572" y="239"/>
                  </a:cubicBezTo>
                  <a:cubicBezTo>
                    <a:pt x="572" y="406"/>
                    <a:pt x="453" y="596"/>
                    <a:pt x="286" y="691"/>
                  </a:cubicBezTo>
                  <a:cubicBezTo>
                    <a:pt x="263" y="715"/>
                    <a:pt x="263" y="715"/>
                    <a:pt x="239" y="715"/>
                  </a:cubicBezTo>
                  <a:cubicBezTo>
                    <a:pt x="167" y="739"/>
                    <a:pt x="96" y="739"/>
                    <a:pt x="25" y="739"/>
                  </a:cubicBezTo>
                  <a:lnTo>
                    <a:pt x="1" y="739"/>
                  </a:lnTo>
                  <a:cubicBezTo>
                    <a:pt x="48" y="858"/>
                    <a:pt x="167" y="977"/>
                    <a:pt x="334" y="1001"/>
                  </a:cubicBezTo>
                  <a:lnTo>
                    <a:pt x="382" y="1001"/>
                  </a:lnTo>
                  <a:cubicBezTo>
                    <a:pt x="411" y="1016"/>
                    <a:pt x="443" y="1021"/>
                    <a:pt x="476" y="1021"/>
                  </a:cubicBezTo>
                  <a:cubicBezTo>
                    <a:pt x="549" y="1021"/>
                    <a:pt x="626" y="994"/>
                    <a:pt x="691" y="977"/>
                  </a:cubicBezTo>
                  <a:cubicBezTo>
                    <a:pt x="882" y="882"/>
                    <a:pt x="1001" y="715"/>
                    <a:pt x="1001" y="501"/>
                  </a:cubicBezTo>
                  <a:cubicBezTo>
                    <a:pt x="1001" y="215"/>
                    <a:pt x="810" y="1"/>
                    <a:pt x="501"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89"/>
            <p:cNvSpPr/>
            <p:nvPr/>
          </p:nvSpPr>
          <p:spPr>
            <a:xfrm>
              <a:off x="7499782" y="3625595"/>
              <a:ext cx="71019" cy="113625"/>
            </a:xfrm>
            <a:custGeom>
              <a:rect b="b" l="l" r="r" t="t"/>
              <a:pathLst>
                <a:path extrusionOk="0" h="3811" w="2382">
                  <a:moveTo>
                    <a:pt x="953" y="1"/>
                  </a:moveTo>
                  <a:cubicBezTo>
                    <a:pt x="72" y="1"/>
                    <a:pt x="0" y="929"/>
                    <a:pt x="0" y="1215"/>
                  </a:cubicBezTo>
                  <a:lnTo>
                    <a:pt x="0" y="2239"/>
                  </a:lnTo>
                  <a:lnTo>
                    <a:pt x="0" y="2263"/>
                  </a:lnTo>
                  <a:cubicBezTo>
                    <a:pt x="73" y="2336"/>
                    <a:pt x="148" y="2364"/>
                    <a:pt x="216" y="2364"/>
                  </a:cubicBezTo>
                  <a:cubicBezTo>
                    <a:pt x="348" y="2364"/>
                    <a:pt x="453" y="2254"/>
                    <a:pt x="453" y="2144"/>
                  </a:cubicBezTo>
                  <a:lnTo>
                    <a:pt x="453" y="3573"/>
                  </a:lnTo>
                  <a:cubicBezTo>
                    <a:pt x="453" y="3597"/>
                    <a:pt x="453" y="3597"/>
                    <a:pt x="476" y="3620"/>
                  </a:cubicBezTo>
                  <a:cubicBezTo>
                    <a:pt x="580" y="3741"/>
                    <a:pt x="698" y="3790"/>
                    <a:pt x="808" y="3790"/>
                  </a:cubicBezTo>
                  <a:cubicBezTo>
                    <a:pt x="1002" y="3790"/>
                    <a:pt x="1167" y="3636"/>
                    <a:pt x="1167" y="3454"/>
                  </a:cubicBezTo>
                  <a:lnTo>
                    <a:pt x="1191" y="3454"/>
                  </a:lnTo>
                  <a:cubicBezTo>
                    <a:pt x="1191" y="3668"/>
                    <a:pt x="1358" y="3811"/>
                    <a:pt x="1548" y="3811"/>
                  </a:cubicBezTo>
                  <a:cubicBezTo>
                    <a:pt x="1715" y="3811"/>
                    <a:pt x="1881" y="3620"/>
                    <a:pt x="1881" y="3454"/>
                  </a:cubicBezTo>
                  <a:lnTo>
                    <a:pt x="1881" y="2168"/>
                  </a:lnTo>
                  <a:cubicBezTo>
                    <a:pt x="1881" y="2287"/>
                    <a:pt x="2001" y="2406"/>
                    <a:pt x="2120" y="2406"/>
                  </a:cubicBezTo>
                  <a:cubicBezTo>
                    <a:pt x="2239" y="2406"/>
                    <a:pt x="2310" y="2287"/>
                    <a:pt x="2310" y="2168"/>
                  </a:cubicBezTo>
                  <a:lnTo>
                    <a:pt x="2310" y="1215"/>
                  </a:lnTo>
                  <a:cubicBezTo>
                    <a:pt x="2382" y="525"/>
                    <a:pt x="1858" y="1"/>
                    <a:pt x="119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89"/>
            <p:cNvSpPr/>
            <p:nvPr/>
          </p:nvSpPr>
          <p:spPr>
            <a:xfrm>
              <a:off x="7540957" y="3653293"/>
              <a:ext cx="15653" cy="85241"/>
            </a:xfrm>
            <a:custGeom>
              <a:rect b="b" l="l" r="r" t="t"/>
              <a:pathLst>
                <a:path extrusionOk="0" h="2859" w="525">
                  <a:moveTo>
                    <a:pt x="477" y="0"/>
                  </a:moveTo>
                  <a:cubicBezTo>
                    <a:pt x="310" y="0"/>
                    <a:pt x="167" y="119"/>
                    <a:pt x="167" y="286"/>
                  </a:cubicBezTo>
                  <a:lnTo>
                    <a:pt x="167" y="2501"/>
                  </a:lnTo>
                  <a:cubicBezTo>
                    <a:pt x="167" y="2620"/>
                    <a:pt x="119" y="2739"/>
                    <a:pt x="0" y="2787"/>
                  </a:cubicBezTo>
                  <a:cubicBezTo>
                    <a:pt x="48" y="2811"/>
                    <a:pt x="119" y="2858"/>
                    <a:pt x="167" y="2858"/>
                  </a:cubicBezTo>
                  <a:cubicBezTo>
                    <a:pt x="381" y="2858"/>
                    <a:pt x="524" y="2691"/>
                    <a:pt x="524" y="2501"/>
                  </a:cubicBezTo>
                  <a:lnTo>
                    <a:pt x="524"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89"/>
            <p:cNvSpPr/>
            <p:nvPr/>
          </p:nvSpPr>
          <p:spPr>
            <a:xfrm>
              <a:off x="7530313" y="3626280"/>
              <a:ext cx="40489" cy="70363"/>
            </a:xfrm>
            <a:custGeom>
              <a:rect b="b" l="l" r="r" t="t"/>
              <a:pathLst>
                <a:path extrusionOk="0" h="2360" w="1358">
                  <a:moveTo>
                    <a:pt x="210" y="1"/>
                  </a:moveTo>
                  <a:cubicBezTo>
                    <a:pt x="196" y="1"/>
                    <a:pt x="181" y="1"/>
                    <a:pt x="167" y="1"/>
                  </a:cubicBezTo>
                  <a:lnTo>
                    <a:pt x="0" y="1"/>
                  </a:lnTo>
                  <a:cubicBezTo>
                    <a:pt x="548" y="97"/>
                    <a:pt x="1000" y="573"/>
                    <a:pt x="1000" y="1168"/>
                  </a:cubicBezTo>
                  <a:lnTo>
                    <a:pt x="1000" y="2121"/>
                  </a:lnTo>
                  <a:cubicBezTo>
                    <a:pt x="1000" y="2169"/>
                    <a:pt x="977" y="2240"/>
                    <a:pt x="953" y="2264"/>
                  </a:cubicBezTo>
                  <a:cubicBezTo>
                    <a:pt x="977" y="2335"/>
                    <a:pt x="1024" y="2359"/>
                    <a:pt x="1119" y="2359"/>
                  </a:cubicBezTo>
                  <a:cubicBezTo>
                    <a:pt x="1215" y="2359"/>
                    <a:pt x="1262" y="2335"/>
                    <a:pt x="1310" y="2288"/>
                  </a:cubicBezTo>
                  <a:cubicBezTo>
                    <a:pt x="1334" y="2240"/>
                    <a:pt x="1358" y="2169"/>
                    <a:pt x="1358" y="2121"/>
                  </a:cubicBezTo>
                  <a:lnTo>
                    <a:pt x="1358" y="1168"/>
                  </a:lnTo>
                  <a:cubicBezTo>
                    <a:pt x="1358" y="516"/>
                    <a:pt x="856" y="1"/>
                    <a:pt x="210"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89"/>
            <p:cNvSpPr/>
            <p:nvPr/>
          </p:nvSpPr>
          <p:spPr>
            <a:xfrm>
              <a:off x="7499782" y="3809496"/>
              <a:ext cx="71019" cy="111627"/>
            </a:xfrm>
            <a:custGeom>
              <a:rect b="b" l="l" r="r" t="t"/>
              <a:pathLst>
                <a:path extrusionOk="0" h="3744" w="2382">
                  <a:moveTo>
                    <a:pt x="1191" y="1"/>
                  </a:moveTo>
                  <a:cubicBezTo>
                    <a:pt x="548" y="1"/>
                    <a:pt x="0" y="524"/>
                    <a:pt x="0" y="1191"/>
                  </a:cubicBezTo>
                  <a:lnTo>
                    <a:pt x="0" y="1858"/>
                  </a:lnTo>
                  <a:cubicBezTo>
                    <a:pt x="0" y="1930"/>
                    <a:pt x="24" y="1977"/>
                    <a:pt x="72" y="2025"/>
                  </a:cubicBezTo>
                  <a:lnTo>
                    <a:pt x="119" y="2072"/>
                  </a:lnTo>
                  <a:lnTo>
                    <a:pt x="143" y="2072"/>
                  </a:lnTo>
                  <a:lnTo>
                    <a:pt x="119" y="2287"/>
                  </a:lnTo>
                  <a:lnTo>
                    <a:pt x="119" y="2311"/>
                  </a:lnTo>
                  <a:cubicBezTo>
                    <a:pt x="95" y="2406"/>
                    <a:pt x="191" y="2501"/>
                    <a:pt x="262" y="2501"/>
                  </a:cubicBezTo>
                  <a:lnTo>
                    <a:pt x="500" y="2501"/>
                  </a:lnTo>
                  <a:lnTo>
                    <a:pt x="500" y="3477"/>
                  </a:lnTo>
                  <a:cubicBezTo>
                    <a:pt x="500" y="3525"/>
                    <a:pt x="548" y="3597"/>
                    <a:pt x="572" y="3620"/>
                  </a:cubicBezTo>
                  <a:cubicBezTo>
                    <a:pt x="666" y="3707"/>
                    <a:pt x="765" y="3744"/>
                    <a:pt x="856" y="3744"/>
                  </a:cubicBezTo>
                  <a:cubicBezTo>
                    <a:pt x="1041" y="3744"/>
                    <a:pt x="1191" y="3590"/>
                    <a:pt x="1191" y="3382"/>
                  </a:cubicBezTo>
                  <a:cubicBezTo>
                    <a:pt x="1191" y="3590"/>
                    <a:pt x="1341" y="3744"/>
                    <a:pt x="1526" y="3744"/>
                  </a:cubicBezTo>
                  <a:cubicBezTo>
                    <a:pt x="1617" y="3744"/>
                    <a:pt x="1716" y="3707"/>
                    <a:pt x="1810" y="3620"/>
                  </a:cubicBezTo>
                  <a:cubicBezTo>
                    <a:pt x="1881" y="3597"/>
                    <a:pt x="1881" y="3525"/>
                    <a:pt x="1881" y="3477"/>
                  </a:cubicBezTo>
                  <a:lnTo>
                    <a:pt x="1881" y="2501"/>
                  </a:lnTo>
                  <a:lnTo>
                    <a:pt x="2096" y="2501"/>
                  </a:lnTo>
                  <a:cubicBezTo>
                    <a:pt x="2167" y="2501"/>
                    <a:pt x="2239" y="2406"/>
                    <a:pt x="2239" y="2311"/>
                  </a:cubicBezTo>
                  <a:lnTo>
                    <a:pt x="2167" y="2049"/>
                  </a:lnTo>
                  <a:lnTo>
                    <a:pt x="2167" y="2049"/>
                  </a:lnTo>
                  <a:cubicBezTo>
                    <a:pt x="2215" y="2072"/>
                    <a:pt x="2239" y="2072"/>
                    <a:pt x="2239" y="2072"/>
                  </a:cubicBezTo>
                  <a:cubicBezTo>
                    <a:pt x="2262" y="2072"/>
                    <a:pt x="2262" y="2049"/>
                    <a:pt x="2286" y="2049"/>
                  </a:cubicBezTo>
                  <a:cubicBezTo>
                    <a:pt x="2334" y="2025"/>
                    <a:pt x="2358" y="1977"/>
                    <a:pt x="2358" y="1953"/>
                  </a:cubicBezTo>
                  <a:cubicBezTo>
                    <a:pt x="2358" y="1930"/>
                    <a:pt x="2382" y="1906"/>
                    <a:pt x="2382" y="1858"/>
                  </a:cubicBezTo>
                  <a:lnTo>
                    <a:pt x="2382" y="1191"/>
                  </a:lnTo>
                  <a:cubicBezTo>
                    <a:pt x="2382" y="524"/>
                    <a:pt x="1858" y="1"/>
                    <a:pt x="1191"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89"/>
            <p:cNvSpPr/>
            <p:nvPr/>
          </p:nvSpPr>
          <p:spPr>
            <a:xfrm>
              <a:off x="7529597" y="3810211"/>
              <a:ext cx="41204" cy="112224"/>
            </a:xfrm>
            <a:custGeom>
              <a:rect b="b" l="l" r="r" t="t"/>
              <a:pathLst>
                <a:path extrusionOk="0" h="3764" w="1382">
                  <a:moveTo>
                    <a:pt x="0" y="0"/>
                  </a:moveTo>
                  <a:cubicBezTo>
                    <a:pt x="572" y="72"/>
                    <a:pt x="1024" y="572"/>
                    <a:pt x="1024" y="1167"/>
                  </a:cubicBezTo>
                  <a:lnTo>
                    <a:pt x="1024" y="1834"/>
                  </a:lnTo>
                  <a:cubicBezTo>
                    <a:pt x="1024" y="1858"/>
                    <a:pt x="1001" y="1906"/>
                    <a:pt x="1001" y="1929"/>
                  </a:cubicBezTo>
                  <a:cubicBezTo>
                    <a:pt x="1001" y="1953"/>
                    <a:pt x="953" y="1977"/>
                    <a:pt x="929" y="2025"/>
                  </a:cubicBezTo>
                  <a:cubicBezTo>
                    <a:pt x="905" y="2025"/>
                    <a:pt x="905" y="2048"/>
                    <a:pt x="881" y="2048"/>
                  </a:cubicBezTo>
                  <a:lnTo>
                    <a:pt x="834" y="2048"/>
                  </a:lnTo>
                  <a:lnTo>
                    <a:pt x="905" y="2310"/>
                  </a:lnTo>
                  <a:cubicBezTo>
                    <a:pt x="929" y="2406"/>
                    <a:pt x="834" y="2501"/>
                    <a:pt x="762" y="2501"/>
                  </a:cubicBezTo>
                  <a:lnTo>
                    <a:pt x="691" y="2501"/>
                  </a:lnTo>
                  <a:cubicBezTo>
                    <a:pt x="596" y="2501"/>
                    <a:pt x="524" y="2572"/>
                    <a:pt x="524" y="2668"/>
                  </a:cubicBezTo>
                  <a:lnTo>
                    <a:pt x="524" y="3382"/>
                  </a:lnTo>
                  <a:cubicBezTo>
                    <a:pt x="524" y="3525"/>
                    <a:pt x="453" y="3644"/>
                    <a:pt x="334" y="3715"/>
                  </a:cubicBezTo>
                  <a:cubicBezTo>
                    <a:pt x="405" y="3739"/>
                    <a:pt x="453" y="3763"/>
                    <a:pt x="548" y="3763"/>
                  </a:cubicBezTo>
                  <a:cubicBezTo>
                    <a:pt x="762" y="3763"/>
                    <a:pt x="905" y="3596"/>
                    <a:pt x="905" y="3406"/>
                  </a:cubicBezTo>
                  <a:lnTo>
                    <a:pt x="905" y="2525"/>
                  </a:lnTo>
                  <a:lnTo>
                    <a:pt x="1120" y="2525"/>
                  </a:lnTo>
                  <a:cubicBezTo>
                    <a:pt x="1215" y="2525"/>
                    <a:pt x="1286" y="2429"/>
                    <a:pt x="1262" y="2334"/>
                  </a:cubicBezTo>
                  <a:lnTo>
                    <a:pt x="1215" y="2072"/>
                  </a:lnTo>
                  <a:lnTo>
                    <a:pt x="1239" y="2072"/>
                  </a:lnTo>
                  <a:cubicBezTo>
                    <a:pt x="1262" y="2072"/>
                    <a:pt x="1286" y="2048"/>
                    <a:pt x="1286" y="2048"/>
                  </a:cubicBezTo>
                  <a:cubicBezTo>
                    <a:pt x="1334" y="2025"/>
                    <a:pt x="1358" y="1977"/>
                    <a:pt x="1358" y="1953"/>
                  </a:cubicBezTo>
                  <a:cubicBezTo>
                    <a:pt x="1382" y="1929"/>
                    <a:pt x="1382" y="1906"/>
                    <a:pt x="1382" y="1858"/>
                  </a:cubicBezTo>
                  <a:lnTo>
                    <a:pt x="1382" y="1191"/>
                  </a:lnTo>
                  <a:cubicBezTo>
                    <a:pt x="1382" y="524"/>
                    <a:pt x="858" y="0"/>
                    <a:pt x="19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89"/>
            <p:cNvSpPr/>
            <p:nvPr/>
          </p:nvSpPr>
          <p:spPr>
            <a:xfrm>
              <a:off x="7519639" y="3762984"/>
              <a:ext cx="31991" cy="31186"/>
            </a:xfrm>
            <a:custGeom>
              <a:rect b="b" l="l" r="r" t="t"/>
              <a:pathLst>
                <a:path extrusionOk="0" h="1046" w="1073">
                  <a:moveTo>
                    <a:pt x="572" y="1"/>
                  </a:moveTo>
                  <a:cubicBezTo>
                    <a:pt x="525" y="1"/>
                    <a:pt x="477" y="13"/>
                    <a:pt x="430" y="36"/>
                  </a:cubicBezTo>
                  <a:cubicBezTo>
                    <a:pt x="382" y="36"/>
                    <a:pt x="358" y="60"/>
                    <a:pt x="287" y="84"/>
                  </a:cubicBezTo>
                  <a:cubicBezTo>
                    <a:pt x="144" y="179"/>
                    <a:pt x="25" y="370"/>
                    <a:pt x="25" y="537"/>
                  </a:cubicBezTo>
                  <a:cubicBezTo>
                    <a:pt x="1" y="727"/>
                    <a:pt x="120" y="894"/>
                    <a:pt x="287" y="989"/>
                  </a:cubicBezTo>
                  <a:cubicBezTo>
                    <a:pt x="374" y="1024"/>
                    <a:pt x="461" y="1046"/>
                    <a:pt x="548" y="1046"/>
                  </a:cubicBezTo>
                  <a:cubicBezTo>
                    <a:pt x="580" y="1046"/>
                    <a:pt x="612" y="1043"/>
                    <a:pt x="644" y="1037"/>
                  </a:cubicBezTo>
                  <a:lnTo>
                    <a:pt x="715" y="1037"/>
                  </a:lnTo>
                  <a:cubicBezTo>
                    <a:pt x="906" y="989"/>
                    <a:pt x="1073" y="775"/>
                    <a:pt x="1073" y="537"/>
                  </a:cubicBezTo>
                  <a:cubicBezTo>
                    <a:pt x="1073" y="298"/>
                    <a:pt x="906" y="84"/>
                    <a:pt x="715" y="36"/>
                  </a:cubicBezTo>
                  <a:cubicBezTo>
                    <a:pt x="668" y="13"/>
                    <a:pt x="620" y="1"/>
                    <a:pt x="572"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89"/>
            <p:cNvSpPr/>
            <p:nvPr/>
          </p:nvSpPr>
          <p:spPr>
            <a:xfrm>
              <a:off x="7520355" y="3763342"/>
              <a:ext cx="29845" cy="30143"/>
            </a:xfrm>
            <a:custGeom>
              <a:rect b="b" l="l" r="r" t="t"/>
              <a:pathLst>
                <a:path extrusionOk="0" h="1011" w="1001">
                  <a:moveTo>
                    <a:pt x="501" y="1"/>
                  </a:moveTo>
                  <a:cubicBezTo>
                    <a:pt x="525" y="72"/>
                    <a:pt x="572" y="144"/>
                    <a:pt x="572" y="239"/>
                  </a:cubicBezTo>
                  <a:cubicBezTo>
                    <a:pt x="572" y="405"/>
                    <a:pt x="453" y="596"/>
                    <a:pt x="286" y="667"/>
                  </a:cubicBezTo>
                  <a:cubicBezTo>
                    <a:pt x="263" y="715"/>
                    <a:pt x="263" y="715"/>
                    <a:pt x="239" y="715"/>
                  </a:cubicBezTo>
                  <a:cubicBezTo>
                    <a:pt x="167" y="739"/>
                    <a:pt x="96" y="739"/>
                    <a:pt x="25" y="739"/>
                  </a:cubicBezTo>
                  <a:lnTo>
                    <a:pt x="1" y="739"/>
                  </a:lnTo>
                  <a:cubicBezTo>
                    <a:pt x="48" y="858"/>
                    <a:pt x="167" y="977"/>
                    <a:pt x="334" y="1001"/>
                  </a:cubicBezTo>
                  <a:lnTo>
                    <a:pt x="382" y="1001"/>
                  </a:lnTo>
                  <a:cubicBezTo>
                    <a:pt x="410" y="1008"/>
                    <a:pt x="440" y="1011"/>
                    <a:pt x="470" y="1011"/>
                  </a:cubicBezTo>
                  <a:cubicBezTo>
                    <a:pt x="545" y="1011"/>
                    <a:pt x="624" y="994"/>
                    <a:pt x="691" y="977"/>
                  </a:cubicBezTo>
                  <a:cubicBezTo>
                    <a:pt x="882" y="882"/>
                    <a:pt x="1001" y="715"/>
                    <a:pt x="1001" y="501"/>
                  </a:cubicBezTo>
                  <a:cubicBezTo>
                    <a:pt x="1001" y="239"/>
                    <a:pt x="810" y="1"/>
                    <a:pt x="501"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89"/>
            <p:cNvSpPr/>
            <p:nvPr/>
          </p:nvSpPr>
          <p:spPr>
            <a:xfrm>
              <a:off x="7609115" y="3578725"/>
              <a:ext cx="31991" cy="29875"/>
            </a:xfrm>
            <a:custGeom>
              <a:rect b="b" l="l" r="r" t="t"/>
              <a:pathLst>
                <a:path extrusionOk="0" h="1002" w="1073">
                  <a:moveTo>
                    <a:pt x="358" y="1"/>
                  </a:moveTo>
                  <a:cubicBezTo>
                    <a:pt x="143" y="49"/>
                    <a:pt x="1" y="263"/>
                    <a:pt x="1" y="501"/>
                  </a:cubicBezTo>
                  <a:cubicBezTo>
                    <a:pt x="1" y="739"/>
                    <a:pt x="143" y="953"/>
                    <a:pt x="358" y="1001"/>
                  </a:cubicBezTo>
                  <a:lnTo>
                    <a:pt x="524" y="1001"/>
                  </a:lnTo>
                  <a:cubicBezTo>
                    <a:pt x="596" y="1001"/>
                    <a:pt x="691" y="1001"/>
                    <a:pt x="739" y="977"/>
                  </a:cubicBezTo>
                  <a:cubicBezTo>
                    <a:pt x="763" y="977"/>
                    <a:pt x="763" y="977"/>
                    <a:pt x="810" y="953"/>
                  </a:cubicBezTo>
                  <a:cubicBezTo>
                    <a:pt x="953" y="858"/>
                    <a:pt x="1072" y="668"/>
                    <a:pt x="1072" y="501"/>
                  </a:cubicBezTo>
                  <a:cubicBezTo>
                    <a:pt x="1072" y="287"/>
                    <a:pt x="953" y="120"/>
                    <a:pt x="739" y="25"/>
                  </a:cubicBezTo>
                  <a:cubicBezTo>
                    <a:pt x="691" y="1"/>
                    <a:pt x="620" y="1"/>
                    <a:pt x="524"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89"/>
            <p:cNvSpPr/>
            <p:nvPr/>
          </p:nvSpPr>
          <p:spPr>
            <a:xfrm>
              <a:off x="7609830" y="3579441"/>
              <a:ext cx="30560" cy="30471"/>
            </a:xfrm>
            <a:custGeom>
              <a:rect b="b" l="l" r="r" t="t"/>
              <a:pathLst>
                <a:path extrusionOk="0" h="1022" w="1025">
                  <a:moveTo>
                    <a:pt x="500" y="1"/>
                  </a:moveTo>
                  <a:cubicBezTo>
                    <a:pt x="548" y="96"/>
                    <a:pt x="572" y="144"/>
                    <a:pt x="572" y="239"/>
                  </a:cubicBezTo>
                  <a:cubicBezTo>
                    <a:pt x="572" y="406"/>
                    <a:pt x="453" y="596"/>
                    <a:pt x="310" y="691"/>
                  </a:cubicBezTo>
                  <a:cubicBezTo>
                    <a:pt x="262" y="715"/>
                    <a:pt x="262" y="715"/>
                    <a:pt x="238" y="715"/>
                  </a:cubicBezTo>
                  <a:cubicBezTo>
                    <a:pt x="191" y="739"/>
                    <a:pt x="96" y="739"/>
                    <a:pt x="24" y="739"/>
                  </a:cubicBezTo>
                  <a:lnTo>
                    <a:pt x="0" y="739"/>
                  </a:lnTo>
                  <a:cubicBezTo>
                    <a:pt x="72" y="858"/>
                    <a:pt x="191" y="977"/>
                    <a:pt x="334" y="1001"/>
                  </a:cubicBezTo>
                  <a:lnTo>
                    <a:pt x="381" y="1001"/>
                  </a:lnTo>
                  <a:cubicBezTo>
                    <a:pt x="411" y="1016"/>
                    <a:pt x="443" y="1021"/>
                    <a:pt x="475" y="1021"/>
                  </a:cubicBezTo>
                  <a:cubicBezTo>
                    <a:pt x="548" y="1021"/>
                    <a:pt x="625" y="994"/>
                    <a:pt x="691" y="977"/>
                  </a:cubicBezTo>
                  <a:cubicBezTo>
                    <a:pt x="905" y="882"/>
                    <a:pt x="1024" y="715"/>
                    <a:pt x="1024" y="501"/>
                  </a:cubicBezTo>
                  <a:cubicBezTo>
                    <a:pt x="1024" y="215"/>
                    <a:pt x="786" y="1"/>
                    <a:pt x="500"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89"/>
            <p:cNvSpPr/>
            <p:nvPr/>
          </p:nvSpPr>
          <p:spPr>
            <a:xfrm>
              <a:off x="7588513" y="3625595"/>
              <a:ext cx="71049" cy="113625"/>
            </a:xfrm>
            <a:custGeom>
              <a:rect b="b" l="l" r="r" t="t"/>
              <a:pathLst>
                <a:path extrusionOk="0" h="3811" w="2383">
                  <a:moveTo>
                    <a:pt x="953" y="1"/>
                  </a:moveTo>
                  <a:cubicBezTo>
                    <a:pt x="72" y="1"/>
                    <a:pt x="1" y="929"/>
                    <a:pt x="1" y="1215"/>
                  </a:cubicBezTo>
                  <a:lnTo>
                    <a:pt x="1" y="2239"/>
                  </a:lnTo>
                  <a:lnTo>
                    <a:pt x="1" y="2263"/>
                  </a:lnTo>
                  <a:cubicBezTo>
                    <a:pt x="73" y="2336"/>
                    <a:pt x="149" y="2364"/>
                    <a:pt x="217" y="2364"/>
                  </a:cubicBezTo>
                  <a:cubicBezTo>
                    <a:pt x="349" y="2364"/>
                    <a:pt x="453" y="2254"/>
                    <a:pt x="453" y="2144"/>
                  </a:cubicBezTo>
                  <a:lnTo>
                    <a:pt x="453" y="3573"/>
                  </a:lnTo>
                  <a:cubicBezTo>
                    <a:pt x="453" y="3597"/>
                    <a:pt x="453" y="3597"/>
                    <a:pt x="477" y="3620"/>
                  </a:cubicBezTo>
                  <a:cubicBezTo>
                    <a:pt x="580" y="3741"/>
                    <a:pt x="699" y="3790"/>
                    <a:pt x="809" y="3790"/>
                  </a:cubicBezTo>
                  <a:cubicBezTo>
                    <a:pt x="1003" y="3790"/>
                    <a:pt x="1168" y="3636"/>
                    <a:pt x="1168" y="3454"/>
                  </a:cubicBezTo>
                  <a:lnTo>
                    <a:pt x="1192" y="3454"/>
                  </a:lnTo>
                  <a:cubicBezTo>
                    <a:pt x="1192" y="3668"/>
                    <a:pt x="1358" y="3811"/>
                    <a:pt x="1549" y="3811"/>
                  </a:cubicBezTo>
                  <a:cubicBezTo>
                    <a:pt x="1716" y="3811"/>
                    <a:pt x="1882" y="3620"/>
                    <a:pt x="1882" y="3454"/>
                  </a:cubicBezTo>
                  <a:lnTo>
                    <a:pt x="1882" y="2168"/>
                  </a:lnTo>
                  <a:cubicBezTo>
                    <a:pt x="1882" y="2287"/>
                    <a:pt x="2001" y="2406"/>
                    <a:pt x="2120" y="2406"/>
                  </a:cubicBezTo>
                  <a:cubicBezTo>
                    <a:pt x="2239" y="2406"/>
                    <a:pt x="2311" y="2287"/>
                    <a:pt x="2311" y="2168"/>
                  </a:cubicBezTo>
                  <a:lnTo>
                    <a:pt x="2311" y="1215"/>
                  </a:lnTo>
                  <a:cubicBezTo>
                    <a:pt x="2382" y="525"/>
                    <a:pt x="1858" y="1"/>
                    <a:pt x="1192"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89"/>
            <p:cNvSpPr/>
            <p:nvPr/>
          </p:nvSpPr>
          <p:spPr>
            <a:xfrm>
              <a:off x="7629717" y="3653293"/>
              <a:ext cx="15623" cy="85241"/>
            </a:xfrm>
            <a:custGeom>
              <a:rect b="b" l="l" r="r" t="t"/>
              <a:pathLst>
                <a:path extrusionOk="0" h="2859" w="524">
                  <a:moveTo>
                    <a:pt x="476" y="0"/>
                  </a:moveTo>
                  <a:cubicBezTo>
                    <a:pt x="310" y="0"/>
                    <a:pt x="167" y="119"/>
                    <a:pt x="167" y="286"/>
                  </a:cubicBezTo>
                  <a:lnTo>
                    <a:pt x="167" y="2501"/>
                  </a:lnTo>
                  <a:cubicBezTo>
                    <a:pt x="167" y="2620"/>
                    <a:pt x="119" y="2739"/>
                    <a:pt x="0" y="2787"/>
                  </a:cubicBezTo>
                  <a:cubicBezTo>
                    <a:pt x="48" y="2811"/>
                    <a:pt x="119" y="2858"/>
                    <a:pt x="167" y="2858"/>
                  </a:cubicBezTo>
                  <a:cubicBezTo>
                    <a:pt x="381" y="2858"/>
                    <a:pt x="524" y="2691"/>
                    <a:pt x="524" y="2501"/>
                  </a:cubicBezTo>
                  <a:lnTo>
                    <a:pt x="524"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89"/>
            <p:cNvSpPr/>
            <p:nvPr/>
          </p:nvSpPr>
          <p:spPr>
            <a:xfrm>
              <a:off x="7619043" y="3626280"/>
              <a:ext cx="40519" cy="70363"/>
            </a:xfrm>
            <a:custGeom>
              <a:rect b="b" l="l" r="r" t="t"/>
              <a:pathLst>
                <a:path extrusionOk="0" h="2360" w="1359">
                  <a:moveTo>
                    <a:pt x="211" y="1"/>
                  </a:moveTo>
                  <a:cubicBezTo>
                    <a:pt x="197" y="1"/>
                    <a:pt x="182" y="1"/>
                    <a:pt x="168" y="1"/>
                  </a:cubicBezTo>
                  <a:lnTo>
                    <a:pt x="1" y="1"/>
                  </a:lnTo>
                  <a:cubicBezTo>
                    <a:pt x="549" y="97"/>
                    <a:pt x="1001" y="573"/>
                    <a:pt x="1001" y="1168"/>
                  </a:cubicBezTo>
                  <a:lnTo>
                    <a:pt x="1001" y="2121"/>
                  </a:lnTo>
                  <a:cubicBezTo>
                    <a:pt x="1001" y="2169"/>
                    <a:pt x="977" y="2240"/>
                    <a:pt x="953" y="2264"/>
                  </a:cubicBezTo>
                  <a:cubicBezTo>
                    <a:pt x="977" y="2335"/>
                    <a:pt x="1025" y="2359"/>
                    <a:pt x="1120" y="2359"/>
                  </a:cubicBezTo>
                  <a:cubicBezTo>
                    <a:pt x="1215" y="2359"/>
                    <a:pt x="1263" y="2335"/>
                    <a:pt x="1311" y="2288"/>
                  </a:cubicBezTo>
                  <a:cubicBezTo>
                    <a:pt x="1335" y="2240"/>
                    <a:pt x="1358" y="2169"/>
                    <a:pt x="1358" y="2121"/>
                  </a:cubicBezTo>
                  <a:lnTo>
                    <a:pt x="1358" y="1168"/>
                  </a:lnTo>
                  <a:cubicBezTo>
                    <a:pt x="1358" y="516"/>
                    <a:pt x="857" y="1"/>
                    <a:pt x="211"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89"/>
            <p:cNvSpPr/>
            <p:nvPr/>
          </p:nvSpPr>
          <p:spPr>
            <a:xfrm>
              <a:off x="7588513" y="3809496"/>
              <a:ext cx="71049" cy="111627"/>
            </a:xfrm>
            <a:custGeom>
              <a:rect b="b" l="l" r="r" t="t"/>
              <a:pathLst>
                <a:path extrusionOk="0" h="3744" w="2383">
                  <a:moveTo>
                    <a:pt x="1192" y="1"/>
                  </a:moveTo>
                  <a:cubicBezTo>
                    <a:pt x="549" y="1"/>
                    <a:pt x="1" y="524"/>
                    <a:pt x="1" y="1191"/>
                  </a:cubicBezTo>
                  <a:lnTo>
                    <a:pt x="1" y="1858"/>
                  </a:lnTo>
                  <a:cubicBezTo>
                    <a:pt x="1" y="1930"/>
                    <a:pt x="25" y="1977"/>
                    <a:pt x="72" y="2025"/>
                  </a:cubicBezTo>
                  <a:lnTo>
                    <a:pt x="120" y="2072"/>
                  </a:lnTo>
                  <a:lnTo>
                    <a:pt x="144" y="2072"/>
                  </a:lnTo>
                  <a:lnTo>
                    <a:pt x="120" y="2287"/>
                  </a:lnTo>
                  <a:lnTo>
                    <a:pt x="120" y="2311"/>
                  </a:lnTo>
                  <a:cubicBezTo>
                    <a:pt x="96" y="2406"/>
                    <a:pt x="191" y="2501"/>
                    <a:pt x="263" y="2501"/>
                  </a:cubicBezTo>
                  <a:lnTo>
                    <a:pt x="501" y="2501"/>
                  </a:lnTo>
                  <a:lnTo>
                    <a:pt x="501" y="3477"/>
                  </a:lnTo>
                  <a:cubicBezTo>
                    <a:pt x="501" y="3525"/>
                    <a:pt x="549" y="3597"/>
                    <a:pt x="572" y="3620"/>
                  </a:cubicBezTo>
                  <a:cubicBezTo>
                    <a:pt x="667" y="3707"/>
                    <a:pt x="766" y="3744"/>
                    <a:pt x="857" y="3744"/>
                  </a:cubicBezTo>
                  <a:cubicBezTo>
                    <a:pt x="1042" y="3744"/>
                    <a:pt x="1192" y="3590"/>
                    <a:pt x="1192" y="3382"/>
                  </a:cubicBezTo>
                  <a:cubicBezTo>
                    <a:pt x="1192" y="3590"/>
                    <a:pt x="1342" y="3744"/>
                    <a:pt x="1526" y="3744"/>
                  </a:cubicBezTo>
                  <a:cubicBezTo>
                    <a:pt x="1617" y="3744"/>
                    <a:pt x="1717" y="3707"/>
                    <a:pt x="1811" y="3620"/>
                  </a:cubicBezTo>
                  <a:cubicBezTo>
                    <a:pt x="1882" y="3597"/>
                    <a:pt x="1882" y="3525"/>
                    <a:pt x="1882" y="3477"/>
                  </a:cubicBezTo>
                  <a:lnTo>
                    <a:pt x="1882" y="2501"/>
                  </a:lnTo>
                  <a:lnTo>
                    <a:pt x="2097" y="2501"/>
                  </a:lnTo>
                  <a:cubicBezTo>
                    <a:pt x="2168" y="2501"/>
                    <a:pt x="2239" y="2406"/>
                    <a:pt x="2239" y="2311"/>
                  </a:cubicBezTo>
                  <a:lnTo>
                    <a:pt x="2168" y="2049"/>
                  </a:lnTo>
                  <a:lnTo>
                    <a:pt x="2168" y="2049"/>
                  </a:lnTo>
                  <a:cubicBezTo>
                    <a:pt x="2216" y="2072"/>
                    <a:pt x="2239" y="2072"/>
                    <a:pt x="2239" y="2072"/>
                  </a:cubicBezTo>
                  <a:cubicBezTo>
                    <a:pt x="2263" y="2072"/>
                    <a:pt x="2263" y="2049"/>
                    <a:pt x="2287" y="2049"/>
                  </a:cubicBezTo>
                  <a:cubicBezTo>
                    <a:pt x="2335" y="2025"/>
                    <a:pt x="2359" y="1977"/>
                    <a:pt x="2359" y="1953"/>
                  </a:cubicBezTo>
                  <a:cubicBezTo>
                    <a:pt x="2359" y="1930"/>
                    <a:pt x="2382" y="1906"/>
                    <a:pt x="2382" y="1858"/>
                  </a:cubicBezTo>
                  <a:lnTo>
                    <a:pt x="2382" y="1191"/>
                  </a:lnTo>
                  <a:cubicBezTo>
                    <a:pt x="2382" y="524"/>
                    <a:pt x="1858" y="1"/>
                    <a:pt x="1192"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89"/>
            <p:cNvSpPr/>
            <p:nvPr/>
          </p:nvSpPr>
          <p:spPr>
            <a:xfrm>
              <a:off x="7618358" y="3810211"/>
              <a:ext cx="41204" cy="112224"/>
            </a:xfrm>
            <a:custGeom>
              <a:rect b="b" l="l" r="r" t="t"/>
              <a:pathLst>
                <a:path extrusionOk="0" h="3764" w="1382">
                  <a:moveTo>
                    <a:pt x="0" y="0"/>
                  </a:moveTo>
                  <a:cubicBezTo>
                    <a:pt x="572" y="72"/>
                    <a:pt x="1024" y="572"/>
                    <a:pt x="1024" y="1167"/>
                  </a:cubicBezTo>
                  <a:lnTo>
                    <a:pt x="1024" y="1834"/>
                  </a:lnTo>
                  <a:cubicBezTo>
                    <a:pt x="1024" y="1858"/>
                    <a:pt x="1000" y="1906"/>
                    <a:pt x="1000" y="1929"/>
                  </a:cubicBezTo>
                  <a:cubicBezTo>
                    <a:pt x="1000" y="1953"/>
                    <a:pt x="953" y="1977"/>
                    <a:pt x="929" y="2025"/>
                  </a:cubicBezTo>
                  <a:cubicBezTo>
                    <a:pt x="905" y="2025"/>
                    <a:pt x="905" y="2048"/>
                    <a:pt x="881" y="2048"/>
                  </a:cubicBezTo>
                  <a:lnTo>
                    <a:pt x="834" y="2048"/>
                  </a:lnTo>
                  <a:lnTo>
                    <a:pt x="905" y="2310"/>
                  </a:lnTo>
                  <a:cubicBezTo>
                    <a:pt x="929" y="2406"/>
                    <a:pt x="834" y="2501"/>
                    <a:pt x="762" y="2501"/>
                  </a:cubicBezTo>
                  <a:lnTo>
                    <a:pt x="691" y="2501"/>
                  </a:lnTo>
                  <a:cubicBezTo>
                    <a:pt x="595" y="2501"/>
                    <a:pt x="524" y="2572"/>
                    <a:pt x="524" y="2668"/>
                  </a:cubicBezTo>
                  <a:lnTo>
                    <a:pt x="524" y="3382"/>
                  </a:lnTo>
                  <a:cubicBezTo>
                    <a:pt x="524" y="3525"/>
                    <a:pt x="453" y="3644"/>
                    <a:pt x="334" y="3715"/>
                  </a:cubicBezTo>
                  <a:cubicBezTo>
                    <a:pt x="405" y="3739"/>
                    <a:pt x="453" y="3763"/>
                    <a:pt x="548" y="3763"/>
                  </a:cubicBezTo>
                  <a:cubicBezTo>
                    <a:pt x="762" y="3763"/>
                    <a:pt x="905" y="3596"/>
                    <a:pt x="905" y="3406"/>
                  </a:cubicBezTo>
                  <a:lnTo>
                    <a:pt x="905" y="2525"/>
                  </a:lnTo>
                  <a:lnTo>
                    <a:pt x="1119" y="2525"/>
                  </a:lnTo>
                  <a:cubicBezTo>
                    <a:pt x="1215" y="2525"/>
                    <a:pt x="1286" y="2429"/>
                    <a:pt x="1262" y="2334"/>
                  </a:cubicBezTo>
                  <a:lnTo>
                    <a:pt x="1215" y="2072"/>
                  </a:lnTo>
                  <a:lnTo>
                    <a:pt x="1238" y="2072"/>
                  </a:lnTo>
                  <a:cubicBezTo>
                    <a:pt x="1262" y="2072"/>
                    <a:pt x="1286" y="2048"/>
                    <a:pt x="1286" y="2048"/>
                  </a:cubicBezTo>
                  <a:cubicBezTo>
                    <a:pt x="1334" y="2025"/>
                    <a:pt x="1358" y="1977"/>
                    <a:pt x="1358" y="1953"/>
                  </a:cubicBezTo>
                  <a:cubicBezTo>
                    <a:pt x="1381" y="1929"/>
                    <a:pt x="1381" y="1906"/>
                    <a:pt x="1381" y="1858"/>
                  </a:cubicBezTo>
                  <a:lnTo>
                    <a:pt x="1381" y="1191"/>
                  </a:lnTo>
                  <a:cubicBezTo>
                    <a:pt x="1381" y="524"/>
                    <a:pt x="857" y="0"/>
                    <a:pt x="19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89"/>
            <p:cNvSpPr/>
            <p:nvPr/>
          </p:nvSpPr>
          <p:spPr>
            <a:xfrm>
              <a:off x="7608399" y="3762984"/>
              <a:ext cx="31991" cy="31186"/>
            </a:xfrm>
            <a:custGeom>
              <a:rect b="b" l="l" r="r" t="t"/>
              <a:pathLst>
                <a:path extrusionOk="0" h="1046" w="1073">
                  <a:moveTo>
                    <a:pt x="572" y="1"/>
                  </a:moveTo>
                  <a:cubicBezTo>
                    <a:pt x="525" y="1"/>
                    <a:pt x="477" y="13"/>
                    <a:pt x="429" y="36"/>
                  </a:cubicBezTo>
                  <a:cubicBezTo>
                    <a:pt x="382" y="36"/>
                    <a:pt x="358" y="60"/>
                    <a:pt x="286" y="84"/>
                  </a:cubicBezTo>
                  <a:cubicBezTo>
                    <a:pt x="144" y="179"/>
                    <a:pt x="25" y="370"/>
                    <a:pt x="25" y="537"/>
                  </a:cubicBezTo>
                  <a:cubicBezTo>
                    <a:pt x="1" y="727"/>
                    <a:pt x="120" y="894"/>
                    <a:pt x="286" y="989"/>
                  </a:cubicBezTo>
                  <a:cubicBezTo>
                    <a:pt x="374" y="1024"/>
                    <a:pt x="461" y="1046"/>
                    <a:pt x="548" y="1046"/>
                  </a:cubicBezTo>
                  <a:cubicBezTo>
                    <a:pt x="580" y="1046"/>
                    <a:pt x="612" y="1043"/>
                    <a:pt x="644" y="1037"/>
                  </a:cubicBezTo>
                  <a:lnTo>
                    <a:pt x="715" y="1037"/>
                  </a:lnTo>
                  <a:cubicBezTo>
                    <a:pt x="906" y="989"/>
                    <a:pt x="1072" y="775"/>
                    <a:pt x="1072" y="537"/>
                  </a:cubicBezTo>
                  <a:cubicBezTo>
                    <a:pt x="1072" y="298"/>
                    <a:pt x="906" y="84"/>
                    <a:pt x="715" y="36"/>
                  </a:cubicBezTo>
                  <a:cubicBezTo>
                    <a:pt x="668" y="13"/>
                    <a:pt x="620" y="1"/>
                    <a:pt x="572"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89"/>
            <p:cNvSpPr/>
            <p:nvPr/>
          </p:nvSpPr>
          <p:spPr>
            <a:xfrm>
              <a:off x="7609115" y="3763342"/>
              <a:ext cx="29845" cy="30143"/>
            </a:xfrm>
            <a:custGeom>
              <a:rect b="b" l="l" r="r" t="t"/>
              <a:pathLst>
                <a:path extrusionOk="0" h="1011" w="1001">
                  <a:moveTo>
                    <a:pt x="501" y="1"/>
                  </a:moveTo>
                  <a:cubicBezTo>
                    <a:pt x="524" y="72"/>
                    <a:pt x="572" y="144"/>
                    <a:pt x="572" y="239"/>
                  </a:cubicBezTo>
                  <a:cubicBezTo>
                    <a:pt x="572" y="405"/>
                    <a:pt x="453" y="596"/>
                    <a:pt x="286" y="667"/>
                  </a:cubicBezTo>
                  <a:cubicBezTo>
                    <a:pt x="262" y="715"/>
                    <a:pt x="262" y="715"/>
                    <a:pt x="239" y="715"/>
                  </a:cubicBezTo>
                  <a:cubicBezTo>
                    <a:pt x="167" y="739"/>
                    <a:pt x="96" y="739"/>
                    <a:pt x="24" y="739"/>
                  </a:cubicBezTo>
                  <a:lnTo>
                    <a:pt x="1" y="739"/>
                  </a:lnTo>
                  <a:cubicBezTo>
                    <a:pt x="48" y="858"/>
                    <a:pt x="167" y="977"/>
                    <a:pt x="334" y="1001"/>
                  </a:cubicBezTo>
                  <a:lnTo>
                    <a:pt x="382" y="1001"/>
                  </a:lnTo>
                  <a:cubicBezTo>
                    <a:pt x="409" y="1008"/>
                    <a:pt x="439" y="1011"/>
                    <a:pt x="470" y="1011"/>
                  </a:cubicBezTo>
                  <a:cubicBezTo>
                    <a:pt x="545" y="1011"/>
                    <a:pt x="624" y="994"/>
                    <a:pt x="691" y="977"/>
                  </a:cubicBezTo>
                  <a:cubicBezTo>
                    <a:pt x="882" y="882"/>
                    <a:pt x="1001" y="715"/>
                    <a:pt x="1001" y="501"/>
                  </a:cubicBezTo>
                  <a:cubicBezTo>
                    <a:pt x="1001" y="239"/>
                    <a:pt x="810" y="1"/>
                    <a:pt x="501"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89"/>
            <p:cNvSpPr/>
            <p:nvPr/>
          </p:nvSpPr>
          <p:spPr>
            <a:xfrm>
              <a:off x="7697875" y="3578725"/>
              <a:ext cx="31962" cy="29875"/>
            </a:xfrm>
            <a:custGeom>
              <a:rect b="b" l="l" r="r" t="t"/>
              <a:pathLst>
                <a:path extrusionOk="0" h="1002" w="1072">
                  <a:moveTo>
                    <a:pt x="358" y="1"/>
                  </a:moveTo>
                  <a:cubicBezTo>
                    <a:pt x="143" y="49"/>
                    <a:pt x="0" y="263"/>
                    <a:pt x="0" y="501"/>
                  </a:cubicBezTo>
                  <a:cubicBezTo>
                    <a:pt x="0" y="739"/>
                    <a:pt x="143" y="953"/>
                    <a:pt x="358" y="1001"/>
                  </a:cubicBezTo>
                  <a:lnTo>
                    <a:pt x="524" y="1001"/>
                  </a:lnTo>
                  <a:cubicBezTo>
                    <a:pt x="596" y="1001"/>
                    <a:pt x="691" y="1001"/>
                    <a:pt x="739" y="977"/>
                  </a:cubicBezTo>
                  <a:cubicBezTo>
                    <a:pt x="762" y="977"/>
                    <a:pt x="762" y="977"/>
                    <a:pt x="810" y="953"/>
                  </a:cubicBezTo>
                  <a:cubicBezTo>
                    <a:pt x="953" y="858"/>
                    <a:pt x="1072" y="668"/>
                    <a:pt x="1072" y="501"/>
                  </a:cubicBezTo>
                  <a:cubicBezTo>
                    <a:pt x="1072" y="287"/>
                    <a:pt x="953" y="120"/>
                    <a:pt x="739" y="25"/>
                  </a:cubicBezTo>
                  <a:cubicBezTo>
                    <a:pt x="691" y="1"/>
                    <a:pt x="620" y="1"/>
                    <a:pt x="524"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89"/>
            <p:cNvSpPr/>
            <p:nvPr/>
          </p:nvSpPr>
          <p:spPr>
            <a:xfrm>
              <a:off x="7698591" y="3579441"/>
              <a:ext cx="30560" cy="30471"/>
            </a:xfrm>
            <a:custGeom>
              <a:rect b="b" l="l" r="r" t="t"/>
              <a:pathLst>
                <a:path extrusionOk="0" h="1022" w="1025">
                  <a:moveTo>
                    <a:pt x="500" y="1"/>
                  </a:moveTo>
                  <a:cubicBezTo>
                    <a:pt x="548" y="96"/>
                    <a:pt x="572" y="144"/>
                    <a:pt x="572" y="239"/>
                  </a:cubicBezTo>
                  <a:cubicBezTo>
                    <a:pt x="572" y="406"/>
                    <a:pt x="453" y="596"/>
                    <a:pt x="310" y="691"/>
                  </a:cubicBezTo>
                  <a:cubicBezTo>
                    <a:pt x="262" y="715"/>
                    <a:pt x="262" y="715"/>
                    <a:pt x="238" y="715"/>
                  </a:cubicBezTo>
                  <a:cubicBezTo>
                    <a:pt x="191" y="739"/>
                    <a:pt x="95" y="739"/>
                    <a:pt x="24" y="739"/>
                  </a:cubicBezTo>
                  <a:lnTo>
                    <a:pt x="0" y="739"/>
                  </a:lnTo>
                  <a:cubicBezTo>
                    <a:pt x="72" y="858"/>
                    <a:pt x="191" y="977"/>
                    <a:pt x="334" y="1001"/>
                  </a:cubicBezTo>
                  <a:lnTo>
                    <a:pt x="381" y="1001"/>
                  </a:lnTo>
                  <a:cubicBezTo>
                    <a:pt x="411" y="1016"/>
                    <a:pt x="443" y="1021"/>
                    <a:pt x="475" y="1021"/>
                  </a:cubicBezTo>
                  <a:cubicBezTo>
                    <a:pt x="548" y="1021"/>
                    <a:pt x="625" y="994"/>
                    <a:pt x="691" y="977"/>
                  </a:cubicBezTo>
                  <a:cubicBezTo>
                    <a:pt x="905" y="882"/>
                    <a:pt x="1024" y="715"/>
                    <a:pt x="1024" y="501"/>
                  </a:cubicBezTo>
                  <a:cubicBezTo>
                    <a:pt x="1024" y="215"/>
                    <a:pt x="786" y="1"/>
                    <a:pt x="500"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89"/>
            <p:cNvSpPr/>
            <p:nvPr/>
          </p:nvSpPr>
          <p:spPr>
            <a:xfrm>
              <a:off x="7677273" y="3625595"/>
              <a:ext cx="71049" cy="113625"/>
            </a:xfrm>
            <a:custGeom>
              <a:rect b="b" l="l" r="r" t="t"/>
              <a:pathLst>
                <a:path extrusionOk="0" h="3811" w="2383">
                  <a:moveTo>
                    <a:pt x="953" y="1"/>
                  </a:moveTo>
                  <a:cubicBezTo>
                    <a:pt x="72" y="1"/>
                    <a:pt x="1" y="929"/>
                    <a:pt x="1" y="1215"/>
                  </a:cubicBezTo>
                  <a:lnTo>
                    <a:pt x="1" y="2239"/>
                  </a:lnTo>
                  <a:lnTo>
                    <a:pt x="1" y="2263"/>
                  </a:lnTo>
                  <a:cubicBezTo>
                    <a:pt x="73" y="2336"/>
                    <a:pt x="149" y="2364"/>
                    <a:pt x="216" y="2364"/>
                  </a:cubicBezTo>
                  <a:cubicBezTo>
                    <a:pt x="349" y="2364"/>
                    <a:pt x="453" y="2254"/>
                    <a:pt x="453" y="2144"/>
                  </a:cubicBezTo>
                  <a:lnTo>
                    <a:pt x="453" y="3573"/>
                  </a:lnTo>
                  <a:cubicBezTo>
                    <a:pt x="453" y="3597"/>
                    <a:pt x="453" y="3597"/>
                    <a:pt x="477" y="3620"/>
                  </a:cubicBezTo>
                  <a:cubicBezTo>
                    <a:pt x="580" y="3741"/>
                    <a:pt x="699" y="3790"/>
                    <a:pt x="808" y="3790"/>
                  </a:cubicBezTo>
                  <a:cubicBezTo>
                    <a:pt x="1002" y="3790"/>
                    <a:pt x="1168" y="3636"/>
                    <a:pt x="1168" y="3454"/>
                  </a:cubicBezTo>
                  <a:lnTo>
                    <a:pt x="1191" y="3454"/>
                  </a:lnTo>
                  <a:cubicBezTo>
                    <a:pt x="1191" y="3668"/>
                    <a:pt x="1358" y="3811"/>
                    <a:pt x="1549" y="3811"/>
                  </a:cubicBezTo>
                  <a:cubicBezTo>
                    <a:pt x="1715" y="3811"/>
                    <a:pt x="1882" y="3620"/>
                    <a:pt x="1882" y="3454"/>
                  </a:cubicBezTo>
                  <a:lnTo>
                    <a:pt x="1882" y="2168"/>
                  </a:lnTo>
                  <a:cubicBezTo>
                    <a:pt x="1882" y="2287"/>
                    <a:pt x="2001" y="2406"/>
                    <a:pt x="2120" y="2406"/>
                  </a:cubicBezTo>
                  <a:cubicBezTo>
                    <a:pt x="2239" y="2406"/>
                    <a:pt x="2311" y="2287"/>
                    <a:pt x="2311" y="2168"/>
                  </a:cubicBezTo>
                  <a:lnTo>
                    <a:pt x="2311" y="1215"/>
                  </a:lnTo>
                  <a:cubicBezTo>
                    <a:pt x="2382" y="525"/>
                    <a:pt x="1858" y="1"/>
                    <a:pt x="119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89"/>
            <p:cNvSpPr/>
            <p:nvPr/>
          </p:nvSpPr>
          <p:spPr>
            <a:xfrm>
              <a:off x="7718448" y="3653293"/>
              <a:ext cx="15653" cy="85241"/>
            </a:xfrm>
            <a:custGeom>
              <a:rect b="b" l="l" r="r" t="t"/>
              <a:pathLst>
                <a:path extrusionOk="0" h="2859" w="525">
                  <a:moveTo>
                    <a:pt x="477" y="0"/>
                  </a:moveTo>
                  <a:cubicBezTo>
                    <a:pt x="311" y="0"/>
                    <a:pt x="168" y="119"/>
                    <a:pt x="168" y="286"/>
                  </a:cubicBezTo>
                  <a:lnTo>
                    <a:pt x="168" y="2501"/>
                  </a:lnTo>
                  <a:cubicBezTo>
                    <a:pt x="168" y="2620"/>
                    <a:pt x="120" y="2739"/>
                    <a:pt x="1" y="2787"/>
                  </a:cubicBezTo>
                  <a:cubicBezTo>
                    <a:pt x="49" y="2811"/>
                    <a:pt x="120" y="2858"/>
                    <a:pt x="168" y="2858"/>
                  </a:cubicBezTo>
                  <a:cubicBezTo>
                    <a:pt x="382" y="2858"/>
                    <a:pt x="525" y="2691"/>
                    <a:pt x="525" y="2501"/>
                  </a:cubicBezTo>
                  <a:lnTo>
                    <a:pt x="525"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89"/>
            <p:cNvSpPr/>
            <p:nvPr/>
          </p:nvSpPr>
          <p:spPr>
            <a:xfrm>
              <a:off x="7707804" y="3626280"/>
              <a:ext cx="40519" cy="70363"/>
            </a:xfrm>
            <a:custGeom>
              <a:rect b="b" l="l" r="r" t="t"/>
              <a:pathLst>
                <a:path extrusionOk="0" h="2360" w="1359">
                  <a:moveTo>
                    <a:pt x="211" y="1"/>
                  </a:moveTo>
                  <a:cubicBezTo>
                    <a:pt x="197" y="1"/>
                    <a:pt x="182" y="1"/>
                    <a:pt x="167" y="1"/>
                  </a:cubicBezTo>
                  <a:lnTo>
                    <a:pt x="1" y="1"/>
                  </a:lnTo>
                  <a:cubicBezTo>
                    <a:pt x="548" y="97"/>
                    <a:pt x="1001" y="573"/>
                    <a:pt x="1001" y="1168"/>
                  </a:cubicBezTo>
                  <a:lnTo>
                    <a:pt x="1001" y="2121"/>
                  </a:lnTo>
                  <a:cubicBezTo>
                    <a:pt x="1001" y="2169"/>
                    <a:pt x="977" y="2240"/>
                    <a:pt x="953" y="2264"/>
                  </a:cubicBezTo>
                  <a:cubicBezTo>
                    <a:pt x="977" y="2335"/>
                    <a:pt x="1025" y="2359"/>
                    <a:pt x="1120" y="2359"/>
                  </a:cubicBezTo>
                  <a:cubicBezTo>
                    <a:pt x="1215" y="2359"/>
                    <a:pt x="1263" y="2335"/>
                    <a:pt x="1311" y="2288"/>
                  </a:cubicBezTo>
                  <a:cubicBezTo>
                    <a:pt x="1334" y="2240"/>
                    <a:pt x="1358" y="2169"/>
                    <a:pt x="1358" y="2121"/>
                  </a:cubicBezTo>
                  <a:lnTo>
                    <a:pt x="1358" y="1168"/>
                  </a:lnTo>
                  <a:cubicBezTo>
                    <a:pt x="1358" y="516"/>
                    <a:pt x="857" y="1"/>
                    <a:pt x="211"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89"/>
            <p:cNvSpPr/>
            <p:nvPr/>
          </p:nvSpPr>
          <p:spPr>
            <a:xfrm>
              <a:off x="7677273" y="3809496"/>
              <a:ext cx="71049" cy="111627"/>
            </a:xfrm>
            <a:custGeom>
              <a:rect b="b" l="l" r="r" t="t"/>
              <a:pathLst>
                <a:path extrusionOk="0" h="3744" w="2383">
                  <a:moveTo>
                    <a:pt x="1191" y="1"/>
                  </a:moveTo>
                  <a:cubicBezTo>
                    <a:pt x="548" y="1"/>
                    <a:pt x="1" y="524"/>
                    <a:pt x="1" y="1191"/>
                  </a:cubicBezTo>
                  <a:lnTo>
                    <a:pt x="1" y="1858"/>
                  </a:lnTo>
                  <a:cubicBezTo>
                    <a:pt x="1" y="1930"/>
                    <a:pt x="25" y="1977"/>
                    <a:pt x="72" y="2025"/>
                  </a:cubicBezTo>
                  <a:lnTo>
                    <a:pt x="120" y="2072"/>
                  </a:lnTo>
                  <a:lnTo>
                    <a:pt x="144" y="2072"/>
                  </a:lnTo>
                  <a:lnTo>
                    <a:pt x="120" y="2287"/>
                  </a:lnTo>
                  <a:lnTo>
                    <a:pt x="120" y="2311"/>
                  </a:lnTo>
                  <a:cubicBezTo>
                    <a:pt x="96" y="2406"/>
                    <a:pt x="191" y="2501"/>
                    <a:pt x="263" y="2501"/>
                  </a:cubicBezTo>
                  <a:lnTo>
                    <a:pt x="501" y="2501"/>
                  </a:lnTo>
                  <a:lnTo>
                    <a:pt x="501" y="3477"/>
                  </a:lnTo>
                  <a:cubicBezTo>
                    <a:pt x="501" y="3525"/>
                    <a:pt x="548" y="3597"/>
                    <a:pt x="572" y="3620"/>
                  </a:cubicBezTo>
                  <a:cubicBezTo>
                    <a:pt x="666" y="3707"/>
                    <a:pt x="766" y="3744"/>
                    <a:pt x="857" y="3744"/>
                  </a:cubicBezTo>
                  <a:cubicBezTo>
                    <a:pt x="1042" y="3744"/>
                    <a:pt x="1191" y="3590"/>
                    <a:pt x="1191" y="3382"/>
                  </a:cubicBezTo>
                  <a:cubicBezTo>
                    <a:pt x="1191" y="3590"/>
                    <a:pt x="1341" y="3744"/>
                    <a:pt x="1526" y="3744"/>
                  </a:cubicBezTo>
                  <a:cubicBezTo>
                    <a:pt x="1617" y="3744"/>
                    <a:pt x="1716" y="3707"/>
                    <a:pt x="1811" y="3620"/>
                  </a:cubicBezTo>
                  <a:cubicBezTo>
                    <a:pt x="1882" y="3597"/>
                    <a:pt x="1882" y="3525"/>
                    <a:pt x="1882" y="3477"/>
                  </a:cubicBezTo>
                  <a:lnTo>
                    <a:pt x="1882" y="2501"/>
                  </a:lnTo>
                  <a:lnTo>
                    <a:pt x="2096" y="2501"/>
                  </a:lnTo>
                  <a:cubicBezTo>
                    <a:pt x="2168" y="2501"/>
                    <a:pt x="2239" y="2406"/>
                    <a:pt x="2239" y="2311"/>
                  </a:cubicBezTo>
                  <a:lnTo>
                    <a:pt x="2168" y="2049"/>
                  </a:lnTo>
                  <a:lnTo>
                    <a:pt x="2168" y="2049"/>
                  </a:lnTo>
                  <a:cubicBezTo>
                    <a:pt x="2215" y="2072"/>
                    <a:pt x="2239" y="2072"/>
                    <a:pt x="2239" y="2072"/>
                  </a:cubicBezTo>
                  <a:cubicBezTo>
                    <a:pt x="2263" y="2072"/>
                    <a:pt x="2263" y="2049"/>
                    <a:pt x="2287" y="2049"/>
                  </a:cubicBezTo>
                  <a:cubicBezTo>
                    <a:pt x="2335" y="2025"/>
                    <a:pt x="2358" y="1977"/>
                    <a:pt x="2358" y="1953"/>
                  </a:cubicBezTo>
                  <a:cubicBezTo>
                    <a:pt x="2358" y="1930"/>
                    <a:pt x="2382" y="1906"/>
                    <a:pt x="2382" y="1858"/>
                  </a:cubicBezTo>
                  <a:lnTo>
                    <a:pt x="2382" y="1191"/>
                  </a:lnTo>
                  <a:cubicBezTo>
                    <a:pt x="2382" y="524"/>
                    <a:pt x="1858" y="1"/>
                    <a:pt x="1191"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89"/>
            <p:cNvSpPr/>
            <p:nvPr/>
          </p:nvSpPr>
          <p:spPr>
            <a:xfrm>
              <a:off x="7707088" y="3810211"/>
              <a:ext cx="41234" cy="112224"/>
            </a:xfrm>
            <a:custGeom>
              <a:rect b="b" l="l" r="r" t="t"/>
              <a:pathLst>
                <a:path extrusionOk="0" h="3764" w="1383">
                  <a:moveTo>
                    <a:pt x="1" y="0"/>
                  </a:moveTo>
                  <a:cubicBezTo>
                    <a:pt x="572" y="72"/>
                    <a:pt x="1025" y="572"/>
                    <a:pt x="1025" y="1167"/>
                  </a:cubicBezTo>
                  <a:lnTo>
                    <a:pt x="1025" y="1834"/>
                  </a:lnTo>
                  <a:cubicBezTo>
                    <a:pt x="1025" y="1858"/>
                    <a:pt x="1001" y="1906"/>
                    <a:pt x="1001" y="1929"/>
                  </a:cubicBezTo>
                  <a:cubicBezTo>
                    <a:pt x="1001" y="1953"/>
                    <a:pt x="953" y="1977"/>
                    <a:pt x="930" y="2025"/>
                  </a:cubicBezTo>
                  <a:cubicBezTo>
                    <a:pt x="906" y="2025"/>
                    <a:pt x="906" y="2048"/>
                    <a:pt x="882" y="2048"/>
                  </a:cubicBezTo>
                  <a:lnTo>
                    <a:pt x="834" y="2048"/>
                  </a:lnTo>
                  <a:lnTo>
                    <a:pt x="906" y="2310"/>
                  </a:lnTo>
                  <a:cubicBezTo>
                    <a:pt x="930" y="2406"/>
                    <a:pt x="834" y="2501"/>
                    <a:pt x="763" y="2501"/>
                  </a:cubicBezTo>
                  <a:lnTo>
                    <a:pt x="692" y="2501"/>
                  </a:lnTo>
                  <a:cubicBezTo>
                    <a:pt x="596" y="2501"/>
                    <a:pt x="525" y="2572"/>
                    <a:pt x="525" y="2668"/>
                  </a:cubicBezTo>
                  <a:lnTo>
                    <a:pt x="525" y="3382"/>
                  </a:lnTo>
                  <a:cubicBezTo>
                    <a:pt x="525" y="3525"/>
                    <a:pt x="453" y="3644"/>
                    <a:pt x="334" y="3715"/>
                  </a:cubicBezTo>
                  <a:cubicBezTo>
                    <a:pt x="406" y="3739"/>
                    <a:pt x="453" y="3763"/>
                    <a:pt x="549" y="3763"/>
                  </a:cubicBezTo>
                  <a:cubicBezTo>
                    <a:pt x="763" y="3763"/>
                    <a:pt x="906" y="3596"/>
                    <a:pt x="906" y="3406"/>
                  </a:cubicBezTo>
                  <a:lnTo>
                    <a:pt x="906" y="2525"/>
                  </a:lnTo>
                  <a:lnTo>
                    <a:pt x="1120" y="2525"/>
                  </a:lnTo>
                  <a:cubicBezTo>
                    <a:pt x="1215" y="2525"/>
                    <a:pt x="1287" y="2429"/>
                    <a:pt x="1263" y="2334"/>
                  </a:cubicBezTo>
                  <a:lnTo>
                    <a:pt x="1215" y="2072"/>
                  </a:lnTo>
                  <a:lnTo>
                    <a:pt x="1239" y="2072"/>
                  </a:lnTo>
                  <a:cubicBezTo>
                    <a:pt x="1263" y="2072"/>
                    <a:pt x="1287" y="2048"/>
                    <a:pt x="1287" y="2048"/>
                  </a:cubicBezTo>
                  <a:cubicBezTo>
                    <a:pt x="1335" y="2025"/>
                    <a:pt x="1358" y="1977"/>
                    <a:pt x="1358" y="1953"/>
                  </a:cubicBezTo>
                  <a:cubicBezTo>
                    <a:pt x="1382" y="1929"/>
                    <a:pt x="1382" y="1906"/>
                    <a:pt x="1382" y="1858"/>
                  </a:cubicBezTo>
                  <a:lnTo>
                    <a:pt x="1382" y="1191"/>
                  </a:lnTo>
                  <a:cubicBezTo>
                    <a:pt x="1382" y="524"/>
                    <a:pt x="858" y="0"/>
                    <a:pt x="19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89"/>
            <p:cNvSpPr/>
            <p:nvPr/>
          </p:nvSpPr>
          <p:spPr>
            <a:xfrm>
              <a:off x="7697875" y="3762984"/>
              <a:ext cx="31276" cy="31186"/>
            </a:xfrm>
            <a:custGeom>
              <a:rect b="b" l="l" r="r" t="t"/>
              <a:pathLst>
                <a:path extrusionOk="0" h="1046" w="1049">
                  <a:moveTo>
                    <a:pt x="548" y="1"/>
                  </a:moveTo>
                  <a:cubicBezTo>
                    <a:pt x="500" y="1"/>
                    <a:pt x="453" y="13"/>
                    <a:pt x="405" y="36"/>
                  </a:cubicBezTo>
                  <a:cubicBezTo>
                    <a:pt x="358" y="36"/>
                    <a:pt x="334" y="60"/>
                    <a:pt x="262" y="84"/>
                  </a:cubicBezTo>
                  <a:cubicBezTo>
                    <a:pt x="119" y="179"/>
                    <a:pt x="0" y="370"/>
                    <a:pt x="0" y="537"/>
                  </a:cubicBezTo>
                  <a:cubicBezTo>
                    <a:pt x="0" y="727"/>
                    <a:pt x="96" y="894"/>
                    <a:pt x="262" y="989"/>
                  </a:cubicBezTo>
                  <a:cubicBezTo>
                    <a:pt x="349" y="1024"/>
                    <a:pt x="437" y="1046"/>
                    <a:pt x="524" y="1046"/>
                  </a:cubicBezTo>
                  <a:cubicBezTo>
                    <a:pt x="556" y="1046"/>
                    <a:pt x="588" y="1043"/>
                    <a:pt x="620" y="1037"/>
                  </a:cubicBezTo>
                  <a:lnTo>
                    <a:pt x="691" y="1037"/>
                  </a:lnTo>
                  <a:cubicBezTo>
                    <a:pt x="881" y="989"/>
                    <a:pt x="1048" y="775"/>
                    <a:pt x="1048" y="537"/>
                  </a:cubicBezTo>
                  <a:cubicBezTo>
                    <a:pt x="1048" y="298"/>
                    <a:pt x="881" y="84"/>
                    <a:pt x="691" y="36"/>
                  </a:cubicBezTo>
                  <a:cubicBezTo>
                    <a:pt x="643" y="13"/>
                    <a:pt x="596" y="1"/>
                    <a:pt x="548"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89"/>
            <p:cNvSpPr/>
            <p:nvPr/>
          </p:nvSpPr>
          <p:spPr>
            <a:xfrm>
              <a:off x="7698591" y="3763342"/>
              <a:ext cx="30560" cy="30143"/>
            </a:xfrm>
            <a:custGeom>
              <a:rect b="b" l="l" r="r" t="t"/>
              <a:pathLst>
                <a:path extrusionOk="0" h="1011" w="1025">
                  <a:moveTo>
                    <a:pt x="500" y="1"/>
                  </a:moveTo>
                  <a:cubicBezTo>
                    <a:pt x="548" y="72"/>
                    <a:pt x="572" y="144"/>
                    <a:pt x="572" y="239"/>
                  </a:cubicBezTo>
                  <a:cubicBezTo>
                    <a:pt x="572" y="405"/>
                    <a:pt x="453" y="596"/>
                    <a:pt x="310" y="667"/>
                  </a:cubicBezTo>
                  <a:cubicBezTo>
                    <a:pt x="262" y="715"/>
                    <a:pt x="262" y="715"/>
                    <a:pt x="238" y="715"/>
                  </a:cubicBezTo>
                  <a:cubicBezTo>
                    <a:pt x="191" y="739"/>
                    <a:pt x="95" y="739"/>
                    <a:pt x="24" y="739"/>
                  </a:cubicBezTo>
                  <a:lnTo>
                    <a:pt x="0" y="739"/>
                  </a:lnTo>
                  <a:cubicBezTo>
                    <a:pt x="72" y="858"/>
                    <a:pt x="191" y="977"/>
                    <a:pt x="334" y="1001"/>
                  </a:cubicBezTo>
                  <a:lnTo>
                    <a:pt x="381" y="1001"/>
                  </a:lnTo>
                  <a:cubicBezTo>
                    <a:pt x="409" y="1008"/>
                    <a:pt x="439" y="1011"/>
                    <a:pt x="470" y="1011"/>
                  </a:cubicBezTo>
                  <a:cubicBezTo>
                    <a:pt x="544" y="1011"/>
                    <a:pt x="623" y="994"/>
                    <a:pt x="691" y="977"/>
                  </a:cubicBezTo>
                  <a:cubicBezTo>
                    <a:pt x="905" y="882"/>
                    <a:pt x="1024" y="715"/>
                    <a:pt x="1024" y="501"/>
                  </a:cubicBezTo>
                  <a:cubicBezTo>
                    <a:pt x="1024" y="239"/>
                    <a:pt x="786" y="1"/>
                    <a:pt x="500"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89"/>
            <p:cNvSpPr/>
            <p:nvPr/>
          </p:nvSpPr>
          <p:spPr>
            <a:xfrm>
              <a:off x="7403210" y="3803831"/>
              <a:ext cx="83094" cy="121436"/>
            </a:xfrm>
            <a:custGeom>
              <a:rect b="b" l="l" r="r" t="t"/>
              <a:pathLst>
                <a:path extrusionOk="0" h="4073" w="2787">
                  <a:moveTo>
                    <a:pt x="1286" y="2882"/>
                  </a:moveTo>
                  <a:lnTo>
                    <a:pt x="1286" y="3572"/>
                  </a:lnTo>
                  <a:lnTo>
                    <a:pt x="1286" y="3667"/>
                  </a:lnTo>
                  <a:cubicBezTo>
                    <a:pt x="1239" y="3763"/>
                    <a:pt x="1167" y="3787"/>
                    <a:pt x="1096" y="3787"/>
                  </a:cubicBezTo>
                  <a:cubicBezTo>
                    <a:pt x="1001" y="3787"/>
                    <a:pt x="929" y="3691"/>
                    <a:pt x="929" y="3596"/>
                  </a:cubicBezTo>
                  <a:lnTo>
                    <a:pt x="929" y="2882"/>
                  </a:lnTo>
                  <a:close/>
                  <a:moveTo>
                    <a:pt x="2001" y="2882"/>
                  </a:moveTo>
                  <a:lnTo>
                    <a:pt x="2001" y="3596"/>
                  </a:lnTo>
                  <a:cubicBezTo>
                    <a:pt x="2001" y="3691"/>
                    <a:pt x="1905" y="3787"/>
                    <a:pt x="1810" y="3787"/>
                  </a:cubicBezTo>
                  <a:cubicBezTo>
                    <a:pt x="1715" y="3787"/>
                    <a:pt x="1667" y="3763"/>
                    <a:pt x="1644" y="3667"/>
                  </a:cubicBezTo>
                  <a:lnTo>
                    <a:pt x="1644" y="3596"/>
                  </a:lnTo>
                  <a:lnTo>
                    <a:pt x="1644" y="3572"/>
                  </a:lnTo>
                  <a:lnTo>
                    <a:pt x="1644" y="2882"/>
                  </a:lnTo>
                  <a:close/>
                  <a:moveTo>
                    <a:pt x="1334" y="0"/>
                  </a:moveTo>
                  <a:cubicBezTo>
                    <a:pt x="953" y="0"/>
                    <a:pt x="619" y="119"/>
                    <a:pt x="358" y="429"/>
                  </a:cubicBezTo>
                  <a:cubicBezTo>
                    <a:pt x="0" y="810"/>
                    <a:pt x="0" y="1310"/>
                    <a:pt x="0" y="1786"/>
                  </a:cubicBezTo>
                  <a:lnTo>
                    <a:pt x="0" y="2024"/>
                  </a:lnTo>
                  <a:lnTo>
                    <a:pt x="0" y="2048"/>
                  </a:lnTo>
                  <a:cubicBezTo>
                    <a:pt x="0" y="2120"/>
                    <a:pt x="24" y="2167"/>
                    <a:pt x="48" y="2239"/>
                  </a:cubicBezTo>
                  <a:cubicBezTo>
                    <a:pt x="48" y="2262"/>
                    <a:pt x="72" y="2262"/>
                    <a:pt x="72" y="2286"/>
                  </a:cubicBezTo>
                  <a:lnTo>
                    <a:pt x="119" y="2334"/>
                  </a:lnTo>
                  <a:lnTo>
                    <a:pt x="72" y="2501"/>
                  </a:lnTo>
                  <a:lnTo>
                    <a:pt x="72" y="2524"/>
                  </a:lnTo>
                  <a:cubicBezTo>
                    <a:pt x="119" y="2715"/>
                    <a:pt x="238" y="2834"/>
                    <a:pt x="405" y="2834"/>
                  </a:cubicBezTo>
                  <a:lnTo>
                    <a:pt x="477" y="2834"/>
                  </a:lnTo>
                  <a:lnTo>
                    <a:pt x="477" y="3548"/>
                  </a:lnTo>
                  <a:cubicBezTo>
                    <a:pt x="477" y="3834"/>
                    <a:pt x="667" y="4072"/>
                    <a:pt x="977" y="4072"/>
                  </a:cubicBezTo>
                  <a:cubicBezTo>
                    <a:pt x="1120" y="4072"/>
                    <a:pt x="1239" y="4048"/>
                    <a:pt x="1358" y="3929"/>
                  </a:cubicBezTo>
                  <a:cubicBezTo>
                    <a:pt x="1453" y="4025"/>
                    <a:pt x="1572" y="4072"/>
                    <a:pt x="1715" y="4072"/>
                  </a:cubicBezTo>
                  <a:lnTo>
                    <a:pt x="1739" y="4072"/>
                  </a:lnTo>
                  <a:cubicBezTo>
                    <a:pt x="2025" y="4072"/>
                    <a:pt x="2263" y="3834"/>
                    <a:pt x="2263" y="3548"/>
                  </a:cubicBezTo>
                  <a:lnTo>
                    <a:pt x="2263" y="2834"/>
                  </a:lnTo>
                  <a:lnTo>
                    <a:pt x="2334" y="2834"/>
                  </a:lnTo>
                  <a:cubicBezTo>
                    <a:pt x="2525" y="2763"/>
                    <a:pt x="2620" y="2620"/>
                    <a:pt x="2620" y="2453"/>
                  </a:cubicBezTo>
                  <a:lnTo>
                    <a:pt x="2572" y="2286"/>
                  </a:lnTo>
                  <a:lnTo>
                    <a:pt x="2620" y="2262"/>
                  </a:lnTo>
                  <a:cubicBezTo>
                    <a:pt x="2691" y="2167"/>
                    <a:pt x="2739" y="2096"/>
                    <a:pt x="2739" y="1977"/>
                  </a:cubicBezTo>
                  <a:lnTo>
                    <a:pt x="2739" y="1286"/>
                  </a:lnTo>
                  <a:cubicBezTo>
                    <a:pt x="2787" y="1143"/>
                    <a:pt x="2739" y="905"/>
                    <a:pt x="2620" y="691"/>
                  </a:cubicBezTo>
                  <a:cubicBezTo>
                    <a:pt x="2579" y="640"/>
                    <a:pt x="2517" y="611"/>
                    <a:pt x="2457" y="611"/>
                  </a:cubicBezTo>
                  <a:cubicBezTo>
                    <a:pt x="2376" y="611"/>
                    <a:pt x="2300" y="663"/>
                    <a:pt x="2287" y="786"/>
                  </a:cubicBezTo>
                  <a:lnTo>
                    <a:pt x="2287" y="810"/>
                  </a:lnTo>
                  <a:cubicBezTo>
                    <a:pt x="2406" y="976"/>
                    <a:pt x="2477" y="1167"/>
                    <a:pt x="2477" y="1381"/>
                  </a:cubicBezTo>
                  <a:lnTo>
                    <a:pt x="2477" y="2024"/>
                  </a:lnTo>
                  <a:cubicBezTo>
                    <a:pt x="2477" y="2048"/>
                    <a:pt x="2406" y="2096"/>
                    <a:pt x="2382" y="2096"/>
                  </a:cubicBezTo>
                  <a:cubicBezTo>
                    <a:pt x="2358" y="2096"/>
                    <a:pt x="2358" y="2048"/>
                    <a:pt x="2358" y="2024"/>
                  </a:cubicBezTo>
                  <a:lnTo>
                    <a:pt x="2358" y="2000"/>
                  </a:lnTo>
                  <a:lnTo>
                    <a:pt x="2358" y="1310"/>
                  </a:lnTo>
                  <a:cubicBezTo>
                    <a:pt x="2358" y="1215"/>
                    <a:pt x="2287" y="1167"/>
                    <a:pt x="2191" y="1143"/>
                  </a:cubicBezTo>
                  <a:cubicBezTo>
                    <a:pt x="2170" y="1135"/>
                    <a:pt x="2150" y="1131"/>
                    <a:pt x="2132" y="1131"/>
                  </a:cubicBezTo>
                  <a:cubicBezTo>
                    <a:pt x="2049" y="1131"/>
                    <a:pt x="2001" y="1212"/>
                    <a:pt x="2001" y="1310"/>
                  </a:cubicBezTo>
                  <a:lnTo>
                    <a:pt x="2001" y="2048"/>
                  </a:lnTo>
                  <a:lnTo>
                    <a:pt x="2001" y="2096"/>
                  </a:lnTo>
                  <a:cubicBezTo>
                    <a:pt x="2025" y="2262"/>
                    <a:pt x="2144" y="2405"/>
                    <a:pt x="2310" y="2453"/>
                  </a:cubicBezTo>
                  <a:lnTo>
                    <a:pt x="2310" y="2524"/>
                  </a:lnTo>
                  <a:lnTo>
                    <a:pt x="572" y="2524"/>
                  </a:lnTo>
                  <a:lnTo>
                    <a:pt x="572" y="2453"/>
                  </a:lnTo>
                  <a:cubicBezTo>
                    <a:pt x="739" y="2405"/>
                    <a:pt x="881" y="2262"/>
                    <a:pt x="881" y="2048"/>
                  </a:cubicBezTo>
                  <a:lnTo>
                    <a:pt x="881" y="2024"/>
                  </a:lnTo>
                  <a:lnTo>
                    <a:pt x="881" y="1286"/>
                  </a:lnTo>
                  <a:cubicBezTo>
                    <a:pt x="881" y="1191"/>
                    <a:pt x="834" y="1143"/>
                    <a:pt x="739" y="1096"/>
                  </a:cubicBezTo>
                  <a:cubicBezTo>
                    <a:pt x="726" y="1093"/>
                    <a:pt x="714" y="1092"/>
                    <a:pt x="702" y="1092"/>
                  </a:cubicBezTo>
                  <a:cubicBezTo>
                    <a:pt x="601" y="1092"/>
                    <a:pt x="524" y="1179"/>
                    <a:pt x="524" y="1286"/>
                  </a:cubicBezTo>
                  <a:lnTo>
                    <a:pt x="524" y="2024"/>
                  </a:lnTo>
                  <a:cubicBezTo>
                    <a:pt x="524" y="2024"/>
                    <a:pt x="500" y="2096"/>
                    <a:pt x="477" y="2096"/>
                  </a:cubicBezTo>
                  <a:cubicBezTo>
                    <a:pt x="429" y="2096"/>
                    <a:pt x="405" y="2048"/>
                    <a:pt x="405" y="2024"/>
                  </a:cubicBezTo>
                  <a:lnTo>
                    <a:pt x="405" y="1334"/>
                  </a:lnTo>
                  <a:cubicBezTo>
                    <a:pt x="405" y="786"/>
                    <a:pt x="858" y="333"/>
                    <a:pt x="1429" y="333"/>
                  </a:cubicBezTo>
                  <a:cubicBezTo>
                    <a:pt x="1548" y="333"/>
                    <a:pt x="1667" y="357"/>
                    <a:pt x="1739" y="381"/>
                  </a:cubicBezTo>
                  <a:cubicBezTo>
                    <a:pt x="1760" y="392"/>
                    <a:pt x="1781" y="396"/>
                    <a:pt x="1801" y="396"/>
                  </a:cubicBezTo>
                  <a:cubicBezTo>
                    <a:pt x="1872" y="396"/>
                    <a:pt x="1935" y="336"/>
                    <a:pt x="1953" y="262"/>
                  </a:cubicBezTo>
                  <a:cubicBezTo>
                    <a:pt x="1977" y="191"/>
                    <a:pt x="1929" y="95"/>
                    <a:pt x="1834" y="71"/>
                  </a:cubicBezTo>
                  <a:cubicBezTo>
                    <a:pt x="1691" y="0"/>
                    <a:pt x="1382" y="0"/>
                    <a:pt x="13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89"/>
            <p:cNvSpPr/>
            <p:nvPr/>
          </p:nvSpPr>
          <p:spPr>
            <a:xfrm>
              <a:off x="7425929" y="3757677"/>
              <a:ext cx="41204" cy="41204"/>
            </a:xfrm>
            <a:custGeom>
              <a:rect b="b" l="l" r="r" t="t"/>
              <a:pathLst>
                <a:path extrusionOk="0" h="1382" w="1382">
                  <a:moveTo>
                    <a:pt x="691" y="334"/>
                  </a:moveTo>
                  <a:cubicBezTo>
                    <a:pt x="858" y="334"/>
                    <a:pt x="1048" y="476"/>
                    <a:pt x="1048" y="691"/>
                  </a:cubicBezTo>
                  <a:cubicBezTo>
                    <a:pt x="1048" y="857"/>
                    <a:pt x="905" y="1048"/>
                    <a:pt x="691" y="1048"/>
                  </a:cubicBezTo>
                  <a:cubicBezTo>
                    <a:pt x="524" y="1048"/>
                    <a:pt x="334" y="905"/>
                    <a:pt x="334" y="691"/>
                  </a:cubicBezTo>
                  <a:cubicBezTo>
                    <a:pt x="334" y="476"/>
                    <a:pt x="524" y="334"/>
                    <a:pt x="691" y="334"/>
                  </a:cubicBezTo>
                  <a:close/>
                  <a:moveTo>
                    <a:pt x="691" y="0"/>
                  </a:moveTo>
                  <a:cubicBezTo>
                    <a:pt x="310" y="0"/>
                    <a:pt x="0" y="310"/>
                    <a:pt x="0" y="691"/>
                  </a:cubicBezTo>
                  <a:cubicBezTo>
                    <a:pt x="0" y="1072"/>
                    <a:pt x="310" y="1381"/>
                    <a:pt x="691" y="1381"/>
                  </a:cubicBezTo>
                  <a:cubicBezTo>
                    <a:pt x="1072" y="1381"/>
                    <a:pt x="1382" y="1072"/>
                    <a:pt x="1382" y="691"/>
                  </a:cubicBezTo>
                  <a:cubicBezTo>
                    <a:pt x="1382" y="310"/>
                    <a:pt x="1072"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89"/>
            <p:cNvSpPr/>
            <p:nvPr/>
          </p:nvSpPr>
          <p:spPr>
            <a:xfrm>
              <a:off x="7425929" y="3573060"/>
              <a:ext cx="41204" cy="41204"/>
            </a:xfrm>
            <a:custGeom>
              <a:rect b="b" l="l" r="r" t="t"/>
              <a:pathLst>
                <a:path extrusionOk="0" h="1382" w="1382">
                  <a:moveTo>
                    <a:pt x="691" y="334"/>
                  </a:moveTo>
                  <a:cubicBezTo>
                    <a:pt x="882" y="334"/>
                    <a:pt x="1024" y="500"/>
                    <a:pt x="1048" y="691"/>
                  </a:cubicBezTo>
                  <a:cubicBezTo>
                    <a:pt x="1048" y="905"/>
                    <a:pt x="858" y="1048"/>
                    <a:pt x="691" y="1048"/>
                  </a:cubicBezTo>
                  <a:cubicBezTo>
                    <a:pt x="477" y="1048"/>
                    <a:pt x="334" y="858"/>
                    <a:pt x="334" y="691"/>
                  </a:cubicBezTo>
                  <a:cubicBezTo>
                    <a:pt x="334" y="477"/>
                    <a:pt x="524" y="334"/>
                    <a:pt x="691" y="334"/>
                  </a:cubicBezTo>
                  <a:close/>
                  <a:moveTo>
                    <a:pt x="691" y="0"/>
                  </a:moveTo>
                  <a:cubicBezTo>
                    <a:pt x="310" y="0"/>
                    <a:pt x="0" y="310"/>
                    <a:pt x="0" y="691"/>
                  </a:cubicBezTo>
                  <a:cubicBezTo>
                    <a:pt x="0" y="1072"/>
                    <a:pt x="310" y="1382"/>
                    <a:pt x="691" y="1382"/>
                  </a:cubicBezTo>
                  <a:cubicBezTo>
                    <a:pt x="1072" y="1382"/>
                    <a:pt x="1382" y="1072"/>
                    <a:pt x="1382" y="691"/>
                  </a:cubicBezTo>
                  <a:cubicBezTo>
                    <a:pt x="1382" y="310"/>
                    <a:pt x="1072"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89"/>
            <p:cNvSpPr/>
            <p:nvPr/>
          </p:nvSpPr>
          <p:spPr>
            <a:xfrm>
              <a:off x="7403926" y="3622047"/>
              <a:ext cx="82379" cy="122868"/>
            </a:xfrm>
            <a:custGeom>
              <a:rect b="b" l="l" r="r" t="t"/>
              <a:pathLst>
                <a:path extrusionOk="0" h="4121" w="2763">
                  <a:moveTo>
                    <a:pt x="1334" y="1"/>
                  </a:moveTo>
                  <a:cubicBezTo>
                    <a:pt x="953" y="1"/>
                    <a:pt x="619" y="120"/>
                    <a:pt x="357" y="405"/>
                  </a:cubicBezTo>
                  <a:cubicBezTo>
                    <a:pt x="191" y="620"/>
                    <a:pt x="95" y="882"/>
                    <a:pt x="24" y="1144"/>
                  </a:cubicBezTo>
                  <a:cubicBezTo>
                    <a:pt x="0" y="1358"/>
                    <a:pt x="0" y="1572"/>
                    <a:pt x="0" y="1787"/>
                  </a:cubicBezTo>
                  <a:lnTo>
                    <a:pt x="0" y="1977"/>
                  </a:lnTo>
                  <a:lnTo>
                    <a:pt x="0" y="2453"/>
                  </a:lnTo>
                  <a:cubicBezTo>
                    <a:pt x="0" y="2501"/>
                    <a:pt x="24" y="2549"/>
                    <a:pt x="72" y="2549"/>
                  </a:cubicBezTo>
                  <a:cubicBezTo>
                    <a:pt x="214" y="2668"/>
                    <a:pt x="357" y="2692"/>
                    <a:pt x="476" y="2692"/>
                  </a:cubicBezTo>
                  <a:lnTo>
                    <a:pt x="476" y="3597"/>
                  </a:lnTo>
                  <a:cubicBezTo>
                    <a:pt x="476" y="3882"/>
                    <a:pt x="691" y="4120"/>
                    <a:pt x="977" y="4120"/>
                  </a:cubicBezTo>
                  <a:cubicBezTo>
                    <a:pt x="1143" y="4120"/>
                    <a:pt x="1262" y="4073"/>
                    <a:pt x="1381" y="3978"/>
                  </a:cubicBezTo>
                  <a:cubicBezTo>
                    <a:pt x="1453" y="4073"/>
                    <a:pt x="1620" y="4120"/>
                    <a:pt x="1762" y="4120"/>
                  </a:cubicBezTo>
                  <a:cubicBezTo>
                    <a:pt x="2048" y="4120"/>
                    <a:pt x="2263" y="3859"/>
                    <a:pt x="2263" y="3597"/>
                  </a:cubicBezTo>
                  <a:lnTo>
                    <a:pt x="2263" y="2692"/>
                  </a:lnTo>
                  <a:lnTo>
                    <a:pt x="2405" y="2692"/>
                  </a:lnTo>
                  <a:cubicBezTo>
                    <a:pt x="2596" y="2668"/>
                    <a:pt x="2739" y="2453"/>
                    <a:pt x="2739" y="2287"/>
                  </a:cubicBezTo>
                  <a:lnTo>
                    <a:pt x="2739" y="1620"/>
                  </a:lnTo>
                  <a:lnTo>
                    <a:pt x="2763" y="1310"/>
                  </a:lnTo>
                  <a:cubicBezTo>
                    <a:pt x="2763" y="1096"/>
                    <a:pt x="2739" y="953"/>
                    <a:pt x="2691" y="810"/>
                  </a:cubicBezTo>
                  <a:lnTo>
                    <a:pt x="2596" y="620"/>
                  </a:lnTo>
                  <a:cubicBezTo>
                    <a:pt x="2555" y="569"/>
                    <a:pt x="2493" y="540"/>
                    <a:pt x="2433" y="540"/>
                  </a:cubicBezTo>
                  <a:cubicBezTo>
                    <a:pt x="2352" y="540"/>
                    <a:pt x="2276" y="592"/>
                    <a:pt x="2263" y="715"/>
                  </a:cubicBezTo>
                  <a:lnTo>
                    <a:pt x="2263" y="739"/>
                  </a:lnTo>
                  <a:cubicBezTo>
                    <a:pt x="2334" y="834"/>
                    <a:pt x="2358" y="882"/>
                    <a:pt x="2382" y="977"/>
                  </a:cubicBezTo>
                  <a:cubicBezTo>
                    <a:pt x="2453" y="1120"/>
                    <a:pt x="2453" y="1239"/>
                    <a:pt x="2453" y="1382"/>
                  </a:cubicBezTo>
                  <a:lnTo>
                    <a:pt x="2453" y="1858"/>
                  </a:lnTo>
                  <a:lnTo>
                    <a:pt x="2453" y="2263"/>
                  </a:lnTo>
                  <a:cubicBezTo>
                    <a:pt x="2453" y="2287"/>
                    <a:pt x="2405" y="2311"/>
                    <a:pt x="2358" y="2311"/>
                  </a:cubicBezTo>
                  <a:cubicBezTo>
                    <a:pt x="2334" y="2311"/>
                    <a:pt x="2334" y="2287"/>
                    <a:pt x="2334" y="2263"/>
                  </a:cubicBezTo>
                  <a:lnTo>
                    <a:pt x="2334" y="2215"/>
                  </a:lnTo>
                  <a:lnTo>
                    <a:pt x="2334" y="1215"/>
                  </a:lnTo>
                  <a:cubicBezTo>
                    <a:pt x="2334" y="1120"/>
                    <a:pt x="2263" y="1072"/>
                    <a:pt x="2167" y="1025"/>
                  </a:cubicBezTo>
                  <a:cubicBezTo>
                    <a:pt x="2155" y="1022"/>
                    <a:pt x="2143" y="1021"/>
                    <a:pt x="2132" y="1021"/>
                  </a:cubicBezTo>
                  <a:cubicBezTo>
                    <a:pt x="2034" y="1021"/>
                    <a:pt x="1977" y="1108"/>
                    <a:pt x="1977" y="1215"/>
                  </a:cubicBezTo>
                  <a:lnTo>
                    <a:pt x="1977" y="3525"/>
                  </a:lnTo>
                  <a:cubicBezTo>
                    <a:pt x="1977" y="3632"/>
                    <a:pt x="1881" y="3719"/>
                    <a:pt x="1776" y="3719"/>
                  </a:cubicBezTo>
                  <a:cubicBezTo>
                    <a:pt x="1763" y="3719"/>
                    <a:pt x="1751" y="3718"/>
                    <a:pt x="1739" y="3716"/>
                  </a:cubicBezTo>
                  <a:cubicBezTo>
                    <a:pt x="1643" y="3692"/>
                    <a:pt x="1620" y="3620"/>
                    <a:pt x="1620" y="3525"/>
                  </a:cubicBezTo>
                  <a:lnTo>
                    <a:pt x="1620" y="3501"/>
                  </a:lnTo>
                  <a:lnTo>
                    <a:pt x="1620" y="2025"/>
                  </a:lnTo>
                  <a:cubicBezTo>
                    <a:pt x="1620" y="1930"/>
                    <a:pt x="1548" y="1858"/>
                    <a:pt x="1453" y="1834"/>
                  </a:cubicBezTo>
                  <a:cubicBezTo>
                    <a:pt x="1440" y="1832"/>
                    <a:pt x="1428" y="1831"/>
                    <a:pt x="1417" y="1831"/>
                  </a:cubicBezTo>
                  <a:cubicBezTo>
                    <a:pt x="1320" y="1831"/>
                    <a:pt x="1262" y="1918"/>
                    <a:pt x="1262" y="2025"/>
                  </a:cubicBezTo>
                  <a:lnTo>
                    <a:pt x="1262" y="3501"/>
                  </a:lnTo>
                  <a:lnTo>
                    <a:pt x="1262" y="3525"/>
                  </a:lnTo>
                  <a:cubicBezTo>
                    <a:pt x="1262" y="3620"/>
                    <a:pt x="1191" y="3692"/>
                    <a:pt x="1143" y="3716"/>
                  </a:cubicBezTo>
                  <a:cubicBezTo>
                    <a:pt x="1131" y="3718"/>
                    <a:pt x="1118" y="3719"/>
                    <a:pt x="1106" y="3719"/>
                  </a:cubicBezTo>
                  <a:cubicBezTo>
                    <a:pt x="1001" y="3719"/>
                    <a:pt x="905" y="3632"/>
                    <a:pt x="905" y="3525"/>
                  </a:cubicBezTo>
                  <a:lnTo>
                    <a:pt x="905" y="1215"/>
                  </a:lnTo>
                  <a:cubicBezTo>
                    <a:pt x="905" y="1120"/>
                    <a:pt x="834" y="1072"/>
                    <a:pt x="738" y="1025"/>
                  </a:cubicBezTo>
                  <a:cubicBezTo>
                    <a:pt x="726" y="1022"/>
                    <a:pt x="714" y="1021"/>
                    <a:pt x="703" y="1021"/>
                  </a:cubicBezTo>
                  <a:cubicBezTo>
                    <a:pt x="605" y="1021"/>
                    <a:pt x="548" y="1108"/>
                    <a:pt x="548" y="1215"/>
                  </a:cubicBezTo>
                  <a:lnTo>
                    <a:pt x="548" y="2263"/>
                  </a:lnTo>
                  <a:cubicBezTo>
                    <a:pt x="548" y="2287"/>
                    <a:pt x="500" y="2311"/>
                    <a:pt x="476" y="2311"/>
                  </a:cubicBezTo>
                  <a:cubicBezTo>
                    <a:pt x="453" y="2311"/>
                    <a:pt x="429" y="2287"/>
                    <a:pt x="429" y="2263"/>
                  </a:cubicBezTo>
                  <a:lnTo>
                    <a:pt x="429" y="1906"/>
                  </a:lnTo>
                  <a:lnTo>
                    <a:pt x="429" y="1429"/>
                  </a:lnTo>
                  <a:cubicBezTo>
                    <a:pt x="429" y="1310"/>
                    <a:pt x="429" y="1144"/>
                    <a:pt x="453" y="1025"/>
                  </a:cubicBezTo>
                  <a:cubicBezTo>
                    <a:pt x="476" y="906"/>
                    <a:pt x="548" y="834"/>
                    <a:pt x="595" y="739"/>
                  </a:cubicBezTo>
                  <a:cubicBezTo>
                    <a:pt x="715" y="548"/>
                    <a:pt x="929" y="405"/>
                    <a:pt x="1143" y="358"/>
                  </a:cubicBezTo>
                  <a:cubicBezTo>
                    <a:pt x="1215" y="310"/>
                    <a:pt x="1334" y="310"/>
                    <a:pt x="1429" y="310"/>
                  </a:cubicBezTo>
                  <a:cubicBezTo>
                    <a:pt x="1548" y="310"/>
                    <a:pt x="1667" y="358"/>
                    <a:pt x="1762" y="382"/>
                  </a:cubicBezTo>
                  <a:cubicBezTo>
                    <a:pt x="1775" y="386"/>
                    <a:pt x="1788" y="388"/>
                    <a:pt x="1801" y="388"/>
                  </a:cubicBezTo>
                  <a:cubicBezTo>
                    <a:pt x="1865" y="388"/>
                    <a:pt x="1937" y="341"/>
                    <a:pt x="1977" y="263"/>
                  </a:cubicBezTo>
                  <a:cubicBezTo>
                    <a:pt x="2001" y="167"/>
                    <a:pt x="1929" y="72"/>
                    <a:pt x="1834" y="48"/>
                  </a:cubicBezTo>
                  <a:cubicBezTo>
                    <a:pt x="1691" y="1"/>
                    <a:pt x="1405" y="1"/>
                    <a:pt x="1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89"/>
            <p:cNvSpPr/>
            <p:nvPr/>
          </p:nvSpPr>
          <p:spPr>
            <a:xfrm>
              <a:off x="7491970" y="3803831"/>
              <a:ext cx="83094" cy="121436"/>
            </a:xfrm>
            <a:custGeom>
              <a:rect b="b" l="l" r="r" t="t"/>
              <a:pathLst>
                <a:path extrusionOk="0" h="4073" w="2787">
                  <a:moveTo>
                    <a:pt x="1286" y="2882"/>
                  </a:moveTo>
                  <a:lnTo>
                    <a:pt x="1286" y="3572"/>
                  </a:lnTo>
                  <a:lnTo>
                    <a:pt x="1286" y="3667"/>
                  </a:lnTo>
                  <a:cubicBezTo>
                    <a:pt x="1238" y="3763"/>
                    <a:pt x="1167" y="3787"/>
                    <a:pt x="1096" y="3787"/>
                  </a:cubicBezTo>
                  <a:cubicBezTo>
                    <a:pt x="1000" y="3787"/>
                    <a:pt x="929" y="3691"/>
                    <a:pt x="929" y="3596"/>
                  </a:cubicBezTo>
                  <a:lnTo>
                    <a:pt x="929" y="2882"/>
                  </a:lnTo>
                  <a:close/>
                  <a:moveTo>
                    <a:pt x="2001" y="2882"/>
                  </a:moveTo>
                  <a:lnTo>
                    <a:pt x="2001" y="3596"/>
                  </a:lnTo>
                  <a:cubicBezTo>
                    <a:pt x="2001" y="3691"/>
                    <a:pt x="1905" y="3787"/>
                    <a:pt x="1810" y="3787"/>
                  </a:cubicBezTo>
                  <a:cubicBezTo>
                    <a:pt x="1715" y="3787"/>
                    <a:pt x="1667" y="3763"/>
                    <a:pt x="1643" y="3667"/>
                  </a:cubicBezTo>
                  <a:lnTo>
                    <a:pt x="1643" y="3596"/>
                  </a:lnTo>
                  <a:lnTo>
                    <a:pt x="1643" y="3572"/>
                  </a:lnTo>
                  <a:lnTo>
                    <a:pt x="1643" y="2882"/>
                  </a:lnTo>
                  <a:close/>
                  <a:moveTo>
                    <a:pt x="1334" y="0"/>
                  </a:moveTo>
                  <a:cubicBezTo>
                    <a:pt x="953" y="0"/>
                    <a:pt x="619" y="119"/>
                    <a:pt x="357" y="429"/>
                  </a:cubicBezTo>
                  <a:cubicBezTo>
                    <a:pt x="0" y="810"/>
                    <a:pt x="0" y="1310"/>
                    <a:pt x="0" y="1786"/>
                  </a:cubicBezTo>
                  <a:lnTo>
                    <a:pt x="0" y="2024"/>
                  </a:lnTo>
                  <a:lnTo>
                    <a:pt x="0" y="2048"/>
                  </a:lnTo>
                  <a:cubicBezTo>
                    <a:pt x="0" y="2120"/>
                    <a:pt x="24" y="2167"/>
                    <a:pt x="48" y="2239"/>
                  </a:cubicBezTo>
                  <a:cubicBezTo>
                    <a:pt x="48" y="2262"/>
                    <a:pt x="72" y="2262"/>
                    <a:pt x="72" y="2286"/>
                  </a:cubicBezTo>
                  <a:lnTo>
                    <a:pt x="119" y="2334"/>
                  </a:lnTo>
                  <a:lnTo>
                    <a:pt x="72" y="2501"/>
                  </a:lnTo>
                  <a:lnTo>
                    <a:pt x="72" y="2524"/>
                  </a:lnTo>
                  <a:cubicBezTo>
                    <a:pt x="119" y="2715"/>
                    <a:pt x="238" y="2834"/>
                    <a:pt x="405" y="2834"/>
                  </a:cubicBezTo>
                  <a:lnTo>
                    <a:pt x="476" y="2834"/>
                  </a:lnTo>
                  <a:lnTo>
                    <a:pt x="476" y="3548"/>
                  </a:lnTo>
                  <a:cubicBezTo>
                    <a:pt x="476" y="3834"/>
                    <a:pt x="667" y="4072"/>
                    <a:pt x="977" y="4072"/>
                  </a:cubicBezTo>
                  <a:cubicBezTo>
                    <a:pt x="1119" y="4072"/>
                    <a:pt x="1238" y="4048"/>
                    <a:pt x="1358" y="3929"/>
                  </a:cubicBezTo>
                  <a:cubicBezTo>
                    <a:pt x="1453" y="4025"/>
                    <a:pt x="1572" y="4072"/>
                    <a:pt x="1715" y="4072"/>
                  </a:cubicBezTo>
                  <a:lnTo>
                    <a:pt x="1739" y="4072"/>
                  </a:lnTo>
                  <a:cubicBezTo>
                    <a:pt x="2024" y="4072"/>
                    <a:pt x="2263" y="3834"/>
                    <a:pt x="2263" y="3548"/>
                  </a:cubicBezTo>
                  <a:lnTo>
                    <a:pt x="2263" y="2834"/>
                  </a:lnTo>
                  <a:lnTo>
                    <a:pt x="2334" y="2834"/>
                  </a:lnTo>
                  <a:cubicBezTo>
                    <a:pt x="2524" y="2763"/>
                    <a:pt x="2620" y="2620"/>
                    <a:pt x="2620" y="2453"/>
                  </a:cubicBezTo>
                  <a:lnTo>
                    <a:pt x="2572" y="2286"/>
                  </a:lnTo>
                  <a:lnTo>
                    <a:pt x="2620" y="2262"/>
                  </a:lnTo>
                  <a:cubicBezTo>
                    <a:pt x="2691" y="2167"/>
                    <a:pt x="2739" y="2096"/>
                    <a:pt x="2739" y="1977"/>
                  </a:cubicBezTo>
                  <a:lnTo>
                    <a:pt x="2739" y="1286"/>
                  </a:lnTo>
                  <a:cubicBezTo>
                    <a:pt x="2786" y="1143"/>
                    <a:pt x="2739" y="905"/>
                    <a:pt x="2620" y="691"/>
                  </a:cubicBezTo>
                  <a:cubicBezTo>
                    <a:pt x="2579" y="640"/>
                    <a:pt x="2517" y="611"/>
                    <a:pt x="2457" y="611"/>
                  </a:cubicBezTo>
                  <a:cubicBezTo>
                    <a:pt x="2376" y="611"/>
                    <a:pt x="2300" y="663"/>
                    <a:pt x="2286" y="786"/>
                  </a:cubicBezTo>
                  <a:lnTo>
                    <a:pt x="2286" y="810"/>
                  </a:lnTo>
                  <a:cubicBezTo>
                    <a:pt x="2405" y="976"/>
                    <a:pt x="2477" y="1167"/>
                    <a:pt x="2477" y="1381"/>
                  </a:cubicBezTo>
                  <a:lnTo>
                    <a:pt x="2477" y="2024"/>
                  </a:lnTo>
                  <a:cubicBezTo>
                    <a:pt x="2477" y="2048"/>
                    <a:pt x="2405" y="2096"/>
                    <a:pt x="2382" y="2096"/>
                  </a:cubicBezTo>
                  <a:cubicBezTo>
                    <a:pt x="2358" y="2096"/>
                    <a:pt x="2358" y="2048"/>
                    <a:pt x="2358" y="2024"/>
                  </a:cubicBezTo>
                  <a:lnTo>
                    <a:pt x="2358" y="2000"/>
                  </a:lnTo>
                  <a:lnTo>
                    <a:pt x="2358" y="1310"/>
                  </a:lnTo>
                  <a:cubicBezTo>
                    <a:pt x="2358" y="1215"/>
                    <a:pt x="2286" y="1167"/>
                    <a:pt x="2191" y="1143"/>
                  </a:cubicBezTo>
                  <a:cubicBezTo>
                    <a:pt x="2170" y="1135"/>
                    <a:pt x="2150" y="1131"/>
                    <a:pt x="2131" y="1131"/>
                  </a:cubicBezTo>
                  <a:cubicBezTo>
                    <a:pt x="2049" y="1131"/>
                    <a:pt x="2001" y="1212"/>
                    <a:pt x="2001" y="1310"/>
                  </a:cubicBezTo>
                  <a:lnTo>
                    <a:pt x="2001" y="2048"/>
                  </a:lnTo>
                  <a:lnTo>
                    <a:pt x="2001" y="2096"/>
                  </a:lnTo>
                  <a:cubicBezTo>
                    <a:pt x="2024" y="2262"/>
                    <a:pt x="2143" y="2405"/>
                    <a:pt x="2310" y="2453"/>
                  </a:cubicBezTo>
                  <a:lnTo>
                    <a:pt x="2310" y="2524"/>
                  </a:lnTo>
                  <a:lnTo>
                    <a:pt x="572" y="2524"/>
                  </a:lnTo>
                  <a:lnTo>
                    <a:pt x="572" y="2453"/>
                  </a:lnTo>
                  <a:cubicBezTo>
                    <a:pt x="738" y="2405"/>
                    <a:pt x="881" y="2262"/>
                    <a:pt x="881" y="2048"/>
                  </a:cubicBezTo>
                  <a:lnTo>
                    <a:pt x="881" y="2024"/>
                  </a:lnTo>
                  <a:lnTo>
                    <a:pt x="881" y="1286"/>
                  </a:lnTo>
                  <a:cubicBezTo>
                    <a:pt x="881" y="1191"/>
                    <a:pt x="834" y="1143"/>
                    <a:pt x="738" y="1096"/>
                  </a:cubicBezTo>
                  <a:cubicBezTo>
                    <a:pt x="726" y="1093"/>
                    <a:pt x="714" y="1092"/>
                    <a:pt x="702" y="1092"/>
                  </a:cubicBezTo>
                  <a:cubicBezTo>
                    <a:pt x="600" y="1092"/>
                    <a:pt x="524" y="1179"/>
                    <a:pt x="524" y="1286"/>
                  </a:cubicBezTo>
                  <a:lnTo>
                    <a:pt x="524" y="2024"/>
                  </a:lnTo>
                  <a:cubicBezTo>
                    <a:pt x="524" y="2024"/>
                    <a:pt x="500" y="2096"/>
                    <a:pt x="476" y="2096"/>
                  </a:cubicBezTo>
                  <a:cubicBezTo>
                    <a:pt x="429" y="2096"/>
                    <a:pt x="405" y="2048"/>
                    <a:pt x="405" y="2024"/>
                  </a:cubicBezTo>
                  <a:lnTo>
                    <a:pt x="405" y="1334"/>
                  </a:lnTo>
                  <a:cubicBezTo>
                    <a:pt x="405" y="786"/>
                    <a:pt x="857" y="333"/>
                    <a:pt x="1429" y="333"/>
                  </a:cubicBezTo>
                  <a:cubicBezTo>
                    <a:pt x="1548" y="333"/>
                    <a:pt x="1667" y="357"/>
                    <a:pt x="1739" y="381"/>
                  </a:cubicBezTo>
                  <a:cubicBezTo>
                    <a:pt x="1759" y="392"/>
                    <a:pt x="1780" y="396"/>
                    <a:pt x="1800" y="396"/>
                  </a:cubicBezTo>
                  <a:cubicBezTo>
                    <a:pt x="1872" y="396"/>
                    <a:pt x="1934" y="336"/>
                    <a:pt x="1953" y="262"/>
                  </a:cubicBezTo>
                  <a:cubicBezTo>
                    <a:pt x="1977" y="191"/>
                    <a:pt x="1929" y="95"/>
                    <a:pt x="1834" y="71"/>
                  </a:cubicBezTo>
                  <a:cubicBezTo>
                    <a:pt x="1691" y="0"/>
                    <a:pt x="1381" y="0"/>
                    <a:pt x="13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89"/>
            <p:cNvSpPr/>
            <p:nvPr/>
          </p:nvSpPr>
          <p:spPr>
            <a:xfrm>
              <a:off x="7514690" y="3757677"/>
              <a:ext cx="41204" cy="41204"/>
            </a:xfrm>
            <a:custGeom>
              <a:rect b="b" l="l" r="r" t="t"/>
              <a:pathLst>
                <a:path extrusionOk="0" h="1382" w="1382">
                  <a:moveTo>
                    <a:pt x="691" y="334"/>
                  </a:moveTo>
                  <a:cubicBezTo>
                    <a:pt x="858" y="334"/>
                    <a:pt x="1048" y="476"/>
                    <a:pt x="1048" y="691"/>
                  </a:cubicBezTo>
                  <a:cubicBezTo>
                    <a:pt x="1048" y="857"/>
                    <a:pt x="905" y="1048"/>
                    <a:pt x="691" y="1048"/>
                  </a:cubicBezTo>
                  <a:cubicBezTo>
                    <a:pt x="524" y="1048"/>
                    <a:pt x="334" y="905"/>
                    <a:pt x="334" y="691"/>
                  </a:cubicBezTo>
                  <a:cubicBezTo>
                    <a:pt x="334" y="476"/>
                    <a:pt x="524" y="334"/>
                    <a:pt x="691" y="334"/>
                  </a:cubicBezTo>
                  <a:close/>
                  <a:moveTo>
                    <a:pt x="691" y="0"/>
                  </a:moveTo>
                  <a:cubicBezTo>
                    <a:pt x="310" y="0"/>
                    <a:pt x="0" y="310"/>
                    <a:pt x="0" y="691"/>
                  </a:cubicBezTo>
                  <a:cubicBezTo>
                    <a:pt x="0" y="1072"/>
                    <a:pt x="310" y="1381"/>
                    <a:pt x="691" y="1381"/>
                  </a:cubicBezTo>
                  <a:cubicBezTo>
                    <a:pt x="1072" y="1381"/>
                    <a:pt x="1381" y="1072"/>
                    <a:pt x="1381" y="691"/>
                  </a:cubicBezTo>
                  <a:cubicBezTo>
                    <a:pt x="1381" y="310"/>
                    <a:pt x="1072"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89"/>
            <p:cNvSpPr/>
            <p:nvPr/>
          </p:nvSpPr>
          <p:spPr>
            <a:xfrm>
              <a:off x="7514690" y="3573060"/>
              <a:ext cx="41204" cy="41204"/>
            </a:xfrm>
            <a:custGeom>
              <a:rect b="b" l="l" r="r" t="t"/>
              <a:pathLst>
                <a:path extrusionOk="0" h="1382" w="1382">
                  <a:moveTo>
                    <a:pt x="691" y="334"/>
                  </a:moveTo>
                  <a:cubicBezTo>
                    <a:pt x="881" y="334"/>
                    <a:pt x="1024" y="500"/>
                    <a:pt x="1048" y="691"/>
                  </a:cubicBezTo>
                  <a:cubicBezTo>
                    <a:pt x="1048" y="905"/>
                    <a:pt x="905" y="1048"/>
                    <a:pt x="691" y="1048"/>
                  </a:cubicBezTo>
                  <a:cubicBezTo>
                    <a:pt x="476" y="1048"/>
                    <a:pt x="334" y="858"/>
                    <a:pt x="334" y="691"/>
                  </a:cubicBezTo>
                  <a:cubicBezTo>
                    <a:pt x="334" y="477"/>
                    <a:pt x="524" y="334"/>
                    <a:pt x="691" y="334"/>
                  </a:cubicBezTo>
                  <a:close/>
                  <a:moveTo>
                    <a:pt x="691" y="0"/>
                  </a:moveTo>
                  <a:cubicBezTo>
                    <a:pt x="310" y="0"/>
                    <a:pt x="0" y="310"/>
                    <a:pt x="0" y="691"/>
                  </a:cubicBezTo>
                  <a:cubicBezTo>
                    <a:pt x="0" y="1072"/>
                    <a:pt x="310" y="1382"/>
                    <a:pt x="691" y="1382"/>
                  </a:cubicBezTo>
                  <a:cubicBezTo>
                    <a:pt x="1072" y="1382"/>
                    <a:pt x="1381" y="1072"/>
                    <a:pt x="1381" y="691"/>
                  </a:cubicBezTo>
                  <a:cubicBezTo>
                    <a:pt x="1381" y="310"/>
                    <a:pt x="1072"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89"/>
            <p:cNvSpPr/>
            <p:nvPr/>
          </p:nvSpPr>
          <p:spPr>
            <a:xfrm>
              <a:off x="7492656" y="3622047"/>
              <a:ext cx="82409" cy="122868"/>
            </a:xfrm>
            <a:custGeom>
              <a:rect b="b" l="l" r="r" t="t"/>
              <a:pathLst>
                <a:path extrusionOk="0" h="4121" w="2764">
                  <a:moveTo>
                    <a:pt x="1335" y="1"/>
                  </a:moveTo>
                  <a:cubicBezTo>
                    <a:pt x="954" y="1"/>
                    <a:pt x="620" y="120"/>
                    <a:pt x="358" y="405"/>
                  </a:cubicBezTo>
                  <a:cubicBezTo>
                    <a:pt x="191" y="620"/>
                    <a:pt x="96" y="882"/>
                    <a:pt x="25" y="1144"/>
                  </a:cubicBezTo>
                  <a:cubicBezTo>
                    <a:pt x="1" y="1358"/>
                    <a:pt x="1" y="1572"/>
                    <a:pt x="1" y="1787"/>
                  </a:cubicBezTo>
                  <a:lnTo>
                    <a:pt x="1" y="1977"/>
                  </a:lnTo>
                  <a:lnTo>
                    <a:pt x="1" y="2453"/>
                  </a:lnTo>
                  <a:cubicBezTo>
                    <a:pt x="1" y="2501"/>
                    <a:pt x="25" y="2549"/>
                    <a:pt x="72" y="2549"/>
                  </a:cubicBezTo>
                  <a:cubicBezTo>
                    <a:pt x="215" y="2668"/>
                    <a:pt x="358" y="2692"/>
                    <a:pt x="477" y="2692"/>
                  </a:cubicBezTo>
                  <a:lnTo>
                    <a:pt x="477" y="3597"/>
                  </a:lnTo>
                  <a:cubicBezTo>
                    <a:pt x="477" y="3882"/>
                    <a:pt x="692" y="4120"/>
                    <a:pt x="977" y="4120"/>
                  </a:cubicBezTo>
                  <a:cubicBezTo>
                    <a:pt x="1144" y="4120"/>
                    <a:pt x="1263" y="4073"/>
                    <a:pt x="1382" y="3978"/>
                  </a:cubicBezTo>
                  <a:cubicBezTo>
                    <a:pt x="1454" y="4073"/>
                    <a:pt x="1620" y="4120"/>
                    <a:pt x="1763" y="4120"/>
                  </a:cubicBezTo>
                  <a:cubicBezTo>
                    <a:pt x="2049" y="4120"/>
                    <a:pt x="2263" y="3859"/>
                    <a:pt x="2263" y="3597"/>
                  </a:cubicBezTo>
                  <a:lnTo>
                    <a:pt x="2263" y="2692"/>
                  </a:lnTo>
                  <a:lnTo>
                    <a:pt x="2406" y="2692"/>
                  </a:lnTo>
                  <a:cubicBezTo>
                    <a:pt x="2597" y="2668"/>
                    <a:pt x="2740" y="2453"/>
                    <a:pt x="2740" y="2287"/>
                  </a:cubicBezTo>
                  <a:lnTo>
                    <a:pt x="2740" y="1620"/>
                  </a:lnTo>
                  <a:lnTo>
                    <a:pt x="2763" y="1310"/>
                  </a:lnTo>
                  <a:cubicBezTo>
                    <a:pt x="2763" y="1096"/>
                    <a:pt x="2740" y="953"/>
                    <a:pt x="2692" y="810"/>
                  </a:cubicBezTo>
                  <a:lnTo>
                    <a:pt x="2597" y="620"/>
                  </a:lnTo>
                  <a:cubicBezTo>
                    <a:pt x="2556" y="569"/>
                    <a:pt x="2494" y="540"/>
                    <a:pt x="2434" y="540"/>
                  </a:cubicBezTo>
                  <a:cubicBezTo>
                    <a:pt x="2353" y="540"/>
                    <a:pt x="2277" y="592"/>
                    <a:pt x="2263" y="715"/>
                  </a:cubicBezTo>
                  <a:lnTo>
                    <a:pt x="2263" y="739"/>
                  </a:lnTo>
                  <a:cubicBezTo>
                    <a:pt x="2335" y="834"/>
                    <a:pt x="2359" y="882"/>
                    <a:pt x="2382" y="977"/>
                  </a:cubicBezTo>
                  <a:cubicBezTo>
                    <a:pt x="2454" y="1120"/>
                    <a:pt x="2454" y="1239"/>
                    <a:pt x="2454" y="1382"/>
                  </a:cubicBezTo>
                  <a:lnTo>
                    <a:pt x="2454" y="1858"/>
                  </a:lnTo>
                  <a:lnTo>
                    <a:pt x="2454" y="2263"/>
                  </a:lnTo>
                  <a:cubicBezTo>
                    <a:pt x="2454" y="2287"/>
                    <a:pt x="2406" y="2311"/>
                    <a:pt x="2359" y="2311"/>
                  </a:cubicBezTo>
                  <a:cubicBezTo>
                    <a:pt x="2335" y="2311"/>
                    <a:pt x="2335" y="2287"/>
                    <a:pt x="2335" y="2263"/>
                  </a:cubicBezTo>
                  <a:lnTo>
                    <a:pt x="2335" y="2215"/>
                  </a:lnTo>
                  <a:lnTo>
                    <a:pt x="2335" y="1215"/>
                  </a:lnTo>
                  <a:cubicBezTo>
                    <a:pt x="2335" y="1120"/>
                    <a:pt x="2263" y="1072"/>
                    <a:pt x="2168" y="1025"/>
                  </a:cubicBezTo>
                  <a:cubicBezTo>
                    <a:pt x="2156" y="1022"/>
                    <a:pt x="2144" y="1021"/>
                    <a:pt x="2132" y="1021"/>
                  </a:cubicBezTo>
                  <a:cubicBezTo>
                    <a:pt x="2035" y="1021"/>
                    <a:pt x="1978" y="1108"/>
                    <a:pt x="1978" y="1215"/>
                  </a:cubicBezTo>
                  <a:lnTo>
                    <a:pt x="1978" y="3525"/>
                  </a:lnTo>
                  <a:cubicBezTo>
                    <a:pt x="1978" y="3632"/>
                    <a:pt x="1882" y="3719"/>
                    <a:pt x="1777" y="3719"/>
                  </a:cubicBezTo>
                  <a:cubicBezTo>
                    <a:pt x="1764" y="3719"/>
                    <a:pt x="1752" y="3718"/>
                    <a:pt x="1739" y="3716"/>
                  </a:cubicBezTo>
                  <a:cubicBezTo>
                    <a:pt x="1644" y="3692"/>
                    <a:pt x="1620" y="3620"/>
                    <a:pt x="1620" y="3525"/>
                  </a:cubicBezTo>
                  <a:lnTo>
                    <a:pt x="1620" y="3501"/>
                  </a:lnTo>
                  <a:lnTo>
                    <a:pt x="1620" y="2025"/>
                  </a:lnTo>
                  <a:cubicBezTo>
                    <a:pt x="1620" y="1930"/>
                    <a:pt x="1549" y="1858"/>
                    <a:pt x="1454" y="1834"/>
                  </a:cubicBezTo>
                  <a:cubicBezTo>
                    <a:pt x="1441" y="1832"/>
                    <a:pt x="1429" y="1831"/>
                    <a:pt x="1418" y="1831"/>
                  </a:cubicBezTo>
                  <a:cubicBezTo>
                    <a:pt x="1320" y="1831"/>
                    <a:pt x="1263" y="1918"/>
                    <a:pt x="1263" y="2025"/>
                  </a:cubicBezTo>
                  <a:lnTo>
                    <a:pt x="1263" y="3501"/>
                  </a:lnTo>
                  <a:lnTo>
                    <a:pt x="1263" y="3525"/>
                  </a:lnTo>
                  <a:cubicBezTo>
                    <a:pt x="1263" y="3620"/>
                    <a:pt x="1192" y="3692"/>
                    <a:pt x="1144" y="3716"/>
                  </a:cubicBezTo>
                  <a:cubicBezTo>
                    <a:pt x="1132" y="3718"/>
                    <a:pt x="1119" y="3719"/>
                    <a:pt x="1107" y="3719"/>
                  </a:cubicBezTo>
                  <a:cubicBezTo>
                    <a:pt x="1001" y="3719"/>
                    <a:pt x="906" y="3632"/>
                    <a:pt x="906" y="3525"/>
                  </a:cubicBezTo>
                  <a:lnTo>
                    <a:pt x="906" y="1215"/>
                  </a:lnTo>
                  <a:cubicBezTo>
                    <a:pt x="906" y="1120"/>
                    <a:pt x="834" y="1072"/>
                    <a:pt x="739" y="1025"/>
                  </a:cubicBezTo>
                  <a:cubicBezTo>
                    <a:pt x="727" y="1022"/>
                    <a:pt x="715" y="1021"/>
                    <a:pt x="703" y="1021"/>
                  </a:cubicBezTo>
                  <a:cubicBezTo>
                    <a:pt x="606" y="1021"/>
                    <a:pt x="549" y="1108"/>
                    <a:pt x="549" y="1215"/>
                  </a:cubicBezTo>
                  <a:lnTo>
                    <a:pt x="549" y="2263"/>
                  </a:lnTo>
                  <a:cubicBezTo>
                    <a:pt x="549" y="2287"/>
                    <a:pt x="501" y="2311"/>
                    <a:pt x="477" y="2311"/>
                  </a:cubicBezTo>
                  <a:cubicBezTo>
                    <a:pt x="453" y="2311"/>
                    <a:pt x="430" y="2287"/>
                    <a:pt x="430" y="2263"/>
                  </a:cubicBezTo>
                  <a:lnTo>
                    <a:pt x="430" y="1906"/>
                  </a:lnTo>
                  <a:lnTo>
                    <a:pt x="430" y="1429"/>
                  </a:lnTo>
                  <a:cubicBezTo>
                    <a:pt x="430" y="1310"/>
                    <a:pt x="430" y="1144"/>
                    <a:pt x="453" y="1025"/>
                  </a:cubicBezTo>
                  <a:cubicBezTo>
                    <a:pt x="477" y="906"/>
                    <a:pt x="549" y="834"/>
                    <a:pt x="596" y="739"/>
                  </a:cubicBezTo>
                  <a:cubicBezTo>
                    <a:pt x="715" y="548"/>
                    <a:pt x="930" y="405"/>
                    <a:pt x="1144" y="358"/>
                  </a:cubicBezTo>
                  <a:cubicBezTo>
                    <a:pt x="1215" y="310"/>
                    <a:pt x="1335" y="310"/>
                    <a:pt x="1430" y="310"/>
                  </a:cubicBezTo>
                  <a:cubicBezTo>
                    <a:pt x="1549" y="310"/>
                    <a:pt x="1668" y="358"/>
                    <a:pt x="1763" y="382"/>
                  </a:cubicBezTo>
                  <a:cubicBezTo>
                    <a:pt x="1775" y="386"/>
                    <a:pt x="1788" y="388"/>
                    <a:pt x="1802" y="388"/>
                  </a:cubicBezTo>
                  <a:cubicBezTo>
                    <a:pt x="1866" y="388"/>
                    <a:pt x="1938" y="341"/>
                    <a:pt x="1978" y="263"/>
                  </a:cubicBezTo>
                  <a:cubicBezTo>
                    <a:pt x="2001" y="167"/>
                    <a:pt x="1930" y="72"/>
                    <a:pt x="1835" y="48"/>
                  </a:cubicBezTo>
                  <a:cubicBezTo>
                    <a:pt x="1692" y="1"/>
                    <a:pt x="1406" y="1"/>
                    <a:pt x="1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89"/>
            <p:cNvSpPr/>
            <p:nvPr/>
          </p:nvSpPr>
          <p:spPr>
            <a:xfrm>
              <a:off x="7580701" y="3803831"/>
              <a:ext cx="84526" cy="121436"/>
            </a:xfrm>
            <a:custGeom>
              <a:rect b="b" l="l" r="r" t="t"/>
              <a:pathLst>
                <a:path extrusionOk="0" h="4073" w="2835">
                  <a:moveTo>
                    <a:pt x="1287" y="2882"/>
                  </a:moveTo>
                  <a:lnTo>
                    <a:pt x="1287" y="3572"/>
                  </a:lnTo>
                  <a:lnTo>
                    <a:pt x="1287" y="3667"/>
                  </a:lnTo>
                  <a:cubicBezTo>
                    <a:pt x="1239" y="3763"/>
                    <a:pt x="1168" y="3787"/>
                    <a:pt x="1096" y="3787"/>
                  </a:cubicBezTo>
                  <a:cubicBezTo>
                    <a:pt x="1001" y="3787"/>
                    <a:pt x="930" y="3691"/>
                    <a:pt x="930" y="3596"/>
                  </a:cubicBezTo>
                  <a:lnTo>
                    <a:pt x="930" y="2882"/>
                  </a:lnTo>
                  <a:close/>
                  <a:moveTo>
                    <a:pt x="2001" y="2882"/>
                  </a:moveTo>
                  <a:lnTo>
                    <a:pt x="2001" y="3596"/>
                  </a:lnTo>
                  <a:cubicBezTo>
                    <a:pt x="2001" y="3691"/>
                    <a:pt x="1906" y="3787"/>
                    <a:pt x="1811" y="3787"/>
                  </a:cubicBezTo>
                  <a:cubicBezTo>
                    <a:pt x="1716" y="3787"/>
                    <a:pt x="1668" y="3763"/>
                    <a:pt x="1644" y="3667"/>
                  </a:cubicBezTo>
                  <a:lnTo>
                    <a:pt x="1644" y="3596"/>
                  </a:lnTo>
                  <a:lnTo>
                    <a:pt x="1644" y="3572"/>
                  </a:lnTo>
                  <a:lnTo>
                    <a:pt x="1644" y="2882"/>
                  </a:lnTo>
                  <a:close/>
                  <a:moveTo>
                    <a:pt x="1335" y="0"/>
                  </a:moveTo>
                  <a:cubicBezTo>
                    <a:pt x="954" y="0"/>
                    <a:pt x="620" y="119"/>
                    <a:pt x="358" y="429"/>
                  </a:cubicBezTo>
                  <a:cubicBezTo>
                    <a:pt x="1" y="810"/>
                    <a:pt x="1" y="1310"/>
                    <a:pt x="1" y="1786"/>
                  </a:cubicBezTo>
                  <a:lnTo>
                    <a:pt x="1" y="2024"/>
                  </a:lnTo>
                  <a:lnTo>
                    <a:pt x="1" y="2048"/>
                  </a:lnTo>
                  <a:cubicBezTo>
                    <a:pt x="1" y="2120"/>
                    <a:pt x="25" y="2167"/>
                    <a:pt x="49" y="2239"/>
                  </a:cubicBezTo>
                  <a:cubicBezTo>
                    <a:pt x="49" y="2262"/>
                    <a:pt x="72" y="2262"/>
                    <a:pt x="72" y="2286"/>
                  </a:cubicBezTo>
                  <a:lnTo>
                    <a:pt x="120" y="2334"/>
                  </a:lnTo>
                  <a:lnTo>
                    <a:pt x="72" y="2501"/>
                  </a:lnTo>
                  <a:lnTo>
                    <a:pt x="72" y="2524"/>
                  </a:lnTo>
                  <a:cubicBezTo>
                    <a:pt x="120" y="2715"/>
                    <a:pt x="239" y="2834"/>
                    <a:pt x="406" y="2834"/>
                  </a:cubicBezTo>
                  <a:lnTo>
                    <a:pt x="477" y="2834"/>
                  </a:lnTo>
                  <a:lnTo>
                    <a:pt x="477" y="3548"/>
                  </a:lnTo>
                  <a:cubicBezTo>
                    <a:pt x="477" y="3834"/>
                    <a:pt x="668" y="4072"/>
                    <a:pt x="977" y="4072"/>
                  </a:cubicBezTo>
                  <a:cubicBezTo>
                    <a:pt x="1120" y="4072"/>
                    <a:pt x="1239" y="4048"/>
                    <a:pt x="1358" y="3929"/>
                  </a:cubicBezTo>
                  <a:cubicBezTo>
                    <a:pt x="1454" y="4025"/>
                    <a:pt x="1573" y="4072"/>
                    <a:pt x="1716" y="4072"/>
                  </a:cubicBezTo>
                  <a:lnTo>
                    <a:pt x="1739" y="4072"/>
                  </a:lnTo>
                  <a:cubicBezTo>
                    <a:pt x="2025" y="4072"/>
                    <a:pt x="2263" y="3834"/>
                    <a:pt x="2263" y="3548"/>
                  </a:cubicBezTo>
                  <a:lnTo>
                    <a:pt x="2263" y="2834"/>
                  </a:lnTo>
                  <a:lnTo>
                    <a:pt x="2335" y="2834"/>
                  </a:lnTo>
                  <a:cubicBezTo>
                    <a:pt x="2525" y="2763"/>
                    <a:pt x="2621" y="2620"/>
                    <a:pt x="2621" y="2453"/>
                  </a:cubicBezTo>
                  <a:lnTo>
                    <a:pt x="2573" y="2286"/>
                  </a:lnTo>
                  <a:lnTo>
                    <a:pt x="2621" y="2262"/>
                  </a:lnTo>
                  <a:cubicBezTo>
                    <a:pt x="2692" y="2167"/>
                    <a:pt x="2740" y="2096"/>
                    <a:pt x="2740" y="1977"/>
                  </a:cubicBezTo>
                  <a:lnTo>
                    <a:pt x="2740" y="1286"/>
                  </a:lnTo>
                  <a:cubicBezTo>
                    <a:pt x="2835" y="1143"/>
                    <a:pt x="2740" y="905"/>
                    <a:pt x="2621" y="691"/>
                  </a:cubicBezTo>
                  <a:cubicBezTo>
                    <a:pt x="2580" y="640"/>
                    <a:pt x="2517" y="611"/>
                    <a:pt x="2457" y="611"/>
                  </a:cubicBezTo>
                  <a:cubicBezTo>
                    <a:pt x="2377" y="611"/>
                    <a:pt x="2301" y="663"/>
                    <a:pt x="2287" y="786"/>
                  </a:cubicBezTo>
                  <a:lnTo>
                    <a:pt x="2287" y="810"/>
                  </a:lnTo>
                  <a:cubicBezTo>
                    <a:pt x="2406" y="976"/>
                    <a:pt x="2478" y="1167"/>
                    <a:pt x="2478" y="1381"/>
                  </a:cubicBezTo>
                  <a:lnTo>
                    <a:pt x="2478" y="2024"/>
                  </a:lnTo>
                  <a:cubicBezTo>
                    <a:pt x="2478" y="2048"/>
                    <a:pt x="2406" y="2096"/>
                    <a:pt x="2382" y="2096"/>
                  </a:cubicBezTo>
                  <a:cubicBezTo>
                    <a:pt x="2359" y="2096"/>
                    <a:pt x="2359" y="2048"/>
                    <a:pt x="2359" y="2024"/>
                  </a:cubicBezTo>
                  <a:lnTo>
                    <a:pt x="2359" y="2000"/>
                  </a:lnTo>
                  <a:lnTo>
                    <a:pt x="2359" y="1310"/>
                  </a:lnTo>
                  <a:cubicBezTo>
                    <a:pt x="2359" y="1215"/>
                    <a:pt x="2287" y="1167"/>
                    <a:pt x="2192" y="1143"/>
                  </a:cubicBezTo>
                  <a:cubicBezTo>
                    <a:pt x="2170" y="1135"/>
                    <a:pt x="2151" y="1131"/>
                    <a:pt x="2132" y="1131"/>
                  </a:cubicBezTo>
                  <a:cubicBezTo>
                    <a:pt x="2049" y="1131"/>
                    <a:pt x="2001" y="1212"/>
                    <a:pt x="2001" y="1310"/>
                  </a:cubicBezTo>
                  <a:lnTo>
                    <a:pt x="2001" y="2048"/>
                  </a:lnTo>
                  <a:lnTo>
                    <a:pt x="2001" y="2096"/>
                  </a:lnTo>
                  <a:cubicBezTo>
                    <a:pt x="2025" y="2262"/>
                    <a:pt x="2144" y="2405"/>
                    <a:pt x="2311" y="2453"/>
                  </a:cubicBezTo>
                  <a:lnTo>
                    <a:pt x="2311" y="2524"/>
                  </a:lnTo>
                  <a:lnTo>
                    <a:pt x="572" y="2524"/>
                  </a:lnTo>
                  <a:lnTo>
                    <a:pt x="572" y="2453"/>
                  </a:lnTo>
                  <a:cubicBezTo>
                    <a:pt x="739" y="2405"/>
                    <a:pt x="882" y="2262"/>
                    <a:pt x="882" y="2048"/>
                  </a:cubicBezTo>
                  <a:lnTo>
                    <a:pt x="882" y="2024"/>
                  </a:lnTo>
                  <a:lnTo>
                    <a:pt x="882" y="1286"/>
                  </a:lnTo>
                  <a:cubicBezTo>
                    <a:pt x="882" y="1191"/>
                    <a:pt x="834" y="1143"/>
                    <a:pt x="739" y="1096"/>
                  </a:cubicBezTo>
                  <a:cubicBezTo>
                    <a:pt x="727" y="1093"/>
                    <a:pt x="715" y="1092"/>
                    <a:pt x="703" y="1092"/>
                  </a:cubicBezTo>
                  <a:cubicBezTo>
                    <a:pt x="601" y="1092"/>
                    <a:pt x="525" y="1179"/>
                    <a:pt x="525" y="1286"/>
                  </a:cubicBezTo>
                  <a:lnTo>
                    <a:pt x="525" y="2024"/>
                  </a:lnTo>
                  <a:cubicBezTo>
                    <a:pt x="525" y="2024"/>
                    <a:pt x="501" y="2096"/>
                    <a:pt x="477" y="2096"/>
                  </a:cubicBezTo>
                  <a:cubicBezTo>
                    <a:pt x="430" y="2096"/>
                    <a:pt x="406" y="2048"/>
                    <a:pt x="406" y="2024"/>
                  </a:cubicBezTo>
                  <a:lnTo>
                    <a:pt x="406" y="1334"/>
                  </a:lnTo>
                  <a:cubicBezTo>
                    <a:pt x="406" y="786"/>
                    <a:pt x="858" y="333"/>
                    <a:pt x="1430" y="333"/>
                  </a:cubicBezTo>
                  <a:cubicBezTo>
                    <a:pt x="1549" y="333"/>
                    <a:pt x="1668" y="357"/>
                    <a:pt x="1739" y="381"/>
                  </a:cubicBezTo>
                  <a:cubicBezTo>
                    <a:pt x="1760" y="392"/>
                    <a:pt x="1781" y="396"/>
                    <a:pt x="1801" y="396"/>
                  </a:cubicBezTo>
                  <a:cubicBezTo>
                    <a:pt x="1873" y="396"/>
                    <a:pt x="1935" y="336"/>
                    <a:pt x="1954" y="262"/>
                  </a:cubicBezTo>
                  <a:cubicBezTo>
                    <a:pt x="1978" y="191"/>
                    <a:pt x="1930" y="95"/>
                    <a:pt x="1835" y="71"/>
                  </a:cubicBezTo>
                  <a:cubicBezTo>
                    <a:pt x="1692" y="0"/>
                    <a:pt x="1382" y="0"/>
                    <a:pt x="13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89"/>
            <p:cNvSpPr/>
            <p:nvPr/>
          </p:nvSpPr>
          <p:spPr>
            <a:xfrm>
              <a:off x="7603420" y="3757677"/>
              <a:ext cx="41234" cy="41204"/>
            </a:xfrm>
            <a:custGeom>
              <a:rect b="b" l="l" r="r" t="t"/>
              <a:pathLst>
                <a:path extrusionOk="0" h="1382" w="1383">
                  <a:moveTo>
                    <a:pt x="692" y="334"/>
                  </a:moveTo>
                  <a:cubicBezTo>
                    <a:pt x="858" y="334"/>
                    <a:pt x="1049" y="476"/>
                    <a:pt x="1049" y="691"/>
                  </a:cubicBezTo>
                  <a:cubicBezTo>
                    <a:pt x="1049" y="857"/>
                    <a:pt x="906" y="1048"/>
                    <a:pt x="692" y="1048"/>
                  </a:cubicBezTo>
                  <a:cubicBezTo>
                    <a:pt x="477" y="1048"/>
                    <a:pt x="334" y="905"/>
                    <a:pt x="334" y="691"/>
                  </a:cubicBezTo>
                  <a:cubicBezTo>
                    <a:pt x="334" y="476"/>
                    <a:pt x="525" y="334"/>
                    <a:pt x="692" y="334"/>
                  </a:cubicBezTo>
                  <a:close/>
                  <a:moveTo>
                    <a:pt x="692" y="0"/>
                  </a:moveTo>
                  <a:cubicBezTo>
                    <a:pt x="311" y="0"/>
                    <a:pt x="1" y="310"/>
                    <a:pt x="1" y="691"/>
                  </a:cubicBezTo>
                  <a:cubicBezTo>
                    <a:pt x="1" y="1072"/>
                    <a:pt x="311" y="1381"/>
                    <a:pt x="692" y="1381"/>
                  </a:cubicBezTo>
                  <a:cubicBezTo>
                    <a:pt x="1073" y="1381"/>
                    <a:pt x="1382" y="1072"/>
                    <a:pt x="1382" y="691"/>
                  </a:cubicBezTo>
                  <a:cubicBezTo>
                    <a:pt x="1382" y="310"/>
                    <a:pt x="1073" y="0"/>
                    <a:pt x="6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89"/>
            <p:cNvSpPr/>
            <p:nvPr/>
          </p:nvSpPr>
          <p:spPr>
            <a:xfrm>
              <a:off x="7603420" y="3573060"/>
              <a:ext cx="41234" cy="41204"/>
            </a:xfrm>
            <a:custGeom>
              <a:rect b="b" l="l" r="r" t="t"/>
              <a:pathLst>
                <a:path extrusionOk="0" h="1382" w="1383">
                  <a:moveTo>
                    <a:pt x="692" y="334"/>
                  </a:moveTo>
                  <a:cubicBezTo>
                    <a:pt x="882" y="334"/>
                    <a:pt x="1049" y="500"/>
                    <a:pt x="1049" y="691"/>
                  </a:cubicBezTo>
                  <a:cubicBezTo>
                    <a:pt x="1049" y="905"/>
                    <a:pt x="858" y="1048"/>
                    <a:pt x="692" y="1048"/>
                  </a:cubicBezTo>
                  <a:cubicBezTo>
                    <a:pt x="477" y="1048"/>
                    <a:pt x="334" y="858"/>
                    <a:pt x="334" y="691"/>
                  </a:cubicBezTo>
                  <a:cubicBezTo>
                    <a:pt x="334" y="477"/>
                    <a:pt x="525" y="334"/>
                    <a:pt x="692" y="334"/>
                  </a:cubicBezTo>
                  <a:close/>
                  <a:moveTo>
                    <a:pt x="692" y="0"/>
                  </a:moveTo>
                  <a:cubicBezTo>
                    <a:pt x="311" y="0"/>
                    <a:pt x="1" y="310"/>
                    <a:pt x="1" y="691"/>
                  </a:cubicBezTo>
                  <a:cubicBezTo>
                    <a:pt x="1" y="1072"/>
                    <a:pt x="311" y="1382"/>
                    <a:pt x="692" y="1382"/>
                  </a:cubicBezTo>
                  <a:cubicBezTo>
                    <a:pt x="1073" y="1382"/>
                    <a:pt x="1382" y="1072"/>
                    <a:pt x="1382" y="691"/>
                  </a:cubicBezTo>
                  <a:cubicBezTo>
                    <a:pt x="1382" y="310"/>
                    <a:pt x="1073" y="0"/>
                    <a:pt x="6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89"/>
            <p:cNvSpPr/>
            <p:nvPr/>
          </p:nvSpPr>
          <p:spPr>
            <a:xfrm>
              <a:off x="7582132" y="3622047"/>
              <a:ext cx="83094" cy="122868"/>
            </a:xfrm>
            <a:custGeom>
              <a:rect b="b" l="l" r="r" t="t"/>
              <a:pathLst>
                <a:path extrusionOk="0" h="4121" w="2787">
                  <a:moveTo>
                    <a:pt x="1358" y="1"/>
                  </a:moveTo>
                  <a:cubicBezTo>
                    <a:pt x="953" y="1"/>
                    <a:pt x="620" y="120"/>
                    <a:pt x="358" y="405"/>
                  </a:cubicBezTo>
                  <a:cubicBezTo>
                    <a:pt x="191" y="620"/>
                    <a:pt x="96" y="882"/>
                    <a:pt x="48" y="1144"/>
                  </a:cubicBezTo>
                  <a:cubicBezTo>
                    <a:pt x="1" y="1358"/>
                    <a:pt x="1" y="1572"/>
                    <a:pt x="1" y="1787"/>
                  </a:cubicBezTo>
                  <a:lnTo>
                    <a:pt x="1" y="1977"/>
                  </a:lnTo>
                  <a:lnTo>
                    <a:pt x="1" y="2453"/>
                  </a:lnTo>
                  <a:cubicBezTo>
                    <a:pt x="1" y="2501"/>
                    <a:pt x="48" y="2549"/>
                    <a:pt x="72" y="2549"/>
                  </a:cubicBezTo>
                  <a:cubicBezTo>
                    <a:pt x="215" y="2668"/>
                    <a:pt x="358" y="2692"/>
                    <a:pt x="477" y="2692"/>
                  </a:cubicBezTo>
                  <a:lnTo>
                    <a:pt x="477" y="3597"/>
                  </a:lnTo>
                  <a:cubicBezTo>
                    <a:pt x="477" y="3882"/>
                    <a:pt x="691" y="4120"/>
                    <a:pt x="1001" y="4120"/>
                  </a:cubicBezTo>
                  <a:cubicBezTo>
                    <a:pt x="1144" y="4120"/>
                    <a:pt x="1263" y="4073"/>
                    <a:pt x="1382" y="3978"/>
                  </a:cubicBezTo>
                  <a:cubicBezTo>
                    <a:pt x="1477" y="4073"/>
                    <a:pt x="1620" y="4120"/>
                    <a:pt x="1763" y="4120"/>
                  </a:cubicBezTo>
                  <a:cubicBezTo>
                    <a:pt x="2072" y="4120"/>
                    <a:pt x="2263" y="3859"/>
                    <a:pt x="2263" y="3597"/>
                  </a:cubicBezTo>
                  <a:lnTo>
                    <a:pt x="2263" y="2692"/>
                  </a:lnTo>
                  <a:lnTo>
                    <a:pt x="2430" y="2692"/>
                  </a:lnTo>
                  <a:cubicBezTo>
                    <a:pt x="2596" y="2668"/>
                    <a:pt x="2739" y="2453"/>
                    <a:pt x="2739" y="2287"/>
                  </a:cubicBezTo>
                  <a:lnTo>
                    <a:pt x="2739" y="1620"/>
                  </a:lnTo>
                  <a:lnTo>
                    <a:pt x="2787" y="1310"/>
                  </a:lnTo>
                  <a:cubicBezTo>
                    <a:pt x="2787" y="1096"/>
                    <a:pt x="2739" y="953"/>
                    <a:pt x="2692" y="810"/>
                  </a:cubicBezTo>
                  <a:lnTo>
                    <a:pt x="2596" y="620"/>
                  </a:lnTo>
                  <a:cubicBezTo>
                    <a:pt x="2556" y="569"/>
                    <a:pt x="2498" y="540"/>
                    <a:pt x="2441" y="540"/>
                  </a:cubicBezTo>
                  <a:cubicBezTo>
                    <a:pt x="2364" y="540"/>
                    <a:pt x="2290" y="592"/>
                    <a:pt x="2263" y="715"/>
                  </a:cubicBezTo>
                  <a:lnTo>
                    <a:pt x="2263" y="739"/>
                  </a:lnTo>
                  <a:cubicBezTo>
                    <a:pt x="2334" y="834"/>
                    <a:pt x="2358" y="882"/>
                    <a:pt x="2382" y="977"/>
                  </a:cubicBezTo>
                  <a:cubicBezTo>
                    <a:pt x="2453" y="1120"/>
                    <a:pt x="2453" y="1239"/>
                    <a:pt x="2453" y="1382"/>
                  </a:cubicBezTo>
                  <a:lnTo>
                    <a:pt x="2453" y="1858"/>
                  </a:lnTo>
                  <a:lnTo>
                    <a:pt x="2453" y="2263"/>
                  </a:lnTo>
                  <a:cubicBezTo>
                    <a:pt x="2453" y="2287"/>
                    <a:pt x="2430" y="2311"/>
                    <a:pt x="2358" y="2311"/>
                  </a:cubicBezTo>
                  <a:cubicBezTo>
                    <a:pt x="2334" y="2311"/>
                    <a:pt x="2334" y="2287"/>
                    <a:pt x="2334" y="2263"/>
                  </a:cubicBezTo>
                  <a:lnTo>
                    <a:pt x="2334" y="2215"/>
                  </a:lnTo>
                  <a:lnTo>
                    <a:pt x="2334" y="1215"/>
                  </a:lnTo>
                  <a:cubicBezTo>
                    <a:pt x="2334" y="1120"/>
                    <a:pt x="2263" y="1072"/>
                    <a:pt x="2191" y="1025"/>
                  </a:cubicBezTo>
                  <a:cubicBezTo>
                    <a:pt x="2179" y="1022"/>
                    <a:pt x="2167" y="1021"/>
                    <a:pt x="2155" y="1021"/>
                  </a:cubicBezTo>
                  <a:cubicBezTo>
                    <a:pt x="2054" y="1021"/>
                    <a:pt x="1977" y="1108"/>
                    <a:pt x="1977" y="1215"/>
                  </a:cubicBezTo>
                  <a:lnTo>
                    <a:pt x="1977" y="3525"/>
                  </a:lnTo>
                  <a:cubicBezTo>
                    <a:pt x="1977" y="3632"/>
                    <a:pt x="1882" y="3719"/>
                    <a:pt x="1776" y="3719"/>
                  </a:cubicBezTo>
                  <a:cubicBezTo>
                    <a:pt x="1764" y="3719"/>
                    <a:pt x="1751" y="3718"/>
                    <a:pt x="1739" y="3716"/>
                  </a:cubicBezTo>
                  <a:cubicBezTo>
                    <a:pt x="1644" y="3692"/>
                    <a:pt x="1620" y="3620"/>
                    <a:pt x="1620" y="3525"/>
                  </a:cubicBezTo>
                  <a:lnTo>
                    <a:pt x="1620" y="3501"/>
                  </a:lnTo>
                  <a:lnTo>
                    <a:pt x="1620" y="2025"/>
                  </a:lnTo>
                  <a:cubicBezTo>
                    <a:pt x="1620" y="1930"/>
                    <a:pt x="1549" y="1858"/>
                    <a:pt x="1477" y="1834"/>
                  </a:cubicBezTo>
                  <a:cubicBezTo>
                    <a:pt x="1465" y="1832"/>
                    <a:pt x="1452" y="1831"/>
                    <a:pt x="1441" y="1831"/>
                  </a:cubicBezTo>
                  <a:cubicBezTo>
                    <a:pt x="1339" y="1831"/>
                    <a:pt x="1263" y="1918"/>
                    <a:pt x="1263" y="2025"/>
                  </a:cubicBezTo>
                  <a:lnTo>
                    <a:pt x="1263" y="3501"/>
                  </a:lnTo>
                  <a:lnTo>
                    <a:pt x="1263" y="3525"/>
                  </a:lnTo>
                  <a:cubicBezTo>
                    <a:pt x="1263" y="3620"/>
                    <a:pt x="1191" y="3692"/>
                    <a:pt x="1144" y="3716"/>
                  </a:cubicBezTo>
                  <a:cubicBezTo>
                    <a:pt x="1131" y="3718"/>
                    <a:pt x="1119" y="3719"/>
                    <a:pt x="1107" y="3719"/>
                  </a:cubicBezTo>
                  <a:cubicBezTo>
                    <a:pt x="1001" y="3719"/>
                    <a:pt x="906" y="3632"/>
                    <a:pt x="906" y="3525"/>
                  </a:cubicBezTo>
                  <a:lnTo>
                    <a:pt x="906" y="1215"/>
                  </a:lnTo>
                  <a:cubicBezTo>
                    <a:pt x="906" y="1120"/>
                    <a:pt x="834" y="1072"/>
                    <a:pt x="763" y="1025"/>
                  </a:cubicBezTo>
                  <a:cubicBezTo>
                    <a:pt x="750" y="1022"/>
                    <a:pt x="738" y="1021"/>
                    <a:pt x="726" y="1021"/>
                  </a:cubicBezTo>
                  <a:cubicBezTo>
                    <a:pt x="625" y="1021"/>
                    <a:pt x="548" y="1108"/>
                    <a:pt x="548" y="1215"/>
                  </a:cubicBezTo>
                  <a:lnTo>
                    <a:pt x="548" y="2263"/>
                  </a:lnTo>
                  <a:cubicBezTo>
                    <a:pt x="548" y="2287"/>
                    <a:pt x="524" y="2311"/>
                    <a:pt x="477" y="2311"/>
                  </a:cubicBezTo>
                  <a:cubicBezTo>
                    <a:pt x="453" y="2311"/>
                    <a:pt x="429" y="2287"/>
                    <a:pt x="429" y="2263"/>
                  </a:cubicBezTo>
                  <a:lnTo>
                    <a:pt x="429" y="1906"/>
                  </a:lnTo>
                  <a:lnTo>
                    <a:pt x="429" y="1429"/>
                  </a:lnTo>
                  <a:cubicBezTo>
                    <a:pt x="429" y="1310"/>
                    <a:pt x="429" y="1144"/>
                    <a:pt x="453" y="1025"/>
                  </a:cubicBezTo>
                  <a:cubicBezTo>
                    <a:pt x="477" y="906"/>
                    <a:pt x="548" y="834"/>
                    <a:pt x="596" y="739"/>
                  </a:cubicBezTo>
                  <a:cubicBezTo>
                    <a:pt x="715" y="548"/>
                    <a:pt x="929" y="405"/>
                    <a:pt x="1144" y="358"/>
                  </a:cubicBezTo>
                  <a:cubicBezTo>
                    <a:pt x="1239" y="310"/>
                    <a:pt x="1358" y="310"/>
                    <a:pt x="1429" y="310"/>
                  </a:cubicBezTo>
                  <a:cubicBezTo>
                    <a:pt x="1549" y="310"/>
                    <a:pt x="1668" y="358"/>
                    <a:pt x="1763" y="382"/>
                  </a:cubicBezTo>
                  <a:cubicBezTo>
                    <a:pt x="1779" y="386"/>
                    <a:pt x="1796" y="388"/>
                    <a:pt x="1812" y="388"/>
                  </a:cubicBezTo>
                  <a:cubicBezTo>
                    <a:pt x="1889" y="388"/>
                    <a:pt x="1957" y="341"/>
                    <a:pt x="1977" y="263"/>
                  </a:cubicBezTo>
                  <a:cubicBezTo>
                    <a:pt x="2001" y="167"/>
                    <a:pt x="1953" y="72"/>
                    <a:pt x="1858" y="48"/>
                  </a:cubicBezTo>
                  <a:cubicBezTo>
                    <a:pt x="1715" y="1"/>
                    <a:pt x="1406" y="1"/>
                    <a:pt x="1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89"/>
            <p:cNvSpPr/>
            <p:nvPr/>
          </p:nvSpPr>
          <p:spPr>
            <a:xfrm>
              <a:off x="7669461" y="3803831"/>
              <a:ext cx="84526" cy="121436"/>
            </a:xfrm>
            <a:custGeom>
              <a:rect b="b" l="l" r="r" t="t"/>
              <a:pathLst>
                <a:path extrusionOk="0" h="4073" w="2835">
                  <a:moveTo>
                    <a:pt x="1287" y="2882"/>
                  </a:moveTo>
                  <a:lnTo>
                    <a:pt x="1287" y="3572"/>
                  </a:lnTo>
                  <a:lnTo>
                    <a:pt x="1287" y="3667"/>
                  </a:lnTo>
                  <a:cubicBezTo>
                    <a:pt x="1239" y="3763"/>
                    <a:pt x="1168" y="3787"/>
                    <a:pt x="1096" y="3787"/>
                  </a:cubicBezTo>
                  <a:cubicBezTo>
                    <a:pt x="1001" y="3787"/>
                    <a:pt x="930" y="3691"/>
                    <a:pt x="930" y="3596"/>
                  </a:cubicBezTo>
                  <a:lnTo>
                    <a:pt x="930" y="2882"/>
                  </a:lnTo>
                  <a:close/>
                  <a:moveTo>
                    <a:pt x="2001" y="2882"/>
                  </a:moveTo>
                  <a:lnTo>
                    <a:pt x="2001" y="3596"/>
                  </a:lnTo>
                  <a:cubicBezTo>
                    <a:pt x="2001" y="3691"/>
                    <a:pt x="1906" y="3787"/>
                    <a:pt x="1811" y="3787"/>
                  </a:cubicBezTo>
                  <a:cubicBezTo>
                    <a:pt x="1715" y="3787"/>
                    <a:pt x="1668" y="3763"/>
                    <a:pt x="1644" y="3667"/>
                  </a:cubicBezTo>
                  <a:lnTo>
                    <a:pt x="1644" y="3596"/>
                  </a:lnTo>
                  <a:lnTo>
                    <a:pt x="1644" y="3572"/>
                  </a:lnTo>
                  <a:lnTo>
                    <a:pt x="1644" y="2882"/>
                  </a:lnTo>
                  <a:close/>
                  <a:moveTo>
                    <a:pt x="1334" y="0"/>
                  </a:moveTo>
                  <a:cubicBezTo>
                    <a:pt x="953" y="0"/>
                    <a:pt x="620" y="119"/>
                    <a:pt x="358" y="429"/>
                  </a:cubicBezTo>
                  <a:cubicBezTo>
                    <a:pt x="1" y="810"/>
                    <a:pt x="1" y="1310"/>
                    <a:pt x="1" y="1786"/>
                  </a:cubicBezTo>
                  <a:lnTo>
                    <a:pt x="1" y="2024"/>
                  </a:lnTo>
                  <a:lnTo>
                    <a:pt x="1" y="2048"/>
                  </a:lnTo>
                  <a:cubicBezTo>
                    <a:pt x="1" y="2120"/>
                    <a:pt x="25" y="2167"/>
                    <a:pt x="48" y="2239"/>
                  </a:cubicBezTo>
                  <a:cubicBezTo>
                    <a:pt x="48" y="2262"/>
                    <a:pt x="72" y="2262"/>
                    <a:pt x="72" y="2286"/>
                  </a:cubicBezTo>
                  <a:lnTo>
                    <a:pt x="120" y="2334"/>
                  </a:lnTo>
                  <a:lnTo>
                    <a:pt x="72" y="2501"/>
                  </a:lnTo>
                  <a:lnTo>
                    <a:pt x="72" y="2524"/>
                  </a:lnTo>
                  <a:cubicBezTo>
                    <a:pt x="120" y="2715"/>
                    <a:pt x="239" y="2834"/>
                    <a:pt x="406" y="2834"/>
                  </a:cubicBezTo>
                  <a:lnTo>
                    <a:pt x="477" y="2834"/>
                  </a:lnTo>
                  <a:lnTo>
                    <a:pt x="477" y="3548"/>
                  </a:lnTo>
                  <a:cubicBezTo>
                    <a:pt x="477" y="3834"/>
                    <a:pt x="668" y="4072"/>
                    <a:pt x="977" y="4072"/>
                  </a:cubicBezTo>
                  <a:cubicBezTo>
                    <a:pt x="1120" y="4072"/>
                    <a:pt x="1239" y="4048"/>
                    <a:pt x="1358" y="3929"/>
                  </a:cubicBezTo>
                  <a:cubicBezTo>
                    <a:pt x="1453" y="4025"/>
                    <a:pt x="1573" y="4072"/>
                    <a:pt x="1715" y="4072"/>
                  </a:cubicBezTo>
                  <a:lnTo>
                    <a:pt x="1739" y="4072"/>
                  </a:lnTo>
                  <a:cubicBezTo>
                    <a:pt x="2025" y="4072"/>
                    <a:pt x="2263" y="3834"/>
                    <a:pt x="2263" y="3548"/>
                  </a:cubicBezTo>
                  <a:lnTo>
                    <a:pt x="2263" y="2834"/>
                  </a:lnTo>
                  <a:lnTo>
                    <a:pt x="2335" y="2834"/>
                  </a:lnTo>
                  <a:cubicBezTo>
                    <a:pt x="2525" y="2763"/>
                    <a:pt x="2620" y="2620"/>
                    <a:pt x="2620" y="2453"/>
                  </a:cubicBezTo>
                  <a:lnTo>
                    <a:pt x="2573" y="2286"/>
                  </a:lnTo>
                  <a:lnTo>
                    <a:pt x="2620" y="2262"/>
                  </a:lnTo>
                  <a:cubicBezTo>
                    <a:pt x="2692" y="2167"/>
                    <a:pt x="2739" y="2096"/>
                    <a:pt x="2739" y="1977"/>
                  </a:cubicBezTo>
                  <a:lnTo>
                    <a:pt x="2739" y="1286"/>
                  </a:lnTo>
                  <a:cubicBezTo>
                    <a:pt x="2835" y="1143"/>
                    <a:pt x="2739" y="905"/>
                    <a:pt x="2620" y="691"/>
                  </a:cubicBezTo>
                  <a:cubicBezTo>
                    <a:pt x="2580" y="640"/>
                    <a:pt x="2517" y="611"/>
                    <a:pt x="2457" y="611"/>
                  </a:cubicBezTo>
                  <a:cubicBezTo>
                    <a:pt x="2377" y="611"/>
                    <a:pt x="2301" y="663"/>
                    <a:pt x="2287" y="786"/>
                  </a:cubicBezTo>
                  <a:lnTo>
                    <a:pt x="2287" y="810"/>
                  </a:lnTo>
                  <a:cubicBezTo>
                    <a:pt x="2406" y="976"/>
                    <a:pt x="2477" y="1167"/>
                    <a:pt x="2477" y="1381"/>
                  </a:cubicBezTo>
                  <a:lnTo>
                    <a:pt x="2477" y="2024"/>
                  </a:lnTo>
                  <a:cubicBezTo>
                    <a:pt x="2477" y="2048"/>
                    <a:pt x="2406" y="2096"/>
                    <a:pt x="2382" y="2096"/>
                  </a:cubicBezTo>
                  <a:cubicBezTo>
                    <a:pt x="2358" y="2096"/>
                    <a:pt x="2358" y="2048"/>
                    <a:pt x="2358" y="2024"/>
                  </a:cubicBezTo>
                  <a:lnTo>
                    <a:pt x="2358" y="2000"/>
                  </a:lnTo>
                  <a:lnTo>
                    <a:pt x="2358" y="1310"/>
                  </a:lnTo>
                  <a:cubicBezTo>
                    <a:pt x="2358" y="1215"/>
                    <a:pt x="2287" y="1167"/>
                    <a:pt x="2192" y="1143"/>
                  </a:cubicBezTo>
                  <a:cubicBezTo>
                    <a:pt x="2170" y="1135"/>
                    <a:pt x="2150" y="1131"/>
                    <a:pt x="2132" y="1131"/>
                  </a:cubicBezTo>
                  <a:cubicBezTo>
                    <a:pt x="2049" y="1131"/>
                    <a:pt x="2001" y="1212"/>
                    <a:pt x="2001" y="1310"/>
                  </a:cubicBezTo>
                  <a:lnTo>
                    <a:pt x="2001" y="2048"/>
                  </a:lnTo>
                  <a:lnTo>
                    <a:pt x="2001" y="2096"/>
                  </a:lnTo>
                  <a:cubicBezTo>
                    <a:pt x="2025" y="2262"/>
                    <a:pt x="2144" y="2405"/>
                    <a:pt x="2311" y="2453"/>
                  </a:cubicBezTo>
                  <a:lnTo>
                    <a:pt x="2311" y="2524"/>
                  </a:lnTo>
                  <a:lnTo>
                    <a:pt x="572" y="2524"/>
                  </a:lnTo>
                  <a:lnTo>
                    <a:pt x="572" y="2453"/>
                  </a:lnTo>
                  <a:cubicBezTo>
                    <a:pt x="739" y="2405"/>
                    <a:pt x="882" y="2262"/>
                    <a:pt x="882" y="2048"/>
                  </a:cubicBezTo>
                  <a:lnTo>
                    <a:pt x="882" y="2024"/>
                  </a:lnTo>
                  <a:lnTo>
                    <a:pt x="882" y="1286"/>
                  </a:lnTo>
                  <a:cubicBezTo>
                    <a:pt x="882" y="1191"/>
                    <a:pt x="834" y="1143"/>
                    <a:pt x="739" y="1096"/>
                  </a:cubicBezTo>
                  <a:cubicBezTo>
                    <a:pt x="727" y="1093"/>
                    <a:pt x="714" y="1092"/>
                    <a:pt x="703" y="1092"/>
                  </a:cubicBezTo>
                  <a:cubicBezTo>
                    <a:pt x="601" y="1092"/>
                    <a:pt x="525" y="1179"/>
                    <a:pt x="525" y="1286"/>
                  </a:cubicBezTo>
                  <a:lnTo>
                    <a:pt x="525" y="2024"/>
                  </a:lnTo>
                  <a:cubicBezTo>
                    <a:pt x="525" y="2024"/>
                    <a:pt x="501" y="2096"/>
                    <a:pt x="477" y="2096"/>
                  </a:cubicBezTo>
                  <a:cubicBezTo>
                    <a:pt x="429" y="2096"/>
                    <a:pt x="406" y="2048"/>
                    <a:pt x="406" y="2024"/>
                  </a:cubicBezTo>
                  <a:lnTo>
                    <a:pt x="406" y="1334"/>
                  </a:lnTo>
                  <a:cubicBezTo>
                    <a:pt x="406" y="786"/>
                    <a:pt x="858" y="333"/>
                    <a:pt x="1430" y="333"/>
                  </a:cubicBezTo>
                  <a:cubicBezTo>
                    <a:pt x="1549" y="333"/>
                    <a:pt x="1668" y="357"/>
                    <a:pt x="1739" y="381"/>
                  </a:cubicBezTo>
                  <a:cubicBezTo>
                    <a:pt x="1760" y="392"/>
                    <a:pt x="1781" y="396"/>
                    <a:pt x="1801" y="396"/>
                  </a:cubicBezTo>
                  <a:cubicBezTo>
                    <a:pt x="1873" y="396"/>
                    <a:pt x="1935" y="336"/>
                    <a:pt x="1954" y="262"/>
                  </a:cubicBezTo>
                  <a:cubicBezTo>
                    <a:pt x="1977" y="191"/>
                    <a:pt x="1930" y="95"/>
                    <a:pt x="1834" y="71"/>
                  </a:cubicBezTo>
                  <a:cubicBezTo>
                    <a:pt x="1692" y="0"/>
                    <a:pt x="1382" y="0"/>
                    <a:pt x="13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89"/>
            <p:cNvSpPr/>
            <p:nvPr/>
          </p:nvSpPr>
          <p:spPr>
            <a:xfrm>
              <a:off x="7692180" y="3757677"/>
              <a:ext cx="41204" cy="41204"/>
            </a:xfrm>
            <a:custGeom>
              <a:rect b="b" l="l" r="r" t="t"/>
              <a:pathLst>
                <a:path extrusionOk="0" h="1382" w="1382">
                  <a:moveTo>
                    <a:pt x="691" y="334"/>
                  </a:moveTo>
                  <a:cubicBezTo>
                    <a:pt x="858" y="334"/>
                    <a:pt x="1049" y="476"/>
                    <a:pt x="1049" y="691"/>
                  </a:cubicBezTo>
                  <a:cubicBezTo>
                    <a:pt x="1049" y="857"/>
                    <a:pt x="906" y="1048"/>
                    <a:pt x="691" y="1048"/>
                  </a:cubicBezTo>
                  <a:cubicBezTo>
                    <a:pt x="525" y="1048"/>
                    <a:pt x="334" y="905"/>
                    <a:pt x="334" y="691"/>
                  </a:cubicBezTo>
                  <a:cubicBezTo>
                    <a:pt x="334" y="476"/>
                    <a:pt x="525" y="334"/>
                    <a:pt x="691" y="334"/>
                  </a:cubicBezTo>
                  <a:close/>
                  <a:moveTo>
                    <a:pt x="691" y="0"/>
                  </a:moveTo>
                  <a:cubicBezTo>
                    <a:pt x="310" y="0"/>
                    <a:pt x="1" y="310"/>
                    <a:pt x="1" y="691"/>
                  </a:cubicBezTo>
                  <a:cubicBezTo>
                    <a:pt x="1" y="1072"/>
                    <a:pt x="310" y="1381"/>
                    <a:pt x="691" y="1381"/>
                  </a:cubicBezTo>
                  <a:cubicBezTo>
                    <a:pt x="1072" y="1381"/>
                    <a:pt x="1382" y="1072"/>
                    <a:pt x="1382" y="691"/>
                  </a:cubicBezTo>
                  <a:cubicBezTo>
                    <a:pt x="1382" y="310"/>
                    <a:pt x="1072"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89"/>
            <p:cNvSpPr/>
            <p:nvPr/>
          </p:nvSpPr>
          <p:spPr>
            <a:xfrm>
              <a:off x="7692180" y="3573060"/>
              <a:ext cx="41204" cy="41204"/>
            </a:xfrm>
            <a:custGeom>
              <a:rect b="b" l="l" r="r" t="t"/>
              <a:pathLst>
                <a:path extrusionOk="0" h="1382" w="1382">
                  <a:moveTo>
                    <a:pt x="691" y="334"/>
                  </a:moveTo>
                  <a:cubicBezTo>
                    <a:pt x="882" y="334"/>
                    <a:pt x="1049" y="500"/>
                    <a:pt x="1049" y="691"/>
                  </a:cubicBezTo>
                  <a:cubicBezTo>
                    <a:pt x="1049" y="905"/>
                    <a:pt x="858" y="1048"/>
                    <a:pt x="691" y="1048"/>
                  </a:cubicBezTo>
                  <a:cubicBezTo>
                    <a:pt x="477" y="1048"/>
                    <a:pt x="334" y="858"/>
                    <a:pt x="334" y="691"/>
                  </a:cubicBezTo>
                  <a:cubicBezTo>
                    <a:pt x="334" y="477"/>
                    <a:pt x="525" y="334"/>
                    <a:pt x="691" y="334"/>
                  </a:cubicBezTo>
                  <a:close/>
                  <a:moveTo>
                    <a:pt x="691" y="0"/>
                  </a:moveTo>
                  <a:cubicBezTo>
                    <a:pt x="310" y="0"/>
                    <a:pt x="1" y="310"/>
                    <a:pt x="1" y="691"/>
                  </a:cubicBezTo>
                  <a:cubicBezTo>
                    <a:pt x="1" y="1072"/>
                    <a:pt x="310" y="1382"/>
                    <a:pt x="691" y="1382"/>
                  </a:cubicBezTo>
                  <a:cubicBezTo>
                    <a:pt x="1072" y="1382"/>
                    <a:pt x="1382" y="1072"/>
                    <a:pt x="1382" y="691"/>
                  </a:cubicBezTo>
                  <a:cubicBezTo>
                    <a:pt x="1382" y="310"/>
                    <a:pt x="1072"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89"/>
            <p:cNvSpPr/>
            <p:nvPr/>
          </p:nvSpPr>
          <p:spPr>
            <a:xfrm>
              <a:off x="7670892" y="3622047"/>
              <a:ext cx="83094" cy="122868"/>
            </a:xfrm>
            <a:custGeom>
              <a:rect b="b" l="l" r="r" t="t"/>
              <a:pathLst>
                <a:path extrusionOk="0" h="4121" w="2787">
                  <a:moveTo>
                    <a:pt x="1358" y="1"/>
                  </a:moveTo>
                  <a:cubicBezTo>
                    <a:pt x="953" y="1"/>
                    <a:pt x="620" y="120"/>
                    <a:pt x="358" y="405"/>
                  </a:cubicBezTo>
                  <a:cubicBezTo>
                    <a:pt x="191" y="620"/>
                    <a:pt x="96" y="882"/>
                    <a:pt x="48" y="1144"/>
                  </a:cubicBezTo>
                  <a:cubicBezTo>
                    <a:pt x="0" y="1358"/>
                    <a:pt x="0" y="1572"/>
                    <a:pt x="0" y="1787"/>
                  </a:cubicBezTo>
                  <a:lnTo>
                    <a:pt x="0" y="1977"/>
                  </a:lnTo>
                  <a:lnTo>
                    <a:pt x="0" y="2453"/>
                  </a:lnTo>
                  <a:cubicBezTo>
                    <a:pt x="0" y="2501"/>
                    <a:pt x="48" y="2549"/>
                    <a:pt x="72" y="2549"/>
                  </a:cubicBezTo>
                  <a:cubicBezTo>
                    <a:pt x="215" y="2668"/>
                    <a:pt x="358" y="2692"/>
                    <a:pt x="477" y="2692"/>
                  </a:cubicBezTo>
                  <a:lnTo>
                    <a:pt x="477" y="3597"/>
                  </a:lnTo>
                  <a:cubicBezTo>
                    <a:pt x="477" y="3882"/>
                    <a:pt x="691" y="4120"/>
                    <a:pt x="1001" y="4120"/>
                  </a:cubicBezTo>
                  <a:cubicBezTo>
                    <a:pt x="1143" y="4120"/>
                    <a:pt x="1263" y="4073"/>
                    <a:pt x="1382" y="3978"/>
                  </a:cubicBezTo>
                  <a:cubicBezTo>
                    <a:pt x="1477" y="4073"/>
                    <a:pt x="1620" y="4120"/>
                    <a:pt x="1763" y="4120"/>
                  </a:cubicBezTo>
                  <a:cubicBezTo>
                    <a:pt x="2072" y="4120"/>
                    <a:pt x="2263" y="3859"/>
                    <a:pt x="2263" y="3597"/>
                  </a:cubicBezTo>
                  <a:lnTo>
                    <a:pt x="2263" y="2692"/>
                  </a:lnTo>
                  <a:lnTo>
                    <a:pt x="2429" y="2692"/>
                  </a:lnTo>
                  <a:cubicBezTo>
                    <a:pt x="2596" y="2668"/>
                    <a:pt x="2739" y="2453"/>
                    <a:pt x="2739" y="2287"/>
                  </a:cubicBezTo>
                  <a:lnTo>
                    <a:pt x="2739" y="1620"/>
                  </a:lnTo>
                  <a:lnTo>
                    <a:pt x="2787" y="1310"/>
                  </a:lnTo>
                  <a:cubicBezTo>
                    <a:pt x="2787" y="1096"/>
                    <a:pt x="2739" y="953"/>
                    <a:pt x="2691" y="810"/>
                  </a:cubicBezTo>
                  <a:lnTo>
                    <a:pt x="2596" y="620"/>
                  </a:lnTo>
                  <a:cubicBezTo>
                    <a:pt x="2555" y="569"/>
                    <a:pt x="2497" y="540"/>
                    <a:pt x="2441" y="540"/>
                  </a:cubicBezTo>
                  <a:cubicBezTo>
                    <a:pt x="2364" y="540"/>
                    <a:pt x="2290" y="592"/>
                    <a:pt x="2263" y="715"/>
                  </a:cubicBezTo>
                  <a:lnTo>
                    <a:pt x="2263" y="739"/>
                  </a:lnTo>
                  <a:cubicBezTo>
                    <a:pt x="2334" y="834"/>
                    <a:pt x="2358" y="882"/>
                    <a:pt x="2382" y="977"/>
                  </a:cubicBezTo>
                  <a:cubicBezTo>
                    <a:pt x="2453" y="1120"/>
                    <a:pt x="2453" y="1239"/>
                    <a:pt x="2453" y="1382"/>
                  </a:cubicBezTo>
                  <a:lnTo>
                    <a:pt x="2453" y="1858"/>
                  </a:lnTo>
                  <a:lnTo>
                    <a:pt x="2453" y="2263"/>
                  </a:lnTo>
                  <a:cubicBezTo>
                    <a:pt x="2453" y="2287"/>
                    <a:pt x="2429" y="2311"/>
                    <a:pt x="2358" y="2311"/>
                  </a:cubicBezTo>
                  <a:cubicBezTo>
                    <a:pt x="2334" y="2311"/>
                    <a:pt x="2334" y="2287"/>
                    <a:pt x="2334" y="2263"/>
                  </a:cubicBezTo>
                  <a:lnTo>
                    <a:pt x="2334" y="2215"/>
                  </a:lnTo>
                  <a:lnTo>
                    <a:pt x="2334" y="1215"/>
                  </a:lnTo>
                  <a:cubicBezTo>
                    <a:pt x="2334" y="1120"/>
                    <a:pt x="2263" y="1072"/>
                    <a:pt x="2191" y="1025"/>
                  </a:cubicBezTo>
                  <a:cubicBezTo>
                    <a:pt x="2179" y="1022"/>
                    <a:pt x="2167" y="1021"/>
                    <a:pt x="2155" y="1021"/>
                  </a:cubicBezTo>
                  <a:cubicBezTo>
                    <a:pt x="2053" y="1021"/>
                    <a:pt x="1977" y="1108"/>
                    <a:pt x="1977" y="1215"/>
                  </a:cubicBezTo>
                  <a:lnTo>
                    <a:pt x="1977" y="3525"/>
                  </a:lnTo>
                  <a:cubicBezTo>
                    <a:pt x="1977" y="3632"/>
                    <a:pt x="1881" y="3719"/>
                    <a:pt x="1776" y="3719"/>
                  </a:cubicBezTo>
                  <a:cubicBezTo>
                    <a:pt x="1764" y="3719"/>
                    <a:pt x="1751" y="3718"/>
                    <a:pt x="1739" y="3716"/>
                  </a:cubicBezTo>
                  <a:cubicBezTo>
                    <a:pt x="1644" y="3692"/>
                    <a:pt x="1620" y="3620"/>
                    <a:pt x="1620" y="3525"/>
                  </a:cubicBezTo>
                  <a:lnTo>
                    <a:pt x="1620" y="3501"/>
                  </a:lnTo>
                  <a:lnTo>
                    <a:pt x="1620" y="2025"/>
                  </a:lnTo>
                  <a:cubicBezTo>
                    <a:pt x="1620" y="1930"/>
                    <a:pt x="1548" y="1858"/>
                    <a:pt x="1477" y="1834"/>
                  </a:cubicBezTo>
                  <a:cubicBezTo>
                    <a:pt x="1464" y="1832"/>
                    <a:pt x="1452" y="1831"/>
                    <a:pt x="1440" y="1831"/>
                  </a:cubicBezTo>
                  <a:cubicBezTo>
                    <a:pt x="1339" y="1831"/>
                    <a:pt x="1263" y="1918"/>
                    <a:pt x="1263" y="2025"/>
                  </a:cubicBezTo>
                  <a:lnTo>
                    <a:pt x="1263" y="3501"/>
                  </a:lnTo>
                  <a:lnTo>
                    <a:pt x="1263" y="3525"/>
                  </a:lnTo>
                  <a:cubicBezTo>
                    <a:pt x="1263" y="3620"/>
                    <a:pt x="1191" y="3692"/>
                    <a:pt x="1143" y="3716"/>
                  </a:cubicBezTo>
                  <a:cubicBezTo>
                    <a:pt x="1131" y="3718"/>
                    <a:pt x="1119" y="3719"/>
                    <a:pt x="1106" y="3719"/>
                  </a:cubicBezTo>
                  <a:cubicBezTo>
                    <a:pt x="1001" y="3719"/>
                    <a:pt x="905" y="3632"/>
                    <a:pt x="905" y="3525"/>
                  </a:cubicBezTo>
                  <a:lnTo>
                    <a:pt x="905" y="1215"/>
                  </a:lnTo>
                  <a:cubicBezTo>
                    <a:pt x="905" y="1120"/>
                    <a:pt x="834" y="1072"/>
                    <a:pt x="762" y="1025"/>
                  </a:cubicBezTo>
                  <a:cubicBezTo>
                    <a:pt x="750" y="1022"/>
                    <a:pt x="738" y="1021"/>
                    <a:pt x="726" y="1021"/>
                  </a:cubicBezTo>
                  <a:cubicBezTo>
                    <a:pt x="625" y="1021"/>
                    <a:pt x="548" y="1108"/>
                    <a:pt x="548" y="1215"/>
                  </a:cubicBezTo>
                  <a:lnTo>
                    <a:pt x="548" y="2263"/>
                  </a:lnTo>
                  <a:cubicBezTo>
                    <a:pt x="548" y="2287"/>
                    <a:pt x="524" y="2311"/>
                    <a:pt x="477" y="2311"/>
                  </a:cubicBezTo>
                  <a:cubicBezTo>
                    <a:pt x="453" y="2311"/>
                    <a:pt x="429" y="2287"/>
                    <a:pt x="429" y="2263"/>
                  </a:cubicBezTo>
                  <a:lnTo>
                    <a:pt x="429" y="1906"/>
                  </a:lnTo>
                  <a:lnTo>
                    <a:pt x="429" y="1429"/>
                  </a:lnTo>
                  <a:cubicBezTo>
                    <a:pt x="429" y="1310"/>
                    <a:pt x="429" y="1144"/>
                    <a:pt x="453" y="1025"/>
                  </a:cubicBezTo>
                  <a:cubicBezTo>
                    <a:pt x="477" y="906"/>
                    <a:pt x="548" y="834"/>
                    <a:pt x="596" y="739"/>
                  </a:cubicBezTo>
                  <a:cubicBezTo>
                    <a:pt x="715" y="548"/>
                    <a:pt x="929" y="405"/>
                    <a:pt x="1143" y="358"/>
                  </a:cubicBezTo>
                  <a:cubicBezTo>
                    <a:pt x="1239" y="310"/>
                    <a:pt x="1358" y="310"/>
                    <a:pt x="1429" y="310"/>
                  </a:cubicBezTo>
                  <a:cubicBezTo>
                    <a:pt x="1548" y="310"/>
                    <a:pt x="1667" y="358"/>
                    <a:pt x="1763" y="382"/>
                  </a:cubicBezTo>
                  <a:cubicBezTo>
                    <a:pt x="1779" y="386"/>
                    <a:pt x="1795" y="388"/>
                    <a:pt x="1811" y="388"/>
                  </a:cubicBezTo>
                  <a:cubicBezTo>
                    <a:pt x="1888" y="388"/>
                    <a:pt x="1957" y="341"/>
                    <a:pt x="1977" y="263"/>
                  </a:cubicBezTo>
                  <a:cubicBezTo>
                    <a:pt x="2001" y="167"/>
                    <a:pt x="1953" y="72"/>
                    <a:pt x="1858" y="48"/>
                  </a:cubicBezTo>
                  <a:cubicBezTo>
                    <a:pt x="1715" y="1"/>
                    <a:pt x="1405" y="1"/>
                    <a:pt x="1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4" name="Google Shape;19264;p89"/>
          <p:cNvGrpSpPr/>
          <p:nvPr/>
        </p:nvGrpSpPr>
        <p:grpSpPr>
          <a:xfrm>
            <a:off x="1048518" y="1922930"/>
            <a:ext cx="362163" cy="354351"/>
            <a:chOff x="1696206" y="1922930"/>
            <a:chExt cx="362163" cy="354351"/>
          </a:xfrm>
        </p:grpSpPr>
        <p:sp>
          <p:nvSpPr>
            <p:cNvPr id="19265" name="Google Shape;19265;p89"/>
            <p:cNvSpPr/>
            <p:nvPr/>
          </p:nvSpPr>
          <p:spPr>
            <a:xfrm>
              <a:off x="1701185" y="1927909"/>
              <a:ext cx="342962" cy="342276"/>
            </a:xfrm>
            <a:custGeom>
              <a:rect b="b" l="l" r="r" t="t"/>
              <a:pathLst>
                <a:path extrusionOk="0" h="11480" w="11503">
                  <a:moveTo>
                    <a:pt x="5740" y="1596"/>
                  </a:moveTo>
                  <a:cubicBezTo>
                    <a:pt x="8050" y="1596"/>
                    <a:pt x="9884" y="3454"/>
                    <a:pt x="9884" y="5740"/>
                  </a:cubicBezTo>
                  <a:cubicBezTo>
                    <a:pt x="9884" y="8026"/>
                    <a:pt x="8050" y="9883"/>
                    <a:pt x="5740" y="9883"/>
                  </a:cubicBezTo>
                  <a:cubicBezTo>
                    <a:pt x="3454" y="9883"/>
                    <a:pt x="1596" y="8026"/>
                    <a:pt x="1596" y="5740"/>
                  </a:cubicBezTo>
                  <a:cubicBezTo>
                    <a:pt x="1596" y="3454"/>
                    <a:pt x="3454" y="1596"/>
                    <a:pt x="5740" y="1596"/>
                  </a:cubicBezTo>
                  <a:close/>
                  <a:moveTo>
                    <a:pt x="5740" y="1"/>
                  </a:moveTo>
                  <a:cubicBezTo>
                    <a:pt x="2573" y="1"/>
                    <a:pt x="1" y="2572"/>
                    <a:pt x="1" y="5740"/>
                  </a:cubicBezTo>
                  <a:cubicBezTo>
                    <a:pt x="1" y="8883"/>
                    <a:pt x="2596" y="11479"/>
                    <a:pt x="5740" y="11479"/>
                  </a:cubicBezTo>
                  <a:cubicBezTo>
                    <a:pt x="8907" y="11479"/>
                    <a:pt x="11503" y="8883"/>
                    <a:pt x="11503" y="5740"/>
                  </a:cubicBezTo>
                  <a:cubicBezTo>
                    <a:pt x="11503" y="2572"/>
                    <a:pt x="8931" y="1"/>
                    <a:pt x="574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89"/>
            <p:cNvSpPr/>
            <p:nvPr/>
          </p:nvSpPr>
          <p:spPr>
            <a:xfrm>
              <a:off x="1792778" y="1940700"/>
              <a:ext cx="252086" cy="329486"/>
            </a:xfrm>
            <a:custGeom>
              <a:rect b="b" l="l" r="r" t="t"/>
              <a:pathLst>
                <a:path extrusionOk="0" h="11051" w="8455">
                  <a:moveTo>
                    <a:pt x="4906" y="0"/>
                  </a:moveTo>
                  <a:lnTo>
                    <a:pt x="4906" y="0"/>
                  </a:lnTo>
                  <a:cubicBezTo>
                    <a:pt x="6716" y="953"/>
                    <a:pt x="7978" y="2906"/>
                    <a:pt x="7978" y="5096"/>
                  </a:cubicBezTo>
                  <a:cubicBezTo>
                    <a:pt x="7978" y="8288"/>
                    <a:pt x="5383" y="10836"/>
                    <a:pt x="2239" y="10836"/>
                  </a:cubicBezTo>
                  <a:cubicBezTo>
                    <a:pt x="1429" y="10836"/>
                    <a:pt x="691" y="10693"/>
                    <a:pt x="1" y="10407"/>
                  </a:cubicBezTo>
                  <a:lnTo>
                    <a:pt x="1" y="10407"/>
                  </a:lnTo>
                  <a:cubicBezTo>
                    <a:pt x="810" y="10812"/>
                    <a:pt x="1715" y="11050"/>
                    <a:pt x="2668" y="11050"/>
                  </a:cubicBezTo>
                  <a:cubicBezTo>
                    <a:pt x="5859" y="11050"/>
                    <a:pt x="8431" y="8454"/>
                    <a:pt x="8431" y="5311"/>
                  </a:cubicBezTo>
                  <a:cubicBezTo>
                    <a:pt x="8455" y="2929"/>
                    <a:pt x="7002" y="881"/>
                    <a:pt x="4906"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89"/>
            <p:cNvSpPr/>
            <p:nvPr/>
          </p:nvSpPr>
          <p:spPr>
            <a:xfrm>
              <a:off x="1871610" y="1927909"/>
              <a:ext cx="172539" cy="171138"/>
            </a:xfrm>
            <a:custGeom>
              <a:rect b="b" l="l" r="r" t="t"/>
              <a:pathLst>
                <a:path extrusionOk="0" h="5740" w="5787">
                  <a:moveTo>
                    <a:pt x="24" y="1"/>
                  </a:moveTo>
                  <a:lnTo>
                    <a:pt x="0" y="1596"/>
                  </a:lnTo>
                  <a:cubicBezTo>
                    <a:pt x="2286" y="1596"/>
                    <a:pt x="4144" y="3430"/>
                    <a:pt x="4144" y="5740"/>
                  </a:cubicBezTo>
                  <a:lnTo>
                    <a:pt x="5787" y="5740"/>
                  </a:lnTo>
                  <a:cubicBezTo>
                    <a:pt x="5787" y="2572"/>
                    <a:pt x="3215" y="1"/>
                    <a:pt x="24"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89"/>
            <p:cNvSpPr/>
            <p:nvPr/>
          </p:nvSpPr>
          <p:spPr>
            <a:xfrm>
              <a:off x="1939052" y="1940700"/>
              <a:ext cx="105813" cy="158347"/>
            </a:xfrm>
            <a:custGeom>
              <a:rect b="b" l="l" r="r" t="t"/>
              <a:pathLst>
                <a:path extrusionOk="0" h="5311" w="3549">
                  <a:moveTo>
                    <a:pt x="0" y="0"/>
                  </a:moveTo>
                  <a:lnTo>
                    <a:pt x="0" y="0"/>
                  </a:lnTo>
                  <a:cubicBezTo>
                    <a:pt x="1810" y="953"/>
                    <a:pt x="3072" y="2906"/>
                    <a:pt x="3072" y="5096"/>
                  </a:cubicBezTo>
                  <a:lnTo>
                    <a:pt x="3072" y="5311"/>
                  </a:lnTo>
                  <a:lnTo>
                    <a:pt x="3549" y="5311"/>
                  </a:lnTo>
                  <a:lnTo>
                    <a:pt x="3549" y="5168"/>
                  </a:lnTo>
                  <a:lnTo>
                    <a:pt x="3549" y="5096"/>
                  </a:lnTo>
                  <a:cubicBezTo>
                    <a:pt x="3549" y="4858"/>
                    <a:pt x="3525" y="4644"/>
                    <a:pt x="3477" y="4406"/>
                  </a:cubicBezTo>
                  <a:lnTo>
                    <a:pt x="3406" y="3977"/>
                  </a:lnTo>
                  <a:cubicBezTo>
                    <a:pt x="3215" y="3167"/>
                    <a:pt x="2858" y="2453"/>
                    <a:pt x="2382" y="1810"/>
                  </a:cubicBezTo>
                  <a:cubicBezTo>
                    <a:pt x="2191" y="1620"/>
                    <a:pt x="2025" y="1381"/>
                    <a:pt x="1810" y="1191"/>
                  </a:cubicBezTo>
                  <a:cubicBezTo>
                    <a:pt x="1667" y="1048"/>
                    <a:pt x="1525" y="929"/>
                    <a:pt x="1358" y="810"/>
                  </a:cubicBezTo>
                  <a:cubicBezTo>
                    <a:pt x="953" y="476"/>
                    <a:pt x="477" y="214"/>
                    <a:pt x="0"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89"/>
            <p:cNvSpPr/>
            <p:nvPr/>
          </p:nvSpPr>
          <p:spPr>
            <a:xfrm>
              <a:off x="1739528" y="1927194"/>
              <a:ext cx="133512" cy="95169"/>
            </a:xfrm>
            <a:custGeom>
              <a:rect b="b" l="l" r="r" t="t"/>
              <a:pathLst>
                <a:path extrusionOk="0" h="3192" w="4478">
                  <a:moveTo>
                    <a:pt x="4478" y="1"/>
                  </a:moveTo>
                  <a:cubicBezTo>
                    <a:pt x="2668" y="1"/>
                    <a:pt x="1048" y="858"/>
                    <a:pt x="1" y="2168"/>
                  </a:cubicBezTo>
                  <a:lnTo>
                    <a:pt x="1287" y="3192"/>
                  </a:lnTo>
                  <a:cubicBezTo>
                    <a:pt x="2025" y="2239"/>
                    <a:pt x="3168" y="1644"/>
                    <a:pt x="4478" y="1644"/>
                  </a:cubicBezTo>
                  <a:lnTo>
                    <a:pt x="4478" y="1"/>
                  </a:ln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89"/>
            <p:cNvSpPr/>
            <p:nvPr/>
          </p:nvSpPr>
          <p:spPr>
            <a:xfrm>
              <a:off x="1696206" y="1922930"/>
              <a:ext cx="362163" cy="354351"/>
            </a:xfrm>
            <a:custGeom>
              <a:rect b="b" l="l" r="r" t="t"/>
              <a:pathLst>
                <a:path extrusionOk="0" h="11885" w="12147">
                  <a:moveTo>
                    <a:pt x="5788" y="334"/>
                  </a:moveTo>
                  <a:lnTo>
                    <a:pt x="5788" y="1620"/>
                  </a:lnTo>
                  <a:cubicBezTo>
                    <a:pt x="5669" y="1620"/>
                    <a:pt x="5550" y="1620"/>
                    <a:pt x="5431" y="1644"/>
                  </a:cubicBezTo>
                  <a:cubicBezTo>
                    <a:pt x="4407" y="1763"/>
                    <a:pt x="3502" y="2216"/>
                    <a:pt x="2859" y="2930"/>
                  </a:cubicBezTo>
                  <a:lnTo>
                    <a:pt x="2692" y="3073"/>
                  </a:lnTo>
                  <a:lnTo>
                    <a:pt x="1715" y="2263"/>
                  </a:lnTo>
                  <a:lnTo>
                    <a:pt x="2025" y="1977"/>
                  </a:lnTo>
                  <a:cubicBezTo>
                    <a:pt x="2906" y="1072"/>
                    <a:pt x="4049" y="525"/>
                    <a:pt x="5288" y="358"/>
                  </a:cubicBezTo>
                  <a:cubicBezTo>
                    <a:pt x="5431" y="334"/>
                    <a:pt x="5597" y="334"/>
                    <a:pt x="5740" y="334"/>
                  </a:cubicBezTo>
                  <a:close/>
                  <a:moveTo>
                    <a:pt x="6097" y="429"/>
                  </a:moveTo>
                  <a:cubicBezTo>
                    <a:pt x="7526" y="453"/>
                    <a:pt x="8860" y="1049"/>
                    <a:pt x="9884" y="2073"/>
                  </a:cubicBezTo>
                  <a:cubicBezTo>
                    <a:pt x="10884" y="3073"/>
                    <a:pt x="11456" y="4406"/>
                    <a:pt x="11503" y="5835"/>
                  </a:cubicBezTo>
                  <a:lnTo>
                    <a:pt x="10241" y="5835"/>
                  </a:lnTo>
                  <a:cubicBezTo>
                    <a:pt x="10170" y="4454"/>
                    <a:pt x="9455" y="3192"/>
                    <a:pt x="8288" y="2430"/>
                  </a:cubicBezTo>
                  <a:cubicBezTo>
                    <a:pt x="8260" y="2402"/>
                    <a:pt x="8228" y="2388"/>
                    <a:pt x="8196" y="2388"/>
                  </a:cubicBezTo>
                  <a:cubicBezTo>
                    <a:pt x="8145" y="2388"/>
                    <a:pt x="8093" y="2420"/>
                    <a:pt x="8050" y="2478"/>
                  </a:cubicBezTo>
                  <a:cubicBezTo>
                    <a:pt x="8003" y="2573"/>
                    <a:pt x="8026" y="2668"/>
                    <a:pt x="8122" y="2716"/>
                  </a:cubicBezTo>
                  <a:cubicBezTo>
                    <a:pt x="9241" y="3454"/>
                    <a:pt x="9908" y="4692"/>
                    <a:pt x="9908" y="6026"/>
                  </a:cubicBezTo>
                  <a:cubicBezTo>
                    <a:pt x="9908" y="8098"/>
                    <a:pt x="8122" y="9884"/>
                    <a:pt x="5931" y="9884"/>
                  </a:cubicBezTo>
                  <a:cubicBezTo>
                    <a:pt x="3764" y="9884"/>
                    <a:pt x="1977" y="8098"/>
                    <a:pt x="1977" y="5931"/>
                  </a:cubicBezTo>
                  <a:cubicBezTo>
                    <a:pt x="1977" y="5073"/>
                    <a:pt x="2287" y="4240"/>
                    <a:pt x="2787" y="3549"/>
                  </a:cubicBezTo>
                  <a:cubicBezTo>
                    <a:pt x="3287" y="2859"/>
                    <a:pt x="4049" y="2382"/>
                    <a:pt x="4835" y="2144"/>
                  </a:cubicBezTo>
                  <a:cubicBezTo>
                    <a:pt x="5192" y="2073"/>
                    <a:pt x="5550" y="2001"/>
                    <a:pt x="5954" y="2001"/>
                  </a:cubicBezTo>
                  <a:cubicBezTo>
                    <a:pt x="6455" y="2001"/>
                    <a:pt x="6955" y="2096"/>
                    <a:pt x="7431" y="2311"/>
                  </a:cubicBezTo>
                  <a:cubicBezTo>
                    <a:pt x="7444" y="2314"/>
                    <a:pt x="7457" y="2315"/>
                    <a:pt x="7470" y="2315"/>
                  </a:cubicBezTo>
                  <a:cubicBezTo>
                    <a:pt x="7556" y="2315"/>
                    <a:pt x="7648" y="2254"/>
                    <a:pt x="7669" y="2192"/>
                  </a:cubicBezTo>
                  <a:cubicBezTo>
                    <a:pt x="7669" y="2096"/>
                    <a:pt x="7645" y="2025"/>
                    <a:pt x="7550" y="2001"/>
                  </a:cubicBezTo>
                  <a:cubicBezTo>
                    <a:pt x="7098" y="1811"/>
                    <a:pt x="6597" y="1715"/>
                    <a:pt x="6097" y="1715"/>
                  </a:cubicBezTo>
                  <a:lnTo>
                    <a:pt x="6097" y="429"/>
                  </a:lnTo>
                  <a:close/>
                  <a:moveTo>
                    <a:pt x="5502" y="1"/>
                  </a:moveTo>
                  <a:cubicBezTo>
                    <a:pt x="5264" y="48"/>
                    <a:pt x="4978" y="72"/>
                    <a:pt x="4740" y="96"/>
                  </a:cubicBezTo>
                  <a:cubicBezTo>
                    <a:pt x="4454" y="168"/>
                    <a:pt x="4121" y="239"/>
                    <a:pt x="3835" y="358"/>
                  </a:cubicBezTo>
                  <a:cubicBezTo>
                    <a:pt x="3049" y="668"/>
                    <a:pt x="2311" y="1144"/>
                    <a:pt x="1715" y="1739"/>
                  </a:cubicBezTo>
                  <a:cubicBezTo>
                    <a:pt x="596" y="2859"/>
                    <a:pt x="1" y="4359"/>
                    <a:pt x="1" y="5931"/>
                  </a:cubicBezTo>
                  <a:cubicBezTo>
                    <a:pt x="1" y="7431"/>
                    <a:pt x="549" y="8884"/>
                    <a:pt x="1573" y="9979"/>
                  </a:cubicBezTo>
                  <a:cubicBezTo>
                    <a:pt x="1598" y="10017"/>
                    <a:pt x="1644" y="10042"/>
                    <a:pt x="1692" y="10042"/>
                  </a:cubicBezTo>
                  <a:cubicBezTo>
                    <a:pt x="1734" y="10042"/>
                    <a:pt x="1778" y="10023"/>
                    <a:pt x="1811" y="9979"/>
                  </a:cubicBezTo>
                  <a:cubicBezTo>
                    <a:pt x="1858" y="9931"/>
                    <a:pt x="1858" y="9812"/>
                    <a:pt x="1811" y="9741"/>
                  </a:cubicBezTo>
                  <a:cubicBezTo>
                    <a:pt x="858" y="8693"/>
                    <a:pt x="310" y="7359"/>
                    <a:pt x="310" y="5931"/>
                  </a:cubicBezTo>
                  <a:cubicBezTo>
                    <a:pt x="310" y="4716"/>
                    <a:pt x="715" y="3525"/>
                    <a:pt x="1454" y="2573"/>
                  </a:cubicBezTo>
                  <a:lnTo>
                    <a:pt x="2430" y="3382"/>
                  </a:lnTo>
                  <a:cubicBezTo>
                    <a:pt x="1906" y="4121"/>
                    <a:pt x="1573" y="5002"/>
                    <a:pt x="1573" y="6026"/>
                  </a:cubicBezTo>
                  <a:cubicBezTo>
                    <a:pt x="1596" y="8336"/>
                    <a:pt x="3502" y="10217"/>
                    <a:pt x="5812" y="10241"/>
                  </a:cubicBezTo>
                  <a:cubicBezTo>
                    <a:pt x="5841" y="10242"/>
                    <a:pt x="5871" y="10242"/>
                    <a:pt x="5900" y="10242"/>
                  </a:cubicBezTo>
                  <a:cubicBezTo>
                    <a:pt x="8217" y="10242"/>
                    <a:pt x="10099" y="8402"/>
                    <a:pt x="10193" y="6121"/>
                  </a:cubicBezTo>
                  <a:lnTo>
                    <a:pt x="11479" y="6121"/>
                  </a:lnTo>
                  <a:cubicBezTo>
                    <a:pt x="11456" y="7550"/>
                    <a:pt x="10860" y="8884"/>
                    <a:pt x="9836" y="9884"/>
                  </a:cubicBezTo>
                  <a:cubicBezTo>
                    <a:pt x="8788" y="10932"/>
                    <a:pt x="7360" y="11527"/>
                    <a:pt x="5883" y="11527"/>
                  </a:cubicBezTo>
                  <a:cubicBezTo>
                    <a:pt x="4597" y="11527"/>
                    <a:pt x="3359" y="11074"/>
                    <a:pt x="2358" y="10289"/>
                  </a:cubicBezTo>
                  <a:cubicBezTo>
                    <a:pt x="2336" y="10255"/>
                    <a:pt x="2299" y="10238"/>
                    <a:pt x="2260" y="10238"/>
                  </a:cubicBezTo>
                  <a:cubicBezTo>
                    <a:pt x="2216" y="10238"/>
                    <a:pt x="2170" y="10261"/>
                    <a:pt x="2144" y="10312"/>
                  </a:cubicBezTo>
                  <a:cubicBezTo>
                    <a:pt x="2073" y="10360"/>
                    <a:pt x="2073" y="10479"/>
                    <a:pt x="2168" y="10551"/>
                  </a:cubicBezTo>
                  <a:cubicBezTo>
                    <a:pt x="3192" y="11408"/>
                    <a:pt x="4549" y="11884"/>
                    <a:pt x="5907" y="11884"/>
                  </a:cubicBezTo>
                  <a:cubicBezTo>
                    <a:pt x="7883" y="11884"/>
                    <a:pt x="9717" y="10932"/>
                    <a:pt x="10860" y="9241"/>
                  </a:cubicBezTo>
                  <a:cubicBezTo>
                    <a:pt x="11265" y="8622"/>
                    <a:pt x="11575" y="7907"/>
                    <a:pt x="11718" y="7145"/>
                  </a:cubicBezTo>
                  <a:cubicBezTo>
                    <a:pt x="12146" y="5097"/>
                    <a:pt x="11503" y="3144"/>
                    <a:pt x="10098" y="1739"/>
                  </a:cubicBezTo>
                  <a:cubicBezTo>
                    <a:pt x="8979" y="596"/>
                    <a:pt x="7502" y="1"/>
                    <a:pt x="5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1" name="Google Shape;19271;p89"/>
          <p:cNvGrpSpPr/>
          <p:nvPr/>
        </p:nvGrpSpPr>
        <p:grpSpPr>
          <a:xfrm>
            <a:off x="1805872" y="1922125"/>
            <a:ext cx="354351" cy="354441"/>
            <a:chOff x="2377359" y="1922125"/>
            <a:chExt cx="354351" cy="354441"/>
          </a:xfrm>
        </p:grpSpPr>
        <p:sp>
          <p:nvSpPr>
            <p:cNvPr id="19272" name="Google Shape;19272;p89"/>
            <p:cNvSpPr/>
            <p:nvPr/>
          </p:nvSpPr>
          <p:spPr>
            <a:xfrm>
              <a:off x="2632996" y="1957009"/>
              <a:ext cx="69588" cy="290428"/>
            </a:xfrm>
            <a:custGeom>
              <a:rect b="b" l="l" r="r" t="t"/>
              <a:pathLst>
                <a:path extrusionOk="0" h="9741" w="2334">
                  <a:moveTo>
                    <a:pt x="71" y="1"/>
                  </a:moveTo>
                  <a:cubicBezTo>
                    <a:pt x="24" y="1"/>
                    <a:pt x="0" y="25"/>
                    <a:pt x="0" y="49"/>
                  </a:cubicBezTo>
                  <a:lnTo>
                    <a:pt x="0" y="9741"/>
                  </a:lnTo>
                  <a:lnTo>
                    <a:pt x="2334" y="9741"/>
                  </a:lnTo>
                  <a:lnTo>
                    <a:pt x="2286" y="49"/>
                  </a:lnTo>
                  <a:cubicBezTo>
                    <a:pt x="2286" y="25"/>
                    <a:pt x="2262" y="1"/>
                    <a:pt x="22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89"/>
            <p:cNvSpPr/>
            <p:nvPr/>
          </p:nvSpPr>
          <p:spPr>
            <a:xfrm>
              <a:off x="2529328" y="2068488"/>
              <a:ext cx="68187" cy="178950"/>
            </a:xfrm>
            <a:custGeom>
              <a:rect b="b" l="l" r="r" t="t"/>
              <a:pathLst>
                <a:path extrusionOk="0" h="6002" w="2287">
                  <a:moveTo>
                    <a:pt x="48" y="1"/>
                  </a:moveTo>
                  <a:cubicBezTo>
                    <a:pt x="24" y="1"/>
                    <a:pt x="0" y="48"/>
                    <a:pt x="0" y="72"/>
                  </a:cubicBezTo>
                  <a:lnTo>
                    <a:pt x="0" y="6002"/>
                  </a:lnTo>
                  <a:lnTo>
                    <a:pt x="2286" y="6002"/>
                  </a:lnTo>
                  <a:lnTo>
                    <a:pt x="2286" y="72"/>
                  </a:lnTo>
                  <a:cubicBezTo>
                    <a:pt x="2286" y="48"/>
                    <a:pt x="2262" y="1"/>
                    <a:pt x="2239"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89"/>
            <p:cNvSpPr/>
            <p:nvPr/>
          </p:nvSpPr>
          <p:spPr>
            <a:xfrm>
              <a:off x="2426346" y="2144458"/>
              <a:ext cx="68217" cy="102981"/>
            </a:xfrm>
            <a:custGeom>
              <a:rect b="b" l="l" r="r" t="t"/>
              <a:pathLst>
                <a:path extrusionOk="0" h="3454" w="2288">
                  <a:moveTo>
                    <a:pt x="49" y="1"/>
                  </a:moveTo>
                  <a:cubicBezTo>
                    <a:pt x="25" y="1"/>
                    <a:pt x="1" y="25"/>
                    <a:pt x="1" y="49"/>
                  </a:cubicBezTo>
                  <a:lnTo>
                    <a:pt x="1" y="3454"/>
                  </a:lnTo>
                  <a:lnTo>
                    <a:pt x="2287" y="3454"/>
                  </a:lnTo>
                  <a:lnTo>
                    <a:pt x="2287" y="49"/>
                  </a:lnTo>
                  <a:cubicBezTo>
                    <a:pt x="2287" y="25"/>
                    <a:pt x="2263" y="1"/>
                    <a:pt x="2240"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89"/>
            <p:cNvSpPr/>
            <p:nvPr/>
          </p:nvSpPr>
          <p:spPr>
            <a:xfrm>
              <a:off x="2686246" y="1957009"/>
              <a:ext cx="16339" cy="290428"/>
            </a:xfrm>
            <a:custGeom>
              <a:rect b="b" l="l" r="r" t="t"/>
              <a:pathLst>
                <a:path extrusionOk="0" h="9741" w="548">
                  <a:moveTo>
                    <a:pt x="0" y="1"/>
                  </a:moveTo>
                  <a:cubicBezTo>
                    <a:pt x="24" y="1"/>
                    <a:pt x="72" y="25"/>
                    <a:pt x="72" y="49"/>
                  </a:cubicBezTo>
                  <a:lnTo>
                    <a:pt x="72" y="9741"/>
                  </a:lnTo>
                  <a:lnTo>
                    <a:pt x="548" y="9741"/>
                  </a:lnTo>
                  <a:lnTo>
                    <a:pt x="548" y="49"/>
                  </a:lnTo>
                  <a:cubicBezTo>
                    <a:pt x="548" y="25"/>
                    <a:pt x="500" y="1"/>
                    <a:pt x="476"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89"/>
            <p:cNvSpPr/>
            <p:nvPr/>
          </p:nvSpPr>
          <p:spPr>
            <a:xfrm>
              <a:off x="2582578" y="2068488"/>
              <a:ext cx="15653" cy="178264"/>
            </a:xfrm>
            <a:custGeom>
              <a:rect b="b" l="l" r="r" t="t"/>
              <a:pathLst>
                <a:path extrusionOk="0" h="5979" w="525">
                  <a:moveTo>
                    <a:pt x="0" y="1"/>
                  </a:moveTo>
                  <a:cubicBezTo>
                    <a:pt x="24" y="1"/>
                    <a:pt x="48" y="25"/>
                    <a:pt x="48" y="72"/>
                  </a:cubicBezTo>
                  <a:lnTo>
                    <a:pt x="48" y="5978"/>
                  </a:lnTo>
                  <a:lnTo>
                    <a:pt x="524" y="5978"/>
                  </a:lnTo>
                  <a:lnTo>
                    <a:pt x="524" y="72"/>
                  </a:lnTo>
                  <a:cubicBezTo>
                    <a:pt x="524" y="48"/>
                    <a:pt x="500" y="1"/>
                    <a:pt x="476"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89"/>
            <p:cNvSpPr/>
            <p:nvPr/>
          </p:nvSpPr>
          <p:spPr>
            <a:xfrm>
              <a:off x="2479626" y="2143057"/>
              <a:ext cx="15623" cy="102981"/>
            </a:xfrm>
            <a:custGeom>
              <a:rect b="b" l="l" r="r" t="t"/>
              <a:pathLst>
                <a:path extrusionOk="0" h="3454" w="524">
                  <a:moveTo>
                    <a:pt x="0" y="0"/>
                  </a:moveTo>
                  <a:cubicBezTo>
                    <a:pt x="24" y="0"/>
                    <a:pt x="48" y="48"/>
                    <a:pt x="48" y="72"/>
                  </a:cubicBezTo>
                  <a:lnTo>
                    <a:pt x="48" y="3453"/>
                  </a:lnTo>
                  <a:lnTo>
                    <a:pt x="524" y="3453"/>
                  </a:lnTo>
                  <a:lnTo>
                    <a:pt x="524" y="72"/>
                  </a:lnTo>
                  <a:cubicBezTo>
                    <a:pt x="524" y="48"/>
                    <a:pt x="500" y="0"/>
                    <a:pt x="47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89"/>
            <p:cNvSpPr/>
            <p:nvPr/>
          </p:nvSpPr>
          <p:spPr>
            <a:xfrm>
              <a:off x="2424229" y="1929340"/>
              <a:ext cx="193171" cy="156171"/>
            </a:xfrm>
            <a:custGeom>
              <a:rect b="b" l="l" r="r" t="t"/>
              <a:pathLst>
                <a:path extrusionOk="0" h="5238" w="6479">
                  <a:moveTo>
                    <a:pt x="6002" y="0"/>
                  </a:moveTo>
                  <a:lnTo>
                    <a:pt x="4859" y="143"/>
                  </a:lnTo>
                  <a:cubicBezTo>
                    <a:pt x="4621" y="167"/>
                    <a:pt x="4478" y="381"/>
                    <a:pt x="4501" y="595"/>
                  </a:cubicBezTo>
                  <a:cubicBezTo>
                    <a:pt x="4501" y="738"/>
                    <a:pt x="4644" y="881"/>
                    <a:pt x="4811" y="929"/>
                  </a:cubicBezTo>
                  <a:lnTo>
                    <a:pt x="215" y="4525"/>
                  </a:lnTo>
                  <a:cubicBezTo>
                    <a:pt x="48" y="4668"/>
                    <a:pt x="1" y="4906"/>
                    <a:pt x="167" y="5096"/>
                  </a:cubicBezTo>
                  <a:cubicBezTo>
                    <a:pt x="247" y="5189"/>
                    <a:pt x="356" y="5238"/>
                    <a:pt x="466" y="5238"/>
                  </a:cubicBezTo>
                  <a:cubicBezTo>
                    <a:pt x="553" y="5238"/>
                    <a:pt x="641" y="5207"/>
                    <a:pt x="715" y="5144"/>
                  </a:cubicBezTo>
                  <a:lnTo>
                    <a:pt x="5406" y="1453"/>
                  </a:lnTo>
                  <a:cubicBezTo>
                    <a:pt x="5406" y="1667"/>
                    <a:pt x="5526" y="1834"/>
                    <a:pt x="5716" y="1881"/>
                  </a:cubicBezTo>
                  <a:cubicBezTo>
                    <a:pt x="5744" y="1888"/>
                    <a:pt x="5772" y="1891"/>
                    <a:pt x="5799" y="1891"/>
                  </a:cubicBezTo>
                  <a:cubicBezTo>
                    <a:pt x="5983" y="1891"/>
                    <a:pt x="6151" y="1758"/>
                    <a:pt x="6192" y="1572"/>
                  </a:cubicBezTo>
                  <a:lnTo>
                    <a:pt x="6430" y="453"/>
                  </a:lnTo>
                  <a:cubicBezTo>
                    <a:pt x="6478" y="334"/>
                    <a:pt x="6430" y="191"/>
                    <a:pt x="6359" y="119"/>
                  </a:cubicBezTo>
                  <a:cubicBezTo>
                    <a:pt x="6264" y="48"/>
                    <a:pt x="6168" y="0"/>
                    <a:pt x="6049"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89"/>
            <p:cNvSpPr/>
            <p:nvPr/>
          </p:nvSpPr>
          <p:spPr>
            <a:xfrm>
              <a:off x="2427061" y="1967921"/>
              <a:ext cx="153398" cy="117889"/>
            </a:xfrm>
            <a:custGeom>
              <a:rect b="b" l="l" r="r" t="t"/>
              <a:pathLst>
                <a:path extrusionOk="0" h="3954" w="5145">
                  <a:moveTo>
                    <a:pt x="4897" y="0"/>
                  </a:moveTo>
                  <a:cubicBezTo>
                    <a:pt x="4871" y="0"/>
                    <a:pt x="4841" y="6"/>
                    <a:pt x="4811" y="16"/>
                  </a:cubicBezTo>
                  <a:lnTo>
                    <a:pt x="263" y="3588"/>
                  </a:lnTo>
                  <a:cubicBezTo>
                    <a:pt x="168" y="3660"/>
                    <a:pt x="96" y="3683"/>
                    <a:pt x="1" y="3683"/>
                  </a:cubicBezTo>
                  <a:cubicBezTo>
                    <a:pt x="1" y="3731"/>
                    <a:pt x="25" y="3779"/>
                    <a:pt x="48" y="3802"/>
                  </a:cubicBezTo>
                  <a:cubicBezTo>
                    <a:pt x="143" y="3897"/>
                    <a:pt x="262" y="3954"/>
                    <a:pt x="377" y="3954"/>
                  </a:cubicBezTo>
                  <a:cubicBezTo>
                    <a:pt x="463" y="3954"/>
                    <a:pt x="548" y="3922"/>
                    <a:pt x="620" y="3850"/>
                  </a:cubicBezTo>
                  <a:lnTo>
                    <a:pt x="5145" y="278"/>
                  </a:lnTo>
                  <a:cubicBezTo>
                    <a:pt x="5073" y="230"/>
                    <a:pt x="5002" y="135"/>
                    <a:pt x="4978" y="40"/>
                  </a:cubicBezTo>
                  <a:cubicBezTo>
                    <a:pt x="4964" y="12"/>
                    <a:pt x="4934" y="0"/>
                    <a:pt x="4897"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89"/>
            <p:cNvSpPr/>
            <p:nvPr/>
          </p:nvSpPr>
          <p:spPr>
            <a:xfrm>
              <a:off x="2586126" y="1926478"/>
              <a:ext cx="31276" cy="59242"/>
            </a:xfrm>
            <a:custGeom>
              <a:rect b="b" l="l" r="r" t="t"/>
              <a:pathLst>
                <a:path extrusionOk="0" h="1987" w="1049">
                  <a:moveTo>
                    <a:pt x="643" y="1"/>
                  </a:moveTo>
                  <a:cubicBezTo>
                    <a:pt x="643" y="96"/>
                    <a:pt x="691" y="168"/>
                    <a:pt x="643" y="239"/>
                  </a:cubicBezTo>
                  <a:lnTo>
                    <a:pt x="405" y="1382"/>
                  </a:lnTo>
                  <a:cubicBezTo>
                    <a:pt x="381" y="1596"/>
                    <a:pt x="215" y="1692"/>
                    <a:pt x="0" y="1692"/>
                  </a:cubicBezTo>
                  <a:cubicBezTo>
                    <a:pt x="48" y="1858"/>
                    <a:pt x="143" y="1930"/>
                    <a:pt x="286" y="1977"/>
                  </a:cubicBezTo>
                  <a:cubicBezTo>
                    <a:pt x="314" y="1984"/>
                    <a:pt x="342" y="1987"/>
                    <a:pt x="369" y="1987"/>
                  </a:cubicBezTo>
                  <a:cubicBezTo>
                    <a:pt x="553" y="1987"/>
                    <a:pt x="721" y="1854"/>
                    <a:pt x="762" y="1668"/>
                  </a:cubicBezTo>
                  <a:lnTo>
                    <a:pt x="1000" y="549"/>
                  </a:lnTo>
                  <a:cubicBezTo>
                    <a:pt x="1048" y="430"/>
                    <a:pt x="1000" y="287"/>
                    <a:pt x="929" y="120"/>
                  </a:cubicBezTo>
                  <a:cubicBezTo>
                    <a:pt x="858" y="72"/>
                    <a:pt x="762" y="1"/>
                    <a:pt x="643"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89"/>
            <p:cNvSpPr/>
            <p:nvPr/>
          </p:nvSpPr>
          <p:spPr>
            <a:xfrm>
              <a:off x="2381623" y="2247410"/>
              <a:ext cx="343678" cy="23464"/>
            </a:xfrm>
            <a:custGeom>
              <a:rect b="b" l="l" r="r" t="t"/>
              <a:pathLst>
                <a:path extrusionOk="0" h="787" w="11527">
                  <a:moveTo>
                    <a:pt x="120" y="1"/>
                  </a:moveTo>
                  <a:cubicBezTo>
                    <a:pt x="72" y="1"/>
                    <a:pt x="1" y="49"/>
                    <a:pt x="1" y="120"/>
                  </a:cubicBezTo>
                  <a:lnTo>
                    <a:pt x="1" y="668"/>
                  </a:lnTo>
                  <a:cubicBezTo>
                    <a:pt x="1" y="739"/>
                    <a:pt x="72" y="787"/>
                    <a:pt x="120" y="787"/>
                  </a:cubicBezTo>
                  <a:lnTo>
                    <a:pt x="11408" y="787"/>
                  </a:lnTo>
                  <a:cubicBezTo>
                    <a:pt x="11479" y="787"/>
                    <a:pt x="11527" y="739"/>
                    <a:pt x="11527" y="668"/>
                  </a:cubicBezTo>
                  <a:lnTo>
                    <a:pt x="11527" y="120"/>
                  </a:lnTo>
                  <a:cubicBezTo>
                    <a:pt x="11527" y="49"/>
                    <a:pt x="11479" y="1"/>
                    <a:pt x="11408"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89"/>
            <p:cNvSpPr/>
            <p:nvPr/>
          </p:nvSpPr>
          <p:spPr>
            <a:xfrm>
              <a:off x="2708250" y="2247410"/>
              <a:ext cx="17770" cy="23464"/>
            </a:xfrm>
            <a:custGeom>
              <a:rect b="b" l="l" r="r" t="t"/>
              <a:pathLst>
                <a:path extrusionOk="0" h="787" w="596">
                  <a:moveTo>
                    <a:pt x="0" y="1"/>
                  </a:moveTo>
                  <a:cubicBezTo>
                    <a:pt x="72" y="1"/>
                    <a:pt x="119" y="49"/>
                    <a:pt x="119" y="120"/>
                  </a:cubicBezTo>
                  <a:lnTo>
                    <a:pt x="119" y="668"/>
                  </a:lnTo>
                  <a:cubicBezTo>
                    <a:pt x="119" y="739"/>
                    <a:pt x="72" y="787"/>
                    <a:pt x="0" y="787"/>
                  </a:cubicBezTo>
                  <a:lnTo>
                    <a:pt x="477" y="787"/>
                  </a:lnTo>
                  <a:cubicBezTo>
                    <a:pt x="548" y="787"/>
                    <a:pt x="596" y="739"/>
                    <a:pt x="596" y="668"/>
                  </a:cubicBezTo>
                  <a:lnTo>
                    <a:pt x="596" y="120"/>
                  </a:lnTo>
                  <a:cubicBezTo>
                    <a:pt x="596" y="25"/>
                    <a:pt x="548"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89"/>
            <p:cNvSpPr/>
            <p:nvPr/>
          </p:nvSpPr>
          <p:spPr>
            <a:xfrm>
              <a:off x="2419250" y="1922930"/>
              <a:ext cx="202384" cy="168455"/>
            </a:xfrm>
            <a:custGeom>
              <a:rect b="b" l="l" r="r" t="t"/>
              <a:pathLst>
                <a:path extrusionOk="0" h="5650" w="6788">
                  <a:moveTo>
                    <a:pt x="6193" y="334"/>
                  </a:moveTo>
                  <a:cubicBezTo>
                    <a:pt x="6240" y="334"/>
                    <a:pt x="6335" y="358"/>
                    <a:pt x="6407" y="406"/>
                  </a:cubicBezTo>
                  <a:cubicBezTo>
                    <a:pt x="6455" y="453"/>
                    <a:pt x="6455" y="525"/>
                    <a:pt x="6455" y="596"/>
                  </a:cubicBezTo>
                  <a:lnTo>
                    <a:pt x="6216" y="1739"/>
                  </a:lnTo>
                  <a:cubicBezTo>
                    <a:pt x="6195" y="1856"/>
                    <a:pt x="6098" y="1911"/>
                    <a:pt x="5999" y="1911"/>
                  </a:cubicBezTo>
                  <a:cubicBezTo>
                    <a:pt x="5876" y="1911"/>
                    <a:pt x="5751" y="1826"/>
                    <a:pt x="5764" y="1668"/>
                  </a:cubicBezTo>
                  <a:cubicBezTo>
                    <a:pt x="5764" y="1620"/>
                    <a:pt x="5740" y="1549"/>
                    <a:pt x="5693" y="1525"/>
                  </a:cubicBezTo>
                  <a:cubicBezTo>
                    <a:pt x="5663" y="1515"/>
                    <a:pt x="5637" y="1509"/>
                    <a:pt x="5613" y="1509"/>
                  </a:cubicBezTo>
                  <a:cubicBezTo>
                    <a:pt x="5578" y="1509"/>
                    <a:pt x="5544" y="1521"/>
                    <a:pt x="5502" y="1549"/>
                  </a:cubicBezTo>
                  <a:lnTo>
                    <a:pt x="834" y="5240"/>
                  </a:lnTo>
                  <a:cubicBezTo>
                    <a:pt x="763" y="5288"/>
                    <a:pt x="715" y="5311"/>
                    <a:pt x="644" y="5311"/>
                  </a:cubicBezTo>
                  <a:cubicBezTo>
                    <a:pt x="596" y="5311"/>
                    <a:pt x="525" y="5288"/>
                    <a:pt x="501" y="5216"/>
                  </a:cubicBezTo>
                  <a:cubicBezTo>
                    <a:pt x="406" y="5121"/>
                    <a:pt x="406" y="5073"/>
                    <a:pt x="406" y="5002"/>
                  </a:cubicBezTo>
                  <a:cubicBezTo>
                    <a:pt x="406" y="4954"/>
                    <a:pt x="453" y="4883"/>
                    <a:pt x="501" y="4859"/>
                  </a:cubicBezTo>
                  <a:lnTo>
                    <a:pt x="5097" y="1263"/>
                  </a:lnTo>
                  <a:cubicBezTo>
                    <a:pt x="5145" y="1215"/>
                    <a:pt x="5169" y="1144"/>
                    <a:pt x="5145" y="1072"/>
                  </a:cubicBezTo>
                  <a:cubicBezTo>
                    <a:pt x="5145" y="1025"/>
                    <a:pt x="5097" y="953"/>
                    <a:pt x="5026" y="953"/>
                  </a:cubicBezTo>
                  <a:cubicBezTo>
                    <a:pt x="4930" y="930"/>
                    <a:pt x="4883" y="882"/>
                    <a:pt x="4859" y="739"/>
                  </a:cubicBezTo>
                  <a:cubicBezTo>
                    <a:pt x="4811" y="620"/>
                    <a:pt x="4930" y="525"/>
                    <a:pt x="5050" y="477"/>
                  </a:cubicBezTo>
                  <a:lnTo>
                    <a:pt x="6193" y="334"/>
                  </a:lnTo>
                  <a:close/>
                  <a:moveTo>
                    <a:pt x="6121" y="1"/>
                  </a:moveTo>
                  <a:lnTo>
                    <a:pt x="5002" y="168"/>
                  </a:lnTo>
                  <a:cubicBezTo>
                    <a:pt x="4859" y="191"/>
                    <a:pt x="4692" y="239"/>
                    <a:pt x="4621" y="358"/>
                  </a:cubicBezTo>
                  <a:cubicBezTo>
                    <a:pt x="4526" y="477"/>
                    <a:pt x="4454" y="644"/>
                    <a:pt x="4478" y="787"/>
                  </a:cubicBezTo>
                  <a:cubicBezTo>
                    <a:pt x="4526" y="906"/>
                    <a:pt x="4573" y="1025"/>
                    <a:pt x="4668" y="1120"/>
                  </a:cubicBezTo>
                  <a:lnTo>
                    <a:pt x="287" y="4573"/>
                  </a:lnTo>
                  <a:cubicBezTo>
                    <a:pt x="48" y="4764"/>
                    <a:pt x="1" y="5121"/>
                    <a:pt x="191" y="5359"/>
                  </a:cubicBezTo>
                  <a:cubicBezTo>
                    <a:pt x="263" y="5526"/>
                    <a:pt x="406" y="5597"/>
                    <a:pt x="572" y="5645"/>
                  </a:cubicBezTo>
                  <a:cubicBezTo>
                    <a:pt x="592" y="5648"/>
                    <a:pt x="611" y="5649"/>
                    <a:pt x="630" y="5649"/>
                  </a:cubicBezTo>
                  <a:cubicBezTo>
                    <a:pt x="753" y="5649"/>
                    <a:pt x="874" y="5588"/>
                    <a:pt x="977" y="5526"/>
                  </a:cubicBezTo>
                  <a:lnTo>
                    <a:pt x="5454" y="2001"/>
                  </a:lnTo>
                  <a:cubicBezTo>
                    <a:pt x="5526" y="2144"/>
                    <a:pt x="5645" y="2239"/>
                    <a:pt x="5835" y="2263"/>
                  </a:cubicBezTo>
                  <a:cubicBezTo>
                    <a:pt x="5876" y="2273"/>
                    <a:pt x="5917" y="2278"/>
                    <a:pt x="5959" y="2278"/>
                  </a:cubicBezTo>
                  <a:cubicBezTo>
                    <a:pt x="6210" y="2278"/>
                    <a:pt x="6465" y="2100"/>
                    <a:pt x="6526" y="1835"/>
                  </a:cubicBezTo>
                  <a:lnTo>
                    <a:pt x="6764" y="691"/>
                  </a:lnTo>
                  <a:cubicBezTo>
                    <a:pt x="6788" y="525"/>
                    <a:pt x="6764" y="310"/>
                    <a:pt x="6597" y="191"/>
                  </a:cubicBezTo>
                  <a:cubicBezTo>
                    <a:pt x="6478" y="72"/>
                    <a:pt x="6335" y="1"/>
                    <a:pt x="61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89"/>
            <p:cNvSpPr/>
            <p:nvPr/>
          </p:nvSpPr>
          <p:spPr>
            <a:xfrm>
              <a:off x="2377359" y="1922125"/>
              <a:ext cx="354351" cy="354441"/>
            </a:xfrm>
            <a:custGeom>
              <a:rect b="b" l="l" r="r" t="t"/>
              <a:pathLst>
                <a:path extrusionOk="0" h="11888" w="11885">
                  <a:moveTo>
                    <a:pt x="7264" y="5076"/>
                  </a:moveTo>
                  <a:lnTo>
                    <a:pt x="7264" y="10697"/>
                  </a:lnTo>
                  <a:lnTo>
                    <a:pt x="5288" y="10697"/>
                  </a:lnTo>
                  <a:lnTo>
                    <a:pt x="5288" y="5076"/>
                  </a:lnTo>
                  <a:close/>
                  <a:moveTo>
                    <a:pt x="11503" y="11054"/>
                  </a:moveTo>
                  <a:lnTo>
                    <a:pt x="11503" y="11530"/>
                  </a:lnTo>
                  <a:lnTo>
                    <a:pt x="334" y="11530"/>
                  </a:lnTo>
                  <a:lnTo>
                    <a:pt x="334" y="11054"/>
                  </a:lnTo>
                  <a:close/>
                  <a:moveTo>
                    <a:pt x="893" y="0"/>
                  </a:moveTo>
                  <a:cubicBezTo>
                    <a:pt x="792" y="0"/>
                    <a:pt x="715" y="88"/>
                    <a:pt x="715" y="195"/>
                  </a:cubicBezTo>
                  <a:lnTo>
                    <a:pt x="715" y="980"/>
                  </a:lnTo>
                  <a:lnTo>
                    <a:pt x="501" y="980"/>
                  </a:lnTo>
                  <a:cubicBezTo>
                    <a:pt x="429" y="980"/>
                    <a:pt x="334" y="1052"/>
                    <a:pt x="334" y="1147"/>
                  </a:cubicBezTo>
                  <a:cubicBezTo>
                    <a:pt x="334" y="1266"/>
                    <a:pt x="382" y="1338"/>
                    <a:pt x="501" y="1338"/>
                  </a:cubicBezTo>
                  <a:lnTo>
                    <a:pt x="715" y="1338"/>
                  </a:lnTo>
                  <a:lnTo>
                    <a:pt x="715" y="2243"/>
                  </a:lnTo>
                  <a:lnTo>
                    <a:pt x="501" y="2243"/>
                  </a:lnTo>
                  <a:cubicBezTo>
                    <a:pt x="429" y="2243"/>
                    <a:pt x="358" y="2290"/>
                    <a:pt x="334" y="2385"/>
                  </a:cubicBezTo>
                  <a:cubicBezTo>
                    <a:pt x="310" y="2505"/>
                    <a:pt x="382" y="2600"/>
                    <a:pt x="501" y="2600"/>
                  </a:cubicBezTo>
                  <a:lnTo>
                    <a:pt x="715" y="2600"/>
                  </a:lnTo>
                  <a:lnTo>
                    <a:pt x="715" y="3481"/>
                  </a:lnTo>
                  <a:lnTo>
                    <a:pt x="501" y="3481"/>
                  </a:lnTo>
                  <a:cubicBezTo>
                    <a:pt x="429" y="3481"/>
                    <a:pt x="358" y="3552"/>
                    <a:pt x="334" y="3648"/>
                  </a:cubicBezTo>
                  <a:cubicBezTo>
                    <a:pt x="310" y="3767"/>
                    <a:pt x="382" y="3838"/>
                    <a:pt x="501" y="3838"/>
                  </a:cubicBezTo>
                  <a:lnTo>
                    <a:pt x="715" y="3838"/>
                  </a:lnTo>
                  <a:lnTo>
                    <a:pt x="715" y="4743"/>
                  </a:lnTo>
                  <a:lnTo>
                    <a:pt x="501" y="4743"/>
                  </a:lnTo>
                  <a:cubicBezTo>
                    <a:pt x="429" y="4743"/>
                    <a:pt x="334" y="4791"/>
                    <a:pt x="334" y="4886"/>
                  </a:cubicBezTo>
                  <a:cubicBezTo>
                    <a:pt x="334" y="5005"/>
                    <a:pt x="382" y="5100"/>
                    <a:pt x="501" y="5100"/>
                  </a:cubicBezTo>
                  <a:lnTo>
                    <a:pt x="715" y="5100"/>
                  </a:lnTo>
                  <a:lnTo>
                    <a:pt x="715" y="5981"/>
                  </a:lnTo>
                  <a:lnTo>
                    <a:pt x="501" y="5981"/>
                  </a:lnTo>
                  <a:cubicBezTo>
                    <a:pt x="429" y="5981"/>
                    <a:pt x="334" y="6053"/>
                    <a:pt x="334" y="6148"/>
                  </a:cubicBezTo>
                  <a:cubicBezTo>
                    <a:pt x="334" y="6267"/>
                    <a:pt x="382" y="6339"/>
                    <a:pt x="501" y="6339"/>
                  </a:cubicBezTo>
                  <a:lnTo>
                    <a:pt x="715" y="6339"/>
                  </a:lnTo>
                  <a:lnTo>
                    <a:pt x="715" y="7244"/>
                  </a:lnTo>
                  <a:lnTo>
                    <a:pt x="501" y="7244"/>
                  </a:lnTo>
                  <a:cubicBezTo>
                    <a:pt x="429" y="7244"/>
                    <a:pt x="358" y="7291"/>
                    <a:pt x="334" y="7386"/>
                  </a:cubicBezTo>
                  <a:cubicBezTo>
                    <a:pt x="310" y="7506"/>
                    <a:pt x="382" y="7601"/>
                    <a:pt x="501" y="7601"/>
                  </a:cubicBezTo>
                  <a:lnTo>
                    <a:pt x="715" y="7601"/>
                  </a:lnTo>
                  <a:lnTo>
                    <a:pt x="715" y="8482"/>
                  </a:lnTo>
                  <a:lnTo>
                    <a:pt x="501" y="8482"/>
                  </a:lnTo>
                  <a:cubicBezTo>
                    <a:pt x="429" y="8482"/>
                    <a:pt x="358" y="8553"/>
                    <a:pt x="334" y="8649"/>
                  </a:cubicBezTo>
                  <a:cubicBezTo>
                    <a:pt x="310" y="8768"/>
                    <a:pt x="382" y="8839"/>
                    <a:pt x="501" y="8839"/>
                  </a:cubicBezTo>
                  <a:lnTo>
                    <a:pt x="715" y="8839"/>
                  </a:lnTo>
                  <a:lnTo>
                    <a:pt x="715" y="9744"/>
                  </a:lnTo>
                  <a:lnTo>
                    <a:pt x="501" y="9744"/>
                  </a:lnTo>
                  <a:cubicBezTo>
                    <a:pt x="429" y="9744"/>
                    <a:pt x="334" y="9792"/>
                    <a:pt x="334" y="9887"/>
                  </a:cubicBezTo>
                  <a:cubicBezTo>
                    <a:pt x="334" y="10006"/>
                    <a:pt x="382" y="10101"/>
                    <a:pt x="501" y="10101"/>
                  </a:cubicBezTo>
                  <a:lnTo>
                    <a:pt x="715" y="10101"/>
                  </a:lnTo>
                  <a:lnTo>
                    <a:pt x="715" y="10720"/>
                  </a:lnTo>
                  <a:lnTo>
                    <a:pt x="310" y="10720"/>
                  </a:lnTo>
                  <a:cubicBezTo>
                    <a:pt x="144" y="10720"/>
                    <a:pt x="1" y="10840"/>
                    <a:pt x="1" y="11030"/>
                  </a:cubicBezTo>
                  <a:lnTo>
                    <a:pt x="1" y="11578"/>
                  </a:lnTo>
                  <a:cubicBezTo>
                    <a:pt x="1" y="11744"/>
                    <a:pt x="120" y="11887"/>
                    <a:pt x="310" y="11887"/>
                  </a:cubicBezTo>
                  <a:lnTo>
                    <a:pt x="11575" y="11887"/>
                  </a:lnTo>
                  <a:cubicBezTo>
                    <a:pt x="11741" y="11887"/>
                    <a:pt x="11884" y="11768"/>
                    <a:pt x="11884" y="11578"/>
                  </a:cubicBezTo>
                  <a:lnTo>
                    <a:pt x="11884" y="11030"/>
                  </a:lnTo>
                  <a:cubicBezTo>
                    <a:pt x="11837" y="10840"/>
                    <a:pt x="11741" y="10720"/>
                    <a:pt x="11551" y="10720"/>
                  </a:cubicBezTo>
                  <a:lnTo>
                    <a:pt x="11051" y="10720"/>
                  </a:lnTo>
                  <a:lnTo>
                    <a:pt x="11051" y="3171"/>
                  </a:lnTo>
                  <a:cubicBezTo>
                    <a:pt x="11051" y="3076"/>
                    <a:pt x="10979" y="2981"/>
                    <a:pt x="10884" y="2981"/>
                  </a:cubicBezTo>
                  <a:cubicBezTo>
                    <a:pt x="10765" y="2981"/>
                    <a:pt x="10693" y="3052"/>
                    <a:pt x="10693" y="3171"/>
                  </a:cubicBezTo>
                  <a:lnTo>
                    <a:pt x="10693" y="10720"/>
                  </a:lnTo>
                  <a:lnTo>
                    <a:pt x="8717" y="10720"/>
                  </a:lnTo>
                  <a:lnTo>
                    <a:pt x="8717" y="1314"/>
                  </a:lnTo>
                  <a:lnTo>
                    <a:pt x="10693" y="1314"/>
                  </a:lnTo>
                  <a:lnTo>
                    <a:pt x="10693" y="2338"/>
                  </a:lnTo>
                  <a:cubicBezTo>
                    <a:pt x="10693" y="2409"/>
                    <a:pt x="10741" y="2505"/>
                    <a:pt x="10836" y="2505"/>
                  </a:cubicBezTo>
                  <a:cubicBezTo>
                    <a:pt x="10955" y="2505"/>
                    <a:pt x="11051" y="2433"/>
                    <a:pt x="11051" y="2338"/>
                  </a:cubicBezTo>
                  <a:lnTo>
                    <a:pt x="11051" y="1195"/>
                  </a:lnTo>
                  <a:cubicBezTo>
                    <a:pt x="11051" y="1052"/>
                    <a:pt x="10932" y="957"/>
                    <a:pt x="10813" y="957"/>
                  </a:cubicBezTo>
                  <a:lnTo>
                    <a:pt x="8645" y="957"/>
                  </a:lnTo>
                  <a:cubicBezTo>
                    <a:pt x="8479" y="957"/>
                    <a:pt x="8407" y="1076"/>
                    <a:pt x="8407" y="1195"/>
                  </a:cubicBezTo>
                  <a:lnTo>
                    <a:pt x="8407" y="10697"/>
                  </a:lnTo>
                  <a:lnTo>
                    <a:pt x="7621" y="10697"/>
                  </a:lnTo>
                  <a:lnTo>
                    <a:pt x="7621" y="4957"/>
                  </a:lnTo>
                  <a:cubicBezTo>
                    <a:pt x="7621" y="4791"/>
                    <a:pt x="7502" y="4719"/>
                    <a:pt x="7383" y="4719"/>
                  </a:cubicBezTo>
                  <a:lnTo>
                    <a:pt x="5216" y="4719"/>
                  </a:lnTo>
                  <a:cubicBezTo>
                    <a:pt x="5073" y="4719"/>
                    <a:pt x="4978" y="4838"/>
                    <a:pt x="4978" y="4957"/>
                  </a:cubicBezTo>
                  <a:lnTo>
                    <a:pt x="4978" y="10697"/>
                  </a:lnTo>
                  <a:lnTo>
                    <a:pt x="4168" y="10697"/>
                  </a:lnTo>
                  <a:lnTo>
                    <a:pt x="4168" y="7458"/>
                  </a:lnTo>
                  <a:cubicBezTo>
                    <a:pt x="4168" y="7291"/>
                    <a:pt x="4049" y="7220"/>
                    <a:pt x="3930" y="7220"/>
                  </a:cubicBezTo>
                  <a:lnTo>
                    <a:pt x="1692" y="7220"/>
                  </a:lnTo>
                  <a:cubicBezTo>
                    <a:pt x="1620" y="7220"/>
                    <a:pt x="1525" y="7291"/>
                    <a:pt x="1525" y="7386"/>
                  </a:cubicBezTo>
                  <a:lnTo>
                    <a:pt x="1525" y="8672"/>
                  </a:lnTo>
                  <a:cubicBezTo>
                    <a:pt x="1525" y="8696"/>
                    <a:pt x="1549" y="8768"/>
                    <a:pt x="1573" y="8791"/>
                  </a:cubicBezTo>
                  <a:cubicBezTo>
                    <a:pt x="1619" y="8818"/>
                    <a:pt x="1664" y="8830"/>
                    <a:pt x="1704" y="8830"/>
                  </a:cubicBezTo>
                  <a:cubicBezTo>
                    <a:pt x="1808" y="8830"/>
                    <a:pt x="1882" y="8752"/>
                    <a:pt x="1882" y="8649"/>
                  </a:cubicBezTo>
                  <a:lnTo>
                    <a:pt x="1882" y="7577"/>
                  </a:lnTo>
                  <a:lnTo>
                    <a:pt x="3835" y="7577"/>
                  </a:lnTo>
                  <a:lnTo>
                    <a:pt x="3835" y="10697"/>
                  </a:lnTo>
                  <a:lnTo>
                    <a:pt x="1882" y="10697"/>
                  </a:lnTo>
                  <a:lnTo>
                    <a:pt x="1882" y="9482"/>
                  </a:lnTo>
                  <a:cubicBezTo>
                    <a:pt x="1882" y="9387"/>
                    <a:pt x="1811" y="9292"/>
                    <a:pt x="1739" y="9292"/>
                  </a:cubicBezTo>
                  <a:cubicBezTo>
                    <a:pt x="1620" y="9292"/>
                    <a:pt x="1525" y="9363"/>
                    <a:pt x="1525" y="9482"/>
                  </a:cubicBezTo>
                  <a:lnTo>
                    <a:pt x="1525" y="10697"/>
                  </a:lnTo>
                  <a:lnTo>
                    <a:pt x="1072" y="10697"/>
                  </a:lnTo>
                  <a:lnTo>
                    <a:pt x="1072" y="195"/>
                  </a:lnTo>
                  <a:cubicBezTo>
                    <a:pt x="1072" y="99"/>
                    <a:pt x="1025" y="28"/>
                    <a:pt x="930" y="4"/>
                  </a:cubicBezTo>
                  <a:cubicBezTo>
                    <a:pt x="917" y="2"/>
                    <a:pt x="905" y="0"/>
                    <a:pt x="8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5" name="Google Shape;19285;p89"/>
          <p:cNvGrpSpPr/>
          <p:nvPr/>
        </p:nvGrpSpPr>
        <p:grpSpPr>
          <a:xfrm>
            <a:off x="2547602" y="1922870"/>
            <a:ext cx="354354" cy="352980"/>
            <a:chOff x="2738089" y="1922870"/>
            <a:chExt cx="354354" cy="352980"/>
          </a:xfrm>
        </p:grpSpPr>
        <p:sp>
          <p:nvSpPr>
            <p:cNvPr id="19286" name="Google Shape;19286;p89"/>
            <p:cNvSpPr/>
            <p:nvPr/>
          </p:nvSpPr>
          <p:spPr>
            <a:xfrm>
              <a:off x="2990148" y="1976896"/>
              <a:ext cx="98747" cy="293290"/>
            </a:xfrm>
            <a:custGeom>
              <a:rect b="b" l="l" r="r" t="t"/>
              <a:pathLst>
                <a:path extrusionOk="0" h="9837" w="3312">
                  <a:moveTo>
                    <a:pt x="1" y="1"/>
                  </a:moveTo>
                  <a:lnTo>
                    <a:pt x="1" y="9622"/>
                  </a:lnTo>
                  <a:cubicBezTo>
                    <a:pt x="1" y="9741"/>
                    <a:pt x="96" y="9836"/>
                    <a:pt x="215" y="9836"/>
                  </a:cubicBezTo>
                  <a:lnTo>
                    <a:pt x="3073" y="9836"/>
                  </a:lnTo>
                  <a:cubicBezTo>
                    <a:pt x="3192" y="9836"/>
                    <a:pt x="3264" y="9717"/>
                    <a:pt x="3311" y="9598"/>
                  </a:cubicBezTo>
                  <a:lnTo>
                    <a:pt x="3311"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89"/>
            <p:cNvSpPr/>
            <p:nvPr/>
          </p:nvSpPr>
          <p:spPr>
            <a:xfrm>
              <a:off x="3068264" y="1976180"/>
              <a:ext cx="19201" cy="293290"/>
            </a:xfrm>
            <a:custGeom>
              <a:rect b="b" l="l" r="r" t="t"/>
              <a:pathLst>
                <a:path extrusionOk="0" h="9837" w="644">
                  <a:moveTo>
                    <a:pt x="215" y="1"/>
                  </a:moveTo>
                  <a:lnTo>
                    <a:pt x="215" y="9622"/>
                  </a:lnTo>
                  <a:cubicBezTo>
                    <a:pt x="215" y="9741"/>
                    <a:pt x="120" y="9836"/>
                    <a:pt x="1" y="9836"/>
                  </a:cubicBezTo>
                  <a:lnTo>
                    <a:pt x="453" y="9836"/>
                  </a:lnTo>
                  <a:cubicBezTo>
                    <a:pt x="572" y="9836"/>
                    <a:pt x="644" y="9741"/>
                    <a:pt x="644" y="9622"/>
                  </a:cubicBezTo>
                  <a:lnTo>
                    <a:pt x="644" y="25"/>
                  </a:lnTo>
                  <a:lnTo>
                    <a:pt x="6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89"/>
            <p:cNvSpPr/>
            <p:nvPr/>
          </p:nvSpPr>
          <p:spPr>
            <a:xfrm>
              <a:off x="2865908" y="1927909"/>
              <a:ext cx="98717" cy="292575"/>
            </a:xfrm>
            <a:custGeom>
              <a:rect b="b" l="l" r="r" t="t"/>
              <a:pathLst>
                <a:path extrusionOk="0" h="9813" w="3311">
                  <a:moveTo>
                    <a:pt x="239" y="1"/>
                  </a:moveTo>
                  <a:cubicBezTo>
                    <a:pt x="119" y="1"/>
                    <a:pt x="24" y="120"/>
                    <a:pt x="0" y="239"/>
                  </a:cubicBezTo>
                  <a:lnTo>
                    <a:pt x="0" y="9812"/>
                  </a:lnTo>
                  <a:lnTo>
                    <a:pt x="3311" y="9812"/>
                  </a:lnTo>
                  <a:lnTo>
                    <a:pt x="3311" y="191"/>
                  </a:lnTo>
                  <a:cubicBezTo>
                    <a:pt x="3311" y="72"/>
                    <a:pt x="3215" y="1"/>
                    <a:pt x="3096" y="1"/>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89"/>
            <p:cNvSpPr/>
            <p:nvPr/>
          </p:nvSpPr>
          <p:spPr>
            <a:xfrm>
              <a:off x="2944024" y="1928535"/>
              <a:ext cx="20602" cy="292634"/>
            </a:xfrm>
            <a:custGeom>
              <a:rect b="b" l="l" r="r" t="t"/>
              <a:pathLst>
                <a:path extrusionOk="0" h="9815" w="691">
                  <a:moveTo>
                    <a:pt x="507" y="0"/>
                  </a:moveTo>
                  <a:cubicBezTo>
                    <a:pt x="497" y="0"/>
                    <a:pt x="487" y="1"/>
                    <a:pt x="476" y="3"/>
                  </a:cubicBezTo>
                  <a:lnTo>
                    <a:pt x="0" y="3"/>
                  </a:lnTo>
                  <a:cubicBezTo>
                    <a:pt x="119" y="3"/>
                    <a:pt x="214" y="99"/>
                    <a:pt x="214" y="218"/>
                  </a:cubicBezTo>
                  <a:lnTo>
                    <a:pt x="214" y="9815"/>
                  </a:lnTo>
                  <a:lnTo>
                    <a:pt x="691" y="9815"/>
                  </a:lnTo>
                  <a:lnTo>
                    <a:pt x="691" y="218"/>
                  </a:lnTo>
                  <a:cubicBezTo>
                    <a:pt x="691" y="109"/>
                    <a:pt x="611" y="0"/>
                    <a:pt x="5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89"/>
            <p:cNvSpPr/>
            <p:nvPr/>
          </p:nvSpPr>
          <p:spPr>
            <a:xfrm>
              <a:off x="2744499" y="1976896"/>
              <a:ext cx="98717" cy="293290"/>
            </a:xfrm>
            <a:custGeom>
              <a:rect b="b" l="l" r="r" t="t"/>
              <a:pathLst>
                <a:path extrusionOk="0" h="9837" w="3311">
                  <a:moveTo>
                    <a:pt x="0" y="1"/>
                  </a:moveTo>
                  <a:lnTo>
                    <a:pt x="0" y="9622"/>
                  </a:lnTo>
                  <a:cubicBezTo>
                    <a:pt x="0" y="9741"/>
                    <a:pt x="95" y="9836"/>
                    <a:pt x="214" y="9836"/>
                  </a:cubicBezTo>
                  <a:lnTo>
                    <a:pt x="3072" y="9836"/>
                  </a:lnTo>
                  <a:cubicBezTo>
                    <a:pt x="3167" y="9836"/>
                    <a:pt x="3310" y="9717"/>
                    <a:pt x="3310" y="9598"/>
                  </a:cubicBezTo>
                  <a:lnTo>
                    <a:pt x="331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89"/>
            <p:cNvSpPr/>
            <p:nvPr/>
          </p:nvSpPr>
          <p:spPr>
            <a:xfrm>
              <a:off x="2822586" y="1976180"/>
              <a:ext cx="20632" cy="293290"/>
            </a:xfrm>
            <a:custGeom>
              <a:rect b="b" l="l" r="r" t="t"/>
              <a:pathLst>
                <a:path extrusionOk="0" h="9837" w="692">
                  <a:moveTo>
                    <a:pt x="215" y="1"/>
                  </a:moveTo>
                  <a:lnTo>
                    <a:pt x="215" y="9622"/>
                  </a:lnTo>
                  <a:cubicBezTo>
                    <a:pt x="215" y="9741"/>
                    <a:pt x="120" y="9836"/>
                    <a:pt x="1" y="9836"/>
                  </a:cubicBezTo>
                  <a:lnTo>
                    <a:pt x="477" y="9836"/>
                  </a:lnTo>
                  <a:cubicBezTo>
                    <a:pt x="596" y="9836"/>
                    <a:pt x="691" y="9741"/>
                    <a:pt x="691" y="9622"/>
                  </a:cubicBezTo>
                  <a:lnTo>
                    <a:pt x="691" y="25"/>
                  </a:lnTo>
                  <a:lnTo>
                    <a:pt x="691"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89"/>
            <p:cNvSpPr/>
            <p:nvPr/>
          </p:nvSpPr>
          <p:spPr>
            <a:xfrm>
              <a:off x="2743784" y="1928565"/>
              <a:ext cx="98002" cy="114221"/>
            </a:xfrm>
            <a:custGeom>
              <a:rect b="b" l="l" r="r" t="t"/>
              <a:pathLst>
                <a:path extrusionOk="0" h="3831" w="3287">
                  <a:moveTo>
                    <a:pt x="1702" y="0"/>
                  </a:moveTo>
                  <a:cubicBezTo>
                    <a:pt x="1675" y="0"/>
                    <a:pt x="1647" y="1"/>
                    <a:pt x="1620" y="2"/>
                  </a:cubicBezTo>
                  <a:cubicBezTo>
                    <a:pt x="762" y="26"/>
                    <a:pt x="48" y="717"/>
                    <a:pt x="24" y="1574"/>
                  </a:cubicBezTo>
                  <a:cubicBezTo>
                    <a:pt x="0" y="2312"/>
                    <a:pt x="500" y="2979"/>
                    <a:pt x="1143" y="3170"/>
                  </a:cubicBezTo>
                  <a:lnTo>
                    <a:pt x="1596" y="3813"/>
                  </a:lnTo>
                  <a:cubicBezTo>
                    <a:pt x="1608" y="3825"/>
                    <a:pt x="1632" y="3830"/>
                    <a:pt x="1655" y="3830"/>
                  </a:cubicBezTo>
                  <a:cubicBezTo>
                    <a:pt x="1679" y="3830"/>
                    <a:pt x="1703" y="3825"/>
                    <a:pt x="1715" y="3813"/>
                  </a:cubicBezTo>
                  <a:lnTo>
                    <a:pt x="2167" y="3170"/>
                  </a:lnTo>
                  <a:cubicBezTo>
                    <a:pt x="2810" y="2979"/>
                    <a:pt x="3287" y="2360"/>
                    <a:pt x="3287" y="1622"/>
                  </a:cubicBezTo>
                  <a:cubicBezTo>
                    <a:pt x="3287" y="744"/>
                    <a:pt x="2592" y="0"/>
                    <a:pt x="1702"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89"/>
            <p:cNvSpPr/>
            <p:nvPr/>
          </p:nvSpPr>
          <p:spPr>
            <a:xfrm>
              <a:off x="2784243" y="1935005"/>
              <a:ext cx="57543" cy="108497"/>
            </a:xfrm>
            <a:custGeom>
              <a:rect b="b" l="l" r="r" t="t"/>
              <a:pathLst>
                <a:path extrusionOk="0" h="3639" w="1930">
                  <a:moveTo>
                    <a:pt x="1096" y="1"/>
                  </a:moveTo>
                  <a:cubicBezTo>
                    <a:pt x="1382" y="286"/>
                    <a:pt x="1549" y="667"/>
                    <a:pt x="1549" y="1120"/>
                  </a:cubicBezTo>
                  <a:cubicBezTo>
                    <a:pt x="1549" y="1858"/>
                    <a:pt x="1072" y="2477"/>
                    <a:pt x="429" y="2692"/>
                  </a:cubicBezTo>
                  <a:lnTo>
                    <a:pt x="1" y="3287"/>
                  </a:lnTo>
                  <a:lnTo>
                    <a:pt x="239" y="3620"/>
                  </a:lnTo>
                  <a:cubicBezTo>
                    <a:pt x="251" y="3632"/>
                    <a:pt x="275" y="3638"/>
                    <a:pt x="298" y="3638"/>
                  </a:cubicBezTo>
                  <a:cubicBezTo>
                    <a:pt x="322" y="3638"/>
                    <a:pt x="346" y="3632"/>
                    <a:pt x="358" y="3620"/>
                  </a:cubicBezTo>
                  <a:lnTo>
                    <a:pt x="810" y="3001"/>
                  </a:lnTo>
                  <a:cubicBezTo>
                    <a:pt x="1453" y="2763"/>
                    <a:pt x="1930" y="2168"/>
                    <a:pt x="1930" y="1406"/>
                  </a:cubicBezTo>
                  <a:cubicBezTo>
                    <a:pt x="1930" y="787"/>
                    <a:pt x="1620" y="286"/>
                    <a:pt x="10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89"/>
            <p:cNvSpPr/>
            <p:nvPr/>
          </p:nvSpPr>
          <p:spPr>
            <a:xfrm>
              <a:off x="2866623" y="2155996"/>
              <a:ext cx="98717" cy="114191"/>
            </a:xfrm>
            <a:custGeom>
              <a:rect b="b" l="l" r="r" t="t"/>
              <a:pathLst>
                <a:path extrusionOk="0" h="3830" w="3311">
                  <a:moveTo>
                    <a:pt x="1646" y="1"/>
                  </a:moveTo>
                  <a:cubicBezTo>
                    <a:pt x="1626" y="1"/>
                    <a:pt x="1608" y="7"/>
                    <a:pt x="1596" y="19"/>
                  </a:cubicBezTo>
                  <a:lnTo>
                    <a:pt x="1143" y="638"/>
                  </a:lnTo>
                  <a:cubicBezTo>
                    <a:pt x="477" y="828"/>
                    <a:pt x="0" y="1448"/>
                    <a:pt x="0" y="2186"/>
                  </a:cubicBezTo>
                  <a:cubicBezTo>
                    <a:pt x="0" y="3100"/>
                    <a:pt x="739" y="3830"/>
                    <a:pt x="1625" y="3830"/>
                  </a:cubicBezTo>
                  <a:cubicBezTo>
                    <a:pt x="1639" y="3830"/>
                    <a:pt x="1653" y="3829"/>
                    <a:pt x="1667" y="3829"/>
                  </a:cubicBezTo>
                  <a:cubicBezTo>
                    <a:pt x="2548" y="3805"/>
                    <a:pt x="3239" y="3115"/>
                    <a:pt x="3287" y="2257"/>
                  </a:cubicBezTo>
                  <a:cubicBezTo>
                    <a:pt x="3310" y="1519"/>
                    <a:pt x="2810" y="852"/>
                    <a:pt x="2144" y="638"/>
                  </a:cubicBezTo>
                  <a:lnTo>
                    <a:pt x="1715" y="19"/>
                  </a:lnTo>
                  <a:cubicBezTo>
                    <a:pt x="1691" y="7"/>
                    <a:pt x="1667" y="1"/>
                    <a:pt x="1646"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89"/>
            <p:cNvSpPr/>
            <p:nvPr/>
          </p:nvSpPr>
          <p:spPr>
            <a:xfrm>
              <a:off x="2907798" y="2154774"/>
              <a:ext cx="57543" cy="109004"/>
            </a:xfrm>
            <a:custGeom>
              <a:rect b="b" l="l" r="r" t="t"/>
              <a:pathLst>
                <a:path extrusionOk="0" h="3656" w="1930">
                  <a:moveTo>
                    <a:pt x="298" y="0"/>
                  </a:moveTo>
                  <a:cubicBezTo>
                    <a:pt x="274" y="0"/>
                    <a:pt x="251" y="12"/>
                    <a:pt x="239" y="36"/>
                  </a:cubicBezTo>
                  <a:lnTo>
                    <a:pt x="0" y="369"/>
                  </a:lnTo>
                  <a:lnTo>
                    <a:pt x="405" y="965"/>
                  </a:lnTo>
                  <a:cubicBezTo>
                    <a:pt x="1072" y="1155"/>
                    <a:pt x="1548" y="1774"/>
                    <a:pt x="1548" y="2536"/>
                  </a:cubicBezTo>
                  <a:cubicBezTo>
                    <a:pt x="1548" y="2965"/>
                    <a:pt x="1358" y="3370"/>
                    <a:pt x="1096" y="3656"/>
                  </a:cubicBezTo>
                  <a:cubicBezTo>
                    <a:pt x="1572" y="3370"/>
                    <a:pt x="1929" y="2822"/>
                    <a:pt x="1929" y="2227"/>
                  </a:cubicBezTo>
                  <a:cubicBezTo>
                    <a:pt x="1929" y="1489"/>
                    <a:pt x="1453" y="893"/>
                    <a:pt x="810" y="655"/>
                  </a:cubicBezTo>
                  <a:lnTo>
                    <a:pt x="358" y="36"/>
                  </a:lnTo>
                  <a:cubicBezTo>
                    <a:pt x="346" y="12"/>
                    <a:pt x="322" y="0"/>
                    <a:pt x="298"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89"/>
            <p:cNvSpPr/>
            <p:nvPr/>
          </p:nvSpPr>
          <p:spPr>
            <a:xfrm>
              <a:off x="2989462" y="1928565"/>
              <a:ext cx="98002" cy="114221"/>
            </a:xfrm>
            <a:custGeom>
              <a:rect b="b" l="l" r="r" t="t"/>
              <a:pathLst>
                <a:path extrusionOk="0" h="3831" w="3287">
                  <a:moveTo>
                    <a:pt x="1724" y="0"/>
                  </a:moveTo>
                  <a:cubicBezTo>
                    <a:pt x="1697" y="0"/>
                    <a:pt x="1670" y="1"/>
                    <a:pt x="1643" y="2"/>
                  </a:cubicBezTo>
                  <a:cubicBezTo>
                    <a:pt x="762" y="26"/>
                    <a:pt x="48" y="717"/>
                    <a:pt x="24" y="1574"/>
                  </a:cubicBezTo>
                  <a:cubicBezTo>
                    <a:pt x="0" y="2312"/>
                    <a:pt x="500" y="2979"/>
                    <a:pt x="1143" y="3170"/>
                  </a:cubicBezTo>
                  <a:lnTo>
                    <a:pt x="1596" y="3813"/>
                  </a:lnTo>
                  <a:cubicBezTo>
                    <a:pt x="1608" y="3825"/>
                    <a:pt x="1631" y="3830"/>
                    <a:pt x="1655" y="3830"/>
                  </a:cubicBezTo>
                  <a:cubicBezTo>
                    <a:pt x="1679" y="3830"/>
                    <a:pt x="1703" y="3825"/>
                    <a:pt x="1715" y="3813"/>
                  </a:cubicBezTo>
                  <a:lnTo>
                    <a:pt x="2167" y="3170"/>
                  </a:lnTo>
                  <a:cubicBezTo>
                    <a:pt x="2834" y="2979"/>
                    <a:pt x="3287" y="2360"/>
                    <a:pt x="3287" y="1622"/>
                  </a:cubicBezTo>
                  <a:cubicBezTo>
                    <a:pt x="3287" y="744"/>
                    <a:pt x="2592" y="0"/>
                    <a:pt x="172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89"/>
            <p:cNvSpPr/>
            <p:nvPr/>
          </p:nvSpPr>
          <p:spPr>
            <a:xfrm>
              <a:off x="3029922" y="1935005"/>
              <a:ext cx="57543" cy="108497"/>
            </a:xfrm>
            <a:custGeom>
              <a:rect b="b" l="l" r="r" t="t"/>
              <a:pathLst>
                <a:path extrusionOk="0" h="3639" w="1930">
                  <a:moveTo>
                    <a:pt x="1120" y="1"/>
                  </a:moveTo>
                  <a:lnTo>
                    <a:pt x="1120" y="1"/>
                  </a:lnTo>
                  <a:cubicBezTo>
                    <a:pt x="1382" y="286"/>
                    <a:pt x="1549" y="667"/>
                    <a:pt x="1549" y="1120"/>
                  </a:cubicBezTo>
                  <a:cubicBezTo>
                    <a:pt x="1549" y="1858"/>
                    <a:pt x="1072" y="2477"/>
                    <a:pt x="429" y="2692"/>
                  </a:cubicBezTo>
                  <a:lnTo>
                    <a:pt x="1" y="3287"/>
                  </a:lnTo>
                  <a:lnTo>
                    <a:pt x="239" y="3620"/>
                  </a:lnTo>
                  <a:cubicBezTo>
                    <a:pt x="263" y="3632"/>
                    <a:pt x="286" y="3638"/>
                    <a:pt x="307" y="3638"/>
                  </a:cubicBezTo>
                  <a:cubicBezTo>
                    <a:pt x="328" y="3638"/>
                    <a:pt x="346" y="3632"/>
                    <a:pt x="358" y="3620"/>
                  </a:cubicBezTo>
                  <a:lnTo>
                    <a:pt x="810" y="3001"/>
                  </a:lnTo>
                  <a:cubicBezTo>
                    <a:pt x="1477" y="2763"/>
                    <a:pt x="1930" y="2168"/>
                    <a:pt x="1930" y="1406"/>
                  </a:cubicBezTo>
                  <a:cubicBezTo>
                    <a:pt x="1930" y="787"/>
                    <a:pt x="1620" y="286"/>
                    <a:pt x="11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89"/>
            <p:cNvSpPr/>
            <p:nvPr/>
          </p:nvSpPr>
          <p:spPr>
            <a:xfrm>
              <a:off x="2738089" y="1922870"/>
              <a:ext cx="109391" cy="351549"/>
            </a:xfrm>
            <a:custGeom>
              <a:rect b="b" l="l" r="r" t="t"/>
              <a:pathLst>
                <a:path extrusionOk="0" h="11791" w="3669">
                  <a:moveTo>
                    <a:pt x="1835" y="336"/>
                  </a:moveTo>
                  <a:cubicBezTo>
                    <a:pt x="2239" y="336"/>
                    <a:pt x="2597" y="479"/>
                    <a:pt x="2859" y="765"/>
                  </a:cubicBezTo>
                  <a:cubicBezTo>
                    <a:pt x="3168" y="1027"/>
                    <a:pt x="3311" y="1408"/>
                    <a:pt x="3311" y="1789"/>
                  </a:cubicBezTo>
                  <a:cubicBezTo>
                    <a:pt x="3311" y="2456"/>
                    <a:pt x="2930" y="3003"/>
                    <a:pt x="2287" y="3218"/>
                  </a:cubicBezTo>
                  <a:cubicBezTo>
                    <a:pt x="2263" y="3218"/>
                    <a:pt x="2239" y="3265"/>
                    <a:pt x="2216" y="3289"/>
                  </a:cubicBezTo>
                  <a:lnTo>
                    <a:pt x="1858" y="3789"/>
                  </a:lnTo>
                  <a:lnTo>
                    <a:pt x="1501" y="3289"/>
                  </a:lnTo>
                  <a:cubicBezTo>
                    <a:pt x="1453" y="3265"/>
                    <a:pt x="1430" y="3218"/>
                    <a:pt x="1406" y="3218"/>
                  </a:cubicBezTo>
                  <a:cubicBezTo>
                    <a:pt x="787" y="3003"/>
                    <a:pt x="358" y="2408"/>
                    <a:pt x="382" y="1765"/>
                  </a:cubicBezTo>
                  <a:cubicBezTo>
                    <a:pt x="406" y="1003"/>
                    <a:pt x="1049" y="360"/>
                    <a:pt x="1811" y="336"/>
                  </a:cubicBezTo>
                  <a:close/>
                  <a:moveTo>
                    <a:pt x="1900" y="1"/>
                  </a:moveTo>
                  <a:cubicBezTo>
                    <a:pt x="1870" y="1"/>
                    <a:pt x="1840" y="1"/>
                    <a:pt x="1811" y="3"/>
                  </a:cubicBezTo>
                  <a:cubicBezTo>
                    <a:pt x="858" y="27"/>
                    <a:pt x="48" y="812"/>
                    <a:pt x="25" y="1765"/>
                  </a:cubicBezTo>
                  <a:lnTo>
                    <a:pt x="25" y="1813"/>
                  </a:lnTo>
                  <a:lnTo>
                    <a:pt x="25" y="5766"/>
                  </a:lnTo>
                  <a:cubicBezTo>
                    <a:pt x="25" y="5837"/>
                    <a:pt x="96" y="5933"/>
                    <a:pt x="191" y="5933"/>
                  </a:cubicBezTo>
                  <a:cubicBezTo>
                    <a:pt x="310" y="5933"/>
                    <a:pt x="382" y="5885"/>
                    <a:pt x="382" y="5766"/>
                  </a:cubicBezTo>
                  <a:lnTo>
                    <a:pt x="382" y="2861"/>
                  </a:lnTo>
                  <a:cubicBezTo>
                    <a:pt x="596" y="3170"/>
                    <a:pt x="906" y="3384"/>
                    <a:pt x="1263" y="3527"/>
                  </a:cubicBezTo>
                  <a:lnTo>
                    <a:pt x="1668" y="4099"/>
                  </a:lnTo>
                  <a:cubicBezTo>
                    <a:pt x="1721" y="4152"/>
                    <a:pt x="1815" y="4179"/>
                    <a:pt x="1899" y="4179"/>
                  </a:cubicBezTo>
                  <a:cubicBezTo>
                    <a:pt x="1927" y="4179"/>
                    <a:pt x="1954" y="4176"/>
                    <a:pt x="1977" y="4170"/>
                  </a:cubicBezTo>
                  <a:lnTo>
                    <a:pt x="2049" y="4099"/>
                  </a:lnTo>
                  <a:lnTo>
                    <a:pt x="2478" y="3527"/>
                  </a:lnTo>
                  <a:cubicBezTo>
                    <a:pt x="2835" y="3408"/>
                    <a:pt x="3121" y="3170"/>
                    <a:pt x="3335" y="2861"/>
                  </a:cubicBezTo>
                  <a:lnTo>
                    <a:pt x="3335" y="11410"/>
                  </a:lnTo>
                  <a:cubicBezTo>
                    <a:pt x="3335" y="11434"/>
                    <a:pt x="3311" y="11481"/>
                    <a:pt x="3287" y="11481"/>
                  </a:cubicBezTo>
                  <a:lnTo>
                    <a:pt x="429" y="11481"/>
                  </a:lnTo>
                  <a:cubicBezTo>
                    <a:pt x="382" y="11481"/>
                    <a:pt x="358" y="11434"/>
                    <a:pt x="358" y="11410"/>
                  </a:cubicBezTo>
                  <a:lnTo>
                    <a:pt x="358" y="6552"/>
                  </a:lnTo>
                  <a:cubicBezTo>
                    <a:pt x="358" y="6480"/>
                    <a:pt x="310" y="6385"/>
                    <a:pt x="215" y="6385"/>
                  </a:cubicBezTo>
                  <a:cubicBezTo>
                    <a:pt x="96" y="6385"/>
                    <a:pt x="1" y="6433"/>
                    <a:pt x="1" y="6552"/>
                  </a:cubicBezTo>
                  <a:lnTo>
                    <a:pt x="1" y="11410"/>
                  </a:lnTo>
                  <a:cubicBezTo>
                    <a:pt x="1" y="11624"/>
                    <a:pt x="191" y="11791"/>
                    <a:pt x="382" y="11791"/>
                  </a:cubicBezTo>
                  <a:lnTo>
                    <a:pt x="3240" y="11791"/>
                  </a:lnTo>
                  <a:cubicBezTo>
                    <a:pt x="3454" y="11791"/>
                    <a:pt x="3644" y="11624"/>
                    <a:pt x="3644" y="11410"/>
                  </a:cubicBezTo>
                  <a:lnTo>
                    <a:pt x="3644" y="1789"/>
                  </a:lnTo>
                  <a:cubicBezTo>
                    <a:pt x="3668" y="1360"/>
                    <a:pt x="3478" y="884"/>
                    <a:pt x="3121" y="527"/>
                  </a:cubicBezTo>
                  <a:cubicBezTo>
                    <a:pt x="2786" y="169"/>
                    <a:pt x="2346" y="1"/>
                    <a:pt x="19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89"/>
            <p:cNvSpPr/>
            <p:nvPr/>
          </p:nvSpPr>
          <p:spPr>
            <a:xfrm>
              <a:off x="2772884" y="1952209"/>
              <a:ext cx="37656" cy="44782"/>
            </a:xfrm>
            <a:custGeom>
              <a:rect b="b" l="l" r="r" t="t"/>
              <a:pathLst>
                <a:path extrusionOk="0" h="1502" w="1263">
                  <a:moveTo>
                    <a:pt x="668" y="614"/>
                  </a:moveTo>
                  <a:lnTo>
                    <a:pt x="763" y="876"/>
                  </a:lnTo>
                  <a:lnTo>
                    <a:pt x="596" y="876"/>
                  </a:lnTo>
                  <a:lnTo>
                    <a:pt x="668" y="614"/>
                  </a:lnTo>
                  <a:close/>
                  <a:moveTo>
                    <a:pt x="652" y="1"/>
                  </a:moveTo>
                  <a:cubicBezTo>
                    <a:pt x="574" y="1"/>
                    <a:pt x="512" y="50"/>
                    <a:pt x="477" y="138"/>
                  </a:cubicBezTo>
                  <a:lnTo>
                    <a:pt x="25" y="1257"/>
                  </a:lnTo>
                  <a:cubicBezTo>
                    <a:pt x="1" y="1353"/>
                    <a:pt x="48" y="1472"/>
                    <a:pt x="144" y="1496"/>
                  </a:cubicBezTo>
                  <a:cubicBezTo>
                    <a:pt x="160" y="1500"/>
                    <a:pt x="176" y="1502"/>
                    <a:pt x="191" y="1502"/>
                  </a:cubicBezTo>
                  <a:cubicBezTo>
                    <a:pt x="263" y="1502"/>
                    <a:pt x="318" y="1455"/>
                    <a:pt x="358" y="1376"/>
                  </a:cubicBezTo>
                  <a:lnTo>
                    <a:pt x="406" y="1186"/>
                  </a:lnTo>
                  <a:lnTo>
                    <a:pt x="858" y="1186"/>
                  </a:lnTo>
                  <a:lnTo>
                    <a:pt x="929" y="1376"/>
                  </a:lnTo>
                  <a:cubicBezTo>
                    <a:pt x="953" y="1472"/>
                    <a:pt x="1049" y="1496"/>
                    <a:pt x="1096" y="1496"/>
                  </a:cubicBezTo>
                  <a:cubicBezTo>
                    <a:pt x="1215" y="1472"/>
                    <a:pt x="1263" y="1376"/>
                    <a:pt x="1239" y="1257"/>
                  </a:cubicBezTo>
                  <a:lnTo>
                    <a:pt x="858" y="138"/>
                  </a:lnTo>
                  <a:cubicBezTo>
                    <a:pt x="834" y="67"/>
                    <a:pt x="810" y="43"/>
                    <a:pt x="739" y="19"/>
                  </a:cubicBezTo>
                  <a:cubicBezTo>
                    <a:pt x="708" y="7"/>
                    <a:pt x="679" y="1"/>
                    <a:pt x="6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89"/>
            <p:cNvSpPr/>
            <p:nvPr/>
          </p:nvSpPr>
          <p:spPr>
            <a:xfrm>
              <a:off x="2761524" y="2092639"/>
              <a:ext cx="63923" cy="10674"/>
            </a:xfrm>
            <a:custGeom>
              <a:rect b="b" l="l" r="r" t="t"/>
              <a:pathLst>
                <a:path extrusionOk="0" h="358" w="2144">
                  <a:moveTo>
                    <a:pt x="191" y="0"/>
                  </a:moveTo>
                  <a:cubicBezTo>
                    <a:pt x="120" y="0"/>
                    <a:pt x="25" y="72"/>
                    <a:pt x="25" y="143"/>
                  </a:cubicBezTo>
                  <a:cubicBezTo>
                    <a:pt x="1" y="262"/>
                    <a:pt x="72" y="358"/>
                    <a:pt x="191" y="358"/>
                  </a:cubicBezTo>
                  <a:lnTo>
                    <a:pt x="1953" y="358"/>
                  </a:lnTo>
                  <a:cubicBezTo>
                    <a:pt x="2049" y="358"/>
                    <a:pt x="2144" y="286"/>
                    <a:pt x="2144" y="215"/>
                  </a:cubicBezTo>
                  <a:cubicBezTo>
                    <a:pt x="2144" y="96"/>
                    <a:pt x="2073"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89"/>
            <p:cNvSpPr/>
            <p:nvPr/>
          </p:nvSpPr>
          <p:spPr>
            <a:xfrm>
              <a:off x="2761524" y="2116789"/>
              <a:ext cx="63923" cy="10674"/>
            </a:xfrm>
            <a:custGeom>
              <a:rect b="b" l="l" r="r" t="t"/>
              <a:pathLst>
                <a:path extrusionOk="0" h="358" w="2144">
                  <a:moveTo>
                    <a:pt x="191" y="0"/>
                  </a:moveTo>
                  <a:cubicBezTo>
                    <a:pt x="120" y="0"/>
                    <a:pt x="25" y="48"/>
                    <a:pt x="25" y="143"/>
                  </a:cubicBezTo>
                  <a:cubicBezTo>
                    <a:pt x="1" y="262"/>
                    <a:pt x="72" y="357"/>
                    <a:pt x="191" y="357"/>
                  </a:cubicBezTo>
                  <a:lnTo>
                    <a:pt x="1953" y="357"/>
                  </a:lnTo>
                  <a:cubicBezTo>
                    <a:pt x="2049" y="357"/>
                    <a:pt x="2144" y="286"/>
                    <a:pt x="2144" y="214"/>
                  </a:cubicBezTo>
                  <a:cubicBezTo>
                    <a:pt x="2144" y="95"/>
                    <a:pt x="2073"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89"/>
            <p:cNvSpPr/>
            <p:nvPr/>
          </p:nvSpPr>
          <p:spPr>
            <a:xfrm>
              <a:off x="2761524" y="2139509"/>
              <a:ext cx="63923" cy="10674"/>
            </a:xfrm>
            <a:custGeom>
              <a:rect b="b" l="l" r="r" t="t"/>
              <a:pathLst>
                <a:path extrusionOk="0" h="358" w="2144">
                  <a:moveTo>
                    <a:pt x="191" y="0"/>
                  </a:moveTo>
                  <a:cubicBezTo>
                    <a:pt x="120" y="0"/>
                    <a:pt x="25" y="72"/>
                    <a:pt x="25" y="143"/>
                  </a:cubicBezTo>
                  <a:cubicBezTo>
                    <a:pt x="1" y="286"/>
                    <a:pt x="72" y="357"/>
                    <a:pt x="191" y="357"/>
                  </a:cubicBezTo>
                  <a:lnTo>
                    <a:pt x="1953" y="357"/>
                  </a:lnTo>
                  <a:cubicBezTo>
                    <a:pt x="2049" y="357"/>
                    <a:pt x="2144" y="310"/>
                    <a:pt x="2144" y="215"/>
                  </a:cubicBezTo>
                  <a:cubicBezTo>
                    <a:pt x="2144" y="95"/>
                    <a:pt x="2073"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89"/>
            <p:cNvSpPr/>
            <p:nvPr/>
          </p:nvSpPr>
          <p:spPr>
            <a:xfrm>
              <a:off x="2761524" y="2163629"/>
              <a:ext cx="63923" cy="10704"/>
            </a:xfrm>
            <a:custGeom>
              <a:rect b="b" l="l" r="r" t="t"/>
              <a:pathLst>
                <a:path extrusionOk="0" h="359" w="2144">
                  <a:moveTo>
                    <a:pt x="191" y="1"/>
                  </a:moveTo>
                  <a:cubicBezTo>
                    <a:pt x="120" y="1"/>
                    <a:pt x="25" y="72"/>
                    <a:pt x="25" y="144"/>
                  </a:cubicBezTo>
                  <a:cubicBezTo>
                    <a:pt x="1" y="263"/>
                    <a:pt x="72" y="358"/>
                    <a:pt x="191" y="358"/>
                  </a:cubicBezTo>
                  <a:lnTo>
                    <a:pt x="1953" y="358"/>
                  </a:lnTo>
                  <a:cubicBezTo>
                    <a:pt x="2049" y="358"/>
                    <a:pt x="2144" y="287"/>
                    <a:pt x="2144" y="215"/>
                  </a:cubicBezTo>
                  <a:cubicBezTo>
                    <a:pt x="2144" y="96"/>
                    <a:pt x="2073" y="1"/>
                    <a:pt x="19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89"/>
            <p:cNvSpPr/>
            <p:nvPr/>
          </p:nvSpPr>
          <p:spPr>
            <a:xfrm>
              <a:off x="2761524" y="2187780"/>
              <a:ext cx="63923" cy="10674"/>
            </a:xfrm>
            <a:custGeom>
              <a:rect b="b" l="l" r="r" t="t"/>
              <a:pathLst>
                <a:path extrusionOk="0" h="358" w="2144">
                  <a:moveTo>
                    <a:pt x="191" y="1"/>
                  </a:moveTo>
                  <a:cubicBezTo>
                    <a:pt x="120" y="1"/>
                    <a:pt x="25" y="48"/>
                    <a:pt x="25" y="143"/>
                  </a:cubicBezTo>
                  <a:cubicBezTo>
                    <a:pt x="1" y="263"/>
                    <a:pt x="72" y="358"/>
                    <a:pt x="191" y="358"/>
                  </a:cubicBezTo>
                  <a:lnTo>
                    <a:pt x="1953" y="358"/>
                  </a:lnTo>
                  <a:cubicBezTo>
                    <a:pt x="2049" y="358"/>
                    <a:pt x="2144" y="286"/>
                    <a:pt x="2144" y="215"/>
                  </a:cubicBezTo>
                  <a:cubicBezTo>
                    <a:pt x="2144" y="96"/>
                    <a:pt x="2073" y="1"/>
                    <a:pt x="19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89"/>
            <p:cNvSpPr/>
            <p:nvPr/>
          </p:nvSpPr>
          <p:spPr>
            <a:xfrm>
              <a:off x="2761524" y="2210499"/>
              <a:ext cx="32707" cy="10674"/>
            </a:xfrm>
            <a:custGeom>
              <a:rect b="b" l="l" r="r" t="t"/>
              <a:pathLst>
                <a:path extrusionOk="0" h="358" w="1097">
                  <a:moveTo>
                    <a:pt x="191" y="1"/>
                  </a:moveTo>
                  <a:cubicBezTo>
                    <a:pt x="120" y="1"/>
                    <a:pt x="25" y="72"/>
                    <a:pt x="25" y="144"/>
                  </a:cubicBezTo>
                  <a:cubicBezTo>
                    <a:pt x="1" y="286"/>
                    <a:pt x="72" y="358"/>
                    <a:pt x="191" y="358"/>
                  </a:cubicBezTo>
                  <a:lnTo>
                    <a:pt x="906" y="358"/>
                  </a:lnTo>
                  <a:cubicBezTo>
                    <a:pt x="1001" y="358"/>
                    <a:pt x="1096" y="310"/>
                    <a:pt x="1096" y="215"/>
                  </a:cubicBezTo>
                  <a:cubicBezTo>
                    <a:pt x="1096" y="96"/>
                    <a:pt x="1025" y="1"/>
                    <a:pt x="9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89"/>
            <p:cNvSpPr/>
            <p:nvPr/>
          </p:nvSpPr>
          <p:spPr>
            <a:xfrm>
              <a:off x="2983768" y="1922870"/>
              <a:ext cx="108676" cy="352264"/>
            </a:xfrm>
            <a:custGeom>
              <a:rect b="b" l="l" r="r" t="t"/>
              <a:pathLst>
                <a:path extrusionOk="0" h="11815" w="3645">
                  <a:moveTo>
                    <a:pt x="1858" y="336"/>
                  </a:moveTo>
                  <a:cubicBezTo>
                    <a:pt x="2239" y="336"/>
                    <a:pt x="2596" y="479"/>
                    <a:pt x="2858" y="765"/>
                  </a:cubicBezTo>
                  <a:cubicBezTo>
                    <a:pt x="3168" y="1027"/>
                    <a:pt x="3311" y="1408"/>
                    <a:pt x="3311" y="1789"/>
                  </a:cubicBezTo>
                  <a:cubicBezTo>
                    <a:pt x="3311" y="2456"/>
                    <a:pt x="2882" y="3003"/>
                    <a:pt x="2287" y="3218"/>
                  </a:cubicBezTo>
                  <a:cubicBezTo>
                    <a:pt x="2263" y="3218"/>
                    <a:pt x="2239" y="3265"/>
                    <a:pt x="2215" y="3289"/>
                  </a:cubicBezTo>
                  <a:lnTo>
                    <a:pt x="1858" y="3789"/>
                  </a:lnTo>
                  <a:lnTo>
                    <a:pt x="1501" y="3289"/>
                  </a:lnTo>
                  <a:cubicBezTo>
                    <a:pt x="1477" y="3265"/>
                    <a:pt x="1429" y="3218"/>
                    <a:pt x="1406" y="3218"/>
                  </a:cubicBezTo>
                  <a:cubicBezTo>
                    <a:pt x="787" y="3003"/>
                    <a:pt x="358" y="2408"/>
                    <a:pt x="382" y="1765"/>
                  </a:cubicBezTo>
                  <a:cubicBezTo>
                    <a:pt x="429" y="1003"/>
                    <a:pt x="1048" y="360"/>
                    <a:pt x="1811" y="336"/>
                  </a:cubicBezTo>
                  <a:close/>
                  <a:moveTo>
                    <a:pt x="334" y="2861"/>
                  </a:moveTo>
                  <a:cubicBezTo>
                    <a:pt x="548" y="3170"/>
                    <a:pt x="834" y="3384"/>
                    <a:pt x="1191" y="3527"/>
                  </a:cubicBezTo>
                  <a:lnTo>
                    <a:pt x="1620" y="4099"/>
                  </a:lnTo>
                  <a:cubicBezTo>
                    <a:pt x="1668" y="4147"/>
                    <a:pt x="1739" y="4170"/>
                    <a:pt x="1834" y="4170"/>
                  </a:cubicBezTo>
                  <a:cubicBezTo>
                    <a:pt x="1906" y="4170"/>
                    <a:pt x="1977" y="4147"/>
                    <a:pt x="2025" y="4099"/>
                  </a:cubicBezTo>
                  <a:lnTo>
                    <a:pt x="2454" y="3527"/>
                  </a:lnTo>
                  <a:cubicBezTo>
                    <a:pt x="2811" y="3408"/>
                    <a:pt x="3097" y="3170"/>
                    <a:pt x="3311" y="2908"/>
                  </a:cubicBezTo>
                  <a:lnTo>
                    <a:pt x="3311" y="11410"/>
                  </a:lnTo>
                  <a:cubicBezTo>
                    <a:pt x="3311" y="11434"/>
                    <a:pt x="3287" y="11481"/>
                    <a:pt x="3263" y="11481"/>
                  </a:cubicBezTo>
                  <a:lnTo>
                    <a:pt x="405" y="11481"/>
                  </a:lnTo>
                  <a:cubicBezTo>
                    <a:pt x="358" y="11481"/>
                    <a:pt x="334" y="11434"/>
                    <a:pt x="334" y="11410"/>
                  </a:cubicBezTo>
                  <a:lnTo>
                    <a:pt x="334" y="2861"/>
                  </a:lnTo>
                  <a:close/>
                  <a:moveTo>
                    <a:pt x="1876" y="1"/>
                  </a:moveTo>
                  <a:cubicBezTo>
                    <a:pt x="1846" y="1"/>
                    <a:pt x="1816" y="1"/>
                    <a:pt x="1787" y="3"/>
                  </a:cubicBezTo>
                  <a:cubicBezTo>
                    <a:pt x="834" y="27"/>
                    <a:pt x="24" y="812"/>
                    <a:pt x="1" y="1765"/>
                  </a:cubicBezTo>
                  <a:lnTo>
                    <a:pt x="1" y="1813"/>
                  </a:lnTo>
                  <a:lnTo>
                    <a:pt x="1" y="11434"/>
                  </a:lnTo>
                  <a:cubicBezTo>
                    <a:pt x="1" y="11648"/>
                    <a:pt x="191" y="11815"/>
                    <a:pt x="382" y="11815"/>
                  </a:cubicBezTo>
                  <a:lnTo>
                    <a:pt x="3239" y="11815"/>
                  </a:lnTo>
                  <a:cubicBezTo>
                    <a:pt x="3454" y="11815"/>
                    <a:pt x="3644" y="11648"/>
                    <a:pt x="3644" y="11434"/>
                  </a:cubicBezTo>
                  <a:lnTo>
                    <a:pt x="3644" y="1813"/>
                  </a:lnTo>
                  <a:cubicBezTo>
                    <a:pt x="3644" y="1360"/>
                    <a:pt x="3454" y="884"/>
                    <a:pt x="3097" y="527"/>
                  </a:cubicBezTo>
                  <a:cubicBezTo>
                    <a:pt x="2762" y="169"/>
                    <a:pt x="2322" y="1"/>
                    <a:pt x="18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89"/>
            <p:cNvSpPr/>
            <p:nvPr/>
          </p:nvSpPr>
          <p:spPr>
            <a:xfrm>
              <a:off x="3019278" y="1951344"/>
              <a:ext cx="39087" cy="44752"/>
            </a:xfrm>
            <a:custGeom>
              <a:rect b="b" l="l" r="r" t="t"/>
              <a:pathLst>
                <a:path extrusionOk="0" h="1501" w="1311">
                  <a:moveTo>
                    <a:pt x="739" y="0"/>
                  </a:moveTo>
                  <a:cubicBezTo>
                    <a:pt x="334" y="0"/>
                    <a:pt x="0" y="334"/>
                    <a:pt x="0" y="762"/>
                  </a:cubicBezTo>
                  <a:cubicBezTo>
                    <a:pt x="0" y="1167"/>
                    <a:pt x="334" y="1501"/>
                    <a:pt x="739" y="1501"/>
                  </a:cubicBezTo>
                  <a:cubicBezTo>
                    <a:pt x="929" y="1501"/>
                    <a:pt x="1072" y="1429"/>
                    <a:pt x="1191" y="1358"/>
                  </a:cubicBezTo>
                  <a:lnTo>
                    <a:pt x="1263" y="1286"/>
                  </a:lnTo>
                  <a:cubicBezTo>
                    <a:pt x="1310" y="1239"/>
                    <a:pt x="1310" y="1143"/>
                    <a:pt x="1239" y="1072"/>
                  </a:cubicBezTo>
                  <a:cubicBezTo>
                    <a:pt x="1209" y="1052"/>
                    <a:pt x="1171" y="1041"/>
                    <a:pt x="1134" y="1041"/>
                  </a:cubicBezTo>
                  <a:cubicBezTo>
                    <a:pt x="1081" y="1041"/>
                    <a:pt x="1028" y="1064"/>
                    <a:pt x="1001" y="1120"/>
                  </a:cubicBezTo>
                  <a:lnTo>
                    <a:pt x="953" y="1143"/>
                  </a:lnTo>
                  <a:cubicBezTo>
                    <a:pt x="905" y="1191"/>
                    <a:pt x="834" y="1191"/>
                    <a:pt x="762" y="1191"/>
                  </a:cubicBezTo>
                  <a:cubicBezTo>
                    <a:pt x="524" y="1191"/>
                    <a:pt x="334" y="1024"/>
                    <a:pt x="334" y="786"/>
                  </a:cubicBezTo>
                  <a:cubicBezTo>
                    <a:pt x="334" y="548"/>
                    <a:pt x="500" y="358"/>
                    <a:pt x="762" y="358"/>
                  </a:cubicBezTo>
                  <a:cubicBezTo>
                    <a:pt x="834" y="358"/>
                    <a:pt x="905" y="405"/>
                    <a:pt x="1001" y="429"/>
                  </a:cubicBezTo>
                  <a:cubicBezTo>
                    <a:pt x="1024" y="445"/>
                    <a:pt x="1051" y="453"/>
                    <a:pt x="1078" y="453"/>
                  </a:cubicBezTo>
                  <a:cubicBezTo>
                    <a:pt x="1133" y="453"/>
                    <a:pt x="1191" y="421"/>
                    <a:pt x="1239" y="358"/>
                  </a:cubicBezTo>
                  <a:cubicBezTo>
                    <a:pt x="1286" y="286"/>
                    <a:pt x="1263" y="191"/>
                    <a:pt x="1167" y="119"/>
                  </a:cubicBezTo>
                  <a:cubicBezTo>
                    <a:pt x="1048" y="48"/>
                    <a:pt x="905" y="0"/>
                    <a:pt x="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89"/>
            <p:cNvSpPr/>
            <p:nvPr/>
          </p:nvSpPr>
          <p:spPr>
            <a:xfrm>
              <a:off x="3007203" y="2092639"/>
              <a:ext cx="62522" cy="10674"/>
            </a:xfrm>
            <a:custGeom>
              <a:rect b="b" l="l" r="r" t="t"/>
              <a:pathLst>
                <a:path extrusionOk="0" h="358" w="2097">
                  <a:moveTo>
                    <a:pt x="167" y="0"/>
                  </a:moveTo>
                  <a:cubicBezTo>
                    <a:pt x="96" y="0"/>
                    <a:pt x="1" y="72"/>
                    <a:pt x="1" y="143"/>
                  </a:cubicBezTo>
                  <a:cubicBezTo>
                    <a:pt x="1" y="262"/>
                    <a:pt x="48" y="358"/>
                    <a:pt x="167" y="358"/>
                  </a:cubicBezTo>
                  <a:lnTo>
                    <a:pt x="1929" y="358"/>
                  </a:lnTo>
                  <a:cubicBezTo>
                    <a:pt x="2025" y="358"/>
                    <a:pt x="2096" y="286"/>
                    <a:pt x="2096" y="215"/>
                  </a:cubicBezTo>
                  <a:cubicBezTo>
                    <a:pt x="2096" y="96"/>
                    <a:pt x="2049" y="0"/>
                    <a:pt x="1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89"/>
            <p:cNvSpPr/>
            <p:nvPr/>
          </p:nvSpPr>
          <p:spPr>
            <a:xfrm>
              <a:off x="3007203" y="2116789"/>
              <a:ext cx="62522" cy="10674"/>
            </a:xfrm>
            <a:custGeom>
              <a:rect b="b" l="l" r="r" t="t"/>
              <a:pathLst>
                <a:path extrusionOk="0" h="358" w="2097">
                  <a:moveTo>
                    <a:pt x="167" y="0"/>
                  </a:moveTo>
                  <a:cubicBezTo>
                    <a:pt x="96" y="0"/>
                    <a:pt x="1" y="48"/>
                    <a:pt x="1" y="143"/>
                  </a:cubicBezTo>
                  <a:cubicBezTo>
                    <a:pt x="1" y="262"/>
                    <a:pt x="48" y="357"/>
                    <a:pt x="167" y="357"/>
                  </a:cubicBezTo>
                  <a:lnTo>
                    <a:pt x="1929" y="357"/>
                  </a:lnTo>
                  <a:cubicBezTo>
                    <a:pt x="2025" y="357"/>
                    <a:pt x="2096" y="286"/>
                    <a:pt x="2096" y="214"/>
                  </a:cubicBezTo>
                  <a:cubicBezTo>
                    <a:pt x="2096" y="72"/>
                    <a:pt x="2049" y="0"/>
                    <a:pt x="1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89"/>
            <p:cNvSpPr/>
            <p:nvPr/>
          </p:nvSpPr>
          <p:spPr>
            <a:xfrm>
              <a:off x="3007203" y="2139509"/>
              <a:ext cx="62522" cy="10674"/>
            </a:xfrm>
            <a:custGeom>
              <a:rect b="b" l="l" r="r" t="t"/>
              <a:pathLst>
                <a:path extrusionOk="0" h="358" w="2097">
                  <a:moveTo>
                    <a:pt x="167" y="0"/>
                  </a:moveTo>
                  <a:cubicBezTo>
                    <a:pt x="96" y="0"/>
                    <a:pt x="1" y="72"/>
                    <a:pt x="1" y="167"/>
                  </a:cubicBezTo>
                  <a:cubicBezTo>
                    <a:pt x="1" y="286"/>
                    <a:pt x="48" y="357"/>
                    <a:pt x="167" y="357"/>
                  </a:cubicBezTo>
                  <a:lnTo>
                    <a:pt x="1929" y="357"/>
                  </a:lnTo>
                  <a:cubicBezTo>
                    <a:pt x="2025" y="357"/>
                    <a:pt x="2096" y="310"/>
                    <a:pt x="2096" y="215"/>
                  </a:cubicBezTo>
                  <a:cubicBezTo>
                    <a:pt x="2096" y="95"/>
                    <a:pt x="2049" y="0"/>
                    <a:pt x="1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89"/>
            <p:cNvSpPr/>
            <p:nvPr/>
          </p:nvSpPr>
          <p:spPr>
            <a:xfrm>
              <a:off x="3007203" y="2164345"/>
              <a:ext cx="62522" cy="10674"/>
            </a:xfrm>
            <a:custGeom>
              <a:rect b="b" l="l" r="r" t="t"/>
              <a:pathLst>
                <a:path extrusionOk="0" h="358" w="2097">
                  <a:moveTo>
                    <a:pt x="167" y="1"/>
                  </a:moveTo>
                  <a:cubicBezTo>
                    <a:pt x="96" y="1"/>
                    <a:pt x="1" y="72"/>
                    <a:pt x="1" y="167"/>
                  </a:cubicBezTo>
                  <a:cubicBezTo>
                    <a:pt x="1" y="263"/>
                    <a:pt x="48" y="358"/>
                    <a:pt x="167" y="358"/>
                  </a:cubicBezTo>
                  <a:lnTo>
                    <a:pt x="1929" y="358"/>
                  </a:lnTo>
                  <a:cubicBezTo>
                    <a:pt x="2025" y="358"/>
                    <a:pt x="2096" y="310"/>
                    <a:pt x="2096" y="215"/>
                  </a:cubicBezTo>
                  <a:cubicBezTo>
                    <a:pt x="2096" y="96"/>
                    <a:pt x="2049" y="1"/>
                    <a:pt x="19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89"/>
            <p:cNvSpPr/>
            <p:nvPr/>
          </p:nvSpPr>
          <p:spPr>
            <a:xfrm>
              <a:off x="3007203" y="2187780"/>
              <a:ext cx="62522" cy="10674"/>
            </a:xfrm>
            <a:custGeom>
              <a:rect b="b" l="l" r="r" t="t"/>
              <a:pathLst>
                <a:path extrusionOk="0" h="358" w="2097">
                  <a:moveTo>
                    <a:pt x="167" y="1"/>
                  </a:moveTo>
                  <a:cubicBezTo>
                    <a:pt x="96" y="1"/>
                    <a:pt x="1" y="48"/>
                    <a:pt x="1" y="143"/>
                  </a:cubicBezTo>
                  <a:cubicBezTo>
                    <a:pt x="1" y="263"/>
                    <a:pt x="48" y="358"/>
                    <a:pt x="167" y="358"/>
                  </a:cubicBezTo>
                  <a:lnTo>
                    <a:pt x="1929" y="358"/>
                  </a:lnTo>
                  <a:cubicBezTo>
                    <a:pt x="2025" y="358"/>
                    <a:pt x="2096" y="286"/>
                    <a:pt x="2096" y="215"/>
                  </a:cubicBezTo>
                  <a:cubicBezTo>
                    <a:pt x="2096" y="72"/>
                    <a:pt x="2049" y="1"/>
                    <a:pt x="19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89"/>
            <p:cNvSpPr/>
            <p:nvPr/>
          </p:nvSpPr>
          <p:spPr>
            <a:xfrm>
              <a:off x="3007918" y="2211930"/>
              <a:ext cx="31962" cy="10674"/>
            </a:xfrm>
            <a:custGeom>
              <a:rect b="b" l="l" r="r" t="t"/>
              <a:pathLst>
                <a:path extrusionOk="0" h="358" w="1072">
                  <a:moveTo>
                    <a:pt x="167" y="0"/>
                  </a:moveTo>
                  <a:cubicBezTo>
                    <a:pt x="96" y="0"/>
                    <a:pt x="0" y="48"/>
                    <a:pt x="0" y="143"/>
                  </a:cubicBezTo>
                  <a:cubicBezTo>
                    <a:pt x="0" y="262"/>
                    <a:pt x="72" y="357"/>
                    <a:pt x="167" y="357"/>
                  </a:cubicBezTo>
                  <a:lnTo>
                    <a:pt x="881" y="357"/>
                  </a:lnTo>
                  <a:cubicBezTo>
                    <a:pt x="977" y="357"/>
                    <a:pt x="1072" y="286"/>
                    <a:pt x="1072" y="191"/>
                  </a:cubicBezTo>
                  <a:cubicBezTo>
                    <a:pt x="1072" y="72"/>
                    <a:pt x="977" y="0"/>
                    <a:pt x="8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89"/>
            <p:cNvSpPr/>
            <p:nvPr/>
          </p:nvSpPr>
          <p:spPr>
            <a:xfrm>
              <a:off x="2900702" y="2199139"/>
              <a:ext cx="30560" cy="44067"/>
            </a:xfrm>
            <a:custGeom>
              <a:rect b="b" l="l" r="r" t="t"/>
              <a:pathLst>
                <a:path extrusionOk="0" h="1478" w="1025">
                  <a:moveTo>
                    <a:pt x="500" y="334"/>
                  </a:moveTo>
                  <a:cubicBezTo>
                    <a:pt x="524" y="334"/>
                    <a:pt x="596" y="358"/>
                    <a:pt x="596" y="382"/>
                  </a:cubicBezTo>
                  <a:cubicBezTo>
                    <a:pt x="596" y="453"/>
                    <a:pt x="572" y="501"/>
                    <a:pt x="500" y="501"/>
                  </a:cubicBezTo>
                  <a:lnTo>
                    <a:pt x="358" y="501"/>
                  </a:lnTo>
                  <a:lnTo>
                    <a:pt x="358" y="334"/>
                  </a:lnTo>
                  <a:close/>
                  <a:moveTo>
                    <a:pt x="548" y="858"/>
                  </a:moveTo>
                  <a:cubicBezTo>
                    <a:pt x="620" y="858"/>
                    <a:pt x="691" y="906"/>
                    <a:pt x="715" y="977"/>
                  </a:cubicBezTo>
                  <a:cubicBezTo>
                    <a:pt x="715" y="1072"/>
                    <a:pt x="643" y="1144"/>
                    <a:pt x="572" y="1144"/>
                  </a:cubicBezTo>
                  <a:lnTo>
                    <a:pt x="358" y="1144"/>
                  </a:lnTo>
                  <a:lnTo>
                    <a:pt x="358" y="858"/>
                  </a:lnTo>
                  <a:close/>
                  <a:moveTo>
                    <a:pt x="167" y="1"/>
                  </a:moveTo>
                  <a:cubicBezTo>
                    <a:pt x="96" y="1"/>
                    <a:pt x="0" y="96"/>
                    <a:pt x="0" y="167"/>
                  </a:cubicBezTo>
                  <a:lnTo>
                    <a:pt x="0" y="1334"/>
                  </a:lnTo>
                  <a:lnTo>
                    <a:pt x="0" y="1406"/>
                  </a:lnTo>
                  <a:cubicBezTo>
                    <a:pt x="24" y="1453"/>
                    <a:pt x="96" y="1477"/>
                    <a:pt x="167" y="1477"/>
                  </a:cubicBezTo>
                  <a:lnTo>
                    <a:pt x="548" y="1477"/>
                  </a:lnTo>
                  <a:cubicBezTo>
                    <a:pt x="834" y="1477"/>
                    <a:pt x="1024" y="1287"/>
                    <a:pt x="1024" y="1001"/>
                  </a:cubicBezTo>
                  <a:cubicBezTo>
                    <a:pt x="1024" y="858"/>
                    <a:pt x="977" y="739"/>
                    <a:pt x="881" y="644"/>
                  </a:cubicBezTo>
                  <a:cubicBezTo>
                    <a:pt x="953" y="572"/>
                    <a:pt x="953" y="477"/>
                    <a:pt x="953" y="358"/>
                  </a:cubicBezTo>
                  <a:cubicBezTo>
                    <a:pt x="905" y="143"/>
                    <a:pt x="715" y="1"/>
                    <a:pt x="5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89"/>
            <p:cNvSpPr/>
            <p:nvPr/>
          </p:nvSpPr>
          <p:spPr>
            <a:xfrm>
              <a:off x="2862360" y="1922930"/>
              <a:ext cx="108646" cy="352920"/>
            </a:xfrm>
            <a:custGeom>
              <a:rect b="b" l="l" r="r" t="t"/>
              <a:pathLst>
                <a:path extrusionOk="0" h="11837" w="3644">
                  <a:moveTo>
                    <a:pt x="1786" y="8050"/>
                  </a:moveTo>
                  <a:lnTo>
                    <a:pt x="2144" y="8550"/>
                  </a:lnTo>
                  <a:cubicBezTo>
                    <a:pt x="2167" y="8574"/>
                    <a:pt x="2215" y="8622"/>
                    <a:pt x="2239" y="8622"/>
                  </a:cubicBezTo>
                  <a:cubicBezTo>
                    <a:pt x="2858" y="8812"/>
                    <a:pt x="3287" y="9407"/>
                    <a:pt x="3239" y="10074"/>
                  </a:cubicBezTo>
                  <a:cubicBezTo>
                    <a:pt x="3215" y="10836"/>
                    <a:pt x="2596" y="11479"/>
                    <a:pt x="1810" y="11503"/>
                  </a:cubicBezTo>
                  <a:cubicBezTo>
                    <a:pt x="1429" y="11503"/>
                    <a:pt x="1048" y="11336"/>
                    <a:pt x="739" y="11074"/>
                  </a:cubicBezTo>
                  <a:cubicBezTo>
                    <a:pt x="453" y="10813"/>
                    <a:pt x="310" y="10431"/>
                    <a:pt x="310" y="10050"/>
                  </a:cubicBezTo>
                  <a:cubicBezTo>
                    <a:pt x="334" y="9360"/>
                    <a:pt x="739" y="8788"/>
                    <a:pt x="1334" y="8622"/>
                  </a:cubicBezTo>
                  <a:cubicBezTo>
                    <a:pt x="1382" y="8622"/>
                    <a:pt x="1405" y="8574"/>
                    <a:pt x="1429" y="8550"/>
                  </a:cubicBezTo>
                  <a:lnTo>
                    <a:pt x="1786" y="8050"/>
                  </a:lnTo>
                  <a:close/>
                  <a:moveTo>
                    <a:pt x="381" y="1"/>
                  </a:moveTo>
                  <a:cubicBezTo>
                    <a:pt x="191" y="1"/>
                    <a:pt x="0" y="191"/>
                    <a:pt x="0" y="406"/>
                  </a:cubicBezTo>
                  <a:lnTo>
                    <a:pt x="0" y="9979"/>
                  </a:lnTo>
                  <a:cubicBezTo>
                    <a:pt x="0" y="10455"/>
                    <a:pt x="191" y="10908"/>
                    <a:pt x="500" y="11265"/>
                  </a:cubicBezTo>
                  <a:cubicBezTo>
                    <a:pt x="858" y="11622"/>
                    <a:pt x="1310" y="11837"/>
                    <a:pt x="1810" y="11837"/>
                  </a:cubicBezTo>
                  <a:lnTo>
                    <a:pt x="1858" y="11837"/>
                  </a:lnTo>
                  <a:cubicBezTo>
                    <a:pt x="2810" y="11789"/>
                    <a:pt x="3596" y="11027"/>
                    <a:pt x="3644" y="10074"/>
                  </a:cubicBezTo>
                  <a:lnTo>
                    <a:pt x="3644" y="10003"/>
                  </a:lnTo>
                  <a:lnTo>
                    <a:pt x="3644" y="1977"/>
                  </a:lnTo>
                  <a:cubicBezTo>
                    <a:pt x="3644" y="1882"/>
                    <a:pt x="3573" y="1787"/>
                    <a:pt x="3477" y="1787"/>
                  </a:cubicBezTo>
                  <a:cubicBezTo>
                    <a:pt x="3358" y="1787"/>
                    <a:pt x="3287" y="1858"/>
                    <a:pt x="3287" y="1977"/>
                  </a:cubicBezTo>
                  <a:lnTo>
                    <a:pt x="3287" y="8931"/>
                  </a:lnTo>
                  <a:cubicBezTo>
                    <a:pt x="3072" y="8645"/>
                    <a:pt x="2763" y="8431"/>
                    <a:pt x="2406" y="8288"/>
                  </a:cubicBezTo>
                  <a:lnTo>
                    <a:pt x="2001" y="7717"/>
                  </a:lnTo>
                  <a:lnTo>
                    <a:pt x="1906" y="7621"/>
                  </a:lnTo>
                  <a:cubicBezTo>
                    <a:pt x="1868" y="7606"/>
                    <a:pt x="1830" y="7598"/>
                    <a:pt x="1794" y="7598"/>
                  </a:cubicBezTo>
                  <a:cubicBezTo>
                    <a:pt x="1716" y="7598"/>
                    <a:pt x="1645" y="7635"/>
                    <a:pt x="1596" y="7717"/>
                  </a:cubicBezTo>
                  <a:lnTo>
                    <a:pt x="1191" y="8288"/>
                  </a:lnTo>
                  <a:cubicBezTo>
                    <a:pt x="834" y="8407"/>
                    <a:pt x="524" y="8645"/>
                    <a:pt x="334" y="8931"/>
                  </a:cubicBezTo>
                  <a:lnTo>
                    <a:pt x="334" y="406"/>
                  </a:lnTo>
                  <a:cubicBezTo>
                    <a:pt x="334" y="358"/>
                    <a:pt x="358" y="334"/>
                    <a:pt x="381" y="334"/>
                  </a:cubicBezTo>
                  <a:lnTo>
                    <a:pt x="3239" y="334"/>
                  </a:lnTo>
                  <a:cubicBezTo>
                    <a:pt x="3263" y="334"/>
                    <a:pt x="3311" y="358"/>
                    <a:pt x="3311" y="406"/>
                  </a:cubicBezTo>
                  <a:lnTo>
                    <a:pt x="3311" y="1168"/>
                  </a:lnTo>
                  <a:cubicBezTo>
                    <a:pt x="3287" y="1263"/>
                    <a:pt x="3358" y="1358"/>
                    <a:pt x="3453" y="1358"/>
                  </a:cubicBezTo>
                  <a:cubicBezTo>
                    <a:pt x="3549" y="1358"/>
                    <a:pt x="3620" y="1263"/>
                    <a:pt x="3620" y="1168"/>
                  </a:cubicBezTo>
                  <a:lnTo>
                    <a:pt x="3620" y="406"/>
                  </a:lnTo>
                  <a:cubicBezTo>
                    <a:pt x="3620" y="191"/>
                    <a:pt x="3453" y="1"/>
                    <a:pt x="3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89"/>
            <p:cNvSpPr/>
            <p:nvPr/>
          </p:nvSpPr>
          <p:spPr>
            <a:xfrm>
              <a:off x="2884363" y="1976180"/>
              <a:ext cx="63238" cy="10704"/>
            </a:xfrm>
            <a:custGeom>
              <a:rect b="b" l="l" r="r" t="t"/>
              <a:pathLst>
                <a:path extrusionOk="0" h="359" w="2121">
                  <a:moveTo>
                    <a:pt x="191" y="1"/>
                  </a:moveTo>
                  <a:cubicBezTo>
                    <a:pt x="96" y="1"/>
                    <a:pt x="1" y="72"/>
                    <a:pt x="1" y="168"/>
                  </a:cubicBezTo>
                  <a:cubicBezTo>
                    <a:pt x="1" y="287"/>
                    <a:pt x="72" y="358"/>
                    <a:pt x="191" y="358"/>
                  </a:cubicBezTo>
                  <a:lnTo>
                    <a:pt x="1953" y="358"/>
                  </a:lnTo>
                  <a:cubicBezTo>
                    <a:pt x="2025" y="358"/>
                    <a:pt x="2120" y="310"/>
                    <a:pt x="2120" y="215"/>
                  </a:cubicBezTo>
                  <a:cubicBezTo>
                    <a:pt x="2120" y="96"/>
                    <a:pt x="2025" y="1"/>
                    <a:pt x="19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89"/>
            <p:cNvSpPr/>
            <p:nvPr/>
          </p:nvSpPr>
          <p:spPr>
            <a:xfrm>
              <a:off x="2884363" y="1999615"/>
              <a:ext cx="63238" cy="10674"/>
            </a:xfrm>
            <a:custGeom>
              <a:rect b="b" l="l" r="r" t="t"/>
              <a:pathLst>
                <a:path extrusionOk="0" h="358" w="2121">
                  <a:moveTo>
                    <a:pt x="191" y="1"/>
                  </a:moveTo>
                  <a:cubicBezTo>
                    <a:pt x="96" y="1"/>
                    <a:pt x="1" y="48"/>
                    <a:pt x="1" y="144"/>
                  </a:cubicBezTo>
                  <a:cubicBezTo>
                    <a:pt x="1" y="263"/>
                    <a:pt x="72" y="358"/>
                    <a:pt x="191" y="358"/>
                  </a:cubicBezTo>
                  <a:lnTo>
                    <a:pt x="1953" y="358"/>
                  </a:lnTo>
                  <a:cubicBezTo>
                    <a:pt x="2025" y="358"/>
                    <a:pt x="2120" y="287"/>
                    <a:pt x="2120" y="215"/>
                  </a:cubicBezTo>
                  <a:cubicBezTo>
                    <a:pt x="2120" y="96"/>
                    <a:pt x="2025" y="1"/>
                    <a:pt x="19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89"/>
            <p:cNvSpPr/>
            <p:nvPr/>
          </p:nvSpPr>
          <p:spPr>
            <a:xfrm>
              <a:off x="2884363" y="2024481"/>
              <a:ext cx="63238" cy="10674"/>
            </a:xfrm>
            <a:custGeom>
              <a:rect b="b" l="l" r="r" t="t"/>
              <a:pathLst>
                <a:path extrusionOk="0" h="358" w="2121">
                  <a:moveTo>
                    <a:pt x="191" y="0"/>
                  </a:moveTo>
                  <a:cubicBezTo>
                    <a:pt x="96" y="0"/>
                    <a:pt x="1" y="48"/>
                    <a:pt x="1" y="143"/>
                  </a:cubicBezTo>
                  <a:cubicBezTo>
                    <a:pt x="1" y="262"/>
                    <a:pt x="72" y="357"/>
                    <a:pt x="191" y="357"/>
                  </a:cubicBezTo>
                  <a:lnTo>
                    <a:pt x="1953" y="357"/>
                  </a:lnTo>
                  <a:cubicBezTo>
                    <a:pt x="2025" y="357"/>
                    <a:pt x="2120" y="286"/>
                    <a:pt x="2120" y="215"/>
                  </a:cubicBezTo>
                  <a:cubicBezTo>
                    <a:pt x="2120" y="96"/>
                    <a:pt x="2025"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89"/>
            <p:cNvSpPr/>
            <p:nvPr/>
          </p:nvSpPr>
          <p:spPr>
            <a:xfrm>
              <a:off x="2884363" y="2047200"/>
              <a:ext cx="63238" cy="10674"/>
            </a:xfrm>
            <a:custGeom>
              <a:rect b="b" l="l" r="r" t="t"/>
              <a:pathLst>
                <a:path extrusionOk="0" h="358" w="2121">
                  <a:moveTo>
                    <a:pt x="191" y="0"/>
                  </a:moveTo>
                  <a:cubicBezTo>
                    <a:pt x="96" y="0"/>
                    <a:pt x="1" y="72"/>
                    <a:pt x="1" y="167"/>
                  </a:cubicBezTo>
                  <a:cubicBezTo>
                    <a:pt x="1" y="286"/>
                    <a:pt x="72" y="358"/>
                    <a:pt x="191" y="358"/>
                  </a:cubicBezTo>
                  <a:lnTo>
                    <a:pt x="1953" y="358"/>
                  </a:lnTo>
                  <a:cubicBezTo>
                    <a:pt x="2025" y="358"/>
                    <a:pt x="2120" y="310"/>
                    <a:pt x="2120" y="215"/>
                  </a:cubicBezTo>
                  <a:cubicBezTo>
                    <a:pt x="2120" y="96"/>
                    <a:pt x="2025"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89"/>
            <p:cNvSpPr/>
            <p:nvPr/>
          </p:nvSpPr>
          <p:spPr>
            <a:xfrm>
              <a:off x="2884363" y="2071351"/>
              <a:ext cx="63238" cy="10674"/>
            </a:xfrm>
            <a:custGeom>
              <a:rect b="b" l="l" r="r" t="t"/>
              <a:pathLst>
                <a:path extrusionOk="0" h="358" w="2121">
                  <a:moveTo>
                    <a:pt x="191" y="0"/>
                  </a:moveTo>
                  <a:cubicBezTo>
                    <a:pt x="96" y="0"/>
                    <a:pt x="1" y="71"/>
                    <a:pt x="1" y="143"/>
                  </a:cubicBezTo>
                  <a:cubicBezTo>
                    <a:pt x="1" y="262"/>
                    <a:pt x="72" y="357"/>
                    <a:pt x="191" y="357"/>
                  </a:cubicBezTo>
                  <a:lnTo>
                    <a:pt x="1953" y="357"/>
                  </a:lnTo>
                  <a:cubicBezTo>
                    <a:pt x="2025" y="357"/>
                    <a:pt x="2120" y="262"/>
                    <a:pt x="2120" y="143"/>
                  </a:cubicBezTo>
                  <a:cubicBezTo>
                    <a:pt x="2096" y="71"/>
                    <a:pt x="2025"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89"/>
            <p:cNvSpPr/>
            <p:nvPr/>
          </p:nvSpPr>
          <p:spPr>
            <a:xfrm>
              <a:off x="2884363" y="2095471"/>
              <a:ext cx="31991" cy="10674"/>
            </a:xfrm>
            <a:custGeom>
              <a:rect b="b" l="l" r="r" t="t"/>
              <a:pathLst>
                <a:path extrusionOk="0" h="358" w="1073">
                  <a:moveTo>
                    <a:pt x="191" y="1"/>
                  </a:moveTo>
                  <a:cubicBezTo>
                    <a:pt x="96" y="1"/>
                    <a:pt x="1" y="96"/>
                    <a:pt x="1" y="215"/>
                  </a:cubicBezTo>
                  <a:cubicBezTo>
                    <a:pt x="1" y="286"/>
                    <a:pt x="96" y="358"/>
                    <a:pt x="191" y="358"/>
                  </a:cubicBezTo>
                  <a:lnTo>
                    <a:pt x="906" y="358"/>
                  </a:lnTo>
                  <a:cubicBezTo>
                    <a:pt x="1001" y="358"/>
                    <a:pt x="1072" y="286"/>
                    <a:pt x="1072" y="215"/>
                  </a:cubicBezTo>
                  <a:cubicBezTo>
                    <a:pt x="1072" y="96"/>
                    <a:pt x="1025" y="1"/>
                    <a:pt x="9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2" name="Google Shape;19322;p89"/>
          <p:cNvGrpSpPr/>
          <p:nvPr/>
        </p:nvGrpSpPr>
        <p:grpSpPr>
          <a:xfrm>
            <a:off x="3279403" y="1922214"/>
            <a:ext cx="339414" cy="354354"/>
            <a:chOff x="3698491" y="1922214"/>
            <a:chExt cx="339414" cy="354354"/>
          </a:xfrm>
        </p:grpSpPr>
        <p:sp>
          <p:nvSpPr>
            <p:cNvPr id="19323" name="Google Shape;19323;p89"/>
            <p:cNvSpPr/>
            <p:nvPr/>
          </p:nvSpPr>
          <p:spPr>
            <a:xfrm>
              <a:off x="3702039" y="2160797"/>
              <a:ext cx="331602" cy="110077"/>
            </a:xfrm>
            <a:custGeom>
              <a:rect b="b" l="l" r="r" t="t"/>
              <a:pathLst>
                <a:path extrusionOk="0" h="3692" w="11122">
                  <a:moveTo>
                    <a:pt x="1882" y="1"/>
                  </a:moveTo>
                  <a:cubicBezTo>
                    <a:pt x="1858" y="1"/>
                    <a:pt x="1834" y="1"/>
                    <a:pt x="1834" y="48"/>
                  </a:cubicBezTo>
                  <a:lnTo>
                    <a:pt x="48" y="3620"/>
                  </a:lnTo>
                  <a:cubicBezTo>
                    <a:pt x="1" y="3644"/>
                    <a:pt x="48" y="3692"/>
                    <a:pt x="96" y="3692"/>
                  </a:cubicBezTo>
                  <a:lnTo>
                    <a:pt x="11027" y="3692"/>
                  </a:lnTo>
                  <a:cubicBezTo>
                    <a:pt x="11074" y="3692"/>
                    <a:pt x="11122" y="3644"/>
                    <a:pt x="11074" y="3620"/>
                  </a:cubicBezTo>
                  <a:lnTo>
                    <a:pt x="9288" y="48"/>
                  </a:lnTo>
                  <a:cubicBezTo>
                    <a:pt x="9288" y="48"/>
                    <a:pt x="9264" y="1"/>
                    <a:pt x="92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89"/>
            <p:cNvSpPr/>
            <p:nvPr/>
          </p:nvSpPr>
          <p:spPr>
            <a:xfrm>
              <a:off x="3768080" y="2035841"/>
              <a:ext cx="199552" cy="99433"/>
            </a:xfrm>
            <a:custGeom>
              <a:rect b="b" l="l" r="r" t="t"/>
              <a:pathLst>
                <a:path extrusionOk="0" h="3335" w="6693">
                  <a:moveTo>
                    <a:pt x="1691" y="0"/>
                  </a:moveTo>
                  <a:cubicBezTo>
                    <a:pt x="1667" y="0"/>
                    <a:pt x="1643" y="0"/>
                    <a:pt x="1643" y="24"/>
                  </a:cubicBezTo>
                  <a:lnTo>
                    <a:pt x="24" y="3239"/>
                  </a:lnTo>
                  <a:cubicBezTo>
                    <a:pt x="0" y="3287"/>
                    <a:pt x="24" y="3334"/>
                    <a:pt x="96" y="3334"/>
                  </a:cubicBezTo>
                  <a:lnTo>
                    <a:pt x="6597" y="3334"/>
                  </a:lnTo>
                  <a:cubicBezTo>
                    <a:pt x="6668" y="3334"/>
                    <a:pt x="6692" y="3287"/>
                    <a:pt x="6644" y="3239"/>
                  </a:cubicBezTo>
                  <a:lnTo>
                    <a:pt x="5025" y="24"/>
                  </a:lnTo>
                  <a:cubicBezTo>
                    <a:pt x="5025" y="24"/>
                    <a:pt x="5001" y="0"/>
                    <a:pt x="49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89"/>
            <p:cNvSpPr/>
            <p:nvPr/>
          </p:nvSpPr>
          <p:spPr>
            <a:xfrm>
              <a:off x="3825594" y="1927015"/>
              <a:ext cx="84526" cy="83273"/>
            </a:xfrm>
            <a:custGeom>
              <a:rect b="b" l="l" r="r" t="t"/>
              <a:pathLst>
                <a:path extrusionOk="0" h="2793" w="2835">
                  <a:moveTo>
                    <a:pt x="1432" y="1"/>
                  </a:moveTo>
                  <a:cubicBezTo>
                    <a:pt x="1411" y="1"/>
                    <a:pt x="1393" y="19"/>
                    <a:pt x="1381" y="54"/>
                  </a:cubicBezTo>
                  <a:lnTo>
                    <a:pt x="24" y="2698"/>
                  </a:lnTo>
                  <a:cubicBezTo>
                    <a:pt x="0" y="2722"/>
                    <a:pt x="24" y="2793"/>
                    <a:pt x="95" y="2793"/>
                  </a:cubicBezTo>
                  <a:lnTo>
                    <a:pt x="2739" y="2793"/>
                  </a:lnTo>
                  <a:cubicBezTo>
                    <a:pt x="2810" y="2793"/>
                    <a:pt x="2834" y="2722"/>
                    <a:pt x="2834" y="2698"/>
                  </a:cubicBezTo>
                  <a:lnTo>
                    <a:pt x="1501" y="54"/>
                  </a:lnTo>
                  <a:cubicBezTo>
                    <a:pt x="1477" y="19"/>
                    <a:pt x="1453" y="1"/>
                    <a:pt x="14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89"/>
            <p:cNvSpPr/>
            <p:nvPr/>
          </p:nvSpPr>
          <p:spPr>
            <a:xfrm>
              <a:off x="3960478" y="2160797"/>
              <a:ext cx="71765" cy="110077"/>
            </a:xfrm>
            <a:custGeom>
              <a:rect b="b" l="l" r="r" t="t"/>
              <a:pathLst>
                <a:path extrusionOk="0" h="3692" w="2407">
                  <a:moveTo>
                    <a:pt x="1" y="1"/>
                  </a:moveTo>
                  <a:cubicBezTo>
                    <a:pt x="25" y="1"/>
                    <a:pt x="72" y="1"/>
                    <a:pt x="72" y="48"/>
                  </a:cubicBezTo>
                  <a:lnTo>
                    <a:pt x="1859" y="3620"/>
                  </a:lnTo>
                  <a:cubicBezTo>
                    <a:pt x="1882" y="3644"/>
                    <a:pt x="1859" y="3692"/>
                    <a:pt x="1787" y="3692"/>
                  </a:cubicBezTo>
                  <a:lnTo>
                    <a:pt x="2359" y="3692"/>
                  </a:lnTo>
                  <a:cubicBezTo>
                    <a:pt x="2382" y="3692"/>
                    <a:pt x="2406" y="3644"/>
                    <a:pt x="2406" y="3620"/>
                  </a:cubicBezTo>
                  <a:lnTo>
                    <a:pt x="620" y="48"/>
                  </a:lnTo>
                  <a:cubicBezTo>
                    <a:pt x="620" y="48"/>
                    <a:pt x="596" y="1"/>
                    <a:pt x="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89"/>
            <p:cNvSpPr/>
            <p:nvPr/>
          </p:nvSpPr>
          <p:spPr>
            <a:xfrm>
              <a:off x="3900132" y="2035841"/>
              <a:ext cx="67501" cy="99433"/>
            </a:xfrm>
            <a:custGeom>
              <a:rect b="b" l="l" r="r" t="t"/>
              <a:pathLst>
                <a:path extrusionOk="0" h="3335" w="2264">
                  <a:moveTo>
                    <a:pt x="1" y="0"/>
                  </a:moveTo>
                  <a:cubicBezTo>
                    <a:pt x="25" y="0"/>
                    <a:pt x="72" y="0"/>
                    <a:pt x="72" y="24"/>
                  </a:cubicBezTo>
                  <a:lnTo>
                    <a:pt x="1668" y="3239"/>
                  </a:lnTo>
                  <a:cubicBezTo>
                    <a:pt x="1692" y="3287"/>
                    <a:pt x="1668" y="3334"/>
                    <a:pt x="1620" y="3334"/>
                  </a:cubicBezTo>
                  <a:lnTo>
                    <a:pt x="2168" y="3334"/>
                  </a:lnTo>
                  <a:cubicBezTo>
                    <a:pt x="2239" y="3334"/>
                    <a:pt x="2263" y="3287"/>
                    <a:pt x="2239" y="3239"/>
                  </a:cubicBezTo>
                  <a:lnTo>
                    <a:pt x="620" y="24"/>
                  </a:lnTo>
                  <a:cubicBezTo>
                    <a:pt x="620" y="24"/>
                    <a:pt x="596" y="0"/>
                    <a:pt x="5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89"/>
            <p:cNvSpPr/>
            <p:nvPr/>
          </p:nvSpPr>
          <p:spPr>
            <a:xfrm>
              <a:off x="3859673" y="1927015"/>
              <a:ext cx="50447" cy="83273"/>
            </a:xfrm>
            <a:custGeom>
              <a:rect b="b" l="l" r="r" t="t"/>
              <a:pathLst>
                <a:path extrusionOk="0" h="2793" w="1692">
                  <a:moveTo>
                    <a:pt x="289" y="1"/>
                  </a:moveTo>
                  <a:cubicBezTo>
                    <a:pt x="268" y="1"/>
                    <a:pt x="250" y="19"/>
                    <a:pt x="238" y="54"/>
                  </a:cubicBezTo>
                  <a:lnTo>
                    <a:pt x="0" y="507"/>
                  </a:lnTo>
                  <a:lnTo>
                    <a:pt x="1096" y="2698"/>
                  </a:lnTo>
                  <a:cubicBezTo>
                    <a:pt x="1120" y="2722"/>
                    <a:pt x="1096" y="2793"/>
                    <a:pt x="1024" y="2793"/>
                  </a:cubicBezTo>
                  <a:lnTo>
                    <a:pt x="1596" y="2793"/>
                  </a:lnTo>
                  <a:cubicBezTo>
                    <a:pt x="1667" y="2793"/>
                    <a:pt x="1691" y="2722"/>
                    <a:pt x="1691" y="2698"/>
                  </a:cubicBezTo>
                  <a:lnTo>
                    <a:pt x="358" y="54"/>
                  </a:lnTo>
                  <a:cubicBezTo>
                    <a:pt x="334" y="19"/>
                    <a:pt x="310" y="1"/>
                    <a:pt x="2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89"/>
            <p:cNvSpPr/>
            <p:nvPr/>
          </p:nvSpPr>
          <p:spPr>
            <a:xfrm>
              <a:off x="3819899" y="1922214"/>
              <a:ext cx="95169" cy="94484"/>
            </a:xfrm>
            <a:custGeom>
              <a:rect b="b" l="l" r="r" t="t"/>
              <a:pathLst>
                <a:path extrusionOk="0" h="3169" w="3192">
                  <a:moveTo>
                    <a:pt x="1596" y="477"/>
                  </a:moveTo>
                  <a:lnTo>
                    <a:pt x="2763" y="2811"/>
                  </a:lnTo>
                  <a:lnTo>
                    <a:pt x="429" y="2811"/>
                  </a:lnTo>
                  <a:lnTo>
                    <a:pt x="1596" y="477"/>
                  </a:lnTo>
                  <a:close/>
                  <a:moveTo>
                    <a:pt x="1620" y="1"/>
                  </a:moveTo>
                  <a:cubicBezTo>
                    <a:pt x="1525" y="1"/>
                    <a:pt x="1453" y="72"/>
                    <a:pt x="1406" y="144"/>
                  </a:cubicBezTo>
                  <a:lnTo>
                    <a:pt x="72" y="2811"/>
                  </a:lnTo>
                  <a:cubicBezTo>
                    <a:pt x="1" y="2883"/>
                    <a:pt x="48" y="3002"/>
                    <a:pt x="144" y="3097"/>
                  </a:cubicBezTo>
                  <a:cubicBezTo>
                    <a:pt x="167" y="3121"/>
                    <a:pt x="215" y="3168"/>
                    <a:pt x="286" y="3168"/>
                  </a:cubicBezTo>
                  <a:lnTo>
                    <a:pt x="2930" y="3168"/>
                  </a:lnTo>
                  <a:cubicBezTo>
                    <a:pt x="3025" y="3168"/>
                    <a:pt x="3073" y="3121"/>
                    <a:pt x="3144" y="3073"/>
                  </a:cubicBezTo>
                  <a:cubicBezTo>
                    <a:pt x="3192" y="2978"/>
                    <a:pt x="3192" y="2883"/>
                    <a:pt x="3168" y="2811"/>
                  </a:cubicBezTo>
                  <a:lnTo>
                    <a:pt x="1834" y="144"/>
                  </a:lnTo>
                  <a:cubicBezTo>
                    <a:pt x="1811" y="72"/>
                    <a:pt x="1715" y="1"/>
                    <a:pt x="1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89"/>
            <p:cNvSpPr/>
            <p:nvPr/>
          </p:nvSpPr>
          <p:spPr>
            <a:xfrm>
              <a:off x="3765933" y="2030862"/>
              <a:ext cx="207363" cy="110077"/>
            </a:xfrm>
            <a:custGeom>
              <a:rect b="b" l="l" r="r" t="t"/>
              <a:pathLst>
                <a:path extrusionOk="0" h="3692" w="6955">
                  <a:moveTo>
                    <a:pt x="1858" y="1"/>
                  </a:moveTo>
                  <a:cubicBezTo>
                    <a:pt x="1763" y="1"/>
                    <a:pt x="1668" y="48"/>
                    <a:pt x="1644" y="120"/>
                  </a:cubicBezTo>
                  <a:lnTo>
                    <a:pt x="25" y="3335"/>
                  </a:lnTo>
                  <a:cubicBezTo>
                    <a:pt x="1" y="3406"/>
                    <a:pt x="1" y="3501"/>
                    <a:pt x="25" y="3573"/>
                  </a:cubicBezTo>
                  <a:cubicBezTo>
                    <a:pt x="1" y="3644"/>
                    <a:pt x="72" y="3692"/>
                    <a:pt x="168" y="3692"/>
                  </a:cubicBezTo>
                  <a:lnTo>
                    <a:pt x="6669" y="3692"/>
                  </a:lnTo>
                  <a:cubicBezTo>
                    <a:pt x="6764" y="3692"/>
                    <a:pt x="6836" y="3644"/>
                    <a:pt x="6883" y="3597"/>
                  </a:cubicBezTo>
                  <a:cubicBezTo>
                    <a:pt x="6955" y="3501"/>
                    <a:pt x="6955" y="3406"/>
                    <a:pt x="6907" y="3335"/>
                  </a:cubicBezTo>
                  <a:lnTo>
                    <a:pt x="5311" y="120"/>
                  </a:lnTo>
                  <a:cubicBezTo>
                    <a:pt x="5288" y="24"/>
                    <a:pt x="5192" y="1"/>
                    <a:pt x="5097" y="1"/>
                  </a:cubicBezTo>
                  <a:lnTo>
                    <a:pt x="3240" y="1"/>
                  </a:lnTo>
                  <a:cubicBezTo>
                    <a:pt x="3168" y="1"/>
                    <a:pt x="3097" y="48"/>
                    <a:pt x="3073" y="143"/>
                  </a:cubicBezTo>
                  <a:cubicBezTo>
                    <a:pt x="3049" y="263"/>
                    <a:pt x="3144" y="358"/>
                    <a:pt x="3240" y="358"/>
                  </a:cubicBezTo>
                  <a:lnTo>
                    <a:pt x="5026" y="358"/>
                  </a:lnTo>
                  <a:lnTo>
                    <a:pt x="6550" y="3358"/>
                  </a:lnTo>
                  <a:lnTo>
                    <a:pt x="382" y="3358"/>
                  </a:lnTo>
                  <a:lnTo>
                    <a:pt x="1906" y="358"/>
                  </a:lnTo>
                  <a:lnTo>
                    <a:pt x="2478" y="358"/>
                  </a:lnTo>
                  <a:cubicBezTo>
                    <a:pt x="2573" y="358"/>
                    <a:pt x="2620" y="286"/>
                    <a:pt x="2644" y="191"/>
                  </a:cubicBezTo>
                  <a:cubicBezTo>
                    <a:pt x="2692" y="72"/>
                    <a:pt x="2597" y="1"/>
                    <a:pt x="24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89"/>
            <p:cNvSpPr/>
            <p:nvPr/>
          </p:nvSpPr>
          <p:spPr>
            <a:xfrm>
              <a:off x="3698491" y="2154416"/>
              <a:ext cx="339414" cy="122152"/>
            </a:xfrm>
            <a:custGeom>
              <a:rect b="b" l="l" r="r" t="t"/>
              <a:pathLst>
                <a:path extrusionOk="0" h="4097" w="11384">
                  <a:moveTo>
                    <a:pt x="2072" y="0"/>
                  </a:moveTo>
                  <a:cubicBezTo>
                    <a:pt x="1977" y="0"/>
                    <a:pt x="1882" y="72"/>
                    <a:pt x="1858" y="167"/>
                  </a:cubicBezTo>
                  <a:lnTo>
                    <a:pt x="72" y="3739"/>
                  </a:lnTo>
                  <a:cubicBezTo>
                    <a:pt x="0" y="3811"/>
                    <a:pt x="48" y="3953"/>
                    <a:pt x="96" y="4001"/>
                  </a:cubicBezTo>
                  <a:cubicBezTo>
                    <a:pt x="143" y="4073"/>
                    <a:pt x="215" y="4096"/>
                    <a:pt x="262" y="4096"/>
                  </a:cubicBezTo>
                  <a:lnTo>
                    <a:pt x="11169" y="4096"/>
                  </a:lnTo>
                  <a:cubicBezTo>
                    <a:pt x="11217" y="4096"/>
                    <a:pt x="11312" y="4049"/>
                    <a:pt x="11336" y="4001"/>
                  </a:cubicBezTo>
                  <a:cubicBezTo>
                    <a:pt x="11384" y="3953"/>
                    <a:pt x="11384" y="3834"/>
                    <a:pt x="11360" y="3739"/>
                  </a:cubicBezTo>
                  <a:lnTo>
                    <a:pt x="10336" y="1715"/>
                  </a:lnTo>
                  <a:cubicBezTo>
                    <a:pt x="10318" y="1642"/>
                    <a:pt x="10244" y="1611"/>
                    <a:pt x="10168" y="1611"/>
                  </a:cubicBezTo>
                  <a:cubicBezTo>
                    <a:pt x="10144" y="1611"/>
                    <a:pt x="10120" y="1614"/>
                    <a:pt x="10098" y="1620"/>
                  </a:cubicBezTo>
                  <a:cubicBezTo>
                    <a:pt x="10003" y="1643"/>
                    <a:pt x="9979" y="1763"/>
                    <a:pt x="10003" y="1858"/>
                  </a:cubicBezTo>
                  <a:lnTo>
                    <a:pt x="10955" y="3739"/>
                  </a:lnTo>
                  <a:lnTo>
                    <a:pt x="405" y="3739"/>
                  </a:lnTo>
                  <a:lnTo>
                    <a:pt x="2096" y="381"/>
                  </a:lnTo>
                  <a:lnTo>
                    <a:pt x="9288" y="381"/>
                  </a:lnTo>
                  <a:lnTo>
                    <a:pt x="9693" y="1120"/>
                  </a:lnTo>
                  <a:cubicBezTo>
                    <a:pt x="9710" y="1171"/>
                    <a:pt x="9777" y="1210"/>
                    <a:pt x="9848" y="1210"/>
                  </a:cubicBezTo>
                  <a:cubicBezTo>
                    <a:pt x="9876" y="1210"/>
                    <a:pt x="9904" y="1204"/>
                    <a:pt x="9931" y="1191"/>
                  </a:cubicBezTo>
                  <a:cubicBezTo>
                    <a:pt x="10003" y="1167"/>
                    <a:pt x="10050" y="1048"/>
                    <a:pt x="10003" y="977"/>
                  </a:cubicBezTo>
                  <a:lnTo>
                    <a:pt x="9598" y="167"/>
                  </a:lnTo>
                  <a:cubicBezTo>
                    <a:pt x="9574" y="72"/>
                    <a:pt x="9479" y="0"/>
                    <a:pt x="93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2" name="Google Shape;19332;p89"/>
          <p:cNvGrpSpPr/>
          <p:nvPr/>
        </p:nvGrpSpPr>
        <p:grpSpPr>
          <a:xfrm>
            <a:off x="4818946" y="1922214"/>
            <a:ext cx="289030" cy="354442"/>
            <a:chOff x="5009434" y="1922214"/>
            <a:chExt cx="289030" cy="354442"/>
          </a:xfrm>
        </p:grpSpPr>
        <p:sp>
          <p:nvSpPr>
            <p:cNvPr id="19333" name="Google Shape;19333;p89"/>
            <p:cNvSpPr/>
            <p:nvPr/>
          </p:nvSpPr>
          <p:spPr>
            <a:xfrm>
              <a:off x="5177026" y="2047200"/>
              <a:ext cx="115026" cy="223672"/>
            </a:xfrm>
            <a:custGeom>
              <a:rect b="b" l="l" r="r" t="t"/>
              <a:pathLst>
                <a:path extrusionOk="0" h="7502" w="3858">
                  <a:moveTo>
                    <a:pt x="71" y="0"/>
                  </a:moveTo>
                  <a:cubicBezTo>
                    <a:pt x="48" y="0"/>
                    <a:pt x="0" y="24"/>
                    <a:pt x="0" y="72"/>
                  </a:cubicBezTo>
                  <a:lnTo>
                    <a:pt x="0" y="7454"/>
                  </a:lnTo>
                  <a:cubicBezTo>
                    <a:pt x="0" y="7478"/>
                    <a:pt x="48" y="7502"/>
                    <a:pt x="71" y="7502"/>
                  </a:cubicBezTo>
                  <a:lnTo>
                    <a:pt x="3787" y="7502"/>
                  </a:lnTo>
                  <a:cubicBezTo>
                    <a:pt x="3810" y="7502"/>
                    <a:pt x="3858" y="7478"/>
                    <a:pt x="3858" y="7454"/>
                  </a:cubicBezTo>
                  <a:lnTo>
                    <a:pt x="3858" y="72"/>
                  </a:lnTo>
                  <a:cubicBezTo>
                    <a:pt x="3858" y="24"/>
                    <a:pt x="3810" y="0"/>
                    <a:pt x="3787"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89"/>
            <p:cNvSpPr/>
            <p:nvPr/>
          </p:nvSpPr>
          <p:spPr>
            <a:xfrm>
              <a:off x="5277831" y="2046932"/>
              <a:ext cx="14937" cy="223940"/>
            </a:xfrm>
            <a:custGeom>
              <a:rect b="b" l="l" r="r" t="t"/>
              <a:pathLst>
                <a:path extrusionOk="0" h="7511" w="501">
                  <a:moveTo>
                    <a:pt x="461" y="0"/>
                  </a:moveTo>
                  <a:cubicBezTo>
                    <a:pt x="452" y="0"/>
                    <a:pt x="441" y="3"/>
                    <a:pt x="429" y="9"/>
                  </a:cubicBezTo>
                  <a:lnTo>
                    <a:pt x="1" y="9"/>
                  </a:lnTo>
                  <a:cubicBezTo>
                    <a:pt x="25" y="9"/>
                    <a:pt x="48" y="33"/>
                    <a:pt x="48" y="81"/>
                  </a:cubicBezTo>
                  <a:lnTo>
                    <a:pt x="48" y="7463"/>
                  </a:lnTo>
                  <a:cubicBezTo>
                    <a:pt x="48" y="7487"/>
                    <a:pt x="25" y="7511"/>
                    <a:pt x="1" y="7511"/>
                  </a:cubicBezTo>
                  <a:lnTo>
                    <a:pt x="429" y="7511"/>
                  </a:lnTo>
                  <a:cubicBezTo>
                    <a:pt x="477" y="7511"/>
                    <a:pt x="501" y="7487"/>
                    <a:pt x="501" y="7463"/>
                  </a:cubicBezTo>
                  <a:lnTo>
                    <a:pt x="501" y="81"/>
                  </a:lnTo>
                  <a:cubicBezTo>
                    <a:pt x="501" y="27"/>
                    <a:pt x="487" y="0"/>
                    <a:pt x="46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89"/>
            <p:cNvSpPr/>
            <p:nvPr/>
          </p:nvSpPr>
          <p:spPr>
            <a:xfrm>
              <a:off x="5042111" y="1927909"/>
              <a:ext cx="58944" cy="58259"/>
            </a:xfrm>
            <a:custGeom>
              <a:rect b="b" l="l" r="r" t="t"/>
              <a:pathLst>
                <a:path extrusionOk="0" h="1954" w="1977">
                  <a:moveTo>
                    <a:pt x="977" y="1"/>
                  </a:moveTo>
                  <a:cubicBezTo>
                    <a:pt x="453" y="1"/>
                    <a:pt x="0" y="429"/>
                    <a:pt x="0" y="977"/>
                  </a:cubicBezTo>
                  <a:cubicBezTo>
                    <a:pt x="0" y="1525"/>
                    <a:pt x="453" y="1953"/>
                    <a:pt x="977" y="1953"/>
                  </a:cubicBezTo>
                  <a:cubicBezTo>
                    <a:pt x="1524" y="1953"/>
                    <a:pt x="1977" y="1525"/>
                    <a:pt x="1977" y="977"/>
                  </a:cubicBezTo>
                  <a:cubicBezTo>
                    <a:pt x="1977" y="429"/>
                    <a:pt x="1524" y="1"/>
                    <a:pt x="977"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89"/>
            <p:cNvSpPr/>
            <p:nvPr/>
          </p:nvSpPr>
          <p:spPr>
            <a:xfrm>
              <a:off x="5051324" y="1928625"/>
              <a:ext cx="49731" cy="57543"/>
            </a:xfrm>
            <a:custGeom>
              <a:rect b="b" l="l" r="r" t="t"/>
              <a:pathLst>
                <a:path extrusionOk="0" h="1930" w="1668">
                  <a:moveTo>
                    <a:pt x="930" y="0"/>
                  </a:moveTo>
                  <a:lnTo>
                    <a:pt x="930" y="0"/>
                  </a:lnTo>
                  <a:cubicBezTo>
                    <a:pt x="1120" y="167"/>
                    <a:pt x="1239" y="405"/>
                    <a:pt x="1239" y="715"/>
                  </a:cubicBezTo>
                  <a:cubicBezTo>
                    <a:pt x="1239" y="1239"/>
                    <a:pt x="811" y="1691"/>
                    <a:pt x="263" y="1691"/>
                  </a:cubicBezTo>
                  <a:cubicBezTo>
                    <a:pt x="168" y="1691"/>
                    <a:pt x="96" y="1691"/>
                    <a:pt x="1" y="1667"/>
                  </a:cubicBezTo>
                  <a:lnTo>
                    <a:pt x="1" y="1667"/>
                  </a:lnTo>
                  <a:cubicBezTo>
                    <a:pt x="168" y="1834"/>
                    <a:pt x="406" y="1929"/>
                    <a:pt x="691" y="1929"/>
                  </a:cubicBezTo>
                  <a:cubicBezTo>
                    <a:pt x="1215" y="1929"/>
                    <a:pt x="1668" y="1477"/>
                    <a:pt x="1668" y="953"/>
                  </a:cubicBezTo>
                  <a:cubicBezTo>
                    <a:pt x="1668" y="500"/>
                    <a:pt x="1358" y="119"/>
                    <a:pt x="930"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89"/>
            <p:cNvSpPr/>
            <p:nvPr/>
          </p:nvSpPr>
          <p:spPr>
            <a:xfrm>
              <a:off x="5012296" y="2006711"/>
              <a:ext cx="117889" cy="263684"/>
            </a:xfrm>
            <a:custGeom>
              <a:rect b="b" l="l" r="r" t="t"/>
              <a:pathLst>
                <a:path extrusionOk="0" h="8844" w="3954">
                  <a:moveTo>
                    <a:pt x="1953" y="1"/>
                  </a:moveTo>
                  <a:cubicBezTo>
                    <a:pt x="881" y="1"/>
                    <a:pt x="0" y="858"/>
                    <a:pt x="0" y="1954"/>
                  </a:cubicBezTo>
                  <a:lnTo>
                    <a:pt x="0" y="3573"/>
                  </a:lnTo>
                  <a:lnTo>
                    <a:pt x="0" y="3597"/>
                  </a:lnTo>
                  <a:cubicBezTo>
                    <a:pt x="0" y="3621"/>
                    <a:pt x="0" y="3692"/>
                    <a:pt x="24" y="3716"/>
                  </a:cubicBezTo>
                  <a:cubicBezTo>
                    <a:pt x="48" y="3787"/>
                    <a:pt x="95" y="3835"/>
                    <a:pt x="143" y="3906"/>
                  </a:cubicBezTo>
                  <a:cubicBezTo>
                    <a:pt x="214" y="3930"/>
                    <a:pt x="262" y="3954"/>
                    <a:pt x="357" y="3954"/>
                  </a:cubicBezTo>
                  <a:lnTo>
                    <a:pt x="143" y="5407"/>
                  </a:lnTo>
                  <a:cubicBezTo>
                    <a:pt x="119" y="5526"/>
                    <a:pt x="214" y="5621"/>
                    <a:pt x="333" y="5621"/>
                  </a:cubicBezTo>
                  <a:lnTo>
                    <a:pt x="738" y="5621"/>
                  </a:lnTo>
                  <a:lnTo>
                    <a:pt x="738" y="8360"/>
                  </a:lnTo>
                  <a:cubicBezTo>
                    <a:pt x="738" y="8479"/>
                    <a:pt x="810" y="8622"/>
                    <a:pt x="881" y="8693"/>
                  </a:cubicBezTo>
                  <a:cubicBezTo>
                    <a:pt x="1021" y="8798"/>
                    <a:pt x="1166" y="8843"/>
                    <a:pt x="1302" y="8843"/>
                  </a:cubicBezTo>
                  <a:cubicBezTo>
                    <a:pt x="1631" y="8843"/>
                    <a:pt x="1905" y="8578"/>
                    <a:pt x="1905" y="8241"/>
                  </a:cubicBezTo>
                  <a:cubicBezTo>
                    <a:pt x="1905" y="8578"/>
                    <a:pt x="2167" y="8843"/>
                    <a:pt x="2489" y="8843"/>
                  </a:cubicBezTo>
                  <a:cubicBezTo>
                    <a:pt x="2623" y="8843"/>
                    <a:pt x="2766" y="8798"/>
                    <a:pt x="2905" y="8693"/>
                  </a:cubicBezTo>
                  <a:cubicBezTo>
                    <a:pt x="3001" y="8622"/>
                    <a:pt x="3072" y="8479"/>
                    <a:pt x="3072" y="8360"/>
                  </a:cubicBezTo>
                  <a:lnTo>
                    <a:pt x="3072" y="5621"/>
                  </a:lnTo>
                  <a:lnTo>
                    <a:pt x="3453" y="5621"/>
                  </a:lnTo>
                  <a:cubicBezTo>
                    <a:pt x="3572" y="5621"/>
                    <a:pt x="3668" y="5526"/>
                    <a:pt x="3620" y="5407"/>
                  </a:cubicBezTo>
                  <a:lnTo>
                    <a:pt x="3429" y="3954"/>
                  </a:lnTo>
                  <a:cubicBezTo>
                    <a:pt x="3501" y="3954"/>
                    <a:pt x="3572" y="3930"/>
                    <a:pt x="3620" y="3883"/>
                  </a:cubicBezTo>
                  <a:cubicBezTo>
                    <a:pt x="3858" y="3835"/>
                    <a:pt x="3953" y="3716"/>
                    <a:pt x="3953" y="3573"/>
                  </a:cubicBezTo>
                  <a:lnTo>
                    <a:pt x="3953" y="1954"/>
                  </a:lnTo>
                  <a:cubicBezTo>
                    <a:pt x="3953" y="882"/>
                    <a:pt x="3096" y="1"/>
                    <a:pt x="2000"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89"/>
            <p:cNvSpPr/>
            <p:nvPr/>
          </p:nvSpPr>
          <p:spPr>
            <a:xfrm>
              <a:off x="5064830" y="2008142"/>
              <a:ext cx="65354" cy="262730"/>
            </a:xfrm>
            <a:custGeom>
              <a:rect b="b" l="l" r="r" t="t"/>
              <a:pathLst>
                <a:path extrusionOk="0" h="8812" w="2192">
                  <a:moveTo>
                    <a:pt x="282" y="0"/>
                  </a:moveTo>
                  <a:cubicBezTo>
                    <a:pt x="268" y="0"/>
                    <a:pt x="253" y="0"/>
                    <a:pt x="238" y="1"/>
                  </a:cubicBezTo>
                  <a:lnTo>
                    <a:pt x="0" y="1"/>
                  </a:lnTo>
                  <a:cubicBezTo>
                    <a:pt x="977" y="96"/>
                    <a:pt x="1715" y="929"/>
                    <a:pt x="1715" y="1929"/>
                  </a:cubicBezTo>
                  <a:lnTo>
                    <a:pt x="1715" y="3549"/>
                  </a:lnTo>
                  <a:cubicBezTo>
                    <a:pt x="1715" y="3692"/>
                    <a:pt x="1596" y="3835"/>
                    <a:pt x="1453" y="3906"/>
                  </a:cubicBezTo>
                  <a:cubicBezTo>
                    <a:pt x="1382" y="3930"/>
                    <a:pt x="1358" y="4001"/>
                    <a:pt x="1358" y="4049"/>
                  </a:cubicBezTo>
                  <a:lnTo>
                    <a:pt x="1548" y="5383"/>
                  </a:lnTo>
                  <a:cubicBezTo>
                    <a:pt x="1565" y="5466"/>
                    <a:pt x="1523" y="5538"/>
                    <a:pt x="1456" y="5573"/>
                  </a:cubicBezTo>
                  <a:lnTo>
                    <a:pt x="1834" y="5573"/>
                  </a:lnTo>
                  <a:cubicBezTo>
                    <a:pt x="1953" y="5573"/>
                    <a:pt x="2048" y="5478"/>
                    <a:pt x="2025" y="5359"/>
                  </a:cubicBezTo>
                  <a:lnTo>
                    <a:pt x="1810" y="3906"/>
                  </a:lnTo>
                  <a:cubicBezTo>
                    <a:pt x="2025" y="3906"/>
                    <a:pt x="2191" y="3716"/>
                    <a:pt x="2191" y="3525"/>
                  </a:cubicBezTo>
                  <a:lnTo>
                    <a:pt x="2191" y="1929"/>
                  </a:lnTo>
                  <a:cubicBezTo>
                    <a:pt x="2191" y="849"/>
                    <a:pt x="1334" y="0"/>
                    <a:pt x="282" y="0"/>
                  </a:cubicBezTo>
                  <a:close/>
                  <a:moveTo>
                    <a:pt x="1429" y="5573"/>
                  </a:moveTo>
                  <a:lnTo>
                    <a:pt x="1429" y="5585"/>
                  </a:lnTo>
                  <a:lnTo>
                    <a:pt x="1429" y="5585"/>
                  </a:lnTo>
                  <a:cubicBezTo>
                    <a:pt x="1439" y="5582"/>
                    <a:pt x="1447" y="5578"/>
                    <a:pt x="1456" y="5573"/>
                  </a:cubicBezTo>
                  <a:close/>
                  <a:moveTo>
                    <a:pt x="1429" y="5585"/>
                  </a:moveTo>
                  <a:lnTo>
                    <a:pt x="1429" y="5585"/>
                  </a:lnTo>
                  <a:cubicBezTo>
                    <a:pt x="1407" y="5593"/>
                    <a:pt x="1383" y="5597"/>
                    <a:pt x="1358" y="5597"/>
                  </a:cubicBezTo>
                  <a:lnTo>
                    <a:pt x="953" y="5597"/>
                  </a:lnTo>
                  <a:lnTo>
                    <a:pt x="953" y="8216"/>
                  </a:lnTo>
                  <a:cubicBezTo>
                    <a:pt x="953" y="8359"/>
                    <a:pt x="881" y="8526"/>
                    <a:pt x="762" y="8645"/>
                  </a:cubicBezTo>
                  <a:cubicBezTo>
                    <a:pt x="715" y="8693"/>
                    <a:pt x="643" y="8717"/>
                    <a:pt x="596" y="8764"/>
                  </a:cubicBezTo>
                  <a:cubicBezTo>
                    <a:pt x="667" y="8788"/>
                    <a:pt x="739" y="8812"/>
                    <a:pt x="834" y="8812"/>
                  </a:cubicBezTo>
                  <a:cubicBezTo>
                    <a:pt x="977" y="8812"/>
                    <a:pt x="1120" y="8764"/>
                    <a:pt x="1239" y="8645"/>
                  </a:cubicBezTo>
                  <a:cubicBezTo>
                    <a:pt x="1358" y="8526"/>
                    <a:pt x="1429" y="8359"/>
                    <a:pt x="1429" y="8216"/>
                  </a:cubicBezTo>
                  <a:lnTo>
                    <a:pt x="1429" y="5585"/>
                  </a:ln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89"/>
            <p:cNvSpPr/>
            <p:nvPr/>
          </p:nvSpPr>
          <p:spPr>
            <a:xfrm>
              <a:off x="5172046" y="2042221"/>
              <a:ext cx="124984" cy="234346"/>
            </a:xfrm>
            <a:custGeom>
              <a:rect b="b" l="l" r="r" t="t"/>
              <a:pathLst>
                <a:path extrusionOk="0" h="7860" w="4192">
                  <a:moveTo>
                    <a:pt x="238" y="1"/>
                  </a:moveTo>
                  <a:cubicBezTo>
                    <a:pt x="96" y="1"/>
                    <a:pt x="0" y="120"/>
                    <a:pt x="0" y="239"/>
                  </a:cubicBezTo>
                  <a:lnTo>
                    <a:pt x="0" y="7621"/>
                  </a:lnTo>
                  <a:cubicBezTo>
                    <a:pt x="0" y="7764"/>
                    <a:pt x="119" y="7859"/>
                    <a:pt x="238" y="7859"/>
                  </a:cubicBezTo>
                  <a:lnTo>
                    <a:pt x="4025" y="7859"/>
                  </a:lnTo>
                  <a:cubicBezTo>
                    <a:pt x="4096" y="7859"/>
                    <a:pt x="4192" y="7764"/>
                    <a:pt x="4192" y="7669"/>
                  </a:cubicBezTo>
                  <a:lnTo>
                    <a:pt x="4192" y="6002"/>
                  </a:lnTo>
                  <a:cubicBezTo>
                    <a:pt x="4192" y="5978"/>
                    <a:pt x="4168" y="5907"/>
                    <a:pt x="4144" y="5883"/>
                  </a:cubicBezTo>
                  <a:cubicBezTo>
                    <a:pt x="4096" y="5856"/>
                    <a:pt x="4051" y="5844"/>
                    <a:pt x="4010" y="5844"/>
                  </a:cubicBezTo>
                  <a:cubicBezTo>
                    <a:pt x="3907" y="5844"/>
                    <a:pt x="3834" y="5917"/>
                    <a:pt x="3834" y="6002"/>
                  </a:cubicBezTo>
                  <a:lnTo>
                    <a:pt x="3834" y="7455"/>
                  </a:lnTo>
                  <a:lnTo>
                    <a:pt x="334" y="7455"/>
                  </a:lnTo>
                  <a:lnTo>
                    <a:pt x="334" y="286"/>
                  </a:lnTo>
                  <a:lnTo>
                    <a:pt x="3834" y="286"/>
                  </a:lnTo>
                  <a:lnTo>
                    <a:pt x="3834" y="5168"/>
                  </a:lnTo>
                  <a:cubicBezTo>
                    <a:pt x="3834" y="5264"/>
                    <a:pt x="3906" y="5311"/>
                    <a:pt x="3977" y="5359"/>
                  </a:cubicBezTo>
                  <a:cubicBezTo>
                    <a:pt x="3990" y="5361"/>
                    <a:pt x="4002" y="5363"/>
                    <a:pt x="4014" y="5363"/>
                  </a:cubicBezTo>
                  <a:cubicBezTo>
                    <a:pt x="4115" y="5363"/>
                    <a:pt x="4192" y="5275"/>
                    <a:pt x="4192" y="5168"/>
                  </a:cubicBezTo>
                  <a:lnTo>
                    <a:pt x="4192" y="167"/>
                  </a:lnTo>
                  <a:cubicBezTo>
                    <a:pt x="4192" y="120"/>
                    <a:pt x="4096" y="1"/>
                    <a:pt x="39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89"/>
            <p:cNvSpPr/>
            <p:nvPr/>
          </p:nvSpPr>
          <p:spPr>
            <a:xfrm>
              <a:off x="5164235" y="1968160"/>
              <a:ext cx="36941" cy="53488"/>
            </a:xfrm>
            <a:custGeom>
              <a:rect b="b" l="l" r="r" t="t"/>
              <a:pathLst>
                <a:path extrusionOk="0" h="1794" w="1239">
                  <a:moveTo>
                    <a:pt x="643" y="961"/>
                  </a:moveTo>
                  <a:cubicBezTo>
                    <a:pt x="786" y="961"/>
                    <a:pt x="882" y="1080"/>
                    <a:pt x="882" y="1199"/>
                  </a:cubicBezTo>
                  <a:cubicBezTo>
                    <a:pt x="882" y="1342"/>
                    <a:pt x="762" y="1437"/>
                    <a:pt x="643" y="1437"/>
                  </a:cubicBezTo>
                  <a:cubicBezTo>
                    <a:pt x="524" y="1437"/>
                    <a:pt x="405" y="1342"/>
                    <a:pt x="405" y="1199"/>
                  </a:cubicBezTo>
                  <a:cubicBezTo>
                    <a:pt x="405" y="1056"/>
                    <a:pt x="524" y="961"/>
                    <a:pt x="643" y="961"/>
                  </a:cubicBezTo>
                  <a:close/>
                  <a:moveTo>
                    <a:pt x="707" y="0"/>
                  </a:moveTo>
                  <a:cubicBezTo>
                    <a:pt x="671" y="0"/>
                    <a:pt x="639" y="12"/>
                    <a:pt x="620" y="32"/>
                  </a:cubicBezTo>
                  <a:cubicBezTo>
                    <a:pt x="596" y="79"/>
                    <a:pt x="119" y="413"/>
                    <a:pt x="24" y="1103"/>
                  </a:cubicBezTo>
                  <a:cubicBezTo>
                    <a:pt x="0" y="1461"/>
                    <a:pt x="239" y="1794"/>
                    <a:pt x="620" y="1794"/>
                  </a:cubicBezTo>
                  <a:cubicBezTo>
                    <a:pt x="977" y="1794"/>
                    <a:pt x="1239" y="1532"/>
                    <a:pt x="1239" y="1199"/>
                  </a:cubicBezTo>
                  <a:cubicBezTo>
                    <a:pt x="1239" y="865"/>
                    <a:pt x="977" y="603"/>
                    <a:pt x="643" y="603"/>
                  </a:cubicBezTo>
                  <a:lnTo>
                    <a:pt x="596" y="603"/>
                  </a:lnTo>
                  <a:cubicBezTo>
                    <a:pt x="715" y="413"/>
                    <a:pt x="834" y="294"/>
                    <a:pt x="834" y="294"/>
                  </a:cubicBezTo>
                  <a:cubicBezTo>
                    <a:pt x="905" y="246"/>
                    <a:pt x="905" y="127"/>
                    <a:pt x="858" y="79"/>
                  </a:cubicBezTo>
                  <a:cubicBezTo>
                    <a:pt x="816" y="24"/>
                    <a:pt x="758"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89"/>
            <p:cNvSpPr/>
            <p:nvPr/>
          </p:nvSpPr>
          <p:spPr>
            <a:xfrm>
              <a:off x="5208958" y="1969054"/>
              <a:ext cx="34824" cy="55456"/>
            </a:xfrm>
            <a:custGeom>
              <a:rect b="b" l="l" r="r" t="t"/>
              <a:pathLst>
                <a:path extrusionOk="0" h="1860" w="1168">
                  <a:moveTo>
                    <a:pt x="560" y="332"/>
                  </a:moveTo>
                  <a:cubicBezTo>
                    <a:pt x="572" y="332"/>
                    <a:pt x="584" y="333"/>
                    <a:pt x="596" y="335"/>
                  </a:cubicBezTo>
                  <a:cubicBezTo>
                    <a:pt x="715" y="335"/>
                    <a:pt x="810" y="454"/>
                    <a:pt x="810" y="573"/>
                  </a:cubicBezTo>
                  <a:lnTo>
                    <a:pt x="810" y="1240"/>
                  </a:lnTo>
                  <a:cubicBezTo>
                    <a:pt x="810" y="1359"/>
                    <a:pt x="715" y="1454"/>
                    <a:pt x="596" y="1454"/>
                  </a:cubicBezTo>
                  <a:cubicBezTo>
                    <a:pt x="453" y="1454"/>
                    <a:pt x="334" y="1383"/>
                    <a:pt x="334" y="1240"/>
                  </a:cubicBezTo>
                  <a:lnTo>
                    <a:pt x="334" y="573"/>
                  </a:lnTo>
                  <a:cubicBezTo>
                    <a:pt x="334" y="443"/>
                    <a:pt x="433" y="332"/>
                    <a:pt x="560" y="332"/>
                  </a:cubicBezTo>
                  <a:close/>
                  <a:moveTo>
                    <a:pt x="590" y="0"/>
                  </a:moveTo>
                  <a:cubicBezTo>
                    <a:pt x="577" y="0"/>
                    <a:pt x="563" y="1"/>
                    <a:pt x="548" y="2"/>
                  </a:cubicBezTo>
                  <a:cubicBezTo>
                    <a:pt x="239" y="49"/>
                    <a:pt x="1" y="264"/>
                    <a:pt x="1" y="597"/>
                  </a:cubicBezTo>
                  <a:lnTo>
                    <a:pt x="1" y="1264"/>
                  </a:lnTo>
                  <a:cubicBezTo>
                    <a:pt x="1" y="1550"/>
                    <a:pt x="239" y="1835"/>
                    <a:pt x="548" y="1859"/>
                  </a:cubicBezTo>
                  <a:cubicBezTo>
                    <a:pt x="882" y="1859"/>
                    <a:pt x="1168" y="1597"/>
                    <a:pt x="1168" y="1240"/>
                  </a:cubicBezTo>
                  <a:lnTo>
                    <a:pt x="1168" y="597"/>
                  </a:lnTo>
                  <a:cubicBezTo>
                    <a:pt x="1168" y="255"/>
                    <a:pt x="905" y="0"/>
                    <a:pt x="5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89"/>
            <p:cNvSpPr/>
            <p:nvPr/>
          </p:nvSpPr>
          <p:spPr>
            <a:xfrm>
              <a:off x="5262208" y="1968130"/>
              <a:ext cx="29845" cy="55665"/>
            </a:xfrm>
            <a:custGeom>
              <a:rect b="b" l="l" r="r" t="t"/>
              <a:pathLst>
                <a:path extrusionOk="0" h="1867" w="1001">
                  <a:moveTo>
                    <a:pt x="815" y="0"/>
                  </a:moveTo>
                  <a:cubicBezTo>
                    <a:pt x="744" y="0"/>
                    <a:pt x="680" y="31"/>
                    <a:pt x="644" y="104"/>
                  </a:cubicBezTo>
                  <a:lnTo>
                    <a:pt x="1" y="1581"/>
                  </a:lnTo>
                  <a:cubicBezTo>
                    <a:pt x="1" y="1700"/>
                    <a:pt x="48" y="1795"/>
                    <a:pt x="120" y="1866"/>
                  </a:cubicBezTo>
                  <a:lnTo>
                    <a:pt x="191" y="1866"/>
                  </a:lnTo>
                  <a:cubicBezTo>
                    <a:pt x="239" y="1866"/>
                    <a:pt x="310" y="1819"/>
                    <a:pt x="334" y="1747"/>
                  </a:cubicBezTo>
                  <a:lnTo>
                    <a:pt x="953" y="247"/>
                  </a:lnTo>
                  <a:cubicBezTo>
                    <a:pt x="1001" y="152"/>
                    <a:pt x="953" y="80"/>
                    <a:pt x="882" y="9"/>
                  </a:cubicBezTo>
                  <a:cubicBezTo>
                    <a:pt x="859" y="3"/>
                    <a:pt x="837" y="0"/>
                    <a:pt x="8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89"/>
            <p:cNvSpPr/>
            <p:nvPr/>
          </p:nvSpPr>
          <p:spPr>
            <a:xfrm>
              <a:off x="5255828" y="1972632"/>
              <a:ext cx="12820" cy="12820"/>
            </a:xfrm>
            <a:custGeom>
              <a:rect b="b" l="l" r="r" t="t"/>
              <a:pathLst>
                <a:path extrusionOk="0" h="430" w="43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89"/>
            <p:cNvSpPr/>
            <p:nvPr/>
          </p:nvSpPr>
          <p:spPr>
            <a:xfrm>
              <a:off x="5286359" y="2007427"/>
              <a:ext cx="12105" cy="12820"/>
            </a:xfrm>
            <a:custGeom>
              <a:rect b="b" l="l" r="r" t="t"/>
              <a:pathLst>
                <a:path extrusionOk="0" h="430" w="406">
                  <a:moveTo>
                    <a:pt x="215" y="1"/>
                  </a:moveTo>
                  <a:cubicBezTo>
                    <a:pt x="96" y="1"/>
                    <a:pt x="0" y="96"/>
                    <a:pt x="0" y="215"/>
                  </a:cubicBezTo>
                  <a:cubicBezTo>
                    <a:pt x="0" y="334"/>
                    <a:pt x="96" y="429"/>
                    <a:pt x="215" y="429"/>
                  </a:cubicBezTo>
                  <a:cubicBezTo>
                    <a:pt x="334" y="429"/>
                    <a:pt x="405" y="334"/>
                    <a:pt x="405" y="215"/>
                  </a:cubicBezTo>
                  <a:cubicBezTo>
                    <a:pt x="405"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89"/>
            <p:cNvSpPr/>
            <p:nvPr/>
          </p:nvSpPr>
          <p:spPr>
            <a:xfrm>
              <a:off x="5037132" y="1922214"/>
              <a:ext cx="68902" cy="69618"/>
            </a:xfrm>
            <a:custGeom>
              <a:rect b="b" l="l" r="r" t="t"/>
              <a:pathLst>
                <a:path extrusionOk="0" h="2335" w="2311">
                  <a:moveTo>
                    <a:pt x="1167" y="358"/>
                  </a:moveTo>
                  <a:cubicBezTo>
                    <a:pt x="1596" y="358"/>
                    <a:pt x="1953" y="715"/>
                    <a:pt x="1953" y="1168"/>
                  </a:cubicBezTo>
                  <a:cubicBezTo>
                    <a:pt x="1953" y="1620"/>
                    <a:pt x="1596" y="1978"/>
                    <a:pt x="1167" y="1978"/>
                  </a:cubicBezTo>
                  <a:cubicBezTo>
                    <a:pt x="715" y="1978"/>
                    <a:pt x="358" y="1620"/>
                    <a:pt x="358" y="1168"/>
                  </a:cubicBezTo>
                  <a:cubicBezTo>
                    <a:pt x="358" y="715"/>
                    <a:pt x="715" y="358"/>
                    <a:pt x="1167" y="358"/>
                  </a:cubicBezTo>
                  <a:close/>
                  <a:moveTo>
                    <a:pt x="1167" y="1"/>
                  </a:moveTo>
                  <a:cubicBezTo>
                    <a:pt x="525" y="1"/>
                    <a:pt x="1" y="501"/>
                    <a:pt x="1" y="1168"/>
                  </a:cubicBezTo>
                  <a:cubicBezTo>
                    <a:pt x="1" y="1787"/>
                    <a:pt x="525" y="2335"/>
                    <a:pt x="1167" y="2335"/>
                  </a:cubicBezTo>
                  <a:cubicBezTo>
                    <a:pt x="1787" y="2335"/>
                    <a:pt x="2311" y="1811"/>
                    <a:pt x="2311" y="1168"/>
                  </a:cubicBezTo>
                  <a:cubicBezTo>
                    <a:pt x="2311" y="549"/>
                    <a:pt x="1810"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89"/>
            <p:cNvSpPr/>
            <p:nvPr/>
          </p:nvSpPr>
          <p:spPr>
            <a:xfrm>
              <a:off x="5009434" y="2003163"/>
              <a:ext cx="126416" cy="273493"/>
            </a:xfrm>
            <a:custGeom>
              <a:rect b="b" l="l" r="r" t="t"/>
              <a:pathLst>
                <a:path extrusionOk="0" h="9173" w="4240">
                  <a:moveTo>
                    <a:pt x="1906" y="5954"/>
                  </a:moveTo>
                  <a:lnTo>
                    <a:pt x="1906" y="8383"/>
                  </a:lnTo>
                  <a:cubicBezTo>
                    <a:pt x="1906" y="8609"/>
                    <a:pt x="1713" y="8814"/>
                    <a:pt x="1470" y="8814"/>
                  </a:cubicBezTo>
                  <a:cubicBezTo>
                    <a:pt x="1456" y="8814"/>
                    <a:pt x="1443" y="8813"/>
                    <a:pt x="1430" y="8812"/>
                  </a:cubicBezTo>
                  <a:cubicBezTo>
                    <a:pt x="1215" y="8765"/>
                    <a:pt x="1072" y="8598"/>
                    <a:pt x="1072" y="8383"/>
                  </a:cubicBezTo>
                  <a:lnTo>
                    <a:pt x="1072" y="5954"/>
                  </a:lnTo>
                  <a:close/>
                  <a:moveTo>
                    <a:pt x="3097" y="5931"/>
                  </a:moveTo>
                  <a:lnTo>
                    <a:pt x="3097" y="8383"/>
                  </a:lnTo>
                  <a:cubicBezTo>
                    <a:pt x="3097" y="8598"/>
                    <a:pt x="2954" y="8765"/>
                    <a:pt x="2763" y="8812"/>
                  </a:cubicBezTo>
                  <a:cubicBezTo>
                    <a:pt x="2739" y="8817"/>
                    <a:pt x="2714" y="8819"/>
                    <a:pt x="2690" y="8819"/>
                  </a:cubicBezTo>
                  <a:cubicBezTo>
                    <a:pt x="2458" y="8819"/>
                    <a:pt x="2263" y="8621"/>
                    <a:pt x="2263" y="8383"/>
                  </a:cubicBezTo>
                  <a:lnTo>
                    <a:pt x="2263" y="5931"/>
                  </a:lnTo>
                  <a:close/>
                  <a:moveTo>
                    <a:pt x="2049" y="1"/>
                  </a:moveTo>
                  <a:cubicBezTo>
                    <a:pt x="1668" y="1"/>
                    <a:pt x="1287" y="120"/>
                    <a:pt x="930" y="287"/>
                  </a:cubicBezTo>
                  <a:cubicBezTo>
                    <a:pt x="834" y="358"/>
                    <a:pt x="811" y="453"/>
                    <a:pt x="858" y="525"/>
                  </a:cubicBezTo>
                  <a:cubicBezTo>
                    <a:pt x="913" y="598"/>
                    <a:pt x="981" y="629"/>
                    <a:pt x="1042" y="629"/>
                  </a:cubicBezTo>
                  <a:cubicBezTo>
                    <a:pt x="1061" y="629"/>
                    <a:pt x="1079" y="626"/>
                    <a:pt x="1096" y="620"/>
                  </a:cubicBezTo>
                  <a:cubicBezTo>
                    <a:pt x="1406" y="429"/>
                    <a:pt x="1692" y="358"/>
                    <a:pt x="2049" y="358"/>
                  </a:cubicBezTo>
                  <a:lnTo>
                    <a:pt x="2096" y="358"/>
                  </a:lnTo>
                  <a:cubicBezTo>
                    <a:pt x="3073" y="358"/>
                    <a:pt x="3883" y="1168"/>
                    <a:pt x="3883" y="2144"/>
                  </a:cubicBezTo>
                  <a:lnTo>
                    <a:pt x="3883" y="3740"/>
                  </a:lnTo>
                  <a:lnTo>
                    <a:pt x="3883" y="3787"/>
                  </a:lnTo>
                  <a:cubicBezTo>
                    <a:pt x="3883" y="3883"/>
                    <a:pt x="3740" y="3954"/>
                    <a:pt x="3668" y="3954"/>
                  </a:cubicBezTo>
                  <a:cubicBezTo>
                    <a:pt x="3525" y="3954"/>
                    <a:pt x="3454" y="3835"/>
                    <a:pt x="3454" y="3716"/>
                  </a:cubicBezTo>
                  <a:lnTo>
                    <a:pt x="3454" y="2049"/>
                  </a:lnTo>
                  <a:cubicBezTo>
                    <a:pt x="3454" y="1954"/>
                    <a:pt x="3382" y="1906"/>
                    <a:pt x="3311" y="1882"/>
                  </a:cubicBezTo>
                  <a:cubicBezTo>
                    <a:pt x="3290" y="1874"/>
                    <a:pt x="3269" y="1870"/>
                    <a:pt x="3249" y="1870"/>
                  </a:cubicBezTo>
                  <a:cubicBezTo>
                    <a:pt x="3161" y="1870"/>
                    <a:pt x="3097" y="1951"/>
                    <a:pt x="3097" y="2049"/>
                  </a:cubicBezTo>
                  <a:lnTo>
                    <a:pt x="3097" y="3740"/>
                  </a:lnTo>
                  <a:cubicBezTo>
                    <a:pt x="3097" y="3978"/>
                    <a:pt x="3263" y="4216"/>
                    <a:pt x="3525" y="4287"/>
                  </a:cubicBezTo>
                  <a:lnTo>
                    <a:pt x="3692" y="5597"/>
                  </a:lnTo>
                  <a:lnTo>
                    <a:pt x="3692" y="5621"/>
                  </a:lnTo>
                  <a:lnTo>
                    <a:pt x="501" y="5621"/>
                  </a:lnTo>
                  <a:lnTo>
                    <a:pt x="501" y="5597"/>
                  </a:lnTo>
                  <a:lnTo>
                    <a:pt x="691" y="4287"/>
                  </a:lnTo>
                  <a:cubicBezTo>
                    <a:pt x="930" y="4216"/>
                    <a:pt x="1096" y="4025"/>
                    <a:pt x="1096" y="3740"/>
                  </a:cubicBezTo>
                  <a:lnTo>
                    <a:pt x="1096" y="2049"/>
                  </a:lnTo>
                  <a:cubicBezTo>
                    <a:pt x="1096" y="1954"/>
                    <a:pt x="1049" y="1906"/>
                    <a:pt x="953" y="1882"/>
                  </a:cubicBezTo>
                  <a:cubicBezTo>
                    <a:pt x="932" y="1874"/>
                    <a:pt x="911" y="1870"/>
                    <a:pt x="892" y="1870"/>
                  </a:cubicBezTo>
                  <a:cubicBezTo>
                    <a:pt x="803" y="1870"/>
                    <a:pt x="739" y="1951"/>
                    <a:pt x="739" y="2049"/>
                  </a:cubicBezTo>
                  <a:lnTo>
                    <a:pt x="739" y="3740"/>
                  </a:lnTo>
                  <a:cubicBezTo>
                    <a:pt x="739" y="3859"/>
                    <a:pt x="644" y="3954"/>
                    <a:pt x="525" y="3954"/>
                  </a:cubicBezTo>
                  <a:cubicBezTo>
                    <a:pt x="406" y="3954"/>
                    <a:pt x="334" y="3859"/>
                    <a:pt x="334" y="3740"/>
                  </a:cubicBezTo>
                  <a:lnTo>
                    <a:pt x="334" y="2168"/>
                  </a:lnTo>
                  <a:cubicBezTo>
                    <a:pt x="334" y="1811"/>
                    <a:pt x="453" y="1454"/>
                    <a:pt x="644" y="1120"/>
                  </a:cubicBezTo>
                  <a:cubicBezTo>
                    <a:pt x="715" y="1049"/>
                    <a:pt x="691" y="953"/>
                    <a:pt x="620" y="882"/>
                  </a:cubicBezTo>
                  <a:cubicBezTo>
                    <a:pt x="586" y="865"/>
                    <a:pt x="555" y="857"/>
                    <a:pt x="527" y="857"/>
                  </a:cubicBezTo>
                  <a:cubicBezTo>
                    <a:pt x="474" y="857"/>
                    <a:pt x="428" y="883"/>
                    <a:pt x="382" y="930"/>
                  </a:cubicBezTo>
                  <a:cubicBezTo>
                    <a:pt x="120" y="1287"/>
                    <a:pt x="1" y="1692"/>
                    <a:pt x="1" y="2144"/>
                  </a:cubicBezTo>
                  <a:lnTo>
                    <a:pt x="1" y="3740"/>
                  </a:lnTo>
                  <a:cubicBezTo>
                    <a:pt x="1" y="3954"/>
                    <a:pt x="120" y="4145"/>
                    <a:pt x="287" y="4216"/>
                  </a:cubicBezTo>
                  <a:cubicBezTo>
                    <a:pt x="334" y="4216"/>
                    <a:pt x="334" y="4264"/>
                    <a:pt x="358" y="4264"/>
                  </a:cubicBezTo>
                  <a:lnTo>
                    <a:pt x="168" y="5526"/>
                  </a:lnTo>
                  <a:cubicBezTo>
                    <a:pt x="168" y="5645"/>
                    <a:pt x="215" y="5740"/>
                    <a:pt x="263" y="5835"/>
                  </a:cubicBezTo>
                  <a:cubicBezTo>
                    <a:pt x="334" y="5931"/>
                    <a:pt x="453" y="5954"/>
                    <a:pt x="549" y="5954"/>
                  </a:cubicBezTo>
                  <a:lnTo>
                    <a:pt x="763" y="5954"/>
                  </a:lnTo>
                  <a:lnTo>
                    <a:pt x="763" y="8383"/>
                  </a:lnTo>
                  <a:cubicBezTo>
                    <a:pt x="763" y="8788"/>
                    <a:pt x="1049" y="9098"/>
                    <a:pt x="1430" y="9169"/>
                  </a:cubicBezTo>
                  <a:cubicBezTo>
                    <a:pt x="1452" y="9171"/>
                    <a:pt x="1475" y="9172"/>
                    <a:pt x="1497" y="9172"/>
                  </a:cubicBezTo>
                  <a:cubicBezTo>
                    <a:pt x="1736" y="9172"/>
                    <a:pt x="1968" y="9060"/>
                    <a:pt x="2120" y="8907"/>
                  </a:cubicBezTo>
                  <a:cubicBezTo>
                    <a:pt x="2249" y="9079"/>
                    <a:pt x="2473" y="9173"/>
                    <a:pt x="2708" y="9173"/>
                  </a:cubicBezTo>
                  <a:cubicBezTo>
                    <a:pt x="2734" y="9173"/>
                    <a:pt x="2761" y="9172"/>
                    <a:pt x="2787" y="9169"/>
                  </a:cubicBezTo>
                  <a:cubicBezTo>
                    <a:pt x="3192" y="9098"/>
                    <a:pt x="3454" y="8788"/>
                    <a:pt x="3454" y="8383"/>
                  </a:cubicBezTo>
                  <a:lnTo>
                    <a:pt x="3454" y="5954"/>
                  </a:lnTo>
                  <a:lnTo>
                    <a:pt x="3692" y="5954"/>
                  </a:lnTo>
                  <a:cubicBezTo>
                    <a:pt x="3787" y="5954"/>
                    <a:pt x="3835" y="5931"/>
                    <a:pt x="3906" y="5883"/>
                  </a:cubicBezTo>
                  <a:cubicBezTo>
                    <a:pt x="4025" y="5812"/>
                    <a:pt x="4073" y="5692"/>
                    <a:pt x="4049" y="5526"/>
                  </a:cubicBezTo>
                  <a:lnTo>
                    <a:pt x="3883" y="4264"/>
                  </a:lnTo>
                  <a:lnTo>
                    <a:pt x="3906" y="4264"/>
                  </a:lnTo>
                  <a:cubicBezTo>
                    <a:pt x="3978" y="4216"/>
                    <a:pt x="4049" y="4168"/>
                    <a:pt x="4121" y="4073"/>
                  </a:cubicBezTo>
                  <a:cubicBezTo>
                    <a:pt x="4168" y="3978"/>
                    <a:pt x="4240" y="3859"/>
                    <a:pt x="4240" y="3740"/>
                  </a:cubicBezTo>
                  <a:lnTo>
                    <a:pt x="4240" y="2144"/>
                  </a:lnTo>
                  <a:cubicBezTo>
                    <a:pt x="4192" y="953"/>
                    <a:pt x="3287" y="1"/>
                    <a:pt x="2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7" name="Google Shape;19347;p89"/>
          <p:cNvGrpSpPr/>
          <p:nvPr/>
        </p:nvGrpSpPr>
        <p:grpSpPr>
          <a:xfrm>
            <a:off x="5511689" y="1922214"/>
            <a:ext cx="352920" cy="353636"/>
            <a:chOff x="5549777" y="1922214"/>
            <a:chExt cx="352920" cy="353636"/>
          </a:xfrm>
        </p:grpSpPr>
        <p:sp>
          <p:nvSpPr>
            <p:cNvPr id="19348" name="Google Shape;19348;p89"/>
            <p:cNvSpPr/>
            <p:nvPr/>
          </p:nvSpPr>
          <p:spPr>
            <a:xfrm>
              <a:off x="5623630" y="2008858"/>
              <a:ext cx="100149" cy="191025"/>
            </a:xfrm>
            <a:custGeom>
              <a:rect b="b" l="l" r="r" t="t"/>
              <a:pathLst>
                <a:path extrusionOk="0" h="6407" w="3359">
                  <a:moveTo>
                    <a:pt x="1929" y="0"/>
                  </a:moveTo>
                  <a:cubicBezTo>
                    <a:pt x="786" y="548"/>
                    <a:pt x="0" y="1715"/>
                    <a:pt x="0" y="3049"/>
                  </a:cubicBezTo>
                  <a:cubicBezTo>
                    <a:pt x="0" y="4882"/>
                    <a:pt x="1501" y="6406"/>
                    <a:pt x="3358" y="6406"/>
                  </a:cubicBezTo>
                  <a:lnTo>
                    <a:pt x="3358" y="5287"/>
                  </a:lnTo>
                  <a:cubicBezTo>
                    <a:pt x="3358" y="5240"/>
                    <a:pt x="3334" y="5216"/>
                    <a:pt x="3311" y="5216"/>
                  </a:cubicBezTo>
                  <a:cubicBezTo>
                    <a:pt x="2144" y="5168"/>
                    <a:pt x="1215" y="4215"/>
                    <a:pt x="1215" y="3049"/>
                  </a:cubicBezTo>
                  <a:cubicBezTo>
                    <a:pt x="1215" y="2215"/>
                    <a:pt x="1691" y="1501"/>
                    <a:pt x="2382" y="1143"/>
                  </a:cubicBezTo>
                  <a:cubicBezTo>
                    <a:pt x="2406" y="1120"/>
                    <a:pt x="2406" y="1096"/>
                    <a:pt x="2406" y="1048"/>
                  </a:cubicBezTo>
                  <a:lnTo>
                    <a:pt x="19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89"/>
            <p:cNvSpPr/>
            <p:nvPr/>
          </p:nvSpPr>
          <p:spPr>
            <a:xfrm>
              <a:off x="5587404" y="1962704"/>
              <a:ext cx="241442" cy="272748"/>
            </a:xfrm>
            <a:custGeom>
              <a:rect b="b" l="l" r="r" t="t"/>
              <a:pathLst>
                <a:path extrusionOk="0" h="9148" w="8098">
                  <a:moveTo>
                    <a:pt x="4621" y="0"/>
                  </a:moveTo>
                  <a:cubicBezTo>
                    <a:pt x="2120" y="0"/>
                    <a:pt x="48" y="2001"/>
                    <a:pt x="25" y="4501"/>
                  </a:cubicBezTo>
                  <a:cubicBezTo>
                    <a:pt x="1" y="7026"/>
                    <a:pt x="2025" y="9121"/>
                    <a:pt x="4549" y="9145"/>
                  </a:cubicBezTo>
                  <a:cubicBezTo>
                    <a:pt x="4599" y="9147"/>
                    <a:pt x="4649" y="9148"/>
                    <a:pt x="4698" y="9148"/>
                  </a:cubicBezTo>
                  <a:cubicBezTo>
                    <a:pt x="6066" y="9148"/>
                    <a:pt x="7270" y="8516"/>
                    <a:pt x="8098" y="7573"/>
                  </a:cubicBezTo>
                  <a:lnTo>
                    <a:pt x="7145" y="6883"/>
                  </a:lnTo>
                  <a:cubicBezTo>
                    <a:pt x="7133" y="6871"/>
                    <a:pt x="7115" y="6865"/>
                    <a:pt x="7098" y="6865"/>
                  </a:cubicBezTo>
                  <a:cubicBezTo>
                    <a:pt x="7080" y="6865"/>
                    <a:pt x="7062" y="6871"/>
                    <a:pt x="7050" y="6883"/>
                  </a:cubicBezTo>
                  <a:cubicBezTo>
                    <a:pt x="6455" y="7526"/>
                    <a:pt x="5573" y="7931"/>
                    <a:pt x="4621" y="7931"/>
                  </a:cubicBezTo>
                  <a:cubicBezTo>
                    <a:pt x="2763" y="7931"/>
                    <a:pt x="1239" y="6430"/>
                    <a:pt x="1239" y="4597"/>
                  </a:cubicBezTo>
                  <a:cubicBezTo>
                    <a:pt x="1239" y="2763"/>
                    <a:pt x="2716" y="1239"/>
                    <a:pt x="4549" y="1191"/>
                  </a:cubicBezTo>
                  <a:cubicBezTo>
                    <a:pt x="4573" y="1191"/>
                    <a:pt x="4621" y="1167"/>
                    <a:pt x="4621" y="1144"/>
                  </a:cubicBezTo>
                  <a:lnTo>
                    <a:pt x="46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89"/>
            <p:cNvSpPr/>
            <p:nvPr/>
          </p:nvSpPr>
          <p:spPr>
            <a:xfrm>
              <a:off x="5613671" y="2177851"/>
              <a:ext cx="215175" cy="57603"/>
            </a:xfrm>
            <a:custGeom>
              <a:rect b="b" l="l" r="r" t="t"/>
              <a:pathLst>
                <a:path extrusionOk="0" h="1932" w="7217">
                  <a:moveTo>
                    <a:pt x="1" y="0"/>
                  </a:moveTo>
                  <a:cubicBezTo>
                    <a:pt x="811" y="1167"/>
                    <a:pt x="2144" y="1905"/>
                    <a:pt x="3668" y="1929"/>
                  </a:cubicBezTo>
                  <a:cubicBezTo>
                    <a:pt x="3718" y="1931"/>
                    <a:pt x="3768" y="1932"/>
                    <a:pt x="3817" y="1932"/>
                  </a:cubicBezTo>
                  <a:cubicBezTo>
                    <a:pt x="5185" y="1932"/>
                    <a:pt x="6389" y="1300"/>
                    <a:pt x="7217" y="357"/>
                  </a:cubicBezTo>
                  <a:lnTo>
                    <a:pt x="6836" y="72"/>
                  </a:lnTo>
                  <a:cubicBezTo>
                    <a:pt x="5972" y="959"/>
                    <a:pt x="4787" y="1549"/>
                    <a:pt x="3461" y="1549"/>
                  </a:cubicBezTo>
                  <a:cubicBezTo>
                    <a:pt x="3435" y="1549"/>
                    <a:pt x="3409" y="1549"/>
                    <a:pt x="3383" y="1548"/>
                  </a:cubicBezTo>
                  <a:cubicBezTo>
                    <a:pt x="2025" y="1548"/>
                    <a:pt x="834" y="953"/>
                    <a:pt x="1"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89"/>
            <p:cNvSpPr/>
            <p:nvPr/>
          </p:nvSpPr>
          <p:spPr>
            <a:xfrm>
              <a:off x="5552609" y="1928625"/>
              <a:ext cx="342992" cy="342246"/>
            </a:xfrm>
            <a:custGeom>
              <a:rect b="b" l="l" r="r" t="t"/>
              <a:pathLst>
                <a:path extrusionOk="0" h="11479" w="11504">
                  <a:moveTo>
                    <a:pt x="5693" y="0"/>
                  </a:moveTo>
                  <a:cubicBezTo>
                    <a:pt x="2525" y="24"/>
                    <a:pt x="1" y="2596"/>
                    <a:pt x="1" y="5740"/>
                  </a:cubicBezTo>
                  <a:cubicBezTo>
                    <a:pt x="1" y="8883"/>
                    <a:pt x="2573" y="11479"/>
                    <a:pt x="5740" y="11479"/>
                  </a:cubicBezTo>
                  <a:cubicBezTo>
                    <a:pt x="8908" y="11479"/>
                    <a:pt x="11456" y="8955"/>
                    <a:pt x="11503" y="5787"/>
                  </a:cubicBezTo>
                  <a:cubicBezTo>
                    <a:pt x="11503" y="5763"/>
                    <a:pt x="11456" y="5740"/>
                    <a:pt x="11432" y="5740"/>
                  </a:cubicBezTo>
                  <a:lnTo>
                    <a:pt x="10384" y="5740"/>
                  </a:lnTo>
                  <a:cubicBezTo>
                    <a:pt x="10360" y="5740"/>
                    <a:pt x="10336" y="5763"/>
                    <a:pt x="10336" y="5787"/>
                  </a:cubicBezTo>
                  <a:cubicBezTo>
                    <a:pt x="10315" y="8277"/>
                    <a:pt x="8291" y="10289"/>
                    <a:pt x="5781" y="10289"/>
                  </a:cubicBezTo>
                  <a:cubicBezTo>
                    <a:pt x="5434" y="10289"/>
                    <a:pt x="5078" y="10250"/>
                    <a:pt x="4716" y="10169"/>
                  </a:cubicBezTo>
                  <a:cubicBezTo>
                    <a:pt x="3002" y="9812"/>
                    <a:pt x="1692" y="8478"/>
                    <a:pt x="1311" y="6787"/>
                  </a:cubicBezTo>
                  <a:cubicBezTo>
                    <a:pt x="668" y="3811"/>
                    <a:pt x="2930" y="1167"/>
                    <a:pt x="5788" y="1167"/>
                  </a:cubicBezTo>
                  <a:lnTo>
                    <a:pt x="5740" y="48"/>
                  </a:lnTo>
                  <a:cubicBezTo>
                    <a:pt x="5740" y="24"/>
                    <a:pt x="5716" y="0"/>
                    <a:pt x="5693"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89"/>
            <p:cNvSpPr/>
            <p:nvPr/>
          </p:nvSpPr>
          <p:spPr>
            <a:xfrm>
              <a:off x="5638537" y="2099019"/>
              <a:ext cx="258466" cy="171854"/>
            </a:xfrm>
            <a:custGeom>
              <a:rect b="b" l="l" r="r" t="t"/>
              <a:pathLst>
                <a:path extrusionOk="0" h="5764" w="8669">
                  <a:moveTo>
                    <a:pt x="8264" y="1"/>
                  </a:moveTo>
                  <a:cubicBezTo>
                    <a:pt x="8145" y="3049"/>
                    <a:pt x="5597" y="5526"/>
                    <a:pt x="2501" y="5526"/>
                  </a:cubicBezTo>
                  <a:cubicBezTo>
                    <a:pt x="1620" y="5526"/>
                    <a:pt x="763" y="5335"/>
                    <a:pt x="0" y="4954"/>
                  </a:cubicBezTo>
                  <a:lnTo>
                    <a:pt x="0" y="4954"/>
                  </a:lnTo>
                  <a:cubicBezTo>
                    <a:pt x="882" y="5478"/>
                    <a:pt x="1858" y="5764"/>
                    <a:pt x="2930" y="5764"/>
                  </a:cubicBezTo>
                  <a:cubicBezTo>
                    <a:pt x="6073" y="5764"/>
                    <a:pt x="8645" y="3240"/>
                    <a:pt x="8669" y="72"/>
                  </a:cubicBezTo>
                  <a:cubicBezTo>
                    <a:pt x="8669" y="48"/>
                    <a:pt x="8645" y="25"/>
                    <a:pt x="86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89"/>
            <p:cNvSpPr/>
            <p:nvPr/>
          </p:nvSpPr>
          <p:spPr>
            <a:xfrm>
              <a:off x="5549777" y="1922214"/>
              <a:ext cx="352920" cy="353636"/>
            </a:xfrm>
            <a:custGeom>
              <a:rect b="b" l="l" r="r" t="t"/>
              <a:pathLst>
                <a:path extrusionOk="0" h="11861" w="11837">
                  <a:moveTo>
                    <a:pt x="5668" y="1549"/>
                  </a:moveTo>
                  <a:lnTo>
                    <a:pt x="5668" y="2406"/>
                  </a:lnTo>
                  <a:cubicBezTo>
                    <a:pt x="4764" y="2454"/>
                    <a:pt x="3930" y="2835"/>
                    <a:pt x="3311" y="3478"/>
                  </a:cubicBezTo>
                  <a:cubicBezTo>
                    <a:pt x="2668" y="4169"/>
                    <a:pt x="2287" y="5026"/>
                    <a:pt x="2287" y="5978"/>
                  </a:cubicBezTo>
                  <a:cubicBezTo>
                    <a:pt x="2287" y="7812"/>
                    <a:pt x="3716" y="9312"/>
                    <a:pt x="5502" y="9503"/>
                  </a:cubicBezTo>
                  <a:cubicBezTo>
                    <a:pt x="5597" y="9509"/>
                    <a:pt x="5692" y="9512"/>
                    <a:pt x="5785" y="9512"/>
                  </a:cubicBezTo>
                  <a:cubicBezTo>
                    <a:pt x="6087" y="9512"/>
                    <a:pt x="6378" y="9480"/>
                    <a:pt x="6669" y="9408"/>
                  </a:cubicBezTo>
                  <a:cubicBezTo>
                    <a:pt x="7002" y="9312"/>
                    <a:pt x="7288" y="9193"/>
                    <a:pt x="7597" y="9050"/>
                  </a:cubicBezTo>
                  <a:cubicBezTo>
                    <a:pt x="7812" y="8931"/>
                    <a:pt x="8026" y="8788"/>
                    <a:pt x="8193" y="8646"/>
                  </a:cubicBezTo>
                  <a:cubicBezTo>
                    <a:pt x="8217" y="8646"/>
                    <a:pt x="8360" y="8455"/>
                    <a:pt x="8360" y="8455"/>
                  </a:cubicBezTo>
                  <a:cubicBezTo>
                    <a:pt x="8407" y="8455"/>
                    <a:pt x="9122" y="8955"/>
                    <a:pt x="9098" y="8979"/>
                  </a:cubicBezTo>
                  <a:cubicBezTo>
                    <a:pt x="8883" y="9217"/>
                    <a:pt x="8645" y="9408"/>
                    <a:pt x="8383" y="9574"/>
                  </a:cubicBezTo>
                  <a:cubicBezTo>
                    <a:pt x="8098" y="9765"/>
                    <a:pt x="7859" y="9884"/>
                    <a:pt x="7574" y="10003"/>
                  </a:cubicBezTo>
                  <a:cubicBezTo>
                    <a:pt x="7003" y="10227"/>
                    <a:pt x="6398" y="10347"/>
                    <a:pt x="5787" y="10347"/>
                  </a:cubicBezTo>
                  <a:cubicBezTo>
                    <a:pt x="5684" y="10347"/>
                    <a:pt x="5581" y="10343"/>
                    <a:pt x="5478" y="10336"/>
                  </a:cubicBezTo>
                  <a:cubicBezTo>
                    <a:pt x="4454" y="10241"/>
                    <a:pt x="3454" y="9765"/>
                    <a:pt x="2715" y="9027"/>
                  </a:cubicBezTo>
                  <a:cubicBezTo>
                    <a:pt x="2477" y="8765"/>
                    <a:pt x="2239" y="8479"/>
                    <a:pt x="2073" y="8193"/>
                  </a:cubicBezTo>
                  <a:cubicBezTo>
                    <a:pt x="1620" y="7455"/>
                    <a:pt x="1406" y="6550"/>
                    <a:pt x="1477" y="5669"/>
                  </a:cubicBezTo>
                  <a:cubicBezTo>
                    <a:pt x="1525" y="5002"/>
                    <a:pt x="1691" y="4383"/>
                    <a:pt x="2025" y="3787"/>
                  </a:cubicBezTo>
                  <a:cubicBezTo>
                    <a:pt x="2430" y="3097"/>
                    <a:pt x="3025" y="2525"/>
                    <a:pt x="3668" y="2144"/>
                  </a:cubicBezTo>
                  <a:cubicBezTo>
                    <a:pt x="4025" y="1930"/>
                    <a:pt x="4454" y="1787"/>
                    <a:pt x="4859" y="1668"/>
                  </a:cubicBezTo>
                  <a:cubicBezTo>
                    <a:pt x="4930" y="1668"/>
                    <a:pt x="5668" y="1549"/>
                    <a:pt x="5668" y="1549"/>
                  </a:cubicBezTo>
                  <a:close/>
                  <a:moveTo>
                    <a:pt x="5883" y="1"/>
                  </a:moveTo>
                  <a:cubicBezTo>
                    <a:pt x="4287" y="25"/>
                    <a:pt x="2835" y="668"/>
                    <a:pt x="1739" y="1763"/>
                  </a:cubicBezTo>
                  <a:cubicBezTo>
                    <a:pt x="644" y="2883"/>
                    <a:pt x="1" y="4359"/>
                    <a:pt x="1" y="5931"/>
                  </a:cubicBezTo>
                  <a:cubicBezTo>
                    <a:pt x="1" y="7503"/>
                    <a:pt x="644" y="9003"/>
                    <a:pt x="1739" y="10122"/>
                  </a:cubicBezTo>
                  <a:cubicBezTo>
                    <a:pt x="2835" y="11265"/>
                    <a:pt x="4359" y="11861"/>
                    <a:pt x="5930" y="11861"/>
                  </a:cubicBezTo>
                  <a:cubicBezTo>
                    <a:pt x="7145" y="11861"/>
                    <a:pt x="8336" y="11503"/>
                    <a:pt x="9336" y="10789"/>
                  </a:cubicBezTo>
                  <a:cubicBezTo>
                    <a:pt x="10312" y="10098"/>
                    <a:pt x="11051" y="9122"/>
                    <a:pt x="11479" y="8003"/>
                  </a:cubicBezTo>
                  <a:lnTo>
                    <a:pt x="11479" y="7884"/>
                  </a:lnTo>
                  <a:cubicBezTo>
                    <a:pt x="11437" y="7820"/>
                    <a:pt x="11376" y="7790"/>
                    <a:pt x="11317" y="7790"/>
                  </a:cubicBezTo>
                  <a:cubicBezTo>
                    <a:pt x="11243" y="7790"/>
                    <a:pt x="11172" y="7838"/>
                    <a:pt x="11146" y="7931"/>
                  </a:cubicBezTo>
                  <a:cubicBezTo>
                    <a:pt x="10765" y="8955"/>
                    <a:pt x="10050" y="9860"/>
                    <a:pt x="9122" y="10503"/>
                  </a:cubicBezTo>
                  <a:cubicBezTo>
                    <a:pt x="8169" y="11170"/>
                    <a:pt x="7074" y="11527"/>
                    <a:pt x="5907" y="11527"/>
                  </a:cubicBezTo>
                  <a:cubicBezTo>
                    <a:pt x="4406" y="11527"/>
                    <a:pt x="3025" y="10932"/>
                    <a:pt x="1953" y="9884"/>
                  </a:cubicBezTo>
                  <a:cubicBezTo>
                    <a:pt x="906" y="8812"/>
                    <a:pt x="310" y="7407"/>
                    <a:pt x="310" y="5931"/>
                  </a:cubicBezTo>
                  <a:cubicBezTo>
                    <a:pt x="310" y="3335"/>
                    <a:pt x="2192" y="1025"/>
                    <a:pt x="4716" y="477"/>
                  </a:cubicBezTo>
                  <a:cubicBezTo>
                    <a:pt x="5049" y="430"/>
                    <a:pt x="5359" y="358"/>
                    <a:pt x="5716" y="358"/>
                  </a:cubicBezTo>
                  <a:lnTo>
                    <a:pt x="5716" y="1192"/>
                  </a:lnTo>
                  <a:cubicBezTo>
                    <a:pt x="5287" y="1216"/>
                    <a:pt x="4811" y="1287"/>
                    <a:pt x="4383" y="1430"/>
                  </a:cubicBezTo>
                  <a:cubicBezTo>
                    <a:pt x="4049" y="1549"/>
                    <a:pt x="3740" y="1692"/>
                    <a:pt x="3430" y="1882"/>
                  </a:cubicBezTo>
                  <a:cubicBezTo>
                    <a:pt x="3097" y="2097"/>
                    <a:pt x="2835" y="2287"/>
                    <a:pt x="2549" y="2573"/>
                  </a:cubicBezTo>
                  <a:cubicBezTo>
                    <a:pt x="1763" y="3311"/>
                    <a:pt x="1287" y="4288"/>
                    <a:pt x="1168" y="5359"/>
                  </a:cubicBezTo>
                  <a:cubicBezTo>
                    <a:pt x="1144" y="5621"/>
                    <a:pt x="1144" y="5907"/>
                    <a:pt x="1144" y="6145"/>
                  </a:cubicBezTo>
                  <a:cubicBezTo>
                    <a:pt x="1168" y="6645"/>
                    <a:pt x="1263" y="7145"/>
                    <a:pt x="1430" y="7622"/>
                  </a:cubicBezTo>
                  <a:cubicBezTo>
                    <a:pt x="1620" y="8098"/>
                    <a:pt x="1882" y="8550"/>
                    <a:pt x="2192" y="8931"/>
                  </a:cubicBezTo>
                  <a:cubicBezTo>
                    <a:pt x="3080" y="10051"/>
                    <a:pt x="4472" y="10680"/>
                    <a:pt x="5883" y="10680"/>
                  </a:cubicBezTo>
                  <a:cubicBezTo>
                    <a:pt x="6363" y="10680"/>
                    <a:pt x="6846" y="10607"/>
                    <a:pt x="7312" y="10455"/>
                  </a:cubicBezTo>
                  <a:cubicBezTo>
                    <a:pt x="7788" y="10313"/>
                    <a:pt x="8264" y="10074"/>
                    <a:pt x="8669" y="9765"/>
                  </a:cubicBezTo>
                  <a:cubicBezTo>
                    <a:pt x="9288" y="9312"/>
                    <a:pt x="9812" y="8693"/>
                    <a:pt x="10169" y="7979"/>
                  </a:cubicBezTo>
                  <a:cubicBezTo>
                    <a:pt x="10289" y="7741"/>
                    <a:pt x="10360" y="7479"/>
                    <a:pt x="10455" y="7217"/>
                  </a:cubicBezTo>
                  <a:cubicBezTo>
                    <a:pt x="10479" y="7098"/>
                    <a:pt x="10527" y="6931"/>
                    <a:pt x="10550" y="6812"/>
                  </a:cubicBezTo>
                  <a:cubicBezTo>
                    <a:pt x="10574" y="6693"/>
                    <a:pt x="10646" y="6097"/>
                    <a:pt x="10646" y="6097"/>
                  </a:cubicBezTo>
                  <a:lnTo>
                    <a:pt x="11479" y="6097"/>
                  </a:lnTo>
                  <a:cubicBezTo>
                    <a:pt x="11479" y="6455"/>
                    <a:pt x="11408" y="6812"/>
                    <a:pt x="11313" y="7169"/>
                  </a:cubicBezTo>
                  <a:cubicBezTo>
                    <a:pt x="11313" y="7217"/>
                    <a:pt x="11313" y="7264"/>
                    <a:pt x="11360" y="7288"/>
                  </a:cubicBezTo>
                  <a:cubicBezTo>
                    <a:pt x="11408" y="7336"/>
                    <a:pt x="11464" y="7357"/>
                    <a:pt x="11515" y="7357"/>
                  </a:cubicBezTo>
                  <a:cubicBezTo>
                    <a:pt x="11591" y="7357"/>
                    <a:pt x="11656" y="7312"/>
                    <a:pt x="11670" y="7241"/>
                  </a:cubicBezTo>
                  <a:cubicBezTo>
                    <a:pt x="11765" y="6860"/>
                    <a:pt x="11836" y="6431"/>
                    <a:pt x="11836" y="6026"/>
                  </a:cubicBezTo>
                  <a:cubicBezTo>
                    <a:pt x="11836" y="5955"/>
                    <a:pt x="11789" y="5907"/>
                    <a:pt x="11765" y="5836"/>
                  </a:cubicBezTo>
                  <a:cubicBezTo>
                    <a:pt x="11717" y="5788"/>
                    <a:pt x="11646" y="5788"/>
                    <a:pt x="11598" y="5788"/>
                  </a:cubicBezTo>
                  <a:lnTo>
                    <a:pt x="10550" y="5788"/>
                  </a:lnTo>
                  <a:cubicBezTo>
                    <a:pt x="10431" y="5788"/>
                    <a:pt x="10312" y="5907"/>
                    <a:pt x="10312" y="6002"/>
                  </a:cubicBezTo>
                  <a:cubicBezTo>
                    <a:pt x="10312" y="7002"/>
                    <a:pt x="9955" y="7955"/>
                    <a:pt x="9360" y="8693"/>
                  </a:cubicBezTo>
                  <a:lnTo>
                    <a:pt x="8550" y="8122"/>
                  </a:lnTo>
                  <a:cubicBezTo>
                    <a:pt x="8511" y="8102"/>
                    <a:pt x="8463" y="8090"/>
                    <a:pt x="8414" y="8090"/>
                  </a:cubicBezTo>
                  <a:cubicBezTo>
                    <a:pt x="8345" y="8090"/>
                    <a:pt x="8272" y="8114"/>
                    <a:pt x="8217" y="8169"/>
                  </a:cubicBezTo>
                  <a:cubicBezTo>
                    <a:pt x="7669" y="8765"/>
                    <a:pt x="6883" y="9122"/>
                    <a:pt x="6073" y="9146"/>
                  </a:cubicBezTo>
                  <a:lnTo>
                    <a:pt x="6073" y="8169"/>
                  </a:lnTo>
                  <a:cubicBezTo>
                    <a:pt x="6073" y="8050"/>
                    <a:pt x="6002" y="7931"/>
                    <a:pt x="5835" y="7931"/>
                  </a:cubicBezTo>
                  <a:cubicBezTo>
                    <a:pt x="4930" y="7884"/>
                    <a:pt x="4144" y="7241"/>
                    <a:pt x="3978" y="6336"/>
                  </a:cubicBezTo>
                  <a:cubicBezTo>
                    <a:pt x="3936" y="6274"/>
                    <a:pt x="3877" y="6212"/>
                    <a:pt x="3800" y="6212"/>
                  </a:cubicBezTo>
                  <a:cubicBezTo>
                    <a:pt x="3788" y="6212"/>
                    <a:pt x="3776" y="6213"/>
                    <a:pt x="3763" y="6217"/>
                  </a:cubicBezTo>
                  <a:cubicBezTo>
                    <a:pt x="3668" y="6264"/>
                    <a:pt x="3620" y="6336"/>
                    <a:pt x="3644" y="6431"/>
                  </a:cubicBezTo>
                  <a:cubicBezTo>
                    <a:pt x="3859" y="7455"/>
                    <a:pt x="4716" y="8193"/>
                    <a:pt x="5764" y="8288"/>
                  </a:cubicBezTo>
                  <a:lnTo>
                    <a:pt x="5764" y="9146"/>
                  </a:lnTo>
                  <a:lnTo>
                    <a:pt x="5716" y="9146"/>
                  </a:lnTo>
                  <a:cubicBezTo>
                    <a:pt x="5407" y="9122"/>
                    <a:pt x="5049" y="9050"/>
                    <a:pt x="4740" y="8931"/>
                  </a:cubicBezTo>
                  <a:cubicBezTo>
                    <a:pt x="4049" y="8669"/>
                    <a:pt x="3501" y="8169"/>
                    <a:pt x="3144" y="7526"/>
                  </a:cubicBezTo>
                  <a:cubicBezTo>
                    <a:pt x="2858" y="7050"/>
                    <a:pt x="2715" y="6407"/>
                    <a:pt x="2715" y="5836"/>
                  </a:cubicBezTo>
                  <a:cubicBezTo>
                    <a:pt x="2739" y="5073"/>
                    <a:pt x="3073" y="4288"/>
                    <a:pt x="3620" y="3716"/>
                  </a:cubicBezTo>
                  <a:cubicBezTo>
                    <a:pt x="3763" y="3573"/>
                    <a:pt x="3882" y="3454"/>
                    <a:pt x="4049" y="3335"/>
                  </a:cubicBezTo>
                  <a:cubicBezTo>
                    <a:pt x="4144" y="3287"/>
                    <a:pt x="4263" y="3192"/>
                    <a:pt x="4383" y="3121"/>
                  </a:cubicBezTo>
                  <a:lnTo>
                    <a:pt x="4740" y="3930"/>
                  </a:lnTo>
                  <a:cubicBezTo>
                    <a:pt x="4144" y="4288"/>
                    <a:pt x="3692" y="4907"/>
                    <a:pt x="3620" y="5597"/>
                  </a:cubicBezTo>
                  <a:cubicBezTo>
                    <a:pt x="3620" y="5621"/>
                    <a:pt x="3620" y="5693"/>
                    <a:pt x="3644" y="5716"/>
                  </a:cubicBezTo>
                  <a:cubicBezTo>
                    <a:pt x="3689" y="5761"/>
                    <a:pt x="3741" y="5783"/>
                    <a:pt x="3788" y="5783"/>
                  </a:cubicBezTo>
                  <a:cubicBezTo>
                    <a:pt x="3865" y="5783"/>
                    <a:pt x="3930" y="5725"/>
                    <a:pt x="3930" y="5621"/>
                  </a:cubicBezTo>
                  <a:cubicBezTo>
                    <a:pt x="4025" y="5026"/>
                    <a:pt x="4406" y="4502"/>
                    <a:pt x="4978" y="4192"/>
                  </a:cubicBezTo>
                  <a:cubicBezTo>
                    <a:pt x="5097" y="4145"/>
                    <a:pt x="5121" y="4002"/>
                    <a:pt x="5097" y="3883"/>
                  </a:cubicBezTo>
                  <a:lnTo>
                    <a:pt x="4716" y="2978"/>
                  </a:lnTo>
                  <a:cubicBezTo>
                    <a:pt x="5073" y="2835"/>
                    <a:pt x="5454" y="2740"/>
                    <a:pt x="5883" y="2740"/>
                  </a:cubicBezTo>
                  <a:cubicBezTo>
                    <a:pt x="6002" y="2740"/>
                    <a:pt x="6121" y="2621"/>
                    <a:pt x="6121" y="2502"/>
                  </a:cubicBezTo>
                  <a:lnTo>
                    <a:pt x="6121" y="239"/>
                  </a:lnTo>
                  <a:lnTo>
                    <a:pt x="6121" y="192"/>
                  </a:lnTo>
                  <a:cubicBezTo>
                    <a:pt x="6073" y="72"/>
                    <a:pt x="6002" y="1"/>
                    <a:pt x="58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89"/>
            <p:cNvSpPr/>
            <p:nvPr/>
          </p:nvSpPr>
          <p:spPr>
            <a:xfrm>
              <a:off x="5745038" y="1999615"/>
              <a:ext cx="41204" cy="63238"/>
            </a:xfrm>
            <a:custGeom>
              <a:rect b="b" l="l" r="r" t="t"/>
              <a:pathLst>
                <a:path extrusionOk="0" h="2121" w="1382">
                  <a:moveTo>
                    <a:pt x="215" y="1"/>
                  </a:moveTo>
                  <a:cubicBezTo>
                    <a:pt x="96" y="1"/>
                    <a:pt x="1" y="120"/>
                    <a:pt x="48" y="239"/>
                  </a:cubicBezTo>
                  <a:cubicBezTo>
                    <a:pt x="72" y="287"/>
                    <a:pt x="120" y="358"/>
                    <a:pt x="215" y="358"/>
                  </a:cubicBezTo>
                  <a:lnTo>
                    <a:pt x="906" y="358"/>
                  </a:lnTo>
                  <a:lnTo>
                    <a:pt x="239" y="1858"/>
                  </a:lnTo>
                  <a:cubicBezTo>
                    <a:pt x="215" y="1954"/>
                    <a:pt x="239" y="2025"/>
                    <a:pt x="310" y="2073"/>
                  </a:cubicBezTo>
                  <a:cubicBezTo>
                    <a:pt x="334" y="2120"/>
                    <a:pt x="405" y="2120"/>
                    <a:pt x="429" y="2120"/>
                  </a:cubicBezTo>
                  <a:cubicBezTo>
                    <a:pt x="477" y="2120"/>
                    <a:pt x="548" y="2049"/>
                    <a:pt x="572" y="2025"/>
                  </a:cubicBezTo>
                  <a:lnTo>
                    <a:pt x="1358" y="263"/>
                  </a:lnTo>
                  <a:cubicBezTo>
                    <a:pt x="1382" y="167"/>
                    <a:pt x="1358" y="96"/>
                    <a:pt x="1263" y="25"/>
                  </a:cubicBezTo>
                  <a:cubicBezTo>
                    <a:pt x="1239" y="1"/>
                    <a:pt x="1191" y="1"/>
                    <a:pt x="1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89"/>
            <p:cNvSpPr/>
            <p:nvPr/>
          </p:nvSpPr>
          <p:spPr>
            <a:xfrm>
              <a:off x="5786928" y="1997498"/>
              <a:ext cx="42635" cy="66070"/>
            </a:xfrm>
            <a:custGeom>
              <a:rect b="b" l="l" r="r" t="t"/>
              <a:pathLst>
                <a:path extrusionOk="0" h="2216" w="1430">
                  <a:moveTo>
                    <a:pt x="382" y="0"/>
                  </a:moveTo>
                  <a:cubicBezTo>
                    <a:pt x="358" y="0"/>
                    <a:pt x="334" y="24"/>
                    <a:pt x="334" y="72"/>
                  </a:cubicBezTo>
                  <a:lnTo>
                    <a:pt x="167" y="1001"/>
                  </a:lnTo>
                  <a:lnTo>
                    <a:pt x="167" y="1024"/>
                  </a:lnTo>
                  <a:cubicBezTo>
                    <a:pt x="202" y="1129"/>
                    <a:pt x="288" y="1195"/>
                    <a:pt x="369" y="1195"/>
                  </a:cubicBezTo>
                  <a:cubicBezTo>
                    <a:pt x="399" y="1195"/>
                    <a:pt x="428" y="1186"/>
                    <a:pt x="453" y="1167"/>
                  </a:cubicBezTo>
                  <a:cubicBezTo>
                    <a:pt x="525" y="1143"/>
                    <a:pt x="596" y="1096"/>
                    <a:pt x="763" y="1096"/>
                  </a:cubicBezTo>
                  <a:lnTo>
                    <a:pt x="810" y="1096"/>
                  </a:lnTo>
                  <a:cubicBezTo>
                    <a:pt x="977" y="1167"/>
                    <a:pt x="1072" y="1334"/>
                    <a:pt x="1072" y="1501"/>
                  </a:cubicBezTo>
                  <a:cubicBezTo>
                    <a:pt x="1072" y="1691"/>
                    <a:pt x="882" y="1858"/>
                    <a:pt x="715" y="1858"/>
                  </a:cubicBezTo>
                  <a:cubicBezTo>
                    <a:pt x="525" y="1858"/>
                    <a:pt x="382" y="1739"/>
                    <a:pt x="358" y="1548"/>
                  </a:cubicBezTo>
                  <a:lnTo>
                    <a:pt x="358" y="1501"/>
                  </a:lnTo>
                  <a:cubicBezTo>
                    <a:pt x="358" y="1391"/>
                    <a:pt x="275" y="1301"/>
                    <a:pt x="177" y="1301"/>
                  </a:cubicBezTo>
                  <a:cubicBezTo>
                    <a:pt x="127" y="1301"/>
                    <a:pt x="73" y="1325"/>
                    <a:pt x="24" y="1382"/>
                  </a:cubicBezTo>
                  <a:cubicBezTo>
                    <a:pt x="1" y="1382"/>
                    <a:pt x="1" y="1405"/>
                    <a:pt x="1" y="1405"/>
                  </a:cubicBezTo>
                  <a:lnTo>
                    <a:pt x="1" y="1596"/>
                  </a:lnTo>
                  <a:cubicBezTo>
                    <a:pt x="72" y="1953"/>
                    <a:pt x="358" y="2215"/>
                    <a:pt x="715" y="2215"/>
                  </a:cubicBezTo>
                  <a:cubicBezTo>
                    <a:pt x="1096" y="2215"/>
                    <a:pt x="1406" y="1905"/>
                    <a:pt x="1406" y="1477"/>
                  </a:cubicBezTo>
                  <a:cubicBezTo>
                    <a:pt x="1430" y="1143"/>
                    <a:pt x="1263" y="834"/>
                    <a:pt x="882" y="715"/>
                  </a:cubicBezTo>
                  <a:lnTo>
                    <a:pt x="572" y="715"/>
                  </a:lnTo>
                  <a:lnTo>
                    <a:pt x="620" y="358"/>
                  </a:lnTo>
                  <a:lnTo>
                    <a:pt x="1120" y="358"/>
                  </a:lnTo>
                  <a:cubicBezTo>
                    <a:pt x="1239" y="358"/>
                    <a:pt x="1358" y="191"/>
                    <a:pt x="1215" y="24"/>
                  </a:cubicBezTo>
                  <a:cubicBezTo>
                    <a:pt x="1215" y="0"/>
                    <a:pt x="1215"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89"/>
            <p:cNvSpPr/>
            <p:nvPr/>
          </p:nvSpPr>
          <p:spPr>
            <a:xfrm>
              <a:off x="5848705" y="1995829"/>
              <a:ext cx="37656" cy="71973"/>
            </a:xfrm>
            <a:custGeom>
              <a:rect b="b" l="l" r="r" t="t"/>
              <a:pathLst>
                <a:path extrusionOk="0" h="2414" w="1263">
                  <a:moveTo>
                    <a:pt x="1074" y="0"/>
                  </a:moveTo>
                  <a:cubicBezTo>
                    <a:pt x="997" y="0"/>
                    <a:pt x="924" y="31"/>
                    <a:pt x="905" y="104"/>
                  </a:cubicBezTo>
                  <a:lnTo>
                    <a:pt x="48" y="2176"/>
                  </a:lnTo>
                  <a:cubicBezTo>
                    <a:pt x="1" y="2271"/>
                    <a:pt x="48" y="2390"/>
                    <a:pt x="143" y="2414"/>
                  </a:cubicBezTo>
                  <a:lnTo>
                    <a:pt x="191" y="2414"/>
                  </a:lnTo>
                  <a:cubicBezTo>
                    <a:pt x="263" y="2414"/>
                    <a:pt x="334" y="2390"/>
                    <a:pt x="382" y="2319"/>
                  </a:cubicBezTo>
                  <a:lnTo>
                    <a:pt x="1239" y="247"/>
                  </a:lnTo>
                  <a:cubicBezTo>
                    <a:pt x="1263" y="152"/>
                    <a:pt x="1239" y="33"/>
                    <a:pt x="1144" y="9"/>
                  </a:cubicBezTo>
                  <a:cubicBezTo>
                    <a:pt x="1121" y="3"/>
                    <a:pt x="1097" y="0"/>
                    <a:pt x="10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89"/>
            <p:cNvSpPr/>
            <p:nvPr/>
          </p:nvSpPr>
          <p:spPr>
            <a:xfrm>
              <a:off x="5838777" y="1999615"/>
              <a:ext cx="15653" cy="15653"/>
            </a:xfrm>
            <a:custGeom>
              <a:rect b="b" l="l" r="r" t="t"/>
              <a:pathLst>
                <a:path extrusionOk="0" h="525" w="525">
                  <a:moveTo>
                    <a:pt x="262" y="1"/>
                  </a:moveTo>
                  <a:cubicBezTo>
                    <a:pt x="119" y="1"/>
                    <a:pt x="0" y="120"/>
                    <a:pt x="0" y="263"/>
                  </a:cubicBezTo>
                  <a:cubicBezTo>
                    <a:pt x="0" y="406"/>
                    <a:pt x="119" y="525"/>
                    <a:pt x="262" y="525"/>
                  </a:cubicBezTo>
                  <a:cubicBezTo>
                    <a:pt x="405" y="525"/>
                    <a:pt x="524" y="406"/>
                    <a:pt x="524" y="263"/>
                  </a:cubicBezTo>
                  <a:cubicBezTo>
                    <a:pt x="524" y="120"/>
                    <a:pt x="405" y="1"/>
                    <a:pt x="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89"/>
            <p:cNvSpPr/>
            <p:nvPr/>
          </p:nvSpPr>
          <p:spPr>
            <a:xfrm>
              <a:off x="5879952" y="2048602"/>
              <a:ext cx="16368" cy="15653"/>
            </a:xfrm>
            <a:custGeom>
              <a:rect b="b" l="l" r="r" t="t"/>
              <a:pathLst>
                <a:path extrusionOk="0" h="525" w="549">
                  <a:moveTo>
                    <a:pt x="262" y="1"/>
                  </a:moveTo>
                  <a:cubicBezTo>
                    <a:pt x="119" y="1"/>
                    <a:pt x="0" y="120"/>
                    <a:pt x="0" y="263"/>
                  </a:cubicBezTo>
                  <a:cubicBezTo>
                    <a:pt x="0" y="406"/>
                    <a:pt x="119" y="525"/>
                    <a:pt x="262" y="525"/>
                  </a:cubicBezTo>
                  <a:cubicBezTo>
                    <a:pt x="429" y="525"/>
                    <a:pt x="548" y="406"/>
                    <a:pt x="548" y="263"/>
                  </a:cubicBezTo>
                  <a:cubicBezTo>
                    <a:pt x="548" y="120"/>
                    <a:pt x="429" y="1"/>
                    <a:pt x="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9" name="Google Shape;19359;p89"/>
          <p:cNvGrpSpPr/>
          <p:nvPr/>
        </p:nvGrpSpPr>
        <p:grpSpPr>
          <a:xfrm>
            <a:off x="6271189" y="1922214"/>
            <a:ext cx="355037" cy="353636"/>
            <a:chOff x="6156877" y="1922214"/>
            <a:chExt cx="355037" cy="353636"/>
          </a:xfrm>
        </p:grpSpPr>
        <p:sp>
          <p:nvSpPr>
            <p:cNvPr id="19360" name="Google Shape;19360;p89"/>
            <p:cNvSpPr/>
            <p:nvPr/>
          </p:nvSpPr>
          <p:spPr>
            <a:xfrm>
              <a:off x="6222888" y="1986138"/>
              <a:ext cx="225103" cy="225103"/>
            </a:xfrm>
            <a:custGeom>
              <a:rect b="b" l="l" r="r" t="t"/>
              <a:pathLst>
                <a:path extrusionOk="0" h="7550" w="7550">
                  <a:moveTo>
                    <a:pt x="3787" y="0"/>
                  </a:moveTo>
                  <a:cubicBezTo>
                    <a:pt x="1692" y="0"/>
                    <a:pt x="1" y="1691"/>
                    <a:pt x="1" y="3787"/>
                  </a:cubicBezTo>
                  <a:cubicBezTo>
                    <a:pt x="1" y="5859"/>
                    <a:pt x="1692" y="7549"/>
                    <a:pt x="3787" y="7549"/>
                  </a:cubicBezTo>
                  <a:cubicBezTo>
                    <a:pt x="5859" y="7549"/>
                    <a:pt x="7550" y="5859"/>
                    <a:pt x="7550" y="3787"/>
                  </a:cubicBezTo>
                  <a:cubicBezTo>
                    <a:pt x="7550" y="1691"/>
                    <a:pt x="5859" y="0"/>
                    <a:pt x="3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89"/>
            <p:cNvSpPr/>
            <p:nvPr/>
          </p:nvSpPr>
          <p:spPr>
            <a:xfrm>
              <a:off x="6259829" y="2006711"/>
              <a:ext cx="198121" cy="205008"/>
            </a:xfrm>
            <a:custGeom>
              <a:rect b="b" l="l" r="r" t="t"/>
              <a:pathLst>
                <a:path extrusionOk="0" h="6876" w="6645">
                  <a:moveTo>
                    <a:pt x="4644" y="1"/>
                  </a:moveTo>
                  <a:cubicBezTo>
                    <a:pt x="4668" y="49"/>
                    <a:pt x="4739" y="96"/>
                    <a:pt x="4811" y="144"/>
                  </a:cubicBezTo>
                  <a:cubicBezTo>
                    <a:pt x="6263" y="1596"/>
                    <a:pt x="6263" y="4026"/>
                    <a:pt x="4811" y="5478"/>
                  </a:cubicBezTo>
                  <a:cubicBezTo>
                    <a:pt x="4071" y="6218"/>
                    <a:pt x="3104" y="6585"/>
                    <a:pt x="2137" y="6585"/>
                  </a:cubicBezTo>
                  <a:cubicBezTo>
                    <a:pt x="1390" y="6585"/>
                    <a:pt x="643" y="6366"/>
                    <a:pt x="0" y="5931"/>
                  </a:cubicBezTo>
                  <a:lnTo>
                    <a:pt x="0" y="5931"/>
                  </a:lnTo>
                  <a:cubicBezTo>
                    <a:pt x="721" y="6560"/>
                    <a:pt x="1618" y="6876"/>
                    <a:pt x="2513" y="6876"/>
                  </a:cubicBezTo>
                  <a:cubicBezTo>
                    <a:pt x="3482" y="6876"/>
                    <a:pt x="4449" y="6506"/>
                    <a:pt x="5192" y="5764"/>
                  </a:cubicBezTo>
                  <a:cubicBezTo>
                    <a:pt x="6644" y="4287"/>
                    <a:pt x="6644" y="1906"/>
                    <a:pt x="5192" y="453"/>
                  </a:cubicBezTo>
                  <a:cubicBezTo>
                    <a:pt x="5001" y="263"/>
                    <a:pt x="4834" y="120"/>
                    <a:pt x="464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89"/>
            <p:cNvSpPr/>
            <p:nvPr/>
          </p:nvSpPr>
          <p:spPr>
            <a:xfrm>
              <a:off x="6163257" y="1943175"/>
              <a:ext cx="343678" cy="312431"/>
            </a:xfrm>
            <a:custGeom>
              <a:rect b="b" l="l" r="r" t="t"/>
              <a:pathLst>
                <a:path extrusionOk="0" h="10479" w="11527">
                  <a:moveTo>
                    <a:pt x="5763" y="1477"/>
                  </a:moveTo>
                  <a:cubicBezTo>
                    <a:pt x="6734" y="1477"/>
                    <a:pt x="7704" y="1846"/>
                    <a:pt x="8431" y="2584"/>
                  </a:cubicBezTo>
                  <a:cubicBezTo>
                    <a:pt x="9883" y="4037"/>
                    <a:pt x="9883" y="6418"/>
                    <a:pt x="8431" y="7895"/>
                  </a:cubicBezTo>
                  <a:cubicBezTo>
                    <a:pt x="7704" y="8633"/>
                    <a:pt x="6734" y="9002"/>
                    <a:pt x="5763" y="9002"/>
                  </a:cubicBezTo>
                  <a:cubicBezTo>
                    <a:pt x="4793" y="9002"/>
                    <a:pt x="3823" y="8633"/>
                    <a:pt x="3096" y="7895"/>
                  </a:cubicBezTo>
                  <a:cubicBezTo>
                    <a:pt x="1644" y="6442"/>
                    <a:pt x="1644" y="4037"/>
                    <a:pt x="3096" y="2584"/>
                  </a:cubicBezTo>
                  <a:cubicBezTo>
                    <a:pt x="3823" y="1846"/>
                    <a:pt x="4793" y="1477"/>
                    <a:pt x="5763" y="1477"/>
                  </a:cubicBezTo>
                  <a:close/>
                  <a:moveTo>
                    <a:pt x="5746" y="1"/>
                  </a:moveTo>
                  <a:cubicBezTo>
                    <a:pt x="4400" y="1"/>
                    <a:pt x="3061" y="513"/>
                    <a:pt x="2048" y="1537"/>
                  </a:cubicBezTo>
                  <a:cubicBezTo>
                    <a:pt x="0" y="3585"/>
                    <a:pt x="0" y="6919"/>
                    <a:pt x="2048" y="8943"/>
                  </a:cubicBezTo>
                  <a:cubicBezTo>
                    <a:pt x="3084" y="9967"/>
                    <a:pt x="4436" y="10479"/>
                    <a:pt x="5781" y="10479"/>
                  </a:cubicBezTo>
                  <a:cubicBezTo>
                    <a:pt x="7127" y="10479"/>
                    <a:pt x="8466" y="9967"/>
                    <a:pt x="9479" y="8943"/>
                  </a:cubicBezTo>
                  <a:cubicBezTo>
                    <a:pt x="11527" y="6895"/>
                    <a:pt x="11527" y="3561"/>
                    <a:pt x="9479" y="1537"/>
                  </a:cubicBezTo>
                  <a:cubicBezTo>
                    <a:pt x="8443" y="513"/>
                    <a:pt x="7091" y="1"/>
                    <a:pt x="574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89"/>
            <p:cNvSpPr/>
            <p:nvPr/>
          </p:nvSpPr>
          <p:spPr>
            <a:xfrm>
              <a:off x="6298858" y="1944248"/>
              <a:ext cx="208079" cy="311626"/>
            </a:xfrm>
            <a:custGeom>
              <a:rect b="b" l="l" r="r" t="t"/>
              <a:pathLst>
                <a:path extrusionOk="0" h="10452" w="6979">
                  <a:moveTo>
                    <a:pt x="1954" y="0"/>
                  </a:moveTo>
                  <a:lnTo>
                    <a:pt x="1954" y="0"/>
                  </a:lnTo>
                  <a:cubicBezTo>
                    <a:pt x="2859" y="215"/>
                    <a:pt x="3740" y="691"/>
                    <a:pt x="4454" y="1405"/>
                  </a:cubicBezTo>
                  <a:cubicBezTo>
                    <a:pt x="6502" y="3453"/>
                    <a:pt x="6502" y="6787"/>
                    <a:pt x="4454" y="8812"/>
                  </a:cubicBezTo>
                  <a:cubicBezTo>
                    <a:pt x="3407" y="9859"/>
                    <a:pt x="2086" y="10361"/>
                    <a:pt x="738" y="10361"/>
                  </a:cubicBezTo>
                  <a:cubicBezTo>
                    <a:pt x="493" y="10361"/>
                    <a:pt x="247" y="10345"/>
                    <a:pt x="1" y="10312"/>
                  </a:cubicBezTo>
                  <a:lnTo>
                    <a:pt x="1" y="10312"/>
                  </a:lnTo>
                  <a:cubicBezTo>
                    <a:pt x="402" y="10405"/>
                    <a:pt x="810" y="10452"/>
                    <a:pt x="1217" y="10452"/>
                  </a:cubicBezTo>
                  <a:cubicBezTo>
                    <a:pt x="2577" y="10452"/>
                    <a:pt x="3928" y="9933"/>
                    <a:pt x="4954" y="8907"/>
                  </a:cubicBezTo>
                  <a:cubicBezTo>
                    <a:pt x="6979" y="6859"/>
                    <a:pt x="6979" y="3525"/>
                    <a:pt x="4931" y="1501"/>
                  </a:cubicBezTo>
                  <a:cubicBezTo>
                    <a:pt x="4097" y="667"/>
                    <a:pt x="3049" y="167"/>
                    <a:pt x="1954"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89"/>
            <p:cNvSpPr/>
            <p:nvPr/>
          </p:nvSpPr>
          <p:spPr>
            <a:xfrm>
              <a:off x="6224320" y="1988971"/>
              <a:ext cx="282616" cy="266636"/>
            </a:xfrm>
            <a:custGeom>
              <a:rect b="b" l="l" r="r" t="t"/>
              <a:pathLst>
                <a:path extrusionOk="0" h="8943" w="9479">
                  <a:moveTo>
                    <a:pt x="7431" y="1"/>
                  </a:moveTo>
                  <a:lnTo>
                    <a:pt x="6383" y="1048"/>
                  </a:lnTo>
                  <a:cubicBezTo>
                    <a:pt x="7835" y="2501"/>
                    <a:pt x="7835" y="4906"/>
                    <a:pt x="6383" y="6359"/>
                  </a:cubicBezTo>
                  <a:cubicBezTo>
                    <a:pt x="5656" y="7097"/>
                    <a:pt x="4686" y="7466"/>
                    <a:pt x="3715" y="7466"/>
                  </a:cubicBezTo>
                  <a:cubicBezTo>
                    <a:pt x="2745" y="7466"/>
                    <a:pt x="1775" y="7097"/>
                    <a:pt x="1048" y="6359"/>
                  </a:cubicBezTo>
                  <a:lnTo>
                    <a:pt x="0" y="7407"/>
                  </a:lnTo>
                  <a:cubicBezTo>
                    <a:pt x="1013" y="8431"/>
                    <a:pt x="2352" y="8943"/>
                    <a:pt x="3698" y="8943"/>
                  </a:cubicBezTo>
                  <a:cubicBezTo>
                    <a:pt x="5043" y="8943"/>
                    <a:pt x="6395" y="8431"/>
                    <a:pt x="7431" y="7407"/>
                  </a:cubicBezTo>
                  <a:cubicBezTo>
                    <a:pt x="9479" y="5383"/>
                    <a:pt x="9479" y="2049"/>
                    <a:pt x="74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89"/>
            <p:cNvSpPr/>
            <p:nvPr/>
          </p:nvSpPr>
          <p:spPr>
            <a:xfrm>
              <a:off x="6298858" y="1988971"/>
              <a:ext cx="208079" cy="267023"/>
            </a:xfrm>
            <a:custGeom>
              <a:rect b="b" l="l" r="r" t="t"/>
              <a:pathLst>
                <a:path extrusionOk="0" h="8956" w="6979">
                  <a:moveTo>
                    <a:pt x="1" y="8812"/>
                  </a:moveTo>
                  <a:cubicBezTo>
                    <a:pt x="3" y="8812"/>
                    <a:pt x="5" y="8812"/>
                    <a:pt x="7" y="8813"/>
                  </a:cubicBezTo>
                  <a:lnTo>
                    <a:pt x="7" y="8813"/>
                  </a:lnTo>
                  <a:cubicBezTo>
                    <a:pt x="4" y="8812"/>
                    <a:pt x="2" y="8812"/>
                    <a:pt x="1" y="8812"/>
                  </a:cubicBezTo>
                  <a:close/>
                  <a:moveTo>
                    <a:pt x="4931" y="1"/>
                  </a:moveTo>
                  <a:lnTo>
                    <a:pt x="4716" y="215"/>
                  </a:lnTo>
                  <a:cubicBezTo>
                    <a:pt x="6502" y="2263"/>
                    <a:pt x="6383" y="5383"/>
                    <a:pt x="4454" y="7312"/>
                  </a:cubicBezTo>
                  <a:cubicBezTo>
                    <a:pt x="3407" y="8359"/>
                    <a:pt x="2086" y="8861"/>
                    <a:pt x="738" y="8861"/>
                  </a:cubicBezTo>
                  <a:cubicBezTo>
                    <a:pt x="495" y="8861"/>
                    <a:pt x="251" y="8845"/>
                    <a:pt x="7" y="8813"/>
                  </a:cubicBezTo>
                  <a:lnTo>
                    <a:pt x="7" y="8813"/>
                  </a:lnTo>
                  <a:cubicBezTo>
                    <a:pt x="75" y="8825"/>
                    <a:pt x="600" y="8955"/>
                    <a:pt x="1168" y="8955"/>
                  </a:cubicBezTo>
                  <a:cubicBezTo>
                    <a:pt x="1198" y="8955"/>
                    <a:pt x="1228" y="8956"/>
                    <a:pt x="1258" y="8956"/>
                  </a:cubicBezTo>
                  <a:cubicBezTo>
                    <a:pt x="2608" y="8956"/>
                    <a:pt x="3929" y="8432"/>
                    <a:pt x="4954" y="7407"/>
                  </a:cubicBezTo>
                  <a:cubicBezTo>
                    <a:pt x="6979" y="5359"/>
                    <a:pt x="6979" y="2025"/>
                    <a:pt x="4931"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89"/>
            <p:cNvSpPr/>
            <p:nvPr/>
          </p:nvSpPr>
          <p:spPr>
            <a:xfrm>
              <a:off x="6163257" y="1927909"/>
              <a:ext cx="172569" cy="171854"/>
            </a:xfrm>
            <a:custGeom>
              <a:rect b="b" l="l" r="r" t="t"/>
              <a:pathLst>
                <a:path extrusionOk="0" h="5764" w="5788">
                  <a:moveTo>
                    <a:pt x="5787" y="1"/>
                  </a:moveTo>
                  <a:cubicBezTo>
                    <a:pt x="2596" y="1"/>
                    <a:pt x="0" y="2549"/>
                    <a:pt x="0" y="5764"/>
                  </a:cubicBezTo>
                  <a:lnTo>
                    <a:pt x="2691" y="5764"/>
                  </a:lnTo>
                  <a:lnTo>
                    <a:pt x="2691" y="5740"/>
                  </a:lnTo>
                  <a:cubicBezTo>
                    <a:pt x="2691" y="4025"/>
                    <a:pt x="4049" y="2668"/>
                    <a:pt x="5787" y="2668"/>
                  </a:cubicBezTo>
                  <a:lnTo>
                    <a:pt x="57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89"/>
            <p:cNvSpPr/>
            <p:nvPr/>
          </p:nvSpPr>
          <p:spPr>
            <a:xfrm>
              <a:off x="6163973" y="2099019"/>
              <a:ext cx="171854" cy="171168"/>
            </a:xfrm>
            <a:custGeom>
              <a:rect b="b" l="l" r="r" t="t"/>
              <a:pathLst>
                <a:path extrusionOk="0" h="5741" w="5764">
                  <a:moveTo>
                    <a:pt x="0" y="1"/>
                  </a:moveTo>
                  <a:cubicBezTo>
                    <a:pt x="0" y="3144"/>
                    <a:pt x="2548" y="5716"/>
                    <a:pt x="5692" y="5740"/>
                  </a:cubicBezTo>
                  <a:cubicBezTo>
                    <a:pt x="5716" y="5740"/>
                    <a:pt x="5763" y="5716"/>
                    <a:pt x="5763" y="5692"/>
                  </a:cubicBezTo>
                  <a:lnTo>
                    <a:pt x="5763" y="3144"/>
                  </a:lnTo>
                  <a:cubicBezTo>
                    <a:pt x="5763" y="3120"/>
                    <a:pt x="5716" y="3097"/>
                    <a:pt x="5692" y="3073"/>
                  </a:cubicBezTo>
                  <a:cubicBezTo>
                    <a:pt x="4025" y="3025"/>
                    <a:pt x="2691" y="1668"/>
                    <a:pt x="26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89"/>
            <p:cNvSpPr/>
            <p:nvPr/>
          </p:nvSpPr>
          <p:spPr>
            <a:xfrm>
              <a:off x="6168922" y="2138793"/>
              <a:ext cx="166904" cy="131395"/>
            </a:xfrm>
            <a:custGeom>
              <a:rect b="b" l="l" r="r" t="t"/>
              <a:pathLst>
                <a:path extrusionOk="0" h="4407" w="5598">
                  <a:moveTo>
                    <a:pt x="1" y="0"/>
                  </a:moveTo>
                  <a:lnTo>
                    <a:pt x="1" y="0"/>
                  </a:lnTo>
                  <a:cubicBezTo>
                    <a:pt x="596" y="2501"/>
                    <a:pt x="2859" y="4382"/>
                    <a:pt x="5526" y="4406"/>
                  </a:cubicBezTo>
                  <a:cubicBezTo>
                    <a:pt x="5550" y="4406"/>
                    <a:pt x="5597" y="4382"/>
                    <a:pt x="5597" y="4358"/>
                  </a:cubicBezTo>
                  <a:lnTo>
                    <a:pt x="5597" y="4001"/>
                  </a:lnTo>
                  <a:cubicBezTo>
                    <a:pt x="3025" y="3930"/>
                    <a:pt x="858" y="2287"/>
                    <a:pt x="1"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89"/>
            <p:cNvSpPr/>
            <p:nvPr/>
          </p:nvSpPr>
          <p:spPr>
            <a:xfrm>
              <a:off x="6336514" y="1927194"/>
              <a:ext cx="171138" cy="171854"/>
            </a:xfrm>
            <a:custGeom>
              <a:rect b="b" l="l" r="r" t="t"/>
              <a:pathLst>
                <a:path extrusionOk="0" h="5764" w="5740">
                  <a:moveTo>
                    <a:pt x="0" y="1"/>
                  </a:moveTo>
                  <a:lnTo>
                    <a:pt x="0" y="2692"/>
                  </a:lnTo>
                  <a:cubicBezTo>
                    <a:pt x="1667" y="2692"/>
                    <a:pt x="3025" y="4025"/>
                    <a:pt x="3072" y="5692"/>
                  </a:cubicBezTo>
                  <a:cubicBezTo>
                    <a:pt x="3072" y="5740"/>
                    <a:pt x="3096" y="5764"/>
                    <a:pt x="3120" y="5764"/>
                  </a:cubicBezTo>
                  <a:lnTo>
                    <a:pt x="5644" y="5764"/>
                  </a:lnTo>
                  <a:cubicBezTo>
                    <a:pt x="5692" y="5764"/>
                    <a:pt x="5716" y="5740"/>
                    <a:pt x="5739" y="5692"/>
                  </a:cubicBezTo>
                  <a:cubicBezTo>
                    <a:pt x="5716" y="2573"/>
                    <a:pt x="3144" y="1"/>
                    <a:pt x="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89"/>
            <p:cNvSpPr/>
            <p:nvPr/>
          </p:nvSpPr>
          <p:spPr>
            <a:xfrm>
              <a:off x="6357087" y="1928625"/>
              <a:ext cx="149850" cy="170423"/>
            </a:xfrm>
            <a:custGeom>
              <a:rect b="b" l="l" r="r" t="t"/>
              <a:pathLst>
                <a:path extrusionOk="0" h="5716" w="5026">
                  <a:moveTo>
                    <a:pt x="1" y="0"/>
                  </a:moveTo>
                  <a:cubicBezTo>
                    <a:pt x="2549" y="691"/>
                    <a:pt x="4454" y="2977"/>
                    <a:pt x="4525" y="5716"/>
                  </a:cubicBezTo>
                  <a:lnTo>
                    <a:pt x="4954" y="5716"/>
                  </a:lnTo>
                  <a:cubicBezTo>
                    <a:pt x="5002" y="5716"/>
                    <a:pt x="5026" y="5692"/>
                    <a:pt x="5026" y="5644"/>
                  </a:cubicBezTo>
                  <a:cubicBezTo>
                    <a:pt x="5002" y="2763"/>
                    <a:pt x="2811" y="381"/>
                    <a:pt x="1"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89"/>
            <p:cNvSpPr/>
            <p:nvPr/>
          </p:nvSpPr>
          <p:spPr>
            <a:xfrm>
              <a:off x="6276854" y="2074183"/>
              <a:ext cx="103697" cy="10674"/>
            </a:xfrm>
            <a:custGeom>
              <a:rect b="b" l="l" r="r" t="t"/>
              <a:pathLst>
                <a:path extrusionOk="0" h="358" w="3478">
                  <a:moveTo>
                    <a:pt x="215" y="0"/>
                  </a:moveTo>
                  <a:cubicBezTo>
                    <a:pt x="120" y="0"/>
                    <a:pt x="72" y="48"/>
                    <a:pt x="24" y="143"/>
                  </a:cubicBezTo>
                  <a:cubicBezTo>
                    <a:pt x="1" y="262"/>
                    <a:pt x="96" y="357"/>
                    <a:pt x="215" y="357"/>
                  </a:cubicBezTo>
                  <a:lnTo>
                    <a:pt x="3287" y="357"/>
                  </a:lnTo>
                  <a:cubicBezTo>
                    <a:pt x="3359" y="357"/>
                    <a:pt x="3430" y="286"/>
                    <a:pt x="3454" y="215"/>
                  </a:cubicBezTo>
                  <a:cubicBezTo>
                    <a:pt x="3478" y="96"/>
                    <a:pt x="3382" y="0"/>
                    <a:pt x="3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89"/>
            <p:cNvSpPr/>
            <p:nvPr/>
          </p:nvSpPr>
          <p:spPr>
            <a:xfrm>
              <a:off x="6276854" y="2100451"/>
              <a:ext cx="103697" cy="10674"/>
            </a:xfrm>
            <a:custGeom>
              <a:rect b="b" l="l" r="r" t="t"/>
              <a:pathLst>
                <a:path extrusionOk="0" h="358" w="3478">
                  <a:moveTo>
                    <a:pt x="215" y="0"/>
                  </a:moveTo>
                  <a:cubicBezTo>
                    <a:pt x="120" y="0"/>
                    <a:pt x="72" y="72"/>
                    <a:pt x="24" y="167"/>
                  </a:cubicBezTo>
                  <a:cubicBezTo>
                    <a:pt x="1" y="286"/>
                    <a:pt x="96" y="358"/>
                    <a:pt x="215" y="358"/>
                  </a:cubicBezTo>
                  <a:lnTo>
                    <a:pt x="3287" y="358"/>
                  </a:lnTo>
                  <a:cubicBezTo>
                    <a:pt x="3406" y="358"/>
                    <a:pt x="3478" y="286"/>
                    <a:pt x="3454" y="167"/>
                  </a:cubicBezTo>
                  <a:cubicBezTo>
                    <a:pt x="3430" y="72"/>
                    <a:pt x="3335" y="0"/>
                    <a:pt x="3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89"/>
            <p:cNvSpPr/>
            <p:nvPr/>
          </p:nvSpPr>
          <p:spPr>
            <a:xfrm>
              <a:off x="6300289" y="2126718"/>
              <a:ext cx="58259" cy="10674"/>
            </a:xfrm>
            <a:custGeom>
              <a:rect b="b" l="l" r="r" t="t"/>
              <a:pathLst>
                <a:path extrusionOk="0" h="358" w="1954">
                  <a:moveTo>
                    <a:pt x="191" y="1"/>
                  </a:moveTo>
                  <a:cubicBezTo>
                    <a:pt x="120" y="1"/>
                    <a:pt x="48" y="48"/>
                    <a:pt x="24" y="143"/>
                  </a:cubicBezTo>
                  <a:cubicBezTo>
                    <a:pt x="1" y="262"/>
                    <a:pt x="72" y="358"/>
                    <a:pt x="191" y="358"/>
                  </a:cubicBezTo>
                  <a:lnTo>
                    <a:pt x="1739" y="358"/>
                  </a:lnTo>
                  <a:cubicBezTo>
                    <a:pt x="1858" y="358"/>
                    <a:pt x="1953" y="262"/>
                    <a:pt x="1930" y="143"/>
                  </a:cubicBezTo>
                  <a:cubicBezTo>
                    <a:pt x="1858" y="48"/>
                    <a:pt x="1810" y="1"/>
                    <a:pt x="17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89"/>
            <p:cNvSpPr/>
            <p:nvPr/>
          </p:nvSpPr>
          <p:spPr>
            <a:xfrm>
              <a:off x="6156877" y="1922214"/>
              <a:ext cx="355037" cy="353636"/>
            </a:xfrm>
            <a:custGeom>
              <a:rect b="b" l="l" r="r" t="t"/>
              <a:pathLst>
                <a:path extrusionOk="0" h="11861" w="11908">
                  <a:moveTo>
                    <a:pt x="5811" y="334"/>
                  </a:moveTo>
                  <a:lnTo>
                    <a:pt x="5811" y="2692"/>
                  </a:lnTo>
                  <a:cubicBezTo>
                    <a:pt x="4144" y="2763"/>
                    <a:pt x="2834" y="4121"/>
                    <a:pt x="2739" y="5740"/>
                  </a:cubicBezTo>
                  <a:lnTo>
                    <a:pt x="405" y="5740"/>
                  </a:lnTo>
                  <a:cubicBezTo>
                    <a:pt x="429" y="4311"/>
                    <a:pt x="1024" y="2978"/>
                    <a:pt x="2024" y="1978"/>
                  </a:cubicBezTo>
                  <a:cubicBezTo>
                    <a:pt x="3048" y="954"/>
                    <a:pt x="4382" y="382"/>
                    <a:pt x="5811" y="334"/>
                  </a:cubicBezTo>
                  <a:close/>
                  <a:moveTo>
                    <a:pt x="11074" y="6097"/>
                  </a:moveTo>
                  <a:cubicBezTo>
                    <a:pt x="11002" y="7407"/>
                    <a:pt x="10478" y="8598"/>
                    <a:pt x="9573" y="9527"/>
                  </a:cubicBezTo>
                  <a:cubicBezTo>
                    <a:pt x="8645" y="10455"/>
                    <a:pt x="7454" y="10956"/>
                    <a:pt x="6168" y="11027"/>
                  </a:cubicBezTo>
                  <a:lnTo>
                    <a:pt x="6168" y="9884"/>
                  </a:lnTo>
                  <a:cubicBezTo>
                    <a:pt x="7144" y="9860"/>
                    <a:pt x="8073" y="9431"/>
                    <a:pt x="8788" y="8717"/>
                  </a:cubicBezTo>
                  <a:cubicBezTo>
                    <a:pt x="9502" y="8003"/>
                    <a:pt x="9883" y="7121"/>
                    <a:pt x="9954" y="6097"/>
                  </a:cubicBezTo>
                  <a:close/>
                  <a:moveTo>
                    <a:pt x="6025" y="3025"/>
                  </a:moveTo>
                  <a:cubicBezTo>
                    <a:pt x="6787" y="3025"/>
                    <a:pt x="7502" y="3335"/>
                    <a:pt x="8049" y="3859"/>
                  </a:cubicBezTo>
                  <a:cubicBezTo>
                    <a:pt x="8573" y="4407"/>
                    <a:pt x="8907" y="5121"/>
                    <a:pt x="8907" y="5859"/>
                  </a:cubicBezTo>
                  <a:cubicBezTo>
                    <a:pt x="8907" y="5978"/>
                    <a:pt x="9026" y="6097"/>
                    <a:pt x="9145" y="6097"/>
                  </a:cubicBezTo>
                  <a:lnTo>
                    <a:pt x="9597" y="6097"/>
                  </a:lnTo>
                  <a:cubicBezTo>
                    <a:pt x="9573" y="7002"/>
                    <a:pt x="9169" y="7836"/>
                    <a:pt x="8549" y="8455"/>
                  </a:cubicBezTo>
                  <a:cubicBezTo>
                    <a:pt x="7930" y="9074"/>
                    <a:pt x="7097" y="9455"/>
                    <a:pt x="6192" y="9503"/>
                  </a:cubicBezTo>
                  <a:lnTo>
                    <a:pt x="6192" y="9050"/>
                  </a:lnTo>
                  <a:cubicBezTo>
                    <a:pt x="6144" y="8955"/>
                    <a:pt x="6049" y="8836"/>
                    <a:pt x="5906" y="8836"/>
                  </a:cubicBezTo>
                  <a:cubicBezTo>
                    <a:pt x="5073" y="8812"/>
                    <a:pt x="4263" y="8431"/>
                    <a:pt x="3739" y="7764"/>
                  </a:cubicBezTo>
                  <a:cubicBezTo>
                    <a:pt x="3695" y="7735"/>
                    <a:pt x="3632" y="7715"/>
                    <a:pt x="3580" y="7715"/>
                  </a:cubicBezTo>
                  <a:cubicBezTo>
                    <a:pt x="3548" y="7715"/>
                    <a:pt x="3519" y="7722"/>
                    <a:pt x="3501" y="7741"/>
                  </a:cubicBezTo>
                  <a:cubicBezTo>
                    <a:pt x="3429" y="7788"/>
                    <a:pt x="3405" y="7907"/>
                    <a:pt x="3453" y="7979"/>
                  </a:cubicBezTo>
                  <a:cubicBezTo>
                    <a:pt x="4048" y="8693"/>
                    <a:pt x="4882" y="9098"/>
                    <a:pt x="5811" y="9170"/>
                  </a:cubicBezTo>
                  <a:lnTo>
                    <a:pt x="5811" y="11527"/>
                  </a:lnTo>
                  <a:cubicBezTo>
                    <a:pt x="4382" y="11480"/>
                    <a:pt x="3024" y="10884"/>
                    <a:pt x="2000" y="9860"/>
                  </a:cubicBezTo>
                  <a:cubicBezTo>
                    <a:pt x="1000" y="8836"/>
                    <a:pt x="429" y="7526"/>
                    <a:pt x="405" y="6097"/>
                  </a:cubicBezTo>
                  <a:lnTo>
                    <a:pt x="2739" y="6097"/>
                  </a:lnTo>
                  <a:cubicBezTo>
                    <a:pt x="2786" y="6526"/>
                    <a:pt x="2858" y="6907"/>
                    <a:pt x="3048" y="7264"/>
                  </a:cubicBezTo>
                  <a:cubicBezTo>
                    <a:pt x="3066" y="7337"/>
                    <a:pt x="3126" y="7368"/>
                    <a:pt x="3196" y="7368"/>
                  </a:cubicBezTo>
                  <a:cubicBezTo>
                    <a:pt x="3218" y="7368"/>
                    <a:pt x="3240" y="7365"/>
                    <a:pt x="3263" y="7360"/>
                  </a:cubicBezTo>
                  <a:cubicBezTo>
                    <a:pt x="3382" y="7312"/>
                    <a:pt x="3429" y="7193"/>
                    <a:pt x="3382" y="7121"/>
                  </a:cubicBezTo>
                  <a:cubicBezTo>
                    <a:pt x="3191" y="6717"/>
                    <a:pt x="3096" y="6336"/>
                    <a:pt x="3096" y="5931"/>
                  </a:cubicBezTo>
                  <a:cubicBezTo>
                    <a:pt x="3096" y="4311"/>
                    <a:pt x="4406" y="3025"/>
                    <a:pt x="6025" y="3025"/>
                  </a:cubicBezTo>
                  <a:close/>
                  <a:moveTo>
                    <a:pt x="5954" y="1"/>
                  </a:moveTo>
                  <a:cubicBezTo>
                    <a:pt x="4382" y="1"/>
                    <a:pt x="2905" y="620"/>
                    <a:pt x="1762" y="1739"/>
                  </a:cubicBezTo>
                  <a:cubicBezTo>
                    <a:pt x="643" y="2859"/>
                    <a:pt x="48" y="4311"/>
                    <a:pt x="0" y="5931"/>
                  </a:cubicBezTo>
                  <a:cubicBezTo>
                    <a:pt x="0" y="7503"/>
                    <a:pt x="643" y="8955"/>
                    <a:pt x="1738" y="10098"/>
                  </a:cubicBezTo>
                  <a:cubicBezTo>
                    <a:pt x="2834" y="11194"/>
                    <a:pt x="4334" y="11813"/>
                    <a:pt x="5882" y="11861"/>
                  </a:cubicBezTo>
                  <a:cubicBezTo>
                    <a:pt x="5930" y="11861"/>
                    <a:pt x="6025" y="11813"/>
                    <a:pt x="6049" y="11765"/>
                  </a:cubicBezTo>
                  <a:cubicBezTo>
                    <a:pt x="6073" y="11741"/>
                    <a:pt x="6120" y="11670"/>
                    <a:pt x="6120" y="11622"/>
                  </a:cubicBezTo>
                  <a:lnTo>
                    <a:pt x="6120" y="11337"/>
                  </a:lnTo>
                  <a:cubicBezTo>
                    <a:pt x="7478" y="11289"/>
                    <a:pt x="8788" y="10741"/>
                    <a:pt x="9764" y="9765"/>
                  </a:cubicBezTo>
                  <a:cubicBezTo>
                    <a:pt x="10764" y="8788"/>
                    <a:pt x="11312" y="7503"/>
                    <a:pt x="11360" y="6097"/>
                  </a:cubicBezTo>
                  <a:lnTo>
                    <a:pt x="11621" y="6097"/>
                  </a:lnTo>
                  <a:cubicBezTo>
                    <a:pt x="11669" y="6097"/>
                    <a:pt x="11717" y="6097"/>
                    <a:pt x="11764" y="6074"/>
                  </a:cubicBezTo>
                  <a:cubicBezTo>
                    <a:pt x="11836" y="6026"/>
                    <a:pt x="11883" y="5955"/>
                    <a:pt x="11883" y="5859"/>
                  </a:cubicBezTo>
                  <a:cubicBezTo>
                    <a:pt x="11907" y="5383"/>
                    <a:pt x="11836" y="4883"/>
                    <a:pt x="11717" y="4407"/>
                  </a:cubicBezTo>
                  <a:cubicBezTo>
                    <a:pt x="11680" y="4314"/>
                    <a:pt x="11600" y="4279"/>
                    <a:pt x="11533" y="4279"/>
                  </a:cubicBezTo>
                  <a:cubicBezTo>
                    <a:pt x="11513" y="4279"/>
                    <a:pt x="11495" y="4282"/>
                    <a:pt x="11479" y="4288"/>
                  </a:cubicBezTo>
                  <a:cubicBezTo>
                    <a:pt x="11407" y="4311"/>
                    <a:pt x="11360" y="4407"/>
                    <a:pt x="11383" y="4502"/>
                  </a:cubicBezTo>
                  <a:cubicBezTo>
                    <a:pt x="11502" y="4907"/>
                    <a:pt x="11550" y="5335"/>
                    <a:pt x="11550" y="5740"/>
                  </a:cubicBezTo>
                  <a:lnTo>
                    <a:pt x="9216" y="5740"/>
                  </a:lnTo>
                  <a:cubicBezTo>
                    <a:pt x="9169" y="4954"/>
                    <a:pt x="8811" y="4169"/>
                    <a:pt x="8216" y="3597"/>
                  </a:cubicBezTo>
                  <a:cubicBezTo>
                    <a:pt x="7668" y="3049"/>
                    <a:pt x="6906" y="2716"/>
                    <a:pt x="6144" y="2692"/>
                  </a:cubicBezTo>
                  <a:lnTo>
                    <a:pt x="6144" y="334"/>
                  </a:lnTo>
                  <a:cubicBezTo>
                    <a:pt x="8287" y="382"/>
                    <a:pt x="10216" y="1692"/>
                    <a:pt x="11074" y="3692"/>
                  </a:cubicBezTo>
                  <a:lnTo>
                    <a:pt x="11098" y="3716"/>
                  </a:lnTo>
                  <a:cubicBezTo>
                    <a:pt x="11145" y="3811"/>
                    <a:pt x="11240" y="3835"/>
                    <a:pt x="11312" y="3835"/>
                  </a:cubicBezTo>
                  <a:cubicBezTo>
                    <a:pt x="11431" y="3811"/>
                    <a:pt x="11502" y="3692"/>
                    <a:pt x="11431" y="3597"/>
                  </a:cubicBezTo>
                  <a:lnTo>
                    <a:pt x="11407" y="3573"/>
                  </a:lnTo>
                  <a:cubicBezTo>
                    <a:pt x="10455" y="1406"/>
                    <a:pt x="8335" y="1"/>
                    <a:pt x="59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5" name="Google Shape;19375;p89"/>
          <p:cNvGrpSpPr/>
          <p:nvPr/>
        </p:nvGrpSpPr>
        <p:grpSpPr>
          <a:xfrm>
            <a:off x="7024965" y="1922930"/>
            <a:ext cx="302503" cy="355037"/>
            <a:chOff x="6758252" y="1922930"/>
            <a:chExt cx="302503" cy="355037"/>
          </a:xfrm>
        </p:grpSpPr>
        <p:sp>
          <p:nvSpPr>
            <p:cNvPr id="19376" name="Google Shape;19376;p89"/>
            <p:cNvSpPr/>
            <p:nvPr/>
          </p:nvSpPr>
          <p:spPr>
            <a:xfrm>
              <a:off x="6834252" y="1928267"/>
              <a:ext cx="149135" cy="342604"/>
            </a:xfrm>
            <a:custGeom>
              <a:rect b="b" l="l" r="r" t="t"/>
              <a:pathLst>
                <a:path extrusionOk="0" h="11491" w="5002">
                  <a:moveTo>
                    <a:pt x="2492" y="0"/>
                  </a:moveTo>
                  <a:cubicBezTo>
                    <a:pt x="2459" y="0"/>
                    <a:pt x="2429" y="12"/>
                    <a:pt x="2405" y="36"/>
                  </a:cubicBezTo>
                  <a:lnTo>
                    <a:pt x="71" y="2727"/>
                  </a:lnTo>
                  <a:cubicBezTo>
                    <a:pt x="0" y="2799"/>
                    <a:pt x="71" y="2894"/>
                    <a:pt x="143" y="2894"/>
                  </a:cubicBezTo>
                  <a:lnTo>
                    <a:pt x="1048" y="2894"/>
                  </a:lnTo>
                  <a:lnTo>
                    <a:pt x="1048" y="11491"/>
                  </a:lnTo>
                  <a:lnTo>
                    <a:pt x="3953" y="11491"/>
                  </a:lnTo>
                  <a:lnTo>
                    <a:pt x="3953" y="2894"/>
                  </a:lnTo>
                  <a:lnTo>
                    <a:pt x="4858" y="2894"/>
                  </a:lnTo>
                  <a:cubicBezTo>
                    <a:pt x="4930" y="2894"/>
                    <a:pt x="5001" y="2775"/>
                    <a:pt x="4930" y="2727"/>
                  </a:cubicBezTo>
                  <a:lnTo>
                    <a:pt x="2596" y="36"/>
                  </a:lnTo>
                  <a:cubicBezTo>
                    <a:pt x="2560" y="12"/>
                    <a:pt x="2524" y="0"/>
                    <a:pt x="249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89"/>
            <p:cNvSpPr/>
            <p:nvPr/>
          </p:nvSpPr>
          <p:spPr>
            <a:xfrm>
              <a:off x="6937204" y="2014523"/>
              <a:ext cx="14222" cy="256349"/>
            </a:xfrm>
            <a:custGeom>
              <a:rect b="b" l="l" r="r" t="t"/>
              <a:pathLst>
                <a:path extrusionOk="0" h="8598" w="477">
                  <a:moveTo>
                    <a:pt x="357" y="1"/>
                  </a:moveTo>
                  <a:cubicBezTo>
                    <a:pt x="191" y="1"/>
                    <a:pt x="24" y="144"/>
                    <a:pt x="0" y="334"/>
                  </a:cubicBezTo>
                  <a:lnTo>
                    <a:pt x="0" y="8598"/>
                  </a:lnTo>
                  <a:lnTo>
                    <a:pt x="476" y="8598"/>
                  </a:lnTo>
                  <a:lnTo>
                    <a:pt x="476" y="1"/>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89"/>
            <p:cNvSpPr/>
            <p:nvPr/>
          </p:nvSpPr>
          <p:spPr>
            <a:xfrm>
              <a:off x="6900979" y="1927015"/>
              <a:ext cx="82409" cy="87537"/>
            </a:xfrm>
            <a:custGeom>
              <a:rect b="b" l="l" r="r" t="t"/>
              <a:pathLst>
                <a:path extrusionOk="0" h="2936" w="2764">
                  <a:moveTo>
                    <a:pt x="239" y="1"/>
                  </a:moveTo>
                  <a:cubicBezTo>
                    <a:pt x="209" y="1"/>
                    <a:pt x="179" y="19"/>
                    <a:pt x="143" y="54"/>
                  </a:cubicBezTo>
                  <a:lnTo>
                    <a:pt x="1" y="221"/>
                  </a:lnTo>
                  <a:lnTo>
                    <a:pt x="2239" y="2769"/>
                  </a:lnTo>
                  <a:cubicBezTo>
                    <a:pt x="2287" y="2817"/>
                    <a:pt x="2239" y="2936"/>
                    <a:pt x="2144" y="2936"/>
                  </a:cubicBezTo>
                  <a:lnTo>
                    <a:pt x="2620" y="2936"/>
                  </a:lnTo>
                  <a:cubicBezTo>
                    <a:pt x="2715" y="2936"/>
                    <a:pt x="2763" y="2817"/>
                    <a:pt x="2715" y="2722"/>
                  </a:cubicBezTo>
                  <a:lnTo>
                    <a:pt x="334" y="54"/>
                  </a:lnTo>
                  <a:cubicBezTo>
                    <a:pt x="298" y="19"/>
                    <a:pt x="269" y="1"/>
                    <a:pt x="239"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89"/>
            <p:cNvSpPr/>
            <p:nvPr/>
          </p:nvSpPr>
          <p:spPr>
            <a:xfrm>
              <a:off x="6763232" y="1965894"/>
              <a:ext cx="149135" cy="304292"/>
            </a:xfrm>
            <a:custGeom>
              <a:rect b="b" l="l" r="r" t="t"/>
              <a:pathLst>
                <a:path extrusionOk="0" h="10206" w="5002">
                  <a:moveTo>
                    <a:pt x="2492" y="1"/>
                  </a:moveTo>
                  <a:cubicBezTo>
                    <a:pt x="2459" y="1"/>
                    <a:pt x="2430" y="12"/>
                    <a:pt x="2406" y="36"/>
                  </a:cubicBezTo>
                  <a:lnTo>
                    <a:pt x="72" y="2704"/>
                  </a:lnTo>
                  <a:cubicBezTo>
                    <a:pt x="1" y="2799"/>
                    <a:pt x="72" y="2894"/>
                    <a:pt x="143" y="2894"/>
                  </a:cubicBezTo>
                  <a:lnTo>
                    <a:pt x="1048" y="2894"/>
                  </a:lnTo>
                  <a:lnTo>
                    <a:pt x="1048" y="10205"/>
                  </a:lnTo>
                  <a:lnTo>
                    <a:pt x="3954" y="10205"/>
                  </a:lnTo>
                  <a:lnTo>
                    <a:pt x="3954" y="2894"/>
                  </a:lnTo>
                  <a:lnTo>
                    <a:pt x="4859" y="2894"/>
                  </a:lnTo>
                  <a:cubicBezTo>
                    <a:pt x="4930" y="2894"/>
                    <a:pt x="5002" y="2775"/>
                    <a:pt x="4930" y="2704"/>
                  </a:cubicBezTo>
                  <a:lnTo>
                    <a:pt x="2596" y="36"/>
                  </a:lnTo>
                  <a:cubicBezTo>
                    <a:pt x="2561" y="12"/>
                    <a:pt x="2525" y="1"/>
                    <a:pt x="2492"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89"/>
            <p:cNvSpPr/>
            <p:nvPr/>
          </p:nvSpPr>
          <p:spPr>
            <a:xfrm>
              <a:off x="6905242" y="2068310"/>
              <a:ext cx="149135" cy="202563"/>
            </a:xfrm>
            <a:custGeom>
              <a:rect b="b" l="l" r="r" t="t"/>
              <a:pathLst>
                <a:path extrusionOk="0" h="6794" w="5002">
                  <a:moveTo>
                    <a:pt x="2501" y="1"/>
                  </a:moveTo>
                  <a:cubicBezTo>
                    <a:pt x="2471" y="1"/>
                    <a:pt x="2441" y="19"/>
                    <a:pt x="2406" y="54"/>
                  </a:cubicBezTo>
                  <a:lnTo>
                    <a:pt x="72" y="2722"/>
                  </a:lnTo>
                  <a:cubicBezTo>
                    <a:pt x="0" y="2817"/>
                    <a:pt x="72" y="2936"/>
                    <a:pt x="143" y="2936"/>
                  </a:cubicBezTo>
                  <a:lnTo>
                    <a:pt x="1048" y="2936"/>
                  </a:lnTo>
                  <a:lnTo>
                    <a:pt x="1048" y="6794"/>
                  </a:lnTo>
                  <a:lnTo>
                    <a:pt x="3954" y="6794"/>
                  </a:lnTo>
                  <a:lnTo>
                    <a:pt x="3954" y="2936"/>
                  </a:lnTo>
                  <a:lnTo>
                    <a:pt x="4859" y="2936"/>
                  </a:lnTo>
                  <a:cubicBezTo>
                    <a:pt x="4930" y="2936"/>
                    <a:pt x="5002" y="2817"/>
                    <a:pt x="4930" y="2722"/>
                  </a:cubicBezTo>
                  <a:lnTo>
                    <a:pt x="2596" y="54"/>
                  </a:lnTo>
                  <a:cubicBezTo>
                    <a:pt x="2561" y="19"/>
                    <a:pt x="2531" y="1"/>
                    <a:pt x="2501"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89"/>
            <p:cNvSpPr/>
            <p:nvPr/>
          </p:nvSpPr>
          <p:spPr>
            <a:xfrm>
              <a:off x="6866184" y="2052865"/>
              <a:ext cx="14222" cy="218007"/>
            </a:xfrm>
            <a:custGeom>
              <a:rect b="b" l="l" r="r" t="t"/>
              <a:pathLst>
                <a:path extrusionOk="0" h="7312" w="477">
                  <a:moveTo>
                    <a:pt x="358" y="1"/>
                  </a:moveTo>
                  <a:cubicBezTo>
                    <a:pt x="191" y="1"/>
                    <a:pt x="25" y="144"/>
                    <a:pt x="1" y="334"/>
                  </a:cubicBezTo>
                  <a:lnTo>
                    <a:pt x="1" y="7312"/>
                  </a:lnTo>
                  <a:lnTo>
                    <a:pt x="477" y="7312"/>
                  </a:lnTo>
                  <a:lnTo>
                    <a:pt x="477" y="1"/>
                  </a:ln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89"/>
            <p:cNvSpPr/>
            <p:nvPr/>
          </p:nvSpPr>
          <p:spPr>
            <a:xfrm>
              <a:off x="6829988" y="1965178"/>
              <a:ext cx="82379" cy="87716"/>
            </a:xfrm>
            <a:custGeom>
              <a:rect b="b" l="l" r="r" t="t"/>
              <a:pathLst>
                <a:path extrusionOk="0" h="2942" w="2763">
                  <a:moveTo>
                    <a:pt x="238" y="1"/>
                  </a:moveTo>
                  <a:cubicBezTo>
                    <a:pt x="209" y="1"/>
                    <a:pt x="179" y="13"/>
                    <a:pt x="143" y="36"/>
                  </a:cubicBezTo>
                  <a:lnTo>
                    <a:pt x="0" y="227"/>
                  </a:lnTo>
                  <a:lnTo>
                    <a:pt x="2239" y="2751"/>
                  </a:lnTo>
                  <a:cubicBezTo>
                    <a:pt x="2286" y="2823"/>
                    <a:pt x="2239" y="2942"/>
                    <a:pt x="2143" y="2942"/>
                  </a:cubicBezTo>
                  <a:lnTo>
                    <a:pt x="2620" y="2942"/>
                  </a:lnTo>
                  <a:cubicBezTo>
                    <a:pt x="2739" y="2942"/>
                    <a:pt x="2763" y="2823"/>
                    <a:pt x="2715" y="2728"/>
                  </a:cubicBezTo>
                  <a:lnTo>
                    <a:pt x="334" y="36"/>
                  </a:lnTo>
                  <a:cubicBezTo>
                    <a:pt x="298" y="13"/>
                    <a:pt x="268" y="1"/>
                    <a:pt x="238"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89"/>
            <p:cNvSpPr/>
            <p:nvPr/>
          </p:nvSpPr>
          <p:spPr>
            <a:xfrm>
              <a:off x="7008910" y="2155818"/>
              <a:ext cx="14222" cy="115056"/>
            </a:xfrm>
            <a:custGeom>
              <a:rect b="b" l="l" r="r" t="t"/>
              <a:pathLst>
                <a:path extrusionOk="0" h="3859" w="477">
                  <a:moveTo>
                    <a:pt x="358" y="1"/>
                  </a:moveTo>
                  <a:cubicBezTo>
                    <a:pt x="167" y="1"/>
                    <a:pt x="0" y="144"/>
                    <a:pt x="0" y="334"/>
                  </a:cubicBezTo>
                  <a:lnTo>
                    <a:pt x="0" y="3859"/>
                  </a:lnTo>
                  <a:lnTo>
                    <a:pt x="477" y="3859"/>
                  </a:lnTo>
                  <a:lnTo>
                    <a:pt x="477"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89"/>
            <p:cNvSpPr/>
            <p:nvPr/>
          </p:nvSpPr>
          <p:spPr>
            <a:xfrm>
              <a:off x="6972684" y="2068131"/>
              <a:ext cx="82409" cy="87716"/>
            </a:xfrm>
            <a:custGeom>
              <a:rect b="b" l="l" r="r" t="t"/>
              <a:pathLst>
                <a:path extrusionOk="0" h="2942" w="2764">
                  <a:moveTo>
                    <a:pt x="239" y="1"/>
                  </a:moveTo>
                  <a:cubicBezTo>
                    <a:pt x="209" y="1"/>
                    <a:pt x="179" y="13"/>
                    <a:pt x="144" y="37"/>
                  </a:cubicBezTo>
                  <a:lnTo>
                    <a:pt x="1" y="227"/>
                  </a:lnTo>
                  <a:lnTo>
                    <a:pt x="2239" y="2751"/>
                  </a:lnTo>
                  <a:cubicBezTo>
                    <a:pt x="2287" y="2823"/>
                    <a:pt x="2239" y="2942"/>
                    <a:pt x="2144" y="2942"/>
                  </a:cubicBezTo>
                  <a:lnTo>
                    <a:pt x="2620" y="2942"/>
                  </a:lnTo>
                  <a:cubicBezTo>
                    <a:pt x="2716" y="2942"/>
                    <a:pt x="2763" y="2823"/>
                    <a:pt x="2716" y="2728"/>
                  </a:cubicBezTo>
                  <a:lnTo>
                    <a:pt x="334" y="37"/>
                  </a:lnTo>
                  <a:cubicBezTo>
                    <a:pt x="299" y="13"/>
                    <a:pt x="269" y="1"/>
                    <a:pt x="239"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89"/>
            <p:cNvSpPr/>
            <p:nvPr/>
          </p:nvSpPr>
          <p:spPr>
            <a:xfrm>
              <a:off x="6758252" y="1922930"/>
              <a:ext cx="302503" cy="355037"/>
            </a:xfrm>
            <a:custGeom>
              <a:rect b="b" l="l" r="r" t="t"/>
              <a:pathLst>
                <a:path extrusionOk="0" h="11908" w="10146">
                  <a:moveTo>
                    <a:pt x="2668" y="1644"/>
                  </a:moveTo>
                  <a:lnTo>
                    <a:pt x="4907" y="4168"/>
                  </a:lnTo>
                  <a:lnTo>
                    <a:pt x="4121" y="4168"/>
                  </a:lnTo>
                  <a:cubicBezTo>
                    <a:pt x="4049" y="4168"/>
                    <a:pt x="3954" y="4240"/>
                    <a:pt x="3954" y="4359"/>
                  </a:cubicBezTo>
                  <a:lnTo>
                    <a:pt x="3954" y="11503"/>
                  </a:lnTo>
                  <a:lnTo>
                    <a:pt x="1382" y="11503"/>
                  </a:lnTo>
                  <a:lnTo>
                    <a:pt x="1382" y="4359"/>
                  </a:lnTo>
                  <a:cubicBezTo>
                    <a:pt x="1382" y="4264"/>
                    <a:pt x="1311" y="4168"/>
                    <a:pt x="1215" y="4168"/>
                  </a:cubicBezTo>
                  <a:lnTo>
                    <a:pt x="430" y="4168"/>
                  </a:lnTo>
                  <a:lnTo>
                    <a:pt x="2668" y="1644"/>
                  </a:lnTo>
                  <a:close/>
                  <a:moveTo>
                    <a:pt x="5026" y="1"/>
                  </a:moveTo>
                  <a:cubicBezTo>
                    <a:pt x="4954" y="1"/>
                    <a:pt x="4930" y="48"/>
                    <a:pt x="4883" y="72"/>
                  </a:cubicBezTo>
                  <a:lnTo>
                    <a:pt x="4288" y="763"/>
                  </a:lnTo>
                  <a:cubicBezTo>
                    <a:pt x="4240" y="787"/>
                    <a:pt x="4240" y="810"/>
                    <a:pt x="4240" y="834"/>
                  </a:cubicBezTo>
                  <a:cubicBezTo>
                    <a:pt x="4270" y="954"/>
                    <a:pt x="4347" y="1008"/>
                    <a:pt x="4423" y="1008"/>
                  </a:cubicBezTo>
                  <a:cubicBezTo>
                    <a:pt x="4469" y="1008"/>
                    <a:pt x="4514" y="989"/>
                    <a:pt x="4549" y="953"/>
                  </a:cubicBezTo>
                  <a:lnTo>
                    <a:pt x="5050" y="406"/>
                  </a:lnTo>
                  <a:lnTo>
                    <a:pt x="7288" y="2930"/>
                  </a:lnTo>
                  <a:lnTo>
                    <a:pt x="6502" y="2930"/>
                  </a:lnTo>
                  <a:cubicBezTo>
                    <a:pt x="6431" y="2930"/>
                    <a:pt x="6336" y="3001"/>
                    <a:pt x="6336" y="3097"/>
                  </a:cubicBezTo>
                  <a:lnTo>
                    <a:pt x="6336" y="5883"/>
                  </a:lnTo>
                  <a:lnTo>
                    <a:pt x="4835" y="7550"/>
                  </a:lnTo>
                  <a:cubicBezTo>
                    <a:pt x="4764" y="7621"/>
                    <a:pt x="4764" y="7740"/>
                    <a:pt x="4811" y="7860"/>
                  </a:cubicBezTo>
                  <a:cubicBezTo>
                    <a:pt x="4883" y="7955"/>
                    <a:pt x="4954" y="8026"/>
                    <a:pt x="5073" y="8026"/>
                  </a:cubicBezTo>
                  <a:lnTo>
                    <a:pt x="5835" y="8026"/>
                  </a:lnTo>
                  <a:lnTo>
                    <a:pt x="5835" y="11527"/>
                  </a:lnTo>
                  <a:lnTo>
                    <a:pt x="4311" y="11527"/>
                  </a:lnTo>
                  <a:lnTo>
                    <a:pt x="4311" y="4573"/>
                  </a:lnTo>
                  <a:lnTo>
                    <a:pt x="5026" y="4573"/>
                  </a:lnTo>
                  <a:cubicBezTo>
                    <a:pt x="5145" y="4573"/>
                    <a:pt x="5240" y="4502"/>
                    <a:pt x="5288" y="4406"/>
                  </a:cubicBezTo>
                  <a:cubicBezTo>
                    <a:pt x="5359" y="4287"/>
                    <a:pt x="5312" y="4168"/>
                    <a:pt x="5264" y="4097"/>
                  </a:cubicBezTo>
                  <a:lnTo>
                    <a:pt x="3525" y="2120"/>
                  </a:lnTo>
                  <a:lnTo>
                    <a:pt x="4002" y="1596"/>
                  </a:lnTo>
                  <a:cubicBezTo>
                    <a:pt x="4073" y="1525"/>
                    <a:pt x="4073" y="1430"/>
                    <a:pt x="4002" y="1382"/>
                  </a:cubicBezTo>
                  <a:cubicBezTo>
                    <a:pt x="3978" y="1334"/>
                    <a:pt x="3930" y="1311"/>
                    <a:pt x="3880" y="1311"/>
                  </a:cubicBezTo>
                  <a:cubicBezTo>
                    <a:pt x="3829" y="1311"/>
                    <a:pt x="3775" y="1334"/>
                    <a:pt x="3740" y="1382"/>
                  </a:cubicBezTo>
                  <a:lnTo>
                    <a:pt x="3287" y="1882"/>
                  </a:lnTo>
                  <a:lnTo>
                    <a:pt x="2882" y="1430"/>
                  </a:lnTo>
                  <a:cubicBezTo>
                    <a:pt x="2859" y="1406"/>
                    <a:pt x="2811" y="1382"/>
                    <a:pt x="2787" y="1382"/>
                  </a:cubicBezTo>
                  <a:cubicBezTo>
                    <a:pt x="2740" y="1354"/>
                    <a:pt x="2690" y="1341"/>
                    <a:pt x="2641" y="1341"/>
                  </a:cubicBezTo>
                  <a:cubicBezTo>
                    <a:pt x="2567" y="1341"/>
                    <a:pt x="2497" y="1372"/>
                    <a:pt x="2454" y="1430"/>
                  </a:cubicBezTo>
                  <a:lnTo>
                    <a:pt x="72" y="4121"/>
                  </a:lnTo>
                  <a:cubicBezTo>
                    <a:pt x="1" y="4192"/>
                    <a:pt x="1" y="4335"/>
                    <a:pt x="49" y="4454"/>
                  </a:cubicBezTo>
                  <a:cubicBezTo>
                    <a:pt x="120" y="4526"/>
                    <a:pt x="191" y="4597"/>
                    <a:pt x="310" y="4597"/>
                  </a:cubicBezTo>
                  <a:lnTo>
                    <a:pt x="1025" y="4597"/>
                  </a:lnTo>
                  <a:lnTo>
                    <a:pt x="1025" y="11741"/>
                  </a:lnTo>
                  <a:cubicBezTo>
                    <a:pt x="1025" y="11837"/>
                    <a:pt x="1120" y="11908"/>
                    <a:pt x="1215" y="11908"/>
                  </a:cubicBezTo>
                  <a:lnTo>
                    <a:pt x="8931" y="11908"/>
                  </a:lnTo>
                  <a:cubicBezTo>
                    <a:pt x="9003" y="11908"/>
                    <a:pt x="9098" y="11837"/>
                    <a:pt x="9098" y="11741"/>
                  </a:cubicBezTo>
                  <a:lnTo>
                    <a:pt x="9098" y="10312"/>
                  </a:lnTo>
                  <a:cubicBezTo>
                    <a:pt x="9098" y="10217"/>
                    <a:pt x="9050" y="10170"/>
                    <a:pt x="8955" y="10122"/>
                  </a:cubicBezTo>
                  <a:cubicBezTo>
                    <a:pt x="8943" y="10119"/>
                    <a:pt x="8931" y="10118"/>
                    <a:pt x="8919" y="10118"/>
                  </a:cubicBezTo>
                  <a:cubicBezTo>
                    <a:pt x="8817" y="10118"/>
                    <a:pt x="8741" y="10206"/>
                    <a:pt x="8741" y="10312"/>
                  </a:cubicBezTo>
                  <a:lnTo>
                    <a:pt x="8741" y="11598"/>
                  </a:lnTo>
                  <a:lnTo>
                    <a:pt x="6193" y="11598"/>
                  </a:lnTo>
                  <a:lnTo>
                    <a:pt x="6193" y="7907"/>
                  </a:lnTo>
                  <a:cubicBezTo>
                    <a:pt x="6193" y="7812"/>
                    <a:pt x="6097" y="7717"/>
                    <a:pt x="6002" y="7717"/>
                  </a:cubicBezTo>
                  <a:lnTo>
                    <a:pt x="5192" y="7717"/>
                  </a:lnTo>
                  <a:lnTo>
                    <a:pt x="7431" y="5192"/>
                  </a:lnTo>
                  <a:lnTo>
                    <a:pt x="9670" y="7717"/>
                  </a:lnTo>
                  <a:lnTo>
                    <a:pt x="8884" y="7717"/>
                  </a:lnTo>
                  <a:cubicBezTo>
                    <a:pt x="8812" y="7717"/>
                    <a:pt x="8717" y="7812"/>
                    <a:pt x="8717" y="7907"/>
                  </a:cubicBezTo>
                  <a:lnTo>
                    <a:pt x="8717" y="9503"/>
                  </a:lnTo>
                  <a:cubicBezTo>
                    <a:pt x="8717" y="9598"/>
                    <a:pt x="8765" y="9646"/>
                    <a:pt x="8860" y="9693"/>
                  </a:cubicBezTo>
                  <a:cubicBezTo>
                    <a:pt x="8872" y="9696"/>
                    <a:pt x="8884" y="9697"/>
                    <a:pt x="8896" y="9697"/>
                  </a:cubicBezTo>
                  <a:cubicBezTo>
                    <a:pt x="8998" y="9697"/>
                    <a:pt x="9074" y="9609"/>
                    <a:pt x="9074" y="9503"/>
                  </a:cubicBezTo>
                  <a:lnTo>
                    <a:pt x="9074" y="8050"/>
                  </a:lnTo>
                  <a:lnTo>
                    <a:pt x="9789" y="8050"/>
                  </a:lnTo>
                  <a:cubicBezTo>
                    <a:pt x="9884" y="8050"/>
                    <a:pt x="10003" y="7979"/>
                    <a:pt x="10051" y="7907"/>
                  </a:cubicBezTo>
                  <a:cubicBezTo>
                    <a:pt x="10146" y="7740"/>
                    <a:pt x="10122" y="7598"/>
                    <a:pt x="10027" y="7502"/>
                  </a:cubicBezTo>
                  <a:lnTo>
                    <a:pt x="7645" y="4835"/>
                  </a:lnTo>
                  <a:cubicBezTo>
                    <a:pt x="7622" y="4787"/>
                    <a:pt x="7574" y="4764"/>
                    <a:pt x="7550" y="4764"/>
                  </a:cubicBezTo>
                  <a:cubicBezTo>
                    <a:pt x="7510" y="4748"/>
                    <a:pt x="7468" y="4740"/>
                    <a:pt x="7427" y="4740"/>
                  </a:cubicBezTo>
                  <a:cubicBezTo>
                    <a:pt x="7344" y="4740"/>
                    <a:pt x="7264" y="4772"/>
                    <a:pt x="7217" y="4835"/>
                  </a:cubicBezTo>
                  <a:lnTo>
                    <a:pt x="6693" y="5454"/>
                  </a:lnTo>
                  <a:lnTo>
                    <a:pt x="6693" y="3263"/>
                  </a:lnTo>
                  <a:lnTo>
                    <a:pt x="7407" y="3263"/>
                  </a:lnTo>
                  <a:cubicBezTo>
                    <a:pt x="7526" y="3263"/>
                    <a:pt x="7622" y="3192"/>
                    <a:pt x="7669" y="3097"/>
                  </a:cubicBezTo>
                  <a:cubicBezTo>
                    <a:pt x="7741" y="2978"/>
                    <a:pt x="7693" y="2859"/>
                    <a:pt x="7645" y="2787"/>
                  </a:cubicBezTo>
                  <a:lnTo>
                    <a:pt x="5264" y="96"/>
                  </a:lnTo>
                  <a:cubicBezTo>
                    <a:pt x="5192" y="25"/>
                    <a:pt x="5121" y="1"/>
                    <a:pt x="50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6" name="Google Shape;19386;p89"/>
          <p:cNvGrpSpPr/>
          <p:nvPr/>
        </p:nvGrpSpPr>
        <p:grpSpPr>
          <a:xfrm>
            <a:off x="7736880" y="1922930"/>
            <a:ext cx="354351" cy="353636"/>
            <a:chOff x="7393967" y="1922930"/>
            <a:chExt cx="354351" cy="353636"/>
          </a:xfrm>
        </p:grpSpPr>
        <p:sp>
          <p:nvSpPr>
            <p:cNvPr id="19387" name="Google Shape;19387;p89"/>
            <p:cNvSpPr/>
            <p:nvPr/>
          </p:nvSpPr>
          <p:spPr>
            <a:xfrm>
              <a:off x="7399662" y="2225407"/>
              <a:ext cx="90190" cy="45468"/>
            </a:xfrm>
            <a:custGeom>
              <a:rect b="b" l="l" r="r" t="t"/>
              <a:pathLst>
                <a:path extrusionOk="0" h="1525" w="3025">
                  <a:moveTo>
                    <a:pt x="167" y="1"/>
                  </a:moveTo>
                  <a:cubicBezTo>
                    <a:pt x="95" y="1"/>
                    <a:pt x="0" y="96"/>
                    <a:pt x="0" y="191"/>
                  </a:cubicBezTo>
                  <a:lnTo>
                    <a:pt x="0" y="1358"/>
                  </a:lnTo>
                  <a:cubicBezTo>
                    <a:pt x="0" y="1453"/>
                    <a:pt x="95" y="1525"/>
                    <a:pt x="167" y="1525"/>
                  </a:cubicBezTo>
                  <a:lnTo>
                    <a:pt x="2858" y="1525"/>
                  </a:lnTo>
                  <a:cubicBezTo>
                    <a:pt x="2953" y="1525"/>
                    <a:pt x="3001" y="1453"/>
                    <a:pt x="3025" y="1358"/>
                  </a:cubicBezTo>
                  <a:lnTo>
                    <a:pt x="3025" y="191"/>
                  </a:lnTo>
                  <a:cubicBezTo>
                    <a:pt x="3025" y="96"/>
                    <a:pt x="2953" y="1"/>
                    <a:pt x="285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89"/>
            <p:cNvSpPr/>
            <p:nvPr/>
          </p:nvSpPr>
          <p:spPr>
            <a:xfrm>
              <a:off x="7525334" y="2225407"/>
              <a:ext cx="90906" cy="45468"/>
            </a:xfrm>
            <a:custGeom>
              <a:rect b="b" l="l" r="r" t="t"/>
              <a:pathLst>
                <a:path extrusionOk="0" h="1525" w="3049">
                  <a:moveTo>
                    <a:pt x="191" y="1"/>
                  </a:moveTo>
                  <a:cubicBezTo>
                    <a:pt x="96" y="1"/>
                    <a:pt x="0" y="96"/>
                    <a:pt x="0" y="191"/>
                  </a:cubicBezTo>
                  <a:lnTo>
                    <a:pt x="0" y="1358"/>
                  </a:lnTo>
                  <a:cubicBezTo>
                    <a:pt x="0" y="1453"/>
                    <a:pt x="96" y="1525"/>
                    <a:pt x="191" y="1525"/>
                  </a:cubicBezTo>
                  <a:lnTo>
                    <a:pt x="2858" y="1525"/>
                  </a:lnTo>
                  <a:cubicBezTo>
                    <a:pt x="2953" y="1525"/>
                    <a:pt x="3049" y="1453"/>
                    <a:pt x="3049" y="1358"/>
                  </a:cubicBezTo>
                  <a:lnTo>
                    <a:pt x="3049" y="191"/>
                  </a:lnTo>
                  <a:cubicBezTo>
                    <a:pt x="3049" y="96"/>
                    <a:pt x="2953" y="1"/>
                    <a:pt x="285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89"/>
            <p:cNvSpPr/>
            <p:nvPr/>
          </p:nvSpPr>
          <p:spPr>
            <a:xfrm>
              <a:off x="7651721" y="2225407"/>
              <a:ext cx="90190" cy="45468"/>
            </a:xfrm>
            <a:custGeom>
              <a:rect b="b" l="l" r="r" t="t"/>
              <a:pathLst>
                <a:path extrusionOk="0" h="1525" w="3025">
                  <a:moveTo>
                    <a:pt x="167" y="1"/>
                  </a:moveTo>
                  <a:cubicBezTo>
                    <a:pt x="96" y="1"/>
                    <a:pt x="0" y="96"/>
                    <a:pt x="0" y="191"/>
                  </a:cubicBezTo>
                  <a:lnTo>
                    <a:pt x="0" y="1358"/>
                  </a:lnTo>
                  <a:cubicBezTo>
                    <a:pt x="0" y="1453"/>
                    <a:pt x="96" y="1525"/>
                    <a:pt x="167" y="1525"/>
                  </a:cubicBezTo>
                  <a:lnTo>
                    <a:pt x="2858" y="1525"/>
                  </a:lnTo>
                  <a:cubicBezTo>
                    <a:pt x="2977" y="1525"/>
                    <a:pt x="3025" y="1453"/>
                    <a:pt x="3025" y="1358"/>
                  </a:cubicBezTo>
                  <a:lnTo>
                    <a:pt x="3025" y="191"/>
                  </a:lnTo>
                  <a:cubicBezTo>
                    <a:pt x="3025" y="96"/>
                    <a:pt x="2953" y="1"/>
                    <a:pt x="285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89"/>
            <p:cNvSpPr/>
            <p:nvPr/>
          </p:nvSpPr>
          <p:spPr>
            <a:xfrm>
              <a:off x="7399662" y="2113241"/>
              <a:ext cx="90190" cy="45468"/>
            </a:xfrm>
            <a:custGeom>
              <a:rect b="b" l="l" r="r" t="t"/>
              <a:pathLst>
                <a:path extrusionOk="0" h="1525" w="3025">
                  <a:moveTo>
                    <a:pt x="167" y="0"/>
                  </a:moveTo>
                  <a:cubicBezTo>
                    <a:pt x="95" y="0"/>
                    <a:pt x="0" y="95"/>
                    <a:pt x="0" y="167"/>
                  </a:cubicBezTo>
                  <a:lnTo>
                    <a:pt x="0" y="1334"/>
                  </a:lnTo>
                  <a:cubicBezTo>
                    <a:pt x="0" y="1429"/>
                    <a:pt x="95" y="1524"/>
                    <a:pt x="167" y="1524"/>
                  </a:cubicBezTo>
                  <a:lnTo>
                    <a:pt x="2858" y="1524"/>
                  </a:lnTo>
                  <a:cubicBezTo>
                    <a:pt x="2953" y="1524"/>
                    <a:pt x="3001" y="1453"/>
                    <a:pt x="3025" y="1334"/>
                  </a:cubicBezTo>
                  <a:lnTo>
                    <a:pt x="3025" y="167"/>
                  </a:lnTo>
                  <a:cubicBezTo>
                    <a:pt x="3025" y="95"/>
                    <a:pt x="2953" y="0"/>
                    <a:pt x="2858"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89"/>
            <p:cNvSpPr/>
            <p:nvPr/>
          </p:nvSpPr>
          <p:spPr>
            <a:xfrm>
              <a:off x="7525334" y="2113241"/>
              <a:ext cx="90906" cy="45468"/>
            </a:xfrm>
            <a:custGeom>
              <a:rect b="b" l="l" r="r" t="t"/>
              <a:pathLst>
                <a:path extrusionOk="0" h="1525" w="3049">
                  <a:moveTo>
                    <a:pt x="191" y="0"/>
                  </a:moveTo>
                  <a:cubicBezTo>
                    <a:pt x="96" y="0"/>
                    <a:pt x="0" y="95"/>
                    <a:pt x="0" y="167"/>
                  </a:cubicBezTo>
                  <a:lnTo>
                    <a:pt x="0" y="1334"/>
                  </a:lnTo>
                  <a:cubicBezTo>
                    <a:pt x="0" y="1429"/>
                    <a:pt x="96" y="1524"/>
                    <a:pt x="191" y="1524"/>
                  </a:cubicBezTo>
                  <a:lnTo>
                    <a:pt x="2858" y="1524"/>
                  </a:lnTo>
                  <a:cubicBezTo>
                    <a:pt x="2953" y="1524"/>
                    <a:pt x="3049" y="1453"/>
                    <a:pt x="3049" y="1334"/>
                  </a:cubicBezTo>
                  <a:lnTo>
                    <a:pt x="3049" y="167"/>
                  </a:lnTo>
                  <a:cubicBezTo>
                    <a:pt x="3049" y="95"/>
                    <a:pt x="2953" y="0"/>
                    <a:pt x="2858"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89"/>
            <p:cNvSpPr/>
            <p:nvPr/>
          </p:nvSpPr>
          <p:spPr>
            <a:xfrm>
              <a:off x="7651721" y="2113241"/>
              <a:ext cx="90190" cy="45468"/>
            </a:xfrm>
            <a:custGeom>
              <a:rect b="b" l="l" r="r" t="t"/>
              <a:pathLst>
                <a:path extrusionOk="0" h="1525" w="3025">
                  <a:moveTo>
                    <a:pt x="167" y="0"/>
                  </a:moveTo>
                  <a:cubicBezTo>
                    <a:pt x="96" y="0"/>
                    <a:pt x="0" y="95"/>
                    <a:pt x="0" y="167"/>
                  </a:cubicBezTo>
                  <a:lnTo>
                    <a:pt x="0" y="1334"/>
                  </a:lnTo>
                  <a:cubicBezTo>
                    <a:pt x="0" y="1429"/>
                    <a:pt x="96" y="1524"/>
                    <a:pt x="167" y="1524"/>
                  </a:cubicBezTo>
                  <a:lnTo>
                    <a:pt x="2858" y="1524"/>
                  </a:lnTo>
                  <a:cubicBezTo>
                    <a:pt x="2977" y="1524"/>
                    <a:pt x="3025" y="1453"/>
                    <a:pt x="3025" y="1334"/>
                  </a:cubicBezTo>
                  <a:lnTo>
                    <a:pt x="3025" y="167"/>
                  </a:lnTo>
                  <a:cubicBezTo>
                    <a:pt x="3025" y="95"/>
                    <a:pt x="2953" y="0"/>
                    <a:pt x="2858"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89"/>
            <p:cNvSpPr/>
            <p:nvPr/>
          </p:nvSpPr>
          <p:spPr>
            <a:xfrm>
              <a:off x="7489108" y="1928625"/>
              <a:ext cx="164042" cy="77430"/>
            </a:xfrm>
            <a:custGeom>
              <a:rect b="b" l="l" r="r" t="t"/>
              <a:pathLst>
                <a:path extrusionOk="0" h="2597" w="5502">
                  <a:moveTo>
                    <a:pt x="191" y="0"/>
                  </a:moveTo>
                  <a:cubicBezTo>
                    <a:pt x="96" y="0"/>
                    <a:pt x="1" y="96"/>
                    <a:pt x="1" y="167"/>
                  </a:cubicBezTo>
                  <a:lnTo>
                    <a:pt x="1" y="2406"/>
                  </a:lnTo>
                  <a:cubicBezTo>
                    <a:pt x="1" y="2501"/>
                    <a:pt x="96" y="2596"/>
                    <a:pt x="191" y="2596"/>
                  </a:cubicBezTo>
                  <a:lnTo>
                    <a:pt x="5311" y="2596"/>
                  </a:lnTo>
                  <a:cubicBezTo>
                    <a:pt x="5431" y="2596"/>
                    <a:pt x="5478" y="2501"/>
                    <a:pt x="5502" y="2406"/>
                  </a:cubicBezTo>
                  <a:lnTo>
                    <a:pt x="5502" y="167"/>
                  </a:lnTo>
                  <a:cubicBezTo>
                    <a:pt x="5502" y="72"/>
                    <a:pt x="5431" y="0"/>
                    <a:pt x="5335"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89"/>
            <p:cNvSpPr/>
            <p:nvPr/>
          </p:nvSpPr>
          <p:spPr>
            <a:xfrm>
              <a:off x="7469937" y="2225407"/>
              <a:ext cx="19201" cy="45468"/>
            </a:xfrm>
            <a:custGeom>
              <a:rect b="b" l="l" r="r" t="t"/>
              <a:pathLst>
                <a:path extrusionOk="0" h="1525" w="644">
                  <a:moveTo>
                    <a:pt x="1" y="1"/>
                  </a:moveTo>
                  <a:cubicBezTo>
                    <a:pt x="72" y="1"/>
                    <a:pt x="168" y="96"/>
                    <a:pt x="168" y="191"/>
                  </a:cubicBezTo>
                  <a:lnTo>
                    <a:pt x="168" y="1358"/>
                  </a:lnTo>
                  <a:cubicBezTo>
                    <a:pt x="168" y="1453"/>
                    <a:pt x="72" y="1525"/>
                    <a:pt x="1" y="1525"/>
                  </a:cubicBezTo>
                  <a:lnTo>
                    <a:pt x="477" y="1525"/>
                  </a:lnTo>
                  <a:cubicBezTo>
                    <a:pt x="549" y="1525"/>
                    <a:pt x="644" y="1430"/>
                    <a:pt x="644" y="1358"/>
                  </a:cubicBezTo>
                  <a:lnTo>
                    <a:pt x="644" y="191"/>
                  </a:lnTo>
                  <a:cubicBezTo>
                    <a:pt x="644" y="96"/>
                    <a:pt x="549" y="1"/>
                    <a:pt x="47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89"/>
            <p:cNvSpPr/>
            <p:nvPr/>
          </p:nvSpPr>
          <p:spPr>
            <a:xfrm>
              <a:off x="7595638" y="2225407"/>
              <a:ext cx="19887" cy="45468"/>
            </a:xfrm>
            <a:custGeom>
              <a:rect b="b" l="l" r="r" t="t"/>
              <a:pathLst>
                <a:path extrusionOk="0" h="1525" w="667">
                  <a:moveTo>
                    <a:pt x="0" y="1"/>
                  </a:moveTo>
                  <a:cubicBezTo>
                    <a:pt x="95" y="1"/>
                    <a:pt x="191" y="96"/>
                    <a:pt x="191" y="191"/>
                  </a:cubicBezTo>
                  <a:lnTo>
                    <a:pt x="191" y="1358"/>
                  </a:lnTo>
                  <a:cubicBezTo>
                    <a:pt x="191" y="1453"/>
                    <a:pt x="95" y="1525"/>
                    <a:pt x="0" y="1525"/>
                  </a:cubicBezTo>
                  <a:lnTo>
                    <a:pt x="476" y="1525"/>
                  </a:lnTo>
                  <a:cubicBezTo>
                    <a:pt x="572" y="1525"/>
                    <a:pt x="667" y="1430"/>
                    <a:pt x="667" y="1358"/>
                  </a:cubicBezTo>
                  <a:lnTo>
                    <a:pt x="667" y="191"/>
                  </a:lnTo>
                  <a:cubicBezTo>
                    <a:pt x="667" y="96"/>
                    <a:pt x="595" y="1"/>
                    <a:pt x="476"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89"/>
            <p:cNvSpPr/>
            <p:nvPr/>
          </p:nvSpPr>
          <p:spPr>
            <a:xfrm>
              <a:off x="7722711" y="2225407"/>
              <a:ext cx="19201" cy="45468"/>
            </a:xfrm>
            <a:custGeom>
              <a:rect b="b" l="l" r="r" t="t"/>
              <a:pathLst>
                <a:path extrusionOk="0" h="1525" w="644">
                  <a:moveTo>
                    <a:pt x="1" y="1"/>
                  </a:moveTo>
                  <a:cubicBezTo>
                    <a:pt x="96" y="1"/>
                    <a:pt x="168" y="96"/>
                    <a:pt x="168" y="191"/>
                  </a:cubicBezTo>
                  <a:lnTo>
                    <a:pt x="168" y="1358"/>
                  </a:lnTo>
                  <a:cubicBezTo>
                    <a:pt x="168" y="1453"/>
                    <a:pt x="96" y="1525"/>
                    <a:pt x="1" y="1525"/>
                  </a:cubicBezTo>
                  <a:lnTo>
                    <a:pt x="477" y="1525"/>
                  </a:lnTo>
                  <a:cubicBezTo>
                    <a:pt x="572" y="1525"/>
                    <a:pt x="644" y="1430"/>
                    <a:pt x="644" y="1358"/>
                  </a:cubicBezTo>
                  <a:lnTo>
                    <a:pt x="644" y="191"/>
                  </a:lnTo>
                  <a:cubicBezTo>
                    <a:pt x="644" y="96"/>
                    <a:pt x="596" y="1"/>
                    <a:pt x="47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89"/>
            <p:cNvSpPr/>
            <p:nvPr/>
          </p:nvSpPr>
          <p:spPr>
            <a:xfrm>
              <a:off x="7469937" y="2113927"/>
              <a:ext cx="19201" cy="45468"/>
            </a:xfrm>
            <a:custGeom>
              <a:rect b="b" l="l" r="r" t="t"/>
              <a:pathLst>
                <a:path extrusionOk="0" h="1525" w="644">
                  <a:moveTo>
                    <a:pt x="1" y="1"/>
                  </a:moveTo>
                  <a:cubicBezTo>
                    <a:pt x="72" y="1"/>
                    <a:pt x="168" y="96"/>
                    <a:pt x="168" y="168"/>
                  </a:cubicBezTo>
                  <a:lnTo>
                    <a:pt x="168" y="1334"/>
                  </a:lnTo>
                  <a:cubicBezTo>
                    <a:pt x="168" y="1430"/>
                    <a:pt x="72" y="1525"/>
                    <a:pt x="1" y="1525"/>
                  </a:cubicBezTo>
                  <a:lnTo>
                    <a:pt x="477" y="1525"/>
                  </a:lnTo>
                  <a:cubicBezTo>
                    <a:pt x="549" y="1525"/>
                    <a:pt x="644" y="1430"/>
                    <a:pt x="644" y="1334"/>
                  </a:cubicBezTo>
                  <a:lnTo>
                    <a:pt x="644" y="168"/>
                  </a:lnTo>
                  <a:cubicBezTo>
                    <a:pt x="644" y="72"/>
                    <a:pt x="549" y="1"/>
                    <a:pt x="47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89"/>
            <p:cNvSpPr/>
            <p:nvPr/>
          </p:nvSpPr>
          <p:spPr>
            <a:xfrm>
              <a:off x="7595638" y="2113927"/>
              <a:ext cx="19887" cy="45468"/>
            </a:xfrm>
            <a:custGeom>
              <a:rect b="b" l="l" r="r" t="t"/>
              <a:pathLst>
                <a:path extrusionOk="0" h="1525" w="667">
                  <a:moveTo>
                    <a:pt x="0" y="1"/>
                  </a:moveTo>
                  <a:cubicBezTo>
                    <a:pt x="95" y="1"/>
                    <a:pt x="191" y="96"/>
                    <a:pt x="191" y="168"/>
                  </a:cubicBezTo>
                  <a:lnTo>
                    <a:pt x="191" y="1334"/>
                  </a:lnTo>
                  <a:cubicBezTo>
                    <a:pt x="191" y="1430"/>
                    <a:pt x="95" y="1525"/>
                    <a:pt x="0" y="1525"/>
                  </a:cubicBezTo>
                  <a:lnTo>
                    <a:pt x="476" y="1525"/>
                  </a:lnTo>
                  <a:cubicBezTo>
                    <a:pt x="572" y="1525"/>
                    <a:pt x="667" y="1430"/>
                    <a:pt x="667" y="1334"/>
                  </a:cubicBezTo>
                  <a:lnTo>
                    <a:pt x="667" y="168"/>
                  </a:lnTo>
                  <a:cubicBezTo>
                    <a:pt x="667" y="72"/>
                    <a:pt x="595" y="1"/>
                    <a:pt x="476"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89"/>
            <p:cNvSpPr/>
            <p:nvPr/>
          </p:nvSpPr>
          <p:spPr>
            <a:xfrm>
              <a:off x="7722711" y="2113927"/>
              <a:ext cx="19201" cy="45468"/>
            </a:xfrm>
            <a:custGeom>
              <a:rect b="b" l="l" r="r" t="t"/>
              <a:pathLst>
                <a:path extrusionOk="0" h="1525" w="644">
                  <a:moveTo>
                    <a:pt x="1" y="1"/>
                  </a:moveTo>
                  <a:cubicBezTo>
                    <a:pt x="96" y="1"/>
                    <a:pt x="168" y="96"/>
                    <a:pt x="168" y="168"/>
                  </a:cubicBezTo>
                  <a:lnTo>
                    <a:pt x="168" y="1334"/>
                  </a:lnTo>
                  <a:cubicBezTo>
                    <a:pt x="168" y="1430"/>
                    <a:pt x="96" y="1525"/>
                    <a:pt x="1" y="1525"/>
                  </a:cubicBezTo>
                  <a:lnTo>
                    <a:pt x="477" y="1525"/>
                  </a:lnTo>
                  <a:cubicBezTo>
                    <a:pt x="572" y="1525"/>
                    <a:pt x="644" y="1430"/>
                    <a:pt x="644" y="1334"/>
                  </a:cubicBezTo>
                  <a:lnTo>
                    <a:pt x="644" y="168"/>
                  </a:lnTo>
                  <a:cubicBezTo>
                    <a:pt x="644" y="72"/>
                    <a:pt x="596" y="1"/>
                    <a:pt x="47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89"/>
            <p:cNvSpPr/>
            <p:nvPr/>
          </p:nvSpPr>
          <p:spPr>
            <a:xfrm>
              <a:off x="7633265" y="1928625"/>
              <a:ext cx="19201" cy="77430"/>
            </a:xfrm>
            <a:custGeom>
              <a:rect b="b" l="l" r="r" t="t"/>
              <a:pathLst>
                <a:path extrusionOk="0" h="2597" w="644">
                  <a:moveTo>
                    <a:pt x="0" y="0"/>
                  </a:moveTo>
                  <a:cubicBezTo>
                    <a:pt x="72" y="0"/>
                    <a:pt x="167" y="96"/>
                    <a:pt x="167" y="167"/>
                  </a:cubicBezTo>
                  <a:lnTo>
                    <a:pt x="167" y="2406"/>
                  </a:lnTo>
                  <a:cubicBezTo>
                    <a:pt x="167" y="2501"/>
                    <a:pt x="72" y="2596"/>
                    <a:pt x="0" y="2596"/>
                  </a:cubicBezTo>
                  <a:lnTo>
                    <a:pt x="476" y="2596"/>
                  </a:lnTo>
                  <a:cubicBezTo>
                    <a:pt x="548" y="2596"/>
                    <a:pt x="643" y="2501"/>
                    <a:pt x="643" y="2406"/>
                  </a:cubicBezTo>
                  <a:lnTo>
                    <a:pt x="643" y="167"/>
                  </a:lnTo>
                  <a:cubicBezTo>
                    <a:pt x="643" y="96"/>
                    <a:pt x="596" y="0"/>
                    <a:pt x="47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89"/>
            <p:cNvSpPr/>
            <p:nvPr/>
          </p:nvSpPr>
          <p:spPr>
            <a:xfrm>
              <a:off x="7528882" y="1949913"/>
              <a:ext cx="83810" cy="10674"/>
            </a:xfrm>
            <a:custGeom>
              <a:rect b="b" l="l" r="r" t="t"/>
              <a:pathLst>
                <a:path extrusionOk="0" h="358" w="2811">
                  <a:moveTo>
                    <a:pt x="215" y="1"/>
                  </a:moveTo>
                  <a:cubicBezTo>
                    <a:pt x="120" y="1"/>
                    <a:pt x="72" y="48"/>
                    <a:pt x="48" y="144"/>
                  </a:cubicBezTo>
                  <a:cubicBezTo>
                    <a:pt x="0" y="263"/>
                    <a:pt x="96" y="358"/>
                    <a:pt x="215" y="358"/>
                  </a:cubicBezTo>
                  <a:lnTo>
                    <a:pt x="2596" y="358"/>
                  </a:lnTo>
                  <a:cubicBezTo>
                    <a:pt x="2715" y="358"/>
                    <a:pt x="2811" y="263"/>
                    <a:pt x="2763" y="144"/>
                  </a:cubicBezTo>
                  <a:cubicBezTo>
                    <a:pt x="2739" y="48"/>
                    <a:pt x="2668" y="1"/>
                    <a:pt x="2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89"/>
            <p:cNvSpPr/>
            <p:nvPr/>
          </p:nvSpPr>
          <p:spPr>
            <a:xfrm>
              <a:off x="7546622" y="1972632"/>
              <a:ext cx="46899" cy="10704"/>
            </a:xfrm>
            <a:custGeom>
              <a:rect b="b" l="l" r="r" t="t"/>
              <a:pathLst>
                <a:path extrusionOk="0" h="359" w="1573">
                  <a:moveTo>
                    <a:pt x="215" y="1"/>
                  </a:moveTo>
                  <a:cubicBezTo>
                    <a:pt x="96" y="1"/>
                    <a:pt x="1" y="96"/>
                    <a:pt x="48" y="215"/>
                  </a:cubicBezTo>
                  <a:cubicBezTo>
                    <a:pt x="72" y="310"/>
                    <a:pt x="120" y="358"/>
                    <a:pt x="215" y="358"/>
                  </a:cubicBezTo>
                  <a:lnTo>
                    <a:pt x="1382" y="358"/>
                  </a:lnTo>
                  <a:cubicBezTo>
                    <a:pt x="1477" y="358"/>
                    <a:pt x="1525" y="310"/>
                    <a:pt x="1549" y="215"/>
                  </a:cubicBezTo>
                  <a:cubicBezTo>
                    <a:pt x="1573" y="96"/>
                    <a:pt x="1501"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89"/>
            <p:cNvSpPr/>
            <p:nvPr/>
          </p:nvSpPr>
          <p:spPr>
            <a:xfrm>
              <a:off x="7393967" y="1922930"/>
              <a:ext cx="354351" cy="353636"/>
            </a:xfrm>
            <a:custGeom>
              <a:rect b="b" l="l" r="r" t="t"/>
              <a:pathLst>
                <a:path extrusionOk="0" h="11861" w="11885">
                  <a:moveTo>
                    <a:pt x="3025" y="6550"/>
                  </a:moveTo>
                  <a:lnTo>
                    <a:pt x="3025" y="7717"/>
                  </a:lnTo>
                  <a:lnTo>
                    <a:pt x="334" y="7717"/>
                  </a:lnTo>
                  <a:lnTo>
                    <a:pt x="334" y="6550"/>
                  </a:lnTo>
                  <a:close/>
                  <a:moveTo>
                    <a:pt x="7264" y="6550"/>
                  </a:moveTo>
                  <a:lnTo>
                    <a:pt x="7264" y="7717"/>
                  </a:lnTo>
                  <a:lnTo>
                    <a:pt x="4597" y="7717"/>
                  </a:lnTo>
                  <a:lnTo>
                    <a:pt x="4597" y="6550"/>
                  </a:lnTo>
                  <a:close/>
                  <a:moveTo>
                    <a:pt x="11527" y="6550"/>
                  </a:moveTo>
                  <a:lnTo>
                    <a:pt x="11527" y="7717"/>
                  </a:lnTo>
                  <a:lnTo>
                    <a:pt x="8860" y="7717"/>
                  </a:lnTo>
                  <a:lnTo>
                    <a:pt x="8860" y="6550"/>
                  </a:lnTo>
                  <a:close/>
                  <a:moveTo>
                    <a:pt x="7240" y="10312"/>
                  </a:moveTo>
                  <a:lnTo>
                    <a:pt x="7240" y="11456"/>
                  </a:lnTo>
                  <a:lnTo>
                    <a:pt x="4573" y="11456"/>
                  </a:lnTo>
                  <a:lnTo>
                    <a:pt x="4573" y="10312"/>
                  </a:lnTo>
                  <a:close/>
                  <a:moveTo>
                    <a:pt x="11527" y="10312"/>
                  </a:moveTo>
                  <a:lnTo>
                    <a:pt x="11527" y="11456"/>
                  </a:lnTo>
                  <a:lnTo>
                    <a:pt x="8860" y="11456"/>
                  </a:lnTo>
                  <a:lnTo>
                    <a:pt x="8860" y="10312"/>
                  </a:lnTo>
                  <a:close/>
                  <a:moveTo>
                    <a:pt x="3382" y="1"/>
                  </a:moveTo>
                  <a:cubicBezTo>
                    <a:pt x="3192" y="1"/>
                    <a:pt x="3049" y="358"/>
                    <a:pt x="3049" y="358"/>
                  </a:cubicBezTo>
                  <a:lnTo>
                    <a:pt x="3049" y="2597"/>
                  </a:lnTo>
                  <a:cubicBezTo>
                    <a:pt x="3049" y="2763"/>
                    <a:pt x="3192" y="2954"/>
                    <a:pt x="3406" y="2954"/>
                  </a:cubicBezTo>
                  <a:lnTo>
                    <a:pt x="5788" y="2954"/>
                  </a:lnTo>
                  <a:lnTo>
                    <a:pt x="5788" y="4502"/>
                  </a:lnTo>
                  <a:lnTo>
                    <a:pt x="2001" y="4502"/>
                  </a:lnTo>
                  <a:cubicBezTo>
                    <a:pt x="1739" y="4502"/>
                    <a:pt x="1525" y="4716"/>
                    <a:pt x="1525" y="4978"/>
                  </a:cubicBezTo>
                  <a:lnTo>
                    <a:pt x="1525" y="6264"/>
                  </a:lnTo>
                  <a:lnTo>
                    <a:pt x="358" y="6264"/>
                  </a:lnTo>
                  <a:cubicBezTo>
                    <a:pt x="191" y="6264"/>
                    <a:pt x="1" y="6407"/>
                    <a:pt x="1" y="6621"/>
                  </a:cubicBezTo>
                  <a:lnTo>
                    <a:pt x="1" y="7740"/>
                  </a:lnTo>
                  <a:cubicBezTo>
                    <a:pt x="1" y="7931"/>
                    <a:pt x="167" y="8098"/>
                    <a:pt x="358" y="8098"/>
                  </a:cubicBezTo>
                  <a:lnTo>
                    <a:pt x="1525" y="8098"/>
                  </a:lnTo>
                  <a:lnTo>
                    <a:pt x="1525" y="10003"/>
                  </a:lnTo>
                  <a:lnTo>
                    <a:pt x="358" y="10003"/>
                  </a:lnTo>
                  <a:cubicBezTo>
                    <a:pt x="191" y="10003"/>
                    <a:pt x="1" y="10146"/>
                    <a:pt x="1" y="10360"/>
                  </a:cubicBezTo>
                  <a:lnTo>
                    <a:pt x="1" y="11670"/>
                  </a:lnTo>
                  <a:cubicBezTo>
                    <a:pt x="1" y="11765"/>
                    <a:pt x="96" y="11860"/>
                    <a:pt x="191" y="11860"/>
                  </a:cubicBezTo>
                  <a:lnTo>
                    <a:pt x="1025" y="11860"/>
                  </a:lnTo>
                  <a:cubicBezTo>
                    <a:pt x="1049" y="11860"/>
                    <a:pt x="1072" y="11860"/>
                    <a:pt x="1072" y="11837"/>
                  </a:cubicBezTo>
                  <a:cubicBezTo>
                    <a:pt x="1191" y="11670"/>
                    <a:pt x="1120" y="11503"/>
                    <a:pt x="953" y="11503"/>
                  </a:cubicBezTo>
                  <a:lnTo>
                    <a:pt x="334" y="11503"/>
                  </a:lnTo>
                  <a:lnTo>
                    <a:pt x="334" y="10336"/>
                  </a:lnTo>
                  <a:lnTo>
                    <a:pt x="3025" y="10336"/>
                  </a:lnTo>
                  <a:lnTo>
                    <a:pt x="3025" y="11503"/>
                  </a:lnTo>
                  <a:lnTo>
                    <a:pt x="1763" y="11503"/>
                  </a:lnTo>
                  <a:cubicBezTo>
                    <a:pt x="1668" y="11503"/>
                    <a:pt x="1620" y="11551"/>
                    <a:pt x="1596" y="11646"/>
                  </a:cubicBezTo>
                  <a:cubicBezTo>
                    <a:pt x="1549" y="11765"/>
                    <a:pt x="1644" y="11860"/>
                    <a:pt x="1763" y="11860"/>
                  </a:cubicBezTo>
                  <a:lnTo>
                    <a:pt x="3049" y="11860"/>
                  </a:lnTo>
                  <a:cubicBezTo>
                    <a:pt x="3216" y="11860"/>
                    <a:pt x="3406" y="11717"/>
                    <a:pt x="3406" y="11503"/>
                  </a:cubicBezTo>
                  <a:lnTo>
                    <a:pt x="3406" y="10336"/>
                  </a:lnTo>
                  <a:cubicBezTo>
                    <a:pt x="3406" y="10146"/>
                    <a:pt x="3263" y="9979"/>
                    <a:pt x="3049" y="9979"/>
                  </a:cubicBezTo>
                  <a:lnTo>
                    <a:pt x="1882" y="9979"/>
                  </a:lnTo>
                  <a:lnTo>
                    <a:pt x="1882" y="8074"/>
                  </a:lnTo>
                  <a:lnTo>
                    <a:pt x="3049" y="8074"/>
                  </a:lnTo>
                  <a:cubicBezTo>
                    <a:pt x="3216" y="8074"/>
                    <a:pt x="3406" y="7931"/>
                    <a:pt x="3406" y="7717"/>
                  </a:cubicBezTo>
                  <a:lnTo>
                    <a:pt x="3406" y="6574"/>
                  </a:lnTo>
                  <a:cubicBezTo>
                    <a:pt x="3406" y="6407"/>
                    <a:pt x="3263" y="6216"/>
                    <a:pt x="3049" y="6216"/>
                  </a:cubicBezTo>
                  <a:lnTo>
                    <a:pt x="1882" y="6216"/>
                  </a:lnTo>
                  <a:lnTo>
                    <a:pt x="1882" y="4954"/>
                  </a:lnTo>
                  <a:cubicBezTo>
                    <a:pt x="1882" y="4859"/>
                    <a:pt x="1954" y="4787"/>
                    <a:pt x="2025" y="4787"/>
                  </a:cubicBezTo>
                  <a:lnTo>
                    <a:pt x="5788" y="4787"/>
                  </a:lnTo>
                  <a:lnTo>
                    <a:pt x="5788" y="6193"/>
                  </a:lnTo>
                  <a:lnTo>
                    <a:pt x="4597" y="6193"/>
                  </a:lnTo>
                  <a:cubicBezTo>
                    <a:pt x="4406" y="6193"/>
                    <a:pt x="4240" y="6359"/>
                    <a:pt x="4240" y="6550"/>
                  </a:cubicBezTo>
                  <a:lnTo>
                    <a:pt x="4240" y="7693"/>
                  </a:lnTo>
                  <a:cubicBezTo>
                    <a:pt x="4240" y="7860"/>
                    <a:pt x="4383" y="8050"/>
                    <a:pt x="4597" y="8050"/>
                  </a:cubicBezTo>
                  <a:lnTo>
                    <a:pt x="5788" y="8050"/>
                  </a:lnTo>
                  <a:lnTo>
                    <a:pt x="5788" y="9955"/>
                  </a:lnTo>
                  <a:lnTo>
                    <a:pt x="4597" y="9955"/>
                  </a:lnTo>
                  <a:cubicBezTo>
                    <a:pt x="4406" y="9955"/>
                    <a:pt x="4240" y="10098"/>
                    <a:pt x="4240" y="10312"/>
                  </a:cubicBezTo>
                  <a:lnTo>
                    <a:pt x="4240" y="11479"/>
                  </a:lnTo>
                  <a:cubicBezTo>
                    <a:pt x="4240" y="11646"/>
                    <a:pt x="4383" y="11837"/>
                    <a:pt x="4597" y="11837"/>
                  </a:cubicBezTo>
                  <a:lnTo>
                    <a:pt x="7264" y="11837"/>
                  </a:lnTo>
                  <a:cubicBezTo>
                    <a:pt x="7455" y="11837"/>
                    <a:pt x="7621" y="11670"/>
                    <a:pt x="7621" y="11479"/>
                  </a:cubicBezTo>
                  <a:lnTo>
                    <a:pt x="7621" y="10312"/>
                  </a:lnTo>
                  <a:cubicBezTo>
                    <a:pt x="7621" y="10122"/>
                    <a:pt x="7478" y="9955"/>
                    <a:pt x="7264" y="9955"/>
                  </a:cubicBezTo>
                  <a:lnTo>
                    <a:pt x="6097" y="9955"/>
                  </a:lnTo>
                  <a:lnTo>
                    <a:pt x="6097" y="8050"/>
                  </a:lnTo>
                  <a:lnTo>
                    <a:pt x="7264" y="8050"/>
                  </a:lnTo>
                  <a:cubicBezTo>
                    <a:pt x="7455" y="8050"/>
                    <a:pt x="7621" y="7907"/>
                    <a:pt x="7621" y="7693"/>
                  </a:cubicBezTo>
                  <a:lnTo>
                    <a:pt x="7621" y="6550"/>
                  </a:lnTo>
                  <a:cubicBezTo>
                    <a:pt x="7621" y="6383"/>
                    <a:pt x="7478" y="6193"/>
                    <a:pt x="7264" y="6193"/>
                  </a:cubicBezTo>
                  <a:lnTo>
                    <a:pt x="6097" y="6193"/>
                  </a:lnTo>
                  <a:lnTo>
                    <a:pt x="6097" y="4787"/>
                  </a:lnTo>
                  <a:lnTo>
                    <a:pt x="9860" y="4787"/>
                  </a:lnTo>
                  <a:cubicBezTo>
                    <a:pt x="9955" y="4787"/>
                    <a:pt x="10003" y="4859"/>
                    <a:pt x="10003" y="4954"/>
                  </a:cubicBezTo>
                  <a:lnTo>
                    <a:pt x="10003" y="6216"/>
                  </a:lnTo>
                  <a:lnTo>
                    <a:pt x="8836" y="6216"/>
                  </a:lnTo>
                  <a:cubicBezTo>
                    <a:pt x="8669" y="6216"/>
                    <a:pt x="8479" y="6383"/>
                    <a:pt x="8479" y="6574"/>
                  </a:cubicBezTo>
                  <a:lnTo>
                    <a:pt x="8479" y="7717"/>
                  </a:lnTo>
                  <a:cubicBezTo>
                    <a:pt x="8479" y="7883"/>
                    <a:pt x="8645" y="8074"/>
                    <a:pt x="8836" y="8074"/>
                  </a:cubicBezTo>
                  <a:lnTo>
                    <a:pt x="10003" y="8074"/>
                  </a:lnTo>
                  <a:lnTo>
                    <a:pt x="10003" y="9979"/>
                  </a:lnTo>
                  <a:lnTo>
                    <a:pt x="8836" y="9979"/>
                  </a:lnTo>
                  <a:cubicBezTo>
                    <a:pt x="8669" y="9979"/>
                    <a:pt x="8479" y="10122"/>
                    <a:pt x="8479" y="10336"/>
                  </a:cubicBezTo>
                  <a:lnTo>
                    <a:pt x="8479" y="11503"/>
                  </a:lnTo>
                  <a:cubicBezTo>
                    <a:pt x="8479" y="11670"/>
                    <a:pt x="8645" y="11860"/>
                    <a:pt x="8836" y="11860"/>
                  </a:cubicBezTo>
                  <a:lnTo>
                    <a:pt x="11527" y="11860"/>
                  </a:lnTo>
                  <a:cubicBezTo>
                    <a:pt x="11694" y="11860"/>
                    <a:pt x="11884" y="11717"/>
                    <a:pt x="11884" y="11503"/>
                  </a:cubicBezTo>
                  <a:lnTo>
                    <a:pt x="11884" y="10336"/>
                  </a:lnTo>
                  <a:cubicBezTo>
                    <a:pt x="11884" y="10146"/>
                    <a:pt x="11741" y="9979"/>
                    <a:pt x="11527" y="9979"/>
                  </a:cubicBezTo>
                  <a:lnTo>
                    <a:pt x="10336" y="9979"/>
                  </a:lnTo>
                  <a:lnTo>
                    <a:pt x="10336" y="8074"/>
                  </a:lnTo>
                  <a:lnTo>
                    <a:pt x="11503" y="8074"/>
                  </a:lnTo>
                  <a:cubicBezTo>
                    <a:pt x="11670" y="8074"/>
                    <a:pt x="11860" y="7931"/>
                    <a:pt x="11860" y="7717"/>
                  </a:cubicBezTo>
                  <a:lnTo>
                    <a:pt x="11860" y="6574"/>
                  </a:lnTo>
                  <a:cubicBezTo>
                    <a:pt x="11860" y="6407"/>
                    <a:pt x="11717" y="6216"/>
                    <a:pt x="11503" y="6216"/>
                  </a:cubicBezTo>
                  <a:lnTo>
                    <a:pt x="10336" y="6216"/>
                  </a:lnTo>
                  <a:lnTo>
                    <a:pt x="10336" y="4954"/>
                  </a:lnTo>
                  <a:cubicBezTo>
                    <a:pt x="10336" y="4692"/>
                    <a:pt x="10122" y="4478"/>
                    <a:pt x="9860" y="4478"/>
                  </a:cubicBezTo>
                  <a:lnTo>
                    <a:pt x="6121" y="4478"/>
                  </a:lnTo>
                  <a:lnTo>
                    <a:pt x="6121" y="2930"/>
                  </a:lnTo>
                  <a:lnTo>
                    <a:pt x="8502" y="2930"/>
                  </a:lnTo>
                  <a:cubicBezTo>
                    <a:pt x="8669" y="2930"/>
                    <a:pt x="8860" y="2763"/>
                    <a:pt x="8860" y="2573"/>
                  </a:cubicBezTo>
                  <a:lnTo>
                    <a:pt x="8860" y="191"/>
                  </a:lnTo>
                  <a:cubicBezTo>
                    <a:pt x="8860" y="96"/>
                    <a:pt x="8764" y="1"/>
                    <a:pt x="8669" y="1"/>
                  </a:cubicBezTo>
                  <a:lnTo>
                    <a:pt x="7359" y="1"/>
                  </a:lnTo>
                  <a:cubicBezTo>
                    <a:pt x="7336" y="1"/>
                    <a:pt x="7312" y="1"/>
                    <a:pt x="7312" y="25"/>
                  </a:cubicBezTo>
                  <a:cubicBezTo>
                    <a:pt x="7193" y="191"/>
                    <a:pt x="7264" y="358"/>
                    <a:pt x="7431" y="358"/>
                  </a:cubicBezTo>
                  <a:lnTo>
                    <a:pt x="8526" y="358"/>
                  </a:lnTo>
                  <a:lnTo>
                    <a:pt x="8526" y="2597"/>
                  </a:lnTo>
                  <a:lnTo>
                    <a:pt x="3382" y="2597"/>
                  </a:lnTo>
                  <a:lnTo>
                    <a:pt x="3382" y="358"/>
                  </a:lnTo>
                  <a:lnTo>
                    <a:pt x="6621" y="358"/>
                  </a:lnTo>
                  <a:cubicBezTo>
                    <a:pt x="6716" y="358"/>
                    <a:pt x="6788" y="263"/>
                    <a:pt x="6788" y="191"/>
                  </a:cubicBezTo>
                  <a:cubicBezTo>
                    <a:pt x="6788" y="96"/>
                    <a:pt x="6716" y="1"/>
                    <a:pt x="66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4" name="Google Shape;19404;p89"/>
          <p:cNvGrpSpPr/>
          <p:nvPr/>
        </p:nvGrpSpPr>
        <p:grpSpPr>
          <a:xfrm>
            <a:off x="7736880" y="2448366"/>
            <a:ext cx="355039" cy="353608"/>
            <a:chOff x="7393967" y="2448366"/>
            <a:chExt cx="355039" cy="353608"/>
          </a:xfrm>
        </p:grpSpPr>
        <p:sp>
          <p:nvSpPr>
            <p:cNvPr id="19405" name="Google Shape;19405;p89"/>
            <p:cNvSpPr/>
            <p:nvPr/>
          </p:nvSpPr>
          <p:spPr>
            <a:xfrm>
              <a:off x="7399662" y="2454031"/>
              <a:ext cx="160494" cy="160494"/>
            </a:xfrm>
            <a:custGeom>
              <a:rect b="b" l="l" r="r" t="t"/>
              <a:pathLst>
                <a:path extrusionOk="0" h="5383" w="5383">
                  <a:moveTo>
                    <a:pt x="5335" y="1"/>
                  </a:moveTo>
                  <a:cubicBezTo>
                    <a:pt x="2406" y="25"/>
                    <a:pt x="24" y="2406"/>
                    <a:pt x="0" y="5335"/>
                  </a:cubicBezTo>
                  <a:cubicBezTo>
                    <a:pt x="0" y="5359"/>
                    <a:pt x="24" y="5383"/>
                    <a:pt x="48" y="5383"/>
                  </a:cubicBezTo>
                  <a:lnTo>
                    <a:pt x="5382" y="5383"/>
                  </a:lnTo>
                  <a:lnTo>
                    <a:pt x="5382" y="49"/>
                  </a:lnTo>
                  <a:cubicBezTo>
                    <a:pt x="5382" y="25"/>
                    <a:pt x="5359" y="1"/>
                    <a:pt x="5335"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89"/>
            <p:cNvSpPr/>
            <p:nvPr/>
          </p:nvSpPr>
          <p:spPr>
            <a:xfrm>
              <a:off x="7399662" y="2635815"/>
              <a:ext cx="274089" cy="160494"/>
            </a:xfrm>
            <a:custGeom>
              <a:rect b="b" l="l" r="r" t="t"/>
              <a:pathLst>
                <a:path extrusionOk="0" h="5383" w="9193">
                  <a:moveTo>
                    <a:pt x="48" y="0"/>
                  </a:moveTo>
                  <a:cubicBezTo>
                    <a:pt x="24" y="0"/>
                    <a:pt x="0" y="24"/>
                    <a:pt x="0" y="72"/>
                  </a:cubicBezTo>
                  <a:cubicBezTo>
                    <a:pt x="24" y="3001"/>
                    <a:pt x="2429" y="5382"/>
                    <a:pt x="5382" y="5382"/>
                  </a:cubicBezTo>
                  <a:cubicBezTo>
                    <a:pt x="6883" y="5382"/>
                    <a:pt x="8192" y="4787"/>
                    <a:pt x="9169" y="3835"/>
                  </a:cubicBezTo>
                  <a:cubicBezTo>
                    <a:pt x="9193" y="3811"/>
                    <a:pt x="9193" y="3787"/>
                    <a:pt x="9169" y="3763"/>
                  </a:cubicBezTo>
                  <a:lnTo>
                    <a:pt x="5716"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89"/>
            <p:cNvSpPr/>
            <p:nvPr/>
          </p:nvSpPr>
          <p:spPr>
            <a:xfrm>
              <a:off x="7423097" y="2721713"/>
              <a:ext cx="250655" cy="76028"/>
            </a:xfrm>
            <a:custGeom>
              <a:rect b="b" l="l" r="r" t="t"/>
              <a:pathLst>
                <a:path extrusionOk="0" h="2550" w="8407">
                  <a:moveTo>
                    <a:pt x="0" y="1"/>
                  </a:moveTo>
                  <a:cubicBezTo>
                    <a:pt x="953" y="1525"/>
                    <a:pt x="2667" y="2549"/>
                    <a:pt x="4596" y="2549"/>
                  </a:cubicBezTo>
                  <a:cubicBezTo>
                    <a:pt x="6097" y="2549"/>
                    <a:pt x="7406" y="1954"/>
                    <a:pt x="8383" y="1001"/>
                  </a:cubicBezTo>
                  <a:cubicBezTo>
                    <a:pt x="8407" y="954"/>
                    <a:pt x="8407" y="906"/>
                    <a:pt x="8383" y="906"/>
                  </a:cubicBezTo>
                  <a:lnTo>
                    <a:pt x="8073" y="573"/>
                  </a:lnTo>
                  <a:cubicBezTo>
                    <a:pt x="7097" y="1525"/>
                    <a:pt x="5763" y="2120"/>
                    <a:pt x="4311" y="2120"/>
                  </a:cubicBezTo>
                  <a:cubicBezTo>
                    <a:pt x="2548" y="2120"/>
                    <a:pt x="1000" y="1287"/>
                    <a:pt x="0"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89"/>
            <p:cNvSpPr/>
            <p:nvPr/>
          </p:nvSpPr>
          <p:spPr>
            <a:xfrm>
              <a:off x="7581416" y="2454031"/>
              <a:ext cx="160494" cy="278204"/>
            </a:xfrm>
            <a:custGeom>
              <a:rect b="b" l="l" r="r" t="t"/>
              <a:pathLst>
                <a:path extrusionOk="0" h="9331" w="5383">
                  <a:moveTo>
                    <a:pt x="72" y="1"/>
                  </a:moveTo>
                  <a:cubicBezTo>
                    <a:pt x="25" y="1"/>
                    <a:pt x="1" y="25"/>
                    <a:pt x="1" y="49"/>
                  </a:cubicBezTo>
                  <a:lnTo>
                    <a:pt x="1" y="5383"/>
                  </a:lnTo>
                  <a:lnTo>
                    <a:pt x="3597" y="9312"/>
                  </a:lnTo>
                  <a:cubicBezTo>
                    <a:pt x="3621" y="9324"/>
                    <a:pt x="3638" y="9330"/>
                    <a:pt x="3653" y="9330"/>
                  </a:cubicBezTo>
                  <a:cubicBezTo>
                    <a:pt x="3668" y="9330"/>
                    <a:pt x="3680" y="9324"/>
                    <a:pt x="3692" y="9312"/>
                  </a:cubicBezTo>
                  <a:cubicBezTo>
                    <a:pt x="4645" y="8336"/>
                    <a:pt x="5383" y="6836"/>
                    <a:pt x="5383" y="5383"/>
                  </a:cubicBezTo>
                  <a:cubicBezTo>
                    <a:pt x="5383" y="2430"/>
                    <a:pt x="3001" y="25"/>
                    <a:pt x="72"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89"/>
            <p:cNvSpPr/>
            <p:nvPr/>
          </p:nvSpPr>
          <p:spPr>
            <a:xfrm>
              <a:off x="7655269" y="2471085"/>
              <a:ext cx="88074" cy="261150"/>
            </a:xfrm>
            <a:custGeom>
              <a:rect b="b" l="l" r="r" t="t"/>
              <a:pathLst>
                <a:path extrusionOk="0" h="8759" w="2954">
                  <a:moveTo>
                    <a:pt x="0" y="0"/>
                  </a:moveTo>
                  <a:lnTo>
                    <a:pt x="0" y="0"/>
                  </a:lnTo>
                  <a:cubicBezTo>
                    <a:pt x="1501" y="953"/>
                    <a:pt x="2525" y="2644"/>
                    <a:pt x="2525" y="4573"/>
                  </a:cubicBezTo>
                  <a:cubicBezTo>
                    <a:pt x="2525" y="6002"/>
                    <a:pt x="1810" y="7454"/>
                    <a:pt x="882" y="8455"/>
                  </a:cubicBezTo>
                  <a:lnTo>
                    <a:pt x="1167" y="8740"/>
                  </a:lnTo>
                  <a:cubicBezTo>
                    <a:pt x="1179" y="8752"/>
                    <a:pt x="1191" y="8758"/>
                    <a:pt x="1203" y="8758"/>
                  </a:cubicBezTo>
                  <a:cubicBezTo>
                    <a:pt x="1215" y="8758"/>
                    <a:pt x="1227" y="8752"/>
                    <a:pt x="1239" y="8740"/>
                  </a:cubicBezTo>
                  <a:cubicBezTo>
                    <a:pt x="2191" y="7764"/>
                    <a:pt x="2953" y="6264"/>
                    <a:pt x="2953" y="4811"/>
                  </a:cubicBezTo>
                  <a:cubicBezTo>
                    <a:pt x="2953" y="2692"/>
                    <a:pt x="1715" y="882"/>
                    <a:pt x="0"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89"/>
            <p:cNvSpPr/>
            <p:nvPr/>
          </p:nvSpPr>
          <p:spPr>
            <a:xfrm>
              <a:off x="7393967" y="2448366"/>
              <a:ext cx="171854" cy="171854"/>
            </a:xfrm>
            <a:custGeom>
              <a:rect b="b" l="l" r="r" t="t"/>
              <a:pathLst>
                <a:path extrusionOk="0" h="5764" w="5764">
                  <a:moveTo>
                    <a:pt x="5526" y="0"/>
                  </a:moveTo>
                  <a:cubicBezTo>
                    <a:pt x="4525" y="0"/>
                    <a:pt x="3573" y="310"/>
                    <a:pt x="2716" y="810"/>
                  </a:cubicBezTo>
                  <a:cubicBezTo>
                    <a:pt x="1906" y="1286"/>
                    <a:pt x="1239" y="2001"/>
                    <a:pt x="763" y="2834"/>
                  </a:cubicBezTo>
                  <a:cubicBezTo>
                    <a:pt x="691" y="2930"/>
                    <a:pt x="715" y="3025"/>
                    <a:pt x="810" y="3072"/>
                  </a:cubicBezTo>
                  <a:cubicBezTo>
                    <a:pt x="844" y="3097"/>
                    <a:pt x="877" y="3108"/>
                    <a:pt x="908" y="3108"/>
                  </a:cubicBezTo>
                  <a:cubicBezTo>
                    <a:pt x="966" y="3108"/>
                    <a:pt x="1018" y="3071"/>
                    <a:pt x="1049" y="3025"/>
                  </a:cubicBezTo>
                  <a:cubicBezTo>
                    <a:pt x="1501" y="2239"/>
                    <a:pt x="2120" y="1596"/>
                    <a:pt x="2906" y="1144"/>
                  </a:cubicBezTo>
                  <a:cubicBezTo>
                    <a:pt x="3644" y="691"/>
                    <a:pt x="4525" y="429"/>
                    <a:pt x="5407" y="405"/>
                  </a:cubicBezTo>
                  <a:lnTo>
                    <a:pt x="5407" y="5430"/>
                  </a:lnTo>
                  <a:lnTo>
                    <a:pt x="358" y="5430"/>
                  </a:lnTo>
                  <a:cubicBezTo>
                    <a:pt x="406" y="4835"/>
                    <a:pt x="525" y="4263"/>
                    <a:pt x="715" y="3739"/>
                  </a:cubicBezTo>
                  <a:cubicBezTo>
                    <a:pt x="763" y="3644"/>
                    <a:pt x="715" y="3549"/>
                    <a:pt x="644" y="3501"/>
                  </a:cubicBezTo>
                  <a:cubicBezTo>
                    <a:pt x="617" y="3488"/>
                    <a:pt x="591" y="3482"/>
                    <a:pt x="565" y="3482"/>
                  </a:cubicBezTo>
                  <a:cubicBezTo>
                    <a:pt x="499" y="3482"/>
                    <a:pt x="440" y="3521"/>
                    <a:pt x="406" y="3573"/>
                  </a:cubicBezTo>
                  <a:cubicBezTo>
                    <a:pt x="167" y="4216"/>
                    <a:pt x="48" y="4859"/>
                    <a:pt x="1" y="5525"/>
                  </a:cubicBezTo>
                  <a:cubicBezTo>
                    <a:pt x="1" y="5573"/>
                    <a:pt x="48" y="5644"/>
                    <a:pt x="72" y="5668"/>
                  </a:cubicBezTo>
                  <a:cubicBezTo>
                    <a:pt x="96" y="5716"/>
                    <a:pt x="191" y="5764"/>
                    <a:pt x="239" y="5764"/>
                  </a:cubicBezTo>
                  <a:lnTo>
                    <a:pt x="5573" y="5764"/>
                  </a:lnTo>
                  <a:cubicBezTo>
                    <a:pt x="5669" y="5764"/>
                    <a:pt x="5764" y="5668"/>
                    <a:pt x="5764" y="5573"/>
                  </a:cubicBezTo>
                  <a:lnTo>
                    <a:pt x="5764" y="239"/>
                  </a:lnTo>
                  <a:cubicBezTo>
                    <a:pt x="5764" y="191"/>
                    <a:pt x="5716" y="120"/>
                    <a:pt x="5692" y="96"/>
                  </a:cubicBezTo>
                  <a:cubicBezTo>
                    <a:pt x="5645" y="48"/>
                    <a:pt x="5573" y="0"/>
                    <a:pt x="55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89"/>
            <p:cNvSpPr/>
            <p:nvPr/>
          </p:nvSpPr>
          <p:spPr>
            <a:xfrm>
              <a:off x="7393967" y="2630120"/>
              <a:ext cx="285479" cy="171854"/>
            </a:xfrm>
            <a:custGeom>
              <a:rect b="b" l="l" r="r" t="t"/>
              <a:pathLst>
                <a:path extrusionOk="0" h="5764" w="9575">
                  <a:moveTo>
                    <a:pt x="5811" y="382"/>
                  </a:moveTo>
                  <a:lnTo>
                    <a:pt x="9145" y="4002"/>
                  </a:lnTo>
                  <a:cubicBezTo>
                    <a:pt x="8193" y="4930"/>
                    <a:pt x="6907" y="5431"/>
                    <a:pt x="5573" y="5431"/>
                  </a:cubicBezTo>
                  <a:cubicBezTo>
                    <a:pt x="4168" y="5431"/>
                    <a:pt x="2906" y="4907"/>
                    <a:pt x="1906" y="3906"/>
                  </a:cubicBezTo>
                  <a:cubicBezTo>
                    <a:pt x="953" y="2954"/>
                    <a:pt x="406" y="1716"/>
                    <a:pt x="358" y="382"/>
                  </a:cubicBezTo>
                  <a:close/>
                  <a:moveTo>
                    <a:pt x="286" y="1"/>
                  </a:moveTo>
                  <a:cubicBezTo>
                    <a:pt x="215" y="1"/>
                    <a:pt x="191" y="1"/>
                    <a:pt x="120" y="49"/>
                  </a:cubicBezTo>
                  <a:cubicBezTo>
                    <a:pt x="72" y="96"/>
                    <a:pt x="1" y="168"/>
                    <a:pt x="1" y="263"/>
                  </a:cubicBezTo>
                  <a:cubicBezTo>
                    <a:pt x="25" y="1739"/>
                    <a:pt x="596" y="3121"/>
                    <a:pt x="1668" y="4145"/>
                  </a:cubicBezTo>
                  <a:cubicBezTo>
                    <a:pt x="2716" y="5192"/>
                    <a:pt x="4121" y="5764"/>
                    <a:pt x="5597" y="5764"/>
                  </a:cubicBezTo>
                  <a:cubicBezTo>
                    <a:pt x="7074" y="5764"/>
                    <a:pt x="8455" y="5192"/>
                    <a:pt x="9503" y="4192"/>
                  </a:cubicBezTo>
                  <a:cubicBezTo>
                    <a:pt x="9574" y="4097"/>
                    <a:pt x="9574" y="3954"/>
                    <a:pt x="9479" y="3859"/>
                  </a:cubicBezTo>
                  <a:lnTo>
                    <a:pt x="6026" y="72"/>
                  </a:lnTo>
                  <a:cubicBezTo>
                    <a:pt x="6002" y="49"/>
                    <a:pt x="5931" y="1"/>
                    <a:pt x="5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89"/>
            <p:cNvSpPr/>
            <p:nvPr/>
          </p:nvSpPr>
          <p:spPr>
            <a:xfrm>
              <a:off x="7576467" y="2448366"/>
              <a:ext cx="172539" cy="289712"/>
            </a:xfrm>
            <a:custGeom>
              <a:rect b="b" l="l" r="r" t="t"/>
              <a:pathLst>
                <a:path extrusionOk="0" h="9717" w="5787">
                  <a:moveTo>
                    <a:pt x="238" y="0"/>
                  </a:moveTo>
                  <a:cubicBezTo>
                    <a:pt x="143" y="0"/>
                    <a:pt x="48" y="72"/>
                    <a:pt x="24" y="167"/>
                  </a:cubicBezTo>
                  <a:cubicBezTo>
                    <a:pt x="0" y="191"/>
                    <a:pt x="0" y="215"/>
                    <a:pt x="0" y="286"/>
                  </a:cubicBezTo>
                  <a:lnTo>
                    <a:pt x="0" y="5573"/>
                  </a:lnTo>
                  <a:cubicBezTo>
                    <a:pt x="0" y="5597"/>
                    <a:pt x="24" y="5668"/>
                    <a:pt x="48" y="5692"/>
                  </a:cubicBezTo>
                  <a:lnTo>
                    <a:pt x="1000" y="6740"/>
                  </a:lnTo>
                  <a:cubicBezTo>
                    <a:pt x="1039" y="6766"/>
                    <a:pt x="1093" y="6785"/>
                    <a:pt x="1141" y="6785"/>
                  </a:cubicBezTo>
                  <a:cubicBezTo>
                    <a:pt x="1181" y="6785"/>
                    <a:pt x="1217" y="6772"/>
                    <a:pt x="1238" y="6740"/>
                  </a:cubicBezTo>
                  <a:cubicBezTo>
                    <a:pt x="1310" y="6668"/>
                    <a:pt x="1334" y="6549"/>
                    <a:pt x="1238" y="6502"/>
                  </a:cubicBezTo>
                  <a:lnTo>
                    <a:pt x="357" y="5525"/>
                  </a:lnTo>
                  <a:lnTo>
                    <a:pt x="357" y="358"/>
                  </a:lnTo>
                  <a:cubicBezTo>
                    <a:pt x="1691" y="405"/>
                    <a:pt x="2929" y="953"/>
                    <a:pt x="3882" y="1906"/>
                  </a:cubicBezTo>
                  <a:cubicBezTo>
                    <a:pt x="4882" y="2906"/>
                    <a:pt x="5406" y="4216"/>
                    <a:pt x="5406" y="5573"/>
                  </a:cubicBezTo>
                  <a:cubicBezTo>
                    <a:pt x="5406" y="6859"/>
                    <a:pt x="4811" y="8264"/>
                    <a:pt x="3834" y="9288"/>
                  </a:cubicBezTo>
                  <a:lnTo>
                    <a:pt x="1810" y="7073"/>
                  </a:lnTo>
                  <a:cubicBezTo>
                    <a:pt x="1772" y="7035"/>
                    <a:pt x="1720" y="7010"/>
                    <a:pt x="1673" y="7010"/>
                  </a:cubicBezTo>
                  <a:cubicBezTo>
                    <a:pt x="1632" y="7010"/>
                    <a:pt x="1594" y="7029"/>
                    <a:pt x="1572" y="7073"/>
                  </a:cubicBezTo>
                  <a:cubicBezTo>
                    <a:pt x="1500" y="7121"/>
                    <a:pt x="1477" y="7240"/>
                    <a:pt x="1572" y="7311"/>
                  </a:cubicBezTo>
                  <a:lnTo>
                    <a:pt x="3691" y="9621"/>
                  </a:lnTo>
                  <a:cubicBezTo>
                    <a:pt x="3739" y="9693"/>
                    <a:pt x="3810" y="9717"/>
                    <a:pt x="3858" y="9717"/>
                  </a:cubicBezTo>
                  <a:cubicBezTo>
                    <a:pt x="3929" y="9717"/>
                    <a:pt x="3977" y="9669"/>
                    <a:pt x="4049" y="9645"/>
                  </a:cubicBezTo>
                  <a:cubicBezTo>
                    <a:pt x="5120" y="8550"/>
                    <a:pt x="5787" y="7002"/>
                    <a:pt x="5787" y="5597"/>
                  </a:cubicBezTo>
                  <a:cubicBezTo>
                    <a:pt x="5739" y="4120"/>
                    <a:pt x="5168" y="2715"/>
                    <a:pt x="4120" y="1667"/>
                  </a:cubicBezTo>
                  <a:cubicBezTo>
                    <a:pt x="3096" y="643"/>
                    <a:pt x="1715" y="48"/>
                    <a:pt x="2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3" name="Google Shape;19413;p89"/>
          <p:cNvGrpSpPr/>
          <p:nvPr/>
        </p:nvGrpSpPr>
        <p:grpSpPr>
          <a:xfrm>
            <a:off x="6997982" y="2448366"/>
            <a:ext cx="354353" cy="352922"/>
            <a:chOff x="6731270" y="2448366"/>
            <a:chExt cx="354353" cy="352922"/>
          </a:xfrm>
        </p:grpSpPr>
        <p:sp>
          <p:nvSpPr>
            <p:cNvPr id="19414" name="Google Shape;19414;p89"/>
            <p:cNvSpPr/>
            <p:nvPr/>
          </p:nvSpPr>
          <p:spPr>
            <a:xfrm>
              <a:off x="6876142" y="2592493"/>
              <a:ext cx="203786" cy="205246"/>
            </a:xfrm>
            <a:custGeom>
              <a:rect b="b" l="l" r="r" t="t"/>
              <a:pathLst>
                <a:path extrusionOk="0" h="6884" w="6835">
                  <a:moveTo>
                    <a:pt x="3096" y="1"/>
                  </a:moveTo>
                  <a:cubicBezTo>
                    <a:pt x="3001" y="1"/>
                    <a:pt x="2905" y="96"/>
                    <a:pt x="2905" y="167"/>
                  </a:cubicBezTo>
                  <a:lnTo>
                    <a:pt x="2905" y="596"/>
                  </a:lnTo>
                  <a:cubicBezTo>
                    <a:pt x="2905" y="691"/>
                    <a:pt x="2858" y="739"/>
                    <a:pt x="2786" y="739"/>
                  </a:cubicBezTo>
                  <a:cubicBezTo>
                    <a:pt x="2501" y="810"/>
                    <a:pt x="2239" y="930"/>
                    <a:pt x="1953" y="1072"/>
                  </a:cubicBezTo>
                  <a:cubicBezTo>
                    <a:pt x="1933" y="1082"/>
                    <a:pt x="1905" y="1088"/>
                    <a:pt x="1876" y="1088"/>
                  </a:cubicBezTo>
                  <a:cubicBezTo>
                    <a:pt x="1835" y="1088"/>
                    <a:pt x="1790" y="1076"/>
                    <a:pt x="1762" y="1049"/>
                  </a:cubicBezTo>
                  <a:lnTo>
                    <a:pt x="1453" y="739"/>
                  </a:lnTo>
                  <a:cubicBezTo>
                    <a:pt x="1429" y="715"/>
                    <a:pt x="1387" y="703"/>
                    <a:pt x="1343" y="703"/>
                  </a:cubicBezTo>
                  <a:cubicBezTo>
                    <a:pt x="1298" y="703"/>
                    <a:pt x="1250" y="715"/>
                    <a:pt x="1215" y="739"/>
                  </a:cubicBezTo>
                  <a:lnTo>
                    <a:pt x="738" y="1215"/>
                  </a:lnTo>
                  <a:cubicBezTo>
                    <a:pt x="691" y="1287"/>
                    <a:pt x="691" y="1406"/>
                    <a:pt x="738" y="1453"/>
                  </a:cubicBezTo>
                  <a:lnTo>
                    <a:pt x="1048" y="1763"/>
                  </a:lnTo>
                  <a:cubicBezTo>
                    <a:pt x="1096" y="1811"/>
                    <a:pt x="1096" y="1906"/>
                    <a:pt x="1072" y="1954"/>
                  </a:cubicBezTo>
                  <a:cubicBezTo>
                    <a:pt x="929" y="2192"/>
                    <a:pt x="810" y="2501"/>
                    <a:pt x="738" y="2787"/>
                  </a:cubicBezTo>
                  <a:cubicBezTo>
                    <a:pt x="715" y="2882"/>
                    <a:pt x="643" y="2906"/>
                    <a:pt x="595" y="2906"/>
                  </a:cubicBezTo>
                  <a:lnTo>
                    <a:pt x="167" y="2906"/>
                  </a:lnTo>
                  <a:cubicBezTo>
                    <a:pt x="95" y="2906"/>
                    <a:pt x="0" y="3001"/>
                    <a:pt x="0" y="3097"/>
                  </a:cubicBezTo>
                  <a:lnTo>
                    <a:pt x="0" y="3787"/>
                  </a:lnTo>
                  <a:cubicBezTo>
                    <a:pt x="0" y="3859"/>
                    <a:pt x="95" y="3954"/>
                    <a:pt x="167" y="3954"/>
                  </a:cubicBezTo>
                  <a:lnTo>
                    <a:pt x="595" y="3954"/>
                  </a:lnTo>
                  <a:cubicBezTo>
                    <a:pt x="691" y="3954"/>
                    <a:pt x="738" y="4025"/>
                    <a:pt x="738" y="4073"/>
                  </a:cubicBezTo>
                  <a:cubicBezTo>
                    <a:pt x="810" y="4383"/>
                    <a:pt x="929" y="4645"/>
                    <a:pt x="1072" y="4907"/>
                  </a:cubicBezTo>
                  <a:cubicBezTo>
                    <a:pt x="1096" y="4978"/>
                    <a:pt x="1096" y="5049"/>
                    <a:pt x="1048" y="5121"/>
                  </a:cubicBezTo>
                  <a:lnTo>
                    <a:pt x="738" y="5407"/>
                  </a:lnTo>
                  <a:cubicBezTo>
                    <a:pt x="691" y="5478"/>
                    <a:pt x="691" y="5597"/>
                    <a:pt x="738" y="5645"/>
                  </a:cubicBezTo>
                  <a:lnTo>
                    <a:pt x="1215" y="6121"/>
                  </a:lnTo>
                  <a:cubicBezTo>
                    <a:pt x="1250" y="6157"/>
                    <a:pt x="1298" y="6175"/>
                    <a:pt x="1343" y="6175"/>
                  </a:cubicBezTo>
                  <a:cubicBezTo>
                    <a:pt x="1387" y="6175"/>
                    <a:pt x="1429" y="6157"/>
                    <a:pt x="1453" y="6121"/>
                  </a:cubicBezTo>
                  <a:lnTo>
                    <a:pt x="1762" y="5835"/>
                  </a:lnTo>
                  <a:cubicBezTo>
                    <a:pt x="1793" y="5790"/>
                    <a:pt x="1842" y="5773"/>
                    <a:pt x="1886" y="5773"/>
                  </a:cubicBezTo>
                  <a:cubicBezTo>
                    <a:pt x="1912" y="5773"/>
                    <a:pt x="1935" y="5779"/>
                    <a:pt x="1953" y="5788"/>
                  </a:cubicBezTo>
                  <a:cubicBezTo>
                    <a:pt x="2191" y="5954"/>
                    <a:pt x="2501" y="6073"/>
                    <a:pt x="2786" y="6121"/>
                  </a:cubicBezTo>
                  <a:cubicBezTo>
                    <a:pt x="2882" y="6169"/>
                    <a:pt x="2905" y="6216"/>
                    <a:pt x="2905" y="6288"/>
                  </a:cubicBezTo>
                  <a:lnTo>
                    <a:pt x="2905" y="6693"/>
                  </a:lnTo>
                  <a:cubicBezTo>
                    <a:pt x="2905" y="6788"/>
                    <a:pt x="3001" y="6883"/>
                    <a:pt x="3096" y="6883"/>
                  </a:cubicBezTo>
                  <a:lnTo>
                    <a:pt x="3739" y="6883"/>
                  </a:lnTo>
                  <a:cubicBezTo>
                    <a:pt x="3834" y="6883"/>
                    <a:pt x="3929" y="6788"/>
                    <a:pt x="3929" y="6693"/>
                  </a:cubicBezTo>
                  <a:lnTo>
                    <a:pt x="3929" y="6288"/>
                  </a:lnTo>
                  <a:cubicBezTo>
                    <a:pt x="3929" y="6192"/>
                    <a:pt x="3977" y="6121"/>
                    <a:pt x="4049" y="6121"/>
                  </a:cubicBezTo>
                  <a:cubicBezTo>
                    <a:pt x="4334" y="6073"/>
                    <a:pt x="4620" y="5954"/>
                    <a:pt x="4882" y="5788"/>
                  </a:cubicBezTo>
                  <a:cubicBezTo>
                    <a:pt x="4900" y="5779"/>
                    <a:pt x="4923" y="5773"/>
                    <a:pt x="4950" y="5773"/>
                  </a:cubicBezTo>
                  <a:cubicBezTo>
                    <a:pt x="4996" y="5773"/>
                    <a:pt x="5051" y="5790"/>
                    <a:pt x="5096" y="5835"/>
                  </a:cubicBezTo>
                  <a:lnTo>
                    <a:pt x="5382" y="6121"/>
                  </a:lnTo>
                  <a:cubicBezTo>
                    <a:pt x="5418" y="6157"/>
                    <a:pt x="5466" y="6175"/>
                    <a:pt x="5510" y="6175"/>
                  </a:cubicBezTo>
                  <a:cubicBezTo>
                    <a:pt x="5555" y="6175"/>
                    <a:pt x="5597" y="6157"/>
                    <a:pt x="5620" y="6121"/>
                  </a:cubicBezTo>
                  <a:lnTo>
                    <a:pt x="6097" y="5645"/>
                  </a:lnTo>
                  <a:cubicBezTo>
                    <a:pt x="6168" y="5597"/>
                    <a:pt x="6168" y="5478"/>
                    <a:pt x="6097" y="5407"/>
                  </a:cubicBezTo>
                  <a:lnTo>
                    <a:pt x="5811" y="5121"/>
                  </a:lnTo>
                  <a:cubicBezTo>
                    <a:pt x="5739" y="5049"/>
                    <a:pt x="5739" y="4978"/>
                    <a:pt x="5763" y="4907"/>
                  </a:cubicBezTo>
                  <a:cubicBezTo>
                    <a:pt x="5930" y="4668"/>
                    <a:pt x="6049" y="4383"/>
                    <a:pt x="6097" y="4073"/>
                  </a:cubicBezTo>
                  <a:cubicBezTo>
                    <a:pt x="6120" y="3978"/>
                    <a:pt x="6192" y="3954"/>
                    <a:pt x="6239" y="3954"/>
                  </a:cubicBezTo>
                  <a:lnTo>
                    <a:pt x="6668" y="3954"/>
                  </a:lnTo>
                  <a:cubicBezTo>
                    <a:pt x="6763" y="3930"/>
                    <a:pt x="6835" y="3859"/>
                    <a:pt x="6835" y="3787"/>
                  </a:cubicBezTo>
                  <a:lnTo>
                    <a:pt x="6835" y="3097"/>
                  </a:lnTo>
                  <a:cubicBezTo>
                    <a:pt x="6835" y="3001"/>
                    <a:pt x="6763" y="2906"/>
                    <a:pt x="6668" y="2906"/>
                  </a:cubicBezTo>
                  <a:lnTo>
                    <a:pt x="6239" y="2906"/>
                  </a:lnTo>
                  <a:cubicBezTo>
                    <a:pt x="6168" y="2906"/>
                    <a:pt x="6097" y="2858"/>
                    <a:pt x="6097" y="2787"/>
                  </a:cubicBezTo>
                  <a:cubicBezTo>
                    <a:pt x="6049" y="2501"/>
                    <a:pt x="5930" y="2239"/>
                    <a:pt x="5763" y="1954"/>
                  </a:cubicBezTo>
                  <a:cubicBezTo>
                    <a:pt x="5739" y="1906"/>
                    <a:pt x="5739" y="1811"/>
                    <a:pt x="5811" y="1763"/>
                  </a:cubicBezTo>
                  <a:lnTo>
                    <a:pt x="6097" y="1453"/>
                  </a:lnTo>
                  <a:cubicBezTo>
                    <a:pt x="6168" y="1406"/>
                    <a:pt x="6168" y="1287"/>
                    <a:pt x="6097" y="1215"/>
                  </a:cubicBezTo>
                  <a:lnTo>
                    <a:pt x="5620" y="739"/>
                  </a:lnTo>
                  <a:cubicBezTo>
                    <a:pt x="5597" y="715"/>
                    <a:pt x="5555" y="703"/>
                    <a:pt x="5510" y="703"/>
                  </a:cubicBezTo>
                  <a:cubicBezTo>
                    <a:pt x="5466" y="703"/>
                    <a:pt x="5418" y="715"/>
                    <a:pt x="5382" y="739"/>
                  </a:cubicBezTo>
                  <a:lnTo>
                    <a:pt x="5096" y="1049"/>
                  </a:lnTo>
                  <a:cubicBezTo>
                    <a:pt x="5055" y="1076"/>
                    <a:pt x="5005" y="1088"/>
                    <a:pt x="4961" y="1088"/>
                  </a:cubicBezTo>
                  <a:cubicBezTo>
                    <a:pt x="4930" y="1088"/>
                    <a:pt x="4902" y="1082"/>
                    <a:pt x="4882" y="1072"/>
                  </a:cubicBezTo>
                  <a:cubicBezTo>
                    <a:pt x="4644" y="930"/>
                    <a:pt x="4334" y="810"/>
                    <a:pt x="4049" y="739"/>
                  </a:cubicBezTo>
                  <a:cubicBezTo>
                    <a:pt x="3953" y="715"/>
                    <a:pt x="3929" y="644"/>
                    <a:pt x="3929" y="596"/>
                  </a:cubicBezTo>
                  <a:lnTo>
                    <a:pt x="3929" y="167"/>
                  </a:lnTo>
                  <a:cubicBezTo>
                    <a:pt x="3929" y="96"/>
                    <a:pt x="3834" y="1"/>
                    <a:pt x="3739"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89"/>
            <p:cNvSpPr/>
            <p:nvPr/>
          </p:nvSpPr>
          <p:spPr>
            <a:xfrm>
              <a:off x="6973400" y="2764051"/>
              <a:ext cx="42635" cy="33691"/>
            </a:xfrm>
            <a:custGeom>
              <a:rect b="b" l="l" r="r" t="t"/>
              <a:pathLst>
                <a:path extrusionOk="0" h="1130" w="1430">
                  <a:moveTo>
                    <a:pt x="1230" y="0"/>
                  </a:moveTo>
                  <a:cubicBezTo>
                    <a:pt x="1196" y="0"/>
                    <a:pt x="1165" y="12"/>
                    <a:pt x="1144" y="34"/>
                  </a:cubicBezTo>
                  <a:cubicBezTo>
                    <a:pt x="882" y="200"/>
                    <a:pt x="596" y="319"/>
                    <a:pt x="310" y="367"/>
                  </a:cubicBezTo>
                  <a:cubicBezTo>
                    <a:pt x="239" y="367"/>
                    <a:pt x="191" y="438"/>
                    <a:pt x="191" y="534"/>
                  </a:cubicBezTo>
                  <a:lnTo>
                    <a:pt x="191" y="939"/>
                  </a:lnTo>
                  <a:cubicBezTo>
                    <a:pt x="191" y="1034"/>
                    <a:pt x="96" y="1129"/>
                    <a:pt x="1" y="1129"/>
                  </a:cubicBezTo>
                  <a:lnTo>
                    <a:pt x="477" y="1129"/>
                  </a:lnTo>
                  <a:cubicBezTo>
                    <a:pt x="572" y="1129"/>
                    <a:pt x="667" y="1034"/>
                    <a:pt x="667" y="939"/>
                  </a:cubicBezTo>
                  <a:lnTo>
                    <a:pt x="667" y="534"/>
                  </a:lnTo>
                  <a:cubicBezTo>
                    <a:pt x="667" y="462"/>
                    <a:pt x="691" y="415"/>
                    <a:pt x="787" y="367"/>
                  </a:cubicBezTo>
                  <a:cubicBezTo>
                    <a:pt x="1025" y="319"/>
                    <a:pt x="1239" y="248"/>
                    <a:pt x="1430" y="129"/>
                  </a:cubicBezTo>
                  <a:lnTo>
                    <a:pt x="1358" y="57"/>
                  </a:lnTo>
                  <a:cubicBezTo>
                    <a:pt x="1319" y="18"/>
                    <a:pt x="1272" y="0"/>
                    <a:pt x="123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89"/>
            <p:cNvSpPr/>
            <p:nvPr/>
          </p:nvSpPr>
          <p:spPr>
            <a:xfrm>
              <a:off x="6973400" y="2592493"/>
              <a:ext cx="42635" cy="32409"/>
            </a:xfrm>
            <a:custGeom>
              <a:rect b="b" l="l" r="r" t="t"/>
              <a:pathLst>
                <a:path extrusionOk="0" h="1087" w="1430">
                  <a:moveTo>
                    <a:pt x="1" y="1"/>
                  </a:moveTo>
                  <a:cubicBezTo>
                    <a:pt x="96" y="1"/>
                    <a:pt x="191" y="96"/>
                    <a:pt x="191" y="167"/>
                  </a:cubicBezTo>
                  <a:lnTo>
                    <a:pt x="191" y="596"/>
                  </a:lnTo>
                  <a:cubicBezTo>
                    <a:pt x="191" y="644"/>
                    <a:pt x="215" y="715"/>
                    <a:pt x="310" y="739"/>
                  </a:cubicBezTo>
                  <a:cubicBezTo>
                    <a:pt x="596" y="810"/>
                    <a:pt x="906" y="930"/>
                    <a:pt x="1144" y="1072"/>
                  </a:cubicBezTo>
                  <a:cubicBezTo>
                    <a:pt x="1161" y="1081"/>
                    <a:pt x="1185" y="1087"/>
                    <a:pt x="1212" y="1087"/>
                  </a:cubicBezTo>
                  <a:cubicBezTo>
                    <a:pt x="1258" y="1087"/>
                    <a:pt x="1313" y="1070"/>
                    <a:pt x="1358" y="1025"/>
                  </a:cubicBezTo>
                  <a:lnTo>
                    <a:pt x="1430" y="953"/>
                  </a:lnTo>
                  <a:cubicBezTo>
                    <a:pt x="1239" y="834"/>
                    <a:pt x="1025" y="763"/>
                    <a:pt x="787" y="715"/>
                  </a:cubicBezTo>
                  <a:cubicBezTo>
                    <a:pt x="715" y="715"/>
                    <a:pt x="667" y="620"/>
                    <a:pt x="667" y="596"/>
                  </a:cubicBezTo>
                  <a:lnTo>
                    <a:pt x="667" y="167"/>
                  </a:lnTo>
                  <a:cubicBezTo>
                    <a:pt x="667" y="72"/>
                    <a:pt x="572" y="1"/>
                    <a:pt x="47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89"/>
            <p:cNvSpPr/>
            <p:nvPr/>
          </p:nvSpPr>
          <p:spPr>
            <a:xfrm>
              <a:off x="7033060" y="2613453"/>
              <a:ext cx="46869" cy="163148"/>
            </a:xfrm>
            <a:custGeom>
              <a:rect b="b" l="l" r="r" t="t"/>
              <a:pathLst>
                <a:path extrusionOk="0" h="5472" w="1572">
                  <a:moveTo>
                    <a:pt x="247" y="0"/>
                  </a:moveTo>
                  <a:cubicBezTo>
                    <a:pt x="203" y="0"/>
                    <a:pt x="155" y="12"/>
                    <a:pt x="119" y="36"/>
                  </a:cubicBezTo>
                  <a:lnTo>
                    <a:pt x="0" y="155"/>
                  </a:lnTo>
                  <a:lnTo>
                    <a:pt x="357" y="512"/>
                  </a:lnTo>
                  <a:cubicBezTo>
                    <a:pt x="429" y="584"/>
                    <a:pt x="429" y="703"/>
                    <a:pt x="357" y="750"/>
                  </a:cubicBezTo>
                  <a:lnTo>
                    <a:pt x="72" y="1060"/>
                  </a:lnTo>
                  <a:cubicBezTo>
                    <a:pt x="0" y="1108"/>
                    <a:pt x="0" y="1203"/>
                    <a:pt x="24" y="1251"/>
                  </a:cubicBezTo>
                  <a:cubicBezTo>
                    <a:pt x="191" y="1536"/>
                    <a:pt x="310" y="1798"/>
                    <a:pt x="357" y="2084"/>
                  </a:cubicBezTo>
                  <a:cubicBezTo>
                    <a:pt x="357" y="2155"/>
                    <a:pt x="429" y="2203"/>
                    <a:pt x="500" y="2203"/>
                  </a:cubicBezTo>
                  <a:lnTo>
                    <a:pt x="929" y="2203"/>
                  </a:lnTo>
                  <a:cubicBezTo>
                    <a:pt x="1024" y="2203"/>
                    <a:pt x="1096" y="2298"/>
                    <a:pt x="1096" y="2394"/>
                  </a:cubicBezTo>
                  <a:lnTo>
                    <a:pt x="1096" y="3084"/>
                  </a:lnTo>
                  <a:cubicBezTo>
                    <a:pt x="1096" y="3156"/>
                    <a:pt x="1024" y="3251"/>
                    <a:pt x="929" y="3251"/>
                  </a:cubicBezTo>
                  <a:lnTo>
                    <a:pt x="500" y="3251"/>
                  </a:lnTo>
                  <a:cubicBezTo>
                    <a:pt x="453" y="3251"/>
                    <a:pt x="381" y="3275"/>
                    <a:pt x="357" y="3370"/>
                  </a:cubicBezTo>
                  <a:cubicBezTo>
                    <a:pt x="310" y="3680"/>
                    <a:pt x="191" y="3965"/>
                    <a:pt x="24" y="4204"/>
                  </a:cubicBezTo>
                  <a:cubicBezTo>
                    <a:pt x="0" y="4275"/>
                    <a:pt x="0" y="4346"/>
                    <a:pt x="72" y="4418"/>
                  </a:cubicBezTo>
                  <a:lnTo>
                    <a:pt x="357" y="4704"/>
                  </a:lnTo>
                  <a:cubicBezTo>
                    <a:pt x="429" y="4775"/>
                    <a:pt x="429" y="4894"/>
                    <a:pt x="357" y="4942"/>
                  </a:cubicBezTo>
                  <a:lnTo>
                    <a:pt x="0" y="5299"/>
                  </a:lnTo>
                  <a:lnTo>
                    <a:pt x="119" y="5418"/>
                  </a:lnTo>
                  <a:cubicBezTo>
                    <a:pt x="155" y="5454"/>
                    <a:pt x="203" y="5472"/>
                    <a:pt x="247" y="5472"/>
                  </a:cubicBezTo>
                  <a:cubicBezTo>
                    <a:pt x="292" y="5472"/>
                    <a:pt x="334" y="5454"/>
                    <a:pt x="357" y="5418"/>
                  </a:cubicBezTo>
                  <a:lnTo>
                    <a:pt x="834" y="4942"/>
                  </a:lnTo>
                  <a:cubicBezTo>
                    <a:pt x="905" y="4894"/>
                    <a:pt x="905" y="4775"/>
                    <a:pt x="834" y="4704"/>
                  </a:cubicBezTo>
                  <a:lnTo>
                    <a:pt x="548" y="4418"/>
                  </a:lnTo>
                  <a:cubicBezTo>
                    <a:pt x="476" y="4346"/>
                    <a:pt x="476" y="4275"/>
                    <a:pt x="500" y="4204"/>
                  </a:cubicBezTo>
                  <a:cubicBezTo>
                    <a:pt x="667" y="3942"/>
                    <a:pt x="786" y="3680"/>
                    <a:pt x="834" y="3370"/>
                  </a:cubicBezTo>
                  <a:cubicBezTo>
                    <a:pt x="834" y="3322"/>
                    <a:pt x="905" y="3251"/>
                    <a:pt x="976" y="3251"/>
                  </a:cubicBezTo>
                  <a:lnTo>
                    <a:pt x="1405" y="3251"/>
                  </a:lnTo>
                  <a:cubicBezTo>
                    <a:pt x="1500" y="3251"/>
                    <a:pt x="1572" y="3156"/>
                    <a:pt x="1572" y="3084"/>
                  </a:cubicBezTo>
                  <a:lnTo>
                    <a:pt x="1572" y="2394"/>
                  </a:lnTo>
                  <a:cubicBezTo>
                    <a:pt x="1572" y="2275"/>
                    <a:pt x="1500" y="2203"/>
                    <a:pt x="1405" y="2203"/>
                  </a:cubicBezTo>
                  <a:lnTo>
                    <a:pt x="976" y="2203"/>
                  </a:lnTo>
                  <a:cubicBezTo>
                    <a:pt x="929" y="2203"/>
                    <a:pt x="857" y="2179"/>
                    <a:pt x="834" y="2084"/>
                  </a:cubicBezTo>
                  <a:cubicBezTo>
                    <a:pt x="786" y="1798"/>
                    <a:pt x="667" y="1489"/>
                    <a:pt x="500" y="1251"/>
                  </a:cubicBezTo>
                  <a:cubicBezTo>
                    <a:pt x="476" y="1203"/>
                    <a:pt x="476" y="1108"/>
                    <a:pt x="548" y="1060"/>
                  </a:cubicBezTo>
                  <a:lnTo>
                    <a:pt x="834" y="750"/>
                  </a:lnTo>
                  <a:cubicBezTo>
                    <a:pt x="905" y="703"/>
                    <a:pt x="905" y="584"/>
                    <a:pt x="834" y="512"/>
                  </a:cubicBezTo>
                  <a:lnTo>
                    <a:pt x="357" y="36"/>
                  </a:lnTo>
                  <a:cubicBezTo>
                    <a:pt x="334" y="12"/>
                    <a:pt x="292" y="0"/>
                    <a:pt x="24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89"/>
            <p:cNvSpPr/>
            <p:nvPr/>
          </p:nvSpPr>
          <p:spPr>
            <a:xfrm>
              <a:off x="6734848" y="2454031"/>
              <a:ext cx="179665" cy="178979"/>
            </a:xfrm>
            <a:custGeom>
              <a:rect b="b" l="l" r="r" t="t"/>
              <a:pathLst>
                <a:path extrusionOk="0" h="6003" w="6026">
                  <a:moveTo>
                    <a:pt x="2715" y="1"/>
                  </a:moveTo>
                  <a:cubicBezTo>
                    <a:pt x="2620" y="1"/>
                    <a:pt x="2548" y="49"/>
                    <a:pt x="2548" y="144"/>
                  </a:cubicBezTo>
                  <a:lnTo>
                    <a:pt x="2548" y="501"/>
                  </a:lnTo>
                  <a:cubicBezTo>
                    <a:pt x="2548" y="572"/>
                    <a:pt x="2501" y="620"/>
                    <a:pt x="2429" y="644"/>
                  </a:cubicBezTo>
                  <a:cubicBezTo>
                    <a:pt x="2191" y="715"/>
                    <a:pt x="1953" y="811"/>
                    <a:pt x="1715" y="954"/>
                  </a:cubicBezTo>
                  <a:cubicBezTo>
                    <a:pt x="1695" y="963"/>
                    <a:pt x="1671" y="969"/>
                    <a:pt x="1647" y="969"/>
                  </a:cubicBezTo>
                  <a:cubicBezTo>
                    <a:pt x="1612" y="969"/>
                    <a:pt x="1576" y="958"/>
                    <a:pt x="1548" y="930"/>
                  </a:cubicBezTo>
                  <a:lnTo>
                    <a:pt x="1286" y="644"/>
                  </a:lnTo>
                  <a:cubicBezTo>
                    <a:pt x="1250" y="620"/>
                    <a:pt x="1209" y="608"/>
                    <a:pt x="1170" y="608"/>
                  </a:cubicBezTo>
                  <a:cubicBezTo>
                    <a:pt x="1131" y="608"/>
                    <a:pt x="1095" y="620"/>
                    <a:pt x="1072" y="644"/>
                  </a:cubicBezTo>
                  <a:lnTo>
                    <a:pt x="643" y="1073"/>
                  </a:lnTo>
                  <a:cubicBezTo>
                    <a:pt x="595" y="1120"/>
                    <a:pt x="595" y="1215"/>
                    <a:pt x="643" y="1287"/>
                  </a:cubicBezTo>
                  <a:lnTo>
                    <a:pt x="929" y="1549"/>
                  </a:lnTo>
                  <a:cubicBezTo>
                    <a:pt x="976" y="1597"/>
                    <a:pt x="976" y="1668"/>
                    <a:pt x="953" y="1716"/>
                  </a:cubicBezTo>
                  <a:cubicBezTo>
                    <a:pt x="834" y="1930"/>
                    <a:pt x="714" y="2168"/>
                    <a:pt x="643" y="2430"/>
                  </a:cubicBezTo>
                  <a:cubicBezTo>
                    <a:pt x="619" y="2501"/>
                    <a:pt x="595" y="2549"/>
                    <a:pt x="500" y="2549"/>
                  </a:cubicBezTo>
                  <a:lnTo>
                    <a:pt x="143" y="2549"/>
                  </a:lnTo>
                  <a:cubicBezTo>
                    <a:pt x="48" y="2549"/>
                    <a:pt x="0" y="2621"/>
                    <a:pt x="0" y="2716"/>
                  </a:cubicBezTo>
                  <a:lnTo>
                    <a:pt x="0" y="3311"/>
                  </a:lnTo>
                  <a:cubicBezTo>
                    <a:pt x="0" y="3383"/>
                    <a:pt x="48" y="3454"/>
                    <a:pt x="143" y="3454"/>
                  </a:cubicBezTo>
                  <a:lnTo>
                    <a:pt x="500" y="3454"/>
                  </a:lnTo>
                  <a:cubicBezTo>
                    <a:pt x="572" y="3454"/>
                    <a:pt x="619" y="3502"/>
                    <a:pt x="643" y="3573"/>
                  </a:cubicBezTo>
                  <a:cubicBezTo>
                    <a:pt x="714" y="3811"/>
                    <a:pt x="810" y="4049"/>
                    <a:pt x="953" y="4288"/>
                  </a:cubicBezTo>
                  <a:cubicBezTo>
                    <a:pt x="976" y="4335"/>
                    <a:pt x="976" y="4407"/>
                    <a:pt x="929" y="4454"/>
                  </a:cubicBezTo>
                  <a:lnTo>
                    <a:pt x="643" y="4740"/>
                  </a:lnTo>
                  <a:cubicBezTo>
                    <a:pt x="595" y="4788"/>
                    <a:pt x="595" y="4883"/>
                    <a:pt x="643" y="4931"/>
                  </a:cubicBezTo>
                  <a:lnTo>
                    <a:pt x="1072" y="5359"/>
                  </a:lnTo>
                  <a:cubicBezTo>
                    <a:pt x="1095" y="5383"/>
                    <a:pt x="1131" y="5395"/>
                    <a:pt x="1170" y="5395"/>
                  </a:cubicBezTo>
                  <a:cubicBezTo>
                    <a:pt x="1209" y="5395"/>
                    <a:pt x="1250" y="5383"/>
                    <a:pt x="1286" y="5359"/>
                  </a:cubicBezTo>
                  <a:lnTo>
                    <a:pt x="1548" y="5097"/>
                  </a:lnTo>
                  <a:cubicBezTo>
                    <a:pt x="1578" y="5052"/>
                    <a:pt x="1618" y="5035"/>
                    <a:pt x="1655" y="5035"/>
                  </a:cubicBezTo>
                  <a:cubicBezTo>
                    <a:pt x="1677" y="5035"/>
                    <a:pt x="1697" y="5041"/>
                    <a:pt x="1715" y="5050"/>
                  </a:cubicBezTo>
                  <a:cubicBezTo>
                    <a:pt x="1929" y="5169"/>
                    <a:pt x="2167" y="5288"/>
                    <a:pt x="2429" y="5359"/>
                  </a:cubicBezTo>
                  <a:cubicBezTo>
                    <a:pt x="2501" y="5383"/>
                    <a:pt x="2548" y="5407"/>
                    <a:pt x="2548" y="5502"/>
                  </a:cubicBezTo>
                  <a:lnTo>
                    <a:pt x="2548" y="5859"/>
                  </a:lnTo>
                  <a:cubicBezTo>
                    <a:pt x="2548" y="5955"/>
                    <a:pt x="2620" y="6002"/>
                    <a:pt x="2715" y="6002"/>
                  </a:cubicBezTo>
                  <a:lnTo>
                    <a:pt x="3310" y="6002"/>
                  </a:lnTo>
                  <a:cubicBezTo>
                    <a:pt x="3382" y="6002"/>
                    <a:pt x="3453" y="5955"/>
                    <a:pt x="3453" y="5859"/>
                  </a:cubicBezTo>
                  <a:lnTo>
                    <a:pt x="3453" y="5502"/>
                  </a:lnTo>
                  <a:cubicBezTo>
                    <a:pt x="3453" y="5454"/>
                    <a:pt x="3501" y="5383"/>
                    <a:pt x="3572" y="5359"/>
                  </a:cubicBezTo>
                  <a:cubicBezTo>
                    <a:pt x="3810" y="5288"/>
                    <a:pt x="4048" y="5216"/>
                    <a:pt x="4287" y="5050"/>
                  </a:cubicBezTo>
                  <a:cubicBezTo>
                    <a:pt x="4313" y="5041"/>
                    <a:pt x="4336" y="5035"/>
                    <a:pt x="4357" y="5035"/>
                  </a:cubicBezTo>
                  <a:cubicBezTo>
                    <a:pt x="4393" y="5035"/>
                    <a:pt x="4423" y="5052"/>
                    <a:pt x="4453" y="5097"/>
                  </a:cubicBezTo>
                  <a:lnTo>
                    <a:pt x="4739" y="5359"/>
                  </a:lnTo>
                  <a:cubicBezTo>
                    <a:pt x="4763" y="5383"/>
                    <a:pt x="4799" y="5395"/>
                    <a:pt x="4837" y="5395"/>
                  </a:cubicBezTo>
                  <a:cubicBezTo>
                    <a:pt x="4876" y="5395"/>
                    <a:pt x="4918" y="5383"/>
                    <a:pt x="4953" y="5359"/>
                  </a:cubicBezTo>
                  <a:lnTo>
                    <a:pt x="5358" y="4931"/>
                  </a:lnTo>
                  <a:cubicBezTo>
                    <a:pt x="5430" y="4883"/>
                    <a:pt x="5430" y="4788"/>
                    <a:pt x="5358" y="4740"/>
                  </a:cubicBezTo>
                  <a:lnTo>
                    <a:pt x="5096" y="4454"/>
                  </a:lnTo>
                  <a:cubicBezTo>
                    <a:pt x="5025" y="4407"/>
                    <a:pt x="5025" y="4335"/>
                    <a:pt x="5073" y="4288"/>
                  </a:cubicBezTo>
                  <a:cubicBezTo>
                    <a:pt x="5192" y="4073"/>
                    <a:pt x="5311" y="3835"/>
                    <a:pt x="5358" y="3573"/>
                  </a:cubicBezTo>
                  <a:cubicBezTo>
                    <a:pt x="5382" y="3502"/>
                    <a:pt x="5430" y="3454"/>
                    <a:pt x="5501" y="3454"/>
                  </a:cubicBezTo>
                  <a:lnTo>
                    <a:pt x="5858" y="3454"/>
                  </a:lnTo>
                  <a:cubicBezTo>
                    <a:pt x="5954" y="3430"/>
                    <a:pt x="6025" y="3335"/>
                    <a:pt x="6025" y="3264"/>
                  </a:cubicBezTo>
                  <a:lnTo>
                    <a:pt x="6025" y="2668"/>
                  </a:lnTo>
                  <a:cubicBezTo>
                    <a:pt x="6025" y="2597"/>
                    <a:pt x="5954" y="2525"/>
                    <a:pt x="5858" y="2525"/>
                  </a:cubicBezTo>
                  <a:lnTo>
                    <a:pt x="5501" y="2525"/>
                  </a:lnTo>
                  <a:cubicBezTo>
                    <a:pt x="5454" y="2525"/>
                    <a:pt x="5382" y="2478"/>
                    <a:pt x="5358" y="2406"/>
                  </a:cubicBezTo>
                  <a:cubicBezTo>
                    <a:pt x="5311" y="2168"/>
                    <a:pt x="5215" y="1930"/>
                    <a:pt x="5073" y="1692"/>
                  </a:cubicBezTo>
                  <a:cubicBezTo>
                    <a:pt x="5025" y="1644"/>
                    <a:pt x="5025" y="1573"/>
                    <a:pt x="5096" y="1525"/>
                  </a:cubicBezTo>
                  <a:lnTo>
                    <a:pt x="5358" y="1239"/>
                  </a:lnTo>
                  <a:cubicBezTo>
                    <a:pt x="5430" y="1192"/>
                    <a:pt x="5430" y="1096"/>
                    <a:pt x="5358" y="1049"/>
                  </a:cubicBezTo>
                  <a:lnTo>
                    <a:pt x="4953" y="620"/>
                  </a:lnTo>
                  <a:cubicBezTo>
                    <a:pt x="4918" y="596"/>
                    <a:pt x="4876" y="584"/>
                    <a:pt x="4837" y="584"/>
                  </a:cubicBezTo>
                  <a:cubicBezTo>
                    <a:pt x="4799" y="584"/>
                    <a:pt x="4763" y="596"/>
                    <a:pt x="4739" y="620"/>
                  </a:cubicBezTo>
                  <a:lnTo>
                    <a:pt x="4453" y="882"/>
                  </a:lnTo>
                  <a:cubicBezTo>
                    <a:pt x="4423" y="927"/>
                    <a:pt x="4383" y="944"/>
                    <a:pt x="4346" y="944"/>
                  </a:cubicBezTo>
                  <a:cubicBezTo>
                    <a:pt x="4325" y="944"/>
                    <a:pt x="4304" y="938"/>
                    <a:pt x="4287" y="930"/>
                  </a:cubicBezTo>
                  <a:cubicBezTo>
                    <a:pt x="4072" y="811"/>
                    <a:pt x="3834" y="692"/>
                    <a:pt x="3572" y="620"/>
                  </a:cubicBezTo>
                  <a:cubicBezTo>
                    <a:pt x="3501" y="596"/>
                    <a:pt x="3453" y="572"/>
                    <a:pt x="3453" y="477"/>
                  </a:cubicBezTo>
                  <a:lnTo>
                    <a:pt x="3453" y="144"/>
                  </a:lnTo>
                  <a:cubicBezTo>
                    <a:pt x="3453" y="49"/>
                    <a:pt x="3382" y="1"/>
                    <a:pt x="3310"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89"/>
            <p:cNvSpPr/>
            <p:nvPr/>
          </p:nvSpPr>
          <p:spPr>
            <a:xfrm>
              <a:off x="6820030" y="2602452"/>
              <a:ext cx="37656" cy="28414"/>
            </a:xfrm>
            <a:custGeom>
              <a:rect b="b" l="l" r="r" t="t"/>
              <a:pathLst>
                <a:path extrusionOk="0" h="953" w="1263">
                  <a:moveTo>
                    <a:pt x="977" y="0"/>
                  </a:moveTo>
                  <a:cubicBezTo>
                    <a:pt x="787" y="143"/>
                    <a:pt x="548" y="214"/>
                    <a:pt x="263" y="286"/>
                  </a:cubicBezTo>
                  <a:cubicBezTo>
                    <a:pt x="215" y="310"/>
                    <a:pt x="144" y="381"/>
                    <a:pt x="144" y="429"/>
                  </a:cubicBezTo>
                  <a:lnTo>
                    <a:pt x="144" y="786"/>
                  </a:lnTo>
                  <a:cubicBezTo>
                    <a:pt x="144" y="881"/>
                    <a:pt x="96" y="953"/>
                    <a:pt x="1" y="953"/>
                  </a:cubicBezTo>
                  <a:lnTo>
                    <a:pt x="477" y="953"/>
                  </a:lnTo>
                  <a:cubicBezTo>
                    <a:pt x="572" y="953"/>
                    <a:pt x="620" y="881"/>
                    <a:pt x="620" y="786"/>
                  </a:cubicBezTo>
                  <a:lnTo>
                    <a:pt x="620" y="429"/>
                  </a:lnTo>
                  <a:cubicBezTo>
                    <a:pt x="620" y="357"/>
                    <a:pt x="691" y="310"/>
                    <a:pt x="739" y="286"/>
                  </a:cubicBezTo>
                  <a:cubicBezTo>
                    <a:pt x="930" y="262"/>
                    <a:pt x="1096" y="191"/>
                    <a:pt x="1263" y="95"/>
                  </a:cubicBezTo>
                  <a:lnTo>
                    <a:pt x="1168" y="24"/>
                  </a:lnTo>
                  <a:cubicBezTo>
                    <a:pt x="1144" y="0"/>
                    <a:pt x="1049" y="0"/>
                    <a:pt x="97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89"/>
            <p:cNvSpPr/>
            <p:nvPr/>
          </p:nvSpPr>
          <p:spPr>
            <a:xfrm>
              <a:off x="6820030" y="2453345"/>
              <a:ext cx="37656" cy="28831"/>
            </a:xfrm>
            <a:custGeom>
              <a:rect b="b" l="l" r="r" t="t"/>
              <a:pathLst>
                <a:path extrusionOk="0" h="967" w="1263">
                  <a:moveTo>
                    <a:pt x="1" y="0"/>
                  </a:moveTo>
                  <a:cubicBezTo>
                    <a:pt x="96" y="0"/>
                    <a:pt x="144" y="48"/>
                    <a:pt x="144" y="143"/>
                  </a:cubicBezTo>
                  <a:lnTo>
                    <a:pt x="144" y="500"/>
                  </a:lnTo>
                  <a:cubicBezTo>
                    <a:pt x="144" y="595"/>
                    <a:pt x="215" y="619"/>
                    <a:pt x="263" y="643"/>
                  </a:cubicBezTo>
                  <a:cubicBezTo>
                    <a:pt x="548" y="715"/>
                    <a:pt x="787" y="834"/>
                    <a:pt x="977" y="953"/>
                  </a:cubicBezTo>
                  <a:cubicBezTo>
                    <a:pt x="1003" y="961"/>
                    <a:pt x="1026" y="967"/>
                    <a:pt x="1048" y="967"/>
                  </a:cubicBezTo>
                  <a:cubicBezTo>
                    <a:pt x="1087" y="967"/>
                    <a:pt x="1122" y="950"/>
                    <a:pt x="1168" y="905"/>
                  </a:cubicBezTo>
                  <a:lnTo>
                    <a:pt x="1263" y="834"/>
                  </a:lnTo>
                  <a:cubicBezTo>
                    <a:pt x="1096" y="762"/>
                    <a:pt x="930" y="667"/>
                    <a:pt x="739" y="643"/>
                  </a:cubicBezTo>
                  <a:cubicBezTo>
                    <a:pt x="691" y="643"/>
                    <a:pt x="620" y="595"/>
                    <a:pt x="620" y="500"/>
                  </a:cubicBezTo>
                  <a:lnTo>
                    <a:pt x="620" y="143"/>
                  </a:lnTo>
                  <a:cubicBezTo>
                    <a:pt x="620" y="48"/>
                    <a:pt x="572" y="0"/>
                    <a:pt x="47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89"/>
            <p:cNvSpPr/>
            <p:nvPr/>
          </p:nvSpPr>
          <p:spPr>
            <a:xfrm>
              <a:off x="6871163" y="2471443"/>
              <a:ext cx="43351" cy="142754"/>
            </a:xfrm>
            <a:custGeom>
              <a:rect b="b" l="l" r="r" t="t"/>
              <a:pathLst>
                <a:path extrusionOk="0" h="4788" w="1454">
                  <a:moveTo>
                    <a:pt x="265" y="0"/>
                  </a:moveTo>
                  <a:cubicBezTo>
                    <a:pt x="227" y="0"/>
                    <a:pt x="191" y="12"/>
                    <a:pt x="167" y="36"/>
                  </a:cubicBezTo>
                  <a:lnTo>
                    <a:pt x="48" y="155"/>
                  </a:lnTo>
                  <a:lnTo>
                    <a:pt x="334" y="465"/>
                  </a:lnTo>
                  <a:cubicBezTo>
                    <a:pt x="405" y="512"/>
                    <a:pt x="405" y="608"/>
                    <a:pt x="334" y="655"/>
                  </a:cubicBezTo>
                  <a:lnTo>
                    <a:pt x="72" y="941"/>
                  </a:lnTo>
                  <a:cubicBezTo>
                    <a:pt x="24" y="989"/>
                    <a:pt x="24" y="1060"/>
                    <a:pt x="48" y="1108"/>
                  </a:cubicBezTo>
                  <a:cubicBezTo>
                    <a:pt x="191" y="1322"/>
                    <a:pt x="286" y="1560"/>
                    <a:pt x="334" y="1822"/>
                  </a:cubicBezTo>
                  <a:cubicBezTo>
                    <a:pt x="358" y="1894"/>
                    <a:pt x="429" y="1941"/>
                    <a:pt x="477" y="1941"/>
                  </a:cubicBezTo>
                  <a:lnTo>
                    <a:pt x="834" y="1941"/>
                  </a:lnTo>
                  <a:cubicBezTo>
                    <a:pt x="929" y="1941"/>
                    <a:pt x="1001" y="2013"/>
                    <a:pt x="1001" y="2084"/>
                  </a:cubicBezTo>
                  <a:lnTo>
                    <a:pt x="1001" y="2680"/>
                  </a:lnTo>
                  <a:cubicBezTo>
                    <a:pt x="1001" y="2775"/>
                    <a:pt x="929" y="2846"/>
                    <a:pt x="834" y="2846"/>
                  </a:cubicBezTo>
                  <a:lnTo>
                    <a:pt x="477" y="2846"/>
                  </a:lnTo>
                  <a:cubicBezTo>
                    <a:pt x="405" y="2846"/>
                    <a:pt x="358" y="2894"/>
                    <a:pt x="334" y="2965"/>
                  </a:cubicBezTo>
                  <a:cubicBezTo>
                    <a:pt x="286" y="3227"/>
                    <a:pt x="191" y="3465"/>
                    <a:pt x="48" y="3680"/>
                  </a:cubicBezTo>
                  <a:cubicBezTo>
                    <a:pt x="0" y="3727"/>
                    <a:pt x="0" y="3799"/>
                    <a:pt x="72" y="3846"/>
                  </a:cubicBezTo>
                  <a:lnTo>
                    <a:pt x="334" y="4108"/>
                  </a:lnTo>
                  <a:cubicBezTo>
                    <a:pt x="405" y="4180"/>
                    <a:pt x="405" y="4275"/>
                    <a:pt x="334" y="4323"/>
                  </a:cubicBezTo>
                  <a:lnTo>
                    <a:pt x="48" y="4632"/>
                  </a:lnTo>
                  <a:lnTo>
                    <a:pt x="167" y="4751"/>
                  </a:lnTo>
                  <a:cubicBezTo>
                    <a:pt x="191" y="4775"/>
                    <a:pt x="227" y="4787"/>
                    <a:pt x="265" y="4787"/>
                  </a:cubicBezTo>
                  <a:cubicBezTo>
                    <a:pt x="304" y="4787"/>
                    <a:pt x="346" y="4775"/>
                    <a:pt x="381" y="4751"/>
                  </a:cubicBezTo>
                  <a:lnTo>
                    <a:pt x="786" y="4323"/>
                  </a:lnTo>
                  <a:cubicBezTo>
                    <a:pt x="858" y="4275"/>
                    <a:pt x="858" y="4180"/>
                    <a:pt x="786" y="4108"/>
                  </a:cubicBezTo>
                  <a:lnTo>
                    <a:pt x="524" y="3846"/>
                  </a:lnTo>
                  <a:cubicBezTo>
                    <a:pt x="453" y="3799"/>
                    <a:pt x="453" y="3727"/>
                    <a:pt x="501" y="3680"/>
                  </a:cubicBezTo>
                  <a:cubicBezTo>
                    <a:pt x="643" y="3465"/>
                    <a:pt x="739" y="3227"/>
                    <a:pt x="786" y="2965"/>
                  </a:cubicBezTo>
                  <a:cubicBezTo>
                    <a:pt x="810" y="2894"/>
                    <a:pt x="882" y="2846"/>
                    <a:pt x="929" y="2846"/>
                  </a:cubicBezTo>
                  <a:lnTo>
                    <a:pt x="1286" y="2846"/>
                  </a:lnTo>
                  <a:cubicBezTo>
                    <a:pt x="1382" y="2846"/>
                    <a:pt x="1453" y="2775"/>
                    <a:pt x="1453" y="2680"/>
                  </a:cubicBezTo>
                  <a:lnTo>
                    <a:pt x="1453" y="2084"/>
                  </a:lnTo>
                  <a:cubicBezTo>
                    <a:pt x="1453" y="2013"/>
                    <a:pt x="1382" y="1941"/>
                    <a:pt x="1286" y="1941"/>
                  </a:cubicBezTo>
                  <a:lnTo>
                    <a:pt x="929" y="1941"/>
                  </a:lnTo>
                  <a:cubicBezTo>
                    <a:pt x="858" y="1941"/>
                    <a:pt x="810" y="1894"/>
                    <a:pt x="786" y="1822"/>
                  </a:cubicBezTo>
                  <a:cubicBezTo>
                    <a:pt x="739" y="1560"/>
                    <a:pt x="643" y="1322"/>
                    <a:pt x="501" y="1108"/>
                  </a:cubicBezTo>
                  <a:cubicBezTo>
                    <a:pt x="453" y="1060"/>
                    <a:pt x="453" y="989"/>
                    <a:pt x="524" y="941"/>
                  </a:cubicBezTo>
                  <a:lnTo>
                    <a:pt x="786" y="655"/>
                  </a:lnTo>
                  <a:cubicBezTo>
                    <a:pt x="858" y="608"/>
                    <a:pt x="858" y="512"/>
                    <a:pt x="786" y="465"/>
                  </a:cubicBezTo>
                  <a:lnTo>
                    <a:pt x="381" y="36"/>
                  </a:lnTo>
                  <a:cubicBezTo>
                    <a:pt x="346" y="12"/>
                    <a:pt x="304" y="0"/>
                    <a:pt x="265"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89"/>
            <p:cNvSpPr/>
            <p:nvPr/>
          </p:nvSpPr>
          <p:spPr>
            <a:xfrm>
              <a:off x="6778139" y="2494520"/>
              <a:ext cx="94454" cy="94454"/>
            </a:xfrm>
            <a:custGeom>
              <a:rect b="b" l="l" r="r" t="t"/>
              <a:pathLst>
                <a:path extrusionOk="0" h="3168" w="3168">
                  <a:moveTo>
                    <a:pt x="1572" y="0"/>
                  </a:moveTo>
                  <a:cubicBezTo>
                    <a:pt x="715" y="0"/>
                    <a:pt x="1" y="715"/>
                    <a:pt x="1" y="1596"/>
                  </a:cubicBezTo>
                  <a:cubicBezTo>
                    <a:pt x="1" y="2453"/>
                    <a:pt x="715" y="3168"/>
                    <a:pt x="1572" y="3168"/>
                  </a:cubicBezTo>
                  <a:cubicBezTo>
                    <a:pt x="2454" y="3168"/>
                    <a:pt x="3168" y="2453"/>
                    <a:pt x="3168" y="1596"/>
                  </a:cubicBezTo>
                  <a:cubicBezTo>
                    <a:pt x="3168" y="715"/>
                    <a:pt x="2454" y="0"/>
                    <a:pt x="1572" y="0"/>
                  </a:cubicBez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89"/>
            <p:cNvSpPr/>
            <p:nvPr/>
          </p:nvSpPr>
          <p:spPr>
            <a:xfrm>
              <a:off x="6794478" y="2499499"/>
              <a:ext cx="78115" cy="89475"/>
            </a:xfrm>
            <a:custGeom>
              <a:rect b="b" l="l" r="r" t="t"/>
              <a:pathLst>
                <a:path extrusionOk="0" h="3001" w="2620">
                  <a:moveTo>
                    <a:pt x="1691" y="0"/>
                  </a:moveTo>
                  <a:lnTo>
                    <a:pt x="1691" y="0"/>
                  </a:lnTo>
                  <a:cubicBezTo>
                    <a:pt x="2025" y="262"/>
                    <a:pt x="2239" y="667"/>
                    <a:pt x="2239" y="1143"/>
                  </a:cubicBezTo>
                  <a:cubicBezTo>
                    <a:pt x="2239" y="2024"/>
                    <a:pt x="1525" y="2739"/>
                    <a:pt x="643" y="2739"/>
                  </a:cubicBezTo>
                  <a:cubicBezTo>
                    <a:pt x="405" y="2739"/>
                    <a:pt x="215" y="2667"/>
                    <a:pt x="0" y="2572"/>
                  </a:cubicBezTo>
                  <a:lnTo>
                    <a:pt x="0" y="2572"/>
                  </a:lnTo>
                  <a:cubicBezTo>
                    <a:pt x="262" y="2858"/>
                    <a:pt x="620" y="3001"/>
                    <a:pt x="1048" y="3001"/>
                  </a:cubicBezTo>
                  <a:cubicBezTo>
                    <a:pt x="1906" y="3001"/>
                    <a:pt x="2620" y="2286"/>
                    <a:pt x="2620" y="1429"/>
                  </a:cubicBezTo>
                  <a:cubicBezTo>
                    <a:pt x="2620" y="786"/>
                    <a:pt x="2239" y="238"/>
                    <a:pt x="1691" y="0"/>
                  </a:cubicBezTo>
                  <a:close/>
                </a:path>
              </a:pathLst>
            </a:custGeom>
            <a:solidFill>
              <a:srgbClr val="DB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89"/>
            <p:cNvSpPr/>
            <p:nvPr/>
          </p:nvSpPr>
          <p:spPr>
            <a:xfrm>
              <a:off x="6922982" y="2640079"/>
              <a:ext cx="108676" cy="108646"/>
            </a:xfrm>
            <a:custGeom>
              <a:rect b="b" l="l" r="r" t="t"/>
              <a:pathLst>
                <a:path extrusionOk="0" h="3644" w="3645">
                  <a:moveTo>
                    <a:pt x="1811" y="0"/>
                  </a:moveTo>
                  <a:cubicBezTo>
                    <a:pt x="811" y="0"/>
                    <a:pt x="1" y="810"/>
                    <a:pt x="1" y="1810"/>
                  </a:cubicBezTo>
                  <a:cubicBezTo>
                    <a:pt x="1" y="2834"/>
                    <a:pt x="811" y="3644"/>
                    <a:pt x="1811" y="3644"/>
                  </a:cubicBezTo>
                  <a:cubicBezTo>
                    <a:pt x="2811" y="3644"/>
                    <a:pt x="3644" y="2834"/>
                    <a:pt x="3644" y="1810"/>
                  </a:cubicBezTo>
                  <a:cubicBezTo>
                    <a:pt x="3644" y="810"/>
                    <a:pt x="2811" y="0"/>
                    <a:pt x="1811"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89"/>
            <p:cNvSpPr/>
            <p:nvPr/>
          </p:nvSpPr>
          <p:spPr>
            <a:xfrm>
              <a:off x="6947848" y="2642911"/>
              <a:ext cx="84526" cy="105813"/>
            </a:xfrm>
            <a:custGeom>
              <a:rect b="b" l="l" r="r" t="t"/>
              <a:pathLst>
                <a:path extrusionOk="0" h="3549" w="2835">
                  <a:moveTo>
                    <a:pt x="1548" y="1"/>
                  </a:moveTo>
                  <a:cubicBezTo>
                    <a:pt x="2048" y="334"/>
                    <a:pt x="2382" y="906"/>
                    <a:pt x="2382" y="1525"/>
                  </a:cubicBezTo>
                  <a:cubicBezTo>
                    <a:pt x="2382" y="2525"/>
                    <a:pt x="1572" y="3335"/>
                    <a:pt x="572" y="3335"/>
                  </a:cubicBezTo>
                  <a:cubicBezTo>
                    <a:pt x="381" y="3335"/>
                    <a:pt x="191" y="3311"/>
                    <a:pt x="0" y="3239"/>
                  </a:cubicBezTo>
                  <a:lnTo>
                    <a:pt x="0" y="3239"/>
                  </a:lnTo>
                  <a:cubicBezTo>
                    <a:pt x="310" y="3430"/>
                    <a:pt x="667" y="3549"/>
                    <a:pt x="1024" y="3549"/>
                  </a:cubicBezTo>
                  <a:cubicBezTo>
                    <a:pt x="2025" y="3549"/>
                    <a:pt x="2834" y="2739"/>
                    <a:pt x="2834" y="1739"/>
                  </a:cubicBezTo>
                  <a:cubicBezTo>
                    <a:pt x="2834" y="929"/>
                    <a:pt x="2287" y="239"/>
                    <a:pt x="1548"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89"/>
            <p:cNvSpPr/>
            <p:nvPr/>
          </p:nvSpPr>
          <p:spPr>
            <a:xfrm>
              <a:off x="6773190" y="2490256"/>
              <a:ext cx="104382" cy="105098"/>
            </a:xfrm>
            <a:custGeom>
              <a:rect b="b" l="l" r="r" t="t"/>
              <a:pathLst>
                <a:path extrusionOk="0" h="3525" w="3501">
                  <a:moveTo>
                    <a:pt x="1762" y="0"/>
                  </a:moveTo>
                  <a:cubicBezTo>
                    <a:pt x="1548" y="0"/>
                    <a:pt x="1334" y="24"/>
                    <a:pt x="1167" y="120"/>
                  </a:cubicBezTo>
                  <a:cubicBezTo>
                    <a:pt x="1072" y="143"/>
                    <a:pt x="1000" y="239"/>
                    <a:pt x="1072" y="334"/>
                  </a:cubicBezTo>
                  <a:cubicBezTo>
                    <a:pt x="1089" y="404"/>
                    <a:pt x="1145" y="448"/>
                    <a:pt x="1211" y="448"/>
                  </a:cubicBezTo>
                  <a:cubicBezTo>
                    <a:pt x="1235" y="448"/>
                    <a:pt x="1260" y="442"/>
                    <a:pt x="1286" y="429"/>
                  </a:cubicBezTo>
                  <a:cubicBezTo>
                    <a:pt x="1429" y="358"/>
                    <a:pt x="1596" y="334"/>
                    <a:pt x="1762" y="334"/>
                  </a:cubicBezTo>
                  <a:cubicBezTo>
                    <a:pt x="2524" y="334"/>
                    <a:pt x="3144" y="953"/>
                    <a:pt x="3144" y="1739"/>
                  </a:cubicBezTo>
                  <a:cubicBezTo>
                    <a:pt x="3144" y="2501"/>
                    <a:pt x="2524" y="3120"/>
                    <a:pt x="1762" y="3120"/>
                  </a:cubicBezTo>
                  <a:cubicBezTo>
                    <a:pt x="976" y="3120"/>
                    <a:pt x="357" y="2501"/>
                    <a:pt x="357" y="1739"/>
                  </a:cubicBezTo>
                  <a:cubicBezTo>
                    <a:pt x="357" y="1406"/>
                    <a:pt x="476" y="1072"/>
                    <a:pt x="691" y="834"/>
                  </a:cubicBezTo>
                  <a:cubicBezTo>
                    <a:pt x="738" y="786"/>
                    <a:pt x="738" y="667"/>
                    <a:pt x="643" y="596"/>
                  </a:cubicBezTo>
                  <a:cubicBezTo>
                    <a:pt x="622" y="574"/>
                    <a:pt x="586" y="563"/>
                    <a:pt x="546" y="563"/>
                  </a:cubicBezTo>
                  <a:cubicBezTo>
                    <a:pt x="498" y="563"/>
                    <a:pt x="444" y="580"/>
                    <a:pt x="405" y="620"/>
                  </a:cubicBezTo>
                  <a:cubicBezTo>
                    <a:pt x="143" y="953"/>
                    <a:pt x="0" y="1334"/>
                    <a:pt x="0" y="1763"/>
                  </a:cubicBezTo>
                  <a:cubicBezTo>
                    <a:pt x="0" y="2715"/>
                    <a:pt x="762" y="3525"/>
                    <a:pt x="1762" y="3525"/>
                  </a:cubicBezTo>
                  <a:cubicBezTo>
                    <a:pt x="2715" y="3525"/>
                    <a:pt x="3501" y="2739"/>
                    <a:pt x="3501" y="1763"/>
                  </a:cubicBezTo>
                  <a:cubicBezTo>
                    <a:pt x="3501" y="786"/>
                    <a:pt x="2715" y="0"/>
                    <a:pt x="1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89"/>
            <p:cNvSpPr/>
            <p:nvPr/>
          </p:nvSpPr>
          <p:spPr>
            <a:xfrm>
              <a:off x="6731270" y="2448366"/>
              <a:ext cx="188192" cy="188192"/>
            </a:xfrm>
            <a:custGeom>
              <a:rect b="b" l="l" r="r" t="t"/>
              <a:pathLst>
                <a:path extrusionOk="0" h="6312" w="6312">
                  <a:moveTo>
                    <a:pt x="3454" y="429"/>
                  </a:moveTo>
                  <a:lnTo>
                    <a:pt x="3454" y="715"/>
                  </a:lnTo>
                  <a:cubicBezTo>
                    <a:pt x="3454" y="882"/>
                    <a:pt x="3549" y="1001"/>
                    <a:pt x="3692" y="1048"/>
                  </a:cubicBezTo>
                  <a:cubicBezTo>
                    <a:pt x="3930" y="1120"/>
                    <a:pt x="4145" y="1191"/>
                    <a:pt x="4335" y="1310"/>
                  </a:cubicBezTo>
                  <a:cubicBezTo>
                    <a:pt x="4395" y="1350"/>
                    <a:pt x="4459" y="1369"/>
                    <a:pt x="4520" y="1369"/>
                  </a:cubicBezTo>
                  <a:cubicBezTo>
                    <a:pt x="4605" y="1369"/>
                    <a:pt x="4685" y="1332"/>
                    <a:pt x="4740" y="1263"/>
                  </a:cubicBezTo>
                  <a:lnTo>
                    <a:pt x="4978" y="1024"/>
                  </a:lnTo>
                  <a:lnTo>
                    <a:pt x="5335" y="1405"/>
                  </a:lnTo>
                  <a:lnTo>
                    <a:pt x="5097" y="1644"/>
                  </a:lnTo>
                  <a:cubicBezTo>
                    <a:pt x="4978" y="1763"/>
                    <a:pt x="4978" y="1906"/>
                    <a:pt x="5026" y="2025"/>
                  </a:cubicBezTo>
                  <a:cubicBezTo>
                    <a:pt x="5145" y="2239"/>
                    <a:pt x="5240" y="2453"/>
                    <a:pt x="5312" y="2691"/>
                  </a:cubicBezTo>
                  <a:cubicBezTo>
                    <a:pt x="5335" y="2834"/>
                    <a:pt x="5454" y="2930"/>
                    <a:pt x="5597" y="2930"/>
                  </a:cubicBezTo>
                  <a:lnTo>
                    <a:pt x="5931" y="2930"/>
                  </a:lnTo>
                  <a:lnTo>
                    <a:pt x="5931" y="3454"/>
                  </a:lnTo>
                  <a:lnTo>
                    <a:pt x="5597" y="3454"/>
                  </a:lnTo>
                  <a:cubicBezTo>
                    <a:pt x="5454" y="3454"/>
                    <a:pt x="5335" y="3549"/>
                    <a:pt x="5312" y="3692"/>
                  </a:cubicBezTo>
                  <a:cubicBezTo>
                    <a:pt x="5240" y="3930"/>
                    <a:pt x="5145" y="4144"/>
                    <a:pt x="5026" y="4358"/>
                  </a:cubicBezTo>
                  <a:cubicBezTo>
                    <a:pt x="4931" y="4478"/>
                    <a:pt x="4978" y="4644"/>
                    <a:pt x="5097" y="4739"/>
                  </a:cubicBezTo>
                  <a:lnTo>
                    <a:pt x="5335" y="4978"/>
                  </a:lnTo>
                  <a:lnTo>
                    <a:pt x="4978" y="5359"/>
                  </a:lnTo>
                  <a:lnTo>
                    <a:pt x="4740" y="5121"/>
                  </a:lnTo>
                  <a:cubicBezTo>
                    <a:pt x="4670" y="5037"/>
                    <a:pt x="4576" y="5002"/>
                    <a:pt x="4486" y="5002"/>
                  </a:cubicBezTo>
                  <a:cubicBezTo>
                    <a:pt x="4422" y="5002"/>
                    <a:pt x="4361" y="5019"/>
                    <a:pt x="4311" y="5049"/>
                  </a:cubicBezTo>
                  <a:cubicBezTo>
                    <a:pt x="4121" y="5168"/>
                    <a:pt x="3907" y="5240"/>
                    <a:pt x="3668" y="5311"/>
                  </a:cubicBezTo>
                  <a:cubicBezTo>
                    <a:pt x="3525" y="5335"/>
                    <a:pt x="3430" y="5454"/>
                    <a:pt x="3430" y="5644"/>
                  </a:cubicBezTo>
                  <a:lnTo>
                    <a:pt x="3430" y="5930"/>
                  </a:lnTo>
                  <a:lnTo>
                    <a:pt x="2882" y="5930"/>
                  </a:lnTo>
                  <a:lnTo>
                    <a:pt x="2882" y="5644"/>
                  </a:lnTo>
                  <a:cubicBezTo>
                    <a:pt x="2882" y="5478"/>
                    <a:pt x="2811" y="5359"/>
                    <a:pt x="2644" y="5311"/>
                  </a:cubicBezTo>
                  <a:cubicBezTo>
                    <a:pt x="2406" y="5240"/>
                    <a:pt x="2216" y="5168"/>
                    <a:pt x="2001" y="5049"/>
                  </a:cubicBezTo>
                  <a:cubicBezTo>
                    <a:pt x="1952" y="5009"/>
                    <a:pt x="1890" y="4990"/>
                    <a:pt x="1829" y="4990"/>
                  </a:cubicBezTo>
                  <a:cubicBezTo>
                    <a:pt x="1744" y="4990"/>
                    <a:pt x="1662" y="5027"/>
                    <a:pt x="1620" y="5097"/>
                  </a:cubicBezTo>
                  <a:lnTo>
                    <a:pt x="1382" y="5335"/>
                  </a:lnTo>
                  <a:lnTo>
                    <a:pt x="1025" y="4954"/>
                  </a:lnTo>
                  <a:lnTo>
                    <a:pt x="1263" y="4716"/>
                  </a:lnTo>
                  <a:cubicBezTo>
                    <a:pt x="1382" y="4597"/>
                    <a:pt x="1382" y="4454"/>
                    <a:pt x="1311" y="4335"/>
                  </a:cubicBezTo>
                  <a:cubicBezTo>
                    <a:pt x="1192" y="4120"/>
                    <a:pt x="1096" y="3906"/>
                    <a:pt x="1049" y="3668"/>
                  </a:cubicBezTo>
                  <a:cubicBezTo>
                    <a:pt x="1025" y="3525"/>
                    <a:pt x="906" y="3430"/>
                    <a:pt x="739" y="3430"/>
                  </a:cubicBezTo>
                  <a:lnTo>
                    <a:pt x="430" y="3430"/>
                  </a:lnTo>
                  <a:lnTo>
                    <a:pt x="430" y="2906"/>
                  </a:lnTo>
                  <a:lnTo>
                    <a:pt x="715" y="2906"/>
                  </a:lnTo>
                  <a:cubicBezTo>
                    <a:pt x="858" y="2906"/>
                    <a:pt x="977" y="2811"/>
                    <a:pt x="1049" y="2668"/>
                  </a:cubicBezTo>
                  <a:cubicBezTo>
                    <a:pt x="1096" y="2429"/>
                    <a:pt x="1192" y="2215"/>
                    <a:pt x="1311" y="2001"/>
                  </a:cubicBezTo>
                  <a:cubicBezTo>
                    <a:pt x="1406" y="1882"/>
                    <a:pt x="1382" y="1715"/>
                    <a:pt x="1263" y="1620"/>
                  </a:cubicBezTo>
                  <a:lnTo>
                    <a:pt x="1025" y="1382"/>
                  </a:lnTo>
                  <a:lnTo>
                    <a:pt x="1406" y="1024"/>
                  </a:lnTo>
                  <a:lnTo>
                    <a:pt x="1644" y="1263"/>
                  </a:lnTo>
                  <a:cubicBezTo>
                    <a:pt x="1711" y="1330"/>
                    <a:pt x="1786" y="1359"/>
                    <a:pt x="1860" y="1359"/>
                  </a:cubicBezTo>
                  <a:cubicBezTo>
                    <a:pt x="1917" y="1359"/>
                    <a:pt x="1973" y="1341"/>
                    <a:pt x="2025" y="1310"/>
                  </a:cubicBezTo>
                  <a:cubicBezTo>
                    <a:pt x="2240" y="1191"/>
                    <a:pt x="2454" y="1120"/>
                    <a:pt x="2692" y="1048"/>
                  </a:cubicBezTo>
                  <a:cubicBezTo>
                    <a:pt x="2835" y="1024"/>
                    <a:pt x="2930" y="905"/>
                    <a:pt x="2930" y="762"/>
                  </a:cubicBezTo>
                  <a:lnTo>
                    <a:pt x="2930" y="429"/>
                  </a:lnTo>
                  <a:close/>
                  <a:moveTo>
                    <a:pt x="2859" y="0"/>
                  </a:moveTo>
                  <a:cubicBezTo>
                    <a:pt x="2692" y="0"/>
                    <a:pt x="2525" y="167"/>
                    <a:pt x="2525" y="334"/>
                  </a:cubicBezTo>
                  <a:lnTo>
                    <a:pt x="2525" y="667"/>
                  </a:lnTo>
                  <a:cubicBezTo>
                    <a:pt x="2287" y="715"/>
                    <a:pt x="2025" y="810"/>
                    <a:pt x="1811" y="953"/>
                  </a:cubicBezTo>
                  <a:lnTo>
                    <a:pt x="1573" y="715"/>
                  </a:lnTo>
                  <a:cubicBezTo>
                    <a:pt x="1513" y="655"/>
                    <a:pt x="1436" y="626"/>
                    <a:pt x="1358" y="626"/>
                  </a:cubicBezTo>
                  <a:cubicBezTo>
                    <a:pt x="1281" y="626"/>
                    <a:pt x="1204" y="655"/>
                    <a:pt x="1144" y="715"/>
                  </a:cubicBezTo>
                  <a:lnTo>
                    <a:pt x="715" y="1144"/>
                  </a:lnTo>
                  <a:cubicBezTo>
                    <a:pt x="596" y="1263"/>
                    <a:pt x="596" y="1477"/>
                    <a:pt x="715" y="1596"/>
                  </a:cubicBezTo>
                  <a:lnTo>
                    <a:pt x="954" y="1834"/>
                  </a:lnTo>
                  <a:cubicBezTo>
                    <a:pt x="811" y="2072"/>
                    <a:pt x="715" y="2310"/>
                    <a:pt x="668" y="2549"/>
                  </a:cubicBezTo>
                  <a:lnTo>
                    <a:pt x="334" y="2549"/>
                  </a:lnTo>
                  <a:cubicBezTo>
                    <a:pt x="144" y="2549"/>
                    <a:pt x="1" y="2691"/>
                    <a:pt x="1" y="2858"/>
                  </a:cubicBezTo>
                  <a:lnTo>
                    <a:pt x="1" y="3454"/>
                  </a:lnTo>
                  <a:cubicBezTo>
                    <a:pt x="1" y="3644"/>
                    <a:pt x="144" y="3787"/>
                    <a:pt x="334" y="3787"/>
                  </a:cubicBezTo>
                  <a:lnTo>
                    <a:pt x="668" y="3787"/>
                  </a:lnTo>
                  <a:cubicBezTo>
                    <a:pt x="715" y="4025"/>
                    <a:pt x="811" y="4287"/>
                    <a:pt x="954" y="4501"/>
                  </a:cubicBezTo>
                  <a:lnTo>
                    <a:pt x="715" y="4739"/>
                  </a:lnTo>
                  <a:cubicBezTo>
                    <a:pt x="596" y="4859"/>
                    <a:pt x="596" y="5073"/>
                    <a:pt x="715" y="5192"/>
                  </a:cubicBezTo>
                  <a:lnTo>
                    <a:pt x="1144" y="5597"/>
                  </a:lnTo>
                  <a:cubicBezTo>
                    <a:pt x="1204" y="5656"/>
                    <a:pt x="1281" y="5686"/>
                    <a:pt x="1358" y="5686"/>
                  </a:cubicBezTo>
                  <a:cubicBezTo>
                    <a:pt x="1436" y="5686"/>
                    <a:pt x="1513" y="5656"/>
                    <a:pt x="1573" y="5597"/>
                  </a:cubicBezTo>
                  <a:lnTo>
                    <a:pt x="1811" y="5359"/>
                  </a:lnTo>
                  <a:cubicBezTo>
                    <a:pt x="2049" y="5525"/>
                    <a:pt x="2287" y="5597"/>
                    <a:pt x="2525" y="5668"/>
                  </a:cubicBezTo>
                  <a:lnTo>
                    <a:pt x="2525" y="6002"/>
                  </a:lnTo>
                  <a:cubicBezTo>
                    <a:pt x="2525" y="6168"/>
                    <a:pt x="2692" y="6311"/>
                    <a:pt x="2859" y="6311"/>
                  </a:cubicBezTo>
                  <a:lnTo>
                    <a:pt x="3454" y="6311"/>
                  </a:lnTo>
                  <a:cubicBezTo>
                    <a:pt x="3645" y="6311"/>
                    <a:pt x="3787" y="6168"/>
                    <a:pt x="3787" y="6002"/>
                  </a:cubicBezTo>
                  <a:lnTo>
                    <a:pt x="3787" y="5668"/>
                  </a:lnTo>
                  <a:cubicBezTo>
                    <a:pt x="4049" y="5597"/>
                    <a:pt x="4288" y="5525"/>
                    <a:pt x="4502" y="5359"/>
                  </a:cubicBezTo>
                  <a:lnTo>
                    <a:pt x="4740" y="5597"/>
                  </a:lnTo>
                  <a:cubicBezTo>
                    <a:pt x="4796" y="5642"/>
                    <a:pt x="4874" y="5666"/>
                    <a:pt x="4952" y="5666"/>
                  </a:cubicBezTo>
                  <a:cubicBezTo>
                    <a:pt x="5040" y="5666"/>
                    <a:pt x="5130" y="5636"/>
                    <a:pt x="5193" y="5573"/>
                  </a:cubicBezTo>
                  <a:lnTo>
                    <a:pt x="5597" y="5168"/>
                  </a:lnTo>
                  <a:cubicBezTo>
                    <a:pt x="5716" y="5049"/>
                    <a:pt x="5716" y="4835"/>
                    <a:pt x="5597" y="4716"/>
                  </a:cubicBezTo>
                  <a:lnTo>
                    <a:pt x="5359" y="4478"/>
                  </a:lnTo>
                  <a:cubicBezTo>
                    <a:pt x="5502" y="4263"/>
                    <a:pt x="5597" y="4001"/>
                    <a:pt x="5669" y="3763"/>
                  </a:cubicBezTo>
                  <a:lnTo>
                    <a:pt x="5978" y="3763"/>
                  </a:lnTo>
                  <a:cubicBezTo>
                    <a:pt x="6169" y="3763"/>
                    <a:pt x="6312" y="3620"/>
                    <a:pt x="6312" y="3430"/>
                  </a:cubicBezTo>
                  <a:lnTo>
                    <a:pt x="6312" y="2834"/>
                  </a:lnTo>
                  <a:cubicBezTo>
                    <a:pt x="6312" y="2668"/>
                    <a:pt x="6169" y="2501"/>
                    <a:pt x="5978" y="2501"/>
                  </a:cubicBezTo>
                  <a:lnTo>
                    <a:pt x="5669" y="2501"/>
                  </a:lnTo>
                  <a:cubicBezTo>
                    <a:pt x="5597" y="2263"/>
                    <a:pt x="5502" y="2001"/>
                    <a:pt x="5359" y="1787"/>
                  </a:cubicBezTo>
                  <a:lnTo>
                    <a:pt x="5597" y="1548"/>
                  </a:lnTo>
                  <a:cubicBezTo>
                    <a:pt x="5716" y="1429"/>
                    <a:pt x="5716" y="1239"/>
                    <a:pt x="5597" y="1120"/>
                  </a:cubicBezTo>
                  <a:lnTo>
                    <a:pt x="5193" y="691"/>
                  </a:lnTo>
                  <a:cubicBezTo>
                    <a:pt x="5133" y="632"/>
                    <a:pt x="5050" y="602"/>
                    <a:pt x="4966" y="602"/>
                  </a:cubicBezTo>
                  <a:cubicBezTo>
                    <a:pt x="4883" y="602"/>
                    <a:pt x="4800" y="632"/>
                    <a:pt x="4740" y="691"/>
                  </a:cubicBezTo>
                  <a:lnTo>
                    <a:pt x="4502" y="929"/>
                  </a:lnTo>
                  <a:cubicBezTo>
                    <a:pt x="4264" y="786"/>
                    <a:pt x="4026" y="691"/>
                    <a:pt x="3787" y="643"/>
                  </a:cubicBezTo>
                  <a:lnTo>
                    <a:pt x="3787" y="334"/>
                  </a:lnTo>
                  <a:cubicBezTo>
                    <a:pt x="3787" y="167"/>
                    <a:pt x="3645" y="0"/>
                    <a:pt x="3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89"/>
            <p:cNvSpPr/>
            <p:nvPr/>
          </p:nvSpPr>
          <p:spPr>
            <a:xfrm>
              <a:off x="6815766" y="2517955"/>
              <a:ext cx="19201" cy="49731"/>
            </a:xfrm>
            <a:custGeom>
              <a:rect b="b" l="l" r="r" t="t"/>
              <a:pathLst>
                <a:path extrusionOk="0" h="1668" w="644">
                  <a:moveTo>
                    <a:pt x="215" y="0"/>
                  </a:moveTo>
                  <a:cubicBezTo>
                    <a:pt x="120" y="0"/>
                    <a:pt x="48" y="48"/>
                    <a:pt x="25" y="143"/>
                  </a:cubicBezTo>
                  <a:cubicBezTo>
                    <a:pt x="1" y="262"/>
                    <a:pt x="96" y="357"/>
                    <a:pt x="215" y="357"/>
                  </a:cubicBezTo>
                  <a:lnTo>
                    <a:pt x="334" y="357"/>
                  </a:lnTo>
                  <a:lnTo>
                    <a:pt x="334" y="1477"/>
                  </a:lnTo>
                  <a:cubicBezTo>
                    <a:pt x="287" y="1572"/>
                    <a:pt x="382" y="1667"/>
                    <a:pt x="477" y="1667"/>
                  </a:cubicBezTo>
                  <a:cubicBezTo>
                    <a:pt x="572" y="1667"/>
                    <a:pt x="644" y="1572"/>
                    <a:pt x="644" y="1477"/>
                  </a:cubicBezTo>
                  <a:lnTo>
                    <a:pt x="644" y="167"/>
                  </a:lnTo>
                  <a:cubicBezTo>
                    <a:pt x="644" y="95"/>
                    <a:pt x="572" y="0"/>
                    <a:pt x="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89"/>
            <p:cNvSpPr/>
            <p:nvPr/>
          </p:nvSpPr>
          <p:spPr>
            <a:xfrm>
              <a:off x="6918033" y="2635099"/>
              <a:ext cx="119290" cy="118604"/>
            </a:xfrm>
            <a:custGeom>
              <a:rect b="b" l="l" r="r" t="t"/>
              <a:pathLst>
                <a:path extrusionOk="0" h="3978" w="4001">
                  <a:moveTo>
                    <a:pt x="1977" y="1"/>
                  </a:moveTo>
                  <a:cubicBezTo>
                    <a:pt x="881" y="1"/>
                    <a:pt x="0" y="882"/>
                    <a:pt x="0" y="2001"/>
                  </a:cubicBezTo>
                  <a:cubicBezTo>
                    <a:pt x="0" y="3096"/>
                    <a:pt x="881" y="3978"/>
                    <a:pt x="1977" y="3978"/>
                  </a:cubicBezTo>
                  <a:cubicBezTo>
                    <a:pt x="2334" y="3978"/>
                    <a:pt x="2691" y="3906"/>
                    <a:pt x="3001" y="3716"/>
                  </a:cubicBezTo>
                  <a:cubicBezTo>
                    <a:pt x="3096" y="3668"/>
                    <a:pt x="3120" y="3573"/>
                    <a:pt x="3048" y="3478"/>
                  </a:cubicBezTo>
                  <a:cubicBezTo>
                    <a:pt x="3020" y="3420"/>
                    <a:pt x="2973" y="3388"/>
                    <a:pt x="2920" y="3388"/>
                  </a:cubicBezTo>
                  <a:cubicBezTo>
                    <a:pt x="2885" y="3388"/>
                    <a:pt x="2848" y="3402"/>
                    <a:pt x="2810" y="3430"/>
                  </a:cubicBezTo>
                  <a:cubicBezTo>
                    <a:pt x="2572" y="3573"/>
                    <a:pt x="2286" y="3668"/>
                    <a:pt x="1977" y="3668"/>
                  </a:cubicBezTo>
                  <a:cubicBezTo>
                    <a:pt x="1072" y="3668"/>
                    <a:pt x="310" y="2906"/>
                    <a:pt x="310" y="2001"/>
                  </a:cubicBezTo>
                  <a:cubicBezTo>
                    <a:pt x="310" y="1072"/>
                    <a:pt x="1072" y="334"/>
                    <a:pt x="1977" y="334"/>
                  </a:cubicBezTo>
                  <a:cubicBezTo>
                    <a:pt x="2906" y="334"/>
                    <a:pt x="3644" y="1072"/>
                    <a:pt x="3644" y="2001"/>
                  </a:cubicBezTo>
                  <a:cubicBezTo>
                    <a:pt x="3644" y="2311"/>
                    <a:pt x="3572" y="2644"/>
                    <a:pt x="3358" y="2906"/>
                  </a:cubicBezTo>
                  <a:cubicBezTo>
                    <a:pt x="3287" y="3001"/>
                    <a:pt x="3334" y="3096"/>
                    <a:pt x="3406" y="3144"/>
                  </a:cubicBezTo>
                  <a:cubicBezTo>
                    <a:pt x="3443" y="3172"/>
                    <a:pt x="3481" y="3186"/>
                    <a:pt x="3515" y="3186"/>
                  </a:cubicBezTo>
                  <a:cubicBezTo>
                    <a:pt x="3569" y="3186"/>
                    <a:pt x="3615" y="3154"/>
                    <a:pt x="3644" y="3096"/>
                  </a:cubicBezTo>
                  <a:cubicBezTo>
                    <a:pt x="3882" y="2763"/>
                    <a:pt x="4001" y="2382"/>
                    <a:pt x="4001" y="1953"/>
                  </a:cubicBezTo>
                  <a:cubicBezTo>
                    <a:pt x="4001" y="882"/>
                    <a:pt x="3096" y="1"/>
                    <a:pt x="19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89"/>
            <p:cNvSpPr/>
            <p:nvPr/>
          </p:nvSpPr>
          <p:spPr>
            <a:xfrm>
              <a:off x="6870448" y="2586828"/>
              <a:ext cx="215175" cy="214459"/>
            </a:xfrm>
            <a:custGeom>
              <a:rect b="b" l="l" r="r" t="t"/>
              <a:pathLst>
                <a:path extrusionOk="0" h="7193" w="7217">
                  <a:moveTo>
                    <a:pt x="3906" y="334"/>
                  </a:moveTo>
                  <a:lnTo>
                    <a:pt x="3906" y="715"/>
                  </a:lnTo>
                  <a:cubicBezTo>
                    <a:pt x="3906" y="881"/>
                    <a:pt x="4025" y="1024"/>
                    <a:pt x="4168" y="1048"/>
                  </a:cubicBezTo>
                  <a:cubicBezTo>
                    <a:pt x="4454" y="1120"/>
                    <a:pt x="4716" y="1239"/>
                    <a:pt x="4954" y="1381"/>
                  </a:cubicBezTo>
                  <a:cubicBezTo>
                    <a:pt x="5006" y="1416"/>
                    <a:pt x="5059" y="1432"/>
                    <a:pt x="5110" y="1432"/>
                  </a:cubicBezTo>
                  <a:cubicBezTo>
                    <a:pt x="5199" y="1432"/>
                    <a:pt x="5283" y="1385"/>
                    <a:pt x="5359" y="1310"/>
                  </a:cubicBezTo>
                  <a:lnTo>
                    <a:pt x="5668" y="1024"/>
                  </a:lnTo>
                  <a:lnTo>
                    <a:pt x="6145" y="1501"/>
                  </a:lnTo>
                  <a:lnTo>
                    <a:pt x="5835" y="1786"/>
                  </a:lnTo>
                  <a:cubicBezTo>
                    <a:pt x="5716" y="1905"/>
                    <a:pt x="5716" y="2096"/>
                    <a:pt x="5788" y="2215"/>
                  </a:cubicBezTo>
                  <a:cubicBezTo>
                    <a:pt x="5930" y="2453"/>
                    <a:pt x="6049" y="2715"/>
                    <a:pt x="6121" y="2977"/>
                  </a:cubicBezTo>
                  <a:cubicBezTo>
                    <a:pt x="6145" y="3144"/>
                    <a:pt x="6288" y="3263"/>
                    <a:pt x="6430" y="3263"/>
                  </a:cubicBezTo>
                  <a:lnTo>
                    <a:pt x="6859" y="3263"/>
                  </a:lnTo>
                  <a:lnTo>
                    <a:pt x="6859" y="3930"/>
                  </a:lnTo>
                  <a:lnTo>
                    <a:pt x="6478" y="3930"/>
                  </a:lnTo>
                  <a:cubicBezTo>
                    <a:pt x="6311" y="3930"/>
                    <a:pt x="6169" y="4049"/>
                    <a:pt x="6145" y="4215"/>
                  </a:cubicBezTo>
                  <a:cubicBezTo>
                    <a:pt x="6073" y="4477"/>
                    <a:pt x="5954" y="4739"/>
                    <a:pt x="5811" y="4977"/>
                  </a:cubicBezTo>
                  <a:cubicBezTo>
                    <a:pt x="5716" y="5120"/>
                    <a:pt x="5764" y="5287"/>
                    <a:pt x="5883" y="5406"/>
                  </a:cubicBezTo>
                  <a:lnTo>
                    <a:pt x="6169" y="5692"/>
                  </a:lnTo>
                  <a:lnTo>
                    <a:pt x="5692" y="6168"/>
                  </a:lnTo>
                  <a:lnTo>
                    <a:pt x="5406" y="5882"/>
                  </a:lnTo>
                  <a:cubicBezTo>
                    <a:pt x="5334" y="5809"/>
                    <a:pt x="5234" y="5781"/>
                    <a:pt x="5140" y="5781"/>
                  </a:cubicBezTo>
                  <a:cubicBezTo>
                    <a:pt x="5081" y="5781"/>
                    <a:pt x="5024" y="5792"/>
                    <a:pt x="4978" y="5811"/>
                  </a:cubicBezTo>
                  <a:cubicBezTo>
                    <a:pt x="4740" y="5954"/>
                    <a:pt x="4478" y="6073"/>
                    <a:pt x="4216" y="6144"/>
                  </a:cubicBezTo>
                  <a:cubicBezTo>
                    <a:pt x="4049" y="6168"/>
                    <a:pt x="3930" y="6311"/>
                    <a:pt x="3930" y="6478"/>
                  </a:cubicBezTo>
                  <a:lnTo>
                    <a:pt x="3930" y="6883"/>
                  </a:lnTo>
                  <a:lnTo>
                    <a:pt x="3263" y="6883"/>
                  </a:lnTo>
                  <a:lnTo>
                    <a:pt x="3263" y="6502"/>
                  </a:lnTo>
                  <a:cubicBezTo>
                    <a:pt x="3263" y="6359"/>
                    <a:pt x="3144" y="6192"/>
                    <a:pt x="2977" y="6168"/>
                  </a:cubicBezTo>
                  <a:cubicBezTo>
                    <a:pt x="2715" y="6121"/>
                    <a:pt x="2453" y="6001"/>
                    <a:pt x="2215" y="5835"/>
                  </a:cubicBezTo>
                  <a:cubicBezTo>
                    <a:pt x="2162" y="5808"/>
                    <a:pt x="2105" y="5795"/>
                    <a:pt x="2048" y="5795"/>
                  </a:cubicBezTo>
                  <a:cubicBezTo>
                    <a:pt x="1954" y="5795"/>
                    <a:pt x="1861" y="5832"/>
                    <a:pt x="1787" y="5906"/>
                  </a:cubicBezTo>
                  <a:lnTo>
                    <a:pt x="1501" y="6192"/>
                  </a:lnTo>
                  <a:lnTo>
                    <a:pt x="1025" y="5716"/>
                  </a:lnTo>
                  <a:lnTo>
                    <a:pt x="1310" y="5430"/>
                  </a:lnTo>
                  <a:cubicBezTo>
                    <a:pt x="1429" y="5311"/>
                    <a:pt x="1429" y="5120"/>
                    <a:pt x="1382" y="5001"/>
                  </a:cubicBezTo>
                  <a:cubicBezTo>
                    <a:pt x="1239" y="4763"/>
                    <a:pt x="1120" y="4501"/>
                    <a:pt x="1048" y="4239"/>
                  </a:cubicBezTo>
                  <a:cubicBezTo>
                    <a:pt x="1025" y="4096"/>
                    <a:pt x="882" y="3977"/>
                    <a:pt x="715" y="3977"/>
                  </a:cubicBezTo>
                  <a:lnTo>
                    <a:pt x="310" y="3977"/>
                  </a:lnTo>
                  <a:lnTo>
                    <a:pt x="310" y="3287"/>
                  </a:lnTo>
                  <a:lnTo>
                    <a:pt x="691" y="3287"/>
                  </a:lnTo>
                  <a:cubicBezTo>
                    <a:pt x="834" y="3287"/>
                    <a:pt x="1001" y="3168"/>
                    <a:pt x="1025" y="3025"/>
                  </a:cubicBezTo>
                  <a:cubicBezTo>
                    <a:pt x="1072" y="2739"/>
                    <a:pt x="1191" y="2477"/>
                    <a:pt x="1358" y="2239"/>
                  </a:cubicBezTo>
                  <a:cubicBezTo>
                    <a:pt x="1429" y="2096"/>
                    <a:pt x="1406" y="1953"/>
                    <a:pt x="1287" y="1834"/>
                  </a:cubicBezTo>
                  <a:lnTo>
                    <a:pt x="1001" y="1524"/>
                  </a:lnTo>
                  <a:lnTo>
                    <a:pt x="1477" y="1048"/>
                  </a:lnTo>
                  <a:lnTo>
                    <a:pt x="1763" y="1358"/>
                  </a:lnTo>
                  <a:cubicBezTo>
                    <a:pt x="1830" y="1425"/>
                    <a:pt x="1920" y="1454"/>
                    <a:pt x="2007" y="1454"/>
                  </a:cubicBezTo>
                  <a:cubicBezTo>
                    <a:pt x="2074" y="1454"/>
                    <a:pt x="2140" y="1436"/>
                    <a:pt x="2192" y="1405"/>
                  </a:cubicBezTo>
                  <a:cubicBezTo>
                    <a:pt x="2430" y="1262"/>
                    <a:pt x="2692" y="1143"/>
                    <a:pt x="2954" y="1072"/>
                  </a:cubicBezTo>
                  <a:cubicBezTo>
                    <a:pt x="3096" y="1048"/>
                    <a:pt x="3216" y="905"/>
                    <a:pt x="3216" y="762"/>
                  </a:cubicBezTo>
                  <a:lnTo>
                    <a:pt x="3216" y="334"/>
                  </a:lnTo>
                  <a:close/>
                  <a:moveTo>
                    <a:pt x="3263" y="0"/>
                  </a:moveTo>
                  <a:cubicBezTo>
                    <a:pt x="3073" y="0"/>
                    <a:pt x="2930" y="143"/>
                    <a:pt x="2930" y="334"/>
                  </a:cubicBezTo>
                  <a:lnTo>
                    <a:pt x="2930" y="738"/>
                  </a:lnTo>
                  <a:cubicBezTo>
                    <a:pt x="2620" y="810"/>
                    <a:pt x="2334" y="929"/>
                    <a:pt x="2072" y="1120"/>
                  </a:cubicBezTo>
                  <a:lnTo>
                    <a:pt x="1763" y="810"/>
                  </a:lnTo>
                  <a:cubicBezTo>
                    <a:pt x="1703" y="750"/>
                    <a:pt x="1614" y="721"/>
                    <a:pt x="1525" y="721"/>
                  </a:cubicBezTo>
                  <a:cubicBezTo>
                    <a:pt x="1435" y="721"/>
                    <a:pt x="1346" y="750"/>
                    <a:pt x="1287" y="810"/>
                  </a:cubicBezTo>
                  <a:lnTo>
                    <a:pt x="810" y="1286"/>
                  </a:lnTo>
                  <a:cubicBezTo>
                    <a:pt x="691" y="1405"/>
                    <a:pt x="691" y="1643"/>
                    <a:pt x="810" y="1762"/>
                  </a:cubicBezTo>
                  <a:lnTo>
                    <a:pt x="1120" y="2072"/>
                  </a:lnTo>
                  <a:cubicBezTo>
                    <a:pt x="929" y="2334"/>
                    <a:pt x="810" y="2620"/>
                    <a:pt x="763" y="2929"/>
                  </a:cubicBezTo>
                  <a:lnTo>
                    <a:pt x="334" y="2929"/>
                  </a:lnTo>
                  <a:cubicBezTo>
                    <a:pt x="167" y="2929"/>
                    <a:pt x="1" y="3072"/>
                    <a:pt x="1" y="3263"/>
                  </a:cubicBezTo>
                  <a:lnTo>
                    <a:pt x="1" y="3930"/>
                  </a:lnTo>
                  <a:cubicBezTo>
                    <a:pt x="1" y="4120"/>
                    <a:pt x="167" y="4263"/>
                    <a:pt x="334" y="4263"/>
                  </a:cubicBezTo>
                  <a:lnTo>
                    <a:pt x="763" y="4263"/>
                  </a:lnTo>
                  <a:cubicBezTo>
                    <a:pt x="810" y="4573"/>
                    <a:pt x="929" y="4858"/>
                    <a:pt x="1120" y="5120"/>
                  </a:cubicBezTo>
                  <a:lnTo>
                    <a:pt x="810" y="5430"/>
                  </a:lnTo>
                  <a:cubicBezTo>
                    <a:pt x="691" y="5549"/>
                    <a:pt x="691" y="5787"/>
                    <a:pt x="810" y="5906"/>
                  </a:cubicBezTo>
                  <a:lnTo>
                    <a:pt x="1287" y="6382"/>
                  </a:lnTo>
                  <a:cubicBezTo>
                    <a:pt x="1346" y="6442"/>
                    <a:pt x="1435" y="6472"/>
                    <a:pt x="1525" y="6472"/>
                  </a:cubicBezTo>
                  <a:cubicBezTo>
                    <a:pt x="1614" y="6472"/>
                    <a:pt x="1703" y="6442"/>
                    <a:pt x="1763" y="6382"/>
                  </a:cubicBezTo>
                  <a:lnTo>
                    <a:pt x="2072" y="6073"/>
                  </a:lnTo>
                  <a:cubicBezTo>
                    <a:pt x="2334" y="6263"/>
                    <a:pt x="2620" y="6382"/>
                    <a:pt x="2930" y="6430"/>
                  </a:cubicBezTo>
                  <a:lnTo>
                    <a:pt x="2930" y="6859"/>
                  </a:lnTo>
                  <a:cubicBezTo>
                    <a:pt x="2930" y="7025"/>
                    <a:pt x="3073" y="7192"/>
                    <a:pt x="3263" y="7192"/>
                  </a:cubicBezTo>
                  <a:lnTo>
                    <a:pt x="3930" y="7192"/>
                  </a:lnTo>
                  <a:cubicBezTo>
                    <a:pt x="4120" y="7192"/>
                    <a:pt x="4263" y="7025"/>
                    <a:pt x="4263" y="6859"/>
                  </a:cubicBezTo>
                  <a:lnTo>
                    <a:pt x="4263" y="6430"/>
                  </a:lnTo>
                  <a:cubicBezTo>
                    <a:pt x="4573" y="6382"/>
                    <a:pt x="4859" y="6263"/>
                    <a:pt x="5121" y="6073"/>
                  </a:cubicBezTo>
                  <a:lnTo>
                    <a:pt x="5430" y="6382"/>
                  </a:lnTo>
                  <a:cubicBezTo>
                    <a:pt x="5490" y="6442"/>
                    <a:pt x="5579" y="6472"/>
                    <a:pt x="5668" y="6472"/>
                  </a:cubicBezTo>
                  <a:cubicBezTo>
                    <a:pt x="5758" y="6472"/>
                    <a:pt x="5847" y="6442"/>
                    <a:pt x="5907" y="6382"/>
                  </a:cubicBezTo>
                  <a:lnTo>
                    <a:pt x="6383" y="5906"/>
                  </a:lnTo>
                  <a:cubicBezTo>
                    <a:pt x="6502" y="5787"/>
                    <a:pt x="6502" y="5549"/>
                    <a:pt x="6383" y="5430"/>
                  </a:cubicBezTo>
                  <a:lnTo>
                    <a:pt x="6073" y="5120"/>
                  </a:lnTo>
                  <a:cubicBezTo>
                    <a:pt x="6264" y="4858"/>
                    <a:pt x="6383" y="4573"/>
                    <a:pt x="6430" y="4263"/>
                  </a:cubicBezTo>
                  <a:lnTo>
                    <a:pt x="6859" y="4263"/>
                  </a:lnTo>
                  <a:cubicBezTo>
                    <a:pt x="7026" y="4263"/>
                    <a:pt x="7193" y="4120"/>
                    <a:pt x="7193" y="3930"/>
                  </a:cubicBezTo>
                  <a:lnTo>
                    <a:pt x="7193" y="3263"/>
                  </a:lnTo>
                  <a:cubicBezTo>
                    <a:pt x="7216" y="3072"/>
                    <a:pt x="7073" y="2929"/>
                    <a:pt x="6883" y="2929"/>
                  </a:cubicBezTo>
                  <a:lnTo>
                    <a:pt x="6478" y="2929"/>
                  </a:lnTo>
                  <a:cubicBezTo>
                    <a:pt x="6407" y="2620"/>
                    <a:pt x="6288" y="2334"/>
                    <a:pt x="6121" y="2072"/>
                  </a:cubicBezTo>
                  <a:lnTo>
                    <a:pt x="6407" y="1762"/>
                  </a:lnTo>
                  <a:cubicBezTo>
                    <a:pt x="6478" y="1715"/>
                    <a:pt x="6502" y="1643"/>
                    <a:pt x="6502" y="1596"/>
                  </a:cubicBezTo>
                  <a:cubicBezTo>
                    <a:pt x="6526" y="1477"/>
                    <a:pt x="6478" y="1381"/>
                    <a:pt x="6407" y="1286"/>
                  </a:cubicBezTo>
                  <a:lnTo>
                    <a:pt x="5930" y="810"/>
                  </a:lnTo>
                  <a:cubicBezTo>
                    <a:pt x="5883" y="738"/>
                    <a:pt x="5835" y="715"/>
                    <a:pt x="5764" y="715"/>
                  </a:cubicBezTo>
                  <a:cubicBezTo>
                    <a:pt x="5736" y="709"/>
                    <a:pt x="5707" y="706"/>
                    <a:pt x="5680" y="706"/>
                  </a:cubicBezTo>
                  <a:cubicBezTo>
                    <a:pt x="5590" y="706"/>
                    <a:pt x="5503" y="737"/>
                    <a:pt x="5430" y="810"/>
                  </a:cubicBezTo>
                  <a:lnTo>
                    <a:pt x="5121" y="1120"/>
                  </a:lnTo>
                  <a:cubicBezTo>
                    <a:pt x="4859" y="929"/>
                    <a:pt x="4573" y="810"/>
                    <a:pt x="4263" y="738"/>
                  </a:cubicBezTo>
                  <a:lnTo>
                    <a:pt x="4263" y="334"/>
                  </a:lnTo>
                  <a:cubicBezTo>
                    <a:pt x="4263" y="143"/>
                    <a:pt x="4120" y="0"/>
                    <a:pt x="39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89"/>
            <p:cNvSpPr/>
            <p:nvPr/>
          </p:nvSpPr>
          <p:spPr>
            <a:xfrm>
              <a:off x="6961325" y="2667777"/>
              <a:ext cx="32707" cy="51133"/>
            </a:xfrm>
            <a:custGeom>
              <a:rect b="b" l="l" r="r" t="t"/>
              <a:pathLst>
                <a:path extrusionOk="0" h="1715" w="1097">
                  <a:moveTo>
                    <a:pt x="525" y="0"/>
                  </a:moveTo>
                  <a:cubicBezTo>
                    <a:pt x="287" y="0"/>
                    <a:pt x="96" y="167"/>
                    <a:pt x="25" y="381"/>
                  </a:cubicBezTo>
                  <a:cubicBezTo>
                    <a:pt x="1" y="476"/>
                    <a:pt x="48" y="572"/>
                    <a:pt x="120" y="595"/>
                  </a:cubicBezTo>
                  <a:cubicBezTo>
                    <a:pt x="136" y="600"/>
                    <a:pt x="153" y="601"/>
                    <a:pt x="170" y="601"/>
                  </a:cubicBezTo>
                  <a:cubicBezTo>
                    <a:pt x="253" y="601"/>
                    <a:pt x="338" y="555"/>
                    <a:pt x="358" y="476"/>
                  </a:cubicBezTo>
                  <a:cubicBezTo>
                    <a:pt x="382" y="381"/>
                    <a:pt x="453" y="357"/>
                    <a:pt x="501" y="357"/>
                  </a:cubicBezTo>
                  <a:cubicBezTo>
                    <a:pt x="596" y="357"/>
                    <a:pt x="644" y="405"/>
                    <a:pt x="644" y="500"/>
                  </a:cubicBezTo>
                  <a:lnTo>
                    <a:pt x="644" y="524"/>
                  </a:lnTo>
                  <a:cubicBezTo>
                    <a:pt x="644" y="619"/>
                    <a:pt x="620" y="715"/>
                    <a:pt x="572" y="810"/>
                  </a:cubicBezTo>
                  <a:cubicBezTo>
                    <a:pt x="358" y="1096"/>
                    <a:pt x="239" y="1262"/>
                    <a:pt x="168" y="1334"/>
                  </a:cubicBezTo>
                  <a:cubicBezTo>
                    <a:pt x="96" y="1453"/>
                    <a:pt x="48" y="1524"/>
                    <a:pt x="96" y="1596"/>
                  </a:cubicBezTo>
                  <a:cubicBezTo>
                    <a:pt x="120" y="1667"/>
                    <a:pt x="144" y="1691"/>
                    <a:pt x="215" y="1715"/>
                  </a:cubicBezTo>
                  <a:lnTo>
                    <a:pt x="930" y="1715"/>
                  </a:lnTo>
                  <a:cubicBezTo>
                    <a:pt x="1001" y="1715"/>
                    <a:pt x="1096" y="1667"/>
                    <a:pt x="1096" y="1572"/>
                  </a:cubicBezTo>
                  <a:cubicBezTo>
                    <a:pt x="1096" y="1453"/>
                    <a:pt x="1049" y="1357"/>
                    <a:pt x="930" y="1357"/>
                  </a:cubicBezTo>
                  <a:lnTo>
                    <a:pt x="596" y="1357"/>
                  </a:lnTo>
                  <a:cubicBezTo>
                    <a:pt x="644" y="1286"/>
                    <a:pt x="739" y="1167"/>
                    <a:pt x="858" y="976"/>
                  </a:cubicBezTo>
                  <a:cubicBezTo>
                    <a:pt x="953" y="857"/>
                    <a:pt x="1001" y="738"/>
                    <a:pt x="1049" y="619"/>
                  </a:cubicBezTo>
                  <a:lnTo>
                    <a:pt x="1049" y="595"/>
                  </a:lnTo>
                  <a:lnTo>
                    <a:pt x="1049" y="524"/>
                  </a:lnTo>
                  <a:lnTo>
                    <a:pt x="1049" y="500"/>
                  </a:lnTo>
                  <a:cubicBezTo>
                    <a:pt x="1049" y="238"/>
                    <a:pt x="811" y="0"/>
                    <a:pt x="5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2" name="Google Shape;19432;p89"/>
          <p:cNvGrpSpPr/>
          <p:nvPr/>
        </p:nvGrpSpPr>
        <p:grpSpPr>
          <a:xfrm>
            <a:off x="6273306" y="2448366"/>
            <a:ext cx="352920" cy="353606"/>
            <a:chOff x="6158994" y="2448366"/>
            <a:chExt cx="352920" cy="353606"/>
          </a:xfrm>
        </p:grpSpPr>
        <p:sp>
          <p:nvSpPr>
            <p:cNvPr id="19433" name="Google Shape;19433;p89"/>
            <p:cNvSpPr/>
            <p:nvPr/>
          </p:nvSpPr>
          <p:spPr>
            <a:xfrm>
              <a:off x="6255566" y="2546339"/>
              <a:ext cx="158347" cy="157662"/>
            </a:xfrm>
            <a:custGeom>
              <a:rect b="b" l="l" r="r" t="t"/>
              <a:pathLst>
                <a:path extrusionOk="0" h="5288" w="5311">
                  <a:moveTo>
                    <a:pt x="2644" y="1"/>
                  </a:moveTo>
                  <a:cubicBezTo>
                    <a:pt x="1191" y="1"/>
                    <a:pt x="0" y="1192"/>
                    <a:pt x="0" y="2644"/>
                  </a:cubicBezTo>
                  <a:cubicBezTo>
                    <a:pt x="0" y="4097"/>
                    <a:pt x="1191" y="5288"/>
                    <a:pt x="2644" y="5288"/>
                  </a:cubicBezTo>
                  <a:cubicBezTo>
                    <a:pt x="4120" y="5288"/>
                    <a:pt x="5311" y="4097"/>
                    <a:pt x="5311" y="2644"/>
                  </a:cubicBezTo>
                  <a:cubicBezTo>
                    <a:pt x="5311" y="1192"/>
                    <a:pt x="4120" y="1"/>
                    <a:pt x="2644"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89"/>
            <p:cNvSpPr/>
            <p:nvPr/>
          </p:nvSpPr>
          <p:spPr>
            <a:xfrm>
              <a:off x="6302406" y="2549201"/>
              <a:ext cx="111508" cy="154799"/>
            </a:xfrm>
            <a:custGeom>
              <a:rect b="b" l="l" r="r" t="t"/>
              <a:pathLst>
                <a:path extrusionOk="0" h="5192" w="3740">
                  <a:moveTo>
                    <a:pt x="1716" y="0"/>
                  </a:moveTo>
                  <a:lnTo>
                    <a:pt x="1716" y="0"/>
                  </a:lnTo>
                  <a:cubicBezTo>
                    <a:pt x="2621" y="405"/>
                    <a:pt x="3287" y="1334"/>
                    <a:pt x="3287" y="2405"/>
                  </a:cubicBezTo>
                  <a:cubicBezTo>
                    <a:pt x="3287" y="3858"/>
                    <a:pt x="2097" y="5049"/>
                    <a:pt x="644" y="5049"/>
                  </a:cubicBezTo>
                  <a:cubicBezTo>
                    <a:pt x="430" y="5049"/>
                    <a:pt x="215" y="5025"/>
                    <a:pt x="1" y="4953"/>
                  </a:cubicBezTo>
                  <a:lnTo>
                    <a:pt x="1" y="4953"/>
                  </a:lnTo>
                  <a:cubicBezTo>
                    <a:pt x="334" y="5120"/>
                    <a:pt x="692" y="5192"/>
                    <a:pt x="1073" y="5192"/>
                  </a:cubicBezTo>
                  <a:cubicBezTo>
                    <a:pt x="2549" y="5192"/>
                    <a:pt x="3740" y="4001"/>
                    <a:pt x="3740" y="2548"/>
                  </a:cubicBezTo>
                  <a:cubicBezTo>
                    <a:pt x="3740" y="1310"/>
                    <a:pt x="2859" y="262"/>
                    <a:pt x="1716"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89"/>
            <p:cNvSpPr/>
            <p:nvPr/>
          </p:nvSpPr>
          <p:spPr>
            <a:xfrm>
              <a:off x="6163257" y="2454031"/>
              <a:ext cx="343678" cy="342276"/>
            </a:xfrm>
            <a:custGeom>
              <a:rect b="b" l="l" r="r" t="t"/>
              <a:pathLst>
                <a:path extrusionOk="0" h="11480" w="11527">
                  <a:moveTo>
                    <a:pt x="5740" y="1477"/>
                  </a:moveTo>
                  <a:cubicBezTo>
                    <a:pt x="8097" y="1477"/>
                    <a:pt x="10002" y="3383"/>
                    <a:pt x="10002" y="5740"/>
                  </a:cubicBezTo>
                  <a:cubicBezTo>
                    <a:pt x="10002" y="8098"/>
                    <a:pt x="8097" y="10003"/>
                    <a:pt x="5740" y="10003"/>
                  </a:cubicBezTo>
                  <a:cubicBezTo>
                    <a:pt x="3406" y="10003"/>
                    <a:pt x="1501" y="8098"/>
                    <a:pt x="1501" y="5740"/>
                  </a:cubicBezTo>
                  <a:cubicBezTo>
                    <a:pt x="1501" y="5145"/>
                    <a:pt x="1620" y="4573"/>
                    <a:pt x="1810" y="4073"/>
                  </a:cubicBezTo>
                  <a:lnTo>
                    <a:pt x="2549" y="4002"/>
                  </a:lnTo>
                  <a:cubicBezTo>
                    <a:pt x="2644" y="4002"/>
                    <a:pt x="2691" y="3930"/>
                    <a:pt x="2644" y="3859"/>
                  </a:cubicBezTo>
                  <a:lnTo>
                    <a:pt x="2358" y="3192"/>
                  </a:lnTo>
                  <a:cubicBezTo>
                    <a:pt x="3120" y="2168"/>
                    <a:pt x="4335" y="1477"/>
                    <a:pt x="5740" y="1477"/>
                  </a:cubicBezTo>
                  <a:close/>
                  <a:moveTo>
                    <a:pt x="5740" y="1"/>
                  </a:moveTo>
                  <a:cubicBezTo>
                    <a:pt x="2572" y="1"/>
                    <a:pt x="0" y="2597"/>
                    <a:pt x="0" y="5740"/>
                  </a:cubicBezTo>
                  <a:cubicBezTo>
                    <a:pt x="0" y="8931"/>
                    <a:pt x="2596" y="11479"/>
                    <a:pt x="5740" y="11479"/>
                  </a:cubicBezTo>
                  <a:cubicBezTo>
                    <a:pt x="8931" y="11479"/>
                    <a:pt x="11503" y="8884"/>
                    <a:pt x="11503" y="5740"/>
                  </a:cubicBezTo>
                  <a:cubicBezTo>
                    <a:pt x="11527" y="2549"/>
                    <a:pt x="8931" y="1"/>
                    <a:pt x="5740"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89"/>
            <p:cNvSpPr/>
            <p:nvPr/>
          </p:nvSpPr>
          <p:spPr>
            <a:xfrm>
              <a:off x="6162542" y="2625886"/>
              <a:ext cx="107960" cy="149135"/>
            </a:xfrm>
            <a:custGeom>
              <a:rect b="b" l="l" r="r" t="t"/>
              <a:pathLst>
                <a:path extrusionOk="0" h="5002" w="3621">
                  <a:moveTo>
                    <a:pt x="1" y="0"/>
                  </a:moveTo>
                  <a:cubicBezTo>
                    <a:pt x="1" y="2143"/>
                    <a:pt x="1167" y="4001"/>
                    <a:pt x="2882" y="5001"/>
                  </a:cubicBezTo>
                  <a:lnTo>
                    <a:pt x="3620" y="3691"/>
                  </a:lnTo>
                  <a:cubicBezTo>
                    <a:pt x="3144" y="3405"/>
                    <a:pt x="2739" y="3024"/>
                    <a:pt x="2382" y="2572"/>
                  </a:cubicBezTo>
                  <a:lnTo>
                    <a:pt x="2668" y="1881"/>
                  </a:lnTo>
                  <a:cubicBezTo>
                    <a:pt x="2715" y="1834"/>
                    <a:pt x="2644" y="1738"/>
                    <a:pt x="2596" y="1738"/>
                  </a:cubicBezTo>
                  <a:lnTo>
                    <a:pt x="1834" y="1667"/>
                  </a:lnTo>
                  <a:cubicBezTo>
                    <a:pt x="1644" y="1167"/>
                    <a:pt x="1525" y="595"/>
                    <a:pt x="152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89"/>
            <p:cNvSpPr/>
            <p:nvPr/>
          </p:nvSpPr>
          <p:spPr>
            <a:xfrm>
              <a:off x="6398262" y="2476780"/>
              <a:ext cx="108676" cy="149135"/>
            </a:xfrm>
            <a:custGeom>
              <a:rect b="b" l="l" r="r" t="t"/>
              <a:pathLst>
                <a:path extrusionOk="0" h="5002" w="3645">
                  <a:moveTo>
                    <a:pt x="763" y="0"/>
                  </a:moveTo>
                  <a:lnTo>
                    <a:pt x="1" y="1310"/>
                  </a:lnTo>
                  <a:cubicBezTo>
                    <a:pt x="525" y="1619"/>
                    <a:pt x="930" y="1977"/>
                    <a:pt x="1287" y="2453"/>
                  </a:cubicBezTo>
                  <a:lnTo>
                    <a:pt x="1001" y="3120"/>
                  </a:lnTo>
                  <a:cubicBezTo>
                    <a:pt x="954" y="3191"/>
                    <a:pt x="1025" y="3286"/>
                    <a:pt x="1073" y="3286"/>
                  </a:cubicBezTo>
                  <a:lnTo>
                    <a:pt x="1811" y="3334"/>
                  </a:lnTo>
                  <a:cubicBezTo>
                    <a:pt x="2025" y="3858"/>
                    <a:pt x="2144" y="4406"/>
                    <a:pt x="2144" y="5001"/>
                  </a:cubicBezTo>
                  <a:lnTo>
                    <a:pt x="3645" y="5001"/>
                  </a:lnTo>
                  <a:cubicBezTo>
                    <a:pt x="3645" y="2858"/>
                    <a:pt x="2478" y="1024"/>
                    <a:pt x="76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89"/>
            <p:cNvSpPr/>
            <p:nvPr/>
          </p:nvSpPr>
          <p:spPr>
            <a:xfrm>
              <a:off x="6397576" y="2625886"/>
              <a:ext cx="108646" cy="149135"/>
            </a:xfrm>
            <a:custGeom>
              <a:rect b="b" l="l" r="r" t="t"/>
              <a:pathLst>
                <a:path extrusionOk="0" h="5002" w="3644">
                  <a:moveTo>
                    <a:pt x="2143" y="0"/>
                  </a:moveTo>
                  <a:cubicBezTo>
                    <a:pt x="2143" y="595"/>
                    <a:pt x="2024" y="1167"/>
                    <a:pt x="1810" y="1667"/>
                  </a:cubicBezTo>
                  <a:lnTo>
                    <a:pt x="1072" y="1738"/>
                  </a:lnTo>
                  <a:cubicBezTo>
                    <a:pt x="977" y="1738"/>
                    <a:pt x="953" y="1834"/>
                    <a:pt x="977" y="1881"/>
                  </a:cubicBezTo>
                  <a:lnTo>
                    <a:pt x="1286" y="2572"/>
                  </a:lnTo>
                  <a:cubicBezTo>
                    <a:pt x="929" y="3024"/>
                    <a:pt x="500" y="3405"/>
                    <a:pt x="0" y="3691"/>
                  </a:cubicBezTo>
                  <a:lnTo>
                    <a:pt x="738" y="5001"/>
                  </a:lnTo>
                  <a:cubicBezTo>
                    <a:pt x="2477" y="4025"/>
                    <a:pt x="3644" y="2143"/>
                    <a:pt x="3644"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89"/>
            <p:cNvSpPr/>
            <p:nvPr/>
          </p:nvSpPr>
          <p:spPr>
            <a:xfrm>
              <a:off x="6288214" y="2456893"/>
              <a:ext cx="218723" cy="339414"/>
            </a:xfrm>
            <a:custGeom>
              <a:rect b="b" l="l" r="r" t="t"/>
              <a:pathLst>
                <a:path extrusionOk="0" h="11384" w="7336">
                  <a:moveTo>
                    <a:pt x="2620" y="0"/>
                  </a:moveTo>
                  <a:cubicBezTo>
                    <a:pt x="5049" y="667"/>
                    <a:pt x="6835" y="2906"/>
                    <a:pt x="6835" y="5525"/>
                  </a:cubicBezTo>
                  <a:cubicBezTo>
                    <a:pt x="6835" y="8716"/>
                    <a:pt x="4240" y="11264"/>
                    <a:pt x="1072" y="11264"/>
                  </a:cubicBezTo>
                  <a:cubicBezTo>
                    <a:pt x="715" y="11264"/>
                    <a:pt x="358" y="11241"/>
                    <a:pt x="1" y="11193"/>
                  </a:cubicBezTo>
                  <a:lnTo>
                    <a:pt x="1" y="11193"/>
                  </a:lnTo>
                  <a:cubicBezTo>
                    <a:pt x="525" y="11336"/>
                    <a:pt x="1025" y="11383"/>
                    <a:pt x="1549" y="11383"/>
                  </a:cubicBezTo>
                  <a:cubicBezTo>
                    <a:pt x="4740" y="11383"/>
                    <a:pt x="7312" y="8812"/>
                    <a:pt x="7312" y="5644"/>
                  </a:cubicBezTo>
                  <a:cubicBezTo>
                    <a:pt x="7336" y="2858"/>
                    <a:pt x="5311" y="500"/>
                    <a:pt x="2620"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89"/>
            <p:cNvSpPr/>
            <p:nvPr/>
          </p:nvSpPr>
          <p:spPr>
            <a:xfrm>
              <a:off x="6248470" y="2454031"/>
              <a:ext cx="170423" cy="64997"/>
            </a:xfrm>
            <a:custGeom>
              <a:rect b="b" l="l" r="r" t="t"/>
              <a:pathLst>
                <a:path extrusionOk="0" h="2180" w="5716">
                  <a:moveTo>
                    <a:pt x="2882" y="1"/>
                  </a:moveTo>
                  <a:cubicBezTo>
                    <a:pt x="1858" y="1"/>
                    <a:pt x="857" y="263"/>
                    <a:pt x="0" y="763"/>
                  </a:cubicBezTo>
                  <a:lnTo>
                    <a:pt x="738" y="2073"/>
                  </a:lnTo>
                  <a:cubicBezTo>
                    <a:pt x="1215" y="1811"/>
                    <a:pt x="1762" y="1597"/>
                    <a:pt x="2358" y="1549"/>
                  </a:cubicBezTo>
                  <a:lnTo>
                    <a:pt x="2763" y="2144"/>
                  </a:lnTo>
                  <a:cubicBezTo>
                    <a:pt x="2798" y="2168"/>
                    <a:pt x="2840" y="2180"/>
                    <a:pt x="2876" y="2180"/>
                  </a:cubicBezTo>
                  <a:cubicBezTo>
                    <a:pt x="2911" y="2180"/>
                    <a:pt x="2941" y="2168"/>
                    <a:pt x="2953" y="2144"/>
                  </a:cubicBezTo>
                  <a:lnTo>
                    <a:pt x="3358" y="1549"/>
                  </a:lnTo>
                  <a:cubicBezTo>
                    <a:pt x="3929" y="1597"/>
                    <a:pt x="4501" y="1811"/>
                    <a:pt x="4977" y="2073"/>
                  </a:cubicBezTo>
                  <a:lnTo>
                    <a:pt x="5716" y="763"/>
                  </a:lnTo>
                  <a:cubicBezTo>
                    <a:pt x="4954" y="263"/>
                    <a:pt x="3953" y="1"/>
                    <a:pt x="2882"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89"/>
            <p:cNvSpPr/>
            <p:nvPr/>
          </p:nvSpPr>
          <p:spPr>
            <a:xfrm>
              <a:off x="6365614" y="2457609"/>
              <a:ext cx="53995" cy="24866"/>
            </a:xfrm>
            <a:custGeom>
              <a:rect b="b" l="l" r="r" t="t"/>
              <a:pathLst>
                <a:path extrusionOk="0" h="834" w="1811">
                  <a:moveTo>
                    <a:pt x="0" y="0"/>
                  </a:moveTo>
                  <a:cubicBezTo>
                    <a:pt x="620" y="167"/>
                    <a:pt x="1215" y="452"/>
                    <a:pt x="1739" y="834"/>
                  </a:cubicBezTo>
                  <a:lnTo>
                    <a:pt x="1810" y="691"/>
                  </a:lnTo>
                  <a:cubicBezTo>
                    <a:pt x="1810" y="619"/>
                    <a:pt x="1763" y="595"/>
                    <a:pt x="1739" y="572"/>
                  </a:cubicBezTo>
                  <a:lnTo>
                    <a:pt x="1548" y="476"/>
                  </a:lnTo>
                  <a:cubicBezTo>
                    <a:pt x="1501" y="452"/>
                    <a:pt x="1453" y="405"/>
                    <a:pt x="1406" y="405"/>
                  </a:cubicBezTo>
                  <a:cubicBezTo>
                    <a:pt x="1215" y="333"/>
                    <a:pt x="1025" y="238"/>
                    <a:pt x="810" y="167"/>
                  </a:cubicBezTo>
                  <a:cubicBezTo>
                    <a:pt x="596" y="119"/>
                    <a:pt x="358" y="24"/>
                    <a:pt x="12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89"/>
            <p:cNvSpPr/>
            <p:nvPr/>
          </p:nvSpPr>
          <p:spPr>
            <a:xfrm>
              <a:off x="6249871" y="2732208"/>
              <a:ext cx="172569" cy="65533"/>
            </a:xfrm>
            <a:custGeom>
              <a:rect b="b" l="l" r="r" t="t"/>
              <a:pathLst>
                <a:path extrusionOk="0" h="2198" w="5788">
                  <a:moveTo>
                    <a:pt x="2861" y="0"/>
                  </a:moveTo>
                  <a:cubicBezTo>
                    <a:pt x="2829" y="0"/>
                    <a:pt x="2799" y="18"/>
                    <a:pt x="2787" y="54"/>
                  </a:cubicBezTo>
                  <a:lnTo>
                    <a:pt x="2358" y="649"/>
                  </a:lnTo>
                  <a:cubicBezTo>
                    <a:pt x="1787" y="578"/>
                    <a:pt x="1239" y="363"/>
                    <a:pt x="763" y="101"/>
                  </a:cubicBezTo>
                  <a:lnTo>
                    <a:pt x="1" y="1411"/>
                  </a:lnTo>
                  <a:cubicBezTo>
                    <a:pt x="834" y="1888"/>
                    <a:pt x="1858" y="2197"/>
                    <a:pt x="2906" y="2197"/>
                  </a:cubicBezTo>
                  <a:cubicBezTo>
                    <a:pt x="3930" y="2197"/>
                    <a:pt x="4930" y="1911"/>
                    <a:pt x="5788" y="1411"/>
                  </a:cubicBezTo>
                  <a:lnTo>
                    <a:pt x="4978" y="101"/>
                  </a:lnTo>
                  <a:cubicBezTo>
                    <a:pt x="4502" y="363"/>
                    <a:pt x="3978" y="578"/>
                    <a:pt x="3382" y="649"/>
                  </a:cubicBezTo>
                  <a:lnTo>
                    <a:pt x="2954" y="54"/>
                  </a:lnTo>
                  <a:cubicBezTo>
                    <a:pt x="2930" y="18"/>
                    <a:pt x="2894" y="0"/>
                    <a:pt x="2861"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89"/>
            <p:cNvSpPr/>
            <p:nvPr/>
          </p:nvSpPr>
          <p:spPr>
            <a:xfrm>
              <a:off x="6421011" y="2478181"/>
              <a:ext cx="85927" cy="149135"/>
            </a:xfrm>
            <a:custGeom>
              <a:rect b="b" l="l" r="r" t="t"/>
              <a:pathLst>
                <a:path extrusionOk="0" h="5002" w="2882">
                  <a:moveTo>
                    <a:pt x="71" y="1"/>
                  </a:moveTo>
                  <a:lnTo>
                    <a:pt x="0" y="144"/>
                  </a:lnTo>
                  <a:cubicBezTo>
                    <a:pt x="1477" y="1191"/>
                    <a:pt x="2453" y="2906"/>
                    <a:pt x="2453" y="4883"/>
                  </a:cubicBezTo>
                  <a:lnTo>
                    <a:pt x="2453" y="5002"/>
                  </a:lnTo>
                  <a:lnTo>
                    <a:pt x="2882" y="5002"/>
                  </a:lnTo>
                  <a:lnTo>
                    <a:pt x="2882" y="4954"/>
                  </a:lnTo>
                  <a:lnTo>
                    <a:pt x="2882" y="4883"/>
                  </a:lnTo>
                  <a:lnTo>
                    <a:pt x="2882" y="4573"/>
                  </a:lnTo>
                  <a:cubicBezTo>
                    <a:pt x="2882" y="4478"/>
                    <a:pt x="2858" y="4359"/>
                    <a:pt x="2858" y="4287"/>
                  </a:cubicBezTo>
                  <a:cubicBezTo>
                    <a:pt x="2786" y="3882"/>
                    <a:pt x="2739" y="3525"/>
                    <a:pt x="2620" y="3144"/>
                  </a:cubicBezTo>
                  <a:cubicBezTo>
                    <a:pt x="2524" y="2906"/>
                    <a:pt x="2429" y="2668"/>
                    <a:pt x="2310" y="2430"/>
                  </a:cubicBezTo>
                  <a:cubicBezTo>
                    <a:pt x="2262" y="2311"/>
                    <a:pt x="2191" y="2168"/>
                    <a:pt x="2096" y="2049"/>
                  </a:cubicBezTo>
                  <a:cubicBezTo>
                    <a:pt x="1953" y="1787"/>
                    <a:pt x="1738" y="1501"/>
                    <a:pt x="1572" y="1263"/>
                  </a:cubicBezTo>
                  <a:cubicBezTo>
                    <a:pt x="1310" y="977"/>
                    <a:pt x="1000" y="667"/>
                    <a:pt x="714" y="429"/>
                  </a:cubicBezTo>
                  <a:cubicBezTo>
                    <a:pt x="619" y="382"/>
                    <a:pt x="524" y="286"/>
                    <a:pt x="429" y="239"/>
                  </a:cubicBezTo>
                  <a:cubicBezTo>
                    <a:pt x="357" y="167"/>
                    <a:pt x="238" y="120"/>
                    <a:pt x="143" y="24"/>
                  </a:cubicBezTo>
                  <a:cubicBezTo>
                    <a:pt x="119" y="24"/>
                    <a:pt x="71" y="1"/>
                    <a:pt x="71"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89"/>
            <p:cNvSpPr/>
            <p:nvPr/>
          </p:nvSpPr>
          <p:spPr>
            <a:xfrm>
              <a:off x="6289645" y="2763633"/>
              <a:ext cx="131365" cy="34108"/>
            </a:xfrm>
            <a:custGeom>
              <a:rect b="b" l="l" r="r" t="t"/>
              <a:pathLst>
                <a:path extrusionOk="0" h="1144" w="4406">
                  <a:moveTo>
                    <a:pt x="0" y="881"/>
                  </a:moveTo>
                  <a:lnTo>
                    <a:pt x="0" y="881"/>
                  </a:lnTo>
                  <a:cubicBezTo>
                    <a:pt x="3" y="882"/>
                    <a:pt x="5" y="882"/>
                    <a:pt x="8" y="883"/>
                  </a:cubicBezTo>
                  <a:lnTo>
                    <a:pt x="8" y="883"/>
                  </a:lnTo>
                  <a:cubicBezTo>
                    <a:pt x="5" y="882"/>
                    <a:pt x="3" y="881"/>
                    <a:pt x="0" y="881"/>
                  </a:cubicBezTo>
                  <a:close/>
                  <a:moveTo>
                    <a:pt x="4239" y="0"/>
                  </a:moveTo>
                  <a:cubicBezTo>
                    <a:pt x="3358" y="619"/>
                    <a:pt x="2263" y="976"/>
                    <a:pt x="1072" y="976"/>
                  </a:cubicBezTo>
                  <a:cubicBezTo>
                    <a:pt x="670" y="976"/>
                    <a:pt x="362" y="953"/>
                    <a:pt x="8" y="883"/>
                  </a:cubicBezTo>
                  <a:lnTo>
                    <a:pt x="8" y="883"/>
                  </a:lnTo>
                  <a:cubicBezTo>
                    <a:pt x="29" y="891"/>
                    <a:pt x="51" y="929"/>
                    <a:pt x="72" y="929"/>
                  </a:cubicBezTo>
                  <a:cubicBezTo>
                    <a:pt x="96" y="929"/>
                    <a:pt x="143" y="953"/>
                    <a:pt x="167" y="953"/>
                  </a:cubicBezTo>
                  <a:cubicBezTo>
                    <a:pt x="191" y="976"/>
                    <a:pt x="238" y="976"/>
                    <a:pt x="262" y="976"/>
                  </a:cubicBezTo>
                  <a:cubicBezTo>
                    <a:pt x="286" y="1024"/>
                    <a:pt x="310" y="1024"/>
                    <a:pt x="334" y="1024"/>
                  </a:cubicBezTo>
                  <a:cubicBezTo>
                    <a:pt x="429" y="1048"/>
                    <a:pt x="548" y="1072"/>
                    <a:pt x="643" y="1072"/>
                  </a:cubicBezTo>
                  <a:cubicBezTo>
                    <a:pt x="739" y="1072"/>
                    <a:pt x="786" y="1095"/>
                    <a:pt x="881" y="1095"/>
                  </a:cubicBezTo>
                  <a:cubicBezTo>
                    <a:pt x="1096" y="1143"/>
                    <a:pt x="1334" y="1143"/>
                    <a:pt x="1524" y="1143"/>
                  </a:cubicBezTo>
                  <a:cubicBezTo>
                    <a:pt x="1715" y="1143"/>
                    <a:pt x="1858" y="1095"/>
                    <a:pt x="2048" y="1095"/>
                  </a:cubicBezTo>
                  <a:cubicBezTo>
                    <a:pt x="2310" y="1072"/>
                    <a:pt x="2596" y="1024"/>
                    <a:pt x="2882" y="953"/>
                  </a:cubicBezTo>
                  <a:cubicBezTo>
                    <a:pt x="3358" y="857"/>
                    <a:pt x="3763" y="691"/>
                    <a:pt x="4192" y="476"/>
                  </a:cubicBezTo>
                  <a:cubicBezTo>
                    <a:pt x="4216" y="452"/>
                    <a:pt x="4263" y="429"/>
                    <a:pt x="4335" y="381"/>
                  </a:cubicBezTo>
                  <a:cubicBezTo>
                    <a:pt x="4335" y="381"/>
                    <a:pt x="4358" y="357"/>
                    <a:pt x="4406" y="357"/>
                  </a:cubicBezTo>
                  <a:lnTo>
                    <a:pt x="4239"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89"/>
            <p:cNvSpPr/>
            <p:nvPr/>
          </p:nvSpPr>
          <p:spPr>
            <a:xfrm>
              <a:off x="6289645" y="2595355"/>
              <a:ext cx="90190" cy="10674"/>
            </a:xfrm>
            <a:custGeom>
              <a:rect b="b" l="l" r="r" t="t"/>
              <a:pathLst>
                <a:path extrusionOk="0" h="358" w="3025">
                  <a:moveTo>
                    <a:pt x="191" y="0"/>
                  </a:moveTo>
                  <a:cubicBezTo>
                    <a:pt x="119" y="0"/>
                    <a:pt x="48" y="48"/>
                    <a:pt x="24" y="143"/>
                  </a:cubicBezTo>
                  <a:cubicBezTo>
                    <a:pt x="0" y="262"/>
                    <a:pt x="72" y="357"/>
                    <a:pt x="191" y="357"/>
                  </a:cubicBezTo>
                  <a:lnTo>
                    <a:pt x="2810" y="357"/>
                  </a:lnTo>
                  <a:cubicBezTo>
                    <a:pt x="2906" y="357"/>
                    <a:pt x="2977" y="286"/>
                    <a:pt x="3001" y="191"/>
                  </a:cubicBezTo>
                  <a:cubicBezTo>
                    <a:pt x="3025" y="119"/>
                    <a:pt x="2930" y="0"/>
                    <a:pt x="2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89"/>
            <p:cNvSpPr/>
            <p:nvPr/>
          </p:nvSpPr>
          <p:spPr>
            <a:xfrm>
              <a:off x="6289645" y="2620192"/>
              <a:ext cx="89475" cy="10674"/>
            </a:xfrm>
            <a:custGeom>
              <a:rect b="b" l="l" r="r" t="t"/>
              <a:pathLst>
                <a:path extrusionOk="0" h="358" w="3001">
                  <a:moveTo>
                    <a:pt x="191" y="1"/>
                  </a:moveTo>
                  <a:cubicBezTo>
                    <a:pt x="119" y="1"/>
                    <a:pt x="48" y="48"/>
                    <a:pt x="24" y="143"/>
                  </a:cubicBezTo>
                  <a:cubicBezTo>
                    <a:pt x="0" y="262"/>
                    <a:pt x="72" y="358"/>
                    <a:pt x="191" y="358"/>
                  </a:cubicBezTo>
                  <a:lnTo>
                    <a:pt x="2810" y="358"/>
                  </a:lnTo>
                  <a:cubicBezTo>
                    <a:pt x="2930" y="358"/>
                    <a:pt x="3001" y="262"/>
                    <a:pt x="3001" y="167"/>
                  </a:cubicBezTo>
                  <a:cubicBezTo>
                    <a:pt x="3001" y="72"/>
                    <a:pt x="2906" y="1"/>
                    <a:pt x="2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89"/>
            <p:cNvSpPr/>
            <p:nvPr/>
          </p:nvSpPr>
          <p:spPr>
            <a:xfrm>
              <a:off x="6308816" y="2645058"/>
              <a:ext cx="51848" cy="10674"/>
            </a:xfrm>
            <a:custGeom>
              <a:rect b="b" l="l" r="r" t="t"/>
              <a:pathLst>
                <a:path extrusionOk="0" h="358" w="1739">
                  <a:moveTo>
                    <a:pt x="215" y="0"/>
                  </a:moveTo>
                  <a:cubicBezTo>
                    <a:pt x="96" y="0"/>
                    <a:pt x="0" y="71"/>
                    <a:pt x="24" y="191"/>
                  </a:cubicBezTo>
                  <a:cubicBezTo>
                    <a:pt x="72" y="286"/>
                    <a:pt x="119" y="357"/>
                    <a:pt x="215" y="357"/>
                  </a:cubicBezTo>
                  <a:lnTo>
                    <a:pt x="1524" y="357"/>
                  </a:lnTo>
                  <a:cubicBezTo>
                    <a:pt x="1620" y="357"/>
                    <a:pt x="1667" y="286"/>
                    <a:pt x="1691" y="191"/>
                  </a:cubicBezTo>
                  <a:cubicBezTo>
                    <a:pt x="1739" y="71"/>
                    <a:pt x="1644" y="0"/>
                    <a:pt x="1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89"/>
            <p:cNvSpPr/>
            <p:nvPr/>
          </p:nvSpPr>
          <p:spPr>
            <a:xfrm>
              <a:off x="6249155" y="2542075"/>
              <a:ext cx="169021" cy="167620"/>
            </a:xfrm>
            <a:custGeom>
              <a:rect b="b" l="l" r="r" t="t"/>
              <a:pathLst>
                <a:path extrusionOk="0" h="5622" w="5669">
                  <a:moveTo>
                    <a:pt x="2835" y="1"/>
                  </a:moveTo>
                  <a:cubicBezTo>
                    <a:pt x="1263" y="1"/>
                    <a:pt x="1" y="1239"/>
                    <a:pt x="1" y="2811"/>
                  </a:cubicBezTo>
                  <a:cubicBezTo>
                    <a:pt x="1" y="4407"/>
                    <a:pt x="1311" y="5621"/>
                    <a:pt x="2859" y="5621"/>
                  </a:cubicBezTo>
                  <a:cubicBezTo>
                    <a:pt x="3335" y="5621"/>
                    <a:pt x="3811" y="5502"/>
                    <a:pt x="4240" y="5264"/>
                  </a:cubicBezTo>
                  <a:cubicBezTo>
                    <a:pt x="4335" y="5192"/>
                    <a:pt x="4359" y="5097"/>
                    <a:pt x="4288" y="5026"/>
                  </a:cubicBezTo>
                  <a:cubicBezTo>
                    <a:pt x="4256" y="4962"/>
                    <a:pt x="4203" y="4931"/>
                    <a:pt x="4143" y="4931"/>
                  </a:cubicBezTo>
                  <a:cubicBezTo>
                    <a:pt x="4113" y="4931"/>
                    <a:pt x="4081" y="4938"/>
                    <a:pt x="4049" y="4954"/>
                  </a:cubicBezTo>
                  <a:cubicBezTo>
                    <a:pt x="3692" y="5169"/>
                    <a:pt x="3287" y="5288"/>
                    <a:pt x="2859" y="5288"/>
                  </a:cubicBezTo>
                  <a:cubicBezTo>
                    <a:pt x="1501" y="5288"/>
                    <a:pt x="406" y="4192"/>
                    <a:pt x="406" y="2811"/>
                  </a:cubicBezTo>
                  <a:cubicBezTo>
                    <a:pt x="406" y="1454"/>
                    <a:pt x="1501" y="358"/>
                    <a:pt x="2859" y="358"/>
                  </a:cubicBezTo>
                  <a:cubicBezTo>
                    <a:pt x="4240" y="358"/>
                    <a:pt x="5335" y="1454"/>
                    <a:pt x="5335" y="2811"/>
                  </a:cubicBezTo>
                  <a:cubicBezTo>
                    <a:pt x="5335" y="3454"/>
                    <a:pt x="5097" y="4073"/>
                    <a:pt x="4645" y="4526"/>
                  </a:cubicBezTo>
                  <a:cubicBezTo>
                    <a:pt x="4597" y="4573"/>
                    <a:pt x="4597" y="4692"/>
                    <a:pt x="4645" y="4764"/>
                  </a:cubicBezTo>
                  <a:cubicBezTo>
                    <a:pt x="4680" y="4788"/>
                    <a:pt x="4728" y="4800"/>
                    <a:pt x="4773" y="4800"/>
                  </a:cubicBezTo>
                  <a:cubicBezTo>
                    <a:pt x="4817" y="4800"/>
                    <a:pt x="4859" y="4788"/>
                    <a:pt x="4883" y="4764"/>
                  </a:cubicBezTo>
                  <a:cubicBezTo>
                    <a:pt x="5407" y="4216"/>
                    <a:pt x="5669" y="3525"/>
                    <a:pt x="5669" y="2811"/>
                  </a:cubicBezTo>
                  <a:cubicBezTo>
                    <a:pt x="5669" y="1263"/>
                    <a:pt x="4407" y="1"/>
                    <a:pt x="28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89"/>
            <p:cNvSpPr/>
            <p:nvPr/>
          </p:nvSpPr>
          <p:spPr>
            <a:xfrm>
              <a:off x="6158994" y="2448366"/>
              <a:ext cx="352920" cy="353606"/>
            </a:xfrm>
            <a:custGeom>
              <a:rect b="b" l="l" r="r" t="t"/>
              <a:pathLst>
                <a:path extrusionOk="0" h="11860" w="11837">
                  <a:moveTo>
                    <a:pt x="8836" y="1191"/>
                  </a:moveTo>
                  <a:cubicBezTo>
                    <a:pt x="9622" y="1667"/>
                    <a:pt x="10241" y="2334"/>
                    <a:pt x="10717" y="3096"/>
                  </a:cubicBezTo>
                  <a:cubicBezTo>
                    <a:pt x="11193" y="3906"/>
                    <a:pt x="11455" y="4835"/>
                    <a:pt x="11479" y="5764"/>
                  </a:cubicBezTo>
                  <a:lnTo>
                    <a:pt x="10312" y="5764"/>
                  </a:lnTo>
                  <a:cubicBezTo>
                    <a:pt x="10288" y="5216"/>
                    <a:pt x="10169" y="4668"/>
                    <a:pt x="9955" y="4192"/>
                  </a:cubicBezTo>
                  <a:cubicBezTo>
                    <a:pt x="9931" y="4144"/>
                    <a:pt x="9883" y="4120"/>
                    <a:pt x="9812" y="4073"/>
                  </a:cubicBezTo>
                  <a:lnTo>
                    <a:pt x="9169" y="4025"/>
                  </a:lnTo>
                  <a:lnTo>
                    <a:pt x="9431" y="3430"/>
                  </a:lnTo>
                  <a:cubicBezTo>
                    <a:pt x="9455" y="3358"/>
                    <a:pt x="9455" y="3311"/>
                    <a:pt x="9407" y="3239"/>
                  </a:cubicBezTo>
                  <a:cubicBezTo>
                    <a:pt x="9074" y="2834"/>
                    <a:pt x="8693" y="2453"/>
                    <a:pt x="8240" y="2168"/>
                  </a:cubicBezTo>
                  <a:lnTo>
                    <a:pt x="8836" y="1191"/>
                  </a:lnTo>
                  <a:close/>
                  <a:moveTo>
                    <a:pt x="2953" y="1191"/>
                  </a:moveTo>
                  <a:lnTo>
                    <a:pt x="3549" y="2215"/>
                  </a:lnTo>
                  <a:cubicBezTo>
                    <a:pt x="3096" y="2501"/>
                    <a:pt x="2668" y="2858"/>
                    <a:pt x="2382" y="3287"/>
                  </a:cubicBezTo>
                  <a:cubicBezTo>
                    <a:pt x="2358" y="3334"/>
                    <a:pt x="2310" y="3406"/>
                    <a:pt x="2358" y="3454"/>
                  </a:cubicBezTo>
                  <a:lnTo>
                    <a:pt x="2620" y="4049"/>
                  </a:lnTo>
                  <a:lnTo>
                    <a:pt x="1953" y="4120"/>
                  </a:lnTo>
                  <a:cubicBezTo>
                    <a:pt x="1906" y="4120"/>
                    <a:pt x="1834" y="4168"/>
                    <a:pt x="1810" y="4239"/>
                  </a:cubicBezTo>
                  <a:cubicBezTo>
                    <a:pt x="1596" y="4739"/>
                    <a:pt x="1477" y="5240"/>
                    <a:pt x="1453" y="5787"/>
                  </a:cubicBezTo>
                  <a:lnTo>
                    <a:pt x="286" y="5787"/>
                  </a:lnTo>
                  <a:cubicBezTo>
                    <a:pt x="358" y="4692"/>
                    <a:pt x="691" y="3644"/>
                    <a:pt x="1310" y="2739"/>
                  </a:cubicBezTo>
                  <a:cubicBezTo>
                    <a:pt x="1763" y="2120"/>
                    <a:pt x="2310" y="1596"/>
                    <a:pt x="2953" y="1191"/>
                  </a:cubicBezTo>
                  <a:close/>
                  <a:moveTo>
                    <a:pt x="6478" y="1906"/>
                  </a:moveTo>
                  <a:cubicBezTo>
                    <a:pt x="7002" y="2001"/>
                    <a:pt x="7454" y="2144"/>
                    <a:pt x="7907" y="2429"/>
                  </a:cubicBezTo>
                  <a:cubicBezTo>
                    <a:pt x="8359" y="2691"/>
                    <a:pt x="8740" y="3025"/>
                    <a:pt x="9074" y="3406"/>
                  </a:cubicBezTo>
                  <a:lnTo>
                    <a:pt x="8812" y="3977"/>
                  </a:lnTo>
                  <a:cubicBezTo>
                    <a:pt x="8788" y="4049"/>
                    <a:pt x="8788" y="4144"/>
                    <a:pt x="8812" y="4239"/>
                  </a:cubicBezTo>
                  <a:cubicBezTo>
                    <a:pt x="8836" y="4311"/>
                    <a:pt x="8931" y="4382"/>
                    <a:pt x="9050" y="4382"/>
                  </a:cubicBezTo>
                  <a:lnTo>
                    <a:pt x="9669" y="4454"/>
                  </a:lnTo>
                  <a:cubicBezTo>
                    <a:pt x="9836" y="4930"/>
                    <a:pt x="9931" y="5430"/>
                    <a:pt x="9931" y="5930"/>
                  </a:cubicBezTo>
                  <a:cubicBezTo>
                    <a:pt x="9931" y="6430"/>
                    <a:pt x="9836" y="6954"/>
                    <a:pt x="9669" y="7431"/>
                  </a:cubicBezTo>
                  <a:lnTo>
                    <a:pt x="9050" y="7478"/>
                  </a:lnTo>
                  <a:cubicBezTo>
                    <a:pt x="8955" y="7478"/>
                    <a:pt x="8859" y="7550"/>
                    <a:pt x="8812" y="7621"/>
                  </a:cubicBezTo>
                  <a:cubicBezTo>
                    <a:pt x="8740" y="7716"/>
                    <a:pt x="8740" y="7812"/>
                    <a:pt x="8812" y="7907"/>
                  </a:cubicBezTo>
                  <a:lnTo>
                    <a:pt x="9074" y="8455"/>
                  </a:lnTo>
                  <a:cubicBezTo>
                    <a:pt x="8740" y="8883"/>
                    <a:pt x="8359" y="9217"/>
                    <a:pt x="7907" y="9431"/>
                  </a:cubicBezTo>
                  <a:cubicBezTo>
                    <a:pt x="7454" y="9717"/>
                    <a:pt x="7002" y="9860"/>
                    <a:pt x="6478" y="9955"/>
                  </a:cubicBezTo>
                  <a:lnTo>
                    <a:pt x="6121" y="9431"/>
                  </a:lnTo>
                  <a:cubicBezTo>
                    <a:pt x="6073" y="9359"/>
                    <a:pt x="5978" y="9336"/>
                    <a:pt x="5883" y="9336"/>
                  </a:cubicBezTo>
                  <a:cubicBezTo>
                    <a:pt x="5811" y="9336"/>
                    <a:pt x="5716" y="9383"/>
                    <a:pt x="5645" y="9431"/>
                  </a:cubicBezTo>
                  <a:lnTo>
                    <a:pt x="5287" y="9955"/>
                  </a:lnTo>
                  <a:cubicBezTo>
                    <a:pt x="4787" y="9860"/>
                    <a:pt x="4311" y="9717"/>
                    <a:pt x="3858" y="9431"/>
                  </a:cubicBezTo>
                  <a:cubicBezTo>
                    <a:pt x="3430" y="9169"/>
                    <a:pt x="3025" y="8836"/>
                    <a:pt x="2692" y="8455"/>
                  </a:cubicBezTo>
                  <a:lnTo>
                    <a:pt x="2977" y="7907"/>
                  </a:lnTo>
                  <a:cubicBezTo>
                    <a:pt x="3001" y="7812"/>
                    <a:pt x="3001" y="7716"/>
                    <a:pt x="2977" y="7621"/>
                  </a:cubicBezTo>
                  <a:cubicBezTo>
                    <a:pt x="2906" y="7550"/>
                    <a:pt x="2858" y="7478"/>
                    <a:pt x="2739" y="7478"/>
                  </a:cubicBezTo>
                  <a:lnTo>
                    <a:pt x="2120" y="7431"/>
                  </a:lnTo>
                  <a:cubicBezTo>
                    <a:pt x="1929" y="6978"/>
                    <a:pt x="1834" y="6526"/>
                    <a:pt x="1834" y="6073"/>
                  </a:cubicBezTo>
                  <a:lnTo>
                    <a:pt x="1834" y="5930"/>
                  </a:lnTo>
                  <a:cubicBezTo>
                    <a:pt x="1834" y="5430"/>
                    <a:pt x="1929" y="4930"/>
                    <a:pt x="2120" y="4454"/>
                  </a:cubicBezTo>
                  <a:lnTo>
                    <a:pt x="2739" y="4382"/>
                  </a:lnTo>
                  <a:cubicBezTo>
                    <a:pt x="2834" y="4382"/>
                    <a:pt x="2906" y="4311"/>
                    <a:pt x="2977" y="4239"/>
                  </a:cubicBezTo>
                  <a:cubicBezTo>
                    <a:pt x="3025" y="4144"/>
                    <a:pt x="3025" y="4049"/>
                    <a:pt x="2977" y="3977"/>
                  </a:cubicBezTo>
                  <a:lnTo>
                    <a:pt x="2692" y="3406"/>
                  </a:lnTo>
                  <a:cubicBezTo>
                    <a:pt x="3025" y="2977"/>
                    <a:pt x="3454" y="2620"/>
                    <a:pt x="3930" y="2358"/>
                  </a:cubicBezTo>
                  <a:cubicBezTo>
                    <a:pt x="4335" y="2120"/>
                    <a:pt x="4811" y="1977"/>
                    <a:pt x="5287" y="1906"/>
                  </a:cubicBezTo>
                  <a:lnTo>
                    <a:pt x="5645" y="2429"/>
                  </a:lnTo>
                  <a:cubicBezTo>
                    <a:pt x="5716" y="2501"/>
                    <a:pt x="5811" y="2549"/>
                    <a:pt x="5883" y="2549"/>
                  </a:cubicBezTo>
                  <a:cubicBezTo>
                    <a:pt x="5978" y="2549"/>
                    <a:pt x="6073" y="2477"/>
                    <a:pt x="6121" y="2429"/>
                  </a:cubicBezTo>
                  <a:lnTo>
                    <a:pt x="6478" y="1906"/>
                  </a:lnTo>
                  <a:close/>
                  <a:moveTo>
                    <a:pt x="11527" y="6073"/>
                  </a:moveTo>
                  <a:cubicBezTo>
                    <a:pt x="11455" y="7026"/>
                    <a:pt x="11193" y="7954"/>
                    <a:pt x="10717" y="8764"/>
                  </a:cubicBezTo>
                  <a:cubicBezTo>
                    <a:pt x="10265" y="9526"/>
                    <a:pt x="9622" y="10193"/>
                    <a:pt x="8836" y="10669"/>
                  </a:cubicBezTo>
                  <a:lnTo>
                    <a:pt x="8264" y="9645"/>
                  </a:lnTo>
                  <a:cubicBezTo>
                    <a:pt x="8717" y="9359"/>
                    <a:pt x="9098" y="9002"/>
                    <a:pt x="9431" y="8574"/>
                  </a:cubicBezTo>
                  <a:cubicBezTo>
                    <a:pt x="9455" y="8526"/>
                    <a:pt x="9502" y="8455"/>
                    <a:pt x="9455" y="8407"/>
                  </a:cubicBezTo>
                  <a:lnTo>
                    <a:pt x="9193" y="7812"/>
                  </a:lnTo>
                  <a:lnTo>
                    <a:pt x="9836" y="7740"/>
                  </a:lnTo>
                  <a:cubicBezTo>
                    <a:pt x="9907" y="7740"/>
                    <a:pt x="9979" y="7692"/>
                    <a:pt x="10003" y="7621"/>
                  </a:cubicBezTo>
                  <a:cubicBezTo>
                    <a:pt x="10217" y="7121"/>
                    <a:pt x="10312" y="6621"/>
                    <a:pt x="10360" y="6073"/>
                  </a:cubicBezTo>
                  <a:close/>
                  <a:moveTo>
                    <a:pt x="1477" y="6121"/>
                  </a:moveTo>
                  <a:lnTo>
                    <a:pt x="1477" y="6168"/>
                  </a:lnTo>
                  <a:cubicBezTo>
                    <a:pt x="1477" y="6406"/>
                    <a:pt x="1548" y="6668"/>
                    <a:pt x="1572" y="6907"/>
                  </a:cubicBezTo>
                  <a:cubicBezTo>
                    <a:pt x="1644" y="7145"/>
                    <a:pt x="1691" y="7383"/>
                    <a:pt x="1810" y="7621"/>
                  </a:cubicBezTo>
                  <a:cubicBezTo>
                    <a:pt x="1810" y="7669"/>
                    <a:pt x="1810" y="7669"/>
                    <a:pt x="1834" y="7692"/>
                  </a:cubicBezTo>
                  <a:cubicBezTo>
                    <a:pt x="1882" y="7740"/>
                    <a:pt x="1929" y="7788"/>
                    <a:pt x="2001" y="7812"/>
                  </a:cubicBezTo>
                  <a:lnTo>
                    <a:pt x="2644" y="7859"/>
                  </a:lnTo>
                  <a:lnTo>
                    <a:pt x="2382" y="8455"/>
                  </a:lnTo>
                  <a:cubicBezTo>
                    <a:pt x="2358" y="8526"/>
                    <a:pt x="2358" y="8574"/>
                    <a:pt x="2406" y="8645"/>
                  </a:cubicBezTo>
                  <a:cubicBezTo>
                    <a:pt x="2739" y="9050"/>
                    <a:pt x="3120" y="9455"/>
                    <a:pt x="3573" y="9717"/>
                  </a:cubicBezTo>
                  <a:lnTo>
                    <a:pt x="3001" y="10693"/>
                  </a:lnTo>
                  <a:cubicBezTo>
                    <a:pt x="2191" y="10217"/>
                    <a:pt x="1548" y="9526"/>
                    <a:pt x="1096" y="8764"/>
                  </a:cubicBezTo>
                  <a:cubicBezTo>
                    <a:pt x="620" y="7954"/>
                    <a:pt x="358" y="7026"/>
                    <a:pt x="334" y="6121"/>
                  </a:cubicBezTo>
                  <a:close/>
                  <a:moveTo>
                    <a:pt x="5859" y="9741"/>
                  </a:moveTo>
                  <a:lnTo>
                    <a:pt x="6240" y="10288"/>
                  </a:lnTo>
                  <a:cubicBezTo>
                    <a:pt x="6257" y="10323"/>
                    <a:pt x="6300" y="10345"/>
                    <a:pt x="6350" y="10345"/>
                  </a:cubicBezTo>
                  <a:cubicBezTo>
                    <a:pt x="6368" y="10345"/>
                    <a:pt x="6387" y="10342"/>
                    <a:pt x="6407" y="10336"/>
                  </a:cubicBezTo>
                  <a:cubicBezTo>
                    <a:pt x="6930" y="10288"/>
                    <a:pt x="7431" y="10098"/>
                    <a:pt x="7907" y="9860"/>
                  </a:cubicBezTo>
                  <a:lnTo>
                    <a:pt x="8193" y="10336"/>
                  </a:lnTo>
                  <a:lnTo>
                    <a:pt x="8478" y="10884"/>
                  </a:lnTo>
                  <a:cubicBezTo>
                    <a:pt x="7740" y="11288"/>
                    <a:pt x="6811" y="11527"/>
                    <a:pt x="5883" y="11527"/>
                  </a:cubicBezTo>
                  <a:cubicBezTo>
                    <a:pt x="4978" y="11527"/>
                    <a:pt x="4049" y="11288"/>
                    <a:pt x="3239" y="10884"/>
                  </a:cubicBezTo>
                  <a:lnTo>
                    <a:pt x="3811" y="9860"/>
                  </a:lnTo>
                  <a:cubicBezTo>
                    <a:pt x="4287" y="10098"/>
                    <a:pt x="4787" y="10288"/>
                    <a:pt x="5335" y="10336"/>
                  </a:cubicBezTo>
                  <a:cubicBezTo>
                    <a:pt x="5383" y="10336"/>
                    <a:pt x="5454" y="10312"/>
                    <a:pt x="5478" y="10288"/>
                  </a:cubicBezTo>
                  <a:lnTo>
                    <a:pt x="5859" y="9741"/>
                  </a:lnTo>
                  <a:close/>
                  <a:moveTo>
                    <a:pt x="5883" y="0"/>
                  </a:moveTo>
                  <a:cubicBezTo>
                    <a:pt x="5454" y="0"/>
                    <a:pt x="5002" y="72"/>
                    <a:pt x="4573" y="167"/>
                  </a:cubicBezTo>
                  <a:cubicBezTo>
                    <a:pt x="4478" y="191"/>
                    <a:pt x="4430" y="286"/>
                    <a:pt x="4454" y="358"/>
                  </a:cubicBezTo>
                  <a:cubicBezTo>
                    <a:pt x="4472" y="432"/>
                    <a:pt x="4535" y="492"/>
                    <a:pt x="4606" y="492"/>
                  </a:cubicBezTo>
                  <a:cubicBezTo>
                    <a:pt x="4626" y="492"/>
                    <a:pt x="4647" y="487"/>
                    <a:pt x="4668" y="477"/>
                  </a:cubicBezTo>
                  <a:cubicBezTo>
                    <a:pt x="5073" y="405"/>
                    <a:pt x="5502" y="334"/>
                    <a:pt x="5906" y="334"/>
                  </a:cubicBezTo>
                  <a:cubicBezTo>
                    <a:pt x="6835" y="334"/>
                    <a:pt x="7764" y="572"/>
                    <a:pt x="8574" y="1001"/>
                  </a:cubicBezTo>
                  <a:lnTo>
                    <a:pt x="8002" y="2001"/>
                  </a:lnTo>
                  <a:cubicBezTo>
                    <a:pt x="7526" y="1763"/>
                    <a:pt x="7026" y="1596"/>
                    <a:pt x="6478" y="1525"/>
                  </a:cubicBezTo>
                  <a:cubicBezTo>
                    <a:pt x="6430" y="1525"/>
                    <a:pt x="6359" y="1548"/>
                    <a:pt x="6335" y="1596"/>
                  </a:cubicBezTo>
                  <a:lnTo>
                    <a:pt x="5954" y="2120"/>
                  </a:lnTo>
                  <a:lnTo>
                    <a:pt x="5573" y="1596"/>
                  </a:lnTo>
                  <a:cubicBezTo>
                    <a:pt x="5537" y="1542"/>
                    <a:pt x="5502" y="1516"/>
                    <a:pt x="5456" y="1516"/>
                  </a:cubicBezTo>
                  <a:cubicBezTo>
                    <a:pt x="5441" y="1516"/>
                    <a:pt x="5424" y="1519"/>
                    <a:pt x="5406" y="1525"/>
                  </a:cubicBezTo>
                  <a:cubicBezTo>
                    <a:pt x="4882" y="1596"/>
                    <a:pt x="4382" y="1763"/>
                    <a:pt x="3906" y="2001"/>
                  </a:cubicBezTo>
                  <a:lnTo>
                    <a:pt x="3334" y="1001"/>
                  </a:lnTo>
                  <a:cubicBezTo>
                    <a:pt x="3549" y="882"/>
                    <a:pt x="3739" y="786"/>
                    <a:pt x="3954" y="691"/>
                  </a:cubicBezTo>
                  <a:lnTo>
                    <a:pt x="3977" y="691"/>
                  </a:lnTo>
                  <a:cubicBezTo>
                    <a:pt x="4073" y="667"/>
                    <a:pt x="4120" y="548"/>
                    <a:pt x="4073" y="453"/>
                  </a:cubicBezTo>
                  <a:cubicBezTo>
                    <a:pt x="4055" y="383"/>
                    <a:pt x="3987" y="339"/>
                    <a:pt x="3914" y="339"/>
                  </a:cubicBezTo>
                  <a:cubicBezTo>
                    <a:pt x="3887" y="339"/>
                    <a:pt x="3860" y="345"/>
                    <a:pt x="3835" y="358"/>
                  </a:cubicBezTo>
                  <a:lnTo>
                    <a:pt x="3811" y="358"/>
                  </a:lnTo>
                  <a:cubicBezTo>
                    <a:pt x="2692" y="786"/>
                    <a:pt x="1739" y="1525"/>
                    <a:pt x="1072" y="2501"/>
                  </a:cubicBezTo>
                  <a:cubicBezTo>
                    <a:pt x="382" y="3525"/>
                    <a:pt x="0" y="4692"/>
                    <a:pt x="0" y="5906"/>
                  </a:cubicBezTo>
                  <a:cubicBezTo>
                    <a:pt x="0" y="6978"/>
                    <a:pt x="286" y="7978"/>
                    <a:pt x="810" y="8907"/>
                  </a:cubicBezTo>
                  <a:cubicBezTo>
                    <a:pt x="1310" y="9812"/>
                    <a:pt x="2049" y="10526"/>
                    <a:pt x="2953" y="11050"/>
                  </a:cubicBezTo>
                  <a:cubicBezTo>
                    <a:pt x="3835" y="11550"/>
                    <a:pt x="4882" y="11860"/>
                    <a:pt x="5930" y="11860"/>
                  </a:cubicBezTo>
                  <a:cubicBezTo>
                    <a:pt x="6954" y="11860"/>
                    <a:pt x="8002" y="11598"/>
                    <a:pt x="8907" y="11050"/>
                  </a:cubicBezTo>
                  <a:cubicBezTo>
                    <a:pt x="9788" y="10550"/>
                    <a:pt x="10526" y="9812"/>
                    <a:pt x="11050" y="8907"/>
                  </a:cubicBezTo>
                  <a:cubicBezTo>
                    <a:pt x="11574" y="7978"/>
                    <a:pt x="11836" y="6978"/>
                    <a:pt x="11836" y="5906"/>
                  </a:cubicBezTo>
                  <a:cubicBezTo>
                    <a:pt x="11836" y="4882"/>
                    <a:pt x="11550" y="3858"/>
                    <a:pt x="11003" y="2930"/>
                  </a:cubicBezTo>
                  <a:cubicBezTo>
                    <a:pt x="10503" y="2072"/>
                    <a:pt x="9788" y="1358"/>
                    <a:pt x="8931" y="834"/>
                  </a:cubicBezTo>
                  <a:cubicBezTo>
                    <a:pt x="8002" y="310"/>
                    <a:pt x="6954" y="0"/>
                    <a:pt x="58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0" name="Google Shape;19450;p89"/>
          <p:cNvGrpSpPr/>
          <p:nvPr/>
        </p:nvGrpSpPr>
        <p:grpSpPr>
          <a:xfrm>
            <a:off x="5510974" y="2446935"/>
            <a:ext cx="354351" cy="354351"/>
            <a:chOff x="5549061" y="2446935"/>
            <a:chExt cx="354351" cy="354351"/>
          </a:xfrm>
        </p:grpSpPr>
        <p:sp>
          <p:nvSpPr>
            <p:cNvPr id="19451" name="Google Shape;19451;p89"/>
            <p:cNvSpPr/>
            <p:nvPr/>
          </p:nvSpPr>
          <p:spPr>
            <a:xfrm>
              <a:off x="5671901" y="2518670"/>
              <a:ext cx="220154" cy="252772"/>
            </a:xfrm>
            <a:custGeom>
              <a:rect b="b" l="l" r="r" t="t"/>
              <a:pathLst>
                <a:path extrusionOk="0" h="8478" w="7384">
                  <a:moveTo>
                    <a:pt x="3621" y="0"/>
                  </a:moveTo>
                  <a:cubicBezTo>
                    <a:pt x="3382" y="0"/>
                    <a:pt x="3120" y="95"/>
                    <a:pt x="2906" y="238"/>
                  </a:cubicBezTo>
                  <a:cubicBezTo>
                    <a:pt x="2501" y="524"/>
                    <a:pt x="2168" y="1024"/>
                    <a:pt x="2073" y="1572"/>
                  </a:cubicBezTo>
                  <a:lnTo>
                    <a:pt x="1025" y="7406"/>
                  </a:lnTo>
                  <a:cubicBezTo>
                    <a:pt x="977" y="8002"/>
                    <a:pt x="525" y="8478"/>
                    <a:pt x="1" y="8478"/>
                  </a:cubicBezTo>
                  <a:lnTo>
                    <a:pt x="7383" y="8478"/>
                  </a:lnTo>
                  <a:cubicBezTo>
                    <a:pt x="6835" y="8478"/>
                    <a:pt x="6383" y="8049"/>
                    <a:pt x="6335" y="7406"/>
                  </a:cubicBezTo>
                  <a:lnTo>
                    <a:pt x="5288" y="1572"/>
                  </a:lnTo>
                  <a:cubicBezTo>
                    <a:pt x="5192" y="1024"/>
                    <a:pt x="4883" y="524"/>
                    <a:pt x="4454" y="238"/>
                  </a:cubicBezTo>
                  <a:cubicBezTo>
                    <a:pt x="4240" y="95"/>
                    <a:pt x="4002" y="0"/>
                    <a:pt x="3763"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89"/>
            <p:cNvSpPr/>
            <p:nvPr/>
          </p:nvSpPr>
          <p:spPr>
            <a:xfrm>
              <a:off x="5774853" y="2520072"/>
              <a:ext cx="117203" cy="252801"/>
            </a:xfrm>
            <a:custGeom>
              <a:rect b="b" l="l" r="r" t="t"/>
              <a:pathLst>
                <a:path extrusionOk="0" h="8479" w="3931">
                  <a:moveTo>
                    <a:pt x="1" y="1"/>
                  </a:moveTo>
                  <a:cubicBezTo>
                    <a:pt x="168" y="48"/>
                    <a:pt x="382" y="96"/>
                    <a:pt x="525" y="215"/>
                  </a:cubicBezTo>
                  <a:cubicBezTo>
                    <a:pt x="953" y="548"/>
                    <a:pt x="1239" y="1025"/>
                    <a:pt x="1358" y="1572"/>
                  </a:cubicBezTo>
                  <a:lnTo>
                    <a:pt x="2406" y="7407"/>
                  </a:lnTo>
                  <a:cubicBezTo>
                    <a:pt x="2454" y="8026"/>
                    <a:pt x="2906" y="8479"/>
                    <a:pt x="3454" y="8479"/>
                  </a:cubicBezTo>
                  <a:lnTo>
                    <a:pt x="3930" y="8479"/>
                  </a:lnTo>
                  <a:cubicBezTo>
                    <a:pt x="3382" y="8479"/>
                    <a:pt x="2930" y="8002"/>
                    <a:pt x="2882" y="7407"/>
                  </a:cubicBezTo>
                  <a:lnTo>
                    <a:pt x="1835" y="1572"/>
                  </a:lnTo>
                  <a:cubicBezTo>
                    <a:pt x="1715" y="929"/>
                    <a:pt x="1430" y="525"/>
                    <a:pt x="1001" y="215"/>
                  </a:cubicBezTo>
                  <a:cubicBezTo>
                    <a:pt x="787" y="72"/>
                    <a:pt x="549" y="1"/>
                    <a:pt x="3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89"/>
            <p:cNvSpPr/>
            <p:nvPr/>
          </p:nvSpPr>
          <p:spPr>
            <a:xfrm>
              <a:off x="5601626" y="2603853"/>
              <a:ext cx="146272" cy="167590"/>
            </a:xfrm>
            <a:custGeom>
              <a:rect b="b" l="l" r="r" t="t"/>
              <a:pathLst>
                <a:path extrusionOk="0" h="5621" w="4906">
                  <a:moveTo>
                    <a:pt x="2405" y="1"/>
                  </a:moveTo>
                  <a:cubicBezTo>
                    <a:pt x="2239" y="1"/>
                    <a:pt x="2072" y="72"/>
                    <a:pt x="1929" y="144"/>
                  </a:cubicBezTo>
                  <a:cubicBezTo>
                    <a:pt x="1667" y="358"/>
                    <a:pt x="1453" y="691"/>
                    <a:pt x="1358" y="1049"/>
                  </a:cubicBezTo>
                  <a:lnTo>
                    <a:pt x="691" y="4907"/>
                  </a:lnTo>
                  <a:cubicBezTo>
                    <a:pt x="643" y="5311"/>
                    <a:pt x="357" y="5621"/>
                    <a:pt x="0" y="5621"/>
                  </a:cubicBezTo>
                  <a:lnTo>
                    <a:pt x="4906" y="5621"/>
                  </a:lnTo>
                  <a:cubicBezTo>
                    <a:pt x="4549" y="5621"/>
                    <a:pt x="4263" y="5335"/>
                    <a:pt x="4215" y="4907"/>
                  </a:cubicBezTo>
                  <a:lnTo>
                    <a:pt x="3548" y="1049"/>
                  </a:lnTo>
                  <a:cubicBezTo>
                    <a:pt x="3477" y="668"/>
                    <a:pt x="3263" y="358"/>
                    <a:pt x="2977" y="144"/>
                  </a:cubicBezTo>
                  <a:cubicBezTo>
                    <a:pt x="2834" y="72"/>
                    <a:pt x="2667" y="1"/>
                    <a:pt x="250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89"/>
            <p:cNvSpPr/>
            <p:nvPr/>
          </p:nvSpPr>
          <p:spPr>
            <a:xfrm>
              <a:off x="5668353" y="2603853"/>
              <a:ext cx="79546" cy="167590"/>
            </a:xfrm>
            <a:custGeom>
              <a:rect b="b" l="l" r="r" t="t"/>
              <a:pathLst>
                <a:path extrusionOk="0" h="5621" w="2668">
                  <a:moveTo>
                    <a:pt x="167" y="1"/>
                  </a:moveTo>
                  <a:cubicBezTo>
                    <a:pt x="120" y="1"/>
                    <a:pt x="48" y="1"/>
                    <a:pt x="1" y="25"/>
                  </a:cubicBezTo>
                  <a:cubicBezTo>
                    <a:pt x="72" y="25"/>
                    <a:pt x="167" y="96"/>
                    <a:pt x="263" y="144"/>
                  </a:cubicBezTo>
                  <a:cubicBezTo>
                    <a:pt x="548" y="358"/>
                    <a:pt x="739" y="691"/>
                    <a:pt x="834" y="1049"/>
                  </a:cubicBezTo>
                  <a:lnTo>
                    <a:pt x="1501" y="4907"/>
                  </a:lnTo>
                  <a:cubicBezTo>
                    <a:pt x="1549" y="5335"/>
                    <a:pt x="1834" y="5621"/>
                    <a:pt x="2192" y="5621"/>
                  </a:cubicBezTo>
                  <a:lnTo>
                    <a:pt x="2668" y="5621"/>
                  </a:lnTo>
                  <a:cubicBezTo>
                    <a:pt x="2311" y="5621"/>
                    <a:pt x="2025" y="5335"/>
                    <a:pt x="1977" y="4907"/>
                  </a:cubicBezTo>
                  <a:lnTo>
                    <a:pt x="1287" y="1049"/>
                  </a:lnTo>
                  <a:cubicBezTo>
                    <a:pt x="1239" y="668"/>
                    <a:pt x="1001" y="358"/>
                    <a:pt x="739" y="144"/>
                  </a:cubicBezTo>
                  <a:cubicBezTo>
                    <a:pt x="572" y="72"/>
                    <a:pt x="429" y="1"/>
                    <a:pt x="263"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89"/>
            <p:cNvSpPr/>
            <p:nvPr/>
          </p:nvSpPr>
          <p:spPr>
            <a:xfrm>
              <a:off x="5553325" y="2772846"/>
              <a:ext cx="343678" cy="23464"/>
            </a:xfrm>
            <a:custGeom>
              <a:rect b="b" l="l" r="r" t="t"/>
              <a:pathLst>
                <a:path extrusionOk="0" h="787" w="11527">
                  <a:moveTo>
                    <a:pt x="120" y="1"/>
                  </a:moveTo>
                  <a:cubicBezTo>
                    <a:pt x="72" y="1"/>
                    <a:pt x="1" y="48"/>
                    <a:pt x="1" y="120"/>
                  </a:cubicBezTo>
                  <a:lnTo>
                    <a:pt x="1" y="667"/>
                  </a:lnTo>
                  <a:cubicBezTo>
                    <a:pt x="1" y="739"/>
                    <a:pt x="72" y="786"/>
                    <a:pt x="120" y="786"/>
                  </a:cubicBezTo>
                  <a:lnTo>
                    <a:pt x="11408" y="786"/>
                  </a:lnTo>
                  <a:cubicBezTo>
                    <a:pt x="11479" y="786"/>
                    <a:pt x="11527" y="763"/>
                    <a:pt x="11527" y="667"/>
                  </a:cubicBezTo>
                  <a:lnTo>
                    <a:pt x="11527" y="120"/>
                  </a:lnTo>
                  <a:cubicBezTo>
                    <a:pt x="11527" y="48"/>
                    <a:pt x="11479" y="1"/>
                    <a:pt x="11408"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89"/>
            <p:cNvSpPr/>
            <p:nvPr/>
          </p:nvSpPr>
          <p:spPr>
            <a:xfrm>
              <a:off x="5879237" y="2772846"/>
              <a:ext cx="17770" cy="23464"/>
            </a:xfrm>
            <a:custGeom>
              <a:rect b="b" l="l" r="r" t="t"/>
              <a:pathLst>
                <a:path extrusionOk="0" h="787" w="596">
                  <a:moveTo>
                    <a:pt x="1" y="1"/>
                  </a:moveTo>
                  <a:cubicBezTo>
                    <a:pt x="72" y="1"/>
                    <a:pt x="120" y="48"/>
                    <a:pt x="120" y="120"/>
                  </a:cubicBezTo>
                  <a:lnTo>
                    <a:pt x="120" y="667"/>
                  </a:lnTo>
                  <a:cubicBezTo>
                    <a:pt x="120" y="739"/>
                    <a:pt x="72" y="786"/>
                    <a:pt x="1" y="786"/>
                  </a:cubicBezTo>
                  <a:lnTo>
                    <a:pt x="477" y="786"/>
                  </a:lnTo>
                  <a:cubicBezTo>
                    <a:pt x="548" y="786"/>
                    <a:pt x="596" y="739"/>
                    <a:pt x="596" y="667"/>
                  </a:cubicBezTo>
                  <a:lnTo>
                    <a:pt x="596" y="120"/>
                  </a:lnTo>
                  <a:cubicBezTo>
                    <a:pt x="596" y="48"/>
                    <a:pt x="548"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89"/>
            <p:cNvSpPr/>
            <p:nvPr/>
          </p:nvSpPr>
          <p:spPr>
            <a:xfrm>
              <a:off x="5595931" y="2513691"/>
              <a:ext cx="14222" cy="10674"/>
            </a:xfrm>
            <a:custGeom>
              <a:rect b="b" l="l" r="r" t="t"/>
              <a:pathLst>
                <a:path extrusionOk="0" h="358" w="477">
                  <a:moveTo>
                    <a:pt x="191" y="0"/>
                  </a:moveTo>
                  <a:cubicBezTo>
                    <a:pt x="96" y="0"/>
                    <a:pt x="1" y="48"/>
                    <a:pt x="1" y="143"/>
                  </a:cubicBezTo>
                  <a:cubicBezTo>
                    <a:pt x="1" y="262"/>
                    <a:pt x="96" y="358"/>
                    <a:pt x="191" y="358"/>
                  </a:cubicBezTo>
                  <a:lnTo>
                    <a:pt x="310" y="358"/>
                  </a:lnTo>
                  <a:cubicBezTo>
                    <a:pt x="405" y="358"/>
                    <a:pt x="477" y="286"/>
                    <a:pt x="477" y="191"/>
                  </a:cubicBezTo>
                  <a:cubicBezTo>
                    <a:pt x="477" y="72"/>
                    <a:pt x="429" y="0"/>
                    <a:pt x="3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89"/>
            <p:cNvSpPr/>
            <p:nvPr/>
          </p:nvSpPr>
          <p:spPr>
            <a:xfrm>
              <a:off x="5676880" y="2513691"/>
              <a:ext cx="17770" cy="10674"/>
            </a:xfrm>
            <a:custGeom>
              <a:rect b="b" l="l" r="r" t="t"/>
              <a:pathLst>
                <a:path extrusionOk="0" h="358" w="596">
                  <a:moveTo>
                    <a:pt x="191" y="0"/>
                  </a:moveTo>
                  <a:cubicBezTo>
                    <a:pt x="96" y="0"/>
                    <a:pt x="0" y="48"/>
                    <a:pt x="0" y="143"/>
                  </a:cubicBezTo>
                  <a:cubicBezTo>
                    <a:pt x="0" y="262"/>
                    <a:pt x="72" y="358"/>
                    <a:pt x="191" y="358"/>
                  </a:cubicBezTo>
                  <a:lnTo>
                    <a:pt x="429" y="358"/>
                  </a:lnTo>
                  <a:cubicBezTo>
                    <a:pt x="501" y="358"/>
                    <a:pt x="596" y="286"/>
                    <a:pt x="596" y="191"/>
                  </a:cubicBezTo>
                  <a:cubicBezTo>
                    <a:pt x="596" y="72"/>
                    <a:pt x="548" y="0"/>
                    <a:pt x="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89"/>
            <p:cNvSpPr/>
            <p:nvPr/>
          </p:nvSpPr>
          <p:spPr>
            <a:xfrm>
              <a:off x="5704578" y="2513691"/>
              <a:ext cx="17770" cy="10674"/>
            </a:xfrm>
            <a:custGeom>
              <a:rect b="b" l="l" r="r" t="t"/>
              <a:pathLst>
                <a:path extrusionOk="0" h="358" w="596">
                  <a:moveTo>
                    <a:pt x="167" y="0"/>
                  </a:moveTo>
                  <a:cubicBezTo>
                    <a:pt x="95" y="0"/>
                    <a:pt x="0" y="48"/>
                    <a:pt x="0" y="143"/>
                  </a:cubicBezTo>
                  <a:cubicBezTo>
                    <a:pt x="0" y="262"/>
                    <a:pt x="95" y="358"/>
                    <a:pt x="167" y="358"/>
                  </a:cubicBezTo>
                  <a:lnTo>
                    <a:pt x="405" y="358"/>
                  </a:lnTo>
                  <a:cubicBezTo>
                    <a:pt x="500" y="358"/>
                    <a:pt x="596" y="286"/>
                    <a:pt x="596" y="191"/>
                  </a:cubicBezTo>
                  <a:cubicBezTo>
                    <a:pt x="596" y="72"/>
                    <a:pt x="524" y="0"/>
                    <a:pt x="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89"/>
            <p:cNvSpPr/>
            <p:nvPr/>
          </p:nvSpPr>
          <p:spPr>
            <a:xfrm>
              <a:off x="5648466" y="2513691"/>
              <a:ext cx="17800" cy="10674"/>
            </a:xfrm>
            <a:custGeom>
              <a:rect b="b" l="l" r="r" t="t"/>
              <a:pathLst>
                <a:path extrusionOk="0" h="358" w="597">
                  <a:moveTo>
                    <a:pt x="191" y="0"/>
                  </a:moveTo>
                  <a:cubicBezTo>
                    <a:pt x="96" y="0"/>
                    <a:pt x="1" y="48"/>
                    <a:pt x="1" y="143"/>
                  </a:cubicBezTo>
                  <a:cubicBezTo>
                    <a:pt x="1" y="262"/>
                    <a:pt x="96" y="358"/>
                    <a:pt x="191" y="358"/>
                  </a:cubicBezTo>
                  <a:lnTo>
                    <a:pt x="430" y="358"/>
                  </a:lnTo>
                  <a:cubicBezTo>
                    <a:pt x="501" y="358"/>
                    <a:pt x="596" y="286"/>
                    <a:pt x="596" y="191"/>
                  </a:cubicBezTo>
                  <a:cubicBezTo>
                    <a:pt x="596" y="72"/>
                    <a:pt x="549"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89"/>
            <p:cNvSpPr/>
            <p:nvPr/>
          </p:nvSpPr>
          <p:spPr>
            <a:xfrm>
              <a:off x="5620082" y="2513691"/>
              <a:ext cx="18485" cy="10674"/>
            </a:xfrm>
            <a:custGeom>
              <a:rect b="b" l="l" r="r" t="t"/>
              <a:pathLst>
                <a:path extrusionOk="0" h="358" w="620">
                  <a:moveTo>
                    <a:pt x="215" y="0"/>
                  </a:moveTo>
                  <a:cubicBezTo>
                    <a:pt x="119" y="0"/>
                    <a:pt x="24" y="48"/>
                    <a:pt x="24" y="143"/>
                  </a:cubicBezTo>
                  <a:cubicBezTo>
                    <a:pt x="0" y="262"/>
                    <a:pt x="96" y="358"/>
                    <a:pt x="215" y="358"/>
                  </a:cubicBezTo>
                  <a:lnTo>
                    <a:pt x="453" y="358"/>
                  </a:lnTo>
                  <a:cubicBezTo>
                    <a:pt x="524" y="358"/>
                    <a:pt x="619" y="286"/>
                    <a:pt x="619" y="191"/>
                  </a:cubicBezTo>
                  <a:cubicBezTo>
                    <a:pt x="619" y="72"/>
                    <a:pt x="572" y="0"/>
                    <a:pt x="4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89"/>
            <p:cNvSpPr/>
            <p:nvPr/>
          </p:nvSpPr>
          <p:spPr>
            <a:xfrm>
              <a:off x="5732963" y="2513691"/>
              <a:ext cx="14252" cy="10674"/>
            </a:xfrm>
            <a:custGeom>
              <a:rect b="b" l="l" r="r" t="t"/>
              <a:pathLst>
                <a:path extrusionOk="0" h="358" w="478">
                  <a:moveTo>
                    <a:pt x="167" y="0"/>
                  </a:moveTo>
                  <a:cubicBezTo>
                    <a:pt x="96" y="0"/>
                    <a:pt x="1" y="48"/>
                    <a:pt x="1" y="143"/>
                  </a:cubicBezTo>
                  <a:cubicBezTo>
                    <a:pt x="1" y="262"/>
                    <a:pt x="96" y="358"/>
                    <a:pt x="167" y="358"/>
                  </a:cubicBezTo>
                  <a:lnTo>
                    <a:pt x="287" y="358"/>
                  </a:lnTo>
                  <a:cubicBezTo>
                    <a:pt x="382" y="358"/>
                    <a:pt x="477" y="286"/>
                    <a:pt x="477" y="191"/>
                  </a:cubicBezTo>
                  <a:cubicBezTo>
                    <a:pt x="477" y="72"/>
                    <a:pt x="406" y="0"/>
                    <a:pt x="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89"/>
            <p:cNvSpPr/>
            <p:nvPr/>
          </p:nvSpPr>
          <p:spPr>
            <a:xfrm>
              <a:off x="5817459" y="2513691"/>
              <a:ext cx="14222" cy="10674"/>
            </a:xfrm>
            <a:custGeom>
              <a:rect b="b" l="l" r="r" t="t"/>
              <a:pathLst>
                <a:path extrusionOk="0" h="358" w="477">
                  <a:moveTo>
                    <a:pt x="167" y="0"/>
                  </a:moveTo>
                  <a:cubicBezTo>
                    <a:pt x="72" y="0"/>
                    <a:pt x="1" y="48"/>
                    <a:pt x="1" y="143"/>
                  </a:cubicBezTo>
                  <a:cubicBezTo>
                    <a:pt x="1" y="262"/>
                    <a:pt x="48" y="358"/>
                    <a:pt x="167" y="358"/>
                  </a:cubicBezTo>
                  <a:lnTo>
                    <a:pt x="286" y="358"/>
                  </a:lnTo>
                  <a:cubicBezTo>
                    <a:pt x="382" y="358"/>
                    <a:pt x="477" y="286"/>
                    <a:pt x="477" y="191"/>
                  </a:cubicBezTo>
                  <a:cubicBezTo>
                    <a:pt x="477" y="72"/>
                    <a:pt x="406"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89"/>
            <p:cNvSpPr/>
            <p:nvPr/>
          </p:nvSpPr>
          <p:spPr>
            <a:xfrm>
              <a:off x="5843041" y="2513691"/>
              <a:ext cx="17770" cy="10674"/>
            </a:xfrm>
            <a:custGeom>
              <a:rect b="b" l="l" r="r" t="t"/>
              <a:pathLst>
                <a:path extrusionOk="0" h="358" w="596">
                  <a:moveTo>
                    <a:pt x="167" y="0"/>
                  </a:moveTo>
                  <a:cubicBezTo>
                    <a:pt x="95" y="0"/>
                    <a:pt x="0" y="48"/>
                    <a:pt x="0" y="143"/>
                  </a:cubicBezTo>
                  <a:cubicBezTo>
                    <a:pt x="0" y="262"/>
                    <a:pt x="95" y="358"/>
                    <a:pt x="167" y="358"/>
                  </a:cubicBezTo>
                  <a:lnTo>
                    <a:pt x="405" y="358"/>
                  </a:lnTo>
                  <a:cubicBezTo>
                    <a:pt x="500" y="358"/>
                    <a:pt x="595" y="286"/>
                    <a:pt x="595" y="191"/>
                  </a:cubicBezTo>
                  <a:cubicBezTo>
                    <a:pt x="595" y="72"/>
                    <a:pt x="524" y="0"/>
                    <a:pt x="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89"/>
            <p:cNvSpPr/>
            <p:nvPr/>
          </p:nvSpPr>
          <p:spPr>
            <a:xfrm>
              <a:off x="5872856" y="2513691"/>
              <a:ext cx="14222" cy="10674"/>
            </a:xfrm>
            <a:custGeom>
              <a:rect b="b" l="l" r="r" t="t"/>
              <a:pathLst>
                <a:path extrusionOk="0" h="358" w="477">
                  <a:moveTo>
                    <a:pt x="191" y="0"/>
                  </a:moveTo>
                  <a:cubicBezTo>
                    <a:pt x="95" y="0"/>
                    <a:pt x="0" y="48"/>
                    <a:pt x="0" y="143"/>
                  </a:cubicBezTo>
                  <a:cubicBezTo>
                    <a:pt x="0" y="262"/>
                    <a:pt x="95" y="358"/>
                    <a:pt x="191" y="358"/>
                  </a:cubicBezTo>
                  <a:lnTo>
                    <a:pt x="310" y="358"/>
                  </a:lnTo>
                  <a:cubicBezTo>
                    <a:pt x="405" y="358"/>
                    <a:pt x="477" y="286"/>
                    <a:pt x="477" y="191"/>
                  </a:cubicBezTo>
                  <a:cubicBezTo>
                    <a:pt x="477" y="72"/>
                    <a:pt x="429" y="0"/>
                    <a:pt x="3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89"/>
            <p:cNvSpPr/>
            <p:nvPr/>
          </p:nvSpPr>
          <p:spPr>
            <a:xfrm>
              <a:off x="5549061" y="2446935"/>
              <a:ext cx="354351" cy="354351"/>
            </a:xfrm>
            <a:custGeom>
              <a:rect b="b" l="l" r="r" t="t"/>
              <a:pathLst>
                <a:path extrusionOk="0" h="11885" w="11885">
                  <a:moveTo>
                    <a:pt x="11503" y="11098"/>
                  </a:moveTo>
                  <a:lnTo>
                    <a:pt x="11503" y="11575"/>
                  </a:lnTo>
                  <a:lnTo>
                    <a:pt x="334" y="11575"/>
                  </a:lnTo>
                  <a:lnTo>
                    <a:pt x="334" y="11098"/>
                  </a:lnTo>
                  <a:close/>
                  <a:moveTo>
                    <a:pt x="930" y="1"/>
                  </a:moveTo>
                  <a:cubicBezTo>
                    <a:pt x="811" y="1"/>
                    <a:pt x="715" y="48"/>
                    <a:pt x="715" y="168"/>
                  </a:cubicBezTo>
                  <a:lnTo>
                    <a:pt x="715" y="977"/>
                  </a:lnTo>
                  <a:lnTo>
                    <a:pt x="501" y="977"/>
                  </a:lnTo>
                  <a:cubicBezTo>
                    <a:pt x="406" y="977"/>
                    <a:pt x="334" y="1049"/>
                    <a:pt x="334" y="1120"/>
                  </a:cubicBezTo>
                  <a:cubicBezTo>
                    <a:pt x="334" y="1239"/>
                    <a:pt x="382" y="1334"/>
                    <a:pt x="501" y="1334"/>
                  </a:cubicBezTo>
                  <a:lnTo>
                    <a:pt x="715" y="1334"/>
                  </a:lnTo>
                  <a:lnTo>
                    <a:pt x="715" y="2239"/>
                  </a:lnTo>
                  <a:lnTo>
                    <a:pt x="501" y="2239"/>
                  </a:lnTo>
                  <a:cubicBezTo>
                    <a:pt x="406" y="2239"/>
                    <a:pt x="334" y="2287"/>
                    <a:pt x="334" y="2382"/>
                  </a:cubicBezTo>
                  <a:cubicBezTo>
                    <a:pt x="334" y="2501"/>
                    <a:pt x="382" y="2597"/>
                    <a:pt x="501" y="2597"/>
                  </a:cubicBezTo>
                  <a:lnTo>
                    <a:pt x="715" y="2597"/>
                  </a:lnTo>
                  <a:lnTo>
                    <a:pt x="715" y="3478"/>
                  </a:lnTo>
                  <a:lnTo>
                    <a:pt x="501" y="3478"/>
                  </a:lnTo>
                  <a:cubicBezTo>
                    <a:pt x="406" y="3478"/>
                    <a:pt x="334" y="3549"/>
                    <a:pt x="334" y="3621"/>
                  </a:cubicBezTo>
                  <a:cubicBezTo>
                    <a:pt x="334" y="3740"/>
                    <a:pt x="382" y="3835"/>
                    <a:pt x="501" y="3835"/>
                  </a:cubicBezTo>
                  <a:lnTo>
                    <a:pt x="715" y="3835"/>
                  </a:lnTo>
                  <a:lnTo>
                    <a:pt x="715" y="4740"/>
                  </a:lnTo>
                  <a:lnTo>
                    <a:pt x="501" y="4740"/>
                  </a:lnTo>
                  <a:cubicBezTo>
                    <a:pt x="406" y="4740"/>
                    <a:pt x="334" y="4787"/>
                    <a:pt x="334" y="4883"/>
                  </a:cubicBezTo>
                  <a:cubicBezTo>
                    <a:pt x="334" y="5002"/>
                    <a:pt x="382" y="5097"/>
                    <a:pt x="501" y="5097"/>
                  </a:cubicBezTo>
                  <a:lnTo>
                    <a:pt x="715" y="5097"/>
                  </a:lnTo>
                  <a:lnTo>
                    <a:pt x="715" y="5978"/>
                  </a:lnTo>
                  <a:lnTo>
                    <a:pt x="501" y="5978"/>
                  </a:lnTo>
                  <a:cubicBezTo>
                    <a:pt x="406" y="5978"/>
                    <a:pt x="334" y="6050"/>
                    <a:pt x="334" y="6121"/>
                  </a:cubicBezTo>
                  <a:cubicBezTo>
                    <a:pt x="334" y="6240"/>
                    <a:pt x="382" y="6335"/>
                    <a:pt x="501" y="6335"/>
                  </a:cubicBezTo>
                  <a:lnTo>
                    <a:pt x="715" y="6335"/>
                  </a:lnTo>
                  <a:lnTo>
                    <a:pt x="715" y="7240"/>
                  </a:lnTo>
                  <a:lnTo>
                    <a:pt x="501" y="7240"/>
                  </a:lnTo>
                  <a:cubicBezTo>
                    <a:pt x="406" y="7240"/>
                    <a:pt x="334" y="7288"/>
                    <a:pt x="334" y="7383"/>
                  </a:cubicBezTo>
                  <a:cubicBezTo>
                    <a:pt x="334" y="7502"/>
                    <a:pt x="382" y="7598"/>
                    <a:pt x="501" y="7598"/>
                  </a:cubicBezTo>
                  <a:lnTo>
                    <a:pt x="715" y="7598"/>
                  </a:lnTo>
                  <a:lnTo>
                    <a:pt x="715" y="8479"/>
                  </a:lnTo>
                  <a:lnTo>
                    <a:pt x="501" y="8479"/>
                  </a:lnTo>
                  <a:cubicBezTo>
                    <a:pt x="406" y="8479"/>
                    <a:pt x="334" y="8550"/>
                    <a:pt x="334" y="8622"/>
                  </a:cubicBezTo>
                  <a:cubicBezTo>
                    <a:pt x="334" y="8741"/>
                    <a:pt x="382" y="8836"/>
                    <a:pt x="501" y="8836"/>
                  </a:cubicBezTo>
                  <a:lnTo>
                    <a:pt x="715" y="8836"/>
                  </a:lnTo>
                  <a:lnTo>
                    <a:pt x="715" y="9741"/>
                  </a:lnTo>
                  <a:lnTo>
                    <a:pt x="501" y="9741"/>
                  </a:lnTo>
                  <a:cubicBezTo>
                    <a:pt x="406" y="9741"/>
                    <a:pt x="334" y="9789"/>
                    <a:pt x="334" y="9884"/>
                  </a:cubicBezTo>
                  <a:cubicBezTo>
                    <a:pt x="334" y="10003"/>
                    <a:pt x="382" y="10098"/>
                    <a:pt x="501" y="10098"/>
                  </a:cubicBezTo>
                  <a:lnTo>
                    <a:pt x="715" y="10098"/>
                  </a:lnTo>
                  <a:lnTo>
                    <a:pt x="715" y="10717"/>
                  </a:lnTo>
                  <a:lnTo>
                    <a:pt x="287" y="10717"/>
                  </a:lnTo>
                  <a:cubicBezTo>
                    <a:pt x="144" y="10717"/>
                    <a:pt x="1" y="10836"/>
                    <a:pt x="1" y="11003"/>
                  </a:cubicBezTo>
                  <a:lnTo>
                    <a:pt x="1" y="11575"/>
                  </a:lnTo>
                  <a:cubicBezTo>
                    <a:pt x="1" y="11575"/>
                    <a:pt x="120" y="11884"/>
                    <a:pt x="287" y="11884"/>
                  </a:cubicBezTo>
                  <a:lnTo>
                    <a:pt x="11575" y="11884"/>
                  </a:lnTo>
                  <a:cubicBezTo>
                    <a:pt x="11718" y="11884"/>
                    <a:pt x="11884" y="11717"/>
                    <a:pt x="11884" y="11575"/>
                  </a:cubicBezTo>
                  <a:lnTo>
                    <a:pt x="11884" y="10979"/>
                  </a:lnTo>
                  <a:cubicBezTo>
                    <a:pt x="11860" y="10955"/>
                    <a:pt x="11813" y="10884"/>
                    <a:pt x="11765" y="10836"/>
                  </a:cubicBezTo>
                  <a:cubicBezTo>
                    <a:pt x="11741" y="10813"/>
                    <a:pt x="11694" y="10765"/>
                    <a:pt x="11646" y="10765"/>
                  </a:cubicBezTo>
                  <a:cubicBezTo>
                    <a:pt x="11622" y="10765"/>
                    <a:pt x="11575" y="10765"/>
                    <a:pt x="11551" y="10741"/>
                  </a:cubicBezTo>
                  <a:cubicBezTo>
                    <a:pt x="11432" y="10717"/>
                    <a:pt x="11289" y="10717"/>
                    <a:pt x="11170" y="10646"/>
                  </a:cubicBezTo>
                  <a:cubicBezTo>
                    <a:pt x="11027" y="10598"/>
                    <a:pt x="10860" y="10479"/>
                    <a:pt x="10789" y="10336"/>
                  </a:cubicBezTo>
                  <a:cubicBezTo>
                    <a:pt x="10694" y="10170"/>
                    <a:pt x="10622" y="10003"/>
                    <a:pt x="10598" y="9812"/>
                  </a:cubicBezTo>
                  <a:lnTo>
                    <a:pt x="10598" y="9789"/>
                  </a:lnTo>
                  <a:lnTo>
                    <a:pt x="9670" y="4645"/>
                  </a:lnTo>
                  <a:lnTo>
                    <a:pt x="9670" y="4549"/>
                  </a:lnTo>
                  <a:cubicBezTo>
                    <a:pt x="9646" y="4454"/>
                    <a:pt x="9550" y="4406"/>
                    <a:pt x="9479" y="4406"/>
                  </a:cubicBezTo>
                  <a:cubicBezTo>
                    <a:pt x="9384" y="4430"/>
                    <a:pt x="9312" y="4526"/>
                    <a:pt x="9312" y="4621"/>
                  </a:cubicBezTo>
                  <a:lnTo>
                    <a:pt x="10265" y="9860"/>
                  </a:lnTo>
                  <a:cubicBezTo>
                    <a:pt x="10313" y="10217"/>
                    <a:pt x="10670" y="10693"/>
                    <a:pt x="10670" y="10693"/>
                  </a:cubicBezTo>
                  <a:lnTo>
                    <a:pt x="6669" y="10693"/>
                  </a:lnTo>
                  <a:lnTo>
                    <a:pt x="6669" y="10717"/>
                  </a:lnTo>
                  <a:cubicBezTo>
                    <a:pt x="6669" y="10717"/>
                    <a:pt x="6193" y="10479"/>
                    <a:pt x="6169" y="10170"/>
                  </a:cubicBezTo>
                  <a:lnTo>
                    <a:pt x="6169" y="10146"/>
                  </a:lnTo>
                  <a:lnTo>
                    <a:pt x="5716" y="7621"/>
                  </a:lnTo>
                  <a:lnTo>
                    <a:pt x="6335" y="4025"/>
                  </a:lnTo>
                  <a:cubicBezTo>
                    <a:pt x="6383" y="3787"/>
                    <a:pt x="6455" y="3549"/>
                    <a:pt x="6621" y="3335"/>
                  </a:cubicBezTo>
                  <a:cubicBezTo>
                    <a:pt x="6764" y="3120"/>
                    <a:pt x="6907" y="2954"/>
                    <a:pt x="7121" y="2787"/>
                  </a:cubicBezTo>
                  <a:cubicBezTo>
                    <a:pt x="7322" y="2653"/>
                    <a:pt x="7557" y="2578"/>
                    <a:pt x="7795" y="2578"/>
                  </a:cubicBezTo>
                  <a:cubicBezTo>
                    <a:pt x="7897" y="2578"/>
                    <a:pt x="7998" y="2592"/>
                    <a:pt x="8098" y="2620"/>
                  </a:cubicBezTo>
                  <a:cubicBezTo>
                    <a:pt x="8669" y="2763"/>
                    <a:pt x="9050" y="3311"/>
                    <a:pt x="9193" y="3835"/>
                  </a:cubicBezTo>
                  <a:cubicBezTo>
                    <a:pt x="9233" y="3914"/>
                    <a:pt x="9288" y="3960"/>
                    <a:pt x="9361" y="3960"/>
                  </a:cubicBezTo>
                  <a:cubicBezTo>
                    <a:pt x="9376" y="3960"/>
                    <a:pt x="9391" y="3958"/>
                    <a:pt x="9408" y="3954"/>
                  </a:cubicBezTo>
                  <a:cubicBezTo>
                    <a:pt x="9503" y="3930"/>
                    <a:pt x="9550" y="3835"/>
                    <a:pt x="9527" y="3740"/>
                  </a:cubicBezTo>
                  <a:cubicBezTo>
                    <a:pt x="9503" y="3597"/>
                    <a:pt x="9431" y="3454"/>
                    <a:pt x="9360" y="3311"/>
                  </a:cubicBezTo>
                  <a:lnTo>
                    <a:pt x="9265" y="3120"/>
                  </a:lnTo>
                  <a:cubicBezTo>
                    <a:pt x="9074" y="2859"/>
                    <a:pt x="8884" y="2620"/>
                    <a:pt x="8598" y="2477"/>
                  </a:cubicBezTo>
                  <a:cubicBezTo>
                    <a:pt x="8338" y="2315"/>
                    <a:pt x="8024" y="2230"/>
                    <a:pt x="7714" y="2230"/>
                  </a:cubicBezTo>
                  <a:cubicBezTo>
                    <a:pt x="7569" y="2230"/>
                    <a:pt x="7425" y="2249"/>
                    <a:pt x="7288" y="2287"/>
                  </a:cubicBezTo>
                  <a:cubicBezTo>
                    <a:pt x="7002" y="2382"/>
                    <a:pt x="6764" y="2549"/>
                    <a:pt x="6574" y="2763"/>
                  </a:cubicBezTo>
                  <a:cubicBezTo>
                    <a:pt x="6455" y="2882"/>
                    <a:pt x="6383" y="3001"/>
                    <a:pt x="6312" y="3120"/>
                  </a:cubicBezTo>
                  <a:cubicBezTo>
                    <a:pt x="6169" y="3359"/>
                    <a:pt x="6074" y="3621"/>
                    <a:pt x="6026" y="3930"/>
                  </a:cubicBezTo>
                  <a:lnTo>
                    <a:pt x="5550" y="6597"/>
                  </a:lnTo>
                  <a:lnTo>
                    <a:pt x="5478" y="6216"/>
                  </a:lnTo>
                  <a:cubicBezTo>
                    <a:pt x="5478" y="6193"/>
                    <a:pt x="5478" y="6121"/>
                    <a:pt x="5454" y="6097"/>
                  </a:cubicBezTo>
                  <a:cubicBezTo>
                    <a:pt x="5383" y="5859"/>
                    <a:pt x="5264" y="5645"/>
                    <a:pt x="5121" y="5478"/>
                  </a:cubicBezTo>
                  <a:cubicBezTo>
                    <a:pt x="4907" y="5210"/>
                    <a:pt x="4558" y="5036"/>
                    <a:pt x="4217" y="5036"/>
                  </a:cubicBezTo>
                  <a:cubicBezTo>
                    <a:pt x="4103" y="5036"/>
                    <a:pt x="3990" y="5055"/>
                    <a:pt x="3883" y="5097"/>
                  </a:cubicBezTo>
                  <a:cubicBezTo>
                    <a:pt x="3787" y="5121"/>
                    <a:pt x="3692" y="5169"/>
                    <a:pt x="3597" y="5240"/>
                  </a:cubicBezTo>
                  <a:cubicBezTo>
                    <a:pt x="3430" y="5359"/>
                    <a:pt x="3311" y="5502"/>
                    <a:pt x="3192" y="5692"/>
                  </a:cubicBezTo>
                  <a:cubicBezTo>
                    <a:pt x="3073" y="5859"/>
                    <a:pt x="3001" y="6050"/>
                    <a:pt x="2978" y="6240"/>
                  </a:cubicBezTo>
                  <a:lnTo>
                    <a:pt x="2573" y="8598"/>
                  </a:lnTo>
                  <a:cubicBezTo>
                    <a:pt x="2525" y="8693"/>
                    <a:pt x="2620" y="8788"/>
                    <a:pt x="2716" y="8812"/>
                  </a:cubicBezTo>
                  <a:cubicBezTo>
                    <a:pt x="2726" y="8815"/>
                    <a:pt x="2736" y="8816"/>
                    <a:pt x="2745" y="8816"/>
                  </a:cubicBezTo>
                  <a:cubicBezTo>
                    <a:pt x="2826" y="8816"/>
                    <a:pt x="2887" y="8733"/>
                    <a:pt x="2930" y="8669"/>
                  </a:cubicBezTo>
                  <a:lnTo>
                    <a:pt x="3335" y="6312"/>
                  </a:lnTo>
                  <a:cubicBezTo>
                    <a:pt x="3359" y="6169"/>
                    <a:pt x="3430" y="6002"/>
                    <a:pt x="3525" y="5859"/>
                  </a:cubicBezTo>
                  <a:cubicBezTo>
                    <a:pt x="3690" y="5595"/>
                    <a:pt x="3981" y="5400"/>
                    <a:pt x="4295" y="5400"/>
                  </a:cubicBezTo>
                  <a:cubicBezTo>
                    <a:pt x="4434" y="5400"/>
                    <a:pt x="4577" y="5438"/>
                    <a:pt x="4716" y="5526"/>
                  </a:cubicBezTo>
                  <a:cubicBezTo>
                    <a:pt x="4788" y="5597"/>
                    <a:pt x="4859" y="5692"/>
                    <a:pt x="4954" y="5764"/>
                  </a:cubicBezTo>
                  <a:cubicBezTo>
                    <a:pt x="5073" y="5931"/>
                    <a:pt x="5145" y="6097"/>
                    <a:pt x="5192" y="6312"/>
                  </a:cubicBezTo>
                  <a:lnTo>
                    <a:pt x="5859" y="10170"/>
                  </a:lnTo>
                  <a:cubicBezTo>
                    <a:pt x="5883" y="10384"/>
                    <a:pt x="6050" y="10693"/>
                    <a:pt x="6050" y="10693"/>
                  </a:cubicBezTo>
                  <a:lnTo>
                    <a:pt x="2478" y="10693"/>
                  </a:lnTo>
                  <a:cubicBezTo>
                    <a:pt x="2478" y="10693"/>
                    <a:pt x="2644" y="10360"/>
                    <a:pt x="2644" y="10170"/>
                  </a:cubicBezTo>
                  <a:lnTo>
                    <a:pt x="2763" y="9431"/>
                  </a:lnTo>
                  <a:cubicBezTo>
                    <a:pt x="2787" y="9336"/>
                    <a:pt x="2716" y="9265"/>
                    <a:pt x="2620" y="9217"/>
                  </a:cubicBezTo>
                  <a:cubicBezTo>
                    <a:pt x="2610" y="9214"/>
                    <a:pt x="2601" y="9213"/>
                    <a:pt x="2591" y="9213"/>
                  </a:cubicBezTo>
                  <a:cubicBezTo>
                    <a:pt x="2510" y="9213"/>
                    <a:pt x="2449" y="9298"/>
                    <a:pt x="2406" y="9384"/>
                  </a:cubicBezTo>
                  <a:lnTo>
                    <a:pt x="2287" y="10122"/>
                  </a:lnTo>
                  <a:lnTo>
                    <a:pt x="2287" y="10146"/>
                  </a:lnTo>
                  <a:cubicBezTo>
                    <a:pt x="2263" y="10455"/>
                    <a:pt x="2049" y="10693"/>
                    <a:pt x="1787" y="10693"/>
                  </a:cubicBezTo>
                  <a:cubicBezTo>
                    <a:pt x="1787" y="10693"/>
                    <a:pt x="1763" y="10693"/>
                    <a:pt x="1715" y="10717"/>
                  </a:cubicBezTo>
                  <a:lnTo>
                    <a:pt x="1072" y="10717"/>
                  </a:lnTo>
                  <a:lnTo>
                    <a:pt x="1072" y="168"/>
                  </a:lnTo>
                  <a:cubicBezTo>
                    <a:pt x="1072" y="96"/>
                    <a:pt x="1001" y="1"/>
                    <a:pt x="9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7" name="Google Shape;19467;p89"/>
          <p:cNvGrpSpPr/>
          <p:nvPr/>
        </p:nvGrpSpPr>
        <p:grpSpPr>
          <a:xfrm>
            <a:off x="4767843" y="2510859"/>
            <a:ext cx="351489" cy="227220"/>
            <a:chOff x="4958330" y="2510859"/>
            <a:chExt cx="351489" cy="227220"/>
          </a:xfrm>
        </p:grpSpPr>
        <p:sp>
          <p:nvSpPr>
            <p:cNvPr id="19468" name="Google Shape;19468;p89"/>
            <p:cNvSpPr/>
            <p:nvPr/>
          </p:nvSpPr>
          <p:spPr>
            <a:xfrm>
              <a:off x="4963995" y="2516524"/>
              <a:ext cx="216606" cy="216576"/>
            </a:xfrm>
            <a:custGeom>
              <a:rect b="b" l="l" r="r" t="t"/>
              <a:pathLst>
                <a:path extrusionOk="0" h="7264" w="7265">
                  <a:moveTo>
                    <a:pt x="3644" y="1"/>
                  </a:moveTo>
                  <a:cubicBezTo>
                    <a:pt x="1644" y="1"/>
                    <a:pt x="1" y="1644"/>
                    <a:pt x="1" y="3644"/>
                  </a:cubicBezTo>
                  <a:cubicBezTo>
                    <a:pt x="1" y="5645"/>
                    <a:pt x="1644" y="7264"/>
                    <a:pt x="3644" y="7264"/>
                  </a:cubicBezTo>
                  <a:cubicBezTo>
                    <a:pt x="5645" y="7264"/>
                    <a:pt x="7264" y="5645"/>
                    <a:pt x="7264" y="3644"/>
                  </a:cubicBezTo>
                  <a:cubicBezTo>
                    <a:pt x="7264" y="1644"/>
                    <a:pt x="5645" y="1"/>
                    <a:pt x="3644"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89"/>
            <p:cNvSpPr/>
            <p:nvPr/>
          </p:nvSpPr>
          <p:spPr>
            <a:xfrm>
              <a:off x="5023655" y="2522218"/>
              <a:ext cx="156946" cy="211597"/>
            </a:xfrm>
            <a:custGeom>
              <a:rect b="b" l="l" r="r" t="t"/>
              <a:pathLst>
                <a:path extrusionOk="0" h="7097" w="5264">
                  <a:moveTo>
                    <a:pt x="2810" y="0"/>
                  </a:moveTo>
                  <a:lnTo>
                    <a:pt x="2810" y="0"/>
                  </a:lnTo>
                  <a:cubicBezTo>
                    <a:pt x="4001" y="595"/>
                    <a:pt x="4787" y="1810"/>
                    <a:pt x="4787" y="3239"/>
                  </a:cubicBezTo>
                  <a:cubicBezTo>
                    <a:pt x="4787" y="5239"/>
                    <a:pt x="3191" y="6882"/>
                    <a:pt x="1167" y="6882"/>
                  </a:cubicBezTo>
                  <a:cubicBezTo>
                    <a:pt x="738" y="6882"/>
                    <a:pt x="357" y="6811"/>
                    <a:pt x="0" y="6692"/>
                  </a:cubicBezTo>
                  <a:lnTo>
                    <a:pt x="0" y="6692"/>
                  </a:lnTo>
                  <a:cubicBezTo>
                    <a:pt x="500" y="6930"/>
                    <a:pt x="1048" y="7097"/>
                    <a:pt x="1643" y="7097"/>
                  </a:cubicBezTo>
                  <a:cubicBezTo>
                    <a:pt x="3644" y="7097"/>
                    <a:pt x="5263" y="5477"/>
                    <a:pt x="5263" y="3453"/>
                  </a:cubicBezTo>
                  <a:cubicBezTo>
                    <a:pt x="5263" y="1858"/>
                    <a:pt x="4239" y="500"/>
                    <a:pt x="2810"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89"/>
            <p:cNvSpPr/>
            <p:nvPr/>
          </p:nvSpPr>
          <p:spPr>
            <a:xfrm>
              <a:off x="5090382" y="2516524"/>
              <a:ext cx="216606" cy="216576"/>
            </a:xfrm>
            <a:custGeom>
              <a:rect b="b" l="l" r="r" t="t"/>
              <a:pathLst>
                <a:path extrusionOk="0" h="7264" w="7265">
                  <a:moveTo>
                    <a:pt x="3620" y="1"/>
                  </a:moveTo>
                  <a:cubicBezTo>
                    <a:pt x="1620" y="1"/>
                    <a:pt x="1" y="1644"/>
                    <a:pt x="1" y="3644"/>
                  </a:cubicBezTo>
                  <a:cubicBezTo>
                    <a:pt x="1" y="5645"/>
                    <a:pt x="1620" y="7264"/>
                    <a:pt x="3620" y="7264"/>
                  </a:cubicBezTo>
                  <a:cubicBezTo>
                    <a:pt x="5621" y="7264"/>
                    <a:pt x="7264" y="5645"/>
                    <a:pt x="7264" y="3644"/>
                  </a:cubicBezTo>
                  <a:cubicBezTo>
                    <a:pt x="7264" y="1644"/>
                    <a:pt x="5621" y="1"/>
                    <a:pt x="362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89"/>
            <p:cNvSpPr/>
            <p:nvPr/>
          </p:nvSpPr>
          <p:spPr>
            <a:xfrm>
              <a:off x="5150729" y="2522218"/>
              <a:ext cx="156946" cy="211597"/>
            </a:xfrm>
            <a:custGeom>
              <a:rect b="b" l="l" r="r" t="t"/>
              <a:pathLst>
                <a:path extrusionOk="0" h="7097" w="5264">
                  <a:moveTo>
                    <a:pt x="2787" y="0"/>
                  </a:moveTo>
                  <a:lnTo>
                    <a:pt x="2787" y="0"/>
                  </a:lnTo>
                  <a:cubicBezTo>
                    <a:pt x="3978" y="595"/>
                    <a:pt x="4788" y="1810"/>
                    <a:pt x="4788" y="3239"/>
                  </a:cubicBezTo>
                  <a:cubicBezTo>
                    <a:pt x="4788" y="5239"/>
                    <a:pt x="3192" y="6882"/>
                    <a:pt x="1168" y="6882"/>
                  </a:cubicBezTo>
                  <a:cubicBezTo>
                    <a:pt x="739" y="6882"/>
                    <a:pt x="358" y="6811"/>
                    <a:pt x="1" y="6692"/>
                  </a:cubicBezTo>
                  <a:lnTo>
                    <a:pt x="1" y="6692"/>
                  </a:lnTo>
                  <a:cubicBezTo>
                    <a:pt x="501" y="6930"/>
                    <a:pt x="1049" y="7097"/>
                    <a:pt x="1644" y="7097"/>
                  </a:cubicBezTo>
                  <a:cubicBezTo>
                    <a:pt x="3621" y="7097"/>
                    <a:pt x="5264" y="5477"/>
                    <a:pt x="5264" y="3453"/>
                  </a:cubicBezTo>
                  <a:cubicBezTo>
                    <a:pt x="5264" y="1858"/>
                    <a:pt x="4216" y="500"/>
                    <a:pt x="2787"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89"/>
            <p:cNvSpPr/>
            <p:nvPr/>
          </p:nvSpPr>
          <p:spPr>
            <a:xfrm>
              <a:off x="5066947" y="2534979"/>
              <a:ext cx="132826" cy="181096"/>
            </a:xfrm>
            <a:custGeom>
              <a:rect b="b" l="l" r="r" t="t"/>
              <a:pathLst>
                <a:path extrusionOk="0" h="6074" w="4455">
                  <a:moveTo>
                    <a:pt x="2311" y="1"/>
                  </a:moveTo>
                  <a:cubicBezTo>
                    <a:pt x="1954" y="239"/>
                    <a:pt x="1668" y="525"/>
                    <a:pt x="1501" y="763"/>
                  </a:cubicBezTo>
                  <a:cubicBezTo>
                    <a:pt x="1" y="2668"/>
                    <a:pt x="787" y="4311"/>
                    <a:pt x="1501" y="5264"/>
                  </a:cubicBezTo>
                  <a:cubicBezTo>
                    <a:pt x="1858" y="5764"/>
                    <a:pt x="2311" y="6073"/>
                    <a:pt x="2311" y="6073"/>
                  </a:cubicBezTo>
                  <a:cubicBezTo>
                    <a:pt x="2620" y="5764"/>
                    <a:pt x="2930" y="5550"/>
                    <a:pt x="3144" y="5264"/>
                  </a:cubicBezTo>
                  <a:cubicBezTo>
                    <a:pt x="4454" y="3454"/>
                    <a:pt x="3811" y="1715"/>
                    <a:pt x="3144" y="787"/>
                  </a:cubicBezTo>
                  <a:cubicBezTo>
                    <a:pt x="2739" y="263"/>
                    <a:pt x="2311" y="1"/>
                    <a:pt x="2311"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89"/>
            <p:cNvSpPr/>
            <p:nvPr/>
          </p:nvSpPr>
          <p:spPr>
            <a:xfrm>
              <a:off x="4958330" y="2510859"/>
              <a:ext cx="351489" cy="227220"/>
            </a:xfrm>
            <a:custGeom>
              <a:rect b="b" l="l" r="r" t="t"/>
              <a:pathLst>
                <a:path extrusionOk="0" h="7621" w="11789">
                  <a:moveTo>
                    <a:pt x="5954" y="1096"/>
                  </a:moveTo>
                  <a:cubicBezTo>
                    <a:pt x="6787" y="1715"/>
                    <a:pt x="7287" y="2739"/>
                    <a:pt x="7287" y="3834"/>
                  </a:cubicBezTo>
                  <a:cubicBezTo>
                    <a:pt x="7287" y="4930"/>
                    <a:pt x="6740" y="5954"/>
                    <a:pt x="5954" y="6573"/>
                  </a:cubicBezTo>
                  <a:cubicBezTo>
                    <a:pt x="5144" y="5954"/>
                    <a:pt x="4596" y="4977"/>
                    <a:pt x="4596" y="3834"/>
                  </a:cubicBezTo>
                  <a:cubicBezTo>
                    <a:pt x="4596" y="3120"/>
                    <a:pt x="4811" y="2429"/>
                    <a:pt x="5239" y="1834"/>
                  </a:cubicBezTo>
                  <a:cubicBezTo>
                    <a:pt x="5430" y="1548"/>
                    <a:pt x="5668" y="1310"/>
                    <a:pt x="5954" y="1096"/>
                  </a:cubicBezTo>
                  <a:close/>
                  <a:moveTo>
                    <a:pt x="3810" y="0"/>
                  </a:moveTo>
                  <a:cubicBezTo>
                    <a:pt x="1691" y="0"/>
                    <a:pt x="0" y="1691"/>
                    <a:pt x="0" y="3810"/>
                  </a:cubicBezTo>
                  <a:cubicBezTo>
                    <a:pt x="0" y="4144"/>
                    <a:pt x="24" y="4430"/>
                    <a:pt x="119" y="4763"/>
                  </a:cubicBezTo>
                  <a:cubicBezTo>
                    <a:pt x="139" y="4842"/>
                    <a:pt x="208" y="4888"/>
                    <a:pt x="271" y="4888"/>
                  </a:cubicBezTo>
                  <a:cubicBezTo>
                    <a:pt x="285" y="4888"/>
                    <a:pt x="298" y="4886"/>
                    <a:pt x="310" y="4882"/>
                  </a:cubicBezTo>
                  <a:cubicBezTo>
                    <a:pt x="405" y="4858"/>
                    <a:pt x="476" y="4763"/>
                    <a:pt x="429" y="4668"/>
                  </a:cubicBezTo>
                  <a:cubicBezTo>
                    <a:pt x="381" y="4406"/>
                    <a:pt x="310" y="4096"/>
                    <a:pt x="310" y="3810"/>
                  </a:cubicBezTo>
                  <a:cubicBezTo>
                    <a:pt x="310" y="1905"/>
                    <a:pt x="1858" y="357"/>
                    <a:pt x="3763" y="357"/>
                  </a:cubicBezTo>
                  <a:cubicBezTo>
                    <a:pt x="4430" y="357"/>
                    <a:pt x="5049" y="524"/>
                    <a:pt x="5597" y="857"/>
                  </a:cubicBezTo>
                  <a:cubicBezTo>
                    <a:pt x="5311" y="1072"/>
                    <a:pt x="5073" y="1334"/>
                    <a:pt x="4882" y="1643"/>
                  </a:cubicBezTo>
                  <a:cubicBezTo>
                    <a:pt x="4430" y="2286"/>
                    <a:pt x="4192" y="3025"/>
                    <a:pt x="4192" y="3810"/>
                  </a:cubicBezTo>
                  <a:cubicBezTo>
                    <a:pt x="4192" y="5001"/>
                    <a:pt x="4715" y="6049"/>
                    <a:pt x="5597" y="6763"/>
                  </a:cubicBezTo>
                  <a:cubicBezTo>
                    <a:pt x="5049" y="7073"/>
                    <a:pt x="4430" y="7263"/>
                    <a:pt x="3763" y="7263"/>
                  </a:cubicBezTo>
                  <a:cubicBezTo>
                    <a:pt x="2453" y="7263"/>
                    <a:pt x="1262" y="6549"/>
                    <a:pt x="667" y="5382"/>
                  </a:cubicBezTo>
                  <a:cubicBezTo>
                    <a:pt x="649" y="5309"/>
                    <a:pt x="575" y="5278"/>
                    <a:pt x="499" y="5278"/>
                  </a:cubicBezTo>
                  <a:cubicBezTo>
                    <a:pt x="475" y="5278"/>
                    <a:pt x="451" y="5281"/>
                    <a:pt x="429" y="5287"/>
                  </a:cubicBezTo>
                  <a:cubicBezTo>
                    <a:pt x="357" y="5335"/>
                    <a:pt x="310" y="5454"/>
                    <a:pt x="357" y="5525"/>
                  </a:cubicBezTo>
                  <a:cubicBezTo>
                    <a:pt x="1000" y="6811"/>
                    <a:pt x="2310" y="7621"/>
                    <a:pt x="3739" y="7621"/>
                  </a:cubicBezTo>
                  <a:cubicBezTo>
                    <a:pt x="4525" y="7621"/>
                    <a:pt x="5263" y="7383"/>
                    <a:pt x="5859" y="6954"/>
                  </a:cubicBezTo>
                  <a:cubicBezTo>
                    <a:pt x="6454" y="7383"/>
                    <a:pt x="7192" y="7621"/>
                    <a:pt x="7978" y="7621"/>
                  </a:cubicBezTo>
                  <a:cubicBezTo>
                    <a:pt x="10074" y="7621"/>
                    <a:pt x="11788" y="5930"/>
                    <a:pt x="11788" y="3810"/>
                  </a:cubicBezTo>
                  <a:cubicBezTo>
                    <a:pt x="11788" y="1691"/>
                    <a:pt x="10169" y="24"/>
                    <a:pt x="8049" y="24"/>
                  </a:cubicBezTo>
                  <a:cubicBezTo>
                    <a:pt x="7883" y="24"/>
                    <a:pt x="7668" y="24"/>
                    <a:pt x="7502" y="48"/>
                  </a:cubicBezTo>
                  <a:cubicBezTo>
                    <a:pt x="7406" y="48"/>
                    <a:pt x="7335" y="143"/>
                    <a:pt x="7335" y="262"/>
                  </a:cubicBezTo>
                  <a:cubicBezTo>
                    <a:pt x="7335" y="381"/>
                    <a:pt x="7430" y="405"/>
                    <a:pt x="7549" y="405"/>
                  </a:cubicBezTo>
                  <a:cubicBezTo>
                    <a:pt x="7740" y="381"/>
                    <a:pt x="7883" y="381"/>
                    <a:pt x="8049" y="381"/>
                  </a:cubicBezTo>
                  <a:cubicBezTo>
                    <a:pt x="9955" y="381"/>
                    <a:pt x="11503" y="1929"/>
                    <a:pt x="11503" y="3834"/>
                  </a:cubicBezTo>
                  <a:cubicBezTo>
                    <a:pt x="11503" y="5739"/>
                    <a:pt x="9955" y="7287"/>
                    <a:pt x="8049" y="7287"/>
                  </a:cubicBezTo>
                  <a:cubicBezTo>
                    <a:pt x="7406" y="7287"/>
                    <a:pt x="6787" y="7121"/>
                    <a:pt x="6240" y="6787"/>
                  </a:cubicBezTo>
                  <a:cubicBezTo>
                    <a:pt x="7097" y="6073"/>
                    <a:pt x="7645" y="5025"/>
                    <a:pt x="7645" y="3834"/>
                  </a:cubicBezTo>
                  <a:cubicBezTo>
                    <a:pt x="7645" y="2643"/>
                    <a:pt x="7097" y="1572"/>
                    <a:pt x="6240" y="881"/>
                  </a:cubicBezTo>
                  <a:cubicBezTo>
                    <a:pt x="6430" y="762"/>
                    <a:pt x="6621" y="691"/>
                    <a:pt x="6811" y="595"/>
                  </a:cubicBezTo>
                  <a:cubicBezTo>
                    <a:pt x="6906" y="572"/>
                    <a:pt x="6954" y="453"/>
                    <a:pt x="6906" y="357"/>
                  </a:cubicBezTo>
                  <a:cubicBezTo>
                    <a:pt x="6872" y="288"/>
                    <a:pt x="6798" y="243"/>
                    <a:pt x="6734" y="243"/>
                  </a:cubicBezTo>
                  <a:cubicBezTo>
                    <a:pt x="6710" y="243"/>
                    <a:pt x="6687" y="249"/>
                    <a:pt x="6668" y="262"/>
                  </a:cubicBezTo>
                  <a:cubicBezTo>
                    <a:pt x="6382" y="357"/>
                    <a:pt x="6144" y="500"/>
                    <a:pt x="5906" y="643"/>
                  </a:cubicBezTo>
                  <a:cubicBezTo>
                    <a:pt x="5311" y="238"/>
                    <a:pt x="4573" y="0"/>
                    <a:pt x="3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89"/>
            <p:cNvSpPr/>
            <p:nvPr/>
          </p:nvSpPr>
          <p:spPr>
            <a:xfrm>
              <a:off x="4993810" y="2609547"/>
              <a:ext cx="68217" cy="10674"/>
            </a:xfrm>
            <a:custGeom>
              <a:rect b="b" l="l" r="r" t="t"/>
              <a:pathLst>
                <a:path extrusionOk="0" h="358" w="2288">
                  <a:moveTo>
                    <a:pt x="168" y="0"/>
                  </a:moveTo>
                  <a:cubicBezTo>
                    <a:pt x="72" y="0"/>
                    <a:pt x="25" y="48"/>
                    <a:pt x="1" y="143"/>
                  </a:cubicBezTo>
                  <a:cubicBezTo>
                    <a:pt x="1" y="262"/>
                    <a:pt x="72" y="358"/>
                    <a:pt x="168" y="358"/>
                  </a:cubicBezTo>
                  <a:lnTo>
                    <a:pt x="2073" y="358"/>
                  </a:lnTo>
                  <a:cubicBezTo>
                    <a:pt x="2168" y="358"/>
                    <a:pt x="2216" y="286"/>
                    <a:pt x="2263" y="191"/>
                  </a:cubicBezTo>
                  <a:cubicBezTo>
                    <a:pt x="2287" y="72"/>
                    <a:pt x="2192" y="0"/>
                    <a:pt x="20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89"/>
            <p:cNvSpPr/>
            <p:nvPr/>
          </p:nvSpPr>
          <p:spPr>
            <a:xfrm>
              <a:off x="4993810" y="2630836"/>
              <a:ext cx="46899" cy="10674"/>
            </a:xfrm>
            <a:custGeom>
              <a:rect b="b" l="l" r="r" t="t"/>
              <a:pathLst>
                <a:path extrusionOk="0" h="358" w="1573">
                  <a:moveTo>
                    <a:pt x="168" y="1"/>
                  </a:moveTo>
                  <a:cubicBezTo>
                    <a:pt x="72" y="1"/>
                    <a:pt x="25" y="48"/>
                    <a:pt x="1" y="144"/>
                  </a:cubicBezTo>
                  <a:cubicBezTo>
                    <a:pt x="1" y="263"/>
                    <a:pt x="72" y="358"/>
                    <a:pt x="168" y="358"/>
                  </a:cubicBezTo>
                  <a:lnTo>
                    <a:pt x="1358" y="358"/>
                  </a:lnTo>
                  <a:cubicBezTo>
                    <a:pt x="1454" y="358"/>
                    <a:pt x="1501" y="286"/>
                    <a:pt x="1549" y="191"/>
                  </a:cubicBezTo>
                  <a:cubicBezTo>
                    <a:pt x="1573" y="72"/>
                    <a:pt x="1477" y="1"/>
                    <a:pt x="13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89"/>
            <p:cNvSpPr/>
            <p:nvPr/>
          </p:nvSpPr>
          <p:spPr>
            <a:xfrm>
              <a:off x="5208958" y="2609547"/>
              <a:ext cx="69618" cy="10674"/>
            </a:xfrm>
            <a:custGeom>
              <a:rect b="b" l="l" r="r" t="t"/>
              <a:pathLst>
                <a:path extrusionOk="0" h="358" w="2335">
                  <a:moveTo>
                    <a:pt x="215" y="0"/>
                  </a:moveTo>
                  <a:cubicBezTo>
                    <a:pt x="120" y="0"/>
                    <a:pt x="72" y="48"/>
                    <a:pt x="48" y="143"/>
                  </a:cubicBezTo>
                  <a:cubicBezTo>
                    <a:pt x="1" y="262"/>
                    <a:pt x="96" y="358"/>
                    <a:pt x="215" y="358"/>
                  </a:cubicBezTo>
                  <a:lnTo>
                    <a:pt x="2120" y="358"/>
                  </a:lnTo>
                  <a:cubicBezTo>
                    <a:pt x="2215" y="358"/>
                    <a:pt x="2263" y="286"/>
                    <a:pt x="2311" y="191"/>
                  </a:cubicBezTo>
                  <a:cubicBezTo>
                    <a:pt x="2335" y="119"/>
                    <a:pt x="2239" y="0"/>
                    <a:pt x="21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89"/>
            <p:cNvSpPr/>
            <p:nvPr/>
          </p:nvSpPr>
          <p:spPr>
            <a:xfrm>
              <a:off x="5230276" y="2630836"/>
              <a:ext cx="48300" cy="10674"/>
            </a:xfrm>
            <a:custGeom>
              <a:rect b="b" l="l" r="r" t="t"/>
              <a:pathLst>
                <a:path extrusionOk="0" h="358" w="1620">
                  <a:moveTo>
                    <a:pt x="214" y="1"/>
                  </a:moveTo>
                  <a:cubicBezTo>
                    <a:pt x="119" y="1"/>
                    <a:pt x="72" y="48"/>
                    <a:pt x="48" y="144"/>
                  </a:cubicBezTo>
                  <a:cubicBezTo>
                    <a:pt x="0" y="263"/>
                    <a:pt x="95" y="358"/>
                    <a:pt x="214" y="358"/>
                  </a:cubicBezTo>
                  <a:lnTo>
                    <a:pt x="1381" y="358"/>
                  </a:lnTo>
                  <a:cubicBezTo>
                    <a:pt x="1477" y="358"/>
                    <a:pt x="1548" y="286"/>
                    <a:pt x="1548" y="191"/>
                  </a:cubicBezTo>
                  <a:cubicBezTo>
                    <a:pt x="1620" y="72"/>
                    <a:pt x="1524" y="1"/>
                    <a:pt x="1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8" name="Google Shape;19478;p89"/>
          <p:cNvGrpSpPr/>
          <p:nvPr/>
        </p:nvGrpSpPr>
        <p:grpSpPr>
          <a:xfrm>
            <a:off x="4022564" y="2449797"/>
            <a:ext cx="353606" cy="352890"/>
            <a:chOff x="4365452" y="2449797"/>
            <a:chExt cx="353606" cy="352890"/>
          </a:xfrm>
        </p:grpSpPr>
        <p:sp>
          <p:nvSpPr>
            <p:cNvPr id="19479" name="Google Shape;19479;p89"/>
            <p:cNvSpPr/>
            <p:nvPr/>
          </p:nvSpPr>
          <p:spPr>
            <a:xfrm>
              <a:off x="4635966" y="2486708"/>
              <a:ext cx="67471" cy="67471"/>
            </a:xfrm>
            <a:custGeom>
              <a:rect b="b" l="l" r="r" t="t"/>
              <a:pathLst>
                <a:path extrusionOk="0" h="2263" w="2263">
                  <a:moveTo>
                    <a:pt x="1120" y="0"/>
                  </a:moveTo>
                  <a:cubicBezTo>
                    <a:pt x="501" y="0"/>
                    <a:pt x="0" y="501"/>
                    <a:pt x="0" y="1143"/>
                  </a:cubicBezTo>
                  <a:cubicBezTo>
                    <a:pt x="0" y="1763"/>
                    <a:pt x="501" y="2263"/>
                    <a:pt x="1120" y="2263"/>
                  </a:cubicBezTo>
                  <a:cubicBezTo>
                    <a:pt x="1739" y="2263"/>
                    <a:pt x="2263" y="1763"/>
                    <a:pt x="2263" y="1143"/>
                  </a:cubicBezTo>
                  <a:cubicBezTo>
                    <a:pt x="2263" y="501"/>
                    <a:pt x="1739" y="0"/>
                    <a:pt x="1120" y="0"/>
                  </a:cubicBez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89"/>
            <p:cNvSpPr/>
            <p:nvPr/>
          </p:nvSpPr>
          <p:spPr>
            <a:xfrm>
              <a:off x="4649443" y="2487424"/>
              <a:ext cx="53995" cy="66756"/>
            </a:xfrm>
            <a:custGeom>
              <a:rect b="b" l="l" r="r" t="t"/>
              <a:pathLst>
                <a:path extrusionOk="0" h="2239" w="1811">
                  <a:moveTo>
                    <a:pt x="1" y="2024"/>
                  </a:moveTo>
                  <a:cubicBezTo>
                    <a:pt x="5" y="2027"/>
                    <a:pt x="9" y="2030"/>
                    <a:pt x="13" y="2032"/>
                  </a:cubicBezTo>
                  <a:lnTo>
                    <a:pt x="13" y="2032"/>
                  </a:lnTo>
                  <a:cubicBezTo>
                    <a:pt x="9" y="2029"/>
                    <a:pt x="5" y="2027"/>
                    <a:pt x="1" y="2024"/>
                  </a:cubicBezTo>
                  <a:close/>
                  <a:moveTo>
                    <a:pt x="906" y="0"/>
                  </a:moveTo>
                  <a:lnTo>
                    <a:pt x="906" y="0"/>
                  </a:lnTo>
                  <a:cubicBezTo>
                    <a:pt x="1215" y="215"/>
                    <a:pt x="1382" y="548"/>
                    <a:pt x="1382" y="929"/>
                  </a:cubicBezTo>
                  <a:cubicBezTo>
                    <a:pt x="1382" y="1548"/>
                    <a:pt x="882" y="2072"/>
                    <a:pt x="263" y="2072"/>
                  </a:cubicBezTo>
                  <a:cubicBezTo>
                    <a:pt x="173" y="2072"/>
                    <a:pt x="83" y="2072"/>
                    <a:pt x="13" y="2032"/>
                  </a:cubicBezTo>
                  <a:lnTo>
                    <a:pt x="13" y="2032"/>
                  </a:lnTo>
                  <a:cubicBezTo>
                    <a:pt x="201" y="2147"/>
                    <a:pt x="435" y="2239"/>
                    <a:pt x="668" y="2239"/>
                  </a:cubicBezTo>
                  <a:cubicBezTo>
                    <a:pt x="1311" y="2239"/>
                    <a:pt x="1811" y="1739"/>
                    <a:pt x="1811" y="1119"/>
                  </a:cubicBezTo>
                  <a:cubicBezTo>
                    <a:pt x="1811" y="572"/>
                    <a:pt x="1454" y="119"/>
                    <a:pt x="906" y="0"/>
                  </a:cubicBezTo>
                  <a:close/>
                </a:path>
              </a:pathLst>
            </a:custGeom>
            <a:solidFill>
              <a:srgbClr val="DB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89"/>
            <p:cNvSpPr/>
            <p:nvPr/>
          </p:nvSpPr>
          <p:spPr>
            <a:xfrm>
              <a:off x="4420819" y="2692613"/>
              <a:ext cx="28444" cy="28444"/>
            </a:xfrm>
            <a:custGeom>
              <a:rect b="b" l="l" r="r" t="t"/>
              <a:pathLst>
                <a:path extrusionOk="0" h="954" w="954">
                  <a:moveTo>
                    <a:pt x="477" y="1"/>
                  </a:moveTo>
                  <a:cubicBezTo>
                    <a:pt x="215" y="1"/>
                    <a:pt x="1" y="215"/>
                    <a:pt x="1" y="477"/>
                  </a:cubicBezTo>
                  <a:cubicBezTo>
                    <a:pt x="1" y="739"/>
                    <a:pt x="215" y="953"/>
                    <a:pt x="477" y="953"/>
                  </a:cubicBezTo>
                  <a:cubicBezTo>
                    <a:pt x="739" y="953"/>
                    <a:pt x="953" y="739"/>
                    <a:pt x="953" y="477"/>
                  </a:cubicBezTo>
                  <a:cubicBezTo>
                    <a:pt x="953" y="215"/>
                    <a:pt x="739" y="1"/>
                    <a:pt x="47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89"/>
            <p:cNvSpPr/>
            <p:nvPr/>
          </p:nvSpPr>
          <p:spPr>
            <a:xfrm>
              <a:off x="4422966" y="2693329"/>
              <a:ext cx="26297" cy="27728"/>
            </a:xfrm>
            <a:custGeom>
              <a:rect b="b" l="l" r="r" t="t"/>
              <a:pathLst>
                <a:path extrusionOk="0" h="930" w="882">
                  <a:moveTo>
                    <a:pt x="476" y="0"/>
                  </a:moveTo>
                  <a:cubicBezTo>
                    <a:pt x="500" y="72"/>
                    <a:pt x="500" y="119"/>
                    <a:pt x="500" y="191"/>
                  </a:cubicBezTo>
                  <a:cubicBezTo>
                    <a:pt x="500" y="453"/>
                    <a:pt x="286" y="667"/>
                    <a:pt x="24" y="667"/>
                  </a:cubicBezTo>
                  <a:lnTo>
                    <a:pt x="0" y="667"/>
                  </a:lnTo>
                  <a:cubicBezTo>
                    <a:pt x="48" y="810"/>
                    <a:pt x="238" y="929"/>
                    <a:pt x="405" y="929"/>
                  </a:cubicBezTo>
                  <a:cubicBezTo>
                    <a:pt x="691" y="929"/>
                    <a:pt x="881" y="715"/>
                    <a:pt x="881" y="453"/>
                  </a:cubicBezTo>
                  <a:cubicBezTo>
                    <a:pt x="881" y="191"/>
                    <a:pt x="691" y="0"/>
                    <a:pt x="476"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89"/>
            <p:cNvSpPr/>
            <p:nvPr/>
          </p:nvSpPr>
          <p:spPr>
            <a:xfrm>
              <a:off x="4467689" y="2579732"/>
              <a:ext cx="28414" cy="28414"/>
            </a:xfrm>
            <a:custGeom>
              <a:rect b="b" l="l" r="r" t="t"/>
              <a:pathLst>
                <a:path extrusionOk="0" h="953" w="953">
                  <a:moveTo>
                    <a:pt x="477" y="0"/>
                  </a:moveTo>
                  <a:cubicBezTo>
                    <a:pt x="215" y="0"/>
                    <a:pt x="0" y="214"/>
                    <a:pt x="0" y="476"/>
                  </a:cubicBezTo>
                  <a:cubicBezTo>
                    <a:pt x="0" y="738"/>
                    <a:pt x="215" y="953"/>
                    <a:pt x="477" y="953"/>
                  </a:cubicBezTo>
                  <a:cubicBezTo>
                    <a:pt x="762" y="953"/>
                    <a:pt x="953" y="738"/>
                    <a:pt x="953" y="476"/>
                  </a:cubicBezTo>
                  <a:cubicBezTo>
                    <a:pt x="953" y="214"/>
                    <a:pt x="762" y="0"/>
                    <a:pt x="477"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89"/>
            <p:cNvSpPr/>
            <p:nvPr/>
          </p:nvSpPr>
          <p:spPr>
            <a:xfrm>
              <a:off x="4469090" y="2581134"/>
              <a:ext cx="26327" cy="27012"/>
            </a:xfrm>
            <a:custGeom>
              <a:rect b="b" l="l" r="r" t="t"/>
              <a:pathLst>
                <a:path extrusionOk="0" h="906" w="883">
                  <a:moveTo>
                    <a:pt x="477" y="1"/>
                  </a:moveTo>
                  <a:cubicBezTo>
                    <a:pt x="501" y="48"/>
                    <a:pt x="501" y="120"/>
                    <a:pt x="501" y="167"/>
                  </a:cubicBezTo>
                  <a:cubicBezTo>
                    <a:pt x="501" y="429"/>
                    <a:pt x="287" y="644"/>
                    <a:pt x="25" y="644"/>
                  </a:cubicBezTo>
                  <a:lnTo>
                    <a:pt x="1" y="644"/>
                  </a:lnTo>
                  <a:cubicBezTo>
                    <a:pt x="49" y="787"/>
                    <a:pt x="239" y="906"/>
                    <a:pt x="406" y="906"/>
                  </a:cubicBezTo>
                  <a:cubicBezTo>
                    <a:pt x="692" y="906"/>
                    <a:pt x="882" y="715"/>
                    <a:pt x="882" y="429"/>
                  </a:cubicBezTo>
                  <a:cubicBezTo>
                    <a:pt x="882" y="191"/>
                    <a:pt x="715" y="1"/>
                    <a:pt x="47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89"/>
            <p:cNvSpPr/>
            <p:nvPr/>
          </p:nvSpPr>
          <p:spPr>
            <a:xfrm>
              <a:off x="4529466" y="2618075"/>
              <a:ext cx="28414" cy="28414"/>
            </a:xfrm>
            <a:custGeom>
              <a:rect b="b" l="l" r="r" t="t"/>
              <a:pathLst>
                <a:path extrusionOk="0" h="953" w="953">
                  <a:moveTo>
                    <a:pt x="477" y="0"/>
                  </a:moveTo>
                  <a:cubicBezTo>
                    <a:pt x="215" y="0"/>
                    <a:pt x="0" y="214"/>
                    <a:pt x="0" y="476"/>
                  </a:cubicBezTo>
                  <a:cubicBezTo>
                    <a:pt x="0" y="738"/>
                    <a:pt x="215" y="953"/>
                    <a:pt x="477" y="953"/>
                  </a:cubicBezTo>
                  <a:cubicBezTo>
                    <a:pt x="738" y="953"/>
                    <a:pt x="953" y="738"/>
                    <a:pt x="953" y="476"/>
                  </a:cubicBezTo>
                  <a:cubicBezTo>
                    <a:pt x="953" y="214"/>
                    <a:pt x="738" y="0"/>
                    <a:pt x="477"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89"/>
            <p:cNvSpPr/>
            <p:nvPr/>
          </p:nvSpPr>
          <p:spPr>
            <a:xfrm>
              <a:off x="4530868" y="2618761"/>
              <a:ext cx="27012" cy="27728"/>
            </a:xfrm>
            <a:custGeom>
              <a:rect b="b" l="l" r="r" t="t"/>
              <a:pathLst>
                <a:path extrusionOk="0" h="930" w="906">
                  <a:moveTo>
                    <a:pt x="477" y="1"/>
                  </a:moveTo>
                  <a:cubicBezTo>
                    <a:pt x="525" y="72"/>
                    <a:pt x="525" y="120"/>
                    <a:pt x="525" y="191"/>
                  </a:cubicBezTo>
                  <a:cubicBezTo>
                    <a:pt x="525" y="453"/>
                    <a:pt x="310" y="668"/>
                    <a:pt x="48" y="668"/>
                  </a:cubicBezTo>
                  <a:lnTo>
                    <a:pt x="1" y="668"/>
                  </a:lnTo>
                  <a:cubicBezTo>
                    <a:pt x="72" y="811"/>
                    <a:pt x="239" y="930"/>
                    <a:pt x="430" y="930"/>
                  </a:cubicBezTo>
                  <a:cubicBezTo>
                    <a:pt x="691" y="930"/>
                    <a:pt x="906" y="715"/>
                    <a:pt x="906" y="453"/>
                  </a:cubicBezTo>
                  <a:cubicBezTo>
                    <a:pt x="906" y="191"/>
                    <a:pt x="691" y="1"/>
                    <a:pt x="47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89"/>
            <p:cNvSpPr/>
            <p:nvPr/>
          </p:nvSpPr>
          <p:spPr>
            <a:xfrm>
              <a:off x="4574189" y="2543507"/>
              <a:ext cx="28444" cy="28444"/>
            </a:xfrm>
            <a:custGeom>
              <a:rect b="b" l="l" r="r" t="t"/>
              <a:pathLst>
                <a:path extrusionOk="0" h="954" w="954">
                  <a:moveTo>
                    <a:pt x="477" y="1"/>
                  </a:moveTo>
                  <a:cubicBezTo>
                    <a:pt x="215" y="1"/>
                    <a:pt x="1" y="215"/>
                    <a:pt x="1" y="477"/>
                  </a:cubicBezTo>
                  <a:cubicBezTo>
                    <a:pt x="1" y="739"/>
                    <a:pt x="215" y="953"/>
                    <a:pt x="477" y="953"/>
                  </a:cubicBezTo>
                  <a:cubicBezTo>
                    <a:pt x="763" y="953"/>
                    <a:pt x="953" y="739"/>
                    <a:pt x="953" y="477"/>
                  </a:cubicBezTo>
                  <a:cubicBezTo>
                    <a:pt x="953" y="215"/>
                    <a:pt x="763" y="1"/>
                    <a:pt x="47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89"/>
            <p:cNvSpPr/>
            <p:nvPr/>
          </p:nvSpPr>
          <p:spPr>
            <a:xfrm>
              <a:off x="4576306" y="2544222"/>
              <a:ext cx="27012" cy="27728"/>
            </a:xfrm>
            <a:custGeom>
              <a:rect b="b" l="l" r="r" t="t"/>
              <a:pathLst>
                <a:path extrusionOk="0" h="930" w="906">
                  <a:moveTo>
                    <a:pt x="477" y="0"/>
                  </a:moveTo>
                  <a:cubicBezTo>
                    <a:pt x="501" y="72"/>
                    <a:pt x="501" y="119"/>
                    <a:pt x="501" y="191"/>
                  </a:cubicBezTo>
                  <a:cubicBezTo>
                    <a:pt x="501" y="453"/>
                    <a:pt x="311" y="667"/>
                    <a:pt x="25" y="667"/>
                  </a:cubicBezTo>
                  <a:lnTo>
                    <a:pt x="1" y="667"/>
                  </a:lnTo>
                  <a:cubicBezTo>
                    <a:pt x="72" y="810"/>
                    <a:pt x="239" y="929"/>
                    <a:pt x="430" y="929"/>
                  </a:cubicBezTo>
                  <a:cubicBezTo>
                    <a:pt x="692" y="929"/>
                    <a:pt x="906" y="715"/>
                    <a:pt x="906" y="453"/>
                  </a:cubicBezTo>
                  <a:cubicBezTo>
                    <a:pt x="906" y="191"/>
                    <a:pt x="715" y="0"/>
                    <a:pt x="47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89"/>
            <p:cNvSpPr/>
            <p:nvPr/>
          </p:nvSpPr>
          <p:spPr>
            <a:xfrm>
              <a:off x="4655138" y="2505880"/>
              <a:ext cx="28414" cy="29129"/>
            </a:xfrm>
            <a:custGeom>
              <a:rect b="b" l="l" r="r" t="t"/>
              <a:pathLst>
                <a:path extrusionOk="0" h="977" w="953">
                  <a:moveTo>
                    <a:pt x="477" y="0"/>
                  </a:moveTo>
                  <a:cubicBezTo>
                    <a:pt x="215" y="0"/>
                    <a:pt x="0" y="215"/>
                    <a:pt x="0" y="500"/>
                  </a:cubicBezTo>
                  <a:cubicBezTo>
                    <a:pt x="0" y="762"/>
                    <a:pt x="215" y="977"/>
                    <a:pt x="477" y="977"/>
                  </a:cubicBezTo>
                  <a:cubicBezTo>
                    <a:pt x="739" y="977"/>
                    <a:pt x="953" y="762"/>
                    <a:pt x="953" y="500"/>
                  </a:cubicBezTo>
                  <a:cubicBezTo>
                    <a:pt x="953" y="215"/>
                    <a:pt x="739" y="0"/>
                    <a:pt x="477"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89"/>
            <p:cNvSpPr/>
            <p:nvPr/>
          </p:nvSpPr>
          <p:spPr>
            <a:xfrm>
              <a:off x="4656569" y="2507311"/>
              <a:ext cx="26297" cy="27698"/>
            </a:xfrm>
            <a:custGeom>
              <a:rect b="b" l="l" r="r" t="t"/>
              <a:pathLst>
                <a:path extrusionOk="0" h="929" w="882">
                  <a:moveTo>
                    <a:pt x="476" y="0"/>
                  </a:moveTo>
                  <a:cubicBezTo>
                    <a:pt x="500" y="48"/>
                    <a:pt x="500" y="119"/>
                    <a:pt x="500" y="167"/>
                  </a:cubicBezTo>
                  <a:cubicBezTo>
                    <a:pt x="500" y="452"/>
                    <a:pt x="286" y="643"/>
                    <a:pt x="24" y="643"/>
                  </a:cubicBezTo>
                  <a:lnTo>
                    <a:pt x="0" y="643"/>
                  </a:lnTo>
                  <a:cubicBezTo>
                    <a:pt x="48" y="810"/>
                    <a:pt x="238" y="929"/>
                    <a:pt x="405" y="929"/>
                  </a:cubicBezTo>
                  <a:cubicBezTo>
                    <a:pt x="667" y="929"/>
                    <a:pt x="881" y="714"/>
                    <a:pt x="881" y="452"/>
                  </a:cubicBezTo>
                  <a:cubicBezTo>
                    <a:pt x="881" y="167"/>
                    <a:pt x="714" y="0"/>
                    <a:pt x="476"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89"/>
            <p:cNvSpPr/>
            <p:nvPr/>
          </p:nvSpPr>
          <p:spPr>
            <a:xfrm>
              <a:off x="4370401" y="2773562"/>
              <a:ext cx="343678" cy="24180"/>
            </a:xfrm>
            <a:custGeom>
              <a:rect b="b" l="l" r="r" t="t"/>
              <a:pathLst>
                <a:path extrusionOk="0" h="811" w="11527">
                  <a:moveTo>
                    <a:pt x="120" y="0"/>
                  </a:moveTo>
                  <a:cubicBezTo>
                    <a:pt x="72" y="0"/>
                    <a:pt x="1" y="48"/>
                    <a:pt x="1" y="119"/>
                  </a:cubicBezTo>
                  <a:lnTo>
                    <a:pt x="1" y="691"/>
                  </a:lnTo>
                  <a:cubicBezTo>
                    <a:pt x="1" y="739"/>
                    <a:pt x="72" y="810"/>
                    <a:pt x="120" y="810"/>
                  </a:cubicBezTo>
                  <a:lnTo>
                    <a:pt x="11408" y="810"/>
                  </a:lnTo>
                  <a:cubicBezTo>
                    <a:pt x="11456" y="810"/>
                    <a:pt x="11527" y="739"/>
                    <a:pt x="11527" y="691"/>
                  </a:cubicBezTo>
                  <a:lnTo>
                    <a:pt x="11527" y="119"/>
                  </a:lnTo>
                  <a:cubicBezTo>
                    <a:pt x="11527" y="48"/>
                    <a:pt x="11456" y="0"/>
                    <a:pt x="11408" y="0"/>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89"/>
            <p:cNvSpPr/>
            <p:nvPr/>
          </p:nvSpPr>
          <p:spPr>
            <a:xfrm>
              <a:off x="4696313" y="2772846"/>
              <a:ext cx="17770" cy="23464"/>
            </a:xfrm>
            <a:custGeom>
              <a:rect b="b" l="l" r="r" t="t"/>
              <a:pathLst>
                <a:path extrusionOk="0" h="787" w="596">
                  <a:moveTo>
                    <a:pt x="1" y="1"/>
                  </a:moveTo>
                  <a:cubicBezTo>
                    <a:pt x="48" y="1"/>
                    <a:pt x="120" y="48"/>
                    <a:pt x="120" y="120"/>
                  </a:cubicBezTo>
                  <a:lnTo>
                    <a:pt x="120" y="667"/>
                  </a:lnTo>
                  <a:cubicBezTo>
                    <a:pt x="120" y="739"/>
                    <a:pt x="48" y="786"/>
                    <a:pt x="1" y="786"/>
                  </a:cubicBezTo>
                  <a:lnTo>
                    <a:pt x="477" y="786"/>
                  </a:lnTo>
                  <a:cubicBezTo>
                    <a:pt x="525" y="786"/>
                    <a:pt x="596" y="739"/>
                    <a:pt x="596" y="667"/>
                  </a:cubicBezTo>
                  <a:lnTo>
                    <a:pt x="596" y="120"/>
                  </a:lnTo>
                  <a:cubicBezTo>
                    <a:pt x="596" y="48"/>
                    <a:pt x="525"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89"/>
            <p:cNvSpPr/>
            <p:nvPr/>
          </p:nvSpPr>
          <p:spPr>
            <a:xfrm>
              <a:off x="4430062" y="2733430"/>
              <a:ext cx="10674" cy="18157"/>
            </a:xfrm>
            <a:custGeom>
              <a:rect b="b" l="l" r="r" t="t"/>
              <a:pathLst>
                <a:path extrusionOk="0" h="609" w="358">
                  <a:moveTo>
                    <a:pt x="153" y="0"/>
                  </a:moveTo>
                  <a:cubicBezTo>
                    <a:pt x="64" y="0"/>
                    <a:pt x="0" y="82"/>
                    <a:pt x="0" y="180"/>
                  </a:cubicBezTo>
                  <a:lnTo>
                    <a:pt x="0" y="418"/>
                  </a:lnTo>
                  <a:cubicBezTo>
                    <a:pt x="0" y="513"/>
                    <a:pt x="48" y="608"/>
                    <a:pt x="143" y="608"/>
                  </a:cubicBezTo>
                  <a:cubicBezTo>
                    <a:pt x="262" y="608"/>
                    <a:pt x="357" y="537"/>
                    <a:pt x="357" y="418"/>
                  </a:cubicBezTo>
                  <a:lnTo>
                    <a:pt x="357" y="180"/>
                  </a:lnTo>
                  <a:cubicBezTo>
                    <a:pt x="357" y="84"/>
                    <a:pt x="286" y="37"/>
                    <a:pt x="215" y="13"/>
                  </a:cubicBezTo>
                  <a:cubicBezTo>
                    <a:pt x="193" y="4"/>
                    <a:pt x="172" y="0"/>
                    <a:pt x="1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89"/>
            <p:cNvSpPr/>
            <p:nvPr/>
          </p:nvSpPr>
          <p:spPr>
            <a:xfrm>
              <a:off x="4583432" y="2699709"/>
              <a:ext cx="10674" cy="17800"/>
            </a:xfrm>
            <a:custGeom>
              <a:rect b="b" l="l" r="r" t="t"/>
              <a:pathLst>
                <a:path extrusionOk="0" h="597" w="358">
                  <a:moveTo>
                    <a:pt x="191" y="1"/>
                  </a:moveTo>
                  <a:cubicBezTo>
                    <a:pt x="95" y="1"/>
                    <a:pt x="0" y="96"/>
                    <a:pt x="0" y="191"/>
                  </a:cubicBezTo>
                  <a:lnTo>
                    <a:pt x="0" y="429"/>
                  </a:lnTo>
                  <a:cubicBezTo>
                    <a:pt x="0" y="501"/>
                    <a:pt x="95" y="596"/>
                    <a:pt x="191" y="596"/>
                  </a:cubicBezTo>
                  <a:cubicBezTo>
                    <a:pt x="262" y="596"/>
                    <a:pt x="357" y="501"/>
                    <a:pt x="357" y="429"/>
                  </a:cubicBezTo>
                  <a:lnTo>
                    <a:pt x="357" y="191"/>
                  </a:lnTo>
                  <a:cubicBezTo>
                    <a:pt x="357" y="72"/>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89"/>
            <p:cNvSpPr/>
            <p:nvPr/>
          </p:nvSpPr>
          <p:spPr>
            <a:xfrm>
              <a:off x="4583432" y="2727408"/>
              <a:ext cx="10674" cy="17770"/>
            </a:xfrm>
            <a:custGeom>
              <a:rect b="b" l="l" r="r" t="t"/>
              <a:pathLst>
                <a:path extrusionOk="0" h="596" w="358">
                  <a:moveTo>
                    <a:pt x="191" y="0"/>
                  </a:moveTo>
                  <a:cubicBezTo>
                    <a:pt x="95" y="0"/>
                    <a:pt x="0" y="72"/>
                    <a:pt x="0" y="167"/>
                  </a:cubicBezTo>
                  <a:lnTo>
                    <a:pt x="0" y="405"/>
                  </a:lnTo>
                  <a:cubicBezTo>
                    <a:pt x="0" y="501"/>
                    <a:pt x="95" y="596"/>
                    <a:pt x="191" y="596"/>
                  </a:cubicBezTo>
                  <a:cubicBezTo>
                    <a:pt x="262" y="596"/>
                    <a:pt x="357" y="501"/>
                    <a:pt x="357" y="405"/>
                  </a:cubicBezTo>
                  <a:lnTo>
                    <a:pt x="357" y="167"/>
                  </a:lnTo>
                  <a:cubicBezTo>
                    <a:pt x="357" y="96"/>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89"/>
            <p:cNvSpPr/>
            <p:nvPr/>
          </p:nvSpPr>
          <p:spPr>
            <a:xfrm>
              <a:off x="4583432" y="2672011"/>
              <a:ext cx="10674" cy="17800"/>
            </a:xfrm>
            <a:custGeom>
              <a:rect b="b" l="l" r="r" t="t"/>
              <a:pathLst>
                <a:path extrusionOk="0" h="597" w="358">
                  <a:moveTo>
                    <a:pt x="191" y="1"/>
                  </a:moveTo>
                  <a:cubicBezTo>
                    <a:pt x="95" y="1"/>
                    <a:pt x="0" y="96"/>
                    <a:pt x="0" y="191"/>
                  </a:cubicBezTo>
                  <a:lnTo>
                    <a:pt x="0" y="430"/>
                  </a:lnTo>
                  <a:cubicBezTo>
                    <a:pt x="0" y="525"/>
                    <a:pt x="95" y="596"/>
                    <a:pt x="191" y="596"/>
                  </a:cubicBezTo>
                  <a:cubicBezTo>
                    <a:pt x="262" y="596"/>
                    <a:pt x="357" y="525"/>
                    <a:pt x="357" y="430"/>
                  </a:cubicBezTo>
                  <a:lnTo>
                    <a:pt x="357" y="191"/>
                  </a:lnTo>
                  <a:cubicBezTo>
                    <a:pt x="357" y="72"/>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89"/>
            <p:cNvSpPr/>
            <p:nvPr/>
          </p:nvSpPr>
          <p:spPr>
            <a:xfrm>
              <a:off x="4583432" y="2645058"/>
              <a:ext cx="10674" cy="17770"/>
            </a:xfrm>
            <a:custGeom>
              <a:rect b="b" l="l" r="r" t="t"/>
              <a:pathLst>
                <a:path extrusionOk="0" h="596" w="358">
                  <a:moveTo>
                    <a:pt x="191" y="0"/>
                  </a:moveTo>
                  <a:cubicBezTo>
                    <a:pt x="95" y="0"/>
                    <a:pt x="0" y="71"/>
                    <a:pt x="0" y="167"/>
                  </a:cubicBezTo>
                  <a:lnTo>
                    <a:pt x="0" y="405"/>
                  </a:lnTo>
                  <a:cubicBezTo>
                    <a:pt x="0" y="500"/>
                    <a:pt x="95" y="595"/>
                    <a:pt x="191" y="595"/>
                  </a:cubicBezTo>
                  <a:cubicBezTo>
                    <a:pt x="262" y="595"/>
                    <a:pt x="357" y="500"/>
                    <a:pt x="357" y="405"/>
                  </a:cubicBezTo>
                  <a:lnTo>
                    <a:pt x="357" y="167"/>
                  </a:lnTo>
                  <a:cubicBezTo>
                    <a:pt x="357" y="48"/>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89"/>
            <p:cNvSpPr/>
            <p:nvPr/>
          </p:nvSpPr>
          <p:spPr>
            <a:xfrm>
              <a:off x="4583432" y="2616644"/>
              <a:ext cx="10674" cy="17770"/>
            </a:xfrm>
            <a:custGeom>
              <a:rect b="b" l="l" r="r" t="t"/>
              <a:pathLst>
                <a:path extrusionOk="0" h="596" w="358">
                  <a:moveTo>
                    <a:pt x="191" y="0"/>
                  </a:moveTo>
                  <a:cubicBezTo>
                    <a:pt x="95" y="0"/>
                    <a:pt x="0" y="72"/>
                    <a:pt x="0" y="167"/>
                  </a:cubicBezTo>
                  <a:lnTo>
                    <a:pt x="0" y="405"/>
                  </a:lnTo>
                  <a:cubicBezTo>
                    <a:pt x="0" y="501"/>
                    <a:pt x="95" y="596"/>
                    <a:pt x="191" y="596"/>
                  </a:cubicBezTo>
                  <a:cubicBezTo>
                    <a:pt x="262" y="596"/>
                    <a:pt x="357" y="501"/>
                    <a:pt x="357" y="405"/>
                  </a:cubicBezTo>
                  <a:lnTo>
                    <a:pt x="357" y="167"/>
                  </a:lnTo>
                  <a:cubicBezTo>
                    <a:pt x="357" y="72"/>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89"/>
            <p:cNvSpPr/>
            <p:nvPr/>
          </p:nvSpPr>
          <p:spPr>
            <a:xfrm>
              <a:off x="4583432" y="2588945"/>
              <a:ext cx="10674" cy="17800"/>
            </a:xfrm>
            <a:custGeom>
              <a:rect b="b" l="l" r="r" t="t"/>
              <a:pathLst>
                <a:path extrusionOk="0" h="597" w="358">
                  <a:moveTo>
                    <a:pt x="191" y="1"/>
                  </a:moveTo>
                  <a:cubicBezTo>
                    <a:pt x="95" y="1"/>
                    <a:pt x="0" y="96"/>
                    <a:pt x="0" y="167"/>
                  </a:cubicBezTo>
                  <a:lnTo>
                    <a:pt x="0" y="406"/>
                  </a:lnTo>
                  <a:cubicBezTo>
                    <a:pt x="0" y="501"/>
                    <a:pt x="95" y="596"/>
                    <a:pt x="191" y="596"/>
                  </a:cubicBezTo>
                  <a:cubicBezTo>
                    <a:pt x="262" y="596"/>
                    <a:pt x="357" y="501"/>
                    <a:pt x="357" y="406"/>
                  </a:cubicBezTo>
                  <a:lnTo>
                    <a:pt x="357" y="167"/>
                  </a:lnTo>
                  <a:cubicBezTo>
                    <a:pt x="357" y="96"/>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89"/>
            <p:cNvSpPr/>
            <p:nvPr/>
          </p:nvSpPr>
          <p:spPr>
            <a:xfrm>
              <a:off x="4537993" y="2748010"/>
              <a:ext cx="10674" cy="17770"/>
            </a:xfrm>
            <a:custGeom>
              <a:rect b="b" l="l" r="r" t="t"/>
              <a:pathLst>
                <a:path extrusionOk="0" h="596" w="358">
                  <a:moveTo>
                    <a:pt x="191" y="0"/>
                  </a:moveTo>
                  <a:cubicBezTo>
                    <a:pt x="95" y="0"/>
                    <a:pt x="0" y="72"/>
                    <a:pt x="0" y="167"/>
                  </a:cubicBezTo>
                  <a:lnTo>
                    <a:pt x="0" y="405"/>
                  </a:lnTo>
                  <a:cubicBezTo>
                    <a:pt x="0" y="500"/>
                    <a:pt x="95" y="595"/>
                    <a:pt x="191" y="595"/>
                  </a:cubicBezTo>
                  <a:cubicBezTo>
                    <a:pt x="286" y="595"/>
                    <a:pt x="357" y="500"/>
                    <a:pt x="357" y="405"/>
                  </a:cubicBezTo>
                  <a:lnTo>
                    <a:pt x="357" y="167"/>
                  </a:lnTo>
                  <a:cubicBezTo>
                    <a:pt x="357" y="48"/>
                    <a:pt x="286"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89"/>
            <p:cNvSpPr/>
            <p:nvPr/>
          </p:nvSpPr>
          <p:spPr>
            <a:xfrm>
              <a:off x="4537993" y="2691897"/>
              <a:ext cx="10674" cy="17800"/>
            </a:xfrm>
            <a:custGeom>
              <a:rect b="b" l="l" r="r" t="t"/>
              <a:pathLst>
                <a:path extrusionOk="0" h="597" w="358">
                  <a:moveTo>
                    <a:pt x="191" y="1"/>
                  </a:moveTo>
                  <a:cubicBezTo>
                    <a:pt x="95" y="1"/>
                    <a:pt x="0" y="72"/>
                    <a:pt x="0" y="167"/>
                  </a:cubicBezTo>
                  <a:lnTo>
                    <a:pt x="0" y="406"/>
                  </a:lnTo>
                  <a:cubicBezTo>
                    <a:pt x="0" y="501"/>
                    <a:pt x="95" y="596"/>
                    <a:pt x="191" y="596"/>
                  </a:cubicBezTo>
                  <a:cubicBezTo>
                    <a:pt x="286" y="596"/>
                    <a:pt x="357" y="501"/>
                    <a:pt x="357" y="406"/>
                  </a:cubicBezTo>
                  <a:lnTo>
                    <a:pt x="357" y="167"/>
                  </a:lnTo>
                  <a:cubicBezTo>
                    <a:pt x="357" y="96"/>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89"/>
            <p:cNvSpPr/>
            <p:nvPr/>
          </p:nvSpPr>
          <p:spPr>
            <a:xfrm>
              <a:off x="4537993" y="2719596"/>
              <a:ext cx="10674" cy="17770"/>
            </a:xfrm>
            <a:custGeom>
              <a:rect b="b" l="l" r="r" t="t"/>
              <a:pathLst>
                <a:path extrusionOk="0" h="596" w="358">
                  <a:moveTo>
                    <a:pt x="191" y="1"/>
                  </a:moveTo>
                  <a:cubicBezTo>
                    <a:pt x="95" y="1"/>
                    <a:pt x="0" y="72"/>
                    <a:pt x="0" y="167"/>
                  </a:cubicBezTo>
                  <a:lnTo>
                    <a:pt x="0" y="405"/>
                  </a:lnTo>
                  <a:cubicBezTo>
                    <a:pt x="0" y="501"/>
                    <a:pt x="95" y="596"/>
                    <a:pt x="191" y="596"/>
                  </a:cubicBezTo>
                  <a:cubicBezTo>
                    <a:pt x="286" y="596"/>
                    <a:pt x="357" y="501"/>
                    <a:pt x="357" y="405"/>
                  </a:cubicBezTo>
                  <a:lnTo>
                    <a:pt x="357" y="167"/>
                  </a:lnTo>
                  <a:cubicBezTo>
                    <a:pt x="357" y="72"/>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89"/>
            <p:cNvSpPr/>
            <p:nvPr/>
          </p:nvSpPr>
          <p:spPr>
            <a:xfrm>
              <a:off x="4537993" y="2664199"/>
              <a:ext cx="10674" cy="17800"/>
            </a:xfrm>
            <a:custGeom>
              <a:rect b="b" l="l" r="r" t="t"/>
              <a:pathLst>
                <a:path extrusionOk="0" h="597" w="358">
                  <a:moveTo>
                    <a:pt x="191" y="1"/>
                  </a:moveTo>
                  <a:cubicBezTo>
                    <a:pt x="95" y="1"/>
                    <a:pt x="0" y="96"/>
                    <a:pt x="0" y="192"/>
                  </a:cubicBezTo>
                  <a:lnTo>
                    <a:pt x="0" y="430"/>
                  </a:lnTo>
                  <a:cubicBezTo>
                    <a:pt x="0" y="501"/>
                    <a:pt x="95" y="596"/>
                    <a:pt x="191" y="596"/>
                  </a:cubicBezTo>
                  <a:cubicBezTo>
                    <a:pt x="286" y="596"/>
                    <a:pt x="357" y="501"/>
                    <a:pt x="357" y="430"/>
                  </a:cubicBezTo>
                  <a:lnTo>
                    <a:pt x="357" y="192"/>
                  </a:lnTo>
                  <a:cubicBezTo>
                    <a:pt x="357" y="96"/>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89"/>
            <p:cNvSpPr/>
            <p:nvPr/>
          </p:nvSpPr>
          <p:spPr>
            <a:xfrm>
              <a:off x="4477617" y="2678421"/>
              <a:ext cx="10674" cy="17770"/>
            </a:xfrm>
            <a:custGeom>
              <a:rect b="b" l="l" r="r" t="t"/>
              <a:pathLst>
                <a:path extrusionOk="0" h="596" w="358">
                  <a:moveTo>
                    <a:pt x="191" y="0"/>
                  </a:moveTo>
                  <a:cubicBezTo>
                    <a:pt x="96" y="0"/>
                    <a:pt x="1" y="96"/>
                    <a:pt x="1" y="191"/>
                  </a:cubicBezTo>
                  <a:lnTo>
                    <a:pt x="1" y="429"/>
                  </a:lnTo>
                  <a:cubicBezTo>
                    <a:pt x="1" y="500"/>
                    <a:pt x="96" y="596"/>
                    <a:pt x="191" y="596"/>
                  </a:cubicBezTo>
                  <a:cubicBezTo>
                    <a:pt x="287" y="596"/>
                    <a:pt x="358" y="500"/>
                    <a:pt x="358" y="429"/>
                  </a:cubicBezTo>
                  <a:lnTo>
                    <a:pt x="358" y="191"/>
                  </a:lnTo>
                  <a:cubicBezTo>
                    <a:pt x="334" y="72"/>
                    <a:pt x="287"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89"/>
            <p:cNvSpPr/>
            <p:nvPr/>
          </p:nvSpPr>
          <p:spPr>
            <a:xfrm>
              <a:off x="4477617" y="2622309"/>
              <a:ext cx="10674" cy="17800"/>
            </a:xfrm>
            <a:custGeom>
              <a:rect b="b" l="l" r="r" t="t"/>
              <a:pathLst>
                <a:path extrusionOk="0" h="597" w="358">
                  <a:moveTo>
                    <a:pt x="191" y="1"/>
                  </a:moveTo>
                  <a:cubicBezTo>
                    <a:pt x="96" y="1"/>
                    <a:pt x="1" y="96"/>
                    <a:pt x="1" y="191"/>
                  </a:cubicBezTo>
                  <a:lnTo>
                    <a:pt x="1" y="430"/>
                  </a:lnTo>
                  <a:cubicBezTo>
                    <a:pt x="1" y="525"/>
                    <a:pt x="96" y="596"/>
                    <a:pt x="191" y="596"/>
                  </a:cubicBezTo>
                  <a:cubicBezTo>
                    <a:pt x="287" y="596"/>
                    <a:pt x="358" y="525"/>
                    <a:pt x="358" y="430"/>
                  </a:cubicBezTo>
                  <a:lnTo>
                    <a:pt x="358" y="191"/>
                  </a:lnTo>
                  <a:cubicBezTo>
                    <a:pt x="334" y="96"/>
                    <a:pt x="287"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89"/>
            <p:cNvSpPr/>
            <p:nvPr/>
          </p:nvSpPr>
          <p:spPr>
            <a:xfrm>
              <a:off x="4477617" y="2650722"/>
              <a:ext cx="10674" cy="17770"/>
            </a:xfrm>
            <a:custGeom>
              <a:rect b="b" l="l" r="r" t="t"/>
              <a:pathLst>
                <a:path extrusionOk="0" h="596" w="358">
                  <a:moveTo>
                    <a:pt x="191" y="1"/>
                  </a:moveTo>
                  <a:cubicBezTo>
                    <a:pt x="96" y="1"/>
                    <a:pt x="1" y="96"/>
                    <a:pt x="1" y="191"/>
                  </a:cubicBezTo>
                  <a:lnTo>
                    <a:pt x="1" y="429"/>
                  </a:lnTo>
                  <a:cubicBezTo>
                    <a:pt x="1" y="524"/>
                    <a:pt x="96" y="596"/>
                    <a:pt x="191" y="596"/>
                  </a:cubicBezTo>
                  <a:cubicBezTo>
                    <a:pt x="287" y="596"/>
                    <a:pt x="358" y="524"/>
                    <a:pt x="358" y="429"/>
                  </a:cubicBezTo>
                  <a:lnTo>
                    <a:pt x="358" y="191"/>
                  </a:lnTo>
                  <a:cubicBezTo>
                    <a:pt x="334" y="72"/>
                    <a:pt x="287"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89"/>
            <p:cNvSpPr/>
            <p:nvPr/>
          </p:nvSpPr>
          <p:spPr>
            <a:xfrm>
              <a:off x="4477617" y="2706120"/>
              <a:ext cx="10674" cy="17770"/>
            </a:xfrm>
            <a:custGeom>
              <a:rect b="b" l="l" r="r" t="t"/>
              <a:pathLst>
                <a:path extrusionOk="0" h="596" w="358">
                  <a:moveTo>
                    <a:pt x="191" y="0"/>
                  </a:moveTo>
                  <a:cubicBezTo>
                    <a:pt x="96" y="0"/>
                    <a:pt x="1" y="95"/>
                    <a:pt x="1" y="167"/>
                  </a:cubicBezTo>
                  <a:lnTo>
                    <a:pt x="1" y="405"/>
                  </a:lnTo>
                  <a:cubicBezTo>
                    <a:pt x="1" y="500"/>
                    <a:pt x="96" y="595"/>
                    <a:pt x="191" y="595"/>
                  </a:cubicBezTo>
                  <a:cubicBezTo>
                    <a:pt x="287" y="595"/>
                    <a:pt x="358" y="500"/>
                    <a:pt x="358" y="405"/>
                  </a:cubicBezTo>
                  <a:lnTo>
                    <a:pt x="358" y="167"/>
                  </a:lnTo>
                  <a:cubicBezTo>
                    <a:pt x="334" y="95"/>
                    <a:pt x="287"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89"/>
            <p:cNvSpPr/>
            <p:nvPr/>
          </p:nvSpPr>
          <p:spPr>
            <a:xfrm>
              <a:off x="4476902" y="2733788"/>
              <a:ext cx="10704" cy="17800"/>
            </a:xfrm>
            <a:custGeom>
              <a:rect b="b" l="l" r="r" t="t"/>
              <a:pathLst>
                <a:path extrusionOk="0" h="597" w="359">
                  <a:moveTo>
                    <a:pt x="191" y="1"/>
                  </a:moveTo>
                  <a:cubicBezTo>
                    <a:pt x="96" y="1"/>
                    <a:pt x="1" y="72"/>
                    <a:pt x="1" y="168"/>
                  </a:cubicBezTo>
                  <a:lnTo>
                    <a:pt x="1" y="406"/>
                  </a:lnTo>
                  <a:cubicBezTo>
                    <a:pt x="1" y="501"/>
                    <a:pt x="96" y="596"/>
                    <a:pt x="191" y="596"/>
                  </a:cubicBezTo>
                  <a:cubicBezTo>
                    <a:pt x="263" y="596"/>
                    <a:pt x="358" y="501"/>
                    <a:pt x="358" y="406"/>
                  </a:cubicBezTo>
                  <a:lnTo>
                    <a:pt x="358" y="168"/>
                  </a:lnTo>
                  <a:cubicBezTo>
                    <a:pt x="358" y="72"/>
                    <a:pt x="263"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89"/>
            <p:cNvSpPr/>
            <p:nvPr/>
          </p:nvSpPr>
          <p:spPr>
            <a:xfrm>
              <a:off x="4526604" y="2515093"/>
              <a:ext cx="17800" cy="10704"/>
            </a:xfrm>
            <a:custGeom>
              <a:rect b="b" l="l" r="r" t="t"/>
              <a:pathLst>
                <a:path extrusionOk="0" h="359" w="597">
                  <a:moveTo>
                    <a:pt x="191" y="1"/>
                  </a:moveTo>
                  <a:cubicBezTo>
                    <a:pt x="96" y="1"/>
                    <a:pt x="1" y="72"/>
                    <a:pt x="1" y="144"/>
                  </a:cubicBezTo>
                  <a:cubicBezTo>
                    <a:pt x="1" y="263"/>
                    <a:pt x="72" y="358"/>
                    <a:pt x="191" y="358"/>
                  </a:cubicBezTo>
                  <a:lnTo>
                    <a:pt x="430" y="358"/>
                  </a:lnTo>
                  <a:cubicBezTo>
                    <a:pt x="501" y="358"/>
                    <a:pt x="596" y="311"/>
                    <a:pt x="596" y="215"/>
                  </a:cubicBezTo>
                  <a:cubicBezTo>
                    <a:pt x="596" y="96"/>
                    <a:pt x="525" y="1"/>
                    <a:pt x="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89"/>
            <p:cNvSpPr/>
            <p:nvPr/>
          </p:nvSpPr>
          <p:spPr>
            <a:xfrm>
              <a:off x="4582001" y="2515093"/>
              <a:ext cx="17770" cy="10704"/>
            </a:xfrm>
            <a:custGeom>
              <a:rect b="b" l="l" r="r" t="t"/>
              <a:pathLst>
                <a:path extrusionOk="0" h="359" w="596">
                  <a:moveTo>
                    <a:pt x="167" y="1"/>
                  </a:moveTo>
                  <a:cubicBezTo>
                    <a:pt x="72" y="1"/>
                    <a:pt x="1" y="72"/>
                    <a:pt x="1" y="144"/>
                  </a:cubicBezTo>
                  <a:cubicBezTo>
                    <a:pt x="1" y="263"/>
                    <a:pt x="72" y="358"/>
                    <a:pt x="167" y="358"/>
                  </a:cubicBezTo>
                  <a:lnTo>
                    <a:pt x="405" y="358"/>
                  </a:lnTo>
                  <a:cubicBezTo>
                    <a:pt x="501" y="358"/>
                    <a:pt x="596" y="311"/>
                    <a:pt x="596" y="215"/>
                  </a:cubicBezTo>
                  <a:cubicBezTo>
                    <a:pt x="596" y="96"/>
                    <a:pt x="524" y="1"/>
                    <a:pt x="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89"/>
            <p:cNvSpPr/>
            <p:nvPr/>
          </p:nvSpPr>
          <p:spPr>
            <a:xfrm>
              <a:off x="4415840" y="2515093"/>
              <a:ext cx="17800" cy="10704"/>
            </a:xfrm>
            <a:custGeom>
              <a:rect b="b" l="l" r="r" t="t"/>
              <a:pathLst>
                <a:path extrusionOk="0" h="359" w="597">
                  <a:moveTo>
                    <a:pt x="168" y="1"/>
                  </a:moveTo>
                  <a:cubicBezTo>
                    <a:pt x="96" y="1"/>
                    <a:pt x="25" y="72"/>
                    <a:pt x="1" y="144"/>
                  </a:cubicBezTo>
                  <a:cubicBezTo>
                    <a:pt x="1" y="239"/>
                    <a:pt x="96" y="358"/>
                    <a:pt x="168" y="358"/>
                  </a:cubicBezTo>
                  <a:lnTo>
                    <a:pt x="406" y="358"/>
                  </a:lnTo>
                  <a:cubicBezTo>
                    <a:pt x="501" y="358"/>
                    <a:pt x="596" y="311"/>
                    <a:pt x="596" y="215"/>
                  </a:cubicBezTo>
                  <a:cubicBezTo>
                    <a:pt x="596" y="96"/>
                    <a:pt x="525" y="1"/>
                    <a:pt x="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89"/>
            <p:cNvSpPr/>
            <p:nvPr/>
          </p:nvSpPr>
          <p:spPr>
            <a:xfrm>
              <a:off x="4554302" y="2515093"/>
              <a:ext cx="17800" cy="10704"/>
            </a:xfrm>
            <a:custGeom>
              <a:rect b="b" l="l" r="r" t="t"/>
              <a:pathLst>
                <a:path extrusionOk="0" h="359" w="597">
                  <a:moveTo>
                    <a:pt x="167" y="1"/>
                  </a:moveTo>
                  <a:cubicBezTo>
                    <a:pt x="96" y="1"/>
                    <a:pt x="25" y="72"/>
                    <a:pt x="1" y="144"/>
                  </a:cubicBezTo>
                  <a:cubicBezTo>
                    <a:pt x="1" y="239"/>
                    <a:pt x="48" y="358"/>
                    <a:pt x="167" y="358"/>
                  </a:cubicBezTo>
                  <a:lnTo>
                    <a:pt x="406" y="358"/>
                  </a:lnTo>
                  <a:cubicBezTo>
                    <a:pt x="501" y="358"/>
                    <a:pt x="596" y="311"/>
                    <a:pt x="596" y="215"/>
                  </a:cubicBezTo>
                  <a:cubicBezTo>
                    <a:pt x="596" y="96"/>
                    <a:pt x="525" y="1"/>
                    <a:pt x="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89"/>
            <p:cNvSpPr/>
            <p:nvPr/>
          </p:nvSpPr>
          <p:spPr>
            <a:xfrm>
              <a:off x="4443538" y="2515093"/>
              <a:ext cx="18485" cy="10704"/>
            </a:xfrm>
            <a:custGeom>
              <a:rect b="b" l="l" r="r" t="t"/>
              <a:pathLst>
                <a:path extrusionOk="0" h="359" w="620">
                  <a:moveTo>
                    <a:pt x="191" y="1"/>
                  </a:moveTo>
                  <a:cubicBezTo>
                    <a:pt x="120" y="1"/>
                    <a:pt x="24" y="72"/>
                    <a:pt x="24" y="144"/>
                  </a:cubicBezTo>
                  <a:cubicBezTo>
                    <a:pt x="1" y="263"/>
                    <a:pt x="72" y="358"/>
                    <a:pt x="191" y="358"/>
                  </a:cubicBezTo>
                  <a:lnTo>
                    <a:pt x="429" y="358"/>
                  </a:lnTo>
                  <a:cubicBezTo>
                    <a:pt x="525" y="358"/>
                    <a:pt x="620" y="311"/>
                    <a:pt x="620" y="215"/>
                  </a:cubicBezTo>
                  <a:cubicBezTo>
                    <a:pt x="620" y="96"/>
                    <a:pt x="548"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89"/>
            <p:cNvSpPr/>
            <p:nvPr/>
          </p:nvSpPr>
          <p:spPr>
            <a:xfrm>
              <a:off x="4498220" y="2515093"/>
              <a:ext cx="18485" cy="10704"/>
            </a:xfrm>
            <a:custGeom>
              <a:rect b="b" l="l" r="r" t="t"/>
              <a:pathLst>
                <a:path extrusionOk="0" h="359" w="620">
                  <a:moveTo>
                    <a:pt x="215" y="1"/>
                  </a:moveTo>
                  <a:cubicBezTo>
                    <a:pt x="119" y="1"/>
                    <a:pt x="72" y="72"/>
                    <a:pt x="24" y="144"/>
                  </a:cubicBezTo>
                  <a:cubicBezTo>
                    <a:pt x="0" y="239"/>
                    <a:pt x="96" y="358"/>
                    <a:pt x="215" y="358"/>
                  </a:cubicBezTo>
                  <a:lnTo>
                    <a:pt x="453" y="358"/>
                  </a:lnTo>
                  <a:cubicBezTo>
                    <a:pt x="548" y="358"/>
                    <a:pt x="620" y="311"/>
                    <a:pt x="620" y="215"/>
                  </a:cubicBezTo>
                  <a:cubicBezTo>
                    <a:pt x="620" y="96"/>
                    <a:pt x="572" y="1"/>
                    <a:pt x="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89"/>
            <p:cNvSpPr/>
            <p:nvPr/>
          </p:nvSpPr>
          <p:spPr>
            <a:xfrm>
              <a:off x="4470521" y="2515093"/>
              <a:ext cx="18485" cy="10704"/>
            </a:xfrm>
            <a:custGeom>
              <a:rect b="b" l="l" r="r" t="t"/>
              <a:pathLst>
                <a:path extrusionOk="0" h="359" w="620">
                  <a:moveTo>
                    <a:pt x="215" y="1"/>
                  </a:moveTo>
                  <a:cubicBezTo>
                    <a:pt x="120" y="1"/>
                    <a:pt x="72" y="72"/>
                    <a:pt x="48" y="144"/>
                  </a:cubicBezTo>
                  <a:cubicBezTo>
                    <a:pt x="1" y="239"/>
                    <a:pt x="96" y="358"/>
                    <a:pt x="215" y="358"/>
                  </a:cubicBezTo>
                  <a:lnTo>
                    <a:pt x="453" y="358"/>
                  </a:lnTo>
                  <a:cubicBezTo>
                    <a:pt x="548" y="358"/>
                    <a:pt x="620" y="311"/>
                    <a:pt x="620" y="215"/>
                  </a:cubicBezTo>
                  <a:cubicBezTo>
                    <a:pt x="620" y="96"/>
                    <a:pt x="572" y="1"/>
                    <a:pt x="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89"/>
            <p:cNvSpPr/>
            <p:nvPr/>
          </p:nvSpPr>
          <p:spPr>
            <a:xfrm>
              <a:off x="4650159" y="2500900"/>
              <a:ext cx="39087" cy="39087"/>
            </a:xfrm>
            <a:custGeom>
              <a:rect b="b" l="l" r="r" t="t"/>
              <a:pathLst>
                <a:path extrusionOk="0" h="1311" w="1311">
                  <a:moveTo>
                    <a:pt x="644" y="358"/>
                  </a:moveTo>
                  <a:cubicBezTo>
                    <a:pt x="834" y="358"/>
                    <a:pt x="953" y="477"/>
                    <a:pt x="953" y="667"/>
                  </a:cubicBezTo>
                  <a:cubicBezTo>
                    <a:pt x="953" y="810"/>
                    <a:pt x="834" y="953"/>
                    <a:pt x="644" y="953"/>
                  </a:cubicBezTo>
                  <a:cubicBezTo>
                    <a:pt x="477" y="953"/>
                    <a:pt x="358" y="834"/>
                    <a:pt x="358" y="667"/>
                  </a:cubicBezTo>
                  <a:cubicBezTo>
                    <a:pt x="358" y="501"/>
                    <a:pt x="477" y="358"/>
                    <a:pt x="644" y="358"/>
                  </a:cubicBezTo>
                  <a:close/>
                  <a:moveTo>
                    <a:pt x="644" y="1"/>
                  </a:moveTo>
                  <a:cubicBezTo>
                    <a:pt x="286" y="1"/>
                    <a:pt x="1" y="310"/>
                    <a:pt x="1" y="667"/>
                  </a:cubicBezTo>
                  <a:cubicBezTo>
                    <a:pt x="1" y="1025"/>
                    <a:pt x="286" y="1310"/>
                    <a:pt x="644" y="1310"/>
                  </a:cubicBezTo>
                  <a:cubicBezTo>
                    <a:pt x="1001" y="1310"/>
                    <a:pt x="1310" y="1025"/>
                    <a:pt x="1310" y="667"/>
                  </a:cubicBezTo>
                  <a:cubicBezTo>
                    <a:pt x="1310" y="310"/>
                    <a:pt x="1001" y="1"/>
                    <a:pt x="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89"/>
            <p:cNvSpPr/>
            <p:nvPr/>
          </p:nvSpPr>
          <p:spPr>
            <a:xfrm>
              <a:off x="4416555" y="2478181"/>
              <a:ext cx="294691" cy="247137"/>
            </a:xfrm>
            <a:custGeom>
              <a:rect b="b" l="l" r="r" t="t"/>
              <a:pathLst>
                <a:path extrusionOk="0" h="8289" w="9884">
                  <a:moveTo>
                    <a:pt x="5788" y="2382"/>
                  </a:moveTo>
                  <a:cubicBezTo>
                    <a:pt x="5931" y="2382"/>
                    <a:pt x="6073" y="2501"/>
                    <a:pt x="6073" y="2668"/>
                  </a:cubicBezTo>
                  <a:cubicBezTo>
                    <a:pt x="6073" y="2858"/>
                    <a:pt x="5954" y="2977"/>
                    <a:pt x="5788" y="2977"/>
                  </a:cubicBezTo>
                  <a:cubicBezTo>
                    <a:pt x="5597" y="2977"/>
                    <a:pt x="5478" y="2858"/>
                    <a:pt x="5478" y="2668"/>
                  </a:cubicBezTo>
                  <a:cubicBezTo>
                    <a:pt x="5478" y="2501"/>
                    <a:pt x="5621" y="2382"/>
                    <a:pt x="5788" y="2382"/>
                  </a:cubicBezTo>
                  <a:close/>
                  <a:moveTo>
                    <a:pt x="2215" y="3620"/>
                  </a:moveTo>
                  <a:cubicBezTo>
                    <a:pt x="2358" y="3620"/>
                    <a:pt x="2501" y="3739"/>
                    <a:pt x="2501" y="3930"/>
                  </a:cubicBezTo>
                  <a:cubicBezTo>
                    <a:pt x="2501" y="4073"/>
                    <a:pt x="2382" y="4216"/>
                    <a:pt x="2215" y="4216"/>
                  </a:cubicBezTo>
                  <a:cubicBezTo>
                    <a:pt x="2049" y="4216"/>
                    <a:pt x="1906" y="4097"/>
                    <a:pt x="1906" y="3930"/>
                  </a:cubicBezTo>
                  <a:cubicBezTo>
                    <a:pt x="1906" y="3739"/>
                    <a:pt x="2025" y="3620"/>
                    <a:pt x="2215" y="3620"/>
                  </a:cubicBezTo>
                  <a:close/>
                  <a:moveTo>
                    <a:pt x="4264" y="4883"/>
                  </a:moveTo>
                  <a:cubicBezTo>
                    <a:pt x="4406" y="4883"/>
                    <a:pt x="4549" y="5002"/>
                    <a:pt x="4549" y="5168"/>
                  </a:cubicBezTo>
                  <a:cubicBezTo>
                    <a:pt x="4549" y="5311"/>
                    <a:pt x="4430" y="5478"/>
                    <a:pt x="4264" y="5478"/>
                  </a:cubicBezTo>
                  <a:cubicBezTo>
                    <a:pt x="4121" y="5478"/>
                    <a:pt x="3954" y="5359"/>
                    <a:pt x="3954" y="5168"/>
                  </a:cubicBezTo>
                  <a:cubicBezTo>
                    <a:pt x="3954" y="5002"/>
                    <a:pt x="4073" y="4883"/>
                    <a:pt x="4264" y="4883"/>
                  </a:cubicBezTo>
                  <a:close/>
                  <a:moveTo>
                    <a:pt x="620" y="7383"/>
                  </a:moveTo>
                  <a:cubicBezTo>
                    <a:pt x="787" y="7383"/>
                    <a:pt x="929" y="7502"/>
                    <a:pt x="929" y="7669"/>
                  </a:cubicBezTo>
                  <a:cubicBezTo>
                    <a:pt x="929" y="7812"/>
                    <a:pt x="810" y="7978"/>
                    <a:pt x="620" y="7978"/>
                  </a:cubicBezTo>
                  <a:cubicBezTo>
                    <a:pt x="453" y="7978"/>
                    <a:pt x="334" y="7859"/>
                    <a:pt x="334" y="7669"/>
                  </a:cubicBezTo>
                  <a:cubicBezTo>
                    <a:pt x="334" y="7502"/>
                    <a:pt x="477" y="7383"/>
                    <a:pt x="620" y="7383"/>
                  </a:cubicBezTo>
                  <a:close/>
                  <a:moveTo>
                    <a:pt x="8574" y="1"/>
                  </a:moveTo>
                  <a:cubicBezTo>
                    <a:pt x="7860" y="1"/>
                    <a:pt x="7264" y="596"/>
                    <a:pt x="7264" y="1310"/>
                  </a:cubicBezTo>
                  <a:cubicBezTo>
                    <a:pt x="7264" y="1453"/>
                    <a:pt x="7288" y="1572"/>
                    <a:pt x="7336" y="1691"/>
                  </a:cubicBezTo>
                  <a:lnTo>
                    <a:pt x="6383" y="2144"/>
                  </a:lnTo>
                  <a:cubicBezTo>
                    <a:pt x="6264" y="1977"/>
                    <a:pt x="6073" y="1906"/>
                    <a:pt x="5907" y="1906"/>
                  </a:cubicBezTo>
                  <a:cubicBezTo>
                    <a:pt x="5550" y="1906"/>
                    <a:pt x="5240" y="2192"/>
                    <a:pt x="5240" y="2549"/>
                  </a:cubicBezTo>
                  <a:cubicBezTo>
                    <a:pt x="5240" y="2739"/>
                    <a:pt x="5311" y="2882"/>
                    <a:pt x="5430" y="3001"/>
                  </a:cubicBezTo>
                  <a:lnTo>
                    <a:pt x="4525" y="4454"/>
                  </a:lnTo>
                  <a:cubicBezTo>
                    <a:pt x="4478" y="4430"/>
                    <a:pt x="4406" y="4430"/>
                    <a:pt x="4359" y="4430"/>
                  </a:cubicBezTo>
                  <a:cubicBezTo>
                    <a:pt x="4168" y="4430"/>
                    <a:pt x="4002" y="4525"/>
                    <a:pt x="3882" y="4644"/>
                  </a:cubicBezTo>
                  <a:lnTo>
                    <a:pt x="2882" y="4049"/>
                  </a:lnTo>
                  <a:cubicBezTo>
                    <a:pt x="2930" y="3978"/>
                    <a:pt x="2930" y="3882"/>
                    <a:pt x="2930" y="3835"/>
                  </a:cubicBezTo>
                  <a:cubicBezTo>
                    <a:pt x="2930" y="3478"/>
                    <a:pt x="2620" y="3168"/>
                    <a:pt x="2263" y="3168"/>
                  </a:cubicBezTo>
                  <a:cubicBezTo>
                    <a:pt x="1906" y="3168"/>
                    <a:pt x="1620" y="3478"/>
                    <a:pt x="1620" y="3835"/>
                  </a:cubicBezTo>
                  <a:cubicBezTo>
                    <a:pt x="1620" y="3978"/>
                    <a:pt x="1668" y="4121"/>
                    <a:pt x="1763" y="4240"/>
                  </a:cubicBezTo>
                  <a:lnTo>
                    <a:pt x="739" y="6954"/>
                  </a:lnTo>
                  <a:lnTo>
                    <a:pt x="691" y="6954"/>
                  </a:lnTo>
                  <a:cubicBezTo>
                    <a:pt x="334" y="6954"/>
                    <a:pt x="25" y="7264"/>
                    <a:pt x="25" y="7621"/>
                  </a:cubicBezTo>
                  <a:cubicBezTo>
                    <a:pt x="1" y="8026"/>
                    <a:pt x="263" y="8288"/>
                    <a:pt x="620" y="8288"/>
                  </a:cubicBezTo>
                  <a:cubicBezTo>
                    <a:pt x="977" y="8288"/>
                    <a:pt x="1287" y="8002"/>
                    <a:pt x="1287" y="7645"/>
                  </a:cubicBezTo>
                  <a:cubicBezTo>
                    <a:pt x="1287" y="7431"/>
                    <a:pt x="1191" y="7264"/>
                    <a:pt x="1025" y="7145"/>
                  </a:cubicBezTo>
                  <a:lnTo>
                    <a:pt x="2001" y="4478"/>
                  </a:lnTo>
                  <a:cubicBezTo>
                    <a:pt x="2049" y="4525"/>
                    <a:pt x="2120" y="4525"/>
                    <a:pt x="2168" y="4525"/>
                  </a:cubicBezTo>
                  <a:cubicBezTo>
                    <a:pt x="2335" y="4525"/>
                    <a:pt x="2477" y="4454"/>
                    <a:pt x="2573" y="4359"/>
                  </a:cubicBezTo>
                  <a:lnTo>
                    <a:pt x="3597" y="5002"/>
                  </a:lnTo>
                  <a:lnTo>
                    <a:pt x="3597" y="5121"/>
                  </a:lnTo>
                  <a:cubicBezTo>
                    <a:pt x="3597" y="5478"/>
                    <a:pt x="3906" y="5764"/>
                    <a:pt x="4264" y="5764"/>
                  </a:cubicBezTo>
                  <a:cubicBezTo>
                    <a:pt x="4621" y="5764"/>
                    <a:pt x="4907" y="5478"/>
                    <a:pt x="4907" y="5121"/>
                  </a:cubicBezTo>
                  <a:cubicBezTo>
                    <a:pt x="4907" y="4930"/>
                    <a:pt x="4859" y="4787"/>
                    <a:pt x="4740" y="4668"/>
                  </a:cubicBezTo>
                  <a:lnTo>
                    <a:pt x="5621" y="3216"/>
                  </a:lnTo>
                  <a:cubicBezTo>
                    <a:pt x="5692" y="3239"/>
                    <a:pt x="5740" y="3239"/>
                    <a:pt x="5811" y="3239"/>
                  </a:cubicBezTo>
                  <a:cubicBezTo>
                    <a:pt x="6169" y="3239"/>
                    <a:pt x="6454" y="2930"/>
                    <a:pt x="6454" y="2573"/>
                  </a:cubicBezTo>
                  <a:lnTo>
                    <a:pt x="6454" y="2501"/>
                  </a:lnTo>
                  <a:lnTo>
                    <a:pt x="7407" y="2049"/>
                  </a:lnTo>
                  <a:cubicBezTo>
                    <a:pt x="7645" y="2406"/>
                    <a:pt x="8074" y="2644"/>
                    <a:pt x="8526" y="2644"/>
                  </a:cubicBezTo>
                  <a:cubicBezTo>
                    <a:pt x="8788" y="2644"/>
                    <a:pt x="9026" y="2549"/>
                    <a:pt x="9265" y="2406"/>
                  </a:cubicBezTo>
                  <a:cubicBezTo>
                    <a:pt x="9360" y="2334"/>
                    <a:pt x="9360" y="2263"/>
                    <a:pt x="9312" y="2168"/>
                  </a:cubicBezTo>
                  <a:cubicBezTo>
                    <a:pt x="9280" y="2104"/>
                    <a:pt x="9228" y="2083"/>
                    <a:pt x="9168" y="2083"/>
                  </a:cubicBezTo>
                  <a:cubicBezTo>
                    <a:pt x="9138" y="2083"/>
                    <a:pt x="9106" y="2088"/>
                    <a:pt x="9074" y="2096"/>
                  </a:cubicBezTo>
                  <a:cubicBezTo>
                    <a:pt x="8931" y="2215"/>
                    <a:pt x="8717" y="2287"/>
                    <a:pt x="8550" y="2287"/>
                  </a:cubicBezTo>
                  <a:cubicBezTo>
                    <a:pt x="8002" y="2287"/>
                    <a:pt x="7574" y="1834"/>
                    <a:pt x="7574" y="1310"/>
                  </a:cubicBezTo>
                  <a:cubicBezTo>
                    <a:pt x="7574" y="763"/>
                    <a:pt x="8002" y="310"/>
                    <a:pt x="8550" y="310"/>
                  </a:cubicBezTo>
                  <a:cubicBezTo>
                    <a:pt x="9074" y="310"/>
                    <a:pt x="9527" y="763"/>
                    <a:pt x="9527" y="1310"/>
                  </a:cubicBezTo>
                  <a:cubicBezTo>
                    <a:pt x="9527" y="1382"/>
                    <a:pt x="9527" y="1477"/>
                    <a:pt x="9503" y="1572"/>
                  </a:cubicBezTo>
                  <a:cubicBezTo>
                    <a:pt x="9479" y="1668"/>
                    <a:pt x="9527" y="1739"/>
                    <a:pt x="9622" y="1787"/>
                  </a:cubicBezTo>
                  <a:cubicBezTo>
                    <a:pt x="9635" y="1790"/>
                    <a:pt x="9647" y="1791"/>
                    <a:pt x="9659" y="1791"/>
                  </a:cubicBezTo>
                  <a:cubicBezTo>
                    <a:pt x="9736" y="1791"/>
                    <a:pt x="9795" y="1730"/>
                    <a:pt x="9836" y="1668"/>
                  </a:cubicBezTo>
                  <a:cubicBezTo>
                    <a:pt x="9860" y="1549"/>
                    <a:pt x="9884" y="1429"/>
                    <a:pt x="9884" y="1310"/>
                  </a:cubicBezTo>
                  <a:cubicBezTo>
                    <a:pt x="9884" y="596"/>
                    <a:pt x="9288" y="1"/>
                    <a:pt x="85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89"/>
            <p:cNvSpPr/>
            <p:nvPr/>
          </p:nvSpPr>
          <p:spPr>
            <a:xfrm>
              <a:off x="4664351" y="2625886"/>
              <a:ext cx="10704" cy="17770"/>
            </a:xfrm>
            <a:custGeom>
              <a:rect b="b" l="l" r="r" t="t"/>
              <a:pathLst>
                <a:path extrusionOk="0" h="596" w="359">
                  <a:moveTo>
                    <a:pt x="168" y="0"/>
                  </a:moveTo>
                  <a:cubicBezTo>
                    <a:pt x="96" y="0"/>
                    <a:pt x="1" y="95"/>
                    <a:pt x="1" y="191"/>
                  </a:cubicBezTo>
                  <a:lnTo>
                    <a:pt x="1" y="429"/>
                  </a:lnTo>
                  <a:cubicBezTo>
                    <a:pt x="1" y="500"/>
                    <a:pt x="96" y="595"/>
                    <a:pt x="168" y="595"/>
                  </a:cubicBezTo>
                  <a:cubicBezTo>
                    <a:pt x="263" y="595"/>
                    <a:pt x="358" y="524"/>
                    <a:pt x="358" y="429"/>
                  </a:cubicBezTo>
                  <a:lnTo>
                    <a:pt x="358" y="191"/>
                  </a:lnTo>
                  <a:cubicBezTo>
                    <a:pt x="358" y="95"/>
                    <a:pt x="263" y="0"/>
                    <a:pt x="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89"/>
            <p:cNvSpPr/>
            <p:nvPr/>
          </p:nvSpPr>
          <p:spPr>
            <a:xfrm>
              <a:off x="4664351" y="2571205"/>
              <a:ext cx="10704" cy="17770"/>
            </a:xfrm>
            <a:custGeom>
              <a:rect b="b" l="l" r="r" t="t"/>
              <a:pathLst>
                <a:path extrusionOk="0" h="596" w="359">
                  <a:moveTo>
                    <a:pt x="168" y="0"/>
                  </a:moveTo>
                  <a:cubicBezTo>
                    <a:pt x="96" y="0"/>
                    <a:pt x="1" y="96"/>
                    <a:pt x="1" y="167"/>
                  </a:cubicBezTo>
                  <a:lnTo>
                    <a:pt x="1" y="405"/>
                  </a:lnTo>
                  <a:cubicBezTo>
                    <a:pt x="1" y="500"/>
                    <a:pt x="96" y="596"/>
                    <a:pt x="168" y="596"/>
                  </a:cubicBezTo>
                  <a:cubicBezTo>
                    <a:pt x="263" y="596"/>
                    <a:pt x="358" y="500"/>
                    <a:pt x="358" y="405"/>
                  </a:cubicBezTo>
                  <a:lnTo>
                    <a:pt x="358" y="167"/>
                  </a:lnTo>
                  <a:cubicBezTo>
                    <a:pt x="358" y="96"/>
                    <a:pt x="263" y="0"/>
                    <a:pt x="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89"/>
            <p:cNvSpPr/>
            <p:nvPr/>
          </p:nvSpPr>
          <p:spPr>
            <a:xfrm>
              <a:off x="4664351" y="2654271"/>
              <a:ext cx="10704" cy="17770"/>
            </a:xfrm>
            <a:custGeom>
              <a:rect b="b" l="l" r="r" t="t"/>
              <a:pathLst>
                <a:path extrusionOk="0" h="596" w="359">
                  <a:moveTo>
                    <a:pt x="168" y="1"/>
                  </a:moveTo>
                  <a:cubicBezTo>
                    <a:pt x="96" y="1"/>
                    <a:pt x="1" y="96"/>
                    <a:pt x="1" y="191"/>
                  </a:cubicBezTo>
                  <a:lnTo>
                    <a:pt x="1" y="429"/>
                  </a:lnTo>
                  <a:cubicBezTo>
                    <a:pt x="1" y="525"/>
                    <a:pt x="96" y="596"/>
                    <a:pt x="168" y="596"/>
                  </a:cubicBezTo>
                  <a:cubicBezTo>
                    <a:pt x="263" y="596"/>
                    <a:pt x="358" y="525"/>
                    <a:pt x="358" y="429"/>
                  </a:cubicBezTo>
                  <a:lnTo>
                    <a:pt x="358" y="191"/>
                  </a:lnTo>
                  <a:cubicBezTo>
                    <a:pt x="358" y="72"/>
                    <a:pt x="263" y="1"/>
                    <a:pt x="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89"/>
            <p:cNvSpPr/>
            <p:nvPr/>
          </p:nvSpPr>
          <p:spPr>
            <a:xfrm>
              <a:off x="4664351" y="2598904"/>
              <a:ext cx="10704" cy="17770"/>
            </a:xfrm>
            <a:custGeom>
              <a:rect b="b" l="l" r="r" t="t"/>
              <a:pathLst>
                <a:path extrusionOk="0" h="596" w="359">
                  <a:moveTo>
                    <a:pt x="168" y="0"/>
                  </a:moveTo>
                  <a:cubicBezTo>
                    <a:pt x="96" y="0"/>
                    <a:pt x="1" y="72"/>
                    <a:pt x="1" y="167"/>
                  </a:cubicBezTo>
                  <a:lnTo>
                    <a:pt x="1" y="405"/>
                  </a:lnTo>
                  <a:cubicBezTo>
                    <a:pt x="1" y="500"/>
                    <a:pt x="96" y="595"/>
                    <a:pt x="168" y="595"/>
                  </a:cubicBezTo>
                  <a:cubicBezTo>
                    <a:pt x="263" y="595"/>
                    <a:pt x="358" y="500"/>
                    <a:pt x="358" y="405"/>
                  </a:cubicBezTo>
                  <a:lnTo>
                    <a:pt x="358" y="167"/>
                  </a:lnTo>
                  <a:cubicBezTo>
                    <a:pt x="358" y="72"/>
                    <a:pt x="263" y="0"/>
                    <a:pt x="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89"/>
            <p:cNvSpPr/>
            <p:nvPr/>
          </p:nvSpPr>
          <p:spPr>
            <a:xfrm>
              <a:off x="4664351" y="2709667"/>
              <a:ext cx="10704" cy="17770"/>
            </a:xfrm>
            <a:custGeom>
              <a:rect b="b" l="l" r="r" t="t"/>
              <a:pathLst>
                <a:path extrusionOk="0" h="596" w="359">
                  <a:moveTo>
                    <a:pt x="168" y="0"/>
                  </a:moveTo>
                  <a:cubicBezTo>
                    <a:pt x="96" y="0"/>
                    <a:pt x="1" y="72"/>
                    <a:pt x="1" y="167"/>
                  </a:cubicBezTo>
                  <a:lnTo>
                    <a:pt x="1" y="405"/>
                  </a:lnTo>
                  <a:cubicBezTo>
                    <a:pt x="1" y="500"/>
                    <a:pt x="96" y="595"/>
                    <a:pt x="168" y="595"/>
                  </a:cubicBezTo>
                  <a:cubicBezTo>
                    <a:pt x="263" y="595"/>
                    <a:pt x="358" y="500"/>
                    <a:pt x="358" y="405"/>
                  </a:cubicBezTo>
                  <a:lnTo>
                    <a:pt x="358" y="167"/>
                  </a:lnTo>
                  <a:cubicBezTo>
                    <a:pt x="358" y="48"/>
                    <a:pt x="263" y="0"/>
                    <a:pt x="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89"/>
            <p:cNvSpPr/>
            <p:nvPr/>
          </p:nvSpPr>
          <p:spPr>
            <a:xfrm>
              <a:off x="4664351" y="2737336"/>
              <a:ext cx="10704" cy="17800"/>
            </a:xfrm>
            <a:custGeom>
              <a:rect b="b" l="l" r="r" t="t"/>
              <a:pathLst>
                <a:path extrusionOk="0" h="597" w="359">
                  <a:moveTo>
                    <a:pt x="168" y="1"/>
                  </a:moveTo>
                  <a:cubicBezTo>
                    <a:pt x="96" y="1"/>
                    <a:pt x="1" y="72"/>
                    <a:pt x="1" y="168"/>
                  </a:cubicBezTo>
                  <a:lnTo>
                    <a:pt x="1" y="406"/>
                  </a:lnTo>
                  <a:cubicBezTo>
                    <a:pt x="1" y="501"/>
                    <a:pt x="96" y="596"/>
                    <a:pt x="168" y="596"/>
                  </a:cubicBezTo>
                  <a:cubicBezTo>
                    <a:pt x="263" y="596"/>
                    <a:pt x="358" y="501"/>
                    <a:pt x="358" y="406"/>
                  </a:cubicBezTo>
                  <a:lnTo>
                    <a:pt x="358" y="168"/>
                  </a:lnTo>
                  <a:cubicBezTo>
                    <a:pt x="358" y="72"/>
                    <a:pt x="263" y="1"/>
                    <a:pt x="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89"/>
            <p:cNvSpPr/>
            <p:nvPr/>
          </p:nvSpPr>
          <p:spPr>
            <a:xfrm>
              <a:off x="4664351" y="2681969"/>
              <a:ext cx="10704" cy="17770"/>
            </a:xfrm>
            <a:custGeom>
              <a:rect b="b" l="l" r="r" t="t"/>
              <a:pathLst>
                <a:path extrusionOk="0" h="596" w="359">
                  <a:moveTo>
                    <a:pt x="168" y="0"/>
                  </a:moveTo>
                  <a:cubicBezTo>
                    <a:pt x="96" y="0"/>
                    <a:pt x="1" y="96"/>
                    <a:pt x="1" y="191"/>
                  </a:cubicBezTo>
                  <a:lnTo>
                    <a:pt x="1" y="429"/>
                  </a:lnTo>
                  <a:cubicBezTo>
                    <a:pt x="1" y="500"/>
                    <a:pt x="96" y="596"/>
                    <a:pt x="168" y="596"/>
                  </a:cubicBezTo>
                  <a:cubicBezTo>
                    <a:pt x="263" y="596"/>
                    <a:pt x="358" y="500"/>
                    <a:pt x="358" y="429"/>
                  </a:cubicBezTo>
                  <a:lnTo>
                    <a:pt x="358" y="191"/>
                  </a:lnTo>
                  <a:cubicBezTo>
                    <a:pt x="358" y="72"/>
                    <a:pt x="263" y="0"/>
                    <a:pt x="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89"/>
            <p:cNvSpPr/>
            <p:nvPr/>
          </p:nvSpPr>
          <p:spPr>
            <a:xfrm>
              <a:off x="4365452" y="2449797"/>
              <a:ext cx="353606" cy="352890"/>
            </a:xfrm>
            <a:custGeom>
              <a:rect b="b" l="l" r="r" t="t"/>
              <a:pathLst>
                <a:path extrusionOk="0" h="11836" w="11860">
                  <a:moveTo>
                    <a:pt x="905" y="0"/>
                  </a:moveTo>
                  <a:cubicBezTo>
                    <a:pt x="786" y="0"/>
                    <a:pt x="715" y="48"/>
                    <a:pt x="715" y="167"/>
                  </a:cubicBezTo>
                  <a:lnTo>
                    <a:pt x="715" y="976"/>
                  </a:lnTo>
                  <a:lnTo>
                    <a:pt x="500" y="976"/>
                  </a:lnTo>
                  <a:cubicBezTo>
                    <a:pt x="405" y="976"/>
                    <a:pt x="310" y="1024"/>
                    <a:pt x="310" y="1119"/>
                  </a:cubicBezTo>
                  <a:cubicBezTo>
                    <a:pt x="310" y="1238"/>
                    <a:pt x="381" y="1334"/>
                    <a:pt x="500" y="1334"/>
                  </a:cubicBezTo>
                  <a:lnTo>
                    <a:pt x="715" y="1334"/>
                  </a:lnTo>
                  <a:lnTo>
                    <a:pt x="715" y="2215"/>
                  </a:lnTo>
                  <a:lnTo>
                    <a:pt x="500" y="2215"/>
                  </a:lnTo>
                  <a:cubicBezTo>
                    <a:pt x="405" y="2215"/>
                    <a:pt x="310" y="2286"/>
                    <a:pt x="310" y="2381"/>
                  </a:cubicBezTo>
                  <a:cubicBezTo>
                    <a:pt x="310" y="2501"/>
                    <a:pt x="381" y="2572"/>
                    <a:pt x="500" y="2572"/>
                  </a:cubicBezTo>
                  <a:lnTo>
                    <a:pt x="715" y="2572"/>
                  </a:lnTo>
                  <a:lnTo>
                    <a:pt x="715" y="3477"/>
                  </a:lnTo>
                  <a:lnTo>
                    <a:pt x="500" y="3477"/>
                  </a:lnTo>
                  <a:cubicBezTo>
                    <a:pt x="405" y="3477"/>
                    <a:pt x="310" y="3525"/>
                    <a:pt x="310" y="3620"/>
                  </a:cubicBezTo>
                  <a:cubicBezTo>
                    <a:pt x="310" y="3739"/>
                    <a:pt x="381" y="3834"/>
                    <a:pt x="500" y="3834"/>
                  </a:cubicBezTo>
                  <a:lnTo>
                    <a:pt x="715" y="3834"/>
                  </a:lnTo>
                  <a:lnTo>
                    <a:pt x="715" y="4715"/>
                  </a:lnTo>
                  <a:lnTo>
                    <a:pt x="500" y="4715"/>
                  </a:lnTo>
                  <a:cubicBezTo>
                    <a:pt x="405" y="4715"/>
                    <a:pt x="310" y="4787"/>
                    <a:pt x="310" y="4882"/>
                  </a:cubicBezTo>
                  <a:cubicBezTo>
                    <a:pt x="310" y="5001"/>
                    <a:pt x="381" y="5073"/>
                    <a:pt x="500" y="5073"/>
                  </a:cubicBezTo>
                  <a:lnTo>
                    <a:pt x="715" y="5073"/>
                  </a:lnTo>
                  <a:lnTo>
                    <a:pt x="715" y="5977"/>
                  </a:lnTo>
                  <a:lnTo>
                    <a:pt x="500" y="5977"/>
                  </a:lnTo>
                  <a:cubicBezTo>
                    <a:pt x="405" y="5977"/>
                    <a:pt x="310" y="6025"/>
                    <a:pt x="310" y="6120"/>
                  </a:cubicBezTo>
                  <a:cubicBezTo>
                    <a:pt x="310" y="6239"/>
                    <a:pt x="381" y="6335"/>
                    <a:pt x="500" y="6335"/>
                  </a:cubicBezTo>
                  <a:lnTo>
                    <a:pt x="715" y="6335"/>
                  </a:lnTo>
                  <a:lnTo>
                    <a:pt x="715" y="7216"/>
                  </a:lnTo>
                  <a:lnTo>
                    <a:pt x="500" y="7216"/>
                  </a:lnTo>
                  <a:cubicBezTo>
                    <a:pt x="405" y="7216"/>
                    <a:pt x="310" y="7287"/>
                    <a:pt x="310" y="7383"/>
                  </a:cubicBezTo>
                  <a:cubicBezTo>
                    <a:pt x="310" y="7502"/>
                    <a:pt x="381" y="7573"/>
                    <a:pt x="500" y="7573"/>
                  </a:cubicBezTo>
                  <a:lnTo>
                    <a:pt x="715" y="7573"/>
                  </a:lnTo>
                  <a:lnTo>
                    <a:pt x="715" y="8478"/>
                  </a:lnTo>
                  <a:lnTo>
                    <a:pt x="500" y="8478"/>
                  </a:lnTo>
                  <a:cubicBezTo>
                    <a:pt x="405" y="8478"/>
                    <a:pt x="310" y="8526"/>
                    <a:pt x="310" y="8621"/>
                  </a:cubicBezTo>
                  <a:cubicBezTo>
                    <a:pt x="310" y="8740"/>
                    <a:pt x="381" y="8835"/>
                    <a:pt x="500" y="8835"/>
                  </a:cubicBezTo>
                  <a:lnTo>
                    <a:pt x="715" y="8835"/>
                  </a:lnTo>
                  <a:lnTo>
                    <a:pt x="715" y="9716"/>
                  </a:lnTo>
                  <a:lnTo>
                    <a:pt x="524" y="9716"/>
                  </a:lnTo>
                  <a:cubicBezTo>
                    <a:pt x="429" y="9716"/>
                    <a:pt x="357" y="9788"/>
                    <a:pt x="357" y="9883"/>
                  </a:cubicBezTo>
                  <a:cubicBezTo>
                    <a:pt x="357" y="9954"/>
                    <a:pt x="405" y="10050"/>
                    <a:pt x="500" y="10050"/>
                  </a:cubicBezTo>
                  <a:lnTo>
                    <a:pt x="715" y="10050"/>
                  </a:lnTo>
                  <a:lnTo>
                    <a:pt x="715" y="10669"/>
                  </a:lnTo>
                  <a:lnTo>
                    <a:pt x="286" y="10669"/>
                  </a:lnTo>
                  <a:cubicBezTo>
                    <a:pt x="143" y="10669"/>
                    <a:pt x="0" y="10788"/>
                    <a:pt x="0" y="10978"/>
                  </a:cubicBezTo>
                  <a:lnTo>
                    <a:pt x="0" y="11550"/>
                  </a:lnTo>
                  <a:cubicBezTo>
                    <a:pt x="0" y="11693"/>
                    <a:pt x="119" y="11836"/>
                    <a:pt x="286" y="11836"/>
                  </a:cubicBezTo>
                  <a:lnTo>
                    <a:pt x="11574" y="11836"/>
                  </a:lnTo>
                  <a:cubicBezTo>
                    <a:pt x="11717" y="11836"/>
                    <a:pt x="11860" y="11717"/>
                    <a:pt x="11860" y="11550"/>
                  </a:cubicBezTo>
                  <a:lnTo>
                    <a:pt x="11860" y="10978"/>
                  </a:lnTo>
                  <a:cubicBezTo>
                    <a:pt x="11836" y="10788"/>
                    <a:pt x="11717" y="10645"/>
                    <a:pt x="11574" y="10645"/>
                  </a:cubicBezTo>
                  <a:lnTo>
                    <a:pt x="10383" y="10645"/>
                  </a:lnTo>
                  <a:cubicBezTo>
                    <a:pt x="10359" y="10574"/>
                    <a:pt x="10288" y="10526"/>
                    <a:pt x="10240" y="10526"/>
                  </a:cubicBezTo>
                  <a:cubicBezTo>
                    <a:pt x="10169" y="10526"/>
                    <a:pt x="10074" y="10597"/>
                    <a:pt x="10074" y="10645"/>
                  </a:cubicBezTo>
                  <a:lnTo>
                    <a:pt x="7740" y="10645"/>
                  </a:lnTo>
                  <a:lnTo>
                    <a:pt x="7740" y="10407"/>
                  </a:lnTo>
                  <a:cubicBezTo>
                    <a:pt x="7740" y="10312"/>
                    <a:pt x="7645" y="10240"/>
                    <a:pt x="7549" y="10240"/>
                  </a:cubicBezTo>
                  <a:cubicBezTo>
                    <a:pt x="7454" y="10240"/>
                    <a:pt x="7383" y="10312"/>
                    <a:pt x="7383" y="10407"/>
                  </a:cubicBezTo>
                  <a:lnTo>
                    <a:pt x="7383" y="10645"/>
                  </a:lnTo>
                  <a:lnTo>
                    <a:pt x="5430" y="10645"/>
                  </a:lnTo>
                  <a:cubicBezTo>
                    <a:pt x="5358" y="10645"/>
                    <a:pt x="5263" y="10717"/>
                    <a:pt x="5263" y="10788"/>
                  </a:cubicBezTo>
                  <a:cubicBezTo>
                    <a:pt x="5263" y="10907"/>
                    <a:pt x="5311" y="11002"/>
                    <a:pt x="5430" y="11002"/>
                  </a:cubicBezTo>
                  <a:lnTo>
                    <a:pt x="11550" y="11002"/>
                  </a:lnTo>
                  <a:lnTo>
                    <a:pt x="11550" y="11479"/>
                  </a:lnTo>
                  <a:lnTo>
                    <a:pt x="381" y="11479"/>
                  </a:lnTo>
                  <a:lnTo>
                    <a:pt x="381" y="11002"/>
                  </a:lnTo>
                  <a:lnTo>
                    <a:pt x="4596" y="11002"/>
                  </a:lnTo>
                  <a:cubicBezTo>
                    <a:pt x="4692" y="11002"/>
                    <a:pt x="4787" y="10955"/>
                    <a:pt x="4787" y="10859"/>
                  </a:cubicBezTo>
                  <a:cubicBezTo>
                    <a:pt x="4787" y="10740"/>
                    <a:pt x="4715" y="10645"/>
                    <a:pt x="4596" y="10645"/>
                  </a:cubicBezTo>
                  <a:lnTo>
                    <a:pt x="4120" y="10645"/>
                  </a:lnTo>
                  <a:lnTo>
                    <a:pt x="4120" y="10621"/>
                  </a:lnTo>
                  <a:cubicBezTo>
                    <a:pt x="4120" y="10526"/>
                    <a:pt x="4049" y="10431"/>
                    <a:pt x="3953" y="10431"/>
                  </a:cubicBezTo>
                  <a:cubicBezTo>
                    <a:pt x="3858" y="10431"/>
                    <a:pt x="3763" y="10526"/>
                    <a:pt x="3763" y="10621"/>
                  </a:cubicBezTo>
                  <a:lnTo>
                    <a:pt x="3763" y="10669"/>
                  </a:lnTo>
                  <a:lnTo>
                    <a:pt x="2548" y="10669"/>
                  </a:lnTo>
                  <a:lnTo>
                    <a:pt x="2548" y="10645"/>
                  </a:lnTo>
                  <a:cubicBezTo>
                    <a:pt x="2548" y="10550"/>
                    <a:pt x="2501" y="10478"/>
                    <a:pt x="2405" y="10478"/>
                  </a:cubicBezTo>
                  <a:cubicBezTo>
                    <a:pt x="2286" y="10478"/>
                    <a:pt x="2191" y="10526"/>
                    <a:pt x="2191" y="10645"/>
                  </a:cubicBezTo>
                  <a:lnTo>
                    <a:pt x="2191" y="10669"/>
                  </a:lnTo>
                  <a:lnTo>
                    <a:pt x="1072" y="10669"/>
                  </a:lnTo>
                  <a:lnTo>
                    <a:pt x="1072" y="167"/>
                  </a:lnTo>
                  <a:cubicBezTo>
                    <a:pt x="1072" y="72"/>
                    <a:pt x="1000" y="0"/>
                    <a:pt x="9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6" name="Google Shape;19526;p89"/>
          <p:cNvGrpSpPr/>
          <p:nvPr/>
        </p:nvGrpSpPr>
        <p:grpSpPr>
          <a:xfrm>
            <a:off x="3253136" y="2447591"/>
            <a:ext cx="358588" cy="354381"/>
            <a:chOff x="3672223" y="2447591"/>
            <a:chExt cx="358588" cy="354381"/>
          </a:xfrm>
        </p:grpSpPr>
        <p:sp>
          <p:nvSpPr>
            <p:cNvPr id="19527" name="Google Shape;19527;p89"/>
            <p:cNvSpPr/>
            <p:nvPr/>
          </p:nvSpPr>
          <p:spPr>
            <a:xfrm>
              <a:off x="3886655" y="2453345"/>
              <a:ext cx="134913" cy="134227"/>
            </a:xfrm>
            <a:custGeom>
              <a:rect b="b" l="l" r="r" t="t"/>
              <a:pathLst>
                <a:path extrusionOk="0" h="4502" w="4525">
                  <a:moveTo>
                    <a:pt x="2263" y="0"/>
                  </a:moveTo>
                  <a:cubicBezTo>
                    <a:pt x="1024" y="0"/>
                    <a:pt x="0" y="1000"/>
                    <a:pt x="0" y="2262"/>
                  </a:cubicBezTo>
                  <a:cubicBezTo>
                    <a:pt x="0" y="3501"/>
                    <a:pt x="1024" y="4501"/>
                    <a:pt x="2263" y="4501"/>
                  </a:cubicBezTo>
                  <a:cubicBezTo>
                    <a:pt x="3525" y="4501"/>
                    <a:pt x="4525" y="3501"/>
                    <a:pt x="4525" y="2262"/>
                  </a:cubicBezTo>
                  <a:cubicBezTo>
                    <a:pt x="4525" y="1000"/>
                    <a:pt x="3525" y="0"/>
                    <a:pt x="2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89"/>
            <p:cNvSpPr/>
            <p:nvPr/>
          </p:nvSpPr>
          <p:spPr>
            <a:xfrm>
              <a:off x="3909375" y="2462558"/>
              <a:ext cx="121436" cy="125342"/>
            </a:xfrm>
            <a:custGeom>
              <a:rect b="b" l="l" r="r" t="t"/>
              <a:pathLst>
                <a:path extrusionOk="0" h="4204" w="4073">
                  <a:moveTo>
                    <a:pt x="2620" y="1"/>
                  </a:moveTo>
                  <a:lnTo>
                    <a:pt x="2620" y="1"/>
                  </a:lnTo>
                  <a:cubicBezTo>
                    <a:pt x="3382" y="715"/>
                    <a:pt x="3596" y="1882"/>
                    <a:pt x="3049" y="2811"/>
                  </a:cubicBezTo>
                  <a:cubicBezTo>
                    <a:pt x="2631" y="3533"/>
                    <a:pt x="1878" y="3942"/>
                    <a:pt x="1104" y="3942"/>
                  </a:cubicBezTo>
                  <a:cubicBezTo>
                    <a:pt x="729" y="3942"/>
                    <a:pt x="350" y="3846"/>
                    <a:pt x="0" y="3644"/>
                  </a:cubicBezTo>
                  <a:lnTo>
                    <a:pt x="0" y="3644"/>
                  </a:lnTo>
                  <a:cubicBezTo>
                    <a:pt x="119" y="3716"/>
                    <a:pt x="238" y="3811"/>
                    <a:pt x="381" y="3906"/>
                  </a:cubicBezTo>
                  <a:cubicBezTo>
                    <a:pt x="731" y="4108"/>
                    <a:pt x="1110" y="4204"/>
                    <a:pt x="1486" y="4204"/>
                  </a:cubicBezTo>
                  <a:cubicBezTo>
                    <a:pt x="2262" y="4204"/>
                    <a:pt x="3020" y="3795"/>
                    <a:pt x="3453" y="3073"/>
                  </a:cubicBezTo>
                  <a:cubicBezTo>
                    <a:pt x="4073" y="2001"/>
                    <a:pt x="3715" y="644"/>
                    <a:pt x="2620"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89"/>
            <p:cNvSpPr/>
            <p:nvPr/>
          </p:nvSpPr>
          <p:spPr>
            <a:xfrm>
              <a:off x="3678604" y="2453345"/>
              <a:ext cx="134943" cy="134227"/>
            </a:xfrm>
            <a:custGeom>
              <a:rect b="b" l="l" r="r" t="t"/>
              <a:pathLst>
                <a:path extrusionOk="0" h="4502" w="4526">
                  <a:moveTo>
                    <a:pt x="2263" y="0"/>
                  </a:moveTo>
                  <a:cubicBezTo>
                    <a:pt x="1001" y="0"/>
                    <a:pt x="1" y="1000"/>
                    <a:pt x="1" y="2262"/>
                  </a:cubicBezTo>
                  <a:cubicBezTo>
                    <a:pt x="1" y="3501"/>
                    <a:pt x="1001" y="4501"/>
                    <a:pt x="2263" y="4501"/>
                  </a:cubicBezTo>
                  <a:cubicBezTo>
                    <a:pt x="3501" y="4501"/>
                    <a:pt x="4525" y="3501"/>
                    <a:pt x="4525" y="2262"/>
                  </a:cubicBezTo>
                  <a:cubicBezTo>
                    <a:pt x="4525" y="1000"/>
                    <a:pt x="3501" y="0"/>
                    <a:pt x="2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89"/>
            <p:cNvSpPr/>
            <p:nvPr/>
          </p:nvSpPr>
          <p:spPr>
            <a:xfrm>
              <a:off x="3701323" y="2462558"/>
              <a:ext cx="121436" cy="125342"/>
            </a:xfrm>
            <a:custGeom>
              <a:rect b="b" l="l" r="r" t="t"/>
              <a:pathLst>
                <a:path extrusionOk="0" h="4204" w="4073">
                  <a:moveTo>
                    <a:pt x="2620" y="1"/>
                  </a:moveTo>
                  <a:lnTo>
                    <a:pt x="2620" y="1"/>
                  </a:lnTo>
                  <a:cubicBezTo>
                    <a:pt x="3406" y="715"/>
                    <a:pt x="3597" y="1882"/>
                    <a:pt x="3073" y="2811"/>
                  </a:cubicBezTo>
                  <a:cubicBezTo>
                    <a:pt x="2655" y="3533"/>
                    <a:pt x="1892" y="3942"/>
                    <a:pt x="1110" y="3942"/>
                  </a:cubicBezTo>
                  <a:cubicBezTo>
                    <a:pt x="732" y="3942"/>
                    <a:pt x="350" y="3846"/>
                    <a:pt x="1" y="3644"/>
                  </a:cubicBezTo>
                  <a:lnTo>
                    <a:pt x="1" y="3644"/>
                  </a:lnTo>
                  <a:cubicBezTo>
                    <a:pt x="120" y="3716"/>
                    <a:pt x="239" y="3811"/>
                    <a:pt x="382" y="3906"/>
                  </a:cubicBezTo>
                  <a:cubicBezTo>
                    <a:pt x="731" y="4108"/>
                    <a:pt x="1113" y="4204"/>
                    <a:pt x="1491" y="4204"/>
                  </a:cubicBezTo>
                  <a:cubicBezTo>
                    <a:pt x="2273" y="4204"/>
                    <a:pt x="3036" y="3795"/>
                    <a:pt x="3454" y="3073"/>
                  </a:cubicBezTo>
                  <a:cubicBezTo>
                    <a:pt x="4073" y="2001"/>
                    <a:pt x="3692" y="644"/>
                    <a:pt x="26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89"/>
            <p:cNvSpPr/>
            <p:nvPr/>
          </p:nvSpPr>
          <p:spPr>
            <a:xfrm>
              <a:off x="3886655" y="2662082"/>
              <a:ext cx="134913" cy="134943"/>
            </a:xfrm>
            <a:custGeom>
              <a:rect b="b" l="l" r="r" t="t"/>
              <a:pathLst>
                <a:path extrusionOk="0" h="4526" w="4525">
                  <a:moveTo>
                    <a:pt x="2263" y="1"/>
                  </a:moveTo>
                  <a:cubicBezTo>
                    <a:pt x="1024" y="1"/>
                    <a:pt x="0" y="1025"/>
                    <a:pt x="0" y="2263"/>
                  </a:cubicBezTo>
                  <a:cubicBezTo>
                    <a:pt x="0" y="3525"/>
                    <a:pt x="1024" y="4525"/>
                    <a:pt x="2263" y="4525"/>
                  </a:cubicBezTo>
                  <a:cubicBezTo>
                    <a:pt x="3525" y="4525"/>
                    <a:pt x="4525" y="3525"/>
                    <a:pt x="4525" y="2263"/>
                  </a:cubicBezTo>
                  <a:cubicBezTo>
                    <a:pt x="4525" y="1025"/>
                    <a:pt x="3525" y="1"/>
                    <a:pt x="2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89"/>
            <p:cNvSpPr/>
            <p:nvPr/>
          </p:nvSpPr>
          <p:spPr>
            <a:xfrm>
              <a:off x="3909375" y="2672011"/>
              <a:ext cx="121436" cy="125342"/>
            </a:xfrm>
            <a:custGeom>
              <a:rect b="b" l="l" r="r" t="t"/>
              <a:pathLst>
                <a:path extrusionOk="0" h="4204" w="4073">
                  <a:moveTo>
                    <a:pt x="2620" y="1"/>
                  </a:moveTo>
                  <a:lnTo>
                    <a:pt x="2620" y="1"/>
                  </a:lnTo>
                  <a:cubicBezTo>
                    <a:pt x="3382" y="715"/>
                    <a:pt x="3596" y="1882"/>
                    <a:pt x="3049" y="2811"/>
                  </a:cubicBezTo>
                  <a:cubicBezTo>
                    <a:pt x="2631" y="3533"/>
                    <a:pt x="1878" y="3942"/>
                    <a:pt x="1104" y="3942"/>
                  </a:cubicBezTo>
                  <a:cubicBezTo>
                    <a:pt x="729" y="3942"/>
                    <a:pt x="350" y="3846"/>
                    <a:pt x="0" y="3645"/>
                  </a:cubicBezTo>
                  <a:lnTo>
                    <a:pt x="0" y="3645"/>
                  </a:lnTo>
                  <a:cubicBezTo>
                    <a:pt x="119" y="3716"/>
                    <a:pt x="238" y="3811"/>
                    <a:pt x="381" y="3907"/>
                  </a:cubicBezTo>
                  <a:cubicBezTo>
                    <a:pt x="731" y="4108"/>
                    <a:pt x="1110" y="4204"/>
                    <a:pt x="1486" y="4204"/>
                  </a:cubicBezTo>
                  <a:cubicBezTo>
                    <a:pt x="2262" y="4204"/>
                    <a:pt x="3020" y="3795"/>
                    <a:pt x="3453" y="3073"/>
                  </a:cubicBezTo>
                  <a:cubicBezTo>
                    <a:pt x="4073" y="2001"/>
                    <a:pt x="3715" y="596"/>
                    <a:pt x="26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89"/>
            <p:cNvSpPr/>
            <p:nvPr/>
          </p:nvSpPr>
          <p:spPr>
            <a:xfrm>
              <a:off x="3678604" y="2662082"/>
              <a:ext cx="134943" cy="134943"/>
            </a:xfrm>
            <a:custGeom>
              <a:rect b="b" l="l" r="r" t="t"/>
              <a:pathLst>
                <a:path extrusionOk="0" h="4526" w="4526">
                  <a:moveTo>
                    <a:pt x="2263" y="1"/>
                  </a:moveTo>
                  <a:cubicBezTo>
                    <a:pt x="1001" y="1"/>
                    <a:pt x="1" y="1025"/>
                    <a:pt x="1" y="2263"/>
                  </a:cubicBezTo>
                  <a:cubicBezTo>
                    <a:pt x="1" y="3525"/>
                    <a:pt x="1001" y="4525"/>
                    <a:pt x="2263" y="4525"/>
                  </a:cubicBezTo>
                  <a:cubicBezTo>
                    <a:pt x="3501" y="4525"/>
                    <a:pt x="4525" y="3525"/>
                    <a:pt x="4525" y="2263"/>
                  </a:cubicBezTo>
                  <a:cubicBezTo>
                    <a:pt x="4525" y="1025"/>
                    <a:pt x="3501" y="1"/>
                    <a:pt x="2263"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89"/>
            <p:cNvSpPr/>
            <p:nvPr/>
          </p:nvSpPr>
          <p:spPr>
            <a:xfrm>
              <a:off x="3701323" y="2672011"/>
              <a:ext cx="120751" cy="125342"/>
            </a:xfrm>
            <a:custGeom>
              <a:rect b="b" l="l" r="r" t="t"/>
              <a:pathLst>
                <a:path extrusionOk="0" h="4204" w="4050">
                  <a:moveTo>
                    <a:pt x="2620" y="1"/>
                  </a:moveTo>
                  <a:lnTo>
                    <a:pt x="2620" y="1"/>
                  </a:lnTo>
                  <a:cubicBezTo>
                    <a:pt x="3406" y="715"/>
                    <a:pt x="3597" y="1882"/>
                    <a:pt x="3073" y="2811"/>
                  </a:cubicBezTo>
                  <a:cubicBezTo>
                    <a:pt x="2655" y="3533"/>
                    <a:pt x="1892" y="3942"/>
                    <a:pt x="1110" y="3942"/>
                  </a:cubicBezTo>
                  <a:cubicBezTo>
                    <a:pt x="732" y="3942"/>
                    <a:pt x="350" y="3846"/>
                    <a:pt x="1" y="3645"/>
                  </a:cubicBezTo>
                  <a:lnTo>
                    <a:pt x="1" y="3645"/>
                  </a:lnTo>
                  <a:cubicBezTo>
                    <a:pt x="120" y="3716"/>
                    <a:pt x="239" y="3811"/>
                    <a:pt x="382" y="3907"/>
                  </a:cubicBezTo>
                  <a:cubicBezTo>
                    <a:pt x="731" y="4108"/>
                    <a:pt x="1113" y="4204"/>
                    <a:pt x="1491" y="4204"/>
                  </a:cubicBezTo>
                  <a:cubicBezTo>
                    <a:pt x="2273" y="4204"/>
                    <a:pt x="3036" y="3795"/>
                    <a:pt x="3454" y="3073"/>
                  </a:cubicBezTo>
                  <a:cubicBezTo>
                    <a:pt x="4049" y="2001"/>
                    <a:pt x="3692" y="596"/>
                    <a:pt x="2620"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89"/>
            <p:cNvSpPr/>
            <p:nvPr/>
          </p:nvSpPr>
          <p:spPr>
            <a:xfrm>
              <a:off x="3741097" y="2517955"/>
              <a:ext cx="216576" cy="216576"/>
            </a:xfrm>
            <a:custGeom>
              <a:rect b="b" l="l" r="r" t="t"/>
              <a:pathLst>
                <a:path extrusionOk="0" h="7264" w="7264">
                  <a:moveTo>
                    <a:pt x="3644" y="0"/>
                  </a:moveTo>
                  <a:cubicBezTo>
                    <a:pt x="1644" y="0"/>
                    <a:pt x="0" y="1620"/>
                    <a:pt x="0" y="3620"/>
                  </a:cubicBezTo>
                  <a:cubicBezTo>
                    <a:pt x="0" y="5620"/>
                    <a:pt x="1644" y="7264"/>
                    <a:pt x="3644" y="7264"/>
                  </a:cubicBezTo>
                  <a:cubicBezTo>
                    <a:pt x="5644" y="7264"/>
                    <a:pt x="7264" y="5620"/>
                    <a:pt x="7264" y="3620"/>
                  </a:cubicBezTo>
                  <a:cubicBezTo>
                    <a:pt x="7264" y="1620"/>
                    <a:pt x="5644" y="0"/>
                    <a:pt x="364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89"/>
            <p:cNvSpPr/>
            <p:nvPr/>
          </p:nvSpPr>
          <p:spPr>
            <a:xfrm>
              <a:off x="3802874" y="2522218"/>
              <a:ext cx="154799" cy="212313"/>
            </a:xfrm>
            <a:custGeom>
              <a:rect b="b" l="l" r="r" t="t"/>
              <a:pathLst>
                <a:path extrusionOk="0" h="7121" w="5192">
                  <a:moveTo>
                    <a:pt x="2644" y="0"/>
                  </a:moveTo>
                  <a:lnTo>
                    <a:pt x="2644" y="0"/>
                  </a:lnTo>
                  <a:cubicBezTo>
                    <a:pt x="3858" y="595"/>
                    <a:pt x="4692" y="1858"/>
                    <a:pt x="4692" y="3287"/>
                  </a:cubicBezTo>
                  <a:cubicBezTo>
                    <a:pt x="4692" y="5263"/>
                    <a:pt x="3048" y="6906"/>
                    <a:pt x="1072" y="6906"/>
                  </a:cubicBezTo>
                  <a:cubicBezTo>
                    <a:pt x="667" y="6906"/>
                    <a:pt x="310" y="6859"/>
                    <a:pt x="0" y="6763"/>
                  </a:cubicBezTo>
                  <a:lnTo>
                    <a:pt x="0" y="6763"/>
                  </a:lnTo>
                  <a:cubicBezTo>
                    <a:pt x="476" y="7002"/>
                    <a:pt x="1000" y="7121"/>
                    <a:pt x="1572" y="7121"/>
                  </a:cubicBezTo>
                  <a:cubicBezTo>
                    <a:pt x="3572" y="7121"/>
                    <a:pt x="5192" y="5477"/>
                    <a:pt x="5192" y="3477"/>
                  </a:cubicBezTo>
                  <a:cubicBezTo>
                    <a:pt x="5192" y="1858"/>
                    <a:pt x="4120" y="453"/>
                    <a:pt x="2644"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89"/>
            <p:cNvSpPr/>
            <p:nvPr/>
          </p:nvSpPr>
          <p:spPr>
            <a:xfrm>
              <a:off x="3672223" y="2447591"/>
              <a:ext cx="357154" cy="354381"/>
            </a:xfrm>
            <a:custGeom>
              <a:rect b="b" l="l" r="r" t="t"/>
              <a:pathLst>
                <a:path extrusionOk="0" h="11886" w="11979">
                  <a:moveTo>
                    <a:pt x="9455" y="384"/>
                  </a:moveTo>
                  <a:cubicBezTo>
                    <a:pt x="9645" y="384"/>
                    <a:pt x="9812" y="431"/>
                    <a:pt x="10002" y="455"/>
                  </a:cubicBezTo>
                  <a:cubicBezTo>
                    <a:pt x="10526" y="598"/>
                    <a:pt x="10979" y="931"/>
                    <a:pt x="11241" y="1431"/>
                  </a:cubicBezTo>
                  <a:cubicBezTo>
                    <a:pt x="11527" y="1908"/>
                    <a:pt x="11598" y="2479"/>
                    <a:pt x="11455" y="3003"/>
                  </a:cubicBezTo>
                  <a:cubicBezTo>
                    <a:pt x="11312" y="3551"/>
                    <a:pt x="10979" y="4003"/>
                    <a:pt x="10479" y="4265"/>
                  </a:cubicBezTo>
                  <a:cubicBezTo>
                    <a:pt x="10145" y="4432"/>
                    <a:pt x="9812" y="4527"/>
                    <a:pt x="9455" y="4527"/>
                  </a:cubicBezTo>
                  <a:cubicBezTo>
                    <a:pt x="9074" y="3575"/>
                    <a:pt x="8312" y="2837"/>
                    <a:pt x="7359" y="2455"/>
                  </a:cubicBezTo>
                  <a:lnTo>
                    <a:pt x="7430" y="1908"/>
                  </a:lnTo>
                  <a:cubicBezTo>
                    <a:pt x="7597" y="1384"/>
                    <a:pt x="7907" y="931"/>
                    <a:pt x="8431" y="669"/>
                  </a:cubicBezTo>
                  <a:cubicBezTo>
                    <a:pt x="8740" y="479"/>
                    <a:pt x="9097" y="384"/>
                    <a:pt x="9455" y="384"/>
                  </a:cubicBezTo>
                  <a:close/>
                  <a:moveTo>
                    <a:pt x="2429" y="7385"/>
                  </a:moveTo>
                  <a:cubicBezTo>
                    <a:pt x="2834" y="8338"/>
                    <a:pt x="3596" y="9124"/>
                    <a:pt x="4549" y="9505"/>
                  </a:cubicBezTo>
                  <a:cubicBezTo>
                    <a:pt x="4525" y="10624"/>
                    <a:pt x="3596" y="11553"/>
                    <a:pt x="2477" y="11553"/>
                  </a:cubicBezTo>
                  <a:cubicBezTo>
                    <a:pt x="1334" y="11553"/>
                    <a:pt x="381" y="10624"/>
                    <a:pt x="381" y="9481"/>
                  </a:cubicBezTo>
                  <a:cubicBezTo>
                    <a:pt x="381" y="8338"/>
                    <a:pt x="1310" y="7409"/>
                    <a:pt x="2429" y="7385"/>
                  </a:cubicBezTo>
                  <a:close/>
                  <a:moveTo>
                    <a:pt x="5954" y="2527"/>
                  </a:moveTo>
                  <a:cubicBezTo>
                    <a:pt x="7859" y="2527"/>
                    <a:pt x="9407" y="4075"/>
                    <a:pt x="9407" y="5980"/>
                  </a:cubicBezTo>
                  <a:cubicBezTo>
                    <a:pt x="9407" y="6933"/>
                    <a:pt x="8978" y="7885"/>
                    <a:pt x="8264" y="8504"/>
                  </a:cubicBezTo>
                  <a:cubicBezTo>
                    <a:pt x="8216" y="8576"/>
                    <a:pt x="8192" y="8695"/>
                    <a:pt x="8264" y="8742"/>
                  </a:cubicBezTo>
                  <a:cubicBezTo>
                    <a:pt x="8302" y="8781"/>
                    <a:pt x="8354" y="8805"/>
                    <a:pt x="8401" y="8805"/>
                  </a:cubicBezTo>
                  <a:cubicBezTo>
                    <a:pt x="8442" y="8805"/>
                    <a:pt x="8480" y="8787"/>
                    <a:pt x="8502" y="8742"/>
                  </a:cubicBezTo>
                  <a:cubicBezTo>
                    <a:pt x="8931" y="8361"/>
                    <a:pt x="9264" y="7885"/>
                    <a:pt x="9455" y="7385"/>
                  </a:cubicBezTo>
                  <a:cubicBezTo>
                    <a:pt x="9812" y="7385"/>
                    <a:pt x="10145" y="7480"/>
                    <a:pt x="10479" y="7647"/>
                  </a:cubicBezTo>
                  <a:cubicBezTo>
                    <a:pt x="10955" y="7909"/>
                    <a:pt x="11312" y="8361"/>
                    <a:pt x="11455" y="8909"/>
                  </a:cubicBezTo>
                  <a:cubicBezTo>
                    <a:pt x="11598" y="9481"/>
                    <a:pt x="11527" y="10028"/>
                    <a:pt x="11241" y="10505"/>
                  </a:cubicBezTo>
                  <a:cubicBezTo>
                    <a:pt x="10979" y="10981"/>
                    <a:pt x="10526" y="11338"/>
                    <a:pt x="10002" y="11505"/>
                  </a:cubicBezTo>
                  <a:cubicBezTo>
                    <a:pt x="9830" y="11550"/>
                    <a:pt x="9657" y="11571"/>
                    <a:pt x="9487" y="11571"/>
                  </a:cubicBezTo>
                  <a:cubicBezTo>
                    <a:pt x="9117" y="11571"/>
                    <a:pt x="8757" y="11470"/>
                    <a:pt x="8431" y="11291"/>
                  </a:cubicBezTo>
                  <a:cubicBezTo>
                    <a:pt x="7954" y="11029"/>
                    <a:pt x="7597" y="10576"/>
                    <a:pt x="7430" y="10028"/>
                  </a:cubicBezTo>
                  <a:cubicBezTo>
                    <a:pt x="7383" y="9862"/>
                    <a:pt x="7383" y="9695"/>
                    <a:pt x="7383" y="9528"/>
                  </a:cubicBezTo>
                  <a:cubicBezTo>
                    <a:pt x="7549" y="9457"/>
                    <a:pt x="7716" y="9385"/>
                    <a:pt x="7859" y="9290"/>
                  </a:cubicBezTo>
                  <a:cubicBezTo>
                    <a:pt x="7931" y="9219"/>
                    <a:pt x="7978" y="9147"/>
                    <a:pt x="7907" y="9052"/>
                  </a:cubicBezTo>
                  <a:cubicBezTo>
                    <a:pt x="7875" y="8989"/>
                    <a:pt x="7822" y="8957"/>
                    <a:pt x="7762" y="8957"/>
                  </a:cubicBezTo>
                  <a:cubicBezTo>
                    <a:pt x="7732" y="8957"/>
                    <a:pt x="7700" y="8965"/>
                    <a:pt x="7669" y="8981"/>
                  </a:cubicBezTo>
                  <a:cubicBezTo>
                    <a:pt x="7168" y="9290"/>
                    <a:pt x="6573" y="9433"/>
                    <a:pt x="5954" y="9433"/>
                  </a:cubicBezTo>
                  <a:cubicBezTo>
                    <a:pt x="4049" y="9433"/>
                    <a:pt x="2501" y="7885"/>
                    <a:pt x="2501" y="5980"/>
                  </a:cubicBezTo>
                  <a:cubicBezTo>
                    <a:pt x="2501" y="4075"/>
                    <a:pt x="4049" y="2527"/>
                    <a:pt x="5954" y="2527"/>
                  </a:cubicBezTo>
                  <a:close/>
                  <a:moveTo>
                    <a:pt x="9473" y="1"/>
                  </a:moveTo>
                  <a:cubicBezTo>
                    <a:pt x="9056" y="1"/>
                    <a:pt x="8639" y="117"/>
                    <a:pt x="8264" y="336"/>
                  </a:cubicBezTo>
                  <a:cubicBezTo>
                    <a:pt x="7692" y="646"/>
                    <a:pt x="7311" y="1170"/>
                    <a:pt x="7145" y="1789"/>
                  </a:cubicBezTo>
                  <a:cubicBezTo>
                    <a:pt x="7121" y="1955"/>
                    <a:pt x="7073" y="2122"/>
                    <a:pt x="7049" y="2289"/>
                  </a:cubicBezTo>
                  <a:cubicBezTo>
                    <a:pt x="6716" y="2217"/>
                    <a:pt x="6359" y="2146"/>
                    <a:pt x="5978" y="2146"/>
                  </a:cubicBezTo>
                  <a:cubicBezTo>
                    <a:pt x="5621" y="2146"/>
                    <a:pt x="5239" y="2217"/>
                    <a:pt x="4906" y="2289"/>
                  </a:cubicBezTo>
                  <a:cubicBezTo>
                    <a:pt x="4906" y="2027"/>
                    <a:pt x="4858" y="1789"/>
                    <a:pt x="4763" y="1551"/>
                  </a:cubicBezTo>
                  <a:cubicBezTo>
                    <a:pt x="4745" y="1478"/>
                    <a:pt x="4671" y="1447"/>
                    <a:pt x="4595" y="1447"/>
                  </a:cubicBezTo>
                  <a:cubicBezTo>
                    <a:pt x="4571" y="1447"/>
                    <a:pt x="4548" y="1450"/>
                    <a:pt x="4525" y="1455"/>
                  </a:cubicBezTo>
                  <a:cubicBezTo>
                    <a:pt x="4430" y="1503"/>
                    <a:pt x="4406" y="1622"/>
                    <a:pt x="4430" y="1693"/>
                  </a:cubicBezTo>
                  <a:cubicBezTo>
                    <a:pt x="4525" y="1932"/>
                    <a:pt x="4573" y="2217"/>
                    <a:pt x="4573" y="2432"/>
                  </a:cubicBezTo>
                  <a:cubicBezTo>
                    <a:pt x="3620" y="2837"/>
                    <a:pt x="2858" y="3575"/>
                    <a:pt x="2477" y="4527"/>
                  </a:cubicBezTo>
                  <a:cubicBezTo>
                    <a:pt x="2286" y="4527"/>
                    <a:pt x="2144" y="4504"/>
                    <a:pt x="1953" y="4456"/>
                  </a:cubicBezTo>
                  <a:cubicBezTo>
                    <a:pt x="1429" y="4313"/>
                    <a:pt x="977" y="3980"/>
                    <a:pt x="715" y="3480"/>
                  </a:cubicBezTo>
                  <a:cubicBezTo>
                    <a:pt x="453" y="3003"/>
                    <a:pt x="358" y="2432"/>
                    <a:pt x="500" y="1908"/>
                  </a:cubicBezTo>
                  <a:cubicBezTo>
                    <a:pt x="643" y="1384"/>
                    <a:pt x="977" y="931"/>
                    <a:pt x="1477" y="646"/>
                  </a:cubicBezTo>
                  <a:cubicBezTo>
                    <a:pt x="1792" y="465"/>
                    <a:pt x="2148" y="377"/>
                    <a:pt x="2504" y="377"/>
                  </a:cubicBezTo>
                  <a:cubicBezTo>
                    <a:pt x="3089" y="377"/>
                    <a:pt x="3673" y="615"/>
                    <a:pt x="4073" y="1074"/>
                  </a:cubicBezTo>
                  <a:cubicBezTo>
                    <a:pt x="4114" y="1102"/>
                    <a:pt x="4171" y="1129"/>
                    <a:pt x="4221" y="1129"/>
                  </a:cubicBezTo>
                  <a:cubicBezTo>
                    <a:pt x="4258" y="1129"/>
                    <a:pt x="4291" y="1115"/>
                    <a:pt x="4311" y="1074"/>
                  </a:cubicBezTo>
                  <a:cubicBezTo>
                    <a:pt x="4382" y="1003"/>
                    <a:pt x="4406" y="884"/>
                    <a:pt x="4311" y="836"/>
                  </a:cubicBezTo>
                  <a:cubicBezTo>
                    <a:pt x="3954" y="431"/>
                    <a:pt x="3453" y="146"/>
                    <a:pt x="2906" y="50"/>
                  </a:cubicBezTo>
                  <a:cubicBezTo>
                    <a:pt x="2779" y="34"/>
                    <a:pt x="2650" y="25"/>
                    <a:pt x="2522" y="25"/>
                  </a:cubicBezTo>
                  <a:cubicBezTo>
                    <a:pt x="2098" y="25"/>
                    <a:pt x="1676" y="122"/>
                    <a:pt x="1310" y="360"/>
                  </a:cubicBezTo>
                  <a:cubicBezTo>
                    <a:pt x="739" y="693"/>
                    <a:pt x="358" y="1193"/>
                    <a:pt x="167" y="1813"/>
                  </a:cubicBezTo>
                  <a:cubicBezTo>
                    <a:pt x="0" y="2432"/>
                    <a:pt x="96" y="3098"/>
                    <a:pt x="405" y="3670"/>
                  </a:cubicBezTo>
                  <a:cubicBezTo>
                    <a:pt x="739" y="4218"/>
                    <a:pt x="1239" y="4623"/>
                    <a:pt x="1882" y="4789"/>
                  </a:cubicBezTo>
                  <a:cubicBezTo>
                    <a:pt x="2025" y="4813"/>
                    <a:pt x="2191" y="4861"/>
                    <a:pt x="2358" y="4885"/>
                  </a:cubicBezTo>
                  <a:cubicBezTo>
                    <a:pt x="2215" y="5242"/>
                    <a:pt x="2191" y="5599"/>
                    <a:pt x="2191" y="5980"/>
                  </a:cubicBezTo>
                  <a:cubicBezTo>
                    <a:pt x="2191" y="6361"/>
                    <a:pt x="2263" y="6718"/>
                    <a:pt x="2358" y="7052"/>
                  </a:cubicBezTo>
                  <a:cubicBezTo>
                    <a:pt x="1096" y="7147"/>
                    <a:pt x="96" y="8195"/>
                    <a:pt x="96" y="9457"/>
                  </a:cubicBezTo>
                  <a:cubicBezTo>
                    <a:pt x="96" y="10814"/>
                    <a:pt x="1191" y="11886"/>
                    <a:pt x="2501" y="11886"/>
                  </a:cubicBezTo>
                  <a:cubicBezTo>
                    <a:pt x="3763" y="11886"/>
                    <a:pt x="4858" y="10862"/>
                    <a:pt x="4906" y="9624"/>
                  </a:cubicBezTo>
                  <a:cubicBezTo>
                    <a:pt x="5239" y="9695"/>
                    <a:pt x="5597" y="9767"/>
                    <a:pt x="5978" y="9767"/>
                  </a:cubicBezTo>
                  <a:cubicBezTo>
                    <a:pt x="6335" y="9767"/>
                    <a:pt x="6692" y="9695"/>
                    <a:pt x="7049" y="9624"/>
                  </a:cubicBezTo>
                  <a:cubicBezTo>
                    <a:pt x="7049" y="9767"/>
                    <a:pt x="7073" y="9957"/>
                    <a:pt x="7145" y="10100"/>
                  </a:cubicBezTo>
                  <a:cubicBezTo>
                    <a:pt x="7311" y="10719"/>
                    <a:pt x="7692" y="11243"/>
                    <a:pt x="8264" y="11553"/>
                  </a:cubicBezTo>
                  <a:cubicBezTo>
                    <a:pt x="8645" y="11767"/>
                    <a:pt x="9050" y="11886"/>
                    <a:pt x="9478" y="11886"/>
                  </a:cubicBezTo>
                  <a:cubicBezTo>
                    <a:pt x="9693" y="11886"/>
                    <a:pt x="9907" y="11838"/>
                    <a:pt x="10121" y="11791"/>
                  </a:cubicBezTo>
                  <a:cubicBezTo>
                    <a:pt x="10741" y="11624"/>
                    <a:pt x="11265" y="11219"/>
                    <a:pt x="11574" y="10671"/>
                  </a:cubicBezTo>
                  <a:cubicBezTo>
                    <a:pt x="11908" y="10100"/>
                    <a:pt x="11979" y="9433"/>
                    <a:pt x="11812" y="8814"/>
                  </a:cubicBezTo>
                  <a:cubicBezTo>
                    <a:pt x="11622" y="8195"/>
                    <a:pt x="11217" y="7695"/>
                    <a:pt x="10645" y="7361"/>
                  </a:cubicBezTo>
                  <a:cubicBezTo>
                    <a:pt x="10336" y="7171"/>
                    <a:pt x="9979" y="7052"/>
                    <a:pt x="9621" y="7028"/>
                  </a:cubicBezTo>
                  <a:cubicBezTo>
                    <a:pt x="9693" y="6671"/>
                    <a:pt x="9764" y="6313"/>
                    <a:pt x="9764" y="5956"/>
                  </a:cubicBezTo>
                  <a:cubicBezTo>
                    <a:pt x="9764" y="5575"/>
                    <a:pt x="9693" y="5218"/>
                    <a:pt x="9621" y="4861"/>
                  </a:cubicBezTo>
                  <a:cubicBezTo>
                    <a:pt x="9979" y="4813"/>
                    <a:pt x="10360" y="4742"/>
                    <a:pt x="10693" y="4527"/>
                  </a:cubicBezTo>
                  <a:cubicBezTo>
                    <a:pt x="11241" y="4194"/>
                    <a:pt x="11646" y="3694"/>
                    <a:pt x="11812" y="3075"/>
                  </a:cubicBezTo>
                  <a:cubicBezTo>
                    <a:pt x="11979" y="2432"/>
                    <a:pt x="11908" y="1789"/>
                    <a:pt x="11574" y="1217"/>
                  </a:cubicBezTo>
                  <a:cubicBezTo>
                    <a:pt x="11241" y="646"/>
                    <a:pt x="10741" y="265"/>
                    <a:pt x="10121" y="98"/>
                  </a:cubicBezTo>
                  <a:cubicBezTo>
                    <a:pt x="9909" y="33"/>
                    <a:pt x="9691" y="1"/>
                    <a:pt x="94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89"/>
            <p:cNvSpPr/>
            <p:nvPr/>
          </p:nvSpPr>
          <p:spPr>
            <a:xfrm>
              <a:off x="3920019" y="2504448"/>
              <a:ext cx="68902" cy="10674"/>
            </a:xfrm>
            <a:custGeom>
              <a:rect b="b" l="l" r="r" t="t"/>
              <a:pathLst>
                <a:path extrusionOk="0" h="358" w="2311">
                  <a:moveTo>
                    <a:pt x="191" y="1"/>
                  </a:moveTo>
                  <a:cubicBezTo>
                    <a:pt x="120" y="1"/>
                    <a:pt x="48" y="72"/>
                    <a:pt x="24" y="144"/>
                  </a:cubicBezTo>
                  <a:cubicBezTo>
                    <a:pt x="1" y="263"/>
                    <a:pt x="72" y="358"/>
                    <a:pt x="191" y="358"/>
                  </a:cubicBezTo>
                  <a:lnTo>
                    <a:pt x="2096" y="358"/>
                  </a:lnTo>
                  <a:cubicBezTo>
                    <a:pt x="2215" y="358"/>
                    <a:pt x="2311" y="263"/>
                    <a:pt x="2287" y="144"/>
                  </a:cubicBezTo>
                  <a:cubicBezTo>
                    <a:pt x="2263" y="72"/>
                    <a:pt x="2168" y="1"/>
                    <a:pt x="20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89"/>
            <p:cNvSpPr/>
            <p:nvPr/>
          </p:nvSpPr>
          <p:spPr>
            <a:xfrm>
              <a:off x="3941307" y="2526482"/>
              <a:ext cx="46899" cy="10674"/>
            </a:xfrm>
            <a:custGeom>
              <a:rect b="b" l="l" r="r" t="t"/>
              <a:pathLst>
                <a:path extrusionOk="0" h="358" w="1573">
                  <a:moveTo>
                    <a:pt x="192" y="0"/>
                  </a:moveTo>
                  <a:cubicBezTo>
                    <a:pt x="120" y="0"/>
                    <a:pt x="49" y="71"/>
                    <a:pt x="25" y="167"/>
                  </a:cubicBezTo>
                  <a:cubicBezTo>
                    <a:pt x="1" y="286"/>
                    <a:pt x="72" y="357"/>
                    <a:pt x="192" y="357"/>
                  </a:cubicBezTo>
                  <a:lnTo>
                    <a:pt x="1358" y="357"/>
                  </a:lnTo>
                  <a:cubicBezTo>
                    <a:pt x="1454" y="357"/>
                    <a:pt x="1501" y="310"/>
                    <a:pt x="1549" y="214"/>
                  </a:cubicBezTo>
                  <a:cubicBezTo>
                    <a:pt x="1573" y="95"/>
                    <a:pt x="1477" y="0"/>
                    <a:pt x="13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89"/>
            <p:cNvSpPr/>
            <p:nvPr/>
          </p:nvSpPr>
          <p:spPr>
            <a:xfrm>
              <a:off x="3711282" y="2735219"/>
              <a:ext cx="68902" cy="10674"/>
            </a:xfrm>
            <a:custGeom>
              <a:rect b="b" l="l" r="r" t="t"/>
              <a:pathLst>
                <a:path extrusionOk="0" h="358" w="2311">
                  <a:moveTo>
                    <a:pt x="214" y="0"/>
                  </a:moveTo>
                  <a:cubicBezTo>
                    <a:pt x="72" y="0"/>
                    <a:pt x="0" y="96"/>
                    <a:pt x="24" y="215"/>
                  </a:cubicBezTo>
                  <a:cubicBezTo>
                    <a:pt x="48" y="310"/>
                    <a:pt x="143" y="358"/>
                    <a:pt x="238" y="358"/>
                  </a:cubicBezTo>
                  <a:lnTo>
                    <a:pt x="2120" y="358"/>
                  </a:lnTo>
                  <a:cubicBezTo>
                    <a:pt x="2191" y="358"/>
                    <a:pt x="2262" y="310"/>
                    <a:pt x="2286" y="215"/>
                  </a:cubicBezTo>
                  <a:cubicBezTo>
                    <a:pt x="2310" y="96"/>
                    <a:pt x="2239" y="0"/>
                    <a:pt x="21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89"/>
            <p:cNvSpPr/>
            <p:nvPr/>
          </p:nvSpPr>
          <p:spPr>
            <a:xfrm>
              <a:off x="3711967" y="2713931"/>
              <a:ext cx="46183" cy="10674"/>
            </a:xfrm>
            <a:custGeom>
              <a:rect b="b" l="l" r="r" t="t"/>
              <a:pathLst>
                <a:path extrusionOk="0" h="358" w="1549">
                  <a:moveTo>
                    <a:pt x="191" y="0"/>
                  </a:moveTo>
                  <a:cubicBezTo>
                    <a:pt x="96" y="0"/>
                    <a:pt x="25" y="71"/>
                    <a:pt x="1" y="143"/>
                  </a:cubicBezTo>
                  <a:cubicBezTo>
                    <a:pt x="1" y="238"/>
                    <a:pt x="96" y="357"/>
                    <a:pt x="191" y="357"/>
                  </a:cubicBezTo>
                  <a:lnTo>
                    <a:pt x="1335" y="357"/>
                  </a:lnTo>
                  <a:cubicBezTo>
                    <a:pt x="1430" y="357"/>
                    <a:pt x="1501" y="310"/>
                    <a:pt x="1525" y="214"/>
                  </a:cubicBezTo>
                  <a:cubicBezTo>
                    <a:pt x="1549" y="95"/>
                    <a:pt x="1454" y="0"/>
                    <a:pt x="13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89"/>
            <p:cNvSpPr/>
            <p:nvPr/>
          </p:nvSpPr>
          <p:spPr>
            <a:xfrm>
              <a:off x="3920019" y="2735219"/>
              <a:ext cx="68187" cy="10674"/>
            </a:xfrm>
            <a:custGeom>
              <a:rect b="b" l="l" r="r" t="t"/>
              <a:pathLst>
                <a:path extrusionOk="0" h="358" w="2287">
                  <a:moveTo>
                    <a:pt x="191" y="0"/>
                  </a:moveTo>
                  <a:cubicBezTo>
                    <a:pt x="120" y="0"/>
                    <a:pt x="48" y="72"/>
                    <a:pt x="24" y="143"/>
                  </a:cubicBezTo>
                  <a:cubicBezTo>
                    <a:pt x="1" y="262"/>
                    <a:pt x="72" y="358"/>
                    <a:pt x="191" y="358"/>
                  </a:cubicBezTo>
                  <a:lnTo>
                    <a:pt x="2072" y="358"/>
                  </a:lnTo>
                  <a:cubicBezTo>
                    <a:pt x="2168" y="358"/>
                    <a:pt x="2215" y="310"/>
                    <a:pt x="2263" y="215"/>
                  </a:cubicBezTo>
                  <a:cubicBezTo>
                    <a:pt x="2287" y="96"/>
                    <a:pt x="2191" y="0"/>
                    <a:pt x="2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89"/>
            <p:cNvSpPr/>
            <p:nvPr/>
          </p:nvSpPr>
          <p:spPr>
            <a:xfrm>
              <a:off x="3941307" y="2713931"/>
              <a:ext cx="46899" cy="10674"/>
            </a:xfrm>
            <a:custGeom>
              <a:rect b="b" l="l" r="r" t="t"/>
              <a:pathLst>
                <a:path extrusionOk="0" h="358" w="1573">
                  <a:moveTo>
                    <a:pt x="192" y="0"/>
                  </a:moveTo>
                  <a:cubicBezTo>
                    <a:pt x="120" y="0"/>
                    <a:pt x="49" y="71"/>
                    <a:pt x="25" y="143"/>
                  </a:cubicBezTo>
                  <a:cubicBezTo>
                    <a:pt x="1" y="262"/>
                    <a:pt x="72" y="357"/>
                    <a:pt x="192" y="357"/>
                  </a:cubicBezTo>
                  <a:lnTo>
                    <a:pt x="1358" y="357"/>
                  </a:lnTo>
                  <a:cubicBezTo>
                    <a:pt x="1454" y="357"/>
                    <a:pt x="1501" y="310"/>
                    <a:pt x="1549" y="214"/>
                  </a:cubicBezTo>
                  <a:cubicBezTo>
                    <a:pt x="1573" y="95"/>
                    <a:pt x="1477" y="0"/>
                    <a:pt x="13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89"/>
            <p:cNvSpPr/>
            <p:nvPr/>
          </p:nvSpPr>
          <p:spPr>
            <a:xfrm>
              <a:off x="3796464" y="2593924"/>
              <a:ext cx="107245" cy="10674"/>
            </a:xfrm>
            <a:custGeom>
              <a:rect b="b" l="l" r="r" t="t"/>
              <a:pathLst>
                <a:path extrusionOk="0" h="358" w="3597">
                  <a:moveTo>
                    <a:pt x="215" y="0"/>
                  </a:moveTo>
                  <a:cubicBezTo>
                    <a:pt x="120" y="0"/>
                    <a:pt x="48" y="72"/>
                    <a:pt x="25" y="167"/>
                  </a:cubicBezTo>
                  <a:cubicBezTo>
                    <a:pt x="1" y="286"/>
                    <a:pt x="96" y="358"/>
                    <a:pt x="215" y="358"/>
                  </a:cubicBezTo>
                  <a:lnTo>
                    <a:pt x="3430" y="358"/>
                  </a:lnTo>
                  <a:cubicBezTo>
                    <a:pt x="3502" y="358"/>
                    <a:pt x="3573" y="310"/>
                    <a:pt x="3597" y="215"/>
                  </a:cubicBezTo>
                  <a:cubicBezTo>
                    <a:pt x="3597" y="96"/>
                    <a:pt x="3502" y="0"/>
                    <a:pt x="3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89"/>
            <p:cNvSpPr/>
            <p:nvPr/>
          </p:nvSpPr>
          <p:spPr>
            <a:xfrm>
              <a:off x="3796464" y="2620907"/>
              <a:ext cx="107245" cy="10674"/>
            </a:xfrm>
            <a:custGeom>
              <a:rect b="b" l="l" r="r" t="t"/>
              <a:pathLst>
                <a:path extrusionOk="0" h="358" w="3597">
                  <a:moveTo>
                    <a:pt x="215" y="0"/>
                  </a:moveTo>
                  <a:cubicBezTo>
                    <a:pt x="120" y="0"/>
                    <a:pt x="48" y="48"/>
                    <a:pt x="25" y="143"/>
                  </a:cubicBezTo>
                  <a:cubicBezTo>
                    <a:pt x="1" y="262"/>
                    <a:pt x="96" y="358"/>
                    <a:pt x="215" y="358"/>
                  </a:cubicBezTo>
                  <a:lnTo>
                    <a:pt x="3430" y="358"/>
                  </a:lnTo>
                  <a:cubicBezTo>
                    <a:pt x="3502" y="358"/>
                    <a:pt x="3573" y="286"/>
                    <a:pt x="3597" y="215"/>
                  </a:cubicBezTo>
                  <a:cubicBezTo>
                    <a:pt x="3597" y="96"/>
                    <a:pt x="3502" y="0"/>
                    <a:pt x="3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89"/>
            <p:cNvSpPr/>
            <p:nvPr/>
          </p:nvSpPr>
          <p:spPr>
            <a:xfrm>
              <a:off x="3820614" y="2647175"/>
              <a:ext cx="58974" cy="10674"/>
            </a:xfrm>
            <a:custGeom>
              <a:rect b="b" l="l" r="r" t="t"/>
              <a:pathLst>
                <a:path extrusionOk="0" h="358" w="1978">
                  <a:moveTo>
                    <a:pt x="191" y="0"/>
                  </a:moveTo>
                  <a:cubicBezTo>
                    <a:pt x="120" y="0"/>
                    <a:pt x="48" y="72"/>
                    <a:pt x="24" y="167"/>
                  </a:cubicBezTo>
                  <a:cubicBezTo>
                    <a:pt x="1" y="286"/>
                    <a:pt x="72" y="358"/>
                    <a:pt x="191" y="358"/>
                  </a:cubicBezTo>
                  <a:lnTo>
                    <a:pt x="1810" y="358"/>
                  </a:lnTo>
                  <a:cubicBezTo>
                    <a:pt x="1906" y="358"/>
                    <a:pt x="1953" y="310"/>
                    <a:pt x="1977" y="215"/>
                  </a:cubicBezTo>
                  <a:cubicBezTo>
                    <a:pt x="1977" y="120"/>
                    <a:pt x="1906" y="0"/>
                    <a:pt x="1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89"/>
            <p:cNvSpPr/>
            <p:nvPr/>
          </p:nvSpPr>
          <p:spPr>
            <a:xfrm>
              <a:off x="3711967" y="2504448"/>
              <a:ext cx="69618" cy="10674"/>
            </a:xfrm>
            <a:custGeom>
              <a:rect b="b" l="l" r="r" t="t"/>
              <a:pathLst>
                <a:path extrusionOk="0" h="358" w="2335">
                  <a:moveTo>
                    <a:pt x="215" y="1"/>
                  </a:moveTo>
                  <a:cubicBezTo>
                    <a:pt x="120" y="1"/>
                    <a:pt x="72" y="72"/>
                    <a:pt x="25" y="144"/>
                  </a:cubicBezTo>
                  <a:cubicBezTo>
                    <a:pt x="1" y="263"/>
                    <a:pt x="96" y="358"/>
                    <a:pt x="215" y="358"/>
                  </a:cubicBezTo>
                  <a:lnTo>
                    <a:pt x="2120" y="358"/>
                  </a:lnTo>
                  <a:cubicBezTo>
                    <a:pt x="2239" y="358"/>
                    <a:pt x="2335" y="263"/>
                    <a:pt x="2287" y="144"/>
                  </a:cubicBezTo>
                  <a:cubicBezTo>
                    <a:pt x="2239" y="72"/>
                    <a:pt x="2168" y="1"/>
                    <a:pt x="2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89"/>
            <p:cNvSpPr/>
            <p:nvPr/>
          </p:nvSpPr>
          <p:spPr>
            <a:xfrm>
              <a:off x="3711282" y="2526482"/>
              <a:ext cx="46869" cy="10674"/>
            </a:xfrm>
            <a:custGeom>
              <a:rect b="b" l="l" r="r" t="t"/>
              <a:pathLst>
                <a:path extrusionOk="0" h="358" w="1572">
                  <a:moveTo>
                    <a:pt x="214" y="0"/>
                  </a:moveTo>
                  <a:cubicBezTo>
                    <a:pt x="72" y="0"/>
                    <a:pt x="0" y="95"/>
                    <a:pt x="24" y="214"/>
                  </a:cubicBezTo>
                  <a:cubicBezTo>
                    <a:pt x="48" y="310"/>
                    <a:pt x="119" y="357"/>
                    <a:pt x="214" y="357"/>
                  </a:cubicBezTo>
                  <a:lnTo>
                    <a:pt x="1358" y="357"/>
                  </a:lnTo>
                  <a:cubicBezTo>
                    <a:pt x="1453" y="357"/>
                    <a:pt x="1524" y="310"/>
                    <a:pt x="1548" y="214"/>
                  </a:cubicBezTo>
                  <a:cubicBezTo>
                    <a:pt x="1572" y="95"/>
                    <a:pt x="1477" y="0"/>
                    <a:pt x="13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9" name="Google Shape;19549;p89"/>
          <p:cNvGrpSpPr/>
          <p:nvPr/>
        </p:nvGrpSpPr>
        <p:grpSpPr>
          <a:xfrm>
            <a:off x="2550464" y="2448276"/>
            <a:ext cx="352205" cy="352923"/>
            <a:chOff x="3045752" y="2448276"/>
            <a:chExt cx="352205" cy="352923"/>
          </a:xfrm>
        </p:grpSpPr>
        <p:sp>
          <p:nvSpPr>
            <p:cNvPr id="19550" name="Google Shape;19550;p89"/>
            <p:cNvSpPr/>
            <p:nvPr/>
          </p:nvSpPr>
          <p:spPr>
            <a:xfrm>
              <a:off x="3112478" y="2711069"/>
              <a:ext cx="279068" cy="74597"/>
            </a:xfrm>
            <a:custGeom>
              <a:rect b="b" l="l" r="r" t="t"/>
              <a:pathLst>
                <a:path extrusionOk="0" h="2502" w="9360">
                  <a:moveTo>
                    <a:pt x="1" y="1"/>
                  </a:moveTo>
                  <a:lnTo>
                    <a:pt x="1" y="1263"/>
                  </a:lnTo>
                  <a:lnTo>
                    <a:pt x="1" y="2501"/>
                  </a:lnTo>
                  <a:lnTo>
                    <a:pt x="7978" y="2501"/>
                  </a:lnTo>
                  <a:cubicBezTo>
                    <a:pt x="8336" y="2501"/>
                    <a:pt x="8693" y="2358"/>
                    <a:pt x="8931" y="2096"/>
                  </a:cubicBezTo>
                  <a:cubicBezTo>
                    <a:pt x="9336" y="1644"/>
                    <a:pt x="9360" y="1001"/>
                    <a:pt x="9050" y="525"/>
                  </a:cubicBezTo>
                  <a:cubicBezTo>
                    <a:pt x="8764" y="191"/>
                    <a:pt x="8383" y="1"/>
                    <a:pt x="797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89"/>
            <p:cNvSpPr/>
            <p:nvPr/>
          </p:nvSpPr>
          <p:spPr>
            <a:xfrm>
              <a:off x="3112478" y="2588229"/>
              <a:ext cx="279068" cy="74597"/>
            </a:xfrm>
            <a:custGeom>
              <a:rect b="b" l="l" r="r" t="t"/>
              <a:pathLst>
                <a:path extrusionOk="0" h="2502" w="9360">
                  <a:moveTo>
                    <a:pt x="1" y="1"/>
                  </a:moveTo>
                  <a:lnTo>
                    <a:pt x="1" y="1239"/>
                  </a:lnTo>
                  <a:lnTo>
                    <a:pt x="1" y="2501"/>
                  </a:lnTo>
                  <a:lnTo>
                    <a:pt x="7978" y="2501"/>
                  </a:lnTo>
                  <a:cubicBezTo>
                    <a:pt x="8360" y="2501"/>
                    <a:pt x="8717" y="2335"/>
                    <a:pt x="8955" y="2049"/>
                  </a:cubicBezTo>
                  <a:cubicBezTo>
                    <a:pt x="9360" y="1573"/>
                    <a:pt x="9360" y="882"/>
                    <a:pt x="8955" y="406"/>
                  </a:cubicBezTo>
                  <a:cubicBezTo>
                    <a:pt x="8693" y="144"/>
                    <a:pt x="8336" y="1"/>
                    <a:pt x="7978"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89"/>
            <p:cNvSpPr/>
            <p:nvPr/>
          </p:nvSpPr>
          <p:spPr>
            <a:xfrm>
              <a:off x="3112478" y="2464705"/>
              <a:ext cx="279068" cy="74567"/>
            </a:xfrm>
            <a:custGeom>
              <a:rect b="b" l="l" r="r" t="t"/>
              <a:pathLst>
                <a:path extrusionOk="0" h="2501" w="9360">
                  <a:moveTo>
                    <a:pt x="1" y="0"/>
                  </a:moveTo>
                  <a:lnTo>
                    <a:pt x="1" y="1239"/>
                  </a:lnTo>
                  <a:lnTo>
                    <a:pt x="1" y="2501"/>
                  </a:lnTo>
                  <a:lnTo>
                    <a:pt x="7978" y="2501"/>
                  </a:lnTo>
                  <a:cubicBezTo>
                    <a:pt x="8360" y="2501"/>
                    <a:pt x="8717" y="2358"/>
                    <a:pt x="8955" y="2048"/>
                  </a:cubicBezTo>
                  <a:cubicBezTo>
                    <a:pt x="9360" y="1572"/>
                    <a:pt x="9360" y="881"/>
                    <a:pt x="8955" y="405"/>
                  </a:cubicBezTo>
                  <a:cubicBezTo>
                    <a:pt x="8693" y="143"/>
                    <a:pt x="8336" y="0"/>
                    <a:pt x="7978"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89"/>
            <p:cNvSpPr/>
            <p:nvPr/>
          </p:nvSpPr>
          <p:spPr>
            <a:xfrm>
              <a:off x="3334722" y="2711069"/>
              <a:ext cx="53279" cy="74597"/>
            </a:xfrm>
            <a:custGeom>
              <a:rect b="b" l="l" r="r" t="t"/>
              <a:pathLst>
                <a:path extrusionOk="0" h="2502" w="1787">
                  <a:moveTo>
                    <a:pt x="1" y="1"/>
                  </a:moveTo>
                  <a:cubicBezTo>
                    <a:pt x="215" y="1"/>
                    <a:pt x="429" y="72"/>
                    <a:pt x="596" y="167"/>
                  </a:cubicBezTo>
                  <a:cubicBezTo>
                    <a:pt x="786" y="239"/>
                    <a:pt x="929" y="358"/>
                    <a:pt x="1048" y="548"/>
                  </a:cubicBezTo>
                  <a:cubicBezTo>
                    <a:pt x="1191" y="763"/>
                    <a:pt x="1287" y="1025"/>
                    <a:pt x="1287" y="1263"/>
                  </a:cubicBezTo>
                  <a:cubicBezTo>
                    <a:pt x="1287" y="1501"/>
                    <a:pt x="1191" y="1763"/>
                    <a:pt x="1048" y="1977"/>
                  </a:cubicBezTo>
                  <a:cubicBezTo>
                    <a:pt x="810" y="2311"/>
                    <a:pt x="429" y="2501"/>
                    <a:pt x="1" y="2501"/>
                  </a:cubicBezTo>
                  <a:lnTo>
                    <a:pt x="524" y="2501"/>
                  </a:lnTo>
                  <a:cubicBezTo>
                    <a:pt x="929" y="2501"/>
                    <a:pt x="1310" y="2311"/>
                    <a:pt x="1549" y="1977"/>
                  </a:cubicBezTo>
                  <a:cubicBezTo>
                    <a:pt x="1715" y="1763"/>
                    <a:pt x="1787" y="1525"/>
                    <a:pt x="1787" y="1263"/>
                  </a:cubicBezTo>
                  <a:cubicBezTo>
                    <a:pt x="1787" y="1025"/>
                    <a:pt x="1739" y="763"/>
                    <a:pt x="1549" y="548"/>
                  </a:cubicBezTo>
                  <a:cubicBezTo>
                    <a:pt x="1429" y="406"/>
                    <a:pt x="1287" y="239"/>
                    <a:pt x="1120" y="167"/>
                  </a:cubicBezTo>
                  <a:cubicBezTo>
                    <a:pt x="929" y="72"/>
                    <a:pt x="715" y="1"/>
                    <a:pt x="524"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89"/>
            <p:cNvSpPr/>
            <p:nvPr/>
          </p:nvSpPr>
          <p:spPr>
            <a:xfrm>
              <a:off x="3334722" y="2588945"/>
              <a:ext cx="53279" cy="74597"/>
            </a:xfrm>
            <a:custGeom>
              <a:rect b="b" l="l" r="r" t="t"/>
              <a:pathLst>
                <a:path extrusionOk="0" h="2502" w="1787">
                  <a:moveTo>
                    <a:pt x="1" y="1"/>
                  </a:moveTo>
                  <a:cubicBezTo>
                    <a:pt x="215" y="1"/>
                    <a:pt x="429" y="48"/>
                    <a:pt x="596" y="144"/>
                  </a:cubicBezTo>
                  <a:cubicBezTo>
                    <a:pt x="786" y="239"/>
                    <a:pt x="929" y="358"/>
                    <a:pt x="1048" y="525"/>
                  </a:cubicBezTo>
                  <a:cubicBezTo>
                    <a:pt x="1191" y="739"/>
                    <a:pt x="1287" y="1001"/>
                    <a:pt x="1287" y="1239"/>
                  </a:cubicBezTo>
                  <a:cubicBezTo>
                    <a:pt x="1287" y="1477"/>
                    <a:pt x="1191" y="1739"/>
                    <a:pt x="1048" y="1953"/>
                  </a:cubicBezTo>
                  <a:cubicBezTo>
                    <a:pt x="810" y="2287"/>
                    <a:pt x="429" y="2501"/>
                    <a:pt x="1" y="2501"/>
                  </a:cubicBezTo>
                  <a:lnTo>
                    <a:pt x="524" y="2501"/>
                  </a:lnTo>
                  <a:cubicBezTo>
                    <a:pt x="929" y="2501"/>
                    <a:pt x="1310" y="2287"/>
                    <a:pt x="1549" y="1953"/>
                  </a:cubicBezTo>
                  <a:cubicBezTo>
                    <a:pt x="1715" y="1763"/>
                    <a:pt x="1787" y="1525"/>
                    <a:pt x="1787" y="1239"/>
                  </a:cubicBezTo>
                  <a:cubicBezTo>
                    <a:pt x="1787" y="977"/>
                    <a:pt x="1739" y="715"/>
                    <a:pt x="1549" y="525"/>
                  </a:cubicBezTo>
                  <a:cubicBezTo>
                    <a:pt x="1429" y="382"/>
                    <a:pt x="1287" y="239"/>
                    <a:pt x="1120" y="144"/>
                  </a:cubicBezTo>
                  <a:cubicBezTo>
                    <a:pt x="929" y="48"/>
                    <a:pt x="715" y="1"/>
                    <a:pt x="5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89"/>
            <p:cNvSpPr/>
            <p:nvPr/>
          </p:nvSpPr>
          <p:spPr>
            <a:xfrm>
              <a:off x="3334722" y="2464705"/>
              <a:ext cx="53279" cy="74567"/>
            </a:xfrm>
            <a:custGeom>
              <a:rect b="b" l="l" r="r" t="t"/>
              <a:pathLst>
                <a:path extrusionOk="0" h="2501" w="1787">
                  <a:moveTo>
                    <a:pt x="1" y="0"/>
                  </a:moveTo>
                  <a:cubicBezTo>
                    <a:pt x="215" y="0"/>
                    <a:pt x="429" y="48"/>
                    <a:pt x="596" y="143"/>
                  </a:cubicBezTo>
                  <a:cubicBezTo>
                    <a:pt x="786" y="238"/>
                    <a:pt x="929" y="357"/>
                    <a:pt x="1048" y="524"/>
                  </a:cubicBezTo>
                  <a:cubicBezTo>
                    <a:pt x="1191" y="738"/>
                    <a:pt x="1287" y="1000"/>
                    <a:pt x="1287" y="1239"/>
                  </a:cubicBezTo>
                  <a:cubicBezTo>
                    <a:pt x="1287" y="1477"/>
                    <a:pt x="1191" y="1739"/>
                    <a:pt x="1048" y="1953"/>
                  </a:cubicBezTo>
                  <a:cubicBezTo>
                    <a:pt x="810" y="2286"/>
                    <a:pt x="429" y="2501"/>
                    <a:pt x="1" y="2501"/>
                  </a:cubicBezTo>
                  <a:lnTo>
                    <a:pt x="524" y="2501"/>
                  </a:lnTo>
                  <a:cubicBezTo>
                    <a:pt x="929" y="2501"/>
                    <a:pt x="1310" y="2286"/>
                    <a:pt x="1549" y="1953"/>
                  </a:cubicBezTo>
                  <a:cubicBezTo>
                    <a:pt x="1715" y="1762"/>
                    <a:pt x="1787" y="1524"/>
                    <a:pt x="1787" y="1239"/>
                  </a:cubicBezTo>
                  <a:cubicBezTo>
                    <a:pt x="1787" y="1000"/>
                    <a:pt x="1739" y="738"/>
                    <a:pt x="1549" y="524"/>
                  </a:cubicBezTo>
                  <a:cubicBezTo>
                    <a:pt x="1429" y="381"/>
                    <a:pt x="1287" y="238"/>
                    <a:pt x="1120" y="143"/>
                  </a:cubicBezTo>
                  <a:cubicBezTo>
                    <a:pt x="929" y="48"/>
                    <a:pt x="715" y="0"/>
                    <a:pt x="524"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89"/>
            <p:cNvSpPr/>
            <p:nvPr/>
          </p:nvSpPr>
          <p:spPr>
            <a:xfrm>
              <a:off x="3052847" y="2453345"/>
              <a:ext cx="97286" cy="97286"/>
            </a:xfrm>
            <a:custGeom>
              <a:rect b="b" l="l" r="r" t="t"/>
              <a:pathLst>
                <a:path extrusionOk="0" h="3263" w="3263">
                  <a:moveTo>
                    <a:pt x="1643" y="0"/>
                  </a:moveTo>
                  <a:cubicBezTo>
                    <a:pt x="738" y="0"/>
                    <a:pt x="0" y="715"/>
                    <a:pt x="0" y="1620"/>
                  </a:cubicBezTo>
                  <a:cubicBezTo>
                    <a:pt x="0" y="2524"/>
                    <a:pt x="738" y="3263"/>
                    <a:pt x="1643" y="3263"/>
                  </a:cubicBezTo>
                  <a:cubicBezTo>
                    <a:pt x="2525" y="3263"/>
                    <a:pt x="3263" y="2524"/>
                    <a:pt x="3263" y="1620"/>
                  </a:cubicBezTo>
                  <a:cubicBezTo>
                    <a:pt x="3263" y="715"/>
                    <a:pt x="2525" y="0"/>
                    <a:pt x="1643" y="0"/>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89"/>
            <p:cNvSpPr/>
            <p:nvPr/>
          </p:nvSpPr>
          <p:spPr>
            <a:xfrm>
              <a:off x="3074851" y="2454746"/>
              <a:ext cx="74567" cy="95885"/>
            </a:xfrm>
            <a:custGeom>
              <a:rect b="b" l="l" r="r" t="t"/>
              <a:pathLst>
                <a:path extrusionOk="0" h="3216" w="2501">
                  <a:moveTo>
                    <a:pt x="1334" y="1"/>
                  </a:moveTo>
                  <a:lnTo>
                    <a:pt x="1334" y="1"/>
                  </a:lnTo>
                  <a:cubicBezTo>
                    <a:pt x="1787" y="310"/>
                    <a:pt x="2096" y="810"/>
                    <a:pt x="2096" y="1382"/>
                  </a:cubicBezTo>
                  <a:cubicBezTo>
                    <a:pt x="2096" y="2287"/>
                    <a:pt x="1334" y="3001"/>
                    <a:pt x="453" y="3001"/>
                  </a:cubicBezTo>
                  <a:cubicBezTo>
                    <a:pt x="310" y="3001"/>
                    <a:pt x="143" y="2978"/>
                    <a:pt x="0" y="2954"/>
                  </a:cubicBezTo>
                  <a:lnTo>
                    <a:pt x="0" y="2954"/>
                  </a:lnTo>
                  <a:cubicBezTo>
                    <a:pt x="239" y="3120"/>
                    <a:pt x="548" y="3216"/>
                    <a:pt x="858" y="3216"/>
                  </a:cubicBezTo>
                  <a:cubicBezTo>
                    <a:pt x="1787" y="3216"/>
                    <a:pt x="2501" y="2477"/>
                    <a:pt x="2501" y="1573"/>
                  </a:cubicBezTo>
                  <a:cubicBezTo>
                    <a:pt x="2501" y="834"/>
                    <a:pt x="2001" y="215"/>
                    <a:pt x="1334" y="1"/>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89"/>
            <p:cNvSpPr/>
            <p:nvPr/>
          </p:nvSpPr>
          <p:spPr>
            <a:xfrm>
              <a:off x="3052847" y="2576184"/>
              <a:ext cx="97286" cy="98002"/>
            </a:xfrm>
            <a:custGeom>
              <a:rect b="b" l="l" r="r" t="t"/>
              <a:pathLst>
                <a:path extrusionOk="0" h="3287" w="3263">
                  <a:moveTo>
                    <a:pt x="1643" y="0"/>
                  </a:moveTo>
                  <a:cubicBezTo>
                    <a:pt x="738" y="0"/>
                    <a:pt x="0" y="738"/>
                    <a:pt x="0" y="1643"/>
                  </a:cubicBezTo>
                  <a:cubicBezTo>
                    <a:pt x="0" y="2548"/>
                    <a:pt x="738" y="3286"/>
                    <a:pt x="1643" y="3286"/>
                  </a:cubicBezTo>
                  <a:cubicBezTo>
                    <a:pt x="2525" y="3286"/>
                    <a:pt x="3263" y="2548"/>
                    <a:pt x="3263" y="1643"/>
                  </a:cubicBezTo>
                  <a:cubicBezTo>
                    <a:pt x="3263" y="738"/>
                    <a:pt x="2525" y="0"/>
                    <a:pt x="1643" y="0"/>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89"/>
            <p:cNvSpPr/>
            <p:nvPr/>
          </p:nvSpPr>
          <p:spPr>
            <a:xfrm>
              <a:off x="3074851" y="2578301"/>
              <a:ext cx="74567" cy="95885"/>
            </a:xfrm>
            <a:custGeom>
              <a:rect b="b" l="l" r="r" t="t"/>
              <a:pathLst>
                <a:path extrusionOk="0" h="3216" w="2501">
                  <a:moveTo>
                    <a:pt x="1334" y="0"/>
                  </a:moveTo>
                  <a:lnTo>
                    <a:pt x="1334" y="0"/>
                  </a:lnTo>
                  <a:cubicBezTo>
                    <a:pt x="1787" y="286"/>
                    <a:pt x="2096" y="810"/>
                    <a:pt x="2096" y="1358"/>
                  </a:cubicBezTo>
                  <a:cubicBezTo>
                    <a:pt x="2096" y="2287"/>
                    <a:pt x="1334" y="3001"/>
                    <a:pt x="453" y="3001"/>
                  </a:cubicBezTo>
                  <a:cubicBezTo>
                    <a:pt x="310" y="3001"/>
                    <a:pt x="143" y="2977"/>
                    <a:pt x="0" y="2953"/>
                  </a:cubicBezTo>
                  <a:lnTo>
                    <a:pt x="0" y="2953"/>
                  </a:lnTo>
                  <a:cubicBezTo>
                    <a:pt x="239" y="3120"/>
                    <a:pt x="548" y="3215"/>
                    <a:pt x="858" y="3215"/>
                  </a:cubicBezTo>
                  <a:cubicBezTo>
                    <a:pt x="1787" y="3215"/>
                    <a:pt x="2501" y="2477"/>
                    <a:pt x="2501" y="1572"/>
                  </a:cubicBezTo>
                  <a:cubicBezTo>
                    <a:pt x="2501" y="834"/>
                    <a:pt x="2001" y="215"/>
                    <a:pt x="1334" y="0"/>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89"/>
            <p:cNvSpPr/>
            <p:nvPr/>
          </p:nvSpPr>
          <p:spPr>
            <a:xfrm>
              <a:off x="3052847" y="2699709"/>
              <a:ext cx="97286" cy="98032"/>
            </a:xfrm>
            <a:custGeom>
              <a:rect b="b" l="l" r="r" t="t"/>
              <a:pathLst>
                <a:path extrusionOk="0" h="3288" w="3263">
                  <a:moveTo>
                    <a:pt x="1643" y="1"/>
                  </a:moveTo>
                  <a:cubicBezTo>
                    <a:pt x="738" y="1"/>
                    <a:pt x="0" y="739"/>
                    <a:pt x="0" y="1644"/>
                  </a:cubicBezTo>
                  <a:cubicBezTo>
                    <a:pt x="0" y="2549"/>
                    <a:pt x="738" y="3287"/>
                    <a:pt x="1643" y="3287"/>
                  </a:cubicBezTo>
                  <a:cubicBezTo>
                    <a:pt x="2525" y="3287"/>
                    <a:pt x="3263" y="2549"/>
                    <a:pt x="3263" y="1644"/>
                  </a:cubicBezTo>
                  <a:cubicBezTo>
                    <a:pt x="3263" y="739"/>
                    <a:pt x="2525" y="1"/>
                    <a:pt x="1643" y="1"/>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89"/>
            <p:cNvSpPr/>
            <p:nvPr/>
          </p:nvSpPr>
          <p:spPr>
            <a:xfrm>
              <a:off x="3074851" y="2701856"/>
              <a:ext cx="74567" cy="95885"/>
            </a:xfrm>
            <a:custGeom>
              <a:rect b="b" l="l" r="r" t="t"/>
              <a:pathLst>
                <a:path extrusionOk="0" h="3216" w="2501">
                  <a:moveTo>
                    <a:pt x="1334" y="0"/>
                  </a:moveTo>
                  <a:lnTo>
                    <a:pt x="1334" y="0"/>
                  </a:lnTo>
                  <a:cubicBezTo>
                    <a:pt x="1787" y="286"/>
                    <a:pt x="2096" y="786"/>
                    <a:pt x="2096" y="1358"/>
                  </a:cubicBezTo>
                  <a:cubicBezTo>
                    <a:pt x="2096" y="2286"/>
                    <a:pt x="1334" y="3001"/>
                    <a:pt x="453" y="3001"/>
                  </a:cubicBezTo>
                  <a:cubicBezTo>
                    <a:pt x="310" y="3001"/>
                    <a:pt x="143" y="2977"/>
                    <a:pt x="0" y="2929"/>
                  </a:cubicBezTo>
                  <a:lnTo>
                    <a:pt x="0" y="2929"/>
                  </a:lnTo>
                  <a:cubicBezTo>
                    <a:pt x="239" y="3120"/>
                    <a:pt x="548" y="3215"/>
                    <a:pt x="858" y="3215"/>
                  </a:cubicBezTo>
                  <a:cubicBezTo>
                    <a:pt x="1787" y="3215"/>
                    <a:pt x="2501" y="2453"/>
                    <a:pt x="2501" y="1572"/>
                  </a:cubicBezTo>
                  <a:cubicBezTo>
                    <a:pt x="2501" y="834"/>
                    <a:pt x="2001" y="191"/>
                    <a:pt x="1334" y="0"/>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89"/>
            <p:cNvSpPr/>
            <p:nvPr/>
          </p:nvSpPr>
          <p:spPr>
            <a:xfrm>
              <a:off x="3184900" y="2485993"/>
              <a:ext cx="167590" cy="10674"/>
            </a:xfrm>
            <a:custGeom>
              <a:rect b="b" l="l" r="r" t="t"/>
              <a:pathLst>
                <a:path extrusionOk="0" h="358" w="5621">
                  <a:moveTo>
                    <a:pt x="191" y="1"/>
                  </a:moveTo>
                  <a:cubicBezTo>
                    <a:pt x="96" y="1"/>
                    <a:pt x="1" y="48"/>
                    <a:pt x="1" y="143"/>
                  </a:cubicBezTo>
                  <a:cubicBezTo>
                    <a:pt x="1" y="263"/>
                    <a:pt x="96" y="358"/>
                    <a:pt x="191" y="358"/>
                  </a:cubicBezTo>
                  <a:lnTo>
                    <a:pt x="5454" y="358"/>
                  </a:lnTo>
                  <a:cubicBezTo>
                    <a:pt x="5549" y="358"/>
                    <a:pt x="5621" y="286"/>
                    <a:pt x="5621" y="215"/>
                  </a:cubicBezTo>
                  <a:cubicBezTo>
                    <a:pt x="5621" y="96"/>
                    <a:pt x="5573" y="1"/>
                    <a:pt x="54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89"/>
            <p:cNvSpPr/>
            <p:nvPr/>
          </p:nvSpPr>
          <p:spPr>
            <a:xfrm>
              <a:off x="3184900" y="2507996"/>
              <a:ext cx="167590" cy="10704"/>
            </a:xfrm>
            <a:custGeom>
              <a:rect b="b" l="l" r="r" t="t"/>
              <a:pathLst>
                <a:path extrusionOk="0" h="359" w="5621">
                  <a:moveTo>
                    <a:pt x="191" y="1"/>
                  </a:moveTo>
                  <a:cubicBezTo>
                    <a:pt x="96" y="1"/>
                    <a:pt x="1" y="72"/>
                    <a:pt x="1" y="144"/>
                  </a:cubicBezTo>
                  <a:cubicBezTo>
                    <a:pt x="1" y="239"/>
                    <a:pt x="96" y="358"/>
                    <a:pt x="191" y="358"/>
                  </a:cubicBezTo>
                  <a:lnTo>
                    <a:pt x="5454" y="358"/>
                  </a:lnTo>
                  <a:cubicBezTo>
                    <a:pt x="5549" y="358"/>
                    <a:pt x="5621" y="287"/>
                    <a:pt x="5621" y="215"/>
                  </a:cubicBezTo>
                  <a:cubicBezTo>
                    <a:pt x="5621" y="96"/>
                    <a:pt x="5573" y="1"/>
                    <a:pt x="54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89"/>
            <p:cNvSpPr/>
            <p:nvPr/>
          </p:nvSpPr>
          <p:spPr>
            <a:xfrm>
              <a:off x="3045752" y="2448276"/>
              <a:ext cx="351489" cy="108050"/>
            </a:xfrm>
            <a:custGeom>
              <a:rect b="b" l="l" r="r" t="t"/>
              <a:pathLst>
                <a:path extrusionOk="0" h="3624" w="11789">
                  <a:moveTo>
                    <a:pt x="1881" y="361"/>
                  </a:moveTo>
                  <a:cubicBezTo>
                    <a:pt x="2667" y="361"/>
                    <a:pt x="3334" y="1027"/>
                    <a:pt x="3334" y="1837"/>
                  </a:cubicBezTo>
                  <a:cubicBezTo>
                    <a:pt x="3334" y="2623"/>
                    <a:pt x="2667" y="3290"/>
                    <a:pt x="1881" y="3290"/>
                  </a:cubicBezTo>
                  <a:cubicBezTo>
                    <a:pt x="1072" y="3290"/>
                    <a:pt x="405" y="2623"/>
                    <a:pt x="405" y="1837"/>
                  </a:cubicBezTo>
                  <a:cubicBezTo>
                    <a:pt x="405" y="1027"/>
                    <a:pt x="1072" y="361"/>
                    <a:pt x="1881" y="361"/>
                  </a:cubicBezTo>
                  <a:close/>
                  <a:moveTo>
                    <a:pt x="1884" y="1"/>
                  </a:moveTo>
                  <a:cubicBezTo>
                    <a:pt x="1851" y="1"/>
                    <a:pt x="1819" y="2"/>
                    <a:pt x="1786" y="3"/>
                  </a:cubicBezTo>
                  <a:cubicBezTo>
                    <a:pt x="857" y="27"/>
                    <a:pt x="119" y="789"/>
                    <a:pt x="48" y="1694"/>
                  </a:cubicBezTo>
                  <a:cubicBezTo>
                    <a:pt x="0" y="2742"/>
                    <a:pt x="834" y="3623"/>
                    <a:pt x="1834" y="3623"/>
                  </a:cubicBezTo>
                  <a:cubicBezTo>
                    <a:pt x="2262" y="3623"/>
                    <a:pt x="2620" y="3457"/>
                    <a:pt x="2905" y="3266"/>
                  </a:cubicBezTo>
                  <a:lnTo>
                    <a:pt x="8240" y="3266"/>
                  </a:lnTo>
                  <a:cubicBezTo>
                    <a:pt x="8335" y="3266"/>
                    <a:pt x="8430" y="3195"/>
                    <a:pt x="8430" y="3099"/>
                  </a:cubicBezTo>
                  <a:cubicBezTo>
                    <a:pt x="8430" y="2980"/>
                    <a:pt x="8359" y="2885"/>
                    <a:pt x="8240" y="2885"/>
                  </a:cubicBezTo>
                  <a:lnTo>
                    <a:pt x="3263" y="2885"/>
                  </a:lnTo>
                  <a:cubicBezTo>
                    <a:pt x="3501" y="2599"/>
                    <a:pt x="3620" y="2218"/>
                    <a:pt x="3620" y="1790"/>
                  </a:cubicBezTo>
                  <a:cubicBezTo>
                    <a:pt x="3620" y="1385"/>
                    <a:pt x="3477" y="1027"/>
                    <a:pt x="3263" y="694"/>
                  </a:cubicBezTo>
                  <a:lnTo>
                    <a:pt x="10216" y="694"/>
                  </a:lnTo>
                  <a:cubicBezTo>
                    <a:pt x="10574" y="694"/>
                    <a:pt x="10883" y="861"/>
                    <a:pt x="11098" y="1170"/>
                  </a:cubicBezTo>
                  <a:cubicBezTo>
                    <a:pt x="11360" y="1551"/>
                    <a:pt x="11360" y="2028"/>
                    <a:pt x="11098" y="2409"/>
                  </a:cubicBezTo>
                  <a:cubicBezTo>
                    <a:pt x="10883" y="2718"/>
                    <a:pt x="10574" y="2885"/>
                    <a:pt x="10216" y="2885"/>
                  </a:cubicBezTo>
                  <a:lnTo>
                    <a:pt x="9073" y="2885"/>
                  </a:lnTo>
                  <a:cubicBezTo>
                    <a:pt x="8978" y="2885"/>
                    <a:pt x="8907" y="2956"/>
                    <a:pt x="8907" y="3052"/>
                  </a:cubicBezTo>
                  <a:cubicBezTo>
                    <a:pt x="8907" y="3171"/>
                    <a:pt x="8954" y="3266"/>
                    <a:pt x="9073" y="3266"/>
                  </a:cubicBezTo>
                  <a:lnTo>
                    <a:pt x="10240" y="3266"/>
                  </a:lnTo>
                  <a:cubicBezTo>
                    <a:pt x="10717" y="3266"/>
                    <a:pt x="11121" y="3028"/>
                    <a:pt x="11431" y="2623"/>
                  </a:cubicBezTo>
                  <a:cubicBezTo>
                    <a:pt x="11788" y="2123"/>
                    <a:pt x="11788" y="1480"/>
                    <a:pt x="11431" y="1004"/>
                  </a:cubicBezTo>
                  <a:cubicBezTo>
                    <a:pt x="11169" y="599"/>
                    <a:pt x="10717" y="361"/>
                    <a:pt x="10240" y="361"/>
                  </a:cubicBezTo>
                  <a:lnTo>
                    <a:pt x="2953" y="361"/>
                  </a:lnTo>
                  <a:cubicBezTo>
                    <a:pt x="2644" y="140"/>
                    <a:pt x="2294" y="1"/>
                    <a:pt x="18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89"/>
            <p:cNvSpPr/>
            <p:nvPr/>
          </p:nvSpPr>
          <p:spPr>
            <a:xfrm>
              <a:off x="3079115" y="2475349"/>
              <a:ext cx="42635" cy="50626"/>
            </a:xfrm>
            <a:custGeom>
              <a:rect b="b" l="l" r="r" t="t"/>
              <a:pathLst>
                <a:path extrusionOk="0" h="1698" w="1430">
                  <a:moveTo>
                    <a:pt x="762" y="596"/>
                  </a:moveTo>
                  <a:lnTo>
                    <a:pt x="905" y="1001"/>
                  </a:lnTo>
                  <a:lnTo>
                    <a:pt x="572" y="1001"/>
                  </a:lnTo>
                  <a:lnTo>
                    <a:pt x="762" y="596"/>
                  </a:lnTo>
                  <a:close/>
                  <a:moveTo>
                    <a:pt x="715" y="0"/>
                  </a:moveTo>
                  <a:cubicBezTo>
                    <a:pt x="643" y="0"/>
                    <a:pt x="572" y="48"/>
                    <a:pt x="548" y="119"/>
                  </a:cubicBezTo>
                  <a:lnTo>
                    <a:pt x="48" y="1453"/>
                  </a:lnTo>
                  <a:cubicBezTo>
                    <a:pt x="0" y="1548"/>
                    <a:pt x="48" y="1667"/>
                    <a:pt x="119" y="1691"/>
                  </a:cubicBezTo>
                  <a:lnTo>
                    <a:pt x="191" y="1691"/>
                  </a:lnTo>
                  <a:cubicBezTo>
                    <a:pt x="238" y="1691"/>
                    <a:pt x="334" y="1667"/>
                    <a:pt x="334" y="1572"/>
                  </a:cubicBezTo>
                  <a:lnTo>
                    <a:pt x="429" y="1358"/>
                  </a:lnTo>
                  <a:lnTo>
                    <a:pt x="1001" y="1358"/>
                  </a:lnTo>
                  <a:lnTo>
                    <a:pt x="1072" y="1572"/>
                  </a:lnTo>
                  <a:cubicBezTo>
                    <a:pt x="1111" y="1651"/>
                    <a:pt x="1167" y="1697"/>
                    <a:pt x="1239" y="1697"/>
                  </a:cubicBezTo>
                  <a:cubicBezTo>
                    <a:pt x="1254" y="1697"/>
                    <a:pt x="1270" y="1695"/>
                    <a:pt x="1286" y="1691"/>
                  </a:cubicBezTo>
                  <a:cubicBezTo>
                    <a:pt x="1382" y="1667"/>
                    <a:pt x="1429" y="1572"/>
                    <a:pt x="1405" y="1453"/>
                  </a:cubicBezTo>
                  <a:lnTo>
                    <a:pt x="905" y="119"/>
                  </a:lnTo>
                  <a:cubicBezTo>
                    <a:pt x="881" y="24"/>
                    <a:pt x="78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89"/>
            <p:cNvSpPr/>
            <p:nvPr/>
          </p:nvSpPr>
          <p:spPr>
            <a:xfrm>
              <a:off x="3185615" y="2608116"/>
              <a:ext cx="168306" cy="10674"/>
            </a:xfrm>
            <a:custGeom>
              <a:rect b="b" l="l" r="r" t="t"/>
              <a:pathLst>
                <a:path extrusionOk="0" h="358" w="5645">
                  <a:moveTo>
                    <a:pt x="191" y="1"/>
                  </a:moveTo>
                  <a:cubicBezTo>
                    <a:pt x="96" y="1"/>
                    <a:pt x="1" y="72"/>
                    <a:pt x="1" y="167"/>
                  </a:cubicBezTo>
                  <a:cubicBezTo>
                    <a:pt x="1" y="286"/>
                    <a:pt x="72" y="358"/>
                    <a:pt x="191" y="358"/>
                  </a:cubicBezTo>
                  <a:lnTo>
                    <a:pt x="5454" y="358"/>
                  </a:lnTo>
                  <a:cubicBezTo>
                    <a:pt x="5549" y="358"/>
                    <a:pt x="5621" y="310"/>
                    <a:pt x="5621" y="215"/>
                  </a:cubicBezTo>
                  <a:cubicBezTo>
                    <a:pt x="5645" y="96"/>
                    <a:pt x="5549" y="1"/>
                    <a:pt x="54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89"/>
            <p:cNvSpPr/>
            <p:nvPr/>
          </p:nvSpPr>
          <p:spPr>
            <a:xfrm>
              <a:off x="3185615" y="2631551"/>
              <a:ext cx="168306" cy="10674"/>
            </a:xfrm>
            <a:custGeom>
              <a:rect b="b" l="l" r="r" t="t"/>
              <a:pathLst>
                <a:path extrusionOk="0" h="358" w="5645">
                  <a:moveTo>
                    <a:pt x="191" y="1"/>
                  </a:moveTo>
                  <a:cubicBezTo>
                    <a:pt x="96" y="1"/>
                    <a:pt x="1" y="48"/>
                    <a:pt x="1" y="143"/>
                  </a:cubicBezTo>
                  <a:cubicBezTo>
                    <a:pt x="1" y="262"/>
                    <a:pt x="72" y="358"/>
                    <a:pt x="191" y="358"/>
                  </a:cubicBezTo>
                  <a:lnTo>
                    <a:pt x="5454" y="358"/>
                  </a:lnTo>
                  <a:cubicBezTo>
                    <a:pt x="5549" y="358"/>
                    <a:pt x="5621" y="286"/>
                    <a:pt x="5621" y="215"/>
                  </a:cubicBezTo>
                  <a:cubicBezTo>
                    <a:pt x="5645" y="96"/>
                    <a:pt x="5549" y="1"/>
                    <a:pt x="54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89"/>
            <p:cNvSpPr/>
            <p:nvPr/>
          </p:nvSpPr>
          <p:spPr>
            <a:xfrm>
              <a:off x="3045752" y="2571831"/>
              <a:ext cx="350773" cy="107334"/>
            </a:xfrm>
            <a:custGeom>
              <a:rect b="b" l="l" r="r" t="t"/>
              <a:pathLst>
                <a:path extrusionOk="0" h="3600" w="11765">
                  <a:moveTo>
                    <a:pt x="10240" y="694"/>
                  </a:moveTo>
                  <a:cubicBezTo>
                    <a:pt x="10598" y="694"/>
                    <a:pt x="10931" y="860"/>
                    <a:pt x="11121" y="1170"/>
                  </a:cubicBezTo>
                  <a:cubicBezTo>
                    <a:pt x="11360" y="1551"/>
                    <a:pt x="11360" y="2051"/>
                    <a:pt x="11121" y="2408"/>
                  </a:cubicBezTo>
                  <a:cubicBezTo>
                    <a:pt x="10931" y="2718"/>
                    <a:pt x="10598" y="2885"/>
                    <a:pt x="10240" y="2885"/>
                  </a:cubicBezTo>
                  <a:lnTo>
                    <a:pt x="3310" y="2885"/>
                  </a:lnTo>
                  <a:cubicBezTo>
                    <a:pt x="3548" y="2599"/>
                    <a:pt x="3668" y="2218"/>
                    <a:pt x="3668" y="1789"/>
                  </a:cubicBezTo>
                  <a:cubicBezTo>
                    <a:pt x="3668" y="1384"/>
                    <a:pt x="3501" y="1027"/>
                    <a:pt x="3310" y="694"/>
                  </a:cubicBezTo>
                  <a:close/>
                  <a:moveTo>
                    <a:pt x="1881" y="337"/>
                  </a:moveTo>
                  <a:cubicBezTo>
                    <a:pt x="2667" y="337"/>
                    <a:pt x="3334" y="980"/>
                    <a:pt x="3334" y="1789"/>
                  </a:cubicBezTo>
                  <a:cubicBezTo>
                    <a:pt x="3286" y="2599"/>
                    <a:pt x="2643" y="3242"/>
                    <a:pt x="1881" y="3242"/>
                  </a:cubicBezTo>
                  <a:cubicBezTo>
                    <a:pt x="1072" y="3242"/>
                    <a:pt x="405" y="2599"/>
                    <a:pt x="405" y="1789"/>
                  </a:cubicBezTo>
                  <a:cubicBezTo>
                    <a:pt x="405" y="980"/>
                    <a:pt x="1072" y="337"/>
                    <a:pt x="1881" y="337"/>
                  </a:cubicBezTo>
                  <a:close/>
                  <a:moveTo>
                    <a:pt x="1884" y="1"/>
                  </a:moveTo>
                  <a:cubicBezTo>
                    <a:pt x="1851" y="1"/>
                    <a:pt x="1819" y="1"/>
                    <a:pt x="1786" y="3"/>
                  </a:cubicBezTo>
                  <a:cubicBezTo>
                    <a:pt x="857" y="27"/>
                    <a:pt x="119" y="789"/>
                    <a:pt x="48" y="1694"/>
                  </a:cubicBezTo>
                  <a:cubicBezTo>
                    <a:pt x="0" y="2742"/>
                    <a:pt x="834" y="3599"/>
                    <a:pt x="1834" y="3599"/>
                  </a:cubicBezTo>
                  <a:cubicBezTo>
                    <a:pt x="2262" y="3599"/>
                    <a:pt x="2620" y="3456"/>
                    <a:pt x="2905" y="3242"/>
                  </a:cubicBezTo>
                  <a:lnTo>
                    <a:pt x="10216" y="3242"/>
                  </a:lnTo>
                  <a:cubicBezTo>
                    <a:pt x="10669" y="3242"/>
                    <a:pt x="11098" y="3004"/>
                    <a:pt x="11407" y="2623"/>
                  </a:cubicBezTo>
                  <a:cubicBezTo>
                    <a:pt x="11764" y="2123"/>
                    <a:pt x="11764" y="1456"/>
                    <a:pt x="11407" y="980"/>
                  </a:cubicBezTo>
                  <a:cubicBezTo>
                    <a:pt x="11121" y="598"/>
                    <a:pt x="10693" y="360"/>
                    <a:pt x="10240" y="360"/>
                  </a:cubicBezTo>
                  <a:lnTo>
                    <a:pt x="2953" y="360"/>
                  </a:lnTo>
                  <a:cubicBezTo>
                    <a:pt x="2644" y="139"/>
                    <a:pt x="2294" y="1"/>
                    <a:pt x="18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89"/>
            <p:cNvSpPr/>
            <p:nvPr/>
          </p:nvSpPr>
          <p:spPr>
            <a:xfrm>
              <a:off x="3084094" y="2600305"/>
              <a:ext cx="35510" cy="51878"/>
            </a:xfrm>
            <a:custGeom>
              <a:rect b="b" l="l" r="r" t="t"/>
              <a:pathLst>
                <a:path extrusionOk="0" h="1740" w="1191">
                  <a:moveTo>
                    <a:pt x="524" y="334"/>
                  </a:moveTo>
                  <a:cubicBezTo>
                    <a:pt x="595" y="334"/>
                    <a:pt x="643" y="358"/>
                    <a:pt x="667" y="453"/>
                  </a:cubicBezTo>
                  <a:cubicBezTo>
                    <a:pt x="714" y="548"/>
                    <a:pt x="619" y="620"/>
                    <a:pt x="524" y="620"/>
                  </a:cubicBezTo>
                  <a:lnTo>
                    <a:pt x="286" y="620"/>
                  </a:lnTo>
                  <a:lnTo>
                    <a:pt x="286" y="334"/>
                  </a:lnTo>
                  <a:close/>
                  <a:moveTo>
                    <a:pt x="619" y="953"/>
                  </a:moveTo>
                  <a:cubicBezTo>
                    <a:pt x="714" y="953"/>
                    <a:pt x="786" y="1025"/>
                    <a:pt x="834" y="1096"/>
                  </a:cubicBezTo>
                  <a:cubicBezTo>
                    <a:pt x="810" y="1263"/>
                    <a:pt x="738" y="1334"/>
                    <a:pt x="619" y="1334"/>
                  </a:cubicBezTo>
                  <a:lnTo>
                    <a:pt x="310" y="1334"/>
                  </a:lnTo>
                  <a:lnTo>
                    <a:pt x="310" y="953"/>
                  </a:lnTo>
                  <a:close/>
                  <a:moveTo>
                    <a:pt x="167" y="1"/>
                  </a:moveTo>
                  <a:cubicBezTo>
                    <a:pt x="71" y="1"/>
                    <a:pt x="0" y="96"/>
                    <a:pt x="0" y="191"/>
                  </a:cubicBezTo>
                  <a:lnTo>
                    <a:pt x="0" y="1549"/>
                  </a:lnTo>
                  <a:lnTo>
                    <a:pt x="0" y="1620"/>
                  </a:lnTo>
                  <a:cubicBezTo>
                    <a:pt x="24" y="1692"/>
                    <a:pt x="71" y="1739"/>
                    <a:pt x="167" y="1739"/>
                  </a:cubicBezTo>
                  <a:lnTo>
                    <a:pt x="643" y="1739"/>
                  </a:lnTo>
                  <a:cubicBezTo>
                    <a:pt x="953" y="1739"/>
                    <a:pt x="1191" y="1501"/>
                    <a:pt x="1191" y="1191"/>
                  </a:cubicBezTo>
                  <a:cubicBezTo>
                    <a:pt x="1143" y="977"/>
                    <a:pt x="1096" y="834"/>
                    <a:pt x="976" y="739"/>
                  </a:cubicBezTo>
                  <a:cubicBezTo>
                    <a:pt x="1024" y="668"/>
                    <a:pt x="1048" y="548"/>
                    <a:pt x="1024" y="382"/>
                  </a:cubicBezTo>
                  <a:cubicBezTo>
                    <a:pt x="1000" y="144"/>
                    <a:pt x="786" y="1"/>
                    <a:pt x="5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89"/>
            <p:cNvSpPr/>
            <p:nvPr/>
          </p:nvSpPr>
          <p:spPr>
            <a:xfrm>
              <a:off x="3185615" y="2732387"/>
              <a:ext cx="168306" cy="10674"/>
            </a:xfrm>
            <a:custGeom>
              <a:rect b="b" l="l" r="r" t="t"/>
              <a:pathLst>
                <a:path extrusionOk="0" h="358" w="5645">
                  <a:moveTo>
                    <a:pt x="191" y="0"/>
                  </a:moveTo>
                  <a:cubicBezTo>
                    <a:pt x="96" y="0"/>
                    <a:pt x="1" y="72"/>
                    <a:pt x="1" y="167"/>
                  </a:cubicBezTo>
                  <a:cubicBezTo>
                    <a:pt x="1" y="286"/>
                    <a:pt x="72" y="357"/>
                    <a:pt x="191" y="357"/>
                  </a:cubicBezTo>
                  <a:lnTo>
                    <a:pt x="5454" y="357"/>
                  </a:lnTo>
                  <a:cubicBezTo>
                    <a:pt x="5549" y="357"/>
                    <a:pt x="5621" y="310"/>
                    <a:pt x="5621" y="215"/>
                  </a:cubicBezTo>
                  <a:cubicBezTo>
                    <a:pt x="5645" y="95"/>
                    <a:pt x="5549" y="0"/>
                    <a:pt x="5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89"/>
            <p:cNvSpPr/>
            <p:nvPr/>
          </p:nvSpPr>
          <p:spPr>
            <a:xfrm>
              <a:off x="3185615" y="2755106"/>
              <a:ext cx="168306" cy="10674"/>
            </a:xfrm>
            <a:custGeom>
              <a:rect b="b" l="l" r="r" t="t"/>
              <a:pathLst>
                <a:path extrusionOk="0" h="358" w="5645">
                  <a:moveTo>
                    <a:pt x="191" y="0"/>
                  </a:moveTo>
                  <a:cubicBezTo>
                    <a:pt x="96" y="0"/>
                    <a:pt x="1" y="48"/>
                    <a:pt x="1" y="143"/>
                  </a:cubicBezTo>
                  <a:cubicBezTo>
                    <a:pt x="1" y="262"/>
                    <a:pt x="72" y="357"/>
                    <a:pt x="191" y="357"/>
                  </a:cubicBezTo>
                  <a:lnTo>
                    <a:pt x="5454" y="357"/>
                  </a:lnTo>
                  <a:cubicBezTo>
                    <a:pt x="5549" y="357"/>
                    <a:pt x="5621" y="286"/>
                    <a:pt x="5621" y="191"/>
                  </a:cubicBezTo>
                  <a:cubicBezTo>
                    <a:pt x="5645" y="72"/>
                    <a:pt x="5549" y="0"/>
                    <a:pt x="5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89"/>
            <p:cNvSpPr/>
            <p:nvPr/>
          </p:nvSpPr>
          <p:spPr>
            <a:xfrm>
              <a:off x="3046437" y="2694044"/>
              <a:ext cx="351519" cy="107155"/>
            </a:xfrm>
            <a:custGeom>
              <a:rect b="b" l="l" r="r" t="t"/>
              <a:pathLst>
                <a:path extrusionOk="0" h="3594" w="11790">
                  <a:moveTo>
                    <a:pt x="10217" y="715"/>
                  </a:moveTo>
                  <a:cubicBezTo>
                    <a:pt x="10575" y="715"/>
                    <a:pt x="10908" y="905"/>
                    <a:pt x="11098" y="1191"/>
                  </a:cubicBezTo>
                  <a:cubicBezTo>
                    <a:pt x="11337" y="1572"/>
                    <a:pt x="11337" y="2072"/>
                    <a:pt x="11098" y="2453"/>
                  </a:cubicBezTo>
                  <a:cubicBezTo>
                    <a:pt x="10908" y="2763"/>
                    <a:pt x="10575" y="2929"/>
                    <a:pt x="10217" y="2929"/>
                  </a:cubicBezTo>
                  <a:lnTo>
                    <a:pt x="3287" y="2929"/>
                  </a:lnTo>
                  <a:cubicBezTo>
                    <a:pt x="3525" y="2644"/>
                    <a:pt x="3645" y="2239"/>
                    <a:pt x="3645" y="1834"/>
                  </a:cubicBezTo>
                  <a:cubicBezTo>
                    <a:pt x="3645" y="1405"/>
                    <a:pt x="3478" y="1048"/>
                    <a:pt x="3287" y="715"/>
                  </a:cubicBezTo>
                  <a:close/>
                  <a:moveTo>
                    <a:pt x="1858" y="0"/>
                  </a:moveTo>
                  <a:cubicBezTo>
                    <a:pt x="1573" y="0"/>
                    <a:pt x="1334" y="72"/>
                    <a:pt x="1096" y="191"/>
                  </a:cubicBezTo>
                  <a:cubicBezTo>
                    <a:pt x="1025" y="215"/>
                    <a:pt x="977" y="310"/>
                    <a:pt x="1025" y="405"/>
                  </a:cubicBezTo>
                  <a:cubicBezTo>
                    <a:pt x="1043" y="493"/>
                    <a:pt x="1113" y="542"/>
                    <a:pt x="1187" y="542"/>
                  </a:cubicBezTo>
                  <a:cubicBezTo>
                    <a:pt x="1212" y="542"/>
                    <a:pt x="1238" y="536"/>
                    <a:pt x="1263" y="524"/>
                  </a:cubicBezTo>
                  <a:cubicBezTo>
                    <a:pt x="1430" y="429"/>
                    <a:pt x="1644" y="381"/>
                    <a:pt x="1882" y="381"/>
                  </a:cubicBezTo>
                  <a:cubicBezTo>
                    <a:pt x="2716" y="381"/>
                    <a:pt x="3359" y="1048"/>
                    <a:pt x="3335" y="1882"/>
                  </a:cubicBezTo>
                  <a:cubicBezTo>
                    <a:pt x="3311" y="2644"/>
                    <a:pt x="2716" y="3239"/>
                    <a:pt x="1977" y="3263"/>
                  </a:cubicBezTo>
                  <a:cubicBezTo>
                    <a:pt x="1963" y="3263"/>
                    <a:pt x="1948" y="3263"/>
                    <a:pt x="1933" y="3263"/>
                  </a:cubicBezTo>
                  <a:cubicBezTo>
                    <a:pt x="1119" y="3263"/>
                    <a:pt x="453" y="2629"/>
                    <a:pt x="453" y="1810"/>
                  </a:cubicBezTo>
                  <a:cubicBezTo>
                    <a:pt x="453" y="1501"/>
                    <a:pt x="549" y="1215"/>
                    <a:pt x="715" y="977"/>
                  </a:cubicBezTo>
                  <a:cubicBezTo>
                    <a:pt x="787" y="905"/>
                    <a:pt x="787" y="786"/>
                    <a:pt x="692" y="738"/>
                  </a:cubicBezTo>
                  <a:cubicBezTo>
                    <a:pt x="647" y="705"/>
                    <a:pt x="598" y="688"/>
                    <a:pt x="553" y="688"/>
                  </a:cubicBezTo>
                  <a:cubicBezTo>
                    <a:pt x="501" y="688"/>
                    <a:pt x="455" y="711"/>
                    <a:pt x="430" y="762"/>
                  </a:cubicBezTo>
                  <a:cubicBezTo>
                    <a:pt x="120" y="1167"/>
                    <a:pt x="1" y="1691"/>
                    <a:pt x="120" y="2191"/>
                  </a:cubicBezTo>
                  <a:cubicBezTo>
                    <a:pt x="263" y="2882"/>
                    <a:pt x="811" y="3406"/>
                    <a:pt x="1454" y="3549"/>
                  </a:cubicBezTo>
                  <a:cubicBezTo>
                    <a:pt x="1600" y="3579"/>
                    <a:pt x="1745" y="3594"/>
                    <a:pt x="1886" y="3594"/>
                  </a:cubicBezTo>
                  <a:cubicBezTo>
                    <a:pt x="2295" y="3594"/>
                    <a:pt x="2671" y="3469"/>
                    <a:pt x="2954" y="3239"/>
                  </a:cubicBezTo>
                  <a:lnTo>
                    <a:pt x="10241" y="3239"/>
                  </a:lnTo>
                  <a:cubicBezTo>
                    <a:pt x="10717" y="3239"/>
                    <a:pt x="11146" y="3001"/>
                    <a:pt x="11432" y="2596"/>
                  </a:cubicBezTo>
                  <a:cubicBezTo>
                    <a:pt x="11789" y="2096"/>
                    <a:pt x="11789" y="1453"/>
                    <a:pt x="11432" y="977"/>
                  </a:cubicBezTo>
                  <a:cubicBezTo>
                    <a:pt x="11098" y="619"/>
                    <a:pt x="10670" y="381"/>
                    <a:pt x="10217" y="381"/>
                  </a:cubicBezTo>
                  <a:lnTo>
                    <a:pt x="2930" y="381"/>
                  </a:lnTo>
                  <a:cubicBezTo>
                    <a:pt x="2620" y="143"/>
                    <a:pt x="2239" y="0"/>
                    <a:pt x="18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89"/>
            <p:cNvSpPr/>
            <p:nvPr/>
          </p:nvSpPr>
          <p:spPr>
            <a:xfrm>
              <a:off x="3078399" y="2723144"/>
              <a:ext cx="43351" cy="51163"/>
            </a:xfrm>
            <a:custGeom>
              <a:rect b="b" l="l" r="r" t="t"/>
              <a:pathLst>
                <a:path extrusionOk="0" h="1716" w="1454">
                  <a:moveTo>
                    <a:pt x="858" y="1"/>
                  </a:moveTo>
                  <a:cubicBezTo>
                    <a:pt x="382" y="1"/>
                    <a:pt x="1" y="382"/>
                    <a:pt x="1" y="858"/>
                  </a:cubicBezTo>
                  <a:cubicBezTo>
                    <a:pt x="1" y="1334"/>
                    <a:pt x="382" y="1715"/>
                    <a:pt x="858" y="1715"/>
                  </a:cubicBezTo>
                  <a:cubicBezTo>
                    <a:pt x="1048" y="1715"/>
                    <a:pt x="1215" y="1644"/>
                    <a:pt x="1334" y="1525"/>
                  </a:cubicBezTo>
                  <a:cubicBezTo>
                    <a:pt x="1382" y="1501"/>
                    <a:pt x="1406" y="1477"/>
                    <a:pt x="1406" y="1453"/>
                  </a:cubicBezTo>
                  <a:cubicBezTo>
                    <a:pt x="1453" y="1382"/>
                    <a:pt x="1453" y="1263"/>
                    <a:pt x="1382" y="1215"/>
                  </a:cubicBezTo>
                  <a:cubicBezTo>
                    <a:pt x="1349" y="1182"/>
                    <a:pt x="1305" y="1164"/>
                    <a:pt x="1263" y="1164"/>
                  </a:cubicBezTo>
                  <a:cubicBezTo>
                    <a:pt x="1215" y="1164"/>
                    <a:pt x="1169" y="1188"/>
                    <a:pt x="1144" y="1239"/>
                  </a:cubicBezTo>
                  <a:lnTo>
                    <a:pt x="1096" y="1263"/>
                  </a:lnTo>
                  <a:cubicBezTo>
                    <a:pt x="1048" y="1334"/>
                    <a:pt x="953" y="1358"/>
                    <a:pt x="834" y="1358"/>
                  </a:cubicBezTo>
                  <a:cubicBezTo>
                    <a:pt x="572" y="1358"/>
                    <a:pt x="334" y="1120"/>
                    <a:pt x="334" y="858"/>
                  </a:cubicBezTo>
                  <a:cubicBezTo>
                    <a:pt x="334" y="572"/>
                    <a:pt x="596" y="358"/>
                    <a:pt x="905" y="358"/>
                  </a:cubicBezTo>
                  <a:cubicBezTo>
                    <a:pt x="977" y="358"/>
                    <a:pt x="1096" y="382"/>
                    <a:pt x="1167" y="429"/>
                  </a:cubicBezTo>
                  <a:cubicBezTo>
                    <a:pt x="1205" y="457"/>
                    <a:pt x="1239" y="471"/>
                    <a:pt x="1271" y="471"/>
                  </a:cubicBezTo>
                  <a:cubicBezTo>
                    <a:pt x="1319" y="471"/>
                    <a:pt x="1362" y="439"/>
                    <a:pt x="1406" y="382"/>
                  </a:cubicBezTo>
                  <a:cubicBezTo>
                    <a:pt x="1453" y="286"/>
                    <a:pt x="1429" y="191"/>
                    <a:pt x="1334" y="143"/>
                  </a:cubicBezTo>
                  <a:cubicBezTo>
                    <a:pt x="1191" y="48"/>
                    <a:pt x="1048" y="1"/>
                    <a:pt x="8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4" name="Google Shape;19574;p89"/>
          <p:cNvGrpSpPr/>
          <p:nvPr/>
        </p:nvGrpSpPr>
        <p:grpSpPr>
          <a:xfrm>
            <a:off x="1788131" y="2447650"/>
            <a:ext cx="365681" cy="352920"/>
            <a:chOff x="2359619" y="2447650"/>
            <a:chExt cx="365681" cy="352920"/>
          </a:xfrm>
        </p:grpSpPr>
        <p:sp>
          <p:nvSpPr>
            <p:cNvPr id="19575" name="Google Shape;19575;p89"/>
            <p:cNvSpPr/>
            <p:nvPr/>
          </p:nvSpPr>
          <p:spPr>
            <a:xfrm>
              <a:off x="2431325" y="2521503"/>
              <a:ext cx="230798" cy="230768"/>
            </a:xfrm>
            <a:custGeom>
              <a:rect b="b" l="l" r="r" t="t"/>
              <a:pathLst>
                <a:path extrusionOk="0" h="7740" w="7741">
                  <a:moveTo>
                    <a:pt x="3882" y="0"/>
                  </a:moveTo>
                  <a:cubicBezTo>
                    <a:pt x="1739" y="0"/>
                    <a:pt x="1" y="1739"/>
                    <a:pt x="1" y="3858"/>
                  </a:cubicBezTo>
                  <a:cubicBezTo>
                    <a:pt x="1" y="6002"/>
                    <a:pt x="1739" y="7740"/>
                    <a:pt x="3882" y="7740"/>
                  </a:cubicBezTo>
                  <a:cubicBezTo>
                    <a:pt x="6002" y="7740"/>
                    <a:pt x="7740" y="6002"/>
                    <a:pt x="7740" y="3858"/>
                  </a:cubicBezTo>
                  <a:cubicBezTo>
                    <a:pt x="7740" y="1739"/>
                    <a:pt x="6002" y="0"/>
                    <a:pt x="3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89"/>
            <p:cNvSpPr/>
            <p:nvPr/>
          </p:nvSpPr>
          <p:spPr>
            <a:xfrm>
              <a:off x="2470383" y="2542075"/>
              <a:ext cx="203815" cy="210345"/>
            </a:xfrm>
            <a:custGeom>
              <a:rect b="b" l="l" r="r" t="t"/>
              <a:pathLst>
                <a:path extrusionOk="0" h="7055" w="6836">
                  <a:moveTo>
                    <a:pt x="4763" y="1"/>
                  </a:moveTo>
                  <a:lnTo>
                    <a:pt x="4763" y="1"/>
                  </a:lnTo>
                  <a:cubicBezTo>
                    <a:pt x="4813" y="32"/>
                    <a:pt x="4861" y="65"/>
                    <a:pt x="4909" y="99"/>
                  </a:cubicBezTo>
                  <a:lnTo>
                    <a:pt x="4909" y="99"/>
                  </a:lnTo>
                  <a:cubicBezTo>
                    <a:pt x="4860" y="52"/>
                    <a:pt x="4819" y="19"/>
                    <a:pt x="4763" y="1"/>
                  </a:cubicBezTo>
                  <a:close/>
                  <a:moveTo>
                    <a:pt x="4909" y="99"/>
                  </a:moveTo>
                  <a:cubicBezTo>
                    <a:pt x="4923" y="113"/>
                    <a:pt x="4938" y="128"/>
                    <a:pt x="4954" y="144"/>
                  </a:cubicBezTo>
                  <a:cubicBezTo>
                    <a:pt x="6454" y="1668"/>
                    <a:pt x="6454" y="4097"/>
                    <a:pt x="4954" y="5621"/>
                  </a:cubicBezTo>
                  <a:cubicBezTo>
                    <a:pt x="4176" y="6372"/>
                    <a:pt x="3187" y="6746"/>
                    <a:pt x="2199" y="6746"/>
                  </a:cubicBezTo>
                  <a:cubicBezTo>
                    <a:pt x="1432" y="6746"/>
                    <a:pt x="666" y="6521"/>
                    <a:pt x="0" y="6074"/>
                  </a:cubicBezTo>
                  <a:lnTo>
                    <a:pt x="0" y="6074"/>
                  </a:lnTo>
                  <a:cubicBezTo>
                    <a:pt x="734" y="6727"/>
                    <a:pt x="1649" y="7054"/>
                    <a:pt x="2566" y="7054"/>
                  </a:cubicBezTo>
                  <a:cubicBezTo>
                    <a:pt x="3554" y="7054"/>
                    <a:pt x="4545" y="6673"/>
                    <a:pt x="5311" y="5907"/>
                  </a:cubicBezTo>
                  <a:cubicBezTo>
                    <a:pt x="6835" y="4407"/>
                    <a:pt x="6835" y="1954"/>
                    <a:pt x="5311" y="430"/>
                  </a:cubicBezTo>
                  <a:cubicBezTo>
                    <a:pt x="5170" y="306"/>
                    <a:pt x="5043" y="196"/>
                    <a:pt x="4909" y="99"/>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89"/>
            <p:cNvSpPr/>
            <p:nvPr/>
          </p:nvSpPr>
          <p:spPr>
            <a:xfrm>
              <a:off x="2370263" y="2476064"/>
              <a:ext cx="353636" cy="321495"/>
            </a:xfrm>
            <a:custGeom>
              <a:rect b="b" l="l" r="r" t="t"/>
              <a:pathLst>
                <a:path extrusionOk="0" h="10783" w="11861">
                  <a:moveTo>
                    <a:pt x="5922" y="1518"/>
                  </a:moveTo>
                  <a:cubicBezTo>
                    <a:pt x="6913" y="1518"/>
                    <a:pt x="7907" y="1893"/>
                    <a:pt x="8669" y="2644"/>
                  </a:cubicBezTo>
                  <a:cubicBezTo>
                    <a:pt x="10193" y="4168"/>
                    <a:pt x="10193" y="6621"/>
                    <a:pt x="8669" y="8121"/>
                  </a:cubicBezTo>
                  <a:cubicBezTo>
                    <a:pt x="7907" y="8883"/>
                    <a:pt x="6919" y="9264"/>
                    <a:pt x="5930" y="9264"/>
                  </a:cubicBezTo>
                  <a:cubicBezTo>
                    <a:pt x="4942" y="9264"/>
                    <a:pt x="3954" y="8883"/>
                    <a:pt x="3192" y="8121"/>
                  </a:cubicBezTo>
                  <a:cubicBezTo>
                    <a:pt x="1668" y="6621"/>
                    <a:pt x="1668" y="4168"/>
                    <a:pt x="3192" y="2644"/>
                  </a:cubicBezTo>
                  <a:cubicBezTo>
                    <a:pt x="3942" y="1893"/>
                    <a:pt x="4930" y="1518"/>
                    <a:pt x="5922" y="1518"/>
                  </a:cubicBezTo>
                  <a:close/>
                  <a:moveTo>
                    <a:pt x="5930" y="0"/>
                  </a:moveTo>
                  <a:cubicBezTo>
                    <a:pt x="4555" y="0"/>
                    <a:pt x="3180" y="524"/>
                    <a:pt x="2120" y="1572"/>
                  </a:cubicBezTo>
                  <a:cubicBezTo>
                    <a:pt x="1" y="3691"/>
                    <a:pt x="1" y="7097"/>
                    <a:pt x="2120" y="9193"/>
                  </a:cubicBezTo>
                  <a:cubicBezTo>
                    <a:pt x="3180" y="10252"/>
                    <a:pt x="4555" y="10782"/>
                    <a:pt x="5930" y="10782"/>
                  </a:cubicBezTo>
                  <a:cubicBezTo>
                    <a:pt x="7306" y="10782"/>
                    <a:pt x="8681" y="10252"/>
                    <a:pt x="9741" y="9193"/>
                  </a:cubicBezTo>
                  <a:cubicBezTo>
                    <a:pt x="11860" y="7097"/>
                    <a:pt x="11860" y="3691"/>
                    <a:pt x="9741" y="1572"/>
                  </a:cubicBezTo>
                  <a:cubicBezTo>
                    <a:pt x="8681" y="524"/>
                    <a:pt x="7306" y="0"/>
                    <a:pt x="593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89"/>
            <p:cNvSpPr/>
            <p:nvPr/>
          </p:nvSpPr>
          <p:spPr>
            <a:xfrm>
              <a:off x="2509441" y="2478181"/>
              <a:ext cx="214459" cy="319110"/>
            </a:xfrm>
            <a:custGeom>
              <a:rect b="b" l="l" r="r" t="t"/>
              <a:pathLst>
                <a:path extrusionOk="0" h="10703" w="7193">
                  <a:moveTo>
                    <a:pt x="2001" y="1"/>
                  </a:moveTo>
                  <a:cubicBezTo>
                    <a:pt x="2953" y="191"/>
                    <a:pt x="3811" y="667"/>
                    <a:pt x="4573" y="1406"/>
                  </a:cubicBezTo>
                  <a:cubicBezTo>
                    <a:pt x="6668" y="3525"/>
                    <a:pt x="6668" y="6931"/>
                    <a:pt x="4573" y="9026"/>
                  </a:cubicBezTo>
                  <a:cubicBezTo>
                    <a:pt x="3514" y="10085"/>
                    <a:pt x="2153" y="10608"/>
                    <a:pt x="785" y="10608"/>
                  </a:cubicBezTo>
                  <a:cubicBezTo>
                    <a:pt x="523" y="10608"/>
                    <a:pt x="261" y="10589"/>
                    <a:pt x="0" y="10550"/>
                  </a:cubicBezTo>
                  <a:lnTo>
                    <a:pt x="0" y="10550"/>
                  </a:lnTo>
                  <a:cubicBezTo>
                    <a:pt x="418" y="10652"/>
                    <a:pt x="844" y="10703"/>
                    <a:pt x="1271" y="10703"/>
                  </a:cubicBezTo>
                  <a:cubicBezTo>
                    <a:pt x="2646" y="10703"/>
                    <a:pt x="4019" y="10176"/>
                    <a:pt x="5073" y="9122"/>
                  </a:cubicBezTo>
                  <a:cubicBezTo>
                    <a:pt x="7192" y="7026"/>
                    <a:pt x="7192" y="3620"/>
                    <a:pt x="5073" y="1501"/>
                  </a:cubicBezTo>
                  <a:cubicBezTo>
                    <a:pt x="4215" y="644"/>
                    <a:pt x="3144" y="144"/>
                    <a:pt x="2001"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89"/>
            <p:cNvSpPr/>
            <p:nvPr/>
          </p:nvSpPr>
          <p:spPr>
            <a:xfrm>
              <a:off x="2433472" y="2522904"/>
              <a:ext cx="290428" cy="274656"/>
            </a:xfrm>
            <a:custGeom>
              <a:rect b="b" l="l" r="r" t="t"/>
              <a:pathLst>
                <a:path extrusionOk="0" h="9212" w="9741">
                  <a:moveTo>
                    <a:pt x="7621" y="1"/>
                  </a:moveTo>
                  <a:lnTo>
                    <a:pt x="6549" y="1073"/>
                  </a:lnTo>
                  <a:cubicBezTo>
                    <a:pt x="8073" y="2597"/>
                    <a:pt x="8073" y="5050"/>
                    <a:pt x="6549" y="6550"/>
                  </a:cubicBezTo>
                  <a:cubicBezTo>
                    <a:pt x="5787" y="7312"/>
                    <a:pt x="4799" y="7693"/>
                    <a:pt x="3810" y="7693"/>
                  </a:cubicBezTo>
                  <a:cubicBezTo>
                    <a:pt x="2822" y="7693"/>
                    <a:pt x="1834" y="7312"/>
                    <a:pt x="1072" y="6550"/>
                  </a:cubicBezTo>
                  <a:lnTo>
                    <a:pt x="0" y="7622"/>
                  </a:lnTo>
                  <a:cubicBezTo>
                    <a:pt x="1060" y="8681"/>
                    <a:pt x="2435" y="9211"/>
                    <a:pt x="3810" y="9211"/>
                  </a:cubicBezTo>
                  <a:cubicBezTo>
                    <a:pt x="5186" y="9211"/>
                    <a:pt x="6561" y="8681"/>
                    <a:pt x="7621" y="7622"/>
                  </a:cubicBezTo>
                  <a:cubicBezTo>
                    <a:pt x="9740" y="5526"/>
                    <a:pt x="9740" y="2120"/>
                    <a:pt x="7621"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89"/>
            <p:cNvSpPr/>
            <p:nvPr/>
          </p:nvSpPr>
          <p:spPr>
            <a:xfrm>
              <a:off x="2510842" y="2522904"/>
              <a:ext cx="213058" cy="274835"/>
            </a:xfrm>
            <a:custGeom>
              <a:rect b="b" l="l" r="r" t="t"/>
              <a:pathLst>
                <a:path extrusionOk="0" h="9218" w="7146">
                  <a:moveTo>
                    <a:pt x="1" y="9050"/>
                  </a:moveTo>
                  <a:cubicBezTo>
                    <a:pt x="8" y="9051"/>
                    <a:pt x="14" y="9052"/>
                    <a:pt x="21" y="9053"/>
                  </a:cubicBezTo>
                  <a:lnTo>
                    <a:pt x="21" y="9053"/>
                  </a:lnTo>
                  <a:cubicBezTo>
                    <a:pt x="16" y="9050"/>
                    <a:pt x="10" y="9050"/>
                    <a:pt x="1" y="9050"/>
                  </a:cubicBezTo>
                  <a:close/>
                  <a:moveTo>
                    <a:pt x="5026" y="1"/>
                  </a:moveTo>
                  <a:lnTo>
                    <a:pt x="4811" y="215"/>
                  </a:lnTo>
                  <a:cubicBezTo>
                    <a:pt x="6621" y="2335"/>
                    <a:pt x="6550" y="5526"/>
                    <a:pt x="4549" y="7550"/>
                  </a:cubicBezTo>
                  <a:cubicBezTo>
                    <a:pt x="3491" y="8589"/>
                    <a:pt x="2131" y="9108"/>
                    <a:pt x="778" y="9108"/>
                  </a:cubicBezTo>
                  <a:cubicBezTo>
                    <a:pt x="525" y="9108"/>
                    <a:pt x="272" y="9090"/>
                    <a:pt x="21" y="9053"/>
                  </a:cubicBezTo>
                  <a:lnTo>
                    <a:pt x="21" y="9053"/>
                  </a:lnTo>
                  <a:cubicBezTo>
                    <a:pt x="28" y="9058"/>
                    <a:pt x="34" y="9069"/>
                    <a:pt x="49" y="9098"/>
                  </a:cubicBezTo>
                  <a:lnTo>
                    <a:pt x="72" y="9098"/>
                  </a:lnTo>
                  <a:cubicBezTo>
                    <a:pt x="96" y="9098"/>
                    <a:pt x="144" y="9122"/>
                    <a:pt x="191" y="9122"/>
                  </a:cubicBezTo>
                  <a:lnTo>
                    <a:pt x="263" y="9122"/>
                  </a:lnTo>
                  <a:cubicBezTo>
                    <a:pt x="358" y="9146"/>
                    <a:pt x="430" y="9146"/>
                    <a:pt x="525" y="9146"/>
                  </a:cubicBezTo>
                  <a:cubicBezTo>
                    <a:pt x="596" y="9146"/>
                    <a:pt x="644" y="9146"/>
                    <a:pt x="715" y="9169"/>
                  </a:cubicBezTo>
                  <a:cubicBezTo>
                    <a:pt x="787" y="9169"/>
                    <a:pt x="906" y="9217"/>
                    <a:pt x="1025" y="9217"/>
                  </a:cubicBezTo>
                  <a:lnTo>
                    <a:pt x="1192" y="9217"/>
                  </a:lnTo>
                  <a:cubicBezTo>
                    <a:pt x="1220" y="9218"/>
                    <a:pt x="1249" y="9218"/>
                    <a:pt x="1278" y="9218"/>
                  </a:cubicBezTo>
                  <a:cubicBezTo>
                    <a:pt x="2631" y="9218"/>
                    <a:pt x="4000" y="8671"/>
                    <a:pt x="5050" y="7622"/>
                  </a:cubicBezTo>
                  <a:cubicBezTo>
                    <a:pt x="7145" y="5526"/>
                    <a:pt x="7145" y="2120"/>
                    <a:pt x="5026"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89"/>
            <p:cNvSpPr/>
            <p:nvPr/>
          </p:nvSpPr>
          <p:spPr>
            <a:xfrm>
              <a:off x="2363883" y="2454746"/>
              <a:ext cx="170423" cy="170452"/>
            </a:xfrm>
            <a:custGeom>
              <a:rect b="b" l="l" r="r" t="t"/>
              <a:pathLst>
                <a:path extrusionOk="0" h="5717" w="5716">
                  <a:moveTo>
                    <a:pt x="5668" y="1"/>
                  </a:moveTo>
                  <a:cubicBezTo>
                    <a:pt x="2572" y="1"/>
                    <a:pt x="48" y="2525"/>
                    <a:pt x="0" y="5669"/>
                  </a:cubicBezTo>
                  <a:cubicBezTo>
                    <a:pt x="0" y="5692"/>
                    <a:pt x="24" y="5716"/>
                    <a:pt x="72" y="5716"/>
                  </a:cubicBezTo>
                  <a:lnTo>
                    <a:pt x="2596" y="5716"/>
                  </a:lnTo>
                  <a:cubicBezTo>
                    <a:pt x="2620" y="5716"/>
                    <a:pt x="2668" y="5692"/>
                    <a:pt x="2668" y="5669"/>
                  </a:cubicBezTo>
                  <a:cubicBezTo>
                    <a:pt x="2691" y="4025"/>
                    <a:pt x="4025" y="2692"/>
                    <a:pt x="5668" y="2644"/>
                  </a:cubicBezTo>
                  <a:cubicBezTo>
                    <a:pt x="5692" y="2644"/>
                    <a:pt x="5716" y="2620"/>
                    <a:pt x="5716" y="2597"/>
                  </a:cubicBezTo>
                  <a:lnTo>
                    <a:pt x="5716" y="72"/>
                  </a:lnTo>
                  <a:cubicBezTo>
                    <a:pt x="5716" y="25"/>
                    <a:pt x="5692" y="1"/>
                    <a:pt x="5668"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89"/>
            <p:cNvSpPr/>
            <p:nvPr/>
          </p:nvSpPr>
          <p:spPr>
            <a:xfrm>
              <a:off x="2427777" y="2517955"/>
              <a:ext cx="108676" cy="107245"/>
            </a:xfrm>
            <a:custGeom>
              <a:rect b="b" l="l" r="r" t="t"/>
              <a:pathLst>
                <a:path extrusionOk="0" h="3597" w="3645">
                  <a:moveTo>
                    <a:pt x="3644" y="0"/>
                  </a:moveTo>
                  <a:cubicBezTo>
                    <a:pt x="3597" y="24"/>
                    <a:pt x="3573" y="24"/>
                    <a:pt x="3597" y="24"/>
                  </a:cubicBezTo>
                  <a:cubicBezTo>
                    <a:pt x="1668" y="48"/>
                    <a:pt x="167" y="1596"/>
                    <a:pt x="96" y="3501"/>
                  </a:cubicBezTo>
                  <a:cubicBezTo>
                    <a:pt x="96" y="3572"/>
                    <a:pt x="24" y="3596"/>
                    <a:pt x="1" y="3596"/>
                  </a:cubicBezTo>
                  <a:lnTo>
                    <a:pt x="525" y="3596"/>
                  </a:lnTo>
                  <a:cubicBezTo>
                    <a:pt x="548" y="3596"/>
                    <a:pt x="572" y="3572"/>
                    <a:pt x="572" y="3549"/>
                  </a:cubicBezTo>
                  <a:cubicBezTo>
                    <a:pt x="596" y="1905"/>
                    <a:pt x="1953" y="572"/>
                    <a:pt x="3573" y="524"/>
                  </a:cubicBezTo>
                  <a:cubicBezTo>
                    <a:pt x="3620" y="524"/>
                    <a:pt x="3644" y="500"/>
                    <a:pt x="3644" y="477"/>
                  </a:cubicBezTo>
                  <a:lnTo>
                    <a:pt x="3644"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89"/>
            <p:cNvSpPr/>
            <p:nvPr/>
          </p:nvSpPr>
          <p:spPr>
            <a:xfrm>
              <a:off x="2487437" y="2611664"/>
              <a:ext cx="106529" cy="10674"/>
            </a:xfrm>
            <a:custGeom>
              <a:rect b="b" l="l" r="r" t="t"/>
              <a:pathLst>
                <a:path extrusionOk="0" h="358" w="3573">
                  <a:moveTo>
                    <a:pt x="214" y="1"/>
                  </a:moveTo>
                  <a:cubicBezTo>
                    <a:pt x="119" y="1"/>
                    <a:pt x="71" y="72"/>
                    <a:pt x="24" y="167"/>
                  </a:cubicBezTo>
                  <a:cubicBezTo>
                    <a:pt x="0" y="239"/>
                    <a:pt x="95" y="358"/>
                    <a:pt x="214" y="358"/>
                  </a:cubicBezTo>
                  <a:lnTo>
                    <a:pt x="3358" y="358"/>
                  </a:lnTo>
                  <a:cubicBezTo>
                    <a:pt x="3453" y="358"/>
                    <a:pt x="3525" y="310"/>
                    <a:pt x="3548" y="215"/>
                  </a:cubicBezTo>
                  <a:cubicBezTo>
                    <a:pt x="3572" y="96"/>
                    <a:pt x="3477" y="1"/>
                    <a:pt x="33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89"/>
            <p:cNvSpPr/>
            <p:nvPr/>
          </p:nvSpPr>
          <p:spPr>
            <a:xfrm>
              <a:off x="2487437" y="2637932"/>
              <a:ext cx="106529" cy="10704"/>
            </a:xfrm>
            <a:custGeom>
              <a:rect b="b" l="l" r="r" t="t"/>
              <a:pathLst>
                <a:path extrusionOk="0" h="359" w="3573">
                  <a:moveTo>
                    <a:pt x="214" y="1"/>
                  </a:moveTo>
                  <a:cubicBezTo>
                    <a:pt x="119" y="1"/>
                    <a:pt x="71" y="48"/>
                    <a:pt x="24" y="144"/>
                  </a:cubicBezTo>
                  <a:cubicBezTo>
                    <a:pt x="0" y="263"/>
                    <a:pt x="95" y="358"/>
                    <a:pt x="214" y="358"/>
                  </a:cubicBezTo>
                  <a:lnTo>
                    <a:pt x="3358" y="358"/>
                  </a:lnTo>
                  <a:cubicBezTo>
                    <a:pt x="3453" y="358"/>
                    <a:pt x="3525" y="287"/>
                    <a:pt x="3548" y="191"/>
                  </a:cubicBezTo>
                  <a:cubicBezTo>
                    <a:pt x="3572" y="72"/>
                    <a:pt x="3477" y="1"/>
                    <a:pt x="33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89"/>
            <p:cNvSpPr/>
            <p:nvPr/>
          </p:nvSpPr>
          <p:spPr>
            <a:xfrm>
              <a:off x="2510842" y="2664199"/>
              <a:ext cx="58974" cy="10704"/>
            </a:xfrm>
            <a:custGeom>
              <a:rect b="b" l="l" r="r" t="t"/>
              <a:pathLst>
                <a:path extrusionOk="0" h="359" w="1978">
                  <a:moveTo>
                    <a:pt x="191" y="1"/>
                  </a:moveTo>
                  <a:cubicBezTo>
                    <a:pt x="120" y="1"/>
                    <a:pt x="49" y="72"/>
                    <a:pt x="25" y="144"/>
                  </a:cubicBezTo>
                  <a:cubicBezTo>
                    <a:pt x="1" y="263"/>
                    <a:pt x="72" y="358"/>
                    <a:pt x="191" y="358"/>
                  </a:cubicBezTo>
                  <a:lnTo>
                    <a:pt x="1787" y="358"/>
                  </a:lnTo>
                  <a:cubicBezTo>
                    <a:pt x="1858" y="358"/>
                    <a:pt x="1930" y="311"/>
                    <a:pt x="1954" y="215"/>
                  </a:cubicBezTo>
                  <a:cubicBezTo>
                    <a:pt x="1978" y="96"/>
                    <a:pt x="1906" y="1"/>
                    <a:pt x="1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89"/>
            <p:cNvSpPr/>
            <p:nvPr/>
          </p:nvSpPr>
          <p:spPr>
            <a:xfrm>
              <a:off x="2359619" y="2447650"/>
              <a:ext cx="365681" cy="352920"/>
            </a:xfrm>
            <a:custGeom>
              <a:rect b="b" l="l" r="r" t="t"/>
              <a:pathLst>
                <a:path extrusionOk="0" h="11837" w="12265">
                  <a:moveTo>
                    <a:pt x="6311" y="1144"/>
                  </a:moveTo>
                  <a:cubicBezTo>
                    <a:pt x="7645" y="1144"/>
                    <a:pt x="8907" y="1644"/>
                    <a:pt x="9883" y="2525"/>
                  </a:cubicBezTo>
                  <a:lnTo>
                    <a:pt x="9050" y="3358"/>
                  </a:lnTo>
                  <a:cubicBezTo>
                    <a:pt x="8286" y="2682"/>
                    <a:pt x="7343" y="2325"/>
                    <a:pt x="6402" y="2325"/>
                  </a:cubicBezTo>
                  <a:cubicBezTo>
                    <a:pt x="6316" y="2325"/>
                    <a:pt x="6230" y="2328"/>
                    <a:pt x="6145" y="2334"/>
                  </a:cubicBezTo>
                  <a:lnTo>
                    <a:pt x="6145" y="1144"/>
                  </a:lnTo>
                  <a:close/>
                  <a:moveTo>
                    <a:pt x="5740" y="358"/>
                  </a:moveTo>
                  <a:lnTo>
                    <a:pt x="5740" y="2715"/>
                  </a:lnTo>
                  <a:cubicBezTo>
                    <a:pt x="4954" y="2739"/>
                    <a:pt x="4192" y="3096"/>
                    <a:pt x="3644" y="3668"/>
                  </a:cubicBezTo>
                  <a:cubicBezTo>
                    <a:pt x="3072" y="4240"/>
                    <a:pt x="2739" y="4978"/>
                    <a:pt x="2691" y="5788"/>
                  </a:cubicBezTo>
                  <a:lnTo>
                    <a:pt x="334" y="5788"/>
                  </a:lnTo>
                  <a:cubicBezTo>
                    <a:pt x="381" y="4359"/>
                    <a:pt x="953" y="3001"/>
                    <a:pt x="1977" y="2001"/>
                  </a:cubicBezTo>
                  <a:cubicBezTo>
                    <a:pt x="2977" y="977"/>
                    <a:pt x="4311" y="429"/>
                    <a:pt x="5740" y="358"/>
                  </a:cubicBezTo>
                  <a:close/>
                  <a:moveTo>
                    <a:pt x="6311" y="2644"/>
                  </a:moveTo>
                  <a:cubicBezTo>
                    <a:pt x="7264" y="2644"/>
                    <a:pt x="8216" y="3001"/>
                    <a:pt x="8931" y="3716"/>
                  </a:cubicBezTo>
                  <a:cubicBezTo>
                    <a:pt x="10360" y="5145"/>
                    <a:pt x="10360" y="7502"/>
                    <a:pt x="8931" y="8931"/>
                  </a:cubicBezTo>
                  <a:cubicBezTo>
                    <a:pt x="8216" y="9645"/>
                    <a:pt x="7270" y="10003"/>
                    <a:pt x="6323" y="10003"/>
                  </a:cubicBezTo>
                  <a:cubicBezTo>
                    <a:pt x="5377" y="10003"/>
                    <a:pt x="4430" y="9645"/>
                    <a:pt x="3715" y="8931"/>
                  </a:cubicBezTo>
                  <a:cubicBezTo>
                    <a:pt x="2906" y="8193"/>
                    <a:pt x="2572" y="7145"/>
                    <a:pt x="2620" y="6145"/>
                  </a:cubicBezTo>
                  <a:lnTo>
                    <a:pt x="2787" y="6145"/>
                  </a:lnTo>
                  <a:cubicBezTo>
                    <a:pt x="2906" y="6145"/>
                    <a:pt x="3025" y="6026"/>
                    <a:pt x="3025" y="5907"/>
                  </a:cubicBezTo>
                  <a:cubicBezTo>
                    <a:pt x="3072" y="4359"/>
                    <a:pt x="4311" y="3096"/>
                    <a:pt x="5859" y="3073"/>
                  </a:cubicBezTo>
                  <a:cubicBezTo>
                    <a:pt x="5978" y="3073"/>
                    <a:pt x="6097" y="2954"/>
                    <a:pt x="6097" y="2835"/>
                  </a:cubicBezTo>
                  <a:lnTo>
                    <a:pt x="6097" y="2644"/>
                  </a:lnTo>
                  <a:close/>
                  <a:moveTo>
                    <a:pt x="5859" y="1"/>
                  </a:moveTo>
                  <a:cubicBezTo>
                    <a:pt x="4311" y="24"/>
                    <a:pt x="2858" y="620"/>
                    <a:pt x="1763" y="1739"/>
                  </a:cubicBezTo>
                  <a:cubicBezTo>
                    <a:pt x="643" y="2835"/>
                    <a:pt x="24" y="4287"/>
                    <a:pt x="0" y="5835"/>
                  </a:cubicBezTo>
                  <a:cubicBezTo>
                    <a:pt x="0" y="5930"/>
                    <a:pt x="48" y="6026"/>
                    <a:pt x="143" y="6073"/>
                  </a:cubicBezTo>
                  <a:lnTo>
                    <a:pt x="739" y="6073"/>
                  </a:lnTo>
                  <a:cubicBezTo>
                    <a:pt x="715" y="6907"/>
                    <a:pt x="858" y="7716"/>
                    <a:pt x="1191" y="8479"/>
                  </a:cubicBezTo>
                  <a:cubicBezTo>
                    <a:pt x="1215" y="8550"/>
                    <a:pt x="1286" y="8598"/>
                    <a:pt x="1334" y="8598"/>
                  </a:cubicBezTo>
                  <a:lnTo>
                    <a:pt x="1405" y="8598"/>
                  </a:lnTo>
                  <a:cubicBezTo>
                    <a:pt x="1477" y="8574"/>
                    <a:pt x="1525" y="8455"/>
                    <a:pt x="1477" y="8359"/>
                  </a:cubicBezTo>
                  <a:cubicBezTo>
                    <a:pt x="1167" y="7645"/>
                    <a:pt x="1048" y="6883"/>
                    <a:pt x="1072" y="6097"/>
                  </a:cubicBezTo>
                  <a:lnTo>
                    <a:pt x="2239" y="6097"/>
                  </a:lnTo>
                  <a:cubicBezTo>
                    <a:pt x="2168" y="7145"/>
                    <a:pt x="2525" y="8217"/>
                    <a:pt x="3263" y="9026"/>
                  </a:cubicBezTo>
                  <a:lnTo>
                    <a:pt x="2430" y="9860"/>
                  </a:lnTo>
                  <a:cubicBezTo>
                    <a:pt x="2191" y="9622"/>
                    <a:pt x="2001" y="9360"/>
                    <a:pt x="1834" y="9074"/>
                  </a:cubicBezTo>
                  <a:cubicBezTo>
                    <a:pt x="1812" y="9019"/>
                    <a:pt x="1761" y="8990"/>
                    <a:pt x="1704" y="8990"/>
                  </a:cubicBezTo>
                  <a:cubicBezTo>
                    <a:pt x="1637" y="8990"/>
                    <a:pt x="1563" y="9031"/>
                    <a:pt x="1525" y="9122"/>
                  </a:cubicBezTo>
                  <a:cubicBezTo>
                    <a:pt x="1477" y="9145"/>
                    <a:pt x="1525" y="9193"/>
                    <a:pt x="1525" y="9241"/>
                  </a:cubicBezTo>
                  <a:cubicBezTo>
                    <a:pt x="1763" y="9598"/>
                    <a:pt x="2001" y="9907"/>
                    <a:pt x="2310" y="10217"/>
                  </a:cubicBezTo>
                  <a:cubicBezTo>
                    <a:pt x="3358" y="11241"/>
                    <a:pt x="4763" y="11836"/>
                    <a:pt x="6240" y="11836"/>
                  </a:cubicBezTo>
                  <a:cubicBezTo>
                    <a:pt x="7740" y="11836"/>
                    <a:pt x="9145" y="11289"/>
                    <a:pt x="10169" y="10217"/>
                  </a:cubicBezTo>
                  <a:cubicBezTo>
                    <a:pt x="11789" y="8693"/>
                    <a:pt x="12265" y="6335"/>
                    <a:pt x="11455" y="4263"/>
                  </a:cubicBezTo>
                  <a:cubicBezTo>
                    <a:pt x="11437" y="4191"/>
                    <a:pt x="11363" y="4160"/>
                    <a:pt x="11287" y="4160"/>
                  </a:cubicBezTo>
                  <a:cubicBezTo>
                    <a:pt x="11263" y="4160"/>
                    <a:pt x="11240" y="4163"/>
                    <a:pt x="11217" y="4168"/>
                  </a:cubicBezTo>
                  <a:cubicBezTo>
                    <a:pt x="11146" y="4192"/>
                    <a:pt x="11098" y="4311"/>
                    <a:pt x="11146" y="4406"/>
                  </a:cubicBezTo>
                  <a:cubicBezTo>
                    <a:pt x="11908" y="6335"/>
                    <a:pt x="11455" y="8550"/>
                    <a:pt x="9979" y="10026"/>
                  </a:cubicBezTo>
                  <a:cubicBezTo>
                    <a:pt x="9002" y="11027"/>
                    <a:pt x="7669" y="11551"/>
                    <a:pt x="6287" y="11551"/>
                  </a:cubicBezTo>
                  <a:cubicBezTo>
                    <a:pt x="4930" y="11551"/>
                    <a:pt x="3692" y="11050"/>
                    <a:pt x="2715" y="10146"/>
                  </a:cubicBezTo>
                  <a:lnTo>
                    <a:pt x="3549" y="9312"/>
                  </a:lnTo>
                  <a:cubicBezTo>
                    <a:pt x="4311" y="10026"/>
                    <a:pt x="5287" y="10384"/>
                    <a:pt x="6287" y="10384"/>
                  </a:cubicBezTo>
                  <a:cubicBezTo>
                    <a:pt x="7311" y="10384"/>
                    <a:pt x="8335" y="10003"/>
                    <a:pt x="9145" y="9193"/>
                  </a:cubicBezTo>
                  <a:cubicBezTo>
                    <a:pt x="10693" y="7645"/>
                    <a:pt x="10717" y="5216"/>
                    <a:pt x="9264" y="3597"/>
                  </a:cubicBezTo>
                  <a:lnTo>
                    <a:pt x="10098" y="2763"/>
                  </a:lnTo>
                  <a:cubicBezTo>
                    <a:pt x="10360" y="3049"/>
                    <a:pt x="10598" y="3358"/>
                    <a:pt x="10765" y="3692"/>
                  </a:cubicBezTo>
                  <a:cubicBezTo>
                    <a:pt x="10799" y="3749"/>
                    <a:pt x="10854" y="3778"/>
                    <a:pt x="10914" y="3778"/>
                  </a:cubicBezTo>
                  <a:cubicBezTo>
                    <a:pt x="10979" y="3778"/>
                    <a:pt x="11048" y="3743"/>
                    <a:pt x="11098" y="3668"/>
                  </a:cubicBezTo>
                  <a:cubicBezTo>
                    <a:pt x="11122" y="3644"/>
                    <a:pt x="11098" y="3573"/>
                    <a:pt x="11098" y="3549"/>
                  </a:cubicBezTo>
                  <a:cubicBezTo>
                    <a:pt x="10860" y="3120"/>
                    <a:pt x="10574" y="2739"/>
                    <a:pt x="10241" y="2406"/>
                  </a:cubicBezTo>
                  <a:cubicBezTo>
                    <a:pt x="9193" y="1382"/>
                    <a:pt x="7788" y="786"/>
                    <a:pt x="6311" y="786"/>
                  </a:cubicBezTo>
                  <a:lnTo>
                    <a:pt x="6097" y="786"/>
                  </a:lnTo>
                  <a:lnTo>
                    <a:pt x="6097" y="239"/>
                  </a:lnTo>
                  <a:lnTo>
                    <a:pt x="6097" y="191"/>
                  </a:lnTo>
                  <a:cubicBezTo>
                    <a:pt x="6073" y="72"/>
                    <a:pt x="5978" y="1"/>
                    <a:pt x="5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7" name="Google Shape;19587;p89"/>
          <p:cNvGrpSpPr/>
          <p:nvPr/>
        </p:nvGrpSpPr>
        <p:grpSpPr>
          <a:xfrm>
            <a:off x="1049234" y="2448366"/>
            <a:ext cx="354351" cy="354321"/>
            <a:chOff x="1696921" y="2448366"/>
            <a:chExt cx="354351" cy="354321"/>
          </a:xfrm>
        </p:grpSpPr>
        <p:sp>
          <p:nvSpPr>
            <p:cNvPr id="19588" name="Google Shape;19588;p89"/>
            <p:cNvSpPr/>
            <p:nvPr/>
          </p:nvSpPr>
          <p:spPr>
            <a:xfrm>
              <a:off x="1794209" y="2483160"/>
              <a:ext cx="25581" cy="289712"/>
            </a:xfrm>
            <a:custGeom>
              <a:rect b="b" l="l" r="r" t="t"/>
              <a:pathLst>
                <a:path extrusionOk="0" h="9717" w="858">
                  <a:moveTo>
                    <a:pt x="72" y="0"/>
                  </a:moveTo>
                  <a:cubicBezTo>
                    <a:pt x="24" y="0"/>
                    <a:pt x="0" y="24"/>
                    <a:pt x="0" y="72"/>
                  </a:cubicBezTo>
                  <a:lnTo>
                    <a:pt x="0" y="9717"/>
                  </a:lnTo>
                  <a:lnTo>
                    <a:pt x="858" y="9717"/>
                  </a:lnTo>
                  <a:lnTo>
                    <a:pt x="834" y="72"/>
                  </a:lnTo>
                  <a:cubicBezTo>
                    <a:pt x="834" y="24"/>
                    <a:pt x="810" y="0"/>
                    <a:pt x="78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89"/>
            <p:cNvSpPr/>
            <p:nvPr/>
          </p:nvSpPr>
          <p:spPr>
            <a:xfrm>
              <a:off x="1896446" y="2628003"/>
              <a:ext cx="24896" cy="144871"/>
            </a:xfrm>
            <a:custGeom>
              <a:rect b="b" l="l" r="r" t="t"/>
              <a:pathLst>
                <a:path extrusionOk="0" h="4859" w="835">
                  <a:moveTo>
                    <a:pt x="48" y="0"/>
                  </a:moveTo>
                  <a:cubicBezTo>
                    <a:pt x="24" y="0"/>
                    <a:pt x="1" y="24"/>
                    <a:pt x="1" y="48"/>
                  </a:cubicBezTo>
                  <a:lnTo>
                    <a:pt x="1" y="4859"/>
                  </a:lnTo>
                  <a:lnTo>
                    <a:pt x="834" y="4859"/>
                  </a:lnTo>
                  <a:lnTo>
                    <a:pt x="834" y="48"/>
                  </a:lnTo>
                  <a:cubicBezTo>
                    <a:pt x="834" y="24"/>
                    <a:pt x="810" y="0"/>
                    <a:pt x="78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89"/>
            <p:cNvSpPr/>
            <p:nvPr/>
          </p:nvSpPr>
          <p:spPr>
            <a:xfrm>
              <a:off x="1996566" y="2593924"/>
              <a:ext cx="24866" cy="178950"/>
            </a:xfrm>
            <a:custGeom>
              <a:rect b="b" l="l" r="r" t="t"/>
              <a:pathLst>
                <a:path extrusionOk="0" h="6002" w="834">
                  <a:moveTo>
                    <a:pt x="0" y="0"/>
                  </a:moveTo>
                  <a:lnTo>
                    <a:pt x="0" y="6002"/>
                  </a:lnTo>
                  <a:lnTo>
                    <a:pt x="834" y="6002"/>
                  </a:lnTo>
                  <a:lnTo>
                    <a:pt x="834" y="72"/>
                  </a:lnTo>
                  <a:cubicBezTo>
                    <a:pt x="834" y="48"/>
                    <a:pt x="810" y="0"/>
                    <a:pt x="78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89"/>
            <p:cNvSpPr/>
            <p:nvPr/>
          </p:nvSpPr>
          <p:spPr>
            <a:xfrm>
              <a:off x="1769343" y="2593924"/>
              <a:ext cx="24896" cy="178950"/>
            </a:xfrm>
            <a:custGeom>
              <a:rect b="b" l="l" r="r" t="t"/>
              <a:pathLst>
                <a:path extrusionOk="0" h="6002" w="835">
                  <a:moveTo>
                    <a:pt x="72" y="0"/>
                  </a:moveTo>
                  <a:cubicBezTo>
                    <a:pt x="25" y="0"/>
                    <a:pt x="1" y="48"/>
                    <a:pt x="1" y="72"/>
                  </a:cubicBezTo>
                  <a:lnTo>
                    <a:pt x="1" y="6002"/>
                  </a:lnTo>
                  <a:lnTo>
                    <a:pt x="834" y="6002"/>
                  </a:lnTo>
                  <a:lnTo>
                    <a:pt x="834"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89"/>
            <p:cNvSpPr/>
            <p:nvPr/>
          </p:nvSpPr>
          <p:spPr>
            <a:xfrm>
              <a:off x="1870178" y="2669894"/>
              <a:ext cx="25581" cy="103697"/>
            </a:xfrm>
            <a:custGeom>
              <a:rect b="b" l="l" r="r" t="t"/>
              <a:pathLst>
                <a:path extrusionOk="0" h="3478" w="858">
                  <a:moveTo>
                    <a:pt x="0" y="1"/>
                  </a:moveTo>
                  <a:lnTo>
                    <a:pt x="0" y="3477"/>
                  </a:lnTo>
                  <a:lnTo>
                    <a:pt x="858" y="3477"/>
                  </a:lnTo>
                  <a:lnTo>
                    <a:pt x="858" y="1"/>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89"/>
            <p:cNvSpPr/>
            <p:nvPr/>
          </p:nvSpPr>
          <p:spPr>
            <a:xfrm>
              <a:off x="1971700" y="2519356"/>
              <a:ext cx="24896" cy="253517"/>
            </a:xfrm>
            <a:custGeom>
              <a:rect b="b" l="l" r="r" t="t"/>
              <a:pathLst>
                <a:path extrusionOk="0" h="8503" w="835">
                  <a:moveTo>
                    <a:pt x="72" y="1"/>
                  </a:moveTo>
                  <a:cubicBezTo>
                    <a:pt x="25" y="1"/>
                    <a:pt x="1" y="48"/>
                    <a:pt x="1" y="72"/>
                  </a:cubicBezTo>
                  <a:lnTo>
                    <a:pt x="1" y="8503"/>
                  </a:lnTo>
                  <a:lnTo>
                    <a:pt x="834" y="8503"/>
                  </a:lnTo>
                  <a:lnTo>
                    <a:pt x="834" y="72"/>
                  </a:lnTo>
                  <a:cubicBezTo>
                    <a:pt x="834" y="48"/>
                    <a:pt x="811" y="1"/>
                    <a:pt x="787"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89"/>
            <p:cNvSpPr/>
            <p:nvPr/>
          </p:nvSpPr>
          <p:spPr>
            <a:xfrm>
              <a:off x="1743791" y="2632267"/>
              <a:ext cx="24866" cy="140608"/>
            </a:xfrm>
            <a:custGeom>
              <a:rect b="b" l="l" r="r" t="t"/>
              <a:pathLst>
                <a:path extrusionOk="0" h="4716" w="834">
                  <a:moveTo>
                    <a:pt x="72" y="0"/>
                  </a:moveTo>
                  <a:cubicBezTo>
                    <a:pt x="24" y="0"/>
                    <a:pt x="0" y="24"/>
                    <a:pt x="0" y="72"/>
                  </a:cubicBezTo>
                  <a:lnTo>
                    <a:pt x="0" y="4716"/>
                  </a:lnTo>
                  <a:lnTo>
                    <a:pt x="834" y="4716"/>
                  </a:lnTo>
                  <a:lnTo>
                    <a:pt x="834" y="0"/>
                  </a:ln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89"/>
            <p:cNvSpPr/>
            <p:nvPr/>
          </p:nvSpPr>
          <p:spPr>
            <a:xfrm>
              <a:off x="1806284" y="2482892"/>
              <a:ext cx="14937" cy="290696"/>
            </a:xfrm>
            <a:custGeom>
              <a:rect b="b" l="l" r="r" t="t"/>
              <a:pathLst>
                <a:path extrusionOk="0" h="9750" w="501">
                  <a:moveTo>
                    <a:pt x="450" y="0"/>
                  </a:moveTo>
                  <a:cubicBezTo>
                    <a:pt x="442" y="0"/>
                    <a:pt x="435" y="3"/>
                    <a:pt x="429" y="9"/>
                  </a:cubicBezTo>
                  <a:lnTo>
                    <a:pt x="0" y="9"/>
                  </a:lnTo>
                  <a:cubicBezTo>
                    <a:pt x="24" y="9"/>
                    <a:pt x="48" y="33"/>
                    <a:pt x="48" y="81"/>
                  </a:cubicBezTo>
                  <a:lnTo>
                    <a:pt x="48" y="9749"/>
                  </a:lnTo>
                  <a:lnTo>
                    <a:pt x="500" y="9749"/>
                  </a:lnTo>
                  <a:lnTo>
                    <a:pt x="500" y="81"/>
                  </a:lnTo>
                  <a:cubicBezTo>
                    <a:pt x="500" y="27"/>
                    <a:pt x="473" y="0"/>
                    <a:pt x="450"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89"/>
            <p:cNvSpPr/>
            <p:nvPr/>
          </p:nvSpPr>
          <p:spPr>
            <a:xfrm>
              <a:off x="1782134" y="2595355"/>
              <a:ext cx="13506" cy="178234"/>
            </a:xfrm>
            <a:custGeom>
              <a:rect b="b" l="l" r="r" t="t"/>
              <a:pathLst>
                <a:path extrusionOk="0" h="5978" w="453">
                  <a:moveTo>
                    <a:pt x="0" y="0"/>
                  </a:moveTo>
                  <a:lnTo>
                    <a:pt x="0" y="5977"/>
                  </a:lnTo>
                  <a:lnTo>
                    <a:pt x="453" y="5977"/>
                  </a:lnTo>
                  <a:lnTo>
                    <a:pt x="453"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89"/>
            <p:cNvSpPr/>
            <p:nvPr/>
          </p:nvSpPr>
          <p:spPr>
            <a:xfrm>
              <a:off x="1756582" y="2632267"/>
              <a:ext cx="12791" cy="141323"/>
            </a:xfrm>
            <a:custGeom>
              <a:rect b="b" l="l" r="r" t="t"/>
              <a:pathLst>
                <a:path extrusionOk="0" h="4740" w="429">
                  <a:moveTo>
                    <a:pt x="0" y="0"/>
                  </a:moveTo>
                  <a:lnTo>
                    <a:pt x="0" y="4739"/>
                  </a:lnTo>
                  <a:lnTo>
                    <a:pt x="429" y="4739"/>
                  </a:lnTo>
                  <a:lnTo>
                    <a:pt x="429"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89"/>
            <p:cNvSpPr/>
            <p:nvPr/>
          </p:nvSpPr>
          <p:spPr>
            <a:xfrm>
              <a:off x="1843911" y="2557013"/>
              <a:ext cx="24866" cy="215861"/>
            </a:xfrm>
            <a:custGeom>
              <a:rect b="b" l="l" r="r" t="t"/>
              <a:pathLst>
                <a:path extrusionOk="0" h="7240" w="834">
                  <a:moveTo>
                    <a:pt x="72" y="0"/>
                  </a:moveTo>
                  <a:cubicBezTo>
                    <a:pt x="24" y="0"/>
                    <a:pt x="0" y="24"/>
                    <a:pt x="0" y="48"/>
                  </a:cubicBezTo>
                  <a:lnTo>
                    <a:pt x="0" y="7240"/>
                  </a:lnTo>
                  <a:lnTo>
                    <a:pt x="834" y="7240"/>
                  </a:lnTo>
                  <a:lnTo>
                    <a:pt x="834" y="48"/>
                  </a:lnTo>
                  <a:cubicBezTo>
                    <a:pt x="834" y="24"/>
                    <a:pt x="810" y="0"/>
                    <a:pt x="786"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89"/>
            <p:cNvSpPr/>
            <p:nvPr/>
          </p:nvSpPr>
          <p:spPr>
            <a:xfrm>
              <a:off x="1907090" y="2628003"/>
              <a:ext cx="14937" cy="144871"/>
            </a:xfrm>
            <a:custGeom>
              <a:rect b="b" l="l" r="r" t="t"/>
              <a:pathLst>
                <a:path extrusionOk="0" h="4859" w="501">
                  <a:moveTo>
                    <a:pt x="1" y="0"/>
                  </a:moveTo>
                  <a:cubicBezTo>
                    <a:pt x="25" y="0"/>
                    <a:pt x="48" y="24"/>
                    <a:pt x="48" y="48"/>
                  </a:cubicBezTo>
                  <a:lnTo>
                    <a:pt x="48" y="4859"/>
                  </a:lnTo>
                  <a:lnTo>
                    <a:pt x="501" y="4859"/>
                  </a:lnTo>
                  <a:lnTo>
                    <a:pt x="501" y="48"/>
                  </a:lnTo>
                  <a:cubicBezTo>
                    <a:pt x="501" y="24"/>
                    <a:pt x="477" y="0"/>
                    <a:pt x="45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89"/>
            <p:cNvSpPr/>
            <p:nvPr/>
          </p:nvSpPr>
          <p:spPr>
            <a:xfrm>
              <a:off x="1882969" y="2669894"/>
              <a:ext cx="13506" cy="103697"/>
            </a:xfrm>
            <a:custGeom>
              <a:rect b="b" l="l" r="r" t="t"/>
              <a:pathLst>
                <a:path extrusionOk="0" h="3478" w="453">
                  <a:moveTo>
                    <a:pt x="0" y="1"/>
                  </a:moveTo>
                  <a:lnTo>
                    <a:pt x="0" y="3477"/>
                  </a:lnTo>
                  <a:lnTo>
                    <a:pt x="453" y="3477"/>
                  </a:lnTo>
                  <a:lnTo>
                    <a:pt x="453" y="1"/>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89"/>
            <p:cNvSpPr/>
            <p:nvPr/>
          </p:nvSpPr>
          <p:spPr>
            <a:xfrm>
              <a:off x="1855271" y="2557699"/>
              <a:ext cx="15653" cy="215890"/>
            </a:xfrm>
            <a:custGeom>
              <a:rect b="b" l="l" r="r" t="t"/>
              <a:pathLst>
                <a:path extrusionOk="0" h="7241" w="525">
                  <a:moveTo>
                    <a:pt x="0" y="1"/>
                  </a:moveTo>
                  <a:cubicBezTo>
                    <a:pt x="48" y="1"/>
                    <a:pt x="72" y="25"/>
                    <a:pt x="72" y="72"/>
                  </a:cubicBezTo>
                  <a:lnTo>
                    <a:pt x="72" y="7240"/>
                  </a:lnTo>
                  <a:lnTo>
                    <a:pt x="524" y="7240"/>
                  </a:lnTo>
                  <a:lnTo>
                    <a:pt x="524" y="72"/>
                  </a:lnTo>
                  <a:cubicBezTo>
                    <a:pt x="524" y="25"/>
                    <a:pt x="500" y="1"/>
                    <a:pt x="45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89"/>
            <p:cNvSpPr/>
            <p:nvPr/>
          </p:nvSpPr>
          <p:spPr>
            <a:xfrm>
              <a:off x="1946148" y="2706805"/>
              <a:ext cx="24896" cy="66070"/>
            </a:xfrm>
            <a:custGeom>
              <a:rect b="b" l="l" r="r" t="t"/>
              <a:pathLst>
                <a:path extrusionOk="0" h="2216" w="835">
                  <a:moveTo>
                    <a:pt x="72" y="1"/>
                  </a:moveTo>
                  <a:cubicBezTo>
                    <a:pt x="24" y="1"/>
                    <a:pt x="1" y="25"/>
                    <a:pt x="1" y="72"/>
                  </a:cubicBezTo>
                  <a:lnTo>
                    <a:pt x="1" y="2216"/>
                  </a:lnTo>
                  <a:lnTo>
                    <a:pt x="834" y="2216"/>
                  </a:lnTo>
                  <a:lnTo>
                    <a:pt x="834" y="1"/>
                  </a:ln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89"/>
            <p:cNvSpPr/>
            <p:nvPr/>
          </p:nvSpPr>
          <p:spPr>
            <a:xfrm>
              <a:off x="2007210" y="2595355"/>
              <a:ext cx="15653" cy="178234"/>
            </a:xfrm>
            <a:custGeom>
              <a:rect b="b" l="l" r="r" t="t"/>
              <a:pathLst>
                <a:path extrusionOk="0" h="5978" w="525">
                  <a:moveTo>
                    <a:pt x="1" y="0"/>
                  </a:moveTo>
                  <a:cubicBezTo>
                    <a:pt x="48" y="0"/>
                    <a:pt x="72" y="24"/>
                    <a:pt x="72" y="48"/>
                  </a:cubicBezTo>
                  <a:lnTo>
                    <a:pt x="72" y="5977"/>
                  </a:lnTo>
                  <a:lnTo>
                    <a:pt x="525" y="5977"/>
                  </a:lnTo>
                  <a:lnTo>
                    <a:pt x="525" y="48"/>
                  </a:lnTo>
                  <a:cubicBezTo>
                    <a:pt x="525" y="24"/>
                    <a:pt x="477" y="0"/>
                    <a:pt x="45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89"/>
            <p:cNvSpPr/>
            <p:nvPr/>
          </p:nvSpPr>
          <p:spPr>
            <a:xfrm>
              <a:off x="1982373" y="2520310"/>
              <a:ext cx="14937" cy="253278"/>
            </a:xfrm>
            <a:custGeom>
              <a:rect b="b" l="l" r="r" t="t"/>
              <a:pathLst>
                <a:path extrusionOk="0" h="8495" w="501">
                  <a:moveTo>
                    <a:pt x="469" y="0"/>
                  </a:moveTo>
                  <a:cubicBezTo>
                    <a:pt x="464" y="0"/>
                    <a:pt x="458" y="5"/>
                    <a:pt x="453" y="16"/>
                  </a:cubicBezTo>
                  <a:lnTo>
                    <a:pt x="0" y="16"/>
                  </a:lnTo>
                  <a:cubicBezTo>
                    <a:pt x="48" y="16"/>
                    <a:pt x="72" y="40"/>
                    <a:pt x="72" y="64"/>
                  </a:cubicBezTo>
                  <a:lnTo>
                    <a:pt x="72" y="8494"/>
                  </a:lnTo>
                  <a:lnTo>
                    <a:pt x="500" y="8494"/>
                  </a:lnTo>
                  <a:lnTo>
                    <a:pt x="500" y="64"/>
                  </a:lnTo>
                  <a:cubicBezTo>
                    <a:pt x="500" y="46"/>
                    <a:pt x="486" y="0"/>
                    <a:pt x="469"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89"/>
            <p:cNvSpPr/>
            <p:nvPr/>
          </p:nvSpPr>
          <p:spPr>
            <a:xfrm>
              <a:off x="1958939" y="2706805"/>
              <a:ext cx="12791" cy="66786"/>
            </a:xfrm>
            <a:custGeom>
              <a:rect b="b" l="l" r="r" t="t"/>
              <a:pathLst>
                <a:path extrusionOk="0" h="2240" w="429">
                  <a:moveTo>
                    <a:pt x="0" y="1"/>
                  </a:moveTo>
                  <a:lnTo>
                    <a:pt x="0" y="2239"/>
                  </a:lnTo>
                  <a:lnTo>
                    <a:pt x="429" y="2239"/>
                  </a:lnTo>
                  <a:lnTo>
                    <a:pt x="429"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89"/>
            <p:cNvSpPr/>
            <p:nvPr/>
          </p:nvSpPr>
          <p:spPr>
            <a:xfrm>
              <a:off x="1701185" y="2773562"/>
              <a:ext cx="343678" cy="24180"/>
            </a:xfrm>
            <a:custGeom>
              <a:rect b="b" l="l" r="r" t="t"/>
              <a:pathLst>
                <a:path extrusionOk="0" h="811" w="11527">
                  <a:moveTo>
                    <a:pt x="120" y="0"/>
                  </a:moveTo>
                  <a:cubicBezTo>
                    <a:pt x="48" y="0"/>
                    <a:pt x="1" y="48"/>
                    <a:pt x="1" y="119"/>
                  </a:cubicBezTo>
                  <a:lnTo>
                    <a:pt x="1" y="691"/>
                  </a:lnTo>
                  <a:cubicBezTo>
                    <a:pt x="1" y="739"/>
                    <a:pt x="48" y="810"/>
                    <a:pt x="120" y="810"/>
                  </a:cubicBezTo>
                  <a:lnTo>
                    <a:pt x="11408" y="810"/>
                  </a:lnTo>
                  <a:cubicBezTo>
                    <a:pt x="11455" y="810"/>
                    <a:pt x="11527" y="739"/>
                    <a:pt x="11527" y="691"/>
                  </a:cubicBezTo>
                  <a:lnTo>
                    <a:pt x="11527" y="119"/>
                  </a:lnTo>
                  <a:cubicBezTo>
                    <a:pt x="11527" y="48"/>
                    <a:pt x="11455" y="0"/>
                    <a:pt x="11408" y="0"/>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89"/>
            <p:cNvSpPr/>
            <p:nvPr/>
          </p:nvSpPr>
          <p:spPr>
            <a:xfrm>
              <a:off x="2027096" y="2772846"/>
              <a:ext cx="17770" cy="23464"/>
            </a:xfrm>
            <a:custGeom>
              <a:rect b="b" l="l" r="r" t="t"/>
              <a:pathLst>
                <a:path extrusionOk="0" h="787" w="596">
                  <a:moveTo>
                    <a:pt x="0" y="1"/>
                  </a:moveTo>
                  <a:cubicBezTo>
                    <a:pt x="48" y="1"/>
                    <a:pt x="119" y="48"/>
                    <a:pt x="119" y="120"/>
                  </a:cubicBezTo>
                  <a:lnTo>
                    <a:pt x="119" y="667"/>
                  </a:lnTo>
                  <a:cubicBezTo>
                    <a:pt x="119" y="739"/>
                    <a:pt x="48" y="786"/>
                    <a:pt x="0" y="786"/>
                  </a:cubicBezTo>
                  <a:lnTo>
                    <a:pt x="477" y="786"/>
                  </a:lnTo>
                  <a:cubicBezTo>
                    <a:pt x="524" y="786"/>
                    <a:pt x="596" y="739"/>
                    <a:pt x="596" y="667"/>
                  </a:cubicBezTo>
                  <a:lnTo>
                    <a:pt x="596" y="120"/>
                  </a:lnTo>
                  <a:cubicBezTo>
                    <a:pt x="596" y="48"/>
                    <a:pt x="524"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89"/>
            <p:cNvSpPr/>
            <p:nvPr/>
          </p:nvSpPr>
          <p:spPr>
            <a:xfrm>
              <a:off x="1696921" y="2448366"/>
              <a:ext cx="354351" cy="354321"/>
            </a:xfrm>
            <a:custGeom>
              <a:rect b="b" l="l" r="r" t="t"/>
              <a:pathLst>
                <a:path extrusionOk="0" h="11884" w="11885">
                  <a:moveTo>
                    <a:pt x="2263" y="6359"/>
                  </a:moveTo>
                  <a:lnTo>
                    <a:pt x="2263" y="10717"/>
                  </a:lnTo>
                  <a:lnTo>
                    <a:pt x="1739" y="10717"/>
                  </a:lnTo>
                  <a:lnTo>
                    <a:pt x="1739" y="6359"/>
                  </a:lnTo>
                  <a:close/>
                  <a:moveTo>
                    <a:pt x="3120" y="5097"/>
                  </a:moveTo>
                  <a:lnTo>
                    <a:pt x="3120" y="10717"/>
                  </a:lnTo>
                  <a:lnTo>
                    <a:pt x="2620" y="10717"/>
                  </a:lnTo>
                  <a:lnTo>
                    <a:pt x="2620" y="5097"/>
                  </a:lnTo>
                  <a:close/>
                  <a:moveTo>
                    <a:pt x="5645" y="3858"/>
                  </a:moveTo>
                  <a:lnTo>
                    <a:pt x="5645" y="10717"/>
                  </a:lnTo>
                  <a:lnTo>
                    <a:pt x="5145" y="10717"/>
                  </a:lnTo>
                  <a:lnTo>
                    <a:pt x="5145" y="3858"/>
                  </a:lnTo>
                  <a:close/>
                  <a:moveTo>
                    <a:pt x="6526" y="7597"/>
                  </a:moveTo>
                  <a:lnTo>
                    <a:pt x="6526" y="10717"/>
                  </a:lnTo>
                  <a:lnTo>
                    <a:pt x="6002" y="10717"/>
                  </a:lnTo>
                  <a:lnTo>
                    <a:pt x="6002" y="7597"/>
                  </a:lnTo>
                  <a:close/>
                  <a:moveTo>
                    <a:pt x="7359" y="6192"/>
                  </a:moveTo>
                  <a:lnTo>
                    <a:pt x="7359" y="10717"/>
                  </a:lnTo>
                  <a:lnTo>
                    <a:pt x="6835" y="10717"/>
                  </a:lnTo>
                  <a:lnTo>
                    <a:pt x="6835" y="6192"/>
                  </a:lnTo>
                  <a:close/>
                  <a:moveTo>
                    <a:pt x="9026" y="8859"/>
                  </a:moveTo>
                  <a:lnTo>
                    <a:pt x="9026" y="10717"/>
                  </a:lnTo>
                  <a:lnTo>
                    <a:pt x="8502" y="10717"/>
                  </a:lnTo>
                  <a:lnTo>
                    <a:pt x="8502" y="8859"/>
                  </a:lnTo>
                  <a:close/>
                  <a:moveTo>
                    <a:pt x="9884" y="2596"/>
                  </a:moveTo>
                  <a:lnTo>
                    <a:pt x="9884" y="10717"/>
                  </a:lnTo>
                  <a:lnTo>
                    <a:pt x="9384" y="10717"/>
                  </a:lnTo>
                  <a:lnTo>
                    <a:pt x="9384" y="2596"/>
                  </a:lnTo>
                  <a:close/>
                  <a:moveTo>
                    <a:pt x="11479" y="11050"/>
                  </a:moveTo>
                  <a:lnTo>
                    <a:pt x="11479" y="11503"/>
                  </a:lnTo>
                  <a:lnTo>
                    <a:pt x="334" y="11503"/>
                  </a:lnTo>
                  <a:lnTo>
                    <a:pt x="334" y="11050"/>
                  </a:lnTo>
                  <a:close/>
                  <a:moveTo>
                    <a:pt x="929" y="0"/>
                  </a:moveTo>
                  <a:cubicBezTo>
                    <a:pt x="810" y="0"/>
                    <a:pt x="715" y="72"/>
                    <a:pt x="715" y="191"/>
                  </a:cubicBezTo>
                  <a:lnTo>
                    <a:pt x="715" y="1001"/>
                  </a:lnTo>
                  <a:lnTo>
                    <a:pt x="501" y="1001"/>
                  </a:lnTo>
                  <a:cubicBezTo>
                    <a:pt x="406" y="1001"/>
                    <a:pt x="334" y="1048"/>
                    <a:pt x="334" y="1144"/>
                  </a:cubicBezTo>
                  <a:cubicBezTo>
                    <a:pt x="334" y="1263"/>
                    <a:pt x="382" y="1358"/>
                    <a:pt x="501" y="1358"/>
                  </a:cubicBezTo>
                  <a:lnTo>
                    <a:pt x="715" y="1358"/>
                  </a:lnTo>
                  <a:lnTo>
                    <a:pt x="715" y="2239"/>
                  </a:lnTo>
                  <a:lnTo>
                    <a:pt x="501" y="2239"/>
                  </a:lnTo>
                  <a:cubicBezTo>
                    <a:pt x="406" y="2239"/>
                    <a:pt x="334" y="2310"/>
                    <a:pt x="334" y="2382"/>
                  </a:cubicBezTo>
                  <a:cubicBezTo>
                    <a:pt x="334" y="2501"/>
                    <a:pt x="382" y="2596"/>
                    <a:pt x="501" y="2596"/>
                  </a:cubicBezTo>
                  <a:lnTo>
                    <a:pt x="715" y="2596"/>
                  </a:lnTo>
                  <a:lnTo>
                    <a:pt x="715" y="3501"/>
                  </a:lnTo>
                  <a:lnTo>
                    <a:pt x="501" y="3501"/>
                  </a:lnTo>
                  <a:cubicBezTo>
                    <a:pt x="406" y="3501"/>
                    <a:pt x="334" y="3549"/>
                    <a:pt x="334" y="3644"/>
                  </a:cubicBezTo>
                  <a:cubicBezTo>
                    <a:pt x="334" y="3763"/>
                    <a:pt x="382" y="3858"/>
                    <a:pt x="501" y="3858"/>
                  </a:cubicBezTo>
                  <a:lnTo>
                    <a:pt x="715" y="3858"/>
                  </a:lnTo>
                  <a:lnTo>
                    <a:pt x="715" y="4739"/>
                  </a:lnTo>
                  <a:lnTo>
                    <a:pt x="501" y="4739"/>
                  </a:lnTo>
                  <a:cubicBezTo>
                    <a:pt x="406" y="4739"/>
                    <a:pt x="334" y="4811"/>
                    <a:pt x="334" y="4882"/>
                  </a:cubicBezTo>
                  <a:cubicBezTo>
                    <a:pt x="334" y="5001"/>
                    <a:pt x="382" y="5097"/>
                    <a:pt x="501" y="5097"/>
                  </a:cubicBezTo>
                  <a:lnTo>
                    <a:pt x="715" y="5097"/>
                  </a:lnTo>
                  <a:lnTo>
                    <a:pt x="715" y="6002"/>
                  </a:lnTo>
                  <a:lnTo>
                    <a:pt x="501" y="6002"/>
                  </a:lnTo>
                  <a:cubicBezTo>
                    <a:pt x="406" y="6002"/>
                    <a:pt x="334" y="6049"/>
                    <a:pt x="334" y="6145"/>
                  </a:cubicBezTo>
                  <a:cubicBezTo>
                    <a:pt x="334" y="6264"/>
                    <a:pt x="382" y="6359"/>
                    <a:pt x="501" y="6359"/>
                  </a:cubicBezTo>
                  <a:lnTo>
                    <a:pt x="715" y="6359"/>
                  </a:lnTo>
                  <a:lnTo>
                    <a:pt x="715" y="7240"/>
                  </a:lnTo>
                  <a:lnTo>
                    <a:pt x="501" y="7240"/>
                  </a:lnTo>
                  <a:cubicBezTo>
                    <a:pt x="406" y="7240"/>
                    <a:pt x="334" y="7311"/>
                    <a:pt x="334" y="7383"/>
                  </a:cubicBezTo>
                  <a:cubicBezTo>
                    <a:pt x="334" y="7502"/>
                    <a:pt x="382" y="7597"/>
                    <a:pt x="501" y="7597"/>
                  </a:cubicBezTo>
                  <a:lnTo>
                    <a:pt x="715" y="7597"/>
                  </a:lnTo>
                  <a:lnTo>
                    <a:pt x="715" y="8502"/>
                  </a:lnTo>
                  <a:lnTo>
                    <a:pt x="501" y="8502"/>
                  </a:lnTo>
                  <a:cubicBezTo>
                    <a:pt x="406" y="8502"/>
                    <a:pt x="334" y="8550"/>
                    <a:pt x="334" y="8645"/>
                  </a:cubicBezTo>
                  <a:cubicBezTo>
                    <a:pt x="334" y="8764"/>
                    <a:pt x="382" y="8859"/>
                    <a:pt x="501" y="8859"/>
                  </a:cubicBezTo>
                  <a:lnTo>
                    <a:pt x="715" y="8859"/>
                  </a:lnTo>
                  <a:lnTo>
                    <a:pt x="715" y="9741"/>
                  </a:lnTo>
                  <a:lnTo>
                    <a:pt x="501" y="9741"/>
                  </a:lnTo>
                  <a:cubicBezTo>
                    <a:pt x="406" y="9741"/>
                    <a:pt x="334" y="9812"/>
                    <a:pt x="334" y="9883"/>
                  </a:cubicBezTo>
                  <a:cubicBezTo>
                    <a:pt x="334" y="10002"/>
                    <a:pt x="382" y="10098"/>
                    <a:pt x="501" y="10098"/>
                  </a:cubicBezTo>
                  <a:lnTo>
                    <a:pt x="715" y="10098"/>
                  </a:lnTo>
                  <a:lnTo>
                    <a:pt x="715" y="10717"/>
                  </a:lnTo>
                  <a:lnTo>
                    <a:pt x="286" y="10717"/>
                  </a:lnTo>
                  <a:cubicBezTo>
                    <a:pt x="144" y="10717"/>
                    <a:pt x="1" y="10836"/>
                    <a:pt x="1" y="11026"/>
                  </a:cubicBezTo>
                  <a:lnTo>
                    <a:pt x="1" y="11598"/>
                  </a:lnTo>
                  <a:cubicBezTo>
                    <a:pt x="1" y="11741"/>
                    <a:pt x="120" y="11884"/>
                    <a:pt x="286" y="11884"/>
                  </a:cubicBezTo>
                  <a:lnTo>
                    <a:pt x="11575" y="11884"/>
                  </a:lnTo>
                  <a:cubicBezTo>
                    <a:pt x="11717" y="11884"/>
                    <a:pt x="11884" y="11765"/>
                    <a:pt x="11884" y="11598"/>
                  </a:cubicBezTo>
                  <a:lnTo>
                    <a:pt x="11884" y="11026"/>
                  </a:lnTo>
                  <a:cubicBezTo>
                    <a:pt x="11836" y="10836"/>
                    <a:pt x="11694" y="10693"/>
                    <a:pt x="11551" y="10693"/>
                  </a:cubicBezTo>
                  <a:lnTo>
                    <a:pt x="11098" y="10693"/>
                  </a:lnTo>
                  <a:lnTo>
                    <a:pt x="11098" y="9883"/>
                  </a:lnTo>
                  <a:cubicBezTo>
                    <a:pt x="11098" y="9812"/>
                    <a:pt x="11051" y="9717"/>
                    <a:pt x="10955" y="9717"/>
                  </a:cubicBezTo>
                  <a:cubicBezTo>
                    <a:pt x="10836" y="9717"/>
                    <a:pt x="10741" y="9764"/>
                    <a:pt x="10741" y="9883"/>
                  </a:cubicBezTo>
                  <a:lnTo>
                    <a:pt x="10741" y="10717"/>
                  </a:lnTo>
                  <a:lnTo>
                    <a:pt x="10241" y="10717"/>
                  </a:lnTo>
                  <a:lnTo>
                    <a:pt x="10241" y="5097"/>
                  </a:lnTo>
                  <a:lnTo>
                    <a:pt x="10741" y="5097"/>
                  </a:lnTo>
                  <a:lnTo>
                    <a:pt x="10741" y="9098"/>
                  </a:lnTo>
                  <a:cubicBezTo>
                    <a:pt x="10741" y="9169"/>
                    <a:pt x="10812" y="9264"/>
                    <a:pt x="10884" y="9264"/>
                  </a:cubicBezTo>
                  <a:cubicBezTo>
                    <a:pt x="11003" y="9264"/>
                    <a:pt x="11098" y="9217"/>
                    <a:pt x="11098" y="9098"/>
                  </a:cubicBezTo>
                  <a:lnTo>
                    <a:pt x="11098" y="4978"/>
                  </a:lnTo>
                  <a:cubicBezTo>
                    <a:pt x="11098" y="4835"/>
                    <a:pt x="10979" y="4739"/>
                    <a:pt x="10860" y="4739"/>
                  </a:cubicBezTo>
                  <a:lnTo>
                    <a:pt x="10241" y="4739"/>
                  </a:lnTo>
                  <a:lnTo>
                    <a:pt x="10241" y="2477"/>
                  </a:lnTo>
                  <a:cubicBezTo>
                    <a:pt x="10241" y="2334"/>
                    <a:pt x="10122" y="2239"/>
                    <a:pt x="10003" y="2239"/>
                  </a:cubicBezTo>
                  <a:lnTo>
                    <a:pt x="9288" y="2239"/>
                  </a:lnTo>
                  <a:cubicBezTo>
                    <a:pt x="9145" y="2239"/>
                    <a:pt x="9050" y="2358"/>
                    <a:pt x="9050" y="2477"/>
                  </a:cubicBezTo>
                  <a:lnTo>
                    <a:pt x="9050" y="8502"/>
                  </a:lnTo>
                  <a:lnTo>
                    <a:pt x="8431" y="8502"/>
                  </a:lnTo>
                  <a:cubicBezTo>
                    <a:pt x="8264" y="8502"/>
                    <a:pt x="8193" y="8621"/>
                    <a:pt x="8193" y="8740"/>
                  </a:cubicBezTo>
                  <a:lnTo>
                    <a:pt x="8193" y="10717"/>
                  </a:lnTo>
                  <a:lnTo>
                    <a:pt x="7717" y="10717"/>
                  </a:lnTo>
                  <a:lnTo>
                    <a:pt x="7717" y="6121"/>
                  </a:lnTo>
                  <a:cubicBezTo>
                    <a:pt x="7717" y="5954"/>
                    <a:pt x="7597" y="5883"/>
                    <a:pt x="7478" y="5883"/>
                  </a:cubicBezTo>
                  <a:lnTo>
                    <a:pt x="6764" y="5883"/>
                  </a:lnTo>
                  <a:cubicBezTo>
                    <a:pt x="6597" y="5883"/>
                    <a:pt x="6526" y="6002"/>
                    <a:pt x="6526" y="6121"/>
                  </a:cubicBezTo>
                  <a:lnTo>
                    <a:pt x="6526" y="7264"/>
                  </a:lnTo>
                  <a:lnTo>
                    <a:pt x="6002" y="7264"/>
                  </a:lnTo>
                  <a:lnTo>
                    <a:pt x="6002" y="3763"/>
                  </a:lnTo>
                  <a:cubicBezTo>
                    <a:pt x="6002" y="3620"/>
                    <a:pt x="5883" y="3525"/>
                    <a:pt x="5764" y="3525"/>
                  </a:cubicBezTo>
                  <a:lnTo>
                    <a:pt x="5049" y="3525"/>
                  </a:lnTo>
                  <a:cubicBezTo>
                    <a:pt x="4906" y="3525"/>
                    <a:pt x="4811" y="3644"/>
                    <a:pt x="4811" y="3763"/>
                  </a:cubicBezTo>
                  <a:lnTo>
                    <a:pt x="4811" y="10765"/>
                  </a:lnTo>
                  <a:lnTo>
                    <a:pt x="4335" y="10765"/>
                  </a:lnTo>
                  <a:lnTo>
                    <a:pt x="4335" y="1239"/>
                  </a:lnTo>
                  <a:cubicBezTo>
                    <a:pt x="4335" y="1072"/>
                    <a:pt x="4216" y="1001"/>
                    <a:pt x="4097" y="1001"/>
                  </a:cubicBezTo>
                  <a:lnTo>
                    <a:pt x="3382" y="1001"/>
                  </a:lnTo>
                  <a:cubicBezTo>
                    <a:pt x="3263" y="1001"/>
                    <a:pt x="3144" y="1072"/>
                    <a:pt x="3144" y="1286"/>
                  </a:cubicBezTo>
                  <a:lnTo>
                    <a:pt x="3144" y="2501"/>
                  </a:lnTo>
                  <a:cubicBezTo>
                    <a:pt x="3144" y="2596"/>
                    <a:pt x="3216" y="2691"/>
                    <a:pt x="3311" y="2691"/>
                  </a:cubicBezTo>
                  <a:cubicBezTo>
                    <a:pt x="3430" y="2691"/>
                    <a:pt x="3501" y="2620"/>
                    <a:pt x="3501" y="2501"/>
                  </a:cubicBezTo>
                  <a:lnTo>
                    <a:pt x="3501" y="1310"/>
                  </a:lnTo>
                  <a:lnTo>
                    <a:pt x="4025" y="1310"/>
                  </a:lnTo>
                  <a:lnTo>
                    <a:pt x="4025" y="10693"/>
                  </a:lnTo>
                  <a:lnTo>
                    <a:pt x="3501" y="10693"/>
                  </a:lnTo>
                  <a:lnTo>
                    <a:pt x="3501" y="3311"/>
                  </a:lnTo>
                  <a:cubicBezTo>
                    <a:pt x="3501" y="3215"/>
                    <a:pt x="3454" y="3144"/>
                    <a:pt x="3359" y="3144"/>
                  </a:cubicBezTo>
                  <a:cubicBezTo>
                    <a:pt x="3239" y="3144"/>
                    <a:pt x="3144" y="3192"/>
                    <a:pt x="3144" y="3311"/>
                  </a:cubicBezTo>
                  <a:lnTo>
                    <a:pt x="3144" y="4739"/>
                  </a:lnTo>
                  <a:lnTo>
                    <a:pt x="2525" y="4739"/>
                  </a:lnTo>
                  <a:cubicBezTo>
                    <a:pt x="2382" y="4739"/>
                    <a:pt x="2287" y="4859"/>
                    <a:pt x="2287" y="4978"/>
                  </a:cubicBezTo>
                  <a:lnTo>
                    <a:pt x="2287" y="6002"/>
                  </a:lnTo>
                  <a:lnTo>
                    <a:pt x="1668" y="6002"/>
                  </a:lnTo>
                  <a:cubicBezTo>
                    <a:pt x="1525" y="6002"/>
                    <a:pt x="1430" y="6121"/>
                    <a:pt x="1430" y="6240"/>
                  </a:cubicBezTo>
                  <a:lnTo>
                    <a:pt x="1430" y="10717"/>
                  </a:lnTo>
                  <a:lnTo>
                    <a:pt x="1072" y="10717"/>
                  </a:lnTo>
                  <a:lnTo>
                    <a:pt x="1072" y="191"/>
                  </a:lnTo>
                  <a:cubicBezTo>
                    <a:pt x="1072" y="96"/>
                    <a:pt x="1001"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9" name="Google Shape;19609;p89"/>
          <p:cNvGrpSpPr/>
          <p:nvPr/>
        </p:nvGrpSpPr>
        <p:grpSpPr>
          <a:xfrm>
            <a:off x="1047117" y="2994374"/>
            <a:ext cx="355756" cy="355039"/>
            <a:chOff x="1694804" y="2994374"/>
            <a:chExt cx="355756" cy="355039"/>
          </a:xfrm>
        </p:grpSpPr>
        <p:sp>
          <p:nvSpPr>
            <p:cNvPr id="19610" name="Google Shape;19610;p89"/>
            <p:cNvSpPr/>
            <p:nvPr/>
          </p:nvSpPr>
          <p:spPr>
            <a:xfrm>
              <a:off x="1800589" y="2999890"/>
              <a:ext cx="145587" cy="158169"/>
            </a:xfrm>
            <a:custGeom>
              <a:rect b="b" l="l" r="r" t="t"/>
              <a:pathLst>
                <a:path extrusionOk="0" h="5305" w="4883">
                  <a:moveTo>
                    <a:pt x="2442" y="0"/>
                  </a:moveTo>
                  <a:cubicBezTo>
                    <a:pt x="1882" y="0"/>
                    <a:pt x="1322" y="209"/>
                    <a:pt x="882" y="625"/>
                  </a:cubicBezTo>
                  <a:cubicBezTo>
                    <a:pt x="1" y="1483"/>
                    <a:pt x="1" y="2912"/>
                    <a:pt x="858" y="3769"/>
                  </a:cubicBezTo>
                  <a:lnTo>
                    <a:pt x="2382" y="5269"/>
                  </a:lnTo>
                  <a:cubicBezTo>
                    <a:pt x="2394" y="5293"/>
                    <a:pt x="2418" y="5305"/>
                    <a:pt x="2445" y="5305"/>
                  </a:cubicBezTo>
                  <a:cubicBezTo>
                    <a:pt x="2471" y="5305"/>
                    <a:pt x="2501" y="5293"/>
                    <a:pt x="2525" y="5269"/>
                  </a:cubicBezTo>
                  <a:lnTo>
                    <a:pt x="4025" y="3769"/>
                  </a:lnTo>
                  <a:cubicBezTo>
                    <a:pt x="4883" y="2912"/>
                    <a:pt x="4883" y="1483"/>
                    <a:pt x="4001" y="625"/>
                  </a:cubicBezTo>
                  <a:cubicBezTo>
                    <a:pt x="3561" y="209"/>
                    <a:pt x="3001" y="0"/>
                    <a:pt x="2442"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89"/>
            <p:cNvSpPr/>
            <p:nvPr/>
          </p:nvSpPr>
          <p:spPr>
            <a:xfrm>
              <a:off x="1800589" y="3185013"/>
              <a:ext cx="145587" cy="158198"/>
            </a:xfrm>
            <a:custGeom>
              <a:rect b="b" l="l" r="r" t="t"/>
              <a:pathLst>
                <a:path extrusionOk="0" h="5306" w="4883">
                  <a:moveTo>
                    <a:pt x="2445" y="1"/>
                  </a:moveTo>
                  <a:cubicBezTo>
                    <a:pt x="2418" y="1"/>
                    <a:pt x="2394" y="13"/>
                    <a:pt x="2382" y="37"/>
                  </a:cubicBezTo>
                  <a:lnTo>
                    <a:pt x="858" y="1537"/>
                  </a:lnTo>
                  <a:cubicBezTo>
                    <a:pt x="1" y="2394"/>
                    <a:pt x="1" y="3823"/>
                    <a:pt x="882" y="4680"/>
                  </a:cubicBezTo>
                  <a:cubicBezTo>
                    <a:pt x="1322" y="5097"/>
                    <a:pt x="1882" y="5305"/>
                    <a:pt x="2442" y="5305"/>
                  </a:cubicBezTo>
                  <a:cubicBezTo>
                    <a:pt x="3001" y="5305"/>
                    <a:pt x="3561" y="5097"/>
                    <a:pt x="4001" y="4680"/>
                  </a:cubicBezTo>
                  <a:cubicBezTo>
                    <a:pt x="4883" y="3823"/>
                    <a:pt x="4883" y="2394"/>
                    <a:pt x="4025" y="1537"/>
                  </a:cubicBezTo>
                  <a:lnTo>
                    <a:pt x="2525" y="37"/>
                  </a:lnTo>
                  <a:cubicBezTo>
                    <a:pt x="2501" y="13"/>
                    <a:pt x="2471" y="1"/>
                    <a:pt x="24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89"/>
            <p:cNvSpPr/>
            <p:nvPr/>
          </p:nvSpPr>
          <p:spPr>
            <a:xfrm>
              <a:off x="1864484" y="3000337"/>
              <a:ext cx="80978" cy="157721"/>
            </a:xfrm>
            <a:custGeom>
              <a:rect b="b" l="l" r="r" t="t"/>
              <a:pathLst>
                <a:path extrusionOk="0" h="5290" w="2716">
                  <a:moveTo>
                    <a:pt x="256" y="0"/>
                  </a:moveTo>
                  <a:cubicBezTo>
                    <a:pt x="170" y="0"/>
                    <a:pt x="85" y="5"/>
                    <a:pt x="1" y="15"/>
                  </a:cubicBezTo>
                  <a:cubicBezTo>
                    <a:pt x="477" y="39"/>
                    <a:pt x="953" y="253"/>
                    <a:pt x="1311" y="610"/>
                  </a:cubicBezTo>
                  <a:cubicBezTo>
                    <a:pt x="2216" y="1468"/>
                    <a:pt x="2216" y="2897"/>
                    <a:pt x="1334" y="3754"/>
                  </a:cubicBezTo>
                  <a:lnTo>
                    <a:pt x="25" y="5064"/>
                  </a:lnTo>
                  <a:lnTo>
                    <a:pt x="215" y="5254"/>
                  </a:lnTo>
                  <a:cubicBezTo>
                    <a:pt x="227" y="5278"/>
                    <a:pt x="245" y="5290"/>
                    <a:pt x="269" y="5290"/>
                  </a:cubicBezTo>
                  <a:cubicBezTo>
                    <a:pt x="293" y="5290"/>
                    <a:pt x="322" y="5278"/>
                    <a:pt x="358" y="5254"/>
                  </a:cubicBezTo>
                  <a:lnTo>
                    <a:pt x="1858" y="3754"/>
                  </a:lnTo>
                  <a:cubicBezTo>
                    <a:pt x="2716" y="2897"/>
                    <a:pt x="2716" y="1468"/>
                    <a:pt x="1787" y="610"/>
                  </a:cubicBezTo>
                  <a:cubicBezTo>
                    <a:pt x="1375" y="199"/>
                    <a:pt x="803" y="0"/>
                    <a:pt x="256"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89"/>
            <p:cNvSpPr/>
            <p:nvPr/>
          </p:nvSpPr>
          <p:spPr>
            <a:xfrm>
              <a:off x="1865199" y="3185013"/>
              <a:ext cx="80262" cy="157960"/>
            </a:xfrm>
            <a:custGeom>
              <a:rect b="b" l="l" r="r" t="t"/>
              <a:pathLst>
                <a:path extrusionOk="0" h="5298" w="2692">
                  <a:moveTo>
                    <a:pt x="295" y="1"/>
                  </a:moveTo>
                  <a:cubicBezTo>
                    <a:pt x="269" y="1"/>
                    <a:pt x="239" y="13"/>
                    <a:pt x="215" y="37"/>
                  </a:cubicBezTo>
                  <a:lnTo>
                    <a:pt x="48" y="227"/>
                  </a:lnTo>
                  <a:lnTo>
                    <a:pt x="1358" y="1537"/>
                  </a:lnTo>
                  <a:cubicBezTo>
                    <a:pt x="2215" y="2394"/>
                    <a:pt x="2215" y="3823"/>
                    <a:pt x="1310" y="4680"/>
                  </a:cubicBezTo>
                  <a:cubicBezTo>
                    <a:pt x="929" y="5014"/>
                    <a:pt x="477" y="5228"/>
                    <a:pt x="1" y="5276"/>
                  </a:cubicBezTo>
                  <a:cubicBezTo>
                    <a:pt x="101" y="5291"/>
                    <a:pt x="202" y="5298"/>
                    <a:pt x="302" y="5298"/>
                  </a:cubicBezTo>
                  <a:cubicBezTo>
                    <a:pt x="847" y="5298"/>
                    <a:pt x="1385" y="5082"/>
                    <a:pt x="1787" y="4680"/>
                  </a:cubicBezTo>
                  <a:cubicBezTo>
                    <a:pt x="2692" y="3823"/>
                    <a:pt x="2692" y="2394"/>
                    <a:pt x="1858" y="1537"/>
                  </a:cubicBezTo>
                  <a:lnTo>
                    <a:pt x="358" y="37"/>
                  </a:lnTo>
                  <a:cubicBezTo>
                    <a:pt x="346" y="13"/>
                    <a:pt x="322" y="1"/>
                    <a:pt x="29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89"/>
            <p:cNvSpPr/>
            <p:nvPr/>
          </p:nvSpPr>
          <p:spPr>
            <a:xfrm>
              <a:off x="1885802" y="3105943"/>
              <a:ext cx="164758" cy="132438"/>
            </a:xfrm>
            <a:custGeom>
              <a:rect b="b" l="l" r="r" t="t"/>
              <a:pathLst>
                <a:path extrusionOk="0" h="4442" w="5526">
                  <a:moveTo>
                    <a:pt x="3111" y="0"/>
                  </a:moveTo>
                  <a:cubicBezTo>
                    <a:pt x="2541" y="0"/>
                    <a:pt x="1974" y="215"/>
                    <a:pt x="1548" y="641"/>
                  </a:cubicBezTo>
                  <a:lnTo>
                    <a:pt x="72" y="2165"/>
                  </a:lnTo>
                  <a:cubicBezTo>
                    <a:pt x="0" y="2188"/>
                    <a:pt x="0" y="2236"/>
                    <a:pt x="72" y="2308"/>
                  </a:cubicBezTo>
                  <a:lnTo>
                    <a:pt x="1548" y="3784"/>
                  </a:lnTo>
                  <a:cubicBezTo>
                    <a:pt x="1974" y="4222"/>
                    <a:pt x="2541" y="4442"/>
                    <a:pt x="3112" y="4442"/>
                  </a:cubicBezTo>
                  <a:cubicBezTo>
                    <a:pt x="3690" y="4442"/>
                    <a:pt x="4272" y="4216"/>
                    <a:pt x="4716" y="3760"/>
                  </a:cubicBezTo>
                  <a:cubicBezTo>
                    <a:pt x="5525" y="2903"/>
                    <a:pt x="5525" y="1522"/>
                    <a:pt x="4716" y="664"/>
                  </a:cubicBezTo>
                  <a:cubicBezTo>
                    <a:pt x="4272" y="221"/>
                    <a:pt x="3690" y="0"/>
                    <a:pt x="311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89"/>
            <p:cNvSpPr/>
            <p:nvPr/>
          </p:nvSpPr>
          <p:spPr>
            <a:xfrm>
              <a:off x="1971014" y="3104959"/>
              <a:ext cx="79546" cy="132170"/>
            </a:xfrm>
            <a:custGeom>
              <a:rect b="b" l="l" r="r" t="t"/>
              <a:pathLst>
                <a:path extrusionOk="0" h="4433" w="2668">
                  <a:moveTo>
                    <a:pt x="181" y="0"/>
                  </a:moveTo>
                  <a:cubicBezTo>
                    <a:pt x="121" y="0"/>
                    <a:pt x="60" y="2"/>
                    <a:pt x="0" y="7"/>
                  </a:cubicBezTo>
                  <a:cubicBezTo>
                    <a:pt x="476" y="78"/>
                    <a:pt x="953" y="292"/>
                    <a:pt x="1334" y="674"/>
                  </a:cubicBezTo>
                  <a:cubicBezTo>
                    <a:pt x="2167" y="1531"/>
                    <a:pt x="2167" y="2912"/>
                    <a:pt x="1334" y="3769"/>
                  </a:cubicBezTo>
                  <a:cubicBezTo>
                    <a:pt x="953" y="4150"/>
                    <a:pt x="476" y="4365"/>
                    <a:pt x="0" y="4412"/>
                  </a:cubicBezTo>
                  <a:cubicBezTo>
                    <a:pt x="97" y="4426"/>
                    <a:pt x="194" y="4433"/>
                    <a:pt x="290" y="4433"/>
                  </a:cubicBezTo>
                  <a:cubicBezTo>
                    <a:pt x="857" y="4433"/>
                    <a:pt x="1410" y="4197"/>
                    <a:pt x="1858" y="3769"/>
                  </a:cubicBezTo>
                  <a:cubicBezTo>
                    <a:pt x="2667" y="2936"/>
                    <a:pt x="2667" y="1531"/>
                    <a:pt x="1858" y="674"/>
                  </a:cubicBezTo>
                  <a:cubicBezTo>
                    <a:pt x="1381" y="219"/>
                    <a:pt x="786" y="0"/>
                    <a:pt x="18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89"/>
            <p:cNvSpPr/>
            <p:nvPr/>
          </p:nvSpPr>
          <p:spPr>
            <a:xfrm>
              <a:off x="1694804" y="3105943"/>
              <a:ext cx="165443" cy="132438"/>
            </a:xfrm>
            <a:custGeom>
              <a:rect b="b" l="l" r="r" t="t"/>
              <a:pathLst>
                <a:path extrusionOk="0" h="4442" w="5549">
                  <a:moveTo>
                    <a:pt x="2438" y="0"/>
                  </a:moveTo>
                  <a:cubicBezTo>
                    <a:pt x="1860" y="0"/>
                    <a:pt x="1277" y="221"/>
                    <a:pt x="834" y="664"/>
                  </a:cubicBezTo>
                  <a:cubicBezTo>
                    <a:pt x="0" y="1522"/>
                    <a:pt x="0" y="2903"/>
                    <a:pt x="834" y="3760"/>
                  </a:cubicBezTo>
                  <a:cubicBezTo>
                    <a:pt x="1277" y="4216"/>
                    <a:pt x="1860" y="4442"/>
                    <a:pt x="2438" y="4442"/>
                  </a:cubicBezTo>
                  <a:cubicBezTo>
                    <a:pt x="3008" y="4442"/>
                    <a:pt x="3575" y="4222"/>
                    <a:pt x="4001" y="3784"/>
                  </a:cubicBezTo>
                  <a:lnTo>
                    <a:pt x="5478" y="2308"/>
                  </a:lnTo>
                  <a:cubicBezTo>
                    <a:pt x="5549" y="2236"/>
                    <a:pt x="5549" y="2188"/>
                    <a:pt x="5478" y="2165"/>
                  </a:cubicBezTo>
                  <a:lnTo>
                    <a:pt x="4001" y="641"/>
                  </a:lnTo>
                  <a:cubicBezTo>
                    <a:pt x="3575" y="215"/>
                    <a:pt x="3009" y="0"/>
                    <a:pt x="2438"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89"/>
            <p:cNvSpPr/>
            <p:nvPr/>
          </p:nvSpPr>
          <p:spPr>
            <a:xfrm>
              <a:off x="1829003" y="3022788"/>
              <a:ext cx="87358" cy="87358"/>
            </a:xfrm>
            <a:custGeom>
              <a:rect b="b" l="l" r="r" t="t"/>
              <a:pathLst>
                <a:path extrusionOk="0" h="2930" w="2930">
                  <a:moveTo>
                    <a:pt x="1453" y="0"/>
                  </a:moveTo>
                  <a:cubicBezTo>
                    <a:pt x="643" y="0"/>
                    <a:pt x="0" y="643"/>
                    <a:pt x="0" y="1453"/>
                  </a:cubicBezTo>
                  <a:cubicBezTo>
                    <a:pt x="0" y="2263"/>
                    <a:pt x="643" y="2929"/>
                    <a:pt x="1453" y="2929"/>
                  </a:cubicBezTo>
                  <a:cubicBezTo>
                    <a:pt x="2263" y="2929"/>
                    <a:pt x="2929" y="2263"/>
                    <a:pt x="2929" y="1453"/>
                  </a:cubicBezTo>
                  <a:cubicBezTo>
                    <a:pt x="2929" y="643"/>
                    <a:pt x="2263" y="0"/>
                    <a:pt x="1453" y="0"/>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89"/>
            <p:cNvSpPr/>
            <p:nvPr/>
          </p:nvSpPr>
          <p:spPr>
            <a:xfrm>
              <a:off x="1829003" y="3232957"/>
              <a:ext cx="87358" cy="87358"/>
            </a:xfrm>
            <a:custGeom>
              <a:rect b="b" l="l" r="r" t="t"/>
              <a:pathLst>
                <a:path extrusionOk="0" h="2930" w="2930">
                  <a:moveTo>
                    <a:pt x="1453" y="0"/>
                  </a:moveTo>
                  <a:cubicBezTo>
                    <a:pt x="643" y="0"/>
                    <a:pt x="0" y="667"/>
                    <a:pt x="0" y="1477"/>
                  </a:cubicBezTo>
                  <a:cubicBezTo>
                    <a:pt x="0" y="2263"/>
                    <a:pt x="643" y="2929"/>
                    <a:pt x="1453" y="2929"/>
                  </a:cubicBezTo>
                  <a:cubicBezTo>
                    <a:pt x="2263" y="2929"/>
                    <a:pt x="2929" y="2263"/>
                    <a:pt x="2929" y="1477"/>
                  </a:cubicBezTo>
                  <a:cubicBezTo>
                    <a:pt x="2929" y="667"/>
                    <a:pt x="2263" y="0"/>
                    <a:pt x="1453" y="0"/>
                  </a:cubicBez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89"/>
            <p:cNvSpPr/>
            <p:nvPr/>
          </p:nvSpPr>
          <p:spPr>
            <a:xfrm>
              <a:off x="1934788" y="3128573"/>
              <a:ext cx="86642" cy="86642"/>
            </a:xfrm>
            <a:custGeom>
              <a:rect b="b" l="l" r="r" t="t"/>
              <a:pathLst>
                <a:path extrusionOk="0" h="2906" w="2906">
                  <a:moveTo>
                    <a:pt x="1453" y="1"/>
                  </a:moveTo>
                  <a:cubicBezTo>
                    <a:pt x="644" y="1"/>
                    <a:pt x="1" y="644"/>
                    <a:pt x="1" y="1453"/>
                  </a:cubicBezTo>
                  <a:cubicBezTo>
                    <a:pt x="1" y="2263"/>
                    <a:pt x="644" y="2906"/>
                    <a:pt x="1453" y="2906"/>
                  </a:cubicBezTo>
                  <a:cubicBezTo>
                    <a:pt x="2263" y="2906"/>
                    <a:pt x="2906" y="2263"/>
                    <a:pt x="2906" y="1453"/>
                  </a:cubicBezTo>
                  <a:cubicBezTo>
                    <a:pt x="2906" y="644"/>
                    <a:pt x="2263" y="1"/>
                    <a:pt x="1453"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89"/>
            <p:cNvSpPr/>
            <p:nvPr/>
          </p:nvSpPr>
          <p:spPr>
            <a:xfrm>
              <a:off x="1723904" y="3128573"/>
              <a:ext cx="87358" cy="86642"/>
            </a:xfrm>
            <a:custGeom>
              <a:rect b="b" l="l" r="r" t="t"/>
              <a:pathLst>
                <a:path extrusionOk="0" h="2906" w="2930">
                  <a:moveTo>
                    <a:pt x="1477" y="1"/>
                  </a:moveTo>
                  <a:cubicBezTo>
                    <a:pt x="667" y="1"/>
                    <a:pt x="1" y="644"/>
                    <a:pt x="1" y="1453"/>
                  </a:cubicBezTo>
                  <a:cubicBezTo>
                    <a:pt x="1" y="2263"/>
                    <a:pt x="667" y="2906"/>
                    <a:pt x="1477" y="2906"/>
                  </a:cubicBezTo>
                  <a:cubicBezTo>
                    <a:pt x="2287" y="2906"/>
                    <a:pt x="2930" y="2263"/>
                    <a:pt x="2930" y="1453"/>
                  </a:cubicBezTo>
                  <a:cubicBezTo>
                    <a:pt x="2930" y="644"/>
                    <a:pt x="2287" y="1"/>
                    <a:pt x="1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89"/>
            <p:cNvSpPr/>
            <p:nvPr/>
          </p:nvSpPr>
          <p:spPr>
            <a:xfrm>
              <a:off x="1843911" y="3026336"/>
              <a:ext cx="73166" cy="83810"/>
            </a:xfrm>
            <a:custGeom>
              <a:rect b="b" l="l" r="r" t="t"/>
              <a:pathLst>
                <a:path extrusionOk="0" h="2811" w="2454">
                  <a:moveTo>
                    <a:pt x="1596" y="0"/>
                  </a:moveTo>
                  <a:cubicBezTo>
                    <a:pt x="1882" y="262"/>
                    <a:pt x="2072" y="667"/>
                    <a:pt x="2072" y="1072"/>
                  </a:cubicBezTo>
                  <a:cubicBezTo>
                    <a:pt x="2072" y="1882"/>
                    <a:pt x="1405" y="2525"/>
                    <a:pt x="596" y="2525"/>
                  </a:cubicBezTo>
                  <a:cubicBezTo>
                    <a:pt x="381" y="2525"/>
                    <a:pt x="191" y="2501"/>
                    <a:pt x="0" y="2406"/>
                  </a:cubicBezTo>
                  <a:lnTo>
                    <a:pt x="0" y="2406"/>
                  </a:lnTo>
                  <a:cubicBezTo>
                    <a:pt x="238" y="2644"/>
                    <a:pt x="596" y="2810"/>
                    <a:pt x="977" y="2810"/>
                  </a:cubicBezTo>
                  <a:cubicBezTo>
                    <a:pt x="1786" y="2810"/>
                    <a:pt x="2453" y="2144"/>
                    <a:pt x="2453" y="1334"/>
                  </a:cubicBezTo>
                  <a:cubicBezTo>
                    <a:pt x="2453" y="739"/>
                    <a:pt x="2096" y="238"/>
                    <a:pt x="15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89"/>
            <p:cNvSpPr/>
            <p:nvPr/>
          </p:nvSpPr>
          <p:spPr>
            <a:xfrm>
              <a:off x="1843911" y="3236504"/>
              <a:ext cx="73166" cy="83810"/>
            </a:xfrm>
            <a:custGeom>
              <a:rect b="b" l="l" r="r" t="t"/>
              <a:pathLst>
                <a:path extrusionOk="0" h="2811" w="2454">
                  <a:moveTo>
                    <a:pt x="1596" y="0"/>
                  </a:moveTo>
                  <a:cubicBezTo>
                    <a:pt x="1882" y="286"/>
                    <a:pt x="2072" y="667"/>
                    <a:pt x="2072" y="1072"/>
                  </a:cubicBezTo>
                  <a:cubicBezTo>
                    <a:pt x="2072" y="1882"/>
                    <a:pt x="1405" y="2549"/>
                    <a:pt x="596" y="2549"/>
                  </a:cubicBezTo>
                  <a:cubicBezTo>
                    <a:pt x="381" y="2549"/>
                    <a:pt x="191" y="2501"/>
                    <a:pt x="0" y="2429"/>
                  </a:cubicBezTo>
                  <a:lnTo>
                    <a:pt x="0" y="2429"/>
                  </a:lnTo>
                  <a:cubicBezTo>
                    <a:pt x="238" y="2668"/>
                    <a:pt x="596" y="2810"/>
                    <a:pt x="977" y="2810"/>
                  </a:cubicBezTo>
                  <a:cubicBezTo>
                    <a:pt x="1786" y="2810"/>
                    <a:pt x="2453" y="2144"/>
                    <a:pt x="2453" y="1358"/>
                  </a:cubicBezTo>
                  <a:cubicBezTo>
                    <a:pt x="2453" y="762"/>
                    <a:pt x="2096" y="239"/>
                    <a:pt x="15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89"/>
            <p:cNvSpPr/>
            <p:nvPr/>
          </p:nvSpPr>
          <p:spPr>
            <a:xfrm>
              <a:off x="1948980" y="3132121"/>
              <a:ext cx="72450" cy="83094"/>
            </a:xfrm>
            <a:custGeom>
              <a:rect b="b" l="l" r="r" t="t"/>
              <a:pathLst>
                <a:path extrusionOk="0" h="2787" w="2430">
                  <a:moveTo>
                    <a:pt x="1573" y="1"/>
                  </a:moveTo>
                  <a:lnTo>
                    <a:pt x="1573" y="1"/>
                  </a:lnTo>
                  <a:cubicBezTo>
                    <a:pt x="1882" y="263"/>
                    <a:pt x="2049" y="644"/>
                    <a:pt x="2049" y="1072"/>
                  </a:cubicBezTo>
                  <a:cubicBezTo>
                    <a:pt x="2049" y="1882"/>
                    <a:pt x="1406" y="2525"/>
                    <a:pt x="596" y="2525"/>
                  </a:cubicBezTo>
                  <a:cubicBezTo>
                    <a:pt x="382" y="2525"/>
                    <a:pt x="168" y="2501"/>
                    <a:pt x="1" y="2406"/>
                  </a:cubicBezTo>
                  <a:lnTo>
                    <a:pt x="1" y="2406"/>
                  </a:lnTo>
                  <a:cubicBezTo>
                    <a:pt x="239" y="2644"/>
                    <a:pt x="596" y="2787"/>
                    <a:pt x="977" y="2787"/>
                  </a:cubicBezTo>
                  <a:cubicBezTo>
                    <a:pt x="1787" y="2787"/>
                    <a:pt x="2430" y="2144"/>
                    <a:pt x="2430" y="1334"/>
                  </a:cubicBezTo>
                  <a:cubicBezTo>
                    <a:pt x="2430" y="739"/>
                    <a:pt x="2073" y="215"/>
                    <a:pt x="1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89"/>
            <p:cNvSpPr/>
            <p:nvPr/>
          </p:nvSpPr>
          <p:spPr>
            <a:xfrm>
              <a:off x="1738096" y="3132121"/>
              <a:ext cx="73166" cy="83094"/>
            </a:xfrm>
            <a:custGeom>
              <a:rect b="b" l="l" r="r" t="t"/>
              <a:pathLst>
                <a:path extrusionOk="0" h="2787" w="2454">
                  <a:moveTo>
                    <a:pt x="1596" y="1"/>
                  </a:moveTo>
                  <a:cubicBezTo>
                    <a:pt x="1882" y="263"/>
                    <a:pt x="2073" y="644"/>
                    <a:pt x="2073" y="1072"/>
                  </a:cubicBezTo>
                  <a:cubicBezTo>
                    <a:pt x="2073" y="1882"/>
                    <a:pt x="1406" y="2525"/>
                    <a:pt x="596" y="2525"/>
                  </a:cubicBezTo>
                  <a:cubicBezTo>
                    <a:pt x="406" y="2525"/>
                    <a:pt x="191" y="2501"/>
                    <a:pt x="1" y="2406"/>
                  </a:cubicBezTo>
                  <a:lnTo>
                    <a:pt x="1" y="2406"/>
                  </a:lnTo>
                  <a:cubicBezTo>
                    <a:pt x="239" y="2644"/>
                    <a:pt x="596" y="2787"/>
                    <a:pt x="1001" y="2787"/>
                  </a:cubicBezTo>
                  <a:cubicBezTo>
                    <a:pt x="1787" y="2787"/>
                    <a:pt x="2454" y="2144"/>
                    <a:pt x="2454" y="1334"/>
                  </a:cubicBezTo>
                  <a:cubicBezTo>
                    <a:pt x="2454" y="739"/>
                    <a:pt x="2097" y="215"/>
                    <a:pt x="15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89"/>
            <p:cNvSpPr/>
            <p:nvPr/>
          </p:nvSpPr>
          <p:spPr>
            <a:xfrm>
              <a:off x="1694804" y="3101590"/>
              <a:ext cx="169707" cy="142039"/>
            </a:xfrm>
            <a:custGeom>
              <a:rect b="b" l="l" r="r" t="t"/>
              <a:pathLst>
                <a:path extrusionOk="0" h="4764" w="5692">
                  <a:moveTo>
                    <a:pt x="2405" y="286"/>
                  </a:moveTo>
                  <a:cubicBezTo>
                    <a:pt x="2953" y="286"/>
                    <a:pt x="3453" y="477"/>
                    <a:pt x="3834" y="882"/>
                  </a:cubicBezTo>
                  <a:lnTo>
                    <a:pt x="5263" y="2311"/>
                  </a:lnTo>
                  <a:lnTo>
                    <a:pt x="3834" y="3739"/>
                  </a:lnTo>
                  <a:cubicBezTo>
                    <a:pt x="3501" y="4168"/>
                    <a:pt x="2953" y="4382"/>
                    <a:pt x="2405" y="4382"/>
                  </a:cubicBezTo>
                  <a:cubicBezTo>
                    <a:pt x="1882" y="4382"/>
                    <a:pt x="1358" y="4144"/>
                    <a:pt x="953" y="3763"/>
                  </a:cubicBezTo>
                  <a:cubicBezTo>
                    <a:pt x="596" y="3382"/>
                    <a:pt x="381" y="2858"/>
                    <a:pt x="381" y="2334"/>
                  </a:cubicBezTo>
                  <a:cubicBezTo>
                    <a:pt x="381" y="1787"/>
                    <a:pt x="596" y="1287"/>
                    <a:pt x="953" y="906"/>
                  </a:cubicBezTo>
                  <a:cubicBezTo>
                    <a:pt x="1334" y="525"/>
                    <a:pt x="1858" y="286"/>
                    <a:pt x="2405" y="286"/>
                  </a:cubicBezTo>
                  <a:close/>
                  <a:moveTo>
                    <a:pt x="2382" y="1"/>
                  </a:moveTo>
                  <a:cubicBezTo>
                    <a:pt x="1739" y="1"/>
                    <a:pt x="1143" y="286"/>
                    <a:pt x="691" y="715"/>
                  </a:cubicBezTo>
                  <a:cubicBezTo>
                    <a:pt x="238" y="1168"/>
                    <a:pt x="0" y="1763"/>
                    <a:pt x="0" y="2382"/>
                  </a:cubicBezTo>
                  <a:cubicBezTo>
                    <a:pt x="0" y="3025"/>
                    <a:pt x="238" y="3620"/>
                    <a:pt x="691" y="4049"/>
                  </a:cubicBezTo>
                  <a:cubicBezTo>
                    <a:pt x="1143" y="4525"/>
                    <a:pt x="1739" y="4764"/>
                    <a:pt x="2382" y="4764"/>
                  </a:cubicBezTo>
                  <a:lnTo>
                    <a:pt x="2405" y="4764"/>
                  </a:lnTo>
                  <a:cubicBezTo>
                    <a:pt x="3048" y="4764"/>
                    <a:pt x="3668" y="4525"/>
                    <a:pt x="4120" y="4097"/>
                  </a:cubicBezTo>
                  <a:lnTo>
                    <a:pt x="5597" y="2573"/>
                  </a:lnTo>
                  <a:cubicBezTo>
                    <a:pt x="5668" y="2501"/>
                    <a:pt x="5692" y="2430"/>
                    <a:pt x="5692" y="2334"/>
                  </a:cubicBezTo>
                  <a:cubicBezTo>
                    <a:pt x="5692" y="2263"/>
                    <a:pt x="5668" y="2215"/>
                    <a:pt x="5597" y="2192"/>
                  </a:cubicBezTo>
                  <a:lnTo>
                    <a:pt x="4120" y="691"/>
                  </a:lnTo>
                  <a:cubicBezTo>
                    <a:pt x="3668" y="239"/>
                    <a:pt x="3072" y="1"/>
                    <a:pt x="2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89"/>
            <p:cNvSpPr/>
            <p:nvPr/>
          </p:nvSpPr>
          <p:spPr>
            <a:xfrm>
              <a:off x="1718925" y="3122908"/>
              <a:ext cx="98032" cy="98002"/>
            </a:xfrm>
            <a:custGeom>
              <a:rect b="b" l="l" r="r" t="t"/>
              <a:pathLst>
                <a:path extrusionOk="0" h="3287" w="3288">
                  <a:moveTo>
                    <a:pt x="1644" y="357"/>
                  </a:moveTo>
                  <a:cubicBezTo>
                    <a:pt x="2359" y="357"/>
                    <a:pt x="2930" y="929"/>
                    <a:pt x="2930" y="1643"/>
                  </a:cubicBezTo>
                  <a:cubicBezTo>
                    <a:pt x="2930" y="2358"/>
                    <a:pt x="2359" y="2929"/>
                    <a:pt x="1644" y="2929"/>
                  </a:cubicBezTo>
                  <a:cubicBezTo>
                    <a:pt x="930" y="2929"/>
                    <a:pt x="358" y="2358"/>
                    <a:pt x="358" y="1643"/>
                  </a:cubicBezTo>
                  <a:cubicBezTo>
                    <a:pt x="358" y="929"/>
                    <a:pt x="930" y="357"/>
                    <a:pt x="1644" y="357"/>
                  </a:cubicBezTo>
                  <a:close/>
                  <a:moveTo>
                    <a:pt x="1644" y="0"/>
                  </a:moveTo>
                  <a:cubicBezTo>
                    <a:pt x="739" y="0"/>
                    <a:pt x="1" y="762"/>
                    <a:pt x="1" y="1643"/>
                  </a:cubicBezTo>
                  <a:cubicBezTo>
                    <a:pt x="1" y="2548"/>
                    <a:pt x="739" y="3286"/>
                    <a:pt x="1644" y="3286"/>
                  </a:cubicBezTo>
                  <a:cubicBezTo>
                    <a:pt x="2525" y="3286"/>
                    <a:pt x="3287" y="2548"/>
                    <a:pt x="3287" y="1643"/>
                  </a:cubicBezTo>
                  <a:cubicBezTo>
                    <a:pt x="3287" y="715"/>
                    <a:pt x="2525" y="0"/>
                    <a:pt x="1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89"/>
            <p:cNvSpPr/>
            <p:nvPr/>
          </p:nvSpPr>
          <p:spPr>
            <a:xfrm>
              <a:off x="1797757" y="3179706"/>
              <a:ext cx="144871" cy="169707"/>
            </a:xfrm>
            <a:custGeom>
              <a:rect b="b" l="l" r="r" t="t"/>
              <a:pathLst>
                <a:path extrusionOk="0" h="5692" w="4859">
                  <a:moveTo>
                    <a:pt x="2501" y="0"/>
                  </a:moveTo>
                  <a:cubicBezTo>
                    <a:pt x="2429" y="0"/>
                    <a:pt x="2358" y="48"/>
                    <a:pt x="2310" y="95"/>
                  </a:cubicBezTo>
                  <a:lnTo>
                    <a:pt x="810" y="1596"/>
                  </a:lnTo>
                  <a:cubicBezTo>
                    <a:pt x="238" y="2144"/>
                    <a:pt x="0" y="2953"/>
                    <a:pt x="143" y="3763"/>
                  </a:cubicBezTo>
                  <a:cubicBezTo>
                    <a:pt x="191" y="3858"/>
                    <a:pt x="286" y="3906"/>
                    <a:pt x="358" y="3906"/>
                  </a:cubicBezTo>
                  <a:cubicBezTo>
                    <a:pt x="453" y="3882"/>
                    <a:pt x="524" y="3787"/>
                    <a:pt x="524" y="3691"/>
                  </a:cubicBezTo>
                  <a:cubicBezTo>
                    <a:pt x="358" y="3025"/>
                    <a:pt x="572" y="2334"/>
                    <a:pt x="1072" y="1858"/>
                  </a:cubicBezTo>
                  <a:lnTo>
                    <a:pt x="2501" y="429"/>
                  </a:lnTo>
                  <a:lnTo>
                    <a:pt x="3930" y="1858"/>
                  </a:lnTo>
                  <a:cubicBezTo>
                    <a:pt x="4311" y="2239"/>
                    <a:pt x="4525" y="2739"/>
                    <a:pt x="4525" y="3310"/>
                  </a:cubicBezTo>
                  <a:cubicBezTo>
                    <a:pt x="4525" y="3834"/>
                    <a:pt x="4287" y="4382"/>
                    <a:pt x="3906" y="4763"/>
                  </a:cubicBezTo>
                  <a:cubicBezTo>
                    <a:pt x="3525" y="5120"/>
                    <a:pt x="3025" y="5335"/>
                    <a:pt x="2477" y="5335"/>
                  </a:cubicBezTo>
                  <a:cubicBezTo>
                    <a:pt x="1953" y="5335"/>
                    <a:pt x="1429" y="5120"/>
                    <a:pt x="1048" y="4763"/>
                  </a:cubicBezTo>
                  <a:cubicBezTo>
                    <a:pt x="929" y="4644"/>
                    <a:pt x="834" y="4525"/>
                    <a:pt x="762" y="4406"/>
                  </a:cubicBezTo>
                  <a:cubicBezTo>
                    <a:pt x="719" y="4348"/>
                    <a:pt x="667" y="4317"/>
                    <a:pt x="617" y="4317"/>
                  </a:cubicBezTo>
                  <a:cubicBezTo>
                    <a:pt x="584" y="4317"/>
                    <a:pt x="552" y="4330"/>
                    <a:pt x="524" y="4358"/>
                  </a:cubicBezTo>
                  <a:cubicBezTo>
                    <a:pt x="429" y="4406"/>
                    <a:pt x="405" y="4501"/>
                    <a:pt x="453" y="4596"/>
                  </a:cubicBezTo>
                  <a:cubicBezTo>
                    <a:pt x="548" y="4739"/>
                    <a:pt x="667" y="4882"/>
                    <a:pt x="810" y="5001"/>
                  </a:cubicBezTo>
                  <a:cubicBezTo>
                    <a:pt x="1262" y="5454"/>
                    <a:pt x="1858" y="5692"/>
                    <a:pt x="2477" y="5692"/>
                  </a:cubicBezTo>
                  <a:cubicBezTo>
                    <a:pt x="3096" y="5692"/>
                    <a:pt x="3692" y="5454"/>
                    <a:pt x="4144" y="5001"/>
                  </a:cubicBezTo>
                  <a:cubicBezTo>
                    <a:pt x="4620" y="4549"/>
                    <a:pt x="4858" y="3953"/>
                    <a:pt x="4858" y="3310"/>
                  </a:cubicBezTo>
                  <a:cubicBezTo>
                    <a:pt x="4858" y="2644"/>
                    <a:pt x="4620" y="2048"/>
                    <a:pt x="4168" y="1620"/>
                  </a:cubicBezTo>
                  <a:lnTo>
                    <a:pt x="2715" y="95"/>
                  </a:lnTo>
                  <a:cubicBezTo>
                    <a:pt x="2668" y="48"/>
                    <a:pt x="2596" y="0"/>
                    <a:pt x="2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89"/>
            <p:cNvSpPr/>
            <p:nvPr/>
          </p:nvSpPr>
          <p:spPr>
            <a:xfrm>
              <a:off x="1824024" y="3227977"/>
              <a:ext cx="97316" cy="97316"/>
            </a:xfrm>
            <a:custGeom>
              <a:rect b="b" l="l" r="r" t="t"/>
              <a:pathLst>
                <a:path extrusionOk="0" h="3264" w="3264">
                  <a:moveTo>
                    <a:pt x="1620" y="358"/>
                  </a:moveTo>
                  <a:cubicBezTo>
                    <a:pt x="2334" y="358"/>
                    <a:pt x="2906" y="929"/>
                    <a:pt x="2906" y="1644"/>
                  </a:cubicBezTo>
                  <a:cubicBezTo>
                    <a:pt x="2906" y="2334"/>
                    <a:pt x="2334" y="2906"/>
                    <a:pt x="1620" y="2906"/>
                  </a:cubicBezTo>
                  <a:cubicBezTo>
                    <a:pt x="905" y="2906"/>
                    <a:pt x="358" y="2334"/>
                    <a:pt x="358" y="1644"/>
                  </a:cubicBezTo>
                  <a:cubicBezTo>
                    <a:pt x="358" y="929"/>
                    <a:pt x="953" y="358"/>
                    <a:pt x="1620" y="358"/>
                  </a:cubicBezTo>
                  <a:close/>
                  <a:moveTo>
                    <a:pt x="1620" y="1"/>
                  </a:moveTo>
                  <a:cubicBezTo>
                    <a:pt x="739" y="1"/>
                    <a:pt x="0" y="739"/>
                    <a:pt x="0" y="1644"/>
                  </a:cubicBezTo>
                  <a:cubicBezTo>
                    <a:pt x="0" y="2525"/>
                    <a:pt x="739" y="3263"/>
                    <a:pt x="1620" y="3263"/>
                  </a:cubicBezTo>
                  <a:cubicBezTo>
                    <a:pt x="2525" y="3263"/>
                    <a:pt x="3263" y="2525"/>
                    <a:pt x="3263" y="1644"/>
                  </a:cubicBezTo>
                  <a:cubicBezTo>
                    <a:pt x="3263" y="739"/>
                    <a:pt x="2525" y="1"/>
                    <a:pt x="1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89"/>
            <p:cNvSpPr/>
            <p:nvPr/>
          </p:nvSpPr>
          <p:spPr>
            <a:xfrm>
              <a:off x="1881538" y="3100875"/>
              <a:ext cx="169021" cy="142039"/>
            </a:xfrm>
            <a:custGeom>
              <a:rect b="b" l="l" r="r" t="t"/>
              <a:pathLst>
                <a:path extrusionOk="0" h="4764" w="5669">
                  <a:moveTo>
                    <a:pt x="3263" y="358"/>
                  </a:moveTo>
                  <a:cubicBezTo>
                    <a:pt x="3811" y="358"/>
                    <a:pt x="4335" y="572"/>
                    <a:pt x="4740" y="977"/>
                  </a:cubicBezTo>
                  <a:cubicBezTo>
                    <a:pt x="5097" y="1382"/>
                    <a:pt x="5287" y="1882"/>
                    <a:pt x="5287" y="2406"/>
                  </a:cubicBezTo>
                  <a:cubicBezTo>
                    <a:pt x="5287" y="2930"/>
                    <a:pt x="5073" y="3406"/>
                    <a:pt x="4740" y="3787"/>
                  </a:cubicBezTo>
                  <a:cubicBezTo>
                    <a:pt x="4335" y="4168"/>
                    <a:pt x="3835" y="4406"/>
                    <a:pt x="3263" y="4406"/>
                  </a:cubicBezTo>
                  <a:cubicBezTo>
                    <a:pt x="2739" y="4406"/>
                    <a:pt x="2191" y="4192"/>
                    <a:pt x="1810" y="3811"/>
                  </a:cubicBezTo>
                  <a:lnTo>
                    <a:pt x="381" y="2382"/>
                  </a:lnTo>
                  <a:lnTo>
                    <a:pt x="1810" y="953"/>
                  </a:lnTo>
                  <a:cubicBezTo>
                    <a:pt x="2191" y="572"/>
                    <a:pt x="2691" y="358"/>
                    <a:pt x="3263" y="358"/>
                  </a:cubicBezTo>
                  <a:close/>
                  <a:moveTo>
                    <a:pt x="3263" y="1"/>
                  </a:moveTo>
                  <a:cubicBezTo>
                    <a:pt x="2620" y="1"/>
                    <a:pt x="2025" y="239"/>
                    <a:pt x="1572" y="691"/>
                  </a:cubicBezTo>
                  <a:lnTo>
                    <a:pt x="96" y="2168"/>
                  </a:lnTo>
                  <a:cubicBezTo>
                    <a:pt x="24" y="2239"/>
                    <a:pt x="0" y="2287"/>
                    <a:pt x="0" y="2382"/>
                  </a:cubicBezTo>
                  <a:cubicBezTo>
                    <a:pt x="0" y="2478"/>
                    <a:pt x="24" y="2525"/>
                    <a:pt x="96" y="2597"/>
                  </a:cubicBezTo>
                  <a:lnTo>
                    <a:pt x="1572" y="4073"/>
                  </a:lnTo>
                  <a:cubicBezTo>
                    <a:pt x="2025" y="4526"/>
                    <a:pt x="2620" y="4764"/>
                    <a:pt x="3263" y="4764"/>
                  </a:cubicBezTo>
                  <a:lnTo>
                    <a:pt x="3287" y="4764"/>
                  </a:lnTo>
                  <a:cubicBezTo>
                    <a:pt x="3954" y="4764"/>
                    <a:pt x="4549" y="4502"/>
                    <a:pt x="5001" y="4049"/>
                  </a:cubicBezTo>
                  <a:cubicBezTo>
                    <a:pt x="5454" y="3597"/>
                    <a:pt x="5668" y="3001"/>
                    <a:pt x="5668" y="2382"/>
                  </a:cubicBezTo>
                  <a:cubicBezTo>
                    <a:pt x="5668" y="1763"/>
                    <a:pt x="5406" y="1168"/>
                    <a:pt x="4978" y="715"/>
                  </a:cubicBezTo>
                  <a:cubicBezTo>
                    <a:pt x="4525" y="239"/>
                    <a:pt x="3930" y="1"/>
                    <a:pt x="3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89"/>
            <p:cNvSpPr/>
            <p:nvPr/>
          </p:nvSpPr>
          <p:spPr>
            <a:xfrm>
              <a:off x="1931240" y="3122908"/>
              <a:ext cx="97286" cy="97286"/>
            </a:xfrm>
            <a:custGeom>
              <a:rect b="b" l="l" r="r" t="t"/>
              <a:pathLst>
                <a:path extrusionOk="0" h="3263" w="3263">
                  <a:moveTo>
                    <a:pt x="1572" y="0"/>
                  </a:moveTo>
                  <a:cubicBezTo>
                    <a:pt x="1334" y="0"/>
                    <a:pt x="1120" y="72"/>
                    <a:pt x="929" y="167"/>
                  </a:cubicBezTo>
                  <a:cubicBezTo>
                    <a:pt x="834" y="191"/>
                    <a:pt x="810" y="310"/>
                    <a:pt x="834" y="405"/>
                  </a:cubicBezTo>
                  <a:cubicBezTo>
                    <a:pt x="852" y="459"/>
                    <a:pt x="923" y="485"/>
                    <a:pt x="998" y="485"/>
                  </a:cubicBezTo>
                  <a:cubicBezTo>
                    <a:pt x="1023" y="485"/>
                    <a:pt x="1048" y="482"/>
                    <a:pt x="1072" y="476"/>
                  </a:cubicBezTo>
                  <a:cubicBezTo>
                    <a:pt x="1239" y="405"/>
                    <a:pt x="1429" y="357"/>
                    <a:pt x="1596" y="357"/>
                  </a:cubicBezTo>
                  <a:cubicBezTo>
                    <a:pt x="2310" y="357"/>
                    <a:pt x="2882" y="929"/>
                    <a:pt x="2882" y="1643"/>
                  </a:cubicBezTo>
                  <a:cubicBezTo>
                    <a:pt x="2882" y="2358"/>
                    <a:pt x="2310" y="2929"/>
                    <a:pt x="1596" y="2929"/>
                  </a:cubicBezTo>
                  <a:cubicBezTo>
                    <a:pt x="882" y="2929"/>
                    <a:pt x="334" y="2358"/>
                    <a:pt x="334" y="1643"/>
                  </a:cubicBezTo>
                  <a:cubicBezTo>
                    <a:pt x="334" y="1381"/>
                    <a:pt x="405" y="1143"/>
                    <a:pt x="572" y="905"/>
                  </a:cubicBezTo>
                  <a:cubicBezTo>
                    <a:pt x="620" y="810"/>
                    <a:pt x="596" y="715"/>
                    <a:pt x="524" y="667"/>
                  </a:cubicBezTo>
                  <a:cubicBezTo>
                    <a:pt x="494" y="637"/>
                    <a:pt x="460" y="624"/>
                    <a:pt x="426" y="624"/>
                  </a:cubicBezTo>
                  <a:cubicBezTo>
                    <a:pt x="377" y="624"/>
                    <a:pt x="328" y="649"/>
                    <a:pt x="286" y="691"/>
                  </a:cubicBezTo>
                  <a:cubicBezTo>
                    <a:pt x="120" y="953"/>
                    <a:pt x="0" y="1286"/>
                    <a:pt x="0" y="1619"/>
                  </a:cubicBezTo>
                  <a:cubicBezTo>
                    <a:pt x="0" y="2501"/>
                    <a:pt x="739" y="3263"/>
                    <a:pt x="1644" y="3263"/>
                  </a:cubicBezTo>
                  <a:cubicBezTo>
                    <a:pt x="2525" y="3263"/>
                    <a:pt x="3263" y="2501"/>
                    <a:pt x="3263" y="1619"/>
                  </a:cubicBezTo>
                  <a:cubicBezTo>
                    <a:pt x="3215" y="715"/>
                    <a:pt x="2477" y="0"/>
                    <a:pt x="1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89"/>
            <p:cNvSpPr/>
            <p:nvPr/>
          </p:nvSpPr>
          <p:spPr>
            <a:xfrm>
              <a:off x="1802736" y="2994374"/>
              <a:ext cx="142724" cy="169021"/>
            </a:xfrm>
            <a:custGeom>
              <a:rect b="b" l="l" r="r" t="t"/>
              <a:pathLst>
                <a:path extrusionOk="0" h="5669" w="4787">
                  <a:moveTo>
                    <a:pt x="2358" y="358"/>
                  </a:moveTo>
                  <a:cubicBezTo>
                    <a:pt x="2905" y="358"/>
                    <a:pt x="3405" y="572"/>
                    <a:pt x="3787" y="929"/>
                  </a:cubicBezTo>
                  <a:cubicBezTo>
                    <a:pt x="4191" y="1310"/>
                    <a:pt x="4430" y="1811"/>
                    <a:pt x="4430" y="2382"/>
                  </a:cubicBezTo>
                  <a:cubicBezTo>
                    <a:pt x="4430" y="2930"/>
                    <a:pt x="4215" y="3454"/>
                    <a:pt x="3834" y="3835"/>
                  </a:cubicBezTo>
                  <a:lnTo>
                    <a:pt x="2405" y="5264"/>
                  </a:lnTo>
                  <a:lnTo>
                    <a:pt x="976" y="3835"/>
                  </a:lnTo>
                  <a:cubicBezTo>
                    <a:pt x="572" y="3454"/>
                    <a:pt x="381" y="2954"/>
                    <a:pt x="381" y="2382"/>
                  </a:cubicBezTo>
                  <a:cubicBezTo>
                    <a:pt x="310" y="1811"/>
                    <a:pt x="548" y="1310"/>
                    <a:pt x="953" y="929"/>
                  </a:cubicBezTo>
                  <a:cubicBezTo>
                    <a:pt x="1334" y="572"/>
                    <a:pt x="1834" y="358"/>
                    <a:pt x="2358" y="358"/>
                  </a:cubicBezTo>
                  <a:close/>
                  <a:moveTo>
                    <a:pt x="2381" y="1"/>
                  </a:moveTo>
                  <a:cubicBezTo>
                    <a:pt x="1738" y="1"/>
                    <a:pt x="1143" y="239"/>
                    <a:pt x="714" y="691"/>
                  </a:cubicBezTo>
                  <a:cubicBezTo>
                    <a:pt x="238" y="1144"/>
                    <a:pt x="0" y="1739"/>
                    <a:pt x="0" y="2382"/>
                  </a:cubicBezTo>
                  <a:cubicBezTo>
                    <a:pt x="0" y="3049"/>
                    <a:pt x="238" y="3644"/>
                    <a:pt x="667" y="4073"/>
                  </a:cubicBezTo>
                  <a:lnTo>
                    <a:pt x="2167" y="5573"/>
                  </a:lnTo>
                  <a:cubicBezTo>
                    <a:pt x="2215" y="5621"/>
                    <a:pt x="2286" y="5668"/>
                    <a:pt x="2381" y="5668"/>
                  </a:cubicBezTo>
                  <a:cubicBezTo>
                    <a:pt x="2453" y="5668"/>
                    <a:pt x="2524" y="5621"/>
                    <a:pt x="2572" y="5573"/>
                  </a:cubicBezTo>
                  <a:lnTo>
                    <a:pt x="4072" y="4073"/>
                  </a:lnTo>
                  <a:cubicBezTo>
                    <a:pt x="4525" y="3644"/>
                    <a:pt x="4787" y="3001"/>
                    <a:pt x="4763" y="2382"/>
                  </a:cubicBezTo>
                  <a:cubicBezTo>
                    <a:pt x="4763" y="1739"/>
                    <a:pt x="4477" y="1144"/>
                    <a:pt x="4048" y="691"/>
                  </a:cubicBezTo>
                  <a:cubicBezTo>
                    <a:pt x="3596" y="239"/>
                    <a:pt x="3001" y="1"/>
                    <a:pt x="23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89"/>
            <p:cNvSpPr/>
            <p:nvPr/>
          </p:nvSpPr>
          <p:spPr>
            <a:xfrm>
              <a:off x="1824024" y="3017809"/>
              <a:ext cx="97316" cy="97316"/>
            </a:xfrm>
            <a:custGeom>
              <a:rect b="b" l="l" r="r" t="t"/>
              <a:pathLst>
                <a:path extrusionOk="0" h="3264" w="3264">
                  <a:moveTo>
                    <a:pt x="1620" y="358"/>
                  </a:moveTo>
                  <a:cubicBezTo>
                    <a:pt x="2334" y="358"/>
                    <a:pt x="2906" y="905"/>
                    <a:pt x="2906" y="1620"/>
                  </a:cubicBezTo>
                  <a:cubicBezTo>
                    <a:pt x="2906" y="2334"/>
                    <a:pt x="2334" y="2906"/>
                    <a:pt x="1620" y="2906"/>
                  </a:cubicBezTo>
                  <a:cubicBezTo>
                    <a:pt x="905" y="2906"/>
                    <a:pt x="358" y="2334"/>
                    <a:pt x="358" y="1620"/>
                  </a:cubicBezTo>
                  <a:cubicBezTo>
                    <a:pt x="358" y="905"/>
                    <a:pt x="953" y="358"/>
                    <a:pt x="1620" y="358"/>
                  </a:cubicBezTo>
                  <a:close/>
                  <a:moveTo>
                    <a:pt x="1620" y="1"/>
                  </a:moveTo>
                  <a:cubicBezTo>
                    <a:pt x="739" y="1"/>
                    <a:pt x="0" y="739"/>
                    <a:pt x="0" y="1620"/>
                  </a:cubicBezTo>
                  <a:cubicBezTo>
                    <a:pt x="24" y="2525"/>
                    <a:pt x="739" y="3263"/>
                    <a:pt x="1620" y="3263"/>
                  </a:cubicBezTo>
                  <a:cubicBezTo>
                    <a:pt x="2525" y="3263"/>
                    <a:pt x="3263" y="2525"/>
                    <a:pt x="3263" y="1620"/>
                  </a:cubicBezTo>
                  <a:cubicBezTo>
                    <a:pt x="3263" y="739"/>
                    <a:pt x="2525" y="1"/>
                    <a:pt x="1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89"/>
            <p:cNvSpPr/>
            <p:nvPr/>
          </p:nvSpPr>
          <p:spPr>
            <a:xfrm>
              <a:off x="1847459" y="3051888"/>
              <a:ext cx="50447" cy="10674"/>
            </a:xfrm>
            <a:custGeom>
              <a:rect b="b" l="l" r="r" t="t"/>
              <a:pathLst>
                <a:path extrusionOk="0" h="358" w="1692">
                  <a:moveTo>
                    <a:pt x="191" y="1"/>
                  </a:moveTo>
                  <a:cubicBezTo>
                    <a:pt x="96" y="1"/>
                    <a:pt x="48" y="72"/>
                    <a:pt x="0" y="167"/>
                  </a:cubicBezTo>
                  <a:cubicBezTo>
                    <a:pt x="0" y="239"/>
                    <a:pt x="96" y="358"/>
                    <a:pt x="191" y="358"/>
                  </a:cubicBezTo>
                  <a:lnTo>
                    <a:pt x="1501" y="358"/>
                  </a:lnTo>
                  <a:cubicBezTo>
                    <a:pt x="1596" y="358"/>
                    <a:pt x="1644" y="310"/>
                    <a:pt x="1667" y="215"/>
                  </a:cubicBezTo>
                  <a:cubicBezTo>
                    <a:pt x="1691" y="96"/>
                    <a:pt x="1620" y="1"/>
                    <a:pt x="15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89"/>
            <p:cNvSpPr/>
            <p:nvPr/>
          </p:nvSpPr>
          <p:spPr>
            <a:xfrm>
              <a:off x="1857388" y="3069628"/>
              <a:ext cx="31276" cy="10704"/>
            </a:xfrm>
            <a:custGeom>
              <a:rect b="b" l="l" r="r" t="t"/>
              <a:pathLst>
                <a:path extrusionOk="0" h="359" w="1049">
                  <a:moveTo>
                    <a:pt x="215" y="1"/>
                  </a:moveTo>
                  <a:cubicBezTo>
                    <a:pt x="120" y="1"/>
                    <a:pt x="72" y="72"/>
                    <a:pt x="25" y="168"/>
                  </a:cubicBezTo>
                  <a:cubicBezTo>
                    <a:pt x="1" y="287"/>
                    <a:pt x="96" y="358"/>
                    <a:pt x="215" y="358"/>
                  </a:cubicBezTo>
                  <a:lnTo>
                    <a:pt x="858" y="358"/>
                  </a:lnTo>
                  <a:cubicBezTo>
                    <a:pt x="953" y="358"/>
                    <a:pt x="1025" y="311"/>
                    <a:pt x="1049" y="215"/>
                  </a:cubicBezTo>
                  <a:cubicBezTo>
                    <a:pt x="1049" y="120"/>
                    <a:pt x="953" y="1"/>
                    <a:pt x="8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89"/>
            <p:cNvSpPr/>
            <p:nvPr/>
          </p:nvSpPr>
          <p:spPr>
            <a:xfrm>
              <a:off x="1952528" y="3156987"/>
              <a:ext cx="51163" cy="10674"/>
            </a:xfrm>
            <a:custGeom>
              <a:rect b="b" l="l" r="r" t="t"/>
              <a:pathLst>
                <a:path extrusionOk="0" h="358" w="1716">
                  <a:moveTo>
                    <a:pt x="215" y="0"/>
                  </a:moveTo>
                  <a:cubicBezTo>
                    <a:pt x="120" y="0"/>
                    <a:pt x="49" y="48"/>
                    <a:pt x="25" y="143"/>
                  </a:cubicBezTo>
                  <a:cubicBezTo>
                    <a:pt x="1" y="262"/>
                    <a:pt x="96" y="357"/>
                    <a:pt x="215" y="357"/>
                  </a:cubicBezTo>
                  <a:lnTo>
                    <a:pt x="1525" y="357"/>
                  </a:lnTo>
                  <a:cubicBezTo>
                    <a:pt x="1596" y="357"/>
                    <a:pt x="1668" y="286"/>
                    <a:pt x="1692" y="214"/>
                  </a:cubicBezTo>
                  <a:cubicBezTo>
                    <a:pt x="1716" y="95"/>
                    <a:pt x="1644" y="0"/>
                    <a:pt x="15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89"/>
            <p:cNvSpPr/>
            <p:nvPr/>
          </p:nvSpPr>
          <p:spPr>
            <a:xfrm>
              <a:off x="1961771" y="3175443"/>
              <a:ext cx="31991" cy="10674"/>
            </a:xfrm>
            <a:custGeom>
              <a:rect b="b" l="l" r="r" t="t"/>
              <a:pathLst>
                <a:path extrusionOk="0" h="358" w="1073">
                  <a:moveTo>
                    <a:pt x="215" y="0"/>
                  </a:moveTo>
                  <a:cubicBezTo>
                    <a:pt x="96" y="0"/>
                    <a:pt x="0" y="96"/>
                    <a:pt x="48" y="215"/>
                  </a:cubicBezTo>
                  <a:cubicBezTo>
                    <a:pt x="72" y="310"/>
                    <a:pt x="143" y="358"/>
                    <a:pt x="215" y="358"/>
                  </a:cubicBezTo>
                  <a:lnTo>
                    <a:pt x="882" y="358"/>
                  </a:lnTo>
                  <a:cubicBezTo>
                    <a:pt x="977" y="358"/>
                    <a:pt x="1024" y="310"/>
                    <a:pt x="1048" y="215"/>
                  </a:cubicBezTo>
                  <a:cubicBezTo>
                    <a:pt x="1072" y="96"/>
                    <a:pt x="1001" y="0"/>
                    <a:pt x="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89"/>
            <p:cNvSpPr/>
            <p:nvPr/>
          </p:nvSpPr>
          <p:spPr>
            <a:xfrm>
              <a:off x="1847459" y="3262056"/>
              <a:ext cx="50447" cy="11389"/>
            </a:xfrm>
            <a:custGeom>
              <a:rect b="b" l="l" r="r" t="t"/>
              <a:pathLst>
                <a:path extrusionOk="0" h="382" w="1692">
                  <a:moveTo>
                    <a:pt x="191" y="1"/>
                  </a:moveTo>
                  <a:cubicBezTo>
                    <a:pt x="96" y="1"/>
                    <a:pt x="48" y="72"/>
                    <a:pt x="0" y="167"/>
                  </a:cubicBezTo>
                  <a:cubicBezTo>
                    <a:pt x="0" y="286"/>
                    <a:pt x="96" y="382"/>
                    <a:pt x="191" y="382"/>
                  </a:cubicBezTo>
                  <a:lnTo>
                    <a:pt x="1501" y="382"/>
                  </a:lnTo>
                  <a:cubicBezTo>
                    <a:pt x="1596" y="382"/>
                    <a:pt x="1644" y="310"/>
                    <a:pt x="1667" y="215"/>
                  </a:cubicBezTo>
                  <a:cubicBezTo>
                    <a:pt x="1691" y="96"/>
                    <a:pt x="1620" y="1"/>
                    <a:pt x="15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89"/>
            <p:cNvSpPr/>
            <p:nvPr/>
          </p:nvSpPr>
          <p:spPr>
            <a:xfrm>
              <a:off x="1857388" y="3281228"/>
              <a:ext cx="31276" cy="10674"/>
            </a:xfrm>
            <a:custGeom>
              <a:rect b="b" l="l" r="r" t="t"/>
              <a:pathLst>
                <a:path extrusionOk="0" h="358" w="1049">
                  <a:moveTo>
                    <a:pt x="215" y="1"/>
                  </a:moveTo>
                  <a:cubicBezTo>
                    <a:pt x="120" y="1"/>
                    <a:pt x="72" y="48"/>
                    <a:pt x="25" y="144"/>
                  </a:cubicBezTo>
                  <a:cubicBezTo>
                    <a:pt x="1" y="263"/>
                    <a:pt x="96" y="358"/>
                    <a:pt x="215" y="358"/>
                  </a:cubicBezTo>
                  <a:lnTo>
                    <a:pt x="858" y="358"/>
                  </a:lnTo>
                  <a:cubicBezTo>
                    <a:pt x="953" y="358"/>
                    <a:pt x="1025" y="286"/>
                    <a:pt x="1049" y="215"/>
                  </a:cubicBezTo>
                  <a:cubicBezTo>
                    <a:pt x="1049" y="96"/>
                    <a:pt x="953" y="1"/>
                    <a:pt x="8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89"/>
            <p:cNvSpPr/>
            <p:nvPr/>
          </p:nvSpPr>
          <p:spPr>
            <a:xfrm>
              <a:off x="1742360" y="3156987"/>
              <a:ext cx="51163" cy="10674"/>
            </a:xfrm>
            <a:custGeom>
              <a:rect b="b" l="l" r="r" t="t"/>
              <a:pathLst>
                <a:path extrusionOk="0" h="358" w="1716">
                  <a:moveTo>
                    <a:pt x="191" y="0"/>
                  </a:moveTo>
                  <a:cubicBezTo>
                    <a:pt x="120" y="0"/>
                    <a:pt x="48" y="48"/>
                    <a:pt x="25" y="143"/>
                  </a:cubicBezTo>
                  <a:cubicBezTo>
                    <a:pt x="1" y="262"/>
                    <a:pt x="72" y="357"/>
                    <a:pt x="191" y="357"/>
                  </a:cubicBezTo>
                  <a:lnTo>
                    <a:pt x="1501" y="357"/>
                  </a:lnTo>
                  <a:cubicBezTo>
                    <a:pt x="1596" y="357"/>
                    <a:pt x="1668" y="286"/>
                    <a:pt x="1692" y="214"/>
                  </a:cubicBezTo>
                  <a:cubicBezTo>
                    <a:pt x="1715" y="119"/>
                    <a:pt x="1620" y="0"/>
                    <a:pt x="1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89"/>
            <p:cNvSpPr/>
            <p:nvPr/>
          </p:nvSpPr>
          <p:spPr>
            <a:xfrm>
              <a:off x="1751603" y="3175443"/>
              <a:ext cx="31276" cy="10674"/>
            </a:xfrm>
            <a:custGeom>
              <a:rect b="b" l="l" r="r" t="t"/>
              <a:pathLst>
                <a:path extrusionOk="0" h="358" w="1049">
                  <a:moveTo>
                    <a:pt x="215" y="0"/>
                  </a:moveTo>
                  <a:cubicBezTo>
                    <a:pt x="119" y="0"/>
                    <a:pt x="72" y="72"/>
                    <a:pt x="48" y="143"/>
                  </a:cubicBezTo>
                  <a:cubicBezTo>
                    <a:pt x="0" y="262"/>
                    <a:pt x="96" y="358"/>
                    <a:pt x="215" y="358"/>
                  </a:cubicBezTo>
                  <a:lnTo>
                    <a:pt x="882" y="358"/>
                  </a:lnTo>
                  <a:cubicBezTo>
                    <a:pt x="953" y="358"/>
                    <a:pt x="1024" y="310"/>
                    <a:pt x="1048" y="215"/>
                  </a:cubicBezTo>
                  <a:cubicBezTo>
                    <a:pt x="1048" y="96"/>
                    <a:pt x="1001" y="0"/>
                    <a:pt x="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1" name="Google Shape;19641;p89"/>
          <p:cNvGrpSpPr/>
          <p:nvPr/>
        </p:nvGrpSpPr>
        <p:grpSpPr>
          <a:xfrm>
            <a:off x="1785299" y="2993659"/>
            <a:ext cx="355753" cy="352920"/>
            <a:chOff x="2356787" y="2993659"/>
            <a:chExt cx="355753" cy="352920"/>
          </a:xfrm>
        </p:grpSpPr>
        <p:sp>
          <p:nvSpPr>
            <p:cNvPr id="19642" name="Google Shape;19642;p89"/>
            <p:cNvSpPr/>
            <p:nvPr/>
          </p:nvSpPr>
          <p:spPr>
            <a:xfrm>
              <a:off x="2363883" y="3000069"/>
              <a:ext cx="342962" cy="342246"/>
            </a:xfrm>
            <a:custGeom>
              <a:rect b="b" l="l" r="r" t="t"/>
              <a:pathLst>
                <a:path extrusionOk="0" h="11479" w="11503">
                  <a:moveTo>
                    <a:pt x="5740" y="1596"/>
                  </a:moveTo>
                  <a:cubicBezTo>
                    <a:pt x="8050" y="1596"/>
                    <a:pt x="9883" y="3453"/>
                    <a:pt x="9883" y="5739"/>
                  </a:cubicBezTo>
                  <a:cubicBezTo>
                    <a:pt x="9883" y="8026"/>
                    <a:pt x="8050" y="9883"/>
                    <a:pt x="5740" y="9883"/>
                  </a:cubicBezTo>
                  <a:cubicBezTo>
                    <a:pt x="3453" y="9883"/>
                    <a:pt x="1620" y="8026"/>
                    <a:pt x="1620" y="5739"/>
                  </a:cubicBezTo>
                  <a:cubicBezTo>
                    <a:pt x="1620" y="3453"/>
                    <a:pt x="3453" y="1596"/>
                    <a:pt x="5740" y="1596"/>
                  </a:cubicBezTo>
                  <a:close/>
                  <a:moveTo>
                    <a:pt x="5740" y="0"/>
                  </a:moveTo>
                  <a:cubicBezTo>
                    <a:pt x="2572" y="0"/>
                    <a:pt x="0" y="2572"/>
                    <a:pt x="0" y="5739"/>
                  </a:cubicBezTo>
                  <a:cubicBezTo>
                    <a:pt x="0" y="8883"/>
                    <a:pt x="2596" y="11479"/>
                    <a:pt x="5740" y="11479"/>
                  </a:cubicBezTo>
                  <a:cubicBezTo>
                    <a:pt x="8907" y="11479"/>
                    <a:pt x="11503" y="8883"/>
                    <a:pt x="11503" y="5739"/>
                  </a:cubicBezTo>
                  <a:cubicBezTo>
                    <a:pt x="11503" y="2572"/>
                    <a:pt x="8931" y="0"/>
                    <a:pt x="574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89"/>
            <p:cNvSpPr/>
            <p:nvPr/>
          </p:nvSpPr>
          <p:spPr>
            <a:xfrm>
              <a:off x="2455475" y="3012830"/>
              <a:ext cx="252086" cy="329486"/>
            </a:xfrm>
            <a:custGeom>
              <a:rect b="b" l="l" r="r" t="t"/>
              <a:pathLst>
                <a:path extrusionOk="0" h="11051" w="8455">
                  <a:moveTo>
                    <a:pt x="4906" y="1"/>
                  </a:moveTo>
                  <a:lnTo>
                    <a:pt x="4906" y="1"/>
                  </a:lnTo>
                  <a:cubicBezTo>
                    <a:pt x="6716" y="953"/>
                    <a:pt x="7978" y="2906"/>
                    <a:pt x="7978" y="5097"/>
                  </a:cubicBezTo>
                  <a:cubicBezTo>
                    <a:pt x="7978" y="8288"/>
                    <a:pt x="5382" y="10836"/>
                    <a:pt x="2239" y="10836"/>
                  </a:cubicBezTo>
                  <a:cubicBezTo>
                    <a:pt x="1429" y="10836"/>
                    <a:pt x="691" y="10693"/>
                    <a:pt x="0" y="10408"/>
                  </a:cubicBezTo>
                  <a:lnTo>
                    <a:pt x="0" y="10408"/>
                  </a:lnTo>
                  <a:cubicBezTo>
                    <a:pt x="810" y="10813"/>
                    <a:pt x="1715" y="11051"/>
                    <a:pt x="2668" y="11051"/>
                  </a:cubicBezTo>
                  <a:cubicBezTo>
                    <a:pt x="5859" y="11051"/>
                    <a:pt x="8431" y="8455"/>
                    <a:pt x="8431" y="5311"/>
                  </a:cubicBezTo>
                  <a:cubicBezTo>
                    <a:pt x="8455" y="2930"/>
                    <a:pt x="7002" y="882"/>
                    <a:pt x="4906"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89"/>
            <p:cNvSpPr/>
            <p:nvPr/>
          </p:nvSpPr>
          <p:spPr>
            <a:xfrm>
              <a:off x="2534277" y="3000069"/>
              <a:ext cx="172569" cy="171138"/>
            </a:xfrm>
            <a:custGeom>
              <a:rect b="b" l="l" r="r" t="t"/>
              <a:pathLst>
                <a:path extrusionOk="0" h="5740" w="5788">
                  <a:moveTo>
                    <a:pt x="25" y="0"/>
                  </a:moveTo>
                  <a:lnTo>
                    <a:pt x="1" y="1596"/>
                  </a:lnTo>
                  <a:cubicBezTo>
                    <a:pt x="2287" y="1596"/>
                    <a:pt x="4145" y="3429"/>
                    <a:pt x="4145" y="5739"/>
                  </a:cubicBezTo>
                  <a:lnTo>
                    <a:pt x="5788" y="5739"/>
                  </a:lnTo>
                  <a:cubicBezTo>
                    <a:pt x="5788" y="2572"/>
                    <a:pt x="3216" y="0"/>
                    <a:pt x="25"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89"/>
            <p:cNvSpPr/>
            <p:nvPr/>
          </p:nvSpPr>
          <p:spPr>
            <a:xfrm>
              <a:off x="2603866" y="3014977"/>
              <a:ext cx="103697" cy="157662"/>
            </a:xfrm>
            <a:custGeom>
              <a:rect b="b" l="l" r="r" t="t"/>
              <a:pathLst>
                <a:path extrusionOk="0" h="5288" w="3478">
                  <a:moveTo>
                    <a:pt x="1" y="0"/>
                  </a:moveTo>
                  <a:cubicBezTo>
                    <a:pt x="1811" y="953"/>
                    <a:pt x="3049" y="2882"/>
                    <a:pt x="3049" y="5073"/>
                  </a:cubicBezTo>
                  <a:lnTo>
                    <a:pt x="3049" y="5287"/>
                  </a:lnTo>
                  <a:lnTo>
                    <a:pt x="3478" y="5287"/>
                  </a:lnTo>
                  <a:lnTo>
                    <a:pt x="3478" y="5239"/>
                  </a:lnTo>
                  <a:lnTo>
                    <a:pt x="3478" y="5097"/>
                  </a:lnTo>
                  <a:cubicBezTo>
                    <a:pt x="3478" y="4930"/>
                    <a:pt x="3478" y="4787"/>
                    <a:pt x="3454" y="4644"/>
                  </a:cubicBezTo>
                  <a:cubicBezTo>
                    <a:pt x="3430" y="4382"/>
                    <a:pt x="3382" y="4120"/>
                    <a:pt x="3335" y="3906"/>
                  </a:cubicBezTo>
                  <a:lnTo>
                    <a:pt x="3335" y="3858"/>
                  </a:lnTo>
                  <a:cubicBezTo>
                    <a:pt x="3263" y="3596"/>
                    <a:pt x="3192" y="3334"/>
                    <a:pt x="3049" y="3096"/>
                  </a:cubicBezTo>
                  <a:cubicBezTo>
                    <a:pt x="3001" y="2929"/>
                    <a:pt x="2906" y="2763"/>
                    <a:pt x="2858" y="2620"/>
                  </a:cubicBezTo>
                  <a:lnTo>
                    <a:pt x="2763" y="2429"/>
                  </a:lnTo>
                  <a:cubicBezTo>
                    <a:pt x="2549" y="2072"/>
                    <a:pt x="2334" y="1786"/>
                    <a:pt x="2072" y="1477"/>
                  </a:cubicBezTo>
                  <a:cubicBezTo>
                    <a:pt x="1953" y="1334"/>
                    <a:pt x="1811" y="1191"/>
                    <a:pt x="1668" y="1072"/>
                  </a:cubicBezTo>
                  <a:cubicBezTo>
                    <a:pt x="1453" y="858"/>
                    <a:pt x="1215" y="667"/>
                    <a:pt x="977" y="524"/>
                  </a:cubicBezTo>
                  <a:cubicBezTo>
                    <a:pt x="667" y="358"/>
                    <a:pt x="382" y="167"/>
                    <a:pt x="72" y="24"/>
                  </a:cubicBezTo>
                  <a:cubicBezTo>
                    <a:pt x="48" y="24"/>
                    <a:pt x="24" y="0"/>
                    <a:pt x="1"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89"/>
            <p:cNvSpPr/>
            <p:nvPr/>
          </p:nvSpPr>
          <p:spPr>
            <a:xfrm>
              <a:off x="2356787" y="2993659"/>
              <a:ext cx="355753" cy="352920"/>
            </a:xfrm>
            <a:custGeom>
              <a:rect b="b" l="l" r="r" t="t"/>
              <a:pathLst>
                <a:path extrusionOk="0" h="11837" w="11932">
                  <a:moveTo>
                    <a:pt x="6430" y="406"/>
                  </a:moveTo>
                  <a:cubicBezTo>
                    <a:pt x="7788" y="501"/>
                    <a:pt x="9002" y="1073"/>
                    <a:pt x="9955" y="2025"/>
                  </a:cubicBezTo>
                  <a:cubicBezTo>
                    <a:pt x="10883" y="2954"/>
                    <a:pt x="11431" y="4168"/>
                    <a:pt x="11550" y="5478"/>
                  </a:cubicBezTo>
                  <a:cubicBezTo>
                    <a:pt x="11550" y="5502"/>
                    <a:pt x="11598" y="5812"/>
                    <a:pt x="11598" y="5812"/>
                  </a:cubicBezTo>
                  <a:lnTo>
                    <a:pt x="10312" y="5812"/>
                  </a:lnTo>
                  <a:lnTo>
                    <a:pt x="10312" y="5621"/>
                  </a:lnTo>
                  <a:cubicBezTo>
                    <a:pt x="10288" y="5216"/>
                    <a:pt x="10193" y="4788"/>
                    <a:pt x="10002" y="4407"/>
                  </a:cubicBezTo>
                  <a:cubicBezTo>
                    <a:pt x="9526" y="3168"/>
                    <a:pt x="8550" y="2263"/>
                    <a:pt x="7264" y="1858"/>
                  </a:cubicBezTo>
                  <a:cubicBezTo>
                    <a:pt x="6954" y="1787"/>
                    <a:pt x="6621" y="1715"/>
                    <a:pt x="6287" y="1692"/>
                  </a:cubicBezTo>
                  <a:lnTo>
                    <a:pt x="6168" y="1692"/>
                  </a:lnTo>
                  <a:lnTo>
                    <a:pt x="6168" y="406"/>
                  </a:lnTo>
                  <a:close/>
                  <a:moveTo>
                    <a:pt x="6025" y="1"/>
                  </a:moveTo>
                  <a:cubicBezTo>
                    <a:pt x="3858" y="1"/>
                    <a:pt x="1858" y="1192"/>
                    <a:pt x="810" y="3097"/>
                  </a:cubicBezTo>
                  <a:cubicBezTo>
                    <a:pt x="762" y="3168"/>
                    <a:pt x="810" y="3263"/>
                    <a:pt x="881" y="3335"/>
                  </a:cubicBezTo>
                  <a:cubicBezTo>
                    <a:pt x="901" y="3348"/>
                    <a:pt x="923" y="3354"/>
                    <a:pt x="946" y="3354"/>
                  </a:cubicBezTo>
                  <a:cubicBezTo>
                    <a:pt x="1004" y="3354"/>
                    <a:pt x="1068" y="3315"/>
                    <a:pt x="1119" y="3263"/>
                  </a:cubicBezTo>
                  <a:cubicBezTo>
                    <a:pt x="2072" y="1501"/>
                    <a:pt x="3882" y="406"/>
                    <a:pt x="5835" y="358"/>
                  </a:cubicBezTo>
                  <a:lnTo>
                    <a:pt x="5835" y="1620"/>
                  </a:lnTo>
                  <a:cubicBezTo>
                    <a:pt x="3549" y="1715"/>
                    <a:pt x="1715" y="3621"/>
                    <a:pt x="1715" y="5954"/>
                  </a:cubicBezTo>
                  <a:cubicBezTo>
                    <a:pt x="1715" y="8336"/>
                    <a:pt x="3644" y="10265"/>
                    <a:pt x="6025" y="10265"/>
                  </a:cubicBezTo>
                  <a:cubicBezTo>
                    <a:pt x="6668" y="10265"/>
                    <a:pt x="7311" y="10122"/>
                    <a:pt x="7907" y="9812"/>
                  </a:cubicBezTo>
                  <a:lnTo>
                    <a:pt x="7930" y="9789"/>
                  </a:lnTo>
                  <a:cubicBezTo>
                    <a:pt x="7988" y="9617"/>
                    <a:pt x="7892" y="9506"/>
                    <a:pt x="7778" y="9506"/>
                  </a:cubicBezTo>
                  <a:cubicBezTo>
                    <a:pt x="7750" y="9506"/>
                    <a:pt x="7720" y="9513"/>
                    <a:pt x="7692" y="9527"/>
                  </a:cubicBezTo>
                  <a:cubicBezTo>
                    <a:pt x="7145" y="9765"/>
                    <a:pt x="6573" y="9884"/>
                    <a:pt x="6025" y="9884"/>
                  </a:cubicBezTo>
                  <a:cubicBezTo>
                    <a:pt x="3858" y="9884"/>
                    <a:pt x="2072" y="8098"/>
                    <a:pt x="2072" y="5907"/>
                  </a:cubicBezTo>
                  <a:cubicBezTo>
                    <a:pt x="2072" y="3740"/>
                    <a:pt x="3858" y="1954"/>
                    <a:pt x="6025" y="1954"/>
                  </a:cubicBezTo>
                  <a:cubicBezTo>
                    <a:pt x="6835" y="1954"/>
                    <a:pt x="7621" y="2192"/>
                    <a:pt x="8288" y="2668"/>
                  </a:cubicBezTo>
                  <a:cubicBezTo>
                    <a:pt x="8931" y="3121"/>
                    <a:pt x="9455" y="3764"/>
                    <a:pt x="9716" y="4478"/>
                  </a:cubicBezTo>
                  <a:cubicBezTo>
                    <a:pt x="9836" y="4811"/>
                    <a:pt x="9931" y="5169"/>
                    <a:pt x="9955" y="5526"/>
                  </a:cubicBezTo>
                  <a:cubicBezTo>
                    <a:pt x="10002" y="6264"/>
                    <a:pt x="9859" y="7050"/>
                    <a:pt x="9526" y="7741"/>
                  </a:cubicBezTo>
                  <a:cubicBezTo>
                    <a:pt x="9240" y="8288"/>
                    <a:pt x="8812" y="8765"/>
                    <a:pt x="8311" y="9169"/>
                  </a:cubicBezTo>
                  <a:lnTo>
                    <a:pt x="8311" y="9193"/>
                  </a:lnTo>
                  <a:cubicBezTo>
                    <a:pt x="8294" y="9354"/>
                    <a:pt x="8383" y="9434"/>
                    <a:pt x="8479" y="9434"/>
                  </a:cubicBezTo>
                  <a:cubicBezTo>
                    <a:pt x="8511" y="9434"/>
                    <a:pt x="8544" y="9425"/>
                    <a:pt x="8573" y="9408"/>
                  </a:cubicBezTo>
                  <a:cubicBezTo>
                    <a:pt x="9121" y="9003"/>
                    <a:pt x="9550" y="8479"/>
                    <a:pt x="9859" y="7907"/>
                  </a:cubicBezTo>
                  <a:cubicBezTo>
                    <a:pt x="10145" y="7336"/>
                    <a:pt x="10312" y="6717"/>
                    <a:pt x="10336" y="6097"/>
                  </a:cubicBezTo>
                  <a:lnTo>
                    <a:pt x="11622" y="6097"/>
                  </a:lnTo>
                  <a:cubicBezTo>
                    <a:pt x="11550" y="8217"/>
                    <a:pt x="10312" y="10122"/>
                    <a:pt x="8216" y="11098"/>
                  </a:cubicBezTo>
                  <a:cubicBezTo>
                    <a:pt x="8192" y="11098"/>
                    <a:pt x="8169" y="11122"/>
                    <a:pt x="8121" y="11122"/>
                  </a:cubicBezTo>
                  <a:cubicBezTo>
                    <a:pt x="7413" y="11389"/>
                    <a:pt x="6696" y="11516"/>
                    <a:pt x="5998" y="11516"/>
                  </a:cubicBezTo>
                  <a:cubicBezTo>
                    <a:pt x="4512" y="11516"/>
                    <a:pt x="3117" y="10937"/>
                    <a:pt x="2096" y="9884"/>
                  </a:cubicBezTo>
                  <a:cubicBezTo>
                    <a:pt x="1048" y="8836"/>
                    <a:pt x="453" y="7407"/>
                    <a:pt x="453" y="5907"/>
                  </a:cubicBezTo>
                  <a:cubicBezTo>
                    <a:pt x="453" y="5264"/>
                    <a:pt x="572" y="4645"/>
                    <a:pt x="786" y="4049"/>
                  </a:cubicBezTo>
                  <a:lnTo>
                    <a:pt x="810" y="3978"/>
                  </a:lnTo>
                  <a:cubicBezTo>
                    <a:pt x="834" y="3883"/>
                    <a:pt x="810" y="3811"/>
                    <a:pt x="715" y="3764"/>
                  </a:cubicBezTo>
                  <a:cubicBezTo>
                    <a:pt x="692" y="3758"/>
                    <a:pt x="671" y="3755"/>
                    <a:pt x="651" y="3755"/>
                  </a:cubicBezTo>
                  <a:cubicBezTo>
                    <a:pt x="587" y="3755"/>
                    <a:pt x="537" y="3786"/>
                    <a:pt x="500" y="3859"/>
                  </a:cubicBezTo>
                  <a:lnTo>
                    <a:pt x="476" y="3930"/>
                  </a:lnTo>
                  <a:cubicBezTo>
                    <a:pt x="0" y="5240"/>
                    <a:pt x="0" y="6693"/>
                    <a:pt x="548" y="8122"/>
                  </a:cubicBezTo>
                  <a:cubicBezTo>
                    <a:pt x="548" y="8145"/>
                    <a:pt x="572" y="8169"/>
                    <a:pt x="572" y="8217"/>
                  </a:cubicBezTo>
                  <a:cubicBezTo>
                    <a:pt x="1620" y="10503"/>
                    <a:pt x="3763" y="11837"/>
                    <a:pt x="6073" y="11837"/>
                  </a:cubicBezTo>
                  <a:cubicBezTo>
                    <a:pt x="7645" y="11837"/>
                    <a:pt x="9145" y="11217"/>
                    <a:pt x="10264" y="10122"/>
                  </a:cubicBezTo>
                  <a:cubicBezTo>
                    <a:pt x="10431" y="9955"/>
                    <a:pt x="10574" y="9789"/>
                    <a:pt x="10717" y="9598"/>
                  </a:cubicBezTo>
                  <a:cubicBezTo>
                    <a:pt x="11169" y="9074"/>
                    <a:pt x="11503" y="8455"/>
                    <a:pt x="11693" y="7788"/>
                  </a:cubicBezTo>
                  <a:cubicBezTo>
                    <a:pt x="11860" y="7193"/>
                    <a:pt x="11931" y="6526"/>
                    <a:pt x="11931" y="5835"/>
                  </a:cubicBezTo>
                  <a:cubicBezTo>
                    <a:pt x="11931" y="5716"/>
                    <a:pt x="11931" y="5621"/>
                    <a:pt x="11907" y="5502"/>
                  </a:cubicBezTo>
                  <a:cubicBezTo>
                    <a:pt x="11788" y="4097"/>
                    <a:pt x="11193" y="2763"/>
                    <a:pt x="10193" y="1763"/>
                  </a:cubicBezTo>
                  <a:cubicBezTo>
                    <a:pt x="10074" y="1644"/>
                    <a:pt x="9931" y="1525"/>
                    <a:pt x="9812" y="1382"/>
                  </a:cubicBezTo>
                  <a:cubicBezTo>
                    <a:pt x="9264" y="953"/>
                    <a:pt x="8669" y="596"/>
                    <a:pt x="8026" y="358"/>
                  </a:cubicBezTo>
                  <a:cubicBezTo>
                    <a:pt x="7359" y="120"/>
                    <a:pt x="6668" y="1"/>
                    <a:pt x="60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7" name="Google Shape;19647;p89"/>
          <p:cNvGrpSpPr/>
          <p:nvPr/>
        </p:nvGrpSpPr>
        <p:grpSpPr>
          <a:xfrm>
            <a:off x="2548317" y="2994374"/>
            <a:ext cx="354351" cy="355037"/>
            <a:chOff x="3043605" y="2994374"/>
            <a:chExt cx="354351" cy="355037"/>
          </a:xfrm>
        </p:grpSpPr>
        <p:sp>
          <p:nvSpPr>
            <p:cNvPr id="19648" name="Google Shape;19648;p89"/>
            <p:cNvSpPr/>
            <p:nvPr/>
          </p:nvSpPr>
          <p:spPr>
            <a:xfrm>
              <a:off x="3091906" y="3029169"/>
              <a:ext cx="277637" cy="157662"/>
            </a:xfrm>
            <a:custGeom>
              <a:rect b="b" l="l" r="r" t="t"/>
              <a:pathLst>
                <a:path extrusionOk="0" h="5288" w="9312">
                  <a:moveTo>
                    <a:pt x="9311" y="1"/>
                  </a:moveTo>
                  <a:lnTo>
                    <a:pt x="3763" y="810"/>
                  </a:lnTo>
                  <a:lnTo>
                    <a:pt x="3739" y="834"/>
                  </a:lnTo>
                  <a:lnTo>
                    <a:pt x="2381" y="2120"/>
                  </a:lnTo>
                  <a:lnTo>
                    <a:pt x="1691" y="3144"/>
                  </a:lnTo>
                  <a:cubicBezTo>
                    <a:pt x="1667" y="3192"/>
                    <a:pt x="1619" y="3192"/>
                    <a:pt x="1596" y="3192"/>
                  </a:cubicBezTo>
                  <a:lnTo>
                    <a:pt x="95" y="2668"/>
                  </a:lnTo>
                  <a:cubicBezTo>
                    <a:pt x="95" y="2650"/>
                    <a:pt x="81" y="2642"/>
                    <a:pt x="64" y="2642"/>
                  </a:cubicBezTo>
                  <a:cubicBezTo>
                    <a:pt x="36" y="2642"/>
                    <a:pt x="0" y="2662"/>
                    <a:pt x="0" y="2692"/>
                  </a:cubicBezTo>
                  <a:lnTo>
                    <a:pt x="0" y="5287"/>
                  </a:lnTo>
                  <a:lnTo>
                    <a:pt x="9311" y="5287"/>
                  </a:lnTo>
                  <a:lnTo>
                    <a:pt x="9311" y="1"/>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89"/>
            <p:cNvSpPr/>
            <p:nvPr/>
          </p:nvSpPr>
          <p:spPr>
            <a:xfrm>
              <a:off x="3091906" y="3049771"/>
              <a:ext cx="277637" cy="137060"/>
            </a:xfrm>
            <a:custGeom>
              <a:rect b="b" l="l" r="r" t="t"/>
              <a:pathLst>
                <a:path extrusionOk="0" h="4597" w="9312">
                  <a:moveTo>
                    <a:pt x="9311" y="0"/>
                  </a:moveTo>
                  <a:lnTo>
                    <a:pt x="3929" y="1072"/>
                  </a:lnTo>
                  <a:lnTo>
                    <a:pt x="3906" y="1096"/>
                  </a:lnTo>
                  <a:lnTo>
                    <a:pt x="1953" y="3763"/>
                  </a:lnTo>
                  <a:cubicBezTo>
                    <a:pt x="1929" y="3810"/>
                    <a:pt x="1929" y="3810"/>
                    <a:pt x="1905" y="3810"/>
                  </a:cubicBezTo>
                  <a:lnTo>
                    <a:pt x="0" y="3810"/>
                  </a:lnTo>
                  <a:lnTo>
                    <a:pt x="0" y="4596"/>
                  </a:lnTo>
                  <a:lnTo>
                    <a:pt x="9311" y="4596"/>
                  </a:lnTo>
                  <a:lnTo>
                    <a:pt x="9311"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89"/>
            <p:cNvSpPr/>
            <p:nvPr/>
          </p:nvSpPr>
          <p:spPr>
            <a:xfrm>
              <a:off x="3091190" y="3066080"/>
              <a:ext cx="277637" cy="232229"/>
            </a:xfrm>
            <a:custGeom>
              <a:rect b="b" l="l" r="r" t="t"/>
              <a:pathLst>
                <a:path extrusionOk="0" h="7789" w="9312">
                  <a:moveTo>
                    <a:pt x="9312" y="1"/>
                  </a:moveTo>
                  <a:lnTo>
                    <a:pt x="4334" y="1073"/>
                  </a:lnTo>
                  <a:lnTo>
                    <a:pt x="4311" y="1120"/>
                  </a:lnTo>
                  <a:lnTo>
                    <a:pt x="2382" y="3740"/>
                  </a:lnTo>
                  <a:cubicBezTo>
                    <a:pt x="2334" y="3764"/>
                    <a:pt x="2334" y="3764"/>
                    <a:pt x="2310" y="3764"/>
                  </a:cubicBezTo>
                  <a:lnTo>
                    <a:pt x="0" y="3764"/>
                  </a:lnTo>
                  <a:lnTo>
                    <a:pt x="0" y="7788"/>
                  </a:lnTo>
                  <a:lnTo>
                    <a:pt x="9312" y="7788"/>
                  </a:lnTo>
                  <a:lnTo>
                    <a:pt x="931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89"/>
            <p:cNvSpPr/>
            <p:nvPr/>
          </p:nvSpPr>
          <p:spPr>
            <a:xfrm>
              <a:off x="3091906" y="3066080"/>
              <a:ext cx="277637" cy="232229"/>
            </a:xfrm>
            <a:custGeom>
              <a:rect b="b" l="l" r="r" t="t"/>
              <a:pathLst>
                <a:path extrusionOk="0" h="7789" w="9312">
                  <a:moveTo>
                    <a:pt x="9192" y="1"/>
                  </a:moveTo>
                  <a:lnTo>
                    <a:pt x="8573" y="144"/>
                  </a:lnTo>
                  <a:lnTo>
                    <a:pt x="6716" y="2906"/>
                  </a:lnTo>
                  <a:cubicBezTo>
                    <a:pt x="6716" y="2923"/>
                    <a:pt x="6692" y="2940"/>
                    <a:pt x="6670" y="2940"/>
                  </a:cubicBezTo>
                  <a:cubicBezTo>
                    <a:pt x="6660" y="2940"/>
                    <a:pt x="6651" y="2937"/>
                    <a:pt x="6644" y="2930"/>
                  </a:cubicBezTo>
                  <a:lnTo>
                    <a:pt x="4858" y="1763"/>
                  </a:lnTo>
                  <a:cubicBezTo>
                    <a:pt x="4811" y="1763"/>
                    <a:pt x="4787" y="1763"/>
                    <a:pt x="4763" y="1787"/>
                  </a:cubicBezTo>
                  <a:lnTo>
                    <a:pt x="2239" y="5431"/>
                  </a:lnTo>
                  <a:cubicBezTo>
                    <a:pt x="2205" y="5447"/>
                    <a:pt x="2183" y="5464"/>
                    <a:pt x="2165" y="5464"/>
                  </a:cubicBezTo>
                  <a:cubicBezTo>
                    <a:pt x="2157" y="5464"/>
                    <a:pt x="2150" y="5461"/>
                    <a:pt x="2143" y="5454"/>
                  </a:cubicBezTo>
                  <a:lnTo>
                    <a:pt x="0" y="4216"/>
                  </a:lnTo>
                  <a:lnTo>
                    <a:pt x="0" y="7788"/>
                  </a:lnTo>
                  <a:lnTo>
                    <a:pt x="9311" y="7788"/>
                  </a:lnTo>
                  <a:lnTo>
                    <a:pt x="931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89"/>
            <p:cNvSpPr/>
            <p:nvPr/>
          </p:nvSpPr>
          <p:spPr>
            <a:xfrm>
              <a:off x="3091906" y="3066080"/>
              <a:ext cx="277637" cy="253517"/>
            </a:xfrm>
            <a:custGeom>
              <a:rect b="b" l="l" r="r" t="t"/>
              <a:pathLst>
                <a:path extrusionOk="0" h="8503" w="9312">
                  <a:moveTo>
                    <a:pt x="9311" y="1"/>
                  </a:moveTo>
                  <a:lnTo>
                    <a:pt x="6811" y="3668"/>
                  </a:lnTo>
                  <a:cubicBezTo>
                    <a:pt x="6811" y="3685"/>
                    <a:pt x="6775" y="3702"/>
                    <a:pt x="6746" y="3702"/>
                  </a:cubicBezTo>
                  <a:cubicBezTo>
                    <a:pt x="6734" y="3702"/>
                    <a:pt x="6723" y="3699"/>
                    <a:pt x="6716" y="3692"/>
                  </a:cubicBezTo>
                  <a:lnTo>
                    <a:pt x="4930" y="2525"/>
                  </a:lnTo>
                  <a:cubicBezTo>
                    <a:pt x="4906" y="2525"/>
                    <a:pt x="4882" y="2525"/>
                    <a:pt x="4858" y="2573"/>
                  </a:cubicBezTo>
                  <a:lnTo>
                    <a:pt x="2310" y="6193"/>
                  </a:lnTo>
                  <a:cubicBezTo>
                    <a:pt x="2293" y="6228"/>
                    <a:pt x="2275" y="6250"/>
                    <a:pt x="2258" y="6250"/>
                  </a:cubicBezTo>
                  <a:cubicBezTo>
                    <a:pt x="2251" y="6250"/>
                    <a:pt x="2245" y="6247"/>
                    <a:pt x="2239" y="6240"/>
                  </a:cubicBezTo>
                  <a:lnTo>
                    <a:pt x="0" y="4954"/>
                  </a:lnTo>
                  <a:lnTo>
                    <a:pt x="0" y="8503"/>
                  </a:lnTo>
                  <a:lnTo>
                    <a:pt x="9311" y="8503"/>
                  </a:lnTo>
                  <a:lnTo>
                    <a:pt x="9311" y="1"/>
                  </a:ln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89"/>
            <p:cNvSpPr/>
            <p:nvPr/>
          </p:nvSpPr>
          <p:spPr>
            <a:xfrm>
              <a:off x="3355324" y="3066080"/>
              <a:ext cx="14222" cy="253517"/>
            </a:xfrm>
            <a:custGeom>
              <a:rect b="b" l="l" r="r" t="t"/>
              <a:pathLst>
                <a:path extrusionOk="0" h="8503" w="477">
                  <a:moveTo>
                    <a:pt x="476" y="1"/>
                  </a:moveTo>
                  <a:lnTo>
                    <a:pt x="0" y="715"/>
                  </a:lnTo>
                  <a:lnTo>
                    <a:pt x="0" y="8503"/>
                  </a:lnTo>
                  <a:lnTo>
                    <a:pt x="476" y="8503"/>
                  </a:lnTo>
                  <a:lnTo>
                    <a:pt x="47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89"/>
            <p:cNvSpPr/>
            <p:nvPr/>
          </p:nvSpPr>
          <p:spPr>
            <a:xfrm>
              <a:off x="3049299" y="3319570"/>
              <a:ext cx="343678" cy="23464"/>
            </a:xfrm>
            <a:custGeom>
              <a:rect b="b" l="l" r="r" t="t"/>
              <a:pathLst>
                <a:path extrusionOk="0" h="787" w="11527">
                  <a:moveTo>
                    <a:pt x="119" y="1"/>
                  </a:moveTo>
                  <a:cubicBezTo>
                    <a:pt x="48" y="1"/>
                    <a:pt x="0" y="48"/>
                    <a:pt x="0" y="120"/>
                  </a:cubicBezTo>
                  <a:lnTo>
                    <a:pt x="0" y="667"/>
                  </a:lnTo>
                  <a:cubicBezTo>
                    <a:pt x="0" y="739"/>
                    <a:pt x="48" y="787"/>
                    <a:pt x="119" y="787"/>
                  </a:cubicBezTo>
                  <a:lnTo>
                    <a:pt x="11407" y="787"/>
                  </a:lnTo>
                  <a:cubicBezTo>
                    <a:pt x="11455" y="787"/>
                    <a:pt x="11503" y="739"/>
                    <a:pt x="11526" y="667"/>
                  </a:cubicBezTo>
                  <a:lnTo>
                    <a:pt x="11526" y="120"/>
                  </a:lnTo>
                  <a:cubicBezTo>
                    <a:pt x="11526" y="48"/>
                    <a:pt x="11455" y="1"/>
                    <a:pt x="11407"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89"/>
            <p:cNvSpPr/>
            <p:nvPr/>
          </p:nvSpPr>
          <p:spPr>
            <a:xfrm>
              <a:off x="3374495" y="3318169"/>
              <a:ext cx="17770" cy="24150"/>
            </a:xfrm>
            <a:custGeom>
              <a:rect b="b" l="l" r="r" t="t"/>
              <a:pathLst>
                <a:path extrusionOk="0" h="810" w="596">
                  <a:moveTo>
                    <a:pt x="0" y="0"/>
                  </a:moveTo>
                  <a:cubicBezTo>
                    <a:pt x="72" y="0"/>
                    <a:pt x="143" y="71"/>
                    <a:pt x="143" y="119"/>
                  </a:cubicBezTo>
                  <a:lnTo>
                    <a:pt x="143" y="691"/>
                  </a:lnTo>
                  <a:cubicBezTo>
                    <a:pt x="143" y="738"/>
                    <a:pt x="72" y="810"/>
                    <a:pt x="0" y="810"/>
                  </a:cubicBezTo>
                  <a:lnTo>
                    <a:pt x="476" y="810"/>
                  </a:lnTo>
                  <a:cubicBezTo>
                    <a:pt x="548" y="810"/>
                    <a:pt x="596" y="762"/>
                    <a:pt x="596" y="691"/>
                  </a:cubicBezTo>
                  <a:lnTo>
                    <a:pt x="596" y="119"/>
                  </a:lnTo>
                  <a:cubicBezTo>
                    <a:pt x="596" y="71"/>
                    <a:pt x="548" y="0"/>
                    <a:pt x="47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89"/>
            <p:cNvSpPr/>
            <p:nvPr/>
          </p:nvSpPr>
          <p:spPr>
            <a:xfrm>
              <a:off x="3043605" y="2994374"/>
              <a:ext cx="354351" cy="355037"/>
            </a:xfrm>
            <a:custGeom>
              <a:rect b="b" l="l" r="r" t="t"/>
              <a:pathLst>
                <a:path extrusionOk="0" h="11908" w="11885">
                  <a:moveTo>
                    <a:pt x="10836" y="1334"/>
                  </a:moveTo>
                  <a:lnTo>
                    <a:pt x="10789" y="2287"/>
                  </a:lnTo>
                  <a:lnTo>
                    <a:pt x="5930" y="3335"/>
                  </a:lnTo>
                  <a:cubicBezTo>
                    <a:pt x="5883" y="3335"/>
                    <a:pt x="5811" y="3406"/>
                    <a:pt x="5788" y="3430"/>
                  </a:cubicBezTo>
                  <a:lnTo>
                    <a:pt x="3882" y="6026"/>
                  </a:lnTo>
                  <a:lnTo>
                    <a:pt x="3192" y="6026"/>
                  </a:lnTo>
                  <a:cubicBezTo>
                    <a:pt x="3097" y="6026"/>
                    <a:pt x="3025" y="6073"/>
                    <a:pt x="3025" y="6169"/>
                  </a:cubicBezTo>
                  <a:cubicBezTo>
                    <a:pt x="3025" y="6288"/>
                    <a:pt x="3073" y="6383"/>
                    <a:pt x="3192" y="6383"/>
                  </a:cubicBezTo>
                  <a:lnTo>
                    <a:pt x="3930" y="6383"/>
                  </a:lnTo>
                  <a:cubicBezTo>
                    <a:pt x="4025" y="6383"/>
                    <a:pt x="4097" y="6335"/>
                    <a:pt x="4144" y="6288"/>
                  </a:cubicBezTo>
                  <a:lnTo>
                    <a:pt x="6050" y="3692"/>
                  </a:lnTo>
                  <a:lnTo>
                    <a:pt x="10574" y="2716"/>
                  </a:lnTo>
                  <a:lnTo>
                    <a:pt x="8407" y="5954"/>
                  </a:lnTo>
                  <a:lnTo>
                    <a:pt x="6716" y="4835"/>
                  </a:lnTo>
                  <a:cubicBezTo>
                    <a:pt x="6664" y="4804"/>
                    <a:pt x="6603" y="4786"/>
                    <a:pt x="6547" y="4786"/>
                  </a:cubicBezTo>
                  <a:cubicBezTo>
                    <a:pt x="6474" y="4786"/>
                    <a:pt x="6410" y="4816"/>
                    <a:pt x="6383" y="4883"/>
                  </a:cubicBezTo>
                  <a:lnTo>
                    <a:pt x="3906" y="8455"/>
                  </a:lnTo>
                  <a:lnTo>
                    <a:pt x="1858" y="7264"/>
                  </a:lnTo>
                  <a:lnTo>
                    <a:pt x="1858" y="6383"/>
                  </a:lnTo>
                  <a:lnTo>
                    <a:pt x="2430" y="6383"/>
                  </a:lnTo>
                  <a:cubicBezTo>
                    <a:pt x="2501" y="6383"/>
                    <a:pt x="2596" y="6311"/>
                    <a:pt x="2596" y="6216"/>
                  </a:cubicBezTo>
                  <a:cubicBezTo>
                    <a:pt x="2596" y="6097"/>
                    <a:pt x="2549" y="6026"/>
                    <a:pt x="2430" y="6026"/>
                  </a:cubicBezTo>
                  <a:lnTo>
                    <a:pt x="1858" y="6026"/>
                  </a:lnTo>
                  <a:lnTo>
                    <a:pt x="1858" y="4049"/>
                  </a:lnTo>
                  <a:lnTo>
                    <a:pt x="3263" y="4502"/>
                  </a:lnTo>
                  <a:cubicBezTo>
                    <a:pt x="3291" y="4507"/>
                    <a:pt x="3317" y="4510"/>
                    <a:pt x="3340" y="4510"/>
                  </a:cubicBezTo>
                  <a:cubicBezTo>
                    <a:pt x="3416" y="4510"/>
                    <a:pt x="3471" y="4479"/>
                    <a:pt x="3525" y="4406"/>
                  </a:cubicBezTo>
                  <a:lnTo>
                    <a:pt x="4216" y="3359"/>
                  </a:lnTo>
                  <a:lnTo>
                    <a:pt x="5549" y="2120"/>
                  </a:lnTo>
                  <a:lnTo>
                    <a:pt x="10836" y="1334"/>
                  </a:lnTo>
                  <a:close/>
                  <a:moveTo>
                    <a:pt x="10789" y="3001"/>
                  </a:moveTo>
                  <a:lnTo>
                    <a:pt x="10789" y="10717"/>
                  </a:lnTo>
                  <a:lnTo>
                    <a:pt x="1834" y="10717"/>
                  </a:lnTo>
                  <a:lnTo>
                    <a:pt x="1834" y="7645"/>
                  </a:lnTo>
                  <a:lnTo>
                    <a:pt x="3787" y="8788"/>
                  </a:lnTo>
                  <a:cubicBezTo>
                    <a:pt x="3827" y="8804"/>
                    <a:pt x="3867" y="8812"/>
                    <a:pt x="3905" y="8812"/>
                  </a:cubicBezTo>
                  <a:cubicBezTo>
                    <a:pt x="3983" y="8812"/>
                    <a:pt x="4057" y="8780"/>
                    <a:pt x="4121" y="8717"/>
                  </a:cubicBezTo>
                  <a:lnTo>
                    <a:pt x="6573" y="5145"/>
                  </a:lnTo>
                  <a:lnTo>
                    <a:pt x="8288" y="6288"/>
                  </a:lnTo>
                  <a:cubicBezTo>
                    <a:pt x="8328" y="6304"/>
                    <a:pt x="8370" y="6311"/>
                    <a:pt x="8411" y="6311"/>
                  </a:cubicBezTo>
                  <a:cubicBezTo>
                    <a:pt x="8492" y="6311"/>
                    <a:pt x="8566" y="6280"/>
                    <a:pt x="8598" y="6216"/>
                  </a:cubicBezTo>
                  <a:lnTo>
                    <a:pt x="10789" y="3001"/>
                  </a:lnTo>
                  <a:close/>
                  <a:moveTo>
                    <a:pt x="929" y="1"/>
                  </a:moveTo>
                  <a:cubicBezTo>
                    <a:pt x="810" y="1"/>
                    <a:pt x="715" y="72"/>
                    <a:pt x="715" y="191"/>
                  </a:cubicBezTo>
                  <a:lnTo>
                    <a:pt x="715" y="977"/>
                  </a:lnTo>
                  <a:lnTo>
                    <a:pt x="525" y="977"/>
                  </a:lnTo>
                  <a:cubicBezTo>
                    <a:pt x="429" y="977"/>
                    <a:pt x="334" y="1049"/>
                    <a:pt x="334" y="1144"/>
                  </a:cubicBezTo>
                  <a:cubicBezTo>
                    <a:pt x="334" y="1263"/>
                    <a:pt x="405" y="1334"/>
                    <a:pt x="525" y="1334"/>
                  </a:cubicBezTo>
                  <a:lnTo>
                    <a:pt x="715" y="1334"/>
                  </a:lnTo>
                  <a:lnTo>
                    <a:pt x="715" y="2239"/>
                  </a:lnTo>
                  <a:lnTo>
                    <a:pt x="525" y="2239"/>
                  </a:lnTo>
                  <a:cubicBezTo>
                    <a:pt x="429" y="2239"/>
                    <a:pt x="334" y="2287"/>
                    <a:pt x="334" y="2382"/>
                  </a:cubicBezTo>
                  <a:cubicBezTo>
                    <a:pt x="334" y="2501"/>
                    <a:pt x="405" y="2596"/>
                    <a:pt x="525" y="2596"/>
                  </a:cubicBezTo>
                  <a:lnTo>
                    <a:pt x="715" y="2596"/>
                  </a:lnTo>
                  <a:lnTo>
                    <a:pt x="715" y="3478"/>
                  </a:lnTo>
                  <a:lnTo>
                    <a:pt x="525" y="3478"/>
                  </a:lnTo>
                  <a:cubicBezTo>
                    <a:pt x="429" y="3478"/>
                    <a:pt x="334" y="3549"/>
                    <a:pt x="334" y="3644"/>
                  </a:cubicBezTo>
                  <a:cubicBezTo>
                    <a:pt x="334" y="3763"/>
                    <a:pt x="405" y="3835"/>
                    <a:pt x="525" y="3835"/>
                  </a:cubicBezTo>
                  <a:lnTo>
                    <a:pt x="715" y="3835"/>
                  </a:lnTo>
                  <a:lnTo>
                    <a:pt x="715" y="4740"/>
                  </a:lnTo>
                  <a:lnTo>
                    <a:pt x="525" y="4740"/>
                  </a:lnTo>
                  <a:cubicBezTo>
                    <a:pt x="429" y="4740"/>
                    <a:pt x="334" y="4787"/>
                    <a:pt x="334" y="4883"/>
                  </a:cubicBezTo>
                  <a:cubicBezTo>
                    <a:pt x="334" y="5002"/>
                    <a:pt x="405" y="5097"/>
                    <a:pt x="525" y="5097"/>
                  </a:cubicBezTo>
                  <a:lnTo>
                    <a:pt x="715" y="5097"/>
                  </a:lnTo>
                  <a:lnTo>
                    <a:pt x="715" y="5978"/>
                  </a:lnTo>
                  <a:lnTo>
                    <a:pt x="525" y="5978"/>
                  </a:lnTo>
                  <a:cubicBezTo>
                    <a:pt x="429" y="5978"/>
                    <a:pt x="334" y="6050"/>
                    <a:pt x="334" y="6145"/>
                  </a:cubicBezTo>
                  <a:cubicBezTo>
                    <a:pt x="334" y="6264"/>
                    <a:pt x="405" y="6335"/>
                    <a:pt x="525" y="6335"/>
                  </a:cubicBezTo>
                  <a:lnTo>
                    <a:pt x="715" y="6335"/>
                  </a:lnTo>
                  <a:lnTo>
                    <a:pt x="715" y="7240"/>
                  </a:lnTo>
                  <a:lnTo>
                    <a:pt x="525" y="7240"/>
                  </a:lnTo>
                  <a:cubicBezTo>
                    <a:pt x="429" y="7240"/>
                    <a:pt x="334" y="7288"/>
                    <a:pt x="334" y="7383"/>
                  </a:cubicBezTo>
                  <a:cubicBezTo>
                    <a:pt x="334" y="7502"/>
                    <a:pt x="405" y="7597"/>
                    <a:pt x="525" y="7597"/>
                  </a:cubicBezTo>
                  <a:lnTo>
                    <a:pt x="715" y="7597"/>
                  </a:lnTo>
                  <a:lnTo>
                    <a:pt x="715" y="8479"/>
                  </a:lnTo>
                  <a:lnTo>
                    <a:pt x="525" y="8479"/>
                  </a:lnTo>
                  <a:cubicBezTo>
                    <a:pt x="429" y="8479"/>
                    <a:pt x="334" y="8550"/>
                    <a:pt x="334" y="8645"/>
                  </a:cubicBezTo>
                  <a:cubicBezTo>
                    <a:pt x="334" y="8764"/>
                    <a:pt x="405" y="8836"/>
                    <a:pt x="525" y="8836"/>
                  </a:cubicBezTo>
                  <a:lnTo>
                    <a:pt x="715" y="8836"/>
                  </a:lnTo>
                  <a:lnTo>
                    <a:pt x="715" y="9741"/>
                  </a:lnTo>
                  <a:lnTo>
                    <a:pt x="525" y="9741"/>
                  </a:lnTo>
                  <a:cubicBezTo>
                    <a:pt x="429" y="9741"/>
                    <a:pt x="334" y="9788"/>
                    <a:pt x="334" y="9884"/>
                  </a:cubicBezTo>
                  <a:cubicBezTo>
                    <a:pt x="334" y="10003"/>
                    <a:pt x="405" y="10098"/>
                    <a:pt x="525" y="10098"/>
                  </a:cubicBezTo>
                  <a:lnTo>
                    <a:pt x="715" y="10098"/>
                  </a:lnTo>
                  <a:lnTo>
                    <a:pt x="715" y="10717"/>
                  </a:lnTo>
                  <a:lnTo>
                    <a:pt x="310" y="10717"/>
                  </a:lnTo>
                  <a:cubicBezTo>
                    <a:pt x="167" y="10717"/>
                    <a:pt x="1" y="10836"/>
                    <a:pt x="1" y="11027"/>
                  </a:cubicBezTo>
                  <a:lnTo>
                    <a:pt x="1" y="11694"/>
                  </a:lnTo>
                  <a:cubicBezTo>
                    <a:pt x="1" y="11789"/>
                    <a:pt x="96" y="11884"/>
                    <a:pt x="191" y="11884"/>
                  </a:cubicBezTo>
                  <a:lnTo>
                    <a:pt x="8741" y="11884"/>
                  </a:lnTo>
                  <a:cubicBezTo>
                    <a:pt x="8764" y="11884"/>
                    <a:pt x="8788" y="11884"/>
                    <a:pt x="8812" y="11860"/>
                  </a:cubicBezTo>
                  <a:cubicBezTo>
                    <a:pt x="8931" y="11694"/>
                    <a:pt x="8860" y="11551"/>
                    <a:pt x="8693" y="11551"/>
                  </a:cubicBezTo>
                  <a:lnTo>
                    <a:pt x="358" y="11551"/>
                  </a:lnTo>
                  <a:lnTo>
                    <a:pt x="358" y="11074"/>
                  </a:lnTo>
                  <a:lnTo>
                    <a:pt x="11527" y="11074"/>
                  </a:lnTo>
                  <a:lnTo>
                    <a:pt x="11527" y="11551"/>
                  </a:lnTo>
                  <a:lnTo>
                    <a:pt x="9479" y="11551"/>
                  </a:lnTo>
                  <a:cubicBezTo>
                    <a:pt x="9384" y="11551"/>
                    <a:pt x="9288" y="11622"/>
                    <a:pt x="9288" y="11694"/>
                  </a:cubicBezTo>
                  <a:cubicBezTo>
                    <a:pt x="9288" y="11813"/>
                    <a:pt x="9360" y="11908"/>
                    <a:pt x="9479" y="11908"/>
                  </a:cubicBezTo>
                  <a:lnTo>
                    <a:pt x="11574" y="11908"/>
                  </a:lnTo>
                  <a:cubicBezTo>
                    <a:pt x="11741" y="11908"/>
                    <a:pt x="11884" y="11789"/>
                    <a:pt x="11884" y="11622"/>
                  </a:cubicBezTo>
                  <a:lnTo>
                    <a:pt x="11884" y="11051"/>
                  </a:lnTo>
                  <a:cubicBezTo>
                    <a:pt x="11860" y="10836"/>
                    <a:pt x="11741" y="10717"/>
                    <a:pt x="11598" y="10717"/>
                  </a:cubicBezTo>
                  <a:lnTo>
                    <a:pt x="11146" y="10717"/>
                  </a:lnTo>
                  <a:lnTo>
                    <a:pt x="11146" y="1168"/>
                  </a:lnTo>
                  <a:lnTo>
                    <a:pt x="11146" y="1096"/>
                  </a:lnTo>
                  <a:cubicBezTo>
                    <a:pt x="11128" y="1060"/>
                    <a:pt x="11067" y="1009"/>
                    <a:pt x="11008" y="1009"/>
                  </a:cubicBezTo>
                  <a:cubicBezTo>
                    <a:pt x="10990" y="1009"/>
                    <a:pt x="10972" y="1014"/>
                    <a:pt x="10955" y="1025"/>
                  </a:cubicBezTo>
                  <a:lnTo>
                    <a:pt x="5430" y="1811"/>
                  </a:lnTo>
                  <a:cubicBezTo>
                    <a:pt x="5359" y="1811"/>
                    <a:pt x="5335" y="1858"/>
                    <a:pt x="5311" y="1882"/>
                  </a:cubicBezTo>
                  <a:lnTo>
                    <a:pt x="3930" y="3168"/>
                  </a:lnTo>
                  <a:lnTo>
                    <a:pt x="3906" y="3192"/>
                  </a:lnTo>
                  <a:lnTo>
                    <a:pt x="3287" y="4168"/>
                  </a:lnTo>
                  <a:lnTo>
                    <a:pt x="1834" y="3692"/>
                  </a:lnTo>
                  <a:cubicBezTo>
                    <a:pt x="1809" y="3687"/>
                    <a:pt x="1783" y="3684"/>
                    <a:pt x="1758" y="3684"/>
                  </a:cubicBezTo>
                  <a:cubicBezTo>
                    <a:pt x="1666" y="3684"/>
                    <a:pt x="1581" y="3723"/>
                    <a:pt x="1525" y="3835"/>
                  </a:cubicBezTo>
                  <a:cubicBezTo>
                    <a:pt x="1525" y="3882"/>
                    <a:pt x="1501" y="3906"/>
                    <a:pt x="1501" y="3930"/>
                  </a:cubicBezTo>
                  <a:lnTo>
                    <a:pt x="1501" y="10741"/>
                  </a:lnTo>
                  <a:lnTo>
                    <a:pt x="1072" y="10741"/>
                  </a:lnTo>
                  <a:lnTo>
                    <a:pt x="1072" y="191"/>
                  </a:lnTo>
                  <a:cubicBezTo>
                    <a:pt x="1072" y="96"/>
                    <a:pt x="1025" y="1"/>
                    <a:pt x="9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89"/>
            <p:cNvSpPr/>
            <p:nvPr/>
          </p:nvSpPr>
          <p:spPr>
            <a:xfrm>
              <a:off x="3090474" y="3023504"/>
              <a:ext cx="15653" cy="10674"/>
            </a:xfrm>
            <a:custGeom>
              <a:rect b="b" l="l" r="r" t="t"/>
              <a:pathLst>
                <a:path extrusionOk="0" h="358" w="525">
                  <a:moveTo>
                    <a:pt x="215" y="0"/>
                  </a:moveTo>
                  <a:cubicBezTo>
                    <a:pt x="143" y="0"/>
                    <a:pt x="48" y="72"/>
                    <a:pt x="48" y="167"/>
                  </a:cubicBezTo>
                  <a:cubicBezTo>
                    <a:pt x="0" y="286"/>
                    <a:pt x="96" y="357"/>
                    <a:pt x="215" y="357"/>
                  </a:cubicBezTo>
                  <a:lnTo>
                    <a:pt x="334" y="357"/>
                  </a:lnTo>
                  <a:cubicBezTo>
                    <a:pt x="429" y="357"/>
                    <a:pt x="524" y="310"/>
                    <a:pt x="524" y="214"/>
                  </a:cubicBezTo>
                  <a:cubicBezTo>
                    <a:pt x="524" y="95"/>
                    <a:pt x="453" y="0"/>
                    <a:pt x="3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89"/>
            <p:cNvSpPr/>
            <p:nvPr/>
          </p:nvSpPr>
          <p:spPr>
            <a:xfrm>
              <a:off x="3194858" y="3023504"/>
              <a:ext cx="17054" cy="10674"/>
            </a:xfrm>
            <a:custGeom>
              <a:rect b="b" l="l" r="r" t="t"/>
              <a:pathLst>
                <a:path extrusionOk="0" h="358" w="572">
                  <a:moveTo>
                    <a:pt x="167" y="0"/>
                  </a:moveTo>
                  <a:cubicBezTo>
                    <a:pt x="95" y="0"/>
                    <a:pt x="0" y="72"/>
                    <a:pt x="0" y="167"/>
                  </a:cubicBezTo>
                  <a:cubicBezTo>
                    <a:pt x="0" y="286"/>
                    <a:pt x="48" y="357"/>
                    <a:pt x="167" y="357"/>
                  </a:cubicBezTo>
                  <a:lnTo>
                    <a:pt x="381" y="357"/>
                  </a:lnTo>
                  <a:cubicBezTo>
                    <a:pt x="476" y="357"/>
                    <a:pt x="572" y="310"/>
                    <a:pt x="572" y="214"/>
                  </a:cubicBezTo>
                  <a:cubicBezTo>
                    <a:pt x="572" y="95"/>
                    <a:pt x="500" y="0"/>
                    <a:pt x="3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89"/>
            <p:cNvSpPr/>
            <p:nvPr/>
          </p:nvSpPr>
          <p:spPr>
            <a:xfrm>
              <a:off x="3220410" y="3023504"/>
              <a:ext cx="17770" cy="10674"/>
            </a:xfrm>
            <a:custGeom>
              <a:rect b="b" l="l" r="r" t="t"/>
              <a:pathLst>
                <a:path extrusionOk="0" h="358" w="596">
                  <a:moveTo>
                    <a:pt x="215" y="0"/>
                  </a:moveTo>
                  <a:cubicBezTo>
                    <a:pt x="120" y="0"/>
                    <a:pt x="24" y="72"/>
                    <a:pt x="24" y="167"/>
                  </a:cubicBezTo>
                  <a:cubicBezTo>
                    <a:pt x="0" y="286"/>
                    <a:pt x="96" y="357"/>
                    <a:pt x="215" y="357"/>
                  </a:cubicBezTo>
                  <a:lnTo>
                    <a:pt x="429" y="357"/>
                  </a:lnTo>
                  <a:cubicBezTo>
                    <a:pt x="501" y="357"/>
                    <a:pt x="596" y="310"/>
                    <a:pt x="596" y="214"/>
                  </a:cubicBezTo>
                  <a:cubicBezTo>
                    <a:pt x="596" y="95"/>
                    <a:pt x="548" y="0"/>
                    <a:pt x="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89"/>
            <p:cNvSpPr/>
            <p:nvPr/>
          </p:nvSpPr>
          <p:spPr>
            <a:xfrm>
              <a:off x="3141608" y="3023504"/>
              <a:ext cx="17054" cy="10674"/>
            </a:xfrm>
            <a:custGeom>
              <a:rect b="b" l="l" r="r" t="t"/>
              <a:pathLst>
                <a:path extrusionOk="0" h="358" w="572">
                  <a:moveTo>
                    <a:pt x="167" y="0"/>
                  </a:moveTo>
                  <a:cubicBezTo>
                    <a:pt x="95" y="0"/>
                    <a:pt x="0" y="72"/>
                    <a:pt x="0" y="167"/>
                  </a:cubicBezTo>
                  <a:cubicBezTo>
                    <a:pt x="0" y="286"/>
                    <a:pt x="48" y="357"/>
                    <a:pt x="167" y="357"/>
                  </a:cubicBezTo>
                  <a:lnTo>
                    <a:pt x="381" y="357"/>
                  </a:lnTo>
                  <a:cubicBezTo>
                    <a:pt x="476" y="357"/>
                    <a:pt x="572" y="310"/>
                    <a:pt x="572" y="214"/>
                  </a:cubicBezTo>
                  <a:cubicBezTo>
                    <a:pt x="572" y="95"/>
                    <a:pt x="500" y="0"/>
                    <a:pt x="3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89"/>
            <p:cNvSpPr/>
            <p:nvPr/>
          </p:nvSpPr>
          <p:spPr>
            <a:xfrm>
              <a:off x="3167875" y="3023504"/>
              <a:ext cx="17054" cy="10674"/>
            </a:xfrm>
            <a:custGeom>
              <a:rect b="b" l="l" r="r" t="t"/>
              <a:pathLst>
                <a:path extrusionOk="0" h="358" w="572">
                  <a:moveTo>
                    <a:pt x="191" y="0"/>
                  </a:moveTo>
                  <a:cubicBezTo>
                    <a:pt x="95" y="0"/>
                    <a:pt x="0" y="72"/>
                    <a:pt x="0" y="167"/>
                  </a:cubicBezTo>
                  <a:cubicBezTo>
                    <a:pt x="0" y="286"/>
                    <a:pt x="72" y="357"/>
                    <a:pt x="191" y="357"/>
                  </a:cubicBezTo>
                  <a:lnTo>
                    <a:pt x="405" y="357"/>
                  </a:lnTo>
                  <a:cubicBezTo>
                    <a:pt x="476" y="357"/>
                    <a:pt x="572" y="310"/>
                    <a:pt x="572" y="214"/>
                  </a:cubicBezTo>
                  <a:cubicBezTo>
                    <a:pt x="572" y="95"/>
                    <a:pt x="524" y="0"/>
                    <a:pt x="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89"/>
            <p:cNvSpPr/>
            <p:nvPr/>
          </p:nvSpPr>
          <p:spPr>
            <a:xfrm>
              <a:off x="3114625" y="3023504"/>
              <a:ext cx="17054" cy="10674"/>
            </a:xfrm>
            <a:custGeom>
              <a:rect b="b" l="l" r="r" t="t"/>
              <a:pathLst>
                <a:path extrusionOk="0" h="358" w="572">
                  <a:moveTo>
                    <a:pt x="191" y="0"/>
                  </a:moveTo>
                  <a:cubicBezTo>
                    <a:pt x="95" y="0"/>
                    <a:pt x="0" y="72"/>
                    <a:pt x="0" y="167"/>
                  </a:cubicBezTo>
                  <a:cubicBezTo>
                    <a:pt x="0" y="286"/>
                    <a:pt x="72" y="357"/>
                    <a:pt x="191" y="357"/>
                  </a:cubicBezTo>
                  <a:lnTo>
                    <a:pt x="405" y="357"/>
                  </a:lnTo>
                  <a:cubicBezTo>
                    <a:pt x="476" y="357"/>
                    <a:pt x="572" y="310"/>
                    <a:pt x="572" y="214"/>
                  </a:cubicBezTo>
                  <a:cubicBezTo>
                    <a:pt x="572" y="95"/>
                    <a:pt x="524" y="0"/>
                    <a:pt x="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89"/>
            <p:cNvSpPr/>
            <p:nvPr/>
          </p:nvSpPr>
          <p:spPr>
            <a:xfrm>
              <a:off x="3247393" y="3023504"/>
              <a:ext cx="14937" cy="10674"/>
            </a:xfrm>
            <a:custGeom>
              <a:rect b="b" l="l" r="r" t="t"/>
              <a:pathLst>
                <a:path extrusionOk="0" h="358" w="501">
                  <a:moveTo>
                    <a:pt x="191" y="0"/>
                  </a:moveTo>
                  <a:cubicBezTo>
                    <a:pt x="119" y="0"/>
                    <a:pt x="24" y="72"/>
                    <a:pt x="24" y="167"/>
                  </a:cubicBezTo>
                  <a:cubicBezTo>
                    <a:pt x="0" y="286"/>
                    <a:pt x="72" y="357"/>
                    <a:pt x="191" y="357"/>
                  </a:cubicBezTo>
                  <a:lnTo>
                    <a:pt x="310" y="357"/>
                  </a:lnTo>
                  <a:cubicBezTo>
                    <a:pt x="405" y="357"/>
                    <a:pt x="500" y="310"/>
                    <a:pt x="500" y="214"/>
                  </a:cubicBezTo>
                  <a:cubicBezTo>
                    <a:pt x="500" y="95"/>
                    <a:pt x="429" y="0"/>
                    <a:pt x="3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4" name="Google Shape;19664;p89"/>
          <p:cNvGrpSpPr/>
          <p:nvPr/>
        </p:nvGrpSpPr>
        <p:grpSpPr>
          <a:xfrm>
            <a:off x="3239630" y="2992943"/>
            <a:ext cx="368543" cy="354351"/>
            <a:chOff x="3658717" y="2992943"/>
            <a:chExt cx="368543" cy="354351"/>
          </a:xfrm>
        </p:grpSpPr>
        <p:sp>
          <p:nvSpPr>
            <p:cNvPr id="19665" name="Google Shape;19665;p89"/>
            <p:cNvSpPr/>
            <p:nvPr/>
          </p:nvSpPr>
          <p:spPr>
            <a:xfrm>
              <a:off x="3819183" y="3000785"/>
              <a:ext cx="60405" cy="60375"/>
            </a:xfrm>
            <a:custGeom>
              <a:rect b="b" l="l" r="r" t="t"/>
              <a:pathLst>
                <a:path extrusionOk="0" h="2025" w="2026">
                  <a:moveTo>
                    <a:pt x="1025" y="0"/>
                  </a:moveTo>
                  <a:cubicBezTo>
                    <a:pt x="453" y="0"/>
                    <a:pt x="1" y="452"/>
                    <a:pt x="1" y="1000"/>
                  </a:cubicBezTo>
                  <a:cubicBezTo>
                    <a:pt x="1" y="1572"/>
                    <a:pt x="453" y="2024"/>
                    <a:pt x="1025" y="2024"/>
                  </a:cubicBezTo>
                  <a:cubicBezTo>
                    <a:pt x="1573" y="2024"/>
                    <a:pt x="2025" y="1572"/>
                    <a:pt x="2025" y="1000"/>
                  </a:cubicBezTo>
                  <a:cubicBezTo>
                    <a:pt x="2025" y="452"/>
                    <a:pt x="1573" y="0"/>
                    <a:pt x="102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89"/>
            <p:cNvSpPr/>
            <p:nvPr/>
          </p:nvSpPr>
          <p:spPr>
            <a:xfrm>
              <a:off x="3819183" y="3282659"/>
              <a:ext cx="60405" cy="60375"/>
            </a:xfrm>
            <a:custGeom>
              <a:rect b="b" l="l" r="r" t="t"/>
              <a:pathLst>
                <a:path extrusionOk="0" h="2025" w="2026">
                  <a:moveTo>
                    <a:pt x="1025" y="0"/>
                  </a:moveTo>
                  <a:cubicBezTo>
                    <a:pt x="453" y="0"/>
                    <a:pt x="1" y="453"/>
                    <a:pt x="1" y="1024"/>
                  </a:cubicBezTo>
                  <a:cubicBezTo>
                    <a:pt x="1" y="1572"/>
                    <a:pt x="453" y="2025"/>
                    <a:pt x="1025" y="2025"/>
                  </a:cubicBezTo>
                  <a:cubicBezTo>
                    <a:pt x="1573" y="2025"/>
                    <a:pt x="2025" y="1572"/>
                    <a:pt x="2025" y="1024"/>
                  </a:cubicBezTo>
                  <a:cubicBezTo>
                    <a:pt x="2025" y="453"/>
                    <a:pt x="1573" y="0"/>
                    <a:pt x="102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89"/>
            <p:cNvSpPr/>
            <p:nvPr/>
          </p:nvSpPr>
          <p:spPr>
            <a:xfrm>
              <a:off x="3677888" y="3142079"/>
              <a:ext cx="60405" cy="60375"/>
            </a:xfrm>
            <a:custGeom>
              <a:rect b="b" l="l" r="r" t="t"/>
              <a:pathLst>
                <a:path extrusionOk="0" h="2025" w="2026">
                  <a:moveTo>
                    <a:pt x="1025" y="0"/>
                  </a:moveTo>
                  <a:cubicBezTo>
                    <a:pt x="477" y="0"/>
                    <a:pt x="1" y="453"/>
                    <a:pt x="1" y="1000"/>
                  </a:cubicBezTo>
                  <a:cubicBezTo>
                    <a:pt x="1" y="1548"/>
                    <a:pt x="477" y="2024"/>
                    <a:pt x="1025" y="2024"/>
                  </a:cubicBezTo>
                  <a:cubicBezTo>
                    <a:pt x="1573" y="2024"/>
                    <a:pt x="2025" y="1548"/>
                    <a:pt x="2025" y="1000"/>
                  </a:cubicBezTo>
                  <a:cubicBezTo>
                    <a:pt x="2025" y="453"/>
                    <a:pt x="1573" y="0"/>
                    <a:pt x="102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89"/>
            <p:cNvSpPr/>
            <p:nvPr/>
          </p:nvSpPr>
          <p:spPr>
            <a:xfrm>
              <a:off x="3960478" y="3142079"/>
              <a:ext cx="60405" cy="60375"/>
            </a:xfrm>
            <a:custGeom>
              <a:rect b="b" l="l" r="r" t="t"/>
              <a:pathLst>
                <a:path extrusionOk="0" h="2025" w="2026">
                  <a:moveTo>
                    <a:pt x="1025" y="0"/>
                  </a:moveTo>
                  <a:cubicBezTo>
                    <a:pt x="453" y="0"/>
                    <a:pt x="1" y="453"/>
                    <a:pt x="1" y="1000"/>
                  </a:cubicBezTo>
                  <a:cubicBezTo>
                    <a:pt x="1" y="1548"/>
                    <a:pt x="453" y="2024"/>
                    <a:pt x="1025" y="2024"/>
                  </a:cubicBezTo>
                  <a:cubicBezTo>
                    <a:pt x="1573" y="2024"/>
                    <a:pt x="2025" y="1548"/>
                    <a:pt x="2025" y="1000"/>
                  </a:cubicBezTo>
                  <a:cubicBezTo>
                    <a:pt x="2025" y="453"/>
                    <a:pt x="1573" y="0"/>
                    <a:pt x="102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89"/>
            <p:cNvSpPr/>
            <p:nvPr/>
          </p:nvSpPr>
          <p:spPr>
            <a:xfrm>
              <a:off x="3719779" y="3041244"/>
              <a:ext cx="60405" cy="60375"/>
            </a:xfrm>
            <a:custGeom>
              <a:rect b="b" l="l" r="r" t="t"/>
              <a:pathLst>
                <a:path extrusionOk="0" h="2025" w="2026">
                  <a:moveTo>
                    <a:pt x="1025" y="0"/>
                  </a:moveTo>
                  <a:cubicBezTo>
                    <a:pt x="453" y="0"/>
                    <a:pt x="1" y="453"/>
                    <a:pt x="1" y="1024"/>
                  </a:cubicBezTo>
                  <a:cubicBezTo>
                    <a:pt x="1" y="1572"/>
                    <a:pt x="453" y="2025"/>
                    <a:pt x="1025" y="2025"/>
                  </a:cubicBezTo>
                  <a:cubicBezTo>
                    <a:pt x="1573" y="2025"/>
                    <a:pt x="2025" y="1572"/>
                    <a:pt x="2025" y="1024"/>
                  </a:cubicBezTo>
                  <a:cubicBezTo>
                    <a:pt x="2025" y="453"/>
                    <a:pt x="1573" y="0"/>
                    <a:pt x="1025"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89"/>
            <p:cNvSpPr/>
            <p:nvPr/>
          </p:nvSpPr>
          <p:spPr>
            <a:xfrm>
              <a:off x="3920019" y="3240768"/>
              <a:ext cx="60375" cy="60375"/>
            </a:xfrm>
            <a:custGeom>
              <a:rect b="b" l="l" r="r" t="t"/>
              <a:pathLst>
                <a:path extrusionOk="0" h="2025" w="2025">
                  <a:moveTo>
                    <a:pt x="1001" y="0"/>
                  </a:moveTo>
                  <a:cubicBezTo>
                    <a:pt x="453" y="0"/>
                    <a:pt x="1" y="477"/>
                    <a:pt x="1" y="1024"/>
                  </a:cubicBezTo>
                  <a:cubicBezTo>
                    <a:pt x="1" y="1572"/>
                    <a:pt x="453" y="2024"/>
                    <a:pt x="1001" y="2024"/>
                  </a:cubicBezTo>
                  <a:cubicBezTo>
                    <a:pt x="1548" y="2024"/>
                    <a:pt x="2025" y="1572"/>
                    <a:pt x="2025" y="1024"/>
                  </a:cubicBezTo>
                  <a:cubicBezTo>
                    <a:pt x="2025" y="477"/>
                    <a:pt x="1548" y="0"/>
                    <a:pt x="100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89"/>
            <p:cNvSpPr/>
            <p:nvPr/>
          </p:nvSpPr>
          <p:spPr>
            <a:xfrm>
              <a:off x="3719779" y="3240768"/>
              <a:ext cx="60405" cy="60375"/>
            </a:xfrm>
            <a:custGeom>
              <a:rect b="b" l="l" r="r" t="t"/>
              <a:pathLst>
                <a:path extrusionOk="0" h="2025" w="2026">
                  <a:moveTo>
                    <a:pt x="1025" y="0"/>
                  </a:moveTo>
                  <a:cubicBezTo>
                    <a:pt x="453" y="0"/>
                    <a:pt x="1" y="477"/>
                    <a:pt x="1" y="1024"/>
                  </a:cubicBezTo>
                  <a:cubicBezTo>
                    <a:pt x="1" y="1572"/>
                    <a:pt x="453" y="2024"/>
                    <a:pt x="1025" y="2024"/>
                  </a:cubicBezTo>
                  <a:cubicBezTo>
                    <a:pt x="1573" y="2024"/>
                    <a:pt x="2025" y="1572"/>
                    <a:pt x="2025" y="1024"/>
                  </a:cubicBezTo>
                  <a:cubicBezTo>
                    <a:pt x="2025" y="477"/>
                    <a:pt x="1573" y="0"/>
                    <a:pt x="1025"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89"/>
            <p:cNvSpPr/>
            <p:nvPr/>
          </p:nvSpPr>
          <p:spPr>
            <a:xfrm>
              <a:off x="3920019" y="3041244"/>
              <a:ext cx="60375" cy="60375"/>
            </a:xfrm>
            <a:custGeom>
              <a:rect b="b" l="l" r="r" t="t"/>
              <a:pathLst>
                <a:path extrusionOk="0" h="2025" w="2025">
                  <a:moveTo>
                    <a:pt x="1001" y="0"/>
                  </a:moveTo>
                  <a:cubicBezTo>
                    <a:pt x="453" y="0"/>
                    <a:pt x="1" y="453"/>
                    <a:pt x="1" y="1024"/>
                  </a:cubicBezTo>
                  <a:cubicBezTo>
                    <a:pt x="1" y="1572"/>
                    <a:pt x="453" y="2025"/>
                    <a:pt x="1001" y="2025"/>
                  </a:cubicBezTo>
                  <a:cubicBezTo>
                    <a:pt x="1548" y="2025"/>
                    <a:pt x="2025" y="1572"/>
                    <a:pt x="2025" y="1024"/>
                  </a:cubicBezTo>
                  <a:cubicBezTo>
                    <a:pt x="2025" y="453"/>
                    <a:pt x="1548" y="0"/>
                    <a:pt x="100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89"/>
            <p:cNvSpPr/>
            <p:nvPr/>
          </p:nvSpPr>
          <p:spPr>
            <a:xfrm>
              <a:off x="3825594" y="3002186"/>
              <a:ext cx="55396" cy="58974"/>
            </a:xfrm>
            <a:custGeom>
              <a:rect b="b" l="l" r="r" t="t"/>
              <a:pathLst>
                <a:path extrusionOk="0" h="1978" w="1858">
                  <a:moveTo>
                    <a:pt x="1215" y="1"/>
                  </a:moveTo>
                  <a:lnTo>
                    <a:pt x="1215" y="1"/>
                  </a:lnTo>
                  <a:cubicBezTo>
                    <a:pt x="1334" y="191"/>
                    <a:pt x="1429" y="405"/>
                    <a:pt x="1429" y="644"/>
                  </a:cubicBezTo>
                  <a:cubicBezTo>
                    <a:pt x="1429" y="1239"/>
                    <a:pt x="977" y="1668"/>
                    <a:pt x="429" y="1668"/>
                  </a:cubicBezTo>
                  <a:cubicBezTo>
                    <a:pt x="262" y="1668"/>
                    <a:pt x="119" y="1644"/>
                    <a:pt x="0" y="1596"/>
                  </a:cubicBezTo>
                  <a:lnTo>
                    <a:pt x="0" y="1596"/>
                  </a:lnTo>
                  <a:cubicBezTo>
                    <a:pt x="191" y="1834"/>
                    <a:pt x="477" y="1977"/>
                    <a:pt x="810" y="1977"/>
                  </a:cubicBezTo>
                  <a:cubicBezTo>
                    <a:pt x="1405" y="1977"/>
                    <a:pt x="1858" y="1525"/>
                    <a:pt x="1858" y="953"/>
                  </a:cubicBezTo>
                  <a:cubicBezTo>
                    <a:pt x="1858" y="548"/>
                    <a:pt x="1572" y="191"/>
                    <a:pt x="121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89"/>
            <p:cNvSpPr/>
            <p:nvPr/>
          </p:nvSpPr>
          <p:spPr>
            <a:xfrm>
              <a:off x="3825594" y="3285491"/>
              <a:ext cx="55396" cy="58974"/>
            </a:xfrm>
            <a:custGeom>
              <a:rect b="b" l="l" r="r" t="t"/>
              <a:pathLst>
                <a:path extrusionOk="0" h="1978" w="1858">
                  <a:moveTo>
                    <a:pt x="1215" y="1"/>
                  </a:moveTo>
                  <a:lnTo>
                    <a:pt x="1215" y="1"/>
                  </a:lnTo>
                  <a:cubicBezTo>
                    <a:pt x="1334" y="191"/>
                    <a:pt x="1429" y="382"/>
                    <a:pt x="1429" y="620"/>
                  </a:cubicBezTo>
                  <a:cubicBezTo>
                    <a:pt x="1429" y="1215"/>
                    <a:pt x="977" y="1668"/>
                    <a:pt x="429" y="1668"/>
                  </a:cubicBezTo>
                  <a:cubicBezTo>
                    <a:pt x="262" y="1668"/>
                    <a:pt x="119" y="1644"/>
                    <a:pt x="0" y="1572"/>
                  </a:cubicBezTo>
                  <a:lnTo>
                    <a:pt x="0" y="1572"/>
                  </a:lnTo>
                  <a:cubicBezTo>
                    <a:pt x="191" y="1810"/>
                    <a:pt x="477" y="1977"/>
                    <a:pt x="810" y="1977"/>
                  </a:cubicBezTo>
                  <a:cubicBezTo>
                    <a:pt x="1405" y="1977"/>
                    <a:pt x="1858" y="1501"/>
                    <a:pt x="1858" y="929"/>
                  </a:cubicBezTo>
                  <a:cubicBezTo>
                    <a:pt x="1858" y="501"/>
                    <a:pt x="1572" y="120"/>
                    <a:pt x="121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89"/>
            <p:cNvSpPr/>
            <p:nvPr/>
          </p:nvSpPr>
          <p:spPr>
            <a:xfrm>
              <a:off x="3684984" y="3145627"/>
              <a:ext cx="54711" cy="57543"/>
            </a:xfrm>
            <a:custGeom>
              <a:rect b="b" l="l" r="r" t="t"/>
              <a:pathLst>
                <a:path extrusionOk="0" h="1930" w="1835">
                  <a:moveTo>
                    <a:pt x="1263" y="0"/>
                  </a:moveTo>
                  <a:cubicBezTo>
                    <a:pt x="1382" y="167"/>
                    <a:pt x="1477" y="381"/>
                    <a:pt x="1477" y="619"/>
                  </a:cubicBezTo>
                  <a:cubicBezTo>
                    <a:pt x="1477" y="1191"/>
                    <a:pt x="1001" y="1620"/>
                    <a:pt x="430" y="1620"/>
                  </a:cubicBezTo>
                  <a:cubicBezTo>
                    <a:pt x="287" y="1620"/>
                    <a:pt x="144" y="1596"/>
                    <a:pt x="1" y="1548"/>
                  </a:cubicBezTo>
                  <a:lnTo>
                    <a:pt x="1" y="1548"/>
                  </a:lnTo>
                  <a:cubicBezTo>
                    <a:pt x="191" y="1786"/>
                    <a:pt x="501" y="1929"/>
                    <a:pt x="811" y="1929"/>
                  </a:cubicBezTo>
                  <a:cubicBezTo>
                    <a:pt x="1382" y="1929"/>
                    <a:pt x="1835" y="1453"/>
                    <a:pt x="1835" y="881"/>
                  </a:cubicBezTo>
                  <a:cubicBezTo>
                    <a:pt x="1835" y="476"/>
                    <a:pt x="1573" y="119"/>
                    <a:pt x="126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89"/>
            <p:cNvSpPr/>
            <p:nvPr/>
          </p:nvSpPr>
          <p:spPr>
            <a:xfrm>
              <a:off x="3967604" y="3145627"/>
              <a:ext cx="53965" cy="57543"/>
            </a:xfrm>
            <a:custGeom>
              <a:rect b="b" l="l" r="r" t="t"/>
              <a:pathLst>
                <a:path extrusionOk="0" h="1930" w="1810">
                  <a:moveTo>
                    <a:pt x="1215" y="0"/>
                  </a:moveTo>
                  <a:lnTo>
                    <a:pt x="1215" y="0"/>
                  </a:lnTo>
                  <a:cubicBezTo>
                    <a:pt x="1334" y="167"/>
                    <a:pt x="1429" y="381"/>
                    <a:pt x="1429" y="619"/>
                  </a:cubicBezTo>
                  <a:cubicBezTo>
                    <a:pt x="1429" y="1191"/>
                    <a:pt x="977" y="1620"/>
                    <a:pt x="429" y="1620"/>
                  </a:cubicBezTo>
                  <a:cubicBezTo>
                    <a:pt x="262" y="1620"/>
                    <a:pt x="119" y="1596"/>
                    <a:pt x="0" y="1548"/>
                  </a:cubicBezTo>
                  <a:lnTo>
                    <a:pt x="0" y="1548"/>
                  </a:lnTo>
                  <a:cubicBezTo>
                    <a:pt x="191" y="1786"/>
                    <a:pt x="476" y="1929"/>
                    <a:pt x="810" y="1929"/>
                  </a:cubicBezTo>
                  <a:cubicBezTo>
                    <a:pt x="1381" y="1929"/>
                    <a:pt x="1810" y="1453"/>
                    <a:pt x="1810" y="881"/>
                  </a:cubicBezTo>
                  <a:cubicBezTo>
                    <a:pt x="1810" y="476"/>
                    <a:pt x="1548" y="119"/>
                    <a:pt x="1215"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89"/>
            <p:cNvSpPr/>
            <p:nvPr/>
          </p:nvSpPr>
          <p:spPr>
            <a:xfrm>
              <a:off x="3725474" y="3044792"/>
              <a:ext cx="58259" cy="57543"/>
            </a:xfrm>
            <a:custGeom>
              <a:rect b="b" l="l" r="r" t="t"/>
              <a:pathLst>
                <a:path extrusionOk="0" h="1930" w="1954">
                  <a:moveTo>
                    <a:pt x="1215" y="0"/>
                  </a:moveTo>
                  <a:lnTo>
                    <a:pt x="1215" y="0"/>
                  </a:lnTo>
                  <a:cubicBezTo>
                    <a:pt x="1525" y="405"/>
                    <a:pt x="1477" y="1001"/>
                    <a:pt x="1120" y="1358"/>
                  </a:cubicBezTo>
                  <a:cubicBezTo>
                    <a:pt x="935" y="1542"/>
                    <a:pt x="681" y="1648"/>
                    <a:pt x="422" y="1648"/>
                  </a:cubicBezTo>
                  <a:cubicBezTo>
                    <a:pt x="279" y="1648"/>
                    <a:pt x="135" y="1616"/>
                    <a:pt x="0" y="1548"/>
                  </a:cubicBezTo>
                  <a:lnTo>
                    <a:pt x="0" y="1548"/>
                  </a:lnTo>
                  <a:lnTo>
                    <a:pt x="96" y="1644"/>
                  </a:lnTo>
                  <a:cubicBezTo>
                    <a:pt x="298" y="1834"/>
                    <a:pt x="566" y="1929"/>
                    <a:pt x="831" y="1929"/>
                  </a:cubicBezTo>
                  <a:cubicBezTo>
                    <a:pt x="1096" y="1929"/>
                    <a:pt x="1358" y="1834"/>
                    <a:pt x="1548" y="1644"/>
                  </a:cubicBezTo>
                  <a:cubicBezTo>
                    <a:pt x="1953" y="1239"/>
                    <a:pt x="1953" y="572"/>
                    <a:pt x="1525" y="215"/>
                  </a:cubicBezTo>
                  <a:cubicBezTo>
                    <a:pt x="1429" y="120"/>
                    <a:pt x="1334" y="72"/>
                    <a:pt x="1215"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89"/>
            <p:cNvSpPr/>
            <p:nvPr/>
          </p:nvSpPr>
          <p:spPr>
            <a:xfrm>
              <a:off x="3924998" y="3245032"/>
              <a:ext cx="58944" cy="57364"/>
            </a:xfrm>
            <a:custGeom>
              <a:rect b="b" l="l" r="r" t="t"/>
              <a:pathLst>
                <a:path extrusionOk="0" h="1924" w="1977">
                  <a:moveTo>
                    <a:pt x="1215" y="0"/>
                  </a:moveTo>
                  <a:cubicBezTo>
                    <a:pt x="1524" y="381"/>
                    <a:pt x="1501" y="977"/>
                    <a:pt x="1143" y="1334"/>
                  </a:cubicBezTo>
                  <a:cubicBezTo>
                    <a:pt x="937" y="1524"/>
                    <a:pt x="667" y="1630"/>
                    <a:pt x="397" y="1630"/>
                  </a:cubicBezTo>
                  <a:cubicBezTo>
                    <a:pt x="262" y="1630"/>
                    <a:pt x="127" y="1604"/>
                    <a:pt x="0" y="1548"/>
                  </a:cubicBezTo>
                  <a:lnTo>
                    <a:pt x="0" y="1548"/>
                  </a:lnTo>
                  <a:lnTo>
                    <a:pt x="96" y="1620"/>
                  </a:lnTo>
                  <a:cubicBezTo>
                    <a:pt x="298" y="1822"/>
                    <a:pt x="566" y="1923"/>
                    <a:pt x="831" y="1923"/>
                  </a:cubicBezTo>
                  <a:cubicBezTo>
                    <a:pt x="1096" y="1923"/>
                    <a:pt x="1358" y="1822"/>
                    <a:pt x="1548" y="1620"/>
                  </a:cubicBezTo>
                  <a:cubicBezTo>
                    <a:pt x="1977" y="1215"/>
                    <a:pt x="1977" y="548"/>
                    <a:pt x="1524" y="191"/>
                  </a:cubicBezTo>
                  <a:cubicBezTo>
                    <a:pt x="1429" y="119"/>
                    <a:pt x="1334" y="48"/>
                    <a:pt x="1215"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89"/>
            <p:cNvSpPr/>
            <p:nvPr/>
          </p:nvSpPr>
          <p:spPr>
            <a:xfrm>
              <a:off x="3725474" y="3245032"/>
              <a:ext cx="58259" cy="57364"/>
            </a:xfrm>
            <a:custGeom>
              <a:rect b="b" l="l" r="r" t="t"/>
              <a:pathLst>
                <a:path extrusionOk="0" h="1924" w="1954">
                  <a:moveTo>
                    <a:pt x="1215" y="0"/>
                  </a:moveTo>
                  <a:lnTo>
                    <a:pt x="1215" y="0"/>
                  </a:lnTo>
                  <a:cubicBezTo>
                    <a:pt x="1525" y="381"/>
                    <a:pt x="1477" y="977"/>
                    <a:pt x="1120" y="1334"/>
                  </a:cubicBezTo>
                  <a:cubicBezTo>
                    <a:pt x="929" y="1524"/>
                    <a:pt x="665" y="1630"/>
                    <a:pt x="396" y="1630"/>
                  </a:cubicBezTo>
                  <a:cubicBezTo>
                    <a:pt x="262" y="1630"/>
                    <a:pt x="127" y="1604"/>
                    <a:pt x="0" y="1548"/>
                  </a:cubicBezTo>
                  <a:lnTo>
                    <a:pt x="0" y="1548"/>
                  </a:lnTo>
                  <a:lnTo>
                    <a:pt x="96" y="1620"/>
                  </a:lnTo>
                  <a:cubicBezTo>
                    <a:pt x="298" y="1822"/>
                    <a:pt x="566" y="1923"/>
                    <a:pt x="831" y="1923"/>
                  </a:cubicBezTo>
                  <a:cubicBezTo>
                    <a:pt x="1096" y="1923"/>
                    <a:pt x="1358" y="1822"/>
                    <a:pt x="1548" y="1620"/>
                  </a:cubicBezTo>
                  <a:cubicBezTo>
                    <a:pt x="1953" y="1215"/>
                    <a:pt x="1953" y="548"/>
                    <a:pt x="1525" y="191"/>
                  </a:cubicBezTo>
                  <a:cubicBezTo>
                    <a:pt x="1429" y="119"/>
                    <a:pt x="1334" y="48"/>
                    <a:pt x="1215"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89"/>
            <p:cNvSpPr/>
            <p:nvPr/>
          </p:nvSpPr>
          <p:spPr>
            <a:xfrm>
              <a:off x="3924998" y="3044792"/>
              <a:ext cx="58944" cy="57543"/>
            </a:xfrm>
            <a:custGeom>
              <a:rect b="b" l="l" r="r" t="t"/>
              <a:pathLst>
                <a:path extrusionOk="0" h="1930" w="1977">
                  <a:moveTo>
                    <a:pt x="1215" y="0"/>
                  </a:moveTo>
                  <a:lnTo>
                    <a:pt x="1215" y="0"/>
                  </a:lnTo>
                  <a:cubicBezTo>
                    <a:pt x="1524" y="405"/>
                    <a:pt x="1501" y="1001"/>
                    <a:pt x="1143" y="1358"/>
                  </a:cubicBezTo>
                  <a:cubicBezTo>
                    <a:pt x="943" y="1542"/>
                    <a:pt x="684" y="1648"/>
                    <a:pt x="423" y="1648"/>
                  </a:cubicBezTo>
                  <a:cubicBezTo>
                    <a:pt x="279" y="1648"/>
                    <a:pt x="135" y="1616"/>
                    <a:pt x="0" y="1548"/>
                  </a:cubicBezTo>
                  <a:lnTo>
                    <a:pt x="0" y="1548"/>
                  </a:lnTo>
                  <a:lnTo>
                    <a:pt x="96" y="1644"/>
                  </a:lnTo>
                  <a:cubicBezTo>
                    <a:pt x="298" y="1834"/>
                    <a:pt x="566" y="1929"/>
                    <a:pt x="831" y="1929"/>
                  </a:cubicBezTo>
                  <a:cubicBezTo>
                    <a:pt x="1096" y="1929"/>
                    <a:pt x="1358" y="1834"/>
                    <a:pt x="1548" y="1644"/>
                  </a:cubicBezTo>
                  <a:cubicBezTo>
                    <a:pt x="1977" y="1239"/>
                    <a:pt x="1977" y="572"/>
                    <a:pt x="1524" y="215"/>
                  </a:cubicBezTo>
                  <a:cubicBezTo>
                    <a:pt x="1429" y="120"/>
                    <a:pt x="1334" y="72"/>
                    <a:pt x="1215"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89"/>
            <p:cNvSpPr/>
            <p:nvPr/>
          </p:nvSpPr>
          <p:spPr>
            <a:xfrm>
              <a:off x="3780155" y="3103021"/>
              <a:ext cx="138461" cy="138491"/>
            </a:xfrm>
            <a:custGeom>
              <a:rect b="b" l="l" r="r" t="t"/>
              <a:pathLst>
                <a:path extrusionOk="0" h="4645" w="4644">
                  <a:moveTo>
                    <a:pt x="2334" y="0"/>
                  </a:moveTo>
                  <a:cubicBezTo>
                    <a:pt x="1048" y="0"/>
                    <a:pt x="0" y="1024"/>
                    <a:pt x="0" y="2310"/>
                  </a:cubicBezTo>
                  <a:cubicBezTo>
                    <a:pt x="0" y="3596"/>
                    <a:pt x="1048" y="4644"/>
                    <a:pt x="2334" y="4644"/>
                  </a:cubicBezTo>
                  <a:cubicBezTo>
                    <a:pt x="3620" y="4644"/>
                    <a:pt x="4644" y="3596"/>
                    <a:pt x="4644" y="2310"/>
                  </a:cubicBezTo>
                  <a:cubicBezTo>
                    <a:pt x="4644" y="1024"/>
                    <a:pt x="3620" y="0"/>
                    <a:pt x="2334"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89"/>
            <p:cNvSpPr/>
            <p:nvPr/>
          </p:nvSpPr>
          <p:spPr>
            <a:xfrm>
              <a:off x="3814950" y="3105854"/>
              <a:ext cx="105098" cy="135658"/>
            </a:xfrm>
            <a:custGeom>
              <a:rect b="b" l="l" r="r" t="t"/>
              <a:pathLst>
                <a:path extrusionOk="0" h="4550" w="3525">
                  <a:moveTo>
                    <a:pt x="1977" y="1"/>
                  </a:moveTo>
                  <a:lnTo>
                    <a:pt x="1977" y="1"/>
                  </a:lnTo>
                  <a:cubicBezTo>
                    <a:pt x="2643" y="405"/>
                    <a:pt x="3096" y="1144"/>
                    <a:pt x="3096" y="2001"/>
                  </a:cubicBezTo>
                  <a:cubicBezTo>
                    <a:pt x="3096" y="3287"/>
                    <a:pt x="2048" y="4335"/>
                    <a:pt x="786" y="4335"/>
                  </a:cubicBezTo>
                  <a:cubicBezTo>
                    <a:pt x="500" y="4335"/>
                    <a:pt x="238" y="4287"/>
                    <a:pt x="0" y="4216"/>
                  </a:cubicBezTo>
                  <a:lnTo>
                    <a:pt x="0" y="4216"/>
                  </a:lnTo>
                  <a:cubicBezTo>
                    <a:pt x="357" y="4430"/>
                    <a:pt x="738" y="4549"/>
                    <a:pt x="1191" y="4549"/>
                  </a:cubicBezTo>
                  <a:cubicBezTo>
                    <a:pt x="2477" y="4549"/>
                    <a:pt x="3525" y="3501"/>
                    <a:pt x="3525" y="2215"/>
                  </a:cubicBezTo>
                  <a:cubicBezTo>
                    <a:pt x="3525" y="1167"/>
                    <a:pt x="2858" y="310"/>
                    <a:pt x="1977"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89"/>
            <p:cNvSpPr/>
            <p:nvPr/>
          </p:nvSpPr>
          <p:spPr>
            <a:xfrm>
              <a:off x="3820614" y="3156271"/>
              <a:ext cx="60375" cy="10674"/>
            </a:xfrm>
            <a:custGeom>
              <a:rect b="b" l="l" r="r" t="t"/>
              <a:pathLst>
                <a:path extrusionOk="0" h="358" w="2025">
                  <a:moveTo>
                    <a:pt x="191" y="0"/>
                  </a:moveTo>
                  <a:cubicBezTo>
                    <a:pt x="120" y="0"/>
                    <a:pt x="48" y="48"/>
                    <a:pt x="24" y="143"/>
                  </a:cubicBezTo>
                  <a:cubicBezTo>
                    <a:pt x="1" y="262"/>
                    <a:pt x="72" y="358"/>
                    <a:pt x="191" y="358"/>
                  </a:cubicBezTo>
                  <a:lnTo>
                    <a:pt x="1810" y="358"/>
                  </a:lnTo>
                  <a:cubicBezTo>
                    <a:pt x="1929" y="358"/>
                    <a:pt x="2025" y="262"/>
                    <a:pt x="1977" y="143"/>
                  </a:cubicBezTo>
                  <a:cubicBezTo>
                    <a:pt x="1929" y="48"/>
                    <a:pt x="1858" y="0"/>
                    <a:pt x="17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89"/>
            <p:cNvSpPr/>
            <p:nvPr/>
          </p:nvSpPr>
          <p:spPr>
            <a:xfrm>
              <a:off x="3831974" y="3177560"/>
              <a:ext cx="35539" cy="10674"/>
            </a:xfrm>
            <a:custGeom>
              <a:rect b="b" l="l" r="r" t="t"/>
              <a:pathLst>
                <a:path extrusionOk="0" h="358" w="1192">
                  <a:moveTo>
                    <a:pt x="215" y="1"/>
                  </a:moveTo>
                  <a:cubicBezTo>
                    <a:pt x="96" y="1"/>
                    <a:pt x="1" y="72"/>
                    <a:pt x="24" y="191"/>
                  </a:cubicBezTo>
                  <a:cubicBezTo>
                    <a:pt x="48" y="287"/>
                    <a:pt x="120" y="358"/>
                    <a:pt x="215" y="358"/>
                  </a:cubicBezTo>
                  <a:lnTo>
                    <a:pt x="977" y="358"/>
                  </a:lnTo>
                  <a:cubicBezTo>
                    <a:pt x="1072" y="358"/>
                    <a:pt x="1120" y="287"/>
                    <a:pt x="1167" y="191"/>
                  </a:cubicBezTo>
                  <a:cubicBezTo>
                    <a:pt x="1191" y="72"/>
                    <a:pt x="1096" y="1"/>
                    <a:pt x="9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89"/>
            <p:cNvSpPr/>
            <p:nvPr/>
          </p:nvSpPr>
          <p:spPr>
            <a:xfrm>
              <a:off x="3658717" y="2992943"/>
              <a:ext cx="368543" cy="354351"/>
            </a:xfrm>
            <a:custGeom>
              <a:rect b="b" l="l" r="r" t="t"/>
              <a:pathLst>
                <a:path extrusionOk="0" h="11885" w="12361">
                  <a:moveTo>
                    <a:pt x="6431" y="406"/>
                  </a:moveTo>
                  <a:cubicBezTo>
                    <a:pt x="6907" y="406"/>
                    <a:pt x="7288" y="787"/>
                    <a:pt x="7288" y="1263"/>
                  </a:cubicBezTo>
                  <a:cubicBezTo>
                    <a:pt x="7288" y="1739"/>
                    <a:pt x="6907" y="2144"/>
                    <a:pt x="6431" y="2144"/>
                  </a:cubicBezTo>
                  <a:cubicBezTo>
                    <a:pt x="5954" y="2144"/>
                    <a:pt x="5573" y="1739"/>
                    <a:pt x="5573" y="1263"/>
                  </a:cubicBezTo>
                  <a:cubicBezTo>
                    <a:pt x="5573" y="787"/>
                    <a:pt x="5954" y="406"/>
                    <a:pt x="6431" y="406"/>
                  </a:cubicBezTo>
                  <a:close/>
                  <a:moveTo>
                    <a:pt x="9741" y="1811"/>
                  </a:moveTo>
                  <a:cubicBezTo>
                    <a:pt x="9955" y="1811"/>
                    <a:pt x="10193" y="1906"/>
                    <a:pt x="10336" y="2049"/>
                  </a:cubicBezTo>
                  <a:cubicBezTo>
                    <a:pt x="10479" y="2192"/>
                    <a:pt x="10574" y="2430"/>
                    <a:pt x="10574" y="2644"/>
                  </a:cubicBezTo>
                  <a:cubicBezTo>
                    <a:pt x="10574" y="2859"/>
                    <a:pt x="10479" y="3097"/>
                    <a:pt x="10336" y="3240"/>
                  </a:cubicBezTo>
                  <a:cubicBezTo>
                    <a:pt x="10170" y="3407"/>
                    <a:pt x="9955" y="3490"/>
                    <a:pt x="9738" y="3490"/>
                  </a:cubicBezTo>
                  <a:cubicBezTo>
                    <a:pt x="9521" y="3490"/>
                    <a:pt x="9300" y="3407"/>
                    <a:pt x="9122" y="3240"/>
                  </a:cubicBezTo>
                  <a:cubicBezTo>
                    <a:pt x="8955" y="3097"/>
                    <a:pt x="8884" y="2859"/>
                    <a:pt x="8884" y="2644"/>
                  </a:cubicBezTo>
                  <a:cubicBezTo>
                    <a:pt x="8884" y="2430"/>
                    <a:pt x="9003" y="2192"/>
                    <a:pt x="9146" y="2049"/>
                  </a:cubicBezTo>
                  <a:cubicBezTo>
                    <a:pt x="9312" y="1859"/>
                    <a:pt x="9527" y="1811"/>
                    <a:pt x="9741" y="1811"/>
                  </a:cubicBezTo>
                  <a:close/>
                  <a:moveTo>
                    <a:pt x="3049" y="1835"/>
                  </a:moveTo>
                  <a:cubicBezTo>
                    <a:pt x="3240" y="1835"/>
                    <a:pt x="3478" y="1930"/>
                    <a:pt x="3644" y="2073"/>
                  </a:cubicBezTo>
                  <a:cubicBezTo>
                    <a:pt x="3787" y="2216"/>
                    <a:pt x="3883" y="2454"/>
                    <a:pt x="3883" y="2668"/>
                  </a:cubicBezTo>
                  <a:cubicBezTo>
                    <a:pt x="3883" y="2883"/>
                    <a:pt x="3835" y="3097"/>
                    <a:pt x="3668" y="3264"/>
                  </a:cubicBezTo>
                  <a:cubicBezTo>
                    <a:pt x="3502" y="3430"/>
                    <a:pt x="3287" y="3514"/>
                    <a:pt x="3070" y="3514"/>
                  </a:cubicBezTo>
                  <a:cubicBezTo>
                    <a:pt x="2853" y="3514"/>
                    <a:pt x="2632" y="3430"/>
                    <a:pt x="2454" y="3264"/>
                  </a:cubicBezTo>
                  <a:cubicBezTo>
                    <a:pt x="2287" y="3121"/>
                    <a:pt x="2216" y="2883"/>
                    <a:pt x="2216" y="2668"/>
                  </a:cubicBezTo>
                  <a:cubicBezTo>
                    <a:pt x="2216" y="2454"/>
                    <a:pt x="2287" y="2216"/>
                    <a:pt x="2454" y="2073"/>
                  </a:cubicBezTo>
                  <a:cubicBezTo>
                    <a:pt x="2620" y="1906"/>
                    <a:pt x="2835" y="1835"/>
                    <a:pt x="3049" y="1835"/>
                  </a:cubicBezTo>
                  <a:close/>
                  <a:moveTo>
                    <a:pt x="1668" y="5121"/>
                  </a:moveTo>
                  <a:cubicBezTo>
                    <a:pt x="2144" y="5121"/>
                    <a:pt x="2525" y="5502"/>
                    <a:pt x="2525" y="5978"/>
                  </a:cubicBezTo>
                  <a:cubicBezTo>
                    <a:pt x="2525" y="6479"/>
                    <a:pt x="2144" y="6836"/>
                    <a:pt x="1668" y="6836"/>
                  </a:cubicBezTo>
                  <a:cubicBezTo>
                    <a:pt x="1192" y="6836"/>
                    <a:pt x="811" y="6455"/>
                    <a:pt x="811" y="5978"/>
                  </a:cubicBezTo>
                  <a:cubicBezTo>
                    <a:pt x="811" y="5502"/>
                    <a:pt x="1192" y="5121"/>
                    <a:pt x="1668" y="5121"/>
                  </a:cubicBezTo>
                  <a:close/>
                  <a:moveTo>
                    <a:pt x="11146" y="5121"/>
                  </a:moveTo>
                  <a:cubicBezTo>
                    <a:pt x="11622" y="5121"/>
                    <a:pt x="12003" y="5502"/>
                    <a:pt x="12003" y="5978"/>
                  </a:cubicBezTo>
                  <a:cubicBezTo>
                    <a:pt x="12003" y="6455"/>
                    <a:pt x="11622" y="6836"/>
                    <a:pt x="11146" y="6836"/>
                  </a:cubicBezTo>
                  <a:cubicBezTo>
                    <a:pt x="10670" y="6836"/>
                    <a:pt x="10265" y="6455"/>
                    <a:pt x="10265" y="5978"/>
                  </a:cubicBezTo>
                  <a:cubicBezTo>
                    <a:pt x="10265" y="5502"/>
                    <a:pt x="10670" y="5121"/>
                    <a:pt x="11146" y="5121"/>
                  </a:cubicBezTo>
                  <a:close/>
                  <a:moveTo>
                    <a:pt x="3049" y="8503"/>
                  </a:moveTo>
                  <a:cubicBezTo>
                    <a:pt x="3240" y="8503"/>
                    <a:pt x="3478" y="8598"/>
                    <a:pt x="3644" y="8741"/>
                  </a:cubicBezTo>
                  <a:cubicBezTo>
                    <a:pt x="3787" y="8884"/>
                    <a:pt x="3883" y="9122"/>
                    <a:pt x="3883" y="9336"/>
                  </a:cubicBezTo>
                  <a:cubicBezTo>
                    <a:pt x="3883" y="9551"/>
                    <a:pt x="3835" y="9789"/>
                    <a:pt x="3668" y="9932"/>
                  </a:cubicBezTo>
                  <a:cubicBezTo>
                    <a:pt x="3502" y="10098"/>
                    <a:pt x="3287" y="10182"/>
                    <a:pt x="3070" y="10182"/>
                  </a:cubicBezTo>
                  <a:cubicBezTo>
                    <a:pt x="2853" y="10182"/>
                    <a:pt x="2632" y="10098"/>
                    <a:pt x="2454" y="9932"/>
                  </a:cubicBezTo>
                  <a:cubicBezTo>
                    <a:pt x="2287" y="9789"/>
                    <a:pt x="2216" y="9551"/>
                    <a:pt x="2216" y="9336"/>
                  </a:cubicBezTo>
                  <a:cubicBezTo>
                    <a:pt x="2216" y="9122"/>
                    <a:pt x="2287" y="8884"/>
                    <a:pt x="2454" y="8741"/>
                  </a:cubicBezTo>
                  <a:cubicBezTo>
                    <a:pt x="2620" y="8574"/>
                    <a:pt x="2835" y="8503"/>
                    <a:pt x="3049" y="8503"/>
                  </a:cubicBezTo>
                  <a:close/>
                  <a:moveTo>
                    <a:pt x="6407" y="9884"/>
                  </a:moveTo>
                  <a:cubicBezTo>
                    <a:pt x="6883" y="9884"/>
                    <a:pt x="7264" y="10265"/>
                    <a:pt x="7264" y="10741"/>
                  </a:cubicBezTo>
                  <a:cubicBezTo>
                    <a:pt x="7264" y="11218"/>
                    <a:pt x="6883" y="11599"/>
                    <a:pt x="6407" y="11599"/>
                  </a:cubicBezTo>
                  <a:cubicBezTo>
                    <a:pt x="5931" y="11599"/>
                    <a:pt x="5550" y="11218"/>
                    <a:pt x="5550" y="10741"/>
                  </a:cubicBezTo>
                  <a:cubicBezTo>
                    <a:pt x="5550" y="10265"/>
                    <a:pt x="5931" y="9884"/>
                    <a:pt x="6407" y="9884"/>
                  </a:cubicBezTo>
                  <a:close/>
                  <a:moveTo>
                    <a:pt x="6346" y="0"/>
                  </a:moveTo>
                  <a:cubicBezTo>
                    <a:pt x="5680" y="0"/>
                    <a:pt x="5145" y="543"/>
                    <a:pt x="5145" y="1216"/>
                  </a:cubicBezTo>
                  <a:cubicBezTo>
                    <a:pt x="5145" y="1811"/>
                    <a:pt x="5597" y="2311"/>
                    <a:pt x="6193" y="2406"/>
                  </a:cubicBezTo>
                  <a:lnTo>
                    <a:pt x="6193" y="3430"/>
                  </a:lnTo>
                  <a:cubicBezTo>
                    <a:pt x="5669" y="3478"/>
                    <a:pt x="5121" y="3716"/>
                    <a:pt x="4740" y="4026"/>
                  </a:cubicBezTo>
                  <a:lnTo>
                    <a:pt x="4002" y="3287"/>
                  </a:lnTo>
                  <a:cubicBezTo>
                    <a:pt x="4240" y="2954"/>
                    <a:pt x="4287" y="2549"/>
                    <a:pt x="4145" y="2121"/>
                  </a:cubicBezTo>
                  <a:cubicBezTo>
                    <a:pt x="3920" y="1629"/>
                    <a:pt x="3472" y="1386"/>
                    <a:pt x="3026" y="1386"/>
                  </a:cubicBezTo>
                  <a:cubicBezTo>
                    <a:pt x="2714" y="1386"/>
                    <a:pt x="2403" y="1505"/>
                    <a:pt x="2168" y="1739"/>
                  </a:cubicBezTo>
                  <a:cubicBezTo>
                    <a:pt x="1858" y="2073"/>
                    <a:pt x="1739" y="2573"/>
                    <a:pt x="1906" y="3049"/>
                  </a:cubicBezTo>
                  <a:cubicBezTo>
                    <a:pt x="2120" y="3549"/>
                    <a:pt x="2573" y="3788"/>
                    <a:pt x="3049" y="3788"/>
                  </a:cubicBezTo>
                  <a:cubicBezTo>
                    <a:pt x="3287" y="3788"/>
                    <a:pt x="3549" y="3716"/>
                    <a:pt x="3764" y="3549"/>
                  </a:cubicBezTo>
                  <a:lnTo>
                    <a:pt x="4502" y="4311"/>
                  </a:lnTo>
                  <a:cubicBezTo>
                    <a:pt x="4407" y="4383"/>
                    <a:pt x="4311" y="4502"/>
                    <a:pt x="4264" y="4621"/>
                  </a:cubicBezTo>
                  <a:cubicBezTo>
                    <a:pt x="4278" y="4752"/>
                    <a:pt x="4363" y="4811"/>
                    <a:pt x="4449" y="4811"/>
                  </a:cubicBezTo>
                  <a:cubicBezTo>
                    <a:pt x="4504" y="4811"/>
                    <a:pt x="4560" y="4787"/>
                    <a:pt x="4597" y="4740"/>
                  </a:cubicBezTo>
                  <a:cubicBezTo>
                    <a:pt x="4668" y="4621"/>
                    <a:pt x="4764" y="4502"/>
                    <a:pt x="4859" y="4431"/>
                  </a:cubicBezTo>
                  <a:cubicBezTo>
                    <a:pt x="5240" y="4026"/>
                    <a:pt x="5812" y="3788"/>
                    <a:pt x="6383" y="3788"/>
                  </a:cubicBezTo>
                  <a:cubicBezTo>
                    <a:pt x="8074" y="3788"/>
                    <a:pt x="9312" y="5764"/>
                    <a:pt x="7979" y="7526"/>
                  </a:cubicBezTo>
                  <a:lnTo>
                    <a:pt x="7955" y="7550"/>
                  </a:lnTo>
                  <a:cubicBezTo>
                    <a:pt x="7436" y="7943"/>
                    <a:pt x="6900" y="8113"/>
                    <a:pt x="6402" y="8113"/>
                  </a:cubicBezTo>
                  <a:cubicBezTo>
                    <a:pt x="5211" y="8113"/>
                    <a:pt x="4240" y="7140"/>
                    <a:pt x="4240" y="5931"/>
                  </a:cubicBezTo>
                  <a:cubicBezTo>
                    <a:pt x="4240" y="5764"/>
                    <a:pt x="4264" y="5550"/>
                    <a:pt x="4287" y="5383"/>
                  </a:cubicBezTo>
                  <a:cubicBezTo>
                    <a:pt x="4232" y="5283"/>
                    <a:pt x="4155" y="5240"/>
                    <a:pt x="4086" y="5240"/>
                  </a:cubicBezTo>
                  <a:cubicBezTo>
                    <a:pt x="4009" y="5240"/>
                    <a:pt x="3943" y="5295"/>
                    <a:pt x="3930" y="5383"/>
                  </a:cubicBezTo>
                  <a:cubicBezTo>
                    <a:pt x="3906" y="5502"/>
                    <a:pt x="3883" y="5645"/>
                    <a:pt x="3883" y="5764"/>
                  </a:cubicBezTo>
                  <a:lnTo>
                    <a:pt x="2835" y="5764"/>
                  </a:lnTo>
                  <a:cubicBezTo>
                    <a:pt x="2739" y="5169"/>
                    <a:pt x="2239" y="4716"/>
                    <a:pt x="1644" y="4716"/>
                  </a:cubicBezTo>
                  <a:cubicBezTo>
                    <a:pt x="691" y="4716"/>
                    <a:pt x="1" y="5788"/>
                    <a:pt x="739" y="6764"/>
                  </a:cubicBezTo>
                  <a:lnTo>
                    <a:pt x="787" y="6812"/>
                  </a:lnTo>
                  <a:cubicBezTo>
                    <a:pt x="1069" y="7020"/>
                    <a:pt x="1362" y="7110"/>
                    <a:pt x="1636" y="7110"/>
                  </a:cubicBezTo>
                  <a:cubicBezTo>
                    <a:pt x="2242" y="7110"/>
                    <a:pt x="2753" y="6671"/>
                    <a:pt x="2835" y="6098"/>
                  </a:cubicBezTo>
                  <a:lnTo>
                    <a:pt x="3883" y="6098"/>
                  </a:lnTo>
                  <a:cubicBezTo>
                    <a:pt x="3883" y="6098"/>
                    <a:pt x="4145" y="7169"/>
                    <a:pt x="4502" y="7574"/>
                  </a:cubicBezTo>
                  <a:lnTo>
                    <a:pt x="3764" y="8312"/>
                  </a:lnTo>
                  <a:cubicBezTo>
                    <a:pt x="3551" y="8153"/>
                    <a:pt x="3300" y="8074"/>
                    <a:pt x="3047" y="8074"/>
                  </a:cubicBezTo>
                  <a:cubicBezTo>
                    <a:pt x="2734" y="8074"/>
                    <a:pt x="2418" y="8194"/>
                    <a:pt x="2168" y="8431"/>
                  </a:cubicBezTo>
                  <a:cubicBezTo>
                    <a:pt x="1930" y="8669"/>
                    <a:pt x="1811" y="8979"/>
                    <a:pt x="1811" y="9312"/>
                  </a:cubicBezTo>
                  <a:cubicBezTo>
                    <a:pt x="1811" y="9622"/>
                    <a:pt x="1930" y="9932"/>
                    <a:pt x="2168" y="10170"/>
                  </a:cubicBezTo>
                  <a:cubicBezTo>
                    <a:pt x="2406" y="10408"/>
                    <a:pt x="2716" y="10527"/>
                    <a:pt x="3049" y="10527"/>
                  </a:cubicBezTo>
                  <a:cubicBezTo>
                    <a:pt x="3335" y="10527"/>
                    <a:pt x="3668" y="10408"/>
                    <a:pt x="3906" y="10170"/>
                  </a:cubicBezTo>
                  <a:cubicBezTo>
                    <a:pt x="4145" y="9932"/>
                    <a:pt x="4264" y="9622"/>
                    <a:pt x="4264" y="9312"/>
                  </a:cubicBezTo>
                  <a:cubicBezTo>
                    <a:pt x="4264" y="9027"/>
                    <a:pt x="4168" y="8789"/>
                    <a:pt x="4025" y="8598"/>
                  </a:cubicBezTo>
                  <a:lnTo>
                    <a:pt x="4764" y="7836"/>
                  </a:lnTo>
                  <a:cubicBezTo>
                    <a:pt x="5145" y="8193"/>
                    <a:pt x="5692" y="8408"/>
                    <a:pt x="6264" y="8479"/>
                  </a:cubicBezTo>
                  <a:lnTo>
                    <a:pt x="6264" y="9503"/>
                  </a:lnTo>
                  <a:cubicBezTo>
                    <a:pt x="5669" y="9598"/>
                    <a:pt x="5216" y="10098"/>
                    <a:pt x="5216" y="10694"/>
                  </a:cubicBezTo>
                  <a:cubicBezTo>
                    <a:pt x="5216" y="11360"/>
                    <a:pt x="5740" y="11884"/>
                    <a:pt x="6407" y="11884"/>
                  </a:cubicBezTo>
                  <a:cubicBezTo>
                    <a:pt x="7050" y="11884"/>
                    <a:pt x="7598" y="11360"/>
                    <a:pt x="7598" y="10694"/>
                  </a:cubicBezTo>
                  <a:cubicBezTo>
                    <a:pt x="7598" y="10098"/>
                    <a:pt x="7145" y="9598"/>
                    <a:pt x="6574" y="9503"/>
                  </a:cubicBezTo>
                  <a:lnTo>
                    <a:pt x="6574" y="8479"/>
                  </a:lnTo>
                  <a:cubicBezTo>
                    <a:pt x="7145" y="8431"/>
                    <a:pt x="7645" y="8193"/>
                    <a:pt x="8050" y="7836"/>
                  </a:cubicBezTo>
                  <a:lnTo>
                    <a:pt x="8788" y="8598"/>
                  </a:lnTo>
                  <a:cubicBezTo>
                    <a:pt x="8645" y="8789"/>
                    <a:pt x="8550" y="9027"/>
                    <a:pt x="8550" y="9312"/>
                  </a:cubicBezTo>
                  <a:cubicBezTo>
                    <a:pt x="8550" y="9622"/>
                    <a:pt x="8669" y="9932"/>
                    <a:pt x="8907" y="10170"/>
                  </a:cubicBezTo>
                  <a:cubicBezTo>
                    <a:pt x="9122" y="10384"/>
                    <a:pt x="9408" y="10503"/>
                    <a:pt x="9717" y="10527"/>
                  </a:cubicBezTo>
                  <a:lnTo>
                    <a:pt x="9765" y="10527"/>
                  </a:lnTo>
                  <a:cubicBezTo>
                    <a:pt x="10027" y="10527"/>
                    <a:pt x="10336" y="10432"/>
                    <a:pt x="10551" y="10265"/>
                  </a:cubicBezTo>
                  <a:cubicBezTo>
                    <a:pt x="10598" y="10194"/>
                    <a:pt x="10622" y="10075"/>
                    <a:pt x="10574" y="10027"/>
                  </a:cubicBezTo>
                  <a:cubicBezTo>
                    <a:pt x="10528" y="9981"/>
                    <a:pt x="10462" y="9954"/>
                    <a:pt x="10409" y="9954"/>
                  </a:cubicBezTo>
                  <a:cubicBezTo>
                    <a:pt x="10379" y="9954"/>
                    <a:pt x="10353" y="9962"/>
                    <a:pt x="10336" y="9979"/>
                  </a:cubicBezTo>
                  <a:cubicBezTo>
                    <a:pt x="10179" y="10125"/>
                    <a:pt x="9984" y="10197"/>
                    <a:pt x="9788" y="10197"/>
                  </a:cubicBezTo>
                  <a:cubicBezTo>
                    <a:pt x="9568" y="10197"/>
                    <a:pt x="9345" y="10108"/>
                    <a:pt x="9169" y="9932"/>
                  </a:cubicBezTo>
                  <a:cubicBezTo>
                    <a:pt x="9027" y="9789"/>
                    <a:pt x="8931" y="9551"/>
                    <a:pt x="8931" y="9336"/>
                  </a:cubicBezTo>
                  <a:cubicBezTo>
                    <a:pt x="8931" y="9122"/>
                    <a:pt x="9027" y="8884"/>
                    <a:pt x="9169" y="8741"/>
                  </a:cubicBezTo>
                  <a:cubicBezTo>
                    <a:pt x="9336" y="8574"/>
                    <a:pt x="9550" y="8491"/>
                    <a:pt x="9768" y="8491"/>
                  </a:cubicBezTo>
                  <a:cubicBezTo>
                    <a:pt x="9985" y="8491"/>
                    <a:pt x="10205" y="8574"/>
                    <a:pt x="10384" y="8741"/>
                  </a:cubicBezTo>
                  <a:cubicBezTo>
                    <a:pt x="10574" y="8908"/>
                    <a:pt x="10670" y="9193"/>
                    <a:pt x="10622" y="9432"/>
                  </a:cubicBezTo>
                  <a:cubicBezTo>
                    <a:pt x="10622" y="9503"/>
                    <a:pt x="10694" y="9598"/>
                    <a:pt x="10789" y="9598"/>
                  </a:cubicBezTo>
                  <a:cubicBezTo>
                    <a:pt x="10860" y="9598"/>
                    <a:pt x="10955" y="9551"/>
                    <a:pt x="10955" y="9455"/>
                  </a:cubicBezTo>
                  <a:cubicBezTo>
                    <a:pt x="10979" y="9098"/>
                    <a:pt x="10860" y="8741"/>
                    <a:pt x="10598" y="8479"/>
                  </a:cubicBezTo>
                  <a:cubicBezTo>
                    <a:pt x="10374" y="8242"/>
                    <a:pt x="10063" y="8121"/>
                    <a:pt x="9749" y="8121"/>
                  </a:cubicBezTo>
                  <a:cubicBezTo>
                    <a:pt x="9495" y="8121"/>
                    <a:pt x="9239" y="8200"/>
                    <a:pt x="9027" y="8360"/>
                  </a:cubicBezTo>
                  <a:lnTo>
                    <a:pt x="8288" y="7598"/>
                  </a:lnTo>
                  <a:cubicBezTo>
                    <a:pt x="8645" y="7217"/>
                    <a:pt x="8836" y="6693"/>
                    <a:pt x="8907" y="6121"/>
                  </a:cubicBezTo>
                  <a:lnTo>
                    <a:pt x="9955" y="6121"/>
                  </a:lnTo>
                  <a:cubicBezTo>
                    <a:pt x="10027" y="6717"/>
                    <a:pt x="10551" y="7169"/>
                    <a:pt x="11146" y="7169"/>
                  </a:cubicBezTo>
                  <a:cubicBezTo>
                    <a:pt x="11789" y="7169"/>
                    <a:pt x="12337" y="6621"/>
                    <a:pt x="12337" y="5978"/>
                  </a:cubicBezTo>
                  <a:cubicBezTo>
                    <a:pt x="12361" y="5312"/>
                    <a:pt x="11813" y="4788"/>
                    <a:pt x="11146" y="4788"/>
                  </a:cubicBezTo>
                  <a:cubicBezTo>
                    <a:pt x="10551" y="4788"/>
                    <a:pt x="9955" y="5836"/>
                    <a:pt x="9955" y="5836"/>
                  </a:cubicBezTo>
                  <a:lnTo>
                    <a:pt x="8907" y="5836"/>
                  </a:lnTo>
                  <a:cubicBezTo>
                    <a:pt x="8884" y="5264"/>
                    <a:pt x="8645" y="4764"/>
                    <a:pt x="8288" y="4335"/>
                  </a:cubicBezTo>
                  <a:lnTo>
                    <a:pt x="9027" y="3597"/>
                  </a:lnTo>
                  <a:cubicBezTo>
                    <a:pt x="9241" y="3740"/>
                    <a:pt x="9503" y="3835"/>
                    <a:pt x="9741" y="3835"/>
                  </a:cubicBezTo>
                  <a:cubicBezTo>
                    <a:pt x="10027" y="3835"/>
                    <a:pt x="10360" y="3716"/>
                    <a:pt x="10598" y="3478"/>
                  </a:cubicBezTo>
                  <a:cubicBezTo>
                    <a:pt x="10860" y="3192"/>
                    <a:pt x="10979" y="2811"/>
                    <a:pt x="10932" y="2430"/>
                  </a:cubicBezTo>
                  <a:cubicBezTo>
                    <a:pt x="10908" y="2240"/>
                    <a:pt x="10836" y="2073"/>
                    <a:pt x="10717" y="1930"/>
                  </a:cubicBezTo>
                  <a:cubicBezTo>
                    <a:pt x="10472" y="1582"/>
                    <a:pt x="10108" y="1415"/>
                    <a:pt x="9743" y="1415"/>
                  </a:cubicBezTo>
                  <a:cubicBezTo>
                    <a:pt x="9434" y="1415"/>
                    <a:pt x="9124" y="1534"/>
                    <a:pt x="8884" y="1763"/>
                  </a:cubicBezTo>
                  <a:cubicBezTo>
                    <a:pt x="8645" y="2001"/>
                    <a:pt x="8526" y="2311"/>
                    <a:pt x="8526" y="2644"/>
                  </a:cubicBezTo>
                  <a:cubicBezTo>
                    <a:pt x="8526" y="2906"/>
                    <a:pt x="8598" y="3145"/>
                    <a:pt x="8765" y="3359"/>
                  </a:cubicBezTo>
                  <a:lnTo>
                    <a:pt x="8002" y="4097"/>
                  </a:lnTo>
                  <a:cubicBezTo>
                    <a:pt x="7621" y="3740"/>
                    <a:pt x="7098" y="3526"/>
                    <a:pt x="6526" y="3478"/>
                  </a:cubicBezTo>
                  <a:lnTo>
                    <a:pt x="6526" y="2406"/>
                  </a:lnTo>
                  <a:cubicBezTo>
                    <a:pt x="7359" y="2287"/>
                    <a:pt x="7931" y="1263"/>
                    <a:pt x="7240" y="334"/>
                  </a:cubicBezTo>
                  <a:lnTo>
                    <a:pt x="7217" y="311"/>
                  </a:lnTo>
                  <a:cubicBezTo>
                    <a:pt x="6923" y="94"/>
                    <a:pt x="6623" y="0"/>
                    <a:pt x="63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6" name="Google Shape;19686;p89"/>
          <p:cNvGrpSpPr/>
          <p:nvPr/>
        </p:nvGrpSpPr>
        <p:grpSpPr>
          <a:xfrm>
            <a:off x="4022564" y="2995090"/>
            <a:ext cx="353606" cy="351489"/>
            <a:chOff x="4365452" y="2995090"/>
            <a:chExt cx="353606" cy="351489"/>
          </a:xfrm>
        </p:grpSpPr>
        <p:sp>
          <p:nvSpPr>
            <p:cNvPr id="19687" name="Google Shape;19687;p89"/>
            <p:cNvSpPr/>
            <p:nvPr/>
          </p:nvSpPr>
          <p:spPr>
            <a:xfrm>
              <a:off x="4371117" y="3172610"/>
              <a:ext cx="171854" cy="170423"/>
            </a:xfrm>
            <a:custGeom>
              <a:rect b="b" l="l" r="r" t="t"/>
              <a:pathLst>
                <a:path extrusionOk="0" h="5716" w="5764">
                  <a:moveTo>
                    <a:pt x="1" y="0"/>
                  </a:moveTo>
                  <a:lnTo>
                    <a:pt x="1" y="5287"/>
                  </a:lnTo>
                  <a:cubicBezTo>
                    <a:pt x="1" y="5549"/>
                    <a:pt x="215" y="5716"/>
                    <a:pt x="453" y="5716"/>
                  </a:cubicBezTo>
                  <a:lnTo>
                    <a:pt x="5764" y="5716"/>
                  </a:lnTo>
                  <a:lnTo>
                    <a:pt x="5764" y="4025"/>
                  </a:lnTo>
                  <a:lnTo>
                    <a:pt x="5764" y="2834"/>
                  </a:lnTo>
                  <a:lnTo>
                    <a:pt x="5764" y="453"/>
                  </a:lnTo>
                  <a:cubicBezTo>
                    <a:pt x="5764" y="191"/>
                    <a:pt x="5549" y="0"/>
                    <a:pt x="531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89"/>
            <p:cNvSpPr/>
            <p:nvPr/>
          </p:nvSpPr>
          <p:spPr>
            <a:xfrm>
              <a:off x="4370401" y="3001470"/>
              <a:ext cx="171854" cy="193529"/>
            </a:xfrm>
            <a:custGeom>
              <a:rect b="b" l="l" r="r" t="t"/>
              <a:pathLst>
                <a:path extrusionOk="0" h="6491" w="5764">
                  <a:moveTo>
                    <a:pt x="477" y="1"/>
                  </a:moveTo>
                  <a:cubicBezTo>
                    <a:pt x="215" y="1"/>
                    <a:pt x="1" y="215"/>
                    <a:pt x="1" y="453"/>
                  </a:cubicBezTo>
                  <a:lnTo>
                    <a:pt x="1" y="5716"/>
                  </a:lnTo>
                  <a:lnTo>
                    <a:pt x="1739" y="5716"/>
                  </a:lnTo>
                  <a:lnTo>
                    <a:pt x="2263" y="6455"/>
                  </a:lnTo>
                  <a:cubicBezTo>
                    <a:pt x="2275" y="6478"/>
                    <a:pt x="2299" y="6490"/>
                    <a:pt x="2323" y="6490"/>
                  </a:cubicBezTo>
                  <a:cubicBezTo>
                    <a:pt x="2347" y="6490"/>
                    <a:pt x="2370" y="6478"/>
                    <a:pt x="2382" y="6455"/>
                  </a:cubicBezTo>
                  <a:lnTo>
                    <a:pt x="2930" y="5716"/>
                  </a:lnTo>
                  <a:lnTo>
                    <a:pt x="5335" y="5716"/>
                  </a:lnTo>
                  <a:cubicBezTo>
                    <a:pt x="5597" y="5716"/>
                    <a:pt x="5764" y="5502"/>
                    <a:pt x="5764" y="5264"/>
                  </a:cubicBezTo>
                  <a:lnTo>
                    <a:pt x="576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89"/>
            <p:cNvSpPr/>
            <p:nvPr/>
          </p:nvSpPr>
          <p:spPr>
            <a:xfrm>
              <a:off x="4518822" y="3001470"/>
              <a:ext cx="195258" cy="170452"/>
            </a:xfrm>
            <a:custGeom>
              <a:rect b="b" l="l" r="r" t="t"/>
              <a:pathLst>
                <a:path extrusionOk="0" h="5717" w="6549">
                  <a:moveTo>
                    <a:pt x="762" y="1"/>
                  </a:moveTo>
                  <a:lnTo>
                    <a:pt x="762" y="1692"/>
                  </a:lnTo>
                  <a:lnTo>
                    <a:pt x="24" y="2239"/>
                  </a:lnTo>
                  <a:cubicBezTo>
                    <a:pt x="0" y="2263"/>
                    <a:pt x="0" y="2335"/>
                    <a:pt x="24" y="2358"/>
                  </a:cubicBezTo>
                  <a:lnTo>
                    <a:pt x="762" y="2882"/>
                  </a:lnTo>
                  <a:lnTo>
                    <a:pt x="762" y="5264"/>
                  </a:lnTo>
                  <a:cubicBezTo>
                    <a:pt x="762" y="5550"/>
                    <a:pt x="976" y="5716"/>
                    <a:pt x="1215" y="5716"/>
                  </a:cubicBezTo>
                  <a:lnTo>
                    <a:pt x="6525" y="5716"/>
                  </a:lnTo>
                  <a:lnTo>
                    <a:pt x="6525" y="453"/>
                  </a:lnTo>
                  <a:cubicBezTo>
                    <a:pt x="6549" y="215"/>
                    <a:pt x="6335" y="1"/>
                    <a:pt x="6073"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89"/>
            <p:cNvSpPr/>
            <p:nvPr/>
          </p:nvSpPr>
          <p:spPr>
            <a:xfrm>
              <a:off x="4685669" y="3001470"/>
              <a:ext cx="28414" cy="170452"/>
            </a:xfrm>
            <a:custGeom>
              <a:rect b="b" l="l" r="r" t="t"/>
              <a:pathLst>
                <a:path extrusionOk="0" h="5717" w="953">
                  <a:moveTo>
                    <a:pt x="0" y="1"/>
                  </a:moveTo>
                  <a:cubicBezTo>
                    <a:pt x="262" y="1"/>
                    <a:pt x="477" y="191"/>
                    <a:pt x="477" y="453"/>
                  </a:cubicBezTo>
                  <a:lnTo>
                    <a:pt x="477" y="5716"/>
                  </a:lnTo>
                  <a:lnTo>
                    <a:pt x="953" y="5716"/>
                  </a:lnTo>
                  <a:lnTo>
                    <a:pt x="953" y="453"/>
                  </a:lnTo>
                  <a:cubicBezTo>
                    <a:pt x="953" y="215"/>
                    <a:pt x="739" y="1"/>
                    <a:pt x="47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89"/>
            <p:cNvSpPr/>
            <p:nvPr/>
          </p:nvSpPr>
          <p:spPr>
            <a:xfrm>
              <a:off x="4540826" y="3149354"/>
              <a:ext cx="171138" cy="192963"/>
            </a:xfrm>
            <a:custGeom>
              <a:rect b="b" l="l" r="r" t="t"/>
              <a:pathLst>
                <a:path extrusionOk="0" h="6472" w="5740">
                  <a:moveTo>
                    <a:pt x="3456" y="0"/>
                  </a:moveTo>
                  <a:cubicBezTo>
                    <a:pt x="3436" y="0"/>
                    <a:pt x="3418" y="6"/>
                    <a:pt x="3406" y="18"/>
                  </a:cubicBezTo>
                  <a:lnTo>
                    <a:pt x="2858" y="756"/>
                  </a:lnTo>
                  <a:lnTo>
                    <a:pt x="453" y="756"/>
                  </a:lnTo>
                  <a:cubicBezTo>
                    <a:pt x="191" y="756"/>
                    <a:pt x="0" y="971"/>
                    <a:pt x="0" y="1209"/>
                  </a:cubicBezTo>
                  <a:lnTo>
                    <a:pt x="0" y="6472"/>
                  </a:lnTo>
                  <a:lnTo>
                    <a:pt x="5311" y="6472"/>
                  </a:lnTo>
                  <a:cubicBezTo>
                    <a:pt x="5573" y="6472"/>
                    <a:pt x="5740" y="6257"/>
                    <a:pt x="5740" y="6019"/>
                  </a:cubicBezTo>
                  <a:lnTo>
                    <a:pt x="5740" y="756"/>
                  </a:lnTo>
                  <a:lnTo>
                    <a:pt x="4049" y="756"/>
                  </a:lnTo>
                  <a:lnTo>
                    <a:pt x="3525" y="18"/>
                  </a:lnTo>
                  <a:cubicBezTo>
                    <a:pt x="3501" y="6"/>
                    <a:pt x="3477" y="0"/>
                    <a:pt x="3456"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89"/>
            <p:cNvSpPr/>
            <p:nvPr/>
          </p:nvSpPr>
          <p:spPr>
            <a:xfrm>
              <a:off x="4686384" y="3171895"/>
              <a:ext cx="27698" cy="170423"/>
            </a:xfrm>
            <a:custGeom>
              <a:rect b="b" l="l" r="r" t="t"/>
              <a:pathLst>
                <a:path extrusionOk="0" h="5716" w="929">
                  <a:moveTo>
                    <a:pt x="477" y="0"/>
                  </a:moveTo>
                  <a:lnTo>
                    <a:pt x="477" y="5263"/>
                  </a:lnTo>
                  <a:cubicBezTo>
                    <a:pt x="477" y="5501"/>
                    <a:pt x="262" y="5716"/>
                    <a:pt x="0" y="5716"/>
                  </a:cubicBezTo>
                  <a:lnTo>
                    <a:pt x="477" y="5716"/>
                  </a:lnTo>
                  <a:cubicBezTo>
                    <a:pt x="715" y="5716"/>
                    <a:pt x="929" y="5549"/>
                    <a:pt x="929" y="5263"/>
                  </a:cubicBezTo>
                  <a:lnTo>
                    <a:pt x="929"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89"/>
            <p:cNvSpPr/>
            <p:nvPr/>
          </p:nvSpPr>
          <p:spPr>
            <a:xfrm>
              <a:off x="4541541" y="3256391"/>
              <a:ext cx="23435" cy="35510"/>
            </a:xfrm>
            <a:custGeom>
              <a:rect b="b" l="l" r="r" t="t"/>
              <a:pathLst>
                <a:path extrusionOk="0" h="1191" w="786">
                  <a:moveTo>
                    <a:pt x="0" y="0"/>
                  </a:moveTo>
                  <a:lnTo>
                    <a:pt x="0" y="1191"/>
                  </a:lnTo>
                  <a:lnTo>
                    <a:pt x="762" y="643"/>
                  </a:lnTo>
                  <a:cubicBezTo>
                    <a:pt x="786" y="619"/>
                    <a:pt x="786" y="572"/>
                    <a:pt x="762" y="524"/>
                  </a:cubicBezTo>
                  <a:lnTo>
                    <a:pt x="0"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89"/>
            <p:cNvSpPr/>
            <p:nvPr/>
          </p:nvSpPr>
          <p:spPr>
            <a:xfrm>
              <a:off x="4488261" y="3118645"/>
              <a:ext cx="106559" cy="106529"/>
            </a:xfrm>
            <a:custGeom>
              <a:rect b="b" l="l" r="r" t="t"/>
              <a:pathLst>
                <a:path extrusionOk="0" h="3573" w="3574">
                  <a:moveTo>
                    <a:pt x="1787" y="0"/>
                  </a:moveTo>
                  <a:cubicBezTo>
                    <a:pt x="811" y="0"/>
                    <a:pt x="1" y="810"/>
                    <a:pt x="1" y="1786"/>
                  </a:cubicBezTo>
                  <a:cubicBezTo>
                    <a:pt x="1" y="2763"/>
                    <a:pt x="811" y="3572"/>
                    <a:pt x="1787" y="3572"/>
                  </a:cubicBezTo>
                  <a:cubicBezTo>
                    <a:pt x="2787" y="3572"/>
                    <a:pt x="3573" y="2763"/>
                    <a:pt x="3573" y="1786"/>
                  </a:cubicBezTo>
                  <a:cubicBezTo>
                    <a:pt x="3573" y="810"/>
                    <a:pt x="2787" y="0"/>
                    <a:pt x="1787" y="0"/>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89"/>
            <p:cNvSpPr/>
            <p:nvPr/>
          </p:nvSpPr>
          <p:spPr>
            <a:xfrm>
              <a:off x="4505316" y="3125025"/>
              <a:ext cx="89505" cy="100149"/>
            </a:xfrm>
            <a:custGeom>
              <a:rect b="b" l="l" r="r" t="t"/>
              <a:pathLst>
                <a:path extrusionOk="0" h="3359" w="3002">
                  <a:moveTo>
                    <a:pt x="2049" y="1"/>
                  </a:moveTo>
                  <a:lnTo>
                    <a:pt x="2049" y="1"/>
                  </a:lnTo>
                  <a:cubicBezTo>
                    <a:pt x="2406" y="334"/>
                    <a:pt x="2620" y="810"/>
                    <a:pt x="2620" y="1310"/>
                  </a:cubicBezTo>
                  <a:cubicBezTo>
                    <a:pt x="2620" y="2287"/>
                    <a:pt x="1810" y="3096"/>
                    <a:pt x="834" y="3096"/>
                  </a:cubicBezTo>
                  <a:cubicBezTo>
                    <a:pt x="548" y="3096"/>
                    <a:pt x="239" y="3001"/>
                    <a:pt x="1" y="2882"/>
                  </a:cubicBezTo>
                  <a:lnTo>
                    <a:pt x="1" y="2882"/>
                  </a:lnTo>
                  <a:cubicBezTo>
                    <a:pt x="334" y="3192"/>
                    <a:pt x="739" y="3358"/>
                    <a:pt x="1215" y="3358"/>
                  </a:cubicBezTo>
                  <a:cubicBezTo>
                    <a:pt x="2215" y="3358"/>
                    <a:pt x="3001" y="2549"/>
                    <a:pt x="3001" y="1572"/>
                  </a:cubicBezTo>
                  <a:cubicBezTo>
                    <a:pt x="3001" y="882"/>
                    <a:pt x="2620" y="262"/>
                    <a:pt x="2049" y="1"/>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89"/>
            <p:cNvSpPr/>
            <p:nvPr/>
          </p:nvSpPr>
          <p:spPr>
            <a:xfrm>
              <a:off x="4365452" y="2995090"/>
              <a:ext cx="353606" cy="351489"/>
            </a:xfrm>
            <a:custGeom>
              <a:rect b="b" l="l" r="r" t="t"/>
              <a:pathLst>
                <a:path extrusionOk="0" h="11789" w="11860">
                  <a:moveTo>
                    <a:pt x="11217" y="358"/>
                  </a:moveTo>
                  <a:cubicBezTo>
                    <a:pt x="11360" y="358"/>
                    <a:pt x="11502" y="477"/>
                    <a:pt x="11502" y="667"/>
                  </a:cubicBezTo>
                  <a:lnTo>
                    <a:pt x="11502" y="5764"/>
                  </a:lnTo>
                  <a:lnTo>
                    <a:pt x="10026" y="5764"/>
                  </a:lnTo>
                  <a:lnTo>
                    <a:pt x="9550" y="5073"/>
                  </a:lnTo>
                  <a:cubicBezTo>
                    <a:pt x="9478" y="5002"/>
                    <a:pt x="9431" y="4978"/>
                    <a:pt x="9335" y="4978"/>
                  </a:cubicBezTo>
                  <a:cubicBezTo>
                    <a:pt x="9240" y="4978"/>
                    <a:pt x="9192" y="5002"/>
                    <a:pt x="9121" y="5073"/>
                  </a:cubicBezTo>
                  <a:lnTo>
                    <a:pt x="8645" y="5764"/>
                  </a:lnTo>
                  <a:lnTo>
                    <a:pt x="7859" y="5764"/>
                  </a:lnTo>
                  <a:cubicBezTo>
                    <a:pt x="7764" y="4787"/>
                    <a:pt x="7025" y="4049"/>
                    <a:pt x="6073" y="3977"/>
                  </a:cubicBezTo>
                  <a:lnTo>
                    <a:pt x="6073" y="3073"/>
                  </a:lnTo>
                  <a:cubicBezTo>
                    <a:pt x="6073" y="3001"/>
                    <a:pt x="6025" y="2953"/>
                    <a:pt x="6001" y="2930"/>
                  </a:cubicBezTo>
                  <a:lnTo>
                    <a:pt x="5382" y="2477"/>
                  </a:lnTo>
                  <a:lnTo>
                    <a:pt x="6001" y="2025"/>
                  </a:lnTo>
                  <a:cubicBezTo>
                    <a:pt x="6073" y="2001"/>
                    <a:pt x="6073" y="1953"/>
                    <a:pt x="6073" y="1882"/>
                  </a:cubicBezTo>
                  <a:lnTo>
                    <a:pt x="6073" y="358"/>
                  </a:lnTo>
                  <a:close/>
                  <a:moveTo>
                    <a:pt x="5739" y="358"/>
                  </a:moveTo>
                  <a:lnTo>
                    <a:pt x="5739" y="1787"/>
                  </a:lnTo>
                  <a:lnTo>
                    <a:pt x="5049" y="2263"/>
                  </a:lnTo>
                  <a:cubicBezTo>
                    <a:pt x="5001" y="2334"/>
                    <a:pt x="4953" y="2382"/>
                    <a:pt x="4953" y="2477"/>
                  </a:cubicBezTo>
                  <a:cubicBezTo>
                    <a:pt x="4953" y="2572"/>
                    <a:pt x="5001" y="2620"/>
                    <a:pt x="5049" y="2692"/>
                  </a:cubicBezTo>
                  <a:lnTo>
                    <a:pt x="5739" y="3168"/>
                  </a:lnTo>
                  <a:lnTo>
                    <a:pt x="5739" y="3977"/>
                  </a:lnTo>
                  <a:cubicBezTo>
                    <a:pt x="5430" y="4001"/>
                    <a:pt x="5168" y="4097"/>
                    <a:pt x="4930" y="4239"/>
                  </a:cubicBezTo>
                  <a:cubicBezTo>
                    <a:pt x="4882" y="4263"/>
                    <a:pt x="4811" y="4359"/>
                    <a:pt x="4834" y="4454"/>
                  </a:cubicBezTo>
                  <a:cubicBezTo>
                    <a:pt x="4864" y="4528"/>
                    <a:pt x="4922" y="4565"/>
                    <a:pt x="4990" y="4565"/>
                  </a:cubicBezTo>
                  <a:cubicBezTo>
                    <a:pt x="5031" y="4565"/>
                    <a:pt x="5076" y="4552"/>
                    <a:pt x="5120" y="4525"/>
                  </a:cubicBezTo>
                  <a:cubicBezTo>
                    <a:pt x="5358" y="4382"/>
                    <a:pt x="5644" y="4335"/>
                    <a:pt x="5906" y="4335"/>
                  </a:cubicBezTo>
                  <a:cubicBezTo>
                    <a:pt x="6811" y="4335"/>
                    <a:pt x="7525" y="5049"/>
                    <a:pt x="7525" y="5930"/>
                  </a:cubicBezTo>
                  <a:cubicBezTo>
                    <a:pt x="7549" y="6788"/>
                    <a:pt x="6811" y="7550"/>
                    <a:pt x="5906" y="7550"/>
                  </a:cubicBezTo>
                  <a:cubicBezTo>
                    <a:pt x="5025" y="7550"/>
                    <a:pt x="4311" y="6835"/>
                    <a:pt x="4311" y="5930"/>
                  </a:cubicBezTo>
                  <a:cubicBezTo>
                    <a:pt x="4311" y="5597"/>
                    <a:pt x="4406" y="5311"/>
                    <a:pt x="4572" y="5049"/>
                  </a:cubicBezTo>
                  <a:cubicBezTo>
                    <a:pt x="4644" y="4978"/>
                    <a:pt x="4596" y="4859"/>
                    <a:pt x="4549" y="4811"/>
                  </a:cubicBezTo>
                  <a:cubicBezTo>
                    <a:pt x="4504" y="4778"/>
                    <a:pt x="4455" y="4760"/>
                    <a:pt x="4410" y="4760"/>
                  </a:cubicBezTo>
                  <a:cubicBezTo>
                    <a:pt x="4358" y="4760"/>
                    <a:pt x="4312" y="4784"/>
                    <a:pt x="4287" y="4835"/>
                  </a:cubicBezTo>
                  <a:cubicBezTo>
                    <a:pt x="4096" y="5097"/>
                    <a:pt x="3977" y="5430"/>
                    <a:pt x="3953" y="5764"/>
                  </a:cubicBezTo>
                  <a:lnTo>
                    <a:pt x="3048" y="5764"/>
                  </a:lnTo>
                  <a:cubicBezTo>
                    <a:pt x="3001" y="5764"/>
                    <a:pt x="2929" y="5787"/>
                    <a:pt x="2905" y="5811"/>
                  </a:cubicBezTo>
                  <a:lnTo>
                    <a:pt x="2453" y="6430"/>
                  </a:lnTo>
                  <a:lnTo>
                    <a:pt x="2024" y="5811"/>
                  </a:lnTo>
                  <a:cubicBezTo>
                    <a:pt x="1977" y="5764"/>
                    <a:pt x="1929" y="5764"/>
                    <a:pt x="1858" y="5764"/>
                  </a:cubicBezTo>
                  <a:lnTo>
                    <a:pt x="286" y="5764"/>
                  </a:lnTo>
                  <a:lnTo>
                    <a:pt x="286" y="667"/>
                  </a:lnTo>
                  <a:cubicBezTo>
                    <a:pt x="286" y="524"/>
                    <a:pt x="405" y="358"/>
                    <a:pt x="595" y="358"/>
                  </a:cubicBezTo>
                  <a:close/>
                  <a:moveTo>
                    <a:pt x="3977" y="6073"/>
                  </a:moveTo>
                  <a:cubicBezTo>
                    <a:pt x="4072" y="7026"/>
                    <a:pt x="4811" y="7788"/>
                    <a:pt x="5763" y="7859"/>
                  </a:cubicBezTo>
                  <a:lnTo>
                    <a:pt x="5763" y="8764"/>
                  </a:lnTo>
                  <a:cubicBezTo>
                    <a:pt x="5763" y="8812"/>
                    <a:pt x="5787" y="8883"/>
                    <a:pt x="5835" y="8907"/>
                  </a:cubicBezTo>
                  <a:lnTo>
                    <a:pt x="6454" y="9360"/>
                  </a:lnTo>
                  <a:lnTo>
                    <a:pt x="5835" y="9812"/>
                  </a:lnTo>
                  <a:cubicBezTo>
                    <a:pt x="5763" y="9836"/>
                    <a:pt x="5763" y="9883"/>
                    <a:pt x="5763" y="9955"/>
                  </a:cubicBezTo>
                  <a:lnTo>
                    <a:pt x="5763" y="11479"/>
                  </a:lnTo>
                  <a:lnTo>
                    <a:pt x="619" y="11479"/>
                  </a:lnTo>
                  <a:cubicBezTo>
                    <a:pt x="476" y="11479"/>
                    <a:pt x="310" y="11360"/>
                    <a:pt x="310" y="11169"/>
                  </a:cubicBezTo>
                  <a:lnTo>
                    <a:pt x="310" y="6073"/>
                  </a:lnTo>
                  <a:lnTo>
                    <a:pt x="1810" y="6073"/>
                  </a:lnTo>
                  <a:lnTo>
                    <a:pt x="2286" y="6764"/>
                  </a:lnTo>
                  <a:cubicBezTo>
                    <a:pt x="2334" y="6835"/>
                    <a:pt x="2405" y="6859"/>
                    <a:pt x="2501" y="6859"/>
                  </a:cubicBezTo>
                  <a:cubicBezTo>
                    <a:pt x="2572" y="6859"/>
                    <a:pt x="2643" y="6811"/>
                    <a:pt x="2691" y="6764"/>
                  </a:cubicBezTo>
                  <a:lnTo>
                    <a:pt x="3167" y="6073"/>
                  </a:lnTo>
                  <a:close/>
                  <a:moveTo>
                    <a:pt x="619" y="0"/>
                  </a:moveTo>
                  <a:cubicBezTo>
                    <a:pt x="262" y="0"/>
                    <a:pt x="0" y="310"/>
                    <a:pt x="0" y="643"/>
                  </a:cubicBezTo>
                  <a:lnTo>
                    <a:pt x="0" y="11622"/>
                  </a:lnTo>
                  <a:cubicBezTo>
                    <a:pt x="0" y="11717"/>
                    <a:pt x="72" y="11789"/>
                    <a:pt x="167" y="11789"/>
                  </a:cubicBezTo>
                  <a:lnTo>
                    <a:pt x="9312" y="11789"/>
                  </a:lnTo>
                  <a:cubicBezTo>
                    <a:pt x="9454" y="11646"/>
                    <a:pt x="9359" y="11479"/>
                    <a:pt x="9216" y="11479"/>
                  </a:cubicBezTo>
                  <a:lnTo>
                    <a:pt x="6097" y="11479"/>
                  </a:lnTo>
                  <a:lnTo>
                    <a:pt x="6097" y="10050"/>
                  </a:lnTo>
                  <a:lnTo>
                    <a:pt x="6787" y="9574"/>
                  </a:lnTo>
                  <a:cubicBezTo>
                    <a:pt x="6835" y="9502"/>
                    <a:pt x="6859" y="9455"/>
                    <a:pt x="6859" y="9360"/>
                  </a:cubicBezTo>
                  <a:cubicBezTo>
                    <a:pt x="6859" y="9264"/>
                    <a:pt x="6835" y="9217"/>
                    <a:pt x="6787" y="9145"/>
                  </a:cubicBezTo>
                  <a:lnTo>
                    <a:pt x="6097" y="8669"/>
                  </a:lnTo>
                  <a:lnTo>
                    <a:pt x="6097" y="7859"/>
                  </a:lnTo>
                  <a:cubicBezTo>
                    <a:pt x="7049" y="7764"/>
                    <a:pt x="7787" y="7026"/>
                    <a:pt x="7883" y="6073"/>
                  </a:cubicBezTo>
                  <a:lnTo>
                    <a:pt x="8764" y="6073"/>
                  </a:lnTo>
                  <a:cubicBezTo>
                    <a:pt x="8835" y="6073"/>
                    <a:pt x="8883" y="6049"/>
                    <a:pt x="8931" y="6026"/>
                  </a:cubicBezTo>
                  <a:lnTo>
                    <a:pt x="9359" y="5383"/>
                  </a:lnTo>
                  <a:lnTo>
                    <a:pt x="9812" y="6026"/>
                  </a:lnTo>
                  <a:cubicBezTo>
                    <a:pt x="9835" y="6073"/>
                    <a:pt x="9907" y="6073"/>
                    <a:pt x="9955" y="6073"/>
                  </a:cubicBezTo>
                  <a:lnTo>
                    <a:pt x="11550" y="6073"/>
                  </a:lnTo>
                  <a:lnTo>
                    <a:pt x="11550" y="11265"/>
                  </a:lnTo>
                  <a:cubicBezTo>
                    <a:pt x="11550" y="11336"/>
                    <a:pt x="11455" y="11431"/>
                    <a:pt x="11360" y="11431"/>
                  </a:cubicBezTo>
                  <a:lnTo>
                    <a:pt x="10026" y="11431"/>
                  </a:lnTo>
                  <a:cubicBezTo>
                    <a:pt x="10002" y="11431"/>
                    <a:pt x="9955" y="11431"/>
                    <a:pt x="9931" y="11455"/>
                  </a:cubicBezTo>
                  <a:cubicBezTo>
                    <a:pt x="9812" y="11622"/>
                    <a:pt x="9931" y="11765"/>
                    <a:pt x="10050" y="11765"/>
                  </a:cubicBezTo>
                  <a:lnTo>
                    <a:pt x="11241" y="11765"/>
                  </a:lnTo>
                  <a:cubicBezTo>
                    <a:pt x="11598" y="11765"/>
                    <a:pt x="11860" y="11455"/>
                    <a:pt x="11860" y="11146"/>
                  </a:cubicBezTo>
                  <a:lnTo>
                    <a:pt x="11860" y="596"/>
                  </a:lnTo>
                  <a:cubicBezTo>
                    <a:pt x="11836" y="310"/>
                    <a:pt x="11574" y="0"/>
                    <a:pt x="112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89"/>
            <p:cNvSpPr/>
            <p:nvPr/>
          </p:nvSpPr>
          <p:spPr>
            <a:xfrm>
              <a:off x="4512412" y="3156271"/>
              <a:ext cx="59690" cy="10674"/>
            </a:xfrm>
            <a:custGeom>
              <a:rect b="b" l="l" r="r" t="t"/>
              <a:pathLst>
                <a:path extrusionOk="0" h="358" w="2002">
                  <a:moveTo>
                    <a:pt x="215" y="0"/>
                  </a:moveTo>
                  <a:cubicBezTo>
                    <a:pt x="120" y="0"/>
                    <a:pt x="72" y="48"/>
                    <a:pt x="24" y="143"/>
                  </a:cubicBezTo>
                  <a:cubicBezTo>
                    <a:pt x="1" y="262"/>
                    <a:pt x="96" y="358"/>
                    <a:pt x="215" y="358"/>
                  </a:cubicBezTo>
                  <a:lnTo>
                    <a:pt x="1787" y="358"/>
                  </a:lnTo>
                  <a:cubicBezTo>
                    <a:pt x="1882" y="358"/>
                    <a:pt x="1930" y="286"/>
                    <a:pt x="1953" y="191"/>
                  </a:cubicBezTo>
                  <a:cubicBezTo>
                    <a:pt x="2001" y="72"/>
                    <a:pt x="1906" y="0"/>
                    <a:pt x="17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89"/>
            <p:cNvSpPr/>
            <p:nvPr/>
          </p:nvSpPr>
          <p:spPr>
            <a:xfrm>
              <a:off x="4525203" y="3177560"/>
              <a:ext cx="34108" cy="10674"/>
            </a:xfrm>
            <a:custGeom>
              <a:rect b="b" l="l" r="r" t="t"/>
              <a:pathLst>
                <a:path extrusionOk="0" h="358" w="1144">
                  <a:moveTo>
                    <a:pt x="191" y="1"/>
                  </a:moveTo>
                  <a:cubicBezTo>
                    <a:pt x="119" y="1"/>
                    <a:pt x="48" y="48"/>
                    <a:pt x="24" y="144"/>
                  </a:cubicBezTo>
                  <a:cubicBezTo>
                    <a:pt x="0" y="263"/>
                    <a:pt x="72" y="358"/>
                    <a:pt x="191" y="358"/>
                  </a:cubicBezTo>
                  <a:lnTo>
                    <a:pt x="977" y="358"/>
                  </a:lnTo>
                  <a:cubicBezTo>
                    <a:pt x="1072" y="358"/>
                    <a:pt x="1120" y="287"/>
                    <a:pt x="1143" y="191"/>
                  </a:cubicBezTo>
                  <a:cubicBezTo>
                    <a:pt x="1143" y="72"/>
                    <a:pt x="1072" y="1"/>
                    <a:pt x="9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89"/>
            <p:cNvSpPr/>
            <p:nvPr/>
          </p:nvSpPr>
          <p:spPr>
            <a:xfrm>
              <a:off x="4410175" y="3229409"/>
              <a:ext cx="90190" cy="10674"/>
            </a:xfrm>
            <a:custGeom>
              <a:rect b="b" l="l" r="r" t="t"/>
              <a:pathLst>
                <a:path extrusionOk="0" h="358" w="3025">
                  <a:moveTo>
                    <a:pt x="215" y="0"/>
                  </a:moveTo>
                  <a:cubicBezTo>
                    <a:pt x="119" y="0"/>
                    <a:pt x="72" y="72"/>
                    <a:pt x="48" y="167"/>
                  </a:cubicBezTo>
                  <a:cubicBezTo>
                    <a:pt x="0" y="286"/>
                    <a:pt x="96" y="357"/>
                    <a:pt x="215" y="357"/>
                  </a:cubicBezTo>
                  <a:lnTo>
                    <a:pt x="2834" y="357"/>
                  </a:lnTo>
                  <a:cubicBezTo>
                    <a:pt x="2930" y="357"/>
                    <a:pt x="2977" y="310"/>
                    <a:pt x="3001" y="215"/>
                  </a:cubicBezTo>
                  <a:cubicBezTo>
                    <a:pt x="3025" y="119"/>
                    <a:pt x="2953" y="0"/>
                    <a:pt x="2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89"/>
            <p:cNvSpPr/>
            <p:nvPr/>
          </p:nvSpPr>
          <p:spPr>
            <a:xfrm>
              <a:off x="4410175" y="3252128"/>
              <a:ext cx="90190" cy="10674"/>
            </a:xfrm>
            <a:custGeom>
              <a:rect b="b" l="l" r="r" t="t"/>
              <a:pathLst>
                <a:path extrusionOk="0" h="358" w="3025">
                  <a:moveTo>
                    <a:pt x="215" y="0"/>
                  </a:moveTo>
                  <a:cubicBezTo>
                    <a:pt x="119" y="0"/>
                    <a:pt x="72" y="48"/>
                    <a:pt x="48" y="143"/>
                  </a:cubicBezTo>
                  <a:cubicBezTo>
                    <a:pt x="0" y="262"/>
                    <a:pt x="96" y="358"/>
                    <a:pt x="215" y="358"/>
                  </a:cubicBezTo>
                  <a:lnTo>
                    <a:pt x="2834" y="358"/>
                  </a:lnTo>
                  <a:cubicBezTo>
                    <a:pt x="2930" y="358"/>
                    <a:pt x="2977" y="286"/>
                    <a:pt x="3001" y="191"/>
                  </a:cubicBezTo>
                  <a:cubicBezTo>
                    <a:pt x="3025" y="119"/>
                    <a:pt x="2953" y="0"/>
                    <a:pt x="2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89"/>
            <p:cNvSpPr/>
            <p:nvPr/>
          </p:nvSpPr>
          <p:spPr>
            <a:xfrm>
              <a:off x="4430062" y="3274132"/>
              <a:ext cx="50417" cy="10674"/>
            </a:xfrm>
            <a:custGeom>
              <a:rect b="b" l="l" r="r" t="t"/>
              <a:pathLst>
                <a:path extrusionOk="0" h="358" w="1691">
                  <a:moveTo>
                    <a:pt x="215" y="1"/>
                  </a:moveTo>
                  <a:cubicBezTo>
                    <a:pt x="119" y="1"/>
                    <a:pt x="48" y="48"/>
                    <a:pt x="24" y="143"/>
                  </a:cubicBezTo>
                  <a:cubicBezTo>
                    <a:pt x="0" y="262"/>
                    <a:pt x="95" y="358"/>
                    <a:pt x="215" y="358"/>
                  </a:cubicBezTo>
                  <a:lnTo>
                    <a:pt x="1524" y="358"/>
                  </a:lnTo>
                  <a:cubicBezTo>
                    <a:pt x="1596" y="358"/>
                    <a:pt x="1667" y="286"/>
                    <a:pt x="1691" y="215"/>
                  </a:cubicBezTo>
                  <a:cubicBezTo>
                    <a:pt x="1691" y="96"/>
                    <a:pt x="1596" y="1"/>
                    <a:pt x="15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89"/>
            <p:cNvSpPr/>
            <p:nvPr/>
          </p:nvSpPr>
          <p:spPr>
            <a:xfrm>
              <a:off x="4583432" y="3229409"/>
              <a:ext cx="90190" cy="10674"/>
            </a:xfrm>
            <a:custGeom>
              <a:rect b="b" l="l" r="r" t="t"/>
              <a:pathLst>
                <a:path extrusionOk="0" h="358" w="3025">
                  <a:moveTo>
                    <a:pt x="214" y="0"/>
                  </a:moveTo>
                  <a:cubicBezTo>
                    <a:pt x="119" y="0"/>
                    <a:pt x="72" y="72"/>
                    <a:pt x="24" y="167"/>
                  </a:cubicBezTo>
                  <a:cubicBezTo>
                    <a:pt x="0" y="286"/>
                    <a:pt x="95" y="357"/>
                    <a:pt x="214" y="357"/>
                  </a:cubicBezTo>
                  <a:lnTo>
                    <a:pt x="2834" y="357"/>
                  </a:lnTo>
                  <a:cubicBezTo>
                    <a:pt x="2929" y="357"/>
                    <a:pt x="2977" y="310"/>
                    <a:pt x="3001" y="215"/>
                  </a:cubicBezTo>
                  <a:cubicBezTo>
                    <a:pt x="3025" y="95"/>
                    <a:pt x="2953" y="0"/>
                    <a:pt x="2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89"/>
            <p:cNvSpPr/>
            <p:nvPr/>
          </p:nvSpPr>
          <p:spPr>
            <a:xfrm>
              <a:off x="4583432" y="3252128"/>
              <a:ext cx="90190" cy="10674"/>
            </a:xfrm>
            <a:custGeom>
              <a:rect b="b" l="l" r="r" t="t"/>
              <a:pathLst>
                <a:path extrusionOk="0" h="358" w="3025">
                  <a:moveTo>
                    <a:pt x="214" y="0"/>
                  </a:moveTo>
                  <a:cubicBezTo>
                    <a:pt x="119" y="0"/>
                    <a:pt x="72" y="48"/>
                    <a:pt x="24" y="143"/>
                  </a:cubicBezTo>
                  <a:cubicBezTo>
                    <a:pt x="0" y="262"/>
                    <a:pt x="95" y="358"/>
                    <a:pt x="214" y="358"/>
                  </a:cubicBezTo>
                  <a:lnTo>
                    <a:pt x="2834" y="358"/>
                  </a:lnTo>
                  <a:cubicBezTo>
                    <a:pt x="2929" y="358"/>
                    <a:pt x="2977" y="286"/>
                    <a:pt x="3001" y="191"/>
                  </a:cubicBezTo>
                  <a:cubicBezTo>
                    <a:pt x="3025" y="72"/>
                    <a:pt x="2953" y="0"/>
                    <a:pt x="2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89"/>
            <p:cNvSpPr/>
            <p:nvPr/>
          </p:nvSpPr>
          <p:spPr>
            <a:xfrm>
              <a:off x="4603289" y="3274132"/>
              <a:ext cx="50447" cy="10674"/>
            </a:xfrm>
            <a:custGeom>
              <a:rect b="b" l="l" r="r" t="t"/>
              <a:pathLst>
                <a:path extrusionOk="0" h="358" w="1692">
                  <a:moveTo>
                    <a:pt x="191" y="1"/>
                  </a:moveTo>
                  <a:cubicBezTo>
                    <a:pt x="120" y="1"/>
                    <a:pt x="49" y="48"/>
                    <a:pt x="25" y="143"/>
                  </a:cubicBezTo>
                  <a:cubicBezTo>
                    <a:pt x="1" y="262"/>
                    <a:pt x="72" y="358"/>
                    <a:pt x="191" y="358"/>
                  </a:cubicBezTo>
                  <a:lnTo>
                    <a:pt x="1501" y="358"/>
                  </a:lnTo>
                  <a:cubicBezTo>
                    <a:pt x="1597" y="358"/>
                    <a:pt x="1668" y="286"/>
                    <a:pt x="1692" y="215"/>
                  </a:cubicBezTo>
                  <a:cubicBezTo>
                    <a:pt x="1692" y="96"/>
                    <a:pt x="1597" y="1"/>
                    <a:pt x="15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89"/>
            <p:cNvSpPr/>
            <p:nvPr/>
          </p:nvSpPr>
          <p:spPr>
            <a:xfrm>
              <a:off x="4583432" y="3058984"/>
              <a:ext cx="89475" cy="10674"/>
            </a:xfrm>
            <a:custGeom>
              <a:rect b="b" l="l" r="r" t="t"/>
              <a:pathLst>
                <a:path extrusionOk="0" h="358" w="3001">
                  <a:moveTo>
                    <a:pt x="214" y="1"/>
                  </a:moveTo>
                  <a:cubicBezTo>
                    <a:pt x="119" y="1"/>
                    <a:pt x="72" y="72"/>
                    <a:pt x="24" y="167"/>
                  </a:cubicBezTo>
                  <a:cubicBezTo>
                    <a:pt x="0" y="287"/>
                    <a:pt x="95" y="358"/>
                    <a:pt x="214" y="358"/>
                  </a:cubicBezTo>
                  <a:lnTo>
                    <a:pt x="2834" y="358"/>
                  </a:lnTo>
                  <a:cubicBezTo>
                    <a:pt x="2929" y="358"/>
                    <a:pt x="2977" y="310"/>
                    <a:pt x="3001" y="215"/>
                  </a:cubicBezTo>
                  <a:cubicBezTo>
                    <a:pt x="3001" y="96"/>
                    <a:pt x="2929" y="1"/>
                    <a:pt x="2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89"/>
            <p:cNvSpPr/>
            <p:nvPr/>
          </p:nvSpPr>
          <p:spPr>
            <a:xfrm>
              <a:off x="4583432" y="3081703"/>
              <a:ext cx="89475" cy="10704"/>
            </a:xfrm>
            <a:custGeom>
              <a:rect b="b" l="l" r="r" t="t"/>
              <a:pathLst>
                <a:path extrusionOk="0" h="359" w="3001">
                  <a:moveTo>
                    <a:pt x="214" y="1"/>
                  </a:moveTo>
                  <a:cubicBezTo>
                    <a:pt x="119" y="1"/>
                    <a:pt x="72" y="48"/>
                    <a:pt x="24" y="144"/>
                  </a:cubicBezTo>
                  <a:cubicBezTo>
                    <a:pt x="0" y="263"/>
                    <a:pt x="95" y="358"/>
                    <a:pt x="214" y="358"/>
                  </a:cubicBezTo>
                  <a:lnTo>
                    <a:pt x="2834" y="358"/>
                  </a:lnTo>
                  <a:cubicBezTo>
                    <a:pt x="2929" y="358"/>
                    <a:pt x="2977" y="287"/>
                    <a:pt x="3001" y="191"/>
                  </a:cubicBezTo>
                  <a:cubicBezTo>
                    <a:pt x="3001" y="72"/>
                    <a:pt x="2929" y="1"/>
                    <a:pt x="2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89"/>
            <p:cNvSpPr/>
            <p:nvPr/>
          </p:nvSpPr>
          <p:spPr>
            <a:xfrm>
              <a:off x="4603289" y="3103737"/>
              <a:ext cx="50447" cy="10674"/>
            </a:xfrm>
            <a:custGeom>
              <a:rect b="b" l="l" r="r" t="t"/>
              <a:pathLst>
                <a:path extrusionOk="0" h="358" w="1692">
                  <a:moveTo>
                    <a:pt x="191" y="0"/>
                  </a:moveTo>
                  <a:cubicBezTo>
                    <a:pt x="120" y="0"/>
                    <a:pt x="49" y="48"/>
                    <a:pt x="25" y="143"/>
                  </a:cubicBezTo>
                  <a:cubicBezTo>
                    <a:pt x="1" y="262"/>
                    <a:pt x="72" y="357"/>
                    <a:pt x="191" y="357"/>
                  </a:cubicBezTo>
                  <a:lnTo>
                    <a:pt x="1501" y="357"/>
                  </a:lnTo>
                  <a:cubicBezTo>
                    <a:pt x="1597" y="357"/>
                    <a:pt x="1668" y="286"/>
                    <a:pt x="1692" y="214"/>
                  </a:cubicBezTo>
                  <a:cubicBezTo>
                    <a:pt x="1692" y="95"/>
                    <a:pt x="1597" y="0"/>
                    <a:pt x="1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89"/>
            <p:cNvSpPr/>
            <p:nvPr/>
          </p:nvSpPr>
          <p:spPr>
            <a:xfrm>
              <a:off x="4412292" y="3058984"/>
              <a:ext cx="89505" cy="10674"/>
            </a:xfrm>
            <a:custGeom>
              <a:rect b="b" l="l" r="r" t="t"/>
              <a:pathLst>
                <a:path extrusionOk="0" h="358" w="3002">
                  <a:moveTo>
                    <a:pt x="215" y="1"/>
                  </a:moveTo>
                  <a:cubicBezTo>
                    <a:pt x="120" y="1"/>
                    <a:pt x="48" y="72"/>
                    <a:pt x="25" y="167"/>
                  </a:cubicBezTo>
                  <a:cubicBezTo>
                    <a:pt x="1" y="287"/>
                    <a:pt x="96" y="358"/>
                    <a:pt x="215" y="358"/>
                  </a:cubicBezTo>
                  <a:lnTo>
                    <a:pt x="2835" y="358"/>
                  </a:lnTo>
                  <a:cubicBezTo>
                    <a:pt x="2906" y="358"/>
                    <a:pt x="2978" y="310"/>
                    <a:pt x="3001" y="215"/>
                  </a:cubicBezTo>
                  <a:cubicBezTo>
                    <a:pt x="3001" y="96"/>
                    <a:pt x="2906" y="1"/>
                    <a:pt x="28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89"/>
            <p:cNvSpPr/>
            <p:nvPr/>
          </p:nvSpPr>
          <p:spPr>
            <a:xfrm>
              <a:off x="4412292" y="3081703"/>
              <a:ext cx="89505" cy="10704"/>
            </a:xfrm>
            <a:custGeom>
              <a:rect b="b" l="l" r="r" t="t"/>
              <a:pathLst>
                <a:path extrusionOk="0" h="359" w="3002">
                  <a:moveTo>
                    <a:pt x="215" y="1"/>
                  </a:moveTo>
                  <a:cubicBezTo>
                    <a:pt x="120" y="1"/>
                    <a:pt x="48" y="48"/>
                    <a:pt x="25" y="144"/>
                  </a:cubicBezTo>
                  <a:cubicBezTo>
                    <a:pt x="1" y="263"/>
                    <a:pt x="96" y="358"/>
                    <a:pt x="215" y="358"/>
                  </a:cubicBezTo>
                  <a:lnTo>
                    <a:pt x="2835" y="358"/>
                  </a:lnTo>
                  <a:cubicBezTo>
                    <a:pt x="2906" y="358"/>
                    <a:pt x="2978" y="287"/>
                    <a:pt x="3001" y="191"/>
                  </a:cubicBezTo>
                  <a:cubicBezTo>
                    <a:pt x="3001" y="72"/>
                    <a:pt x="2906" y="1"/>
                    <a:pt x="28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89"/>
            <p:cNvSpPr/>
            <p:nvPr/>
          </p:nvSpPr>
          <p:spPr>
            <a:xfrm>
              <a:off x="4431463" y="3103737"/>
              <a:ext cx="51163" cy="10674"/>
            </a:xfrm>
            <a:custGeom>
              <a:rect b="b" l="l" r="r" t="t"/>
              <a:pathLst>
                <a:path extrusionOk="0" h="358" w="1716">
                  <a:moveTo>
                    <a:pt x="215" y="0"/>
                  </a:moveTo>
                  <a:cubicBezTo>
                    <a:pt x="120" y="0"/>
                    <a:pt x="72" y="48"/>
                    <a:pt x="48" y="143"/>
                  </a:cubicBezTo>
                  <a:cubicBezTo>
                    <a:pt x="1" y="262"/>
                    <a:pt x="96" y="357"/>
                    <a:pt x="215" y="357"/>
                  </a:cubicBezTo>
                  <a:lnTo>
                    <a:pt x="1525" y="357"/>
                  </a:lnTo>
                  <a:cubicBezTo>
                    <a:pt x="1620" y="357"/>
                    <a:pt x="1668" y="286"/>
                    <a:pt x="1692" y="214"/>
                  </a:cubicBezTo>
                  <a:cubicBezTo>
                    <a:pt x="1715" y="95"/>
                    <a:pt x="1620" y="0"/>
                    <a:pt x="15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1" name="Google Shape;19711;p89"/>
          <p:cNvGrpSpPr/>
          <p:nvPr/>
        </p:nvGrpSpPr>
        <p:grpSpPr>
          <a:xfrm>
            <a:off x="4769244" y="2994285"/>
            <a:ext cx="352920" cy="354441"/>
            <a:chOff x="4959731" y="2994285"/>
            <a:chExt cx="352920" cy="354441"/>
          </a:xfrm>
        </p:grpSpPr>
        <p:sp>
          <p:nvSpPr>
            <p:cNvPr id="19712" name="Google Shape;19712;p89"/>
            <p:cNvSpPr/>
            <p:nvPr/>
          </p:nvSpPr>
          <p:spPr>
            <a:xfrm>
              <a:off x="4963995" y="3319570"/>
              <a:ext cx="343678" cy="23464"/>
            </a:xfrm>
            <a:custGeom>
              <a:rect b="b" l="l" r="r" t="t"/>
              <a:pathLst>
                <a:path extrusionOk="0" h="787" w="11527">
                  <a:moveTo>
                    <a:pt x="120" y="1"/>
                  </a:moveTo>
                  <a:cubicBezTo>
                    <a:pt x="72" y="1"/>
                    <a:pt x="1" y="48"/>
                    <a:pt x="1" y="120"/>
                  </a:cubicBezTo>
                  <a:lnTo>
                    <a:pt x="1" y="667"/>
                  </a:lnTo>
                  <a:cubicBezTo>
                    <a:pt x="1" y="739"/>
                    <a:pt x="72" y="787"/>
                    <a:pt x="120" y="787"/>
                  </a:cubicBezTo>
                  <a:lnTo>
                    <a:pt x="11408" y="787"/>
                  </a:lnTo>
                  <a:cubicBezTo>
                    <a:pt x="11479" y="787"/>
                    <a:pt x="11527" y="739"/>
                    <a:pt x="11527" y="667"/>
                  </a:cubicBezTo>
                  <a:lnTo>
                    <a:pt x="11527" y="120"/>
                  </a:lnTo>
                  <a:cubicBezTo>
                    <a:pt x="11527" y="48"/>
                    <a:pt x="11479" y="1"/>
                    <a:pt x="11408"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89"/>
            <p:cNvSpPr/>
            <p:nvPr/>
          </p:nvSpPr>
          <p:spPr>
            <a:xfrm>
              <a:off x="5289907" y="3318169"/>
              <a:ext cx="17770" cy="24150"/>
            </a:xfrm>
            <a:custGeom>
              <a:rect b="b" l="l" r="r" t="t"/>
              <a:pathLst>
                <a:path extrusionOk="0" h="810" w="596">
                  <a:moveTo>
                    <a:pt x="1" y="0"/>
                  </a:moveTo>
                  <a:cubicBezTo>
                    <a:pt x="72" y="0"/>
                    <a:pt x="120" y="71"/>
                    <a:pt x="120" y="119"/>
                  </a:cubicBezTo>
                  <a:lnTo>
                    <a:pt x="120" y="691"/>
                  </a:lnTo>
                  <a:cubicBezTo>
                    <a:pt x="120" y="738"/>
                    <a:pt x="72" y="810"/>
                    <a:pt x="1" y="810"/>
                  </a:cubicBezTo>
                  <a:lnTo>
                    <a:pt x="477" y="810"/>
                  </a:lnTo>
                  <a:cubicBezTo>
                    <a:pt x="548" y="810"/>
                    <a:pt x="596" y="762"/>
                    <a:pt x="596" y="691"/>
                  </a:cubicBezTo>
                  <a:lnTo>
                    <a:pt x="596" y="119"/>
                  </a:lnTo>
                  <a:cubicBezTo>
                    <a:pt x="596" y="71"/>
                    <a:pt x="548" y="0"/>
                    <a:pt x="47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89"/>
            <p:cNvSpPr/>
            <p:nvPr/>
          </p:nvSpPr>
          <p:spPr>
            <a:xfrm>
              <a:off x="5009434" y="3028453"/>
              <a:ext cx="68187" cy="289742"/>
            </a:xfrm>
            <a:custGeom>
              <a:rect b="b" l="l" r="r" t="t"/>
              <a:pathLst>
                <a:path extrusionOk="0" h="9718" w="2287">
                  <a:moveTo>
                    <a:pt x="72" y="1"/>
                  </a:moveTo>
                  <a:cubicBezTo>
                    <a:pt x="25" y="1"/>
                    <a:pt x="1" y="25"/>
                    <a:pt x="1" y="48"/>
                  </a:cubicBezTo>
                  <a:lnTo>
                    <a:pt x="1" y="9717"/>
                  </a:lnTo>
                  <a:lnTo>
                    <a:pt x="2287" y="9717"/>
                  </a:lnTo>
                  <a:lnTo>
                    <a:pt x="2287" y="48"/>
                  </a:lnTo>
                  <a:cubicBezTo>
                    <a:pt x="2287" y="25"/>
                    <a:pt x="2263" y="1"/>
                    <a:pt x="2239"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89"/>
            <p:cNvSpPr/>
            <p:nvPr/>
          </p:nvSpPr>
          <p:spPr>
            <a:xfrm>
              <a:off x="5112386" y="3139933"/>
              <a:ext cx="68217" cy="178264"/>
            </a:xfrm>
            <a:custGeom>
              <a:rect b="b" l="l" r="r" t="t"/>
              <a:pathLst>
                <a:path extrusionOk="0" h="5979" w="2288">
                  <a:moveTo>
                    <a:pt x="72" y="1"/>
                  </a:moveTo>
                  <a:cubicBezTo>
                    <a:pt x="25" y="1"/>
                    <a:pt x="1" y="24"/>
                    <a:pt x="1" y="72"/>
                  </a:cubicBezTo>
                  <a:lnTo>
                    <a:pt x="1" y="5978"/>
                  </a:lnTo>
                  <a:lnTo>
                    <a:pt x="2287" y="5978"/>
                  </a:lnTo>
                  <a:lnTo>
                    <a:pt x="2287" y="72"/>
                  </a:lnTo>
                  <a:cubicBezTo>
                    <a:pt x="2287" y="24"/>
                    <a:pt x="2263" y="1"/>
                    <a:pt x="2239"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89"/>
            <p:cNvSpPr/>
            <p:nvPr/>
          </p:nvSpPr>
          <p:spPr>
            <a:xfrm>
              <a:off x="5216054" y="3215187"/>
              <a:ext cx="68902" cy="103011"/>
            </a:xfrm>
            <a:custGeom>
              <a:rect b="b" l="l" r="r" t="t"/>
              <a:pathLst>
                <a:path extrusionOk="0" h="3455" w="2311">
                  <a:moveTo>
                    <a:pt x="72" y="1"/>
                  </a:moveTo>
                  <a:cubicBezTo>
                    <a:pt x="48" y="1"/>
                    <a:pt x="1" y="49"/>
                    <a:pt x="1" y="72"/>
                  </a:cubicBezTo>
                  <a:lnTo>
                    <a:pt x="1" y="3454"/>
                  </a:lnTo>
                  <a:lnTo>
                    <a:pt x="2311" y="3454"/>
                  </a:lnTo>
                  <a:lnTo>
                    <a:pt x="2311" y="72"/>
                  </a:lnTo>
                  <a:cubicBezTo>
                    <a:pt x="2311" y="49"/>
                    <a:pt x="2263" y="1"/>
                    <a:pt x="22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89"/>
            <p:cNvSpPr/>
            <p:nvPr/>
          </p:nvSpPr>
          <p:spPr>
            <a:xfrm>
              <a:off x="5061998" y="3028900"/>
              <a:ext cx="15623" cy="290696"/>
            </a:xfrm>
            <a:custGeom>
              <a:rect b="b" l="l" r="r" t="t"/>
              <a:pathLst>
                <a:path extrusionOk="0" h="9750" w="524">
                  <a:moveTo>
                    <a:pt x="495" y="0"/>
                  </a:moveTo>
                  <a:cubicBezTo>
                    <a:pt x="489" y="0"/>
                    <a:pt x="483" y="3"/>
                    <a:pt x="476" y="10"/>
                  </a:cubicBezTo>
                  <a:lnTo>
                    <a:pt x="0" y="10"/>
                  </a:lnTo>
                  <a:cubicBezTo>
                    <a:pt x="24" y="10"/>
                    <a:pt x="48" y="33"/>
                    <a:pt x="48" y="57"/>
                  </a:cubicBezTo>
                  <a:lnTo>
                    <a:pt x="48" y="9750"/>
                  </a:lnTo>
                  <a:lnTo>
                    <a:pt x="524" y="9750"/>
                  </a:lnTo>
                  <a:lnTo>
                    <a:pt x="524" y="57"/>
                  </a:lnTo>
                  <a:cubicBezTo>
                    <a:pt x="524" y="22"/>
                    <a:pt x="511" y="0"/>
                    <a:pt x="495"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89"/>
            <p:cNvSpPr/>
            <p:nvPr/>
          </p:nvSpPr>
          <p:spPr>
            <a:xfrm>
              <a:off x="5164950" y="3140648"/>
              <a:ext cx="15653" cy="178950"/>
            </a:xfrm>
            <a:custGeom>
              <a:rect b="b" l="l" r="r" t="t"/>
              <a:pathLst>
                <a:path extrusionOk="0" h="6002" w="525">
                  <a:moveTo>
                    <a:pt x="0" y="0"/>
                  </a:moveTo>
                  <a:cubicBezTo>
                    <a:pt x="24" y="0"/>
                    <a:pt x="48" y="48"/>
                    <a:pt x="48" y="72"/>
                  </a:cubicBezTo>
                  <a:lnTo>
                    <a:pt x="48" y="6002"/>
                  </a:lnTo>
                  <a:lnTo>
                    <a:pt x="524" y="6002"/>
                  </a:lnTo>
                  <a:lnTo>
                    <a:pt x="524" y="72"/>
                  </a:lnTo>
                  <a:cubicBezTo>
                    <a:pt x="524" y="48"/>
                    <a:pt x="500" y="0"/>
                    <a:pt x="476"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89"/>
            <p:cNvSpPr/>
            <p:nvPr/>
          </p:nvSpPr>
          <p:spPr>
            <a:xfrm>
              <a:off x="5267903" y="3215187"/>
              <a:ext cx="15653" cy="103011"/>
            </a:xfrm>
            <a:custGeom>
              <a:rect b="b" l="l" r="r" t="t"/>
              <a:pathLst>
                <a:path extrusionOk="0" h="3455" w="525">
                  <a:moveTo>
                    <a:pt x="0" y="1"/>
                  </a:moveTo>
                  <a:cubicBezTo>
                    <a:pt x="24" y="1"/>
                    <a:pt x="48" y="49"/>
                    <a:pt x="48" y="72"/>
                  </a:cubicBezTo>
                  <a:lnTo>
                    <a:pt x="48" y="3454"/>
                  </a:lnTo>
                  <a:lnTo>
                    <a:pt x="524" y="3454"/>
                  </a:lnTo>
                  <a:lnTo>
                    <a:pt x="524" y="72"/>
                  </a:lnTo>
                  <a:cubicBezTo>
                    <a:pt x="524" y="49"/>
                    <a:pt x="500" y="1"/>
                    <a:pt x="47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89"/>
            <p:cNvSpPr/>
            <p:nvPr/>
          </p:nvSpPr>
          <p:spPr>
            <a:xfrm>
              <a:off x="5091813" y="2999443"/>
              <a:ext cx="193142" cy="156857"/>
            </a:xfrm>
            <a:custGeom>
              <a:rect b="b" l="l" r="r" t="t"/>
              <a:pathLst>
                <a:path extrusionOk="0" h="5261" w="6478">
                  <a:moveTo>
                    <a:pt x="474" y="1"/>
                  </a:moveTo>
                  <a:cubicBezTo>
                    <a:pt x="361" y="1"/>
                    <a:pt x="249" y="55"/>
                    <a:pt x="167" y="164"/>
                  </a:cubicBezTo>
                  <a:cubicBezTo>
                    <a:pt x="0" y="331"/>
                    <a:pt x="48" y="569"/>
                    <a:pt x="215" y="736"/>
                  </a:cubicBezTo>
                  <a:lnTo>
                    <a:pt x="4811" y="4332"/>
                  </a:lnTo>
                  <a:cubicBezTo>
                    <a:pt x="4644" y="4355"/>
                    <a:pt x="4501" y="4498"/>
                    <a:pt x="4501" y="4665"/>
                  </a:cubicBezTo>
                  <a:cubicBezTo>
                    <a:pt x="4477" y="4856"/>
                    <a:pt x="4620" y="5070"/>
                    <a:pt x="4858" y="5094"/>
                  </a:cubicBezTo>
                  <a:lnTo>
                    <a:pt x="6002" y="5260"/>
                  </a:lnTo>
                  <a:lnTo>
                    <a:pt x="6049" y="5260"/>
                  </a:lnTo>
                  <a:cubicBezTo>
                    <a:pt x="6168" y="5260"/>
                    <a:pt x="6264" y="5189"/>
                    <a:pt x="6359" y="5141"/>
                  </a:cubicBezTo>
                  <a:cubicBezTo>
                    <a:pt x="6430" y="5070"/>
                    <a:pt x="6478" y="4951"/>
                    <a:pt x="6430" y="4808"/>
                  </a:cubicBezTo>
                  <a:lnTo>
                    <a:pt x="6192" y="3665"/>
                  </a:lnTo>
                  <a:cubicBezTo>
                    <a:pt x="6152" y="3505"/>
                    <a:pt x="5995" y="3362"/>
                    <a:pt x="5819" y="3362"/>
                  </a:cubicBezTo>
                  <a:cubicBezTo>
                    <a:pt x="5785" y="3362"/>
                    <a:pt x="5750" y="3367"/>
                    <a:pt x="5716" y="3379"/>
                  </a:cubicBezTo>
                  <a:cubicBezTo>
                    <a:pt x="5525" y="3403"/>
                    <a:pt x="5406" y="3593"/>
                    <a:pt x="5406" y="3784"/>
                  </a:cubicBezTo>
                  <a:lnTo>
                    <a:pt x="715" y="93"/>
                  </a:lnTo>
                  <a:cubicBezTo>
                    <a:pt x="643" y="31"/>
                    <a:pt x="559" y="1"/>
                    <a:pt x="474"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89"/>
            <p:cNvSpPr/>
            <p:nvPr/>
          </p:nvSpPr>
          <p:spPr>
            <a:xfrm>
              <a:off x="5094646" y="2999443"/>
              <a:ext cx="153398" cy="118216"/>
            </a:xfrm>
            <a:custGeom>
              <a:rect b="b" l="l" r="r" t="t"/>
              <a:pathLst>
                <a:path extrusionOk="0" h="3965" w="5145">
                  <a:moveTo>
                    <a:pt x="379" y="1"/>
                  </a:moveTo>
                  <a:cubicBezTo>
                    <a:pt x="266" y="1"/>
                    <a:pt x="154" y="55"/>
                    <a:pt x="72" y="164"/>
                  </a:cubicBezTo>
                  <a:cubicBezTo>
                    <a:pt x="24" y="188"/>
                    <a:pt x="1" y="212"/>
                    <a:pt x="1" y="283"/>
                  </a:cubicBezTo>
                  <a:cubicBezTo>
                    <a:pt x="96" y="283"/>
                    <a:pt x="167" y="307"/>
                    <a:pt x="263" y="378"/>
                  </a:cubicBezTo>
                  <a:lnTo>
                    <a:pt x="4835" y="3951"/>
                  </a:lnTo>
                  <a:cubicBezTo>
                    <a:pt x="4852" y="3959"/>
                    <a:pt x="4873" y="3965"/>
                    <a:pt x="4893" y="3965"/>
                  </a:cubicBezTo>
                  <a:cubicBezTo>
                    <a:pt x="4928" y="3965"/>
                    <a:pt x="4963" y="3948"/>
                    <a:pt x="4978" y="3903"/>
                  </a:cubicBezTo>
                  <a:cubicBezTo>
                    <a:pt x="5002" y="3831"/>
                    <a:pt x="5073" y="3736"/>
                    <a:pt x="5144" y="3665"/>
                  </a:cubicBezTo>
                  <a:lnTo>
                    <a:pt x="620" y="93"/>
                  </a:lnTo>
                  <a:cubicBezTo>
                    <a:pt x="548" y="31"/>
                    <a:pt x="464" y="1"/>
                    <a:pt x="379"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89"/>
            <p:cNvSpPr/>
            <p:nvPr/>
          </p:nvSpPr>
          <p:spPr>
            <a:xfrm>
              <a:off x="5253711" y="3099682"/>
              <a:ext cx="31246" cy="58736"/>
            </a:xfrm>
            <a:custGeom>
              <a:rect b="b" l="l" r="r" t="t"/>
              <a:pathLst>
                <a:path extrusionOk="0" h="1970" w="1048">
                  <a:moveTo>
                    <a:pt x="389" y="0"/>
                  </a:moveTo>
                  <a:cubicBezTo>
                    <a:pt x="355" y="0"/>
                    <a:pt x="320" y="5"/>
                    <a:pt x="286" y="17"/>
                  </a:cubicBezTo>
                  <a:cubicBezTo>
                    <a:pt x="143" y="41"/>
                    <a:pt x="48" y="136"/>
                    <a:pt x="0" y="279"/>
                  </a:cubicBezTo>
                  <a:cubicBezTo>
                    <a:pt x="214" y="279"/>
                    <a:pt x="381" y="398"/>
                    <a:pt x="405" y="612"/>
                  </a:cubicBezTo>
                  <a:lnTo>
                    <a:pt x="643" y="1732"/>
                  </a:lnTo>
                  <a:cubicBezTo>
                    <a:pt x="691" y="1827"/>
                    <a:pt x="643" y="1898"/>
                    <a:pt x="643" y="1970"/>
                  </a:cubicBezTo>
                  <a:cubicBezTo>
                    <a:pt x="762" y="1970"/>
                    <a:pt x="857" y="1922"/>
                    <a:pt x="929" y="1851"/>
                  </a:cubicBezTo>
                  <a:cubicBezTo>
                    <a:pt x="1000" y="1708"/>
                    <a:pt x="1048" y="1589"/>
                    <a:pt x="1000" y="1446"/>
                  </a:cubicBezTo>
                  <a:lnTo>
                    <a:pt x="762" y="303"/>
                  </a:lnTo>
                  <a:cubicBezTo>
                    <a:pt x="722" y="143"/>
                    <a:pt x="565" y="0"/>
                    <a:pt x="389"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89"/>
            <p:cNvSpPr/>
            <p:nvPr/>
          </p:nvSpPr>
          <p:spPr>
            <a:xfrm>
              <a:off x="4959731" y="2994285"/>
              <a:ext cx="352920" cy="354441"/>
            </a:xfrm>
            <a:custGeom>
              <a:rect b="b" l="l" r="r" t="t"/>
              <a:pathLst>
                <a:path extrusionOk="0" h="11888" w="11837">
                  <a:moveTo>
                    <a:pt x="3763" y="1337"/>
                  </a:moveTo>
                  <a:lnTo>
                    <a:pt x="3763" y="10720"/>
                  </a:lnTo>
                  <a:lnTo>
                    <a:pt x="1787" y="10720"/>
                  </a:lnTo>
                  <a:lnTo>
                    <a:pt x="1787" y="1337"/>
                  </a:lnTo>
                  <a:close/>
                  <a:moveTo>
                    <a:pt x="7240" y="5100"/>
                  </a:moveTo>
                  <a:lnTo>
                    <a:pt x="7240" y="10720"/>
                  </a:lnTo>
                  <a:lnTo>
                    <a:pt x="5264" y="10720"/>
                  </a:lnTo>
                  <a:lnTo>
                    <a:pt x="5264" y="5100"/>
                  </a:lnTo>
                  <a:close/>
                  <a:moveTo>
                    <a:pt x="10717" y="7600"/>
                  </a:moveTo>
                  <a:lnTo>
                    <a:pt x="10717" y="10720"/>
                  </a:lnTo>
                  <a:lnTo>
                    <a:pt x="8765" y="10720"/>
                  </a:lnTo>
                  <a:lnTo>
                    <a:pt x="8765" y="7600"/>
                  </a:lnTo>
                  <a:close/>
                  <a:moveTo>
                    <a:pt x="917" y="0"/>
                  </a:moveTo>
                  <a:cubicBezTo>
                    <a:pt x="815" y="0"/>
                    <a:pt x="739" y="88"/>
                    <a:pt x="739" y="194"/>
                  </a:cubicBezTo>
                  <a:lnTo>
                    <a:pt x="739" y="980"/>
                  </a:lnTo>
                  <a:lnTo>
                    <a:pt x="572" y="980"/>
                  </a:lnTo>
                  <a:cubicBezTo>
                    <a:pt x="477" y="980"/>
                    <a:pt x="382" y="1075"/>
                    <a:pt x="382" y="1171"/>
                  </a:cubicBezTo>
                  <a:cubicBezTo>
                    <a:pt x="382" y="1266"/>
                    <a:pt x="477" y="1313"/>
                    <a:pt x="549" y="1313"/>
                  </a:cubicBezTo>
                  <a:lnTo>
                    <a:pt x="739" y="1313"/>
                  </a:lnTo>
                  <a:lnTo>
                    <a:pt x="739" y="2218"/>
                  </a:lnTo>
                  <a:lnTo>
                    <a:pt x="549" y="2218"/>
                  </a:lnTo>
                  <a:cubicBezTo>
                    <a:pt x="453" y="2218"/>
                    <a:pt x="358" y="2266"/>
                    <a:pt x="358" y="2361"/>
                  </a:cubicBezTo>
                  <a:cubicBezTo>
                    <a:pt x="358" y="2480"/>
                    <a:pt x="429" y="2576"/>
                    <a:pt x="549" y="2576"/>
                  </a:cubicBezTo>
                  <a:lnTo>
                    <a:pt x="739" y="2576"/>
                  </a:lnTo>
                  <a:lnTo>
                    <a:pt x="739" y="3457"/>
                  </a:lnTo>
                  <a:lnTo>
                    <a:pt x="549" y="3457"/>
                  </a:lnTo>
                  <a:cubicBezTo>
                    <a:pt x="453" y="3457"/>
                    <a:pt x="358" y="3528"/>
                    <a:pt x="358" y="3600"/>
                  </a:cubicBezTo>
                  <a:cubicBezTo>
                    <a:pt x="358" y="3719"/>
                    <a:pt x="429" y="3814"/>
                    <a:pt x="549" y="3814"/>
                  </a:cubicBezTo>
                  <a:lnTo>
                    <a:pt x="739" y="3814"/>
                  </a:lnTo>
                  <a:lnTo>
                    <a:pt x="739" y="4719"/>
                  </a:lnTo>
                  <a:lnTo>
                    <a:pt x="549" y="4719"/>
                  </a:lnTo>
                  <a:cubicBezTo>
                    <a:pt x="453" y="4719"/>
                    <a:pt x="358" y="4767"/>
                    <a:pt x="358" y="4862"/>
                  </a:cubicBezTo>
                  <a:cubicBezTo>
                    <a:pt x="358" y="4981"/>
                    <a:pt x="429" y="5076"/>
                    <a:pt x="549" y="5076"/>
                  </a:cubicBezTo>
                  <a:lnTo>
                    <a:pt x="739" y="5076"/>
                  </a:lnTo>
                  <a:lnTo>
                    <a:pt x="739" y="5957"/>
                  </a:lnTo>
                  <a:lnTo>
                    <a:pt x="549" y="5957"/>
                  </a:lnTo>
                  <a:cubicBezTo>
                    <a:pt x="453" y="5957"/>
                    <a:pt x="358" y="6029"/>
                    <a:pt x="358" y="6100"/>
                  </a:cubicBezTo>
                  <a:cubicBezTo>
                    <a:pt x="358" y="6219"/>
                    <a:pt x="429" y="6314"/>
                    <a:pt x="549" y="6314"/>
                  </a:cubicBezTo>
                  <a:lnTo>
                    <a:pt x="739" y="6314"/>
                  </a:lnTo>
                  <a:lnTo>
                    <a:pt x="739" y="7219"/>
                  </a:lnTo>
                  <a:lnTo>
                    <a:pt x="549" y="7219"/>
                  </a:lnTo>
                  <a:cubicBezTo>
                    <a:pt x="453" y="7219"/>
                    <a:pt x="358" y="7267"/>
                    <a:pt x="358" y="7362"/>
                  </a:cubicBezTo>
                  <a:cubicBezTo>
                    <a:pt x="358" y="7481"/>
                    <a:pt x="429" y="7577"/>
                    <a:pt x="549" y="7577"/>
                  </a:cubicBezTo>
                  <a:lnTo>
                    <a:pt x="739" y="7577"/>
                  </a:lnTo>
                  <a:lnTo>
                    <a:pt x="739" y="8458"/>
                  </a:lnTo>
                  <a:lnTo>
                    <a:pt x="549" y="8458"/>
                  </a:lnTo>
                  <a:cubicBezTo>
                    <a:pt x="453" y="8458"/>
                    <a:pt x="358" y="8529"/>
                    <a:pt x="358" y="8601"/>
                  </a:cubicBezTo>
                  <a:cubicBezTo>
                    <a:pt x="358" y="8720"/>
                    <a:pt x="429" y="8815"/>
                    <a:pt x="549" y="8815"/>
                  </a:cubicBezTo>
                  <a:lnTo>
                    <a:pt x="739" y="8815"/>
                  </a:lnTo>
                  <a:lnTo>
                    <a:pt x="739" y="9720"/>
                  </a:lnTo>
                  <a:lnTo>
                    <a:pt x="549" y="9720"/>
                  </a:lnTo>
                  <a:cubicBezTo>
                    <a:pt x="453" y="9720"/>
                    <a:pt x="358" y="9768"/>
                    <a:pt x="358" y="9863"/>
                  </a:cubicBezTo>
                  <a:cubicBezTo>
                    <a:pt x="358" y="9982"/>
                    <a:pt x="429" y="10077"/>
                    <a:pt x="549" y="10077"/>
                  </a:cubicBezTo>
                  <a:lnTo>
                    <a:pt x="715" y="10077"/>
                  </a:lnTo>
                  <a:lnTo>
                    <a:pt x="715" y="10696"/>
                  </a:lnTo>
                  <a:lnTo>
                    <a:pt x="310" y="10696"/>
                  </a:lnTo>
                  <a:cubicBezTo>
                    <a:pt x="144" y="10696"/>
                    <a:pt x="1" y="10815"/>
                    <a:pt x="1" y="10982"/>
                  </a:cubicBezTo>
                  <a:lnTo>
                    <a:pt x="1" y="11673"/>
                  </a:lnTo>
                  <a:cubicBezTo>
                    <a:pt x="1" y="11768"/>
                    <a:pt x="96" y="11863"/>
                    <a:pt x="191" y="11863"/>
                  </a:cubicBezTo>
                  <a:lnTo>
                    <a:pt x="2001" y="11863"/>
                  </a:lnTo>
                  <a:cubicBezTo>
                    <a:pt x="2025" y="11863"/>
                    <a:pt x="2049" y="11863"/>
                    <a:pt x="2096" y="11816"/>
                  </a:cubicBezTo>
                  <a:cubicBezTo>
                    <a:pt x="2216" y="11673"/>
                    <a:pt x="2120" y="11530"/>
                    <a:pt x="1977" y="11530"/>
                  </a:cubicBezTo>
                  <a:lnTo>
                    <a:pt x="334" y="11530"/>
                  </a:lnTo>
                  <a:lnTo>
                    <a:pt x="334" y="11054"/>
                  </a:lnTo>
                  <a:lnTo>
                    <a:pt x="11503" y="11054"/>
                  </a:lnTo>
                  <a:lnTo>
                    <a:pt x="11503" y="11530"/>
                  </a:lnTo>
                  <a:lnTo>
                    <a:pt x="2739" y="11530"/>
                  </a:lnTo>
                  <a:cubicBezTo>
                    <a:pt x="2644" y="11530"/>
                    <a:pt x="2573" y="11577"/>
                    <a:pt x="2573" y="11673"/>
                  </a:cubicBezTo>
                  <a:cubicBezTo>
                    <a:pt x="2573" y="11792"/>
                    <a:pt x="2620" y="11887"/>
                    <a:pt x="2739" y="11887"/>
                  </a:cubicBezTo>
                  <a:lnTo>
                    <a:pt x="11551" y="11887"/>
                  </a:lnTo>
                  <a:cubicBezTo>
                    <a:pt x="11694" y="11887"/>
                    <a:pt x="11837" y="11768"/>
                    <a:pt x="11837" y="11577"/>
                  </a:cubicBezTo>
                  <a:lnTo>
                    <a:pt x="11837" y="11030"/>
                  </a:lnTo>
                  <a:cubicBezTo>
                    <a:pt x="11813" y="10839"/>
                    <a:pt x="11694" y="10720"/>
                    <a:pt x="11551" y="10720"/>
                  </a:cubicBezTo>
                  <a:lnTo>
                    <a:pt x="11075" y="10720"/>
                  </a:lnTo>
                  <a:lnTo>
                    <a:pt x="11075" y="7481"/>
                  </a:lnTo>
                  <a:cubicBezTo>
                    <a:pt x="11075" y="7338"/>
                    <a:pt x="10955" y="7243"/>
                    <a:pt x="10836" y="7243"/>
                  </a:cubicBezTo>
                  <a:lnTo>
                    <a:pt x="8669" y="7243"/>
                  </a:lnTo>
                  <a:cubicBezTo>
                    <a:pt x="8526" y="7243"/>
                    <a:pt x="8431" y="7362"/>
                    <a:pt x="8431" y="7481"/>
                  </a:cubicBezTo>
                  <a:lnTo>
                    <a:pt x="8431" y="10720"/>
                  </a:lnTo>
                  <a:lnTo>
                    <a:pt x="7621" y="10720"/>
                  </a:lnTo>
                  <a:lnTo>
                    <a:pt x="7621" y="4981"/>
                  </a:lnTo>
                  <a:cubicBezTo>
                    <a:pt x="7621" y="4838"/>
                    <a:pt x="7502" y="4743"/>
                    <a:pt x="7383" y="4743"/>
                  </a:cubicBezTo>
                  <a:lnTo>
                    <a:pt x="5216" y="4743"/>
                  </a:lnTo>
                  <a:cubicBezTo>
                    <a:pt x="5073" y="4743"/>
                    <a:pt x="4978" y="4862"/>
                    <a:pt x="4978" y="4981"/>
                  </a:cubicBezTo>
                  <a:lnTo>
                    <a:pt x="4978" y="10720"/>
                  </a:lnTo>
                  <a:lnTo>
                    <a:pt x="4192" y="10720"/>
                  </a:lnTo>
                  <a:lnTo>
                    <a:pt x="4192" y="1218"/>
                  </a:lnTo>
                  <a:cubicBezTo>
                    <a:pt x="4192" y="1075"/>
                    <a:pt x="4073" y="980"/>
                    <a:pt x="3954" y="980"/>
                  </a:cubicBezTo>
                  <a:lnTo>
                    <a:pt x="1763" y="980"/>
                  </a:lnTo>
                  <a:cubicBezTo>
                    <a:pt x="1620" y="980"/>
                    <a:pt x="1525" y="1099"/>
                    <a:pt x="1525" y="1218"/>
                  </a:cubicBezTo>
                  <a:lnTo>
                    <a:pt x="1525" y="10720"/>
                  </a:lnTo>
                  <a:lnTo>
                    <a:pt x="1072" y="10720"/>
                  </a:lnTo>
                  <a:lnTo>
                    <a:pt x="1072" y="194"/>
                  </a:lnTo>
                  <a:cubicBezTo>
                    <a:pt x="1072" y="99"/>
                    <a:pt x="1025" y="27"/>
                    <a:pt x="953" y="4"/>
                  </a:cubicBezTo>
                  <a:cubicBezTo>
                    <a:pt x="941" y="1"/>
                    <a:pt x="929" y="0"/>
                    <a:pt x="9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89"/>
            <p:cNvSpPr/>
            <p:nvPr/>
          </p:nvSpPr>
          <p:spPr>
            <a:xfrm>
              <a:off x="5088265" y="2995149"/>
              <a:ext cx="201669" cy="166129"/>
            </a:xfrm>
            <a:custGeom>
              <a:rect b="b" l="l" r="r" t="t"/>
              <a:pathLst>
                <a:path extrusionOk="0" h="5572" w="6764">
                  <a:moveTo>
                    <a:pt x="606" y="0"/>
                  </a:moveTo>
                  <a:cubicBezTo>
                    <a:pt x="434" y="0"/>
                    <a:pt x="264" y="74"/>
                    <a:pt x="167" y="213"/>
                  </a:cubicBezTo>
                  <a:cubicBezTo>
                    <a:pt x="72" y="332"/>
                    <a:pt x="0" y="475"/>
                    <a:pt x="48" y="641"/>
                  </a:cubicBezTo>
                  <a:cubicBezTo>
                    <a:pt x="48" y="784"/>
                    <a:pt x="119" y="927"/>
                    <a:pt x="238" y="1023"/>
                  </a:cubicBezTo>
                  <a:lnTo>
                    <a:pt x="4620" y="4476"/>
                  </a:lnTo>
                  <a:cubicBezTo>
                    <a:pt x="4525" y="4571"/>
                    <a:pt x="4477" y="4690"/>
                    <a:pt x="4454" y="4809"/>
                  </a:cubicBezTo>
                  <a:cubicBezTo>
                    <a:pt x="4406" y="4952"/>
                    <a:pt x="4477" y="5095"/>
                    <a:pt x="4573" y="5214"/>
                  </a:cubicBezTo>
                  <a:cubicBezTo>
                    <a:pt x="4644" y="5333"/>
                    <a:pt x="4811" y="5428"/>
                    <a:pt x="4954" y="5428"/>
                  </a:cubicBezTo>
                  <a:lnTo>
                    <a:pt x="6073" y="5571"/>
                  </a:lnTo>
                  <a:cubicBezTo>
                    <a:pt x="6192" y="5571"/>
                    <a:pt x="6287" y="5571"/>
                    <a:pt x="6383" y="5523"/>
                  </a:cubicBezTo>
                  <a:cubicBezTo>
                    <a:pt x="6430" y="5476"/>
                    <a:pt x="6525" y="5428"/>
                    <a:pt x="6597" y="5357"/>
                  </a:cubicBezTo>
                  <a:cubicBezTo>
                    <a:pt x="6716" y="5214"/>
                    <a:pt x="6764" y="5047"/>
                    <a:pt x="6740" y="4857"/>
                  </a:cubicBezTo>
                  <a:lnTo>
                    <a:pt x="6502" y="3737"/>
                  </a:lnTo>
                  <a:cubicBezTo>
                    <a:pt x="6439" y="3468"/>
                    <a:pt x="6197" y="3271"/>
                    <a:pt x="5932" y="3271"/>
                  </a:cubicBezTo>
                  <a:cubicBezTo>
                    <a:pt x="5892" y="3271"/>
                    <a:pt x="5851" y="3276"/>
                    <a:pt x="5811" y="3285"/>
                  </a:cubicBezTo>
                  <a:cubicBezTo>
                    <a:pt x="5644" y="3309"/>
                    <a:pt x="5525" y="3428"/>
                    <a:pt x="5430" y="3547"/>
                  </a:cubicBezTo>
                  <a:lnTo>
                    <a:pt x="3168" y="1761"/>
                  </a:lnTo>
                  <a:cubicBezTo>
                    <a:pt x="3125" y="1739"/>
                    <a:pt x="3082" y="1728"/>
                    <a:pt x="3043" y="1728"/>
                  </a:cubicBezTo>
                  <a:cubicBezTo>
                    <a:pt x="2996" y="1728"/>
                    <a:pt x="2956" y="1745"/>
                    <a:pt x="2929" y="1785"/>
                  </a:cubicBezTo>
                  <a:cubicBezTo>
                    <a:pt x="2858" y="1880"/>
                    <a:pt x="2858" y="1975"/>
                    <a:pt x="2953" y="2023"/>
                  </a:cubicBezTo>
                  <a:lnTo>
                    <a:pt x="5430" y="3999"/>
                  </a:lnTo>
                  <a:cubicBezTo>
                    <a:pt x="5464" y="4016"/>
                    <a:pt x="5509" y="4033"/>
                    <a:pt x="5550" y="4033"/>
                  </a:cubicBezTo>
                  <a:cubicBezTo>
                    <a:pt x="5567" y="4033"/>
                    <a:pt x="5583" y="4030"/>
                    <a:pt x="5597" y="4023"/>
                  </a:cubicBezTo>
                  <a:cubicBezTo>
                    <a:pt x="5668" y="3999"/>
                    <a:pt x="5692" y="3928"/>
                    <a:pt x="5692" y="3880"/>
                  </a:cubicBezTo>
                  <a:cubicBezTo>
                    <a:pt x="5692" y="3761"/>
                    <a:pt x="5763" y="3666"/>
                    <a:pt x="5882" y="3642"/>
                  </a:cubicBezTo>
                  <a:cubicBezTo>
                    <a:pt x="5898" y="3639"/>
                    <a:pt x="5913" y="3638"/>
                    <a:pt x="5928" y="3638"/>
                  </a:cubicBezTo>
                  <a:cubicBezTo>
                    <a:pt x="6031" y="3638"/>
                    <a:pt x="6124" y="3705"/>
                    <a:pt x="6144" y="3809"/>
                  </a:cubicBezTo>
                  <a:lnTo>
                    <a:pt x="6383" y="4952"/>
                  </a:lnTo>
                  <a:cubicBezTo>
                    <a:pt x="6406" y="5000"/>
                    <a:pt x="6383" y="5095"/>
                    <a:pt x="6311" y="5166"/>
                  </a:cubicBezTo>
                  <a:cubicBezTo>
                    <a:pt x="6276" y="5201"/>
                    <a:pt x="6229" y="5223"/>
                    <a:pt x="6178" y="5223"/>
                  </a:cubicBezTo>
                  <a:cubicBezTo>
                    <a:pt x="6159" y="5223"/>
                    <a:pt x="6140" y="5220"/>
                    <a:pt x="6121" y="5214"/>
                  </a:cubicBezTo>
                  <a:lnTo>
                    <a:pt x="4977" y="5071"/>
                  </a:lnTo>
                  <a:cubicBezTo>
                    <a:pt x="4930" y="5071"/>
                    <a:pt x="4858" y="5047"/>
                    <a:pt x="4835" y="4976"/>
                  </a:cubicBezTo>
                  <a:cubicBezTo>
                    <a:pt x="4811" y="4928"/>
                    <a:pt x="4763" y="4857"/>
                    <a:pt x="4763" y="4809"/>
                  </a:cubicBezTo>
                  <a:cubicBezTo>
                    <a:pt x="4763" y="4714"/>
                    <a:pt x="4858" y="4618"/>
                    <a:pt x="4954" y="4595"/>
                  </a:cubicBezTo>
                  <a:cubicBezTo>
                    <a:pt x="5001" y="4571"/>
                    <a:pt x="5073" y="4523"/>
                    <a:pt x="5073" y="4476"/>
                  </a:cubicBezTo>
                  <a:cubicBezTo>
                    <a:pt x="5073" y="4404"/>
                    <a:pt x="5073" y="4357"/>
                    <a:pt x="5001" y="4285"/>
                  </a:cubicBezTo>
                  <a:lnTo>
                    <a:pt x="453" y="761"/>
                  </a:lnTo>
                  <a:cubicBezTo>
                    <a:pt x="405" y="713"/>
                    <a:pt x="357" y="665"/>
                    <a:pt x="357" y="594"/>
                  </a:cubicBezTo>
                  <a:cubicBezTo>
                    <a:pt x="357" y="546"/>
                    <a:pt x="357" y="475"/>
                    <a:pt x="429" y="427"/>
                  </a:cubicBezTo>
                  <a:cubicBezTo>
                    <a:pt x="453" y="356"/>
                    <a:pt x="524" y="332"/>
                    <a:pt x="572" y="332"/>
                  </a:cubicBezTo>
                  <a:cubicBezTo>
                    <a:pt x="643" y="332"/>
                    <a:pt x="691" y="332"/>
                    <a:pt x="762" y="403"/>
                  </a:cubicBezTo>
                  <a:lnTo>
                    <a:pt x="2310" y="1618"/>
                  </a:lnTo>
                  <a:cubicBezTo>
                    <a:pt x="2342" y="1639"/>
                    <a:pt x="2379" y="1651"/>
                    <a:pt x="2417" y="1651"/>
                  </a:cubicBezTo>
                  <a:cubicBezTo>
                    <a:pt x="2463" y="1651"/>
                    <a:pt x="2509" y="1633"/>
                    <a:pt x="2548" y="1594"/>
                  </a:cubicBezTo>
                  <a:cubicBezTo>
                    <a:pt x="2596" y="1499"/>
                    <a:pt x="2596" y="1404"/>
                    <a:pt x="2501" y="1356"/>
                  </a:cubicBezTo>
                  <a:lnTo>
                    <a:pt x="953" y="118"/>
                  </a:lnTo>
                  <a:cubicBezTo>
                    <a:pt x="853" y="38"/>
                    <a:pt x="729" y="0"/>
                    <a:pt x="6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5" name="Google Shape;19725;p89"/>
          <p:cNvGrpSpPr/>
          <p:nvPr/>
        </p:nvGrpSpPr>
        <p:grpSpPr>
          <a:xfrm>
            <a:off x="5510974" y="3002186"/>
            <a:ext cx="354351" cy="336582"/>
            <a:chOff x="5549061" y="3002186"/>
            <a:chExt cx="354351" cy="336582"/>
          </a:xfrm>
        </p:grpSpPr>
        <p:sp>
          <p:nvSpPr>
            <p:cNvPr id="19726" name="Google Shape;19726;p89"/>
            <p:cNvSpPr/>
            <p:nvPr/>
          </p:nvSpPr>
          <p:spPr>
            <a:xfrm>
              <a:off x="5624345" y="3007880"/>
              <a:ext cx="202384" cy="202384"/>
            </a:xfrm>
            <a:custGeom>
              <a:rect b="b" l="l" r="r" t="t"/>
              <a:pathLst>
                <a:path extrusionOk="0" h="6788" w="6788">
                  <a:moveTo>
                    <a:pt x="3406" y="0"/>
                  </a:moveTo>
                  <a:cubicBezTo>
                    <a:pt x="1524" y="0"/>
                    <a:pt x="0" y="1524"/>
                    <a:pt x="0" y="3382"/>
                  </a:cubicBezTo>
                  <a:cubicBezTo>
                    <a:pt x="0" y="5263"/>
                    <a:pt x="1524" y="6787"/>
                    <a:pt x="3406" y="6787"/>
                  </a:cubicBezTo>
                  <a:cubicBezTo>
                    <a:pt x="5263" y="6787"/>
                    <a:pt x="6787" y="5263"/>
                    <a:pt x="6787" y="3382"/>
                  </a:cubicBezTo>
                  <a:cubicBezTo>
                    <a:pt x="6787" y="1524"/>
                    <a:pt x="5263" y="0"/>
                    <a:pt x="3406"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89"/>
            <p:cNvSpPr/>
            <p:nvPr/>
          </p:nvSpPr>
          <p:spPr>
            <a:xfrm>
              <a:off x="5669784" y="3016378"/>
              <a:ext cx="156946" cy="193887"/>
            </a:xfrm>
            <a:custGeom>
              <a:rect b="b" l="l" r="r" t="t"/>
              <a:pathLst>
                <a:path extrusionOk="0" h="6503" w="5264">
                  <a:moveTo>
                    <a:pt x="3311" y="1"/>
                  </a:moveTo>
                  <a:lnTo>
                    <a:pt x="3311" y="1"/>
                  </a:lnTo>
                  <a:cubicBezTo>
                    <a:pt x="4239" y="596"/>
                    <a:pt x="4835" y="1644"/>
                    <a:pt x="4835" y="2835"/>
                  </a:cubicBezTo>
                  <a:cubicBezTo>
                    <a:pt x="4835" y="4716"/>
                    <a:pt x="3311" y="6240"/>
                    <a:pt x="1429" y="6240"/>
                  </a:cubicBezTo>
                  <a:cubicBezTo>
                    <a:pt x="929" y="6240"/>
                    <a:pt x="453" y="6145"/>
                    <a:pt x="0" y="5931"/>
                  </a:cubicBezTo>
                  <a:lnTo>
                    <a:pt x="0" y="5931"/>
                  </a:lnTo>
                  <a:cubicBezTo>
                    <a:pt x="548" y="6288"/>
                    <a:pt x="1191" y="6502"/>
                    <a:pt x="1882" y="6502"/>
                  </a:cubicBezTo>
                  <a:cubicBezTo>
                    <a:pt x="3763" y="6502"/>
                    <a:pt x="5263" y="4978"/>
                    <a:pt x="5263" y="3097"/>
                  </a:cubicBezTo>
                  <a:cubicBezTo>
                    <a:pt x="5263" y="1739"/>
                    <a:pt x="4477" y="572"/>
                    <a:pt x="3311"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89"/>
            <p:cNvSpPr/>
            <p:nvPr/>
          </p:nvSpPr>
          <p:spPr>
            <a:xfrm>
              <a:off x="5553325" y="3132837"/>
              <a:ext cx="202384" cy="202384"/>
            </a:xfrm>
            <a:custGeom>
              <a:rect b="b" l="l" r="r" t="t"/>
              <a:pathLst>
                <a:path extrusionOk="0" h="6788" w="6788">
                  <a:moveTo>
                    <a:pt x="3406" y="0"/>
                  </a:moveTo>
                  <a:cubicBezTo>
                    <a:pt x="1525" y="0"/>
                    <a:pt x="1" y="1525"/>
                    <a:pt x="1" y="3406"/>
                  </a:cubicBezTo>
                  <a:cubicBezTo>
                    <a:pt x="1" y="5263"/>
                    <a:pt x="1525" y="6788"/>
                    <a:pt x="3406" y="6788"/>
                  </a:cubicBezTo>
                  <a:cubicBezTo>
                    <a:pt x="5264" y="6788"/>
                    <a:pt x="6788" y="5263"/>
                    <a:pt x="6788" y="3406"/>
                  </a:cubicBezTo>
                  <a:cubicBezTo>
                    <a:pt x="6788" y="1525"/>
                    <a:pt x="5264" y="0"/>
                    <a:pt x="3406"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89"/>
            <p:cNvSpPr/>
            <p:nvPr/>
          </p:nvSpPr>
          <p:spPr>
            <a:xfrm>
              <a:off x="5598764" y="3142079"/>
              <a:ext cx="156946" cy="193142"/>
            </a:xfrm>
            <a:custGeom>
              <a:rect b="b" l="l" r="r" t="t"/>
              <a:pathLst>
                <a:path extrusionOk="0" h="6478" w="5264">
                  <a:moveTo>
                    <a:pt x="3311" y="0"/>
                  </a:moveTo>
                  <a:cubicBezTo>
                    <a:pt x="4240" y="595"/>
                    <a:pt x="4835" y="1619"/>
                    <a:pt x="4835" y="2810"/>
                  </a:cubicBezTo>
                  <a:cubicBezTo>
                    <a:pt x="4835" y="4691"/>
                    <a:pt x="3311" y="6216"/>
                    <a:pt x="1430" y="6216"/>
                  </a:cubicBezTo>
                  <a:cubicBezTo>
                    <a:pt x="930" y="6216"/>
                    <a:pt x="453" y="6120"/>
                    <a:pt x="1" y="5906"/>
                  </a:cubicBezTo>
                  <a:lnTo>
                    <a:pt x="1" y="5906"/>
                  </a:lnTo>
                  <a:cubicBezTo>
                    <a:pt x="549" y="6263"/>
                    <a:pt x="1192" y="6478"/>
                    <a:pt x="1882" y="6478"/>
                  </a:cubicBezTo>
                  <a:cubicBezTo>
                    <a:pt x="3764" y="6478"/>
                    <a:pt x="5264" y="4953"/>
                    <a:pt x="5264" y="3096"/>
                  </a:cubicBezTo>
                  <a:cubicBezTo>
                    <a:pt x="5264" y="1715"/>
                    <a:pt x="4478" y="524"/>
                    <a:pt x="331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89"/>
            <p:cNvSpPr/>
            <p:nvPr/>
          </p:nvSpPr>
          <p:spPr>
            <a:xfrm>
              <a:off x="5694620" y="3132837"/>
              <a:ext cx="202384" cy="202384"/>
            </a:xfrm>
            <a:custGeom>
              <a:rect b="b" l="l" r="r" t="t"/>
              <a:pathLst>
                <a:path extrusionOk="0" h="6788" w="6788">
                  <a:moveTo>
                    <a:pt x="3382" y="0"/>
                  </a:moveTo>
                  <a:cubicBezTo>
                    <a:pt x="1525" y="0"/>
                    <a:pt x="1" y="1525"/>
                    <a:pt x="1" y="3406"/>
                  </a:cubicBezTo>
                  <a:cubicBezTo>
                    <a:pt x="1" y="5263"/>
                    <a:pt x="1525" y="6788"/>
                    <a:pt x="3382" y="6788"/>
                  </a:cubicBezTo>
                  <a:cubicBezTo>
                    <a:pt x="5264" y="6788"/>
                    <a:pt x="6788" y="5263"/>
                    <a:pt x="6788" y="3406"/>
                  </a:cubicBezTo>
                  <a:cubicBezTo>
                    <a:pt x="6788" y="1525"/>
                    <a:pt x="5264" y="0"/>
                    <a:pt x="3382"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89"/>
            <p:cNvSpPr/>
            <p:nvPr/>
          </p:nvSpPr>
          <p:spPr>
            <a:xfrm>
              <a:off x="5740059" y="3142079"/>
              <a:ext cx="156946" cy="193142"/>
            </a:xfrm>
            <a:custGeom>
              <a:rect b="b" l="l" r="r" t="t"/>
              <a:pathLst>
                <a:path extrusionOk="0" h="6478" w="5264">
                  <a:moveTo>
                    <a:pt x="3311" y="0"/>
                  </a:moveTo>
                  <a:lnTo>
                    <a:pt x="3311" y="0"/>
                  </a:lnTo>
                  <a:cubicBezTo>
                    <a:pt x="4216" y="595"/>
                    <a:pt x="4811" y="1619"/>
                    <a:pt x="4811" y="2810"/>
                  </a:cubicBezTo>
                  <a:cubicBezTo>
                    <a:pt x="4811" y="4691"/>
                    <a:pt x="3287" y="6216"/>
                    <a:pt x="1430" y="6216"/>
                  </a:cubicBezTo>
                  <a:cubicBezTo>
                    <a:pt x="906" y="6216"/>
                    <a:pt x="453" y="6120"/>
                    <a:pt x="1" y="5906"/>
                  </a:cubicBezTo>
                  <a:lnTo>
                    <a:pt x="1" y="5906"/>
                  </a:lnTo>
                  <a:cubicBezTo>
                    <a:pt x="525" y="6263"/>
                    <a:pt x="1192" y="6478"/>
                    <a:pt x="1858" y="6478"/>
                  </a:cubicBezTo>
                  <a:cubicBezTo>
                    <a:pt x="3740" y="6478"/>
                    <a:pt x="5264" y="4953"/>
                    <a:pt x="5264" y="3096"/>
                  </a:cubicBezTo>
                  <a:cubicBezTo>
                    <a:pt x="5264" y="1715"/>
                    <a:pt x="4454" y="524"/>
                    <a:pt x="3311"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89"/>
            <p:cNvSpPr/>
            <p:nvPr/>
          </p:nvSpPr>
          <p:spPr>
            <a:xfrm>
              <a:off x="5698884" y="3132837"/>
              <a:ext cx="124299" cy="77430"/>
            </a:xfrm>
            <a:custGeom>
              <a:rect b="b" l="l" r="r" t="t"/>
              <a:pathLst>
                <a:path extrusionOk="0" h="2597" w="4169">
                  <a:moveTo>
                    <a:pt x="3287" y="0"/>
                  </a:moveTo>
                  <a:cubicBezTo>
                    <a:pt x="1739" y="0"/>
                    <a:pt x="406" y="1048"/>
                    <a:pt x="1" y="2477"/>
                  </a:cubicBezTo>
                  <a:cubicBezTo>
                    <a:pt x="286" y="2549"/>
                    <a:pt x="572" y="2596"/>
                    <a:pt x="906" y="2596"/>
                  </a:cubicBezTo>
                  <a:cubicBezTo>
                    <a:pt x="2454" y="2596"/>
                    <a:pt x="3787" y="1548"/>
                    <a:pt x="4168" y="120"/>
                  </a:cubicBezTo>
                  <a:cubicBezTo>
                    <a:pt x="3882" y="24"/>
                    <a:pt x="3573" y="0"/>
                    <a:pt x="3287"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89"/>
            <p:cNvSpPr/>
            <p:nvPr/>
          </p:nvSpPr>
          <p:spPr>
            <a:xfrm>
              <a:off x="5693904" y="3161251"/>
              <a:ext cx="61806" cy="145557"/>
            </a:xfrm>
            <a:custGeom>
              <a:rect b="b" l="l" r="r" t="t"/>
              <a:pathLst>
                <a:path extrusionOk="0" h="4882" w="2073">
                  <a:moveTo>
                    <a:pt x="1049" y="0"/>
                  </a:moveTo>
                  <a:cubicBezTo>
                    <a:pt x="382" y="619"/>
                    <a:pt x="1" y="1500"/>
                    <a:pt x="1" y="2453"/>
                  </a:cubicBezTo>
                  <a:cubicBezTo>
                    <a:pt x="1" y="3406"/>
                    <a:pt x="406" y="4263"/>
                    <a:pt x="1049" y="4882"/>
                  </a:cubicBezTo>
                  <a:cubicBezTo>
                    <a:pt x="1692" y="4263"/>
                    <a:pt x="2073" y="3406"/>
                    <a:pt x="2073" y="2453"/>
                  </a:cubicBezTo>
                  <a:cubicBezTo>
                    <a:pt x="2073" y="1500"/>
                    <a:pt x="1692" y="619"/>
                    <a:pt x="1049"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89"/>
            <p:cNvSpPr/>
            <p:nvPr/>
          </p:nvSpPr>
          <p:spPr>
            <a:xfrm>
              <a:off x="5627178" y="3132837"/>
              <a:ext cx="124984" cy="77430"/>
            </a:xfrm>
            <a:custGeom>
              <a:rect b="b" l="l" r="r" t="t"/>
              <a:pathLst>
                <a:path extrusionOk="0" h="2597" w="4192">
                  <a:moveTo>
                    <a:pt x="929" y="0"/>
                  </a:moveTo>
                  <a:cubicBezTo>
                    <a:pt x="596" y="0"/>
                    <a:pt x="310" y="24"/>
                    <a:pt x="0" y="120"/>
                  </a:cubicBezTo>
                  <a:cubicBezTo>
                    <a:pt x="429" y="1548"/>
                    <a:pt x="1739" y="2596"/>
                    <a:pt x="3287" y="2596"/>
                  </a:cubicBezTo>
                  <a:cubicBezTo>
                    <a:pt x="3596" y="2596"/>
                    <a:pt x="3906" y="2549"/>
                    <a:pt x="4192" y="2477"/>
                  </a:cubicBezTo>
                  <a:cubicBezTo>
                    <a:pt x="3811" y="1048"/>
                    <a:pt x="2501" y="0"/>
                    <a:pt x="929"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89"/>
            <p:cNvSpPr/>
            <p:nvPr/>
          </p:nvSpPr>
          <p:spPr>
            <a:xfrm>
              <a:off x="5698168" y="3161251"/>
              <a:ext cx="53995" cy="49284"/>
            </a:xfrm>
            <a:custGeom>
              <a:rect b="b" l="l" r="r" t="t"/>
              <a:pathLst>
                <a:path extrusionOk="0" h="1653" w="1811">
                  <a:moveTo>
                    <a:pt x="882" y="0"/>
                  </a:moveTo>
                  <a:lnTo>
                    <a:pt x="858" y="24"/>
                  </a:lnTo>
                  <a:cubicBezTo>
                    <a:pt x="811" y="119"/>
                    <a:pt x="739" y="167"/>
                    <a:pt x="691" y="238"/>
                  </a:cubicBezTo>
                  <a:cubicBezTo>
                    <a:pt x="596" y="333"/>
                    <a:pt x="501" y="476"/>
                    <a:pt x="430" y="595"/>
                  </a:cubicBezTo>
                  <a:cubicBezTo>
                    <a:pt x="263" y="857"/>
                    <a:pt x="120" y="1167"/>
                    <a:pt x="25" y="1453"/>
                  </a:cubicBezTo>
                  <a:cubicBezTo>
                    <a:pt x="1" y="1500"/>
                    <a:pt x="1" y="1500"/>
                    <a:pt x="1" y="1524"/>
                  </a:cubicBezTo>
                  <a:cubicBezTo>
                    <a:pt x="72" y="1524"/>
                    <a:pt x="96" y="1548"/>
                    <a:pt x="120" y="1548"/>
                  </a:cubicBezTo>
                  <a:cubicBezTo>
                    <a:pt x="215" y="1572"/>
                    <a:pt x="334" y="1572"/>
                    <a:pt x="453" y="1619"/>
                  </a:cubicBezTo>
                  <a:cubicBezTo>
                    <a:pt x="549" y="1643"/>
                    <a:pt x="596" y="1643"/>
                    <a:pt x="691" y="1643"/>
                  </a:cubicBezTo>
                  <a:cubicBezTo>
                    <a:pt x="763" y="1649"/>
                    <a:pt x="837" y="1652"/>
                    <a:pt x="914" y="1652"/>
                  </a:cubicBezTo>
                  <a:cubicBezTo>
                    <a:pt x="1142" y="1652"/>
                    <a:pt x="1388" y="1625"/>
                    <a:pt x="1620" y="1572"/>
                  </a:cubicBezTo>
                  <a:cubicBezTo>
                    <a:pt x="1668" y="1572"/>
                    <a:pt x="1692" y="1548"/>
                    <a:pt x="1763" y="1548"/>
                  </a:cubicBezTo>
                  <a:cubicBezTo>
                    <a:pt x="1787" y="1524"/>
                    <a:pt x="1787" y="1524"/>
                    <a:pt x="1811" y="1524"/>
                  </a:cubicBezTo>
                  <a:lnTo>
                    <a:pt x="1811" y="1429"/>
                  </a:lnTo>
                  <a:cubicBezTo>
                    <a:pt x="1763" y="1215"/>
                    <a:pt x="1668" y="1000"/>
                    <a:pt x="1549" y="810"/>
                  </a:cubicBezTo>
                  <a:cubicBezTo>
                    <a:pt x="1430" y="619"/>
                    <a:pt x="1311" y="476"/>
                    <a:pt x="1192" y="286"/>
                  </a:cubicBezTo>
                  <a:cubicBezTo>
                    <a:pt x="1120" y="262"/>
                    <a:pt x="1096" y="214"/>
                    <a:pt x="1073" y="167"/>
                  </a:cubicBezTo>
                  <a:lnTo>
                    <a:pt x="930" y="24"/>
                  </a:lnTo>
                  <a:lnTo>
                    <a:pt x="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89"/>
            <p:cNvSpPr/>
            <p:nvPr/>
          </p:nvSpPr>
          <p:spPr>
            <a:xfrm>
              <a:off x="5704578" y="3053319"/>
              <a:ext cx="43321" cy="50447"/>
            </a:xfrm>
            <a:custGeom>
              <a:rect b="b" l="l" r="r" t="t"/>
              <a:pathLst>
                <a:path extrusionOk="0" h="1692" w="1453">
                  <a:moveTo>
                    <a:pt x="715" y="596"/>
                  </a:moveTo>
                  <a:lnTo>
                    <a:pt x="858" y="1000"/>
                  </a:lnTo>
                  <a:lnTo>
                    <a:pt x="572" y="1000"/>
                  </a:lnTo>
                  <a:lnTo>
                    <a:pt x="715" y="596"/>
                  </a:lnTo>
                  <a:close/>
                  <a:moveTo>
                    <a:pt x="715" y="0"/>
                  </a:moveTo>
                  <a:cubicBezTo>
                    <a:pt x="619" y="0"/>
                    <a:pt x="572" y="48"/>
                    <a:pt x="524" y="119"/>
                  </a:cubicBezTo>
                  <a:lnTo>
                    <a:pt x="24" y="1453"/>
                  </a:lnTo>
                  <a:cubicBezTo>
                    <a:pt x="0" y="1548"/>
                    <a:pt x="24" y="1620"/>
                    <a:pt x="119" y="1667"/>
                  </a:cubicBezTo>
                  <a:cubicBezTo>
                    <a:pt x="145" y="1680"/>
                    <a:pt x="172" y="1686"/>
                    <a:pt x="199" y="1686"/>
                  </a:cubicBezTo>
                  <a:cubicBezTo>
                    <a:pt x="272" y="1686"/>
                    <a:pt x="340" y="1642"/>
                    <a:pt x="357" y="1572"/>
                  </a:cubicBezTo>
                  <a:lnTo>
                    <a:pt x="453" y="1358"/>
                  </a:lnTo>
                  <a:lnTo>
                    <a:pt x="1000" y="1358"/>
                  </a:lnTo>
                  <a:lnTo>
                    <a:pt x="1096" y="1572"/>
                  </a:lnTo>
                  <a:cubicBezTo>
                    <a:pt x="1119" y="1620"/>
                    <a:pt x="1191" y="1691"/>
                    <a:pt x="1239" y="1691"/>
                  </a:cubicBezTo>
                  <a:lnTo>
                    <a:pt x="1310" y="1691"/>
                  </a:lnTo>
                  <a:cubicBezTo>
                    <a:pt x="1405" y="1667"/>
                    <a:pt x="1453" y="1572"/>
                    <a:pt x="1405" y="1477"/>
                  </a:cubicBezTo>
                  <a:lnTo>
                    <a:pt x="881" y="119"/>
                  </a:lnTo>
                  <a:cubicBezTo>
                    <a:pt x="858" y="24"/>
                    <a:pt x="762"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89"/>
            <p:cNvSpPr/>
            <p:nvPr/>
          </p:nvSpPr>
          <p:spPr>
            <a:xfrm>
              <a:off x="5612270" y="3211639"/>
              <a:ext cx="35539" cy="51878"/>
            </a:xfrm>
            <a:custGeom>
              <a:rect b="b" l="l" r="r" t="t"/>
              <a:pathLst>
                <a:path extrusionOk="0" h="1740" w="1192">
                  <a:moveTo>
                    <a:pt x="572" y="358"/>
                  </a:moveTo>
                  <a:cubicBezTo>
                    <a:pt x="619" y="358"/>
                    <a:pt x="691" y="406"/>
                    <a:pt x="715" y="477"/>
                  </a:cubicBezTo>
                  <a:cubicBezTo>
                    <a:pt x="739" y="572"/>
                    <a:pt x="643" y="668"/>
                    <a:pt x="572" y="668"/>
                  </a:cubicBezTo>
                  <a:lnTo>
                    <a:pt x="334" y="668"/>
                  </a:lnTo>
                  <a:lnTo>
                    <a:pt x="334" y="358"/>
                  </a:lnTo>
                  <a:close/>
                  <a:moveTo>
                    <a:pt x="643" y="1001"/>
                  </a:moveTo>
                  <a:cubicBezTo>
                    <a:pt x="762" y="1001"/>
                    <a:pt x="834" y="1073"/>
                    <a:pt x="834" y="1168"/>
                  </a:cubicBezTo>
                  <a:cubicBezTo>
                    <a:pt x="834" y="1263"/>
                    <a:pt x="739" y="1382"/>
                    <a:pt x="643" y="1382"/>
                  </a:cubicBezTo>
                  <a:lnTo>
                    <a:pt x="358" y="1382"/>
                  </a:lnTo>
                  <a:lnTo>
                    <a:pt x="358" y="1001"/>
                  </a:lnTo>
                  <a:close/>
                  <a:moveTo>
                    <a:pt x="167" y="1"/>
                  </a:moveTo>
                  <a:cubicBezTo>
                    <a:pt x="96" y="1"/>
                    <a:pt x="0" y="96"/>
                    <a:pt x="0" y="191"/>
                  </a:cubicBezTo>
                  <a:lnTo>
                    <a:pt x="0" y="1549"/>
                  </a:lnTo>
                  <a:lnTo>
                    <a:pt x="0" y="1620"/>
                  </a:lnTo>
                  <a:cubicBezTo>
                    <a:pt x="24" y="1716"/>
                    <a:pt x="96" y="1739"/>
                    <a:pt x="167" y="1739"/>
                  </a:cubicBezTo>
                  <a:lnTo>
                    <a:pt x="643" y="1739"/>
                  </a:lnTo>
                  <a:cubicBezTo>
                    <a:pt x="953" y="1739"/>
                    <a:pt x="1191" y="1501"/>
                    <a:pt x="1191" y="1192"/>
                  </a:cubicBezTo>
                  <a:cubicBezTo>
                    <a:pt x="1191" y="1025"/>
                    <a:pt x="1096" y="882"/>
                    <a:pt x="977" y="787"/>
                  </a:cubicBezTo>
                  <a:cubicBezTo>
                    <a:pt x="1048" y="691"/>
                    <a:pt x="1072" y="572"/>
                    <a:pt x="1048" y="430"/>
                  </a:cubicBezTo>
                  <a:cubicBezTo>
                    <a:pt x="1001" y="191"/>
                    <a:pt x="810" y="1"/>
                    <a:pt x="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89"/>
            <p:cNvSpPr/>
            <p:nvPr/>
          </p:nvSpPr>
          <p:spPr>
            <a:xfrm>
              <a:off x="5794024" y="3211639"/>
              <a:ext cx="45468" cy="51878"/>
            </a:xfrm>
            <a:custGeom>
              <a:rect b="b" l="l" r="r" t="t"/>
              <a:pathLst>
                <a:path extrusionOk="0" h="1740" w="1525">
                  <a:moveTo>
                    <a:pt x="858" y="1"/>
                  </a:moveTo>
                  <a:cubicBezTo>
                    <a:pt x="382" y="1"/>
                    <a:pt x="1" y="382"/>
                    <a:pt x="1" y="858"/>
                  </a:cubicBezTo>
                  <a:cubicBezTo>
                    <a:pt x="1" y="1334"/>
                    <a:pt x="382" y="1739"/>
                    <a:pt x="858" y="1739"/>
                  </a:cubicBezTo>
                  <a:cubicBezTo>
                    <a:pt x="1049" y="1739"/>
                    <a:pt x="1215" y="1668"/>
                    <a:pt x="1334" y="1549"/>
                  </a:cubicBezTo>
                  <a:cubicBezTo>
                    <a:pt x="1382" y="1525"/>
                    <a:pt x="1406" y="1501"/>
                    <a:pt x="1406" y="1454"/>
                  </a:cubicBezTo>
                  <a:cubicBezTo>
                    <a:pt x="1525" y="1382"/>
                    <a:pt x="1525" y="1287"/>
                    <a:pt x="1430" y="1239"/>
                  </a:cubicBezTo>
                  <a:cubicBezTo>
                    <a:pt x="1408" y="1206"/>
                    <a:pt x="1370" y="1188"/>
                    <a:pt x="1329" y="1188"/>
                  </a:cubicBezTo>
                  <a:cubicBezTo>
                    <a:pt x="1282" y="1188"/>
                    <a:pt x="1230" y="1212"/>
                    <a:pt x="1192" y="1263"/>
                  </a:cubicBezTo>
                  <a:lnTo>
                    <a:pt x="1168" y="1287"/>
                  </a:lnTo>
                  <a:cubicBezTo>
                    <a:pt x="1096" y="1358"/>
                    <a:pt x="1025" y="1382"/>
                    <a:pt x="906" y="1382"/>
                  </a:cubicBezTo>
                  <a:cubicBezTo>
                    <a:pt x="620" y="1382"/>
                    <a:pt x="382" y="1144"/>
                    <a:pt x="382" y="882"/>
                  </a:cubicBezTo>
                  <a:cubicBezTo>
                    <a:pt x="382" y="596"/>
                    <a:pt x="620" y="358"/>
                    <a:pt x="906" y="358"/>
                  </a:cubicBezTo>
                  <a:cubicBezTo>
                    <a:pt x="977" y="358"/>
                    <a:pt x="1096" y="406"/>
                    <a:pt x="1168" y="453"/>
                  </a:cubicBezTo>
                  <a:cubicBezTo>
                    <a:pt x="1199" y="469"/>
                    <a:pt x="1229" y="477"/>
                    <a:pt x="1256" y="477"/>
                  </a:cubicBezTo>
                  <a:cubicBezTo>
                    <a:pt x="1311" y="477"/>
                    <a:pt x="1358" y="445"/>
                    <a:pt x="1406" y="382"/>
                  </a:cubicBezTo>
                  <a:cubicBezTo>
                    <a:pt x="1454" y="310"/>
                    <a:pt x="1430" y="215"/>
                    <a:pt x="1334" y="144"/>
                  </a:cubicBezTo>
                  <a:cubicBezTo>
                    <a:pt x="1192" y="72"/>
                    <a:pt x="1049" y="1"/>
                    <a:pt x="8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89"/>
            <p:cNvSpPr/>
            <p:nvPr/>
          </p:nvSpPr>
          <p:spPr>
            <a:xfrm>
              <a:off x="5549061" y="3002186"/>
              <a:ext cx="354351" cy="336582"/>
            </a:xfrm>
            <a:custGeom>
              <a:rect b="b" l="l" r="r" t="t"/>
              <a:pathLst>
                <a:path extrusionOk="0" h="11289" w="11885">
                  <a:moveTo>
                    <a:pt x="3549" y="4525"/>
                  </a:moveTo>
                  <a:cubicBezTo>
                    <a:pt x="4359" y="4525"/>
                    <a:pt x="5097" y="4835"/>
                    <a:pt x="5669" y="5335"/>
                  </a:cubicBezTo>
                  <a:cubicBezTo>
                    <a:pt x="5288" y="5716"/>
                    <a:pt x="5026" y="6169"/>
                    <a:pt x="4883" y="6645"/>
                  </a:cubicBezTo>
                  <a:cubicBezTo>
                    <a:pt x="3930" y="6311"/>
                    <a:pt x="3192" y="5573"/>
                    <a:pt x="2859" y="4621"/>
                  </a:cubicBezTo>
                  <a:cubicBezTo>
                    <a:pt x="3073" y="4549"/>
                    <a:pt x="3311" y="4525"/>
                    <a:pt x="3549" y="4525"/>
                  </a:cubicBezTo>
                  <a:close/>
                  <a:moveTo>
                    <a:pt x="8288" y="4573"/>
                  </a:moveTo>
                  <a:cubicBezTo>
                    <a:pt x="8526" y="4573"/>
                    <a:pt x="8765" y="4597"/>
                    <a:pt x="8955" y="4621"/>
                  </a:cubicBezTo>
                  <a:cubicBezTo>
                    <a:pt x="8645" y="5573"/>
                    <a:pt x="7883" y="6311"/>
                    <a:pt x="6931" y="6645"/>
                  </a:cubicBezTo>
                  <a:cubicBezTo>
                    <a:pt x="6788" y="6169"/>
                    <a:pt x="6526" y="5716"/>
                    <a:pt x="6169" y="5335"/>
                  </a:cubicBezTo>
                  <a:cubicBezTo>
                    <a:pt x="6740" y="4859"/>
                    <a:pt x="7479" y="4573"/>
                    <a:pt x="8288" y="4573"/>
                  </a:cubicBezTo>
                  <a:close/>
                  <a:moveTo>
                    <a:pt x="5931" y="5573"/>
                  </a:moveTo>
                  <a:cubicBezTo>
                    <a:pt x="6216" y="5907"/>
                    <a:pt x="6455" y="6288"/>
                    <a:pt x="6621" y="6740"/>
                  </a:cubicBezTo>
                  <a:cubicBezTo>
                    <a:pt x="6407" y="6788"/>
                    <a:pt x="6169" y="6835"/>
                    <a:pt x="5931" y="6835"/>
                  </a:cubicBezTo>
                  <a:cubicBezTo>
                    <a:pt x="5692" y="6835"/>
                    <a:pt x="5454" y="6788"/>
                    <a:pt x="5240" y="6764"/>
                  </a:cubicBezTo>
                  <a:cubicBezTo>
                    <a:pt x="5383" y="6288"/>
                    <a:pt x="5621" y="5907"/>
                    <a:pt x="5931" y="5573"/>
                  </a:cubicBezTo>
                  <a:close/>
                  <a:moveTo>
                    <a:pt x="6669" y="7073"/>
                  </a:moveTo>
                  <a:cubicBezTo>
                    <a:pt x="6693" y="7240"/>
                    <a:pt x="6717" y="7431"/>
                    <a:pt x="6717" y="7597"/>
                  </a:cubicBezTo>
                  <a:cubicBezTo>
                    <a:pt x="6764" y="8312"/>
                    <a:pt x="6550" y="9026"/>
                    <a:pt x="6169" y="9598"/>
                  </a:cubicBezTo>
                  <a:cubicBezTo>
                    <a:pt x="6121" y="9622"/>
                    <a:pt x="6121" y="9645"/>
                    <a:pt x="6097" y="9645"/>
                  </a:cubicBezTo>
                  <a:cubicBezTo>
                    <a:pt x="6143" y="9714"/>
                    <a:pt x="5949" y="9957"/>
                    <a:pt x="5932" y="9957"/>
                  </a:cubicBezTo>
                  <a:cubicBezTo>
                    <a:pt x="5931" y="9957"/>
                    <a:pt x="5931" y="9956"/>
                    <a:pt x="5931" y="9955"/>
                  </a:cubicBezTo>
                  <a:cubicBezTo>
                    <a:pt x="5454" y="9455"/>
                    <a:pt x="5121" y="8764"/>
                    <a:pt x="5073" y="8026"/>
                  </a:cubicBezTo>
                  <a:lnTo>
                    <a:pt x="5073" y="7455"/>
                  </a:lnTo>
                  <a:cubicBezTo>
                    <a:pt x="5073" y="7335"/>
                    <a:pt x="5097" y="7216"/>
                    <a:pt x="5121" y="7073"/>
                  </a:cubicBezTo>
                  <a:cubicBezTo>
                    <a:pt x="5359" y="7121"/>
                    <a:pt x="5621" y="7145"/>
                    <a:pt x="5883" y="7145"/>
                  </a:cubicBezTo>
                  <a:cubicBezTo>
                    <a:pt x="6169" y="7145"/>
                    <a:pt x="6431" y="7121"/>
                    <a:pt x="6669" y="7073"/>
                  </a:cubicBezTo>
                  <a:close/>
                  <a:moveTo>
                    <a:pt x="9288" y="4668"/>
                  </a:moveTo>
                  <a:cubicBezTo>
                    <a:pt x="10574" y="5097"/>
                    <a:pt x="11503" y="6311"/>
                    <a:pt x="11503" y="7740"/>
                  </a:cubicBezTo>
                  <a:cubicBezTo>
                    <a:pt x="11503" y="9574"/>
                    <a:pt x="10074" y="11003"/>
                    <a:pt x="8288" y="11003"/>
                  </a:cubicBezTo>
                  <a:cubicBezTo>
                    <a:pt x="7479" y="11003"/>
                    <a:pt x="6740" y="10693"/>
                    <a:pt x="6169" y="10193"/>
                  </a:cubicBezTo>
                  <a:cubicBezTo>
                    <a:pt x="6788" y="9526"/>
                    <a:pt x="7121" y="8669"/>
                    <a:pt x="7098" y="7740"/>
                  </a:cubicBezTo>
                  <a:lnTo>
                    <a:pt x="7121" y="7740"/>
                  </a:lnTo>
                  <a:cubicBezTo>
                    <a:pt x="7121" y="7478"/>
                    <a:pt x="7098" y="7216"/>
                    <a:pt x="7026" y="6931"/>
                  </a:cubicBezTo>
                  <a:cubicBezTo>
                    <a:pt x="8098" y="6573"/>
                    <a:pt x="8931" y="5740"/>
                    <a:pt x="9288" y="4668"/>
                  </a:cubicBezTo>
                  <a:close/>
                  <a:moveTo>
                    <a:pt x="5931" y="1"/>
                  </a:moveTo>
                  <a:cubicBezTo>
                    <a:pt x="3954" y="1"/>
                    <a:pt x="2358" y="1620"/>
                    <a:pt x="2358" y="3573"/>
                  </a:cubicBezTo>
                  <a:cubicBezTo>
                    <a:pt x="2358" y="3859"/>
                    <a:pt x="2382" y="4121"/>
                    <a:pt x="2454" y="4382"/>
                  </a:cubicBezTo>
                  <a:cubicBezTo>
                    <a:pt x="1025" y="4859"/>
                    <a:pt x="1" y="6192"/>
                    <a:pt x="1" y="7788"/>
                  </a:cubicBezTo>
                  <a:cubicBezTo>
                    <a:pt x="1" y="8264"/>
                    <a:pt x="96" y="8693"/>
                    <a:pt x="263" y="9122"/>
                  </a:cubicBezTo>
                  <a:cubicBezTo>
                    <a:pt x="299" y="9194"/>
                    <a:pt x="377" y="9225"/>
                    <a:pt x="444" y="9225"/>
                  </a:cubicBezTo>
                  <a:cubicBezTo>
                    <a:pt x="465" y="9225"/>
                    <a:pt x="484" y="9222"/>
                    <a:pt x="501" y="9217"/>
                  </a:cubicBezTo>
                  <a:cubicBezTo>
                    <a:pt x="596" y="9169"/>
                    <a:pt x="620" y="9050"/>
                    <a:pt x="596" y="8979"/>
                  </a:cubicBezTo>
                  <a:cubicBezTo>
                    <a:pt x="453" y="8574"/>
                    <a:pt x="358" y="8169"/>
                    <a:pt x="358" y="7740"/>
                  </a:cubicBezTo>
                  <a:cubicBezTo>
                    <a:pt x="358" y="6311"/>
                    <a:pt x="1287" y="5121"/>
                    <a:pt x="2573" y="4692"/>
                  </a:cubicBezTo>
                  <a:cubicBezTo>
                    <a:pt x="2930" y="5764"/>
                    <a:pt x="3764" y="6597"/>
                    <a:pt x="4835" y="6954"/>
                  </a:cubicBezTo>
                  <a:cubicBezTo>
                    <a:pt x="4788" y="7097"/>
                    <a:pt x="4764" y="7240"/>
                    <a:pt x="4764" y="7359"/>
                  </a:cubicBezTo>
                  <a:cubicBezTo>
                    <a:pt x="4740" y="7550"/>
                    <a:pt x="4740" y="7716"/>
                    <a:pt x="4764" y="7907"/>
                  </a:cubicBezTo>
                  <a:cubicBezTo>
                    <a:pt x="4788" y="8717"/>
                    <a:pt x="5145" y="9526"/>
                    <a:pt x="5716" y="10122"/>
                  </a:cubicBezTo>
                  <a:cubicBezTo>
                    <a:pt x="5145" y="10646"/>
                    <a:pt x="4407" y="10931"/>
                    <a:pt x="3597" y="10931"/>
                  </a:cubicBezTo>
                  <a:cubicBezTo>
                    <a:pt x="2573" y="10931"/>
                    <a:pt x="1573" y="10431"/>
                    <a:pt x="977" y="9598"/>
                  </a:cubicBezTo>
                  <a:cubicBezTo>
                    <a:pt x="952" y="9547"/>
                    <a:pt x="906" y="9523"/>
                    <a:pt x="857" y="9523"/>
                  </a:cubicBezTo>
                  <a:cubicBezTo>
                    <a:pt x="816" y="9523"/>
                    <a:pt x="772" y="9541"/>
                    <a:pt x="739" y="9574"/>
                  </a:cubicBezTo>
                  <a:cubicBezTo>
                    <a:pt x="668" y="9622"/>
                    <a:pt x="668" y="9741"/>
                    <a:pt x="715" y="9812"/>
                  </a:cubicBezTo>
                  <a:cubicBezTo>
                    <a:pt x="1406" y="10717"/>
                    <a:pt x="2478" y="11289"/>
                    <a:pt x="3597" y="11289"/>
                  </a:cubicBezTo>
                  <a:cubicBezTo>
                    <a:pt x="4502" y="11289"/>
                    <a:pt x="5335" y="10955"/>
                    <a:pt x="5954" y="10408"/>
                  </a:cubicBezTo>
                  <a:cubicBezTo>
                    <a:pt x="6574" y="10955"/>
                    <a:pt x="7407" y="11289"/>
                    <a:pt x="8312" y="11289"/>
                  </a:cubicBezTo>
                  <a:cubicBezTo>
                    <a:pt x="10265" y="11289"/>
                    <a:pt x="11884" y="9693"/>
                    <a:pt x="11884" y="7716"/>
                  </a:cubicBezTo>
                  <a:cubicBezTo>
                    <a:pt x="11860" y="6192"/>
                    <a:pt x="10813" y="4859"/>
                    <a:pt x="9408" y="4382"/>
                  </a:cubicBezTo>
                  <a:cubicBezTo>
                    <a:pt x="9479" y="4121"/>
                    <a:pt x="9503" y="3859"/>
                    <a:pt x="9503" y="3573"/>
                  </a:cubicBezTo>
                  <a:cubicBezTo>
                    <a:pt x="9503" y="2763"/>
                    <a:pt x="9241" y="2001"/>
                    <a:pt x="8717" y="1382"/>
                  </a:cubicBezTo>
                  <a:cubicBezTo>
                    <a:pt x="8691" y="1331"/>
                    <a:pt x="8645" y="1307"/>
                    <a:pt x="8597" y="1307"/>
                  </a:cubicBezTo>
                  <a:cubicBezTo>
                    <a:pt x="8555" y="1307"/>
                    <a:pt x="8512" y="1325"/>
                    <a:pt x="8479" y="1358"/>
                  </a:cubicBezTo>
                  <a:cubicBezTo>
                    <a:pt x="8407" y="1406"/>
                    <a:pt x="8407" y="1525"/>
                    <a:pt x="8455" y="1572"/>
                  </a:cubicBezTo>
                  <a:cubicBezTo>
                    <a:pt x="8907" y="2144"/>
                    <a:pt x="9146" y="2835"/>
                    <a:pt x="9146" y="3573"/>
                  </a:cubicBezTo>
                  <a:cubicBezTo>
                    <a:pt x="9146" y="3811"/>
                    <a:pt x="9122" y="4049"/>
                    <a:pt x="9050" y="4287"/>
                  </a:cubicBezTo>
                  <a:cubicBezTo>
                    <a:pt x="8812" y="4240"/>
                    <a:pt x="8550" y="4216"/>
                    <a:pt x="8288" y="4216"/>
                  </a:cubicBezTo>
                  <a:cubicBezTo>
                    <a:pt x="7383" y="4216"/>
                    <a:pt x="6550" y="4525"/>
                    <a:pt x="5931" y="5097"/>
                  </a:cubicBezTo>
                  <a:cubicBezTo>
                    <a:pt x="5311" y="4525"/>
                    <a:pt x="4478" y="4216"/>
                    <a:pt x="3573" y="4216"/>
                  </a:cubicBezTo>
                  <a:cubicBezTo>
                    <a:pt x="3311" y="4216"/>
                    <a:pt x="3049" y="4240"/>
                    <a:pt x="2811" y="4287"/>
                  </a:cubicBezTo>
                  <a:cubicBezTo>
                    <a:pt x="2739" y="4049"/>
                    <a:pt x="2716" y="3811"/>
                    <a:pt x="2716" y="3573"/>
                  </a:cubicBezTo>
                  <a:cubicBezTo>
                    <a:pt x="2716" y="1787"/>
                    <a:pt x="4168" y="358"/>
                    <a:pt x="5931" y="358"/>
                  </a:cubicBezTo>
                  <a:cubicBezTo>
                    <a:pt x="6669" y="358"/>
                    <a:pt x="7360" y="596"/>
                    <a:pt x="7931" y="1048"/>
                  </a:cubicBezTo>
                  <a:cubicBezTo>
                    <a:pt x="7964" y="1082"/>
                    <a:pt x="8002" y="1099"/>
                    <a:pt x="8041" y="1099"/>
                  </a:cubicBezTo>
                  <a:cubicBezTo>
                    <a:pt x="8086" y="1099"/>
                    <a:pt x="8131" y="1076"/>
                    <a:pt x="8169" y="1025"/>
                  </a:cubicBezTo>
                  <a:cubicBezTo>
                    <a:pt x="8217" y="929"/>
                    <a:pt x="8217" y="834"/>
                    <a:pt x="8122" y="787"/>
                  </a:cubicBezTo>
                  <a:cubicBezTo>
                    <a:pt x="7502" y="286"/>
                    <a:pt x="6740" y="1"/>
                    <a:pt x="59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0" name="Google Shape;19740;p89"/>
          <p:cNvGrpSpPr/>
          <p:nvPr/>
        </p:nvGrpSpPr>
        <p:grpSpPr>
          <a:xfrm>
            <a:off x="6296026" y="2994553"/>
            <a:ext cx="307482" cy="354172"/>
            <a:chOff x="6181713" y="2994553"/>
            <a:chExt cx="307482" cy="354172"/>
          </a:xfrm>
        </p:grpSpPr>
        <p:sp>
          <p:nvSpPr>
            <p:cNvPr id="19741" name="Google Shape;19741;p89"/>
            <p:cNvSpPr/>
            <p:nvPr/>
          </p:nvSpPr>
          <p:spPr>
            <a:xfrm>
              <a:off x="6186692" y="3000069"/>
              <a:ext cx="296093" cy="342962"/>
            </a:xfrm>
            <a:custGeom>
              <a:rect b="b" l="l" r="r" t="t"/>
              <a:pathLst>
                <a:path extrusionOk="0" h="11503" w="9931">
                  <a:moveTo>
                    <a:pt x="5001" y="0"/>
                  </a:moveTo>
                  <a:lnTo>
                    <a:pt x="0" y="2882"/>
                  </a:lnTo>
                  <a:lnTo>
                    <a:pt x="0" y="8621"/>
                  </a:lnTo>
                  <a:lnTo>
                    <a:pt x="4954" y="11503"/>
                  </a:lnTo>
                  <a:lnTo>
                    <a:pt x="9931" y="8621"/>
                  </a:lnTo>
                  <a:lnTo>
                    <a:pt x="9931" y="2882"/>
                  </a:lnTo>
                  <a:lnTo>
                    <a:pt x="5001" y="0"/>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89"/>
            <p:cNvSpPr/>
            <p:nvPr/>
          </p:nvSpPr>
          <p:spPr>
            <a:xfrm>
              <a:off x="6320176" y="3076754"/>
              <a:ext cx="163327" cy="266278"/>
            </a:xfrm>
            <a:custGeom>
              <a:rect b="b" l="l" r="r" t="t"/>
              <a:pathLst>
                <a:path extrusionOk="0" h="8931" w="5478">
                  <a:moveTo>
                    <a:pt x="5001" y="0"/>
                  </a:moveTo>
                  <a:lnTo>
                    <a:pt x="5001" y="5763"/>
                  </a:lnTo>
                  <a:lnTo>
                    <a:pt x="0" y="8645"/>
                  </a:lnTo>
                  <a:lnTo>
                    <a:pt x="477" y="8931"/>
                  </a:lnTo>
                  <a:lnTo>
                    <a:pt x="5478" y="6049"/>
                  </a:lnTo>
                  <a:lnTo>
                    <a:pt x="5478" y="310"/>
                  </a:lnTo>
                  <a:lnTo>
                    <a:pt x="5001" y="0"/>
                  </a:ln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89"/>
            <p:cNvSpPr/>
            <p:nvPr/>
          </p:nvSpPr>
          <p:spPr>
            <a:xfrm>
              <a:off x="6229984" y="3049771"/>
              <a:ext cx="210911" cy="244990"/>
            </a:xfrm>
            <a:custGeom>
              <a:rect b="b" l="l" r="r" t="t"/>
              <a:pathLst>
                <a:path extrusionOk="0" h="8217" w="7074">
                  <a:moveTo>
                    <a:pt x="3549" y="0"/>
                  </a:moveTo>
                  <a:lnTo>
                    <a:pt x="1" y="2048"/>
                  </a:lnTo>
                  <a:lnTo>
                    <a:pt x="1" y="6144"/>
                  </a:lnTo>
                  <a:lnTo>
                    <a:pt x="3549" y="8216"/>
                  </a:lnTo>
                  <a:lnTo>
                    <a:pt x="7074" y="6144"/>
                  </a:lnTo>
                  <a:lnTo>
                    <a:pt x="7074" y="2048"/>
                  </a:lnTo>
                  <a:lnTo>
                    <a:pt x="3549" y="0"/>
                  </a:ln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89"/>
            <p:cNvSpPr/>
            <p:nvPr/>
          </p:nvSpPr>
          <p:spPr>
            <a:xfrm>
              <a:off x="6318745" y="3101590"/>
              <a:ext cx="122152" cy="193171"/>
            </a:xfrm>
            <a:custGeom>
              <a:rect b="b" l="l" r="r" t="t"/>
              <a:pathLst>
                <a:path extrusionOk="0" h="6479" w="4097">
                  <a:moveTo>
                    <a:pt x="3597" y="1"/>
                  </a:moveTo>
                  <a:lnTo>
                    <a:pt x="3597" y="3978"/>
                  </a:lnTo>
                  <a:cubicBezTo>
                    <a:pt x="3597" y="4025"/>
                    <a:pt x="3573" y="4049"/>
                    <a:pt x="3549" y="4097"/>
                  </a:cubicBezTo>
                  <a:lnTo>
                    <a:pt x="1" y="6145"/>
                  </a:lnTo>
                  <a:lnTo>
                    <a:pt x="572" y="6478"/>
                  </a:lnTo>
                  <a:lnTo>
                    <a:pt x="4097" y="4406"/>
                  </a:lnTo>
                  <a:lnTo>
                    <a:pt x="4097" y="310"/>
                  </a:lnTo>
                  <a:lnTo>
                    <a:pt x="3597" y="1"/>
                  </a:lnTo>
                  <a:close/>
                </a:path>
              </a:pathLst>
            </a:custGeom>
            <a:solidFill>
              <a:srgbClr val="DB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89"/>
            <p:cNvSpPr/>
            <p:nvPr/>
          </p:nvSpPr>
          <p:spPr>
            <a:xfrm>
              <a:off x="6187408" y="3000069"/>
              <a:ext cx="148419" cy="110793"/>
            </a:xfrm>
            <a:custGeom>
              <a:rect b="b" l="l" r="r" t="t"/>
              <a:pathLst>
                <a:path extrusionOk="0" h="3716" w="4978">
                  <a:moveTo>
                    <a:pt x="4977" y="0"/>
                  </a:moveTo>
                  <a:lnTo>
                    <a:pt x="0" y="2882"/>
                  </a:lnTo>
                  <a:lnTo>
                    <a:pt x="1429" y="3715"/>
                  </a:lnTo>
                  <a:lnTo>
                    <a:pt x="4977" y="1667"/>
                  </a:lnTo>
                  <a:lnTo>
                    <a:pt x="4977"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89"/>
            <p:cNvSpPr/>
            <p:nvPr/>
          </p:nvSpPr>
          <p:spPr>
            <a:xfrm>
              <a:off x="6335799" y="3000069"/>
              <a:ext cx="147704" cy="110793"/>
            </a:xfrm>
            <a:custGeom>
              <a:rect b="b" l="l" r="r" t="t"/>
              <a:pathLst>
                <a:path extrusionOk="0" h="3716" w="4954">
                  <a:moveTo>
                    <a:pt x="0" y="0"/>
                  </a:moveTo>
                  <a:lnTo>
                    <a:pt x="0" y="1667"/>
                  </a:lnTo>
                  <a:lnTo>
                    <a:pt x="3525" y="3715"/>
                  </a:lnTo>
                  <a:lnTo>
                    <a:pt x="4954" y="2882"/>
                  </a:lnTo>
                  <a:lnTo>
                    <a:pt x="0" y="0"/>
                  </a:ln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89"/>
            <p:cNvSpPr/>
            <p:nvPr/>
          </p:nvSpPr>
          <p:spPr>
            <a:xfrm>
              <a:off x="6469282" y="3078155"/>
              <a:ext cx="14222" cy="15653"/>
            </a:xfrm>
            <a:custGeom>
              <a:rect b="b" l="l" r="r" t="t"/>
              <a:pathLst>
                <a:path extrusionOk="0" h="525" w="477">
                  <a:moveTo>
                    <a:pt x="0" y="1"/>
                  </a:moveTo>
                  <a:lnTo>
                    <a:pt x="0" y="525"/>
                  </a:lnTo>
                  <a:lnTo>
                    <a:pt x="477" y="263"/>
                  </a:lnTo>
                  <a:lnTo>
                    <a:pt x="0"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89"/>
            <p:cNvSpPr/>
            <p:nvPr/>
          </p:nvSpPr>
          <p:spPr>
            <a:xfrm>
              <a:off x="6187408" y="3232241"/>
              <a:ext cx="148419" cy="110793"/>
            </a:xfrm>
            <a:custGeom>
              <a:rect b="b" l="l" r="r" t="t"/>
              <a:pathLst>
                <a:path extrusionOk="0" h="3716" w="4978">
                  <a:moveTo>
                    <a:pt x="1429" y="0"/>
                  </a:moveTo>
                  <a:lnTo>
                    <a:pt x="0" y="834"/>
                  </a:lnTo>
                  <a:lnTo>
                    <a:pt x="4977" y="3716"/>
                  </a:lnTo>
                  <a:lnTo>
                    <a:pt x="4977" y="2049"/>
                  </a:lnTo>
                  <a:lnTo>
                    <a:pt x="1429"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89"/>
            <p:cNvSpPr/>
            <p:nvPr/>
          </p:nvSpPr>
          <p:spPr>
            <a:xfrm>
              <a:off x="6335799" y="3232241"/>
              <a:ext cx="147704" cy="110793"/>
            </a:xfrm>
            <a:custGeom>
              <a:rect b="b" l="l" r="r" t="t"/>
              <a:pathLst>
                <a:path extrusionOk="0" h="3716" w="4954">
                  <a:moveTo>
                    <a:pt x="3525" y="0"/>
                  </a:moveTo>
                  <a:lnTo>
                    <a:pt x="0" y="2049"/>
                  </a:lnTo>
                  <a:lnTo>
                    <a:pt x="0" y="3716"/>
                  </a:lnTo>
                  <a:lnTo>
                    <a:pt x="4954" y="834"/>
                  </a:lnTo>
                  <a:lnTo>
                    <a:pt x="3525"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89"/>
            <p:cNvSpPr/>
            <p:nvPr/>
          </p:nvSpPr>
          <p:spPr>
            <a:xfrm>
              <a:off x="6334368" y="3249295"/>
              <a:ext cx="149135" cy="93738"/>
            </a:xfrm>
            <a:custGeom>
              <a:rect b="b" l="l" r="r" t="t"/>
              <a:pathLst>
                <a:path extrusionOk="0" h="3144" w="5002">
                  <a:moveTo>
                    <a:pt x="4502" y="0"/>
                  </a:moveTo>
                  <a:lnTo>
                    <a:pt x="1" y="2596"/>
                  </a:lnTo>
                  <a:lnTo>
                    <a:pt x="1" y="3144"/>
                  </a:lnTo>
                  <a:lnTo>
                    <a:pt x="5002" y="262"/>
                  </a:lnTo>
                  <a:lnTo>
                    <a:pt x="4502"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89"/>
            <p:cNvSpPr/>
            <p:nvPr/>
          </p:nvSpPr>
          <p:spPr>
            <a:xfrm>
              <a:off x="6321577" y="3326666"/>
              <a:ext cx="14252" cy="16368"/>
            </a:xfrm>
            <a:custGeom>
              <a:rect b="b" l="l" r="r" t="t"/>
              <a:pathLst>
                <a:path extrusionOk="0" h="549" w="478">
                  <a:moveTo>
                    <a:pt x="477" y="1"/>
                  </a:moveTo>
                  <a:lnTo>
                    <a:pt x="1" y="263"/>
                  </a:lnTo>
                  <a:lnTo>
                    <a:pt x="477" y="549"/>
                  </a:lnTo>
                  <a:lnTo>
                    <a:pt x="477"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89"/>
            <p:cNvSpPr/>
            <p:nvPr/>
          </p:nvSpPr>
          <p:spPr>
            <a:xfrm>
              <a:off x="6290360" y="3140648"/>
              <a:ext cx="89475" cy="10674"/>
            </a:xfrm>
            <a:custGeom>
              <a:rect b="b" l="l" r="r" t="t"/>
              <a:pathLst>
                <a:path extrusionOk="0" h="358" w="3001">
                  <a:moveTo>
                    <a:pt x="214" y="0"/>
                  </a:moveTo>
                  <a:cubicBezTo>
                    <a:pt x="119" y="0"/>
                    <a:pt x="48" y="72"/>
                    <a:pt x="24" y="167"/>
                  </a:cubicBezTo>
                  <a:cubicBezTo>
                    <a:pt x="0" y="286"/>
                    <a:pt x="95" y="358"/>
                    <a:pt x="214" y="358"/>
                  </a:cubicBezTo>
                  <a:lnTo>
                    <a:pt x="2834" y="358"/>
                  </a:lnTo>
                  <a:cubicBezTo>
                    <a:pt x="2906" y="358"/>
                    <a:pt x="2977" y="310"/>
                    <a:pt x="3001" y="215"/>
                  </a:cubicBezTo>
                  <a:cubicBezTo>
                    <a:pt x="3001" y="120"/>
                    <a:pt x="2906" y="0"/>
                    <a:pt x="2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89"/>
            <p:cNvSpPr/>
            <p:nvPr/>
          </p:nvSpPr>
          <p:spPr>
            <a:xfrm>
              <a:off x="6290360" y="3166916"/>
              <a:ext cx="89475" cy="10674"/>
            </a:xfrm>
            <a:custGeom>
              <a:rect b="b" l="l" r="r" t="t"/>
              <a:pathLst>
                <a:path extrusionOk="0" h="358" w="3001">
                  <a:moveTo>
                    <a:pt x="214" y="1"/>
                  </a:moveTo>
                  <a:cubicBezTo>
                    <a:pt x="119" y="1"/>
                    <a:pt x="48" y="48"/>
                    <a:pt x="24" y="143"/>
                  </a:cubicBezTo>
                  <a:cubicBezTo>
                    <a:pt x="0" y="263"/>
                    <a:pt x="95" y="358"/>
                    <a:pt x="214" y="358"/>
                  </a:cubicBezTo>
                  <a:lnTo>
                    <a:pt x="2834" y="358"/>
                  </a:lnTo>
                  <a:cubicBezTo>
                    <a:pt x="2906" y="358"/>
                    <a:pt x="2977" y="286"/>
                    <a:pt x="3001" y="191"/>
                  </a:cubicBezTo>
                  <a:cubicBezTo>
                    <a:pt x="3001" y="72"/>
                    <a:pt x="2906" y="1"/>
                    <a:pt x="2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89"/>
            <p:cNvSpPr/>
            <p:nvPr/>
          </p:nvSpPr>
          <p:spPr>
            <a:xfrm>
              <a:off x="6308816" y="3191782"/>
              <a:ext cx="51848" cy="10674"/>
            </a:xfrm>
            <a:custGeom>
              <a:rect b="b" l="l" r="r" t="t"/>
              <a:pathLst>
                <a:path extrusionOk="0" h="358" w="1739">
                  <a:moveTo>
                    <a:pt x="215" y="0"/>
                  </a:moveTo>
                  <a:cubicBezTo>
                    <a:pt x="119" y="0"/>
                    <a:pt x="48" y="48"/>
                    <a:pt x="24" y="143"/>
                  </a:cubicBezTo>
                  <a:cubicBezTo>
                    <a:pt x="0" y="262"/>
                    <a:pt x="96" y="357"/>
                    <a:pt x="215" y="357"/>
                  </a:cubicBezTo>
                  <a:lnTo>
                    <a:pt x="1524" y="357"/>
                  </a:lnTo>
                  <a:cubicBezTo>
                    <a:pt x="1620" y="357"/>
                    <a:pt x="1667" y="286"/>
                    <a:pt x="1691" y="191"/>
                  </a:cubicBezTo>
                  <a:cubicBezTo>
                    <a:pt x="1739" y="72"/>
                    <a:pt x="1644" y="0"/>
                    <a:pt x="1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89"/>
            <p:cNvSpPr/>
            <p:nvPr/>
          </p:nvSpPr>
          <p:spPr>
            <a:xfrm>
              <a:off x="6181713" y="2994553"/>
              <a:ext cx="307482" cy="354172"/>
            </a:xfrm>
            <a:custGeom>
              <a:rect b="b" l="l" r="r" t="t"/>
              <a:pathLst>
                <a:path extrusionOk="0" h="11879" w="10313">
                  <a:moveTo>
                    <a:pt x="4954" y="471"/>
                  </a:moveTo>
                  <a:lnTo>
                    <a:pt x="4954" y="1733"/>
                  </a:lnTo>
                  <a:lnTo>
                    <a:pt x="1596" y="3662"/>
                  </a:lnTo>
                  <a:lnTo>
                    <a:pt x="477" y="3067"/>
                  </a:lnTo>
                  <a:lnTo>
                    <a:pt x="929" y="2805"/>
                  </a:lnTo>
                  <a:lnTo>
                    <a:pt x="4954" y="471"/>
                  </a:lnTo>
                  <a:close/>
                  <a:moveTo>
                    <a:pt x="9955" y="3353"/>
                  </a:moveTo>
                  <a:lnTo>
                    <a:pt x="9955" y="8520"/>
                  </a:lnTo>
                  <a:lnTo>
                    <a:pt x="8860" y="7877"/>
                  </a:lnTo>
                  <a:lnTo>
                    <a:pt x="8860" y="3995"/>
                  </a:lnTo>
                  <a:lnTo>
                    <a:pt x="9955" y="3353"/>
                  </a:lnTo>
                  <a:close/>
                  <a:moveTo>
                    <a:pt x="5311" y="471"/>
                  </a:moveTo>
                  <a:lnTo>
                    <a:pt x="9764" y="3067"/>
                  </a:lnTo>
                  <a:lnTo>
                    <a:pt x="8669" y="3686"/>
                  </a:lnTo>
                  <a:lnTo>
                    <a:pt x="6669" y="2519"/>
                  </a:lnTo>
                  <a:cubicBezTo>
                    <a:pt x="6645" y="2503"/>
                    <a:pt x="6618" y="2495"/>
                    <a:pt x="6591" y="2495"/>
                  </a:cubicBezTo>
                  <a:cubicBezTo>
                    <a:pt x="6536" y="2495"/>
                    <a:pt x="6478" y="2527"/>
                    <a:pt x="6430" y="2590"/>
                  </a:cubicBezTo>
                  <a:cubicBezTo>
                    <a:pt x="6383" y="2686"/>
                    <a:pt x="6407" y="2757"/>
                    <a:pt x="6502" y="2829"/>
                  </a:cubicBezTo>
                  <a:lnTo>
                    <a:pt x="8502" y="3995"/>
                  </a:lnTo>
                  <a:lnTo>
                    <a:pt x="8502" y="7877"/>
                  </a:lnTo>
                  <a:lnTo>
                    <a:pt x="5121" y="9830"/>
                  </a:lnTo>
                  <a:lnTo>
                    <a:pt x="1763" y="7877"/>
                  </a:lnTo>
                  <a:lnTo>
                    <a:pt x="1763" y="3995"/>
                  </a:lnTo>
                  <a:lnTo>
                    <a:pt x="5121" y="2043"/>
                  </a:lnTo>
                  <a:lnTo>
                    <a:pt x="5811" y="2424"/>
                  </a:lnTo>
                  <a:cubicBezTo>
                    <a:pt x="5849" y="2452"/>
                    <a:pt x="5886" y="2465"/>
                    <a:pt x="5921" y="2465"/>
                  </a:cubicBezTo>
                  <a:cubicBezTo>
                    <a:pt x="5974" y="2465"/>
                    <a:pt x="6021" y="2434"/>
                    <a:pt x="6049" y="2376"/>
                  </a:cubicBezTo>
                  <a:cubicBezTo>
                    <a:pt x="6121" y="2281"/>
                    <a:pt x="6073" y="2186"/>
                    <a:pt x="6002" y="2138"/>
                  </a:cubicBezTo>
                  <a:lnTo>
                    <a:pt x="5311" y="1757"/>
                  </a:lnTo>
                  <a:lnTo>
                    <a:pt x="5311" y="471"/>
                  </a:lnTo>
                  <a:close/>
                  <a:moveTo>
                    <a:pt x="1620" y="8211"/>
                  </a:moveTo>
                  <a:lnTo>
                    <a:pt x="4978" y="10140"/>
                  </a:lnTo>
                  <a:lnTo>
                    <a:pt x="4978" y="11402"/>
                  </a:lnTo>
                  <a:lnTo>
                    <a:pt x="2739" y="10116"/>
                  </a:lnTo>
                  <a:lnTo>
                    <a:pt x="524" y="8830"/>
                  </a:lnTo>
                  <a:lnTo>
                    <a:pt x="1620" y="8211"/>
                  </a:lnTo>
                  <a:close/>
                  <a:moveTo>
                    <a:pt x="8669" y="8211"/>
                  </a:moveTo>
                  <a:lnTo>
                    <a:pt x="9764" y="8830"/>
                  </a:lnTo>
                  <a:lnTo>
                    <a:pt x="7550" y="10116"/>
                  </a:lnTo>
                  <a:lnTo>
                    <a:pt x="5311" y="11402"/>
                  </a:lnTo>
                  <a:lnTo>
                    <a:pt x="5311" y="10140"/>
                  </a:lnTo>
                  <a:lnTo>
                    <a:pt x="8669" y="8211"/>
                  </a:lnTo>
                  <a:close/>
                  <a:moveTo>
                    <a:pt x="5156" y="1"/>
                  </a:moveTo>
                  <a:cubicBezTo>
                    <a:pt x="5127" y="1"/>
                    <a:pt x="5097" y="7"/>
                    <a:pt x="5073" y="18"/>
                  </a:cubicBezTo>
                  <a:lnTo>
                    <a:pt x="96" y="2924"/>
                  </a:lnTo>
                  <a:cubicBezTo>
                    <a:pt x="48" y="2948"/>
                    <a:pt x="1" y="2995"/>
                    <a:pt x="1" y="3067"/>
                  </a:cubicBezTo>
                  <a:lnTo>
                    <a:pt x="1" y="6520"/>
                  </a:lnTo>
                  <a:cubicBezTo>
                    <a:pt x="1" y="6615"/>
                    <a:pt x="72" y="6663"/>
                    <a:pt x="167" y="6687"/>
                  </a:cubicBezTo>
                  <a:cubicBezTo>
                    <a:pt x="189" y="6695"/>
                    <a:pt x="209" y="6699"/>
                    <a:pt x="227" y="6699"/>
                  </a:cubicBezTo>
                  <a:cubicBezTo>
                    <a:pt x="310" y="6699"/>
                    <a:pt x="358" y="6617"/>
                    <a:pt x="358" y="6520"/>
                  </a:cubicBezTo>
                  <a:lnTo>
                    <a:pt x="358" y="3353"/>
                  </a:lnTo>
                  <a:lnTo>
                    <a:pt x="1477" y="3995"/>
                  </a:lnTo>
                  <a:lnTo>
                    <a:pt x="1477" y="7877"/>
                  </a:lnTo>
                  <a:lnTo>
                    <a:pt x="358" y="8520"/>
                  </a:lnTo>
                  <a:lnTo>
                    <a:pt x="358" y="7329"/>
                  </a:lnTo>
                  <a:cubicBezTo>
                    <a:pt x="358" y="7234"/>
                    <a:pt x="310" y="7163"/>
                    <a:pt x="215" y="7139"/>
                  </a:cubicBezTo>
                  <a:cubicBezTo>
                    <a:pt x="202" y="7136"/>
                    <a:pt x="190" y="7135"/>
                    <a:pt x="178" y="7135"/>
                  </a:cubicBezTo>
                  <a:cubicBezTo>
                    <a:pt x="77" y="7135"/>
                    <a:pt x="1" y="7223"/>
                    <a:pt x="1" y="7329"/>
                  </a:cubicBezTo>
                  <a:lnTo>
                    <a:pt x="1" y="8806"/>
                  </a:lnTo>
                  <a:cubicBezTo>
                    <a:pt x="1" y="8877"/>
                    <a:pt x="48" y="8925"/>
                    <a:pt x="96" y="8949"/>
                  </a:cubicBezTo>
                  <a:lnTo>
                    <a:pt x="5073" y="11854"/>
                  </a:lnTo>
                  <a:cubicBezTo>
                    <a:pt x="5097" y="11878"/>
                    <a:pt x="5121" y="11878"/>
                    <a:pt x="5168" y="11878"/>
                  </a:cubicBezTo>
                  <a:cubicBezTo>
                    <a:pt x="5192" y="11878"/>
                    <a:pt x="5216" y="11878"/>
                    <a:pt x="5240" y="11854"/>
                  </a:cubicBezTo>
                  <a:lnTo>
                    <a:pt x="10217" y="8949"/>
                  </a:lnTo>
                  <a:cubicBezTo>
                    <a:pt x="10288" y="8925"/>
                    <a:pt x="10312" y="8877"/>
                    <a:pt x="10312" y="8806"/>
                  </a:cubicBezTo>
                  <a:lnTo>
                    <a:pt x="10312" y="3067"/>
                  </a:lnTo>
                  <a:cubicBezTo>
                    <a:pt x="10312" y="2995"/>
                    <a:pt x="10241" y="2948"/>
                    <a:pt x="10217" y="2924"/>
                  </a:cubicBezTo>
                  <a:lnTo>
                    <a:pt x="5240" y="18"/>
                  </a:lnTo>
                  <a:cubicBezTo>
                    <a:pt x="5216" y="7"/>
                    <a:pt x="5186" y="1"/>
                    <a:pt x="51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6" name="Google Shape;19756;p89"/>
          <p:cNvGrpSpPr/>
          <p:nvPr/>
        </p:nvGrpSpPr>
        <p:grpSpPr>
          <a:xfrm>
            <a:off x="7000129" y="2994374"/>
            <a:ext cx="353606" cy="353636"/>
            <a:chOff x="6733416" y="2994374"/>
            <a:chExt cx="353606" cy="353636"/>
          </a:xfrm>
        </p:grpSpPr>
        <p:sp>
          <p:nvSpPr>
            <p:cNvPr id="19757" name="Google Shape;19757;p89"/>
            <p:cNvSpPr/>
            <p:nvPr/>
          </p:nvSpPr>
          <p:spPr>
            <a:xfrm>
              <a:off x="6791645" y="3159820"/>
              <a:ext cx="67471" cy="159779"/>
            </a:xfrm>
            <a:custGeom>
              <a:rect b="b" l="l" r="r" t="t"/>
              <a:pathLst>
                <a:path extrusionOk="0" h="5359" w="2263">
                  <a:moveTo>
                    <a:pt x="0" y="0"/>
                  </a:moveTo>
                  <a:lnTo>
                    <a:pt x="0" y="5359"/>
                  </a:lnTo>
                  <a:lnTo>
                    <a:pt x="2263" y="5359"/>
                  </a:lnTo>
                  <a:lnTo>
                    <a:pt x="2263"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89"/>
            <p:cNvSpPr/>
            <p:nvPr/>
          </p:nvSpPr>
          <p:spPr>
            <a:xfrm>
              <a:off x="6825725" y="3159820"/>
              <a:ext cx="33393" cy="159779"/>
            </a:xfrm>
            <a:custGeom>
              <a:rect b="b" l="l" r="r" t="t"/>
              <a:pathLst>
                <a:path extrusionOk="0" h="5359" w="1120">
                  <a:moveTo>
                    <a:pt x="1120" y="0"/>
                  </a:moveTo>
                  <a:lnTo>
                    <a:pt x="0" y="643"/>
                  </a:lnTo>
                  <a:lnTo>
                    <a:pt x="0" y="5359"/>
                  </a:lnTo>
                  <a:lnTo>
                    <a:pt x="1120" y="5359"/>
                  </a:lnTo>
                  <a:lnTo>
                    <a:pt x="1120"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89"/>
            <p:cNvSpPr/>
            <p:nvPr/>
          </p:nvSpPr>
          <p:spPr>
            <a:xfrm>
              <a:off x="6844896" y="3159820"/>
              <a:ext cx="14222" cy="159779"/>
            </a:xfrm>
            <a:custGeom>
              <a:rect b="b" l="l" r="r" t="t"/>
              <a:pathLst>
                <a:path extrusionOk="0" h="5359" w="477">
                  <a:moveTo>
                    <a:pt x="477" y="0"/>
                  </a:moveTo>
                  <a:lnTo>
                    <a:pt x="0" y="262"/>
                  </a:lnTo>
                  <a:lnTo>
                    <a:pt x="0" y="5359"/>
                  </a:lnTo>
                  <a:lnTo>
                    <a:pt x="477" y="5359"/>
                  </a:lnTo>
                  <a:lnTo>
                    <a:pt x="477"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89"/>
            <p:cNvSpPr/>
            <p:nvPr/>
          </p:nvSpPr>
          <p:spPr>
            <a:xfrm>
              <a:off x="6886071" y="3048340"/>
              <a:ext cx="67471" cy="271257"/>
            </a:xfrm>
            <a:custGeom>
              <a:rect b="b" l="l" r="r" t="t"/>
              <a:pathLst>
                <a:path extrusionOk="0" h="9098" w="2263">
                  <a:moveTo>
                    <a:pt x="1" y="1"/>
                  </a:moveTo>
                  <a:lnTo>
                    <a:pt x="1" y="9098"/>
                  </a:lnTo>
                  <a:lnTo>
                    <a:pt x="2263" y="9098"/>
                  </a:lnTo>
                  <a:lnTo>
                    <a:pt x="2263"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89"/>
            <p:cNvSpPr/>
            <p:nvPr/>
          </p:nvSpPr>
          <p:spPr>
            <a:xfrm>
              <a:off x="6919434" y="3049771"/>
              <a:ext cx="34108" cy="269826"/>
            </a:xfrm>
            <a:custGeom>
              <a:rect b="b" l="l" r="r" t="t"/>
              <a:pathLst>
                <a:path extrusionOk="0" h="9050" w="1144">
                  <a:moveTo>
                    <a:pt x="1144" y="0"/>
                  </a:moveTo>
                  <a:lnTo>
                    <a:pt x="1" y="643"/>
                  </a:lnTo>
                  <a:lnTo>
                    <a:pt x="1" y="9050"/>
                  </a:lnTo>
                  <a:lnTo>
                    <a:pt x="1144" y="9050"/>
                  </a:lnTo>
                  <a:lnTo>
                    <a:pt x="114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89"/>
            <p:cNvSpPr/>
            <p:nvPr/>
          </p:nvSpPr>
          <p:spPr>
            <a:xfrm>
              <a:off x="6939321" y="3048340"/>
              <a:ext cx="14222" cy="271257"/>
            </a:xfrm>
            <a:custGeom>
              <a:rect b="b" l="l" r="r" t="t"/>
              <a:pathLst>
                <a:path extrusionOk="0" h="9098" w="477">
                  <a:moveTo>
                    <a:pt x="477" y="1"/>
                  </a:moveTo>
                  <a:lnTo>
                    <a:pt x="1" y="310"/>
                  </a:lnTo>
                  <a:lnTo>
                    <a:pt x="1" y="9098"/>
                  </a:lnTo>
                  <a:lnTo>
                    <a:pt x="477" y="9098"/>
                  </a:lnTo>
                  <a:lnTo>
                    <a:pt x="477"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89"/>
            <p:cNvSpPr/>
            <p:nvPr/>
          </p:nvSpPr>
          <p:spPr>
            <a:xfrm>
              <a:off x="6979095" y="3111548"/>
              <a:ext cx="67471" cy="208049"/>
            </a:xfrm>
            <a:custGeom>
              <a:rect b="b" l="l" r="r" t="t"/>
              <a:pathLst>
                <a:path extrusionOk="0" h="6978" w="2263">
                  <a:moveTo>
                    <a:pt x="0" y="0"/>
                  </a:moveTo>
                  <a:lnTo>
                    <a:pt x="0" y="6978"/>
                  </a:lnTo>
                  <a:lnTo>
                    <a:pt x="2263" y="6978"/>
                  </a:lnTo>
                  <a:lnTo>
                    <a:pt x="2263"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89"/>
            <p:cNvSpPr/>
            <p:nvPr/>
          </p:nvSpPr>
          <p:spPr>
            <a:xfrm>
              <a:off x="7012458" y="3112234"/>
              <a:ext cx="34108" cy="207363"/>
            </a:xfrm>
            <a:custGeom>
              <a:rect b="b" l="l" r="r" t="t"/>
              <a:pathLst>
                <a:path extrusionOk="0" h="6955" w="1144">
                  <a:moveTo>
                    <a:pt x="1144" y="1"/>
                  </a:moveTo>
                  <a:lnTo>
                    <a:pt x="0" y="668"/>
                  </a:lnTo>
                  <a:lnTo>
                    <a:pt x="0" y="6955"/>
                  </a:lnTo>
                  <a:lnTo>
                    <a:pt x="1144" y="6955"/>
                  </a:lnTo>
                  <a:lnTo>
                    <a:pt x="1144" y="1"/>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89"/>
            <p:cNvSpPr/>
            <p:nvPr/>
          </p:nvSpPr>
          <p:spPr>
            <a:xfrm>
              <a:off x="7033060" y="3111548"/>
              <a:ext cx="13506" cy="208049"/>
            </a:xfrm>
            <a:custGeom>
              <a:rect b="b" l="l" r="r" t="t"/>
              <a:pathLst>
                <a:path extrusionOk="0" h="6978" w="453">
                  <a:moveTo>
                    <a:pt x="453" y="0"/>
                  </a:moveTo>
                  <a:lnTo>
                    <a:pt x="0" y="310"/>
                  </a:lnTo>
                  <a:lnTo>
                    <a:pt x="0" y="6978"/>
                  </a:lnTo>
                  <a:lnTo>
                    <a:pt x="453" y="6978"/>
                  </a:lnTo>
                  <a:lnTo>
                    <a:pt x="453"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89"/>
            <p:cNvSpPr/>
            <p:nvPr/>
          </p:nvSpPr>
          <p:spPr>
            <a:xfrm>
              <a:off x="6791645" y="3140112"/>
              <a:ext cx="67471" cy="38909"/>
            </a:xfrm>
            <a:custGeom>
              <a:rect b="b" l="l" r="r" t="t"/>
              <a:pathLst>
                <a:path extrusionOk="0" h="1305" w="2263">
                  <a:moveTo>
                    <a:pt x="1131" y="1"/>
                  </a:moveTo>
                  <a:cubicBezTo>
                    <a:pt x="1102" y="1"/>
                    <a:pt x="1072" y="7"/>
                    <a:pt x="1048" y="18"/>
                  </a:cubicBezTo>
                  <a:lnTo>
                    <a:pt x="0" y="661"/>
                  </a:lnTo>
                  <a:lnTo>
                    <a:pt x="1143" y="1304"/>
                  </a:lnTo>
                  <a:lnTo>
                    <a:pt x="2263" y="661"/>
                  </a:lnTo>
                  <a:lnTo>
                    <a:pt x="1215" y="18"/>
                  </a:lnTo>
                  <a:cubicBezTo>
                    <a:pt x="1191" y="7"/>
                    <a:pt x="1161" y="1"/>
                    <a:pt x="1131" y="1"/>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89"/>
            <p:cNvSpPr/>
            <p:nvPr/>
          </p:nvSpPr>
          <p:spPr>
            <a:xfrm>
              <a:off x="6886071" y="3030063"/>
              <a:ext cx="67471" cy="38909"/>
            </a:xfrm>
            <a:custGeom>
              <a:rect b="b" l="l" r="r" t="t"/>
              <a:pathLst>
                <a:path extrusionOk="0" h="1305" w="2263">
                  <a:moveTo>
                    <a:pt x="1120" y="0"/>
                  </a:moveTo>
                  <a:cubicBezTo>
                    <a:pt x="1090" y="0"/>
                    <a:pt x="1060" y="6"/>
                    <a:pt x="1025" y="18"/>
                  </a:cubicBezTo>
                  <a:lnTo>
                    <a:pt x="1" y="661"/>
                  </a:lnTo>
                  <a:lnTo>
                    <a:pt x="1120" y="1304"/>
                  </a:lnTo>
                  <a:lnTo>
                    <a:pt x="2263" y="661"/>
                  </a:lnTo>
                  <a:lnTo>
                    <a:pt x="1215" y="18"/>
                  </a:lnTo>
                  <a:cubicBezTo>
                    <a:pt x="1179" y="6"/>
                    <a:pt x="1150"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89"/>
            <p:cNvSpPr/>
            <p:nvPr/>
          </p:nvSpPr>
          <p:spPr>
            <a:xfrm>
              <a:off x="6912338" y="3030063"/>
              <a:ext cx="41204" cy="38193"/>
            </a:xfrm>
            <a:custGeom>
              <a:rect b="b" l="l" r="r" t="t"/>
              <a:pathLst>
                <a:path extrusionOk="0" h="1281" w="1382">
                  <a:moveTo>
                    <a:pt x="275" y="0"/>
                  </a:moveTo>
                  <a:cubicBezTo>
                    <a:pt x="245" y="0"/>
                    <a:pt x="215" y="6"/>
                    <a:pt x="191" y="18"/>
                  </a:cubicBezTo>
                  <a:lnTo>
                    <a:pt x="1" y="113"/>
                  </a:lnTo>
                  <a:lnTo>
                    <a:pt x="787" y="566"/>
                  </a:lnTo>
                  <a:cubicBezTo>
                    <a:pt x="834" y="590"/>
                    <a:pt x="834" y="661"/>
                    <a:pt x="787" y="685"/>
                  </a:cubicBezTo>
                  <a:lnTo>
                    <a:pt x="1" y="1137"/>
                  </a:lnTo>
                  <a:lnTo>
                    <a:pt x="239" y="1280"/>
                  </a:lnTo>
                  <a:lnTo>
                    <a:pt x="1382" y="614"/>
                  </a:lnTo>
                  <a:lnTo>
                    <a:pt x="358" y="18"/>
                  </a:lnTo>
                  <a:cubicBezTo>
                    <a:pt x="334" y="6"/>
                    <a:pt x="304" y="0"/>
                    <a:pt x="275"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89"/>
            <p:cNvSpPr/>
            <p:nvPr/>
          </p:nvSpPr>
          <p:spPr>
            <a:xfrm>
              <a:off x="6818629" y="3141006"/>
              <a:ext cx="40489" cy="38014"/>
            </a:xfrm>
            <a:custGeom>
              <a:rect b="b" l="l" r="r" t="t"/>
              <a:pathLst>
                <a:path extrusionOk="0" h="1275" w="1358">
                  <a:moveTo>
                    <a:pt x="262" y="0"/>
                  </a:moveTo>
                  <a:cubicBezTo>
                    <a:pt x="232" y="0"/>
                    <a:pt x="203" y="12"/>
                    <a:pt x="167" y="36"/>
                  </a:cubicBezTo>
                  <a:lnTo>
                    <a:pt x="0" y="108"/>
                  </a:lnTo>
                  <a:lnTo>
                    <a:pt x="762" y="560"/>
                  </a:lnTo>
                  <a:cubicBezTo>
                    <a:pt x="834" y="584"/>
                    <a:pt x="834" y="655"/>
                    <a:pt x="762" y="679"/>
                  </a:cubicBezTo>
                  <a:lnTo>
                    <a:pt x="0" y="1132"/>
                  </a:lnTo>
                  <a:lnTo>
                    <a:pt x="238" y="1274"/>
                  </a:lnTo>
                  <a:lnTo>
                    <a:pt x="1358" y="631"/>
                  </a:lnTo>
                  <a:lnTo>
                    <a:pt x="357" y="36"/>
                  </a:lnTo>
                  <a:cubicBezTo>
                    <a:pt x="322" y="12"/>
                    <a:pt x="292" y="0"/>
                    <a:pt x="262" y="0"/>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89"/>
            <p:cNvSpPr/>
            <p:nvPr/>
          </p:nvSpPr>
          <p:spPr>
            <a:xfrm>
              <a:off x="6979095" y="3093242"/>
              <a:ext cx="67471" cy="38909"/>
            </a:xfrm>
            <a:custGeom>
              <a:rect b="b" l="l" r="r" t="t"/>
              <a:pathLst>
                <a:path extrusionOk="0" h="1305" w="2263">
                  <a:moveTo>
                    <a:pt x="1131" y="1"/>
                  </a:moveTo>
                  <a:cubicBezTo>
                    <a:pt x="1102" y="1"/>
                    <a:pt x="1072" y="7"/>
                    <a:pt x="1048" y="19"/>
                  </a:cubicBezTo>
                  <a:lnTo>
                    <a:pt x="0" y="638"/>
                  </a:lnTo>
                  <a:lnTo>
                    <a:pt x="1119" y="1305"/>
                  </a:lnTo>
                  <a:lnTo>
                    <a:pt x="2263" y="638"/>
                  </a:lnTo>
                  <a:lnTo>
                    <a:pt x="1215" y="19"/>
                  </a:lnTo>
                  <a:cubicBezTo>
                    <a:pt x="1191" y="7"/>
                    <a:pt x="1161" y="1"/>
                    <a:pt x="1131" y="1"/>
                  </a:cubicBez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89"/>
            <p:cNvSpPr/>
            <p:nvPr/>
          </p:nvSpPr>
          <p:spPr>
            <a:xfrm>
              <a:off x="7005362" y="3093957"/>
              <a:ext cx="41204" cy="38193"/>
            </a:xfrm>
            <a:custGeom>
              <a:rect b="b" l="l" r="r" t="t"/>
              <a:pathLst>
                <a:path extrusionOk="0" h="1281" w="1382">
                  <a:moveTo>
                    <a:pt x="274" y="1"/>
                  </a:moveTo>
                  <a:cubicBezTo>
                    <a:pt x="244" y="1"/>
                    <a:pt x="215" y="7"/>
                    <a:pt x="191" y="19"/>
                  </a:cubicBezTo>
                  <a:lnTo>
                    <a:pt x="0" y="114"/>
                  </a:lnTo>
                  <a:lnTo>
                    <a:pt x="786" y="566"/>
                  </a:lnTo>
                  <a:cubicBezTo>
                    <a:pt x="834" y="590"/>
                    <a:pt x="834" y="661"/>
                    <a:pt x="786" y="685"/>
                  </a:cubicBezTo>
                  <a:lnTo>
                    <a:pt x="0" y="1138"/>
                  </a:lnTo>
                  <a:lnTo>
                    <a:pt x="238" y="1281"/>
                  </a:lnTo>
                  <a:lnTo>
                    <a:pt x="1382" y="614"/>
                  </a:lnTo>
                  <a:lnTo>
                    <a:pt x="358" y="19"/>
                  </a:lnTo>
                  <a:cubicBezTo>
                    <a:pt x="334" y="7"/>
                    <a:pt x="304" y="1"/>
                    <a:pt x="274" y="1"/>
                  </a:cubicBezTo>
                  <a:close/>
                </a:path>
              </a:pathLst>
            </a:custGeom>
            <a:solidFill>
              <a:srgbClr val="DB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89"/>
            <p:cNvSpPr/>
            <p:nvPr/>
          </p:nvSpPr>
          <p:spPr>
            <a:xfrm>
              <a:off x="6737680" y="3319570"/>
              <a:ext cx="343678" cy="23464"/>
            </a:xfrm>
            <a:custGeom>
              <a:rect b="b" l="l" r="r" t="t"/>
              <a:pathLst>
                <a:path extrusionOk="0" h="787" w="11527">
                  <a:moveTo>
                    <a:pt x="119" y="1"/>
                  </a:moveTo>
                  <a:cubicBezTo>
                    <a:pt x="48" y="1"/>
                    <a:pt x="0" y="48"/>
                    <a:pt x="0" y="120"/>
                  </a:cubicBezTo>
                  <a:lnTo>
                    <a:pt x="0" y="667"/>
                  </a:lnTo>
                  <a:cubicBezTo>
                    <a:pt x="0" y="739"/>
                    <a:pt x="48" y="787"/>
                    <a:pt x="119" y="787"/>
                  </a:cubicBezTo>
                  <a:lnTo>
                    <a:pt x="11407" y="787"/>
                  </a:lnTo>
                  <a:cubicBezTo>
                    <a:pt x="11455" y="787"/>
                    <a:pt x="11526" y="739"/>
                    <a:pt x="11526" y="667"/>
                  </a:cubicBezTo>
                  <a:lnTo>
                    <a:pt x="11526" y="120"/>
                  </a:lnTo>
                  <a:cubicBezTo>
                    <a:pt x="11526" y="48"/>
                    <a:pt x="11455" y="1"/>
                    <a:pt x="11407"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89"/>
            <p:cNvSpPr/>
            <p:nvPr/>
          </p:nvSpPr>
          <p:spPr>
            <a:xfrm>
              <a:off x="7063591" y="3319570"/>
              <a:ext cx="17770" cy="23464"/>
            </a:xfrm>
            <a:custGeom>
              <a:rect b="b" l="l" r="r" t="t"/>
              <a:pathLst>
                <a:path extrusionOk="0" h="787" w="596">
                  <a:moveTo>
                    <a:pt x="0" y="1"/>
                  </a:moveTo>
                  <a:cubicBezTo>
                    <a:pt x="48" y="1"/>
                    <a:pt x="119" y="48"/>
                    <a:pt x="119" y="120"/>
                  </a:cubicBezTo>
                  <a:lnTo>
                    <a:pt x="119" y="667"/>
                  </a:lnTo>
                  <a:cubicBezTo>
                    <a:pt x="119" y="739"/>
                    <a:pt x="48" y="787"/>
                    <a:pt x="0" y="787"/>
                  </a:cubicBezTo>
                  <a:lnTo>
                    <a:pt x="476" y="787"/>
                  </a:lnTo>
                  <a:cubicBezTo>
                    <a:pt x="524" y="787"/>
                    <a:pt x="595" y="739"/>
                    <a:pt x="595" y="667"/>
                  </a:cubicBezTo>
                  <a:lnTo>
                    <a:pt x="595" y="120"/>
                  </a:lnTo>
                  <a:cubicBezTo>
                    <a:pt x="595" y="48"/>
                    <a:pt x="524" y="1"/>
                    <a:pt x="47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89"/>
            <p:cNvSpPr/>
            <p:nvPr/>
          </p:nvSpPr>
          <p:spPr>
            <a:xfrm>
              <a:off x="6733416" y="2994374"/>
              <a:ext cx="353606" cy="353636"/>
            </a:xfrm>
            <a:custGeom>
              <a:rect b="b" l="l" r="r" t="t"/>
              <a:pathLst>
                <a:path extrusionOk="0" h="11861" w="11860">
                  <a:moveTo>
                    <a:pt x="6240" y="1382"/>
                  </a:moveTo>
                  <a:lnTo>
                    <a:pt x="7026" y="1858"/>
                  </a:lnTo>
                  <a:lnTo>
                    <a:pt x="6240" y="2334"/>
                  </a:lnTo>
                  <a:lnTo>
                    <a:pt x="5478" y="1858"/>
                  </a:lnTo>
                  <a:lnTo>
                    <a:pt x="6240" y="1382"/>
                  </a:lnTo>
                  <a:close/>
                  <a:moveTo>
                    <a:pt x="9359" y="3478"/>
                  </a:moveTo>
                  <a:lnTo>
                    <a:pt x="10145" y="3954"/>
                  </a:lnTo>
                  <a:lnTo>
                    <a:pt x="9907" y="4121"/>
                  </a:lnTo>
                  <a:lnTo>
                    <a:pt x="9359" y="4430"/>
                  </a:lnTo>
                  <a:lnTo>
                    <a:pt x="8597" y="3954"/>
                  </a:lnTo>
                  <a:lnTo>
                    <a:pt x="9359" y="3478"/>
                  </a:lnTo>
                  <a:close/>
                  <a:moveTo>
                    <a:pt x="3072" y="5073"/>
                  </a:moveTo>
                  <a:lnTo>
                    <a:pt x="3858" y="5549"/>
                  </a:lnTo>
                  <a:lnTo>
                    <a:pt x="3644" y="5668"/>
                  </a:lnTo>
                  <a:lnTo>
                    <a:pt x="3072" y="5978"/>
                  </a:lnTo>
                  <a:lnTo>
                    <a:pt x="2310" y="5549"/>
                  </a:lnTo>
                  <a:lnTo>
                    <a:pt x="3072" y="5073"/>
                  </a:lnTo>
                  <a:close/>
                  <a:moveTo>
                    <a:pt x="5287" y="2120"/>
                  </a:moveTo>
                  <a:lnTo>
                    <a:pt x="6049" y="2573"/>
                  </a:lnTo>
                  <a:lnTo>
                    <a:pt x="6049" y="10693"/>
                  </a:lnTo>
                  <a:lnTo>
                    <a:pt x="5287" y="10693"/>
                  </a:lnTo>
                  <a:lnTo>
                    <a:pt x="5287" y="2120"/>
                  </a:lnTo>
                  <a:close/>
                  <a:moveTo>
                    <a:pt x="4049" y="5835"/>
                  </a:moveTo>
                  <a:lnTo>
                    <a:pt x="4049" y="5978"/>
                  </a:lnTo>
                  <a:lnTo>
                    <a:pt x="4049" y="10717"/>
                  </a:lnTo>
                  <a:lnTo>
                    <a:pt x="3263" y="10717"/>
                  </a:lnTo>
                  <a:lnTo>
                    <a:pt x="3263" y="6311"/>
                  </a:lnTo>
                  <a:lnTo>
                    <a:pt x="3954" y="5930"/>
                  </a:lnTo>
                  <a:lnTo>
                    <a:pt x="4049" y="5835"/>
                  </a:lnTo>
                  <a:close/>
                  <a:moveTo>
                    <a:pt x="7216" y="2144"/>
                  </a:moveTo>
                  <a:lnTo>
                    <a:pt x="7216" y="10717"/>
                  </a:lnTo>
                  <a:lnTo>
                    <a:pt x="6454" y="10717"/>
                  </a:lnTo>
                  <a:lnTo>
                    <a:pt x="6454" y="2596"/>
                  </a:lnTo>
                  <a:lnTo>
                    <a:pt x="6549" y="2525"/>
                  </a:lnTo>
                  <a:lnTo>
                    <a:pt x="7216" y="2144"/>
                  </a:lnTo>
                  <a:close/>
                  <a:moveTo>
                    <a:pt x="8407" y="4263"/>
                  </a:moveTo>
                  <a:lnTo>
                    <a:pt x="9193" y="4716"/>
                  </a:lnTo>
                  <a:lnTo>
                    <a:pt x="9193" y="10717"/>
                  </a:lnTo>
                  <a:lnTo>
                    <a:pt x="8407" y="10717"/>
                  </a:lnTo>
                  <a:lnTo>
                    <a:pt x="8407" y="4263"/>
                  </a:lnTo>
                  <a:close/>
                  <a:moveTo>
                    <a:pt x="11455" y="11051"/>
                  </a:moveTo>
                  <a:lnTo>
                    <a:pt x="11455" y="11527"/>
                  </a:lnTo>
                  <a:lnTo>
                    <a:pt x="286" y="11527"/>
                  </a:lnTo>
                  <a:lnTo>
                    <a:pt x="286" y="11051"/>
                  </a:lnTo>
                  <a:close/>
                  <a:moveTo>
                    <a:pt x="905" y="1"/>
                  </a:moveTo>
                  <a:cubicBezTo>
                    <a:pt x="786" y="1"/>
                    <a:pt x="715" y="72"/>
                    <a:pt x="715" y="191"/>
                  </a:cubicBezTo>
                  <a:lnTo>
                    <a:pt x="715" y="977"/>
                  </a:lnTo>
                  <a:lnTo>
                    <a:pt x="500" y="977"/>
                  </a:lnTo>
                  <a:cubicBezTo>
                    <a:pt x="405" y="977"/>
                    <a:pt x="310" y="1049"/>
                    <a:pt x="310" y="1144"/>
                  </a:cubicBezTo>
                  <a:cubicBezTo>
                    <a:pt x="310" y="1263"/>
                    <a:pt x="381" y="1334"/>
                    <a:pt x="500" y="1334"/>
                  </a:cubicBezTo>
                  <a:lnTo>
                    <a:pt x="715" y="1334"/>
                  </a:lnTo>
                  <a:lnTo>
                    <a:pt x="715" y="2239"/>
                  </a:lnTo>
                  <a:lnTo>
                    <a:pt x="500" y="2239"/>
                  </a:lnTo>
                  <a:cubicBezTo>
                    <a:pt x="405" y="2239"/>
                    <a:pt x="310" y="2287"/>
                    <a:pt x="310" y="2382"/>
                  </a:cubicBezTo>
                  <a:cubicBezTo>
                    <a:pt x="310" y="2501"/>
                    <a:pt x="381" y="2596"/>
                    <a:pt x="500" y="2596"/>
                  </a:cubicBezTo>
                  <a:lnTo>
                    <a:pt x="715" y="2596"/>
                  </a:lnTo>
                  <a:lnTo>
                    <a:pt x="715" y="3478"/>
                  </a:lnTo>
                  <a:lnTo>
                    <a:pt x="500" y="3478"/>
                  </a:lnTo>
                  <a:cubicBezTo>
                    <a:pt x="405" y="3478"/>
                    <a:pt x="310" y="3549"/>
                    <a:pt x="310" y="3644"/>
                  </a:cubicBezTo>
                  <a:cubicBezTo>
                    <a:pt x="310" y="3763"/>
                    <a:pt x="381" y="3835"/>
                    <a:pt x="500" y="3835"/>
                  </a:cubicBezTo>
                  <a:lnTo>
                    <a:pt x="715" y="3835"/>
                  </a:lnTo>
                  <a:lnTo>
                    <a:pt x="715" y="4740"/>
                  </a:lnTo>
                  <a:lnTo>
                    <a:pt x="500" y="4740"/>
                  </a:lnTo>
                  <a:cubicBezTo>
                    <a:pt x="405" y="4740"/>
                    <a:pt x="310" y="4787"/>
                    <a:pt x="310" y="4883"/>
                  </a:cubicBezTo>
                  <a:cubicBezTo>
                    <a:pt x="310" y="5002"/>
                    <a:pt x="381" y="5097"/>
                    <a:pt x="500" y="5097"/>
                  </a:cubicBezTo>
                  <a:lnTo>
                    <a:pt x="715" y="5097"/>
                  </a:lnTo>
                  <a:lnTo>
                    <a:pt x="715" y="5978"/>
                  </a:lnTo>
                  <a:lnTo>
                    <a:pt x="500" y="5978"/>
                  </a:lnTo>
                  <a:cubicBezTo>
                    <a:pt x="405" y="5978"/>
                    <a:pt x="310" y="6050"/>
                    <a:pt x="310" y="6145"/>
                  </a:cubicBezTo>
                  <a:cubicBezTo>
                    <a:pt x="310" y="6264"/>
                    <a:pt x="381" y="6335"/>
                    <a:pt x="500" y="6335"/>
                  </a:cubicBezTo>
                  <a:lnTo>
                    <a:pt x="715" y="6335"/>
                  </a:lnTo>
                  <a:lnTo>
                    <a:pt x="715" y="7240"/>
                  </a:lnTo>
                  <a:lnTo>
                    <a:pt x="500" y="7240"/>
                  </a:lnTo>
                  <a:cubicBezTo>
                    <a:pt x="405" y="7240"/>
                    <a:pt x="310" y="7288"/>
                    <a:pt x="310" y="7383"/>
                  </a:cubicBezTo>
                  <a:cubicBezTo>
                    <a:pt x="310" y="7502"/>
                    <a:pt x="381" y="7597"/>
                    <a:pt x="500" y="7597"/>
                  </a:cubicBezTo>
                  <a:lnTo>
                    <a:pt x="715" y="7597"/>
                  </a:lnTo>
                  <a:lnTo>
                    <a:pt x="715" y="8479"/>
                  </a:lnTo>
                  <a:lnTo>
                    <a:pt x="500" y="8479"/>
                  </a:lnTo>
                  <a:cubicBezTo>
                    <a:pt x="405" y="8479"/>
                    <a:pt x="310" y="8550"/>
                    <a:pt x="310" y="8645"/>
                  </a:cubicBezTo>
                  <a:cubicBezTo>
                    <a:pt x="310" y="8764"/>
                    <a:pt x="381" y="8836"/>
                    <a:pt x="500" y="8836"/>
                  </a:cubicBezTo>
                  <a:lnTo>
                    <a:pt x="715" y="8836"/>
                  </a:lnTo>
                  <a:lnTo>
                    <a:pt x="715" y="9741"/>
                  </a:lnTo>
                  <a:lnTo>
                    <a:pt x="524" y="9741"/>
                  </a:lnTo>
                  <a:cubicBezTo>
                    <a:pt x="429" y="9741"/>
                    <a:pt x="358" y="9788"/>
                    <a:pt x="358" y="9884"/>
                  </a:cubicBezTo>
                  <a:cubicBezTo>
                    <a:pt x="358" y="9979"/>
                    <a:pt x="405" y="10074"/>
                    <a:pt x="500" y="10074"/>
                  </a:cubicBezTo>
                  <a:lnTo>
                    <a:pt x="715" y="10074"/>
                  </a:lnTo>
                  <a:lnTo>
                    <a:pt x="715" y="10693"/>
                  </a:lnTo>
                  <a:lnTo>
                    <a:pt x="286" y="10693"/>
                  </a:lnTo>
                  <a:cubicBezTo>
                    <a:pt x="143" y="10693"/>
                    <a:pt x="0" y="10812"/>
                    <a:pt x="0" y="10979"/>
                  </a:cubicBezTo>
                  <a:lnTo>
                    <a:pt x="0" y="11551"/>
                  </a:lnTo>
                  <a:cubicBezTo>
                    <a:pt x="0" y="11694"/>
                    <a:pt x="119" y="11860"/>
                    <a:pt x="286" y="11860"/>
                  </a:cubicBezTo>
                  <a:lnTo>
                    <a:pt x="11574" y="11860"/>
                  </a:lnTo>
                  <a:cubicBezTo>
                    <a:pt x="11717" y="11860"/>
                    <a:pt x="11860" y="11741"/>
                    <a:pt x="11860" y="11551"/>
                  </a:cubicBezTo>
                  <a:lnTo>
                    <a:pt x="11860" y="10979"/>
                  </a:lnTo>
                  <a:cubicBezTo>
                    <a:pt x="11812" y="10836"/>
                    <a:pt x="11693" y="10717"/>
                    <a:pt x="11503" y="10717"/>
                  </a:cubicBezTo>
                  <a:lnTo>
                    <a:pt x="10669" y="10717"/>
                  </a:lnTo>
                  <a:lnTo>
                    <a:pt x="10669" y="6216"/>
                  </a:lnTo>
                  <a:cubicBezTo>
                    <a:pt x="10669" y="6145"/>
                    <a:pt x="10622" y="6050"/>
                    <a:pt x="10526" y="6050"/>
                  </a:cubicBezTo>
                  <a:cubicBezTo>
                    <a:pt x="10407" y="6050"/>
                    <a:pt x="10312" y="6097"/>
                    <a:pt x="10312" y="6216"/>
                  </a:cubicBezTo>
                  <a:lnTo>
                    <a:pt x="10312" y="10717"/>
                  </a:lnTo>
                  <a:lnTo>
                    <a:pt x="9550" y="10717"/>
                  </a:lnTo>
                  <a:lnTo>
                    <a:pt x="9550" y="4716"/>
                  </a:lnTo>
                  <a:lnTo>
                    <a:pt x="10312" y="4263"/>
                  </a:lnTo>
                  <a:lnTo>
                    <a:pt x="10312" y="5407"/>
                  </a:lnTo>
                  <a:cubicBezTo>
                    <a:pt x="10312" y="5502"/>
                    <a:pt x="10384" y="5597"/>
                    <a:pt x="10479" y="5597"/>
                  </a:cubicBezTo>
                  <a:cubicBezTo>
                    <a:pt x="10598" y="5597"/>
                    <a:pt x="10669" y="5526"/>
                    <a:pt x="10669" y="5407"/>
                  </a:cubicBezTo>
                  <a:lnTo>
                    <a:pt x="10669" y="3930"/>
                  </a:lnTo>
                  <a:cubicBezTo>
                    <a:pt x="10669" y="3859"/>
                    <a:pt x="10645" y="3811"/>
                    <a:pt x="10598" y="3787"/>
                  </a:cubicBezTo>
                  <a:lnTo>
                    <a:pt x="9550" y="3144"/>
                  </a:lnTo>
                  <a:cubicBezTo>
                    <a:pt x="9490" y="3120"/>
                    <a:pt x="9431" y="3108"/>
                    <a:pt x="9374" y="3108"/>
                  </a:cubicBezTo>
                  <a:cubicBezTo>
                    <a:pt x="9318" y="3108"/>
                    <a:pt x="9264" y="3120"/>
                    <a:pt x="9217" y="3144"/>
                  </a:cubicBezTo>
                  <a:lnTo>
                    <a:pt x="8169" y="3787"/>
                  </a:lnTo>
                  <a:cubicBezTo>
                    <a:pt x="8121" y="3811"/>
                    <a:pt x="8097" y="3859"/>
                    <a:pt x="8097" y="3930"/>
                  </a:cubicBezTo>
                  <a:lnTo>
                    <a:pt x="8097" y="10693"/>
                  </a:lnTo>
                  <a:lnTo>
                    <a:pt x="7526" y="10693"/>
                  </a:lnTo>
                  <a:lnTo>
                    <a:pt x="7526" y="1811"/>
                  </a:lnTo>
                  <a:lnTo>
                    <a:pt x="7526" y="1787"/>
                  </a:lnTo>
                  <a:cubicBezTo>
                    <a:pt x="7526" y="1739"/>
                    <a:pt x="7502" y="1691"/>
                    <a:pt x="7431" y="1668"/>
                  </a:cubicBezTo>
                  <a:lnTo>
                    <a:pt x="6383" y="1049"/>
                  </a:lnTo>
                  <a:cubicBezTo>
                    <a:pt x="6323" y="1013"/>
                    <a:pt x="6264" y="995"/>
                    <a:pt x="6210" y="995"/>
                  </a:cubicBezTo>
                  <a:cubicBezTo>
                    <a:pt x="6156" y="995"/>
                    <a:pt x="6109" y="1013"/>
                    <a:pt x="6073" y="1049"/>
                  </a:cubicBezTo>
                  <a:lnTo>
                    <a:pt x="5025" y="1668"/>
                  </a:lnTo>
                  <a:cubicBezTo>
                    <a:pt x="5001" y="1668"/>
                    <a:pt x="5001" y="1691"/>
                    <a:pt x="5001" y="1691"/>
                  </a:cubicBezTo>
                  <a:cubicBezTo>
                    <a:pt x="4954" y="1739"/>
                    <a:pt x="4954" y="1763"/>
                    <a:pt x="4954" y="1811"/>
                  </a:cubicBezTo>
                  <a:lnTo>
                    <a:pt x="4954" y="10693"/>
                  </a:lnTo>
                  <a:lnTo>
                    <a:pt x="4430" y="10693"/>
                  </a:lnTo>
                  <a:lnTo>
                    <a:pt x="4430" y="5502"/>
                  </a:lnTo>
                  <a:cubicBezTo>
                    <a:pt x="4430" y="5478"/>
                    <a:pt x="4406" y="5454"/>
                    <a:pt x="4358" y="5430"/>
                  </a:cubicBezTo>
                  <a:cubicBezTo>
                    <a:pt x="4335" y="5430"/>
                    <a:pt x="4335" y="5383"/>
                    <a:pt x="4311" y="5383"/>
                  </a:cubicBezTo>
                  <a:cubicBezTo>
                    <a:pt x="4287" y="5359"/>
                    <a:pt x="3287" y="4787"/>
                    <a:pt x="3287" y="4787"/>
                  </a:cubicBezTo>
                  <a:cubicBezTo>
                    <a:pt x="3227" y="4764"/>
                    <a:pt x="3168" y="4752"/>
                    <a:pt x="3114" y="4752"/>
                  </a:cubicBezTo>
                  <a:cubicBezTo>
                    <a:pt x="3061" y="4752"/>
                    <a:pt x="3013" y="4764"/>
                    <a:pt x="2977" y="4787"/>
                  </a:cubicBezTo>
                  <a:lnTo>
                    <a:pt x="1929" y="5430"/>
                  </a:lnTo>
                  <a:lnTo>
                    <a:pt x="1906" y="5454"/>
                  </a:lnTo>
                  <a:cubicBezTo>
                    <a:pt x="1858" y="5478"/>
                    <a:pt x="1834" y="5549"/>
                    <a:pt x="1858" y="5573"/>
                  </a:cubicBezTo>
                  <a:lnTo>
                    <a:pt x="1858" y="8598"/>
                  </a:lnTo>
                  <a:cubicBezTo>
                    <a:pt x="1858" y="8693"/>
                    <a:pt x="1929" y="8788"/>
                    <a:pt x="2048" y="8788"/>
                  </a:cubicBezTo>
                  <a:cubicBezTo>
                    <a:pt x="2168" y="8788"/>
                    <a:pt x="2191" y="8598"/>
                    <a:pt x="2191" y="8598"/>
                  </a:cubicBezTo>
                  <a:lnTo>
                    <a:pt x="2191" y="5835"/>
                  </a:lnTo>
                  <a:lnTo>
                    <a:pt x="2977" y="6288"/>
                  </a:lnTo>
                  <a:lnTo>
                    <a:pt x="2977" y="10693"/>
                  </a:lnTo>
                  <a:lnTo>
                    <a:pt x="2191" y="10693"/>
                  </a:lnTo>
                  <a:lnTo>
                    <a:pt x="2191" y="9384"/>
                  </a:lnTo>
                  <a:cubicBezTo>
                    <a:pt x="2191" y="9288"/>
                    <a:pt x="2144" y="9241"/>
                    <a:pt x="2072" y="9193"/>
                  </a:cubicBezTo>
                  <a:cubicBezTo>
                    <a:pt x="2060" y="9191"/>
                    <a:pt x="2047" y="9189"/>
                    <a:pt x="2035" y="9189"/>
                  </a:cubicBezTo>
                  <a:cubicBezTo>
                    <a:pt x="1930" y="9189"/>
                    <a:pt x="1834" y="9277"/>
                    <a:pt x="1834" y="9384"/>
                  </a:cubicBezTo>
                  <a:lnTo>
                    <a:pt x="1834" y="10693"/>
                  </a:lnTo>
                  <a:lnTo>
                    <a:pt x="1072" y="10693"/>
                  </a:lnTo>
                  <a:lnTo>
                    <a:pt x="1072" y="191"/>
                  </a:lnTo>
                  <a:cubicBezTo>
                    <a:pt x="1072" y="96"/>
                    <a:pt x="1001" y="1"/>
                    <a:pt x="9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5" name="Google Shape;19775;p89"/>
          <p:cNvGrpSpPr/>
          <p:nvPr/>
        </p:nvGrpSpPr>
        <p:grpSpPr>
          <a:xfrm>
            <a:off x="7743976" y="2994374"/>
            <a:ext cx="340845" cy="355037"/>
            <a:chOff x="7401063" y="2994374"/>
            <a:chExt cx="340845" cy="355037"/>
          </a:xfrm>
        </p:grpSpPr>
        <p:sp>
          <p:nvSpPr>
            <p:cNvPr id="19776" name="Google Shape;19776;p89"/>
            <p:cNvSpPr/>
            <p:nvPr/>
          </p:nvSpPr>
          <p:spPr>
            <a:xfrm>
              <a:off x="7570772" y="3174012"/>
              <a:ext cx="165473" cy="169021"/>
            </a:xfrm>
            <a:custGeom>
              <a:rect b="b" l="l" r="r" t="t"/>
              <a:pathLst>
                <a:path extrusionOk="0" h="5669" w="5550">
                  <a:moveTo>
                    <a:pt x="3668" y="1"/>
                  </a:moveTo>
                  <a:lnTo>
                    <a:pt x="1" y="1715"/>
                  </a:lnTo>
                  <a:lnTo>
                    <a:pt x="1" y="5669"/>
                  </a:lnTo>
                  <a:lnTo>
                    <a:pt x="5478" y="3025"/>
                  </a:lnTo>
                  <a:cubicBezTo>
                    <a:pt x="5502" y="3001"/>
                    <a:pt x="5549" y="2954"/>
                    <a:pt x="5502" y="2930"/>
                  </a:cubicBezTo>
                  <a:lnTo>
                    <a:pt x="3668" y="1"/>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89"/>
            <p:cNvSpPr/>
            <p:nvPr/>
          </p:nvSpPr>
          <p:spPr>
            <a:xfrm>
              <a:off x="7570772" y="3083134"/>
              <a:ext cx="109361" cy="142039"/>
            </a:xfrm>
            <a:custGeom>
              <a:rect b="b" l="l" r="r" t="t"/>
              <a:pathLst>
                <a:path extrusionOk="0" h="4764" w="3668">
                  <a:moveTo>
                    <a:pt x="1763" y="0"/>
                  </a:moveTo>
                  <a:lnTo>
                    <a:pt x="1" y="905"/>
                  </a:lnTo>
                  <a:lnTo>
                    <a:pt x="1" y="4763"/>
                  </a:lnTo>
                  <a:lnTo>
                    <a:pt x="3668" y="3049"/>
                  </a:lnTo>
                  <a:lnTo>
                    <a:pt x="1763" y="0"/>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89"/>
            <p:cNvSpPr/>
            <p:nvPr/>
          </p:nvSpPr>
          <p:spPr>
            <a:xfrm>
              <a:off x="7570772" y="3000069"/>
              <a:ext cx="52564" cy="110077"/>
            </a:xfrm>
            <a:custGeom>
              <a:rect b="b" l="l" r="r" t="t"/>
              <a:pathLst>
                <a:path extrusionOk="0" h="3692" w="1763">
                  <a:moveTo>
                    <a:pt x="1" y="0"/>
                  </a:moveTo>
                  <a:lnTo>
                    <a:pt x="1" y="3691"/>
                  </a:lnTo>
                  <a:lnTo>
                    <a:pt x="1763" y="2786"/>
                  </a:lnTo>
                  <a:lnTo>
                    <a:pt x="1" y="0"/>
                  </a:lnTo>
                  <a:close/>
                </a:path>
              </a:pathLst>
            </a:custGeom>
            <a:solidFill>
              <a:srgbClr val="CD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89"/>
            <p:cNvSpPr/>
            <p:nvPr/>
          </p:nvSpPr>
          <p:spPr>
            <a:xfrm>
              <a:off x="7665913" y="3173296"/>
              <a:ext cx="68902" cy="96601"/>
            </a:xfrm>
            <a:custGeom>
              <a:rect b="b" l="l" r="r" t="t"/>
              <a:pathLst>
                <a:path extrusionOk="0" h="3240" w="2311">
                  <a:moveTo>
                    <a:pt x="453" y="1"/>
                  </a:moveTo>
                  <a:lnTo>
                    <a:pt x="1" y="215"/>
                  </a:lnTo>
                  <a:lnTo>
                    <a:pt x="1882" y="3240"/>
                  </a:lnTo>
                  <a:lnTo>
                    <a:pt x="2263" y="3049"/>
                  </a:lnTo>
                  <a:cubicBezTo>
                    <a:pt x="2311" y="3049"/>
                    <a:pt x="2311" y="3002"/>
                    <a:pt x="2287" y="2954"/>
                  </a:cubicBezTo>
                  <a:lnTo>
                    <a:pt x="453"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89"/>
            <p:cNvSpPr/>
            <p:nvPr/>
          </p:nvSpPr>
          <p:spPr>
            <a:xfrm>
              <a:off x="7610546" y="3082419"/>
              <a:ext cx="69588" cy="97316"/>
            </a:xfrm>
            <a:custGeom>
              <a:rect b="b" l="l" r="r" t="t"/>
              <a:pathLst>
                <a:path extrusionOk="0" h="3264" w="2334">
                  <a:moveTo>
                    <a:pt x="453" y="1"/>
                  </a:moveTo>
                  <a:lnTo>
                    <a:pt x="0" y="239"/>
                  </a:lnTo>
                  <a:lnTo>
                    <a:pt x="1881" y="3263"/>
                  </a:lnTo>
                  <a:lnTo>
                    <a:pt x="2334" y="3073"/>
                  </a:lnTo>
                  <a:lnTo>
                    <a:pt x="453"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89"/>
            <p:cNvSpPr/>
            <p:nvPr/>
          </p:nvSpPr>
          <p:spPr>
            <a:xfrm>
              <a:off x="7570772" y="3000069"/>
              <a:ext cx="52564" cy="90190"/>
            </a:xfrm>
            <a:custGeom>
              <a:rect b="b" l="l" r="r" t="t"/>
              <a:pathLst>
                <a:path extrusionOk="0" h="3025" w="1763">
                  <a:moveTo>
                    <a:pt x="1" y="0"/>
                  </a:moveTo>
                  <a:lnTo>
                    <a:pt x="1" y="953"/>
                  </a:lnTo>
                  <a:lnTo>
                    <a:pt x="1310" y="3025"/>
                  </a:lnTo>
                  <a:lnTo>
                    <a:pt x="1763" y="2786"/>
                  </a:lnTo>
                  <a:lnTo>
                    <a:pt x="1" y="0"/>
                  </a:lnTo>
                  <a:close/>
                </a:path>
              </a:pathLst>
            </a:custGeom>
            <a:solidFill>
              <a:srgbClr val="BE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89"/>
            <p:cNvSpPr/>
            <p:nvPr/>
          </p:nvSpPr>
          <p:spPr>
            <a:xfrm>
              <a:off x="7405327" y="3174012"/>
              <a:ext cx="165473" cy="169021"/>
            </a:xfrm>
            <a:custGeom>
              <a:rect b="b" l="l" r="r" t="t"/>
              <a:pathLst>
                <a:path extrusionOk="0" h="5669" w="5550">
                  <a:moveTo>
                    <a:pt x="1882" y="1"/>
                  </a:moveTo>
                  <a:lnTo>
                    <a:pt x="48" y="2930"/>
                  </a:lnTo>
                  <a:cubicBezTo>
                    <a:pt x="1" y="2954"/>
                    <a:pt x="48" y="3001"/>
                    <a:pt x="72" y="3025"/>
                  </a:cubicBezTo>
                  <a:lnTo>
                    <a:pt x="5550" y="5669"/>
                  </a:lnTo>
                  <a:lnTo>
                    <a:pt x="5550" y="1715"/>
                  </a:lnTo>
                  <a:lnTo>
                    <a:pt x="1882" y="1"/>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89"/>
            <p:cNvSpPr/>
            <p:nvPr/>
          </p:nvSpPr>
          <p:spPr>
            <a:xfrm>
              <a:off x="7461439" y="3083134"/>
              <a:ext cx="109361" cy="142039"/>
            </a:xfrm>
            <a:custGeom>
              <a:rect b="b" l="l" r="r" t="t"/>
              <a:pathLst>
                <a:path extrusionOk="0" h="4764" w="3668">
                  <a:moveTo>
                    <a:pt x="1905" y="0"/>
                  </a:moveTo>
                  <a:lnTo>
                    <a:pt x="0" y="3049"/>
                  </a:lnTo>
                  <a:lnTo>
                    <a:pt x="3668" y="4763"/>
                  </a:lnTo>
                  <a:lnTo>
                    <a:pt x="3668" y="905"/>
                  </a:lnTo>
                  <a:lnTo>
                    <a:pt x="1905"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89"/>
            <p:cNvSpPr/>
            <p:nvPr/>
          </p:nvSpPr>
          <p:spPr>
            <a:xfrm>
              <a:off x="7570772" y="3089515"/>
              <a:ext cx="39087" cy="20632"/>
            </a:xfrm>
            <a:custGeom>
              <a:rect b="b" l="l" r="r" t="t"/>
              <a:pathLst>
                <a:path extrusionOk="0" h="692" w="1311">
                  <a:moveTo>
                    <a:pt x="1310" y="1"/>
                  </a:moveTo>
                  <a:lnTo>
                    <a:pt x="1" y="691"/>
                  </a:lnTo>
                  <a:lnTo>
                    <a:pt x="1" y="691"/>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89"/>
            <p:cNvSpPr/>
            <p:nvPr/>
          </p:nvSpPr>
          <p:spPr>
            <a:xfrm>
              <a:off x="7518238" y="3000069"/>
              <a:ext cx="52564" cy="110077"/>
            </a:xfrm>
            <a:custGeom>
              <a:rect b="b" l="l" r="r" t="t"/>
              <a:pathLst>
                <a:path extrusionOk="0" h="3692" w="1763">
                  <a:moveTo>
                    <a:pt x="1763" y="0"/>
                  </a:moveTo>
                  <a:lnTo>
                    <a:pt x="0" y="2786"/>
                  </a:lnTo>
                  <a:lnTo>
                    <a:pt x="1763" y="3691"/>
                  </a:lnTo>
                  <a:lnTo>
                    <a:pt x="1763" y="0"/>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89"/>
            <p:cNvSpPr/>
            <p:nvPr/>
          </p:nvSpPr>
          <p:spPr>
            <a:xfrm>
              <a:off x="7401063" y="2994374"/>
              <a:ext cx="340845" cy="355037"/>
            </a:xfrm>
            <a:custGeom>
              <a:rect b="b" l="l" r="r" t="t"/>
              <a:pathLst>
                <a:path extrusionOk="0" h="11908" w="11432">
                  <a:moveTo>
                    <a:pt x="5526" y="787"/>
                  </a:moveTo>
                  <a:lnTo>
                    <a:pt x="5526" y="3573"/>
                  </a:lnTo>
                  <a:lnTo>
                    <a:pt x="4168" y="2882"/>
                  </a:lnTo>
                  <a:lnTo>
                    <a:pt x="5526" y="787"/>
                  </a:lnTo>
                  <a:close/>
                  <a:moveTo>
                    <a:pt x="4002" y="3192"/>
                  </a:moveTo>
                  <a:lnTo>
                    <a:pt x="5526" y="3954"/>
                  </a:lnTo>
                  <a:lnTo>
                    <a:pt x="5526" y="7455"/>
                  </a:lnTo>
                  <a:lnTo>
                    <a:pt x="2263" y="5930"/>
                  </a:lnTo>
                  <a:lnTo>
                    <a:pt x="4002" y="3192"/>
                  </a:lnTo>
                  <a:close/>
                  <a:moveTo>
                    <a:pt x="7383" y="3216"/>
                  </a:moveTo>
                  <a:lnTo>
                    <a:pt x="9098" y="5954"/>
                  </a:lnTo>
                  <a:lnTo>
                    <a:pt x="5883" y="7478"/>
                  </a:lnTo>
                  <a:lnTo>
                    <a:pt x="5883" y="4001"/>
                  </a:lnTo>
                  <a:lnTo>
                    <a:pt x="7383" y="3216"/>
                  </a:lnTo>
                  <a:close/>
                  <a:moveTo>
                    <a:pt x="9289" y="6264"/>
                  </a:moveTo>
                  <a:lnTo>
                    <a:pt x="11003" y="8955"/>
                  </a:lnTo>
                  <a:lnTo>
                    <a:pt x="5883" y="11432"/>
                  </a:lnTo>
                  <a:lnTo>
                    <a:pt x="5883" y="7859"/>
                  </a:lnTo>
                  <a:lnTo>
                    <a:pt x="9289" y="6264"/>
                  </a:lnTo>
                  <a:close/>
                  <a:moveTo>
                    <a:pt x="5693" y="1"/>
                  </a:moveTo>
                  <a:cubicBezTo>
                    <a:pt x="5669" y="1"/>
                    <a:pt x="5645" y="24"/>
                    <a:pt x="5597" y="72"/>
                  </a:cubicBezTo>
                  <a:lnTo>
                    <a:pt x="5573" y="96"/>
                  </a:lnTo>
                  <a:lnTo>
                    <a:pt x="72" y="8883"/>
                  </a:lnTo>
                  <a:cubicBezTo>
                    <a:pt x="48" y="8931"/>
                    <a:pt x="1" y="9003"/>
                    <a:pt x="48" y="9074"/>
                  </a:cubicBezTo>
                  <a:cubicBezTo>
                    <a:pt x="72" y="9145"/>
                    <a:pt x="96" y="9193"/>
                    <a:pt x="168" y="9241"/>
                  </a:cubicBezTo>
                  <a:lnTo>
                    <a:pt x="1501" y="9884"/>
                  </a:lnTo>
                  <a:cubicBezTo>
                    <a:pt x="1536" y="9892"/>
                    <a:pt x="1568" y="9898"/>
                    <a:pt x="1597" y="9898"/>
                  </a:cubicBezTo>
                  <a:cubicBezTo>
                    <a:pt x="1649" y="9898"/>
                    <a:pt x="1694" y="9881"/>
                    <a:pt x="1739" y="9836"/>
                  </a:cubicBezTo>
                  <a:cubicBezTo>
                    <a:pt x="1787" y="9741"/>
                    <a:pt x="1763" y="9622"/>
                    <a:pt x="1668" y="9598"/>
                  </a:cubicBezTo>
                  <a:lnTo>
                    <a:pt x="453" y="9003"/>
                  </a:lnTo>
                  <a:lnTo>
                    <a:pt x="2144" y="6288"/>
                  </a:lnTo>
                  <a:lnTo>
                    <a:pt x="5573" y="7883"/>
                  </a:lnTo>
                  <a:lnTo>
                    <a:pt x="5573" y="11455"/>
                  </a:lnTo>
                  <a:lnTo>
                    <a:pt x="2430" y="9955"/>
                  </a:lnTo>
                  <a:cubicBezTo>
                    <a:pt x="2403" y="9942"/>
                    <a:pt x="2377" y="9936"/>
                    <a:pt x="2351" y="9936"/>
                  </a:cubicBezTo>
                  <a:cubicBezTo>
                    <a:pt x="2285" y="9936"/>
                    <a:pt x="2226" y="9975"/>
                    <a:pt x="2192" y="10027"/>
                  </a:cubicBezTo>
                  <a:cubicBezTo>
                    <a:pt x="2144" y="10122"/>
                    <a:pt x="2192" y="10217"/>
                    <a:pt x="2263" y="10265"/>
                  </a:cubicBezTo>
                  <a:lnTo>
                    <a:pt x="5669" y="11908"/>
                  </a:lnTo>
                  <a:lnTo>
                    <a:pt x="5835" y="11908"/>
                  </a:lnTo>
                  <a:lnTo>
                    <a:pt x="11313" y="9264"/>
                  </a:lnTo>
                  <a:cubicBezTo>
                    <a:pt x="11384" y="9241"/>
                    <a:pt x="11432" y="9169"/>
                    <a:pt x="11432" y="9122"/>
                  </a:cubicBezTo>
                  <a:cubicBezTo>
                    <a:pt x="11384" y="9003"/>
                    <a:pt x="11384" y="8931"/>
                    <a:pt x="11360" y="8883"/>
                  </a:cubicBezTo>
                  <a:lnTo>
                    <a:pt x="7098" y="2049"/>
                  </a:lnTo>
                  <a:cubicBezTo>
                    <a:pt x="7051" y="2002"/>
                    <a:pt x="7005" y="1966"/>
                    <a:pt x="6951" y="1966"/>
                  </a:cubicBezTo>
                  <a:cubicBezTo>
                    <a:pt x="6923" y="1966"/>
                    <a:pt x="6893" y="1976"/>
                    <a:pt x="6859" y="2001"/>
                  </a:cubicBezTo>
                  <a:cubicBezTo>
                    <a:pt x="6764" y="2049"/>
                    <a:pt x="6740" y="2144"/>
                    <a:pt x="6788" y="2239"/>
                  </a:cubicBezTo>
                  <a:lnTo>
                    <a:pt x="7217" y="2882"/>
                  </a:lnTo>
                  <a:lnTo>
                    <a:pt x="5883" y="3573"/>
                  </a:lnTo>
                  <a:lnTo>
                    <a:pt x="5883" y="787"/>
                  </a:lnTo>
                  <a:lnTo>
                    <a:pt x="6383" y="1549"/>
                  </a:lnTo>
                  <a:cubicBezTo>
                    <a:pt x="6415" y="1612"/>
                    <a:pt x="6468" y="1644"/>
                    <a:pt x="6528" y="1644"/>
                  </a:cubicBezTo>
                  <a:cubicBezTo>
                    <a:pt x="6558" y="1644"/>
                    <a:pt x="6590" y="1636"/>
                    <a:pt x="6621" y="1620"/>
                  </a:cubicBezTo>
                  <a:cubicBezTo>
                    <a:pt x="6717" y="1549"/>
                    <a:pt x="6740" y="1453"/>
                    <a:pt x="6669" y="1382"/>
                  </a:cubicBezTo>
                  <a:lnTo>
                    <a:pt x="5883" y="96"/>
                  </a:lnTo>
                  <a:cubicBezTo>
                    <a:pt x="5835" y="24"/>
                    <a:pt x="5764" y="1"/>
                    <a:pt x="56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7" name="Google Shape;19787;p89"/>
          <p:cNvGrpSpPr/>
          <p:nvPr/>
        </p:nvGrpSpPr>
        <p:grpSpPr>
          <a:xfrm>
            <a:off x="7000129" y="3573776"/>
            <a:ext cx="345825" cy="351489"/>
            <a:chOff x="6733416" y="3573776"/>
            <a:chExt cx="345825" cy="351489"/>
          </a:xfrm>
        </p:grpSpPr>
        <p:sp>
          <p:nvSpPr>
            <p:cNvPr id="19788" name="Google Shape;19788;p89"/>
            <p:cNvSpPr/>
            <p:nvPr/>
          </p:nvSpPr>
          <p:spPr>
            <a:xfrm>
              <a:off x="6798027" y="3639787"/>
              <a:ext cx="221555" cy="221555"/>
            </a:xfrm>
            <a:custGeom>
              <a:rect b="b" l="l" r="r" t="t"/>
              <a:pathLst>
                <a:path extrusionOk="0" h="7431" w="7431">
                  <a:moveTo>
                    <a:pt x="3716" y="1"/>
                  </a:moveTo>
                  <a:cubicBezTo>
                    <a:pt x="1668" y="1"/>
                    <a:pt x="1" y="1668"/>
                    <a:pt x="1" y="3716"/>
                  </a:cubicBezTo>
                  <a:cubicBezTo>
                    <a:pt x="1" y="5764"/>
                    <a:pt x="1668" y="7431"/>
                    <a:pt x="3716" y="7431"/>
                  </a:cubicBezTo>
                  <a:cubicBezTo>
                    <a:pt x="5764" y="7431"/>
                    <a:pt x="7431" y="5764"/>
                    <a:pt x="7431" y="3716"/>
                  </a:cubicBezTo>
                  <a:cubicBezTo>
                    <a:pt x="7431" y="1668"/>
                    <a:pt x="5764"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89"/>
            <p:cNvSpPr/>
            <p:nvPr/>
          </p:nvSpPr>
          <p:spPr>
            <a:xfrm>
              <a:off x="6834938" y="3658272"/>
              <a:ext cx="195288" cy="202951"/>
            </a:xfrm>
            <a:custGeom>
              <a:rect b="b" l="l" r="r" t="t"/>
              <a:pathLst>
                <a:path extrusionOk="0" h="6807" w="6550">
                  <a:moveTo>
                    <a:pt x="4597" y="0"/>
                  </a:moveTo>
                  <a:cubicBezTo>
                    <a:pt x="4621" y="72"/>
                    <a:pt x="4692" y="95"/>
                    <a:pt x="4740" y="143"/>
                  </a:cubicBezTo>
                  <a:cubicBezTo>
                    <a:pt x="6193" y="1619"/>
                    <a:pt x="6193" y="3953"/>
                    <a:pt x="4740" y="5430"/>
                  </a:cubicBezTo>
                  <a:cubicBezTo>
                    <a:pt x="4018" y="6165"/>
                    <a:pt x="3079" y="6532"/>
                    <a:pt x="2133" y="6532"/>
                  </a:cubicBezTo>
                  <a:cubicBezTo>
                    <a:pt x="1393" y="6532"/>
                    <a:pt x="649" y="6308"/>
                    <a:pt x="1" y="5858"/>
                  </a:cubicBezTo>
                  <a:lnTo>
                    <a:pt x="1" y="5858"/>
                  </a:lnTo>
                  <a:cubicBezTo>
                    <a:pt x="713" y="6490"/>
                    <a:pt x="1597" y="6806"/>
                    <a:pt x="2480" y="6806"/>
                  </a:cubicBezTo>
                  <a:cubicBezTo>
                    <a:pt x="3426" y="6806"/>
                    <a:pt x="4370" y="6443"/>
                    <a:pt x="5097" y="5716"/>
                  </a:cubicBezTo>
                  <a:cubicBezTo>
                    <a:pt x="6550" y="4263"/>
                    <a:pt x="6550" y="1905"/>
                    <a:pt x="5097" y="453"/>
                  </a:cubicBezTo>
                  <a:cubicBezTo>
                    <a:pt x="4954" y="262"/>
                    <a:pt x="4764" y="119"/>
                    <a:pt x="4597"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89"/>
            <p:cNvSpPr/>
            <p:nvPr/>
          </p:nvSpPr>
          <p:spPr>
            <a:xfrm>
              <a:off x="6739081" y="3595958"/>
              <a:ext cx="339444" cy="309241"/>
            </a:xfrm>
            <a:custGeom>
              <a:rect b="b" l="l" r="r" t="t"/>
              <a:pathLst>
                <a:path extrusionOk="0" h="10372" w="11385">
                  <a:moveTo>
                    <a:pt x="5681" y="1453"/>
                  </a:moveTo>
                  <a:cubicBezTo>
                    <a:pt x="6633" y="1453"/>
                    <a:pt x="7586" y="1816"/>
                    <a:pt x="8312" y="2543"/>
                  </a:cubicBezTo>
                  <a:cubicBezTo>
                    <a:pt x="9765" y="3995"/>
                    <a:pt x="9765" y="6353"/>
                    <a:pt x="8312" y="7806"/>
                  </a:cubicBezTo>
                  <a:cubicBezTo>
                    <a:pt x="7586" y="8532"/>
                    <a:pt x="6633" y="8895"/>
                    <a:pt x="5681" y="8895"/>
                  </a:cubicBezTo>
                  <a:cubicBezTo>
                    <a:pt x="4728" y="8895"/>
                    <a:pt x="3776" y="8532"/>
                    <a:pt x="3049" y="7806"/>
                  </a:cubicBezTo>
                  <a:cubicBezTo>
                    <a:pt x="1596" y="6353"/>
                    <a:pt x="1596" y="3995"/>
                    <a:pt x="3049" y="2543"/>
                  </a:cubicBezTo>
                  <a:cubicBezTo>
                    <a:pt x="3776" y="1816"/>
                    <a:pt x="4728" y="1453"/>
                    <a:pt x="5681" y="1453"/>
                  </a:cubicBezTo>
                  <a:close/>
                  <a:moveTo>
                    <a:pt x="5693" y="0"/>
                  </a:moveTo>
                  <a:cubicBezTo>
                    <a:pt x="4365" y="0"/>
                    <a:pt x="3037" y="506"/>
                    <a:pt x="2025" y="1519"/>
                  </a:cubicBezTo>
                  <a:cubicBezTo>
                    <a:pt x="1" y="3543"/>
                    <a:pt x="1" y="6829"/>
                    <a:pt x="2025" y="8853"/>
                  </a:cubicBezTo>
                  <a:cubicBezTo>
                    <a:pt x="3037" y="9865"/>
                    <a:pt x="4365" y="10372"/>
                    <a:pt x="5693" y="10372"/>
                  </a:cubicBezTo>
                  <a:cubicBezTo>
                    <a:pt x="7020" y="10372"/>
                    <a:pt x="8348" y="9865"/>
                    <a:pt x="9360" y="8853"/>
                  </a:cubicBezTo>
                  <a:cubicBezTo>
                    <a:pt x="11384" y="6829"/>
                    <a:pt x="11384" y="3543"/>
                    <a:pt x="9360" y="1519"/>
                  </a:cubicBezTo>
                  <a:cubicBezTo>
                    <a:pt x="8348" y="506"/>
                    <a:pt x="7020" y="0"/>
                    <a:pt x="569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89"/>
            <p:cNvSpPr/>
            <p:nvPr/>
          </p:nvSpPr>
          <p:spPr>
            <a:xfrm>
              <a:off x="6873280" y="3597896"/>
              <a:ext cx="205246" cy="306796"/>
            </a:xfrm>
            <a:custGeom>
              <a:rect b="b" l="l" r="r" t="t"/>
              <a:pathLst>
                <a:path extrusionOk="0" h="10290" w="6884">
                  <a:moveTo>
                    <a:pt x="1906" y="1"/>
                  </a:moveTo>
                  <a:lnTo>
                    <a:pt x="1906" y="1"/>
                  </a:lnTo>
                  <a:cubicBezTo>
                    <a:pt x="2811" y="215"/>
                    <a:pt x="3668" y="692"/>
                    <a:pt x="4383" y="1382"/>
                  </a:cubicBezTo>
                  <a:cubicBezTo>
                    <a:pt x="6407" y="3406"/>
                    <a:pt x="6407" y="6669"/>
                    <a:pt x="4383" y="8693"/>
                  </a:cubicBezTo>
                  <a:cubicBezTo>
                    <a:pt x="3385" y="9691"/>
                    <a:pt x="2070" y="10204"/>
                    <a:pt x="759" y="10204"/>
                  </a:cubicBezTo>
                  <a:cubicBezTo>
                    <a:pt x="505" y="10204"/>
                    <a:pt x="252" y="10184"/>
                    <a:pt x="1" y="10146"/>
                  </a:cubicBezTo>
                  <a:lnTo>
                    <a:pt x="1" y="10146"/>
                  </a:lnTo>
                  <a:cubicBezTo>
                    <a:pt x="400" y="10241"/>
                    <a:pt x="809" y="10289"/>
                    <a:pt x="1217" y="10289"/>
                  </a:cubicBezTo>
                  <a:cubicBezTo>
                    <a:pt x="2538" y="10289"/>
                    <a:pt x="3858" y="9789"/>
                    <a:pt x="4859" y="8788"/>
                  </a:cubicBezTo>
                  <a:cubicBezTo>
                    <a:pt x="6883" y="6764"/>
                    <a:pt x="6883" y="3478"/>
                    <a:pt x="4859" y="1454"/>
                  </a:cubicBezTo>
                  <a:cubicBezTo>
                    <a:pt x="4025" y="620"/>
                    <a:pt x="2978" y="144"/>
                    <a:pt x="1906"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89"/>
            <p:cNvSpPr/>
            <p:nvPr/>
          </p:nvSpPr>
          <p:spPr>
            <a:xfrm>
              <a:off x="6800859" y="3640502"/>
              <a:ext cx="278383" cy="263445"/>
            </a:xfrm>
            <a:custGeom>
              <a:rect b="b" l="l" r="r" t="t"/>
              <a:pathLst>
                <a:path extrusionOk="0" h="8836" w="9337">
                  <a:moveTo>
                    <a:pt x="7312" y="1"/>
                  </a:moveTo>
                  <a:lnTo>
                    <a:pt x="6264" y="1049"/>
                  </a:lnTo>
                  <a:cubicBezTo>
                    <a:pt x="7740" y="2501"/>
                    <a:pt x="7740" y="4859"/>
                    <a:pt x="6264" y="6312"/>
                  </a:cubicBezTo>
                  <a:cubicBezTo>
                    <a:pt x="5538" y="7038"/>
                    <a:pt x="4585" y="7401"/>
                    <a:pt x="3632" y="7401"/>
                  </a:cubicBezTo>
                  <a:cubicBezTo>
                    <a:pt x="2680" y="7401"/>
                    <a:pt x="1727" y="7038"/>
                    <a:pt x="1001" y="6312"/>
                  </a:cubicBezTo>
                  <a:lnTo>
                    <a:pt x="1" y="7336"/>
                  </a:lnTo>
                  <a:cubicBezTo>
                    <a:pt x="1013" y="8336"/>
                    <a:pt x="2335" y="8836"/>
                    <a:pt x="3656" y="8836"/>
                  </a:cubicBezTo>
                  <a:cubicBezTo>
                    <a:pt x="4978" y="8836"/>
                    <a:pt x="6300" y="8336"/>
                    <a:pt x="7312" y="7336"/>
                  </a:cubicBezTo>
                  <a:cubicBezTo>
                    <a:pt x="9336" y="5288"/>
                    <a:pt x="9336" y="2025"/>
                    <a:pt x="7312"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89"/>
            <p:cNvSpPr/>
            <p:nvPr/>
          </p:nvSpPr>
          <p:spPr>
            <a:xfrm>
              <a:off x="6873280" y="3641218"/>
              <a:ext cx="205246" cy="262819"/>
            </a:xfrm>
            <a:custGeom>
              <a:rect b="b" l="l" r="r" t="t"/>
              <a:pathLst>
                <a:path extrusionOk="0" h="8815" w="6884">
                  <a:moveTo>
                    <a:pt x="1" y="8693"/>
                  </a:moveTo>
                  <a:cubicBezTo>
                    <a:pt x="51" y="8700"/>
                    <a:pt x="100" y="8707"/>
                    <a:pt x="150" y="8713"/>
                  </a:cubicBezTo>
                  <a:lnTo>
                    <a:pt x="150" y="8713"/>
                  </a:lnTo>
                  <a:cubicBezTo>
                    <a:pt x="132" y="8693"/>
                    <a:pt x="114" y="8693"/>
                    <a:pt x="96" y="8693"/>
                  </a:cubicBezTo>
                  <a:close/>
                  <a:moveTo>
                    <a:pt x="4859" y="1"/>
                  </a:moveTo>
                  <a:lnTo>
                    <a:pt x="4645" y="215"/>
                  </a:lnTo>
                  <a:cubicBezTo>
                    <a:pt x="6407" y="2239"/>
                    <a:pt x="6312" y="5311"/>
                    <a:pt x="4383" y="7240"/>
                  </a:cubicBezTo>
                  <a:cubicBezTo>
                    <a:pt x="3385" y="8238"/>
                    <a:pt x="2070" y="8751"/>
                    <a:pt x="759" y="8751"/>
                  </a:cubicBezTo>
                  <a:cubicBezTo>
                    <a:pt x="556" y="8751"/>
                    <a:pt x="352" y="8738"/>
                    <a:pt x="150" y="8713"/>
                  </a:cubicBezTo>
                  <a:lnTo>
                    <a:pt x="150" y="8713"/>
                  </a:lnTo>
                  <a:cubicBezTo>
                    <a:pt x="156" y="8720"/>
                    <a:pt x="162" y="8729"/>
                    <a:pt x="168" y="8740"/>
                  </a:cubicBezTo>
                  <a:lnTo>
                    <a:pt x="239" y="8740"/>
                  </a:lnTo>
                  <a:cubicBezTo>
                    <a:pt x="334" y="8764"/>
                    <a:pt x="406" y="8764"/>
                    <a:pt x="501" y="8764"/>
                  </a:cubicBezTo>
                  <a:cubicBezTo>
                    <a:pt x="572" y="8764"/>
                    <a:pt x="620" y="8764"/>
                    <a:pt x="691" y="8788"/>
                  </a:cubicBezTo>
                  <a:cubicBezTo>
                    <a:pt x="763" y="8788"/>
                    <a:pt x="906" y="8812"/>
                    <a:pt x="977" y="8812"/>
                  </a:cubicBezTo>
                  <a:lnTo>
                    <a:pt x="1144" y="8812"/>
                  </a:lnTo>
                  <a:cubicBezTo>
                    <a:pt x="1200" y="8814"/>
                    <a:pt x="1255" y="8815"/>
                    <a:pt x="1311" y="8815"/>
                  </a:cubicBezTo>
                  <a:cubicBezTo>
                    <a:pt x="2590" y="8815"/>
                    <a:pt x="3878" y="8293"/>
                    <a:pt x="4859" y="7312"/>
                  </a:cubicBezTo>
                  <a:cubicBezTo>
                    <a:pt x="6883" y="5311"/>
                    <a:pt x="6883" y="2025"/>
                    <a:pt x="4859"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89"/>
            <p:cNvSpPr/>
            <p:nvPr/>
          </p:nvSpPr>
          <p:spPr>
            <a:xfrm>
              <a:off x="6737680" y="3704427"/>
              <a:ext cx="171138" cy="217292"/>
            </a:xfrm>
            <a:custGeom>
              <a:rect b="b" l="l" r="r" t="t"/>
              <a:pathLst>
                <a:path extrusionOk="0" h="7288" w="5740">
                  <a:moveTo>
                    <a:pt x="215" y="0"/>
                  </a:moveTo>
                  <a:lnTo>
                    <a:pt x="215" y="0"/>
                  </a:lnTo>
                  <a:cubicBezTo>
                    <a:pt x="96" y="476"/>
                    <a:pt x="0" y="976"/>
                    <a:pt x="0" y="1524"/>
                  </a:cubicBezTo>
                  <a:lnTo>
                    <a:pt x="0" y="1548"/>
                  </a:lnTo>
                  <a:cubicBezTo>
                    <a:pt x="0" y="4715"/>
                    <a:pt x="2525" y="7263"/>
                    <a:pt x="5692" y="7287"/>
                  </a:cubicBezTo>
                  <a:cubicBezTo>
                    <a:pt x="5716" y="7287"/>
                    <a:pt x="5740" y="7263"/>
                    <a:pt x="5740" y="7240"/>
                  </a:cubicBezTo>
                  <a:lnTo>
                    <a:pt x="5740" y="6882"/>
                  </a:lnTo>
                  <a:cubicBezTo>
                    <a:pt x="5740" y="6882"/>
                    <a:pt x="96" y="4263"/>
                    <a:pt x="96" y="1143"/>
                  </a:cubicBezTo>
                  <a:lnTo>
                    <a:pt x="96" y="1096"/>
                  </a:lnTo>
                  <a:cubicBezTo>
                    <a:pt x="96" y="738"/>
                    <a:pt x="143" y="357"/>
                    <a:pt x="215"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89"/>
            <p:cNvSpPr/>
            <p:nvPr/>
          </p:nvSpPr>
          <p:spPr>
            <a:xfrm>
              <a:off x="6737680" y="3579441"/>
              <a:ext cx="171138" cy="342992"/>
            </a:xfrm>
            <a:custGeom>
              <a:rect b="b" l="l" r="r" t="t"/>
              <a:pathLst>
                <a:path extrusionOk="0" h="11504" w="5740">
                  <a:moveTo>
                    <a:pt x="5692" y="1"/>
                  </a:moveTo>
                  <a:cubicBezTo>
                    <a:pt x="2525" y="25"/>
                    <a:pt x="0" y="2596"/>
                    <a:pt x="0" y="5740"/>
                  </a:cubicBezTo>
                  <a:lnTo>
                    <a:pt x="0" y="5764"/>
                  </a:lnTo>
                  <a:cubicBezTo>
                    <a:pt x="0" y="8931"/>
                    <a:pt x="2548" y="11479"/>
                    <a:pt x="5692" y="11503"/>
                  </a:cubicBezTo>
                  <a:cubicBezTo>
                    <a:pt x="5716" y="11503"/>
                    <a:pt x="5740" y="11479"/>
                    <a:pt x="5740" y="11455"/>
                  </a:cubicBezTo>
                  <a:lnTo>
                    <a:pt x="5740" y="8883"/>
                  </a:lnTo>
                  <a:cubicBezTo>
                    <a:pt x="5740" y="8860"/>
                    <a:pt x="5716" y="8836"/>
                    <a:pt x="5692" y="8836"/>
                  </a:cubicBezTo>
                  <a:cubicBezTo>
                    <a:pt x="4025" y="8812"/>
                    <a:pt x="2667" y="7431"/>
                    <a:pt x="2667" y="5764"/>
                  </a:cubicBezTo>
                  <a:cubicBezTo>
                    <a:pt x="2667" y="4097"/>
                    <a:pt x="4025" y="2739"/>
                    <a:pt x="5692" y="2692"/>
                  </a:cubicBezTo>
                  <a:cubicBezTo>
                    <a:pt x="5716" y="2644"/>
                    <a:pt x="5740" y="2620"/>
                    <a:pt x="5740" y="2596"/>
                  </a:cubicBezTo>
                  <a:lnTo>
                    <a:pt x="5740" y="48"/>
                  </a:lnTo>
                  <a:cubicBezTo>
                    <a:pt x="5740" y="25"/>
                    <a:pt x="5716" y="1"/>
                    <a:pt x="5692"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89"/>
            <p:cNvSpPr/>
            <p:nvPr/>
          </p:nvSpPr>
          <p:spPr>
            <a:xfrm>
              <a:off x="6851277" y="3725715"/>
              <a:ext cx="102265" cy="10674"/>
            </a:xfrm>
            <a:custGeom>
              <a:rect b="b" l="l" r="r" t="t"/>
              <a:pathLst>
                <a:path extrusionOk="0" h="358" w="3430">
                  <a:moveTo>
                    <a:pt x="215" y="0"/>
                  </a:moveTo>
                  <a:cubicBezTo>
                    <a:pt x="120" y="0"/>
                    <a:pt x="48" y="72"/>
                    <a:pt x="24" y="143"/>
                  </a:cubicBezTo>
                  <a:cubicBezTo>
                    <a:pt x="1" y="262"/>
                    <a:pt x="96" y="358"/>
                    <a:pt x="215" y="358"/>
                  </a:cubicBezTo>
                  <a:lnTo>
                    <a:pt x="3239" y="358"/>
                  </a:lnTo>
                  <a:cubicBezTo>
                    <a:pt x="3335" y="358"/>
                    <a:pt x="3382" y="310"/>
                    <a:pt x="3430" y="215"/>
                  </a:cubicBezTo>
                  <a:cubicBezTo>
                    <a:pt x="3430" y="120"/>
                    <a:pt x="3335" y="0"/>
                    <a:pt x="3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89"/>
            <p:cNvSpPr/>
            <p:nvPr/>
          </p:nvSpPr>
          <p:spPr>
            <a:xfrm>
              <a:off x="6851277" y="3751266"/>
              <a:ext cx="102265" cy="10674"/>
            </a:xfrm>
            <a:custGeom>
              <a:rect b="b" l="l" r="r" t="t"/>
              <a:pathLst>
                <a:path extrusionOk="0" h="358" w="3430">
                  <a:moveTo>
                    <a:pt x="215" y="1"/>
                  </a:moveTo>
                  <a:cubicBezTo>
                    <a:pt x="120" y="1"/>
                    <a:pt x="48" y="72"/>
                    <a:pt x="24" y="167"/>
                  </a:cubicBezTo>
                  <a:cubicBezTo>
                    <a:pt x="1" y="287"/>
                    <a:pt x="96" y="358"/>
                    <a:pt x="215" y="358"/>
                  </a:cubicBezTo>
                  <a:lnTo>
                    <a:pt x="3239" y="358"/>
                  </a:lnTo>
                  <a:cubicBezTo>
                    <a:pt x="3335" y="358"/>
                    <a:pt x="3382" y="310"/>
                    <a:pt x="3430" y="215"/>
                  </a:cubicBezTo>
                  <a:cubicBezTo>
                    <a:pt x="3430" y="96"/>
                    <a:pt x="3335" y="1"/>
                    <a:pt x="3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89"/>
            <p:cNvSpPr/>
            <p:nvPr/>
          </p:nvSpPr>
          <p:spPr>
            <a:xfrm>
              <a:off x="6873280" y="3777534"/>
              <a:ext cx="57543" cy="10704"/>
            </a:xfrm>
            <a:custGeom>
              <a:rect b="b" l="l" r="r" t="t"/>
              <a:pathLst>
                <a:path extrusionOk="0" h="359" w="1930">
                  <a:moveTo>
                    <a:pt x="215" y="1"/>
                  </a:moveTo>
                  <a:cubicBezTo>
                    <a:pt x="120" y="1"/>
                    <a:pt x="72" y="49"/>
                    <a:pt x="25" y="144"/>
                  </a:cubicBezTo>
                  <a:cubicBezTo>
                    <a:pt x="1" y="263"/>
                    <a:pt x="96" y="358"/>
                    <a:pt x="215" y="358"/>
                  </a:cubicBezTo>
                  <a:lnTo>
                    <a:pt x="1739" y="358"/>
                  </a:lnTo>
                  <a:cubicBezTo>
                    <a:pt x="1811" y="358"/>
                    <a:pt x="1882" y="287"/>
                    <a:pt x="1906" y="191"/>
                  </a:cubicBezTo>
                  <a:cubicBezTo>
                    <a:pt x="1930" y="72"/>
                    <a:pt x="1858" y="1"/>
                    <a:pt x="17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89"/>
            <p:cNvSpPr/>
            <p:nvPr/>
          </p:nvSpPr>
          <p:spPr>
            <a:xfrm>
              <a:off x="6733416" y="3573776"/>
              <a:ext cx="335150" cy="351489"/>
            </a:xfrm>
            <a:custGeom>
              <a:rect b="b" l="l" r="r" t="t"/>
              <a:pathLst>
                <a:path extrusionOk="0" h="11789" w="11241">
                  <a:moveTo>
                    <a:pt x="6073" y="929"/>
                  </a:moveTo>
                  <a:cubicBezTo>
                    <a:pt x="7288" y="953"/>
                    <a:pt x="8407" y="1429"/>
                    <a:pt x="9312" y="2263"/>
                  </a:cubicBezTo>
                  <a:lnTo>
                    <a:pt x="8502" y="3048"/>
                  </a:lnTo>
                  <a:cubicBezTo>
                    <a:pt x="7812" y="2429"/>
                    <a:pt x="6930" y="2072"/>
                    <a:pt x="6073" y="2024"/>
                  </a:cubicBezTo>
                  <a:lnTo>
                    <a:pt x="6073" y="929"/>
                  </a:lnTo>
                  <a:close/>
                  <a:moveTo>
                    <a:pt x="6049" y="2429"/>
                  </a:moveTo>
                  <a:cubicBezTo>
                    <a:pt x="6883" y="2453"/>
                    <a:pt x="7716" y="2810"/>
                    <a:pt x="8383" y="3453"/>
                  </a:cubicBezTo>
                  <a:cubicBezTo>
                    <a:pt x="9026" y="4120"/>
                    <a:pt x="9431" y="5001"/>
                    <a:pt x="9431" y="5954"/>
                  </a:cubicBezTo>
                  <a:cubicBezTo>
                    <a:pt x="9431" y="6859"/>
                    <a:pt x="9074" y="7716"/>
                    <a:pt x="8407" y="8383"/>
                  </a:cubicBezTo>
                  <a:cubicBezTo>
                    <a:pt x="7788" y="9026"/>
                    <a:pt x="6954" y="9407"/>
                    <a:pt x="6049" y="9455"/>
                  </a:cubicBezTo>
                  <a:lnTo>
                    <a:pt x="6049" y="9050"/>
                  </a:lnTo>
                  <a:cubicBezTo>
                    <a:pt x="6049" y="8931"/>
                    <a:pt x="5930" y="8812"/>
                    <a:pt x="5835" y="8812"/>
                  </a:cubicBezTo>
                  <a:cubicBezTo>
                    <a:pt x="5049" y="8788"/>
                    <a:pt x="4335" y="8502"/>
                    <a:pt x="3811" y="7954"/>
                  </a:cubicBezTo>
                  <a:cubicBezTo>
                    <a:pt x="3263" y="7430"/>
                    <a:pt x="2977" y="6668"/>
                    <a:pt x="2977" y="5930"/>
                  </a:cubicBezTo>
                  <a:cubicBezTo>
                    <a:pt x="2977" y="5168"/>
                    <a:pt x="3263" y="4453"/>
                    <a:pt x="3811" y="3906"/>
                  </a:cubicBezTo>
                  <a:cubicBezTo>
                    <a:pt x="4335" y="3382"/>
                    <a:pt x="5049" y="3048"/>
                    <a:pt x="5835" y="3048"/>
                  </a:cubicBezTo>
                  <a:cubicBezTo>
                    <a:pt x="5954" y="3048"/>
                    <a:pt x="6049" y="2929"/>
                    <a:pt x="6049" y="2810"/>
                  </a:cubicBezTo>
                  <a:lnTo>
                    <a:pt x="6049" y="2429"/>
                  </a:lnTo>
                  <a:close/>
                  <a:moveTo>
                    <a:pt x="5835" y="0"/>
                  </a:moveTo>
                  <a:cubicBezTo>
                    <a:pt x="4692" y="0"/>
                    <a:pt x="3596" y="357"/>
                    <a:pt x="2644" y="953"/>
                  </a:cubicBezTo>
                  <a:cubicBezTo>
                    <a:pt x="2572" y="1024"/>
                    <a:pt x="2549" y="1072"/>
                    <a:pt x="2572" y="1167"/>
                  </a:cubicBezTo>
                  <a:cubicBezTo>
                    <a:pt x="2605" y="1248"/>
                    <a:pt x="2682" y="1285"/>
                    <a:pt x="2758" y="1285"/>
                  </a:cubicBezTo>
                  <a:cubicBezTo>
                    <a:pt x="2793" y="1285"/>
                    <a:pt x="2828" y="1277"/>
                    <a:pt x="2858" y="1262"/>
                  </a:cubicBezTo>
                  <a:cubicBezTo>
                    <a:pt x="3715" y="691"/>
                    <a:pt x="4692" y="405"/>
                    <a:pt x="5740" y="334"/>
                  </a:cubicBezTo>
                  <a:lnTo>
                    <a:pt x="5740" y="2644"/>
                  </a:lnTo>
                  <a:cubicBezTo>
                    <a:pt x="4930" y="2691"/>
                    <a:pt x="4168" y="3048"/>
                    <a:pt x="3596" y="3644"/>
                  </a:cubicBezTo>
                  <a:cubicBezTo>
                    <a:pt x="3001" y="4263"/>
                    <a:pt x="2668" y="5073"/>
                    <a:pt x="2668" y="5906"/>
                  </a:cubicBezTo>
                  <a:cubicBezTo>
                    <a:pt x="2668" y="6763"/>
                    <a:pt x="3001" y="7573"/>
                    <a:pt x="3596" y="8169"/>
                  </a:cubicBezTo>
                  <a:cubicBezTo>
                    <a:pt x="4168" y="8764"/>
                    <a:pt x="4930" y="9097"/>
                    <a:pt x="5740" y="9145"/>
                  </a:cubicBezTo>
                  <a:lnTo>
                    <a:pt x="5740" y="11503"/>
                  </a:lnTo>
                  <a:cubicBezTo>
                    <a:pt x="4311" y="11455"/>
                    <a:pt x="2930" y="10860"/>
                    <a:pt x="1929" y="9836"/>
                  </a:cubicBezTo>
                  <a:cubicBezTo>
                    <a:pt x="882" y="8788"/>
                    <a:pt x="310" y="7383"/>
                    <a:pt x="310" y="5906"/>
                  </a:cubicBezTo>
                  <a:cubicBezTo>
                    <a:pt x="310" y="4287"/>
                    <a:pt x="1024" y="2763"/>
                    <a:pt x="2215" y="1691"/>
                  </a:cubicBezTo>
                  <a:cubicBezTo>
                    <a:pt x="2287" y="1643"/>
                    <a:pt x="2310" y="1524"/>
                    <a:pt x="2263" y="1453"/>
                  </a:cubicBezTo>
                  <a:cubicBezTo>
                    <a:pt x="2223" y="1414"/>
                    <a:pt x="2170" y="1396"/>
                    <a:pt x="2121" y="1396"/>
                  </a:cubicBezTo>
                  <a:cubicBezTo>
                    <a:pt x="2082" y="1396"/>
                    <a:pt x="2046" y="1408"/>
                    <a:pt x="2025" y="1429"/>
                  </a:cubicBezTo>
                  <a:cubicBezTo>
                    <a:pt x="739" y="2572"/>
                    <a:pt x="0" y="4168"/>
                    <a:pt x="0" y="5906"/>
                  </a:cubicBezTo>
                  <a:lnTo>
                    <a:pt x="24" y="5906"/>
                  </a:lnTo>
                  <a:cubicBezTo>
                    <a:pt x="24" y="7478"/>
                    <a:pt x="643" y="8931"/>
                    <a:pt x="1739" y="10026"/>
                  </a:cubicBezTo>
                  <a:cubicBezTo>
                    <a:pt x="2858" y="11145"/>
                    <a:pt x="4311" y="11764"/>
                    <a:pt x="5883" y="11788"/>
                  </a:cubicBezTo>
                  <a:cubicBezTo>
                    <a:pt x="5954" y="11788"/>
                    <a:pt x="6025" y="11764"/>
                    <a:pt x="6073" y="11693"/>
                  </a:cubicBezTo>
                  <a:cubicBezTo>
                    <a:pt x="6097" y="11669"/>
                    <a:pt x="6121" y="11622"/>
                    <a:pt x="6121" y="11550"/>
                  </a:cubicBezTo>
                  <a:lnTo>
                    <a:pt x="6121" y="11217"/>
                  </a:lnTo>
                  <a:cubicBezTo>
                    <a:pt x="7169" y="11193"/>
                    <a:pt x="8169" y="10836"/>
                    <a:pt x="9050" y="10240"/>
                  </a:cubicBezTo>
                  <a:cubicBezTo>
                    <a:pt x="9121" y="10193"/>
                    <a:pt x="9121" y="10097"/>
                    <a:pt x="9074" y="10002"/>
                  </a:cubicBezTo>
                  <a:cubicBezTo>
                    <a:pt x="9035" y="9951"/>
                    <a:pt x="8997" y="9927"/>
                    <a:pt x="8955" y="9927"/>
                  </a:cubicBezTo>
                  <a:cubicBezTo>
                    <a:pt x="8919" y="9927"/>
                    <a:pt x="8880" y="9945"/>
                    <a:pt x="8836" y="9978"/>
                  </a:cubicBezTo>
                  <a:cubicBezTo>
                    <a:pt x="8026" y="10550"/>
                    <a:pt x="7097" y="10860"/>
                    <a:pt x="6121" y="10907"/>
                  </a:cubicBezTo>
                  <a:lnTo>
                    <a:pt x="6121" y="9788"/>
                  </a:lnTo>
                  <a:cubicBezTo>
                    <a:pt x="7097" y="9764"/>
                    <a:pt x="8002" y="9359"/>
                    <a:pt x="8693" y="8669"/>
                  </a:cubicBezTo>
                  <a:cubicBezTo>
                    <a:pt x="9431" y="7930"/>
                    <a:pt x="9812" y="6978"/>
                    <a:pt x="9812" y="5930"/>
                  </a:cubicBezTo>
                  <a:cubicBezTo>
                    <a:pt x="9812" y="4954"/>
                    <a:pt x="9455" y="4025"/>
                    <a:pt x="8812" y="3310"/>
                  </a:cubicBezTo>
                  <a:lnTo>
                    <a:pt x="9574" y="2525"/>
                  </a:lnTo>
                  <a:cubicBezTo>
                    <a:pt x="10431" y="3453"/>
                    <a:pt x="10907" y="4644"/>
                    <a:pt x="10907" y="5930"/>
                  </a:cubicBezTo>
                  <a:cubicBezTo>
                    <a:pt x="10907" y="7264"/>
                    <a:pt x="10407" y="8526"/>
                    <a:pt x="9455" y="9431"/>
                  </a:cubicBezTo>
                  <a:lnTo>
                    <a:pt x="9383" y="9502"/>
                  </a:lnTo>
                  <a:cubicBezTo>
                    <a:pt x="9336" y="9550"/>
                    <a:pt x="9336" y="9669"/>
                    <a:pt x="9383" y="9740"/>
                  </a:cubicBezTo>
                  <a:cubicBezTo>
                    <a:pt x="9419" y="9764"/>
                    <a:pt x="9467" y="9776"/>
                    <a:pt x="9511" y="9776"/>
                  </a:cubicBezTo>
                  <a:cubicBezTo>
                    <a:pt x="9556" y="9776"/>
                    <a:pt x="9598" y="9764"/>
                    <a:pt x="9621" y="9740"/>
                  </a:cubicBezTo>
                  <a:lnTo>
                    <a:pt x="9693" y="9669"/>
                  </a:lnTo>
                  <a:cubicBezTo>
                    <a:pt x="10693" y="8669"/>
                    <a:pt x="11241" y="7335"/>
                    <a:pt x="11241" y="5906"/>
                  </a:cubicBezTo>
                  <a:cubicBezTo>
                    <a:pt x="11217" y="4501"/>
                    <a:pt x="10669" y="3168"/>
                    <a:pt x="9669" y="2143"/>
                  </a:cubicBezTo>
                  <a:cubicBezTo>
                    <a:pt x="8716" y="1191"/>
                    <a:pt x="7431" y="643"/>
                    <a:pt x="6073" y="596"/>
                  </a:cubicBezTo>
                  <a:lnTo>
                    <a:pt x="6073" y="238"/>
                  </a:lnTo>
                  <a:cubicBezTo>
                    <a:pt x="6073" y="191"/>
                    <a:pt x="6025" y="119"/>
                    <a:pt x="6002" y="95"/>
                  </a:cubicBezTo>
                  <a:cubicBezTo>
                    <a:pt x="5954" y="24"/>
                    <a:pt x="5883" y="0"/>
                    <a:pt x="58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0" name="Google Shape;19800;p89"/>
          <p:cNvGrpSpPr/>
          <p:nvPr/>
        </p:nvGrpSpPr>
        <p:grpSpPr>
          <a:xfrm>
            <a:off x="6271189" y="3573060"/>
            <a:ext cx="355037" cy="354321"/>
            <a:chOff x="6156877" y="3573060"/>
            <a:chExt cx="355037" cy="354321"/>
          </a:xfrm>
        </p:grpSpPr>
        <p:sp>
          <p:nvSpPr>
            <p:cNvPr id="19801" name="Google Shape;19801;p89"/>
            <p:cNvSpPr/>
            <p:nvPr/>
          </p:nvSpPr>
          <p:spPr>
            <a:xfrm>
              <a:off x="6206579" y="3648314"/>
              <a:ext cx="278353" cy="248538"/>
            </a:xfrm>
            <a:custGeom>
              <a:rect b="b" l="l" r="r" t="t"/>
              <a:pathLst>
                <a:path extrusionOk="0" h="8336" w="9336">
                  <a:moveTo>
                    <a:pt x="167" y="1"/>
                  </a:moveTo>
                  <a:cubicBezTo>
                    <a:pt x="95" y="1"/>
                    <a:pt x="0" y="48"/>
                    <a:pt x="0" y="96"/>
                  </a:cubicBezTo>
                  <a:lnTo>
                    <a:pt x="0" y="8336"/>
                  </a:lnTo>
                  <a:lnTo>
                    <a:pt x="9335" y="8336"/>
                  </a:lnTo>
                  <a:lnTo>
                    <a:pt x="9335" y="4930"/>
                  </a:lnTo>
                  <a:cubicBezTo>
                    <a:pt x="9335" y="4877"/>
                    <a:pt x="9295" y="4850"/>
                    <a:pt x="9255" y="4850"/>
                  </a:cubicBezTo>
                  <a:cubicBezTo>
                    <a:pt x="9242" y="4850"/>
                    <a:pt x="9228" y="4853"/>
                    <a:pt x="9216" y="4859"/>
                  </a:cubicBezTo>
                  <a:lnTo>
                    <a:pt x="7097" y="6073"/>
                  </a:lnTo>
                  <a:cubicBezTo>
                    <a:pt x="7089" y="6088"/>
                    <a:pt x="7080" y="6094"/>
                    <a:pt x="7069" y="6094"/>
                  </a:cubicBezTo>
                  <a:cubicBezTo>
                    <a:pt x="7046" y="6094"/>
                    <a:pt x="7018" y="6066"/>
                    <a:pt x="7002" y="6050"/>
                  </a:cubicBezTo>
                  <a:lnTo>
                    <a:pt x="4477" y="2430"/>
                  </a:lnTo>
                  <a:cubicBezTo>
                    <a:pt x="4453" y="2382"/>
                    <a:pt x="4406" y="2382"/>
                    <a:pt x="4382" y="2382"/>
                  </a:cubicBezTo>
                  <a:lnTo>
                    <a:pt x="2596" y="3549"/>
                  </a:lnTo>
                  <a:cubicBezTo>
                    <a:pt x="2589" y="3556"/>
                    <a:pt x="2578" y="3559"/>
                    <a:pt x="2566" y="3559"/>
                  </a:cubicBezTo>
                  <a:cubicBezTo>
                    <a:pt x="2536" y="3559"/>
                    <a:pt x="2501" y="3542"/>
                    <a:pt x="2501" y="3525"/>
                  </a:cubicBezTo>
                  <a:lnTo>
                    <a:pt x="167"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89"/>
            <p:cNvSpPr/>
            <p:nvPr/>
          </p:nvSpPr>
          <p:spPr>
            <a:xfrm>
              <a:off x="6206579" y="3649388"/>
              <a:ext cx="71019" cy="107155"/>
            </a:xfrm>
            <a:custGeom>
              <a:rect b="b" l="l" r="r" t="t"/>
              <a:pathLst>
                <a:path extrusionOk="0" h="3594" w="2382">
                  <a:moveTo>
                    <a:pt x="75" y="1"/>
                  </a:moveTo>
                  <a:cubicBezTo>
                    <a:pt x="40" y="1"/>
                    <a:pt x="0" y="37"/>
                    <a:pt x="0" y="84"/>
                  </a:cubicBezTo>
                  <a:lnTo>
                    <a:pt x="0" y="536"/>
                  </a:lnTo>
                  <a:lnTo>
                    <a:pt x="2024" y="3537"/>
                  </a:lnTo>
                  <a:cubicBezTo>
                    <a:pt x="2024" y="3572"/>
                    <a:pt x="2063" y="3594"/>
                    <a:pt x="2092" y="3594"/>
                  </a:cubicBezTo>
                  <a:cubicBezTo>
                    <a:pt x="2103" y="3594"/>
                    <a:pt x="2113" y="3591"/>
                    <a:pt x="2120" y="3584"/>
                  </a:cubicBezTo>
                  <a:lnTo>
                    <a:pt x="2381" y="3394"/>
                  </a:lnTo>
                  <a:lnTo>
                    <a:pt x="119" y="36"/>
                  </a:lnTo>
                  <a:cubicBezTo>
                    <a:pt x="111" y="11"/>
                    <a:pt x="94" y="1"/>
                    <a:pt x="7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89"/>
            <p:cNvSpPr/>
            <p:nvPr/>
          </p:nvSpPr>
          <p:spPr>
            <a:xfrm>
              <a:off x="6329389" y="3719841"/>
              <a:ext cx="82409" cy="110882"/>
            </a:xfrm>
            <a:custGeom>
              <a:rect b="b" l="l" r="r" t="t"/>
              <a:pathLst>
                <a:path extrusionOk="0" h="3719" w="2764">
                  <a:moveTo>
                    <a:pt x="270" y="0"/>
                  </a:moveTo>
                  <a:cubicBezTo>
                    <a:pt x="266" y="0"/>
                    <a:pt x="263" y="2"/>
                    <a:pt x="263" y="7"/>
                  </a:cubicBezTo>
                  <a:lnTo>
                    <a:pt x="1" y="197"/>
                  </a:lnTo>
                  <a:lnTo>
                    <a:pt x="2406" y="3674"/>
                  </a:lnTo>
                  <a:cubicBezTo>
                    <a:pt x="2423" y="3691"/>
                    <a:pt x="2450" y="3719"/>
                    <a:pt x="2474" y="3719"/>
                  </a:cubicBezTo>
                  <a:cubicBezTo>
                    <a:pt x="2484" y="3719"/>
                    <a:pt x="2494" y="3713"/>
                    <a:pt x="2501" y="3698"/>
                  </a:cubicBezTo>
                  <a:lnTo>
                    <a:pt x="2763" y="3555"/>
                  </a:lnTo>
                  <a:lnTo>
                    <a:pt x="334" y="55"/>
                  </a:lnTo>
                  <a:cubicBezTo>
                    <a:pt x="334" y="35"/>
                    <a:pt x="288" y="0"/>
                    <a:pt x="270"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89"/>
            <p:cNvSpPr/>
            <p:nvPr/>
          </p:nvSpPr>
          <p:spPr>
            <a:xfrm>
              <a:off x="6469282" y="3792889"/>
              <a:ext cx="14222" cy="103965"/>
            </a:xfrm>
            <a:custGeom>
              <a:rect b="b" l="l" r="r" t="t"/>
              <a:pathLst>
                <a:path extrusionOk="0" h="3487" w="477">
                  <a:moveTo>
                    <a:pt x="416" y="1"/>
                  </a:moveTo>
                  <a:cubicBezTo>
                    <a:pt x="401" y="1"/>
                    <a:pt x="381" y="4"/>
                    <a:pt x="358" y="10"/>
                  </a:cubicBezTo>
                  <a:lnTo>
                    <a:pt x="0" y="224"/>
                  </a:lnTo>
                  <a:lnTo>
                    <a:pt x="0" y="3487"/>
                  </a:lnTo>
                  <a:lnTo>
                    <a:pt x="477" y="3487"/>
                  </a:lnTo>
                  <a:lnTo>
                    <a:pt x="477" y="81"/>
                  </a:lnTo>
                  <a:cubicBezTo>
                    <a:pt x="477" y="28"/>
                    <a:pt x="463" y="1"/>
                    <a:pt x="416"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89"/>
            <p:cNvSpPr/>
            <p:nvPr/>
          </p:nvSpPr>
          <p:spPr>
            <a:xfrm>
              <a:off x="6163257" y="3896825"/>
              <a:ext cx="343678" cy="24180"/>
            </a:xfrm>
            <a:custGeom>
              <a:rect b="b" l="l" r="r" t="t"/>
              <a:pathLst>
                <a:path extrusionOk="0" h="811" w="11527">
                  <a:moveTo>
                    <a:pt x="119" y="1"/>
                  </a:moveTo>
                  <a:cubicBezTo>
                    <a:pt x="72" y="1"/>
                    <a:pt x="0" y="72"/>
                    <a:pt x="0" y="120"/>
                  </a:cubicBezTo>
                  <a:lnTo>
                    <a:pt x="0" y="691"/>
                  </a:lnTo>
                  <a:cubicBezTo>
                    <a:pt x="0" y="739"/>
                    <a:pt x="72" y="810"/>
                    <a:pt x="119" y="810"/>
                  </a:cubicBezTo>
                  <a:lnTo>
                    <a:pt x="11407" y="810"/>
                  </a:lnTo>
                  <a:cubicBezTo>
                    <a:pt x="11455" y="810"/>
                    <a:pt x="11503" y="787"/>
                    <a:pt x="11527" y="691"/>
                  </a:cubicBezTo>
                  <a:lnTo>
                    <a:pt x="11527" y="120"/>
                  </a:lnTo>
                  <a:cubicBezTo>
                    <a:pt x="11527" y="72"/>
                    <a:pt x="11455" y="1"/>
                    <a:pt x="11407"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89"/>
            <p:cNvSpPr/>
            <p:nvPr/>
          </p:nvSpPr>
          <p:spPr>
            <a:xfrm>
              <a:off x="6488454" y="3896825"/>
              <a:ext cx="17770" cy="24180"/>
            </a:xfrm>
            <a:custGeom>
              <a:rect b="b" l="l" r="r" t="t"/>
              <a:pathLst>
                <a:path extrusionOk="0" h="811" w="596">
                  <a:moveTo>
                    <a:pt x="0" y="1"/>
                  </a:moveTo>
                  <a:cubicBezTo>
                    <a:pt x="48" y="1"/>
                    <a:pt x="119" y="72"/>
                    <a:pt x="119" y="120"/>
                  </a:cubicBezTo>
                  <a:lnTo>
                    <a:pt x="119" y="691"/>
                  </a:lnTo>
                  <a:cubicBezTo>
                    <a:pt x="119" y="739"/>
                    <a:pt x="48" y="810"/>
                    <a:pt x="0" y="810"/>
                  </a:cubicBezTo>
                  <a:lnTo>
                    <a:pt x="477" y="810"/>
                  </a:lnTo>
                  <a:cubicBezTo>
                    <a:pt x="524" y="810"/>
                    <a:pt x="596" y="763"/>
                    <a:pt x="596" y="691"/>
                  </a:cubicBezTo>
                  <a:lnTo>
                    <a:pt x="596" y="120"/>
                  </a:lnTo>
                  <a:cubicBezTo>
                    <a:pt x="596" y="72"/>
                    <a:pt x="548"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89"/>
            <p:cNvSpPr/>
            <p:nvPr/>
          </p:nvSpPr>
          <p:spPr>
            <a:xfrm>
              <a:off x="6247754" y="3708273"/>
              <a:ext cx="241442" cy="128234"/>
            </a:xfrm>
            <a:custGeom>
              <a:rect b="b" l="l" r="r" t="t"/>
              <a:pathLst>
                <a:path extrusionOk="0" h="4301" w="8098">
                  <a:moveTo>
                    <a:pt x="172" y="1"/>
                  </a:moveTo>
                  <a:cubicBezTo>
                    <a:pt x="146" y="1"/>
                    <a:pt x="119" y="6"/>
                    <a:pt x="96" y="14"/>
                  </a:cubicBezTo>
                  <a:cubicBezTo>
                    <a:pt x="0" y="85"/>
                    <a:pt x="0" y="181"/>
                    <a:pt x="24" y="252"/>
                  </a:cubicBezTo>
                  <a:lnTo>
                    <a:pt x="953" y="1657"/>
                  </a:lnTo>
                  <a:cubicBezTo>
                    <a:pt x="983" y="1732"/>
                    <a:pt x="1068" y="1769"/>
                    <a:pt x="1151" y="1769"/>
                  </a:cubicBezTo>
                  <a:cubicBezTo>
                    <a:pt x="1201" y="1769"/>
                    <a:pt x="1251" y="1755"/>
                    <a:pt x="1286" y="1729"/>
                  </a:cubicBezTo>
                  <a:lnTo>
                    <a:pt x="2977" y="585"/>
                  </a:lnTo>
                  <a:lnTo>
                    <a:pt x="5454" y="4158"/>
                  </a:lnTo>
                  <a:cubicBezTo>
                    <a:pt x="5486" y="4221"/>
                    <a:pt x="5560" y="4263"/>
                    <a:pt x="5641" y="4263"/>
                  </a:cubicBezTo>
                  <a:cubicBezTo>
                    <a:pt x="5681" y="4263"/>
                    <a:pt x="5724" y="4253"/>
                    <a:pt x="5763" y="4229"/>
                  </a:cubicBezTo>
                  <a:lnTo>
                    <a:pt x="7740" y="3086"/>
                  </a:lnTo>
                  <a:lnTo>
                    <a:pt x="7740" y="4134"/>
                  </a:lnTo>
                  <a:cubicBezTo>
                    <a:pt x="7740" y="4229"/>
                    <a:pt x="7788" y="4301"/>
                    <a:pt x="7883" y="4301"/>
                  </a:cubicBezTo>
                  <a:cubicBezTo>
                    <a:pt x="8002" y="4301"/>
                    <a:pt x="8097" y="4253"/>
                    <a:pt x="8097" y="4134"/>
                  </a:cubicBezTo>
                  <a:lnTo>
                    <a:pt x="8097" y="2919"/>
                  </a:lnTo>
                  <a:cubicBezTo>
                    <a:pt x="8097" y="2848"/>
                    <a:pt x="8050" y="2800"/>
                    <a:pt x="8026" y="2753"/>
                  </a:cubicBezTo>
                  <a:cubicBezTo>
                    <a:pt x="7964" y="2706"/>
                    <a:pt x="7892" y="2670"/>
                    <a:pt x="7816" y="2670"/>
                  </a:cubicBezTo>
                  <a:cubicBezTo>
                    <a:pt x="7775" y="2670"/>
                    <a:pt x="7734" y="2680"/>
                    <a:pt x="7692" y="2705"/>
                  </a:cubicBezTo>
                  <a:lnTo>
                    <a:pt x="5668" y="3896"/>
                  </a:lnTo>
                  <a:lnTo>
                    <a:pt x="3215" y="324"/>
                  </a:lnTo>
                  <a:cubicBezTo>
                    <a:pt x="3156" y="249"/>
                    <a:pt x="3087" y="212"/>
                    <a:pt x="3015" y="212"/>
                  </a:cubicBezTo>
                  <a:cubicBezTo>
                    <a:pt x="2971" y="212"/>
                    <a:pt x="2926" y="225"/>
                    <a:pt x="2882" y="252"/>
                  </a:cubicBezTo>
                  <a:lnTo>
                    <a:pt x="1191" y="1395"/>
                  </a:lnTo>
                  <a:lnTo>
                    <a:pt x="310" y="85"/>
                  </a:lnTo>
                  <a:cubicBezTo>
                    <a:pt x="278" y="22"/>
                    <a:pt x="225" y="1"/>
                    <a:pt x="1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89"/>
            <p:cNvSpPr/>
            <p:nvPr/>
          </p:nvSpPr>
          <p:spPr>
            <a:xfrm>
              <a:off x="6156877" y="3573060"/>
              <a:ext cx="355037" cy="354321"/>
            </a:xfrm>
            <a:custGeom>
              <a:rect b="b" l="l" r="r" t="t"/>
              <a:pathLst>
                <a:path extrusionOk="0" h="11884" w="11908">
                  <a:moveTo>
                    <a:pt x="11550" y="11050"/>
                  </a:moveTo>
                  <a:lnTo>
                    <a:pt x="11550" y="11527"/>
                  </a:lnTo>
                  <a:lnTo>
                    <a:pt x="405" y="11527"/>
                  </a:lnTo>
                  <a:lnTo>
                    <a:pt x="405" y="11050"/>
                  </a:lnTo>
                  <a:close/>
                  <a:moveTo>
                    <a:pt x="929" y="0"/>
                  </a:moveTo>
                  <a:cubicBezTo>
                    <a:pt x="810" y="0"/>
                    <a:pt x="714" y="72"/>
                    <a:pt x="714" y="191"/>
                  </a:cubicBezTo>
                  <a:lnTo>
                    <a:pt x="714" y="977"/>
                  </a:lnTo>
                  <a:lnTo>
                    <a:pt x="524" y="977"/>
                  </a:lnTo>
                  <a:cubicBezTo>
                    <a:pt x="429" y="977"/>
                    <a:pt x="333" y="1048"/>
                    <a:pt x="333" y="1143"/>
                  </a:cubicBezTo>
                  <a:cubicBezTo>
                    <a:pt x="333" y="1263"/>
                    <a:pt x="405" y="1334"/>
                    <a:pt x="524" y="1334"/>
                  </a:cubicBezTo>
                  <a:lnTo>
                    <a:pt x="714" y="1334"/>
                  </a:lnTo>
                  <a:lnTo>
                    <a:pt x="714" y="2239"/>
                  </a:lnTo>
                  <a:lnTo>
                    <a:pt x="524" y="2239"/>
                  </a:lnTo>
                  <a:cubicBezTo>
                    <a:pt x="429" y="2239"/>
                    <a:pt x="333" y="2287"/>
                    <a:pt x="333" y="2382"/>
                  </a:cubicBezTo>
                  <a:cubicBezTo>
                    <a:pt x="333" y="2501"/>
                    <a:pt x="405" y="2596"/>
                    <a:pt x="524" y="2596"/>
                  </a:cubicBezTo>
                  <a:lnTo>
                    <a:pt x="714" y="2596"/>
                  </a:lnTo>
                  <a:lnTo>
                    <a:pt x="714" y="3477"/>
                  </a:lnTo>
                  <a:lnTo>
                    <a:pt x="524" y="3477"/>
                  </a:lnTo>
                  <a:cubicBezTo>
                    <a:pt x="429" y="3477"/>
                    <a:pt x="333" y="3549"/>
                    <a:pt x="333" y="3644"/>
                  </a:cubicBezTo>
                  <a:cubicBezTo>
                    <a:pt x="333" y="3763"/>
                    <a:pt x="405" y="3834"/>
                    <a:pt x="524" y="3834"/>
                  </a:cubicBezTo>
                  <a:lnTo>
                    <a:pt x="714" y="3834"/>
                  </a:lnTo>
                  <a:lnTo>
                    <a:pt x="714" y="4739"/>
                  </a:lnTo>
                  <a:lnTo>
                    <a:pt x="524" y="4739"/>
                  </a:lnTo>
                  <a:cubicBezTo>
                    <a:pt x="429" y="4739"/>
                    <a:pt x="333" y="4787"/>
                    <a:pt x="333" y="4882"/>
                  </a:cubicBezTo>
                  <a:cubicBezTo>
                    <a:pt x="333" y="5001"/>
                    <a:pt x="405" y="5097"/>
                    <a:pt x="524" y="5097"/>
                  </a:cubicBezTo>
                  <a:lnTo>
                    <a:pt x="714" y="5097"/>
                  </a:lnTo>
                  <a:lnTo>
                    <a:pt x="714" y="5978"/>
                  </a:lnTo>
                  <a:lnTo>
                    <a:pt x="524" y="5978"/>
                  </a:lnTo>
                  <a:cubicBezTo>
                    <a:pt x="429" y="5978"/>
                    <a:pt x="333" y="6049"/>
                    <a:pt x="333" y="6144"/>
                  </a:cubicBezTo>
                  <a:cubicBezTo>
                    <a:pt x="333" y="6264"/>
                    <a:pt x="405" y="6335"/>
                    <a:pt x="524" y="6335"/>
                  </a:cubicBezTo>
                  <a:lnTo>
                    <a:pt x="714" y="6335"/>
                  </a:lnTo>
                  <a:lnTo>
                    <a:pt x="714" y="7240"/>
                  </a:lnTo>
                  <a:lnTo>
                    <a:pt x="524" y="7240"/>
                  </a:lnTo>
                  <a:cubicBezTo>
                    <a:pt x="429" y="7240"/>
                    <a:pt x="333" y="7288"/>
                    <a:pt x="333" y="7383"/>
                  </a:cubicBezTo>
                  <a:cubicBezTo>
                    <a:pt x="333" y="7502"/>
                    <a:pt x="405" y="7597"/>
                    <a:pt x="524" y="7597"/>
                  </a:cubicBezTo>
                  <a:lnTo>
                    <a:pt x="714" y="7597"/>
                  </a:lnTo>
                  <a:lnTo>
                    <a:pt x="714" y="8478"/>
                  </a:lnTo>
                  <a:lnTo>
                    <a:pt x="524" y="8478"/>
                  </a:lnTo>
                  <a:cubicBezTo>
                    <a:pt x="429" y="8478"/>
                    <a:pt x="333" y="8550"/>
                    <a:pt x="333" y="8645"/>
                  </a:cubicBezTo>
                  <a:cubicBezTo>
                    <a:pt x="333" y="8764"/>
                    <a:pt x="405" y="8836"/>
                    <a:pt x="524" y="8836"/>
                  </a:cubicBezTo>
                  <a:lnTo>
                    <a:pt x="714" y="8836"/>
                  </a:lnTo>
                  <a:lnTo>
                    <a:pt x="714" y="9740"/>
                  </a:lnTo>
                  <a:lnTo>
                    <a:pt x="524" y="9740"/>
                  </a:lnTo>
                  <a:cubicBezTo>
                    <a:pt x="429" y="9740"/>
                    <a:pt x="333" y="9788"/>
                    <a:pt x="333" y="9883"/>
                  </a:cubicBezTo>
                  <a:cubicBezTo>
                    <a:pt x="333" y="10002"/>
                    <a:pt x="405" y="10098"/>
                    <a:pt x="524" y="10098"/>
                  </a:cubicBezTo>
                  <a:lnTo>
                    <a:pt x="714" y="10098"/>
                  </a:lnTo>
                  <a:lnTo>
                    <a:pt x="714" y="10717"/>
                  </a:lnTo>
                  <a:lnTo>
                    <a:pt x="310" y="10717"/>
                  </a:lnTo>
                  <a:cubicBezTo>
                    <a:pt x="167" y="10717"/>
                    <a:pt x="0" y="10836"/>
                    <a:pt x="0" y="11026"/>
                  </a:cubicBezTo>
                  <a:lnTo>
                    <a:pt x="0" y="11574"/>
                  </a:lnTo>
                  <a:cubicBezTo>
                    <a:pt x="0" y="11741"/>
                    <a:pt x="119" y="11884"/>
                    <a:pt x="310" y="11884"/>
                  </a:cubicBezTo>
                  <a:lnTo>
                    <a:pt x="11598" y="11884"/>
                  </a:lnTo>
                  <a:cubicBezTo>
                    <a:pt x="11741" y="11884"/>
                    <a:pt x="11883" y="11765"/>
                    <a:pt x="11883" y="11574"/>
                  </a:cubicBezTo>
                  <a:lnTo>
                    <a:pt x="11883" y="11026"/>
                  </a:lnTo>
                  <a:cubicBezTo>
                    <a:pt x="11907" y="10836"/>
                    <a:pt x="11764" y="10717"/>
                    <a:pt x="11621" y="10717"/>
                  </a:cubicBezTo>
                  <a:lnTo>
                    <a:pt x="11145" y="10717"/>
                  </a:lnTo>
                  <a:lnTo>
                    <a:pt x="11145" y="9526"/>
                  </a:lnTo>
                  <a:cubicBezTo>
                    <a:pt x="11145" y="9431"/>
                    <a:pt x="11074" y="9359"/>
                    <a:pt x="11002" y="9359"/>
                  </a:cubicBezTo>
                  <a:cubicBezTo>
                    <a:pt x="10883" y="9359"/>
                    <a:pt x="10788" y="9407"/>
                    <a:pt x="10788" y="9526"/>
                  </a:cubicBezTo>
                  <a:lnTo>
                    <a:pt x="10788" y="10717"/>
                  </a:lnTo>
                  <a:lnTo>
                    <a:pt x="1858" y="10717"/>
                  </a:lnTo>
                  <a:lnTo>
                    <a:pt x="1858" y="2977"/>
                  </a:lnTo>
                  <a:lnTo>
                    <a:pt x="2620" y="4144"/>
                  </a:lnTo>
                  <a:cubicBezTo>
                    <a:pt x="2661" y="4200"/>
                    <a:pt x="2711" y="4223"/>
                    <a:pt x="2760" y="4223"/>
                  </a:cubicBezTo>
                  <a:cubicBezTo>
                    <a:pt x="2794" y="4223"/>
                    <a:pt x="2828" y="4211"/>
                    <a:pt x="2858" y="4192"/>
                  </a:cubicBezTo>
                  <a:cubicBezTo>
                    <a:pt x="2953" y="4144"/>
                    <a:pt x="2953" y="4049"/>
                    <a:pt x="2929" y="3954"/>
                  </a:cubicBezTo>
                  <a:lnTo>
                    <a:pt x="1953" y="2501"/>
                  </a:lnTo>
                  <a:cubicBezTo>
                    <a:pt x="1898" y="2428"/>
                    <a:pt x="1816" y="2397"/>
                    <a:pt x="1738" y="2397"/>
                  </a:cubicBezTo>
                  <a:cubicBezTo>
                    <a:pt x="1713" y="2397"/>
                    <a:pt x="1690" y="2400"/>
                    <a:pt x="1667" y="2406"/>
                  </a:cubicBezTo>
                  <a:cubicBezTo>
                    <a:pt x="1596" y="2453"/>
                    <a:pt x="1500" y="2525"/>
                    <a:pt x="1500" y="2644"/>
                  </a:cubicBezTo>
                  <a:lnTo>
                    <a:pt x="1500" y="10717"/>
                  </a:lnTo>
                  <a:lnTo>
                    <a:pt x="1072" y="10717"/>
                  </a:lnTo>
                  <a:lnTo>
                    <a:pt x="1072" y="191"/>
                  </a:lnTo>
                  <a:cubicBezTo>
                    <a:pt x="1072" y="96"/>
                    <a:pt x="1024"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9" name="Google Shape;19809;p89"/>
          <p:cNvGrpSpPr/>
          <p:nvPr/>
        </p:nvGrpSpPr>
        <p:grpSpPr>
          <a:xfrm>
            <a:off x="5511689" y="3573060"/>
            <a:ext cx="354351" cy="352205"/>
            <a:chOff x="5549777" y="3573060"/>
            <a:chExt cx="354351" cy="352205"/>
          </a:xfrm>
        </p:grpSpPr>
        <p:sp>
          <p:nvSpPr>
            <p:cNvPr id="19810" name="Google Shape;19810;p89"/>
            <p:cNvSpPr/>
            <p:nvPr/>
          </p:nvSpPr>
          <p:spPr>
            <a:xfrm>
              <a:off x="5553325" y="3650640"/>
              <a:ext cx="172569" cy="99254"/>
            </a:xfrm>
            <a:custGeom>
              <a:rect b="b" l="l" r="r" t="t"/>
              <a:pathLst>
                <a:path extrusionOk="0" h="3329" w="5788">
                  <a:moveTo>
                    <a:pt x="635" y="0"/>
                  </a:moveTo>
                  <a:cubicBezTo>
                    <a:pt x="608" y="0"/>
                    <a:pt x="584" y="6"/>
                    <a:pt x="572" y="18"/>
                  </a:cubicBezTo>
                  <a:lnTo>
                    <a:pt x="1" y="447"/>
                  </a:lnTo>
                  <a:cubicBezTo>
                    <a:pt x="1" y="2042"/>
                    <a:pt x="1287" y="3328"/>
                    <a:pt x="2906" y="3328"/>
                  </a:cubicBezTo>
                  <a:cubicBezTo>
                    <a:pt x="4502" y="3328"/>
                    <a:pt x="5788" y="2018"/>
                    <a:pt x="5788" y="447"/>
                  </a:cubicBezTo>
                  <a:lnTo>
                    <a:pt x="4478" y="447"/>
                  </a:lnTo>
                  <a:cubicBezTo>
                    <a:pt x="4478" y="1328"/>
                    <a:pt x="3763" y="2042"/>
                    <a:pt x="2858" y="2042"/>
                  </a:cubicBezTo>
                  <a:cubicBezTo>
                    <a:pt x="1977" y="2042"/>
                    <a:pt x="1263" y="1328"/>
                    <a:pt x="1263" y="447"/>
                  </a:cubicBezTo>
                  <a:lnTo>
                    <a:pt x="715" y="18"/>
                  </a:lnTo>
                  <a:cubicBezTo>
                    <a:pt x="691" y="6"/>
                    <a:pt x="662" y="0"/>
                    <a:pt x="635" y="0"/>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89"/>
            <p:cNvSpPr/>
            <p:nvPr/>
          </p:nvSpPr>
          <p:spPr>
            <a:xfrm>
              <a:off x="5631441" y="3663938"/>
              <a:ext cx="94454" cy="85957"/>
            </a:xfrm>
            <a:custGeom>
              <a:rect b="b" l="l" r="r" t="t"/>
              <a:pathLst>
                <a:path extrusionOk="0" h="2883" w="3168">
                  <a:moveTo>
                    <a:pt x="3168" y="1"/>
                  </a:moveTo>
                  <a:cubicBezTo>
                    <a:pt x="3168" y="9"/>
                    <a:pt x="3168" y="17"/>
                    <a:pt x="3168" y="24"/>
                  </a:cubicBezTo>
                  <a:lnTo>
                    <a:pt x="3168" y="24"/>
                  </a:lnTo>
                  <a:lnTo>
                    <a:pt x="3168" y="1"/>
                  </a:lnTo>
                  <a:close/>
                  <a:moveTo>
                    <a:pt x="2620" y="24"/>
                  </a:moveTo>
                  <a:cubicBezTo>
                    <a:pt x="2620" y="1501"/>
                    <a:pt x="1477" y="2763"/>
                    <a:pt x="0" y="2882"/>
                  </a:cubicBezTo>
                  <a:lnTo>
                    <a:pt x="286" y="2882"/>
                  </a:lnTo>
                  <a:cubicBezTo>
                    <a:pt x="1874" y="2882"/>
                    <a:pt x="3155" y="1586"/>
                    <a:pt x="3168" y="24"/>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89"/>
            <p:cNvSpPr/>
            <p:nvPr/>
          </p:nvSpPr>
          <p:spPr>
            <a:xfrm>
              <a:off x="5554756" y="3577324"/>
              <a:ext cx="171854" cy="99254"/>
            </a:xfrm>
            <a:custGeom>
              <a:rect b="b" l="l" r="r" t="t"/>
              <a:pathLst>
                <a:path extrusionOk="0" h="3329" w="5764">
                  <a:moveTo>
                    <a:pt x="2882" y="0"/>
                  </a:moveTo>
                  <a:cubicBezTo>
                    <a:pt x="1263" y="0"/>
                    <a:pt x="0" y="1310"/>
                    <a:pt x="0" y="2906"/>
                  </a:cubicBezTo>
                  <a:lnTo>
                    <a:pt x="1310" y="2906"/>
                  </a:lnTo>
                  <a:cubicBezTo>
                    <a:pt x="1310" y="2001"/>
                    <a:pt x="2025" y="1286"/>
                    <a:pt x="2906" y="1286"/>
                  </a:cubicBezTo>
                  <a:cubicBezTo>
                    <a:pt x="3811" y="1286"/>
                    <a:pt x="4525" y="2001"/>
                    <a:pt x="4525" y="2906"/>
                  </a:cubicBezTo>
                  <a:lnTo>
                    <a:pt x="5049" y="3310"/>
                  </a:lnTo>
                  <a:cubicBezTo>
                    <a:pt x="5085" y="3322"/>
                    <a:pt x="5115" y="3328"/>
                    <a:pt x="5138" y="3328"/>
                  </a:cubicBezTo>
                  <a:cubicBezTo>
                    <a:pt x="5162" y="3328"/>
                    <a:pt x="5180" y="3322"/>
                    <a:pt x="5192" y="3310"/>
                  </a:cubicBezTo>
                  <a:lnTo>
                    <a:pt x="5763" y="2906"/>
                  </a:lnTo>
                  <a:cubicBezTo>
                    <a:pt x="5763" y="1286"/>
                    <a:pt x="4477" y="0"/>
                    <a:pt x="2882"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89"/>
            <p:cNvSpPr/>
            <p:nvPr/>
          </p:nvSpPr>
          <p:spPr>
            <a:xfrm>
              <a:off x="5631441" y="3578725"/>
              <a:ext cx="94454" cy="97853"/>
            </a:xfrm>
            <a:custGeom>
              <a:rect b="b" l="l" r="r" t="t"/>
              <a:pathLst>
                <a:path extrusionOk="0" h="3282" w="3168">
                  <a:moveTo>
                    <a:pt x="0" y="1"/>
                  </a:moveTo>
                  <a:cubicBezTo>
                    <a:pt x="1429" y="144"/>
                    <a:pt x="2548" y="1263"/>
                    <a:pt x="2620" y="2668"/>
                  </a:cubicBezTo>
                  <a:cubicBezTo>
                    <a:pt x="2620" y="2787"/>
                    <a:pt x="2572" y="2906"/>
                    <a:pt x="2477" y="2978"/>
                  </a:cubicBezTo>
                  <a:lnTo>
                    <a:pt x="2263" y="3121"/>
                  </a:lnTo>
                  <a:lnTo>
                    <a:pt x="2453" y="3263"/>
                  </a:lnTo>
                  <a:cubicBezTo>
                    <a:pt x="2477" y="3275"/>
                    <a:pt x="2507" y="3281"/>
                    <a:pt x="2534" y="3281"/>
                  </a:cubicBezTo>
                  <a:cubicBezTo>
                    <a:pt x="2560" y="3281"/>
                    <a:pt x="2584" y="3275"/>
                    <a:pt x="2596" y="3263"/>
                  </a:cubicBezTo>
                  <a:lnTo>
                    <a:pt x="3168" y="2859"/>
                  </a:lnTo>
                  <a:cubicBezTo>
                    <a:pt x="3168" y="1263"/>
                    <a:pt x="1858" y="1"/>
                    <a:pt x="286"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89"/>
            <p:cNvSpPr/>
            <p:nvPr/>
          </p:nvSpPr>
          <p:spPr>
            <a:xfrm>
              <a:off x="5554756" y="3651325"/>
              <a:ext cx="37656" cy="21169"/>
            </a:xfrm>
            <a:custGeom>
              <a:rect b="b" l="l" r="r" t="t"/>
              <a:pathLst>
                <a:path extrusionOk="0" h="710" w="1263">
                  <a:moveTo>
                    <a:pt x="622" y="1"/>
                  </a:moveTo>
                  <a:cubicBezTo>
                    <a:pt x="596" y="1"/>
                    <a:pt x="572" y="7"/>
                    <a:pt x="548" y="19"/>
                  </a:cubicBezTo>
                  <a:lnTo>
                    <a:pt x="0" y="447"/>
                  </a:lnTo>
                  <a:lnTo>
                    <a:pt x="0" y="709"/>
                  </a:lnTo>
                  <a:lnTo>
                    <a:pt x="1263" y="709"/>
                  </a:lnTo>
                  <a:cubicBezTo>
                    <a:pt x="1239" y="614"/>
                    <a:pt x="1239" y="543"/>
                    <a:pt x="1239" y="447"/>
                  </a:cubicBezTo>
                  <a:lnTo>
                    <a:pt x="715" y="19"/>
                  </a:lnTo>
                  <a:cubicBezTo>
                    <a:pt x="679" y="7"/>
                    <a:pt x="649" y="1"/>
                    <a:pt x="622" y="1"/>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89"/>
            <p:cNvSpPr/>
            <p:nvPr/>
          </p:nvSpPr>
          <p:spPr>
            <a:xfrm>
              <a:off x="5724465" y="3650640"/>
              <a:ext cx="172539" cy="99254"/>
            </a:xfrm>
            <a:custGeom>
              <a:rect b="b" l="l" r="r" t="t"/>
              <a:pathLst>
                <a:path extrusionOk="0" h="3329" w="5787">
                  <a:moveTo>
                    <a:pt x="637" y="0"/>
                  </a:moveTo>
                  <a:cubicBezTo>
                    <a:pt x="607" y="0"/>
                    <a:pt x="583" y="6"/>
                    <a:pt x="572" y="18"/>
                  </a:cubicBezTo>
                  <a:lnTo>
                    <a:pt x="0" y="447"/>
                  </a:lnTo>
                  <a:cubicBezTo>
                    <a:pt x="0" y="2042"/>
                    <a:pt x="1334" y="3328"/>
                    <a:pt x="2905" y="3328"/>
                  </a:cubicBezTo>
                  <a:cubicBezTo>
                    <a:pt x="4501" y="3328"/>
                    <a:pt x="5787" y="2018"/>
                    <a:pt x="5787" y="447"/>
                  </a:cubicBezTo>
                  <a:lnTo>
                    <a:pt x="4477" y="447"/>
                  </a:lnTo>
                  <a:cubicBezTo>
                    <a:pt x="4477" y="1328"/>
                    <a:pt x="3763" y="2042"/>
                    <a:pt x="2882" y="2042"/>
                  </a:cubicBezTo>
                  <a:cubicBezTo>
                    <a:pt x="1977" y="2042"/>
                    <a:pt x="1262" y="1328"/>
                    <a:pt x="1262" y="447"/>
                  </a:cubicBezTo>
                  <a:lnTo>
                    <a:pt x="738" y="18"/>
                  </a:lnTo>
                  <a:cubicBezTo>
                    <a:pt x="703" y="6"/>
                    <a:pt x="667" y="0"/>
                    <a:pt x="6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89"/>
            <p:cNvSpPr/>
            <p:nvPr/>
          </p:nvSpPr>
          <p:spPr>
            <a:xfrm>
              <a:off x="5802552" y="3663938"/>
              <a:ext cx="94454" cy="85957"/>
            </a:xfrm>
            <a:custGeom>
              <a:rect b="b" l="l" r="r" t="t"/>
              <a:pathLst>
                <a:path extrusionOk="0" h="2883" w="3168">
                  <a:moveTo>
                    <a:pt x="3168" y="1"/>
                  </a:moveTo>
                  <a:cubicBezTo>
                    <a:pt x="3168" y="9"/>
                    <a:pt x="3168" y="17"/>
                    <a:pt x="3168" y="24"/>
                  </a:cubicBezTo>
                  <a:lnTo>
                    <a:pt x="3168" y="24"/>
                  </a:lnTo>
                  <a:lnTo>
                    <a:pt x="3168" y="1"/>
                  </a:lnTo>
                  <a:close/>
                  <a:moveTo>
                    <a:pt x="2620" y="24"/>
                  </a:moveTo>
                  <a:cubicBezTo>
                    <a:pt x="2620" y="1501"/>
                    <a:pt x="1477" y="2763"/>
                    <a:pt x="1" y="2882"/>
                  </a:cubicBezTo>
                  <a:lnTo>
                    <a:pt x="286" y="2882"/>
                  </a:lnTo>
                  <a:cubicBezTo>
                    <a:pt x="1874" y="2882"/>
                    <a:pt x="3155" y="1586"/>
                    <a:pt x="3168" y="2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89"/>
            <p:cNvSpPr/>
            <p:nvPr/>
          </p:nvSpPr>
          <p:spPr>
            <a:xfrm>
              <a:off x="5725866" y="3577324"/>
              <a:ext cx="171854" cy="99254"/>
            </a:xfrm>
            <a:custGeom>
              <a:rect b="b" l="l" r="r" t="t"/>
              <a:pathLst>
                <a:path extrusionOk="0" h="3329" w="5764">
                  <a:moveTo>
                    <a:pt x="2882" y="0"/>
                  </a:moveTo>
                  <a:cubicBezTo>
                    <a:pt x="1287" y="0"/>
                    <a:pt x="1" y="1310"/>
                    <a:pt x="1" y="2906"/>
                  </a:cubicBezTo>
                  <a:lnTo>
                    <a:pt x="1310" y="2906"/>
                  </a:lnTo>
                  <a:cubicBezTo>
                    <a:pt x="1310" y="2001"/>
                    <a:pt x="2025" y="1286"/>
                    <a:pt x="2906" y="1286"/>
                  </a:cubicBezTo>
                  <a:cubicBezTo>
                    <a:pt x="3811" y="1286"/>
                    <a:pt x="4525" y="2001"/>
                    <a:pt x="4525" y="2906"/>
                  </a:cubicBezTo>
                  <a:lnTo>
                    <a:pt x="5049" y="3310"/>
                  </a:lnTo>
                  <a:cubicBezTo>
                    <a:pt x="5085" y="3322"/>
                    <a:pt x="5115" y="3328"/>
                    <a:pt x="5142" y="3328"/>
                  </a:cubicBezTo>
                  <a:cubicBezTo>
                    <a:pt x="5168" y="3328"/>
                    <a:pt x="5192" y="3322"/>
                    <a:pt x="5216" y="3310"/>
                  </a:cubicBezTo>
                  <a:lnTo>
                    <a:pt x="5764" y="2906"/>
                  </a:lnTo>
                  <a:cubicBezTo>
                    <a:pt x="5764" y="1286"/>
                    <a:pt x="4454" y="0"/>
                    <a:pt x="2882"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89"/>
            <p:cNvSpPr/>
            <p:nvPr/>
          </p:nvSpPr>
          <p:spPr>
            <a:xfrm>
              <a:off x="5803267" y="3578725"/>
              <a:ext cx="93738" cy="97853"/>
            </a:xfrm>
            <a:custGeom>
              <a:rect b="b" l="l" r="r" t="t"/>
              <a:pathLst>
                <a:path extrusionOk="0" h="3282" w="3144">
                  <a:moveTo>
                    <a:pt x="0" y="1"/>
                  </a:moveTo>
                  <a:cubicBezTo>
                    <a:pt x="1429" y="144"/>
                    <a:pt x="2525" y="1263"/>
                    <a:pt x="2620" y="2668"/>
                  </a:cubicBezTo>
                  <a:cubicBezTo>
                    <a:pt x="2620" y="2787"/>
                    <a:pt x="2549" y="2906"/>
                    <a:pt x="2453" y="2978"/>
                  </a:cubicBezTo>
                  <a:lnTo>
                    <a:pt x="2263" y="3121"/>
                  </a:lnTo>
                  <a:lnTo>
                    <a:pt x="2429" y="3263"/>
                  </a:lnTo>
                  <a:cubicBezTo>
                    <a:pt x="2465" y="3275"/>
                    <a:pt x="2495" y="3281"/>
                    <a:pt x="2519" y="3281"/>
                  </a:cubicBezTo>
                  <a:cubicBezTo>
                    <a:pt x="2543" y="3281"/>
                    <a:pt x="2560" y="3275"/>
                    <a:pt x="2572" y="3263"/>
                  </a:cubicBezTo>
                  <a:lnTo>
                    <a:pt x="3144" y="2859"/>
                  </a:lnTo>
                  <a:cubicBezTo>
                    <a:pt x="3144" y="1263"/>
                    <a:pt x="1858" y="1"/>
                    <a:pt x="262"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89"/>
            <p:cNvSpPr/>
            <p:nvPr/>
          </p:nvSpPr>
          <p:spPr>
            <a:xfrm>
              <a:off x="5725866" y="3651325"/>
              <a:ext cx="38372" cy="21169"/>
            </a:xfrm>
            <a:custGeom>
              <a:rect b="b" l="l" r="r" t="t"/>
              <a:pathLst>
                <a:path extrusionOk="0" h="710" w="1287">
                  <a:moveTo>
                    <a:pt x="626" y="1"/>
                  </a:moveTo>
                  <a:cubicBezTo>
                    <a:pt x="602" y="1"/>
                    <a:pt x="584" y="7"/>
                    <a:pt x="572" y="19"/>
                  </a:cubicBezTo>
                  <a:lnTo>
                    <a:pt x="1" y="447"/>
                  </a:lnTo>
                  <a:lnTo>
                    <a:pt x="1" y="709"/>
                  </a:lnTo>
                  <a:lnTo>
                    <a:pt x="1287" y="709"/>
                  </a:lnTo>
                  <a:cubicBezTo>
                    <a:pt x="1239" y="614"/>
                    <a:pt x="1239" y="543"/>
                    <a:pt x="1239" y="447"/>
                  </a:cubicBezTo>
                  <a:lnTo>
                    <a:pt x="715" y="19"/>
                  </a:lnTo>
                  <a:cubicBezTo>
                    <a:pt x="679" y="7"/>
                    <a:pt x="650" y="1"/>
                    <a:pt x="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89"/>
            <p:cNvSpPr/>
            <p:nvPr/>
          </p:nvSpPr>
          <p:spPr>
            <a:xfrm>
              <a:off x="5553325" y="3822645"/>
              <a:ext cx="172569" cy="99075"/>
            </a:xfrm>
            <a:custGeom>
              <a:rect b="b" l="l" r="r" t="t"/>
              <a:pathLst>
                <a:path extrusionOk="0" h="3323" w="5788">
                  <a:moveTo>
                    <a:pt x="635" y="0"/>
                  </a:moveTo>
                  <a:cubicBezTo>
                    <a:pt x="608" y="0"/>
                    <a:pt x="584" y="12"/>
                    <a:pt x="572" y="36"/>
                  </a:cubicBezTo>
                  <a:lnTo>
                    <a:pt x="1" y="441"/>
                  </a:lnTo>
                  <a:cubicBezTo>
                    <a:pt x="1" y="2060"/>
                    <a:pt x="1287" y="3322"/>
                    <a:pt x="2906" y="3322"/>
                  </a:cubicBezTo>
                  <a:cubicBezTo>
                    <a:pt x="4502" y="3322"/>
                    <a:pt x="5788" y="2012"/>
                    <a:pt x="5788" y="441"/>
                  </a:cubicBezTo>
                  <a:lnTo>
                    <a:pt x="4478" y="441"/>
                  </a:lnTo>
                  <a:cubicBezTo>
                    <a:pt x="4478" y="1346"/>
                    <a:pt x="3763" y="2060"/>
                    <a:pt x="2858" y="2060"/>
                  </a:cubicBezTo>
                  <a:cubicBezTo>
                    <a:pt x="1977" y="2060"/>
                    <a:pt x="1263" y="1346"/>
                    <a:pt x="1263" y="441"/>
                  </a:cubicBezTo>
                  <a:lnTo>
                    <a:pt x="715" y="36"/>
                  </a:lnTo>
                  <a:cubicBezTo>
                    <a:pt x="691" y="12"/>
                    <a:pt x="662" y="0"/>
                    <a:pt x="6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89"/>
            <p:cNvSpPr/>
            <p:nvPr/>
          </p:nvSpPr>
          <p:spPr>
            <a:xfrm>
              <a:off x="5631441" y="3835763"/>
              <a:ext cx="94454" cy="85957"/>
            </a:xfrm>
            <a:custGeom>
              <a:rect b="b" l="l" r="r" t="t"/>
              <a:pathLst>
                <a:path extrusionOk="0" h="2883" w="3168">
                  <a:moveTo>
                    <a:pt x="3168" y="1"/>
                  </a:moveTo>
                  <a:cubicBezTo>
                    <a:pt x="3168" y="9"/>
                    <a:pt x="3168" y="17"/>
                    <a:pt x="3168" y="25"/>
                  </a:cubicBezTo>
                  <a:lnTo>
                    <a:pt x="3168" y="25"/>
                  </a:lnTo>
                  <a:lnTo>
                    <a:pt x="3168" y="1"/>
                  </a:lnTo>
                  <a:close/>
                  <a:moveTo>
                    <a:pt x="2620" y="25"/>
                  </a:moveTo>
                  <a:cubicBezTo>
                    <a:pt x="2620" y="1525"/>
                    <a:pt x="1477" y="2763"/>
                    <a:pt x="0" y="2882"/>
                  </a:cubicBezTo>
                  <a:lnTo>
                    <a:pt x="286" y="2882"/>
                  </a:lnTo>
                  <a:cubicBezTo>
                    <a:pt x="1874" y="2882"/>
                    <a:pt x="3155" y="1586"/>
                    <a:pt x="3168" y="25"/>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89"/>
            <p:cNvSpPr/>
            <p:nvPr/>
          </p:nvSpPr>
          <p:spPr>
            <a:xfrm>
              <a:off x="5554756" y="3749865"/>
              <a:ext cx="171854" cy="99254"/>
            </a:xfrm>
            <a:custGeom>
              <a:rect b="b" l="l" r="r" t="t"/>
              <a:pathLst>
                <a:path extrusionOk="0" h="3329" w="5764">
                  <a:moveTo>
                    <a:pt x="2882" y="0"/>
                  </a:moveTo>
                  <a:cubicBezTo>
                    <a:pt x="1263" y="0"/>
                    <a:pt x="0" y="1310"/>
                    <a:pt x="0" y="2882"/>
                  </a:cubicBezTo>
                  <a:lnTo>
                    <a:pt x="1310" y="2882"/>
                  </a:lnTo>
                  <a:cubicBezTo>
                    <a:pt x="1310" y="2001"/>
                    <a:pt x="2025" y="1286"/>
                    <a:pt x="2906" y="1286"/>
                  </a:cubicBezTo>
                  <a:cubicBezTo>
                    <a:pt x="3811" y="1286"/>
                    <a:pt x="4525" y="2001"/>
                    <a:pt x="4525" y="2882"/>
                  </a:cubicBezTo>
                  <a:lnTo>
                    <a:pt x="5049" y="3310"/>
                  </a:lnTo>
                  <a:cubicBezTo>
                    <a:pt x="5085" y="3322"/>
                    <a:pt x="5115" y="3328"/>
                    <a:pt x="5138" y="3328"/>
                  </a:cubicBezTo>
                  <a:cubicBezTo>
                    <a:pt x="5162" y="3328"/>
                    <a:pt x="5180" y="3322"/>
                    <a:pt x="5192" y="3310"/>
                  </a:cubicBezTo>
                  <a:lnTo>
                    <a:pt x="5763" y="2882"/>
                  </a:lnTo>
                  <a:cubicBezTo>
                    <a:pt x="5763" y="1286"/>
                    <a:pt x="4477" y="0"/>
                    <a:pt x="2882" y="0"/>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89"/>
            <p:cNvSpPr/>
            <p:nvPr/>
          </p:nvSpPr>
          <p:spPr>
            <a:xfrm>
              <a:off x="5631441" y="3750551"/>
              <a:ext cx="94454" cy="98568"/>
            </a:xfrm>
            <a:custGeom>
              <a:rect b="b" l="l" r="r" t="t"/>
              <a:pathLst>
                <a:path extrusionOk="0" h="3306" w="3168">
                  <a:moveTo>
                    <a:pt x="0" y="1"/>
                  </a:moveTo>
                  <a:cubicBezTo>
                    <a:pt x="1429" y="144"/>
                    <a:pt x="2548" y="1287"/>
                    <a:pt x="2620" y="2692"/>
                  </a:cubicBezTo>
                  <a:cubicBezTo>
                    <a:pt x="2620" y="2811"/>
                    <a:pt x="2572" y="2930"/>
                    <a:pt x="2477" y="2978"/>
                  </a:cubicBezTo>
                  <a:lnTo>
                    <a:pt x="2263" y="3121"/>
                  </a:lnTo>
                  <a:lnTo>
                    <a:pt x="2453" y="3287"/>
                  </a:lnTo>
                  <a:cubicBezTo>
                    <a:pt x="2477" y="3299"/>
                    <a:pt x="2507" y="3305"/>
                    <a:pt x="2534" y="3305"/>
                  </a:cubicBezTo>
                  <a:cubicBezTo>
                    <a:pt x="2560" y="3305"/>
                    <a:pt x="2584" y="3299"/>
                    <a:pt x="2596" y="3287"/>
                  </a:cubicBezTo>
                  <a:lnTo>
                    <a:pt x="3168" y="2859"/>
                  </a:lnTo>
                  <a:cubicBezTo>
                    <a:pt x="3168" y="1287"/>
                    <a:pt x="1858" y="1"/>
                    <a:pt x="286" y="1"/>
                  </a:cubicBezTo>
                  <a:close/>
                </a:path>
              </a:pathLst>
            </a:custGeom>
            <a:solidFill>
              <a:srgbClr val="E9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89"/>
            <p:cNvSpPr/>
            <p:nvPr/>
          </p:nvSpPr>
          <p:spPr>
            <a:xfrm>
              <a:off x="5554756" y="3823867"/>
              <a:ext cx="37656" cy="21169"/>
            </a:xfrm>
            <a:custGeom>
              <a:rect b="b" l="l" r="r" t="t"/>
              <a:pathLst>
                <a:path extrusionOk="0" h="710" w="1263">
                  <a:moveTo>
                    <a:pt x="622" y="1"/>
                  </a:moveTo>
                  <a:cubicBezTo>
                    <a:pt x="596" y="1"/>
                    <a:pt x="572" y="7"/>
                    <a:pt x="548" y="19"/>
                  </a:cubicBezTo>
                  <a:lnTo>
                    <a:pt x="0" y="424"/>
                  </a:lnTo>
                  <a:lnTo>
                    <a:pt x="0" y="709"/>
                  </a:lnTo>
                  <a:lnTo>
                    <a:pt x="1263" y="709"/>
                  </a:lnTo>
                  <a:cubicBezTo>
                    <a:pt x="1239" y="614"/>
                    <a:pt x="1239" y="519"/>
                    <a:pt x="1239" y="424"/>
                  </a:cubicBezTo>
                  <a:lnTo>
                    <a:pt x="715" y="19"/>
                  </a:lnTo>
                  <a:cubicBezTo>
                    <a:pt x="679" y="7"/>
                    <a:pt x="649" y="1"/>
                    <a:pt x="6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89"/>
            <p:cNvSpPr/>
            <p:nvPr/>
          </p:nvSpPr>
          <p:spPr>
            <a:xfrm>
              <a:off x="5724465" y="3822645"/>
              <a:ext cx="172539" cy="99075"/>
            </a:xfrm>
            <a:custGeom>
              <a:rect b="b" l="l" r="r" t="t"/>
              <a:pathLst>
                <a:path extrusionOk="0" h="3323" w="5787">
                  <a:moveTo>
                    <a:pt x="637" y="0"/>
                  </a:moveTo>
                  <a:cubicBezTo>
                    <a:pt x="607" y="0"/>
                    <a:pt x="583" y="12"/>
                    <a:pt x="572" y="36"/>
                  </a:cubicBezTo>
                  <a:lnTo>
                    <a:pt x="0" y="441"/>
                  </a:lnTo>
                  <a:cubicBezTo>
                    <a:pt x="0" y="2060"/>
                    <a:pt x="1334" y="3322"/>
                    <a:pt x="2905" y="3322"/>
                  </a:cubicBezTo>
                  <a:cubicBezTo>
                    <a:pt x="4501" y="3322"/>
                    <a:pt x="5787" y="2012"/>
                    <a:pt x="5787" y="441"/>
                  </a:cubicBezTo>
                  <a:lnTo>
                    <a:pt x="4477" y="441"/>
                  </a:lnTo>
                  <a:cubicBezTo>
                    <a:pt x="4477" y="1346"/>
                    <a:pt x="3763" y="2060"/>
                    <a:pt x="2882" y="2060"/>
                  </a:cubicBezTo>
                  <a:cubicBezTo>
                    <a:pt x="1977" y="2060"/>
                    <a:pt x="1262" y="1346"/>
                    <a:pt x="1262" y="441"/>
                  </a:cubicBezTo>
                  <a:lnTo>
                    <a:pt x="738" y="36"/>
                  </a:lnTo>
                  <a:cubicBezTo>
                    <a:pt x="703" y="12"/>
                    <a:pt x="667" y="0"/>
                    <a:pt x="6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89"/>
            <p:cNvSpPr/>
            <p:nvPr/>
          </p:nvSpPr>
          <p:spPr>
            <a:xfrm>
              <a:off x="5802552" y="3835763"/>
              <a:ext cx="94454" cy="85957"/>
            </a:xfrm>
            <a:custGeom>
              <a:rect b="b" l="l" r="r" t="t"/>
              <a:pathLst>
                <a:path extrusionOk="0" h="2883" w="3168">
                  <a:moveTo>
                    <a:pt x="3168" y="1"/>
                  </a:moveTo>
                  <a:cubicBezTo>
                    <a:pt x="3168" y="9"/>
                    <a:pt x="3168" y="17"/>
                    <a:pt x="3168" y="25"/>
                  </a:cubicBezTo>
                  <a:lnTo>
                    <a:pt x="3168" y="25"/>
                  </a:lnTo>
                  <a:lnTo>
                    <a:pt x="3168" y="1"/>
                  </a:lnTo>
                  <a:close/>
                  <a:moveTo>
                    <a:pt x="2620" y="25"/>
                  </a:moveTo>
                  <a:cubicBezTo>
                    <a:pt x="2620" y="1525"/>
                    <a:pt x="1477" y="2763"/>
                    <a:pt x="1" y="2882"/>
                  </a:cubicBezTo>
                  <a:lnTo>
                    <a:pt x="286" y="2882"/>
                  </a:lnTo>
                  <a:cubicBezTo>
                    <a:pt x="1874" y="2882"/>
                    <a:pt x="3155" y="1586"/>
                    <a:pt x="3168" y="25"/>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89"/>
            <p:cNvSpPr/>
            <p:nvPr/>
          </p:nvSpPr>
          <p:spPr>
            <a:xfrm>
              <a:off x="5725866" y="3749865"/>
              <a:ext cx="171854" cy="99254"/>
            </a:xfrm>
            <a:custGeom>
              <a:rect b="b" l="l" r="r" t="t"/>
              <a:pathLst>
                <a:path extrusionOk="0" h="3329" w="5764">
                  <a:moveTo>
                    <a:pt x="2882" y="0"/>
                  </a:moveTo>
                  <a:cubicBezTo>
                    <a:pt x="1287" y="0"/>
                    <a:pt x="1" y="1310"/>
                    <a:pt x="1" y="2882"/>
                  </a:cubicBezTo>
                  <a:lnTo>
                    <a:pt x="1310" y="2882"/>
                  </a:lnTo>
                  <a:cubicBezTo>
                    <a:pt x="1310" y="2001"/>
                    <a:pt x="2025" y="1286"/>
                    <a:pt x="2906" y="1286"/>
                  </a:cubicBezTo>
                  <a:cubicBezTo>
                    <a:pt x="3811" y="1286"/>
                    <a:pt x="4525" y="2001"/>
                    <a:pt x="4525" y="2882"/>
                  </a:cubicBezTo>
                  <a:lnTo>
                    <a:pt x="5049" y="3310"/>
                  </a:lnTo>
                  <a:cubicBezTo>
                    <a:pt x="5085" y="3322"/>
                    <a:pt x="5115" y="3328"/>
                    <a:pt x="5142" y="3328"/>
                  </a:cubicBezTo>
                  <a:cubicBezTo>
                    <a:pt x="5168" y="3328"/>
                    <a:pt x="5192" y="3322"/>
                    <a:pt x="5216" y="3310"/>
                  </a:cubicBezTo>
                  <a:lnTo>
                    <a:pt x="5764" y="2882"/>
                  </a:lnTo>
                  <a:cubicBezTo>
                    <a:pt x="5764" y="1286"/>
                    <a:pt x="4502" y="0"/>
                    <a:pt x="2882" y="0"/>
                  </a:cubicBez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89"/>
            <p:cNvSpPr/>
            <p:nvPr/>
          </p:nvSpPr>
          <p:spPr>
            <a:xfrm>
              <a:off x="5803267" y="3750551"/>
              <a:ext cx="93738" cy="98568"/>
            </a:xfrm>
            <a:custGeom>
              <a:rect b="b" l="l" r="r" t="t"/>
              <a:pathLst>
                <a:path extrusionOk="0" h="3306" w="3144">
                  <a:moveTo>
                    <a:pt x="0" y="1"/>
                  </a:moveTo>
                  <a:cubicBezTo>
                    <a:pt x="1429" y="144"/>
                    <a:pt x="2525" y="1287"/>
                    <a:pt x="2620" y="2692"/>
                  </a:cubicBezTo>
                  <a:cubicBezTo>
                    <a:pt x="2620" y="2811"/>
                    <a:pt x="2549" y="2930"/>
                    <a:pt x="2453" y="2978"/>
                  </a:cubicBezTo>
                  <a:lnTo>
                    <a:pt x="2263" y="3121"/>
                  </a:lnTo>
                  <a:lnTo>
                    <a:pt x="2429" y="3287"/>
                  </a:lnTo>
                  <a:cubicBezTo>
                    <a:pt x="2465" y="3299"/>
                    <a:pt x="2495" y="3305"/>
                    <a:pt x="2519" y="3305"/>
                  </a:cubicBezTo>
                  <a:cubicBezTo>
                    <a:pt x="2543" y="3305"/>
                    <a:pt x="2560" y="3299"/>
                    <a:pt x="2572" y="3287"/>
                  </a:cubicBezTo>
                  <a:lnTo>
                    <a:pt x="3144" y="2859"/>
                  </a:lnTo>
                  <a:cubicBezTo>
                    <a:pt x="3144" y="1287"/>
                    <a:pt x="1858" y="1"/>
                    <a:pt x="262" y="1"/>
                  </a:cubicBezTo>
                  <a:close/>
                </a:path>
              </a:pathLst>
            </a:custGeom>
            <a:solidFill>
              <a:srgbClr val="DB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89"/>
            <p:cNvSpPr/>
            <p:nvPr/>
          </p:nvSpPr>
          <p:spPr>
            <a:xfrm>
              <a:off x="5725866" y="3823867"/>
              <a:ext cx="38372" cy="21169"/>
            </a:xfrm>
            <a:custGeom>
              <a:rect b="b" l="l" r="r" t="t"/>
              <a:pathLst>
                <a:path extrusionOk="0" h="710" w="1287">
                  <a:moveTo>
                    <a:pt x="626" y="1"/>
                  </a:moveTo>
                  <a:cubicBezTo>
                    <a:pt x="602" y="1"/>
                    <a:pt x="584" y="7"/>
                    <a:pt x="572" y="19"/>
                  </a:cubicBezTo>
                  <a:lnTo>
                    <a:pt x="1" y="424"/>
                  </a:lnTo>
                  <a:lnTo>
                    <a:pt x="1" y="709"/>
                  </a:lnTo>
                  <a:lnTo>
                    <a:pt x="1287" y="709"/>
                  </a:lnTo>
                  <a:cubicBezTo>
                    <a:pt x="1239" y="614"/>
                    <a:pt x="1239" y="519"/>
                    <a:pt x="1239" y="424"/>
                  </a:cubicBezTo>
                  <a:lnTo>
                    <a:pt x="715" y="19"/>
                  </a:lnTo>
                  <a:cubicBezTo>
                    <a:pt x="679" y="7"/>
                    <a:pt x="650" y="1"/>
                    <a:pt x="62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89"/>
            <p:cNvSpPr/>
            <p:nvPr/>
          </p:nvSpPr>
          <p:spPr>
            <a:xfrm>
              <a:off x="5793339" y="3811374"/>
              <a:ext cx="33393" cy="49284"/>
            </a:xfrm>
            <a:custGeom>
              <a:rect b="b" l="l" r="r" t="t"/>
              <a:pathLst>
                <a:path extrusionOk="0" h="1653" w="1120">
                  <a:moveTo>
                    <a:pt x="619" y="604"/>
                  </a:moveTo>
                  <a:lnTo>
                    <a:pt x="619" y="914"/>
                  </a:lnTo>
                  <a:lnTo>
                    <a:pt x="452" y="914"/>
                  </a:lnTo>
                  <a:cubicBezTo>
                    <a:pt x="524" y="819"/>
                    <a:pt x="595" y="700"/>
                    <a:pt x="619" y="604"/>
                  </a:cubicBezTo>
                  <a:close/>
                  <a:moveTo>
                    <a:pt x="739" y="0"/>
                  </a:moveTo>
                  <a:cubicBezTo>
                    <a:pt x="661" y="0"/>
                    <a:pt x="579" y="31"/>
                    <a:pt x="524" y="104"/>
                  </a:cubicBezTo>
                  <a:cubicBezTo>
                    <a:pt x="476" y="200"/>
                    <a:pt x="143" y="795"/>
                    <a:pt x="24" y="962"/>
                  </a:cubicBezTo>
                  <a:cubicBezTo>
                    <a:pt x="0" y="1009"/>
                    <a:pt x="0" y="1057"/>
                    <a:pt x="0" y="1081"/>
                  </a:cubicBezTo>
                  <a:cubicBezTo>
                    <a:pt x="24" y="1200"/>
                    <a:pt x="95" y="1271"/>
                    <a:pt x="167" y="1271"/>
                  </a:cubicBezTo>
                  <a:lnTo>
                    <a:pt x="619" y="1271"/>
                  </a:lnTo>
                  <a:lnTo>
                    <a:pt x="619" y="1486"/>
                  </a:lnTo>
                  <a:cubicBezTo>
                    <a:pt x="619" y="1557"/>
                    <a:pt x="714" y="1652"/>
                    <a:pt x="810" y="1652"/>
                  </a:cubicBezTo>
                  <a:cubicBezTo>
                    <a:pt x="881" y="1652"/>
                    <a:pt x="976" y="1557"/>
                    <a:pt x="976" y="1486"/>
                  </a:cubicBezTo>
                  <a:lnTo>
                    <a:pt x="976" y="1271"/>
                  </a:lnTo>
                  <a:cubicBezTo>
                    <a:pt x="1072" y="1271"/>
                    <a:pt x="1119" y="1176"/>
                    <a:pt x="1119" y="1081"/>
                  </a:cubicBezTo>
                  <a:cubicBezTo>
                    <a:pt x="1119" y="1009"/>
                    <a:pt x="1072" y="914"/>
                    <a:pt x="976" y="914"/>
                  </a:cubicBezTo>
                  <a:lnTo>
                    <a:pt x="976" y="247"/>
                  </a:lnTo>
                  <a:cubicBezTo>
                    <a:pt x="976" y="128"/>
                    <a:pt x="881" y="33"/>
                    <a:pt x="810" y="9"/>
                  </a:cubicBezTo>
                  <a:cubicBezTo>
                    <a:pt x="787" y="3"/>
                    <a:pt x="763" y="0"/>
                    <a:pt x="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89"/>
            <p:cNvSpPr/>
            <p:nvPr/>
          </p:nvSpPr>
          <p:spPr>
            <a:xfrm>
              <a:off x="5793339" y="3637670"/>
              <a:ext cx="32677" cy="49731"/>
            </a:xfrm>
            <a:custGeom>
              <a:rect b="b" l="l" r="r" t="t"/>
              <a:pathLst>
                <a:path extrusionOk="0" h="1668" w="1096">
                  <a:moveTo>
                    <a:pt x="500" y="0"/>
                  </a:moveTo>
                  <a:cubicBezTo>
                    <a:pt x="262" y="0"/>
                    <a:pt x="48" y="143"/>
                    <a:pt x="24" y="382"/>
                  </a:cubicBezTo>
                  <a:cubicBezTo>
                    <a:pt x="0" y="477"/>
                    <a:pt x="48" y="572"/>
                    <a:pt x="119" y="596"/>
                  </a:cubicBezTo>
                  <a:cubicBezTo>
                    <a:pt x="135" y="600"/>
                    <a:pt x="152" y="602"/>
                    <a:pt x="170" y="602"/>
                  </a:cubicBezTo>
                  <a:cubicBezTo>
                    <a:pt x="252" y="602"/>
                    <a:pt x="338" y="556"/>
                    <a:pt x="357" y="477"/>
                  </a:cubicBezTo>
                  <a:cubicBezTo>
                    <a:pt x="357" y="429"/>
                    <a:pt x="452" y="358"/>
                    <a:pt x="500" y="358"/>
                  </a:cubicBezTo>
                  <a:cubicBezTo>
                    <a:pt x="595" y="358"/>
                    <a:pt x="643" y="429"/>
                    <a:pt x="643" y="501"/>
                  </a:cubicBezTo>
                  <a:lnTo>
                    <a:pt x="643" y="548"/>
                  </a:lnTo>
                  <a:cubicBezTo>
                    <a:pt x="643" y="572"/>
                    <a:pt x="619" y="667"/>
                    <a:pt x="524" y="763"/>
                  </a:cubicBezTo>
                  <a:cubicBezTo>
                    <a:pt x="333" y="1048"/>
                    <a:pt x="214" y="1191"/>
                    <a:pt x="143" y="1286"/>
                  </a:cubicBezTo>
                  <a:cubicBezTo>
                    <a:pt x="48" y="1406"/>
                    <a:pt x="24" y="1429"/>
                    <a:pt x="48" y="1548"/>
                  </a:cubicBezTo>
                  <a:cubicBezTo>
                    <a:pt x="95" y="1620"/>
                    <a:pt x="119" y="1644"/>
                    <a:pt x="167" y="1667"/>
                  </a:cubicBezTo>
                  <a:lnTo>
                    <a:pt x="881" y="1667"/>
                  </a:lnTo>
                  <a:cubicBezTo>
                    <a:pt x="976" y="1667"/>
                    <a:pt x="1072" y="1596"/>
                    <a:pt x="1072" y="1501"/>
                  </a:cubicBezTo>
                  <a:cubicBezTo>
                    <a:pt x="1095" y="1406"/>
                    <a:pt x="1000" y="1358"/>
                    <a:pt x="929" y="1358"/>
                  </a:cubicBezTo>
                  <a:lnTo>
                    <a:pt x="595" y="1358"/>
                  </a:lnTo>
                  <a:cubicBezTo>
                    <a:pt x="643" y="1263"/>
                    <a:pt x="738" y="1144"/>
                    <a:pt x="857" y="953"/>
                  </a:cubicBezTo>
                  <a:cubicBezTo>
                    <a:pt x="953" y="834"/>
                    <a:pt x="1000" y="715"/>
                    <a:pt x="1000" y="643"/>
                  </a:cubicBezTo>
                  <a:lnTo>
                    <a:pt x="1000" y="596"/>
                  </a:lnTo>
                  <a:lnTo>
                    <a:pt x="1000" y="548"/>
                  </a:lnTo>
                  <a:lnTo>
                    <a:pt x="1000" y="501"/>
                  </a:lnTo>
                  <a:cubicBezTo>
                    <a:pt x="1000" y="239"/>
                    <a:pt x="810" y="0"/>
                    <a:pt x="5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89"/>
            <p:cNvSpPr/>
            <p:nvPr/>
          </p:nvSpPr>
          <p:spPr>
            <a:xfrm>
              <a:off x="5627178" y="3639787"/>
              <a:ext cx="20632" cy="47793"/>
            </a:xfrm>
            <a:custGeom>
              <a:rect b="b" l="l" r="r" t="t"/>
              <a:pathLst>
                <a:path extrusionOk="0" h="1603" w="692">
                  <a:moveTo>
                    <a:pt x="215" y="1"/>
                  </a:moveTo>
                  <a:cubicBezTo>
                    <a:pt x="191" y="1"/>
                    <a:pt x="143" y="1"/>
                    <a:pt x="119" y="25"/>
                  </a:cubicBezTo>
                  <a:cubicBezTo>
                    <a:pt x="0" y="168"/>
                    <a:pt x="96" y="334"/>
                    <a:pt x="239" y="334"/>
                  </a:cubicBezTo>
                  <a:lnTo>
                    <a:pt x="334" y="334"/>
                  </a:lnTo>
                  <a:lnTo>
                    <a:pt x="334" y="1454"/>
                  </a:lnTo>
                  <a:cubicBezTo>
                    <a:pt x="334" y="1477"/>
                    <a:pt x="334" y="1525"/>
                    <a:pt x="358" y="1549"/>
                  </a:cubicBezTo>
                  <a:cubicBezTo>
                    <a:pt x="403" y="1587"/>
                    <a:pt x="451" y="1603"/>
                    <a:pt x="495" y="1603"/>
                  </a:cubicBezTo>
                  <a:cubicBezTo>
                    <a:pt x="589" y="1603"/>
                    <a:pt x="667" y="1527"/>
                    <a:pt x="667" y="1430"/>
                  </a:cubicBezTo>
                  <a:lnTo>
                    <a:pt x="667" y="49"/>
                  </a:lnTo>
                  <a:cubicBezTo>
                    <a:pt x="691" y="49"/>
                    <a:pt x="667"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89"/>
            <p:cNvSpPr/>
            <p:nvPr/>
          </p:nvSpPr>
          <p:spPr>
            <a:xfrm>
              <a:off x="5623630" y="3810211"/>
              <a:ext cx="30560" cy="49731"/>
            </a:xfrm>
            <a:custGeom>
              <a:rect b="b" l="l" r="r" t="t"/>
              <a:pathLst>
                <a:path extrusionOk="0" h="1668" w="1025">
                  <a:moveTo>
                    <a:pt x="500" y="0"/>
                  </a:moveTo>
                  <a:cubicBezTo>
                    <a:pt x="262" y="0"/>
                    <a:pt x="72" y="167"/>
                    <a:pt x="24" y="381"/>
                  </a:cubicBezTo>
                  <a:cubicBezTo>
                    <a:pt x="0" y="477"/>
                    <a:pt x="72" y="548"/>
                    <a:pt x="191" y="596"/>
                  </a:cubicBezTo>
                  <a:cubicBezTo>
                    <a:pt x="200" y="599"/>
                    <a:pt x="210" y="600"/>
                    <a:pt x="220" y="600"/>
                  </a:cubicBezTo>
                  <a:cubicBezTo>
                    <a:pt x="286" y="600"/>
                    <a:pt x="361" y="533"/>
                    <a:pt x="381" y="429"/>
                  </a:cubicBezTo>
                  <a:cubicBezTo>
                    <a:pt x="381" y="381"/>
                    <a:pt x="477" y="310"/>
                    <a:pt x="548" y="310"/>
                  </a:cubicBezTo>
                  <a:cubicBezTo>
                    <a:pt x="620" y="310"/>
                    <a:pt x="691" y="381"/>
                    <a:pt x="691" y="477"/>
                  </a:cubicBezTo>
                  <a:cubicBezTo>
                    <a:pt x="691" y="548"/>
                    <a:pt x="620" y="620"/>
                    <a:pt x="548" y="620"/>
                  </a:cubicBezTo>
                  <a:cubicBezTo>
                    <a:pt x="453" y="620"/>
                    <a:pt x="358" y="715"/>
                    <a:pt x="358" y="786"/>
                  </a:cubicBezTo>
                  <a:cubicBezTo>
                    <a:pt x="358" y="882"/>
                    <a:pt x="453" y="977"/>
                    <a:pt x="548" y="977"/>
                  </a:cubicBezTo>
                  <a:cubicBezTo>
                    <a:pt x="620" y="977"/>
                    <a:pt x="691" y="1048"/>
                    <a:pt x="691" y="1120"/>
                  </a:cubicBezTo>
                  <a:cubicBezTo>
                    <a:pt x="667" y="1286"/>
                    <a:pt x="596" y="1334"/>
                    <a:pt x="500" y="1334"/>
                  </a:cubicBezTo>
                  <a:cubicBezTo>
                    <a:pt x="429" y="1334"/>
                    <a:pt x="358" y="1263"/>
                    <a:pt x="358" y="1215"/>
                  </a:cubicBezTo>
                  <a:lnTo>
                    <a:pt x="358" y="1191"/>
                  </a:lnTo>
                  <a:cubicBezTo>
                    <a:pt x="358" y="1096"/>
                    <a:pt x="262" y="1001"/>
                    <a:pt x="191" y="1001"/>
                  </a:cubicBezTo>
                  <a:cubicBezTo>
                    <a:pt x="96" y="1001"/>
                    <a:pt x="0" y="1096"/>
                    <a:pt x="0" y="1191"/>
                  </a:cubicBezTo>
                  <a:lnTo>
                    <a:pt x="0" y="1239"/>
                  </a:lnTo>
                  <a:cubicBezTo>
                    <a:pt x="24" y="1477"/>
                    <a:pt x="238" y="1667"/>
                    <a:pt x="500" y="1667"/>
                  </a:cubicBezTo>
                  <a:cubicBezTo>
                    <a:pt x="786" y="1667"/>
                    <a:pt x="1024" y="1429"/>
                    <a:pt x="1024" y="1167"/>
                  </a:cubicBezTo>
                  <a:cubicBezTo>
                    <a:pt x="1024" y="1048"/>
                    <a:pt x="953" y="929"/>
                    <a:pt x="905" y="834"/>
                  </a:cubicBezTo>
                  <a:cubicBezTo>
                    <a:pt x="977" y="739"/>
                    <a:pt x="1024" y="620"/>
                    <a:pt x="1024" y="500"/>
                  </a:cubicBezTo>
                  <a:cubicBezTo>
                    <a:pt x="1024" y="239"/>
                    <a:pt x="786" y="0"/>
                    <a:pt x="5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89"/>
            <p:cNvSpPr/>
            <p:nvPr/>
          </p:nvSpPr>
          <p:spPr>
            <a:xfrm>
              <a:off x="5549777" y="3573060"/>
              <a:ext cx="354351" cy="352205"/>
            </a:xfrm>
            <a:custGeom>
              <a:rect b="b" l="l" r="r" t="t"/>
              <a:pathLst>
                <a:path extrusionOk="0" h="11813" w="11885">
                  <a:moveTo>
                    <a:pt x="3025" y="358"/>
                  </a:moveTo>
                  <a:cubicBezTo>
                    <a:pt x="4478" y="358"/>
                    <a:pt x="5668" y="1525"/>
                    <a:pt x="5716" y="2977"/>
                  </a:cubicBezTo>
                  <a:lnTo>
                    <a:pt x="5240" y="3311"/>
                  </a:lnTo>
                  <a:lnTo>
                    <a:pt x="4811" y="2977"/>
                  </a:lnTo>
                  <a:cubicBezTo>
                    <a:pt x="4740" y="2025"/>
                    <a:pt x="3978" y="1286"/>
                    <a:pt x="3025" y="1286"/>
                  </a:cubicBezTo>
                  <a:cubicBezTo>
                    <a:pt x="2144" y="1286"/>
                    <a:pt x="1406" y="1906"/>
                    <a:pt x="1263" y="2739"/>
                  </a:cubicBezTo>
                  <a:lnTo>
                    <a:pt x="953" y="2501"/>
                  </a:lnTo>
                  <a:cubicBezTo>
                    <a:pt x="918" y="2453"/>
                    <a:pt x="858" y="2429"/>
                    <a:pt x="792" y="2429"/>
                  </a:cubicBezTo>
                  <a:cubicBezTo>
                    <a:pt x="727" y="2429"/>
                    <a:pt x="656" y="2453"/>
                    <a:pt x="596" y="2501"/>
                  </a:cubicBezTo>
                  <a:lnTo>
                    <a:pt x="334" y="2715"/>
                  </a:lnTo>
                  <a:cubicBezTo>
                    <a:pt x="525" y="1382"/>
                    <a:pt x="1644" y="358"/>
                    <a:pt x="3025" y="358"/>
                  </a:cubicBezTo>
                  <a:close/>
                  <a:moveTo>
                    <a:pt x="8764" y="358"/>
                  </a:moveTo>
                  <a:cubicBezTo>
                    <a:pt x="10217" y="358"/>
                    <a:pt x="11408" y="1525"/>
                    <a:pt x="11479" y="2977"/>
                  </a:cubicBezTo>
                  <a:lnTo>
                    <a:pt x="11003" y="3311"/>
                  </a:lnTo>
                  <a:lnTo>
                    <a:pt x="10550" y="2977"/>
                  </a:lnTo>
                  <a:cubicBezTo>
                    <a:pt x="10479" y="2025"/>
                    <a:pt x="9717" y="1286"/>
                    <a:pt x="8764" y="1286"/>
                  </a:cubicBezTo>
                  <a:cubicBezTo>
                    <a:pt x="7907" y="1286"/>
                    <a:pt x="7145" y="1906"/>
                    <a:pt x="7002" y="2739"/>
                  </a:cubicBezTo>
                  <a:lnTo>
                    <a:pt x="6716" y="2501"/>
                  </a:lnTo>
                  <a:cubicBezTo>
                    <a:pt x="6669" y="2453"/>
                    <a:pt x="6609" y="2429"/>
                    <a:pt x="6547" y="2429"/>
                  </a:cubicBezTo>
                  <a:cubicBezTo>
                    <a:pt x="6484" y="2429"/>
                    <a:pt x="6419" y="2453"/>
                    <a:pt x="6359" y="2501"/>
                  </a:cubicBezTo>
                  <a:lnTo>
                    <a:pt x="6073" y="2715"/>
                  </a:lnTo>
                  <a:cubicBezTo>
                    <a:pt x="6264" y="1382"/>
                    <a:pt x="7431" y="358"/>
                    <a:pt x="8764" y="358"/>
                  </a:cubicBezTo>
                  <a:close/>
                  <a:moveTo>
                    <a:pt x="3025" y="1572"/>
                  </a:moveTo>
                  <a:cubicBezTo>
                    <a:pt x="3811" y="1572"/>
                    <a:pt x="4478" y="2263"/>
                    <a:pt x="4478" y="3049"/>
                  </a:cubicBezTo>
                  <a:cubicBezTo>
                    <a:pt x="4478" y="3834"/>
                    <a:pt x="3811" y="4501"/>
                    <a:pt x="3025" y="4501"/>
                  </a:cubicBezTo>
                  <a:cubicBezTo>
                    <a:pt x="2287" y="4501"/>
                    <a:pt x="1691" y="3954"/>
                    <a:pt x="1596" y="3263"/>
                  </a:cubicBezTo>
                  <a:cubicBezTo>
                    <a:pt x="1596" y="3215"/>
                    <a:pt x="1549" y="3120"/>
                    <a:pt x="1549" y="3049"/>
                  </a:cubicBezTo>
                  <a:cubicBezTo>
                    <a:pt x="1549" y="2239"/>
                    <a:pt x="2215" y="1572"/>
                    <a:pt x="3025" y="1572"/>
                  </a:cubicBezTo>
                  <a:close/>
                  <a:moveTo>
                    <a:pt x="8764" y="1572"/>
                  </a:moveTo>
                  <a:cubicBezTo>
                    <a:pt x="9574" y="1572"/>
                    <a:pt x="10217" y="2239"/>
                    <a:pt x="10217" y="3049"/>
                  </a:cubicBezTo>
                  <a:cubicBezTo>
                    <a:pt x="10217" y="3834"/>
                    <a:pt x="9574" y="4501"/>
                    <a:pt x="8764" y="4501"/>
                  </a:cubicBezTo>
                  <a:cubicBezTo>
                    <a:pt x="8455" y="4501"/>
                    <a:pt x="8169" y="4406"/>
                    <a:pt x="7931" y="4239"/>
                  </a:cubicBezTo>
                  <a:cubicBezTo>
                    <a:pt x="7550" y="3954"/>
                    <a:pt x="7312" y="3525"/>
                    <a:pt x="7312" y="3049"/>
                  </a:cubicBezTo>
                  <a:cubicBezTo>
                    <a:pt x="7312" y="2239"/>
                    <a:pt x="7955" y="1572"/>
                    <a:pt x="8764" y="1572"/>
                  </a:cubicBezTo>
                  <a:close/>
                  <a:moveTo>
                    <a:pt x="787" y="2834"/>
                  </a:moveTo>
                  <a:lnTo>
                    <a:pt x="1239" y="3168"/>
                  </a:lnTo>
                  <a:lnTo>
                    <a:pt x="1239" y="3239"/>
                  </a:lnTo>
                  <a:cubicBezTo>
                    <a:pt x="1263" y="3453"/>
                    <a:pt x="1310" y="3692"/>
                    <a:pt x="1406" y="3882"/>
                  </a:cubicBezTo>
                  <a:cubicBezTo>
                    <a:pt x="1501" y="4025"/>
                    <a:pt x="1572" y="4168"/>
                    <a:pt x="1691" y="4287"/>
                  </a:cubicBezTo>
                  <a:cubicBezTo>
                    <a:pt x="1977" y="4597"/>
                    <a:pt x="2334" y="4763"/>
                    <a:pt x="2715" y="4835"/>
                  </a:cubicBezTo>
                  <a:cubicBezTo>
                    <a:pt x="2811" y="4859"/>
                    <a:pt x="2930" y="4859"/>
                    <a:pt x="3025" y="4859"/>
                  </a:cubicBezTo>
                  <a:cubicBezTo>
                    <a:pt x="3882" y="4859"/>
                    <a:pt x="4621" y="4239"/>
                    <a:pt x="4764" y="3406"/>
                  </a:cubicBezTo>
                  <a:lnTo>
                    <a:pt x="5073" y="3644"/>
                  </a:lnTo>
                  <a:cubicBezTo>
                    <a:pt x="5121" y="3668"/>
                    <a:pt x="5192" y="3692"/>
                    <a:pt x="5240" y="3692"/>
                  </a:cubicBezTo>
                  <a:cubicBezTo>
                    <a:pt x="5311" y="3692"/>
                    <a:pt x="5359" y="3668"/>
                    <a:pt x="5430" y="3644"/>
                  </a:cubicBezTo>
                  <a:lnTo>
                    <a:pt x="5692" y="3430"/>
                  </a:lnTo>
                  <a:lnTo>
                    <a:pt x="5692" y="3430"/>
                  </a:lnTo>
                  <a:cubicBezTo>
                    <a:pt x="5526" y="4739"/>
                    <a:pt x="4383" y="5763"/>
                    <a:pt x="3025" y="5763"/>
                  </a:cubicBezTo>
                  <a:cubicBezTo>
                    <a:pt x="2787" y="5763"/>
                    <a:pt x="2573" y="5740"/>
                    <a:pt x="2334" y="5692"/>
                  </a:cubicBezTo>
                  <a:cubicBezTo>
                    <a:pt x="1977" y="5573"/>
                    <a:pt x="1620" y="5382"/>
                    <a:pt x="1310" y="5144"/>
                  </a:cubicBezTo>
                  <a:cubicBezTo>
                    <a:pt x="1025" y="4906"/>
                    <a:pt x="787" y="4620"/>
                    <a:pt x="596" y="4287"/>
                  </a:cubicBezTo>
                  <a:cubicBezTo>
                    <a:pt x="429" y="3930"/>
                    <a:pt x="310" y="3549"/>
                    <a:pt x="310" y="3168"/>
                  </a:cubicBezTo>
                  <a:lnTo>
                    <a:pt x="787" y="2834"/>
                  </a:lnTo>
                  <a:close/>
                  <a:moveTo>
                    <a:pt x="5907" y="4049"/>
                  </a:moveTo>
                  <a:cubicBezTo>
                    <a:pt x="6192" y="4954"/>
                    <a:pt x="6907" y="5621"/>
                    <a:pt x="7812" y="5930"/>
                  </a:cubicBezTo>
                  <a:cubicBezTo>
                    <a:pt x="6907" y="6216"/>
                    <a:pt x="6240" y="6930"/>
                    <a:pt x="5907" y="7811"/>
                  </a:cubicBezTo>
                  <a:cubicBezTo>
                    <a:pt x="5573" y="6930"/>
                    <a:pt x="4883" y="6216"/>
                    <a:pt x="4001" y="5930"/>
                  </a:cubicBezTo>
                  <a:cubicBezTo>
                    <a:pt x="4883" y="5621"/>
                    <a:pt x="5573" y="4906"/>
                    <a:pt x="5907" y="4049"/>
                  </a:cubicBezTo>
                  <a:close/>
                  <a:moveTo>
                    <a:pt x="8788" y="6144"/>
                  </a:moveTo>
                  <a:cubicBezTo>
                    <a:pt x="10241" y="6144"/>
                    <a:pt x="11432" y="7288"/>
                    <a:pt x="11503" y="8764"/>
                  </a:cubicBezTo>
                  <a:lnTo>
                    <a:pt x="11027" y="9074"/>
                  </a:lnTo>
                  <a:lnTo>
                    <a:pt x="10574" y="8764"/>
                  </a:lnTo>
                  <a:cubicBezTo>
                    <a:pt x="10527" y="7811"/>
                    <a:pt x="9741" y="7049"/>
                    <a:pt x="8788" y="7049"/>
                  </a:cubicBezTo>
                  <a:cubicBezTo>
                    <a:pt x="7931" y="7049"/>
                    <a:pt x="7193" y="7692"/>
                    <a:pt x="7026" y="8526"/>
                  </a:cubicBezTo>
                  <a:lnTo>
                    <a:pt x="6740" y="8288"/>
                  </a:lnTo>
                  <a:cubicBezTo>
                    <a:pt x="6693" y="8240"/>
                    <a:pt x="6633" y="8216"/>
                    <a:pt x="6570" y="8216"/>
                  </a:cubicBezTo>
                  <a:cubicBezTo>
                    <a:pt x="6508" y="8216"/>
                    <a:pt x="6442" y="8240"/>
                    <a:pt x="6383" y="8288"/>
                  </a:cubicBezTo>
                  <a:lnTo>
                    <a:pt x="6097" y="8478"/>
                  </a:lnTo>
                  <a:cubicBezTo>
                    <a:pt x="6288" y="7169"/>
                    <a:pt x="7431" y="6144"/>
                    <a:pt x="8788" y="6144"/>
                  </a:cubicBezTo>
                  <a:close/>
                  <a:moveTo>
                    <a:pt x="8788" y="7359"/>
                  </a:moveTo>
                  <a:cubicBezTo>
                    <a:pt x="9598" y="7359"/>
                    <a:pt x="10241" y="8002"/>
                    <a:pt x="10241" y="8812"/>
                  </a:cubicBezTo>
                  <a:cubicBezTo>
                    <a:pt x="10241" y="9621"/>
                    <a:pt x="9598" y="10264"/>
                    <a:pt x="8788" y="10264"/>
                  </a:cubicBezTo>
                  <a:cubicBezTo>
                    <a:pt x="7978" y="10264"/>
                    <a:pt x="7336" y="9621"/>
                    <a:pt x="7336" y="8812"/>
                  </a:cubicBezTo>
                  <a:cubicBezTo>
                    <a:pt x="7336" y="8002"/>
                    <a:pt x="7978" y="7359"/>
                    <a:pt x="8788" y="7359"/>
                  </a:cubicBezTo>
                  <a:close/>
                  <a:moveTo>
                    <a:pt x="3025" y="6144"/>
                  </a:moveTo>
                  <a:cubicBezTo>
                    <a:pt x="4478" y="6144"/>
                    <a:pt x="5668" y="7288"/>
                    <a:pt x="5716" y="8764"/>
                  </a:cubicBezTo>
                  <a:lnTo>
                    <a:pt x="5240" y="9074"/>
                  </a:lnTo>
                  <a:lnTo>
                    <a:pt x="4811" y="8764"/>
                  </a:lnTo>
                  <a:cubicBezTo>
                    <a:pt x="4740" y="7811"/>
                    <a:pt x="3978" y="7049"/>
                    <a:pt x="3025" y="7049"/>
                  </a:cubicBezTo>
                  <a:cubicBezTo>
                    <a:pt x="2811" y="7049"/>
                    <a:pt x="2596" y="7097"/>
                    <a:pt x="2382" y="7169"/>
                  </a:cubicBezTo>
                  <a:cubicBezTo>
                    <a:pt x="2311" y="7216"/>
                    <a:pt x="2239" y="7288"/>
                    <a:pt x="2311" y="7383"/>
                  </a:cubicBezTo>
                  <a:cubicBezTo>
                    <a:pt x="2328" y="7453"/>
                    <a:pt x="2384" y="7497"/>
                    <a:pt x="2440" y="7497"/>
                  </a:cubicBezTo>
                  <a:cubicBezTo>
                    <a:pt x="2461" y="7497"/>
                    <a:pt x="2482" y="7491"/>
                    <a:pt x="2501" y="7478"/>
                  </a:cubicBezTo>
                  <a:cubicBezTo>
                    <a:pt x="2668" y="7407"/>
                    <a:pt x="2835" y="7383"/>
                    <a:pt x="3025" y="7383"/>
                  </a:cubicBezTo>
                  <a:cubicBezTo>
                    <a:pt x="3811" y="7383"/>
                    <a:pt x="4478" y="8050"/>
                    <a:pt x="4478" y="8836"/>
                  </a:cubicBezTo>
                  <a:cubicBezTo>
                    <a:pt x="4478" y="9645"/>
                    <a:pt x="3811" y="10312"/>
                    <a:pt x="3025" y="10312"/>
                  </a:cubicBezTo>
                  <a:cubicBezTo>
                    <a:pt x="2215" y="10312"/>
                    <a:pt x="1549" y="9645"/>
                    <a:pt x="1549" y="8836"/>
                  </a:cubicBezTo>
                  <a:cubicBezTo>
                    <a:pt x="1549" y="8478"/>
                    <a:pt x="1668" y="8121"/>
                    <a:pt x="1953" y="7859"/>
                  </a:cubicBezTo>
                  <a:cubicBezTo>
                    <a:pt x="2001" y="7811"/>
                    <a:pt x="2001" y="7692"/>
                    <a:pt x="1953" y="7621"/>
                  </a:cubicBezTo>
                  <a:cubicBezTo>
                    <a:pt x="1918" y="7597"/>
                    <a:pt x="1870" y="7585"/>
                    <a:pt x="1825" y="7585"/>
                  </a:cubicBezTo>
                  <a:cubicBezTo>
                    <a:pt x="1781" y="7585"/>
                    <a:pt x="1739" y="7597"/>
                    <a:pt x="1715" y="7621"/>
                  </a:cubicBezTo>
                  <a:cubicBezTo>
                    <a:pt x="1477" y="7859"/>
                    <a:pt x="1310" y="8193"/>
                    <a:pt x="1263" y="8526"/>
                  </a:cubicBezTo>
                  <a:lnTo>
                    <a:pt x="953" y="8288"/>
                  </a:lnTo>
                  <a:cubicBezTo>
                    <a:pt x="918" y="8240"/>
                    <a:pt x="858" y="8216"/>
                    <a:pt x="792" y="8216"/>
                  </a:cubicBezTo>
                  <a:cubicBezTo>
                    <a:pt x="727" y="8216"/>
                    <a:pt x="656" y="8240"/>
                    <a:pt x="596" y="8288"/>
                  </a:cubicBezTo>
                  <a:lnTo>
                    <a:pt x="334" y="8478"/>
                  </a:lnTo>
                  <a:cubicBezTo>
                    <a:pt x="501" y="7169"/>
                    <a:pt x="1644" y="6144"/>
                    <a:pt x="3025" y="6144"/>
                  </a:cubicBezTo>
                  <a:close/>
                  <a:moveTo>
                    <a:pt x="787" y="8574"/>
                  </a:moveTo>
                  <a:lnTo>
                    <a:pt x="1239" y="8907"/>
                  </a:lnTo>
                  <a:cubicBezTo>
                    <a:pt x="1287" y="9860"/>
                    <a:pt x="2073" y="10598"/>
                    <a:pt x="3025" y="10598"/>
                  </a:cubicBezTo>
                  <a:cubicBezTo>
                    <a:pt x="3882" y="10598"/>
                    <a:pt x="4621" y="9979"/>
                    <a:pt x="4764" y="9145"/>
                  </a:cubicBezTo>
                  <a:lnTo>
                    <a:pt x="5073" y="9383"/>
                  </a:lnTo>
                  <a:cubicBezTo>
                    <a:pt x="5121" y="9407"/>
                    <a:pt x="5192" y="9431"/>
                    <a:pt x="5240" y="9431"/>
                  </a:cubicBezTo>
                  <a:cubicBezTo>
                    <a:pt x="5311" y="9431"/>
                    <a:pt x="5359" y="9407"/>
                    <a:pt x="5430" y="9383"/>
                  </a:cubicBezTo>
                  <a:lnTo>
                    <a:pt x="5692" y="9169"/>
                  </a:lnTo>
                  <a:lnTo>
                    <a:pt x="5692" y="9169"/>
                  </a:lnTo>
                  <a:cubicBezTo>
                    <a:pt x="5526" y="10503"/>
                    <a:pt x="4383" y="11527"/>
                    <a:pt x="3025" y="11527"/>
                  </a:cubicBezTo>
                  <a:cubicBezTo>
                    <a:pt x="1549" y="11527"/>
                    <a:pt x="358" y="10360"/>
                    <a:pt x="310" y="8907"/>
                  </a:cubicBezTo>
                  <a:lnTo>
                    <a:pt x="787" y="8574"/>
                  </a:lnTo>
                  <a:close/>
                  <a:moveTo>
                    <a:pt x="6526" y="8574"/>
                  </a:moveTo>
                  <a:lnTo>
                    <a:pt x="6978" y="8907"/>
                  </a:lnTo>
                  <a:cubicBezTo>
                    <a:pt x="7026" y="9860"/>
                    <a:pt x="7812" y="10598"/>
                    <a:pt x="8764" y="10598"/>
                  </a:cubicBezTo>
                  <a:cubicBezTo>
                    <a:pt x="9622" y="10598"/>
                    <a:pt x="10360" y="9979"/>
                    <a:pt x="10527" y="9145"/>
                  </a:cubicBezTo>
                  <a:lnTo>
                    <a:pt x="10812" y="9383"/>
                  </a:lnTo>
                  <a:cubicBezTo>
                    <a:pt x="10884" y="9407"/>
                    <a:pt x="10931" y="9431"/>
                    <a:pt x="11003" y="9431"/>
                  </a:cubicBezTo>
                  <a:cubicBezTo>
                    <a:pt x="11051" y="9431"/>
                    <a:pt x="11122" y="9407"/>
                    <a:pt x="11170" y="9383"/>
                  </a:cubicBezTo>
                  <a:lnTo>
                    <a:pt x="11432" y="9169"/>
                  </a:lnTo>
                  <a:lnTo>
                    <a:pt x="11432" y="9169"/>
                  </a:lnTo>
                  <a:cubicBezTo>
                    <a:pt x="11289" y="10503"/>
                    <a:pt x="10122" y="11527"/>
                    <a:pt x="8764" y="11527"/>
                  </a:cubicBezTo>
                  <a:cubicBezTo>
                    <a:pt x="7312" y="11527"/>
                    <a:pt x="6121" y="10360"/>
                    <a:pt x="6050" y="8907"/>
                  </a:cubicBezTo>
                  <a:lnTo>
                    <a:pt x="6526" y="8574"/>
                  </a:lnTo>
                  <a:close/>
                  <a:moveTo>
                    <a:pt x="3049" y="0"/>
                  </a:moveTo>
                  <a:cubicBezTo>
                    <a:pt x="1382" y="0"/>
                    <a:pt x="1" y="1358"/>
                    <a:pt x="1" y="3025"/>
                  </a:cubicBezTo>
                  <a:cubicBezTo>
                    <a:pt x="1" y="3144"/>
                    <a:pt x="1" y="3239"/>
                    <a:pt x="24" y="3358"/>
                  </a:cubicBezTo>
                  <a:cubicBezTo>
                    <a:pt x="72" y="3787"/>
                    <a:pt x="215" y="4192"/>
                    <a:pt x="429" y="4549"/>
                  </a:cubicBezTo>
                  <a:cubicBezTo>
                    <a:pt x="787" y="5144"/>
                    <a:pt x="1310" y="5621"/>
                    <a:pt x="1977" y="5859"/>
                  </a:cubicBezTo>
                  <a:cubicBezTo>
                    <a:pt x="2001" y="5859"/>
                    <a:pt x="2025" y="5883"/>
                    <a:pt x="2096" y="5883"/>
                  </a:cubicBezTo>
                  <a:cubicBezTo>
                    <a:pt x="906" y="6311"/>
                    <a:pt x="24" y="7430"/>
                    <a:pt x="24" y="8788"/>
                  </a:cubicBezTo>
                  <a:cubicBezTo>
                    <a:pt x="24" y="10455"/>
                    <a:pt x="1406" y="11812"/>
                    <a:pt x="3073" y="11812"/>
                  </a:cubicBezTo>
                  <a:cubicBezTo>
                    <a:pt x="4406" y="11812"/>
                    <a:pt x="5549" y="10955"/>
                    <a:pt x="5954" y="9764"/>
                  </a:cubicBezTo>
                  <a:cubicBezTo>
                    <a:pt x="6383" y="10955"/>
                    <a:pt x="7502" y="11812"/>
                    <a:pt x="8836" y="11812"/>
                  </a:cubicBezTo>
                  <a:cubicBezTo>
                    <a:pt x="10503" y="11812"/>
                    <a:pt x="11884" y="10455"/>
                    <a:pt x="11884" y="8788"/>
                  </a:cubicBezTo>
                  <a:cubicBezTo>
                    <a:pt x="11836" y="7478"/>
                    <a:pt x="10955" y="6335"/>
                    <a:pt x="9741" y="5930"/>
                  </a:cubicBezTo>
                  <a:cubicBezTo>
                    <a:pt x="10122" y="5787"/>
                    <a:pt x="10527" y="5573"/>
                    <a:pt x="10836" y="5263"/>
                  </a:cubicBezTo>
                  <a:cubicBezTo>
                    <a:pt x="10908" y="5216"/>
                    <a:pt x="10908" y="5097"/>
                    <a:pt x="10836" y="5025"/>
                  </a:cubicBezTo>
                  <a:cubicBezTo>
                    <a:pt x="10812" y="5001"/>
                    <a:pt x="10771" y="4989"/>
                    <a:pt x="10726" y="4989"/>
                  </a:cubicBezTo>
                  <a:cubicBezTo>
                    <a:pt x="10681" y="4989"/>
                    <a:pt x="10634" y="5001"/>
                    <a:pt x="10598" y="5025"/>
                  </a:cubicBezTo>
                  <a:cubicBezTo>
                    <a:pt x="10098" y="5502"/>
                    <a:pt x="9455" y="5740"/>
                    <a:pt x="8764" y="5740"/>
                  </a:cubicBezTo>
                  <a:cubicBezTo>
                    <a:pt x="7359" y="5740"/>
                    <a:pt x="6169" y="4644"/>
                    <a:pt x="6073" y="3287"/>
                  </a:cubicBezTo>
                  <a:lnTo>
                    <a:pt x="6073" y="3120"/>
                  </a:lnTo>
                  <a:lnTo>
                    <a:pt x="6550" y="2810"/>
                  </a:lnTo>
                  <a:lnTo>
                    <a:pt x="7002" y="3120"/>
                  </a:lnTo>
                  <a:lnTo>
                    <a:pt x="7002" y="3215"/>
                  </a:lnTo>
                  <a:cubicBezTo>
                    <a:pt x="7074" y="3834"/>
                    <a:pt x="7431" y="4382"/>
                    <a:pt x="7978" y="4644"/>
                  </a:cubicBezTo>
                  <a:cubicBezTo>
                    <a:pt x="8217" y="4763"/>
                    <a:pt x="8550" y="4835"/>
                    <a:pt x="8788" y="4835"/>
                  </a:cubicBezTo>
                  <a:cubicBezTo>
                    <a:pt x="9646" y="4835"/>
                    <a:pt x="10408" y="4192"/>
                    <a:pt x="10550" y="3358"/>
                  </a:cubicBezTo>
                  <a:lnTo>
                    <a:pt x="10836" y="3596"/>
                  </a:lnTo>
                  <a:cubicBezTo>
                    <a:pt x="10908" y="3644"/>
                    <a:pt x="10955" y="3668"/>
                    <a:pt x="11027" y="3668"/>
                  </a:cubicBezTo>
                  <a:cubicBezTo>
                    <a:pt x="11074" y="3668"/>
                    <a:pt x="11146" y="3644"/>
                    <a:pt x="11193" y="3596"/>
                  </a:cubicBezTo>
                  <a:lnTo>
                    <a:pt x="11479" y="3382"/>
                  </a:lnTo>
                  <a:lnTo>
                    <a:pt x="11479" y="3382"/>
                  </a:lnTo>
                  <a:cubicBezTo>
                    <a:pt x="11408" y="3763"/>
                    <a:pt x="11289" y="4096"/>
                    <a:pt x="11122" y="4430"/>
                  </a:cubicBezTo>
                  <a:cubicBezTo>
                    <a:pt x="11051" y="4525"/>
                    <a:pt x="11074" y="4620"/>
                    <a:pt x="11170" y="4668"/>
                  </a:cubicBezTo>
                  <a:cubicBezTo>
                    <a:pt x="11203" y="4693"/>
                    <a:pt x="11236" y="4703"/>
                    <a:pt x="11267" y="4703"/>
                  </a:cubicBezTo>
                  <a:cubicBezTo>
                    <a:pt x="11326" y="4703"/>
                    <a:pt x="11377" y="4667"/>
                    <a:pt x="11408" y="4620"/>
                  </a:cubicBezTo>
                  <a:cubicBezTo>
                    <a:pt x="11717" y="4144"/>
                    <a:pt x="11860" y="3596"/>
                    <a:pt x="11860" y="3025"/>
                  </a:cubicBezTo>
                  <a:cubicBezTo>
                    <a:pt x="11860" y="1358"/>
                    <a:pt x="10479" y="0"/>
                    <a:pt x="8812" y="0"/>
                  </a:cubicBezTo>
                  <a:cubicBezTo>
                    <a:pt x="7478" y="0"/>
                    <a:pt x="6359" y="858"/>
                    <a:pt x="5930" y="2048"/>
                  </a:cubicBezTo>
                  <a:cubicBezTo>
                    <a:pt x="5502" y="858"/>
                    <a:pt x="4383" y="0"/>
                    <a:pt x="30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5" name="Google Shape;19835;p89"/>
          <p:cNvGrpSpPr/>
          <p:nvPr/>
        </p:nvGrpSpPr>
        <p:grpSpPr>
          <a:xfrm>
            <a:off x="4757884" y="3572345"/>
            <a:ext cx="364280" cy="354083"/>
            <a:chOff x="4948372" y="3572345"/>
            <a:chExt cx="364280" cy="354083"/>
          </a:xfrm>
        </p:grpSpPr>
        <p:sp>
          <p:nvSpPr>
            <p:cNvPr id="19836" name="Google Shape;19836;p89"/>
            <p:cNvSpPr/>
            <p:nvPr/>
          </p:nvSpPr>
          <p:spPr>
            <a:xfrm>
              <a:off x="4963995" y="3578725"/>
              <a:ext cx="343678" cy="342276"/>
            </a:xfrm>
            <a:custGeom>
              <a:rect b="b" l="l" r="r" t="t"/>
              <a:pathLst>
                <a:path extrusionOk="0" h="11480" w="11527">
                  <a:moveTo>
                    <a:pt x="5764" y="1596"/>
                  </a:moveTo>
                  <a:cubicBezTo>
                    <a:pt x="8050" y="1596"/>
                    <a:pt x="9884" y="3454"/>
                    <a:pt x="9884" y="5740"/>
                  </a:cubicBezTo>
                  <a:cubicBezTo>
                    <a:pt x="9884" y="8026"/>
                    <a:pt x="8050" y="9884"/>
                    <a:pt x="5764" y="9884"/>
                  </a:cubicBezTo>
                  <a:cubicBezTo>
                    <a:pt x="3454" y="9884"/>
                    <a:pt x="1620" y="8026"/>
                    <a:pt x="1620" y="5740"/>
                  </a:cubicBezTo>
                  <a:cubicBezTo>
                    <a:pt x="1620" y="3454"/>
                    <a:pt x="3454" y="1596"/>
                    <a:pt x="5764" y="1596"/>
                  </a:cubicBezTo>
                  <a:close/>
                  <a:moveTo>
                    <a:pt x="5764" y="1"/>
                  </a:moveTo>
                  <a:cubicBezTo>
                    <a:pt x="2573" y="1"/>
                    <a:pt x="1" y="2573"/>
                    <a:pt x="1" y="5740"/>
                  </a:cubicBezTo>
                  <a:cubicBezTo>
                    <a:pt x="1" y="8931"/>
                    <a:pt x="2596" y="11479"/>
                    <a:pt x="5764" y="11479"/>
                  </a:cubicBezTo>
                  <a:cubicBezTo>
                    <a:pt x="8907" y="11479"/>
                    <a:pt x="11503" y="8884"/>
                    <a:pt x="11503" y="5740"/>
                  </a:cubicBezTo>
                  <a:cubicBezTo>
                    <a:pt x="11527" y="2573"/>
                    <a:pt x="8931" y="1"/>
                    <a:pt x="5764"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89"/>
            <p:cNvSpPr/>
            <p:nvPr/>
          </p:nvSpPr>
          <p:spPr>
            <a:xfrm>
              <a:off x="5055588" y="3591516"/>
              <a:ext cx="252086" cy="329486"/>
            </a:xfrm>
            <a:custGeom>
              <a:rect b="b" l="l" r="r" t="t"/>
              <a:pathLst>
                <a:path extrusionOk="0" h="11051" w="8455">
                  <a:moveTo>
                    <a:pt x="4907" y="1"/>
                  </a:moveTo>
                  <a:lnTo>
                    <a:pt x="4907" y="1"/>
                  </a:lnTo>
                  <a:cubicBezTo>
                    <a:pt x="6740" y="953"/>
                    <a:pt x="7979" y="2906"/>
                    <a:pt x="7979" y="5097"/>
                  </a:cubicBezTo>
                  <a:cubicBezTo>
                    <a:pt x="7979" y="8288"/>
                    <a:pt x="5383" y="10836"/>
                    <a:pt x="2239" y="10836"/>
                  </a:cubicBezTo>
                  <a:cubicBezTo>
                    <a:pt x="1430" y="10836"/>
                    <a:pt x="691" y="10693"/>
                    <a:pt x="1" y="10407"/>
                  </a:cubicBezTo>
                  <a:lnTo>
                    <a:pt x="1" y="10407"/>
                  </a:lnTo>
                  <a:cubicBezTo>
                    <a:pt x="810" y="10812"/>
                    <a:pt x="1739" y="11050"/>
                    <a:pt x="2692" y="11050"/>
                  </a:cubicBezTo>
                  <a:cubicBezTo>
                    <a:pt x="5859" y="11050"/>
                    <a:pt x="8431" y="8455"/>
                    <a:pt x="8431" y="5311"/>
                  </a:cubicBezTo>
                  <a:cubicBezTo>
                    <a:pt x="8455" y="2930"/>
                    <a:pt x="7002" y="882"/>
                    <a:pt x="490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89"/>
            <p:cNvSpPr/>
            <p:nvPr/>
          </p:nvSpPr>
          <p:spPr>
            <a:xfrm>
              <a:off x="5136536" y="3577324"/>
              <a:ext cx="171138" cy="328054"/>
            </a:xfrm>
            <a:custGeom>
              <a:rect b="b" l="l" r="r" t="t"/>
              <a:pathLst>
                <a:path extrusionOk="0" h="11003" w="5740">
                  <a:moveTo>
                    <a:pt x="1" y="0"/>
                  </a:moveTo>
                  <a:lnTo>
                    <a:pt x="1" y="1643"/>
                  </a:lnTo>
                  <a:cubicBezTo>
                    <a:pt x="2287" y="1643"/>
                    <a:pt x="4144" y="3501"/>
                    <a:pt x="4144" y="5787"/>
                  </a:cubicBezTo>
                  <a:cubicBezTo>
                    <a:pt x="4144" y="7502"/>
                    <a:pt x="3096" y="8978"/>
                    <a:pt x="1596" y="9597"/>
                  </a:cubicBezTo>
                  <a:lnTo>
                    <a:pt x="2334" y="11003"/>
                  </a:lnTo>
                  <a:cubicBezTo>
                    <a:pt x="4335" y="10098"/>
                    <a:pt x="5740" y="8097"/>
                    <a:pt x="5740" y="5763"/>
                  </a:cubicBezTo>
                  <a:cubicBezTo>
                    <a:pt x="5740" y="2596"/>
                    <a:pt x="3192" y="0"/>
                    <a:pt x="1"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89"/>
            <p:cNvSpPr/>
            <p:nvPr/>
          </p:nvSpPr>
          <p:spPr>
            <a:xfrm>
              <a:off x="5201146" y="3593663"/>
              <a:ext cx="107245" cy="315264"/>
            </a:xfrm>
            <a:custGeom>
              <a:rect b="b" l="l" r="r" t="t"/>
              <a:pathLst>
                <a:path extrusionOk="0" h="10574" w="3597">
                  <a:moveTo>
                    <a:pt x="72" y="0"/>
                  </a:moveTo>
                  <a:cubicBezTo>
                    <a:pt x="1882" y="953"/>
                    <a:pt x="3120" y="2882"/>
                    <a:pt x="3120" y="5096"/>
                  </a:cubicBezTo>
                  <a:cubicBezTo>
                    <a:pt x="3120" y="7311"/>
                    <a:pt x="1858" y="9264"/>
                    <a:pt x="1" y="10216"/>
                  </a:cubicBezTo>
                  <a:lnTo>
                    <a:pt x="191" y="10574"/>
                  </a:lnTo>
                  <a:cubicBezTo>
                    <a:pt x="215" y="10574"/>
                    <a:pt x="239" y="10526"/>
                    <a:pt x="263" y="10526"/>
                  </a:cubicBezTo>
                  <a:lnTo>
                    <a:pt x="810" y="10264"/>
                  </a:lnTo>
                  <a:cubicBezTo>
                    <a:pt x="1049" y="10121"/>
                    <a:pt x="1263" y="9978"/>
                    <a:pt x="1453" y="9812"/>
                  </a:cubicBezTo>
                  <a:cubicBezTo>
                    <a:pt x="1668" y="9645"/>
                    <a:pt x="1882" y="9454"/>
                    <a:pt x="2049" y="9288"/>
                  </a:cubicBezTo>
                  <a:cubicBezTo>
                    <a:pt x="2335" y="8978"/>
                    <a:pt x="2573" y="8692"/>
                    <a:pt x="2763" y="8359"/>
                  </a:cubicBezTo>
                  <a:cubicBezTo>
                    <a:pt x="2978" y="8025"/>
                    <a:pt x="3168" y="7668"/>
                    <a:pt x="3287" y="7287"/>
                  </a:cubicBezTo>
                  <a:cubicBezTo>
                    <a:pt x="3335" y="7073"/>
                    <a:pt x="3430" y="6882"/>
                    <a:pt x="3454" y="6668"/>
                  </a:cubicBezTo>
                  <a:cubicBezTo>
                    <a:pt x="3478" y="6525"/>
                    <a:pt x="3525" y="6335"/>
                    <a:pt x="3549" y="6192"/>
                  </a:cubicBezTo>
                  <a:cubicBezTo>
                    <a:pt x="3573" y="5930"/>
                    <a:pt x="3597" y="5644"/>
                    <a:pt x="3597" y="5382"/>
                  </a:cubicBezTo>
                  <a:cubicBezTo>
                    <a:pt x="3573" y="5215"/>
                    <a:pt x="3573" y="5144"/>
                    <a:pt x="3573" y="5096"/>
                  </a:cubicBezTo>
                  <a:cubicBezTo>
                    <a:pt x="3573" y="4644"/>
                    <a:pt x="3478" y="4168"/>
                    <a:pt x="3359" y="3739"/>
                  </a:cubicBezTo>
                  <a:lnTo>
                    <a:pt x="3192" y="3215"/>
                  </a:lnTo>
                  <a:cubicBezTo>
                    <a:pt x="3097" y="2953"/>
                    <a:pt x="2954" y="2667"/>
                    <a:pt x="2835" y="2429"/>
                  </a:cubicBezTo>
                  <a:cubicBezTo>
                    <a:pt x="2692" y="2167"/>
                    <a:pt x="2501" y="1929"/>
                    <a:pt x="2358" y="1715"/>
                  </a:cubicBezTo>
                  <a:cubicBezTo>
                    <a:pt x="2215" y="1548"/>
                    <a:pt x="2049" y="1357"/>
                    <a:pt x="1882" y="1215"/>
                  </a:cubicBezTo>
                  <a:lnTo>
                    <a:pt x="1572" y="929"/>
                  </a:lnTo>
                  <a:cubicBezTo>
                    <a:pt x="1406" y="762"/>
                    <a:pt x="1263" y="643"/>
                    <a:pt x="1072" y="524"/>
                  </a:cubicBezTo>
                  <a:cubicBezTo>
                    <a:pt x="906" y="405"/>
                    <a:pt x="739" y="333"/>
                    <a:pt x="548" y="214"/>
                  </a:cubicBezTo>
                  <a:cubicBezTo>
                    <a:pt x="453" y="143"/>
                    <a:pt x="358" y="119"/>
                    <a:pt x="263" y="48"/>
                  </a:cubicBezTo>
                  <a:lnTo>
                    <a:pt x="239" y="48"/>
                  </a:lnTo>
                  <a:cubicBezTo>
                    <a:pt x="215" y="48"/>
                    <a:pt x="191" y="24"/>
                    <a:pt x="144" y="24"/>
                  </a:cubicBezTo>
                  <a:cubicBezTo>
                    <a:pt x="120" y="24"/>
                    <a:pt x="96" y="0"/>
                    <a:pt x="72"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89"/>
            <p:cNvSpPr/>
            <p:nvPr/>
          </p:nvSpPr>
          <p:spPr>
            <a:xfrm>
              <a:off x="4948372" y="3572345"/>
              <a:ext cx="364280" cy="354083"/>
            </a:xfrm>
            <a:custGeom>
              <a:rect b="b" l="l" r="r" t="t"/>
              <a:pathLst>
                <a:path extrusionOk="0" h="11876" w="12218">
                  <a:moveTo>
                    <a:pt x="6097" y="382"/>
                  </a:moveTo>
                  <a:lnTo>
                    <a:pt x="6097" y="1668"/>
                  </a:lnTo>
                  <a:cubicBezTo>
                    <a:pt x="3811" y="1739"/>
                    <a:pt x="1954" y="3668"/>
                    <a:pt x="1954" y="5978"/>
                  </a:cubicBezTo>
                  <a:cubicBezTo>
                    <a:pt x="1954" y="6478"/>
                    <a:pt x="2049" y="6978"/>
                    <a:pt x="2239" y="7502"/>
                  </a:cubicBezTo>
                  <a:cubicBezTo>
                    <a:pt x="2256" y="7553"/>
                    <a:pt x="2309" y="7603"/>
                    <a:pt x="2380" y="7603"/>
                  </a:cubicBezTo>
                  <a:cubicBezTo>
                    <a:pt x="2410" y="7603"/>
                    <a:pt x="2443" y="7594"/>
                    <a:pt x="2477" y="7574"/>
                  </a:cubicBezTo>
                  <a:cubicBezTo>
                    <a:pt x="2549" y="7550"/>
                    <a:pt x="2620" y="7454"/>
                    <a:pt x="2549" y="7359"/>
                  </a:cubicBezTo>
                  <a:cubicBezTo>
                    <a:pt x="2406" y="6931"/>
                    <a:pt x="2311" y="6478"/>
                    <a:pt x="2311" y="6049"/>
                  </a:cubicBezTo>
                  <a:cubicBezTo>
                    <a:pt x="2287" y="3858"/>
                    <a:pt x="4049" y="2049"/>
                    <a:pt x="6216" y="2025"/>
                  </a:cubicBezTo>
                  <a:cubicBezTo>
                    <a:pt x="6231" y="2025"/>
                    <a:pt x="6246" y="2025"/>
                    <a:pt x="6260" y="2025"/>
                  </a:cubicBezTo>
                  <a:cubicBezTo>
                    <a:pt x="8455" y="2025"/>
                    <a:pt x="10241" y="3802"/>
                    <a:pt x="10241" y="5978"/>
                  </a:cubicBezTo>
                  <a:cubicBezTo>
                    <a:pt x="10241" y="8145"/>
                    <a:pt x="8455" y="9931"/>
                    <a:pt x="6288" y="9931"/>
                  </a:cubicBezTo>
                  <a:cubicBezTo>
                    <a:pt x="5597" y="9931"/>
                    <a:pt x="4907" y="9764"/>
                    <a:pt x="4311" y="9431"/>
                  </a:cubicBezTo>
                  <a:cubicBezTo>
                    <a:pt x="3740" y="9098"/>
                    <a:pt x="3240" y="8621"/>
                    <a:pt x="2906" y="8050"/>
                  </a:cubicBezTo>
                  <a:cubicBezTo>
                    <a:pt x="2875" y="8003"/>
                    <a:pt x="2824" y="7967"/>
                    <a:pt x="2766" y="7967"/>
                  </a:cubicBezTo>
                  <a:cubicBezTo>
                    <a:pt x="2734" y="7967"/>
                    <a:pt x="2701" y="7977"/>
                    <a:pt x="2668" y="8002"/>
                  </a:cubicBezTo>
                  <a:cubicBezTo>
                    <a:pt x="2597" y="8050"/>
                    <a:pt x="2549" y="8145"/>
                    <a:pt x="2620" y="8240"/>
                  </a:cubicBezTo>
                  <a:cubicBezTo>
                    <a:pt x="3001" y="8860"/>
                    <a:pt x="3549" y="9360"/>
                    <a:pt x="4168" y="9717"/>
                  </a:cubicBezTo>
                  <a:cubicBezTo>
                    <a:pt x="4811" y="10074"/>
                    <a:pt x="5526" y="10288"/>
                    <a:pt x="6312" y="10288"/>
                  </a:cubicBezTo>
                  <a:cubicBezTo>
                    <a:pt x="6836" y="10288"/>
                    <a:pt x="7383" y="10193"/>
                    <a:pt x="7860" y="10003"/>
                  </a:cubicBezTo>
                  <a:lnTo>
                    <a:pt x="8455" y="11122"/>
                  </a:lnTo>
                  <a:cubicBezTo>
                    <a:pt x="7740" y="11408"/>
                    <a:pt x="7026" y="11551"/>
                    <a:pt x="6288" y="11551"/>
                  </a:cubicBezTo>
                  <a:cubicBezTo>
                    <a:pt x="4787" y="11551"/>
                    <a:pt x="3382" y="10955"/>
                    <a:pt x="2311" y="9907"/>
                  </a:cubicBezTo>
                  <a:cubicBezTo>
                    <a:pt x="1001" y="8598"/>
                    <a:pt x="453" y="6788"/>
                    <a:pt x="763" y="4930"/>
                  </a:cubicBezTo>
                  <a:cubicBezTo>
                    <a:pt x="930" y="4192"/>
                    <a:pt x="1191" y="3477"/>
                    <a:pt x="1644" y="2858"/>
                  </a:cubicBezTo>
                  <a:cubicBezTo>
                    <a:pt x="2668" y="1334"/>
                    <a:pt x="4311" y="429"/>
                    <a:pt x="6097" y="382"/>
                  </a:cubicBezTo>
                  <a:close/>
                  <a:moveTo>
                    <a:pt x="6264" y="1"/>
                  </a:moveTo>
                  <a:cubicBezTo>
                    <a:pt x="4311" y="1"/>
                    <a:pt x="2454" y="953"/>
                    <a:pt x="1334" y="2644"/>
                  </a:cubicBezTo>
                  <a:cubicBezTo>
                    <a:pt x="906" y="3263"/>
                    <a:pt x="620" y="3978"/>
                    <a:pt x="477" y="4740"/>
                  </a:cubicBezTo>
                  <a:cubicBezTo>
                    <a:pt x="1" y="7145"/>
                    <a:pt x="977" y="9526"/>
                    <a:pt x="3025" y="10884"/>
                  </a:cubicBezTo>
                  <a:cubicBezTo>
                    <a:pt x="3644" y="11312"/>
                    <a:pt x="4359" y="11598"/>
                    <a:pt x="5121" y="11765"/>
                  </a:cubicBezTo>
                  <a:cubicBezTo>
                    <a:pt x="5516" y="11839"/>
                    <a:pt x="5908" y="11875"/>
                    <a:pt x="6293" y="11875"/>
                  </a:cubicBezTo>
                  <a:cubicBezTo>
                    <a:pt x="7886" y="11875"/>
                    <a:pt x="9372" y="11257"/>
                    <a:pt x="10503" y="10145"/>
                  </a:cubicBezTo>
                  <a:cubicBezTo>
                    <a:pt x="11622" y="9026"/>
                    <a:pt x="12218" y="7526"/>
                    <a:pt x="12218" y="5954"/>
                  </a:cubicBezTo>
                  <a:cubicBezTo>
                    <a:pt x="12194" y="5454"/>
                    <a:pt x="12146" y="4978"/>
                    <a:pt x="12027" y="4454"/>
                  </a:cubicBezTo>
                  <a:cubicBezTo>
                    <a:pt x="12006" y="4392"/>
                    <a:pt x="11932" y="4330"/>
                    <a:pt x="11851" y="4330"/>
                  </a:cubicBezTo>
                  <a:cubicBezTo>
                    <a:pt x="11838" y="4330"/>
                    <a:pt x="11826" y="4332"/>
                    <a:pt x="11813" y="4335"/>
                  </a:cubicBezTo>
                  <a:cubicBezTo>
                    <a:pt x="11718" y="4382"/>
                    <a:pt x="11670" y="4454"/>
                    <a:pt x="11694" y="4549"/>
                  </a:cubicBezTo>
                  <a:cubicBezTo>
                    <a:pt x="11813" y="5002"/>
                    <a:pt x="11860" y="5478"/>
                    <a:pt x="11860" y="5954"/>
                  </a:cubicBezTo>
                  <a:cubicBezTo>
                    <a:pt x="11860" y="7431"/>
                    <a:pt x="11265" y="8836"/>
                    <a:pt x="10241" y="9907"/>
                  </a:cubicBezTo>
                  <a:cubicBezTo>
                    <a:pt x="9789" y="10360"/>
                    <a:pt x="9288" y="10717"/>
                    <a:pt x="8717" y="10979"/>
                  </a:cubicBezTo>
                  <a:lnTo>
                    <a:pt x="8122" y="9860"/>
                  </a:lnTo>
                  <a:cubicBezTo>
                    <a:pt x="9574" y="9169"/>
                    <a:pt x="10551" y="7669"/>
                    <a:pt x="10551" y="5954"/>
                  </a:cubicBezTo>
                  <a:cubicBezTo>
                    <a:pt x="10551" y="3620"/>
                    <a:pt x="8717" y="1715"/>
                    <a:pt x="6431" y="1644"/>
                  </a:cubicBezTo>
                  <a:lnTo>
                    <a:pt x="6431" y="358"/>
                  </a:lnTo>
                  <a:cubicBezTo>
                    <a:pt x="7502" y="382"/>
                    <a:pt x="8503" y="715"/>
                    <a:pt x="9407" y="1310"/>
                  </a:cubicBezTo>
                  <a:cubicBezTo>
                    <a:pt x="10289" y="1930"/>
                    <a:pt x="11003" y="2763"/>
                    <a:pt x="11432" y="3787"/>
                  </a:cubicBezTo>
                  <a:cubicBezTo>
                    <a:pt x="11449" y="3839"/>
                    <a:pt x="11516" y="3878"/>
                    <a:pt x="11587" y="3878"/>
                  </a:cubicBezTo>
                  <a:cubicBezTo>
                    <a:pt x="11615" y="3878"/>
                    <a:pt x="11643" y="3872"/>
                    <a:pt x="11670" y="3858"/>
                  </a:cubicBezTo>
                  <a:cubicBezTo>
                    <a:pt x="11741" y="3835"/>
                    <a:pt x="11789" y="3716"/>
                    <a:pt x="11741" y="3620"/>
                  </a:cubicBezTo>
                  <a:cubicBezTo>
                    <a:pt x="11313" y="2549"/>
                    <a:pt x="10551" y="1644"/>
                    <a:pt x="9598" y="1001"/>
                  </a:cubicBezTo>
                  <a:cubicBezTo>
                    <a:pt x="8622" y="358"/>
                    <a:pt x="7455" y="1"/>
                    <a:pt x="6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1" name="Google Shape;19841;p89"/>
          <p:cNvGrpSpPr/>
          <p:nvPr/>
        </p:nvGrpSpPr>
        <p:grpSpPr>
          <a:xfrm>
            <a:off x="4023966" y="3573060"/>
            <a:ext cx="348657" cy="354321"/>
            <a:chOff x="4366853" y="3573060"/>
            <a:chExt cx="348657" cy="354321"/>
          </a:xfrm>
        </p:grpSpPr>
        <p:sp>
          <p:nvSpPr>
            <p:cNvPr id="19842" name="Google Shape;19842;p89"/>
            <p:cNvSpPr/>
            <p:nvPr/>
          </p:nvSpPr>
          <p:spPr>
            <a:xfrm>
              <a:off x="4373264" y="3795304"/>
              <a:ext cx="335150" cy="126237"/>
            </a:xfrm>
            <a:custGeom>
              <a:rect b="b" l="l" r="r" t="t"/>
              <a:pathLst>
                <a:path extrusionOk="0" h="4234" w="11241">
                  <a:moveTo>
                    <a:pt x="0" y="0"/>
                  </a:moveTo>
                  <a:lnTo>
                    <a:pt x="0" y="3525"/>
                  </a:lnTo>
                  <a:cubicBezTo>
                    <a:pt x="0" y="3596"/>
                    <a:pt x="24" y="3620"/>
                    <a:pt x="95" y="3620"/>
                  </a:cubicBezTo>
                  <a:lnTo>
                    <a:pt x="4930" y="3620"/>
                  </a:lnTo>
                  <a:lnTo>
                    <a:pt x="5573" y="4215"/>
                  </a:lnTo>
                  <a:cubicBezTo>
                    <a:pt x="5585" y="4227"/>
                    <a:pt x="5602" y="4233"/>
                    <a:pt x="5623" y="4233"/>
                  </a:cubicBezTo>
                  <a:cubicBezTo>
                    <a:pt x="5644" y="4233"/>
                    <a:pt x="5668" y="4227"/>
                    <a:pt x="5692" y="4215"/>
                  </a:cubicBezTo>
                  <a:lnTo>
                    <a:pt x="6311" y="3620"/>
                  </a:lnTo>
                  <a:lnTo>
                    <a:pt x="11169" y="3620"/>
                  </a:lnTo>
                  <a:cubicBezTo>
                    <a:pt x="11217" y="3620"/>
                    <a:pt x="11240" y="3596"/>
                    <a:pt x="11240" y="3525"/>
                  </a:cubicBezTo>
                  <a:lnTo>
                    <a:pt x="11240"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89"/>
            <p:cNvSpPr/>
            <p:nvPr/>
          </p:nvSpPr>
          <p:spPr>
            <a:xfrm>
              <a:off x="4693480" y="3795304"/>
              <a:ext cx="17054" cy="107960"/>
            </a:xfrm>
            <a:custGeom>
              <a:rect b="b" l="l" r="r" t="t"/>
              <a:pathLst>
                <a:path extrusionOk="0" h="3621" w="572">
                  <a:moveTo>
                    <a:pt x="96" y="0"/>
                  </a:moveTo>
                  <a:lnTo>
                    <a:pt x="96" y="3525"/>
                  </a:lnTo>
                  <a:cubicBezTo>
                    <a:pt x="96" y="3596"/>
                    <a:pt x="72" y="3620"/>
                    <a:pt x="0" y="3620"/>
                  </a:cubicBezTo>
                  <a:lnTo>
                    <a:pt x="477" y="3620"/>
                  </a:lnTo>
                  <a:cubicBezTo>
                    <a:pt x="548" y="3620"/>
                    <a:pt x="572" y="3596"/>
                    <a:pt x="572" y="3525"/>
                  </a:cubicBezTo>
                  <a:lnTo>
                    <a:pt x="572" y="0"/>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89"/>
            <p:cNvSpPr/>
            <p:nvPr/>
          </p:nvSpPr>
          <p:spPr>
            <a:xfrm>
              <a:off x="4373264" y="3686657"/>
              <a:ext cx="335150" cy="126952"/>
            </a:xfrm>
            <a:custGeom>
              <a:rect b="b" l="l" r="r" t="t"/>
              <a:pathLst>
                <a:path extrusionOk="0" h="4258" w="11241">
                  <a:moveTo>
                    <a:pt x="0" y="1"/>
                  </a:moveTo>
                  <a:lnTo>
                    <a:pt x="0" y="3644"/>
                  </a:lnTo>
                  <a:lnTo>
                    <a:pt x="4930" y="3644"/>
                  </a:lnTo>
                  <a:lnTo>
                    <a:pt x="5573" y="4240"/>
                  </a:lnTo>
                  <a:cubicBezTo>
                    <a:pt x="5585" y="4252"/>
                    <a:pt x="5602" y="4258"/>
                    <a:pt x="5623" y="4258"/>
                  </a:cubicBezTo>
                  <a:cubicBezTo>
                    <a:pt x="5644" y="4258"/>
                    <a:pt x="5668" y="4252"/>
                    <a:pt x="5692" y="4240"/>
                  </a:cubicBezTo>
                  <a:lnTo>
                    <a:pt x="6311" y="3644"/>
                  </a:lnTo>
                  <a:lnTo>
                    <a:pt x="11240" y="3644"/>
                  </a:lnTo>
                  <a:lnTo>
                    <a:pt x="11240"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89"/>
            <p:cNvSpPr/>
            <p:nvPr/>
          </p:nvSpPr>
          <p:spPr>
            <a:xfrm>
              <a:off x="4697029" y="3686657"/>
              <a:ext cx="14222" cy="108676"/>
            </a:xfrm>
            <a:custGeom>
              <a:rect b="b" l="l" r="r" t="t"/>
              <a:pathLst>
                <a:path extrusionOk="0" h="3645" w="477">
                  <a:moveTo>
                    <a:pt x="0" y="1"/>
                  </a:moveTo>
                  <a:lnTo>
                    <a:pt x="0" y="3644"/>
                  </a:lnTo>
                  <a:lnTo>
                    <a:pt x="477" y="3644"/>
                  </a:lnTo>
                  <a:lnTo>
                    <a:pt x="477"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89"/>
            <p:cNvSpPr/>
            <p:nvPr/>
          </p:nvSpPr>
          <p:spPr>
            <a:xfrm>
              <a:off x="4373264" y="3578725"/>
              <a:ext cx="335150" cy="126237"/>
            </a:xfrm>
            <a:custGeom>
              <a:rect b="b" l="l" r="r" t="t"/>
              <a:pathLst>
                <a:path extrusionOk="0" h="4234" w="11241">
                  <a:moveTo>
                    <a:pt x="24" y="1"/>
                  </a:moveTo>
                  <a:cubicBezTo>
                    <a:pt x="24" y="1"/>
                    <a:pt x="0" y="49"/>
                    <a:pt x="0" y="72"/>
                  </a:cubicBezTo>
                  <a:lnTo>
                    <a:pt x="0" y="3621"/>
                  </a:lnTo>
                  <a:lnTo>
                    <a:pt x="4930" y="3621"/>
                  </a:lnTo>
                  <a:lnTo>
                    <a:pt x="5573" y="4216"/>
                  </a:lnTo>
                  <a:cubicBezTo>
                    <a:pt x="5585" y="4228"/>
                    <a:pt x="5602" y="4234"/>
                    <a:pt x="5623" y="4234"/>
                  </a:cubicBezTo>
                  <a:cubicBezTo>
                    <a:pt x="5644" y="4234"/>
                    <a:pt x="5668" y="4228"/>
                    <a:pt x="5692" y="4216"/>
                  </a:cubicBezTo>
                  <a:lnTo>
                    <a:pt x="6311" y="3621"/>
                  </a:lnTo>
                  <a:lnTo>
                    <a:pt x="11240" y="3621"/>
                  </a:lnTo>
                  <a:lnTo>
                    <a:pt x="11240" y="72"/>
                  </a:lnTo>
                  <a:cubicBezTo>
                    <a:pt x="11240" y="25"/>
                    <a:pt x="11217" y="1"/>
                    <a:pt x="11169"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89"/>
            <p:cNvSpPr/>
            <p:nvPr/>
          </p:nvSpPr>
          <p:spPr>
            <a:xfrm>
              <a:off x="4693480" y="3578725"/>
              <a:ext cx="17054" cy="107960"/>
            </a:xfrm>
            <a:custGeom>
              <a:rect b="b" l="l" r="r" t="t"/>
              <a:pathLst>
                <a:path extrusionOk="0" h="3621" w="572">
                  <a:moveTo>
                    <a:pt x="0" y="1"/>
                  </a:moveTo>
                  <a:cubicBezTo>
                    <a:pt x="72" y="1"/>
                    <a:pt x="96" y="25"/>
                    <a:pt x="96" y="72"/>
                  </a:cubicBezTo>
                  <a:lnTo>
                    <a:pt x="96" y="3621"/>
                  </a:lnTo>
                  <a:lnTo>
                    <a:pt x="572" y="3621"/>
                  </a:lnTo>
                  <a:lnTo>
                    <a:pt x="572" y="72"/>
                  </a:lnTo>
                  <a:cubicBezTo>
                    <a:pt x="572" y="49"/>
                    <a:pt x="548" y="1"/>
                    <a:pt x="477"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89"/>
            <p:cNvSpPr/>
            <p:nvPr/>
          </p:nvSpPr>
          <p:spPr>
            <a:xfrm>
              <a:off x="4490408" y="3619214"/>
              <a:ext cx="196719" cy="10674"/>
            </a:xfrm>
            <a:custGeom>
              <a:rect b="b" l="l" r="r" t="t"/>
              <a:pathLst>
                <a:path extrusionOk="0" h="358" w="6598">
                  <a:moveTo>
                    <a:pt x="167" y="0"/>
                  </a:moveTo>
                  <a:cubicBezTo>
                    <a:pt x="96" y="0"/>
                    <a:pt x="0" y="72"/>
                    <a:pt x="0" y="143"/>
                  </a:cubicBezTo>
                  <a:cubicBezTo>
                    <a:pt x="0" y="262"/>
                    <a:pt x="96" y="358"/>
                    <a:pt x="167" y="358"/>
                  </a:cubicBezTo>
                  <a:lnTo>
                    <a:pt x="6430" y="358"/>
                  </a:lnTo>
                  <a:cubicBezTo>
                    <a:pt x="6526" y="358"/>
                    <a:pt x="6597" y="310"/>
                    <a:pt x="6597" y="215"/>
                  </a:cubicBezTo>
                  <a:cubicBezTo>
                    <a:pt x="6597" y="96"/>
                    <a:pt x="6549" y="0"/>
                    <a:pt x="6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89"/>
            <p:cNvSpPr/>
            <p:nvPr/>
          </p:nvSpPr>
          <p:spPr>
            <a:xfrm>
              <a:off x="4490408" y="3643365"/>
              <a:ext cx="143440" cy="10674"/>
            </a:xfrm>
            <a:custGeom>
              <a:rect b="b" l="l" r="r" t="t"/>
              <a:pathLst>
                <a:path extrusionOk="0" h="358" w="4811">
                  <a:moveTo>
                    <a:pt x="167" y="0"/>
                  </a:moveTo>
                  <a:cubicBezTo>
                    <a:pt x="96" y="0"/>
                    <a:pt x="0" y="48"/>
                    <a:pt x="0" y="143"/>
                  </a:cubicBezTo>
                  <a:cubicBezTo>
                    <a:pt x="0" y="262"/>
                    <a:pt x="96" y="357"/>
                    <a:pt x="167" y="357"/>
                  </a:cubicBezTo>
                  <a:lnTo>
                    <a:pt x="4644" y="357"/>
                  </a:lnTo>
                  <a:cubicBezTo>
                    <a:pt x="4740" y="357"/>
                    <a:pt x="4811" y="286"/>
                    <a:pt x="4811" y="214"/>
                  </a:cubicBezTo>
                  <a:cubicBezTo>
                    <a:pt x="4811" y="95"/>
                    <a:pt x="4763" y="0"/>
                    <a:pt x="4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89"/>
            <p:cNvSpPr/>
            <p:nvPr/>
          </p:nvSpPr>
          <p:spPr>
            <a:xfrm>
              <a:off x="4490408" y="3726430"/>
              <a:ext cx="196719" cy="10674"/>
            </a:xfrm>
            <a:custGeom>
              <a:rect b="b" l="l" r="r" t="t"/>
              <a:pathLst>
                <a:path extrusionOk="0" h="358" w="6598">
                  <a:moveTo>
                    <a:pt x="167" y="0"/>
                  </a:moveTo>
                  <a:cubicBezTo>
                    <a:pt x="96" y="0"/>
                    <a:pt x="0" y="72"/>
                    <a:pt x="0" y="167"/>
                  </a:cubicBezTo>
                  <a:cubicBezTo>
                    <a:pt x="0" y="286"/>
                    <a:pt x="96" y="358"/>
                    <a:pt x="167" y="358"/>
                  </a:cubicBezTo>
                  <a:lnTo>
                    <a:pt x="6430" y="358"/>
                  </a:lnTo>
                  <a:cubicBezTo>
                    <a:pt x="6526" y="358"/>
                    <a:pt x="6597" y="310"/>
                    <a:pt x="6597" y="215"/>
                  </a:cubicBezTo>
                  <a:cubicBezTo>
                    <a:pt x="6597" y="96"/>
                    <a:pt x="6549" y="0"/>
                    <a:pt x="6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89"/>
            <p:cNvSpPr/>
            <p:nvPr/>
          </p:nvSpPr>
          <p:spPr>
            <a:xfrm>
              <a:off x="4490408" y="3751266"/>
              <a:ext cx="143440" cy="10674"/>
            </a:xfrm>
            <a:custGeom>
              <a:rect b="b" l="l" r="r" t="t"/>
              <a:pathLst>
                <a:path extrusionOk="0" h="358" w="4811">
                  <a:moveTo>
                    <a:pt x="167" y="1"/>
                  </a:moveTo>
                  <a:cubicBezTo>
                    <a:pt x="96" y="1"/>
                    <a:pt x="0" y="72"/>
                    <a:pt x="0" y="167"/>
                  </a:cubicBezTo>
                  <a:cubicBezTo>
                    <a:pt x="0" y="287"/>
                    <a:pt x="96" y="358"/>
                    <a:pt x="167" y="358"/>
                  </a:cubicBezTo>
                  <a:lnTo>
                    <a:pt x="4644" y="358"/>
                  </a:lnTo>
                  <a:cubicBezTo>
                    <a:pt x="4740" y="358"/>
                    <a:pt x="4811" y="310"/>
                    <a:pt x="4811" y="215"/>
                  </a:cubicBezTo>
                  <a:cubicBezTo>
                    <a:pt x="4811" y="96"/>
                    <a:pt x="4763" y="1"/>
                    <a:pt x="4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89"/>
            <p:cNvSpPr/>
            <p:nvPr/>
          </p:nvSpPr>
          <p:spPr>
            <a:xfrm>
              <a:off x="4439990" y="3605022"/>
              <a:ext cx="22033" cy="57543"/>
            </a:xfrm>
            <a:custGeom>
              <a:rect b="b" l="l" r="r" t="t"/>
              <a:pathLst>
                <a:path extrusionOk="0" h="1930" w="739">
                  <a:moveTo>
                    <a:pt x="215" y="0"/>
                  </a:moveTo>
                  <a:cubicBezTo>
                    <a:pt x="167" y="0"/>
                    <a:pt x="96" y="24"/>
                    <a:pt x="72" y="95"/>
                  </a:cubicBezTo>
                  <a:cubicBezTo>
                    <a:pt x="1" y="191"/>
                    <a:pt x="72" y="333"/>
                    <a:pt x="191" y="333"/>
                  </a:cubicBezTo>
                  <a:lnTo>
                    <a:pt x="382" y="333"/>
                  </a:lnTo>
                  <a:lnTo>
                    <a:pt x="382" y="1762"/>
                  </a:lnTo>
                  <a:cubicBezTo>
                    <a:pt x="382" y="1810"/>
                    <a:pt x="405" y="1881"/>
                    <a:pt x="453" y="1905"/>
                  </a:cubicBezTo>
                  <a:cubicBezTo>
                    <a:pt x="487" y="1922"/>
                    <a:pt x="521" y="1930"/>
                    <a:pt x="553" y="1930"/>
                  </a:cubicBezTo>
                  <a:cubicBezTo>
                    <a:pt x="656" y="1930"/>
                    <a:pt x="739" y="1853"/>
                    <a:pt x="739" y="1762"/>
                  </a:cubicBezTo>
                  <a:lnTo>
                    <a:pt x="739" y="143"/>
                  </a:lnTo>
                  <a:cubicBezTo>
                    <a:pt x="739" y="71"/>
                    <a:pt x="667" y="0"/>
                    <a:pt x="5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89"/>
            <p:cNvSpPr/>
            <p:nvPr/>
          </p:nvSpPr>
          <p:spPr>
            <a:xfrm>
              <a:off x="4392435" y="3603800"/>
              <a:ext cx="38342" cy="60465"/>
            </a:xfrm>
            <a:custGeom>
              <a:rect b="b" l="l" r="r" t="t"/>
              <a:pathLst>
                <a:path extrusionOk="0" h="2028" w="1286">
                  <a:moveTo>
                    <a:pt x="624" y="332"/>
                  </a:moveTo>
                  <a:cubicBezTo>
                    <a:pt x="654" y="332"/>
                    <a:pt x="685" y="338"/>
                    <a:pt x="714" y="351"/>
                  </a:cubicBezTo>
                  <a:cubicBezTo>
                    <a:pt x="834" y="374"/>
                    <a:pt x="929" y="494"/>
                    <a:pt x="929" y="636"/>
                  </a:cubicBezTo>
                  <a:lnTo>
                    <a:pt x="929" y="1375"/>
                  </a:lnTo>
                  <a:cubicBezTo>
                    <a:pt x="929" y="1494"/>
                    <a:pt x="834" y="1613"/>
                    <a:pt x="714" y="1684"/>
                  </a:cubicBezTo>
                  <a:cubicBezTo>
                    <a:pt x="692" y="1691"/>
                    <a:pt x="670" y="1694"/>
                    <a:pt x="647" y="1694"/>
                  </a:cubicBezTo>
                  <a:cubicBezTo>
                    <a:pt x="501" y="1694"/>
                    <a:pt x="357" y="1567"/>
                    <a:pt x="357" y="1422"/>
                  </a:cubicBezTo>
                  <a:lnTo>
                    <a:pt x="357" y="613"/>
                  </a:lnTo>
                  <a:cubicBezTo>
                    <a:pt x="357" y="456"/>
                    <a:pt x="486" y="332"/>
                    <a:pt x="624" y="332"/>
                  </a:cubicBezTo>
                  <a:close/>
                  <a:moveTo>
                    <a:pt x="639" y="1"/>
                  </a:moveTo>
                  <a:cubicBezTo>
                    <a:pt x="278" y="1"/>
                    <a:pt x="0" y="300"/>
                    <a:pt x="0" y="636"/>
                  </a:cubicBezTo>
                  <a:lnTo>
                    <a:pt x="0" y="1375"/>
                  </a:lnTo>
                  <a:cubicBezTo>
                    <a:pt x="0" y="1740"/>
                    <a:pt x="291" y="2028"/>
                    <a:pt x="663" y="2028"/>
                  </a:cubicBezTo>
                  <a:cubicBezTo>
                    <a:pt x="703" y="2028"/>
                    <a:pt x="744" y="2025"/>
                    <a:pt x="786" y="2018"/>
                  </a:cubicBezTo>
                  <a:cubicBezTo>
                    <a:pt x="1072" y="1922"/>
                    <a:pt x="1286" y="1660"/>
                    <a:pt x="1286" y="1351"/>
                  </a:cubicBezTo>
                  <a:lnTo>
                    <a:pt x="1286" y="636"/>
                  </a:lnTo>
                  <a:cubicBezTo>
                    <a:pt x="1286" y="351"/>
                    <a:pt x="1072" y="65"/>
                    <a:pt x="786" y="17"/>
                  </a:cubicBezTo>
                  <a:cubicBezTo>
                    <a:pt x="736" y="6"/>
                    <a:pt x="686" y="1"/>
                    <a:pt x="6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89"/>
            <p:cNvSpPr/>
            <p:nvPr/>
          </p:nvSpPr>
          <p:spPr>
            <a:xfrm>
              <a:off x="4436442" y="3713639"/>
              <a:ext cx="34824" cy="56827"/>
            </a:xfrm>
            <a:custGeom>
              <a:rect b="b" l="l" r="r" t="t"/>
              <a:pathLst>
                <a:path extrusionOk="0" h="1906" w="1168">
                  <a:moveTo>
                    <a:pt x="548" y="1"/>
                  </a:moveTo>
                  <a:cubicBezTo>
                    <a:pt x="286" y="1"/>
                    <a:pt x="72" y="167"/>
                    <a:pt x="24" y="429"/>
                  </a:cubicBezTo>
                  <a:cubicBezTo>
                    <a:pt x="1" y="525"/>
                    <a:pt x="48" y="620"/>
                    <a:pt x="120" y="644"/>
                  </a:cubicBezTo>
                  <a:cubicBezTo>
                    <a:pt x="140" y="648"/>
                    <a:pt x="159" y="650"/>
                    <a:pt x="177" y="650"/>
                  </a:cubicBezTo>
                  <a:cubicBezTo>
                    <a:pt x="262" y="650"/>
                    <a:pt x="318" y="603"/>
                    <a:pt x="358" y="525"/>
                  </a:cubicBezTo>
                  <a:cubicBezTo>
                    <a:pt x="382" y="429"/>
                    <a:pt x="477" y="358"/>
                    <a:pt x="548" y="358"/>
                  </a:cubicBezTo>
                  <a:cubicBezTo>
                    <a:pt x="667" y="358"/>
                    <a:pt x="763" y="429"/>
                    <a:pt x="763" y="548"/>
                  </a:cubicBezTo>
                  <a:lnTo>
                    <a:pt x="763" y="596"/>
                  </a:lnTo>
                  <a:cubicBezTo>
                    <a:pt x="739" y="644"/>
                    <a:pt x="715" y="739"/>
                    <a:pt x="644" y="858"/>
                  </a:cubicBezTo>
                  <a:cubicBezTo>
                    <a:pt x="405" y="1191"/>
                    <a:pt x="262" y="1382"/>
                    <a:pt x="191" y="1477"/>
                  </a:cubicBezTo>
                  <a:cubicBezTo>
                    <a:pt x="120" y="1596"/>
                    <a:pt x="48" y="1668"/>
                    <a:pt x="72" y="1739"/>
                  </a:cubicBezTo>
                  <a:cubicBezTo>
                    <a:pt x="120" y="1811"/>
                    <a:pt x="143" y="1834"/>
                    <a:pt x="191" y="1858"/>
                  </a:cubicBezTo>
                  <a:cubicBezTo>
                    <a:pt x="239" y="1858"/>
                    <a:pt x="262" y="1906"/>
                    <a:pt x="524" y="1906"/>
                  </a:cubicBezTo>
                  <a:lnTo>
                    <a:pt x="1001" y="1906"/>
                  </a:lnTo>
                  <a:cubicBezTo>
                    <a:pt x="1096" y="1906"/>
                    <a:pt x="1167" y="1834"/>
                    <a:pt x="1167" y="1739"/>
                  </a:cubicBezTo>
                  <a:cubicBezTo>
                    <a:pt x="1167" y="1620"/>
                    <a:pt x="1120" y="1549"/>
                    <a:pt x="1001" y="1549"/>
                  </a:cubicBezTo>
                  <a:lnTo>
                    <a:pt x="548" y="1549"/>
                  </a:lnTo>
                  <a:cubicBezTo>
                    <a:pt x="644" y="1429"/>
                    <a:pt x="763" y="1263"/>
                    <a:pt x="905" y="1072"/>
                  </a:cubicBezTo>
                  <a:cubicBezTo>
                    <a:pt x="977" y="906"/>
                    <a:pt x="1072" y="763"/>
                    <a:pt x="1096" y="644"/>
                  </a:cubicBezTo>
                  <a:cubicBezTo>
                    <a:pt x="1120" y="548"/>
                    <a:pt x="1096" y="429"/>
                    <a:pt x="1072" y="358"/>
                  </a:cubicBezTo>
                  <a:cubicBezTo>
                    <a:pt x="1025" y="286"/>
                    <a:pt x="1001" y="239"/>
                    <a:pt x="953" y="167"/>
                  </a:cubicBezTo>
                  <a:cubicBezTo>
                    <a:pt x="858" y="48"/>
                    <a:pt x="715" y="1"/>
                    <a:pt x="5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89"/>
            <p:cNvSpPr/>
            <p:nvPr/>
          </p:nvSpPr>
          <p:spPr>
            <a:xfrm>
              <a:off x="4392435" y="3712238"/>
              <a:ext cx="36941" cy="56947"/>
            </a:xfrm>
            <a:custGeom>
              <a:rect b="b" l="l" r="r" t="t"/>
              <a:pathLst>
                <a:path extrusionOk="0" h="1910" w="1239">
                  <a:moveTo>
                    <a:pt x="595" y="357"/>
                  </a:moveTo>
                  <a:cubicBezTo>
                    <a:pt x="762" y="357"/>
                    <a:pt x="881" y="476"/>
                    <a:pt x="881" y="643"/>
                  </a:cubicBezTo>
                  <a:lnTo>
                    <a:pt x="881" y="1310"/>
                  </a:lnTo>
                  <a:cubicBezTo>
                    <a:pt x="881" y="1429"/>
                    <a:pt x="786" y="1548"/>
                    <a:pt x="643" y="1596"/>
                  </a:cubicBezTo>
                  <a:cubicBezTo>
                    <a:pt x="476" y="1596"/>
                    <a:pt x="357" y="1476"/>
                    <a:pt x="357" y="1310"/>
                  </a:cubicBezTo>
                  <a:lnTo>
                    <a:pt x="357" y="643"/>
                  </a:lnTo>
                  <a:cubicBezTo>
                    <a:pt x="357" y="524"/>
                    <a:pt x="453" y="405"/>
                    <a:pt x="595" y="357"/>
                  </a:cubicBezTo>
                  <a:close/>
                  <a:moveTo>
                    <a:pt x="643" y="0"/>
                  </a:moveTo>
                  <a:cubicBezTo>
                    <a:pt x="310" y="0"/>
                    <a:pt x="0" y="286"/>
                    <a:pt x="0" y="595"/>
                  </a:cubicBezTo>
                  <a:lnTo>
                    <a:pt x="0" y="1286"/>
                  </a:lnTo>
                  <a:cubicBezTo>
                    <a:pt x="0" y="1619"/>
                    <a:pt x="286" y="1881"/>
                    <a:pt x="595" y="1905"/>
                  </a:cubicBezTo>
                  <a:cubicBezTo>
                    <a:pt x="618" y="1908"/>
                    <a:pt x="641" y="1910"/>
                    <a:pt x="664" y="1910"/>
                  </a:cubicBezTo>
                  <a:cubicBezTo>
                    <a:pt x="970" y="1910"/>
                    <a:pt x="1238" y="1620"/>
                    <a:pt x="1238" y="1310"/>
                  </a:cubicBezTo>
                  <a:lnTo>
                    <a:pt x="1238" y="643"/>
                  </a:lnTo>
                  <a:cubicBezTo>
                    <a:pt x="1238" y="310"/>
                    <a:pt x="953" y="48"/>
                    <a:pt x="6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89"/>
            <p:cNvSpPr/>
            <p:nvPr/>
          </p:nvSpPr>
          <p:spPr>
            <a:xfrm>
              <a:off x="4437158" y="3821571"/>
              <a:ext cx="33393" cy="56112"/>
            </a:xfrm>
            <a:custGeom>
              <a:rect b="b" l="l" r="r" t="t"/>
              <a:pathLst>
                <a:path extrusionOk="0" h="1882" w="1120">
                  <a:moveTo>
                    <a:pt x="572" y="0"/>
                  </a:moveTo>
                  <a:cubicBezTo>
                    <a:pt x="286" y="0"/>
                    <a:pt x="48" y="191"/>
                    <a:pt x="24" y="453"/>
                  </a:cubicBezTo>
                  <a:cubicBezTo>
                    <a:pt x="0" y="548"/>
                    <a:pt x="48" y="620"/>
                    <a:pt x="167" y="667"/>
                  </a:cubicBezTo>
                  <a:cubicBezTo>
                    <a:pt x="179" y="670"/>
                    <a:pt x="192" y="672"/>
                    <a:pt x="204" y="672"/>
                  </a:cubicBezTo>
                  <a:cubicBezTo>
                    <a:pt x="286" y="672"/>
                    <a:pt x="361" y="604"/>
                    <a:pt x="381" y="501"/>
                  </a:cubicBezTo>
                  <a:cubicBezTo>
                    <a:pt x="405" y="429"/>
                    <a:pt x="500" y="334"/>
                    <a:pt x="596" y="334"/>
                  </a:cubicBezTo>
                  <a:cubicBezTo>
                    <a:pt x="715" y="334"/>
                    <a:pt x="810" y="429"/>
                    <a:pt x="810" y="548"/>
                  </a:cubicBezTo>
                  <a:cubicBezTo>
                    <a:pt x="810" y="667"/>
                    <a:pt x="715" y="739"/>
                    <a:pt x="596" y="739"/>
                  </a:cubicBezTo>
                  <a:cubicBezTo>
                    <a:pt x="500" y="739"/>
                    <a:pt x="405" y="834"/>
                    <a:pt x="405" y="929"/>
                  </a:cubicBezTo>
                  <a:cubicBezTo>
                    <a:pt x="405" y="1024"/>
                    <a:pt x="500" y="1096"/>
                    <a:pt x="596" y="1096"/>
                  </a:cubicBezTo>
                  <a:cubicBezTo>
                    <a:pt x="715" y="1096"/>
                    <a:pt x="810" y="1191"/>
                    <a:pt x="810" y="1310"/>
                  </a:cubicBezTo>
                  <a:cubicBezTo>
                    <a:pt x="810" y="1429"/>
                    <a:pt x="715" y="1525"/>
                    <a:pt x="596" y="1525"/>
                  </a:cubicBezTo>
                  <a:cubicBezTo>
                    <a:pt x="500" y="1525"/>
                    <a:pt x="405" y="1429"/>
                    <a:pt x="381" y="1334"/>
                  </a:cubicBezTo>
                  <a:lnTo>
                    <a:pt x="381" y="1310"/>
                  </a:lnTo>
                  <a:cubicBezTo>
                    <a:pt x="381" y="1215"/>
                    <a:pt x="286" y="1144"/>
                    <a:pt x="215" y="1144"/>
                  </a:cubicBezTo>
                  <a:cubicBezTo>
                    <a:pt x="119" y="1144"/>
                    <a:pt x="24" y="1215"/>
                    <a:pt x="24" y="1310"/>
                  </a:cubicBezTo>
                  <a:lnTo>
                    <a:pt x="24" y="1405"/>
                  </a:lnTo>
                  <a:cubicBezTo>
                    <a:pt x="48" y="1667"/>
                    <a:pt x="286" y="1882"/>
                    <a:pt x="572" y="1882"/>
                  </a:cubicBezTo>
                  <a:cubicBezTo>
                    <a:pt x="858" y="1882"/>
                    <a:pt x="1120" y="1644"/>
                    <a:pt x="1120" y="1310"/>
                  </a:cubicBezTo>
                  <a:cubicBezTo>
                    <a:pt x="1120" y="1167"/>
                    <a:pt x="1072" y="1048"/>
                    <a:pt x="977" y="929"/>
                  </a:cubicBezTo>
                  <a:cubicBezTo>
                    <a:pt x="1072" y="834"/>
                    <a:pt x="1120" y="691"/>
                    <a:pt x="1120" y="548"/>
                  </a:cubicBezTo>
                  <a:cubicBezTo>
                    <a:pt x="1120" y="239"/>
                    <a:pt x="858" y="0"/>
                    <a:pt x="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89"/>
            <p:cNvSpPr/>
            <p:nvPr/>
          </p:nvSpPr>
          <p:spPr>
            <a:xfrm>
              <a:off x="4392435" y="3820855"/>
              <a:ext cx="36225" cy="56827"/>
            </a:xfrm>
            <a:custGeom>
              <a:rect b="b" l="l" r="r" t="t"/>
              <a:pathLst>
                <a:path extrusionOk="0" h="1906" w="1215">
                  <a:moveTo>
                    <a:pt x="595" y="334"/>
                  </a:moveTo>
                  <a:cubicBezTo>
                    <a:pt x="762" y="334"/>
                    <a:pt x="881" y="453"/>
                    <a:pt x="881" y="596"/>
                  </a:cubicBezTo>
                  <a:lnTo>
                    <a:pt x="881" y="1287"/>
                  </a:lnTo>
                  <a:cubicBezTo>
                    <a:pt x="881" y="1406"/>
                    <a:pt x="786" y="1501"/>
                    <a:pt x="643" y="1549"/>
                  </a:cubicBezTo>
                  <a:cubicBezTo>
                    <a:pt x="476" y="1549"/>
                    <a:pt x="357" y="1429"/>
                    <a:pt x="357" y="1287"/>
                  </a:cubicBezTo>
                  <a:lnTo>
                    <a:pt x="357" y="596"/>
                  </a:lnTo>
                  <a:cubicBezTo>
                    <a:pt x="357" y="477"/>
                    <a:pt x="453" y="358"/>
                    <a:pt x="595" y="334"/>
                  </a:cubicBezTo>
                  <a:close/>
                  <a:moveTo>
                    <a:pt x="619" y="1"/>
                  </a:moveTo>
                  <a:cubicBezTo>
                    <a:pt x="310" y="1"/>
                    <a:pt x="0" y="263"/>
                    <a:pt x="0" y="596"/>
                  </a:cubicBezTo>
                  <a:lnTo>
                    <a:pt x="0" y="1287"/>
                  </a:lnTo>
                  <a:cubicBezTo>
                    <a:pt x="0" y="1596"/>
                    <a:pt x="286" y="1882"/>
                    <a:pt x="595" y="1906"/>
                  </a:cubicBezTo>
                  <a:cubicBezTo>
                    <a:pt x="929" y="1906"/>
                    <a:pt x="1215" y="1644"/>
                    <a:pt x="1215" y="1310"/>
                  </a:cubicBezTo>
                  <a:lnTo>
                    <a:pt x="1215" y="620"/>
                  </a:lnTo>
                  <a:cubicBezTo>
                    <a:pt x="1215" y="286"/>
                    <a:pt x="953" y="24"/>
                    <a:pt x="6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89"/>
            <p:cNvSpPr/>
            <p:nvPr/>
          </p:nvSpPr>
          <p:spPr>
            <a:xfrm>
              <a:off x="4490408" y="3835048"/>
              <a:ext cx="196719" cy="10704"/>
            </a:xfrm>
            <a:custGeom>
              <a:rect b="b" l="l" r="r" t="t"/>
              <a:pathLst>
                <a:path extrusionOk="0" h="359" w="6598">
                  <a:moveTo>
                    <a:pt x="167" y="1"/>
                  </a:moveTo>
                  <a:cubicBezTo>
                    <a:pt x="96" y="1"/>
                    <a:pt x="0" y="49"/>
                    <a:pt x="0" y="144"/>
                  </a:cubicBezTo>
                  <a:cubicBezTo>
                    <a:pt x="0" y="263"/>
                    <a:pt x="96" y="358"/>
                    <a:pt x="167" y="358"/>
                  </a:cubicBezTo>
                  <a:lnTo>
                    <a:pt x="6430" y="358"/>
                  </a:lnTo>
                  <a:cubicBezTo>
                    <a:pt x="6526" y="358"/>
                    <a:pt x="6597" y="287"/>
                    <a:pt x="6597" y="215"/>
                  </a:cubicBezTo>
                  <a:cubicBezTo>
                    <a:pt x="6597" y="96"/>
                    <a:pt x="6549" y="1"/>
                    <a:pt x="6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89"/>
            <p:cNvSpPr/>
            <p:nvPr/>
          </p:nvSpPr>
          <p:spPr>
            <a:xfrm>
              <a:off x="4490408" y="3859914"/>
              <a:ext cx="143440" cy="10674"/>
            </a:xfrm>
            <a:custGeom>
              <a:rect b="b" l="l" r="r" t="t"/>
              <a:pathLst>
                <a:path extrusionOk="0" h="358" w="4811">
                  <a:moveTo>
                    <a:pt x="167" y="0"/>
                  </a:moveTo>
                  <a:cubicBezTo>
                    <a:pt x="96" y="0"/>
                    <a:pt x="0" y="48"/>
                    <a:pt x="0" y="143"/>
                  </a:cubicBezTo>
                  <a:cubicBezTo>
                    <a:pt x="0" y="262"/>
                    <a:pt x="96" y="358"/>
                    <a:pt x="167" y="358"/>
                  </a:cubicBezTo>
                  <a:lnTo>
                    <a:pt x="4644" y="358"/>
                  </a:lnTo>
                  <a:cubicBezTo>
                    <a:pt x="4740" y="358"/>
                    <a:pt x="4811" y="286"/>
                    <a:pt x="4811" y="215"/>
                  </a:cubicBezTo>
                  <a:cubicBezTo>
                    <a:pt x="4811" y="96"/>
                    <a:pt x="4763" y="0"/>
                    <a:pt x="4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89"/>
            <p:cNvSpPr/>
            <p:nvPr/>
          </p:nvSpPr>
          <p:spPr>
            <a:xfrm>
              <a:off x="4366853" y="3573060"/>
              <a:ext cx="348657" cy="354321"/>
            </a:xfrm>
            <a:custGeom>
              <a:rect b="b" l="l" r="r" t="t"/>
              <a:pathLst>
                <a:path extrusionOk="0" h="11884" w="11694">
                  <a:moveTo>
                    <a:pt x="11289" y="334"/>
                  </a:moveTo>
                  <a:lnTo>
                    <a:pt x="11336" y="3644"/>
                  </a:lnTo>
                  <a:lnTo>
                    <a:pt x="6550" y="3644"/>
                  </a:lnTo>
                  <a:cubicBezTo>
                    <a:pt x="6526" y="3644"/>
                    <a:pt x="6454" y="3668"/>
                    <a:pt x="6431" y="3692"/>
                  </a:cubicBezTo>
                  <a:lnTo>
                    <a:pt x="5835" y="4263"/>
                  </a:lnTo>
                  <a:lnTo>
                    <a:pt x="5240" y="3692"/>
                  </a:lnTo>
                  <a:cubicBezTo>
                    <a:pt x="5216" y="3668"/>
                    <a:pt x="5145" y="3644"/>
                    <a:pt x="5121" y="3644"/>
                  </a:cubicBezTo>
                  <a:lnTo>
                    <a:pt x="334" y="3644"/>
                  </a:lnTo>
                  <a:lnTo>
                    <a:pt x="334" y="334"/>
                  </a:lnTo>
                  <a:close/>
                  <a:moveTo>
                    <a:pt x="239" y="0"/>
                  </a:moveTo>
                  <a:cubicBezTo>
                    <a:pt x="144" y="0"/>
                    <a:pt x="72" y="96"/>
                    <a:pt x="72" y="191"/>
                  </a:cubicBezTo>
                  <a:lnTo>
                    <a:pt x="72" y="4620"/>
                  </a:lnTo>
                  <a:cubicBezTo>
                    <a:pt x="72" y="4644"/>
                    <a:pt x="96" y="4716"/>
                    <a:pt x="120" y="4716"/>
                  </a:cubicBezTo>
                  <a:cubicBezTo>
                    <a:pt x="159" y="4735"/>
                    <a:pt x="200" y="4744"/>
                    <a:pt x="239" y="4744"/>
                  </a:cubicBezTo>
                  <a:cubicBezTo>
                    <a:pt x="342" y="4744"/>
                    <a:pt x="429" y="4683"/>
                    <a:pt x="429" y="4597"/>
                  </a:cubicBezTo>
                  <a:lnTo>
                    <a:pt x="429" y="4001"/>
                  </a:lnTo>
                  <a:lnTo>
                    <a:pt x="5121" y="4001"/>
                  </a:lnTo>
                  <a:lnTo>
                    <a:pt x="5716" y="4549"/>
                  </a:lnTo>
                  <a:cubicBezTo>
                    <a:pt x="5788" y="4620"/>
                    <a:pt x="5835" y="4620"/>
                    <a:pt x="5907" y="4620"/>
                  </a:cubicBezTo>
                  <a:cubicBezTo>
                    <a:pt x="5954" y="4620"/>
                    <a:pt x="6026" y="4597"/>
                    <a:pt x="6073" y="4549"/>
                  </a:cubicBezTo>
                  <a:lnTo>
                    <a:pt x="6669" y="4001"/>
                  </a:lnTo>
                  <a:lnTo>
                    <a:pt x="11384" y="4001"/>
                  </a:lnTo>
                  <a:lnTo>
                    <a:pt x="11384" y="7264"/>
                  </a:lnTo>
                  <a:lnTo>
                    <a:pt x="6574" y="7264"/>
                  </a:lnTo>
                  <a:cubicBezTo>
                    <a:pt x="6526" y="7264"/>
                    <a:pt x="6502" y="7288"/>
                    <a:pt x="6454" y="7335"/>
                  </a:cubicBezTo>
                  <a:lnTo>
                    <a:pt x="5859" y="7883"/>
                  </a:lnTo>
                  <a:lnTo>
                    <a:pt x="5264" y="7335"/>
                  </a:lnTo>
                  <a:cubicBezTo>
                    <a:pt x="5240" y="7288"/>
                    <a:pt x="5192" y="7264"/>
                    <a:pt x="5145" y="7264"/>
                  </a:cubicBezTo>
                  <a:lnTo>
                    <a:pt x="358" y="7264"/>
                  </a:lnTo>
                  <a:lnTo>
                    <a:pt x="358" y="5430"/>
                  </a:lnTo>
                  <a:cubicBezTo>
                    <a:pt x="358" y="5335"/>
                    <a:pt x="286" y="5240"/>
                    <a:pt x="215" y="5240"/>
                  </a:cubicBezTo>
                  <a:cubicBezTo>
                    <a:pt x="96" y="5240"/>
                    <a:pt x="1" y="5311"/>
                    <a:pt x="1" y="5430"/>
                  </a:cubicBezTo>
                  <a:lnTo>
                    <a:pt x="1" y="10979"/>
                  </a:lnTo>
                  <a:cubicBezTo>
                    <a:pt x="1" y="11146"/>
                    <a:pt x="120" y="11265"/>
                    <a:pt x="263" y="11265"/>
                  </a:cubicBezTo>
                  <a:lnTo>
                    <a:pt x="5049" y="11265"/>
                  </a:lnTo>
                  <a:lnTo>
                    <a:pt x="5645" y="11812"/>
                  </a:lnTo>
                  <a:cubicBezTo>
                    <a:pt x="5716" y="11884"/>
                    <a:pt x="5788" y="11884"/>
                    <a:pt x="5835" y="11884"/>
                  </a:cubicBezTo>
                  <a:cubicBezTo>
                    <a:pt x="5883" y="11884"/>
                    <a:pt x="5954" y="11860"/>
                    <a:pt x="6002" y="11812"/>
                  </a:cubicBezTo>
                  <a:lnTo>
                    <a:pt x="6597" y="11265"/>
                  </a:lnTo>
                  <a:lnTo>
                    <a:pt x="7859" y="11265"/>
                  </a:lnTo>
                  <a:cubicBezTo>
                    <a:pt x="7955" y="11265"/>
                    <a:pt x="8026" y="11193"/>
                    <a:pt x="8026" y="11098"/>
                  </a:cubicBezTo>
                  <a:cubicBezTo>
                    <a:pt x="8026" y="10979"/>
                    <a:pt x="7979" y="10907"/>
                    <a:pt x="7859" y="10907"/>
                  </a:cubicBezTo>
                  <a:lnTo>
                    <a:pt x="6550" y="10907"/>
                  </a:lnTo>
                  <a:cubicBezTo>
                    <a:pt x="6526" y="10907"/>
                    <a:pt x="6454" y="10931"/>
                    <a:pt x="6431" y="10955"/>
                  </a:cubicBezTo>
                  <a:lnTo>
                    <a:pt x="5835" y="11527"/>
                  </a:lnTo>
                  <a:lnTo>
                    <a:pt x="5240" y="10955"/>
                  </a:lnTo>
                  <a:cubicBezTo>
                    <a:pt x="5216" y="10931"/>
                    <a:pt x="5145" y="10907"/>
                    <a:pt x="5121" y="10907"/>
                  </a:cubicBezTo>
                  <a:lnTo>
                    <a:pt x="334" y="10907"/>
                  </a:lnTo>
                  <a:lnTo>
                    <a:pt x="334" y="7597"/>
                  </a:lnTo>
                  <a:lnTo>
                    <a:pt x="5026" y="7597"/>
                  </a:lnTo>
                  <a:lnTo>
                    <a:pt x="5621" y="8145"/>
                  </a:lnTo>
                  <a:cubicBezTo>
                    <a:pt x="5692" y="8216"/>
                    <a:pt x="5740" y="8216"/>
                    <a:pt x="5811" y="8216"/>
                  </a:cubicBezTo>
                  <a:cubicBezTo>
                    <a:pt x="5859" y="8216"/>
                    <a:pt x="5931" y="8193"/>
                    <a:pt x="5978" y="8145"/>
                  </a:cubicBezTo>
                  <a:lnTo>
                    <a:pt x="6574" y="7597"/>
                  </a:lnTo>
                  <a:lnTo>
                    <a:pt x="11289" y="7597"/>
                  </a:lnTo>
                  <a:lnTo>
                    <a:pt x="11289" y="10907"/>
                  </a:lnTo>
                  <a:lnTo>
                    <a:pt x="8669" y="10907"/>
                  </a:lnTo>
                  <a:cubicBezTo>
                    <a:pt x="8574" y="10907"/>
                    <a:pt x="8479" y="10955"/>
                    <a:pt x="8479" y="11050"/>
                  </a:cubicBezTo>
                  <a:cubicBezTo>
                    <a:pt x="8479" y="11169"/>
                    <a:pt x="8550" y="11265"/>
                    <a:pt x="8669" y="11265"/>
                  </a:cubicBezTo>
                  <a:lnTo>
                    <a:pt x="11360" y="11265"/>
                  </a:lnTo>
                  <a:cubicBezTo>
                    <a:pt x="11527" y="11265"/>
                    <a:pt x="11646" y="11146"/>
                    <a:pt x="11646" y="10979"/>
                  </a:cubicBezTo>
                  <a:lnTo>
                    <a:pt x="11646" y="262"/>
                  </a:lnTo>
                  <a:cubicBezTo>
                    <a:pt x="11694" y="119"/>
                    <a:pt x="11575" y="0"/>
                    <a:pt x="114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1" name="Google Shape;19861;p89"/>
          <p:cNvGrpSpPr/>
          <p:nvPr/>
        </p:nvGrpSpPr>
        <p:grpSpPr>
          <a:xfrm>
            <a:off x="3253852" y="3573060"/>
            <a:ext cx="354321" cy="355753"/>
            <a:chOff x="3672939" y="3573060"/>
            <a:chExt cx="354321" cy="355753"/>
          </a:xfrm>
        </p:grpSpPr>
        <p:sp>
          <p:nvSpPr>
            <p:cNvPr id="19862" name="Google Shape;19862;p89"/>
            <p:cNvSpPr/>
            <p:nvPr/>
          </p:nvSpPr>
          <p:spPr>
            <a:xfrm>
              <a:off x="3677888" y="3896825"/>
              <a:ext cx="343678" cy="24180"/>
            </a:xfrm>
            <a:custGeom>
              <a:rect b="b" l="l" r="r" t="t"/>
              <a:pathLst>
                <a:path extrusionOk="0" h="811" w="11527">
                  <a:moveTo>
                    <a:pt x="144" y="1"/>
                  </a:moveTo>
                  <a:cubicBezTo>
                    <a:pt x="72" y="1"/>
                    <a:pt x="1" y="72"/>
                    <a:pt x="1" y="120"/>
                  </a:cubicBezTo>
                  <a:lnTo>
                    <a:pt x="1" y="691"/>
                  </a:lnTo>
                  <a:cubicBezTo>
                    <a:pt x="1" y="739"/>
                    <a:pt x="72" y="810"/>
                    <a:pt x="144" y="810"/>
                  </a:cubicBezTo>
                  <a:lnTo>
                    <a:pt x="11408" y="810"/>
                  </a:lnTo>
                  <a:cubicBezTo>
                    <a:pt x="11479" y="810"/>
                    <a:pt x="11503" y="787"/>
                    <a:pt x="11527" y="691"/>
                  </a:cubicBezTo>
                  <a:lnTo>
                    <a:pt x="11527" y="120"/>
                  </a:lnTo>
                  <a:cubicBezTo>
                    <a:pt x="11527" y="72"/>
                    <a:pt x="11479" y="1"/>
                    <a:pt x="11408"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89"/>
            <p:cNvSpPr/>
            <p:nvPr/>
          </p:nvSpPr>
          <p:spPr>
            <a:xfrm>
              <a:off x="4003084" y="3896825"/>
              <a:ext cx="17800" cy="24180"/>
            </a:xfrm>
            <a:custGeom>
              <a:rect b="b" l="l" r="r" t="t"/>
              <a:pathLst>
                <a:path extrusionOk="0" h="811" w="597">
                  <a:moveTo>
                    <a:pt x="1" y="1"/>
                  </a:moveTo>
                  <a:cubicBezTo>
                    <a:pt x="72" y="1"/>
                    <a:pt x="120" y="72"/>
                    <a:pt x="120" y="120"/>
                  </a:cubicBezTo>
                  <a:lnTo>
                    <a:pt x="120" y="691"/>
                  </a:lnTo>
                  <a:cubicBezTo>
                    <a:pt x="120" y="739"/>
                    <a:pt x="72" y="810"/>
                    <a:pt x="1" y="810"/>
                  </a:cubicBezTo>
                  <a:lnTo>
                    <a:pt x="477" y="810"/>
                  </a:lnTo>
                  <a:cubicBezTo>
                    <a:pt x="549" y="810"/>
                    <a:pt x="596" y="763"/>
                    <a:pt x="596" y="691"/>
                  </a:cubicBezTo>
                  <a:lnTo>
                    <a:pt x="596" y="120"/>
                  </a:lnTo>
                  <a:cubicBezTo>
                    <a:pt x="596" y="72"/>
                    <a:pt x="572"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89"/>
            <p:cNvSpPr/>
            <p:nvPr/>
          </p:nvSpPr>
          <p:spPr>
            <a:xfrm>
              <a:off x="3943454" y="3681677"/>
              <a:ext cx="55396" cy="215175"/>
            </a:xfrm>
            <a:custGeom>
              <a:rect b="b" l="l" r="r" t="t"/>
              <a:pathLst>
                <a:path extrusionOk="0" h="7217" w="1858">
                  <a:moveTo>
                    <a:pt x="72" y="1"/>
                  </a:moveTo>
                  <a:cubicBezTo>
                    <a:pt x="24" y="1"/>
                    <a:pt x="0" y="25"/>
                    <a:pt x="0" y="49"/>
                  </a:cubicBezTo>
                  <a:lnTo>
                    <a:pt x="0" y="7217"/>
                  </a:lnTo>
                  <a:lnTo>
                    <a:pt x="1858" y="7217"/>
                  </a:lnTo>
                  <a:lnTo>
                    <a:pt x="1858" y="49"/>
                  </a:lnTo>
                  <a:cubicBezTo>
                    <a:pt x="1858" y="25"/>
                    <a:pt x="1810" y="1"/>
                    <a:pt x="1787"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89"/>
            <p:cNvSpPr/>
            <p:nvPr/>
          </p:nvSpPr>
          <p:spPr>
            <a:xfrm>
              <a:off x="3832689" y="3644050"/>
              <a:ext cx="55396" cy="252801"/>
            </a:xfrm>
            <a:custGeom>
              <a:rect b="b" l="l" r="r" t="t"/>
              <a:pathLst>
                <a:path extrusionOk="0" h="8479" w="1858">
                  <a:moveTo>
                    <a:pt x="0" y="1"/>
                  </a:moveTo>
                  <a:lnTo>
                    <a:pt x="0" y="8479"/>
                  </a:lnTo>
                  <a:lnTo>
                    <a:pt x="1858" y="8479"/>
                  </a:lnTo>
                  <a:lnTo>
                    <a:pt x="1858" y="72"/>
                  </a:lnTo>
                  <a:cubicBezTo>
                    <a:pt x="1858" y="25"/>
                    <a:pt x="1810" y="1"/>
                    <a:pt x="1786"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89"/>
            <p:cNvSpPr/>
            <p:nvPr/>
          </p:nvSpPr>
          <p:spPr>
            <a:xfrm>
              <a:off x="3871748" y="3644498"/>
              <a:ext cx="16339" cy="253785"/>
            </a:xfrm>
            <a:custGeom>
              <a:rect b="b" l="l" r="r" t="t"/>
              <a:pathLst>
                <a:path extrusionOk="0" h="8512" w="548">
                  <a:moveTo>
                    <a:pt x="498" y="1"/>
                  </a:moveTo>
                  <a:cubicBezTo>
                    <a:pt x="490" y="1"/>
                    <a:pt x="482" y="4"/>
                    <a:pt x="476" y="10"/>
                  </a:cubicBezTo>
                  <a:lnTo>
                    <a:pt x="0" y="10"/>
                  </a:lnTo>
                  <a:cubicBezTo>
                    <a:pt x="24" y="10"/>
                    <a:pt x="72" y="57"/>
                    <a:pt x="72" y="81"/>
                  </a:cubicBezTo>
                  <a:lnTo>
                    <a:pt x="72" y="8511"/>
                  </a:lnTo>
                  <a:lnTo>
                    <a:pt x="548" y="8511"/>
                  </a:lnTo>
                  <a:lnTo>
                    <a:pt x="548" y="81"/>
                  </a:lnTo>
                  <a:cubicBezTo>
                    <a:pt x="548" y="27"/>
                    <a:pt x="521" y="1"/>
                    <a:pt x="498"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89"/>
            <p:cNvSpPr/>
            <p:nvPr/>
          </p:nvSpPr>
          <p:spPr>
            <a:xfrm>
              <a:off x="3778008" y="3607139"/>
              <a:ext cx="54711" cy="289712"/>
            </a:xfrm>
            <a:custGeom>
              <a:rect b="b" l="l" r="r" t="t"/>
              <a:pathLst>
                <a:path extrusionOk="0" h="9717" w="1835">
                  <a:moveTo>
                    <a:pt x="48" y="0"/>
                  </a:moveTo>
                  <a:cubicBezTo>
                    <a:pt x="24" y="0"/>
                    <a:pt x="1" y="24"/>
                    <a:pt x="1" y="48"/>
                  </a:cubicBezTo>
                  <a:lnTo>
                    <a:pt x="1" y="9717"/>
                  </a:lnTo>
                  <a:lnTo>
                    <a:pt x="1834" y="9717"/>
                  </a:lnTo>
                  <a:lnTo>
                    <a:pt x="1834" y="48"/>
                  </a:lnTo>
                  <a:cubicBezTo>
                    <a:pt x="1834" y="24"/>
                    <a:pt x="1811" y="0"/>
                    <a:pt x="1787"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89"/>
            <p:cNvSpPr/>
            <p:nvPr/>
          </p:nvSpPr>
          <p:spPr>
            <a:xfrm>
              <a:off x="3817066" y="3607557"/>
              <a:ext cx="15653" cy="290726"/>
            </a:xfrm>
            <a:custGeom>
              <a:rect b="b" l="l" r="r" t="t"/>
              <a:pathLst>
                <a:path extrusionOk="0" h="9751" w="525">
                  <a:moveTo>
                    <a:pt x="495" y="1"/>
                  </a:moveTo>
                  <a:cubicBezTo>
                    <a:pt x="490" y="1"/>
                    <a:pt x="483" y="4"/>
                    <a:pt x="477" y="10"/>
                  </a:cubicBezTo>
                  <a:lnTo>
                    <a:pt x="0" y="10"/>
                  </a:lnTo>
                  <a:cubicBezTo>
                    <a:pt x="24" y="10"/>
                    <a:pt x="48" y="34"/>
                    <a:pt x="48" y="58"/>
                  </a:cubicBezTo>
                  <a:lnTo>
                    <a:pt x="48" y="9750"/>
                  </a:lnTo>
                  <a:lnTo>
                    <a:pt x="524" y="9750"/>
                  </a:lnTo>
                  <a:lnTo>
                    <a:pt x="524" y="58"/>
                  </a:lnTo>
                  <a:cubicBezTo>
                    <a:pt x="524" y="23"/>
                    <a:pt x="512" y="1"/>
                    <a:pt x="495"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89"/>
            <p:cNvSpPr/>
            <p:nvPr/>
          </p:nvSpPr>
          <p:spPr>
            <a:xfrm>
              <a:off x="3721926" y="3756961"/>
              <a:ext cx="54681" cy="139892"/>
            </a:xfrm>
            <a:custGeom>
              <a:rect b="b" l="l" r="r" t="t"/>
              <a:pathLst>
                <a:path extrusionOk="0" h="4692" w="1834">
                  <a:moveTo>
                    <a:pt x="48" y="0"/>
                  </a:moveTo>
                  <a:cubicBezTo>
                    <a:pt x="24" y="0"/>
                    <a:pt x="0" y="24"/>
                    <a:pt x="0" y="48"/>
                  </a:cubicBezTo>
                  <a:lnTo>
                    <a:pt x="0" y="4692"/>
                  </a:lnTo>
                  <a:lnTo>
                    <a:pt x="1834" y="4692"/>
                  </a:lnTo>
                  <a:lnTo>
                    <a:pt x="1834"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89"/>
            <p:cNvSpPr/>
            <p:nvPr/>
          </p:nvSpPr>
          <p:spPr>
            <a:xfrm>
              <a:off x="3763816" y="3756246"/>
              <a:ext cx="14222" cy="140608"/>
            </a:xfrm>
            <a:custGeom>
              <a:rect b="b" l="l" r="r" t="t"/>
              <a:pathLst>
                <a:path extrusionOk="0" h="4716" w="477">
                  <a:moveTo>
                    <a:pt x="0" y="0"/>
                  </a:moveTo>
                  <a:lnTo>
                    <a:pt x="0" y="4716"/>
                  </a:lnTo>
                  <a:lnTo>
                    <a:pt x="477" y="4716"/>
                  </a:lnTo>
                  <a:lnTo>
                    <a:pt x="477" y="0"/>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89"/>
            <p:cNvSpPr/>
            <p:nvPr/>
          </p:nvSpPr>
          <p:spPr>
            <a:xfrm>
              <a:off x="3888057" y="3830784"/>
              <a:ext cx="54711" cy="66070"/>
            </a:xfrm>
            <a:custGeom>
              <a:rect b="b" l="l" r="r" t="t"/>
              <a:pathLst>
                <a:path extrusionOk="0" h="2216" w="1835">
                  <a:moveTo>
                    <a:pt x="1" y="1"/>
                  </a:moveTo>
                  <a:lnTo>
                    <a:pt x="1" y="2216"/>
                  </a:lnTo>
                  <a:lnTo>
                    <a:pt x="1835" y="2216"/>
                  </a:lnTo>
                  <a:lnTo>
                    <a:pt x="1835"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89"/>
            <p:cNvSpPr/>
            <p:nvPr/>
          </p:nvSpPr>
          <p:spPr>
            <a:xfrm>
              <a:off x="3982512" y="3682125"/>
              <a:ext cx="16339" cy="216159"/>
            </a:xfrm>
            <a:custGeom>
              <a:rect b="b" l="l" r="r" t="t"/>
              <a:pathLst>
                <a:path extrusionOk="0" h="7250" w="548">
                  <a:moveTo>
                    <a:pt x="510" y="0"/>
                  </a:moveTo>
                  <a:cubicBezTo>
                    <a:pt x="500" y="0"/>
                    <a:pt x="489" y="3"/>
                    <a:pt x="477" y="10"/>
                  </a:cubicBezTo>
                  <a:lnTo>
                    <a:pt x="0" y="10"/>
                  </a:lnTo>
                  <a:cubicBezTo>
                    <a:pt x="48" y="10"/>
                    <a:pt x="72" y="34"/>
                    <a:pt x="72" y="57"/>
                  </a:cubicBezTo>
                  <a:lnTo>
                    <a:pt x="72" y="7249"/>
                  </a:lnTo>
                  <a:lnTo>
                    <a:pt x="548" y="7249"/>
                  </a:lnTo>
                  <a:lnTo>
                    <a:pt x="548" y="57"/>
                  </a:lnTo>
                  <a:cubicBezTo>
                    <a:pt x="548" y="23"/>
                    <a:pt x="535" y="0"/>
                    <a:pt x="51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89"/>
            <p:cNvSpPr/>
            <p:nvPr/>
          </p:nvSpPr>
          <p:spPr>
            <a:xfrm>
              <a:off x="3929261" y="3830784"/>
              <a:ext cx="14222" cy="66070"/>
            </a:xfrm>
            <a:custGeom>
              <a:rect b="b" l="l" r="r" t="t"/>
              <a:pathLst>
                <a:path extrusionOk="0" h="2216" w="477">
                  <a:moveTo>
                    <a:pt x="0" y="1"/>
                  </a:moveTo>
                  <a:lnTo>
                    <a:pt x="0" y="2216"/>
                  </a:lnTo>
                  <a:lnTo>
                    <a:pt x="476" y="2216"/>
                  </a:lnTo>
                  <a:lnTo>
                    <a:pt x="476"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89"/>
            <p:cNvSpPr/>
            <p:nvPr/>
          </p:nvSpPr>
          <p:spPr>
            <a:xfrm>
              <a:off x="3672939" y="3573060"/>
              <a:ext cx="354321" cy="355753"/>
            </a:xfrm>
            <a:custGeom>
              <a:rect b="b" l="l" r="r" t="t"/>
              <a:pathLst>
                <a:path extrusionOk="0" h="11932" w="11884">
                  <a:moveTo>
                    <a:pt x="3310" y="6335"/>
                  </a:moveTo>
                  <a:lnTo>
                    <a:pt x="3310" y="10717"/>
                  </a:lnTo>
                  <a:lnTo>
                    <a:pt x="1786" y="10717"/>
                  </a:lnTo>
                  <a:lnTo>
                    <a:pt x="1786" y="6335"/>
                  </a:lnTo>
                  <a:close/>
                  <a:moveTo>
                    <a:pt x="5192" y="1310"/>
                  </a:moveTo>
                  <a:lnTo>
                    <a:pt x="5192" y="10717"/>
                  </a:lnTo>
                  <a:lnTo>
                    <a:pt x="3668" y="10717"/>
                  </a:lnTo>
                  <a:lnTo>
                    <a:pt x="3668" y="1310"/>
                  </a:lnTo>
                  <a:close/>
                  <a:moveTo>
                    <a:pt x="7025" y="2596"/>
                  </a:moveTo>
                  <a:lnTo>
                    <a:pt x="7025" y="10717"/>
                  </a:lnTo>
                  <a:lnTo>
                    <a:pt x="5501" y="10717"/>
                  </a:lnTo>
                  <a:lnTo>
                    <a:pt x="5501" y="2596"/>
                  </a:lnTo>
                  <a:close/>
                  <a:moveTo>
                    <a:pt x="8883" y="8836"/>
                  </a:moveTo>
                  <a:lnTo>
                    <a:pt x="8883" y="10717"/>
                  </a:lnTo>
                  <a:lnTo>
                    <a:pt x="7359" y="10717"/>
                  </a:lnTo>
                  <a:lnTo>
                    <a:pt x="7359" y="8836"/>
                  </a:lnTo>
                  <a:close/>
                  <a:moveTo>
                    <a:pt x="929" y="0"/>
                  </a:moveTo>
                  <a:cubicBezTo>
                    <a:pt x="810" y="0"/>
                    <a:pt x="715" y="72"/>
                    <a:pt x="715" y="191"/>
                  </a:cubicBezTo>
                  <a:lnTo>
                    <a:pt x="715" y="977"/>
                  </a:lnTo>
                  <a:lnTo>
                    <a:pt x="500" y="977"/>
                  </a:lnTo>
                  <a:cubicBezTo>
                    <a:pt x="429" y="977"/>
                    <a:pt x="334" y="1048"/>
                    <a:pt x="334" y="1143"/>
                  </a:cubicBezTo>
                  <a:cubicBezTo>
                    <a:pt x="334" y="1263"/>
                    <a:pt x="381" y="1334"/>
                    <a:pt x="500" y="1334"/>
                  </a:cubicBezTo>
                  <a:lnTo>
                    <a:pt x="715" y="1334"/>
                  </a:lnTo>
                  <a:lnTo>
                    <a:pt x="715" y="2239"/>
                  </a:lnTo>
                  <a:lnTo>
                    <a:pt x="500" y="2239"/>
                  </a:lnTo>
                  <a:cubicBezTo>
                    <a:pt x="429" y="2239"/>
                    <a:pt x="334" y="2287"/>
                    <a:pt x="334" y="2382"/>
                  </a:cubicBezTo>
                  <a:cubicBezTo>
                    <a:pt x="334" y="2501"/>
                    <a:pt x="381" y="2596"/>
                    <a:pt x="500" y="2596"/>
                  </a:cubicBezTo>
                  <a:lnTo>
                    <a:pt x="715" y="2596"/>
                  </a:lnTo>
                  <a:lnTo>
                    <a:pt x="715" y="3477"/>
                  </a:lnTo>
                  <a:lnTo>
                    <a:pt x="500" y="3477"/>
                  </a:lnTo>
                  <a:cubicBezTo>
                    <a:pt x="429" y="3477"/>
                    <a:pt x="334" y="3549"/>
                    <a:pt x="334" y="3644"/>
                  </a:cubicBezTo>
                  <a:cubicBezTo>
                    <a:pt x="334" y="3763"/>
                    <a:pt x="381" y="3834"/>
                    <a:pt x="500" y="3834"/>
                  </a:cubicBezTo>
                  <a:lnTo>
                    <a:pt x="715" y="3834"/>
                  </a:lnTo>
                  <a:lnTo>
                    <a:pt x="715" y="4739"/>
                  </a:lnTo>
                  <a:lnTo>
                    <a:pt x="500" y="4739"/>
                  </a:lnTo>
                  <a:cubicBezTo>
                    <a:pt x="429" y="4739"/>
                    <a:pt x="334" y="4787"/>
                    <a:pt x="334" y="4882"/>
                  </a:cubicBezTo>
                  <a:cubicBezTo>
                    <a:pt x="334" y="5001"/>
                    <a:pt x="381" y="5097"/>
                    <a:pt x="500" y="5097"/>
                  </a:cubicBezTo>
                  <a:lnTo>
                    <a:pt x="715" y="5097"/>
                  </a:lnTo>
                  <a:lnTo>
                    <a:pt x="715" y="5978"/>
                  </a:lnTo>
                  <a:lnTo>
                    <a:pt x="500" y="5978"/>
                  </a:lnTo>
                  <a:cubicBezTo>
                    <a:pt x="429" y="5978"/>
                    <a:pt x="334" y="6049"/>
                    <a:pt x="334" y="6144"/>
                  </a:cubicBezTo>
                  <a:cubicBezTo>
                    <a:pt x="334" y="6264"/>
                    <a:pt x="381" y="6335"/>
                    <a:pt x="500" y="6335"/>
                  </a:cubicBezTo>
                  <a:lnTo>
                    <a:pt x="715" y="6335"/>
                  </a:lnTo>
                  <a:lnTo>
                    <a:pt x="715" y="7240"/>
                  </a:lnTo>
                  <a:lnTo>
                    <a:pt x="500" y="7240"/>
                  </a:lnTo>
                  <a:cubicBezTo>
                    <a:pt x="429" y="7240"/>
                    <a:pt x="334" y="7288"/>
                    <a:pt x="334" y="7383"/>
                  </a:cubicBezTo>
                  <a:cubicBezTo>
                    <a:pt x="334" y="7502"/>
                    <a:pt x="381" y="7597"/>
                    <a:pt x="500" y="7597"/>
                  </a:cubicBezTo>
                  <a:lnTo>
                    <a:pt x="715" y="7597"/>
                  </a:lnTo>
                  <a:lnTo>
                    <a:pt x="715" y="8478"/>
                  </a:lnTo>
                  <a:lnTo>
                    <a:pt x="500" y="8478"/>
                  </a:lnTo>
                  <a:cubicBezTo>
                    <a:pt x="429" y="8478"/>
                    <a:pt x="334" y="8550"/>
                    <a:pt x="334" y="8645"/>
                  </a:cubicBezTo>
                  <a:cubicBezTo>
                    <a:pt x="334" y="8764"/>
                    <a:pt x="381" y="8836"/>
                    <a:pt x="500" y="8836"/>
                  </a:cubicBezTo>
                  <a:lnTo>
                    <a:pt x="715" y="8836"/>
                  </a:lnTo>
                  <a:lnTo>
                    <a:pt x="715" y="9740"/>
                  </a:lnTo>
                  <a:lnTo>
                    <a:pt x="500" y="9740"/>
                  </a:lnTo>
                  <a:cubicBezTo>
                    <a:pt x="429" y="9740"/>
                    <a:pt x="334" y="9788"/>
                    <a:pt x="334" y="9883"/>
                  </a:cubicBezTo>
                  <a:cubicBezTo>
                    <a:pt x="334" y="10002"/>
                    <a:pt x="381" y="10098"/>
                    <a:pt x="500" y="10098"/>
                  </a:cubicBezTo>
                  <a:lnTo>
                    <a:pt x="715" y="10098"/>
                  </a:lnTo>
                  <a:lnTo>
                    <a:pt x="715" y="10717"/>
                  </a:lnTo>
                  <a:lnTo>
                    <a:pt x="310" y="10717"/>
                  </a:lnTo>
                  <a:cubicBezTo>
                    <a:pt x="143" y="10717"/>
                    <a:pt x="0" y="10836"/>
                    <a:pt x="0" y="11026"/>
                  </a:cubicBezTo>
                  <a:lnTo>
                    <a:pt x="0" y="11741"/>
                  </a:lnTo>
                  <a:cubicBezTo>
                    <a:pt x="0" y="11812"/>
                    <a:pt x="95" y="11908"/>
                    <a:pt x="191" y="11908"/>
                  </a:cubicBezTo>
                  <a:lnTo>
                    <a:pt x="2691" y="11908"/>
                  </a:lnTo>
                  <a:cubicBezTo>
                    <a:pt x="2715" y="11908"/>
                    <a:pt x="2739" y="11908"/>
                    <a:pt x="2763" y="11884"/>
                  </a:cubicBezTo>
                  <a:cubicBezTo>
                    <a:pt x="2882" y="11741"/>
                    <a:pt x="2810" y="11574"/>
                    <a:pt x="2644" y="11574"/>
                  </a:cubicBezTo>
                  <a:lnTo>
                    <a:pt x="357" y="11574"/>
                  </a:lnTo>
                  <a:lnTo>
                    <a:pt x="357" y="11098"/>
                  </a:lnTo>
                  <a:lnTo>
                    <a:pt x="11526" y="11098"/>
                  </a:lnTo>
                  <a:lnTo>
                    <a:pt x="11526" y="11574"/>
                  </a:lnTo>
                  <a:lnTo>
                    <a:pt x="3453" y="11574"/>
                  </a:lnTo>
                  <a:cubicBezTo>
                    <a:pt x="3358" y="11574"/>
                    <a:pt x="3287" y="11646"/>
                    <a:pt x="3287" y="11741"/>
                  </a:cubicBezTo>
                  <a:cubicBezTo>
                    <a:pt x="3287" y="11860"/>
                    <a:pt x="3334" y="11931"/>
                    <a:pt x="3453" y="11931"/>
                  </a:cubicBezTo>
                  <a:lnTo>
                    <a:pt x="11574" y="11931"/>
                  </a:lnTo>
                  <a:cubicBezTo>
                    <a:pt x="11741" y="11931"/>
                    <a:pt x="11884" y="11812"/>
                    <a:pt x="11884" y="11646"/>
                  </a:cubicBezTo>
                  <a:lnTo>
                    <a:pt x="11884" y="11074"/>
                  </a:lnTo>
                  <a:cubicBezTo>
                    <a:pt x="11884" y="10836"/>
                    <a:pt x="11741" y="10717"/>
                    <a:pt x="11574" y="10717"/>
                  </a:cubicBezTo>
                  <a:lnTo>
                    <a:pt x="11098" y="10717"/>
                  </a:lnTo>
                  <a:lnTo>
                    <a:pt x="11098" y="3715"/>
                  </a:lnTo>
                  <a:cubicBezTo>
                    <a:pt x="11098" y="3573"/>
                    <a:pt x="10979" y="3477"/>
                    <a:pt x="10860" y="3477"/>
                  </a:cubicBezTo>
                  <a:lnTo>
                    <a:pt x="9073" y="3477"/>
                  </a:lnTo>
                  <a:cubicBezTo>
                    <a:pt x="9002" y="3477"/>
                    <a:pt x="8907" y="3573"/>
                    <a:pt x="8907" y="3668"/>
                  </a:cubicBezTo>
                  <a:lnTo>
                    <a:pt x="8907" y="4954"/>
                  </a:lnTo>
                  <a:cubicBezTo>
                    <a:pt x="8907" y="4978"/>
                    <a:pt x="8931" y="5025"/>
                    <a:pt x="8954" y="5073"/>
                  </a:cubicBezTo>
                  <a:cubicBezTo>
                    <a:pt x="8998" y="5092"/>
                    <a:pt x="9040" y="5100"/>
                    <a:pt x="9078" y="5100"/>
                  </a:cubicBezTo>
                  <a:cubicBezTo>
                    <a:pt x="9186" y="5100"/>
                    <a:pt x="9264" y="5029"/>
                    <a:pt x="9264" y="4906"/>
                  </a:cubicBezTo>
                  <a:lnTo>
                    <a:pt x="9264" y="3811"/>
                  </a:lnTo>
                  <a:lnTo>
                    <a:pt x="10788" y="3811"/>
                  </a:lnTo>
                  <a:lnTo>
                    <a:pt x="10788" y="10693"/>
                  </a:lnTo>
                  <a:lnTo>
                    <a:pt x="9264" y="10693"/>
                  </a:lnTo>
                  <a:lnTo>
                    <a:pt x="9264" y="5740"/>
                  </a:lnTo>
                  <a:cubicBezTo>
                    <a:pt x="9264" y="5668"/>
                    <a:pt x="9193" y="5573"/>
                    <a:pt x="9121" y="5573"/>
                  </a:cubicBezTo>
                  <a:cubicBezTo>
                    <a:pt x="9002" y="5573"/>
                    <a:pt x="8907" y="5621"/>
                    <a:pt x="8907" y="5740"/>
                  </a:cubicBezTo>
                  <a:lnTo>
                    <a:pt x="8907" y="8478"/>
                  </a:lnTo>
                  <a:lnTo>
                    <a:pt x="7383" y="8478"/>
                  </a:lnTo>
                  <a:lnTo>
                    <a:pt x="7383" y="2477"/>
                  </a:lnTo>
                  <a:cubicBezTo>
                    <a:pt x="7383" y="2334"/>
                    <a:pt x="7264" y="2239"/>
                    <a:pt x="7144" y="2239"/>
                  </a:cubicBezTo>
                  <a:lnTo>
                    <a:pt x="5549" y="2239"/>
                  </a:lnTo>
                  <a:lnTo>
                    <a:pt x="5549" y="1215"/>
                  </a:lnTo>
                  <a:cubicBezTo>
                    <a:pt x="5549" y="1072"/>
                    <a:pt x="5430" y="977"/>
                    <a:pt x="5311" y="977"/>
                  </a:cubicBezTo>
                  <a:lnTo>
                    <a:pt x="3572" y="977"/>
                  </a:lnTo>
                  <a:cubicBezTo>
                    <a:pt x="3429" y="977"/>
                    <a:pt x="3334" y="1096"/>
                    <a:pt x="3334" y="1215"/>
                  </a:cubicBezTo>
                  <a:lnTo>
                    <a:pt x="3334" y="5978"/>
                  </a:lnTo>
                  <a:lnTo>
                    <a:pt x="1739" y="5978"/>
                  </a:lnTo>
                  <a:cubicBezTo>
                    <a:pt x="1572" y="5978"/>
                    <a:pt x="1500" y="6097"/>
                    <a:pt x="1500" y="6216"/>
                  </a:cubicBezTo>
                  <a:lnTo>
                    <a:pt x="1500" y="10717"/>
                  </a:lnTo>
                  <a:lnTo>
                    <a:pt x="1072" y="10717"/>
                  </a:lnTo>
                  <a:lnTo>
                    <a:pt x="1072" y="191"/>
                  </a:lnTo>
                  <a:cubicBezTo>
                    <a:pt x="1072" y="96"/>
                    <a:pt x="1024"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5" name="Google Shape;19875;p89"/>
          <p:cNvGrpSpPr/>
          <p:nvPr/>
        </p:nvGrpSpPr>
        <p:grpSpPr>
          <a:xfrm>
            <a:off x="2548317" y="3573030"/>
            <a:ext cx="352922" cy="352952"/>
            <a:chOff x="3043605" y="3573030"/>
            <a:chExt cx="352922" cy="352952"/>
          </a:xfrm>
        </p:grpSpPr>
        <p:sp>
          <p:nvSpPr>
            <p:cNvPr id="19876" name="Google Shape;19876;p89"/>
            <p:cNvSpPr/>
            <p:nvPr/>
          </p:nvSpPr>
          <p:spPr>
            <a:xfrm>
              <a:off x="3070588" y="3600759"/>
              <a:ext cx="137775" cy="136344"/>
            </a:xfrm>
            <a:custGeom>
              <a:rect b="b" l="l" r="r" t="t"/>
              <a:pathLst>
                <a:path extrusionOk="0" h="4573" w="4621">
                  <a:moveTo>
                    <a:pt x="2287" y="0"/>
                  </a:moveTo>
                  <a:cubicBezTo>
                    <a:pt x="1072" y="24"/>
                    <a:pt x="48" y="1000"/>
                    <a:pt x="24" y="2263"/>
                  </a:cubicBezTo>
                  <a:cubicBezTo>
                    <a:pt x="1" y="3525"/>
                    <a:pt x="1048" y="4573"/>
                    <a:pt x="2311" y="4573"/>
                  </a:cubicBezTo>
                  <a:lnTo>
                    <a:pt x="4525" y="4573"/>
                  </a:lnTo>
                  <a:cubicBezTo>
                    <a:pt x="4549" y="4573"/>
                    <a:pt x="4573" y="4549"/>
                    <a:pt x="4573" y="4525"/>
                  </a:cubicBezTo>
                  <a:lnTo>
                    <a:pt x="4621" y="2286"/>
                  </a:lnTo>
                  <a:cubicBezTo>
                    <a:pt x="4621" y="1000"/>
                    <a:pt x="3573" y="0"/>
                    <a:pt x="2287"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89"/>
            <p:cNvSpPr/>
            <p:nvPr/>
          </p:nvSpPr>
          <p:spPr>
            <a:xfrm>
              <a:off x="3114625" y="3599327"/>
              <a:ext cx="93738" cy="137060"/>
            </a:xfrm>
            <a:custGeom>
              <a:rect b="b" l="l" r="r" t="t"/>
              <a:pathLst>
                <a:path extrusionOk="0" h="4597" w="3144">
                  <a:moveTo>
                    <a:pt x="857" y="1"/>
                  </a:moveTo>
                  <a:cubicBezTo>
                    <a:pt x="548" y="1"/>
                    <a:pt x="262" y="72"/>
                    <a:pt x="0" y="191"/>
                  </a:cubicBezTo>
                  <a:cubicBezTo>
                    <a:pt x="119" y="167"/>
                    <a:pt x="238" y="167"/>
                    <a:pt x="357" y="167"/>
                  </a:cubicBezTo>
                  <a:cubicBezTo>
                    <a:pt x="1643" y="167"/>
                    <a:pt x="2643" y="1167"/>
                    <a:pt x="2643" y="2453"/>
                  </a:cubicBezTo>
                  <a:lnTo>
                    <a:pt x="2643" y="4597"/>
                  </a:lnTo>
                  <a:lnTo>
                    <a:pt x="3072" y="4597"/>
                  </a:lnTo>
                  <a:cubicBezTo>
                    <a:pt x="3096" y="4597"/>
                    <a:pt x="3144" y="4573"/>
                    <a:pt x="3144" y="4549"/>
                  </a:cubicBezTo>
                  <a:lnTo>
                    <a:pt x="3144" y="2334"/>
                  </a:lnTo>
                  <a:cubicBezTo>
                    <a:pt x="3144" y="1048"/>
                    <a:pt x="2096" y="48"/>
                    <a:pt x="857"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89"/>
            <p:cNvSpPr/>
            <p:nvPr/>
          </p:nvSpPr>
          <p:spPr>
            <a:xfrm>
              <a:off x="3233886" y="3764057"/>
              <a:ext cx="137775" cy="136404"/>
            </a:xfrm>
            <a:custGeom>
              <a:rect b="b" l="l" r="r" t="t"/>
              <a:pathLst>
                <a:path extrusionOk="0" h="4575" w="4621">
                  <a:moveTo>
                    <a:pt x="2287" y="0"/>
                  </a:moveTo>
                  <a:lnTo>
                    <a:pt x="49" y="24"/>
                  </a:lnTo>
                  <a:cubicBezTo>
                    <a:pt x="25" y="24"/>
                    <a:pt x="1" y="48"/>
                    <a:pt x="1" y="96"/>
                  </a:cubicBezTo>
                  <a:lnTo>
                    <a:pt x="1" y="2287"/>
                  </a:lnTo>
                  <a:cubicBezTo>
                    <a:pt x="1" y="3544"/>
                    <a:pt x="1003" y="4574"/>
                    <a:pt x="2228" y="4574"/>
                  </a:cubicBezTo>
                  <a:cubicBezTo>
                    <a:pt x="2256" y="4574"/>
                    <a:pt x="2283" y="4574"/>
                    <a:pt x="2311" y="4573"/>
                  </a:cubicBezTo>
                  <a:cubicBezTo>
                    <a:pt x="3573" y="4549"/>
                    <a:pt x="4549" y="3549"/>
                    <a:pt x="4573" y="2310"/>
                  </a:cubicBezTo>
                  <a:cubicBezTo>
                    <a:pt x="4621" y="1048"/>
                    <a:pt x="3573" y="0"/>
                    <a:pt x="2287"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89"/>
            <p:cNvSpPr/>
            <p:nvPr/>
          </p:nvSpPr>
          <p:spPr>
            <a:xfrm>
              <a:off x="3259468" y="3769036"/>
              <a:ext cx="110077" cy="130649"/>
            </a:xfrm>
            <a:custGeom>
              <a:rect b="b" l="l" r="r" t="t"/>
              <a:pathLst>
                <a:path extrusionOk="0" h="4382" w="3692">
                  <a:moveTo>
                    <a:pt x="2382" y="0"/>
                  </a:moveTo>
                  <a:lnTo>
                    <a:pt x="2382" y="0"/>
                  </a:lnTo>
                  <a:cubicBezTo>
                    <a:pt x="2953" y="453"/>
                    <a:pt x="3287" y="1119"/>
                    <a:pt x="3287" y="1858"/>
                  </a:cubicBezTo>
                  <a:cubicBezTo>
                    <a:pt x="3239" y="3096"/>
                    <a:pt x="2239" y="4096"/>
                    <a:pt x="1024" y="4120"/>
                  </a:cubicBezTo>
                  <a:cubicBezTo>
                    <a:pt x="987" y="4122"/>
                    <a:pt x="951" y="4124"/>
                    <a:pt x="914" y="4124"/>
                  </a:cubicBezTo>
                  <a:cubicBezTo>
                    <a:pt x="594" y="4124"/>
                    <a:pt x="278" y="4034"/>
                    <a:pt x="0" y="3906"/>
                  </a:cubicBezTo>
                  <a:lnTo>
                    <a:pt x="0" y="3906"/>
                  </a:lnTo>
                  <a:cubicBezTo>
                    <a:pt x="381" y="4215"/>
                    <a:pt x="905" y="4382"/>
                    <a:pt x="1429" y="4382"/>
                  </a:cubicBezTo>
                  <a:cubicBezTo>
                    <a:pt x="2667" y="4358"/>
                    <a:pt x="3668" y="3334"/>
                    <a:pt x="3691" y="2120"/>
                  </a:cubicBezTo>
                  <a:cubicBezTo>
                    <a:pt x="3691" y="1191"/>
                    <a:pt x="3168" y="405"/>
                    <a:pt x="2382"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89"/>
            <p:cNvSpPr/>
            <p:nvPr/>
          </p:nvSpPr>
          <p:spPr>
            <a:xfrm>
              <a:off x="3233886" y="3579441"/>
              <a:ext cx="159808" cy="159093"/>
            </a:xfrm>
            <a:custGeom>
              <a:rect b="b" l="l" r="r" t="t"/>
              <a:pathLst>
                <a:path extrusionOk="0" h="5336" w="5360">
                  <a:moveTo>
                    <a:pt x="2672" y="0"/>
                  </a:moveTo>
                  <a:cubicBezTo>
                    <a:pt x="1192" y="0"/>
                    <a:pt x="1" y="1182"/>
                    <a:pt x="1" y="2644"/>
                  </a:cubicBezTo>
                  <a:lnTo>
                    <a:pt x="25" y="5264"/>
                  </a:lnTo>
                  <a:cubicBezTo>
                    <a:pt x="25" y="5288"/>
                    <a:pt x="49" y="5335"/>
                    <a:pt x="72" y="5335"/>
                  </a:cubicBezTo>
                  <a:lnTo>
                    <a:pt x="2668" y="5335"/>
                  </a:lnTo>
                  <a:cubicBezTo>
                    <a:pt x="4121" y="5335"/>
                    <a:pt x="5359" y="4097"/>
                    <a:pt x="5312" y="2620"/>
                  </a:cubicBezTo>
                  <a:cubicBezTo>
                    <a:pt x="5288" y="1191"/>
                    <a:pt x="4121" y="25"/>
                    <a:pt x="2716" y="1"/>
                  </a:cubicBezTo>
                  <a:cubicBezTo>
                    <a:pt x="2701" y="0"/>
                    <a:pt x="2686" y="0"/>
                    <a:pt x="2672"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89"/>
            <p:cNvSpPr/>
            <p:nvPr/>
          </p:nvSpPr>
          <p:spPr>
            <a:xfrm>
              <a:off x="3233886" y="3597896"/>
              <a:ext cx="158377" cy="139206"/>
            </a:xfrm>
            <a:custGeom>
              <a:rect b="b" l="l" r="r" t="t"/>
              <a:pathLst>
                <a:path extrusionOk="0" h="4669" w="5312">
                  <a:moveTo>
                    <a:pt x="4430" y="1"/>
                  </a:moveTo>
                  <a:cubicBezTo>
                    <a:pt x="4716" y="453"/>
                    <a:pt x="4931" y="977"/>
                    <a:pt x="4931" y="1549"/>
                  </a:cubicBezTo>
                  <a:cubicBezTo>
                    <a:pt x="4954" y="3049"/>
                    <a:pt x="3764" y="4264"/>
                    <a:pt x="2287" y="4264"/>
                  </a:cubicBezTo>
                  <a:lnTo>
                    <a:pt x="1" y="4264"/>
                  </a:lnTo>
                  <a:lnTo>
                    <a:pt x="1" y="4597"/>
                  </a:lnTo>
                  <a:cubicBezTo>
                    <a:pt x="1" y="4645"/>
                    <a:pt x="25" y="4669"/>
                    <a:pt x="49" y="4669"/>
                  </a:cubicBezTo>
                  <a:lnTo>
                    <a:pt x="2644" y="4669"/>
                  </a:lnTo>
                  <a:cubicBezTo>
                    <a:pt x="4097" y="4669"/>
                    <a:pt x="5312" y="3454"/>
                    <a:pt x="5312" y="1930"/>
                  </a:cubicBezTo>
                  <a:cubicBezTo>
                    <a:pt x="5312" y="1168"/>
                    <a:pt x="4954" y="477"/>
                    <a:pt x="4430"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89"/>
            <p:cNvSpPr/>
            <p:nvPr/>
          </p:nvSpPr>
          <p:spPr>
            <a:xfrm>
              <a:off x="3048584" y="3763342"/>
              <a:ext cx="159779" cy="158407"/>
            </a:xfrm>
            <a:custGeom>
              <a:rect b="b" l="l" r="r" t="t"/>
              <a:pathLst>
                <a:path extrusionOk="0" h="5313" w="5359">
                  <a:moveTo>
                    <a:pt x="2668" y="1"/>
                  </a:moveTo>
                  <a:cubicBezTo>
                    <a:pt x="1215" y="1"/>
                    <a:pt x="0" y="1215"/>
                    <a:pt x="24" y="2692"/>
                  </a:cubicBezTo>
                  <a:cubicBezTo>
                    <a:pt x="48" y="4121"/>
                    <a:pt x="1215" y="5287"/>
                    <a:pt x="2644" y="5311"/>
                  </a:cubicBezTo>
                  <a:cubicBezTo>
                    <a:pt x="2672" y="5312"/>
                    <a:pt x="2701" y="5313"/>
                    <a:pt x="2729" y="5313"/>
                  </a:cubicBezTo>
                  <a:cubicBezTo>
                    <a:pt x="4168" y="5313"/>
                    <a:pt x="5359" y="4139"/>
                    <a:pt x="5359" y="2668"/>
                  </a:cubicBezTo>
                  <a:lnTo>
                    <a:pt x="5311" y="2668"/>
                  </a:lnTo>
                  <a:lnTo>
                    <a:pt x="5311" y="48"/>
                  </a:lnTo>
                  <a:cubicBezTo>
                    <a:pt x="5311" y="24"/>
                    <a:pt x="5287" y="1"/>
                    <a:pt x="5263"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89"/>
            <p:cNvSpPr/>
            <p:nvPr/>
          </p:nvSpPr>
          <p:spPr>
            <a:xfrm>
              <a:off x="3099688" y="3763342"/>
              <a:ext cx="108676" cy="158407"/>
            </a:xfrm>
            <a:custGeom>
              <a:rect b="b" l="l" r="r" t="t"/>
              <a:pathLst>
                <a:path extrusionOk="0" h="5313" w="3645">
                  <a:moveTo>
                    <a:pt x="3121" y="1"/>
                  </a:moveTo>
                  <a:lnTo>
                    <a:pt x="3121" y="2525"/>
                  </a:lnTo>
                  <a:cubicBezTo>
                    <a:pt x="3121" y="3964"/>
                    <a:pt x="1929" y="5169"/>
                    <a:pt x="472" y="5169"/>
                  </a:cubicBezTo>
                  <a:cubicBezTo>
                    <a:pt x="458" y="5169"/>
                    <a:pt x="444" y="5169"/>
                    <a:pt x="430" y="5168"/>
                  </a:cubicBezTo>
                  <a:cubicBezTo>
                    <a:pt x="263" y="5168"/>
                    <a:pt x="144" y="5168"/>
                    <a:pt x="1" y="5145"/>
                  </a:cubicBezTo>
                  <a:lnTo>
                    <a:pt x="1" y="5145"/>
                  </a:lnTo>
                  <a:cubicBezTo>
                    <a:pt x="311" y="5264"/>
                    <a:pt x="596" y="5311"/>
                    <a:pt x="930" y="5311"/>
                  </a:cubicBezTo>
                  <a:cubicBezTo>
                    <a:pt x="958" y="5312"/>
                    <a:pt x="987" y="5313"/>
                    <a:pt x="1015" y="5313"/>
                  </a:cubicBezTo>
                  <a:cubicBezTo>
                    <a:pt x="2454" y="5313"/>
                    <a:pt x="3645" y="4139"/>
                    <a:pt x="3645" y="2668"/>
                  </a:cubicBezTo>
                  <a:lnTo>
                    <a:pt x="3645" y="72"/>
                  </a:lnTo>
                  <a:cubicBezTo>
                    <a:pt x="3645" y="24"/>
                    <a:pt x="3597" y="1"/>
                    <a:pt x="3549"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89"/>
            <p:cNvSpPr/>
            <p:nvPr/>
          </p:nvSpPr>
          <p:spPr>
            <a:xfrm>
              <a:off x="3067040" y="3595064"/>
              <a:ext cx="147018" cy="147018"/>
            </a:xfrm>
            <a:custGeom>
              <a:rect b="b" l="l" r="r" t="t"/>
              <a:pathLst>
                <a:path extrusionOk="0" h="4931" w="4931">
                  <a:moveTo>
                    <a:pt x="2406" y="1"/>
                  </a:moveTo>
                  <a:cubicBezTo>
                    <a:pt x="1763" y="1"/>
                    <a:pt x="1167" y="286"/>
                    <a:pt x="715" y="715"/>
                  </a:cubicBezTo>
                  <a:cubicBezTo>
                    <a:pt x="262" y="1168"/>
                    <a:pt x="1" y="1787"/>
                    <a:pt x="1" y="2430"/>
                  </a:cubicBezTo>
                  <a:cubicBezTo>
                    <a:pt x="1" y="3025"/>
                    <a:pt x="191" y="3620"/>
                    <a:pt x="596" y="4049"/>
                  </a:cubicBezTo>
                  <a:cubicBezTo>
                    <a:pt x="620" y="4097"/>
                    <a:pt x="667" y="4121"/>
                    <a:pt x="718" y="4121"/>
                  </a:cubicBezTo>
                  <a:cubicBezTo>
                    <a:pt x="769" y="4121"/>
                    <a:pt x="822" y="4097"/>
                    <a:pt x="858" y="4049"/>
                  </a:cubicBezTo>
                  <a:cubicBezTo>
                    <a:pt x="929" y="4001"/>
                    <a:pt x="882" y="3906"/>
                    <a:pt x="858" y="3859"/>
                  </a:cubicBezTo>
                  <a:cubicBezTo>
                    <a:pt x="524" y="3454"/>
                    <a:pt x="358" y="2954"/>
                    <a:pt x="358" y="2454"/>
                  </a:cubicBezTo>
                  <a:cubicBezTo>
                    <a:pt x="358" y="1906"/>
                    <a:pt x="596" y="1382"/>
                    <a:pt x="977" y="1001"/>
                  </a:cubicBezTo>
                  <a:cubicBezTo>
                    <a:pt x="1358" y="596"/>
                    <a:pt x="1906" y="358"/>
                    <a:pt x="2430" y="358"/>
                  </a:cubicBezTo>
                  <a:cubicBezTo>
                    <a:pt x="3001" y="358"/>
                    <a:pt x="3549" y="572"/>
                    <a:pt x="3954" y="953"/>
                  </a:cubicBezTo>
                  <a:cubicBezTo>
                    <a:pt x="4359" y="1334"/>
                    <a:pt x="4573" y="1882"/>
                    <a:pt x="4573" y="2477"/>
                  </a:cubicBezTo>
                  <a:lnTo>
                    <a:pt x="4573" y="4597"/>
                  </a:lnTo>
                  <a:lnTo>
                    <a:pt x="2453" y="4597"/>
                  </a:lnTo>
                  <a:cubicBezTo>
                    <a:pt x="2096" y="4597"/>
                    <a:pt x="1739" y="4502"/>
                    <a:pt x="1453" y="4335"/>
                  </a:cubicBezTo>
                  <a:cubicBezTo>
                    <a:pt x="1425" y="4314"/>
                    <a:pt x="1395" y="4305"/>
                    <a:pt x="1366" y="4305"/>
                  </a:cubicBezTo>
                  <a:cubicBezTo>
                    <a:pt x="1296" y="4305"/>
                    <a:pt x="1232" y="4356"/>
                    <a:pt x="1215" y="4406"/>
                  </a:cubicBezTo>
                  <a:cubicBezTo>
                    <a:pt x="1191" y="4502"/>
                    <a:pt x="1239" y="4597"/>
                    <a:pt x="1310" y="4621"/>
                  </a:cubicBezTo>
                  <a:cubicBezTo>
                    <a:pt x="1668" y="4835"/>
                    <a:pt x="2072" y="4930"/>
                    <a:pt x="2453" y="4930"/>
                  </a:cubicBezTo>
                  <a:lnTo>
                    <a:pt x="4692" y="4930"/>
                  </a:lnTo>
                  <a:cubicBezTo>
                    <a:pt x="4835" y="4930"/>
                    <a:pt x="4930" y="4811"/>
                    <a:pt x="4930" y="4692"/>
                  </a:cubicBezTo>
                  <a:lnTo>
                    <a:pt x="4930" y="2477"/>
                  </a:lnTo>
                  <a:cubicBezTo>
                    <a:pt x="4930" y="1858"/>
                    <a:pt x="4716" y="1263"/>
                    <a:pt x="4311" y="810"/>
                  </a:cubicBezTo>
                  <a:cubicBezTo>
                    <a:pt x="3763" y="286"/>
                    <a:pt x="3120" y="1"/>
                    <a:pt x="2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89"/>
            <p:cNvSpPr/>
            <p:nvPr/>
          </p:nvSpPr>
          <p:spPr>
            <a:xfrm>
              <a:off x="3228221" y="3757677"/>
              <a:ext cx="146988" cy="147704"/>
            </a:xfrm>
            <a:custGeom>
              <a:rect b="b" l="l" r="r" t="t"/>
              <a:pathLst>
                <a:path extrusionOk="0" h="4954" w="4930">
                  <a:moveTo>
                    <a:pt x="143" y="0"/>
                  </a:moveTo>
                  <a:cubicBezTo>
                    <a:pt x="72" y="0"/>
                    <a:pt x="0" y="72"/>
                    <a:pt x="0" y="143"/>
                  </a:cubicBezTo>
                  <a:lnTo>
                    <a:pt x="0" y="1810"/>
                  </a:lnTo>
                  <a:cubicBezTo>
                    <a:pt x="0" y="1858"/>
                    <a:pt x="24" y="1881"/>
                    <a:pt x="24" y="1905"/>
                  </a:cubicBezTo>
                  <a:cubicBezTo>
                    <a:pt x="73" y="1940"/>
                    <a:pt x="120" y="1955"/>
                    <a:pt x="162" y="1955"/>
                  </a:cubicBezTo>
                  <a:cubicBezTo>
                    <a:pt x="262" y="1955"/>
                    <a:pt x="334" y="1870"/>
                    <a:pt x="334" y="1786"/>
                  </a:cubicBezTo>
                  <a:lnTo>
                    <a:pt x="334" y="357"/>
                  </a:lnTo>
                  <a:lnTo>
                    <a:pt x="2620" y="357"/>
                  </a:lnTo>
                  <a:cubicBezTo>
                    <a:pt x="2811" y="357"/>
                    <a:pt x="2953" y="381"/>
                    <a:pt x="3120" y="453"/>
                  </a:cubicBezTo>
                  <a:cubicBezTo>
                    <a:pt x="4049" y="810"/>
                    <a:pt x="4597" y="1619"/>
                    <a:pt x="4597" y="2501"/>
                  </a:cubicBezTo>
                  <a:cubicBezTo>
                    <a:pt x="4597" y="3025"/>
                    <a:pt x="4358" y="3572"/>
                    <a:pt x="3977" y="3953"/>
                  </a:cubicBezTo>
                  <a:cubicBezTo>
                    <a:pt x="3573" y="4334"/>
                    <a:pt x="3049" y="4596"/>
                    <a:pt x="2501" y="4596"/>
                  </a:cubicBezTo>
                  <a:cubicBezTo>
                    <a:pt x="1929" y="4596"/>
                    <a:pt x="1429" y="4382"/>
                    <a:pt x="1024" y="4025"/>
                  </a:cubicBezTo>
                  <a:cubicBezTo>
                    <a:pt x="643" y="3644"/>
                    <a:pt x="405" y="3120"/>
                    <a:pt x="358" y="2596"/>
                  </a:cubicBezTo>
                  <a:cubicBezTo>
                    <a:pt x="358" y="2501"/>
                    <a:pt x="286" y="2405"/>
                    <a:pt x="191" y="2405"/>
                  </a:cubicBezTo>
                  <a:cubicBezTo>
                    <a:pt x="96" y="2405"/>
                    <a:pt x="0" y="2501"/>
                    <a:pt x="0" y="2596"/>
                  </a:cubicBezTo>
                  <a:cubicBezTo>
                    <a:pt x="48" y="3215"/>
                    <a:pt x="310" y="3810"/>
                    <a:pt x="786" y="4263"/>
                  </a:cubicBezTo>
                  <a:cubicBezTo>
                    <a:pt x="1239" y="4715"/>
                    <a:pt x="1858" y="4954"/>
                    <a:pt x="2477" y="4954"/>
                  </a:cubicBezTo>
                  <a:lnTo>
                    <a:pt x="2501" y="4954"/>
                  </a:lnTo>
                  <a:cubicBezTo>
                    <a:pt x="3168" y="4954"/>
                    <a:pt x="3763" y="4668"/>
                    <a:pt x="4216" y="4239"/>
                  </a:cubicBezTo>
                  <a:cubicBezTo>
                    <a:pt x="4644" y="3787"/>
                    <a:pt x="4930" y="3167"/>
                    <a:pt x="4930" y="2524"/>
                  </a:cubicBezTo>
                  <a:cubicBezTo>
                    <a:pt x="4930" y="1881"/>
                    <a:pt x="4692" y="1262"/>
                    <a:pt x="4216" y="786"/>
                  </a:cubicBezTo>
                  <a:cubicBezTo>
                    <a:pt x="3715" y="262"/>
                    <a:pt x="3096" y="0"/>
                    <a:pt x="24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89"/>
            <p:cNvSpPr/>
            <p:nvPr/>
          </p:nvSpPr>
          <p:spPr>
            <a:xfrm>
              <a:off x="3227506" y="3573030"/>
              <a:ext cx="169021" cy="169737"/>
            </a:xfrm>
            <a:custGeom>
              <a:rect b="b" l="l" r="r" t="t"/>
              <a:pathLst>
                <a:path extrusionOk="0" h="5693" w="5669">
                  <a:moveTo>
                    <a:pt x="2882" y="359"/>
                  </a:moveTo>
                  <a:cubicBezTo>
                    <a:pt x="3549" y="359"/>
                    <a:pt x="4144" y="621"/>
                    <a:pt x="4621" y="1097"/>
                  </a:cubicBezTo>
                  <a:cubicBezTo>
                    <a:pt x="5097" y="1573"/>
                    <a:pt x="5335" y="2168"/>
                    <a:pt x="5359" y="2835"/>
                  </a:cubicBezTo>
                  <a:cubicBezTo>
                    <a:pt x="5359" y="3526"/>
                    <a:pt x="5121" y="4145"/>
                    <a:pt x="4644" y="4621"/>
                  </a:cubicBezTo>
                  <a:cubicBezTo>
                    <a:pt x="4168" y="5098"/>
                    <a:pt x="3549" y="5360"/>
                    <a:pt x="2882" y="5360"/>
                  </a:cubicBezTo>
                  <a:lnTo>
                    <a:pt x="405" y="5360"/>
                  </a:lnTo>
                  <a:lnTo>
                    <a:pt x="405" y="2835"/>
                  </a:lnTo>
                  <a:lnTo>
                    <a:pt x="358" y="2835"/>
                  </a:lnTo>
                  <a:cubicBezTo>
                    <a:pt x="358" y="2145"/>
                    <a:pt x="620" y="1526"/>
                    <a:pt x="1096" y="1073"/>
                  </a:cubicBezTo>
                  <a:cubicBezTo>
                    <a:pt x="1572" y="597"/>
                    <a:pt x="2215" y="359"/>
                    <a:pt x="2882" y="359"/>
                  </a:cubicBezTo>
                  <a:close/>
                  <a:moveTo>
                    <a:pt x="2805" y="1"/>
                  </a:moveTo>
                  <a:cubicBezTo>
                    <a:pt x="1517" y="1"/>
                    <a:pt x="376" y="855"/>
                    <a:pt x="1" y="2288"/>
                  </a:cubicBezTo>
                  <a:lnTo>
                    <a:pt x="1" y="2359"/>
                  </a:lnTo>
                  <a:lnTo>
                    <a:pt x="1" y="5669"/>
                  </a:lnTo>
                  <a:cubicBezTo>
                    <a:pt x="1" y="5669"/>
                    <a:pt x="1" y="5693"/>
                    <a:pt x="24" y="5693"/>
                  </a:cubicBezTo>
                  <a:lnTo>
                    <a:pt x="239" y="5693"/>
                  </a:lnTo>
                  <a:lnTo>
                    <a:pt x="239" y="5669"/>
                  </a:lnTo>
                  <a:lnTo>
                    <a:pt x="3358" y="5669"/>
                  </a:lnTo>
                  <a:cubicBezTo>
                    <a:pt x="4835" y="5264"/>
                    <a:pt x="5668" y="4074"/>
                    <a:pt x="5668" y="2811"/>
                  </a:cubicBezTo>
                  <a:cubicBezTo>
                    <a:pt x="5668" y="2049"/>
                    <a:pt x="5359" y="1383"/>
                    <a:pt x="4835" y="835"/>
                  </a:cubicBezTo>
                  <a:cubicBezTo>
                    <a:pt x="4287" y="311"/>
                    <a:pt x="3597" y="1"/>
                    <a:pt x="2858" y="1"/>
                  </a:cubicBezTo>
                  <a:cubicBezTo>
                    <a:pt x="2841" y="1"/>
                    <a:pt x="2823" y="1"/>
                    <a:pt x="28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89"/>
            <p:cNvSpPr/>
            <p:nvPr/>
          </p:nvSpPr>
          <p:spPr>
            <a:xfrm>
              <a:off x="3043605" y="3757677"/>
              <a:ext cx="169737" cy="168306"/>
            </a:xfrm>
            <a:custGeom>
              <a:rect b="b" l="l" r="r" t="t"/>
              <a:pathLst>
                <a:path extrusionOk="0" h="5645" w="5693">
                  <a:moveTo>
                    <a:pt x="5287" y="310"/>
                  </a:moveTo>
                  <a:lnTo>
                    <a:pt x="5287" y="2834"/>
                  </a:lnTo>
                  <a:lnTo>
                    <a:pt x="5335" y="2834"/>
                  </a:lnTo>
                  <a:cubicBezTo>
                    <a:pt x="5335" y="3525"/>
                    <a:pt x="5073" y="4144"/>
                    <a:pt x="4597" y="4596"/>
                  </a:cubicBezTo>
                  <a:cubicBezTo>
                    <a:pt x="4121" y="5073"/>
                    <a:pt x="3501" y="5311"/>
                    <a:pt x="2835" y="5311"/>
                  </a:cubicBezTo>
                  <a:lnTo>
                    <a:pt x="2811" y="5311"/>
                  </a:lnTo>
                  <a:cubicBezTo>
                    <a:pt x="2144" y="5311"/>
                    <a:pt x="1549" y="5025"/>
                    <a:pt x="1072" y="4549"/>
                  </a:cubicBezTo>
                  <a:cubicBezTo>
                    <a:pt x="596" y="4072"/>
                    <a:pt x="358" y="3477"/>
                    <a:pt x="334" y="2834"/>
                  </a:cubicBezTo>
                  <a:cubicBezTo>
                    <a:pt x="334" y="2143"/>
                    <a:pt x="572" y="1524"/>
                    <a:pt x="1048" y="1048"/>
                  </a:cubicBezTo>
                  <a:cubicBezTo>
                    <a:pt x="1525" y="572"/>
                    <a:pt x="2144" y="310"/>
                    <a:pt x="2811" y="310"/>
                  </a:cubicBezTo>
                  <a:close/>
                  <a:moveTo>
                    <a:pt x="2858" y="0"/>
                  </a:moveTo>
                  <a:cubicBezTo>
                    <a:pt x="2096" y="0"/>
                    <a:pt x="1382" y="310"/>
                    <a:pt x="834" y="834"/>
                  </a:cubicBezTo>
                  <a:cubicBezTo>
                    <a:pt x="310" y="1358"/>
                    <a:pt x="1" y="2096"/>
                    <a:pt x="24" y="2858"/>
                  </a:cubicBezTo>
                  <a:cubicBezTo>
                    <a:pt x="24" y="3596"/>
                    <a:pt x="334" y="4287"/>
                    <a:pt x="858" y="4811"/>
                  </a:cubicBezTo>
                  <a:cubicBezTo>
                    <a:pt x="1406" y="5358"/>
                    <a:pt x="2096" y="5644"/>
                    <a:pt x="2835" y="5644"/>
                  </a:cubicBezTo>
                  <a:lnTo>
                    <a:pt x="2858" y="5644"/>
                  </a:lnTo>
                  <a:cubicBezTo>
                    <a:pt x="3597" y="5644"/>
                    <a:pt x="4311" y="5358"/>
                    <a:pt x="4859" y="4858"/>
                  </a:cubicBezTo>
                  <a:cubicBezTo>
                    <a:pt x="5383" y="4311"/>
                    <a:pt x="5692" y="3596"/>
                    <a:pt x="5692" y="2834"/>
                  </a:cubicBezTo>
                  <a:lnTo>
                    <a:pt x="5692" y="238"/>
                  </a:lnTo>
                  <a:cubicBezTo>
                    <a:pt x="5692" y="119"/>
                    <a:pt x="5573" y="0"/>
                    <a:pt x="5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89"/>
            <p:cNvSpPr/>
            <p:nvPr/>
          </p:nvSpPr>
          <p:spPr>
            <a:xfrm>
              <a:off x="3272944" y="3630574"/>
              <a:ext cx="79546" cy="10674"/>
            </a:xfrm>
            <a:custGeom>
              <a:rect b="b" l="l" r="r" t="t"/>
              <a:pathLst>
                <a:path extrusionOk="0" h="358" w="2668">
                  <a:moveTo>
                    <a:pt x="215" y="0"/>
                  </a:moveTo>
                  <a:cubicBezTo>
                    <a:pt x="120" y="0"/>
                    <a:pt x="48" y="72"/>
                    <a:pt x="25" y="143"/>
                  </a:cubicBezTo>
                  <a:cubicBezTo>
                    <a:pt x="1" y="238"/>
                    <a:pt x="96" y="358"/>
                    <a:pt x="215" y="358"/>
                  </a:cubicBezTo>
                  <a:lnTo>
                    <a:pt x="2454" y="358"/>
                  </a:lnTo>
                  <a:cubicBezTo>
                    <a:pt x="2549" y="358"/>
                    <a:pt x="2620" y="310"/>
                    <a:pt x="2644" y="215"/>
                  </a:cubicBezTo>
                  <a:cubicBezTo>
                    <a:pt x="2668" y="96"/>
                    <a:pt x="2573" y="0"/>
                    <a:pt x="2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89"/>
            <p:cNvSpPr/>
            <p:nvPr/>
          </p:nvSpPr>
          <p:spPr>
            <a:xfrm>
              <a:off x="3272944" y="3651862"/>
              <a:ext cx="79546" cy="10674"/>
            </a:xfrm>
            <a:custGeom>
              <a:rect b="b" l="l" r="r" t="t"/>
              <a:pathLst>
                <a:path extrusionOk="0" h="358" w="2668">
                  <a:moveTo>
                    <a:pt x="215" y="1"/>
                  </a:moveTo>
                  <a:cubicBezTo>
                    <a:pt x="120" y="1"/>
                    <a:pt x="48" y="72"/>
                    <a:pt x="25" y="167"/>
                  </a:cubicBezTo>
                  <a:cubicBezTo>
                    <a:pt x="1" y="287"/>
                    <a:pt x="96" y="358"/>
                    <a:pt x="215" y="358"/>
                  </a:cubicBezTo>
                  <a:lnTo>
                    <a:pt x="2477" y="358"/>
                  </a:lnTo>
                  <a:cubicBezTo>
                    <a:pt x="2596" y="358"/>
                    <a:pt x="2668" y="287"/>
                    <a:pt x="2644" y="167"/>
                  </a:cubicBezTo>
                  <a:cubicBezTo>
                    <a:pt x="2620" y="72"/>
                    <a:pt x="2525" y="1"/>
                    <a:pt x="24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89"/>
            <p:cNvSpPr/>
            <p:nvPr/>
          </p:nvSpPr>
          <p:spPr>
            <a:xfrm>
              <a:off x="3289999" y="3674581"/>
              <a:ext cx="46183" cy="10704"/>
            </a:xfrm>
            <a:custGeom>
              <a:rect b="b" l="l" r="r" t="t"/>
              <a:pathLst>
                <a:path extrusionOk="0" h="359" w="1549">
                  <a:moveTo>
                    <a:pt x="191" y="1"/>
                  </a:moveTo>
                  <a:cubicBezTo>
                    <a:pt x="119" y="1"/>
                    <a:pt x="48" y="48"/>
                    <a:pt x="24" y="144"/>
                  </a:cubicBezTo>
                  <a:cubicBezTo>
                    <a:pt x="0" y="263"/>
                    <a:pt x="72" y="358"/>
                    <a:pt x="191" y="358"/>
                  </a:cubicBezTo>
                  <a:lnTo>
                    <a:pt x="1334" y="358"/>
                  </a:lnTo>
                  <a:cubicBezTo>
                    <a:pt x="1453" y="358"/>
                    <a:pt x="1548" y="263"/>
                    <a:pt x="1501" y="144"/>
                  </a:cubicBezTo>
                  <a:cubicBezTo>
                    <a:pt x="1477" y="48"/>
                    <a:pt x="1381" y="1"/>
                    <a:pt x="13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89"/>
            <p:cNvSpPr/>
            <p:nvPr/>
          </p:nvSpPr>
          <p:spPr>
            <a:xfrm>
              <a:off x="3088328" y="3815191"/>
              <a:ext cx="79576" cy="10674"/>
            </a:xfrm>
            <a:custGeom>
              <a:rect b="b" l="l" r="r" t="t"/>
              <a:pathLst>
                <a:path extrusionOk="0" h="358" w="2669">
                  <a:moveTo>
                    <a:pt x="215" y="0"/>
                  </a:moveTo>
                  <a:cubicBezTo>
                    <a:pt x="72" y="0"/>
                    <a:pt x="1" y="95"/>
                    <a:pt x="25" y="214"/>
                  </a:cubicBezTo>
                  <a:cubicBezTo>
                    <a:pt x="49" y="333"/>
                    <a:pt x="144" y="357"/>
                    <a:pt x="215" y="357"/>
                  </a:cubicBezTo>
                  <a:lnTo>
                    <a:pt x="2454" y="357"/>
                  </a:lnTo>
                  <a:cubicBezTo>
                    <a:pt x="2549" y="357"/>
                    <a:pt x="2621" y="310"/>
                    <a:pt x="2644" y="214"/>
                  </a:cubicBezTo>
                  <a:cubicBezTo>
                    <a:pt x="2668" y="95"/>
                    <a:pt x="2573" y="0"/>
                    <a:pt x="2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89"/>
            <p:cNvSpPr/>
            <p:nvPr/>
          </p:nvSpPr>
          <p:spPr>
            <a:xfrm>
              <a:off x="3089043" y="3837910"/>
              <a:ext cx="78861" cy="10674"/>
            </a:xfrm>
            <a:custGeom>
              <a:rect b="b" l="l" r="r" t="t"/>
              <a:pathLst>
                <a:path extrusionOk="0" h="358" w="2645">
                  <a:moveTo>
                    <a:pt x="215" y="0"/>
                  </a:moveTo>
                  <a:cubicBezTo>
                    <a:pt x="120" y="0"/>
                    <a:pt x="72" y="48"/>
                    <a:pt x="25" y="143"/>
                  </a:cubicBezTo>
                  <a:cubicBezTo>
                    <a:pt x="1" y="262"/>
                    <a:pt x="96" y="357"/>
                    <a:pt x="215" y="357"/>
                  </a:cubicBezTo>
                  <a:lnTo>
                    <a:pt x="2477" y="357"/>
                  </a:lnTo>
                  <a:cubicBezTo>
                    <a:pt x="2573" y="357"/>
                    <a:pt x="2620" y="286"/>
                    <a:pt x="2644" y="191"/>
                  </a:cubicBezTo>
                  <a:cubicBezTo>
                    <a:pt x="2644" y="72"/>
                    <a:pt x="2573" y="0"/>
                    <a:pt x="2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89"/>
            <p:cNvSpPr/>
            <p:nvPr/>
          </p:nvSpPr>
          <p:spPr>
            <a:xfrm>
              <a:off x="3106098" y="3859198"/>
              <a:ext cx="45468" cy="10674"/>
            </a:xfrm>
            <a:custGeom>
              <a:rect b="b" l="l" r="r" t="t"/>
              <a:pathLst>
                <a:path extrusionOk="0" h="358" w="1525">
                  <a:moveTo>
                    <a:pt x="215" y="1"/>
                  </a:moveTo>
                  <a:cubicBezTo>
                    <a:pt x="119" y="1"/>
                    <a:pt x="48" y="48"/>
                    <a:pt x="24" y="143"/>
                  </a:cubicBezTo>
                  <a:cubicBezTo>
                    <a:pt x="0" y="263"/>
                    <a:pt x="96" y="358"/>
                    <a:pt x="215" y="358"/>
                  </a:cubicBezTo>
                  <a:lnTo>
                    <a:pt x="1334" y="358"/>
                  </a:lnTo>
                  <a:cubicBezTo>
                    <a:pt x="1429" y="358"/>
                    <a:pt x="1477" y="286"/>
                    <a:pt x="1501" y="191"/>
                  </a:cubicBezTo>
                  <a:cubicBezTo>
                    <a:pt x="1524" y="72"/>
                    <a:pt x="1429" y="1"/>
                    <a:pt x="13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4" name="Google Shape;19894;p89"/>
          <p:cNvGrpSpPr/>
          <p:nvPr/>
        </p:nvGrpSpPr>
        <p:grpSpPr>
          <a:xfrm>
            <a:off x="1785299" y="3582512"/>
            <a:ext cx="357154" cy="336912"/>
            <a:chOff x="2356787" y="3582512"/>
            <a:chExt cx="357154" cy="336912"/>
          </a:xfrm>
        </p:grpSpPr>
        <p:sp>
          <p:nvSpPr>
            <p:cNvPr id="19895" name="Google Shape;19895;p89"/>
            <p:cNvSpPr/>
            <p:nvPr/>
          </p:nvSpPr>
          <p:spPr>
            <a:xfrm>
              <a:off x="2410037" y="3832215"/>
              <a:ext cx="300356" cy="68187"/>
            </a:xfrm>
            <a:custGeom>
              <a:rect b="b" l="l" r="r" t="t"/>
              <a:pathLst>
                <a:path extrusionOk="0" h="2287" w="10074">
                  <a:moveTo>
                    <a:pt x="0" y="1"/>
                  </a:moveTo>
                  <a:lnTo>
                    <a:pt x="0" y="2287"/>
                  </a:lnTo>
                  <a:lnTo>
                    <a:pt x="9740" y="2287"/>
                  </a:lnTo>
                  <a:cubicBezTo>
                    <a:pt x="9955" y="2287"/>
                    <a:pt x="10074" y="2096"/>
                    <a:pt x="9955" y="1906"/>
                  </a:cubicBezTo>
                  <a:lnTo>
                    <a:pt x="8693" y="120"/>
                  </a:lnTo>
                  <a:cubicBezTo>
                    <a:pt x="8645" y="24"/>
                    <a:pt x="8573" y="1"/>
                    <a:pt x="8502"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89"/>
            <p:cNvSpPr/>
            <p:nvPr/>
          </p:nvSpPr>
          <p:spPr>
            <a:xfrm>
              <a:off x="2410752" y="3715071"/>
              <a:ext cx="242843" cy="68187"/>
            </a:xfrm>
            <a:custGeom>
              <a:rect b="b" l="l" r="r" t="t"/>
              <a:pathLst>
                <a:path extrusionOk="0" h="2287" w="8145">
                  <a:moveTo>
                    <a:pt x="0" y="0"/>
                  </a:moveTo>
                  <a:lnTo>
                    <a:pt x="0" y="2286"/>
                  </a:lnTo>
                  <a:lnTo>
                    <a:pt x="7811" y="2286"/>
                  </a:lnTo>
                  <a:cubicBezTo>
                    <a:pt x="8026" y="2286"/>
                    <a:pt x="8145" y="2096"/>
                    <a:pt x="8026" y="1905"/>
                  </a:cubicBezTo>
                  <a:lnTo>
                    <a:pt x="6763" y="119"/>
                  </a:lnTo>
                  <a:cubicBezTo>
                    <a:pt x="6716" y="24"/>
                    <a:pt x="6644" y="0"/>
                    <a:pt x="6549"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89"/>
            <p:cNvSpPr/>
            <p:nvPr/>
          </p:nvSpPr>
          <p:spPr>
            <a:xfrm>
              <a:off x="2410037" y="3600043"/>
              <a:ext cx="183929" cy="68187"/>
            </a:xfrm>
            <a:custGeom>
              <a:rect b="b" l="l" r="r" t="t"/>
              <a:pathLst>
                <a:path extrusionOk="0" h="2287" w="6169">
                  <a:moveTo>
                    <a:pt x="0" y="0"/>
                  </a:moveTo>
                  <a:lnTo>
                    <a:pt x="0" y="2287"/>
                  </a:lnTo>
                  <a:lnTo>
                    <a:pt x="5835" y="2287"/>
                  </a:lnTo>
                  <a:cubicBezTo>
                    <a:pt x="6049" y="2287"/>
                    <a:pt x="6168" y="2072"/>
                    <a:pt x="6049" y="1905"/>
                  </a:cubicBezTo>
                  <a:lnTo>
                    <a:pt x="4811" y="119"/>
                  </a:lnTo>
                  <a:cubicBezTo>
                    <a:pt x="4739" y="24"/>
                    <a:pt x="4692" y="0"/>
                    <a:pt x="4596"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89"/>
            <p:cNvSpPr/>
            <p:nvPr/>
          </p:nvSpPr>
          <p:spPr>
            <a:xfrm>
              <a:off x="2645757" y="3832215"/>
              <a:ext cx="64639" cy="68187"/>
            </a:xfrm>
            <a:custGeom>
              <a:rect b="b" l="l" r="r" t="t"/>
              <a:pathLst>
                <a:path extrusionOk="0" h="2287" w="2168">
                  <a:moveTo>
                    <a:pt x="1" y="1"/>
                  </a:moveTo>
                  <a:cubicBezTo>
                    <a:pt x="72" y="1"/>
                    <a:pt x="144" y="72"/>
                    <a:pt x="191" y="120"/>
                  </a:cubicBezTo>
                  <a:lnTo>
                    <a:pt x="1453" y="1906"/>
                  </a:lnTo>
                  <a:cubicBezTo>
                    <a:pt x="1572" y="2049"/>
                    <a:pt x="1453" y="2287"/>
                    <a:pt x="1239" y="2287"/>
                  </a:cubicBezTo>
                  <a:lnTo>
                    <a:pt x="1834" y="2287"/>
                  </a:lnTo>
                  <a:cubicBezTo>
                    <a:pt x="2049" y="2287"/>
                    <a:pt x="2168" y="2049"/>
                    <a:pt x="2049" y="1906"/>
                  </a:cubicBezTo>
                  <a:lnTo>
                    <a:pt x="787" y="120"/>
                  </a:lnTo>
                  <a:cubicBezTo>
                    <a:pt x="739" y="24"/>
                    <a:pt x="667" y="1"/>
                    <a:pt x="5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89"/>
            <p:cNvSpPr/>
            <p:nvPr/>
          </p:nvSpPr>
          <p:spPr>
            <a:xfrm>
              <a:off x="2587528" y="3715071"/>
              <a:ext cx="65354" cy="68187"/>
            </a:xfrm>
            <a:custGeom>
              <a:rect b="b" l="l" r="r" t="t"/>
              <a:pathLst>
                <a:path extrusionOk="0" h="2287" w="2192">
                  <a:moveTo>
                    <a:pt x="1" y="0"/>
                  </a:moveTo>
                  <a:cubicBezTo>
                    <a:pt x="96" y="0"/>
                    <a:pt x="168" y="72"/>
                    <a:pt x="215" y="119"/>
                  </a:cubicBezTo>
                  <a:lnTo>
                    <a:pt x="1477" y="1905"/>
                  </a:lnTo>
                  <a:cubicBezTo>
                    <a:pt x="1596" y="2048"/>
                    <a:pt x="1477" y="2286"/>
                    <a:pt x="1263" y="2286"/>
                  </a:cubicBezTo>
                  <a:lnTo>
                    <a:pt x="1858" y="2286"/>
                  </a:lnTo>
                  <a:cubicBezTo>
                    <a:pt x="2073" y="2286"/>
                    <a:pt x="2192" y="2096"/>
                    <a:pt x="2073" y="1905"/>
                  </a:cubicBezTo>
                  <a:lnTo>
                    <a:pt x="811" y="119"/>
                  </a:lnTo>
                  <a:cubicBezTo>
                    <a:pt x="763" y="24"/>
                    <a:pt x="691" y="0"/>
                    <a:pt x="59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89"/>
            <p:cNvSpPr/>
            <p:nvPr/>
          </p:nvSpPr>
          <p:spPr>
            <a:xfrm>
              <a:off x="2529328" y="3600043"/>
              <a:ext cx="64639" cy="68187"/>
            </a:xfrm>
            <a:custGeom>
              <a:rect b="b" l="l" r="r" t="t"/>
              <a:pathLst>
                <a:path extrusionOk="0" h="2287" w="2168">
                  <a:moveTo>
                    <a:pt x="0" y="0"/>
                  </a:moveTo>
                  <a:cubicBezTo>
                    <a:pt x="72" y="0"/>
                    <a:pt x="143" y="48"/>
                    <a:pt x="191" y="119"/>
                  </a:cubicBezTo>
                  <a:lnTo>
                    <a:pt x="1453" y="1905"/>
                  </a:lnTo>
                  <a:cubicBezTo>
                    <a:pt x="1572" y="2048"/>
                    <a:pt x="1453" y="2287"/>
                    <a:pt x="1238" y="2287"/>
                  </a:cubicBezTo>
                  <a:lnTo>
                    <a:pt x="1834" y="2287"/>
                  </a:lnTo>
                  <a:cubicBezTo>
                    <a:pt x="2048" y="2287"/>
                    <a:pt x="2167" y="2048"/>
                    <a:pt x="2048" y="1905"/>
                  </a:cubicBezTo>
                  <a:lnTo>
                    <a:pt x="786" y="119"/>
                  </a:lnTo>
                  <a:cubicBezTo>
                    <a:pt x="738" y="24"/>
                    <a:pt x="667" y="0"/>
                    <a:pt x="595"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89"/>
            <p:cNvSpPr/>
            <p:nvPr/>
          </p:nvSpPr>
          <p:spPr>
            <a:xfrm>
              <a:off x="2363883" y="3587252"/>
              <a:ext cx="92337" cy="92337"/>
            </a:xfrm>
            <a:custGeom>
              <a:rect b="b" l="l" r="r" t="t"/>
              <a:pathLst>
                <a:path extrusionOk="0" h="3097" w="3097">
                  <a:moveTo>
                    <a:pt x="1548" y="1"/>
                  </a:moveTo>
                  <a:cubicBezTo>
                    <a:pt x="691" y="1"/>
                    <a:pt x="0" y="691"/>
                    <a:pt x="0" y="1549"/>
                  </a:cubicBezTo>
                  <a:cubicBezTo>
                    <a:pt x="0" y="2406"/>
                    <a:pt x="691" y="3097"/>
                    <a:pt x="1548" y="3097"/>
                  </a:cubicBezTo>
                  <a:cubicBezTo>
                    <a:pt x="2406" y="3097"/>
                    <a:pt x="3096" y="2406"/>
                    <a:pt x="3096" y="1549"/>
                  </a:cubicBezTo>
                  <a:cubicBezTo>
                    <a:pt x="3096" y="691"/>
                    <a:pt x="2406" y="1"/>
                    <a:pt x="1548" y="1"/>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89"/>
            <p:cNvSpPr/>
            <p:nvPr/>
          </p:nvSpPr>
          <p:spPr>
            <a:xfrm>
              <a:off x="2363883" y="3703711"/>
              <a:ext cx="92337" cy="92337"/>
            </a:xfrm>
            <a:custGeom>
              <a:rect b="b" l="l" r="r" t="t"/>
              <a:pathLst>
                <a:path extrusionOk="0" h="3097" w="3097">
                  <a:moveTo>
                    <a:pt x="1548" y="0"/>
                  </a:moveTo>
                  <a:cubicBezTo>
                    <a:pt x="691" y="0"/>
                    <a:pt x="0" y="691"/>
                    <a:pt x="0" y="1548"/>
                  </a:cubicBezTo>
                  <a:cubicBezTo>
                    <a:pt x="0" y="2405"/>
                    <a:pt x="691" y="3096"/>
                    <a:pt x="1548" y="3096"/>
                  </a:cubicBezTo>
                  <a:cubicBezTo>
                    <a:pt x="2406" y="3096"/>
                    <a:pt x="3096" y="2405"/>
                    <a:pt x="3096" y="1548"/>
                  </a:cubicBezTo>
                  <a:cubicBezTo>
                    <a:pt x="3096" y="691"/>
                    <a:pt x="2406" y="0"/>
                    <a:pt x="1548"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89"/>
            <p:cNvSpPr/>
            <p:nvPr/>
          </p:nvSpPr>
          <p:spPr>
            <a:xfrm>
              <a:off x="2363883" y="3820855"/>
              <a:ext cx="92337" cy="92337"/>
            </a:xfrm>
            <a:custGeom>
              <a:rect b="b" l="l" r="r" t="t"/>
              <a:pathLst>
                <a:path extrusionOk="0" h="3097" w="3097">
                  <a:moveTo>
                    <a:pt x="1548" y="1"/>
                  </a:moveTo>
                  <a:cubicBezTo>
                    <a:pt x="691" y="1"/>
                    <a:pt x="0" y="691"/>
                    <a:pt x="0" y="1549"/>
                  </a:cubicBezTo>
                  <a:cubicBezTo>
                    <a:pt x="0" y="2406"/>
                    <a:pt x="691" y="3096"/>
                    <a:pt x="1548" y="3096"/>
                  </a:cubicBezTo>
                  <a:cubicBezTo>
                    <a:pt x="2406" y="3096"/>
                    <a:pt x="3096" y="2406"/>
                    <a:pt x="3096" y="1549"/>
                  </a:cubicBezTo>
                  <a:cubicBezTo>
                    <a:pt x="3096" y="691"/>
                    <a:pt x="2406" y="1"/>
                    <a:pt x="1548"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89"/>
            <p:cNvSpPr/>
            <p:nvPr/>
          </p:nvSpPr>
          <p:spPr>
            <a:xfrm>
              <a:off x="2378075" y="3591516"/>
              <a:ext cx="78145" cy="88074"/>
            </a:xfrm>
            <a:custGeom>
              <a:rect b="b" l="l" r="r" t="t"/>
              <a:pathLst>
                <a:path extrusionOk="0" h="2954" w="2621">
                  <a:moveTo>
                    <a:pt x="1715" y="1"/>
                  </a:moveTo>
                  <a:lnTo>
                    <a:pt x="1715" y="1"/>
                  </a:lnTo>
                  <a:cubicBezTo>
                    <a:pt x="2001" y="286"/>
                    <a:pt x="2192" y="691"/>
                    <a:pt x="2192" y="1120"/>
                  </a:cubicBezTo>
                  <a:cubicBezTo>
                    <a:pt x="2192" y="1977"/>
                    <a:pt x="1501" y="2668"/>
                    <a:pt x="644" y="2668"/>
                  </a:cubicBezTo>
                  <a:cubicBezTo>
                    <a:pt x="429" y="2668"/>
                    <a:pt x="215" y="2596"/>
                    <a:pt x="1" y="2501"/>
                  </a:cubicBezTo>
                  <a:lnTo>
                    <a:pt x="1" y="2501"/>
                  </a:lnTo>
                  <a:cubicBezTo>
                    <a:pt x="286" y="2787"/>
                    <a:pt x="667" y="2954"/>
                    <a:pt x="1072" y="2954"/>
                  </a:cubicBezTo>
                  <a:cubicBezTo>
                    <a:pt x="1953" y="2954"/>
                    <a:pt x="2620" y="2263"/>
                    <a:pt x="2620" y="1406"/>
                  </a:cubicBezTo>
                  <a:cubicBezTo>
                    <a:pt x="2620" y="786"/>
                    <a:pt x="2263" y="239"/>
                    <a:pt x="17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89"/>
            <p:cNvSpPr/>
            <p:nvPr/>
          </p:nvSpPr>
          <p:spPr>
            <a:xfrm>
              <a:off x="2378075" y="3707975"/>
              <a:ext cx="78145" cy="88074"/>
            </a:xfrm>
            <a:custGeom>
              <a:rect b="b" l="l" r="r" t="t"/>
              <a:pathLst>
                <a:path extrusionOk="0" h="2954" w="2621">
                  <a:moveTo>
                    <a:pt x="1715" y="0"/>
                  </a:moveTo>
                  <a:lnTo>
                    <a:pt x="1715" y="0"/>
                  </a:lnTo>
                  <a:cubicBezTo>
                    <a:pt x="2001" y="262"/>
                    <a:pt x="2192" y="667"/>
                    <a:pt x="2192" y="1096"/>
                  </a:cubicBezTo>
                  <a:cubicBezTo>
                    <a:pt x="2192" y="1977"/>
                    <a:pt x="1501" y="2644"/>
                    <a:pt x="644" y="2644"/>
                  </a:cubicBezTo>
                  <a:cubicBezTo>
                    <a:pt x="429" y="2644"/>
                    <a:pt x="215" y="2596"/>
                    <a:pt x="1" y="2501"/>
                  </a:cubicBezTo>
                  <a:lnTo>
                    <a:pt x="1" y="2501"/>
                  </a:lnTo>
                  <a:cubicBezTo>
                    <a:pt x="286" y="2763"/>
                    <a:pt x="667" y="2953"/>
                    <a:pt x="1072" y="2953"/>
                  </a:cubicBezTo>
                  <a:cubicBezTo>
                    <a:pt x="1953" y="2953"/>
                    <a:pt x="2620" y="2262"/>
                    <a:pt x="2620" y="1405"/>
                  </a:cubicBezTo>
                  <a:cubicBezTo>
                    <a:pt x="2620" y="786"/>
                    <a:pt x="2263" y="238"/>
                    <a:pt x="17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89"/>
            <p:cNvSpPr/>
            <p:nvPr/>
          </p:nvSpPr>
          <p:spPr>
            <a:xfrm>
              <a:off x="2378075" y="3825119"/>
              <a:ext cx="78145" cy="88074"/>
            </a:xfrm>
            <a:custGeom>
              <a:rect b="b" l="l" r="r" t="t"/>
              <a:pathLst>
                <a:path extrusionOk="0" h="2954" w="2621">
                  <a:moveTo>
                    <a:pt x="1715" y="0"/>
                  </a:moveTo>
                  <a:lnTo>
                    <a:pt x="1715" y="0"/>
                  </a:lnTo>
                  <a:cubicBezTo>
                    <a:pt x="2001" y="262"/>
                    <a:pt x="2192" y="667"/>
                    <a:pt x="2192" y="1096"/>
                  </a:cubicBezTo>
                  <a:cubicBezTo>
                    <a:pt x="2192" y="1977"/>
                    <a:pt x="1501" y="2644"/>
                    <a:pt x="644" y="2644"/>
                  </a:cubicBezTo>
                  <a:cubicBezTo>
                    <a:pt x="429" y="2644"/>
                    <a:pt x="215" y="2596"/>
                    <a:pt x="1" y="2501"/>
                  </a:cubicBezTo>
                  <a:lnTo>
                    <a:pt x="1" y="2501"/>
                  </a:lnTo>
                  <a:cubicBezTo>
                    <a:pt x="286" y="2763"/>
                    <a:pt x="667" y="2953"/>
                    <a:pt x="1072" y="2953"/>
                  </a:cubicBezTo>
                  <a:cubicBezTo>
                    <a:pt x="1953" y="2953"/>
                    <a:pt x="2620" y="2263"/>
                    <a:pt x="2620" y="1406"/>
                  </a:cubicBezTo>
                  <a:cubicBezTo>
                    <a:pt x="2620" y="786"/>
                    <a:pt x="2263" y="239"/>
                    <a:pt x="17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89"/>
            <p:cNvSpPr/>
            <p:nvPr/>
          </p:nvSpPr>
          <p:spPr>
            <a:xfrm>
              <a:off x="2356787" y="3582512"/>
              <a:ext cx="241442" cy="102772"/>
            </a:xfrm>
            <a:custGeom>
              <a:rect b="b" l="l" r="r" t="t"/>
              <a:pathLst>
                <a:path extrusionOk="0" h="3447" w="8098">
                  <a:moveTo>
                    <a:pt x="6406" y="731"/>
                  </a:moveTo>
                  <a:cubicBezTo>
                    <a:pt x="6430" y="731"/>
                    <a:pt x="6478" y="731"/>
                    <a:pt x="6478" y="755"/>
                  </a:cubicBezTo>
                  <a:lnTo>
                    <a:pt x="7716" y="2541"/>
                  </a:lnTo>
                  <a:cubicBezTo>
                    <a:pt x="7740" y="2565"/>
                    <a:pt x="7716" y="2613"/>
                    <a:pt x="7716" y="2636"/>
                  </a:cubicBezTo>
                  <a:cubicBezTo>
                    <a:pt x="7716" y="2660"/>
                    <a:pt x="7692" y="2660"/>
                    <a:pt x="7668" y="2660"/>
                  </a:cubicBezTo>
                  <a:lnTo>
                    <a:pt x="3263" y="2660"/>
                  </a:lnTo>
                  <a:cubicBezTo>
                    <a:pt x="3429" y="2398"/>
                    <a:pt x="3549" y="2041"/>
                    <a:pt x="3549" y="1684"/>
                  </a:cubicBezTo>
                  <a:cubicBezTo>
                    <a:pt x="3525" y="1350"/>
                    <a:pt x="3406" y="993"/>
                    <a:pt x="3215" y="731"/>
                  </a:cubicBezTo>
                  <a:close/>
                  <a:moveTo>
                    <a:pt x="1786" y="350"/>
                  </a:moveTo>
                  <a:cubicBezTo>
                    <a:pt x="2548" y="350"/>
                    <a:pt x="3167" y="969"/>
                    <a:pt x="3167" y="1708"/>
                  </a:cubicBezTo>
                  <a:cubicBezTo>
                    <a:pt x="3167" y="2446"/>
                    <a:pt x="2548" y="3089"/>
                    <a:pt x="1786" y="3089"/>
                  </a:cubicBezTo>
                  <a:cubicBezTo>
                    <a:pt x="1048" y="3089"/>
                    <a:pt x="429" y="2446"/>
                    <a:pt x="429" y="1708"/>
                  </a:cubicBezTo>
                  <a:cubicBezTo>
                    <a:pt x="429" y="969"/>
                    <a:pt x="1048" y="350"/>
                    <a:pt x="1786" y="350"/>
                  </a:cubicBezTo>
                  <a:close/>
                  <a:moveTo>
                    <a:pt x="1842" y="0"/>
                  </a:moveTo>
                  <a:cubicBezTo>
                    <a:pt x="1768" y="0"/>
                    <a:pt x="1694" y="6"/>
                    <a:pt x="1620" y="17"/>
                  </a:cubicBezTo>
                  <a:cubicBezTo>
                    <a:pt x="810" y="112"/>
                    <a:pt x="167" y="755"/>
                    <a:pt x="95" y="1589"/>
                  </a:cubicBezTo>
                  <a:cubicBezTo>
                    <a:pt x="0" y="2565"/>
                    <a:pt x="810" y="3446"/>
                    <a:pt x="1786" y="3446"/>
                  </a:cubicBezTo>
                  <a:cubicBezTo>
                    <a:pt x="2215" y="3446"/>
                    <a:pt x="2596" y="3279"/>
                    <a:pt x="2906" y="3041"/>
                  </a:cubicBezTo>
                  <a:lnTo>
                    <a:pt x="7621" y="3041"/>
                  </a:lnTo>
                  <a:cubicBezTo>
                    <a:pt x="7740" y="3041"/>
                    <a:pt x="7907" y="2994"/>
                    <a:pt x="7978" y="2875"/>
                  </a:cubicBezTo>
                  <a:cubicBezTo>
                    <a:pt x="8097" y="2732"/>
                    <a:pt x="8097" y="2517"/>
                    <a:pt x="7978" y="2374"/>
                  </a:cubicBezTo>
                  <a:lnTo>
                    <a:pt x="6740" y="588"/>
                  </a:lnTo>
                  <a:cubicBezTo>
                    <a:pt x="6644" y="469"/>
                    <a:pt x="6525" y="398"/>
                    <a:pt x="6382" y="398"/>
                  </a:cubicBezTo>
                  <a:lnTo>
                    <a:pt x="2906" y="398"/>
                  </a:lnTo>
                  <a:cubicBezTo>
                    <a:pt x="2624" y="157"/>
                    <a:pt x="2241" y="0"/>
                    <a:pt x="18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89"/>
            <p:cNvSpPr/>
            <p:nvPr/>
          </p:nvSpPr>
          <p:spPr>
            <a:xfrm>
              <a:off x="2356787" y="3697748"/>
              <a:ext cx="300356" cy="103249"/>
            </a:xfrm>
            <a:custGeom>
              <a:rect b="b" l="l" r="r" t="t"/>
              <a:pathLst>
                <a:path extrusionOk="0" h="3463" w="10074">
                  <a:moveTo>
                    <a:pt x="1786" y="367"/>
                  </a:moveTo>
                  <a:cubicBezTo>
                    <a:pt x="2548" y="367"/>
                    <a:pt x="3167" y="1010"/>
                    <a:pt x="3167" y="1748"/>
                  </a:cubicBezTo>
                  <a:cubicBezTo>
                    <a:pt x="3167" y="2486"/>
                    <a:pt x="2548" y="3106"/>
                    <a:pt x="1786" y="3106"/>
                  </a:cubicBezTo>
                  <a:cubicBezTo>
                    <a:pt x="1048" y="3106"/>
                    <a:pt x="429" y="2486"/>
                    <a:pt x="429" y="1748"/>
                  </a:cubicBezTo>
                  <a:cubicBezTo>
                    <a:pt x="429" y="1010"/>
                    <a:pt x="1048" y="367"/>
                    <a:pt x="1786" y="367"/>
                  </a:cubicBezTo>
                  <a:close/>
                  <a:moveTo>
                    <a:pt x="1775" y="1"/>
                  </a:moveTo>
                  <a:cubicBezTo>
                    <a:pt x="1716" y="1"/>
                    <a:pt x="1656" y="4"/>
                    <a:pt x="1596" y="10"/>
                  </a:cubicBezTo>
                  <a:cubicBezTo>
                    <a:pt x="786" y="105"/>
                    <a:pt x="119" y="772"/>
                    <a:pt x="72" y="1605"/>
                  </a:cubicBezTo>
                  <a:cubicBezTo>
                    <a:pt x="0" y="2605"/>
                    <a:pt x="810" y="3463"/>
                    <a:pt x="1786" y="3463"/>
                  </a:cubicBezTo>
                  <a:cubicBezTo>
                    <a:pt x="2215" y="3463"/>
                    <a:pt x="2596" y="3320"/>
                    <a:pt x="2906" y="3082"/>
                  </a:cubicBezTo>
                  <a:lnTo>
                    <a:pt x="9597" y="3082"/>
                  </a:lnTo>
                  <a:cubicBezTo>
                    <a:pt x="9716" y="3082"/>
                    <a:pt x="9859" y="3034"/>
                    <a:pt x="9955" y="2915"/>
                  </a:cubicBezTo>
                  <a:cubicBezTo>
                    <a:pt x="10074" y="2748"/>
                    <a:pt x="10074" y="2558"/>
                    <a:pt x="9955" y="2391"/>
                  </a:cubicBezTo>
                  <a:lnTo>
                    <a:pt x="8692" y="605"/>
                  </a:lnTo>
                  <a:cubicBezTo>
                    <a:pt x="8621" y="486"/>
                    <a:pt x="8502" y="438"/>
                    <a:pt x="8335" y="438"/>
                  </a:cubicBezTo>
                  <a:lnTo>
                    <a:pt x="7073" y="438"/>
                  </a:lnTo>
                  <a:cubicBezTo>
                    <a:pt x="6978" y="438"/>
                    <a:pt x="6906" y="486"/>
                    <a:pt x="6883" y="581"/>
                  </a:cubicBezTo>
                  <a:cubicBezTo>
                    <a:pt x="6859" y="700"/>
                    <a:pt x="6954" y="796"/>
                    <a:pt x="7073" y="796"/>
                  </a:cubicBezTo>
                  <a:lnTo>
                    <a:pt x="8335" y="796"/>
                  </a:lnTo>
                  <a:cubicBezTo>
                    <a:pt x="8359" y="796"/>
                    <a:pt x="8407" y="796"/>
                    <a:pt x="8407" y="819"/>
                  </a:cubicBezTo>
                  <a:lnTo>
                    <a:pt x="9645" y="2605"/>
                  </a:lnTo>
                  <a:cubicBezTo>
                    <a:pt x="9693" y="2629"/>
                    <a:pt x="9645" y="2677"/>
                    <a:pt x="9645" y="2701"/>
                  </a:cubicBezTo>
                  <a:cubicBezTo>
                    <a:pt x="9645" y="2725"/>
                    <a:pt x="9621" y="2725"/>
                    <a:pt x="9597" y="2725"/>
                  </a:cubicBezTo>
                  <a:lnTo>
                    <a:pt x="3191" y="2725"/>
                  </a:lnTo>
                  <a:cubicBezTo>
                    <a:pt x="3382" y="2463"/>
                    <a:pt x="3501" y="2105"/>
                    <a:pt x="3501" y="1748"/>
                  </a:cubicBezTo>
                  <a:cubicBezTo>
                    <a:pt x="3501" y="1391"/>
                    <a:pt x="3382" y="1058"/>
                    <a:pt x="3191" y="772"/>
                  </a:cubicBezTo>
                  <a:lnTo>
                    <a:pt x="6240" y="772"/>
                  </a:lnTo>
                  <a:cubicBezTo>
                    <a:pt x="6311" y="772"/>
                    <a:pt x="6382" y="700"/>
                    <a:pt x="6406" y="605"/>
                  </a:cubicBezTo>
                  <a:cubicBezTo>
                    <a:pt x="6430" y="486"/>
                    <a:pt x="6359" y="415"/>
                    <a:pt x="6240" y="415"/>
                  </a:cubicBezTo>
                  <a:lnTo>
                    <a:pt x="2858" y="415"/>
                  </a:lnTo>
                  <a:cubicBezTo>
                    <a:pt x="2587" y="144"/>
                    <a:pt x="2189" y="1"/>
                    <a:pt x="17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89"/>
            <p:cNvSpPr/>
            <p:nvPr/>
          </p:nvSpPr>
          <p:spPr>
            <a:xfrm>
              <a:off x="2356787" y="3816592"/>
              <a:ext cx="357154" cy="102832"/>
            </a:xfrm>
            <a:custGeom>
              <a:rect b="b" l="l" r="r" t="t"/>
              <a:pathLst>
                <a:path extrusionOk="0" h="3449" w="11979">
                  <a:moveTo>
                    <a:pt x="1786" y="310"/>
                  </a:moveTo>
                  <a:cubicBezTo>
                    <a:pt x="2548" y="310"/>
                    <a:pt x="3167" y="953"/>
                    <a:pt x="3167" y="1692"/>
                  </a:cubicBezTo>
                  <a:cubicBezTo>
                    <a:pt x="3167" y="2430"/>
                    <a:pt x="2572" y="3049"/>
                    <a:pt x="1786" y="3049"/>
                  </a:cubicBezTo>
                  <a:cubicBezTo>
                    <a:pt x="1048" y="3049"/>
                    <a:pt x="429" y="2430"/>
                    <a:pt x="429" y="1692"/>
                  </a:cubicBezTo>
                  <a:cubicBezTo>
                    <a:pt x="429" y="953"/>
                    <a:pt x="1048" y="310"/>
                    <a:pt x="1786" y="310"/>
                  </a:cubicBezTo>
                  <a:close/>
                  <a:moveTo>
                    <a:pt x="1786" y="1"/>
                  </a:moveTo>
                  <a:cubicBezTo>
                    <a:pt x="810" y="1"/>
                    <a:pt x="0" y="858"/>
                    <a:pt x="72" y="1858"/>
                  </a:cubicBezTo>
                  <a:cubicBezTo>
                    <a:pt x="119" y="2668"/>
                    <a:pt x="786" y="3359"/>
                    <a:pt x="1596" y="3430"/>
                  </a:cubicBezTo>
                  <a:cubicBezTo>
                    <a:pt x="1673" y="3442"/>
                    <a:pt x="1751" y="3448"/>
                    <a:pt x="1829" y="3448"/>
                  </a:cubicBezTo>
                  <a:cubicBezTo>
                    <a:pt x="2213" y="3448"/>
                    <a:pt x="2601" y="3306"/>
                    <a:pt x="2858" y="3049"/>
                  </a:cubicBezTo>
                  <a:lnTo>
                    <a:pt x="3906" y="3049"/>
                  </a:lnTo>
                  <a:cubicBezTo>
                    <a:pt x="4001" y="3049"/>
                    <a:pt x="4049" y="3001"/>
                    <a:pt x="4072" y="2906"/>
                  </a:cubicBezTo>
                  <a:cubicBezTo>
                    <a:pt x="4120" y="2787"/>
                    <a:pt x="4025" y="2692"/>
                    <a:pt x="3906" y="2692"/>
                  </a:cubicBezTo>
                  <a:lnTo>
                    <a:pt x="3191" y="2692"/>
                  </a:lnTo>
                  <a:cubicBezTo>
                    <a:pt x="3358" y="2430"/>
                    <a:pt x="3477" y="2073"/>
                    <a:pt x="3477" y="1715"/>
                  </a:cubicBezTo>
                  <a:cubicBezTo>
                    <a:pt x="3477" y="1358"/>
                    <a:pt x="3358" y="1025"/>
                    <a:pt x="3191" y="739"/>
                  </a:cubicBezTo>
                  <a:lnTo>
                    <a:pt x="10264" y="739"/>
                  </a:lnTo>
                  <a:cubicBezTo>
                    <a:pt x="10312" y="739"/>
                    <a:pt x="10336" y="739"/>
                    <a:pt x="10336" y="763"/>
                  </a:cubicBezTo>
                  <a:lnTo>
                    <a:pt x="11574" y="2549"/>
                  </a:lnTo>
                  <a:cubicBezTo>
                    <a:pt x="11622" y="2573"/>
                    <a:pt x="11574" y="2620"/>
                    <a:pt x="11574" y="2644"/>
                  </a:cubicBezTo>
                  <a:cubicBezTo>
                    <a:pt x="11574" y="2668"/>
                    <a:pt x="11550" y="2668"/>
                    <a:pt x="11526" y="2668"/>
                  </a:cubicBezTo>
                  <a:lnTo>
                    <a:pt x="4739" y="2668"/>
                  </a:lnTo>
                  <a:cubicBezTo>
                    <a:pt x="4644" y="2668"/>
                    <a:pt x="4596" y="2739"/>
                    <a:pt x="4573" y="2811"/>
                  </a:cubicBezTo>
                  <a:cubicBezTo>
                    <a:pt x="4525" y="2930"/>
                    <a:pt x="4620" y="3025"/>
                    <a:pt x="4739" y="3025"/>
                  </a:cubicBezTo>
                  <a:lnTo>
                    <a:pt x="11526" y="3025"/>
                  </a:lnTo>
                  <a:cubicBezTo>
                    <a:pt x="11645" y="3025"/>
                    <a:pt x="11788" y="2978"/>
                    <a:pt x="11884" y="2858"/>
                  </a:cubicBezTo>
                  <a:cubicBezTo>
                    <a:pt x="11979" y="2692"/>
                    <a:pt x="11979" y="2501"/>
                    <a:pt x="11884" y="2335"/>
                  </a:cubicBezTo>
                  <a:lnTo>
                    <a:pt x="10645" y="548"/>
                  </a:lnTo>
                  <a:cubicBezTo>
                    <a:pt x="10550" y="429"/>
                    <a:pt x="10431" y="382"/>
                    <a:pt x="10288" y="382"/>
                  </a:cubicBezTo>
                  <a:lnTo>
                    <a:pt x="2906" y="382"/>
                  </a:lnTo>
                  <a:cubicBezTo>
                    <a:pt x="2596" y="144"/>
                    <a:pt x="2215" y="1"/>
                    <a:pt x="17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0" name="Google Shape;19910;p89"/>
          <p:cNvGrpSpPr/>
          <p:nvPr/>
        </p:nvGrpSpPr>
        <p:grpSpPr>
          <a:xfrm>
            <a:off x="1065573" y="4146767"/>
            <a:ext cx="354321" cy="355039"/>
            <a:chOff x="1713260" y="4146767"/>
            <a:chExt cx="354321" cy="355039"/>
          </a:xfrm>
        </p:grpSpPr>
        <p:sp>
          <p:nvSpPr>
            <p:cNvPr id="19911" name="Google Shape;19911;p89"/>
            <p:cNvSpPr/>
            <p:nvPr/>
          </p:nvSpPr>
          <p:spPr>
            <a:xfrm>
              <a:off x="1804137" y="4237644"/>
              <a:ext cx="171854" cy="172569"/>
            </a:xfrm>
            <a:custGeom>
              <a:rect b="b" l="l" r="r" t="t"/>
              <a:pathLst>
                <a:path extrusionOk="0" h="5788" w="5764">
                  <a:moveTo>
                    <a:pt x="2882" y="1"/>
                  </a:moveTo>
                  <a:cubicBezTo>
                    <a:pt x="1287" y="1"/>
                    <a:pt x="1" y="1310"/>
                    <a:pt x="1" y="2906"/>
                  </a:cubicBezTo>
                  <a:cubicBezTo>
                    <a:pt x="1" y="4478"/>
                    <a:pt x="1287" y="5788"/>
                    <a:pt x="2882" y="5788"/>
                  </a:cubicBezTo>
                  <a:cubicBezTo>
                    <a:pt x="4478" y="5788"/>
                    <a:pt x="5764" y="4478"/>
                    <a:pt x="5764" y="2906"/>
                  </a:cubicBezTo>
                  <a:cubicBezTo>
                    <a:pt x="5764" y="1310"/>
                    <a:pt x="4478" y="1"/>
                    <a:pt x="2882"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89"/>
            <p:cNvSpPr/>
            <p:nvPr/>
          </p:nvSpPr>
          <p:spPr>
            <a:xfrm>
              <a:off x="1836099" y="4248288"/>
              <a:ext cx="140608" cy="161925"/>
            </a:xfrm>
            <a:custGeom>
              <a:rect b="b" l="l" r="r" t="t"/>
              <a:pathLst>
                <a:path extrusionOk="0" h="5431" w="4716">
                  <a:moveTo>
                    <a:pt x="3215" y="1"/>
                  </a:moveTo>
                  <a:lnTo>
                    <a:pt x="3215" y="1"/>
                  </a:lnTo>
                  <a:cubicBezTo>
                    <a:pt x="3882" y="549"/>
                    <a:pt x="4287" y="1358"/>
                    <a:pt x="4287" y="2239"/>
                  </a:cubicBezTo>
                  <a:cubicBezTo>
                    <a:pt x="4287" y="3859"/>
                    <a:pt x="3001" y="5121"/>
                    <a:pt x="1405" y="5121"/>
                  </a:cubicBezTo>
                  <a:cubicBezTo>
                    <a:pt x="905" y="5121"/>
                    <a:pt x="429" y="5002"/>
                    <a:pt x="0" y="4764"/>
                  </a:cubicBezTo>
                  <a:lnTo>
                    <a:pt x="0" y="4764"/>
                  </a:lnTo>
                  <a:cubicBezTo>
                    <a:pt x="477" y="5192"/>
                    <a:pt x="1143" y="5431"/>
                    <a:pt x="1810" y="5431"/>
                  </a:cubicBezTo>
                  <a:cubicBezTo>
                    <a:pt x="3430" y="5431"/>
                    <a:pt x="4716" y="4145"/>
                    <a:pt x="4716" y="2549"/>
                  </a:cubicBezTo>
                  <a:cubicBezTo>
                    <a:pt x="4716" y="1477"/>
                    <a:pt x="4120" y="525"/>
                    <a:pt x="3215"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89"/>
            <p:cNvSpPr/>
            <p:nvPr/>
          </p:nvSpPr>
          <p:spPr>
            <a:xfrm>
              <a:off x="1718925" y="4336333"/>
              <a:ext cx="159093" cy="159093"/>
            </a:xfrm>
            <a:custGeom>
              <a:rect b="b" l="l" r="r" t="t"/>
              <a:pathLst>
                <a:path extrusionOk="0" h="5336" w="5336">
                  <a:moveTo>
                    <a:pt x="72" y="1"/>
                  </a:moveTo>
                  <a:cubicBezTo>
                    <a:pt x="25" y="1"/>
                    <a:pt x="1" y="72"/>
                    <a:pt x="1" y="96"/>
                  </a:cubicBezTo>
                  <a:cubicBezTo>
                    <a:pt x="239" y="2859"/>
                    <a:pt x="2478" y="5097"/>
                    <a:pt x="5240" y="5335"/>
                  </a:cubicBezTo>
                  <a:cubicBezTo>
                    <a:pt x="5312" y="5335"/>
                    <a:pt x="5335" y="5311"/>
                    <a:pt x="5335" y="5264"/>
                  </a:cubicBezTo>
                  <a:lnTo>
                    <a:pt x="5335" y="3787"/>
                  </a:lnTo>
                  <a:cubicBezTo>
                    <a:pt x="5335" y="3763"/>
                    <a:pt x="5312" y="3716"/>
                    <a:pt x="5240" y="3692"/>
                  </a:cubicBezTo>
                  <a:cubicBezTo>
                    <a:pt x="3335" y="3454"/>
                    <a:pt x="1858" y="1977"/>
                    <a:pt x="1620" y="72"/>
                  </a:cubicBezTo>
                  <a:cubicBezTo>
                    <a:pt x="1620" y="25"/>
                    <a:pt x="1573" y="1"/>
                    <a:pt x="1549"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89"/>
            <p:cNvSpPr/>
            <p:nvPr/>
          </p:nvSpPr>
          <p:spPr>
            <a:xfrm>
              <a:off x="1718925" y="4336333"/>
              <a:ext cx="159093" cy="159093"/>
            </a:xfrm>
            <a:custGeom>
              <a:rect b="b" l="l" r="r" t="t"/>
              <a:pathLst>
                <a:path extrusionOk="0" h="5336" w="5336">
                  <a:moveTo>
                    <a:pt x="72" y="1"/>
                  </a:moveTo>
                  <a:cubicBezTo>
                    <a:pt x="25" y="1"/>
                    <a:pt x="1" y="72"/>
                    <a:pt x="1" y="96"/>
                  </a:cubicBezTo>
                  <a:cubicBezTo>
                    <a:pt x="239" y="2859"/>
                    <a:pt x="2478" y="5097"/>
                    <a:pt x="5240" y="5335"/>
                  </a:cubicBezTo>
                  <a:cubicBezTo>
                    <a:pt x="5312" y="5335"/>
                    <a:pt x="5335" y="5311"/>
                    <a:pt x="5335" y="5264"/>
                  </a:cubicBezTo>
                  <a:lnTo>
                    <a:pt x="5335" y="3787"/>
                  </a:lnTo>
                  <a:cubicBezTo>
                    <a:pt x="5335" y="3763"/>
                    <a:pt x="5312" y="3716"/>
                    <a:pt x="5240" y="3692"/>
                  </a:cubicBezTo>
                  <a:cubicBezTo>
                    <a:pt x="3335" y="3454"/>
                    <a:pt x="1858" y="1977"/>
                    <a:pt x="1620" y="72"/>
                  </a:cubicBezTo>
                  <a:cubicBezTo>
                    <a:pt x="1620" y="25"/>
                    <a:pt x="1573" y="1"/>
                    <a:pt x="1549"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89"/>
            <p:cNvSpPr/>
            <p:nvPr/>
          </p:nvSpPr>
          <p:spPr>
            <a:xfrm>
              <a:off x="1718925" y="4151746"/>
              <a:ext cx="343707" cy="343678"/>
            </a:xfrm>
            <a:custGeom>
              <a:rect b="b" l="l" r="r" t="t"/>
              <a:pathLst>
                <a:path extrusionOk="0" h="11527" w="11528">
                  <a:moveTo>
                    <a:pt x="5740" y="0"/>
                  </a:moveTo>
                  <a:cubicBezTo>
                    <a:pt x="2740" y="0"/>
                    <a:pt x="263" y="2334"/>
                    <a:pt x="1" y="5263"/>
                  </a:cubicBezTo>
                  <a:cubicBezTo>
                    <a:pt x="1" y="5335"/>
                    <a:pt x="25" y="5358"/>
                    <a:pt x="72" y="5358"/>
                  </a:cubicBezTo>
                  <a:lnTo>
                    <a:pt x="1549" y="5358"/>
                  </a:lnTo>
                  <a:cubicBezTo>
                    <a:pt x="1573" y="5358"/>
                    <a:pt x="1620" y="5335"/>
                    <a:pt x="1620" y="5287"/>
                  </a:cubicBezTo>
                  <a:cubicBezTo>
                    <a:pt x="1867" y="3235"/>
                    <a:pt x="3598" y="1660"/>
                    <a:pt x="5718" y="1660"/>
                  </a:cubicBezTo>
                  <a:cubicBezTo>
                    <a:pt x="6058" y="1660"/>
                    <a:pt x="6409" y="1701"/>
                    <a:pt x="6764" y="1786"/>
                  </a:cubicBezTo>
                  <a:cubicBezTo>
                    <a:pt x="8074" y="2096"/>
                    <a:pt x="9408" y="3453"/>
                    <a:pt x="9741" y="4763"/>
                  </a:cubicBezTo>
                  <a:cubicBezTo>
                    <a:pt x="10360" y="7311"/>
                    <a:pt x="8598" y="9621"/>
                    <a:pt x="6216" y="9907"/>
                  </a:cubicBezTo>
                  <a:cubicBezTo>
                    <a:pt x="6193" y="9907"/>
                    <a:pt x="6169" y="9954"/>
                    <a:pt x="6169" y="9978"/>
                  </a:cubicBezTo>
                  <a:lnTo>
                    <a:pt x="6169" y="11455"/>
                  </a:lnTo>
                  <a:cubicBezTo>
                    <a:pt x="6169" y="11502"/>
                    <a:pt x="6216" y="11526"/>
                    <a:pt x="6264" y="11526"/>
                  </a:cubicBezTo>
                  <a:cubicBezTo>
                    <a:pt x="9193" y="11264"/>
                    <a:pt x="11527" y="8788"/>
                    <a:pt x="11527" y="5787"/>
                  </a:cubicBezTo>
                  <a:cubicBezTo>
                    <a:pt x="11527" y="2596"/>
                    <a:pt x="8931" y="0"/>
                    <a:pt x="57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89"/>
            <p:cNvSpPr/>
            <p:nvPr/>
          </p:nvSpPr>
          <p:spPr>
            <a:xfrm>
              <a:off x="1902826" y="4173750"/>
              <a:ext cx="159808" cy="321674"/>
            </a:xfrm>
            <a:custGeom>
              <a:rect b="b" l="l" r="r" t="t"/>
              <a:pathLst>
                <a:path extrusionOk="0" h="10789" w="5360">
                  <a:moveTo>
                    <a:pt x="2406" y="0"/>
                  </a:moveTo>
                  <a:cubicBezTo>
                    <a:pt x="3906" y="1048"/>
                    <a:pt x="4883" y="2763"/>
                    <a:pt x="4883" y="4739"/>
                  </a:cubicBezTo>
                  <a:cubicBezTo>
                    <a:pt x="4883" y="7621"/>
                    <a:pt x="2763" y="10050"/>
                    <a:pt x="1" y="10455"/>
                  </a:cubicBezTo>
                  <a:lnTo>
                    <a:pt x="1" y="10717"/>
                  </a:lnTo>
                  <a:cubicBezTo>
                    <a:pt x="1" y="10764"/>
                    <a:pt x="48" y="10788"/>
                    <a:pt x="96" y="10788"/>
                  </a:cubicBezTo>
                  <a:cubicBezTo>
                    <a:pt x="3025" y="10526"/>
                    <a:pt x="5359" y="8050"/>
                    <a:pt x="5359" y="5049"/>
                  </a:cubicBezTo>
                  <a:cubicBezTo>
                    <a:pt x="5359" y="2906"/>
                    <a:pt x="4192" y="1024"/>
                    <a:pt x="2406"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89"/>
            <p:cNvSpPr/>
            <p:nvPr/>
          </p:nvSpPr>
          <p:spPr>
            <a:xfrm>
              <a:off x="1713260" y="4146767"/>
              <a:ext cx="354321" cy="352920"/>
            </a:xfrm>
            <a:custGeom>
              <a:rect b="b" l="l" r="r" t="t"/>
              <a:pathLst>
                <a:path extrusionOk="0" h="11837" w="11884">
                  <a:moveTo>
                    <a:pt x="5930" y="0"/>
                  </a:moveTo>
                  <a:cubicBezTo>
                    <a:pt x="4454" y="0"/>
                    <a:pt x="3025" y="548"/>
                    <a:pt x="1929" y="1572"/>
                  </a:cubicBezTo>
                  <a:cubicBezTo>
                    <a:pt x="810" y="2572"/>
                    <a:pt x="167" y="3954"/>
                    <a:pt x="0" y="5406"/>
                  </a:cubicBezTo>
                  <a:cubicBezTo>
                    <a:pt x="0" y="5525"/>
                    <a:pt x="72" y="5644"/>
                    <a:pt x="191" y="5668"/>
                  </a:cubicBezTo>
                  <a:lnTo>
                    <a:pt x="1739" y="5668"/>
                  </a:lnTo>
                  <a:cubicBezTo>
                    <a:pt x="1858" y="5668"/>
                    <a:pt x="1977" y="5597"/>
                    <a:pt x="1977" y="5454"/>
                  </a:cubicBezTo>
                  <a:cubicBezTo>
                    <a:pt x="2215" y="3477"/>
                    <a:pt x="3906" y="1953"/>
                    <a:pt x="5930" y="1953"/>
                  </a:cubicBezTo>
                  <a:cubicBezTo>
                    <a:pt x="6597" y="1953"/>
                    <a:pt x="7240" y="2144"/>
                    <a:pt x="7812" y="2429"/>
                  </a:cubicBezTo>
                  <a:cubicBezTo>
                    <a:pt x="7838" y="2449"/>
                    <a:pt x="7866" y="2458"/>
                    <a:pt x="7893" y="2458"/>
                  </a:cubicBezTo>
                  <a:cubicBezTo>
                    <a:pt x="7965" y="2458"/>
                    <a:pt x="8032" y="2397"/>
                    <a:pt x="8050" y="2310"/>
                  </a:cubicBezTo>
                  <a:cubicBezTo>
                    <a:pt x="8074" y="2215"/>
                    <a:pt x="8026" y="2144"/>
                    <a:pt x="7954" y="2096"/>
                  </a:cubicBezTo>
                  <a:cubicBezTo>
                    <a:pt x="7335" y="1786"/>
                    <a:pt x="6621" y="1596"/>
                    <a:pt x="5930" y="1596"/>
                  </a:cubicBezTo>
                  <a:cubicBezTo>
                    <a:pt x="3787" y="1596"/>
                    <a:pt x="1953" y="3168"/>
                    <a:pt x="1644" y="5311"/>
                  </a:cubicBezTo>
                  <a:lnTo>
                    <a:pt x="358" y="5311"/>
                  </a:lnTo>
                  <a:cubicBezTo>
                    <a:pt x="524" y="3977"/>
                    <a:pt x="1143" y="2715"/>
                    <a:pt x="2144" y="1810"/>
                  </a:cubicBezTo>
                  <a:cubicBezTo>
                    <a:pt x="3192" y="858"/>
                    <a:pt x="4525" y="310"/>
                    <a:pt x="5930" y="310"/>
                  </a:cubicBezTo>
                  <a:cubicBezTo>
                    <a:pt x="7431" y="310"/>
                    <a:pt x="8812" y="905"/>
                    <a:pt x="9883" y="1953"/>
                  </a:cubicBezTo>
                  <a:cubicBezTo>
                    <a:pt x="10955" y="3025"/>
                    <a:pt x="11527" y="4430"/>
                    <a:pt x="11527" y="5906"/>
                  </a:cubicBezTo>
                  <a:cubicBezTo>
                    <a:pt x="11527" y="7311"/>
                    <a:pt x="11003" y="8669"/>
                    <a:pt x="10050" y="9693"/>
                  </a:cubicBezTo>
                  <a:cubicBezTo>
                    <a:pt x="9121" y="10717"/>
                    <a:pt x="7859" y="11336"/>
                    <a:pt x="6526" y="11479"/>
                  </a:cubicBezTo>
                  <a:lnTo>
                    <a:pt x="6526" y="10193"/>
                  </a:lnTo>
                  <a:cubicBezTo>
                    <a:pt x="8645" y="9907"/>
                    <a:pt x="10241" y="8097"/>
                    <a:pt x="10241" y="5906"/>
                  </a:cubicBezTo>
                  <a:cubicBezTo>
                    <a:pt x="10241" y="4644"/>
                    <a:pt x="9693" y="3406"/>
                    <a:pt x="8669" y="2572"/>
                  </a:cubicBezTo>
                  <a:cubicBezTo>
                    <a:pt x="8645" y="2549"/>
                    <a:pt x="8609" y="2537"/>
                    <a:pt x="8571" y="2537"/>
                  </a:cubicBezTo>
                  <a:cubicBezTo>
                    <a:pt x="8532" y="2537"/>
                    <a:pt x="8490" y="2549"/>
                    <a:pt x="8455" y="2572"/>
                  </a:cubicBezTo>
                  <a:cubicBezTo>
                    <a:pt x="8383" y="2644"/>
                    <a:pt x="8383" y="2787"/>
                    <a:pt x="8455" y="2858"/>
                  </a:cubicBezTo>
                  <a:cubicBezTo>
                    <a:pt x="9383" y="3620"/>
                    <a:pt x="9931" y="4716"/>
                    <a:pt x="9931" y="5906"/>
                  </a:cubicBezTo>
                  <a:cubicBezTo>
                    <a:pt x="9931" y="7931"/>
                    <a:pt x="8407" y="9621"/>
                    <a:pt x="6406" y="9860"/>
                  </a:cubicBezTo>
                  <a:cubicBezTo>
                    <a:pt x="6287" y="9860"/>
                    <a:pt x="6192" y="9979"/>
                    <a:pt x="6192" y="10098"/>
                  </a:cubicBezTo>
                  <a:lnTo>
                    <a:pt x="6192" y="11598"/>
                  </a:lnTo>
                  <a:lnTo>
                    <a:pt x="6192" y="11622"/>
                  </a:lnTo>
                  <a:cubicBezTo>
                    <a:pt x="6240" y="11741"/>
                    <a:pt x="6335" y="11836"/>
                    <a:pt x="6430" y="11836"/>
                  </a:cubicBezTo>
                  <a:lnTo>
                    <a:pt x="6478" y="11836"/>
                  </a:lnTo>
                  <a:cubicBezTo>
                    <a:pt x="7954" y="11717"/>
                    <a:pt x="9336" y="11026"/>
                    <a:pt x="10312" y="9931"/>
                  </a:cubicBezTo>
                  <a:cubicBezTo>
                    <a:pt x="11312" y="8836"/>
                    <a:pt x="11884" y="7407"/>
                    <a:pt x="11884" y="5906"/>
                  </a:cubicBezTo>
                  <a:cubicBezTo>
                    <a:pt x="11884" y="4358"/>
                    <a:pt x="11265" y="2882"/>
                    <a:pt x="10122" y="1739"/>
                  </a:cubicBezTo>
                  <a:cubicBezTo>
                    <a:pt x="9002" y="620"/>
                    <a:pt x="7526" y="0"/>
                    <a:pt x="59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89"/>
            <p:cNvSpPr/>
            <p:nvPr/>
          </p:nvSpPr>
          <p:spPr>
            <a:xfrm>
              <a:off x="1715377" y="4332785"/>
              <a:ext cx="169021" cy="169021"/>
            </a:xfrm>
            <a:custGeom>
              <a:rect b="b" l="l" r="r" t="t"/>
              <a:pathLst>
                <a:path extrusionOk="0" h="5669" w="5669">
                  <a:moveTo>
                    <a:pt x="215" y="1"/>
                  </a:moveTo>
                  <a:cubicBezTo>
                    <a:pt x="72" y="25"/>
                    <a:pt x="1" y="144"/>
                    <a:pt x="1" y="263"/>
                  </a:cubicBezTo>
                  <a:cubicBezTo>
                    <a:pt x="191" y="2454"/>
                    <a:pt x="1549" y="4311"/>
                    <a:pt x="3549" y="5216"/>
                  </a:cubicBezTo>
                  <a:cubicBezTo>
                    <a:pt x="3572" y="5222"/>
                    <a:pt x="3593" y="5225"/>
                    <a:pt x="3613" y="5225"/>
                  </a:cubicBezTo>
                  <a:cubicBezTo>
                    <a:pt x="3678" y="5225"/>
                    <a:pt x="3733" y="5194"/>
                    <a:pt x="3787" y="5121"/>
                  </a:cubicBezTo>
                  <a:cubicBezTo>
                    <a:pt x="3811" y="5026"/>
                    <a:pt x="3787" y="4954"/>
                    <a:pt x="3692" y="4883"/>
                  </a:cubicBezTo>
                  <a:cubicBezTo>
                    <a:pt x="1858" y="4073"/>
                    <a:pt x="596" y="2358"/>
                    <a:pt x="358" y="358"/>
                  </a:cubicBezTo>
                  <a:lnTo>
                    <a:pt x="1644" y="358"/>
                  </a:lnTo>
                  <a:cubicBezTo>
                    <a:pt x="1763" y="1287"/>
                    <a:pt x="2216" y="2144"/>
                    <a:pt x="2859" y="2811"/>
                  </a:cubicBezTo>
                  <a:cubicBezTo>
                    <a:pt x="3525" y="3454"/>
                    <a:pt x="4383" y="3906"/>
                    <a:pt x="5311" y="4025"/>
                  </a:cubicBezTo>
                  <a:lnTo>
                    <a:pt x="5311" y="5311"/>
                  </a:lnTo>
                  <a:cubicBezTo>
                    <a:pt x="5002" y="5264"/>
                    <a:pt x="4668" y="5216"/>
                    <a:pt x="4383" y="5121"/>
                  </a:cubicBezTo>
                  <a:cubicBezTo>
                    <a:pt x="4359" y="5121"/>
                    <a:pt x="4287" y="5121"/>
                    <a:pt x="4264" y="5145"/>
                  </a:cubicBezTo>
                  <a:cubicBezTo>
                    <a:pt x="4121" y="5264"/>
                    <a:pt x="4168" y="5430"/>
                    <a:pt x="4311" y="5478"/>
                  </a:cubicBezTo>
                  <a:cubicBezTo>
                    <a:pt x="4668" y="5573"/>
                    <a:pt x="5026" y="5621"/>
                    <a:pt x="5383" y="5669"/>
                  </a:cubicBezTo>
                  <a:lnTo>
                    <a:pt x="5431" y="5669"/>
                  </a:lnTo>
                  <a:cubicBezTo>
                    <a:pt x="5550" y="5669"/>
                    <a:pt x="5621" y="5573"/>
                    <a:pt x="5669" y="5454"/>
                  </a:cubicBezTo>
                  <a:lnTo>
                    <a:pt x="5669" y="5430"/>
                  </a:lnTo>
                  <a:lnTo>
                    <a:pt x="5669" y="3906"/>
                  </a:lnTo>
                  <a:cubicBezTo>
                    <a:pt x="5621" y="3787"/>
                    <a:pt x="5550" y="3668"/>
                    <a:pt x="5431" y="3668"/>
                  </a:cubicBezTo>
                  <a:cubicBezTo>
                    <a:pt x="4549" y="3549"/>
                    <a:pt x="3716" y="3168"/>
                    <a:pt x="3097" y="2525"/>
                  </a:cubicBezTo>
                  <a:cubicBezTo>
                    <a:pt x="2478" y="1906"/>
                    <a:pt x="2049" y="1072"/>
                    <a:pt x="1977" y="215"/>
                  </a:cubicBezTo>
                  <a:cubicBezTo>
                    <a:pt x="1977" y="96"/>
                    <a:pt x="1858" y="1"/>
                    <a:pt x="17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89"/>
            <p:cNvSpPr/>
            <p:nvPr/>
          </p:nvSpPr>
          <p:spPr>
            <a:xfrm>
              <a:off x="1799158" y="4232665"/>
              <a:ext cx="182527" cy="182527"/>
            </a:xfrm>
            <a:custGeom>
              <a:rect b="b" l="l" r="r" t="t"/>
              <a:pathLst>
                <a:path extrusionOk="0" h="6122" w="6122">
                  <a:moveTo>
                    <a:pt x="3049" y="382"/>
                  </a:moveTo>
                  <a:cubicBezTo>
                    <a:pt x="4550" y="382"/>
                    <a:pt x="5764" y="1596"/>
                    <a:pt x="5764" y="3097"/>
                  </a:cubicBezTo>
                  <a:cubicBezTo>
                    <a:pt x="5788" y="4573"/>
                    <a:pt x="4573" y="5812"/>
                    <a:pt x="3049" y="5812"/>
                  </a:cubicBezTo>
                  <a:cubicBezTo>
                    <a:pt x="1573" y="5812"/>
                    <a:pt x="358" y="4573"/>
                    <a:pt x="358" y="3097"/>
                  </a:cubicBezTo>
                  <a:cubicBezTo>
                    <a:pt x="358" y="1596"/>
                    <a:pt x="1573" y="382"/>
                    <a:pt x="3049" y="382"/>
                  </a:cubicBezTo>
                  <a:close/>
                  <a:moveTo>
                    <a:pt x="3049" y="1"/>
                  </a:moveTo>
                  <a:cubicBezTo>
                    <a:pt x="1358" y="1"/>
                    <a:pt x="1" y="1358"/>
                    <a:pt x="1" y="3073"/>
                  </a:cubicBezTo>
                  <a:cubicBezTo>
                    <a:pt x="1" y="4764"/>
                    <a:pt x="1358" y="6121"/>
                    <a:pt x="3049" y="6121"/>
                  </a:cubicBezTo>
                  <a:cubicBezTo>
                    <a:pt x="4764" y="6121"/>
                    <a:pt x="6121" y="4764"/>
                    <a:pt x="6121" y="3073"/>
                  </a:cubicBezTo>
                  <a:cubicBezTo>
                    <a:pt x="6121" y="1358"/>
                    <a:pt x="4764" y="1"/>
                    <a:pt x="30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89"/>
            <p:cNvSpPr/>
            <p:nvPr/>
          </p:nvSpPr>
          <p:spPr>
            <a:xfrm>
              <a:off x="1851007" y="4297305"/>
              <a:ext cx="79546" cy="10674"/>
            </a:xfrm>
            <a:custGeom>
              <a:rect b="b" l="l" r="r" t="t"/>
              <a:pathLst>
                <a:path extrusionOk="0" h="358" w="2668">
                  <a:moveTo>
                    <a:pt x="215" y="0"/>
                  </a:moveTo>
                  <a:cubicBezTo>
                    <a:pt x="119" y="0"/>
                    <a:pt x="72" y="71"/>
                    <a:pt x="48" y="143"/>
                  </a:cubicBezTo>
                  <a:cubicBezTo>
                    <a:pt x="0" y="262"/>
                    <a:pt x="96" y="357"/>
                    <a:pt x="215" y="357"/>
                  </a:cubicBezTo>
                  <a:lnTo>
                    <a:pt x="2477" y="357"/>
                  </a:lnTo>
                  <a:cubicBezTo>
                    <a:pt x="2572" y="357"/>
                    <a:pt x="2620" y="310"/>
                    <a:pt x="2668" y="214"/>
                  </a:cubicBezTo>
                  <a:cubicBezTo>
                    <a:pt x="2668" y="119"/>
                    <a:pt x="2572" y="0"/>
                    <a:pt x="2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89"/>
            <p:cNvSpPr/>
            <p:nvPr/>
          </p:nvSpPr>
          <p:spPr>
            <a:xfrm>
              <a:off x="1851007" y="4318593"/>
              <a:ext cx="79546" cy="10674"/>
            </a:xfrm>
            <a:custGeom>
              <a:rect b="b" l="l" r="r" t="t"/>
              <a:pathLst>
                <a:path extrusionOk="0" h="358" w="2668">
                  <a:moveTo>
                    <a:pt x="215" y="0"/>
                  </a:moveTo>
                  <a:cubicBezTo>
                    <a:pt x="119" y="0"/>
                    <a:pt x="72" y="72"/>
                    <a:pt x="48" y="143"/>
                  </a:cubicBezTo>
                  <a:cubicBezTo>
                    <a:pt x="0" y="262"/>
                    <a:pt x="96" y="358"/>
                    <a:pt x="215" y="358"/>
                  </a:cubicBezTo>
                  <a:lnTo>
                    <a:pt x="2477" y="358"/>
                  </a:lnTo>
                  <a:cubicBezTo>
                    <a:pt x="2572" y="358"/>
                    <a:pt x="2620" y="310"/>
                    <a:pt x="2668" y="215"/>
                  </a:cubicBezTo>
                  <a:cubicBezTo>
                    <a:pt x="2668" y="120"/>
                    <a:pt x="2572" y="0"/>
                    <a:pt x="2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89"/>
            <p:cNvSpPr/>
            <p:nvPr/>
          </p:nvSpPr>
          <p:spPr>
            <a:xfrm>
              <a:off x="1867346" y="4340596"/>
              <a:ext cx="46183" cy="10674"/>
            </a:xfrm>
            <a:custGeom>
              <a:rect b="b" l="l" r="r" t="t"/>
              <a:pathLst>
                <a:path extrusionOk="0" h="358" w="1549">
                  <a:moveTo>
                    <a:pt x="214" y="1"/>
                  </a:moveTo>
                  <a:cubicBezTo>
                    <a:pt x="119" y="1"/>
                    <a:pt x="48" y="72"/>
                    <a:pt x="24" y="167"/>
                  </a:cubicBezTo>
                  <a:cubicBezTo>
                    <a:pt x="0" y="286"/>
                    <a:pt x="95" y="358"/>
                    <a:pt x="214" y="358"/>
                  </a:cubicBezTo>
                  <a:lnTo>
                    <a:pt x="1334" y="358"/>
                  </a:lnTo>
                  <a:cubicBezTo>
                    <a:pt x="1429" y="358"/>
                    <a:pt x="1477" y="310"/>
                    <a:pt x="1524" y="215"/>
                  </a:cubicBezTo>
                  <a:cubicBezTo>
                    <a:pt x="1548" y="120"/>
                    <a:pt x="1453" y="1"/>
                    <a:pt x="13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3" name="Google Shape;19923;p89"/>
          <p:cNvGrpSpPr/>
          <p:nvPr/>
        </p:nvGrpSpPr>
        <p:grpSpPr>
          <a:xfrm>
            <a:off x="1787416" y="4147840"/>
            <a:ext cx="353638" cy="352535"/>
            <a:chOff x="2358904" y="4147840"/>
            <a:chExt cx="353638" cy="352535"/>
          </a:xfrm>
        </p:grpSpPr>
        <p:sp>
          <p:nvSpPr>
            <p:cNvPr id="19924" name="Google Shape;19924;p89"/>
            <p:cNvSpPr/>
            <p:nvPr/>
          </p:nvSpPr>
          <p:spPr>
            <a:xfrm>
              <a:off x="2456191" y="4152790"/>
              <a:ext cx="159779" cy="184108"/>
            </a:xfrm>
            <a:custGeom>
              <a:rect b="b" l="l" r="r" t="t"/>
              <a:pathLst>
                <a:path extrusionOk="0" h="6175" w="5359">
                  <a:moveTo>
                    <a:pt x="2688" y="1"/>
                  </a:moveTo>
                  <a:cubicBezTo>
                    <a:pt x="2667" y="1"/>
                    <a:pt x="2644" y="13"/>
                    <a:pt x="2620" y="37"/>
                  </a:cubicBezTo>
                  <a:lnTo>
                    <a:pt x="72" y="1513"/>
                  </a:lnTo>
                  <a:cubicBezTo>
                    <a:pt x="48" y="1537"/>
                    <a:pt x="0" y="1584"/>
                    <a:pt x="0" y="1608"/>
                  </a:cubicBezTo>
                  <a:lnTo>
                    <a:pt x="0" y="4585"/>
                  </a:lnTo>
                  <a:cubicBezTo>
                    <a:pt x="0" y="4609"/>
                    <a:pt x="48" y="4657"/>
                    <a:pt x="72" y="4657"/>
                  </a:cubicBezTo>
                  <a:lnTo>
                    <a:pt x="2620" y="6157"/>
                  </a:lnTo>
                  <a:cubicBezTo>
                    <a:pt x="2632" y="6169"/>
                    <a:pt x="2656" y="6175"/>
                    <a:pt x="2679" y="6175"/>
                  </a:cubicBezTo>
                  <a:cubicBezTo>
                    <a:pt x="2703" y="6175"/>
                    <a:pt x="2727" y="6169"/>
                    <a:pt x="2739" y="6157"/>
                  </a:cubicBezTo>
                  <a:lnTo>
                    <a:pt x="5311" y="4657"/>
                  </a:lnTo>
                  <a:cubicBezTo>
                    <a:pt x="5314" y="4660"/>
                    <a:pt x="5317" y="4661"/>
                    <a:pt x="5321" y="4661"/>
                  </a:cubicBezTo>
                  <a:cubicBezTo>
                    <a:pt x="5341" y="4661"/>
                    <a:pt x="5358" y="4606"/>
                    <a:pt x="5358" y="4585"/>
                  </a:cubicBezTo>
                  <a:lnTo>
                    <a:pt x="5358" y="1608"/>
                  </a:lnTo>
                  <a:cubicBezTo>
                    <a:pt x="5358" y="1584"/>
                    <a:pt x="5335" y="1513"/>
                    <a:pt x="5311" y="1513"/>
                  </a:cubicBezTo>
                  <a:lnTo>
                    <a:pt x="2739" y="37"/>
                  </a:lnTo>
                  <a:cubicBezTo>
                    <a:pt x="2727" y="13"/>
                    <a:pt x="2709" y="1"/>
                    <a:pt x="268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89"/>
            <p:cNvSpPr/>
            <p:nvPr/>
          </p:nvSpPr>
          <p:spPr>
            <a:xfrm>
              <a:off x="2365284" y="4310960"/>
              <a:ext cx="159808" cy="184287"/>
            </a:xfrm>
            <a:custGeom>
              <a:rect b="b" l="l" r="r" t="t"/>
              <a:pathLst>
                <a:path extrusionOk="0" h="6181" w="5360">
                  <a:moveTo>
                    <a:pt x="2671" y="0"/>
                  </a:moveTo>
                  <a:cubicBezTo>
                    <a:pt x="2650" y="0"/>
                    <a:pt x="2632" y="6"/>
                    <a:pt x="2621" y="18"/>
                  </a:cubicBezTo>
                  <a:lnTo>
                    <a:pt x="49" y="1519"/>
                  </a:lnTo>
                  <a:cubicBezTo>
                    <a:pt x="25" y="1542"/>
                    <a:pt x="1" y="1566"/>
                    <a:pt x="1" y="1590"/>
                  </a:cubicBezTo>
                  <a:lnTo>
                    <a:pt x="1" y="4567"/>
                  </a:lnTo>
                  <a:cubicBezTo>
                    <a:pt x="1" y="4614"/>
                    <a:pt x="25" y="4662"/>
                    <a:pt x="49" y="4662"/>
                  </a:cubicBezTo>
                  <a:lnTo>
                    <a:pt x="2621" y="6162"/>
                  </a:lnTo>
                  <a:cubicBezTo>
                    <a:pt x="2632" y="6174"/>
                    <a:pt x="2650" y="6180"/>
                    <a:pt x="2671" y="6180"/>
                  </a:cubicBezTo>
                  <a:cubicBezTo>
                    <a:pt x="2692" y="6180"/>
                    <a:pt x="2716" y="6174"/>
                    <a:pt x="2740" y="6162"/>
                  </a:cubicBezTo>
                  <a:lnTo>
                    <a:pt x="5288" y="4662"/>
                  </a:lnTo>
                  <a:cubicBezTo>
                    <a:pt x="5359" y="4662"/>
                    <a:pt x="5359" y="4638"/>
                    <a:pt x="5359" y="4567"/>
                  </a:cubicBezTo>
                  <a:lnTo>
                    <a:pt x="5359" y="1590"/>
                  </a:lnTo>
                  <a:cubicBezTo>
                    <a:pt x="5359" y="1566"/>
                    <a:pt x="5312" y="1519"/>
                    <a:pt x="5288" y="1519"/>
                  </a:cubicBezTo>
                  <a:lnTo>
                    <a:pt x="2740" y="18"/>
                  </a:lnTo>
                  <a:cubicBezTo>
                    <a:pt x="2716" y="6"/>
                    <a:pt x="2692" y="0"/>
                    <a:pt x="2671"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89"/>
            <p:cNvSpPr/>
            <p:nvPr/>
          </p:nvSpPr>
          <p:spPr>
            <a:xfrm>
              <a:off x="2547784" y="4310960"/>
              <a:ext cx="159779" cy="184287"/>
            </a:xfrm>
            <a:custGeom>
              <a:rect b="b" l="l" r="r" t="t"/>
              <a:pathLst>
                <a:path extrusionOk="0" h="6181" w="5359">
                  <a:moveTo>
                    <a:pt x="2679" y="0"/>
                  </a:moveTo>
                  <a:cubicBezTo>
                    <a:pt x="2656" y="0"/>
                    <a:pt x="2632" y="6"/>
                    <a:pt x="2620" y="18"/>
                  </a:cubicBezTo>
                  <a:lnTo>
                    <a:pt x="72" y="1519"/>
                  </a:lnTo>
                  <a:cubicBezTo>
                    <a:pt x="24" y="1542"/>
                    <a:pt x="0" y="1566"/>
                    <a:pt x="0" y="1590"/>
                  </a:cubicBezTo>
                  <a:lnTo>
                    <a:pt x="0" y="4567"/>
                  </a:lnTo>
                  <a:cubicBezTo>
                    <a:pt x="0" y="4614"/>
                    <a:pt x="24" y="4662"/>
                    <a:pt x="72" y="4662"/>
                  </a:cubicBezTo>
                  <a:lnTo>
                    <a:pt x="2620" y="6162"/>
                  </a:lnTo>
                  <a:cubicBezTo>
                    <a:pt x="2632" y="6174"/>
                    <a:pt x="2656" y="6180"/>
                    <a:pt x="2679" y="6180"/>
                  </a:cubicBezTo>
                  <a:cubicBezTo>
                    <a:pt x="2703" y="6180"/>
                    <a:pt x="2727" y="6174"/>
                    <a:pt x="2739" y="6162"/>
                  </a:cubicBezTo>
                  <a:lnTo>
                    <a:pt x="5311" y="4662"/>
                  </a:lnTo>
                  <a:cubicBezTo>
                    <a:pt x="5335" y="4662"/>
                    <a:pt x="5359" y="4638"/>
                    <a:pt x="5359" y="4567"/>
                  </a:cubicBezTo>
                  <a:lnTo>
                    <a:pt x="5359" y="1590"/>
                  </a:lnTo>
                  <a:cubicBezTo>
                    <a:pt x="5359" y="1566"/>
                    <a:pt x="5335" y="1519"/>
                    <a:pt x="5311" y="1519"/>
                  </a:cubicBezTo>
                  <a:lnTo>
                    <a:pt x="2739" y="18"/>
                  </a:lnTo>
                  <a:cubicBezTo>
                    <a:pt x="2727" y="6"/>
                    <a:pt x="2703" y="0"/>
                    <a:pt x="2679"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89"/>
            <p:cNvSpPr/>
            <p:nvPr/>
          </p:nvSpPr>
          <p:spPr>
            <a:xfrm>
              <a:off x="2520085" y="4190089"/>
              <a:ext cx="95885" cy="146809"/>
            </a:xfrm>
            <a:custGeom>
              <a:rect b="b" l="l" r="r" t="t"/>
              <a:pathLst>
                <a:path extrusionOk="0" h="4924" w="3216">
                  <a:moveTo>
                    <a:pt x="2668" y="0"/>
                  </a:moveTo>
                  <a:lnTo>
                    <a:pt x="2689" y="13"/>
                  </a:lnTo>
                  <a:lnTo>
                    <a:pt x="2689" y="13"/>
                  </a:lnTo>
                  <a:cubicBezTo>
                    <a:pt x="2683" y="5"/>
                    <a:pt x="2675" y="0"/>
                    <a:pt x="2668" y="0"/>
                  </a:cubicBezTo>
                  <a:close/>
                  <a:moveTo>
                    <a:pt x="2689" y="13"/>
                  </a:moveTo>
                  <a:cubicBezTo>
                    <a:pt x="2704" y="30"/>
                    <a:pt x="2715" y="63"/>
                    <a:pt x="2715" y="95"/>
                  </a:cubicBezTo>
                  <a:lnTo>
                    <a:pt x="2715" y="3072"/>
                  </a:lnTo>
                  <a:cubicBezTo>
                    <a:pt x="2715" y="3096"/>
                    <a:pt x="2692" y="3120"/>
                    <a:pt x="2668" y="3144"/>
                  </a:cubicBezTo>
                  <a:lnTo>
                    <a:pt x="96" y="4644"/>
                  </a:lnTo>
                  <a:lnTo>
                    <a:pt x="1" y="4644"/>
                  </a:lnTo>
                  <a:lnTo>
                    <a:pt x="477" y="4906"/>
                  </a:lnTo>
                  <a:cubicBezTo>
                    <a:pt x="501" y="4918"/>
                    <a:pt x="524" y="4924"/>
                    <a:pt x="545" y="4924"/>
                  </a:cubicBezTo>
                  <a:cubicBezTo>
                    <a:pt x="566" y="4924"/>
                    <a:pt x="584" y="4918"/>
                    <a:pt x="596" y="4906"/>
                  </a:cubicBezTo>
                  <a:lnTo>
                    <a:pt x="3168" y="3406"/>
                  </a:lnTo>
                  <a:cubicBezTo>
                    <a:pt x="3192" y="3406"/>
                    <a:pt x="3215" y="3358"/>
                    <a:pt x="3215" y="3334"/>
                  </a:cubicBezTo>
                  <a:lnTo>
                    <a:pt x="3215" y="357"/>
                  </a:lnTo>
                  <a:cubicBezTo>
                    <a:pt x="3215" y="333"/>
                    <a:pt x="3192" y="262"/>
                    <a:pt x="3120" y="262"/>
                  </a:cubicBezTo>
                  <a:lnTo>
                    <a:pt x="2689" y="13"/>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89"/>
            <p:cNvSpPr/>
            <p:nvPr/>
          </p:nvSpPr>
          <p:spPr>
            <a:xfrm>
              <a:off x="2429208" y="4349124"/>
              <a:ext cx="95885" cy="146839"/>
            </a:xfrm>
            <a:custGeom>
              <a:rect b="b" l="l" r="r" t="t"/>
              <a:pathLst>
                <a:path extrusionOk="0" h="4925" w="3216">
                  <a:moveTo>
                    <a:pt x="2644" y="0"/>
                  </a:moveTo>
                  <a:lnTo>
                    <a:pt x="2665" y="12"/>
                  </a:lnTo>
                  <a:lnTo>
                    <a:pt x="2665" y="12"/>
                  </a:lnTo>
                  <a:cubicBezTo>
                    <a:pt x="2659" y="5"/>
                    <a:pt x="2651" y="0"/>
                    <a:pt x="2644" y="0"/>
                  </a:cubicBezTo>
                  <a:close/>
                  <a:moveTo>
                    <a:pt x="2665" y="12"/>
                  </a:moveTo>
                  <a:lnTo>
                    <a:pt x="2665" y="12"/>
                  </a:lnTo>
                  <a:cubicBezTo>
                    <a:pt x="2680" y="28"/>
                    <a:pt x="2691" y="56"/>
                    <a:pt x="2691" y="72"/>
                  </a:cubicBezTo>
                  <a:lnTo>
                    <a:pt x="2691" y="3049"/>
                  </a:lnTo>
                  <a:cubicBezTo>
                    <a:pt x="2691" y="3096"/>
                    <a:pt x="2667" y="3120"/>
                    <a:pt x="2644" y="3144"/>
                  </a:cubicBezTo>
                  <a:lnTo>
                    <a:pt x="72" y="4644"/>
                  </a:lnTo>
                  <a:lnTo>
                    <a:pt x="0" y="4644"/>
                  </a:lnTo>
                  <a:lnTo>
                    <a:pt x="477" y="4906"/>
                  </a:lnTo>
                  <a:cubicBezTo>
                    <a:pt x="488" y="4918"/>
                    <a:pt x="506" y="4924"/>
                    <a:pt x="527" y="4924"/>
                  </a:cubicBezTo>
                  <a:cubicBezTo>
                    <a:pt x="548" y="4924"/>
                    <a:pt x="572" y="4918"/>
                    <a:pt x="596" y="4906"/>
                  </a:cubicBezTo>
                  <a:lnTo>
                    <a:pt x="3144" y="3406"/>
                  </a:lnTo>
                  <a:cubicBezTo>
                    <a:pt x="3168" y="3406"/>
                    <a:pt x="3215" y="3358"/>
                    <a:pt x="3215" y="3334"/>
                  </a:cubicBezTo>
                  <a:lnTo>
                    <a:pt x="3215" y="358"/>
                  </a:lnTo>
                  <a:cubicBezTo>
                    <a:pt x="3215" y="286"/>
                    <a:pt x="3215" y="262"/>
                    <a:pt x="3120" y="262"/>
                  </a:cubicBezTo>
                  <a:lnTo>
                    <a:pt x="2665" y="12"/>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89"/>
            <p:cNvSpPr/>
            <p:nvPr/>
          </p:nvSpPr>
          <p:spPr>
            <a:xfrm>
              <a:off x="2611678" y="4349124"/>
              <a:ext cx="95885" cy="146839"/>
            </a:xfrm>
            <a:custGeom>
              <a:rect b="b" l="l" r="r" t="t"/>
              <a:pathLst>
                <a:path extrusionOk="0" h="4925" w="3216">
                  <a:moveTo>
                    <a:pt x="2644" y="0"/>
                  </a:moveTo>
                  <a:lnTo>
                    <a:pt x="2701" y="32"/>
                  </a:lnTo>
                  <a:lnTo>
                    <a:pt x="2701" y="32"/>
                  </a:lnTo>
                  <a:cubicBezTo>
                    <a:pt x="2689" y="15"/>
                    <a:pt x="2670" y="0"/>
                    <a:pt x="2644" y="0"/>
                  </a:cubicBezTo>
                  <a:close/>
                  <a:moveTo>
                    <a:pt x="2701" y="32"/>
                  </a:moveTo>
                  <a:lnTo>
                    <a:pt x="2701" y="32"/>
                  </a:lnTo>
                  <a:cubicBezTo>
                    <a:pt x="2711" y="46"/>
                    <a:pt x="2715" y="61"/>
                    <a:pt x="2715" y="72"/>
                  </a:cubicBezTo>
                  <a:lnTo>
                    <a:pt x="2715" y="3049"/>
                  </a:lnTo>
                  <a:cubicBezTo>
                    <a:pt x="2715" y="3096"/>
                    <a:pt x="2668" y="3120"/>
                    <a:pt x="2644" y="3144"/>
                  </a:cubicBezTo>
                  <a:lnTo>
                    <a:pt x="96" y="4644"/>
                  </a:lnTo>
                  <a:lnTo>
                    <a:pt x="1" y="4644"/>
                  </a:lnTo>
                  <a:lnTo>
                    <a:pt x="477" y="4906"/>
                  </a:lnTo>
                  <a:cubicBezTo>
                    <a:pt x="489" y="4918"/>
                    <a:pt x="513" y="4924"/>
                    <a:pt x="536" y="4924"/>
                  </a:cubicBezTo>
                  <a:cubicBezTo>
                    <a:pt x="560" y="4924"/>
                    <a:pt x="584" y="4918"/>
                    <a:pt x="596" y="4906"/>
                  </a:cubicBezTo>
                  <a:lnTo>
                    <a:pt x="3168" y="3406"/>
                  </a:lnTo>
                  <a:cubicBezTo>
                    <a:pt x="3192" y="3406"/>
                    <a:pt x="3216" y="3358"/>
                    <a:pt x="3216" y="3334"/>
                  </a:cubicBezTo>
                  <a:lnTo>
                    <a:pt x="3216" y="358"/>
                  </a:lnTo>
                  <a:cubicBezTo>
                    <a:pt x="3216" y="286"/>
                    <a:pt x="3192" y="262"/>
                    <a:pt x="3120" y="262"/>
                  </a:cubicBezTo>
                  <a:lnTo>
                    <a:pt x="2701" y="32"/>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89"/>
            <p:cNvSpPr/>
            <p:nvPr/>
          </p:nvSpPr>
          <p:spPr>
            <a:xfrm>
              <a:off x="2451212" y="4147840"/>
              <a:ext cx="170423" cy="194215"/>
            </a:xfrm>
            <a:custGeom>
              <a:rect b="b" l="l" r="r" t="t"/>
              <a:pathLst>
                <a:path extrusionOk="0" h="6514" w="5716">
                  <a:moveTo>
                    <a:pt x="2882" y="345"/>
                  </a:moveTo>
                  <a:lnTo>
                    <a:pt x="5383" y="1798"/>
                  </a:lnTo>
                  <a:lnTo>
                    <a:pt x="5383" y="4727"/>
                  </a:lnTo>
                  <a:lnTo>
                    <a:pt x="2882" y="6180"/>
                  </a:lnTo>
                  <a:lnTo>
                    <a:pt x="382" y="4727"/>
                  </a:lnTo>
                  <a:lnTo>
                    <a:pt x="382" y="1798"/>
                  </a:lnTo>
                  <a:lnTo>
                    <a:pt x="2882" y="345"/>
                  </a:lnTo>
                  <a:close/>
                  <a:moveTo>
                    <a:pt x="2849" y="0"/>
                  </a:moveTo>
                  <a:cubicBezTo>
                    <a:pt x="2799" y="0"/>
                    <a:pt x="2751" y="12"/>
                    <a:pt x="2715" y="36"/>
                  </a:cubicBezTo>
                  <a:lnTo>
                    <a:pt x="143" y="1536"/>
                  </a:lnTo>
                  <a:cubicBezTo>
                    <a:pt x="48" y="1584"/>
                    <a:pt x="0" y="1679"/>
                    <a:pt x="0" y="1774"/>
                  </a:cubicBezTo>
                  <a:lnTo>
                    <a:pt x="0" y="4751"/>
                  </a:lnTo>
                  <a:cubicBezTo>
                    <a:pt x="0" y="4823"/>
                    <a:pt x="48" y="4965"/>
                    <a:pt x="143" y="4989"/>
                  </a:cubicBezTo>
                  <a:lnTo>
                    <a:pt x="2715" y="6466"/>
                  </a:lnTo>
                  <a:cubicBezTo>
                    <a:pt x="2739" y="6513"/>
                    <a:pt x="2787" y="6513"/>
                    <a:pt x="2858" y="6513"/>
                  </a:cubicBezTo>
                  <a:cubicBezTo>
                    <a:pt x="2906" y="6513"/>
                    <a:pt x="2953" y="6513"/>
                    <a:pt x="3001" y="6466"/>
                  </a:cubicBezTo>
                  <a:lnTo>
                    <a:pt x="5573" y="4989"/>
                  </a:lnTo>
                  <a:cubicBezTo>
                    <a:pt x="5645" y="4965"/>
                    <a:pt x="5716" y="4846"/>
                    <a:pt x="5716" y="4751"/>
                  </a:cubicBezTo>
                  <a:lnTo>
                    <a:pt x="5716" y="1774"/>
                  </a:lnTo>
                  <a:cubicBezTo>
                    <a:pt x="5716" y="1679"/>
                    <a:pt x="5645" y="1560"/>
                    <a:pt x="5573" y="1536"/>
                  </a:cubicBezTo>
                  <a:lnTo>
                    <a:pt x="3001" y="36"/>
                  </a:lnTo>
                  <a:cubicBezTo>
                    <a:pt x="2953" y="12"/>
                    <a:pt x="2900" y="0"/>
                    <a:pt x="2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89"/>
            <p:cNvSpPr/>
            <p:nvPr/>
          </p:nvSpPr>
          <p:spPr>
            <a:xfrm>
              <a:off x="2358904" y="4306875"/>
              <a:ext cx="171138" cy="193499"/>
            </a:xfrm>
            <a:custGeom>
              <a:rect b="b" l="l" r="r" t="t"/>
              <a:pathLst>
                <a:path extrusionOk="0" h="6490" w="5740">
                  <a:moveTo>
                    <a:pt x="2873" y="1"/>
                  </a:moveTo>
                  <a:cubicBezTo>
                    <a:pt x="2823" y="1"/>
                    <a:pt x="2775" y="12"/>
                    <a:pt x="2739" y="36"/>
                  </a:cubicBezTo>
                  <a:lnTo>
                    <a:pt x="144" y="1537"/>
                  </a:lnTo>
                  <a:cubicBezTo>
                    <a:pt x="48" y="1584"/>
                    <a:pt x="1" y="1679"/>
                    <a:pt x="1" y="1775"/>
                  </a:cubicBezTo>
                  <a:lnTo>
                    <a:pt x="1" y="4751"/>
                  </a:lnTo>
                  <a:cubicBezTo>
                    <a:pt x="1" y="4823"/>
                    <a:pt x="48" y="4942"/>
                    <a:pt x="144" y="4966"/>
                  </a:cubicBezTo>
                  <a:lnTo>
                    <a:pt x="2692" y="6466"/>
                  </a:lnTo>
                  <a:cubicBezTo>
                    <a:pt x="2739" y="6490"/>
                    <a:pt x="2787" y="6490"/>
                    <a:pt x="2858" y="6490"/>
                  </a:cubicBezTo>
                  <a:cubicBezTo>
                    <a:pt x="2906" y="6490"/>
                    <a:pt x="2930" y="6490"/>
                    <a:pt x="3001" y="6466"/>
                  </a:cubicBezTo>
                  <a:lnTo>
                    <a:pt x="5549" y="4966"/>
                  </a:lnTo>
                  <a:cubicBezTo>
                    <a:pt x="5645" y="4918"/>
                    <a:pt x="5716" y="4823"/>
                    <a:pt x="5716" y="4751"/>
                  </a:cubicBezTo>
                  <a:lnTo>
                    <a:pt x="5716" y="1775"/>
                  </a:lnTo>
                  <a:cubicBezTo>
                    <a:pt x="5740" y="1656"/>
                    <a:pt x="5692" y="1560"/>
                    <a:pt x="5597" y="1489"/>
                  </a:cubicBezTo>
                  <a:lnTo>
                    <a:pt x="4644" y="965"/>
                  </a:lnTo>
                  <a:cubicBezTo>
                    <a:pt x="4615" y="955"/>
                    <a:pt x="4577" y="949"/>
                    <a:pt x="4541" y="949"/>
                  </a:cubicBezTo>
                  <a:cubicBezTo>
                    <a:pt x="4491" y="949"/>
                    <a:pt x="4444" y="961"/>
                    <a:pt x="4430" y="989"/>
                  </a:cubicBezTo>
                  <a:cubicBezTo>
                    <a:pt x="4335" y="1084"/>
                    <a:pt x="4359" y="1203"/>
                    <a:pt x="4454" y="1251"/>
                  </a:cubicBezTo>
                  <a:lnTo>
                    <a:pt x="5383" y="1799"/>
                  </a:lnTo>
                  <a:lnTo>
                    <a:pt x="5383" y="4704"/>
                  </a:lnTo>
                  <a:lnTo>
                    <a:pt x="2882" y="6157"/>
                  </a:lnTo>
                  <a:lnTo>
                    <a:pt x="382" y="4704"/>
                  </a:lnTo>
                  <a:lnTo>
                    <a:pt x="382" y="1799"/>
                  </a:lnTo>
                  <a:lnTo>
                    <a:pt x="2906" y="346"/>
                  </a:lnTo>
                  <a:lnTo>
                    <a:pt x="3811" y="870"/>
                  </a:lnTo>
                  <a:cubicBezTo>
                    <a:pt x="3831" y="890"/>
                    <a:pt x="3855" y="899"/>
                    <a:pt x="3880" y="899"/>
                  </a:cubicBezTo>
                  <a:cubicBezTo>
                    <a:pt x="3944" y="899"/>
                    <a:pt x="4015" y="843"/>
                    <a:pt x="4049" y="774"/>
                  </a:cubicBezTo>
                  <a:cubicBezTo>
                    <a:pt x="4073" y="703"/>
                    <a:pt x="4049" y="608"/>
                    <a:pt x="3954" y="584"/>
                  </a:cubicBezTo>
                  <a:lnTo>
                    <a:pt x="3025" y="36"/>
                  </a:lnTo>
                  <a:cubicBezTo>
                    <a:pt x="2977" y="12"/>
                    <a:pt x="2924" y="1"/>
                    <a:pt x="28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89"/>
            <p:cNvSpPr/>
            <p:nvPr/>
          </p:nvSpPr>
          <p:spPr>
            <a:xfrm>
              <a:off x="2542804" y="4306875"/>
              <a:ext cx="169737" cy="193499"/>
            </a:xfrm>
            <a:custGeom>
              <a:rect b="b" l="l" r="r" t="t"/>
              <a:pathLst>
                <a:path extrusionOk="0" h="6490" w="5693">
                  <a:moveTo>
                    <a:pt x="2846" y="1"/>
                  </a:moveTo>
                  <a:cubicBezTo>
                    <a:pt x="2793" y="1"/>
                    <a:pt x="2739" y="12"/>
                    <a:pt x="2692" y="36"/>
                  </a:cubicBezTo>
                  <a:lnTo>
                    <a:pt x="143" y="1537"/>
                  </a:lnTo>
                  <a:cubicBezTo>
                    <a:pt x="48" y="1584"/>
                    <a:pt x="1" y="1679"/>
                    <a:pt x="1" y="1775"/>
                  </a:cubicBezTo>
                  <a:lnTo>
                    <a:pt x="1" y="4751"/>
                  </a:lnTo>
                  <a:cubicBezTo>
                    <a:pt x="1" y="4823"/>
                    <a:pt x="48" y="4942"/>
                    <a:pt x="143" y="4990"/>
                  </a:cubicBezTo>
                  <a:lnTo>
                    <a:pt x="2692" y="6466"/>
                  </a:lnTo>
                  <a:cubicBezTo>
                    <a:pt x="2715" y="6490"/>
                    <a:pt x="2787" y="6490"/>
                    <a:pt x="2858" y="6490"/>
                  </a:cubicBezTo>
                  <a:cubicBezTo>
                    <a:pt x="2906" y="6490"/>
                    <a:pt x="2930" y="6490"/>
                    <a:pt x="3001" y="6466"/>
                  </a:cubicBezTo>
                  <a:lnTo>
                    <a:pt x="5549" y="4990"/>
                  </a:lnTo>
                  <a:cubicBezTo>
                    <a:pt x="5645" y="4918"/>
                    <a:pt x="5692" y="4823"/>
                    <a:pt x="5692" y="4751"/>
                  </a:cubicBezTo>
                  <a:lnTo>
                    <a:pt x="5692" y="4323"/>
                  </a:lnTo>
                  <a:cubicBezTo>
                    <a:pt x="5692" y="4228"/>
                    <a:pt x="5645" y="4156"/>
                    <a:pt x="5549" y="4156"/>
                  </a:cubicBezTo>
                  <a:cubicBezTo>
                    <a:pt x="5430" y="4156"/>
                    <a:pt x="5335" y="4204"/>
                    <a:pt x="5335" y="4323"/>
                  </a:cubicBezTo>
                  <a:lnTo>
                    <a:pt x="5335" y="4704"/>
                  </a:lnTo>
                  <a:lnTo>
                    <a:pt x="2834" y="6180"/>
                  </a:lnTo>
                  <a:lnTo>
                    <a:pt x="334" y="4704"/>
                  </a:lnTo>
                  <a:lnTo>
                    <a:pt x="334" y="1799"/>
                  </a:lnTo>
                  <a:lnTo>
                    <a:pt x="2834" y="346"/>
                  </a:lnTo>
                  <a:lnTo>
                    <a:pt x="5335" y="1799"/>
                  </a:lnTo>
                  <a:lnTo>
                    <a:pt x="5335" y="3513"/>
                  </a:lnTo>
                  <a:cubicBezTo>
                    <a:pt x="5359" y="3608"/>
                    <a:pt x="5430" y="3680"/>
                    <a:pt x="5549" y="3680"/>
                  </a:cubicBezTo>
                  <a:cubicBezTo>
                    <a:pt x="5645" y="3680"/>
                    <a:pt x="5692" y="3585"/>
                    <a:pt x="5692" y="3489"/>
                  </a:cubicBezTo>
                  <a:lnTo>
                    <a:pt x="5692" y="1775"/>
                  </a:lnTo>
                  <a:cubicBezTo>
                    <a:pt x="5692" y="1679"/>
                    <a:pt x="5645" y="1560"/>
                    <a:pt x="5549" y="1537"/>
                  </a:cubicBezTo>
                  <a:lnTo>
                    <a:pt x="3001" y="36"/>
                  </a:lnTo>
                  <a:cubicBezTo>
                    <a:pt x="2954" y="12"/>
                    <a:pt x="2900" y="1"/>
                    <a:pt x="28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89"/>
            <p:cNvSpPr/>
            <p:nvPr/>
          </p:nvSpPr>
          <p:spPr>
            <a:xfrm>
              <a:off x="2491671" y="4217757"/>
              <a:ext cx="88074" cy="10704"/>
            </a:xfrm>
            <a:custGeom>
              <a:rect b="b" l="l" r="r" t="t"/>
              <a:pathLst>
                <a:path extrusionOk="0" h="359" w="2954">
                  <a:moveTo>
                    <a:pt x="191" y="1"/>
                  </a:moveTo>
                  <a:cubicBezTo>
                    <a:pt x="96" y="1"/>
                    <a:pt x="1" y="72"/>
                    <a:pt x="1" y="168"/>
                  </a:cubicBezTo>
                  <a:cubicBezTo>
                    <a:pt x="1" y="263"/>
                    <a:pt x="96" y="358"/>
                    <a:pt x="191" y="358"/>
                  </a:cubicBezTo>
                  <a:lnTo>
                    <a:pt x="2787" y="358"/>
                  </a:lnTo>
                  <a:cubicBezTo>
                    <a:pt x="2859" y="358"/>
                    <a:pt x="2954" y="287"/>
                    <a:pt x="2954" y="191"/>
                  </a:cubicBezTo>
                  <a:cubicBezTo>
                    <a:pt x="2954" y="72"/>
                    <a:pt x="2882" y="1"/>
                    <a:pt x="2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89"/>
            <p:cNvSpPr/>
            <p:nvPr/>
          </p:nvSpPr>
          <p:spPr>
            <a:xfrm>
              <a:off x="2491671" y="4239791"/>
              <a:ext cx="88789" cy="10674"/>
            </a:xfrm>
            <a:custGeom>
              <a:rect b="b" l="l" r="r" t="t"/>
              <a:pathLst>
                <a:path extrusionOk="0" h="358" w="2978">
                  <a:moveTo>
                    <a:pt x="191" y="0"/>
                  </a:moveTo>
                  <a:cubicBezTo>
                    <a:pt x="96" y="0"/>
                    <a:pt x="1" y="48"/>
                    <a:pt x="1" y="143"/>
                  </a:cubicBezTo>
                  <a:cubicBezTo>
                    <a:pt x="1" y="262"/>
                    <a:pt x="72" y="357"/>
                    <a:pt x="191" y="357"/>
                  </a:cubicBezTo>
                  <a:lnTo>
                    <a:pt x="2787" y="357"/>
                  </a:lnTo>
                  <a:cubicBezTo>
                    <a:pt x="2859" y="357"/>
                    <a:pt x="2954" y="286"/>
                    <a:pt x="2954" y="214"/>
                  </a:cubicBezTo>
                  <a:cubicBezTo>
                    <a:pt x="2978" y="95"/>
                    <a:pt x="2906" y="0"/>
                    <a:pt x="27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89"/>
            <p:cNvSpPr/>
            <p:nvPr/>
          </p:nvSpPr>
          <p:spPr>
            <a:xfrm>
              <a:off x="2512274" y="4261795"/>
              <a:ext cx="49016" cy="10674"/>
            </a:xfrm>
            <a:custGeom>
              <a:rect b="b" l="l" r="r" t="t"/>
              <a:pathLst>
                <a:path extrusionOk="0" h="358" w="1644">
                  <a:moveTo>
                    <a:pt x="191" y="0"/>
                  </a:moveTo>
                  <a:cubicBezTo>
                    <a:pt x="96" y="0"/>
                    <a:pt x="1" y="72"/>
                    <a:pt x="1" y="143"/>
                  </a:cubicBezTo>
                  <a:cubicBezTo>
                    <a:pt x="1" y="262"/>
                    <a:pt x="72" y="358"/>
                    <a:pt x="191" y="358"/>
                  </a:cubicBezTo>
                  <a:lnTo>
                    <a:pt x="1453" y="358"/>
                  </a:lnTo>
                  <a:cubicBezTo>
                    <a:pt x="1548" y="358"/>
                    <a:pt x="1644" y="310"/>
                    <a:pt x="1644" y="215"/>
                  </a:cubicBezTo>
                  <a:cubicBezTo>
                    <a:pt x="1644" y="96"/>
                    <a:pt x="1548" y="0"/>
                    <a:pt x="14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89"/>
            <p:cNvSpPr/>
            <p:nvPr/>
          </p:nvSpPr>
          <p:spPr>
            <a:xfrm>
              <a:off x="2583264" y="4376107"/>
              <a:ext cx="88789" cy="10674"/>
            </a:xfrm>
            <a:custGeom>
              <a:rect b="b" l="l" r="r" t="t"/>
              <a:pathLst>
                <a:path extrusionOk="0" h="358" w="2978">
                  <a:moveTo>
                    <a:pt x="168" y="0"/>
                  </a:moveTo>
                  <a:cubicBezTo>
                    <a:pt x="96" y="0"/>
                    <a:pt x="1" y="72"/>
                    <a:pt x="1" y="167"/>
                  </a:cubicBezTo>
                  <a:cubicBezTo>
                    <a:pt x="1" y="286"/>
                    <a:pt x="72" y="358"/>
                    <a:pt x="168" y="358"/>
                  </a:cubicBezTo>
                  <a:lnTo>
                    <a:pt x="2763" y="358"/>
                  </a:lnTo>
                  <a:cubicBezTo>
                    <a:pt x="2859" y="358"/>
                    <a:pt x="2954" y="310"/>
                    <a:pt x="2954" y="215"/>
                  </a:cubicBezTo>
                  <a:cubicBezTo>
                    <a:pt x="2978" y="96"/>
                    <a:pt x="2883" y="0"/>
                    <a:pt x="2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89"/>
            <p:cNvSpPr/>
            <p:nvPr/>
          </p:nvSpPr>
          <p:spPr>
            <a:xfrm>
              <a:off x="2583264" y="4398826"/>
              <a:ext cx="88074" cy="10674"/>
            </a:xfrm>
            <a:custGeom>
              <a:rect b="b" l="l" r="r" t="t"/>
              <a:pathLst>
                <a:path extrusionOk="0" h="358" w="2954">
                  <a:moveTo>
                    <a:pt x="168" y="0"/>
                  </a:moveTo>
                  <a:cubicBezTo>
                    <a:pt x="96" y="0"/>
                    <a:pt x="1" y="48"/>
                    <a:pt x="1" y="143"/>
                  </a:cubicBezTo>
                  <a:cubicBezTo>
                    <a:pt x="1" y="262"/>
                    <a:pt x="72" y="358"/>
                    <a:pt x="168" y="358"/>
                  </a:cubicBezTo>
                  <a:lnTo>
                    <a:pt x="2763" y="358"/>
                  </a:lnTo>
                  <a:cubicBezTo>
                    <a:pt x="2859" y="358"/>
                    <a:pt x="2954" y="262"/>
                    <a:pt x="2954" y="143"/>
                  </a:cubicBezTo>
                  <a:cubicBezTo>
                    <a:pt x="2954" y="48"/>
                    <a:pt x="2859" y="0"/>
                    <a:pt x="2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89"/>
            <p:cNvSpPr/>
            <p:nvPr/>
          </p:nvSpPr>
          <p:spPr>
            <a:xfrm>
              <a:off x="2603151" y="4420830"/>
              <a:ext cx="48330" cy="10674"/>
            </a:xfrm>
            <a:custGeom>
              <a:rect b="b" l="l" r="r" t="t"/>
              <a:pathLst>
                <a:path extrusionOk="0" h="358" w="1621">
                  <a:moveTo>
                    <a:pt x="167" y="1"/>
                  </a:moveTo>
                  <a:cubicBezTo>
                    <a:pt x="72" y="1"/>
                    <a:pt x="1" y="96"/>
                    <a:pt x="1" y="215"/>
                  </a:cubicBezTo>
                  <a:cubicBezTo>
                    <a:pt x="1" y="287"/>
                    <a:pt x="72" y="358"/>
                    <a:pt x="167" y="358"/>
                  </a:cubicBezTo>
                  <a:lnTo>
                    <a:pt x="1453" y="358"/>
                  </a:lnTo>
                  <a:cubicBezTo>
                    <a:pt x="1525" y="358"/>
                    <a:pt x="1620" y="287"/>
                    <a:pt x="1620" y="215"/>
                  </a:cubicBezTo>
                  <a:cubicBezTo>
                    <a:pt x="1620" y="96"/>
                    <a:pt x="1573" y="1"/>
                    <a:pt x="1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89"/>
            <p:cNvSpPr/>
            <p:nvPr/>
          </p:nvSpPr>
          <p:spPr>
            <a:xfrm>
              <a:off x="2400794" y="4376107"/>
              <a:ext cx="88789" cy="10674"/>
            </a:xfrm>
            <a:custGeom>
              <a:rect b="b" l="l" r="r" t="t"/>
              <a:pathLst>
                <a:path extrusionOk="0" h="358" w="2978">
                  <a:moveTo>
                    <a:pt x="167" y="0"/>
                  </a:moveTo>
                  <a:cubicBezTo>
                    <a:pt x="72" y="0"/>
                    <a:pt x="1" y="72"/>
                    <a:pt x="1" y="167"/>
                  </a:cubicBezTo>
                  <a:cubicBezTo>
                    <a:pt x="1" y="286"/>
                    <a:pt x="48" y="358"/>
                    <a:pt x="167" y="358"/>
                  </a:cubicBezTo>
                  <a:lnTo>
                    <a:pt x="2763" y="358"/>
                  </a:lnTo>
                  <a:cubicBezTo>
                    <a:pt x="2858" y="358"/>
                    <a:pt x="2906" y="310"/>
                    <a:pt x="2930" y="215"/>
                  </a:cubicBezTo>
                  <a:cubicBezTo>
                    <a:pt x="2977" y="96"/>
                    <a:pt x="2882" y="0"/>
                    <a:pt x="2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89"/>
            <p:cNvSpPr/>
            <p:nvPr/>
          </p:nvSpPr>
          <p:spPr>
            <a:xfrm>
              <a:off x="2400794" y="4398826"/>
              <a:ext cx="87358" cy="10674"/>
            </a:xfrm>
            <a:custGeom>
              <a:rect b="b" l="l" r="r" t="t"/>
              <a:pathLst>
                <a:path extrusionOk="0" h="358" w="2930">
                  <a:moveTo>
                    <a:pt x="167" y="0"/>
                  </a:moveTo>
                  <a:cubicBezTo>
                    <a:pt x="72" y="0"/>
                    <a:pt x="1" y="48"/>
                    <a:pt x="1" y="143"/>
                  </a:cubicBezTo>
                  <a:cubicBezTo>
                    <a:pt x="1" y="262"/>
                    <a:pt x="48" y="358"/>
                    <a:pt x="167" y="358"/>
                  </a:cubicBezTo>
                  <a:lnTo>
                    <a:pt x="2763" y="358"/>
                  </a:lnTo>
                  <a:cubicBezTo>
                    <a:pt x="2858" y="358"/>
                    <a:pt x="2930" y="262"/>
                    <a:pt x="2930" y="143"/>
                  </a:cubicBezTo>
                  <a:cubicBezTo>
                    <a:pt x="2930" y="48"/>
                    <a:pt x="2858" y="0"/>
                    <a:pt x="2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89"/>
            <p:cNvSpPr/>
            <p:nvPr/>
          </p:nvSpPr>
          <p:spPr>
            <a:xfrm>
              <a:off x="2419965" y="4420830"/>
              <a:ext cx="49016" cy="10674"/>
            </a:xfrm>
            <a:custGeom>
              <a:rect b="b" l="l" r="r" t="t"/>
              <a:pathLst>
                <a:path extrusionOk="0" h="358" w="1644">
                  <a:moveTo>
                    <a:pt x="191" y="1"/>
                  </a:moveTo>
                  <a:cubicBezTo>
                    <a:pt x="96" y="1"/>
                    <a:pt x="1" y="96"/>
                    <a:pt x="1" y="215"/>
                  </a:cubicBezTo>
                  <a:cubicBezTo>
                    <a:pt x="1" y="287"/>
                    <a:pt x="96" y="358"/>
                    <a:pt x="191" y="358"/>
                  </a:cubicBezTo>
                  <a:lnTo>
                    <a:pt x="1453" y="358"/>
                  </a:lnTo>
                  <a:cubicBezTo>
                    <a:pt x="1549" y="358"/>
                    <a:pt x="1644" y="287"/>
                    <a:pt x="1644" y="215"/>
                  </a:cubicBezTo>
                  <a:cubicBezTo>
                    <a:pt x="1644" y="96"/>
                    <a:pt x="1572" y="1"/>
                    <a:pt x="1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2" name="Google Shape;19942;p89"/>
          <p:cNvGrpSpPr/>
          <p:nvPr/>
        </p:nvGrpSpPr>
        <p:grpSpPr>
          <a:xfrm>
            <a:off x="2549748" y="4161555"/>
            <a:ext cx="355037" cy="324626"/>
            <a:chOff x="3045036" y="4161555"/>
            <a:chExt cx="355037" cy="324626"/>
          </a:xfrm>
        </p:grpSpPr>
        <p:sp>
          <p:nvSpPr>
            <p:cNvPr id="19943" name="Google Shape;19943;p89"/>
            <p:cNvSpPr/>
            <p:nvPr/>
          </p:nvSpPr>
          <p:spPr>
            <a:xfrm>
              <a:off x="3082663" y="4194323"/>
              <a:ext cx="273374" cy="247852"/>
            </a:xfrm>
            <a:custGeom>
              <a:rect b="b" l="l" r="r" t="t"/>
              <a:pathLst>
                <a:path extrusionOk="0" h="8313" w="9169">
                  <a:moveTo>
                    <a:pt x="4644" y="1573"/>
                  </a:moveTo>
                  <a:lnTo>
                    <a:pt x="7835" y="7241"/>
                  </a:lnTo>
                  <a:lnTo>
                    <a:pt x="1429" y="7241"/>
                  </a:lnTo>
                  <a:lnTo>
                    <a:pt x="4644" y="1573"/>
                  </a:lnTo>
                  <a:close/>
                  <a:moveTo>
                    <a:pt x="4597" y="1"/>
                  </a:moveTo>
                  <a:cubicBezTo>
                    <a:pt x="4406" y="1"/>
                    <a:pt x="4263" y="120"/>
                    <a:pt x="4168" y="263"/>
                  </a:cubicBezTo>
                  <a:lnTo>
                    <a:pt x="96" y="7502"/>
                  </a:lnTo>
                  <a:cubicBezTo>
                    <a:pt x="0" y="7645"/>
                    <a:pt x="0" y="7860"/>
                    <a:pt x="96" y="8050"/>
                  </a:cubicBezTo>
                  <a:cubicBezTo>
                    <a:pt x="191" y="8193"/>
                    <a:pt x="358" y="8312"/>
                    <a:pt x="548" y="8312"/>
                  </a:cubicBezTo>
                  <a:lnTo>
                    <a:pt x="8693" y="8312"/>
                  </a:lnTo>
                  <a:cubicBezTo>
                    <a:pt x="8883" y="8312"/>
                    <a:pt x="9050" y="8217"/>
                    <a:pt x="9098" y="8050"/>
                  </a:cubicBezTo>
                  <a:cubicBezTo>
                    <a:pt x="9169" y="7884"/>
                    <a:pt x="9169" y="7693"/>
                    <a:pt x="9098" y="7502"/>
                  </a:cubicBezTo>
                  <a:lnTo>
                    <a:pt x="5001" y="263"/>
                  </a:lnTo>
                  <a:cubicBezTo>
                    <a:pt x="4930" y="96"/>
                    <a:pt x="4763" y="1"/>
                    <a:pt x="459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89"/>
            <p:cNvSpPr/>
            <p:nvPr/>
          </p:nvSpPr>
          <p:spPr>
            <a:xfrm>
              <a:off x="3212598" y="4194323"/>
              <a:ext cx="145587" cy="247852"/>
            </a:xfrm>
            <a:custGeom>
              <a:rect b="b" l="l" r="r" t="t"/>
              <a:pathLst>
                <a:path extrusionOk="0" h="8313" w="4883">
                  <a:moveTo>
                    <a:pt x="262" y="1"/>
                  </a:moveTo>
                  <a:cubicBezTo>
                    <a:pt x="167" y="1"/>
                    <a:pt x="72" y="25"/>
                    <a:pt x="0" y="96"/>
                  </a:cubicBezTo>
                  <a:cubicBezTo>
                    <a:pt x="48" y="120"/>
                    <a:pt x="120" y="191"/>
                    <a:pt x="143" y="263"/>
                  </a:cubicBezTo>
                  <a:lnTo>
                    <a:pt x="4216" y="7502"/>
                  </a:lnTo>
                  <a:cubicBezTo>
                    <a:pt x="4311" y="7693"/>
                    <a:pt x="4311" y="7884"/>
                    <a:pt x="4216" y="8026"/>
                  </a:cubicBezTo>
                  <a:cubicBezTo>
                    <a:pt x="4120" y="8217"/>
                    <a:pt x="3954" y="8312"/>
                    <a:pt x="3763" y="8312"/>
                  </a:cubicBezTo>
                  <a:lnTo>
                    <a:pt x="4311" y="8312"/>
                  </a:lnTo>
                  <a:cubicBezTo>
                    <a:pt x="4478" y="8312"/>
                    <a:pt x="4668" y="8193"/>
                    <a:pt x="4763" y="8026"/>
                  </a:cubicBezTo>
                  <a:cubicBezTo>
                    <a:pt x="4882" y="7860"/>
                    <a:pt x="4882" y="7645"/>
                    <a:pt x="4763" y="7502"/>
                  </a:cubicBezTo>
                  <a:lnTo>
                    <a:pt x="667" y="263"/>
                  </a:lnTo>
                  <a:cubicBezTo>
                    <a:pt x="596" y="120"/>
                    <a:pt x="453" y="1"/>
                    <a:pt x="262"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89"/>
            <p:cNvSpPr/>
            <p:nvPr/>
          </p:nvSpPr>
          <p:spPr>
            <a:xfrm>
              <a:off x="3167160" y="4166654"/>
              <a:ext cx="106529" cy="106529"/>
            </a:xfrm>
            <a:custGeom>
              <a:rect b="b" l="l" r="r" t="t"/>
              <a:pathLst>
                <a:path extrusionOk="0" h="3573" w="3573">
                  <a:moveTo>
                    <a:pt x="1786" y="0"/>
                  </a:moveTo>
                  <a:cubicBezTo>
                    <a:pt x="810" y="0"/>
                    <a:pt x="0" y="810"/>
                    <a:pt x="0" y="1786"/>
                  </a:cubicBezTo>
                  <a:cubicBezTo>
                    <a:pt x="0" y="2786"/>
                    <a:pt x="810" y="3572"/>
                    <a:pt x="1786" y="3572"/>
                  </a:cubicBezTo>
                  <a:cubicBezTo>
                    <a:pt x="2763" y="3572"/>
                    <a:pt x="3573" y="2786"/>
                    <a:pt x="3573" y="1786"/>
                  </a:cubicBezTo>
                  <a:cubicBezTo>
                    <a:pt x="3573" y="810"/>
                    <a:pt x="2763" y="0"/>
                    <a:pt x="1786"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89"/>
            <p:cNvSpPr/>
            <p:nvPr/>
          </p:nvSpPr>
          <p:spPr>
            <a:xfrm>
              <a:off x="3048584" y="4374675"/>
              <a:ext cx="106529" cy="106529"/>
            </a:xfrm>
            <a:custGeom>
              <a:rect b="b" l="l" r="r" t="t"/>
              <a:pathLst>
                <a:path extrusionOk="0" h="3573" w="3573">
                  <a:moveTo>
                    <a:pt x="1786" y="1"/>
                  </a:moveTo>
                  <a:cubicBezTo>
                    <a:pt x="786" y="1"/>
                    <a:pt x="0" y="787"/>
                    <a:pt x="0" y="1787"/>
                  </a:cubicBezTo>
                  <a:cubicBezTo>
                    <a:pt x="0" y="2763"/>
                    <a:pt x="786" y="3573"/>
                    <a:pt x="1786" y="3573"/>
                  </a:cubicBezTo>
                  <a:cubicBezTo>
                    <a:pt x="2763" y="3573"/>
                    <a:pt x="3573" y="2763"/>
                    <a:pt x="3573" y="1787"/>
                  </a:cubicBezTo>
                  <a:cubicBezTo>
                    <a:pt x="3573" y="787"/>
                    <a:pt x="2763" y="1"/>
                    <a:pt x="1786"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89"/>
            <p:cNvSpPr/>
            <p:nvPr/>
          </p:nvSpPr>
          <p:spPr>
            <a:xfrm>
              <a:off x="3285735" y="4374675"/>
              <a:ext cx="106529" cy="106529"/>
            </a:xfrm>
            <a:custGeom>
              <a:rect b="b" l="l" r="r" t="t"/>
              <a:pathLst>
                <a:path extrusionOk="0" h="3573" w="3573">
                  <a:moveTo>
                    <a:pt x="1786" y="1"/>
                  </a:moveTo>
                  <a:cubicBezTo>
                    <a:pt x="810" y="1"/>
                    <a:pt x="0" y="787"/>
                    <a:pt x="0" y="1787"/>
                  </a:cubicBezTo>
                  <a:cubicBezTo>
                    <a:pt x="0" y="2763"/>
                    <a:pt x="810" y="3573"/>
                    <a:pt x="1786" y="3573"/>
                  </a:cubicBezTo>
                  <a:cubicBezTo>
                    <a:pt x="2787" y="3573"/>
                    <a:pt x="3573" y="2763"/>
                    <a:pt x="3573" y="1787"/>
                  </a:cubicBezTo>
                  <a:cubicBezTo>
                    <a:pt x="3573" y="787"/>
                    <a:pt x="2787" y="1"/>
                    <a:pt x="1786"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89"/>
            <p:cNvSpPr/>
            <p:nvPr/>
          </p:nvSpPr>
          <p:spPr>
            <a:xfrm>
              <a:off x="3194142" y="4168771"/>
              <a:ext cx="79546" cy="104412"/>
            </a:xfrm>
            <a:custGeom>
              <a:rect b="b" l="l" r="r" t="t"/>
              <a:pathLst>
                <a:path extrusionOk="0" h="3502" w="2668">
                  <a:moveTo>
                    <a:pt x="1334" y="1"/>
                  </a:moveTo>
                  <a:lnTo>
                    <a:pt x="1334" y="1"/>
                  </a:lnTo>
                  <a:cubicBezTo>
                    <a:pt x="1858" y="334"/>
                    <a:pt x="2215" y="882"/>
                    <a:pt x="2215" y="1549"/>
                  </a:cubicBezTo>
                  <a:cubicBezTo>
                    <a:pt x="2215" y="2525"/>
                    <a:pt x="1429" y="3335"/>
                    <a:pt x="429" y="3335"/>
                  </a:cubicBezTo>
                  <a:cubicBezTo>
                    <a:pt x="286" y="3335"/>
                    <a:pt x="143" y="3311"/>
                    <a:pt x="0" y="3263"/>
                  </a:cubicBezTo>
                  <a:lnTo>
                    <a:pt x="0" y="3263"/>
                  </a:lnTo>
                  <a:cubicBezTo>
                    <a:pt x="262" y="3430"/>
                    <a:pt x="548" y="3501"/>
                    <a:pt x="881" y="3501"/>
                  </a:cubicBezTo>
                  <a:cubicBezTo>
                    <a:pt x="1858" y="3501"/>
                    <a:pt x="2668" y="2715"/>
                    <a:pt x="2668" y="1715"/>
                  </a:cubicBezTo>
                  <a:cubicBezTo>
                    <a:pt x="2668" y="929"/>
                    <a:pt x="2072" y="215"/>
                    <a:pt x="1334"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89"/>
            <p:cNvSpPr/>
            <p:nvPr/>
          </p:nvSpPr>
          <p:spPr>
            <a:xfrm>
              <a:off x="3074851" y="4376107"/>
              <a:ext cx="80262" cy="105098"/>
            </a:xfrm>
            <a:custGeom>
              <a:rect b="b" l="l" r="r" t="t"/>
              <a:pathLst>
                <a:path extrusionOk="0" h="3525" w="2692">
                  <a:moveTo>
                    <a:pt x="1334" y="0"/>
                  </a:moveTo>
                  <a:cubicBezTo>
                    <a:pt x="1882" y="334"/>
                    <a:pt x="2239" y="905"/>
                    <a:pt x="2239" y="1548"/>
                  </a:cubicBezTo>
                  <a:cubicBezTo>
                    <a:pt x="2239" y="2549"/>
                    <a:pt x="1429" y="3334"/>
                    <a:pt x="453" y="3334"/>
                  </a:cubicBezTo>
                  <a:cubicBezTo>
                    <a:pt x="310" y="3334"/>
                    <a:pt x="143" y="3311"/>
                    <a:pt x="0" y="3287"/>
                  </a:cubicBezTo>
                  <a:lnTo>
                    <a:pt x="0" y="3287"/>
                  </a:lnTo>
                  <a:cubicBezTo>
                    <a:pt x="262" y="3430"/>
                    <a:pt x="572" y="3525"/>
                    <a:pt x="905" y="3525"/>
                  </a:cubicBezTo>
                  <a:cubicBezTo>
                    <a:pt x="1882" y="3525"/>
                    <a:pt x="2692" y="2715"/>
                    <a:pt x="2692" y="1739"/>
                  </a:cubicBezTo>
                  <a:cubicBezTo>
                    <a:pt x="2692" y="905"/>
                    <a:pt x="2120" y="191"/>
                    <a:pt x="1334"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89"/>
            <p:cNvSpPr/>
            <p:nvPr/>
          </p:nvSpPr>
          <p:spPr>
            <a:xfrm>
              <a:off x="3312718" y="4376107"/>
              <a:ext cx="79546" cy="105098"/>
            </a:xfrm>
            <a:custGeom>
              <a:rect b="b" l="l" r="r" t="t"/>
              <a:pathLst>
                <a:path extrusionOk="0" h="3525" w="2668">
                  <a:moveTo>
                    <a:pt x="1334" y="0"/>
                  </a:moveTo>
                  <a:lnTo>
                    <a:pt x="1334" y="0"/>
                  </a:lnTo>
                  <a:cubicBezTo>
                    <a:pt x="1882" y="334"/>
                    <a:pt x="2239" y="905"/>
                    <a:pt x="2239" y="1548"/>
                  </a:cubicBezTo>
                  <a:cubicBezTo>
                    <a:pt x="2239" y="2549"/>
                    <a:pt x="1429" y="3334"/>
                    <a:pt x="453" y="3334"/>
                  </a:cubicBezTo>
                  <a:cubicBezTo>
                    <a:pt x="286" y="3334"/>
                    <a:pt x="143" y="3311"/>
                    <a:pt x="0" y="3287"/>
                  </a:cubicBezTo>
                  <a:lnTo>
                    <a:pt x="0" y="3287"/>
                  </a:lnTo>
                  <a:cubicBezTo>
                    <a:pt x="262" y="3430"/>
                    <a:pt x="572" y="3525"/>
                    <a:pt x="881" y="3525"/>
                  </a:cubicBezTo>
                  <a:cubicBezTo>
                    <a:pt x="1882" y="3525"/>
                    <a:pt x="2668" y="2715"/>
                    <a:pt x="2668" y="1739"/>
                  </a:cubicBezTo>
                  <a:cubicBezTo>
                    <a:pt x="2668" y="905"/>
                    <a:pt x="2072" y="191"/>
                    <a:pt x="1334"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89"/>
            <p:cNvSpPr/>
            <p:nvPr/>
          </p:nvSpPr>
          <p:spPr>
            <a:xfrm>
              <a:off x="3045036" y="4161555"/>
              <a:ext cx="355037" cy="324626"/>
            </a:xfrm>
            <a:custGeom>
              <a:rect b="b" l="l" r="r" t="t"/>
              <a:pathLst>
                <a:path extrusionOk="0" h="10888" w="11908">
                  <a:moveTo>
                    <a:pt x="5882" y="362"/>
                  </a:moveTo>
                  <a:cubicBezTo>
                    <a:pt x="6787" y="362"/>
                    <a:pt x="7502" y="1076"/>
                    <a:pt x="7502" y="1957"/>
                  </a:cubicBezTo>
                  <a:cubicBezTo>
                    <a:pt x="7502" y="2862"/>
                    <a:pt x="6787" y="3577"/>
                    <a:pt x="5882" y="3577"/>
                  </a:cubicBezTo>
                  <a:cubicBezTo>
                    <a:pt x="5001" y="3577"/>
                    <a:pt x="4287" y="2862"/>
                    <a:pt x="4287" y="1957"/>
                  </a:cubicBezTo>
                  <a:cubicBezTo>
                    <a:pt x="4287" y="1076"/>
                    <a:pt x="5001" y="362"/>
                    <a:pt x="5882" y="362"/>
                  </a:cubicBezTo>
                  <a:close/>
                  <a:moveTo>
                    <a:pt x="4549" y="3386"/>
                  </a:moveTo>
                  <a:cubicBezTo>
                    <a:pt x="4692" y="3553"/>
                    <a:pt x="4906" y="3696"/>
                    <a:pt x="5120" y="3791"/>
                  </a:cubicBezTo>
                  <a:lnTo>
                    <a:pt x="3096" y="7387"/>
                  </a:lnTo>
                  <a:cubicBezTo>
                    <a:pt x="2882" y="7196"/>
                    <a:pt x="2667" y="7125"/>
                    <a:pt x="2453" y="7054"/>
                  </a:cubicBezTo>
                  <a:lnTo>
                    <a:pt x="4549" y="3386"/>
                  </a:lnTo>
                  <a:close/>
                  <a:moveTo>
                    <a:pt x="7264" y="3339"/>
                  </a:moveTo>
                  <a:lnTo>
                    <a:pt x="9336" y="7030"/>
                  </a:lnTo>
                  <a:cubicBezTo>
                    <a:pt x="9121" y="7077"/>
                    <a:pt x="8907" y="7196"/>
                    <a:pt x="8740" y="7315"/>
                  </a:cubicBezTo>
                  <a:lnTo>
                    <a:pt x="7621" y="5339"/>
                  </a:lnTo>
                  <a:cubicBezTo>
                    <a:pt x="7573" y="5275"/>
                    <a:pt x="7515" y="5244"/>
                    <a:pt x="7460" y="5244"/>
                  </a:cubicBezTo>
                  <a:cubicBezTo>
                    <a:pt x="7433" y="5244"/>
                    <a:pt x="7407" y="5252"/>
                    <a:pt x="7383" y="5267"/>
                  </a:cubicBezTo>
                  <a:cubicBezTo>
                    <a:pt x="7287" y="5339"/>
                    <a:pt x="7264" y="5410"/>
                    <a:pt x="7311" y="5506"/>
                  </a:cubicBezTo>
                  <a:lnTo>
                    <a:pt x="8478" y="7554"/>
                  </a:lnTo>
                  <a:cubicBezTo>
                    <a:pt x="8335" y="7744"/>
                    <a:pt x="8169" y="7911"/>
                    <a:pt x="8097" y="8149"/>
                  </a:cubicBezTo>
                  <a:lnTo>
                    <a:pt x="3715" y="8149"/>
                  </a:lnTo>
                  <a:cubicBezTo>
                    <a:pt x="3620" y="7935"/>
                    <a:pt x="3501" y="7744"/>
                    <a:pt x="3334" y="7554"/>
                  </a:cubicBezTo>
                  <a:lnTo>
                    <a:pt x="5406" y="3839"/>
                  </a:lnTo>
                  <a:cubicBezTo>
                    <a:pt x="5549" y="3862"/>
                    <a:pt x="5716" y="3910"/>
                    <a:pt x="5882" y="3910"/>
                  </a:cubicBezTo>
                  <a:cubicBezTo>
                    <a:pt x="6073" y="3910"/>
                    <a:pt x="6216" y="3862"/>
                    <a:pt x="6359" y="3839"/>
                  </a:cubicBezTo>
                  <a:lnTo>
                    <a:pt x="6883" y="4791"/>
                  </a:lnTo>
                  <a:cubicBezTo>
                    <a:pt x="6930" y="4855"/>
                    <a:pt x="6988" y="4886"/>
                    <a:pt x="7043" y="4886"/>
                  </a:cubicBezTo>
                  <a:cubicBezTo>
                    <a:pt x="7071" y="4886"/>
                    <a:pt x="7097" y="4878"/>
                    <a:pt x="7121" y="4863"/>
                  </a:cubicBezTo>
                  <a:cubicBezTo>
                    <a:pt x="7216" y="4791"/>
                    <a:pt x="7264" y="4696"/>
                    <a:pt x="7192" y="4624"/>
                  </a:cubicBezTo>
                  <a:lnTo>
                    <a:pt x="6692" y="3720"/>
                  </a:lnTo>
                  <a:cubicBezTo>
                    <a:pt x="6883" y="3624"/>
                    <a:pt x="7073" y="3481"/>
                    <a:pt x="7264" y="3339"/>
                  </a:cubicBezTo>
                  <a:close/>
                  <a:moveTo>
                    <a:pt x="8002" y="8506"/>
                  </a:moveTo>
                  <a:cubicBezTo>
                    <a:pt x="7978" y="8625"/>
                    <a:pt x="7978" y="8792"/>
                    <a:pt x="7978" y="8935"/>
                  </a:cubicBezTo>
                  <a:cubicBezTo>
                    <a:pt x="7930" y="9054"/>
                    <a:pt x="7930" y="9149"/>
                    <a:pt x="7978" y="9268"/>
                  </a:cubicBezTo>
                  <a:lnTo>
                    <a:pt x="3811" y="9268"/>
                  </a:lnTo>
                  <a:cubicBezTo>
                    <a:pt x="3834" y="9149"/>
                    <a:pt x="3834" y="9054"/>
                    <a:pt x="3834" y="8935"/>
                  </a:cubicBezTo>
                  <a:cubicBezTo>
                    <a:pt x="3834" y="8792"/>
                    <a:pt x="3811" y="8673"/>
                    <a:pt x="3811" y="8506"/>
                  </a:cubicBezTo>
                  <a:close/>
                  <a:moveTo>
                    <a:pt x="9859" y="7315"/>
                  </a:moveTo>
                  <a:cubicBezTo>
                    <a:pt x="10764" y="7315"/>
                    <a:pt x="11479" y="8030"/>
                    <a:pt x="11479" y="8935"/>
                  </a:cubicBezTo>
                  <a:cubicBezTo>
                    <a:pt x="11479" y="9816"/>
                    <a:pt x="10764" y="10530"/>
                    <a:pt x="9859" y="10530"/>
                  </a:cubicBezTo>
                  <a:cubicBezTo>
                    <a:pt x="8978" y="10530"/>
                    <a:pt x="8264" y="9816"/>
                    <a:pt x="8264" y="8935"/>
                  </a:cubicBezTo>
                  <a:cubicBezTo>
                    <a:pt x="8264" y="8030"/>
                    <a:pt x="8978" y="7315"/>
                    <a:pt x="9859" y="7315"/>
                  </a:cubicBezTo>
                  <a:close/>
                  <a:moveTo>
                    <a:pt x="5878" y="1"/>
                  </a:moveTo>
                  <a:cubicBezTo>
                    <a:pt x="4815" y="1"/>
                    <a:pt x="3953" y="879"/>
                    <a:pt x="3953" y="1933"/>
                  </a:cubicBezTo>
                  <a:cubicBezTo>
                    <a:pt x="3953" y="2362"/>
                    <a:pt x="4073" y="2743"/>
                    <a:pt x="4311" y="3077"/>
                  </a:cubicBezTo>
                  <a:lnTo>
                    <a:pt x="2096" y="6958"/>
                  </a:lnTo>
                  <a:lnTo>
                    <a:pt x="1929" y="6958"/>
                  </a:lnTo>
                  <a:cubicBezTo>
                    <a:pt x="1572" y="6958"/>
                    <a:pt x="1167" y="7077"/>
                    <a:pt x="881" y="7268"/>
                  </a:cubicBezTo>
                  <a:cubicBezTo>
                    <a:pt x="786" y="7315"/>
                    <a:pt x="762" y="7435"/>
                    <a:pt x="858" y="7530"/>
                  </a:cubicBezTo>
                  <a:cubicBezTo>
                    <a:pt x="885" y="7571"/>
                    <a:pt x="929" y="7597"/>
                    <a:pt x="980" y="7597"/>
                  </a:cubicBezTo>
                  <a:cubicBezTo>
                    <a:pt x="1016" y="7597"/>
                    <a:pt x="1056" y="7584"/>
                    <a:pt x="1096" y="7554"/>
                  </a:cubicBezTo>
                  <a:cubicBezTo>
                    <a:pt x="1358" y="7411"/>
                    <a:pt x="1620" y="7315"/>
                    <a:pt x="1953" y="7315"/>
                  </a:cubicBezTo>
                  <a:cubicBezTo>
                    <a:pt x="2882" y="7315"/>
                    <a:pt x="3596" y="8101"/>
                    <a:pt x="3572" y="9030"/>
                  </a:cubicBezTo>
                  <a:cubicBezTo>
                    <a:pt x="3525" y="9816"/>
                    <a:pt x="2858" y="10483"/>
                    <a:pt x="2048" y="10530"/>
                  </a:cubicBezTo>
                  <a:cubicBezTo>
                    <a:pt x="2007" y="10534"/>
                    <a:pt x="1965" y="10535"/>
                    <a:pt x="1924" y="10535"/>
                  </a:cubicBezTo>
                  <a:cubicBezTo>
                    <a:pt x="1053" y="10535"/>
                    <a:pt x="357" y="9822"/>
                    <a:pt x="357" y="8935"/>
                  </a:cubicBezTo>
                  <a:cubicBezTo>
                    <a:pt x="357" y="8625"/>
                    <a:pt x="429" y="8340"/>
                    <a:pt x="596" y="8101"/>
                  </a:cubicBezTo>
                  <a:cubicBezTo>
                    <a:pt x="643" y="8006"/>
                    <a:pt x="619" y="7911"/>
                    <a:pt x="548" y="7863"/>
                  </a:cubicBezTo>
                  <a:cubicBezTo>
                    <a:pt x="515" y="7830"/>
                    <a:pt x="471" y="7812"/>
                    <a:pt x="427" y="7812"/>
                  </a:cubicBezTo>
                  <a:cubicBezTo>
                    <a:pt x="376" y="7812"/>
                    <a:pt x="324" y="7836"/>
                    <a:pt x="286" y="7887"/>
                  </a:cubicBezTo>
                  <a:cubicBezTo>
                    <a:pt x="119" y="8197"/>
                    <a:pt x="0" y="8554"/>
                    <a:pt x="0" y="8935"/>
                  </a:cubicBezTo>
                  <a:cubicBezTo>
                    <a:pt x="0" y="10007"/>
                    <a:pt x="858" y="10888"/>
                    <a:pt x="1953" y="10888"/>
                  </a:cubicBezTo>
                  <a:cubicBezTo>
                    <a:pt x="2787" y="10888"/>
                    <a:pt x="3501" y="10364"/>
                    <a:pt x="3811" y="9625"/>
                  </a:cubicBezTo>
                  <a:lnTo>
                    <a:pt x="8121" y="9625"/>
                  </a:lnTo>
                  <a:cubicBezTo>
                    <a:pt x="8383" y="10364"/>
                    <a:pt x="9121" y="10888"/>
                    <a:pt x="9955" y="10888"/>
                  </a:cubicBezTo>
                  <a:cubicBezTo>
                    <a:pt x="10979" y="10888"/>
                    <a:pt x="11836" y="10054"/>
                    <a:pt x="11907" y="9054"/>
                  </a:cubicBezTo>
                  <a:cubicBezTo>
                    <a:pt x="11860" y="7911"/>
                    <a:pt x="10979" y="6958"/>
                    <a:pt x="9859" y="6958"/>
                  </a:cubicBezTo>
                  <a:lnTo>
                    <a:pt x="9693" y="6958"/>
                  </a:lnTo>
                  <a:lnTo>
                    <a:pt x="7478" y="3077"/>
                  </a:lnTo>
                  <a:cubicBezTo>
                    <a:pt x="7716" y="2743"/>
                    <a:pt x="7859" y="2314"/>
                    <a:pt x="7859" y="1886"/>
                  </a:cubicBezTo>
                  <a:cubicBezTo>
                    <a:pt x="7811" y="862"/>
                    <a:pt x="7026" y="52"/>
                    <a:pt x="6002" y="4"/>
                  </a:cubicBezTo>
                  <a:cubicBezTo>
                    <a:pt x="5960" y="2"/>
                    <a:pt x="5919" y="1"/>
                    <a:pt x="58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89"/>
            <p:cNvSpPr/>
            <p:nvPr/>
          </p:nvSpPr>
          <p:spPr>
            <a:xfrm>
              <a:off x="3343249" y="4403089"/>
              <a:ext cx="30560" cy="52564"/>
            </a:xfrm>
            <a:custGeom>
              <a:rect b="b" l="l" r="r" t="t"/>
              <a:pathLst>
                <a:path extrusionOk="0" h="1763" w="1025">
                  <a:moveTo>
                    <a:pt x="524" y="0"/>
                  </a:moveTo>
                  <a:cubicBezTo>
                    <a:pt x="286" y="0"/>
                    <a:pt x="72" y="167"/>
                    <a:pt x="24" y="405"/>
                  </a:cubicBezTo>
                  <a:cubicBezTo>
                    <a:pt x="0" y="500"/>
                    <a:pt x="48" y="596"/>
                    <a:pt x="167" y="620"/>
                  </a:cubicBezTo>
                  <a:cubicBezTo>
                    <a:pt x="183" y="624"/>
                    <a:pt x="198" y="626"/>
                    <a:pt x="213" y="626"/>
                  </a:cubicBezTo>
                  <a:cubicBezTo>
                    <a:pt x="285" y="626"/>
                    <a:pt x="342" y="576"/>
                    <a:pt x="381" y="477"/>
                  </a:cubicBezTo>
                  <a:cubicBezTo>
                    <a:pt x="405" y="381"/>
                    <a:pt x="453" y="358"/>
                    <a:pt x="524" y="358"/>
                  </a:cubicBezTo>
                  <a:cubicBezTo>
                    <a:pt x="620" y="358"/>
                    <a:pt x="691" y="405"/>
                    <a:pt x="691" y="524"/>
                  </a:cubicBezTo>
                  <a:cubicBezTo>
                    <a:pt x="691" y="620"/>
                    <a:pt x="643" y="715"/>
                    <a:pt x="524" y="715"/>
                  </a:cubicBezTo>
                  <a:cubicBezTo>
                    <a:pt x="429" y="715"/>
                    <a:pt x="358" y="810"/>
                    <a:pt x="358" y="882"/>
                  </a:cubicBezTo>
                  <a:cubicBezTo>
                    <a:pt x="358" y="977"/>
                    <a:pt x="429" y="1072"/>
                    <a:pt x="524" y="1072"/>
                  </a:cubicBezTo>
                  <a:cubicBezTo>
                    <a:pt x="620" y="1072"/>
                    <a:pt x="691" y="1120"/>
                    <a:pt x="691" y="1239"/>
                  </a:cubicBezTo>
                  <a:cubicBezTo>
                    <a:pt x="691" y="1334"/>
                    <a:pt x="643" y="1429"/>
                    <a:pt x="524" y="1429"/>
                  </a:cubicBezTo>
                  <a:cubicBezTo>
                    <a:pt x="429" y="1429"/>
                    <a:pt x="381" y="1358"/>
                    <a:pt x="381" y="1286"/>
                  </a:cubicBezTo>
                  <a:lnTo>
                    <a:pt x="381" y="1239"/>
                  </a:lnTo>
                  <a:cubicBezTo>
                    <a:pt x="381" y="1167"/>
                    <a:pt x="286" y="1072"/>
                    <a:pt x="191" y="1072"/>
                  </a:cubicBezTo>
                  <a:cubicBezTo>
                    <a:pt x="119" y="1072"/>
                    <a:pt x="24" y="1167"/>
                    <a:pt x="24" y="1239"/>
                  </a:cubicBezTo>
                  <a:lnTo>
                    <a:pt x="24" y="1310"/>
                  </a:lnTo>
                  <a:cubicBezTo>
                    <a:pt x="48" y="1548"/>
                    <a:pt x="262" y="1763"/>
                    <a:pt x="524" y="1763"/>
                  </a:cubicBezTo>
                  <a:cubicBezTo>
                    <a:pt x="786" y="1763"/>
                    <a:pt x="1024" y="1524"/>
                    <a:pt x="1024" y="1239"/>
                  </a:cubicBezTo>
                  <a:cubicBezTo>
                    <a:pt x="1024" y="1120"/>
                    <a:pt x="977" y="1001"/>
                    <a:pt x="905" y="929"/>
                  </a:cubicBezTo>
                  <a:cubicBezTo>
                    <a:pt x="977" y="739"/>
                    <a:pt x="1024" y="620"/>
                    <a:pt x="1024" y="500"/>
                  </a:cubicBezTo>
                  <a:cubicBezTo>
                    <a:pt x="1024" y="239"/>
                    <a:pt x="786" y="0"/>
                    <a:pt x="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89"/>
            <p:cNvSpPr/>
            <p:nvPr/>
          </p:nvSpPr>
          <p:spPr>
            <a:xfrm>
              <a:off x="3303475" y="4402762"/>
              <a:ext cx="33393" cy="51103"/>
            </a:xfrm>
            <a:custGeom>
              <a:rect b="b" l="l" r="r" t="t"/>
              <a:pathLst>
                <a:path extrusionOk="0" h="1714" w="1120">
                  <a:moveTo>
                    <a:pt x="603" y="334"/>
                  </a:moveTo>
                  <a:cubicBezTo>
                    <a:pt x="702" y="334"/>
                    <a:pt x="787" y="435"/>
                    <a:pt x="787" y="535"/>
                  </a:cubicBezTo>
                  <a:lnTo>
                    <a:pt x="787" y="1131"/>
                  </a:lnTo>
                  <a:cubicBezTo>
                    <a:pt x="787" y="1239"/>
                    <a:pt x="687" y="1348"/>
                    <a:pt x="580" y="1348"/>
                  </a:cubicBezTo>
                  <a:cubicBezTo>
                    <a:pt x="569" y="1348"/>
                    <a:pt x="559" y="1347"/>
                    <a:pt x="548" y="1345"/>
                  </a:cubicBezTo>
                  <a:cubicBezTo>
                    <a:pt x="453" y="1321"/>
                    <a:pt x="382" y="1226"/>
                    <a:pt x="382" y="1131"/>
                  </a:cubicBezTo>
                  <a:lnTo>
                    <a:pt x="382" y="535"/>
                  </a:lnTo>
                  <a:cubicBezTo>
                    <a:pt x="382" y="416"/>
                    <a:pt x="429" y="345"/>
                    <a:pt x="548" y="345"/>
                  </a:cubicBezTo>
                  <a:cubicBezTo>
                    <a:pt x="567" y="337"/>
                    <a:pt x="585" y="334"/>
                    <a:pt x="603" y="334"/>
                  </a:cubicBezTo>
                  <a:close/>
                  <a:moveTo>
                    <a:pt x="564" y="0"/>
                  </a:moveTo>
                  <a:cubicBezTo>
                    <a:pt x="528" y="0"/>
                    <a:pt x="491" y="4"/>
                    <a:pt x="453" y="11"/>
                  </a:cubicBezTo>
                  <a:cubicBezTo>
                    <a:pt x="215" y="35"/>
                    <a:pt x="1" y="273"/>
                    <a:pt x="1" y="535"/>
                  </a:cubicBezTo>
                  <a:lnTo>
                    <a:pt x="1" y="1131"/>
                  </a:lnTo>
                  <a:cubicBezTo>
                    <a:pt x="1" y="1416"/>
                    <a:pt x="215" y="1655"/>
                    <a:pt x="453" y="1702"/>
                  </a:cubicBezTo>
                  <a:cubicBezTo>
                    <a:pt x="491" y="1710"/>
                    <a:pt x="528" y="1713"/>
                    <a:pt x="564" y="1713"/>
                  </a:cubicBezTo>
                  <a:cubicBezTo>
                    <a:pt x="872" y="1713"/>
                    <a:pt x="1120" y="1455"/>
                    <a:pt x="1120" y="1178"/>
                  </a:cubicBezTo>
                  <a:lnTo>
                    <a:pt x="1120" y="535"/>
                  </a:lnTo>
                  <a:cubicBezTo>
                    <a:pt x="1120" y="258"/>
                    <a:pt x="872" y="0"/>
                    <a:pt x="5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89"/>
            <p:cNvSpPr/>
            <p:nvPr/>
          </p:nvSpPr>
          <p:spPr>
            <a:xfrm>
              <a:off x="3103951" y="4401658"/>
              <a:ext cx="32707" cy="49731"/>
            </a:xfrm>
            <a:custGeom>
              <a:rect b="b" l="l" r="r" t="t"/>
              <a:pathLst>
                <a:path extrusionOk="0" h="1668" w="1097">
                  <a:moveTo>
                    <a:pt x="549" y="1"/>
                  </a:moveTo>
                  <a:cubicBezTo>
                    <a:pt x="310" y="1"/>
                    <a:pt x="96" y="191"/>
                    <a:pt x="25" y="429"/>
                  </a:cubicBezTo>
                  <a:cubicBezTo>
                    <a:pt x="1" y="525"/>
                    <a:pt x="72" y="572"/>
                    <a:pt x="120" y="596"/>
                  </a:cubicBezTo>
                  <a:cubicBezTo>
                    <a:pt x="153" y="616"/>
                    <a:pt x="185" y="625"/>
                    <a:pt x="216" y="625"/>
                  </a:cubicBezTo>
                  <a:cubicBezTo>
                    <a:pt x="296" y="625"/>
                    <a:pt x="358" y="563"/>
                    <a:pt x="358" y="477"/>
                  </a:cubicBezTo>
                  <a:cubicBezTo>
                    <a:pt x="382" y="406"/>
                    <a:pt x="453" y="382"/>
                    <a:pt x="501" y="382"/>
                  </a:cubicBezTo>
                  <a:cubicBezTo>
                    <a:pt x="596" y="382"/>
                    <a:pt x="668" y="429"/>
                    <a:pt x="691" y="525"/>
                  </a:cubicBezTo>
                  <a:lnTo>
                    <a:pt x="691" y="548"/>
                  </a:lnTo>
                  <a:cubicBezTo>
                    <a:pt x="668" y="620"/>
                    <a:pt x="620" y="691"/>
                    <a:pt x="572" y="763"/>
                  </a:cubicBezTo>
                  <a:cubicBezTo>
                    <a:pt x="358" y="1049"/>
                    <a:pt x="239" y="1215"/>
                    <a:pt x="191" y="1287"/>
                  </a:cubicBezTo>
                  <a:cubicBezTo>
                    <a:pt x="96" y="1406"/>
                    <a:pt x="72" y="1477"/>
                    <a:pt x="96" y="1572"/>
                  </a:cubicBezTo>
                  <a:cubicBezTo>
                    <a:pt x="120" y="1620"/>
                    <a:pt x="144" y="1644"/>
                    <a:pt x="215" y="1668"/>
                  </a:cubicBezTo>
                  <a:lnTo>
                    <a:pt x="930" y="1668"/>
                  </a:lnTo>
                  <a:cubicBezTo>
                    <a:pt x="1025" y="1668"/>
                    <a:pt x="1096" y="1620"/>
                    <a:pt x="1096" y="1525"/>
                  </a:cubicBezTo>
                  <a:cubicBezTo>
                    <a:pt x="1096" y="1406"/>
                    <a:pt x="1049" y="1358"/>
                    <a:pt x="930" y="1358"/>
                  </a:cubicBezTo>
                  <a:lnTo>
                    <a:pt x="572" y="1358"/>
                  </a:lnTo>
                  <a:cubicBezTo>
                    <a:pt x="620" y="1263"/>
                    <a:pt x="739" y="1120"/>
                    <a:pt x="858" y="977"/>
                  </a:cubicBezTo>
                  <a:cubicBezTo>
                    <a:pt x="953" y="858"/>
                    <a:pt x="1025" y="739"/>
                    <a:pt x="1049" y="620"/>
                  </a:cubicBezTo>
                  <a:lnTo>
                    <a:pt x="1049" y="548"/>
                  </a:lnTo>
                  <a:lnTo>
                    <a:pt x="1049" y="525"/>
                  </a:lnTo>
                  <a:cubicBezTo>
                    <a:pt x="1049" y="263"/>
                    <a:pt x="811" y="1"/>
                    <a:pt x="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89"/>
            <p:cNvSpPr/>
            <p:nvPr/>
          </p:nvSpPr>
          <p:spPr>
            <a:xfrm>
              <a:off x="3067040" y="4402016"/>
              <a:ext cx="32677" cy="50954"/>
            </a:xfrm>
            <a:custGeom>
              <a:rect b="b" l="l" r="r" t="t"/>
              <a:pathLst>
                <a:path extrusionOk="0" h="1709" w="1096">
                  <a:moveTo>
                    <a:pt x="517" y="359"/>
                  </a:moveTo>
                  <a:cubicBezTo>
                    <a:pt x="535" y="359"/>
                    <a:pt x="554" y="362"/>
                    <a:pt x="572" y="370"/>
                  </a:cubicBezTo>
                  <a:cubicBezTo>
                    <a:pt x="643" y="394"/>
                    <a:pt x="739" y="465"/>
                    <a:pt x="739" y="560"/>
                  </a:cubicBezTo>
                  <a:lnTo>
                    <a:pt x="739" y="1156"/>
                  </a:lnTo>
                  <a:cubicBezTo>
                    <a:pt x="739" y="1275"/>
                    <a:pt x="667" y="1370"/>
                    <a:pt x="572" y="1370"/>
                  </a:cubicBezTo>
                  <a:cubicBezTo>
                    <a:pt x="560" y="1372"/>
                    <a:pt x="548" y="1373"/>
                    <a:pt x="536" y="1373"/>
                  </a:cubicBezTo>
                  <a:cubicBezTo>
                    <a:pt x="413" y="1373"/>
                    <a:pt x="334" y="1264"/>
                    <a:pt x="334" y="1156"/>
                  </a:cubicBezTo>
                  <a:lnTo>
                    <a:pt x="334" y="560"/>
                  </a:lnTo>
                  <a:cubicBezTo>
                    <a:pt x="334" y="460"/>
                    <a:pt x="419" y="359"/>
                    <a:pt x="517" y="359"/>
                  </a:cubicBezTo>
                  <a:close/>
                  <a:moveTo>
                    <a:pt x="526" y="1"/>
                  </a:moveTo>
                  <a:cubicBezTo>
                    <a:pt x="226" y="1"/>
                    <a:pt x="1" y="240"/>
                    <a:pt x="1" y="536"/>
                  </a:cubicBezTo>
                  <a:lnTo>
                    <a:pt x="1" y="1156"/>
                  </a:lnTo>
                  <a:cubicBezTo>
                    <a:pt x="1" y="1463"/>
                    <a:pt x="243" y="1709"/>
                    <a:pt x="560" y="1709"/>
                  </a:cubicBezTo>
                  <a:cubicBezTo>
                    <a:pt x="587" y="1709"/>
                    <a:pt x="615" y="1707"/>
                    <a:pt x="643" y="1703"/>
                  </a:cubicBezTo>
                  <a:cubicBezTo>
                    <a:pt x="882" y="1680"/>
                    <a:pt x="1096" y="1394"/>
                    <a:pt x="1096" y="1156"/>
                  </a:cubicBezTo>
                  <a:lnTo>
                    <a:pt x="1096" y="560"/>
                  </a:lnTo>
                  <a:cubicBezTo>
                    <a:pt x="1096" y="298"/>
                    <a:pt x="882" y="60"/>
                    <a:pt x="643" y="13"/>
                  </a:cubicBezTo>
                  <a:cubicBezTo>
                    <a:pt x="603" y="5"/>
                    <a:pt x="564" y="1"/>
                    <a:pt x="5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89"/>
            <p:cNvSpPr/>
            <p:nvPr/>
          </p:nvSpPr>
          <p:spPr>
            <a:xfrm>
              <a:off x="3231054" y="4193637"/>
              <a:ext cx="20632" cy="52683"/>
            </a:xfrm>
            <a:custGeom>
              <a:rect b="b" l="l" r="r" t="t"/>
              <a:pathLst>
                <a:path extrusionOk="0" h="1767" w="692">
                  <a:moveTo>
                    <a:pt x="215" y="0"/>
                  </a:moveTo>
                  <a:cubicBezTo>
                    <a:pt x="96" y="0"/>
                    <a:pt x="1" y="95"/>
                    <a:pt x="24" y="214"/>
                  </a:cubicBezTo>
                  <a:cubicBezTo>
                    <a:pt x="24" y="334"/>
                    <a:pt x="120" y="357"/>
                    <a:pt x="215" y="357"/>
                  </a:cubicBezTo>
                  <a:lnTo>
                    <a:pt x="334" y="357"/>
                  </a:lnTo>
                  <a:lnTo>
                    <a:pt x="334" y="1572"/>
                  </a:lnTo>
                  <a:cubicBezTo>
                    <a:pt x="334" y="1667"/>
                    <a:pt x="382" y="1715"/>
                    <a:pt x="477" y="1762"/>
                  </a:cubicBezTo>
                  <a:cubicBezTo>
                    <a:pt x="489" y="1765"/>
                    <a:pt x="502" y="1766"/>
                    <a:pt x="513" y="1766"/>
                  </a:cubicBezTo>
                  <a:cubicBezTo>
                    <a:pt x="615" y="1766"/>
                    <a:pt x="691" y="1679"/>
                    <a:pt x="691" y="1572"/>
                  </a:cubicBezTo>
                  <a:lnTo>
                    <a:pt x="691" y="167"/>
                  </a:lnTo>
                  <a:cubicBezTo>
                    <a:pt x="691" y="95"/>
                    <a:pt x="596" y="0"/>
                    <a:pt x="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89"/>
            <p:cNvSpPr/>
            <p:nvPr/>
          </p:nvSpPr>
          <p:spPr>
            <a:xfrm>
              <a:off x="3189163" y="4192772"/>
              <a:ext cx="34824" cy="53578"/>
            </a:xfrm>
            <a:custGeom>
              <a:rect b="b" l="l" r="r" t="t"/>
              <a:pathLst>
                <a:path extrusionOk="0" h="1797" w="1168">
                  <a:moveTo>
                    <a:pt x="596" y="386"/>
                  </a:moveTo>
                  <a:cubicBezTo>
                    <a:pt x="715" y="386"/>
                    <a:pt x="810" y="505"/>
                    <a:pt x="810" y="624"/>
                  </a:cubicBezTo>
                  <a:lnTo>
                    <a:pt x="810" y="1244"/>
                  </a:lnTo>
                  <a:cubicBezTo>
                    <a:pt x="810" y="1363"/>
                    <a:pt x="715" y="1482"/>
                    <a:pt x="596" y="1482"/>
                  </a:cubicBezTo>
                  <a:cubicBezTo>
                    <a:pt x="453" y="1482"/>
                    <a:pt x="358" y="1387"/>
                    <a:pt x="358" y="1244"/>
                  </a:cubicBezTo>
                  <a:lnTo>
                    <a:pt x="358" y="624"/>
                  </a:lnTo>
                  <a:cubicBezTo>
                    <a:pt x="358" y="505"/>
                    <a:pt x="477" y="386"/>
                    <a:pt x="596" y="386"/>
                  </a:cubicBezTo>
                  <a:close/>
                  <a:moveTo>
                    <a:pt x="589" y="0"/>
                  </a:moveTo>
                  <a:cubicBezTo>
                    <a:pt x="266" y="0"/>
                    <a:pt x="1" y="266"/>
                    <a:pt x="1" y="553"/>
                  </a:cubicBezTo>
                  <a:lnTo>
                    <a:pt x="1" y="1220"/>
                  </a:lnTo>
                  <a:cubicBezTo>
                    <a:pt x="1" y="1553"/>
                    <a:pt x="263" y="1791"/>
                    <a:pt x="572" y="1791"/>
                  </a:cubicBezTo>
                  <a:cubicBezTo>
                    <a:pt x="599" y="1795"/>
                    <a:pt x="625" y="1797"/>
                    <a:pt x="650" y="1797"/>
                  </a:cubicBezTo>
                  <a:cubicBezTo>
                    <a:pt x="945" y="1797"/>
                    <a:pt x="1168" y="1551"/>
                    <a:pt x="1168" y="1244"/>
                  </a:cubicBezTo>
                  <a:lnTo>
                    <a:pt x="1168" y="601"/>
                  </a:lnTo>
                  <a:cubicBezTo>
                    <a:pt x="1168" y="315"/>
                    <a:pt x="929" y="29"/>
                    <a:pt x="667" y="5"/>
                  </a:cubicBezTo>
                  <a:cubicBezTo>
                    <a:pt x="641" y="2"/>
                    <a:pt x="615" y="0"/>
                    <a:pt x="5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8" name="Google Shape;19958;p89"/>
          <p:cNvGrpSpPr/>
          <p:nvPr/>
        </p:nvGrpSpPr>
        <p:grpSpPr>
          <a:xfrm>
            <a:off x="3251705" y="4150315"/>
            <a:ext cx="356468" cy="353606"/>
            <a:chOff x="3670792" y="4150315"/>
            <a:chExt cx="356468" cy="353606"/>
          </a:xfrm>
        </p:grpSpPr>
        <p:sp>
          <p:nvSpPr>
            <p:cNvPr id="19959" name="Google Shape;19959;p89"/>
            <p:cNvSpPr/>
            <p:nvPr/>
          </p:nvSpPr>
          <p:spPr>
            <a:xfrm>
              <a:off x="3698491" y="4175867"/>
              <a:ext cx="120035" cy="46899"/>
            </a:xfrm>
            <a:custGeom>
              <a:rect b="b" l="l" r="r" t="t"/>
              <a:pathLst>
                <a:path extrusionOk="0" h="1573" w="4026">
                  <a:moveTo>
                    <a:pt x="0" y="1"/>
                  </a:moveTo>
                  <a:lnTo>
                    <a:pt x="0" y="1573"/>
                  </a:lnTo>
                  <a:lnTo>
                    <a:pt x="3930" y="1573"/>
                  </a:lnTo>
                  <a:cubicBezTo>
                    <a:pt x="4001" y="1573"/>
                    <a:pt x="4025" y="1549"/>
                    <a:pt x="4001" y="1477"/>
                  </a:cubicBezTo>
                  <a:lnTo>
                    <a:pt x="4001" y="48"/>
                  </a:lnTo>
                  <a:cubicBezTo>
                    <a:pt x="4001" y="25"/>
                    <a:pt x="3977" y="1"/>
                    <a:pt x="3930"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89"/>
            <p:cNvSpPr/>
            <p:nvPr/>
          </p:nvSpPr>
          <p:spPr>
            <a:xfrm>
              <a:off x="3763816" y="4175867"/>
              <a:ext cx="14222" cy="46899"/>
            </a:xfrm>
            <a:custGeom>
              <a:rect b="b" l="l" r="r" t="t"/>
              <a:pathLst>
                <a:path extrusionOk="0" h="1573" w="477">
                  <a:moveTo>
                    <a:pt x="0" y="1"/>
                  </a:moveTo>
                  <a:lnTo>
                    <a:pt x="0" y="1573"/>
                  </a:lnTo>
                  <a:lnTo>
                    <a:pt x="477" y="1573"/>
                  </a:lnTo>
                  <a:lnTo>
                    <a:pt x="477" y="1"/>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89"/>
            <p:cNvSpPr/>
            <p:nvPr/>
          </p:nvSpPr>
          <p:spPr>
            <a:xfrm>
              <a:off x="3699922" y="4251150"/>
              <a:ext cx="203070" cy="46869"/>
            </a:xfrm>
            <a:custGeom>
              <a:rect b="b" l="l" r="r" t="t"/>
              <a:pathLst>
                <a:path extrusionOk="0" h="1572" w="6811">
                  <a:moveTo>
                    <a:pt x="0" y="0"/>
                  </a:moveTo>
                  <a:lnTo>
                    <a:pt x="0" y="1572"/>
                  </a:lnTo>
                  <a:lnTo>
                    <a:pt x="6740" y="1572"/>
                  </a:lnTo>
                  <a:cubicBezTo>
                    <a:pt x="6787" y="1572"/>
                    <a:pt x="6811" y="1548"/>
                    <a:pt x="6811" y="1500"/>
                  </a:cubicBezTo>
                  <a:lnTo>
                    <a:pt x="6811" y="72"/>
                  </a:lnTo>
                  <a:cubicBezTo>
                    <a:pt x="6811" y="24"/>
                    <a:pt x="6787" y="0"/>
                    <a:pt x="6740"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89"/>
            <p:cNvSpPr/>
            <p:nvPr/>
          </p:nvSpPr>
          <p:spPr>
            <a:xfrm>
              <a:off x="3826309" y="4251150"/>
              <a:ext cx="14222" cy="46869"/>
            </a:xfrm>
            <a:custGeom>
              <a:rect b="b" l="l" r="r" t="t"/>
              <a:pathLst>
                <a:path extrusionOk="0" h="1572" w="477">
                  <a:moveTo>
                    <a:pt x="0" y="0"/>
                  </a:moveTo>
                  <a:lnTo>
                    <a:pt x="0" y="1572"/>
                  </a:lnTo>
                  <a:lnTo>
                    <a:pt x="476" y="1572"/>
                  </a:lnTo>
                  <a:lnTo>
                    <a:pt x="476"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89"/>
            <p:cNvSpPr/>
            <p:nvPr/>
          </p:nvSpPr>
          <p:spPr>
            <a:xfrm>
              <a:off x="3699922" y="4326404"/>
              <a:ext cx="156946" cy="47585"/>
            </a:xfrm>
            <a:custGeom>
              <a:rect b="b" l="l" r="r" t="t"/>
              <a:pathLst>
                <a:path extrusionOk="0" h="1596" w="5264">
                  <a:moveTo>
                    <a:pt x="0" y="0"/>
                  </a:moveTo>
                  <a:lnTo>
                    <a:pt x="0" y="1596"/>
                  </a:lnTo>
                  <a:lnTo>
                    <a:pt x="5192" y="1596"/>
                  </a:lnTo>
                  <a:cubicBezTo>
                    <a:pt x="5239" y="1596"/>
                    <a:pt x="5263" y="1548"/>
                    <a:pt x="5263" y="1501"/>
                  </a:cubicBezTo>
                  <a:lnTo>
                    <a:pt x="5263" y="72"/>
                  </a:lnTo>
                  <a:cubicBezTo>
                    <a:pt x="5263" y="48"/>
                    <a:pt x="5215" y="0"/>
                    <a:pt x="5192"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89"/>
            <p:cNvSpPr/>
            <p:nvPr/>
          </p:nvSpPr>
          <p:spPr>
            <a:xfrm>
              <a:off x="3786536" y="4326404"/>
              <a:ext cx="14222" cy="47585"/>
            </a:xfrm>
            <a:custGeom>
              <a:rect b="b" l="l" r="r" t="t"/>
              <a:pathLst>
                <a:path extrusionOk="0" h="1596" w="477">
                  <a:moveTo>
                    <a:pt x="0" y="0"/>
                  </a:moveTo>
                  <a:lnTo>
                    <a:pt x="0" y="1596"/>
                  </a:lnTo>
                  <a:lnTo>
                    <a:pt x="477" y="1596"/>
                  </a:lnTo>
                  <a:lnTo>
                    <a:pt x="477"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89"/>
            <p:cNvSpPr/>
            <p:nvPr/>
          </p:nvSpPr>
          <p:spPr>
            <a:xfrm>
              <a:off x="3699922" y="4400943"/>
              <a:ext cx="256349" cy="47615"/>
            </a:xfrm>
            <a:custGeom>
              <a:rect b="b" l="l" r="r" t="t"/>
              <a:pathLst>
                <a:path extrusionOk="0" h="1597" w="8598">
                  <a:moveTo>
                    <a:pt x="0" y="1"/>
                  </a:moveTo>
                  <a:lnTo>
                    <a:pt x="0" y="1596"/>
                  </a:lnTo>
                  <a:lnTo>
                    <a:pt x="8526" y="1596"/>
                  </a:lnTo>
                  <a:cubicBezTo>
                    <a:pt x="8573" y="1596"/>
                    <a:pt x="8597" y="1549"/>
                    <a:pt x="8597" y="1501"/>
                  </a:cubicBezTo>
                  <a:lnTo>
                    <a:pt x="8597" y="72"/>
                  </a:lnTo>
                  <a:cubicBezTo>
                    <a:pt x="8597" y="49"/>
                    <a:pt x="8573" y="1"/>
                    <a:pt x="8526"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89"/>
            <p:cNvSpPr/>
            <p:nvPr/>
          </p:nvSpPr>
          <p:spPr>
            <a:xfrm>
              <a:off x="3874580" y="4400943"/>
              <a:ext cx="14222" cy="47615"/>
            </a:xfrm>
            <a:custGeom>
              <a:rect b="b" l="l" r="r" t="t"/>
              <a:pathLst>
                <a:path extrusionOk="0" h="1597" w="477">
                  <a:moveTo>
                    <a:pt x="0" y="1"/>
                  </a:moveTo>
                  <a:lnTo>
                    <a:pt x="0" y="1596"/>
                  </a:lnTo>
                  <a:lnTo>
                    <a:pt x="477" y="1596"/>
                  </a:lnTo>
                  <a:lnTo>
                    <a:pt x="477" y="1"/>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89"/>
            <p:cNvSpPr/>
            <p:nvPr/>
          </p:nvSpPr>
          <p:spPr>
            <a:xfrm>
              <a:off x="3778008" y="4175867"/>
              <a:ext cx="40519" cy="46899"/>
            </a:xfrm>
            <a:custGeom>
              <a:rect b="b" l="l" r="r" t="t"/>
              <a:pathLst>
                <a:path extrusionOk="0" h="1573" w="1359">
                  <a:moveTo>
                    <a:pt x="1" y="1"/>
                  </a:moveTo>
                  <a:lnTo>
                    <a:pt x="1" y="1573"/>
                  </a:lnTo>
                  <a:lnTo>
                    <a:pt x="1263" y="1573"/>
                  </a:lnTo>
                  <a:cubicBezTo>
                    <a:pt x="1334" y="1573"/>
                    <a:pt x="1358" y="1549"/>
                    <a:pt x="1334" y="1477"/>
                  </a:cubicBezTo>
                  <a:lnTo>
                    <a:pt x="1334" y="48"/>
                  </a:lnTo>
                  <a:cubicBezTo>
                    <a:pt x="1334" y="25"/>
                    <a:pt x="1310" y="1"/>
                    <a:pt x="1263"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89"/>
            <p:cNvSpPr/>
            <p:nvPr/>
          </p:nvSpPr>
          <p:spPr>
            <a:xfrm>
              <a:off x="3802874" y="4176314"/>
              <a:ext cx="15653" cy="46452"/>
            </a:xfrm>
            <a:custGeom>
              <a:rect b="b" l="l" r="r" t="t"/>
              <a:pathLst>
                <a:path extrusionOk="0" h="1558" w="525">
                  <a:moveTo>
                    <a:pt x="494" y="1"/>
                  </a:moveTo>
                  <a:cubicBezTo>
                    <a:pt x="488" y="1"/>
                    <a:pt x="482" y="4"/>
                    <a:pt x="476" y="10"/>
                  </a:cubicBezTo>
                  <a:lnTo>
                    <a:pt x="0" y="10"/>
                  </a:lnTo>
                  <a:cubicBezTo>
                    <a:pt x="24" y="10"/>
                    <a:pt x="48" y="33"/>
                    <a:pt x="48" y="81"/>
                  </a:cubicBezTo>
                  <a:lnTo>
                    <a:pt x="48" y="1486"/>
                  </a:lnTo>
                  <a:cubicBezTo>
                    <a:pt x="48" y="1534"/>
                    <a:pt x="24" y="1558"/>
                    <a:pt x="0" y="1558"/>
                  </a:cubicBezTo>
                  <a:lnTo>
                    <a:pt x="476" y="1558"/>
                  </a:lnTo>
                  <a:cubicBezTo>
                    <a:pt x="500" y="1558"/>
                    <a:pt x="524" y="1534"/>
                    <a:pt x="524" y="1486"/>
                  </a:cubicBezTo>
                  <a:lnTo>
                    <a:pt x="524" y="81"/>
                  </a:lnTo>
                  <a:cubicBezTo>
                    <a:pt x="524" y="27"/>
                    <a:pt x="511" y="1"/>
                    <a:pt x="4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89"/>
            <p:cNvSpPr/>
            <p:nvPr/>
          </p:nvSpPr>
          <p:spPr>
            <a:xfrm>
              <a:off x="3840501" y="4251150"/>
              <a:ext cx="62492" cy="46869"/>
            </a:xfrm>
            <a:custGeom>
              <a:rect b="b" l="l" r="r" t="t"/>
              <a:pathLst>
                <a:path extrusionOk="0" h="1572" w="2096">
                  <a:moveTo>
                    <a:pt x="0" y="0"/>
                  </a:moveTo>
                  <a:lnTo>
                    <a:pt x="0" y="1572"/>
                  </a:lnTo>
                  <a:lnTo>
                    <a:pt x="2025" y="1572"/>
                  </a:lnTo>
                  <a:cubicBezTo>
                    <a:pt x="2072" y="1572"/>
                    <a:pt x="2096" y="1548"/>
                    <a:pt x="2096" y="1500"/>
                  </a:cubicBezTo>
                  <a:lnTo>
                    <a:pt x="2096" y="72"/>
                  </a:lnTo>
                  <a:cubicBezTo>
                    <a:pt x="2096" y="24"/>
                    <a:pt x="2072" y="0"/>
                    <a:pt x="2025"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89"/>
            <p:cNvSpPr/>
            <p:nvPr/>
          </p:nvSpPr>
          <p:spPr>
            <a:xfrm>
              <a:off x="3886655" y="4251568"/>
              <a:ext cx="16339" cy="46452"/>
            </a:xfrm>
            <a:custGeom>
              <a:rect b="b" l="l" r="r" t="t"/>
              <a:pathLst>
                <a:path extrusionOk="0" h="1558" w="548">
                  <a:moveTo>
                    <a:pt x="508" y="1"/>
                  </a:moveTo>
                  <a:cubicBezTo>
                    <a:pt x="499" y="1"/>
                    <a:pt x="488" y="4"/>
                    <a:pt x="477" y="10"/>
                  </a:cubicBezTo>
                  <a:lnTo>
                    <a:pt x="0" y="10"/>
                  </a:lnTo>
                  <a:cubicBezTo>
                    <a:pt x="48" y="10"/>
                    <a:pt x="72" y="58"/>
                    <a:pt x="72" y="81"/>
                  </a:cubicBezTo>
                  <a:lnTo>
                    <a:pt x="72" y="1510"/>
                  </a:lnTo>
                  <a:cubicBezTo>
                    <a:pt x="72" y="1534"/>
                    <a:pt x="48" y="1558"/>
                    <a:pt x="0" y="1558"/>
                  </a:cubicBezTo>
                  <a:lnTo>
                    <a:pt x="477" y="1558"/>
                  </a:lnTo>
                  <a:cubicBezTo>
                    <a:pt x="524" y="1558"/>
                    <a:pt x="548" y="1534"/>
                    <a:pt x="548" y="1510"/>
                  </a:cubicBezTo>
                  <a:lnTo>
                    <a:pt x="548" y="81"/>
                  </a:lnTo>
                  <a:cubicBezTo>
                    <a:pt x="548" y="28"/>
                    <a:pt x="535" y="1"/>
                    <a:pt x="50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89"/>
            <p:cNvSpPr/>
            <p:nvPr/>
          </p:nvSpPr>
          <p:spPr>
            <a:xfrm>
              <a:off x="3801443" y="4326404"/>
              <a:ext cx="55426" cy="47585"/>
            </a:xfrm>
            <a:custGeom>
              <a:rect b="b" l="l" r="r" t="t"/>
              <a:pathLst>
                <a:path extrusionOk="0" h="1596" w="1859">
                  <a:moveTo>
                    <a:pt x="1" y="0"/>
                  </a:moveTo>
                  <a:lnTo>
                    <a:pt x="1" y="1596"/>
                  </a:lnTo>
                  <a:lnTo>
                    <a:pt x="1787" y="1596"/>
                  </a:lnTo>
                  <a:cubicBezTo>
                    <a:pt x="1834" y="1596"/>
                    <a:pt x="1858" y="1548"/>
                    <a:pt x="1858" y="1501"/>
                  </a:cubicBezTo>
                  <a:lnTo>
                    <a:pt x="1858" y="72"/>
                  </a:lnTo>
                  <a:cubicBezTo>
                    <a:pt x="1858" y="48"/>
                    <a:pt x="1810" y="0"/>
                    <a:pt x="1787"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89"/>
            <p:cNvSpPr/>
            <p:nvPr/>
          </p:nvSpPr>
          <p:spPr>
            <a:xfrm>
              <a:off x="3840501" y="4326404"/>
              <a:ext cx="16368" cy="46183"/>
            </a:xfrm>
            <a:custGeom>
              <a:rect b="b" l="l" r="r" t="t"/>
              <a:pathLst>
                <a:path extrusionOk="0" h="1549" w="549">
                  <a:moveTo>
                    <a:pt x="0" y="0"/>
                  </a:moveTo>
                  <a:cubicBezTo>
                    <a:pt x="48" y="0"/>
                    <a:pt x="72" y="48"/>
                    <a:pt x="72" y="72"/>
                  </a:cubicBezTo>
                  <a:lnTo>
                    <a:pt x="72" y="1501"/>
                  </a:lnTo>
                  <a:cubicBezTo>
                    <a:pt x="72" y="1525"/>
                    <a:pt x="48" y="1548"/>
                    <a:pt x="0" y="1548"/>
                  </a:cubicBezTo>
                  <a:lnTo>
                    <a:pt x="477" y="1548"/>
                  </a:lnTo>
                  <a:cubicBezTo>
                    <a:pt x="524" y="1548"/>
                    <a:pt x="548" y="1525"/>
                    <a:pt x="548" y="1501"/>
                  </a:cubicBezTo>
                  <a:lnTo>
                    <a:pt x="548" y="72"/>
                  </a:lnTo>
                  <a:cubicBezTo>
                    <a:pt x="548" y="48"/>
                    <a:pt x="524" y="0"/>
                    <a:pt x="47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89"/>
            <p:cNvSpPr/>
            <p:nvPr/>
          </p:nvSpPr>
          <p:spPr>
            <a:xfrm>
              <a:off x="3888772" y="4400943"/>
              <a:ext cx="67501" cy="47615"/>
            </a:xfrm>
            <a:custGeom>
              <a:rect b="b" l="l" r="r" t="t"/>
              <a:pathLst>
                <a:path extrusionOk="0" h="1597" w="2264">
                  <a:moveTo>
                    <a:pt x="1" y="1"/>
                  </a:moveTo>
                  <a:lnTo>
                    <a:pt x="1" y="1596"/>
                  </a:lnTo>
                  <a:lnTo>
                    <a:pt x="2192" y="1596"/>
                  </a:lnTo>
                  <a:cubicBezTo>
                    <a:pt x="2239" y="1596"/>
                    <a:pt x="2263" y="1549"/>
                    <a:pt x="2263" y="1501"/>
                  </a:cubicBezTo>
                  <a:lnTo>
                    <a:pt x="2263" y="72"/>
                  </a:lnTo>
                  <a:cubicBezTo>
                    <a:pt x="2263" y="49"/>
                    <a:pt x="2239" y="1"/>
                    <a:pt x="2192"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89"/>
            <p:cNvSpPr/>
            <p:nvPr/>
          </p:nvSpPr>
          <p:spPr>
            <a:xfrm>
              <a:off x="3939905" y="4400943"/>
              <a:ext cx="16368" cy="46183"/>
            </a:xfrm>
            <a:custGeom>
              <a:rect b="b" l="l" r="r" t="t"/>
              <a:pathLst>
                <a:path extrusionOk="0" h="1549" w="549">
                  <a:moveTo>
                    <a:pt x="0" y="1"/>
                  </a:moveTo>
                  <a:cubicBezTo>
                    <a:pt x="48" y="1"/>
                    <a:pt x="72" y="49"/>
                    <a:pt x="72" y="72"/>
                  </a:cubicBezTo>
                  <a:lnTo>
                    <a:pt x="72" y="1501"/>
                  </a:lnTo>
                  <a:cubicBezTo>
                    <a:pt x="72" y="1525"/>
                    <a:pt x="48" y="1549"/>
                    <a:pt x="0" y="1549"/>
                  </a:cubicBezTo>
                  <a:lnTo>
                    <a:pt x="477" y="1549"/>
                  </a:lnTo>
                  <a:cubicBezTo>
                    <a:pt x="524" y="1549"/>
                    <a:pt x="548" y="1525"/>
                    <a:pt x="548" y="1501"/>
                  </a:cubicBezTo>
                  <a:lnTo>
                    <a:pt x="548" y="72"/>
                  </a:lnTo>
                  <a:cubicBezTo>
                    <a:pt x="548" y="49"/>
                    <a:pt x="524" y="1"/>
                    <a:pt x="47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89"/>
            <p:cNvSpPr/>
            <p:nvPr/>
          </p:nvSpPr>
          <p:spPr>
            <a:xfrm>
              <a:off x="3677888" y="4471963"/>
              <a:ext cx="343678" cy="24180"/>
            </a:xfrm>
            <a:custGeom>
              <a:rect b="b" l="l" r="r" t="t"/>
              <a:pathLst>
                <a:path extrusionOk="0" h="811" w="11527">
                  <a:moveTo>
                    <a:pt x="144" y="0"/>
                  </a:moveTo>
                  <a:cubicBezTo>
                    <a:pt x="72" y="0"/>
                    <a:pt x="1" y="72"/>
                    <a:pt x="1" y="119"/>
                  </a:cubicBezTo>
                  <a:lnTo>
                    <a:pt x="1" y="691"/>
                  </a:lnTo>
                  <a:cubicBezTo>
                    <a:pt x="1" y="762"/>
                    <a:pt x="72" y="810"/>
                    <a:pt x="144" y="810"/>
                  </a:cubicBezTo>
                  <a:lnTo>
                    <a:pt x="11408" y="810"/>
                  </a:lnTo>
                  <a:cubicBezTo>
                    <a:pt x="11479" y="810"/>
                    <a:pt x="11527" y="762"/>
                    <a:pt x="11527" y="691"/>
                  </a:cubicBezTo>
                  <a:lnTo>
                    <a:pt x="11527" y="119"/>
                  </a:lnTo>
                  <a:cubicBezTo>
                    <a:pt x="11527" y="72"/>
                    <a:pt x="11479" y="0"/>
                    <a:pt x="11408" y="0"/>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89"/>
            <p:cNvSpPr/>
            <p:nvPr/>
          </p:nvSpPr>
          <p:spPr>
            <a:xfrm>
              <a:off x="4003800" y="4471247"/>
              <a:ext cx="17770" cy="24180"/>
            </a:xfrm>
            <a:custGeom>
              <a:rect b="b" l="l" r="r" t="t"/>
              <a:pathLst>
                <a:path extrusionOk="0" h="811" w="596">
                  <a:moveTo>
                    <a:pt x="1" y="1"/>
                  </a:moveTo>
                  <a:cubicBezTo>
                    <a:pt x="72" y="1"/>
                    <a:pt x="120" y="72"/>
                    <a:pt x="120" y="120"/>
                  </a:cubicBezTo>
                  <a:lnTo>
                    <a:pt x="120" y="691"/>
                  </a:lnTo>
                  <a:cubicBezTo>
                    <a:pt x="120" y="739"/>
                    <a:pt x="72" y="810"/>
                    <a:pt x="1" y="810"/>
                  </a:cubicBezTo>
                  <a:lnTo>
                    <a:pt x="477" y="810"/>
                  </a:lnTo>
                  <a:cubicBezTo>
                    <a:pt x="548" y="810"/>
                    <a:pt x="596" y="739"/>
                    <a:pt x="596" y="691"/>
                  </a:cubicBezTo>
                  <a:lnTo>
                    <a:pt x="596" y="120"/>
                  </a:lnTo>
                  <a:cubicBezTo>
                    <a:pt x="596" y="72"/>
                    <a:pt x="548"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89"/>
            <p:cNvSpPr/>
            <p:nvPr/>
          </p:nvSpPr>
          <p:spPr>
            <a:xfrm>
              <a:off x="3929261" y="4251150"/>
              <a:ext cx="34108" cy="46869"/>
            </a:xfrm>
            <a:custGeom>
              <a:rect b="b" l="l" r="r" t="t"/>
              <a:pathLst>
                <a:path extrusionOk="0" h="1572" w="1144">
                  <a:moveTo>
                    <a:pt x="548" y="334"/>
                  </a:moveTo>
                  <a:cubicBezTo>
                    <a:pt x="596" y="334"/>
                    <a:pt x="667" y="357"/>
                    <a:pt x="667" y="429"/>
                  </a:cubicBezTo>
                  <a:cubicBezTo>
                    <a:pt x="691" y="476"/>
                    <a:pt x="643" y="572"/>
                    <a:pt x="548" y="572"/>
                  </a:cubicBezTo>
                  <a:lnTo>
                    <a:pt x="357" y="572"/>
                  </a:lnTo>
                  <a:lnTo>
                    <a:pt x="357" y="334"/>
                  </a:lnTo>
                  <a:close/>
                  <a:moveTo>
                    <a:pt x="596" y="929"/>
                  </a:moveTo>
                  <a:cubicBezTo>
                    <a:pt x="691" y="929"/>
                    <a:pt x="762" y="976"/>
                    <a:pt x="786" y="1048"/>
                  </a:cubicBezTo>
                  <a:cubicBezTo>
                    <a:pt x="810" y="1167"/>
                    <a:pt x="715" y="1262"/>
                    <a:pt x="643" y="1262"/>
                  </a:cubicBezTo>
                  <a:lnTo>
                    <a:pt x="357" y="1262"/>
                  </a:lnTo>
                  <a:lnTo>
                    <a:pt x="357" y="929"/>
                  </a:lnTo>
                  <a:close/>
                  <a:moveTo>
                    <a:pt x="191" y="0"/>
                  </a:moveTo>
                  <a:cubicBezTo>
                    <a:pt x="95" y="0"/>
                    <a:pt x="0" y="95"/>
                    <a:pt x="0" y="191"/>
                  </a:cubicBezTo>
                  <a:lnTo>
                    <a:pt x="0" y="1429"/>
                  </a:lnTo>
                  <a:lnTo>
                    <a:pt x="0" y="1500"/>
                  </a:lnTo>
                  <a:cubicBezTo>
                    <a:pt x="72" y="1548"/>
                    <a:pt x="119" y="1572"/>
                    <a:pt x="214" y="1572"/>
                  </a:cubicBezTo>
                  <a:lnTo>
                    <a:pt x="643" y="1572"/>
                  </a:lnTo>
                  <a:cubicBezTo>
                    <a:pt x="905" y="1572"/>
                    <a:pt x="1143" y="1334"/>
                    <a:pt x="1143" y="1072"/>
                  </a:cubicBezTo>
                  <a:cubicBezTo>
                    <a:pt x="1143" y="929"/>
                    <a:pt x="1072" y="762"/>
                    <a:pt x="953" y="691"/>
                  </a:cubicBezTo>
                  <a:cubicBezTo>
                    <a:pt x="1024" y="595"/>
                    <a:pt x="1024" y="500"/>
                    <a:pt x="1024" y="429"/>
                  </a:cubicBezTo>
                  <a:cubicBezTo>
                    <a:pt x="1000" y="191"/>
                    <a:pt x="786" y="0"/>
                    <a:pt x="5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89"/>
            <p:cNvSpPr/>
            <p:nvPr/>
          </p:nvSpPr>
          <p:spPr>
            <a:xfrm>
              <a:off x="3843334" y="4173750"/>
              <a:ext cx="41920" cy="49016"/>
            </a:xfrm>
            <a:custGeom>
              <a:rect b="b" l="l" r="r" t="t"/>
              <a:pathLst>
                <a:path extrusionOk="0" h="1644" w="1406">
                  <a:moveTo>
                    <a:pt x="715" y="667"/>
                  </a:moveTo>
                  <a:lnTo>
                    <a:pt x="834" y="1001"/>
                  </a:lnTo>
                  <a:lnTo>
                    <a:pt x="572" y="1001"/>
                  </a:lnTo>
                  <a:lnTo>
                    <a:pt x="715" y="667"/>
                  </a:lnTo>
                  <a:close/>
                  <a:moveTo>
                    <a:pt x="691" y="0"/>
                  </a:moveTo>
                  <a:cubicBezTo>
                    <a:pt x="596" y="0"/>
                    <a:pt x="548" y="72"/>
                    <a:pt x="501" y="119"/>
                  </a:cubicBezTo>
                  <a:lnTo>
                    <a:pt x="1" y="1405"/>
                  </a:lnTo>
                  <a:cubicBezTo>
                    <a:pt x="1" y="1548"/>
                    <a:pt x="72" y="1644"/>
                    <a:pt x="143" y="1644"/>
                  </a:cubicBezTo>
                  <a:lnTo>
                    <a:pt x="215" y="1644"/>
                  </a:lnTo>
                  <a:cubicBezTo>
                    <a:pt x="263" y="1644"/>
                    <a:pt x="358" y="1620"/>
                    <a:pt x="358" y="1524"/>
                  </a:cubicBezTo>
                  <a:lnTo>
                    <a:pt x="453" y="1310"/>
                  </a:lnTo>
                  <a:lnTo>
                    <a:pt x="953" y="1310"/>
                  </a:lnTo>
                  <a:lnTo>
                    <a:pt x="1025" y="1524"/>
                  </a:lnTo>
                  <a:cubicBezTo>
                    <a:pt x="1042" y="1594"/>
                    <a:pt x="1111" y="1638"/>
                    <a:pt x="1183" y="1638"/>
                  </a:cubicBezTo>
                  <a:cubicBezTo>
                    <a:pt x="1210" y="1638"/>
                    <a:pt x="1237" y="1632"/>
                    <a:pt x="1263" y="1620"/>
                  </a:cubicBezTo>
                  <a:cubicBezTo>
                    <a:pt x="1334" y="1572"/>
                    <a:pt x="1406" y="1477"/>
                    <a:pt x="1334" y="1382"/>
                  </a:cubicBezTo>
                  <a:lnTo>
                    <a:pt x="858" y="119"/>
                  </a:lnTo>
                  <a:cubicBezTo>
                    <a:pt x="834" y="48"/>
                    <a:pt x="739"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89"/>
            <p:cNvSpPr/>
            <p:nvPr/>
          </p:nvSpPr>
          <p:spPr>
            <a:xfrm>
              <a:off x="3982512" y="4402374"/>
              <a:ext cx="36941" cy="46183"/>
            </a:xfrm>
            <a:custGeom>
              <a:rect b="b" l="l" r="r" t="t"/>
              <a:pathLst>
                <a:path extrusionOk="0" h="1549" w="1239">
                  <a:moveTo>
                    <a:pt x="548" y="310"/>
                  </a:moveTo>
                  <a:cubicBezTo>
                    <a:pt x="834" y="310"/>
                    <a:pt x="881" y="644"/>
                    <a:pt x="881" y="763"/>
                  </a:cubicBezTo>
                  <a:cubicBezTo>
                    <a:pt x="881" y="1072"/>
                    <a:pt x="715" y="1191"/>
                    <a:pt x="572" y="1215"/>
                  </a:cubicBezTo>
                  <a:lnTo>
                    <a:pt x="405" y="1215"/>
                  </a:lnTo>
                  <a:lnTo>
                    <a:pt x="405" y="763"/>
                  </a:lnTo>
                  <a:lnTo>
                    <a:pt x="405" y="310"/>
                  </a:lnTo>
                  <a:close/>
                  <a:moveTo>
                    <a:pt x="119" y="1"/>
                  </a:moveTo>
                  <a:cubicBezTo>
                    <a:pt x="48" y="24"/>
                    <a:pt x="0" y="72"/>
                    <a:pt x="0" y="167"/>
                  </a:cubicBezTo>
                  <a:lnTo>
                    <a:pt x="0" y="786"/>
                  </a:lnTo>
                  <a:cubicBezTo>
                    <a:pt x="48" y="906"/>
                    <a:pt x="48" y="1358"/>
                    <a:pt x="48" y="1358"/>
                  </a:cubicBezTo>
                  <a:cubicBezTo>
                    <a:pt x="48" y="1429"/>
                    <a:pt x="95" y="1501"/>
                    <a:pt x="167" y="1548"/>
                  </a:cubicBezTo>
                  <a:lnTo>
                    <a:pt x="572" y="1548"/>
                  </a:lnTo>
                  <a:cubicBezTo>
                    <a:pt x="953" y="1548"/>
                    <a:pt x="1239" y="1215"/>
                    <a:pt x="1239" y="763"/>
                  </a:cubicBezTo>
                  <a:cubicBezTo>
                    <a:pt x="1239" y="286"/>
                    <a:pt x="953" y="1"/>
                    <a:pt x="5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89"/>
            <p:cNvSpPr/>
            <p:nvPr/>
          </p:nvSpPr>
          <p:spPr>
            <a:xfrm>
              <a:off x="3883107" y="4326375"/>
              <a:ext cx="41204" cy="47615"/>
            </a:xfrm>
            <a:custGeom>
              <a:rect b="b" l="l" r="r" t="t"/>
              <a:pathLst>
                <a:path extrusionOk="0" h="1597" w="1382">
                  <a:moveTo>
                    <a:pt x="746" y="0"/>
                  </a:moveTo>
                  <a:cubicBezTo>
                    <a:pt x="335" y="0"/>
                    <a:pt x="0" y="349"/>
                    <a:pt x="0" y="787"/>
                  </a:cubicBezTo>
                  <a:cubicBezTo>
                    <a:pt x="0" y="1240"/>
                    <a:pt x="357" y="1597"/>
                    <a:pt x="810" y="1597"/>
                  </a:cubicBezTo>
                  <a:cubicBezTo>
                    <a:pt x="1000" y="1597"/>
                    <a:pt x="1143" y="1526"/>
                    <a:pt x="1262" y="1406"/>
                  </a:cubicBezTo>
                  <a:lnTo>
                    <a:pt x="1310" y="1359"/>
                  </a:lnTo>
                  <a:cubicBezTo>
                    <a:pt x="1381" y="1287"/>
                    <a:pt x="1381" y="1168"/>
                    <a:pt x="1286" y="1121"/>
                  </a:cubicBezTo>
                  <a:cubicBezTo>
                    <a:pt x="1264" y="1088"/>
                    <a:pt x="1227" y="1070"/>
                    <a:pt x="1186" y="1070"/>
                  </a:cubicBezTo>
                  <a:cubicBezTo>
                    <a:pt x="1138" y="1070"/>
                    <a:pt x="1086" y="1093"/>
                    <a:pt x="1048" y="1145"/>
                  </a:cubicBezTo>
                  <a:lnTo>
                    <a:pt x="1024" y="1168"/>
                  </a:lnTo>
                  <a:cubicBezTo>
                    <a:pt x="953" y="1240"/>
                    <a:pt x="881" y="1264"/>
                    <a:pt x="786" y="1264"/>
                  </a:cubicBezTo>
                  <a:cubicBezTo>
                    <a:pt x="548" y="1264"/>
                    <a:pt x="334" y="1049"/>
                    <a:pt x="334" y="811"/>
                  </a:cubicBezTo>
                  <a:cubicBezTo>
                    <a:pt x="334" y="573"/>
                    <a:pt x="548" y="359"/>
                    <a:pt x="786" y="359"/>
                  </a:cubicBezTo>
                  <a:cubicBezTo>
                    <a:pt x="881" y="359"/>
                    <a:pt x="953" y="406"/>
                    <a:pt x="1048" y="454"/>
                  </a:cubicBezTo>
                  <a:cubicBezTo>
                    <a:pt x="1081" y="479"/>
                    <a:pt x="1114" y="489"/>
                    <a:pt x="1146" y="489"/>
                  </a:cubicBezTo>
                  <a:cubicBezTo>
                    <a:pt x="1204" y="489"/>
                    <a:pt x="1255" y="453"/>
                    <a:pt x="1286" y="406"/>
                  </a:cubicBezTo>
                  <a:cubicBezTo>
                    <a:pt x="1358" y="311"/>
                    <a:pt x="1310" y="216"/>
                    <a:pt x="1239" y="168"/>
                  </a:cubicBezTo>
                  <a:cubicBezTo>
                    <a:pt x="1119" y="73"/>
                    <a:pt x="929" y="1"/>
                    <a:pt x="786" y="1"/>
                  </a:cubicBezTo>
                  <a:cubicBezTo>
                    <a:pt x="773" y="1"/>
                    <a:pt x="759" y="0"/>
                    <a:pt x="7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89"/>
            <p:cNvSpPr/>
            <p:nvPr/>
          </p:nvSpPr>
          <p:spPr>
            <a:xfrm>
              <a:off x="3670792" y="4150315"/>
              <a:ext cx="356468" cy="353606"/>
            </a:xfrm>
            <a:custGeom>
              <a:rect b="b" l="l" r="r" t="t"/>
              <a:pathLst>
                <a:path extrusionOk="0" h="11860" w="11956">
                  <a:moveTo>
                    <a:pt x="3430" y="1072"/>
                  </a:moveTo>
                  <a:lnTo>
                    <a:pt x="3430" y="2287"/>
                  </a:lnTo>
                  <a:lnTo>
                    <a:pt x="1120" y="2287"/>
                  </a:lnTo>
                  <a:lnTo>
                    <a:pt x="1120" y="1072"/>
                  </a:lnTo>
                  <a:close/>
                  <a:moveTo>
                    <a:pt x="4787" y="1072"/>
                  </a:moveTo>
                  <a:lnTo>
                    <a:pt x="4787" y="2287"/>
                  </a:lnTo>
                  <a:lnTo>
                    <a:pt x="3787" y="2287"/>
                  </a:lnTo>
                  <a:lnTo>
                    <a:pt x="3787" y="1072"/>
                  </a:lnTo>
                  <a:close/>
                  <a:moveTo>
                    <a:pt x="5526" y="3573"/>
                  </a:moveTo>
                  <a:lnTo>
                    <a:pt x="5526" y="4787"/>
                  </a:lnTo>
                  <a:lnTo>
                    <a:pt x="1120" y="4787"/>
                  </a:lnTo>
                  <a:lnTo>
                    <a:pt x="1120" y="3573"/>
                  </a:lnTo>
                  <a:close/>
                  <a:moveTo>
                    <a:pt x="4216" y="6073"/>
                  </a:moveTo>
                  <a:lnTo>
                    <a:pt x="4216" y="7288"/>
                  </a:lnTo>
                  <a:lnTo>
                    <a:pt x="1120" y="7288"/>
                  </a:lnTo>
                  <a:lnTo>
                    <a:pt x="1120" y="6073"/>
                  </a:lnTo>
                  <a:close/>
                  <a:moveTo>
                    <a:pt x="6050" y="6073"/>
                  </a:moveTo>
                  <a:lnTo>
                    <a:pt x="6050" y="7288"/>
                  </a:lnTo>
                  <a:lnTo>
                    <a:pt x="4549" y="7288"/>
                  </a:lnTo>
                  <a:lnTo>
                    <a:pt x="4549" y="6073"/>
                  </a:lnTo>
                  <a:close/>
                  <a:moveTo>
                    <a:pt x="9384" y="8597"/>
                  </a:moveTo>
                  <a:lnTo>
                    <a:pt x="9384" y="9812"/>
                  </a:lnTo>
                  <a:lnTo>
                    <a:pt x="7455" y="9812"/>
                  </a:lnTo>
                  <a:lnTo>
                    <a:pt x="7455" y="8597"/>
                  </a:lnTo>
                  <a:close/>
                  <a:moveTo>
                    <a:pt x="11598" y="10955"/>
                  </a:moveTo>
                  <a:lnTo>
                    <a:pt x="11598" y="11431"/>
                  </a:lnTo>
                  <a:lnTo>
                    <a:pt x="429" y="11431"/>
                  </a:lnTo>
                  <a:lnTo>
                    <a:pt x="429" y="10955"/>
                  </a:lnTo>
                  <a:close/>
                  <a:moveTo>
                    <a:pt x="929" y="0"/>
                  </a:moveTo>
                  <a:cubicBezTo>
                    <a:pt x="810" y="0"/>
                    <a:pt x="715" y="48"/>
                    <a:pt x="715" y="167"/>
                  </a:cubicBezTo>
                  <a:lnTo>
                    <a:pt x="715" y="1572"/>
                  </a:lnTo>
                  <a:lnTo>
                    <a:pt x="525" y="1572"/>
                  </a:lnTo>
                  <a:cubicBezTo>
                    <a:pt x="429" y="1572"/>
                    <a:pt x="334" y="1620"/>
                    <a:pt x="334" y="1715"/>
                  </a:cubicBezTo>
                  <a:cubicBezTo>
                    <a:pt x="334" y="1834"/>
                    <a:pt x="406" y="1929"/>
                    <a:pt x="525" y="1929"/>
                  </a:cubicBezTo>
                  <a:lnTo>
                    <a:pt x="715" y="1929"/>
                  </a:lnTo>
                  <a:lnTo>
                    <a:pt x="715" y="4073"/>
                  </a:lnTo>
                  <a:lnTo>
                    <a:pt x="525" y="4073"/>
                  </a:lnTo>
                  <a:cubicBezTo>
                    <a:pt x="429" y="4073"/>
                    <a:pt x="334" y="4120"/>
                    <a:pt x="334" y="4216"/>
                  </a:cubicBezTo>
                  <a:cubicBezTo>
                    <a:pt x="334" y="4335"/>
                    <a:pt x="406" y="4430"/>
                    <a:pt x="525" y="4430"/>
                  </a:cubicBezTo>
                  <a:lnTo>
                    <a:pt x="715" y="4430"/>
                  </a:lnTo>
                  <a:lnTo>
                    <a:pt x="715" y="6597"/>
                  </a:lnTo>
                  <a:lnTo>
                    <a:pt x="525" y="6597"/>
                  </a:lnTo>
                  <a:cubicBezTo>
                    <a:pt x="429" y="6597"/>
                    <a:pt x="334" y="6668"/>
                    <a:pt x="334" y="6740"/>
                  </a:cubicBezTo>
                  <a:cubicBezTo>
                    <a:pt x="334" y="6859"/>
                    <a:pt x="406" y="6954"/>
                    <a:pt x="525" y="6954"/>
                  </a:cubicBezTo>
                  <a:lnTo>
                    <a:pt x="715" y="6954"/>
                  </a:lnTo>
                  <a:lnTo>
                    <a:pt x="715" y="9121"/>
                  </a:lnTo>
                  <a:lnTo>
                    <a:pt x="525" y="9121"/>
                  </a:lnTo>
                  <a:cubicBezTo>
                    <a:pt x="429" y="9121"/>
                    <a:pt x="334" y="9193"/>
                    <a:pt x="334" y="9288"/>
                  </a:cubicBezTo>
                  <a:cubicBezTo>
                    <a:pt x="334" y="9407"/>
                    <a:pt x="406" y="9479"/>
                    <a:pt x="525" y="9479"/>
                  </a:cubicBezTo>
                  <a:lnTo>
                    <a:pt x="715" y="9479"/>
                  </a:lnTo>
                  <a:lnTo>
                    <a:pt x="715" y="10717"/>
                  </a:lnTo>
                  <a:lnTo>
                    <a:pt x="310" y="10717"/>
                  </a:lnTo>
                  <a:cubicBezTo>
                    <a:pt x="167" y="10717"/>
                    <a:pt x="1" y="10836"/>
                    <a:pt x="1" y="11003"/>
                  </a:cubicBezTo>
                  <a:lnTo>
                    <a:pt x="1" y="11574"/>
                  </a:lnTo>
                  <a:cubicBezTo>
                    <a:pt x="1" y="11717"/>
                    <a:pt x="120" y="11860"/>
                    <a:pt x="310" y="11860"/>
                  </a:cubicBezTo>
                  <a:lnTo>
                    <a:pt x="11598" y="11860"/>
                  </a:lnTo>
                  <a:cubicBezTo>
                    <a:pt x="11741" y="11860"/>
                    <a:pt x="11884" y="11741"/>
                    <a:pt x="11884" y="11574"/>
                  </a:cubicBezTo>
                  <a:lnTo>
                    <a:pt x="11884" y="11003"/>
                  </a:lnTo>
                  <a:cubicBezTo>
                    <a:pt x="11956" y="10741"/>
                    <a:pt x="11813" y="10598"/>
                    <a:pt x="11646" y="10598"/>
                  </a:cubicBezTo>
                  <a:lnTo>
                    <a:pt x="1120" y="10598"/>
                  </a:lnTo>
                  <a:lnTo>
                    <a:pt x="1120" y="10145"/>
                  </a:lnTo>
                  <a:lnTo>
                    <a:pt x="9479" y="10145"/>
                  </a:lnTo>
                  <a:cubicBezTo>
                    <a:pt x="9622" y="10145"/>
                    <a:pt x="9717" y="10026"/>
                    <a:pt x="9717" y="9907"/>
                  </a:cubicBezTo>
                  <a:lnTo>
                    <a:pt x="9717" y="8407"/>
                  </a:lnTo>
                  <a:cubicBezTo>
                    <a:pt x="9717" y="8335"/>
                    <a:pt x="9622" y="8240"/>
                    <a:pt x="9550" y="8240"/>
                  </a:cubicBezTo>
                  <a:lnTo>
                    <a:pt x="3144" y="8240"/>
                  </a:lnTo>
                  <a:cubicBezTo>
                    <a:pt x="3120" y="8240"/>
                    <a:pt x="3049" y="8264"/>
                    <a:pt x="3025" y="8288"/>
                  </a:cubicBezTo>
                  <a:cubicBezTo>
                    <a:pt x="2930" y="8455"/>
                    <a:pt x="3025" y="8597"/>
                    <a:pt x="3168" y="8597"/>
                  </a:cubicBezTo>
                  <a:lnTo>
                    <a:pt x="7121" y="8597"/>
                  </a:lnTo>
                  <a:lnTo>
                    <a:pt x="7121" y="9812"/>
                  </a:lnTo>
                  <a:lnTo>
                    <a:pt x="1120" y="9812"/>
                  </a:lnTo>
                  <a:lnTo>
                    <a:pt x="1120" y="8597"/>
                  </a:lnTo>
                  <a:lnTo>
                    <a:pt x="2334" y="8597"/>
                  </a:lnTo>
                  <a:cubicBezTo>
                    <a:pt x="2430" y="8597"/>
                    <a:pt x="2501" y="8526"/>
                    <a:pt x="2501" y="8455"/>
                  </a:cubicBezTo>
                  <a:cubicBezTo>
                    <a:pt x="2501" y="8335"/>
                    <a:pt x="2454" y="8240"/>
                    <a:pt x="2334" y="8240"/>
                  </a:cubicBezTo>
                  <a:lnTo>
                    <a:pt x="1072" y="8240"/>
                  </a:lnTo>
                  <a:lnTo>
                    <a:pt x="1072" y="7645"/>
                  </a:lnTo>
                  <a:lnTo>
                    <a:pt x="6121" y="7645"/>
                  </a:lnTo>
                  <a:cubicBezTo>
                    <a:pt x="6264" y="7645"/>
                    <a:pt x="6359" y="7526"/>
                    <a:pt x="6359" y="7407"/>
                  </a:cubicBezTo>
                  <a:lnTo>
                    <a:pt x="6359" y="5978"/>
                  </a:lnTo>
                  <a:cubicBezTo>
                    <a:pt x="6359" y="5835"/>
                    <a:pt x="6240" y="5740"/>
                    <a:pt x="6121" y="5740"/>
                  </a:cubicBezTo>
                  <a:lnTo>
                    <a:pt x="1072" y="5740"/>
                  </a:lnTo>
                  <a:lnTo>
                    <a:pt x="1072" y="5144"/>
                  </a:lnTo>
                  <a:lnTo>
                    <a:pt x="6312" y="5144"/>
                  </a:lnTo>
                  <a:cubicBezTo>
                    <a:pt x="6407" y="5144"/>
                    <a:pt x="6502" y="5073"/>
                    <a:pt x="6502" y="5001"/>
                  </a:cubicBezTo>
                  <a:cubicBezTo>
                    <a:pt x="6502" y="4882"/>
                    <a:pt x="6431" y="4787"/>
                    <a:pt x="6312" y="4787"/>
                  </a:cubicBezTo>
                  <a:lnTo>
                    <a:pt x="5811" y="4787"/>
                  </a:lnTo>
                  <a:lnTo>
                    <a:pt x="5811" y="3573"/>
                  </a:lnTo>
                  <a:lnTo>
                    <a:pt x="7550" y="3573"/>
                  </a:lnTo>
                  <a:lnTo>
                    <a:pt x="7550" y="4787"/>
                  </a:lnTo>
                  <a:lnTo>
                    <a:pt x="7097" y="4787"/>
                  </a:lnTo>
                  <a:cubicBezTo>
                    <a:pt x="7002" y="4787"/>
                    <a:pt x="6907" y="4835"/>
                    <a:pt x="6907" y="4930"/>
                  </a:cubicBezTo>
                  <a:cubicBezTo>
                    <a:pt x="6907" y="5049"/>
                    <a:pt x="6978" y="5144"/>
                    <a:pt x="7097" y="5144"/>
                  </a:cubicBezTo>
                  <a:lnTo>
                    <a:pt x="7669" y="5144"/>
                  </a:lnTo>
                  <a:cubicBezTo>
                    <a:pt x="7812" y="5144"/>
                    <a:pt x="7907" y="5025"/>
                    <a:pt x="7907" y="4906"/>
                  </a:cubicBezTo>
                  <a:lnTo>
                    <a:pt x="7907" y="3477"/>
                  </a:lnTo>
                  <a:cubicBezTo>
                    <a:pt x="7907" y="3334"/>
                    <a:pt x="7788" y="3239"/>
                    <a:pt x="7669" y="3239"/>
                  </a:cubicBezTo>
                  <a:lnTo>
                    <a:pt x="1072" y="3239"/>
                  </a:lnTo>
                  <a:lnTo>
                    <a:pt x="1072" y="2668"/>
                  </a:lnTo>
                  <a:lnTo>
                    <a:pt x="4835" y="2668"/>
                  </a:lnTo>
                  <a:cubicBezTo>
                    <a:pt x="4978" y="2668"/>
                    <a:pt x="5073" y="2549"/>
                    <a:pt x="5073" y="2430"/>
                  </a:cubicBezTo>
                  <a:lnTo>
                    <a:pt x="5073" y="1001"/>
                  </a:lnTo>
                  <a:cubicBezTo>
                    <a:pt x="5073" y="858"/>
                    <a:pt x="4954" y="763"/>
                    <a:pt x="4835" y="763"/>
                  </a:cubicBezTo>
                  <a:lnTo>
                    <a:pt x="1072" y="763"/>
                  </a:lnTo>
                  <a:lnTo>
                    <a:pt x="1072" y="167"/>
                  </a:lnTo>
                  <a:cubicBezTo>
                    <a:pt x="1072" y="72"/>
                    <a:pt x="1025"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2" name="Google Shape;19982;p89"/>
          <p:cNvGrpSpPr/>
          <p:nvPr/>
        </p:nvGrpSpPr>
        <p:grpSpPr>
          <a:xfrm>
            <a:off x="4030376" y="4147482"/>
            <a:ext cx="355755" cy="352205"/>
            <a:chOff x="4373264" y="4147482"/>
            <a:chExt cx="355755" cy="352205"/>
          </a:xfrm>
        </p:grpSpPr>
        <p:sp>
          <p:nvSpPr>
            <p:cNvPr id="19983" name="Google Shape;19983;p89"/>
            <p:cNvSpPr/>
            <p:nvPr/>
          </p:nvSpPr>
          <p:spPr>
            <a:xfrm>
              <a:off x="4576306" y="4151746"/>
              <a:ext cx="146302" cy="146869"/>
            </a:xfrm>
            <a:custGeom>
              <a:rect b="b" l="l" r="r" t="t"/>
              <a:pathLst>
                <a:path extrusionOk="0" h="4926" w="4907">
                  <a:moveTo>
                    <a:pt x="72" y="0"/>
                  </a:moveTo>
                  <a:cubicBezTo>
                    <a:pt x="25" y="0"/>
                    <a:pt x="1" y="24"/>
                    <a:pt x="1" y="72"/>
                  </a:cubicBezTo>
                  <a:lnTo>
                    <a:pt x="1" y="4906"/>
                  </a:lnTo>
                  <a:lnTo>
                    <a:pt x="4859" y="4906"/>
                  </a:lnTo>
                  <a:cubicBezTo>
                    <a:pt x="4866" y="4920"/>
                    <a:pt x="4873" y="4926"/>
                    <a:pt x="4879" y="4926"/>
                  </a:cubicBezTo>
                  <a:cubicBezTo>
                    <a:pt x="4895" y="4926"/>
                    <a:pt x="4907" y="4892"/>
                    <a:pt x="4907" y="4858"/>
                  </a:cubicBezTo>
                  <a:cubicBezTo>
                    <a:pt x="4883" y="2215"/>
                    <a:pt x="2740" y="72"/>
                    <a:pt x="7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89"/>
            <p:cNvSpPr/>
            <p:nvPr/>
          </p:nvSpPr>
          <p:spPr>
            <a:xfrm>
              <a:off x="4604005" y="4154579"/>
              <a:ext cx="118604" cy="143440"/>
            </a:xfrm>
            <a:custGeom>
              <a:rect b="b" l="l" r="r" t="t"/>
              <a:pathLst>
                <a:path extrusionOk="0" h="4811" w="3978">
                  <a:moveTo>
                    <a:pt x="1" y="0"/>
                  </a:moveTo>
                  <a:lnTo>
                    <a:pt x="1" y="0"/>
                  </a:lnTo>
                  <a:cubicBezTo>
                    <a:pt x="1954" y="715"/>
                    <a:pt x="3430" y="2596"/>
                    <a:pt x="3454" y="4811"/>
                  </a:cubicBezTo>
                  <a:lnTo>
                    <a:pt x="3930" y="4811"/>
                  </a:lnTo>
                  <a:cubicBezTo>
                    <a:pt x="3954" y="4811"/>
                    <a:pt x="3978" y="4787"/>
                    <a:pt x="3978" y="4763"/>
                  </a:cubicBezTo>
                  <a:cubicBezTo>
                    <a:pt x="3954" y="2406"/>
                    <a:pt x="2239" y="453"/>
                    <a:pt x="1"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89"/>
            <p:cNvSpPr/>
            <p:nvPr/>
          </p:nvSpPr>
          <p:spPr>
            <a:xfrm>
              <a:off x="4380360" y="4158842"/>
              <a:ext cx="337297" cy="337297"/>
            </a:xfrm>
            <a:custGeom>
              <a:rect b="b" l="l" r="r" t="t"/>
              <a:pathLst>
                <a:path extrusionOk="0" h="11313" w="11313">
                  <a:moveTo>
                    <a:pt x="5573" y="0"/>
                  </a:moveTo>
                  <a:cubicBezTo>
                    <a:pt x="2477" y="24"/>
                    <a:pt x="0" y="2572"/>
                    <a:pt x="0" y="5668"/>
                  </a:cubicBezTo>
                  <a:cubicBezTo>
                    <a:pt x="0" y="8788"/>
                    <a:pt x="2525" y="11312"/>
                    <a:pt x="5644" y="11312"/>
                  </a:cubicBezTo>
                  <a:cubicBezTo>
                    <a:pt x="8740" y="11312"/>
                    <a:pt x="11288" y="8812"/>
                    <a:pt x="11312" y="5739"/>
                  </a:cubicBezTo>
                  <a:cubicBezTo>
                    <a:pt x="11312" y="5716"/>
                    <a:pt x="11288" y="5692"/>
                    <a:pt x="11241" y="5692"/>
                  </a:cubicBezTo>
                  <a:lnTo>
                    <a:pt x="5692" y="5692"/>
                  </a:lnTo>
                  <a:lnTo>
                    <a:pt x="5692" y="191"/>
                  </a:lnTo>
                  <a:cubicBezTo>
                    <a:pt x="5620" y="119"/>
                    <a:pt x="5597" y="72"/>
                    <a:pt x="5573"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89"/>
            <p:cNvSpPr/>
            <p:nvPr/>
          </p:nvSpPr>
          <p:spPr>
            <a:xfrm>
              <a:off x="4466258" y="4327836"/>
              <a:ext cx="250685" cy="168306"/>
            </a:xfrm>
            <a:custGeom>
              <a:rect b="b" l="l" r="r" t="t"/>
              <a:pathLst>
                <a:path extrusionOk="0" h="5645" w="8408">
                  <a:moveTo>
                    <a:pt x="7955" y="0"/>
                  </a:moveTo>
                  <a:cubicBezTo>
                    <a:pt x="7836" y="3001"/>
                    <a:pt x="5335" y="5406"/>
                    <a:pt x="2287" y="5406"/>
                  </a:cubicBezTo>
                  <a:cubicBezTo>
                    <a:pt x="1453" y="5406"/>
                    <a:pt x="691" y="5239"/>
                    <a:pt x="1" y="4930"/>
                  </a:cubicBezTo>
                  <a:lnTo>
                    <a:pt x="1" y="4930"/>
                  </a:lnTo>
                  <a:cubicBezTo>
                    <a:pt x="810" y="5382"/>
                    <a:pt x="1763" y="5644"/>
                    <a:pt x="2739" y="5644"/>
                  </a:cubicBezTo>
                  <a:cubicBezTo>
                    <a:pt x="5835" y="5644"/>
                    <a:pt x="8360" y="3167"/>
                    <a:pt x="8407" y="71"/>
                  </a:cubicBezTo>
                  <a:cubicBezTo>
                    <a:pt x="8407" y="24"/>
                    <a:pt x="8360" y="0"/>
                    <a:pt x="8360"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89"/>
            <p:cNvSpPr/>
            <p:nvPr/>
          </p:nvSpPr>
          <p:spPr>
            <a:xfrm>
              <a:off x="4373264" y="4152432"/>
              <a:ext cx="347941" cy="347255"/>
            </a:xfrm>
            <a:custGeom>
              <a:rect b="b" l="l" r="r" t="t"/>
              <a:pathLst>
                <a:path extrusionOk="0" h="11647" w="11670">
                  <a:moveTo>
                    <a:pt x="5763" y="1"/>
                  </a:moveTo>
                  <a:cubicBezTo>
                    <a:pt x="4215" y="49"/>
                    <a:pt x="2786" y="644"/>
                    <a:pt x="1691" y="1739"/>
                  </a:cubicBezTo>
                  <a:cubicBezTo>
                    <a:pt x="619" y="2835"/>
                    <a:pt x="0" y="4287"/>
                    <a:pt x="0" y="5835"/>
                  </a:cubicBezTo>
                  <a:cubicBezTo>
                    <a:pt x="0" y="6693"/>
                    <a:pt x="167" y="7574"/>
                    <a:pt x="572" y="8336"/>
                  </a:cubicBezTo>
                  <a:cubicBezTo>
                    <a:pt x="590" y="8409"/>
                    <a:pt x="664" y="8440"/>
                    <a:pt x="740" y="8440"/>
                  </a:cubicBezTo>
                  <a:cubicBezTo>
                    <a:pt x="763" y="8440"/>
                    <a:pt x="787" y="8437"/>
                    <a:pt x="810" y="8431"/>
                  </a:cubicBezTo>
                  <a:cubicBezTo>
                    <a:pt x="881" y="8407"/>
                    <a:pt x="929" y="8288"/>
                    <a:pt x="881" y="8193"/>
                  </a:cubicBezTo>
                  <a:cubicBezTo>
                    <a:pt x="524" y="7455"/>
                    <a:pt x="357" y="6669"/>
                    <a:pt x="357" y="5835"/>
                  </a:cubicBezTo>
                  <a:cubicBezTo>
                    <a:pt x="357" y="4383"/>
                    <a:pt x="929" y="3002"/>
                    <a:pt x="1929" y="2001"/>
                  </a:cubicBezTo>
                  <a:cubicBezTo>
                    <a:pt x="2905" y="1001"/>
                    <a:pt x="4239" y="430"/>
                    <a:pt x="5644" y="358"/>
                  </a:cubicBezTo>
                  <a:lnTo>
                    <a:pt x="5644" y="5835"/>
                  </a:lnTo>
                  <a:cubicBezTo>
                    <a:pt x="5644" y="5931"/>
                    <a:pt x="5739" y="6026"/>
                    <a:pt x="5835" y="6026"/>
                  </a:cubicBezTo>
                  <a:lnTo>
                    <a:pt x="11312" y="6026"/>
                  </a:lnTo>
                  <a:cubicBezTo>
                    <a:pt x="11288" y="7431"/>
                    <a:pt x="10693" y="8765"/>
                    <a:pt x="9669" y="9741"/>
                  </a:cubicBezTo>
                  <a:cubicBezTo>
                    <a:pt x="8621" y="10741"/>
                    <a:pt x="7263" y="11313"/>
                    <a:pt x="5835" y="11313"/>
                  </a:cubicBezTo>
                  <a:cubicBezTo>
                    <a:pt x="3977" y="11313"/>
                    <a:pt x="2286" y="10384"/>
                    <a:pt x="1262" y="8884"/>
                  </a:cubicBezTo>
                  <a:cubicBezTo>
                    <a:pt x="1230" y="8820"/>
                    <a:pt x="1178" y="8799"/>
                    <a:pt x="1125" y="8799"/>
                  </a:cubicBezTo>
                  <a:cubicBezTo>
                    <a:pt x="1098" y="8799"/>
                    <a:pt x="1072" y="8804"/>
                    <a:pt x="1048" y="8812"/>
                  </a:cubicBezTo>
                  <a:cubicBezTo>
                    <a:pt x="953" y="8884"/>
                    <a:pt x="953" y="8955"/>
                    <a:pt x="976" y="9050"/>
                  </a:cubicBezTo>
                  <a:cubicBezTo>
                    <a:pt x="2072" y="10694"/>
                    <a:pt x="3858" y="11646"/>
                    <a:pt x="5835" y="11646"/>
                  </a:cubicBezTo>
                  <a:cubicBezTo>
                    <a:pt x="7383" y="11646"/>
                    <a:pt x="8835" y="11051"/>
                    <a:pt x="9931" y="9955"/>
                  </a:cubicBezTo>
                  <a:cubicBezTo>
                    <a:pt x="11026" y="8884"/>
                    <a:pt x="11622" y="7407"/>
                    <a:pt x="11669" y="5859"/>
                  </a:cubicBezTo>
                  <a:cubicBezTo>
                    <a:pt x="11669" y="5812"/>
                    <a:pt x="11622" y="5740"/>
                    <a:pt x="11598" y="5693"/>
                  </a:cubicBezTo>
                  <a:cubicBezTo>
                    <a:pt x="11582" y="5700"/>
                    <a:pt x="11563" y="5703"/>
                    <a:pt x="11544" y="5703"/>
                  </a:cubicBezTo>
                  <a:cubicBezTo>
                    <a:pt x="11505" y="5703"/>
                    <a:pt x="11463" y="5693"/>
                    <a:pt x="11431" y="5693"/>
                  </a:cubicBezTo>
                  <a:lnTo>
                    <a:pt x="6001" y="5693"/>
                  </a:lnTo>
                  <a:lnTo>
                    <a:pt x="6001" y="287"/>
                  </a:lnTo>
                  <a:cubicBezTo>
                    <a:pt x="6001" y="215"/>
                    <a:pt x="6001" y="191"/>
                    <a:pt x="5977" y="120"/>
                  </a:cubicBezTo>
                  <a:cubicBezTo>
                    <a:pt x="5930" y="72"/>
                    <a:pt x="5858" y="1"/>
                    <a:pt x="57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89"/>
            <p:cNvSpPr/>
            <p:nvPr/>
          </p:nvSpPr>
          <p:spPr>
            <a:xfrm>
              <a:off x="4571357" y="4147482"/>
              <a:ext cx="157662" cy="156946"/>
            </a:xfrm>
            <a:custGeom>
              <a:rect b="b" l="l" r="r" t="t"/>
              <a:pathLst>
                <a:path extrusionOk="0" h="5264" w="5288">
                  <a:moveTo>
                    <a:pt x="238" y="0"/>
                  </a:moveTo>
                  <a:cubicBezTo>
                    <a:pt x="143" y="0"/>
                    <a:pt x="24" y="48"/>
                    <a:pt x="0" y="167"/>
                  </a:cubicBezTo>
                  <a:lnTo>
                    <a:pt x="0" y="238"/>
                  </a:lnTo>
                  <a:lnTo>
                    <a:pt x="0" y="3382"/>
                  </a:lnTo>
                  <a:cubicBezTo>
                    <a:pt x="0" y="3429"/>
                    <a:pt x="24" y="3477"/>
                    <a:pt x="48" y="3477"/>
                  </a:cubicBezTo>
                  <a:cubicBezTo>
                    <a:pt x="89" y="3504"/>
                    <a:pt x="132" y="3516"/>
                    <a:pt x="172" y="3516"/>
                  </a:cubicBezTo>
                  <a:cubicBezTo>
                    <a:pt x="272" y="3516"/>
                    <a:pt x="358" y="3443"/>
                    <a:pt x="358" y="3358"/>
                  </a:cubicBezTo>
                  <a:lnTo>
                    <a:pt x="358" y="357"/>
                  </a:lnTo>
                  <a:cubicBezTo>
                    <a:pt x="1548" y="381"/>
                    <a:pt x="2668" y="881"/>
                    <a:pt x="3525" y="1762"/>
                  </a:cubicBezTo>
                  <a:cubicBezTo>
                    <a:pt x="4406" y="2620"/>
                    <a:pt x="4882" y="3715"/>
                    <a:pt x="4930" y="4930"/>
                  </a:cubicBezTo>
                  <a:lnTo>
                    <a:pt x="381" y="4930"/>
                  </a:lnTo>
                  <a:lnTo>
                    <a:pt x="381" y="4144"/>
                  </a:lnTo>
                  <a:cubicBezTo>
                    <a:pt x="381" y="4096"/>
                    <a:pt x="358" y="4049"/>
                    <a:pt x="310" y="4049"/>
                  </a:cubicBezTo>
                  <a:cubicBezTo>
                    <a:pt x="269" y="4021"/>
                    <a:pt x="228" y="4010"/>
                    <a:pt x="191" y="4010"/>
                  </a:cubicBezTo>
                  <a:cubicBezTo>
                    <a:pt x="97" y="4010"/>
                    <a:pt x="24" y="4083"/>
                    <a:pt x="24" y="4168"/>
                  </a:cubicBezTo>
                  <a:lnTo>
                    <a:pt x="24" y="5144"/>
                  </a:lnTo>
                  <a:cubicBezTo>
                    <a:pt x="24" y="5216"/>
                    <a:pt x="72" y="5263"/>
                    <a:pt x="143" y="5263"/>
                  </a:cubicBezTo>
                  <a:lnTo>
                    <a:pt x="5120" y="5263"/>
                  </a:lnTo>
                  <a:cubicBezTo>
                    <a:pt x="5239" y="5239"/>
                    <a:pt x="5287" y="5144"/>
                    <a:pt x="5263" y="5025"/>
                  </a:cubicBezTo>
                  <a:cubicBezTo>
                    <a:pt x="5239" y="3691"/>
                    <a:pt x="4692" y="2429"/>
                    <a:pt x="3739" y="1477"/>
                  </a:cubicBezTo>
                  <a:cubicBezTo>
                    <a:pt x="2787" y="524"/>
                    <a:pt x="1548" y="24"/>
                    <a:pt x="2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9" name="Google Shape;19989;p89"/>
          <p:cNvGrpSpPr/>
          <p:nvPr/>
        </p:nvGrpSpPr>
        <p:grpSpPr>
          <a:xfrm>
            <a:off x="4767127" y="4147482"/>
            <a:ext cx="354321" cy="355037"/>
            <a:chOff x="4957614" y="4147482"/>
            <a:chExt cx="354321" cy="355037"/>
          </a:xfrm>
        </p:grpSpPr>
        <p:sp>
          <p:nvSpPr>
            <p:cNvPr id="19990" name="Google Shape;19990;p89"/>
            <p:cNvSpPr/>
            <p:nvPr/>
          </p:nvSpPr>
          <p:spPr>
            <a:xfrm>
              <a:off x="5049207" y="4280250"/>
              <a:ext cx="27012" cy="27012"/>
            </a:xfrm>
            <a:custGeom>
              <a:rect b="b" l="l" r="r" t="t"/>
              <a:pathLst>
                <a:path extrusionOk="0" h="906" w="906">
                  <a:moveTo>
                    <a:pt x="453" y="0"/>
                  </a:moveTo>
                  <a:cubicBezTo>
                    <a:pt x="215" y="0"/>
                    <a:pt x="0" y="215"/>
                    <a:pt x="0" y="453"/>
                  </a:cubicBezTo>
                  <a:cubicBezTo>
                    <a:pt x="0" y="691"/>
                    <a:pt x="215" y="905"/>
                    <a:pt x="453" y="905"/>
                  </a:cubicBezTo>
                  <a:cubicBezTo>
                    <a:pt x="691" y="905"/>
                    <a:pt x="905" y="691"/>
                    <a:pt x="905" y="453"/>
                  </a:cubicBezTo>
                  <a:cubicBezTo>
                    <a:pt x="905" y="215"/>
                    <a:pt x="691" y="0"/>
                    <a:pt x="453"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89"/>
            <p:cNvSpPr/>
            <p:nvPr/>
          </p:nvSpPr>
          <p:spPr>
            <a:xfrm>
              <a:off x="5129440" y="4296589"/>
              <a:ext cx="26297" cy="26297"/>
            </a:xfrm>
            <a:custGeom>
              <a:rect b="b" l="l" r="r" t="t"/>
              <a:pathLst>
                <a:path extrusionOk="0" h="882" w="882">
                  <a:moveTo>
                    <a:pt x="429" y="0"/>
                  </a:moveTo>
                  <a:cubicBezTo>
                    <a:pt x="191" y="0"/>
                    <a:pt x="0" y="191"/>
                    <a:pt x="0" y="429"/>
                  </a:cubicBezTo>
                  <a:cubicBezTo>
                    <a:pt x="0" y="691"/>
                    <a:pt x="191" y="881"/>
                    <a:pt x="429" y="881"/>
                  </a:cubicBezTo>
                  <a:cubicBezTo>
                    <a:pt x="691" y="881"/>
                    <a:pt x="882" y="691"/>
                    <a:pt x="882" y="429"/>
                  </a:cubicBezTo>
                  <a:cubicBezTo>
                    <a:pt x="882" y="191"/>
                    <a:pt x="691" y="0"/>
                    <a:pt x="429"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89"/>
            <p:cNvSpPr/>
            <p:nvPr/>
          </p:nvSpPr>
          <p:spPr>
            <a:xfrm>
              <a:off x="5172046" y="4239791"/>
              <a:ext cx="26297" cy="26297"/>
            </a:xfrm>
            <a:custGeom>
              <a:rect b="b" l="l" r="r" t="t"/>
              <a:pathLst>
                <a:path extrusionOk="0" h="882" w="882">
                  <a:moveTo>
                    <a:pt x="453" y="0"/>
                  </a:moveTo>
                  <a:cubicBezTo>
                    <a:pt x="191" y="0"/>
                    <a:pt x="0" y="191"/>
                    <a:pt x="0" y="453"/>
                  </a:cubicBezTo>
                  <a:cubicBezTo>
                    <a:pt x="0" y="691"/>
                    <a:pt x="191" y="881"/>
                    <a:pt x="453" y="881"/>
                  </a:cubicBezTo>
                  <a:cubicBezTo>
                    <a:pt x="691" y="881"/>
                    <a:pt x="881" y="691"/>
                    <a:pt x="881" y="453"/>
                  </a:cubicBezTo>
                  <a:cubicBezTo>
                    <a:pt x="881" y="191"/>
                    <a:pt x="691" y="0"/>
                    <a:pt x="453"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89"/>
            <p:cNvSpPr/>
            <p:nvPr/>
          </p:nvSpPr>
          <p:spPr>
            <a:xfrm>
              <a:off x="5208242" y="4190089"/>
              <a:ext cx="27012" cy="26297"/>
            </a:xfrm>
            <a:custGeom>
              <a:rect b="b" l="l" r="r" t="t"/>
              <a:pathLst>
                <a:path extrusionOk="0" h="882" w="906">
                  <a:moveTo>
                    <a:pt x="453" y="0"/>
                  </a:moveTo>
                  <a:cubicBezTo>
                    <a:pt x="191" y="0"/>
                    <a:pt x="1" y="191"/>
                    <a:pt x="1" y="429"/>
                  </a:cubicBezTo>
                  <a:cubicBezTo>
                    <a:pt x="1" y="691"/>
                    <a:pt x="191" y="881"/>
                    <a:pt x="453" y="881"/>
                  </a:cubicBezTo>
                  <a:cubicBezTo>
                    <a:pt x="691" y="881"/>
                    <a:pt x="906" y="691"/>
                    <a:pt x="906" y="429"/>
                  </a:cubicBezTo>
                  <a:cubicBezTo>
                    <a:pt x="906" y="191"/>
                    <a:pt x="691" y="0"/>
                    <a:pt x="453"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89"/>
            <p:cNvSpPr/>
            <p:nvPr/>
          </p:nvSpPr>
          <p:spPr>
            <a:xfrm>
              <a:off x="5272852" y="4168771"/>
              <a:ext cx="27012" cy="26297"/>
            </a:xfrm>
            <a:custGeom>
              <a:rect b="b" l="l" r="r" t="t"/>
              <a:pathLst>
                <a:path extrusionOk="0" h="882" w="906">
                  <a:moveTo>
                    <a:pt x="453" y="1"/>
                  </a:moveTo>
                  <a:cubicBezTo>
                    <a:pt x="215" y="1"/>
                    <a:pt x="1" y="191"/>
                    <a:pt x="1" y="453"/>
                  </a:cubicBezTo>
                  <a:cubicBezTo>
                    <a:pt x="1" y="691"/>
                    <a:pt x="215" y="882"/>
                    <a:pt x="453" y="882"/>
                  </a:cubicBezTo>
                  <a:cubicBezTo>
                    <a:pt x="692" y="882"/>
                    <a:pt x="906" y="691"/>
                    <a:pt x="906" y="453"/>
                  </a:cubicBezTo>
                  <a:cubicBezTo>
                    <a:pt x="906" y="191"/>
                    <a:pt x="692" y="1"/>
                    <a:pt x="453"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89"/>
            <p:cNvSpPr/>
            <p:nvPr/>
          </p:nvSpPr>
          <p:spPr>
            <a:xfrm>
              <a:off x="5274999" y="4168771"/>
              <a:ext cx="24866" cy="26297"/>
            </a:xfrm>
            <a:custGeom>
              <a:rect b="b" l="l" r="r" t="t"/>
              <a:pathLst>
                <a:path extrusionOk="0" h="882" w="834">
                  <a:moveTo>
                    <a:pt x="381" y="1"/>
                  </a:moveTo>
                  <a:cubicBezTo>
                    <a:pt x="405" y="48"/>
                    <a:pt x="453" y="120"/>
                    <a:pt x="453" y="215"/>
                  </a:cubicBezTo>
                  <a:cubicBezTo>
                    <a:pt x="453" y="453"/>
                    <a:pt x="239" y="644"/>
                    <a:pt x="0" y="644"/>
                  </a:cubicBezTo>
                  <a:cubicBezTo>
                    <a:pt x="48" y="810"/>
                    <a:pt x="215" y="882"/>
                    <a:pt x="381" y="882"/>
                  </a:cubicBezTo>
                  <a:cubicBezTo>
                    <a:pt x="620" y="882"/>
                    <a:pt x="834" y="691"/>
                    <a:pt x="834" y="453"/>
                  </a:cubicBezTo>
                  <a:cubicBezTo>
                    <a:pt x="834" y="215"/>
                    <a:pt x="620" y="1"/>
                    <a:pt x="38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89"/>
            <p:cNvSpPr/>
            <p:nvPr/>
          </p:nvSpPr>
          <p:spPr>
            <a:xfrm>
              <a:off x="5210389" y="4190089"/>
              <a:ext cx="24866" cy="26297"/>
            </a:xfrm>
            <a:custGeom>
              <a:rect b="b" l="l" r="r" t="t"/>
              <a:pathLst>
                <a:path extrusionOk="0" h="882" w="834">
                  <a:moveTo>
                    <a:pt x="381" y="0"/>
                  </a:moveTo>
                  <a:cubicBezTo>
                    <a:pt x="405" y="48"/>
                    <a:pt x="429" y="119"/>
                    <a:pt x="429" y="214"/>
                  </a:cubicBezTo>
                  <a:cubicBezTo>
                    <a:pt x="429" y="453"/>
                    <a:pt x="238" y="643"/>
                    <a:pt x="0" y="643"/>
                  </a:cubicBezTo>
                  <a:cubicBezTo>
                    <a:pt x="48" y="810"/>
                    <a:pt x="191" y="881"/>
                    <a:pt x="381" y="881"/>
                  </a:cubicBezTo>
                  <a:cubicBezTo>
                    <a:pt x="619" y="881"/>
                    <a:pt x="834" y="691"/>
                    <a:pt x="834" y="453"/>
                  </a:cubicBezTo>
                  <a:cubicBezTo>
                    <a:pt x="834" y="214"/>
                    <a:pt x="643" y="0"/>
                    <a:pt x="38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89"/>
            <p:cNvSpPr/>
            <p:nvPr/>
          </p:nvSpPr>
          <p:spPr>
            <a:xfrm>
              <a:off x="5174879" y="4239791"/>
              <a:ext cx="24896" cy="26297"/>
            </a:xfrm>
            <a:custGeom>
              <a:rect b="b" l="l" r="r" t="t"/>
              <a:pathLst>
                <a:path extrusionOk="0" h="882" w="835">
                  <a:moveTo>
                    <a:pt x="382" y="0"/>
                  </a:moveTo>
                  <a:cubicBezTo>
                    <a:pt x="405" y="48"/>
                    <a:pt x="429" y="119"/>
                    <a:pt x="429" y="214"/>
                  </a:cubicBezTo>
                  <a:cubicBezTo>
                    <a:pt x="429" y="453"/>
                    <a:pt x="239" y="643"/>
                    <a:pt x="1" y="643"/>
                  </a:cubicBezTo>
                  <a:cubicBezTo>
                    <a:pt x="48" y="810"/>
                    <a:pt x="191" y="881"/>
                    <a:pt x="382" y="881"/>
                  </a:cubicBezTo>
                  <a:cubicBezTo>
                    <a:pt x="620" y="881"/>
                    <a:pt x="834" y="691"/>
                    <a:pt x="834" y="453"/>
                  </a:cubicBezTo>
                  <a:cubicBezTo>
                    <a:pt x="834" y="214"/>
                    <a:pt x="620" y="0"/>
                    <a:pt x="38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89"/>
            <p:cNvSpPr/>
            <p:nvPr/>
          </p:nvSpPr>
          <p:spPr>
            <a:xfrm>
              <a:off x="5130871" y="4296589"/>
              <a:ext cx="24866" cy="26297"/>
            </a:xfrm>
            <a:custGeom>
              <a:rect b="b" l="l" r="r" t="t"/>
              <a:pathLst>
                <a:path extrusionOk="0" h="882" w="834">
                  <a:moveTo>
                    <a:pt x="405" y="0"/>
                  </a:moveTo>
                  <a:cubicBezTo>
                    <a:pt x="429" y="48"/>
                    <a:pt x="453" y="119"/>
                    <a:pt x="453" y="215"/>
                  </a:cubicBezTo>
                  <a:cubicBezTo>
                    <a:pt x="453" y="453"/>
                    <a:pt x="238" y="643"/>
                    <a:pt x="0" y="643"/>
                  </a:cubicBezTo>
                  <a:cubicBezTo>
                    <a:pt x="72" y="810"/>
                    <a:pt x="214" y="881"/>
                    <a:pt x="405" y="881"/>
                  </a:cubicBezTo>
                  <a:cubicBezTo>
                    <a:pt x="643" y="881"/>
                    <a:pt x="834" y="691"/>
                    <a:pt x="834" y="453"/>
                  </a:cubicBezTo>
                  <a:cubicBezTo>
                    <a:pt x="834" y="215"/>
                    <a:pt x="643" y="0"/>
                    <a:pt x="405"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89"/>
            <p:cNvSpPr/>
            <p:nvPr/>
          </p:nvSpPr>
          <p:spPr>
            <a:xfrm>
              <a:off x="5052040" y="4280250"/>
              <a:ext cx="24896" cy="27012"/>
            </a:xfrm>
            <a:custGeom>
              <a:rect b="b" l="l" r="r" t="t"/>
              <a:pathLst>
                <a:path extrusionOk="0" h="906" w="835">
                  <a:moveTo>
                    <a:pt x="382" y="0"/>
                  </a:moveTo>
                  <a:cubicBezTo>
                    <a:pt x="429" y="72"/>
                    <a:pt x="453" y="120"/>
                    <a:pt x="453" y="215"/>
                  </a:cubicBezTo>
                  <a:cubicBezTo>
                    <a:pt x="453" y="453"/>
                    <a:pt x="239" y="667"/>
                    <a:pt x="1" y="667"/>
                  </a:cubicBezTo>
                  <a:cubicBezTo>
                    <a:pt x="72" y="810"/>
                    <a:pt x="215" y="905"/>
                    <a:pt x="382" y="905"/>
                  </a:cubicBezTo>
                  <a:cubicBezTo>
                    <a:pt x="620" y="905"/>
                    <a:pt x="834" y="691"/>
                    <a:pt x="834" y="453"/>
                  </a:cubicBezTo>
                  <a:cubicBezTo>
                    <a:pt x="834" y="215"/>
                    <a:pt x="620" y="0"/>
                    <a:pt x="38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89"/>
            <p:cNvSpPr/>
            <p:nvPr/>
          </p:nvSpPr>
          <p:spPr>
            <a:xfrm>
              <a:off x="5272852" y="4269606"/>
              <a:ext cx="27012" cy="27012"/>
            </a:xfrm>
            <a:custGeom>
              <a:rect b="b" l="l" r="r" t="t"/>
              <a:pathLst>
                <a:path extrusionOk="0" h="906" w="906">
                  <a:moveTo>
                    <a:pt x="453" y="0"/>
                  </a:moveTo>
                  <a:cubicBezTo>
                    <a:pt x="215" y="0"/>
                    <a:pt x="1" y="215"/>
                    <a:pt x="1" y="453"/>
                  </a:cubicBezTo>
                  <a:cubicBezTo>
                    <a:pt x="1" y="691"/>
                    <a:pt x="215" y="905"/>
                    <a:pt x="453" y="905"/>
                  </a:cubicBezTo>
                  <a:cubicBezTo>
                    <a:pt x="692" y="905"/>
                    <a:pt x="906" y="691"/>
                    <a:pt x="906" y="453"/>
                  </a:cubicBezTo>
                  <a:cubicBezTo>
                    <a:pt x="906" y="215"/>
                    <a:pt x="692" y="0"/>
                    <a:pt x="453"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89"/>
            <p:cNvSpPr/>
            <p:nvPr/>
          </p:nvSpPr>
          <p:spPr>
            <a:xfrm>
              <a:off x="5253711" y="4324973"/>
              <a:ext cx="26297" cy="26297"/>
            </a:xfrm>
            <a:custGeom>
              <a:rect b="b" l="l" r="r" t="t"/>
              <a:pathLst>
                <a:path extrusionOk="0" h="882" w="882">
                  <a:moveTo>
                    <a:pt x="429" y="1"/>
                  </a:moveTo>
                  <a:cubicBezTo>
                    <a:pt x="191" y="1"/>
                    <a:pt x="0" y="191"/>
                    <a:pt x="0" y="429"/>
                  </a:cubicBezTo>
                  <a:cubicBezTo>
                    <a:pt x="0" y="691"/>
                    <a:pt x="191" y="882"/>
                    <a:pt x="429" y="882"/>
                  </a:cubicBezTo>
                  <a:cubicBezTo>
                    <a:pt x="691" y="882"/>
                    <a:pt x="881" y="691"/>
                    <a:pt x="881" y="429"/>
                  </a:cubicBezTo>
                  <a:cubicBezTo>
                    <a:pt x="881" y="191"/>
                    <a:pt x="691" y="1"/>
                    <a:pt x="429"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89"/>
            <p:cNvSpPr/>
            <p:nvPr/>
          </p:nvSpPr>
          <p:spPr>
            <a:xfrm>
              <a:off x="5207557" y="4388182"/>
              <a:ext cx="26297" cy="26297"/>
            </a:xfrm>
            <a:custGeom>
              <a:rect b="b" l="l" r="r" t="t"/>
              <a:pathLst>
                <a:path extrusionOk="0" h="882" w="882">
                  <a:moveTo>
                    <a:pt x="453" y="0"/>
                  </a:moveTo>
                  <a:cubicBezTo>
                    <a:pt x="191" y="0"/>
                    <a:pt x="0" y="191"/>
                    <a:pt x="0" y="429"/>
                  </a:cubicBezTo>
                  <a:cubicBezTo>
                    <a:pt x="0" y="691"/>
                    <a:pt x="191" y="881"/>
                    <a:pt x="453" y="881"/>
                  </a:cubicBezTo>
                  <a:cubicBezTo>
                    <a:pt x="691" y="881"/>
                    <a:pt x="881" y="691"/>
                    <a:pt x="881" y="429"/>
                  </a:cubicBezTo>
                  <a:cubicBezTo>
                    <a:pt x="881" y="191"/>
                    <a:pt x="691" y="0"/>
                    <a:pt x="453"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89"/>
            <p:cNvSpPr/>
            <p:nvPr/>
          </p:nvSpPr>
          <p:spPr>
            <a:xfrm>
              <a:off x="5122344" y="4364031"/>
              <a:ext cx="26297" cy="26297"/>
            </a:xfrm>
            <a:custGeom>
              <a:rect b="b" l="l" r="r" t="t"/>
              <a:pathLst>
                <a:path extrusionOk="0" h="882" w="882">
                  <a:moveTo>
                    <a:pt x="453" y="1"/>
                  </a:moveTo>
                  <a:cubicBezTo>
                    <a:pt x="191" y="1"/>
                    <a:pt x="0" y="191"/>
                    <a:pt x="0" y="453"/>
                  </a:cubicBezTo>
                  <a:cubicBezTo>
                    <a:pt x="0" y="691"/>
                    <a:pt x="191" y="882"/>
                    <a:pt x="453" y="882"/>
                  </a:cubicBezTo>
                  <a:cubicBezTo>
                    <a:pt x="691" y="882"/>
                    <a:pt x="881" y="691"/>
                    <a:pt x="881" y="453"/>
                  </a:cubicBezTo>
                  <a:cubicBezTo>
                    <a:pt x="881" y="191"/>
                    <a:pt x="691" y="1"/>
                    <a:pt x="453"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89"/>
            <p:cNvSpPr/>
            <p:nvPr/>
          </p:nvSpPr>
          <p:spPr>
            <a:xfrm>
              <a:off x="5042111" y="4374675"/>
              <a:ext cx="27012" cy="26297"/>
            </a:xfrm>
            <a:custGeom>
              <a:rect b="b" l="l" r="r" t="t"/>
              <a:pathLst>
                <a:path extrusionOk="0" h="882" w="906">
                  <a:moveTo>
                    <a:pt x="453" y="1"/>
                  </a:moveTo>
                  <a:cubicBezTo>
                    <a:pt x="215" y="1"/>
                    <a:pt x="0" y="191"/>
                    <a:pt x="0" y="453"/>
                  </a:cubicBezTo>
                  <a:cubicBezTo>
                    <a:pt x="0" y="691"/>
                    <a:pt x="215" y="882"/>
                    <a:pt x="453" y="882"/>
                  </a:cubicBezTo>
                  <a:cubicBezTo>
                    <a:pt x="691" y="882"/>
                    <a:pt x="905" y="691"/>
                    <a:pt x="905" y="453"/>
                  </a:cubicBezTo>
                  <a:cubicBezTo>
                    <a:pt x="905" y="191"/>
                    <a:pt x="691" y="1"/>
                    <a:pt x="453"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89"/>
            <p:cNvSpPr/>
            <p:nvPr/>
          </p:nvSpPr>
          <p:spPr>
            <a:xfrm>
              <a:off x="5274999" y="4269606"/>
              <a:ext cx="24866" cy="27012"/>
            </a:xfrm>
            <a:custGeom>
              <a:rect b="b" l="l" r="r" t="t"/>
              <a:pathLst>
                <a:path extrusionOk="0" h="906" w="834">
                  <a:moveTo>
                    <a:pt x="381" y="0"/>
                  </a:moveTo>
                  <a:cubicBezTo>
                    <a:pt x="405" y="72"/>
                    <a:pt x="453" y="119"/>
                    <a:pt x="453" y="215"/>
                  </a:cubicBezTo>
                  <a:cubicBezTo>
                    <a:pt x="453" y="453"/>
                    <a:pt x="239" y="667"/>
                    <a:pt x="0" y="667"/>
                  </a:cubicBezTo>
                  <a:cubicBezTo>
                    <a:pt x="48" y="810"/>
                    <a:pt x="215" y="905"/>
                    <a:pt x="381" y="905"/>
                  </a:cubicBezTo>
                  <a:cubicBezTo>
                    <a:pt x="620" y="905"/>
                    <a:pt x="834" y="691"/>
                    <a:pt x="834" y="453"/>
                  </a:cubicBezTo>
                  <a:cubicBezTo>
                    <a:pt x="834" y="215"/>
                    <a:pt x="620" y="0"/>
                    <a:pt x="381"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89"/>
            <p:cNvSpPr/>
            <p:nvPr/>
          </p:nvSpPr>
          <p:spPr>
            <a:xfrm>
              <a:off x="5255112" y="4324973"/>
              <a:ext cx="24896" cy="26297"/>
            </a:xfrm>
            <a:custGeom>
              <a:rect b="b" l="l" r="r" t="t"/>
              <a:pathLst>
                <a:path extrusionOk="0" h="882" w="835">
                  <a:moveTo>
                    <a:pt x="405" y="1"/>
                  </a:moveTo>
                  <a:cubicBezTo>
                    <a:pt x="429" y="48"/>
                    <a:pt x="453" y="120"/>
                    <a:pt x="453" y="215"/>
                  </a:cubicBezTo>
                  <a:cubicBezTo>
                    <a:pt x="453" y="453"/>
                    <a:pt x="239" y="644"/>
                    <a:pt x="1" y="644"/>
                  </a:cubicBezTo>
                  <a:cubicBezTo>
                    <a:pt x="72" y="810"/>
                    <a:pt x="215" y="882"/>
                    <a:pt x="405" y="882"/>
                  </a:cubicBezTo>
                  <a:cubicBezTo>
                    <a:pt x="644" y="882"/>
                    <a:pt x="834" y="668"/>
                    <a:pt x="834" y="453"/>
                  </a:cubicBezTo>
                  <a:cubicBezTo>
                    <a:pt x="834" y="215"/>
                    <a:pt x="667" y="1"/>
                    <a:pt x="405"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89"/>
            <p:cNvSpPr/>
            <p:nvPr/>
          </p:nvSpPr>
          <p:spPr>
            <a:xfrm>
              <a:off x="5208958" y="4388182"/>
              <a:ext cx="24896" cy="26297"/>
            </a:xfrm>
            <a:custGeom>
              <a:rect b="b" l="l" r="r" t="t"/>
              <a:pathLst>
                <a:path extrusionOk="0" h="882" w="835">
                  <a:moveTo>
                    <a:pt x="406" y="0"/>
                  </a:moveTo>
                  <a:cubicBezTo>
                    <a:pt x="429" y="48"/>
                    <a:pt x="453" y="119"/>
                    <a:pt x="453" y="191"/>
                  </a:cubicBezTo>
                  <a:cubicBezTo>
                    <a:pt x="453" y="429"/>
                    <a:pt x="239" y="643"/>
                    <a:pt x="1" y="643"/>
                  </a:cubicBezTo>
                  <a:cubicBezTo>
                    <a:pt x="72" y="786"/>
                    <a:pt x="215" y="881"/>
                    <a:pt x="406" y="881"/>
                  </a:cubicBezTo>
                  <a:cubicBezTo>
                    <a:pt x="644" y="881"/>
                    <a:pt x="834" y="667"/>
                    <a:pt x="834" y="429"/>
                  </a:cubicBezTo>
                  <a:cubicBezTo>
                    <a:pt x="834" y="191"/>
                    <a:pt x="644" y="0"/>
                    <a:pt x="406"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89"/>
            <p:cNvSpPr/>
            <p:nvPr/>
          </p:nvSpPr>
          <p:spPr>
            <a:xfrm>
              <a:off x="5123746" y="4364031"/>
              <a:ext cx="24896" cy="26297"/>
            </a:xfrm>
            <a:custGeom>
              <a:rect b="b" l="l" r="r" t="t"/>
              <a:pathLst>
                <a:path extrusionOk="0" h="882" w="835">
                  <a:moveTo>
                    <a:pt x="406" y="1"/>
                  </a:moveTo>
                  <a:cubicBezTo>
                    <a:pt x="430" y="48"/>
                    <a:pt x="453" y="120"/>
                    <a:pt x="453" y="215"/>
                  </a:cubicBezTo>
                  <a:cubicBezTo>
                    <a:pt x="453" y="453"/>
                    <a:pt x="239" y="644"/>
                    <a:pt x="1" y="644"/>
                  </a:cubicBezTo>
                  <a:cubicBezTo>
                    <a:pt x="72" y="810"/>
                    <a:pt x="215" y="882"/>
                    <a:pt x="406" y="882"/>
                  </a:cubicBezTo>
                  <a:cubicBezTo>
                    <a:pt x="644" y="882"/>
                    <a:pt x="834" y="691"/>
                    <a:pt x="834" y="453"/>
                  </a:cubicBezTo>
                  <a:cubicBezTo>
                    <a:pt x="834" y="215"/>
                    <a:pt x="668" y="1"/>
                    <a:pt x="406"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89"/>
            <p:cNvSpPr/>
            <p:nvPr/>
          </p:nvSpPr>
          <p:spPr>
            <a:xfrm>
              <a:off x="5044228" y="4374675"/>
              <a:ext cx="24896" cy="26297"/>
            </a:xfrm>
            <a:custGeom>
              <a:rect b="b" l="l" r="r" t="t"/>
              <a:pathLst>
                <a:path extrusionOk="0" h="882" w="835">
                  <a:moveTo>
                    <a:pt x="382" y="1"/>
                  </a:moveTo>
                  <a:cubicBezTo>
                    <a:pt x="406" y="48"/>
                    <a:pt x="453" y="120"/>
                    <a:pt x="453" y="215"/>
                  </a:cubicBezTo>
                  <a:cubicBezTo>
                    <a:pt x="453" y="453"/>
                    <a:pt x="239" y="644"/>
                    <a:pt x="1" y="644"/>
                  </a:cubicBezTo>
                  <a:cubicBezTo>
                    <a:pt x="48" y="810"/>
                    <a:pt x="215" y="882"/>
                    <a:pt x="382" y="882"/>
                  </a:cubicBezTo>
                  <a:cubicBezTo>
                    <a:pt x="620" y="882"/>
                    <a:pt x="834" y="691"/>
                    <a:pt x="834" y="453"/>
                  </a:cubicBezTo>
                  <a:cubicBezTo>
                    <a:pt x="834" y="215"/>
                    <a:pt x="620" y="1"/>
                    <a:pt x="382"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89"/>
            <p:cNvSpPr/>
            <p:nvPr/>
          </p:nvSpPr>
          <p:spPr>
            <a:xfrm>
              <a:off x="4963279" y="4471963"/>
              <a:ext cx="343707" cy="24180"/>
            </a:xfrm>
            <a:custGeom>
              <a:rect b="b" l="l" r="r" t="t"/>
              <a:pathLst>
                <a:path extrusionOk="0" h="811" w="11528">
                  <a:moveTo>
                    <a:pt x="120" y="0"/>
                  </a:moveTo>
                  <a:cubicBezTo>
                    <a:pt x="72" y="0"/>
                    <a:pt x="1" y="72"/>
                    <a:pt x="1" y="119"/>
                  </a:cubicBezTo>
                  <a:lnTo>
                    <a:pt x="1" y="691"/>
                  </a:lnTo>
                  <a:cubicBezTo>
                    <a:pt x="1" y="762"/>
                    <a:pt x="72" y="810"/>
                    <a:pt x="120" y="810"/>
                  </a:cubicBezTo>
                  <a:lnTo>
                    <a:pt x="11408" y="810"/>
                  </a:lnTo>
                  <a:cubicBezTo>
                    <a:pt x="11456" y="810"/>
                    <a:pt x="11527" y="762"/>
                    <a:pt x="11527" y="691"/>
                  </a:cubicBezTo>
                  <a:lnTo>
                    <a:pt x="11527" y="119"/>
                  </a:lnTo>
                  <a:cubicBezTo>
                    <a:pt x="11527" y="72"/>
                    <a:pt x="11456" y="0"/>
                    <a:pt x="11408" y="0"/>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89"/>
            <p:cNvSpPr/>
            <p:nvPr/>
          </p:nvSpPr>
          <p:spPr>
            <a:xfrm>
              <a:off x="5289191" y="4471963"/>
              <a:ext cx="17800" cy="24180"/>
            </a:xfrm>
            <a:custGeom>
              <a:rect b="b" l="l" r="r" t="t"/>
              <a:pathLst>
                <a:path extrusionOk="0" h="811" w="597">
                  <a:moveTo>
                    <a:pt x="1" y="0"/>
                  </a:moveTo>
                  <a:cubicBezTo>
                    <a:pt x="48" y="0"/>
                    <a:pt x="120" y="72"/>
                    <a:pt x="120" y="119"/>
                  </a:cubicBezTo>
                  <a:lnTo>
                    <a:pt x="120" y="691"/>
                  </a:lnTo>
                  <a:cubicBezTo>
                    <a:pt x="120" y="739"/>
                    <a:pt x="48" y="810"/>
                    <a:pt x="1" y="810"/>
                  </a:cubicBezTo>
                  <a:lnTo>
                    <a:pt x="477" y="810"/>
                  </a:lnTo>
                  <a:cubicBezTo>
                    <a:pt x="525" y="810"/>
                    <a:pt x="596" y="762"/>
                    <a:pt x="596" y="691"/>
                  </a:cubicBezTo>
                  <a:lnTo>
                    <a:pt x="596" y="119"/>
                  </a:lnTo>
                  <a:cubicBezTo>
                    <a:pt x="596" y="72"/>
                    <a:pt x="525" y="0"/>
                    <a:pt x="47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89"/>
            <p:cNvSpPr/>
            <p:nvPr/>
          </p:nvSpPr>
          <p:spPr>
            <a:xfrm>
              <a:off x="5002338" y="4163106"/>
              <a:ext cx="303934" cy="211597"/>
            </a:xfrm>
            <a:custGeom>
              <a:rect b="b" l="l" r="r" t="t"/>
              <a:pathLst>
                <a:path extrusionOk="0" h="7097" w="10194">
                  <a:moveTo>
                    <a:pt x="9526" y="334"/>
                  </a:moveTo>
                  <a:cubicBezTo>
                    <a:pt x="9669" y="334"/>
                    <a:pt x="9788" y="453"/>
                    <a:pt x="9788" y="595"/>
                  </a:cubicBezTo>
                  <a:cubicBezTo>
                    <a:pt x="9788" y="762"/>
                    <a:pt x="9669" y="881"/>
                    <a:pt x="9526" y="881"/>
                  </a:cubicBezTo>
                  <a:cubicBezTo>
                    <a:pt x="9384" y="881"/>
                    <a:pt x="9265" y="762"/>
                    <a:pt x="9265" y="595"/>
                  </a:cubicBezTo>
                  <a:cubicBezTo>
                    <a:pt x="9241" y="476"/>
                    <a:pt x="9384" y="334"/>
                    <a:pt x="9526" y="334"/>
                  </a:cubicBezTo>
                  <a:close/>
                  <a:moveTo>
                    <a:pt x="7359" y="1072"/>
                  </a:moveTo>
                  <a:cubicBezTo>
                    <a:pt x="7502" y="1072"/>
                    <a:pt x="7621" y="1191"/>
                    <a:pt x="7621" y="1358"/>
                  </a:cubicBezTo>
                  <a:cubicBezTo>
                    <a:pt x="7621" y="1500"/>
                    <a:pt x="7502" y="1619"/>
                    <a:pt x="7359" y="1619"/>
                  </a:cubicBezTo>
                  <a:cubicBezTo>
                    <a:pt x="7216" y="1619"/>
                    <a:pt x="7097" y="1500"/>
                    <a:pt x="7097" y="1358"/>
                  </a:cubicBezTo>
                  <a:cubicBezTo>
                    <a:pt x="7097" y="1191"/>
                    <a:pt x="7216" y="1072"/>
                    <a:pt x="7359" y="1072"/>
                  </a:cubicBezTo>
                  <a:close/>
                  <a:moveTo>
                    <a:pt x="6145" y="2739"/>
                  </a:moveTo>
                  <a:cubicBezTo>
                    <a:pt x="6288" y="2739"/>
                    <a:pt x="6407" y="2858"/>
                    <a:pt x="6407" y="3025"/>
                  </a:cubicBezTo>
                  <a:cubicBezTo>
                    <a:pt x="6407" y="3167"/>
                    <a:pt x="6288" y="3287"/>
                    <a:pt x="6145" y="3287"/>
                  </a:cubicBezTo>
                  <a:cubicBezTo>
                    <a:pt x="5978" y="3287"/>
                    <a:pt x="5859" y="3167"/>
                    <a:pt x="5859" y="3025"/>
                  </a:cubicBezTo>
                  <a:cubicBezTo>
                    <a:pt x="5859" y="2858"/>
                    <a:pt x="5978" y="2739"/>
                    <a:pt x="6145" y="2739"/>
                  </a:cubicBezTo>
                  <a:close/>
                  <a:moveTo>
                    <a:pt x="2025" y="4096"/>
                  </a:moveTo>
                  <a:cubicBezTo>
                    <a:pt x="2168" y="4096"/>
                    <a:pt x="2287" y="4215"/>
                    <a:pt x="2287" y="4358"/>
                  </a:cubicBezTo>
                  <a:cubicBezTo>
                    <a:pt x="2287" y="4501"/>
                    <a:pt x="2168" y="4620"/>
                    <a:pt x="2025" y="4620"/>
                  </a:cubicBezTo>
                  <a:cubicBezTo>
                    <a:pt x="1882" y="4620"/>
                    <a:pt x="1763" y="4501"/>
                    <a:pt x="1763" y="4358"/>
                  </a:cubicBezTo>
                  <a:cubicBezTo>
                    <a:pt x="1763" y="4239"/>
                    <a:pt x="1882" y="4096"/>
                    <a:pt x="2025" y="4096"/>
                  </a:cubicBezTo>
                  <a:close/>
                  <a:moveTo>
                    <a:pt x="4716" y="4644"/>
                  </a:moveTo>
                  <a:cubicBezTo>
                    <a:pt x="4859" y="4644"/>
                    <a:pt x="4978" y="4763"/>
                    <a:pt x="4978" y="4930"/>
                  </a:cubicBezTo>
                  <a:cubicBezTo>
                    <a:pt x="4978" y="5073"/>
                    <a:pt x="4859" y="5192"/>
                    <a:pt x="4716" y="5192"/>
                  </a:cubicBezTo>
                  <a:cubicBezTo>
                    <a:pt x="4549" y="5192"/>
                    <a:pt x="4430" y="5073"/>
                    <a:pt x="4430" y="4930"/>
                  </a:cubicBezTo>
                  <a:cubicBezTo>
                    <a:pt x="4406" y="4763"/>
                    <a:pt x="4525" y="4644"/>
                    <a:pt x="4716" y="4644"/>
                  </a:cubicBezTo>
                  <a:close/>
                  <a:moveTo>
                    <a:pt x="9526" y="0"/>
                  </a:moveTo>
                  <a:cubicBezTo>
                    <a:pt x="9169" y="0"/>
                    <a:pt x="8907" y="286"/>
                    <a:pt x="8907" y="643"/>
                  </a:cubicBezTo>
                  <a:lnTo>
                    <a:pt x="8907" y="691"/>
                  </a:lnTo>
                  <a:lnTo>
                    <a:pt x="7883" y="1024"/>
                  </a:lnTo>
                  <a:cubicBezTo>
                    <a:pt x="7764" y="834"/>
                    <a:pt x="7574" y="715"/>
                    <a:pt x="7336" y="715"/>
                  </a:cubicBezTo>
                  <a:cubicBezTo>
                    <a:pt x="7026" y="762"/>
                    <a:pt x="6764" y="1000"/>
                    <a:pt x="6740" y="1286"/>
                  </a:cubicBezTo>
                  <a:cubicBezTo>
                    <a:pt x="6740" y="1477"/>
                    <a:pt x="6764" y="1619"/>
                    <a:pt x="6883" y="1739"/>
                  </a:cubicBezTo>
                  <a:lnTo>
                    <a:pt x="6407" y="2429"/>
                  </a:lnTo>
                  <a:cubicBezTo>
                    <a:pt x="6337" y="2394"/>
                    <a:pt x="6255" y="2372"/>
                    <a:pt x="6178" y="2372"/>
                  </a:cubicBezTo>
                  <a:cubicBezTo>
                    <a:pt x="6150" y="2372"/>
                    <a:pt x="6123" y="2375"/>
                    <a:pt x="6097" y="2382"/>
                  </a:cubicBezTo>
                  <a:cubicBezTo>
                    <a:pt x="5811" y="2429"/>
                    <a:pt x="5573" y="2667"/>
                    <a:pt x="5549" y="2953"/>
                  </a:cubicBezTo>
                  <a:cubicBezTo>
                    <a:pt x="5502" y="3144"/>
                    <a:pt x="5573" y="3310"/>
                    <a:pt x="5692" y="3429"/>
                  </a:cubicBezTo>
                  <a:lnTo>
                    <a:pt x="5002" y="4382"/>
                  </a:lnTo>
                  <a:cubicBezTo>
                    <a:pt x="4906" y="4334"/>
                    <a:pt x="4835" y="4334"/>
                    <a:pt x="4716" y="4334"/>
                  </a:cubicBezTo>
                  <a:cubicBezTo>
                    <a:pt x="4430" y="4334"/>
                    <a:pt x="4240" y="4477"/>
                    <a:pt x="4121" y="4715"/>
                  </a:cubicBezTo>
                  <a:lnTo>
                    <a:pt x="2692" y="4382"/>
                  </a:lnTo>
                  <a:cubicBezTo>
                    <a:pt x="2692" y="4051"/>
                    <a:pt x="2406" y="3781"/>
                    <a:pt x="2060" y="3781"/>
                  </a:cubicBezTo>
                  <a:cubicBezTo>
                    <a:pt x="2033" y="3781"/>
                    <a:pt x="2005" y="3783"/>
                    <a:pt x="1977" y="3787"/>
                  </a:cubicBezTo>
                  <a:cubicBezTo>
                    <a:pt x="1668" y="3810"/>
                    <a:pt x="1430" y="4049"/>
                    <a:pt x="1406" y="4358"/>
                  </a:cubicBezTo>
                  <a:cubicBezTo>
                    <a:pt x="1382" y="4501"/>
                    <a:pt x="1430" y="4644"/>
                    <a:pt x="1501" y="4763"/>
                  </a:cubicBezTo>
                  <a:lnTo>
                    <a:pt x="24" y="6882"/>
                  </a:lnTo>
                  <a:cubicBezTo>
                    <a:pt x="1" y="6906"/>
                    <a:pt x="1" y="7002"/>
                    <a:pt x="96" y="7073"/>
                  </a:cubicBezTo>
                  <a:cubicBezTo>
                    <a:pt x="120" y="7097"/>
                    <a:pt x="144" y="7097"/>
                    <a:pt x="191" y="7097"/>
                  </a:cubicBezTo>
                  <a:cubicBezTo>
                    <a:pt x="239" y="7097"/>
                    <a:pt x="310" y="7073"/>
                    <a:pt x="334" y="7025"/>
                  </a:cubicBezTo>
                  <a:lnTo>
                    <a:pt x="1787" y="4954"/>
                  </a:lnTo>
                  <a:cubicBezTo>
                    <a:pt x="1882" y="4977"/>
                    <a:pt x="1977" y="5001"/>
                    <a:pt x="2049" y="5001"/>
                  </a:cubicBezTo>
                  <a:cubicBezTo>
                    <a:pt x="2287" y="5001"/>
                    <a:pt x="2501" y="4882"/>
                    <a:pt x="2596" y="4715"/>
                  </a:cubicBezTo>
                  <a:lnTo>
                    <a:pt x="4073" y="5049"/>
                  </a:lnTo>
                  <a:cubicBezTo>
                    <a:pt x="4141" y="5344"/>
                    <a:pt x="4404" y="5574"/>
                    <a:pt x="4718" y="5574"/>
                  </a:cubicBezTo>
                  <a:cubicBezTo>
                    <a:pt x="4733" y="5574"/>
                    <a:pt x="4748" y="5574"/>
                    <a:pt x="4764" y="5573"/>
                  </a:cubicBezTo>
                  <a:cubicBezTo>
                    <a:pt x="5073" y="5549"/>
                    <a:pt x="5264" y="5311"/>
                    <a:pt x="5335" y="5049"/>
                  </a:cubicBezTo>
                  <a:cubicBezTo>
                    <a:pt x="5359" y="4882"/>
                    <a:pt x="5335" y="4763"/>
                    <a:pt x="5240" y="4644"/>
                  </a:cubicBezTo>
                  <a:lnTo>
                    <a:pt x="5954" y="3644"/>
                  </a:lnTo>
                  <a:cubicBezTo>
                    <a:pt x="6050" y="3668"/>
                    <a:pt x="6097" y="3668"/>
                    <a:pt x="6192" y="3668"/>
                  </a:cubicBezTo>
                  <a:cubicBezTo>
                    <a:pt x="6502" y="3644"/>
                    <a:pt x="6740" y="3406"/>
                    <a:pt x="6764" y="3096"/>
                  </a:cubicBezTo>
                  <a:cubicBezTo>
                    <a:pt x="6764" y="2953"/>
                    <a:pt x="6740" y="2810"/>
                    <a:pt x="6645" y="2691"/>
                  </a:cubicBezTo>
                  <a:lnTo>
                    <a:pt x="7145" y="2001"/>
                  </a:lnTo>
                  <a:cubicBezTo>
                    <a:pt x="7216" y="2024"/>
                    <a:pt x="7264" y="2024"/>
                    <a:pt x="7359" y="2024"/>
                  </a:cubicBezTo>
                  <a:cubicBezTo>
                    <a:pt x="7717" y="2024"/>
                    <a:pt x="7979" y="1762"/>
                    <a:pt x="7979" y="1405"/>
                  </a:cubicBezTo>
                  <a:lnTo>
                    <a:pt x="9026" y="1048"/>
                  </a:lnTo>
                  <a:cubicBezTo>
                    <a:pt x="9131" y="1215"/>
                    <a:pt x="9308" y="1291"/>
                    <a:pt x="9511" y="1291"/>
                  </a:cubicBezTo>
                  <a:cubicBezTo>
                    <a:pt x="9540" y="1291"/>
                    <a:pt x="9569" y="1289"/>
                    <a:pt x="9598" y="1286"/>
                  </a:cubicBezTo>
                  <a:cubicBezTo>
                    <a:pt x="9884" y="1262"/>
                    <a:pt x="10122" y="1024"/>
                    <a:pt x="10146" y="715"/>
                  </a:cubicBezTo>
                  <a:cubicBezTo>
                    <a:pt x="10193" y="334"/>
                    <a:pt x="9884" y="0"/>
                    <a:pt x="95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89"/>
            <p:cNvSpPr/>
            <p:nvPr/>
          </p:nvSpPr>
          <p:spPr>
            <a:xfrm>
              <a:off x="5002338" y="4264627"/>
              <a:ext cx="302503" cy="181812"/>
            </a:xfrm>
            <a:custGeom>
              <a:rect b="b" l="l" r="r" t="t"/>
              <a:pathLst>
                <a:path extrusionOk="0" h="6098" w="10146">
                  <a:moveTo>
                    <a:pt x="9503" y="358"/>
                  </a:moveTo>
                  <a:cubicBezTo>
                    <a:pt x="9646" y="358"/>
                    <a:pt x="9765" y="477"/>
                    <a:pt x="9765" y="620"/>
                  </a:cubicBezTo>
                  <a:cubicBezTo>
                    <a:pt x="9765" y="763"/>
                    <a:pt x="9646" y="882"/>
                    <a:pt x="9503" y="882"/>
                  </a:cubicBezTo>
                  <a:cubicBezTo>
                    <a:pt x="9360" y="882"/>
                    <a:pt x="9241" y="763"/>
                    <a:pt x="9241" y="620"/>
                  </a:cubicBezTo>
                  <a:cubicBezTo>
                    <a:pt x="9241" y="477"/>
                    <a:pt x="9360" y="358"/>
                    <a:pt x="9503" y="358"/>
                  </a:cubicBezTo>
                  <a:close/>
                  <a:moveTo>
                    <a:pt x="4478" y="3549"/>
                  </a:moveTo>
                  <a:cubicBezTo>
                    <a:pt x="4621" y="3549"/>
                    <a:pt x="4740" y="3668"/>
                    <a:pt x="4740" y="3811"/>
                  </a:cubicBezTo>
                  <a:cubicBezTo>
                    <a:pt x="4764" y="3930"/>
                    <a:pt x="4621" y="4073"/>
                    <a:pt x="4478" y="4073"/>
                  </a:cubicBezTo>
                  <a:cubicBezTo>
                    <a:pt x="4311" y="4073"/>
                    <a:pt x="4192" y="3954"/>
                    <a:pt x="4192" y="3811"/>
                  </a:cubicBezTo>
                  <a:cubicBezTo>
                    <a:pt x="4192" y="3668"/>
                    <a:pt x="4311" y="3549"/>
                    <a:pt x="4478" y="3549"/>
                  </a:cubicBezTo>
                  <a:close/>
                  <a:moveTo>
                    <a:pt x="1787" y="3906"/>
                  </a:moveTo>
                  <a:cubicBezTo>
                    <a:pt x="1930" y="3906"/>
                    <a:pt x="2049" y="4025"/>
                    <a:pt x="2049" y="4168"/>
                  </a:cubicBezTo>
                  <a:cubicBezTo>
                    <a:pt x="2049" y="4287"/>
                    <a:pt x="1930" y="4430"/>
                    <a:pt x="1787" y="4430"/>
                  </a:cubicBezTo>
                  <a:cubicBezTo>
                    <a:pt x="1644" y="4430"/>
                    <a:pt x="1525" y="4311"/>
                    <a:pt x="1525" y="4168"/>
                  </a:cubicBezTo>
                  <a:cubicBezTo>
                    <a:pt x="1525" y="4025"/>
                    <a:pt x="1644" y="3906"/>
                    <a:pt x="1787" y="3906"/>
                  </a:cubicBezTo>
                  <a:close/>
                  <a:moveTo>
                    <a:pt x="7336" y="4335"/>
                  </a:moveTo>
                  <a:cubicBezTo>
                    <a:pt x="7478" y="4335"/>
                    <a:pt x="7597" y="4454"/>
                    <a:pt x="7597" y="4621"/>
                  </a:cubicBezTo>
                  <a:cubicBezTo>
                    <a:pt x="7597" y="4763"/>
                    <a:pt x="7478" y="4883"/>
                    <a:pt x="7336" y="4883"/>
                  </a:cubicBezTo>
                  <a:cubicBezTo>
                    <a:pt x="7169" y="4883"/>
                    <a:pt x="7050" y="4763"/>
                    <a:pt x="7050" y="4621"/>
                  </a:cubicBezTo>
                  <a:cubicBezTo>
                    <a:pt x="7050" y="4454"/>
                    <a:pt x="7169" y="4335"/>
                    <a:pt x="7336" y="4335"/>
                  </a:cubicBezTo>
                  <a:close/>
                  <a:moveTo>
                    <a:pt x="9526" y="1"/>
                  </a:moveTo>
                  <a:cubicBezTo>
                    <a:pt x="9169" y="1"/>
                    <a:pt x="8907" y="263"/>
                    <a:pt x="8907" y="620"/>
                  </a:cubicBezTo>
                  <a:cubicBezTo>
                    <a:pt x="8907" y="858"/>
                    <a:pt x="9026" y="1072"/>
                    <a:pt x="9193" y="1167"/>
                  </a:cubicBezTo>
                  <a:lnTo>
                    <a:pt x="8955" y="1834"/>
                  </a:lnTo>
                  <a:lnTo>
                    <a:pt x="8883" y="1834"/>
                  </a:lnTo>
                  <a:cubicBezTo>
                    <a:pt x="8788" y="1834"/>
                    <a:pt x="8693" y="1930"/>
                    <a:pt x="8693" y="2025"/>
                  </a:cubicBezTo>
                  <a:cubicBezTo>
                    <a:pt x="8693" y="2096"/>
                    <a:pt x="8788" y="2191"/>
                    <a:pt x="8883" y="2191"/>
                  </a:cubicBezTo>
                  <a:cubicBezTo>
                    <a:pt x="9026" y="2191"/>
                    <a:pt x="9145" y="2311"/>
                    <a:pt x="9145" y="2477"/>
                  </a:cubicBezTo>
                  <a:cubicBezTo>
                    <a:pt x="9145" y="2620"/>
                    <a:pt x="9026" y="2739"/>
                    <a:pt x="8883" y="2739"/>
                  </a:cubicBezTo>
                  <a:cubicBezTo>
                    <a:pt x="8764" y="2739"/>
                    <a:pt x="8645" y="2644"/>
                    <a:pt x="8598" y="2525"/>
                  </a:cubicBezTo>
                  <a:cubicBezTo>
                    <a:pt x="8578" y="2446"/>
                    <a:pt x="8509" y="2400"/>
                    <a:pt x="8446" y="2400"/>
                  </a:cubicBezTo>
                  <a:cubicBezTo>
                    <a:pt x="8432" y="2400"/>
                    <a:pt x="8419" y="2402"/>
                    <a:pt x="8407" y="2406"/>
                  </a:cubicBezTo>
                  <a:cubicBezTo>
                    <a:pt x="8312" y="2430"/>
                    <a:pt x="8240" y="2525"/>
                    <a:pt x="8288" y="2620"/>
                  </a:cubicBezTo>
                  <a:cubicBezTo>
                    <a:pt x="8312" y="2739"/>
                    <a:pt x="8360" y="2834"/>
                    <a:pt x="8455" y="2906"/>
                  </a:cubicBezTo>
                  <a:lnTo>
                    <a:pt x="7621" y="4025"/>
                  </a:lnTo>
                  <a:cubicBezTo>
                    <a:pt x="7526" y="3954"/>
                    <a:pt x="7455" y="3930"/>
                    <a:pt x="7336" y="3930"/>
                  </a:cubicBezTo>
                  <a:cubicBezTo>
                    <a:pt x="7050" y="3930"/>
                    <a:pt x="6859" y="4073"/>
                    <a:pt x="6764" y="4311"/>
                  </a:cubicBezTo>
                  <a:lnTo>
                    <a:pt x="5121" y="3787"/>
                  </a:lnTo>
                  <a:lnTo>
                    <a:pt x="5121" y="3739"/>
                  </a:lnTo>
                  <a:cubicBezTo>
                    <a:pt x="5121" y="3382"/>
                    <a:pt x="4859" y="3120"/>
                    <a:pt x="4502" y="3120"/>
                  </a:cubicBezTo>
                  <a:cubicBezTo>
                    <a:pt x="4192" y="3120"/>
                    <a:pt x="3930" y="3358"/>
                    <a:pt x="3882" y="3620"/>
                  </a:cubicBezTo>
                  <a:lnTo>
                    <a:pt x="2358" y="3811"/>
                  </a:lnTo>
                  <a:cubicBezTo>
                    <a:pt x="2239" y="3597"/>
                    <a:pt x="2025" y="3477"/>
                    <a:pt x="1787" y="3477"/>
                  </a:cubicBezTo>
                  <a:cubicBezTo>
                    <a:pt x="1430" y="3477"/>
                    <a:pt x="1168" y="3739"/>
                    <a:pt x="1168" y="4097"/>
                  </a:cubicBezTo>
                  <a:cubicBezTo>
                    <a:pt x="1168" y="4216"/>
                    <a:pt x="1191" y="4335"/>
                    <a:pt x="1263" y="4430"/>
                  </a:cubicBezTo>
                  <a:lnTo>
                    <a:pt x="72" y="5835"/>
                  </a:lnTo>
                  <a:cubicBezTo>
                    <a:pt x="1" y="5883"/>
                    <a:pt x="1" y="6002"/>
                    <a:pt x="96" y="6073"/>
                  </a:cubicBezTo>
                  <a:cubicBezTo>
                    <a:pt x="120" y="6097"/>
                    <a:pt x="144" y="6097"/>
                    <a:pt x="215" y="6097"/>
                  </a:cubicBezTo>
                  <a:cubicBezTo>
                    <a:pt x="263" y="6097"/>
                    <a:pt x="310" y="6073"/>
                    <a:pt x="334" y="6049"/>
                  </a:cubicBezTo>
                  <a:lnTo>
                    <a:pt x="1525" y="4644"/>
                  </a:lnTo>
                  <a:cubicBezTo>
                    <a:pt x="1620" y="4668"/>
                    <a:pt x="1692" y="4692"/>
                    <a:pt x="1787" y="4692"/>
                  </a:cubicBezTo>
                  <a:cubicBezTo>
                    <a:pt x="2120" y="4692"/>
                    <a:pt x="2382" y="4430"/>
                    <a:pt x="2406" y="4097"/>
                  </a:cubicBezTo>
                  <a:lnTo>
                    <a:pt x="3906" y="3930"/>
                  </a:lnTo>
                  <a:cubicBezTo>
                    <a:pt x="4002" y="4168"/>
                    <a:pt x="4240" y="4311"/>
                    <a:pt x="4502" y="4311"/>
                  </a:cubicBezTo>
                  <a:cubicBezTo>
                    <a:pt x="4716" y="4311"/>
                    <a:pt x="4906" y="4192"/>
                    <a:pt x="5026" y="4049"/>
                  </a:cubicBezTo>
                  <a:lnTo>
                    <a:pt x="6740" y="4621"/>
                  </a:lnTo>
                  <a:cubicBezTo>
                    <a:pt x="6788" y="4906"/>
                    <a:pt x="7026" y="5121"/>
                    <a:pt x="7359" y="5121"/>
                  </a:cubicBezTo>
                  <a:cubicBezTo>
                    <a:pt x="7717" y="5121"/>
                    <a:pt x="7979" y="4859"/>
                    <a:pt x="7979" y="4501"/>
                  </a:cubicBezTo>
                  <a:cubicBezTo>
                    <a:pt x="7979" y="4382"/>
                    <a:pt x="7955" y="4287"/>
                    <a:pt x="7883" y="4192"/>
                  </a:cubicBezTo>
                  <a:lnTo>
                    <a:pt x="8788" y="3001"/>
                  </a:lnTo>
                  <a:lnTo>
                    <a:pt x="8907" y="3001"/>
                  </a:lnTo>
                  <a:cubicBezTo>
                    <a:pt x="9265" y="3001"/>
                    <a:pt x="9526" y="2739"/>
                    <a:pt x="9526" y="2382"/>
                  </a:cubicBezTo>
                  <a:cubicBezTo>
                    <a:pt x="9526" y="2168"/>
                    <a:pt x="9431" y="2025"/>
                    <a:pt x="9288" y="1906"/>
                  </a:cubicBezTo>
                  <a:lnTo>
                    <a:pt x="9550" y="1167"/>
                  </a:lnTo>
                  <a:cubicBezTo>
                    <a:pt x="9585" y="1175"/>
                    <a:pt x="9619" y="1179"/>
                    <a:pt x="9652" y="1179"/>
                  </a:cubicBezTo>
                  <a:cubicBezTo>
                    <a:pt x="9936" y="1179"/>
                    <a:pt x="10146" y="918"/>
                    <a:pt x="10146" y="620"/>
                  </a:cubicBezTo>
                  <a:cubicBezTo>
                    <a:pt x="10146" y="263"/>
                    <a:pt x="9884" y="1"/>
                    <a:pt x="95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89"/>
            <p:cNvSpPr/>
            <p:nvPr/>
          </p:nvSpPr>
          <p:spPr>
            <a:xfrm>
              <a:off x="4957614" y="4147482"/>
              <a:ext cx="354321" cy="355037"/>
            </a:xfrm>
            <a:custGeom>
              <a:rect b="b" l="l" r="r" t="t"/>
              <a:pathLst>
                <a:path extrusionOk="0" h="11908" w="11884">
                  <a:moveTo>
                    <a:pt x="929" y="0"/>
                  </a:moveTo>
                  <a:cubicBezTo>
                    <a:pt x="810" y="0"/>
                    <a:pt x="715" y="48"/>
                    <a:pt x="715" y="167"/>
                  </a:cubicBezTo>
                  <a:lnTo>
                    <a:pt x="715" y="977"/>
                  </a:lnTo>
                  <a:lnTo>
                    <a:pt x="524" y="977"/>
                  </a:lnTo>
                  <a:cubicBezTo>
                    <a:pt x="429" y="977"/>
                    <a:pt x="334" y="1048"/>
                    <a:pt x="334" y="1119"/>
                  </a:cubicBezTo>
                  <a:cubicBezTo>
                    <a:pt x="334" y="1239"/>
                    <a:pt x="405" y="1334"/>
                    <a:pt x="524" y="1334"/>
                  </a:cubicBezTo>
                  <a:lnTo>
                    <a:pt x="715" y="1334"/>
                  </a:lnTo>
                  <a:lnTo>
                    <a:pt x="715" y="2239"/>
                  </a:lnTo>
                  <a:lnTo>
                    <a:pt x="524" y="2239"/>
                  </a:lnTo>
                  <a:cubicBezTo>
                    <a:pt x="429" y="2239"/>
                    <a:pt x="334" y="2286"/>
                    <a:pt x="334" y="2382"/>
                  </a:cubicBezTo>
                  <a:cubicBezTo>
                    <a:pt x="334" y="2501"/>
                    <a:pt x="405" y="2596"/>
                    <a:pt x="524" y="2596"/>
                  </a:cubicBezTo>
                  <a:lnTo>
                    <a:pt x="715" y="2596"/>
                  </a:lnTo>
                  <a:lnTo>
                    <a:pt x="715" y="3477"/>
                  </a:lnTo>
                  <a:lnTo>
                    <a:pt x="524" y="3477"/>
                  </a:lnTo>
                  <a:cubicBezTo>
                    <a:pt x="429" y="3477"/>
                    <a:pt x="334" y="3549"/>
                    <a:pt x="334" y="3620"/>
                  </a:cubicBezTo>
                  <a:cubicBezTo>
                    <a:pt x="334" y="3739"/>
                    <a:pt x="405" y="3834"/>
                    <a:pt x="524" y="3834"/>
                  </a:cubicBezTo>
                  <a:lnTo>
                    <a:pt x="715" y="3834"/>
                  </a:lnTo>
                  <a:lnTo>
                    <a:pt x="715" y="4739"/>
                  </a:lnTo>
                  <a:lnTo>
                    <a:pt x="524" y="4739"/>
                  </a:lnTo>
                  <a:cubicBezTo>
                    <a:pt x="429" y="4739"/>
                    <a:pt x="334" y="4787"/>
                    <a:pt x="334" y="4882"/>
                  </a:cubicBezTo>
                  <a:cubicBezTo>
                    <a:pt x="334" y="5001"/>
                    <a:pt x="405" y="5096"/>
                    <a:pt x="524" y="5096"/>
                  </a:cubicBezTo>
                  <a:lnTo>
                    <a:pt x="715" y="5096"/>
                  </a:lnTo>
                  <a:lnTo>
                    <a:pt x="715" y="5978"/>
                  </a:lnTo>
                  <a:lnTo>
                    <a:pt x="524" y="5978"/>
                  </a:lnTo>
                  <a:cubicBezTo>
                    <a:pt x="429" y="5978"/>
                    <a:pt x="334" y="6049"/>
                    <a:pt x="334" y="6120"/>
                  </a:cubicBezTo>
                  <a:cubicBezTo>
                    <a:pt x="334" y="6240"/>
                    <a:pt x="405" y="6335"/>
                    <a:pt x="524" y="6335"/>
                  </a:cubicBezTo>
                  <a:lnTo>
                    <a:pt x="715" y="6335"/>
                  </a:lnTo>
                  <a:lnTo>
                    <a:pt x="715" y="7240"/>
                  </a:lnTo>
                  <a:lnTo>
                    <a:pt x="524" y="7240"/>
                  </a:lnTo>
                  <a:cubicBezTo>
                    <a:pt x="429" y="7240"/>
                    <a:pt x="334" y="7287"/>
                    <a:pt x="334" y="7383"/>
                  </a:cubicBezTo>
                  <a:cubicBezTo>
                    <a:pt x="334" y="7502"/>
                    <a:pt x="405" y="7597"/>
                    <a:pt x="524" y="7597"/>
                  </a:cubicBezTo>
                  <a:lnTo>
                    <a:pt x="715" y="7597"/>
                  </a:lnTo>
                  <a:lnTo>
                    <a:pt x="715" y="8478"/>
                  </a:lnTo>
                  <a:lnTo>
                    <a:pt x="524" y="8478"/>
                  </a:lnTo>
                  <a:cubicBezTo>
                    <a:pt x="429" y="8478"/>
                    <a:pt x="334" y="8550"/>
                    <a:pt x="334" y="8621"/>
                  </a:cubicBezTo>
                  <a:cubicBezTo>
                    <a:pt x="334" y="8740"/>
                    <a:pt x="405" y="8835"/>
                    <a:pt x="524" y="8835"/>
                  </a:cubicBezTo>
                  <a:lnTo>
                    <a:pt x="715" y="8835"/>
                  </a:lnTo>
                  <a:lnTo>
                    <a:pt x="715" y="9740"/>
                  </a:lnTo>
                  <a:lnTo>
                    <a:pt x="524" y="9740"/>
                  </a:lnTo>
                  <a:cubicBezTo>
                    <a:pt x="429" y="9740"/>
                    <a:pt x="334" y="9788"/>
                    <a:pt x="334" y="9883"/>
                  </a:cubicBezTo>
                  <a:cubicBezTo>
                    <a:pt x="334" y="10002"/>
                    <a:pt x="405" y="10097"/>
                    <a:pt x="524" y="10097"/>
                  </a:cubicBezTo>
                  <a:lnTo>
                    <a:pt x="715" y="10097"/>
                  </a:lnTo>
                  <a:lnTo>
                    <a:pt x="715" y="10717"/>
                  </a:lnTo>
                  <a:lnTo>
                    <a:pt x="310" y="10717"/>
                  </a:lnTo>
                  <a:cubicBezTo>
                    <a:pt x="167" y="10717"/>
                    <a:pt x="0" y="10836"/>
                    <a:pt x="0" y="11002"/>
                  </a:cubicBezTo>
                  <a:lnTo>
                    <a:pt x="0" y="11693"/>
                  </a:lnTo>
                  <a:cubicBezTo>
                    <a:pt x="0" y="11788"/>
                    <a:pt x="96" y="11884"/>
                    <a:pt x="191" y="11884"/>
                  </a:cubicBezTo>
                  <a:lnTo>
                    <a:pt x="1548" y="11884"/>
                  </a:lnTo>
                  <a:cubicBezTo>
                    <a:pt x="1596" y="11884"/>
                    <a:pt x="1620" y="11884"/>
                    <a:pt x="1644" y="11836"/>
                  </a:cubicBezTo>
                  <a:cubicBezTo>
                    <a:pt x="1763" y="11693"/>
                    <a:pt x="1667" y="11550"/>
                    <a:pt x="1524" y="11550"/>
                  </a:cubicBezTo>
                  <a:lnTo>
                    <a:pt x="334" y="11550"/>
                  </a:lnTo>
                  <a:lnTo>
                    <a:pt x="334" y="11074"/>
                  </a:lnTo>
                  <a:lnTo>
                    <a:pt x="11503" y="11074"/>
                  </a:lnTo>
                  <a:lnTo>
                    <a:pt x="11503" y="11550"/>
                  </a:lnTo>
                  <a:lnTo>
                    <a:pt x="2310" y="11550"/>
                  </a:lnTo>
                  <a:cubicBezTo>
                    <a:pt x="2215" y="11550"/>
                    <a:pt x="2120" y="11598"/>
                    <a:pt x="2120" y="11693"/>
                  </a:cubicBezTo>
                  <a:cubicBezTo>
                    <a:pt x="2120" y="11812"/>
                    <a:pt x="2191" y="11907"/>
                    <a:pt x="2310" y="11907"/>
                  </a:cubicBezTo>
                  <a:lnTo>
                    <a:pt x="11550" y="11907"/>
                  </a:lnTo>
                  <a:cubicBezTo>
                    <a:pt x="11717" y="11907"/>
                    <a:pt x="11860" y="11788"/>
                    <a:pt x="11860" y="11598"/>
                  </a:cubicBezTo>
                  <a:lnTo>
                    <a:pt x="11860" y="11050"/>
                  </a:lnTo>
                  <a:cubicBezTo>
                    <a:pt x="11884" y="10836"/>
                    <a:pt x="11765" y="10717"/>
                    <a:pt x="11622" y="10717"/>
                  </a:cubicBezTo>
                  <a:lnTo>
                    <a:pt x="1096" y="10717"/>
                  </a:lnTo>
                  <a:lnTo>
                    <a:pt x="1096" y="167"/>
                  </a:lnTo>
                  <a:cubicBezTo>
                    <a:pt x="1096" y="95"/>
                    <a:pt x="1024"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5" name="Google Shape;20015;p89"/>
          <p:cNvGrpSpPr/>
          <p:nvPr/>
        </p:nvGrpSpPr>
        <p:grpSpPr>
          <a:xfrm>
            <a:off x="5518786" y="4147482"/>
            <a:ext cx="355037" cy="352207"/>
            <a:chOff x="5556873" y="4147482"/>
            <a:chExt cx="355037" cy="352207"/>
          </a:xfrm>
        </p:grpSpPr>
        <p:sp>
          <p:nvSpPr>
            <p:cNvPr id="20016" name="Google Shape;20016;p89"/>
            <p:cNvSpPr/>
            <p:nvPr/>
          </p:nvSpPr>
          <p:spPr>
            <a:xfrm>
              <a:off x="5563283" y="4410901"/>
              <a:ext cx="343678" cy="83810"/>
            </a:xfrm>
            <a:custGeom>
              <a:rect b="b" l="l" r="r" t="t"/>
              <a:pathLst>
                <a:path extrusionOk="0" h="2811" w="11527">
                  <a:moveTo>
                    <a:pt x="191" y="0"/>
                  </a:moveTo>
                  <a:cubicBezTo>
                    <a:pt x="95" y="0"/>
                    <a:pt x="0" y="96"/>
                    <a:pt x="0" y="191"/>
                  </a:cubicBezTo>
                  <a:lnTo>
                    <a:pt x="0" y="1405"/>
                  </a:lnTo>
                  <a:lnTo>
                    <a:pt x="0" y="2620"/>
                  </a:lnTo>
                  <a:cubicBezTo>
                    <a:pt x="0" y="2715"/>
                    <a:pt x="95" y="2810"/>
                    <a:pt x="191" y="2810"/>
                  </a:cubicBezTo>
                  <a:lnTo>
                    <a:pt x="10455" y="2810"/>
                  </a:lnTo>
                  <a:cubicBezTo>
                    <a:pt x="10502" y="2810"/>
                    <a:pt x="10574" y="2763"/>
                    <a:pt x="10598" y="2715"/>
                  </a:cubicBezTo>
                  <a:lnTo>
                    <a:pt x="11503" y="1501"/>
                  </a:lnTo>
                  <a:cubicBezTo>
                    <a:pt x="11526" y="1453"/>
                    <a:pt x="11526" y="1382"/>
                    <a:pt x="11503" y="1310"/>
                  </a:cubicBezTo>
                  <a:lnTo>
                    <a:pt x="10598" y="96"/>
                  </a:lnTo>
                  <a:cubicBezTo>
                    <a:pt x="10574" y="24"/>
                    <a:pt x="10502" y="0"/>
                    <a:pt x="10455"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89"/>
            <p:cNvSpPr/>
            <p:nvPr/>
          </p:nvSpPr>
          <p:spPr>
            <a:xfrm>
              <a:off x="5563283" y="4289493"/>
              <a:ext cx="343678" cy="83094"/>
            </a:xfrm>
            <a:custGeom>
              <a:rect b="b" l="l" r="r" t="t"/>
              <a:pathLst>
                <a:path extrusionOk="0" h="2787" w="11527">
                  <a:moveTo>
                    <a:pt x="191" y="0"/>
                  </a:moveTo>
                  <a:cubicBezTo>
                    <a:pt x="95" y="0"/>
                    <a:pt x="0" y="95"/>
                    <a:pt x="0" y="167"/>
                  </a:cubicBezTo>
                  <a:lnTo>
                    <a:pt x="0" y="1405"/>
                  </a:lnTo>
                  <a:lnTo>
                    <a:pt x="0" y="2620"/>
                  </a:lnTo>
                  <a:cubicBezTo>
                    <a:pt x="0" y="2715"/>
                    <a:pt x="95" y="2786"/>
                    <a:pt x="191" y="2786"/>
                  </a:cubicBezTo>
                  <a:lnTo>
                    <a:pt x="10455" y="2786"/>
                  </a:lnTo>
                  <a:cubicBezTo>
                    <a:pt x="10502" y="2786"/>
                    <a:pt x="10574" y="2763"/>
                    <a:pt x="10598" y="2715"/>
                  </a:cubicBezTo>
                  <a:lnTo>
                    <a:pt x="11503" y="1477"/>
                  </a:lnTo>
                  <a:cubicBezTo>
                    <a:pt x="11526" y="1453"/>
                    <a:pt x="11526" y="1357"/>
                    <a:pt x="11503" y="1310"/>
                  </a:cubicBezTo>
                  <a:lnTo>
                    <a:pt x="10598" y="95"/>
                  </a:lnTo>
                  <a:cubicBezTo>
                    <a:pt x="10574" y="24"/>
                    <a:pt x="10502" y="0"/>
                    <a:pt x="1045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89"/>
            <p:cNvSpPr/>
            <p:nvPr/>
          </p:nvSpPr>
          <p:spPr>
            <a:xfrm>
              <a:off x="5563283" y="4166654"/>
              <a:ext cx="343678" cy="83810"/>
            </a:xfrm>
            <a:custGeom>
              <a:rect b="b" l="l" r="r" t="t"/>
              <a:pathLst>
                <a:path extrusionOk="0" h="2811" w="11527">
                  <a:moveTo>
                    <a:pt x="191" y="0"/>
                  </a:moveTo>
                  <a:cubicBezTo>
                    <a:pt x="95" y="0"/>
                    <a:pt x="0" y="95"/>
                    <a:pt x="0" y="191"/>
                  </a:cubicBezTo>
                  <a:lnTo>
                    <a:pt x="0" y="1405"/>
                  </a:lnTo>
                  <a:lnTo>
                    <a:pt x="0" y="2620"/>
                  </a:lnTo>
                  <a:cubicBezTo>
                    <a:pt x="0" y="2715"/>
                    <a:pt x="95" y="2810"/>
                    <a:pt x="191" y="2810"/>
                  </a:cubicBezTo>
                  <a:lnTo>
                    <a:pt x="10455" y="2810"/>
                  </a:lnTo>
                  <a:cubicBezTo>
                    <a:pt x="10502" y="2810"/>
                    <a:pt x="10574" y="2786"/>
                    <a:pt x="10598" y="2715"/>
                  </a:cubicBezTo>
                  <a:lnTo>
                    <a:pt x="11503" y="1500"/>
                  </a:lnTo>
                  <a:cubicBezTo>
                    <a:pt x="11526" y="1477"/>
                    <a:pt x="11526" y="1381"/>
                    <a:pt x="11503" y="1310"/>
                  </a:cubicBezTo>
                  <a:lnTo>
                    <a:pt x="10598" y="95"/>
                  </a:lnTo>
                  <a:cubicBezTo>
                    <a:pt x="10574" y="24"/>
                    <a:pt x="10502" y="0"/>
                    <a:pt x="10455"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89"/>
            <p:cNvSpPr/>
            <p:nvPr/>
          </p:nvSpPr>
          <p:spPr>
            <a:xfrm>
              <a:off x="5860065" y="4411617"/>
              <a:ext cx="46183" cy="84526"/>
            </a:xfrm>
            <a:custGeom>
              <a:rect b="b" l="l" r="r" t="t"/>
              <a:pathLst>
                <a:path extrusionOk="0" h="2835" w="1549">
                  <a:moveTo>
                    <a:pt x="1" y="0"/>
                  </a:moveTo>
                  <a:cubicBezTo>
                    <a:pt x="48" y="0"/>
                    <a:pt x="120" y="48"/>
                    <a:pt x="143" y="95"/>
                  </a:cubicBezTo>
                  <a:lnTo>
                    <a:pt x="1025" y="1310"/>
                  </a:lnTo>
                  <a:cubicBezTo>
                    <a:pt x="1096" y="1381"/>
                    <a:pt x="1096" y="1477"/>
                    <a:pt x="1025" y="1524"/>
                  </a:cubicBezTo>
                  <a:lnTo>
                    <a:pt x="143" y="2739"/>
                  </a:lnTo>
                  <a:cubicBezTo>
                    <a:pt x="120" y="2810"/>
                    <a:pt x="48" y="2834"/>
                    <a:pt x="1" y="2834"/>
                  </a:cubicBezTo>
                  <a:lnTo>
                    <a:pt x="477" y="2834"/>
                  </a:lnTo>
                  <a:cubicBezTo>
                    <a:pt x="524" y="2834"/>
                    <a:pt x="596" y="2810"/>
                    <a:pt x="620" y="2739"/>
                  </a:cubicBezTo>
                  <a:lnTo>
                    <a:pt x="1501" y="1524"/>
                  </a:lnTo>
                  <a:cubicBezTo>
                    <a:pt x="1549" y="1429"/>
                    <a:pt x="1549" y="1358"/>
                    <a:pt x="1501" y="1310"/>
                  </a:cubicBezTo>
                  <a:lnTo>
                    <a:pt x="620" y="95"/>
                  </a:lnTo>
                  <a:cubicBezTo>
                    <a:pt x="596" y="48"/>
                    <a:pt x="524" y="0"/>
                    <a:pt x="47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89"/>
            <p:cNvSpPr/>
            <p:nvPr/>
          </p:nvSpPr>
          <p:spPr>
            <a:xfrm>
              <a:off x="5860065" y="4289493"/>
              <a:ext cx="46183" cy="84496"/>
            </a:xfrm>
            <a:custGeom>
              <a:rect b="b" l="l" r="r" t="t"/>
              <a:pathLst>
                <a:path extrusionOk="0" h="2834" w="1549">
                  <a:moveTo>
                    <a:pt x="1" y="0"/>
                  </a:moveTo>
                  <a:cubicBezTo>
                    <a:pt x="48" y="0"/>
                    <a:pt x="120" y="24"/>
                    <a:pt x="143" y="72"/>
                  </a:cubicBezTo>
                  <a:lnTo>
                    <a:pt x="1025" y="1310"/>
                  </a:lnTo>
                  <a:cubicBezTo>
                    <a:pt x="1096" y="1357"/>
                    <a:pt x="1096" y="1453"/>
                    <a:pt x="1025" y="1524"/>
                  </a:cubicBezTo>
                  <a:lnTo>
                    <a:pt x="143" y="2739"/>
                  </a:lnTo>
                  <a:cubicBezTo>
                    <a:pt x="120" y="2786"/>
                    <a:pt x="48" y="2834"/>
                    <a:pt x="1" y="2834"/>
                  </a:cubicBezTo>
                  <a:lnTo>
                    <a:pt x="477" y="2834"/>
                  </a:lnTo>
                  <a:cubicBezTo>
                    <a:pt x="524" y="2834"/>
                    <a:pt x="596" y="2786"/>
                    <a:pt x="620" y="2739"/>
                  </a:cubicBezTo>
                  <a:lnTo>
                    <a:pt x="1501" y="1524"/>
                  </a:lnTo>
                  <a:cubicBezTo>
                    <a:pt x="1549" y="1453"/>
                    <a:pt x="1549" y="1357"/>
                    <a:pt x="1501" y="1310"/>
                  </a:cubicBezTo>
                  <a:lnTo>
                    <a:pt x="620" y="72"/>
                  </a:lnTo>
                  <a:cubicBezTo>
                    <a:pt x="596" y="24"/>
                    <a:pt x="524" y="0"/>
                    <a:pt x="47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89"/>
            <p:cNvSpPr/>
            <p:nvPr/>
          </p:nvSpPr>
          <p:spPr>
            <a:xfrm>
              <a:off x="5860065" y="4167370"/>
              <a:ext cx="46183" cy="83810"/>
            </a:xfrm>
            <a:custGeom>
              <a:rect b="b" l="l" r="r" t="t"/>
              <a:pathLst>
                <a:path extrusionOk="0" h="2811" w="1549">
                  <a:moveTo>
                    <a:pt x="1" y="0"/>
                  </a:moveTo>
                  <a:cubicBezTo>
                    <a:pt x="48" y="0"/>
                    <a:pt x="120" y="0"/>
                    <a:pt x="143" y="71"/>
                  </a:cubicBezTo>
                  <a:lnTo>
                    <a:pt x="1025" y="1286"/>
                  </a:lnTo>
                  <a:cubicBezTo>
                    <a:pt x="1096" y="1357"/>
                    <a:pt x="1096" y="1453"/>
                    <a:pt x="1025" y="1500"/>
                  </a:cubicBezTo>
                  <a:lnTo>
                    <a:pt x="143" y="2715"/>
                  </a:lnTo>
                  <a:cubicBezTo>
                    <a:pt x="120" y="2786"/>
                    <a:pt x="48" y="2810"/>
                    <a:pt x="1" y="2810"/>
                  </a:cubicBezTo>
                  <a:lnTo>
                    <a:pt x="477" y="2810"/>
                  </a:lnTo>
                  <a:cubicBezTo>
                    <a:pt x="524" y="2810"/>
                    <a:pt x="596" y="2786"/>
                    <a:pt x="620" y="2715"/>
                  </a:cubicBezTo>
                  <a:lnTo>
                    <a:pt x="1501" y="1500"/>
                  </a:lnTo>
                  <a:cubicBezTo>
                    <a:pt x="1549" y="1453"/>
                    <a:pt x="1549" y="1357"/>
                    <a:pt x="1501" y="1286"/>
                  </a:cubicBezTo>
                  <a:lnTo>
                    <a:pt x="620" y="71"/>
                  </a:lnTo>
                  <a:cubicBezTo>
                    <a:pt x="596" y="48"/>
                    <a:pt x="524" y="0"/>
                    <a:pt x="477"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89"/>
            <p:cNvSpPr/>
            <p:nvPr/>
          </p:nvSpPr>
          <p:spPr>
            <a:xfrm>
              <a:off x="5592383" y="4152432"/>
              <a:ext cx="55426" cy="64997"/>
            </a:xfrm>
            <a:custGeom>
              <a:rect b="b" l="l" r="r" t="t"/>
              <a:pathLst>
                <a:path extrusionOk="0" h="2180" w="1859">
                  <a:moveTo>
                    <a:pt x="191" y="1"/>
                  </a:moveTo>
                  <a:cubicBezTo>
                    <a:pt x="96" y="1"/>
                    <a:pt x="1" y="96"/>
                    <a:pt x="1" y="191"/>
                  </a:cubicBezTo>
                  <a:lnTo>
                    <a:pt x="1" y="1620"/>
                  </a:lnTo>
                  <a:cubicBezTo>
                    <a:pt x="1" y="1668"/>
                    <a:pt x="48" y="1763"/>
                    <a:pt x="120" y="1787"/>
                  </a:cubicBezTo>
                  <a:lnTo>
                    <a:pt x="882" y="2144"/>
                  </a:lnTo>
                  <a:cubicBezTo>
                    <a:pt x="882" y="2168"/>
                    <a:pt x="894" y="2180"/>
                    <a:pt x="914" y="2180"/>
                  </a:cubicBezTo>
                  <a:cubicBezTo>
                    <a:pt x="935" y="2180"/>
                    <a:pt x="965" y="2168"/>
                    <a:pt x="1001" y="2144"/>
                  </a:cubicBezTo>
                  <a:lnTo>
                    <a:pt x="1739" y="1787"/>
                  </a:lnTo>
                  <a:cubicBezTo>
                    <a:pt x="1787" y="1763"/>
                    <a:pt x="1858" y="1716"/>
                    <a:pt x="1858" y="1620"/>
                  </a:cubicBezTo>
                  <a:lnTo>
                    <a:pt x="1858" y="191"/>
                  </a:lnTo>
                  <a:cubicBezTo>
                    <a:pt x="1858" y="96"/>
                    <a:pt x="1763" y="1"/>
                    <a:pt x="1668" y="1"/>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89"/>
            <p:cNvSpPr/>
            <p:nvPr/>
          </p:nvSpPr>
          <p:spPr>
            <a:xfrm>
              <a:off x="5608722" y="4152432"/>
              <a:ext cx="38372" cy="64997"/>
            </a:xfrm>
            <a:custGeom>
              <a:rect b="b" l="l" r="r" t="t"/>
              <a:pathLst>
                <a:path extrusionOk="0" h="2180" w="1287">
                  <a:moveTo>
                    <a:pt x="762" y="1"/>
                  </a:moveTo>
                  <a:cubicBezTo>
                    <a:pt x="810" y="49"/>
                    <a:pt x="810" y="72"/>
                    <a:pt x="810" y="96"/>
                  </a:cubicBezTo>
                  <a:lnTo>
                    <a:pt x="810" y="1525"/>
                  </a:lnTo>
                  <a:cubicBezTo>
                    <a:pt x="810" y="1620"/>
                    <a:pt x="738" y="1668"/>
                    <a:pt x="691" y="1716"/>
                  </a:cubicBezTo>
                  <a:lnTo>
                    <a:pt x="0" y="2025"/>
                  </a:lnTo>
                  <a:lnTo>
                    <a:pt x="238" y="2144"/>
                  </a:lnTo>
                  <a:cubicBezTo>
                    <a:pt x="262" y="2168"/>
                    <a:pt x="292" y="2180"/>
                    <a:pt x="322" y="2180"/>
                  </a:cubicBezTo>
                  <a:cubicBezTo>
                    <a:pt x="352" y="2180"/>
                    <a:pt x="381" y="2168"/>
                    <a:pt x="405" y="2144"/>
                  </a:cubicBezTo>
                  <a:lnTo>
                    <a:pt x="1143" y="1787"/>
                  </a:lnTo>
                  <a:cubicBezTo>
                    <a:pt x="1239" y="1763"/>
                    <a:pt x="1286" y="1668"/>
                    <a:pt x="1286" y="1620"/>
                  </a:cubicBezTo>
                  <a:lnTo>
                    <a:pt x="1286" y="191"/>
                  </a:lnTo>
                  <a:cubicBezTo>
                    <a:pt x="1286" y="96"/>
                    <a:pt x="1191" y="1"/>
                    <a:pt x="1096" y="1"/>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89"/>
            <p:cNvSpPr/>
            <p:nvPr/>
          </p:nvSpPr>
          <p:spPr>
            <a:xfrm>
              <a:off x="5592383" y="4275271"/>
              <a:ext cx="55426" cy="64460"/>
            </a:xfrm>
            <a:custGeom>
              <a:rect b="b" l="l" r="r" t="t"/>
              <a:pathLst>
                <a:path extrusionOk="0" h="2162" w="1859">
                  <a:moveTo>
                    <a:pt x="191" y="1"/>
                  </a:moveTo>
                  <a:cubicBezTo>
                    <a:pt x="96" y="1"/>
                    <a:pt x="1" y="72"/>
                    <a:pt x="1" y="167"/>
                  </a:cubicBezTo>
                  <a:lnTo>
                    <a:pt x="1" y="1596"/>
                  </a:lnTo>
                  <a:cubicBezTo>
                    <a:pt x="1" y="1668"/>
                    <a:pt x="48" y="1739"/>
                    <a:pt x="120" y="1787"/>
                  </a:cubicBezTo>
                  <a:lnTo>
                    <a:pt x="882" y="2144"/>
                  </a:lnTo>
                  <a:cubicBezTo>
                    <a:pt x="882" y="2156"/>
                    <a:pt x="894" y="2162"/>
                    <a:pt x="914" y="2162"/>
                  </a:cubicBezTo>
                  <a:cubicBezTo>
                    <a:pt x="935" y="2162"/>
                    <a:pt x="965" y="2156"/>
                    <a:pt x="1001" y="2144"/>
                  </a:cubicBezTo>
                  <a:lnTo>
                    <a:pt x="1739" y="1787"/>
                  </a:lnTo>
                  <a:cubicBezTo>
                    <a:pt x="1787" y="1739"/>
                    <a:pt x="1858" y="1692"/>
                    <a:pt x="1858" y="1596"/>
                  </a:cubicBezTo>
                  <a:lnTo>
                    <a:pt x="1858" y="167"/>
                  </a:lnTo>
                  <a:cubicBezTo>
                    <a:pt x="1858" y="96"/>
                    <a:pt x="1763" y="1"/>
                    <a:pt x="1668" y="1"/>
                  </a:cubicBez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89"/>
            <p:cNvSpPr/>
            <p:nvPr/>
          </p:nvSpPr>
          <p:spPr>
            <a:xfrm>
              <a:off x="5609438" y="4275152"/>
              <a:ext cx="38372" cy="64579"/>
            </a:xfrm>
            <a:custGeom>
              <a:rect b="b" l="l" r="r" t="t"/>
              <a:pathLst>
                <a:path extrusionOk="0" h="2166" w="1287">
                  <a:moveTo>
                    <a:pt x="1117" y="0"/>
                  </a:moveTo>
                  <a:cubicBezTo>
                    <a:pt x="1102" y="0"/>
                    <a:pt x="1087" y="2"/>
                    <a:pt x="1072" y="5"/>
                  </a:cubicBezTo>
                  <a:lnTo>
                    <a:pt x="786" y="5"/>
                  </a:lnTo>
                  <a:cubicBezTo>
                    <a:pt x="810" y="29"/>
                    <a:pt x="810" y="52"/>
                    <a:pt x="810" y="100"/>
                  </a:cubicBezTo>
                  <a:lnTo>
                    <a:pt x="810" y="1529"/>
                  </a:lnTo>
                  <a:cubicBezTo>
                    <a:pt x="810" y="1600"/>
                    <a:pt x="738" y="1672"/>
                    <a:pt x="691" y="1696"/>
                  </a:cubicBezTo>
                  <a:lnTo>
                    <a:pt x="0" y="2029"/>
                  </a:lnTo>
                  <a:lnTo>
                    <a:pt x="238" y="2148"/>
                  </a:lnTo>
                  <a:cubicBezTo>
                    <a:pt x="262" y="2160"/>
                    <a:pt x="292" y="2166"/>
                    <a:pt x="325" y="2166"/>
                  </a:cubicBezTo>
                  <a:cubicBezTo>
                    <a:pt x="357" y="2166"/>
                    <a:pt x="393" y="2160"/>
                    <a:pt x="429" y="2148"/>
                  </a:cubicBezTo>
                  <a:lnTo>
                    <a:pt x="1167" y="1791"/>
                  </a:lnTo>
                  <a:cubicBezTo>
                    <a:pt x="1262" y="1743"/>
                    <a:pt x="1286" y="1672"/>
                    <a:pt x="1286" y="1600"/>
                  </a:cubicBezTo>
                  <a:lnTo>
                    <a:pt x="1286" y="171"/>
                  </a:lnTo>
                  <a:cubicBezTo>
                    <a:pt x="1286" y="68"/>
                    <a:pt x="1214" y="0"/>
                    <a:pt x="1117" y="0"/>
                  </a:cubicBezTo>
                  <a:close/>
                </a:path>
              </a:pathLst>
            </a:custGeom>
            <a:solidFill>
              <a:srgbClr val="DB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89"/>
            <p:cNvSpPr/>
            <p:nvPr/>
          </p:nvSpPr>
          <p:spPr>
            <a:xfrm>
              <a:off x="5592383" y="4396709"/>
              <a:ext cx="55426" cy="64639"/>
            </a:xfrm>
            <a:custGeom>
              <a:rect b="b" l="l" r="r" t="t"/>
              <a:pathLst>
                <a:path extrusionOk="0" h="2168" w="1859">
                  <a:moveTo>
                    <a:pt x="191" y="0"/>
                  </a:moveTo>
                  <a:cubicBezTo>
                    <a:pt x="96" y="0"/>
                    <a:pt x="1" y="95"/>
                    <a:pt x="1" y="191"/>
                  </a:cubicBezTo>
                  <a:lnTo>
                    <a:pt x="1" y="1619"/>
                  </a:lnTo>
                  <a:cubicBezTo>
                    <a:pt x="1" y="1667"/>
                    <a:pt x="48" y="1762"/>
                    <a:pt x="120" y="1786"/>
                  </a:cubicBezTo>
                  <a:lnTo>
                    <a:pt x="882" y="2143"/>
                  </a:lnTo>
                  <a:cubicBezTo>
                    <a:pt x="882" y="2167"/>
                    <a:pt x="929" y="2167"/>
                    <a:pt x="1001" y="2167"/>
                  </a:cubicBezTo>
                  <a:lnTo>
                    <a:pt x="1739" y="1810"/>
                  </a:lnTo>
                  <a:cubicBezTo>
                    <a:pt x="1787" y="1786"/>
                    <a:pt x="1858" y="1738"/>
                    <a:pt x="1858" y="1643"/>
                  </a:cubicBezTo>
                  <a:lnTo>
                    <a:pt x="1858" y="191"/>
                  </a:lnTo>
                  <a:cubicBezTo>
                    <a:pt x="1858" y="95"/>
                    <a:pt x="1763" y="0"/>
                    <a:pt x="1668"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89"/>
            <p:cNvSpPr/>
            <p:nvPr/>
          </p:nvSpPr>
          <p:spPr>
            <a:xfrm>
              <a:off x="5609438" y="4396709"/>
              <a:ext cx="38372" cy="64460"/>
            </a:xfrm>
            <a:custGeom>
              <a:rect b="b" l="l" r="r" t="t"/>
              <a:pathLst>
                <a:path extrusionOk="0" h="2162" w="1287">
                  <a:moveTo>
                    <a:pt x="786" y="0"/>
                  </a:moveTo>
                  <a:cubicBezTo>
                    <a:pt x="810" y="24"/>
                    <a:pt x="810" y="71"/>
                    <a:pt x="810" y="95"/>
                  </a:cubicBezTo>
                  <a:lnTo>
                    <a:pt x="810" y="1524"/>
                  </a:lnTo>
                  <a:cubicBezTo>
                    <a:pt x="810" y="1619"/>
                    <a:pt x="738" y="1667"/>
                    <a:pt x="691" y="1691"/>
                  </a:cubicBezTo>
                  <a:lnTo>
                    <a:pt x="0" y="2024"/>
                  </a:lnTo>
                  <a:lnTo>
                    <a:pt x="238" y="2143"/>
                  </a:lnTo>
                  <a:cubicBezTo>
                    <a:pt x="262" y="2155"/>
                    <a:pt x="292" y="2161"/>
                    <a:pt x="325" y="2161"/>
                  </a:cubicBezTo>
                  <a:cubicBezTo>
                    <a:pt x="357" y="2161"/>
                    <a:pt x="393" y="2155"/>
                    <a:pt x="429" y="2143"/>
                  </a:cubicBezTo>
                  <a:lnTo>
                    <a:pt x="1167" y="1786"/>
                  </a:lnTo>
                  <a:cubicBezTo>
                    <a:pt x="1262" y="1762"/>
                    <a:pt x="1286" y="1667"/>
                    <a:pt x="1286" y="1619"/>
                  </a:cubicBezTo>
                  <a:lnTo>
                    <a:pt x="1286" y="191"/>
                  </a:lnTo>
                  <a:cubicBezTo>
                    <a:pt x="1286" y="95"/>
                    <a:pt x="1191" y="0"/>
                    <a:pt x="1072"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89"/>
            <p:cNvSpPr/>
            <p:nvPr/>
          </p:nvSpPr>
          <p:spPr>
            <a:xfrm>
              <a:off x="5558304" y="4147482"/>
              <a:ext cx="353606" cy="109361"/>
            </a:xfrm>
            <a:custGeom>
              <a:rect b="b" l="l" r="r" t="t"/>
              <a:pathLst>
                <a:path extrusionOk="0" h="3668" w="11860">
                  <a:moveTo>
                    <a:pt x="2787" y="357"/>
                  </a:moveTo>
                  <a:lnTo>
                    <a:pt x="2787" y="1786"/>
                  </a:lnTo>
                  <a:lnTo>
                    <a:pt x="2048" y="2143"/>
                  </a:lnTo>
                  <a:lnTo>
                    <a:pt x="1310" y="1786"/>
                  </a:lnTo>
                  <a:lnTo>
                    <a:pt x="1310" y="357"/>
                  </a:lnTo>
                  <a:close/>
                  <a:moveTo>
                    <a:pt x="1310" y="0"/>
                  </a:moveTo>
                  <a:cubicBezTo>
                    <a:pt x="1096" y="0"/>
                    <a:pt x="953" y="143"/>
                    <a:pt x="953" y="357"/>
                  </a:cubicBezTo>
                  <a:lnTo>
                    <a:pt x="953" y="476"/>
                  </a:lnTo>
                  <a:lnTo>
                    <a:pt x="358" y="476"/>
                  </a:lnTo>
                  <a:cubicBezTo>
                    <a:pt x="143" y="476"/>
                    <a:pt x="0" y="619"/>
                    <a:pt x="0" y="834"/>
                  </a:cubicBezTo>
                  <a:lnTo>
                    <a:pt x="0" y="3310"/>
                  </a:lnTo>
                  <a:cubicBezTo>
                    <a:pt x="0" y="3501"/>
                    <a:pt x="143" y="3668"/>
                    <a:pt x="358" y="3668"/>
                  </a:cubicBezTo>
                  <a:lnTo>
                    <a:pt x="10598" y="3668"/>
                  </a:lnTo>
                  <a:cubicBezTo>
                    <a:pt x="10717" y="3668"/>
                    <a:pt x="10788" y="3596"/>
                    <a:pt x="10884" y="3501"/>
                  </a:cubicBezTo>
                  <a:lnTo>
                    <a:pt x="11789" y="2286"/>
                  </a:lnTo>
                  <a:cubicBezTo>
                    <a:pt x="11860" y="2167"/>
                    <a:pt x="11860" y="2001"/>
                    <a:pt x="11789" y="1882"/>
                  </a:cubicBezTo>
                  <a:lnTo>
                    <a:pt x="10884" y="643"/>
                  </a:lnTo>
                  <a:cubicBezTo>
                    <a:pt x="10836" y="572"/>
                    <a:pt x="10598" y="500"/>
                    <a:pt x="10598" y="500"/>
                  </a:cubicBezTo>
                  <a:lnTo>
                    <a:pt x="9074" y="500"/>
                  </a:lnTo>
                  <a:cubicBezTo>
                    <a:pt x="8978" y="500"/>
                    <a:pt x="8931" y="572"/>
                    <a:pt x="8883" y="643"/>
                  </a:cubicBezTo>
                  <a:cubicBezTo>
                    <a:pt x="8859" y="762"/>
                    <a:pt x="8955" y="858"/>
                    <a:pt x="9074" y="858"/>
                  </a:cubicBezTo>
                  <a:lnTo>
                    <a:pt x="10622" y="858"/>
                  </a:lnTo>
                  <a:lnTo>
                    <a:pt x="11503" y="2072"/>
                  </a:lnTo>
                  <a:lnTo>
                    <a:pt x="10622" y="3310"/>
                  </a:lnTo>
                  <a:lnTo>
                    <a:pt x="358" y="3310"/>
                  </a:lnTo>
                  <a:lnTo>
                    <a:pt x="358" y="834"/>
                  </a:lnTo>
                  <a:lnTo>
                    <a:pt x="977" y="834"/>
                  </a:lnTo>
                  <a:lnTo>
                    <a:pt x="977" y="1786"/>
                  </a:lnTo>
                  <a:cubicBezTo>
                    <a:pt x="977" y="1929"/>
                    <a:pt x="1072" y="2048"/>
                    <a:pt x="1191" y="2120"/>
                  </a:cubicBezTo>
                  <a:lnTo>
                    <a:pt x="1929" y="2477"/>
                  </a:lnTo>
                  <a:cubicBezTo>
                    <a:pt x="1977" y="2501"/>
                    <a:pt x="2048" y="2501"/>
                    <a:pt x="2072" y="2501"/>
                  </a:cubicBezTo>
                  <a:cubicBezTo>
                    <a:pt x="2096" y="2501"/>
                    <a:pt x="2191" y="2501"/>
                    <a:pt x="2215" y="2477"/>
                  </a:cubicBezTo>
                  <a:lnTo>
                    <a:pt x="2977" y="2120"/>
                  </a:lnTo>
                  <a:cubicBezTo>
                    <a:pt x="3096" y="2048"/>
                    <a:pt x="3168" y="1929"/>
                    <a:pt x="3168" y="1786"/>
                  </a:cubicBezTo>
                  <a:lnTo>
                    <a:pt x="3168" y="834"/>
                  </a:lnTo>
                  <a:lnTo>
                    <a:pt x="8264" y="834"/>
                  </a:lnTo>
                  <a:cubicBezTo>
                    <a:pt x="8359" y="834"/>
                    <a:pt x="8407" y="762"/>
                    <a:pt x="8455" y="691"/>
                  </a:cubicBezTo>
                  <a:cubicBezTo>
                    <a:pt x="8478" y="572"/>
                    <a:pt x="8383" y="476"/>
                    <a:pt x="8264" y="476"/>
                  </a:cubicBezTo>
                  <a:lnTo>
                    <a:pt x="3144" y="476"/>
                  </a:lnTo>
                  <a:lnTo>
                    <a:pt x="3144" y="357"/>
                  </a:lnTo>
                  <a:cubicBezTo>
                    <a:pt x="3144" y="143"/>
                    <a:pt x="3001" y="0"/>
                    <a:pt x="27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89"/>
            <p:cNvSpPr/>
            <p:nvPr/>
          </p:nvSpPr>
          <p:spPr>
            <a:xfrm>
              <a:off x="5558304" y="4271007"/>
              <a:ext cx="353606" cy="107960"/>
            </a:xfrm>
            <a:custGeom>
              <a:rect b="b" l="l" r="r" t="t"/>
              <a:pathLst>
                <a:path extrusionOk="0" h="3621" w="11860">
                  <a:moveTo>
                    <a:pt x="2787" y="310"/>
                  </a:moveTo>
                  <a:lnTo>
                    <a:pt x="2787" y="1739"/>
                  </a:lnTo>
                  <a:lnTo>
                    <a:pt x="2048" y="2097"/>
                  </a:lnTo>
                  <a:lnTo>
                    <a:pt x="1310" y="1739"/>
                  </a:lnTo>
                  <a:lnTo>
                    <a:pt x="1310" y="310"/>
                  </a:lnTo>
                  <a:close/>
                  <a:moveTo>
                    <a:pt x="10598" y="787"/>
                  </a:moveTo>
                  <a:lnTo>
                    <a:pt x="11479" y="2025"/>
                  </a:lnTo>
                  <a:lnTo>
                    <a:pt x="10598" y="3240"/>
                  </a:lnTo>
                  <a:lnTo>
                    <a:pt x="310" y="3240"/>
                  </a:lnTo>
                  <a:lnTo>
                    <a:pt x="310" y="787"/>
                  </a:lnTo>
                  <a:lnTo>
                    <a:pt x="953" y="834"/>
                  </a:lnTo>
                  <a:lnTo>
                    <a:pt x="953" y="1787"/>
                  </a:lnTo>
                  <a:cubicBezTo>
                    <a:pt x="953" y="1930"/>
                    <a:pt x="1024" y="2049"/>
                    <a:pt x="1144" y="2097"/>
                  </a:cubicBezTo>
                  <a:lnTo>
                    <a:pt x="1906" y="2454"/>
                  </a:lnTo>
                  <a:cubicBezTo>
                    <a:pt x="1953" y="2501"/>
                    <a:pt x="2025" y="2501"/>
                    <a:pt x="2048" y="2501"/>
                  </a:cubicBezTo>
                  <a:cubicBezTo>
                    <a:pt x="2072" y="2501"/>
                    <a:pt x="2168" y="2501"/>
                    <a:pt x="2191" y="2454"/>
                  </a:cubicBezTo>
                  <a:lnTo>
                    <a:pt x="2930" y="2097"/>
                  </a:lnTo>
                  <a:cubicBezTo>
                    <a:pt x="3049" y="2049"/>
                    <a:pt x="3144" y="1930"/>
                    <a:pt x="3144" y="1787"/>
                  </a:cubicBezTo>
                  <a:lnTo>
                    <a:pt x="3144" y="787"/>
                  </a:lnTo>
                  <a:close/>
                  <a:moveTo>
                    <a:pt x="1310" y="1"/>
                  </a:moveTo>
                  <a:cubicBezTo>
                    <a:pt x="1096" y="1"/>
                    <a:pt x="953" y="144"/>
                    <a:pt x="953" y="358"/>
                  </a:cubicBezTo>
                  <a:lnTo>
                    <a:pt x="953" y="477"/>
                  </a:lnTo>
                  <a:lnTo>
                    <a:pt x="358" y="477"/>
                  </a:lnTo>
                  <a:cubicBezTo>
                    <a:pt x="143" y="477"/>
                    <a:pt x="0" y="620"/>
                    <a:pt x="0" y="834"/>
                  </a:cubicBezTo>
                  <a:lnTo>
                    <a:pt x="0" y="3287"/>
                  </a:lnTo>
                  <a:cubicBezTo>
                    <a:pt x="0" y="3454"/>
                    <a:pt x="143" y="3621"/>
                    <a:pt x="358" y="3621"/>
                  </a:cubicBezTo>
                  <a:lnTo>
                    <a:pt x="10598" y="3621"/>
                  </a:lnTo>
                  <a:cubicBezTo>
                    <a:pt x="10717" y="3621"/>
                    <a:pt x="10788" y="3573"/>
                    <a:pt x="10884" y="3478"/>
                  </a:cubicBezTo>
                  <a:lnTo>
                    <a:pt x="11789" y="2263"/>
                  </a:lnTo>
                  <a:cubicBezTo>
                    <a:pt x="11860" y="2144"/>
                    <a:pt x="11860" y="1954"/>
                    <a:pt x="11789" y="1835"/>
                  </a:cubicBezTo>
                  <a:lnTo>
                    <a:pt x="10884" y="620"/>
                  </a:lnTo>
                  <a:cubicBezTo>
                    <a:pt x="10836" y="525"/>
                    <a:pt x="10598" y="477"/>
                    <a:pt x="10598" y="477"/>
                  </a:cubicBezTo>
                  <a:lnTo>
                    <a:pt x="3144" y="477"/>
                  </a:lnTo>
                  <a:lnTo>
                    <a:pt x="3144" y="358"/>
                  </a:lnTo>
                  <a:cubicBezTo>
                    <a:pt x="3144" y="144"/>
                    <a:pt x="3001" y="1"/>
                    <a:pt x="2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89"/>
            <p:cNvSpPr/>
            <p:nvPr/>
          </p:nvSpPr>
          <p:spPr>
            <a:xfrm>
              <a:off x="5556873" y="4392445"/>
              <a:ext cx="355037" cy="107245"/>
            </a:xfrm>
            <a:custGeom>
              <a:rect b="b" l="l" r="r" t="t"/>
              <a:pathLst>
                <a:path extrusionOk="0" h="3597" w="11908">
                  <a:moveTo>
                    <a:pt x="2835" y="381"/>
                  </a:moveTo>
                  <a:lnTo>
                    <a:pt x="2835" y="1786"/>
                  </a:lnTo>
                  <a:lnTo>
                    <a:pt x="2096" y="2167"/>
                  </a:lnTo>
                  <a:lnTo>
                    <a:pt x="1358" y="1810"/>
                  </a:lnTo>
                  <a:lnTo>
                    <a:pt x="1358" y="381"/>
                  </a:lnTo>
                  <a:close/>
                  <a:moveTo>
                    <a:pt x="1358" y="0"/>
                  </a:moveTo>
                  <a:cubicBezTo>
                    <a:pt x="1144" y="0"/>
                    <a:pt x="1001" y="143"/>
                    <a:pt x="1001" y="357"/>
                  </a:cubicBezTo>
                  <a:lnTo>
                    <a:pt x="1001" y="476"/>
                  </a:lnTo>
                  <a:lnTo>
                    <a:pt x="191" y="476"/>
                  </a:lnTo>
                  <a:cubicBezTo>
                    <a:pt x="96" y="476"/>
                    <a:pt x="1" y="572"/>
                    <a:pt x="1" y="643"/>
                  </a:cubicBezTo>
                  <a:lnTo>
                    <a:pt x="1" y="1429"/>
                  </a:lnTo>
                  <a:cubicBezTo>
                    <a:pt x="1" y="1453"/>
                    <a:pt x="1" y="1477"/>
                    <a:pt x="48" y="1477"/>
                  </a:cubicBezTo>
                  <a:cubicBezTo>
                    <a:pt x="97" y="1517"/>
                    <a:pt x="149" y="1536"/>
                    <a:pt x="196" y="1536"/>
                  </a:cubicBezTo>
                  <a:cubicBezTo>
                    <a:pt x="286" y="1536"/>
                    <a:pt x="358" y="1467"/>
                    <a:pt x="358" y="1358"/>
                  </a:cubicBezTo>
                  <a:lnTo>
                    <a:pt x="358" y="810"/>
                  </a:lnTo>
                  <a:lnTo>
                    <a:pt x="977" y="810"/>
                  </a:lnTo>
                  <a:lnTo>
                    <a:pt x="977" y="1762"/>
                  </a:lnTo>
                  <a:cubicBezTo>
                    <a:pt x="977" y="1905"/>
                    <a:pt x="1072" y="2024"/>
                    <a:pt x="1192" y="2072"/>
                  </a:cubicBezTo>
                  <a:lnTo>
                    <a:pt x="1930" y="2429"/>
                  </a:lnTo>
                  <a:cubicBezTo>
                    <a:pt x="2001" y="2477"/>
                    <a:pt x="2049" y="2477"/>
                    <a:pt x="2096" y="2477"/>
                  </a:cubicBezTo>
                  <a:cubicBezTo>
                    <a:pt x="2120" y="2477"/>
                    <a:pt x="2216" y="2477"/>
                    <a:pt x="2239" y="2429"/>
                  </a:cubicBezTo>
                  <a:lnTo>
                    <a:pt x="2978" y="2072"/>
                  </a:lnTo>
                  <a:cubicBezTo>
                    <a:pt x="3097" y="2024"/>
                    <a:pt x="3192" y="1905"/>
                    <a:pt x="3192" y="1762"/>
                  </a:cubicBezTo>
                  <a:lnTo>
                    <a:pt x="3192" y="810"/>
                  </a:lnTo>
                  <a:lnTo>
                    <a:pt x="10622" y="810"/>
                  </a:lnTo>
                  <a:lnTo>
                    <a:pt x="11527" y="2024"/>
                  </a:lnTo>
                  <a:lnTo>
                    <a:pt x="10622" y="3239"/>
                  </a:lnTo>
                  <a:lnTo>
                    <a:pt x="358" y="3239"/>
                  </a:lnTo>
                  <a:lnTo>
                    <a:pt x="358" y="2143"/>
                  </a:lnTo>
                  <a:cubicBezTo>
                    <a:pt x="358" y="2048"/>
                    <a:pt x="310" y="2001"/>
                    <a:pt x="215" y="1953"/>
                  </a:cubicBezTo>
                  <a:cubicBezTo>
                    <a:pt x="203" y="1950"/>
                    <a:pt x="191" y="1949"/>
                    <a:pt x="179" y="1949"/>
                  </a:cubicBezTo>
                  <a:cubicBezTo>
                    <a:pt x="77" y="1949"/>
                    <a:pt x="1" y="2037"/>
                    <a:pt x="1" y="2143"/>
                  </a:cubicBezTo>
                  <a:lnTo>
                    <a:pt x="1" y="3239"/>
                  </a:lnTo>
                  <a:cubicBezTo>
                    <a:pt x="1" y="3453"/>
                    <a:pt x="144" y="3596"/>
                    <a:pt x="358" y="3596"/>
                  </a:cubicBezTo>
                  <a:lnTo>
                    <a:pt x="10622" y="3596"/>
                  </a:lnTo>
                  <a:cubicBezTo>
                    <a:pt x="10765" y="3596"/>
                    <a:pt x="10836" y="3548"/>
                    <a:pt x="10932" y="3453"/>
                  </a:cubicBezTo>
                  <a:lnTo>
                    <a:pt x="11813" y="2239"/>
                  </a:lnTo>
                  <a:cubicBezTo>
                    <a:pt x="11908" y="2120"/>
                    <a:pt x="11908" y="1929"/>
                    <a:pt x="11813" y="1810"/>
                  </a:cubicBezTo>
                  <a:lnTo>
                    <a:pt x="10932" y="619"/>
                  </a:lnTo>
                  <a:cubicBezTo>
                    <a:pt x="10884" y="524"/>
                    <a:pt x="10765" y="476"/>
                    <a:pt x="10646" y="476"/>
                  </a:cubicBezTo>
                  <a:lnTo>
                    <a:pt x="3192" y="476"/>
                  </a:lnTo>
                  <a:lnTo>
                    <a:pt x="3192" y="357"/>
                  </a:lnTo>
                  <a:cubicBezTo>
                    <a:pt x="3192" y="143"/>
                    <a:pt x="3049" y="0"/>
                    <a:pt x="28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1" name="Google Shape;20031;p89"/>
          <p:cNvGrpSpPr/>
          <p:nvPr/>
        </p:nvGrpSpPr>
        <p:grpSpPr>
          <a:xfrm>
            <a:off x="6273306" y="4147482"/>
            <a:ext cx="361447" cy="354083"/>
            <a:chOff x="6158994" y="4147482"/>
            <a:chExt cx="361447" cy="354083"/>
          </a:xfrm>
        </p:grpSpPr>
        <p:sp>
          <p:nvSpPr>
            <p:cNvPr id="20032" name="Google Shape;20032;p89"/>
            <p:cNvSpPr/>
            <p:nvPr/>
          </p:nvSpPr>
          <p:spPr>
            <a:xfrm>
              <a:off x="6163257" y="4152432"/>
              <a:ext cx="342962" cy="342992"/>
            </a:xfrm>
            <a:custGeom>
              <a:rect b="b" l="l" r="r" t="t"/>
              <a:pathLst>
                <a:path extrusionOk="0" h="11504" w="11503">
                  <a:moveTo>
                    <a:pt x="5740" y="1620"/>
                  </a:moveTo>
                  <a:cubicBezTo>
                    <a:pt x="8050" y="1620"/>
                    <a:pt x="9883" y="3454"/>
                    <a:pt x="9883" y="5764"/>
                  </a:cubicBezTo>
                  <a:cubicBezTo>
                    <a:pt x="9883" y="8050"/>
                    <a:pt x="8050" y="9884"/>
                    <a:pt x="5740" y="9884"/>
                  </a:cubicBezTo>
                  <a:cubicBezTo>
                    <a:pt x="3453" y="9884"/>
                    <a:pt x="1620" y="8050"/>
                    <a:pt x="1620" y="5764"/>
                  </a:cubicBezTo>
                  <a:cubicBezTo>
                    <a:pt x="1620" y="3454"/>
                    <a:pt x="3453" y="1620"/>
                    <a:pt x="5740" y="1620"/>
                  </a:cubicBezTo>
                  <a:close/>
                  <a:moveTo>
                    <a:pt x="5740" y="1"/>
                  </a:moveTo>
                  <a:cubicBezTo>
                    <a:pt x="2572" y="1"/>
                    <a:pt x="0" y="2597"/>
                    <a:pt x="0" y="5764"/>
                  </a:cubicBezTo>
                  <a:cubicBezTo>
                    <a:pt x="0" y="8907"/>
                    <a:pt x="2596" y="11503"/>
                    <a:pt x="5740" y="11503"/>
                  </a:cubicBezTo>
                  <a:cubicBezTo>
                    <a:pt x="8907" y="11503"/>
                    <a:pt x="11503" y="8907"/>
                    <a:pt x="11503" y="5764"/>
                  </a:cubicBezTo>
                  <a:cubicBezTo>
                    <a:pt x="11503" y="2597"/>
                    <a:pt x="8931" y="1"/>
                    <a:pt x="5740"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89"/>
            <p:cNvSpPr/>
            <p:nvPr/>
          </p:nvSpPr>
          <p:spPr>
            <a:xfrm>
              <a:off x="6254850" y="4165938"/>
              <a:ext cx="252086" cy="329486"/>
            </a:xfrm>
            <a:custGeom>
              <a:rect b="b" l="l" r="r" t="t"/>
              <a:pathLst>
                <a:path extrusionOk="0" h="11051" w="8455">
                  <a:moveTo>
                    <a:pt x="4906" y="0"/>
                  </a:moveTo>
                  <a:cubicBezTo>
                    <a:pt x="6716" y="953"/>
                    <a:pt x="7978" y="2882"/>
                    <a:pt x="7978" y="5097"/>
                  </a:cubicBezTo>
                  <a:cubicBezTo>
                    <a:pt x="7978" y="8288"/>
                    <a:pt x="5383" y="10836"/>
                    <a:pt x="2239" y="10836"/>
                  </a:cubicBezTo>
                  <a:cubicBezTo>
                    <a:pt x="1429" y="10836"/>
                    <a:pt x="691" y="10693"/>
                    <a:pt x="0" y="10383"/>
                  </a:cubicBezTo>
                  <a:lnTo>
                    <a:pt x="0" y="10383"/>
                  </a:lnTo>
                  <a:cubicBezTo>
                    <a:pt x="810" y="10812"/>
                    <a:pt x="1715" y="11050"/>
                    <a:pt x="2668" y="11050"/>
                  </a:cubicBezTo>
                  <a:cubicBezTo>
                    <a:pt x="5859" y="11050"/>
                    <a:pt x="8431" y="8454"/>
                    <a:pt x="8431" y="5311"/>
                  </a:cubicBezTo>
                  <a:cubicBezTo>
                    <a:pt x="8455" y="2930"/>
                    <a:pt x="7002" y="858"/>
                    <a:pt x="4906"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89"/>
            <p:cNvSpPr/>
            <p:nvPr/>
          </p:nvSpPr>
          <p:spPr>
            <a:xfrm>
              <a:off x="6163973" y="4324973"/>
              <a:ext cx="342962" cy="171168"/>
            </a:xfrm>
            <a:custGeom>
              <a:rect b="b" l="l" r="r" t="t"/>
              <a:pathLst>
                <a:path extrusionOk="0" h="5741" w="11503">
                  <a:moveTo>
                    <a:pt x="0" y="1"/>
                  </a:moveTo>
                  <a:cubicBezTo>
                    <a:pt x="0" y="3144"/>
                    <a:pt x="2596" y="5740"/>
                    <a:pt x="5763" y="5740"/>
                  </a:cubicBezTo>
                  <a:cubicBezTo>
                    <a:pt x="8907" y="5740"/>
                    <a:pt x="11503" y="3192"/>
                    <a:pt x="11503" y="1"/>
                  </a:cubicBezTo>
                  <a:lnTo>
                    <a:pt x="9859" y="1"/>
                  </a:lnTo>
                  <a:cubicBezTo>
                    <a:pt x="9859" y="2287"/>
                    <a:pt x="8026" y="4144"/>
                    <a:pt x="5716" y="4144"/>
                  </a:cubicBezTo>
                  <a:cubicBezTo>
                    <a:pt x="3429" y="4144"/>
                    <a:pt x="1596" y="2287"/>
                    <a:pt x="1596"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89"/>
            <p:cNvSpPr/>
            <p:nvPr/>
          </p:nvSpPr>
          <p:spPr>
            <a:xfrm>
              <a:off x="6254850" y="4324973"/>
              <a:ext cx="251370" cy="171168"/>
            </a:xfrm>
            <a:custGeom>
              <a:rect b="b" l="l" r="r" t="t"/>
              <a:pathLst>
                <a:path extrusionOk="0" h="5741" w="8431">
                  <a:moveTo>
                    <a:pt x="7978" y="1"/>
                  </a:moveTo>
                  <a:cubicBezTo>
                    <a:pt x="7859" y="3049"/>
                    <a:pt x="5335" y="5526"/>
                    <a:pt x="2239" y="5526"/>
                  </a:cubicBezTo>
                  <a:cubicBezTo>
                    <a:pt x="1429" y="5526"/>
                    <a:pt x="691" y="5383"/>
                    <a:pt x="0" y="5097"/>
                  </a:cubicBezTo>
                  <a:lnTo>
                    <a:pt x="0" y="5097"/>
                  </a:lnTo>
                  <a:cubicBezTo>
                    <a:pt x="810" y="5502"/>
                    <a:pt x="1715" y="5740"/>
                    <a:pt x="2668" y="5740"/>
                  </a:cubicBezTo>
                  <a:cubicBezTo>
                    <a:pt x="5859" y="5740"/>
                    <a:pt x="8431" y="3144"/>
                    <a:pt x="8431"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89"/>
            <p:cNvSpPr/>
            <p:nvPr/>
          </p:nvSpPr>
          <p:spPr>
            <a:xfrm>
              <a:off x="6158994" y="4147482"/>
              <a:ext cx="361447" cy="354083"/>
            </a:xfrm>
            <a:custGeom>
              <a:rect b="b" l="l" r="r" t="t"/>
              <a:pathLst>
                <a:path extrusionOk="0" h="11876" w="12123">
                  <a:moveTo>
                    <a:pt x="5899" y="1981"/>
                  </a:moveTo>
                  <a:cubicBezTo>
                    <a:pt x="8099" y="1981"/>
                    <a:pt x="9883" y="3767"/>
                    <a:pt x="9883" y="5954"/>
                  </a:cubicBezTo>
                  <a:cubicBezTo>
                    <a:pt x="9883" y="7740"/>
                    <a:pt x="8669" y="9312"/>
                    <a:pt x="6930" y="9788"/>
                  </a:cubicBezTo>
                  <a:cubicBezTo>
                    <a:pt x="6835" y="9812"/>
                    <a:pt x="6788" y="9907"/>
                    <a:pt x="6811" y="10002"/>
                  </a:cubicBezTo>
                  <a:cubicBezTo>
                    <a:pt x="6832" y="10064"/>
                    <a:pt x="6906" y="10126"/>
                    <a:pt x="6988" y="10126"/>
                  </a:cubicBezTo>
                  <a:cubicBezTo>
                    <a:pt x="7000" y="10126"/>
                    <a:pt x="7013" y="10124"/>
                    <a:pt x="7026" y="10121"/>
                  </a:cubicBezTo>
                  <a:cubicBezTo>
                    <a:pt x="8836" y="9645"/>
                    <a:pt x="10145" y="8002"/>
                    <a:pt x="10217" y="6120"/>
                  </a:cubicBezTo>
                  <a:lnTo>
                    <a:pt x="11479" y="6120"/>
                  </a:lnTo>
                  <a:cubicBezTo>
                    <a:pt x="11431" y="7526"/>
                    <a:pt x="10860" y="8859"/>
                    <a:pt x="9860" y="9883"/>
                  </a:cubicBezTo>
                  <a:cubicBezTo>
                    <a:pt x="8812" y="10931"/>
                    <a:pt x="7383" y="11526"/>
                    <a:pt x="5883" y="11526"/>
                  </a:cubicBezTo>
                  <a:cubicBezTo>
                    <a:pt x="4406" y="11526"/>
                    <a:pt x="3001" y="10931"/>
                    <a:pt x="1929" y="9883"/>
                  </a:cubicBezTo>
                  <a:cubicBezTo>
                    <a:pt x="929" y="8859"/>
                    <a:pt x="358" y="7526"/>
                    <a:pt x="286" y="6097"/>
                  </a:cubicBezTo>
                  <a:lnTo>
                    <a:pt x="1572" y="6097"/>
                  </a:lnTo>
                  <a:cubicBezTo>
                    <a:pt x="1667" y="8383"/>
                    <a:pt x="3573" y="10240"/>
                    <a:pt x="5883" y="10240"/>
                  </a:cubicBezTo>
                  <a:lnTo>
                    <a:pt x="6168" y="10240"/>
                  </a:lnTo>
                  <a:cubicBezTo>
                    <a:pt x="6240" y="10240"/>
                    <a:pt x="6335" y="10169"/>
                    <a:pt x="6335" y="10097"/>
                  </a:cubicBezTo>
                  <a:cubicBezTo>
                    <a:pt x="6335" y="9978"/>
                    <a:pt x="6240" y="9907"/>
                    <a:pt x="6168" y="9907"/>
                  </a:cubicBezTo>
                  <a:lnTo>
                    <a:pt x="5930" y="9907"/>
                  </a:lnTo>
                  <a:cubicBezTo>
                    <a:pt x="3430" y="9907"/>
                    <a:pt x="1453" y="7597"/>
                    <a:pt x="2072" y="4954"/>
                  </a:cubicBezTo>
                  <a:cubicBezTo>
                    <a:pt x="2382" y="3715"/>
                    <a:pt x="3692" y="2405"/>
                    <a:pt x="4930" y="2096"/>
                  </a:cubicBezTo>
                  <a:cubicBezTo>
                    <a:pt x="5259" y="2018"/>
                    <a:pt x="5583" y="1981"/>
                    <a:pt x="5899" y="1981"/>
                  </a:cubicBezTo>
                  <a:close/>
                  <a:moveTo>
                    <a:pt x="5930" y="0"/>
                  </a:moveTo>
                  <a:cubicBezTo>
                    <a:pt x="5002" y="0"/>
                    <a:pt x="4097" y="215"/>
                    <a:pt x="3311" y="619"/>
                  </a:cubicBezTo>
                  <a:cubicBezTo>
                    <a:pt x="3215" y="643"/>
                    <a:pt x="3192" y="762"/>
                    <a:pt x="3215" y="858"/>
                  </a:cubicBezTo>
                  <a:cubicBezTo>
                    <a:pt x="3234" y="930"/>
                    <a:pt x="3307" y="961"/>
                    <a:pt x="3384" y="961"/>
                  </a:cubicBezTo>
                  <a:cubicBezTo>
                    <a:pt x="3407" y="961"/>
                    <a:pt x="3431" y="958"/>
                    <a:pt x="3454" y="953"/>
                  </a:cubicBezTo>
                  <a:cubicBezTo>
                    <a:pt x="4216" y="572"/>
                    <a:pt x="5049" y="381"/>
                    <a:pt x="5930" y="381"/>
                  </a:cubicBezTo>
                  <a:cubicBezTo>
                    <a:pt x="7407" y="381"/>
                    <a:pt x="8812" y="977"/>
                    <a:pt x="9883" y="2024"/>
                  </a:cubicBezTo>
                  <a:cubicBezTo>
                    <a:pt x="10884" y="3025"/>
                    <a:pt x="11455" y="4382"/>
                    <a:pt x="11527" y="5811"/>
                  </a:cubicBezTo>
                  <a:lnTo>
                    <a:pt x="10241" y="5811"/>
                  </a:lnTo>
                  <a:cubicBezTo>
                    <a:pt x="10145" y="3501"/>
                    <a:pt x="8240" y="1667"/>
                    <a:pt x="5930" y="1667"/>
                  </a:cubicBezTo>
                  <a:cubicBezTo>
                    <a:pt x="3596" y="1667"/>
                    <a:pt x="1691" y="3501"/>
                    <a:pt x="1596" y="5811"/>
                  </a:cubicBezTo>
                  <a:lnTo>
                    <a:pt x="334" y="5811"/>
                  </a:lnTo>
                  <a:cubicBezTo>
                    <a:pt x="382" y="4049"/>
                    <a:pt x="1286" y="2382"/>
                    <a:pt x="2739" y="1358"/>
                  </a:cubicBezTo>
                  <a:lnTo>
                    <a:pt x="2763" y="1334"/>
                  </a:lnTo>
                  <a:cubicBezTo>
                    <a:pt x="2834" y="1286"/>
                    <a:pt x="2858" y="1191"/>
                    <a:pt x="2834" y="1096"/>
                  </a:cubicBezTo>
                  <a:cubicBezTo>
                    <a:pt x="2791" y="1038"/>
                    <a:pt x="2730" y="1006"/>
                    <a:pt x="2679" y="1006"/>
                  </a:cubicBezTo>
                  <a:cubicBezTo>
                    <a:pt x="2645" y="1006"/>
                    <a:pt x="2615" y="1020"/>
                    <a:pt x="2596" y="1048"/>
                  </a:cubicBezTo>
                  <a:lnTo>
                    <a:pt x="2549" y="1072"/>
                  </a:lnTo>
                  <a:cubicBezTo>
                    <a:pt x="953" y="2167"/>
                    <a:pt x="0" y="4025"/>
                    <a:pt x="0" y="5954"/>
                  </a:cubicBezTo>
                  <a:cubicBezTo>
                    <a:pt x="0" y="7907"/>
                    <a:pt x="953" y="9764"/>
                    <a:pt x="2644" y="10883"/>
                  </a:cubicBezTo>
                  <a:cubicBezTo>
                    <a:pt x="3263" y="11312"/>
                    <a:pt x="3977" y="11598"/>
                    <a:pt x="4740" y="11764"/>
                  </a:cubicBezTo>
                  <a:cubicBezTo>
                    <a:pt x="5134" y="11839"/>
                    <a:pt x="5526" y="11875"/>
                    <a:pt x="5912" y="11875"/>
                  </a:cubicBezTo>
                  <a:cubicBezTo>
                    <a:pt x="7505" y="11875"/>
                    <a:pt x="8991" y="11257"/>
                    <a:pt x="10122" y="10145"/>
                  </a:cubicBezTo>
                  <a:cubicBezTo>
                    <a:pt x="11479" y="8716"/>
                    <a:pt x="12122" y="6763"/>
                    <a:pt x="11717" y="4739"/>
                  </a:cubicBezTo>
                  <a:cubicBezTo>
                    <a:pt x="11574" y="3977"/>
                    <a:pt x="11289" y="3263"/>
                    <a:pt x="10860" y="2644"/>
                  </a:cubicBezTo>
                  <a:cubicBezTo>
                    <a:pt x="9693" y="953"/>
                    <a:pt x="7883" y="0"/>
                    <a:pt x="59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89"/>
            <p:cNvSpPr/>
            <p:nvPr/>
          </p:nvSpPr>
          <p:spPr>
            <a:xfrm>
              <a:off x="6376974" y="4286392"/>
              <a:ext cx="38372" cy="74836"/>
            </a:xfrm>
            <a:custGeom>
              <a:rect b="b" l="l" r="r" t="t"/>
              <a:pathLst>
                <a:path extrusionOk="0" h="2510" w="1287">
                  <a:moveTo>
                    <a:pt x="1104" y="0"/>
                  </a:moveTo>
                  <a:cubicBezTo>
                    <a:pt x="1038" y="0"/>
                    <a:pt x="984" y="31"/>
                    <a:pt x="929" y="104"/>
                  </a:cubicBezTo>
                  <a:lnTo>
                    <a:pt x="48" y="2247"/>
                  </a:lnTo>
                  <a:cubicBezTo>
                    <a:pt x="1" y="2366"/>
                    <a:pt x="72" y="2462"/>
                    <a:pt x="167" y="2509"/>
                  </a:cubicBezTo>
                  <a:lnTo>
                    <a:pt x="215" y="2509"/>
                  </a:lnTo>
                  <a:cubicBezTo>
                    <a:pt x="286" y="2509"/>
                    <a:pt x="334" y="2486"/>
                    <a:pt x="358" y="2390"/>
                  </a:cubicBezTo>
                  <a:lnTo>
                    <a:pt x="1263" y="247"/>
                  </a:lnTo>
                  <a:cubicBezTo>
                    <a:pt x="1287" y="152"/>
                    <a:pt x="1263" y="80"/>
                    <a:pt x="1167" y="9"/>
                  </a:cubicBezTo>
                  <a:cubicBezTo>
                    <a:pt x="1145" y="3"/>
                    <a:pt x="1124" y="0"/>
                    <a:pt x="11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89"/>
            <p:cNvSpPr/>
            <p:nvPr/>
          </p:nvSpPr>
          <p:spPr>
            <a:xfrm>
              <a:off x="6241344" y="4286631"/>
              <a:ext cx="50447" cy="78861"/>
            </a:xfrm>
            <a:custGeom>
              <a:rect b="b" l="l" r="r" t="t"/>
              <a:pathLst>
                <a:path extrusionOk="0" h="2645" w="1692">
                  <a:moveTo>
                    <a:pt x="596" y="1"/>
                  </a:moveTo>
                  <a:cubicBezTo>
                    <a:pt x="501" y="1"/>
                    <a:pt x="453" y="72"/>
                    <a:pt x="430" y="144"/>
                  </a:cubicBezTo>
                  <a:lnTo>
                    <a:pt x="239" y="1168"/>
                  </a:lnTo>
                  <a:cubicBezTo>
                    <a:pt x="239" y="1215"/>
                    <a:pt x="263" y="1287"/>
                    <a:pt x="311" y="1334"/>
                  </a:cubicBezTo>
                  <a:cubicBezTo>
                    <a:pt x="334" y="1358"/>
                    <a:pt x="364" y="1370"/>
                    <a:pt x="394" y="1370"/>
                  </a:cubicBezTo>
                  <a:cubicBezTo>
                    <a:pt x="424" y="1370"/>
                    <a:pt x="453" y="1358"/>
                    <a:pt x="477" y="1334"/>
                  </a:cubicBezTo>
                  <a:lnTo>
                    <a:pt x="501" y="1334"/>
                  </a:lnTo>
                  <a:cubicBezTo>
                    <a:pt x="596" y="1311"/>
                    <a:pt x="692" y="1287"/>
                    <a:pt x="858" y="1287"/>
                  </a:cubicBezTo>
                  <a:cubicBezTo>
                    <a:pt x="1025" y="1287"/>
                    <a:pt x="1144" y="1334"/>
                    <a:pt x="1215" y="1430"/>
                  </a:cubicBezTo>
                  <a:cubicBezTo>
                    <a:pt x="1311" y="1525"/>
                    <a:pt x="1382" y="1668"/>
                    <a:pt x="1382" y="1811"/>
                  </a:cubicBezTo>
                  <a:cubicBezTo>
                    <a:pt x="1382" y="2073"/>
                    <a:pt x="1144" y="2287"/>
                    <a:pt x="858" y="2287"/>
                  </a:cubicBezTo>
                  <a:cubicBezTo>
                    <a:pt x="596" y="2287"/>
                    <a:pt x="382" y="2120"/>
                    <a:pt x="358" y="1858"/>
                  </a:cubicBezTo>
                  <a:lnTo>
                    <a:pt x="358" y="1787"/>
                  </a:lnTo>
                  <a:cubicBezTo>
                    <a:pt x="358" y="1692"/>
                    <a:pt x="311" y="1644"/>
                    <a:pt x="215" y="1596"/>
                  </a:cubicBezTo>
                  <a:cubicBezTo>
                    <a:pt x="203" y="1594"/>
                    <a:pt x="191" y="1593"/>
                    <a:pt x="179" y="1593"/>
                  </a:cubicBezTo>
                  <a:cubicBezTo>
                    <a:pt x="77" y="1593"/>
                    <a:pt x="1" y="1680"/>
                    <a:pt x="1" y="1787"/>
                  </a:cubicBezTo>
                  <a:lnTo>
                    <a:pt x="1" y="1906"/>
                  </a:lnTo>
                  <a:cubicBezTo>
                    <a:pt x="72" y="2311"/>
                    <a:pt x="430" y="2644"/>
                    <a:pt x="834" y="2644"/>
                  </a:cubicBezTo>
                  <a:lnTo>
                    <a:pt x="858" y="2644"/>
                  </a:lnTo>
                  <a:cubicBezTo>
                    <a:pt x="1311" y="2644"/>
                    <a:pt x="1668" y="2287"/>
                    <a:pt x="1692" y="1835"/>
                  </a:cubicBezTo>
                  <a:cubicBezTo>
                    <a:pt x="1692" y="1596"/>
                    <a:pt x="1644" y="1358"/>
                    <a:pt x="1454" y="1215"/>
                  </a:cubicBezTo>
                  <a:cubicBezTo>
                    <a:pt x="1382" y="977"/>
                    <a:pt x="1144" y="906"/>
                    <a:pt x="906" y="906"/>
                  </a:cubicBezTo>
                  <a:cubicBezTo>
                    <a:pt x="811" y="906"/>
                    <a:pt x="715" y="906"/>
                    <a:pt x="668" y="930"/>
                  </a:cubicBezTo>
                  <a:lnTo>
                    <a:pt x="739" y="358"/>
                  </a:lnTo>
                  <a:lnTo>
                    <a:pt x="1430" y="358"/>
                  </a:lnTo>
                  <a:cubicBezTo>
                    <a:pt x="1525" y="358"/>
                    <a:pt x="1620" y="310"/>
                    <a:pt x="1620" y="215"/>
                  </a:cubicBezTo>
                  <a:cubicBezTo>
                    <a:pt x="1620" y="96"/>
                    <a:pt x="1549" y="1"/>
                    <a:pt x="1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89"/>
            <p:cNvSpPr/>
            <p:nvPr/>
          </p:nvSpPr>
          <p:spPr>
            <a:xfrm>
              <a:off x="6302406" y="4283798"/>
              <a:ext cx="49731" cy="80679"/>
            </a:xfrm>
            <a:custGeom>
              <a:rect b="b" l="l" r="r" t="t"/>
              <a:pathLst>
                <a:path extrusionOk="0" h="2706" w="1668">
                  <a:moveTo>
                    <a:pt x="862" y="313"/>
                  </a:moveTo>
                  <a:cubicBezTo>
                    <a:pt x="1122" y="313"/>
                    <a:pt x="1311" y="524"/>
                    <a:pt x="1311" y="786"/>
                  </a:cubicBezTo>
                  <a:lnTo>
                    <a:pt x="1311" y="1882"/>
                  </a:lnTo>
                  <a:cubicBezTo>
                    <a:pt x="1311" y="2144"/>
                    <a:pt x="1105" y="2356"/>
                    <a:pt x="854" y="2356"/>
                  </a:cubicBezTo>
                  <a:cubicBezTo>
                    <a:pt x="809" y="2356"/>
                    <a:pt x="762" y="2349"/>
                    <a:pt x="715" y="2334"/>
                  </a:cubicBezTo>
                  <a:cubicBezTo>
                    <a:pt x="525" y="2263"/>
                    <a:pt x="358" y="2096"/>
                    <a:pt x="358" y="1858"/>
                  </a:cubicBezTo>
                  <a:lnTo>
                    <a:pt x="358" y="810"/>
                  </a:lnTo>
                  <a:cubicBezTo>
                    <a:pt x="358" y="596"/>
                    <a:pt x="525" y="405"/>
                    <a:pt x="715" y="334"/>
                  </a:cubicBezTo>
                  <a:cubicBezTo>
                    <a:pt x="766" y="319"/>
                    <a:pt x="815" y="313"/>
                    <a:pt x="862" y="313"/>
                  </a:cubicBezTo>
                  <a:close/>
                  <a:moveTo>
                    <a:pt x="835" y="1"/>
                  </a:moveTo>
                  <a:cubicBezTo>
                    <a:pt x="406" y="1"/>
                    <a:pt x="1" y="358"/>
                    <a:pt x="1" y="834"/>
                  </a:cubicBezTo>
                  <a:lnTo>
                    <a:pt x="1" y="1882"/>
                  </a:lnTo>
                  <a:cubicBezTo>
                    <a:pt x="1" y="2263"/>
                    <a:pt x="287" y="2620"/>
                    <a:pt x="668" y="2692"/>
                  </a:cubicBezTo>
                  <a:cubicBezTo>
                    <a:pt x="720" y="2701"/>
                    <a:pt x="771" y="2706"/>
                    <a:pt x="821" y="2706"/>
                  </a:cubicBezTo>
                  <a:cubicBezTo>
                    <a:pt x="1277" y="2706"/>
                    <a:pt x="1644" y="2332"/>
                    <a:pt x="1644" y="1882"/>
                  </a:cubicBezTo>
                  <a:lnTo>
                    <a:pt x="1644" y="834"/>
                  </a:lnTo>
                  <a:cubicBezTo>
                    <a:pt x="1668" y="405"/>
                    <a:pt x="1311" y="1"/>
                    <a:pt x="8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89"/>
            <p:cNvSpPr/>
            <p:nvPr/>
          </p:nvSpPr>
          <p:spPr>
            <a:xfrm>
              <a:off x="6366330" y="4290179"/>
              <a:ext cx="17770" cy="17800"/>
            </a:xfrm>
            <a:custGeom>
              <a:rect b="b" l="l" r="r" t="t"/>
              <a:pathLst>
                <a:path extrusionOk="0" h="597" w="596">
                  <a:moveTo>
                    <a:pt x="310" y="1"/>
                  </a:moveTo>
                  <a:cubicBezTo>
                    <a:pt x="143" y="1"/>
                    <a:pt x="0" y="144"/>
                    <a:pt x="0" y="310"/>
                  </a:cubicBezTo>
                  <a:cubicBezTo>
                    <a:pt x="0" y="453"/>
                    <a:pt x="143" y="596"/>
                    <a:pt x="310" y="596"/>
                  </a:cubicBezTo>
                  <a:cubicBezTo>
                    <a:pt x="477" y="596"/>
                    <a:pt x="596" y="453"/>
                    <a:pt x="596" y="310"/>
                  </a:cubicBezTo>
                  <a:cubicBezTo>
                    <a:pt x="596" y="144"/>
                    <a:pt x="477" y="1"/>
                    <a:pt x="3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89"/>
            <p:cNvSpPr/>
            <p:nvPr/>
          </p:nvSpPr>
          <p:spPr>
            <a:xfrm>
              <a:off x="6410337" y="4340596"/>
              <a:ext cx="17800" cy="17800"/>
            </a:xfrm>
            <a:custGeom>
              <a:rect b="b" l="l" r="r" t="t"/>
              <a:pathLst>
                <a:path extrusionOk="0" h="597" w="597">
                  <a:moveTo>
                    <a:pt x="287" y="1"/>
                  </a:moveTo>
                  <a:cubicBezTo>
                    <a:pt x="120" y="1"/>
                    <a:pt x="1" y="120"/>
                    <a:pt x="1" y="310"/>
                  </a:cubicBezTo>
                  <a:cubicBezTo>
                    <a:pt x="1" y="453"/>
                    <a:pt x="120" y="596"/>
                    <a:pt x="287" y="596"/>
                  </a:cubicBezTo>
                  <a:cubicBezTo>
                    <a:pt x="477" y="596"/>
                    <a:pt x="596" y="477"/>
                    <a:pt x="596" y="310"/>
                  </a:cubicBezTo>
                  <a:cubicBezTo>
                    <a:pt x="596" y="120"/>
                    <a:pt x="477"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2" name="Google Shape;20042;p89"/>
          <p:cNvGrpSpPr/>
          <p:nvPr/>
        </p:nvGrpSpPr>
        <p:grpSpPr>
          <a:xfrm>
            <a:off x="6999413" y="4148198"/>
            <a:ext cx="354321" cy="354321"/>
            <a:chOff x="6732701" y="4148198"/>
            <a:chExt cx="354321" cy="354321"/>
          </a:xfrm>
        </p:grpSpPr>
        <p:sp>
          <p:nvSpPr>
            <p:cNvPr id="20043" name="Google Shape;20043;p89"/>
            <p:cNvSpPr/>
            <p:nvPr/>
          </p:nvSpPr>
          <p:spPr>
            <a:xfrm>
              <a:off x="6780286" y="4184036"/>
              <a:ext cx="277637" cy="225461"/>
            </a:xfrm>
            <a:custGeom>
              <a:rect b="b" l="l" r="r" t="t"/>
              <a:pathLst>
                <a:path extrusionOk="0" h="7562" w="9312">
                  <a:moveTo>
                    <a:pt x="8570" y="1"/>
                  </a:moveTo>
                  <a:cubicBezTo>
                    <a:pt x="8550" y="1"/>
                    <a:pt x="8526" y="13"/>
                    <a:pt x="8502" y="36"/>
                  </a:cubicBezTo>
                  <a:lnTo>
                    <a:pt x="7549" y="1942"/>
                  </a:lnTo>
                  <a:cubicBezTo>
                    <a:pt x="7537" y="1977"/>
                    <a:pt x="7514" y="1995"/>
                    <a:pt x="7490" y="1995"/>
                  </a:cubicBezTo>
                  <a:cubicBezTo>
                    <a:pt x="7466" y="1995"/>
                    <a:pt x="7442" y="1977"/>
                    <a:pt x="7430" y="1942"/>
                  </a:cubicBezTo>
                  <a:lnTo>
                    <a:pt x="6906" y="1037"/>
                  </a:lnTo>
                  <a:cubicBezTo>
                    <a:pt x="6883" y="1001"/>
                    <a:pt x="6859" y="983"/>
                    <a:pt x="6838" y="983"/>
                  </a:cubicBezTo>
                  <a:cubicBezTo>
                    <a:pt x="6817" y="983"/>
                    <a:pt x="6799" y="1001"/>
                    <a:pt x="6787" y="1037"/>
                  </a:cubicBezTo>
                  <a:lnTo>
                    <a:pt x="5573" y="3466"/>
                  </a:lnTo>
                  <a:cubicBezTo>
                    <a:pt x="5525" y="3513"/>
                    <a:pt x="5501" y="3513"/>
                    <a:pt x="5477" y="3513"/>
                  </a:cubicBezTo>
                  <a:lnTo>
                    <a:pt x="4739" y="3204"/>
                  </a:lnTo>
                  <a:cubicBezTo>
                    <a:pt x="4725" y="3197"/>
                    <a:pt x="4713" y="3194"/>
                    <a:pt x="4703" y="3194"/>
                  </a:cubicBezTo>
                  <a:cubicBezTo>
                    <a:pt x="4678" y="3194"/>
                    <a:pt x="4661" y="3211"/>
                    <a:pt x="4644" y="3227"/>
                  </a:cubicBezTo>
                  <a:lnTo>
                    <a:pt x="3715" y="5180"/>
                  </a:lnTo>
                  <a:cubicBezTo>
                    <a:pt x="3715" y="5197"/>
                    <a:pt x="3691" y="5214"/>
                    <a:pt x="3661" y="5214"/>
                  </a:cubicBezTo>
                  <a:cubicBezTo>
                    <a:pt x="3648" y="5214"/>
                    <a:pt x="3634" y="5211"/>
                    <a:pt x="3620" y="5204"/>
                  </a:cubicBezTo>
                  <a:lnTo>
                    <a:pt x="2667" y="4728"/>
                  </a:lnTo>
                  <a:cubicBezTo>
                    <a:pt x="2644" y="4728"/>
                    <a:pt x="2620" y="4728"/>
                    <a:pt x="2596" y="4752"/>
                  </a:cubicBezTo>
                  <a:lnTo>
                    <a:pt x="1881" y="5776"/>
                  </a:lnTo>
                  <a:lnTo>
                    <a:pt x="596" y="4609"/>
                  </a:lnTo>
                  <a:cubicBezTo>
                    <a:pt x="589" y="4602"/>
                    <a:pt x="577" y="4599"/>
                    <a:pt x="565" y="4599"/>
                  </a:cubicBezTo>
                  <a:cubicBezTo>
                    <a:pt x="534" y="4599"/>
                    <a:pt x="493" y="4616"/>
                    <a:pt x="476" y="4633"/>
                  </a:cubicBezTo>
                  <a:lnTo>
                    <a:pt x="0" y="5657"/>
                  </a:lnTo>
                  <a:lnTo>
                    <a:pt x="0" y="5680"/>
                  </a:lnTo>
                  <a:lnTo>
                    <a:pt x="0" y="7562"/>
                  </a:lnTo>
                  <a:lnTo>
                    <a:pt x="9312" y="7562"/>
                  </a:lnTo>
                  <a:lnTo>
                    <a:pt x="9312" y="1441"/>
                  </a:lnTo>
                  <a:cubicBezTo>
                    <a:pt x="9312" y="1418"/>
                    <a:pt x="9312" y="1418"/>
                    <a:pt x="9288" y="1418"/>
                  </a:cubicBezTo>
                  <a:lnTo>
                    <a:pt x="8621" y="36"/>
                  </a:lnTo>
                  <a:cubicBezTo>
                    <a:pt x="8609" y="13"/>
                    <a:pt x="8591" y="1"/>
                    <a:pt x="8570"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89"/>
            <p:cNvSpPr/>
            <p:nvPr/>
          </p:nvSpPr>
          <p:spPr>
            <a:xfrm>
              <a:off x="6780286" y="4212629"/>
              <a:ext cx="277637" cy="196868"/>
            </a:xfrm>
            <a:custGeom>
              <a:rect b="b" l="l" r="r" t="t"/>
              <a:pathLst>
                <a:path extrusionOk="0" h="6603" w="9312">
                  <a:moveTo>
                    <a:pt x="8481" y="0"/>
                  </a:moveTo>
                  <a:cubicBezTo>
                    <a:pt x="8460" y="0"/>
                    <a:pt x="8442" y="18"/>
                    <a:pt x="8430" y="54"/>
                  </a:cubicBezTo>
                  <a:lnTo>
                    <a:pt x="7406" y="1983"/>
                  </a:lnTo>
                  <a:cubicBezTo>
                    <a:pt x="7395" y="2007"/>
                    <a:pt x="7371" y="2018"/>
                    <a:pt x="7347" y="2018"/>
                  </a:cubicBezTo>
                  <a:cubicBezTo>
                    <a:pt x="7323" y="2018"/>
                    <a:pt x="7299" y="2007"/>
                    <a:pt x="7287" y="1983"/>
                  </a:cubicBezTo>
                  <a:lnTo>
                    <a:pt x="6763" y="1173"/>
                  </a:lnTo>
                  <a:cubicBezTo>
                    <a:pt x="6740" y="1137"/>
                    <a:pt x="6716" y="1119"/>
                    <a:pt x="6695" y="1119"/>
                  </a:cubicBezTo>
                  <a:cubicBezTo>
                    <a:pt x="6674" y="1119"/>
                    <a:pt x="6656" y="1137"/>
                    <a:pt x="6644" y="1173"/>
                  </a:cubicBezTo>
                  <a:lnTo>
                    <a:pt x="5335" y="3840"/>
                  </a:lnTo>
                  <a:cubicBezTo>
                    <a:pt x="5287" y="3888"/>
                    <a:pt x="5263" y="3888"/>
                    <a:pt x="5239" y="3888"/>
                  </a:cubicBezTo>
                  <a:lnTo>
                    <a:pt x="4501" y="3578"/>
                  </a:lnTo>
                  <a:cubicBezTo>
                    <a:pt x="4488" y="3572"/>
                    <a:pt x="4477" y="3569"/>
                    <a:pt x="4467" y="3569"/>
                  </a:cubicBezTo>
                  <a:cubicBezTo>
                    <a:pt x="4441" y="3569"/>
                    <a:pt x="4423" y="3591"/>
                    <a:pt x="4406" y="3626"/>
                  </a:cubicBezTo>
                  <a:lnTo>
                    <a:pt x="3429" y="5460"/>
                  </a:lnTo>
                  <a:cubicBezTo>
                    <a:pt x="3429" y="5476"/>
                    <a:pt x="3395" y="5504"/>
                    <a:pt x="3367" y="5504"/>
                  </a:cubicBezTo>
                  <a:cubicBezTo>
                    <a:pt x="3354" y="5504"/>
                    <a:pt x="3342" y="5498"/>
                    <a:pt x="3334" y="5483"/>
                  </a:cubicBezTo>
                  <a:lnTo>
                    <a:pt x="2429" y="5055"/>
                  </a:lnTo>
                  <a:cubicBezTo>
                    <a:pt x="2429" y="5007"/>
                    <a:pt x="2405" y="5007"/>
                    <a:pt x="2382" y="5007"/>
                  </a:cubicBezTo>
                  <a:lnTo>
                    <a:pt x="2358" y="5055"/>
                  </a:lnTo>
                  <a:lnTo>
                    <a:pt x="1786" y="5769"/>
                  </a:lnTo>
                  <a:cubicBezTo>
                    <a:pt x="1786" y="5781"/>
                    <a:pt x="1768" y="5787"/>
                    <a:pt x="1748" y="5787"/>
                  </a:cubicBezTo>
                  <a:cubicBezTo>
                    <a:pt x="1727" y="5787"/>
                    <a:pt x="1703" y="5781"/>
                    <a:pt x="1691" y="5769"/>
                  </a:cubicBezTo>
                  <a:lnTo>
                    <a:pt x="572" y="4817"/>
                  </a:lnTo>
                  <a:cubicBezTo>
                    <a:pt x="557" y="4802"/>
                    <a:pt x="542" y="4796"/>
                    <a:pt x="528" y="4796"/>
                  </a:cubicBezTo>
                  <a:cubicBezTo>
                    <a:pt x="497" y="4796"/>
                    <a:pt x="469" y="4824"/>
                    <a:pt x="453" y="4840"/>
                  </a:cubicBezTo>
                  <a:lnTo>
                    <a:pt x="0" y="5602"/>
                  </a:lnTo>
                  <a:lnTo>
                    <a:pt x="0" y="6603"/>
                  </a:lnTo>
                  <a:lnTo>
                    <a:pt x="9312" y="6603"/>
                  </a:lnTo>
                  <a:lnTo>
                    <a:pt x="9312" y="1387"/>
                  </a:lnTo>
                  <a:lnTo>
                    <a:pt x="8550" y="54"/>
                  </a:lnTo>
                  <a:cubicBezTo>
                    <a:pt x="8526" y="18"/>
                    <a:pt x="8502" y="0"/>
                    <a:pt x="848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89"/>
            <p:cNvSpPr/>
            <p:nvPr/>
          </p:nvSpPr>
          <p:spPr>
            <a:xfrm>
              <a:off x="6780286" y="4238896"/>
              <a:ext cx="277637" cy="233094"/>
            </a:xfrm>
            <a:custGeom>
              <a:rect b="b" l="l" r="r" t="t"/>
              <a:pathLst>
                <a:path extrusionOk="0" h="7818" w="9312">
                  <a:moveTo>
                    <a:pt x="8538" y="0"/>
                  </a:moveTo>
                  <a:cubicBezTo>
                    <a:pt x="8514" y="0"/>
                    <a:pt x="8490" y="18"/>
                    <a:pt x="8478" y="54"/>
                  </a:cubicBezTo>
                  <a:lnTo>
                    <a:pt x="7526" y="1959"/>
                  </a:lnTo>
                  <a:cubicBezTo>
                    <a:pt x="7514" y="1995"/>
                    <a:pt x="7490" y="2013"/>
                    <a:pt x="7466" y="2013"/>
                  </a:cubicBezTo>
                  <a:cubicBezTo>
                    <a:pt x="7442" y="2013"/>
                    <a:pt x="7418" y="1995"/>
                    <a:pt x="7406" y="1959"/>
                  </a:cubicBezTo>
                  <a:lnTo>
                    <a:pt x="6859" y="1030"/>
                  </a:lnTo>
                  <a:cubicBezTo>
                    <a:pt x="6847" y="1006"/>
                    <a:pt x="6829" y="995"/>
                    <a:pt x="6808" y="995"/>
                  </a:cubicBezTo>
                  <a:cubicBezTo>
                    <a:pt x="6787" y="995"/>
                    <a:pt x="6763" y="1006"/>
                    <a:pt x="6740" y="1030"/>
                  </a:cubicBezTo>
                  <a:lnTo>
                    <a:pt x="5525" y="3483"/>
                  </a:lnTo>
                  <a:cubicBezTo>
                    <a:pt x="5501" y="3507"/>
                    <a:pt x="5477" y="3507"/>
                    <a:pt x="5454" y="3507"/>
                  </a:cubicBezTo>
                  <a:lnTo>
                    <a:pt x="4692" y="3221"/>
                  </a:lnTo>
                  <a:cubicBezTo>
                    <a:pt x="4684" y="3206"/>
                    <a:pt x="4677" y="3201"/>
                    <a:pt x="4669" y="3201"/>
                  </a:cubicBezTo>
                  <a:cubicBezTo>
                    <a:pt x="4653" y="3201"/>
                    <a:pt x="4637" y="3229"/>
                    <a:pt x="4620" y="3245"/>
                  </a:cubicBezTo>
                  <a:lnTo>
                    <a:pt x="3691" y="5174"/>
                  </a:lnTo>
                  <a:cubicBezTo>
                    <a:pt x="3691" y="5190"/>
                    <a:pt x="3657" y="5218"/>
                    <a:pt x="3628" y="5218"/>
                  </a:cubicBezTo>
                  <a:cubicBezTo>
                    <a:pt x="3615" y="5218"/>
                    <a:pt x="3604" y="5213"/>
                    <a:pt x="3596" y="5198"/>
                  </a:cubicBezTo>
                  <a:lnTo>
                    <a:pt x="2644" y="4721"/>
                  </a:lnTo>
                  <a:cubicBezTo>
                    <a:pt x="2620" y="4721"/>
                    <a:pt x="2596" y="4721"/>
                    <a:pt x="2548" y="4769"/>
                  </a:cubicBezTo>
                  <a:lnTo>
                    <a:pt x="1905" y="5722"/>
                  </a:lnTo>
                  <a:cubicBezTo>
                    <a:pt x="1905" y="5734"/>
                    <a:pt x="1887" y="5740"/>
                    <a:pt x="1867" y="5740"/>
                  </a:cubicBezTo>
                  <a:cubicBezTo>
                    <a:pt x="1846" y="5740"/>
                    <a:pt x="1822" y="5734"/>
                    <a:pt x="1810" y="5722"/>
                  </a:cubicBezTo>
                  <a:lnTo>
                    <a:pt x="596" y="4602"/>
                  </a:lnTo>
                  <a:cubicBezTo>
                    <a:pt x="589" y="4596"/>
                    <a:pt x="579" y="4593"/>
                    <a:pt x="568" y="4593"/>
                  </a:cubicBezTo>
                  <a:cubicBezTo>
                    <a:pt x="537" y="4593"/>
                    <a:pt x="494" y="4615"/>
                    <a:pt x="476" y="4650"/>
                  </a:cubicBezTo>
                  <a:lnTo>
                    <a:pt x="0" y="5650"/>
                  </a:lnTo>
                  <a:lnTo>
                    <a:pt x="0" y="7817"/>
                  </a:lnTo>
                  <a:lnTo>
                    <a:pt x="9312" y="7817"/>
                  </a:lnTo>
                  <a:lnTo>
                    <a:pt x="9312" y="1459"/>
                  </a:lnTo>
                  <a:lnTo>
                    <a:pt x="8597" y="54"/>
                  </a:lnTo>
                  <a:cubicBezTo>
                    <a:pt x="8585" y="18"/>
                    <a:pt x="8561" y="0"/>
                    <a:pt x="85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89"/>
            <p:cNvSpPr/>
            <p:nvPr/>
          </p:nvSpPr>
          <p:spPr>
            <a:xfrm>
              <a:off x="7028081" y="4240119"/>
              <a:ext cx="29129" cy="231871"/>
            </a:xfrm>
            <a:custGeom>
              <a:rect b="b" l="l" r="r" t="t"/>
              <a:pathLst>
                <a:path extrusionOk="0" h="7777" w="977">
                  <a:moveTo>
                    <a:pt x="227" y="1"/>
                  </a:moveTo>
                  <a:cubicBezTo>
                    <a:pt x="203" y="1"/>
                    <a:pt x="179" y="13"/>
                    <a:pt x="167" y="37"/>
                  </a:cubicBezTo>
                  <a:lnTo>
                    <a:pt x="0" y="394"/>
                  </a:lnTo>
                  <a:lnTo>
                    <a:pt x="477" y="1394"/>
                  </a:lnTo>
                  <a:cubicBezTo>
                    <a:pt x="501" y="1394"/>
                    <a:pt x="501" y="1418"/>
                    <a:pt x="501" y="1442"/>
                  </a:cubicBezTo>
                  <a:lnTo>
                    <a:pt x="501" y="7776"/>
                  </a:lnTo>
                  <a:lnTo>
                    <a:pt x="977" y="7776"/>
                  </a:lnTo>
                  <a:lnTo>
                    <a:pt x="977" y="1418"/>
                  </a:lnTo>
                  <a:lnTo>
                    <a:pt x="286" y="37"/>
                  </a:lnTo>
                  <a:cubicBezTo>
                    <a:pt x="274" y="13"/>
                    <a:pt x="250" y="1"/>
                    <a:pt x="22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89"/>
            <p:cNvSpPr/>
            <p:nvPr/>
          </p:nvSpPr>
          <p:spPr>
            <a:xfrm>
              <a:off x="6736248" y="4471963"/>
              <a:ext cx="343678" cy="24180"/>
            </a:xfrm>
            <a:custGeom>
              <a:rect b="b" l="l" r="r" t="t"/>
              <a:pathLst>
                <a:path extrusionOk="0" h="811" w="11527">
                  <a:moveTo>
                    <a:pt x="144" y="0"/>
                  </a:moveTo>
                  <a:cubicBezTo>
                    <a:pt x="72" y="0"/>
                    <a:pt x="1" y="72"/>
                    <a:pt x="1" y="119"/>
                  </a:cubicBezTo>
                  <a:lnTo>
                    <a:pt x="1" y="691"/>
                  </a:lnTo>
                  <a:cubicBezTo>
                    <a:pt x="1" y="762"/>
                    <a:pt x="72" y="810"/>
                    <a:pt x="144" y="810"/>
                  </a:cubicBezTo>
                  <a:lnTo>
                    <a:pt x="11408" y="810"/>
                  </a:lnTo>
                  <a:cubicBezTo>
                    <a:pt x="11479" y="810"/>
                    <a:pt x="11527" y="762"/>
                    <a:pt x="11527" y="691"/>
                  </a:cubicBezTo>
                  <a:lnTo>
                    <a:pt x="11527" y="119"/>
                  </a:lnTo>
                  <a:cubicBezTo>
                    <a:pt x="11527" y="72"/>
                    <a:pt x="11479" y="0"/>
                    <a:pt x="11408" y="0"/>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89"/>
            <p:cNvSpPr/>
            <p:nvPr/>
          </p:nvSpPr>
          <p:spPr>
            <a:xfrm>
              <a:off x="7062160" y="4471963"/>
              <a:ext cx="17770" cy="24180"/>
            </a:xfrm>
            <a:custGeom>
              <a:rect b="b" l="l" r="r" t="t"/>
              <a:pathLst>
                <a:path extrusionOk="0" h="811" w="596">
                  <a:moveTo>
                    <a:pt x="0" y="0"/>
                  </a:moveTo>
                  <a:cubicBezTo>
                    <a:pt x="72" y="0"/>
                    <a:pt x="120" y="72"/>
                    <a:pt x="120" y="119"/>
                  </a:cubicBezTo>
                  <a:lnTo>
                    <a:pt x="120" y="691"/>
                  </a:lnTo>
                  <a:cubicBezTo>
                    <a:pt x="120" y="739"/>
                    <a:pt x="72" y="810"/>
                    <a:pt x="0" y="810"/>
                  </a:cubicBezTo>
                  <a:lnTo>
                    <a:pt x="477" y="810"/>
                  </a:lnTo>
                  <a:cubicBezTo>
                    <a:pt x="548" y="810"/>
                    <a:pt x="596" y="762"/>
                    <a:pt x="596" y="691"/>
                  </a:cubicBezTo>
                  <a:lnTo>
                    <a:pt x="596" y="119"/>
                  </a:lnTo>
                  <a:cubicBezTo>
                    <a:pt x="596" y="72"/>
                    <a:pt x="548" y="0"/>
                    <a:pt x="47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89"/>
            <p:cNvSpPr/>
            <p:nvPr/>
          </p:nvSpPr>
          <p:spPr>
            <a:xfrm>
              <a:off x="6884640" y="4175867"/>
              <a:ext cx="17800" cy="10674"/>
            </a:xfrm>
            <a:custGeom>
              <a:rect b="b" l="l" r="r" t="t"/>
              <a:pathLst>
                <a:path extrusionOk="0" h="358" w="597">
                  <a:moveTo>
                    <a:pt x="191" y="1"/>
                  </a:moveTo>
                  <a:cubicBezTo>
                    <a:pt x="96" y="1"/>
                    <a:pt x="1" y="48"/>
                    <a:pt x="1" y="144"/>
                  </a:cubicBezTo>
                  <a:cubicBezTo>
                    <a:pt x="1" y="263"/>
                    <a:pt x="72" y="358"/>
                    <a:pt x="191" y="358"/>
                  </a:cubicBezTo>
                  <a:lnTo>
                    <a:pt x="430" y="358"/>
                  </a:lnTo>
                  <a:cubicBezTo>
                    <a:pt x="525" y="358"/>
                    <a:pt x="596" y="287"/>
                    <a:pt x="596" y="215"/>
                  </a:cubicBezTo>
                  <a:cubicBezTo>
                    <a:pt x="596" y="96"/>
                    <a:pt x="549" y="1"/>
                    <a:pt x="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89"/>
            <p:cNvSpPr/>
            <p:nvPr/>
          </p:nvSpPr>
          <p:spPr>
            <a:xfrm>
              <a:off x="6856255" y="4175867"/>
              <a:ext cx="19201" cy="10674"/>
            </a:xfrm>
            <a:custGeom>
              <a:rect b="b" l="l" r="r" t="t"/>
              <a:pathLst>
                <a:path extrusionOk="0" h="358" w="644">
                  <a:moveTo>
                    <a:pt x="215" y="1"/>
                  </a:moveTo>
                  <a:cubicBezTo>
                    <a:pt x="119" y="1"/>
                    <a:pt x="48" y="48"/>
                    <a:pt x="48" y="144"/>
                  </a:cubicBezTo>
                  <a:cubicBezTo>
                    <a:pt x="0" y="263"/>
                    <a:pt x="96" y="358"/>
                    <a:pt x="215" y="358"/>
                  </a:cubicBezTo>
                  <a:lnTo>
                    <a:pt x="453" y="358"/>
                  </a:lnTo>
                  <a:cubicBezTo>
                    <a:pt x="548" y="358"/>
                    <a:pt x="643" y="287"/>
                    <a:pt x="643" y="215"/>
                  </a:cubicBezTo>
                  <a:cubicBezTo>
                    <a:pt x="643" y="96"/>
                    <a:pt x="572" y="1"/>
                    <a:pt x="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89"/>
            <p:cNvSpPr/>
            <p:nvPr/>
          </p:nvSpPr>
          <p:spPr>
            <a:xfrm>
              <a:off x="6994718" y="4175867"/>
              <a:ext cx="17770" cy="10674"/>
            </a:xfrm>
            <a:custGeom>
              <a:rect b="b" l="l" r="r" t="t"/>
              <a:pathLst>
                <a:path extrusionOk="0" h="358" w="596">
                  <a:moveTo>
                    <a:pt x="191" y="1"/>
                  </a:moveTo>
                  <a:cubicBezTo>
                    <a:pt x="95" y="1"/>
                    <a:pt x="0" y="48"/>
                    <a:pt x="0" y="144"/>
                  </a:cubicBezTo>
                  <a:cubicBezTo>
                    <a:pt x="0" y="263"/>
                    <a:pt x="95" y="358"/>
                    <a:pt x="191" y="358"/>
                  </a:cubicBezTo>
                  <a:lnTo>
                    <a:pt x="429" y="358"/>
                  </a:lnTo>
                  <a:cubicBezTo>
                    <a:pt x="524" y="358"/>
                    <a:pt x="595" y="287"/>
                    <a:pt x="595" y="215"/>
                  </a:cubicBezTo>
                  <a:cubicBezTo>
                    <a:pt x="595" y="96"/>
                    <a:pt x="548"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89"/>
            <p:cNvSpPr/>
            <p:nvPr/>
          </p:nvSpPr>
          <p:spPr>
            <a:xfrm>
              <a:off x="6940037" y="4175867"/>
              <a:ext cx="17770" cy="10674"/>
            </a:xfrm>
            <a:custGeom>
              <a:rect b="b" l="l" r="r" t="t"/>
              <a:pathLst>
                <a:path extrusionOk="0" h="358" w="596">
                  <a:moveTo>
                    <a:pt x="167" y="1"/>
                  </a:moveTo>
                  <a:cubicBezTo>
                    <a:pt x="96" y="1"/>
                    <a:pt x="0" y="48"/>
                    <a:pt x="0" y="144"/>
                  </a:cubicBezTo>
                  <a:cubicBezTo>
                    <a:pt x="0" y="263"/>
                    <a:pt x="96" y="358"/>
                    <a:pt x="167" y="358"/>
                  </a:cubicBezTo>
                  <a:lnTo>
                    <a:pt x="405" y="358"/>
                  </a:lnTo>
                  <a:cubicBezTo>
                    <a:pt x="501" y="358"/>
                    <a:pt x="596" y="287"/>
                    <a:pt x="596" y="215"/>
                  </a:cubicBezTo>
                  <a:cubicBezTo>
                    <a:pt x="596" y="96"/>
                    <a:pt x="524" y="1"/>
                    <a:pt x="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89"/>
            <p:cNvSpPr/>
            <p:nvPr/>
          </p:nvSpPr>
          <p:spPr>
            <a:xfrm>
              <a:off x="6967735" y="4175867"/>
              <a:ext cx="17054" cy="10674"/>
            </a:xfrm>
            <a:custGeom>
              <a:rect b="b" l="l" r="r" t="t"/>
              <a:pathLst>
                <a:path extrusionOk="0" h="358" w="572">
                  <a:moveTo>
                    <a:pt x="167" y="1"/>
                  </a:moveTo>
                  <a:cubicBezTo>
                    <a:pt x="72" y="1"/>
                    <a:pt x="0" y="48"/>
                    <a:pt x="0" y="144"/>
                  </a:cubicBezTo>
                  <a:cubicBezTo>
                    <a:pt x="0" y="263"/>
                    <a:pt x="72" y="358"/>
                    <a:pt x="167" y="358"/>
                  </a:cubicBezTo>
                  <a:lnTo>
                    <a:pt x="405" y="358"/>
                  </a:lnTo>
                  <a:cubicBezTo>
                    <a:pt x="500" y="358"/>
                    <a:pt x="572" y="287"/>
                    <a:pt x="572" y="215"/>
                  </a:cubicBezTo>
                  <a:cubicBezTo>
                    <a:pt x="572" y="96"/>
                    <a:pt x="524" y="1"/>
                    <a:pt x="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89"/>
            <p:cNvSpPr/>
            <p:nvPr/>
          </p:nvSpPr>
          <p:spPr>
            <a:xfrm>
              <a:off x="6912338" y="4175867"/>
              <a:ext cx="17770" cy="10674"/>
            </a:xfrm>
            <a:custGeom>
              <a:rect b="b" l="l" r="r" t="t"/>
              <a:pathLst>
                <a:path extrusionOk="0" h="358" w="596">
                  <a:moveTo>
                    <a:pt x="191" y="1"/>
                  </a:moveTo>
                  <a:cubicBezTo>
                    <a:pt x="96" y="1"/>
                    <a:pt x="1" y="48"/>
                    <a:pt x="1" y="144"/>
                  </a:cubicBezTo>
                  <a:cubicBezTo>
                    <a:pt x="1" y="263"/>
                    <a:pt x="72" y="358"/>
                    <a:pt x="191" y="358"/>
                  </a:cubicBezTo>
                  <a:lnTo>
                    <a:pt x="429" y="358"/>
                  </a:lnTo>
                  <a:cubicBezTo>
                    <a:pt x="501" y="358"/>
                    <a:pt x="596" y="287"/>
                    <a:pt x="596" y="215"/>
                  </a:cubicBezTo>
                  <a:cubicBezTo>
                    <a:pt x="596" y="96"/>
                    <a:pt x="525"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89"/>
            <p:cNvSpPr/>
            <p:nvPr/>
          </p:nvSpPr>
          <p:spPr>
            <a:xfrm>
              <a:off x="6774591" y="4175867"/>
              <a:ext cx="17084" cy="10674"/>
            </a:xfrm>
            <a:custGeom>
              <a:rect b="b" l="l" r="r" t="t"/>
              <a:pathLst>
                <a:path extrusionOk="0" h="358" w="573">
                  <a:moveTo>
                    <a:pt x="191" y="1"/>
                  </a:moveTo>
                  <a:cubicBezTo>
                    <a:pt x="96" y="1"/>
                    <a:pt x="1" y="48"/>
                    <a:pt x="1" y="144"/>
                  </a:cubicBezTo>
                  <a:cubicBezTo>
                    <a:pt x="1" y="263"/>
                    <a:pt x="96" y="358"/>
                    <a:pt x="191" y="358"/>
                  </a:cubicBezTo>
                  <a:lnTo>
                    <a:pt x="405" y="358"/>
                  </a:lnTo>
                  <a:cubicBezTo>
                    <a:pt x="477" y="358"/>
                    <a:pt x="572" y="287"/>
                    <a:pt x="572" y="215"/>
                  </a:cubicBezTo>
                  <a:cubicBezTo>
                    <a:pt x="572" y="96"/>
                    <a:pt x="501" y="1"/>
                    <a:pt x="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89"/>
            <p:cNvSpPr/>
            <p:nvPr/>
          </p:nvSpPr>
          <p:spPr>
            <a:xfrm>
              <a:off x="6801574" y="4175867"/>
              <a:ext cx="17770" cy="10674"/>
            </a:xfrm>
            <a:custGeom>
              <a:rect b="b" l="l" r="r" t="t"/>
              <a:pathLst>
                <a:path extrusionOk="0" h="358" w="596">
                  <a:moveTo>
                    <a:pt x="167" y="1"/>
                  </a:moveTo>
                  <a:cubicBezTo>
                    <a:pt x="96" y="1"/>
                    <a:pt x="1" y="48"/>
                    <a:pt x="1" y="144"/>
                  </a:cubicBezTo>
                  <a:cubicBezTo>
                    <a:pt x="1" y="263"/>
                    <a:pt x="96" y="358"/>
                    <a:pt x="167" y="358"/>
                  </a:cubicBezTo>
                  <a:lnTo>
                    <a:pt x="405" y="358"/>
                  </a:lnTo>
                  <a:cubicBezTo>
                    <a:pt x="501" y="358"/>
                    <a:pt x="596" y="287"/>
                    <a:pt x="596" y="215"/>
                  </a:cubicBezTo>
                  <a:cubicBezTo>
                    <a:pt x="596" y="96"/>
                    <a:pt x="524" y="1"/>
                    <a:pt x="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89"/>
            <p:cNvSpPr/>
            <p:nvPr/>
          </p:nvSpPr>
          <p:spPr>
            <a:xfrm>
              <a:off x="6829273" y="4175867"/>
              <a:ext cx="18485" cy="10674"/>
            </a:xfrm>
            <a:custGeom>
              <a:rect b="b" l="l" r="r" t="t"/>
              <a:pathLst>
                <a:path extrusionOk="0" h="358" w="620">
                  <a:moveTo>
                    <a:pt x="191" y="1"/>
                  </a:moveTo>
                  <a:cubicBezTo>
                    <a:pt x="119" y="1"/>
                    <a:pt x="24" y="48"/>
                    <a:pt x="24" y="144"/>
                  </a:cubicBezTo>
                  <a:cubicBezTo>
                    <a:pt x="0" y="263"/>
                    <a:pt x="72" y="358"/>
                    <a:pt x="191" y="358"/>
                  </a:cubicBezTo>
                  <a:lnTo>
                    <a:pt x="429" y="358"/>
                  </a:lnTo>
                  <a:cubicBezTo>
                    <a:pt x="524" y="358"/>
                    <a:pt x="620" y="287"/>
                    <a:pt x="620" y="215"/>
                  </a:cubicBezTo>
                  <a:cubicBezTo>
                    <a:pt x="620" y="96"/>
                    <a:pt x="548"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89"/>
            <p:cNvSpPr/>
            <p:nvPr/>
          </p:nvSpPr>
          <p:spPr>
            <a:xfrm>
              <a:off x="6912338" y="4247602"/>
              <a:ext cx="17770" cy="10674"/>
            </a:xfrm>
            <a:custGeom>
              <a:rect b="b" l="l" r="r" t="t"/>
              <a:pathLst>
                <a:path extrusionOk="0" h="358" w="596">
                  <a:moveTo>
                    <a:pt x="191" y="0"/>
                  </a:moveTo>
                  <a:cubicBezTo>
                    <a:pt x="96" y="0"/>
                    <a:pt x="1" y="95"/>
                    <a:pt x="1" y="214"/>
                  </a:cubicBezTo>
                  <a:cubicBezTo>
                    <a:pt x="24" y="310"/>
                    <a:pt x="120" y="357"/>
                    <a:pt x="215" y="357"/>
                  </a:cubicBezTo>
                  <a:lnTo>
                    <a:pt x="429" y="357"/>
                  </a:lnTo>
                  <a:cubicBezTo>
                    <a:pt x="501" y="357"/>
                    <a:pt x="596" y="286"/>
                    <a:pt x="596" y="214"/>
                  </a:cubicBezTo>
                  <a:cubicBezTo>
                    <a:pt x="596" y="95"/>
                    <a:pt x="548" y="0"/>
                    <a:pt x="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89"/>
            <p:cNvSpPr/>
            <p:nvPr/>
          </p:nvSpPr>
          <p:spPr>
            <a:xfrm>
              <a:off x="6773876" y="4247602"/>
              <a:ext cx="17800" cy="10674"/>
            </a:xfrm>
            <a:custGeom>
              <a:rect b="b" l="l" r="r" t="t"/>
              <a:pathLst>
                <a:path extrusionOk="0" h="358" w="597">
                  <a:moveTo>
                    <a:pt x="191" y="0"/>
                  </a:moveTo>
                  <a:cubicBezTo>
                    <a:pt x="96" y="0"/>
                    <a:pt x="1" y="95"/>
                    <a:pt x="1" y="214"/>
                  </a:cubicBezTo>
                  <a:cubicBezTo>
                    <a:pt x="72" y="310"/>
                    <a:pt x="120" y="357"/>
                    <a:pt x="215" y="357"/>
                  </a:cubicBezTo>
                  <a:lnTo>
                    <a:pt x="429" y="357"/>
                  </a:lnTo>
                  <a:cubicBezTo>
                    <a:pt x="501" y="357"/>
                    <a:pt x="596" y="286"/>
                    <a:pt x="596" y="214"/>
                  </a:cubicBezTo>
                  <a:cubicBezTo>
                    <a:pt x="596" y="95"/>
                    <a:pt x="525" y="0"/>
                    <a:pt x="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89"/>
            <p:cNvSpPr/>
            <p:nvPr/>
          </p:nvSpPr>
          <p:spPr>
            <a:xfrm>
              <a:off x="6829988" y="4247602"/>
              <a:ext cx="17770" cy="10674"/>
            </a:xfrm>
            <a:custGeom>
              <a:rect b="b" l="l" r="r" t="t"/>
              <a:pathLst>
                <a:path extrusionOk="0" h="358" w="596">
                  <a:moveTo>
                    <a:pt x="167" y="0"/>
                  </a:moveTo>
                  <a:cubicBezTo>
                    <a:pt x="95" y="0"/>
                    <a:pt x="0" y="95"/>
                    <a:pt x="0" y="214"/>
                  </a:cubicBezTo>
                  <a:cubicBezTo>
                    <a:pt x="24" y="310"/>
                    <a:pt x="119" y="357"/>
                    <a:pt x="214" y="357"/>
                  </a:cubicBezTo>
                  <a:lnTo>
                    <a:pt x="405" y="357"/>
                  </a:lnTo>
                  <a:cubicBezTo>
                    <a:pt x="500" y="357"/>
                    <a:pt x="596" y="286"/>
                    <a:pt x="596" y="214"/>
                  </a:cubicBezTo>
                  <a:cubicBezTo>
                    <a:pt x="596" y="95"/>
                    <a:pt x="524" y="0"/>
                    <a:pt x="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89"/>
            <p:cNvSpPr/>
            <p:nvPr/>
          </p:nvSpPr>
          <p:spPr>
            <a:xfrm>
              <a:off x="6857657" y="4247602"/>
              <a:ext cx="17800" cy="10674"/>
            </a:xfrm>
            <a:custGeom>
              <a:rect b="b" l="l" r="r" t="t"/>
              <a:pathLst>
                <a:path extrusionOk="0" h="358" w="597">
                  <a:moveTo>
                    <a:pt x="168" y="0"/>
                  </a:moveTo>
                  <a:cubicBezTo>
                    <a:pt x="72" y="0"/>
                    <a:pt x="1" y="95"/>
                    <a:pt x="1" y="214"/>
                  </a:cubicBezTo>
                  <a:cubicBezTo>
                    <a:pt x="25" y="310"/>
                    <a:pt x="120" y="357"/>
                    <a:pt x="191" y="357"/>
                  </a:cubicBezTo>
                  <a:lnTo>
                    <a:pt x="406" y="357"/>
                  </a:lnTo>
                  <a:cubicBezTo>
                    <a:pt x="501" y="357"/>
                    <a:pt x="596" y="286"/>
                    <a:pt x="596" y="214"/>
                  </a:cubicBezTo>
                  <a:cubicBezTo>
                    <a:pt x="596" y="95"/>
                    <a:pt x="525" y="0"/>
                    <a:pt x="4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89"/>
            <p:cNvSpPr/>
            <p:nvPr/>
          </p:nvSpPr>
          <p:spPr>
            <a:xfrm>
              <a:off x="6801574" y="4247602"/>
              <a:ext cx="17770" cy="10674"/>
            </a:xfrm>
            <a:custGeom>
              <a:rect b="b" l="l" r="r" t="t"/>
              <a:pathLst>
                <a:path extrusionOk="0" h="358" w="596">
                  <a:moveTo>
                    <a:pt x="167" y="0"/>
                  </a:moveTo>
                  <a:cubicBezTo>
                    <a:pt x="96" y="0"/>
                    <a:pt x="1" y="95"/>
                    <a:pt x="1" y="214"/>
                  </a:cubicBezTo>
                  <a:cubicBezTo>
                    <a:pt x="48" y="310"/>
                    <a:pt x="120" y="357"/>
                    <a:pt x="215" y="357"/>
                  </a:cubicBezTo>
                  <a:lnTo>
                    <a:pt x="405" y="357"/>
                  </a:lnTo>
                  <a:cubicBezTo>
                    <a:pt x="501" y="357"/>
                    <a:pt x="596" y="286"/>
                    <a:pt x="596" y="214"/>
                  </a:cubicBezTo>
                  <a:cubicBezTo>
                    <a:pt x="596" y="95"/>
                    <a:pt x="524" y="0"/>
                    <a:pt x="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89"/>
            <p:cNvSpPr/>
            <p:nvPr/>
          </p:nvSpPr>
          <p:spPr>
            <a:xfrm>
              <a:off x="6884640" y="4247602"/>
              <a:ext cx="17800" cy="10674"/>
            </a:xfrm>
            <a:custGeom>
              <a:rect b="b" l="l" r="r" t="t"/>
              <a:pathLst>
                <a:path extrusionOk="0" h="358" w="597">
                  <a:moveTo>
                    <a:pt x="191" y="0"/>
                  </a:moveTo>
                  <a:cubicBezTo>
                    <a:pt x="96" y="0"/>
                    <a:pt x="1" y="95"/>
                    <a:pt x="1" y="214"/>
                  </a:cubicBezTo>
                  <a:cubicBezTo>
                    <a:pt x="49" y="310"/>
                    <a:pt x="120" y="357"/>
                    <a:pt x="215" y="357"/>
                  </a:cubicBezTo>
                  <a:lnTo>
                    <a:pt x="430" y="357"/>
                  </a:lnTo>
                  <a:cubicBezTo>
                    <a:pt x="525" y="357"/>
                    <a:pt x="596" y="286"/>
                    <a:pt x="596" y="214"/>
                  </a:cubicBezTo>
                  <a:cubicBezTo>
                    <a:pt x="596" y="95"/>
                    <a:pt x="549"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89"/>
            <p:cNvSpPr/>
            <p:nvPr/>
          </p:nvSpPr>
          <p:spPr>
            <a:xfrm>
              <a:off x="6732701" y="4148198"/>
              <a:ext cx="354321" cy="354321"/>
            </a:xfrm>
            <a:custGeom>
              <a:rect b="b" l="l" r="r" t="t"/>
              <a:pathLst>
                <a:path extrusionOk="0" h="11884" w="11884">
                  <a:moveTo>
                    <a:pt x="10169" y="1524"/>
                  </a:moveTo>
                  <a:lnTo>
                    <a:pt x="10741" y="2691"/>
                  </a:lnTo>
                  <a:lnTo>
                    <a:pt x="10741" y="3715"/>
                  </a:lnTo>
                  <a:lnTo>
                    <a:pt x="10384" y="3001"/>
                  </a:lnTo>
                  <a:cubicBezTo>
                    <a:pt x="10336" y="2929"/>
                    <a:pt x="10265" y="2858"/>
                    <a:pt x="10169" y="2858"/>
                  </a:cubicBezTo>
                  <a:cubicBezTo>
                    <a:pt x="10074" y="2858"/>
                    <a:pt x="9979" y="2929"/>
                    <a:pt x="9955" y="2977"/>
                  </a:cubicBezTo>
                  <a:lnTo>
                    <a:pt x="9074" y="4715"/>
                  </a:lnTo>
                  <a:lnTo>
                    <a:pt x="8621" y="3953"/>
                  </a:lnTo>
                  <a:cubicBezTo>
                    <a:pt x="8550" y="3882"/>
                    <a:pt x="8502" y="3834"/>
                    <a:pt x="8407" y="3834"/>
                  </a:cubicBezTo>
                  <a:cubicBezTo>
                    <a:pt x="8312" y="3834"/>
                    <a:pt x="8240" y="3906"/>
                    <a:pt x="8193" y="4001"/>
                  </a:cubicBezTo>
                  <a:lnTo>
                    <a:pt x="7050" y="6382"/>
                  </a:lnTo>
                  <a:lnTo>
                    <a:pt x="6383" y="6096"/>
                  </a:lnTo>
                  <a:cubicBezTo>
                    <a:pt x="6352" y="6084"/>
                    <a:pt x="6320" y="6078"/>
                    <a:pt x="6288" y="6078"/>
                  </a:cubicBezTo>
                  <a:cubicBezTo>
                    <a:pt x="6198" y="6078"/>
                    <a:pt x="6115" y="6127"/>
                    <a:pt x="6097" y="6216"/>
                  </a:cubicBezTo>
                  <a:lnTo>
                    <a:pt x="5216" y="8073"/>
                  </a:lnTo>
                  <a:lnTo>
                    <a:pt x="4359" y="7621"/>
                  </a:lnTo>
                  <a:cubicBezTo>
                    <a:pt x="4321" y="7606"/>
                    <a:pt x="4283" y="7598"/>
                    <a:pt x="4248" y="7598"/>
                  </a:cubicBezTo>
                  <a:cubicBezTo>
                    <a:pt x="4171" y="7598"/>
                    <a:pt x="4105" y="7635"/>
                    <a:pt x="4073" y="7716"/>
                  </a:cubicBezTo>
                  <a:lnTo>
                    <a:pt x="3477" y="8549"/>
                  </a:lnTo>
                  <a:lnTo>
                    <a:pt x="2334" y="7502"/>
                  </a:lnTo>
                  <a:cubicBezTo>
                    <a:pt x="2287" y="7430"/>
                    <a:pt x="2192" y="7430"/>
                    <a:pt x="2120" y="7430"/>
                  </a:cubicBezTo>
                  <a:cubicBezTo>
                    <a:pt x="2049" y="7430"/>
                    <a:pt x="1977" y="7502"/>
                    <a:pt x="1953" y="7597"/>
                  </a:cubicBezTo>
                  <a:lnTo>
                    <a:pt x="1810" y="7906"/>
                  </a:lnTo>
                  <a:lnTo>
                    <a:pt x="1763" y="6906"/>
                  </a:lnTo>
                  <a:lnTo>
                    <a:pt x="2192" y="6049"/>
                  </a:lnTo>
                  <a:lnTo>
                    <a:pt x="3382" y="7121"/>
                  </a:lnTo>
                  <a:cubicBezTo>
                    <a:pt x="3406" y="7144"/>
                    <a:pt x="3406" y="7144"/>
                    <a:pt x="3430" y="7144"/>
                  </a:cubicBezTo>
                  <a:cubicBezTo>
                    <a:pt x="3455" y="7151"/>
                    <a:pt x="3479" y="7154"/>
                    <a:pt x="3501" y="7154"/>
                  </a:cubicBezTo>
                  <a:cubicBezTo>
                    <a:pt x="3562" y="7154"/>
                    <a:pt x="3609" y="7132"/>
                    <a:pt x="3644" y="7097"/>
                  </a:cubicBezTo>
                  <a:lnTo>
                    <a:pt x="4311" y="6168"/>
                  </a:lnTo>
                  <a:lnTo>
                    <a:pt x="5168" y="6620"/>
                  </a:lnTo>
                  <a:cubicBezTo>
                    <a:pt x="5192" y="6632"/>
                    <a:pt x="5222" y="6638"/>
                    <a:pt x="5252" y="6638"/>
                  </a:cubicBezTo>
                  <a:cubicBezTo>
                    <a:pt x="5281" y="6638"/>
                    <a:pt x="5311" y="6632"/>
                    <a:pt x="5335" y="6620"/>
                  </a:cubicBezTo>
                  <a:cubicBezTo>
                    <a:pt x="5406" y="6573"/>
                    <a:pt x="5454" y="6549"/>
                    <a:pt x="5502" y="6501"/>
                  </a:cubicBezTo>
                  <a:lnTo>
                    <a:pt x="6359" y="4644"/>
                  </a:lnTo>
                  <a:lnTo>
                    <a:pt x="7002" y="4906"/>
                  </a:lnTo>
                  <a:cubicBezTo>
                    <a:pt x="7035" y="4925"/>
                    <a:pt x="7071" y="4934"/>
                    <a:pt x="7107" y="4934"/>
                  </a:cubicBezTo>
                  <a:cubicBezTo>
                    <a:pt x="7202" y="4934"/>
                    <a:pt x="7294" y="4873"/>
                    <a:pt x="7312" y="4787"/>
                  </a:cubicBezTo>
                  <a:lnTo>
                    <a:pt x="8431" y="2501"/>
                  </a:lnTo>
                  <a:lnTo>
                    <a:pt x="8883" y="3239"/>
                  </a:lnTo>
                  <a:cubicBezTo>
                    <a:pt x="8955" y="3334"/>
                    <a:pt x="9002" y="3358"/>
                    <a:pt x="9098" y="3358"/>
                  </a:cubicBezTo>
                  <a:cubicBezTo>
                    <a:pt x="9193" y="3358"/>
                    <a:pt x="9264" y="3310"/>
                    <a:pt x="9312" y="3239"/>
                  </a:cubicBezTo>
                  <a:lnTo>
                    <a:pt x="10169" y="1524"/>
                  </a:lnTo>
                  <a:close/>
                  <a:moveTo>
                    <a:pt x="10146" y="3334"/>
                  </a:moveTo>
                  <a:lnTo>
                    <a:pt x="10693" y="4501"/>
                  </a:lnTo>
                  <a:lnTo>
                    <a:pt x="10693" y="10669"/>
                  </a:lnTo>
                  <a:lnTo>
                    <a:pt x="1739" y="10669"/>
                  </a:lnTo>
                  <a:lnTo>
                    <a:pt x="1739" y="8716"/>
                  </a:lnTo>
                  <a:lnTo>
                    <a:pt x="1763" y="8716"/>
                  </a:lnTo>
                  <a:lnTo>
                    <a:pt x="2192" y="7859"/>
                  </a:lnTo>
                  <a:lnTo>
                    <a:pt x="3311" y="8883"/>
                  </a:lnTo>
                  <a:cubicBezTo>
                    <a:pt x="3382" y="8930"/>
                    <a:pt x="3430" y="8930"/>
                    <a:pt x="3501" y="8930"/>
                  </a:cubicBezTo>
                  <a:cubicBezTo>
                    <a:pt x="3549" y="8930"/>
                    <a:pt x="3620" y="8883"/>
                    <a:pt x="3668" y="8835"/>
                  </a:cubicBezTo>
                  <a:lnTo>
                    <a:pt x="4263" y="7978"/>
                  </a:lnTo>
                  <a:lnTo>
                    <a:pt x="5145" y="8430"/>
                  </a:lnTo>
                  <a:cubicBezTo>
                    <a:pt x="5168" y="8442"/>
                    <a:pt x="5198" y="8448"/>
                    <a:pt x="5228" y="8448"/>
                  </a:cubicBezTo>
                  <a:cubicBezTo>
                    <a:pt x="5258" y="8448"/>
                    <a:pt x="5287" y="8442"/>
                    <a:pt x="5311" y="8430"/>
                  </a:cubicBezTo>
                  <a:cubicBezTo>
                    <a:pt x="5383" y="8406"/>
                    <a:pt x="5430" y="8359"/>
                    <a:pt x="5454" y="8311"/>
                  </a:cubicBezTo>
                  <a:lnTo>
                    <a:pt x="6335" y="6454"/>
                  </a:lnTo>
                  <a:lnTo>
                    <a:pt x="6978" y="6739"/>
                  </a:lnTo>
                  <a:cubicBezTo>
                    <a:pt x="7009" y="6752"/>
                    <a:pt x="7041" y="6758"/>
                    <a:pt x="7073" y="6758"/>
                  </a:cubicBezTo>
                  <a:cubicBezTo>
                    <a:pt x="7165" y="6758"/>
                    <a:pt x="7252" y="6709"/>
                    <a:pt x="7288" y="6620"/>
                  </a:cubicBezTo>
                  <a:lnTo>
                    <a:pt x="8407" y="4310"/>
                  </a:lnTo>
                  <a:lnTo>
                    <a:pt x="8860" y="5072"/>
                  </a:lnTo>
                  <a:cubicBezTo>
                    <a:pt x="8907" y="5144"/>
                    <a:pt x="8979" y="5192"/>
                    <a:pt x="9074" y="5192"/>
                  </a:cubicBezTo>
                  <a:cubicBezTo>
                    <a:pt x="9145" y="5192"/>
                    <a:pt x="9241" y="5120"/>
                    <a:pt x="9264" y="5072"/>
                  </a:cubicBezTo>
                  <a:lnTo>
                    <a:pt x="10146" y="3334"/>
                  </a:lnTo>
                  <a:close/>
                  <a:moveTo>
                    <a:pt x="11479" y="11026"/>
                  </a:moveTo>
                  <a:lnTo>
                    <a:pt x="11479" y="11502"/>
                  </a:lnTo>
                  <a:lnTo>
                    <a:pt x="310" y="11502"/>
                  </a:lnTo>
                  <a:lnTo>
                    <a:pt x="310" y="11026"/>
                  </a:lnTo>
                  <a:close/>
                  <a:moveTo>
                    <a:pt x="929" y="0"/>
                  </a:moveTo>
                  <a:cubicBezTo>
                    <a:pt x="810" y="0"/>
                    <a:pt x="715" y="48"/>
                    <a:pt x="715" y="167"/>
                  </a:cubicBezTo>
                  <a:lnTo>
                    <a:pt x="715" y="976"/>
                  </a:lnTo>
                  <a:lnTo>
                    <a:pt x="524" y="976"/>
                  </a:lnTo>
                  <a:cubicBezTo>
                    <a:pt x="429" y="976"/>
                    <a:pt x="334" y="1048"/>
                    <a:pt x="334" y="1119"/>
                  </a:cubicBezTo>
                  <a:cubicBezTo>
                    <a:pt x="334" y="1238"/>
                    <a:pt x="405" y="1334"/>
                    <a:pt x="524" y="1334"/>
                  </a:cubicBezTo>
                  <a:lnTo>
                    <a:pt x="715" y="1334"/>
                  </a:lnTo>
                  <a:lnTo>
                    <a:pt x="715" y="2239"/>
                  </a:lnTo>
                  <a:lnTo>
                    <a:pt x="524" y="2239"/>
                  </a:lnTo>
                  <a:cubicBezTo>
                    <a:pt x="429" y="2239"/>
                    <a:pt x="334" y="2286"/>
                    <a:pt x="334" y="2381"/>
                  </a:cubicBezTo>
                  <a:cubicBezTo>
                    <a:pt x="334" y="2501"/>
                    <a:pt x="405" y="2596"/>
                    <a:pt x="524" y="2596"/>
                  </a:cubicBezTo>
                  <a:lnTo>
                    <a:pt x="715" y="2596"/>
                  </a:lnTo>
                  <a:lnTo>
                    <a:pt x="715" y="3477"/>
                  </a:lnTo>
                  <a:lnTo>
                    <a:pt x="524" y="3477"/>
                  </a:lnTo>
                  <a:cubicBezTo>
                    <a:pt x="429" y="3477"/>
                    <a:pt x="334" y="3548"/>
                    <a:pt x="334" y="3620"/>
                  </a:cubicBezTo>
                  <a:cubicBezTo>
                    <a:pt x="334" y="3739"/>
                    <a:pt x="405" y="3834"/>
                    <a:pt x="524" y="3834"/>
                  </a:cubicBezTo>
                  <a:lnTo>
                    <a:pt x="715" y="3834"/>
                  </a:lnTo>
                  <a:lnTo>
                    <a:pt x="715" y="4739"/>
                  </a:lnTo>
                  <a:lnTo>
                    <a:pt x="524" y="4739"/>
                  </a:lnTo>
                  <a:cubicBezTo>
                    <a:pt x="429" y="4739"/>
                    <a:pt x="334" y="4787"/>
                    <a:pt x="334" y="4882"/>
                  </a:cubicBezTo>
                  <a:cubicBezTo>
                    <a:pt x="334" y="5001"/>
                    <a:pt x="405" y="5096"/>
                    <a:pt x="524" y="5096"/>
                  </a:cubicBezTo>
                  <a:lnTo>
                    <a:pt x="715" y="5096"/>
                  </a:lnTo>
                  <a:lnTo>
                    <a:pt x="715" y="5977"/>
                  </a:lnTo>
                  <a:lnTo>
                    <a:pt x="524" y="5977"/>
                  </a:lnTo>
                  <a:cubicBezTo>
                    <a:pt x="429" y="5977"/>
                    <a:pt x="334" y="6049"/>
                    <a:pt x="334" y="6144"/>
                  </a:cubicBezTo>
                  <a:cubicBezTo>
                    <a:pt x="334" y="6263"/>
                    <a:pt x="405" y="6335"/>
                    <a:pt x="524" y="6335"/>
                  </a:cubicBezTo>
                  <a:lnTo>
                    <a:pt x="715" y="6335"/>
                  </a:lnTo>
                  <a:lnTo>
                    <a:pt x="715" y="7240"/>
                  </a:lnTo>
                  <a:lnTo>
                    <a:pt x="524" y="7240"/>
                  </a:lnTo>
                  <a:cubicBezTo>
                    <a:pt x="429" y="7240"/>
                    <a:pt x="334" y="7287"/>
                    <a:pt x="334" y="7382"/>
                  </a:cubicBezTo>
                  <a:cubicBezTo>
                    <a:pt x="334" y="7502"/>
                    <a:pt x="405" y="7597"/>
                    <a:pt x="524" y="7597"/>
                  </a:cubicBezTo>
                  <a:lnTo>
                    <a:pt x="715" y="7597"/>
                  </a:lnTo>
                  <a:lnTo>
                    <a:pt x="715" y="8478"/>
                  </a:lnTo>
                  <a:lnTo>
                    <a:pt x="524" y="8478"/>
                  </a:lnTo>
                  <a:cubicBezTo>
                    <a:pt x="429" y="8478"/>
                    <a:pt x="334" y="8549"/>
                    <a:pt x="334" y="8645"/>
                  </a:cubicBezTo>
                  <a:cubicBezTo>
                    <a:pt x="334" y="8764"/>
                    <a:pt x="405" y="8835"/>
                    <a:pt x="524" y="8835"/>
                  </a:cubicBezTo>
                  <a:lnTo>
                    <a:pt x="715" y="8835"/>
                  </a:lnTo>
                  <a:lnTo>
                    <a:pt x="715" y="9740"/>
                  </a:lnTo>
                  <a:lnTo>
                    <a:pt x="524" y="9740"/>
                  </a:lnTo>
                  <a:cubicBezTo>
                    <a:pt x="429" y="9740"/>
                    <a:pt x="334" y="9788"/>
                    <a:pt x="334" y="9883"/>
                  </a:cubicBezTo>
                  <a:cubicBezTo>
                    <a:pt x="334" y="10002"/>
                    <a:pt x="405" y="10097"/>
                    <a:pt x="524" y="10097"/>
                  </a:cubicBezTo>
                  <a:lnTo>
                    <a:pt x="715" y="10097"/>
                  </a:lnTo>
                  <a:lnTo>
                    <a:pt x="715" y="10716"/>
                  </a:lnTo>
                  <a:lnTo>
                    <a:pt x="310" y="10716"/>
                  </a:lnTo>
                  <a:cubicBezTo>
                    <a:pt x="167" y="10716"/>
                    <a:pt x="1" y="10836"/>
                    <a:pt x="1" y="11026"/>
                  </a:cubicBezTo>
                  <a:lnTo>
                    <a:pt x="1" y="11574"/>
                  </a:lnTo>
                  <a:cubicBezTo>
                    <a:pt x="1" y="11740"/>
                    <a:pt x="120" y="11883"/>
                    <a:pt x="310" y="11883"/>
                  </a:cubicBezTo>
                  <a:lnTo>
                    <a:pt x="11598" y="11883"/>
                  </a:lnTo>
                  <a:cubicBezTo>
                    <a:pt x="11741" y="11883"/>
                    <a:pt x="11884" y="11764"/>
                    <a:pt x="11884" y="11574"/>
                  </a:cubicBezTo>
                  <a:lnTo>
                    <a:pt x="11884" y="11026"/>
                  </a:lnTo>
                  <a:cubicBezTo>
                    <a:pt x="11836" y="10812"/>
                    <a:pt x="11717" y="10693"/>
                    <a:pt x="11527" y="10693"/>
                  </a:cubicBezTo>
                  <a:lnTo>
                    <a:pt x="11050" y="10693"/>
                  </a:lnTo>
                  <a:lnTo>
                    <a:pt x="11050" y="4501"/>
                  </a:lnTo>
                  <a:lnTo>
                    <a:pt x="11050" y="2691"/>
                  </a:lnTo>
                  <a:cubicBezTo>
                    <a:pt x="11050" y="2643"/>
                    <a:pt x="11050" y="2620"/>
                    <a:pt x="11027" y="2572"/>
                  </a:cubicBezTo>
                  <a:lnTo>
                    <a:pt x="10384" y="1191"/>
                  </a:lnTo>
                  <a:cubicBezTo>
                    <a:pt x="10336" y="1095"/>
                    <a:pt x="10265" y="1048"/>
                    <a:pt x="10169" y="1048"/>
                  </a:cubicBezTo>
                  <a:cubicBezTo>
                    <a:pt x="10169" y="1048"/>
                    <a:pt x="9979" y="1095"/>
                    <a:pt x="9955" y="1191"/>
                  </a:cubicBezTo>
                  <a:lnTo>
                    <a:pt x="9098" y="2929"/>
                  </a:lnTo>
                  <a:lnTo>
                    <a:pt x="8645" y="2167"/>
                  </a:lnTo>
                  <a:cubicBezTo>
                    <a:pt x="8598" y="2096"/>
                    <a:pt x="8526" y="2048"/>
                    <a:pt x="8431" y="2048"/>
                  </a:cubicBezTo>
                  <a:cubicBezTo>
                    <a:pt x="8359" y="2048"/>
                    <a:pt x="8264" y="2119"/>
                    <a:pt x="8240" y="2215"/>
                  </a:cubicBezTo>
                  <a:lnTo>
                    <a:pt x="7073" y="4596"/>
                  </a:lnTo>
                  <a:lnTo>
                    <a:pt x="6407" y="4310"/>
                  </a:lnTo>
                  <a:cubicBezTo>
                    <a:pt x="6376" y="4298"/>
                    <a:pt x="6344" y="4292"/>
                    <a:pt x="6312" y="4292"/>
                  </a:cubicBezTo>
                  <a:cubicBezTo>
                    <a:pt x="6222" y="4292"/>
                    <a:pt x="6139" y="4341"/>
                    <a:pt x="6121" y="4429"/>
                  </a:cubicBezTo>
                  <a:lnTo>
                    <a:pt x="5240" y="6287"/>
                  </a:lnTo>
                  <a:lnTo>
                    <a:pt x="4382" y="5835"/>
                  </a:lnTo>
                  <a:cubicBezTo>
                    <a:pt x="4345" y="5819"/>
                    <a:pt x="4307" y="5812"/>
                    <a:pt x="4272" y="5812"/>
                  </a:cubicBezTo>
                  <a:cubicBezTo>
                    <a:pt x="4195" y="5812"/>
                    <a:pt x="4129" y="5848"/>
                    <a:pt x="4097" y="5930"/>
                  </a:cubicBezTo>
                  <a:lnTo>
                    <a:pt x="3501" y="6763"/>
                  </a:lnTo>
                  <a:lnTo>
                    <a:pt x="2358" y="5715"/>
                  </a:lnTo>
                  <a:cubicBezTo>
                    <a:pt x="2311" y="5644"/>
                    <a:pt x="2215" y="5644"/>
                    <a:pt x="2144" y="5644"/>
                  </a:cubicBezTo>
                  <a:cubicBezTo>
                    <a:pt x="2072" y="5644"/>
                    <a:pt x="2001" y="5715"/>
                    <a:pt x="1977" y="5763"/>
                  </a:cubicBezTo>
                  <a:lnTo>
                    <a:pt x="1501" y="6787"/>
                  </a:lnTo>
                  <a:cubicBezTo>
                    <a:pt x="1477" y="6811"/>
                    <a:pt x="1477" y="6835"/>
                    <a:pt x="1501" y="6906"/>
                  </a:cubicBezTo>
                  <a:lnTo>
                    <a:pt x="1501" y="10716"/>
                  </a:lnTo>
                  <a:lnTo>
                    <a:pt x="1072" y="10716"/>
                  </a:lnTo>
                  <a:lnTo>
                    <a:pt x="1072" y="167"/>
                  </a:lnTo>
                  <a:cubicBezTo>
                    <a:pt x="1072" y="95"/>
                    <a:pt x="1025"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5" name="Google Shape;20065;p89"/>
          <p:cNvGrpSpPr/>
          <p:nvPr/>
        </p:nvGrpSpPr>
        <p:grpSpPr>
          <a:xfrm>
            <a:off x="7734048" y="4149600"/>
            <a:ext cx="357184" cy="352205"/>
            <a:chOff x="7391135" y="4149600"/>
            <a:chExt cx="357184" cy="352205"/>
          </a:xfrm>
        </p:grpSpPr>
        <p:sp>
          <p:nvSpPr>
            <p:cNvPr id="20066" name="Google Shape;20066;p89"/>
            <p:cNvSpPr/>
            <p:nvPr/>
          </p:nvSpPr>
          <p:spPr>
            <a:xfrm>
              <a:off x="7497635" y="4251836"/>
              <a:ext cx="144156" cy="144185"/>
            </a:xfrm>
            <a:custGeom>
              <a:rect b="b" l="l" r="r" t="t"/>
              <a:pathLst>
                <a:path extrusionOk="0" h="4836" w="4835">
                  <a:moveTo>
                    <a:pt x="2430" y="1"/>
                  </a:moveTo>
                  <a:cubicBezTo>
                    <a:pt x="1096" y="1"/>
                    <a:pt x="1" y="1096"/>
                    <a:pt x="1" y="2430"/>
                  </a:cubicBezTo>
                  <a:cubicBezTo>
                    <a:pt x="1" y="3740"/>
                    <a:pt x="1096" y="4835"/>
                    <a:pt x="2430" y="4835"/>
                  </a:cubicBezTo>
                  <a:cubicBezTo>
                    <a:pt x="3763" y="4835"/>
                    <a:pt x="4835" y="3740"/>
                    <a:pt x="4835" y="2430"/>
                  </a:cubicBezTo>
                  <a:cubicBezTo>
                    <a:pt x="4835" y="1096"/>
                    <a:pt x="3763" y="1"/>
                    <a:pt x="2430"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89"/>
            <p:cNvSpPr/>
            <p:nvPr/>
          </p:nvSpPr>
          <p:spPr>
            <a:xfrm>
              <a:off x="7533861" y="4256816"/>
              <a:ext cx="107930" cy="139206"/>
            </a:xfrm>
            <a:custGeom>
              <a:rect b="b" l="l" r="r" t="t"/>
              <a:pathLst>
                <a:path extrusionOk="0" h="4669" w="3620">
                  <a:moveTo>
                    <a:pt x="1977" y="1"/>
                  </a:moveTo>
                  <a:cubicBezTo>
                    <a:pt x="2667" y="405"/>
                    <a:pt x="3144" y="1191"/>
                    <a:pt x="3144" y="2049"/>
                  </a:cubicBezTo>
                  <a:cubicBezTo>
                    <a:pt x="3144" y="3382"/>
                    <a:pt x="2072" y="4454"/>
                    <a:pt x="738" y="4454"/>
                  </a:cubicBezTo>
                  <a:cubicBezTo>
                    <a:pt x="476" y="4454"/>
                    <a:pt x="238" y="4430"/>
                    <a:pt x="0" y="4335"/>
                  </a:cubicBezTo>
                  <a:lnTo>
                    <a:pt x="0" y="4335"/>
                  </a:lnTo>
                  <a:cubicBezTo>
                    <a:pt x="357" y="4549"/>
                    <a:pt x="762" y="4668"/>
                    <a:pt x="1215" y="4668"/>
                  </a:cubicBezTo>
                  <a:cubicBezTo>
                    <a:pt x="2548" y="4668"/>
                    <a:pt x="3620" y="3597"/>
                    <a:pt x="3620" y="2263"/>
                  </a:cubicBezTo>
                  <a:cubicBezTo>
                    <a:pt x="3620" y="1191"/>
                    <a:pt x="2929" y="286"/>
                    <a:pt x="197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89"/>
            <p:cNvSpPr/>
            <p:nvPr/>
          </p:nvSpPr>
          <p:spPr>
            <a:xfrm>
              <a:off x="7397516" y="4165938"/>
              <a:ext cx="172569" cy="200416"/>
            </a:xfrm>
            <a:custGeom>
              <a:rect b="b" l="l" r="r" t="t"/>
              <a:pathLst>
                <a:path extrusionOk="0" h="6722" w="5788">
                  <a:moveTo>
                    <a:pt x="5788" y="0"/>
                  </a:moveTo>
                  <a:cubicBezTo>
                    <a:pt x="3049" y="0"/>
                    <a:pt x="787" y="2120"/>
                    <a:pt x="596" y="4835"/>
                  </a:cubicBezTo>
                  <a:lnTo>
                    <a:pt x="191" y="4811"/>
                  </a:lnTo>
                  <a:cubicBezTo>
                    <a:pt x="72" y="4811"/>
                    <a:pt x="1" y="4954"/>
                    <a:pt x="72" y="5025"/>
                  </a:cubicBezTo>
                  <a:lnTo>
                    <a:pt x="1239" y="6668"/>
                  </a:lnTo>
                  <a:cubicBezTo>
                    <a:pt x="1263" y="6704"/>
                    <a:pt x="1299" y="6722"/>
                    <a:pt x="1334" y="6722"/>
                  </a:cubicBezTo>
                  <a:cubicBezTo>
                    <a:pt x="1370" y="6722"/>
                    <a:pt x="1406" y="6704"/>
                    <a:pt x="1430" y="6668"/>
                  </a:cubicBezTo>
                  <a:lnTo>
                    <a:pt x="2597" y="5025"/>
                  </a:lnTo>
                  <a:cubicBezTo>
                    <a:pt x="2668" y="4930"/>
                    <a:pt x="2597" y="4811"/>
                    <a:pt x="2478" y="4811"/>
                  </a:cubicBezTo>
                  <a:lnTo>
                    <a:pt x="2073" y="4811"/>
                  </a:lnTo>
                  <a:cubicBezTo>
                    <a:pt x="2239" y="2953"/>
                    <a:pt x="3859" y="1453"/>
                    <a:pt x="5788" y="1453"/>
                  </a:cubicBezTo>
                  <a:lnTo>
                    <a:pt x="5788" y="0"/>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89"/>
            <p:cNvSpPr/>
            <p:nvPr/>
          </p:nvSpPr>
          <p:spPr>
            <a:xfrm>
              <a:off x="7525334" y="4153714"/>
              <a:ext cx="200953" cy="171287"/>
            </a:xfrm>
            <a:custGeom>
              <a:rect b="b" l="l" r="r" t="t"/>
              <a:pathLst>
                <a:path extrusionOk="0" h="5745" w="6740">
                  <a:moveTo>
                    <a:pt x="1781" y="1"/>
                  </a:moveTo>
                  <a:cubicBezTo>
                    <a:pt x="1758" y="1"/>
                    <a:pt x="1735" y="10"/>
                    <a:pt x="1715" y="29"/>
                  </a:cubicBezTo>
                  <a:lnTo>
                    <a:pt x="72" y="1172"/>
                  </a:lnTo>
                  <a:cubicBezTo>
                    <a:pt x="0" y="1244"/>
                    <a:pt x="0" y="1339"/>
                    <a:pt x="72" y="1387"/>
                  </a:cubicBezTo>
                  <a:lnTo>
                    <a:pt x="1715" y="2554"/>
                  </a:lnTo>
                  <a:cubicBezTo>
                    <a:pt x="1735" y="2573"/>
                    <a:pt x="1758" y="2582"/>
                    <a:pt x="1781" y="2582"/>
                  </a:cubicBezTo>
                  <a:cubicBezTo>
                    <a:pt x="1843" y="2582"/>
                    <a:pt x="1906" y="2521"/>
                    <a:pt x="1906" y="2435"/>
                  </a:cubicBezTo>
                  <a:lnTo>
                    <a:pt x="1906" y="2030"/>
                  </a:lnTo>
                  <a:cubicBezTo>
                    <a:pt x="3787" y="2196"/>
                    <a:pt x="5287" y="3816"/>
                    <a:pt x="5287" y="5745"/>
                  </a:cubicBezTo>
                  <a:lnTo>
                    <a:pt x="6740" y="5745"/>
                  </a:lnTo>
                  <a:cubicBezTo>
                    <a:pt x="6740" y="3006"/>
                    <a:pt x="4620" y="744"/>
                    <a:pt x="1906" y="553"/>
                  </a:cubicBezTo>
                  <a:lnTo>
                    <a:pt x="1906" y="148"/>
                  </a:lnTo>
                  <a:cubicBezTo>
                    <a:pt x="1906" y="62"/>
                    <a:pt x="1843" y="1"/>
                    <a:pt x="178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89"/>
            <p:cNvSpPr/>
            <p:nvPr/>
          </p:nvSpPr>
          <p:spPr>
            <a:xfrm>
              <a:off x="7584279" y="4171603"/>
              <a:ext cx="142724" cy="146302"/>
            </a:xfrm>
            <a:custGeom>
              <a:rect b="b" l="l" r="r" t="t"/>
              <a:pathLst>
                <a:path extrusionOk="0" h="4907" w="4787">
                  <a:moveTo>
                    <a:pt x="0" y="1"/>
                  </a:moveTo>
                  <a:lnTo>
                    <a:pt x="0" y="191"/>
                  </a:lnTo>
                  <a:cubicBezTo>
                    <a:pt x="0" y="310"/>
                    <a:pt x="48" y="406"/>
                    <a:pt x="167" y="406"/>
                  </a:cubicBezTo>
                  <a:cubicBezTo>
                    <a:pt x="2572" y="668"/>
                    <a:pt x="4477" y="2525"/>
                    <a:pt x="4787" y="4907"/>
                  </a:cubicBezTo>
                  <a:cubicBezTo>
                    <a:pt x="4644" y="2287"/>
                    <a:pt x="2596" y="191"/>
                    <a:pt x="0"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89"/>
            <p:cNvSpPr/>
            <p:nvPr/>
          </p:nvSpPr>
          <p:spPr>
            <a:xfrm>
              <a:off x="7525334" y="4154728"/>
              <a:ext cx="56827" cy="45319"/>
            </a:xfrm>
            <a:custGeom>
              <a:rect b="b" l="l" r="r" t="t"/>
              <a:pathLst>
                <a:path extrusionOk="0" h="1520" w="1906">
                  <a:moveTo>
                    <a:pt x="1780" y="0"/>
                  </a:moveTo>
                  <a:cubicBezTo>
                    <a:pt x="1757" y="0"/>
                    <a:pt x="1734" y="6"/>
                    <a:pt x="1715" y="19"/>
                  </a:cubicBezTo>
                  <a:lnTo>
                    <a:pt x="72" y="1186"/>
                  </a:lnTo>
                  <a:cubicBezTo>
                    <a:pt x="0" y="1234"/>
                    <a:pt x="0" y="1329"/>
                    <a:pt x="72" y="1400"/>
                  </a:cubicBezTo>
                  <a:lnTo>
                    <a:pt x="215" y="1519"/>
                  </a:lnTo>
                  <a:lnTo>
                    <a:pt x="1739" y="448"/>
                  </a:lnTo>
                  <a:cubicBezTo>
                    <a:pt x="1760" y="416"/>
                    <a:pt x="1792" y="403"/>
                    <a:pt x="1822" y="403"/>
                  </a:cubicBezTo>
                  <a:cubicBezTo>
                    <a:pt x="1858" y="403"/>
                    <a:pt x="1892" y="422"/>
                    <a:pt x="1906" y="448"/>
                  </a:cubicBezTo>
                  <a:lnTo>
                    <a:pt x="1906" y="114"/>
                  </a:lnTo>
                  <a:cubicBezTo>
                    <a:pt x="1906" y="45"/>
                    <a:pt x="1842" y="0"/>
                    <a:pt x="1780"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89"/>
            <p:cNvSpPr/>
            <p:nvPr/>
          </p:nvSpPr>
          <p:spPr>
            <a:xfrm>
              <a:off x="7570772" y="4282039"/>
              <a:ext cx="172569" cy="199880"/>
            </a:xfrm>
            <a:custGeom>
              <a:rect b="b" l="l" r="r" t="t"/>
              <a:pathLst>
                <a:path extrusionOk="0" h="6704" w="5788">
                  <a:moveTo>
                    <a:pt x="4451" y="0"/>
                  </a:moveTo>
                  <a:cubicBezTo>
                    <a:pt x="4412" y="0"/>
                    <a:pt x="4370" y="12"/>
                    <a:pt x="4335" y="36"/>
                  </a:cubicBezTo>
                  <a:lnTo>
                    <a:pt x="3192" y="1679"/>
                  </a:lnTo>
                  <a:cubicBezTo>
                    <a:pt x="3120" y="1774"/>
                    <a:pt x="3192" y="1893"/>
                    <a:pt x="3311" y="1893"/>
                  </a:cubicBezTo>
                  <a:lnTo>
                    <a:pt x="3716" y="1893"/>
                  </a:lnTo>
                  <a:cubicBezTo>
                    <a:pt x="3549" y="3751"/>
                    <a:pt x="1930" y="5251"/>
                    <a:pt x="1" y="5251"/>
                  </a:cubicBezTo>
                  <a:lnTo>
                    <a:pt x="1" y="6704"/>
                  </a:lnTo>
                  <a:cubicBezTo>
                    <a:pt x="2739" y="6704"/>
                    <a:pt x="5002" y="4584"/>
                    <a:pt x="5192" y="1893"/>
                  </a:cubicBezTo>
                  <a:lnTo>
                    <a:pt x="5597" y="1893"/>
                  </a:lnTo>
                  <a:cubicBezTo>
                    <a:pt x="5716" y="1893"/>
                    <a:pt x="5787" y="1774"/>
                    <a:pt x="5716" y="1679"/>
                  </a:cubicBezTo>
                  <a:lnTo>
                    <a:pt x="4549" y="36"/>
                  </a:lnTo>
                  <a:cubicBezTo>
                    <a:pt x="4525" y="12"/>
                    <a:pt x="4490" y="0"/>
                    <a:pt x="445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89"/>
            <p:cNvSpPr/>
            <p:nvPr/>
          </p:nvSpPr>
          <p:spPr>
            <a:xfrm>
              <a:off x="7580015" y="4339195"/>
              <a:ext cx="146272" cy="142724"/>
            </a:xfrm>
            <a:custGeom>
              <a:rect b="b" l="l" r="r" t="t"/>
              <a:pathLst>
                <a:path extrusionOk="0" h="4787" w="4906">
                  <a:moveTo>
                    <a:pt x="4668" y="0"/>
                  </a:moveTo>
                  <a:cubicBezTo>
                    <a:pt x="4549" y="0"/>
                    <a:pt x="4453" y="95"/>
                    <a:pt x="4477" y="167"/>
                  </a:cubicBezTo>
                  <a:cubicBezTo>
                    <a:pt x="4215" y="2596"/>
                    <a:pt x="2382" y="4501"/>
                    <a:pt x="0" y="4787"/>
                  </a:cubicBezTo>
                  <a:cubicBezTo>
                    <a:pt x="2620" y="4644"/>
                    <a:pt x="4692" y="2596"/>
                    <a:pt x="4906"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89"/>
            <p:cNvSpPr/>
            <p:nvPr/>
          </p:nvSpPr>
          <p:spPr>
            <a:xfrm>
              <a:off x="7697159" y="4281503"/>
              <a:ext cx="46183" cy="57006"/>
            </a:xfrm>
            <a:custGeom>
              <a:rect b="b" l="l" r="r" t="t"/>
              <a:pathLst>
                <a:path extrusionOk="0" h="1912" w="1549">
                  <a:moveTo>
                    <a:pt x="215" y="0"/>
                  </a:moveTo>
                  <a:cubicBezTo>
                    <a:pt x="179" y="0"/>
                    <a:pt x="143" y="18"/>
                    <a:pt x="120" y="54"/>
                  </a:cubicBezTo>
                  <a:lnTo>
                    <a:pt x="1" y="197"/>
                  </a:lnTo>
                  <a:lnTo>
                    <a:pt x="1072" y="1721"/>
                  </a:lnTo>
                  <a:cubicBezTo>
                    <a:pt x="1120" y="1792"/>
                    <a:pt x="1096" y="1864"/>
                    <a:pt x="1072" y="1911"/>
                  </a:cubicBezTo>
                  <a:lnTo>
                    <a:pt x="1382" y="1911"/>
                  </a:lnTo>
                  <a:cubicBezTo>
                    <a:pt x="1477" y="1911"/>
                    <a:pt x="1548" y="1792"/>
                    <a:pt x="1477" y="1697"/>
                  </a:cubicBezTo>
                  <a:lnTo>
                    <a:pt x="310" y="54"/>
                  </a:lnTo>
                  <a:cubicBezTo>
                    <a:pt x="286" y="18"/>
                    <a:pt x="251" y="0"/>
                    <a:pt x="215"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89"/>
            <p:cNvSpPr/>
            <p:nvPr/>
          </p:nvSpPr>
          <p:spPr>
            <a:xfrm>
              <a:off x="7726259" y="4338480"/>
              <a:ext cx="2892" cy="1431"/>
            </a:xfrm>
            <a:custGeom>
              <a:rect b="b" l="l" r="r" t="t"/>
              <a:pathLst>
                <a:path extrusionOk="0" h="48" w="97">
                  <a:moveTo>
                    <a:pt x="1" y="0"/>
                  </a:moveTo>
                  <a:lnTo>
                    <a:pt x="1" y="48"/>
                  </a:lnTo>
                  <a:cubicBezTo>
                    <a:pt x="25" y="24"/>
                    <a:pt x="49" y="24"/>
                    <a:pt x="96"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89"/>
            <p:cNvSpPr/>
            <p:nvPr/>
          </p:nvSpPr>
          <p:spPr>
            <a:xfrm>
              <a:off x="7414570" y="4322856"/>
              <a:ext cx="200953" cy="171287"/>
            </a:xfrm>
            <a:custGeom>
              <a:rect b="b" l="l" r="r" t="t"/>
              <a:pathLst>
                <a:path extrusionOk="0" h="5745" w="6740">
                  <a:moveTo>
                    <a:pt x="0" y="0"/>
                  </a:moveTo>
                  <a:cubicBezTo>
                    <a:pt x="0" y="2739"/>
                    <a:pt x="2120" y="5001"/>
                    <a:pt x="4835" y="5192"/>
                  </a:cubicBezTo>
                  <a:lnTo>
                    <a:pt x="4835" y="5597"/>
                  </a:lnTo>
                  <a:cubicBezTo>
                    <a:pt x="4835" y="5683"/>
                    <a:pt x="4897" y="5744"/>
                    <a:pt x="4959" y="5744"/>
                  </a:cubicBezTo>
                  <a:cubicBezTo>
                    <a:pt x="4982" y="5744"/>
                    <a:pt x="5006" y="5735"/>
                    <a:pt x="5025" y="5716"/>
                  </a:cubicBezTo>
                  <a:lnTo>
                    <a:pt x="6668" y="4573"/>
                  </a:lnTo>
                  <a:cubicBezTo>
                    <a:pt x="6740" y="4501"/>
                    <a:pt x="6740" y="4406"/>
                    <a:pt x="6668" y="4358"/>
                  </a:cubicBezTo>
                  <a:lnTo>
                    <a:pt x="5025" y="3191"/>
                  </a:lnTo>
                  <a:cubicBezTo>
                    <a:pt x="5007" y="3179"/>
                    <a:pt x="4985" y="3173"/>
                    <a:pt x="4963" y="3173"/>
                  </a:cubicBezTo>
                  <a:cubicBezTo>
                    <a:pt x="4900" y="3173"/>
                    <a:pt x="4835" y="3222"/>
                    <a:pt x="4835" y="3311"/>
                  </a:cubicBezTo>
                  <a:lnTo>
                    <a:pt x="4835" y="3739"/>
                  </a:lnTo>
                  <a:cubicBezTo>
                    <a:pt x="2953" y="3549"/>
                    <a:pt x="1453" y="1953"/>
                    <a:pt x="145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89"/>
            <p:cNvSpPr/>
            <p:nvPr/>
          </p:nvSpPr>
          <p:spPr>
            <a:xfrm>
              <a:off x="7397516" y="4255384"/>
              <a:ext cx="79546" cy="111687"/>
            </a:xfrm>
            <a:custGeom>
              <a:rect b="b" l="l" r="r" t="t"/>
              <a:pathLst>
                <a:path extrusionOk="0" h="3746" w="2668">
                  <a:moveTo>
                    <a:pt x="1072" y="1"/>
                  </a:moveTo>
                  <a:cubicBezTo>
                    <a:pt x="810" y="573"/>
                    <a:pt x="668" y="1192"/>
                    <a:pt x="596" y="1859"/>
                  </a:cubicBezTo>
                  <a:lnTo>
                    <a:pt x="191" y="1859"/>
                  </a:lnTo>
                  <a:cubicBezTo>
                    <a:pt x="72" y="1859"/>
                    <a:pt x="1" y="1978"/>
                    <a:pt x="72" y="2073"/>
                  </a:cubicBezTo>
                  <a:lnTo>
                    <a:pt x="1239" y="3692"/>
                  </a:lnTo>
                  <a:cubicBezTo>
                    <a:pt x="1263" y="3728"/>
                    <a:pt x="1299" y="3746"/>
                    <a:pt x="1334" y="3746"/>
                  </a:cubicBezTo>
                  <a:cubicBezTo>
                    <a:pt x="1370" y="3746"/>
                    <a:pt x="1406" y="3728"/>
                    <a:pt x="1430" y="3692"/>
                  </a:cubicBezTo>
                  <a:lnTo>
                    <a:pt x="2597" y="2073"/>
                  </a:lnTo>
                  <a:cubicBezTo>
                    <a:pt x="2668" y="1978"/>
                    <a:pt x="2597" y="1859"/>
                    <a:pt x="2478" y="1859"/>
                  </a:cubicBezTo>
                  <a:lnTo>
                    <a:pt x="2073" y="1859"/>
                  </a:lnTo>
                  <a:cubicBezTo>
                    <a:pt x="2096" y="1358"/>
                    <a:pt x="2239" y="882"/>
                    <a:pt x="2478" y="453"/>
                  </a:cubicBezTo>
                  <a:lnTo>
                    <a:pt x="1072"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89"/>
            <p:cNvSpPr/>
            <p:nvPr/>
          </p:nvSpPr>
          <p:spPr>
            <a:xfrm>
              <a:off x="7530313" y="4296589"/>
              <a:ext cx="80262" cy="10674"/>
            </a:xfrm>
            <a:custGeom>
              <a:rect b="b" l="l" r="r" t="t"/>
              <a:pathLst>
                <a:path extrusionOk="0" h="358" w="2692">
                  <a:moveTo>
                    <a:pt x="167" y="0"/>
                  </a:moveTo>
                  <a:cubicBezTo>
                    <a:pt x="72" y="0"/>
                    <a:pt x="0" y="48"/>
                    <a:pt x="0" y="143"/>
                  </a:cubicBezTo>
                  <a:cubicBezTo>
                    <a:pt x="0" y="262"/>
                    <a:pt x="48" y="357"/>
                    <a:pt x="167" y="357"/>
                  </a:cubicBezTo>
                  <a:lnTo>
                    <a:pt x="2524" y="357"/>
                  </a:lnTo>
                  <a:cubicBezTo>
                    <a:pt x="2620" y="357"/>
                    <a:pt x="2691" y="286"/>
                    <a:pt x="2691" y="215"/>
                  </a:cubicBezTo>
                  <a:cubicBezTo>
                    <a:pt x="2691" y="95"/>
                    <a:pt x="2620" y="0"/>
                    <a:pt x="2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89"/>
            <p:cNvSpPr/>
            <p:nvPr/>
          </p:nvSpPr>
          <p:spPr>
            <a:xfrm>
              <a:off x="7530313" y="4319308"/>
              <a:ext cx="80262" cy="10674"/>
            </a:xfrm>
            <a:custGeom>
              <a:rect b="b" l="l" r="r" t="t"/>
              <a:pathLst>
                <a:path extrusionOk="0" h="358" w="2692">
                  <a:moveTo>
                    <a:pt x="167" y="0"/>
                  </a:moveTo>
                  <a:cubicBezTo>
                    <a:pt x="72" y="0"/>
                    <a:pt x="0" y="72"/>
                    <a:pt x="0" y="167"/>
                  </a:cubicBezTo>
                  <a:cubicBezTo>
                    <a:pt x="0" y="286"/>
                    <a:pt x="48" y="357"/>
                    <a:pt x="167" y="357"/>
                  </a:cubicBezTo>
                  <a:lnTo>
                    <a:pt x="2524" y="357"/>
                  </a:lnTo>
                  <a:cubicBezTo>
                    <a:pt x="2620" y="357"/>
                    <a:pt x="2691" y="310"/>
                    <a:pt x="2691" y="215"/>
                  </a:cubicBezTo>
                  <a:cubicBezTo>
                    <a:pt x="2691" y="96"/>
                    <a:pt x="2620" y="0"/>
                    <a:pt x="2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89"/>
            <p:cNvSpPr/>
            <p:nvPr/>
          </p:nvSpPr>
          <p:spPr>
            <a:xfrm>
              <a:off x="7548053" y="4342028"/>
              <a:ext cx="44752" cy="10674"/>
            </a:xfrm>
            <a:custGeom>
              <a:rect b="b" l="l" r="r" t="t"/>
              <a:pathLst>
                <a:path extrusionOk="0" h="358" w="1501">
                  <a:moveTo>
                    <a:pt x="167" y="0"/>
                  </a:moveTo>
                  <a:cubicBezTo>
                    <a:pt x="72" y="0"/>
                    <a:pt x="0" y="48"/>
                    <a:pt x="0" y="143"/>
                  </a:cubicBezTo>
                  <a:cubicBezTo>
                    <a:pt x="0" y="262"/>
                    <a:pt x="48" y="358"/>
                    <a:pt x="167" y="358"/>
                  </a:cubicBezTo>
                  <a:lnTo>
                    <a:pt x="1334" y="358"/>
                  </a:lnTo>
                  <a:cubicBezTo>
                    <a:pt x="1429" y="358"/>
                    <a:pt x="1501" y="286"/>
                    <a:pt x="1501" y="191"/>
                  </a:cubicBezTo>
                  <a:cubicBezTo>
                    <a:pt x="1501" y="72"/>
                    <a:pt x="1453" y="0"/>
                    <a:pt x="13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89"/>
            <p:cNvSpPr/>
            <p:nvPr/>
          </p:nvSpPr>
          <p:spPr>
            <a:xfrm>
              <a:off x="7492656" y="4247602"/>
              <a:ext cx="154829" cy="154799"/>
            </a:xfrm>
            <a:custGeom>
              <a:rect b="b" l="l" r="r" t="t"/>
              <a:pathLst>
                <a:path extrusionOk="0" h="5192" w="5193">
                  <a:moveTo>
                    <a:pt x="2597" y="333"/>
                  </a:moveTo>
                  <a:cubicBezTo>
                    <a:pt x="3811" y="333"/>
                    <a:pt x="4835" y="1334"/>
                    <a:pt x="4835" y="2572"/>
                  </a:cubicBezTo>
                  <a:cubicBezTo>
                    <a:pt x="4835" y="3787"/>
                    <a:pt x="3835" y="4787"/>
                    <a:pt x="2597" y="4787"/>
                  </a:cubicBezTo>
                  <a:cubicBezTo>
                    <a:pt x="1382" y="4787"/>
                    <a:pt x="358" y="3787"/>
                    <a:pt x="358" y="2572"/>
                  </a:cubicBezTo>
                  <a:cubicBezTo>
                    <a:pt x="358" y="1334"/>
                    <a:pt x="1382" y="333"/>
                    <a:pt x="2597" y="333"/>
                  </a:cubicBezTo>
                  <a:close/>
                  <a:moveTo>
                    <a:pt x="2597" y="0"/>
                  </a:moveTo>
                  <a:cubicBezTo>
                    <a:pt x="1168" y="0"/>
                    <a:pt x="1" y="1167"/>
                    <a:pt x="1" y="2596"/>
                  </a:cubicBezTo>
                  <a:cubicBezTo>
                    <a:pt x="1" y="4025"/>
                    <a:pt x="1168" y="5192"/>
                    <a:pt x="2597" y="5192"/>
                  </a:cubicBezTo>
                  <a:cubicBezTo>
                    <a:pt x="4026" y="5192"/>
                    <a:pt x="5192" y="4025"/>
                    <a:pt x="5192" y="2596"/>
                  </a:cubicBezTo>
                  <a:cubicBezTo>
                    <a:pt x="5192" y="1167"/>
                    <a:pt x="4026" y="0"/>
                    <a:pt x="25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89"/>
            <p:cNvSpPr/>
            <p:nvPr/>
          </p:nvSpPr>
          <p:spPr>
            <a:xfrm>
              <a:off x="7391135" y="4149600"/>
              <a:ext cx="357184" cy="352205"/>
            </a:xfrm>
            <a:custGeom>
              <a:rect b="b" l="l" r="r" t="t"/>
              <a:pathLst>
                <a:path extrusionOk="0" h="11813" w="11980">
                  <a:moveTo>
                    <a:pt x="6287" y="382"/>
                  </a:moveTo>
                  <a:lnTo>
                    <a:pt x="6287" y="691"/>
                  </a:lnTo>
                  <a:cubicBezTo>
                    <a:pt x="6287" y="787"/>
                    <a:pt x="6359" y="882"/>
                    <a:pt x="6454" y="882"/>
                  </a:cubicBezTo>
                  <a:cubicBezTo>
                    <a:pt x="7716" y="977"/>
                    <a:pt x="8883" y="1525"/>
                    <a:pt x="9741" y="2454"/>
                  </a:cubicBezTo>
                  <a:cubicBezTo>
                    <a:pt x="10312" y="3073"/>
                    <a:pt x="10741" y="3835"/>
                    <a:pt x="10931" y="4621"/>
                  </a:cubicBezTo>
                  <a:lnTo>
                    <a:pt x="10765" y="4359"/>
                  </a:lnTo>
                  <a:cubicBezTo>
                    <a:pt x="10691" y="4266"/>
                    <a:pt x="10588" y="4231"/>
                    <a:pt x="10490" y="4231"/>
                  </a:cubicBezTo>
                  <a:cubicBezTo>
                    <a:pt x="10462" y="4231"/>
                    <a:pt x="10434" y="4234"/>
                    <a:pt x="10407" y="4240"/>
                  </a:cubicBezTo>
                  <a:cubicBezTo>
                    <a:pt x="10336" y="4263"/>
                    <a:pt x="10312" y="4311"/>
                    <a:pt x="10265" y="4359"/>
                  </a:cubicBezTo>
                  <a:lnTo>
                    <a:pt x="9860" y="4930"/>
                  </a:lnTo>
                  <a:cubicBezTo>
                    <a:pt x="9717" y="4311"/>
                    <a:pt x="9383" y="3740"/>
                    <a:pt x="8979" y="3263"/>
                  </a:cubicBezTo>
                  <a:cubicBezTo>
                    <a:pt x="8312" y="2549"/>
                    <a:pt x="7431" y="2096"/>
                    <a:pt x="6478" y="2001"/>
                  </a:cubicBezTo>
                  <a:cubicBezTo>
                    <a:pt x="6383" y="2001"/>
                    <a:pt x="6335" y="2049"/>
                    <a:pt x="6287" y="2120"/>
                  </a:cubicBezTo>
                  <a:lnTo>
                    <a:pt x="6287" y="2192"/>
                  </a:lnTo>
                  <a:lnTo>
                    <a:pt x="6287" y="2525"/>
                  </a:lnTo>
                  <a:lnTo>
                    <a:pt x="4787" y="1453"/>
                  </a:lnTo>
                  <a:lnTo>
                    <a:pt x="6287" y="382"/>
                  </a:lnTo>
                  <a:close/>
                  <a:moveTo>
                    <a:pt x="4954" y="882"/>
                  </a:moveTo>
                  <a:lnTo>
                    <a:pt x="4454" y="1239"/>
                  </a:lnTo>
                  <a:cubicBezTo>
                    <a:pt x="4430" y="1263"/>
                    <a:pt x="4359" y="1287"/>
                    <a:pt x="4359" y="1358"/>
                  </a:cubicBezTo>
                  <a:cubicBezTo>
                    <a:pt x="4311" y="1501"/>
                    <a:pt x="4335" y="1644"/>
                    <a:pt x="4454" y="1739"/>
                  </a:cubicBezTo>
                  <a:lnTo>
                    <a:pt x="4906" y="2025"/>
                  </a:lnTo>
                  <a:cubicBezTo>
                    <a:pt x="4430" y="2192"/>
                    <a:pt x="3977" y="2382"/>
                    <a:pt x="3596" y="2715"/>
                  </a:cubicBezTo>
                  <a:cubicBezTo>
                    <a:pt x="3501" y="2787"/>
                    <a:pt x="3501" y="2906"/>
                    <a:pt x="3549" y="2954"/>
                  </a:cubicBezTo>
                  <a:cubicBezTo>
                    <a:pt x="3590" y="2995"/>
                    <a:pt x="3648" y="3021"/>
                    <a:pt x="3698" y="3021"/>
                  </a:cubicBezTo>
                  <a:cubicBezTo>
                    <a:pt x="3735" y="3021"/>
                    <a:pt x="3767" y="3007"/>
                    <a:pt x="3787" y="2977"/>
                  </a:cubicBezTo>
                  <a:cubicBezTo>
                    <a:pt x="4239" y="2620"/>
                    <a:pt x="4740" y="2430"/>
                    <a:pt x="5287" y="2311"/>
                  </a:cubicBezTo>
                  <a:lnTo>
                    <a:pt x="6097" y="2858"/>
                  </a:lnTo>
                  <a:cubicBezTo>
                    <a:pt x="6151" y="2912"/>
                    <a:pt x="6218" y="2939"/>
                    <a:pt x="6288" y="2939"/>
                  </a:cubicBezTo>
                  <a:cubicBezTo>
                    <a:pt x="6311" y="2939"/>
                    <a:pt x="6335" y="2936"/>
                    <a:pt x="6359" y="2930"/>
                  </a:cubicBezTo>
                  <a:cubicBezTo>
                    <a:pt x="6478" y="2906"/>
                    <a:pt x="6573" y="2787"/>
                    <a:pt x="6573" y="2620"/>
                  </a:cubicBezTo>
                  <a:lnTo>
                    <a:pt x="6573" y="2430"/>
                  </a:lnTo>
                  <a:cubicBezTo>
                    <a:pt x="7359" y="2549"/>
                    <a:pt x="8121" y="2930"/>
                    <a:pt x="8645" y="3549"/>
                  </a:cubicBezTo>
                  <a:cubicBezTo>
                    <a:pt x="9121" y="4049"/>
                    <a:pt x="9431" y="4716"/>
                    <a:pt x="9550" y="5407"/>
                  </a:cubicBezTo>
                  <a:lnTo>
                    <a:pt x="9098" y="6026"/>
                  </a:lnTo>
                  <a:cubicBezTo>
                    <a:pt x="9002" y="6145"/>
                    <a:pt x="9002" y="6264"/>
                    <a:pt x="9098" y="6383"/>
                  </a:cubicBezTo>
                  <a:cubicBezTo>
                    <a:pt x="9145" y="6478"/>
                    <a:pt x="9240" y="6502"/>
                    <a:pt x="9360" y="6502"/>
                  </a:cubicBezTo>
                  <a:lnTo>
                    <a:pt x="9574" y="6502"/>
                  </a:lnTo>
                  <a:cubicBezTo>
                    <a:pt x="9455" y="7312"/>
                    <a:pt x="9074" y="8050"/>
                    <a:pt x="8431" y="8621"/>
                  </a:cubicBezTo>
                  <a:cubicBezTo>
                    <a:pt x="7955" y="9074"/>
                    <a:pt x="7359" y="9360"/>
                    <a:pt x="6740" y="9479"/>
                  </a:cubicBezTo>
                  <a:lnTo>
                    <a:pt x="5906" y="8883"/>
                  </a:lnTo>
                  <a:cubicBezTo>
                    <a:pt x="5850" y="8838"/>
                    <a:pt x="5789" y="8815"/>
                    <a:pt x="5727" y="8815"/>
                  </a:cubicBezTo>
                  <a:cubicBezTo>
                    <a:pt x="5658" y="8815"/>
                    <a:pt x="5588" y="8844"/>
                    <a:pt x="5525" y="8907"/>
                  </a:cubicBezTo>
                  <a:cubicBezTo>
                    <a:pt x="5454" y="8979"/>
                    <a:pt x="5406" y="9074"/>
                    <a:pt x="5406" y="9145"/>
                  </a:cubicBezTo>
                  <a:lnTo>
                    <a:pt x="5406" y="9336"/>
                  </a:lnTo>
                  <a:cubicBezTo>
                    <a:pt x="4597" y="9217"/>
                    <a:pt x="3858" y="8836"/>
                    <a:pt x="3311" y="8193"/>
                  </a:cubicBezTo>
                  <a:cubicBezTo>
                    <a:pt x="2834" y="7693"/>
                    <a:pt x="2549" y="7074"/>
                    <a:pt x="2430" y="6383"/>
                  </a:cubicBezTo>
                  <a:lnTo>
                    <a:pt x="2906" y="5692"/>
                  </a:lnTo>
                  <a:cubicBezTo>
                    <a:pt x="2953" y="5621"/>
                    <a:pt x="3001" y="5526"/>
                    <a:pt x="2953" y="5430"/>
                  </a:cubicBezTo>
                  <a:cubicBezTo>
                    <a:pt x="2930" y="5311"/>
                    <a:pt x="2811" y="5216"/>
                    <a:pt x="2668" y="5216"/>
                  </a:cubicBezTo>
                  <a:lnTo>
                    <a:pt x="2453" y="5216"/>
                  </a:lnTo>
                  <a:cubicBezTo>
                    <a:pt x="2453" y="5097"/>
                    <a:pt x="2692" y="4335"/>
                    <a:pt x="2953" y="3859"/>
                  </a:cubicBezTo>
                  <a:cubicBezTo>
                    <a:pt x="3025" y="3763"/>
                    <a:pt x="3049" y="3716"/>
                    <a:pt x="3120" y="3644"/>
                  </a:cubicBezTo>
                  <a:cubicBezTo>
                    <a:pt x="3144" y="3573"/>
                    <a:pt x="3192" y="3549"/>
                    <a:pt x="3239" y="3501"/>
                  </a:cubicBezTo>
                  <a:cubicBezTo>
                    <a:pt x="3287" y="3430"/>
                    <a:pt x="3287" y="3358"/>
                    <a:pt x="3239" y="3287"/>
                  </a:cubicBezTo>
                  <a:cubicBezTo>
                    <a:pt x="3204" y="3239"/>
                    <a:pt x="3150" y="3216"/>
                    <a:pt x="3096" y="3216"/>
                  </a:cubicBezTo>
                  <a:cubicBezTo>
                    <a:pt x="3043" y="3216"/>
                    <a:pt x="2989" y="3239"/>
                    <a:pt x="2953" y="3287"/>
                  </a:cubicBezTo>
                  <a:cubicBezTo>
                    <a:pt x="2549" y="3787"/>
                    <a:pt x="2287" y="4359"/>
                    <a:pt x="2120" y="4978"/>
                  </a:cubicBezTo>
                  <a:cubicBezTo>
                    <a:pt x="2120" y="5049"/>
                    <a:pt x="2072" y="5264"/>
                    <a:pt x="2072" y="5407"/>
                  </a:cubicBezTo>
                  <a:lnTo>
                    <a:pt x="2072" y="5430"/>
                  </a:lnTo>
                  <a:cubicBezTo>
                    <a:pt x="2072" y="5502"/>
                    <a:pt x="2096" y="5573"/>
                    <a:pt x="2191" y="5621"/>
                  </a:cubicBezTo>
                  <a:lnTo>
                    <a:pt x="2572" y="5621"/>
                  </a:lnTo>
                  <a:lnTo>
                    <a:pt x="1501" y="7121"/>
                  </a:lnTo>
                  <a:lnTo>
                    <a:pt x="429" y="5621"/>
                  </a:lnTo>
                  <a:lnTo>
                    <a:pt x="763" y="5621"/>
                  </a:lnTo>
                  <a:cubicBezTo>
                    <a:pt x="858" y="5621"/>
                    <a:pt x="929" y="5549"/>
                    <a:pt x="929" y="5454"/>
                  </a:cubicBezTo>
                  <a:cubicBezTo>
                    <a:pt x="929" y="5407"/>
                    <a:pt x="977" y="5025"/>
                    <a:pt x="1048" y="4692"/>
                  </a:cubicBezTo>
                  <a:cubicBezTo>
                    <a:pt x="1215" y="4025"/>
                    <a:pt x="1477" y="3406"/>
                    <a:pt x="1858" y="2882"/>
                  </a:cubicBezTo>
                  <a:cubicBezTo>
                    <a:pt x="2049" y="2596"/>
                    <a:pt x="2287" y="2358"/>
                    <a:pt x="2525" y="2120"/>
                  </a:cubicBezTo>
                  <a:cubicBezTo>
                    <a:pt x="3192" y="1477"/>
                    <a:pt x="4025" y="1048"/>
                    <a:pt x="4954" y="882"/>
                  </a:cubicBezTo>
                  <a:close/>
                  <a:moveTo>
                    <a:pt x="2215" y="6740"/>
                  </a:moveTo>
                  <a:cubicBezTo>
                    <a:pt x="2358" y="7359"/>
                    <a:pt x="2692" y="7931"/>
                    <a:pt x="3120" y="8407"/>
                  </a:cubicBezTo>
                  <a:cubicBezTo>
                    <a:pt x="3763" y="9122"/>
                    <a:pt x="4668" y="9574"/>
                    <a:pt x="5621" y="9669"/>
                  </a:cubicBezTo>
                  <a:cubicBezTo>
                    <a:pt x="5668" y="9669"/>
                    <a:pt x="5764" y="9622"/>
                    <a:pt x="5787" y="9550"/>
                  </a:cubicBezTo>
                  <a:lnTo>
                    <a:pt x="5787" y="9479"/>
                  </a:lnTo>
                  <a:lnTo>
                    <a:pt x="5787" y="9145"/>
                  </a:lnTo>
                  <a:lnTo>
                    <a:pt x="7312" y="10265"/>
                  </a:lnTo>
                  <a:lnTo>
                    <a:pt x="5787" y="11336"/>
                  </a:lnTo>
                  <a:lnTo>
                    <a:pt x="5787" y="11003"/>
                  </a:lnTo>
                  <a:cubicBezTo>
                    <a:pt x="5787" y="10908"/>
                    <a:pt x="5740" y="10812"/>
                    <a:pt x="5645" y="10812"/>
                  </a:cubicBezTo>
                  <a:cubicBezTo>
                    <a:pt x="4359" y="10741"/>
                    <a:pt x="3192" y="10169"/>
                    <a:pt x="2334" y="9241"/>
                  </a:cubicBezTo>
                  <a:cubicBezTo>
                    <a:pt x="1763" y="8621"/>
                    <a:pt x="1358" y="7883"/>
                    <a:pt x="1144" y="7074"/>
                  </a:cubicBezTo>
                  <a:lnTo>
                    <a:pt x="1144" y="7074"/>
                  </a:lnTo>
                  <a:lnTo>
                    <a:pt x="1334" y="7312"/>
                  </a:lnTo>
                  <a:cubicBezTo>
                    <a:pt x="1358" y="7359"/>
                    <a:pt x="1406" y="7407"/>
                    <a:pt x="1477" y="7431"/>
                  </a:cubicBezTo>
                  <a:cubicBezTo>
                    <a:pt x="1514" y="7443"/>
                    <a:pt x="1551" y="7449"/>
                    <a:pt x="1586" y="7449"/>
                  </a:cubicBezTo>
                  <a:cubicBezTo>
                    <a:pt x="1689" y="7449"/>
                    <a:pt x="1781" y="7400"/>
                    <a:pt x="1834" y="7312"/>
                  </a:cubicBezTo>
                  <a:lnTo>
                    <a:pt x="2215" y="6740"/>
                  </a:lnTo>
                  <a:close/>
                  <a:moveTo>
                    <a:pt x="6252" y="1"/>
                  </a:moveTo>
                  <a:cubicBezTo>
                    <a:pt x="6192" y="1"/>
                    <a:pt x="6133" y="24"/>
                    <a:pt x="6073" y="72"/>
                  </a:cubicBezTo>
                  <a:lnTo>
                    <a:pt x="5573" y="429"/>
                  </a:lnTo>
                  <a:cubicBezTo>
                    <a:pt x="4359" y="525"/>
                    <a:pt x="3192" y="1025"/>
                    <a:pt x="2310" y="1858"/>
                  </a:cubicBezTo>
                  <a:cubicBezTo>
                    <a:pt x="1477" y="2644"/>
                    <a:pt x="929" y="3620"/>
                    <a:pt x="691" y="4716"/>
                  </a:cubicBezTo>
                  <a:cubicBezTo>
                    <a:pt x="643" y="4954"/>
                    <a:pt x="596" y="5264"/>
                    <a:pt x="596" y="5264"/>
                  </a:cubicBezTo>
                  <a:lnTo>
                    <a:pt x="334" y="5264"/>
                  </a:lnTo>
                  <a:cubicBezTo>
                    <a:pt x="239" y="5264"/>
                    <a:pt x="167" y="5287"/>
                    <a:pt x="96" y="5383"/>
                  </a:cubicBezTo>
                  <a:cubicBezTo>
                    <a:pt x="0" y="5502"/>
                    <a:pt x="0" y="5645"/>
                    <a:pt x="72" y="5764"/>
                  </a:cubicBezTo>
                  <a:lnTo>
                    <a:pt x="572" y="6478"/>
                  </a:lnTo>
                  <a:cubicBezTo>
                    <a:pt x="691" y="7645"/>
                    <a:pt x="1191" y="8717"/>
                    <a:pt x="2001" y="9526"/>
                  </a:cubicBezTo>
                  <a:cubicBezTo>
                    <a:pt x="2906" y="10503"/>
                    <a:pt x="4097" y="11098"/>
                    <a:pt x="5406" y="11217"/>
                  </a:cubicBezTo>
                  <a:lnTo>
                    <a:pt x="5406" y="11479"/>
                  </a:lnTo>
                  <a:cubicBezTo>
                    <a:pt x="5406" y="11551"/>
                    <a:pt x="5454" y="11693"/>
                    <a:pt x="5525" y="11741"/>
                  </a:cubicBezTo>
                  <a:cubicBezTo>
                    <a:pt x="5573" y="11765"/>
                    <a:pt x="5645" y="11813"/>
                    <a:pt x="5692" y="11813"/>
                  </a:cubicBezTo>
                  <a:cubicBezTo>
                    <a:pt x="5764" y="11813"/>
                    <a:pt x="5811" y="11765"/>
                    <a:pt x="5883" y="11741"/>
                  </a:cubicBezTo>
                  <a:lnTo>
                    <a:pt x="6383" y="11384"/>
                  </a:lnTo>
                  <a:cubicBezTo>
                    <a:pt x="7264" y="11312"/>
                    <a:pt x="8169" y="11027"/>
                    <a:pt x="8907" y="10527"/>
                  </a:cubicBezTo>
                  <a:cubicBezTo>
                    <a:pt x="9741" y="9979"/>
                    <a:pt x="10431" y="9217"/>
                    <a:pt x="10836" y="8288"/>
                  </a:cubicBezTo>
                  <a:lnTo>
                    <a:pt x="10884" y="8264"/>
                  </a:lnTo>
                  <a:cubicBezTo>
                    <a:pt x="10908" y="8169"/>
                    <a:pt x="10908" y="8074"/>
                    <a:pt x="10812" y="8050"/>
                  </a:cubicBezTo>
                  <a:cubicBezTo>
                    <a:pt x="10779" y="8025"/>
                    <a:pt x="10743" y="8015"/>
                    <a:pt x="10708" y="8015"/>
                  </a:cubicBezTo>
                  <a:cubicBezTo>
                    <a:pt x="10643" y="8015"/>
                    <a:pt x="10581" y="8051"/>
                    <a:pt x="10550" y="8098"/>
                  </a:cubicBezTo>
                  <a:lnTo>
                    <a:pt x="10526" y="8169"/>
                  </a:lnTo>
                  <a:cubicBezTo>
                    <a:pt x="10122" y="9026"/>
                    <a:pt x="9479" y="9741"/>
                    <a:pt x="8693" y="10241"/>
                  </a:cubicBezTo>
                  <a:cubicBezTo>
                    <a:pt x="8169" y="10622"/>
                    <a:pt x="7597" y="10836"/>
                    <a:pt x="6978" y="10955"/>
                  </a:cubicBezTo>
                  <a:lnTo>
                    <a:pt x="7478" y="10598"/>
                  </a:lnTo>
                  <a:cubicBezTo>
                    <a:pt x="7550" y="10574"/>
                    <a:pt x="7573" y="10527"/>
                    <a:pt x="7597" y="10455"/>
                  </a:cubicBezTo>
                  <a:cubicBezTo>
                    <a:pt x="7669" y="10312"/>
                    <a:pt x="7597" y="10169"/>
                    <a:pt x="7478" y="10098"/>
                  </a:cubicBezTo>
                  <a:lnTo>
                    <a:pt x="7026" y="9812"/>
                  </a:lnTo>
                  <a:cubicBezTo>
                    <a:pt x="7597" y="9622"/>
                    <a:pt x="8145" y="9360"/>
                    <a:pt x="8574" y="8931"/>
                  </a:cubicBezTo>
                  <a:cubicBezTo>
                    <a:pt x="9312" y="8288"/>
                    <a:pt x="9741" y="7383"/>
                    <a:pt x="9836" y="6431"/>
                  </a:cubicBezTo>
                  <a:cubicBezTo>
                    <a:pt x="9836" y="6359"/>
                    <a:pt x="9812" y="6288"/>
                    <a:pt x="9717" y="6264"/>
                  </a:cubicBezTo>
                  <a:lnTo>
                    <a:pt x="9336" y="6264"/>
                  </a:lnTo>
                  <a:lnTo>
                    <a:pt x="10407" y="4740"/>
                  </a:lnTo>
                  <a:lnTo>
                    <a:pt x="11479" y="6264"/>
                  </a:lnTo>
                  <a:lnTo>
                    <a:pt x="11146" y="6264"/>
                  </a:lnTo>
                  <a:cubicBezTo>
                    <a:pt x="11050" y="6264"/>
                    <a:pt x="10955" y="6311"/>
                    <a:pt x="10955" y="6407"/>
                  </a:cubicBezTo>
                  <a:cubicBezTo>
                    <a:pt x="10931" y="6740"/>
                    <a:pt x="10884" y="7097"/>
                    <a:pt x="10788" y="7431"/>
                  </a:cubicBezTo>
                  <a:cubicBezTo>
                    <a:pt x="10765" y="7502"/>
                    <a:pt x="10812" y="7597"/>
                    <a:pt x="10908" y="7621"/>
                  </a:cubicBezTo>
                  <a:cubicBezTo>
                    <a:pt x="10928" y="7632"/>
                    <a:pt x="10949" y="7636"/>
                    <a:pt x="10969" y="7636"/>
                  </a:cubicBezTo>
                  <a:cubicBezTo>
                    <a:pt x="11041" y="7636"/>
                    <a:pt x="11103" y="7577"/>
                    <a:pt x="11122" y="7502"/>
                  </a:cubicBezTo>
                  <a:cubicBezTo>
                    <a:pt x="11217" y="7216"/>
                    <a:pt x="11265" y="6907"/>
                    <a:pt x="11289" y="6597"/>
                  </a:cubicBezTo>
                  <a:lnTo>
                    <a:pt x="11574" y="6597"/>
                  </a:lnTo>
                  <a:cubicBezTo>
                    <a:pt x="11693" y="6597"/>
                    <a:pt x="11765" y="6526"/>
                    <a:pt x="11836" y="6407"/>
                  </a:cubicBezTo>
                  <a:cubicBezTo>
                    <a:pt x="11979" y="6240"/>
                    <a:pt x="11979" y="6121"/>
                    <a:pt x="11884" y="6026"/>
                  </a:cubicBezTo>
                  <a:lnTo>
                    <a:pt x="11384" y="5311"/>
                  </a:lnTo>
                  <a:cubicBezTo>
                    <a:pt x="11265" y="4144"/>
                    <a:pt x="10765" y="3073"/>
                    <a:pt x="9955" y="2239"/>
                  </a:cubicBezTo>
                  <a:cubicBezTo>
                    <a:pt x="9074" y="1287"/>
                    <a:pt x="7883" y="691"/>
                    <a:pt x="6573" y="572"/>
                  </a:cubicBezTo>
                  <a:lnTo>
                    <a:pt x="6573" y="310"/>
                  </a:lnTo>
                  <a:cubicBezTo>
                    <a:pt x="6573" y="215"/>
                    <a:pt x="6526" y="96"/>
                    <a:pt x="6430" y="72"/>
                  </a:cubicBezTo>
                  <a:cubicBezTo>
                    <a:pt x="6371" y="24"/>
                    <a:pt x="6311" y="1"/>
                    <a:pt x="62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3" name="Google Shape;20083;p89"/>
          <p:cNvGrpSpPr/>
          <p:nvPr/>
        </p:nvGrpSpPr>
        <p:grpSpPr>
          <a:xfrm>
            <a:off x="1098221" y="3572345"/>
            <a:ext cx="291147" cy="355755"/>
            <a:chOff x="1745908" y="3572345"/>
            <a:chExt cx="291147" cy="355755"/>
          </a:xfrm>
        </p:grpSpPr>
        <p:sp>
          <p:nvSpPr>
            <p:cNvPr id="20084" name="Google Shape;20084;p89"/>
            <p:cNvSpPr/>
            <p:nvPr/>
          </p:nvSpPr>
          <p:spPr>
            <a:xfrm>
              <a:off x="1750172" y="3658272"/>
              <a:ext cx="118604" cy="265026"/>
            </a:xfrm>
            <a:custGeom>
              <a:rect b="b" l="l" r="r" t="t"/>
              <a:pathLst>
                <a:path extrusionOk="0" h="8889" w="3978">
                  <a:moveTo>
                    <a:pt x="1906" y="0"/>
                  </a:moveTo>
                  <a:cubicBezTo>
                    <a:pt x="1668" y="0"/>
                    <a:pt x="1" y="119"/>
                    <a:pt x="1" y="1905"/>
                  </a:cubicBezTo>
                  <a:lnTo>
                    <a:pt x="1" y="3763"/>
                  </a:lnTo>
                  <a:cubicBezTo>
                    <a:pt x="1" y="3787"/>
                    <a:pt x="1" y="3810"/>
                    <a:pt x="25" y="3810"/>
                  </a:cubicBezTo>
                  <a:cubicBezTo>
                    <a:pt x="150" y="3936"/>
                    <a:pt x="282" y="3988"/>
                    <a:pt x="400" y="3988"/>
                  </a:cubicBezTo>
                  <a:cubicBezTo>
                    <a:pt x="617" y="3988"/>
                    <a:pt x="787" y="3812"/>
                    <a:pt x="787" y="3596"/>
                  </a:cubicBezTo>
                  <a:lnTo>
                    <a:pt x="787" y="8526"/>
                  </a:lnTo>
                  <a:cubicBezTo>
                    <a:pt x="787" y="8549"/>
                    <a:pt x="834" y="8573"/>
                    <a:pt x="834" y="8597"/>
                  </a:cubicBezTo>
                  <a:cubicBezTo>
                    <a:pt x="1021" y="8792"/>
                    <a:pt x="1219" y="8872"/>
                    <a:pt x="1398" y="8872"/>
                  </a:cubicBezTo>
                  <a:cubicBezTo>
                    <a:pt x="1680" y="8872"/>
                    <a:pt x="1912" y="8671"/>
                    <a:pt x="1966" y="8405"/>
                  </a:cubicBezTo>
                  <a:lnTo>
                    <a:pt x="1966" y="8405"/>
                  </a:lnTo>
                  <a:cubicBezTo>
                    <a:pt x="2024" y="8680"/>
                    <a:pt x="2282" y="8888"/>
                    <a:pt x="2585" y="8888"/>
                  </a:cubicBezTo>
                  <a:cubicBezTo>
                    <a:pt x="2612" y="8888"/>
                    <a:pt x="2640" y="8886"/>
                    <a:pt x="2668" y="8883"/>
                  </a:cubicBezTo>
                  <a:cubicBezTo>
                    <a:pt x="2930" y="8811"/>
                    <a:pt x="3168" y="8549"/>
                    <a:pt x="3168" y="8288"/>
                  </a:cubicBezTo>
                  <a:lnTo>
                    <a:pt x="3168" y="3596"/>
                  </a:lnTo>
                  <a:cubicBezTo>
                    <a:pt x="3168" y="3809"/>
                    <a:pt x="3340" y="3984"/>
                    <a:pt x="3564" y="3984"/>
                  </a:cubicBezTo>
                  <a:cubicBezTo>
                    <a:pt x="3590" y="3984"/>
                    <a:pt x="3617" y="3982"/>
                    <a:pt x="3644" y="3977"/>
                  </a:cubicBezTo>
                  <a:cubicBezTo>
                    <a:pt x="3835" y="3953"/>
                    <a:pt x="3978" y="3787"/>
                    <a:pt x="3978" y="3596"/>
                  </a:cubicBezTo>
                  <a:lnTo>
                    <a:pt x="3978" y="2001"/>
                  </a:lnTo>
                  <a:cubicBezTo>
                    <a:pt x="3954" y="857"/>
                    <a:pt x="3073" y="0"/>
                    <a:pt x="1954"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89"/>
            <p:cNvSpPr/>
            <p:nvPr/>
          </p:nvSpPr>
          <p:spPr>
            <a:xfrm>
              <a:off x="1784251" y="3903921"/>
              <a:ext cx="17800" cy="17800"/>
            </a:xfrm>
            <a:custGeom>
              <a:rect b="b" l="l" r="r" t="t"/>
              <a:pathLst>
                <a:path extrusionOk="0" h="597" w="597">
                  <a:moveTo>
                    <a:pt x="358" y="1"/>
                  </a:moveTo>
                  <a:cubicBezTo>
                    <a:pt x="358" y="168"/>
                    <a:pt x="310" y="310"/>
                    <a:pt x="191" y="430"/>
                  </a:cubicBezTo>
                  <a:cubicBezTo>
                    <a:pt x="144" y="477"/>
                    <a:pt x="72" y="501"/>
                    <a:pt x="1" y="549"/>
                  </a:cubicBezTo>
                  <a:cubicBezTo>
                    <a:pt x="96" y="572"/>
                    <a:pt x="168" y="596"/>
                    <a:pt x="239" y="596"/>
                  </a:cubicBezTo>
                  <a:cubicBezTo>
                    <a:pt x="382" y="596"/>
                    <a:pt x="525" y="572"/>
                    <a:pt x="596" y="477"/>
                  </a:cubicBezTo>
                  <a:cubicBezTo>
                    <a:pt x="501" y="358"/>
                    <a:pt x="382" y="191"/>
                    <a:pt x="358"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89"/>
            <p:cNvSpPr/>
            <p:nvPr/>
          </p:nvSpPr>
          <p:spPr>
            <a:xfrm>
              <a:off x="1821192" y="3707975"/>
              <a:ext cx="24150" cy="213028"/>
            </a:xfrm>
            <a:custGeom>
              <a:rect b="b" l="l" r="r" t="t"/>
              <a:pathLst>
                <a:path extrusionOk="0" h="7145" w="810">
                  <a:moveTo>
                    <a:pt x="810" y="0"/>
                  </a:moveTo>
                  <a:cubicBezTo>
                    <a:pt x="548" y="0"/>
                    <a:pt x="357" y="214"/>
                    <a:pt x="357" y="453"/>
                  </a:cubicBezTo>
                  <a:lnTo>
                    <a:pt x="357" y="6549"/>
                  </a:lnTo>
                  <a:cubicBezTo>
                    <a:pt x="357" y="6787"/>
                    <a:pt x="215" y="7002"/>
                    <a:pt x="0" y="7073"/>
                  </a:cubicBezTo>
                  <a:cubicBezTo>
                    <a:pt x="48" y="7121"/>
                    <a:pt x="143" y="7144"/>
                    <a:pt x="238" y="7144"/>
                  </a:cubicBezTo>
                  <a:cubicBezTo>
                    <a:pt x="524" y="7144"/>
                    <a:pt x="810" y="6882"/>
                    <a:pt x="810" y="6549"/>
                  </a:cubicBezTo>
                  <a:lnTo>
                    <a:pt x="810"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89"/>
            <p:cNvSpPr/>
            <p:nvPr/>
          </p:nvSpPr>
          <p:spPr>
            <a:xfrm>
              <a:off x="1802021" y="3658272"/>
              <a:ext cx="66040" cy="117889"/>
            </a:xfrm>
            <a:custGeom>
              <a:rect b="b" l="l" r="r" t="t"/>
              <a:pathLst>
                <a:path extrusionOk="0" h="3954" w="2215">
                  <a:moveTo>
                    <a:pt x="0" y="0"/>
                  </a:moveTo>
                  <a:cubicBezTo>
                    <a:pt x="1000" y="119"/>
                    <a:pt x="1739" y="953"/>
                    <a:pt x="1739" y="1977"/>
                  </a:cubicBezTo>
                  <a:lnTo>
                    <a:pt x="1739" y="3572"/>
                  </a:lnTo>
                  <a:cubicBezTo>
                    <a:pt x="1739" y="3668"/>
                    <a:pt x="1667" y="3787"/>
                    <a:pt x="1620" y="3834"/>
                  </a:cubicBezTo>
                  <a:lnTo>
                    <a:pt x="1596" y="3882"/>
                  </a:lnTo>
                  <a:cubicBezTo>
                    <a:pt x="1643" y="3929"/>
                    <a:pt x="1739" y="3953"/>
                    <a:pt x="1834" y="3953"/>
                  </a:cubicBezTo>
                  <a:cubicBezTo>
                    <a:pt x="1929" y="3953"/>
                    <a:pt x="2024" y="3906"/>
                    <a:pt x="2096" y="3834"/>
                  </a:cubicBezTo>
                  <a:cubicBezTo>
                    <a:pt x="2191" y="3787"/>
                    <a:pt x="2215" y="3691"/>
                    <a:pt x="2215" y="3572"/>
                  </a:cubicBezTo>
                  <a:lnTo>
                    <a:pt x="2215" y="1977"/>
                  </a:lnTo>
                  <a:cubicBezTo>
                    <a:pt x="2215" y="857"/>
                    <a:pt x="1358" y="0"/>
                    <a:pt x="238"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89"/>
            <p:cNvSpPr/>
            <p:nvPr/>
          </p:nvSpPr>
          <p:spPr>
            <a:xfrm>
              <a:off x="1914901" y="3796019"/>
              <a:ext cx="113625" cy="124984"/>
            </a:xfrm>
            <a:custGeom>
              <a:rect b="b" l="l" r="r" t="t"/>
              <a:pathLst>
                <a:path extrusionOk="0" h="4192" w="3811">
                  <a:moveTo>
                    <a:pt x="72" y="0"/>
                  </a:moveTo>
                  <a:cubicBezTo>
                    <a:pt x="25" y="0"/>
                    <a:pt x="1" y="24"/>
                    <a:pt x="1" y="48"/>
                  </a:cubicBezTo>
                  <a:lnTo>
                    <a:pt x="1" y="4191"/>
                  </a:lnTo>
                  <a:lnTo>
                    <a:pt x="3811" y="4191"/>
                  </a:lnTo>
                  <a:lnTo>
                    <a:pt x="3811" y="48"/>
                  </a:lnTo>
                  <a:cubicBezTo>
                    <a:pt x="3811" y="24"/>
                    <a:pt x="3787" y="0"/>
                    <a:pt x="3763"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89"/>
            <p:cNvSpPr/>
            <p:nvPr/>
          </p:nvSpPr>
          <p:spPr>
            <a:xfrm>
              <a:off x="2012904" y="3796019"/>
              <a:ext cx="15623" cy="124984"/>
            </a:xfrm>
            <a:custGeom>
              <a:rect b="b" l="l" r="r" t="t"/>
              <a:pathLst>
                <a:path extrusionOk="0" h="4192" w="524">
                  <a:moveTo>
                    <a:pt x="0" y="0"/>
                  </a:moveTo>
                  <a:cubicBezTo>
                    <a:pt x="24" y="0"/>
                    <a:pt x="48" y="24"/>
                    <a:pt x="48" y="48"/>
                  </a:cubicBezTo>
                  <a:lnTo>
                    <a:pt x="48" y="4191"/>
                  </a:lnTo>
                  <a:lnTo>
                    <a:pt x="524" y="4191"/>
                  </a:lnTo>
                  <a:lnTo>
                    <a:pt x="524" y="48"/>
                  </a:lnTo>
                  <a:cubicBezTo>
                    <a:pt x="524" y="24"/>
                    <a:pt x="500" y="0"/>
                    <a:pt x="476"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89"/>
            <p:cNvSpPr/>
            <p:nvPr/>
          </p:nvSpPr>
          <p:spPr>
            <a:xfrm>
              <a:off x="1779987" y="3578725"/>
              <a:ext cx="58974" cy="58259"/>
            </a:xfrm>
            <a:custGeom>
              <a:rect b="b" l="l" r="r" t="t"/>
              <a:pathLst>
                <a:path extrusionOk="0" h="1954" w="1978">
                  <a:moveTo>
                    <a:pt x="1001" y="1"/>
                  </a:moveTo>
                  <a:cubicBezTo>
                    <a:pt x="453" y="1"/>
                    <a:pt x="1" y="430"/>
                    <a:pt x="1" y="977"/>
                  </a:cubicBezTo>
                  <a:cubicBezTo>
                    <a:pt x="1" y="1525"/>
                    <a:pt x="453" y="1954"/>
                    <a:pt x="1001" y="1954"/>
                  </a:cubicBezTo>
                  <a:cubicBezTo>
                    <a:pt x="1525" y="1954"/>
                    <a:pt x="1978" y="1525"/>
                    <a:pt x="1978" y="977"/>
                  </a:cubicBezTo>
                  <a:cubicBezTo>
                    <a:pt x="1978" y="430"/>
                    <a:pt x="1525" y="1"/>
                    <a:pt x="100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89"/>
            <p:cNvSpPr/>
            <p:nvPr/>
          </p:nvSpPr>
          <p:spPr>
            <a:xfrm>
              <a:off x="1789230" y="3579441"/>
              <a:ext cx="49731" cy="57543"/>
            </a:xfrm>
            <a:custGeom>
              <a:rect b="b" l="l" r="r" t="t"/>
              <a:pathLst>
                <a:path extrusionOk="0" h="1930" w="1668">
                  <a:moveTo>
                    <a:pt x="929" y="1"/>
                  </a:moveTo>
                  <a:cubicBezTo>
                    <a:pt x="1120" y="167"/>
                    <a:pt x="1239" y="406"/>
                    <a:pt x="1239" y="715"/>
                  </a:cubicBezTo>
                  <a:cubicBezTo>
                    <a:pt x="1239" y="1239"/>
                    <a:pt x="810" y="1692"/>
                    <a:pt x="263" y="1692"/>
                  </a:cubicBezTo>
                  <a:cubicBezTo>
                    <a:pt x="167" y="1692"/>
                    <a:pt x="96" y="1692"/>
                    <a:pt x="1" y="1668"/>
                  </a:cubicBezTo>
                  <a:lnTo>
                    <a:pt x="1" y="1668"/>
                  </a:lnTo>
                  <a:cubicBezTo>
                    <a:pt x="167" y="1834"/>
                    <a:pt x="405" y="1930"/>
                    <a:pt x="691" y="1930"/>
                  </a:cubicBezTo>
                  <a:cubicBezTo>
                    <a:pt x="1215" y="1930"/>
                    <a:pt x="1668" y="1477"/>
                    <a:pt x="1668" y="953"/>
                  </a:cubicBezTo>
                  <a:cubicBezTo>
                    <a:pt x="1668" y="501"/>
                    <a:pt x="1358" y="120"/>
                    <a:pt x="929"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89"/>
            <p:cNvSpPr/>
            <p:nvPr/>
          </p:nvSpPr>
          <p:spPr>
            <a:xfrm>
              <a:off x="1909952" y="3791756"/>
              <a:ext cx="124984" cy="136344"/>
            </a:xfrm>
            <a:custGeom>
              <a:rect b="b" l="l" r="r" t="t"/>
              <a:pathLst>
                <a:path extrusionOk="0" h="4573" w="4192">
                  <a:moveTo>
                    <a:pt x="238" y="0"/>
                  </a:moveTo>
                  <a:cubicBezTo>
                    <a:pt x="119" y="0"/>
                    <a:pt x="0" y="119"/>
                    <a:pt x="0" y="238"/>
                  </a:cubicBezTo>
                  <a:lnTo>
                    <a:pt x="0" y="4406"/>
                  </a:lnTo>
                  <a:cubicBezTo>
                    <a:pt x="0" y="4477"/>
                    <a:pt x="95" y="4573"/>
                    <a:pt x="167" y="4573"/>
                  </a:cubicBezTo>
                  <a:lnTo>
                    <a:pt x="762" y="4573"/>
                  </a:lnTo>
                  <a:cubicBezTo>
                    <a:pt x="857" y="4573"/>
                    <a:pt x="929" y="4525"/>
                    <a:pt x="953" y="4430"/>
                  </a:cubicBezTo>
                  <a:cubicBezTo>
                    <a:pt x="976" y="4311"/>
                    <a:pt x="881" y="4215"/>
                    <a:pt x="762" y="4215"/>
                  </a:cubicBezTo>
                  <a:lnTo>
                    <a:pt x="357" y="4215"/>
                  </a:lnTo>
                  <a:lnTo>
                    <a:pt x="357" y="357"/>
                  </a:lnTo>
                  <a:lnTo>
                    <a:pt x="3834" y="357"/>
                  </a:lnTo>
                  <a:lnTo>
                    <a:pt x="3834" y="4215"/>
                  </a:lnTo>
                  <a:lnTo>
                    <a:pt x="1572" y="4215"/>
                  </a:lnTo>
                  <a:cubicBezTo>
                    <a:pt x="1477" y="4215"/>
                    <a:pt x="1429" y="4287"/>
                    <a:pt x="1405" y="4358"/>
                  </a:cubicBezTo>
                  <a:cubicBezTo>
                    <a:pt x="1357" y="4477"/>
                    <a:pt x="1453" y="4573"/>
                    <a:pt x="1572" y="4573"/>
                  </a:cubicBezTo>
                  <a:lnTo>
                    <a:pt x="4025" y="4573"/>
                  </a:lnTo>
                  <a:cubicBezTo>
                    <a:pt x="4096" y="4573"/>
                    <a:pt x="4191" y="4477"/>
                    <a:pt x="4191" y="4406"/>
                  </a:cubicBezTo>
                  <a:lnTo>
                    <a:pt x="4191" y="238"/>
                  </a:lnTo>
                  <a:cubicBezTo>
                    <a:pt x="4168" y="72"/>
                    <a:pt x="4072" y="0"/>
                    <a:pt x="3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89"/>
            <p:cNvSpPr/>
            <p:nvPr/>
          </p:nvSpPr>
          <p:spPr>
            <a:xfrm>
              <a:off x="1946148" y="3714295"/>
              <a:ext cx="35539" cy="54770"/>
            </a:xfrm>
            <a:custGeom>
              <a:rect b="b" l="l" r="r" t="t"/>
              <a:pathLst>
                <a:path extrusionOk="0" h="1837" w="1192">
                  <a:moveTo>
                    <a:pt x="557" y="325"/>
                  </a:moveTo>
                  <a:cubicBezTo>
                    <a:pt x="577" y="325"/>
                    <a:pt x="598" y="329"/>
                    <a:pt x="620" y="336"/>
                  </a:cubicBezTo>
                  <a:cubicBezTo>
                    <a:pt x="739" y="336"/>
                    <a:pt x="834" y="455"/>
                    <a:pt x="834" y="574"/>
                  </a:cubicBezTo>
                  <a:lnTo>
                    <a:pt x="834" y="1217"/>
                  </a:lnTo>
                  <a:cubicBezTo>
                    <a:pt x="834" y="1336"/>
                    <a:pt x="739" y="1455"/>
                    <a:pt x="620" y="1455"/>
                  </a:cubicBezTo>
                  <a:cubicBezTo>
                    <a:pt x="477" y="1455"/>
                    <a:pt x="358" y="1360"/>
                    <a:pt x="358" y="1217"/>
                  </a:cubicBezTo>
                  <a:lnTo>
                    <a:pt x="358" y="574"/>
                  </a:lnTo>
                  <a:cubicBezTo>
                    <a:pt x="358" y="432"/>
                    <a:pt x="444" y="325"/>
                    <a:pt x="557" y="325"/>
                  </a:cubicBezTo>
                  <a:close/>
                  <a:moveTo>
                    <a:pt x="614" y="1"/>
                  </a:moveTo>
                  <a:cubicBezTo>
                    <a:pt x="600" y="1"/>
                    <a:pt x="586" y="1"/>
                    <a:pt x="572" y="2"/>
                  </a:cubicBezTo>
                  <a:cubicBezTo>
                    <a:pt x="263" y="26"/>
                    <a:pt x="1" y="264"/>
                    <a:pt x="1" y="598"/>
                  </a:cubicBezTo>
                  <a:lnTo>
                    <a:pt x="1" y="1241"/>
                  </a:lnTo>
                  <a:cubicBezTo>
                    <a:pt x="1" y="1550"/>
                    <a:pt x="239" y="1812"/>
                    <a:pt x="572" y="1836"/>
                  </a:cubicBezTo>
                  <a:cubicBezTo>
                    <a:pt x="905" y="1836"/>
                    <a:pt x="1191" y="1574"/>
                    <a:pt x="1191" y="1217"/>
                  </a:cubicBezTo>
                  <a:lnTo>
                    <a:pt x="1191" y="598"/>
                  </a:lnTo>
                  <a:cubicBezTo>
                    <a:pt x="1191" y="256"/>
                    <a:pt x="929" y="1"/>
                    <a:pt x="6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89"/>
            <p:cNvSpPr/>
            <p:nvPr/>
          </p:nvSpPr>
          <p:spPr>
            <a:xfrm>
              <a:off x="1902826" y="3714087"/>
              <a:ext cx="37686" cy="52832"/>
            </a:xfrm>
            <a:custGeom>
              <a:rect b="b" l="l" r="r" t="t"/>
              <a:pathLst>
                <a:path extrusionOk="0" h="1772" w="1264">
                  <a:moveTo>
                    <a:pt x="715" y="533"/>
                  </a:moveTo>
                  <a:lnTo>
                    <a:pt x="715" y="986"/>
                  </a:lnTo>
                  <a:lnTo>
                    <a:pt x="477" y="986"/>
                  </a:lnTo>
                  <a:cubicBezTo>
                    <a:pt x="572" y="843"/>
                    <a:pt x="644" y="652"/>
                    <a:pt x="715" y="533"/>
                  </a:cubicBezTo>
                  <a:close/>
                  <a:moveTo>
                    <a:pt x="811" y="1"/>
                  </a:moveTo>
                  <a:cubicBezTo>
                    <a:pt x="733" y="1"/>
                    <a:pt x="651" y="32"/>
                    <a:pt x="596" y="105"/>
                  </a:cubicBezTo>
                  <a:cubicBezTo>
                    <a:pt x="501" y="176"/>
                    <a:pt x="144" y="867"/>
                    <a:pt x="25" y="1081"/>
                  </a:cubicBezTo>
                  <a:cubicBezTo>
                    <a:pt x="1" y="1105"/>
                    <a:pt x="1" y="1129"/>
                    <a:pt x="1" y="1200"/>
                  </a:cubicBezTo>
                  <a:cubicBezTo>
                    <a:pt x="1" y="1272"/>
                    <a:pt x="72" y="1343"/>
                    <a:pt x="168" y="1343"/>
                  </a:cubicBezTo>
                  <a:lnTo>
                    <a:pt x="715" y="1343"/>
                  </a:lnTo>
                  <a:lnTo>
                    <a:pt x="715" y="1581"/>
                  </a:lnTo>
                  <a:cubicBezTo>
                    <a:pt x="715" y="1676"/>
                    <a:pt x="787" y="1772"/>
                    <a:pt x="882" y="1772"/>
                  </a:cubicBezTo>
                  <a:cubicBezTo>
                    <a:pt x="977" y="1772"/>
                    <a:pt x="1073" y="1676"/>
                    <a:pt x="1073" y="1581"/>
                  </a:cubicBezTo>
                  <a:lnTo>
                    <a:pt x="1073" y="1343"/>
                  </a:lnTo>
                  <a:cubicBezTo>
                    <a:pt x="1144" y="1343"/>
                    <a:pt x="1215" y="1295"/>
                    <a:pt x="1239" y="1200"/>
                  </a:cubicBezTo>
                  <a:cubicBezTo>
                    <a:pt x="1263" y="1081"/>
                    <a:pt x="1192" y="986"/>
                    <a:pt x="1073" y="986"/>
                  </a:cubicBezTo>
                  <a:lnTo>
                    <a:pt x="1073" y="248"/>
                  </a:lnTo>
                  <a:cubicBezTo>
                    <a:pt x="1073" y="129"/>
                    <a:pt x="977" y="33"/>
                    <a:pt x="882" y="9"/>
                  </a:cubicBezTo>
                  <a:cubicBezTo>
                    <a:pt x="860" y="4"/>
                    <a:pt x="836" y="1"/>
                    <a:pt x="8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89"/>
            <p:cNvSpPr/>
            <p:nvPr/>
          </p:nvSpPr>
          <p:spPr>
            <a:xfrm>
              <a:off x="2000114" y="3711970"/>
              <a:ext cx="29129" cy="55665"/>
            </a:xfrm>
            <a:custGeom>
              <a:rect b="b" l="l" r="r" t="t"/>
              <a:pathLst>
                <a:path extrusionOk="0" h="1867" w="977">
                  <a:moveTo>
                    <a:pt x="815" y="0"/>
                  </a:moveTo>
                  <a:cubicBezTo>
                    <a:pt x="744" y="0"/>
                    <a:pt x="680" y="31"/>
                    <a:pt x="643" y="104"/>
                  </a:cubicBezTo>
                  <a:lnTo>
                    <a:pt x="0" y="1605"/>
                  </a:lnTo>
                  <a:cubicBezTo>
                    <a:pt x="0" y="1747"/>
                    <a:pt x="48" y="1843"/>
                    <a:pt x="120" y="1867"/>
                  </a:cubicBezTo>
                  <a:lnTo>
                    <a:pt x="191" y="1867"/>
                  </a:lnTo>
                  <a:cubicBezTo>
                    <a:pt x="239" y="1867"/>
                    <a:pt x="310" y="1843"/>
                    <a:pt x="334" y="1747"/>
                  </a:cubicBezTo>
                  <a:lnTo>
                    <a:pt x="953" y="247"/>
                  </a:lnTo>
                  <a:cubicBezTo>
                    <a:pt x="977" y="176"/>
                    <a:pt x="953" y="80"/>
                    <a:pt x="882" y="9"/>
                  </a:cubicBezTo>
                  <a:cubicBezTo>
                    <a:pt x="859" y="3"/>
                    <a:pt x="837" y="0"/>
                    <a:pt x="8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89"/>
            <p:cNvSpPr/>
            <p:nvPr/>
          </p:nvSpPr>
          <p:spPr>
            <a:xfrm>
              <a:off x="1994419" y="3717903"/>
              <a:ext cx="12105" cy="12105"/>
            </a:xfrm>
            <a:custGeom>
              <a:rect b="b" l="l" r="r" t="t"/>
              <a:pathLst>
                <a:path extrusionOk="0" h="406" w="406">
                  <a:moveTo>
                    <a:pt x="191" y="1"/>
                  </a:moveTo>
                  <a:cubicBezTo>
                    <a:pt x="72" y="1"/>
                    <a:pt x="1" y="96"/>
                    <a:pt x="1" y="191"/>
                  </a:cubicBezTo>
                  <a:cubicBezTo>
                    <a:pt x="1" y="310"/>
                    <a:pt x="72" y="405"/>
                    <a:pt x="191" y="405"/>
                  </a:cubicBezTo>
                  <a:cubicBezTo>
                    <a:pt x="311" y="405"/>
                    <a:pt x="406" y="310"/>
                    <a:pt x="406" y="191"/>
                  </a:cubicBezTo>
                  <a:cubicBezTo>
                    <a:pt x="406" y="96"/>
                    <a:pt x="311"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89"/>
            <p:cNvSpPr/>
            <p:nvPr/>
          </p:nvSpPr>
          <p:spPr>
            <a:xfrm>
              <a:off x="2024264" y="3752698"/>
              <a:ext cx="12791" cy="12105"/>
            </a:xfrm>
            <a:custGeom>
              <a:rect b="b" l="l" r="r" t="t"/>
              <a:pathLst>
                <a:path extrusionOk="0" h="406" w="429">
                  <a:moveTo>
                    <a:pt x="214" y="0"/>
                  </a:moveTo>
                  <a:cubicBezTo>
                    <a:pt x="95" y="0"/>
                    <a:pt x="0" y="72"/>
                    <a:pt x="0" y="191"/>
                  </a:cubicBezTo>
                  <a:cubicBezTo>
                    <a:pt x="0" y="310"/>
                    <a:pt x="95" y="405"/>
                    <a:pt x="214" y="405"/>
                  </a:cubicBezTo>
                  <a:cubicBezTo>
                    <a:pt x="334" y="405"/>
                    <a:pt x="429" y="310"/>
                    <a:pt x="429" y="191"/>
                  </a:cubicBezTo>
                  <a:cubicBezTo>
                    <a:pt x="429" y="72"/>
                    <a:pt x="334" y="0"/>
                    <a:pt x="2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89"/>
            <p:cNvSpPr/>
            <p:nvPr/>
          </p:nvSpPr>
          <p:spPr>
            <a:xfrm>
              <a:off x="1745908" y="3653293"/>
              <a:ext cx="128562" cy="274417"/>
            </a:xfrm>
            <a:custGeom>
              <a:rect b="b" l="l" r="r" t="t"/>
              <a:pathLst>
                <a:path extrusionOk="0" h="9204" w="4312">
                  <a:moveTo>
                    <a:pt x="2073" y="0"/>
                  </a:moveTo>
                  <a:cubicBezTo>
                    <a:pt x="1358" y="0"/>
                    <a:pt x="25" y="429"/>
                    <a:pt x="25" y="2048"/>
                  </a:cubicBezTo>
                  <a:lnTo>
                    <a:pt x="25" y="3025"/>
                  </a:lnTo>
                  <a:lnTo>
                    <a:pt x="25" y="3501"/>
                  </a:lnTo>
                  <a:cubicBezTo>
                    <a:pt x="25" y="3620"/>
                    <a:pt x="1" y="3739"/>
                    <a:pt x="25" y="3858"/>
                  </a:cubicBezTo>
                  <a:cubicBezTo>
                    <a:pt x="43" y="4139"/>
                    <a:pt x="312" y="4332"/>
                    <a:pt x="577" y="4332"/>
                  </a:cubicBezTo>
                  <a:cubicBezTo>
                    <a:pt x="649" y="4332"/>
                    <a:pt x="721" y="4318"/>
                    <a:pt x="787" y="4287"/>
                  </a:cubicBezTo>
                  <a:lnTo>
                    <a:pt x="787" y="8407"/>
                  </a:lnTo>
                  <a:cubicBezTo>
                    <a:pt x="787" y="8812"/>
                    <a:pt x="1073" y="9121"/>
                    <a:pt x="1406" y="9193"/>
                  </a:cubicBezTo>
                  <a:cubicBezTo>
                    <a:pt x="1452" y="9200"/>
                    <a:pt x="1497" y="9203"/>
                    <a:pt x="1541" y="9203"/>
                  </a:cubicBezTo>
                  <a:cubicBezTo>
                    <a:pt x="1792" y="9203"/>
                    <a:pt x="2006" y="9093"/>
                    <a:pt x="2168" y="8931"/>
                  </a:cubicBezTo>
                  <a:cubicBezTo>
                    <a:pt x="2310" y="9093"/>
                    <a:pt x="2521" y="9203"/>
                    <a:pt x="2771" y="9203"/>
                  </a:cubicBezTo>
                  <a:cubicBezTo>
                    <a:pt x="2815" y="9203"/>
                    <a:pt x="2860" y="9200"/>
                    <a:pt x="2906" y="9193"/>
                  </a:cubicBezTo>
                  <a:cubicBezTo>
                    <a:pt x="3263" y="9121"/>
                    <a:pt x="3525" y="8812"/>
                    <a:pt x="3525" y="8407"/>
                  </a:cubicBezTo>
                  <a:lnTo>
                    <a:pt x="3525" y="5549"/>
                  </a:lnTo>
                  <a:cubicBezTo>
                    <a:pt x="3525" y="5478"/>
                    <a:pt x="3478" y="5406"/>
                    <a:pt x="3383" y="5382"/>
                  </a:cubicBezTo>
                  <a:cubicBezTo>
                    <a:pt x="3361" y="5374"/>
                    <a:pt x="3340" y="5370"/>
                    <a:pt x="3321" y="5370"/>
                  </a:cubicBezTo>
                  <a:cubicBezTo>
                    <a:pt x="3232" y="5370"/>
                    <a:pt x="3168" y="5452"/>
                    <a:pt x="3168" y="5549"/>
                  </a:cubicBezTo>
                  <a:lnTo>
                    <a:pt x="3168" y="8407"/>
                  </a:lnTo>
                  <a:cubicBezTo>
                    <a:pt x="3168" y="8645"/>
                    <a:pt x="3001" y="8836"/>
                    <a:pt x="2763" y="8836"/>
                  </a:cubicBezTo>
                  <a:cubicBezTo>
                    <a:pt x="2525" y="8836"/>
                    <a:pt x="2311" y="8645"/>
                    <a:pt x="2311" y="8407"/>
                  </a:cubicBezTo>
                  <a:lnTo>
                    <a:pt x="2311" y="3358"/>
                  </a:lnTo>
                  <a:cubicBezTo>
                    <a:pt x="2311" y="3263"/>
                    <a:pt x="2216" y="3168"/>
                    <a:pt x="2120" y="3168"/>
                  </a:cubicBezTo>
                  <a:cubicBezTo>
                    <a:pt x="2049" y="3168"/>
                    <a:pt x="1954" y="3263"/>
                    <a:pt x="1954" y="3358"/>
                  </a:cubicBezTo>
                  <a:lnTo>
                    <a:pt x="1954" y="8407"/>
                  </a:lnTo>
                  <a:cubicBezTo>
                    <a:pt x="1954" y="8645"/>
                    <a:pt x="1739" y="8836"/>
                    <a:pt x="1525" y="8836"/>
                  </a:cubicBezTo>
                  <a:cubicBezTo>
                    <a:pt x="1287" y="8836"/>
                    <a:pt x="1144" y="8621"/>
                    <a:pt x="1144" y="8407"/>
                  </a:cubicBezTo>
                  <a:lnTo>
                    <a:pt x="1144" y="2025"/>
                  </a:lnTo>
                  <a:cubicBezTo>
                    <a:pt x="1144" y="1929"/>
                    <a:pt x="1096" y="1858"/>
                    <a:pt x="1001" y="1834"/>
                  </a:cubicBezTo>
                  <a:cubicBezTo>
                    <a:pt x="989" y="1832"/>
                    <a:pt x="976" y="1830"/>
                    <a:pt x="965" y="1830"/>
                  </a:cubicBezTo>
                  <a:cubicBezTo>
                    <a:pt x="863" y="1830"/>
                    <a:pt x="787" y="1918"/>
                    <a:pt x="787" y="2025"/>
                  </a:cubicBezTo>
                  <a:lnTo>
                    <a:pt x="787" y="3739"/>
                  </a:lnTo>
                  <a:cubicBezTo>
                    <a:pt x="787" y="3835"/>
                    <a:pt x="739" y="3954"/>
                    <a:pt x="620" y="3954"/>
                  </a:cubicBezTo>
                  <a:cubicBezTo>
                    <a:pt x="603" y="3956"/>
                    <a:pt x="586" y="3957"/>
                    <a:pt x="570" y="3957"/>
                  </a:cubicBezTo>
                  <a:cubicBezTo>
                    <a:pt x="430" y="3957"/>
                    <a:pt x="334" y="3867"/>
                    <a:pt x="334" y="3739"/>
                  </a:cubicBezTo>
                  <a:lnTo>
                    <a:pt x="334" y="2144"/>
                  </a:lnTo>
                  <a:cubicBezTo>
                    <a:pt x="334" y="1143"/>
                    <a:pt x="1144" y="358"/>
                    <a:pt x="2120" y="358"/>
                  </a:cubicBezTo>
                  <a:lnTo>
                    <a:pt x="2216" y="358"/>
                  </a:lnTo>
                  <a:cubicBezTo>
                    <a:pt x="3716" y="358"/>
                    <a:pt x="3954" y="1667"/>
                    <a:pt x="3954" y="2072"/>
                  </a:cubicBezTo>
                  <a:lnTo>
                    <a:pt x="3954" y="3858"/>
                  </a:lnTo>
                  <a:lnTo>
                    <a:pt x="3954" y="3882"/>
                  </a:lnTo>
                  <a:cubicBezTo>
                    <a:pt x="3883" y="3962"/>
                    <a:pt x="3803" y="3995"/>
                    <a:pt x="3730" y="3995"/>
                  </a:cubicBezTo>
                  <a:cubicBezTo>
                    <a:pt x="3605" y="3995"/>
                    <a:pt x="3502" y="3898"/>
                    <a:pt x="3502" y="3763"/>
                  </a:cubicBezTo>
                  <a:lnTo>
                    <a:pt x="3502" y="2072"/>
                  </a:lnTo>
                  <a:cubicBezTo>
                    <a:pt x="3502" y="1977"/>
                    <a:pt x="3430" y="1882"/>
                    <a:pt x="3359" y="1882"/>
                  </a:cubicBezTo>
                  <a:cubicBezTo>
                    <a:pt x="3240" y="1882"/>
                    <a:pt x="3144" y="1953"/>
                    <a:pt x="3144" y="2072"/>
                  </a:cubicBezTo>
                  <a:lnTo>
                    <a:pt x="3144" y="4787"/>
                  </a:lnTo>
                  <a:cubicBezTo>
                    <a:pt x="3144" y="4859"/>
                    <a:pt x="3192" y="4954"/>
                    <a:pt x="3287" y="4954"/>
                  </a:cubicBezTo>
                  <a:cubicBezTo>
                    <a:pt x="3406" y="4954"/>
                    <a:pt x="3502" y="4906"/>
                    <a:pt x="3502" y="4787"/>
                  </a:cubicBezTo>
                  <a:lnTo>
                    <a:pt x="3502" y="4263"/>
                  </a:lnTo>
                  <a:cubicBezTo>
                    <a:pt x="3571" y="4298"/>
                    <a:pt x="3654" y="4320"/>
                    <a:pt x="3740" y="4320"/>
                  </a:cubicBezTo>
                  <a:cubicBezTo>
                    <a:pt x="3771" y="4320"/>
                    <a:pt x="3803" y="4317"/>
                    <a:pt x="3835" y="4311"/>
                  </a:cubicBezTo>
                  <a:cubicBezTo>
                    <a:pt x="4097" y="4239"/>
                    <a:pt x="4311" y="4001"/>
                    <a:pt x="4311" y="3739"/>
                  </a:cubicBezTo>
                  <a:lnTo>
                    <a:pt x="4311" y="2144"/>
                  </a:lnTo>
                  <a:cubicBezTo>
                    <a:pt x="4264" y="429"/>
                    <a:pt x="3335" y="0"/>
                    <a:pt x="21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89"/>
            <p:cNvSpPr/>
            <p:nvPr/>
          </p:nvSpPr>
          <p:spPr>
            <a:xfrm>
              <a:off x="1775038" y="3572345"/>
              <a:ext cx="68902" cy="68902"/>
            </a:xfrm>
            <a:custGeom>
              <a:rect b="b" l="l" r="r" t="t"/>
              <a:pathLst>
                <a:path extrusionOk="0" h="2311" w="2311">
                  <a:moveTo>
                    <a:pt x="1167" y="358"/>
                  </a:moveTo>
                  <a:cubicBezTo>
                    <a:pt x="1596" y="358"/>
                    <a:pt x="1953" y="715"/>
                    <a:pt x="1953" y="1167"/>
                  </a:cubicBezTo>
                  <a:cubicBezTo>
                    <a:pt x="1953" y="1596"/>
                    <a:pt x="1596" y="1953"/>
                    <a:pt x="1167" y="1953"/>
                  </a:cubicBezTo>
                  <a:cubicBezTo>
                    <a:pt x="715" y="1953"/>
                    <a:pt x="357" y="1596"/>
                    <a:pt x="357" y="1167"/>
                  </a:cubicBezTo>
                  <a:cubicBezTo>
                    <a:pt x="357" y="715"/>
                    <a:pt x="715" y="358"/>
                    <a:pt x="1167" y="358"/>
                  </a:cubicBezTo>
                  <a:close/>
                  <a:moveTo>
                    <a:pt x="1167" y="1"/>
                  </a:moveTo>
                  <a:cubicBezTo>
                    <a:pt x="524" y="1"/>
                    <a:pt x="0" y="501"/>
                    <a:pt x="0" y="1167"/>
                  </a:cubicBezTo>
                  <a:cubicBezTo>
                    <a:pt x="0" y="1810"/>
                    <a:pt x="524" y="2311"/>
                    <a:pt x="1167" y="2311"/>
                  </a:cubicBezTo>
                  <a:cubicBezTo>
                    <a:pt x="1786" y="2311"/>
                    <a:pt x="2310" y="1810"/>
                    <a:pt x="2310" y="1167"/>
                  </a:cubicBezTo>
                  <a:cubicBezTo>
                    <a:pt x="2310" y="524"/>
                    <a:pt x="1810"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0" name="Google Shape;20100;p89"/>
          <p:cNvGrpSpPr/>
          <p:nvPr/>
        </p:nvGrpSpPr>
        <p:grpSpPr>
          <a:xfrm>
            <a:off x="4019702" y="1922930"/>
            <a:ext cx="356470" cy="353636"/>
            <a:chOff x="4362590" y="1922930"/>
            <a:chExt cx="356470" cy="353636"/>
          </a:xfrm>
        </p:grpSpPr>
        <p:sp>
          <p:nvSpPr>
            <p:cNvPr id="20101" name="Google Shape;20101;p89"/>
            <p:cNvSpPr/>
            <p:nvPr/>
          </p:nvSpPr>
          <p:spPr>
            <a:xfrm>
              <a:off x="4455614" y="2013121"/>
              <a:ext cx="172569" cy="171854"/>
            </a:xfrm>
            <a:custGeom>
              <a:rect b="b" l="l" r="r" t="t"/>
              <a:pathLst>
                <a:path extrusionOk="0" h="5764" w="5788">
                  <a:moveTo>
                    <a:pt x="2882" y="0"/>
                  </a:moveTo>
                  <a:cubicBezTo>
                    <a:pt x="1287" y="0"/>
                    <a:pt x="1" y="1286"/>
                    <a:pt x="1" y="2882"/>
                  </a:cubicBezTo>
                  <a:cubicBezTo>
                    <a:pt x="1" y="4477"/>
                    <a:pt x="1287" y="5763"/>
                    <a:pt x="2882" y="5763"/>
                  </a:cubicBezTo>
                  <a:cubicBezTo>
                    <a:pt x="4478" y="5763"/>
                    <a:pt x="5787" y="4477"/>
                    <a:pt x="5787" y="2882"/>
                  </a:cubicBezTo>
                  <a:cubicBezTo>
                    <a:pt x="5787" y="1286"/>
                    <a:pt x="4478" y="0"/>
                    <a:pt x="2882"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89"/>
            <p:cNvSpPr/>
            <p:nvPr/>
          </p:nvSpPr>
          <p:spPr>
            <a:xfrm>
              <a:off x="4501052" y="2018071"/>
              <a:ext cx="127131" cy="166904"/>
            </a:xfrm>
            <a:custGeom>
              <a:rect b="b" l="l" r="r" t="t"/>
              <a:pathLst>
                <a:path extrusionOk="0" h="5598" w="4264">
                  <a:moveTo>
                    <a:pt x="2287" y="1"/>
                  </a:moveTo>
                  <a:lnTo>
                    <a:pt x="2287" y="1"/>
                  </a:lnTo>
                  <a:cubicBezTo>
                    <a:pt x="3192" y="477"/>
                    <a:pt x="3811" y="1430"/>
                    <a:pt x="3811" y="2525"/>
                  </a:cubicBezTo>
                  <a:cubicBezTo>
                    <a:pt x="3811" y="4145"/>
                    <a:pt x="2501" y="5431"/>
                    <a:pt x="929" y="5431"/>
                  </a:cubicBezTo>
                  <a:cubicBezTo>
                    <a:pt x="596" y="5431"/>
                    <a:pt x="286" y="5359"/>
                    <a:pt x="1" y="5264"/>
                  </a:cubicBezTo>
                  <a:lnTo>
                    <a:pt x="1" y="5264"/>
                  </a:lnTo>
                  <a:cubicBezTo>
                    <a:pt x="405" y="5478"/>
                    <a:pt x="882" y="5597"/>
                    <a:pt x="1358" y="5597"/>
                  </a:cubicBezTo>
                  <a:cubicBezTo>
                    <a:pt x="2977" y="5597"/>
                    <a:pt x="4263" y="4288"/>
                    <a:pt x="4263" y="2716"/>
                  </a:cubicBezTo>
                  <a:cubicBezTo>
                    <a:pt x="4263" y="1454"/>
                    <a:pt x="3430" y="382"/>
                    <a:pt x="2287"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89"/>
            <p:cNvSpPr/>
            <p:nvPr/>
          </p:nvSpPr>
          <p:spPr>
            <a:xfrm>
              <a:off x="4555018" y="1929340"/>
              <a:ext cx="159063" cy="341531"/>
            </a:xfrm>
            <a:custGeom>
              <a:rect b="b" l="l" r="r" t="t"/>
              <a:pathLst>
                <a:path extrusionOk="0" h="11455" w="5335">
                  <a:moveTo>
                    <a:pt x="215" y="0"/>
                  </a:moveTo>
                  <a:cubicBezTo>
                    <a:pt x="143" y="0"/>
                    <a:pt x="120" y="24"/>
                    <a:pt x="120" y="72"/>
                  </a:cubicBezTo>
                  <a:lnTo>
                    <a:pt x="120" y="1596"/>
                  </a:lnTo>
                  <a:cubicBezTo>
                    <a:pt x="120" y="1643"/>
                    <a:pt x="143" y="1667"/>
                    <a:pt x="191" y="1667"/>
                  </a:cubicBezTo>
                  <a:cubicBezTo>
                    <a:pt x="2168" y="1953"/>
                    <a:pt x="3692" y="3668"/>
                    <a:pt x="3692" y="5739"/>
                  </a:cubicBezTo>
                  <a:cubicBezTo>
                    <a:pt x="3692" y="7859"/>
                    <a:pt x="2120" y="9621"/>
                    <a:pt x="72" y="9859"/>
                  </a:cubicBezTo>
                  <a:cubicBezTo>
                    <a:pt x="24" y="9859"/>
                    <a:pt x="1" y="9883"/>
                    <a:pt x="1" y="9907"/>
                  </a:cubicBezTo>
                  <a:lnTo>
                    <a:pt x="1" y="11407"/>
                  </a:lnTo>
                  <a:cubicBezTo>
                    <a:pt x="1" y="11431"/>
                    <a:pt x="72" y="11455"/>
                    <a:pt x="96" y="11455"/>
                  </a:cubicBezTo>
                  <a:cubicBezTo>
                    <a:pt x="3001" y="11193"/>
                    <a:pt x="5335" y="8716"/>
                    <a:pt x="5335" y="5716"/>
                  </a:cubicBezTo>
                  <a:cubicBezTo>
                    <a:pt x="5335" y="2763"/>
                    <a:pt x="3049" y="357"/>
                    <a:pt x="21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89"/>
            <p:cNvSpPr/>
            <p:nvPr/>
          </p:nvSpPr>
          <p:spPr>
            <a:xfrm>
              <a:off x="4554302" y="1954177"/>
              <a:ext cx="159093" cy="316009"/>
            </a:xfrm>
            <a:custGeom>
              <a:rect b="b" l="l" r="r" t="t"/>
              <a:pathLst>
                <a:path extrusionOk="0" h="10599" w="5336">
                  <a:moveTo>
                    <a:pt x="2525" y="1"/>
                  </a:moveTo>
                  <a:cubicBezTo>
                    <a:pt x="3954" y="1048"/>
                    <a:pt x="4883" y="2715"/>
                    <a:pt x="4883" y="4573"/>
                  </a:cubicBezTo>
                  <a:cubicBezTo>
                    <a:pt x="4883" y="7478"/>
                    <a:pt x="2763" y="9860"/>
                    <a:pt x="1" y="10265"/>
                  </a:cubicBezTo>
                  <a:lnTo>
                    <a:pt x="1" y="10527"/>
                  </a:lnTo>
                  <a:cubicBezTo>
                    <a:pt x="1" y="10574"/>
                    <a:pt x="48" y="10598"/>
                    <a:pt x="96" y="10598"/>
                  </a:cubicBezTo>
                  <a:cubicBezTo>
                    <a:pt x="3001" y="10336"/>
                    <a:pt x="5335" y="7859"/>
                    <a:pt x="5335" y="4859"/>
                  </a:cubicBezTo>
                  <a:cubicBezTo>
                    <a:pt x="5335" y="2811"/>
                    <a:pt x="4216" y="977"/>
                    <a:pt x="252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89"/>
            <p:cNvSpPr/>
            <p:nvPr/>
          </p:nvSpPr>
          <p:spPr>
            <a:xfrm>
              <a:off x="4369686" y="1929340"/>
              <a:ext cx="159093" cy="341531"/>
            </a:xfrm>
            <a:custGeom>
              <a:rect b="b" l="l" r="r" t="t"/>
              <a:pathLst>
                <a:path extrusionOk="0" h="11455" w="5336">
                  <a:moveTo>
                    <a:pt x="5121" y="0"/>
                  </a:moveTo>
                  <a:cubicBezTo>
                    <a:pt x="2287" y="357"/>
                    <a:pt x="1" y="2763"/>
                    <a:pt x="1" y="5716"/>
                  </a:cubicBezTo>
                  <a:cubicBezTo>
                    <a:pt x="1" y="8716"/>
                    <a:pt x="2311" y="11193"/>
                    <a:pt x="5240" y="11455"/>
                  </a:cubicBezTo>
                  <a:cubicBezTo>
                    <a:pt x="5264" y="11455"/>
                    <a:pt x="5335" y="11431"/>
                    <a:pt x="5335" y="11407"/>
                  </a:cubicBezTo>
                  <a:lnTo>
                    <a:pt x="5335" y="9907"/>
                  </a:lnTo>
                  <a:cubicBezTo>
                    <a:pt x="5335" y="9883"/>
                    <a:pt x="5288" y="9859"/>
                    <a:pt x="5264" y="9859"/>
                  </a:cubicBezTo>
                  <a:cubicBezTo>
                    <a:pt x="3216" y="9621"/>
                    <a:pt x="1620" y="7859"/>
                    <a:pt x="1620" y="5739"/>
                  </a:cubicBezTo>
                  <a:cubicBezTo>
                    <a:pt x="1620" y="3668"/>
                    <a:pt x="3144" y="1953"/>
                    <a:pt x="5145" y="1667"/>
                  </a:cubicBezTo>
                  <a:cubicBezTo>
                    <a:pt x="5169" y="1667"/>
                    <a:pt x="5193" y="1643"/>
                    <a:pt x="5193" y="1596"/>
                  </a:cubicBezTo>
                  <a:lnTo>
                    <a:pt x="5193" y="72"/>
                  </a:lnTo>
                  <a:lnTo>
                    <a:pt x="5216" y="72"/>
                  </a:lnTo>
                  <a:cubicBezTo>
                    <a:pt x="5216" y="24"/>
                    <a:pt x="5169" y="0"/>
                    <a:pt x="5121"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89"/>
            <p:cNvSpPr/>
            <p:nvPr/>
          </p:nvSpPr>
          <p:spPr>
            <a:xfrm>
              <a:off x="4548638" y="1922930"/>
              <a:ext cx="170423" cy="350803"/>
            </a:xfrm>
            <a:custGeom>
              <a:rect b="b" l="l" r="r" t="t"/>
              <a:pathLst>
                <a:path extrusionOk="0" h="11766" w="5716">
                  <a:moveTo>
                    <a:pt x="357" y="1"/>
                  </a:moveTo>
                  <a:cubicBezTo>
                    <a:pt x="310" y="1"/>
                    <a:pt x="215" y="1"/>
                    <a:pt x="191" y="72"/>
                  </a:cubicBezTo>
                  <a:cubicBezTo>
                    <a:pt x="119" y="120"/>
                    <a:pt x="119" y="239"/>
                    <a:pt x="119" y="239"/>
                  </a:cubicBezTo>
                  <a:lnTo>
                    <a:pt x="119" y="1739"/>
                  </a:lnTo>
                  <a:cubicBezTo>
                    <a:pt x="119" y="1739"/>
                    <a:pt x="191" y="1954"/>
                    <a:pt x="334" y="1977"/>
                  </a:cubicBezTo>
                  <a:cubicBezTo>
                    <a:pt x="1262" y="2120"/>
                    <a:pt x="2120" y="2597"/>
                    <a:pt x="2715" y="3287"/>
                  </a:cubicBezTo>
                  <a:cubicBezTo>
                    <a:pt x="3334" y="4002"/>
                    <a:pt x="3691" y="4907"/>
                    <a:pt x="3691" y="5883"/>
                  </a:cubicBezTo>
                  <a:cubicBezTo>
                    <a:pt x="3691" y="7860"/>
                    <a:pt x="2215" y="9550"/>
                    <a:pt x="215" y="9812"/>
                  </a:cubicBezTo>
                  <a:cubicBezTo>
                    <a:pt x="95" y="9812"/>
                    <a:pt x="0" y="10050"/>
                    <a:pt x="0" y="10050"/>
                  </a:cubicBezTo>
                  <a:lnTo>
                    <a:pt x="0" y="11527"/>
                  </a:lnTo>
                  <a:cubicBezTo>
                    <a:pt x="0" y="11527"/>
                    <a:pt x="48" y="11646"/>
                    <a:pt x="72" y="11717"/>
                  </a:cubicBezTo>
                  <a:cubicBezTo>
                    <a:pt x="119" y="11741"/>
                    <a:pt x="167" y="11765"/>
                    <a:pt x="238" y="11765"/>
                  </a:cubicBezTo>
                  <a:lnTo>
                    <a:pt x="286" y="11765"/>
                  </a:lnTo>
                  <a:cubicBezTo>
                    <a:pt x="1334" y="11670"/>
                    <a:pt x="2382" y="11289"/>
                    <a:pt x="3287" y="10646"/>
                  </a:cubicBezTo>
                  <a:cubicBezTo>
                    <a:pt x="3358" y="10574"/>
                    <a:pt x="3358" y="10455"/>
                    <a:pt x="3310" y="10408"/>
                  </a:cubicBezTo>
                  <a:cubicBezTo>
                    <a:pt x="3269" y="10352"/>
                    <a:pt x="3210" y="10329"/>
                    <a:pt x="3160" y="10329"/>
                  </a:cubicBezTo>
                  <a:cubicBezTo>
                    <a:pt x="3124" y="10329"/>
                    <a:pt x="3092" y="10340"/>
                    <a:pt x="3072" y="10360"/>
                  </a:cubicBezTo>
                  <a:cubicBezTo>
                    <a:pt x="2263" y="10955"/>
                    <a:pt x="357" y="11408"/>
                    <a:pt x="357" y="11408"/>
                  </a:cubicBezTo>
                  <a:lnTo>
                    <a:pt x="357" y="10122"/>
                  </a:lnTo>
                  <a:cubicBezTo>
                    <a:pt x="357" y="10122"/>
                    <a:pt x="4144" y="9860"/>
                    <a:pt x="4096" y="5883"/>
                  </a:cubicBezTo>
                  <a:cubicBezTo>
                    <a:pt x="4049" y="4835"/>
                    <a:pt x="3691" y="3811"/>
                    <a:pt x="3048" y="3049"/>
                  </a:cubicBezTo>
                  <a:cubicBezTo>
                    <a:pt x="2382" y="2311"/>
                    <a:pt x="524" y="1620"/>
                    <a:pt x="524" y="1620"/>
                  </a:cubicBezTo>
                  <a:lnTo>
                    <a:pt x="524" y="334"/>
                  </a:lnTo>
                  <a:cubicBezTo>
                    <a:pt x="524" y="334"/>
                    <a:pt x="2358" y="358"/>
                    <a:pt x="3906" y="2144"/>
                  </a:cubicBezTo>
                  <a:cubicBezTo>
                    <a:pt x="4835" y="3192"/>
                    <a:pt x="5358" y="4502"/>
                    <a:pt x="5358" y="5835"/>
                  </a:cubicBezTo>
                  <a:cubicBezTo>
                    <a:pt x="5358" y="7359"/>
                    <a:pt x="4763" y="8788"/>
                    <a:pt x="3691" y="9836"/>
                  </a:cubicBezTo>
                  <a:cubicBezTo>
                    <a:pt x="3644" y="9884"/>
                    <a:pt x="3644" y="10003"/>
                    <a:pt x="3691" y="10074"/>
                  </a:cubicBezTo>
                  <a:cubicBezTo>
                    <a:pt x="3727" y="10098"/>
                    <a:pt x="3775" y="10110"/>
                    <a:pt x="3819" y="10110"/>
                  </a:cubicBezTo>
                  <a:cubicBezTo>
                    <a:pt x="3864" y="10110"/>
                    <a:pt x="3906" y="10098"/>
                    <a:pt x="3930" y="10074"/>
                  </a:cubicBezTo>
                  <a:cubicBezTo>
                    <a:pt x="5097" y="8931"/>
                    <a:pt x="5716" y="7455"/>
                    <a:pt x="5716" y="5812"/>
                  </a:cubicBezTo>
                  <a:cubicBezTo>
                    <a:pt x="5597" y="4454"/>
                    <a:pt x="5073" y="3049"/>
                    <a:pt x="4096" y="1977"/>
                  </a:cubicBezTo>
                  <a:cubicBezTo>
                    <a:pt x="3096" y="906"/>
                    <a:pt x="1786" y="215"/>
                    <a:pt x="3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89"/>
            <p:cNvSpPr/>
            <p:nvPr/>
          </p:nvSpPr>
          <p:spPr>
            <a:xfrm>
              <a:off x="4362590" y="1923646"/>
              <a:ext cx="170452" cy="352920"/>
            </a:xfrm>
            <a:custGeom>
              <a:rect b="b" l="l" r="r" t="t"/>
              <a:pathLst>
                <a:path extrusionOk="0" h="11837" w="5717">
                  <a:moveTo>
                    <a:pt x="5145" y="382"/>
                  </a:moveTo>
                  <a:lnTo>
                    <a:pt x="5145" y="1644"/>
                  </a:lnTo>
                  <a:cubicBezTo>
                    <a:pt x="4168" y="1834"/>
                    <a:pt x="3311" y="2334"/>
                    <a:pt x="2644" y="3073"/>
                  </a:cubicBezTo>
                  <a:cubicBezTo>
                    <a:pt x="1954" y="3859"/>
                    <a:pt x="1596" y="4859"/>
                    <a:pt x="1596" y="5907"/>
                  </a:cubicBezTo>
                  <a:cubicBezTo>
                    <a:pt x="1596" y="8050"/>
                    <a:pt x="3192" y="9860"/>
                    <a:pt x="5288" y="10169"/>
                  </a:cubicBezTo>
                  <a:lnTo>
                    <a:pt x="5288" y="11455"/>
                  </a:lnTo>
                  <a:cubicBezTo>
                    <a:pt x="3954" y="11289"/>
                    <a:pt x="2716" y="10669"/>
                    <a:pt x="1787" y="9669"/>
                  </a:cubicBezTo>
                  <a:cubicBezTo>
                    <a:pt x="834" y="8621"/>
                    <a:pt x="287" y="7288"/>
                    <a:pt x="287" y="5883"/>
                  </a:cubicBezTo>
                  <a:cubicBezTo>
                    <a:pt x="287" y="4502"/>
                    <a:pt x="811" y="3192"/>
                    <a:pt x="1763" y="2192"/>
                  </a:cubicBezTo>
                  <a:cubicBezTo>
                    <a:pt x="2644" y="1215"/>
                    <a:pt x="3835" y="548"/>
                    <a:pt x="5145" y="382"/>
                  </a:cubicBezTo>
                  <a:close/>
                  <a:moveTo>
                    <a:pt x="5264" y="1"/>
                  </a:moveTo>
                  <a:cubicBezTo>
                    <a:pt x="3835" y="191"/>
                    <a:pt x="2525" y="882"/>
                    <a:pt x="1549" y="1977"/>
                  </a:cubicBezTo>
                  <a:cubicBezTo>
                    <a:pt x="572" y="3073"/>
                    <a:pt x="1" y="4478"/>
                    <a:pt x="1" y="5907"/>
                  </a:cubicBezTo>
                  <a:cubicBezTo>
                    <a:pt x="1" y="7407"/>
                    <a:pt x="572" y="8836"/>
                    <a:pt x="1573" y="9931"/>
                  </a:cubicBezTo>
                  <a:cubicBezTo>
                    <a:pt x="2597" y="11027"/>
                    <a:pt x="3954" y="11693"/>
                    <a:pt x="5407" y="11836"/>
                  </a:cubicBezTo>
                  <a:lnTo>
                    <a:pt x="5454" y="11836"/>
                  </a:lnTo>
                  <a:cubicBezTo>
                    <a:pt x="5502" y="11836"/>
                    <a:pt x="5573" y="11813"/>
                    <a:pt x="5621" y="11765"/>
                  </a:cubicBezTo>
                  <a:cubicBezTo>
                    <a:pt x="5692" y="11717"/>
                    <a:pt x="5716" y="11646"/>
                    <a:pt x="5716" y="11598"/>
                  </a:cubicBezTo>
                  <a:lnTo>
                    <a:pt x="5716" y="10098"/>
                  </a:lnTo>
                  <a:cubicBezTo>
                    <a:pt x="5645" y="9931"/>
                    <a:pt x="5573" y="9836"/>
                    <a:pt x="5454" y="9812"/>
                  </a:cubicBezTo>
                  <a:cubicBezTo>
                    <a:pt x="3454" y="9574"/>
                    <a:pt x="1954" y="7883"/>
                    <a:pt x="1954" y="5883"/>
                  </a:cubicBezTo>
                  <a:cubicBezTo>
                    <a:pt x="1954" y="4930"/>
                    <a:pt x="2311" y="4001"/>
                    <a:pt x="2954" y="3287"/>
                  </a:cubicBezTo>
                  <a:cubicBezTo>
                    <a:pt x="3573" y="2573"/>
                    <a:pt x="4407" y="2096"/>
                    <a:pt x="5335" y="1977"/>
                  </a:cubicBezTo>
                  <a:cubicBezTo>
                    <a:pt x="5454" y="1953"/>
                    <a:pt x="5526" y="1858"/>
                    <a:pt x="5526" y="1739"/>
                  </a:cubicBezTo>
                  <a:lnTo>
                    <a:pt x="5526" y="263"/>
                  </a:lnTo>
                  <a:cubicBezTo>
                    <a:pt x="5526" y="191"/>
                    <a:pt x="5502" y="96"/>
                    <a:pt x="5454" y="72"/>
                  </a:cubicBezTo>
                  <a:cubicBezTo>
                    <a:pt x="5383" y="1"/>
                    <a:pt x="5335" y="1"/>
                    <a:pt x="5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89"/>
            <p:cNvSpPr/>
            <p:nvPr/>
          </p:nvSpPr>
          <p:spPr>
            <a:xfrm>
              <a:off x="4448518" y="2007427"/>
              <a:ext cx="181782" cy="183929"/>
            </a:xfrm>
            <a:custGeom>
              <a:rect b="b" l="l" r="r" t="t"/>
              <a:pathLst>
                <a:path extrusionOk="0" h="6169" w="6097">
                  <a:moveTo>
                    <a:pt x="3049" y="1"/>
                  </a:moveTo>
                  <a:cubicBezTo>
                    <a:pt x="2453" y="1"/>
                    <a:pt x="1882" y="191"/>
                    <a:pt x="1405" y="477"/>
                  </a:cubicBezTo>
                  <a:lnTo>
                    <a:pt x="1382" y="477"/>
                  </a:lnTo>
                  <a:cubicBezTo>
                    <a:pt x="1286" y="548"/>
                    <a:pt x="1263" y="620"/>
                    <a:pt x="1310" y="715"/>
                  </a:cubicBezTo>
                  <a:cubicBezTo>
                    <a:pt x="1358" y="779"/>
                    <a:pt x="1405" y="810"/>
                    <a:pt x="1460" y="810"/>
                  </a:cubicBezTo>
                  <a:cubicBezTo>
                    <a:pt x="1487" y="810"/>
                    <a:pt x="1517" y="802"/>
                    <a:pt x="1548" y="787"/>
                  </a:cubicBezTo>
                  <a:lnTo>
                    <a:pt x="1572" y="787"/>
                  </a:lnTo>
                  <a:cubicBezTo>
                    <a:pt x="2025" y="501"/>
                    <a:pt x="2501" y="358"/>
                    <a:pt x="3049" y="358"/>
                  </a:cubicBezTo>
                  <a:cubicBezTo>
                    <a:pt x="4525" y="358"/>
                    <a:pt x="5740" y="1572"/>
                    <a:pt x="5740" y="3073"/>
                  </a:cubicBezTo>
                  <a:cubicBezTo>
                    <a:pt x="5740" y="4549"/>
                    <a:pt x="4525" y="5788"/>
                    <a:pt x="3049" y="5788"/>
                  </a:cubicBezTo>
                  <a:cubicBezTo>
                    <a:pt x="1548" y="5788"/>
                    <a:pt x="334" y="4549"/>
                    <a:pt x="334" y="3073"/>
                  </a:cubicBezTo>
                  <a:cubicBezTo>
                    <a:pt x="334" y="2406"/>
                    <a:pt x="572" y="1787"/>
                    <a:pt x="1024" y="1287"/>
                  </a:cubicBezTo>
                  <a:cubicBezTo>
                    <a:pt x="1072" y="1215"/>
                    <a:pt x="1072" y="1096"/>
                    <a:pt x="977" y="1049"/>
                  </a:cubicBezTo>
                  <a:cubicBezTo>
                    <a:pt x="955" y="1015"/>
                    <a:pt x="917" y="998"/>
                    <a:pt x="876" y="998"/>
                  </a:cubicBezTo>
                  <a:cubicBezTo>
                    <a:pt x="829" y="998"/>
                    <a:pt x="777" y="1021"/>
                    <a:pt x="739" y="1072"/>
                  </a:cubicBezTo>
                  <a:cubicBezTo>
                    <a:pt x="262" y="1644"/>
                    <a:pt x="0" y="2358"/>
                    <a:pt x="0" y="3097"/>
                  </a:cubicBezTo>
                  <a:cubicBezTo>
                    <a:pt x="0" y="4787"/>
                    <a:pt x="1382" y="6169"/>
                    <a:pt x="3072" y="6169"/>
                  </a:cubicBezTo>
                  <a:cubicBezTo>
                    <a:pt x="4716" y="6121"/>
                    <a:pt x="6097" y="4764"/>
                    <a:pt x="6097" y="3073"/>
                  </a:cubicBezTo>
                  <a:cubicBezTo>
                    <a:pt x="6097" y="1358"/>
                    <a:pt x="4739" y="1"/>
                    <a:pt x="30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89"/>
            <p:cNvSpPr/>
            <p:nvPr/>
          </p:nvSpPr>
          <p:spPr>
            <a:xfrm>
              <a:off x="4498935" y="2072037"/>
              <a:ext cx="80262" cy="10704"/>
            </a:xfrm>
            <a:custGeom>
              <a:rect b="b" l="l" r="r" t="t"/>
              <a:pathLst>
                <a:path extrusionOk="0" h="359" w="2692">
                  <a:moveTo>
                    <a:pt x="215" y="1"/>
                  </a:moveTo>
                  <a:cubicBezTo>
                    <a:pt x="119" y="1"/>
                    <a:pt x="72" y="72"/>
                    <a:pt x="48" y="168"/>
                  </a:cubicBezTo>
                  <a:cubicBezTo>
                    <a:pt x="0" y="239"/>
                    <a:pt x="95" y="358"/>
                    <a:pt x="215" y="358"/>
                  </a:cubicBezTo>
                  <a:lnTo>
                    <a:pt x="2477" y="358"/>
                  </a:lnTo>
                  <a:cubicBezTo>
                    <a:pt x="2572" y="358"/>
                    <a:pt x="2620" y="310"/>
                    <a:pt x="2644" y="215"/>
                  </a:cubicBezTo>
                  <a:cubicBezTo>
                    <a:pt x="2691" y="96"/>
                    <a:pt x="2596" y="1"/>
                    <a:pt x="24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89"/>
            <p:cNvSpPr/>
            <p:nvPr/>
          </p:nvSpPr>
          <p:spPr>
            <a:xfrm>
              <a:off x="4498935" y="2094756"/>
              <a:ext cx="80262" cy="10704"/>
            </a:xfrm>
            <a:custGeom>
              <a:rect b="b" l="l" r="r" t="t"/>
              <a:pathLst>
                <a:path extrusionOk="0" h="359" w="2692">
                  <a:moveTo>
                    <a:pt x="215" y="1"/>
                  </a:moveTo>
                  <a:cubicBezTo>
                    <a:pt x="119" y="1"/>
                    <a:pt x="72" y="49"/>
                    <a:pt x="48" y="144"/>
                  </a:cubicBezTo>
                  <a:cubicBezTo>
                    <a:pt x="0" y="215"/>
                    <a:pt x="95" y="358"/>
                    <a:pt x="215" y="358"/>
                  </a:cubicBezTo>
                  <a:lnTo>
                    <a:pt x="2477" y="358"/>
                  </a:lnTo>
                  <a:cubicBezTo>
                    <a:pt x="2572" y="358"/>
                    <a:pt x="2620" y="287"/>
                    <a:pt x="2644" y="191"/>
                  </a:cubicBezTo>
                  <a:cubicBezTo>
                    <a:pt x="2691" y="72"/>
                    <a:pt x="2596" y="1"/>
                    <a:pt x="24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89"/>
            <p:cNvSpPr/>
            <p:nvPr/>
          </p:nvSpPr>
          <p:spPr>
            <a:xfrm>
              <a:off x="4515960" y="2116074"/>
              <a:ext cx="46183" cy="10674"/>
            </a:xfrm>
            <a:custGeom>
              <a:rect b="b" l="l" r="r" t="t"/>
              <a:pathLst>
                <a:path extrusionOk="0" h="358" w="1549">
                  <a:moveTo>
                    <a:pt x="215" y="0"/>
                  </a:moveTo>
                  <a:cubicBezTo>
                    <a:pt x="96" y="0"/>
                    <a:pt x="1" y="72"/>
                    <a:pt x="25" y="191"/>
                  </a:cubicBezTo>
                  <a:cubicBezTo>
                    <a:pt x="72" y="286"/>
                    <a:pt x="120" y="358"/>
                    <a:pt x="215" y="358"/>
                  </a:cubicBezTo>
                  <a:lnTo>
                    <a:pt x="1334" y="358"/>
                  </a:lnTo>
                  <a:cubicBezTo>
                    <a:pt x="1430" y="358"/>
                    <a:pt x="1501" y="286"/>
                    <a:pt x="1525" y="191"/>
                  </a:cubicBezTo>
                  <a:cubicBezTo>
                    <a:pt x="1549" y="72"/>
                    <a:pt x="1453" y="0"/>
                    <a:pt x="13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115" name="Shape 20115"/>
        <p:cNvGrpSpPr/>
        <p:nvPr/>
      </p:nvGrpSpPr>
      <p:grpSpPr>
        <a:xfrm>
          <a:off x="0" y="0"/>
          <a:ext cx="0" cy="0"/>
          <a:chOff x="0" y="0"/>
          <a:chExt cx="0" cy="0"/>
        </a:xfrm>
      </p:grpSpPr>
      <p:sp>
        <p:nvSpPr>
          <p:cNvPr id="20116" name="Google Shape;20116;p90"/>
          <p:cNvSpPr txBox="1"/>
          <p:nvPr>
            <p:ph idx="4294967295" type="title"/>
          </p:nvPr>
        </p:nvSpPr>
        <p:spPr>
          <a:xfrm>
            <a:off x="104835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grpSp>
        <p:nvGrpSpPr>
          <p:cNvPr id="20117" name="Google Shape;20117;p90"/>
          <p:cNvGrpSpPr/>
          <p:nvPr/>
        </p:nvGrpSpPr>
        <p:grpSpPr>
          <a:xfrm>
            <a:off x="1050309" y="1923560"/>
            <a:ext cx="343827" cy="342422"/>
            <a:chOff x="1393209" y="1923560"/>
            <a:chExt cx="343827" cy="342422"/>
          </a:xfrm>
        </p:grpSpPr>
        <p:sp>
          <p:nvSpPr>
            <p:cNvPr id="20118" name="Google Shape;20118;p90"/>
            <p:cNvSpPr/>
            <p:nvPr/>
          </p:nvSpPr>
          <p:spPr>
            <a:xfrm>
              <a:off x="1555513" y="2117876"/>
              <a:ext cx="20654" cy="55566"/>
            </a:xfrm>
            <a:custGeom>
              <a:rect b="b" l="l" r="r" t="t"/>
              <a:pathLst>
                <a:path extrusionOk="0" h="1859" w="691">
                  <a:moveTo>
                    <a:pt x="0" y="1"/>
                  </a:moveTo>
                  <a:lnTo>
                    <a:pt x="0" y="1858"/>
                  </a:lnTo>
                  <a:lnTo>
                    <a:pt x="691" y="1858"/>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90"/>
            <p:cNvSpPr/>
            <p:nvPr/>
          </p:nvSpPr>
          <p:spPr>
            <a:xfrm>
              <a:off x="1565466" y="2117876"/>
              <a:ext cx="9296" cy="55566"/>
            </a:xfrm>
            <a:custGeom>
              <a:rect b="b" l="l" r="r" t="t"/>
              <a:pathLst>
                <a:path extrusionOk="0" h="1859" w="311">
                  <a:moveTo>
                    <a:pt x="1" y="1"/>
                  </a:moveTo>
                  <a:lnTo>
                    <a:pt x="1" y="1858"/>
                  </a:lnTo>
                  <a:lnTo>
                    <a:pt x="310" y="1858"/>
                  </a:lnTo>
                  <a:lnTo>
                    <a:pt x="31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90"/>
            <p:cNvSpPr/>
            <p:nvPr/>
          </p:nvSpPr>
          <p:spPr>
            <a:xfrm>
              <a:off x="1642344" y="2016100"/>
              <a:ext cx="20684" cy="56253"/>
            </a:xfrm>
            <a:custGeom>
              <a:rect b="b" l="l" r="r" t="t"/>
              <a:pathLst>
                <a:path extrusionOk="0" h="1882" w="692">
                  <a:moveTo>
                    <a:pt x="1" y="0"/>
                  </a:moveTo>
                  <a:lnTo>
                    <a:pt x="1" y="1882"/>
                  </a:lnTo>
                  <a:lnTo>
                    <a:pt x="691" y="1882"/>
                  </a:lnTo>
                  <a:lnTo>
                    <a:pt x="6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90"/>
            <p:cNvSpPr/>
            <p:nvPr/>
          </p:nvSpPr>
          <p:spPr>
            <a:xfrm>
              <a:off x="1467964" y="2016100"/>
              <a:ext cx="20654" cy="56253"/>
            </a:xfrm>
            <a:custGeom>
              <a:rect b="b" l="l" r="r" t="t"/>
              <a:pathLst>
                <a:path extrusionOk="0" h="1882" w="691">
                  <a:moveTo>
                    <a:pt x="0" y="0"/>
                  </a:moveTo>
                  <a:lnTo>
                    <a:pt x="0" y="1882"/>
                  </a:lnTo>
                  <a:lnTo>
                    <a:pt x="691" y="1882"/>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90"/>
            <p:cNvSpPr/>
            <p:nvPr/>
          </p:nvSpPr>
          <p:spPr>
            <a:xfrm>
              <a:off x="1393209" y="2084429"/>
              <a:ext cx="62679" cy="20684"/>
            </a:xfrm>
            <a:custGeom>
              <a:rect b="b" l="l" r="r" t="t"/>
              <a:pathLst>
                <a:path extrusionOk="0" h="692" w="2097">
                  <a:moveTo>
                    <a:pt x="1" y="1"/>
                  </a:moveTo>
                  <a:lnTo>
                    <a:pt x="1" y="691"/>
                  </a:lnTo>
                  <a:lnTo>
                    <a:pt x="2096" y="691"/>
                  </a:lnTo>
                  <a:lnTo>
                    <a:pt x="2096"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90"/>
            <p:cNvSpPr/>
            <p:nvPr/>
          </p:nvSpPr>
          <p:spPr>
            <a:xfrm>
              <a:off x="1673669" y="2084429"/>
              <a:ext cx="63367" cy="20684"/>
            </a:xfrm>
            <a:custGeom>
              <a:rect b="b" l="l" r="r" t="t"/>
              <a:pathLst>
                <a:path extrusionOk="0" h="692" w="2120">
                  <a:moveTo>
                    <a:pt x="0" y="1"/>
                  </a:moveTo>
                  <a:lnTo>
                    <a:pt x="0" y="691"/>
                  </a:lnTo>
                  <a:lnTo>
                    <a:pt x="2120" y="691"/>
                  </a:lnTo>
                  <a:lnTo>
                    <a:pt x="212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90"/>
            <p:cNvSpPr/>
            <p:nvPr/>
          </p:nvSpPr>
          <p:spPr>
            <a:xfrm>
              <a:off x="1586838" y="2084429"/>
              <a:ext cx="43430" cy="20684"/>
            </a:xfrm>
            <a:custGeom>
              <a:rect b="b" l="l" r="r" t="t"/>
              <a:pathLst>
                <a:path extrusionOk="0" h="692" w="1453">
                  <a:moveTo>
                    <a:pt x="0" y="1"/>
                  </a:moveTo>
                  <a:lnTo>
                    <a:pt x="0" y="691"/>
                  </a:lnTo>
                  <a:lnTo>
                    <a:pt x="1453" y="691"/>
                  </a:lnTo>
                  <a:lnTo>
                    <a:pt x="145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90"/>
            <p:cNvSpPr/>
            <p:nvPr/>
          </p:nvSpPr>
          <p:spPr>
            <a:xfrm>
              <a:off x="1499977" y="2084429"/>
              <a:ext cx="44177" cy="20684"/>
            </a:xfrm>
            <a:custGeom>
              <a:rect b="b" l="l" r="r" t="t"/>
              <a:pathLst>
                <a:path extrusionOk="0" h="692" w="1478">
                  <a:moveTo>
                    <a:pt x="1" y="1"/>
                  </a:moveTo>
                  <a:lnTo>
                    <a:pt x="1" y="691"/>
                  </a:lnTo>
                  <a:lnTo>
                    <a:pt x="1477" y="691"/>
                  </a:lnTo>
                  <a:lnTo>
                    <a:pt x="1477"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90"/>
            <p:cNvSpPr/>
            <p:nvPr/>
          </p:nvSpPr>
          <p:spPr>
            <a:xfrm>
              <a:off x="1534859" y="2064492"/>
              <a:ext cx="60527" cy="60557"/>
            </a:xfrm>
            <a:custGeom>
              <a:rect b="b" l="l" r="r" t="t"/>
              <a:pathLst>
                <a:path extrusionOk="0" h="2026" w="2025">
                  <a:moveTo>
                    <a:pt x="1025" y="1"/>
                  </a:moveTo>
                  <a:cubicBezTo>
                    <a:pt x="453" y="1"/>
                    <a:pt x="1" y="453"/>
                    <a:pt x="1" y="1001"/>
                  </a:cubicBezTo>
                  <a:cubicBezTo>
                    <a:pt x="1" y="1549"/>
                    <a:pt x="453" y="2025"/>
                    <a:pt x="1025" y="2025"/>
                  </a:cubicBezTo>
                  <a:cubicBezTo>
                    <a:pt x="1572" y="2025"/>
                    <a:pt x="2025" y="1549"/>
                    <a:pt x="2025" y="1001"/>
                  </a:cubicBezTo>
                  <a:cubicBezTo>
                    <a:pt x="2025" y="453"/>
                    <a:pt x="1572" y="1"/>
                    <a:pt x="1025"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90"/>
            <p:cNvSpPr/>
            <p:nvPr/>
          </p:nvSpPr>
          <p:spPr>
            <a:xfrm>
              <a:off x="1447310" y="2064492"/>
              <a:ext cx="60527" cy="60557"/>
            </a:xfrm>
            <a:custGeom>
              <a:rect b="b" l="l" r="r" t="t"/>
              <a:pathLst>
                <a:path extrusionOk="0" h="2026" w="2025">
                  <a:moveTo>
                    <a:pt x="1024" y="1"/>
                  </a:moveTo>
                  <a:cubicBezTo>
                    <a:pt x="477" y="1"/>
                    <a:pt x="0" y="453"/>
                    <a:pt x="0" y="1001"/>
                  </a:cubicBezTo>
                  <a:cubicBezTo>
                    <a:pt x="0" y="1549"/>
                    <a:pt x="477" y="2025"/>
                    <a:pt x="1024" y="2025"/>
                  </a:cubicBezTo>
                  <a:cubicBezTo>
                    <a:pt x="1572" y="2025"/>
                    <a:pt x="2025" y="1549"/>
                    <a:pt x="2025" y="1001"/>
                  </a:cubicBezTo>
                  <a:cubicBezTo>
                    <a:pt x="2025" y="453"/>
                    <a:pt x="1572" y="1"/>
                    <a:pt x="1024"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90"/>
            <p:cNvSpPr/>
            <p:nvPr/>
          </p:nvSpPr>
          <p:spPr>
            <a:xfrm>
              <a:off x="1622407" y="2064492"/>
              <a:ext cx="60557" cy="60557"/>
            </a:xfrm>
            <a:custGeom>
              <a:rect b="b" l="l" r="r" t="t"/>
              <a:pathLst>
                <a:path extrusionOk="0" h="2026" w="2026">
                  <a:moveTo>
                    <a:pt x="1001" y="1"/>
                  </a:moveTo>
                  <a:cubicBezTo>
                    <a:pt x="453" y="1"/>
                    <a:pt x="1" y="453"/>
                    <a:pt x="1" y="1001"/>
                  </a:cubicBezTo>
                  <a:cubicBezTo>
                    <a:pt x="1" y="1549"/>
                    <a:pt x="453" y="2025"/>
                    <a:pt x="1001" y="2025"/>
                  </a:cubicBezTo>
                  <a:cubicBezTo>
                    <a:pt x="1549" y="2025"/>
                    <a:pt x="2025" y="1549"/>
                    <a:pt x="2025" y="1001"/>
                  </a:cubicBezTo>
                  <a:cubicBezTo>
                    <a:pt x="2025" y="453"/>
                    <a:pt x="1549" y="1"/>
                    <a:pt x="1001"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90"/>
            <p:cNvSpPr/>
            <p:nvPr/>
          </p:nvSpPr>
          <p:spPr>
            <a:xfrm>
              <a:off x="1428808" y="1923560"/>
              <a:ext cx="98248" cy="98248"/>
            </a:xfrm>
            <a:custGeom>
              <a:rect b="b" l="l" r="r" t="t"/>
              <a:pathLst>
                <a:path extrusionOk="0" h="3287" w="3287">
                  <a:moveTo>
                    <a:pt x="1643" y="1"/>
                  </a:moveTo>
                  <a:cubicBezTo>
                    <a:pt x="739" y="1"/>
                    <a:pt x="0" y="739"/>
                    <a:pt x="0" y="1644"/>
                  </a:cubicBezTo>
                  <a:cubicBezTo>
                    <a:pt x="0" y="2549"/>
                    <a:pt x="739" y="3287"/>
                    <a:pt x="1643" y="3287"/>
                  </a:cubicBezTo>
                  <a:cubicBezTo>
                    <a:pt x="2548" y="3287"/>
                    <a:pt x="3287" y="2549"/>
                    <a:pt x="3287" y="1644"/>
                  </a:cubicBezTo>
                  <a:cubicBezTo>
                    <a:pt x="3287" y="739"/>
                    <a:pt x="2548" y="1"/>
                    <a:pt x="1643"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90"/>
            <p:cNvSpPr/>
            <p:nvPr/>
          </p:nvSpPr>
          <p:spPr>
            <a:xfrm>
              <a:off x="1603188" y="1923560"/>
              <a:ext cx="98278" cy="98248"/>
            </a:xfrm>
            <a:custGeom>
              <a:rect b="b" l="l" r="r" t="t"/>
              <a:pathLst>
                <a:path extrusionOk="0" h="3287"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90"/>
            <p:cNvSpPr/>
            <p:nvPr/>
          </p:nvSpPr>
          <p:spPr>
            <a:xfrm>
              <a:off x="1516357" y="2168421"/>
              <a:ext cx="97561" cy="97561"/>
            </a:xfrm>
            <a:custGeom>
              <a:rect b="b" l="l" r="r" t="t"/>
              <a:pathLst>
                <a:path extrusionOk="0" h="3264" w="3264">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90"/>
            <p:cNvSpPr/>
            <p:nvPr/>
          </p:nvSpPr>
          <p:spPr>
            <a:xfrm>
              <a:off x="1565466" y="2063805"/>
              <a:ext cx="29920" cy="61245"/>
            </a:xfrm>
            <a:custGeom>
              <a:rect b="b" l="l" r="r" t="t"/>
              <a:pathLst>
                <a:path extrusionOk="0" h="2049" w="1001">
                  <a:moveTo>
                    <a:pt x="1" y="0"/>
                  </a:moveTo>
                  <a:lnTo>
                    <a:pt x="1" y="2048"/>
                  </a:lnTo>
                  <a:cubicBezTo>
                    <a:pt x="548" y="2048"/>
                    <a:pt x="1001" y="1596"/>
                    <a:pt x="1001" y="1024"/>
                  </a:cubicBezTo>
                  <a:cubicBezTo>
                    <a:pt x="1001" y="453"/>
                    <a:pt x="548" y="0"/>
                    <a:pt x="1"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90"/>
            <p:cNvSpPr/>
            <p:nvPr/>
          </p:nvSpPr>
          <p:spPr>
            <a:xfrm>
              <a:off x="1565466" y="2167703"/>
              <a:ext cx="48452" cy="98278"/>
            </a:xfrm>
            <a:custGeom>
              <a:rect b="b" l="l" r="r" t="t"/>
              <a:pathLst>
                <a:path extrusionOk="0" h="3288" w="1621">
                  <a:moveTo>
                    <a:pt x="1" y="1"/>
                  </a:moveTo>
                  <a:lnTo>
                    <a:pt x="1" y="3287"/>
                  </a:lnTo>
                  <a:cubicBezTo>
                    <a:pt x="882" y="3287"/>
                    <a:pt x="1620" y="2573"/>
                    <a:pt x="1620" y="1668"/>
                  </a:cubicBezTo>
                  <a:cubicBezTo>
                    <a:pt x="1620" y="739"/>
                    <a:pt x="906" y="25"/>
                    <a:pt x="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4" name="Google Shape;20134;p90"/>
          <p:cNvGrpSpPr/>
          <p:nvPr/>
        </p:nvGrpSpPr>
        <p:grpSpPr>
          <a:xfrm>
            <a:off x="1799229" y="1938505"/>
            <a:ext cx="343108" cy="312532"/>
            <a:chOff x="2065929" y="1938505"/>
            <a:chExt cx="343108" cy="312532"/>
          </a:xfrm>
        </p:grpSpPr>
        <p:sp>
          <p:nvSpPr>
            <p:cNvPr id="20135" name="Google Shape;20135;p90"/>
            <p:cNvSpPr/>
            <p:nvPr/>
          </p:nvSpPr>
          <p:spPr>
            <a:xfrm>
              <a:off x="2119313" y="2194754"/>
              <a:ext cx="64084" cy="20684"/>
            </a:xfrm>
            <a:custGeom>
              <a:rect b="b" l="l" r="r" t="t"/>
              <a:pathLst>
                <a:path extrusionOk="0" h="692" w="2144">
                  <a:moveTo>
                    <a:pt x="0" y="1"/>
                  </a:moveTo>
                  <a:lnTo>
                    <a:pt x="0" y="691"/>
                  </a:lnTo>
                  <a:lnTo>
                    <a:pt x="2143" y="691"/>
                  </a:lnTo>
                  <a:lnTo>
                    <a:pt x="2143"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90"/>
            <p:cNvSpPr/>
            <p:nvPr/>
          </p:nvSpPr>
          <p:spPr>
            <a:xfrm>
              <a:off x="2119313" y="2204737"/>
              <a:ext cx="64084" cy="9983"/>
            </a:xfrm>
            <a:custGeom>
              <a:rect b="b" l="l" r="r" t="t"/>
              <a:pathLst>
                <a:path extrusionOk="0" h="334" w="2144">
                  <a:moveTo>
                    <a:pt x="0" y="0"/>
                  </a:moveTo>
                  <a:lnTo>
                    <a:pt x="0" y="334"/>
                  </a:lnTo>
                  <a:lnTo>
                    <a:pt x="2143" y="334"/>
                  </a:lnTo>
                  <a:lnTo>
                    <a:pt x="21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90"/>
            <p:cNvSpPr/>
            <p:nvPr/>
          </p:nvSpPr>
          <p:spPr>
            <a:xfrm>
              <a:off x="2119313" y="1976944"/>
              <a:ext cx="64084" cy="20684"/>
            </a:xfrm>
            <a:custGeom>
              <a:rect b="b" l="l" r="r" t="t"/>
              <a:pathLst>
                <a:path extrusionOk="0" h="692" w="2144">
                  <a:moveTo>
                    <a:pt x="0" y="1"/>
                  </a:moveTo>
                  <a:lnTo>
                    <a:pt x="0" y="691"/>
                  </a:lnTo>
                  <a:lnTo>
                    <a:pt x="2143" y="691"/>
                  </a:lnTo>
                  <a:lnTo>
                    <a:pt x="2143"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90"/>
            <p:cNvSpPr/>
            <p:nvPr/>
          </p:nvSpPr>
          <p:spPr>
            <a:xfrm>
              <a:off x="2119313" y="1986927"/>
              <a:ext cx="64084" cy="9983"/>
            </a:xfrm>
            <a:custGeom>
              <a:rect b="b" l="l" r="r" t="t"/>
              <a:pathLst>
                <a:path extrusionOk="0" h="334" w="2144">
                  <a:moveTo>
                    <a:pt x="0" y="0"/>
                  </a:moveTo>
                  <a:lnTo>
                    <a:pt x="0" y="333"/>
                  </a:lnTo>
                  <a:lnTo>
                    <a:pt x="2143" y="333"/>
                  </a:lnTo>
                  <a:lnTo>
                    <a:pt x="21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90"/>
            <p:cNvSpPr/>
            <p:nvPr/>
          </p:nvSpPr>
          <p:spPr>
            <a:xfrm>
              <a:off x="2119313" y="2085864"/>
              <a:ext cx="64084" cy="19967"/>
            </a:xfrm>
            <a:custGeom>
              <a:rect b="b" l="l" r="r" t="t"/>
              <a:pathLst>
                <a:path extrusionOk="0" h="668" w="2144">
                  <a:moveTo>
                    <a:pt x="0" y="0"/>
                  </a:moveTo>
                  <a:lnTo>
                    <a:pt x="0" y="667"/>
                  </a:lnTo>
                  <a:lnTo>
                    <a:pt x="2143" y="667"/>
                  </a:lnTo>
                  <a:lnTo>
                    <a:pt x="2143"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90"/>
            <p:cNvSpPr/>
            <p:nvPr/>
          </p:nvSpPr>
          <p:spPr>
            <a:xfrm>
              <a:off x="2065929" y="1954885"/>
              <a:ext cx="64084" cy="64084"/>
            </a:xfrm>
            <a:custGeom>
              <a:rect b="b" l="l" r="r" t="t"/>
              <a:pathLst>
                <a:path extrusionOk="0" h="2144" w="2144">
                  <a:moveTo>
                    <a:pt x="1072" y="0"/>
                  </a:moveTo>
                  <a:cubicBezTo>
                    <a:pt x="476" y="0"/>
                    <a:pt x="0" y="477"/>
                    <a:pt x="0" y="1072"/>
                  </a:cubicBezTo>
                  <a:cubicBezTo>
                    <a:pt x="0" y="1667"/>
                    <a:pt x="476" y="2144"/>
                    <a:pt x="1072" y="2144"/>
                  </a:cubicBezTo>
                  <a:cubicBezTo>
                    <a:pt x="1667" y="2144"/>
                    <a:pt x="2143" y="1667"/>
                    <a:pt x="2143" y="1072"/>
                  </a:cubicBezTo>
                  <a:cubicBezTo>
                    <a:pt x="2143" y="477"/>
                    <a:pt x="1667" y="0"/>
                    <a:pt x="1072"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90"/>
            <p:cNvSpPr/>
            <p:nvPr/>
          </p:nvSpPr>
          <p:spPr>
            <a:xfrm>
              <a:off x="2153477" y="1938505"/>
              <a:ext cx="150915" cy="96126"/>
            </a:xfrm>
            <a:custGeom>
              <a:rect b="b" l="l" r="r" t="t"/>
              <a:pathLst>
                <a:path extrusionOk="0" h="3216" w="5049">
                  <a:moveTo>
                    <a:pt x="2763" y="1"/>
                  </a:moveTo>
                  <a:lnTo>
                    <a:pt x="2763" y="810"/>
                  </a:lnTo>
                  <a:lnTo>
                    <a:pt x="0" y="810"/>
                  </a:lnTo>
                  <a:lnTo>
                    <a:pt x="0" y="2430"/>
                  </a:lnTo>
                  <a:lnTo>
                    <a:pt x="2763" y="2430"/>
                  </a:lnTo>
                  <a:lnTo>
                    <a:pt x="2763" y="3216"/>
                  </a:lnTo>
                  <a:lnTo>
                    <a:pt x="5049" y="1620"/>
                  </a:lnTo>
                  <a:lnTo>
                    <a:pt x="2763"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90"/>
            <p:cNvSpPr/>
            <p:nvPr/>
          </p:nvSpPr>
          <p:spPr>
            <a:xfrm>
              <a:off x="2065929" y="2064492"/>
              <a:ext cx="64084" cy="63397"/>
            </a:xfrm>
            <a:custGeom>
              <a:rect b="b" l="l" r="r" t="t"/>
              <a:pathLst>
                <a:path extrusionOk="0" h="2121" w="2144">
                  <a:moveTo>
                    <a:pt x="1072" y="1"/>
                  </a:moveTo>
                  <a:cubicBezTo>
                    <a:pt x="476" y="1"/>
                    <a:pt x="0" y="477"/>
                    <a:pt x="0" y="1072"/>
                  </a:cubicBezTo>
                  <a:cubicBezTo>
                    <a:pt x="0" y="1644"/>
                    <a:pt x="476" y="2120"/>
                    <a:pt x="1072" y="2120"/>
                  </a:cubicBezTo>
                  <a:cubicBezTo>
                    <a:pt x="1667" y="2120"/>
                    <a:pt x="2143" y="1644"/>
                    <a:pt x="2143" y="1072"/>
                  </a:cubicBezTo>
                  <a:cubicBezTo>
                    <a:pt x="2143" y="477"/>
                    <a:pt x="1667" y="1"/>
                    <a:pt x="1072" y="1"/>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90"/>
            <p:cNvSpPr/>
            <p:nvPr/>
          </p:nvSpPr>
          <p:spPr>
            <a:xfrm>
              <a:off x="2154882" y="2048830"/>
              <a:ext cx="202923" cy="94004"/>
            </a:xfrm>
            <a:custGeom>
              <a:rect b="b" l="l" r="r" t="t"/>
              <a:pathLst>
                <a:path extrusionOk="0" h="3145" w="6789">
                  <a:moveTo>
                    <a:pt x="4549" y="1"/>
                  </a:moveTo>
                  <a:lnTo>
                    <a:pt x="4549" y="787"/>
                  </a:lnTo>
                  <a:lnTo>
                    <a:pt x="1" y="787"/>
                  </a:lnTo>
                  <a:lnTo>
                    <a:pt x="1" y="2359"/>
                  </a:lnTo>
                  <a:lnTo>
                    <a:pt x="4549" y="2359"/>
                  </a:lnTo>
                  <a:lnTo>
                    <a:pt x="4549" y="3144"/>
                  </a:lnTo>
                  <a:lnTo>
                    <a:pt x="6788" y="1549"/>
                  </a:lnTo>
                  <a:lnTo>
                    <a:pt x="4549"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90"/>
            <p:cNvSpPr/>
            <p:nvPr/>
          </p:nvSpPr>
          <p:spPr>
            <a:xfrm>
              <a:off x="2065929" y="2172695"/>
              <a:ext cx="64084" cy="64084"/>
            </a:xfrm>
            <a:custGeom>
              <a:rect b="b" l="l" r="r" t="t"/>
              <a:pathLst>
                <a:path extrusionOk="0" h="2144" w="2144">
                  <a:moveTo>
                    <a:pt x="1072" y="1"/>
                  </a:moveTo>
                  <a:cubicBezTo>
                    <a:pt x="476" y="1"/>
                    <a:pt x="0" y="477"/>
                    <a:pt x="0" y="1072"/>
                  </a:cubicBezTo>
                  <a:cubicBezTo>
                    <a:pt x="0" y="1668"/>
                    <a:pt x="476" y="2144"/>
                    <a:pt x="1072" y="2144"/>
                  </a:cubicBezTo>
                  <a:cubicBezTo>
                    <a:pt x="1667" y="2144"/>
                    <a:pt x="2143" y="1668"/>
                    <a:pt x="2143" y="1072"/>
                  </a:cubicBezTo>
                  <a:cubicBezTo>
                    <a:pt x="2143" y="477"/>
                    <a:pt x="1667" y="1"/>
                    <a:pt x="1072"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90"/>
            <p:cNvSpPr/>
            <p:nvPr/>
          </p:nvSpPr>
          <p:spPr>
            <a:xfrm>
              <a:off x="2154882" y="2158467"/>
              <a:ext cx="254155" cy="92569"/>
            </a:xfrm>
            <a:custGeom>
              <a:rect b="b" l="l" r="r" t="t"/>
              <a:pathLst>
                <a:path extrusionOk="0" h="3097" w="8503">
                  <a:moveTo>
                    <a:pt x="6336" y="0"/>
                  </a:moveTo>
                  <a:lnTo>
                    <a:pt x="6336" y="786"/>
                  </a:lnTo>
                  <a:lnTo>
                    <a:pt x="1" y="786"/>
                  </a:lnTo>
                  <a:lnTo>
                    <a:pt x="1" y="2334"/>
                  </a:lnTo>
                  <a:lnTo>
                    <a:pt x="6336" y="2334"/>
                  </a:lnTo>
                  <a:lnTo>
                    <a:pt x="6336" y="3096"/>
                  </a:lnTo>
                  <a:lnTo>
                    <a:pt x="8503" y="1548"/>
                  </a:lnTo>
                  <a:lnTo>
                    <a:pt x="6336"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90"/>
            <p:cNvSpPr/>
            <p:nvPr/>
          </p:nvSpPr>
          <p:spPr>
            <a:xfrm>
              <a:off x="2065929" y="1986927"/>
              <a:ext cx="64084" cy="32042"/>
            </a:xfrm>
            <a:custGeom>
              <a:rect b="b" l="l" r="r" t="t"/>
              <a:pathLst>
                <a:path extrusionOk="0" h="1072" w="2144">
                  <a:moveTo>
                    <a:pt x="0" y="0"/>
                  </a:moveTo>
                  <a:cubicBezTo>
                    <a:pt x="0" y="595"/>
                    <a:pt x="476" y="1072"/>
                    <a:pt x="1072" y="1072"/>
                  </a:cubicBezTo>
                  <a:cubicBezTo>
                    <a:pt x="1667" y="1072"/>
                    <a:pt x="2143" y="595"/>
                    <a:pt x="2143"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90"/>
            <p:cNvSpPr/>
            <p:nvPr/>
          </p:nvSpPr>
          <p:spPr>
            <a:xfrm>
              <a:off x="2153477" y="1986927"/>
              <a:ext cx="150915" cy="47704"/>
            </a:xfrm>
            <a:custGeom>
              <a:rect b="b" l="l" r="r" t="t"/>
              <a:pathLst>
                <a:path extrusionOk="0" h="1596" w="5049">
                  <a:moveTo>
                    <a:pt x="0" y="0"/>
                  </a:moveTo>
                  <a:lnTo>
                    <a:pt x="0" y="810"/>
                  </a:lnTo>
                  <a:lnTo>
                    <a:pt x="2763" y="810"/>
                  </a:lnTo>
                  <a:lnTo>
                    <a:pt x="2763" y="1596"/>
                  </a:lnTo>
                  <a:lnTo>
                    <a:pt x="5049"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90"/>
            <p:cNvSpPr/>
            <p:nvPr/>
          </p:nvSpPr>
          <p:spPr>
            <a:xfrm>
              <a:off x="2119313" y="2095100"/>
              <a:ext cx="64084" cy="10013"/>
            </a:xfrm>
            <a:custGeom>
              <a:rect b="b" l="l" r="r" t="t"/>
              <a:pathLst>
                <a:path extrusionOk="0" h="335" w="2144">
                  <a:moveTo>
                    <a:pt x="0" y="1"/>
                  </a:moveTo>
                  <a:lnTo>
                    <a:pt x="0" y="334"/>
                  </a:lnTo>
                  <a:lnTo>
                    <a:pt x="2143" y="334"/>
                  </a:lnTo>
                  <a:lnTo>
                    <a:pt x="214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90"/>
            <p:cNvSpPr/>
            <p:nvPr/>
          </p:nvSpPr>
          <p:spPr>
            <a:xfrm>
              <a:off x="2065929" y="2095100"/>
              <a:ext cx="64084" cy="32072"/>
            </a:xfrm>
            <a:custGeom>
              <a:rect b="b" l="l" r="r" t="t"/>
              <a:pathLst>
                <a:path extrusionOk="0" h="1073" w="2144">
                  <a:moveTo>
                    <a:pt x="0" y="1"/>
                  </a:moveTo>
                  <a:cubicBezTo>
                    <a:pt x="0" y="596"/>
                    <a:pt x="476" y="1073"/>
                    <a:pt x="1072" y="1073"/>
                  </a:cubicBezTo>
                  <a:cubicBezTo>
                    <a:pt x="1667" y="1073"/>
                    <a:pt x="2143" y="596"/>
                    <a:pt x="2143"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90"/>
            <p:cNvSpPr/>
            <p:nvPr/>
          </p:nvSpPr>
          <p:spPr>
            <a:xfrm>
              <a:off x="2154882" y="2094703"/>
              <a:ext cx="202923" cy="46300"/>
            </a:xfrm>
            <a:custGeom>
              <a:rect b="b" l="l" r="r" t="t"/>
              <a:pathLst>
                <a:path extrusionOk="0" h="1549" w="6789">
                  <a:moveTo>
                    <a:pt x="1" y="0"/>
                  </a:moveTo>
                  <a:lnTo>
                    <a:pt x="1" y="763"/>
                  </a:lnTo>
                  <a:lnTo>
                    <a:pt x="4549" y="763"/>
                  </a:lnTo>
                  <a:lnTo>
                    <a:pt x="4549" y="1548"/>
                  </a:lnTo>
                  <a:lnTo>
                    <a:pt x="6788"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90"/>
            <p:cNvSpPr/>
            <p:nvPr/>
          </p:nvSpPr>
          <p:spPr>
            <a:xfrm>
              <a:off x="2065929" y="2204737"/>
              <a:ext cx="64084" cy="32042"/>
            </a:xfrm>
            <a:custGeom>
              <a:rect b="b" l="l" r="r" t="t"/>
              <a:pathLst>
                <a:path extrusionOk="0" h="1072" w="2144">
                  <a:moveTo>
                    <a:pt x="0" y="0"/>
                  </a:moveTo>
                  <a:cubicBezTo>
                    <a:pt x="0" y="596"/>
                    <a:pt x="476" y="1072"/>
                    <a:pt x="1072" y="1072"/>
                  </a:cubicBezTo>
                  <a:cubicBezTo>
                    <a:pt x="1667" y="1072"/>
                    <a:pt x="2143" y="596"/>
                    <a:pt x="2143"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90"/>
            <p:cNvSpPr/>
            <p:nvPr/>
          </p:nvSpPr>
          <p:spPr>
            <a:xfrm>
              <a:off x="2154882" y="2204737"/>
              <a:ext cx="254155" cy="45582"/>
            </a:xfrm>
            <a:custGeom>
              <a:rect b="b" l="l" r="r" t="t"/>
              <a:pathLst>
                <a:path extrusionOk="0" h="1525" w="8503">
                  <a:moveTo>
                    <a:pt x="1" y="0"/>
                  </a:moveTo>
                  <a:lnTo>
                    <a:pt x="1" y="786"/>
                  </a:lnTo>
                  <a:lnTo>
                    <a:pt x="6336" y="786"/>
                  </a:lnTo>
                  <a:lnTo>
                    <a:pt x="6336" y="1524"/>
                  </a:lnTo>
                  <a:lnTo>
                    <a:pt x="8503"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3" name="Google Shape;20153;p90"/>
          <p:cNvGrpSpPr/>
          <p:nvPr/>
        </p:nvGrpSpPr>
        <p:grpSpPr>
          <a:xfrm>
            <a:off x="2574452" y="1922842"/>
            <a:ext cx="308973" cy="344544"/>
            <a:chOff x="2764952" y="1922842"/>
            <a:chExt cx="308973" cy="344544"/>
          </a:xfrm>
        </p:grpSpPr>
        <p:sp>
          <p:nvSpPr>
            <p:cNvPr id="20154" name="Google Shape;20154;p90"/>
            <p:cNvSpPr/>
            <p:nvPr/>
          </p:nvSpPr>
          <p:spPr>
            <a:xfrm>
              <a:off x="2883825" y="1922842"/>
              <a:ext cx="69793" cy="90447"/>
            </a:xfrm>
            <a:custGeom>
              <a:rect b="b" l="l" r="r" t="t"/>
              <a:pathLst>
                <a:path extrusionOk="0" h="3026" w="2335">
                  <a:moveTo>
                    <a:pt x="1168" y="1"/>
                  </a:moveTo>
                  <a:lnTo>
                    <a:pt x="1" y="2597"/>
                  </a:lnTo>
                  <a:lnTo>
                    <a:pt x="1168" y="3025"/>
                  </a:lnTo>
                  <a:lnTo>
                    <a:pt x="2335" y="2597"/>
                  </a:lnTo>
                  <a:lnTo>
                    <a:pt x="1168"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90"/>
            <p:cNvSpPr/>
            <p:nvPr/>
          </p:nvSpPr>
          <p:spPr>
            <a:xfrm>
              <a:off x="2918707" y="1922842"/>
              <a:ext cx="34912" cy="90447"/>
            </a:xfrm>
            <a:custGeom>
              <a:rect b="b" l="l" r="r" t="t"/>
              <a:pathLst>
                <a:path extrusionOk="0" h="3026" w="1168">
                  <a:moveTo>
                    <a:pt x="1" y="1"/>
                  </a:moveTo>
                  <a:lnTo>
                    <a:pt x="1" y="3025"/>
                  </a:lnTo>
                  <a:lnTo>
                    <a:pt x="1168" y="2597"/>
                  </a:lnTo>
                  <a:lnTo>
                    <a:pt x="1"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90"/>
            <p:cNvSpPr/>
            <p:nvPr/>
          </p:nvSpPr>
          <p:spPr>
            <a:xfrm>
              <a:off x="2852500" y="2000438"/>
              <a:ext cx="132443" cy="82616"/>
            </a:xfrm>
            <a:custGeom>
              <a:rect b="b" l="l" r="r" t="t"/>
              <a:pathLst>
                <a:path extrusionOk="0" h="2764" w="4431">
                  <a:moveTo>
                    <a:pt x="1049" y="1"/>
                  </a:moveTo>
                  <a:lnTo>
                    <a:pt x="1" y="2311"/>
                  </a:lnTo>
                  <a:lnTo>
                    <a:pt x="2216" y="2763"/>
                  </a:lnTo>
                  <a:lnTo>
                    <a:pt x="4430" y="2311"/>
                  </a:lnTo>
                  <a:lnTo>
                    <a:pt x="3383"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90"/>
            <p:cNvSpPr/>
            <p:nvPr/>
          </p:nvSpPr>
          <p:spPr>
            <a:xfrm>
              <a:off x="2918707" y="2000438"/>
              <a:ext cx="66236" cy="82616"/>
            </a:xfrm>
            <a:custGeom>
              <a:rect b="b" l="l" r="r" t="t"/>
              <a:pathLst>
                <a:path extrusionOk="0" h="2764" w="2216">
                  <a:moveTo>
                    <a:pt x="1" y="1"/>
                  </a:moveTo>
                  <a:lnTo>
                    <a:pt x="1" y="2763"/>
                  </a:lnTo>
                  <a:lnTo>
                    <a:pt x="2215" y="2311"/>
                  </a:lnTo>
                  <a:lnTo>
                    <a:pt x="1168"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90"/>
            <p:cNvSpPr/>
            <p:nvPr/>
          </p:nvSpPr>
          <p:spPr>
            <a:xfrm>
              <a:off x="2821892" y="2069484"/>
              <a:ext cx="193657" cy="82616"/>
            </a:xfrm>
            <a:custGeom>
              <a:rect b="b" l="l" r="r" t="t"/>
              <a:pathLst>
                <a:path extrusionOk="0" h="2764" w="6479">
                  <a:moveTo>
                    <a:pt x="1025" y="1"/>
                  </a:moveTo>
                  <a:lnTo>
                    <a:pt x="1" y="2334"/>
                  </a:lnTo>
                  <a:lnTo>
                    <a:pt x="3240" y="2763"/>
                  </a:lnTo>
                  <a:lnTo>
                    <a:pt x="6478" y="2334"/>
                  </a:lnTo>
                  <a:lnTo>
                    <a:pt x="5431"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90"/>
            <p:cNvSpPr/>
            <p:nvPr/>
          </p:nvSpPr>
          <p:spPr>
            <a:xfrm>
              <a:off x="2918707" y="2069484"/>
              <a:ext cx="96844" cy="82616"/>
            </a:xfrm>
            <a:custGeom>
              <a:rect b="b" l="l" r="r" t="t"/>
              <a:pathLst>
                <a:path extrusionOk="0" h="2764" w="3240">
                  <a:moveTo>
                    <a:pt x="1" y="1"/>
                  </a:moveTo>
                  <a:lnTo>
                    <a:pt x="1" y="2763"/>
                  </a:lnTo>
                  <a:lnTo>
                    <a:pt x="3239" y="2334"/>
                  </a:lnTo>
                  <a:lnTo>
                    <a:pt x="22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90"/>
            <p:cNvSpPr/>
            <p:nvPr/>
          </p:nvSpPr>
          <p:spPr>
            <a:xfrm>
              <a:off x="2790597" y="2139248"/>
              <a:ext cx="256277" cy="82586"/>
            </a:xfrm>
            <a:custGeom>
              <a:rect b="b" l="l" r="r" t="t"/>
              <a:pathLst>
                <a:path extrusionOk="0" h="2763" w="8574">
                  <a:moveTo>
                    <a:pt x="1048" y="0"/>
                  </a:moveTo>
                  <a:lnTo>
                    <a:pt x="0" y="2310"/>
                  </a:lnTo>
                  <a:lnTo>
                    <a:pt x="4287" y="2763"/>
                  </a:lnTo>
                  <a:lnTo>
                    <a:pt x="8573" y="2310"/>
                  </a:lnTo>
                  <a:lnTo>
                    <a:pt x="7525"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90"/>
            <p:cNvSpPr/>
            <p:nvPr/>
          </p:nvSpPr>
          <p:spPr>
            <a:xfrm>
              <a:off x="2918707" y="2139248"/>
              <a:ext cx="128168" cy="82586"/>
            </a:xfrm>
            <a:custGeom>
              <a:rect b="b" l="l" r="r" t="t"/>
              <a:pathLst>
                <a:path extrusionOk="0" h="2763" w="4288">
                  <a:moveTo>
                    <a:pt x="1" y="0"/>
                  </a:moveTo>
                  <a:lnTo>
                    <a:pt x="1" y="2763"/>
                  </a:lnTo>
                  <a:lnTo>
                    <a:pt x="4287" y="2310"/>
                  </a:lnTo>
                  <a:lnTo>
                    <a:pt x="3239"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90"/>
            <p:cNvSpPr/>
            <p:nvPr/>
          </p:nvSpPr>
          <p:spPr>
            <a:xfrm>
              <a:off x="2764952" y="2208294"/>
              <a:ext cx="308973" cy="59093"/>
            </a:xfrm>
            <a:custGeom>
              <a:rect b="b" l="l" r="r" t="t"/>
              <a:pathLst>
                <a:path extrusionOk="0" h="1977" w="10337">
                  <a:moveTo>
                    <a:pt x="882" y="0"/>
                  </a:moveTo>
                  <a:lnTo>
                    <a:pt x="1" y="1977"/>
                  </a:lnTo>
                  <a:lnTo>
                    <a:pt x="10336" y="1977"/>
                  </a:lnTo>
                  <a:lnTo>
                    <a:pt x="9455"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90"/>
            <p:cNvSpPr/>
            <p:nvPr/>
          </p:nvSpPr>
          <p:spPr>
            <a:xfrm>
              <a:off x="2918707" y="2208294"/>
              <a:ext cx="153784" cy="59093"/>
            </a:xfrm>
            <a:custGeom>
              <a:rect b="b" l="l" r="r" t="t"/>
              <a:pathLst>
                <a:path extrusionOk="0" h="1977" w="5145">
                  <a:moveTo>
                    <a:pt x="1" y="0"/>
                  </a:moveTo>
                  <a:lnTo>
                    <a:pt x="1" y="1977"/>
                  </a:lnTo>
                  <a:lnTo>
                    <a:pt x="5145" y="1977"/>
                  </a:lnTo>
                  <a:lnTo>
                    <a:pt x="428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4" name="Google Shape;20164;p90"/>
          <p:cNvGrpSpPr/>
          <p:nvPr/>
        </p:nvGrpSpPr>
        <p:grpSpPr>
          <a:xfrm>
            <a:off x="3264996" y="1922842"/>
            <a:ext cx="343826" cy="344544"/>
            <a:chOff x="3379296" y="1922842"/>
            <a:chExt cx="343826" cy="344544"/>
          </a:xfrm>
        </p:grpSpPr>
        <p:sp>
          <p:nvSpPr>
            <p:cNvPr id="20165" name="Google Shape;20165;p90"/>
            <p:cNvSpPr/>
            <p:nvPr/>
          </p:nvSpPr>
          <p:spPr>
            <a:xfrm>
              <a:off x="3540165" y="1984058"/>
              <a:ext cx="20684" cy="55566"/>
            </a:xfrm>
            <a:custGeom>
              <a:rect b="b" l="l" r="r" t="t"/>
              <a:pathLst>
                <a:path extrusionOk="0" h="1859" w="692">
                  <a:moveTo>
                    <a:pt x="1" y="1"/>
                  </a:moveTo>
                  <a:lnTo>
                    <a:pt x="1" y="1858"/>
                  </a:lnTo>
                  <a:lnTo>
                    <a:pt x="691" y="1858"/>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90"/>
            <p:cNvSpPr/>
            <p:nvPr/>
          </p:nvSpPr>
          <p:spPr>
            <a:xfrm>
              <a:off x="3478232" y="2023931"/>
              <a:ext cx="145236" cy="53413"/>
            </a:xfrm>
            <a:custGeom>
              <a:rect b="b" l="l" r="r" t="t"/>
              <a:pathLst>
                <a:path extrusionOk="0" h="1787" w="4859">
                  <a:moveTo>
                    <a:pt x="1" y="0"/>
                  </a:moveTo>
                  <a:lnTo>
                    <a:pt x="1" y="1787"/>
                  </a:lnTo>
                  <a:lnTo>
                    <a:pt x="4859" y="1787"/>
                  </a:lnTo>
                  <a:lnTo>
                    <a:pt x="4859"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90"/>
            <p:cNvSpPr/>
            <p:nvPr/>
          </p:nvSpPr>
          <p:spPr>
            <a:xfrm>
              <a:off x="3550836" y="1984058"/>
              <a:ext cx="10013" cy="55566"/>
            </a:xfrm>
            <a:custGeom>
              <a:rect b="b" l="l" r="r" t="t"/>
              <a:pathLst>
                <a:path extrusionOk="0" h="1859" w="335">
                  <a:moveTo>
                    <a:pt x="1" y="1"/>
                  </a:moveTo>
                  <a:lnTo>
                    <a:pt x="1" y="1858"/>
                  </a:lnTo>
                  <a:lnTo>
                    <a:pt x="334" y="1858"/>
                  </a:lnTo>
                  <a:lnTo>
                    <a:pt x="334"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90"/>
            <p:cNvSpPr/>
            <p:nvPr/>
          </p:nvSpPr>
          <p:spPr>
            <a:xfrm>
              <a:off x="3550836" y="2023931"/>
              <a:ext cx="73350" cy="53413"/>
            </a:xfrm>
            <a:custGeom>
              <a:rect b="b" l="l" r="r" t="t"/>
              <a:pathLst>
                <a:path extrusionOk="0" h="1787" w="2454">
                  <a:moveTo>
                    <a:pt x="1" y="0"/>
                  </a:moveTo>
                  <a:lnTo>
                    <a:pt x="1" y="1787"/>
                  </a:lnTo>
                  <a:lnTo>
                    <a:pt x="2454" y="1787"/>
                  </a:lnTo>
                  <a:lnTo>
                    <a:pt x="2454"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90"/>
            <p:cNvSpPr/>
            <p:nvPr/>
          </p:nvSpPr>
          <p:spPr>
            <a:xfrm>
              <a:off x="3540165" y="1922842"/>
              <a:ext cx="104675" cy="63397"/>
            </a:xfrm>
            <a:custGeom>
              <a:rect b="b" l="l" r="r" t="t"/>
              <a:pathLst>
                <a:path extrusionOk="0" h="2121" w="3502">
                  <a:moveTo>
                    <a:pt x="1" y="1"/>
                  </a:moveTo>
                  <a:lnTo>
                    <a:pt x="1" y="2120"/>
                  </a:lnTo>
                  <a:lnTo>
                    <a:pt x="3501" y="2120"/>
                  </a:lnTo>
                  <a:lnTo>
                    <a:pt x="3501"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90"/>
            <p:cNvSpPr/>
            <p:nvPr/>
          </p:nvSpPr>
          <p:spPr>
            <a:xfrm>
              <a:off x="3452616" y="2073041"/>
              <a:ext cx="196497" cy="52009"/>
            </a:xfrm>
            <a:custGeom>
              <a:rect b="b" l="l" r="r" t="t"/>
              <a:pathLst>
                <a:path extrusionOk="0" h="1740" w="6574">
                  <a:moveTo>
                    <a:pt x="0" y="1"/>
                  </a:moveTo>
                  <a:lnTo>
                    <a:pt x="0" y="1739"/>
                  </a:lnTo>
                  <a:lnTo>
                    <a:pt x="6573" y="1739"/>
                  </a:lnTo>
                  <a:lnTo>
                    <a:pt x="6573"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90"/>
            <p:cNvSpPr/>
            <p:nvPr/>
          </p:nvSpPr>
          <p:spPr>
            <a:xfrm>
              <a:off x="3550836" y="2073041"/>
              <a:ext cx="98966" cy="52009"/>
            </a:xfrm>
            <a:custGeom>
              <a:rect b="b" l="l" r="r" t="t"/>
              <a:pathLst>
                <a:path extrusionOk="0" h="1740" w="3311">
                  <a:moveTo>
                    <a:pt x="1" y="1"/>
                  </a:moveTo>
                  <a:lnTo>
                    <a:pt x="1" y="1739"/>
                  </a:lnTo>
                  <a:lnTo>
                    <a:pt x="3311" y="1739"/>
                  </a:lnTo>
                  <a:lnTo>
                    <a:pt x="331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90"/>
            <p:cNvSpPr/>
            <p:nvPr/>
          </p:nvSpPr>
          <p:spPr>
            <a:xfrm>
              <a:off x="3427000" y="2121433"/>
              <a:ext cx="247011" cy="52009"/>
            </a:xfrm>
            <a:custGeom>
              <a:rect b="b" l="l" r="r" t="t"/>
              <a:pathLst>
                <a:path extrusionOk="0" h="1740" w="8264">
                  <a:moveTo>
                    <a:pt x="0" y="1"/>
                  </a:moveTo>
                  <a:lnTo>
                    <a:pt x="0" y="1739"/>
                  </a:lnTo>
                  <a:lnTo>
                    <a:pt x="8264" y="1739"/>
                  </a:lnTo>
                  <a:lnTo>
                    <a:pt x="8264"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90"/>
            <p:cNvSpPr/>
            <p:nvPr/>
          </p:nvSpPr>
          <p:spPr>
            <a:xfrm>
              <a:off x="3550118" y="2121433"/>
              <a:ext cx="123894" cy="52009"/>
            </a:xfrm>
            <a:custGeom>
              <a:rect b="b" l="l" r="r" t="t"/>
              <a:pathLst>
                <a:path extrusionOk="0" h="1740" w="4145">
                  <a:moveTo>
                    <a:pt x="1" y="1"/>
                  </a:moveTo>
                  <a:lnTo>
                    <a:pt x="1" y="1739"/>
                  </a:lnTo>
                  <a:lnTo>
                    <a:pt x="4145" y="1739"/>
                  </a:lnTo>
                  <a:lnTo>
                    <a:pt x="41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90"/>
            <p:cNvSpPr/>
            <p:nvPr/>
          </p:nvSpPr>
          <p:spPr>
            <a:xfrm>
              <a:off x="3404224" y="2169855"/>
              <a:ext cx="292563" cy="52696"/>
            </a:xfrm>
            <a:custGeom>
              <a:rect b="b" l="l" r="r" t="t"/>
              <a:pathLst>
                <a:path extrusionOk="0" h="1763" w="9788">
                  <a:moveTo>
                    <a:pt x="0" y="0"/>
                  </a:moveTo>
                  <a:lnTo>
                    <a:pt x="0" y="1763"/>
                  </a:lnTo>
                  <a:lnTo>
                    <a:pt x="9788" y="1763"/>
                  </a:lnTo>
                  <a:lnTo>
                    <a:pt x="9788"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90"/>
            <p:cNvSpPr/>
            <p:nvPr/>
          </p:nvSpPr>
          <p:spPr>
            <a:xfrm>
              <a:off x="3550836" y="2169855"/>
              <a:ext cx="147388" cy="52696"/>
            </a:xfrm>
            <a:custGeom>
              <a:rect b="b" l="l" r="r" t="t"/>
              <a:pathLst>
                <a:path extrusionOk="0" h="1763" w="4931">
                  <a:moveTo>
                    <a:pt x="1" y="0"/>
                  </a:moveTo>
                  <a:lnTo>
                    <a:pt x="1" y="1763"/>
                  </a:lnTo>
                  <a:lnTo>
                    <a:pt x="4930" y="1763"/>
                  </a:lnTo>
                  <a:lnTo>
                    <a:pt x="4930"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90"/>
            <p:cNvSpPr/>
            <p:nvPr/>
          </p:nvSpPr>
          <p:spPr>
            <a:xfrm>
              <a:off x="3379296" y="2218965"/>
              <a:ext cx="343825" cy="48422"/>
            </a:xfrm>
            <a:custGeom>
              <a:rect b="b" l="l" r="r" t="t"/>
              <a:pathLst>
                <a:path extrusionOk="0" h="1620" w="11503">
                  <a:moveTo>
                    <a:pt x="1" y="1"/>
                  </a:moveTo>
                  <a:lnTo>
                    <a:pt x="1" y="1620"/>
                  </a:lnTo>
                  <a:lnTo>
                    <a:pt x="11503" y="1620"/>
                  </a:lnTo>
                  <a:lnTo>
                    <a:pt x="115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90"/>
            <p:cNvSpPr/>
            <p:nvPr/>
          </p:nvSpPr>
          <p:spPr>
            <a:xfrm>
              <a:off x="3550836" y="2218965"/>
              <a:ext cx="172286" cy="48422"/>
            </a:xfrm>
            <a:custGeom>
              <a:rect b="b" l="l" r="r" t="t"/>
              <a:pathLst>
                <a:path extrusionOk="0" h="1620" w="5764">
                  <a:moveTo>
                    <a:pt x="1" y="1"/>
                  </a:moveTo>
                  <a:lnTo>
                    <a:pt x="1" y="1620"/>
                  </a:lnTo>
                  <a:lnTo>
                    <a:pt x="5764" y="1620"/>
                  </a:lnTo>
                  <a:lnTo>
                    <a:pt x="5764"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8" name="Google Shape;20178;p90"/>
          <p:cNvGrpSpPr/>
          <p:nvPr/>
        </p:nvGrpSpPr>
        <p:grpSpPr>
          <a:xfrm>
            <a:off x="4038814" y="1922125"/>
            <a:ext cx="343826" cy="345261"/>
            <a:chOff x="4076914" y="1922125"/>
            <a:chExt cx="343826" cy="345261"/>
          </a:xfrm>
        </p:grpSpPr>
        <p:sp>
          <p:nvSpPr>
            <p:cNvPr id="20179" name="Google Shape;20179;p90"/>
            <p:cNvSpPr/>
            <p:nvPr/>
          </p:nvSpPr>
          <p:spPr>
            <a:xfrm>
              <a:off x="4076914" y="1922125"/>
              <a:ext cx="181552" cy="179430"/>
            </a:xfrm>
            <a:custGeom>
              <a:rect b="b" l="l" r="r" t="t"/>
              <a:pathLst>
                <a:path extrusionOk="0" h="6003" w="6074">
                  <a:moveTo>
                    <a:pt x="1" y="1"/>
                  </a:moveTo>
                  <a:lnTo>
                    <a:pt x="1" y="1858"/>
                  </a:lnTo>
                  <a:cubicBezTo>
                    <a:pt x="1" y="4049"/>
                    <a:pt x="1739" y="5764"/>
                    <a:pt x="3882" y="5764"/>
                  </a:cubicBezTo>
                  <a:lnTo>
                    <a:pt x="4335" y="5764"/>
                  </a:lnTo>
                  <a:lnTo>
                    <a:pt x="5121" y="6002"/>
                  </a:lnTo>
                  <a:lnTo>
                    <a:pt x="5764" y="5764"/>
                  </a:lnTo>
                  <a:lnTo>
                    <a:pt x="6073" y="5026"/>
                  </a:lnTo>
                  <a:lnTo>
                    <a:pt x="5764" y="4335"/>
                  </a:lnTo>
                  <a:lnTo>
                    <a:pt x="5764" y="3883"/>
                  </a:lnTo>
                  <a:cubicBezTo>
                    <a:pt x="5764" y="1716"/>
                    <a:pt x="4001" y="1"/>
                    <a:pt x="1858" y="1"/>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90"/>
            <p:cNvSpPr/>
            <p:nvPr/>
          </p:nvSpPr>
          <p:spPr>
            <a:xfrm>
              <a:off x="4235661" y="2085864"/>
              <a:ext cx="185079" cy="181522"/>
            </a:xfrm>
            <a:custGeom>
              <a:rect b="b" l="l" r="r" t="t"/>
              <a:pathLst>
                <a:path extrusionOk="0" h="6073" w="6192">
                  <a:moveTo>
                    <a:pt x="1167" y="0"/>
                  </a:moveTo>
                  <a:lnTo>
                    <a:pt x="429" y="286"/>
                  </a:lnTo>
                  <a:lnTo>
                    <a:pt x="0" y="1000"/>
                  </a:lnTo>
                  <a:lnTo>
                    <a:pt x="429" y="1691"/>
                  </a:lnTo>
                  <a:lnTo>
                    <a:pt x="429" y="2167"/>
                  </a:lnTo>
                  <a:cubicBezTo>
                    <a:pt x="429" y="4334"/>
                    <a:pt x="2191" y="6073"/>
                    <a:pt x="4334" y="6073"/>
                  </a:cubicBezTo>
                  <a:lnTo>
                    <a:pt x="6192" y="6073"/>
                  </a:lnTo>
                  <a:lnTo>
                    <a:pt x="6192" y="4192"/>
                  </a:lnTo>
                  <a:cubicBezTo>
                    <a:pt x="6192" y="2048"/>
                    <a:pt x="4454" y="286"/>
                    <a:pt x="2310" y="286"/>
                  </a:cubicBezTo>
                  <a:lnTo>
                    <a:pt x="1834" y="286"/>
                  </a:lnTo>
                  <a:lnTo>
                    <a:pt x="1167"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90"/>
            <p:cNvSpPr/>
            <p:nvPr/>
          </p:nvSpPr>
          <p:spPr>
            <a:xfrm>
              <a:off x="4249171" y="2086581"/>
              <a:ext cx="171569" cy="180805"/>
            </a:xfrm>
            <a:custGeom>
              <a:rect b="b" l="l" r="r" t="t"/>
              <a:pathLst>
                <a:path extrusionOk="0" h="6049" w="5740">
                  <a:moveTo>
                    <a:pt x="739" y="0"/>
                  </a:moveTo>
                  <a:lnTo>
                    <a:pt x="1" y="286"/>
                  </a:lnTo>
                  <a:lnTo>
                    <a:pt x="5740" y="6049"/>
                  </a:lnTo>
                  <a:lnTo>
                    <a:pt x="5740" y="4168"/>
                  </a:lnTo>
                  <a:cubicBezTo>
                    <a:pt x="5740" y="2039"/>
                    <a:pt x="4025" y="286"/>
                    <a:pt x="1924" y="286"/>
                  </a:cubicBezTo>
                  <a:cubicBezTo>
                    <a:pt x="1910" y="286"/>
                    <a:pt x="1896" y="286"/>
                    <a:pt x="1882" y="286"/>
                  </a:cubicBezTo>
                  <a:lnTo>
                    <a:pt x="1406" y="286"/>
                  </a:lnTo>
                  <a:lnTo>
                    <a:pt x="739"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90"/>
            <p:cNvSpPr/>
            <p:nvPr/>
          </p:nvSpPr>
          <p:spPr>
            <a:xfrm>
              <a:off x="4077631" y="1922842"/>
              <a:ext cx="180835" cy="171598"/>
            </a:xfrm>
            <a:custGeom>
              <a:rect b="b" l="l" r="r" t="t"/>
              <a:pathLst>
                <a:path extrusionOk="0" h="5741" w="6050">
                  <a:moveTo>
                    <a:pt x="0" y="1"/>
                  </a:moveTo>
                  <a:lnTo>
                    <a:pt x="5740" y="5740"/>
                  </a:lnTo>
                  <a:lnTo>
                    <a:pt x="6049" y="5002"/>
                  </a:lnTo>
                  <a:lnTo>
                    <a:pt x="5763" y="4335"/>
                  </a:lnTo>
                  <a:lnTo>
                    <a:pt x="5763" y="3906"/>
                  </a:lnTo>
                  <a:cubicBezTo>
                    <a:pt x="5763" y="1715"/>
                    <a:pt x="4025" y="1"/>
                    <a:pt x="1882"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90"/>
            <p:cNvSpPr/>
            <p:nvPr/>
          </p:nvSpPr>
          <p:spPr>
            <a:xfrm>
              <a:off x="4248454" y="1961281"/>
              <a:ext cx="134565" cy="133847"/>
            </a:xfrm>
            <a:custGeom>
              <a:rect b="b" l="l" r="r" t="t"/>
              <a:pathLst>
                <a:path extrusionOk="0" h="4478" w="4502">
                  <a:moveTo>
                    <a:pt x="3097" y="1"/>
                  </a:moveTo>
                  <a:cubicBezTo>
                    <a:pt x="1358" y="1"/>
                    <a:pt x="1" y="1382"/>
                    <a:pt x="1" y="3097"/>
                  </a:cubicBezTo>
                  <a:lnTo>
                    <a:pt x="1" y="4478"/>
                  </a:lnTo>
                  <a:lnTo>
                    <a:pt x="1406" y="4478"/>
                  </a:lnTo>
                  <a:cubicBezTo>
                    <a:pt x="3121" y="4478"/>
                    <a:pt x="4502" y="3097"/>
                    <a:pt x="4502" y="1382"/>
                  </a:cubicBezTo>
                  <a:lnTo>
                    <a:pt x="4502"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90"/>
            <p:cNvSpPr/>
            <p:nvPr/>
          </p:nvSpPr>
          <p:spPr>
            <a:xfrm>
              <a:off x="4114635" y="2094412"/>
              <a:ext cx="134565" cy="134535"/>
            </a:xfrm>
            <a:custGeom>
              <a:rect b="b" l="l" r="r" t="t"/>
              <a:pathLst>
                <a:path extrusionOk="0" h="4501" w="4502">
                  <a:moveTo>
                    <a:pt x="3097" y="0"/>
                  </a:moveTo>
                  <a:cubicBezTo>
                    <a:pt x="1382" y="0"/>
                    <a:pt x="1" y="1405"/>
                    <a:pt x="1" y="3096"/>
                  </a:cubicBezTo>
                  <a:lnTo>
                    <a:pt x="1" y="4501"/>
                  </a:lnTo>
                  <a:lnTo>
                    <a:pt x="1406" y="4501"/>
                  </a:lnTo>
                  <a:cubicBezTo>
                    <a:pt x="3144" y="4501"/>
                    <a:pt x="4502" y="3096"/>
                    <a:pt x="4502" y="1405"/>
                  </a:cubicBezTo>
                  <a:lnTo>
                    <a:pt x="4502"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90"/>
            <p:cNvSpPr/>
            <p:nvPr/>
          </p:nvSpPr>
          <p:spPr>
            <a:xfrm>
              <a:off x="4139564" y="1979096"/>
              <a:ext cx="52696" cy="19937"/>
            </a:xfrm>
            <a:custGeom>
              <a:rect b="b" l="l" r="r" t="t"/>
              <a:pathLst>
                <a:path extrusionOk="0" h="667" w="1763">
                  <a:moveTo>
                    <a:pt x="0" y="0"/>
                  </a:moveTo>
                  <a:lnTo>
                    <a:pt x="0" y="667"/>
                  </a:lnTo>
                  <a:lnTo>
                    <a:pt x="1763" y="667"/>
                  </a:lnTo>
                  <a:lnTo>
                    <a:pt x="176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90"/>
            <p:cNvSpPr/>
            <p:nvPr/>
          </p:nvSpPr>
          <p:spPr>
            <a:xfrm>
              <a:off x="4139564" y="2021779"/>
              <a:ext cx="52696" cy="19967"/>
            </a:xfrm>
            <a:custGeom>
              <a:rect b="b" l="l" r="r" t="t"/>
              <a:pathLst>
                <a:path extrusionOk="0" h="668" w="1763">
                  <a:moveTo>
                    <a:pt x="0" y="1"/>
                  </a:moveTo>
                  <a:lnTo>
                    <a:pt x="0" y="668"/>
                  </a:lnTo>
                  <a:lnTo>
                    <a:pt x="1763" y="668"/>
                  </a:lnTo>
                  <a:lnTo>
                    <a:pt x="17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90"/>
            <p:cNvSpPr/>
            <p:nvPr/>
          </p:nvSpPr>
          <p:spPr>
            <a:xfrm>
              <a:off x="4304707" y="2147079"/>
              <a:ext cx="51979" cy="20654"/>
            </a:xfrm>
            <a:custGeom>
              <a:rect b="b" l="l" r="r" t="t"/>
              <a:pathLst>
                <a:path extrusionOk="0" h="691" w="1739">
                  <a:moveTo>
                    <a:pt x="0" y="0"/>
                  </a:moveTo>
                  <a:lnTo>
                    <a:pt x="0" y="691"/>
                  </a:lnTo>
                  <a:lnTo>
                    <a:pt x="1739" y="691"/>
                  </a:lnTo>
                  <a:lnTo>
                    <a:pt x="173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90"/>
            <p:cNvSpPr/>
            <p:nvPr/>
          </p:nvSpPr>
          <p:spPr>
            <a:xfrm>
              <a:off x="4304707" y="2190480"/>
              <a:ext cx="51979" cy="20684"/>
            </a:xfrm>
            <a:custGeom>
              <a:rect b="b" l="l" r="r" t="t"/>
              <a:pathLst>
                <a:path extrusionOk="0" h="692" w="1739">
                  <a:moveTo>
                    <a:pt x="0" y="1"/>
                  </a:moveTo>
                  <a:lnTo>
                    <a:pt x="0" y="692"/>
                  </a:lnTo>
                  <a:lnTo>
                    <a:pt x="1739" y="692"/>
                  </a:lnTo>
                  <a:lnTo>
                    <a:pt x="173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90"/>
            <p:cNvSpPr/>
            <p:nvPr/>
          </p:nvSpPr>
          <p:spPr>
            <a:xfrm>
              <a:off x="4114635" y="2094412"/>
              <a:ext cx="134565" cy="134535"/>
            </a:xfrm>
            <a:custGeom>
              <a:rect b="b" l="l" r="r" t="t"/>
              <a:pathLst>
                <a:path extrusionOk="0" h="4501" w="4502">
                  <a:moveTo>
                    <a:pt x="4502" y="0"/>
                  </a:moveTo>
                  <a:lnTo>
                    <a:pt x="1" y="4501"/>
                  </a:lnTo>
                  <a:lnTo>
                    <a:pt x="1406" y="4501"/>
                  </a:lnTo>
                  <a:cubicBezTo>
                    <a:pt x="3144" y="4501"/>
                    <a:pt x="4502" y="3096"/>
                    <a:pt x="4502" y="1405"/>
                  </a:cubicBezTo>
                  <a:lnTo>
                    <a:pt x="450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90"/>
            <p:cNvSpPr/>
            <p:nvPr/>
          </p:nvSpPr>
          <p:spPr>
            <a:xfrm>
              <a:off x="4248454" y="1961281"/>
              <a:ext cx="134565" cy="133847"/>
            </a:xfrm>
            <a:custGeom>
              <a:rect b="b" l="l" r="r" t="t"/>
              <a:pathLst>
                <a:path extrusionOk="0" h="4478" w="4502">
                  <a:moveTo>
                    <a:pt x="4502" y="1"/>
                  </a:moveTo>
                  <a:lnTo>
                    <a:pt x="1" y="4478"/>
                  </a:lnTo>
                  <a:lnTo>
                    <a:pt x="1406" y="4478"/>
                  </a:lnTo>
                  <a:cubicBezTo>
                    <a:pt x="3121" y="4478"/>
                    <a:pt x="4502" y="3097"/>
                    <a:pt x="4502" y="1382"/>
                  </a:cubicBezTo>
                  <a:lnTo>
                    <a:pt x="4502"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90"/>
            <p:cNvSpPr/>
            <p:nvPr/>
          </p:nvSpPr>
          <p:spPr>
            <a:xfrm>
              <a:off x="4139564" y="1979096"/>
              <a:ext cx="52696" cy="19937"/>
            </a:xfrm>
            <a:custGeom>
              <a:rect b="b" l="l" r="r" t="t"/>
              <a:pathLst>
                <a:path extrusionOk="0" h="667" w="1763">
                  <a:moveTo>
                    <a:pt x="0" y="0"/>
                  </a:moveTo>
                  <a:lnTo>
                    <a:pt x="0" y="262"/>
                  </a:lnTo>
                  <a:lnTo>
                    <a:pt x="429" y="667"/>
                  </a:lnTo>
                  <a:lnTo>
                    <a:pt x="1763" y="667"/>
                  </a:lnTo>
                  <a:lnTo>
                    <a:pt x="176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90"/>
            <p:cNvSpPr/>
            <p:nvPr/>
          </p:nvSpPr>
          <p:spPr>
            <a:xfrm>
              <a:off x="4175133" y="2021779"/>
              <a:ext cx="17127" cy="16410"/>
            </a:xfrm>
            <a:custGeom>
              <a:rect b="b" l="l" r="r" t="t"/>
              <a:pathLst>
                <a:path extrusionOk="0" h="549" w="573">
                  <a:moveTo>
                    <a:pt x="1" y="1"/>
                  </a:moveTo>
                  <a:lnTo>
                    <a:pt x="573" y="549"/>
                  </a:lnTo>
                  <a:lnTo>
                    <a:pt x="57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90"/>
            <p:cNvSpPr/>
            <p:nvPr/>
          </p:nvSpPr>
          <p:spPr>
            <a:xfrm>
              <a:off x="4304707" y="2147079"/>
              <a:ext cx="51979" cy="20654"/>
            </a:xfrm>
            <a:custGeom>
              <a:rect b="b" l="l" r="r" t="t"/>
              <a:pathLst>
                <a:path extrusionOk="0" h="691" w="1739">
                  <a:moveTo>
                    <a:pt x="0" y="0"/>
                  </a:moveTo>
                  <a:lnTo>
                    <a:pt x="0" y="119"/>
                  </a:lnTo>
                  <a:lnTo>
                    <a:pt x="548" y="691"/>
                  </a:lnTo>
                  <a:lnTo>
                    <a:pt x="1739" y="691"/>
                  </a:lnTo>
                  <a:lnTo>
                    <a:pt x="173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90"/>
            <p:cNvSpPr/>
            <p:nvPr/>
          </p:nvSpPr>
          <p:spPr>
            <a:xfrm>
              <a:off x="4343834" y="2190480"/>
              <a:ext cx="12853" cy="13570"/>
            </a:xfrm>
            <a:custGeom>
              <a:rect b="b" l="l" r="r" t="t"/>
              <a:pathLst>
                <a:path extrusionOk="0" h="454" w="430">
                  <a:moveTo>
                    <a:pt x="1" y="1"/>
                  </a:moveTo>
                  <a:lnTo>
                    <a:pt x="430" y="453"/>
                  </a:lnTo>
                  <a:lnTo>
                    <a:pt x="43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5" name="Google Shape;20195;p90"/>
          <p:cNvGrpSpPr/>
          <p:nvPr/>
        </p:nvGrpSpPr>
        <p:grpSpPr>
          <a:xfrm>
            <a:off x="4782742" y="1922842"/>
            <a:ext cx="343827" cy="344544"/>
            <a:chOff x="4744642" y="1922842"/>
            <a:chExt cx="343827" cy="344544"/>
          </a:xfrm>
        </p:grpSpPr>
        <p:sp>
          <p:nvSpPr>
            <p:cNvPr id="20196" name="Google Shape;20196;p90"/>
            <p:cNvSpPr/>
            <p:nvPr/>
          </p:nvSpPr>
          <p:spPr>
            <a:xfrm>
              <a:off x="4798743" y="1984775"/>
              <a:ext cx="237775" cy="220708"/>
            </a:xfrm>
            <a:custGeom>
              <a:rect b="b" l="l" r="r" t="t"/>
              <a:pathLst>
                <a:path extrusionOk="0" h="7384" w="7955">
                  <a:moveTo>
                    <a:pt x="6668" y="1"/>
                  </a:moveTo>
                  <a:cubicBezTo>
                    <a:pt x="5978" y="1"/>
                    <a:pt x="5359" y="405"/>
                    <a:pt x="5025" y="1001"/>
                  </a:cubicBezTo>
                  <a:lnTo>
                    <a:pt x="4001" y="2930"/>
                  </a:lnTo>
                  <a:lnTo>
                    <a:pt x="2286" y="6073"/>
                  </a:lnTo>
                  <a:cubicBezTo>
                    <a:pt x="2096" y="6478"/>
                    <a:pt x="1691" y="6716"/>
                    <a:pt x="1262" y="6716"/>
                  </a:cubicBezTo>
                  <a:lnTo>
                    <a:pt x="0" y="6716"/>
                  </a:lnTo>
                  <a:lnTo>
                    <a:pt x="0" y="7383"/>
                  </a:lnTo>
                  <a:lnTo>
                    <a:pt x="1262" y="7383"/>
                  </a:lnTo>
                  <a:cubicBezTo>
                    <a:pt x="1929" y="7383"/>
                    <a:pt x="2572" y="7002"/>
                    <a:pt x="2882" y="6407"/>
                  </a:cubicBezTo>
                  <a:lnTo>
                    <a:pt x="4001" y="4359"/>
                  </a:lnTo>
                  <a:lnTo>
                    <a:pt x="5621" y="1287"/>
                  </a:lnTo>
                  <a:cubicBezTo>
                    <a:pt x="5835" y="906"/>
                    <a:pt x="6216" y="667"/>
                    <a:pt x="6668" y="667"/>
                  </a:cubicBezTo>
                  <a:lnTo>
                    <a:pt x="7954" y="667"/>
                  </a:lnTo>
                  <a:lnTo>
                    <a:pt x="7954"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90"/>
            <p:cNvSpPr/>
            <p:nvPr/>
          </p:nvSpPr>
          <p:spPr>
            <a:xfrm>
              <a:off x="4918334" y="1984775"/>
              <a:ext cx="118185" cy="130291"/>
            </a:xfrm>
            <a:custGeom>
              <a:rect b="b" l="l" r="r" t="t"/>
              <a:pathLst>
                <a:path extrusionOk="0" h="4359" w="3954">
                  <a:moveTo>
                    <a:pt x="2667" y="1"/>
                  </a:moveTo>
                  <a:cubicBezTo>
                    <a:pt x="1977" y="1"/>
                    <a:pt x="1358" y="405"/>
                    <a:pt x="1024" y="1001"/>
                  </a:cubicBezTo>
                  <a:lnTo>
                    <a:pt x="0" y="2930"/>
                  </a:lnTo>
                  <a:lnTo>
                    <a:pt x="0" y="4359"/>
                  </a:lnTo>
                  <a:lnTo>
                    <a:pt x="1620" y="1287"/>
                  </a:lnTo>
                  <a:cubicBezTo>
                    <a:pt x="1834" y="906"/>
                    <a:pt x="2215" y="667"/>
                    <a:pt x="2667" y="667"/>
                  </a:cubicBezTo>
                  <a:lnTo>
                    <a:pt x="3953" y="667"/>
                  </a:lnTo>
                  <a:lnTo>
                    <a:pt x="395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90"/>
            <p:cNvSpPr/>
            <p:nvPr/>
          </p:nvSpPr>
          <p:spPr>
            <a:xfrm>
              <a:off x="4766701" y="2116471"/>
              <a:ext cx="20684" cy="56970"/>
            </a:xfrm>
            <a:custGeom>
              <a:rect b="b" l="l" r="r" t="t"/>
              <a:pathLst>
                <a:path extrusionOk="0" h="1906" w="692">
                  <a:moveTo>
                    <a:pt x="1" y="0"/>
                  </a:moveTo>
                  <a:lnTo>
                    <a:pt x="1" y="1905"/>
                  </a:lnTo>
                  <a:lnTo>
                    <a:pt x="691" y="1905"/>
                  </a:lnTo>
                  <a:lnTo>
                    <a:pt x="69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90"/>
            <p:cNvSpPr/>
            <p:nvPr/>
          </p:nvSpPr>
          <p:spPr>
            <a:xfrm>
              <a:off x="4766701" y="1922842"/>
              <a:ext cx="20684" cy="49857"/>
            </a:xfrm>
            <a:custGeom>
              <a:rect b="b" l="l" r="r" t="t"/>
              <a:pathLst>
                <a:path extrusionOk="0" h="1668" w="692">
                  <a:moveTo>
                    <a:pt x="1" y="1"/>
                  </a:moveTo>
                  <a:lnTo>
                    <a:pt x="1" y="1668"/>
                  </a:lnTo>
                  <a:lnTo>
                    <a:pt x="691" y="1668"/>
                  </a:lnTo>
                  <a:lnTo>
                    <a:pt x="6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90"/>
            <p:cNvSpPr/>
            <p:nvPr/>
          </p:nvSpPr>
          <p:spPr>
            <a:xfrm>
              <a:off x="4766701" y="2016100"/>
              <a:ext cx="20684" cy="56970"/>
            </a:xfrm>
            <a:custGeom>
              <a:rect b="b" l="l" r="r" t="t"/>
              <a:pathLst>
                <a:path extrusionOk="0" h="1906" w="692">
                  <a:moveTo>
                    <a:pt x="1" y="0"/>
                  </a:moveTo>
                  <a:lnTo>
                    <a:pt x="1" y="1906"/>
                  </a:lnTo>
                  <a:lnTo>
                    <a:pt x="691" y="1906"/>
                  </a:lnTo>
                  <a:lnTo>
                    <a:pt x="69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90"/>
            <p:cNvSpPr/>
            <p:nvPr/>
          </p:nvSpPr>
          <p:spPr>
            <a:xfrm>
              <a:off x="4766701" y="2217530"/>
              <a:ext cx="20684" cy="49857"/>
            </a:xfrm>
            <a:custGeom>
              <a:rect b="b" l="l" r="r" t="t"/>
              <a:pathLst>
                <a:path extrusionOk="0" h="1668" w="692">
                  <a:moveTo>
                    <a:pt x="1" y="1"/>
                  </a:moveTo>
                  <a:lnTo>
                    <a:pt x="1" y="1668"/>
                  </a:lnTo>
                  <a:lnTo>
                    <a:pt x="691" y="1668"/>
                  </a:lnTo>
                  <a:lnTo>
                    <a:pt x="6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90"/>
            <p:cNvSpPr/>
            <p:nvPr/>
          </p:nvSpPr>
          <p:spPr>
            <a:xfrm>
              <a:off x="5046444" y="2116471"/>
              <a:ext cx="19967" cy="56970"/>
            </a:xfrm>
            <a:custGeom>
              <a:rect b="b" l="l" r="r" t="t"/>
              <a:pathLst>
                <a:path extrusionOk="0" h="1906" w="668">
                  <a:moveTo>
                    <a:pt x="1" y="0"/>
                  </a:moveTo>
                  <a:lnTo>
                    <a:pt x="1" y="1905"/>
                  </a:lnTo>
                  <a:lnTo>
                    <a:pt x="668" y="1905"/>
                  </a:lnTo>
                  <a:lnTo>
                    <a:pt x="668"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90"/>
            <p:cNvSpPr/>
            <p:nvPr/>
          </p:nvSpPr>
          <p:spPr>
            <a:xfrm>
              <a:off x="5046444" y="1922842"/>
              <a:ext cx="19967" cy="49857"/>
            </a:xfrm>
            <a:custGeom>
              <a:rect b="b" l="l" r="r" t="t"/>
              <a:pathLst>
                <a:path extrusionOk="0" h="1668" w="668">
                  <a:moveTo>
                    <a:pt x="1" y="1"/>
                  </a:moveTo>
                  <a:lnTo>
                    <a:pt x="1" y="1668"/>
                  </a:lnTo>
                  <a:lnTo>
                    <a:pt x="668" y="1668"/>
                  </a:lnTo>
                  <a:lnTo>
                    <a:pt x="668"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90"/>
            <p:cNvSpPr/>
            <p:nvPr/>
          </p:nvSpPr>
          <p:spPr>
            <a:xfrm>
              <a:off x="5046444" y="2016100"/>
              <a:ext cx="19967" cy="56970"/>
            </a:xfrm>
            <a:custGeom>
              <a:rect b="b" l="l" r="r" t="t"/>
              <a:pathLst>
                <a:path extrusionOk="0" h="1906" w="668">
                  <a:moveTo>
                    <a:pt x="1" y="0"/>
                  </a:moveTo>
                  <a:lnTo>
                    <a:pt x="1" y="1906"/>
                  </a:lnTo>
                  <a:lnTo>
                    <a:pt x="668" y="1906"/>
                  </a:lnTo>
                  <a:lnTo>
                    <a:pt x="668"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90"/>
            <p:cNvSpPr/>
            <p:nvPr/>
          </p:nvSpPr>
          <p:spPr>
            <a:xfrm>
              <a:off x="5046444" y="2217530"/>
              <a:ext cx="19967" cy="49857"/>
            </a:xfrm>
            <a:custGeom>
              <a:rect b="b" l="l" r="r" t="t"/>
              <a:pathLst>
                <a:path extrusionOk="0" h="1668" w="668">
                  <a:moveTo>
                    <a:pt x="1" y="1"/>
                  </a:moveTo>
                  <a:lnTo>
                    <a:pt x="1" y="1668"/>
                  </a:lnTo>
                  <a:lnTo>
                    <a:pt x="668" y="1668"/>
                  </a:lnTo>
                  <a:lnTo>
                    <a:pt x="668"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90"/>
            <p:cNvSpPr/>
            <p:nvPr/>
          </p:nvSpPr>
          <p:spPr>
            <a:xfrm>
              <a:off x="4799461" y="1983370"/>
              <a:ext cx="236340" cy="121742"/>
            </a:xfrm>
            <a:custGeom>
              <a:rect b="b" l="l" r="r" t="t"/>
              <a:pathLst>
                <a:path extrusionOk="0" h="4073" w="7907">
                  <a:moveTo>
                    <a:pt x="0" y="0"/>
                  </a:moveTo>
                  <a:lnTo>
                    <a:pt x="0" y="667"/>
                  </a:lnTo>
                  <a:lnTo>
                    <a:pt x="1477" y="667"/>
                  </a:lnTo>
                  <a:cubicBezTo>
                    <a:pt x="1834" y="667"/>
                    <a:pt x="2143" y="834"/>
                    <a:pt x="2429" y="1072"/>
                  </a:cubicBezTo>
                  <a:lnTo>
                    <a:pt x="3977" y="2524"/>
                  </a:lnTo>
                  <a:lnTo>
                    <a:pt x="5001" y="3501"/>
                  </a:lnTo>
                  <a:cubicBezTo>
                    <a:pt x="5406" y="3858"/>
                    <a:pt x="5906" y="4072"/>
                    <a:pt x="6430" y="4072"/>
                  </a:cubicBezTo>
                  <a:lnTo>
                    <a:pt x="7907" y="4072"/>
                  </a:lnTo>
                  <a:lnTo>
                    <a:pt x="7907" y="3382"/>
                  </a:lnTo>
                  <a:lnTo>
                    <a:pt x="6430" y="3358"/>
                  </a:lnTo>
                  <a:cubicBezTo>
                    <a:pt x="6073" y="3358"/>
                    <a:pt x="5763" y="3215"/>
                    <a:pt x="5477" y="2977"/>
                  </a:cubicBezTo>
                  <a:lnTo>
                    <a:pt x="4001" y="1572"/>
                  </a:lnTo>
                  <a:lnTo>
                    <a:pt x="2905" y="548"/>
                  </a:lnTo>
                  <a:cubicBezTo>
                    <a:pt x="2501" y="191"/>
                    <a:pt x="2001" y="0"/>
                    <a:pt x="1477"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90"/>
            <p:cNvSpPr/>
            <p:nvPr/>
          </p:nvSpPr>
          <p:spPr>
            <a:xfrm>
              <a:off x="4802300" y="2083712"/>
              <a:ext cx="233501" cy="121772"/>
            </a:xfrm>
            <a:custGeom>
              <a:rect b="b" l="l" r="r" t="t"/>
              <a:pathLst>
                <a:path extrusionOk="0" h="4074" w="7812">
                  <a:moveTo>
                    <a:pt x="0" y="1"/>
                  </a:moveTo>
                  <a:lnTo>
                    <a:pt x="0" y="691"/>
                  </a:lnTo>
                  <a:lnTo>
                    <a:pt x="1334" y="691"/>
                  </a:lnTo>
                  <a:cubicBezTo>
                    <a:pt x="1739" y="691"/>
                    <a:pt x="2048" y="834"/>
                    <a:pt x="2334" y="1072"/>
                  </a:cubicBezTo>
                  <a:lnTo>
                    <a:pt x="3882" y="2525"/>
                  </a:lnTo>
                  <a:lnTo>
                    <a:pt x="4906" y="3525"/>
                  </a:lnTo>
                  <a:cubicBezTo>
                    <a:pt x="5311" y="3883"/>
                    <a:pt x="5811" y="4073"/>
                    <a:pt x="6335" y="4073"/>
                  </a:cubicBezTo>
                  <a:lnTo>
                    <a:pt x="7812" y="4073"/>
                  </a:lnTo>
                  <a:lnTo>
                    <a:pt x="7812" y="3406"/>
                  </a:lnTo>
                  <a:lnTo>
                    <a:pt x="7812" y="3359"/>
                  </a:lnTo>
                  <a:lnTo>
                    <a:pt x="6335" y="3359"/>
                  </a:lnTo>
                  <a:cubicBezTo>
                    <a:pt x="5954" y="3359"/>
                    <a:pt x="5621" y="3216"/>
                    <a:pt x="5359" y="2978"/>
                  </a:cubicBezTo>
                  <a:lnTo>
                    <a:pt x="3882" y="1573"/>
                  </a:lnTo>
                  <a:lnTo>
                    <a:pt x="2763" y="572"/>
                  </a:lnTo>
                  <a:cubicBezTo>
                    <a:pt x="2382" y="215"/>
                    <a:pt x="1882" y="1"/>
                    <a:pt x="1334" y="1"/>
                  </a:cubicBezTo>
                  <a:close/>
                </a:path>
              </a:pathLst>
            </a:custGeom>
            <a:solidFill>
              <a:srgbClr val="9BA7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90"/>
            <p:cNvSpPr/>
            <p:nvPr/>
          </p:nvSpPr>
          <p:spPr>
            <a:xfrm>
              <a:off x="4744642" y="1961999"/>
              <a:ext cx="64084" cy="64084"/>
            </a:xfrm>
            <a:custGeom>
              <a:rect b="b" l="l" r="r" t="t"/>
              <a:pathLst>
                <a:path extrusionOk="0" h="2144" w="2144">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90"/>
            <p:cNvSpPr/>
            <p:nvPr/>
          </p:nvSpPr>
          <p:spPr>
            <a:xfrm>
              <a:off x="4744642" y="2062370"/>
              <a:ext cx="64084" cy="64084"/>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90"/>
            <p:cNvSpPr/>
            <p:nvPr/>
          </p:nvSpPr>
          <p:spPr>
            <a:xfrm>
              <a:off x="4744642" y="2163459"/>
              <a:ext cx="64084" cy="64084"/>
            </a:xfrm>
            <a:custGeom>
              <a:rect b="b" l="l" r="r" t="t"/>
              <a:pathLst>
                <a:path extrusionOk="0" h="2144" w="2144">
                  <a:moveTo>
                    <a:pt x="1072" y="0"/>
                  </a:moveTo>
                  <a:cubicBezTo>
                    <a:pt x="477" y="0"/>
                    <a:pt x="0" y="500"/>
                    <a:pt x="0" y="1072"/>
                  </a:cubicBezTo>
                  <a:cubicBezTo>
                    <a:pt x="0" y="1667"/>
                    <a:pt x="477" y="2143"/>
                    <a:pt x="1072" y="2143"/>
                  </a:cubicBezTo>
                  <a:cubicBezTo>
                    <a:pt x="1667" y="2143"/>
                    <a:pt x="2144" y="1667"/>
                    <a:pt x="2144" y="1072"/>
                  </a:cubicBezTo>
                  <a:cubicBezTo>
                    <a:pt x="2144" y="500"/>
                    <a:pt x="1667" y="0"/>
                    <a:pt x="1072" y="0"/>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90"/>
            <p:cNvSpPr/>
            <p:nvPr/>
          </p:nvSpPr>
          <p:spPr>
            <a:xfrm>
              <a:off x="5024385" y="1961999"/>
              <a:ext cx="64084" cy="64084"/>
            </a:xfrm>
            <a:custGeom>
              <a:rect b="b" l="l" r="r" t="t"/>
              <a:pathLst>
                <a:path extrusionOk="0" h="2144" w="2144">
                  <a:moveTo>
                    <a:pt x="1072" y="1"/>
                  </a:moveTo>
                  <a:cubicBezTo>
                    <a:pt x="501" y="1"/>
                    <a:pt x="0" y="477"/>
                    <a:pt x="0" y="1072"/>
                  </a:cubicBezTo>
                  <a:cubicBezTo>
                    <a:pt x="0" y="1668"/>
                    <a:pt x="501" y="2144"/>
                    <a:pt x="1072" y="2144"/>
                  </a:cubicBezTo>
                  <a:cubicBezTo>
                    <a:pt x="1668" y="2144"/>
                    <a:pt x="2144" y="1668"/>
                    <a:pt x="2144" y="1072"/>
                  </a:cubicBezTo>
                  <a:cubicBezTo>
                    <a:pt x="2144" y="477"/>
                    <a:pt x="1668" y="1"/>
                    <a:pt x="1072"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90"/>
            <p:cNvSpPr/>
            <p:nvPr/>
          </p:nvSpPr>
          <p:spPr>
            <a:xfrm>
              <a:off x="4918334" y="2031045"/>
              <a:ext cx="117468" cy="74067"/>
            </a:xfrm>
            <a:custGeom>
              <a:rect b="b" l="l" r="r" t="t"/>
              <a:pathLst>
                <a:path extrusionOk="0" h="2478" w="3930">
                  <a:moveTo>
                    <a:pt x="0" y="1"/>
                  </a:moveTo>
                  <a:lnTo>
                    <a:pt x="0" y="929"/>
                  </a:lnTo>
                  <a:lnTo>
                    <a:pt x="1024" y="1906"/>
                  </a:lnTo>
                  <a:cubicBezTo>
                    <a:pt x="1429" y="2263"/>
                    <a:pt x="1929" y="2477"/>
                    <a:pt x="2453" y="2477"/>
                  </a:cubicBezTo>
                  <a:lnTo>
                    <a:pt x="3930" y="2477"/>
                  </a:lnTo>
                  <a:lnTo>
                    <a:pt x="3930" y="1787"/>
                  </a:lnTo>
                  <a:lnTo>
                    <a:pt x="2453" y="1787"/>
                  </a:lnTo>
                  <a:cubicBezTo>
                    <a:pt x="2072" y="1787"/>
                    <a:pt x="1739" y="1644"/>
                    <a:pt x="1477" y="1406"/>
                  </a:cubicBezTo>
                  <a:lnTo>
                    <a:pt x="0"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90"/>
            <p:cNvSpPr/>
            <p:nvPr/>
          </p:nvSpPr>
          <p:spPr>
            <a:xfrm>
              <a:off x="4916899" y="2132134"/>
              <a:ext cx="117468" cy="73350"/>
            </a:xfrm>
            <a:custGeom>
              <a:rect b="b" l="l" r="r" t="t"/>
              <a:pathLst>
                <a:path extrusionOk="0" h="2454" w="3930">
                  <a:moveTo>
                    <a:pt x="1" y="0"/>
                  </a:moveTo>
                  <a:lnTo>
                    <a:pt x="1" y="905"/>
                  </a:lnTo>
                  <a:lnTo>
                    <a:pt x="1048" y="1905"/>
                  </a:lnTo>
                  <a:cubicBezTo>
                    <a:pt x="1429" y="2263"/>
                    <a:pt x="1953" y="2453"/>
                    <a:pt x="2477" y="2453"/>
                  </a:cubicBezTo>
                  <a:lnTo>
                    <a:pt x="3930" y="2453"/>
                  </a:lnTo>
                  <a:lnTo>
                    <a:pt x="3930" y="1786"/>
                  </a:lnTo>
                  <a:lnTo>
                    <a:pt x="2477" y="1786"/>
                  </a:lnTo>
                  <a:cubicBezTo>
                    <a:pt x="2120" y="1786"/>
                    <a:pt x="1787" y="1667"/>
                    <a:pt x="1501" y="1381"/>
                  </a:cubicBezTo>
                  <a:lnTo>
                    <a:pt x="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90"/>
            <p:cNvSpPr/>
            <p:nvPr/>
          </p:nvSpPr>
          <p:spPr>
            <a:xfrm>
              <a:off x="5024385" y="2062370"/>
              <a:ext cx="64084" cy="64084"/>
            </a:xfrm>
            <a:custGeom>
              <a:rect b="b" l="l" r="r" t="t"/>
              <a:pathLst>
                <a:path extrusionOk="0" h="2144" w="2144">
                  <a:moveTo>
                    <a:pt x="1072" y="0"/>
                  </a:moveTo>
                  <a:cubicBezTo>
                    <a:pt x="501" y="0"/>
                    <a:pt x="0" y="477"/>
                    <a:pt x="0" y="1072"/>
                  </a:cubicBezTo>
                  <a:cubicBezTo>
                    <a:pt x="0" y="1667"/>
                    <a:pt x="501" y="2144"/>
                    <a:pt x="1072" y="2144"/>
                  </a:cubicBezTo>
                  <a:cubicBezTo>
                    <a:pt x="1668" y="2144"/>
                    <a:pt x="2144" y="1667"/>
                    <a:pt x="2144" y="1072"/>
                  </a:cubicBezTo>
                  <a:cubicBezTo>
                    <a:pt x="2144" y="477"/>
                    <a:pt x="1668" y="0"/>
                    <a:pt x="1072"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90"/>
            <p:cNvSpPr/>
            <p:nvPr/>
          </p:nvSpPr>
          <p:spPr>
            <a:xfrm>
              <a:off x="5024385" y="2163459"/>
              <a:ext cx="64084" cy="64084"/>
            </a:xfrm>
            <a:custGeom>
              <a:rect b="b" l="l" r="r" t="t"/>
              <a:pathLst>
                <a:path extrusionOk="0" h="2144" w="2144">
                  <a:moveTo>
                    <a:pt x="1072" y="0"/>
                  </a:moveTo>
                  <a:cubicBezTo>
                    <a:pt x="501" y="0"/>
                    <a:pt x="0" y="500"/>
                    <a:pt x="0" y="1072"/>
                  </a:cubicBezTo>
                  <a:cubicBezTo>
                    <a:pt x="0" y="1667"/>
                    <a:pt x="501" y="2143"/>
                    <a:pt x="1072" y="2143"/>
                  </a:cubicBezTo>
                  <a:cubicBezTo>
                    <a:pt x="1668" y="2143"/>
                    <a:pt x="2144" y="1667"/>
                    <a:pt x="2144" y="1072"/>
                  </a:cubicBezTo>
                  <a:cubicBezTo>
                    <a:pt x="2144" y="500"/>
                    <a:pt x="1668" y="0"/>
                    <a:pt x="1072"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6" name="Google Shape;20216;p90"/>
          <p:cNvGrpSpPr/>
          <p:nvPr/>
        </p:nvGrpSpPr>
        <p:grpSpPr>
          <a:xfrm>
            <a:off x="5523800" y="1922842"/>
            <a:ext cx="343856" cy="344545"/>
            <a:chOff x="5409500" y="1922842"/>
            <a:chExt cx="343856" cy="344545"/>
          </a:xfrm>
        </p:grpSpPr>
        <p:sp>
          <p:nvSpPr>
            <p:cNvPr id="20217" name="Google Shape;20217;p90"/>
            <p:cNvSpPr/>
            <p:nvPr/>
          </p:nvSpPr>
          <p:spPr>
            <a:xfrm>
              <a:off x="5441543" y="2066644"/>
              <a:ext cx="56253" cy="190071"/>
            </a:xfrm>
            <a:custGeom>
              <a:rect b="b" l="l" r="r" t="t"/>
              <a:pathLst>
                <a:path extrusionOk="0" h="6359" w="1882">
                  <a:moveTo>
                    <a:pt x="1" y="0"/>
                  </a:moveTo>
                  <a:lnTo>
                    <a:pt x="1" y="6359"/>
                  </a:lnTo>
                  <a:lnTo>
                    <a:pt x="1882" y="6359"/>
                  </a:lnTo>
                  <a:lnTo>
                    <a:pt x="1882"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90"/>
            <p:cNvSpPr/>
            <p:nvPr/>
          </p:nvSpPr>
          <p:spPr>
            <a:xfrm>
              <a:off x="5469311" y="2066644"/>
              <a:ext cx="28485" cy="190071"/>
            </a:xfrm>
            <a:custGeom>
              <a:rect b="b" l="l" r="r" t="t"/>
              <a:pathLst>
                <a:path extrusionOk="0" h="6359" w="953">
                  <a:moveTo>
                    <a:pt x="0" y="0"/>
                  </a:moveTo>
                  <a:lnTo>
                    <a:pt x="0" y="6359"/>
                  </a:lnTo>
                  <a:lnTo>
                    <a:pt x="953" y="6359"/>
                  </a:lnTo>
                  <a:lnTo>
                    <a:pt x="953"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90"/>
            <p:cNvSpPr/>
            <p:nvPr/>
          </p:nvSpPr>
          <p:spPr>
            <a:xfrm>
              <a:off x="5553302" y="2022496"/>
              <a:ext cx="55566" cy="234218"/>
            </a:xfrm>
            <a:custGeom>
              <a:rect b="b" l="l" r="r" t="t"/>
              <a:pathLst>
                <a:path extrusionOk="0" h="7836" w="1859">
                  <a:moveTo>
                    <a:pt x="1" y="1"/>
                  </a:moveTo>
                  <a:lnTo>
                    <a:pt x="1" y="7836"/>
                  </a:lnTo>
                  <a:lnTo>
                    <a:pt x="1858" y="7836"/>
                  </a:lnTo>
                  <a:lnTo>
                    <a:pt x="1858"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90"/>
            <p:cNvSpPr/>
            <p:nvPr/>
          </p:nvSpPr>
          <p:spPr>
            <a:xfrm>
              <a:off x="5580353" y="2022496"/>
              <a:ext cx="28515" cy="234218"/>
            </a:xfrm>
            <a:custGeom>
              <a:rect b="b" l="l" r="r" t="t"/>
              <a:pathLst>
                <a:path extrusionOk="0" h="7836" w="954">
                  <a:moveTo>
                    <a:pt x="0" y="1"/>
                  </a:moveTo>
                  <a:lnTo>
                    <a:pt x="0" y="7836"/>
                  </a:lnTo>
                  <a:lnTo>
                    <a:pt x="953" y="7836"/>
                  </a:lnTo>
                  <a:lnTo>
                    <a:pt x="9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90"/>
            <p:cNvSpPr/>
            <p:nvPr/>
          </p:nvSpPr>
          <p:spPr>
            <a:xfrm>
              <a:off x="5665062" y="1976944"/>
              <a:ext cx="56253" cy="279770"/>
            </a:xfrm>
            <a:custGeom>
              <a:rect b="b" l="l" r="r" t="t"/>
              <a:pathLst>
                <a:path extrusionOk="0" h="9360" w="1882">
                  <a:moveTo>
                    <a:pt x="0" y="1"/>
                  </a:moveTo>
                  <a:lnTo>
                    <a:pt x="0" y="9360"/>
                  </a:lnTo>
                  <a:lnTo>
                    <a:pt x="1882" y="9360"/>
                  </a:lnTo>
                  <a:lnTo>
                    <a:pt x="1882"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90"/>
            <p:cNvSpPr/>
            <p:nvPr/>
          </p:nvSpPr>
          <p:spPr>
            <a:xfrm>
              <a:off x="5692830" y="1976944"/>
              <a:ext cx="28485" cy="279770"/>
            </a:xfrm>
            <a:custGeom>
              <a:rect b="b" l="l" r="r" t="t"/>
              <a:pathLst>
                <a:path extrusionOk="0" h="9360" w="953">
                  <a:moveTo>
                    <a:pt x="0" y="1"/>
                  </a:moveTo>
                  <a:lnTo>
                    <a:pt x="0" y="9360"/>
                  </a:lnTo>
                  <a:lnTo>
                    <a:pt x="953" y="9360"/>
                  </a:lnTo>
                  <a:lnTo>
                    <a:pt x="953"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90"/>
            <p:cNvSpPr/>
            <p:nvPr/>
          </p:nvSpPr>
          <p:spPr>
            <a:xfrm>
              <a:off x="5497766" y="1976944"/>
              <a:ext cx="56283" cy="279770"/>
            </a:xfrm>
            <a:custGeom>
              <a:rect b="b" l="l" r="r" t="t"/>
              <a:pathLst>
                <a:path extrusionOk="0" h="9360" w="1883">
                  <a:moveTo>
                    <a:pt x="1" y="1"/>
                  </a:moveTo>
                  <a:lnTo>
                    <a:pt x="1" y="9360"/>
                  </a:lnTo>
                  <a:lnTo>
                    <a:pt x="1882" y="9360"/>
                  </a:lnTo>
                  <a:lnTo>
                    <a:pt x="1882"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90"/>
            <p:cNvSpPr/>
            <p:nvPr/>
          </p:nvSpPr>
          <p:spPr>
            <a:xfrm>
              <a:off x="5525534" y="1976944"/>
              <a:ext cx="28515" cy="279770"/>
            </a:xfrm>
            <a:custGeom>
              <a:rect b="b" l="l" r="r" t="t"/>
              <a:pathLst>
                <a:path extrusionOk="0" h="9360" w="954">
                  <a:moveTo>
                    <a:pt x="1" y="1"/>
                  </a:moveTo>
                  <a:lnTo>
                    <a:pt x="1" y="9360"/>
                  </a:lnTo>
                  <a:lnTo>
                    <a:pt x="953" y="9360"/>
                  </a:lnTo>
                  <a:lnTo>
                    <a:pt x="953"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90"/>
            <p:cNvSpPr/>
            <p:nvPr/>
          </p:nvSpPr>
          <p:spPr>
            <a:xfrm>
              <a:off x="5608838" y="1922842"/>
              <a:ext cx="56253" cy="333871"/>
            </a:xfrm>
            <a:custGeom>
              <a:rect b="b" l="l" r="r" t="t"/>
              <a:pathLst>
                <a:path extrusionOk="0" h="11170" w="1882">
                  <a:moveTo>
                    <a:pt x="0" y="1"/>
                  </a:moveTo>
                  <a:lnTo>
                    <a:pt x="0" y="11170"/>
                  </a:lnTo>
                  <a:lnTo>
                    <a:pt x="1881" y="11170"/>
                  </a:lnTo>
                  <a:lnTo>
                    <a:pt x="1881"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90"/>
            <p:cNvSpPr/>
            <p:nvPr/>
          </p:nvSpPr>
          <p:spPr>
            <a:xfrm>
              <a:off x="5637294" y="1922842"/>
              <a:ext cx="28515" cy="333871"/>
            </a:xfrm>
            <a:custGeom>
              <a:rect b="b" l="l" r="r" t="t"/>
              <a:pathLst>
                <a:path extrusionOk="0" h="11170" w="954">
                  <a:moveTo>
                    <a:pt x="1" y="1"/>
                  </a:moveTo>
                  <a:lnTo>
                    <a:pt x="1" y="11170"/>
                  </a:lnTo>
                  <a:lnTo>
                    <a:pt x="953" y="11170"/>
                  </a:lnTo>
                  <a:lnTo>
                    <a:pt x="953"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90"/>
            <p:cNvSpPr/>
            <p:nvPr/>
          </p:nvSpPr>
          <p:spPr>
            <a:xfrm>
              <a:off x="5409500" y="2246733"/>
              <a:ext cx="343855" cy="20654"/>
            </a:xfrm>
            <a:custGeom>
              <a:rect b="b" l="l" r="r" t="t"/>
              <a:pathLst>
                <a:path extrusionOk="0" h="691" w="11504">
                  <a:moveTo>
                    <a:pt x="1" y="0"/>
                  </a:moveTo>
                  <a:lnTo>
                    <a:pt x="1" y="691"/>
                  </a:lnTo>
                  <a:lnTo>
                    <a:pt x="11503" y="691"/>
                  </a:lnTo>
                  <a:lnTo>
                    <a:pt x="11503"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90"/>
            <p:cNvSpPr/>
            <p:nvPr/>
          </p:nvSpPr>
          <p:spPr>
            <a:xfrm>
              <a:off x="5581788" y="2246733"/>
              <a:ext cx="171569" cy="20654"/>
            </a:xfrm>
            <a:custGeom>
              <a:rect b="b" l="l" r="r" t="t"/>
              <a:pathLst>
                <a:path extrusionOk="0" h="691" w="5740">
                  <a:moveTo>
                    <a:pt x="0" y="0"/>
                  </a:moveTo>
                  <a:lnTo>
                    <a:pt x="0" y="691"/>
                  </a:lnTo>
                  <a:lnTo>
                    <a:pt x="5739" y="691"/>
                  </a:lnTo>
                  <a:lnTo>
                    <a:pt x="5739"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9" name="Google Shape;20229;p90"/>
          <p:cNvGrpSpPr/>
          <p:nvPr/>
        </p:nvGrpSpPr>
        <p:grpSpPr>
          <a:xfrm>
            <a:off x="6272720" y="1934948"/>
            <a:ext cx="344544" cy="319646"/>
            <a:chOff x="6082220" y="1934948"/>
            <a:chExt cx="344544" cy="319646"/>
          </a:xfrm>
        </p:grpSpPr>
        <p:sp>
          <p:nvSpPr>
            <p:cNvPr id="20230" name="Google Shape;20230;p90"/>
            <p:cNvSpPr/>
            <p:nvPr/>
          </p:nvSpPr>
          <p:spPr>
            <a:xfrm>
              <a:off x="6211047" y="2190480"/>
              <a:ext cx="215716" cy="64114"/>
            </a:xfrm>
            <a:custGeom>
              <a:rect b="b" l="l" r="r" t="t"/>
              <a:pathLst>
                <a:path extrusionOk="0" h="2145" w="7217">
                  <a:moveTo>
                    <a:pt x="1" y="1"/>
                  </a:moveTo>
                  <a:lnTo>
                    <a:pt x="1" y="2144"/>
                  </a:lnTo>
                  <a:lnTo>
                    <a:pt x="7217" y="2144"/>
                  </a:lnTo>
                  <a:lnTo>
                    <a:pt x="72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90"/>
            <p:cNvSpPr/>
            <p:nvPr/>
          </p:nvSpPr>
          <p:spPr>
            <a:xfrm>
              <a:off x="6211047" y="2222522"/>
              <a:ext cx="215716" cy="32072"/>
            </a:xfrm>
            <a:custGeom>
              <a:rect b="b" l="l" r="r" t="t"/>
              <a:pathLst>
                <a:path extrusionOk="0" h="1073" w="7217">
                  <a:moveTo>
                    <a:pt x="1" y="1"/>
                  </a:moveTo>
                  <a:lnTo>
                    <a:pt x="1" y="1072"/>
                  </a:lnTo>
                  <a:lnTo>
                    <a:pt x="7217" y="1072"/>
                  </a:lnTo>
                  <a:lnTo>
                    <a:pt x="7217"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90"/>
            <p:cNvSpPr/>
            <p:nvPr/>
          </p:nvSpPr>
          <p:spPr>
            <a:xfrm>
              <a:off x="6267300" y="2102244"/>
              <a:ext cx="159463" cy="64084"/>
            </a:xfrm>
            <a:custGeom>
              <a:rect b="b" l="l" r="r" t="t"/>
              <a:pathLst>
                <a:path extrusionOk="0" h="2144" w="5335">
                  <a:moveTo>
                    <a:pt x="0" y="0"/>
                  </a:moveTo>
                  <a:lnTo>
                    <a:pt x="0" y="2143"/>
                  </a:lnTo>
                  <a:lnTo>
                    <a:pt x="5335" y="2143"/>
                  </a:lnTo>
                  <a:lnTo>
                    <a:pt x="533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90"/>
            <p:cNvSpPr/>
            <p:nvPr/>
          </p:nvSpPr>
          <p:spPr>
            <a:xfrm>
              <a:off x="6267300" y="2135691"/>
              <a:ext cx="159463" cy="32042"/>
            </a:xfrm>
            <a:custGeom>
              <a:rect b="b" l="l" r="r" t="t"/>
              <a:pathLst>
                <a:path extrusionOk="0" h="1072" w="5335">
                  <a:moveTo>
                    <a:pt x="0" y="0"/>
                  </a:moveTo>
                  <a:lnTo>
                    <a:pt x="0" y="1072"/>
                  </a:lnTo>
                  <a:lnTo>
                    <a:pt x="5335" y="1072"/>
                  </a:lnTo>
                  <a:lnTo>
                    <a:pt x="5335"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90"/>
            <p:cNvSpPr/>
            <p:nvPr/>
          </p:nvSpPr>
          <p:spPr>
            <a:xfrm>
              <a:off x="6320684" y="2015383"/>
              <a:ext cx="106080" cy="64084"/>
            </a:xfrm>
            <a:custGeom>
              <a:rect b="b" l="l" r="r" t="t"/>
              <a:pathLst>
                <a:path extrusionOk="0" h="2144" w="3549">
                  <a:moveTo>
                    <a:pt x="0" y="1"/>
                  </a:moveTo>
                  <a:lnTo>
                    <a:pt x="0" y="2144"/>
                  </a:lnTo>
                  <a:lnTo>
                    <a:pt x="3549" y="2144"/>
                  </a:lnTo>
                  <a:lnTo>
                    <a:pt x="354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90"/>
            <p:cNvSpPr/>
            <p:nvPr/>
          </p:nvSpPr>
          <p:spPr>
            <a:xfrm>
              <a:off x="6320684" y="2048142"/>
              <a:ext cx="106080" cy="32042"/>
            </a:xfrm>
            <a:custGeom>
              <a:rect b="b" l="l" r="r" t="t"/>
              <a:pathLst>
                <a:path extrusionOk="0" h="1072" w="3549">
                  <a:moveTo>
                    <a:pt x="0" y="0"/>
                  </a:moveTo>
                  <a:lnTo>
                    <a:pt x="0" y="1072"/>
                  </a:lnTo>
                  <a:lnTo>
                    <a:pt x="3549" y="1072"/>
                  </a:lnTo>
                  <a:lnTo>
                    <a:pt x="3549"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90"/>
            <p:cNvSpPr/>
            <p:nvPr/>
          </p:nvSpPr>
          <p:spPr>
            <a:xfrm>
              <a:off x="6082220" y="2015383"/>
              <a:ext cx="270504" cy="64084"/>
            </a:xfrm>
            <a:custGeom>
              <a:rect b="b" l="l" r="r" t="t"/>
              <a:pathLst>
                <a:path extrusionOk="0" h="2144" w="9050">
                  <a:moveTo>
                    <a:pt x="1" y="1"/>
                  </a:moveTo>
                  <a:lnTo>
                    <a:pt x="1" y="2144"/>
                  </a:lnTo>
                  <a:lnTo>
                    <a:pt x="7978" y="2144"/>
                  </a:lnTo>
                  <a:lnTo>
                    <a:pt x="9050" y="1072"/>
                  </a:lnTo>
                  <a:lnTo>
                    <a:pt x="7978"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90"/>
            <p:cNvSpPr/>
            <p:nvPr/>
          </p:nvSpPr>
          <p:spPr>
            <a:xfrm>
              <a:off x="6082938" y="2102244"/>
              <a:ext cx="219273" cy="64084"/>
            </a:xfrm>
            <a:custGeom>
              <a:rect b="b" l="l" r="r" t="t"/>
              <a:pathLst>
                <a:path extrusionOk="0" h="2144" w="7336">
                  <a:moveTo>
                    <a:pt x="0" y="0"/>
                  </a:moveTo>
                  <a:lnTo>
                    <a:pt x="0" y="2143"/>
                  </a:lnTo>
                  <a:lnTo>
                    <a:pt x="6264" y="2143"/>
                  </a:lnTo>
                  <a:lnTo>
                    <a:pt x="7335" y="1072"/>
                  </a:lnTo>
                  <a:lnTo>
                    <a:pt x="6264"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90"/>
            <p:cNvSpPr/>
            <p:nvPr/>
          </p:nvSpPr>
          <p:spPr>
            <a:xfrm>
              <a:off x="6082220" y="2189792"/>
              <a:ext cx="160898" cy="64084"/>
            </a:xfrm>
            <a:custGeom>
              <a:rect b="b" l="l" r="r" t="t"/>
              <a:pathLst>
                <a:path extrusionOk="0" h="2144" w="5383">
                  <a:moveTo>
                    <a:pt x="1" y="0"/>
                  </a:moveTo>
                  <a:lnTo>
                    <a:pt x="1" y="2143"/>
                  </a:lnTo>
                  <a:lnTo>
                    <a:pt x="4311" y="2143"/>
                  </a:lnTo>
                  <a:lnTo>
                    <a:pt x="5383" y="1072"/>
                  </a:lnTo>
                  <a:lnTo>
                    <a:pt x="4311"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90"/>
            <p:cNvSpPr/>
            <p:nvPr/>
          </p:nvSpPr>
          <p:spPr>
            <a:xfrm>
              <a:off x="6364802" y="1974104"/>
              <a:ext cx="61962" cy="20684"/>
            </a:xfrm>
            <a:custGeom>
              <a:rect b="b" l="l" r="r" t="t"/>
              <a:pathLst>
                <a:path extrusionOk="0" h="692" w="2073">
                  <a:moveTo>
                    <a:pt x="1" y="0"/>
                  </a:moveTo>
                  <a:lnTo>
                    <a:pt x="1" y="691"/>
                  </a:lnTo>
                  <a:lnTo>
                    <a:pt x="2073" y="691"/>
                  </a:lnTo>
                  <a:lnTo>
                    <a:pt x="2073"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90"/>
            <p:cNvSpPr/>
            <p:nvPr/>
          </p:nvSpPr>
          <p:spPr>
            <a:xfrm>
              <a:off x="6364802" y="1934948"/>
              <a:ext cx="61962" cy="20684"/>
            </a:xfrm>
            <a:custGeom>
              <a:rect b="b" l="l" r="r" t="t"/>
              <a:pathLst>
                <a:path extrusionOk="0" h="692" w="2073">
                  <a:moveTo>
                    <a:pt x="1" y="1"/>
                  </a:moveTo>
                  <a:lnTo>
                    <a:pt x="1" y="691"/>
                  </a:lnTo>
                  <a:lnTo>
                    <a:pt x="2073" y="691"/>
                  </a:lnTo>
                  <a:lnTo>
                    <a:pt x="2073"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90"/>
            <p:cNvSpPr/>
            <p:nvPr/>
          </p:nvSpPr>
          <p:spPr>
            <a:xfrm>
              <a:off x="6324241" y="1974104"/>
              <a:ext cx="20684" cy="20684"/>
            </a:xfrm>
            <a:custGeom>
              <a:rect b="b" l="l" r="r" t="t"/>
              <a:pathLst>
                <a:path extrusionOk="0" h="692" w="692">
                  <a:moveTo>
                    <a:pt x="0" y="0"/>
                  </a:moveTo>
                  <a:lnTo>
                    <a:pt x="0" y="691"/>
                  </a:lnTo>
                  <a:lnTo>
                    <a:pt x="691" y="691"/>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90"/>
            <p:cNvSpPr/>
            <p:nvPr/>
          </p:nvSpPr>
          <p:spPr>
            <a:xfrm>
              <a:off x="6324241" y="1934948"/>
              <a:ext cx="20684" cy="20684"/>
            </a:xfrm>
            <a:custGeom>
              <a:rect b="b" l="l" r="r" t="t"/>
              <a:pathLst>
                <a:path extrusionOk="0" h="692" w="692">
                  <a:moveTo>
                    <a:pt x="0" y="1"/>
                  </a:moveTo>
                  <a:lnTo>
                    <a:pt x="0" y="691"/>
                  </a:lnTo>
                  <a:lnTo>
                    <a:pt x="691" y="691"/>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90"/>
            <p:cNvSpPr/>
            <p:nvPr/>
          </p:nvSpPr>
          <p:spPr>
            <a:xfrm>
              <a:off x="6082220" y="2048142"/>
              <a:ext cx="270504" cy="32042"/>
            </a:xfrm>
            <a:custGeom>
              <a:rect b="b" l="l" r="r" t="t"/>
              <a:pathLst>
                <a:path extrusionOk="0" h="1072" w="9050">
                  <a:moveTo>
                    <a:pt x="1" y="0"/>
                  </a:moveTo>
                  <a:lnTo>
                    <a:pt x="1" y="1072"/>
                  </a:lnTo>
                  <a:lnTo>
                    <a:pt x="7978" y="1072"/>
                  </a:lnTo>
                  <a:lnTo>
                    <a:pt x="9050"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90"/>
            <p:cNvSpPr/>
            <p:nvPr/>
          </p:nvSpPr>
          <p:spPr>
            <a:xfrm>
              <a:off x="6082938" y="2135691"/>
              <a:ext cx="219273" cy="32042"/>
            </a:xfrm>
            <a:custGeom>
              <a:rect b="b" l="l" r="r" t="t"/>
              <a:pathLst>
                <a:path extrusionOk="0" h="1072" w="7336">
                  <a:moveTo>
                    <a:pt x="0" y="0"/>
                  </a:moveTo>
                  <a:lnTo>
                    <a:pt x="0" y="1072"/>
                  </a:lnTo>
                  <a:lnTo>
                    <a:pt x="6264" y="1072"/>
                  </a:lnTo>
                  <a:lnTo>
                    <a:pt x="7335"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90"/>
            <p:cNvSpPr/>
            <p:nvPr/>
          </p:nvSpPr>
          <p:spPr>
            <a:xfrm>
              <a:off x="6082938" y="2222522"/>
              <a:ext cx="162333" cy="32072"/>
            </a:xfrm>
            <a:custGeom>
              <a:rect b="b" l="l" r="r" t="t"/>
              <a:pathLst>
                <a:path extrusionOk="0" h="1073" w="5431">
                  <a:moveTo>
                    <a:pt x="0" y="1"/>
                  </a:moveTo>
                  <a:lnTo>
                    <a:pt x="0" y="1072"/>
                  </a:lnTo>
                  <a:lnTo>
                    <a:pt x="4358" y="1072"/>
                  </a:lnTo>
                  <a:lnTo>
                    <a:pt x="5430"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6" name="Google Shape;20246;p90"/>
          <p:cNvGrpSpPr/>
          <p:nvPr/>
        </p:nvGrpSpPr>
        <p:grpSpPr>
          <a:xfrm>
            <a:off x="7008816" y="1922842"/>
            <a:ext cx="343109" cy="344544"/>
            <a:chOff x="6742116" y="1922842"/>
            <a:chExt cx="343109" cy="344544"/>
          </a:xfrm>
        </p:grpSpPr>
        <p:sp>
          <p:nvSpPr>
            <p:cNvPr id="20247" name="Google Shape;20247;p90"/>
            <p:cNvSpPr/>
            <p:nvPr/>
          </p:nvSpPr>
          <p:spPr>
            <a:xfrm>
              <a:off x="6770572" y="2078750"/>
              <a:ext cx="20684" cy="125299"/>
            </a:xfrm>
            <a:custGeom>
              <a:rect b="b" l="l" r="r" t="t"/>
              <a:pathLst>
                <a:path extrusionOk="0" h="4192" w="692">
                  <a:moveTo>
                    <a:pt x="1" y="0"/>
                  </a:moveTo>
                  <a:lnTo>
                    <a:pt x="1" y="4191"/>
                  </a:lnTo>
                  <a:lnTo>
                    <a:pt x="692" y="4191"/>
                  </a:lnTo>
                  <a:lnTo>
                    <a:pt x="692"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90"/>
            <p:cNvSpPr/>
            <p:nvPr/>
          </p:nvSpPr>
          <p:spPr>
            <a:xfrm>
              <a:off x="6859555" y="1991171"/>
              <a:ext cx="20684" cy="217868"/>
            </a:xfrm>
            <a:custGeom>
              <a:rect b="b" l="l" r="r" t="t"/>
              <a:pathLst>
                <a:path extrusionOk="0" h="7289" w="692">
                  <a:moveTo>
                    <a:pt x="1" y="1"/>
                  </a:moveTo>
                  <a:lnTo>
                    <a:pt x="1" y="7288"/>
                  </a:lnTo>
                  <a:lnTo>
                    <a:pt x="691" y="7288"/>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90"/>
            <p:cNvSpPr/>
            <p:nvPr/>
          </p:nvSpPr>
          <p:spPr>
            <a:xfrm>
              <a:off x="6947821" y="2101526"/>
              <a:ext cx="19967" cy="102523"/>
            </a:xfrm>
            <a:custGeom>
              <a:rect b="b" l="l" r="r" t="t"/>
              <a:pathLst>
                <a:path extrusionOk="0" h="3430" w="668">
                  <a:moveTo>
                    <a:pt x="1" y="0"/>
                  </a:moveTo>
                  <a:lnTo>
                    <a:pt x="1" y="3429"/>
                  </a:lnTo>
                  <a:lnTo>
                    <a:pt x="668" y="3429"/>
                  </a:lnTo>
                  <a:lnTo>
                    <a:pt x="66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90"/>
            <p:cNvSpPr/>
            <p:nvPr/>
          </p:nvSpPr>
          <p:spPr>
            <a:xfrm>
              <a:off x="7036805" y="2019657"/>
              <a:ext cx="19967" cy="188666"/>
            </a:xfrm>
            <a:custGeom>
              <a:rect b="b" l="l" r="r" t="t"/>
              <a:pathLst>
                <a:path extrusionOk="0" h="6312" w="668">
                  <a:moveTo>
                    <a:pt x="1" y="1"/>
                  </a:moveTo>
                  <a:lnTo>
                    <a:pt x="1" y="6311"/>
                  </a:lnTo>
                  <a:lnTo>
                    <a:pt x="667" y="6311"/>
                  </a:lnTo>
                  <a:lnTo>
                    <a:pt x="66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90"/>
            <p:cNvSpPr/>
            <p:nvPr/>
          </p:nvSpPr>
          <p:spPr>
            <a:xfrm>
              <a:off x="6742116" y="2009704"/>
              <a:ext cx="78312" cy="78312"/>
            </a:xfrm>
            <a:custGeom>
              <a:rect b="b" l="l" r="r" t="t"/>
              <a:pathLst>
                <a:path extrusionOk="0" h="2620" w="2620">
                  <a:moveTo>
                    <a:pt x="1310" y="0"/>
                  </a:moveTo>
                  <a:cubicBezTo>
                    <a:pt x="572" y="0"/>
                    <a:pt x="0" y="595"/>
                    <a:pt x="0" y="1310"/>
                  </a:cubicBezTo>
                  <a:cubicBezTo>
                    <a:pt x="0" y="2048"/>
                    <a:pt x="572" y="2620"/>
                    <a:pt x="1310" y="2620"/>
                  </a:cubicBezTo>
                  <a:cubicBezTo>
                    <a:pt x="2025" y="2620"/>
                    <a:pt x="2620" y="2048"/>
                    <a:pt x="2620" y="1310"/>
                  </a:cubicBezTo>
                  <a:cubicBezTo>
                    <a:pt x="2620" y="595"/>
                    <a:pt x="2025" y="0"/>
                    <a:pt x="1310"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90"/>
            <p:cNvSpPr/>
            <p:nvPr/>
          </p:nvSpPr>
          <p:spPr>
            <a:xfrm>
              <a:off x="6829666" y="1922842"/>
              <a:ext cx="78342" cy="78342"/>
            </a:xfrm>
            <a:custGeom>
              <a:rect b="b" l="l" r="r" t="t"/>
              <a:pathLst>
                <a:path extrusionOk="0" h="2621" w="2621">
                  <a:moveTo>
                    <a:pt x="1310" y="1"/>
                  </a:moveTo>
                  <a:cubicBezTo>
                    <a:pt x="596" y="1"/>
                    <a:pt x="1" y="572"/>
                    <a:pt x="1" y="1311"/>
                  </a:cubicBezTo>
                  <a:cubicBezTo>
                    <a:pt x="1" y="2025"/>
                    <a:pt x="596" y="2620"/>
                    <a:pt x="1310" y="2620"/>
                  </a:cubicBezTo>
                  <a:cubicBezTo>
                    <a:pt x="2049" y="2620"/>
                    <a:pt x="2620" y="2025"/>
                    <a:pt x="2620" y="1311"/>
                  </a:cubicBezTo>
                  <a:cubicBezTo>
                    <a:pt x="2620" y="572"/>
                    <a:pt x="2049" y="1"/>
                    <a:pt x="1310"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90"/>
            <p:cNvSpPr/>
            <p:nvPr/>
          </p:nvSpPr>
          <p:spPr>
            <a:xfrm>
              <a:off x="6918648" y="2033885"/>
              <a:ext cx="78312" cy="78342"/>
            </a:xfrm>
            <a:custGeom>
              <a:rect b="b" l="l" r="r" t="t"/>
              <a:pathLst>
                <a:path extrusionOk="0" h="2621" w="2620">
                  <a:moveTo>
                    <a:pt x="1310" y="1"/>
                  </a:moveTo>
                  <a:cubicBezTo>
                    <a:pt x="596" y="1"/>
                    <a:pt x="0" y="596"/>
                    <a:pt x="0" y="1311"/>
                  </a:cubicBezTo>
                  <a:cubicBezTo>
                    <a:pt x="0" y="2025"/>
                    <a:pt x="596" y="2620"/>
                    <a:pt x="1310" y="2620"/>
                  </a:cubicBezTo>
                  <a:cubicBezTo>
                    <a:pt x="2048" y="2620"/>
                    <a:pt x="2620" y="2025"/>
                    <a:pt x="2620" y="1311"/>
                  </a:cubicBezTo>
                  <a:cubicBezTo>
                    <a:pt x="2620" y="596"/>
                    <a:pt x="2048" y="1"/>
                    <a:pt x="131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90"/>
            <p:cNvSpPr/>
            <p:nvPr/>
          </p:nvSpPr>
          <p:spPr>
            <a:xfrm>
              <a:off x="7006914" y="1951328"/>
              <a:ext cx="78312" cy="78312"/>
            </a:xfrm>
            <a:custGeom>
              <a:rect b="b" l="l" r="r" t="t"/>
              <a:pathLst>
                <a:path extrusionOk="0" h="2620" w="2620">
                  <a:moveTo>
                    <a:pt x="1310" y="0"/>
                  </a:moveTo>
                  <a:cubicBezTo>
                    <a:pt x="596" y="0"/>
                    <a:pt x="0" y="572"/>
                    <a:pt x="0" y="1310"/>
                  </a:cubicBezTo>
                  <a:cubicBezTo>
                    <a:pt x="0" y="2025"/>
                    <a:pt x="596" y="2620"/>
                    <a:pt x="1310" y="2620"/>
                  </a:cubicBezTo>
                  <a:cubicBezTo>
                    <a:pt x="2048" y="2620"/>
                    <a:pt x="2620" y="2025"/>
                    <a:pt x="2620" y="1310"/>
                  </a:cubicBezTo>
                  <a:cubicBezTo>
                    <a:pt x="2620" y="572"/>
                    <a:pt x="2048" y="0"/>
                    <a:pt x="1310"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90"/>
            <p:cNvSpPr/>
            <p:nvPr/>
          </p:nvSpPr>
          <p:spPr>
            <a:xfrm>
              <a:off x="6742116" y="2204020"/>
              <a:ext cx="99683" cy="63367"/>
            </a:xfrm>
            <a:custGeom>
              <a:rect b="b" l="l" r="r" t="t"/>
              <a:pathLst>
                <a:path extrusionOk="0" h="2120" w="3335">
                  <a:moveTo>
                    <a:pt x="0" y="0"/>
                  </a:moveTo>
                  <a:lnTo>
                    <a:pt x="0" y="2120"/>
                  </a:lnTo>
                  <a:lnTo>
                    <a:pt x="2882" y="2120"/>
                  </a:lnTo>
                  <a:lnTo>
                    <a:pt x="3334" y="1048"/>
                  </a:lnTo>
                  <a:lnTo>
                    <a:pt x="2882"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90"/>
            <p:cNvSpPr/>
            <p:nvPr/>
          </p:nvSpPr>
          <p:spPr>
            <a:xfrm>
              <a:off x="6827543" y="2204020"/>
              <a:ext cx="99683" cy="63367"/>
            </a:xfrm>
            <a:custGeom>
              <a:rect b="b" l="l" r="r" t="t"/>
              <a:pathLst>
                <a:path extrusionOk="0" h="2120" w="3335">
                  <a:moveTo>
                    <a:pt x="0" y="0"/>
                  </a:moveTo>
                  <a:lnTo>
                    <a:pt x="0" y="2120"/>
                  </a:lnTo>
                  <a:lnTo>
                    <a:pt x="2882" y="2120"/>
                  </a:lnTo>
                  <a:lnTo>
                    <a:pt x="3334" y="1048"/>
                  </a:lnTo>
                  <a:lnTo>
                    <a:pt x="2882"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90"/>
            <p:cNvSpPr/>
            <p:nvPr/>
          </p:nvSpPr>
          <p:spPr>
            <a:xfrm>
              <a:off x="6913657" y="2204020"/>
              <a:ext cx="99683" cy="63367"/>
            </a:xfrm>
            <a:custGeom>
              <a:rect b="b" l="l" r="r" t="t"/>
              <a:pathLst>
                <a:path extrusionOk="0" h="2120" w="3335">
                  <a:moveTo>
                    <a:pt x="1" y="0"/>
                  </a:moveTo>
                  <a:lnTo>
                    <a:pt x="1" y="2120"/>
                  </a:lnTo>
                  <a:lnTo>
                    <a:pt x="2882" y="2120"/>
                  </a:lnTo>
                  <a:lnTo>
                    <a:pt x="3335" y="1048"/>
                  </a:lnTo>
                  <a:lnTo>
                    <a:pt x="2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90"/>
            <p:cNvSpPr/>
            <p:nvPr/>
          </p:nvSpPr>
          <p:spPr>
            <a:xfrm>
              <a:off x="6999083" y="2204020"/>
              <a:ext cx="86143" cy="63367"/>
            </a:xfrm>
            <a:custGeom>
              <a:rect b="b" l="l" r="r" t="t"/>
              <a:pathLst>
                <a:path extrusionOk="0" h="2120" w="2882">
                  <a:moveTo>
                    <a:pt x="0" y="0"/>
                  </a:moveTo>
                  <a:lnTo>
                    <a:pt x="0" y="2120"/>
                  </a:lnTo>
                  <a:lnTo>
                    <a:pt x="2882" y="2120"/>
                  </a:lnTo>
                  <a:lnTo>
                    <a:pt x="2882"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9" name="Google Shape;20259;p90"/>
          <p:cNvGrpSpPr/>
          <p:nvPr/>
        </p:nvGrpSpPr>
        <p:grpSpPr>
          <a:xfrm>
            <a:off x="7749875" y="1922842"/>
            <a:ext cx="344573" cy="344543"/>
            <a:chOff x="7406975" y="1922842"/>
            <a:chExt cx="344573" cy="344543"/>
          </a:xfrm>
        </p:grpSpPr>
        <p:sp>
          <p:nvSpPr>
            <p:cNvPr id="20260" name="Google Shape;20260;p90"/>
            <p:cNvSpPr/>
            <p:nvPr/>
          </p:nvSpPr>
          <p:spPr>
            <a:xfrm>
              <a:off x="7406975" y="1923739"/>
              <a:ext cx="344572" cy="177816"/>
            </a:xfrm>
            <a:custGeom>
              <a:rect b="b" l="l" r="r" t="t"/>
              <a:pathLst>
                <a:path extrusionOk="0" h="5949" w="11528">
                  <a:moveTo>
                    <a:pt x="5748" y="1"/>
                  </a:moveTo>
                  <a:cubicBezTo>
                    <a:pt x="4217" y="1"/>
                    <a:pt x="2783" y="599"/>
                    <a:pt x="1716" y="1685"/>
                  </a:cubicBezTo>
                  <a:cubicBezTo>
                    <a:pt x="644" y="2757"/>
                    <a:pt x="1" y="4234"/>
                    <a:pt x="1" y="5781"/>
                  </a:cubicBezTo>
                  <a:lnTo>
                    <a:pt x="1" y="5948"/>
                  </a:lnTo>
                  <a:lnTo>
                    <a:pt x="11527" y="5948"/>
                  </a:lnTo>
                  <a:lnTo>
                    <a:pt x="11527" y="5924"/>
                  </a:lnTo>
                  <a:lnTo>
                    <a:pt x="11527" y="5734"/>
                  </a:lnTo>
                  <a:cubicBezTo>
                    <a:pt x="11527" y="3829"/>
                    <a:pt x="10598" y="2043"/>
                    <a:pt x="8931" y="947"/>
                  </a:cubicBezTo>
                  <a:cubicBezTo>
                    <a:pt x="8336" y="542"/>
                    <a:pt x="7669" y="257"/>
                    <a:pt x="6907" y="114"/>
                  </a:cubicBezTo>
                  <a:cubicBezTo>
                    <a:pt x="6518" y="38"/>
                    <a:pt x="6130" y="1"/>
                    <a:pt x="5748"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90"/>
            <p:cNvSpPr/>
            <p:nvPr/>
          </p:nvSpPr>
          <p:spPr>
            <a:xfrm>
              <a:off x="7579263" y="1922842"/>
              <a:ext cx="172286" cy="177278"/>
            </a:xfrm>
            <a:custGeom>
              <a:rect b="b" l="l" r="r" t="t"/>
              <a:pathLst>
                <a:path extrusionOk="0" h="5931" w="5764">
                  <a:moveTo>
                    <a:pt x="0" y="1"/>
                  </a:moveTo>
                  <a:lnTo>
                    <a:pt x="0" y="5931"/>
                  </a:lnTo>
                  <a:lnTo>
                    <a:pt x="5763" y="5931"/>
                  </a:lnTo>
                  <a:lnTo>
                    <a:pt x="5763" y="5764"/>
                  </a:lnTo>
                  <a:cubicBezTo>
                    <a:pt x="5763" y="4216"/>
                    <a:pt x="5168" y="2787"/>
                    <a:pt x="4072" y="1692"/>
                  </a:cubicBezTo>
                  <a:cubicBezTo>
                    <a:pt x="2977" y="596"/>
                    <a:pt x="1548" y="1"/>
                    <a:pt x="0"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90"/>
            <p:cNvSpPr/>
            <p:nvPr/>
          </p:nvSpPr>
          <p:spPr>
            <a:xfrm>
              <a:off x="7406975" y="2093695"/>
              <a:ext cx="344572" cy="172435"/>
            </a:xfrm>
            <a:custGeom>
              <a:rect b="b" l="l" r="r" t="t"/>
              <a:pathLst>
                <a:path extrusionOk="0" h="5769" w="11528">
                  <a:moveTo>
                    <a:pt x="1" y="0"/>
                  </a:moveTo>
                  <a:cubicBezTo>
                    <a:pt x="1" y="1548"/>
                    <a:pt x="644" y="3001"/>
                    <a:pt x="1716" y="4072"/>
                  </a:cubicBezTo>
                  <a:cubicBezTo>
                    <a:pt x="2773" y="5168"/>
                    <a:pt x="4190" y="5769"/>
                    <a:pt x="5705" y="5769"/>
                  </a:cubicBezTo>
                  <a:cubicBezTo>
                    <a:pt x="6101" y="5769"/>
                    <a:pt x="6503" y="5728"/>
                    <a:pt x="6907" y="5644"/>
                  </a:cubicBezTo>
                  <a:cubicBezTo>
                    <a:pt x="7669" y="5501"/>
                    <a:pt x="8336" y="5239"/>
                    <a:pt x="8931" y="4811"/>
                  </a:cubicBezTo>
                  <a:cubicBezTo>
                    <a:pt x="10598" y="3715"/>
                    <a:pt x="11527" y="1929"/>
                    <a:pt x="11527" y="24"/>
                  </a:cubicBezTo>
                  <a:lnTo>
                    <a:pt x="11527"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90"/>
            <p:cNvSpPr/>
            <p:nvPr/>
          </p:nvSpPr>
          <p:spPr>
            <a:xfrm>
              <a:off x="7579263" y="2094412"/>
              <a:ext cx="172286" cy="172973"/>
            </a:xfrm>
            <a:custGeom>
              <a:rect b="b" l="l" r="r" t="t"/>
              <a:pathLst>
                <a:path extrusionOk="0" h="5787" w="5764">
                  <a:moveTo>
                    <a:pt x="5763" y="0"/>
                  </a:moveTo>
                  <a:cubicBezTo>
                    <a:pt x="5763" y="8"/>
                    <a:pt x="5763" y="16"/>
                    <a:pt x="5763" y="24"/>
                  </a:cubicBezTo>
                  <a:lnTo>
                    <a:pt x="5763" y="24"/>
                  </a:lnTo>
                  <a:lnTo>
                    <a:pt x="5763" y="0"/>
                  </a:lnTo>
                  <a:close/>
                  <a:moveTo>
                    <a:pt x="0" y="24"/>
                  </a:moveTo>
                  <a:lnTo>
                    <a:pt x="0" y="5787"/>
                  </a:lnTo>
                  <a:cubicBezTo>
                    <a:pt x="1548" y="5787"/>
                    <a:pt x="2977" y="5192"/>
                    <a:pt x="4072" y="4072"/>
                  </a:cubicBezTo>
                  <a:cubicBezTo>
                    <a:pt x="5162" y="2982"/>
                    <a:pt x="5757" y="1563"/>
                    <a:pt x="5763" y="24"/>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90"/>
            <p:cNvSpPr/>
            <p:nvPr/>
          </p:nvSpPr>
          <p:spPr>
            <a:xfrm>
              <a:off x="7455398" y="1969830"/>
              <a:ext cx="131725" cy="249163"/>
            </a:xfrm>
            <a:custGeom>
              <a:rect b="b" l="l" r="r" t="t"/>
              <a:pathLst>
                <a:path extrusionOk="0" h="8336" w="4407">
                  <a:moveTo>
                    <a:pt x="4168" y="1"/>
                  </a:moveTo>
                  <a:cubicBezTo>
                    <a:pt x="1882" y="1"/>
                    <a:pt x="0" y="1882"/>
                    <a:pt x="0" y="4168"/>
                  </a:cubicBezTo>
                  <a:cubicBezTo>
                    <a:pt x="0" y="6454"/>
                    <a:pt x="1882" y="8336"/>
                    <a:pt x="4168" y="8336"/>
                  </a:cubicBezTo>
                  <a:cubicBezTo>
                    <a:pt x="4263" y="8336"/>
                    <a:pt x="4335" y="8097"/>
                    <a:pt x="4406" y="8097"/>
                  </a:cubicBezTo>
                  <a:lnTo>
                    <a:pt x="4406" y="239"/>
                  </a:lnTo>
                  <a:cubicBezTo>
                    <a:pt x="4311" y="239"/>
                    <a:pt x="4216" y="1"/>
                    <a:pt x="416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90"/>
            <p:cNvSpPr/>
            <p:nvPr/>
          </p:nvSpPr>
          <p:spPr>
            <a:xfrm>
              <a:off x="7579950" y="1969113"/>
              <a:ext cx="124611" cy="249880"/>
            </a:xfrm>
            <a:custGeom>
              <a:rect b="b" l="l" r="r" t="t"/>
              <a:pathLst>
                <a:path extrusionOk="0" h="8360" w="4169">
                  <a:moveTo>
                    <a:pt x="1" y="1"/>
                  </a:moveTo>
                  <a:lnTo>
                    <a:pt x="1" y="8360"/>
                  </a:lnTo>
                  <a:cubicBezTo>
                    <a:pt x="2287" y="8360"/>
                    <a:pt x="4168" y="6478"/>
                    <a:pt x="4168" y="4192"/>
                  </a:cubicBezTo>
                  <a:cubicBezTo>
                    <a:pt x="4168" y="1906"/>
                    <a:pt x="2287" y="25"/>
                    <a:pt x="1"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90"/>
            <p:cNvSpPr/>
            <p:nvPr/>
          </p:nvSpPr>
          <p:spPr>
            <a:xfrm>
              <a:off x="7500950" y="2015383"/>
              <a:ext cx="158058" cy="158058"/>
            </a:xfrm>
            <a:custGeom>
              <a:rect b="b" l="l" r="r" t="t"/>
              <a:pathLst>
                <a:path extrusionOk="0" h="5288" w="5288">
                  <a:moveTo>
                    <a:pt x="2644" y="1"/>
                  </a:moveTo>
                  <a:cubicBezTo>
                    <a:pt x="1167" y="1"/>
                    <a:pt x="0" y="1191"/>
                    <a:pt x="0" y="2644"/>
                  </a:cubicBezTo>
                  <a:cubicBezTo>
                    <a:pt x="0" y="4097"/>
                    <a:pt x="1167" y="5287"/>
                    <a:pt x="2644" y="5287"/>
                  </a:cubicBezTo>
                  <a:cubicBezTo>
                    <a:pt x="4097" y="5287"/>
                    <a:pt x="5287" y="4097"/>
                    <a:pt x="5287" y="2644"/>
                  </a:cubicBezTo>
                  <a:cubicBezTo>
                    <a:pt x="5287" y="1191"/>
                    <a:pt x="4097" y="1"/>
                    <a:pt x="2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90"/>
            <p:cNvSpPr/>
            <p:nvPr/>
          </p:nvSpPr>
          <p:spPr>
            <a:xfrm>
              <a:off x="7579850" y="2015475"/>
              <a:ext cx="79750" cy="158802"/>
            </a:xfrm>
            <a:custGeom>
              <a:rect b="b" l="l" r="r" t="t"/>
              <a:pathLst>
                <a:path extrusionOk="0" h="5264" w="2644">
                  <a:moveTo>
                    <a:pt x="0" y="0"/>
                  </a:moveTo>
                  <a:lnTo>
                    <a:pt x="0" y="5263"/>
                  </a:lnTo>
                  <a:cubicBezTo>
                    <a:pt x="1453" y="5263"/>
                    <a:pt x="2643" y="4073"/>
                    <a:pt x="2643" y="2620"/>
                  </a:cubicBezTo>
                  <a:cubicBezTo>
                    <a:pt x="2643" y="1167"/>
                    <a:pt x="1477" y="0"/>
                    <a:pt x="0" y="0"/>
                  </a:cubicBez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90"/>
            <p:cNvSpPr/>
            <p:nvPr/>
          </p:nvSpPr>
          <p:spPr>
            <a:xfrm>
              <a:off x="7554334" y="2062370"/>
              <a:ext cx="50574" cy="20684"/>
            </a:xfrm>
            <a:custGeom>
              <a:rect b="b" l="l" r="r" t="t"/>
              <a:pathLst>
                <a:path extrusionOk="0" h="692" w="1692">
                  <a:moveTo>
                    <a:pt x="1" y="0"/>
                  </a:moveTo>
                  <a:lnTo>
                    <a:pt x="1" y="691"/>
                  </a:lnTo>
                  <a:lnTo>
                    <a:pt x="1691" y="691"/>
                  </a:lnTo>
                  <a:lnTo>
                    <a:pt x="1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90"/>
            <p:cNvSpPr/>
            <p:nvPr/>
          </p:nvSpPr>
          <p:spPr>
            <a:xfrm>
              <a:off x="7554334" y="2105801"/>
              <a:ext cx="50574" cy="20654"/>
            </a:xfrm>
            <a:custGeom>
              <a:rect b="b" l="l" r="r" t="t"/>
              <a:pathLst>
                <a:path extrusionOk="0" h="691" w="1692">
                  <a:moveTo>
                    <a:pt x="1" y="0"/>
                  </a:moveTo>
                  <a:lnTo>
                    <a:pt x="1" y="691"/>
                  </a:lnTo>
                  <a:lnTo>
                    <a:pt x="1691" y="691"/>
                  </a:lnTo>
                  <a:lnTo>
                    <a:pt x="1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90"/>
            <p:cNvSpPr/>
            <p:nvPr/>
          </p:nvSpPr>
          <p:spPr>
            <a:xfrm>
              <a:off x="7579950" y="2062370"/>
              <a:ext cx="25676" cy="20684"/>
            </a:xfrm>
            <a:custGeom>
              <a:rect b="b" l="l" r="r" t="t"/>
              <a:pathLst>
                <a:path extrusionOk="0" h="692" w="859">
                  <a:moveTo>
                    <a:pt x="1" y="0"/>
                  </a:moveTo>
                  <a:lnTo>
                    <a:pt x="1" y="691"/>
                  </a:lnTo>
                  <a:lnTo>
                    <a:pt x="858" y="691"/>
                  </a:lnTo>
                  <a:lnTo>
                    <a:pt x="85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90"/>
            <p:cNvSpPr/>
            <p:nvPr/>
          </p:nvSpPr>
          <p:spPr>
            <a:xfrm>
              <a:off x="7579950" y="2105801"/>
              <a:ext cx="25676" cy="20654"/>
            </a:xfrm>
            <a:custGeom>
              <a:rect b="b" l="l" r="r" t="t"/>
              <a:pathLst>
                <a:path extrusionOk="0" h="691" w="859">
                  <a:moveTo>
                    <a:pt x="1" y="0"/>
                  </a:moveTo>
                  <a:lnTo>
                    <a:pt x="1" y="691"/>
                  </a:lnTo>
                  <a:lnTo>
                    <a:pt x="858" y="691"/>
                  </a:lnTo>
                  <a:lnTo>
                    <a:pt x="85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2" name="Google Shape;20272;p90"/>
          <p:cNvGrpSpPr/>
          <p:nvPr/>
        </p:nvGrpSpPr>
        <p:grpSpPr>
          <a:xfrm>
            <a:off x="7749875" y="2453872"/>
            <a:ext cx="344573" cy="344545"/>
            <a:chOff x="7406975" y="2453872"/>
            <a:chExt cx="344573" cy="344545"/>
          </a:xfrm>
        </p:grpSpPr>
        <p:sp>
          <p:nvSpPr>
            <p:cNvPr id="20273" name="Google Shape;20273;p90"/>
            <p:cNvSpPr/>
            <p:nvPr/>
          </p:nvSpPr>
          <p:spPr>
            <a:xfrm>
              <a:off x="7547938" y="2497273"/>
              <a:ext cx="64084" cy="133160"/>
            </a:xfrm>
            <a:custGeom>
              <a:rect b="b" l="l" r="r" t="t"/>
              <a:pathLst>
                <a:path extrusionOk="0" h="4455" w="2144">
                  <a:moveTo>
                    <a:pt x="0" y="1"/>
                  </a:moveTo>
                  <a:lnTo>
                    <a:pt x="0" y="4454"/>
                  </a:lnTo>
                  <a:lnTo>
                    <a:pt x="2144" y="4454"/>
                  </a:lnTo>
                  <a:lnTo>
                    <a:pt x="2144"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90"/>
            <p:cNvSpPr/>
            <p:nvPr/>
          </p:nvSpPr>
          <p:spPr>
            <a:xfrm>
              <a:off x="7579950" y="2497273"/>
              <a:ext cx="32072" cy="133160"/>
            </a:xfrm>
            <a:custGeom>
              <a:rect b="b" l="l" r="r" t="t"/>
              <a:pathLst>
                <a:path extrusionOk="0" h="4455" w="1073">
                  <a:moveTo>
                    <a:pt x="1" y="1"/>
                  </a:moveTo>
                  <a:lnTo>
                    <a:pt x="1" y="4454"/>
                  </a:lnTo>
                  <a:lnTo>
                    <a:pt x="1073" y="4454"/>
                  </a:lnTo>
                  <a:lnTo>
                    <a:pt x="107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90"/>
            <p:cNvSpPr/>
            <p:nvPr/>
          </p:nvSpPr>
          <p:spPr>
            <a:xfrm>
              <a:off x="7634769" y="2453872"/>
              <a:ext cx="64084" cy="134565"/>
            </a:xfrm>
            <a:custGeom>
              <a:rect b="b" l="l" r="r" t="t"/>
              <a:pathLst>
                <a:path extrusionOk="0" h="4502" w="2144">
                  <a:moveTo>
                    <a:pt x="1" y="0"/>
                  </a:moveTo>
                  <a:lnTo>
                    <a:pt x="1" y="4501"/>
                  </a:lnTo>
                  <a:lnTo>
                    <a:pt x="2144" y="4501"/>
                  </a:lnTo>
                  <a:lnTo>
                    <a:pt x="214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90"/>
            <p:cNvSpPr/>
            <p:nvPr/>
          </p:nvSpPr>
          <p:spPr>
            <a:xfrm>
              <a:off x="7665377" y="2453872"/>
              <a:ext cx="33477" cy="134565"/>
            </a:xfrm>
            <a:custGeom>
              <a:rect b="b" l="l" r="r" t="t"/>
              <a:pathLst>
                <a:path extrusionOk="0" h="4502" w="1120">
                  <a:moveTo>
                    <a:pt x="1" y="0"/>
                  </a:moveTo>
                  <a:lnTo>
                    <a:pt x="1" y="4501"/>
                  </a:lnTo>
                  <a:lnTo>
                    <a:pt x="1120" y="4501"/>
                  </a:lnTo>
                  <a:lnTo>
                    <a:pt x="112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90"/>
            <p:cNvSpPr/>
            <p:nvPr/>
          </p:nvSpPr>
          <p:spPr>
            <a:xfrm>
              <a:off x="7459794" y="2541421"/>
              <a:ext cx="64084" cy="133847"/>
            </a:xfrm>
            <a:custGeom>
              <a:rect b="b" l="l" r="r" t="t"/>
              <a:pathLst>
                <a:path extrusionOk="0" h="4478" w="2144">
                  <a:moveTo>
                    <a:pt x="0" y="0"/>
                  </a:moveTo>
                  <a:lnTo>
                    <a:pt x="0" y="4478"/>
                  </a:lnTo>
                  <a:lnTo>
                    <a:pt x="2143" y="4478"/>
                  </a:lnTo>
                  <a:lnTo>
                    <a:pt x="2143"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90"/>
            <p:cNvSpPr/>
            <p:nvPr/>
          </p:nvSpPr>
          <p:spPr>
            <a:xfrm>
              <a:off x="7492280" y="2541421"/>
              <a:ext cx="32072" cy="133847"/>
            </a:xfrm>
            <a:custGeom>
              <a:rect b="b" l="l" r="r" t="t"/>
              <a:pathLst>
                <a:path extrusionOk="0" h="4478" w="1073">
                  <a:moveTo>
                    <a:pt x="1" y="0"/>
                  </a:moveTo>
                  <a:lnTo>
                    <a:pt x="1" y="4478"/>
                  </a:lnTo>
                  <a:lnTo>
                    <a:pt x="1073" y="4478"/>
                  </a:lnTo>
                  <a:lnTo>
                    <a:pt x="107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90"/>
            <p:cNvSpPr/>
            <p:nvPr/>
          </p:nvSpPr>
          <p:spPr>
            <a:xfrm>
              <a:off x="7547938" y="2628252"/>
              <a:ext cx="64084" cy="116780"/>
            </a:xfrm>
            <a:custGeom>
              <a:rect b="b" l="l" r="r" t="t"/>
              <a:pathLst>
                <a:path extrusionOk="0" h="3907" w="2144">
                  <a:moveTo>
                    <a:pt x="0" y="1"/>
                  </a:moveTo>
                  <a:lnTo>
                    <a:pt x="0" y="3906"/>
                  </a:lnTo>
                  <a:lnTo>
                    <a:pt x="2144" y="3906"/>
                  </a:lnTo>
                  <a:lnTo>
                    <a:pt x="2144"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90"/>
            <p:cNvSpPr/>
            <p:nvPr/>
          </p:nvSpPr>
          <p:spPr>
            <a:xfrm>
              <a:off x="7634769" y="2584852"/>
              <a:ext cx="64084" cy="160181"/>
            </a:xfrm>
            <a:custGeom>
              <a:rect b="b" l="l" r="r" t="t"/>
              <a:pathLst>
                <a:path extrusionOk="0" h="5359" w="2144">
                  <a:moveTo>
                    <a:pt x="1" y="0"/>
                  </a:moveTo>
                  <a:lnTo>
                    <a:pt x="1" y="5358"/>
                  </a:lnTo>
                  <a:lnTo>
                    <a:pt x="2144" y="5358"/>
                  </a:lnTo>
                  <a:lnTo>
                    <a:pt x="2144"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90"/>
            <p:cNvSpPr/>
            <p:nvPr/>
          </p:nvSpPr>
          <p:spPr>
            <a:xfrm>
              <a:off x="7579950" y="2628252"/>
              <a:ext cx="32072" cy="116780"/>
            </a:xfrm>
            <a:custGeom>
              <a:rect b="b" l="l" r="r" t="t"/>
              <a:pathLst>
                <a:path extrusionOk="0" h="3907" w="1073">
                  <a:moveTo>
                    <a:pt x="1" y="1"/>
                  </a:moveTo>
                  <a:lnTo>
                    <a:pt x="1" y="3906"/>
                  </a:lnTo>
                  <a:lnTo>
                    <a:pt x="1073" y="3906"/>
                  </a:lnTo>
                  <a:lnTo>
                    <a:pt x="1073"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90"/>
            <p:cNvSpPr/>
            <p:nvPr/>
          </p:nvSpPr>
          <p:spPr>
            <a:xfrm>
              <a:off x="7665377" y="2584852"/>
              <a:ext cx="33477" cy="160181"/>
            </a:xfrm>
            <a:custGeom>
              <a:rect b="b" l="l" r="r" t="t"/>
              <a:pathLst>
                <a:path extrusionOk="0" h="5359" w="1120">
                  <a:moveTo>
                    <a:pt x="1" y="0"/>
                  </a:moveTo>
                  <a:lnTo>
                    <a:pt x="1" y="5358"/>
                  </a:lnTo>
                  <a:lnTo>
                    <a:pt x="1120" y="5358"/>
                  </a:lnTo>
                  <a:lnTo>
                    <a:pt x="1120"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90"/>
            <p:cNvSpPr/>
            <p:nvPr/>
          </p:nvSpPr>
          <p:spPr>
            <a:xfrm>
              <a:off x="7459794" y="2671683"/>
              <a:ext cx="64084" cy="73350"/>
            </a:xfrm>
            <a:custGeom>
              <a:rect b="b" l="l" r="r" t="t"/>
              <a:pathLst>
                <a:path extrusionOk="0" h="2454" w="2144">
                  <a:moveTo>
                    <a:pt x="0" y="0"/>
                  </a:moveTo>
                  <a:lnTo>
                    <a:pt x="0" y="2453"/>
                  </a:lnTo>
                  <a:lnTo>
                    <a:pt x="2143" y="2453"/>
                  </a:lnTo>
                  <a:lnTo>
                    <a:pt x="2143"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90"/>
            <p:cNvSpPr/>
            <p:nvPr/>
          </p:nvSpPr>
          <p:spPr>
            <a:xfrm>
              <a:off x="7492280" y="2671683"/>
              <a:ext cx="32072" cy="73350"/>
            </a:xfrm>
            <a:custGeom>
              <a:rect b="b" l="l" r="r" t="t"/>
              <a:pathLst>
                <a:path extrusionOk="0" h="2454" w="1073">
                  <a:moveTo>
                    <a:pt x="1" y="0"/>
                  </a:moveTo>
                  <a:lnTo>
                    <a:pt x="1" y="2453"/>
                  </a:lnTo>
                  <a:lnTo>
                    <a:pt x="1073" y="2453"/>
                  </a:lnTo>
                  <a:lnTo>
                    <a:pt x="1073"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90"/>
            <p:cNvSpPr/>
            <p:nvPr/>
          </p:nvSpPr>
          <p:spPr>
            <a:xfrm>
              <a:off x="7470342" y="2777733"/>
              <a:ext cx="43460" cy="20684"/>
            </a:xfrm>
            <a:custGeom>
              <a:rect b="b" l="l" r="r" t="t"/>
              <a:pathLst>
                <a:path extrusionOk="0" h="692" w="1454">
                  <a:moveTo>
                    <a:pt x="0" y="1"/>
                  </a:moveTo>
                  <a:lnTo>
                    <a:pt x="0" y="691"/>
                  </a:lnTo>
                  <a:lnTo>
                    <a:pt x="1453" y="691"/>
                  </a:lnTo>
                  <a:lnTo>
                    <a:pt x="1453"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90"/>
            <p:cNvSpPr/>
            <p:nvPr/>
          </p:nvSpPr>
          <p:spPr>
            <a:xfrm>
              <a:off x="7557891" y="2777733"/>
              <a:ext cx="43460" cy="20684"/>
            </a:xfrm>
            <a:custGeom>
              <a:rect b="b" l="l" r="r" t="t"/>
              <a:pathLst>
                <a:path extrusionOk="0" h="692" w="1454">
                  <a:moveTo>
                    <a:pt x="1" y="1"/>
                  </a:moveTo>
                  <a:lnTo>
                    <a:pt x="1" y="691"/>
                  </a:lnTo>
                  <a:lnTo>
                    <a:pt x="1453" y="691"/>
                  </a:lnTo>
                  <a:lnTo>
                    <a:pt x="1453"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90"/>
            <p:cNvSpPr/>
            <p:nvPr/>
          </p:nvSpPr>
          <p:spPr>
            <a:xfrm>
              <a:off x="7645440" y="2777733"/>
              <a:ext cx="44177" cy="20684"/>
            </a:xfrm>
            <a:custGeom>
              <a:rect b="b" l="l" r="r" t="t"/>
              <a:pathLst>
                <a:path extrusionOk="0" h="692" w="1478">
                  <a:moveTo>
                    <a:pt x="1" y="1"/>
                  </a:moveTo>
                  <a:lnTo>
                    <a:pt x="1" y="691"/>
                  </a:lnTo>
                  <a:lnTo>
                    <a:pt x="1477" y="691"/>
                  </a:lnTo>
                  <a:lnTo>
                    <a:pt x="1477"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90"/>
            <p:cNvSpPr/>
            <p:nvPr/>
          </p:nvSpPr>
          <p:spPr>
            <a:xfrm>
              <a:off x="7491684" y="2777733"/>
              <a:ext cx="22119" cy="20684"/>
            </a:xfrm>
            <a:custGeom>
              <a:rect b="b" l="l" r="r" t="t"/>
              <a:pathLst>
                <a:path extrusionOk="0" h="692" w="740">
                  <a:moveTo>
                    <a:pt x="1" y="1"/>
                  </a:moveTo>
                  <a:lnTo>
                    <a:pt x="1" y="691"/>
                  </a:lnTo>
                  <a:lnTo>
                    <a:pt x="739" y="691"/>
                  </a:lnTo>
                  <a:lnTo>
                    <a:pt x="739"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90"/>
            <p:cNvSpPr/>
            <p:nvPr/>
          </p:nvSpPr>
          <p:spPr>
            <a:xfrm>
              <a:off x="7579950" y="2777733"/>
              <a:ext cx="22119" cy="20684"/>
            </a:xfrm>
            <a:custGeom>
              <a:rect b="b" l="l" r="r" t="t"/>
              <a:pathLst>
                <a:path extrusionOk="0" h="692" w="740">
                  <a:moveTo>
                    <a:pt x="1" y="1"/>
                  </a:moveTo>
                  <a:lnTo>
                    <a:pt x="1" y="691"/>
                  </a:lnTo>
                  <a:lnTo>
                    <a:pt x="739" y="691"/>
                  </a:lnTo>
                  <a:lnTo>
                    <a:pt x="739"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90"/>
            <p:cNvSpPr/>
            <p:nvPr/>
          </p:nvSpPr>
          <p:spPr>
            <a:xfrm>
              <a:off x="7406975" y="2731463"/>
              <a:ext cx="343855" cy="20684"/>
            </a:xfrm>
            <a:custGeom>
              <a:rect b="b" l="l" r="r" t="t"/>
              <a:pathLst>
                <a:path extrusionOk="0" h="692" w="11504">
                  <a:moveTo>
                    <a:pt x="1" y="1"/>
                  </a:moveTo>
                  <a:lnTo>
                    <a:pt x="1" y="692"/>
                  </a:lnTo>
                  <a:lnTo>
                    <a:pt x="11503" y="692"/>
                  </a:lnTo>
                  <a:lnTo>
                    <a:pt x="11503"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90"/>
            <p:cNvSpPr/>
            <p:nvPr/>
          </p:nvSpPr>
          <p:spPr>
            <a:xfrm>
              <a:off x="7579950" y="2731463"/>
              <a:ext cx="171598" cy="20684"/>
            </a:xfrm>
            <a:custGeom>
              <a:rect b="b" l="l" r="r" t="t"/>
              <a:pathLst>
                <a:path extrusionOk="0" h="692" w="5741">
                  <a:moveTo>
                    <a:pt x="1" y="1"/>
                  </a:moveTo>
                  <a:lnTo>
                    <a:pt x="1" y="692"/>
                  </a:lnTo>
                  <a:lnTo>
                    <a:pt x="5740" y="692"/>
                  </a:lnTo>
                  <a:lnTo>
                    <a:pt x="574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90"/>
            <p:cNvSpPr/>
            <p:nvPr/>
          </p:nvSpPr>
          <p:spPr>
            <a:xfrm>
              <a:off x="7665377" y="2777733"/>
              <a:ext cx="22806" cy="20684"/>
            </a:xfrm>
            <a:custGeom>
              <a:rect b="b" l="l" r="r" t="t"/>
              <a:pathLst>
                <a:path extrusionOk="0" h="692" w="763">
                  <a:moveTo>
                    <a:pt x="1" y="1"/>
                  </a:moveTo>
                  <a:lnTo>
                    <a:pt x="1" y="691"/>
                  </a:lnTo>
                  <a:lnTo>
                    <a:pt x="763" y="691"/>
                  </a:lnTo>
                  <a:lnTo>
                    <a:pt x="763"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3" name="Google Shape;20293;p90"/>
          <p:cNvGrpSpPr/>
          <p:nvPr/>
        </p:nvGrpSpPr>
        <p:grpSpPr>
          <a:xfrm>
            <a:off x="7008816" y="2443889"/>
            <a:ext cx="343109" cy="343856"/>
            <a:chOff x="6742116" y="2443889"/>
            <a:chExt cx="343109" cy="343856"/>
          </a:xfrm>
        </p:grpSpPr>
        <p:sp>
          <p:nvSpPr>
            <p:cNvPr id="20294" name="Google Shape;20294;p90"/>
            <p:cNvSpPr/>
            <p:nvPr/>
          </p:nvSpPr>
          <p:spPr>
            <a:xfrm>
              <a:off x="6764893" y="2467383"/>
              <a:ext cx="297555" cy="296867"/>
            </a:xfrm>
            <a:custGeom>
              <a:rect b="b" l="l" r="r" t="t"/>
              <a:pathLst>
                <a:path extrusionOk="0" h="9932" w="9955">
                  <a:moveTo>
                    <a:pt x="4978" y="1"/>
                  </a:moveTo>
                  <a:cubicBezTo>
                    <a:pt x="2239" y="1"/>
                    <a:pt x="0" y="2216"/>
                    <a:pt x="0" y="4954"/>
                  </a:cubicBezTo>
                  <a:cubicBezTo>
                    <a:pt x="0" y="7717"/>
                    <a:pt x="2239" y="9931"/>
                    <a:pt x="4978" y="9931"/>
                  </a:cubicBezTo>
                  <a:cubicBezTo>
                    <a:pt x="7716" y="9931"/>
                    <a:pt x="9955" y="7717"/>
                    <a:pt x="9955" y="4954"/>
                  </a:cubicBezTo>
                  <a:cubicBezTo>
                    <a:pt x="9955" y="2216"/>
                    <a:pt x="7716" y="1"/>
                    <a:pt x="497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90"/>
            <p:cNvSpPr/>
            <p:nvPr/>
          </p:nvSpPr>
          <p:spPr>
            <a:xfrm>
              <a:off x="6742116" y="2615459"/>
              <a:ext cx="171569" cy="172286"/>
            </a:xfrm>
            <a:custGeom>
              <a:rect b="b" l="l" r="r" t="t"/>
              <a:pathLst>
                <a:path extrusionOk="0" h="5764" w="5740">
                  <a:moveTo>
                    <a:pt x="0" y="0"/>
                  </a:moveTo>
                  <a:cubicBezTo>
                    <a:pt x="0" y="3191"/>
                    <a:pt x="2596" y="5763"/>
                    <a:pt x="5740" y="5763"/>
                  </a:cubicBezTo>
                  <a:lnTo>
                    <a:pt x="5740"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96" name="Google Shape;20296;p90"/>
            <p:cNvGrpSpPr/>
            <p:nvPr/>
          </p:nvGrpSpPr>
          <p:grpSpPr>
            <a:xfrm>
              <a:off x="6823986" y="2443889"/>
              <a:ext cx="261240" cy="320362"/>
              <a:chOff x="6823986" y="2443889"/>
              <a:chExt cx="261240" cy="320362"/>
            </a:xfrm>
          </p:grpSpPr>
          <p:sp>
            <p:nvSpPr>
              <p:cNvPr id="20297" name="Google Shape;20297;p90"/>
              <p:cNvSpPr/>
              <p:nvPr/>
            </p:nvSpPr>
            <p:spPr>
              <a:xfrm>
                <a:off x="6913657" y="2579352"/>
                <a:ext cx="148792" cy="184900"/>
              </a:xfrm>
              <a:custGeom>
                <a:rect b="b" l="l" r="r" t="t"/>
                <a:pathLst>
                  <a:path extrusionOk="0" h="6186" w="4978">
                    <a:moveTo>
                      <a:pt x="4294" y="1"/>
                    </a:moveTo>
                    <a:cubicBezTo>
                      <a:pt x="3433" y="1"/>
                      <a:pt x="1846" y="1184"/>
                      <a:pt x="37" y="1184"/>
                    </a:cubicBezTo>
                    <a:cubicBezTo>
                      <a:pt x="25" y="1184"/>
                      <a:pt x="13" y="1184"/>
                      <a:pt x="1" y="1184"/>
                    </a:cubicBezTo>
                    <a:lnTo>
                      <a:pt x="1" y="6185"/>
                    </a:lnTo>
                    <a:cubicBezTo>
                      <a:pt x="2739" y="6185"/>
                      <a:pt x="4978" y="3947"/>
                      <a:pt x="4978" y="1208"/>
                    </a:cubicBezTo>
                    <a:cubicBezTo>
                      <a:pt x="4978" y="302"/>
                      <a:pt x="4728" y="1"/>
                      <a:pt x="4294"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90"/>
              <p:cNvSpPr/>
              <p:nvPr/>
            </p:nvSpPr>
            <p:spPr>
              <a:xfrm>
                <a:off x="6913657" y="2443889"/>
                <a:ext cx="171569" cy="171598"/>
              </a:xfrm>
              <a:custGeom>
                <a:rect b="b" l="l" r="r" t="t"/>
                <a:pathLst>
                  <a:path extrusionOk="0" h="5741" w="5740">
                    <a:moveTo>
                      <a:pt x="1" y="1"/>
                    </a:moveTo>
                    <a:lnTo>
                      <a:pt x="1" y="5740"/>
                    </a:lnTo>
                    <a:lnTo>
                      <a:pt x="5740" y="5740"/>
                    </a:lnTo>
                    <a:cubicBezTo>
                      <a:pt x="5740" y="2597"/>
                      <a:pt x="3192" y="1"/>
                      <a:pt x="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90"/>
              <p:cNvSpPr/>
              <p:nvPr/>
            </p:nvSpPr>
            <p:spPr>
              <a:xfrm>
                <a:off x="6823986" y="2653181"/>
                <a:ext cx="51261" cy="20654"/>
              </a:xfrm>
              <a:custGeom>
                <a:rect b="b" l="l" r="r" t="t"/>
                <a:pathLst>
                  <a:path extrusionOk="0" h="691" w="1715">
                    <a:moveTo>
                      <a:pt x="0" y="0"/>
                    </a:moveTo>
                    <a:lnTo>
                      <a:pt x="0" y="691"/>
                    </a:lnTo>
                    <a:lnTo>
                      <a:pt x="1715" y="691"/>
                    </a:lnTo>
                    <a:lnTo>
                      <a:pt x="17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90"/>
              <p:cNvSpPr/>
              <p:nvPr/>
            </p:nvSpPr>
            <p:spPr>
              <a:xfrm>
                <a:off x="6823986" y="2698016"/>
                <a:ext cx="51261" cy="19967"/>
              </a:xfrm>
              <a:custGeom>
                <a:rect b="b" l="l" r="r" t="t"/>
                <a:pathLst>
                  <a:path extrusionOk="0" h="668" w="1715">
                    <a:moveTo>
                      <a:pt x="0" y="1"/>
                    </a:moveTo>
                    <a:lnTo>
                      <a:pt x="0" y="667"/>
                    </a:lnTo>
                    <a:lnTo>
                      <a:pt x="1715" y="667"/>
                    </a:lnTo>
                    <a:lnTo>
                      <a:pt x="171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90"/>
              <p:cNvSpPr/>
              <p:nvPr/>
            </p:nvSpPr>
            <p:spPr>
              <a:xfrm>
                <a:off x="6951378" y="2514370"/>
                <a:ext cx="51291" cy="20684"/>
              </a:xfrm>
              <a:custGeom>
                <a:rect b="b" l="l" r="r" t="t"/>
                <a:pathLst>
                  <a:path extrusionOk="0" h="692" w="1716">
                    <a:moveTo>
                      <a:pt x="1" y="1"/>
                    </a:moveTo>
                    <a:lnTo>
                      <a:pt x="1" y="691"/>
                    </a:lnTo>
                    <a:lnTo>
                      <a:pt x="1715" y="691"/>
                    </a:lnTo>
                    <a:lnTo>
                      <a:pt x="1715"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90"/>
              <p:cNvSpPr/>
              <p:nvPr/>
            </p:nvSpPr>
            <p:spPr>
              <a:xfrm>
                <a:off x="6951378" y="2559206"/>
                <a:ext cx="51291" cy="19967"/>
              </a:xfrm>
              <a:custGeom>
                <a:rect b="b" l="l" r="r" t="t"/>
                <a:pathLst>
                  <a:path extrusionOk="0" h="668" w="1716">
                    <a:moveTo>
                      <a:pt x="1" y="1"/>
                    </a:moveTo>
                    <a:lnTo>
                      <a:pt x="1" y="668"/>
                    </a:lnTo>
                    <a:lnTo>
                      <a:pt x="1715" y="668"/>
                    </a:lnTo>
                    <a:lnTo>
                      <a:pt x="1715"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303" name="Google Shape;20303;p90"/>
          <p:cNvGrpSpPr/>
          <p:nvPr/>
        </p:nvGrpSpPr>
        <p:grpSpPr>
          <a:xfrm>
            <a:off x="6273438" y="2473809"/>
            <a:ext cx="343827" cy="288290"/>
            <a:chOff x="6082938" y="2473809"/>
            <a:chExt cx="343827" cy="288290"/>
          </a:xfrm>
        </p:grpSpPr>
        <p:sp>
          <p:nvSpPr>
            <p:cNvPr id="20304" name="Google Shape;20304;p90"/>
            <p:cNvSpPr/>
            <p:nvPr/>
          </p:nvSpPr>
          <p:spPr>
            <a:xfrm>
              <a:off x="6271575" y="2550687"/>
              <a:ext cx="155189" cy="211412"/>
            </a:xfrm>
            <a:custGeom>
              <a:rect b="b" l="l" r="r" t="t"/>
              <a:pathLst>
                <a:path extrusionOk="0" h="7073" w="5192">
                  <a:moveTo>
                    <a:pt x="2596" y="0"/>
                  </a:moveTo>
                  <a:lnTo>
                    <a:pt x="0" y="7073"/>
                  </a:lnTo>
                  <a:lnTo>
                    <a:pt x="5192" y="7073"/>
                  </a:lnTo>
                  <a:lnTo>
                    <a:pt x="2596"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90"/>
            <p:cNvSpPr/>
            <p:nvPr/>
          </p:nvSpPr>
          <p:spPr>
            <a:xfrm>
              <a:off x="6349140" y="2550687"/>
              <a:ext cx="77624" cy="211412"/>
            </a:xfrm>
            <a:custGeom>
              <a:rect b="b" l="l" r="r" t="t"/>
              <a:pathLst>
                <a:path extrusionOk="0" h="7073" w="2597">
                  <a:moveTo>
                    <a:pt x="1" y="0"/>
                  </a:moveTo>
                  <a:lnTo>
                    <a:pt x="1" y="7073"/>
                  </a:lnTo>
                  <a:lnTo>
                    <a:pt x="2597" y="7073"/>
                  </a:lnTo>
                  <a:lnTo>
                    <a:pt x="1"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90"/>
            <p:cNvSpPr/>
            <p:nvPr/>
          </p:nvSpPr>
          <p:spPr>
            <a:xfrm>
              <a:off x="6082938" y="2588409"/>
              <a:ext cx="157341" cy="173691"/>
            </a:xfrm>
            <a:custGeom>
              <a:rect b="b" l="l" r="r" t="t"/>
              <a:pathLst>
                <a:path extrusionOk="0" h="5811" w="5264">
                  <a:moveTo>
                    <a:pt x="2620" y="0"/>
                  </a:moveTo>
                  <a:lnTo>
                    <a:pt x="0" y="5811"/>
                  </a:lnTo>
                  <a:lnTo>
                    <a:pt x="5263" y="5811"/>
                  </a:lnTo>
                  <a:lnTo>
                    <a:pt x="2620"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90"/>
            <p:cNvSpPr/>
            <p:nvPr/>
          </p:nvSpPr>
          <p:spPr>
            <a:xfrm>
              <a:off x="6161220" y="2588409"/>
              <a:ext cx="78342" cy="173691"/>
            </a:xfrm>
            <a:custGeom>
              <a:rect b="b" l="l" r="r" t="t"/>
              <a:pathLst>
                <a:path extrusionOk="0" h="5811" w="2621">
                  <a:moveTo>
                    <a:pt x="1" y="0"/>
                  </a:moveTo>
                  <a:lnTo>
                    <a:pt x="1" y="5811"/>
                  </a:lnTo>
                  <a:lnTo>
                    <a:pt x="2621" y="5811"/>
                  </a:lnTo>
                  <a:lnTo>
                    <a:pt x="1"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90"/>
            <p:cNvSpPr/>
            <p:nvPr/>
          </p:nvSpPr>
          <p:spPr>
            <a:xfrm>
              <a:off x="6178317" y="2486602"/>
              <a:ext cx="153067" cy="275496"/>
            </a:xfrm>
            <a:custGeom>
              <a:rect b="b" l="l" r="r" t="t"/>
              <a:pathLst>
                <a:path extrusionOk="0" h="9217" w="5121">
                  <a:moveTo>
                    <a:pt x="2549" y="1"/>
                  </a:moveTo>
                  <a:lnTo>
                    <a:pt x="0" y="9217"/>
                  </a:lnTo>
                  <a:lnTo>
                    <a:pt x="5121" y="9217"/>
                  </a:lnTo>
                  <a:lnTo>
                    <a:pt x="2549"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90"/>
            <p:cNvSpPr/>
            <p:nvPr/>
          </p:nvSpPr>
          <p:spPr>
            <a:xfrm>
              <a:off x="6170486" y="2507256"/>
              <a:ext cx="69793" cy="74755"/>
            </a:xfrm>
            <a:custGeom>
              <a:rect b="b" l="l" r="r" t="t"/>
              <a:pathLst>
                <a:path extrusionOk="0" h="2501" w="2335">
                  <a:moveTo>
                    <a:pt x="1834" y="0"/>
                  </a:moveTo>
                  <a:lnTo>
                    <a:pt x="1" y="2048"/>
                  </a:lnTo>
                  <a:lnTo>
                    <a:pt x="501" y="2501"/>
                  </a:lnTo>
                  <a:lnTo>
                    <a:pt x="2334" y="453"/>
                  </a:lnTo>
                  <a:lnTo>
                    <a:pt x="1834"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90"/>
            <p:cNvSpPr/>
            <p:nvPr/>
          </p:nvSpPr>
          <p:spPr>
            <a:xfrm>
              <a:off x="6272262" y="2504417"/>
              <a:ext cx="58405" cy="49139"/>
            </a:xfrm>
            <a:custGeom>
              <a:rect b="b" l="l" r="r" t="t"/>
              <a:pathLst>
                <a:path extrusionOk="0" h="1644" w="1954">
                  <a:moveTo>
                    <a:pt x="406" y="0"/>
                  </a:moveTo>
                  <a:lnTo>
                    <a:pt x="1" y="572"/>
                  </a:lnTo>
                  <a:lnTo>
                    <a:pt x="1549" y="1643"/>
                  </a:lnTo>
                  <a:lnTo>
                    <a:pt x="1954" y="1072"/>
                  </a:lnTo>
                  <a:lnTo>
                    <a:pt x="40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90"/>
            <p:cNvSpPr/>
            <p:nvPr/>
          </p:nvSpPr>
          <p:spPr>
            <a:xfrm>
              <a:off x="6127055" y="2557084"/>
              <a:ext cx="67671" cy="67641"/>
            </a:xfrm>
            <a:custGeom>
              <a:rect b="b" l="l" r="r" t="t"/>
              <a:pathLst>
                <a:path extrusionOk="0" h="2263" w="2264">
                  <a:moveTo>
                    <a:pt x="1144" y="0"/>
                  </a:moveTo>
                  <a:cubicBezTo>
                    <a:pt x="525" y="0"/>
                    <a:pt x="1" y="500"/>
                    <a:pt x="1" y="1143"/>
                  </a:cubicBezTo>
                  <a:cubicBezTo>
                    <a:pt x="1" y="1763"/>
                    <a:pt x="525" y="2263"/>
                    <a:pt x="1144" y="2263"/>
                  </a:cubicBezTo>
                  <a:cubicBezTo>
                    <a:pt x="1763" y="2263"/>
                    <a:pt x="2263" y="1763"/>
                    <a:pt x="2263" y="1143"/>
                  </a:cubicBezTo>
                  <a:cubicBezTo>
                    <a:pt x="2263" y="500"/>
                    <a:pt x="1763" y="0"/>
                    <a:pt x="114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90"/>
            <p:cNvSpPr/>
            <p:nvPr/>
          </p:nvSpPr>
          <p:spPr>
            <a:xfrm>
              <a:off x="6314975" y="2522202"/>
              <a:ext cx="67671" cy="67641"/>
            </a:xfrm>
            <a:custGeom>
              <a:rect b="b" l="l" r="r" t="t"/>
              <a:pathLst>
                <a:path extrusionOk="0" h="2263" w="2264">
                  <a:moveTo>
                    <a:pt x="1144" y="0"/>
                  </a:moveTo>
                  <a:cubicBezTo>
                    <a:pt x="525" y="0"/>
                    <a:pt x="1" y="524"/>
                    <a:pt x="1" y="1144"/>
                  </a:cubicBezTo>
                  <a:cubicBezTo>
                    <a:pt x="1" y="1763"/>
                    <a:pt x="525" y="2263"/>
                    <a:pt x="1144" y="2263"/>
                  </a:cubicBezTo>
                  <a:cubicBezTo>
                    <a:pt x="1763" y="2263"/>
                    <a:pt x="2263" y="1763"/>
                    <a:pt x="2263" y="1144"/>
                  </a:cubicBezTo>
                  <a:cubicBezTo>
                    <a:pt x="2263" y="524"/>
                    <a:pt x="1763" y="0"/>
                    <a:pt x="114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90"/>
            <p:cNvSpPr/>
            <p:nvPr/>
          </p:nvSpPr>
          <p:spPr>
            <a:xfrm>
              <a:off x="6254477" y="2486602"/>
              <a:ext cx="76907" cy="275496"/>
            </a:xfrm>
            <a:custGeom>
              <a:rect b="b" l="l" r="r" t="t"/>
              <a:pathLst>
                <a:path extrusionOk="0" h="9217" w="2573">
                  <a:moveTo>
                    <a:pt x="1" y="1"/>
                  </a:moveTo>
                  <a:lnTo>
                    <a:pt x="1" y="9217"/>
                  </a:lnTo>
                  <a:lnTo>
                    <a:pt x="2573" y="9217"/>
                  </a:lnTo>
                  <a:lnTo>
                    <a:pt x="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90"/>
            <p:cNvSpPr/>
            <p:nvPr/>
          </p:nvSpPr>
          <p:spPr>
            <a:xfrm>
              <a:off x="6349857" y="2521484"/>
              <a:ext cx="34194" cy="68358"/>
            </a:xfrm>
            <a:custGeom>
              <a:rect b="b" l="l" r="r" t="t"/>
              <a:pathLst>
                <a:path extrusionOk="0" h="2287" w="1144">
                  <a:moveTo>
                    <a:pt x="1" y="1"/>
                  </a:moveTo>
                  <a:lnTo>
                    <a:pt x="1" y="2287"/>
                  </a:lnTo>
                  <a:cubicBezTo>
                    <a:pt x="620" y="2287"/>
                    <a:pt x="1144" y="1787"/>
                    <a:pt x="1144" y="1168"/>
                  </a:cubicBezTo>
                  <a:cubicBezTo>
                    <a:pt x="1144" y="548"/>
                    <a:pt x="596" y="24"/>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90"/>
            <p:cNvSpPr/>
            <p:nvPr/>
          </p:nvSpPr>
          <p:spPr>
            <a:xfrm>
              <a:off x="6161220" y="2556366"/>
              <a:ext cx="34194" cy="68358"/>
            </a:xfrm>
            <a:custGeom>
              <a:rect b="b" l="l" r="r" t="t"/>
              <a:pathLst>
                <a:path extrusionOk="0" h="2287" w="1144">
                  <a:moveTo>
                    <a:pt x="1" y="1"/>
                  </a:moveTo>
                  <a:lnTo>
                    <a:pt x="1" y="2287"/>
                  </a:lnTo>
                  <a:cubicBezTo>
                    <a:pt x="620" y="2287"/>
                    <a:pt x="1144" y="1787"/>
                    <a:pt x="1144" y="1167"/>
                  </a:cubicBezTo>
                  <a:cubicBezTo>
                    <a:pt x="1144" y="524"/>
                    <a:pt x="620"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90"/>
            <p:cNvSpPr/>
            <p:nvPr/>
          </p:nvSpPr>
          <p:spPr>
            <a:xfrm>
              <a:off x="6221030" y="2474497"/>
              <a:ext cx="67641" cy="67671"/>
            </a:xfrm>
            <a:custGeom>
              <a:rect b="b" l="l" r="r" t="t"/>
              <a:pathLst>
                <a:path extrusionOk="0" h="2264" w="2263">
                  <a:moveTo>
                    <a:pt x="1120" y="1"/>
                  </a:moveTo>
                  <a:cubicBezTo>
                    <a:pt x="500" y="1"/>
                    <a:pt x="0" y="501"/>
                    <a:pt x="0" y="1120"/>
                  </a:cubicBezTo>
                  <a:cubicBezTo>
                    <a:pt x="0" y="1739"/>
                    <a:pt x="500" y="2263"/>
                    <a:pt x="1120" y="2263"/>
                  </a:cubicBezTo>
                  <a:cubicBezTo>
                    <a:pt x="1739" y="2263"/>
                    <a:pt x="2263" y="1739"/>
                    <a:pt x="2263" y="1120"/>
                  </a:cubicBezTo>
                  <a:cubicBezTo>
                    <a:pt x="2263" y="501"/>
                    <a:pt x="1739" y="1"/>
                    <a:pt x="112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90"/>
            <p:cNvSpPr/>
            <p:nvPr/>
          </p:nvSpPr>
          <p:spPr>
            <a:xfrm>
              <a:off x="6254477" y="2473809"/>
              <a:ext cx="34194" cy="68358"/>
            </a:xfrm>
            <a:custGeom>
              <a:rect b="b" l="l" r="r" t="t"/>
              <a:pathLst>
                <a:path extrusionOk="0" h="2287" w="1144">
                  <a:moveTo>
                    <a:pt x="1" y="0"/>
                  </a:moveTo>
                  <a:lnTo>
                    <a:pt x="1" y="2286"/>
                  </a:lnTo>
                  <a:cubicBezTo>
                    <a:pt x="644" y="2286"/>
                    <a:pt x="1144" y="1786"/>
                    <a:pt x="1144" y="1143"/>
                  </a:cubicBezTo>
                  <a:cubicBezTo>
                    <a:pt x="1144" y="524"/>
                    <a:pt x="644" y="24"/>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8" name="Google Shape;20318;p90"/>
          <p:cNvGrpSpPr/>
          <p:nvPr/>
        </p:nvGrpSpPr>
        <p:grpSpPr>
          <a:xfrm>
            <a:off x="5523800" y="2453872"/>
            <a:ext cx="343856" cy="343827"/>
            <a:chOff x="5409500" y="2453872"/>
            <a:chExt cx="343856" cy="343827"/>
          </a:xfrm>
        </p:grpSpPr>
        <p:sp>
          <p:nvSpPr>
            <p:cNvPr id="20319" name="Google Shape;20319;p90"/>
            <p:cNvSpPr/>
            <p:nvPr/>
          </p:nvSpPr>
          <p:spPr>
            <a:xfrm>
              <a:off x="5571804" y="2516493"/>
              <a:ext cx="20684" cy="41338"/>
            </a:xfrm>
            <a:custGeom>
              <a:rect b="b" l="l" r="r" t="t"/>
              <a:pathLst>
                <a:path extrusionOk="0" h="1383" w="692">
                  <a:moveTo>
                    <a:pt x="1" y="1"/>
                  </a:moveTo>
                  <a:lnTo>
                    <a:pt x="1" y="1382"/>
                  </a:lnTo>
                  <a:lnTo>
                    <a:pt x="691" y="1382"/>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90"/>
            <p:cNvSpPr/>
            <p:nvPr/>
          </p:nvSpPr>
          <p:spPr>
            <a:xfrm>
              <a:off x="5489965" y="2566320"/>
              <a:ext cx="56253" cy="19967"/>
            </a:xfrm>
            <a:custGeom>
              <a:rect b="b" l="l" r="r" t="t"/>
              <a:pathLst>
                <a:path extrusionOk="0" h="668" w="1882">
                  <a:moveTo>
                    <a:pt x="0" y="1"/>
                  </a:moveTo>
                  <a:lnTo>
                    <a:pt x="0" y="668"/>
                  </a:lnTo>
                  <a:lnTo>
                    <a:pt x="1881" y="668"/>
                  </a:lnTo>
                  <a:lnTo>
                    <a:pt x="188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90"/>
            <p:cNvSpPr/>
            <p:nvPr/>
          </p:nvSpPr>
          <p:spPr>
            <a:xfrm>
              <a:off x="5621631" y="2566320"/>
              <a:ext cx="56283" cy="19967"/>
            </a:xfrm>
            <a:custGeom>
              <a:rect b="b" l="l" r="r" t="t"/>
              <a:pathLst>
                <a:path extrusionOk="0" h="668" w="1883">
                  <a:moveTo>
                    <a:pt x="1" y="1"/>
                  </a:moveTo>
                  <a:lnTo>
                    <a:pt x="1" y="668"/>
                  </a:lnTo>
                  <a:lnTo>
                    <a:pt x="1882" y="668"/>
                  </a:lnTo>
                  <a:lnTo>
                    <a:pt x="1882"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90"/>
            <p:cNvSpPr/>
            <p:nvPr/>
          </p:nvSpPr>
          <p:spPr>
            <a:xfrm>
              <a:off x="5571804" y="2604071"/>
              <a:ext cx="20684" cy="42713"/>
            </a:xfrm>
            <a:custGeom>
              <a:rect b="b" l="l" r="r" t="t"/>
              <a:pathLst>
                <a:path extrusionOk="0" h="1429" w="692">
                  <a:moveTo>
                    <a:pt x="1" y="0"/>
                  </a:moveTo>
                  <a:lnTo>
                    <a:pt x="1" y="1429"/>
                  </a:lnTo>
                  <a:lnTo>
                    <a:pt x="691" y="1429"/>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90"/>
            <p:cNvSpPr/>
            <p:nvPr/>
          </p:nvSpPr>
          <p:spPr>
            <a:xfrm>
              <a:off x="5697792" y="2604071"/>
              <a:ext cx="20684" cy="42713"/>
            </a:xfrm>
            <a:custGeom>
              <a:rect b="b" l="l" r="r" t="t"/>
              <a:pathLst>
                <a:path extrusionOk="0" h="1429" w="692">
                  <a:moveTo>
                    <a:pt x="1" y="0"/>
                  </a:moveTo>
                  <a:lnTo>
                    <a:pt x="1" y="1429"/>
                  </a:lnTo>
                  <a:lnTo>
                    <a:pt x="691" y="1429"/>
                  </a:lnTo>
                  <a:lnTo>
                    <a:pt x="6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90"/>
            <p:cNvSpPr/>
            <p:nvPr/>
          </p:nvSpPr>
          <p:spPr>
            <a:xfrm>
              <a:off x="5697792" y="2690902"/>
              <a:ext cx="20684" cy="42743"/>
            </a:xfrm>
            <a:custGeom>
              <a:rect b="b" l="l" r="r" t="t"/>
              <a:pathLst>
                <a:path extrusionOk="0" h="1430" w="692">
                  <a:moveTo>
                    <a:pt x="1" y="0"/>
                  </a:moveTo>
                  <a:lnTo>
                    <a:pt x="1" y="1429"/>
                  </a:lnTo>
                  <a:lnTo>
                    <a:pt x="691" y="1429"/>
                  </a:lnTo>
                  <a:lnTo>
                    <a:pt x="6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90"/>
            <p:cNvSpPr/>
            <p:nvPr/>
          </p:nvSpPr>
          <p:spPr>
            <a:xfrm>
              <a:off x="5571804" y="2690902"/>
              <a:ext cx="20684" cy="42743"/>
            </a:xfrm>
            <a:custGeom>
              <a:rect b="b" l="l" r="r" t="t"/>
              <a:pathLst>
                <a:path extrusionOk="0" h="1430" w="692">
                  <a:moveTo>
                    <a:pt x="1" y="0"/>
                  </a:moveTo>
                  <a:lnTo>
                    <a:pt x="1" y="1429"/>
                  </a:lnTo>
                  <a:lnTo>
                    <a:pt x="691" y="1429"/>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90"/>
            <p:cNvSpPr/>
            <p:nvPr/>
          </p:nvSpPr>
          <p:spPr>
            <a:xfrm>
              <a:off x="5445100" y="2604071"/>
              <a:ext cx="20684" cy="42713"/>
            </a:xfrm>
            <a:custGeom>
              <a:rect b="b" l="l" r="r" t="t"/>
              <a:pathLst>
                <a:path extrusionOk="0" h="1429" w="692">
                  <a:moveTo>
                    <a:pt x="1" y="0"/>
                  </a:moveTo>
                  <a:lnTo>
                    <a:pt x="1" y="1429"/>
                  </a:lnTo>
                  <a:lnTo>
                    <a:pt x="691" y="1429"/>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90"/>
            <p:cNvSpPr/>
            <p:nvPr/>
          </p:nvSpPr>
          <p:spPr>
            <a:xfrm>
              <a:off x="5445100" y="2691620"/>
              <a:ext cx="20684" cy="42743"/>
            </a:xfrm>
            <a:custGeom>
              <a:rect b="b" l="l" r="r" t="t"/>
              <a:pathLst>
                <a:path extrusionOk="0" h="1430" w="692">
                  <a:moveTo>
                    <a:pt x="1" y="0"/>
                  </a:moveTo>
                  <a:lnTo>
                    <a:pt x="1" y="1429"/>
                  </a:lnTo>
                  <a:lnTo>
                    <a:pt x="691" y="1429"/>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90"/>
            <p:cNvSpPr/>
            <p:nvPr/>
          </p:nvSpPr>
          <p:spPr>
            <a:xfrm>
              <a:off x="5662222" y="2549970"/>
              <a:ext cx="91135" cy="64084"/>
            </a:xfrm>
            <a:custGeom>
              <a:rect b="b" l="l" r="r" t="t"/>
              <a:pathLst>
                <a:path extrusionOk="0" h="2144" w="3049">
                  <a:moveTo>
                    <a:pt x="0" y="0"/>
                  </a:moveTo>
                  <a:lnTo>
                    <a:pt x="0" y="2144"/>
                  </a:lnTo>
                  <a:lnTo>
                    <a:pt x="3048" y="2144"/>
                  </a:lnTo>
                  <a:lnTo>
                    <a:pt x="3048"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90"/>
            <p:cNvSpPr/>
            <p:nvPr/>
          </p:nvSpPr>
          <p:spPr>
            <a:xfrm>
              <a:off x="5662222" y="2637518"/>
              <a:ext cx="91135" cy="64084"/>
            </a:xfrm>
            <a:custGeom>
              <a:rect b="b" l="l" r="r" t="t"/>
              <a:pathLst>
                <a:path extrusionOk="0" h="2144" w="3049">
                  <a:moveTo>
                    <a:pt x="0" y="0"/>
                  </a:moveTo>
                  <a:lnTo>
                    <a:pt x="0" y="2144"/>
                  </a:lnTo>
                  <a:lnTo>
                    <a:pt x="3048" y="2144"/>
                  </a:lnTo>
                  <a:lnTo>
                    <a:pt x="3048"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90"/>
            <p:cNvSpPr/>
            <p:nvPr/>
          </p:nvSpPr>
          <p:spPr>
            <a:xfrm>
              <a:off x="5409500" y="2549970"/>
              <a:ext cx="91164" cy="64084"/>
            </a:xfrm>
            <a:custGeom>
              <a:rect b="b" l="l" r="r" t="t"/>
              <a:pathLst>
                <a:path extrusionOk="0" h="2144" w="3050">
                  <a:moveTo>
                    <a:pt x="1" y="0"/>
                  </a:moveTo>
                  <a:lnTo>
                    <a:pt x="1" y="2144"/>
                  </a:lnTo>
                  <a:lnTo>
                    <a:pt x="3049" y="2144"/>
                  </a:lnTo>
                  <a:lnTo>
                    <a:pt x="3049"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90"/>
            <p:cNvSpPr/>
            <p:nvPr/>
          </p:nvSpPr>
          <p:spPr>
            <a:xfrm>
              <a:off x="5409500" y="2637518"/>
              <a:ext cx="91164" cy="64084"/>
            </a:xfrm>
            <a:custGeom>
              <a:rect b="b" l="l" r="r" t="t"/>
              <a:pathLst>
                <a:path extrusionOk="0" h="2144" w="3050">
                  <a:moveTo>
                    <a:pt x="1" y="0"/>
                  </a:moveTo>
                  <a:lnTo>
                    <a:pt x="1" y="2144"/>
                  </a:lnTo>
                  <a:lnTo>
                    <a:pt x="3049" y="2144"/>
                  </a:lnTo>
                  <a:lnTo>
                    <a:pt x="3049"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90"/>
            <p:cNvSpPr/>
            <p:nvPr/>
          </p:nvSpPr>
          <p:spPr>
            <a:xfrm>
              <a:off x="5671459" y="2724349"/>
              <a:ext cx="72633" cy="73350"/>
            </a:xfrm>
            <a:custGeom>
              <a:rect b="b" l="l" r="r" t="t"/>
              <a:pathLst>
                <a:path extrusionOk="0" h="2454" w="2430">
                  <a:moveTo>
                    <a:pt x="1215" y="1"/>
                  </a:moveTo>
                  <a:cubicBezTo>
                    <a:pt x="548" y="1"/>
                    <a:pt x="1" y="548"/>
                    <a:pt x="1" y="1215"/>
                  </a:cubicBezTo>
                  <a:cubicBezTo>
                    <a:pt x="1" y="1906"/>
                    <a:pt x="548" y="2454"/>
                    <a:pt x="1215" y="2454"/>
                  </a:cubicBezTo>
                  <a:cubicBezTo>
                    <a:pt x="1882" y="2454"/>
                    <a:pt x="2430" y="1906"/>
                    <a:pt x="2430" y="1215"/>
                  </a:cubicBezTo>
                  <a:cubicBezTo>
                    <a:pt x="2430" y="548"/>
                    <a:pt x="1882"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90"/>
            <p:cNvSpPr/>
            <p:nvPr/>
          </p:nvSpPr>
          <p:spPr>
            <a:xfrm>
              <a:off x="5418766" y="2724349"/>
              <a:ext cx="72633" cy="73350"/>
            </a:xfrm>
            <a:custGeom>
              <a:rect b="b" l="l" r="r" t="t"/>
              <a:pathLst>
                <a:path extrusionOk="0" h="2454" w="2430">
                  <a:moveTo>
                    <a:pt x="1215" y="1"/>
                  </a:moveTo>
                  <a:cubicBezTo>
                    <a:pt x="548" y="1"/>
                    <a:pt x="1" y="548"/>
                    <a:pt x="1" y="1215"/>
                  </a:cubicBezTo>
                  <a:cubicBezTo>
                    <a:pt x="1" y="1906"/>
                    <a:pt x="548" y="2454"/>
                    <a:pt x="1215" y="2454"/>
                  </a:cubicBezTo>
                  <a:cubicBezTo>
                    <a:pt x="1882" y="2454"/>
                    <a:pt x="2430" y="1906"/>
                    <a:pt x="2430" y="1215"/>
                  </a:cubicBezTo>
                  <a:cubicBezTo>
                    <a:pt x="2430" y="548"/>
                    <a:pt x="1882" y="1"/>
                    <a:pt x="1215"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90"/>
            <p:cNvSpPr/>
            <p:nvPr/>
          </p:nvSpPr>
          <p:spPr>
            <a:xfrm>
              <a:off x="5581788" y="2516493"/>
              <a:ext cx="9266" cy="41338"/>
            </a:xfrm>
            <a:custGeom>
              <a:rect b="b" l="l" r="r" t="t"/>
              <a:pathLst>
                <a:path extrusionOk="0" h="1383" w="310">
                  <a:moveTo>
                    <a:pt x="0" y="1"/>
                  </a:moveTo>
                  <a:lnTo>
                    <a:pt x="0" y="1382"/>
                  </a:lnTo>
                  <a:lnTo>
                    <a:pt x="310" y="1382"/>
                  </a:lnTo>
                  <a:lnTo>
                    <a:pt x="31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90"/>
            <p:cNvSpPr/>
            <p:nvPr/>
          </p:nvSpPr>
          <p:spPr>
            <a:xfrm>
              <a:off x="5581788" y="2604071"/>
              <a:ext cx="9266" cy="42713"/>
            </a:xfrm>
            <a:custGeom>
              <a:rect b="b" l="l" r="r" t="t"/>
              <a:pathLst>
                <a:path extrusionOk="0" h="1429" w="310">
                  <a:moveTo>
                    <a:pt x="0" y="0"/>
                  </a:moveTo>
                  <a:lnTo>
                    <a:pt x="0" y="1429"/>
                  </a:lnTo>
                  <a:lnTo>
                    <a:pt x="310" y="1429"/>
                  </a:lnTo>
                  <a:lnTo>
                    <a:pt x="310"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90"/>
            <p:cNvSpPr/>
            <p:nvPr/>
          </p:nvSpPr>
          <p:spPr>
            <a:xfrm>
              <a:off x="5581788" y="2690902"/>
              <a:ext cx="9266" cy="42743"/>
            </a:xfrm>
            <a:custGeom>
              <a:rect b="b" l="l" r="r" t="t"/>
              <a:pathLst>
                <a:path extrusionOk="0" h="1430" w="310">
                  <a:moveTo>
                    <a:pt x="0" y="0"/>
                  </a:moveTo>
                  <a:lnTo>
                    <a:pt x="0" y="1429"/>
                  </a:lnTo>
                  <a:lnTo>
                    <a:pt x="310" y="1429"/>
                  </a:lnTo>
                  <a:lnTo>
                    <a:pt x="310"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90"/>
            <p:cNvSpPr/>
            <p:nvPr/>
          </p:nvSpPr>
          <p:spPr>
            <a:xfrm>
              <a:off x="5536205" y="2549970"/>
              <a:ext cx="90447" cy="64084"/>
            </a:xfrm>
            <a:custGeom>
              <a:rect b="b" l="l" r="r" t="t"/>
              <a:pathLst>
                <a:path extrusionOk="0" h="2144" w="3026">
                  <a:moveTo>
                    <a:pt x="1" y="0"/>
                  </a:moveTo>
                  <a:lnTo>
                    <a:pt x="1" y="2144"/>
                  </a:lnTo>
                  <a:lnTo>
                    <a:pt x="3025" y="2144"/>
                  </a:lnTo>
                  <a:lnTo>
                    <a:pt x="302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90"/>
            <p:cNvSpPr/>
            <p:nvPr/>
          </p:nvSpPr>
          <p:spPr>
            <a:xfrm>
              <a:off x="5536205" y="2637518"/>
              <a:ext cx="90447" cy="64084"/>
            </a:xfrm>
            <a:custGeom>
              <a:rect b="b" l="l" r="r" t="t"/>
              <a:pathLst>
                <a:path extrusionOk="0" h="2144" w="3026">
                  <a:moveTo>
                    <a:pt x="1" y="0"/>
                  </a:moveTo>
                  <a:lnTo>
                    <a:pt x="1" y="2144"/>
                  </a:lnTo>
                  <a:lnTo>
                    <a:pt x="3025" y="2144"/>
                  </a:lnTo>
                  <a:lnTo>
                    <a:pt x="3025"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90"/>
            <p:cNvSpPr/>
            <p:nvPr/>
          </p:nvSpPr>
          <p:spPr>
            <a:xfrm>
              <a:off x="5544754" y="2724349"/>
              <a:ext cx="73350" cy="73350"/>
            </a:xfrm>
            <a:custGeom>
              <a:rect b="b" l="l" r="r" t="t"/>
              <a:pathLst>
                <a:path extrusionOk="0" h="2454" w="2454">
                  <a:moveTo>
                    <a:pt x="1239" y="1"/>
                  </a:moveTo>
                  <a:cubicBezTo>
                    <a:pt x="548" y="1"/>
                    <a:pt x="1" y="548"/>
                    <a:pt x="1" y="1215"/>
                  </a:cubicBezTo>
                  <a:cubicBezTo>
                    <a:pt x="1" y="1906"/>
                    <a:pt x="548" y="2454"/>
                    <a:pt x="1239" y="2454"/>
                  </a:cubicBezTo>
                  <a:cubicBezTo>
                    <a:pt x="1906" y="2454"/>
                    <a:pt x="2454" y="1906"/>
                    <a:pt x="2454" y="1215"/>
                  </a:cubicBezTo>
                  <a:cubicBezTo>
                    <a:pt x="2454" y="548"/>
                    <a:pt x="1906" y="1"/>
                    <a:pt x="1239"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90"/>
            <p:cNvSpPr/>
            <p:nvPr/>
          </p:nvSpPr>
          <p:spPr>
            <a:xfrm>
              <a:off x="5528374" y="2453872"/>
              <a:ext cx="107514" cy="72633"/>
            </a:xfrm>
            <a:custGeom>
              <a:rect b="b" l="l" r="r" t="t"/>
              <a:pathLst>
                <a:path extrusionOk="0" h="2430" w="3597">
                  <a:moveTo>
                    <a:pt x="1" y="0"/>
                  </a:moveTo>
                  <a:lnTo>
                    <a:pt x="1" y="2429"/>
                  </a:lnTo>
                  <a:lnTo>
                    <a:pt x="3597" y="2429"/>
                  </a:lnTo>
                  <a:lnTo>
                    <a:pt x="3597"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90"/>
            <p:cNvSpPr/>
            <p:nvPr/>
          </p:nvSpPr>
          <p:spPr>
            <a:xfrm>
              <a:off x="5581788" y="2724349"/>
              <a:ext cx="36316" cy="73350"/>
            </a:xfrm>
            <a:custGeom>
              <a:rect b="b" l="l" r="r" t="t"/>
              <a:pathLst>
                <a:path extrusionOk="0" h="2454" w="1215">
                  <a:moveTo>
                    <a:pt x="0" y="1"/>
                  </a:moveTo>
                  <a:lnTo>
                    <a:pt x="0" y="2454"/>
                  </a:lnTo>
                  <a:cubicBezTo>
                    <a:pt x="667" y="2454"/>
                    <a:pt x="1215" y="1906"/>
                    <a:pt x="1215" y="1215"/>
                  </a:cubicBezTo>
                  <a:cubicBezTo>
                    <a:pt x="1215" y="572"/>
                    <a:pt x="667" y="1"/>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90"/>
            <p:cNvSpPr/>
            <p:nvPr/>
          </p:nvSpPr>
          <p:spPr>
            <a:xfrm>
              <a:off x="5581788" y="2549970"/>
              <a:ext cx="44865" cy="64084"/>
            </a:xfrm>
            <a:custGeom>
              <a:rect b="b" l="l" r="r" t="t"/>
              <a:pathLst>
                <a:path extrusionOk="0" h="2144" w="1501">
                  <a:moveTo>
                    <a:pt x="0" y="0"/>
                  </a:moveTo>
                  <a:lnTo>
                    <a:pt x="0" y="2144"/>
                  </a:lnTo>
                  <a:lnTo>
                    <a:pt x="1500" y="2144"/>
                  </a:lnTo>
                  <a:lnTo>
                    <a:pt x="1500" y="0"/>
                  </a:ln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90"/>
            <p:cNvSpPr/>
            <p:nvPr/>
          </p:nvSpPr>
          <p:spPr>
            <a:xfrm>
              <a:off x="5581788" y="2637518"/>
              <a:ext cx="44865" cy="64084"/>
            </a:xfrm>
            <a:custGeom>
              <a:rect b="b" l="l" r="r" t="t"/>
              <a:pathLst>
                <a:path extrusionOk="0" h="2144" w="1501">
                  <a:moveTo>
                    <a:pt x="0" y="0"/>
                  </a:moveTo>
                  <a:lnTo>
                    <a:pt x="0" y="2144"/>
                  </a:lnTo>
                  <a:lnTo>
                    <a:pt x="1500" y="2144"/>
                  </a:lnTo>
                  <a:lnTo>
                    <a:pt x="1500"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90"/>
            <p:cNvSpPr/>
            <p:nvPr/>
          </p:nvSpPr>
          <p:spPr>
            <a:xfrm>
              <a:off x="5581788" y="2453872"/>
              <a:ext cx="53413" cy="72633"/>
            </a:xfrm>
            <a:custGeom>
              <a:rect b="b" l="l" r="r" t="t"/>
              <a:pathLst>
                <a:path extrusionOk="0" h="2430" w="1787">
                  <a:moveTo>
                    <a:pt x="0" y="0"/>
                  </a:moveTo>
                  <a:lnTo>
                    <a:pt x="0" y="2429"/>
                  </a:lnTo>
                  <a:lnTo>
                    <a:pt x="1786" y="2429"/>
                  </a:lnTo>
                  <a:lnTo>
                    <a:pt x="1786"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5" name="Google Shape;20345;p90"/>
          <p:cNvGrpSpPr/>
          <p:nvPr/>
        </p:nvGrpSpPr>
        <p:grpSpPr>
          <a:xfrm>
            <a:off x="4782742" y="2458147"/>
            <a:ext cx="344544" cy="340270"/>
            <a:chOff x="4744642" y="2458147"/>
            <a:chExt cx="344544" cy="340270"/>
          </a:xfrm>
        </p:grpSpPr>
        <p:sp>
          <p:nvSpPr>
            <p:cNvPr id="20346" name="Google Shape;20346;p90"/>
            <p:cNvSpPr/>
            <p:nvPr/>
          </p:nvSpPr>
          <p:spPr>
            <a:xfrm>
              <a:off x="4877743" y="2458147"/>
              <a:ext cx="76907" cy="76907"/>
            </a:xfrm>
            <a:custGeom>
              <a:rect b="b" l="l" r="r" t="t"/>
              <a:pathLst>
                <a:path extrusionOk="0" h="2573" w="2573">
                  <a:moveTo>
                    <a:pt x="1287" y="0"/>
                  </a:moveTo>
                  <a:cubicBezTo>
                    <a:pt x="572" y="0"/>
                    <a:pt x="1" y="572"/>
                    <a:pt x="1" y="1286"/>
                  </a:cubicBezTo>
                  <a:cubicBezTo>
                    <a:pt x="1" y="2001"/>
                    <a:pt x="572" y="2572"/>
                    <a:pt x="1287" y="2572"/>
                  </a:cubicBezTo>
                  <a:cubicBezTo>
                    <a:pt x="2001" y="2572"/>
                    <a:pt x="2573" y="2001"/>
                    <a:pt x="2573" y="1286"/>
                  </a:cubicBezTo>
                  <a:cubicBezTo>
                    <a:pt x="2573" y="572"/>
                    <a:pt x="2001" y="0"/>
                    <a:pt x="1287"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90"/>
            <p:cNvSpPr/>
            <p:nvPr/>
          </p:nvSpPr>
          <p:spPr>
            <a:xfrm>
              <a:off x="4966009" y="2490159"/>
              <a:ext cx="76190" cy="76907"/>
            </a:xfrm>
            <a:custGeom>
              <a:rect b="b" l="l" r="r" t="t"/>
              <a:pathLst>
                <a:path extrusionOk="0" h="2573" w="2549">
                  <a:moveTo>
                    <a:pt x="1287" y="1"/>
                  </a:moveTo>
                  <a:cubicBezTo>
                    <a:pt x="572" y="1"/>
                    <a:pt x="1" y="572"/>
                    <a:pt x="1" y="1287"/>
                  </a:cubicBezTo>
                  <a:cubicBezTo>
                    <a:pt x="1" y="2001"/>
                    <a:pt x="572" y="2573"/>
                    <a:pt x="1287" y="2573"/>
                  </a:cubicBezTo>
                  <a:cubicBezTo>
                    <a:pt x="1977" y="2573"/>
                    <a:pt x="2549" y="2001"/>
                    <a:pt x="2549" y="1287"/>
                  </a:cubicBezTo>
                  <a:cubicBezTo>
                    <a:pt x="2549" y="572"/>
                    <a:pt x="1977" y="1"/>
                    <a:pt x="1287"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90"/>
            <p:cNvSpPr/>
            <p:nvPr/>
          </p:nvSpPr>
          <p:spPr>
            <a:xfrm>
              <a:off x="5012279" y="2570594"/>
              <a:ext cx="76907" cy="76190"/>
            </a:xfrm>
            <a:custGeom>
              <a:rect b="b" l="l" r="r" t="t"/>
              <a:pathLst>
                <a:path extrusionOk="0" h="2549" w="2573">
                  <a:moveTo>
                    <a:pt x="1287" y="1"/>
                  </a:moveTo>
                  <a:cubicBezTo>
                    <a:pt x="572" y="1"/>
                    <a:pt x="1" y="572"/>
                    <a:pt x="1" y="1287"/>
                  </a:cubicBezTo>
                  <a:cubicBezTo>
                    <a:pt x="1" y="1977"/>
                    <a:pt x="572" y="2549"/>
                    <a:pt x="1287" y="2549"/>
                  </a:cubicBezTo>
                  <a:cubicBezTo>
                    <a:pt x="1977" y="2549"/>
                    <a:pt x="2573" y="1977"/>
                    <a:pt x="2573" y="1287"/>
                  </a:cubicBezTo>
                  <a:cubicBezTo>
                    <a:pt x="2573" y="572"/>
                    <a:pt x="1977"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90"/>
            <p:cNvSpPr/>
            <p:nvPr/>
          </p:nvSpPr>
          <p:spPr>
            <a:xfrm>
              <a:off x="4995899" y="2661729"/>
              <a:ext cx="76907" cy="76907"/>
            </a:xfrm>
            <a:custGeom>
              <a:rect b="b" l="l" r="r" t="t"/>
              <a:pathLst>
                <a:path extrusionOk="0" h="2573" w="2573">
                  <a:moveTo>
                    <a:pt x="1287" y="0"/>
                  </a:moveTo>
                  <a:cubicBezTo>
                    <a:pt x="596" y="0"/>
                    <a:pt x="1" y="595"/>
                    <a:pt x="1" y="1286"/>
                  </a:cubicBezTo>
                  <a:cubicBezTo>
                    <a:pt x="1" y="2000"/>
                    <a:pt x="596" y="2572"/>
                    <a:pt x="1287" y="2572"/>
                  </a:cubicBezTo>
                  <a:cubicBezTo>
                    <a:pt x="2001" y="2572"/>
                    <a:pt x="2573" y="2000"/>
                    <a:pt x="2573" y="1286"/>
                  </a:cubicBezTo>
                  <a:cubicBezTo>
                    <a:pt x="2573" y="595"/>
                    <a:pt x="2001" y="0"/>
                    <a:pt x="1287"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90"/>
            <p:cNvSpPr/>
            <p:nvPr/>
          </p:nvSpPr>
          <p:spPr>
            <a:xfrm>
              <a:off x="4924730" y="2721510"/>
              <a:ext cx="76907" cy="76907"/>
            </a:xfrm>
            <a:custGeom>
              <a:rect b="b" l="l" r="r" t="t"/>
              <a:pathLst>
                <a:path extrusionOk="0" h="2573" w="2573">
                  <a:moveTo>
                    <a:pt x="1286" y="0"/>
                  </a:moveTo>
                  <a:cubicBezTo>
                    <a:pt x="596" y="0"/>
                    <a:pt x="0" y="572"/>
                    <a:pt x="0" y="1286"/>
                  </a:cubicBezTo>
                  <a:cubicBezTo>
                    <a:pt x="0" y="2001"/>
                    <a:pt x="596" y="2572"/>
                    <a:pt x="1286" y="2572"/>
                  </a:cubicBezTo>
                  <a:cubicBezTo>
                    <a:pt x="2001" y="2572"/>
                    <a:pt x="2572" y="2001"/>
                    <a:pt x="2572" y="1286"/>
                  </a:cubicBezTo>
                  <a:cubicBezTo>
                    <a:pt x="2572" y="572"/>
                    <a:pt x="2001" y="0"/>
                    <a:pt x="1286"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90"/>
            <p:cNvSpPr/>
            <p:nvPr/>
          </p:nvSpPr>
          <p:spPr>
            <a:xfrm>
              <a:off x="4831473" y="2721510"/>
              <a:ext cx="76907" cy="76907"/>
            </a:xfrm>
            <a:custGeom>
              <a:rect b="b" l="l" r="r" t="t"/>
              <a:pathLst>
                <a:path extrusionOk="0" h="2573" w="2573">
                  <a:moveTo>
                    <a:pt x="1287" y="0"/>
                  </a:moveTo>
                  <a:cubicBezTo>
                    <a:pt x="572" y="0"/>
                    <a:pt x="1" y="572"/>
                    <a:pt x="1" y="1286"/>
                  </a:cubicBezTo>
                  <a:cubicBezTo>
                    <a:pt x="1" y="2001"/>
                    <a:pt x="572" y="2572"/>
                    <a:pt x="1287" y="2572"/>
                  </a:cubicBezTo>
                  <a:cubicBezTo>
                    <a:pt x="2001" y="2572"/>
                    <a:pt x="2573" y="2001"/>
                    <a:pt x="2573" y="1286"/>
                  </a:cubicBezTo>
                  <a:cubicBezTo>
                    <a:pt x="2573" y="572"/>
                    <a:pt x="2001" y="0"/>
                    <a:pt x="1287" y="0"/>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90"/>
            <p:cNvSpPr/>
            <p:nvPr/>
          </p:nvSpPr>
          <p:spPr>
            <a:xfrm>
              <a:off x="4760304" y="2661729"/>
              <a:ext cx="76907" cy="76907"/>
            </a:xfrm>
            <a:custGeom>
              <a:rect b="b" l="l" r="r" t="t"/>
              <a:pathLst>
                <a:path extrusionOk="0" h="2573" w="2573">
                  <a:moveTo>
                    <a:pt x="1286" y="0"/>
                  </a:moveTo>
                  <a:cubicBezTo>
                    <a:pt x="572" y="0"/>
                    <a:pt x="0" y="595"/>
                    <a:pt x="0" y="1286"/>
                  </a:cubicBezTo>
                  <a:cubicBezTo>
                    <a:pt x="0" y="2000"/>
                    <a:pt x="572" y="2572"/>
                    <a:pt x="1286" y="2572"/>
                  </a:cubicBezTo>
                  <a:cubicBezTo>
                    <a:pt x="2001" y="2572"/>
                    <a:pt x="2572" y="2000"/>
                    <a:pt x="2572" y="1286"/>
                  </a:cubicBezTo>
                  <a:cubicBezTo>
                    <a:pt x="2572" y="595"/>
                    <a:pt x="2001" y="0"/>
                    <a:pt x="1286" y="0"/>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90"/>
            <p:cNvSpPr/>
            <p:nvPr/>
          </p:nvSpPr>
          <p:spPr>
            <a:xfrm>
              <a:off x="4744642" y="2570594"/>
              <a:ext cx="76190" cy="76190"/>
            </a:xfrm>
            <a:custGeom>
              <a:rect b="b" l="l" r="r" t="t"/>
              <a:pathLst>
                <a:path extrusionOk="0" h="2549" w="2549">
                  <a:moveTo>
                    <a:pt x="1286" y="1"/>
                  </a:moveTo>
                  <a:cubicBezTo>
                    <a:pt x="572" y="1"/>
                    <a:pt x="0" y="572"/>
                    <a:pt x="0" y="1287"/>
                  </a:cubicBezTo>
                  <a:cubicBezTo>
                    <a:pt x="0" y="1977"/>
                    <a:pt x="572" y="2549"/>
                    <a:pt x="1286" y="2549"/>
                  </a:cubicBezTo>
                  <a:cubicBezTo>
                    <a:pt x="1977" y="2549"/>
                    <a:pt x="2549" y="1977"/>
                    <a:pt x="2549" y="1287"/>
                  </a:cubicBezTo>
                  <a:cubicBezTo>
                    <a:pt x="2549" y="572"/>
                    <a:pt x="1977" y="1"/>
                    <a:pt x="1286"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90"/>
            <p:cNvSpPr/>
            <p:nvPr/>
          </p:nvSpPr>
          <p:spPr>
            <a:xfrm>
              <a:off x="4790912" y="2490159"/>
              <a:ext cx="76190" cy="76907"/>
            </a:xfrm>
            <a:custGeom>
              <a:rect b="b" l="l" r="r" t="t"/>
              <a:pathLst>
                <a:path extrusionOk="0" h="2573" w="2549">
                  <a:moveTo>
                    <a:pt x="1286" y="1"/>
                  </a:moveTo>
                  <a:cubicBezTo>
                    <a:pt x="572" y="1"/>
                    <a:pt x="0" y="572"/>
                    <a:pt x="0" y="1287"/>
                  </a:cubicBezTo>
                  <a:cubicBezTo>
                    <a:pt x="0" y="2001"/>
                    <a:pt x="572" y="2573"/>
                    <a:pt x="1286" y="2573"/>
                  </a:cubicBezTo>
                  <a:cubicBezTo>
                    <a:pt x="1977" y="2573"/>
                    <a:pt x="2548" y="2001"/>
                    <a:pt x="2548" y="1287"/>
                  </a:cubicBezTo>
                  <a:cubicBezTo>
                    <a:pt x="2548" y="572"/>
                    <a:pt x="1977" y="1"/>
                    <a:pt x="1286"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90"/>
            <p:cNvSpPr/>
            <p:nvPr/>
          </p:nvSpPr>
          <p:spPr>
            <a:xfrm>
              <a:off x="4893405" y="2638236"/>
              <a:ext cx="89730" cy="20654"/>
            </a:xfrm>
            <a:custGeom>
              <a:rect b="b" l="l" r="r" t="t"/>
              <a:pathLst>
                <a:path extrusionOk="0" h="691" w="3002">
                  <a:moveTo>
                    <a:pt x="1" y="0"/>
                  </a:moveTo>
                  <a:lnTo>
                    <a:pt x="1" y="691"/>
                  </a:lnTo>
                  <a:lnTo>
                    <a:pt x="3001" y="691"/>
                  </a:lnTo>
                  <a:lnTo>
                    <a:pt x="300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90"/>
            <p:cNvSpPr/>
            <p:nvPr/>
          </p:nvSpPr>
          <p:spPr>
            <a:xfrm>
              <a:off x="4893405" y="2596927"/>
              <a:ext cx="89730" cy="20684"/>
            </a:xfrm>
            <a:custGeom>
              <a:rect b="b" l="l" r="r" t="t"/>
              <a:pathLst>
                <a:path extrusionOk="0" h="692" w="3002">
                  <a:moveTo>
                    <a:pt x="1" y="1"/>
                  </a:moveTo>
                  <a:lnTo>
                    <a:pt x="1" y="692"/>
                  </a:lnTo>
                  <a:lnTo>
                    <a:pt x="3001" y="692"/>
                  </a:lnTo>
                  <a:lnTo>
                    <a:pt x="300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90"/>
            <p:cNvSpPr/>
            <p:nvPr/>
          </p:nvSpPr>
          <p:spPr>
            <a:xfrm>
              <a:off x="4851410" y="2638236"/>
              <a:ext cx="20684" cy="20654"/>
            </a:xfrm>
            <a:custGeom>
              <a:rect b="b" l="l" r="r" t="t"/>
              <a:pathLst>
                <a:path extrusionOk="0" h="691" w="692">
                  <a:moveTo>
                    <a:pt x="1" y="0"/>
                  </a:moveTo>
                  <a:lnTo>
                    <a:pt x="1" y="691"/>
                  </a:lnTo>
                  <a:lnTo>
                    <a:pt x="691" y="691"/>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90"/>
            <p:cNvSpPr/>
            <p:nvPr/>
          </p:nvSpPr>
          <p:spPr>
            <a:xfrm>
              <a:off x="4851410" y="2596927"/>
              <a:ext cx="20684" cy="20684"/>
            </a:xfrm>
            <a:custGeom>
              <a:rect b="b" l="l" r="r" t="t"/>
              <a:pathLst>
                <a:path extrusionOk="0" h="692" w="692">
                  <a:moveTo>
                    <a:pt x="1" y="1"/>
                  </a:moveTo>
                  <a:lnTo>
                    <a:pt x="1" y="692"/>
                  </a:lnTo>
                  <a:lnTo>
                    <a:pt x="691" y="692"/>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90"/>
            <p:cNvSpPr/>
            <p:nvPr/>
          </p:nvSpPr>
          <p:spPr>
            <a:xfrm>
              <a:off x="4916899" y="2458147"/>
              <a:ext cx="38468" cy="76907"/>
            </a:xfrm>
            <a:custGeom>
              <a:rect b="b" l="l" r="r" t="t"/>
              <a:pathLst>
                <a:path extrusionOk="0" h="2573" w="1287">
                  <a:moveTo>
                    <a:pt x="1" y="0"/>
                  </a:moveTo>
                  <a:lnTo>
                    <a:pt x="1" y="2572"/>
                  </a:lnTo>
                  <a:cubicBezTo>
                    <a:pt x="691" y="2572"/>
                    <a:pt x="1286" y="2001"/>
                    <a:pt x="1286" y="1286"/>
                  </a:cubicBezTo>
                  <a:cubicBezTo>
                    <a:pt x="1286" y="572"/>
                    <a:pt x="715" y="0"/>
                    <a:pt x="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90"/>
            <p:cNvSpPr/>
            <p:nvPr/>
          </p:nvSpPr>
          <p:spPr>
            <a:xfrm>
              <a:off x="4916899" y="2596927"/>
              <a:ext cx="66236" cy="20684"/>
            </a:xfrm>
            <a:custGeom>
              <a:rect b="b" l="l" r="r" t="t"/>
              <a:pathLst>
                <a:path extrusionOk="0" h="692" w="2216">
                  <a:moveTo>
                    <a:pt x="1" y="1"/>
                  </a:moveTo>
                  <a:lnTo>
                    <a:pt x="1" y="692"/>
                  </a:lnTo>
                  <a:lnTo>
                    <a:pt x="2215" y="692"/>
                  </a:lnTo>
                  <a:lnTo>
                    <a:pt x="2215"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90"/>
            <p:cNvSpPr/>
            <p:nvPr/>
          </p:nvSpPr>
          <p:spPr>
            <a:xfrm>
              <a:off x="4916899" y="2638236"/>
              <a:ext cx="66236" cy="20654"/>
            </a:xfrm>
            <a:custGeom>
              <a:rect b="b" l="l" r="r" t="t"/>
              <a:pathLst>
                <a:path extrusionOk="0" h="691" w="2216">
                  <a:moveTo>
                    <a:pt x="1" y="0"/>
                  </a:moveTo>
                  <a:lnTo>
                    <a:pt x="1" y="691"/>
                  </a:lnTo>
                  <a:lnTo>
                    <a:pt x="2215" y="691"/>
                  </a:lnTo>
                  <a:lnTo>
                    <a:pt x="221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2" name="Google Shape;20362;p90"/>
          <p:cNvGrpSpPr/>
          <p:nvPr/>
        </p:nvGrpSpPr>
        <p:grpSpPr>
          <a:xfrm>
            <a:off x="4037379" y="2467383"/>
            <a:ext cx="346697" cy="323203"/>
            <a:chOff x="4075479" y="2467383"/>
            <a:chExt cx="346697" cy="323203"/>
          </a:xfrm>
        </p:grpSpPr>
        <p:sp>
          <p:nvSpPr>
            <p:cNvPr id="20363" name="Google Shape;20363;p90"/>
            <p:cNvSpPr/>
            <p:nvPr/>
          </p:nvSpPr>
          <p:spPr>
            <a:xfrm>
              <a:off x="4163057" y="2489472"/>
              <a:ext cx="192910" cy="53413"/>
            </a:xfrm>
            <a:custGeom>
              <a:rect b="b" l="l" r="r" t="t"/>
              <a:pathLst>
                <a:path extrusionOk="0" h="1787" w="6454">
                  <a:moveTo>
                    <a:pt x="0" y="0"/>
                  </a:moveTo>
                  <a:lnTo>
                    <a:pt x="0" y="1786"/>
                  </a:lnTo>
                  <a:lnTo>
                    <a:pt x="6454" y="1786"/>
                  </a:lnTo>
                  <a:lnTo>
                    <a:pt x="6454"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90"/>
            <p:cNvSpPr/>
            <p:nvPr/>
          </p:nvSpPr>
          <p:spPr>
            <a:xfrm>
              <a:off x="4163057" y="2516493"/>
              <a:ext cx="192910" cy="25676"/>
            </a:xfrm>
            <a:custGeom>
              <a:rect b="b" l="l" r="r" t="t"/>
              <a:pathLst>
                <a:path extrusionOk="0" h="859" w="6454">
                  <a:moveTo>
                    <a:pt x="0" y="1"/>
                  </a:moveTo>
                  <a:lnTo>
                    <a:pt x="0" y="858"/>
                  </a:lnTo>
                  <a:lnTo>
                    <a:pt x="6454" y="858"/>
                  </a:lnTo>
                  <a:lnTo>
                    <a:pt x="6454"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90"/>
            <p:cNvSpPr/>
            <p:nvPr/>
          </p:nvSpPr>
          <p:spPr>
            <a:xfrm>
              <a:off x="4076914" y="2467383"/>
              <a:ext cx="97561" cy="97561"/>
            </a:xfrm>
            <a:custGeom>
              <a:rect b="b" l="l" r="r" t="t"/>
              <a:pathLst>
                <a:path extrusionOk="0" h="3264" w="3264">
                  <a:moveTo>
                    <a:pt x="1620" y="1"/>
                  </a:moveTo>
                  <a:cubicBezTo>
                    <a:pt x="715" y="1"/>
                    <a:pt x="1" y="739"/>
                    <a:pt x="1" y="1620"/>
                  </a:cubicBezTo>
                  <a:cubicBezTo>
                    <a:pt x="1" y="2525"/>
                    <a:pt x="715" y="3263"/>
                    <a:pt x="1620" y="3263"/>
                  </a:cubicBezTo>
                  <a:cubicBezTo>
                    <a:pt x="2525" y="3263"/>
                    <a:pt x="3263" y="2525"/>
                    <a:pt x="3263" y="1620"/>
                  </a:cubicBezTo>
                  <a:cubicBezTo>
                    <a:pt x="3263" y="739"/>
                    <a:pt x="2525" y="1"/>
                    <a:pt x="1620"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90"/>
            <p:cNvSpPr/>
            <p:nvPr/>
          </p:nvSpPr>
          <p:spPr>
            <a:xfrm>
              <a:off x="4076914" y="2516493"/>
              <a:ext cx="97561" cy="48452"/>
            </a:xfrm>
            <a:custGeom>
              <a:rect b="b" l="l" r="r" t="t"/>
              <a:pathLst>
                <a:path extrusionOk="0" h="1621" w="3264">
                  <a:moveTo>
                    <a:pt x="1" y="1"/>
                  </a:moveTo>
                  <a:cubicBezTo>
                    <a:pt x="1" y="882"/>
                    <a:pt x="739" y="1620"/>
                    <a:pt x="1620" y="1620"/>
                  </a:cubicBezTo>
                  <a:cubicBezTo>
                    <a:pt x="2525" y="1620"/>
                    <a:pt x="3263" y="882"/>
                    <a:pt x="326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90"/>
            <p:cNvSpPr/>
            <p:nvPr/>
          </p:nvSpPr>
          <p:spPr>
            <a:xfrm>
              <a:off x="4354534" y="2489472"/>
              <a:ext cx="67641" cy="53413"/>
            </a:xfrm>
            <a:custGeom>
              <a:rect b="b" l="l" r="r" t="t"/>
              <a:pathLst>
                <a:path extrusionOk="0" h="1787" w="2263">
                  <a:moveTo>
                    <a:pt x="0" y="0"/>
                  </a:moveTo>
                  <a:lnTo>
                    <a:pt x="0" y="1786"/>
                  </a:lnTo>
                  <a:lnTo>
                    <a:pt x="1358" y="1786"/>
                  </a:lnTo>
                  <a:cubicBezTo>
                    <a:pt x="1596" y="1786"/>
                    <a:pt x="1834" y="1667"/>
                    <a:pt x="1977" y="1524"/>
                  </a:cubicBezTo>
                  <a:cubicBezTo>
                    <a:pt x="2167" y="1334"/>
                    <a:pt x="2263" y="1072"/>
                    <a:pt x="2215" y="786"/>
                  </a:cubicBezTo>
                  <a:cubicBezTo>
                    <a:pt x="2167" y="333"/>
                    <a:pt x="1739" y="0"/>
                    <a:pt x="133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90"/>
            <p:cNvSpPr/>
            <p:nvPr/>
          </p:nvSpPr>
          <p:spPr>
            <a:xfrm>
              <a:off x="4354886" y="2516493"/>
              <a:ext cx="66954" cy="26393"/>
            </a:xfrm>
            <a:custGeom>
              <a:rect b="b" l="l" r="r" t="t"/>
              <a:pathLst>
                <a:path extrusionOk="0" h="883" w="2240">
                  <a:moveTo>
                    <a:pt x="2239" y="1"/>
                  </a:moveTo>
                  <a:cubicBezTo>
                    <a:pt x="2239" y="9"/>
                    <a:pt x="2239" y="17"/>
                    <a:pt x="2239" y="25"/>
                  </a:cubicBezTo>
                  <a:lnTo>
                    <a:pt x="2239" y="25"/>
                  </a:lnTo>
                  <a:lnTo>
                    <a:pt x="2239" y="1"/>
                  </a:lnTo>
                  <a:close/>
                  <a:moveTo>
                    <a:pt x="1" y="25"/>
                  </a:moveTo>
                  <a:lnTo>
                    <a:pt x="1" y="882"/>
                  </a:lnTo>
                  <a:lnTo>
                    <a:pt x="1358" y="882"/>
                  </a:lnTo>
                  <a:cubicBezTo>
                    <a:pt x="1596" y="882"/>
                    <a:pt x="1810" y="763"/>
                    <a:pt x="1977" y="620"/>
                  </a:cubicBezTo>
                  <a:cubicBezTo>
                    <a:pt x="2138" y="436"/>
                    <a:pt x="2233" y="252"/>
                    <a:pt x="2239" y="25"/>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90"/>
            <p:cNvSpPr/>
            <p:nvPr/>
          </p:nvSpPr>
          <p:spPr>
            <a:xfrm>
              <a:off x="4163057" y="2714396"/>
              <a:ext cx="192910" cy="53413"/>
            </a:xfrm>
            <a:custGeom>
              <a:rect b="b" l="l" r="r" t="t"/>
              <a:pathLst>
                <a:path extrusionOk="0" h="1787" w="6454">
                  <a:moveTo>
                    <a:pt x="0" y="0"/>
                  </a:moveTo>
                  <a:lnTo>
                    <a:pt x="0" y="1786"/>
                  </a:lnTo>
                  <a:lnTo>
                    <a:pt x="6454" y="1786"/>
                  </a:lnTo>
                  <a:lnTo>
                    <a:pt x="6454"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90"/>
            <p:cNvSpPr/>
            <p:nvPr/>
          </p:nvSpPr>
          <p:spPr>
            <a:xfrm>
              <a:off x="4163057" y="2741446"/>
              <a:ext cx="192910" cy="25646"/>
            </a:xfrm>
            <a:custGeom>
              <a:rect b="b" l="l" r="r" t="t"/>
              <a:pathLst>
                <a:path extrusionOk="0" h="858" w="6454">
                  <a:moveTo>
                    <a:pt x="0" y="0"/>
                  </a:moveTo>
                  <a:lnTo>
                    <a:pt x="0" y="858"/>
                  </a:lnTo>
                  <a:lnTo>
                    <a:pt x="6454" y="858"/>
                  </a:lnTo>
                  <a:lnTo>
                    <a:pt x="6454"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90"/>
            <p:cNvSpPr/>
            <p:nvPr/>
          </p:nvSpPr>
          <p:spPr>
            <a:xfrm>
              <a:off x="4076914" y="2692337"/>
              <a:ext cx="97561" cy="98248"/>
            </a:xfrm>
            <a:custGeom>
              <a:rect b="b" l="l" r="r" t="t"/>
              <a:pathLst>
                <a:path extrusionOk="0" h="3287" w="3264">
                  <a:moveTo>
                    <a:pt x="1620" y="0"/>
                  </a:moveTo>
                  <a:cubicBezTo>
                    <a:pt x="715" y="0"/>
                    <a:pt x="1" y="738"/>
                    <a:pt x="1" y="1643"/>
                  </a:cubicBezTo>
                  <a:cubicBezTo>
                    <a:pt x="1" y="2548"/>
                    <a:pt x="715" y="3286"/>
                    <a:pt x="1620" y="3286"/>
                  </a:cubicBezTo>
                  <a:cubicBezTo>
                    <a:pt x="2525" y="3286"/>
                    <a:pt x="3263" y="2548"/>
                    <a:pt x="3263" y="1643"/>
                  </a:cubicBezTo>
                  <a:cubicBezTo>
                    <a:pt x="3263" y="738"/>
                    <a:pt x="2525" y="0"/>
                    <a:pt x="1620"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90"/>
            <p:cNvSpPr/>
            <p:nvPr/>
          </p:nvSpPr>
          <p:spPr>
            <a:xfrm>
              <a:off x="4076914" y="2741446"/>
              <a:ext cx="97561" cy="49139"/>
            </a:xfrm>
            <a:custGeom>
              <a:rect b="b" l="l" r="r" t="t"/>
              <a:pathLst>
                <a:path extrusionOk="0" h="1644" w="3264">
                  <a:moveTo>
                    <a:pt x="1" y="0"/>
                  </a:moveTo>
                  <a:cubicBezTo>
                    <a:pt x="1" y="929"/>
                    <a:pt x="739" y="1643"/>
                    <a:pt x="1620" y="1643"/>
                  </a:cubicBezTo>
                  <a:cubicBezTo>
                    <a:pt x="2525" y="1643"/>
                    <a:pt x="3263" y="881"/>
                    <a:pt x="3263"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90"/>
            <p:cNvSpPr/>
            <p:nvPr/>
          </p:nvSpPr>
          <p:spPr>
            <a:xfrm>
              <a:off x="4354534" y="2714396"/>
              <a:ext cx="67641" cy="53413"/>
            </a:xfrm>
            <a:custGeom>
              <a:rect b="b" l="l" r="r" t="t"/>
              <a:pathLst>
                <a:path extrusionOk="0" h="1787" w="2263">
                  <a:moveTo>
                    <a:pt x="0" y="0"/>
                  </a:moveTo>
                  <a:lnTo>
                    <a:pt x="0" y="1786"/>
                  </a:lnTo>
                  <a:lnTo>
                    <a:pt x="1358" y="1786"/>
                  </a:lnTo>
                  <a:cubicBezTo>
                    <a:pt x="1596" y="1786"/>
                    <a:pt x="1834" y="1667"/>
                    <a:pt x="1977" y="1524"/>
                  </a:cubicBezTo>
                  <a:cubicBezTo>
                    <a:pt x="2167" y="1358"/>
                    <a:pt x="2263" y="1072"/>
                    <a:pt x="2215" y="786"/>
                  </a:cubicBezTo>
                  <a:cubicBezTo>
                    <a:pt x="2167" y="334"/>
                    <a:pt x="1739" y="0"/>
                    <a:pt x="133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90"/>
            <p:cNvSpPr/>
            <p:nvPr/>
          </p:nvSpPr>
          <p:spPr>
            <a:xfrm>
              <a:off x="4354886" y="2741446"/>
              <a:ext cx="66954" cy="26363"/>
            </a:xfrm>
            <a:custGeom>
              <a:rect b="b" l="l" r="r" t="t"/>
              <a:pathLst>
                <a:path extrusionOk="0" h="882" w="2240">
                  <a:moveTo>
                    <a:pt x="2239" y="0"/>
                  </a:moveTo>
                  <a:cubicBezTo>
                    <a:pt x="2239" y="8"/>
                    <a:pt x="2239" y="16"/>
                    <a:pt x="2239" y="24"/>
                  </a:cubicBezTo>
                  <a:lnTo>
                    <a:pt x="2239" y="24"/>
                  </a:lnTo>
                  <a:lnTo>
                    <a:pt x="2239" y="0"/>
                  </a:lnTo>
                  <a:close/>
                  <a:moveTo>
                    <a:pt x="1" y="24"/>
                  </a:moveTo>
                  <a:lnTo>
                    <a:pt x="1" y="881"/>
                  </a:lnTo>
                  <a:lnTo>
                    <a:pt x="1358" y="881"/>
                  </a:lnTo>
                  <a:cubicBezTo>
                    <a:pt x="1596" y="881"/>
                    <a:pt x="1810" y="762"/>
                    <a:pt x="1977" y="619"/>
                  </a:cubicBezTo>
                  <a:cubicBezTo>
                    <a:pt x="2138" y="458"/>
                    <a:pt x="2233" y="253"/>
                    <a:pt x="2239" y="2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90"/>
            <p:cNvSpPr/>
            <p:nvPr/>
          </p:nvSpPr>
          <p:spPr>
            <a:xfrm>
              <a:off x="4142403" y="2601919"/>
              <a:ext cx="192940" cy="53413"/>
            </a:xfrm>
            <a:custGeom>
              <a:rect b="b" l="l" r="r" t="t"/>
              <a:pathLst>
                <a:path extrusionOk="0" h="1787" w="6455">
                  <a:moveTo>
                    <a:pt x="0" y="1"/>
                  </a:moveTo>
                  <a:lnTo>
                    <a:pt x="0" y="1787"/>
                  </a:lnTo>
                  <a:lnTo>
                    <a:pt x="6454" y="1787"/>
                  </a:lnTo>
                  <a:lnTo>
                    <a:pt x="6454"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90"/>
            <p:cNvSpPr/>
            <p:nvPr/>
          </p:nvSpPr>
          <p:spPr>
            <a:xfrm>
              <a:off x="4142403" y="2628252"/>
              <a:ext cx="192940" cy="25676"/>
            </a:xfrm>
            <a:custGeom>
              <a:rect b="b" l="l" r="r" t="t"/>
              <a:pathLst>
                <a:path extrusionOk="0" h="859" w="6455">
                  <a:moveTo>
                    <a:pt x="0" y="1"/>
                  </a:moveTo>
                  <a:lnTo>
                    <a:pt x="0" y="858"/>
                  </a:lnTo>
                  <a:lnTo>
                    <a:pt x="6454" y="858"/>
                  </a:lnTo>
                  <a:lnTo>
                    <a:pt x="6454"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90"/>
            <p:cNvSpPr/>
            <p:nvPr/>
          </p:nvSpPr>
          <p:spPr>
            <a:xfrm>
              <a:off x="4323209" y="2579143"/>
              <a:ext cx="97531" cy="98248"/>
            </a:xfrm>
            <a:custGeom>
              <a:rect b="b" l="l" r="r" t="t"/>
              <a:pathLst>
                <a:path extrusionOk="0" h="3287" w="3263">
                  <a:moveTo>
                    <a:pt x="1620" y="1"/>
                  </a:moveTo>
                  <a:cubicBezTo>
                    <a:pt x="739" y="1"/>
                    <a:pt x="0" y="739"/>
                    <a:pt x="0" y="1644"/>
                  </a:cubicBezTo>
                  <a:cubicBezTo>
                    <a:pt x="0" y="2549"/>
                    <a:pt x="739" y="3287"/>
                    <a:pt x="1620" y="3287"/>
                  </a:cubicBezTo>
                  <a:cubicBezTo>
                    <a:pt x="2525" y="3287"/>
                    <a:pt x="3263" y="2549"/>
                    <a:pt x="3263" y="1644"/>
                  </a:cubicBezTo>
                  <a:cubicBezTo>
                    <a:pt x="3263" y="739"/>
                    <a:pt x="2525" y="1"/>
                    <a:pt x="1620"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90"/>
            <p:cNvSpPr/>
            <p:nvPr/>
          </p:nvSpPr>
          <p:spPr>
            <a:xfrm>
              <a:off x="4323209" y="2628252"/>
              <a:ext cx="97531" cy="49139"/>
            </a:xfrm>
            <a:custGeom>
              <a:rect b="b" l="l" r="r" t="t"/>
              <a:pathLst>
                <a:path extrusionOk="0" h="1644" w="3263">
                  <a:moveTo>
                    <a:pt x="0" y="1"/>
                  </a:moveTo>
                  <a:cubicBezTo>
                    <a:pt x="0" y="906"/>
                    <a:pt x="739" y="1644"/>
                    <a:pt x="1644" y="1644"/>
                  </a:cubicBezTo>
                  <a:cubicBezTo>
                    <a:pt x="2525" y="1644"/>
                    <a:pt x="3263" y="930"/>
                    <a:pt x="326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90"/>
            <p:cNvSpPr/>
            <p:nvPr/>
          </p:nvSpPr>
          <p:spPr>
            <a:xfrm>
              <a:off x="4075479" y="2601919"/>
              <a:ext cx="67671" cy="53413"/>
            </a:xfrm>
            <a:custGeom>
              <a:rect b="b" l="l" r="r" t="t"/>
              <a:pathLst>
                <a:path extrusionOk="0" h="1787" w="2264">
                  <a:moveTo>
                    <a:pt x="930" y="1"/>
                  </a:moveTo>
                  <a:cubicBezTo>
                    <a:pt x="525" y="1"/>
                    <a:pt x="96" y="310"/>
                    <a:pt x="49" y="763"/>
                  </a:cubicBezTo>
                  <a:cubicBezTo>
                    <a:pt x="1" y="1072"/>
                    <a:pt x="96" y="1334"/>
                    <a:pt x="287" y="1501"/>
                  </a:cubicBezTo>
                  <a:cubicBezTo>
                    <a:pt x="430" y="1668"/>
                    <a:pt x="668" y="1787"/>
                    <a:pt x="906" y="1787"/>
                  </a:cubicBezTo>
                  <a:lnTo>
                    <a:pt x="2263" y="1787"/>
                  </a:lnTo>
                  <a:lnTo>
                    <a:pt x="2263"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90"/>
            <p:cNvSpPr/>
            <p:nvPr/>
          </p:nvSpPr>
          <p:spPr>
            <a:xfrm>
              <a:off x="4075845" y="2628252"/>
              <a:ext cx="66924" cy="27080"/>
            </a:xfrm>
            <a:custGeom>
              <a:rect b="b" l="l" r="r" t="t"/>
              <a:pathLst>
                <a:path extrusionOk="0" h="906" w="2239">
                  <a:moveTo>
                    <a:pt x="0" y="1"/>
                  </a:moveTo>
                  <a:lnTo>
                    <a:pt x="0" y="25"/>
                  </a:lnTo>
                  <a:lnTo>
                    <a:pt x="1" y="25"/>
                  </a:lnTo>
                  <a:cubicBezTo>
                    <a:pt x="0" y="17"/>
                    <a:pt x="0" y="9"/>
                    <a:pt x="0" y="1"/>
                  </a:cubicBezTo>
                  <a:close/>
                  <a:moveTo>
                    <a:pt x="1" y="25"/>
                  </a:moveTo>
                  <a:cubicBezTo>
                    <a:pt x="7" y="253"/>
                    <a:pt x="101" y="459"/>
                    <a:pt x="262" y="620"/>
                  </a:cubicBezTo>
                  <a:cubicBezTo>
                    <a:pt x="405" y="787"/>
                    <a:pt x="643" y="906"/>
                    <a:pt x="882" y="906"/>
                  </a:cubicBezTo>
                  <a:lnTo>
                    <a:pt x="2239" y="906"/>
                  </a:lnTo>
                  <a:lnTo>
                    <a:pt x="2239" y="25"/>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1" name="Google Shape;20381;p90"/>
          <p:cNvGrpSpPr/>
          <p:nvPr/>
        </p:nvGrpSpPr>
        <p:grpSpPr>
          <a:xfrm>
            <a:off x="3264278" y="2464543"/>
            <a:ext cx="344544" cy="298274"/>
            <a:chOff x="3378578" y="2464543"/>
            <a:chExt cx="344544" cy="298274"/>
          </a:xfrm>
        </p:grpSpPr>
        <p:sp>
          <p:nvSpPr>
            <p:cNvPr id="20382" name="Google Shape;20382;p90"/>
            <p:cNvSpPr/>
            <p:nvPr/>
          </p:nvSpPr>
          <p:spPr>
            <a:xfrm>
              <a:off x="3436954" y="2515088"/>
              <a:ext cx="227104" cy="195780"/>
            </a:xfrm>
            <a:custGeom>
              <a:rect b="b" l="l" r="r" t="t"/>
              <a:pathLst>
                <a:path extrusionOk="0" h="6550" w="7598">
                  <a:moveTo>
                    <a:pt x="1906" y="0"/>
                  </a:moveTo>
                  <a:lnTo>
                    <a:pt x="0" y="3287"/>
                  </a:lnTo>
                  <a:lnTo>
                    <a:pt x="1906" y="6549"/>
                  </a:lnTo>
                  <a:lnTo>
                    <a:pt x="5692" y="6549"/>
                  </a:lnTo>
                  <a:lnTo>
                    <a:pt x="7597" y="3287"/>
                  </a:lnTo>
                  <a:lnTo>
                    <a:pt x="5692"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90"/>
            <p:cNvSpPr/>
            <p:nvPr/>
          </p:nvSpPr>
          <p:spPr>
            <a:xfrm>
              <a:off x="3550118" y="2515088"/>
              <a:ext cx="113941" cy="195780"/>
            </a:xfrm>
            <a:custGeom>
              <a:rect b="b" l="l" r="r" t="t"/>
              <a:pathLst>
                <a:path extrusionOk="0" h="6550" w="3812">
                  <a:moveTo>
                    <a:pt x="1" y="0"/>
                  </a:moveTo>
                  <a:lnTo>
                    <a:pt x="1" y="6549"/>
                  </a:lnTo>
                  <a:lnTo>
                    <a:pt x="1906" y="6549"/>
                  </a:lnTo>
                  <a:lnTo>
                    <a:pt x="3811" y="3287"/>
                  </a:lnTo>
                  <a:lnTo>
                    <a:pt x="190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90"/>
            <p:cNvSpPr/>
            <p:nvPr/>
          </p:nvSpPr>
          <p:spPr>
            <a:xfrm>
              <a:off x="3464722" y="2706565"/>
              <a:ext cx="173003" cy="56253"/>
            </a:xfrm>
            <a:custGeom>
              <a:rect b="b" l="l" r="r" t="t"/>
              <a:pathLst>
                <a:path extrusionOk="0" h="1882" w="5788">
                  <a:moveTo>
                    <a:pt x="1096" y="0"/>
                  </a:moveTo>
                  <a:lnTo>
                    <a:pt x="334" y="715"/>
                  </a:lnTo>
                  <a:lnTo>
                    <a:pt x="0" y="1882"/>
                  </a:lnTo>
                  <a:lnTo>
                    <a:pt x="5787" y="1882"/>
                  </a:lnTo>
                  <a:lnTo>
                    <a:pt x="5501" y="715"/>
                  </a:lnTo>
                  <a:lnTo>
                    <a:pt x="4739"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90"/>
            <p:cNvSpPr/>
            <p:nvPr/>
          </p:nvSpPr>
          <p:spPr>
            <a:xfrm>
              <a:off x="3463287" y="2464543"/>
              <a:ext cx="174438" cy="56253"/>
            </a:xfrm>
            <a:custGeom>
              <a:rect b="b" l="l" r="r" t="t"/>
              <a:pathLst>
                <a:path extrusionOk="0" h="1882" w="5836">
                  <a:moveTo>
                    <a:pt x="1" y="1"/>
                  </a:moveTo>
                  <a:lnTo>
                    <a:pt x="310" y="1167"/>
                  </a:lnTo>
                  <a:lnTo>
                    <a:pt x="1096" y="1882"/>
                  </a:lnTo>
                  <a:lnTo>
                    <a:pt x="4716" y="1882"/>
                  </a:lnTo>
                  <a:lnTo>
                    <a:pt x="5502" y="1167"/>
                  </a:lnTo>
                  <a:lnTo>
                    <a:pt x="5835"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90"/>
            <p:cNvSpPr/>
            <p:nvPr/>
          </p:nvSpPr>
          <p:spPr>
            <a:xfrm>
              <a:off x="3379296" y="2606193"/>
              <a:ext cx="118185" cy="155906"/>
            </a:xfrm>
            <a:custGeom>
              <a:rect b="b" l="l" r="r" t="t"/>
              <a:pathLst>
                <a:path extrusionOk="0" h="5216" w="3954">
                  <a:moveTo>
                    <a:pt x="1144" y="1"/>
                  </a:moveTo>
                  <a:lnTo>
                    <a:pt x="1" y="239"/>
                  </a:lnTo>
                  <a:lnTo>
                    <a:pt x="2882" y="5216"/>
                  </a:lnTo>
                  <a:lnTo>
                    <a:pt x="3954" y="3358"/>
                  </a:lnTo>
                  <a:lnTo>
                    <a:pt x="2144" y="239"/>
                  </a:lnTo>
                  <a:lnTo>
                    <a:pt x="1144"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90"/>
            <p:cNvSpPr/>
            <p:nvPr/>
          </p:nvSpPr>
          <p:spPr>
            <a:xfrm>
              <a:off x="3535173" y="2626847"/>
              <a:ext cx="74785" cy="19937"/>
            </a:xfrm>
            <a:custGeom>
              <a:rect b="b" l="l" r="r" t="t"/>
              <a:pathLst>
                <a:path extrusionOk="0" h="667" w="2502">
                  <a:moveTo>
                    <a:pt x="1" y="0"/>
                  </a:moveTo>
                  <a:lnTo>
                    <a:pt x="1" y="667"/>
                  </a:lnTo>
                  <a:lnTo>
                    <a:pt x="2501" y="667"/>
                  </a:lnTo>
                  <a:lnTo>
                    <a:pt x="250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90"/>
            <p:cNvSpPr/>
            <p:nvPr/>
          </p:nvSpPr>
          <p:spPr>
            <a:xfrm>
              <a:off x="3535173" y="2580577"/>
              <a:ext cx="74785" cy="19967"/>
            </a:xfrm>
            <a:custGeom>
              <a:rect b="b" l="l" r="r" t="t"/>
              <a:pathLst>
                <a:path extrusionOk="0" h="668" w="2502">
                  <a:moveTo>
                    <a:pt x="1" y="0"/>
                  </a:moveTo>
                  <a:lnTo>
                    <a:pt x="1" y="667"/>
                  </a:lnTo>
                  <a:lnTo>
                    <a:pt x="2501" y="667"/>
                  </a:lnTo>
                  <a:lnTo>
                    <a:pt x="250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90"/>
            <p:cNvSpPr/>
            <p:nvPr/>
          </p:nvSpPr>
          <p:spPr>
            <a:xfrm>
              <a:off x="3492490" y="2626847"/>
              <a:ext cx="21371" cy="19937"/>
            </a:xfrm>
            <a:custGeom>
              <a:rect b="b" l="l" r="r" t="t"/>
              <a:pathLst>
                <a:path extrusionOk="0" h="667" w="715">
                  <a:moveTo>
                    <a:pt x="0" y="0"/>
                  </a:moveTo>
                  <a:lnTo>
                    <a:pt x="0" y="667"/>
                  </a:lnTo>
                  <a:lnTo>
                    <a:pt x="714" y="667"/>
                  </a:lnTo>
                  <a:lnTo>
                    <a:pt x="71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90"/>
            <p:cNvSpPr/>
            <p:nvPr/>
          </p:nvSpPr>
          <p:spPr>
            <a:xfrm>
              <a:off x="3492490" y="2580577"/>
              <a:ext cx="21371" cy="19967"/>
            </a:xfrm>
            <a:custGeom>
              <a:rect b="b" l="l" r="r" t="t"/>
              <a:pathLst>
                <a:path extrusionOk="0" h="668" w="715">
                  <a:moveTo>
                    <a:pt x="0" y="0"/>
                  </a:moveTo>
                  <a:lnTo>
                    <a:pt x="0" y="667"/>
                  </a:lnTo>
                  <a:lnTo>
                    <a:pt x="714" y="667"/>
                  </a:lnTo>
                  <a:lnTo>
                    <a:pt x="71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90"/>
            <p:cNvSpPr/>
            <p:nvPr/>
          </p:nvSpPr>
          <p:spPr>
            <a:xfrm>
              <a:off x="3378578" y="2465261"/>
              <a:ext cx="118185" cy="148792"/>
            </a:xfrm>
            <a:custGeom>
              <a:rect b="b" l="l" r="r" t="t"/>
              <a:pathLst>
                <a:path extrusionOk="0" h="4978" w="3954">
                  <a:moveTo>
                    <a:pt x="2882" y="0"/>
                  </a:moveTo>
                  <a:lnTo>
                    <a:pt x="1" y="4978"/>
                  </a:lnTo>
                  <a:lnTo>
                    <a:pt x="2144" y="4978"/>
                  </a:lnTo>
                  <a:lnTo>
                    <a:pt x="3954" y="1858"/>
                  </a:lnTo>
                  <a:lnTo>
                    <a:pt x="2882"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90"/>
            <p:cNvSpPr/>
            <p:nvPr/>
          </p:nvSpPr>
          <p:spPr>
            <a:xfrm>
              <a:off x="3550836" y="2580577"/>
              <a:ext cx="59122" cy="19967"/>
            </a:xfrm>
            <a:custGeom>
              <a:rect b="b" l="l" r="r" t="t"/>
              <a:pathLst>
                <a:path extrusionOk="0" h="668" w="1978">
                  <a:moveTo>
                    <a:pt x="1" y="0"/>
                  </a:moveTo>
                  <a:lnTo>
                    <a:pt x="1" y="667"/>
                  </a:lnTo>
                  <a:lnTo>
                    <a:pt x="1977" y="667"/>
                  </a:lnTo>
                  <a:lnTo>
                    <a:pt x="1977"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90"/>
            <p:cNvSpPr/>
            <p:nvPr/>
          </p:nvSpPr>
          <p:spPr>
            <a:xfrm>
              <a:off x="3550836" y="2626847"/>
              <a:ext cx="59122" cy="19937"/>
            </a:xfrm>
            <a:custGeom>
              <a:rect b="b" l="l" r="r" t="t"/>
              <a:pathLst>
                <a:path extrusionOk="0" h="667" w="1978">
                  <a:moveTo>
                    <a:pt x="1" y="0"/>
                  </a:moveTo>
                  <a:lnTo>
                    <a:pt x="1" y="667"/>
                  </a:lnTo>
                  <a:lnTo>
                    <a:pt x="1977" y="667"/>
                  </a:lnTo>
                  <a:lnTo>
                    <a:pt x="1977"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90"/>
            <p:cNvSpPr/>
            <p:nvPr/>
          </p:nvSpPr>
          <p:spPr>
            <a:xfrm>
              <a:off x="3550836" y="2706565"/>
              <a:ext cx="86173" cy="56253"/>
            </a:xfrm>
            <a:custGeom>
              <a:rect b="b" l="l" r="r" t="t"/>
              <a:pathLst>
                <a:path extrusionOk="0" h="1882" w="2883">
                  <a:moveTo>
                    <a:pt x="1" y="0"/>
                  </a:moveTo>
                  <a:lnTo>
                    <a:pt x="1" y="1882"/>
                  </a:lnTo>
                  <a:lnTo>
                    <a:pt x="2882" y="1882"/>
                  </a:lnTo>
                  <a:lnTo>
                    <a:pt x="2573" y="715"/>
                  </a:lnTo>
                  <a:lnTo>
                    <a:pt x="18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90"/>
            <p:cNvSpPr/>
            <p:nvPr/>
          </p:nvSpPr>
          <p:spPr>
            <a:xfrm>
              <a:off x="3550118" y="2464543"/>
              <a:ext cx="86173" cy="56253"/>
            </a:xfrm>
            <a:custGeom>
              <a:rect b="b" l="l" r="r" t="t"/>
              <a:pathLst>
                <a:path extrusionOk="0" h="1882" w="2883">
                  <a:moveTo>
                    <a:pt x="1" y="1"/>
                  </a:moveTo>
                  <a:lnTo>
                    <a:pt x="1" y="1882"/>
                  </a:lnTo>
                  <a:lnTo>
                    <a:pt x="1811" y="1882"/>
                  </a:lnTo>
                  <a:lnTo>
                    <a:pt x="2573" y="1167"/>
                  </a:lnTo>
                  <a:lnTo>
                    <a:pt x="2883"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90"/>
            <p:cNvSpPr/>
            <p:nvPr/>
          </p:nvSpPr>
          <p:spPr>
            <a:xfrm>
              <a:off x="3604220" y="2606193"/>
              <a:ext cx="118902" cy="155906"/>
            </a:xfrm>
            <a:custGeom>
              <a:rect b="b" l="l" r="r" t="t"/>
              <a:pathLst>
                <a:path extrusionOk="0" h="5216" w="3978">
                  <a:moveTo>
                    <a:pt x="2906" y="1"/>
                  </a:moveTo>
                  <a:lnTo>
                    <a:pt x="1835" y="239"/>
                  </a:lnTo>
                  <a:lnTo>
                    <a:pt x="1" y="3358"/>
                  </a:lnTo>
                  <a:lnTo>
                    <a:pt x="1073" y="5216"/>
                  </a:lnTo>
                  <a:lnTo>
                    <a:pt x="3978" y="239"/>
                  </a:lnTo>
                  <a:lnTo>
                    <a:pt x="2906"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90"/>
            <p:cNvSpPr/>
            <p:nvPr/>
          </p:nvSpPr>
          <p:spPr>
            <a:xfrm>
              <a:off x="3604220" y="2464543"/>
              <a:ext cx="118902" cy="148792"/>
            </a:xfrm>
            <a:custGeom>
              <a:rect b="b" l="l" r="r" t="t"/>
              <a:pathLst>
                <a:path extrusionOk="0" h="4978" w="3978">
                  <a:moveTo>
                    <a:pt x="1073" y="1"/>
                  </a:moveTo>
                  <a:lnTo>
                    <a:pt x="1" y="1858"/>
                  </a:lnTo>
                  <a:lnTo>
                    <a:pt x="1835" y="4978"/>
                  </a:lnTo>
                  <a:lnTo>
                    <a:pt x="3978" y="4978"/>
                  </a:lnTo>
                  <a:lnTo>
                    <a:pt x="1073"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8" name="Google Shape;20398;p90"/>
          <p:cNvGrpSpPr/>
          <p:nvPr/>
        </p:nvGrpSpPr>
        <p:grpSpPr>
          <a:xfrm>
            <a:off x="2556667" y="2520767"/>
            <a:ext cx="343109" cy="197305"/>
            <a:chOff x="2747167" y="2520767"/>
            <a:chExt cx="343109" cy="197305"/>
          </a:xfrm>
        </p:grpSpPr>
        <p:sp>
          <p:nvSpPr>
            <p:cNvPr id="20399" name="Google Shape;20399;p90"/>
            <p:cNvSpPr/>
            <p:nvPr/>
          </p:nvSpPr>
          <p:spPr>
            <a:xfrm>
              <a:off x="2908036" y="2619733"/>
              <a:ext cx="174408" cy="98338"/>
            </a:xfrm>
            <a:custGeom>
              <a:rect b="b" l="l" r="r" t="t"/>
              <a:pathLst>
                <a:path extrusionOk="0" h="3290" w="5835">
                  <a:moveTo>
                    <a:pt x="0" y="0"/>
                  </a:moveTo>
                  <a:lnTo>
                    <a:pt x="929" y="2024"/>
                  </a:lnTo>
                  <a:cubicBezTo>
                    <a:pt x="1239" y="2691"/>
                    <a:pt x="1882" y="3167"/>
                    <a:pt x="2596" y="3286"/>
                  </a:cubicBezTo>
                  <a:cubicBezTo>
                    <a:pt x="2602" y="3289"/>
                    <a:pt x="2608" y="3290"/>
                    <a:pt x="2614" y="3290"/>
                  </a:cubicBezTo>
                  <a:cubicBezTo>
                    <a:pt x="2723" y="3290"/>
                    <a:pt x="2793" y="2882"/>
                    <a:pt x="2906" y="2882"/>
                  </a:cubicBezTo>
                  <a:cubicBezTo>
                    <a:pt x="3019" y="2882"/>
                    <a:pt x="3132" y="3290"/>
                    <a:pt x="3225" y="3290"/>
                  </a:cubicBezTo>
                  <a:cubicBezTo>
                    <a:pt x="3230" y="3290"/>
                    <a:pt x="3234" y="3289"/>
                    <a:pt x="3239" y="3286"/>
                  </a:cubicBezTo>
                  <a:cubicBezTo>
                    <a:pt x="3978" y="3167"/>
                    <a:pt x="4620" y="2739"/>
                    <a:pt x="4906" y="2024"/>
                  </a:cubicBezTo>
                  <a:lnTo>
                    <a:pt x="5835"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90"/>
            <p:cNvSpPr/>
            <p:nvPr/>
          </p:nvSpPr>
          <p:spPr>
            <a:xfrm>
              <a:off x="2994867" y="2618299"/>
              <a:ext cx="87578" cy="98996"/>
            </a:xfrm>
            <a:custGeom>
              <a:rect b="b" l="l" r="r" t="t"/>
              <a:pathLst>
                <a:path extrusionOk="0" h="3312" w="2930">
                  <a:moveTo>
                    <a:pt x="1" y="0"/>
                  </a:moveTo>
                  <a:lnTo>
                    <a:pt x="1" y="48"/>
                  </a:lnTo>
                  <a:lnTo>
                    <a:pt x="1" y="2906"/>
                  </a:lnTo>
                  <a:cubicBezTo>
                    <a:pt x="140" y="2906"/>
                    <a:pt x="234" y="3312"/>
                    <a:pt x="327" y="3312"/>
                  </a:cubicBezTo>
                  <a:cubicBezTo>
                    <a:pt x="329" y="3312"/>
                    <a:pt x="332" y="3311"/>
                    <a:pt x="334" y="3311"/>
                  </a:cubicBezTo>
                  <a:cubicBezTo>
                    <a:pt x="1073" y="3192"/>
                    <a:pt x="1715" y="2739"/>
                    <a:pt x="2001" y="2025"/>
                  </a:cubicBezTo>
                  <a:lnTo>
                    <a:pt x="2930"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90"/>
            <p:cNvSpPr/>
            <p:nvPr/>
          </p:nvSpPr>
          <p:spPr>
            <a:xfrm>
              <a:off x="2757120" y="2521454"/>
              <a:ext cx="172286" cy="96873"/>
            </a:xfrm>
            <a:custGeom>
              <a:rect b="b" l="l" r="r" t="t"/>
              <a:pathLst>
                <a:path extrusionOk="0" h="3241" w="5764">
                  <a:moveTo>
                    <a:pt x="3206" y="1"/>
                  </a:moveTo>
                  <a:cubicBezTo>
                    <a:pt x="3091" y="1"/>
                    <a:pt x="2998" y="384"/>
                    <a:pt x="2882" y="430"/>
                  </a:cubicBezTo>
                  <a:cubicBezTo>
                    <a:pt x="2766" y="430"/>
                    <a:pt x="2650" y="1"/>
                    <a:pt x="2556" y="1"/>
                  </a:cubicBezTo>
                  <a:cubicBezTo>
                    <a:pt x="2554" y="1"/>
                    <a:pt x="2551" y="1"/>
                    <a:pt x="2549" y="2"/>
                  </a:cubicBezTo>
                  <a:cubicBezTo>
                    <a:pt x="1811" y="121"/>
                    <a:pt x="1192" y="573"/>
                    <a:pt x="882" y="1288"/>
                  </a:cubicBezTo>
                  <a:lnTo>
                    <a:pt x="1" y="3240"/>
                  </a:lnTo>
                  <a:lnTo>
                    <a:pt x="5764" y="3240"/>
                  </a:lnTo>
                  <a:lnTo>
                    <a:pt x="4883" y="1288"/>
                  </a:lnTo>
                  <a:cubicBezTo>
                    <a:pt x="4549" y="597"/>
                    <a:pt x="3954" y="121"/>
                    <a:pt x="3216" y="2"/>
                  </a:cubicBezTo>
                  <a:cubicBezTo>
                    <a:pt x="3212" y="1"/>
                    <a:pt x="3209" y="1"/>
                    <a:pt x="3206"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90"/>
            <p:cNvSpPr/>
            <p:nvPr/>
          </p:nvSpPr>
          <p:spPr>
            <a:xfrm>
              <a:off x="2843981" y="2521454"/>
              <a:ext cx="86143" cy="96873"/>
            </a:xfrm>
            <a:custGeom>
              <a:rect b="b" l="l" r="r" t="t"/>
              <a:pathLst>
                <a:path extrusionOk="0" h="3241" w="2882">
                  <a:moveTo>
                    <a:pt x="323" y="1"/>
                  </a:moveTo>
                  <a:cubicBezTo>
                    <a:pt x="209" y="1"/>
                    <a:pt x="116" y="384"/>
                    <a:pt x="0" y="430"/>
                  </a:cubicBezTo>
                  <a:lnTo>
                    <a:pt x="0" y="3240"/>
                  </a:lnTo>
                  <a:lnTo>
                    <a:pt x="2882" y="3240"/>
                  </a:lnTo>
                  <a:lnTo>
                    <a:pt x="2001" y="1288"/>
                  </a:lnTo>
                  <a:cubicBezTo>
                    <a:pt x="1667" y="597"/>
                    <a:pt x="1072" y="121"/>
                    <a:pt x="334" y="2"/>
                  </a:cubicBezTo>
                  <a:cubicBezTo>
                    <a:pt x="330" y="1"/>
                    <a:pt x="327" y="1"/>
                    <a:pt x="323"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90"/>
            <p:cNvSpPr/>
            <p:nvPr/>
          </p:nvSpPr>
          <p:spPr>
            <a:xfrm>
              <a:off x="2833281" y="2520767"/>
              <a:ext cx="19249" cy="97561"/>
            </a:xfrm>
            <a:custGeom>
              <a:rect b="b" l="l" r="r" t="t"/>
              <a:pathLst>
                <a:path extrusionOk="0" h="3264" w="644">
                  <a:moveTo>
                    <a:pt x="334" y="1"/>
                  </a:moveTo>
                  <a:cubicBezTo>
                    <a:pt x="215" y="1"/>
                    <a:pt x="96" y="1"/>
                    <a:pt x="1" y="25"/>
                  </a:cubicBezTo>
                  <a:lnTo>
                    <a:pt x="1" y="3263"/>
                  </a:lnTo>
                  <a:lnTo>
                    <a:pt x="644" y="3263"/>
                  </a:lnTo>
                  <a:lnTo>
                    <a:pt x="644" y="25"/>
                  </a:lnTo>
                  <a:cubicBezTo>
                    <a:pt x="525" y="1"/>
                    <a:pt x="453" y="1"/>
                    <a:pt x="334"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90"/>
            <p:cNvSpPr/>
            <p:nvPr/>
          </p:nvSpPr>
          <p:spPr>
            <a:xfrm>
              <a:off x="2985631" y="2619733"/>
              <a:ext cx="19249" cy="98248"/>
            </a:xfrm>
            <a:custGeom>
              <a:rect b="b" l="l" r="r" t="t"/>
              <a:pathLst>
                <a:path extrusionOk="0" h="3287" w="644">
                  <a:moveTo>
                    <a:pt x="0" y="0"/>
                  </a:moveTo>
                  <a:lnTo>
                    <a:pt x="0" y="3263"/>
                  </a:lnTo>
                  <a:cubicBezTo>
                    <a:pt x="96" y="3286"/>
                    <a:pt x="215" y="3286"/>
                    <a:pt x="334" y="3286"/>
                  </a:cubicBezTo>
                  <a:cubicBezTo>
                    <a:pt x="453" y="3286"/>
                    <a:pt x="524" y="3286"/>
                    <a:pt x="643" y="3263"/>
                  </a:cubicBezTo>
                  <a:lnTo>
                    <a:pt x="643"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90"/>
            <p:cNvSpPr/>
            <p:nvPr/>
          </p:nvSpPr>
          <p:spPr>
            <a:xfrm>
              <a:off x="2833281" y="2643197"/>
              <a:ext cx="20684" cy="20684"/>
            </a:xfrm>
            <a:custGeom>
              <a:rect b="b" l="l" r="r" t="t"/>
              <a:pathLst>
                <a:path extrusionOk="0" h="692" w="692">
                  <a:moveTo>
                    <a:pt x="1" y="1"/>
                  </a:moveTo>
                  <a:lnTo>
                    <a:pt x="1" y="692"/>
                  </a:lnTo>
                  <a:lnTo>
                    <a:pt x="692" y="692"/>
                  </a:lnTo>
                  <a:lnTo>
                    <a:pt x="692"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90"/>
            <p:cNvSpPr/>
            <p:nvPr/>
          </p:nvSpPr>
          <p:spPr>
            <a:xfrm>
              <a:off x="2833281" y="2678079"/>
              <a:ext cx="20684" cy="20684"/>
            </a:xfrm>
            <a:custGeom>
              <a:rect b="b" l="l" r="r" t="t"/>
              <a:pathLst>
                <a:path extrusionOk="0" h="692" w="692">
                  <a:moveTo>
                    <a:pt x="1" y="1"/>
                  </a:moveTo>
                  <a:lnTo>
                    <a:pt x="1" y="691"/>
                  </a:lnTo>
                  <a:lnTo>
                    <a:pt x="692" y="691"/>
                  </a:lnTo>
                  <a:lnTo>
                    <a:pt x="692"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90"/>
            <p:cNvSpPr/>
            <p:nvPr/>
          </p:nvSpPr>
          <p:spPr>
            <a:xfrm>
              <a:off x="2985631" y="2542138"/>
              <a:ext cx="20654" cy="20654"/>
            </a:xfrm>
            <a:custGeom>
              <a:rect b="b" l="l" r="r" t="t"/>
              <a:pathLst>
                <a:path extrusionOk="0" h="691" w="691">
                  <a:moveTo>
                    <a:pt x="0" y="0"/>
                  </a:moveTo>
                  <a:lnTo>
                    <a:pt x="0" y="691"/>
                  </a:lnTo>
                  <a:lnTo>
                    <a:pt x="691" y="691"/>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90"/>
            <p:cNvSpPr/>
            <p:nvPr/>
          </p:nvSpPr>
          <p:spPr>
            <a:xfrm>
              <a:off x="2985631" y="2575586"/>
              <a:ext cx="20654" cy="20684"/>
            </a:xfrm>
            <a:custGeom>
              <a:rect b="b" l="l" r="r" t="t"/>
              <a:pathLst>
                <a:path extrusionOk="0" h="692" w="691">
                  <a:moveTo>
                    <a:pt x="0" y="1"/>
                  </a:moveTo>
                  <a:lnTo>
                    <a:pt x="0" y="691"/>
                  </a:lnTo>
                  <a:lnTo>
                    <a:pt x="691" y="691"/>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90"/>
            <p:cNvSpPr/>
            <p:nvPr/>
          </p:nvSpPr>
          <p:spPr>
            <a:xfrm>
              <a:off x="2843981" y="2520767"/>
              <a:ext cx="9983" cy="97561"/>
            </a:xfrm>
            <a:custGeom>
              <a:rect b="b" l="l" r="r" t="t"/>
              <a:pathLst>
                <a:path extrusionOk="0" h="3264" w="334">
                  <a:moveTo>
                    <a:pt x="0" y="1"/>
                  </a:moveTo>
                  <a:lnTo>
                    <a:pt x="0" y="3263"/>
                  </a:lnTo>
                  <a:lnTo>
                    <a:pt x="334" y="3263"/>
                  </a:lnTo>
                  <a:lnTo>
                    <a:pt x="334" y="25"/>
                  </a:lnTo>
                  <a:cubicBezTo>
                    <a:pt x="215" y="1"/>
                    <a:pt x="119" y="1"/>
                    <a:pt x="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90"/>
            <p:cNvSpPr/>
            <p:nvPr/>
          </p:nvSpPr>
          <p:spPr>
            <a:xfrm>
              <a:off x="2843264" y="2643197"/>
              <a:ext cx="9266" cy="20684"/>
            </a:xfrm>
            <a:custGeom>
              <a:rect b="b" l="l" r="r" t="t"/>
              <a:pathLst>
                <a:path extrusionOk="0" h="692" w="310">
                  <a:moveTo>
                    <a:pt x="0" y="1"/>
                  </a:moveTo>
                  <a:lnTo>
                    <a:pt x="0" y="692"/>
                  </a:lnTo>
                  <a:lnTo>
                    <a:pt x="310" y="692"/>
                  </a:lnTo>
                  <a:lnTo>
                    <a:pt x="31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90"/>
            <p:cNvSpPr/>
            <p:nvPr/>
          </p:nvSpPr>
          <p:spPr>
            <a:xfrm>
              <a:off x="2843264" y="2678079"/>
              <a:ext cx="9266" cy="20684"/>
            </a:xfrm>
            <a:custGeom>
              <a:rect b="b" l="l" r="r" t="t"/>
              <a:pathLst>
                <a:path extrusionOk="0" h="692" w="310">
                  <a:moveTo>
                    <a:pt x="0" y="1"/>
                  </a:moveTo>
                  <a:lnTo>
                    <a:pt x="0" y="691"/>
                  </a:lnTo>
                  <a:lnTo>
                    <a:pt x="310" y="691"/>
                  </a:lnTo>
                  <a:lnTo>
                    <a:pt x="31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90"/>
            <p:cNvSpPr/>
            <p:nvPr/>
          </p:nvSpPr>
          <p:spPr>
            <a:xfrm>
              <a:off x="2994867" y="2542138"/>
              <a:ext cx="10013" cy="20654"/>
            </a:xfrm>
            <a:custGeom>
              <a:rect b="b" l="l" r="r" t="t"/>
              <a:pathLst>
                <a:path extrusionOk="0" h="691" w="335">
                  <a:moveTo>
                    <a:pt x="1" y="0"/>
                  </a:moveTo>
                  <a:lnTo>
                    <a:pt x="1" y="691"/>
                  </a:lnTo>
                  <a:lnTo>
                    <a:pt x="334" y="691"/>
                  </a:lnTo>
                  <a:lnTo>
                    <a:pt x="3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90"/>
            <p:cNvSpPr/>
            <p:nvPr/>
          </p:nvSpPr>
          <p:spPr>
            <a:xfrm>
              <a:off x="2994867" y="2575586"/>
              <a:ext cx="10013" cy="20684"/>
            </a:xfrm>
            <a:custGeom>
              <a:rect b="b" l="l" r="r" t="t"/>
              <a:pathLst>
                <a:path extrusionOk="0" h="692" w="335">
                  <a:moveTo>
                    <a:pt x="1" y="1"/>
                  </a:moveTo>
                  <a:lnTo>
                    <a:pt x="1" y="691"/>
                  </a:lnTo>
                  <a:lnTo>
                    <a:pt x="334" y="691"/>
                  </a:lnTo>
                  <a:lnTo>
                    <a:pt x="334"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90"/>
            <p:cNvSpPr/>
            <p:nvPr/>
          </p:nvSpPr>
          <p:spPr>
            <a:xfrm>
              <a:off x="2994867" y="2619733"/>
              <a:ext cx="10013" cy="98248"/>
            </a:xfrm>
            <a:custGeom>
              <a:rect b="b" l="l" r="r" t="t"/>
              <a:pathLst>
                <a:path extrusionOk="0" h="3287" w="335">
                  <a:moveTo>
                    <a:pt x="1" y="0"/>
                  </a:moveTo>
                  <a:lnTo>
                    <a:pt x="1" y="3286"/>
                  </a:lnTo>
                  <a:cubicBezTo>
                    <a:pt x="120" y="3286"/>
                    <a:pt x="215" y="3286"/>
                    <a:pt x="334" y="3263"/>
                  </a:cubicBezTo>
                  <a:lnTo>
                    <a:pt x="3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90"/>
            <p:cNvSpPr/>
            <p:nvPr/>
          </p:nvSpPr>
          <p:spPr>
            <a:xfrm>
              <a:off x="2747167" y="2609750"/>
              <a:ext cx="343107" cy="20684"/>
            </a:xfrm>
            <a:custGeom>
              <a:rect b="b" l="l" r="r" t="t"/>
              <a:pathLst>
                <a:path extrusionOk="0" h="692" w="11479">
                  <a:moveTo>
                    <a:pt x="0" y="1"/>
                  </a:moveTo>
                  <a:lnTo>
                    <a:pt x="0" y="691"/>
                  </a:lnTo>
                  <a:lnTo>
                    <a:pt x="11479" y="691"/>
                  </a:lnTo>
                  <a:lnTo>
                    <a:pt x="11479" y="1"/>
                  </a:lnTo>
                  <a:close/>
                </a:path>
              </a:pathLst>
            </a:custGeom>
            <a:solidFill>
              <a:srgbClr val="9A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90"/>
            <p:cNvSpPr/>
            <p:nvPr/>
          </p:nvSpPr>
          <p:spPr>
            <a:xfrm>
              <a:off x="2918707" y="2609750"/>
              <a:ext cx="171569" cy="20684"/>
            </a:xfrm>
            <a:custGeom>
              <a:rect b="b" l="l" r="r" t="t"/>
              <a:pathLst>
                <a:path extrusionOk="0" h="692" w="5740">
                  <a:moveTo>
                    <a:pt x="1" y="1"/>
                  </a:moveTo>
                  <a:lnTo>
                    <a:pt x="1" y="691"/>
                  </a:lnTo>
                  <a:lnTo>
                    <a:pt x="5740" y="691"/>
                  </a:lnTo>
                  <a:lnTo>
                    <a:pt x="5740"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7" name="Google Shape;20417;p90"/>
          <p:cNvGrpSpPr/>
          <p:nvPr/>
        </p:nvGrpSpPr>
        <p:grpSpPr>
          <a:xfrm>
            <a:off x="1799229" y="2440332"/>
            <a:ext cx="343110" cy="344542"/>
            <a:chOff x="2065929" y="2440332"/>
            <a:chExt cx="343110" cy="344542"/>
          </a:xfrm>
        </p:grpSpPr>
        <p:sp>
          <p:nvSpPr>
            <p:cNvPr id="20418" name="Google Shape;20418;p90"/>
            <p:cNvSpPr/>
            <p:nvPr/>
          </p:nvSpPr>
          <p:spPr>
            <a:xfrm>
              <a:off x="2166987" y="2480923"/>
              <a:ext cx="141679" cy="303951"/>
            </a:xfrm>
            <a:custGeom>
              <a:rect b="b" l="l" r="r" t="t"/>
              <a:pathLst>
                <a:path extrusionOk="0" h="10169" w="4740">
                  <a:moveTo>
                    <a:pt x="453" y="0"/>
                  </a:moveTo>
                  <a:lnTo>
                    <a:pt x="1" y="5073"/>
                  </a:lnTo>
                  <a:lnTo>
                    <a:pt x="453" y="10169"/>
                  </a:lnTo>
                  <a:lnTo>
                    <a:pt x="4287" y="10169"/>
                  </a:lnTo>
                  <a:lnTo>
                    <a:pt x="4740" y="5073"/>
                  </a:lnTo>
                  <a:lnTo>
                    <a:pt x="4287"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90"/>
            <p:cNvSpPr/>
            <p:nvPr/>
          </p:nvSpPr>
          <p:spPr>
            <a:xfrm>
              <a:off x="2065929" y="2481641"/>
              <a:ext cx="114628" cy="303234"/>
            </a:xfrm>
            <a:custGeom>
              <a:rect b="b" l="l" r="r" t="t"/>
              <a:pathLst>
                <a:path extrusionOk="0" h="10145" w="3835">
                  <a:moveTo>
                    <a:pt x="0" y="0"/>
                  </a:moveTo>
                  <a:lnTo>
                    <a:pt x="0" y="10145"/>
                  </a:lnTo>
                  <a:lnTo>
                    <a:pt x="3834" y="10145"/>
                  </a:lnTo>
                  <a:lnTo>
                    <a:pt x="3834"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90"/>
            <p:cNvSpPr/>
            <p:nvPr/>
          </p:nvSpPr>
          <p:spPr>
            <a:xfrm>
              <a:off x="2123587" y="2481641"/>
              <a:ext cx="56970" cy="303234"/>
            </a:xfrm>
            <a:custGeom>
              <a:rect b="b" l="l" r="r" t="t"/>
              <a:pathLst>
                <a:path extrusionOk="0" h="10145" w="1906">
                  <a:moveTo>
                    <a:pt x="0" y="0"/>
                  </a:moveTo>
                  <a:lnTo>
                    <a:pt x="0" y="10145"/>
                  </a:lnTo>
                  <a:lnTo>
                    <a:pt x="1905" y="10145"/>
                  </a:lnTo>
                  <a:lnTo>
                    <a:pt x="1905"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90"/>
            <p:cNvSpPr/>
            <p:nvPr/>
          </p:nvSpPr>
          <p:spPr>
            <a:xfrm>
              <a:off x="2238186" y="2481641"/>
              <a:ext cx="70481" cy="303234"/>
            </a:xfrm>
            <a:custGeom>
              <a:rect b="b" l="l" r="r" t="t"/>
              <a:pathLst>
                <a:path extrusionOk="0" h="10145" w="2358">
                  <a:moveTo>
                    <a:pt x="0" y="0"/>
                  </a:moveTo>
                  <a:lnTo>
                    <a:pt x="0" y="10145"/>
                  </a:lnTo>
                  <a:lnTo>
                    <a:pt x="1905" y="10145"/>
                  </a:lnTo>
                  <a:lnTo>
                    <a:pt x="2358" y="5049"/>
                  </a:lnTo>
                  <a:lnTo>
                    <a:pt x="190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90"/>
            <p:cNvSpPr/>
            <p:nvPr/>
          </p:nvSpPr>
          <p:spPr>
            <a:xfrm>
              <a:off x="2294410" y="2481641"/>
              <a:ext cx="114628" cy="303234"/>
            </a:xfrm>
            <a:custGeom>
              <a:rect b="b" l="l" r="r" t="t"/>
              <a:pathLst>
                <a:path extrusionOk="0" h="10145" w="3835">
                  <a:moveTo>
                    <a:pt x="1" y="0"/>
                  </a:moveTo>
                  <a:lnTo>
                    <a:pt x="1" y="10145"/>
                  </a:lnTo>
                  <a:lnTo>
                    <a:pt x="3835" y="10145"/>
                  </a:lnTo>
                  <a:lnTo>
                    <a:pt x="3835"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90"/>
            <p:cNvSpPr/>
            <p:nvPr/>
          </p:nvSpPr>
          <p:spPr>
            <a:xfrm>
              <a:off x="2352068" y="2481641"/>
              <a:ext cx="56970" cy="303234"/>
            </a:xfrm>
            <a:custGeom>
              <a:rect b="b" l="l" r="r" t="t"/>
              <a:pathLst>
                <a:path extrusionOk="0" h="10145" w="1906">
                  <a:moveTo>
                    <a:pt x="1" y="0"/>
                  </a:moveTo>
                  <a:lnTo>
                    <a:pt x="1" y="10145"/>
                  </a:lnTo>
                  <a:lnTo>
                    <a:pt x="1906" y="10145"/>
                  </a:lnTo>
                  <a:lnTo>
                    <a:pt x="1906"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90"/>
            <p:cNvSpPr/>
            <p:nvPr/>
          </p:nvSpPr>
          <p:spPr>
            <a:xfrm>
              <a:off x="2087270" y="2441767"/>
              <a:ext cx="71198" cy="71198"/>
            </a:xfrm>
            <a:custGeom>
              <a:rect b="b" l="l" r="r" t="t"/>
              <a:pathLst>
                <a:path extrusionOk="0" h="2382" w="2382">
                  <a:moveTo>
                    <a:pt x="1191" y="0"/>
                  </a:moveTo>
                  <a:cubicBezTo>
                    <a:pt x="524" y="0"/>
                    <a:pt x="1" y="524"/>
                    <a:pt x="1" y="1191"/>
                  </a:cubicBezTo>
                  <a:cubicBezTo>
                    <a:pt x="1" y="1834"/>
                    <a:pt x="524" y="2382"/>
                    <a:pt x="1191" y="2382"/>
                  </a:cubicBezTo>
                  <a:cubicBezTo>
                    <a:pt x="1834" y="2382"/>
                    <a:pt x="2382" y="1834"/>
                    <a:pt x="2382" y="1191"/>
                  </a:cubicBezTo>
                  <a:cubicBezTo>
                    <a:pt x="2382" y="524"/>
                    <a:pt x="1834" y="0"/>
                    <a:pt x="1191"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90"/>
            <p:cNvSpPr/>
            <p:nvPr/>
          </p:nvSpPr>
          <p:spPr>
            <a:xfrm>
              <a:off x="2201869" y="2441677"/>
              <a:ext cx="71228" cy="71288"/>
            </a:xfrm>
            <a:custGeom>
              <a:rect b="b" l="l" r="r" t="t"/>
              <a:pathLst>
                <a:path extrusionOk="0" h="2385" w="2383">
                  <a:moveTo>
                    <a:pt x="1269" y="1"/>
                  </a:moveTo>
                  <a:cubicBezTo>
                    <a:pt x="1243" y="1"/>
                    <a:pt x="1217" y="2"/>
                    <a:pt x="1191" y="3"/>
                  </a:cubicBezTo>
                  <a:cubicBezTo>
                    <a:pt x="548" y="3"/>
                    <a:pt x="1" y="527"/>
                    <a:pt x="1" y="1194"/>
                  </a:cubicBezTo>
                  <a:cubicBezTo>
                    <a:pt x="1" y="1837"/>
                    <a:pt x="548" y="2385"/>
                    <a:pt x="1191" y="2385"/>
                  </a:cubicBezTo>
                  <a:cubicBezTo>
                    <a:pt x="1858" y="2385"/>
                    <a:pt x="2382" y="1837"/>
                    <a:pt x="2382" y="1194"/>
                  </a:cubicBezTo>
                  <a:cubicBezTo>
                    <a:pt x="2382" y="553"/>
                    <a:pt x="1898" y="1"/>
                    <a:pt x="1269"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90"/>
            <p:cNvSpPr/>
            <p:nvPr/>
          </p:nvSpPr>
          <p:spPr>
            <a:xfrm>
              <a:off x="2216097" y="2544978"/>
              <a:ext cx="43460" cy="19967"/>
            </a:xfrm>
            <a:custGeom>
              <a:rect b="b" l="l" r="r" t="t"/>
              <a:pathLst>
                <a:path extrusionOk="0" h="668" w="1454">
                  <a:moveTo>
                    <a:pt x="1" y="1"/>
                  </a:moveTo>
                  <a:lnTo>
                    <a:pt x="1" y="667"/>
                  </a:lnTo>
                  <a:lnTo>
                    <a:pt x="1454" y="667"/>
                  </a:lnTo>
                  <a:lnTo>
                    <a:pt x="14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90"/>
            <p:cNvSpPr/>
            <p:nvPr/>
          </p:nvSpPr>
          <p:spPr>
            <a:xfrm>
              <a:off x="2216097" y="2588409"/>
              <a:ext cx="43460" cy="20654"/>
            </a:xfrm>
            <a:custGeom>
              <a:rect b="b" l="l" r="r" t="t"/>
              <a:pathLst>
                <a:path extrusionOk="0" h="691" w="1454">
                  <a:moveTo>
                    <a:pt x="1" y="0"/>
                  </a:moveTo>
                  <a:lnTo>
                    <a:pt x="1" y="691"/>
                  </a:lnTo>
                  <a:lnTo>
                    <a:pt x="1454" y="691"/>
                  </a:lnTo>
                  <a:lnTo>
                    <a:pt x="145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90"/>
            <p:cNvSpPr/>
            <p:nvPr/>
          </p:nvSpPr>
          <p:spPr>
            <a:xfrm>
              <a:off x="2216097" y="2631809"/>
              <a:ext cx="43460" cy="20684"/>
            </a:xfrm>
            <a:custGeom>
              <a:rect b="b" l="l" r="r" t="t"/>
              <a:pathLst>
                <a:path extrusionOk="0" h="692" w="1454">
                  <a:moveTo>
                    <a:pt x="1" y="1"/>
                  </a:moveTo>
                  <a:lnTo>
                    <a:pt x="1" y="692"/>
                  </a:lnTo>
                  <a:lnTo>
                    <a:pt x="1454" y="692"/>
                  </a:lnTo>
                  <a:lnTo>
                    <a:pt x="14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90"/>
            <p:cNvSpPr/>
            <p:nvPr/>
          </p:nvSpPr>
          <p:spPr>
            <a:xfrm>
              <a:off x="2216097" y="2675240"/>
              <a:ext cx="43460" cy="20684"/>
            </a:xfrm>
            <a:custGeom>
              <a:rect b="b" l="l" r="r" t="t"/>
              <a:pathLst>
                <a:path extrusionOk="0" h="692" w="1454">
                  <a:moveTo>
                    <a:pt x="1" y="1"/>
                  </a:moveTo>
                  <a:lnTo>
                    <a:pt x="1" y="691"/>
                  </a:lnTo>
                  <a:lnTo>
                    <a:pt x="1454" y="691"/>
                  </a:lnTo>
                  <a:lnTo>
                    <a:pt x="14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90"/>
            <p:cNvSpPr/>
            <p:nvPr/>
          </p:nvSpPr>
          <p:spPr>
            <a:xfrm>
              <a:off x="2101498" y="2544978"/>
              <a:ext cx="43460" cy="19967"/>
            </a:xfrm>
            <a:custGeom>
              <a:rect b="b" l="l" r="r" t="t"/>
              <a:pathLst>
                <a:path extrusionOk="0" h="668" w="1454">
                  <a:moveTo>
                    <a:pt x="1" y="1"/>
                  </a:moveTo>
                  <a:lnTo>
                    <a:pt x="1" y="667"/>
                  </a:lnTo>
                  <a:lnTo>
                    <a:pt x="1454" y="667"/>
                  </a:lnTo>
                  <a:lnTo>
                    <a:pt x="14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90"/>
            <p:cNvSpPr/>
            <p:nvPr/>
          </p:nvSpPr>
          <p:spPr>
            <a:xfrm>
              <a:off x="2101498" y="2588409"/>
              <a:ext cx="43460" cy="20654"/>
            </a:xfrm>
            <a:custGeom>
              <a:rect b="b" l="l" r="r" t="t"/>
              <a:pathLst>
                <a:path extrusionOk="0" h="691" w="1454">
                  <a:moveTo>
                    <a:pt x="1" y="0"/>
                  </a:moveTo>
                  <a:lnTo>
                    <a:pt x="1" y="691"/>
                  </a:lnTo>
                  <a:lnTo>
                    <a:pt x="1454" y="691"/>
                  </a:lnTo>
                  <a:lnTo>
                    <a:pt x="145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90"/>
            <p:cNvSpPr/>
            <p:nvPr/>
          </p:nvSpPr>
          <p:spPr>
            <a:xfrm>
              <a:off x="2101498" y="2631809"/>
              <a:ext cx="43460" cy="20684"/>
            </a:xfrm>
            <a:custGeom>
              <a:rect b="b" l="l" r="r" t="t"/>
              <a:pathLst>
                <a:path extrusionOk="0" h="692" w="1454">
                  <a:moveTo>
                    <a:pt x="1" y="1"/>
                  </a:moveTo>
                  <a:lnTo>
                    <a:pt x="1" y="692"/>
                  </a:lnTo>
                  <a:lnTo>
                    <a:pt x="1454" y="692"/>
                  </a:lnTo>
                  <a:lnTo>
                    <a:pt x="14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90"/>
            <p:cNvSpPr/>
            <p:nvPr/>
          </p:nvSpPr>
          <p:spPr>
            <a:xfrm>
              <a:off x="2101498" y="2675240"/>
              <a:ext cx="43460" cy="20684"/>
            </a:xfrm>
            <a:custGeom>
              <a:rect b="b" l="l" r="r" t="t"/>
              <a:pathLst>
                <a:path extrusionOk="0" h="692" w="1454">
                  <a:moveTo>
                    <a:pt x="1" y="1"/>
                  </a:moveTo>
                  <a:lnTo>
                    <a:pt x="1" y="691"/>
                  </a:lnTo>
                  <a:lnTo>
                    <a:pt x="1454" y="691"/>
                  </a:lnTo>
                  <a:lnTo>
                    <a:pt x="14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90"/>
            <p:cNvSpPr/>
            <p:nvPr/>
          </p:nvSpPr>
          <p:spPr>
            <a:xfrm>
              <a:off x="2330009" y="2544978"/>
              <a:ext cx="43430" cy="19967"/>
            </a:xfrm>
            <a:custGeom>
              <a:rect b="b" l="l" r="r" t="t"/>
              <a:pathLst>
                <a:path extrusionOk="0" h="668" w="1453">
                  <a:moveTo>
                    <a:pt x="0" y="1"/>
                  </a:moveTo>
                  <a:lnTo>
                    <a:pt x="0" y="667"/>
                  </a:lnTo>
                  <a:lnTo>
                    <a:pt x="1453" y="667"/>
                  </a:lnTo>
                  <a:lnTo>
                    <a:pt x="145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90"/>
            <p:cNvSpPr/>
            <p:nvPr/>
          </p:nvSpPr>
          <p:spPr>
            <a:xfrm>
              <a:off x="2330009" y="2588409"/>
              <a:ext cx="43430" cy="20654"/>
            </a:xfrm>
            <a:custGeom>
              <a:rect b="b" l="l" r="r" t="t"/>
              <a:pathLst>
                <a:path extrusionOk="0" h="691" w="1453">
                  <a:moveTo>
                    <a:pt x="0" y="0"/>
                  </a:moveTo>
                  <a:lnTo>
                    <a:pt x="0" y="691"/>
                  </a:lnTo>
                  <a:lnTo>
                    <a:pt x="1453" y="691"/>
                  </a:lnTo>
                  <a:lnTo>
                    <a:pt x="145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90"/>
            <p:cNvSpPr/>
            <p:nvPr/>
          </p:nvSpPr>
          <p:spPr>
            <a:xfrm>
              <a:off x="2330009" y="2631809"/>
              <a:ext cx="43430" cy="20684"/>
            </a:xfrm>
            <a:custGeom>
              <a:rect b="b" l="l" r="r" t="t"/>
              <a:pathLst>
                <a:path extrusionOk="0" h="692" w="1453">
                  <a:moveTo>
                    <a:pt x="0" y="1"/>
                  </a:moveTo>
                  <a:lnTo>
                    <a:pt x="0" y="692"/>
                  </a:lnTo>
                  <a:lnTo>
                    <a:pt x="1453" y="692"/>
                  </a:lnTo>
                  <a:lnTo>
                    <a:pt x="145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90"/>
            <p:cNvSpPr/>
            <p:nvPr/>
          </p:nvSpPr>
          <p:spPr>
            <a:xfrm>
              <a:off x="2330009" y="2675240"/>
              <a:ext cx="43430" cy="20684"/>
            </a:xfrm>
            <a:custGeom>
              <a:rect b="b" l="l" r="r" t="t"/>
              <a:pathLst>
                <a:path extrusionOk="0" h="692" w="1453">
                  <a:moveTo>
                    <a:pt x="0" y="1"/>
                  </a:moveTo>
                  <a:lnTo>
                    <a:pt x="0" y="691"/>
                  </a:lnTo>
                  <a:lnTo>
                    <a:pt x="1453" y="691"/>
                  </a:lnTo>
                  <a:lnTo>
                    <a:pt x="145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90"/>
            <p:cNvSpPr/>
            <p:nvPr/>
          </p:nvSpPr>
          <p:spPr>
            <a:xfrm>
              <a:off x="2316469" y="2441767"/>
              <a:ext cx="71228" cy="71198"/>
            </a:xfrm>
            <a:custGeom>
              <a:rect b="b" l="l" r="r" t="t"/>
              <a:pathLst>
                <a:path extrusionOk="0" h="2382" w="2383">
                  <a:moveTo>
                    <a:pt x="1192" y="0"/>
                  </a:moveTo>
                  <a:cubicBezTo>
                    <a:pt x="549" y="0"/>
                    <a:pt x="1" y="524"/>
                    <a:pt x="1" y="1191"/>
                  </a:cubicBezTo>
                  <a:cubicBezTo>
                    <a:pt x="1" y="1834"/>
                    <a:pt x="549" y="2382"/>
                    <a:pt x="1192" y="2382"/>
                  </a:cubicBezTo>
                  <a:cubicBezTo>
                    <a:pt x="1858" y="2382"/>
                    <a:pt x="2382" y="1834"/>
                    <a:pt x="2382" y="1191"/>
                  </a:cubicBezTo>
                  <a:cubicBezTo>
                    <a:pt x="2382" y="524"/>
                    <a:pt x="1858" y="0"/>
                    <a:pt x="1192"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90"/>
            <p:cNvSpPr/>
            <p:nvPr/>
          </p:nvSpPr>
          <p:spPr>
            <a:xfrm>
              <a:off x="2237469" y="2544978"/>
              <a:ext cx="22089" cy="19967"/>
            </a:xfrm>
            <a:custGeom>
              <a:rect b="b" l="l" r="r" t="t"/>
              <a:pathLst>
                <a:path extrusionOk="0" h="668" w="739">
                  <a:moveTo>
                    <a:pt x="0" y="1"/>
                  </a:moveTo>
                  <a:lnTo>
                    <a:pt x="0" y="667"/>
                  </a:lnTo>
                  <a:lnTo>
                    <a:pt x="739" y="667"/>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90"/>
            <p:cNvSpPr/>
            <p:nvPr/>
          </p:nvSpPr>
          <p:spPr>
            <a:xfrm>
              <a:off x="2237469" y="2588409"/>
              <a:ext cx="22089" cy="20654"/>
            </a:xfrm>
            <a:custGeom>
              <a:rect b="b" l="l" r="r" t="t"/>
              <a:pathLst>
                <a:path extrusionOk="0" h="691" w="739">
                  <a:moveTo>
                    <a:pt x="0" y="0"/>
                  </a:moveTo>
                  <a:lnTo>
                    <a:pt x="0" y="691"/>
                  </a:lnTo>
                  <a:lnTo>
                    <a:pt x="739" y="691"/>
                  </a:lnTo>
                  <a:lnTo>
                    <a:pt x="739"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90"/>
            <p:cNvSpPr/>
            <p:nvPr/>
          </p:nvSpPr>
          <p:spPr>
            <a:xfrm>
              <a:off x="2237469" y="2631809"/>
              <a:ext cx="22089" cy="20684"/>
            </a:xfrm>
            <a:custGeom>
              <a:rect b="b" l="l" r="r" t="t"/>
              <a:pathLst>
                <a:path extrusionOk="0" h="692" w="739">
                  <a:moveTo>
                    <a:pt x="0" y="1"/>
                  </a:moveTo>
                  <a:lnTo>
                    <a:pt x="0" y="692"/>
                  </a:lnTo>
                  <a:lnTo>
                    <a:pt x="739" y="692"/>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90"/>
            <p:cNvSpPr/>
            <p:nvPr/>
          </p:nvSpPr>
          <p:spPr>
            <a:xfrm>
              <a:off x="2237469" y="2675240"/>
              <a:ext cx="22089" cy="20684"/>
            </a:xfrm>
            <a:custGeom>
              <a:rect b="b" l="l" r="r" t="t"/>
              <a:pathLst>
                <a:path extrusionOk="0" h="692" w="739">
                  <a:moveTo>
                    <a:pt x="0" y="1"/>
                  </a:moveTo>
                  <a:lnTo>
                    <a:pt x="0" y="691"/>
                  </a:lnTo>
                  <a:lnTo>
                    <a:pt x="739" y="691"/>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90"/>
            <p:cNvSpPr/>
            <p:nvPr/>
          </p:nvSpPr>
          <p:spPr>
            <a:xfrm>
              <a:off x="2237469" y="2440332"/>
              <a:ext cx="35629" cy="72633"/>
            </a:xfrm>
            <a:custGeom>
              <a:rect b="b" l="l" r="r" t="t"/>
              <a:pathLst>
                <a:path extrusionOk="0" h="2430" w="1192">
                  <a:moveTo>
                    <a:pt x="0" y="1"/>
                  </a:moveTo>
                  <a:lnTo>
                    <a:pt x="0" y="2430"/>
                  </a:lnTo>
                  <a:cubicBezTo>
                    <a:pt x="667" y="2430"/>
                    <a:pt x="1191" y="1882"/>
                    <a:pt x="1191" y="1239"/>
                  </a:cubicBezTo>
                  <a:cubicBezTo>
                    <a:pt x="1191" y="572"/>
                    <a:pt x="667" y="1"/>
                    <a:pt x="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90"/>
            <p:cNvSpPr/>
            <p:nvPr/>
          </p:nvSpPr>
          <p:spPr>
            <a:xfrm>
              <a:off x="2351350" y="2544978"/>
              <a:ext cx="22089" cy="19967"/>
            </a:xfrm>
            <a:custGeom>
              <a:rect b="b" l="l" r="r" t="t"/>
              <a:pathLst>
                <a:path extrusionOk="0" h="668" w="739">
                  <a:moveTo>
                    <a:pt x="1" y="1"/>
                  </a:moveTo>
                  <a:lnTo>
                    <a:pt x="1" y="667"/>
                  </a:lnTo>
                  <a:lnTo>
                    <a:pt x="739" y="667"/>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90"/>
            <p:cNvSpPr/>
            <p:nvPr/>
          </p:nvSpPr>
          <p:spPr>
            <a:xfrm>
              <a:off x="2351350" y="2588409"/>
              <a:ext cx="22089" cy="20654"/>
            </a:xfrm>
            <a:custGeom>
              <a:rect b="b" l="l" r="r" t="t"/>
              <a:pathLst>
                <a:path extrusionOk="0" h="691" w="739">
                  <a:moveTo>
                    <a:pt x="1" y="0"/>
                  </a:moveTo>
                  <a:lnTo>
                    <a:pt x="1" y="691"/>
                  </a:lnTo>
                  <a:lnTo>
                    <a:pt x="739" y="691"/>
                  </a:lnTo>
                  <a:lnTo>
                    <a:pt x="739"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90"/>
            <p:cNvSpPr/>
            <p:nvPr/>
          </p:nvSpPr>
          <p:spPr>
            <a:xfrm>
              <a:off x="2351350" y="2631809"/>
              <a:ext cx="22089" cy="20684"/>
            </a:xfrm>
            <a:custGeom>
              <a:rect b="b" l="l" r="r" t="t"/>
              <a:pathLst>
                <a:path extrusionOk="0" h="692" w="739">
                  <a:moveTo>
                    <a:pt x="1" y="1"/>
                  </a:moveTo>
                  <a:lnTo>
                    <a:pt x="1" y="692"/>
                  </a:lnTo>
                  <a:lnTo>
                    <a:pt x="739" y="692"/>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90"/>
            <p:cNvSpPr/>
            <p:nvPr/>
          </p:nvSpPr>
          <p:spPr>
            <a:xfrm>
              <a:off x="2351350" y="2675240"/>
              <a:ext cx="22089" cy="20684"/>
            </a:xfrm>
            <a:custGeom>
              <a:rect b="b" l="l" r="r" t="t"/>
              <a:pathLst>
                <a:path extrusionOk="0" h="692" w="739">
                  <a:moveTo>
                    <a:pt x="1" y="1"/>
                  </a:moveTo>
                  <a:lnTo>
                    <a:pt x="1" y="691"/>
                  </a:lnTo>
                  <a:lnTo>
                    <a:pt x="739" y="691"/>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90"/>
            <p:cNvSpPr/>
            <p:nvPr/>
          </p:nvSpPr>
          <p:spPr>
            <a:xfrm>
              <a:off x="2353503" y="2440332"/>
              <a:ext cx="35599" cy="72633"/>
            </a:xfrm>
            <a:custGeom>
              <a:rect b="b" l="l" r="r" t="t"/>
              <a:pathLst>
                <a:path extrusionOk="0" h="2430" w="1191">
                  <a:moveTo>
                    <a:pt x="0" y="1"/>
                  </a:moveTo>
                  <a:lnTo>
                    <a:pt x="0" y="2430"/>
                  </a:lnTo>
                  <a:cubicBezTo>
                    <a:pt x="643" y="2430"/>
                    <a:pt x="1191" y="1882"/>
                    <a:pt x="1191" y="1239"/>
                  </a:cubicBezTo>
                  <a:cubicBezTo>
                    <a:pt x="1191" y="572"/>
                    <a:pt x="619" y="48"/>
                    <a:pt x="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90"/>
            <p:cNvSpPr/>
            <p:nvPr/>
          </p:nvSpPr>
          <p:spPr>
            <a:xfrm>
              <a:off x="2122869" y="2544978"/>
              <a:ext cx="22089" cy="19967"/>
            </a:xfrm>
            <a:custGeom>
              <a:rect b="b" l="l" r="r" t="t"/>
              <a:pathLst>
                <a:path extrusionOk="0" h="668" w="739">
                  <a:moveTo>
                    <a:pt x="0" y="1"/>
                  </a:moveTo>
                  <a:lnTo>
                    <a:pt x="0" y="667"/>
                  </a:lnTo>
                  <a:lnTo>
                    <a:pt x="739" y="667"/>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90"/>
            <p:cNvSpPr/>
            <p:nvPr/>
          </p:nvSpPr>
          <p:spPr>
            <a:xfrm>
              <a:off x="2122869" y="2588409"/>
              <a:ext cx="22089" cy="20654"/>
            </a:xfrm>
            <a:custGeom>
              <a:rect b="b" l="l" r="r" t="t"/>
              <a:pathLst>
                <a:path extrusionOk="0" h="691" w="739">
                  <a:moveTo>
                    <a:pt x="0" y="0"/>
                  </a:moveTo>
                  <a:lnTo>
                    <a:pt x="0" y="691"/>
                  </a:lnTo>
                  <a:lnTo>
                    <a:pt x="739" y="691"/>
                  </a:lnTo>
                  <a:lnTo>
                    <a:pt x="739"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90"/>
            <p:cNvSpPr/>
            <p:nvPr/>
          </p:nvSpPr>
          <p:spPr>
            <a:xfrm>
              <a:off x="2122869" y="2631809"/>
              <a:ext cx="22089" cy="20684"/>
            </a:xfrm>
            <a:custGeom>
              <a:rect b="b" l="l" r="r" t="t"/>
              <a:pathLst>
                <a:path extrusionOk="0" h="692" w="739">
                  <a:moveTo>
                    <a:pt x="0" y="1"/>
                  </a:moveTo>
                  <a:lnTo>
                    <a:pt x="0" y="692"/>
                  </a:lnTo>
                  <a:lnTo>
                    <a:pt x="739" y="692"/>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90"/>
            <p:cNvSpPr/>
            <p:nvPr/>
          </p:nvSpPr>
          <p:spPr>
            <a:xfrm>
              <a:off x="2122869" y="2675240"/>
              <a:ext cx="22089" cy="20684"/>
            </a:xfrm>
            <a:custGeom>
              <a:rect b="b" l="l" r="r" t="t"/>
              <a:pathLst>
                <a:path extrusionOk="0" h="692" w="739">
                  <a:moveTo>
                    <a:pt x="0" y="1"/>
                  </a:moveTo>
                  <a:lnTo>
                    <a:pt x="0" y="691"/>
                  </a:lnTo>
                  <a:lnTo>
                    <a:pt x="739" y="691"/>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90"/>
            <p:cNvSpPr/>
            <p:nvPr/>
          </p:nvSpPr>
          <p:spPr>
            <a:xfrm>
              <a:off x="2122869" y="2440332"/>
              <a:ext cx="35599" cy="72633"/>
            </a:xfrm>
            <a:custGeom>
              <a:rect b="b" l="l" r="r" t="t"/>
              <a:pathLst>
                <a:path extrusionOk="0" h="2430" w="1191">
                  <a:moveTo>
                    <a:pt x="0" y="1"/>
                  </a:moveTo>
                  <a:lnTo>
                    <a:pt x="0" y="2430"/>
                  </a:lnTo>
                  <a:cubicBezTo>
                    <a:pt x="643" y="2430"/>
                    <a:pt x="1191" y="1882"/>
                    <a:pt x="1191" y="1239"/>
                  </a:cubicBezTo>
                  <a:cubicBezTo>
                    <a:pt x="1191" y="572"/>
                    <a:pt x="643" y="48"/>
                    <a:pt x="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4" name="Google Shape;20454;p90"/>
          <p:cNvGrpSpPr/>
          <p:nvPr/>
        </p:nvGrpSpPr>
        <p:grpSpPr>
          <a:xfrm>
            <a:off x="1049591" y="2490877"/>
            <a:ext cx="345262" cy="239928"/>
            <a:chOff x="1392491" y="2490877"/>
            <a:chExt cx="345262" cy="239928"/>
          </a:xfrm>
        </p:grpSpPr>
        <p:sp>
          <p:nvSpPr>
            <p:cNvPr id="20455" name="Google Shape;20455;p90"/>
            <p:cNvSpPr/>
            <p:nvPr/>
          </p:nvSpPr>
          <p:spPr>
            <a:xfrm>
              <a:off x="1517074" y="2492311"/>
              <a:ext cx="95409" cy="168012"/>
            </a:xfrm>
            <a:custGeom>
              <a:rect b="b" l="l" r="r" t="t"/>
              <a:pathLst>
                <a:path extrusionOk="0" h="5621" w="3192">
                  <a:moveTo>
                    <a:pt x="0" y="0"/>
                  </a:moveTo>
                  <a:lnTo>
                    <a:pt x="0" y="5620"/>
                  </a:lnTo>
                  <a:lnTo>
                    <a:pt x="3191" y="5620"/>
                  </a:lnTo>
                  <a:lnTo>
                    <a:pt x="3191"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90"/>
            <p:cNvSpPr/>
            <p:nvPr/>
          </p:nvSpPr>
          <p:spPr>
            <a:xfrm>
              <a:off x="1641627" y="2562763"/>
              <a:ext cx="95409" cy="168042"/>
            </a:xfrm>
            <a:custGeom>
              <a:rect b="b" l="l" r="r" t="t"/>
              <a:pathLst>
                <a:path extrusionOk="0" h="5622" w="3192">
                  <a:moveTo>
                    <a:pt x="1" y="1"/>
                  </a:moveTo>
                  <a:lnTo>
                    <a:pt x="1" y="5621"/>
                  </a:lnTo>
                  <a:lnTo>
                    <a:pt x="3192" y="5621"/>
                  </a:lnTo>
                  <a:lnTo>
                    <a:pt x="3192"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90"/>
            <p:cNvSpPr/>
            <p:nvPr/>
          </p:nvSpPr>
          <p:spPr>
            <a:xfrm>
              <a:off x="1690049" y="2562763"/>
              <a:ext cx="47704" cy="168042"/>
            </a:xfrm>
            <a:custGeom>
              <a:rect b="b" l="l" r="r" t="t"/>
              <a:pathLst>
                <a:path extrusionOk="0" h="5622" w="1596">
                  <a:moveTo>
                    <a:pt x="0" y="1"/>
                  </a:moveTo>
                  <a:lnTo>
                    <a:pt x="0" y="5621"/>
                  </a:lnTo>
                  <a:lnTo>
                    <a:pt x="1596" y="5621"/>
                  </a:lnTo>
                  <a:lnTo>
                    <a:pt x="1596"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90"/>
            <p:cNvSpPr/>
            <p:nvPr/>
          </p:nvSpPr>
          <p:spPr>
            <a:xfrm>
              <a:off x="1640909" y="2490877"/>
              <a:ext cx="96126" cy="98278"/>
            </a:xfrm>
            <a:custGeom>
              <a:rect b="b" l="l" r="r" t="t"/>
              <a:pathLst>
                <a:path extrusionOk="0" h="3288" w="3216">
                  <a:moveTo>
                    <a:pt x="1" y="1"/>
                  </a:moveTo>
                  <a:lnTo>
                    <a:pt x="1" y="2358"/>
                  </a:lnTo>
                  <a:lnTo>
                    <a:pt x="1597" y="3287"/>
                  </a:lnTo>
                  <a:lnTo>
                    <a:pt x="3216" y="2406"/>
                  </a:lnTo>
                  <a:lnTo>
                    <a:pt x="3216" y="48"/>
                  </a:lnTo>
                  <a:lnTo>
                    <a:pt x="3216"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90"/>
            <p:cNvSpPr/>
            <p:nvPr/>
          </p:nvSpPr>
          <p:spPr>
            <a:xfrm>
              <a:off x="1688614" y="2492311"/>
              <a:ext cx="48422" cy="96844"/>
            </a:xfrm>
            <a:custGeom>
              <a:rect b="b" l="l" r="r" t="t"/>
              <a:pathLst>
                <a:path extrusionOk="0" h="3240" w="1620">
                  <a:moveTo>
                    <a:pt x="1" y="0"/>
                  </a:moveTo>
                  <a:lnTo>
                    <a:pt x="1" y="3239"/>
                  </a:lnTo>
                  <a:lnTo>
                    <a:pt x="1620" y="2358"/>
                  </a:lnTo>
                  <a:lnTo>
                    <a:pt x="1620"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90"/>
            <p:cNvSpPr/>
            <p:nvPr/>
          </p:nvSpPr>
          <p:spPr>
            <a:xfrm>
              <a:off x="1393209" y="2562763"/>
              <a:ext cx="95409" cy="168042"/>
            </a:xfrm>
            <a:custGeom>
              <a:rect b="b" l="l" r="r" t="t"/>
              <a:pathLst>
                <a:path extrusionOk="0" h="5622" w="3192">
                  <a:moveTo>
                    <a:pt x="1" y="1"/>
                  </a:moveTo>
                  <a:lnTo>
                    <a:pt x="1" y="5621"/>
                  </a:lnTo>
                  <a:lnTo>
                    <a:pt x="3192" y="5621"/>
                  </a:lnTo>
                  <a:lnTo>
                    <a:pt x="3192"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90"/>
            <p:cNvSpPr/>
            <p:nvPr/>
          </p:nvSpPr>
          <p:spPr>
            <a:xfrm>
              <a:off x="1440914" y="2562763"/>
              <a:ext cx="47704" cy="168042"/>
            </a:xfrm>
            <a:custGeom>
              <a:rect b="b" l="l" r="r" t="t"/>
              <a:pathLst>
                <a:path extrusionOk="0" h="5622" w="1596">
                  <a:moveTo>
                    <a:pt x="0" y="1"/>
                  </a:moveTo>
                  <a:lnTo>
                    <a:pt x="0" y="5621"/>
                  </a:lnTo>
                  <a:lnTo>
                    <a:pt x="1596" y="5621"/>
                  </a:lnTo>
                  <a:lnTo>
                    <a:pt x="1596"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90"/>
            <p:cNvSpPr/>
            <p:nvPr/>
          </p:nvSpPr>
          <p:spPr>
            <a:xfrm>
              <a:off x="1392491" y="2490877"/>
              <a:ext cx="96126" cy="98278"/>
            </a:xfrm>
            <a:custGeom>
              <a:rect b="b" l="l" r="r" t="t"/>
              <a:pathLst>
                <a:path extrusionOk="0" h="3288" w="3216">
                  <a:moveTo>
                    <a:pt x="1" y="1"/>
                  </a:moveTo>
                  <a:lnTo>
                    <a:pt x="1" y="2358"/>
                  </a:lnTo>
                  <a:lnTo>
                    <a:pt x="1620" y="3287"/>
                  </a:lnTo>
                  <a:lnTo>
                    <a:pt x="3216" y="2406"/>
                  </a:lnTo>
                  <a:lnTo>
                    <a:pt x="3216" y="48"/>
                  </a:lnTo>
                  <a:lnTo>
                    <a:pt x="3216"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90"/>
            <p:cNvSpPr/>
            <p:nvPr/>
          </p:nvSpPr>
          <p:spPr>
            <a:xfrm>
              <a:off x="1440914" y="2492311"/>
              <a:ext cx="47704" cy="96844"/>
            </a:xfrm>
            <a:custGeom>
              <a:rect b="b" l="l" r="r" t="t"/>
              <a:pathLst>
                <a:path extrusionOk="0" h="3240" w="1596">
                  <a:moveTo>
                    <a:pt x="0" y="0"/>
                  </a:moveTo>
                  <a:lnTo>
                    <a:pt x="0" y="3239"/>
                  </a:lnTo>
                  <a:lnTo>
                    <a:pt x="1596" y="2358"/>
                  </a:lnTo>
                  <a:lnTo>
                    <a:pt x="159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90"/>
            <p:cNvSpPr/>
            <p:nvPr/>
          </p:nvSpPr>
          <p:spPr>
            <a:xfrm>
              <a:off x="1565466" y="2492311"/>
              <a:ext cx="47734" cy="168012"/>
            </a:xfrm>
            <a:custGeom>
              <a:rect b="b" l="l" r="r" t="t"/>
              <a:pathLst>
                <a:path extrusionOk="0" h="5621" w="1597">
                  <a:moveTo>
                    <a:pt x="1" y="0"/>
                  </a:moveTo>
                  <a:lnTo>
                    <a:pt x="1" y="5620"/>
                  </a:lnTo>
                  <a:lnTo>
                    <a:pt x="1596" y="5620"/>
                  </a:lnTo>
                  <a:lnTo>
                    <a:pt x="1596"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90"/>
            <p:cNvSpPr/>
            <p:nvPr/>
          </p:nvSpPr>
          <p:spPr>
            <a:xfrm>
              <a:off x="1517791" y="2632527"/>
              <a:ext cx="95409" cy="98278"/>
            </a:xfrm>
            <a:custGeom>
              <a:rect b="b" l="l" r="r" t="t"/>
              <a:pathLst>
                <a:path extrusionOk="0" h="3288" w="3192">
                  <a:moveTo>
                    <a:pt x="1619" y="1"/>
                  </a:moveTo>
                  <a:lnTo>
                    <a:pt x="0" y="929"/>
                  </a:lnTo>
                  <a:lnTo>
                    <a:pt x="0" y="3287"/>
                  </a:lnTo>
                  <a:lnTo>
                    <a:pt x="3191" y="3287"/>
                  </a:lnTo>
                  <a:lnTo>
                    <a:pt x="3191" y="929"/>
                  </a:lnTo>
                  <a:lnTo>
                    <a:pt x="161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90"/>
            <p:cNvSpPr/>
            <p:nvPr/>
          </p:nvSpPr>
          <p:spPr>
            <a:xfrm>
              <a:off x="1565466" y="2632527"/>
              <a:ext cx="47734" cy="98278"/>
            </a:xfrm>
            <a:custGeom>
              <a:rect b="b" l="l" r="r" t="t"/>
              <a:pathLst>
                <a:path extrusionOk="0" h="3288" w="1597">
                  <a:moveTo>
                    <a:pt x="1" y="1"/>
                  </a:moveTo>
                  <a:lnTo>
                    <a:pt x="1" y="3287"/>
                  </a:lnTo>
                  <a:lnTo>
                    <a:pt x="1596" y="3287"/>
                  </a:lnTo>
                  <a:lnTo>
                    <a:pt x="1596" y="929"/>
                  </a:lnTo>
                  <a:lnTo>
                    <a:pt x="1"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7" name="Google Shape;20467;p90"/>
          <p:cNvGrpSpPr/>
          <p:nvPr/>
        </p:nvGrpSpPr>
        <p:grpSpPr>
          <a:xfrm>
            <a:off x="1049591" y="2982751"/>
            <a:ext cx="344543" cy="345977"/>
            <a:chOff x="1392491" y="2982751"/>
            <a:chExt cx="344543" cy="345977"/>
          </a:xfrm>
        </p:grpSpPr>
        <p:sp>
          <p:nvSpPr>
            <p:cNvPr id="20468" name="Google Shape;20468;p90"/>
            <p:cNvSpPr/>
            <p:nvPr/>
          </p:nvSpPr>
          <p:spPr>
            <a:xfrm>
              <a:off x="1438044" y="3029021"/>
              <a:ext cx="253437" cy="252720"/>
            </a:xfrm>
            <a:custGeom>
              <a:rect b="b" l="l" r="r" t="t"/>
              <a:pathLst>
                <a:path extrusionOk="0" h="8455" w="8479">
                  <a:moveTo>
                    <a:pt x="4216" y="0"/>
                  </a:moveTo>
                  <a:cubicBezTo>
                    <a:pt x="1906" y="0"/>
                    <a:pt x="1" y="1858"/>
                    <a:pt x="1" y="4215"/>
                  </a:cubicBezTo>
                  <a:cubicBezTo>
                    <a:pt x="1" y="6549"/>
                    <a:pt x="1882" y="8454"/>
                    <a:pt x="4216" y="8454"/>
                  </a:cubicBezTo>
                  <a:cubicBezTo>
                    <a:pt x="5478" y="8454"/>
                    <a:pt x="6597" y="7907"/>
                    <a:pt x="7383" y="7049"/>
                  </a:cubicBezTo>
                  <a:cubicBezTo>
                    <a:pt x="8074" y="6311"/>
                    <a:pt x="8479" y="5311"/>
                    <a:pt x="8479" y="4215"/>
                  </a:cubicBezTo>
                  <a:cubicBezTo>
                    <a:pt x="8479" y="1905"/>
                    <a:pt x="6574" y="0"/>
                    <a:pt x="4216"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90"/>
            <p:cNvSpPr/>
            <p:nvPr/>
          </p:nvSpPr>
          <p:spPr>
            <a:xfrm>
              <a:off x="1564061" y="3029021"/>
              <a:ext cx="127421" cy="252720"/>
            </a:xfrm>
            <a:custGeom>
              <a:rect b="b" l="l" r="r" t="t"/>
              <a:pathLst>
                <a:path extrusionOk="0" h="8455" w="4263">
                  <a:moveTo>
                    <a:pt x="0" y="0"/>
                  </a:moveTo>
                  <a:lnTo>
                    <a:pt x="0" y="8454"/>
                  </a:lnTo>
                  <a:cubicBezTo>
                    <a:pt x="1262" y="8454"/>
                    <a:pt x="2381" y="7907"/>
                    <a:pt x="3167" y="7049"/>
                  </a:cubicBezTo>
                  <a:cubicBezTo>
                    <a:pt x="3858" y="6311"/>
                    <a:pt x="4263" y="5311"/>
                    <a:pt x="4263" y="4215"/>
                  </a:cubicBezTo>
                  <a:cubicBezTo>
                    <a:pt x="4263" y="1905"/>
                    <a:pt x="2358"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90"/>
            <p:cNvSpPr/>
            <p:nvPr/>
          </p:nvSpPr>
          <p:spPr>
            <a:xfrm>
              <a:off x="1392491" y="2983468"/>
              <a:ext cx="178712" cy="345259"/>
            </a:xfrm>
            <a:custGeom>
              <a:rect b="b" l="l" r="r" t="t"/>
              <a:pathLst>
                <a:path extrusionOk="0" h="11551" w="5979">
                  <a:moveTo>
                    <a:pt x="5740" y="0"/>
                  </a:moveTo>
                  <a:cubicBezTo>
                    <a:pt x="4240" y="0"/>
                    <a:pt x="2763" y="596"/>
                    <a:pt x="1692" y="1691"/>
                  </a:cubicBezTo>
                  <a:cubicBezTo>
                    <a:pt x="620" y="2763"/>
                    <a:pt x="1" y="4215"/>
                    <a:pt x="1" y="5763"/>
                  </a:cubicBezTo>
                  <a:cubicBezTo>
                    <a:pt x="1" y="7311"/>
                    <a:pt x="596" y="8740"/>
                    <a:pt x="1692" y="9836"/>
                  </a:cubicBezTo>
                  <a:cubicBezTo>
                    <a:pt x="2763" y="10907"/>
                    <a:pt x="4240" y="11503"/>
                    <a:pt x="5740" y="11550"/>
                  </a:cubicBezTo>
                  <a:lnTo>
                    <a:pt x="5978" y="10598"/>
                  </a:lnTo>
                  <a:lnTo>
                    <a:pt x="5740" y="9693"/>
                  </a:lnTo>
                  <a:cubicBezTo>
                    <a:pt x="3597" y="9645"/>
                    <a:pt x="1858" y="7907"/>
                    <a:pt x="1858" y="5739"/>
                  </a:cubicBezTo>
                  <a:cubicBezTo>
                    <a:pt x="1858" y="3572"/>
                    <a:pt x="3597" y="1834"/>
                    <a:pt x="5740" y="1834"/>
                  </a:cubicBezTo>
                  <a:lnTo>
                    <a:pt x="5978" y="905"/>
                  </a:lnTo>
                  <a:lnTo>
                    <a:pt x="5740"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90"/>
            <p:cNvSpPr/>
            <p:nvPr/>
          </p:nvSpPr>
          <p:spPr>
            <a:xfrm>
              <a:off x="1564061" y="3233321"/>
              <a:ext cx="127421" cy="93257"/>
            </a:xfrm>
            <a:custGeom>
              <a:rect b="b" l="l" r="r" t="t"/>
              <a:pathLst>
                <a:path extrusionOk="0" h="3120" w="4263">
                  <a:moveTo>
                    <a:pt x="2929" y="0"/>
                  </a:moveTo>
                  <a:cubicBezTo>
                    <a:pt x="2215" y="810"/>
                    <a:pt x="1167" y="1286"/>
                    <a:pt x="0" y="1286"/>
                  </a:cubicBezTo>
                  <a:lnTo>
                    <a:pt x="0" y="3120"/>
                  </a:lnTo>
                  <a:cubicBezTo>
                    <a:pt x="1548" y="3120"/>
                    <a:pt x="2977" y="2524"/>
                    <a:pt x="4096" y="1429"/>
                  </a:cubicBezTo>
                  <a:lnTo>
                    <a:pt x="4263" y="1262"/>
                  </a:lnTo>
                  <a:lnTo>
                    <a:pt x="3810" y="310"/>
                  </a:lnTo>
                  <a:lnTo>
                    <a:pt x="2929"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90"/>
            <p:cNvSpPr/>
            <p:nvPr/>
          </p:nvSpPr>
          <p:spPr>
            <a:xfrm>
              <a:off x="1564061" y="2982751"/>
              <a:ext cx="172973" cy="288319"/>
            </a:xfrm>
            <a:custGeom>
              <a:rect b="b" l="l" r="r" t="t"/>
              <a:pathLst>
                <a:path extrusionOk="0" h="9646" w="5787">
                  <a:moveTo>
                    <a:pt x="0" y="0"/>
                  </a:moveTo>
                  <a:lnTo>
                    <a:pt x="0" y="1834"/>
                  </a:lnTo>
                  <a:cubicBezTo>
                    <a:pt x="2167" y="1834"/>
                    <a:pt x="3906" y="3596"/>
                    <a:pt x="3906" y="5740"/>
                  </a:cubicBezTo>
                  <a:cubicBezTo>
                    <a:pt x="3906" y="6740"/>
                    <a:pt x="3525" y="7669"/>
                    <a:pt x="2882" y="8359"/>
                  </a:cubicBezTo>
                  <a:lnTo>
                    <a:pt x="4239" y="9645"/>
                  </a:lnTo>
                  <a:cubicBezTo>
                    <a:pt x="5215" y="8574"/>
                    <a:pt x="5739" y="7192"/>
                    <a:pt x="5739" y="5763"/>
                  </a:cubicBezTo>
                  <a:cubicBezTo>
                    <a:pt x="5787" y="4216"/>
                    <a:pt x="5192" y="2787"/>
                    <a:pt x="4072" y="1691"/>
                  </a:cubicBezTo>
                  <a:cubicBezTo>
                    <a:pt x="2977" y="596"/>
                    <a:pt x="1548" y="0"/>
                    <a:pt x="0"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3" name="Google Shape;20473;p90"/>
          <p:cNvGrpSpPr/>
          <p:nvPr/>
        </p:nvGrpSpPr>
        <p:grpSpPr>
          <a:xfrm>
            <a:off x="1797794" y="2993421"/>
            <a:ext cx="344543" cy="344056"/>
            <a:chOff x="2064494" y="2993421"/>
            <a:chExt cx="344543" cy="344056"/>
          </a:xfrm>
        </p:grpSpPr>
        <p:sp>
          <p:nvSpPr>
            <p:cNvPr id="20474" name="Google Shape;20474;p90"/>
            <p:cNvSpPr/>
            <p:nvPr/>
          </p:nvSpPr>
          <p:spPr>
            <a:xfrm>
              <a:off x="2119313" y="3014793"/>
              <a:ext cx="85426" cy="100371"/>
            </a:xfrm>
            <a:custGeom>
              <a:rect b="b" l="l" r="r" t="t"/>
              <a:pathLst>
                <a:path extrusionOk="0" h="3358" w="2858">
                  <a:moveTo>
                    <a:pt x="1215" y="0"/>
                  </a:moveTo>
                  <a:lnTo>
                    <a:pt x="0" y="3120"/>
                  </a:lnTo>
                  <a:lnTo>
                    <a:pt x="619" y="3358"/>
                  </a:lnTo>
                  <a:lnTo>
                    <a:pt x="1691" y="667"/>
                  </a:lnTo>
                  <a:lnTo>
                    <a:pt x="2858" y="667"/>
                  </a:lnTo>
                  <a:lnTo>
                    <a:pt x="2858"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90"/>
            <p:cNvSpPr/>
            <p:nvPr/>
          </p:nvSpPr>
          <p:spPr>
            <a:xfrm>
              <a:off x="2118595" y="3213384"/>
              <a:ext cx="84021" cy="101088"/>
            </a:xfrm>
            <a:custGeom>
              <a:rect b="b" l="l" r="r" t="t"/>
              <a:pathLst>
                <a:path extrusionOk="0" h="3382" w="2811">
                  <a:moveTo>
                    <a:pt x="620" y="0"/>
                  </a:moveTo>
                  <a:lnTo>
                    <a:pt x="0" y="238"/>
                  </a:lnTo>
                  <a:lnTo>
                    <a:pt x="1215" y="3382"/>
                  </a:lnTo>
                  <a:lnTo>
                    <a:pt x="2810" y="3382"/>
                  </a:lnTo>
                  <a:lnTo>
                    <a:pt x="2810" y="2691"/>
                  </a:lnTo>
                  <a:lnTo>
                    <a:pt x="1667" y="2691"/>
                  </a:lnTo>
                  <a:lnTo>
                    <a:pt x="620"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90"/>
            <p:cNvSpPr/>
            <p:nvPr/>
          </p:nvSpPr>
          <p:spPr>
            <a:xfrm>
              <a:off x="2166270" y="3108021"/>
              <a:ext cx="70511" cy="32789"/>
            </a:xfrm>
            <a:custGeom>
              <a:rect b="b" l="l" r="r" t="t"/>
              <a:pathLst>
                <a:path extrusionOk="0" h="1097" w="2359">
                  <a:moveTo>
                    <a:pt x="1168" y="1"/>
                  </a:moveTo>
                  <a:lnTo>
                    <a:pt x="1" y="477"/>
                  </a:lnTo>
                  <a:lnTo>
                    <a:pt x="263" y="1096"/>
                  </a:lnTo>
                  <a:lnTo>
                    <a:pt x="1311" y="667"/>
                  </a:lnTo>
                  <a:lnTo>
                    <a:pt x="2359" y="667"/>
                  </a:lnTo>
                  <a:lnTo>
                    <a:pt x="235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90"/>
            <p:cNvSpPr/>
            <p:nvPr/>
          </p:nvSpPr>
          <p:spPr>
            <a:xfrm>
              <a:off x="2166270" y="3187738"/>
              <a:ext cx="69793" cy="32789"/>
            </a:xfrm>
            <a:custGeom>
              <a:rect b="b" l="l" r="r" t="t"/>
              <a:pathLst>
                <a:path extrusionOk="0" h="1097" w="2335">
                  <a:moveTo>
                    <a:pt x="263" y="1"/>
                  </a:moveTo>
                  <a:lnTo>
                    <a:pt x="1" y="620"/>
                  </a:lnTo>
                  <a:lnTo>
                    <a:pt x="1168" y="1096"/>
                  </a:lnTo>
                  <a:lnTo>
                    <a:pt x="2335" y="1096"/>
                  </a:lnTo>
                  <a:lnTo>
                    <a:pt x="2335" y="453"/>
                  </a:lnTo>
                  <a:lnTo>
                    <a:pt x="1287" y="453"/>
                  </a:lnTo>
                  <a:lnTo>
                    <a:pt x="26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90"/>
            <p:cNvSpPr/>
            <p:nvPr/>
          </p:nvSpPr>
          <p:spPr>
            <a:xfrm>
              <a:off x="2064494" y="3102341"/>
              <a:ext cx="124582" cy="124582"/>
            </a:xfrm>
            <a:custGeom>
              <a:rect b="b" l="l" r="r" t="t"/>
              <a:pathLst>
                <a:path extrusionOk="0" h="4168" w="4168">
                  <a:moveTo>
                    <a:pt x="2096" y="0"/>
                  </a:moveTo>
                  <a:cubicBezTo>
                    <a:pt x="953" y="0"/>
                    <a:pt x="0" y="929"/>
                    <a:pt x="0" y="2096"/>
                  </a:cubicBezTo>
                  <a:cubicBezTo>
                    <a:pt x="0" y="3239"/>
                    <a:pt x="953" y="4168"/>
                    <a:pt x="2096" y="4168"/>
                  </a:cubicBezTo>
                  <a:cubicBezTo>
                    <a:pt x="3239" y="4168"/>
                    <a:pt x="4168" y="3239"/>
                    <a:pt x="4168" y="2096"/>
                  </a:cubicBezTo>
                  <a:cubicBezTo>
                    <a:pt x="4168" y="929"/>
                    <a:pt x="3239" y="0"/>
                    <a:pt x="2096" y="0"/>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90"/>
            <p:cNvSpPr/>
            <p:nvPr/>
          </p:nvSpPr>
          <p:spPr>
            <a:xfrm>
              <a:off x="2193321" y="2993421"/>
              <a:ext cx="183674" cy="64084"/>
            </a:xfrm>
            <a:custGeom>
              <a:rect b="b" l="l" r="r" t="t"/>
              <a:pathLst>
                <a:path extrusionOk="0" h="2144" w="6145">
                  <a:moveTo>
                    <a:pt x="1096" y="1"/>
                  </a:moveTo>
                  <a:cubicBezTo>
                    <a:pt x="477" y="1"/>
                    <a:pt x="1" y="501"/>
                    <a:pt x="25" y="1120"/>
                  </a:cubicBezTo>
                  <a:cubicBezTo>
                    <a:pt x="49" y="1691"/>
                    <a:pt x="525" y="2144"/>
                    <a:pt x="1096" y="2144"/>
                  </a:cubicBezTo>
                  <a:lnTo>
                    <a:pt x="6145" y="2144"/>
                  </a:lnTo>
                  <a:lnTo>
                    <a:pt x="6145"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90"/>
            <p:cNvSpPr/>
            <p:nvPr/>
          </p:nvSpPr>
          <p:spPr>
            <a:xfrm>
              <a:off x="2225363" y="3086679"/>
              <a:ext cx="183674" cy="64084"/>
            </a:xfrm>
            <a:custGeom>
              <a:rect b="b" l="l" r="r" t="t"/>
              <a:pathLst>
                <a:path extrusionOk="0" h="2144" w="6145">
                  <a:moveTo>
                    <a:pt x="1096" y="0"/>
                  </a:moveTo>
                  <a:cubicBezTo>
                    <a:pt x="477" y="0"/>
                    <a:pt x="1" y="500"/>
                    <a:pt x="24" y="1120"/>
                  </a:cubicBezTo>
                  <a:cubicBezTo>
                    <a:pt x="48" y="1691"/>
                    <a:pt x="524" y="2144"/>
                    <a:pt x="1096" y="2144"/>
                  </a:cubicBezTo>
                  <a:lnTo>
                    <a:pt x="6145" y="2144"/>
                  </a:lnTo>
                  <a:lnTo>
                    <a:pt x="6145"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90"/>
            <p:cNvSpPr/>
            <p:nvPr/>
          </p:nvSpPr>
          <p:spPr>
            <a:xfrm>
              <a:off x="2225363" y="3179907"/>
              <a:ext cx="183674" cy="64114"/>
            </a:xfrm>
            <a:custGeom>
              <a:rect b="b" l="l" r="r" t="t"/>
              <a:pathLst>
                <a:path extrusionOk="0" h="2145" w="6145">
                  <a:moveTo>
                    <a:pt x="1096" y="1"/>
                  </a:moveTo>
                  <a:cubicBezTo>
                    <a:pt x="477" y="1"/>
                    <a:pt x="1" y="501"/>
                    <a:pt x="24" y="1144"/>
                  </a:cubicBezTo>
                  <a:cubicBezTo>
                    <a:pt x="48" y="1692"/>
                    <a:pt x="524" y="2144"/>
                    <a:pt x="1096" y="2144"/>
                  </a:cubicBezTo>
                  <a:lnTo>
                    <a:pt x="6145" y="2144"/>
                  </a:lnTo>
                  <a:lnTo>
                    <a:pt x="6145"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90"/>
            <p:cNvSpPr/>
            <p:nvPr/>
          </p:nvSpPr>
          <p:spPr>
            <a:xfrm>
              <a:off x="2193321" y="3273164"/>
              <a:ext cx="183674" cy="64084"/>
            </a:xfrm>
            <a:custGeom>
              <a:rect b="b" l="l" r="r" t="t"/>
              <a:pathLst>
                <a:path extrusionOk="0" h="2144" w="6145">
                  <a:moveTo>
                    <a:pt x="1096" y="1"/>
                  </a:moveTo>
                  <a:cubicBezTo>
                    <a:pt x="477" y="1"/>
                    <a:pt x="1" y="525"/>
                    <a:pt x="25" y="1144"/>
                  </a:cubicBezTo>
                  <a:cubicBezTo>
                    <a:pt x="49" y="1715"/>
                    <a:pt x="525" y="2144"/>
                    <a:pt x="1096" y="2144"/>
                  </a:cubicBezTo>
                  <a:lnTo>
                    <a:pt x="6145" y="2144"/>
                  </a:lnTo>
                  <a:lnTo>
                    <a:pt x="6145"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90"/>
            <p:cNvSpPr/>
            <p:nvPr/>
          </p:nvSpPr>
          <p:spPr>
            <a:xfrm>
              <a:off x="2191916" y="3024029"/>
              <a:ext cx="185079" cy="32072"/>
            </a:xfrm>
            <a:custGeom>
              <a:rect b="b" l="l" r="r" t="t"/>
              <a:pathLst>
                <a:path extrusionOk="0" h="1073" w="6192">
                  <a:moveTo>
                    <a:pt x="0" y="1"/>
                  </a:moveTo>
                  <a:cubicBezTo>
                    <a:pt x="0" y="596"/>
                    <a:pt x="477" y="1072"/>
                    <a:pt x="1072" y="1072"/>
                  </a:cubicBezTo>
                  <a:lnTo>
                    <a:pt x="6192" y="1072"/>
                  </a:lnTo>
                  <a:lnTo>
                    <a:pt x="6192"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90"/>
            <p:cNvSpPr/>
            <p:nvPr/>
          </p:nvSpPr>
          <p:spPr>
            <a:xfrm>
              <a:off x="2223928" y="3118920"/>
              <a:ext cx="185109" cy="32042"/>
            </a:xfrm>
            <a:custGeom>
              <a:rect b="b" l="l" r="r" t="t"/>
              <a:pathLst>
                <a:path extrusionOk="0" h="1072" w="6193">
                  <a:moveTo>
                    <a:pt x="1" y="0"/>
                  </a:moveTo>
                  <a:cubicBezTo>
                    <a:pt x="1" y="595"/>
                    <a:pt x="477" y="1072"/>
                    <a:pt x="1073" y="1072"/>
                  </a:cubicBezTo>
                  <a:lnTo>
                    <a:pt x="6193" y="1072"/>
                  </a:lnTo>
                  <a:lnTo>
                    <a:pt x="619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90"/>
            <p:cNvSpPr/>
            <p:nvPr/>
          </p:nvSpPr>
          <p:spPr>
            <a:xfrm>
              <a:off x="2223928" y="3211232"/>
              <a:ext cx="185109" cy="32072"/>
            </a:xfrm>
            <a:custGeom>
              <a:rect b="b" l="l" r="r" t="t"/>
              <a:pathLst>
                <a:path extrusionOk="0" h="1073" w="6193">
                  <a:moveTo>
                    <a:pt x="1" y="1"/>
                  </a:moveTo>
                  <a:cubicBezTo>
                    <a:pt x="1" y="596"/>
                    <a:pt x="477" y="1072"/>
                    <a:pt x="1073" y="1072"/>
                  </a:cubicBezTo>
                  <a:lnTo>
                    <a:pt x="6193" y="1072"/>
                  </a:lnTo>
                  <a:lnTo>
                    <a:pt x="6193"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90"/>
            <p:cNvSpPr/>
            <p:nvPr/>
          </p:nvSpPr>
          <p:spPr>
            <a:xfrm>
              <a:off x="2191916" y="3305405"/>
              <a:ext cx="185079" cy="32072"/>
            </a:xfrm>
            <a:custGeom>
              <a:rect b="b" l="l" r="r" t="t"/>
              <a:pathLst>
                <a:path extrusionOk="0" h="1073" w="6192">
                  <a:moveTo>
                    <a:pt x="0" y="0"/>
                  </a:moveTo>
                  <a:cubicBezTo>
                    <a:pt x="0" y="596"/>
                    <a:pt x="477" y="1072"/>
                    <a:pt x="1072" y="1072"/>
                  </a:cubicBezTo>
                  <a:lnTo>
                    <a:pt x="6192" y="1072"/>
                  </a:lnTo>
                  <a:lnTo>
                    <a:pt x="61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90"/>
            <p:cNvSpPr/>
            <p:nvPr/>
          </p:nvSpPr>
          <p:spPr>
            <a:xfrm>
              <a:off x="2064494" y="3164962"/>
              <a:ext cx="124582" cy="61962"/>
            </a:xfrm>
            <a:custGeom>
              <a:rect b="b" l="l" r="r" t="t"/>
              <a:pathLst>
                <a:path extrusionOk="0" h="2073" w="4168">
                  <a:moveTo>
                    <a:pt x="0" y="1"/>
                  </a:moveTo>
                  <a:cubicBezTo>
                    <a:pt x="0" y="1168"/>
                    <a:pt x="929" y="2073"/>
                    <a:pt x="2096" y="2073"/>
                  </a:cubicBezTo>
                  <a:cubicBezTo>
                    <a:pt x="3263" y="2073"/>
                    <a:pt x="4168" y="1168"/>
                    <a:pt x="4168"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8" name="Google Shape;20488;p90"/>
          <p:cNvGrpSpPr/>
          <p:nvPr/>
        </p:nvGrpSpPr>
        <p:grpSpPr>
          <a:xfrm>
            <a:off x="2556667" y="2990582"/>
            <a:ext cx="343109" cy="344545"/>
            <a:chOff x="2747167" y="2990582"/>
            <a:chExt cx="343109" cy="344545"/>
          </a:xfrm>
        </p:grpSpPr>
        <p:sp>
          <p:nvSpPr>
            <p:cNvPr id="20489" name="Google Shape;20489;p90"/>
            <p:cNvSpPr/>
            <p:nvPr/>
          </p:nvSpPr>
          <p:spPr>
            <a:xfrm>
              <a:off x="2773500" y="2991987"/>
              <a:ext cx="290441" cy="330314"/>
            </a:xfrm>
            <a:custGeom>
              <a:rect b="b" l="l" r="r" t="t"/>
              <a:pathLst>
                <a:path extrusionOk="0" h="11051" w="9717">
                  <a:moveTo>
                    <a:pt x="9717" y="1"/>
                  </a:moveTo>
                  <a:cubicBezTo>
                    <a:pt x="9169" y="477"/>
                    <a:pt x="8598" y="954"/>
                    <a:pt x="7978" y="1406"/>
                  </a:cubicBezTo>
                  <a:cubicBezTo>
                    <a:pt x="7669" y="1644"/>
                    <a:pt x="7454" y="2573"/>
                    <a:pt x="7097" y="2787"/>
                  </a:cubicBezTo>
                  <a:cubicBezTo>
                    <a:pt x="7048" y="2812"/>
                    <a:pt x="6996" y="2822"/>
                    <a:pt x="6941" y="2822"/>
                  </a:cubicBezTo>
                  <a:cubicBezTo>
                    <a:pt x="6675" y="2822"/>
                    <a:pt x="6349" y="2586"/>
                    <a:pt x="6072" y="2586"/>
                  </a:cubicBezTo>
                  <a:cubicBezTo>
                    <a:pt x="6014" y="2586"/>
                    <a:pt x="5959" y="2596"/>
                    <a:pt x="5907" y="2621"/>
                  </a:cubicBezTo>
                  <a:cubicBezTo>
                    <a:pt x="5240" y="2930"/>
                    <a:pt x="4525" y="3192"/>
                    <a:pt x="3811" y="3406"/>
                  </a:cubicBezTo>
                  <a:cubicBezTo>
                    <a:pt x="3501" y="3502"/>
                    <a:pt x="3215" y="4097"/>
                    <a:pt x="2906" y="4168"/>
                  </a:cubicBezTo>
                  <a:cubicBezTo>
                    <a:pt x="2875" y="4177"/>
                    <a:pt x="2844" y="4181"/>
                    <a:pt x="2811" y="4181"/>
                  </a:cubicBezTo>
                  <a:cubicBezTo>
                    <a:pt x="2511" y="4181"/>
                    <a:pt x="2128" y="3852"/>
                    <a:pt x="1816" y="3852"/>
                  </a:cubicBezTo>
                  <a:cubicBezTo>
                    <a:pt x="1790" y="3852"/>
                    <a:pt x="1764" y="3854"/>
                    <a:pt x="1739" y="3859"/>
                  </a:cubicBezTo>
                  <a:cubicBezTo>
                    <a:pt x="1167" y="3930"/>
                    <a:pt x="596" y="3978"/>
                    <a:pt x="1" y="4002"/>
                  </a:cubicBezTo>
                  <a:lnTo>
                    <a:pt x="1" y="11051"/>
                  </a:lnTo>
                  <a:lnTo>
                    <a:pt x="9717" y="11051"/>
                  </a:lnTo>
                  <a:lnTo>
                    <a:pt x="9717"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90"/>
            <p:cNvSpPr/>
            <p:nvPr/>
          </p:nvSpPr>
          <p:spPr>
            <a:xfrm>
              <a:off x="2825479" y="3093075"/>
              <a:ext cx="61932" cy="227822"/>
            </a:xfrm>
            <a:custGeom>
              <a:rect b="b" l="l" r="r" t="t"/>
              <a:pathLst>
                <a:path extrusionOk="0" h="7622" w="2072">
                  <a:moveTo>
                    <a:pt x="2072" y="1"/>
                  </a:moveTo>
                  <a:cubicBezTo>
                    <a:pt x="1405" y="191"/>
                    <a:pt x="714" y="358"/>
                    <a:pt x="0" y="429"/>
                  </a:cubicBezTo>
                  <a:lnTo>
                    <a:pt x="0" y="7621"/>
                  </a:lnTo>
                  <a:lnTo>
                    <a:pt x="2072" y="7621"/>
                  </a:lnTo>
                  <a:lnTo>
                    <a:pt x="207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90"/>
            <p:cNvSpPr/>
            <p:nvPr/>
          </p:nvSpPr>
          <p:spPr>
            <a:xfrm>
              <a:off x="2950032" y="3033295"/>
              <a:ext cx="61962" cy="287602"/>
            </a:xfrm>
            <a:custGeom>
              <a:rect b="b" l="l" r="r" t="t"/>
              <a:pathLst>
                <a:path extrusionOk="0" h="9622" w="2073">
                  <a:moveTo>
                    <a:pt x="2072" y="0"/>
                  </a:moveTo>
                  <a:cubicBezTo>
                    <a:pt x="1429" y="476"/>
                    <a:pt x="715" y="858"/>
                    <a:pt x="1" y="1215"/>
                  </a:cubicBezTo>
                  <a:lnTo>
                    <a:pt x="1" y="9621"/>
                  </a:lnTo>
                  <a:lnTo>
                    <a:pt x="2072" y="9621"/>
                  </a:lnTo>
                  <a:lnTo>
                    <a:pt x="2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90"/>
            <p:cNvSpPr/>
            <p:nvPr/>
          </p:nvSpPr>
          <p:spPr>
            <a:xfrm>
              <a:off x="3011964" y="2990582"/>
              <a:ext cx="51291" cy="331002"/>
            </a:xfrm>
            <a:custGeom>
              <a:rect b="b" l="l" r="r" t="t"/>
              <a:pathLst>
                <a:path extrusionOk="0" h="11074" w="1716">
                  <a:moveTo>
                    <a:pt x="1715" y="0"/>
                  </a:moveTo>
                  <a:cubicBezTo>
                    <a:pt x="1191" y="524"/>
                    <a:pt x="596" y="1001"/>
                    <a:pt x="0" y="1453"/>
                  </a:cubicBezTo>
                  <a:lnTo>
                    <a:pt x="0" y="11074"/>
                  </a:lnTo>
                  <a:lnTo>
                    <a:pt x="1715" y="11074"/>
                  </a:lnTo>
                  <a:lnTo>
                    <a:pt x="1715"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90"/>
            <p:cNvSpPr/>
            <p:nvPr/>
          </p:nvSpPr>
          <p:spPr>
            <a:xfrm>
              <a:off x="2918707" y="3069582"/>
              <a:ext cx="31355" cy="251315"/>
            </a:xfrm>
            <a:custGeom>
              <a:rect b="b" l="l" r="r" t="t"/>
              <a:pathLst>
                <a:path extrusionOk="0" h="8408" w="1049">
                  <a:moveTo>
                    <a:pt x="1049" y="1"/>
                  </a:moveTo>
                  <a:cubicBezTo>
                    <a:pt x="691" y="144"/>
                    <a:pt x="358" y="286"/>
                    <a:pt x="1" y="406"/>
                  </a:cubicBezTo>
                  <a:lnTo>
                    <a:pt x="1" y="8407"/>
                  </a:lnTo>
                  <a:lnTo>
                    <a:pt x="1049" y="8407"/>
                  </a:lnTo>
                  <a:lnTo>
                    <a:pt x="1049"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90"/>
            <p:cNvSpPr/>
            <p:nvPr/>
          </p:nvSpPr>
          <p:spPr>
            <a:xfrm>
              <a:off x="2747167" y="3314443"/>
              <a:ext cx="343107" cy="20684"/>
            </a:xfrm>
            <a:custGeom>
              <a:rect b="b" l="l" r="r" t="t"/>
              <a:pathLst>
                <a:path extrusionOk="0" h="692" w="11479">
                  <a:moveTo>
                    <a:pt x="0" y="1"/>
                  </a:moveTo>
                  <a:lnTo>
                    <a:pt x="0" y="691"/>
                  </a:lnTo>
                  <a:lnTo>
                    <a:pt x="11479" y="691"/>
                  </a:lnTo>
                  <a:lnTo>
                    <a:pt x="1147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90"/>
            <p:cNvSpPr/>
            <p:nvPr/>
          </p:nvSpPr>
          <p:spPr>
            <a:xfrm>
              <a:off x="2918707" y="3314443"/>
              <a:ext cx="171569" cy="20684"/>
            </a:xfrm>
            <a:custGeom>
              <a:rect b="b" l="l" r="r" t="t"/>
              <a:pathLst>
                <a:path extrusionOk="0" h="692" w="5740">
                  <a:moveTo>
                    <a:pt x="1" y="1"/>
                  </a:moveTo>
                  <a:lnTo>
                    <a:pt x="1" y="691"/>
                  </a:lnTo>
                  <a:lnTo>
                    <a:pt x="5740" y="691"/>
                  </a:lnTo>
                  <a:lnTo>
                    <a:pt x="574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6" name="Google Shape;20496;p90"/>
          <p:cNvGrpSpPr/>
          <p:nvPr/>
        </p:nvGrpSpPr>
        <p:grpSpPr>
          <a:xfrm>
            <a:off x="3264996" y="2977041"/>
            <a:ext cx="343826" cy="344843"/>
            <a:chOff x="3379296" y="2977041"/>
            <a:chExt cx="343826" cy="344843"/>
          </a:xfrm>
        </p:grpSpPr>
        <p:sp>
          <p:nvSpPr>
            <p:cNvPr id="20497" name="Google Shape;20497;p90"/>
            <p:cNvSpPr/>
            <p:nvPr/>
          </p:nvSpPr>
          <p:spPr>
            <a:xfrm>
              <a:off x="3565781" y="3048957"/>
              <a:ext cx="157341" cy="156624"/>
            </a:xfrm>
            <a:custGeom>
              <a:rect b="b" l="l" r="r" t="t"/>
              <a:pathLst>
                <a:path extrusionOk="0" h="5240" w="5264">
                  <a:moveTo>
                    <a:pt x="2644" y="0"/>
                  </a:moveTo>
                  <a:cubicBezTo>
                    <a:pt x="1192" y="0"/>
                    <a:pt x="1" y="1167"/>
                    <a:pt x="1" y="2620"/>
                  </a:cubicBezTo>
                  <a:cubicBezTo>
                    <a:pt x="1" y="4072"/>
                    <a:pt x="1192" y="5239"/>
                    <a:pt x="2644" y="5239"/>
                  </a:cubicBezTo>
                  <a:cubicBezTo>
                    <a:pt x="4073" y="5239"/>
                    <a:pt x="5264" y="4072"/>
                    <a:pt x="5264" y="2620"/>
                  </a:cubicBezTo>
                  <a:cubicBezTo>
                    <a:pt x="5264" y="1167"/>
                    <a:pt x="4073" y="0"/>
                    <a:pt x="2644"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90"/>
            <p:cNvSpPr/>
            <p:nvPr/>
          </p:nvSpPr>
          <p:spPr>
            <a:xfrm>
              <a:off x="3533051" y="3164962"/>
              <a:ext cx="156624" cy="156624"/>
            </a:xfrm>
            <a:custGeom>
              <a:rect b="b" l="l" r="r" t="t"/>
              <a:pathLst>
                <a:path extrusionOk="0" h="5240" w="5240">
                  <a:moveTo>
                    <a:pt x="2620" y="1"/>
                  </a:moveTo>
                  <a:cubicBezTo>
                    <a:pt x="1167" y="1"/>
                    <a:pt x="0" y="1168"/>
                    <a:pt x="0" y="2620"/>
                  </a:cubicBezTo>
                  <a:cubicBezTo>
                    <a:pt x="0" y="4073"/>
                    <a:pt x="1167" y="5240"/>
                    <a:pt x="2620" y="5240"/>
                  </a:cubicBezTo>
                  <a:cubicBezTo>
                    <a:pt x="4073" y="5240"/>
                    <a:pt x="5240" y="4073"/>
                    <a:pt x="5240" y="2620"/>
                  </a:cubicBezTo>
                  <a:cubicBezTo>
                    <a:pt x="5240" y="1168"/>
                    <a:pt x="4073" y="1"/>
                    <a:pt x="2620"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90"/>
            <p:cNvSpPr/>
            <p:nvPr/>
          </p:nvSpPr>
          <p:spPr>
            <a:xfrm>
              <a:off x="3472553" y="2977759"/>
              <a:ext cx="152349" cy="156624"/>
            </a:xfrm>
            <a:custGeom>
              <a:rect b="b" l="l" r="r" t="t"/>
              <a:pathLst>
                <a:path extrusionOk="0" h="5240" w="5097">
                  <a:moveTo>
                    <a:pt x="2620" y="1"/>
                  </a:moveTo>
                  <a:cubicBezTo>
                    <a:pt x="1191" y="1"/>
                    <a:pt x="0" y="1168"/>
                    <a:pt x="0" y="2620"/>
                  </a:cubicBezTo>
                  <a:cubicBezTo>
                    <a:pt x="0" y="4049"/>
                    <a:pt x="1167" y="5240"/>
                    <a:pt x="2620" y="5240"/>
                  </a:cubicBezTo>
                  <a:cubicBezTo>
                    <a:pt x="4096" y="5240"/>
                    <a:pt x="5097" y="4073"/>
                    <a:pt x="5097" y="2620"/>
                  </a:cubicBezTo>
                  <a:cubicBezTo>
                    <a:pt x="5097" y="1168"/>
                    <a:pt x="4049" y="1"/>
                    <a:pt x="2620"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90"/>
            <p:cNvSpPr/>
            <p:nvPr/>
          </p:nvSpPr>
          <p:spPr>
            <a:xfrm>
              <a:off x="3401355" y="3164812"/>
              <a:ext cx="173721" cy="157072"/>
            </a:xfrm>
            <a:custGeom>
              <a:rect b="b" l="l" r="r" t="t"/>
              <a:pathLst>
                <a:path extrusionOk="0" h="5255" w="5812">
                  <a:moveTo>
                    <a:pt x="3002" y="1"/>
                  </a:moveTo>
                  <a:cubicBezTo>
                    <a:pt x="2195" y="1"/>
                    <a:pt x="1388" y="375"/>
                    <a:pt x="858" y="1077"/>
                  </a:cubicBezTo>
                  <a:cubicBezTo>
                    <a:pt x="1" y="2244"/>
                    <a:pt x="263" y="3864"/>
                    <a:pt x="1430" y="4745"/>
                  </a:cubicBezTo>
                  <a:cubicBezTo>
                    <a:pt x="1902" y="5089"/>
                    <a:pt x="2448" y="5255"/>
                    <a:pt x="2986" y="5255"/>
                  </a:cubicBezTo>
                  <a:cubicBezTo>
                    <a:pt x="3750" y="5255"/>
                    <a:pt x="4499" y="4921"/>
                    <a:pt x="5002" y="4292"/>
                  </a:cubicBezTo>
                  <a:cubicBezTo>
                    <a:pt x="5049" y="4269"/>
                    <a:pt x="5073" y="4197"/>
                    <a:pt x="5097" y="4173"/>
                  </a:cubicBezTo>
                  <a:cubicBezTo>
                    <a:pt x="5812" y="3197"/>
                    <a:pt x="5764" y="1840"/>
                    <a:pt x="5002" y="958"/>
                  </a:cubicBezTo>
                  <a:cubicBezTo>
                    <a:pt x="4883" y="816"/>
                    <a:pt x="4716" y="649"/>
                    <a:pt x="4526" y="506"/>
                  </a:cubicBezTo>
                  <a:cubicBezTo>
                    <a:pt x="4070" y="165"/>
                    <a:pt x="3536" y="1"/>
                    <a:pt x="3002"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90"/>
            <p:cNvSpPr/>
            <p:nvPr/>
          </p:nvSpPr>
          <p:spPr>
            <a:xfrm>
              <a:off x="3379296" y="3048957"/>
              <a:ext cx="156624" cy="156624"/>
            </a:xfrm>
            <a:custGeom>
              <a:rect b="b" l="l" r="r" t="t"/>
              <a:pathLst>
                <a:path extrusionOk="0" h="5240" w="5240">
                  <a:moveTo>
                    <a:pt x="2620" y="0"/>
                  </a:moveTo>
                  <a:cubicBezTo>
                    <a:pt x="1167" y="0"/>
                    <a:pt x="1" y="1167"/>
                    <a:pt x="1" y="2620"/>
                  </a:cubicBezTo>
                  <a:cubicBezTo>
                    <a:pt x="1" y="4072"/>
                    <a:pt x="1167" y="5239"/>
                    <a:pt x="2620" y="5239"/>
                  </a:cubicBezTo>
                  <a:cubicBezTo>
                    <a:pt x="4073" y="5239"/>
                    <a:pt x="5240" y="4072"/>
                    <a:pt x="5240" y="2620"/>
                  </a:cubicBezTo>
                  <a:cubicBezTo>
                    <a:pt x="5240" y="1167"/>
                    <a:pt x="4073" y="0"/>
                    <a:pt x="2620"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90"/>
            <p:cNvSpPr/>
            <p:nvPr/>
          </p:nvSpPr>
          <p:spPr>
            <a:xfrm>
              <a:off x="3550836" y="3193447"/>
              <a:ext cx="24241" cy="99683"/>
            </a:xfrm>
            <a:custGeom>
              <a:rect b="b" l="l" r="r" t="t"/>
              <a:pathLst>
                <a:path extrusionOk="0" h="3335" w="811">
                  <a:moveTo>
                    <a:pt x="1" y="0"/>
                  </a:moveTo>
                  <a:lnTo>
                    <a:pt x="1" y="3334"/>
                  </a:lnTo>
                  <a:cubicBezTo>
                    <a:pt x="48" y="3311"/>
                    <a:pt x="72" y="3239"/>
                    <a:pt x="96" y="3215"/>
                  </a:cubicBezTo>
                  <a:cubicBezTo>
                    <a:pt x="811" y="2239"/>
                    <a:pt x="763" y="882"/>
                    <a:pt x="1"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90"/>
            <p:cNvSpPr/>
            <p:nvPr/>
          </p:nvSpPr>
          <p:spPr>
            <a:xfrm>
              <a:off x="3550836" y="2977041"/>
              <a:ext cx="78342" cy="157341"/>
            </a:xfrm>
            <a:custGeom>
              <a:rect b="b" l="l" r="r" t="t"/>
              <a:pathLst>
                <a:path extrusionOk="0" h="5264" w="2621">
                  <a:moveTo>
                    <a:pt x="1" y="1"/>
                  </a:moveTo>
                  <a:lnTo>
                    <a:pt x="1" y="5264"/>
                  </a:lnTo>
                  <a:cubicBezTo>
                    <a:pt x="1430" y="5264"/>
                    <a:pt x="2620" y="4097"/>
                    <a:pt x="2620" y="2644"/>
                  </a:cubicBezTo>
                  <a:cubicBezTo>
                    <a:pt x="2620" y="1192"/>
                    <a:pt x="1477" y="25"/>
                    <a:pt x="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90"/>
            <p:cNvSpPr/>
            <p:nvPr/>
          </p:nvSpPr>
          <p:spPr>
            <a:xfrm>
              <a:off x="3493177" y="3101624"/>
              <a:ext cx="116063" cy="116063"/>
            </a:xfrm>
            <a:custGeom>
              <a:rect b="b" l="l" r="r" t="t"/>
              <a:pathLst>
                <a:path extrusionOk="0" h="3883" w="3883">
                  <a:moveTo>
                    <a:pt x="1930" y="0"/>
                  </a:moveTo>
                  <a:cubicBezTo>
                    <a:pt x="858" y="0"/>
                    <a:pt x="1" y="858"/>
                    <a:pt x="1" y="1929"/>
                  </a:cubicBezTo>
                  <a:cubicBezTo>
                    <a:pt x="1" y="3001"/>
                    <a:pt x="858" y="3882"/>
                    <a:pt x="1930" y="3882"/>
                  </a:cubicBezTo>
                  <a:cubicBezTo>
                    <a:pt x="3001" y="3882"/>
                    <a:pt x="3883" y="3001"/>
                    <a:pt x="3883" y="1929"/>
                  </a:cubicBezTo>
                  <a:cubicBezTo>
                    <a:pt x="3883" y="858"/>
                    <a:pt x="3001" y="0"/>
                    <a:pt x="193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90"/>
            <p:cNvSpPr/>
            <p:nvPr/>
          </p:nvSpPr>
          <p:spPr>
            <a:xfrm>
              <a:off x="3550118" y="3102341"/>
              <a:ext cx="57688" cy="115346"/>
            </a:xfrm>
            <a:custGeom>
              <a:rect b="b" l="l" r="r" t="t"/>
              <a:pathLst>
                <a:path extrusionOk="0" h="3859" w="1930">
                  <a:moveTo>
                    <a:pt x="1" y="0"/>
                  </a:moveTo>
                  <a:lnTo>
                    <a:pt x="1" y="3858"/>
                  </a:lnTo>
                  <a:cubicBezTo>
                    <a:pt x="1073" y="3858"/>
                    <a:pt x="1930" y="2977"/>
                    <a:pt x="1930" y="1905"/>
                  </a:cubicBezTo>
                  <a:cubicBezTo>
                    <a:pt x="1930" y="834"/>
                    <a:pt x="1096" y="0"/>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6" name="Google Shape;20506;p90"/>
          <p:cNvGrpSpPr/>
          <p:nvPr/>
        </p:nvGrpSpPr>
        <p:grpSpPr>
          <a:xfrm>
            <a:off x="4038814" y="2999130"/>
            <a:ext cx="343826" cy="319615"/>
            <a:chOff x="4076914" y="2999130"/>
            <a:chExt cx="343826" cy="319615"/>
          </a:xfrm>
        </p:grpSpPr>
        <p:sp>
          <p:nvSpPr>
            <p:cNvPr id="20507" name="Google Shape;20507;p90"/>
            <p:cNvSpPr/>
            <p:nvPr/>
          </p:nvSpPr>
          <p:spPr>
            <a:xfrm>
              <a:off x="4273382" y="2999130"/>
              <a:ext cx="147358" cy="319614"/>
            </a:xfrm>
            <a:custGeom>
              <a:rect b="b" l="l" r="r" t="t"/>
              <a:pathLst>
                <a:path extrusionOk="0" h="10693" w="4930">
                  <a:moveTo>
                    <a:pt x="0" y="0"/>
                  </a:moveTo>
                  <a:lnTo>
                    <a:pt x="0" y="10693"/>
                  </a:lnTo>
                  <a:lnTo>
                    <a:pt x="3501" y="10693"/>
                  </a:lnTo>
                  <a:lnTo>
                    <a:pt x="3501" y="7002"/>
                  </a:lnTo>
                  <a:lnTo>
                    <a:pt x="4930" y="5358"/>
                  </a:lnTo>
                  <a:lnTo>
                    <a:pt x="3501" y="3691"/>
                  </a:lnTo>
                  <a:lnTo>
                    <a:pt x="3501"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90"/>
            <p:cNvSpPr/>
            <p:nvPr/>
          </p:nvSpPr>
          <p:spPr>
            <a:xfrm>
              <a:off x="4273382" y="3158565"/>
              <a:ext cx="147358" cy="160181"/>
            </a:xfrm>
            <a:custGeom>
              <a:rect b="b" l="l" r="r" t="t"/>
              <a:pathLst>
                <a:path extrusionOk="0" h="5359" w="4930">
                  <a:moveTo>
                    <a:pt x="0" y="1"/>
                  </a:moveTo>
                  <a:lnTo>
                    <a:pt x="0" y="5359"/>
                  </a:lnTo>
                  <a:lnTo>
                    <a:pt x="3501" y="5359"/>
                  </a:lnTo>
                  <a:lnTo>
                    <a:pt x="3501" y="1668"/>
                  </a:lnTo>
                  <a:lnTo>
                    <a:pt x="4930"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90"/>
            <p:cNvSpPr/>
            <p:nvPr/>
          </p:nvSpPr>
          <p:spPr>
            <a:xfrm>
              <a:off x="4303273" y="3029738"/>
              <a:ext cx="44177" cy="20654"/>
            </a:xfrm>
            <a:custGeom>
              <a:rect b="b" l="l" r="r" t="t"/>
              <a:pathLst>
                <a:path extrusionOk="0" h="691" w="1478">
                  <a:moveTo>
                    <a:pt x="1" y="0"/>
                  </a:moveTo>
                  <a:lnTo>
                    <a:pt x="1" y="691"/>
                  </a:lnTo>
                  <a:lnTo>
                    <a:pt x="1477" y="691"/>
                  </a:lnTo>
                  <a:lnTo>
                    <a:pt x="147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90"/>
            <p:cNvSpPr/>
            <p:nvPr/>
          </p:nvSpPr>
          <p:spPr>
            <a:xfrm>
              <a:off x="4303273" y="3078130"/>
              <a:ext cx="44177" cy="20684"/>
            </a:xfrm>
            <a:custGeom>
              <a:rect b="b" l="l" r="r" t="t"/>
              <a:pathLst>
                <a:path extrusionOk="0" h="692" w="1478">
                  <a:moveTo>
                    <a:pt x="1" y="0"/>
                  </a:moveTo>
                  <a:lnTo>
                    <a:pt x="1" y="691"/>
                  </a:lnTo>
                  <a:lnTo>
                    <a:pt x="1477" y="691"/>
                  </a:lnTo>
                  <a:lnTo>
                    <a:pt x="147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90"/>
            <p:cNvSpPr/>
            <p:nvPr/>
          </p:nvSpPr>
          <p:spPr>
            <a:xfrm>
              <a:off x="4175133" y="2999130"/>
              <a:ext cx="148105" cy="319614"/>
            </a:xfrm>
            <a:custGeom>
              <a:rect b="b" l="l" r="r" t="t"/>
              <a:pathLst>
                <a:path extrusionOk="0" h="10693" w="4955">
                  <a:moveTo>
                    <a:pt x="1" y="0"/>
                  </a:moveTo>
                  <a:lnTo>
                    <a:pt x="1" y="10693"/>
                  </a:lnTo>
                  <a:lnTo>
                    <a:pt x="3526" y="10693"/>
                  </a:lnTo>
                  <a:lnTo>
                    <a:pt x="3526" y="7002"/>
                  </a:lnTo>
                  <a:lnTo>
                    <a:pt x="4954" y="5358"/>
                  </a:lnTo>
                  <a:lnTo>
                    <a:pt x="3526" y="3691"/>
                  </a:lnTo>
                  <a:lnTo>
                    <a:pt x="3526"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90"/>
            <p:cNvSpPr/>
            <p:nvPr/>
          </p:nvSpPr>
          <p:spPr>
            <a:xfrm>
              <a:off x="4175729" y="3158565"/>
              <a:ext cx="148105" cy="160181"/>
            </a:xfrm>
            <a:custGeom>
              <a:rect b="b" l="l" r="r" t="t"/>
              <a:pathLst>
                <a:path extrusionOk="0" h="5359" w="4955">
                  <a:moveTo>
                    <a:pt x="1" y="1"/>
                  </a:moveTo>
                  <a:lnTo>
                    <a:pt x="1" y="5359"/>
                  </a:lnTo>
                  <a:lnTo>
                    <a:pt x="3526" y="5359"/>
                  </a:lnTo>
                  <a:lnTo>
                    <a:pt x="3526" y="1668"/>
                  </a:lnTo>
                  <a:lnTo>
                    <a:pt x="49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90"/>
            <p:cNvSpPr/>
            <p:nvPr/>
          </p:nvSpPr>
          <p:spPr>
            <a:xfrm>
              <a:off x="4076914" y="2999130"/>
              <a:ext cx="147388" cy="319614"/>
            </a:xfrm>
            <a:custGeom>
              <a:rect b="b" l="l" r="r" t="t"/>
              <a:pathLst>
                <a:path extrusionOk="0" h="10693" w="4931">
                  <a:moveTo>
                    <a:pt x="1" y="0"/>
                  </a:moveTo>
                  <a:lnTo>
                    <a:pt x="1" y="10693"/>
                  </a:lnTo>
                  <a:lnTo>
                    <a:pt x="3501" y="10693"/>
                  </a:lnTo>
                  <a:lnTo>
                    <a:pt x="3501" y="7002"/>
                  </a:lnTo>
                  <a:lnTo>
                    <a:pt x="4930" y="5358"/>
                  </a:lnTo>
                  <a:lnTo>
                    <a:pt x="3501" y="3691"/>
                  </a:lnTo>
                  <a:lnTo>
                    <a:pt x="3501"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90"/>
            <p:cNvSpPr/>
            <p:nvPr/>
          </p:nvSpPr>
          <p:spPr>
            <a:xfrm>
              <a:off x="4107521" y="3029738"/>
              <a:ext cx="44177" cy="20654"/>
            </a:xfrm>
            <a:custGeom>
              <a:rect b="b" l="l" r="r" t="t"/>
              <a:pathLst>
                <a:path extrusionOk="0" h="691" w="1478">
                  <a:moveTo>
                    <a:pt x="1" y="0"/>
                  </a:moveTo>
                  <a:lnTo>
                    <a:pt x="1" y="691"/>
                  </a:lnTo>
                  <a:lnTo>
                    <a:pt x="1477" y="691"/>
                  </a:lnTo>
                  <a:lnTo>
                    <a:pt x="147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90"/>
            <p:cNvSpPr/>
            <p:nvPr/>
          </p:nvSpPr>
          <p:spPr>
            <a:xfrm>
              <a:off x="4107521" y="3078130"/>
              <a:ext cx="44177" cy="20684"/>
            </a:xfrm>
            <a:custGeom>
              <a:rect b="b" l="l" r="r" t="t"/>
              <a:pathLst>
                <a:path extrusionOk="0" h="692" w="1478">
                  <a:moveTo>
                    <a:pt x="1" y="0"/>
                  </a:moveTo>
                  <a:lnTo>
                    <a:pt x="1" y="691"/>
                  </a:lnTo>
                  <a:lnTo>
                    <a:pt x="1477" y="691"/>
                  </a:lnTo>
                  <a:lnTo>
                    <a:pt x="147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90"/>
            <p:cNvSpPr/>
            <p:nvPr/>
          </p:nvSpPr>
          <p:spPr>
            <a:xfrm>
              <a:off x="4205741" y="3218346"/>
              <a:ext cx="43460" cy="20684"/>
            </a:xfrm>
            <a:custGeom>
              <a:rect b="b" l="l" r="r" t="t"/>
              <a:pathLst>
                <a:path extrusionOk="0" h="692" w="1454">
                  <a:moveTo>
                    <a:pt x="1" y="1"/>
                  </a:moveTo>
                  <a:lnTo>
                    <a:pt x="1" y="692"/>
                  </a:lnTo>
                  <a:lnTo>
                    <a:pt x="1454" y="692"/>
                  </a:lnTo>
                  <a:lnTo>
                    <a:pt x="1454"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90"/>
            <p:cNvSpPr/>
            <p:nvPr/>
          </p:nvSpPr>
          <p:spPr>
            <a:xfrm>
              <a:off x="4205741" y="3267485"/>
              <a:ext cx="43460" cy="19937"/>
            </a:xfrm>
            <a:custGeom>
              <a:rect b="b" l="l" r="r" t="t"/>
              <a:pathLst>
                <a:path extrusionOk="0" h="667" w="1454">
                  <a:moveTo>
                    <a:pt x="1" y="0"/>
                  </a:moveTo>
                  <a:lnTo>
                    <a:pt x="1" y="667"/>
                  </a:lnTo>
                  <a:lnTo>
                    <a:pt x="1454" y="667"/>
                  </a:lnTo>
                  <a:lnTo>
                    <a:pt x="1454"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90"/>
            <p:cNvSpPr/>
            <p:nvPr/>
          </p:nvSpPr>
          <p:spPr>
            <a:xfrm>
              <a:off x="4076914" y="3158565"/>
              <a:ext cx="147388" cy="160181"/>
            </a:xfrm>
            <a:custGeom>
              <a:rect b="b" l="l" r="r" t="t"/>
              <a:pathLst>
                <a:path extrusionOk="0" h="5359" w="4931">
                  <a:moveTo>
                    <a:pt x="1" y="1"/>
                  </a:moveTo>
                  <a:lnTo>
                    <a:pt x="1" y="5359"/>
                  </a:lnTo>
                  <a:lnTo>
                    <a:pt x="3501" y="5359"/>
                  </a:lnTo>
                  <a:lnTo>
                    <a:pt x="3501" y="1668"/>
                  </a:lnTo>
                  <a:lnTo>
                    <a:pt x="4930"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9" name="Google Shape;20519;p90"/>
          <p:cNvGrpSpPr/>
          <p:nvPr/>
        </p:nvGrpSpPr>
        <p:grpSpPr>
          <a:xfrm>
            <a:off x="4804084" y="2998413"/>
            <a:ext cx="301859" cy="343826"/>
            <a:chOff x="4765984" y="2998413"/>
            <a:chExt cx="301859" cy="343826"/>
          </a:xfrm>
        </p:grpSpPr>
        <p:sp>
          <p:nvSpPr>
            <p:cNvPr id="20520" name="Google Shape;20520;p90"/>
            <p:cNvSpPr/>
            <p:nvPr/>
          </p:nvSpPr>
          <p:spPr>
            <a:xfrm>
              <a:off x="4807979" y="3040409"/>
              <a:ext cx="259864" cy="259834"/>
            </a:xfrm>
            <a:custGeom>
              <a:rect b="b" l="l" r="r" t="t"/>
              <a:pathLst>
                <a:path extrusionOk="0" h="8693" w="8694">
                  <a:moveTo>
                    <a:pt x="4335" y="0"/>
                  </a:moveTo>
                  <a:cubicBezTo>
                    <a:pt x="1930" y="0"/>
                    <a:pt x="1" y="1929"/>
                    <a:pt x="1" y="4335"/>
                  </a:cubicBezTo>
                  <a:cubicBezTo>
                    <a:pt x="1" y="6764"/>
                    <a:pt x="1930" y="8693"/>
                    <a:pt x="4335" y="8693"/>
                  </a:cubicBezTo>
                  <a:cubicBezTo>
                    <a:pt x="6740" y="8693"/>
                    <a:pt x="8693" y="6764"/>
                    <a:pt x="8693" y="4335"/>
                  </a:cubicBezTo>
                  <a:cubicBezTo>
                    <a:pt x="8693" y="1953"/>
                    <a:pt x="6740" y="24"/>
                    <a:pt x="4335"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90"/>
            <p:cNvSpPr/>
            <p:nvPr/>
          </p:nvSpPr>
          <p:spPr>
            <a:xfrm>
              <a:off x="4807979" y="3169953"/>
              <a:ext cx="259864" cy="130291"/>
            </a:xfrm>
            <a:custGeom>
              <a:rect b="b" l="l" r="r" t="t"/>
              <a:pathLst>
                <a:path extrusionOk="0" h="4359" w="8694">
                  <a:moveTo>
                    <a:pt x="1" y="1"/>
                  </a:moveTo>
                  <a:cubicBezTo>
                    <a:pt x="1" y="2430"/>
                    <a:pt x="1930" y="4359"/>
                    <a:pt x="4335" y="4359"/>
                  </a:cubicBezTo>
                  <a:cubicBezTo>
                    <a:pt x="6740" y="4359"/>
                    <a:pt x="8693" y="2430"/>
                    <a:pt x="86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90"/>
            <p:cNvSpPr/>
            <p:nvPr/>
          </p:nvSpPr>
          <p:spPr>
            <a:xfrm>
              <a:off x="4859958" y="3091641"/>
              <a:ext cx="156624" cy="156653"/>
            </a:xfrm>
            <a:custGeom>
              <a:rect b="b" l="l" r="r" t="t"/>
              <a:pathLst>
                <a:path extrusionOk="0" h="5241" w="5240">
                  <a:moveTo>
                    <a:pt x="2620" y="1"/>
                  </a:moveTo>
                  <a:cubicBezTo>
                    <a:pt x="1191" y="1"/>
                    <a:pt x="0" y="1168"/>
                    <a:pt x="0" y="2621"/>
                  </a:cubicBezTo>
                  <a:cubicBezTo>
                    <a:pt x="0" y="4049"/>
                    <a:pt x="1191" y="5240"/>
                    <a:pt x="2620" y="5240"/>
                  </a:cubicBezTo>
                  <a:cubicBezTo>
                    <a:pt x="4049" y="5240"/>
                    <a:pt x="5240" y="4073"/>
                    <a:pt x="5240" y="2621"/>
                  </a:cubicBezTo>
                  <a:cubicBezTo>
                    <a:pt x="5240" y="1192"/>
                    <a:pt x="4049" y="1"/>
                    <a:pt x="2620"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90"/>
            <p:cNvSpPr/>
            <p:nvPr/>
          </p:nvSpPr>
          <p:spPr>
            <a:xfrm>
              <a:off x="4859958" y="3169953"/>
              <a:ext cx="156624" cy="78342"/>
            </a:xfrm>
            <a:custGeom>
              <a:rect b="b" l="l" r="r" t="t"/>
              <a:pathLst>
                <a:path extrusionOk="0" h="2621" w="5240">
                  <a:moveTo>
                    <a:pt x="0" y="1"/>
                  </a:moveTo>
                  <a:cubicBezTo>
                    <a:pt x="0" y="1429"/>
                    <a:pt x="1191" y="2620"/>
                    <a:pt x="2620" y="2620"/>
                  </a:cubicBezTo>
                  <a:cubicBezTo>
                    <a:pt x="4049" y="2620"/>
                    <a:pt x="5240" y="1453"/>
                    <a:pt x="524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90"/>
            <p:cNvSpPr/>
            <p:nvPr/>
          </p:nvSpPr>
          <p:spPr>
            <a:xfrm>
              <a:off x="4765984" y="2998413"/>
              <a:ext cx="171598" cy="343825"/>
            </a:xfrm>
            <a:custGeom>
              <a:rect b="b" l="l" r="r" t="t"/>
              <a:pathLst>
                <a:path extrusionOk="0" h="11503" w="5741">
                  <a:moveTo>
                    <a:pt x="5740" y="0"/>
                  </a:moveTo>
                  <a:cubicBezTo>
                    <a:pt x="2597" y="0"/>
                    <a:pt x="1" y="2596"/>
                    <a:pt x="1" y="5740"/>
                  </a:cubicBezTo>
                  <a:cubicBezTo>
                    <a:pt x="1" y="8907"/>
                    <a:pt x="2549" y="11503"/>
                    <a:pt x="5740" y="11503"/>
                  </a:cubicBezTo>
                  <a:lnTo>
                    <a:pt x="5740"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90"/>
            <p:cNvSpPr/>
            <p:nvPr/>
          </p:nvSpPr>
          <p:spPr>
            <a:xfrm>
              <a:off x="4765984" y="3169953"/>
              <a:ext cx="171598" cy="172286"/>
            </a:xfrm>
            <a:custGeom>
              <a:rect b="b" l="l" r="r" t="t"/>
              <a:pathLst>
                <a:path extrusionOk="0" h="5764" w="5741">
                  <a:moveTo>
                    <a:pt x="1" y="1"/>
                  </a:moveTo>
                  <a:cubicBezTo>
                    <a:pt x="1" y="3168"/>
                    <a:pt x="2549" y="5764"/>
                    <a:pt x="5740" y="5764"/>
                  </a:cubicBezTo>
                  <a:lnTo>
                    <a:pt x="5740"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90"/>
            <p:cNvSpPr/>
            <p:nvPr/>
          </p:nvSpPr>
          <p:spPr>
            <a:xfrm>
              <a:off x="4833625" y="3139346"/>
              <a:ext cx="43430" cy="19967"/>
            </a:xfrm>
            <a:custGeom>
              <a:rect b="b" l="l" r="r" t="t"/>
              <a:pathLst>
                <a:path extrusionOk="0" h="668" w="1453">
                  <a:moveTo>
                    <a:pt x="0" y="1"/>
                  </a:moveTo>
                  <a:lnTo>
                    <a:pt x="0" y="667"/>
                  </a:lnTo>
                  <a:lnTo>
                    <a:pt x="1453" y="667"/>
                  </a:lnTo>
                  <a:lnTo>
                    <a:pt x="145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90"/>
            <p:cNvSpPr/>
            <p:nvPr/>
          </p:nvSpPr>
          <p:spPr>
            <a:xfrm>
              <a:off x="4833625" y="3182776"/>
              <a:ext cx="43430" cy="20654"/>
            </a:xfrm>
            <a:custGeom>
              <a:rect b="b" l="l" r="r" t="t"/>
              <a:pathLst>
                <a:path extrusionOk="0" h="691" w="1453">
                  <a:moveTo>
                    <a:pt x="0" y="0"/>
                  </a:moveTo>
                  <a:lnTo>
                    <a:pt x="0" y="691"/>
                  </a:lnTo>
                  <a:lnTo>
                    <a:pt x="1453" y="691"/>
                  </a:lnTo>
                  <a:lnTo>
                    <a:pt x="1453"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8" name="Google Shape;20528;p90"/>
          <p:cNvGrpSpPr/>
          <p:nvPr/>
        </p:nvGrpSpPr>
        <p:grpSpPr>
          <a:xfrm>
            <a:off x="5523113" y="3001253"/>
            <a:ext cx="345262" cy="345262"/>
            <a:chOff x="5408813" y="3001253"/>
            <a:chExt cx="345262" cy="345262"/>
          </a:xfrm>
        </p:grpSpPr>
        <p:sp>
          <p:nvSpPr>
            <p:cNvPr id="20529" name="Google Shape;20529;p90"/>
            <p:cNvSpPr/>
            <p:nvPr/>
          </p:nvSpPr>
          <p:spPr>
            <a:xfrm>
              <a:off x="5429437" y="3022594"/>
              <a:ext cx="152379" cy="150944"/>
            </a:xfrm>
            <a:custGeom>
              <a:rect b="b" l="l" r="r" t="t"/>
              <a:pathLst>
                <a:path extrusionOk="0" h="5050" w="5098">
                  <a:moveTo>
                    <a:pt x="1" y="1"/>
                  </a:moveTo>
                  <a:lnTo>
                    <a:pt x="1" y="4740"/>
                  </a:lnTo>
                  <a:lnTo>
                    <a:pt x="263" y="5050"/>
                  </a:lnTo>
                  <a:lnTo>
                    <a:pt x="2120" y="5050"/>
                  </a:lnTo>
                  <a:cubicBezTo>
                    <a:pt x="3740" y="5050"/>
                    <a:pt x="5097" y="3740"/>
                    <a:pt x="5049" y="2073"/>
                  </a:cubicBezTo>
                  <a:lnTo>
                    <a:pt x="5049" y="263"/>
                  </a:lnTo>
                  <a:lnTo>
                    <a:pt x="474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90"/>
            <p:cNvSpPr/>
            <p:nvPr/>
          </p:nvSpPr>
          <p:spPr>
            <a:xfrm>
              <a:off x="5430154" y="3174945"/>
              <a:ext cx="152349" cy="150915"/>
            </a:xfrm>
            <a:custGeom>
              <a:rect b="b" l="l" r="r" t="t"/>
              <a:pathLst>
                <a:path extrusionOk="0" h="5049" w="5097">
                  <a:moveTo>
                    <a:pt x="263" y="0"/>
                  </a:moveTo>
                  <a:lnTo>
                    <a:pt x="1" y="310"/>
                  </a:lnTo>
                  <a:lnTo>
                    <a:pt x="1" y="5049"/>
                  </a:lnTo>
                  <a:lnTo>
                    <a:pt x="4740" y="5049"/>
                  </a:lnTo>
                  <a:lnTo>
                    <a:pt x="5073" y="4882"/>
                  </a:lnTo>
                  <a:lnTo>
                    <a:pt x="5097" y="4882"/>
                  </a:lnTo>
                  <a:lnTo>
                    <a:pt x="5097" y="2977"/>
                  </a:lnTo>
                  <a:cubicBezTo>
                    <a:pt x="5097" y="1334"/>
                    <a:pt x="3763" y="0"/>
                    <a:pt x="2120"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90"/>
            <p:cNvSpPr/>
            <p:nvPr/>
          </p:nvSpPr>
          <p:spPr>
            <a:xfrm>
              <a:off x="5581788" y="3022594"/>
              <a:ext cx="150915" cy="150944"/>
            </a:xfrm>
            <a:custGeom>
              <a:rect b="b" l="l" r="r" t="t"/>
              <a:pathLst>
                <a:path extrusionOk="0" h="5050" w="5049">
                  <a:moveTo>
                    <a:pt x="310" y="1"/>
                  </a:moveTo>
                  <a:lnTo>
                    <a:pt x="0" y="263"/>
                  </a:lnTo>
                  <a:lnTo>
                    <a:pt x="0" y="2073"/>
                  </a:lnTo>
                  <a:cubicBezTo>
                    <a:pt x="0" y="3716"/>
                    <a:pt x="1334" y="5050"/>
                    <a:pt x="2977" y="5050"/>
                  </a:cubicBezTo>
                  <a:lnTo>
                    <a:pt x="4882" y="5050"/>
                  </a:lnTo>
                  <a:lnTo>
                    <a:pt x="5049" y="4740"/>
                  </a:lnTo>
                  <a:lnTo>
                    <a:pt x="5049"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90"/>
            <p:cNvSpPr/>
            <p:nvPr/>
          </p:nvSpPr>
          <p:spPr>
            <a:xfrm>
              <a:off x="5582475" y="3173510"/>
              <a:ext cx="150944" cy="152349"/>
            </a:xfrm>
            <a:custGeom>
              <a:rect b="b" l="l" r="r" t="t"/>
              <a:pathLst>
                <a:path extrusionOk="0" h="5097" w="5050">
                  <a:moveTo>
                    <a:pt x="2978" y="1"/>
                  </a:moveTo>
                  <a:cubicBezTo>
                    <a:pt x="1335" y="1"/>
                    <a:pt x="1" y="1334"/>
                    <a:pt x="1" y="2977"/>
                  </a:cubicBezTo>
                  <a:lnTo>
                    <a:pt x="1" y="4930"/>
                  </a:lnTo>
                  <a:lnTo>
                    <a:pt x="310" y="5097"/>
                  </a:lnTo>
                  <a:lnTo>
                    <a:pt x="5050" y="5097"/>
                  </a:lnTo>
                  <a:lnTo>
                    <a:pt x="5050" y="334"/>
                  </a:lnTo>
                  <a:lnTo>
                    <a:pt x="4883"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90"/>
            <p:cNvSpPr/>
            <p:nvPr/>
          </p:nvSpPr>
          <p:spPr>
            <a:xfrm>
              <a:off x="5409500" y="3001253"/>
              <a:ext cx="85456" cy="85456"/>
            </a:xfrm>
            <a:custGeom>
              <a:rect b="b" l="l" r="r" t="t"/>
              <a:pathLst>
                <a:path extrusionOk="0" h="2859" w="2859">
                  <a:moveTo>
                    <a:pt x="1358" y="1"/>
                  </a:moveTo>
                  <a:cubicBezTo>
                    <a:pt x="596" y="1"/>
                    <a:pt x="1" y="596"/>
                    <a:pt x="1" y="1334"/>
                  </a:cubicBezTo>
                  <a:lnTo>
                    <a:pt x="1" y="2858"/>
                  </a:lnTo>
                  <a:lnTo>
                    <a:pt x="2859" y="2858"/>
                  </a:lnTo>
                  <a:lnTo>
                    <a:pt x="2859"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90"/>
            <p:cNvSpPr/>
            <p:nvPr/>
          </p:nvSpPr>
          <p:spPr>
            <a:xfrm>
              <a:off x="5408813" y="3261776"/>
              <a:ext cx="84738" cy="84738"/>
            </a:xfrm>
            <a:custGeom>
              <a:rect b="b" l="l" r="r" t="t"/>
              <a:pathLst>
                <a:path extrusionOk="0" h="2835" w="2835">
                  <a:moveTo>
                    <a:pt x="0" y="1"/>
                  </a:moveTo>
                  <a:lnTo>
                    <a:pt x="0" y="1501"/>
                  </a:lnTo>
                  <a:cubicBezTo>
                    <a:pt x="0" y="2239"/>
                    <a:pt x="596" y="2835"/>
                    <a:pt x="1334" y="2835"/>
                  </a:cubicBezTo>
                  <a:lnTo>
                    <a:pt x="2834" y="2835"/>
                  </a:lnTo>
                  <a:lnTo>
                    <a:pt x="2834"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90"/>
            <p:cNvSpPr/>
            <p:nvPr/>
          </p:nvSpPr>
          <p:spPr>
            <a:xfrm>
              <a:off x="5669336" y="3261776"/>
              <a:ext cx="84738" cy="84738"/>
            </a:xfrm>
            <a:custGeom>
              <a:rect b="b" l="l" r="r" t="t"/>
              <a:pathLst>
                <a:path extrusionOk="0" h="2835" w="2835">
                  <a:moveTo>
                    <a:pt x="0" y="1"/>
                  </a:moveTo>
                  <a:lnTo>
                    <a:pt x="0" y="2835"/>
                  </a:lnTo>
                  <a:lnTo>
                    <a:pt x="1501" y="2835"/>
                  </a:lnTo>
                  <a:cubicBezTo>
                    <a:pt x="2215" y="2835"/>
                    <a:pt x="2810" y="2239"/>
                    <a:pt x="2834" y="1501"/>
                  </a:cubicBezTo>
                  <a:lnTo>
                    <a:pt x="2834"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90"/>
            <p:cNvSpPr/>
            <p:nvPr/>
          </p:nvSpPr>
          <p:spPr>
            <a:xfrm>
              <a:off x="5668619" y="3001970"/>
              <a:ext cx="85456" cy="84738"/>
            </a:xfrm>
            <a:custGeom>
              <a:rect b="b" l="l" r="r" t="t"/>
              <a:pathLst>
                <a:path extrusionOk="0" h="2835" w="2859">
                  <a:moveTo>
                    <a:pt x="0" y="0"/>
                  </a:moveTo>
                  <a:lnTo>
                    <a:pt x="0" y="2834"/>
                  </a:lnTo>
                  <a:lnTo>
                    <a:pt x="2834" y="2834"/>
                  </a:lnTo>
                  <a:lnTo>
                    <a:pt x="2858" y="1334"/>
                  </a:lnTo>
                  <a:cubicBezTo>
                    <a:pt x="2858" y="596"/>
                    <a:pt x="2263" y="0"/>
                    <a:pt x="1525"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90"/>
            <p:cNvSpPr/>
            <p:nvPr/>
          </p:nvSpPr>
          <p:spPr>
            <a:xfrm>
              <a:off x="5429437" y="3022594"/>
              <a:ext cx="303264" cy="303264"/>
            </a:xfrm>
            <a:custGeom>
              <a:rect b="b" l="l" r="r" t="t"/>
              <a:pathLst>
                <a:path extrusionOk="0" h="10146" w="10146">
                  <a:moveTo>
                    <a:pt x="4740" y="1"/>
                  </a:moveTo>
                  <a:lnTo>
                    <a:pt x="4740" y="2073"/>
                  </a:lnTo>
                  <a:cubicBezTo>
                    <a:pt x="4740" y="3502"/>
                    <a:pt x="3573" y="4692"/>
                    <a:pt x="2144" y="4740"/>
                  </a:cubicBezTo>
                  <a:lnTo>
                    <a:pt x="1" y="4740"/>
                  </a:lnTo>
                  <a:lnTo>
                    <a:pt x="1" y="5407"/>
                  </a:lnTo>
                  <a:lnTo>
                    <a:pt x="2073" y="5407"/>
                  </a:lnTo>
                  <a:cubicBezTo>
                    <a:pt x="3549" y="5407"/>
                    <a:pt x="4740" y="6598"/>
                    <a:pt x="4740" y="8074"/>
                  </a:cubicBezTo>
                  <a:lnTo>
                    <a:pt x="4740" y="10146"/>
                  </a:lnTo>
                  <a:lnTo>
                    <a:pt x="5407" y="10146"/>
                  </a:lnTo>
                  <a:lnTo>
                    <a:pt x="5407" y="8074"/>
                  </a:lnTo>
                  <a:cubicBezTo>
                    <a:pt x="5407" y="6598"/>
                    <a:pt x="6597" y="5407"/>
                    <a:pt x="8074" y="5407"/>
                  </a:cubicBezTo>
                  <a:lnTo>
                    <a:pt x="10146" y="5407"/>
                  </a:lnTo>
                  <a:lnTo>
                    <a:pt x="10146" y="4740"/>
                  </a:lnTo>
                  <a:lnTo>
                    <a:pt x="8002" y="4740"/>
                  </a:lnTo>
                  <a:cubicBezTo>
                    <a:pt x="6574" y="4692"/>
                    <a:pt x="5407" y="3549"/>
                    <a:pt x="5407" y="2073"/>
                  </a:cubicBezTo>
                  <a:lnTo>
                    <a:pt x="54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90"/>
            <p:cNvSpPr/>
            <p:nvPr/>
          </p:nvSpPr>
          <p:spPr>
            <a:xfrm>
              <a:off x="5582475" y="3022594"/>
              <a:ext cx="150944" cy="303264"/>
            </a:xfrm>
            <a:custGeom>
              <a:rect b="b" l="l" r="r" t="t"/>
              <a:pathLst>
                <a:path extrusionOk="0" h="10146" w="5050">
                  <a:moveTo>
                    <a:pt x="1" y="1"/>
                  </a:moveTo>
                  <a:lnTo>
                    <a:pt x="1" y="10146"/>
                  </a:lnTo>
                  <a:lnTo>
                    <a:pt x="310" y="10146"/>
                  </a:lnTo>
                  <a:lnTo>
                    <a:pt x="310" y="8074"/>
                  </a:lnTo>
                  <a:cubicBezTo>
                    <a:pt x="310" y="6598"/>
                    <a:pt x="1501" y="5407"/>
                    <a:pt x="2978" y="5407"/>
                  </a:cubicBezTo>
                  <a:lnTo>
                    <a:pt x="5050" y="5407"/>
                  </a:lnTo>
                  <a:lnTo>
                    <a:pt x="5050" y="4740"/>
                  </a:lnTo>
                  <a:lnTo>
                    <a:pt x="5050" y="4716"/>
                  </a:lnTo>
                  <a:lnTo>
                    <a:pt x="2906" y="4716"/>
                  </a:lnTo>
                  <a:cubicBezTo>
                    <a:pt x="1477" y="4692"/>
                    <a:pt x="310" y="3502"/>
                    <a:pt x="310" y="2073"/>
                  </a:cubicBezTo>
                  <a:lnTo>
                    <a:pt x="310"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9" name="Google Shape;20539;p90"/>
          <p:cNvGrpSpPr/>
          <p:nvPr/>
        </p:nvGrpSpPr>
        <p:grpSpPr>
          <a:xfrm>
            <a:off x="6273438" y="3069582"/>
            <a:ext cx="343826" cy="184865"/>
            <a:chOff x="6082938" y="3069582"/>
            <a:chExt cx="343826" cy="184865"/>
          </a:xfrm>
        </p:grpSpPr>
        <p:sp>
          <p:nvSpPr>
            <p:cNvPr id="20540" name="Google Shape;20540;p90"/>
            <p:cNvSpPr/>
            <p:nvPr/>
          </p:nvSpPr>
          <p:spPr>
            <a:xfrm>
              <a:off x="6161220" y="3069582"/>
              <a:ext cx="106827" cy="184391"/>
            </a:xfrm>
            <a:custGeom>
              <a:rect b="b" l="l" r="r" t="t"/>
              <a:pathLst>
                <a:path extrusionOk="0" h="6169" w="3574">
                  <a:moveTo>
                    <a:pt x="906" y="1"/>
                  </a:moveTo>
                  <a:lnTo>
                    <a:pt x="1" y="1549"/>
                  </a:lnTo>
                  <a:lnTo>
                    <a:pt x="1" y="4621"/>
                  </a:lnTo>
                  <a:lnTo>
                    <a:pt x="906" y="6169"/>
                  </a:lnTo>
                  <a:lnTo>
                    <a:pt x="2692" y="6169"/>
                  </a:lnTo>
                  <a:lnTo>
                    <a:pt x="3573" y="4621"/>
                  </a:lnTo>
                  <a:lnTo>
                    <a:pt x="3573" y="1549"/>
                  </a:lnTo>
                  <a:lnTo>
                    <a:pt x="269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90"/>
            <p:cNvSpPr/>
            <p:nvPr/>
          </p:nvSpPr>
          <p:spPr>
            <a:xfrm>
              <a:off x="6320684" y="3069582"/>
              <a:ext cx="106080" cy="184391"/>
            </a:xfrm>
            <a:custGeom>
              <a:rect b="b" l="l" r="r" t="t"/>
              <a:pathLst>
                <a:path extrusionOk="0" h="6169" w="3549">
                  <a:moveTo>
                    <a:pt x="882" y="1"/>
                  </a:moveTo>
                  <a:lnTo>
                    <a:pt x="0" y="1549"/>
                  </a:lnTo>
                  <a:lnTo>
                    <a:pt x="0" y="4621"/>
                  </a:lnTo>
                  <a:lnTo>
                    <a:pt x="882" y="6169"/>
                  </a:lnTo>
                  <a:lnTo>
                    <a:pt x="2644" y="6169"/>
                  </a:lnTo>
                  <a:lnTo>
                    <a:pt x="3549" y="4621"/>
                  </a:lnTo>
                  <a:lnTo>
                    <a:pt x="2644" y="3073"/>
                  </a:lnTo>
                  <a:lnTo>
                    <a:pt x="3549" y="1549"/>
                  </a:lnTo>
                  <a:lnTo>
                    <a:pt x="2644"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90"/>
            <p:cNvSpPr/>
            <p:nvPr/>
          </p:nvSpPr>
          <p:spPr>
            <a:xfrm>
              <a:off x="6161220" y="3163313"/>
              <a:ext cx="106827" cy="91135"/>
            </a:xfrm>
            <a:custGeom>
              <a:rect b="b" l="l" r="r" t="t"/>
              <a:pathLst>
                <a:path extrusionOk="0" h="3049" w="3574">
                  <a:moveTo>
                    <a:pt x="1" y="1"/>
                  </a:moveTo>
                  <a:lnTo>
                    <a:pt x="1" y="1525"/>
                  </a:lnTo>
                  <a:lnTo>
                    <a:pt x="906" y="3049"/>
                  </a:lnTo>
                  <a:lnTo>
                    <a:pt x="2692" y="3049"/>
                  </a:lnTo>
                  <a:lnTo>
                    <a:pt x="3573" y="1525"/>
                  </a:lnTo>
                  <a:lnTo>
                    <a:pt x="357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90"/>
            <p:cNvSpPr/>
            <p:nvPr/>
          </p:nvSpPr>
          <p:spPr>
            <a:xfrm>
              <a:off x="6320684" y="3162122"/>
              <a:ext cx="106080" cy="91135"/>
            </a:xfrm>
            <a:custGeom>
              <a:rect b="b" l="l" r="r" t="t"/>
              <a:pathLst>
                <a:path extrusionOk="0" h="3049" w="3549">
                  <a:moveTo>
                    <a:pt x="0" y="1"/>
                  </a:moveTo>
                  <a:lnTo>
                    <a:pt x="0" y="1525"/>
                  </a:lnTo>
                  <a:lnTo>
                    <a:pt x="882" y="3049"/>
                  </a:lnTo>
                  <a:lnTo>
                    <a:pt x="2644" y="3049"/>
                  </a:lnTo>
                  <a:lnTo>
                    <a:pt x="3549" y="1525"/>
                  </a:lnTo>
                  <a:lnTo>
                    <a:pt x="2644"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90"/>
            <p:cNvSpPr/>
            <p:nvPr/>
          </p:nvSpPr>
          <p:spPr>
            <a:xfrm>
              <a:off x="6082938" y="3115852"/>
              <a:ext cx="106080" cy="91135"/>
            </a:xfrm>
            <a:custGeom>
              <a:rect b="b" l="l" r="r" t="t"/>
              <a:pathLst>
                <a:path extrusionOk="0" h="3049" w="3549">
                  <a:moveTo>
                    <a:pt x="905" y="1"/>
                  </a:moveTo>
                  <a:lnTo>
                    <a:pt x="0" y="1525"/>
                  </a:lnTo>
                  <a:lnTo>
                    <a:pt x="905" y="3049"/>
                  </a:lnTo>
                  <a:lnTo>
                    <a:pt x="2644" y="3049"/>
                  </a:lnTo>
                  <a:lnTo>
                    <a:pt x="3549" y="1525"/>
                  </a:lnTo>
                  <a:lnTo>
                    <a:pt x="2644"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90"/>
            <p:cNvSpPr/>
            <p:nvPr/>
          </p:nvSpPr>
          <p:spPr>
            <a:xfrm>
              <a:off x="6082938" y="3162122"/>
              <a:ext cx="106080" cy="45582"/>
            </a:xfrm>
            <a:custGeom>
              <a:rect b="b" l="l" r="r" t="t"/>
              <a:pathLst>
                <a:path extrusionOk="0" h="1525" w="3549">
                  <a:moveTo>
                    <a:pt x="0" y="1"/>
                  </a:moveTo>
                  <a:lnTo>
                    <a:pt x="905" y="1525"/>
                  </a:lnTo>
                  <a:lnTo>
                    <a:pt x="2644" y="1525"/>
                  </a:lnTo>
                  <a:lnTo>
                    <a:pt x="3549"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90"/>
            <p:cNvSpPr/>
            <p:nvPr/>
          </p:nvSpPr>
          <p:spPr>
            <a:xfrm>
              <a:off x="6241655" y="3115852"/>
              <a:ext cx="105392" cy="91135"/>
            </a:xfrm>
            <a:custGeom>
              <a:rect b="b" l="l" r="r" t="t"/>
              <a:pathLst>
                <a:path extrusionOk="0" h="3049" w="3526">
                  <a:moveTo>
                    <a:pt x="882" y="1"/>
                  </a:moveTo>
                  <a:lnTo>
                    <a:pt x="1" y="1525"/>
                  </a:lnTo>
                  <a:lnTo>
                    <a:pt x="882" y="3049"/>
                  </a:lnTo>
                  <a:lnTo>
                    <a:pt x="2644" y="3049"/>
                  </a:lnTo>
                  <a:lnTo>
                    <a:pt x="3526" y="1525"/>
                  </a:lnTo>
                  <a:lnTo>
                    <a:pt x="2644"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90"/>
            <p:cNvSpPr/>
            <p:nvPr/>
          </p:nvSpPr>
          <p:spPr>
            <a:xfrm>
              <a:off x="6241655" y="3162122"/>
              <a:ext cx="105392" cy="45582"/>
            </a:xfrm>
            <a:custGeom>
              <a:rect b="b" l="l" r="r" t="t"/>
              <a:pathLst>
                <a:path extrusionOk="0" h="1525" w="3526">
                  <a:moveTo>
                    <a:pt x="1" y="1"/>
                  </a:moveTo>
                  <a:lnTo>
                    <a:pt x="882" y="1525"/>
                  </a:lnTo>
                  <a:lnTo>
                    <a:pt x="2644" y="1525"/>
                  </a:lnTo>
                  <a:lnTo>
                    <a:pt x="3526"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8" name="Google Shape;20548;p90"/>
          <p:cNvGrpSpPr/>
          <p:nvPr/>
        </p:nvGrpSpPr>
        <p:grpSpPr>
          <a:xfrm>
            <a:off x="7008816" y="2993421"/>
            <a:ext cx="343109" cy="343140"/>
            <a:chOff x="6742116" y="2993421"/>
            <a:chExt cx="343109" cy="343140"/>
          </a:xfrm>
        </p:grpSpPr>
        <p:sp>
          <p:nvSpPr>
            <p:cNvPr id="20549" name="Google Shape;20549;p90"/>
            <p:cNvSpPr/>
            <p:nvPr/>
          </p:nvSpPr>
          <p:spPr>
            <a:xfrm>
              <a:off x="6750666" y="3055354"/>
              <a:ext cx="288319" cy="271222"/>
            </a:xfrm>
            <a:custGeom>
              <a:rect b="b" l="l" r="r" t="t"/>
              <a:pathLst>
                <a:path extrusionOk="0" h="9074" w="9646">
                  <a:moveTo>
                    <a:pt x="9645" y="0"/>
                  </a:moveTo>
                  <a:lnTo>
                    <a:pt x="8097" y="1024"/>
                  </a:lnTo>
                  <a:lnTo>
                    <a:pt x="6883" y="786"/>
                  </a:lnTo>
                  <a:lnTo>
                    <a:pt x="5454" y="2168"/>
                  </a:lnTo>
                  <a:lnTo>
                    <a:pt x="4858" y="2763"/>
                  </a:lnTo>
                  <a:lnTo>
                    <a:pt x="3906" y="2453"/>
                  </a:lnTo>
                  <a:lnTo>
                    <a:pt x="2143" y="4335"/>
                  </a:lnTo>
                  <a:lnTo>
                    <a:pt x="1310" y="3811"/>
                  </a:lnTo>
                  <a:lnTo>
                    <a:pt x="0" y="5263"/>
                  </a:lnTo>
                  <a:lnTo>
                    <a:pt x="0" y="9074"/>
                  </a:lnTo>
                  <a:lnTo>
                    <a:pt x="5454" y="6287"/>
                  </a:lnTo>
                  <a:lnTo>
                    <a:pt x="9645" y="2739"/>
                  </a:lnTo>
                  <a:lnTo>
                    <a:pt x="9645"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90"/>
            <p:cNvSpPr/>
            <p:nvPr/>
          </p:nvSpPr>
          <p:spPr>
            <a:xfrm>
              <a:off x="6913657" y="3055354"/>
              <a:ext cx="125329" cy="187948"/>
            </a:xfrm>
            <a:custGeom>
              <a:rect b="b" l="l" r="r" t="t"/>
              <a:pathLst>
                <a:path extrusionOk="0" h="6288" w="4193">
                  <a:moveTo>
                    <a:pt x="4192" y="0"/>
                  </a:moveTo>
                  <a:lnTo>
                    <a:pt x="2644" y="977"/>
                  </a:lnTo>
                  <a:lnTo>
                    <a:pt x="1430" y="739"/>
                  </a:lnTo>
                  <a:lnTo>
                    <a:pt x="1" y="2144"/>
                  </a:lnTo>
                  <a:lnTo>
                    <a:pt x="1" y="6287"/>
                  </a:lnTo>
                  <a:lnTo>
                    <a:pt x="4192" y="2739"/>
                  </a:lnTo>
                  <a:lnTo>
                    <a:pt x="41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90"/>
            <p:cNvSpPr/>
            <p:nvPr/>
          </p:nvSpPr>
          <p:spPr>
            <a:xfrm>
              <a:off x="6750666" y="3137223"/>
              <a:ext cx="288319" cy="192910"/>
            </a:xfrm>
            <a:custGeom>
              <a:rect b="b" l="l" r="r" t="t"/>
              <a:pathLst>
                <a:path extrusionOk="0" h="6454" w="9646">
                  <a:moveTo>
                    <a:pt x="9645" y="0"/>
                  </a:moveTo>
                  <a:lnTo>
                    <a:pt x="7549" y="1524"/>
                  </a:lnTo>
                  <a:lnTo>
                    <a:pt x="6549" y="1048"/>
                  </a:lnTo>
                  <a:lnTo>
                    <a:pt x="5454" y="2286"/>
                  </a:lnTo>
                  <a:lnTo>
                    <a:pt x="5192" y="2620"/>
                  </a:lnTo>
                  <a:lnTo>
                    <a:pt x="4120" y="2096"/>
                  </a:lnTo>
                  <a:lnTo>
                    <a:pt x="2596" y="3929"/>
                  </a:lnTo>
                  <a:lnTo>
                    <a:pt x="1620" y="3572"/>
                  </a:lnTo>
                  <a:lnTo>
                    <a:pt x="0" y="5263"/>
                  </a:lnTo>
                  <a:lnTo>
                    <a:pt x="0" y="6406"/>
                  </a:lnTo>
                  <a:lnTo>
                    <a:pt x="5454" y="6406"/>
                  </a:lnTo>
                  <a:lnTo>
                    <a:pt x="9645" y="6454"/>
                  </a:lnTo>
                  <a:lnTo>
                    <a:pt x="9645"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90"/>
            <p:cNvSpPr/>
            <p:nvPr/>
          </p:nvSpPr>
          <p:spPr>
            <a:xfrm>
              <a:off x="6913657" y="3137223"/>
              <a:ext cx="125329" cy="192910"/>
            </a:xfrm>
            <a:custGeom>
              <a:rect b="b" l="l" r="r" t="t"/>
              <a:pathLst>
                <a:path extrusionOk="0" h="6454" w="4193">
                  <a:moveTo>
                    <a:pt x="4192" y="0"/>
                  </a:moveTo>
                  <a:lnTo>
                    <a:pt x="2096" y="1548"/>
                  </a:lnTo>
                  <a:lnTo>
                    <a:pt x="1096" y="1072"/>
                  </a:lnTo>
                  <a:lnTo>
                    <a:pt x="1" y="2334"/>
                  </a:lnTo>
                  <a:lnTo>
                    <a:pt x="1" y="6406"/>
                  </a:lnTo>
                  <a:lnTo>
                    <a:pt x="4192" y="6454"/>
                  </a:lnTo>
                  <a:lnTo>
                    <a:pt x="4192"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90"/>
            <p:cNvSpPr/>
            <p:nvPr/>
          </p:nvSpPr>
          <p:spPr>
            <a:xfrm>
              <a:off x="6742116" y="2993421"/>
              <a:ext cx="343107" cy="343137"/>
            </a:xfrm>
            <a:custGeom>
              <a:rect b="b" l="l" r="r" t="t"/>
              <a:pathLst>
                <a:path extrusionOk="0" h="11480" w="11479">
                  <a:moveTo>
                    <a:pt x="0" y="1"/>
                  </a:moveTo>
                  <a:lnTo>
                    <a:pt x="0" y="11479"/>
                  </a:lnTo>
                  <a:lnTo>
                    <a:pt x="11479" y="11479"/>
                  </a:lnTo>
                  <a:lnTo>
                    <a:pt x="11479" y="10288"/>
                  </a:lnTo>
                  <a:lnTo>
                    <a:pt x="10836" y="10288"/>
                  </a:lnTo>
                  <a:lnTo>
                    <a:pt x="10836" y="10836"/>
                  </a:lnTo>
                  <a:lnTo>
                    <a:pt x="691" y="10836"/>
                  </a:lnTo>
                  <a:lnTo>
                    <a:pt x="691" y="667"/>
                  </a:lnTo>
                  <a:lnTo>
                    <a:pt x="1215" y="667"/>
                  </a:lnTo>
                  <a:lnTo>
                    <a:pt x="1215"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90"/>
            <p:cNvSpPr/>
            <p:nvPr/>
          </p:nvSpPr>
          <p:spPr>
            <a:xfrm>
              <a:off x="6913657" y="3300215"/>
              <a:ext cx="171569" cy="36346"/>
            </a:xfrm>
            <a:custGeom>
              <a:rect b="b" l="l" r="r" t="t"/>
              <a:pathLst>
                <a:path extrusionOk="0" h="1216" w="5740">
                  <a:moveTo>
                    <a:pt x="5097" y="1"/>
                  </a:moveTo>
                  <a:lnTo>
                    <a:pt x="5097" y="524"/>
                  </a:lnTo>
                  <a:lnTo>
                    <a:pt x="1" y="524"/>
                  </a:lnTo>
                  <a:lnTo>
                    <a:pt x="1" y="1215"/>
                  </a:lnTo>
                  <a:lnTo>
                    <a:pt x="5740" y="1215"/>
                  </a:lnTo>
                  <a:lnTo>
                    <a:pt x="574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5" name="Google Shape;20555;p90"/>
          <p:cNvGrpSpPr/>
          <p:nvPr/>
        </p:nvGrpSpPr>
        <p:grpSpPr>
          <a:xfrm>
            <a:off x="7794023" y="3002687"/>
            <a:ext cx="257713" cy="343827"/>
            <a:chOff x="7451123" y="3002687"/>
            <a:chExt cx="257713" cy="343827"/>
          </a:xfrm>
        </p:grpSpPr>
        <p:sp>
          <p:nvSpPr>
            <p:cNvPr id="20556" name="Google Shape;20556;p90"/>
            <p:cNvSpPr/>
            <p:nvPr/>
          </p:nvSpPr>
          <p:spPr>
            <a:xfrm>
              <a:off x="7555769" y="3256784"/>
              <a:ext cx="46987" cy="89730"/>
            </a:xfrm>
            <a:custGeom>
              <a:rect b="b" l="l" r="r" t="t"/>
              <a:pathLst>
                <a:path extrusionOk="0" h="3002" w="1572">
                  <a:moveTo>
                    <a:pt x="786" y="1"/>
                  </a:moveTo>
                  <a:cubicBezTo>
                    <a:pt x="357" y="1"/>
                    <a:pt x="0" y="358"/>
                    <a:pt x="0" y="763"/>
                  </a:cubicBezTo>
                  <a:lnTo>
                    <a:pt x="0" y="3002"/>
                  </a:lnTo>
                  <a:lnTo>
                    <a:pt x="1572" y="3002"/>
                  </a:lnTo>
                  <a:lnTo>
                    <a:pt x="1572" y="763"/>
                  </a:lnTo>
                  <a:cubicBezTo>
                    <a:pt x="1572" y="310"/>
                    <a:pt x="1215" y="1"/>
                    <a:pt x="81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90"/>
            <p:cNvSpPr/>
            <p:nvPr/>
          </p:nvSpPr>
          <p:spPr>
            <a:xfrm>
              <a:off x="7579950" y="3256784"/>
              <a:ext cx="22806" cy="89730"/>
            </a:xfrm>
            <a:custGeom>
              <a:rect b="b" l="l" r="r" t="t"/>
              <a:pathLst>
                <a:path extrusionOk="0" h="3002" w="763">
                  <a:moveTo>
                    <a:pt x="1" y="1"/>
                  </a:moveTo>
                  <a:lnTo>
                    <a:pt x="1" y="3002"/>
                  </a:lnTo>
                  <a:lnTo>
                    <a:pt x="763" y="3002"/>
                  </a:lnTo>
                  <a:lnTo>
                    <a:pt x="763" y="763"/>
                  </a:lnTo>
                  <a:cubicBezTo>
                    <a:pt x="763" y="310"/>
                    <a:pt x="406"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90"/>
            <p:cNvSpPr/>
            <p:nvPr/>
          </p:nvSpPr>
          <p:spPr>
            <a:xfrm>
              <a:off x="7551495" y="3201996"/>
              <a:ext cx="56970" cy="56970"/>
            </a:xfrm>
            <a:custGeom>
              <a:rect b="b" l="l" r="r" t="t"/>
              <a:pathLst>
                <a:path extrusionOk="0" h="1906" w="1906">
                  <a:moveTo>
                    <a:pt x="953" y="0"/>
                  </a:moveTo>
                  <a:cubicBezTo>
                    <a:pt x="405" y="0"/>
                    <a:pt x="0" y="429"/>
                    <a:pt x="0" y="953"/>
                  </a:cubicBezTo>
                  <a:cubicBezTo>
                    <a:pt x="0" y="1500"/>
                    <a:pt x="405" y="1905"/>
                    <a:pt x="953" y="1905"/>
                  </a:cubicBezTo>
                  <a:cubicBezTo>
                    <a:pt x="1477" y="1905"/>
                    <a:pt x="1905" y="1500"/>
                    <a:pt x="1905" y="953"/>
                  </a:cubicBezTo>
                  <a:cubicBezTo>
                    <a:pt x="1905" y="429"/>
                    <a:pt x="1453"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90"/>
            <p:cNvSpPr/>
            <p:nvPr/>
          </p:nvSpPr>
          <p:spPr>
            <a:xfrm>
              <a:off x="7579263" y="3201996"/>
              <a:ext cx="28485" cy="56970"/>
            </a:xfrm>
            <a:custGeom>
              <a:rect b="b" l="l" r="r" t="t"/>
              <a:pathLst>
                <a:path extrusionOk="0" h="1906" w="953">
                  <a:moveTo>
                    <a:pt x="0" y="0"/>
                  </a:moveTo>
                  <a:lnTo>
                    <a:pt x="0" y="1905"/>
                  </a:lnTo>
                  <a:cubicBezTo>
                    <a:pt x="524" y="1905"/>
                    <a:pt x="953" y="1500"/>
                    <a:pt x="953" y="953"/>
                  </a:cubicBezTo>
                  <a:cubicBezTo>
                    <a:pt x="953" y="429"/>
                    <a:pt x="524"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90"/>
            <p:cNvSpPr/>
            <p:nvPr/>
          </p:nvSpPr>
          <p:spPr>
            <a:xfrm>
              <a:off x="7455398" y="3256784"/>
              <a:ext cx="47017" cy="89730"/>
            </a:xfrm>
            <a:custGeom>
              <a:rect b="b" l="l" r="r" t="t"/>
              <a:pathLst>
                <a:path extrusionOk="0" h="3002" w="1573">
                  <a:moveTo>
                    <a:pt x="762" y="1"/>
                  </a:moveTo>
                  <a:cubicBezTo>
                    <a:pt x="358" y="1"/>
                    <a:pt x="0" y="358"/>
                    <a:pt x="0" y="763"/>
                  </a:cubicBezTo>
                  <a:lnTo>
                    <a:pt x="0" y="3002"/>
                  </a:lnTo>
                  <a:lnTo>
                    <a:pt x="1572" y="3002"/>
                  </a:lnTo>
                  <a:lnTo>
                    <a:pt x="1572" y="763"/>
                  </a:lnTo>
                  <a:cubicBezTo>
                    <a:pt x="1572" y="310"/>
                    <a:pt x="1215" y="1"/>
                    <a:pt x="810"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90"/>
            <p:cNvSpPr/>
            <p:nvPr/>
          </p:nvSpPr>
          <p:spPr>
            <a:xfrm>
              <a:off x="7479609" y="3256784"/>
              <a:ext cx="22806" cy="89730"/>
            </a:xfrm>
            <a:custGeom>
              <a:rect b="b" l="l" r="r" t="t"/>
              <a:pathLst>
                <a:path extrusionOk="0" h="3002" w="763">
                  <a:moveTo>
                    <a:pt x="0" y="1"/>
                  </a:moveTo>
                  <a:lnTo>
                    <a:pt x="0" y="3002"/>
                  </a:lnTo>
                  <a:lnTo>
                    <a:pt x="762" y="3002"/>
                  </a:lnTo>
                  <a:lnTo>
                    <a:pt x="762" y="763"/>
                  </a:lnTo>
                  <a:cubicBezTo>
                    <a:pt x="762" y="310"/>
                    <a:pt x="429" y="1"/>
                    <a:pt x="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90"/>
            <p:cNvSpPr/>
            <p:nvPr/>
          </p:nvSpPr>
          <p:spPr>
            <a:xfrm>
              <a:off x="7451123" y="3201996"/>
              <a:ext cx="56970" cy="56970"/>
            </a:xfrm>
            <a:custGeom>
              <a:rect b="b" l="l" r="r" t="t"/>
              <a:pathLst>
                <a:path extrusionOk="0" h="1906" w="1906">
                  <a:moveTo>
                    <a:pt x="953" y="0"/>
                  </a:moveTo>
                  <a:cubicBezTo>
                    <a:pt x="405" y="0"/>
                    <a:pt x="0" y="429"/>
                    <a:pt x="0" y="953"/>
                  </a:cubicBezTo>
                  <a:cubicBezTo>
                    <a:pt x="0" y="1500"/>
                    <a:pt x="405" y="1905"/>
                    <a:pt x="953" y="1905"/>
                  </a:cubicBezTo>
                  <a:cubicBezTo>
                    <a:pt x="1477" y="1905"/>
                    <a:pt x="1906" y="1500"/>
                    <a:pt x="1906" y="953"/>
                  </a:cubicBezTo>
                  <a:cubicBezTo>
                    <a:pt x="1906" y="429"/>
                    <a:pt x="1453"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90"/>
            <p:cNvSpPr/>
            <p:nvPr/>
          </p:nvSpPr>
          <p:spPr>
            <a:xfrm>
              <a:off x="7478173" y="3201996"/>
              <a:ext cx="28485" cy="56970"/>
            </a:xfrm>
            <a:custGeom>
              <a:rect b="b" l="l" r="r" t="t"/>
              <a:pathLst>
                <a:path extrusionOk="0" h="1906" w="953">
                  <a:moveTo>
                    <a:pt x="0" y="0"/>
                  </a:moveTo>
                  <a:lnTo>
                    <a:pt x="0" y="1905"/>
                  </a:lnTo>
                  <a:cubicBezTo>
                    <a:pt x="548" y="1905"/>
                    <a:pt x="953" y="1500"/>
                    <a:pt x="953" y="953"/>
                  </a:cubicBezTo>
                  <a:cubicBezTo>
                    <a:pt x="953" y="429"/>
                    <a:pt x="548"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90"/>
            <p:cNvSpPr/>
            <p:nvPr/>
          </p:nvSpPr>
          <p:spPr>
            <a:xfrm>
              <a:off x="7656141" y="3256784"/>
              <a:ext cx="47704" cy="89730"/>
            </a:xfrm>
            <a:custGeom>
              <a:rect b="b" l="l" r="r" t="t"/>
              <a:pathLst>
                <a:path extrusionOk="0" h="3002" w="1596">
                  <a:moveTo>
                    <a:pt x="786" y="1"/>
                  </a:moveTo>
                  <a:cubicBezTo>
                    <a:pt x="357" y="1"/>
                    <a:pt x="0" y="358"/>
                    <a:pt x="0" y="763"/>
                  </a:cubicBezTo>
                  <a:lnTo>
                    <a:pt x="0" y="3002"/>
                  </a:lnTo>
                  <a:lnTo>
                    <a:pt x="1596" y="3002"/>
                  </a:lnTo>
                  <a:lnTo>
                    <a:pt x="1596" y="763"/>
                  </a:lnTo>
                  <a:cubicBezTo>
                    <a:pt x="1596" y="310"/>
                    <a:pt x="1238" y="1"/>
                    <a:pt x="810"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90"/>
            <p:cNvSpPr/>
            <p:nvPr/>
          </p:nvSpPr>
          <p:spPr>
            <a:xfrm>
              <a:off x="7680322" y="3256784"/>
              <a:ext cx="23523" cy="89730"/>
            </a:xfrm>
            <a:custGeom>
              <a:rect b="b" l="l" r="r" t="t"/>
              <a:pathLst>
                <a:path extrusionOk="0" h="3002" w="787">
                  <a:moveTo>
                    <a:pt x="1" y="1"/>
                  </a:moveTo>
                  <a:lnTo>
                    <a:pt x="1" y="3002"/>
                  </a:lnTo>
                  <a:lnTo>
                    <a:pt x="787" y="3002"/>
                  </a:lnTo>
                  <a:lnTo>
                    <a:pt x="787" y="763"/>
                  </a:lnTo>
                  <a:cubicBezTo>
                    <a:pt x="787" y="310"/>
                    <a:pt x="429" y="1"/>
                    <a:pt x="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90"/>
            <p:cNvSpPr/>
            <p:nvPr/>
          </p:nvSpPr>
          <p:spPr>
            <a:xfrm>
              <a:off x="7651866" y="3201996"/>
              <a:ext cx="56970" cy="56970"/>
            </a:xfrm>
            <a:custGeom>
              <a:rect b="b" l="l" r="r" t="t"/>
              <a:pathLst>
                <a:path extrusionOk="0" h="1906" w="1906">
                  <a:moveTo>
                    <a:pt x="953" y="0"/>
                  </a:moveTo>
                  <a:cubicBezTo>
                    <a:pt x="429" y="0"/>
                    <a:pt x="0" y="429"/>
                    <a:pt x="0" y="953"/>
                  </a:cubicBezTo>
                  <a:cubicBezTo>
                    <a:pt x="0" y="1500"/>
                    <a:pt x="429" y="1905"/>
                    <a:pt x="953" y="1905"/>
                  </a:cubicBezTo>
                  <a:cubicBezTo>
                    <a:pt x="1500" y="1905"/>
                    <a:pt x="1905" y="1500"/>
                    <a:pt x="1905" y="953"/>
                  </a:cubicBezTo>
                  <a:cubicBezTo>
                    <a:pt x="1905" y="429"/>
                    <a:pt x="1453"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90"/>
            <p:cNvSpPr/>
            <p:nvPr/>
          </p:nvSpPr>
          <p:spPr>
            <a:xfrm>
              <a:off x="7680322" y="3201996"/>
              <a:ext cx="28515" cy="56970"/>
            </a:xfrm>
            <a:custGeom>
              <a:rect b="b" l="l" r="r" t="t"/>
              <a:pathLst>
                <a:path extrusionOk="0" h="1906" w="954">
                  <a:moveTo>
                    <a:pt x="1" y="0"/>
                  </a:moveTo>
                  <a:lnTo>
                    <a:pt x="1" y="1905"/>
                  </a:lnTo>
                  <a:cubicBezTo>
                    <a:pt x="548" y="1905"/>
                    <a:pt x="953" y="1500"/>
                    <a:pt x="953" y="953"/>
                  </a:cubicBezTo>
                  <a:cubicBezTo>
                    <a:pt x="953" y="429"/>
                    <a:pt x="501" y="0"/>
                    <a:pt x="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90"/>
            <p:cNvSpPr/>
            <p:nvPr/>
          </p:nvSpPr>
          <p:spPr>
            <a:xfrm>
              <a:off x="7555769" y="3057476"/>
              <a:ext cx="46987" cy="89730"/>
            </a:xfrm>
            <a:custGeom>
              <a:rect b="b" l="l" r="r" t="t"/>
              <a:pathLst>
                <a:path extrusionOk="0" h="3002" w="1572">
                  <a:moveTo>
                    <a:pt x="786" y="1"/>
                  </a:moveTo>
                  <a:cubicBezTo>
                    <a:pt x="357" y="1"/>
                    <a:pt x="0" y="358"/>
                    <a:pt x="0" y="763"/>
                  </a:cubicBezTo>
                  <a:lnTo>
                    <a:pt x="0" y="3001"/>
                  </a:lnTo>
                  <a:lnTo>
                    <a:pt x="1572" y="3001"/>
                  </a:lnTo>
                  <a:lnTo>
                    <a:pt x="1572" y="763"/>
                  </a:lnTo>
                  <a:cubicBezTo>
                    <a:pt x="1572" y="310"/>
                    <a:pt x="1215" y="1"/>
                    <a:pt x="81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90"/>
            <p:cNvSpPr/>
            <p:nvPr/>
          </p:nvSpPr>
          <p:spPr>
            <a:xfrm>
              <a:off x="7579950" y="3057476"/>
              <a:ext cx="22806" cy="89730"/>
            </a:xfrm>
            <a:custGeom>
              <a:rect b="b" l="l" r="r" t="t"/>
              <a:pathLst>
                <a:path extrusionOk="0" h="3002" w="763">
                  <a:moveTo>
                    <a:pt x="1" y="1"/>
                  </a:moveTo>
                  <a:lnTo>
                    <a:pt x="1" y="3001"/>
                  </a:lnTo>
                  <a:lnTo>
                    <a:pt x="763" y="3001"/>
                  </a:lnTo>
                  <a:lnTo>
                    <a:pt x="763" y="763"/>
                  </a:lnTo>
                  <a:cubicBezTo>
                    <a:pt x="763" y="310"/>
                    <a:pt x="406"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90"/>
            <p:cNvSpPr/>
            <p:nvPr/>
          </p:nvSpPr>
          <p:spPr>
            <a:xfrm>
              <a:off x="7551495" y="3002687"/>
              <a:ext cx="56970" cy="56970"/>
            </a:xfrm>
            <a:custGeom>
              <a:rect b="b" l="l" r="r" t="t"/>
              <a:pathLst>
                <a:path extrusionOk="0" h="1906" w="1906">
                  <a:moveTo>
                    <a:pt x="953" y="0"/>
                  </a:moveTo>
                  <a:cubicBezTo>
                    <a:pt x="405" y="0"/>
                    <a:pt x="0" y="429"/>
                    <a:pt x="0" y="953"/>
                  </a:cubicBezTo>
                  <a:cubicBezTo>
                    <a:pt x="0" y="1500"/>
                    <a:pt x="405" y="1905"/>
                    <a:pt x="953" y="1905"/>
                  </a:cubicBezTo>
                  <a:cubicBezTo>
                    <a:pt x="1477" y="1905"/>
                    <a:pt x="1905" y="1500"/>
                    <a:pt x="1905" y="953"/>
                  </a:cubicBezTo>
                  <a:cubicBezTo>
                    <a:pt x="1905" y="429"/>
                    <a:pt x="1453"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90"/>
            <p:cNvSpPr/>
            <p:nvPr/>
          </p:nvSpPr>
          <p:spPr>
            <a:xfrm>
              <a:off x="7579263" y="3002687"/>
              <a:ext cx="28485" cy="56970"/>
            </a:xfrm>
            <a:custGeom>
              <a:rect b="b" l="l" r="r" t="t"/>
              <a:pathLst>
                <a:path extrusionOk="0" h="1906" w="953">
                  <a:moveTo>
                    <a:pt x="0" y="0"/>
                  </a:moveTo>
                  <a:lnTo>
                    <a:pt x="0" y="1905"/>
                  </a:lnTo>
                  <a:cubicBezTo>
                    <a:pt x="524" y="1905"/>
                    <a:pt x="953" y="1500"/>
                    <a:pt x="953" y="953"/>
                  </a:cubicBezTo>
                  <a:cubicBezTo>
                    <a:pt x="953" y="429"/>
                    <a:pt x="524"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90"/>
            <p:cNvSpPr/>
            <p:nvPr/>
          </p:nvSpPr>
          <p:spPr>
            <a:xfrm>
              <a:off x="7455398" y="3057476"/>
              <a:ext cx="47017" cy="89730"/>
            </a:xfrm>
            <a:custGeom>
              <a:rect b="b" l="l" r="r" t="t"/>
              <a:pathLst>
                <a:path extrusionOk="0" h="3002" w="1573">
                  <a:moveTo>
                    <a:pt x="762" y="1"/>
                  </a:moveTo>
                  <a:cubicBezTo>
                    <a:pt x="358" y="1"/>
                    <a:pt x="0" y="358"/>
                    <a:pt x="0" y="763"/>
                  </a:cubicBezTo>
                  <a:lnTo>
                    <a:pt x="0" y="3001"/>
                  </a:lnTo>
                  <a:lnTo>
                    <a:pt x="1572" y="3001"/>
                  </a:lnTo>
                  <a:lnTo>
                    <a:pt x="1572" y="763"/>
                  </a:lnTo>
                  <a:cubicBezTo>
                    <a:pt x="1572" y="310"/>
                    <a:pt x="1215" y="1"/>
                    <a:pt x="810"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90"/>
            <p:cNvSpPr/>
            <p:nvPr/>
          </p:nvSpPr>
          <p:spPr>
            <a:xfrm>
              <a:off x="7479609" y="3057476"/>
              <a:ext cx="22806" cy="89730"/>
            </a:xfrm>
            <a:custGeom>
              <a:rect b="b" l="l" r="r" t="t"/>
              <a:pathLst>
                <a:path extrusionOk="0" h="3002" w="763">
                  <a:moveTo>
                    <a:pt x="0" y="1"/>
                  </a:moveTo>
                  <a:lnTo>
                    <a:pt x="0" y="3001"/>
                  </a:lnTo>
                  <a:lnTo>
                    <a:pt x="762" y="3001"/>
                  </a:lnTo>
                  <a:lnTo>
                    <a:pt x="762" y="763"/>
                  </a:lnTo>
                  <a:cubicBezTo>
                    <a:pt x="762" y="310"/>
                    <a:pt x="429" y="1"/>
                    <a:pt x="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90"/>
            <p:cNvSpPr/>
            <p:nvPr/>
          </p:nvSpPr>
          <p:spPr>
            <a:xfrm>
              <a:off x="7451123" y="3002687"/>
              <a:ext cx="56970" cy="56970"/>
            </a:xfrm>
            <a:custGeom>
              <a:rect b="b" l="l" r="r" t="t"/>
              <a:pathLst>
                <a:path extrusionOk="0" h="1906" w="1906">
                  <a:moveTo>
                    <a:pt x="953" y="0"/>
                  </a:moveTo>
                  <a:cubicBezTo>
                    <a:pt x="405" y="0"/>
                    <a:pt x="0" y="429"/>
                    <a:pt x="0" y="953"/>
                  </a:cubicBezTo>
                  <a:cubicBezTo>
                    <a:pt x="0" y="1500"/>
                    <a:pt x="405" y="1905"/>
                    <a:pt x="953" y="1905"/>
                  </a:cubicBezTo>
                  <a:cubicBezTo>
                    <a:pt x="1477" y="1905"/>
                    <a:pt x="1906" y="1500"/>
                    <a:pt x="1906" y="953"/>
                  </a:cubicBezTo>
                  <a:cubicBezTo>
                    <a:pt x="1906" y="429"/>
                    <a:pt x="1453"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90"/>
            <p:cNvSpPr/>
            <p:nvPr/>
          </p:nvSpPr>
          <p:spPr>
            <a:xfrm>
              <a:off x="7478173" y="3002687"/>
              <a:ext cx="28485" cy="56970"/>
            </a:xfrm>
            <a:custGeom>
              <a:rect b="b" l="l" r="r" t="t"/>
              <a:pathLst>
                <a:path extrusionOk="0" h="1906" w="953">
                  <a:moveTo>
                    <a:pt x="0" y="0"/>
                  </a:moveTo>
                  <a:lnTo>
                    <a:pt x="0" y="1905"/>
                  </a:lnTo>
                  <a:cubicBezTo>
                    <a:pt x="548" y="1905"/>
                    <a:pt x="953" y="1500"/>
                    <a:pt x="953" y="953"/>
                  </a:cubicBezTo>
                  <a:cubicBezTo>
                    <a:pt x="953" y="429"/>
                    <a:pt x="548"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90"/>
            <p:cNvSpPr/>
            <p:nvPr/>
          </p:nvSpPr>
          <p:spPr>
            <a:xfrm>
              <a:off x="7656141" y="3057476"/>
              <a:ext cx="47704" cy="89730"/>
            </a:xfrm>
            <a:custGeom>
              <a:rect b="b" l="l" r="r" t="t"/>
              <a:pathLst>
                <a:path extrusionOk="0" h="3002" w="1596">
                  <a:moveTo>
                    <a:pt x="786" y="1"/>
                  </a:moveTo>
                  <a:cubicBezTo>
                    <a:pt x="357" y="1"/>
                    <a:pt x="0" y="358"/>
                    <a:pt x="0" y="763"/>
                  </a:cubicBezTo>
                  <a:lnTo>
                    <a:pt x="0" y="3001"/>
                  </a:lnTo>
                  <a:lnTo>
                    <a:pt x="1596" y="3001"/>
                  </a:lnTo>
                  <a:lnTo>
                    <a:pt x="1596" y="763"/>
                  </a:lnTo>
                  <a:cubicBezTo>
                    <a:pt x="1596" y="310"/>
                    <a:pt x="1238" y="1"/>
                    <a:pt x="810"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90"/>
            <p:cNvSpPr/>
            <p:nvPr/>
          </p:nvSpPr>
          <p:spPr>
            <a:xfrm>
              <a:off x="7680322" y="3057476"/>
              <a:ext cx="23523" cy="89730"/>
            </a:xfrm>
            <a:custGeom>
              <a:rect b="b" l="l" r="r" t="t"/>
              <a:pathLst>
                <a:path extrusionOk="0" h="3002" w="787">
                  <a:moveTo>
                    <a:pt x="1" y="1"/>
                  </a:moveTo>
                  <a:lnTo>
                    <a:pt x="1" y="3001"/>
                  </a:lnTo>
                  <a:lnTo>
                    <a:pt x="787" y="3001"/>
                  </a:lnTo>
                  <a:lnTo>
                    <a:pt x="787" y="763"/>
                  </a:lnTo>
                  <a:cubicBezTo>
                    <a:pt x="787" y="310"/>
                    <a:pt x="429" y="1"/>
                    <a:pt x="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90"/>
            <p:cNvSpPr/>
            <p:nvPr/>
          </p:nvSpPr>
          <p:spPr>
            <a:xfrm>
              <a:off x="7651866" y="3002687"/>
              <a:ext cx="56970" cy="56970"/>
            </a:xfrm>
            <a:custGeom>
              <a:rect b="b" l="l" r="r" t="t"/>
              <a:pathLst>
                <a:path extrusionOk="0" h="1906" w="1906">
                  <a:moveTo>
                    <a:pt x="953" y="0"/>
                  </a:moveTo>
                  <a:cubicBezTo>
                    <a:pt x="429" y="0"/>
                    <a:pt x="0" y="429"/>
                    <a:pt x="0" y="953"/>
                  </a:cubicBezTo>
                  <a:cubicBezTo>
                    <a:pt x="0" y="1500"/>
                    <a:pt x="429" y="1905"/>
                    <a:pt x="953" y="1905"/>
                  </a:cubicBezTo>
                  <a:cubicBezTo>
                    <a:pt x="1500" y="1905"/>
                    <a:pt x="1905" y="1500"/>
                    <a:pt x="1905" y="953"/>
                  </a:cubicBezTo>
                  <a:cubicBezTo>
                    <a:pt x="1905" y="429"/>
                    <a:pt x="1453"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90"/>
            <p:cNvSpPr/>
            <p:nvPr/>
          </p:nvSpPr>
          <p:spPr>
            <a:xfrm>
              <a:off x="7680322" y="3002687"/>
              <a:ext cx="28515" cy="56970"/>
            </a:xfrm>
            <a:custGeom>
              <a:rect b="b" l="l" r="r" t="t"/>
              <a:pathLst>
                <a:path extrusionOk="0" h="1906" w="954">
                  <a:moveTo>
                    <a:pt x="1" y="0"/>
                  </a:moveTo>
                  <a:lnTo>
                    <a:pt x="1" y="1905"/>
                  </a:lnTo>
                  <a:cubicBezTo>
                    <a:pt x="548" y="1905"/>
                    <a:pt x="953" y="1500"/>
                    <a:pt x="953" y="953"/>
                  </a:cubicBezTo>
                  <a:cubicBezTo>
                    <a:pt x="953" y="429"/>
                    <a:pt x="501" y="0"/>
                    <a:pt x="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0" name="Google Shape;20580;p90"/>
          <p:cNvGrpSpPr/>
          <p:nvPr/>
        </p:nvGrpSpPr>
        <p:grpSpPr>
          <a:xfrm>
            <a:off x="7749188" y="3567852"/>
            <a:ext cx="345949" cy="344544"/>
            <a:chOff x="7406288" y="3567852"/>
            <a:chExt cx="345949" cy="344544"/>
          </a:xfrm>
        </p:grpSpPr>
        <p:sp>
          <p:nvSpPr>
            <p:cNvPr id="20581" name="Google Shape;20581;p90"/>
            <p:cNvSpPr/>
            <p:nvPr/>
          </p:nvSpPr>
          <p:spPr>
            <a:xfrm>
              <a:off x="7502385" y="3816988"/>
              <a:ext cx="171569" cy="95409"/>
            </a:xfrm>
            <a:custGeom>
              <a:rect b="b" l="l" r="r" t="t"/>
              <a:pathLst>
                <a:path extrusionOk="0" h="3192" w="5740">
                  <a:moveTo>
                    <a:pt x="4501" y="1"/>
                  </a:moveTo>
                  <a:cubicBezTo>
                    <a:pt x="3953" y="382"/>
                    <a:pt x="3310" y="620"/>
                    <a:pt x="2596" y="620"/>
                  </a:cubicBezTo>
                  <a:cubicBezTo>
                    <a:pt x="2120" y="620"/>
                    <a:pt x="1691" y="549"/>
                    <a:pt x="1310" y="358"/>
                  </a:cubicBezTo>
                  <a:lnTo>
                    <a:pt x="24" y="1144"/>
                  </a:lnTo>
                  <a:lnTo>
                    <a:pt x="0" y="2597"/>
                  </a:lnTo>
                  <a:cubicBezTo>
                    <a:pt x="786" y="2978"/>
                    <a:pt x="1643" y="3192"/>
                    <a:pt x="2572" y="3192"/>
                  </a:cubicBezTo>
                  <a:cubicBezTo>
                    <a:pt x="3763" y="3192"/>
                    <a:pt x="4834" y="2835"/>
                    <a:pt x="5739" y="2239"/>
                  </a:cubicBezTo>
                  <a:lnTo>
                    <a:pt x="4501"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90"/>
            <p:cNvSpPr/>
            <p:nvPr/>
          </p:nvSpPr>
          <p:spPr>
            <a:xfrm>
              <a:off x="7579263" y="3816988"/>
              <a:ext cx="94692" cy="95409"/>
            </a:xfrm>
            <a:custGeom>
              <a:rect b="b" l="l" r="r" t="t"/>
              <a:pathLst>
                <a:path extrusionOk="0" h="3192" w="3168">
                  <a:moveTo>
                    <a:pt x="1905" y="1"/>
                  </a:moveTo>
                  <a:cubicBezTo>
                    <a:pt x="1358" y="382"/>
                    <a:pt x="715" y="620"/>
                    <a:pt x="0" y="620"/>
                  </a:cubicBezTo>
                  <a:lnTo>
                    <a:pt x="0" y="3192"/>
                  </a:lnTo>
                  <a:cubicBezTo>
                    <a:pt x="1191" y="3192"/>
                    <a:pt x="2262" y="2835"/>
                    <a:pt x="3167" y="2239"/>
                  </a:cubicBezTo>
                  <a:lnTo>
                    <a:pt x="1905"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90"/>
            <p:cNvSpPr/>
            <p:nvPr/>
          </p:nvSpPr>
          <p:spPr>
            <a:xfrm>
              <a:off x="7636921" y="3728721"/>
              <a:ext cx="115316" cy="154501"/>
            </a:xfrm>
            <a:custGeom>
              <a:rect b="b" l="l" r="r" t="t"/>
              <a:pathLst>
                <a:path extrusionOk="0" h="5169" w="3858">
                  <a:moveTo>
                    <a:pt x="1238" y="1"/>
                  </a:moveTo>
                  <a:cubicBezTo>
                    <a:pt x="1238" y="120"/>
                    <a:pt x="1286" y="239"/>
                    <a:pt x="1286" y="358"/>
                  </a:cubicBezTo>
                  <a:cubicBezTo>
                    <a:pt x="1286" y="1406"/>
                    <a:pt x="762" y="2358"/>
                    <a:pt x="0" y="2930"/>
                  </a:cubicBezTo>
                  <a:lnTo>
                    <a:pt x="24" y="4406"/>
                  </a:lnTo>
                  <a:lnTo>
                    <a:pt x="1286" y="5169"/>
                  </a:lnTo>
                  <a:cubicBezTo>
                    <a:pt x="2834" y="4121"/>
                    <a:pt x="3858" y="2358"/>
                    <a:pt x="3858" y="358"/>
                  </a:cubicBezTo>
                  <a:cubicBezTo>
                    <a:pt x="3834" y="287"/>
                    <a:pt x="3834" y="168"/>
                    <a:pt x="3810" y="48"/>
                  </a:cubicBezTo>
                  <a:lnTo>
                    <a:pt x="12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90"/>
            <p:cNvSpPr/>
            <p:nvPr/>
          </p:nvSpPr>
          <p:spPr>
            <a:xfrm>
              <a:off x="7406975" y="3719485"/>
              <a:ext cx="134565" cy="175126"/>
            </a:xfrm>
            <a:custGeom>
              <a:rect b="b" l="l" r="r" t="t"/>
              <a:pathLst>
                <a:path extrusionOk="0" h="5859" w="4502">
                  <a:moveTo>
                    <a:pt x="1287" y="0"/>
                  </a:moveTo>
                  <a:lnTo>
                    <a:pt x="1" y="1072"/>
                  </a:lnTo>
                  <a:cubicBezTo>
                    <a:pt x="120" y="3168"/>
                    <a:pt x="1406" y="4954"/>
                    <a:pt x="3192" y="5859"/>
                  </a:cubicBezTo>
                  <a:lnTo>
                    <a:pt x="3216" y="4406"/>
                  </a:lnTo>
                  <a:lnTo>
                    <a:pt x="4502" y="3644"/>
                  </a:lnTo>
                  <a:cubicBezTo>
                    <a:pt x="3454" y="3215"/>
                    <a:pt x="2716" y="2263"/>
                    <a:pt x="2597" y="1096"/>
                  </a:cubicBezTo>
                  <a:lnTo>
                    <a:pt x="1287"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90"/>
            <p:cNvSpPr/>
            <p:nvPr/>
          </p:nvSpPr>
          <p:spPr>
            <a:xfrm>
              <a:off x="7616984" y="3586354"/>
              <a:ext cx="134565" cy="165172"/>
            </a:xfrm>
            <a:custGeom>
              <a:rect b="b" l="l" r="r" t="t"/>
              <a:pathLst>
                <a:path extrusionOk="0" h="5526" w="4502">
                  <a:moveTo>
                    <a:pt x="1310" y="1"/>
                  </a:moveTo>
                  <a:lnTo>
                    <a:pt x="0" y="2239"/>
                  </a:lnTo>
                  <a:cubicBezTo>
                    <a:pt x="1048" y="2692"/>
                    <a:pt x="1786" y="3645"/>
                    <a:pt x="1905" y="4811"/>
                  </a:cubicBezTo>
                  <a:lnTo>
                    <a:pt x="3215" y="5526"/>
                  </a:lnTo>
                  <a:lnTo>
                    <a:pt x="4501" y="4811"/>
                  </a:lnTo>
                  <a:cubicBezTo>
                    <a:pt x="4382" y="2692"/>
                    <a:pt x="3096" y="906"/>
                    <a:pt x="1310"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90"/>
            <p:cNvSpPr/>
            <p:nvPr/>
          </p:nvSpPr>
          <p:spPr>
            <a:xfrm>
              <a:off x="7483853" y="3568570"/>
              <a:ext cx="172316" cy="95409"/>
            </a:xfrm>
            <a:custGeom>
              <a:rect b="b" l="l" r="r" t="t"/>
              <a:pathLst>
                <a:path extrusionOk="0" h="3192" w="5765">
                  <a:moveTo>
                    <a:pt x="3192" y="1"/>
                  </a:moveTo>
                  <a:cubicBezTo>
                    <a:pt x="2001" y="1"/>
                    <a:pt x="930" y="358"/>
                    <a:pt x="1" y="953"/>
                  </a:cubicBezTo>
                  <a:lnTo>
                    <a:pt x="1287" y="3192"/>
                  </a:lnTo>
                  <a:cubicBezTo>
                    <a:pt x="1811" y="2811"/>
                    <a:pt x="2478" y="2573"/>
                    <a:pt x="3192" y="2573"/>
                  </a:cubicBezTo>
                  <a:cubicBezTo>
                    <a:pt x="3668" y="2573"/>
                    <a:pt x="4073" y="2668"/>
                    <a:pt x="4454" y="2834"/>
                  </a:cubicBezTo>
                  <a:lnTo>
                    <a:pt x="5740" y="2072"/>
                  </a:lnTo>
                  <a:lnTo>
                    <a:pt x="5764" y="596"/>
                  </a:lnTo>
                  <a:cubicBezTo>
                    <a:pt x="5002" y="215"/>
                    <a:pt x="4097" y="1"/>
                    <a:pt x="3192"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90"/>
            <p:cNvSpPr/>
            <p:nvPr/>
          </p:nvSpPr>
          <p:spPr>
            <a:xfrm>
              <a:off x="7579263" y="3567852"/>
              <a:ext cx="76907" cy="84738"/>
            </a:xfrm>
            <a:custGeom>
              <a:rect b="b" l="l" r="r" t="t"/>
              <a:pathLst>
                <a:path extrusionOk="0" h="2835" w="2573">
                  <a:moveTo>
                    <a:pt x="0" y="1"/>
                  </a:moveTo>
                  <a:lnTo>
                    <a:pt x="0" y="2573"/>
                  </a:lnTo>
                  <a:cubicBezTo>
                    <a:pt x="476" y="2573"/>
                    <a:pt x="881" y="2644"/>
                    <a:pt x="1262" y="2835"/>
                  </a:cubicBezTo>
                  <a:lnTo>
                    <a:pt x="2548" y="2096"/>
                  </a:lnTo>
                  <a:lnTo>
                    <a:pt x="2572" y="620"/>
                  </a:lnTo>
                  <a:cubicBezTo>
                    <a:pt x="1810" y="239"/>
                    <a:pt x="953" y="25"/>
                    <a:pt x="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90"/>
            <p:cNvSpPr/>
            <p:nvPr/>
          </p:nvSpPr>
          <p:spPr>
            <a:xfrm>
              <a:off x="7406288" y="3598460"/>
              <a:ext cx="116033" cy="153784"/>
            </a:xfrm>
            <a:custGeom>
              <a:rect b="b" l="l" r="r" t="t"/>
              <a:pathLst>
                <a:path extrusionOk="0" h="5145" w="3882">
                  <a:moveTo>
                    <a:pt x="2596" y="1"/>
                  </a:moveTo>
                  <a:cubicBezTo>
                    <a:pt x="1048" y="1025"/>
                    <a:pt x="0" y="2787"/>
                    <a:pt x="0" y="4787"/>
                  </a:cubicBezTo>
                  <a:lnTo>
                    <a:pt x="0" y="5145"/>
                  </a:lnTo>
                  <a:lnTo>
                    <a:pt x="1286" y="4430"/>
                  </a:lnTo>
                  <a:lnTo>
                    <a:pt x="2620" y="5145"/>
                  </a:lnTo>
                  <a:cubicBezTo>
                    <a:pt x="2620" y="5026"/>
                    <a:pt x="2596" y="4907"/>
                    <a:pt x="2596" y="4787"/>
                  </a:cubicBezTo>
                  <a:cubicBezTo>
                    <a:pt x="2596" y="3740"/>
                    <a:pt x="3096" y="2787"/>
                    <a:pt x="3882" y="2216"/>
                  </a:cubicBezTo>
                  <a:lnTo>
                    <a:pt x="3834" y="739"/>
                  </a:lnTo>
                  <a:lnTo>
                    <a:pt x="2596"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90"/>
            <p:cNvSpPr/>
            <p:nvPr/>
          </p:nvSpPr>
          <p:spPr>
            <a:xfrm>
              <a:off x="7478173" y="3639051"/>
              <a:ext cx="202893" cy="202893"/>
            </a:xfrm>
            <a:custGeom>
              <a:rect b="b" l="l" r="r" t="t"/>
              <a:pathLst>
                <a:path extrusionOk="0" h="6788" w="6788">
                  <a:moveTo>
                    <a:pt x="3406" y="0"/>
                  </a:moveTo>
                  <a:cubicBezTo>
                    <a:pt x="1525" y="0"/>
                    <a:pt x="0" y="1524"/>
                    <a:pt x="0" y="3382"/>
                  </a:cubicBezTo>
                  <a:cubicBezTo>
                    <a:pt x="0" y="5263"/>
                    <a:pt x="1525" y="6787"/>
                    <a:pt x="3406" y="6787"/>
                  </a:cubicBezTo>
                  <a:cubicBezTo>
                    <a:pt x="5263" y="6787"/>
                    <a:pt x="6788" y="5263"/>
                    <a:pt x="6788" y="3382"/>
                  </a:cubicBezTo>
                  <a:cubicBezTo>
                    <a:pt x="6788" y="1524"/>
                    <a:pt x="5263" y="0"/>
                    <a:pt x="340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90"/>
            <p:cNvSpPr/>
            <p:nvPr/>
          </p:nvSpPr>
          <p:spPr>
            <a:xfrm>
              <a:off x="7579950" y="3638333"/>
              <a:ext cx="101118" cy="203611"/>
            </a:xfrm>
            <a:custGeom>
              <a:rect b="b" l="l" r="r" t="t"/>
              <a:pathLst>
                <a:path extrusionOk="0" h="6812" w="3383">
                  <a:moveTo>
                    <a:pt x="1" y="0"/>
                  </a:moveTo>
                  <a:lnTo>
                    <a:pt x="1" y="6811"/>
                  </a:lnTo>
                  <a:cubicBezTo>
                    <a:pt x="1882" y="6811"/>
                    <a:pt x="3383" y="5287"/>
                    <a:pt x="3383" y="3430"/>
                  </a:cubicBezTo>
                  <a:cubicBezTo>
                    <a:pt x="3383" y="1548"/>
                    <a:pt x="1882" y="24"/>
                    <a:pt x="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1" name="Google Shape;20591;p90"/>
          <p:cNvGrpSpPr/>
          <p:nvPr/>
        </p:nvGrpSpPr>
        <p:grpSpPr>
          <a:xfrm>
            <a:off x="7008816" y="3575683"/>
            <a:ext cx="343109" cy="344545"/>
            <a:chOff x="6742116" y="3575683"/>
            <a:chExt cx="343109" cy="344545"/>
          </a:xfrm>
        </p:grpSpPr>
        <p:sp>
          <p:nvSpPr>
            <p:cNvPr id="20592" name="Google Shape;20592;p90"/>
            <p:cNvSpPr/>
            <p:nvPr/>
          </p:nvSpPr>
          <p:spPr>
            <a:xfrm>
              <a:off x="6967041" y="3708814"/>
              <a:ext cx="118185" cy="77594"/>
            </a:xfrm>
            <a:custGeom>
              <a:rect b="b" l="l" r="r" t="t"/>
              <a:pathLst>
                <a:path extrusionOk="0" h="2596" w="3954">
                  <a:moveTo>
                    <a:pt x="1096" y="0"/>
                  </a:moveTo>
                  <a:lnTo>
                    <a:pt x="1" y="1310"/>
                  </a:lnTo>
                  <a:lnTo>
                    <a:pt x="1096" y="2596"/>
                  </a:lnTo>
                  <a:lnTo>
                    <a:pt x="3954" y="2596"/>
                  </a:lnTo>
                  <a:lnTo>
                    <a:pt x="3954"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90"/>
            <p:cNvSpPr/>
            <p:nvPr/>
          </p:nvSpPr>
          <p:spPr>
            <a:xfrm>
              <a:off x="6967758" y="3748658"/>
              <a:ext cx="117468" cy="39186"/>
            </a:xfrm>
            <a:custGeom>
              <a:rect b="b" l="l" r="r" t="t"/>
              <a:pathLst>
                <a:path extrusionOk="0" h="1311" w="3930">
                  <a:moveTo>
                    <a:pt x="1" y="1"/>
                  </a:moveTo>
                  <a:lnTo>
                    <a:pt x="1120" y="1310"/>
                  </a:lnTo>
                  <a:lnTo>
                    <a:pt x="3930" y="1310"/>
                  </a:lnTo>
                  <a:lnTo>
                    <a:pt x="3930"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90"/>
            <p:cNvSpPr/>
            <p:nvPr/>
          </p:nvSpPr>
          <p:spPr>
            <a:xfrm>
              <a:off x="6742116" y="3607726"/>
              <a:ext cx="118185" cy="78312"/>
            </a:xfrm>
            <a:custGeom>
              <a:rect b="b" l="l" r="r" t="t"/>
              <a:pathLst>
                <a:path extrusionOk="0" h="2620" w="3954">
                  <a:moveTo>
                    <a:pt x="0" y="0"/>
                  </a:moveTo>
                  <a:lnTo>
                    <a:pt x="0" y="2620"/>
                  </a:lnTo>
                  <a:lnTo>
                    <a:pt x="2858" y="2620"/>
                  </a:lnTo>
                  <a:lnTo>
                    <a:pt x="3954" y="1310"/>
                  </a:lnTo>
                  <a:lnTo>
                    <a:pt x="2858"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90"/>
            <p:cNvSpPr/>
            <p:nvPr/>
          </p:nvSpPr>
          <p:spPr>
            <a:xfrm>
              <a:off x="6742116" y="3648287"/>
              <a:ext cx="117468" cy="38468"/>
            </a:xfrm>
            <a:custGeom>
              <a:rect b="b" l="l" r="r" t="t"/>
              <a:pathLst>
                <a:path extrusionOk="0" h="1287" w="3930">
                  <a:moveTo>
                    <a:pt x="0" y="1"/>
                  </a:moveTo>
                  <a:lnTo>
                    <a:pt x="0" y="1287"/>
                  </a:lnTo>
                  <a:lnTo>
                    <a:pt x="2834" y="1287"/>
                  </a:lnTo>
                  <a:lnTo>
                    <a:pt x="3930"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90"/>
            <p:cNvSpPr/>
            <p:nvPr/>
          </p:nvSpPr>
          <p:spPr>
            <a:xfrm>
              <a:off x="6742116" y="3809156"/>
              <a:ext cx="118185" cy="78342"/>
            </a:xfrm>
            <a:custGeom>
              <a:rect b="b" l="l" r="r" t="t"/>
              <a:pathLst>
                <a:path extrusionOk="0" h="2621" w="3954">
                  <a:moveTo>
                    <a:pt x="0" y="1"/>
                  </a:moveTo>
                  <a:lnTo>
                    <a:pt x="0" y="2620"/>
                  </a:lnTo>
                  <a:lnTo>
                    <a:pt x="2858" y="2620"/>
                  </a:lnTo>
                  <a:lnTo>
                    <a:pt x="3954" y="1311"/>
                  </a:lnTo>
                  <a:lnTo>
                    <a:pt x="2858"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90"/>
            <p:cNvSpPr/>
            <p:nvPr/>
          </p:nvSpPr>
          <p:spPr>
            <a:xfrm>
              <a:off x="6742116" y="3849030"/>
              <a:ext cx="117468" cy="39186"/>
            </a:xfrm>
            <a:custGeom>
              <a:rect b="b" l="l" r="r" t="t"/>
              <a:pathLst>
                <a:path extrusionOk="0" h="1311" w="3930">
                  <a:moveTo>
                    <a:pt x="0" y="0"/>
                  </a:moveTo>
                  <a:lnTo>
                    <a:pt x="0" y="1310"/>
                  </a:lnTo>
                  <a:lnTo>
                    <a:pt x="2834" y="1310"/>
                  </a:lnTo>
                  <a:lnTo>
                    <a:pt x="3930"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90"/>
            <p:cNvSpPr/>
            <p:nvPr/>
          </p:nvSpPr>
          <p:spPr>
            <a:xfrm>
              <a:off x="6903703" y="3770030"/>
              <a:ext cx="20654" cy="56970"/>
            </a:xfrm>
            <a:custGeom>
              <a:rect b="b" l="l" r="r" t="t"/>
              <a:pathLst>
                <a:path extrusionOk="0" h="1906" w="691">
                  <a:moveTo>
                    <a:pt x="0" y="0"/>
                  </a:moveTo>
                  <a:lnTo>
                    <a:pt x="0" y="1905"/>
                  </a:lnTo>
                  <a:lnTo>
                    <a:pt x="691" y="1905"/>
                  </a:lnTo>
                  <a:lnTo>
                    <a:pt x="6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90"/>
            <p:cNvSpPr/>
            <p:nvPr/>
          </p:nvSpPr>
          <p:spPr>
            <a:xfrm>
              <a:off x="6903703" y="3575683"/>
              <a:ext cx="20654" cy="49857"/>
            </a:xfrm>
            <a:custGeom>
              <a:rect b="b" l="l" r="r" t="t"/>
              <a:pathLst>
                <a:path extrusionOk="0" h="1668" w="691">
                  <a:moveTo>
                    <a:pt x="0" y="1"/>
                  </a:moveTo>
                  <a:lnTo>
                    <a:pt x="0" y="1668"/>
                  </a:lnTo>
                  <a:lnTo>
                    <a:pt x="691" y="1668"/>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90"/>
            <p:cNvSpPr/>
            <p:nvPr/>
          </p:nvSpPr>
          <p:spPr>
            <a:xfrm>
              <a:off x="6903703" y="3669658"/>
              <a:ext cx="20654" cy="56970"/>
            </a:xfrm>
            <a:custGeom>
              <a:rect b="b" l="l" r="r" t="t"/>
              <a:pathLst>
                <a:path extrusionOk="0" h="1906" w="691">
                  <a:moveTo>
                    <a:pt x="0" y="0"/>
                  </a:moveTo>
                  <a:lnTo>
                    <a:pt x="0" y="1905"/>
                  </a:lnTo>
                  <a:lnTo>
                    <a:pt x="691" y="1905"/>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90"/>
            <p:cNvSpPr/>
            <p:nvPr/>
          </p:nvSpPr>
          <p:spPr>
            <a:xfrm>
              <a:off x="6903703" y="3870371"/>
              <a:ext cx="20654" cy="49857"/>
            </a:xfrm>
            <a:custGeom>
              <a:rect b="b" l="l" r="r" t="t"/>
              <a:pathLst>
                <a:path extrusionOk="0" h="1668" w="691">
                  <a:moveTo>
                    <a:pt x="0" y="1"/>
                  </a:moveTo>
                  <a:lnTo>
                    <a:pt x="0" y="1668"/>
                  </a:lnTo>
                  <a:lnTo>
                    <a:pt x="691" y="1668"/>
                  </a:lnTo>
                  <a:lnTo>
                    <a:pt x="691"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90"/>
            <p:cNvSpPr/>
            <p:nvPr/>
          </p:nvSpPr>
          <p:spPr>
            <a:xfrm>
              <a:off x="6881645" y="3614839"/>
              <a:ext cx="64084" cy="64084"/>
            </a:xfrm>
            <a:custGeom>
              <a:rect b="b" l="l" r="r" t="t"/>
              <a:pathLst>
                <a:path extrusionOk="0" h="2144" w="2144">
                  <a:moveTo>
                    <a:pt x="1072" y="1"/>
                  </a:moveTo>
                  <a:cubicBezTo>
                    <a:pt x="476" y="1"/>
                    <a:pt x="0" y="477"/>
                    <a:pt x="0" y="1072"/>
                  </a:cubicBezTo>
                  <a:cubicBezTo>
                    <a:pt x="0" y="1668"/>
                    <a:pt x="476" y="2144"/>
                    <a:pt x="1072" y="2144"/>
                  </a:cubicBezTo>
                  <a:cubicBezTo>
                    <a:pt x="1667" y="2144"/>
                    <a:pt x="2143" y="1668"/>
                    <a:pt x="2143" y="1072"/>
                  </a:cubicBezTo>
                  <a:cubicBezTo>
                    <a:pt x="2143" y="477"/>
                    <a:pt x="1667" y="1"/>
                    <a:pt x="1072"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90"/>
            <p:cNvSpPr/>
            <p:nvPr/>
          </p:nvSpPr>
          <p:spPr>
            <a:xfrm>
              <a:off x="6881645" y="3646882"/>
              <a:ext cx="64084" cy="32042"/>
            </a:xfrm>
            <a:custGeom>
              <a:rect b="b" l="l" r="r" t="t"/>
              <a:pathLst>
                <a:path extrusionOk="0" h="1072" w="2144">
                  <a:moveTo>
                    <a:pt x="0" y="0"/>
                  </a:moveTo>
                  <a:cubicBezTo>
                    <a:pt x="0" y="596"/>
                    <a:pt x="476" y="1072"/>
                    <a:pt x="1072" y="1072"/>
                  </a:cubicBezTo>
                  <a:cubicBezTo>
                    <a:pt x="1667" y="1072"/>
                    <a:pt x="2143" y="596"/>
                    <a:pt x="2143"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90"/>
            <p:cNvSpPr/>
            <p:nvPr/>
          </p:nvSpPr>
          <p:spPr>
            <a:xfrm>
              <a:off x="6881645" y="3715929"/>
              <a:ext cx="64084" cy="64084"/>
            </a:xfrm>
            <a:custGeom>
              <a:rect b="b" l="l" r="r" t="t"/>
              <a:pathLst>
                <a:path extrusionOk="0" h="2144" w="2144">
                  <a:moveTo>
                    <a:pt x="1072" y="0"/>
                  </a:moveTo>
                  <a:cubicBezTo>
                    <a:pt x="476" y="0"/>
                    <a:pt x="0" y="476"/>
                    <a:pt x="0" y="1072"/>
                  </a:cubicBezTo>
                  <a:cubicBezTo>
                    <a:pt x="0" y="1667"/>
                    <a:pt x="476" y="2143"/>
                    <a:pt x="1072" y="2143"/>
                  </a:cubicBezTo>
                  <a:cubicBezTo>
                    <a:pt x="1667" y="2143"/>
                    <a:pt x="2143" y="1667"/>
                    <a:pt x="2143" y="1072"/>
                  </a:cubicBezTo>
                  <a:cubicBezTo>
                    <a:pt x="2143" y="476"/>
                    <a:pt x="1667" y="0"/>
                    <a:pt x="1072" y="0"/>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90"/>
            <p:cNvSpPr/>
            <p:nvPr/>
          </p:nvSpPr>
          <p:spPr>
            <a:xfrm>
              <a:off x="6881645" y="3748658"/>
              <a:ext cx="64084" cy="32072"/>
            </a:xfrm>
            <a:custGeom>
              <a:rect b="b" l="l" r="r" t="t"/>
              <a:pathLst>
                <a:path extrusionOk="0" h="1073" w="2144">
                  <a:moveTo>
                    <a:pt x="0" y="1"/>
                  </a:moveTo>
                  <a:cubicBezTo>
                    <a:pt x="0" y="596"/>
                    <a:pt x="476" y="1072"/>
                    <a:pt x="1072" y="1072"/>
                  </a:cubicBezTo>
                  <a:cubicBezTo>
                    <a:pt x="1667" y="1072"/>
                    <a:pt x="2143" y="596"/>
                    <a:pt x="2143"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90"/>
            <p:cNvSpPr/>
            <p:nvPr/>
          </p:nvSpPr>
          <p:spPr>
            <a:xfrm>
              <a:off x="6881645" y="3816988"/>
              <a:ext cx="64084" cy="64114"/>
            </a:xfrm>
            <a:custGeom>
              <a:rect b="b" l="l" r="r" t="t"/>
              <a:pathLst>
                <a:path extrusionOk="0" h="2145" w="2144">
                  <a:moveTo>
                    <a:pt x="1072" y="1"/>
                  </a:moveTo>
                  <a:cubicBezTo>
                    <a:pt x="476" y="1"/>
                    <a:pt x="0" y="477"/>
                    <a:pt x="0" y="1072"/>
                  </a:cubicBezTo>
                  <a:cubicBezTo>
                    <a:pt x="0" y="1668"/>
                    <a:pt x="476" y="2144"/>
                    <a:pt x="1072" y="2144"/>
                  </a:cubicBezTo>
                  <a:cubicBezTo>
                    <a:pt x="1667" y="2120"/>
                    <a:pt x="2143" y="1644"/>
                    <a:pt x="2143" y="1072"/>
                  </a:cubicBezTo>
                  <a:cubicBezTo>
                    <a:pt x="2143" y="477"/>
                    <a:pt x="1667" y="1"/>
                    <a:pt x="1072"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90"/>
            <p:cNvSpPr/>
            <p:nvPr/>
          </p:nvSpPr>
          <p:spPr>
            <a:xfrm>
              <a:off x="6881645" y="3849030"/>
              <a:ext cx="64084" cy="32072"/>
            </a:xfrm>
            <a:custGeom>
              <a:rect b="b" l="l" r="r" t="t"/>
              <a:pathLst>
                <a:path extrusionOk="0" h="1073" w="2144">
                  <a:moveTo>
                    <a:pt x="0" y="0"/>
                  </a:moveTo>
                  <a:cubicBezTo>
                    <a:pt x="0" y="596"/>
                    <a:pt x="476" y="1072"/>
                    <a:pt x="1072" y="1072"/>
                  </a:cubicBezTo>
                  <a:cubicBezTo>
                    <a:pt x="1667" y="1072"/>
                    <a:pt x="2143" y="596"/>
                    <a:pt x="2143"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8" name="Google Shape;20608;p90"/>
          <p:cNvGrpSpPr/>
          <p:nvPr/>
        </p:nvGrpSpPr>
        <p:grpSpPr>
          <a:xfrm>
            <a:off x="6273438" y="3579240"/>
            <a:ext cx="343826" cy="344544"/>
            <a:chOff x="6082938" y="3579240"/>
            <a:chExt cx="343826" cy="344544"/>
          </a:xfrm>
        </p:grpSpPr>
        <p:sp>
          <p:nvSpPr>
            <p:cNvPr id="20609" name="Google Shape;20609;p90"/>
            <p:cNvSpPr/>
            <p:nvPr/>
          </p:nvSpPr>
          <p:spPr>
            <a:xfrm>
              <a:off x="6175478" y="3579240"/>
              <a:ext cx="64084" cy="128168"/>
            </a:xfrm>
            <a:custGeom>
              <a:rect b="b" l="l" r="r" t="t"/>
              <a:pathLst>
                <a:path extrusionOk="0" h="4288" w="2144">
                  <a:moveTo>
                    <a:pt x="334" y="1"/>
                  </a:moveTo>
                  <a:lnTo>
                    <a:pt x="0" y="1858"/>
                  </a:lnTo>
                  <a:lnTo>
                    <a:pt x="334" y="2454"/>
                  </a:lnTo>
                  <a:lnTo>
                    <a:pt x="1072" y="3740"/>
                  </a:lnTo>
                  <a:lnTo>
                    <a:pt x="1882" y="4287"/>
                  </a:lnTo>
                  <a:lnTo>
                    <a:pt x="2144" y="2454"/>
                  </a:lnTo>
                  <a:lnTo>
                    <a:pt x="1882" y="1858"/>
                  </a:lnTo>
                  <a:lnTo>
                    <a:pt x="334"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90"/>
            <p:cNvSpPr/>
            <p:nvPr/>
          </p:nvSpPr>
          <p:spPr>
            <a:xfrm>
              <a:off x="6230984" y="3633342"/>
              <a:ext cx="195779" cy="82616"/>
            </a:xfrm>
            <a:custGeom>
              <a:rect b="b" l="l" r="r" t="t"/>
              <a:pathLst>
                <a:path extrusionOk="0" h="2764" w="6550">
                  <a:moveTo>
                    <a:pt x="25" y="1"/>
                  </a:moveTo>
                  <a:lnTo>
                    <a:pt x="25" y="2454"/>
                  </a:lnTo>
                  <a:lnTo>
                    <a:pt x="1" y="2454"/>
                  </a:lnTo>
                  <a:lnTo>
                    <a:pt x="3263" y="2763"/>
                  </a:lnTo>
                  <a:lnTo>
                    <a:pt x="5597" y="2454"/>
                  </a:lnTo>
                  <a:lnTo>
                    <a:pt x="6550" y="1239"/>
                  </a:lnTo>
                  <a:lnTo>
                    <a:pt x="5597"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90"/>
            <p:cNvSpPr/>
            <p:nvPr/>
          </p:nvSpPr>
          <p:spPr>
            <a:xfrm>
              <a:off x="6082938" y="3579240"/>
              <a:ext cx="101805" cy="84738"/>
            </a:xfrm>
            <a:custGeom>
              <a:rect b="b" l="l" r="r" t="t"/>
              <a:pathLst>
                <a:path extrusionOk="0" h="2835" w="3406">
                  <a:moveTo>
                    <a:pt x="0" y="1"/>
                  </a:moveTo>
                  <a:lnTo>
                    <a:pt x="0" y="2430"/>
                  </a:lnTo>
                  <a:lnTo>
                    <a:pt x="1691" y="2835"/>
                  </a:lnTo>
                  <a:lnTo>
                    <a:pt x="3406" y="2430"/>
                  </a:lnTo>
                  <a:lnTo>
                    <a:pt x="3406"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90"/>
            <p:cNvSpPr/>
            <p:nvPr/>
          </p:nvSpPr>
          <p:spPr>
            <a:xfrm>
              <a:off x="6175478" y="3651844"/>
              <a:ext cx="64084" cy="128168"/>
            </a:xfrm>
            <a:custGeom>
              <a:rect b="b" l="l" r="r" t="t"/>
              <a:pathLst>
                <a:path extrusionOk="0" h="4288" w="2144">
                  <a:moveTo>
                    <a:pt x="334" y="1"/>
                  </a:moveTo>
                  <a:lnTo>
                    <a:pt x="0" y="1835"/>
                  </a:lnTo>
                  <a:lnTo>
                    <a:pt x="334" y="2430"/>
                  </a:lnTo>
                  <a:lnTo>
                    <a:pt x="1072" y="3716"/>
                  </a:lnTo>
                  <a:lnTo>
                    <a:pt x="1882" y="4287"/>
                  </a:lnTo>
                  <a:lnTo>
                    <a:pt x="2144" y="2430"/>
                  </a:lnTo>
                  <a:lnTo>
                    <a:pt x="1882" y="1835"/>
                  </a:lnTo>
                  <a:lnTo>
                    <a:pt x="3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90"/>
            <p:cNvSpPr/>
            <p:nvPr/>
          </p:nvSpPr>
          <p:spPr>
            <a:xfrm>
              <a:off x="6230984" y="3705945"/>
              <a:ext cx="195779" cy="81899"/>
            </a:xfrm>
            <a:custGeom>
              <a:rect b="b" l="l" r="r" t="t"/>
              <a:pathLst>
                <a:path extrusionOk="0" h="2740" w="6550">
                  <a:moveTo>
                    <a:pt x="25" y="1"/>
                  </a:moveTo>
                  <a:lnTo>
                    <a:pt x="25" y="2430"/>
                  </a:lnTo>
                  <a:lnTo>
                    <a:pt x="1" y="2430"/>
                  </a:lnTo>
                  <a:lnTo>
                    <a:pt x="3263" y="2739"/>
                  </a:lnTo>
                  <a:lnTo>
                    <a:pt x="5597" y="2430"/>
                  </a:lnTo>
                  <a:lnTo>
                    <a:pt x="6550" y="1215"/>
                  </a:lnTo>
                  <a:lnTo>
                    <a:pt x="5597"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90"/>
            <p:cNvSpPr/>
            <p:nvPr/>
          </p:nvSpPr>
          <p:spPr>
            <a:xfrm>
              <a:off x="6082938" y="3651844"/>
              <a:ext cx="101805" cy="84021"/>
            </a:xfrm>
            <a:custGeom>
              <a:rect b="b" l="l" r="r" t="t"/>
              <a:pathLst>
                <a:path extrusionOk="0" h="2811" w="3406">
                  <a:moveTo>
                    <a:pt x="0" y="1"/>
                  </a:moveTo>
                  <a:lnTo>
                    <a:pt x="0" y="2406"/>
                  </a:lnTo>
                  <a:lnTo>
                    <a:pt x="1691" y="2811"/>
                  </a:lnTo>
                  <a:lnTo>
                    <a:pt x="3406" y="2406"/>
                  </a:lnTo>
                  <a:lnTo>
                    <a:pt x="3406"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90"/>
            <p:cNvSpPr/>
            <p:nvPr/>
          </p:nvSpPr>
          <p:spPr>
            <a:xfrm>
              <a:off x="6175478" y="3723760"/>
              <a:ext cx="64084" cy="128138"/>
            </a:xfrm>
            <a:custGeom>
              <a:rect b="b" l="l" r="r" t="t"/>
              <a:pathLst>
                <a:path extrusionOk="0" h="4287" w="2144">
                  <a:moveTo>
                    <a:pt x="334" y="0"/>
                  </a:moveTo>
                  <a:lnTo>
                    <a:pt x="0" y="1834"/>
                  </a:lnTo>
                  <a:lnTo>
                    <a:pt x="334" y="2429"/>
                  </a:lnTo>
                  <a:lnTo>
                    <a:pt x="1072" y="3715"/>
                  </a:lnTo>
                  <a:lnTo>
                    <a:pt x="1882" y="4287"/>
                  </a:lnTo>
                  <a:lnTo>
                    <a:pt x="2144" y="2429"/>
                  </a:lnTo>
                  <a:lnTo>
                    <a:pt x="1882" y="1834"/>
                  </a:lnTo>
                  <a:lnTo>
                    <a:pt x="334"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90"/>
            <p:cNvSpPr/>
            <p:nvPr/>
          </p:nvSpPr>
          <p:spPr>
            <a:xfrm>
              <a:off x="6230984" y="3777861"/>
              <a:ext cx="195779" cy="81869"/>
            </a:xfrm>
            <a:custGeom>
              <a:rect b="b" l="l" r="r" t="t"/>
              <a:pathLst>
                <a:path extrusionOk="0" h="2739" w="6550">
                  <a:moveTo>
                    <a:pt x="25" y="0"/>
                  </a:moveTo>
                  <a:lnTo>
                    <a:pt x="25" y="2453"/>
                  </a:lnTo>
                  <a:lnTo>
                    <a:pt x="1" y="2453"/>
                  </a:lnTo>
                  <a:lnTo>
                    <a:pt x="3263" y="2739"/>
                  </a:lnTo>
                  <a:lnTo>
                    <a:pt x="5597" y="2453"/>
                  </a:lnTo>
                  <a:lnTo>
                    <a:pt x="6550" y="1215"/>
                  </a:lnTo>
                  <a:lnTo>
                    <a:pt x="5597"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90"/>
            <p:cNvSpPr/>
            <p:nvPr/>
          </p:nvSpPr>
          <p:spPr>
            <a:xfrm>
              <a:off x="6082938" y="3723760"/>
              <a:ext cx="101805" cy="84738"/>
            </a:xfrm>
            <a:custGeom>
              <a:rect b="b" l="l" r="r" t="t"/>
              <a:pathLst>
                <a:path extrusionOk="0" h="2835" w="3406">
                  <a:moveTo>
                    <a:pt x="0" y="0"/>
                  </a:moveTo>
                  <a:lnTo>
                    <a:pt x="0" y="2405"/>
                  </a:lnTo>
                  <a:lnTo>
                    <a:pt x="1691" y="2834"/>
                  </a:lnTo>
                  <a:lnTo>
                    <a:pt x="3406" y="2405"/>
                  </a:lnTo>
                  <a:lnTo>
                    <a:pt x="3406"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90"/>
            <p:cNvSpPr/>
            <p:nvPr/>
          </p:nvSpPr>
          <p:spPr>
            <a:xfrm>
              <a:off x="6175478" y="3795646"/>
              <a:ext cx="64084" cy="128138"/>
            </a:xfrm>
            <a:custGeom>
              <a:rect b="b" l="l" r="r" t="t"/>
              <a:pathLst>
                <a:path extrusionOk="0" h="4287" w="2144">
                  <a:moveTo>
                    <a:pt x="334" y="0"/>
                  </a:moveTo>
                  <a:lnTo>
                    <a:pt x="0" y="1858"/>
                  </a:lnTo>
                  <a:lnTo>
                    <a:pt x="334" y="2453"/>
                  </a:lnTo>
                  <a:lnTo>
                    <a:pt x="1882" y="4287"/>
                  </a:lnTo>
                  <a:lnTo>
                    <a:pt x="2144" y="2453"/>
                  </a:lnTo>
                  <a:lnTo>
                    <a:pt x="1882" y="1858"/>
                  </a:lnTo>
                  <a:lnTo>
                    <a:pt x="33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90"/>
            <p:cNvSpPr/>
            <p:nvPr/>
          </p:nvSpPr>
          <p:spPr>
            <a:xfrm>
              <a:off x="6230984" y="3849747"/>
              <a:ext cx="195779" cy="73350"/>
            </a:xfrm>
            <a:custGeom>
              <a:rect b="b" l="l" r="r" t="t"/>
              <a:pathLst>
                <a:path extrusionOk="0" h="2454" w="6550">
                  <a:moveTo>
                    <a:pt x="1" y="0"/>
                  </a:moveTo>
                  <a:lnTo>
                    <a:pt x="1" y="2453"/>
                  </a:lnTo>
                  <a:lnTo>
                    <a:pt x="5597" y="2453"/>
                  </a:lnTo>
                  <a:lnTo>
                    <a:pt x="6550" y="1239"/>
                  </a:lnTo>
                  <a:lnTo>
                    <a:pt x="5597"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90"/>
            <p:cNvSpPr/>
            <p:nvPr/>
          </p:nvSpPr>
          <p:spPr>
            <a:xfrm>
              <a:off x="6082938" y="3795646"/>
              <a:ext cx="102523" cy="73350"/>
            </a:xfrm>
            <a:custGeom>
              <a:rect b="b" l="l" r="r" t="t"/>
              <a:pathLst>
                <a:path extrusionOk="0" h="2454" w="3430">
                  <a:moveTo>
                    <a:pt x="0" y="0"/>
                  </a:moveTo>
                  <a:lnTo>
                    <a:pt x="0" y="2453"/>
                  </a:lnTo>
                  <a:lnTo>
                    <a:pt x="3430" y="2453"/>
                  </a:lnTo>
                  <a:lnTo>
                    <a:pt x="3430"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1" name="Google Shape;20621;p90"/>
          <p:cNvGrpSpPr/>
          <p:nvPr/>
        </p:nvGrpSpPr>
        <p:grpSpPr>
          <a:xfrm>
            <a:off x="5552286" y="3567852"/>
            <a:ext cx="286885" cy="344545"/>
            <a:chOff x="5437986" y="3567852"/>
            <a:chExt cx="286885" cy="344545"/>
          </a:xfrm>
        </p:grpSpPr>
        <p:sp>
          <p:nvSpPr>
            <p:cNvPr id="20622" name="Google Shape;20622;p90"/>
            <p:cNvSpPr/>
            <p:nvPr/>
          </p:nvSpPr>
          <p:spPr>
            <a:xfrm>
              <a:off x="5473585" y="3717333"/>
              <a:ext cx="229944" cy="47017"/>
            </a:xfrm>
            <a:custGeom>
              <a:rect b="b" l="l" r="r" t="t"/>
              <a:pathLst>
                <a:path extrusionOk="0" h="1573" w="7693">
                  <a:moveTo>
                    <a:pt x="0" y="1"/>
                  </a:moveTo>
                  <a:lnTo>
                    <a:pt x="0" y="1573"/>
                  </a:lnTo>
                  <a:lnTo>
                    <a:pt x="7692" y="1573"/>
                  </a:lnTo>
                  <a:lnTo>
                    <a:pt x="7692"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90"/>
            <p:cNvSpPr/>
            <p:nvPr/>
          </p:nvSpPr>
          <p:spPr>
            <a:xfrm>
              <a:off x="5473585" y="3740827"/>
              <a:ext cx="229944" cy="22806"/>
            </a:xfrm>
            <a:custGeom>
              <a:rect b="b" l="l" r="r" t="t"/>
              <a:pathLst>
                <a:path extrusionOk="0" h="763" w="7693">
                  <a:moveTo>
                    <a:pt x="0" y="1"/>
                  </a:moveTo>
                  <a:lnTo>
                    <a:pt x="0" y="763"/>
                  </a:lnTo>
                  <a:lnTo>
                    <a:pt x="7692" y="763"/>
                  </a:lnTo>
                  <a:lnTo>
                    <a:pt x="7692"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90"/>
            <p:cNvSpPr/>
            <p:nvPr/>
          </p:nvSpPr>
          <p:spPr>
            <a:xfrm>
              <a:off x="5473585" y="3820544"/>
              <a:ext cx="251285" cy="47017"/>
            </a:xfrm>
            <a:custGeom>
              <a:rect b="b" l="l" r="r" t="t"/>
              <a:pathLst>
                <a:path extrusionOk="0" h="1573" w="8407">
                  <a:moveTo>
                    <a:pt x="0" y="1"/>
                  </a:moveTo>
                  <a:lnTo>
                    <a:pt x="0" y="1573"/>
                  </a:lnTo>
                  <a:lnTo>
                    <a:pt x="8407" y="1573"/>
                  </a:lnTo>
                  <a:lnTo>
                    <a:pt x="8407"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90"/>
            <p:cNvSpPr/>
            <p:nvPr/>
          </p:nvSpPr>
          <p:spPr>
            <a:xfrm>
              <a:off x="5473585" y="3844038"/>
              <a:ext cx="251285" cy="22806"/>
            </a:xfrm>
            <a:custGeom>
              <a:rect b="b" l="l" r="r" t="t"/>
              <a:pathLst>
                <a:path extrusionOk="0" h="763" w="8407">
                  <a:moveTo>
                    <a:pt x="0" y="1"/>
                  </a:moveTo>
                  <a:lnTo>
                    <a:pt x="0" y="763"/>
                  </a:lnTo>
                  <a:lnTo>
                    <a:pt x="8407" y="763"/>
                  </a:lnTo>
                  <a:lnTo>
                    <a:pt x="8407"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90"/>
            <p:cNvSpPr/>
            <p:nvPr/>
          </p:nvSpPr>
          <p:spPr>
            <a:xfrm>
              <a:off x="5474990" y="3613405"/>
              <a:ext cx="207885" cy="47017"/>
            </a:xfrm>
            <a:custGeom>
              <a:rect b="b" l="l" r="r" t="t"/>
              <a:pathLst>
                <a:path extrusionOk="0" h="1573" w="6955">
                  <a:moveTo>
                    <a:pt x="1" y="1"/>
                  </a:moveTo>
                  <a:lnTo>
                    <a:pt x="1" y="1573"/>
                  </a:lnTo>
                  <a:lnTo>
                    <a:pt x="6955" y="1573"/>
                  </a:lnTo>
                  <a:lnTo>
                    <a:pt x="6955"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90"/>
            <p:cNvSpPr/>
            <p:nvPr/>
          </p:nvSpPr>
          <p:spPr>
            <a:xfrm>
              <a:off x="5474990" y="3637616"/>
              <a:ext cx="207885" cy="22806"/>
            </a:xfrm>
            <a:custGeom>
              <a:rect b="b" l="l" r="r" t="t"/>
              <a:pathLst>
                <a:path extrusionOk="0" h="763" w="6955">
                  <a:moveTo>
                    <a:pt x="1" y="1"/>
                  </a:moveTo>
                  <a:lnTo>
                    <a:pt x="1" y="763"/>
                  </a:lnTo>
                  <a:lnTo>
                    <a:pt x="6955" y="763"/>
                  </a:lnTo>
                  <a:lnTo>
                    <a:pt x="6955"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90"/>
            <p:cNvSpPr/>
            <p:nvPr/>
          </p:nvSpPr>
          <p:spPr>
            <a:xfrm>
              <a:off x="5437986" y="3567852"/>
              <a:ext cx="35629" cy="20684"/>
            </a:xfrm>
            <a:custGeom>
              <a:rect b="b" l="l" r="r" t="t"/>
              <a:pathLst>
                <a:path extrusionOk="0" h="692" w="1192">
                  <a:moveTo>
                    <a:pt x="1" y="1"/>
                  </a:moveTo>
                  <a:lnTo>
                    <a:pt x="1" y="691"/>
                  </a:lnTo>
                  <a:lnTo>
                    <a:pt x="1191" y="691"/>
                  </a:lnTo>
                  <a:lnTo>
                    <a:pt x="834"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90"/>
            <p:cNvSpPr/>
            <p:nvPr/>
          </p:nvSpPr>
          <p:spPr>
            <a:xfrm>
              <a:off x="5439420" y="3609161"/>
              <a:ext cx="35599" cy="19937"/>
            </a:xfrm>
            <a:custGeom>
              <a:rect b="b" l="l" r="r" t="t"/>
              <a:pathLst>
                <a:path extrusionOk="0" h="667" w="1191">
                  <a:moveTo>
                    <a:pt x="0" y="0"/>
                  </a:moveTo>
                  <a:lnTo>
                    <a:pt x="0" y="667"/>
                  </a:lnTo>
                  <a:lnTo>
                    <a:pt x="1191" y="667"/>
                  </a:lnTo>
                  <a:lnTo>
                    <a:pt x="1191"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90"/>
            <p:cNvSpPr/>
            <p:nvPr/>
          </p:nvSpPr>
          <p:spPr>
            <a:xfrm>
              <a:off x="5439420" y="3649004"/>
              <a:ext cx="35599" cy="20684"/>
            </a:xfrm>
            <a:custGeom>
              <a:rect b="b" l="l" r="r" t="t"/>
              <a:pathLst>
                <a:path extrusionOk="0" h="692" w="1191">
                  <a:moveTo>
                    <a:pt x="0" y="1"/>
                  </a:moveTo>
                  <a:lnTo>
                    <a:pt x="0" y="691"/>
                  </a:lnTo>
                  <a:lnTo>
                    <a:pt x="1191" y="691"/>
                  </a:lnTo>
                  <a:lnTo>
                    <a:pt x="1191"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90"/>
            <p:cNvSpPr/>
            <p:nvPr/>
          </p:nvSpPr>
          <p:spPr>
            <a:xfrm>
              <a:off x="5439420" y="3689595"/>
              <a:ext cx="35599" cy="20654"/>
            </a:xfrm>
            <a:custGeom>
              <a:rect b="b" l="l" r="r" t="t"/>
              <a:pathLst>
                <a:path extrusionOk="0" h="691" w="1191">
                  <a:moveTo>
                    <a:pt x="0" y="0"/>
                  </a:moveTo>
                  <a:lnTo>
                    <a:pt x="0" y="691"/>
                  </a:lnTo>
                  <a:lnTo>
                    <a:pt x="1191" y="691"/>
                  </a:lnTo>
                  <a:lnTo>
                    <a:pt x="1191"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90"/>
            <p:cNvSpPr/>
            <p:nvPr/>
          </p:nvSpPr>
          <p:spPr>
            <a:xfrm>
              <a:off x="5439420" y="3730873"/>
              <a:ext cx="35599" cy="20654"/>
            </a:xfrm>
            <a:custGeom>
              <a:rect b="b" l="l" r="r" t="t"/>
              <a:pathLst>
                <a:path extrusionOk="0" h="691" w="1191">
                  <a:moveTo>
                    <a:pt x="0" y="0"/>
                  </a:moveTo>
                  <a:lnTo>
                    <a:pt x="0" y="691"/>
                  </a:lnTo>
                  <a:lnTo>
                    <a:pt x="1191" y="691"/>
                  </a:lnTo>
                  <a:lnTo>
                    <a:pt x="1191"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90"/>
            <p:cNvSpPr/>
            <p:nvPr/>
          </p:nvSpPr>
          <p:spPr>
            <a:xfrm>
              <a:off x="5439420" y="3740827"/>
              <a:ext cx="35599" cy="9296"/>
            </a:xfrm>
            <a:custGeom>
              <a:rect b="b" l="l" r="r" t="t"/>
              <a:pathLst>
                <a:path extrusionOk="0" h="311" w="1191">
                  <a:moveTo>
                    <a:pt x="0" y="1"/>
                  </a:moveTo>
                  <a:lnTo>
                    <a:pt x="0" y="310"/>
                  </a:lnTo>
                  <a:lnTo>
                    <a:pt x="1191" y="310"/>
                  </a:lnTo>
                  <a:lnTo>
                    <a:pt x="1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90"/>
            <p:cNvSpPr/>
            <p:nvPr/>
          </p:nvSpPr>
          <p:spPr>
            <a:xfrm>
              <a:off x="5439420" y="3770717"/>
              <a:ext cx="35599" cy="20684"/>
            </a:xfrm>
            <a:custGeom>
              <a:rect b="b" l="l" r="r" t="t"/>
              <a:pathLst>
                <a:path extrusionOk="0" h="692" w="1191">
                  <a:moveTo>
                    <a:pt x="0" y="1"/>
                  </a:moveTo>
                  <a:lnTo>
                    <a:pt x="0" y="691"/>
                  </a:lnTo>
                  <a:lnTo>
                    <a:pt x="1191" y="691"/>
                  </a:lnTo>
                  <a:lnTo>
                    <a:pt x="1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90"/>
            <p:cNvSpPr/>
            <p:nvPr/>
          </p:nvSpPr>
          <p:spPr>
            <a:xfrm>
              <a:off x="5439420" y="3810591"/>
              <a:ext cx="35599" cy="20684"/>
            </a:xfrm>
            <a:custGeom>
              <a:rect b="b" l="l" r="r" t="t"/>
              <a:pathLst>
                <a:path extrusionOk="0" h="692" w="1191">
                  <a:moveTo>
                    <a:pt x="0" y="0"/>
                  </a:moveTo>
                  <a:lnTo>
                    <a:pt x="0" y="691"/>
                  </a:lnTo>
                  <a:lnTo>
                    <a:pt x="1191" y="691"/>
                  </a:lnTo>
                  <a:lnTo>
                    <a:pt x="1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90"/>
            <p:cNvSpPr/>
            <p:nvPr/>
          </p:nvSpPr>
          <p:spPr>
            <a:xfrm>
              <a:off x="5439420" y="3851869"/>
              <a:ext cx="35599" cy="20684"/>
            </a:xfrm>
            <a:custGeom>
              <a:rect b="b" l="l" r="r" t="t"/>
              <a:pathLst>
                <a:path extrusionOk="0" h="692" w="1191">
                  <a:moveTo>
                    <a:pt x="0" y="1"/>
                  </a:moveTo>
                  <a:lnTo>
                    <a:pt x="0" y="691"/>
                  </a:lnTo>
                  <a:lnTo>
                    <a:pt x="1191" y="691"/>
                  </a:lnTo>
                  <a:lnTo>
                    <a:pt x="1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90"/>
            <p:cNvSpPr/>
            <p:nvPr/>
          </p:nvSpPr>
          <p:spPr>
            <a:xfrm>
              <a:off x="5439420" y="3891743"/>
              <a:ext cx="35599" cy="20654"/>
            </a:xfrm>
            <a:custGeom>
              <a:rect b="b" l="l" r="r" t="t"/>
              <a:pathLst>
                <a:path extrusionOk="0" h="691" w="1191">
                  <a:moveTo>
                    <a:pt x="0" y="0"/>
                  </a:moveTo>
                  <a:lnTo>
                    <a:pt x="0" y="691"/>
                  </a:lnTo>
                  <a:lnTo>
                    <a:pt x="834" y="691"/>
                  </a:lnTo>
                  <a:lnTo>
                    <a:pt x="1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90"/>
            <p:cNvSpPr/>
            <p:nvPr/>
          </p:nvSpPr>
          <p:spPr>
            <a:xfrm>
              <a:off x="5464319" y="3568570"/>
              <a:ext cx="19967" cy="343825"/>
            </a:xfrm>
            <a:custGeom>
              <a:rect b="b" l="l" r="r" t="t"/>
              <a:pathLst>
                <a:path extrusionOk="0" h="11503" w="668">
                  <a:moveTo>
                    <a:pt x="1" y="1"/>
                  </a:moveTo>
                  <a:lnTo>
                    <a:pt x="1" y="11503"/>
                  </a:lnTo>
                  <a:lnTo>
                    <a:pt x="668" y="11503"/>
                  </a:lnTo>
                  <a:lnTo>
                    <a:pt x="668"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90"/>
            <p:cNvSpPr/>
            <p:nvPr/>
          </p:nvSpPr>
          <p:spPr>
            <a:xfrm>
              <a:off x="5464319" y="3740827"/>
              <a:ext cx="19967" cy="171569"/>
            </a:xfrm>
            <a:custGeom>
              <a:rect b="b" l="l" r="r" t="t"/>
              <a:pathLst>
                <a:path extrusionOk="0" h="5740" w="668">
                  <a:moveTo>
                    <a:pt x="1" y="1"/>
                  </a:moveTo>
                  <a:lnTo>
                    <a:pt x="1" y="5740"/>
                  </a:lnTo>
                  <a:lnTo>
                    <a:pt x="668" y="5740"/>
                  </a:lnTo>
                  <a:lnTo>
                    <a:pt x="668"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0" name="Google Shape;20640;p90"/>
          <p:cNvGrpSpPr/>
          <p:nvPr/>
        </p:nvGrpSpPr>
        <p:grpSpPr>
          <a:xfrm>
            <a:off x="4782742" y="3605573"/>
            <a:ext cx="344543" cy="284765"/>
            <a:chOff x="4744642" y="3605573"/>
            <a:chExt cx="344543" cy="284765"/>
          </a:xfrm>
        </p:grpSpPr>
        <p:sp>
          <p:nvSpPr>
            <p:cNvPr id="20641" name="Google Shape;20641;p90"/>
            <p:cNvSpPr/>
            <p:nvPr/>
          </p:nvSpPr>
          <p:spPr>
            <a:xfrm>
              <a:off x="4980237" y="3713059"/>
              <a:ext cx="64114" cy="168729"/>
            </a:xfrm>
            <a:custGeom>
              <a:rect b="b" l="l" r="r" t="t"/>
              <a:pathLst>
                <a:path extrusionOk="0" h="5645" w="2145">
                  <a:moveTo>
                    <a:pt x="1073" y="1"/>
                  </a:moveTo>
                  <a:lnTo>
                    <a:pt x="1" y="977"/>
                  </a:lnTo>
                  <a:lnTo>
                    <a:pt x="1" y="5645"/>
                  </a:lnTo>
                  <a:lnTo>
                    <a:pt x="2144" y="5645"/>
                  </a:lnTo>
                  <a:lnTo>
                    <a:pt x="2144" y="977"/>
                  </a:lnTo>
                  <a:lnTo>
                    <a:pt x="1073"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90"/>
            <p:cNvSpPr/>
            <p:nvPr/>
          </p:nvSpPr>
          <p:spPr>
            <a:xfrm>
              <a:off x="4884857" y="3732279"/>
              <a:ext cx="64114" cy="148822"/>
            </a:xfrm>
            <a:custGeom>
              <a:rect b="b" l="l" r="r" t="t"/>
              <a:pathLst>
                <a:path extrusionOk="0" h="4979" w="2145">
                  <a:moveTo>
                    <a:pt x="1073" y="1"/>
                  </a:moveTo>
                  <a:lnTo>
                    <a:pt x="1" y="1001"/>
                  </a:lnTo>
                  <a:lnTo>
                    <a:pt x="1" y="4978"/>
                  </a:lnTo>
                  <a:lnTo>
                    <a:pt x="2144" y="4978"/>
                  </a:lnTo>
                  <a:lnTo>
                    <a:pt x="2144" y="1001"/>
                  </a:lnTo>
                  <a:lnTo>
                    <a:pt x="1073"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90"/>
            <p:cNvSpPr/>
            <p:nvPr/>
          </p:nvSpPr>
          <p:spPr>
            <a:xfrm>
              <a:off x="4790195" y="3752932"/>
              <a:ext cx="64084" cy="128168"/>
            </a:xfrm>
            <a:custGeom>
              <a:rect b="b" l="l" r="r" t="t"/>
              <a:pathLst>
                <a:path extrusionOk="0" h="4288" w="2144">
                  <a:moveTo>
                    <a:pt x="1072" y="1"/>
                  </a:moveTo>
                  <a:lnTo>
                    <a:pt x="1" y="977"/>
                  </a:lnTo>
                  <a:lnTo>
                    <a:pt x="1" y="4287"/>
                  </a:lnTo>
                  <a:lnTo>
                    <a:pt x="2144" y="4287"/>
                  </a:lnTo>
                  <a:lnTo>
                    <a:pt x="2144" y="977"/>
                  </a:lnTo>
                  <a:lnTo>
                    <a:pt x="1072"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90"/>
            <p:cNvSpPr/>
            <p:nvPr/>
          </p:nvSpPr>
          <p:spPr>
            <a:xfrm>
              <a:off x="4790195" y="3699548"/>
              <a:ext cx="64084" cy="56970"/>
            </a:xfrm>
            <a:custGeom>
              <a:rect b="b" l="l" r="r" t="t"/>
              <a:pathLst>
                <a:path extrusionOk="0" h="1906" w="2144">
                  <a:moveTo>
                    <a:pt x="1072" y="0"/>
                  </a:moveTo>
                  <a:lnTo>
                    <a:pt x="1" y="977"/>
                  </a:lnTo>
                  <a:lnTo>
                    <a:pt x="1" y="1906"/>
                  </a:lnTo>
                  <a:lnTo>
                    <a:pt x="1072" y="929"/>
                  </a:lnTo>
                  <a:lnTo>
                    <a:pt x="2144" y="1906"/>
                  </a:lnTo>
                  <a:lnTo>
                    <a:pt x="2144" y="977"/>
                  </a:lnTo>
                  <a:lnTo>
                    <a:pt x="1072"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90"/>
            <p:cNvSpPr/>
            <p:nvPr/>
          </p:nvSpPr>
          <p:spPr>
            <a:xfrm>
              <a:off x="4790195" y="3646164"/>
              <a:ext cx="64084" cy="56970"/>
            </a:xfrm>
            <a:custGeom>
              <a:rect b="b" l="l" r="r" t="t"/>
              <a:pathLst>
                <a:path extrusionOk="0" h="1906" w="2144">
                  <a:moveTo>
                    <a:pt x="1072" y="0"/>
                  </a:moveTo>
                  <a:lnTo>
                    <a:pt x="1" y="977"/>
                  </a:lnTo>
                  <a:lnTo>
                    <a:pt x="1" y="1906"/>
                  </a:lnTo>
                  <a:lnTo>
                    <a:pt x="1072" y="929"/>
                  </a:lnTo>
                  <a:lnTo>
                    <a:pt x="2144" y="1906"/>
                  </a:lnTo>
                  <a:lnTo>
                    <a:pt x="2144" y="977"/>
                  </a:lnTo>
                  <a:lnTo>
                    <a:pt x="1072"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90"/>
            <p:cNvSpPr/>
            <p:nvPr/>
          </p:nvSpPr>
          <p:spPr>
            <a:xfrm>
              <a:off x="4822237" y="3646164"/>
              <a:ext cx="32042" cy="56970"/>
            </a:xfrm>
            <a:custGeom>
              <a:rect b="b" l="l" r="r" t="t"/>
              <a:pathLst>
                <a:path extrusionOk="0" h="1906" w="1072">
                  <a:moveTo>
                    <a:pt x="0" y="0"/>
                  </a:moveTo>
                  <a:lnTo>
                    <a:pt x="0" y="929"/>
                  </a:lnTo>
                  <a:lnTo>
                    <a:pt x="1072" y="1906"/>
                  </a:lnTo>
                  <a:lnTo>
                    <a:pt x="1072" y="977"/>
                  </a:lnTo>
                  <a:lnTo>
                    <a:pt x="0"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90"/>
            <p:cNvSpPr/>
            <p:nvPr/>
          </p:nvSpPr>
          <p:spPr>
            <a:xfrm>
              <a:off x="4820802" y="3699548"/>
              <a:ext cx="32072" cy="56970"/>
            </a:xfrm>
            <a:custGeom>
              <a:rect b="b" l="l" r="r" t="t"/>
              <a:pathLst>
                <a:path extrusionOk="0" h="1906" w="1073">
                  <a:moveTo>
                    <a:pt x="1" y="0"/>
                  </a:moveTo>
                  <a:lnTo>
                    <a:pt x="1" y="929"/>
                  </a:lnTo>
                  <a:lnTo>
                    <a:pt x="1072" y="1906"/>
                  </a:lnTo>
                  <a:lnTo>
                    <a:pt x="1072" y="977"/>
                  </a:lnTo>
                  <a:lnTo>
                    <a:pt x="1"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90"/>
            <p:cNvSpPr/>
            <p:nvPr/>
          </p:nvSpPr>
          <p:spPr>
            <a:xfrm>
              <a:off x="4820802" y="3752932"/>
              <a:ext cx="32072" cy="128168"/>
            </a:xfrm>
            <a:custGeom>
              <a:rect b="b" l="l" r="r" t="t"/>
              <a:pathLst>
                <a:path extrusionOk="0" h="4288" w="1073">
                  <a:moveTo>
                    <a:pt x="1" y="1"/>
                  </a:moveTo>
                  <a:lnTo>
                    <a:pt x="1" y="4287"/>
                  </a:lnTo>
                  <a:lnTo>
                    <a:pt x="1072" y="4287"/>
                  </a:lnTo>
                  <a:lnTo>
                    <a:pt x="1072" y="977"/>
                  </a:lnTo>
                  <a:lnTo>
                    <a:pt x="1"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90"/>
            <p:cNvSpPr/>
            <p:nvPr/>
          </p:nvSpPr>
          <p:spPr>
            <a:xfrm>
              <a:off x="4884857" y="3678895"/>
              <a:ext cx="64114" cy="56970"/>
            </a:xfrm>
            <a:custGeom>
              <a:rect b="b" l="l" r="r" t="t"/>
              <a:pathLst>
                <a:path extrusionOk="0" h="1906" w="2145">
                  <a:moveTo>
                    <a:pt x="1073" y="1"/>
                  </a:moveTo>
                  <a:lnTo>
                    <a:pt x="1" y="1001"/>
                  </a:lnTo>
                  <a:lnTo>
                    <a:pt x="1" y="1906"/>
                  </a:lnTo>
                  <a:lnTo>
                    <a:pt x="1073" y="930"/>
                  </a:lnTo>
                  <a:lnTo>
                    <a:pt x="2144" y="1906"/>
                  </a:lnTo>
                  <a:lnTo>
                    <a:pt x="2144" y="1001"/>
                  </a:lnTo>
                  <a:lnTo>
                    <a:pt x="1073"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90"/>
            <p:cNvSpPr/>
            <p:nvPr/>
          </p:nvSpPr>
          <p:spPr>
            <a:xfrm>
              <a:off x="4884857" y="3625511"/>
              <a:ext cx="64114" cy="56970"/>
            </a:xfrm>
            <a:custGeom>
              <a:rect b="b" l="l" r="r" t="t"/>
              <a:pathLst>
                <a:path extrusionOk="0" h="1906" w="2145">
                  <a:moveTo>
                    <a:pt x="1073" y="1"/>
                  </a:moveTo>
                  <a:lnTo>
                    <a:pt x="1" y="1001"/>
                  </a:lnTo>
                  <a:lnTo>
                    <a:pt x="1" y="1906"/>
                  </a:lnTo>
                  <a:lnTo>
                    <a:pt x="1073" y="929"/>
                  </a:lnTo>
                  <a:lnTo>
                    <a:pt x="2144" y="1906"/>
                  </a:lnTo>
                  <a:lnTo>
                    <a:pt x="2144" y="1001"/>
                  </a:lnTo>
                  <a:lnTo>
                    <a:pt x="1073"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90"/>
            <p:cNvSpPr/>
            <p:nvPr/>
          </p:nvSpPr>
          <p:spPr>
            <a:xfrm>
              <a:off x="4916899" y="3625511"/>
              <a:ext cx="32072" cy="56970"/>
            </a:xfrm>
            <a:custGeom>
              <a:rect b="b" l="l" r="r" t="t"/>
              <a:pathLst>
                <a:path extrusionOk="0" h="1906" w="1073">
                  <a:moveTo>
                    <a:pt x="1" y="1"/>
                  </a:moveTo>
                  <a:lnTo>
                    <a:pt x="1" y="929"/>
                  </a:lnTo>
                  <a:lnTo>
                    <a:pt x="1072" y="1906"/>
                  </a:lnTo>
                  <a:lnTo>
                    <a:pt x="1072" y="1001"/>
                  </a:lnTo>
                  <a:lnTo>
                    <a:pt x="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90"/>
            <p:cNvSpPr/>
            <p:nvPr/>
          </p:nvSpPr>
          <p:spPr>
            <a:xfrm>
              <a:off x="4916899" y="3678895"/>
              <a:ext cx="32072" cy="56970"/>
            </a:xfrm>
            <a:custGeom>
              <a:rect b="b" l="l" r="r" t="t"/>
              <a:pathLst>
                <a:path extrusionOk="0" h="1906" w="1073">
                  <a:moveTo>
                    <a:pt x="1" y="1"/>
                  </a:moveTo>
                  <a:lnTo>
                    <a:pt x="1" y="930"/>
                  </a:lnTo>
                  <a:lnTo>
                    <a:pt x="1072" y="1906"/>
                  </a:lnTo>
                  <a:lnTo>
                    <a:pt x="1072" y="1001"/>
                  </a:lnTo>
                  <a:lnTo>
                    <a:pt x="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90"/>
            <p:cNvSpPr/>
            <p:nvPr/>
          </p:nvSpPr>
          <p:spPr>
            <a:xfrm>
              <a:off x="4916899" y="3732279"/>
              <a:ext cx="32072" cy="148822"/>
            </a:xfrm>
            <a:custGeom>
              <a:rect b="b" l="l" r="r" t="t"/>
              <a:pathLst>
                <a:path extrusionOk="0" h="4979" w="1073">
                  <a:moveTo>
                    <a:pt x="1" y="1"/>
                  </a:moveTo>
                  <a:lnTo>
                    <a:pt x="1" y="4978"/>
                  </a:lnTo>
                  <a:lnTo>
                    <a:pt x="1072" y="4978"/>
                  </a:lnTo>
                  <a:lnTo>
                    <a:pt x="1072" y="1001"/>
                  </a:lnTo>
                  <a:lnTo>
                    <a:pt x="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90"/>
            <p:cNvSpPr/>
            <p:nvPr/>
          </p:nvSpPr>
          <p:spPr>
            <a:xfrm>
              <a:off x="4980237" y="3659675"/>
              <a:ext cx="64114" cy="56970"/>
            </a:xfrm>
            <a:custGeom>
              <a:rect b="b" l="l" r="r" t="t"/>
              <a:pathLst>
                <a:path extrusionOk="0" h="1906" w="2145">
                  <a:moveTo>
                    <a:pt x="1073" y="1"/>
                  </a:moveTo>
                  <a:lnTo>
                    <a:pt x="1" y="977"/>
                  </a:lnTo>
                  <a:lnTo>
                    <a:pt x="1" y="1906"/>
                  </a:lnTo>
                  <a:lnTo>
                    <a:pt x="1073" y="930"/>
                  </a:lnTo>
                  <a:lnTo>
                    <a:pt x="2144" y="1906"/>
                  </a:lnTo>
                  <a:lnTo>
                    <a:pt x="2144" y="977"/>
                  </a:lnTo>
                  <a:lnTo>
                    <a:pt x="1073"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90"/>
            <p:cNvSpPr/>
            <p:nvPr/>
          </p:nvSpPr>
          <p:spPr>
            <a:xfrm>
              <a:off x="4980237" y="3605573"/>
              <a:ext cx="64114" cy="57000"/>
            </a:xfrm>
            <a:custGeom>
              <a:rect b="b" l="l" r="r" t="t"/>
              <a:pathLst>
                <a:path extrusionOk="0" h="1907" w="2145">
                  <a:moveTo>
                    <a:pt x="1073" y="1"/>
                  </a:moveTo>
                  <a:lnTo>
                    <a:pt x="1" y="977"/>
                  </a:lnTo>
                  <a:lnTo>
                    <a:pt x="1" y="1906"/>
                  </a:lnTo>
                  <a:lnTo>
                    <a:pt x="1073" y="906"/>
                  </a:lnTo>
                  <a:lnTo>
                    <a:pt x="2144" y="1906"/>
                  </a:lnTo>
                  <a:lnTo>
                    <a:pt x="2144" y="977"/>
                  </a:lnTo>
                  <a:lnTo>
                    <a:pt x="1073"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90"/>
            <p:cNvSpPr/>
            <p:nvPr/>
          </p:nvSpPr>
          <p:spPr>
            <a:xfrm>
              <a:off x="5012279" y="3713059"/>
              <a:ext cx="32072" cy="168729"/>
            </a:xfrm>
            <a:custGeom>
              <a:rect b="b" l="l" r="r" t="t"/>
              <a:pathLst>
                <a:path extrusionOk="0" h="5645" w="1073">
                  <a:moveTo>
                    <a:pt x="1" y="1"/>
                  </a:moveTo>
                  <a:lnTo>
                    <a:pt x="1" y="5645"/>
                  </a:lnTo>
                  <a:lnTo>
                    <a:pt x="1072" y="5645"/>
                  </a:lnTo>
                  <a:lnTo>
                    <a:pt x="1072" y="977"/>
                  </a:lnTo>
                  <a:lnTo>
                    <a:pt x="1"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90"/>
            <p:cNvSpPr/>
            <p:nvPr/>
          </p:nvSpPr>
          <p:spPr>
            <a:xfrm>
              <a:off x="4744642" y="3869684"/>
              <a:ext cx="343107" cy="20654"/>
            </a:xfrm>
            <a:custGeom>
              <a:rect b="b" l="l" r="r" t="t"/>
              <a:pathLst>
                <a:path extrusionOk="0" h="691" w="11479">
                  <a:moveTo>
                    <a:pt x="0" y="0"/>
                  </a:moveTo>
                  <a:lnTo>
                    <a:pt x="0" y="691"/>
                  </a:lnTo>
                  <a:lnTo>
                    <a:pt x="11479" y="691"/>
                  </a:lnTo>
                  <a:lnTo>
                    <a:pt x="11479"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90"/>
            <p:cNvSpPr/>
            <p:nvPr/>
          </p:nvSpPr>
          <p:spPr>
            <a:xfrm>
              <a:off x="4916899" y="3869684"/>
              <a:ext cx="172286" cy="20654"/>
            </a:xfrm>
            <a:custGeom>
              <a:rect b="b" l="l" r="r" t="t"/>
              <a:pathLst>
                <a:path extrusionOk="0" h="691" w="5764">
                  <a:moveTo>
                    <a:pt x="1" y="0"/>
                  </a:moveTo>
                  <a:lnTo>
                    <a:pt x="1" y="691"/>
                  </a:lnTo>
                  <a:lnTo>
                    <a:pt x="5764" y="691"/>
                  </a:lnTo>
                  <a:lnTo>
                    <a:pt x="576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90"/>
            <p:cNvSpPr/>
            <p:nvPr/>
          </p:nvSpPr>
          <p:spPr>
            <a:xfrm>
              <a:off x="5012279" y="3605573"/>
              <a:ext cx="32072" cy="57000"/>
            </a:xfrm>
            <a:custGeom>
              <a:rect b="b" l="l" r="r" t="t"/>
              <a:pathLst>
                <a:path extrusionOk="0" h="1907" w="1073">
                  <a:moveTo>
                    <a:pt x="1" y="1"/>
                  </a:moveTo>
                  <a:lnTo>
                    <a:pt x="1" y="906"/>
                  </a:lnTo>
                  <a:lnTo>
                    <a:pt x="1072" y="1906"/>
                  </a:lnTo>
                  <a:lnTo>
                    <a:pt x="1072" y="977"/>
                  </a:lnTo>
                  <a:lnTo>
                    <a:pt x="1"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90"/>
            <p:cNvSpPr/>
            <p:nvPr/>
          </p:nvSpPr>
          <p:spPr>
            <a:xfrm>
              <a:off x="5012279" y="3658988"/>
              <a:ext cx="32072" cy="56970"/>
            </a:xfrm>
            <a:custGeom>
              <a:rect b="b" l="l" r="r" t="t"/>
              <a:pathLst>
                <a:path extrusionOk="0" h="1906" w="1073">
                  <a:moveTo>
                    <a:pt x="1" y="0"/>
                  </a:moveTo>
                  <a:lnTo>
                    <a:pt x="1" y="905"/>
                  </a:lnTo>
                  <a:lnTo>
                    <a:pt x="1072" y="1905"/>
                  </a:lnTo>
                  <a:lnTo>
                    <a:pt x="1072" y="976"/>
                  </a:lnTo>
                  <a:lnTo>
                    <a:pt x="1"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1" name="Google Shape;20661;p90"/>
          <p:cNvGrpSpPr/>
          <p:nvPr/>
        </p:nvGrpSpPr>
        <p:grpSpPr>
          <a:xfrm>
            <a:off x="4038814" y="3589941"/>
            <a:ext cx="343827" cy="294000"/>
            <a:chOff x="4076914" y="3589941"/>
            <a:chExt cx="343827" cy="294000"/>
          </a:xfrm>
        </p:grpSpPr>
        <p:sp>
          <p:nvSpPr>
            <p:cNvPr id="20662" name="Google Shape;20662;p90"/>
            <p:cNvSpPr/>
            <p:nvPr/>
          </p:nvSpPr>
          <p:spPr>
            <a:xfrm>
              <a:off x="4108956" y="3698114"/>
              <a:ext cx="73350" cy="99683"/>
            </a:xfrm>
            <a:custGeom>
              <a:rect b="b" l="l" r="r" t="t"/>
              <a:pathLst>
                <a:path extrusionOk="0" h="3335" w="2454">
                  <a:moveTo>
                    <a:pt x="1905" y="1"/>
                  </a:moveTo>
                  <a:lnTo>
                    <a:pt x="0" y="2978"/>
                  </a:lnTo>
                  <a:lnTo>
                    <a:pt x="548" y="3335"/>
                  </a:lnTo>
                  <a:lnTo>
                    <a:pt x="2453" y="358"/>
                  </a:lnTo>
                  <a:lnTo>
                    <a:pt x="1905"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90"/>
            <p:cNvSpPr/>
            <p:nvPr/>
          </p:nvSpPr>
          <p:spPr>
            <a:xfrm>
              <a:off x="4205053" y="3695992"/>
              <a:ext cx="67641" cy="74755"/>
            </a:xfrm>
            <a:custGeom>
              <a:rect b="b" l="l" r="r" t="t"/>
              <a:pathLst>
                <a:path extrusionOk="0" h="2501" w="2263">
                  <a:moveTo>
                    <a:pt x="500" y="0"/>
                  </a:moveTo>
                  <a:lnTo>
                    <a:pt x="0" y="453"/>
                  </a:lnTo>
                  <a:lnTo>
                    <a:pt x="1477" y="2167"/>
                  </a:lnTo>
                  <a:lnTo>
                    <a:pt x="1739" y="2501"/>
                  </a:lnTo>
                  <a:lnTo>
                    <a:pt x="2263" y="2048"/>
                  </a:lnTo>
                  <a:lnTo>
                    <a:pt x="1477" y="1143"/>
                  </a:lnTo>
                  <a:lnTo>
                    <a:pt x="500"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90"/>
            <p:cNvSpPr/>
            <p:nvPr/>
          </p:nvSpPr>
          <p:spPr>
            <a:xfrm>
              <a:off x="4249171" y="3730156"/>
              <a:ext cx="23523" cy="40591"/>
            </a:xfrm>
            <a:custGeom>
              <a:rect b="b" l="l" r="r" t="t"/>
              <a:pathLst>
                <a:path extrusionOk="0" h="1358" w="787">
                  <a:moveTo>
                    <a:pt x="1" y="0"/>
                  </a:moveTo>
                  <a:lnTo>
                    <a:pt x="1" y="1024"/>
                  </a:lnTo>
                  <a:lnTo>
                    <a:pt x="263" y="1358"/>
                  </a:lnTo>
                  <a:lnTo>
                    <a:pt x="787" y="905"/>
                  </a:lnTo>
                  <a:lnTo>
                    <a:pt x="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90"/>
            <p:cNvSpPr/>
            <p:nvPr/>
          </p:nvSpPr>
          <p:spPr>
            <a:xfrm>
              <a:off x="4284053" y="3667506"/>
              <a:ext cx="75472" cy="98966"/>
            </a:xfrm>
            <a:custGeom>
              <a:rect b="b" l="l" r="r" t="t"/>
              <a:pathLst>
                <a:path extrusionOk="0" h="3311" w="2525">
                  <a:moveTo>
                    <a:pt x="1953" y="1"/>
                  </a:moveTo>
                  <a:lnTo>
                    <a:pt x="1" y="2954"/>
                  </a:lnTo>
                  <a:lnTo>
                    <a:pt x="572" y="3311"/>
                  </a:lnTo>
                  <a:lnTo>
                    <a:pt x="2525" y="358"/>
                  </a:lnTo>
                  <a:lnTo>
                    <a:pt x="195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90"/>
            <p:cNvSpPr/>
            <p:nvPr/>
          </p:nvSpPr>
          <p:spPr>
            <a:xfrm>
              <a:off x="4098255" y="3834084"/>
              <a:ext cx="19967" cy="36316"/>
            </a:xfrm>
            <a:custGeom>
              <a:rect b="b" l="l" r="r" t="t"/>
              <a:pathLst>
                <a:path extrusionOk="0" h="1215" w="668">
                  <a:moveTo>
                    <a:pt x="1" y="0"/>
                  </a:moveTo>
                  <a:lnTo>
                    <a:pt x="1" y="1215"/>
                  </a:lnTo>
                  <a:lnTo>
                    <a:pt x="668" y="1215"/>
                  </a:lnTo>
                  <a:lnTo>
                    <a:pt x="668"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90"/>
            <p:cNvSpPr/>
            <p:nvPr/>
          </p:nvSpPr>
          <p:spPr>
            <a:xfrm>
              <a:off x="4182277" y="3713776"/>
              <a:ext cx="20654" cy="155219"/>
            </a:xfrm>
            <a:custGeom>
              <a:rect b="b" l="l" r="r" t="t"/>
              <a:pathLst>
                <a:path extrusionOk="0" h="5193" w="691">
                  <a:moveTo>
                    <a:pt x="0" y="1"/>
                  </a:moveTo>
                  <a:lnTo>
                    <a:pt x="0" y="5192"/>
                  </a:lnTo>
                  <a:lnTo>
                    <a:pt x="691" y="5192"/>
                  </a:lnTo>
                  <a:lnTo>
                    <a:pt x="691"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90"/>
            <p:cNvSpPr/>
            <p:nvPr/>
          </p:nvSpPr>
          <p:spPr>
            <a:xfrm>
              <a:off x="4270543" y="3801325"/>
              <a:ext cx="20654" cy="67671"/>
            </a:xfrm>
            <a:custGeom>
              <a:rect b="b" l="l" r="r" t="t"/>
              <a:pathLst>
                <a:path extrusionOk="0" h="2264" w="691">
                  <a:moveTo>
                    <a:pt x="0" y="1"/>
                  </a:moveTo>
                  <a:lnTo>
                    <a:pt x="0" y="2263"/>
                  </a:lnTo>
                  <a:lnTo>
                    <a:pt x="691" y="2263"/>
                  </a:lnTo>
                  <a:lnTo>
                    <a:pt x="691"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90"/>
            <p:cNvSpPr/>
            <p:nvPr/>
          </p:nvSpPr>
          <p:spPr>
            <a:xfrm>
              <a:off x="4361648" y="3678895"/>
              <a:ext cx="19967" cy="190818"/>
            </a:xfrm>
            <a:custGeom>
              <a:rect b="b" l="l" r="r" t="t"/>
              <a:pathLst>
                <a:path extrusionOk="0" h="6384" w="668">
                  <a:moveTo>
                    <a:pt x="0" y="1"/>
                  </a:moveTo>
                  <a:lnTo>
                    <a:pt x="0" y="6383"/>
                  </a:lnTo>
                  <a:lnTo>
                    <a:pt x="667" y="6383"/>
                  </a:lnTo>
                  <a:lnTo>
                    <a:pt x="667"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90"/>
            <p:cNvSpPr/>
            <p:nvPr/>
          </p:nvSpPr>
          <p:spPr>
            <a:xfrm>
              <a:off x="4076914" y="3863257"/>
              <a:ext cx="343137" cy="20684"/>
            </a:xfrm>
            <a:custGeom>
              <a:rect b="b" l="l" r="r" t="t"/>
              <a:pathLst>
                <a:path extrusionOk="0" h="692" w="11480">
                  <a:moveTo>
                    <a:pt x="1" y="1"/>
                  </a:moveTo>
                  <a:lnTo>
                    <a:pt x="1" y="691"/>
                  </a:lnTo>
                  <a:lnTo>
                    <a:pt x="11479" y="691"/>
                  </a:lnTo>
                  <a:lnTo>
                    <a:pt x="1147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90"/>
            <p:cNvSpPr/>
            <p:nvPr/>
          </p:nvSpPr>
          <p:spPr>
            <a:xfrm>
              <a:off x="4248454" y="3863257"/>
              <a:ext cx="171598" cy="20684"/>
            </a:xfrm>
            <a:custGeom>
              <a:rect b="b" l="l" r="r" t="t"/>
              <a:pathLst>
                <a:path extrusionOk="0" h="692" w="5741">
                  <a:moveTo>
                    <a:pt x="1" y="1"/>
                  </a:moveTo>
                  <a:lnTo>
                    <a:pt x="1" y="691"/>
                  </a:lnTo>
                  <a:lnTo>
                    <a:pt x="5740" y="691"/>
                  </a:lnTo>
                  <a:lnTo>
                    <a:pt x="574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90"/>
            <p:cNvSpPr/>
            <p:nvPr/>
          </p:nvSpPr>
          <p:spPr>
            <a:xfrm>
              <a:off x="4076914" y="3780700"/>
              <a:ext cx="64084" cy="64084"/>
            </a:xfrm>
            <a:custGeom>
              <a:rect b="b" l="l" r="r" t="t"/>
              <a:pathLst>
                <a:path extrusionOk="0" h="2144" w="2144">
                  <a:moveTo>
                    <a:pt x="1072" y="0"/>
                  </a:moveTo>
                  <a:cubicBezTo>
                    <a:pt x="477" y="0"/>
                    <a:pt x="1" y="477"/>
                    <a:pt x="1" y="1072"/>
                  </a:cubicBezTo>
                  <a:cubicBezTo>
                    <a:pt x="1" y="1667"/>
                    <a:pt x="477" y="2144"/>
                    <a:pt x="1072" y="2144"/>
                  </a:cubicBezTo>
                  <a:cubicBezTo>
                    <a:pt x="1668" y="2144"/>
                    <a:pt x="2120" y="1667"/>
                    <a:pt x="2120" y="1072"/>
                  </a:cubicBezTo>
                  <a:cubicBezTo>
                    <a:pt x="2144" y="477"/>
                    <a:pt x="1668" y="0"/>
                    <a:pt x="1072"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90"/>
            <p:cNvSpPr/>
            <p:nvPr/>
          </p:nvSpPr>
          <p:spPr>
            <a:xfrm>
              <a:off x="4108956" y="3780700"/>
              <a:ext cx="32042" cy="64084"/>
            </a:xfrm>
            <a:custGeom>
              <a:rect b="b" l="l" r="r" t="t"/>
              <a:pathLst>
                <a:path extrusionOk="0" h="2144" w="1072">
                  <a:moveTo>
                    <a:pt x="0" y="0"/>
                  </a:moveTo>
                  <a:lnTo>
                    <a:pt x="0" y="2144"/>
                  </a:lnTo>
                  <a:cubicBezTo>
                    <a:pt x="596" y="2144"/>
                    <a:pt x="1072" y="1667"/>
                    <a:pt x="1072" y="1072"/>
                  </a:cubicBezTo>
                  <a:cubicBezTo>
                    <a:pt x="1072" y="477"/>
                    <a:pt x="596"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90"/>
            <p:cNvSpPr/>
            <p:nvPr/>
          </p:nvSpPr>
          <p:spPr>
            <a:xfrm>
              <a:off x="4160905" y="3660392"/>
              <a:ext cx="64084" cy="64084"/>
            </a:xfrm>
            <a:custGeom>
              <a:rect b="b" l="l" r="r" t="t"/>
              <a:pathLst>
                <a:path extrusionOk="0" h="2144" w="2144">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90"/>
            <p:cNvSpPr/>
            <p:nvPr/>
          </p:nvSpPr>
          <p:spPr>
            <a:xfrm>
              <a:off x="4192948" y="3660392"/>
              <a:ext cx="32042" cy="64084"/>
            </a:xfrm>
            <a:custGeom>
              <a:rect b="b" l="l" r="r" t="t"/>
              <a:pathLst>
                <a:path extrusionOk="0" h="2144" w="1072">
                  <a:moveTo>
                    <a:pt x="0" y="1"/>
                  </a:moveTo>
                  <a:lnTo>
                    <a:pt x="0" y="2144"/>
                  </a:lnTo>
                  <a:cubicBezTo>
                    <a:pt x="596" y="2144"/>
                    <a:pt x="1072" y="1668"/>
                    <a:pt x="1072" y="1072"/>
                  </a:cubicBezTo>
                  <a:cubicBezTo>
                    <a:pt x="1072" y="477"/>
                    <a:pt x="596" y="1"/>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90"/>
            <p:cNvSpPr/>
            <p:nvPr/>
          </p:nvSpPr>
          <p:spPr>
            <a:xfrm>
              <a:off x="4248454" y="3747941"/>
              <a:ext cx="64114" cy="64114"/>
            </a:xfrm>
            <a:custGeom>
              <a:rect b="b" l="l" r="r" t="t"/>
              <a:pathLst>
                <a:path extrusionOk="0" h="2145" w="2145">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90"/>
            <p:cNvSpPr/>
            <p:nvPr/>
          </p:nvSpPr>
          <p:spPr>
            <a:xfrm>
              <a:off x="4280496" y="3747941"/>
              <a:ext cx="32072" cy="64114"/>
            </a:xfrm>
            <a:custGeom>
              <a:rect b="b" l="l" r="r" t="t"/>
              <a:pathLst>
                <a:path extrusionOk="0" h="2145" w="1073">
                  <a:moveTo>
                    <a:pt x="1" y="1"/>
                  </a:moveTo>
                  <a:lnTo>
                    <a:pt x="1" y="2144"/>
                  </a:lnTo>
                  <a:cubicBezTo>
                    <a:pt x="596" y="2144"/>
                    <a:pt x="1072" y="1668"/>
                    <a:pt x="1072" y="1072"/>
                  </a:cubicBezTo>
                  <a:cubicBezTo>
                    <a:pt x="1072" y="477"/>
                    <a:pt x="596"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90"/>
            <p:cNvSpPr/>
            <p:nvPr/>
          </p:nvSpPr>
          <p:spPr>
            <a:xfrm>
              <a:off x="4322492" y="3589941"/>
              <a:ext cx="98248" cy="98248"/>
            </a:xfrm>
            <a:custGeom>
              <a:rect b="b" l="l" r="r" t="t"/>
              <a:pathLst>
                <a:path extrusionOk="0" h="3287" w="3287">
                  <a:moveTo>
                    <a:pt x="1620" y="0"/>
                  </a:moveTo>
                  <a:cubicBezTo>
                    <a:pt x="715" y="0"/>
                    <a:pt x="1" y="762"/>
                    <a:pt x="1" y="1643"/>
                  </a:cubicBezTo>
                  <a:cubicBezTo>
                    <a:pt x="1" y="2572"/>
                    <a:pt x="739" y="3286"/>
                    <a:pt x="1620" y="3286"/>
                  </a:cubicBezTo>
                  <a:cubicBezTo>
                    <a:pt x="2549" y="3286"/>
                    <a:pt x="3263" y="2548"/>
                    <a:pt x="3263" y="1643"/>
                  </a:cubicBezTo>
                  <a:cubicBezTo>
                    <a:pt x="3287" y="762"/>
                    <a:pt x="2549" y="0"/>
                    <a:pt x="162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90"/>
            <p:cNvSpPr/>
            <p:nvPr/>
          </p:nvSpPr>
          <p:spPr>
            <a:xfrm>
              <a:off x="4372319" y="3589941"/>
              <a:ext cx="48422" cy="98966"/>
            </a:xfrm>
            <a:custGeom>
              <a:rect b="b" l="l" r="r" t="t"/>
              <a:pathLst>
                <a:path extrusionOk="0" h="3311" w="1620">
                  <a:moveTo>
                    <a:pt x="1" y="0"/>
                  </a:moveTo>
                  <a:lnTo>
                    <a:pt x="1" y="3310"/>
                  </a:lnTo>
                  <a:cubicBezTo>
                    <a:pt x="882" y="3310"/>
                    <a:pt x="1620" y="2596"/>
                    <a:pt x="1620" y="1667"/>
                  </a:cubicBezTo>
                  <a:cubicBezTo>
                    <a:pt x="1620" y="762"/>
                    <a:pt x="882" y="0"/>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0" name="Google Shape;20680;p90"/>
          <p:cNvGrpSpPr/>
          <p:nvPr/>
        </p:nvGrpSpPr>
        <p:grpSpPr>
          <a:xfrm>
            <a:off x="3325493" y="3572127"/>
            <a:ext cx="222831" cy="343827"/>
            <a:chOff x="3439793" y="3572127"/>
            <a:chExt cx="222831" cy="343827"/>
          </a:xfrm>
        </p:grpSpPr>
        <p:sp>
          <p:nvSpPr>
            <p:cNvPr id="20681" name="Google Shape;20681;p90"/>
            <p:cNvSpPr/>
            <p:nvPr/>
          </p:nvSpPr>
          <p:spPr>
            <a:xfrm>
              <a:off x="3439793" y="3794929"/>
              <a:ext cx="222830" cy="121025"/>
            </a:xfrm>
            <a:custGeom>
              <a:rect b="b" l="l" r="r" t="t"/>
              <a:pathLst>
                <a:path extrusionOk="0" h="4049" w="7455">
                  <a:moveTo>
                    <a:pt x="3716" y="1"/>
                  </a:moveTo>
                  <a:lnTo>
                    <a:pt x="1" y="2025"/>
                  </a:lnTo>
                  <a:lnTo>
                    <a:pt x="3716" y="4049"/>
                  </a:lnTo>
                  <a:lnTo>
                    <a:pt x="7455" y="2025"/>
                  </a:lnTo>
                  <a:lnTo>
                    <a:pt x="3716"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90"/>
            <p:cNvSpPr/>
            <p:nvPr/>
          </p:nvSpPr>
          <p:spPr>
            <a:xfrm>
              <a:off x="3550836" y="3794211"/>
              <a:ext cx="111789" cy="121742"/>
            </a:xfrm>
            <a:custGeom>
              <a:rect b="b" l="l" r="r" t="t"/>
              <a:pathLst>
                <a:path extrusionOk="0" h="4073" w="3740">
                  <a:moveTo>
                    <a:pt x="1" y="1"/>
                  </a:moveTo>
                  <a:lnTo>
                    <a:pt x="1" y="4073"/>
                  </a:lnTo>
                  <a:lnTo>
                    <a:pt x="3740" y="2049"/>
                  </a:lnTo>
                  <a:lnTo>
                    <a:pt x="1"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90"/>
            <p:cNvSpPr/>
            <p:nvPr/>
          </p:nvSpPr>
          <p:spPr>
            <a:xfrm>
              <a:off x="3439793" y="3720890"/>
              <a:ext cx="222830" cy="121054"/>
            </a:xfrm>
            <a:custGeom>
              <a:rect b="b" l="l" r="r" t="t"/>
              <a:pathLst>
                <a:path extrusionOk="0" h="4050" w="7455">
                  <a:moveTo>
                    <a:pt x="3716" y="1"/>
                  </a:moveTo>
                  <a:lnTo>
                    <a:pt x="1" y="2025"/>
                  </a:lnTo>
                  <a:lnTo>
                    <a:pt x="3716" y="4049"/>
                  </a:lnTo>
                  <a:lnTo>
                    <a:pt x="7455" y="2025"/>
                  </a:lnTo>
                  <a:lnTo>
                    <a:pt x="3716"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90"/>
            <p:cNvSpPr/>
            <p:nvPr/>
          </p:nvSpPr>
          <p:spPr>
            <a:xfrm>
              <a:off x="3550836" y="3720203"/>
              <a:ext cx="111789" cy="121742"/>
            </a:xfrm>
            <a:custGeom>
              <a:rect b="b" l="l" r="r" t="t"/>
              <a:pathLst>
                <a:path extrusionOk="0" h="4073" w="3740">
                  <a:moveTo>
                    <a:pt x="1" y="0"/>
                  </a:moveTo>
                  <a:lnTo>
                    <a:pt x="1" y="4072"/>
                  </a:lnTo>
                  <a:lnTo>
                    <a:pt x="3740" y="2048"/>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90"/>
            <p:cNvSpPr/>
            <p:nvPr/>
          </p:nvSpPr>
          <p:spPr>
            <a:xfrm>
              <a:off x="3439793" y="3646882"/>
              <a:ext cx="222830" cy="121025"/>
            </a:xfrm>
            <a:custGeom>
              <a:rect b="b" l="l" r="r" t="t"/>
              <a:pathLst>
                <a:path extrusionOk="0" h="4049" w="7455">
                  <a:moveTo>
                    <a:pt x="3716" y="0"/>
                  </a:moveTo>
                  <a:lnTo>
                    <a:pt x="1" y="2024"/>
                  </a:lnTo>
                  <a:lnTo>
                    <a:pt x="3716" y="4049"/>
                  </a:lnTo>
                  <a:lnTo>
                    <a:pt x="7455" y="2024"/>
                  </a:lnTo>
                  <a:lnTo>
                    <a:pt x="3716"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90"/>
            <p:cNvSpPr/>
            <p:nvPr/>
          </p:nvSpPr>
          <p:spPr>
            <a:xfrm>
              <a:off x="3550836" y="3646164"/>
              <a:ext cx="111789" cy="121742"/>
            </a:xfrm>
            <a:custGeom>
              <a:rect b="b" l="l" r="r" t="t"/>
              <a:pathLst>
                <a:path extrusionOk="0" h="4073" w="3740">
                  <a:moveTo>
                    <a:pt x="1" y="0"/>
                  </a:moveTo>
                  <a:lnTo>
                    <a:pt x="1" y="4073"/>
                  </a:lnTo>
                  <a:lnTo>
                    <a:pt x="3740" y="2048"/>
                  </a:lnTo>
                  <a:lnTo>
                    <a:pt x="1"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90"/>
            <p:cNvSpPr/>
            <p:nvPr/>
          </p:nvSpPr>
          <p:spPr>
            <a:xfrm>
              <a:off x="3439793" y="3573561"/>
              <a:ext cx="222830" cy="121025"/>
            </a:xfrm>
            <a:custGeom>
              <a:rect b="b" l="l" r="r" t="t"/>
              <a:pathLst>
                <a:path extrusionOk="0" h="4049" w="7455">
                  <a:moveTo>
                    <a:pt x="3716" y="0"/>
                  </a:moveTo>
                  <a:lnTo>
                    <a:pt x="1" y="2025"/>
                  </a:lnTo>
                  <a:lnTo>
                    <a:pt x="3716" y="4049"/>
                  </a:lnTo>
                  <a:lnTo>
                    <a:pt x="7455" y="2025"/>
                  </a:lnTo>
                  <a:lnTo>
                    <a:pt x="3716"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90"/>
            <p:cNvSpPr/>
            <p:nvPr/>
          </p:nvSpPr>
          <p:spPr>
            <a:xfrm>
              <a:off x="3550836" y="3572127"/>
              <a:ext cx="111789" cy="122459"/>
            </a:xfrm>
            <a:custGeom>
              <a:rect b="b" l="l" r="r" t="t"/>
              <a:pathLst>
                <a:path extrusionOk="0" h="4097" w="3740">
                  <a:moveTo>
                    <a:pt x="1" y="1"/>
                  </a:moveTo>
                  <a:lnTo>
                    <a:pt x="1" y="4097"/>
                  </a:lnTo>
                  <a:lnTo>
                    <a:pt x="3740" y="2073"/>
                  </a:lnTo>
                  <a:lnTo>
                    <a:pt x="1"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9" name="Google Shape;20689;p90"/>
          <p:cNvGrpSpPr/>
          <p:nvPr/>
        </p:nvGrpSpPr>
        <p:grpSpPr>
          <a:xfrm>
            <a:off x="2555232" y="3570721"/>
            <a:ext cx="344545" cy="344544"/>
            <a:chOff x="2745732" y="3570721"/>
            <a:chExt cx="344545" cy="344544"/>
          </a:xfrm>
        </p:grpSpPr>
        <p:sp>
          <p:nvSpPr>
            <p:cNvPr id="20690" name="Google Shape;20690;p90"/>
            <p:cNvSpPr/>
            <p:nvPr/>
          </p:nvSpPr>
          <p:spPr>
            <a:xfrm>
              <a:off x="2893808" y="3570721"/>
              <a:ext cx="49139" cy="65489"/>
            </a:xfrm>
            <a:custGeom>
              <a:rect b="b" l="l" r="r" t="t"/>
              <a:pathLst>
                <a:path extrusionOk="0" h="2191" w="1644">
                  <a:moveTo>
                    <a:pt x="0" y="0"/>
                  </a:moveTo>
                  <a:lnTo>
                    <a:pt x="0" y="2191"/>
                  </a:lnTo>
                  <a:lnTo>
                    <a:pt x="1643" y="2191"/>
                  </a:lnTo>
                  <a:lnTo>
                    <a:pt x="1643"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90"/>
            <p:cNvSpPr/>
            <p:nvPr/>
          </p:nvSpPr>
          <p:spPr>
            <a:xfrm>
              <a:off x="2918707" y="3570721"/>
              <a:ext cx="24958" cy="65489"/>
            </a:xfrm>
            <a:custGeom>
              <a:rect b="b" l="l" r="r" t="t"/>
              <a:pathLst>
                <a:path extrusionOk="0" h="2191" w="835">
                  <a:moveTo>
                    <a:pt x="1" y="0"/>
                  </a:moveTo>
                  <a:lnTo>
                    <a:pt x="1" y="2191"/>
                  </a:lnTo>
                  <a:lnTo>
                    <a:pt x="834" y="2191"/>
                  </a:lnTo>
                  <a:lnTo>
                    <a:pt x="8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90"/>
            <p:cNvSpPr/>
            <p:nvPr/>
          </p:nvSpPr>
          <p:spPr>
            <a:xfrm>
              <a:off x="2893808" y="3610476"/>
              <a:ext cx="49139" cy="245696"/>
            </a:xfrm>
            <a:custGeom>
              <a:rect b="b" l="l" r="r" t="t"/>
              <a:pathLst>
                <a:path extrusionOk="0" h="8220" w="1644">
                  <a:moveTo>
                    <a:pt x="842" y="1"/>
                  </a:moveTo>
                  <a:cubicBezTo>
                    <a:pt x="823" y="1"/>
                    <a:pt x="805" y="2"/>
                    <a:pt x="786" y="4"/>
                  </a:cubicBezTo>
                  <a:cubicBezTo>
                    <a:pt x="334" y="27"/>
                    <a:pt x="0" y="385"/>
                    <a:pt x="0" y="837"/>
                  </a:cubicBezTo>
                  <a:lnTo>
                    <a:pt x="0" y="8220"/>
                  </a:lnTo>
                  <a:lnTo>
                    <a:pt x="1643" y="8220"/>
                  </a:lnTo>
                  <a:lnTo>
                    <a:pt x="1643" y="837"/>
                  </a:lnTo>
                  <a:cubicBezTo>
                    <a:pt x="1643" y="623"/>
                    <a:pt x="1548" y="432"/>
                    <a:pt x="1405" y="242"/>
                  </a:cubicBezTo>
                  <a:cubicBezTo>
                    <a:pt x="1253" y="111"/>
                    <a:pt x="1041" y="1"/>
                    <a:pt x="842"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90"/>
            <p:cNvSpPr/>
            <p:nvPr/>
          </p:nvSpPr>
          <p:spPr>
            <a:xfrm>
              <a:off x="2918707" y="3610565"/>
              <a:ext cx="24958" cy="245606"/>
            </a:xfrm>
            <a:custGeom>
              <a:rect b="b" l="l" r="r" t="t"/>
              <a:pathLst>
                <a:path extrusionOk="0" h="8217" w="835">
                  <a:moveTo>
                    <a:pt x="1" y="1"/>
                  </a:moveTo>
                  <a:lnTo>
                    <a:pt x="1" y="8217"/>
                  </a:lnTo>
                  <a:lnTo>
                    <a:pt x="834" y="8217"/>
                  </a:lnTo>
                  <a:lnTo>
                    <a:pt x="834" y="834"/>
                  </a:lnTo>
                  <a:cubicBezTo>
                    <a:pt x="834" y="620"/>
                    <a:pt x="739" y="429"/>
                    <a:pt x="596" y="239"/>
                  </a:cubicBezTo>
                  <a:cubicBezTo>
                    <a:pt x="453" y="96"/>
                    <a:pt x="239" y="1"/>
                    <a:pt x="1"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90"/>
            <p:cNvSpPr/>
            <p:nvPr/>
          </p:nvSpPr>
          <p:spPr>
            <a:xfrm>
              <a:off x="2873154" y="3826253"/>
              <a:ext cx="89012" cy="89012"/>
            </a:xfrm>
            <a:custGeom>
              <a:rect b="b" l="l" r="r" t="t"/>
              <a:pathLst>
                <a:path extrusionOk="0" h="2978" w="2978">
                  <a:moveTo>
                    <a:pt x="1501" y="0"/>
                  </a:moveTo>
                  <a:cubicBezTo>
                    <a:pt x="667" y="0"/>
                    <a:pt x="1" y="667"/>
                    <a:pt x="1" y="1477"/>
                  </a:cubicBezTo>
                  <a:cubicBezTo>
                    <a:pt x="1" y="2310"/>
                    <a:pt x="667" y="2977"/>
                    <a:pt x="1501" y="2977"/>
                  </a:cubicBezTo>
                  <a:cubicBezTo>
                    <a:pt x="2334" y="2977"/>
                    <a:pt x="2977" y="2287"/>
                    <a:pt x="2977" y="1477"/>
                  </a:cubicBezTo>
                  <a:cubicBezTo>
                    <a:pt x="2977" y="643"/>
                    <a:pt x="2334" y="0"/>
                    <a:pt x="1501"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90"/>
            <p:cNvSpPr/>
            <p:nvPr/>
          </p:nvSpPr>
          <p:spPr>
            <a:xfrm>
              <a:off x="2917990" y="3826941"/>
              <a:ext cx="44177" cy="88325"/>
            </a:xfrm>
            <a:custGeom>
              <a:rect b="b" l="l" r="r" t="t"/>
              <a:pathLst>
                <a:path extrusionOk="0" h="2955" w="1478">
                  <a:moveTo>
                    <a:pt x="46" y="1"/>
                  </a:moveTo>
                  <a:cubicBezTo>
                    <a:pt x="31" y="1"/>
                    <a:pt x="16" y="1"/>
                    <a:pt x="1" y="1"/>
                  </a:cubicBezTo>
                  <a:lnTo>
                    <a:pt x="1" y="2954"/>
                  </a:lnTo>
                  <a:cubicBezTo>
                    <a:pt x="834" y="2954"/>
                    <a:pt x="1477" y="2264"/>
                    <a:pt x="1477" y="1454"/>
                  </a:cubicBezTo>
                  <a:cubicBezTo>
                    <a:pt x="1477" y="635"/>
                    <a:pt x="857" y="1"/>
                    <a:pt x="4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90"/>
            <p:cNvSpPr/>
            <p:nvPr/>
          </p:nvSpPr>
          <p:spPr>
            <a:xfrm>
              <a:off x="3021918" y="3570721"/>
              <a:ext cx="49139" cy="114628"/>
            </a:xfrm>
            <a:custGeom>
              <a:rect b="b" l="l" r="r" t="t"/>
              <a:pathLst>
                <a:path extrusionOk="0" h="3835" w="1644">
                  <a:moveTo>
                    <a:pt x="1" y="0"/>
                  </a:moveTo>
                  <a:lnTo>
                    <a:pt x="1" y="3834"/>
                  </a:lnTo>
                  <a:lnTo>
                    <a:pt x="1644" y="3834"/>
                  </a:lnTo>
                  <a:lnTo>
                    <a:pt x="164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90"/>
            <p:cNvSpPr/>
            <p:nvPr/>
          </p:nvSpPr>
          <p:spPr>
            <a:xfrm>
              <a:off x="3046129" y="3570721"/>
              <a:ext cx="24928" cy="114628"/>
            </a:xfrm>
            <a:custGeom>
              <a:rect b="b" l="l" r="r" t="t"/>
              <a:pathLst>
                <a:path extrusionOk="0" h="3835" w="834">
                  <a:moveTo>
                    <a:pt x="0" y="0"/>
                  </a:moveTo>
                  <a:lnTo>
                    <a:pt x="0" y="3834"/>
                  </a:lnTo>
                  <a:lnTo>
                    <a:pt x="834" y="3834"/>
                  </a:lnTo>
                  <a:lnTo>
                    <a:pt x="8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90"/>
            <p:cNvSpPr/>
            <p:nvPr/>
          </p:nvSpPr>
          <p:spPr>
            <a:xfrm>
              <a:off x="3021918" y="3659585"/>
              <a:ext cx="49139" cy="196587"/>
            </a:xfrm>
            <a:custGeom>
              <a:rect b="b" l="l" r="r" t="t"/>
              <a:pathLst>
                <a:path extrusionOk="0" h="6577" w="1644">
                  <a:moveTo>
                    <a:pt x="825" y="1"/>
                  </a:moveTo>
                  <a:cubicBezTo>
                    <a:pt x="804" y="1"/>
                    <a:pt x="783" y="2"/>
                    <a:pt x="763" y="4"/>
                  </a:cubicBezTo>
                  <a:cubicBezTo>
                    <a:pt x="334" y="28"/>
                    <a:pt x="1" y="385"/>
                    <a:pt x="1" y="837"/>
                  </a:cubicBezTo>
                  <a:lnTo>
                    <a:pt x="1" y="6577"/>
                  </a:lnTo>
                  <a:lnTo>
                    <a:pt x="1644" y="6577"/>
                  </a:lnTo>
                  <a:lnTo>
                    <a:pt x="1644" y="837"/>
                  </a:lnTo>
                  <a:cubicBezTo>
                    <a:pt x="1644" y="623"/>
                    <a:pt x="1549" y="409"/>
                    <a:pt x="1406" y="242"/>
                  </a:cubicBezTo>
                  <a:cubicBezTo>
                    <a:pt x="1254" y="111"/>
                    <a:pt x="1042" y="1"/>
                    <a:pt x="825"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90"/>
            <p:cNvSpPr/>
            <p:nvPr/>
          </p:nvSpPr>
          <p:spPr>
            <a:xfrm>
              <a:off x="3046129" y="3660392"/>
              <a:ext cx="24928" cy="195779"/>
            </a:xfrm>
            <a:custGeom>
              <a:rect b="b" l="l" r="r" t="t"/>
              <a:pathLst>
                <a:path extrusionOk="0" h="6550" w="834">
                  <a:moveTo>
                    <a:pt x="0" y="1"/>
                  </a:moveTo>
                  <a:lnTo>
                    <a:pt x="0" y="6550"/>
                  </a:lnTo>
                  <a:lnTo>
                    <a:pt x="834" y="6550"/>
                  </a:lnTo>
                  <a:lnTo>
                    <a:pt x="834" y="810"/>
                  </a:lnTo>
                  <a:cubicBezTo>
                    <a:pt x="834" y="596"/>
                    <a:pt x="739" y="382"/>
                    <a:pt x="596" y="239"/>
                  </a:cubicBezTo>
                  <a:cubicBezTo>
                    <a:pt x="453" y="96"/>
                    <a:pt x="239" y="1"/>
                    <a:pt x="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90"/>
            <p:cNvSpPr/>
            <p:nvPr/>
          </p:nvSpPr>
          <p:spPr>
            <a:xfrm>
              <a:off x="3001294" y="3826253"/>
              <a:ext cx="88983" cy="89012"/>
            </a:xfrm>
            <a:custGeom>
              <a:rect b="b" l="l" r="r" t="t"/>
              <a:pathLst>
                <a:path extrusionOk="0" h="2978" w="2977">
                  <a:moveTo>
                    <a:pt x="1500" y="0"/>
                  </a:moveTo>
                  <a:cubicBezTo>
                    <a:pt x="667" y="0"/>
                    <a:pt x="0" y="667"/>
                    <a:pt x="0" y="1477"/>
                  </a:cubicBezTo>
                  <a:cubicBezTo>
                    <a:pt x="0" y="2310"/>
                    <a:pt x="691" y="2977"/>
                    <a:pt x="1500" y="2977"/>
                  </a:cubicBezTo>
                  <a:cubicBezTo>
                    <a:pt x="2334" y="2977"/>
                    <a:pt x="2977" y="2287"/>
                    <a:pt x="2977" y="1477"/>
                  </a:cubicBezTo>
                  <a:cubicBezTo>
                    <a:pt x="2977" y="643"/>
                    <a:pt x="2334" y="0"/>
                    <a:pt x="1500"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90"/>
            <p:cNvSpPr/>
            <p:nvPr/>
          </p:nvSpPr>
          <p:spPr>
            <a:xfrm>
              <a:off x="3046129" y="3826941"/>
              <a:ext cx="44148" cy="88325"/>
            </a:xfrm>
            <a:custGeom>
              <a:rect b="b" l="l" r="r" t="t"/>
              <a:pathLst>
                <a:path extrusionOk="0" h="2955" w="1477">
                  <a:moveTo>
                    <a:pt x="45" y="1"/>
                  </a:moveTo>
                  <a:cubicBezTo>
                    <a:pt x="30" y="1"/>
                    <a:pt x="15" y="1"/>
                    <a:pt x="0" y="1"/>
                  </a:cubicBezTo>
                  <a:lnTo>
                    <a:pt x="0" y="2954"/>
                  </a:lnTo>
                  <a:cubicBezTo>
                    <a:pt x="834" y="2954"/>
                    <a:pt x="1477" y="2264"/>
                    <a:pt x="1477" y="1454"/>
                  </a:cubicBezTo>
                  <a:cubicBezTo>
                    <a:pt x="1477" y="635"/>
                    <a:pt x="857" y="1"/>
                    <a:pt x="45"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90"/>
            <p:cNvSpPr/>
            <p:nvPr/>
          </p:nvSpPr>
          <p:spPr>
            <a:xfrm>
              <a:off x="2766386" y="3570721"/>
              <a:ext cx="49139" cy="163020"/>
            </a:xfrm>
            <a:custGeom>
              <a:rect b="b" l="l" r="r" t="t"/>
              <a:pathLst>
                <a:path extrusionOk="0" h="5454" w="1644">
                  <a:moveTo>
                    <a:pt x="0" y="0"/>
                  </a:moveTo>
                  <a:lnTo>
                    <a:pt x="0" y="5454"/>
                  </a:lnTo>
                  <a:lnTo>
                    <a:pt x="1644" y="5454"/>
                  </a:lnTo>
                  <a:lnTo>
                    <a:pt x="164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90"/>
            <p:cNvSpPr/>
            <p:nvPr/>
          </p:nvSpPr>
          <p:spPr>
            <a:xfrm>
              <a:off x="2790597" y="3570721"/>
              <a:ext cx="24928" cy="163020"/>
            </a:xfrm>
            <a:custGeom>
              <a:rect b="b" l="l" r="r" t="t"/>
              <a:pathLst>
                <a:path extrusionOk="0" h="5454" w="834">
                  <a:moveTo>
                    <a:pt x="0" y="0"/>
                  </a:moveTo>
                  <a:lnTo>
                    <a:pt x="0" y="5454"/>
                  </a:lnTo>
                  <a:lnTo>
                    <a:pt x="834" y="5454"/>
                  </a:lnTo>
                  <a:lnTo>
                    <a:pt x="8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90"/>
            <p:cNvSpPr/>
            <p:nvPr/>
          </p:nvSpPr>
          <p:spPr>
            <a:xfrm>
              <a:off x="2766386" y="3708486"/>
              <a:ext cx="49139" cy="147686"/>
            </a:xfrm>
            <a:custGeom>
              <a:rect b="b" l="l" r="r" t="t"/>
              <a:pathLst>
                <a:path extrusionOk="0" h="4941" w="1644">
                  <a:moveTo>
                    <a:pt x="894" y="0"/>
                  </a:moveTo>
                  <a:cubicBezTo>
                    <a:pt x="858" y="0"/>
                    <a:pt x="822" y="4"/>
                    <a:pt x="786" y="11"/>
                  </a:cubicBezTo>
                  <a:cubicBezTo>
                    <a:pt x="334" y="35"/>
                    <a:pt x="0" y="392"/>
                    <a:pt x="0" y="845"/>
                  </a:cubicBezTo>
                  <a:lnTo>
                    <a:pt x="0" y="4941"/>
                  </a:lnTo>
                  <a:lnTo>
                    <a:pt x="1644" y="4941"/>
                  </a:lnTo>
                  <a:lnTo>
                    <a:pt x="1644" y="845"/>
                  </a:lnTo>
                  <a:cubicBezTo>
                    <a:pt x="1644" y="606"/>
                    <a:pt x="1548" y="416"/>
                    <a:pt x="1405" y="249"/>
                  </a:cubicBezTo>
                  <a:cubicBezTo>
                    <a:pt x="1284" y="108"/>
                    <a:pt x="1094" y="0"/>
                    <a:pt x="894"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90"/>
            <p:cNvSpPr/>
            <p:nvPr/>
          </p:nvSpPr>
          <p:spPr>
            <a:xfrm>
              <a:off x="2790597" y="3708814"/>
              <a:ext cx="24928" cy="147358"/>
            </a:xfrm>
            <a:custGeom>
              <a:rect b="b" l="l" r="r" t="t"/>
              <a:pathLst>
                <a:path extrusionOk="0" h="4930" w="834">
                  <a:moveTo>
                    <a:pt x="0" y="0"/>
                  </a:moveTo>
                  <a:lnTo>
                    <a:pt x="0" y="4930"/>
                  </a:lnTo>
                  <a:lnTo>
                    <a:pt x="834" y="4930"/>
                  </a:lnTo>
                  <a:lnTo>
                    <a:pt x="834" y="834"/>
                  </a:lnTo>
                  <a:cubicBezTo>
                    <a:pt x="834" y="595"/>
                    <a:pt x="738" y="405"/>
                    <a:pt x="595" y="238"/>
                  </a:cubicBezTo>
                  <a:cubicBezTo>
                    <a:pt x="453" y="71"/>
                    <a:pt x="238" y="0"/>
                    <a:pt x="0"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90"/>
            <p:cNvSpPr/>
            <p:nvPr/>
          </p:nvSpPr>
          <p:spPr>
            <a:xfrm>
              <a:off x="2745732" y="3826253"/>
              <a:ext cx="89012" cy="89012"/>
            </a:xfrm>
            <a:custGeom>
              <a:rect b="b" l="l" r="r" t="t"/>
              <a:pathLst>
                <a:path extrusionOk="0" h="2978" w="2978">
                  <a:moveTo>
                    <a:pt x="1501" y="0"/>
                  </a:moveTo>
                  <a:cubicBezTo>
                    <a:pt x="668" y="0"/>
                    <a:pt x="1" y="667"/>
                    <a:pt x="1" y="1477"/>
                  </a:cubicBezTo>
                  <a:cubicBezTo>
                    <a:pt x="1" y="2310"/>
                    <a:pt x="668" y="2977"/>
                    <a:pt x="1501" y="2977"/>
                  </a:cubicBezTo>
                  <a:cubicBezTo>
                    <a:pt x="2335" y="2977"/>
                    <a:pt x="2978" y="2287"/>
                    <a:pt x="2978" y="1477"/>
                  </a:cubicBezTo>
                  <a:cubicBezTo>
                    <a:pt x="2978" y="643"/>
                    <a:pt x="2335" y="0"/>
                    <a:pt x="1501"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90"/>
            <p:cNvSpPr/>
            <p:nvPr/>
          </p:nvSpPr>
          <p:spPr>
            <a:xfrm>
              <a:off x="2790597" y="3826941"/>
              <a:ext cx="44148" cy="88325"/>
            </a:xfrm>
            <a:custGeom>
              <a:rect b="b" l="l" r="r" t="t"/>
              <a:pathLst>
                <a:path extrusionOk="0" h="2955" w="1477">
                  <a:moveTo>
                    <a:pt x="45" y="1"/>
                  </a:moveTo>
                  <a:cubicBezTo>
                    <a:pt x="30" y="1"/>
                    <a:pt x="15" y="1"/>
                    <a:pt x="0" y="1"/>
                  </a:cubicBezTo>
                  <a:lnTo>
                    <a:pt x="0" y="2954"/>
                  </a:lnTo>
                  <a:cubicBezTo>
                    <a:pt x="834" y="2954"/>
                    <a:pt x="1477" y="2264"/>
                    <a:pt x="1477" y="1454"/>
                  </a:cubicBezTo>
                  <a:cubicBezTo>
                    <a:pt x="1477" y="635"/>
                    <a:pt x="857" y="1"/>
                    <a:pt x="45"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8" name="Google Shape;20708;p90"/>
          <p:cNvGrpSpPr/>
          <p:nvPr/>
        </p:nvGrpSpPr>
        <p:grpSpPr>
          <a:xfrm>
            <a:off x="1799229" y="3571409"/>
            <a:ext cx="343110" cy="343856"/>
            <a:chOff x="2065929" y="3571409"/>
            <a:chExt cx="343110" cy="343856"/>
          </a:xfrm>
        </p:grpSpPr>
        <p:sp>
          <p:nvSpPr>
            <p:cNvPr id="20709" name="Google Shape;20709;p90"/>
            <p:cNvSpPr/>
            <p:nvPr/>
          </p:nvSpPr>
          <p:spPr>
            <a:xfrm>
              <a:off x="2065929" y="3646164"/>
              <a:ext cx="56970" cy="96844"/>
            </a:xfrm>
            <a:custGeom>
              <a:rect b="b" l="l" r="r" t="t"/>
              <a:pathLst>
                <a:path extrusionOk="0" h="3240" w="1906">
                  <a:moveTo>
                    <a:pt x="0" y="0"/>
                  </a:moveTo>
                  <a:lnTo>
                    <a:pt x="0" y="3239"/>
                  </a:lnTo>
                  <a:lnTo>
                    <a:pt x="1905" y="3239"/>
                  </a:lnTo>
                  <a:lnTo>
                    <a:pt x="1619"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90"/>
            <p:cNvSpPr/>
            <p:nvPr/>
          </p:nvSpPr>
          <p:spPr>
            <a:xfrm>
              <a:off x="2089392" y="3646164"/>
              <a:ext cx="33507" cy="96844"/>
            </a:xfrm>
            <a:custGeom>
              <a:rect b="b" l="l" r="r" t="t"/>
              <a:pathLst>
                <a:path extrusionOk="0" h="3240" w="1121">
                  <a:moveTo>
                    <a:pt x="1" y="0"/>
                  </a:moveTo>
                  <a:lnTo>
                    <a:pt x="1" y="3239"/>
                  </a:lnTo>
                  <a:lnTo>
                    <a:pt x="1120" y="3239"/>
                  </a:lnTo>
                  <a:lnTo>
                    <a:pt x="8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90"/>
            <p:cNvSpPr/>
            <p:nvPr/>
          </p:nvSpPr>
          <p:spPr>
            <a:xfrm>
              <a:off x="2153477" y="3621954"/>
              <a:ext cx="69076" cy="121054"/>
            </a:xfrm>
            <a:custGeom>
              <a:rect b="b" l="l" r="r" t="t"/>
              <a:pathLst>
                <a:path extrusionOk="0" h="4050" w="2311">
                  <a:moveTo>
                    <a:pt x="334" y="1"/>
                  </a:moveTo>
                  <a:lnTo>
                    <a:pt x="0" y="4049"/>
                  </a:lnTo>
                  <a:lnTo>
                    <a:pt x="2310" y="4049"/>
                  </a:lnTo>
                  <a:lnTo>
                    <a:pt x="1977"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90"/>
            <p:cNvSpPr/>
            <p:nvPr/>
          </p:nvSpPr>
          <p:spPr>
            <a:xfrm>
              <a:off x="2188359" y="3621954"/>
              <a:ext cx="34194" cy="121054"/>
            </a:xfrm>
            <a:custGeom>
              <a:rect b="b" l="l" r="r" t="t"/>
              <a:pathLst>
                <a:path extrusionOk="0" h="4050" w="1144">
                  <a:moveTo>
                    <a:pt x="0" y="1"/>
                  </a:moveTo>
                  <a:lnTo>
                    <a:pt x="0" y="4049"/>
                  </a:lnTo>
                  <a:lnTo>
                    <a:pt x="1143" y="4049"/>
                  </a:lnTo>
                  <a:lnTo>
                    <a:pt x="8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90"/>
            <p:cNvSpPr/>
            <p:nvPr/>
          </p:nvSpPr>
          <p:spPr>
            <a:xfrm>
              <a:off x="2115038" y="3599895"/>
              <a:ext cx="48422" cy="144518"/>
            </a:xfrm>
            <a:custGeom>
              <a:rect b="b" l="l" r="r" t="t"/>
              <a:pathLst>
                <a:path extrusionOk="0" h="4835" w="1620">
                  <a:moveTo>
                    <a:pt x="0" y="0"/>
                  </a:moveTo>
                  <a:lnTo>
                    <a:pt x="0" y="4835"/>
                  </a:lnTo>
                  <a:lnTo>
                    <a:pt x="1620" y="4835"/>
                  </a:lnTo>
                  <a:lnTo>
                    <a:pt x="1620"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90"/>
            <p:cNvSpPr/>
            <p:nvPr/>
          </p:nvSpPr>
          <p:spPr>
            <a:xfrm>
              <a:off x="2138532" y="3599895"/>
              <a:ext cx="24928" cy="144518"/>
            </a:xfrm>
            <a:custGeom>
              <a:rect b="b" l="l" r="r" t="t"/>
              <a:pathLst>
                <a:path extrusionOk="0" h="4835" w="834">
                  <a:moveTo>
                    <a:pt x="0" y="0"/>
                  </a:moveTo>
                  <a:lnTo>
                    <a:pt x="0" y="4835"/>
                  </a:lnTo>
                  <a:lnTo>
                    <a:pt x="834" y="4835"/>
                  </a:lnTo>
                  <a:lnTo>
                    <a:pt x="8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90"/>
            <p:cNvSpPr/>
            <p:nvPr/>
          </p:nvSpPr>
          <p:spPr>
            <a:xfrm>
              <a:off x="2212540" y="3571409"/>
              <a:ext cx="49169" cy="171598"/>
            </a:xfrm>
            <a:custGeom>
              <a:rect b="b" l="l" r="r" t="t"/>
              <a:pathLst>
                <a:path extrusionOk="0" h="5741" w="1645">
                  <a:moveTo>
                    <a:pt x="1" y="1"/>
                  </a:moveTo>
                  <a:lnTo>
                    <a:pt x="1" y="5740"/>
                  </a:lnTo>
                  <a:lnTo>
                    <a:pt x="1644" y="5740"/>
                  </a:lnTo>
                  <a:lnTo>
                    <a:pt x="1644"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90"/>
            <p:cNvSpPr/>
            <p:nvPr/>
          </p:nvSpPr>
          <p:spPr>
            <a:xfrm>
              <a:off x="2237469" y="3571409"/>
              <a:ext cx="24928" cy="171598"/>
            </a:xfrm>
            <a:custGeom>
              <a:rect b="b" l="l" r="r" t="t"/>
              <a:pathLst>
                <a:path extrusionOk="0" h="5741" w="834">
                  <a:moveTo>
                    <a:pt x="0" y="1"/>
                  </a:moveTo>
                  <a:lnTo>
                    <a:pt x="0" y="5740"/>
                  </a:lnTo>
                  <a:lnTo>
                    <a:pt x="834" y="5740"/>
                  </a:lnTo>
                  <a:lnTo>
                    <a:pt x="8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90"/>
            <p:cNvSpPr/>
            <p:nvPr/>
          </p:nvSpPr>
          <p:spPr>
            <a:xfrm>
              <a:off x="2212540" y="3742979"/>
              <a:ext cx="57000" cy="97531"/>
            </a:xfrm>
            <a:custGeom>
              <a:rect b="b" l="l" r="r" t="t"/>
              <a:pathLst>
                <a:path extrusionOk="0" h="3263" w="1907">
                  <a:moveTo>
                    <a:pt x="1" y="0"/>
                  </a:moveTo>
                  <a:lnTo>
                    <a:pt x="1" y="3263"/>
                  </a:lnTo>
                  <a:lnTo>
                    <a:pt x="1644" y="3263"/>
                  </a:lnTo>
                  <a:lnTo>
                    <a:pt x="1906"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90"/>
            <p:cNvSpPr/>
            <p:nvPr/>
          </p:nvSpPr>
          <p:spPr>
            <a:xfrm>
              <a:off x="2237469" y="3742979"/>
              <a:ext cx="32759" cy="97531"/>
            </a:xfrm>
            <a:custGeom>
              <a:rect b="b" l="l" r="r" t="t"/>
              <a:pathLst>
                <a:path extrusionOk="0" h="3263" w="1096">
                  <a:moveTo>
                    <a:pt x="0" y="0"/>
                  </a:moveTo>
                  <a:lnTo>
                    <a:pt x="0" y="3263"/>
                  </a:lnTo>
                  <a:lnTo>
                    <a:pt x="834" y="3263"/>
                  </a:lnTo>
                  <a:lnTo>
                    <a:pt x="1096"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90"/>
            <p:cNvSpPr/>
            <p:nvPr/>
          </p:nvSpPr>
          <p:spPr>
            <a:xfrm>
              <a:off x="2301523" y="3742979"/>
              <a:ext cx="68358" cy="121025"/>
            </a:xfrm>
            <a:custGeom>
              <a:rect b="b" l="l" r="r" t="t"/>
              <a:pathLst>
                <a:path extrusionOk="0" h="4049" w="2287">
                  <a:moveTo>
                    <a:pt x="1" y="0"/>
                  </a:moveTo>
                  <a:lnTo>
                    <a:pt x="334" y="4049"/>
                  </a:lnTo>
                  <a:lnTo>
                    <a:pt x="1977" y="4049"/>
                  </a:lnTo>
                  <a:lnTo>
                    <a:pt x="2287"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90"/>
            <p:cNvSpPr/>
            <p:nvPr/>
          </p:nvSpPr>
          <p:spPr>
            <a:xfrm>
              <a:off x="2335688" y="3742979"/>
              <a:ext cx="33507" cy="121025"/>
            </a:xfrm>
            <a:custGeom>
              <a:rect b="b" l="l" r="r" t="t"/>
              <a:pathLst>
                <a:path extrusionOk="0" h="4049" w="1121">
                  <a:moveTo>
                    <a:pt x="1" y="0"/>
                  </a:moveTo>
                  <a:lnTo>
                    <a:pt x="1" y="4049"/>
                  </a:lnTo>
                  <a:lnTo>
                    <a:pt x="834" y="4049"/>
                  </a:lnTo>
                  <a:lnTo>
                    <a:pt x="1120"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90"/>
            <p:cNvSpPr/>
            <p:nvPr/>
          </p:nvSpPr>
          <p:spPr>
            <a:xfrm>
              <a:off x="2262367" y="3742979"/>
              <a:ext cx="49169" cy="144518"/>
            </a:xfrm>
            <a:custGeom>
              <a:rect b="b" l="l" r="r" t="t"/>
              <a:pathLst>
                <a:path extrusionOk="0" h="4835" w="1645">
                  <a:moveTo>
                    <a:pt x="1" y="0"/>
                  </a:moveTo>
                  <a:lnTo>
                    <a:pt x="1" y="4834"/>
                  </a:lnTo>
                  <a:lnTo>
                    <a:pt x="1644" y="4834"/>
                  </a:lnTo>
                  <a:lnTo>
                    <a:pt x="1644"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90"/>
            <p:cNvSpPr/>
            <p:nvPr/>
          </p:nvSpPr>
          <p:spPr>
            <a:xfrm>
              <a:off x="2286578" y="3742979"/>
              <a:ext cx="24958" cy="144518"/>
            </a:xfrm>
            <a:custGeom>
              <a:rect b="b" l="l" r="r" t="t"/>
              <a:pathLst>
                <a:path extrusionOk="0" h="4835" w="835">
                  <a:moveTo>
                    <a:pt x="1" y="0"/>
                  </a:moveTo>
                  <a:lnTo>
                    <a:pt x="1" y="4834"/>
                  </a:lnTo>
                  <a:lnTo>
                    <a:pt x="834" y="4834"/>
                  </a:lnTo>
                  <a:lnTo>
                    <a:pt x="83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90"/>
            <p:cNvSpPr/>
            <p:nvPr/>
          </p:nvSpPr>
          <p:spPr>
            <a:xfrm>
              <a:off x="2360616" y="3742979"/>
              <a:ext cx="48422" cy="172286"/>
            </a:xfrm>
            <a:custGeom>
              <a:rect b="b" l="l" r="r" t="t"/>
              <a:pathLst>
                <a:path extrusionOk="0" h="5764" w="1620">
                  <a:moveTo>
                    <a:pt x="0" y="0"/>
                  </a:moveTo>
                  <a:lnTo>
                    <a:pt x="0" y="5763"/>
                  </a:lnTo>
                  <a:lnTo>
                    <a:pt x="1620" y="5763"/>
                  </a:lnTo>
                  <a:lnTo>
                    <a:pt x="1620"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90"/>
            <p:cNvSpPr/>
            <p:nvPr/>
          </p:nvSpPr>
          <p:spPr>
            <a:xfrm>
              <a:off x="2384110" y="3742979"/>
              <a:ext cx="24928" cy="172286"/>
            </a:xfrm>
            <a:custGeom>
              <a:rect b="b" l="l" r="r" t="t"/>
              <a:pathLst>
                <a:path extrusionOk="0" h="5764" w="834">
                  <a:moveTo>
                    <a:pt x="0" y="0"/>
                  </a:moveTo>
                  <a:lnTo>
                    <a:pt x="0" y="5763"/>
                  </a:lnTo>
                  <a:lnTo>
                    <a:pt x="834" y="5763"/>
                  </a:lnTo>
                  <a:lnTo>
                    <a:pt x="83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90"/>
            <p:cNvSpPr/>
            <p:nvPr/>
          </p:nvSpPr>
          <p:spPr>
            <a:xfrm>
              <a:off x="2065929" y="3733713"/>
              <a:ext cx="343107" cy="19967"/>
            </a:xfrm>
            <a:custGeom>
              <a:rect b="b" l="l" r="r" t="t"/>
              <a:pathLst>
                <a:path extrusionOk="0" h="668" w="11479">
                  <a:moveTo>
                    <a:pt x="0" y="1"/>
                  </a:moveTo>
                  <a:lnTo>
                    <a:pt x="0" y="667"/>
                  </a:lnTo>
                  <a:lnTo>
                    <a:pt x="11479" y="667"/>
                  </a:lnTo>
                  <a:lnTo>
                    <a:pt x="1147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90"/>
            <p:cNvSpPr/>
            <p:nvPr/>
          </p:nvSpPr>
          <p:spPr>
            <a:xfrm>
              <a:off x="2237469" y="3733713"/>
              <a:ext cx="171569" cy="19967"/>
            </a:xfrm>
            <a:custGeom>
              <a:rect b="b" l="l" r="r" t="t"/>
              <a:pathLst>
                <a:path extrusionOk="0" h="668" w="5740">
                  <a:moveTo>
                    <a:pt x="0" y="1"/>
                  </a:moveTo>
                  <a:lnTo>
                    <a:pt x="0" y="667"/>
                  </a:lnTo>
                  <a:lnTo>
                    <a:pt x="5740" y="667"/>
                  </a:lnTo>
                  <a:lnTo>
                    <a:pt x="574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7" name="Google Shape;20727;p90"/>
          <p:cNvGrpSpPr/>
          <p:nvPr/>
        </p:nvGrpSpPr>
        <p:grpSpPr>
          <a:xfrm>
            <a:off x="1048874" y="3641890"/>
            <a:ext cx="345979" cy="178684"/>
            <a:chOff x="1391774" y="3641890"/>
            <a:chExt cx="345979" cy="178684"/>
          </a:xfrm>
        </p:grpSpPr>
        <p:sp>
          <p:nvSpPr>
            <p:cNvPr id="20728" name="Google Shape;20728;p90"/>
            <p:cNvSpPr/>
            <p:nvPr/>
          </p:nvSpPr>
          <p:spPr>
            <a:xfrm>
              <a:off x="1522036" y="3641890"/>
              <a:ext cx="84051" cy="86860"/>
            </a:xfrm>
            <a:custGeom>
              <a:rect b="b" l="l" r="r" t="t"/>
              <a:pathLst>
                <a:path extrusionOk="0" h="2906" w="2812">
                  <a:moveTo>
                    <a:pt x="1" y="0"/>
                  </a:moveTo>
                  <a:lnTo>
                    <a:pt x="1" y="2263"/>
                  </a:lnTo>
                  <a:lnTo>
                    <a:pt x="763" y="2263"/>
                  </a:lnTo>
                  <a:lnTo>
                    <a:pt x="1406" y="2906"/>
                  </a:lnTo>
                  <a:lnTo>
                    <a:pt x="2073" y="2263"/>
                  </a:lnTo>
                  <a:lnTo>
                    <a:pt x="2811" y="2263"/>
                  </a:lnTo>
                  <a:lnTo>
                    <a:pt x="2811"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90"/>
            <p:cNvSpPr/>
            <p:nvPr/>
          </p:nvSpPr>
          <p:spPr>
            <a:xfrm>
              <a:off x="1564061" y="3641890"/>
              <a:ext cx="42025" cy="86860"/>
            </a:xfrm>
            <a:custGeom>
              <a:rect b="b" l="l" r="r" t="t"/>
              <a:pathLst>
                <a:path extrusionOk="0" h="2906" w="1406">
                  <a:moveTo>
                    <a:pt x="0" y="0"/>
                  </a:moveTo>
                  <a:lnTo>
                    <a:pt x="0" y="2906"/>
                  </a:lnTo>
                  <a:lnTo>
                    <a:pt x="667" y="2263"/>
                  </a:lnTo>
                  <a:lnTo>
                    <a:pt x="1405" y="2263"/>
                  </a:lnTo>
                  <a:lnTo>
                    <a:pt x="1405"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90"/>
            <p:cNvSpPr/>
            <p:nvPr/>
          </p:nvSpPr>
          <p:spPr>
            <a:xfrm>
              <a:off x="1391774" y="3641890"/>
              <a:ext cx="83333" cy="86860"/>
            </a:xfrm>
            <a:custGeom>
              <a:rect b="b" l="l" r="r" t="t"/>
              <a:pathLst>
                <a:path extrusionOk="0" h="2906" w="2788">
                  <a:moveTo>
                    <a:pt x="1" y="0"/>
                  </a:moveTo>
                  <a:lnTo>
                    <a:pt x="1" y="2263"/>
                  </a:lnTo>
                  <a:lnTo>
                    <a:pt x="739" y="2263"/>
                  </a:lnTo>
                  <a:lnTo>
                    <a:pt x="1406" y="2906"/>
                  </a:lnTo>
                  <a:lnTo>
                    <a:pt x="2049" y="2263"/>
                  </a:lnTo>
                  <a:lnTo>
                    <a:pt x="2787" y="2263"/>
                  </a:lnTo>
                  <a:lnTo>
                    <a:pt x="2787"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90"/>
            <p:cNvSpPr/>
            <p:nvPr/>
          </p:nvSpPr>
          <p:spPr>
            <a:xfrm>
              <a:off x="1434487" y="3641890"/>
              <a:ext cx="42025" cy="86860"/>
            </a:xfrm>
            <a:custGeom>
              <a:rect b="b" l="l" r="r" t="t"/>
              <a:pathLst>
                <a:path extrusionOk="0" h="2906" w="1406">
                  <a:moveTo>
                    <a:pt x="1" y="0"/>
                  </a:moveTo>
                  <a:lnTo>
                    <a:pt x="1" y="2906"/>
                  </a:lnTo>
                  <a:lnTo>
                    <a:pt x="644" y="2263"/>
                  </a:lnTo>
                  <a:lnTo>
                    <a:pt x="1406" y="2263"/>
                  </a:lnTo>
                  <a:lnTo>
                    <a:pt x="1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90"/>
            <p:cNvSpPr/>
            <p:nvPr/>
          </p:nvSpPr>
          <p:spPr>
            <a:xfrm>
              <a:off x="1497854" y="3774274"/>
              <a:ext cx="133847" cy="46300"/>
            </a:xfrm>
            <a:custGeom>
              <a:rect b="b" l="l" r="r" t="t"/>
              <a:pathLst>
                <a:path extrusionOk="0" h="1549" w="4478">
                  <a:moveTo>
                    <a:pt x="310" y="1"/>
                  </a:moveTo>
                  <a:lnTo>
                    <a:pt x="0" y="787"/>
                  </a:lnTo>
                  <a:lnTo>
                    <a:pt x="310" y="1549"/>
                  </a:lnTo>
                  <a:lnTo>
                    <a:pt x="4168" y="1549"/>
                  </a:lnTo>
                  <a:lnTo>
                    <a:pt x="4477" y="787"/>
                  </a:lnTo>
                  <a:lnTo>
                    <a:pt x="4168"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90"/>
            <p:cNvSpPr/>
            <p:nvPr/>
          </p:nvSpPr>
          <p:spPr>
            <a:xfrm>
              <a:off x="1564061" y="3774274"/>
              <a:ext cx="66924" cy="46300"/>
            </a:xfrm>
            <a:custGeom>
              <a:rect b="b" l="l" r="r" t="t"/>
              <a:pathLst>
                <a:path extrusionOk="0" h="1549" w="2239">
                  <a:moveTo>
                    <a:pt x="0" y="1"/>
                  </a:moveTo>
                  <a:lnTo>
                    <a:pt x="0" y="1549"/>
                  </a:lnTo>
                  <a:lnTo>
                    <a:pt x="1905" y="1549"/>
                  </a:lnTo>
                  <a:lnTo>
                    <a:pt x="2239" y="787"/>
                  </a:lnTo>
                  <a:lnTo>
                    <a:pt x="1905"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90"/>
            <p:cNvSpPr/>
            <p:nvPr/>
          </p:nvSpPr>
          <p:spPr>
            <a:xfrm>
              <a:off x="1392491" y="3774274"/>
              <a:ext cx="114628" cy="46300"/>
            </a:xfrm>
            <a:custGeom>
              <a:rect b="b" l="l" r="r" t="t"/>
              <a:pathLst>
                <a:path extrusionOk="0" h="1549" w="3835">
                  <a:moveTo>
                    <a:pt x="1" y="1"/>
                  </a:moveTo>
                  <a:lnTo>
                    <a:pt x="1" y="1549"/>
                  </a:lnTo>
                  <a:lnTo>
                    <a:pt x="3835" y="1549"/>
                  </a:lnTo>
                  <a:lnTo>
                    <a:pt x="3835"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90"/>
            <p:cNvSpPr/>
            <p:nvPr/>
          </p:nvSpPr>
          <p:spPr>
            <a:xfrm>
              <a:off x="1622407" y="3774274"/>
              <a:ext cx="114628" cy="46300"/>
            </a:xfrm>
            <a:custGeom>
              <a:rect b="b" l="l" r="r" t="t"/>
              <a:pathLst>
                <a:path extrusionOk="0" h="1549" w="3835">
                  <a:moveTo>
                    <a:pt x="1" y="1"/>
                  </a:moveTo>
                  <a:lnTo>
                    <a:pt x="1" y="1549"/>
                  </a:lnTo>
                  <a:lnTo>
                    <a:pt x="3835" y="1549"/>
                  </a:lnTo>
                  <a:lnTo>
                    <a:pt x="3835"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90"/>
            <p:cNvSpPr/>
            <p:nvPr/>
          </p:nvSpPr>
          <p:spPr>
            <a:xfrm>
              <a:off x="1653015" y="3641890"/>
              <a:ext cx="84021" cy="86860"/>
            </a:xfrm>
            <a:custGeom>
              <a:rect b="b" l="l" r="r" t="t"/>
              <a:pathLst>
                <a:path extrusionOk="0" h="2906" w="2811">
                  <a:moveTo>
                    <a:pt x="1" y="0"/>
                  </a:moveTo>
                  <a:lnTo>
                    <a:pt x="1" y="2263"/>
                  </a:lnTo>
                  <a:lnTo>
                    <a:pt x="739" y="2263"/>
                  </a:lnTo>
                  <a:lnTo>
                    <a:pt x="1406" y="2906"/>
                  </a:lnTo>
                  <a:lnTo>
                    <a:pt x="2073" y="2263"/>
                  </a:lnTo>
                  <a:lnTo>
                    <a:pt x="2811" y="2263"/>
                  </a:lnTo>
                  <a:lnTo>
                    <a:pt x="2811"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90"/>
            <p:cNvSpPr/>
            <p:nvPr/>
          </p:nvSpPr>
          <p:spPr>
            <a:xfrm>
              <a:off x="1695728" y="3641890"/>
              <a:ext cx="42025" cy="86860"/>
            </a:xfrm>
            <a:custGeom>
              <a:rect b="b" l="l" r="r" t="t"/>
              <a:pathLst>
                <a:path extrusionOk="0" h="2906" w="1406">
                  <a:moveTo>
                    <a:pt x="1" y="0"/>
                  </a:moveTo>
                  <a:lnTo>
                    <a:pt x="1" y="2906"/>
                  </a:lnTo>
                  <a:lnTo>
                    <a:pt x="668" y="2263"/>
                  </a:lnTo>
                  <a:lnTo>
                    <a:pt x="1406" y="2263"/>
                  </a:lnTo>
                  <a:lnTo>
                    <a:pt x="1406"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8" name="Google Shape;20738;p90"/>
          <p:cNvGrpSpPr/>
          <p:nvPr/>
        </p:nvGrpSpPr>
        <p:grpSpPr>
          <a:xfrm>
            <a:off x="1050309" y="4143718"/>
            <a:ext cx="343826" cy="345261"/>
            <a:chOff x="1393209" y="4143718"/>
            <a:chExt cx="343826" cy="345261"/>
          </a:xfrm>
        </p:grpSpPr>
        <p:sp>
          <p:nvSpPr>
            <p:cNvPr id="20739" name="Google Shape;20739;p90"/>
            <p:cNvSpPr/>
            <p:nvPr/>
          </p:nvSpPr>
          <p:spPr>
            <a:xfrm>
              <a:off x="1393209" y="4144435"/>
              <a:ext cx="199336" cy="181552"/>
            </a:xfrm>
            <a:custGeom>
              <a:rect b="b" l="l" r="r" t="t"/>
              <a:pathLst>
                <a:path extrusionOk="0" h="6074" w="6669">
                  <a:moveTo>
                    <a:pt x="5764" y="0"/>
                  </a:moveTo>
                  <a:cubicBezTo>
                    <a:pt x="2573" y="0"/>
                    <a:pt x="1" y="2572"/>
                    <a:pt x="1" y="5740"/>
                  </a:cubicBezTo>
                  <a:lnTo>
                    <a:pt x="2906" y="6073"/>
                  </a:lnTo>
                  <a:lnTo>
                    <a:pt x="5764" y="5740"/>
                  </a:lnTo>
                  <a:lnTo>
                    <a:pt x="6669" y="3072"/>
                  </a:lnTo>
                  <a:lnTo>
                    <a:pt x="576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90"/>
            <p:cNvSpPr/>
            <p:nvPr/>
          </p:nvSpPr>
          <p:spPr>
            <a:xfrm>
              <a:off x="1565466" y="4143718"/>
              <a:ext cx="171569" cy="199336"/>
            </a:xfrm>
            <a:custGeom>
              <a:rect b="b" l="l" r="r" t="t"/>
              <a:pathLst>
                <a:path extrusionOk="0" h="6669" w="5740">
                  <a:moveTo>
                    <a:pt x="1" y="1"/>
                  </a:moveTo>
                  <a:lnTo>
                    <a:pt x="1" y="2144"/>
                  </a:lnTo>
                  <a:lnTo>
                    <a:pt x="906" y="3096"/>
                  </a:lnTo>
                  <a:lnTo>
                    <a:pt x="1" y="4025"/>
                  </a:lnTo>
                  <a:lnTo>
                    <a:pt x="1" y="5740"/>
                  </a:lnTo>
                  <a:lnTo>
                    <a:pt x="2668" y="6669"/>
                  </a:lnTo>
                  <a:lnTo>
                    <a:pt x="5740" y="5740"/>
                  </a:lnTo>
                  <a:cubicBezTo>
                    <a:pt x="5740" y="2549"/>
                    <a:pt x="3144" y="1"/>
                    <a:pt x="1" y="1"/>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90"/>
            <p:cNvSpPr/>
            <p:nvPr/>
          </p:nvSpPr>
          <p:spPr>
            <a:xfrm>
              <a:off x="1537698" y="4315975"/>
              <a:ext cx="199336" cy="172286"/>
            </a:xfrm>
            <a:custGeom>
              <a:rect b="b" l="l" r="r" t="t"/>
              <a:pathLst>
                <a:path extrusionOk="0" h="5764" w="6669">
                  <a:moveTo>
                    <a:pt x="930" y="1"/>
                  </a:moveTo>
                  <a:lnTo>
                    <a:pt x="1" y="2858"/>
                  </a:lnTo>
                  <a:lnTo>
                    <a:pt x="930" y="5764"/>
                  </a:lnTo>
                  <a:cubicBezTo>
                    <a:pt x="4073" y="5764"/>
                    <a:pt x="6669" y="3192"/>
                    <a:pt x="6669" y="1"/>
                  </a:cubicBezTo>
                  <a:lnTo>
                    <a:pt x="4526" y="1"/>
                  </a:lnTo>
                  <a:lnTo>
                    <a:pt x="3597" y="929"/>
                  </a:lnTo>
                  <a:lnTo>
                    <a:pt x="2668"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90"/>
            <p:cNvSpPr/>
            <p:nvPr/>
          </p:nvSpPr>
          <p:spPr>
            <a:xfrm>
              <a:off x="1393209" y="4288925"/>
              <a:ext cx="172286" cy="199336"/>
            </a:xfrm>
            <a:custGeom>
              <a:rect b="b" l="l" r="r" t="t"/>
              <a:pathLst>
                <a:path extrusionOk="0" h="6669" w="5764">
                  <a:moveTo>
                    <a:pt x="2906" y="1"/>
                  </a:moveTo>
                  <a:lnTo>
                    <a:pt x="1977" y="906"/>
                  </a:lnTo>
                  <a:lnTo>
                    <a:pt x="1" y="906"/>
                  </a:lnTo>
                  <a:cubicBezTo>
                    <a:pt x="1" y="4097"/>
                    <a:pt x="2573" y="6669"/>
                    <a:pt x="5764" y="6669"/>
                  </a:cubicBezTo>
                  <a:lnTo>
                    <a:pt x="5549" y="4906"/>
                  </a:lnTo>
                  <a:lnTo>
                    <a:pt x="4692" y="3763"/>
                  </a:lnTo>
                  <a:lnTo>
                    <a:pt x="5430" y="2858"/>
                  </a:lnTo>
                  <a:lnTo>
                    <a:pt x="5764" y="906"/>
                  </a:lnTo>
                  <a:lnTo>
                    <a:pt x="3811" y="906"/>
                  </a:lnTo>
                  <a:lnTo>
                    <a:pt x="2906"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90"/>
            <p:cNvSpPr/>
            <p:nvPr/>
          </p:nvSpPr>
          <p:spPr>
            <a:xfrm>
              <a:off x="1564061" y="4194262"/>
              <a:ext cx="172973" cy="149510"/>
            </a:xfrm>
            <a:custGeom>
              <a:rect b="b" l="l" r="r" t="t"/>
              <a:pathLst>
                <a:path extrusionOk="0" h="5002" w="5787">
                  <a:moveTo>
                    <a:pt x="4072" y="0"/>
                  </a:moveTo>
                  <a:lnTo>
                    <a:pt x="0" y="4073"/>
                  </a:lnTo>
                  <a:lnTo>
                    <a:pt x="2715" y="5001"/>
                  </a:lnTo>
                  <a:lnTo>
                    <a:pt x="5787" y="4073"/>
                  </a:lnTo>
                  <a:cubicBezTo>
                    <a:pt x="5787" y="2501"/>
                    <a:pt x="5120" y="1048"/>
                    <a:pt x="4072"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90"/>
            <p:cNvSpPr/>
            <p:nvPr/>
          </p:nvSpPr>
          <p:spPr>
            <a:xfrm>
              <a:off x="1443036" y="4315975"/>
              <a:ext cx="122459" cy="173003"/>
            </a:xfrm>
            <a:custGeom>
              <a:rect b="b" l="l" r="r" t="t"/>
              <a:pathLst>
                <a:path extrusionOk="0" h="5788" w="4097">
                  <a:moveTo>
                    <a:pt x="4097" y="1"/>
                  </a:moveTo>
                  <a:lnTo>
                    <a:pt x="1" y="4097"/>
                  </a:lnTo>
                  <a:cubicBezTo>
                    <a:pt x="1048" y="5121"/>
                    <a:pt x="2477" y="5788"/>
                    <a:pt x="4097" y="5788"/>
                  </a:cubicBezTo>
                  <a:lnTo>
                    <a:pt x="4097" y="3811"/>
                  </a:lnTo>
                  <a:lnTo>
                    <a:pt x="3168" y="2882"/>
                  </a:lnTo>
                  <a:lnTo>
                    <a:pt x="4097" y="1977"/>
                  </a:lnTo>
                  <a:lnTo>
                    <a:pt x="4097"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5" name="Google Shape;20745;p90"/>
          <p:cNvGrpSpPr/>
          <p:nvPr/>
        </p:nvGrpSpPr>
        <p:grpSpPr>
          <a:xfrm>
            <a:off x="1834828" y="4149427"/>
            <a:ext cx="272628" cy="345949"/>
            <a:chOff x="2101528" y="4149427"/>
            <a:chExt cx="272628" cy="345949"/>
          </a:xfrm>
        </p:grpSpPr>
        <p:sp>
          <p:nvSpPr>
            <p:cNvPr id="20746" name="Google Shape;20746;p90"/>
            <p:cNvSpPr/>
            <p:nvPr/>
          </p:nvSpPr>
          <p:spPr>
            <a:xfrm>
              <a:off x="2188359" y="4149427"/>
              <a:ext cx="99683" cy="345947"/>
            </a:xfrm>
            <a:custGeom>
              <a:rect b="b" l="l" r="r" t="t"/>
              <a:pathLst>
                <a:path extrusionOk="0" h="11574" w="3335">
                  <a:moveTo>
                    <a:pt x="1381" y="0"/>
                  </a:moveTo>
                  <a:lnTo>
                    <a:pt x="1381" y="2596"/>
                  </a:lnTo>
                  <a:lnTo>
                    <a:pt x="72" y="2596"/>
                  </a:lnTo>
                  <a:lnTo>
                    <a:pt x="405" y="3286"/>
                  </a:lnTo>
                  <a:lnTo>
                    <a:pt x="1358" y="3286"/>
                  </a:lnTo>
                  <a:lnTo>
                    <a:pt x="1358" y="6740"/>
                  </a:lnTo>
                  <a:lnTo>
                    <a:pt x="48" y="6740"/>
                  </a:lnTo>
                  <a:lnTo>
                    <a:pt x="357" y="7430"/>
                  </a:lnTo>
                  <a:lnTo>
                    <a:pt x="1310" y="7430"/>
                  </a:lnTo>
                  <a:lnTo>
                    <a:pt x="1310" y="10883"/>
                  </a:lnTo>
                  <a:lnTo>
                    <a:pt x="0" y="10883"/>
                  </a:lnTo>
                  <a:lnTo>
                    <a:pt x="334" y="11574"/>
                  </a:lnTo>
                  <a:lnTo>
                    <a:pt x="1977" y="11574"/>
                  </a:lnTo>
                  <a:lnTo>
                    <a:pt x="1977" y="9359"/>
                  </a:lnTo>
                  <a:lnTo>
                    <a:pt x="2929" y="9359"/>
                  </a:lnTo>
                  <a:lnTo>
                    <a:pt x="3239" y="8669"/>
                  </a:lnTo>
                  <a:lnTo>
                    <a:pt x="2072" y="8669"/>
                  </a:lnTo>
                  <a:lnTo>
                    <a:pt x="2072" y="5215"/>
                  </a:lnTo>
                  <a:lnTo>
                    <a:pt x="3025" y="5215"/>
                  </a:lnTo>
                  <a:lnTo>
                    <a:pt x="3334" y="4525"/>
                  </a:lnTo>
                  <a:lnTo>
                    <a:pt x="2072" y="4525"/>
                  </a:lnTo>
                  <a:lnTo>
                    <a:pt x="2072"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90"/>
            <p:cNvSpPr/>
            <p:nvPr/>
          </p:nvSpPr>
          <p:spPr>
            <a:xfrm>
              <a:off x="2237469" y="4151549"/>
              <a:ext cx="47704" cy="343825"/>
            </a:xfrm>
            <a:custGeom>
              <a:rect b="b" l="l" r="r" t="t"/>
              <a:pathLst>
                <a:path extrusionOk="0" h="11503" w="1596">
                  <a:moveTo>
                    <a:pt x="0" y="1"/>
                  </a:moveTo>
                  <a:lnTo>
                    <a:pt x="0" y="11503"/>
                  </a:lnTo>
                  <a:lnTo>
                    <a:pt x="334" y="11503"/>
                  </a:lnTo>
                  <a:lnTo>
                    <a:pt x="334" y="9288"/>
                  </a:lnTo>
                  <a:lnTo>
                    <a:pt x="1286" y="9288"/>
                  </a:lnTo>
                  <a:lnTo>
                    <a:pt x="1596" y="8598"/>
                  </a:lnTo>
                  <a:lnTo>
                    <a:pt x="334" y="8598"/>
                  </a:lnTo>
                  <a:lnTo>
                    <a:pt x="334" y="5216"/>
                  </a:lnTo>
                  <a:lnTo>
                    <a:pt x="1286" y="5216"/>
                  </a:lnTo>
                  <a:lnTo>
                    <a:pt x="1596" y="4525"/>
                  </a:lnTo>
                  <a:lnTo>
                    <a:pt x="334" y="4525"/>
                  </a:lnTo>
                  <a:lnTo>
                    <a:pt x="334"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90"/>
            <p:cNvSpPr/>
            <p:nvPr/>
          </p:nvSpPr>
          <p:spPr>
            <a:xfrm>
              <a:off x="2101528" y="4150054"/>
              <a:ext cx="98966" cy="97621"/>
            </a:xfrm>
            <a:custGeom>
              <a:rect b="b" l="l" r="r" t="t"/>
              <a:pathLst>
                <a:path extrusionOk="0" h="3266" w="3311">
                  <a:moveTo>
                    <a:pt x="1632" y="1"/>
                  </a:moveTo>
                  <a:cubicBezTo>
                    <a:pt x="718" y="1"/>
                    <a:pt x="1" y="769"/>
                    <a:pt x="24" y="1694"/>
                  </a:cubicBezTo>
                  <a:cubicBezTo>
                    <a:pt x="47" y="2575"/>
                    <a:pt x="786" y="3265"/>
                    <a:pt x="1667" y="3265"/>
                  </a:cubicBezTo>
                  <a:lnTo>
                    <a:pt x="3310" y="3265"/>
                  </a:lnTo>
                  <a:lnTo>
                    <a:pt x="3310" y="1622"/>
                  </a:lnTo>
                  <a:cubicBezTo>
                    <a:pt x="3310" y="765"/>
                    <a:pt x="2596" y="27"/>
                    <a:pt x="1714" y="3"/>
                  </a:cubicBezTo>
                  <a:cubicBezTo>
                    <a:pt x="1687" y="2"/>
                    <a:pt x="1660" y="1"/>
                    <a:pt x="16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90"/>
            <p:cNvSpPr/>
            <p:nvPr/>
          </p:nvSpPr>
          <p:spPr>
            <a:xfrm>
              <a:off x="2101528" y="4273262"/>
              <a:ext cx="98966" cy="98278"/>
            </a:xfrm>
            <a:custGeom>
              <a:rect b="b" l="l" r="r" t="t"/>
              <a:pathLst>
                <a:path extrusionOk="0" h="3288" w="3311">
                  <a:moveTo>
                    <a:pt x="1672" y="0"/>
                  </a:moveTo>
                  <a:cubicBezTo>
                    <a:pt x="740" y="0"/>
                    <a:pt x="0" y="777"/>
                    <a:pt x="24" y="1715"/>
                  </a:cubicBezTo>
                  <a:cubicBezTo>
                    <a:pt x="47" y="2597"/>
                    <a:pt x="786" y="3287"/>
                    <a:pt x="1667" y="3287"/>
                  </a:cubicBezTo>
                  <a:lnTo>
                    <a:pt x="3310" y="3287"/>
                  </a:lnTo>
                  <a:lnTo>
                    <a:pt x="3310" y="1644"/>
                  </a:lnTo>
                  <a:cubicBezTo>
                    <a:pt x="3310" y="787"/>
                    <a:pt x="2596" y="48"/>
                    <a:pt x="1714" y="1"/>
                  </a:cubicBezTo>
                  <a:cubicBezTo>
                    <a:pt x="1700" y="0"/>
                    <a:pt x="1686" y="0"/>
                    <a:pt x="16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90"/>
            <p:cNvSpPr/>
            <p:nvPr/>
          </p:nvSpPr>
          <p:spPr>
            <a:xfrm>
              <a:off x="2101528" y="4397097"/>
              <a:ext cx="98966" cy="98278"/>
            </a:xfrm>
            <a:custGeom>
              <a:rect b="b" l="l" r="r" t="t"/>
              <a:pathLst>
                <a:path extrusionOk="0" h="3288" w="3311">
                  <a:moveTo>
                    <a:pt x="1671" y="1"/>
                  </a:moveTo>
                  <a:cubicBezTo>
                    <a:pt x="739" y="1"/>
                    <a:pt x="0" y="754"/>
                    <a:pt x="24" y="1692"/>
                  </a:cubicBezTo>
                  <a:cubicBezTo>
                    <a:pt x="47" y="2597"/>
                    <a:pt x="786" y="3288"/>
                    <a:pt x="1667" y="3288"/>
                  </a:cubicBezTo>
                  <a:lnTo>
                    <a:pt x="3310" y="3288"/>
                  </a:lnTo>
                  <a:lnTo>
                    <a:pt x="3310" y="1645"/>
                  </a:lnTo>
                  <a:cubicBezTo>
                    <a:pt x="3310" y="787"/>
                    <a:pt x="2596" y="25"/>
                    <a:pt x="1714" y="2"/>
                  </a:cubicBezTo>
                  <a:cubicBezTo>
                    <a:pt x="1700" y="1"/>
                    <a:pt x="1685" y="1"/>
                    <a:pt x="16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90"/>
            <p:cNvSpPr/>
            <p:nvPr/>
          </p:nvSpPr>
          <p:spPr>
            <a:xfrm>
              <a:off x="2275907" y="4209177"/>
              <a:ext cx="98248" cy="97591"/>
            </a:xfrm>
            <a:custGeom>
              <a:rect b="b" l="l" r="r" t="t"/>
              <a:pathLst>
                <a:path extrusionOk="0" h="3265" w="3287">
                  <a:moveTo>
                    <a:pt x="1614" y="1"/>
                  </a:moveTo>
                  <a:cubicBezTo>
                    <a:pt x="1600" y="1"/>
                    <a:pt x="1586" y="1"/>
                    <a:pt x="1572" y="2"/>
                  </a:cubicBezTo>
                  <a:cubicBezTo>
                    <a:pt x="667" y="49"/>
                    <a:pt x="0" y="787"/>
                    <a:pt x="0" y="1645"/>
                  </a:cubicBezTo>
                  <a:lnTo>
                    <a:pt x="0" y="3264"/>
                  </a:lnTo>
                  <a:lnTo>
                    <a:pt x="1596" y="3264"/>
                  </a:lnTo>
                  <a:cubicBezTo>
                    <a:pt x="2453" y="3264"/>
                    <a:pt x="3215" y="2573"/>
                    <a:pt x="3263" y="1716"/>
                  </a:cubicBezTo>
                  <a:cubicBezTo>
                    <a:pt x="3286" y="778"/>
                    <a:pt x="2547" y="1"/>
                    <a:pt x="16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90"/>
            <p:cNvSpPr/>
            <p:nvPr/>
          </p:nvSpPr>
          <p:spPr>
            <a:xfrm>
              <a:off x="2275907" y="4332325"/>
              <a:ext cx="98248" cy="96873"/>
            </a:xfrm>
            <a:custGeom>
              <a:rect b="b" l="l" r="r" t="t"/>
              <a:pathLst>
                <a:path extrusionOk="0" h="3241" w="3287">
                  <a:moveTo>
                    <a:pt x="1616" y="1"/>
                  </a:moveTo>
                  <a:cubicBezTo>
                    <a:pt x="1601" y="1"/>
                    <a:pt x="1587" y="1"/>
                    <a:pt x="1572" y="1"/>
                  </a:cubicBezTo>
                  <a:cubicBezTo>
                    <a:pt x="667" y="25"/>
                    <a:pt x="0" y="763"/>
                    <a:pt x="0" y="1645"/>
                  </a:cubicBezTo>
                  <a:lnTo>
                    <a:pt x="0" y="3240"/>
                  </a:lnTo>
                  <a:lnTo>
                    <a:pt x="1596" y="3240"/>
                  </a:lnTo>
                  <a:cubicBezTo>
                    <a:pt x="2453" y="3240"/>
                    <a:pt x="3215" y="2550"/>
                    <a:pt x="3263" y="1692"/>
                  </a:cubicBezTo>
                  <a:cubicBezTo>
                    <a:pt x="3286" y="754"/>
                    <a:pt x="2548" y="1"/>
                    <a:pt x="16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3" name="Google Shape;20753;p90"/>
          <p:cNvGrpSpPr/>
          <p:nvPr/>
        </p:nvGrpSpPr>
        <p:grpSpPr>
          <a:xfrm>
            <a:off x="2555232" y="4133047"/>
            <a:ext cx="344545" cy="344545"/>
            <a:chOff x="2745732" y="4133047"/>
            <a:chExt cx="344545" cy="344545"/>
          </a:xfrm>
        </p:grpSpPr>
        <p:sp>
          <p:nvSpPr>
            <p:cNvPr id="20754" name="Google Shape;20754;p90"/>
            <p:cNvSpPr/>
            <p:nvPr/>
          </p:nvSpPr>
          <p:spPr>
            <a:xfrm>
              <a:off x="2745732" y="4456908"/>
              <a:ext cx="343855" cy="20684"/>
            </a:xfrm>
            <a:custGeom>
              <a:rect b="b" l="l" r="r" t="t"/>
              <a:pathLst>
                <a:path extrusionOk="0" h="692" w="11504">
                  <a:moveTo>
                    <a:pt x="1" y="1"/>
                  </a:moveTo>
                  <a:lnTo>
                    <a:pt x="1" y="692"/>
                  </a:lnTo>
                  <a:lnTo>
                    <a:pt x="11503" y="692"/>
                  </a:lnTo>
                  <a:lnTo>
                    <a:pt x="1150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90"/>
            <p:cNvSpPr/>
            <p:nvPr/>
          </p:nvSpPr>
          <p:spPr>
            <a:xfrm>
              <a:off x="2918707" y="4456908"/>
              <a:ext cx="171569" cy="20684"/>
            </a:xfrm>
            <a:custGeom>
              <a:rect b="b" l="l" r="r" t="t"/>
              <a:pathLst>
                <a:path extrusionOk="0" h="692" w="5740">
                  <a:moveTo>
                    <a:pt x="1" y="1"/>
                  </a:moveTo>
                  <a:lnTo>
                    <a:pt x="1" y="692"/>
                  </a:lnTo>
                  <a:lnTo>
                    <a:pt x="5740" y="692"/>
                  </a:lnTo>
                  <a:lnTo>
                    <a:pt x="574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90"/>
            <p:cNvSpPr/>
            <p:nvPr/>
          </p:nvSpPr>
          <p:spPr>
            <a:xfrm>
              <a:off x="3026192" y="4369359"/>
              <a:ext cx="64084" cy="64114"/>
            </a:xfrm>
            <a:custGeom>
              <a:rect b="b" l="l" r="r" t="t"/>
              <a:pathLst>
                <a:path extrusionOk="0" h="2145" w="2144">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90"/>
            <p:cNvSpPr/>
            <p:nvPr/>
          </p:nvSpPr>
          <p:spPr>
            <a:xfrm>
              <a:off x="3026192" y="4290359"/>
              <a:ext cx="64084" cy="6408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90"/>
            <p:cNvSpPr/>
            <p:nvPr/>
          </p:nvSpPr>
          <p:spPr>
            <a:xfrm>
              <a:off x="3026192" y="4212047"/>
              <a:ext cx="64084" cy="64114"/>
            </a:xfrm>
            <a:custGeom>
              <a:rect b="b" l="l" r="r" t="t"/>
              <a:pathLst>
                <a:path extrusionOk="0" h="2145" w="2144">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90"/>
            <p:cNvSpPr/>
            <p:nvPr/>
          </p:nvSpPr>
          <p:spPr>
            <a:xfrm>
              <a:off x="3026192" y="4133047"/>
              <a:ext cx="64084" cy="6408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90"/>
            <p:cNvSpPr/>
            <p:nvPr/>
          </p:nvSpPr>
          <p:spPr>
            <a:xfrm>
              <a:off x="3058235" y="4369359"/>
              <a:ext cx="32042" cy="64114"/>
            </a:xfrm>
            <a:custGeom>
              <a:rect b="b" l="l" r="r" t="t"/>
              <a:pathLst>
                <a:path extrusionOk="0" h="2145" w="1072">
                  <a:moveTo>
                    <a:pt x="0" y="1"/>
                  </a:moveTo>
                  <a:lnTo>
                    <a:pt x="0" y="2144"/>
                  </a:lnTo>
                  <a:cubicBezTo>
                    <a:pt x="596" y="2144"/>
                    <a:pt x="1072" y="1668"/>
                    <a:pt x="1072" y="1072"/>
                  </a:cubicBezTo>
                  <a:cubicBezTo>
                    <a:pt x="1072" y="477"/>
                    <a:pt x="596" y="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90"/>
            <p:cNvSpPr/>
            <p:nvPr/>
          </p:nvSpPr>
          <p:spPr>
            <a:xfrm>
              <a:off x="3058235" y="4290359"/>
              <a:ext cx="32042" cy="64084"/>
            </a:xfrm>
            <a:custGeom>
              <a:rect b="b" l="l" r="r" t="t"/>
              <a:pathLst>
                <a:path extrusionOk="0" h="2144" w="1072">
                  <a:moveTo>
                    <a:pt x="0" y="0"/>
                  </a:moveTo>
                  <a:lnTo>
                    <a:pt x="0" y="2144"/>
                  </a:lnTo>
                  <a:cubicBezTo>
                    <a:pt x="596" y="2144"/>
                    <a:pt x="1072" y="1667"/>
                    <a:pt x="1072" y="1072"/>
                  </a:cubicBezTo>
                  <a:cubicBezTo>
                    <a:pt x="1072" y="477"/>
                    <a:pt x="596" y="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2" name="Google Shape;20762;p90"/>
            <p:cNvSpPr/>
            <p:nvPr/>
          </p:nvSpPr>
          <p:spPr>
            <a:xfrm>
              <a:off x="3058235" y="4211925"/>
              <a:ext cx="32042" cy="64114"/>
            </a:xfrm>
            <a:custGeom>
              <a:rect b="b" l="l" r="r" t="t"/>
              <a:pathLst>
                <a:path extrusionOk="0" h="2145" w="1072">
                  <a:moveTo>
                    <a:pt x="0" y="1"/>
                  </a:moveTo>
                  <a:lnTo>
                    <a:pt x="0" y="2144"/>
                  </a:lnTo>
                  <a:cubicBezTo>
                    <a:pt x="596" y="2144"/>
                    <a:pt x="1072" y="1668"/>
                    <a:pt x="1072" y="1073"/>
                  </a:cubicBezTo>
                  <a:cubicBezTo>
                    <a:pt x="1072" y="501"/>
                    <a:pt x="596" y="2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90"/>
            <p:cNvSpPr/>
            <p:nvPr/>
          </p:nvSpPr>
          <p:spPr>
            <a:xfrm>
              <a:off x="3058235" y="4133047"/>
              <a:ext cx="32042" cy="64084"/>
            </a:xfrm>
            <a:custGeom>
              <a:rect b="b" l="l" r="r" t="t"/>
              <a:pathLst>
                <a:path extrusionOk="0" h="2144" w="1072">
                  <a:moveTo>
                    <a:pt x="0" y="0"/>
                  </a:moveTo>
                  <a:lnTo>
                    <a:pt x="0" y="2144"/>
                  </a:lnTo>
                  <a:cubicBezTo>
                    <a:pt x="596" y="2144"/>
                    <a:pt x="1072" y="1644"/>
                    <a:pt x="1072" y="1072"/>
                  </a:cubicBezTo>
                  <a:cubicBezTo>
                    <a:pt x="1072" y="477"/>
                    <a:pt x="596" y="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90"/>
            <p:cNvSpPr/>
            <p:nvPr/>
          </p:nvSpPr>
          <p:spPr>
            <a:xfrm>
              <a:off x="2932935" y="4369359"/>
              <a:ext cx="64114" cy="64114"/>
            </a:xfrm>
            <a:custGeom>
              <a:rect b="b" l="l" r="r" t="t"/>
              <a:pathLst>
                <a:path extrusionOk="0" h="2145" w="2145">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90"/>
            <p:cNvSpPr/>
            <p:nvPr/>
          </p:nvSpPr>
          <p:spPr>
            <a:xfrm>
              <a:off x="2932935" y="4290359"/>
              <a:ext cx="64114" cy="64084"/>
            </a:xfrm>
            <a:custGeom>
              <a:rect b="b" l="l" r="r" t="t"/>
              <a:pathLst>
                <a:path extrusionOk="0" h="2144" w="2145">
                  <a:moveTo>
                    <a:pt x="1073" y="0"/>
                  </a:moveTo>
                  <a:cubicBezTo>
                    <a:pt x="477" y="0"/>
                    <a:pt x="1" y="477"/>
                    <a:pt x="1" y="1072"/>
                  </a:cubicBezTo>
                  <a:cubicBezTo>
                    <a:pt x="1" y="1667"/>
                    <a:pt x="477" y="2144"/>
                    <a:pt x="1073" y="2144"/>
                  </a:cubicBezTo>
                  <a:cubicBezTo>
                    <a:pt x="1668" y="2144"/>
                    <a:pt x="2144" y="1667"/>
                    <a:pt x="2144" y="1072"/>
                  </a:cubicBezTo>
                  <a:cubicBezTo>
                    <a:pt x="2144" y="477"/>
                    <a:pt x="1668" y="0"/>
                    <a:pt x="10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90"/>
            <p:cNvSpPr/>
            <p:nvPr/>
          </p:nvSpPr>
          <p:spPr>
            <a:xfrm>
              <a:off x="2932935" y="4212047"/>
              <a:ext cx="64114" cy="64114"/>
            </a:xfrm>
            <a:custGeom>
              <a:rect b="b" l="l" r="r" t="t"/>
              <a:pathLst>
                <a:path extrusionOk="0" h="2145" w="2145">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90"/>
            <p:cNvSpPr/>
            <p:nvPr/>
          </p:nvSpPr>
          <p:spPr>
            <a:xfrm>
              <a:off x="2964977" y="4369359"/>
              <a:ext cx="32072" cy="64114"/>
            </a:xfrm>
            <a:custGeom>
              <a:rect b="b" l="l" r="r" t="t"/>
              <a:pathLst>
                <a:path extrusionOk="0" h="2145" w="1073">
                  <a:moveTo>
                    <a:pt x="1" y="1"/>
                  </a:moveTo>
                  <a:lnTo>
                    <a:pt x="1" y="2144"/>
                  </a:lnTo>
                  <a:cubicBezTo>
                    <a:pt x="596" y="2144"/>
                    <a:pt x="1072" y="1668"/>
                    <a:pt x="1072" y="1072"/>
                  </a:cubicBezTo>
                  <a:cubicBezTo>
                    <a:pt x="1072" y="477"/>
                    <a:pt x="596"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90"/>
            <p:cNvSpPr/>
            <p:nvPr/>
          </p:nvSpPr>
          <p:spPr>
            <a:xfrm>
              <a:off x="2964977" y="4290359"/>
              <a:ext cx="32072" cy="64084"/>
            </a:xfrm>
            <a:custGeom>
              <a:rect b="b" l="l" r="r" t="t"/>
              <a:pathLst>
                <a:path extrusionOk="0" h="2144" w="1073">
                  <a:moveTo>
                    <a:pt x="1" y="0"/>
                  </a:moveTo>
                  <a:lnTo>
                    <a:pt x="1" y="2144"/>
                  </a:lnTo>
                  <a:cubicBezTo>
                    <a:pt x="596" y="2144"/>
                    <a:pt x="1072" y="1667"/>
                    <a:pt x="1072" y="1072"/>
                  </a:cubicBezTo>
                  <a:cubicBezTo>
                    <a:pt x="1072" y="477"/>
                    <a:pt x="596"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90"/>
            <p:cNvSpPr/>
            <p:nvPr/>
          </p:nvSpPr>
          <p:spPr>
            <a:xfrm>
              <a:off x="2964977" y="4211925"/>
              <a:ext cx="32072" cy="64114"/>
            </a:xfrm>
            <a:custGeom>
              <a:rect b="b" l="l" r="r" t="t"/>
              <a:pathLst>
                <a:path extrusionOk="0" h="2145" w="1073">
                  <a:moveTo>
                    <a:pt x="1" y="1"/>
                  </a:moveTo>
                  <a:lnTo>
                    <a:pt x="1" y="2144"/>
                  </a:lnTo>
                  <a:cubicBezTo>
                    <a:pt x="596" y="2144"/>
                    <a:pt x="1072" y="1668"/>
                    <a:pt x="1072" y="1073"/>
                  </a:cubicBezTo>
                  <a:cubicBezTo>
                    <a:pt x="1072" y="501"/>
                    <a:pt x="596" y="25"/>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90"/>
            <p:cNvSpPr/>
            <p:nvPr/>
          </p:nvSpPr>
          <p:spPr>
            <a:xfrm>
              <a:off x="2839707" y="4369359"/>
              <a:ext cx="64084" cy="64114"/>
            </a:xfrm>
            <a:custGeom>
              <a:rect b="b" l="l" r="r" t="t"/>
              <a:pathLst>
                <a:path extrusionOk="0" h="2145" w="2144">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90"/>
            <p:cNvSpPr/>
            <p:nvPr/>
          </p:nvSpPr>
          <p:spPr>
            <a:xfrm>
              <a:off x="2839707" y="4290359"/>
              <a:ext cx="64084" cy="64084"/>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90"/>
            <p:cNvSpPr/>
            <p:nvPr/>
          </p:nvSpPr>
          <p:spPr>
            <a:xfrm>
              <a:off x="2871720" y="4369359"/>
              <a:ext cx="32072" cy="64114"/>
            </a:xfrm>
            <a:custGeom>
              <a:rect b="b" l="l" r="r" t="t"/>
              <a:pathLst>
                <a:path extrusionOk="0" h="2145" w="1073">
                  <a:moveTo>
                    <a:pt x="1" y="1"/>
                  </a:moveTo>
                  <a:lnTo>
                    <a:pt x="1" y="2144"/>
                  </a:lnTo>
                  <a:cubicBezTo>
                    <a:pt x="596" y="2144"/>
                    <a:pt x="1073" y="1668"/>
                    <a:pt x="1073" y="1072"/>
                  </a:cubicBezTo>
                  <a:cubicBezTo>
                    <a:pt x="1073" y="477"/>
                    <a:pt x="596"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90"/>
            <p:cNvSpPr/>
            <p:nvPr/>
          </p:nvSpPr>
          <p:spPr>
            <a:xfrm>
              <a:off x="2871720" y="4290359"/>
              <a:ext cx="32072" cy="64084"/>
            </a:xfrm>
            <a:custGeom>
              <a:rect b="b" l="l" r="r" t="t"/>
              <a:pathLst>
                <a:path extrusionOk="0" h="2144" w="1073">
                  <a:moveTo>
                    <a:pt x="1" y="0"/>
                  </a:moveTo>
                  <a:lnTo>
                    <a:pt x="1" y="2144"/>
                  </a:lnTo>
                  <a:cubicBezTo>
                    <a:pt x="596" y="2144"/>
                    <a:pt x="1073" y="1667"/>
                    <a:pt x="1073" y="1072"/>
                  </a:cubicBezTo>
                  <a:cubicBezTo>
                    <a:pt x="1073" y="477"/>
                    <a:pt x="596"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90"/>
            <p:cNvSpPr/>
            <p:nvPr/>
          </p:nvSpPr>
          <p:spPr>
            <a:xfrm>
              <a:off x="2746449" y="4369359"/>
              <a:ext cx="64084" cy="64114"/>
            </a:xfrm>
            <a:custGeom>
              <a:rect b="b" l="l" r="r" t="t"/>
              <a:pathLst>
                <a:path extrusionOk="0" h="2145" w="2144">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90"/>
            <p:cNvSpPr/>
            <p:nvPr/>
          </p:nvSpPr>
          <p:spPr>
            <a:xfrm>
              <a:off x="2746449" y="4290359"/>
              <a:ext cx="64084" cy="6408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90"/>
            <p:cNvSpPr/>
            <p:nvPr/>
          </p:nvSpPr>
          <p:spPr>
            <a:xfrm>
              <a:off x="2746449" y="4212047"/>
              <a:ext cx="64084" cy="64114"/>
            </a:xfrm>
            <a:custGeom>
              <a:rect b="b" l="l" r="r" t="t"/>
              <a:pathLst>
                <a:path extrusionOk="0" h="2145" w="2144">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90"/>
            <p:cNvSpPr/>
            <p:nvPr/>
          </p:nvSpPr>
          <p:spPr>
            <a:xfrm>
              <a:off x="2779209" y="4369359"/>
              <a:ext cx="32042" cy="64114"/>
            </a:xfrm>
            <a:custGeom>
              <a:rect b="b" l="l" r="r" t="t"/>
              <a:pathLst>
                <a:path extrusionOk="0" h="2145" w="1072">
                  <a:moveTo>
                    <a:pt x="0" y="1"/>
                  </a:moveTo>
                  <a:lnTo>
                    <a:pt x="0" y="2144"/>
                  </a:lnTo>
                  <a:cubicBezTo>
                    <a:pt x="595" y="2144"/>
                    <a:pt x="1072" y="1668"/>
                    <a:pt x="1072" y="1072"/>
                  </a:cubicBezTo>
                  <a:cubicBezTo>
                    <a:pt x="1072" y="477"/>
                    <a:pt x="572"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90"/>
            <p:cNvSpPr/>
            <p:nvPr/>
          </p:nvSpPr>
          <p:spPr>
            <a:xfrm>
              <a:off x="2779209" y="4290359"/>
              <a:ext cx="32042" cy="64084"/>
            </a:xfrm>
            <a:custGeom>
              <a:rect b="b" l="l" r="r" t="t"/>
              <a:pathLst>
                <a:path extrusionOk="0" h="2144" w="1072">
                  <a:moveTo>
                    <a:pt x="0" y="0"/>
                  </a:moveTo>
                  <a:lnTo>
                    <a:pt x="0" y="2144"/>
                  </a:lnTo>
                  <a:cubicBezTo>
                    <a:pt x="595" y="2144"/>
                    <a:pt x="1072" y="1667"/>
                    <a:pt x="1072" y="1072"/>
                  </a:cubicBezTo>
                  <a:cubicBezTo>
                    <a:pt x="1072" y="477"/>
                    <a:pt x="572"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90"/>
            <p:cNvSpPr/>
            <p:nvPr/>
          </p:nvSpPr>
          <p:spPr>
            <a:xfrm>
              <a:off x="2779209" y="4211925"/>
              <a:ext cx="32042" cy="64114"/>
            </a:xfrm>
            <a:custGeom>
              <a:rect b="b" l="l" r="r" t="t"/>
              <a:pathLst>
                <a:path extrusionOk="0" h="2145" w="1072">
                  <a:moveTo>
                    <a:pt x="0" y="1"/>
                  </a:moveTo>
                  <a:lnTo>
                    <a:pt x="0" y="2144"/>
                  </a:lnTo>
                  <a:cubicBezTo>
                    <a:pt x="595" y="2144"/>
                    <a:pt x="1072" y="1668"/>
                    <a:pt x="1072" y="1073"/>
                  </a:cubicBezTo>
                  <a:cubicBezTo>
                    <a:pt x="1072" y="501"/>
                    <a:pt x="572" y="25"/>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0" name="Google Shape;20780;p90"/>
          <p:cNvGrpSpPr/>
          <p:nvPr/>
        </p:nvGrpSpPr>
        <p:grpSpPr>
          <a:xfrm>
            <a:off x="3264996" y="4149427"/>
            <a:ext cx="343826" cy="343827"/>
            <a:chOff x="3379296" y="4149427"/>
            <a:chExt cx="343826" cy="343827"/>
          </a:xfrm>
        </p:grpSpPr>
        <p:sp>
          <p:nvSpPr>
            <p:cNvPr id="20781" name="Google Shape;20781;p90"/>
            <p:cNvSpPr/>
            <p:nvPr/>
          </p:nvSpPr>
          <p:spPr>
            <a:xfrm>
              <a:off x="3389966" y="4395693"/>
              <a:ext cx="46300" cy="47017"/>
            </a:xfrm>
            <a:custGeom>
              <a:rect b="b" l="l" r="r" t="t"/>
              <a:pathLst>
                <a:path extrusionOk="0" h="1573" w="1549">
                  <a:moveTo>
                    <a:pt x="1168" y="1"/>
                  </a:moveTo>
                  <a:lnTo>
                    <a:pt x="1" y="763"/>
                  </a:lnTo>
                  <a:lnTo>
                    <a:pt x="1" y="1573"/>
                  </a:lnTo>
                  <a:lnTo>
                    <a:pt x="25" y="1573"/>
                  </a:lnTo>
                  <a:lnTo>
                    <a:pt x="1549" y="549"/>
                  </a:lnTo>
                  <a:lnTo>
                    <a:pt x="1168"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90"/>
            <p:cNvSpPr/>
            <p:nvPr/>
          </p:nvSpPr>
          <p:spPr>
            <a:xfrm>
              <a:off x="3457608" y="4333790"/>
              <a:ext cx="39156" cy="46270"/>
            </a:xfrm>
            <a:custGeom>
              <a:rect b="b" l="l" r="r" t="t"/>
              <a:pathLst>
                <a:path extrusionOk="0" h="1548" w="1310">
                  <a:moveTo>
                    <a:pt x="738" y="0"/>
                  </a:moveTo>
                  <a:lnTo>
                    <a:pt x="0" y="1191"/>
                  </a:lnTo>
                  <a:lnTo>
                    <a:pt x="572" y="1548"/>
                  </a:lnTo>
                  <a:lnTo>
                    <a:pt x="1310" y="357"/>
                  </a:lnTo>
                  <a:lnTo>
                    <a:pt x="738"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90"/>
            <p:cNvSpPr/>
            <p:nvPr/>
          </p:nvSpPr>
          <p:spPr>
            <a:xfrm>
              <a:off x="3513832" y="4322371"/>
              <a:ext cx="44148" cy="39903"/>
            </a:xfrm>
            <a:custGeom>
              <a:rect b="b" l="l" r="r" t="t"/>
              <a:pathLst>
                <a:path extrusionOk="0" h="1335" w="1477">
                  <a:moveTo>
                    <a:pt x="381" y="1"/>
                  </a:moveTo>
                  <a:lnTo>
                    <a:pt x="0" y="573"/>
                  </a:lnTo>
                  <a:lnTo>
                    <a:pt x="1096" y="1335"/>
                  </a:lnTo>
                  <a:lnTo>
                    <a:pt x="1477" y="787"/>
                  </a:lnTo>
                  <a:lnTo>
                    <a:pt x="38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90"/>
            <p:cNvSpPr/>
            <p:nvPr/>
          </p:nvSpPr>
          <p:spPr>
            <a:xfrm>
              <a:off x="3580756" y="4312418"/>
              <a:ext cx="43430" cy="44177"/>
            </a:xfrm>
            <a:custGeom>
              <a:rect b="b" l="l" r="r" t="t"/>
              <a:pathLst>
                <a:path extrusionOk="0" h="1478" w="1453">
                  <a:moveTo>
                    <a:pt x="953" y="1"/>
                  </a:moveTo>
                  <a:lnTo>
                    <a:pt x="0" y="1025"/>
                  </a:lnTo>
                  <a:lnTo>
                    <a:pt x="500" y="1477"/>
                  </a:lnTo>
                  <a:lnTo>
                    <a:pt x="1453" y="453"/>
                  </a:lnTo>
                  <a:lnTo>
                    <a:pt x="95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90"/>
            <p:cNvSpPr/>
            <p:nvPr/>
          </p:nvSpPr>
          <p:spPr>
            <a:xfrm>
              <a:off x="3632705" y="4246211"/>
              <a:ext cx="39186" cy="43460"/>
            </a:xfrm>
            <a:custGeom>
              <a:rect b="b" l="l" r="r" t="t"/>
              <a:pathLst>
                <a:path extrusionOk="0" h="1454" w="1311">
                  <a:moveTo>
                    <a:pt x="763" y="1"/>
                  </a:moveTo>
                  <a:lnTo>
                    <a:pt x="0" y="1073"/>
                  </a:lnTo>
                  <a:lnTo>
                    <a:pt x="572" y="1454"/>
                  </a:lnTo>
                  <a:lnTo>
                    <a:pt x="1310" y="382"/>
                  </a:lnTo>
                  <a:lnTo>
                    <a:pt x="76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90"/>
            <p:cNvSpPr/>
            <p:nvPr/>
          </p:nvSpPr>
          <p:spPr>
            <a:xfrm>
              <a:off x="3379296" y="4149427"/>
              <a:ext cx="343825" cy="343825"/>
            </a:xfrm>
            <a:custGeom>
              <a:rect b="b" l="l" r="r" t="t"/>
              <a:pathLst>
                <a:path extrusionOk="0" h="11503" w="11503">
                  <a:moveTo>
                    <a:pt x="1" y="0"/>
                  </a:moveTo>
                  <a:lnTo>
                    <a:pt x="1" y="11502"/>
                  </a:lnTo>
                  <a:lnTo>
                    <a:pt x="11503" y="11502"/>
                  </a:lnTo>
                  <a:lnTo>
                    <a:pt x="11503" y="10288"/>
                  </a:lnTo>
                  <a:lnTo>
                    <a:pt x="10836" y="10288"/>
                  </a:lnTo>
                  <a:lnTo>
                    <a:pt x="10836" y="10812"/>
                  </a:lnTo>
                  <a:lnTo>
                    <a:pt x="691" y="10812"/>
                  </a:lnTo>
                  <a:lnTo>
                    <a:pt x="691" y="691"/>
                  </a:lnTo>
                  <a:lnTo>
                    <a:pt x="1215" y="691"/>
                  </a:lnTo>
                  <a:lnTo>
                    <a:pt x="1215"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90"/>
            <p:cNvSpPr/>
            <p:nvPr/>
          </p:nvSpPr>
          <p:spPr>
            <a:xfrm>
              <a:off x="3550836" y="4456220"/>
              <a:ext cx="172286" cy="37034"/>
            </a:xfrm>
            <a:custGeom>
              <a:rect b="b" l="l" r="r" t="t"/>
              <a:pathLst>
                <a:path extrusionOk="0" h="1239" w="5764">
                  <a:moveTo>
                    <a:pt x="5097" y="0"/>
                  </a:moveTo>
                  <a:lnTo>
                    <a:pt x="5097" y="524"/>
                  </a:lnTo>
                  <a:lnTo>
                    <a:pt x="1" y="524"/>
                  </a:lnTo>
                  <a:lnTo>
                    <a:pt x="1" y="1238"/>
                  </a:lnTo>
                  <a:lnTo>
                    <a:pt x="5764" y="1238"/>
                  </a:lnTo>
                  <a:lnTo>
                    <a:pt x="576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90"/>
            <p:cNvSpPr/>
            <p:nvPr/>
          </p:nvSpPr>
          <p:spPr>
            <a:xfrm>
              <a:off x="3421291" y="4360811"/>
              <a:ext cx="64084" cy="64114"/>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44" y="477"/>
                    <a:pt x="1644" y="1"/>
                    <a:pt x="1072"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90"/>
            <p:cNvSpPr/>
            <p:nvPr/>
          </p:nvSpPr>
          <p:spPr>
            <a:xfrm>
              <a:off x="3452616" y="4360123"/>
              <a:ext cx="32072" cy="64084"/>
            </a:xfrm>
            <a:custGeom>
              <a:rect b="b" l="l" r="r" t="t"/>
              <a:pathLst>
                <a:path extrusionOk="0" h="2144" w="1073">
                  <a:moveTo>
                    <a:pt x="0" y="0"/>
                  </a:moveTo>
                  <a:lnTo>
                    <a:pt x="0" y="2143"/>
                  </a:lnTo>
                  <a:cubicBezTo>
                    <a:pt x="596" y="2143"/>
                    <a:pt x="1072" y="1667"/>
                    <a:pt x="1072" y="1072"/>
                  </a:cubicBezTo>
                  <a:cubicBezTo>
                    <a:pt x="1072" y="500"/>
                    <a:pt x="596" y="24"/>
                    <a:pt x="0"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90"/>
            <p:cNvSpPr/>
            <p:nvPr/>
          </p:nvSpPr>
          <p:spPr>
            <a:xfrm>
              <a:off x="3468279" y="4288925"/>
              <a:ext cx="64084" cy="64084"/>
            </a:xfrm>
            <a:custGeom>
              <a:rect b="b" l="l" r="r" t="t"/>
              <a:pathLst>
                <a:path extrusionOk="0" h="2144" w="2144">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90"/>
            <p:cNvSpPr/>
            <p:nvPr/>
          </p:nvSpPr>
          <p:spPr>
            <a:xfrm>
              <a:off x="3500291" y="4288925"/>
              <a:ext cx="32072" cy="64084"/>
            </a:xfrm>
            <a:custGeom>
              <a:rect b="b" l="l" r="r" t="t"/>
              <a:pathLst>
                <a:path extrusionOk="0" h="2144" w="1073">
                  <a:moveTo>
                    <a:pt x="1" y="1"/>
                  </a:moveTo>
                  <a:lnTo>
                    <a:pt x="1" y="2144"/>
                  </a:lnTo>
                  <a:cubicBezTo>
                    <a:pt x="596" y="2144"/>
                    <a:pt x="1073" y="1668"/>
                    <a:pt x="1073" y="1072"/>
                  </a:cubicBezTo>
                  <a:cubicBezTo>
                    <a:pt x="1073" y="477"/>
                    <a:pt x="596" y="1"/>
                    <a:pt x="1"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90"/>
            <p:cNvSpPr/>
            <p:nvPr/>
          </p:nvSpPr>
          <p:spPr>
            <a:xfrm>
              <a:off x="3539448" y="4332355"/>
              <a:ext cx="64114" cy="64084"/>
            </a:xfrm>
            <a:custGeom>
              <a:rect b="b" l="l" r="r" t="t"/>
              <a:pathLst>
                <a:path extrusionOk="0" h="2144" w="2145">
                  <a:moveTo>
                    <a:pt x="1072" y="0"/>
                  </a:moveTo>
                  <a:cubicBezTo>
                    <a:pt x="477" y="0"/>
                    <a:pt x="1" y="477"/>
                    <a:pt x="1" y="1072"/>
                  </a:cubicBezTo>
                  <a:cubicBezTo>
                    <a:pt x="1" y="1667"/>
                    <a:pt x="477" y="2144"/>
                    <a:pt x="1072" y="2144"/>
                  </a:cubicBezTo>
                  <a:cubicBezTo>
                    <a:pt x="1668" y="2144"/>
                    <a:pt x="2144" y="1667"/>
                    <a:pt x="2144" y="1072"/>
                  </a:cubicBezTo>
                  <a:cubicBezTo>
                    <a:pt x="2144" y="500"/>
                    <a:pt x="1668" y="0"/>
                    <a:pt x="1072"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90"/>
            <p:cNvSpPr/>
            <p:nvPr/>
          </p:nvSpPr>
          <p:spPr>
            <a:xfrm>
              <a:off x="3571490" y="4332355"/>
              <a:ext cx="32072" cy="64084"/>
            </a:xfrm>
            <a:custGeom>
              <a:rect b="b" l="l" r="r" t="t"/>
              <a:pathLst>
                <a:path extrusionOk="0" h="2144" w="1073">
                  <a:moveTo>
                    <a:pt x="0" y="0"/>
                  </a:moveTo>
                  <a:lnTo>
                    <a:pt x="0" y="2144"/>
                  </a:lnTo>
                  <a:cubicBezTo>
                    <a:pt x="596" y="2144"/>
                    <a:pt x="1072" y="1667"/>
                    <a:pt x="1072" y="1072"/>
                  </a:cubicBezTo>
                  <a:cubicBezTo>
                    <a:pt x="1072" y="500"/>
                    <a:pt x="596" y="0"/>
                    <a:pt x="0"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90"/>
            <p:cNvSpPr/>
            <p:nvPr/>
          </p:nvSpPr>
          <p:spPr>
            <a:xfrm>
              <a:off x="3598541" y="4271857"/>
              <a:ext cx="64084" cy="64084"/>
            </a:xfrm>
            <a:custGeom>
              <a:rect b="b" l="l" r="r" t="t"/>
              <a:pathLst>
                <a:path extrusionOk="0" h="2144" w="2144">
                  <a:moveTo>
                    <a:pt x="1072" y="0"/>
                  </a:moveTo>
                  <a:cubicBezTo>
                    <a:pt x="477" y="0"/>
                    <a:pt x="0" y="476"/>
                    <a:pt x="0" y="1072"/>
                  </a:cubicBezTo>
                  <a:cubicBezTo>
                    <a:pt x="0" y="1667"/>
                    <a:pt x="477" y="2143"/>
                    <a:pt x="1072" y="2143"/>
                  </a:cubicBezTo>
                  <a:cubicBezTo>
                    <a:pt x="1667" y="2143"/>
                    <a:pt x="2144" y="1667"/>
                    <a:pt x="2144" y="1072"/>
                  </a:cubicBezTo>
                  <a:cubicBezTo>
                    <a:pt x="2144" y="476"/>
                    <a:pt x="1667" y="0"/>
                    <a:pt x="1072"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90"/>
            <p:cNvSpPr/>
            <p:nvPr/>
          </p:nvSpPr>
          <p:spPr>
            <a:xfrm>
              <a:off x="3630583" y="4271140"/>
              <a:ext cx="32042" cy="64084"/>
            </a:xfrm>
            <a:custGeom>
              <a:rect b="b" l="l" r="r" t="t"/>
              <a:pathLst>
                <a:path extrusionOk="0" h="2144" w="1072">
                  <a:moveTo>
                    <a:pt x="0" y="0"/>
                  </a:moveTo>
                  <a:lnTo>
                    <a:pt x="0" y="2144"/>
                  </a:lnTo>
                  <a:cubicBezTo>
                    <a:pt x="595" y="2144"/>
                    <a:pt x="1072" y="1667"/>
                    <a:pt x="1072" y="1072"/>
                  </a:cubicBezTo>
                  <a:cubicBezTo>
                    <a:pt x="1072" y="500"/>
                    <a:pt x="595" y="24"/>
                    <a:pt x="0"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90"/>
            <p:cNvSpPr/>
            <p:nvPr/>
          </p:nvSpPr>
          <p:spPr>
            <a:xfrm>
              <a:off x="3642659" y="4201376"/>
              <a:ext cx="64114" cy="64084"/>
            </a:xfrm>
            <a:custGeom>
              <a:rect b="b" l="l" r="r" t="t"/>
              <a:pathLst>
                <a:path extrusionOk="0" h="2144" w="2145">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90"/>
            <p:cNvSpPr/>
            <p:nvPr/>
          </p:nvSpPr>
          <p:spPr>
            <a:xfrm>
              <a:off x="3674701" y="4201376"/>
              <a:ext cx="32072" cy="64084"/>
            </a:xfrm>
            <a:custGeom>
              <a:rect b="b" l="l" r="r" t="t"/>
              <a:pathLst>
                <a:path extrusionOk="0" h="2144" w="1073">
                  <a:moveTo>
                    <a:pt x="1" y="1"/>
                  </a:moveTo>
                  <a:lnTo>
                    <a:pt x="1" y="2144"/>
                  </a:lnTo>
                  <a:cubicBezTo>
                    <a:pt x="596" y="2144"/>
                    <a:pt x="1072" y="1668"/>
                    <a:pt x="1072" y="1072"/>
                  </a:cubicBezTo>
                  <a:cubicBezTo>
                    <a:pt x="1072" y="477"/>
                    <a:pt x="596" y="1"/>
                    <a:pt x="1"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8" name="Google Shape;20798;p90"/>
          <p:cNvGrpSpPr/>
          <p:nvPr/>
        </p:nvGrpSpPr>
        <p:grpSpPr>
          <a:xfrm>
            <a:off x="4038814" y="4146557"/>
            <a:ext cx="343826" cy="343139"/>
            <a:chOff x="4076914" y="4146557"/>
            <a:chExt cx="343826" cy="343139"/>
          </a:xfrm>
        </p:grpSpPr>
        <p:sp>
          <p:nvSpPr>
            <p:cNvPr id="20799" name="Google Shape;20799;p90"/>
            <p:cNvSpPr/>
            <p:nvPr/>
          </p:nvSpPr>
          <p:spPr>
            <a:xfrm>
              <a:off x="4076914" y="4146557"/>
              <a:ext cx="189383" cy="339580"/>
            </a:xfrm>
            <a:custGeom>
              <a:rect b="b" l="l" r="r" t="t"/>
              <a:pathLst>
                <a:path extrusionOk="0" h="11361" w="6336">
                  <a:moveTo>
                    <a:pt x="5740" y="1"/>
                  </a:moveTo>
                  <a:cubicBezTo>
                    <a:pt x="2549" y="1"/>
                    <a:pt x="1" y="2573"/>
                    <a:pt x="1" y="5740"/>
                  </a:cubicBezTo>
                  <a:cubicBezTo>
                    <a:pt x="1" y="8526"/>
                    <a:pt x="1977" y="10860"/>
                    <a:pt x="4597" y="11360"/>
                  </a:cubicBezTo>
                  <a:lnTo>
                    <a:pt x="6335" y="5740"/>
                  </a:lnTo>
                  <a:lnTo>
                    <a:pt x="5740"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90"/>
            <p:cNvSpPr/>
            <p:nvPr/>
          </p:nvSpPr>
          <p:spPr>
            <a:xfrm>
              <a:off x="4215724" y="4318127"/>
              <a:ext cx="175126" cy="171569"/>
            </a:xfrm>
            <a:custGeom>
              <a:rect b="b" l="l" r="r" t="t"/>
              <a:pathLst>
                <a:path extrusionOk="0" h="5740" w="5859">
                  <a:moveTo>
                    <a:pt x="1120" y="0"/>
                  </a:moveTo>
                  <a:lnTo>
                    <a:pt x="0" y="5620"/>
                  </a:lnTo>
                  <a:cubicBezTo>
                    <a:pt x="358" y="5716"/>
                    <a:pt x="739" y="5739"/>
                    <a:pt x="1120" y="5739"/>
                  </a:cubicBezTo>
                  <a:cubicBezTo>
                    <a:pt x="3096" y="5739"/>
                    <a:pt x="4811" y="4763"/>
                    <a:pt x="5859" y="3239"/>
                  </a:cubicBezTo>
                  <a:lnTo>
                    <a:pt x="1715"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90"/>
            <p:cNvSpPr/>
            <p:nvPr/>
          </p:nvSpPr>
          <p:spPr>
            <a:xfrm>
              <a:off x="4249171" y="4318127"/>
              <a:ext cx="141679" cy="171569"/>
            </a:xfrm>
            <a:custGeom>
              <a:rect b="b" l="l" r="r" t="t"/>
              <a:pathLst>
                <a:path extrusionOk="0" h="5740" w="4740">
                  <a:moveTo>
                    <a:pt x="1" y="0"/>
                  </a:moveTo>
                  <a:lnTo>
                    <a:pt x="1" y="5739"/>
                  </a:lnTo>
                  <a:cubicBezTo>
                    <a:pt x="1977" y="5739"/>
                    <a:pt x="3692" y="4763"/>
                    <a:pt x="4740" y="3239"/>
                  </a:cubicBezTo>
                  <a:lnTo>
                    <a:pt x="596"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90"/>
            <p:cNvSpPr/>
            <p:nvPr/>
          </p:nvSpPr>
          <p:spPr>
            <a:xfrm>
              <a:off x="4249171" y="4146557"/>
              <a:ext cx="171569" cy="268382"/>
            </a:xfrm>
            <a:custGeom>
              <a:rect b="b" l="l" r="r" t="t"/>
              <a:pathLst>
                <a:path extrusionOk="0" h="8979" w="5740">
                  <a:moveTo>
                    <a:pt x="1" y="1"/>
                  </a:moveTo>
                  <a:lnTo>
                    <a:pt x="1" y="5740"/>
                  </a:lnTo>
                  <a:lnTo>
                    <a:pt x="4740" y="8979"/>
                  </a:lnTo>
                  <a:cubicBezTo>
                    <a:pt x="5359" y="8050"/>
                    <a:pt x="5740" y="6931"/>
                    <a:pt x="5740" y="5740"/>
                  </a:cubicBezTo>
                  <a:cubicBezTo>
                    <a:pt x="5740" y="2549"/>
                    <a:pt x="3168" y="1"/>
                    <a:pt x="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90"/>
            <p:cNvSpPr/>
            <p:nvPr/>
          </p:nvSpPr>
          <p:spPr>
            <a:xfrm>
              <a:off x="4121062" y="4190705"/>
              <a:ext cx="144518" cy="252003"/>
            </a:xfrm>
            <a:custGeom>
              <a:rect b="b" l="l" r="r" t="t"/>
              <a:pathLst>
                <a:path extrusionOk="0" h="8431" w="4835">
                  <a:moveTo>
                    <a:pt x="4263" y="0"/>
                  </a:moveTo>
                  <a:cubicBezTo>
                    <a:pt x="1905" y="0"/>
                    <a:pt x="0" y="1905"/>
                    <a:pt x="0" y="4263"/>
                  </a:cubicBezTo>
                  <a:cubicBezTo>
                    <a:pt x="0" y="6311"/>
                    <a:pt x="1453" y="8050"/>
                    <a:pt x="3406" y="8431"/>
                  </a:cubicBezTo>
                  <a:lnTo>
                    <a:pt x="4834" y="4263"/>
                  </a:lnTo>
                  <a:lnTo>
                    <a:pt x="4263"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90"/>
            <p:cNvSpPr/>
            <p:nvPr/>
          </p:nvSpPr>
          <p:spPr>
            <a:xfrm>
              <a:off x="4223555" y="4318127"/>
              <a:ext cx="129573" cy="127421"/>
            </a:xfrm>
            <a:custGeom>
              <a:rect b="b" l="l" r="r" t="t"/>
              <a:pathLst>
                <a:path extrusionOk="0" h="4263" w="4335">
                  <a:moveTo>
                    <a:pt x="834" y="0"/>
                  </a:moveTo>
                  <a:lnTo>
                    <a:pt x="0" y="4168"/>
                  </a:lnTo>
                  <a:cubicBezTo>
                    <a:pt x="262" y="4215"/>
                    <a:pt x="524" y="4263"/>
                    <a:pt x="834" y="4263"/>
                  </a:cubicBezTo>
                  <a:cubicBezTo>
                    <a:pt x="2287" y="4263"/>
                    <a:pt x="3573" y="3501"/>
                    <a:pt x="4335" y="2405"/>
                  </a:cubicBezTo>
                  <a:lnTo>
                    <a:pt x="1429"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90"/>
            <p:cNvSpPr/>
            <p:nvPr/>
          </p:nvSpPr>
          <p:spPr>
            <a:xfrm>
              <a:off x="4248454" y="4318127"/>
              <a:ext cx="104675" cy="127421"/>
            </a:xfrm>
            <a:custGeom>
              <a:rect b="b" l="l" r="r" t="t"/>
              <a:pathLst>
                <a:path extrusionOk="0" h="4263" w="3502">
                  <a:moveTo>
                    <a:pt x="1" y="0"/>
                  </a:moveTo>
                  <a:lnTo>
                    <a:pt x="1" y="4263"/>
                  </a:lnTo>
                  <a:cubicBezTo>
                    <a:pt x="1454" y="4263"/>
                    <a:pt x="2740" y="3501"/>
                    <a:pt x="3502" y="2405"/>
                  </a:cubicBezTo>
                  <a:lnTo>
                    <a:pt x="59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90"/>
            <p:cNvSpPr/>
            <p:nvPr/>
          </p:nvSpPr>
          <p:spPr>
            <a:xfrm>
              <a:off x="4248454" y="4190705"/>
              <a:ext cx="127451" cy="199336"/>
            </a:xfrm>
            <a:custGeom>
              <a:rect b="b" l="l" r="r" t="t"/>
              <a:pathLst>
                <a:path extrusionOk="0" h="6669" w="4264">
                  <a:moveTo>
                    <a:pt x="1" y="0"/>
                  </a:moveTo>
                  <a:lnTo>
                    <a:pt x="1" y="4263"/>
                  </a:lnTo>
                  <a:lnTo>
                    <a:pt x="3502" y="6668"/>
                  </a:lnTo>
                  <a:cubicBezTo>
                    <a:pt x="3978" y="5978"/>
                    <a:pt x="4264" y="5144"/>
                    <a:pt x="4264" y="4263"/>
                  </a:cubicBezTo>
                  <a:cubicBezTo>
                    <a:pt x="4264" y="1905"/>
                    <a:pt x="2335" y="0"/>
                    <a:pt x="1"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7" name="Google Shape;20807;p90"/>
          <p:cNvGrpSpPr/>
          <p:nvPr/>
        </p:nvGrpSpPr>
        <p:grpSpPr>
          <a:xfrm>
            <a:off x="4782742" y="4143718"/>
            <a:ext cx="344544" cy="344544"/>
            <a:chOff x="4744642" y="4143718"/>
            <a:chExt cx="344544" cy="344544"/>
          </a:xfrm>
        </p:grpSpPr>
        <p:sp>
          <p:nvSpPr>
            <p:cNvPr id="20808" name="Google Shape;20808;p90"/>
            <p:cNvSpPr/>
            <p:nvPr/>
          </p:nvSpPr>
          <p:spPr>
            <a:xfrm>
              <a:off x="4766701" y="4337346"/>
              <a:ext cx="20684" cy="56970"/>
            </a:xfrm>
            <a:custGeom>
              <a:rect b="b" l="l" r="r" t="t"/>
              <a:pathLst>
                <a:path extrusionOk="0" h="1906" w="692">
                  <a:moveTo>
                    <a:pt x="1" y="0"/>
                  </a:moveTo>
                  <a:lnTo>
                    <a:pt x="1" y="1905"/>
                  </a:lnTo>
                  <a:lnTo>
                    <a:pt x="691" y="1905"/>
                  </a:lnTo>
                  <a:lnTo>
                    <a:pt x="6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90"/>
            <p:cNvSpPr/>
            <p:nvPr/>
          </p:nvSpPr>
          <p:spPr>
            <a:xfrm>
              <a:off x="4766701" y="4143718"/>
              <a:ext cx="20684" cy="49857"/>
            </a:xfrm>
            <a:custGeom>
              <a:rect b="b" l="l" r="r" t="t"/>
              <a:pathLst>
                <a:path extrusionOk="0" h="1668" w="692">
                  <a:moveTo>
                    <a:pt x="1" y="1"/>
                  </a:moveTo>
                  <a:lnTo>
                    <a:pt x="1" y="1668"/>
                  </a:lnTo>
                  <a:lnTo>
                    <a:pt x="691" y="1668"/>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90"/>
            <p:cNvSpPr/>
            <p:nvPr/>
          </p:nvSpPr>
          <p:spPr>
            <a:xfrm>
              <a:off x="4766701" y="4236975"/>
              <a:ext cx="20684" cy="56970"/>
            </a:xfrm>
            <a:custGeom>
              <a:rect b="b" l="l" r="r" t="t"/>
              <a:pathLst>
                <a:path extrusionOk="0" h="1906" w="692">
                  <a:moveTo>
                    <a:pt x="1" y="0"/>
                  </a:moveTo>
                  <a:lnTo>
                    <a:pt x="1" y="1905"/>
                  </a:lnTo>
                  <a:lnTo>
                    <a:pt x="691" y="1905"/>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90"/>
            <p:cNvSpPr/>
            <p:nvPr/>
          </p:nvSpPr>
          <p:spPr>
            <a:xfrm>
              <a:off x="5022263" y="4184309"/>
              <a:ext cx="66924" cy="60527"/>
            </a:xfrm>
            <a:custGeom>
              <a:rect b="b" l="l" r="r" t="t"/>
              <a:pathLst>
                <a:path extrusionOk="0" h="2025" w="2239">
                  <a:moveTo>
                    <a:pt x="333" y="0"/>
                  </a:moveTo>
                  <a:lnTo>
                    <a:pt x="0" y="1024"/>
                  </a:lnTo>
                  <a:lnTo>
                    <a:pt x="333" y="2024"/>
                  </a:lnTo>
                  <a:lnTo>
                    <a:pt x="2239" y="2024"/>
                  </a:lnTo>
                  <a:lnTo>
                    <a:pt x="2239"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90"/>
            <p:cNvSpPr/>
            <p:nvPr/>
          </p:nvSpPr>
          <p:spPr>
            <a:xfrm>
              <a:off x="5022263" y="4215604"/>
              <a:ext cx="66924" cy="30637"/>
            </a:xfrm>
            <a:custGeom>
              <a:rect b="b" l="l" r="r" t="t"/>
              <a:pathLst>
                <a:path extrusionOk="0" h="1025" w="2239">
                  <a:moveTo>
                    <a:pt x="0" y="1"/>
                  </a:moveTo>
                  <a:lnTo>
                    <a:pt x="333" y="1025"/>
                  </a:lnTo>
                  <a:lnTo>
                    <a:pt x="2239" y="1025"/>
                  </a:lnTo>
                  <a:lnTo>
                    <a:pt x="2239"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90"/>
            <p:cNvSpPr/>
            <p:nvPr/>
          </p:nvSpPr>
          <p:spPr>
            <a:xfrm>
              <a:off x="4766701" y="4438405"/>
              <a:ext cx="20684" cy="49857"/>
            </a:xfrm>
            <a:custGeom>
              <a:rect b="b" l="l" r="r" t="t"/>
              <a:pathLst>
                <a:path extrusionOk="0" h="1668" w="692">
                  <a:moveTo>
                    <a:pt x="1" y="1"/>
                  </a:moveTo>
                  <a:lnTo>
                    <a:pt x="1" y="1668"/>
                  </a:lnTo>
                  <a:lnTo>
                    <a:pt x="691" y="1668"/>
                  </a:lnTo>
                  <a:lnTo>
                    <a:pt x="691"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90"/>
            <p:cNvSpPr/>
            <p:nvPr/>
          </p:nvSpPr>
          <p:spPr>
            <a:xfrm>
              <a:off x="4828633" y="4184309"/>
              <a:ext cx="203611" cy="60527"/>
            </a:xfrm>
            <a:custGeom>
              <a:rect b="b" l="l" r="r" t="t"/>
              <a:pathLst>
                <a:path extrusionOk="0" h="2025" w="6812">
                  <a:moveTo>
                    <a:pt x="882" y="0"/>
                  </a:moveTo>
                  <a:lnTo>
                    <a:pt x="1" y="1024"/>
                  </a:lnTo>
                  <a:lnTo>
                    <a:pt x="882" y="2024"/>
                  </a:lnTo>
                  <a:lnTo>
                    <a:pt x="6811" y="2024"/>
                  </a:lnTo>
                  <a:lnTo>
                    <a:pt x="6811"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90"/>
            <p:cNvSpPr/>
            <p:nvPr/>
          </p:nvSpPr>
          <p:spPr>
            <a:xfrm>
              <a:off x="4828633" y="4215604"/>
              <a:ext cx="203611" cy="30637"/>
            </a:xfrm>
            <a:custGeom>
              <a:rect b="b" l="l" r="r" t="t"/>
              <a:pathLst>
                <a:path extrusionOk="0" h="1025" w="6812">
                  <a:moveTo>
                    <a:pt x="1" y="1"/>
                  </a:moveTo>
                  <a:lnTo>
                    <a:pt x="882" y="1025"/>
                  </a:lnTo>
                  <a:lnTo>
                    <a:pt x="6811" y="1025"/>
                  </a:lnTo>
                  <a:lnTo>
                    <a:pt x="6811"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90"/>
            <p:cNvSpPr/>
            <p:nvPr/>
          </p:nvSpPr>
          <p:spPr>
            <a:xfrm>
              <a:off x="5022263" y="4285368"/>
              <a:ext cx="66924" cy="60527"/>
            </a:xfrm>
            <a:custGeom>
              <a:rect b="b" l="l" r="r" t="t"/>
              <a:pathLst>
                <a:path extrusionOk="0" h="2025" w="2239">
                  <a:moveTo>
                    <a:pt x="333" y="1"/>
                  </a:moveTo>
                  <a:lnTo>
                    <a:pt x="0" y="1001"/>
                  </a:lnTo>
                  <a:lnTo>
                    <a:pt x="333" y="2025"/>
                  </a:lnTo>
                  <a:lnTo>
                    <a:pt x="2239" y="2025"/>
                  </a:lnTo>
                  <a:lnTo>
                    <a:pt x="223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90"/>
            <p:cNvSpPr/>
            <p:nvPr/>
          </p:nvSpPr>
          <p:spPr>
            <a:xfrm>
              <a:off x="5022263" y="4315975"/>
              <a:ext cx="66924" cy="30637"/>
            </a:xfrm>
            <a:custGeom>
              <a:rect b="b" l="l" r="r" t="t"/>
              <a:pathLst>
                <a:path extrusionOk="0" h="1025" w="2239">
                  <a:moveTo>
                    <a:pt x="0" y="1"/>
                  </a:moveTo>
                  <a:lnTo>
                    <a:pt x="333" y="1025"/>
                  </a:lnTo>
                  <a:lnTo>
                    <a:pt x="2239" y="1025"/>
                  </a:lnTo>
                  <a:lnTo>
                    <a:pt x="2239"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90"/>
            <p:cNvSpPr/>
            <p:nvPr/>
          </p:nvSpPr>
          <p:spPr>
            <a:xfrm>
              <a:off x="4828633" y="4285368"/>
              <a:ext cx="203611" cy="60527"/>
            </a:xfrm>
            <a:custGeom>
              <a:rect b="b" l="l" r="r" t="t"/>
              <a:pathLst>
                <a:path extrusionOk="0" h="2025" w="6812">
                  <a:moveTo>
                    <a:pt x="882" y="1"/>
                  </a:moveTo>
                  <a:lnTo>
                    <a:pt x="1" y="1001"/>
                  </a:lnTo>
                  <a:lnTo>
                    <a:pt x="882" y="2025"/>
                  </a:lnTo>
                  <a:lnTo>
                    <a:pt x="6811" y="2025"/>
                  </a:lnTo>
                  <a:lnTo>
                    <a:pt x="6811"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90"/>
            <p:cNvSpPr/>
            <p:nvPr/>
          </p:nvSpPr>
          <p:spPr>
            <a:xfrm>
              <a:off x="4828633" y="4315975"/>
              <a:ext cx="203611" cy="30637"/>
            </a:xfrm>
            <a:custGeom>
              <a:rect b="b" l="l" r="r" t="t"/>
              <a:pathLst>
                <a:path extrusionOk="0" h="1025" w="6812">
                  <a:moveTo>
                    <a:pt x="1" y="1"/>
                  </a:moveTo>
                  <a:lnTo>
                    <a:pt x="882" y="1025"/>
                  </a:lnTo>
                  <a:lnTo>
                    <a:pt x="6811" y="1025"/>
                  </a:lnTo>
                  <a:lnTo>
                    <a:pt x="681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90"/>
            <p:cNvSpPr/>
            <p:nvPr/>
          </p:nvSpPr>
          <p:spPr>
            <a:xfrm>
              <a:off x="5022263" y="4386456"/>
              <a:ext cx="66924" cy="60527"/>
            </a:xfrm>
            <a:custGeom>
              <a:rect b="b" l="l" r="r" t="t"/>
              <a:pathLst>
                <a:path extrusionOk="0" h="2025" w="2239">
                  <a:moveTo>
                    <a:pt x="333" y="0"/>
                  </a:moveTo>
                  <a:lnTo>
                    <a:pt x="0" y="1024"/>
                  </a:lnTo>
                  <a:lnTo>
                    <a:pt x="333" y="2025"/>
                  </a:lnTo>
                  <a:lnTo>
                    <a:pt x="2239" y="2025"/>
                  </a:lnTo>
                  <a:lnTo>
                    <a:pt x="2239"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90"/>
            <p:cNvSpPr/>
            <p:nvPr/>
          </p:nvSpPr>
          <p:spPr>
            <a:xfrm>
              <a:off x="5022263" y="4417064"/>
              <a:ext cx="66924" cy="29920"/>
            </a:xfrm>
            <a:custGeom>
              <a:rect b="b" l="l" r="r" t="t"/>
              <a:pathLst>
                <a:path extrusionOk="0" h="1001" w="2239">
                  <a:moveTo>
                    <a:pt x="0" y="0"/>
                  </a:moveTo>
                  <a:lnTo>
                    <a:pt x="333" y="1001"/>
                  </a:lnTo>
                  <a:lnTo>
                    <a:pt x="2239" y="1001"/>
                  </a:lnTo>
                  <a:lnTo>
                    <a:pt x="2239"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90"/>
            <p:cNvSpPr/>
            <p:nvPr/>
          </p:nvSpPr>
          <p:spPr>
            <a:xfrm>
              <a:off x="4828633" y="4386456"/>
              <a:ext cx="203611" cy="60527"/>
            </a:xfrm>
            <a:custGeom>
              <a:rect b="b" l="l" r="r" t="t"/>
              <a:pathLst>
                <a:path extrusionOk="0" h="2025" w="6812">
                  <a:moveTo>
                    <a:pt x="882" y="0"/>
                  </a:moveTo>
                  <a:lnTo>
                    <a:pt x="1" y="1024"/>
                  </a:lnTo>
                  <a:lnTo>
                    <a:pt x="882" y="2025"/>
                  </a:lnTo>
                  <a:lnTo>
                    <a:pt x="6811" y="2025"/>
                  </a:lnTo>
                  <a:lnTo>
                    <a:pt x="6811"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90"/>
            <p:cNvSpPr/>
            <p:nvPr/>
          </p:nvSpPr>
          <p:spPr>
            <a:xfrm>
              <a:off x="4828633" y="4417064"/>
              <a:ext cx="203611" cy="29920"/>
            </a:xfrm>
            <a:custGeom>
              <a:rect b="b" l="l" r="r" t="t"/>
              <a:pathLst>
                <a:path extrusionOk="0" h="1001" w="6812">
                  <a:moveTo>
                    <a:pt x="1" y="0"/>
                  </a:moveTo>
                  <a:lnTo>
                    <a:pt x="882" y="1001"/>
                  </a:lnTo>
                  <a:lnTo>
                    <a:pt x="6811" y="1001"/>
                  </a:lnTo>
                  <a:lnTo>
                    <a:pt x="6811"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4" name="Google Shape;20824;p90"/>
            <p:cNvSpPr/>
            <p:nvPr/>
          </p:nvSpPr>
          <p:spPr>
            <a:xfrm>
              <a:off x="4744642" y="4182874"/>
              <a:ext cx="64084" cy="64084"/>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90"/>
            <p:cNvSpPr/>
            <p:nvPr/>
          </p:nvSpPr>
          <p:spPr>
            <a:xfrm>
              <a:off x="4744642" y="4215604"/>
              <a:ext cx="64084" cy="32072"/>
            </a:xfrm>
            <a:custGeom>
              <a:rect b="b" l="l" r="r" t="t"/>
              <a:pathLst>
                <a:path extrusionOk="0" h="1073" w="2144">
                  <a:moveTo>
                    <a:pt x="0" y="1"/>
                  </a:moveTo>
                  <a:cubicBezTo>
                    <a:pt x="0" y="596"/>
                    <a:pt x="477" y="1072"/>
                    <a:pt x="1072" y="1072"/>
                  </a:cubicBezTo>
                  <a:cubicBezTo>
                    <a:pt x="1667" y="1072"/>
                    <a:pt x="2144" y="596"/>
                    <a:pt x="2144"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90"/>
            <p:cNvSpPr/>
            <p:nvPr/>
          </p:nvSpPr>
          <p:spPr>
            <a:xfrm>
              <a:off x="4744642" y="4283963"/>
              <a:ext cx="64084" cy="64084"/>
            </a:xfrm>
            <a:custGeom>
              <a:rect b="b" l="l" r="r" t="t"/>
              <a:pathLst>
                <a:path extrusionOk="0" h="2144" w="2144">
                  <a:moveTo>
                    <a:pt x="1072" y="0"/>
                  </a:moveTo>
                  <a:cubicBezTo>
                    <a:pt x="477" y="0"/>
                    <a:pt x="0" y="476"/>
                    <a:pt x="0" y="1072"/>
                  </a:cubicBezTo>
                  <a:cubicBezTo>
                    <a:pt x="0" y="1667"/>
                    <a:pt x="477" y="2143"/>
                    <a:pt x="1072" y="2143"/>
                  </a:cubicBezTo>
                  <a:cubicBezTo>
                    <a:pt x="1667" y="2119"/>
                    <a:pt x="2144" y="1643"/>
                    <a:pt x="2144" y="1072"/>
                  </a:cubicBezTo>
                  <a:cubicBezTo>
                    <a:pt x="2144" y="476"/>
                    <a:pt x="1667" y="0"/>
                    <a:pt x="1072" y="0"/>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90"/>
            <p:cNvSpPr/>
            <p:nvPr/>
          </p:nvSpPr>
          <p:spPr>
            <a:xfrm>
              <a:off x="4744642" y="4315975"/>
              <a:ext cx="64084" cy="32072"/>
            </a:xfrm>
            <a:custGeom>
              <a:rect b="b" l="l" r="r" t="t"/>
              <a:pathLst>
                <a:path extrusionOk="0" h="1073" w="2144">
                  <a:moveTo>
                    <a:pt x="0" y="1"/>
                  </a:moveTo>
                  <a:cubicBezTo>
                    <a:pt x="0" y="596"/>
                    <a:pt x="477" y="1072"/>
                    <a:pt x="1072" y="1072"/>
                  </a:cubicBezTo>
                  <a:cubicBezTo>
                    <a:pt x="1667" y="1072"/>
                    <a:pt x="2144" y="596"/>
                    <a:pt x="2144"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90"/>
            <p:cNvSpPr/>
            <p:nvPr/>
          </p:nvSpPr>
          <p:spPr>
            <a:xfrm>
              <a:off x="4744642" y="4385021"/>
              <a:ext cx="64084" cy="64084"/>
            </a:xfrm>
            <a:custGeom>
              <a:rect b="b" l="l" r="r" t="t"/>
              <a:pathLst>
                <a:path extrusionOk="0" h="2144" w="2144">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90"/>
            <p:cNvSpPr/>
            <p:nvPr/>
          </p:nvSpPr>
          <p:spPr>
            <a:xfrm>
              <a:off x="4744642" y="4416346"/>
              <a:ext cx="64084" cy="32759"/>
            </a:xfrm>
            <a:custGeom>
              <a:rect b="b" l="l" r="r" t="t"/>
              <a:pathLst>
                <a:path extrusionOk="0" h="1096" w="2144">
                  <a:moveTo>
                    <a:pt x="0" y="0"/>
                  </a:moveTo>
                  <a:cubicBezTo>
                    <a:pt x="0" y="596"/>
                    <a:pt x="477" y="1096"/>
                    <a:pt x="1072" y="1096"/>
                  </a:cubicBezTo>
                  <a:cubicBezTo>
                    <a:pt x="1667" y="1096"/>
                    <a:pt x="2144" y="620"/>
                    <a:pt x="2144"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0" name="Google Shape;20830;p90"/>
          <p:cNvGrpSpPr/>
          <p:nvPr/>
        </p:nvGrpSpPr>
        <p:grpSpPr>
          <a:xfrm>
            <a:off x="5523800" y="4152266"/>
            <a:ext cx="343856" cy="344544"/>
            <a:chOff x="5409500" y="4152266"/>
            <a:chExt cx="343856" cy="344544"/>
          </a:xfrm>
        </p:grpSpPr>
        <p:sp>
          <p:nvSpPr>
            <p:cNvPr id="20831" name="Google Shape;20831;p90"/>
            <p:cNvSpPr/>
            <p:nvPr/>
          </p:nvSpPr>
          <p:spPr>
            <a:xfrm>
              <a:off x="5519855" y="4314570"/>
              <a:ext cx="162303" cy="20654"/>
            </a:xfrm>
            <a:custGeom>
              <a:rect b="b" l="l" r="r" t="t"/>
              <a:pathLst>
                <a:path extrusionOk="0" h="691" w="5430">
                  <a:moveTo>
                    <a:pt x="0" y="0"/>
                  </a:moveTo>
                  <a:lnTo>
                    <a:pt x="0" y="691"/>
                  </a:lnTo>
                  <a:lnTo>
                    <a:pt x="5430" y="691"/>
                  </a:lnTo>
                  <a:lnTo>
                    <a:pt x="5430"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90"/>
            <p:cNvSpPr/>
            <p:nvPr/>
          </p:nvSpPr>
          <p:spPr>
            <a:xfrm>
              <a:off x="5519855" y="4324524"/>
              <a:ext cx="162303" cy="9296"/>
            </a:xfrm>
            <a:custGeom>
              <a:rect b="b" l="l" r="r" t="t"/>
              <a:pathLst>
                <a:path extrusionOk="0" h="311" w="5430">
                  <a:moveTo>
                    <a:pt x="0" y="0"/>
                  </a:moveTo>
                  <a:lnTo>
                    <a:pt x="0" y="310"/>
                  </a:lnTo>
                  <a:lnTo>
                    <a:pt x="5430" y="310"/>
                  </a:lnTo>
                  <a:lnTo>
                    <a:pt x="5430"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90"/>
            <p:cNvSpPr/>
            <p:nvPr/>
          </p:nvSpPr>
          <p:spPr>
            <a:xfrm>
              <a:off x="5519855" y="4350140"/>
              <a:ext cx="92569" cy="103240"/>
            </a:xfrm>
            <a:custGeom>
              <a:rect b="b" l="l" r="r" t="t"/>
              <a:pathLst>
                <a:path extrusionOk="0" h="3454" w="3097">
                  <a:moveTo>
                    <a:pt x="0" y="1"/>
                  </a:moveTo>
                  <a:lnTo>
                    <a:pt x="524" y="644"/>
                  </a:lnTo>
                  <a:lnTo>
                    <a:pt x="1667" y="644"/>
                  </a:lnTo>
                  <a:cubicBezTo>
                    <a:pt x="2096" y="644"/>
                    <a:pt x="2429" y="977"/>
                    <a:pt x="2429" y="1406"/>
                  </a:cubicBezTo>
                  <a:lnTo>
                    <a:pt x="2429" y="3454"/>
                  </a:lnTo>
                  <a:lnTo>
                    <a:pt x="3096" y="3454"/>
                  </a:lnTo>
                  <a:lnTo>
                    <a:pt x="3096" y="1430"/>
                  </a:lnTo>
                  <a:cubicBezTo>
                    <a:pt x="3096" y="620"/>
                    <a:pt x="2453" y="1"/>
                    <a:pt x="166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90"/>
            <p:cNvSpPr/>
            <p:nvPr/>
          </p:nvSpPr>
          <p:spPr>
            <a:xfrm>
              <a:off x="5519855" y="4196384"/>
              <a:ext cx="92569" cy="103240"/>
            </a:xfrm>
            <a:custGeom>
              <a:rect b="b" l="l" r="r" t="t"/>
              <a:pathLst>
                <a:path extrusionOk="0" h="3454" w="3097">
                  <a:moveTo>
                    <a:pt x="2429" y="1"/>
                  </a:moveTo>
                  <a:lnTo>
                    <a:pt x="2429" y="2025"/>
                  </a:lnTo>
                  <a:cubicBezTo>
                    <a:pt x="2429" y="2430"/>
                    <a:pt x="2096" y="2763"/>
                    <a:pt x="1667" y="2763"/>
                  </a:cubicBezTo>
                  <a:lnTo>
                    <a:pt x="524" y="2763"/>
                  </a:lnTo>
                  <a:lnTo>
                    <a:pt x="0" y="3454"/>
                  </a:lnTo>
                  <a:lnTo>
                    <a:pt x="1667" y="3454"/>
                  </a:lnTo>
                  <a:cubicBezTo>
                    <a:pt x="2453" y="3454"/>
                    <a:pt x="3096" y="2811"/>
                    <a:pt x="3096" y="2025"/>
                  </a:cubicBezTo>
                  <a:lnTo>
                    <a:pt x="3096"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90"/>
            <p:cNvSpPr/>
            <p:nvPr/>
          </p:nvSpPr>
          <p:spPr>
            <a:xfrm>
              <a:off x="5559011" y="4434849"/>
              <a:ext cx="86860" cy="61962"/>
            </a:xfrm>
            <a:custGeom>
              <a:rect b="b" l="l" r="r" t="t"/>
              <a:pathLst>
                <a:path extrusionOk="0" h="2073" w="2906">
                  <a:moveTo>
                    <a:pt x="0" y="1"/>
                  </a:moveTo>
                  <a:lnTo>
                    <a:pt x="0" y="2073"/>
                  </a:lnTo>
                  <a:lnTo>
                    <a:pt x="2905" y="2073"/>
                  </a:lnTo>
                  <a:lnTo>
                    <a:pt x="290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90"/>
            <p:cNvSpPr/>
            <p:nvPr/>
          </p:nvSpPr>
          <p:spPr>
            <a:xfrm>
              <a:off x="5559011" y="4152266"/>
              <a:ext cx="86860" cy="62679"/>
            </a:xfrm>
            <a:custGeom>
              <a:rect b="b" l="l" r="r" t="t"/>
              <a:pathLst>
                <a:path extrusionOk="0" h="2097" w="2906">
                  <a:moveTo>
                    <a:pt x="0" y="0"/>
                  </a:moveTo>
                  <a:lnTo>
                    <a:pt x="0" y="2096"/>
                  </a:lnTo>
                  <a:lnTo>
                    <a:pt x="2905" y="2096"/>
                  </a:lnTo>
                  <a:lnTo>
                    <a:pt x="2905"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90"/>
            <p:cNvSpPr/>
            <p:nvPr/>
          </p:nvSpPr>
          <p:spPr>
            <a:xfrm>
              <a:off x="5667184" y="4293199"/>
              <a:ext cx="86173" cy="61962"/>
            </a:xfrm>
            <a:custGeom>
              <a:rect b="b" l="l" r="r" t="t"/>
              <a:pathLst>
                <a:path extrusionOk="0" h="2073" w="2883">
                  <a:moveTo>
                    <a:pt x="1" y="1"/>
                  </a:moveTo>
                  <a:lnTo>
                    <a:pt x="1" y="2072"/>
                  </a:lnTo>
                  <a:lnTo>
                    <a:pt x="2882" y="2072"/>
                  </a:lnTo>
                  <a:lnTo>
                    <a:pt x="2882"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90"/>
            <p:cNvSpPr/>
            <p:nvPr/>
          </p:nvSpPr>
          <p:spPr>
            <a:xfrm>
              <a:off x="5667184" y="4324524"/>
              <a:ext cx="86173" cy="30637"/>
            </a:xfrm>
            <a:custGeom>
              <a:rect b="b" l="l" r="r" t="t"/>
              <a:pathLst>
                <a:path extrusionOk="0" h="1025" w="2883">
                  <a:moveTo>
                    <a:pt x="1" y="0"/>
                  </a:moveTo>
                  <a:lnTo>
                    <a:pt x="1" y="1024"/>
                  </a:lnTo>
                  <a:lnTo>
                    <a:pt x="2882" y="1024"/>
                  </a:lnTo>
                  <a:lnTo>
                    <a:pt x="2882"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90"/>
            <p:cNvSpPr/>
            <p:nvPr/>
          </p:nvSpPr>
          <p:spPr>
            <a:xfrm>
              <a:off x="5409500" y="4278971"/>
              <a:ext cx="126046" cy="90417"/>
            </a:xfrm>
            <a:custGeom>
              <a:rect b="b" l="l" r="r" t="t"/>
              <a:pathLst>
                <a:path extrusionOk="0" h="3025" w="4217">
                  <a:moveTo>
                    <a:pt x="1" y="0"/>
                  </a:moveTo>
                  <a:lnTo>
                    <a:pt x="1" y="3025"/>
                  </a:lnTo>
                  <a:lnTo>
                    <a:pt x="4216" y="3025"/>
                  </a:lnTo>
                  <a:lnTo>
                    <a:pt x="4216"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90"/>
            <p:cNvSpPr/>
            <p:nvPr/>
          </p:nvSpPr>
          <p:spPr>
            <a:xfrm>
              <a:off x="5409500" y="4324524"/>
              <a:ext cx="126046" cy="44865"/>
            </a:xfrm>
            <a:custGeom>
              <a:rect b="b" l="l" r="r" t="t"/>
              <a:pathLst>
                <a:path extrusionOk="0" h="1501" w="4217">
                  <a:moveTo>
                    <a:pt x="1" y="0"/>
                  </a:moveTo>
                  <a:lnTo>
                    <a:pt x="1" y="1501"/>
                  </a:lnTo>
                  <a:lnTo>
                    <a:pt x="4216" y="1501"/>
                  </a:lnTo>
                  <a:lnTo>
                    <a:pt x="4216"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90"/>
            <p:cNvSpPr/>
            <p:nvPr/>
          </p:nvSpPr>
          <p:spPr>
            <a:xfrm>
              <a:off x="5442977" y="4314570"/>
              <a:ext cx="19967" cy="20654"/>
            </a:xfrm>
            <a:custGeom>
              <a:rect b="b" l="l" r="r" t="t"/>
              <a:pathLst>
                <a:path extrusionOk="0" h="691" w="668">
                  <a:moveTo>
                    <a:pt x="0" y="0"/>
                  </a:moveTo>
                  <a:lnTo>
                    <a:pt x="0" y="691"/>
                  </a:lnTo>
                  <a:lnTo>
                    <a:pt x="667" y="691"/>
                  </a:lnTo>
                  <a:lnTo>
                    <a:pt x="66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90"/>
            <p:cNvSpPr/>
            <p:nvPr/>
          </p:nvSpPr>
          <p:spPr>
            <a:xfrm>
              <a:off x="5482134" y="4314570"/>
              <a:ext cx="19937" cy="20654"/>
            </a:xfrm>
            <a:custGeom>
              <a:rect b="b" l="l" r="r" t="t"/>
              <a:pathLst>
                <a:path extrusionOk="0" h="691" w="667">
                  <a:moveTo>
                    <a:pt x="0" y="0"/>
                  </a:moveTo>
                  <a:lnTo>
                    <a:pt x="0" y="691"/>
                  </a:lnTo>
                  <a:lnTo>
                    <a:pt x="667" y="691"/>
                  </a:lnTo>
                  <a:lnTo>
                    <a:pt x="66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90"/>
            <p:cNvSpPr/>
            <p:nvPr/>
          </p:nvSpPr>
          <p:spPr>
            <a:xfrm>
              <a:off x="5442977" y="4324524"/>
              <a:ext cx="19967" cy="9296"/>
            </a:xfrm>
            <a:custGeom>
              <a:rect b="b" l="l" r="r" t="t"/>
              <a:pathLst>
                <a:path extrusionOk="0" h="311" w="668">
                  <a:moveTo>
                    <a:pt x="0" y="0"/>
                  </a:moveTo>
                  <a:lnTo>
                    <a:pt x="0" y="310"/>
                  </a:lnTo>
                  <a:lnTo>
                    <a:pt x="667" y="310"/>
                  </a:lnTo>
                  <a:lnTo>
                    <a:pt x="667"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90"/>
            <p:cNvSpPr/>
            <p:nvPr/>
          </p:nvSpPr>
          <p:spPr>
            <a:xfrm>
              <a:off x="5482134" y="4324524"/>
              <a:ext cx="19937" cy="9296"/>
            </a:xfrm>
            <a:custGeom>
              <a:rect b="b" l="l" r="r" t="t"/>
              <a:pathLst>
                <a:path extrusionOk="0" h="311" w="667">
                  <a:moveTo>
                    <a:pt x="0" y="0"/>
                  </a:moveTo>
                  <a:lnTo>
                    <a:pt x="0" y="310"/>
                  </a:lnTo>
                  <a:lnTo>
                    <a:pt x="667" y="310"/>
                  </a:lnTo>
                  <a:lnTo>
                    <a:pt x="667"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5" name="Google Shape;20845;p90"/>
          <p:cNvGrpSpPr/>
          <p:nvPr/>
        </p:nvGrpSpPr>
        <p:grpSpPr>
          <a:xfrm>
            <a:off x="6273438" y="4160815"/>
            <a:ext cx="344544" cy="343109"/>
            <a:chOff x="6082938" y="4160815"/>
            <a:chExt cx="344544" cy="343109"/>
          </a:xfrm>
        </p:grpSpPr>
        <p:sp>
          <p:nvSpPr>
            <p:cNvPr id="20846" name="Google Shape;20846;p90"/>
            <p:cNvSpPr/>
            <p:nvPr/>
          </p:nvSpPr>
          <p:spPr>
            <a:xfrm>
              <a:off x="6082938" y="4160815"/>
              <a:ext cx="222830" cy="185079"/>
            </a:xfrm>
            <a:custGeom>
              <a:rect b="b" l="l" r="r" t="t"/>
              <a:pathLst>
                <a:path extrusionOk="0" h="6192" w="7455">
                  <a:moveTo>
                    <a:pt x="0" y="0"/>
                  </a:moveTo>
                  <a:lnTo>
                    <a:pt x="0" y="5739"/>
                  </a:lnTo>
                  <a:cubicBezTo>
                    <a:pt x="0" y="5739"/>
                    <a:pt x="2215" y="6192"/>
                    <a:pt x="2882" y="6192"/>
                  </a:cubicBezTo>
                  <a:cubicBezTo>
                    <a:pt x="3573" y="6192"/>
                    <a:pt x="5740" y="5739"/>
                    <a:pt x="5740" y="5739"/>
                  </a:cubicBezTo>
                  <a:cubicBezTo>
                    <a:pt x="5740" y="5739"/>
                    <a:pt x="7454" y="4311"/>
                    <a:pt x="7454" y="2858"/>
                  </a:cubicBezTo>
                  <a:cubicBezTo>
                    <a:pt x="7454" y="1238"/>
                    <a:pt x="5740" y="0"/>
                    <a:pt x="574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90"/>
            <p:cNvSpPr/>
            <p:nvPr/>
          </p:nvSpPr>
          <p:spPr>
            <a:xfrm>
              <a:off x="6168364" y="4160815"/>
              <a:ext cx="137404" cy="185079"/>
            </a:xfrm>
            <a:custGeom>
              <a:rect b="b" l="l" r="r" t="t"/>
              <a:pathLst>
                <a:path extrusionOk="0" h="6192" w="4597">
                  <a:moveTo>
                    <a:pt x="0" y="0"/>
                  </a:moveTo>
                  <a:lnTo>
                    <a:pt x="0" y="6192"/>
                  </a:lnTo>
                  <a:lnTo>
                    <a:pt x="24" y="6192"/>
                  </a:lnTo>
                  <a:cubicBezTo>
                    <a:pt x="715" y="6192"/>
                    <a:pt x="2882" y="5739"/>
                    <a:pt x="2882" y="5739"/>
                  </a:cubicBezTo>
                  <a:cubicBezTo>
                    <a:pt x="2882" y="5739"/>
                    <a:pt x="4572" y="4334"/>
                    <a:pt x="4572" y="2858"/>
                  </a:cubicBezTo>
                  <a:cubicBezTo>
                    <a:pt x="4596" y="1238"/>
                    <a:pt x="2882"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90"/>
            <p:cNvSpPr/>
            <p:nvPr/>
          </p:nvSpPr>
          <p:spPr>
            <a:xfrm>
              <a:off x="6254477" y="4160815"/>
              <a:ext cx="173003" cy="222830"/>
            </a:xfrm>
            <a:custGeom>
              <a:rect b="b" l="l" r="r" t="t"/>
              <a:pathLst>
                <a:path extrusionOk="0" h="7455" w="5788">
                  <a:moveTo>
                    <a:pt x="1" y="0"/>
                  </a:moveTo>
                  <a:lnTo>
                    <a:pt x="1" y="1739"/>
                  </a:lnTo>
                  <a:cubicBezTo>
                    <a:pt x="138" y="1687"/>
                    <a:pt x="263" y="1648"/>
                    <a:pt x="402" y="1648"/>
                  </a:cubicBezTo>
                  <a:cubicBezTo>
                    <a:pt x="456" y="1648"/>
                    <a:pt x="512" y="1654"/>
                    <a:pt x="572" y="1667"/>
                  </a:cubicBezTo>
                  <a:cubicBezTo>
                    <a:pt x="1191" y="1691"/>
                    <a:pt x="1668" y="2215"/>
                    <a:pt x="1715" y="2810"/>
                  </a:cubicBezTo>
                  <a:cubicBezTo>
                    <a:pt x="1739" y="3501"/>
                    <a:pt x="1168" y="4096"/>
                    <a:pt x="477" y="4096"/>
                  </a:cubicBezTo>
                  <a:cubicBezTo>
                    <a:pt x="310" y="4096"/>
                    <a:pt x="167" y="4072"/>
                    <a:pt x="1" y="4001"/>
                  </a:cubicBezTo>
                  <a:lnTo>
                    <a:pt x="1" y="5763"/>
                  </a:lnTo>
                  <a:cubicBezTo>
                    <a:pt x="1" y="5763"/>
                    <a:pt x="1239" y="7454"/>
                    <a:pt x="2906" y="7454"/>
                  </a:cubicBezTo>
                  <a:cubicBezTo>
                    <a:pt x="4454" y="7454"/>
                    <a:pt x="5788" y="5763"/>
                    <a:pt x="5788" y="5763"/>
                  </a:cubicBezTo>
                  <a:lnTo>
                    <a:pt x="5788"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90"/>
            <p:cNvSpPr/>
            <p:nvPr/>
          </p:nvSpPr>
          <p:spPr>
            <a:xfrm>
              <a:off x="6341309" y="4160815"/>
              <a:ext cx="86173" cy="222113"/>
            </a:xfrm>
            <a:custGeom>
              <a:rect b="b" l="l" r="r" t="t"/>
              <a:pathLst>
                <a:path extrusionOk="0" h="7431" w="2883">
                  <a:moveTo>
                    <a:pt x="1" y="0"/>
                  </a:moveTo>
                  <a:lnTo>
                    <a:pt x="1" y="7430"/>
                  </a:lnTo>
                  <a:cubicBezTo>
                    <a:pt x="1549" y="7430"/>
                    <a:pt x="2883" y="5739"/>
                    <a:pt x="2883" y="5739"/>
                  </a:cubicBezTo>
                  <a:lnTo>
                    <a:pt x="2883"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90"/>
            <p:cNvSpPr/>
            <p:nvPr/>
          </p:nvSpPr>
          <p:spPr>
            <a:xfrm>
              <a:off x="6203933" y="4331638"/>
              <a:ext cx="222830" cy="172286"/>
            </a:xfrm>
            <a:custGeom>
              <a:rect b="b" l="l" r="r" t="t"/>
              <a:pathLst>
                <a:path extrusionOk="0" h="5764" w="7455">
                  <a:moveTo>
                    <a:pt x="1692" y="1"/>
                  </a:moveTo>
                  <a:cubicBezTo>
                    <a:pt x="1692" y="1"/>
                    <a:pt x="1" y="1239"/>
                    <a:pt x="1" y="2882"/>
                  </a:cubicBezTo>
                  <a:cubicBezTo>
                    <a:pt x="1" y="4597"/>
                    <a:pt x="1692" y="5764"/>
                    <a:pt x="1692" y="5764"/>
                  </a:cubicBezTo>
                  <a:lnTo>
                    <a:pt x="7455" y="5764"/>
                  </a:lnTo>
                  <a:lnTo>
                    <a:pt x="7455" y="24"/>
                  </a:lnTo>
                  <a:lnTo>
                    <a:pt x="7455" y="1"/>
                  </a:lnTo>
                  <a:lnTo>
                    <a:pt x="5740" y="1"/>
                  </a:lnTo>
                  <a:cubicBezTo>
                    <a:pt x="5812" y="143"/>
                    <a:pt x="5835" y="286"/>
                    <a:pt x="5835" y="477"/>
                  </a:cubicBezTo>
                  <a:cubicBezTo>
                    <a:pt x="5835" y="1130"/>
                    <a:pt x="5264" y="1692"/>
                    <a:pt x="4591" y="1692"/>
                  </a:cubicBezTo>
                  <a:cubicBezTo>
                    <a:pt x="4577" y="1692"/>
                    <a:pt x="4563" y="1692"/>
                    <a:pt x="4549" y="1691"/>
                  </a:cubicBezTo>
                  <a:cubicBezTo>
                    <a:pt x="3906" y="1691"/>
                    <a:pt x="3406" y="1144"/>
                    <a:pt x="3359" y="524"/>
                  </a:cubicBezTo>
                  <a:cubicBezTo>
                    <a:pt x="3359" y="310"/>
                    <a:pt x="3406" y="143"/>
                    <a:pt x="3454"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90"/>
            <p:cNvSpPr/>
            <p:nvPr/>
          </p:nvSpPr>
          <p:spPr>
            <a:xfrm>
              <a:off x="6341309" y="4332355"/>
              <a:ext cx="86173" cy="171569"/>
            </a:xfrm>
            <a:custGeom>
              <a:rect b="b" l="l" r="r" t="t"/>
              <a:pathLst>
                <a:path extrusionOk="0" h="5740" w="2883">
                  <a:moveTo>
                    <a:pt x="1120" y="0"/>
                  </a:moveTo>
                  <a:cubicBezTo>
                    <a:pt x="1192" y="143"/>
                    <a:pt x="1216" y="286"/>
                    <a:pt x="1216" y="477"/>
                  </a:cubicBezTo>
                  <a:cubicBezTo>
                    <a:pt x="1216" y="1167"/>
                    <a:pt x="668" y="1691"/>
                    <a:pt x="1" y="1691"/>
                  </a:cubicBezTo>
                  <a:lnTo>
                    <a:pt x="1" y="5740"/>
                  </a:lnTo>
                  <a:lnTo>
                    <a:pt x="2883" y="5740"/>
                  </a:lnTo>
                  <a:lnTo>
                    <a:pt x="2883"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90"/>
            <p:cNvSpPr/>
            <p:nvPr/>
          </p:nvSpPr>
          <p:spPr>
            <a:xfrm>
              <a:off x="6082938" y="4280376"/>
              <a:ext cx="171569" cy="222830"/>
            </a:xfrm>
            <a:custGeom>
              <a:rect b="b" l="l" r="r" t="t"/>
              <a:pathLst>
                <a:path extrusionOk="0" h="7455" w="5740">
                  <a:moveTo>
                    <a:pt x="2912" y="0"/>
                  </a:moveTo>
                  <a:cubicBezTo>
                    <a:pt x="2239" y="0"/>
                    <a:pt x="1667" y="563"/>
                    <a:pt x="1667" y="1239"/>
                  </a:cubicBezTo>
                  <a:cubicBezTo>
                    <a:pt x="1667" y="1406"/>
                    <a:pt x="1691" y="1549"/>
                    <a:pt x="1763" y="1716"/>
                  </a:cubicBezTo>
                  <a:lnTo>
                    <a:pt x="0" y="1716"/>
                  </a:lnTo>
                  <a:lnTo>
                    <a:pt x="0" y="7455"/>
                  </a:lnTo>
                  <a:lnTo>
                    <a:pt x="3025" y="7455"/>
                  </a:lnTo>
                  <a:lnTo>
                    <a:pt x="4620" y="6859"/>
                  </a:lnTo>
                  <a:lnTo>
                    <a:pt x="4620" y="6859"/>
                  </a:lnTo>
                  <a:cubicBezTo>
                    <a:pt x="4615" y="6861"/>
                    <a:pt x="4611" y="6862"/>
                    <a:pt x="4607" y="6862"/>
                  </a:cubicBezTo>
                  <a:cubicBezTo>
                    <a:pt x="4493" y="6862"/>
                    <a:pt x="5115" y="6145"/>
                    <a:pt x="4930" y="6145"/>
                  </a:cubicBezTo>
                  <a:cubicBezTo>
                    <a:pt x="4263" y="6145"/>
                    <a:pt x="3787" y="5240"/>
                    <a:pt x="3787" y="4597"/>
                  </a:cubicBezTo>
                  <a:cubicBezTo>
                    <a:pt x="3787" y="3930"/>
                    <a:pt x="4382" y="3168"/>
                    <a:pt x="5073" y="3168"/>
                  </a:cubicBezTo>
                  <a:cubicBezTo>
                    <a:pt x="5240" y="3168"/>
                    <a:pt x="5597" y="3430"/>
                    <a:pt x="5740" y="3502"/>
                  </a:cubicBezTo>
                  <a:lnTo>
                    <a:pt x="4882" y="2597"/>
                  </a:lnTo>
                  <a:lnTo>
                    <a:pt x="4025" y="1739"/>
                  </a:lnTo>
                  <a:cubicBezTo>
                    <a:pt x="4073" y="1597"/>
                    <a:pt x="4096" y="1406"/>
                    <a:pt x="4096" y="1192"/>
                  </a:cubicBezTo>
                  <a:cubicBezTo>
                    <a:pt x="4073" y="572"/>
                    <a:pt x="3573" y="49"/>
                    <a:pt x="2953" y="1"/>
                  </a:cubicBezTo>
                  <a:cubicBezTo>
                    <a:pt x="2939" y="0"/>
                    <a:pt x="2926" y="0"/>
                    <a:pt x="2912" y="0"/>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90"/>
            <p:cNvSpPr/>
            <p:nvPr/>
          </p:nvSpPr>
          <p:spPr>
            <a:xfrm>
              <a:off x="6168364" y="4280376"/>
              <a:ext cx="86143" cy="222830"/>
            </a:xfrm>
            <a:custGeom>
              <a:rect b="b" l="l" r="r" t="t"/>
              <a:pathLst>
                <a:path extrusionOk="0" h="7455" w="2882">
                  <a:moveTo>
                    <a:pt x="42" y="0"/>
                  </a:moveTo>
                  <a:cubicBezTo>
                    <a:pt x="28" y="0"/>
                    <a:pt x="14" y="0"/>
                    <a:pt x="0" y="1"/>
                  </a:cubicBezTo>
                  <a:lnTo>
                    <a:pt x="0" y="7455"/>
                  </a:lnTo>
                  <a:lnTo>
                    <a:pt x="2882" y="7455"/>
                  </a:lnTo>
                  <a:lnTo>
                    <a:pt x="2882" y="5693"/>
                  </a:lnTo>
                  <a:cubicBezTo>
                    <a:pt x="2739" y="5764"/>
                    <a:pt x="2596" y="5788"/>
                    <a:pt x="2405" y="5788"/>
                  </a:cubicBezTo>
                  <a:cubicBezTo>
                    <a:pt x="1739" y="5788"/>
                    <a:pt x="1167" y="5216"/>
                    <a:pt x="1191" y="4502"/>
                  </a:cubicBezTo>
                  <a:cubicBezTo>
                    <a:pt x="1215" y="3930"/>
                    <a:pt x="1739" y="3406"/>
                    <a:pt x="2358" y="3383"/>
                  </a:cubicBezTo>
                  <a:cubicBezTo>
                    <a:pt x="2524" y="3383"/>
                    <a:pt x="2715" y="3406"/>
                    <a:pt x="2882" y="3454"/>
                  </a:cubicBezTo>
                  <a:lnTo>
                    <a:pt x="2882" y="1716"/>
                  </a:lnTo>
                  <a:lnTo>
                    <a:pt x="1167" y="1716"/>
                  </a:lnTo>
                  <a:cubicBezTo>
                    <a:pt x="1215" y="1549"/>
                    <a:pt x="1262" y="1406"/>
                    <a:pt x="1262" y="1239"/>
                  </a:cubicBezTo>
                  <a:cubicBezTo>
                    <a:pt x="1262" y="563"/>
                    <a:pt x="714" y="0"/>
                    <a:pt x="42"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4" name="Google Shape;20854;p90"/>
          <p:cNvGrpSpPr/>
          <p:nvPr/>
        </p:nvGrpSpPr>
        <p:grpSpPr>
          <a:xfrm>
            <a:off x="7008816" y="4169334"/>
            <a:ext cx="343110" cy="291878"/>
            <a:chOff x="6742116" y="4169334"/>
            <a:chExt cx="343110" cy="291878"/>
          </a:xfrm>
        </p:grpSpPr>
        <p:sp>
          <p:nvSpPr>
            <p:cNvPr id="20855" name="Google Shape;20855;p90"/>
            <p:cNvSpPr/>
            <p:nvPr/>
          </p:nvSpPr>
          <p:spPr>
            <a:xfrm>
              <a:off x="6772007" y="4229861"/>
              <a:ext cx="282610" cy="160181"/>
            </a:xfrm>
            <a:custGeom>
              <a:rect b="b" l="l" r="r" t="t"/>
              <a:pathLst>
                <a:path extrusionOk="0" h="5359" w="9455">
                  <a:moveTo>
                    <a:pt x="4359" y="0"/>
                  </a:moveTo>
                  <a:lnTo>
                    <a:pt x="4359" y="2405"/>
                  </a:lnTo>
                  <a:lnTo>
                    <a:pt x="1" y="2405"/>
                  </a:lnTo>
                  <a:lnTo>
                    <a:pt x="1" y="5358"/>
                  </a:lnTo>
                  <a:lnTo>
                    <a:pt x="691" y="5358"/>
                  </a:lnTo>
                  <a:lnTo>
                    <a:pt x="691" y="3096"/>
                  </a:lnTo>
                  <a:lnTo>
                    <a:pt x="4382" y="3096"/>
                  </a:lnTo>
                  <a:lnTo>
                    <a:pt x="4382" y="5358"/>
                  </a:lnTo>
                  <a:lnTo>
                    <a:pt x="5073" y="5358"/>
                  </a:lnTo>
                  <a:lnTo>
                    <a:pt x="5073" y="3096"/>
                  </a:lnTo>
                  <a:lnTo>
                    <a:pt x="8764" y="3096"/>
                  </a:lnTo>
                  <a:lnTo>
                    <a:pt x="8764" y="5358"/>
                  </a:lnTo>
                  <a:lnTo>
                    <a:pt x="9455" y="5358"/>
                  </a:lnTo>
                  <a:lnTo>
                    <a:pt x="9455" y="2405"/>
                  </a:lnTo>
                  <a:lnTo>
                    <a:pt x="5049" y="2405"/>
                  </a:lnTo>
                  <a:lnTo>
                    <a:pt x="5049"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90"/>
            <p:cNvSpPr/>
            <p:nvPr/>
          </p:nvSpPr>
          <p:spPr>
            <a:xfrm>
              <a:off x="6913657" y="4230549"/>
              <a:ext cx="140961" cy="160210"/>
            </a:xfrm>
            <a:custGeom>
              <a:rect b="b" l="l" r="r" t="t"/>
              <a:pathLst>
                <a:path extrusionOk="0" h="5360" w="4716">
                  <a:moveTo>
                    <a:pt x="1" y="1"/>
                  </a:moveTo>
                  <a:lnTo>
                    <a:pt x="1" y="5359"/>
                  </a:lnTo>
                  <a:lnTo>
                    <a:pt x="334" y="5359"/>
                  </a:lnTo>
                  <a:lnTo>
                    <a:pt x="334" y="3073"/>
                  </a:lnTo>
                  <a:lnTo>
                    <a:pt x="4025" y="3073"/>
                  </a:lnTo>
                  <a:lnTo>
                    <a:pt x="4025" y="5335"/>
                  </a:lnTo>
                  <a:lnTo>
                    <a:pt x="4716" y="5335"/>
                  </a:lnTo>
                  <a:lnTo>
                    <a:pt x="4716" y="2406"/>
                  </a:lnTo>
                  <a:lnTo>
                    <a:pt x="334" y="2406"/>
                  </a:lnTo>
                  <a:lnTo>
                    <a:pt x="334"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90"/>
            <p:cNvSpPr/>
            <p:nvPr/>
          </p:nvSpPr>
          <p:spPr>
            <a:xfrm>
              <a:off x="6742116" y="4377908"/>
              <a:ext cx="83303" cy="83303"/>
            </a:xfrm>
            <a:custGeom>
              <a:rect b="b" l="l" r="r" t="t"/>
              <a:pathLst>
                <a:path extrusionOk="0" h="2787" w="2787">
                  <a:moveTo>
                    <a:pt x="1405" y="1"/>
                  </a:moveTo>
                  <a:cubicBezTo>
                    <a:pt x="620" y="1"/>
                    <a:pt x="0" y="620"/>
                    <a:pt x="0" y="1382"/>
                  </a:cubicBezTo>
                  <a:cubicBezTo>
                    <a:pt x="0" y="2168"/>
                    <a:pt x="620" y="2787"/>
                    <a:pt x="1405" y="2787"/>
                  </a:cubicBezTo>
                  <a:cubicBezTo>
                    <a:pt x="2168" y="2787"/>
                    <a:pt x="2787" y="2168"/>
                    <a:pt x="2787" y="1382"/>
                  </a:cubicBezTo>
                  <a:cubicBezTo>
                    <a:pt x="2787" y="620"/>
                    <a:pt x="2168" y="1"/>
                    <a:pt x="1405"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90"/>
            <p:cNvSpPr/>
            <p:nvPr/>
          </p:nvSpPr>
          <p:spPr>
            <a:xfrm>
              <a:off x="6871661" y="4377908"/>
              <a:ext cx="84021" cy="83303"/>
            </a:xfrm>
            <a:custGeom>
              <a:rect b="b" l="l" r="r" t="t"/>
              <a:pathLst>
                <a:path extrusionOk="0" h="2787" w="2811">
                  <a:moveTo>
                    <a:pt x="1406" y="1"/>
                  </a:moveTo>
                  <a:cubicBezTo>
                    <a:pt x="620" y="1"/>
                    <a:pt x="1" y="620"/>
                    <a:pt x="1" y="1382"/>
                  </a:cubicBezTo>
                  <a:cubicBezTo>
                    <a:pt x="1" y="2168"/>
                    <a:pt x="644" y="2787"/>
                    <a:pt x="1406" y="2787"/>
                  </a:cubicBezTo>
                  <a:cubicBezTo>
                    <a:pt x="2192" y="2787"/>
                    <a:pt x="2811" y="2168"/>
                    <a:pt x="2811" y="1382"/>
                  </a:cubicBezTo>
                  <a:cubicBezTo>
                    <a:pt x="2811" y="620"/>
                    <a:pt x="2192" y="1"/>
                    <a:pt x="1406"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90"/>
            <p:cNvSpPr/>
            <p:nvPr/>
          </p:nvSpPr>
          <p:spPr>
            <a:xfrm>
              <a:off x="6913657" y="4377908"/>
              <a:ext cx="42025" cy="83303"/>
            </a:xfrm>
            <a:custGeom>
              <a:rect b="b" l="l" r="r" t="t"/>
              <a:pathLst>
                <a:path extrusionOk="0" h="2787" w="1406">
                  <a:moveTo>
                    <a:pt x="1" y="1"/>
                  </a:moveTo>
                  <a:lnTo>
                    <a:pt x="1" y="2787"/>
                  </a:lnTo>
                  <a:cubicBezTo>
                    <a:pt x="787" y="2787"/>
                    <a:pt x="1406" y="2168"/>
                    <a:pt x="1406" y="1382"/>
                  </a:cubicBezTo>
                  <a:cubicBezTo>
                    <a:pt x="1406" y="620"/>
                    <a:pt x="787"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90"/>
            <p:cNvSpPr/>
            <p:nvPr/>
          </p:nvSpPr>
          <p:spPr>
            <a:xfrm>
              <a:off x="7001923" y="4377908"/>
              <a:ext cx="83303" cy="83303"/>
            </a:xfrm>
            <a:custGeom>
              <a:rect b="b" l="l" r="r" t="t"/>
              <a:pathLst>
                <a:path extrusionOk="0" h="2787" w="2787">
                  <a:moveTo>
                    <a:pt x="1382" y="1"/>
                  </a:moveTo>
                  <a:cubicBezTo>
                    <a:pt x="620" y="1"/>
                    <a:pt x="1" y="620"/>
                    <a:pt x="1" y="1382"/>
                  </a:cubicBezTo>
                  <a:cubicBezTo>
                    <a:pt x="1" y="2168"/>
                    <a:pt x="620" y="2787"/>
                    <a:pt x="1382" y="2787"/>
                  </a:cubicBezTo>
                  <a:cubicBezTo>
                    <a:pt x="2168" y="2787"/>
                    <a:pt x="2787" y="2168"/>
                    <a:pt x="2787" y="1382"/>
                  </a:cubicBezTo>
                  <a:cubicBezTo>
                    <a:pt x="2787" y="620"/>
                    <a:pt x="2168"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90"/>
            <p:cNvSpPr/>
            <p:nvPr/>
          </p:nvSpPr>
          <p:spPr>
            <a:xfrm>
              <a:off x="6863830" y="4169334"/>
              <a:ext cx="98966" cy="85456"/>
            </a:xfrm>
            <a:custGeom>
              <a:rect b="b" l="l" r="r" t="t"/>
              <a:pathLst>
                <a:path extrusionOk="0" h="2859" w="3311">
                  <a:moveTo>
                    <a:pt x="1668" y="1"/>
                  </a:moveTo>
                  <a:lnTo>
                    <a:pt x="1" y="2859"/>
                  </a:lnTo>
                  <a:lnTo>
                    <a:pt x="3311" y="2859"/>
                  </a:lnTo>
                  <a:lnTo>
                    <a:pt x="1668"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90"/>
            <p:cNvSpPr/>
            <p:nvPr/>
          </p:nvSpPr>
          <p:spPr>
            <a:xfrm>
              <a:off x="6912940" y="4169334"/>
              <a:ext cx="49857" cy="85456"/>
            </a:xfrm>
            <a:custGeom>
              <a:rect b="b" l="l" r="r" t="t"/>
              <a:pathLst>
                <a:path extrusionOk="0" h="2859" w="1668">
                  <a:moveTo>
                    <a:pt x="1" y="1"/>
                  </a:moveTo>
                  <a:lnTo>
                    <a:pt x="1" y="2859"/>
                  </a:lnTo>
                  <a:lnTo>
                    <a:pt x="1668" y="2859"/>
                  </a:lnTo>
                  <a:lnTo>
                    <a:pt x="1"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3" name="Google Shape;20863;p90"/>
          <p:cNvGrpSpPr/>
          <p:nvPr/>
        </p:nvGrpSpPr>
        <p:grpSpPr>
          <a:xfrm>
            <a:off x="7749875" y="4153671"/>
            <a:ext cx="344574" cy="342421"/>
            <a:chOff x="7406975" y="4153671"/>
            <a:chExt cx="344574" cy="342421"/>
          </a:xfrm>
        </p:grpSpPr>
        <p:sp>
          <p:nvSpPr>
            <p:cNvPr id="20864" name="Google Shape;20864;p90"/>
            <p:cNvSpPr/>
            <p:nvPr/>
          </p:nvSpPr>
          <p:spPr>
            <a:xfrm>
              <a:off x="7518735" y="4264743"/>
              <a:ext cx="121054" cy="121025"/>
            </a:xfrm>
            <a:custGeom>
              <a:rect b="b" l="l" r="r" t="t"/>
              <a:pathLst>
                <a:path extrusionOk="0" h="4049" w="4050">
                  <a:moveTo>
                    <a:pt x="2025" y="0"/>
                  </a:moveTo>
                  <a:cubicBezTo>
                    <a:pt x="906" y="0"/>
                    <a:pt x="1" y="905"/>
                    <a:pt x="1" y="2024"/>
                  </a:cubicBezTo>
                  <a:cubicBezTo>
                    <a:pt x="1" y="3144"/>
                    <a:pt x="906" y="4048"/>
                    <a:pt x="2025" y="4048"/>
                  </a:cubicBezTo>
                  <a:cubicBezTo>
                    <a:pt x="3121" y="4048"/>
                    <a:pt x="4049" y="3144"/>
                    <a:pt x="4049" y="2024"/>
                  </a:cubicBezTo>
                  <a:cubicBezTo>
                    <a:pt x="4049" y="905"/>
                    <a:pt x="3121" y="0"/>
                    <a:pt x="2025"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90"/>
            <p:cNvSpPr/>
            <p:nvPr/>
          </p:nvSpPr>
          <p:spPr>
            <a:xfrm>
              <a:off x="7579950" y="4264026"/>
              <a:ext cx="60557" cy="121742"/>
            </a:xfrm>
            <a:custGeom>
              <a:rect b="b" l="l" r="r" t="t"/>
              <a:pathLst>
                <a:path extrusionOk="0" h="4073" w="2026">
                  <a:moveTo>
                    <a:pt x="1" y="0"/>
                  </a:moveTo>
                  <a:lnTo>
                    <a:pt x="1" y="4072"/>
                  </a:lnTo>
                  <a:cubicBezTo>
                    <a:pt x="1096" y="4072"/>
                    <a:pt x="2025" y="3168"/>
                    <a:pt x="2025" y="2048"/>
                  </a:cubicBezTo>
                  <a:cubicBezTo>
                    <a:pt x="2025" y="905"/>
                    <a:pt x="1096" y="0"/>
                    <a:pt x="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90"/>
            <p:cNvSpPr/>
            <p:nvPr/>
          </p:nvSpPr>
          <p:spPr>
            <a:xfrm>
              <a:off x="7406975" y="4347300"/>
              <a:ext cx="148822" cy="148792"/>
            </a:xfrm>
            <a:custGeom>
              <a:rect b="b" l="l" r="r" t="t"/>
              <a:pathLst>
                <a:path extrusionOk="0" h="4978" w="4979">
                  <a:moveTo>
                    <a:pt x="1" y="0"/>
                  </a:moveTo>
                  <a:cubicBezTo>
                    <a:pt x="358" y="2596"/>
                    <a:pt x="2382" y="4644"/>
                    <a:pt x="4978" y="4978"/>
                  </a:cubicBezTo>
                  <a:lnTo>
                    <a:pt x="4978" y="2620"/>
                  </a:lnTo>
                  <a:cubicBezTo>
                    <a:pt x="3692" y="2334"/>
                    <a:pt x="2668" y="1310"/>
                    <a:pt x="2359" y="0"/>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90"/>
            <p:cNvSpPr/>
            <p:nvPr/>
          </p:nvSpPr>
          <p:spPr>
            <a:xfrm>
              <a:off x="7602727" y="4153671"/>
              <a:ext cx="148822" cy="147388"/>
            </a:xfrm>
            <a:custGeom>
              <a:rect b="b" l="l" r="r" t="t"/>
              <a:pathLst>
                <a:path extrusionOk="0" h="4931" w="4979">
                  <a:moveTo>
                    <a:pt x="1" y="1"/>
                  </a:moveTo>
                  <a:lnTo>
                    <a:pt x="1" y="2335"/>
                  </a:lnTo>
                  <a:cubicBezTo>
                    <a:pt x="1287" y="2644"/>
                    <a:pt x="2311" y="3645"/>
                    <a:pt x="2621" y="4931"/>
                  </a:cubicBezTo>
                  <a:lnTo>
                    <a:pt x="4978" y="4931"/>
                  </a:lnTo>
                  <a:cubicBezTo>
                    <a:pt x="4621" y="2382"/>
                    <a:pt x="2597" y="311"/>
                    <a:pt x="1"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90"/>
            <p:cNvSpPr/>
            <p:nvPr/>
          </p:nvSpPr>
          <p:spPr>
            <a:xfrm>
              <a:off x="7406975" y="4153671"/>
              <a:ext cx="148822" cy="147388"/>
            </a:xfrm>
            <a:custGeom>
              <a:rect b="b" l="l" r="r" t="t"/>
              <a:pathLst>
                <a:path extrusionOk="0" h="4931" w="4979">
                  <a:moveTo>
                    <a:pt x="4978" y="1"/>
                  </a:moveTo>
                  <a:cubicBezTo>
                    <a:pt x="2430" y="358"/>
                    <a:pt x="358" y="2382"/>
                    <a:pt x="1" y="4931"/>
                  </a:cubicBezTo>
                  <a:lnTo>
                    <a:pt x="2359" y="4931"/>
                  </a:lnTo>
                  <a:cubicBezTo>
                    <a:pt x="2692" y="3645"/>
                    <a:pt x="3692" y="2644"/>
                    <a:pt x="4978" y="2335"/>
                  </a:cubicBezTo>
                  <a:lnTo>
                    <a:pt x="4978"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90"/>
            <p:cNvSpPr/>
            <p:nvPr/>
          </p:nvSpPr>
          <p:spPr>
            <a:xfrm>
              <a:off x="7602727" y="4347300"/>
              <a:ext cx="148822" cy="148792"/>
            </a:xfrm>
            <a:custGeom>
              <a:rect b="b" l="l" r="r" t="t"/>
              <a:pathLst>
                <a:path extrusionOk="0" h="4978" w="4979">
                  <a:moveTo>
                    <a:pt x="2621" y="0"/>
                  </a:moveTo>
                  <a:cubicBezTo>
                    <a:pt x="2335" y="1310"/>
                    <a:pt x="1311" y="2334"/>
                    <a:pt x="1" y="2620"/>
                  </a:cubicBezTo>
                  <a:lnTo>
                    <a:pt x="1" y="4978"/>
                  </a:lnTo>
                  <a:cubicBezTo>
                    <a:pt x="2597" y="4620"/>
                    <a:pt x="4621" y="2596"/>
                    <a:pt x="4978"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873" name="Shape 20873"/>
        <p:cNvGrpSpPr/>
        <p:nvPr/>
      </p:nvGrpSpPr>
      <p:grpSpPr>
        <a:xfrm>
          <a:off x="0" y="0"/>
          <a:ext cx="0" cy="0"/>
          <a:chOff x="0" y="0"/>
          <a:chExt cx="0" cy="0"/>
        </a:xfrm>
      </p:grpSpPr>
      <p:sp>
        <p:nvSpPr>
          <p:cNvPr id="20874" name="Google Shape;20874;p91"/>
          <p:cNvSpPr txBox="1"/>
          <p:nvPr>
            <p:ph idx="4294967295" type="title"/>
          </p:nvPr>
        </p:nvSpPr>
        <p:spPr>
          <a:xfrm>
            <a:off x="104835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sp>
        <p:nvSpPr>
          <p:cNvPr id="20875" name="Google Shape;20875;p91"/>
          <p:cNvSpPr/>
          <p:nvPr/>
        </p:nvSpPr>
        <p:spPr>
          <a:xfrm>
            <a:off x="1093550" y="1967431"/>
            <a:ext cx="339124" cy="338212"/>
          </a:xfrm>
          <a:custGeom>
            <a:rect b="b" l="l" r="r" t="t"/>
            <a:pathLst>
              <a:path extrusionOk="0" h="11496" w="11527">
                <a:moveTo>
                  <a:pt x="2906" y="723"/>
                </a:moveTo>
                <a:cubicBezTo>
                  <a:pt x="3430" y="723"/>
                  <a:pt x="3882" y="1152"/>
                  <a:pt x="3882" y="1700"/>
                </a:cubicBezTo>
                <a:cubicBezTo>
                  <a:pt x="3882" y="2224"/>
                  <a:pt x="3430" y="2676"/>
                  <a:pt x="2906" y="2676"/>
                </a:cubicBezTo>
                <a:cubicBezTo>
                  <a:pt x="2358" y="2676"/>
                  <a:pt x="1906" y="2224"/>
                  <a:pt x="1906" y="1700"/>
                </a:cubicBezTo>
                <a:cubicBezTo>
                  <a:pt x="1906" y="1152"/>
                  <a:pt x="2358" y="723"/>
                  <a:pt x="2906" y="723"/>
                </a:cubicBezTo>
                <a:close/>
                <a:moveTo>
                  <a:pt x="8740" y="723"/>
                </a:moveTo>
                <a:cubicBezTo>
                  <a:pt x="9264" y="723"/>
                  <a:pt x="9717" y="1152"/>
                  <a:pt x="9717" y="1700"/>
                </a:cubicBezTo>
                <a:cubicBezTo>
                  <a:pt x="9717" y="2224"/>
                  <a:pt x="9264" y="2676"/>
                  <a:pt x="8740" y="2676"/>
                </a:cubicBezTo>
                <a:cubicBezTo>
                  <a:pt x="8193" y="2676"/>
                  <a:pt x="7740" y="2224"/>
                  <a:pt x="7740" y="1700"/>
                </a:cubicBezTo>
                <a:cubicBezTo>
                  <a:pt x="7740" y="1152"/>
                  <a:pt x="8193" y="723"/>
                  <a:pt x="8740" y="723"/>
                </a:cubicBezTo>
                <a:close/>
                <a:moveTo>
                  <a:pt x="2906" y="5415"/>
                </a:moveTo>
                <a:cubicBezTo>
                  <a:pt x="3096" y="5415"/>
                  <a:pt x="3287" y="5605"/>
                  <a:pt x="3287" y="5796"/>
                </a:cubicBezTo>
                <a:cubicBezTo>
                  <a:pt x="3287" y="6010"/>
                  <a:pt x="3096" y="6201"/>
                  <a:pt x="2906" y="6201"/>
                </a:cubicBezTo>
                <a:cubicBezTo>
                  <a:pt x="2692" y="6201"/>
                  <a:pt x="2501" y="6010"/>
                  <a:pt x="2501" y="5796"/>
                </a:cubicBezTo>
                <a:cubicBezTo>
                  <a:pt x="2501" y="5605"/>
                  <a:pt x="2692" y="5415"/>
                  <a:pt x="2906" y="5415"/>
                </a:cubicBezTo>
                <a:close/>
                <a:moveTo>
                  <a:pt x="5811" y="5415"/>
                </a:moveTo>
                <a:cubicBezTo>
                  <a:pt x="6026" y="5415"/>
                  <a:pt x="6192" y="5605"/>
                  <a:pt x="6192" y="5796"/>
                </a:cubicBezTo>
                <a:cubicBezTo>
                  <a:pt x="6192" y="6010"/>
                  <a:pt x="6026" y="6201"/>
                  <a:pt x="5811" y="6201"/>
                </a:cubicBezTo>
                <a:cubicBezTo>
                  <a:pt x="5597" y="6201"/>
                  <a:pt x="5430" y="6010"/>
                  <a:pt x="5430" y="5796"/>
                </a:cubicBezTo>
                <a:cubicBezTo>
                  <a:pt x="5430" y="5605"/>
                  <a:pt x="5597" y="5415"/>
                  <a:pt x="5811" y="5415"/>
                </a:cubicBezTo>
                <a:close/>
                <a:moveTo>
                  <a:pt x="8740" y="5415"/>
                </a:moveTo>
                <a:cubicBezTo>
                  <a:pt x="8931" y="5415"/>
                  <a:pt x="9121" y="5605"/>
                  <a:pt x="9121" y="5796"/>
                </a:cubicBezTo>
                <a:cubicBezTo>
                  <a:pt x="9121" y="6010"/>
                  <a:pt x="8931" y="6201"/>
                  <a:pt x="8740" y="6201"/>
                </a:cubicBezTo>
                <a:cubicBezTo>
                  <a:pt x="8526" y="6201"/>
                  <a:pt x="8336" y="6010"/>
                  <a:pt x="8336" y="5796"/>
                </a:cubicBezTo>
                <a:cubicBezTo>
                  <a:pt x="8336" y="5605"/>
                  <a:pt x="8526" y="5415"/>
                  <a:pt x="8740" y="5415"/>
                </a:cubicBezTo>
                <a:close/>
                <a:moveTo>
                  <a:pt x="5811" y="8892"/>
                </a:moveTo>
                <a:cubicBezTo>
                  <a:pt x="6359" y="8892"/>
                  <a:pt x="6788" y="9344"/>
                  <a:pt x="6788" y="9892"/>
                </a:cubicBezTo>
                <a:cubicBezTo>
                  <a:pt x="6788" y="10416"/>
                  <a:pt x="6359" y="10868"/>
                  <a:pt x="5811" y="10868"/>
                </a:cubicBezTo>
                <a:cubicBezTo>
                  <a:pt x="5287" y="10868"/>
                  <a:pt x="4835" y="10416"/>
                  <a:pt x="4835" y="9892"/>
                </a:cubicBezTo>
                <a:cubicBezTo>
                  <a:pt x="4835" y="9344"/>
                  <a:pt x="5287" y="8892"/>
                  <a:pt x="5811" y="8892"/>
                </a:cubicBezTo>
                <a:close/>
                <a:moveTo>
                  <a:pt x="2813" y="1"/>
                </a:moveTo>
                <a:cubicBezTo>
                  <a:pt x="1912" y="1"/>
                  <a:pt x="1191" y="730"/>
                  <a:pt x="1191" y="1628"/>
                </a:cubicBezTo>
                <a:cubicBezTo>
                  <a:pt x="1191" y="2438"/>
                  <a:pt x="1763" y="3105"/>
                  <a:pt x="2501" y="3248"/>
                </a:cubicBezTo>
                <a:lnTo>
                  <a:pt x="2501" y="4700"/>
                </a:lnTo>
                <a:cubicBezTo>
                  <a:pt x="2191" y="4819"/>
                  <a:pt x="1953" y="5058"/>
                  <a:pt x="1834" y="5391"/>
                </a:cubicBezTo>
                <a:lnTo>
                  <a:pt x="0" y="5391"/>
                </a:lnTo>
                <a:lnTo>
                  <a:pt x="0" y="6082"/>
                </a:lnTo>
                <a:lnTo>
                  <a:pt x="1834" y="6082"/>
                </a:lnTo>
                <a:cubicBezTo>
                  <a:pt x="1977" y="6486"/>
                  <a:pt x="2358" y="6820"/>
                  <a:pt x="2834" y="6820"/>
                </a:cubicBezTo>
                <a:cubicBezTo>
                  <a:pt x="3311" y="6820"/>
                  <a:pt x="3692" y="6510"/>
                  <a:pt x="3858" y="6082"/>
                </a:cubicBezTo>
                <a:lnTo>
                  <a:pt x="4740" y="6082"/>
                </a:lnTo>
                <a:cubicBezTo>
                  <a:pt x="4859" y="6391"/>
                  <a:pt x="5097" y="6629"/>
                  <a:pt x="5430" y="6748"/>
                </a:cubicBezTo>
                <a:lnTo>
                  <a:pt x="5430" y="8201"/>
                </a:lnTo>
                <a:cubicBezTo>
                  <a:pt x="4621" y="8392"/>
                  <a:pt x="4049" y="9106"/>
                  <a:pt x="4120" y="9963"/>
                </a:cubicBezTo>
                <a:cubicBezTo>
                  <a:pt x="4168" y="10773"/>
                  <a:pt x="4835" y="11416"/>
                  <a:pt x="5645" y="11487"/>
                </a:cubicBezTo>
                <a:cubicBezTo>
                  <a:pt x="5699" y="11493"/>
                  <a:pt x="5752" y="11495"/>
                  <a:pt x="5805" y="11495"/>
                </a:cubicBezTo>
                <a:cubicBezTo>
                  <a:pt x="6708" y="11495"/>
                  <a:pt x="7431" y="10744"/>
                  <a:pt x="7431" y="9844"/>
                </a:cubicBezTo>
                <a:cubicBezTo>
                  <a:pt x="7431" y="9035"/>
                  <a:pt x="6859" y="8392"/>
                  <a:pt x="6121" y="8249"/>
                </a:cubicBezTo>
                <a:lnTo>
                  <a:pt x="6121" y="6772"/>
                </a:lnTo>
                <a:cubicBezTo>
                  <a:pt x="6430" y="6677"/>
                  <a:pt x="6669" y="6415"/>
                  <a:pt x="6788" y="6105"/>
                </a:cubicBezTo>
                <a:lnTo>
                  <a:pt x="7693" y="6105"/>
                </a:lnTo>
                <a:cubicBezTo>
                  <a:pt x="7835" y="6510"/>
                  <a:pt x="8216" y="6844"/>
                  <a:pt x="8693" y="6844"/>
                </a:cubicBezTo>
                <a:cubicBezTo>
                  <a:pt x="9169" y="6844"/>
                  <a:pt x="9574" y="6558"/>
                  <a:pt x="9717" y="6105"/>
                </a:cubicBezTo>
                <a:lnTo>
                  <a:pt x="11527" y="6105"/>
                </a:lnTo>
                <a:lnTo>
                  <a:pt x="11527" y="5439"/>
                </a:lnTo>
                <a:lnTo>
                  <a:pt x="9741" y="5439"/>
                </a:lnTo>
                <a:cubicBezTo>
                  <a:pt x="9622" y="5129"/>
                  <a:pt x="9383" y="4891"/>
                  <a:pt x="9050" y="4772"/>
                </a:cubicBezTo>
                <a:lnTo>
                  <a:pt x="9050" y="3295"/>
                </a:lnTo>
                <a:cubicBezTo>
                  <a:pt x="9860" y="3129"/>
                  <a:pt x="10431" y="2414"/>
                  <a:pt x="10360" y="1557"/>
                </a:cubicBezTo>
                <a:cubicBezTo>
                  <a:pt x="10312" y="747"/>
                  <a:pt x="9645" y="80"/>
                  <a:pt x="8859" y="33"/>
                </a:cubicBezTo>
                <a:cubicBezTo>
                  <a:pt x="8804" y="27"/>
                  <a:pt x="8750" y="25"/>
                  <a:pt x="8696" y="25"/>
                </a:cubicBezTo>
                <a:cubicBezTo>
                  <a:pt x="7775" y="25"/>
                  <a:pt x="7073" y="776"/>
                  <a:pt x="7073" y="1676"/>
                </a:cubicBezTo>
                <a:cubicBezTo>
                  <a:pt x="7073" y="2462"/>
                  <a:pt x="7621" y="3129"/>
                  <a:pt x="8383" y="3272"/>
                </a:cubicBezTo>
                <a:lnTo>
                  <a:pt x="8383" y="4724"/>
                </a:lnTo>
                <a:cubicBezTo>
                  <a:pt x="8050" y="4843"/>
                  <a:pt x="7812" y="5081"/>
                  <a:pt x="7693" y="5415"/>
                </a:cubicBezTo>
                <a:lnTo>
                  <a:pt x="6788" y="5415"/>
                </a:lnTo>
                <a:cubicBezTo>
                  <a:pt x="6645" y="5010"/>
                  <a:pt x="6264" y="4677"/>
                  <a:pt x="5787" y="4677"/>
                </a:cubicBezTo>
                <a:cubicBezTo>
                  <a:pt x="5311" y="4677"/>
                  <a:pt x="4930" y="4962"/>
                  <a:pt x="4763" y="5415"/>
                </a:cubicBezTo>
                <a:lnTo>
                  <a:pt x="3882" y="5415"/>
                </a:lnTo>
                <a:cubicBezTo>
                  <a:pt x="3763" y="5081"/>
                  <a:pt x="3525" y="4843"/>
                  <a:pt x="3192" y="4724"/>
                </a:cubicBezTo>
                <a:lnTo>
                  <a:pt x="3192" y="3272"/>
                </a:lnTo>
                <a:cubicBezTo>
                  <a:pt x="4001" y="3105"/>
                  <a:pt x="4573" y="2390"/>
                  <a:pt x="4501" y="1509"/>
                </a:cubicBezTo>
                <a:cubicBezTo>
                  <a:pt x="4454" y="723"/>
                  <a:pt x="3787" y="57"/>
                  <a:pt x="2977" y="9"/>
                </a:cubicBezTo>
                <a:cubicBezTo>
                  <a:pt x="2922" y="4"/>
                  <a:pt x="2867" y="1"/>
                  <a:pt x="28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20876" name="Google Shape;20876;p91"/>
          <p:cNvGrpSpPr/>
          <p:nvPr/>
        </p:nvGrpSpPr>
        <p:grpSpPr>
          <a:xfrm>
            <a:off x="1833752" y="1922125"/>
            <a:ext cx="339154" cy="337032"/>
            <a:chOff x="2367152" y="1922125"/>
            <a:chExt cx="339154" cy="337032"/>
          </a:xfrm>
        </p:grpSpPr>
        <p:sp>
          <p:nvSpPr>
            <p:cNvPr id="20877" name="Google Shape;20877;p91"/>
            <p:cNvSpPr/>
            <p:nvPr/>
          </p:nvSpPr>
          <p:spPr>
            <a:xfrm>
              <a:off x="2367152" y="1922125"/>
              <a:ext cx="235448" cy="122652"/>
            </a:xfrm>
            <a:custGeom>
              <a:rect b="b" l="l" r="r" t="t"/>
              <a:pathLst>
                <a:path extrusionOk="0" h="4169" w="8003">
                  <a:moveTo>
                    <a:pt x="1096" y="1692"/>
                  </a:moveTo>
                  <a:cubicBezTo>
                    <a:pt x="1311" y="1692"/>
                    <a:pt x="1501" y="1859"/>
                    <a:pt x="1501" y="2073"/>
                  </a:cubicBezTo>
                  <a:cubicBezTo>
                    <a:pt x="1501" y="2287"/>
                    <a:pt x="1311" y="2454"/>
                    <a:pt x="1096" y="2454"/>
                  </a:cubicBezTo>
                  <a:cubicBezTo>
                    <a:pt x="906" y="2454"/>
                    <a:pt x="715" y="2287"/>
                    <a:pt x="715" y="2073"/>
                  </a:cubicBezTo>
                  <a:cubicBezTo>
                    <a:pt x="715" y="1859"/>
                    <a:pt x="906" y="1692"/>
                    <a:pt x="1096" y="1692"/>
                  </a:cubicBezTo>
                  <a:close/>
                  <a:moveTo>
                    <a:pt x="5716" y="1311"/>
                  </a:moveTo>
                  <a:lnTo>
                    <a:pt x="6859" y="2097"/>
                  </a:lnTo>
                  <a:lnTo>
                    <a:pt x="5716" y="2906"/>
                  </a:lnTo>
                  <a:lnTo>
                    <a:pt x="5716" y="2502"/>
                  </a:lnTo>
                  <a:lnTo>
                    <a:pt x="3930" y="2502"/>
                  </a:lnTo>
                  <a:lnTo>
                    <a:pt x="3930" y="1692"/>
                  </a:lnTo>
                  <a:lnTo>
                    <a:pt x="5716" y="1692"/>
                  </a:lnTo>
                  <a:lnTo>
                    <a:pt x="5716" y="1311"/>
                  </a:lnTo>
                  <a:close/>
                  <a:moveTo>
                    <a:pt x="5026" y="1"/>
                  </a:moveTo>
                  <a:lnTo>
                    <a:pt x="5026" y="1001"/>
                  </a:lnTo>
                  <a:lnTo>
                    <a:pt x="3240" y="1001"/>
                  </a:lnTo>
                  <a:lnTo>
                    <a:pt x="3240" y="1716"/>
                  </a:lnTo>
                  <a:lnTo>
                    <a:pt x="2120" y="1716"/>
                  </a:lnTo>
                  <a:cubicBezTo>
                    <a:pt x="1987" y="1294"/>
                    <a:pt x="1585" y="996"/>
                    <a:pt x="1126" y="996"/>
                  </a:cubicBezTo>
                  <a:cubicBezTo>
                    <a:pt x="1093" y="996"/>
                    <a:pt x="1059" y="998"/>
                    <a:pt x="1025" y="1001"/>
                  </a:cubicBezTo>
                  <a:cubicBezTo>
                    <a:pt x="501" y="1025"/>
                    <a:pt x="96" y="1477"/>
                    <a:pt x="25" y="1978"/>
                  </a:cubicBezTo>
                  <a:cubicBezTo>
                    <a:pt x="1" y="2644"/>
                    <a:pt x="477" y="3144"/>
                    <a:pt x="1096" y="3144"/>
                  </a:cubicBezTo>
                  <a:cubicBezTo>
                    <a:pt x="1573" y="3144"/>
                    <a:pt x="1977" y="2859"/>
                    <a:pt x="2120" y="2406"/>
                  </a:cubicBezTo>
                  <a:lnTo>
                    <a:pt x="3240" y="2406"/>
                  </a:lnTo>
                  <a:lnTo>
                    <a:pt x="3240" y="3144"/>
                  </a:lnTo>
                  <a:lnTo>
                    <a:pt x="5026" y="3144"/>
                  </a:lnTo>
                  <a:lnTo>
                    <a:pt x="5026" y="4169"/>
                  </a:lnTo>
                  <a:lnTo>
                    <a:pt x="8003" y="2073"/>
                  </a:lnTo>
                  <a:lnTo>
                    <a:pt x="50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878" name="Google Shape;20878;p91"/>
            <p:cNvSpPr/>
            <p:nvPr/>
          </p:nvSpPr>
          <p:spPr>
            <a:xfrm>
              <a:off x="2367152" y="2028624"/>
              <a:ext cx="286580" cy="122652"/>
            </a:xfrm>
            <a:custGeom>
              <a:rect b="b" l="l" r="r" t="t"/>
              <a:pathLst>
                <a:path extrusionOk="0" h="4169" w="9741">
                  <a:moveTo>
                    <a:pt x="1096" y="1739"/>
                  </a:moveTo>
                  <a:cubicBezTo>
                    <a:pt x="1311" y="1739"/>
                    <a:pt x="1501" y="1906"/>
                    <a:pt x="1501" y="2120"/>
                  </a:cubicBezTo>
                  <a:cubicBezTo>
                    <a:pt x="1501" y="2335"/>
                    <a:pt x="1311" y="2501"/>
                    <a:pt x="1096" y="2501"/>
                  </a:cubicBezTo>
                  <a:cubicBezTo>
                    <a:pt x="906" y="2501"/>
                    <a:pt x="715" y="2311"/>
                    <a:pt x="715" y="2120"/>
                  </a:cubicBezTo>
                  <a:cubicBezTo>
                    <a:pt x="715" y="1906"/>
                    <a:pt x="906" y="1739"/>
                    <a:pt x="1096" y="1739"/>
                  </a:cubicBezTo>
                  <a:close/>
                  <a:moveTo>
                    <a:pt x="7455" y="1311"/>
                  </a:moveTo>
                  <a:lnTo>
                    <a:pt x="8574" y="2120"/>
                  </a:lnTo>
                  <a:lnTo>
                    <a:pt x="7455" y="2930"/>
                  </a:lnTo>
                  <a:lnTo>
                    <a:pt x="7455" y="2501"/>
                  </a:lnTo>
                  <a:lnTo>
                    <a:pt x="3930" y="2501"/>
                  </a:lnTo>
                  <a:lnTo>
                    <a:pt x="3930" y="1739"/>
                  </a:lnTo>
                  <a:lnTo>
                    <a:pt x="7455" y="1739"/>
                  </a:lnTo>
                  <a:lnTo>
                    <a:pt x="7455" y="1311"/>
                  </a:lnTo>
                  <a:close/>
                  <a:moveTo>
                    <a:pt x="6764" y="1"/>
                  </a:moveTo>
                  <a:lnTo>
                    <a:pt x="6764" y="1025"/>
                  </a:lnTo>
                  <a:lnTo>
                    <a:pt x="3240" y="1025"/>
                  </a:lnTo>
                  <a:lnTo>
                    <a:pt x="3240" y="1715"/>
                  </a:lnTo>
                  <a:lnTo>
                    <a:pt x="2120" y="1715"/>
                  </a:lnTo>
                  <a:cubicBezTo>
                    <a:pt x="1991" y="1326"/>
                    <a:pt x="1605" y="1015"/>
                    <a:pt x="1161" y="1015"/>
                  </a:cubicBezTo>
                  <a:cubicBezTo>
                    <a:pt x="1116" y="1015"/>
                    <a:pt x="1071" y="1018"/>
                    <a:pt x="1025" y="1025"/>
                  </a:cubicBezTo>
                  <a:cubicBezTo>
                    <a:pt x="501" y="1049"/>
                    <a:pt x="96" y="1501"/>
                    <a:pt x="25" y="2001"/>
                  </a:cubicBezTo>
                  <a:cubicBezTo>
                    <a:pt x="1" y="2644"/>
                    <a:pt x="477" y="3168"/>
                    <a:pt x="1096" y="3168"/>
                  </a:cubicBezTo>
                  <a:cubicBezTo>
                    <a:pt x="1573" y="3168"/>
                    <a:pt x="1977" y="2859"/>
                    <a:pt x="2120" y="2406"/>
                  </a:cubicBezTo>
                  <a:lnTo>
                    <a:pt x="3240" y="2406"/>
                  </a:lnTo>
                  <a:lnTo>
                    <a:pt x="3240" y="3168"/>
                  </a:lnTo>
                  <a:lnTo>
                    <a:pt x="6764" y="3168"/>
                  </a:lnTo>
                  <a:lnTo>
                    <a:pt x="6764" y="4168"/>
                  </a:lnTo>
                  <a:lnTo>
                    <a:pt x="9741" y="2096"/>
                  </a:lnTo>
                  <a:lnTo>
                    <a:pt x="67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879" name="Google Shape;20879;p91"/>
            <p:cNvSpPr/>
            <p:nvPr/>
          </p:nvSpPr>
          <p:spPr>
            <a:xfrm>
              <a:off x="2367152" y="2136535"/>
              <a:ext cx="339154" cy="122623"/>
            </a:xfrm>
            <a:custGeom>
              <a:rect b="b" l="l" r="r" t="t"/>
              <a:pathLst>
                <a:path extrusionOk="0" h="4168" w="11528">
                  <a:moveTo>
                    <a:pt x="1096" y="1715"/>
                  </a:moveTo>
                  <a:cubicBezTo>
                    <a:pt x="1311" y="1715"/>
                    <a:pt x="1501" y="1905"/>
                    <a:pt x="1501" y="2120"/>
                  </a:cubicBezTo>
                  <a:cubicBezTo>
                    <a:pt x="1501" y="2310"/>
                    <a:pt x="1311" y="2501"/>
                    <a:pt x="1096" y="2501"/>
                  </a:cubicBezTo>
                  <a:cubicBezTo>
                    <a:pt x="906" y="2501"/>
                    <a:pt x="715" y="2310"/>
                    <a:pt x="715" y="2120"/>
                  </a:cubicBezTo>
                  <a:cubicBezTo>
                    <a:pt x="715" y="1905"/>
                    <a:pt x="906" y="1715"/>
                    <a:pt x="1096" y="1715"/>
                  </a:cubicBezTo>
                  <a:close/>
                  <a:moveTo>
                    <a:pt x="9193" y="1286"/>
                  </a:moveTo>
                  <a:lnTo>
                    <a:pt x="10336" y="2072"/>
                  </a:lnTo>
                  <a:lnTo>
                    <a:pt x="9193" y="2882"/>
                  </a:lnTo>
                  <a:lnTo>
                    <a:pt x="9193" y="2477"/>
                  </a:lnTo>
                  <a:lnTo>
                    <a:pt x="3930" y="2477"/>
                  </a:lnTo>
                  <a:lnTo>
                    <a:pt x="3930" y="1691"/>
                  </a:lnTo>
                  <a:lnTo>
                    <a:pt x="9193" y="1691"/>
                  </a:lnTo>
                  <a:lnTo>
                    <a:pt x="9193" y="1286"/>
                  </a:lnTo>
                  <a:close/>
                  <a:moveTo>
                    <a:pt x="8550" y="0"/>
                  </a:moveTo>
                  <a:lnTo>
                    <a:pt x="8550" y="1000"/>
                  </a:lnTo>
                  <a:lnTo>
                    <a:pt x="3287" y="1000"/>
                  </a:lnTo>
                  <a:lnTo>
                    <a:pt x="3287" y="1762"/>
                  </a:lnTo>
                  <a:lnTo>
                    <a:pt x="2144" y="1762"/>
                  </a:lnTo>
                  <a:cubicBezTo>
                    <a:pt x="2014" y="1351"/>
                    <a:pt x="1629" y="1038"/>
                    <a:pt x="1184" y="1038"/>
                  </a:cubicBezTo>
                  <a:cubicBezTo>
                    <a:pt x="1139" y="1038"/>
                    <a:pt x="1094" y="1042"/>
                    <a:pt x="1049" y="1048"/>
                  </a:cubicBezTo>
                  <a:cubicBezTo>
                    <a:pt x="549" y="1072"/>
                    <a:pt x="120" y="1524"/>
                    <a:pt x="72" y="2024"/>
                  </a:cubicBezTo>
                  <a:cubicBezTo>
                    <a:pt x="1" y="2644"/>
                    <a:pt x="501" y="3191"/>
                    <a:pt x="1144" y="3191"/>
                  </a:cubicBezTo>
                  <a:cubicBezTo>
                    <a:pt x="1620" y="3191"/>
                    <a:pt x="2001" y="2882"/>
                    <a:pt x="2144" y="2429"/>
                  </a:cubicBezTo>
                  <a:lnTo>
                    <a:pt x="3287" y="2429"/>
                  </a:lnTo>
                  <a:lnTo>
                    <a:pt x="3287" y="3144"/>
                  </a:lnTo>
                  <a:lnTo>
                    <a:pt x="8550" y="3144"/>
                  </a:lnTo>
                  <a:lnTo>
                    <a:pt x="8550" y="4168"/>
                  </a:lnTo>
                  <a:lnTo>
                    <a:pt x="11527" y="2072"/>
                  </a:lnTo>
                  <a:lnTo>
                    <a:pt x="85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20880" name="Google Shape;20880;p91"/>
          <p:cNvSpPr/>
          <p:nvPr/>
        </p:nvSpPr>
        <p:spPr>
          <a:xfrm>
            <a:off x="2599197" y="1955781"/>
            <a:ext cx="304115" cy="338418"/>
          </a:xfrm>
          <a:custGeom>
            <a:rect b="b" l="l" r="r" t="t"/>
            <a:pathLst>
              <a:path extrusionOk="0" h="11503" w="10337">
                <a:moveTo>
                  <a:pt x="5216" y="1643"/>
                </a:moveTo>
                <a:lnTo>
                  <a:pt x="5883" y="3215"/>
                </a:lnTo>
                <a:lnTo>
                  <a:pt x="4501" y="3215"/>
                </a:lnTo>
                <a:lnTo>
                  <a:pt x="5216" y="1643"/>
                </a:lnTo>
                <a:close/>
                <a:moveTo>
                  <a:pt x="6216" y="3882"/>
                </a:moveTo>
                <a:lnTo>
                  <a:pt x="6764" y="5120"/>
                </a:lnTo>
                <a:lnTo>
                  <a:pt x="3644" y="5120"/>
                </a:lnTo>
                <a:lnTo>
                  <a:pt x="4192" y="3882"/>
                </a:lnTo>
                <a:close/>
                <a:moveTo>
                  <a:pt x="7050" y="5811"/>
                </a:moveTo>
                <a:lnTo>
                  <a:pt x="7621" y="7073"/>
                </a:lnTo>
                <a:lnTo>
                  <a:pt x="2763" y="7073"/>
                </a:lnTo>
                <a:lnTo>
                  <a:pt x="3335" y="5811"/>
                </a:lnTo>
                <a:close/>
                <a:moveTo>
                  <a:pt x="7931" y="7716"/>
                </a:moveTo>
                <a:lnTo>
                  <a:pt x="8478" y="8978"/>
                </a:lnTo>
                <a:lnTo>
                  <a:pt x="1906" y="8978"/>
                </a:lnTo>
                <a:lnTo>
                  <a:pt x="2477" y="7716"/>
                </a:lnTo>
                <a:close/>
                <a:moveTo>
                  <a:pt x="8764" y="9597"/>
                </a:moveTo>
                <a:lnTo>
                  <a:pt x="9312" y="10836"/>
                </a:lnTo>
                <a:lnTo>
                  <a:pt x="1025" y="10836"/>
                </a:lnTo>
                <a:lnTo>
                  <a:pt x="1572" y="9597"/>
                </a:lnTo>
                <a:close/>
                <a:moveTo>
                  <a:pt x="5192" y="0"/>
                </a:moveTo>
                <a:lnTo>
                  <a:pt x="1" y="11502"/>
                </a:lnTo>
                <a:lnTo>
                  <a:pt x="10336" y="11502"/>
                </a:lnTo>
                <a:lnTo>
                  <a:pt x="51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881" name="Google Shape;20881;p91"/>
          <p:cNvSpPr/>
          <p:nvPr/>
        </p:nvSpPr>
        <p:spPr>
          <a:xfrm>
            <a:off x="3282649" y="1948073"/>
            <a:ext cx="337742" cy="339124"/>
          </a:xfrm>
          <a:custGeom>
            <a:rect b="b" l="l" r="r" t="t"/>
            <a:pathLst>
              <a:path extrusionOk="0" h="11527" w="11480">
                <a:moveTo>
                  <a:pt x="8336" y="667"/>
                </a:moveTo>
                <a:lnTo>
                  <a:pt x="8336" y="1762"/>
                </a:lnTo>
                <a:lnTo>
                  <a:pt x="6097" y="1762"/>
                </a:lnTo>
                <a:lnTo>
                  <a:pt x="6097" y="667"/>
                </a:lnTo>
                <a:close/>
                <a:moveTo>
                  <a:pt x="7669" y="4191"/>
                </a:moveTo>
                <a:lnTo>
                  <a:pt x="7669" y="4977"/>
                </a:lnTo>
                <a:lnTo>
                  <a:pt x="3764" y="4977"/>
                </a:lnTo>
                <a:lnTo>
                  <a:pt x="3764" y="4191"/>
                </a:lnTo>
                <a:close/>
                <a:moveTo>
                  <a:pt x="8503" y="5668"/>
                </a:moveTo>
                <a:lnTo>
                  <a:pt x="8503" y="6430"/>
                </a:lnTo>
                <a:lnTo>
                  <a:pt x="2978" y="6430"/>
                </a:lnTo>
                <a:lnTo>
                  <a:pt x="2978" y="5668"/>
                </a:lnTo>
                <a:close/>
                <a:moveTo>
                  <a:pt x="9241" y="7121"/>
                </a:moveTo>
                <a:lnTo>
                  <a:pt x="9241" y="7883"/>
                </a:lnTo>
                <a:lnTo>
                  <a:pt x="2168" y="7883"/>
                </a:lnTo>
                <a:lnTo>
                  <a:pt x="2168" y="7121"/>
                </a:lnTo>
                <a:close/>
                <a:moveTo>
                  <a:pt x="10003" y="8573"/>
                </a:moveTo>
                <a:lnTo>
                  <a:pt x="10003" y="9359"/>
                </a:lnTo>
                <a:lnTo>
                  <a:pt x="1454" y="9359"/>
                </a:lnTo>
                <a:lnTo>
                  <a:pt x="1454" y="8573"/>
                </a:lnTo>
                <a:close/>
                <a:moveTo>
                  <a:pt x="10789" y="10074"/>
                </a:moveTo>
                <a:lnTo>
                  <a:pt x="10789" y="10836"/>
                </a:lnTo>
                <a:lnTo>
                  <a:pt x="644" y="10836"/>
                </a:lnTo>
                <a:lnTo>
                  <a:pt x="644" y="10074"/>
                </a:lnTo>
                <a:close/>
                <a:moveTo>
                  <a:pt x="5383" y="0"/>
                </a:moveTo>
                <a:lnTo>
                  <a:pt x="5383" y="3548"/>
                </a:lnTo>
                <a:lnTo>
                  <a:pt x="3097" y="3548"/>
                </a:lnTo>
                <a:lnTo>
                  <a:pt x="3097" y="5001"/>
                </a:lnTo>
                <a:lnTo>
                  <a:pt x="2287" y="5001"/>
                </a:lnTo>
                <a:lnTo>
                  <a:pt x="2287" y="6454"/>
                </a:lnTo>
                <a:lnTo>
                  <a:pt x="1501" y="6454"/>
                </a:lnTo>
                <a:lnTo>
                  <a:pt x="1501" y="7930"/>
                </a:lnTo>
                <a:lnTo>
                  <a:pt x="787" y="7930"/>
                </a:lnTo>
                <a:lnTo>
                  <a:pt x="787" y="9383"/>
                </a:lnTo>
                <a:lnTo>
                  <a:pt x="1" y="9383"/>
                </a:lnTo>
                <a:lnTo>
                  <a:pt x="1" y="11526"/>
                </a:lnTo>
                <a:lnTo>
                  <a:pt x="11479" y="11526"/>
                </a:lnTo>
                <a:lnTo>
                  <a:pt x="11479" y="9383"/>
                </a:lnTo>
                <a:lnTo>
                  <a:pt x="10670" y="9383"/>
                </a:lnTo>
                <a:lnTo>
                  <a:pt x="10670" y="7930"/>
                </a:lnTo>
                <a:lnTo>
                  <a:pt x="9955" y="7930"/>
                </a:lnTo>
                <a:lnTo>
                  <a:pt x="9955" y="6454"/>
                </a:lnTo>
                <a:lnTo>
                  <a:pt x="9169" y="6454"/>
                </a:lnTo>
                <a:lnTo>
                  <a:pt x="9169" y="5001"/>
                </a:lnTo>
                <a:lnTo>
                  <a:pt x="8360" y="5001"/>
                </a:lnTo>
                <a:lnTo>
                  <a:pt x="8360" y="3548"/>
                </a:lnTo>
                <a:lnTo>
                  <a:pt x="6074" y="3548"/>
                </a:lnTo>
                <a:lnTo>
                  <a:pt x="6074" y="2453"/>
                </a:lnTo>
                <a:lnTo>
                  <a:pt x="8979" y="2453"/>
                </a:lnTo>
                <a:lnTo>
                  <a:pt x="89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20882" name="Google Shape;20882;p91"/>
          <p:cNvGrpSpPr/>
          <p:nvPr/>
        </p:nvGrpSpPr>
        <p:grpSpPr>
          <a:xfrm>
            <a:off x="4046005" y="1953663"/>
            <a:ext cx="339830" cy="338418"/>
            <a:chOff x="4122205" y="1953663"/>
            <a:chExt cx="339830" cy="338418"/>
          </a:xfrm>
        </p:grpSpPr>
        <p:sp>
          <p:nvSpPr>
            <p:cNvPr id="20883" name="Google Shape;20883;p91"/>
            <p:cNvSpPr/>
            <p:nvPr/>
          </p:nvSpPr>
          <p:spPr>
            <a:xfrm>
              <a:off x="4122205" y="1953663"/>
              <a:ext cx="339830" cy="338418"/>
            </a:xfrm>
            <a:custGeom>
              <a:rect b="b" l="l" r="r" t="t"/>
              <a:pathLst>
                <a:path extrusionOk="0" h="11503" w="11551">
                  <a:moveTo>
                    <a:pt x="9621" y="1858"/>
                  </a:moveTo>
                  <a:lnTo>
                    <a:pt x="9621" y="2644"/>
                  </a:lnTo>
                  <a:cubicBezTo>
                    <a:pt x="9621" y="4168"/>
                    <a:pt x="8407" y="5383"/>
                    <a:pt x="6883" y="5383"/>
                  </a:cubicBezTo>
                  <a:lnTo>
                    <a:pt x="6097" y="5383"/>
                  </a:lnTo>
                  <a:lnTo>
                    <a:pt x="6097" y="4597"/>
                  </a:lnTo>
                  <a:cubicBezTo>
                    <a:pt x="6097" y="3120"/>
                    <a:pt x="7359" y="1858"/>
                    <a:pt x="8835" y="1858"/>
                  </a:cubicBezTo>
                  <a:close/>
                  <a:moveTo>
                    <a:pt x="1881" y="667"/>
                  </a:moveTo>
                  <a:cubicBezTo>
                    <a:pt x="3834" y="667"/>
                    <a:pt x="5430" y="2263"/>
                    <a:pt x="5430" y="4216"/>
                  </a:cubicBezTo>
                  <a:lnTo>
                    <a:pt x="5430" y="4597"/>
                  </a:lnTo>
                  <a:lnTo>
                    <a:pt x="5430" y="5407"/>
                  </a:lnTo>
                  <a:lnTo>
                    <a:pt x="4239" y="5407"/>
                  </a:lnTo>
                  <a:cubicBezTo>
                    <a:pt x="4225" y="5407"/>
                    <a:pt x="4210" y="5407"/>
                    <a:pt x="4196" y="5407"/>
                  </a:cubicBezTo>
                  <a:cubicBezTo>
                    <a:pt x="2263" y="5407"/>
                    <a:pt x="691" y="3820"/>
                    <a:pt x="691" y="1858"/>
                  </a:cubicBezTo>
                  <a:lnTo>
                    <a:pt x="691" y="667"/>
                  </a:lnTo>
                  <a:close/>
                  <a:moveTo>
                    <a:pt x="5430" y="6121"/>
                  </a:moveTo>
                  <a:lnTo>
                    <a:pt x="5430" y="6907"/>
                  </a:lnTo>
                  <a:cubicBezTo>
                    <a:pt x="5430" y="8383"/>
                    <a:pt x="4191" y="9645"/>
                    <a:pt x="2691" y="9645"/>
                  </a:cubicBezTo>
                  <a:lnTo>
                    <a:pt x="1905" y="9645"/>
                  </a:lnTo>
                  <a:lnTo>
                    <a:pt x="1905" y="8860"/>
                  </a:lnTo>
                  <a:cubicBezTo>
                    <a:pt x="1905" y="7335"/>
                    <a:pt x="3120" y="6121"/>
                    <a:pt x="4644" y="6121"/>
                  </a:cubicBezTo>
                  <a:close/>
                  <a:moveTo>
                    <a:pt x="7335" y="6097"/>
                  </a:moveTo>
                  <a:cubicBezTo>
                    <a:pt x="9288" y="6097"/>
                    <a:pt x="10860" y="7669"/>
                    <a:pt x="10860" y="9645"/>
                  </a:cubicBezTo>
                  <a:lnTo>
                    <a:pt x="10860" y="10836"/>
                  </a:lnTo>
                  <a:lnTo>
                    <a:pt x="9669" y="10836"/>
                  </a:lnTo>
                  <a:cubicBezTo>
                    <a:pt x="7716" y="10836"/>
                    <a:pt x="6144" y="9241"/>
                    <a:pt x="6144" y="7288"/>
                  </a:cubicBezTo>
                  <a:lnTo>
                    <a:pt x="6144" y="6097"/>
                  </a:lnTo>
                  <a:close/>
                  <a:moveTo>
                    <a:pt x="0" y="1"/>
                  </a:moveTo>
                  <a:lnTo>
                    <a:pt x="0" y="1858"/>
                  </a:lnTo>
                  <a:cubicBezTo>
                    <a:pt x="0" y="3740"/>
                    <a:pt x="1215" y="5311"/>
                    <a:pt x="2929" y="5883"/>
                  </a:cubicBezTo>
                  <a:cubicBezTo>
                    <a:pt x="1905" y="6478"/>
                    <a:pt x="1215" y="7574"/>
                    <a:pt x="1215" y="8836"/>
                  </a:cubicBezTo>
                  <a:lnTo>
                    <a:pt x="1215" y="10288"/>
                  </a:lnTo>
                  <a:lnTo>
                    <a:pt x="2644" y="10288"/>
                  </a:lnTo>
                  <a:cubicBezTo>
                    <a:pt x="3930" y="10288"/>
                    <a:pt x="5025" y="9598"/>
                    <a:pt x="5620" y="8598"/>
                  </a:cubicBezTo>
                  <a:cubicBezTo>
                    <a:pt x="6192" y="10288"/>
                    <a:pt x="7764" y="11503"/>
                    <a:pt x="9669" y="11503"/>
                  </a:cubicBezTo>
                  <a:lnTo>
                    <a:pt x="11550" y="11503"/>
                  </a:lnTo>
                  <a:lnTo>
                    <a:pt x="11550" y="9645"/>
                  </a:lnTo>
                  <a:cubicBezTo>
                    <a:pt x="11526" y="7764"/>
                    <a:pt x="10312" y="6145"/>
                    <a:pt x="8597" y="5621"/>
                  </a:cubicBezTo>
                  <a:cubicBezTo>
                    <a:pt x="9621" y="5025"/>
                    <a:pt x="10312" y="3930"/>
                    <a:pt x="10312" y="2644"/>
                  </a:cubicBezTo>
                  <a:lnTo>
                    <a:pt x="10312" y="1215"/>
                  </a:lnTo>
                  <a:lnTo>
                    <a:pt x="8835" y="1215"/>
                  </a:lnTo>
                  <a:cubicBezTo>
                    <a:pt x="7573" y="1215"/>
                    <a:pt x="6454" y="1906"/>
                    <a:pt x="5859" y="2906"/>
                  </a:cubicBezTo>
                  <a:cubicBezTo>
                    <a:pt x="5311" y="1215"/>
                    <a:pt x="3715"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884" name="Google Shape;20884;p91"/>
            <p:cNvSpPr/>
            <p:nvPr/>
          </p:nvSpPr>
          <p:spPr>
            <a:xfrm>
              <a:off x="4190840" y="2014620"/>
              <a:ext cx="49073" cy="20359"/>
            </a:xfrm>
            <a:custGeom>
              <a:rect b="b" l="l" r="r" t="t"/>
              <a:pathLst>
                <a:path extrusionOk="0" h="692" w="1668">
                  <a:moveTo>
                    <a:pt x="1" y="0"/>
                  </a:moveTo>
                  <a:lnTo>
                    <a:pt x="1" y="691"/>
                  </a:lnTo>
                  <a:lnTo>
                    <a:pt x="1668" y="691"/>
                  </a:lnTo>
                  <a:lnTo>
                    <a:pt x="16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885" name="Google Shape;20885;p91"/>
            <p:cNvSpPr/>
            <p:nvPr/>
          </p:nvSpPr>
          <p:spPr>
            <a:xfrm>
              <a:off x="4190840" y="2053866"/>
              <a:ext cx="49073" cy="20329"/>
            </a:xfrm>
            <a:custGeom>
              <a:rect b="b" l="l" r="r" t="t"/>
              <a:pathLst>
                <a:path extrusionOk="0" h="691" w="1668">
                  <a:moveTo>
                    <a:pt x="1" y="0"/>
                  </a:moveTo>
                  <a:lnTo>
                    <a:pt x="1" y="691"/>
                  </a:lnTo>
                  <a:lnTo>
                    <a:pt x="1668" y="691"/>
                  </a:lnTo>
                  <a:lnTo>
                    <a:pt x="16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886" name="Google Shape;20886;p91"/>
            <p:cNvSpPr/>
            <p:nvPr/>
          </p:nvSpPr>
          <p:spPr>
            <a:xfrm>
              <a:off x="4343587" y="2170867"/>
              <a:ext cx="49073" cy="19623"/>
            </a:xfrm>
            <a:custGeom>
              <a:rect b="b" l="l" r="r" t="t"/>
              <a:pathLst>
                <a:path extrusionOk="0" h="667" w="1668">
                  <a:moveTo>
                    <a:pt x="1" y="0"/>
                  </a:moveTo>
                  <a:lnTo>
                    <a:pt x="1" y="667"/>
                  </a:lnTo>
                  <a:lnTo>
                    <a:pt x="1668" y="667"/>
                  </a:lnTo>
                  <a:lnTo>
                    <a:pt x="16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887" name="Google Shape;20887;p91"/>
            <p:cNvSpPr/>
            <p:nvPr/>
          </p:nvSpPr>
          <p:spPr>
            <a:xfrm>
              <a:off x="4343587" y="2210083"/>
              <a:ext cx="49073" cy="20359"/>
            </a:xfrm>
            <a:custGeom>
              <a:rect b="b" l="l" r="r" t="t"/>
              <a:pathLst>
                <a:path extrusionOk="0" h="692" w="1668">
                  <a:moveTo>
                    <a:pt x="1" y="1"/>
                  </a:moveTo>
                  <a:lnTo>
                    <a:pt x="1" y="691"/>
                  </a:lnTo>
                  <a:lnTo>
                    <a:pt x="1668" y="691"/>
                  </a:lnTo>
                  <a:lnTo>
                    <a:pt x="16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20888" name="Google Shape;20888;p91"/>
          <p:cNvSpPr/>
          <p:nvPr/>
        </p:nvSpPr>
        <p:spPr>
          <a:xfrm>
            <a:off x="4780588" y="1943866"/>
            <a:ext cx="339154" cy="337712"/>
          </a:xfrm>
          <a:custGeom>
            <a:rect b="b" l="l" r="r" t="t"/>
            <a:pathLst>
              <a:path extrusionOk="0" h="11479" w="11528">
                <a:moveTo>
                  <a:pt x="1073" y="1953"/>
                </a:moveTo>
                <a:cubicBezTo>
                  <a:pt x="1287" y="1953"/>
                  <a:pt x="1477" y="2144"/>
                  <a:pt x="1477" y="2358"/>
                </a:cubicBezTo>
                <a:cubicBezTo>
                  <a:pt x="1477" y="2548"/>
                  <a:pt x="1287" y="2739"/>
                  <a:pt x="1073" y="2739"/>
                </a:cubicBezTo>
                <a:cubicBezTo>
                  <a:pt x="882" y="2739"/>
                  <a:pt x="692" y="2548"/>
                  <a:pt x="692" y="2358"/>
                </a:cubicBezTo>
                <a:cubicBezTo>
                  <a:pt x="692" y="2144"/>
                  <a:pt x="882" y="1953"/>
                  <a:pt x="1073" y="1953"/>
                </a:cubicBezTo>
                <a:close/>
                <a:moveTo>
                  <a:pt x="10456" y="1953"/>
                </a:moveTo>
                <a:cubicBezTo>
                  <a:pt x="10670" y="1953"/>
                  <a:pt x="10837" y="2144"/>
                  <a:pt x="10837" y="2358"/>
                </a:cubicBezTo>
                <a:cubicBezTo>
                  <a:pt x="10837" y="2548"/>
                  <a:pt x="10670" y="2739"/>
                  <a:pt x="10456" y="2739"/>
                </a:cubicBezTo>
                <a:cubicBezTo>
                  <a:pt x="10241" y="2739"/>
                  <a:pt x="10075" y="2548"/>
                  <a:pt x="10075" y="2358"/>
                </a:cubicBezTo>
                <a:cubicBezTo>
                  <a:pt x="10075" y="2144"/>
                  <a:pt x="10217" y="1953"/>
                  <a:pt x="10456" y="1953"/>
                </a:cubicBezTo>
                <a:close/>
                <a:moveTo>
                  <a:pt x="9408" y="2715"/>
                </a:moveTo>
                <a:cubicBezTo>
                  <a:pt x="9527" y="3025"/>
                  <a:pt x="9765" y="3263"/>
                  <a:pt x="10098" y="3382"/>
                </a:cubicBezTo>
                <a:lnTo>
                  <a:pt x="10098" y="4715"/>
                </a:lnTo>
                <a:cubicBezTo>
                  <a:pt x="9765" y="4835"/>
                  <a:pt x="9527" y="5097"/>
                  <a:pt x="9408" y="5406"/>
                </a:cubicBezTo>
                <a:lnTo>
                  <a:pt x="8217" y="5406"/>
                </a:lnTo>
                <a:cubicBezTo>
                  <a:pt x="7860" y="5406"/>
                  <a:pt x="7503" y="5263"/>
                  <a:pt x="7264" y="5025"/>
                </a:cubicBezTo>
                <a:lnTo>
                  <a:pt x="6764" y="4549"/>
                </a:lnTo>
                <a:lnTo>
                  <a:pt x="7431" y="3334"/>
                </a:lnTo>
                <a:cubicBezTo>
                  <a:pt x="7622" y="2953"/>
                  <a:pt x="8050" y="2715"/>
                  <a:pt x="8455" y="2715"/>
                </a:cubicBezTo>
                <a:close/>
                <a:moveTo>
                  <a:pt x="1073" y="5335"/>
                </a:moveTo>
                <a:cubicBezTo>
                  <a:pt x="1287" y="5335"/>
                  <a:pt x="1477" y="5501"/>
                  <a:pt x="1477" y="5716"/>
                </a:cubicBezTo>
                <a:cubicBezTo>
                  <a:pt x="1477" y="5930"/>
                  <a:pt x="1287" y="6097"/>
                  <a:pt x="1073" y="6097"/>
                </a:cubicBezTo>
                <a:cubicBezTo>
                  <a:pt x="882" y="6097"/>
                  <a:pt x="692" y="5906"/>
                  <a:pt x="692" y="5716"/>
                </a:cubicBezTo>
                <a:cubicBezTo>
                  <a:pt x="692" y="5501"/>
                  <a:pt x="882" y="5335"/>
                  <a:pt x="1073" y="5335"/>
                </a:cubicBezTo>
                <a:close/>
                <a:moveTo>
                  <a:pt x="10456" y="5358"/>
                </a:moveTo>
                <a:cubicBezTo>
                  <a:pt x="10670" y="5358"/>
                  <a:pt x="10837" y="5525"/>
                  <a:pt x="10837" y="5740"/>
                </a:cubicBezTo>
                <a:cubicBezTo>
                  <a:pt x="10837" y="5954"/>
                  <a:pt x="10670" y="6121"/>
                  <a:pt x="10456" y="6121"/>
                </a:cubicBezTo>
                <a:cubicBezTo>
                  <a:pt x="10241" y="6121"/>
                  <a:pt x="10075" y="5954"/>
                  <a:pt x="10075" y="5740"/>
                </a:cubicBezTo>
                <a:cubicBezTo>
                  <a:pt x="10075" y="5525"/>
                  <a:pt x="10241" y="5358"/>
                  <a:pt x="10456" y="5358"/>
                </a:cubicBezTo>
                <a:close/>
                <a:moveTo>
                  <a:pt x="3428" y="2707"/>
                </a:moveTo>
                <a:cubicBezTo>
                  <a:pt x="3726" y="2707"/>
                  <a:pt x="4032" y="2862"/>
                  <a:pt x="4264" y="3072"/>
                </a:cubicBezTo>
                <a:lnTo>
                  <a:pt x="5955" y="4668"/>
                </a:lnTo>
                <a:lnTo>
                  <a:pt x="5121" y="6240"/>
                </a:lnTo>
                <a:lnTo>
                  <a:pt x="4716" y="5859"/>
                </a:lnTo>
                <a:cubicBezTo>
                  <a:pt x="4335" y="5501"/>
                  <a:pt x="3811" y="5287"/>
                  <a:pt x="3287" y="5287"/>
                </a:cubicBezTo>
                <a:lnTo>
                  <a:pt x="2073" y="5287"/>
                </a:lnTo>
                <a:cubicBezTo>
                  <a:pt x="1954" y="5025"/>
                  <a:pt x="1716" y="4811"/>
                  <a:pt x="1430" y="4739"/>
                </a:cubicBezTo>
                <a:lnTo>
                  <a:pt x="1430" y="3382"/>
                </a:lnTo>
                <a:cubicBezTo>
                  <a:pt x="1763" y="3263"/>
                  <a:pt x="2001" y="3025"/>
                  <a:pt x="2120" y="2715"/>
                </a:cubicBezTo>
                <a:lnTo>
                  <a:pt x="3311" y="2715"/>
                </a:lnTo>
                <a:cubicBezTo>
                  <a:pt x="3350" y="2710"/>
                  <a:pt x="3389" y="2707"/>
                  <a:pt x="3428" y="2707"/>
                </a:cubicBezTo>
                <a:close/>
                <a:moveTo>
                  <a:pt x="6455" y="5168"/>
                </a:moveTo>
                <a:lnTo>
                  <a:pt x="6836" y="5525"/>
                </a:lnTo>
                <a:cubicBezTo>
                  <a:pt x="7217" y="5882"/>
                  <a:pt x="7717" y="6097"/>
                  <a:pt x="8241" y="6097"/>
                </a:cubicBezTo>
                <a:lnTo>
                  <a:pt x="9408" y="6097"/>
                </a:lnTo>
                <a:cubicBezTo>
                  <a:pt x="9527" y="6430"/>
                  <a:pt x="9765" y="6668"/>
                  <a:pt x="10098" y="6787"/>
                </a:cubicBezTo>
                <a:lnTo>
                  <a:pt x="10098" y="8121"/>
                </a:lnTo>
                <a:cubicBezTo>
                  <a:pt x="9836" y="8216"/>
                  <a:pt x="9598" y="8407"/>
                  <a:pt x="9479" y="8692"/>
                </a:cubicBezTo>
                <a:lnTo>
                  <a:pt x="8241" y="8692"/>
                </a:lnTo>
                <a:cubicBezTo>
                  <a:pt x="7931" y="8669"/>
                  <a:pt x="7574" y="8550"/>
                  <a:pt x="7312" y="8264"/>
                </a:cubicBezTo>
                <a:lnTo>
                  <a:pt x="5645" y="6716"/>
                </a:lnTo>
                <a:lnTo>
                  <a:pt x="6455" y="5168"/>
                </a:lnTo>
                <a:close/>
                <a:moveTo>
                  <a:pt x="3287" y="5954"/>
                </a:moveTo>
                <a:cubicBezTo>
                  <a:pt x="3645" y="5954"/>
                  <a:pt x="4002" y="6097"/>
                  <a:pt x="4240" y="6335"/>
                </a:cubicBezTo>
                <a:lnTo>
                  <a:pt x="4764" y="6835"/>
                </a:lnTo>
                <a:lnTo>
                  <a:pt x="4097" y="8121"/>
                </a:lnTo>
                <a:cubicBezTo>
                  <a:pt x="3883" y="8502"/>
                  <a:pt x="3502" y="8740"/>
                  <a:pt x="3049" y="8740"/>
                </a:cubicBezTo>
                <a:lnTo>
                  <a:pt x="2097" y="8740"/>
                </a:lnTo>
                <a:cubicBezTo>
                  <a:pt x="1978" y="8431"/>
                  <a:pt x="1739" y="8192"/>
                  <a:pt x="1406" y="8073"/>
                </a:cubicBezTo>
                <a:lnTo>
                  <a:pt x="1406" y="6716"/>
                </a:lnTo>
                <a:cubicBezTo>
                  <a:pt x="1763" y="6597"/>
                  <a:pt x="2025" y="6311"/>
                  <a:pt x="2120" y="5954"/>
                </a:cubicBezTo>
                <a:close/>
                <a:moveTo>
                  <a:pt x="1073" y="8716"/>
                </a:moveTo>
                <a:cubicBezTo>
                  <a:pt x="1287" y="8716"/>
                  <a:pt x="1477" y="8907"/>
                  <a:pt x="1477" y="9097"/>
                </a:cubicBezTo>
                <a:cubicBezTo>
                  <a:pt x="1477" y="9312"/>
                  <a:pt x="1287" y="9502"/>
                  <a:pt x="1073" y="9502"/>
                </a:cubicBezTo>
                <a:cubicBezTo>
                  <a:pt x="882" y="9502"/>
                  <a:pt x="692" y="9312"/>
                  <a:pt x="692" y="9097"/>
                </a:cubicBezTo>
                <a:cubicBezTo>
                  <a:pt x="692" y="8907"/>
                  <a:pt x="882" y="8716"/>
                  <a:pt x="1073" y="8716"/>
                </a:cubicBezTo>
                <a:close/>
                <a:moveTo>
                  <a:pt x="10456" y="8716"/>
                </a:moveTo>
                <a:cubicBezTo>
                  <a:pt x="10670" y="8716"/>
                  <a:pt x="10837" y="8907"/>
                  <a:pt x="10837" y="9097"/>
                </a:cubicBezTo>
                <a:cubicBezTo>
                  <a:pt x="10837" y="9312"/>
                  <a:pt x="10670" y="9502"/>
                  <a:pt x="10456" y="9502"/>
                </a:cubicBezTo>
                <a:cubicBezTo>
                  <a:pt x="10241" y="9502"/>
                  <a:pt x="10075" y="9312"/>
                  <a:pt x="10075" y="9097"/>
                </a:cubicBezTo>
                <a:cubicBezTo>
                  <a:pt x="10075" y="8907"/>
                  <a:pt x="10241" y="8716"/>
                  <a:pt x="10456" y="8716"/>
                </a:cubicBezTo>
                <a:close/>
                <a:moveTo>
                  <a:pt x="763" y="0"/>
                </a:moveTo>
                <a:lnTo>
                  <a:pt x="763" y="1358"/>
                </a:lnTo>
                <a:cubicBezTo>
                  <a:pt x="334" y="1524"/>
                  <a:pt x="1" y="1905"/>
                  <a:pt x="1" y="2382"/>
                </a:cubicBezTo>
                <a:cubicBezTo>
                  <a:pt x="1" y="2858"/>
                  <a:pt x="311" y="3239"/>
                  <a:pt x="763" y="3382"/>
                </a:cubicBezTo>
                <a:lnTo>
                  <a:pt x="763" y="4739"/>
                </a:lnTo>
                <a:cubicBezTo>
                  <a:pt x="334" y="4882"/>
                  <a:pt x="1" y="5263"/>
                  <a:pt x="1" y="5740"/>
                </a:cubicBezTo>
                <a:cubicBezTo>
                  <a:pt x="1" y="6216"/>
                  <a:pt x="311" y="6597"/>
                  <a:pt x="763" y="6764"/>
                </a:cubicBezTo>
                <a:lnTo>
                  <a:pt x="763" y="8097"/>
                </a:lnTo>
                <a:cubicBezTo>
                  <a:pt x="334" y="8240"/>
                  <a:pt x="1" y="8621"/>
                  <a:pt x="1" y="9097"/>
                </a:cubicBezTo>
                <a:cubicBezTo>
                  <a:pt x="1" y="9574"/>
                  <a:pt x="311" y="9955"/>
                  <a:pt x="763" y="10121"/>
                </a:cubicBezTo>
                <a:lnTo>
                  <a:pt x="763" y="11479"/>
                </a:lnTo>
                <a:lnTo>
                  <a:pt x="1430" y="11479"/>
                </a:lnTo>
                <a:lnTo>
                  <a:pt x="1430" y="10121"/>
                </a:lnTo>
                <a:cubicBezTo>
                  <a:pt x="1430" y="10121"/>
                  <a:pt x="2001" y="9764"/>
                  <a:pt x="2097" y="9455"/>
                </a:cubicBezTo>
                <a:lnTo>
                  <a:pt x="3049" y="9455"/>
                </a:lnTo>
                <a:cubicBezTo>
                  <a:pt x="3740" y="9455"/>
                  <a:pt x="4359" y="9074"/>
                  <a:pt x="4692" y="8454"/>
                </a:cubicBezTo>
                <a:lnTo>
                  <a:pt x="5288" y="7335"/>
                </a:lnTo>
                <a:lnTo>
                  <a:pt x="6836" y="8764"/>
                </a:lnTo>
                <a:cubicBezTo>
                  <a:pt x="7217" y="9121"/>
                  <a:pt x="8241" y="9335"/>
                  <a:pt x="8241" y="9335"/>
                </a:cubicBezTo>
                <a:lnTo>
                  <a:pt x="9408" y="9335"/>
                </a:lnTo>
                <a:cubicBezTo>
                  <a:pt x="9503" y="9693"/>
                  <a:pt x="9765" y="10002"/>
                  <a:pt x="10122" y="10121"/>
                </a:cubicBezTo>
                <a:lnTo>
                  <a:pt x="10122" y="11479"/>
                </a:lnTo>
                <a:lnTo>
                  <a:pt x="10789" y="11479"/>
                </a:lnTo>
                <a:lnTo>
                  <a:pt x="10789" y="10121"/>
                </a:lnTo>
                <a:cubicBezTo>
                  <a:pt x="11218" y="9955"/>
                  <a:pt x="11527" y="9574"/>
                  <a:pt x="11527" y="9097"/>
                </a:cubicBezTo>
                <a:cubicBezTo>
                  <a:pt x="11527" y="8621"/>
                  <a:pt x="11218" y="8240"/>
                  <a:pt x="10813" y="8097"/>
                </a:cubicBezTo>
                <a:lnTo>
                  <a:pt x="10813" y="6740"/>
                </a:lnTo>
                <a:cubicBezTo>
                  <a:pt x="11194" y="6597"/>
                  <a:pt x="11527" y="6192"/>
                  <a:pt x="11527" y="5740"/>
                </a:cubicBezTo>
                <a:cubicBezTo>
                  <a:pt x="11527" y="5263"/>
                  <a:pt x="11241" y="4882"/>
                  <a:pt x="10813" y="4739"/>
                </a:cubicBezTo>
                <a:lnTo>
                  <a:pt x="10813" y="3382"/>
                </a:lnTo>
                <a:cubicBezTo>
                  <a:pt x="11241" y="3239"/>
                  <a:pt x="11527" y="2858"/>
                  <a:pt x="11527" y="2382"/>
                </a:cubicBezTo>
                <a:cubicBezTo>
                  <a:pt x="11527" y="1905"/>
                  <a:pt x="11241" y="1524"/>
                  <a:pt x="10813" y="1358"/>
                </a:cubicBezTo>
                <a:lnTo>
                  <a:pt x="10813" y="0"/>
                </a:lnTo>
                <a:lnTo>
                  <a:pt x="10122" y="0"/>
                </a:lnTo>
                <a:lnTo>
                  <a:pt x="10122" y="1358"/>
                </a:lnTo>
                <a:cubicBezTo>
                  <a:pt x="9813" y="1477"/>
                  <a:pt x="9574" y="1715"/>
                  <a:pt x="9455" y="2048"/>
                </a:cubicBezTo>
                <a:lnTo>
                  <a:pt x="8503" y="2048"/>
                </a:lnTo>
                <a:cubicBezTo>
                  <a:pt x="7812" y="2048"/>
                  <a:pt x="7193" y="2429"/>
                  <a:pt x="6860" y="3025"/>
                </a:cubicBezTo>
                <a:lnTo>
                  <a:pt x="6288" y="4073"/>
                </a:lnTo>
                <a:lnTo>
                  <a:pt x="4716" y="2620"/>
                </a:lnTo>
                <a:cubicBezTo>
                  <a:pt x="4335" y="2263"/>
                  <a:pt x="3811" y="2048"/>
                  <a:pt x="3287" y="2048"/>
                </a:cubicBezTo>
                <a:lnTo>
                  <a:pt x="2097" y="2048"/>
                </a:lnTo>
                <a:cubicBezTo>
                  <a:pt x="1978" y="1715"/>
                  <a:pt x="1739" y="1477"/>
                  <a:pt x="1406" y="1358"/>
                </a:cubicBezTo>
                <a:lnTo>
                  <a:pt x="14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889" name="Google Shape;20889;p91"/>
          <p:cNvSpPr/>
          <p:nvPr/>
        </p:nvSpPr>
        <p:spPr>
          <a:xfrm>
            <a:off x="5513112" y="1934746"/>
            <a:ext cx="337712" cy="339124"/>
          </a:xfrm>
          <a:custGeom>
            <a:rect b="b" l="l" r="r" t="t"/>
            <a:pathLst>
              <a:path extrusionOk="0" h="11527" w="11479">
                <a:moveTo>
                  <a:pt x="4644" y="2430"/>
                </a:moveTo>
                <a:lnTo>
                  <a:pt x="4644" y="10812"/>
                </a:lnTo>
                <a:lnTo>
                  <a:pt x="3858" y="10812"/>
                </a:lnTo>
                <a:lnTo>
                  <a:pt x="3858" y="4692"/>
                </a:lnTo>
                <a:lnTo>
                  <a:pt x="3858" y="2430"/>
                </a:lnTo>
                <a:close/>
                <a:moveTo>
                  <a:pt x="3192" y="5359"/>
                </a:moveTo>
                <a:lnTo>
                  <a:pt x="3192" y="10836"/>
                </a:lnTo>
                <a:lnTo>
                  <a:pt x="2406" y="10836"/>
                </a:lnTo>
                <a:lnTo>
                  <a:pt x="2406" y="5359"/>
                </a:lnTo>
                <a:close/>
                <a:moveTo>
                  <a:pt x="6097" y="3906"/>
                </a:moveTo>
                <a:lnTo>
                  <a:pt x="6097" y="10836"/>
                </a:lnTo>
                <a:lnTo>
                  <a:pt x="5335" y="10836"/>
                </a:lnTo>
                <a:lnTo>
                  <a:pt x="5335" y="3906"/>
                </a:lnTo>
                <a:close/>
                <a:moveTo>
                  <a:pt x="7597" y="691"/>
                </a:moveTo>
                <a:lnTo>
                  <a:pt x="7597" y="10836"/>
                </a:lnTo>
                <a:lnTo>
                  <a:pt x="6811" y="10836"/>
                </a:lnTo>
                <a:lnTo>
                  <a:pt x="6811" y="691"/>
                </a:lnTo>
                <a:close/>
                <a:moveTo>
                  <a:pt x="9050" y="2454"/>
                </a:moveTo>
                <a:lnTo>
                  <a:pt x="9050" y="10836"/>
                </a:lnTo>
                <a:lnTo>
                  <a:pt x="8264" y="10836"/>
                </a:lnTo>
                <a:lnTo>
                  <a:pt x="8264" y="2454"/>
                </a:lnTo>
                <a:close/>
                <a:moveTo>
                  <a:pt x="6121" y="1"/>
                </a:moveTo>
                <a:lnTo>
                  <a:pt x="6121" y="3263"/>
                </a:lnTo>
                <a:lnTo>
                  <a:pt x="5359" y="3263"/>
                </a:lnTo>
                <a:lnTo>
                  <a:pt x="5359" y="1787"/>
                </a:lnTo>
                <a:lnTo>
                  <a:pt x="3215" y="1787"/>
                </a:lnTo>
                <a:lnTo>
                  <a:pt x="3215" y="4692"/>
                </a:lnTo>
                <a:lnTo>
                  <a:pt x="1739" y="4692"/>
                </a:lnTo>
                <a:lnTo>
                  <a:pt x="1739" y="10836"/>
                </a:lnTo>
                <a:lnTo>
                  <a:pt x="0" y="10836"/>
                </a:lnTo>
                <a:lnTo>
                  <a:pt x="0" y="11527"/>
                </a:lnTo>
                <a:lnTo>
                  <a:pt x="11479" y="11527"/>
                </a:lnTo>
                <a:lnTo>
                  <a:pt x="11479" y="10836"/>
                </a:lnTo>
                <a:lnTo>
                  <a:pt x="9740" y="10836"/>
                </a:lnTo>
                <a:lnTo>
                  <a:pt x="9740" y="1763"/>
                </a:lnTo>
                <a:lnTo>
                  <a:pt x="8264" y="1763"/>
                </a:lnTo>
                <a:lnTo>
                  <a:pt x="82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20890" name="Google Shape;20890;p91"/>
          <p:cNvGrpSpPr/>
          <p:nvPr/>
        </p:nvGrpSpPr>
        <p:grpSpPr>
          <a:xfrm>
            <a:off x="6252608" y="1967666"/>
            <a:ext cx="338448" cy="313908"/>
            <a:chOff x="5871608" y="1967666"/>
            <a:chExt cx="338448" cy="313908"/>
          </a:xfrm>
        </p:grpSpPr>
        <p:sp>
          <p:nvSpPr>
            <p:cNvPr id="20891" name="Google Shape;20891;p91"/>
            <p:cNvSpPr/>
            <p:nvPr/>
          </p:nvSpPr>
          <p:spPr>
            <a:xfrm>
              <a:off x="5871608" y="2046158"/>
              <a:ext cx="338448" cy="63076"/>
            </a:xfrm>
            <a:custGeom>
              <a:rect b="b" l="l" r="r" t="t"/>
              <a:pathLst>
                <a:path extrusionOk="0" h="2144" w="11504">
                  <a:moveTo>
                    <a:pt x="7693" y="691"/>
                  </a:moveTo>
                  <a:lnTo>
                    <a:pt x="8074" y="1072"/>
                  </a:lnTo>
                  <a:lnTo>
                    <a:pt x="7693" y="1453"/>
                  </a:lnTo>
                  <a:lnTo>
                    <a:pt x="668" y="1453"/>
                  </a:lnTo>
                  <a:lnTo>
                    <a:pt x="668" y="691"/>
                  </a:lnTo>
                  <a:close/>
                  <a:moveTo>
                    <a:pt x="10860" y="715"/>
                  </a:moveTo>
                  <a:lnTo>
                    <a:pt x="10860" y="1500"/>
                  </a:lnTo>
                  <a:lnTo>
                    <a:pt x="8669" y="1500"/>
                  </a:lnTo>
                  <a:lnTo>
                    <a:pt x="9074" y="1096"/>
                  </a:lnTo>
                  <a:lnTo>
                    <a:pt x="8669" y="715"/>
                  </a:lnTo>
                  <a:close/>
                  <a:moveTo>
                    <a:pt x="1" y="0"/>
                  </a:moveTo>
                  <a:lnTo>
                    <a:pt x="1" y="2143"/>
                  </a:lnTo>
                  <a:lnTo>
                    <a:pt x="11503" y="2143"/>
                  </a:lnTo>
                  <a:lnTo>
                    <a:pt x="115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892" name="Google Shape;20892;p91"/>
            <p:cNvSpPr/>
            <p:nvPr/>
          </p:nvSpPr>
          <p:spPr>
            <a:xfrm>
              <a:off x="5871608" y="2133034"/>
              <a:ext cx="338448" cy="63076"/>
            </a:xfrm>
            <a:custGeom>
              <a:rect b="b" l="l" r="r" t="t"/>
              <a:pathLst>
                <a:path extrusionOk="0" h="2144" w="11504">
                  <a:moveTo>
                    <a:pt x="5955" y="643"/>
                  </a:moveTo>
                  <a:lnTo>
                    <a:pt x="6359" y="1048"/>
                  </a:lnTo>
                  <a:lnTo>
                    <a:pt x="5955" y="1429"/>
                  </a:lnTo>
                  <a:lnTo>
                    <a:pt x="668" y="1429"/>
                  </a:lnTo>
                  <a:lnTo>
                    <a:pt x="668" y="643"/>
                  </a:lnTo>
                  <a:close/>
                  <a:moveTo>
                    <a:pt x="10860" y="691"/>
                  </a:moveTo>
                  <a:lnTo>
                    <a:pt x="10860" y="1453"/>
                  </a:lnTo>
                  <a:lnTo>
                    <a:pt x="6955" y="1453"/>
                  </a:lnTo>
                  <a:lnTo>
                    <a:pt x="7336" y="1072"/>
                  </a:lnTo>
                  <a:lnTo>
                    <a:pt x="6955" y="691"/>
                  </a:lnTo>
                  <a:close/>
                  <a:moveTo>
                    <a:pt x="1" y="0"/>
                  </a:moveTo>
                  <a:lnTo>
                    <a:pt x="1" y="2143"/>
                  </a:lnTo>
                  <a:lnTo>
                    <a:pt x="11503" y="2143"/>
                  </a:lnTo>
                  <a:lnTo>
                    <a:pt x="115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893" name="Google Shape;20893;p91"/>
            <p:cNvSpPr/>
            <p:nvPr/>
          </p:nvSpPr>
          <p:spPr>
            <a:xfrm>
              <a:off x="5871608" y="2218497"/>
              <a:ext cx="338448" cy="63076"/>
            </a:xfrm>
            <a:custGeom>
              <a:rect b="b" l="l" r="r" t="t"/>
              <a:pathLst>
                <a:path extrusionOk="0" h="2144" w="11504">
                  <a:moveTo>
                    <a:pt x="4002" y="691"/>
                  </a:moveTo>
                  <a:lnTo>
                    <a:pt x="4383" y="1072"/>
                  </a:lnTo>
                  <a:lnTo>
                    <a:pt x="4002" y="1453"/>
                  </a:lnTo>
                  <a:lnTo>
                    <a:pt x="668" y="1453"/>
                  </a:lnTo>
                  <a:lnTo>
                    <a:pt x="668" y="691"/>
                  </a:lnTo>
                  <a:close/>
                  <a:moveTo>
                    <a:pt x="10860" y="691"/>
                  </a:moveTo>
                  <a:lnTo>
                    <a:pt x="10860" y="1477"/>
                  </a:lnTo>
                  <a:lnTo>
                    <a:pt x="4978" y="1477"/>
                  </a:lnTo>
                  <a:lnTo>
                    <a:pt x="5359" y="1072"/>
                  </a:lnTo>
                  <a:lnTo>
                    <a:pt x="4978" y="691"/>
                  </a:lnTo>
                  <a:close/>
                  <a:moveTo>
                    <a:pt x="1" y="0"/>
                  </a:moveTo>
                  <a:lnTo>
                    <a:pt x="1" y="2144"/>
                  </a:lnTo>
                  <a:lnTo>
                    <a:pt x="11503" y="2144"/>
                  </a:lnTo>
                  <a:lnTo>
                    <a:pt x="115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894" name="Google Shape;20894;p91"/>
            <p:cNvSpPr/>
            <p:nvPr/>
          </p:nvSpPr>
          <p:spPr>
            <a:xfrm>
              <a:off x="6149770" y="2006912"/>
              <a:ext cx="60282" cy="19653"/>
            </a:xfrm>
            <a:custGeom>
              <a:rect b="b" l="l" r="r" t="t"/>
              <a:pathLst>
                <a:path extrusionOk="0" h="668" w="2049">
                  <a:moveTo>
                    <a:pt x="0" y="1"/>
                  </a:moveTo>
                  <a:lnTo>
                    <a:pt x="0" y="667"/>
                  </a:lnTo>
                  <a:lnTo>
                    <a:pt x="2048" y="667"/>
                  </a:lnTo>
                  <a:lnTo>
                    <a:pt x="204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895" name="Google Shape;20895;p91"/>
            <p:cNvSpPr/>
            <p:nvPr/>
          </p:nvSpPr>
          <p:spPr>
            <a:xfrm>
              <a:off x="6149770" y="1967666"/>
              <a:ext cx="60282" cy="19653"/>
            </a:xfrm>
            <a:custGeom>
              <a:rect b="b" l="l" r="r" t="t"/>
              <a:pathLst>
                <a:path extrusionOk="0" h="668" w="2049">
                  <a:moveTo>
                    <a:pt x="0" y="1"/>
                  </a:moveTo>
                  <a:lnTo>
                    <a:pt x="0" y="668"/>
                  </a:lnTo>
                  <a:lnTo>
                    <a:pt x="2048" y="668"/>
                  </a:lnTo>
                  <a:lnTo>
                    <a:pt x="204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896" name="Google Shape;20896;p91"/>
            <p:cNvSpPr/>
            <p:nvPr/>
          </p:nvSpPr>
          <p:spPr>
            <a:xfrm>
              <a:off x="6109141" y="2006912"/>
              <a:ext cx="20329" cy="19653"/>
            </a:xfrm>
            <a:custGeom>
              <a:rect b="b" l="l" r="r" t="t"/>
              <a:pathLst>
                <a:path extrusionOk="0" h="668" w="691">
                  <a:moveTo>
                    <a:pt x="0" y="1"/>
                  </a:moveTo>
                  <a:lnTo>
                    <a:pt x="0" y="667"/>
                  </a:lnTo>
                  <a:lnTo>
                    <a:pt x="691" y="667"/>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897" name="Google Shape;20897;p91"/>
            <p:cNvSpPr/>
            <p:nvPr/>
          </p:nvSpPr>
          <p:spPr>
            <a:xfrm>
              <a:off x="6109141" y="1967666"/>
              <a:ext cx="20329" cy="19653"/>
            </a:xfrm>
            <a:custGeom>
              <a:rect b="b" l="l" r="r" t="t"/>
              <a:pathLst>
                <a:path extrusionOk="0" h="668" w="691">
                  <a:moveTo>
                    <a:pt x="0" y="1"/>
                  </a:moveTo>
                  <a:lnTo>
                    <a:pt x="0" y="668"/>
                  </a:lnTo>
                  <a:lnTo>
                    <a:pt x="691" y="668"/>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20898" name="Google Shape;20898;p91"/>
          <p:cNvSpPr/>
          <p:nvPr/>
        </p:nvSpPr>
        <p:spPr>
          <a:xfrm>
            <a:off x="6974629" y="1923508"/>
            <a:ext cx="343331" cy="337065"/>
          </a:xfrm>
          <a:custGeom>
            <a:rect b="b" l="l" r="r" t="t"/>
            <a:pathLst>
              <a:path extrusionOk="0" h="11457" w="11670">
                <a:moveTo>
                  <a:pt x="4406" y="668"/>
                </a:moveTo>
                <a:cubicBezTo>
                  <a:pt x="4763" y="668"/>
                  <a:pt x="5025" y="930"/>
                  <a:pt x="5025" y="1288"/>
                </a:cubicBezTo>
                <a:cubicBezTo>
                  <a:pt x="5025" y="1645"/>
                  <a:pt x="4763" y="1907"/>
                  <a:pt x="4406" y="1907"/>
                </a:cubicBezTo>
                <a:cubicBezTo>
                  <a:pt x="4049" y="1907"/>
                  <a:pt x="3787" y="1621"/>
                  <a:pt x="3787" y="1288"/>
                </a:cubicBezTo>
                <a:cubicBezTo>
                  <a:pt x="3787" y="930"/>
                  <a:pt x="4049" y="668"/>
                  <a:pt x="4406" y="668"/>
                </a:cubicBezTo>
                <a:close/>
                <a:moveTo>
                  <a:pt x="10336" y="1621"/>
                </a:moveTo>
                <a:cubicBezTo>
                  <a:pt x="10693" y="1621"/>
                  <a:pt x="10955" y="1883"/>
                  <a:pt x="10955" y="2240"/>
                </a:cubicBezTo>
                <a:cubicBezTo>
                  <a:pt x="10955" y="2597"/>
                  <a:pt x="10693" y="2859"/>
                  <a:pt x="10336" y="2859"/>
                </a:cubicBezTo>
                <a:cubicBezTo>
                  <a:pt x="9978" y="2859"/>
                  <a:pt x="9716" y="2597"/>
                  <a:pt x="9716" y="2240"/>
                </a:cubicBezTo>
                <a:cubicBezTo>
                  <a:pt x="9716" y="1883"/>
                  <a:pt x="9978" y="1621"/>
                  <a:pt x="10336" y="1621"/>
                </a:cubicBezTo>
                <a:close/>
                <a:moveTo>
                  <a:pt x="1429" y="3574"/>
                </a:moveTo>
                <a:cubicBezTo>
                  <a:pt x="1786" y="3574"/>
                  <a:pt x="2048" y="3836"/>
                  <a:pt x="2048" y="4193"/>
                </a:cubicBezTo>
                <a:cubicBezTo>
                  <a:pt x="2048" y="4550"/>
                  <a:pt x="1786" y="4836"/>
                  <a:pt x="1429" y="4836"/>
                </a:cubicBezTo>
                <a:cubicBezTo>
                  <a:pt x="1072" y="4836"/>
                  <a:pt x="810" y="4550"/>
                  <a:pt x="810" y="4193"/>
                </a:cubicBezTo>
                <a:cubicBezTo>
                  <a:pt x="810" y="3836"/>
                  <a:pt x="1072" y="3574"/>
                  <a:pt x="1429" y="3574"/>
                </a:cubicBezTo>
                <a:close/>
                <a:moveTo>
                  <a:pt x="7359" y="4383"/>
                </a:moveTo>
                <a:cubicBezTo>
                  <a:pt x="7716" y="4383"/>
                  <a:pt x="7978" y="4645"/>
                  <a:pt x="7978" y="5003"/>
                </a:cubicBezTo>
                <a:cubicBezTo>
                  <a:pt x="7978" y="5360"/>
                  <a:pt x="7716" y="5622"/>
                  <a:pt x="7359" y="5622"/>
                </a:cubicBezTo>
                <a:cubicBezTo>
                  <a:pt x="7025" y="5622"/>
                  <a:pt x="6740" y="5336"/>
                  <a:pt x="6740" y="5003"/>
                </a:cubicBezTo>
                <a:cubicBezTo>
                  <a:pt x="6740" y="4645"/>
                  <a:pt x="7002" y="4383"/>
                  <a:pt x="7359" y="4383"/>
                </a:cubicBezTo>
                <a:close/>
                <a:moveTo>
                  <a:pt x="2858" y="9718"/>
                </a:moveTo>
                <a:lnTo>
                  <a:pt x="2858" y="10813"/>
                </a:lnTo>
                <a:lnTo>
                  <a:pt x="810" y="10813"/>
                </a:lnTo>
                <a:lnTo>
                  <a:pt x="810" y="9718"/>
                </a:lnTo>
                <a:close/>
                <a:moveTo>
                  <a:pt x="5573" y="9718"/>
                </a:moveTo>
                <a:lnTo>
                  <a:pt x="5573" y="10813"/>
                </a:lnTo>
                <a:lnTo>
                  <a:pt x="3525" y="10813"/>
                </a:lnTo>
                <a:lnTo>
                  <a:pt x="3525" y="9718"/>
                </a:lnTo>
                <a:close/>
                <a:moveTo>
                  <a:pt x="8240" y="9718"/>
                </a:moveTo>
                <a:lnTo>
                  <a:pt x="8240" y="10813"/>
                </a:lnTo>
                <a:lnTo>
                  <a:pt x="6192" y="10813"/>
                </a:lnTo>
                <a:lnTo>
                  <a:pt x="6192" y="9718"/>
                </a:lnTo>
                <a:close/>
                <a:moveTo>
                  <a:pt x="10955" y="9718"/>
                </a:moveTo>
                <a:lnTo>
                  <a:pt x="10955" y="10813"/>
                </a:lnTo>
                <a:lnTo>
                  <a:pt x="8907" y="10813"/>
                </a:lnTo>
                <a:lnTo>
                  <a:pt x="8907" y="9718"/>
                </a:lnTo>
                <a:close/>
                <a:moveTo>
                  <a:pt x="4339" y="1"/>
                </a:moveTo>
                <a:cubicBezTo>
                  <a:pt x="3619" y="1"/>
                  <a:pt x="3001" y="587"/>
                  <a:pt x="3001" y="1311"/>
                </a:cubicBezTo>
                <a:cubicBezTo>
                  <a:pt x="3001" y="1907"/>
                  <a:pt x="3429" y="2407"/>
                  <a:pt x="3953" y="2574"/>
                </a:cubicBezTo>
                <a:lnTo>
                  <a:pt x="3953" y="9051"/>
                </a:lnTo>
                <a:lnTo>
                  <a:pt x="1667" y="9027"/>
                </a:lnTo>
                <a:lnTo>
                  <a:pt x="1667" y="5455"/>
                </a:lnTo>
                <a:cubicBezTo>
                  <a:pt x="2239" y="5312"/>
                  <a:pt x="2643" y="4765"/>
                  <a:pt x="2620" y="4145"/>
                </a:cubicBezTo>
                <a:cubicBezTo>
                  <a:pt x="2596" y="3479"/>
                  <a:pt x="2048" y="2931"/>
                  <a:pt x="1381" y="2883"/>
                </a:cubicBezTo>
                <a:cubicBezTo>
                  <a:pt x="1367" y="2883"/>
                  <a:pt x="1352" y="2882"/>
                  <a:pt x="1337" y="2882"/>
                </a:cubicBezTo>
                <a:cubicBezTo>
                  <a:pt x="595" y="2882"/>
                  <a:pt x="0" y="3469"/>
                  <a:pt x="0" y="4193"/>
                </a:cubicBezTo>
                <a:cubicBezTo>
                  <a:pt x="0" y="4788"/>
                  <a:pt x="429" y="5312"/>
                  <a:pt x="953" y="5455"/>
                </a:cubicBezTo>
                <a:lnTo>
                  <a:pt x="953" y="9027"/>
                </a:lnTo>
                <a:lnTo>
                  <a:pt x="0" y="9027"/>
                </a:lnTo>
                <a:lnTo>
                  <a:pt x="0" y="11456"/>
                </a:lnTo>
                <a:lnTo>
                  <a:pt x="11502" y="11456"/>
                </a:lnTo>
                <a:lnTo>
                  <a:pt x="11502" y="9027"/>
                </a:lnTo>
                <a:lnTo>
                  <a:pt x="10550" y="9051"/>
                </a:lnTo>
                <a:lnTo>
                  <a:pt x="10550" y="3526"/>
                </a:lnTo>
                <a:lnTo>
                  <a:pt x="10693" y="3526"/>
                </a:lnTo>
                <a:cubicBezTo>
                  <a:pt x="11264" y="3359"/>
                  <a:pt x="11669" y="2836"/>
                  <a:pt x="11645" y="2216"/>
                </a:cubicBezTo>
                <a:cubicBezTo>
                  <a:pt x="11622" y="1550"/>
                  <a:pt x="11074" y="978"/>
                  <a:pt x="10383" y="954"/>
                </a:cubicBezTo>
                <a:cubicBezTo>
                  <a:pt x="10369" y="954"/>
                  <a:pt x="10355" y="954"/>
                  <a:pt x="10340" y="954"/>
                </a:cubicBezTo>
                <a:cubicBezTo>
                  <a:pt x="9621" y="954"/>
                  <a:pt x="9026" y="1540"/>
                  <a:pt x="9026" y="2264"/>
                </a:cubicBezTo>
                <a:cubicBezTo>
                  <a:pt x="9026" y="2859"/>
                  <a:pt x="9431" y="3359"/>
                  <a:pt x="9978" y="3526"/>
                </a:cubicBezTo>
                <a:lnTo>
                  <a:pt x="9978" y="9051"/>
                </a:lnTo>
                <a:lnTo>
                  <a:pt x="7692" y="9051"/>
                </a:lnTo>
                <a:lnTo>
                  <a:pt x="7692" y="6265"/>
                </a:lnTo>
                <a:cubicBezTo>
                  <a:pt x="8240" y="6098"/>
                  <a:pt x="8669" y="5574"/>
                  <a:pt x="8645" y="4955"/>
                </a:cubicBezTo>
                <a:cubicBezTo>
                  <a:pt x="8597" y="4288"/>
                  <a:pt x="8073" y="3717"/>
                  <a:pt x="7383" y="3693"/>
                </a:cubicBezTo>
                <a:cubicBezTo>
                  <a:pt x="7368" y="3692"/>
                  <a:pt x="7354" y="3692"/>
                  <a:pt x="7340" y="3692"/>
                </a:cubicBezTo>
                <a:cubicBezTo>
                  <a:pt x="6621" y="3692"/>
                  <a:pt x="6025" y="4279"/>
                  <a:pt x="6025" y="5003"/>
                </a:cubicBezTo>
                <a:cubicBezTo>
                  <a:pt x="6025" y="5598"/>
                  <a:pt x="6430" y="6098"/>
                  <a:pt x="6978" y="6265"/>
                </a:cubicBezTo>
                <a:lnTo>
                  <a:pt x="6978" y="9051"/>
                </a:lnTo>
                <a:lnTo>
                  <a:pt x="4668" y="9051"/>
                </a:lnTo>
                <a:lnTo>
                  <a:pt x="4668" y="2574"/>
                </a:lnTo>
                <a:cubicBezTo>
                  <a:pt x="5239" y="2407"/>
                  <a:pt x="5668" y="1883"/>
                  <a:pt x="5620" y="1264"/>
                </a:cubicBezTo>
                <a:cubicBezTo>
                  <a:pt x="5596" y="597"/>
                  <a:pt x="5073" y="25"/>
                  <a:pt x="4382" y="2"/>
                </a:cubicBezTo>
                <a:cubicBezTo>
                  <a:pt x="4368" y="1"/>
                  <a:pt x="4353" y="1"/>
                  <a:pt x="43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20899" name="Google Shape;20899;p91"/>
          <p:cNvGrpSpPr/>
          <p:nvPr/>
        </p:nvGrpSpPr>
        <p:grpSpPr>
          <a:xfrm>
            <a:off x="7709919" y="1934040"/>
            <a:ext cx="340537" cy="339830"/>
            <a:chOff x="7024119" y="1934040"/>
            <a:chExt cx="340537" cy="339830"/>
          </a:xfrm>
        </p:grpSpPr>
        <p:sp>
          <p:nvSpPr>
            <p:cNvPr id="20900" name="Google Shape;20900;p91"/>
            <p:cNvSpPr/>
            <p:nvPr/>
          </p:nvSpPr>
          <p:spPr>
            <a:xfrm>
              <a:off x="7024119" y="1934040"/>
              <a:ext cx="340537" cy="339830"/>
            </a:xfrm>
            <a:custGeom>
              <a:rect b="b" l="l" r="r" t="t"/>
              <a:pathLst>
                <a:path extrusionOk="0" h="11551" w="11575">
                  <a:moveTo>
                    <a:pt x="5811" y="691"/>
                  </a:moveTo>
                  <a:cubicBezTo>
                    <a:pt x="8503" y="691"/>
                    <a:pt x="10693" y="2763"/>
                    <a:pt x="10884" y="5431"/>
                  </a:cubicBezTo>
                  <a:lnTo>
                    <a:pt x="9788" y="5431"/>
                  </a:lnTo>
                  <a:cubicBezTo>
                    <a:pt x="9598" y="3359"/>
                    <a:pt x="7907" y="1763"/>
                    <a:pt x="5811" y="1763"/>
                  </a:cubicBezTo>
                  <a:cubicBezTo>
                    <a:pt x="3740" y="1763"/>
                    <a:pt x="2001" y="3359"/>
                    <a:pt x="1858" y="5431"/>
                  </a:cubicBezTo>
                  <a:lnTo>
                    <a:pt x="763" y="5431"/>
                  </a:lnTo>
                  <a:cubicBezTo>
                    <a:pt x="906" y="2811"/>
                    <a:pt x="3120" y="691"/>
                    <a:pt x="5811" y="691"/>
                  </a:cubicBezTo>
                  <a:close/>
                  <a:moveTo>
                    <a:pt x="5811" y="3930"/>
                  </a:moveTo>
                  <a:cubicBezTo>
                    <a:pt x="6835" y="3930"/>
                    <a:pt x="7669" y="4764"/>
                    <a:pt x="7669" y="5788"/>
                  </a:cubicBezTo>
                  <a:cubicBezTo>
                    <a:pt x="7669" y="6788"/>
                    <a:pt x="6835" y="7621"/>
                    <a:pt x="5811" y="7621"/>
                  </a:cubicBezTo>
                  <a:cubicBezTo>
                    <a:pt x="4811" y="7621"/>
                    <a:pt x="3978" y="6788"/>
                    <a:pt x="3978" y="5788"/>
                  </a:cubicBezTo>
                  <a:cubicBezTo>
                    <a:pt x="3978" y="4764"/>
                    <a:pt x="4811" y="3930"/>
                    <a:pt x="5811" y="3930"/>
                  </a:cubicBezTo>
                  <a:close/>
                  <a:moveTo>
                    <a:pt x="5454" y="2478"/>
                  </a:moveTo>
                  <a:lnTo>
                    <a:pt x="5454" y="3287"/>
                  </a:lnTo>
                  <a:cubicBezTo>
                    <a:pt x="4240" y="3454"/>
                    <a:pt x="3263" y="4502"/>
                    <a:pt x="3263" y="5788"/>
                  </a:cubicBezTo>
                  <a:cubicBezTo>
                    <a:pt x="3263" y="7050"/>
                    <a:pt x="4216" y="8122"/>
                    <a:pt x="5454" y="8288"/>
                  </a:cubicBezTo>
                  <a:lnTo>
                    <a:pt x="5454" y="9074"/>
                  </a:lnTo>
                  <a:cubicBezTo>
                    <a:pt x="3787" y="8907"/>
                    <a:pt x="2477" y="7502"/>
                    <a:pt x="2477" y="5788"/>
                  </a:cubicBezTo>
                  <a:cubicBezTo>
                    <a:pt x="2477" y="4049"/>
                    <a:pt x="3787" y="2644"/>
                    <a:pt x="5454" y="2478"/>
                  </a:cubicBezTo>
                  <a:close/>
                  <a:moveTo>
                    <a:pt x="6145" y="2478"/>
                  </a:moveTo>
                  <a:cubicBezTo>
                    <a:pt x="7812" y="2644"/>
                    <a:pt x="9122" y="4049"/>
                    <a:pt x="9122" y="5788"/>
                  </a:cubicBezTo>
                  <a:cubicBezTo>
                    <a:pt x="9122" y="7502"/>
                    <a:pt x="7812" y="8907"/>
                    <a:pt x="6145" y="9074"/>
                  </a:cubicBezTo>
                  <a:lnTo>
                    <a:pt x="6145" y="8288"/>
                  </a:lnTo>
                  <a:cubicBezTo>
                    <a:pt x="7359" y="8098"/>
                    <a:pt x="8360" y="7050"/>
                    <a:pt x="8360" y="5788"/>
                  </a:cubicBezTo>
                  <a:cubicBezTo>
                    <a:pt x="8360" y="4502"/>
                    <a:pt x="7407" y="3430"/>
                    <a:pt x="6145" y="3287"/>
                  </a:cubicBezTo>
                  <a:lnTo>
                    <a:pt x="6145" y="2478"/>
                  </a:lnTo>
                  <a:close/>
                  <a:moveTo>
                    <a:pt x="10884" y="6145"/>
                  </a:moveTo>
                  <a:cubicBezTo>
                    <a:pt x="10693" y="8765"/>
                    <a:pt x="8503" y="10860"/>
                    <a:pt x="5811" y="10860"/>
                  </a:cubicBezTo>
                  <a:cubicBezTo>
                    <a:pt x="3144" y="10860"/>
                    <a:pt x="929" y="8788"/>
                    <a:pt x="763" y="6145"/>
                  </a:cubicBezTo>
                  <a:lnTo>
                    <a:pt x="1858" y="6145"/>
                  </a:lnTo>
                  <a:cubicBezTo>
                    <a:pt x="2049" y="8193"/>
                    <a:pt x="3740" y="9789"/>
                    <a:pt x="5811" y="9789"/>
                  </a:cubicBezTo>
                  <a:cubicBezTo>
                    <a:pt x="7907" y="9789"/>
                    <a:pt x="9622" y="8193"/>
                    <a:pt x="9788" y="6145"/>
                  </a:cubicBezTo>
                  <a:close/>
                  <a:moveTo>
                    <a:pt x="5788" y="1"/>
                  </a:moveTo>
                  <a:cubicBezTo>
                    <a:pt x="4240" y="1"/>
                    <a:pt x="2811" y="596"/>
                    <a:pt x="1715" y="1692"/>
                  </a:cubicBezTo>
                  <a:cubicBezTo>
                    <a:pt x="644" y="2763"/>
                    <a:pt x="1" y="4240"/>
                    <a:pt x="1" y="5788"/>
                  </a:cubicBezTo>
                  <a:cubicBezTo>
                    <a:pt x="1" y="7336"/>
                    <a:pt x="596" y="8765"/>
                    <a:pt x="1715" y="9860"/>
                  </a:cubicBezTo>
                  <a:cubicBezTo>
                    <a:pt x="2787" y="10932"/>
                    <a:pt x="4240" y="11551"/>
                    <a:pt x="5788" y="11551"/>
                  </a:cubicBezTo>
                  <a:cubicBezTo>
                    <a:pt x="7336" y="11551"/>
                    <a:pt x="8764" y="10955"/>
                    <a:pt x="9860" y="9860"/>
                  </a:cubicBezTo>
                  <a:cubicBezTo>
                    <a:pt x="10932" y="8788"/>
                    <a:pt x="11575" y="7336"/>
                    <a:pt x="11575" y="5788"/>
                  </a:cubicBezTo>
                  <a:cubicBezTo>
                    <a:pt x="11575" y="4240"/>
                    <a:pt x="10979" y="2811"/>
                    <a:pt x="9860" y="1692"/>
                  </a:cubicBezTo>
                  <a:cubicBezTo>
                    <a:pt x="8788" y="620"/>
                    <a:pt x="7336" y="1"/>
                    <a:pt x="57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01" name="Google Shape;20901;p91"/>
            <p:cNvSpPr/>
            <p:nvPr/>
          </p:nvSpPr>
          <p:spPr>
            <a:xfrm>
              <a:off x="7170540" y="2073459"/>
              <a:ext cx="48396" cy="20359"/>
            </a:xfrm>
            <a:custGeom>
              <a:rect b="b" l="l" r="r" t="t"/>
              <a:pathLst>
                <a:path extrusionOk="0" h="692" w="1645">
                  <a:moveTo>
                    <a:pt x="1" y="1"/>
                  </a:moveTo>
                  <a:lnTo>
                    <a:pt x="1" y="692"/>
                  </a:lnTo>
                  <a:lnTo>
                    <a:pt x="1644" y="692"/>
                  </a:lnTo>
                  <a:lnTo>
                    <a:pt x="16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02" name="Google Shape;20902;p91"/>
            <p:cNvSpPr/>
            <p:nvPr/>
          </p:nvSpPr>
          <p:spPr>
            <a:xfrm>
              <a:off x="7170540" y="2114794"/>
              <a:ext cx="48396" cy="19653"/>
            </a:xfrm>
            <a:custGeom>
              <a:rect b="b" l="l" r="r" t="t"/>
              <a:pathLst>
                <a:path extrusionOk="0" h="668" w="1645">
                  <a:moveTo>
                    <a:pt x="1" y="1"/>
                  </a:moveTo>
                  <a:lnTo>
                    <a:pt x="1" y="668"/>
                  </a:lnTo>
                  <a:lnTo>
                    <a:pt x="1644" y="668"/>
                  </a:lnTo>
                  <a:lnTo>
                    <a:pt x="16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20903" name="Google Shape;20903;p91"/>
          <p:cNvGrpSpPr/>
          <p:nvPr/>
        </p:nvGrpSpPr>
        <p:grpSpPr>
          <a:xfrm>
            <a:off x="7711330" y="2456707"/>
            <a:ext cx="337712" cy="339119"/>
            <a:chOff x="7025530" y="2456707"/>
            <a:chExt cx="337712" cy="339119"/>
          </a:xfrm>
        </p:grpSpPr>
        <p:sp>
          <p:nvSpPr>
            <p:cNvPr id="20904" name="Google Shape;20904;p91"/>
            <p:cNvSpPr/>
            <p:nvPr/>
          </p:nvSpPr>
          <p:spPr>
            <a:xfrm>
              <a:off x="7025530" y="2456707"/>
              <a:ext cx="337712" cy="287286"/>
            </a:xfrm>
            <a:custGeom>
              <a:rect b="b" l="l" r="r" t="t"/>
              <a:pathLst>
                <a:path extrusionOk="0" h="9765" w="11479">
                  <a:moveTo>
                    <a:pt x="9074" y="691"/>
                  </a:moveTo>
                  <a:lnTo>
                    <a:pt x="9074" y="4406"/>
                  </a:lnTo>
                  <a:lnTo>
                    <a:pt x="8312" y="4406"/>
                  </a:lnTo>
                  <a:lnTo>
                    <a:pt x="8312" y="691"/>
                  </a:lnTo>
                  <a:close/>
                  <a:moveTo>
                    <a:pt x="6121" y="2144"/>
                  </a:moveTo>
                  <a:lnTo>
                    <a:pt x="6121" y="5883"/>
                  </a:lnTo>
                  <a:lnTo>
                    <a:pt x="5359" y="5883"/>
                  </a:lnTo>
                  <a:lnTo>
                    <a:pt x="5359" y="2144"/>
                  </a:lnTo>
                  <a:close/>
                  <a:moveTo>
                    <a:pt x="3215" y="3620"/>
                  </a:moveTo>
                  <a:lnTo>
                    <a:pt x="3215" y="7335"/>
                  </a:lnTo>
                  <a:lnTo>
                    <a:pt x="2429" y="7335"/>
                  </a:lnTo>
                  <a:lnTo>
                    <a:pt x="2429" y="3620"/>
                  </a:lnTo>
                  <a:close/>
                  <a:moveTo>
                    <a:pt x="3215" y="7978"/>
                  </a:moveTo>
                  <a:lnTo>
                    <a:pt x="3215" y="9097"/>
                  </a:lnTo>
                  <a:lnTo>
                    <a:pt x="2429" y="9097"/>
                  </a:lnTo>
                  <a:lnTo>
                    <a:pt x="2429" y="7978"/>
                  </a:lnTo>
                  <a:close/>
                  <a:moveTo>
                    <a:pt x="6121" y="6525"/>
                  </a:moveTo>
                  <a:lnTo>
                    <a:pt x="6121" y="9097"/>
                  </a:lnTo>
                  <a:lnTo>
                    <a:pt x="5359" y="9097"/>
                  </a:lnTo>
                  <a:lnTo>
                    <a:pt x="5359" y="6525"/>
                  </a:lnTo>
                  <a:close/>
                  <a:moveTo>
                    <a:pt x="9050" y="5073"/>
                  </a:moveTo>
                  <a:lnTo>
                    <a:pt x="9050" y="9097"/>
                  </a:lnTo>
                  <a:lnTo>
                    <a:pt x="8264" y="9097"/>
                  </a:lnTo>
                  <a:lnTo>
                    <a:pt x="8264" y="5073"/>
                  </a:lnTo>
                  <a:close/>
                  <a:moveTo>
                    <a:pt x="7597" y="0"/>
                  </a:moveTo>
                  <a:lnTo>
                    <a:pt x="7597" y="9097"/>
                  </a:lnTo>
                  <a:lnTo>
                    <a:pt x="6811" y="9097"/>
                  </a:lnTo>
                  <a:lnTo>
                    <a:pt x="6811" y="1477"/>
                  </a:lnTo>
                  <a:lnTo>
                    <a:pt x="4668" y="1477"/>
                  </a:lnTo>
                  <a:lnTo>
                    <a:pt x="4668" y="9097"/>
                  </a:lnTo>
                  <a:lnTo>
                    <a:pt x="3882" y="9097"/>
                  </a:lnTo>
                  <a:lnTo>
                    <a:pt x="3882" y="2930"/>
                  </a:lnTo>
                  <a:lnTo>
                    <a:pt x="1739" y="2930"/>
                  </a:lnTo>
                  <a:lnTo>
                    <a:pt x="1739" y="9097"/>
                  </a:lnTo>
                  <a:lnTo>
                    <a:pt x="0" y="9097"/>
                  </a:lnTo>
                  <a:lnTo>
                    <a:pt x="0" y="9764"/>
                  </a:lnTo>
                  <a:lnTo>
                    <a:pt x="11479" y="9764"/>
                  </a:lnTo>
                  <a:lnTo>
                    <a:pt x="11479" y="9097"/>
                  </a:lnTo>
                  <a:lnTo>
                    <a:pt x="9740" y="9097"/>
                  </a:lnTo>
                  <a:lnTo>
                    <a:pt x="974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05" name="Google Shape;20905;p91"/>
            <p:cNvSpPr/>
            <p:nvPr/>
          </p:nvSpPr>
          <p:spPr>
            <a:xfrm>
              <a:off x="7087870" y="2775468"/>
              <a:ext cx="42777" cy="20359"/>
            </a:xfrm>
            <a:custGeom>
              <a:rect b="b" l="l" r="r" t="t"/>
              <a:pathLst>
                <a:path extrusionOk="0" h="692" w="1454">
                  <a:moveTo>
                    <a:pt x="1" y="1"/>
                  </a:moveTo>
                  <a:lnTo>
                    <a:pt x="1" y="692"/>
                  </a:lnTo>
                  <a:lnTo>
                    <a:pt x="1454" y="692"/>
                  </a:lnTo>
                  <a:lnTo>
                    <a:pt x="14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06" name="Google Shape;20906;p91"/>
            <p:cNvSpPr/>
            <p:nvPr/>
          </p:nvSpPr>
          <p:spPr>
            <a:xfrm>
              <a:off x="7173364" y="2775468"/>
              <a:ext cx="42747" cy="20359"/>
            </a:xfrm>
            <a:custGeom>
              <a:rect b="b" l="l" r="r" t="t"/>
              <a:pathLst>
                <a:path extrusionOk="0" h="692" w="1453">
                  <a:moveTo>
                    <a:pt x="0" y="1"/>
                  </a:moveTo>
                  <a:lnTo>
                    <a:pt x="0" y="692"/>
                  </a:lnTo>
                  <a:lnTo>
                    <a:pt x="1453" y="692"/>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07" name="Google Shape;20907;p91"/>
            <p:cNvSpPr/>
            <p:nvPr/>
          </p:nvSpPr>
          <p:spPr>
            <a:xfrm>
              <a:off x="7259534" y="2775468"/>
              <a:ext cx="42777" cy="20359"/>
            </a:xfrm>
            <a:custGeom>
              <a:rect b="b" l="l" r="r" t="t"/>
              <a:pathLst>
                <a:path extrusionOk="0" h="692" w="1454">
                  <a:moveTo>
                    <a:pt x="0" y="1"/>
                  </a:moveTo>
                  <a:lnTo>
                    <a:pt x="0" y="692"/>
                  </a:lnTo>
                  <a:lnTo>
                    <a:pt x="1453" y="692"/>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20908" name="Google Shape;20908;p91"/>
          <p:cNvGrpSpPr/>
          <p:nvPr/>
        </p:nvGrpSpPr>
        <p:grpSpPr>
          <a:xfrm>
            <a:off x="6978130" y="2434996"/>
            <a:ext cx="339124" cy="339124"/>
            <a:chOff x="6444730" y="2434996"/>
            <a:chExt cx="339124" cy="339124"/>
          </a:xfrm>
        </p:grpSpPr>
        <p:sp>
          <p:nvSpPr>
            <p:cNvPr id="20909" name="Google Shape;20909;p91"/>
            <p:cNvSpPr/>
            <p:nvPr/>
          </p:nvSpPr>
          <p:spPr>
            <a:xfrm>
              <a:off x="6444730" y="2434996"/>
              <a:ext cx="339124" cy="339124"/>
            </a:xfrm>
            <a:custGeom>
              <a:rect b="b" l="l" r="r" t="t"/>
              <a:pathLst>
                <a:path extrusionOk="0" h="11527" w="11527">
                  <a:moveTo>
                    <a:pt x="5454" y="1429"/>
                  </a:moveTo>
                  <a:lnTo>
                    <a:pt x="5454" y="5454"/>
                  </a:lnTo>
                  <a:lnTo>
                    <a:pt x="1429" y="5454"/>
                  </a:lnTo>
                  <a:cubicBezTo>
                    <a:pt x="1620" y="3310"/>
                    <a:pt x="3310" y="1619"/>
                    <a:pt x="5454" y="1429"/>
                  </a:cubicBezTo>
                  <a:close/>
                  <a:moveTo>
                    <a:pt x="6097" y="715"/>
                  </a:moveTo>
                  <a:cubicBezTo>
                    <a:pt x="8645" y="905"/>
                    <a:pt x="10669" y="2929"/>
                    <a:pt x="10836" y="5454"/>
                  </a:cubicBezTo>
                  <a:lnTo>
                    <a:pt x="6097" y="5454"/>
                  </a:lnTo>
                  <a:lnTo>
                    <a:pt x="6097" y="715"/>
                  </a:lnTo>
                  <a:close/>
                  <a:moveTo>
                    <a:pt x="10121" y="6097"/>
                  </a:moveTo>
                  <a:cubicBezTo>
                    <a:pt x="9955" y="8240"/>
                    <a:pt x="8240" y="9955"/>
                    <a:pt x="6097" y="10121"/>
                  </a:cubicBezTo>
                  <a:lnTo>
                    <a:pt x="6097" y="6097"/>
                  </a:lnTo>
                  <a:close/>
                  <a:moveTo>
                    <a:pt x="5454" y="6097"/>
                  </a:moveTo>
                  <a:lnTo>
                    <a:pt x="5454" y="10836"/>
                  </a:lnTo>
                  <a:cubicBezTo>
                    <a:pt x="2929" y="10669"/>
                    <a:pt x="905" y="8645"/>
                    <a:pt x="715" y="6097"/>
                  </a:cubicBezTo>
                  <a:close/>
                  <a:moveTo>
                    <a:pt x="5406" y="0"/>
                  </a:moveTo>
                  <a:lnTo>
                    <a:pt x="5406" y="738"/>
                  </a:lnTo>
                  <a:cubicBezTo>
                    <a:pt x="4192" y="834"/>
                    <a:pt x="3072" y="1334"/>
                    <a:pt x="2191" y="2191"/>
                  </a:cubicBezTo>
                  <a:cubicBezTo>
                    <a:pt x="1334" y="3072"/>
                    <a:pt x="834" y="4191"/>
                    <a:pt x="738" y="5406"/>
                  </a:cubicBezTo>
                  <a:lnTo>
                    <a:pt x="0" y="5406"/>
                  </a:lnTo>
                  <a:lnTo>
                    <a:pt x="0" y="5739"/>
                  </a:lnTo>
                  <a:cubicBezTo>
                    <a:pt x="0" y="7287"/>
                    <a:pt x="596" y="8716"/>
                    <a:pt x="1691" y="9835"/>
                  </a:cubicBezTo>
                  <a:cubicBezTo>
                    <a:pt x="2763" y="10907"/>
                    <a:pt x="4239" y="11526"/>
                    <a:pt x="5787" y="11526"/>
                  </a:cubicBezTo>
                  <a:lnTo>
                    <a:pt x="6097" y="11526"/>
                  </a:lnTo>
                  <a:lnTo>
                    <a:pt x="6097" y="10788"/>
                  </a:lnTo>
                  <a:cubicBezTo>
                    <a:pt x="7335" y="10693"/>
                    <a:pt x="8454" y="10193"/>
                    <a:pt x="9312" y="9312"/>
                  </a:cubicBezTo>
                  <a:cubicBezTo>
                    <a:pt x="10193" y="8454"/>
                    <a:pt x="10693" y="7335"/>
                    <a:pt x="10788" y="6097"/>
                  </a:cubicBezTo>
                  <a:lnTo>
                    <a:pt x="11526" y="6097"/>
                  </a:lnTo>
                  <a:lnTo>
                    <a:pt x="11526" y="5787"/>
                  </a:lnTo>
                  <a:cubicBezTo>
                    <a:pt x="11526" y="4239"/>
                    <a:pt x="10931" y="2810"/>
                    <a:pt x="9836" y="1691"/>
                  </a:cubicBezTo>
                  <a:cubicBezTo>
                    <a:pt x="8740" y="619"/>
                    <a:pt x="7287"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10" name="Google Shape;20910;p91"/>
            <p:cNvSpPr/>
            <p:nvPr/>
          </p:nvSpPr>
          <p:spPr>
            <a:xfrm>
              <a:off x="6532283" y="2638167"/>
              <a:ext cx="48396" cy="20329"/>
            </a:xfrm>
            <a:custGeom>
              <a:rect b="b" l="l" r="r" t="t"/>
              <a:pathLst>
                <a:path extrusionOk="0" h="691" w="1645">
                  <a:moveTo>
                    <a:pt x="1" y="0"/>
                  </a:moveTo>
                  <a:lnTo>
                    <a:pt x="1" y="691"/>
                  </a:lnTo>
                  <a:lnTo>
                    <a:pt x="1644" y="691"/>
                  </a:lnTo>
                  <a:lnTo>
                    <a:pt x="16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11" name="Google Shape;20911;p91"/>
            <p:cNvSpPr/>
            <p:nvPr/>
          </p:nvSpPr>
          <p:spPr>
            <a:xfrm>
              <a:off x="6532283" y="2680208"/>
              <a:ext cx="48396" cy="20329"/>
            </a:xfrm>
            <a:custGeom>
              <a:rect b="b" l="l" r="r" t="t"/>
              <a:pathLst>
                <a:path extrusionOk="0" h="691" w="1645">
                  <a:moveTo>
                    <a:pt x="1" y="0"/>
                  </a:moveTo>
                  <a:lnTo>
                    <a:pt x="1" y="691"/>
                  </a:lnTo>
                  <a:lnTo>
                    <a:pt x="1644" y="691"/>
                  </a:lnTo>
                  <a:lnTo>
                    <a:pt x="16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12" name="Google Shape;20912;p91"/>
            <p:cNvSpPr/>
            <p:nvPr/>
          </p:nvSpPr>
          <p:spPr>
            <a:xfrm>
              <a:off x="6648608" y="2509251"/>
              <a:ext cx="48366" cy="20359"/>
            </a:xfrm>
            <a:custGeom>
              <a:rect b="b" l="l" r="r" t="t"/>
              <a:pathLst>
                <a:path extrusionOk="0" h="692" w="1644">
                  <a:moveTo>
                    <a:pt x="0" y="0"/>
                  </a:moveTo>
                  <a:lnTo>
                    <a:pt x="0" y="691"/>
                  </a:lnTo>
                  <a:lnTo>
                    <a:pt x="1643" y="691"/>
                  </a:lnTo>
                  <a:lnTo>
                    <a:pt x="16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13" name="Google Shape;20913;p91"/>
            <p:cNvSpPr/>
            <p:nvPr/>
          </p:nvSpPr>
          <p:spPr>
            <a:xfrm>
              <a:off x="6648608" y="2551291"/>
              <a:ext cx="48366" cy="20329"/>
            </a:xfrm>
            <a:custGeom>
              <a:rect b="b" l="l" r="r" t="t"/>
              <a:pathLst>
                <a:path extrusionOk="0" h="691" w="1644">
                  <a:moveTo>
                    <a:pt x="0" y="0"/>
                  </a:moveTo>
                  <a:lnTo>
                    <a:pt x="0" y="691"/>
                  </a:lnTo>
                  <a:lnTo>
                    <a:pt x="1643" y="691"/>
                  </a:lnTo>
                  <a:lnTo>
                    <a:pt x="16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20914" name="Google Shape;20914;p91"/>
          <p:cNvSpPr/>
          <p:nvPr/>
        </p:nvSpPr>
        <p:spPr>
          <a:xfrm>
            <a:off x="6254020" y="2497336"/>
            <a:ext cx="337742" cy="280990"/>
          </a:xfrm>
          <a:custGeom>
            <a:rect b="b" l="l" r="r" t="t"/>
            <a:pathLst>
              <a:path extrusionOk="0" h="9551" w="11480">
                <a:moveTo>
                  <a:pt x="5716" y="644"/>
                </a:moveTo>
                <a:cubicBezTo>
                  <a:pt x="5978" y="644"/>
                  <a:pt x="6192" y="858"/>
                  <a:pt x="6192" y="1120"/>
                </a:cubicBezTo>
                <a:cubicBezTo>
                  <a:pt x="6192" y="1406"/>
                  <a:pt x="5978" y="1596"/>
                  <a:pt x="5716" y="1596"/>
                </a:cubicBezTo>
                <a:cubicBezTo>
                  <a:pt x="5454" y="1596"/>
                  <a:pt x="5240" y="1406"/>
                  <a:pt x="5240" y="1120"/>
                </a:cubicBezTo>
                <a:cubicBezTo>
                  <a:pt x="5240" y="882"/>
                  <a:pt x="5454" y="644"/>
                  <a:pt x="5716" y="644"/>
                </a:cubicBezTo>
                <a:close/>
                <a:moveTo>
                  <a:pt x="8860" y="2287"/>
                </a:moveTo>
                <a:cubicBezTo>
                  <a:pt x="9145" y="2287"/>
                  <a:pt x="9336" y="2501"/>
                  <a:pt x="9336" y="2763"/>
                </a:cubicBezTo>
                <a:cubicBezTo>
                  <a:pt x="9336" y="3025"/>
                  <a:pt x="9145" y="3239"/>
                  <a:pt x="8860" y="3239"/>
                </a:cubicBezTo>
                <a:cubicBezTo>
                  <a:pt x="8598" y="3239"/>
                  <a:pt x="8383" y="3025"/>
                  <a:pt x="8383" y="2763"/>
                </a:cubicBezTo>
                <a:cubicBezTo>
                  <a:pt x="8383" y="2501"/>
                  <a:pt x="8598" y="2287"/>
                  <a:pt x="8860" y="2287"/>
                </a:cubicBezTo>
                <a:close/>
                <a:moveTo>
                  <a:pt x="2501" y="3549"/>
                </a:moveTo>
                <a:cubicBezTo>
                  <a:pt x="2763" y="3549"/>
                  <a:pt x="2977" y="3739"/>
                  <a:pt x="2977" y="4025"/>
                </a:cubicBezTo>
                <a:cubicBezTo>
                  <a:pt x="2977" y="4287"/>
                  <a:pt x="2763" y="4502"/>
                  <a:pt x="2501" y="4502"/>
                </a:cubicBezTo>
                <a:cubicBezTo>
                  <a:pt x="2239" y="4502"/>
                  <a:pt x="2025" y="4287"/>
                  <a:pt x="2025" y="4025"/>
                </a:cubicBezTo>
                <a:cubicBezTo>
                  <a:pt x="2025" y="3787"/>
                  <a:pt x="2239" y="3549"/>
                  <a:pt x="2501" y="3549"/>
                </a:cubicBezTo>
                <a:close/>
                <a:moveTo>
                  <a:pt x="6621" y="1787"/>
                </a:moveTo>
                <a:lnTo>
                  <a:pt x="7740" y="2549"/>
                </a:lnTo>
                <a:cubicBezTo>
                  <a:pt x="7740" y="2620"/>
                  <a:pt x="7693" y="2668"/>
                  <a:pt x="7693" y="2739"/>
                </a:cubicBezTo>
                <a:cubicBezTo>
                  <a:pt x="7693" y="3216"/>
                  <a:pt x="7978" y="3597"/>
                  <a:pt x="8383" y="3787"/>
                </a:cubicBezTo>
                <a:lnTo>
                  <a:pt x="7407" y="6454"/>
                </a:lnTo>
                <a:lnTo>
                  <a:pt x="6216" y="2144"/>
                </a:lnTo>
                <a:cubicBezTo>
                  <a:pt x="6407" y="2049"/>
                  <a:pt x="6502" y="1930"/>
                  <a:pt x="6621" y="1787"/>
                </a:cubicBezTo>
                <a:close/>
                <a:moveTo>
                  <a:pt x="4906" y="1953"/>
                </a:moveTo>
                <a:cubicBezTo>
                  <a:pt x="5002" y="2049"/>
                  <a:pt x="5121" y="2144"/>
                  <a:pt x="5240" y="2192"/>
                </a:cubicBezTo>
                <a:lnTo>
                  <a:pt x="3954" y="6788"/>
                </a:lnTo>
                <a:lnTo>
                  <a:pt x="3120" y="4978"/>
                </a:lnTo>
                <a:cubicBezTo>
                  <a:pt x="3430" y="4763"/>
                  <a:pt x="3620" y="4406"/>
                  <a:pt x="3620" y="4025"/>
                </a:cubicBezTo>
                <a:cubicBezTo>
                  <a:pt x="3620" y="3859"/>
                  <a:pt x="3597" y="3692"/>
                  <a:pt x="3549" y="3573"/>
                </a:cubicBezTo>
                <a:lnTo>
                  <a:pt x="4906" y="1953"/>
                </a:lnTo>
                <a:close/>
                <a:moveTo>
                  <a:pt x="2572" y="5406"/>
                </a:moveTo>
                <a:lnTo>
                  <a:pt x="3644" y="7788"/>
                </a:lnTo>
                <a:lnTo>
                  <a:pt x="3358" y="8931"/>
                </a:lnTo>
                <a:lnTo>
                  <a:pt x="1001" y="8931"/>
                </a:lnTo>
                <a:lnTo>
                  <a:pt x="2572" y="5406"/>
                </a:lnTo>
                <a:close/>
                <a:moveTo>
                  <a:pt x="5740" y="2906"/>
                </a:moveTo>
                <a:lnTo>
                  <a:pt x="7407" y="8931"/>
                </a:lnTo>
                <a:lnTo>
                  <a:pt x="4073" y="8931"/>
                </a:lnTo>
                <a:lnTo>
                  <a:pt x="5740" y="2906"/>
                </a:lnTo>
                <a:close/>
                <a:moveTo>
                  <a:pt x="8860" y="4502"/>
                </a:moveTo>
                <a:lnTo>
                  <a:pt x="10503" y="8907"/>
                </a:lnTo>
                <a:lnTo>
                  <a:pt x="8097" y="8907"/>
                </a:lnTo>
                <a:lnTo>
                  <a:pt x="8097" y="8931"/>
                </a:lnTo>
                <a:lnTo>
                  <a:pt x="7740" y="7597"/>
                </a:lnTo>
                <a:lnTo>
                  <a:pt x="8860" y="4502"/>
                </a:lnTo>
                <a:close/>
                <a:moveTo>
                  <a:pt x="5740" y="1"/>
                </a:moveTo>
                <a:cubicBezTo>
                  <a:pt x="5121" y="1"/>
                  <a:pt x="4621" y="501"/>
                  <a:pt x="4621" y="1120"/>
                </a:cubicBezTo>
                <a:lnTo>
                  <a:pt x="4621" y="1287"/>
                </a:lnTo>
                <a:lnTo>
                  <a:pt x="3120" y="3025"/>
                </a:lnTo>
                <a:cubicBezTo>
                  <a:pt x="2906" y="2906"/>
                  <a:pt x="2715" y="2858"/>
                  <a:pt x="2430" y="2858"/>
                </a:cubicBezTo>
                <a:cubicBezTo>
                  <a:pt x="1882" y="2882"/>
                  <a:pt x="1406" y="3358"/>
                  <a:pt x="1358" y="3930"/>
                </a:cubicBezTo>
                <a:cubicBezTo>
                  <a:pt x="1334" y="4406"/>
                  <a:pt x="1644" y="4859"/>
                  <a:pt x="2049" y="5025"/>
                </a:cubicBezTo>
                <a:lnTo>
                  <a:pt x="1" y="9550"/>
                </a:lnTo>
                <a:lnTo>
                  <a:pt x="11479" y="9550"/>
                </a:lnTo>
                <a:lnTo>
                  <a:pt x="9336" y="3811"/>
                </a:lnTo>
                <a:cubicBezTo>
                  <a:pt x="9764" y="3620"/>
                  <a:pt x="10026" y="3216"/>
                  <a:pt x="10026" y="2739"/>
                </a:cubicBezTo>
                <a:cubicBezTo>
                  <a:pt x="10026" y="2144"/>
                  <a:pt x="9550" y="1644"/>
                  <a:pt x="8955" y="1596"/>
                </a:cubicBezTo>
                <a:cubicBezTo>
                  <a:pt x="8929" y="1594"/>
                  <a:pt x="8903" y="1594"/>
                  <a:pt x="8878" y="1594"/>
                </a:cubicBezTo>
                <a:cubicBezTo>
                  <a:pt x="8553" y="1594"/>
                  <a:pt x="8271" y="1733"/>
                  <a:pt x="8050" y="1953"/>
                </a:cubicBezTo>
                <a:lnTo>
                  <a:pt x="6859" y="1120"/>
                </a:lnTo>
                <a:cubicBezTo>
                  <a:pt x="6859" y="501"/>
                  <a:pt x="6359" y="1"/>
                  <a:pt x="5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15" name="Google Shape;20915;p91"/>
          <p:cNvSpPr/>
          <p:nvPr/>
        </p:nvSpPr>
        <p:spPr>
          <a:xfrm>
            <a:off x="5512405" y="2458090"/>
            <a:ext cx="339830" cy="337742"/>
          </a:xfrm>
          <a:custGeom>
            <a:rect b="b" l="l" r="r" t="t"/>
            <a:pathLst>
              <a:path extrusionOk="0" h="11480" w="11551">
                <a:moveTo>
                  <a:pt x="6883" y="644"/>
                </a:moveTo>
                <a:lnTo>
                  <a:pt x="6883" y="1716"/>
                </a:lnTo>
                <a:lnTo>
                  <a:pt x="4668" y="1716"/>
                </a:lnTo>
                <a:lnTo>
                  <a:pt x="4668" y="644"/>
                </a:lnTo>
                <a:close/>
                <a:moveTo>
                  <a:pt x="2406" y="3883"/>
                </a:moveTo>
                <a:lnTo>
                  <a:pt x="2406" y="4669"/>
                </a:lnTo>
                <a:lnTo>
                  <a:pt x="715" y="4669"/>
                </a:lnTo>
                <a:lnTo>
                  <a:pt x="715" y="3883"/>
                </a:lnTo>
                <a:close/>
                <a:moveTo>
                  <a:pt x="6597" y="3883"/>
                </a:moveTo>
                <a:lnTo>
                  <a:pt x="6597" y="4669"/>
                </a:lnTo>
                <a:lnTo>
                  <a:pt x="4906" y="4669"/>
                </a:lnTo>
                <a:lnTo>
                  <a:pt x="4906" y="3883"/>
                </a:lnTo>
                <a:close/>
                <a:moveTo>
                  <a:pt x="10860" y="3883"/>
                </a:moveTo>
                <a:lnTo>
                  <a:pt x="10860" y="4669"/>
                </a:lnTo>
                <a:lnTo>
                  <a:pt x="9169" y="4669"/>
                </a:lnTo>
                <a:lnTo>
                  <a:pt x="9169" y="3883"/>
                </a:lnTo>
                <a:close/>
                <a:moveTo>
                  <a:pt x="2406" y="6812"/>
                </a:moveTo>
                <a:lnTo>
                  <a:pt x="2406" y="7574"/>
                </a:lnTo>
                <a:lnTo>
                  <a:pt x="715" y="7574"/>
                </a:lnTo>
                <a:lnTo>
                  <a:pt x="715" y="6812"/>
                </a:lnTo>
                <a:close/>
                <a:moveTo>
                  <a:pt x="6597" y="6812"/>
                </a:moveTo>
                <a:lnTo>
                  <a:pt x="6597" y="7574"/>
                </a:lnTo>
                <a:lnTo>
                  <a:pt x="4906" y="7574"/>
                </a:lnTo>
                <a:lnTo>
                  <a:pt x="4906" y="6812"/>
                </a:lnTo>
                <a:close/>
                <a:moveTo>
                  <a:pt x="10836" y="6812"/>
                </a:moveTo>
                <a:lnTo>
                  <a:pt x="10836" y="7574"/>
                </a:lnTo>
                <a:lnTo>
                  <a:pt x="9122" y="7574"/>
                </a:lnTo>
                <a:lnTo>
                  <a:pt x="9122" y="6812"/>
                </a:lnTo>
                <a:close/>
                <a:moveTo>
                  <a:pt x="1548" y="9717"/>
                </a:moveTo>
                <a:cubicBezTo>
                  <a:pt x="1834" y="9717"/>
                  <a:pt x="2072" y="9955"/>
                  <a:pt x="2072" y="10265"/>
                </a:cubicBezTo>
                <a:cubicBezTo>
                  <a:pt x="2072" y="10551"/>
                  <a:pt x="1834" y="10789"/>
                  <a:pt x="1548" y="10789"/>
                </a:cubicBezTo>
                <a:cubicBezTo>
                  <a:pt x="1239" y="10789"/>
                  <a:pt x="1001" y="10551"/>
                  <a:pt x="1001" y="10265"/>
                </a:cubicBezTo>
                <a:cubicBezTo>
                  <a:pt x="1001" y="9955"/>
                  <a:pt x="1239" y="9717"/>
                  <a:pt x="1548" y="9717"/>
                </a:cubicBezTo>
                <a:close/>
                <a:moveTo>
                  <a:pt x="5764" y="9717"/>
                </a:moveTo>
                <a:cubicBezTo>
                  <a:pt x="6073" y="9717"/>
                  <a:pt x="6288" y="9955"/>
                  <a:pt x="6288" y="10265"/>
                </a:cubicBezTo>
                <a:cubicBezTo>
                  <a:pt x="6288" y="10551"/>
                  <a:pt x="6073" y="10789"/>
                  <a:pt x="5764" y="10789"/>
                </a:cubicBezTo>
                <a:cubicBezTo>
                  <a:pt x="5478" y="10789"/>
                  <a:pt x="5240" y="10551"/>
                  <a:pt x="5240" y="10265"/>
                </a:cubicBezTo>
                <a:cubicBezTo>
                  <a:pt x="5240" y="9955"/>
                  <a:pt x="5478" y="9717"/>
                  <a:pt x="5764" y="9717"/>
                </a:cubicBezTo>
                <a:close/>
                <a:moveTo>
                  <a:pt x="10003" y="9717"/>
                </a:moveTo>
                <a:cubicBezTo>
                  <a:pt x="10288" y="9717"/>
                  <a:pt x="10527" y="9955"/>
                  <a:pt x="10527" y="10265"/>
                </a:cubicBezTo>
                <a:cubicBezTo>
                  <a:pt x="10527" y="10551"/>
                  <a:pt x="10288" y="10789"/>
                  <a:pt x="10003" y="10789"/>
                </a:cubicBezTo>
                <a:cubicBezTo>
                  <a:pt x="9693" y="10789"/>
                  <a:pt x="9455" y="10551"/>
                  <a:pt x="9455" y="10265"/>
                </a:cubicBezTo>
                <a:cubicBezTo>
                  <a:pt x="9455" y="9955"/>
                  <a:pt x="9693" y="9717"/>
                  <a:pt x="10003" y="9717"/>
                </a:cubicBezTo>
                <a:close/>
                <a:moveTo>
                  <a:pt x="3978" y="1"/>
                </a:moveTo>
                <a:lnTo>
                  <a:pt x="3978" y="2430"/>
                </a:lnTo>
                <a:lnTo>
                  <a:pt x="5430" y="2430"/>
                </a:lnTo>
                <a:lnTo>
                  <a:pt x="5430" y="3216"/>
                </a:lnTo>
                <a:lnTo>
                  <a:pt x="4240" y="3216"/>
                </a:lnTo>
                <a:lnTo>
                  <a:pt x="4240" y="3930"/>
                </a:lnTo>
                <a:lnTo>
                  <a:pt x="3049" y="3930"/>
                </a:lnTo>
                <a:lnTo>
                  <a:pt x="3049" y="3216"/>
                </a:lnTo>
                <a:lnTo>
                  <a:pt x="1" y="3216"/>
                </a:lnTo>
                <a:lnTo>
                  <a:pt x="1" y="5359"/>
                </a:lnTo>
                <a:lnTo>
                  <a:pt x="1191" y="5359"/>
                </a:lnTo>
                <a:lnTo>
                  <a:pt x="1191" y="6121"/>
                </a:lnTo>
                <a:lnTo>
                  <a:pt x="1" y="6121"/>
                </a:lnTo>
                <a:lnTo>
                  <a:pt x="1" y="8265"/>
                </a:lnTo>
                <a:lnTo>
                  <a:pt x="1191" y="8265"/>
                </a:lnTo>
                <a:lnTo>
                  <a:pt x="1191" y="9098"/>
                </a:lnTo>
                <a:cubicBezTo>
                  <a:pt x="667" y="9241"/>
                  <a:pt x="286" y="9717"/>
                  <a:pt x="286" y="10265"/>
                </a:cubicBezTo>
                <a:cubicBezTo>
                  <a:pt x="286" y="10956"/>
                  <a:pt x="834" y="11480"/>
                  <a:pt x="1501" y="11480"/>
                </a:cubicBezTo>
                <a:cubicBezTo>
                  <a:pt x="2191" y="11480"/>
                  <a:pt x="2739" y="10956"/>
                  <a:pt x="2739" y="10265"/>
                </a:cubicBezTo>
                <a:cubicBezTo>
                  <a:pt x="2739" y="9693"/>
                  <a:pt x="2334" y="9241"/>
                  <a:pt x="1834" y="9098"/>
                </a:cubicBezTo>
                <a:lnTo>
                  <a:pt x="1834" y="8265"/>
                </a:lnTo>
                <a:lnTo>
                  <a:pt x="3025" y="8265"/>
                </a:lnTo>
                <a:lnTo>
                  <a:pt x="3025" y="6121"/>
                </a:lnTo>
                <a:lnTo>
                  <a:pt x="1834" y="6121"/>
                </a:lnTo>
                <a:lnTo>
                  <a:pt x="1834" y="5359"/>
                </a:lnTo>
                <a:lnTo>
                  <a:pt x="3025" y="5359"/>
                </a:lnTo>
                <a:lnTo>
                  <a:pt x="3025" y="4597"/>
                </a:lnTo>
                <a:lnTo>
                  <a:pt x="4216" y="4597"/>
                </a:lnTo>
                <a:lnTo>
                  <a:pt x="4216" y="5359"/>
                </a:lnTo>
                <a:lnTo>
                  <a:pt x="5406" y="5359"/>
                </a:lnTo>
                <a:lnTo>
                  <a:pt x="5406" y="6121"/>
                </a:lnTo>
                <a:lnTo>
                  <a:pt x="4216" y="6121"/>
                </a:lnTo>
                <a:lnTo>
                  <a:pt x="4216" y="8265"/>
                </a:lnTo>
                <a:lnTo>
                  <a:pt x="5406" y="8265"/>
                </a:lnTo>
                <a:lnTo>
                  <a:pt x="5406" y="9098"/>
                </a:lnTo>
                <a:cubicBezTo>
                  <a:pt x="4906" y="9241"/>
                  <a:pt x="4525" y="9717"/>
                  <a:pt x="4525" y="10265"/>
                </a:cubicBezTo>
                <a:cubicBezTo>
                  <a:pt x="4525" y="10956"/>
                  <a:pt x="5049" y="11480"/>
                  <a:pt x="5740" y="11480"/>
                </a:cubicBezTo>
                <a:cubicBezTo>
                  <a:pt x="6430" y="11480"/>
                  <a:pt x="6954" y="10956"/>
                  <a:pt x="6954" y="10265"/>
                </a:cubicBezTo>
                <a:cubicBezTo>
                  <a:pt x="6954" y="9693"/>
                  <a:pt x="6073" y="9098"/>
                  <a:pt x="6073" y="9098"/>
                </a:cubicBezTo>
                <a:lnTo>
                  <a:pt x="6073" y="8265"/>
                </a:lnTo>
                <a:lnTo>
                  <a:pt x="7264" y="8265"/>
                </a:lnTo>
                <a:lnTo>
                  <a:pt x="7264" y="6121"/>
                </a:lnTo>
                <a:lnTo>
                  <a:pt x="6073" y="6121"/>
                </a:lnTo>
                <a:lnTo>
                  <a:pt x="6073" y="5359"/>
                </a:lnTo>
                <a:lnTo>
                  <a:pt x="7264" y="5359"/>
                </a:lnTo>
                <a:lnTo>
                  <a:pt x="7264" y="4597"/>
                </a:lnTo>
                <a:lnTo>
                  <a:pt x="8455" y="4597"/>
                </a:lnTo>
                <a:lnTo>
                  <a:pt x="8455" y="5359"/>
                </a:lnTo>
                <a:lnTo>
                  <a:pt x="9645" y="5359"/>
                </a:lnTo>
                <a:lnTo>
                  <a:pt x="9645" y="6121"/>
                </a:lnTo>
                <a:lnTo>
                  <a:pt x="8455" y="6121"/>
                </a:lnTo>
                <a:lnTo>
                  <a:pt x="8455" y="8265"/>
                </a:lnTo>
                <a:lnTo>
                  <a:pt x="9645" y="8265"/>
                </a:lnTo>
                <a:lnTo>
                  <a:pt x="9645" y="9098"/>
                </a:lnTo>
                <a:cubicBezTo>
                  <a:pt x="9122" y="9241"/>
                  <a:pt x="8740" y="9717"/>
                  <a:pt x="8740" y="10265"/>
                </a:cubicBezTo>
                <a:cubicBezTo>
                  <a:pt x="8740" y="10956"/>
                  <a:pt x="9288" y="11480"/>
                  <a:pt x="9955" y="11480"/>
                </a:cubicBezTo>
                <a:cubicBezTo>
                  <a:pt x="10646" y="11480"/>
                  <a:pt x="11193" y="10956"/>
                  <a:pt x="11193" y="10265"/>
                </a:cubicBezTo>
                <a:cubicBezTo>
                  <a:pt x="11193" y="9693"/>
                  <a:pt x="10789" y="9241"/>
                  <a:pt x="10288" y="9098"/>
                </a:cubicBezTo>
                <a:lnTo>
                  <a:pt x="10288" y="8265"/>
                </a:lnTo>
                <a:lnTo>
                  <a:pt x="11479" y="8265"/>
                </a:lnTo>
                <a:lnTo>
                  <a:pt x="11479" y="6121"/>
                </a:lnTo>
                <a:lnTo>
                  <a:pt x="10288" y="6121"/>
                </a:lnTo>
                <a:lnTo>
                  <a:pt x="10288" y="5359"/>
                </a:lnTo>
                <a:lnTo>
                  <a:pt x="11551" y="5359"/>
                </a:lnTo>
                <a:lnTo>
                  <a:pt x="11551" y="3192"/>
                </a:lnTo>
                <a:lnTo>
                  <a:pt x="8479" y="3192"/>
                </a:lnTo>
                <a:lnTo>
                  <a:pt x="8479" y="3907"/>
                </a:lnTo>
                <a:lnTo>
                  <a:pt x="7288" y="3907"/>
                </a:lnTo>
                <a:lnTo>
                  <a:pt x="7288" y="3192"/>
                </a:lnTo>
                <a:lnTo>
                  <a:pt x="6097" y="3192"/>
                </a:lnTo>
                <a:lnTo>
                  <a:pt x="6097" y="2430"/>
                </a:lnTo>
                <a:lnTo>
                  <a:pt x="7574" y="2430"/>
                </a:lnTo>
                <a:lnTo>
                  <a:pt x="75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20916" name="Google Shape;20916;p91"/>
          <p:cNvGrpSpPr/>
          <p:nvPr/>
        </p:nvGrpSpPr>
        <p:grpSpPr>
          <a:xfrm>
            <a:off x="4782000" y="2470711"/>
            <a:ext cx="337737" cy="334913"/>
            <a:chOff x="4705800" y="2470711"/>
            <a:chExt cx="337737" cy="334913"/>
          </a:xfrm>
        </p:grpSpPr>
        <p:grpSp>
          <p:nvGrpSpPr>
            <p:cNvPr id="20917" name="Google Shape;20917;p91"/>
            <p:cNvGrpSpPr/>
            <p:nvPr/>
          </p:nvGrpSpPr>
          <p:grpSpPr>
            <a:xfrm>
              <a:off x="4705800" y="2501543"/>
              <a:ext cx="337737" cy="304082"/>
              <a:chOff x="4705800" y="2501543"/>
              <a:chExt cx="337737" cy="304082"/>
            </a:xfrm>
          </p:grpSpPr>
          <p:sp>
            <p:nvSpPr>
              <p:cNvPr id="20918" name="Google Shape;20918;p91"/>
              <p:cNvSpPr/>
              <p:nvPr/>
            </p:nvSpPr>
            <p:spPr>
              <a:xfrm>
                <a:off x="4923681" y="2502955"/>
                <a:ext cx="74315" cy="74285"/>
              </a:xfrm>
              <a:custGeom>
                <a:rect b="b" l="l" r="r" t="t"/>
                <a:pathLst>
                  <a:path extrusionOk="0" h="2525" w="2526">
                    <a:moveTo>
                      <a:pt x="1263" y="667"/>
                    </a:moveTo>
                    <a:cubicBezTo>
                      <a:pt x="1596" y="667"/>
                      <a:pt x="1835" y="929"/>
                      <a:pt x="1835" y="1238"/>
                    </a:cubicBezTo>
                    <a:cubicBezTo>
                      <a:pt x="1835" y="1572"/>
                      <a:pt x="1573" y="1810"/>
                      <a:pt x="1263" y="1810"/>
                    </a:cubicBezTo>
                    <a:cubicBezTo>
                      <a:pt x="953" y="1810"/>
                      <a:pt x="715" y="1524"/>
                      <a:pt x="715" y="1238"/>
                    </a:cubicBezTo>
                    <a:cubicBezTo>
                      <a:pt x="668" y="929"/>
                      <a:pt x="953" y="667"/>
                      <a:pt x="1263" y="667"/>
                    </a:cubicBezTo>
                    <a:close/>
                    <a:moveTo>
                      <a:pt x="1263" y="0"/>
                    </a:moveTo>
                    <a:cubicBezTo>
                      <a:pt x="596" y="0"/>
                      <a:pt x="25" y="572"/>
                      <a:pt x="25" y="1262"/>
                    </a:cubicBezTo>
                    <a:cubicBezTo>
                      <a:pt x="1" y="1953"/>
                      <a:pt x="572" y="2524"/>
                      <a:pt x="1263" y="2524"/>
                    </a:cubicBezTo>
                    <a:cubicBezTo>
                      <a:pt x="1954" y="2524"/>
                      <a:pt x="2525" y="1953"/>
                      <a:pt x="2525" y="1262"/>
                    </a:cubicBezTo>
                    <a:cubicBezTo>
                      <a:pt x="2525" y="572"/>
                      <a:pt x="1954"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19" name="Google Shape;20919;p91"/>
              <p:cNvSpPr/>
              <p:nvPr/>
            </p:nvSpPr>
            <p:spPr>
              <a:xfrm>
                <a:off x="4969929" y="2582800"/>
                <a:ext cx="73609" cy="73609"/>
              </a:xfrm>
              <a:custGeom>
                <a:rect b="b" l="l" r="r" t="t"/>
                <a:pathLst>
                  <a:path extrusionOk="0" h="2502" w="2502">
                    <a:moveTo>
                      <a:pt x="1263" y="692"/>
                    </a:moveTo>
                    <a:cubicBezTo>
                      <a:pt x="1549" y="692"/>
                      <a:pt x="1811" y="954"/>
                      <a:pt x="1811" y="1263"/>
                    </a:cubicBezTo>
                    <a:cubicBezTo>
                      <a:pt x="1811" y="1549"/>
                      <a:pt x="1549" y="1835"/>
                      <a:pt x="1263" y="1835"/>
                    </a:cubicBezTo>
                    <a:cubicBezTo>
                      <a:pt x="929" y="1835"/>
                      <a:pt x="691" y="1549"/>
                      <a:pt x="691" y="1263"/>
                    </a:cubicBezTo>
                    <a:cubicBezTo>
                      <a:pt x="691" y="930"/>
                      <a:pt x="953" y="692"/>
                      <a:pt x="1263" y="692"/>
                    </a:cubicBezTo>
                    <a:close/>
                    <a:moveTo>
                      <a:pt x="1263" y="1"/>
                    </a:moveTo>
                    <a:cubicBezTo>
                      <a:pt x="572" y="1"/>
                      <a:pt x="1" y="572"/>
                      <a:pt x="1" y="1263"/>
                    </a:cubicBezTo>
                    <a:cubicBezTo>
                      <a:pt x="1" y="1954"/>
                      <a:pt x="572" y="2501"/>
                      <a:pt x="1263" y="2501"/>
                    </a:cubicBezTo>
                    <a:cubicBezTo>
                      <a:pt x="1930" y="2501"/>
                      <a:pt x="2501" y="1954"/>
                      <a:pt x="2501" y="1263"/>
                    </a:cubicBezTo>
                    <a:cubicBezTo>
                      <a:pt x="2501" y="549"/>
                      <a:pt x="1930"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20" name="Google Shape;20920;p91"/>
              <p:cNvSpPr/>
              <p:nvPr/>
            </p:nvSpPr>
            <p:spPr>
              <a:xfrm>
                <a:off x="4952424" y="2673176"/>
                <a:ext cx="74286" cy="73609"/>
              </a:xfrm>
              <a:custGeom>
                <a:rect b="b" l="l" r="r" t="t"/>
                <a:pathLst>
                  <a:path extrusionOk="0" h="2502" w="2525">
                    <a:moveTo>
                      <a:pt x="1262" y="692"/>
                    </a:moveTo>
                    <a:cubicBezTo>
                      <a:pt x="1572" y="692"/>
                      <a:pt x="1810" y="954"/>
                      <a:pt x="1810" y="1263"/>
                    </a:cubicBezTo>
                    <a:cubicBezTo>
                      <a:pt x="1858" y="1573"/>
                      <a:pt x="1572" y="1811"/>
                      <a:pt x="1262" y="1811"/>
                    </a:cubicBezTo>
                    <a:cubicBezTo>
                      <a:pt x="929" y="1811"/>
                      <a:pt x="691" y="1549"/>
                      <a:pt x="691" y="1263"/>
                    </a:cubicBezTo>
                    <a:cubicBezTo>
                      <a:pt x="691" y="930"/>
                      <a:pt x="953" y="692"/>
                      <a:pt x="1262" y="692"/>
                    </a:cubicBezTo>
                    <a:close/>
                    <a:moveTo>
                      <a:pt x="1262" y="1"/>
                    </a:moveTo>
                    <a:cubicBezTo>
                      <a:pt x="572" y="1"/>
                      <a:pt x="0" y="573"/>
                      <a:pt x="0" y="1263"/>
                    </a:cubicBezTo>
                    <a:cubicBezTo>
                      <a:pt x="0" y="1930"/>
                      <a:pt x="572" y="2502"/>
                      <a:pt x="1262" y="2502"/>
                    </a:cubicBezTo>
                    <a:cubicBezTo>
                      <a:pt x="1929" y="2502"/>
                      <a:pt x="2501" y="1930"/>
                      <a:pt x="2501" y="1263"/>
                    </a:cubicBezTo>
                    <a:cubicBezTo>
                      <a:pt x="2525" y="573"/>
                      <a:pt x="1977"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21" name="Google Shape;20921;p91"/>
              <p:cNvSpPr/>
              <p:nvPr/>
            </p:nvSpPr>
            <p:spPr>
              <a:xfrm>
                <a:off x="4881670" y="2732045"/>
                <a:ext cx="74286" cy="73579"/>
              </a:xfrm>
              <a:custGeom>
                <a:rect b="b" l="l" r="r" t="t"/>
                <a:pathLst>
                  <a:path extrusionOk="0" h="2501" w="2525">
                    <a:moveTo>
                      <a:pt x="1238" y="691"/>
                    </a:moveTo>
                    <a:cubicBezTo>
                      <a:pt x="1572" y="691"/>
                      <a:pt x="1810" y="953"/>
                      <a:pt x="1810" y="1239"/>
                    </a:cubicBezTo>
                    <a:cubicBezTo>
                      <a:pt x="1810" y="1548"/>
                      <a:pt x="1572" y="1810"/>
                      <a:pt x="1238" y="1810"/>
                    </a:cubicBezTo>
                    <a:cubicBezTo>
                      <a:pt x="905" y="1810"/>
                      <a:pt x="691" y="1548"/>
                      <a:pt x="691" y="1239"/>
                    </a:cubicBezTo>
                    <a:cubicBezTo>
                      <a:pt x="691" y="929"/>
                      <a:pt x="953" y="691"/>
                      <a:pt x="1238" y="691"/>
                    </a:cubicBezTo>
                    <a:close/>
                    <a:moveTo>
                      <a:pt x="1238" y="0"/>
                    </a:moveTo>
                    <a:cubicBezTo>
                      <a:pt x="572" y="0"/>
                      <a:pt x="0" y="572"/>
                      <a:pt x="0" y="1239"/>
                    </a:cubicBezTo>
                    <a:cubicBezTo>
                      <a:pt x="0" y="1929"/>
                      <a:pt x="548" y="2501"/>
                      <a:pt x="1238" y="2501"/>
                    </a:cubicBezTo>
                    <a:cubicBezTo>
                      <a:pt x="1929" y="2501"/>
                      <a:pt x="2501" y="1929"/>
                      <a:pt x="2501" y="1239"/>
                    </a:cubicBezTo>
                    <a:cubicBezTo>
                      <a:pt x="2524" y="572"/>
                      <a:pt x="1953" y="0"/>
                      <a:pt x="1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22" name="Google Shape;20922;p91"/>
              <p:cNvSpPr/>
              <p:nvPr/>
            </p:nvSpPr>
            <p:spPr>
              <a:xfrm>
                <a:off x="4789881" y="2731339"/>
                <a:ext cx="73579" cy="73609"/>
              </a:xfrm>
              <a:custGeom>
                <a:rect b="b" l="l" r="r" t="t"/>
                <a:pathLst>
                  <a:path extrusionOk="0" h="2502" w="2501">
                    <a:moveTo>
                      <a:pt x="1239" y="667"/>
                    </a:moveTo>
                    <a:cubicBezTo>
                      <a:pt x="1548" y="667"/>
                      <a:pt x="1810" y="953"/>
                      <a:pt x="1810" y="1239"/>
                    </a:cubicBezTo>
                    <a:cubicBezTo>
                      <a:pt x="1810" y="1549"/>
                      <a:pt x="1572" y="1810"/>
                      <a:pt x="1239" y="1810"/>
                    </a:cubicBezTo>
                    <a:cubicBezTo>
                      <a:pt x="905" y="1810"/>
                      <a:pt x="667" y="1549"/>
                      <a:pt x="667" y="1239"/>
                    </a:cubicBezTo>
                    <a:cubicBezTo>
                      <a:pt x="667" y="906"/>
                      <a:pt x="953" y="667"/>
                      <a:pt x="1239" y="667"/>
                    </a:cubicBezTo>
                    <a:close/>
                    <a:moveTo>
                      <a:pt x="1239" y="1"/>
                    </a:moveTo>
                    <a:cubicBezTo>
                      <a:pt x="548" y="1"/>
                      <a:pt x="0" y="548"/>
                      <a:pt x="0" y="1239"/>
                    </a:cubicBezTo>
                    <a:cubicBezTo>
                      <a:pt x="0" y="1930"/>
                      <a:pt x="548" y="2501"/>
                      <a:pt x="1239" y="2501"/>
                    </a:cubicBezTo>
                    <a:cubicBezTo>
                      <a:pt x="1929" y="2501"/>
                      <a:pt x="2501" y="1930"/>
                      <a:pt x="2501" y="1239"/>
                    </a:cubicBezTo>
                    <a:cubicBezTo>
                      <a:pt x="2501" y="548"/>
                      <a:pt x="1953" y="1"/>
                      <a:pt x="1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23" name="Google Shape;20923;p91"/>
              <p:cNvSpPr/>
              <p:nvPr/>
            </p:nvSpPr>
            <p:spPr>
              <a:xfrm>
                <a:off x="4720510" y="2670382"/>
                <a:ext cx="73609" cy="73609"/>
              </a:xfrm>
              <a:custGeom>
                <a:rect b="b" l="l" r="r" t="t"/>
                <a:pathLst>
                  <a:path extrusionOk="0" h="2502" w="2502">
                    <a:moveTo>
                      <a:pt x="1239" y="691"/>
                    </a:moveTo>
                    <a:cubicBezTo>
                      <a:pt x="1549" y="691"/>
                      <a:pt x="1811" y="953"/>
                      <a:pt x="1811" y="1263"/>
                    </a:cubicBezTo>
                    <a:cubicBezTo>
                      <a:pt x="1811" y="1596"/>
                      <a:pt x="1549" y="1834"/>
                      <a:pt x="1239" y="1834"/>
                    </a:cubicBezTo>
                    <a:cubicBezTo>
                      <a:pt x="929" y="1834"/>
                      <a:pt x="691" y="1549"/>
                      <a:pt x="691" y="1263"/>
                    </a:cubicBezTo>
                    <a:cubicBezTo>
                      <a:pt x="691" y="953"/>
                      <a:pt x="953" y="691"/>
                      <a:pt x="1239" y="691"/>
                    </a:cubicBezTo>
                    <a:close/>
                    <a:moveTo>
                      <a:pt x="1239" y="1"/>
                    </a:moveTo>
                    <a:cubicBezTo>
                      <a:pt x="572" y="1"/>
                      <a:pt x="1" y="572"/>
                      <a:pt x="1" y="1263"/>
                    </a:cubicBezTo>
                    <a:cubicBezTo>
                      <a:pt x="1" y="1954"/>
                      <a:pt x="572" y="2501"/>
                      <a:pt x="1239" y="2501"/>
                    </a:cubicBezTo>
                    <a:cubicBezTo>
                      <a:pt x="1930" y="2501"/>
                      <a:pt x="2501" y="1954"/>
                      <a:pt x="2501" y="1263"/>
                    </a:cubicBezTo>
                    <a:cubicBezTo>
                      <a:pt x="2501" y="572"/>
                      <a:pt x="1930" y="1"/>
                      <a:pt x="1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24" name="Google Shape;20924;p91"/>
              <p:cNvSpPr/>
              <p:nvPr/>
            </p:nvSpPr>
            <p:spPr>
              <a:xfrm>
                <a:off x="4705800" y="2580711"/>
                <a:ext cx="73609" cy="73579"/>
              </a:xfrm>
              <a:custGeom>
                <a:rect b="b" l="l" r="r" t="t"/>
                <a:pathLst>
                  <a:path extrusionOk="0" h="2501" w="2502">
                    <a:moveTo>
                      <a:pt x="1215" y="667"/>
                    </a:moveTo>
                    <a:cubicBezTo>
                      <a:pt x="1549" y="667"/>
                      <a:pt x="1787" y="953"/>
                      <a:pt x="1787" y="1239"/>
                    </a:cubicBezTo>
                    <a:cubicBezTo>
                      <a:pt x="1787" y="1572"/>
                      <a:pt x="1501" y="1810"/>
                      <a:pt x="1215" y="1810"/>
                    </a:cubicBezTo>
                    <a:cubicBezTo>
                      <a:pt x="906" y="1810"/>
                      <a:pt x="644" y="1548"/>
                      <a:pt x="644" y="1239"/>
                    </a:cubicBezTo>
                    <a:cubicBezTo>
                      <a:pt x="644" y="905"/>
                      <a:pt x="906" y="667"/>
                      <a:pt x="1215" y="667"/>
                    </a:cubicBezTo>
                    <a:close/>
                    <a:moveTo>
                      <a:pt x="1239" y="0"/>
                    </a:moveTo>
                    <a:cubicBezTo>
                      <a:pt x="548" y="0"/>
                      <a:pt x="1" y="548"/>
                      <a:pt x="1" y="1239"/>
                    </a:cubicBezTo>
                    <a:cubicBezTo>
                      <a:pt x="1" y="1929"/>
                      <a:pt x="548" y="2501"/>
                      <a:pt x="1239" y="2501"/>
                    </a:cubicBezTo>
                    <a:cubicBezTo>
                      <a:pt x="1930" y="2501"/>
                      <a:pt x="2501" y="1929"/>
                      <a:pt x="2501" y="1239"/>
                    </a:cubicBezTo>
                    <a:cubicBezTo>
                      <a:pt x="2501" y="548"/>
                      <a:pt x="1930" y="0"/>
                      <a:pt x="1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25" name="Google Shape;20925;p91"/>
              <p:cNvSpPr/>
              <p:nvPr/>
            </p:nvSpPr>
            <p:spPr>
              <a:xfrm>
                <a:off x="4752047" y="2501543"/>
                <a:ext cx="73579" cy="73579"/>
              </a:xfrm>
              <a:custGeom>
                <a:rect b="b" l="l" r="r" t="t"/>
                <a:pathLst>
                  <a:path extrusionOk="0" h="2501" w="2501">
                    <a:moveTo>
                      <a:pt x="1239" y="667"/>
                    </a:moveTo>
                    <a:cubicBezTo>
                      <a:pt x="1572" y="667"/>
                      <a:pt x="1810" y="929"/>
                      <a:pt x="1810" y="1215"/>
                    </a:cubicBezTo>
                    <a:cubicBezTo>
                      <a:pt x="1810" y="1525"/>
                      <a:pt x="1548" y="1787"/>
                      <a:pt x="1239" y="1787"/>
                    </a:cubicBezTo>
                    <a:cubicBezTo>
                      <a:pt x="929" y="1787"/>
                      <a:pt x="691" y="1525"/>
                      <a:pt x="691" y="1215"/>
                    </a:cubicBezTo>
                    <a:cubicBezTo>
                      <a:pt x="691" y="929"/>
                      <a:pt x="953" y="667"/>
                      <a:pt x="1239" y="667"/>
                    </a:cubicBezTo>
                    <a:close/>
                    <a:moveTo>
                      <a:pt x="1239" y="0"/>
                    </a:moveTo>
                    <a:cubicBezTo>
                      <a:pt x="572" y="0"/>
                      <a:pt x="0" y="572"/>
                      <a:pt x="0" y="1263"/>
                    </a:cubicBezTo>
                    <a:cubicBezTo>
                      <a:pt x="0" y="1929"/>
                      <a:pt x="572" y="2501"/>
                      <a:pt x="1239" y="2501"/>
                    </a:cubicBezTo>
                    <a:cubicBezTo>
                      <a:pt x="1929" y="2501"/>
                      <a:pt x="2501" y="1929"/>
                      <a:pt x="2501" y="1263"/>
                    </a:cubicBezTo>
                    <a:cubicBezTo>
                      <a:pt x="2501" y="572"/>
                      <a:pt x="1929" y="0"/>
                      <a:pt x="1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26" name="Google Shape;20926;p91"/>
              <p:cNvSpPr/>
              <p:nvPr/>
            </p:nvSpPr>
            <p:spPr>
              <a:xfrm>
                <a:off x="4864136" y="2654289"/>
                <a:ext cx="61694" cy="19623"/>
              </a:xfrm>
              <a:custGeom>
                <a:rect b="b" l="l" r="r" t="t"/>
                <a:pathLst>
                  <a:path extrusionOk="0" h="667" w="2097">
                    <a:moveTo>
                      <a:pt x="1" y="0"/>
                    </a:moveTo>
                    <a:lnTo>
                      <a:pt x="1" y="667"/>
                    </a:lnTo>
                    <a:lnTo>
                      <a:pt x="2096" y="667"/>
                    </a:lnTo>
                    <a:lnTo>
                      <a:pt x="20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27" name="Google Shape;20927;p91"/>
              <p:cNvSpPr/>
              <p:nvPr/>
            </p:nvSpPr>
            <p:spPr>
              <a:xfrm>
                <a:off x="4864136" y="2613631"/>
                <a:ext cx="61694" cy="20359"/>
              </a:xfrm>
              <a:custGeom>
                <a:rect b="b" l="l" r="r" t="t"/>
                <a:pathLst>
                  <a:path extrusionOk="0" h="692" w="2097">
                    <a:moveTo>
                      <a:pt x="1" y="1"/>
                    </a:moveTo>
                    <a:lnTo>
                      <a:pt x="1" y="691"/>
                    </a:lnTo>
                    <a:lnTo>
                      <a:pt x="2096" y="691"/>
                    </a:lnTo>
                    <a:lnTo>
                      <a:pt x="20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28" name="Google Shape;20928;p91"/>
              <p:cNvSpPr/>
              <p:nvPr/>
            </p:nvSpPr>
            <p:spPr>
              <a:xfrm>
                <a:off x="4822802" y="2654289"/>
                <a:ext cx="20359" cy="19623"/>
              </a:xfrm>
              <a:custGeom>
                <a:rect b="b" l="l" r="r" t="t"/>
                <a:pathLst>
                  <a:path extrusionOk="0" h="667" w="692">
                    <a:moveTo>
                      <a:pt x="1" y="0"/>
                    </a:moveTo>
                    <a:lnTo>
                      <a:pt x="1" y="667"/>
                    </a:lnTo>
                    <a:lnTo>
                      <a:pt x="691" y="667"/>
                    </a:lnTo>
                    <a:lnTo>
                      <a:pt x="6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29" name="Google Shape;20929;p91"/>
              <p:cNvSpPr/>
              <p:nvPr/>
            </p:nvSpPr>
            <p:spPr>
              <a:xfrm>
                <a:off x="4822802" y="2613631"/>
                <a:ext cx="20359" cy="20359"/>
              </a:xfrm>
              <a:custGeom>
                <a:rect b="b" l="l" r="r" t="t"/>
                <a:pathLst>
                  <a:path extrusionOk="0" h="692" w="692">
                    <a:moveTo>
                      <a:pt x="1" y="1"/>
                    </a:moveTo>
                    <a:lnTo>
                      <a:pt x="1" y="691"/>
                    </a:lnTo>
                    <a:lnTo>
                      <a:pt x="691" y="691"/>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20930" name="Google Shape;20930;p91"/>
            <p:cNvSpPr/>
            <p:nvPr/>
          </p:nvSpPr>
          <p:spPr>
            <a:xfrm>
              <a:off x="4837511" y="2470711"/>
              <a:ext cx="73609" cy="73609"/>
            </a:xfrm>
            <a:custGeom>
              <a:rect b="b" l="l" r="r" t="t"/>
              <a:pathLst>
                <a:path extrusionOk="0" h="2502" w="2502">
                  <a:moveTo>
                    <a:pt x="1263" y="691"/>
                  </a:moveTo>
                  <a:cubicBezTo>
                    <a:pt x="1596" y="691"/>
                    <a:pt x="1811" y="953"/>
                    <a:pt x="1811" y="1263"/>
                  </a:cubicBezTo>
                  <a:cubicBezTo>
                    <a:pt x="1811" y="1596"/>
                    <a:pt x="1549" y="1834"/>
                    <a:pt x="1263" y="1834"/>
                  </a:cubicBezTo>
                  <a:cubicBezTo>
                    <a:pt x="929" y="1834"/>
                    <a:pt x="691" y="1549"/>
                    <a:pt x="691" y="1263"/>
                  </a:cubicBezTo>
                  <a:cubicBezTo>
                    <a:pt x="691" y="929"/>
                    <a:pt x="953" y="691"/>
                    <a:pt x="1263" y="691"/>
                  </a:cubicBezTo>
                  <a:close/>
                  <a:moveTo>
                    <a:pt x="1263" y="1"/>
                  </a:moveTo>
                  <a:cubicBezTo>
                    <a:pt x="572" y="1"/>
                    <a:pt x="1" y="572"/>
                    <a:pt x="1" y="1263"/>
                  </a:cubicBezTo>
                  <a:cubicBezTo>
                    <a:pt x="1" y="1953"/>
                    <a:pt x="572" y="2501"/>
                    <a:pt x="1263" y="2501"/>
                  </a:cubicBezTo>
                  <a:cubicBezTo>
                    <a:pt x="1930" y="2501"/>
                    <a:pt x="2501" y="1953"/>
                    <a:pt x="2501" y="1263"/>
                  </a:cubicBezTo>
                  <a:cubicBezTo>
                    <a:pt x="2501" y="572"/>
                    <a:pt x="1954"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20931" name="Google Shape;20931;p91"/>
          <p:cNvGrpSpPr/>
          <p:nvPr/>
        </p:nvGrpSpPr>
        <p:grpSpPr>
          <a:xfrm>
            <a:off x="4042504" y="2489628"/>
            <a:ext cx="346832" cy="319498"/>
            <a:chOff x="4118704" y="2489628"/>
            <a:chExt cx="346832" cy="319498"/>
          </a:xfrm>
        </p:grpSpPr>
        <p:sp>
          <p:nvSpPr>
            <p:cNvPr id="20932" name="Google Shape;20932;p91"/>
            <p:cNvSpPr/>
            <p:nvPr/>
          </p:nvSpPr>
          <p:spPr>
            <a:xfrm>
              <a:off x="4118704" y="2489628"/>
              <a:ext cx="346126" cy="97174"/>
            </a:xfrm>
            <a:custGeom>
              <a:rect b="b" l="l" r="r" t="t"/>
              <a:pathLst>
                <a:path extrusionOk="0" h="3303" w="11765">
                  <a:moveTo>
                    <a:pt x="10431" y="1120"/>
                  </a:moveTo>
                  <a:cubicBezTo>
                    <a:pt x="10788" y="1120"/>
                    <a:pt x="11050" y="1453"/>
                    <a:pt x="10955" y="1811"/>
                  </a:cubicBezTo>
                  <a:cubicBezTo>
                    <a:pt x="10931" y="2025"/>
                    <a:pt x="10669" y="2215"/>
                    <a:pt x="10431" y="2215"/>
                  </a:cubicBezTo>
                  <a:lnTo>
                    <a:pt x="9883" y="2215"/>
                  </a:lnTo>
                  <a:lnTo>
                    <a:pt x="9883" y="1120"/>
                  </a:lnTo>
                  <a:close/>
                  <a:moveTo>
                    <a:pt x="9240" y="1144"/>
                  </a:moveTo>
                  <a:lnTo>
                    <a:pt x="9240" y="2263"/>
                  </a:lnTo>
                  <a:lnTo>
                    <a:pt x="3310" y="2263"/>
                  </a:lnTo>
                  <a:lnTo>
                    <a:pt x="3310" y="2215"/>
                  </a:lnTo>
                  <a:cubicBezTo>
                    <a:pt x="3358" y="2049"/>
                    <a:pt x="3406" y="1858"/>
                    <a:pt x="3406" y="1691"/>
                  </a:cubicBezTo>
                  <a:cubicBezTo>
                    <a:pt x="3406" y="1501"/>
                    <a:pt x="3358" y="1310"/>
                    <a:pt x="3310" y="1144"/>
                  </a:cubicBezTo>
                  <a:close/>
                  <a:moveTo>
                    <a:pt x="1786" y="667"/>
                  </a:moveTo>
                  <a:cubicBezTo>
                    <a:pt x="2334" y="667"/>
                    <a:pt x="2763" y="1120"/>
                    <a:pt x="2763" y="1668"/>
                  </a:cubicBezTo>
                  <a:cubicBezTo>
                    <a:pt x="2763" y="2192"/>
                    <a:pt x="2334" y="2644"/>
                    <a:pt x="1786" y="2644"/>
                  </a:cubicBezTo>
                  <a:cubicBezTo>
                    <a:pt x="1262" y="2644"/>
                    <a:pt x="810" y="2192"/>
                    <a:pt x="810" y="1668"/>
                  </a:cubicBezTo>
                  <a:cubicBezTo>
                    <a:pt x="810" y="1120"/>
                    <a:pt x="1262" y="667"/>
                    <a:pt x="1786" y="667"/>
                  </a:cubicBezTo>
                  <a:close/>
                  <a:moveTo>
                    <a:pt x="1739" y="1"/>
                  </a:moveTo>
                  <a:cubicBezTo>
                    <a:pt x="786" y="1"/>
                    <a:pt x="0" y="834"/>
                    <a:pt x="48" y="1811"/>
                  </a:cubicBezTo>
                  <a:cubicBezTo>
                    <a:pt x="191" y="2573"/>
                    <a:pt x="786" y="3216"/>
                    <a:pt x="1572" y="3287"/>
                  </a:cubicBezTo>
                  <a:cubicBezTo>
                    <a:pt x="1647" y="3297"/>
                    <a:pt x="1721" y="3302"/>
                    <a:pt x="1793" y="3302"/>
                  </a:cubicBezTo>
                  <a:cubicBezTo>
                    <a:pt x="2228" y="3302"/>
                    <a:pt x="2616" y="3127"/>
                    <a:pt x="2882" y="2882"/>
                  </a:cubicBezTo>
                  <a:lnTo>
                    <a:pt x="10431" y="2882"/>
                  </a:lnTo>
                  <a:cubicBezTo>
                    <a:pt x="11026" y="2882"/>
                    <a:pt x="11550" y="2430"/>
                    <a:pt x="11645" y="1834"/>
                  </a:cubicBezTo>
                  <a:cubicBezTo>
                    <a:pt x="11764" y="1096"/>
                    <a:pt x="11169" y="429"/>
                    <a:pt x="10431" y="429"/>
                  </a:cubicBezTo>
                  <a:lnTo>
                    <a:pt x="2858" y="429"/>
                  </a:lnTo>
                  <a:cubicBezTo>
                    <a:pt x="2572" y="167"/>
                    <a:pt x="2167" y="1"/>
                    <a:pt x="1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33" name="Google Shape;20933;p91"/>
            <p:cNvSpPr/>
            <p:nvPr/>
          </p:nvSpPr>
          <p:spPr>
            <a:xfrm>
              <a:off x="4119380" y="2601275"/>
              <a:ext cx="346156" cy="97174"/>
            </a:xfrm>
            <a:custGeom>
              <a:rect b="b" l="l" r="r" t="t"/>
              <a:pathLst>
                <a:path extrusionOk="0" h="3303" w="11766">
                  <a:moveTo>
                    <a:pt x="8455" y="1040"/>
                  </a:moveTo>
                  <a:lnTo>
                    <a:pt x="8455" y="1088"/>
                  </a:lnTo>
                  <a:cubicBezTo>
                    <a:pt x="8407" y="1254"/>
                    <a:pt x="8384" y="1445"/>
                    <a:pt x="8384" y="1611"/>
                  </a:cubicBezTo>
                  <a:cubicBezTo>
                    <a:pt x="8384" y="1778"/>
                    <a:pt x="8407" y="1993"/>
                    <a:pt x="8455" y="2135"/>
                  </a:cubicBezTo>
                  <a:lnTo>
                    <a:pt x="2549" y="2135"/>
                  </a:lnTo>
                  <a:lnTo>
                    <a:pt x="2549" y="1040"/>
                  </a:lnTo>
                  <a:close/>
                  <a:moveTo>
                    <a:pt x="1882" y="1088"/>
                  </a:moveTo>
                  <a:lnTo>
                    <a:pt x="1882" y="2183"/>
                  </a:lnTo>
                  <a:lnTo>
                    <a:pt x="1358" y="2183"/>
                  </a:lnTo>
                  <a:cubicBezTo>
                    <a:pt x="1001" y="2183"/>
                    <a:pt x="715" y="1850"/>
                    <a:pt x="811" y="1492"/>
                  </a:cubicBezTo>
                  <a:cubicBezTo>
                    <a:pt x="834" y="1278"/>
                    <a:pt x="1120" y="1088"/>
                    <a:pt x="1358" y="1088"/>
                  </a:cubicBezTo>
                  <a:close/>
                  <a:moveTo>
                    <a:pt x="9955" y="635"/>
                  </a:moveTo>
                  <a:cubicBezTo>
                    <a:pt x="10479" y="635"/>
                    <a:pt x="10932" y="1088"/>
                    <a:pt x="10932" y="1611"/>
                  </a:cubicBezTo>
                  <a:cubicBezTo>
                    <a:pt x="10932" y="2159"/>
                    <a:pt x="10479" y="2588"/>
                    <a:pt x="9955" y="2588"/>
                  </a:cubicBezTo>
                  <a:cubicBezTo>
                    <a:pt x="9408" y="2588"/>
                    <a:pt x="8979" y="2159"/>
                    <a:pt x="8979" y="1611"/>
                  </a:cubicBezTo>
                  <a:cubicBezTo>
                    <a:pt x="8979" y="1088"/>
                    <a:pt x="9408" y="635"/>
                    <a:pt x="9955" y="635"/>
                  </a:cubicBezTo>
                  <a:close/>
                  <a:moveTo>
                    <a:pt x="9981" y="1"/>
                  </a:moveTo>
                  <a:cubicBezTo>
                    <a:pt x="9560" y="1"/>
                    <a:pt x="9169" y="176"/>
                    <a:pt x="8884" y="421"/>
                  </a:cubicBezTo>
                  <a:lnTo>
                    <a:pt x="1358" y="421"/>
                  </a:lnTo>
                  <a:cubicBezTo>
                    <a:pt x="763" y="421"/>
                    <a:pt x="215" y="873"/>
                    <a:pt x="120" y="1469"/>
                  </a:cubicBezTo>
                  <a:cubicBezTo>
                    <a:pt x="1" y="2207"/>
                    <a:pt x="596" y="2874"/>
                    <a:pt x="1358" y="2874"/>
                  </a:cubicBezTo>
                  <a:lnTo>
                    <a:pt x="8907" y="2874"/>
                  </a:lnTo>
                  <a:cubicBezTo>
                    <a:pt x="9217" y="3136"/>
                    <a:pt x="9598" y="3302"/>
                    <a:pt x="10051" y="3302"/>
                  </a:cubicBezTo>
                  <a:cubicBezTo>
                    <a:pt x="11003" y="3302"/>
                    <a:pt x="11765" y="2469"/>
                    <a:pt x="11718" y="1492"/>
                  </a:cubicBezTo>
                  <a:cubicBezTo>
                    <a:pt x="11551" y="730"/>
                    <a:pt x="10956" y="87"/>
                    <a:pt x="10193" y="16"/>
                  </a:cubicBezTo>
                  <a:cubicBezTo>
                    <a:pt x="10122" y="6"/>
                    <a:pt x="10051" y="1"/>
                    <a:pt x="99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34" name="Google Shape;20934;p91"/>
            <p:cNvSpPr/>
            <p:nvPr/>
          </p:nvSpPr>
          <p:spPr>
            <a:xfrm>
              <a:off x="4119380" y="2711481"/>
              <a:ext cx="346156" cy="97645"/>
            </a:xfrm>
            <a:custGeom>
              <a:rect b="b" l="l" r="r" t="t"/>
              <a:pathLst>
                <a:path extrusionOk="0" h="3319" w="11766">
                  <a:moveTo>
                    <a:pt x="9169" y="1104"/>
                  </a:moveTo>
                  <a:lnTo>
                    <a:pt x="9169" y="2176"/>
                  </a:lnTo>
                  <a:lnTo>
                    <a:pt x="3263" y="2176"/>
                  </a:lnTo>
                  <a:cubicBezTo>
                    <a:pt x="3311" y="2009"/>
                    <a:pt x="3335" y="1819"/>
                    <a:pt x="3335" y="1652"/>
                  </a:cubicBezTo>
                  <a:cubicBezTo>
                    <a:pt x="3335" y="1461"/>
                    <a:pt x="3311" y="1271"/>
                    <a:pt x="3263" y="1104"/>
                  </a:cubicBezTo>
                  <a:close/>
                  <a:moveTo>
                    <a:pt x="10408" y="1080"/>
                  </a:moveTo>
                  <a:cubicBezTo>
                    <a:pt x="10765" y="1080"/>
                    <a:pt x="11027" y="1414"/>
                    <a:pt x="10932" y="1771"/>
                  </a:cubicBezTo>
                  <a:cubicBezTo>
                    <a:pt x="10908" y="2009"/>
                    <a:pt x="10646" y="2176"/>
                    <a:pt x="10408" y="2176"/>
                  </a:cubicBezTo>
                  <a:lnTo>
                    <a:pt x="9860" y="2176"/>
                  </a:lnTo>
                  <a:lnTo>
                    <a:pt x="9860" y="1080"/>
                  </a:lnTo>
                  <a:close/>
                  <a:moveTo>
                    <a:pt x="1763" y="676"/>
                  </a:moveTo>
                  <a:cubicBezTo>
                    <a:pt x="2311" y="676"/>
                    <a:pt x="2740" y="1104"/>
                    <a:pt x="2740" y="1652"/>
                  </a:cubicBezTo>
                  <a:cubicBezTo>
                    <a:pt x="2740" y="2176"/>
                    <a:pt x="2311" y="2628"/>
                    <a:pt x="1763" y="2628"/>
                  </a:cubicBezTo>
                  <a:cubicBezTo>
                    <a:pt x="1239" y="2628"/>
                    <a:pt x="787" y="2176"/>
                    <a:pt x="787" y="1652"/>
                  </a:cubicBezTo>
                  <a:cubicBezTo>
                    <a:pt x="787" y="1104"/>
                    <a:pt x="1239" y="676"/>
                    <a:pt x="1763" y="676"/>
                  </a:cubicBezTo>
                  <a:close/>
                  <a:moveTo>
                    <a:pt x="1725" y="1"/>
                  </a:moveTo>
                  <a:cubicBezTo>
                    <a:pt x="1667" y="1"/>
                    <a:pt x="1608" y="3"/>
                    <a:pt x="1549" y="9"/>
                  </a:cubicBezTo>
                  <a:cubicBezTo>
                    <a:pt x="787" y="104"/>
                    <a:pt x="168" y="723"/>
                    <a:pt x="96" y="1509"/>
                  </a:cubicBezTo>
                  <a:cubicBezTo>
                    <a:pt x="1" y="2485"/>
                    <a:pt x="787" y="3319"/>
                    <a:pt x="1763" y="3319"/>
                  </a:cubicBezTo>
                  <a:cubicBezTo>
                    <a:pt x="2192" y="3319"/>
                    <a:pt x="2597" y="3128"/>
                    <a:pt x="2906" y="2867"/>
                  </a:cubicBezTo>
                  <a:lnTo>
                    <a:pt x="10455" y="2867"/>
                  </a:lnTo>
                  <a:cubicBezTo>
                    <a:pt x="11194" y="2867"/>
                    <a:pt x="11765" y="2224"/>
                    <a:pt x="11670" y="1461"/>
                  </a:cubicBezTo>
                  <a:cubicBezTo>
                    <a:pt x="11527" y="866"/>
                    <a:pt x="11027" y="437"/>
                    <a:pt x="10408" y="437"/>
                  </a:cubicBezTo>
                  <a:lnTo>
                    <a:pt x="2859" y="437"/>
                  </a:lnTo>
                  <a:cubicBezTo>
                    <a:pt x="2584" y="163"/>
                    <a:pt x="2178" y="1"/>
                    <a:pt x="17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20935" name="Google Shape;20935;p91"/>
          <p:cNvGrpSpPr/>
          <p:nvPr/>
        </p:nvGrpSpPr>
        <p:grpSpPr>
          <a:xfrm>
            <a:off x="3281266" y="2480537"/>
            <a:ext cx="339124" cy="292876"/>
            <a:chOff x="3509866" y="2480537"/>
            <a:chExt cx="339124" cy="292876"/>
          </a:xfrm>
        </p:grpSpPr>
        <p:sp>
          <p:nvSpPr>
            <p:cNvPr id="20936" name="Google Shape;20936;p91"/>
            <p:cNvSpPr/>
            <p:nvPr/>
          </p:nvSpPr>
          <p:spPr>
            <a:xfrm>
              <a:off x="3669585" y="2636755"/>
              <a:ext cx="60311" cy="19653"/>
            </a:xfrm>
            <a:custGeom>
              <a:rect b="b" l="l" r="r" t="t"/>
              <a:pathLst>
                <a:path extrusionOk="0" h="668" w="2050">
                  <a:moveTo>
                    <a:pt x="1" y="1"/>
                  </a:moveTo>
                  <a:lnTo>
                    <a:pt x="1" y="667"/>
                  </a:lnTo>
                  <a:lnTo>
                    <a:pt x="2049" y="667"/>
                  </a:lnTo>
                  <a:lnTo>
                    <a:pt x="20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37" name="Google Shape;20937;p91"/>
            <p:cNvSpPr/>
            <p:nvPr/>
          </p:nvSpPr>
          <p:spPr>
            <a:xfrm>
              <a:off x="3669585" y="2598215"/>
              <a:ext cx="60311" cy="19653"/>
            </a:xfrm>
            <a:custGeom>
              <a:rect b="b" l="l" r="r" t="t"/>
              <a:pathLst>
                <a:path extrusionOk="0" h="668" w="2050">
                  <a:moveTo>
                    <a:pt x="1" y="1"/>
                  </a:moveTo>
                  <a:lnTo>
                    <a:pt x="1" y="668"/>
                  </a:lnTo>
                  <a:lnTo>
                    <a:pt x="2049" y="668"/>
                  </a:lnTo>
                  <a:lnTo>
                    <a:pt x="20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38" name="Google Shape;20938;p91"/>
            <p:cNvSpPr/>
            <p:nvPr/>
          </p:nvSpPr>
          <p:spPr>
            <a:xfrm>
              <a:off x="3628957" y="2636755"/>
              <a:ext cx="20359" cy="19653"/>
            </a:xfrm>
            <a:custGeom>
              <a:rect b="b" l="l" r="r" t="t"/>
              <a:pathLst>
                <a:path extrusionOk="0" h="668" w="692">
                  <a:moveTo>
                    <a:pt x="1" y="1"/>
                  </a:moveTo>
                  <a:lnTo>
                    <a:pt x="1" y="667"/>
                  </a:lnTo>
                  <a:lnTo>
                    <a:pt x="691" y="667"/>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39" name="Google Shape;20939;p91"/>
            <p:cNvSpPr/>
            <p:nvPr/>
          </p:nvSpPr>
          <p:spPr>
            <a:xfrm>
              <a:off x="3628957" y="2598215"/>
              <a:ext cx="20359" cy="19653"/>
            </a:xfrm>
            <a:custGeom>
              <a:rect b="b" l="l" r="r" t="t"/>
              <a:pathLst>
                <a:path extrusionOk="0" h="668" w="692">
                  <a:moveTo>
                    <a:pt x="1" y="1"/>
                  </a:moveTo>
                  <a:lnTo>
                    <a:pt x="1" y="668"/>
                  </a:lnTo>
                  <a:lnTo>
                    <a:pt x="691" y="668"/>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40" name="Google Shape;20940;p91"/>
            <p:cNvSpPr/>
            <p:nvPr/>
          </p:nvSpPr>
          <p:spPr>
            <a:xfrm>
              <a:off x="3509866" y="2480537"/>
              <a:ext cx="339124" cy="292876"/>
            </a:xfrm>
            <a:custGeom>
              <a:rect b="b" l="l" r="r" t="t"/>
              <a:pathLst>
                <a:path extrusionOk="0" h="9955" w="11527">
                  <a:moveTo>
                    <a:pt x="7907" y="667"/>
                  </a:moveTo>
                  <a:lnTo>
                    <a:pt x="7216" y="1858"/>
                  </a:lnTo>
                  <a:lnTo>
                    <a:pt x="4358" y="1858"/>
                  </a:lnTo>
                  <a:lnTo>
                    <a:pt x="3668" y="667"/>
                  </a:lnTo>
                  <a:close/>
                  <a:moveTo>
                    <a:pt x="3072" y="1024"/>
                  </a:moveTo>
                  <a:lnTo>
                    <a:pt x="3787" y="2167"/>
                  </a:lnTo>
                  <a:lnTo>
                    <a:pt x="2358" y="4644"/>
                  </a:lnTo>
                  <a:lnTo>
                    <a:pt x="1000" y="4644"/>
                  </a:lnTo>
                  <a:lnTo>
                    <a:pt x="3072" y="1024"/>
                  </a:lnTo>
                  <a:close/>
                  <a:moveTo>
                    <a:pt x="8431" y="1024"/>
                  </a:moveTo>
                  <a:lnTo>
                    <a:pt x="10526" y="4644"/>
                  </a:lnTo>
                  <a:lnTo>
                    <a:pt x="9169" y="4644"/>
                  </a:lnTo>
                  <a:lnTo>
                    <a:pt x="7740" y="2215"/>
                  </a:lnTo>
                  <a:lnTo>
                    <a:pt x="8431" y="1024"/>
                  </a:lnTo>
                  <a:close/>
                  <a:moveTo>
                    <a:pt x="7192" y="2524"/>
                  </a:moveTo>
                  <a:lnTo>
                    <a:pt x="8573" y="4977"/>
                  </a:lnTo>
                  <a:lnTo>
                    <a:pt x="7192" y="7406"/>
                  </a:lnTo>
                  <a:lnTo>
                    <a:pt x="4358" y="7406"/>
                  </a:lnTo>
                  <a:lnTo>
                    <a:pt x="2953" y="4977"/>
                  </a:lnTo>
                  <a:lnTo>
                    <a:pt x="4358" y="2524"/>
                  </a:lnTo>
                  <a:close/>
                  <a:moveTo>
                    <a:pt x="2358" y="5311"/>
                  </a:moveTo>
                  <a:lnTo>
                    <a:pt x="3787" y="7740"/>
                  </a:lnTo>
                  <a:lnTo>
                    <a:pt x="3096" y="8930"/>
                  </a:lnTo>
                  <a:lnTo>
                    <a:pt x="1024" y="5311"/>
                  </a:lnTo>
                  <a:close/>
                  <a:moveTo>
                    <a:pt x="10574" y="5334"/>
                  </a:moveTo>
                  <a:lnTo>
                    <a:pt x="8502" y="8954"/>
                  </a:lnTo>
                  <a:lnTo>
                    <a:pt x="7788" y="7764"/>
                  </a:lnTo>
                  <a:lnTo>
                    <a:pt x="9216" y="5334"/>
                  </a:lnTo>
                  <a:close/>
                  <a:moveTo>
                    <a:pt x="7216" y="8097"/>
                  </a:moveTo>
                  <a:lnTo>
                    <a:pt x="7907" y="9288"/>
                  </a:lnTo>
                  <a:lnTo>
                    <a:pt x="3668" y="9288"/>
                  </a:lnTo>
                  <a:lnTo>
                    <a:pt x="4358" y="8097"/>
                  </a:lnTo>
                  <a:close/>
                  <a:moveTo>
                    <a:pt x="2906" y="0"/>
                  </a:moveTo>
                  <a:lnTo>
                    <a:pt x="0" y="4977"/>
                  </a:lnTo>
                  <a:lnTo>
                    <a:pt x="2906" y="9954"/>
                  </a:lnTo>
                  <a:lnTo>
                    <a:pt x="8645" y="9954"/>
                  </a:lnTo>
                  <a:lnTo>
                    <a:pt x="11526" y="4977"/>
                  </a:lnTo>
                  <a:lnTo>
                    <a:pt x="86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20941" name="Google Shape;20941;p91"/>
          <p:cNvGrpSpPr/>
          <p:nvPr/>
        </p:nvGrpSpPr>
        <p:grpSpPr>
          <a:xfrm>
            <a:off x="2583781" y="2545672"/>
            <a:ext cx="338418" cy="194113"/>
            <a:chOff x="2964781" y="2545672"/>
            <a:chExt cx="338418" cy="194113"/>
          </a:xfrm>
        </p:grpSpPr>
        <p:sp>
          <p:nvSpPr>
            <p:cNvPr id="20942" name="Google Shape;20942;p91"/>
            <p:cNvSpPr/>
            <p:nvPr/>
          </p:nvSpPr>
          <p:spPr>
            <a:xfrm>
              <a:off x="2964781" y="2545672"/>
              <a:ext cx="338418" cy="194113"/>
            </a:xfrm>
            <a:custGeom>
              <a:rect b="b" l="l" r="r" t="t"/>
              <a:pathLst>
                <a:path extrusionOk="0" h="6598" w="11503">
                  <a:moveTo>
                    <a:pt x="2858" y="668"/>
                  </a:moveTo>
                  <a:lnTo>
                    <a:pt x="2858" y="2930"/>
                  </a:lnTo>
                  <a:lnTo>
                    <a:pt x="1144" y="2930"/>
                  </a:lnTo>
                  <a:lnTo>
                    <a:pt x="1787" y="1549"/>
                  </a:lnTo>
                  <a:cubicBezTo>
                    <a:pt x="1977" y="1096"/>
                    <a:pt x="2382" y="763"/>
                    <a:pt x="2858" y="668"/>
                  </a:cubicBezTo>
                  <a:close/>
                  <a:moveTo>
                    <a:pt x="3525" y="668"/>
                  </a:moveTo>
                  <a:cubicBezTo>
                    <a:pt x="4001" y="763"/>
                    <a:pt x="4382" y="1096"/>
                    <a:pt x="4597" y="1549"/>
                  </a:cubicBezTo>
                  <a:lnTo>
                    <a:pt x="5240" y="2930"/>
                  </a:lnTo>
                  <a:lnTo>
                    <a:pt x="3525" y="2930"/>
                  </a:lnTo>
                  <a:lnTo>
                    <a:pt x="3525" y="668"/>
                  </a:lnTo>
                  <a:close/>
                  <a:moveTo>
                    <a:pt x="7955" y="3597"/>
                  </a:moveTo>
                  <a:lnTo>
                    <a:pt x="7955" y="5859"/>
                  </a:lnTo>
                  <a:cubicBezTo>
                    <a:pt x="7502" y="5764"/>
                    <a:pt x="7097" y="5430"/>
                    <a:pt x="6907" y="5002"/>
                  </a:cubicBezTo>
                  <a:lnTo>
                    <a:pt x="6264" y="3597"/>
                  </a:lnTo>
                  <a:close/>
                  <a:moveTo>
                    <a:pt x="10312" y="3597"/>
                  </a:moveTo>
                  <a:lnTo>
                    <a:pt x="9693" y="5002"/>
                  </a:lnTo>
                  <a:cubicBezTo>
                    <a:pt x="9479" y="5430"/>
                    <a:pt x="9098" y="5764"/>
                    <a:pt x="8621" y="5859"/>
                  </a:cubicBezTo>
                  <a:lnTo>
                    <a:pt x="8621" y="3597"/>
                  </a:lnTo>
                  <a:close/>
                  <a:moveTo>
                    <a:pt x="3216" y="1"/>
                  </a:moveTo>
                  <a:cubicBezTo>
                    <a:pt x="2334" y="1"/>
                    <a:pt x="1572" y="501"/>
                    <a:pt x="1215" y="1263"/>
                  </a:cubicBezTo>
                  <a:lnTo>
                    <a:pt x="477" y="2930"/>
                  </a:lnTo>
                  <a:lnTo>
                    <a:pt x="1" y="2930"/>
                  </a:lnTo>
                  <a:lnTo>
                    <a:pt x="1" y="3621"/>
                  </a:lnTo>
                  <a:lnTo>
                    <a:pt x="5549" y="3621"/>
                  </a:lnTo>
                  <a:lnTo>
                    <a:pt x="6311" y="5288"/>
                  </a:lnTo>
                  <a:cubicBezTo>
                    <a:pt x="6669" y="6097"/>
                    <a:pt x="7431" y="6597"/>
                    <a:pt x="8336" y="6597"/>
                  </a:cubicBezTo>
                  <a:cubicBezTo>
                    <a:pt x="9217" y="6597"/>
                    <a:pt x="9955" y="6097"/>
                    <a:pt x="10360" y="5288"/>
                  </a:cubicBezTo>
                  <a:lnTo>
                    <a:pt x="11098" y="3621"/>
                  </a:lnTo>
                  <a:lnTo>
                    <a:pt x="11503" y="3621"/>
                  </a:lnTo>
                  <a:lnTo>
                    <a:pt x="11503" y="2930"/>
                  </a:lnTo>
                  <a:lnTo>
                    <a:pt x="5954" y="2930"/>
                  </a:lnTo>
                  <a:lnTo>
                    <a:pt x="5192" y="1263"/>
                  </a:lnTo>
                  <a:cubicBezTo>
                    <a:pt x="4835" y="477"/>
                    <a:pt x="4073" y="1"/>
                    <a:pt x="3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20943" name="Google Shape;20943;p91"/>
            <p:cNvGrpSpPr/>
            <p:nvPr/>
          </p:nvGrpSpPr>
          <p:grpSpPr>
            <a:xfrm>
              <a:off x="3048156" y="2565295"/>
              <a:ext cx="170281" cy="154159"/>
              <a:chOff x="3048156" y="2565295"/>
              <a:chExt cx="170281" cy="154159"/>
            </a:xfrm>
          </p:grpSpPr>
          <p:sp>
            <p:nvSpPr>
              <p:cNvPr id="20944" name="Google Shape;20944;p91"/>
              <p:cNvSpPr/>
              <p:nvPr/>
            </p:nvSpPr>
            <p:spPr>
              <a:xfrm>
                <a:off x="3048156" y="2665498"/>
                <a:ext cx="20359" cy="20329"/>
              </a:xfrm>
              <a:custGeom>
                <a:rect b="b" l="l" r="r" t="t"/>
                <a:pathLst>
                  <a:path extrusionOk="0" h="691" w="692">
                    <a:moveTo>
                      <a:pt x="1" y="0"/>
                    </a:moveTo>
                    <a:lnTo>
                      <a:pt x="1" y="691"/>
                    </a:lnTo>
                    <a:lnTo>
                      <a:pt x="691" y="691"/>
                    </a:lnTo>
                    <a:lnTo>
                      <a:pt x="6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45" name="Google Shape;20945;p91"/>
              <p:cNvSpPr/>
              <p:nvPr/>
            </p:nvSpPr>
            <p:spPr>
              <a:xfrm>
                <a:off x="3048156" y="2699801"/>
                <a:ext cx="20359" cy="19653"/>
              </a:xfrm>
              <a:custGeom>
                <a:rect b="b" l="l" r="r" t="t"/>
                <a:pathLst>
                  <a:path extrusionOk="0" h="668" w="692">
                    <a:moveTo>
                      <a:pt x="1" y="1"/>
                    </a:moveTo>
                    <a:lnTo>
                      <a:pt x="1" y="668"/>
                    </a:lnTo>
                    <a:lnTo>
                      <a:pt x="691" y="668"/>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46" name="Google Shape;20946;p91"/>
              <p:cNvSpPr/>
              <p:nvPr/>
            </p:nvSpPr>
            <p:spPr>
              <a:xfrm>
                <a:off x="3198078" y="2565295"/>
                <a:ext cx="20359" cy="20359"/>
              </a:xfrm>
              <a:custGeom>
                <a:rect b="b" l="l" r="r" t="t"/>
                <a:pathLst>
                  <a:path extrusionOk="0" h="692" w="692">
                    <a:moveTo>
                      <a:pt x="1" y="1"/>
                    </a:moveTo>
                    <a:lnTo>
                      <a:pt x="1" y="691"/>
                    </a:lnTo>
                    <a:lnTo>
                      <a:pt x="691" y="691"/>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47" name="Google Shape;20947;p91"/>
              <p:cNvSpPr/>
              <p:nvPr/>
            </p:nvSpPr>
            <p:spPr>
              <a:xfrm>
                <a:off x="3198078" y="2598921"/>
                <a:ext cx="20359" cy="20359"/>
              </a:xfrm>
              <a:custGeom>
                <a:rect b="b" l="l" r="r" t="t"/>
                <a:pathLst>
                  <a:path extrusionOk="0" h="692" w="692">
                    <a:moveTo>
                      <a:pt x="1" y="1"/>
                    </a:moveTo>
                    <a:lnTo>
                      <a:pt x="1" y="691"/>
                    </a:lnTo>
                    <a:lnTo>
                      <a:pt x="691" y="691"/>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grpSp>
        <p:nvGrpSpPr>
          <p:cNvPr id="20948" name="Google Shape;20948;p91"/>
          <p:cNvGrpSpPr/>
          <p:nvPr/>
        </p:nvGrpSpPr>
        <p:grpSpPr>
          <a:xfrm>
            <a:off x="1834458" y="2446205"/>
            <a:ext cx="338448" cy="338418"/>
            <a:chOff x="2367858" y="2446205"/>
            <a:chExt cx="338448" cy="338418"/>
          </a:xfrm>
        </p:grpSpPr>
        <p:sp>
          <p:nvSpPr>
            <p:cNvPr id="20949" name="Google Shape;20949;p91"/>
            <p:cNvSpPr/>
            <p:nvPr/>
          </p:nvSpPr>
          <p:spPr>
            <a:xfrm>
              <a:off x="2367858" y="2446205"/>
              <a:ext cx="338448" cy="338418"/>
            </a:xfrm>
            <a:custGeom>
              <a:rect b="b" l="l" r="r" t="t"/>
              <a:pathLst>
                <a:path extrusionOk="0" h="11503" w="11504">
                  <a:moveTo>
                    <a:pt x="2144" y="691"/>
                  </a:moveTo>
                  <a:cubicBezTo>
                    <a:pt x="2454" y="691"/>
                    <a:pt x="2692" y="929"/>
                    <a:pt x="2692" y="1215"/>
                  </a:cubicBezTo>
                  <a:cubicBezTo>
                    <a:pt x="2692" y="1524"/>
                    <a:pt x="2454" y="1762"/>
                    <a:pt x="2144" y="1762"/>
                  </a:cubicBezTo>
                  <a:cubicBezTo>
                    <a:pt x="1858" y="1762"/>
                    <a:pt x="1620" y="1524"/>
                    <a:pt x="1620" y="1215"/>
                  </a:cubicBezTo>
                  <a:cubicBezTo>
                    <a:pt x="1620" y="929"/>
                    <a:pt x="1858" y="691"/>
                    <a:pt x="2144" y="691"/>
                  </a:cubicBezTo>
                  <a:close/>
                  <a:moveTo>
                    <a:pt x="5764" y="691"/>
                  </a:moveTo>
                  <a:cubicBezTo>
                    <a:pt x="6050" y="691"/>
                    <a:pt x="6288" y="929"/>
                    <a:pt x="6288" y="1215"/>
                  </a:cubicBezTo>
                  <a:cubicBezTo>
                    <a:pt x="6288" y="1524"/>
                    <a:pt x="6050" y="1762"/>
                    <a:pt x="5764" y="1762"/>
                  </a:cubicBezTo>
                  <a:cubicBezTo>
                    <a:pt x="5454" y="1762"/>
                    <a:pt x="5216" y="1524"/>
                    <a:pt x="5216" y="1215"/>
                  </a:cubicBezTo>
                  <a:cubicBezTo>
                    <a:pt x="5216" y="929"/>
                    <a:pt x="5454" y="691"/>
                    <a:pt x="5764" y="691"/>
                  </a:cubicBezTo>
                  <a:close/>
                  <a:moveTo>
                    <a:pt x="9360" y="691"/>
                  </a:moveTo>
                  <a:cubicBezTo>
                    <a:pt x="9646" y="691"/>
                    <a:pt x="9884" y="929"/>
                    <a:pt x="9884" y="1215"/>
                  </a:cubicBezTo>
                  <a:cubicBezTo>
                    <a:pt x="9884" y="1524"/>
                    <a:pt x="9646" y="1762"/>
                    <a:pt x="9360" y="1762"/>
                  </a:cubicBezTo>
                  <a:cubicBezTo>
                    <a:pt x="9050" y="1762"/>
                    <a:pt x="8812" y="1524"/>
                    <a:pt x="8812" y="1215"/>
                  </a:cubicBezTo>
                  <a:cubicBezTo>
                    <a:pt x="8812" y="929"/>
                    <a:pt x="9050" y="691"/>
                    <a:pt x="9360" y="691"/>
                  </a:cubicBezTo>
                  <a:close/>
                  <a:moveTo>
                    <a:pt x="3644" y="1977"/>
                  </a:moveTo>
                  <a:lnTo>
                    <a:pt x="3644" y="10836"/>
                  </a:lnTo>
                  <a:lnTo>
                    <a:pt x="667" y="10836"/>
                  </a:lnTo>
                  <a:lnTo>
                    <a:pt x="667" y="1977"/>
                  </a:lnTo>
                  <a:lnTo>
                    <a:pt x="1168" y="1977"/>
                  </a:lnTo>
                  <a:cubicBezTo>
                    <a:pt x="1382" y="2263"/>
                    <a:pt x="1739" y="2453"/>
                    <a:pt x="2144" y="2453"/>
                  </a:cubicBezTo>
                  <a:cubicBezTo>
                    <a:pt x="2549" y="2453"/>
                    <a:pt x="2906" y="2263"/>
                    <a:pt x="3144" y="1977"/>
                  </a:cubicBezTo>
                  <a:close/>
                  <a:moveTo>
                    <a:pt x="7264" y="1977"/>
                  </a:moveTo>
                  <a:lnTo>
                    <a:pt x="7264" y="10836"/>
                  </a:lnTo>
                  <a:lnTo>
                    <a:pt x="4287" y="10836"/>
                  </a:lnTo>
                  <a:lnTo>
                    <a:pt x="4287" y="1977"/>
                  </a:lnTo>
                  <a:lnTo>
                    <a:pt x="4811" y="1977"/>
                  </a:lnTo>
                  <a:cubicBezTo>
                    <a:pt x="5002" y="2263"/>
                    <a:pt x="5359" y="2453"/>
                    <a:pt x="5788" y="2453"/>
                  </a:cubicBezTo>
                  <a:cubicBezTo>
                    <a:pt x="6192" y="2453"/>
                    <a:pt x="6526" y="2263"/>
                    <a:pt x="6764" y="1977"/>
                  </a:cubicBezTo>
                  <a:close/>
                  <a:moveTo>
                    <a:pt x="10884" y="1977"/>
                  </a:moveTo>
                  <a:lnTo>
                    <a:pt x="10884" y="10836"/>
                  </a:lnTo>
                  <a:lnTo>
                    <a:pt x="7907" y="10836"/>
                  </a:lnTo>
                  <a:lnTo>
                    <a:pt x="7907" y="1977"/>
                  </a:lnTo>
                  <a:lnTo>
                    <a:pt x="8407" y="1977"/>
                  </a:lnTo>
                  <a:cubicBezTo>
                    <a:pt x="8622" y="2263"/>
                    <a:pt x="8979" y="2453"/>
                    <a:pt x="9384" y="2453"/>
                  </a:cubicBezTo>
                  <a:cubicBezTo>
                    <a:pt x="9788" y="2453"/>
                    <a:pt x="10122" y="2263"/>
                    <a:pt x="10360" y="1977"/>
                  </a:cubicBezTo>
                  <a:close/>
                  <a:moveTo>
                    <a:pt x="2144" y="0"/>
                  </a:moveTo>
                  <a:cubicBezTo>
                    <a:pt x="1477" y="0"/>
                    <a:pt x="929" y="548"/>
                    <a:pt x="929" y="1215"/>
                  </a:cubicBezTo>
                  <a:lnTo>
                    <a:pt x="929" y="1286"/>
                  </a:lnTo>
                  <a:lnTo>
                    <a:pt x="1" y="1286"/>
                  </a:lnTo>
                  <a:lnTo>
                    <a:pt x="1" y="11502"/>
                  </a:lnTo>
                  <a:lnTo>
                    <a:pt x="11503" y="11502"/>
                  </a:lnTo>
                  <a:lnTo>
                    <a:pt x="11503" y="1286"/>
                  </a:lnTo>
                  <a:lnTo>
                    <a:pt x="10574" y="1286"/>
                  </a:lnTo>
                  <a:lnTo>
                    <a:pt x="10574" y="1215"/>
                  </a:lnTo>
                  <a:cubicBezTo>
                    <a:pt x="10574" y="548"/>
                    <a:pt x="10027" y="0"/>
                    <a:pt x="9360" y="0"/>
                  </a:cubicBezTo>
                  <a:cubicBezTo>
                    <a:pt x="8669" y="0"/>
                    <a:pt x="8121" y="548"/>
                    <a:pt x="8121" y="1215"/>
                  </a:cubicBezTo>
                  <a:lnTo>
                    <a:pt x="8121" y="1286"/>
                  </a:lnTo>
                  <a:lnTo>
                    <a:pt x="6978" y="1286"/>
                  </a:lnTo>
                  <a:lnTo>
                    <a:pt x="6978" y="1215"/>
                  </a:lnTo>
                  <a:cubicBezTo>
                    <a:pt x="6978" y="548"/>
                    <a:pt x="6431" y="0"/>
                    <a:pt x="5740" y="0"/>
                  </a:cubicBezTo>
                  <a:cubicBezTo>
                    <a:pt x="5073" y="0"/>
                    <a:pt x="4525" y="548"/>
                    <a:pt x="4525" y="1215"/>
                  </a:cubicBezTo>
                  <a:lnTo>
                    <a:pt x="4525" y="1286"/>
                  </a:lnTo>
                  <a:lnTo>
                    <a:pt x="3382" y="1286"/>
                  </a:lnTo>
                  <a:lnTo>
                    <a:pt x="3382" y="1215"/>
                  </a:lnTo>
                  <a:cubicBezTo>
                    <a:pt x="3382" y="548"/>
                    <a:pt x="2835" y="0"/>
                    <a:pt x="21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50" name="Google Shape;20950;p91"/>
            <p:cNvSpPr/>
            <p:nvPr/>
          </p:nvSpPr>
          <p:spPr>
            <a:xfrm>
              <a:off x="2516398" y="2542171"/>
              <a:ext cx="42777" cy="19653"/>
            </a:xfrm>
            <a:custGeom>
              <a:rect b="b" l="l" r="r" t="t"/>
              <a:pathLst>
                <a:path extrusionOk="0" h="668" w="1454">
                  <a:moveTo>
                    <a:pt x="0" y="1"/>
                  </a:moveTo>
                  <a:lnTo>
                    <a:pt x="0" y="668"/>
                  </a:lnTo>
                  <a:lnTo>
                    <a:pt x="1453" y="668"/>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51" name="Google Shape;20951;p91"/>
            <p:cNvSpPr/>
            <p:nvPr/>
          </p:nvSpPr>
          <p:spPr>
            <a:xfrm>
              <a:off x="2516398" y="2584918"/>
              <a:ext cx="42777" cy="19653"/>
            </a:xfrm>
            <a:custGeom>
              <a:rect b="b" l="l" r="r" t="t"/>
              <a:pathLst>
                <a:path extrusionOk="0" h="668" w="1454">
                  <a:moveTo>
                    <a:pt x="0" y="0"/>
                  </a:moveTo>
                  <a:lnTo>
                    <a:pt x="0" y="667"/>
                  </a:lnTo>
                  <a:lnTo>
                    <a:pt x="1453" y="667"/>
                  </a:lnTo>
                  <a:lnTo>
                    <a:pt x="14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52" name="Google Shape;20952;p91"/>
            <p:cNvSpPr/>
            <p:nvPr/>
          </p:nvSpPr>
          <p:spPr>
            <a:xfrm>
              <a:off x="2516398" y="2627664"/>
              <a:ext cx="42777" cy="20329"/>
            </a:xfrm>
            <a:custGeom>
              <a:rect b="b" l="l" r="r" t="t"/>
              <a:pathLst>
                <a:path extrusionOk="0" h="691" w="1454">
                  <a:moveTo>
                    <a:pt x="0" y="0"/>
                  </a:moveTo>
                  <a:lnTo>
                    <a:pt x="0" y="691"/>
                  </a:lnTo>
                  <a:lnTo>
                    <a:pt x="1453" y="691"/>
                  </a:lnTo>
                  <a:lnTo>
                    <a:pt x="14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53" name="Google Shape;20953;p91"/>
            <p:cNvSpPr/>
            <p:nvPr/>
          </p:nvSpPr>
          <p:spPr>
            <a:xfrm>
              <a:off x="2516398" y="2670382"/>
              <a:ext cx="42777" cy="20359"/>
            </a:xfrm>
            <a:custGeom>
              <a:rect b="b" l="l" r="r" t="t"/>
              <a:pathLst>
                <a:path extrusionOk="0" h="692" w="1454">
                  <a:moveTo>
                    <a:pt x="0" y="1"/>
                  </a:moveTo>
                  <a:lnTo>
                    <a:pt x="0" y="691"/>
                  </a:lnTo>
                  <a:lnTo>
                    <a:pt x="1453" y="691"/>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54" name="Google Shape;20954;p91"/>
            <p:cNvSpPr/>
            <p:nvPr/>
          </p:nvSpPr>
          <p:spPr>
            <a:xfrm>
              <a:off x="2409193" y="2542171"/>
              <a:ext cx="42777" cy="19653"/>
            </a:xfrm>
            <a:custGeom>
              <a:rect b="b" l="l" r="r" t="t"/>
              <a:pathLst>
                <a:path extrusionOk="0" h="668" w="1454">
                  <a:moveTo>
                    <a:pt x="1" y="1"/>
                  </a:moveTo>
                  <a:lnTo>
                    <a:pt x="1" y="668"/>
                  </a:lnTo>
                  <a:lnTo>
                    <a:pt x="1453" y="668"/>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55" name="Google Shape;20955;p91"/>
            <p:cNvSpPr/>
            <p:nvPr/>
          </p:nvSpPr>
          <p:spPr>
            <a:xfrm>
              <a:off x="2409193" y="2584918"/>
              <a:ext cx="42777" cy="19653"/>
            </a:xfrm>
            <a:custGeom>
              <a:rect b="b" l="l" r="r" t="t"/>
              <a:pathLst>
                <a:path extrusionOk="0" h="668" w="1454">
                  <a:moveTo>
                    <a:pt x="1" y="0"/>
                  </a:moveTo>
                  <a:lnTo>
                    <a:pt x="1" y="667"/>
                  </a:lnTo>
                  <a:lnTo>
                    <a:pt x="1453" y="667"/>
                  </a:lnTo>
                  <a:lnTo>
                    <a:pt x="14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56" name="Google Shape;20956;p91"/>
            <p:cNvSpPr/>
            <p:nvPr/>
          </p:nvSpPr>
          <p:spPr>
            <a:xfrm>
              <a:off x="2409193" y="2627664"/>
              <a:ext cx="42777" cy="20329"/>
            </a:xfrm>
            <a:custGeom>
              <a:rect b="b" l="l" r="r" t="t"/>
              <a:pathLst>
                <a:path extrusionOk="0" h="691" w="1454">
                  <a:moveTo>
                    <a:pt x="1" y="0"/>
                  </a:moveTo>
                  <a:lnTo>
                    <a:pt x="1" y="691"/>
                  </a:lnTo>
                  <a:lnTo>
                    <a:pt x="1453" y="691"/>
                  </a:lnTo>
                  <a:lnTo>
                    <a:pt x="14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57" name="Google Shape;20957;p91"/>
            <p:cNvSpPr/>
            <p:nvPr/>
          </p:nvSpPr>
          <p:spPr>
            <a:xfrm>
              <a:off x="2409193" y="2670382"/>
              <a:ext cx="42777" cy="20359"/>
            </a:xfrm>
            <a:custGeom>
              <a:rect b="b" l="l" r="r" t="t"/>
              <a:pathLst>
                <a:path extrusionOk="0" h="692" w="1454">
                  <a:moveTo>
                    <a:pt x="1" y="1"/>
                  </a:moveTo>
                  <a:lnTo>
                    <a:pt x="1" y="691"/>
                  </a:lnTo>
                  <a:lnTo>
                    <a:pt x="1453" y="691"/>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58" name="Google Shape;20958;p91"/>
            <p:cNvSpPr/>
            <p:nvPr/>
          </p:nvSpPr>
          <p:spPr>
            <a:xfrm>
              <a:off x="2622190" y="2542171"/>
              <a:ext cx="42747" cy="19653"/>
            </a:xfrm>
            <a:custGeom>
              <a:rect b="b" l="l" r="r" t="t"/>
              <a:pathLst>
                <a:path extrusionOk="0" h="668" w="1453">
                  <a:moveTo>
                    <a:pt x="0" y="1"/>
                  </a:moveTo>
                  <a:lnTo>
                    <a:pt x="0" y="668"/>
                  </a:lnTo>
                  <a:lnTo>
                    <a:pt x="1453" y="668"/>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59" name="Google Shape;20959;p91"/>
            <p:cNvSpPr/>
            <p:nvPr/>
          </p:nvSpPr>
          <p:spPr>
            <a:xfrm>
              <a:off x="2622190" y="2584918"/>
              <a:ext cx="42747" cy="19653"/>
            </a:xfrm>
            <a:custGeom>
              <a:rect b="b" l="l" r="r" t="t"/>
              <a:pathLst>
                <a:path extrusionOk="0" h="668" w="1453">
                  <a:moveTo>
                    <a:pt x="0" y="0"/>
                  </a:moveTo>
                  <a:lnTo>
                    <a:pt x="0" y="667"/>
                  </a:lnTo>
                  <a:lnTo>
                    <a:pt x="1453" y="667"/>
                  </a:lnTo>
                  <a:lnTo>
                    <a:pt x="14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60" name="Google Shape;20960;p91"/>
            <p:cNvSpPr/>
            <p:nvPr/>
          </p:nvSpPr>
          <p:spPr>
            <a:xfrm>
              <a:off x="2622190" y="2627664"/>
              <a:ext cx="42747" cy="20329"/>
            </a:xfrm>
            <a:custGeom>
              <a:rect b="b" l="l" r="r" t="t"/>
              <a:pathLst>
                <a:path extrusionOk="0" h="691" w="1453">
                  <a:moveTo>
                    <a:pt x="0" y="0"/>
                  </a:moveTo>
                  <a:lnTo>
                    <a:pt x="0" y="691"/>
                  </a:lnTo>
                  <a:lnTo>
                    <a:pt x="1453" y="691"/>
                  </a:lnTo>
                  <a:lnTo>
                    <a:pt x="14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61" name="Google Shape;20961;p91"/>
            <p:cNvSpPr/>
            <p:nvPr/>
          </p:nvSpPr>
          <p:spPr>
            <a:xfrm>
              <a:off x="2622190" y="2670382"/>
              <a:ext cx="42747" cy="20359"/>
            </a:xfrm>
            <a:custGeom>
              <a:rect b="b" l="l" r="r" t="t"/>
              <a:pathLst>
                <a:path extrusionOk="0" h="692" w="1453">
                  <a:moveTo>
                    <a:pt x="0" y="1"/>
                  </a:moveTo>
                  <a:lnTo>
                    <a:pt x="0" y="691"/>
                  </a:lnTo>
                  <a:lnTo>
                    <a:pt x="1453" y="691"/>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20962" name="Google Shape;20962;p91"/>
          <p:cNvGrpSpPr/>
          <p:nvPr/>
        </p:nvGrpSpPr>
        <p:grpSpPr>
          <a:xfrm>
            <a:off x="1095639" y="2528874"/>
            <a:ext cx="337738" cy="234742"/>
            <a:chOff x="1781439" y="2528874"/>
            <a:chExt cx="337738" cy="234742"/>
          </a:xfrm>
        </p:grpSpPr>
        <p:sp>
          <p:nvSpPr>
            <p:cNvPr id="20963" name="Google Shape;20963;p91"/>
            <p:cNvSpPr/>
            <p:nvPr/>
          </p:nvSpPr>
          <p:spPr>
            <a:xfrm>
              <a:off x="1781439" y="2528874"/>
              <a:ext cx="93232" cy="234742"/>
            </a:xfrm>
            <a:custGeom>
              <a:rect b="b" l="l" r="r" t="t"/>
              <a:pathLst>
                <a:path extrusionOk="0" h="7979" w="3169">
                  <a:moveTo>
                    <a:pt x="2525" y="643"/>
                  </a:moveTo>
                  <a:lnTo>
                    <a:pt x="2525" y="691"/>
                  </a:lnTo>
                  <a:lnTo>
                    <a:pt x="2525" y="1953"/>
                  </a:lnTo>
                  <a:lnTo>
                    <a:pt x="1597" y="2501"/>
                  </a:lnTo>
                  <a:lnTo>
                    <a:pt x="692" y="1953"/>
                  </a:lnTo>
                  <a:lnTo>
                    <a:pt x="692" y="643"/>
                  </a:lnTo>
                  <a:close/>
                  <a:moveTo>
                    <a:pt x="2525" y="2763"/>
                  </a:moveTo>
                  <a:lnTo>
                    <a:pt x="2525" y="7311"/>
                  </a:lnTo>
                  <a:lnTo>
                    <a:pt x="692" y="7311"/>
                  </a:lnTo>
                  <a:lnTo>
                    <a:pt x="692" y="2763"/>
                  </a:lnTo>
                  <a:lnTo>
                    <a:pt x="1597" y="3310"/>
                  </a:lnTo>
                  <a:lnTo>
                    <a:pt x="2525" y="2763"/>
                  </a:lnTo>
                  <a:close/>
                  <a:moveTo>
                    <a:pt x="1" y="0"/>
                  </a:moveTo>
                  <a:lnTo>
                    <a:pt x="1" y="7978"/>
                  </a:lnTo>
                  <a:lnTo>
                    <a:pt x="3168" y="7978"/>
                  </a:lnTo>
                  <a:lnTo>
                    <a:pt x="31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64" name="Google Shape;20964;p91"/>
            <p:cNvSpPr/>
            <p:nvPr/>
          </p:nvSpPr>
          <p:spPr>
            <a:xfrm>
              <a:off x="1903353" y="2528874"/>
              <a:ext cx="93203" cy="234742"/>
            </a:xfrm>
            <a:custGeom>
              <a:rect b="b" l="l" r="r" t="t"/>
              <a:pathLst>
                <a:path extrusionOk="0" h="7979" w="3168">
                  <a:moveTo>
                    <a:pt x="2525" y="691"/>
                  </a:moveTo>
                  <a:lnTo>
                    <a:pt x="2525" y="5239"/>
                  </a:lnTo>
                  <a:lnTo>
                    <a:pt x="1620" y="4692"/>
                  </a:lnTo>
                  <a:lnTo>
                    <a:pt x="667" y="5239"/>
                  </a:lnTo>
                  <a:lnTo>
                    <a:pt x="667" y="691"/>
                  </a:lnTo>
                  <a:close/>
                  <a:moveTo>
                    <a:pt x="1596" y="5501"/>
                  </a:moveTo>
                  <a:lnTo>
                    <a:pt x="2501" y="6049"/>
                  </a:lnTo>
                  <a:lnTo>
                    <a:pt x="2501" y="7311"/>
                  </a:lnTo>
                  <a:lnTo>
                    <a:pt x="667" y="7311"/>
                  </a:lnTo>
                  <a:lnTo>
                    <a:pt x="667" y="6049"/>
                  </a:lnTo>
                  <a:lnTo>
                    <a:pt x="1596" y="5501"/>
                  </a:lnTo>
                  <a:close/>
                  <a:moveTo>
                    <a:pt x="1" y="0"/>
                  </a:moveTo>
                  <a:lnTo>
                    <a:pt x="1" y="7978"/>
                  </a:lnTo>
                  <a:lnTo>
                    <a:pt x="3168" y="7978"/>
                  </a:lnTo>
                  <a:lnTo>
                    <a:pt x="31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65" name="Google Shape;20965;p91"/>
            <p:cNvSpPr/>
            <p:nvPr/>
          </p:nvSpPr>
          <p:spPr>
            <a:xfrm>
              <a:off x="2025974" y="2528874"/>
              <a:ext cx="93203" cy="234742"/>
            </a:xfrm>
            <a:custGeom>
              <a:rect b="b" l="l" r="r" t="t"/>
              <a:pathLst>
                <a:path extrusionOk="0" h="7979" w="3168">
                  <a:moveTo>
                    <a:pt x="2501" y="715"/>
                  </a:moveTo>
                  <a:lnTo>
                    <a:pt x="2501" y="2001"/>
                  </a:lnTo>
                  <a:lnTo>
                    <a:pt x="1596" y="2525"/>
                  </a:lnTo>
                  <a:lnTo>
                    <a:pt x="643" y="2001"/>
                  </a:lnTo>
                  <a:lnTo>
                    <a:pt x="643" y="715"/>
                  </a:lnTo>
                  <a:close/>
                  <a:moveTo>
                    <a:pt x="2501" y="2739"/>
                  </a:moveTo>
                  <a:lnTo>
                    <a:pt x="2501" y="7287"/>
                  </a:lnTo>
                  <a:lnTo>
                    <a:pt x="643" y="7287"/>
                  </a:lnTo>
                  <a:lnTo>
                    <a:pt x="643" y="2739"/>
                  </a:lnTo>
                  <a:lnTo>
                    <a:pt x="1596" y="3263"/>
                  </a:lnTo>
                  <a:lnTo>
                    <a:pt x="2501" y="2739"/>
                  </a:lnTo>
                  <a:close/>
                  <a:moveTo>
                    <a:pt x="0" y="0"/>
                  </a:moveTo>
                  <a:lnTo>
                    <a:pt x="0" y="7978"/>
                  </a:lnTo>
                  <a:lnTo>
                    <a:pt x="3168" y="7978"/>
                  </a:lnTo>
                  <a:lnTo>
                    <a:pt x="31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20966" name="Google Shape;20966;p91"/>
          <p:cNvSpPr/>
          <p:nvPr/>
        </p:nvSpPr>
        <p:spPr>
          <a:xfrm>
            <a:off x="1094962" y="3012296"/>
            <a:ext cx="339124" cy="339830"/>
          </a:xfrm>
          <a:custGeom>
            <a:rect b="b" l="l" r="r" t="t"/>
            <a:pathLst>
              <a:path extrusionOk="0" h="11551" w="11527">
                <a:moveTo>
                  <a:pt x="6097" y="691"/>
                </a:moveTo>
                <a:cubicBezTo>
                  <a:pt x="8740" y="857"/>
                  <a:pt x="10860" y="3072"/>
                  <a:pt x="10860" y="5739"/>
                </a:cubicBezTo>
                <a:cubicBezTo>
                  <a:pt x="10860" y="6930"/>
                  <a:pt x="10431" y="8026"/>
                  <a:pt x="9764" y="8907"/>
                </a:cubicBezTo>
                <a:lnTo>
                  <a:pt x="8954" y="8145"/>
                </a:lnTo>
                <a:cubicBezTo>
                  <a:pt x="9454" y="7478"/>
                  <a:pt x="9764" y="6644"/>
                  <a:pt x="9764" y="5739"/>
                </a:cubicBezTo>
                <a:cubicBezTo>
                  <a:pt x="9764" y="3668"/>
                  <a:pt x="8145" y="1929"/>
                  <a:pt x="6097" y="1786"/>
                </a:cubicBezTo>
                <a:lnTo>
                  <a:pt x="6097" y="691"/>
                </a:lnTo>
                <a:close/>
                <a:moveTo>
                  <a:pt x="5763" y="2429"/>
                </a:moveTo>
                <a:cubicBezTo>
                  <a:pt x="7573" y="2429"/>
                  <a:pt x="9073" y="3930"/>
                  <a:pt x="9073" y="5739"/>
                </a:cubicBezTo>
                <a:cubicBezTo>
                  <a:pt x="9073" y="7549"/>
                  <a:pt x="7573" y="9050"/>
                  <a:pt x="5763" y="9050"/>
                </a:cubicBezTo>
                <a:cubicBezTo>
                  <a:pt x="3953" y="9050"/>
                  <a:pt x="2453" y="7549"/>
                  <a:pt x="2453" y="5739"/>
                </a:cubicBezTo>
                <a:cubicBezTo>
                  <a:pt x="2453" y="3930"/>
                  <a:pt x="3953" y="2429"/>
                  <a:pt x="5763" y="2429"/>
                </a:cubicBezTo>
                <a:close/>
                <a:moveTo>
                  <a:pt x="5406" y="691"/>
                </a:moveTo>
                <a:lnTo>
                  <a:pt x="5406" y="1786"/>
                </a:lnTo>
                <a:cubicBezTo>
                  <a:pt x="3358" y="1953"/>
                  <a:pt x="1739" y="3668"/>
                  <a:pt x="1739" y="5739"/>
                </a:cubicBezTo>
                <a:cubicBezTo>
                  <a:pt x="1739" y="7835"/>
                  <a:pt x="3358" y="9550"/>
                  <a:pt x="5406" y="9693"/>
                </a:cubicBezTo>
                <a:lnTo>
                  <a:pt x="5406" y="10812"/>
                </a:lnTo>
                <a:cubicBezTo>
                  <a:pt x="2786" y="10645"/>
                  <a:pt x="667" y="8430"/>
                  <a:pt x="667" y="5739"/>
                </a:cubicBezTo>
                <a:cubicBezTo>
                  <a:pt x="667" y="3072"/>
                  <a:pt x="2763" y="857"/>
                  <a:pt x="5406" y="691"/>
                </a:cubicBezTo>
                <a:close/>
                <a:moveTo>
                  <a:pt x="8478" y="8669"/>
                </a:moveTo>
                <a:lnTo>
                  <a:pt x="9288" y="9407"/>
                </a:lnTo>
                <a:cubicBezTo>
                  <a:pt x="8430" y="10217"/>
                  <a:pt x="7335" y="10740"/>
                  <a:pt x="6097" y="10812"/>
                </a:cubicBezTo>
                <a:lnTo>
                  <a:pt x="6097" y="9740"/>
                </a:lnTo>
                <a:cubicBezTo>
                  <a:pt x="7025" y="9645"/>
                  <a:pt x="7859" y="9264"/>
                  <a:pt x="8478" y="8669"/>
                </a:cubicBezTo>
                <a:close/>
                <a:moveTo>
                  <a:pt x="5763" y="0"/>
                </a:moveTo>
                <a:cubicBezTo>
                  <a:pt x="4215" y="0"/>
                  <a:pt x="2786" y="596"/>
                  <a:pt x="1691" y="1691"/>
                </a:cubicBezTo>
                <a:cubicBezTo>
                  <a:pt x="619" y="2763"/>
                  <a:pt x="0" y="4215"/>
                  <a:pt x="0" y="5763"/>
                </a:cubicBezTo>
                <a:cubicBezTo>
                  <a:pt x="0" y="7311"/>
                  <a:pt x="595" y="8740"/>
                  <a:pt x="1691" y="9859"/>
                </a:cubicBezTo>
                <a:cubicBezTo>
                  <a:pt x="2763" y="10931"/>
                  <a:pt x="4215" y="11550"/>
                  <a:pt x="5763" y="11550"/>
                </a:cubicBezTo>
                <a:cubicBezTo>
                  <a:pt x="7311" y="11550"/>
                  <a:pt x="8740" y="10955"/>
                  <a:pt x="9836" y="9859"/>
                </a:cubicBezTo>
                <a:cubicBezTo>
                  <a:pt x="10907" y="8788"/>
                  <a:pt x="11526" y="7311"/>
                  <a:pt x="11526" y="5763"/>
                </a:cubicBezTo>
                <a:cubicBezTo>
                  <a:pt x="11503" y="4215"/>
                  <a:pt x="10907" y="2763"/>
                  <a:pt x="9836" y="1691"/>
                </a:cubicBezTo>
                <a:cubicBezTo>
                  <a:pt x="8764" y="619"/>
                  <a:pt x="7311" y="0"/>
                  <a:pt x="5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67" name="Google Shape;20967;p91"/>
          <p:cNvSpPr/>
          <p:nvPr/>
        </p:nvSpPr>
        <p:spPr>
          <a:xfrm>
            <a:off x="1835871" y="2989172"/>
            <a:ext cx="337036" cy="339830"/>
          </a:xfrm>
          <a:custGeom>
            <a:rect b="b" l="l" r="r" t="t"/>
            <a:pathLst>
              <a:path extrusionOk="0" h="11551" w="11456">
                <a:moveTo>
                  <a:pt x="9717" y="715"/>
                </a:moveTo>
                <a:lnTo>
                  <a:pt x="9717" y="1501"/>
                </a:lnTo>
                <a:lnTo>
                  <a:pt x="5311" y="1501"/>
                </a:lnTo>
                <a:cubicBezTo>
                  <a:pt x="5073" y="1501"/>
                  <a:pt x="4906" y="1286"/>
                  <a:pt x="4930" y="1072"/>
                </a:cubicBezTo>
                <a:cubicBezTo>
                  <a:pt x="4954" y="881"/>
                  <a:pt x="5144" y="715"/>
                  <a:pt x="5359" y="715"/>
                </a:cubicBezTo>
                <a:close/>
                <a:moveTo>
                  <a:pt x="10764" y="3858"/>
                </a:moveTo>
                <a:lnTo>
                  <a:pt x="10764" y="4620"/>
                </a:lnTo>
                <a:lnTo>
                  <a:pt x="6359" y="4620"/>
                </a:lnTo>
                <a:cubicBezTo>
                  <a:pt x="6121" y="4620"/>
                  <a:pt x="5954" y="4406"/>
                  <a:pt x="5978" y="4215"/>
                </a:cubicBezTo>
                <a:cubicBezTo>
                  <a:pt x="6002" y="4001"/>
                  <a:pt x="6216" y="3858"/>
                  <a:pt x="6383" y="3858"/>
                </a:cubicBezTo>
                <a:close/>
                <a:moveTo>
                  <a:pt x="2072" y="4358"/>
                </a:moveTo>
                <a:cubicBezTo>
                  <a:pt x="2882" y="4358"/>
                  <a:pt x="3501" y="5001"/>
                  <a:pt x="3501" y="5787"/>
                </a:cubicBezTo>
                <a:cubicBezTo>
                  <a:pt x="3501" y="6597"/>
                  <a:pt x="2882" y="7216"/>
                  <a:pt x="2072" y="7216"/>
                </a:cubicBezTo>
                <a:cubicBezTo>
                  <a:pt x="1262" y="7216"/>
                  <a:pt x="643" y="6549"/>
                  <a:pt x="643" y="5787"/>
                </a:cubicBezTo>
                <a:cubicBezTo>
                  <a:pt x="643" y="4977"/>
                  <a:pt x="1310" y="4358"/>
                  <a:pt x="2072" y="4358"/>
                </a:cubicBezTo>
                <a:close/>
                <a:moveTo>
                  <a:pt x="10764" y="6978"/>
                </a:moveTo>
                <a:lnTo>
                  <a:pt x="10764" y="7740"/>
                </a:lnTo>
                <a:lnTo>
                  <a:pt x="6359" y="7740"/>
                </a:lnTo>
                <a:cubicBezTo>
                  <a:pt x="6121" y="7740"/>
                  <a:pt x="5954" y="7549"/>
                  <a:pt x="5978" y="7335"/>
                </a:cubicBezTo>
                <a:cubicBezTo>
                  <a:pt x="6002" y="7121"/>
                  <a:pt x="6216" y="6978"/>
                  <a:pt x="6383" y="6978"/>
                </a:cubicBezTo>
                <a:close/>
                <a:moveTo>
                  <a:pt x="9717" y="10098"/>
                </a:moveTo>
                <a:lnTo>
                  <a:pt x="9717" y="10883"/>
                </a:lnTo>
                <a:lnTo>
                  <a:pt x="5311" y="10883"/>
                </a:lnTo>
                <a:cubicBezTo>
                  <a:pt x="5073" y="10883"/>
                  <a:pt x="4906" y="10669"/>
                  <a:pt x="4930" y="10455"/>
                </a:cubicBezTo>
                <a:cubicBezTo>
                  <a:pt x="4954" y="10240"/>
                  <a:pt x="5144" y="10098"/>
                  <a:pt x="5359" y="10098"/>
                </a:cubicBezTo>
                <a:close/>
                <a:moveTo>
                  <a:pt x="5359" y="0"/>
                </a:moveTo>
                <a:cubicBezTo>
                  <a:pt x="4882" y="0"/>
                  <a:pt x="4477" y="310"/>
                  <a:pt x="4335" y="739"/>
                </a:cubicBezTo>
                <a:lnTo>
                  <a:pt x="3001" y="739"/>
                </a:lnTo>
                <a:lnTo>
                  <a:pt x="1858" y="3668"/>
                </a:lnTo>
                <a:cubicBezTo>
                  <a:pt x="834" y="3787"/>
                  <a:pt x="0" y="4668"/>
                  <a:pt x="0" y="5787"/>
                </a:cubicBezTo>
                <a:cubicBezTo>
                  <a:pt x="0" y="6883"/>
                  <a:pt x="834" y="7764"/>
                  <a:pt x="1858" y="7883"/>
                </a:cubicBezTo>
                <a:lnTo>
                  <a:pt x="3001" y="10812"/>
                </a:lnTo>
                <a:lnTo>
                  <a:pt x="4335" y="10812"/>
                </a:lnTo>
                <a:cubicBezTo>
                  <a:pt x="4477" y="11217"/>
                  <a:pt x="4882" y="11550"/>
                  <a:pt x="5359" y="11550"/>
                </a:cubicBezTo>
                <a:lnTo>
                  <a:pt x="10407" y="11550"/>
                </a:lnTo>
                <a:lnTo>
                  <a:pt x="10407" y="9383"/>
                </a:lnTo>
                <a:lnTo>
                  <a:pt x="5359" y="9383"/>
                </a:lnTo>
                <a:cubicBezTo>
                  <a:pt x="4882" y="9383"/>
                  <a:pt x="4477" y="9693"/>
                  <a:pt x="4335" y="10121"/>
                </a:cubicBezTo>
                <a:lnTo>
                  <a:pt x="3453" y="10121"/>
                </a:lnTo>
                <a:lnTo>
                  <a:pt x="2548" y="7835"/>
                </a:lnTo>
                <a:cubicBezTo>
                  <a:pt x="2929" y="7740"/>
                  <a:pt x="3287" y="7549"/>
                  <a:pt x="3572" y="7264"/>
                </a:cubicBezTo>
                <a:lnTo>
                  <a:pt x="4477" y="7668"/>
                </a:lnTo>
                <a:lnTo>
                  <a:pt x="5382" y="7668"/>
                </a:lnTo>
                <a:cubicBezTo>
                  <a:pt x="5525" y="8073"/>
                  <a:pt x="5906" y="8407"/>
                  <a:pt x="6383" y="8407"/>
                </a:cubicBezTo>
                <a:lnTo>
                  <a:pt x="11455" y="8407"/>
                </a:lnTo>
                <a:lnTo>
                  <a:pt x="11455" y="6263"/>
                </a:lnTo>
                <a:lnTo>
                  <a:pt x="6383" y="6263"/>
                </a:lnTo>
                <a:cubicBezTo>
                  <a:pt x="5906" y="6263"/>
                  <a:pt x="5525" y="6549"/>
                  <a:pt x="5382" y="7002"/>
                </a:cubicBezTo>
                <a:lnTo>
                  <a:pt x="4644" y="7002"/>
                </a:lnTo>
                <a:lnTo>
                  <a:pt x="3977" y="6740"/>
                </a:lnTo>
                <a:cubicBezTo>
                  <a:pt x="4120" y="6430"/>
                  <a:pt x="4192" y="6144"/>
                  <a:pt x="4192" y="5787"/>
                </a:cubicBezTo>
                <a:cubicBezTo>
                  <a:pt x="4192" y="5430"/>
                  <a:pt x="4096" y="5120"/>
                  <a:pt x="3977" y="4835"/>
                </a:cubicBezTo>
                <a:lnTo>
                  <a:pt x="4644" y="4549"/>
                </a:lnTo>
                <a:lnTo>
                  <a:pt x="5382" y="4549"/>
                </a:lnTo>
                <a:lnTo>
                  <a:pt x="5382" y="4573"/>
                </a:lnTo>
                <a:cubicBezTo>
                  <a:pt x="5525" y="4977"/>
                  <a:pt x="5906" y="5311"/>
                  <a:pt x="6383" y="5311"/>
                </a:cubicBezTo>
                <a:lnTo>
                  <a:pt x="11455" y="5311"/>
                </a:lnTo>
                <a:lnTo>
                  <a:pt x="11455" y="3144"/>
                </a:lnTo>
                <a:lnTo>
                  <a:pt x="6383" y="3144"/>
                </a:lnTo>
                <a:cubicBezTo>
                  <a:pt x="5906" y="3144"/>
                  <a:pt x="5525" y="3430"/>
                  <a:pt x="5382" y="3882"/>
                </a:cubicBezTo>
                <a:lnTo>
                  <a:pt x="4477" y="3882"/>
                </a:lnTo>
                <a:lnTo>
                  <a:pt x="3572" y="4263"/>
                </a:lnTo>
                <a:cubicBezTo>
                  <a:pt x="3287" y="4001"/>
                  <a:pt x="2929" y="3787"/>
                  <a:pt x="2548" y="3691"/>
                </a:cubicBezTo>
                <a:lnTo>
                  <a:pt x="3453" y="1405"/>
                </a:lnTo>
                <a:lnTo>
                  <a:pt x="4335" y="1405"/>
                </a:lnTo>
                <a:cubicBezTo>
                  <a:pt x="4477" y="1810"/>
                  <a:pt x="4882" y="2144"/>
                  <a:pt x="5359" y="2144"/>
                </a:cubicBezTo>
                <a:lnTo>
                  <a:pt x="10407" y="2144"/>
                </a:lnTo>
                <a:lnTo>
                  <a:pt x="104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68" name="Google Shape;20968;p91"/>
          <p:cNvSpPr/>
          <p:nvPr/>
        </p:nvSpPr>
        <p:spPr>
          <a:xfrm>
            <a:off x="2581692" y="3006676"/>
            <a:ext cx="337712" cy="339124"/>
          </a:xfrm>
          <a:custGeom>
            <a:rect b="b" l="l" r="r" t="t"/>
            <a:pathLst>
              <a:path extrusionOk="0" h="11527" w="11479">
                <a:moveTo>
                  <a:pt x="3239" y="5097"/>
                </a:moveTo>
                <a:lnTo>
                  <a:pt x="3239" y="10812"/>
                </a:lnTo>
                <a:lnTo>
                  <a:pt x="2477" y="10812"/>
                </a:lnTo>
                <a:lnTo>
                  <a:pt x="2477" y="5168"/>
                </a:lnTo>
                <a:cubicBezTo>
                  <a:pt x="2739" y="5168"/>
                  <a:pt x="3001" y="5121"/>
                  <a:pt x="3239" y="5097"/>
                </a:cubicBezTo>
                <a:close/>
                <a:moveTo>
                  <a:pt x="4692" y="4835"/>
                </a:moveTo>
                <a:lnTo>
                  <a:pt x="4692" y="10836"/>
                </a:lnTo>
                <a:lnTo>
                  <a:pt x="3930" y="10836"/>
                </a:lnTo>
                <a:lnTo>
                  <a:pt x="3930" y="5002"/>
                </a:lnTo>
                <a:cubicBezTo>
                  <a:pt x="4192" y="4954"/>
                  <a:pt x="4453" y="4883"/>
                  <a:pt x="4692" y="4835"/>
                </a:cubicBezTo>
                <a:close/>
                <a:moveTo>
                  <a:pt x="6168" y="4263"/>
                </a:moveTo>
                <a:lnTo>
                  <a:pt x="6168" y="10836"/>
                </a:lnTo>
                <a:lnTo>
                  <a:pt x="5382" y="10836"/>
                </a:lnTo>
                <a:lnTo>
                  <a:pt x="5382" y="4597"/>
                </a:lnTo>
                <a:cubicBezTo>
                  <a:pt x="5644" y="4502"/>
                  <a:pt x="5930" y="4382"/>
                  <a:pt x="6168" y="4263"/>
                </a:cubicBezTo>
                <a:close/>
                <a:moveTo>
                  <a:pt x="7621" y="3382"/>
                </a:moveTo>
                <a:lnTo>
                  <a:pt x="7621" y="10836"/>
                </a:lnTo>
                <a:lnTo>
                  <a:pt x="6859" y="10836"/>
                </a:lnTo>
                <a:lnTo>
                  <a:pt x="6859" y="3882"/>
                </a:lnTo>
                <a:cubicBezTo>
                  <a:pt x="7121" y="3739"/>
                  <a:pt x="7383" y="3549"/>
                  <a:pt x="7621" y="3382"/>
                </a:cubicBezTo>
                <a:close/>
                <a:moveTo>
                  <a:pt x="9073" y="2025"/>
                </a:moveTo>
                <a:lnTo>
                  <a:pt x="9073" y="10836"/>
                </a:lnTo>
                <a:lnTo>
                  <a:pt x="8311" y="10836"/>
                </a:lnTo>
                <a:lnTo>
                  <a:pt x="8311" y="2835"/>
                </a:lnTo>
                <a:cubicBezTo>
                  <a:pt x="8573" y="2596"/>
                  <a:pt x="8835" y="2334"/>
                  <a:pt x="9073" y="2025"/>
                </a:cubicBezTo>
                <a:close/>
                <a:moveTo>
                  <a:pt x="9764" y="1"/>
                </a:moveTo>
                <a:lnTo>
                  <a:pt x="9145" y="882"/>
                </a:lnTo>
                <a:cubicBezTo>
                  <a:pt x="7526" y="3168"/>
                  <a:pt x="4906" y="4502"/>
                  <a:pt x="2120" y="4502"/>
                </a:cubicBezTo>
                <a:lnTo>
                  <a:pt x="1786" y="4502"/>
                </a:lnTo>
                <a:lnTo>
                  <a:pt x="1786" y="10836"/>
                </a:lnTo>
                <a:lnTo>
                  <a:pt x="0" y="10836"/>
                </a:lnTo>
                <a:lnTo>
                  <a:pt x="0" y="11527"/>
                </a:lnTo>
                <a:lnTo>
                  <a:pt x="11479" y="11527"/>
                </a:lnTo>
                <a:lnTo>
                  <a:pt x="11479" y="10836"/>
                </a:lnTo>
                <a:lnTo>
                  <a:pt x="9764" y="10836"/>
                </a:lnTo>
                <a:lnTo>
                  <a:pt x="97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69" name="Google Shape;20969;p91"/>
          <p:cNvSpPr/>
          <p:nvPr/>
        </p:nvSpPr>
        <p:spPr>
          <a:xfrm>
            <a:off x="3279854" y="2985671"/>
            <a:ext cx="343331" cy="330004"/>
          </a:xfrm>
          <a:custGeom>
            <a:rect b="b" l="l" r="r" t="t"/>
            <a:pathLst>
              <a:path extrusionOk="0" h="11217" w="11670">
                <a:moveTo>
                  <a:pt x="5811" y="667"/>
                </a:moveTo>
                <a:cubicBezTo>
                  <a:pt x="6359" y="667"/>
                  <a:pt x="6883" y="881"/>
                  <a:pt x="7264" y="1262"/>
                </a:cubicBezTo>
                <a:cubicBezTo>
                  <a:pt x="7550" y="1548"/>
                  <a:pt x="7764" y="1929"/>
                  <a:pt x="7812" y="2334"/>
                </a:cubicBezTo>
                <a:cubicBezTo>
                  <a:pt x="7097" y="2596"/>
                  <a:pt x="6550" y="3168"/>
                  <a:pt x="6264" y="3810"/>
                </a:cubicBezTo>
                <a:cubicBezTo>
                  <a:pt x="6121" y="3787"/>
                  <a:pt x="5954" y="3763"/>
                  <a:pt x="5788" y="3763"/>
                </a:cubicBezTo>
                <a:cubicBezTo>
                  <a:pt x="5645" y="3763"/>
                  <a:pt x="5478" y="3787"/>
                  <a:pt x="5311" y="3810"/>
                </a:cubicBezTo>
                <a:lnTo>
                  <a:pt x="5240" y="3644"/>
                </a:lnTo>
                <a:cubicBezTo>
                  <a:pt x="4906" y="3025"/>
                  <a:pt x="4406" y="2572"/>
                  <a:pt x="3740" y="2310"/>
                </a:cubicBezTo>
                <a:cubicBezTo>
                  <a:pt x="3859" y="1953"/>
                  <a:pt x="4049" y="1548"/>
                  <a:pt x="4335" y="1262"/>
                </a:cubicBezTo>
                <a:cubicBezTo>
                  <a:pt x="4740" y="881"/>
                  <a:pt x="5264" y="667"/>
                  <a:pt x="5811" y="667"/>
                </a:cubicBezTo>
                <a:close/>
                <a:moveTo>
                  <a:pt x="2835" y="2834"/>
                </a:moveTo>
                <a:cubicBezTo>
                  <a:pt x="3025" y="2834"/>
                  <a:pt x="3239" y="2858"/>
                  <a:pt x="3478" y="2929"/>
                </a:cubicBezTo>
                <a:cubicBezTo>
                  <a:pt x="4025" y="3096"/>
                  <a:pt x="4430" y="3453"/>
                  <a:pt x="4668" y="3977"/>
                </a:cubicBezTo>
                <a:cubicBezTo>
                  <a:pt x="4692" y="4001"/>
                  <a:pt x="4692" y="4049"/>
                  <a:pt x="4740" y="4096"/>
                </a:cubicBezTo>
                <a:cubicBezTo>
                  <a:pt x="4168" y="4406"/>
                  <a:pt x="3811" y="5001"/>
                  <a:pt x="3740" y="5692"/>
                </a:cubicBezTo>
                <a:cubicBezTo>
                  <a:pt x="3025" y="5763"/>
                  <a:pt x="2311" y="6120"/>
                  <a:pt x="1834" y="6716"/>
                </a:cubicBezTo>
                <a:cubicBezTo>
                  <a:pt x="1453" y="6525"/>
                  <a:pt x="1168" y="6240"/>
                  <a:pt x="977" y="5835"/>
                </a:cubicBezTo>
                <a:cubicBezTo>
                  <a:pt x="739" y="5335"/>
                  <a:pt x="691" y="4811"/>
                  <a:pt x="858" y="4263"/>
                </a:cubicBezTo>
                <a:cubicBezTo>
                  <a:pt x="1168" y="3406"/>
                  <a:pt x="1953" y="2834"/>
                  <a:pt x="2835" y="2834"/>
                </a:cubicBezTo>
                <a:close/>
                <a:moveTo>
                  <a:pt x="8812" y="2858"/>
                </a:moveTo>
                <a:cubicBezTo>
                  <a:pt x="9669" y="2858"/>
                  <a:pt x="10503" y="3429"/>
                  <a:pt x="10765" y="4287"/>
                </a:cubicBezTo>
                <a:cubicBezTo>
                  <a:pt x="10979" y="4811"/>
                  <a:pt x="10931" y="5358"/>
                  <a:pt x="10693" y="5882"/>
                </a:cubicBezTo>
                <a:cubicBezTo>
                  <a:pt x="10455" y="6382"/>
                  <a:pt x="10003" y="6740"/>
                  <a:pt x="9455" y="6906"/>
                </a:cubicBezTo>
                <a:cubicBezTo>
                  <a:pt x="9248" y="6973"/>
                  <a:pt x="9037" y="7004"/>
                  <a:pt x="8831" y="7004"/>
                </a:cubicBezTo>
                <a:cubicBezTo>
                  <a:pt x="8445" y="7004"/>
                  <a:pt x="8074" y="6894"/>
                  <a:pt x="7764" y="6692"/>
                </a:cubicBezTo>
                <a:cubicBezTo>
                  <a:pt x="7859" y="6478"/>
                  <a:pt x="7907" y="6192"/>
                  <a:pt x="7907" y="5906"/>
                </a:cubicBezTo>
                <a:cubicBezTo>
                  <a:pt x="7907" y="5144"/>
                  <a:pt x="7526" y="4477"/>
                  <a:pt x="6907" y="4120"/>
                </a:cubicBezTo>
                <a:cubicBezTo>
                  <a:pt x="7145" y="3572"/>
                  <a:pt x="7597" y="3120"/>
                  <a:pt x="8193" y="2953"/>
                </a:cubicBezTo>
                <a:cubicBezTo>
                  <a:pt x="8383" y="2882"/>
                  <a:pt x="8598" y="2858"/>
                  <a:pt x="8812" y="2858"/>
                </a:cubicBezTo>
                <a:close/>
                <a:moveTo>
                  <a:pt x="5835" y="4477"/>
                </a:moveTo>
                <a:cubicBezTo>
                  <a:pt x="6645" y="4477"/>
                  <a:pt x="7264" y="5096"/>
                  <a:pt x="7264" y="5906"/>
                </a:cubicBezTo>
                <a:cubicBezTo>
                  <a:pt x="7240" y="6668"/>
                  <a:pt x="6597" y="7335"/>
                  <a:pt x="5835" y="7335"/>
                </a:cubicBezTo>
                <a:cubicBezTo>
                  <a:pt x="5049" y="7335"/>
                  <a:pt x="4406" y="6716"/>
                  <a:pt x="4406" y="5906"/>
                </a:cubicBezTo>
                <a:cubicBezTo>
                  <a:pt x="4406" y="5120"/>
                  <a:pt x="5026" y="4477"/>
                  <a:pt x="5835" y="4477"/>
                </a:cubicBezTo>
                <a:close/>
                <a:moveTo>
                  <a:pt x="7407" y="7240"/>
                </a:moveTo>
                <a:cubicBezTo>
                  <a:pt x="7836" y="7502"/>
                  <a:pt x="8336" y="7621"/>
                  <a:pt x="8836" y="7621"/>
                </a:cubicBezTo>
                <a:cubicBezTo>
                  <a:pt x="9074" y="7621"/>
                  <a:pt x="9312" y="7597"/>
                  <a:pt x="9550" y="7549"/>
                </a:cubicBezTo>
                <a:cubicBezTo>
                  <a:pt x="9741" y="7954"/>
                  <a:pt x="9788" y="8383"/>
                  <a:pt x="9741" y="8788"/>
                </a:cubicBezTo>
                <a:cubicBezTo>
                  <a:pt x="9646" y="9335"/>
                  <a:pt x="9336" y="9812"/>
                  <a:pt x="8907" y="10121"/>
                </a:cubicBezTo>
                <a:cubicBezTo>
                  <a:pt x="8539" y="10395"/>
                  <a:pt x="8112" y="10526"/>
                  <a:pt x="7688" y="10526"/>
                </a:cubicBezTo>
                <a:cubicBezTo>
                  <a:pt x="7042" y="10526"/>
                  <a:pt x="6405" y="10220"/>
                  <a:pt x="6002" y="9645"/>
                </a:cubicBezTo>
                <a:cubicBezTo>
                  <a:pt x="5645" y="9145"/>
                  <a:pt x="5526" y="8526"/>
                  <a:pt x="5692" y="7954"/>
                </a:cubicBezTo>
                <a:lnTo>
                  <a:pt x="5835" y="7954"/>
                </a:lnTo>
                <a:cubicBezTo>
                  <a:pt x="6454" y="7954"/>
                  <a:pt x="7026" y="7692"/>
                  <a:pt x="7407" y="7240"/>
                </a:cubicBezTo>
                <a:close/>
                <a:moveTo>
                  <a:pt x="3787" y="6406"/>
                </a:moveTo>
                <a:cubicBezTo>
                  <a:pt x="3930" y="7073"/>
                  <a:pt x="4406" y="7597"/>
                  <a:pt x="5002" y="7835"/>
                </a:cubicBezTo>
                <a:cubicBezTo>
                  <a:pt x="4811" y="8550"/>
                  <a:pt x="4930" y="9335"/>
                  <a:pt x="5383" y="9978"/>
                </a:cubicBezTo>
                <a:cubicBezTo>
                  <a:pt x="5002" y="10336"/>
                  <a:pt x="4502" y="10550"/>
                  <a:pt x="3954" y="10550"/>
                </a:cubicBezTo>
                <a:cubicBezTo>
                  <a:pt x="3549" y="10526"/>
                  <a:pt x="3097" y="10407"/>
                  <a:pt x="2739" y="10121"/>
                </a:cubicBezTo>
                <a:cubicBezTo>
                  <a:pt x="1811" y="9454"/>
                  <a:pt x="1596" y="8169"/>
                  <a:pt x="2287" y="7240"/>
                </a:cubicBezTo>
                <a:cubicBezTo>
                  <a:pt x="2644" y="6740"/>
                  <a:pt x="3216" y="6430"/>
                  <a:pt x="3787" y="6406"/>
                </a:cubicBezTo>
                <a:close/>
                <a:moveTo>
                  <a:pt x="5835" y="0"/>
                </a:moveTo>
                <a:cubicBezTo>
                  <a:pt x="4525" y="0"/>
                  <a:pt x="3382" y="953"/>
                  <a:pt x="3144" y="2215"/>
                </a:cubicBezTo>
                <a:cubicBezTo>
                  <a:pt x="3031" y="2200"/>
                  <a:pt x="2918" y="2193"/>
                  <a:pt x="2806" y="2193"/>
                </a:cubicBezTo>
                <a:cubicBezTo>
                  <a:pt x="1667" y="2193"/>
                  <a:pt x="607" y="2945"/>
                  <a:pt x="239" y="4072"/>
                </a:cubicBezTo>
                <a:cubicBezTo>
                  <a:pt x="1" y="4763"/>
                  <a:pt x="48" y="5501"/>
                  <a:pt x="382" y="6168"/>
                </a:cubicBezTo>
                <a:cubicBezTo>
                  <a:pt x="620" y="6644"/>
                  <a:pt x="1001" y="7049"/>
                  <a:pt x="1477" y="7335"/>
                </a:cubicBezTo>
                <a:cubicBezTo>
                  <a:pt x="953" y="8478"/>
                  <a:pt x="1287" y="9907"/>
                  <a:pt x="2334" y="10693"/>
                </a:cubicBezTo>
                <a:cubicBezTo>
                  <a:pt x="2835" y="11050"/>
                  <a:pt x="3382" y="11217"/>
                  <a:pt x="3954" y="11217"/>
                </a:cubicBezTo>
                <a:cubicBezTo>
                  <a:pt x="4644" y="11217"/>
                  <a:pt x="5287" y="10979"/>
                  <a:pt x="5788" y="10502"/>
                </a:cubicBezTo>
                <a:cubicBezTo>
                  <a:pt x="6311" y="10979"/>
                  <a:pt x="6978" y="11217"/>
                  <a:pt x="7669" y="11217"/>
                </a:cubicBezTo>
                <a:cubicBezTo>
                  <a:pt x="8240" y="11217"/>
                  <a:pt x="8812" y="11050"/>
                  <a:pt x="9288" y="10693"/>
                </a:cubicBezTo>
                <a:cubicBezTo>
                  <a:pt x="9884" y="10264"/>
                  <a:pt x="10265" y="9621"/>
                  <a:pt x="10384" y="8907"/>
                </a:cubicBezTo>
                <a:cubicBezTo>
                  <a:pt x="10479" y="8359"/>
                  <a:pt x="10384" y="7835"/>
                  <a:pt x="10169" y="7335"/>
                </a:cubicBezTo>
                <a:cubicBezTo>
                  <a:pt x="10646" y="7049"/>
                  <a:pt x="11027" y="6668"/>
                  <a:pt x="11265" y="6192"/>
                </a:cubicBezTo>
                <a:cubicBezTo>
                  <a:pt x="11598" y="5525"/>
                  <a:pt x="11670" y="4763"/>
                  <a:pt x="11432" y="4096"/>
                </a:cubicBezTo>
                <a:cubicBezTo>
                  <a:pt x="11037" y="2936"/>
                  <a:pt x="9958" y="2198"/>
                  <a:pt x="8806" y="2198"/>
                </a:cubicBezTo>
                <a:cubicBezTo>
                  <a:pt x="8705" y="2198"/>
                  <a:pt x="8604" y="2203"/>
                  <a:pt x="8502" y="2215"/>
                </a:cubicBezTo>
                <a:cubicBezTo>
                  <a:pt x="8383" y="1667"/>
                  <a:pt x="8145" y="1191"/>
                  <a:pt x="7764" y="810"/>
                </a:cubicBezTo>
                <a:cubicBezTo>
                  <a:pt x="7264" y="310"/>
                  <a:pt x="6550" y="0"/>
                  <a:pt x="5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20970" name="Google Shape;20970;p91"/>
          <p:cNvGrpSpPr/>
          <p:nvPr/>
        </p:nvGrpSpPr>
        <p:grpSpPr>
          <a:xfrm>
            <a:off x="4046005" y="3015090"/>
            <a:ext cx="339124" cy="299878"/>
            <a:chOff x="4122205" y="3015090"/>
            <a:chExt cx="339124" cy="299878"/>
          </a:xfrm>
        </p:grpSpPr>
        <p:sp>
          <p:nvSpPr>
            <p:cNvPr id="20971" name="Google Shape;20971;p91"/>
            <p:cNvSpPr/>
            <p:nvPr/>
          </p:nvSpPr>
          <p:spPr>
            <a:xfrm>
              <a:off x="4122205" y="3015090"/>
              <a:ext cx="339124" cy="299878"/>
            </a:xfrm>
            <a:custGeom>
              <a:rect b="b" l="l" r="r" t="t"/>
              <a:pathLst>
                <a:path extrusionOk="0" h="10193" w="11527">
                  <a:moveTo>
                    <a:pt x="3167" y="667"/>
                  </a:moveTo>
                  <a:lnTo>
                    <a:pt x="3167" y="3739"/>
                  </a:lnTo>
                  <a:lnTo>
                    <a:pt x="4358" y="5073"/>
                  </a:lnTo>
                  <a:lnTo>
                    <a:pt x="3167" y="6430"/>
                  </a:lnTo>
                  <a:lnTo>
                    <a:pt x="3167" y="9550"/>
                  </a:lnTo>
                  <a:lnTo>
                    <a:pt x="691" y="9550"/>
                  </a:lnTo>
                  <a:lnTo>
                    <a:pt x="691" y="667"/>
                  </a:lnTo>
                  <a:close/>
                  <a:moveTo>
                    <a:pt x="6311" y="667"/>
                  </a:moveTo>
                  <a:lnTo>
                    <a:pt x="6311" y="3739"/>
                  </a:lnTo>
                  <a:lnTo>
                    <a:pt x="7502" y="5073"/>
                  </a:lnTo>
                  <a:lnTo>
                    <a:pt x="6311" y="6430"/>
                  </a:lnTo>
                  <a:lnTo>
                    <a:pt x="6311" y="9550"/>
                  </a:lnTo>
                  <a:lnTo>
                    <a:pt x="3834" y="9550"/>
                  </a:lnTo>
                  <a:lnTo>
                    <a:pt x="3834" y="6716"/>
                  </a:lnTo>
                  <a:lnTo>
                    <a:pt x="5239" y="5120"/>
                  </a:lnTo>
                  <a:lnTo>
                    <a:pt x="3834" y="3501"/>
                  </a:lnTo>
                  <a:lnTo>
                    <a:pt x="3834" y="667"/>
                  </a:lnTo>
                  <a:close/>
                  <a:moveTo>
                    <a:pt x="9431" y="667"/>
                  </a:moveTo>
                  <a:lnTo>
                    <a:pt x="9431" y="3739"/>
                  </a:lnTo>
                  <a:lnTo>
                    <a:pt x="10621" y="5073"/>
                  </a:lnTo>
                  <a:lnTo>
                    <a:pt x="9431" y="6454"/>
                  </a:lnTo>
                  <a:lnTo>
                    <a:pt x="9431" y="9550"/>
                  </a:lnTo>
                  <a:lnTo>
                    <a:pt x="6978" y="9550"/>
                  </a:lnTo>
                  <a:lnTo>
                    <a:pt x="6978" y="6716"/>
                  </a:lnTo>
                  <a:lnTo>
                    <a:pt x="8359" y="5120"/>
                  </a:lnTo>
                  <a:lnTo>
                    <a:pt x="6978" y="3501"/>
                  </a:lnTo>
                  <a:lnTo>
                    <a:pt x="6978" y="667"/>
                  </a:lnTo>
                  <a:close/>
                  <a:moveTo>
                    <a:pt x="0" y="0"/>
                  </a:moveTo>
                  <a:lnTo>
                    <a:pt x="0" y="10193"/>
                  </a:lnTo>
                  <a:lnTo>
                    <a:pt x="10121" y="10193"/>
                  </a:lnTo>
                  <a:lnTo>
                    <a:pt x="10121" y="6692"/>
                  </a:lnTo>
                  <a:lnTo>
                    <a:pt x="11526" y="5073"/>
                  </a:lnTo>
                  <a:lnTo>
                    <a:pt x="10121" y="3501"/>
                  </a:lnTo>
                  <a:lnTo>
                    <a:pt x="101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72" name="Google Shape;20972;p91"/>
            <p:cNvSpPr/>
            <p:nvPr/>
          </p:nvSpPr>
          <p:spPr>
            <a:xfrm>
              <a:off x="4157214" y="3050806"/>
              <a:ext cx="42777" cy="20359"/>
            </a:xfrm>
            <a:custGeom>
              <a:rect b="b" l="l" r="r" t="t"/>
              <a:pathLst>
                <a:path extrusionOk="0" h="692" w="1454">
                  <a:moveTo>
                    <a:pt x="1" y="1"/>
                  </a:moveTo>
                  <a:lnTo>
                    <a:pt x="1" y="692"/>
                  </a:lnTo>
                  <a:lnTo>
                    <a:pt x="1454" y="692"/>
                  </a:lnTo>
                  <a:lnTo>
                    <a:pt x="14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73" name="Google Shape;20973;p91"/>
            <p:cNvSpPr/>
            <p:nvPr/>
          </p:nvSpPr>
          <p:spPr>
            <a:xfrm>
              <a:off x="4157214" y="3093552"/>
              <a:ext cx="42777" cy="20359"/>
            </a:xfrm>
            <a:custGeom>
              <a:rect b="b" l="l" r="r" t="t"/>
              <a:pathLst>
                <a:path extrusionOk="0" h="692" w="1454">
                  <a:moveTo>
                    <a:pt x="1" y="1"/>
                  </a:moveTo>
                  <a:lnTo>
                    <a:pt x="1" y="691"/>
                  </a:lnTo>
                  <a:lnTo>
                    <a:pt x="1454" y="691"/>
                  </a:lnTo>
                  <a:lnTo>
                    <a:pt x="14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74" name="Google Shape;20974;p91"/>
            <p:cNvSpPr/>
            <p:nvPr/>
          </p:nvSpPr>
          <p:spPr>
            <a:xfrm>
              <a:off x="4342174" y="3050806"/>
              <a:ext cx="42777" cy="20359"/>
            </a:xfrm>
            <a:custGeom>
              <a:rect b="b" l="l" r="r" t="t"/>
              <a:pathLst>
                <a:path extrusionOk="0" h="692" w="1454">
                  <a:moveTo>
                    <a:pt x="1" y="1"/>
                  </a:moveTo>
                  <a:lnTo>
                    <a:pt x="1" y="692"/>
                  </a:lnTo>
                  <a:lnTo>
                    <a:pt x="1454" y="692"/>
                  </a:lnTo>
                  <a:lnTo>
                    <a:pt x="14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75" name="Google Shape;20975;p91"/>
            <p:cNvSpPr/>
            <p:nvPr/>
          </p:nvSpPr>
          <p:spPr>
            <a:xfrm>
              <a:off x="4342174" y="3093552"/>
              <a:ext cx="42777" cy="20359"/>
            </a:xfrm>
            <a:custGeom>
              <a:rect b="b" l="l" r="r" t="t"/>
              <a:pathLst>
                <a:path extrusionOk="0" h="692" w="1454">
                  <a:moveTo>
                    <a:pt x="1" y="1"/>
                  </a:moveTo>
                  <a:lnTo>
                    <a:pt x="1" y="691"/>
                  </a:lnTo>
                  <a:lnTo>
                    <a:pt x="1454" y="691"/>
                  </a:lnTo>
                  <a:lnTo>
                    <a:pt x="14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76" name="Google Shape;20976;p91"/>
            <p:cNvSpPr/>
            <p:nvPr/>
          </p:nvSpPr>
          <p:spPr>
            <a:xfrm>
              <a:off x="4250415" y="3216173"/>
              <a:ext cx="42747" cy="20329"/>
            </a:xfrm>
            <a:custGeom>
              <a:rect b="b" l="l" r="r" t="t"/>
              <a:pathLst>
                <a:path extrusionOk="0" h="691" w="1453">
                  <a:moveTo>
                    <a:pt x="0" y="0"/>
                  </a:moveTo>
                  <a:lnTo>
                    <a:pt x="0" y="691"/>
                  </a:lnTo>
                  <a:lnTo>
                    <a:pt x="1453" y="691"/>
                  </a:lnTo>
                  <a:lnTo>
                    <a:pt x="14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77" name="Google Shape;20977;p91"/>
            <p:cNvSpPr/>
            <p:nvPr/>
          </p:nvSpPr>
          <p:spPr>
            <a:xfrm>
              <a:off x="4250415" y="3258890"/>
              <a:ext cx="42747" cy="20359"/>
            </a:xfrm>
            <a:custGeom>
              <a:rect b="b" l="l" r="r" t="t"/>
              <a:pathLst>
                <a:path extrusionOk="0" h="692" w="1453">
                  <a:moveTo>
                    <a:pt x="0" y="1"/>
                  </a:moveTo>
                  <a:lnTo>
                    <a:pt x="0" y="691"/>
                  </a:lnTo>
                  <a:lnTo>
                    <a:pt x="1453" y="691"/>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20978" name="Google Shape;20978;p91"/>
          <p:cNvGrpSpPr/>
          <p:nvPr/>
        </p:nvGrpSpPr>
        <p:grpSpPr>
          <a:xfrm>
            <a:off x="4800211" y="3003175"/>
            <a:ext cx="299201" cy="339830"/>
            <a:chOff x="4724011" y="3003175"/>
            <a:chExt cx="299201" cy="339830"/>
          </a:xfrm>
        </p:grpSpPr>
        <p:sp>
          <p:nvSpPr>
            <p:cNvPr id="20979" name="Google Shape;20979;p91"/>
            <p:cNvSpPr/>
            <p:nvPr/>
          </p:nvSpPr>
          <p:spPr>
            <a:xfrm>
              <a:off x="4724011" y="3003175"/>
              <a:ext cx="299201" cy="339830"/>
            </a:xfrm>
            <a:custGeom>
              <a:rect b="b" l="l" r="r" t="t"/>
              <a:pathLst>
                <a:path extrusionOk="0" h="11551" w="10170">
                  <a:moveTo>
                    <a:pt x="6097" y="3644"/>
                  </a:moveTo>
                  <a:cubicBezTo>
                    <a:pt x="7121" y="3787"/>
                    <a:pt x="7907" y="4692"/>
                    <a:pt x="7907" y="5764"/>
                  </a:cubicBezTo>
                  <a:cubicBezTo>
                    <a:pt x="7907" y="6835"/>
                    <a:pt x="7145" y="7716"/>
                    <a:pt x="6097" y="7859"/>
                  </a:cubicBezTo>
                  <a:lnTo>
                    <a:pt x="6097" y="3644"/>
                  </a:lnTo>
                  <a:close/>
                  <a:moveTo>
                    <a:pt x="6097" y="1977"/>
                  </a:moveTo>
                  <a:cubicBezTo>
                    <a:pt x="8002" y="2144"/>
                    <a:pt x="9527" y="3763"/>
                    <a:pt x="9527" y="5716"/>
                  </a:cubicBezTo>
                  <a:cubicBezTo>
                    <a:pt x="9527" y="7693"/>
                    <a:pt x="8002" y="9336"/>
                    <a:pt x="6097" y="9479"/>
                  </a:cubicBezTo>
                  <a:lnTo>
                    <a:pt x="6097" y="8526"/>
                  </a:lnTo>
                  <a:cubicBezTo>
                    <a:pt x="7502" y="8336"/>
                    <a:pt x="8574" y="7145"/>
                    <a:pt x="8574" y="5716"/>
                  </a:cubicBezTo>
                  <a:cubicBezTo>
                    <a:pt x="8574" y="4287"/>
                    <a:pt x="7502" y="3096"/>
                    <a:pt x="6097" y="2930"/>
                  </a:cubicBezTo>
                  <a:lnTo>
                    <a:pt x="6097" y="1977"/>
                  </a:lnTo>
                  <a:close/>
                  <a:moveTo>
                    <a:pt x="5407" y="691"/>
                  </a:moveTo>
                  <a:lnTo>
                    <a:pt x="5407" y="10812"/>
                  </a:lnTo>
                  <a:cubicBezTo>
                    <a:pt x="2763" y="10646"/>
                    <a:pt x="691" y="8431"/>
                    <a:pt x="691" y="5764"/>
                  </a:cubicBezTo>
                  <a:cubicBezTo>
                    <a:pt x="691" y="3073"/>
                    <a:pt x="2763" y="882"/>
                    <a:pt x="5407" y="691"/>
                  </a:cubicBezTo>
                  <a:close/>
                  <a:moveTo>
                    <a:pt x="5764" y="1"/>
                  </a:moveTo>
                  <a:cubicBezTo>
                    <a:pt x="4216" y="1"/>
                    <a:pt x="2787" y="596"/>
                    <a:pt x="1692" y="1715"/>
                  </a:cubicBezTo>
                  <a:cubicBezTo>
                    <a:pt x="620" y="2787"/>
                    <a:pt x="1" y="4240"/>
                    <a:pt x="1" y="5787"/>
                  </a:cubicBezTo>
                  <a:cubicBezTo>
                    <a:pt x="1" y="7335"/>
                    <a:pt x="596" y="8764"/>
                    <a:pt x="1692" y="9860"/>
                  </a:cubicBezTo>
                  <a:cubicBezTo>
                    <a:pt x="2763" y="10931"/>
                    <a:pt x="4216" y="11551"/>
                    <a:pt x="5764" y="11551"/>
                  </a:cubicBezTo>
                  <a:lnTo>
                    <a:pt x="6097" y="11551"/>
                  </a:lnTo>
                  <a:lnTo>
                    <a:pt x="6097" y="10217"/>
                  </a:lnTo>
                  <a:cubicBezTo>
                    <a:pt x="8383" y="9979"/>
                    <a:pt x="10170" y="8074"/>
                    <a:pt x="10170" y="5764"/>
                  </a:cubicBezTo>
                  <a:cubicBezTo>
                    <a:pt x="10170" y="3430"/>
                    <a:pt x="8360" y="1525"/>
                    <a:pt x="6097" y="1358"/>
                  </a:cubicBezTo>
                  <a:lnTo>
                    <a:pt x="60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80" name="Google Shape;20980;p91"/>
            <p:cNvSpPr/>
            <p:nvPr/>
          </p:nvSpPr>
          <p:spPr>
            <a:xfrm>
              <a:off x="4791970" y="3141182"/>
              <a:ext cx="43483" cy="19653"/>
            </a:xfrm>
            <a:custGeom>
              <a:rect b="b" l="l" r="r" t="t"/>
              <a:pathLst>
                <a:path extrusionOk="0" h="668" w="1478">
                  <a:moveTo>
                    <a:pt x="1" y="1"/>
                  </a:moveTo>
                  <a:lnTo>
                    <a:pt x="1" y="668"/>
                  </a:lnTo>
                  <a:lnTo>
                    <a:pt x="1477" y="668"/>
                  </a:lnTo>
                  <a:lnTo>
                    <a:pt x="14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81" name="Google Shape;20981;p91"/>
            <p:cNvSpPr/>
            <p:nvPr/>
          </p:nvSpPr>
          <p:spPr>
            <a:xfrm>
              <a:off x="4791970" y="3183929"/>
              <a:ext cx="43483" cy="20359"/>
            </a:xfrm>
            <a:custGeom>
              <a:rect b="b" l="l" r="r" t="t"/>
              <a:pathLst>
                <a:path extrusionOk="0" h="692" w="1478">
                  <a:moveTo>
                    <a:pt x="1" y="1"/>
                  </a:moveTo>
                  <a:lnTo>
                    <a:pt x="1" y="691"/>
                  </a:lnTo>
                  <a:lnTo>
                    <a:pt x="1477" y="691"/>
                  </a:lnTo>
                  <a:lnTo>
                    <a:pt x="14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20982" name="Google Shape;20982;p91"/>
          <p:cNvSpPr/>
          <p:nvPr/>
        </p:nvSpPr>
        <p:spPr>
          <a:xfrm>
            <a:off x="5511700" y="2997586"/>
            <a:ext cx="339124" cy="339801"/>
          </a:xfrm>
          <a:custGeom>
            <a:rect b="b" l="l" r="r" t="t"/>
            <a:pathLst>
              <a:path extrusionOk="0" h="11550" w="11527">
                <a:moveTo>
                  <a:pt x="2716" y="667"/>
                </a:moveTo>
                <a:lnTo>
                  <a:pt x="2716" y="2667"/>
                </a:lnTo>
                <a:lnTo>
                  <a:pt x="715" y="2667"/>
                </a:lnTo>
                <a:lnTo>
                  <a:pt x="715" y="1667"/>
                </a:lnTo>
                <a:cubicBezTo>
                  <a:pt x="691" y="1119"/>
                  <a:pt x="1144" y="667"/>
                  <a:pt x="1715" y="667"/>
                </a:cubicBezTo>
                <a:close/>
                <a:moveTo>
                  <a:pt x="9884" y="667"/>
                </a:moveTo>
                <a:cubicBezTo>
                  <a:pt x="10431" y="667"/>
                  <a:pt x="10884" y="1119"/>
                  <a:pt x="10884" y="1667"/>
                </a:cubicBezTo>
                <a:lnTo>
                  <a:pt x="10884" y="2667"/>
                </a:lnTo>
                <a:lnTo>
                  <a:pt x="8884" y="2667"/>
                </a:lnTo>
                <a:lnTo>
                  <a:pt x="8884" y="667"/>
                </a:lnTo>
                <a:close/>
                <a:moveTo>
                  <a:pt x="5454" y="1334"/>
                </a:moveTo>
                <a:lnTo>
                  <a:pt x="5454" y="2786"/>
                </a:lnTo>
                <a:cubicBezTo>
                  <a:pt x="5454" y="4239"/>
                  <a:pt x="4264" y="5430"/>
                  <a:pt x="2811" y="5430"/>
                </a:cubicBezTo>
                <a:lnTo>
                  <a:pt x="1358" y="5430"/>
                </a:lnTo>
                <a:lnTo>
                  <a:pt x="1358" y="3358"/>
                </a:lnTo>
                <a:lnTo>
                  <a:pt x="3382" y="3358"/>
                </a:lnTo>
                <a:lnTo>
                  <a:pt x="3382" y="1334"/>
                </a:lnTo>
                <a:close/>
                <a:moveTo>
                  <a:pt x="8193" y="1334"/>
                </a:moveTo>
                <a:lnTo>
                  <a:pt x="8193" y="3358"/>
                </a:lnTo>
                <a:lnTo>
                  <a:pt x="10217" y="3358"/>
                </a:lnTo>
                <a:lnTo>
                  <a:pt x="10217" y="5430"/>
                </a:lnTo>
                <a:lnTo>
                  <a:pt x="8764" y="5430"/>
                </a:lnTo>
                <a:cubicBezTo>
                  <a:pt x="7312" y="5430"/>
                  <a:pt x="6121" y="4239"/>
                  <a:pt x="6121" y="2786"/>
                </a:cubicBezTo>
                <a:lnTo>
                  <a:pt x="6121" y="1334"/>
                </a:lnTo>
                <a:close/>
                <a:moveTo>
                  <a:pt x="5811" y="4239"/>
                </a:moveTo>
                <a:cubicBezTo>
                  <a:pt x="6121" y="4906"/>
                  <a:pt x="6645" y="5430"/>
                  <a:pt x="7336" y="5763"/>
                </a:cubicBezTo>
                <a:cubicBezTo>
                  <a:pt x="6693" y="6097"/>
                  <a:pt x="6145" y="6620"/>
                  <a:pt x="5811" y="7287"/>
                </a:cubicBezTo>
                <a:cubicBezTo>
                  <a:pt x="5502" y="6620"/>
                  <a:pt x="4954" y="6097"/>
                  <a:pt x="4311" y="5763"/>
                </a:cubicBezTo>
                <a:cubicBezTo>
                  <a:pt x="4954" y="5430"/>
                  <a:pt x="5502" y="4906"/>
                  <a:pt x="5811" y="4239"/>
                </a:cubicBezTo>
                <a:close/>
                <a:moveTo>
                  <a:pt x="2811" y="6097"/>
                </a:moveTo>
                <a:cubicBezTo>
                  <a:pt x="4264" y="6097"/>
                  <a:pt x="5454" y="7287"/>
                  <a:pt x="5454" y="8740"/>
                </a:cubicBezTo>
                <a:lnTo>
                  <a:pt x="5454" y="10193"/>
                </a:lnTo>
                <a:lnTo>
                  <a:pt x="3382" y="10193"/>
                </a:lnTo>
                <a:lnTo>
                  <a:pt x="3382" y="8145"/>
                </a:lnTo>
                <a:lnTo>
                  <a:pt x="1358" y="8145"/>
                </a:lnTo>
                <a:lnTo>
                  <a:pt x="1358" y="6097"/>
                </a:lnTo>
                <a:close/>
                <a:moveTo>
                  <a:pt x="10217" y="6097"/>
                </a:moveTo>
                <a:lnTo>
                  <a:pt x="10217" y="8168"/>
                </a:lnTo>
                <a:lnTo>
                  <a:pt x="8193" y="8168"/>
                </a:lnTo>
                <a:lnTo>
                  <a:pt x="8193" y="10193"/>
                </a:lnTo>
                <a:lnTo>
                  <a:pt x="6121" y="10193"/>
                </a:lnTo>
                <a:lnTo>
                  <a:pt x="6121" y="8740"/>
                </a:lnTo>
                <a:cubicBezTo>
                  <a:pt x="6121" y="7287"/>
                  <a:pt x="7312" y="6097"/>
                  <a:pt x="8764" y="6097"/>
                </a:cubicBezTo>
                <a:close/>
                <a:moveTo>
                  <a:pt x="2716" y="8835"/>
                </a:moveTo>
                <a:lnTo>
                  <a:pt x="2716" y="10836"/>
                </a:lnTo>
                <a:lnTo>
                  <a:pt x="1715" y="10836"/>
                </a:lnTo>
                <a:cubicBezTo>
                  <a:pt x="1168" y="10836"/>
                  <a:pt x="739" y="10383"/>
                  <a:pt x="739" y="9835"/>
                </a:cubicBezTo>
                <a:lnTo>
                  <a:pt x="739" y="8835"/>
                </a:lnTo>
                <a:close/>
                <a:moveTo>
                  <a:pt x="10884" y="8835"/>
                </a:moveTo>
                <a:lnTo>
                  <a:pt x="10884" y="9835"/>
                </a:lnTo>
                <a:cubicBezTo>
                  <a:pt x="10884" y="10383"/>
                  <a:pt x="10431" y="10836"/>
                  <a:pt x="9884" y="10836"/>
                </a:cubicBezTo>
                <a:lnTo>
                  <a:pt x="8884" y="10836"/>
                </a:lnTo>
                <a:lnTo>
                  <a:pt x="8884" y="8835"/>
                </a:lnTo>
                <a:close/>
                <a:moveTo>
                  <a:pt x="8193" y="0"/>
                </a:moveTo>
                <a:lnTo>
                  <a:pt x="8193" y="643"/>
                </a:lnTo>
                <a:lnTo>
                  <a:pt x="3382" y="643"/>
                </a:lnTo>
                <a:lnTo>
                  <a:pt x="3382" y="24"/>
                </a:lnTo>
                <a:lnTo>
                  <a:pt x="1668" y="24"/>
                </a:lnTo>
                <a:cubicBezTo>
                  <a:pt x="763" y="24"/>
                  <a:pt x="1" y="762"/>
                  <a:pt x="1" y="1691"/>
                </a:cubicBezTo>
                <a:lnTo>
                  <a:pt x="1" y="3358"/>
                </a:lnTo>
                <a:lnTo>
                  <a:pt x="668" y="3358"/>
                </a:lnTo>
                <a:lnTo>
                  <a:pt x="668" y="8168"/>
                </a:lnTo>
                <a:lnTo>
                  <a:pt x="1" y="8168"/>
                </a:lnTo>
                <a:lnTo>
                  <a:pt x="1" y="9883"/>
                </a:lnTo>
                <a:cubicBezTo>
                  <a:pt x="1" y="10788"/>
                  <a:pt x="763" y="11550"/>
                  <a:pt x="1668" y="11550"/>
                </a:cubicBezTo>
                <a:lnTo>
                  <a:pt x="3382" y="11550"/>
                </a:lnTo>
                <a:lnTo>
                  <a:pt x="3382" y="10907"/>
                </a:lnTo>
                <a:lnTo>
                  <a:pt x="8193" y="10907"/>
                </a:lnTo>
                <a:lnTo>
                  <a:pt x="8193" y="11550"/>
                </a:lnTo>
                <a:lnTo>
                  <a:pt x="9860" y="11550"/>
                </a:lnTo>
                <a:cubicBezTo>
                  <a:pt x="10789" y="11550"/>
                  <a:pt x="11527" y="10788"/>
                  <a:pt x="11527" y="9883"/>
                </a:cubicBezTo>
                <a:lnTo>
                  <a:pt x="11527" y="8216"/>
                </a:lnTo>
                <a:lnTo>
                  <a:pt x="10908" y="8216"/>
                </a:lnTo>
                <a:lnTo>
                  <a:pt x="10908" y="3358"/>
                </a:lnTo>
                <a:lnTo>
                  <a:pt x="11527" y="3358"/>
                </a:lnTo>
                <a:lnTo>
                  <a:pt x="11527" y="1667"/>
                </a:lnTo>
                <a:cubicBezTo>
                  <a:pt x="11527" y="738"/>
                  <a:pt x="10789" y="0"/>
                  <a:pt x="9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83" name="Google Shape;20983;p91"/>
          <p:cNvSpPr/>
          <p:nvPr/>
        </p:nvSpPr>
        <p:spPr>
          <a:xfrm>
            <a:off x="6251931" y="3083755"/>
            <a:ext cx="339124" cy="187788"/>
          </a:xfrm>
          <a:custGeom>
            <a:rect b="b" l="l" r="r" t="t"/>
            <a:pathLst>
              <a:path extrusionOk="0" h="6383" w="11527">
                <a:moveTo>
                  <a:pt x="5168" y="667"/>
                </a:moveTo>
                <a:lnTo>
                  <a:pt x="5787" y="1762"/>
                </a:lnTo>
                <a:lnTo>
                  <a:pt x="5168" y="2858"/>
                </a:lnTo>
                <a:lnTo>
                  <a:pt x="3906" y="2858"/>
                </a:lnTo>
                <a:lnTo>
                  <a:pt x="3572" y="2334"/>
                </a:lnTo>
                <a:lnTo>
                  <a:pt x="3239" y="1786"/>
                </a:lnTo>
                <a:lnTo>
                  <a:pt x="3906" y="667"/>
                </a:lnTo>
                <a:close/>
                <a:moveTo>
                  <a:pt x="10121" y="667"/>
                </a:moveTo>
                <a:lnTo>
                  <a:pt x="10764" y="1762"/>
                </a:lnTo>
                <a:lnTo>
                  <a:pt x="10121" y="2858"/>
                </a:lnTo>
                <a:lnTo>
                  <a:pt x="8883" y="2858"/>
                </a:lnTo>
                <a:lnTo>
                  <a:pt x="8264" y="1762"/>
                </a:lnTo>
                <a:lnTo>
                  <a:pt x="8883" y="667"/>
                </a:lnTo>
                <a:close/>
                <a:moveTo>
                  <a:pt x="2691" y="2096"/>
                </a:moveTo>
                <a:lnTo>
                  <a:pt x="3310" y="3191"/>
                </a:lnTo>
                <a:lnTo>
                  <a:pt x="2691" y="4287"/>
                </a:lnTo>
                <a:lnTo>
                  <a:pt x="1429" y="4287"/>
                </a:lnTo>
                <a:lnTo>
                  <a:pt x="810" y="3191"/>
                </a:lnTo>
                <a:lnTo>
                  <a:pt x="1429" y="2096"/>
                </a:lnTo>
                <a:close/>
                <a:moveTo>
                  <a:pt x="7621" y="2096"/>
                </a:moveTo>
                <a:lnTo>
                  <a:pt x="8264" y="3191"/>
                </a:lnTo>
                <a:lnTo>
                  <a:pt x="7668" y="4287"/>
                </a:lnTo>
                <a:lnTo>
                  <a:pt x="6406" y="4287"/>
                </a:lnTo>
                <a:lnTo>
                  <a:pt x="5763" y="3191"/>
                </a:lnTo>
                <a:lnTo>
                  <a:pt x="6382" y="2096"/>
                </a:lnTo>
                <a:close/>
                <a:moveTo>
                  <a:pt x="5192" y="3477"/>
                </a:moveTo>
                <a:lnTo>
                  <a:pt x="5811" y="4596"/>
                </a:lnTo>
                <a:lnTo>
                  <a:pt x="5192" y="5692"/>
                </a:lnTo>
                <a:lnTo>
                  <a:pt x="3929" y="5692"/>
                </a:lnTo>
                <a:lnTo>
                  <a:pt x="3310" y="4596"/>
                </a:lnTo>
                <a:lnTo>
                  <a:pt x="3929" y="3477"/>
                </a:lnTo>
                <a:close/>
                <a:moveTo>
                  <a:pt x="10121" y="3477"/>
                </a:moveTo>
                <a:lnTo>
                  <a:pt x="10764" y="4596"/>
                </a:lnTo>
                <a:lnTo>
                  <a:pt x="10121" y="5692"/>
                </a:lnTo>
                <a:lnTo>
                  <a:pt x="8883" y="5692"/>
                </a:lnTo>
                <a:lnTo>
                  <a:pt x="8264" y="4596"/>
                </a:lnTo>
                <a:lnTo>
                  <a:pt x="8883" y="3477"/>
                </a:lnTo>
                <a:close/>
                <a:moveTo>
                  <a:pt x="3501" y="0"/>
                </a:moveTo>
                <a:lnTo>
                  <a:pt x="2667" y="1429"/>
                </a:lnTo>
                <a:lnTo>
                  <a:pt x="1024" y="1429"/>
                </a:lnTo>
                <a:lnTo>
                  <a:pt x="0" y="3191"/>
                </a:lnTo>
                <a:lnTo>
                  <a:pt x="1024" y="4954"/>
                </a:lnTo>
                <a:lnTo>
                  <a:pt x="2667" y="4954"/>
                </a:lnTo>
                <a:lnTo>
                  <a:pt x="3501" y="6382"/>
                </a:lnTo>
                <a:lnTo>
                  <a:pt x="5549" y="6382"/>
                </a:lnTo>
                <a:lnTo>
                  <a:pt x="6382" y="4954"/>
                </a:lnTo>
                <a:lnTo>
                  <a:pt x="7668" y="4954"/>
                </a:lnTo>
                <a:lnTo>
                  <a:pt x="8502" y="6382"/>
                </a:lnTo>
                <a:lnTo>
                  <a:pt x="10526" y="6382"/>
                </a:lnTo>
                <a:lnTo>
                  <a:pt x="11526" y="4620"/>
                </a:lnTo>
                <a:lnTo>
                  <a:pt x="10693" y="3191"/>
                </a:lnTo>
                <a:lnTo>
                  <a:pt x="11526" y="1762"/>
                </a:lnTo>
                <a:lnTo>
                  <a:pt x="10526" y="0"/>
                </a:lnTo>
                <a:lnTo>
                  <a:pt x="8502" y="0"/>
                </a:lnTo>
                <a:lnTo>
                  <a:pt x="7668" y="1429"/>
                </a:lnTo>
                <a:lnTo>
                  <a:pt x="6382" y="1429"/>
                </a:lnTo>
                <a:lnTo>
                  <a:pt x="55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84" name="Google Shape;20984;p91"/>
          <p:cNvSpPr/>
          <p:nvPr/>
        </p:nvSpPr>
        <p:spPr>
          <a:xfrm>
            <a:off x="6978130" y="2974462"/>
            <a:ext cx="337712" cy="338418"/>
          </a:xfrm>
          <a:custGeom>
            <a:rect b="b" l="l" r="r" t="t"/>
            <a:pathLst>
              <a:path extrusionOk="0" h="11503" w="11479">
                <a:moveTo>
                  <a:pt x="9359" y="2929"/>
                </a:moveTo>
                <a:lnTo>
                  <a:pt x="9359" y="4763"/>
                </a:lnTo>
                <a:lnTo>
                  <a:pt x="7597" y="6025"/>
                </a:lnTo>
                <a:lnTo>
                  <a:pt x="6573" y="5549"/>
                </a:lnTo>
                <a:lnTo>
                  <a:pt x="5263" y="7049"/>
                </a:lnTo>
                <a:lnTo>
                  <a:pt x="4239" y="6525"/>
                </a:lnTo>
                <a:lnTo>
                  <a:pt x="2739" y="8335"/>
                </a:lnTo>
                <a:lnTo>
                  <a:pt x="1810" y="7978"/>
                </a:lnTo>
                <a:lnTo>
                  <a:pt x="715" y="9145"/>
                </a:lnTo>
                <a:lnTo>
                  <a:pt x="715" y="7502"/>
                </a:lnTo>
                <a:lnTo>
                  <a:pt x="1691" y="6406"/>
                </a:lnTo>
                <a:lnTo>
                  <a:pt x="2501" y="6906"/>
                </a:lnTo>
                <a:lnTo>
                  <a:pt x="4263" y="5025"/>
                </a:lnTo>
                <a:lnTo>
                  <a:pt x="5144" y="5335"/>
                </a:lnTo>
                <a:lnTo>
                  <a:pt x="7121" y="3406"/>
                </a:lnTo>
                <a:lnTo>
                  <a:pt x="8240" y="3596"/>
                </a:lnTo>
                <a:lnTo>
                  <a:pt x="9359" y="2929"/>
                </a:lnTo>
                <a:close/>
                <a:moveTo>
                  <a:pt x="9312" y="5597"/>
                </a:moveTo>
                <a:lnTo>
                  <a:pt x="9312" y="10860"/>
                </a:lnTo>
                <a:lnTo>
                  <a:pt x="667" y="10860"/>
                </a:lnTo>
                <a:lnTo>
                  <a:pt x="667" y="10145"/>
                </a:lnTo>
                <a:lnTo>
                  <a:pt x="715" y="10145"/>
                </a:lnTo>
                <a:lnTo>
                  <a:pt x="2001" y="8788"/>
                </a:lnTo>
                <a:lnTo>
                  <a:pt x="2953" y="9145"/>
                </a:lnTo>
                <a:lnTo>
                  <a:pt x="4382" y="7383"/>
                </a:lnTo>
                <a:lnTo>
                  <a:pt x="5430" y="7930"/>
                </a:lnTo>
                <a:lnTo>
                  <a:pt x="6740" y="6406"/>
                </a:lnTo>
                <a:lnTo>
                  <a:pt x="7621" y="6811"/>
                </a:lnTo>
                <a:lnTo>
                  <a:pt x="9312" y="5597"/>
                </a:lnTo>
                <a:close/>
                <a:moveTo>
                  <a:pt x="0" y="0"/>
                </a:moveTo>
                <a:lnTo>
                  <a:pt x="0" y="11503"/>
                </a:lnTo>
                <a:lnTo>
                  <a:pt x="11479" y="11503"/>
                </a:lnTo>
                <a:lnTo>
                  <a:pt x="11479" y="10264"/>
                </a:lnTo>
                <a:lnTo>
                  <a:pt x="10836" y="10264"/>
                </a:lnTo>
                <a:lnTo>
                  <a:pt x="10836" y="10312"/>
                </a:lnTo>
                <a:lnTo>
                  <a:pt x="10836" y="10836"/>
                </a:lnTo>
                <a:lnTo>
                  <a:pt x="10026" y="10836"/>
                </a:lnTo>
                <a:lnTo>
                  <a:pt x="10026" y="1667"/>
                </a:lnTo>
                <a:lnTo>
                  <a:pt x="8121" y="2858"/>
                </a:lnTo>
                <a:lnTo>
                  <a:pt x="6906" y="2620"/>
                </a:lnTo>
                <a:lnTo>
                  <a:pt x="4977" y="4525"/>
                </a:lnTo>
                <a:lnTo>
                  <a:pt x="4049" y="4239"/>
                </a:lnTo>
                <a:lnTo>
                  <a:pt x="2382" y="6025"/>
                </a:lnTo>
                <a:lnTo>
                  <a:pt x="1572" y="5501"/>
                </a:lnTo>
                <a:lnTo>
                  <a:pt x="715" y="6454"/>
                </a:lnTo>
                <a:lnTo>
                  <a:pt x="715" y="691"/>
                </a:lnTo>
                <a:lnTo>
                  <a:pt x="1239" y="691"/>
                </a:lnTo>
                <a:lnTo>
                  <a:pt x="12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20985" name="Google Shape;20985;p91"/>
          <p:cNvGrpSpPr/>
          <p:nvPr/>
        </p:nvGrpSpPr>
        <p:grpSpPr>
          <a:xfrm>
            <a:off x="7750547" y="2997380"/>
            <a:ext cx="259982" cy="337915"/>
            <a:chOff x="7064747" y="2997380"/>
            <a:chExt cx="259982" cy="337915"/>
          </a:xfrm>
        </p:grpSpPr>
        <p:sp>
          <p:nvSpPr>
            <p:cNvPr id="20986" name="Google Shape;20986;p91"/>
            <p:cNvSpPr/>
            <p:nvPr/>
          </p:nvSpPr>
          <p:spPr>
            <a:xfrm>
              <a:off x="7064747" y="2997380"/>
              <a:ext cx="72903" cy="152955"/>
            </a:xfrm>
            <a:custGeom>
              <a:rect b="b" l="l" r="r" t="t"/>
              <a:pathLst>
                <a:path extrusionOk="0" h="5199" w="2478">
                  <a:moveTo>
                    <a:pt x="1263" y="650"/>
                  </a:moveTo>
                  <a:cubicBezTo>
                    <a:pt x="1549" y="650"/>
                    <a:pt x="1787" y="888"/>
                    <a:pt x="1787" y="1198"/>
                  </a:cubicBezTo>
                  <a:cubicBezTo>
                    <a:pt x="1787" y="1484"/>
                    <a:pt x="1549" y="1722"/>
                    <a:pt x="1263" y="1722"/>
                  </a:cubicBezTo>
                  <a:cubicBezTo>
                    <a:pt x="954" y="1722"/>
                    <a:pt x="715" y="1484"/>
                    <a:pt x="715" y="1198"/>
                  </a:cubicBezTo>
                  <a:cubicBezTo>
                    <a:pt x="715" y="888"/>
                    <a:pt x="954" y="650"/>
                    <a:pt x="1263" y="650"/>
                  </a:cubicBezTo>
                  <a:close/>
                  <a:moveTo>
                    <a:pt x="1246" y="2410"/>
                  </a:moveTo>
                  <a:cubicBezTo>
                    <a:pt x="1260" y="2410"/>
                    <a:pt x="1273" y="2411"/>
                    <a:pt x="1287" y="2412"/>
                  </a:cubicBezTo>
                  <a:cubicBezTo>
                    <a:pt x="1501" y="2460"/>
                    <a:pt x="1644" y="2650"/>
                    <a:pt x="1644" y="2817"/>
                  </a:cubicBezTo>
                  <a:lnTo>
                    <a:pt x="1644" y="4532"/>
                  </a:lnTo>
                  <a:lnTo>
                    <a:pt x="858" y="4532"/>
                  </a:lnTo>
                  <a:lnTo>
                    <a:pt x="858" y="2793"/>
                  </a:lnTo>
                  <a:cubicBezTo>
                    <a:pt x="858" y="2570"/>
                    <a:pt x="1046" y="2410"/>
                    <a:pt x="1246" y="2410"/>
                  </a:cubicBezTo>
                  <a:close/>
                  <a:moveTo>
                    <a:pt x="1288" y="1"/>
                  </a:moveTo>
                  <a:cubicBezTo>
                    <a:pt x="1249" y="1"/>
                    <a:pt x="1208" y="3"/>
                    <a:pt x="1168" y="7"/>
                  </a:cubicBezTo>
                  <a:cubicBezTo>
                    <a:pt x="573" y="55"/>
                    <a:pt x="96" y="531"/>
                    <a:pt x="25" y="1126"/>
                  </a:cubicBezTo>
                  <a:cubicBezTo>
                    <a:pt x="1" y="1507"/>
                    <a:pt x="191" y="1865"/>
                    <a:pt x="453" y="2150"/>
                  </a:cubicBezTo>
                  <a:cubicBezTo>
                    <a:pt x="311" y="2317"/>
                    <a:pt x="191" y="2555"/>
                    <a:pt x="191" y="2817"/>
                  </a:cubicBezTo>
                  <a:lnTo>
                    <a:pt x="191" y="5199"/>
                  </a:lnTo>
                  <a:lnTo>
                    <a:pt x="2335" y="5199"/>
                  </a:lnTo>
                  <a:lnTo>
                    <a:pt x="2335" y="2817"/>
                  </a:lnTo>
                  <a:cubicBezTo>
                    <a:pt x="2335" y="2555"/>
                    <a:pt x="2240" y="2317"/>
                    <a:pt x="2049" y="2150"/>
                  </a:cubicBezTo>
                  <a:cubicBezTo>
                    <a:pt x="2335" y="1912"/>
                    <a:pt x="2478" y="1603"/>
                    <a:pt x="2478" y="1222"/>
                  </a:cubicBezTo>
                  <a:cubicBezTo>
                    <a:pt x="2478" y="548"/>
                    <a:pt x="1948" y="1"/>
                    <a:pt x="1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87" name="Google Shape;20987;p91"/>
            <p:cNvSpPr/>
            <p:nvPr/>
          </p:nvSpPr>
          <p:spPr>
            <a:xfrm>
              <a:off x="7158654" y="2997380"/>
              <a:ext cx="72873" cy="152955"/>
            </a:xfrm>
            <a:custGeom>
              <a:rect b="b" l="l" r="r" t="t"/>
              <a:pathLst>
                <a:path extrusionOk="0" h="5199" w="2477">
                  <a:moveTo>
                    <a:pt x="1238" y="650"/>
                  </a:moveTo>
                  <a:cubicBezTo>
                    <a:pt x="1548" y="650"/>
                    <a:pt x="1786" y="888"/>
                    <a:pt x="1786" y="1198"/>
                  </a:cubicBezTo>
                  <a:cubicBezTo>
                    <a:pt x="1786" y="1484"/>
                    <a:pt x="1548" y="1722"/>
                    <a:pt x="1238" y="1722"/>
                  </a:cubicBezTo>
                  <a:cubicBezTo>
                    <a:pt x="953" y="1722"/>
                    <a:pt x="715" y="1484"/>
                    <a:pt x="715" y="1198"/>
                  </a:cubicBezTo>
                  <a:cubicBezTo>
                    <a:pt x="715" y="888"/>
                    <a:pt x="953" y="650"/>
                    <a:pt x="1238" y="650"/>
                  </a:cubicBezTo>
                  <a:close/>
                  <a:moveTo>
                    <a:pt x="1245" y="2410"/>
                  </a:moveTo>
                  <a:cubicBezTo>
                    <a:pt x="1259" y="2410"/>
                    <a:pt x="1272" y="2411"/>
                    <a:pt x="1286" y="2412"/>
                  </a:cubicBezTo>
                  <a:cubicBezTo>
                    <a:pt x="1453" y="2460"/>
                    <a:pt x="1643" y="2650"/>
                    <a:pt x="1643" y="2817"/>
                  </a:cubicBezTo>
                  <a:lnTo>
                    <a:pt x="1643" y="4532"/>
                  </a:lnTo>
                  <a:lnTo>
                    <a:pt x="857" y="4532"/>
                  </a:lnTo>
                  <a:lnTo>
                    <a:pt x="857" y="2793"/>
                  </a:lnTo>
                  <a:cubicBezTo>
                    <a:pt x="857" y="2570"/>
                    <a:pt x="1045" y="2410"/>
                    <a:pt x="1245" y="2410"/>
                  </a:cubicBezTo>
                  <a:close/>
                  <a:moveTo>
                    <a:pt x="1288" y="1"/>
                  </a:moveTo>
                  <a:cubicBezTo>
                    <a:pt x="1248" y="1"/>
                    <a:pt x="1208" y="3"/>
                    <a:pt x="1167" y="7"/>
                  </a:cubicBezTo>
                  <a:cubicBezTo>
                    <a:pt x="524" y="55"/>
                    <a:pt x="48" y="531"/>
                    <a:pt x="24" y="1126"/>
                  </a:cubicBezTo>
                  <a:cubicBezTo>
                    <a:pt x="0" y="1507"/>
                    <a:pt x="167" y="1865"/>
                    <a:pt x="453" y="2150"/>
                  </a:cubicBezTo>
                  <a:cubicBezTo>
                    <a:pt x="286" y="2317"/>
                    <a:pt x="167" y="2555"/>
                    <a:pt x="167" y="2817"/>
                  </a:cubicBezTo>
                  <a:lnTo>
                    <a:pt x="167" y="5199"/>
                  </a:lnTo>
                  <a:lnTo>
                    <a:pt x="2310" y="5199"/>
                  </a:lnTo>
                  <a:lnTo>
                    <a:pt x="2310" y="2817"/>
                  </a:lnTo>
                  <a:cubicBezTo>
                    <a:pt x="2310" y="2555"/>
                    <a:pt x="2239" y="2317"/>
                    <a:pt x="2048" y="2150"/>
                  </a:cubicBezTo>
                  <a:cubicBezTo>
                    <a:pt x="2310" y="1912"/>
                    <a:pt x="2477" y="1603"/>
                    <a:pt x="2477" y="1222"/>
                  </a:cubicBezTo>
                  <a:cubicBezTo>
                    <a:pt x="2477" y="548"/>
                    <a:pt x="1947" y="1"/>
                    <a:pt x="1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88" name="Google Shape;20988;p91"/>
            <p:cNvSpPr/>
            <p:nvPr/>
          </p:nvSpPr>
          <p:spPr>
            <a:xfrm>
              <a:off x="7252532" y="2997380"/>
              <a:ext cx="72197" cy="152955"/>
            </a:xfrm>
            <a:custGeom>
              <a:rect b="b" l="l" r="r" t="t"/>
              <a:pathLst>
                <a:path extrusionOk="0" h="5199" w="2454">
                  <a:moveTo>
                    <a:pt x="1215" y="650"/>
                  </a:moveTo>
                  <a:cubicBezTo>
                    <a:pt x="1501" y="650"/>
                    <a:pt x="1739" y="888"/>
                    <a:pt x="1739" y="1198"/>
                  </a:cubicBezTo>
                  <a:cubicBezTo>
                    <a:pt x="1739" y="1484"/>
                    <a:pt x="1501" y="1722"/>
                    <a:pt x="1215" y="1722"/>
                  </a:cubicBezTo>
                  <a:cubicBezTo>
                    <a:pt x="905" y="1722"/>
                    <a:pt x="667" y="1484"/>
                    <a:pt x="667" y="1198"/>
                  </a:cubicBezTo>
                  <a:cubicBezTo>
                    <a:pt x="667" y="888"/>
                    <a:pt x="905" y="650"/>
                    <a:pt x="1215" y="650"/>
                  </a:cubicBezTo>
                  <a:close/>
                  <a:moveTo>
                    <a:pt x="1198" y="2410"/>
                  </a:moveTo>
                  <a:cubicBezTo>
                    <a:pt x="1211" y="2410"/>
                    <a:pt x="1225" y="2411"/>
                    <a:pt x="1239" y="2412"/>
                  </a:cubicBezTo>
                  <a:cubicBezTo>
                    <a:pt x="1453" y="2460"/>
                    <a:pt x="1596" y="2650"/>
                    <a:pt x="1596" y="2817"/>
                  </a:cubicBezTo>
                  <a:lnTo>
                    <a:pt x="1596" y="4532"/>
                  </a:lnTo>
                  <a:lnTo>
                    <a:pt x="834" y="4532"/>
                  </a:lnTo>
                  <a:lnTo>
                    <a:pt x="834" y="2793"/>
                  </a:lnTo>
                  <a:cubicBezTo>
                    <a:pt x="834" y="2570"/>
                    <a:pt x="1001" y="2410"/>
                    <a:pt x="1198" y="2410"/>
                  </a:cubicBezTo>
                  <a:close/>
                  <a:moveTo>
                    <a:pt x="1190" y="1"/>
                  </a:moveTo>
                  <a:cubicBezTo>
                    <a:pt x="530" y="1"/>
                    <a:pt x="0" y="548"/>
                    <a:pt x="0" y="1222"/>
                  </a:cubicBezTo>
                  <a:cubicBezTo>
                    <a:pt x="0" y="1579"/>
                    <a:pt x="143" y="1912"/>
                    <a:pt x="405" y="2150"/>
                  </a:cubicBezTo>
                  <a:cubicBezTo>
                    <a:pt x="262" y="2317"/>
                    <a:pt x="143" y="2555"/>
                    <a:pt x="143" y="2817"/>
                  </a:cubicBezTo>
                  <a:lnTo>
                    <a:pt x="143" y="5199"/>
                  </a:lnTo>
                  <a:lnTo>
                    <a:pt x="2286" y="5199"/>
                  </a:lnTo>
                  <a:lnTo>
                    <a:pt x="2286" y="2817"/>
                  </a:lnTo>
                  <a:cubicBezTo>
                    <a:pt x="2286" y="2555"/>
                    <a:pt x="2191" y="2317"/>
                    <a:pt x="2024" y="2150"/>
                  </a:cubicBezTo>
                  <a:cubicBezTo>
                    <a:pt x="2286" y="1912"/>
                    <a:pt x="2453" y="1555"/>
                    <a:pt x="2429" y="1126"/>
                  </a:cubicBezTo>
                  <a:cubicBezTo>
                    <a:pt x="2406" y="531"/>
                    <a:pt x="1905" y="55"/>
                    <a:pt x="1310" y="7"/>
                  </a:cubicBezTo>
                  <a:cubicBezTo>
                    <a:pt x="1269" y="3"/>
                    <a:pt x="1229" y="1"/>
                    <a:pt x="1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89" name="Google Shape;20989;p91"/>
            <p:cNvSpPr/>
            <p:nvPr/>
          </p:nvSpPr>
          <p:spPr>
            <a:xfrm>
              <a:off x="7064747" y="3181752"/>
              <a:ext cx="72903" cy="153543"/>
            </a:xfrm>
            <a:custGeom>
              <a:rect b="b" l="l" r="r" t="t"/>
              <a:pathLst>
                <a:path extrusionOk="0" h="5219" w="2478">
                  <a:moveTo>
                    <a:pt x="1263" y="670"/>
                  </a:moveTo>
                  <a:cubicBezTo>
                    <a:pt x="1549" y="670"/>
                    <a:pt x="1787" y="908"/>
                    <a:pt x="1787" y="1194"/>
                  </a:cubicBezTo>
                  <a:cubicBezTo>
                    <a:pt x="1787" y="1504"/>
                    <a:pt x="1549" y="1742"/>
                    <a:pt x="1263" y="1742"/>
                  </a:cubicBezTo>
                  <a:cubicBezTo>
                    <a:pt x="954" y="1742"/>
                    <a:pt x="715" y="1504"/>
                    <a:pt x="715" y="1194"/>
                  </a:cubicBezTo>
                  <a:cubicBezTo>
                    <a:pt x="715" y="932"/>
                    <a:pt x="954" y="670"/>
                    <a:pt x="1263" y="670"/>
                  </a:cubicBezTo>
                  <a:close/>
                  <a:moveTo>
                    <a:pt x="1246" y="2454"/>
                  </a:moveTo>
                  <a:cubicBezTo>
                    <a:pt x="1260" y="2454"/>
                    <a:pt x="1273" y="2455"/>
                    <a:pt x="1287" y="2456"/>
                  </a:cubicBezTo>
                  <a:cubicBezTo>
                    <a:pt x="1501" y="2456"/>
                    <a:pt x="1644" y="2623"/>
                    <a:pt x="1644" y="2837"/>
                  </a:cubicBezTo>
                  <a:lnTo>
                    <a:pt x="1644" y="4528"/>
                  </a:lnTo>
                  <a:lnTo>
                    <a:pt x="858" y="4528"/>
                  </a:lnTo>
                  <a:lnTo>
                    <a:pt x="858" y="2837"/>
                  </a:lnTo>
                  <a:cubicBezTo>
                    <a:pt x="858" y="2614"/>
                    <a:pt x="1046" y="2454"/>
                    <a:pt x="1246" y="2454"/>
                  </a:cubicBezTo>
                  <a:close/>
                  <a:moveTo>
                    <a:pt x="1251" y="0"/>
                  </a:moveTo>
                  <a:cubicBezTo>
                    <a:pt x="1223" y="0"/>
                    <a:pt x="1196" y="1"/>
                    <a:pt x="1168" y="3"/>
                  </a:cubicBezTo>
                  <a:cubicBezTo>
                    <a:pt x="573" y="75"/>
                    <a:pt x="96" y="551"/>
                    <a:pt x="25" y="1146"/>
                  </a:cubicBezTo>
                  <a:cubicBezTo>
                    <a:pt x="1" y="1527"/>
                    <a:pt x="191" y="1885"/>
                    <a:pt x="453" y="2147"/>
                  </a:cubicBezTo>
                  <a:cubicBezTo>
                    <a:pt x="311" y="2337"/>
                    <a:pt x="191" y="2575"/>
                    <a:pt x="191" y="2837"/>
                  </a:cubicBezTo>
                  <a:lnTo>
                    <a:pt x="191" y="5219"/>
                  </a:lnTo>
                  <a:lnTo>
                    <a:pt x="2335" y="5219"/>
                  </a:lnTo>
                  <a:lnTo>
                    <a:pt x="2335" y="2837"/>
                  </a:lnTo>
                  <a:cubicBezTo>
                    <a:pt x="2335" y="2575"/>
                    <a:pt x="2240" y="2337"/>
                    <a:pt x="2049" y="2147"/>
                  </a:cubicBezTo>
                  <a:cubicBezTo>
                    <a:pt x="2335" y="1908"/>
                    <a:pt x="2478" y="1599"/>
                    <a:pt x="2478" y="1242"/>
                  </a:cubicBezTo>
                  <a:cubicBezTo>
                    <a:pt x="2478" y="555"/>
                    <a:pt x="1928" y="0"/>
                    <a:pt x="1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90" name="Google Shape;20990;p91"/>
            <p:cNvSpPr/>
            <p:nvPr/>
          </p:nvSpPr>
          <p:spPr>
            <a:xfrm>
              <a:off x="7158654" y="3181752"/>
              <a:ext cx="72873" cy="153543"/>
            </a:xfrm>
            <a:custGeom>
              <a:rect b="b" l="l" r="r" t="t"/>
              <a:pathLst>
                <a:path extrusionOk="0" h="5219" w="2477">
                  <a:moveTo>
                    <a:pt x="1238" y="670"/>
                  </a:moveTo>
                  <a:cubicBezTo>
                    <a:pt x="1548" y="670"/>
                    <a:pt x="1786" y="908"/>
                    <a:pt x="1786" y="1194"/>
                  </a:cubicBezTo>
                  <a:cubicBezTo>
                    <a:pt x="1786" y="1504"/>
                    <a:pt x="1548" y="1742"/>
                    <a:pt x="1238" y="1742"/>
                  </a:cubicBezTo>
                  <a:cubicBezTo>
                    <a:pt x="953" y="1742"/>
                    <a:pt x="715" y="1504"/>
                    <a:pt x="715" y="1194"/>
                  </a:cubicBezTo>
                  <a:cubicBezTo>
                    <a:pt x="715" y="932"/>
                    <a:pt x="953" y="670"/>
                    <a:pt x="1238" y="670"/>
                  </a:cubicBezTo>
                  <a:close/>
                  <a:moveTo>
                    <a:pt x="1245" y="2454"/>
                  </a:moveTo>
                  <a:cubicBezTo>
                    <a:pt x="1259" y="2454"/>
                    <a:pt x="1272" y="2455"/>
                    <a:pt x="1286" y="2456"/>
                  </a:cubicBezTo>
                  <a:cubicBezTo>
                    <a:pt x="1453" y="2456"/>
                    <a:pt x="1643" y="2623"/>
                    <a:pt x="1643" y="2837"/>
                  </a:cubicBezTo>
                  <a:lnTo>
                    <a:pt x="1643" y="4528"/>
                  </a:lnTo>
                  <a:lnTo>
                    <a:pt x="857" y="4528"/>
                  </a:lnTo>
                  <a:lnTo>
                    <a:pt x="857" y="2837"/>
                  </a:lnTo>
                  <a:cubicBezTo>
                    <a:pt x="857" y="2614"/>
                    <a:pt x="1045" y="2454"/>
                    <a:pt x="1245" y="2454"/>
                  </a:cubicBezTo>
                  <a:close/>
                  <a:moveTo>
                    <a:pt x="1250" y="0"/>
                  </a:moveTo>
                  <a:cubicBezTo>
                    <a:pt x="1223" y="0"/>
                    <a:pt x="1195" y="1"/>
                    <a:pt x="1167" y="3"/>
                  </a:cubicBezTo>
                  <a:cubicBezTo>
                    <a:pt x="572" y="75"/>
                    <a:pt x="95" y="551"/>
                    <a:pt x="24" y="1146"/>
                  </a:cubicBezTo>
                  <a:cubicBezTo>
                    <a:pt x="0" y="1527"/>
                    <a:pt x="167" y="1885"/>
                    <a:pt x="453" y="2147"/>
                  </a:cubicBezTo>
                  <a:cubicBezTo>
                    <a:pt x="286" y="2337"/>
                    <a:pt x="167" y="2575"/>
                    <a:pt x="167" y="2837"/>
                  </a:cubicBezTo>
                  <a:lnTo>
                    <a:pt x="167" y="5219"/>
                  </a:lnTo>
                  <a:lnTo>
                    <a:pt x="2310" y="5219"/>
                  </a:lnTo>
                  <a:lnTo>
                    <a:pt x="2310" y="2837"/>
                  </a:lnTo>
                  <a:cubicBezTo>
                    <a:pt x="2310" y="2575"/>
                    <a:pt x="2239" y="2337"/>
                    <a:pt x="2048" y="2147"/>
                  </a:cubicBezTo>
                  <a:cubicBezTo>
                    <a:pt x="2286" y="1908"/>
                    <a:pt x="2477" y="1599"/>
                    <a:pt x="2477" y="1242"/>
                  </a:cubicBezTo>
                  <a:cubicBezTo>
                    <a:pt x="2477" y="555"/>
                    <a:pt x="1927"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91" name="Google Shape;20991;p91"/>
            <p:cNvSpPr/>
            <p:nvPr/>
          </p:nvSpPr>
          <p:spPr>
            <a:xfrm>
              <a:off x="7251120" y="3181752"/>
              <a:ext cx="72903" cy="153543"/>
            </a:xfrm>
            <a:custGeom>
              <a:rect b="b" l="l" r="r" t="t"/>
              <a:pathLst>
                <a:path extrusionOk="0" h="5219" w="2478">
                  <a:moveTo>
                    <a:pt x="1263" y="670"/>
                  </a:moveTo>
                  <a:cubicBezTo>
                    <a:pt x="1549" y="670"/>
                    <a:pt x="1787" y="908"/>
                    <a:pt x="1787" y="1194"/>
                  </a:cubicBezTo>
                  <a:cubicBezTo>
                    <a:pt x="1787" y="1504"/>
                    <a:pt x="1549" y="1742"/>
                    <a:pt x="1263" y="1742"/>
                  </a:cubicBezTo>
                  <a:cubicBezTo>
                    <a:pt x="953" y="1742"/>
                    <a:pt x="715" y="1504"/>
                    <a:pt x="715" y="1194"/>
                  </a:cubicBezTo>
                  <a:cubicBezTo>
                    <a:pt x="715" y="932"/>
                    <a:pt x="953" y="670"/>
                    <a:pt x="1263" y="670"/>
                  </a:cubicBezTo>
                  <a:close/>
                  <a:moveTo>
                    <a:pt x="1246" y="2454"/>
                  </a:moveTo>
                  <a:cubicBezTo>
                    <a:pt x="1259" y="2454"/>
                    <a:pt x="1273" y="2455"/>
                    <a:pt x="1287" y="2456"/>
                  </a:cubicBezTo>
                  <a:cubicBezTo>
                    <a:pt x="1501" y="2456"/>
                    <a:pt x="1644" y="2623"/>
                    <a:pt x="1644" y="2837"/>
                  </a:cubicBezTo>
                  <a:lnTo>
                    <a:pt x="1644" y="4528"/>
                  </a:lnTo>
                  <a:lnTo>
                    <a:pt x="882" y="4528"/>
                  </a:lnTo>
                  <a:lnTo>
                    <a:pt x="882" y="2837"/>
                  </a:lnTo>
                  <a:cubicBezTo>
                    <a:pt x="882" y="2614"/>
                    <a:pt x="1049" y="2454"/>
                    <a:pt x="1246" y="2454"/>
                  </a:cubicBezTo>
                  <a:close/>
                  <a:moveTo>
                    <a:pt x="1251" y="0"/>
                  </a:moveTo>
                  <a:cubicBezTo>
                    <a:pt x="1223" y="0"/>
                    <a:pt x="1195" y="1"/>
                    <a:pt x="1168" y="3"/>
                  </a:cubicBezTo>
                  <a:cubicBezTo>
                    <a:pt x="572" y="75"/>
                    <a:pt x="96" y="551"/>
                    <a:pt x="48" y="1146"/>
                  </a:cubicBezTo>
                  <a:cubicBezTo>
                    <a:pt x="1" y="1527"/>
                    <a:pt x="191" y="1885"/>
                    <a:pt x="453" y="2147"/>
                  </a:cubicBezTo>
                  <a:cubicBezTo>
                    <a:pt x="310" y="2337"/>
                    <a:pt x="191" y="2575"/>
                    <a:pt x="191" y="2837"/>
                  </a:cubicBezTo>
                  <a:lnTo>
                    <a:pt x="191" y="5219"/>
                  </a:lnTo>
                  <a:lnTo>
                    <a:pt x="2334" y="5219"/>
                  </a:lnTo>
                  <a:lnTo>
                    <a:pt x="2334" y="2837"/>
                  </a:lnTo>
                  <a:cubicBezTo>
                    <a:pt x="2334" y="2575"/>
                    <a:pt x="2239" y="2337"/>
                    <a:pt x="2072" y="2147"/>
                  </a:cubicBezTo>
                  <a:cubicBezTo>
                    <a:pt x="2334" y="1908"/>
                    <a:pt x="2477" y="1599"/>
                    <a:pt x="2477" y="1242"/>
                  </a:cubicBezTo>
                  <a:cubicBezTo>
                    <a:pt x="2477" y="555"/>
                    <a:pt x="1928" y="0"/>
                    <a:pt x="1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20992" name="Google Shape;20992;p91"/>
          <p:cNvSpPr/>
          <p:nvPr/>
        </p:nvSpPr>
        <p:spPr>
          <a:xfrm>
            <a:off x="7709919" y="3554556"/>
            <a:ext cx="340537" cy="339830"/>
          </a:xfrm>
          <a:custGeom>
            <a:rect b="b" l="l" r="r" t="t"/>
            <a:pathLst>
              <a:path extrusionOk="0" h="11551" w="11575">
                <a:moveTo>
                  <a:pt x="5859" y="643"/>
                </a:moveTo>
                <a:cubicBezTo>
                  <a:pt x="6526" y="667"/>
                  <a:pt x="7240" y="834"/>
                  <a:pt x="7883" y="1120"/>
                </a:cubicBezTo>
                <a:lnTo>
                  <a:pt x="7883" y="2072"/>
                </a:lnTo>
                <a:lnTo>
                  <a:pt x="6978" y="2620"/>
                </a:lnTo>
                <a:cubicBezTo>
                  <a:pt x="6621" y="2453"/>
                  <a:pt x="6240" y="2406"/>
                  <a:pt x="5811" y="2406"/>
                </a:cubicBezTo>
                <a:cubicBezTo>
                  <a:pt x="5288" y="2406"/>
                  <a:pt x="4811" y="2525"/>
                  <a:pt x="4359" y="2739"/>
                </a:cubicBezTo>
                <a:lnTo>
                  <a:pt x="4359" y="1715"/>
                </a:lnTo>
                <a:lnTo>
                  <a:pt x="3525" y="1215"/>
                </a:lnTo>
                <a:cubicBezTo>
                  <a:pt x="4216" y="858"/>
                  <a:pt x="5026" y="643"/>
                  <a:pt x="5859" y="643"/>
                </a:cubicBezTo>
                <a:close/>
                <a:moveTo>
                  <a:pt x="2835" y="1620"/>
                </a:moveTo>
                <a:lnTo>
                  <a:pt x="3668" y="2096"/>
                </a:lnTo>
                <a:lnTo>
                  <a:pt x="3668" y="3144"/>
                </a:lnTo>
                <a:cubicBezTo>
                  <a:pt x="3001" y="3715"/>
                  <a:pt x="2549" y="4549"/>
                  <a:pt x="2477" y="5502"/>
                </a:cubicBezTo>
                <a:lnTo>
                  <a:pt x="1620" y="5025"/>
                </a:lnTo>
                <a:lnTo>
                  <a:pt x="763" y="5502"/>
                </a:lnTo>
                <a:cubicBezTo>
                  <a:pt x="810" y="3930"/>
                  <a:pt x="1620" y="2525"/>
                  <a:pt x="2835" y="1620"/>
                </a:cubicBezTo>
                <a:close/>
                <a:moveTo>
                  <a:pt x="8526" y="1501"/>
                </a:moveTo>
                <a:cubicBezTo>
                  <a:pt x="9812" y="2310"/>
                  <a:pt x="10693" y="3644"/>
                  <a:pt x="10860" y="5240"/>
                </a:cubicBezTo>
                <a:lnTo>
                  <a:pt x="10027" y="5716"/>
                </a:lnTo>
                <a:lnTo>
                  <a:pt x="9098" y="5192"/>
                </a:lnTo>
                <a:cubicBezTo>
                  <a:pt x="8955" y="4287"/>
                  <a:pt x="8407" y="3501"/>
                  <a:pt x="7669" y="3001"/>
                </a:cubicBezTo>
                <a:lnTo>
                  <a:pt x="8526" y="2501"/>
                </a:lnTo>
                <a:lnTo>
                  <a:pt x="8526" y="1501"/>
                </a:lnTo>
                <a:close/>
                <a:moveTo>
                  <a:pt x="5811" y="3049"/>
                </a:moveTo>
                <a:cubicBezTo>
                  <a:pt x="7312" y="3049"/>
                  <a:pt x="8503" y="4239"/>
                  <a:pt x="8503" y="5740"/>
                </a:cubicBezTo>
                <a:cubicBezTo>
                  <a:pt x="8503" y="7216"/>
                  <a:pt x="7288" y="8407"/>
                  <a:pt x="5811" y="8407"/>
                </a:cubicBezTo>
                <a:cubicBezTo>
                  <a:pt x="4335" y="8407"/>
                  <a:pt x="3144" y="7216"/>
                  <a:pt x="3144" y="5740"/>
                </a:cubicBezTo>
                <a:cubicBezTo>
                  <a:pt x="3144" y="4239"/>
                  <a:pt x="4335" y="3049"/>
                  <a:pt x="5811" y="3049"/>
                </a:cubicBezTo>
                <a:close/>
                <a:moveTo>
                  <a:pt x="9122" y="6002"/>
                </a:moveTo>
                <a:lnTo>
                  <a:pt x="9979" y="6478"/>
                </a:lnTo>
                <a:lnTo>
                  <a:pt x="10860" y="6002"/>
                </a:lnTo>
                <a:lnTo>
                  <a:pt x="10860" y="6002"/>
                </a:lnTo>
                <a:cubicBezTo>
                  <a:pt x="10789" y="7573"/>
                  <a:pt x="9979" y="8978"/>
                  <a:pt x="8764" y="9883"/>
                </a:cubicBezTo>
                <a:lnTo>
                  <a:pt x="7931" y="9407"/>
                </a:lnTo>
                <a:lnTo>
                  <a:pt x="7931" y="8359"/>
                </a:lnTo>
                <a:cubicBezTo>
                  <a:pt x="8622" y="7788"/>
                  <a:pt x="9074" y="6954"/>
                  <a:pt x="9122" y="6002"/>
                </a:cubicBezTo>
                <a:close/>
                <a:moveTo>
                  <a:pt x="1596" y="5787"/>
                </a:moveTo>
                <a:lnTo>
                  <a:pt x="2525" y="6287"/>
                </a:lnTo>
                <a:cubicBezTo>
                  <a:pt x="2668" y="7216"/>
                  <a:pt x="3192" y="8002"/>
                  <a:pt x="3930" y="8502"/>
                </a:cubicBezTo>
                <a:lnTo>
                  <a:pt x="3073" y="9002"/>
                </a:lnTo>
                <a:lnTo>
                  <a:pt x="3073" y="9979"/>
                </a:lnTo>
                <a:cubicBezTo>
                  <a:pt x="1811" y="9217"/>
                  <a:pt x="906" y="7859"/>
                  <a:pt x="763" y="6264"/>
                </a:cubicBezTo>
                <a:lnTo>
                  <a:pt x="1596" y="5787"/>
                </a:lnTo>
                <a:close/>
                <a:moveTo>
                  <a:pt x="7240" y="8764"/>
                </a:moveTo>
                <a:lnTo>
                  <a:pt x="7240" y="9788"/>
                </a:lnTo>
                <a:lnTo>
                  <a:pt x="8074" y="10288"/>
                </a:lnTo>
                <a:cubicBezTo>
                  <a:pt x="7407" y="10645"/>
                  <a:pt x="6597" y="10860"/>
                  <a:pt x="5764" y="10860"/>
                </a:cubicBezTo>
                <a:cubicBezTo>
                  <a:pt x="5073" y="10836"/>
                  <a:pt x="4359" y="10669"/>
                  <a:pt x="3740" y="10384"/>
                </a:cubicBezTo>
                <a:lnTo>
                  <a:pt x="3740" y="9431"/>
                </a:lnTo>
                <a:lnTo>
                  <a:pt x="4621" y="8883"/>
                </a:lnTo>
                <a:cubicBezTo>
                  <a:pt x="4978" y="9050"/>
                  <a:pt x="5383" y="9098"/>
                  <a:pt x="5788" y="9098"/>
                </a:cubicBezTo>
                <a:cubicBezTo>
                  <a:pt x="6312" y="9098"/>
                  <a:pt x="6812" y="8978"/>
                  <a:pt x="7240" y="8764"/>
                </a:cubicBezTo>
                <a:close/>
                <a:moveTo>
                  <a:pt x="5788" y="0"/>
                </a:moveTo>
                <a:cubicBezTo>
                  <a:pt x="4240" y="0"/>
                  <a:pt x="2811" y="596"/>
                  <a:pt x="1715" y="1691"/>
                </a:cubicBezTo>
                <a:cubicBezTo>
                  <a:pt x="644" y="2763"/>
                  <a:pt x="1" y="4216"/>
                  <a:pt x="1" y="5764"/>
                </a:cubicBezTo>
                <a:cubicBezTo>
                  <a:pt x="1" y="7311"/>
                  <a:pt x="596" y="8740"/>
                  <a:pt x="1715" y="9836"/>
                </a:cubicBezTo>
                <a:cubicBezTo>
                  <a:pt x="2787" y="10907"/>
                  <a:pt x="4240" y="11550"/>
                  <a:pt x="5788" y="11550"/>
                </a:cubicBezTo>
                <a:cubicBezTo>
                  <a:pt x="7336" y="11550"/>
                  <a:pt x="8764" y="10955"/>
                  <a:pt x="9860" y="9836"/>
                </a:cubicBezTo>
                <a:cubicBezTo>
                  <a:pt x="10932" y="8764"/>
                  <a:pt x="11575" y="7311"/>
                  <a:pt x="11575" y="5764"/>
                </a:cubicBezTo>
                <a:cubicBezTo>
                  <a:pt x="11575" y="4216"/>
                  <a:pt x="10979" y="2763"/>
                  <a:pt x="9860" y="1691"/>
                </a:cubicBezTo>
                <a:cubicBezTo>
                  <a:pt x="8788" y="620"/>
                  <a:pt x="7336" y="0"/>
                  <a:pt x="57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93" name="Google Shape;20993;p91"/>
          <p:cNvSpPr/>
          <p:nvPr/>
        </p:nvSpPr>
        <p:spPr>
          <a:xfrm>
            <a:off x="6977424" y="3548938"/>
            <a:ext cx="340537" cy="341243"/>
          </a:xfrm>
          <a:custGeom>
            <a:rect b="b" l="l" r="r" t="t"/>
            <a:pathLst>
              <a:path extrusionOk="0" h="11599" w="11575">
                <a:moveTo>
                  <a:pt x="5811" y="2001"/>
                </a:moveTo>
                <a:cubicBezTo>
                  <a:pt x="6002" y="2001"/>
                  <a:pt x="6192" y="2168"/>
                  <a:pt x="6192" y="2382"/>
                </a:cubicBezTo>
                <a:cubicBezTo>
                  <a:pt x="6192" y="2597"/>
                  <a:pt x="6002" y="2763"/>
                  <a:pt x="5811" y="2763"/>
                </a:cubicBezTo>
                <a:cubicBezTo>
                  <a:pt x="5597" y="2763"/>
                  <a:pt x="5406" y="2597"/>
                  <a:pt x="5406" y="2382"/>
                </a:cubicBezTo>
                <a:cubicBezTo>
                  <a:pt x="5382" y="2168"/>
                  <a:pt x="5573" y="2001"/>
                  <a:pt x="5811" y="2001"/>
                </a:cubicBezTo>
                <a:close/>
                <a:moveTo>
                  <a:pt x="2787" y="1620"/>
                </a:moveTo>
                <a:lnTo>
                  <a:pt x="3358" y="2406"/>
                </a:lnTo>
                <a:lnTo>
                  <a:pt x="2787" y="3216"/>
                </a:lnTo>
                <a:lnTo>
                  <a:pt x="739" y="3216"/>
                </a:lnTo>
                <a:lnTo>
                  <a:pt x="739" y="1620"/>
                </a:lnTo>
                <a:close/>
                <a:moveTo>
                  <a:pt x="5811" y="5383"/>
                </a:moveTo>
                <a:cubicBezTo>
                  <a:pt x="6002" y="5383"/>
                  <a:pt x="6192" y="5574"/>
                  <a:pt x="6192" y="5788"/>
                </a:cubicBezTo>
                <a:cubicBezTo>
                  <a:pt x="6192" y="5978"/>
                  <a:pt x="6002" y="6169"/>
                  <a:pt x="5811" y="6169"/>
                </a:cubicBezTo>
                <a:cubicBezTo>
                  <a:pt x="5597" y="6169"/>
                  <a:pt x="5406" y="5978"/>
                  <a:pt x="5406" y="5788"/>
                </a:cubicBezTo>
                <a:cubicBezTo>
                  <a:pt x="5406" y="5574"/>
                  <a:pt x="5597" y="5383"/>
                  <a:pt x="5811" y="5383"/>
                </a:cubicBezTo>
                <a:close/>
                <a:moveTo>
                  <a:pt x="10860" y="4978"/>
                </a:moveTo>
                <a:lnTo>
                  <a:pt x="10860" y="6574"/>
                </a:lnTo>
                <a:lnTo>
                  <a:pt x="8812" y="6574"/>
                </a:lnTo>
                <a:lnTo>
                  <a:pt x="8240" y="5788"/>
                </a:lnTo>
                <a:lnTo>
                  <a:pt x="8812" y="4978"/>
                </a:lnTo>
                <a:close/>
                <a:moveTo>
                  <a:pt x="5811" y="8765"/>
                </a:moveTo>
                <a:cubicBezTo>
                  <a:pt x="6002" y="8765"/>
                  <a:pt x="6192" y="8931"/>
                  <a:pt x="6192" y="9146"/>
                </a:cubicBezTo>
                <a:cubicBezTo>
                  <a:pt x="6192" y="9360"/>
                  <a:pt x="6002" y="9527"/>
                  <a:pt x="5811" y="9527"/>
                </a:cubicBezTo>
                <a:cubicBezTo>
                  <a:pt x="5597" y="9527"/>
                  <a:pt x="5406" y="9360"/>
                  <a:pt x="5406" y="9146"/>
                </a:cubicBezTo>
                <a:cubicBezTo>
                  <a:pt x="5406" y="8931"/>
                  <a:pt x="5597" y="8765"/>
                  <a:pt x="5811" y="8765"/>
                </a:cubicBezTo>
                <a:close/>
                <a:moveTo>
                  <a:pt x="2787" y="8336"/>
                </a:moveTo>
                <a:lnTo>
                  <a:pt x="3358" y="9146"/>
                </a:lnTo>
                <a:lnTo>
                  <a:pt x="2787" y="9955"/>
                </a:lnTo>
                <a:lnTo>
                  <a:pt x="739" y="9955"/>
                </a:lnTo>
                <a:lnTo>
                  <a:pt x="739" y="8336"/>
                </a:lnTo>
                <a:close/>
                <a:moveTo>
                  <a:pt x="5454" y="1"/>
                </a:moveTo>
                <a:lnTo>
                  <a:pt x="5454" y="1382"/>
                </a:lnTo>
                <a:cubicBezTo>
                  <a:pt x="5120" y="1501"/>
                  <a:pt x="4882" y="1739"/>
                  <a:pt x="4763" y="2049"/>
                </a:cubicBezTo>
                <a:lnTo>
                  <a:pt x="3906" y="2049"/>
                </a:lnTo>
                <a:lnTo>
                  <a:pt x="3096" y="930"/>
                </a:lnTo>
                <a:lnTo>
                  <a:pt x="0" y="930"/>
                </a:lnTo>
                <a:lnTo>
                  <a:pt x="0" y="3906"/>
                </a:lnTo>
                <a:lnTo>
                  <a:pt x="3096" y="3906"/>
                </a:lnTo>
                <a:lnTo>
                  <a:pt x="3906" y="2763"/>
                </a:lnTo>
                <a:lnTo>
                  <a:pt x="4763" y="2763"/>
                </a:lnTo>
                <a:cubicBezTo>
                  <a:pt x="4882" y="3097"/>
                  <a:pt x="5120" y="3335"/>
                  <a:pt x="5454" y="3454"/>
                </a:cubicBezTo>
                <a:lnTo>
                  <a:pt x="5454" y="4788"/>
                </a:lnTo>
                <a:cubicBezTo>
                  <a:pt x="5025" y="4954"/>
                  <a:pt x="4692" y="5335"/>
                  <a:pt x="4692" y="5812"/>
                </a:cubicBezTo>
                <a:cubicBezTo>
                  <a:pt x="4692" y="6288"/>
                  <a:pt x="5001" y="6669"/>
                  <a:pt x="5454" y="6812"/>
                </a:cubicBezTo>
                <a:lnTo>
                  <a:pt x="5454" y="8169"/>
                </a:lnTo>
                <a:cubicBezTo>
                  <a:pt x="5120" y="8288"/>
                  <a:pt x="4882" y="8526"/>
                  <a:pt x="4763" y="8836"/>
                </a:cubicBezTo>
                <a:lnTo>
                  <a:pt x="3906" y="8836"/>
                </a:lnTo>
                <a:lnTo>
                  <a:pt x="3096" y="7717"/>
                </a:lnTo>
                <a:lnTo>
                  <a:pt x="0" y="7717"/>
                </a:lnTo>
                <a:lnTo>
                  <a:pt x="0" y="10694"/>
                </a:lnTo>
                <a:lnTo>
                  <a:pt x="3096" y="10694"/>
                </a:lnTo>
                <a:lnTo>
                  <a:pt x="3906" y="9551"/>
                </a:lnTo>
                <a:lnTo>
                  <a:pt x="4763" y="9551"/>
                </a:lnTo>
                <a:cubicBezTo>
                  <a:pt x="4882" y="9884"/>
                  <a:pt x="5120" y="10122"/>
                  <a:pt x="5454" y="10241"/>
                </a:cubicBezTo>
                <a:lnTo>
                  <a:pt x="5454" y="11599"/>
                </a:lnTo>
                <a:lnTo>
                  <a:pt x="6121" y="11599"/>
                </a:lnTo>
                <a:lnTo>
                  <a:pt x="6121" y="10241"/>
                </a:lnTo>
                <a:cubicBezTo>
                  <a:pt x="6549" y="10098"/>
                  <a:pt x="6883" y="9717"/>
                  <a:pt x="6883" y="9217"/>
                </a:cubicBezTo>
                <a:cubicBezTo>
                  <a:pt x="6883" y="8741"/>
                  <a:pt x="6573" y="8360"/>
                  <a:pt x="6121" y="8217"/>
                </a:cubicBezTo>
                <a:lnTo>
                  <a:pt x="6121" y="6883"/>
                </a:lnTo>
                <a:cubicBezTo>
                  <a:pt x="6454" y="6764"/>
                  <a:pt x="6692" y="6526"/>
                  <a:pt x="6811" y="6193"/>
                </a:cubicBezTo>
                <a:lnTo>
                  <a:pt x="7669" y="6193"/>
                </a:lnTo>
                <a:lnTo>
                  <a:pt x="8478" y="7312"/>
                </a:lnTo>
                <a:lnTo>
                  <a:pt x="11574" y="7312"/>
                </a:lnTo>
                <a:lnTo>
                  <a:pt x="11574" y="4335"/>
                </a:lnTo>
                <a:lnTo>
                  <a:pt x="8454" y="4335"/>
                </a:lnTo>
                <a:lnTo>
                  <a:pt x="8454" y="4288"/>
                </a:lnTo>
                <a:lnTo>
                  <a:pt x="7645" y="5407"/>
                </a:lnTo>
                <a:lnTo>
                  <a:pt x="6811" y="5407"/>
                </a:lnTo>
                <a:cubicBezTo>
                  <a:pt x="6692" y="5097"/>
                  <a:pt x="6454" y="4859"/>
                  <a:pt x="6121" y="4740"/>
                </a:cubicBezTo>
                <a:lnTo>
                  <a:pt x="6121" y="3406"/>
                </a:lnTo>
                <a:cubicBezTo>
                  <a:pt x="6549" y="3240"/>
                  <a:pt x="6883" y="2859"/>
                  <a:pt x="6883" y="2382"/>
                </a:cubicBezTo>
                <a:cubicBezTo>
                  <a:pt x="6883" y="1906"/>
                  <a:pt x="6573" y="1525"/>
                  <a:pt x="6121" y="1382"/>
                </a:cubicBezTo>
                <a:lnTo>
                  <a:pt x="61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94" name="Google Shape;20994;p91"/>
          <p:cNvSpPr/>
          <p:nvPr/>
        </p:nvSpPr>
        <p:spPr>
          <a:xfrm>
            <a:off x="6253314" y="3593096"/>
            <a:ext cx="337742" cy="337712"/>
          </a:xfrm>
          <a:custGeom>
            <a:rect b="b" l="l" r="r" t="t"/>
            <a:pathLst>
              <a:path extrusionOk="0" h="11479" w="11480">
                <a:moveTo>
                  <a:pt x="3216" y="667"/>
                </a:moveTo>
                <a:lnTo>
                  <a:pt x="3216" y="2286"/>
                </a:lnTo>
                <a:lnTo>
                  <a:pt x="668" y="2286"/>
                </a:lnTo>
                <a:lnTo>
                  <a:pt x="668" y="667"/>
                </a:lnTo>
                <a:close/>
                <a:moveTo>
                  <a:pt x="3882" y="1262"/>
                </a:moveTo>
                <a:lnTo>
                  <a:pt x="4668" y="2191"/>
                </a:lnTo>
                <a:lnTo>
                  <a:pt x="4668" y="3406"/>
                </a:lnTo>
                <a:lnTo>
                  <a:pt x="3882" y="2501"/>
                </a:lnTo>
                <a:lnTo>
                  <a:pt x="3882" y="1262"/>
                </a:lnTo>
                <a:close/>
                <a:moveTo>
                  <a:pt x="10003" y="2405"/>
                </a:moveTo>
                <a:lnTo>
                  <a:pt x="10622" y="3215"/>
                </a:lnTo>
                <a:lnTo>
                  <a:pt x="10003" y="4001"/>
                </a:lnTo>
                <a:lnTo>
                  <a:pt x="5335" y="4001"/>
                </a:lnTo>
                <a:lnTo>
                  <a:pt x="5335" y="2405"/>
                </a:lnTo>
                <a:close/>
                <a:moveTo>
                  <a:pt x="3216" y="2929"/>
                </a:moveTo>
                <a:lnTo>
                  <a:pt x="3216" y="4549"/>
                </a:lnTo>
                <a:lnTo>
                  <a:pt x="668" y="4549"/>
                </a:lnTo>
                <a:lnTo>
                  <a:pt x="668" y="2929"/>
                </a:lnTo>
                <a:close/>
                <a:moveTo>
                  <a:pt x="3882" y="3525"/>
                </a:moveTo>
                <a:lnTo>
                  <a:pt x="4668" y="4454"/>
                </a:lnTo>
                <a:lnTo>
                  <a:pt x="4668" y="5668"/>
                </a:lnTo>
                <a:lnTo>
                  <a:pt x="3882" y="4763"/>
                </a:lnTo>
                <a:lnTo>
                  <a:pt x="3882" y="3525"/>
                </a:lnTo>
                <a:close/>
                <a:moveTo>
                  <a:pt x="10003" y="4668"/>
                </a:moveTo>
                <a:lnTo>
                  <a:pt x="10622" y="5478"/>
                </a:lnTo>
                <a:lnTo>
                  <a:pt x="10003" y="6263"/>
                </a:lnTo>
                <a:lnTo>
                  <a:pt x="5335" y="6263"/>
                </a:lnTo>
                <a:lnTo>
                  <a:pt x="5335" y="4668"/>
                </a:lnTo>
                <a:close/>
                <a:moveTo>
                  <a:pt x="3216" y="5239"/>
                </a:moveTo>
                <a:lnTo>
                  <a:pt x="3216" y="6835"/>
                </a:lnTo>
                <a:lnTo>
                  <a:pt x="668" y="6835"/>
                </a:lnTo>
                <a:lnTo>
                  <a:pt x="668" y="5239"/>
                </a:lnTo>
                <a:close/>
                <a:moveTo>
                  <a:pt x="3882" y="5787"/>
                </a:moveTo>
                <a:lnTo>
                  <a:pt x="4668" y="6716"/>
                </a:lnTo>
                <a:lnTo>
                  <a:pt x="4668" y="7930"/>
                </a:lnTo>
                <a:lnTo>
                  <a:pt x="3882" y="7025"/>
                </a:lnTo>
                <a:lnTo>
                  <a:pt x="3882" y="5787"/>
                </a:lnTo>
                <a:close/>
                <a:moveTo>
                  <a:pt x="10003" y="6954"/>
                </a:moveTo>
                <a:lnTo>
                  <a:pt x="10622" y="7764"/>
                </a:lnTo>
                <a:lnTo>
                  <a:pt x="10003" y="8573"/>
                </a:lnTo>
                <a:lnTo>
                  <a:pt x="5335" y="8573"/>
                </a:lnTo>
                <a:lnTo>
                  <a:pt x="5335" y="6954"/>
                </a:lnTo>
                <a:close/>
                <a:moveTo>
                  <a:pt x="3216" y="7478"/>
                </a:moveTo>
                <a:lnTo>
                  <a:pt x="3216" y="9097"/>
                </a:lnTo>
                <a:lnTo>
                  <a:pt x="668" y="9097"/>
                </a:lnTo>
                <a:lnTo>
                  <a:pt x="668" y="7478"/>
                </a:lnTo>
                <a:close/>
                <a:moveTo>
                  <a:pt x="3882" y="8073"/>
                </a:moveTo>
                <a:lnTo>
                  <a:pt x="4668" y="9002"/>
                </a:lnTo>
                <a:lnTo>
                  <a:pt x="4668" y="10217"/>
                </a:lnTo>
                <a:lnTo>
                  <a:pt x="3882" y="9312"/>
                </a:lnTo>
                <a:lnTo>
                  <a:pt x="3882" y="8073"/>
                </a:lnTo>
                <a:close/>
                <a:moveTo>
                  <a:pt x="10003" y="9216"/>
                </a:moveTo>
                <a:lnTo>
                  <a:pt x="10622" y="10026"/>
                </a:lnTo>
                <a:lnTo>
                  <a:pt x="10003" y="10836"/>
                </a:lnTo>
                <a:lnTo>
                  <a:pt x="5335" y="10836"/>
                </a:lnTo>
                <a:lnTo>
                  <a:pt x="5335" y="9216"/>
                </a:lnTo>
                <a:close/>
                <a:moveTo>
                  <a:pt x="1" y="0"/>
                </a:moveTo>
                <a:lnTo>
                  <a:pt x="1" y="9764"/>
                </a:lnTo>
                <a:lnTo>
                  <a:pt x="3382" y="9764"/>
                </a:lnTo>
                <a:lnTo>
                  <a:pt x="4835" y="11479"/>
                </a:lnTo>
                <a:lnTo>
                  <a:pt x="10312" y="11479"/>
                </a:lnTo>
                <a:lnTo>
                  <a:pt x="11479" y="10002"/>
                </a:lnTo>
                <a:lnTo>
                  <a:pt x="10598" y="8859"/>
                </a:lnTo>
                <a:lnTo>
                  <a:pt x="11479" y="7740"/>
                </a:lnTo>
                <a:lnTo>
                  <a:pt x="10598" y="6597"/>
                </a:lnTo>
                <a:lnTo>
                  <a:pt x="11479" y="5478"/>
                </a:lnTo>
                <a:lnTo>
                  <a:pt x="10598" y="4334"/>
                </a:lnTo>
                <a:lnTo>
                  <a:pt x="11479" y="3215"/>
                </a:lnTo>
                <a:lnTo>
                  <a:pt x="10312" y="1715"/>
                </a:lnTo>
                <a:lnTo>
                  <a:pt x="5168" y="1715"/>
                </a:lnTo>
                <a:lnTo>
                  <a:pt x="37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95" name="Google Shape;20995;p91"/>
          <p:cNvSpPr/>
          <p:nvPr/>
        </p:nvSpPr>
        <p:spPr>
          <a:xfrm>
            <a:off x="5541825" y="3553850"/>
            <a:ext cx="280990" cy="342625"/>
          </a:xfrm>
          <a:custGeom>
            <a:rect b="b" l="l" r="r" t="t"/>
            <a:pathLst>
              <a:path extrusionOk="0" h="11646" w="9551">
                <a:moveTo>
                  <a:pt x="7526" y="2192"/>
                </a:moveTo>
                <a:lnTo>
                  <a:pt x="7526" y="2954"/>
                </a:lnTo>
                <a:lnTo>
                  <a:pt x="1525" y="2954"/>
                </a:lnTo>
                <a:lnTo>
                  <a:pt x="1525" y="2192"/>
                </a:lnTo>
                <a:close/>
                <a:moveTo>
                  <a:pt x="8217" y="5407"/>
                </a:moveTo>
                <a:lnTo>
                  <a:pt x="8217" y="6169"/>
                </a:lnTo>
                <a:lnTo>
                  <a:pt x="1525" y="6169"/>
                </a:lnTo>
                <a:lnTo>
                  <a:pt x="1525" y="5407"/>
                </a:lnTo>
                <a:close/>
                <a:moveTo>
                  <a:pt x="8860" y="8598"/>
                </a:moveTo>
                <a:lnTo>
                  <a:pt x="8860" y="9360"/>
                </a:lnTo>
                <a:lnTo>
                  <a:pt x="1501" y="9360"/>
                </a:lnTo>
                <a:lnTo>
                  <a:pt x="1501" y="8598"/>
                </a:lnTo>
                <a:close/>
                <a:moveTo>
                  <a:pt x="1" y="1"/>
                </a:moveTo>
                <a:lnTo>
                  <a:pt x="1" y="691"/>
                </a:lnTo>
                <a:lnTo>
                  <a:pt x="858" y="691"/>
                </a:lnTo>
                <a:lnTo>
                  <a:pt x="858" y="1382"/>
                </a:lnTo>
                <a:lnTo>
                  <a:pt x="1" y="1382"/>
                </a:lnTo>
                <a:lnTo>
                  <a:pt x="1" y="2072"/>
                </a:lnTo>
                <a:lnTo>
                  <a:pt x="858" y="2072"/>
                </a:lnTo>
                <a:lnTo>
                  <a:pt x="858" y="2739"/>
                </a:lnTo>
                <a:lnTo>
                  <a:pt x="1" y="2739"/>
                </a:lnTo>
                <a:lnTo>
                  <a:pt x="1" y="3430"/>
                </a:lnTo>
                <a:lnTo>
                  <a:pt x="858" y="3430"/>
                </a:lnTo>
                <a:lnTo>
                  <a:pt x="858" y="4121"/>
                </a:lnTo>
                <a:lnTo>
                  <a:pt x="1" y="4121"/>
                </a:lnTo>
                <a:lnTo>
                  <a:pt x="1" y="4811"/>
                </a:lnTo>
                <a:lnTo>
                  <a:pt x="858" y="4811"/>
                </a:lnTo>
                <a:lnTo>
                  <a:pt x="858" y="5478"/>
                </a:lnTo>
                <a:lnTo>
                  <a:pt x="1" y="5478"/>
                </a:lnTo>
                <a:lnTo>
                  <a:pt x="1" y="6169"/>
                </a:lnTo>
                <a:lnTo>
                  <a:pt x="858" y="6169"/>
                </a:lnTo>
                <a:lnTo>
                  <a:pt x="858" y="6859"/>
                </a:lnTo>
                <a:lnTo>
                  <a:pt x="1" y="6859"/>
                </a:lnTo>
                <a:lnTo>
                  <a:pt x="1" y="7550"/>
                </a:lnTo>
                <a:lnTo>
                  <a:pt x="858" y="7550"/>
                </a:lnTo>
                <a:lnTo>
                  <a:pt x="858" y="8217"/>
                </a:lnTo>
                <a:lnTo>
                  <a:pt x="1" y="8217"/>
                </a:lnTo>
                <a:lnTo>
                  <a:pt x="1" y="8907"/>
                </a:lnTo>
                <a:lnTo>
                  <a:pt x="858" y="8907"/>
                </a:lnTo>
                <a:lnTo>
                  <a:pt x="858" y="9598"/>
                </a:lnTo>
                <a:lnTo>
                  <a:pt x="1" y="9598"/>
                </a:lnTo>
                <a:lnTo>
                  <a:pt x="1" y="10288"/>
                </a:lnTo>
                <a:lnTo>
                  <a:pt x="858" y="10288"/>
                </a:lnTo>
                <a:lnTo>
                  <a:pt x="858" y="10955"/>
                </a:lnTo>
                <a:lnTo>
                  <a:pt x="1" y="10955"/>
                </a:lnTo>
                <a:lnTo>
                  <a:pt x="1" y="11646"/>
                </a:lnTo>
                <a:lnTo>
                  <a:pt x="1525" y="11646"/>
                </a:lnTo>
                <a:lnTo>
                  <a:pt x="1525" y="10169"/>
                </a:lnTo>
                <a:lnTo>
                  <a:pt x="9550" y="10169"/>
                </a:lnTo>
                <a:lnTo>
                  <a:pt x="9550" y="7907"/>
                </a:lnTo>
                <a:lnTo>
                  <a:pt x="1525" y="7907"/>
                </a:lnTo>
                <a:lnTo>
                  <a:pt x="1525" y="6859"/>
                </a:lnTo>
                <a:lnTo>
                  <a:pt x="8907" y="6859"/>
                </a:lnTo>
                <a:lnTo>
                  <a:pt x="8907" y="4716"/>
                </a:lnTo>
                <a:lnTo>
                  <a:pt x="1525" y="4716"/>
                </a:lnTo>
                <a:lnTo>
                  <a:pt x="1525" y="3644"/>
                </a:lnTo>
                <a:lnTo>
                  <a:pt x="8217" y="3644"/>
                </a:lnTo>
                <a:lnTo>
                  <a:pt x="8217" y="1501"/>
                </a:lnTo>
                <a:lnTo>
                  <a:pt x="1525" y="1501"/>
                </a:lnTo>
                <a:lnTo>
                  <a:pt x="15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20996" name="Google Shape;20996;p91"/>
          <p:cNvGrpSpPr/>
          <p:nvPr/>
        </p:nvGrpSpPr>
        <p:grpSpPr>
          <a:xfrm>
            <a:off x="4780588" y="3600098"/>
            <a:ext cx="338448" cy="280283"/>
            <a:chOff x="4704388" y="3600098"/>
            <a:chExt cx="338448" cy="280283"/>
          </a:xfrm>
        </p:grpSpPr>
        <p:sp>
          <p:nvSpPr>
            <p:cNvPr id="20997" name="Google Shape;20997;p91"/>
            <p:cNvSpPr/>
            <p:nvPr/>
          </p:nvSpPr>
          <p:spPr>
            <a:xfrm>
              <a:off x="4704388" y="3705891"/>
              <a:ext cx="338448" cy="174490"/>
            </a:xfrm>
            <a:custGeom>
              <a:rect b="b" l="l" r="r" t="t"/>
              <a:pathLst>
                <a:path extrusionOk="0" h="5931" w="11504">
                  <a:moveTo>
                    <a:pt x="2573" y="2263"/>
                  </a:moveTo>
                  <a:lnTo>
                    <a:pt x="2954" y="2620"/>
                  </a:lnTo>
                  <a:lnTo>
                    <a:pt x="2954" y="5240"/>
                  </a:lnTo>
                  <a:lnTo>
                    <a:pt x="2192" y="5240"/>
                  </a:lnTo>
                  <a:lnTo>
                    <a:pt x="2192" y="2620"/>
                  </a:lnTo>
                  <a:lnTo>
                    <a:pt x="2573" y="2263"/>
                  </a:lnTo>
                  <a:close/>
                  <a:moveTo>
                    <a:pt x="5764" y="1572"/>
                  </a:moveTo>
                  <a:lnTo>
                    <a:pt x="6145" y="1929"/>
                  </a:lnTo>
                  <a:lnTo>
                    <a:pt x="6145" y="5240"/>
                  </a:lnTo>
                  <a:lnTo>
                    <a:pt x="5359" y="5240"/>
                  </a:lnTo>
                  <a:lnTo>
                    <a:pt x="5359" y="1929"/>
                  </a:lnTo>
                  <a:lnTo>
                    <a:pt x="5764" y="1572"/>
                  </a:lnTo>
                  <a:close/>
                  <a:moveTo>
                    <a:pt x="8931" y="929"/>
                  </a:moveTo>
                  <a:lnTo>
                    <a:pt x="9312" y="1286"/>
                  </a:lnTo>
                  <a:lnTo>
                    <a:pt x="9312" y="5240"/>
                  </a:lnTo>
                  <a:lnTo>
                    <a:pt x="8550" y="5240"/>
                  </a:lnTo>
                  <a:lnTo>
                    <a:pt x="8550" y="1286"/>
                  </a:lnTo>
                  <a:lnTo>
                    <a:pt x="8931" y="929"/>
                  </a:lnTo>
                  <a:close/>
                  <a:moveTo>
                    <a:pt x="8931" y="0"/>
                  </a:moveTo>
                  <a:lnTo>
                    <a:pt x="7860" y="977"/>
                  </a:lnTo>
                  <a:lnTo>
                    <a:pt x="7860" y="5240"/>
                  </a:lnTo>
                  <a:lnTo>
                    <a:pt x="6836" y="5240"/>
                  </a:lnTo>
                  <a:lnTo>
                    <a:pt x="6836" y="1667"/>
                  </a:lnTo>
                  <a:lnTo>
                    <a:pt x="5740" y="691"/>
                  </a:lnTo>
                  <a:lnTo>
                    <a:pt x="4669" y="1667"/>
                  </a:lnTo>
                  <a:lnTo>
                    <a:pt x="4669" y="5240"/>
                  </a:lnTo>
                  <a:lnTo>
                    <a:pt x="3645" y="5240"/>
                  </a:lnTo>
                  <a:lnTo>
                    <a:pt x="3645" y="2310"/>
                  </a:lnTo>
                  <a:lnTo>
                    <a:pt x="2573" y="1334"/>
                  </a:lnTo>
                  <a:lnTo>
                    <a:pt x="1501" y="2310"/>
                  </a:lnTo>
                  <a:lnTo>
                    <a:pt x="1501" y="5240"/>
                  </a:lnTo>
                  <a:lnTo>
                    <a:pt x="1" y="5240"/>
                  </a:lnTo>
                  <a:lnTo>
                    <a:pt x="1" y="5930"/>
                  </a:lnTo>
                  <a:lnTo>
                    <a:pt x="11503" y="5930"/>
                  </a:lnTo>
                  <a:lnTo>
                    <a:pt x="11503" y="5240"/>
                  </a:lnTo>
                  <a:lnTo>
                    <a:pt x="10003" y="5240"/>
                  </a:lnTo>
                  <a:lnTo>
                    <a:pt x="10003" y="977"/>
                  </a:lnTo>
                  <a:lnTo>
                    <a:pt x="89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98" name="Google Shape;20998;p91"/>
            <p:cNvSpPr/>
            <p:nvPr/>
          </p:nvSpPr>
          <p:spPr>
            <a:xfrm>
              <a:off x="4748546" y="3692564"/>
              <a:ext cx="63076" cy="56104"/>
            </a:xfrm>
            <a:custGeom>
              <a:rect b="b" l="l" r="r" t="t"/>
              <a:pathLst>
                <a:path extrusionOk="0" h="1907" w="2144">
                  <a:moveTo>
                    <a:pt x="1072" y="1"/>
                  </a:moveTo>
                  <a:lnTo>
                    <a:pt x="0" y="977"/>
                  </a:lnTo>
                  <a:lnTo>
                    <a:pt x="0" y="1906"/>
                  </a:lnTo>
                  <a:lnTo>
                    <a:pt x="1072" y="930"/>
                  </a:lnTo>
                  <a:lnTo>
                    <a:pt x="2144" y="1906"/>
                  </a:lnTo>
                  <a:lnTo>
                    <a:pt x="2144" y="977"/>
                  </a:lnTo>
                  <a:lnTo>
                    <a:pt x="10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0999" name="Google Shape;20999;p91"/>
            <p:cNvSpPr/>
            <p:nvPr/>
          </p:nvSpPr>
          <p:spPr>
            <a:xfrm>
              <a:off x="4748546" y="3640020"/>
              <a:ext cx="63076" cy="56075"/>
            </a:xfrm>
            <a:custGeom>
              <a:rect b="b" l="l" r="r" t="t"/>
              <a:pathLst>
                <a:path extrusionOk="0" h="1906" w="2144">
                  <a:moveTo>
                    <a:pt x="1072" y="1"/>
                  </a:moveTo>
                  <a:lnTo>
                    <a:pt x="0" y="977"/>
                  </a:lnTo>
                  <a:lnTo>
                    <a:pt x="0" y="1906"/>
                  </a:lnTo>
                  <a:lnTo>
                    <a:pt x="1072" y="930"/>
                  </a:lnTo>
                  <a:lnTo>
                    <a:pt x="2144" y="1906"/>
                  </a:lnTo>
                  <a:lnTo>
                    <a:pt x="2144" y="977"/>
                  </a:lnTo>
                  <a:lnTo>
                    <a:pt x="10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00" name="Google Shape;21000;p91"/>
            <p:cNvSpPr/>
            <p:nvPr/>
          </p:nvSpPr>
          <p:spPr>
            <a:xfrm>
              <a:off x="4841718" y="3672264"/>
              <a:ext cx="63783" cy="56075"/>
            </a:xfrm>
            <a:custGeom>
              <a:rect b="b" l="l" r="r" t="t"/>
              <a:pathLst>
                <a:path extrusionOk="0" h="1906" w="2168">
                  <a:moveTo>
                    <a:pt x="1072" y="0"/>
                  </a:moveTo>
                  <a:lnTo>
                    <a:pt x="1" y="1000"/>
                  </a:lnTo>
                  <a:lnTo>
                    <a:pt x="1" y="1905"/>
                  </a:lnTo>
                  <a:lnTo>
                    <a:pt x="1072" y="929"/>
                  </a:lnTo>
                  <a:lnTo>
                    <a:pt x="2168" y="1905"/>
                  </a:lnTo>
                  <a:lnTo>
                    <a:pt x="2168" y="1000"/>
                  </a:lnTo>
                  <a:lnTo>
                    <a:pt x="10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01" name="Google Shape;21001;p91"/>
            <p:cNvSpPr/>
            <p:nvPr/>
          </p:nvSpPr>
          <p:spPr>
            <a:xfrm>
              <a:off x="4841718" y="3619721"/>
              <a:ext cx="63783" cy="56075"/>
            </a:xfrm>
            <a:custGeom>
              <a:rect b="b" l="l" r="r" t="t"/>
              <a:pathLst>
                <a:path extrusionOk="0" h="1906" w="2168">
                  <a:moveTo>
                    <a:pt x="1072" y="0"/>
                  </a:moveTo>
                  <a:lnTo>
                    <a:pt x="1" y="1000"/>
                  </a:lnTo>
                  <a:lnTo>
                    <a:pt x="1" y="1905"/>
                  </a:lnTo>
                  <a:lnTo>
                    <a:pt x="1072" y="929"/>
                  </a:lnTo>
                  <a:lnTo>
                    <a:pt x="2168" y="1905"/>
                  </a:lnTo>
                  <a:lnTo>
                    <a:pt x="2168" y="1000"/>
                  </a:lnTo>
                  <a:lnTo>
                    <a:pt x="10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02" name="Google Shape;21002;p91"/>
            <p:cNvSpPr/>
            <p:nvPr/>
          </p:nvSpPr>
          <p:spPr>
            <a:xfrm>
              <a:off x="4935596" y="3653347"/>
              <a:ext cx="63106" cy="56075"/>
            </a:xfrm>
            <a:custGeom>
              <a:rect b="b" l="l" r="r" t="t"/>
              <a:pathLst>
                <a:path extrusionOk="0" h="1906" w="2145">
                  <a:moveTo>
                    <a:pt x="1072" y="0"/>
                  </a:moveTo>
                  <a:lnTo>
                    <a:pt x="1" y="977"/>
                  </a:lnTo>
                  <a:lnTo>
                    <a:pt x="1" y="1905"/>
                  </a:lnTo>
                  <a:lnTo>
                    <a:pt x="1072" y="929"/>
                  </a:lnTo>
                  <a:lnTo>
                    <a:pt x="2144" y="1905"/>
                  </a:lnTo>
                  <a:lnTo>
                    <a:pt x="2144" y="977"/>
                  </a:lnTo>
                  <a:lnTo>
                    <a:pt x="10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03" name="Google Shape;21003;p91"/>
            <p:cNvSpPr/>
            <p:nvPr/>
          </p:nvSpPr>
          <p:spPr>
            <a:xfrm>
              <a:off x="4935596" y="3600098"/>
              <a:ext cx="63106" cy="56075"/>
            </a:xfrm>
            <a:custGeom>
              <a:rect b="b" l="l" r="r" t="t"/>
              <a:pathLst>
                <a:path extrusionOk="0" h="1906" w="2145">
                  <a:moveTo>
                    <a:pt x="1072" y="0"/>
                  </a:moveTo>
                  <a:lnTo>
                    <a:pt x="1" y="977"/>
                  </a:lnTo>
                  <a:lnTo>
                    <a:pt x="1" y="1906"/>
                  </a:lnTo>
                  <a:lnTo>
                    <a:pt x="1072" y="905"/>
                  </a:lnTo>
                  <a:lnTo>
                    <a:pt x="2144" y="1906"/>
                  </a:lnTo>
                  <a:lnTo>
                    <a:pt x="2144" y="977"/>
                  </a:lnTo>
                  <a:lnTo>
                    <a:pt x="10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21004" name="Google Shape;21004;p91"/>
          <p:cNvSpPr/>
          <p:nvPr/>
        </p:nvSpPr>
        <p:spPr>
          <a:xfrm>
            <a:off x="4046005" y="3582446"/>
            <a:ext cx="339830" cy="288816"/>
          </a:xfrm>
          <a:custGeom>
            <a:rect b="b" l="l" r="r" t="t"/>
            <a:pathLst>
              <a:path extrusionOk="0" h="9817" w="11551">
                <a:moveTo>
                  <a:pt x="9859" y="672"/>
                </a:moveTo>
                <a:cubicBezTo>
                  <a:pt x="10383" y="672"/>
                  <a:pt x="10836" y="1124"/>
                  <a:pt x="10836" y="1672"/>
                </a:cubicBezTo>
                <a:cubicBezTo>
                  <a:pt x="10836" y="2196"/>
                  <a:pt x="10383" y="2648"/>
                  <a:pt x="9859" y="2648"/>
                </a:cubicBezTo>
                <a:cubicBezTo>
                  <a:pt x="9312" y="2648"/>
                  <a:pt x="8883" y="2196"/>
                  <a:pt x="8883" y="1672"/>
                </a:cubicBezTo>
                <a:cubicBezTo>
                  <a:pt x="8883" y="1124"/>
                  <a:pt x="9312" y="672"/>
                  <a:pt x="9859" y="672"/>
                </a:cubicBezTo>
                <a:close/>
                <a:moveTo>
                  <a:pt x="3906" y="3029"/>
                </a:moveTo>
                <a:cubicBezTo>
                  <a:pt x="4120" y="3029"/>
                  <a:pt x="4287" y="3220"/>
                  <a:pt x="4287" y="3410"/>
                </a:cubicBezTo>
                <a:cubicBezTo>
                  <a:pt x="4287" y="3625"/>
                  <a:pt x="4120" y="3792"/>
                  <a:pt x="3906" y="3792"/>
                </a:cubicBezTo>
                <a:cubicBezTo>
                  <a:pt x="3691" y="3792"/>
                  <a:pt x="3525" y="3625"/>
                  <a:pt x="3525" y="3410"/>
                </a:cubicBezTo>
                <a:cubicBezTo>
                  <a:pt x="3525" y="3220"/>
                  <a:pt x="3668" y="3029"/>
                  <a:pt x="3906" y="3029"/>
                </a:cubicBezTo>
                <a:close/>
                <a:moveTo>
                  <a:pt x="6811" y="5959"/>
                </a:moveTo>
                <a:cubicBezTo>
                  <a:pt x="7025" y="5959"/>
                  <a:pt x="7216" y="6125"/>
                  <a:pt x="7216" y="6340"/>
                </a:cubicBezTo>
                <a:cubicBezTo>
                  <a:pt x="7216" y="6554"/>
                  <a:pt x="7025" y="6721"/>
                  <a:pt x="6811" y="6721"/>
                </a:cubicBezTo>
                <a:cubicBezTo>
                  <a:pt x="6621" y="6721"/>
                  <a:pt x="6430" y="6554"/>
                  <a:pt x="6430" y="6340"/>
                </a:cubicBezTo>
                <a:cubicBezTo>
                  <a:pt x="6430" y="6125"/>
                  <a:pt x="6621" y="5959"/>
                  <a:pt x="6811" y="5959"/>
                </a:cubicBezTo>
                <a:close/>
                <a:moveTo>
                  <a:pt x="1072" y="7054"/>
                </a:moveTo>
                <a:cubicBezTo>
                  <a:pt x="1286" y="7054"/>
                  <a:pt x="1453" y="7221"/>
                  <a:pt x="1453" y="7435"/>
                </a:cubicBezTo>
                <a:cubicBezTo>
                  <a:pt x="1453" y="7649"/>
                  <a:pt x="1286" y="7816"/>
                  <a:pt x="1072" y="7816"/>
                </a:cubicBezTo>
                <a:cubicBezTo>
                  <a:pt x="857" y="7816"/>
                  <a:pt x="691" y="7649"/>
                  <a:pt x="691" y="7435"/>
                </a:cubicBezTo>
                <a:cubicBezTo>
                  <a:pt x="691" y="7221"/>
                  <a:pt x="857" y="7054"/>
                  <a:pt x="1072" y="7054"/>
                </a:cubicBezTo>
                <a:close/>
                <a:moveTo>
                  <a:pt x="3334" y="4315"/>
                </a:moveTo>
                <a:cubicBezTo>
                  <a:pt x="3406" y="4363"/>
                  <a:pt x="3477" y="4387"/>
                  <a:pt x="3572" y="4435"/>
                </a:cubicBezTo>
                <a:lnTo>
                  <a:pt x="3572" y="9126"/>
                </a:lnTo>
                <a:lnTo>
                  <a:pt x="1429" y="9126"/>
                </a:lnTo>
                <a:lnTo>
                  <a:pt x="1429" y="8435"/>
                </a:lnTo>
                <a:cubicBezTo>
                  <a:pt x="1858" y="8292"/>
                  <a:pt x="2143" y="7911"/>
                  <a:pt x="2143" y="7435"/>
                </a:cubicBezTo>
                <a:cubicBezTo>
                  <a:pt x="2143" y="7126"/>
                  <a:pt x="2024" y="6864"/>
                  <a:pt x="1810" y="6649"/>
                </a:cubicBezTo>
                <a:lnTo>
                  <a:pt x="3334" y="4315"/>
                </a:lnTo>
                <a:close/>
                <a:moveTo>
                  <a:pt x="4501" y="4292"/>
                </a:moveTo>
                <a:lnTo>
                  <a:pt x="5859" y="5863"/>
                </a:lnTo>
                <a:cubicBezTo>
                  <a:pt x="5787" y="6006"/>
                  <a:pt x="5739" y="6149"/>
                  <a:pt x="5739" y="6340"/>
                </a:cubicBezTo>
                <a:cubicBezTo>
                  <a:pt x="5739" y="6816"/>
                  <a:pt x="6049" y="7197"/>
                  <a:pt x="6501" y="7340"/>
                </a:cubicBezTo>
                <a:lnTo>
                  <a:pt x="6501" y="9126"/>
                </a:lnTo>
                <a:lnTo>
                  <a:pt x="4263" y="9126"/>
                </a:lnTo>
                <a:lnTo>
                  <a:pt x="4263" y="4435"/>
                </a:lnTo>
                <a:lnTo>
                  <a:pt x="4239" y="4435"/>
                </a:lnTo>
                <a:cubicBezTo>
                  <a:pt x="4311" y="4411"/>
                  <a:pt x="4430" y="4339"/>
                  <a:pt x="4501" y="4292"/>
                </a:cubicBezTo>
                <a:close/>
                <a:moveTo>
                  <a:pt x="9288" y="3220"/>
                </a:moveTo>
                <a:cubicBezTo>
                  <a:pt x="9383" y="3244"/>
                  <a:pt x="9478" y="3268"/>
                  <a:pt x="9526" y="3268"/>
                </a:cubicBezTo>
                <a:lnTo>
                  <a:pt x="9526" y="9126"/>
                </a:lnTo>
                <a:lnTo>
                  <a:pt x="7144" y="9126"/>
                </a:lnTo>
                <a:lnTo>
                  <a:pt x="7144" y="7340"/>
                </a:lnTo>
                <a:cubicBezTo>
                  <a:pt x="7573" y="7197"/>
                  <a:pt x="7883" y="6816"/>
                  <a:pt x="7883" y="6340"/>
                </a:cubicBezTo>
                <a:cubicBezTo>
                  <a:pt x="7883" y="6102"/>
                  <a:pt x="7811" y="5863"/>
                  <a:pt x="7645" y="5673"/>
                </a:cubicBezTo>
                <a:lnTo>
                  <a:pt x="9288" y="3220"/>
                </a:lnTo>
                <a:close/>
                <a:moveTo>
                  <a:pt x="9858" y="1"/>
                </a:moveTo>
                <a:cubicBezTo>
                  <a:pt x="8961" y="1"/>
                  <a:pt x="8240" y="758"/>
                  <a:pt x="8240" y="1624"/>
                </a:cubicBezTo>
                <a:cubicBezTo>
                  <a:pt x="8240" y="2101"/>
                  <a:pt x="8454" y="2529"/>
                  <a:pt x="8764" y="2815"/>
                </a:cubicBezTo>
                <a:lnTo>
                  <a:pt x="7121" y="5292"/>
                </a:lnTo>
                <a:cubicBezTo>
                  <a:pt x="7025" y="5268"/>
                  <a:pt x="6930" y="5268"/>
                  <a:pt x="6859" y="5268"/>
                </a:cubicBezTo>
                <a:cubicBezTo>
                  <a:pt x="6668" y="5268"/>
                  <a:pt x="6525" y="5292"/>
                  <a:pt x="6382" y="5387"/>
                </a:cubicBezTo>
                <a:lnTo>
                  <a:pt x="4954" y="3720"/>
                </a:lnTo>
                <a:cubicBezTo>
                  <a:pt x="4977" y="3601"/>
                  <a:pt x="5001" y="3458"/>
                  <a:pt x="4977" y="3291"/>
                </a:cubicBezTo>
                <a:cubicBezTo>
                  <a:pt x="4906" y="2791"/>
                  <a:pt x="4501" y="2386"/>
                  <a:pt x="4001" y="2339"/>
                </a:cubicBezTo>
                <a:cubicBezTo>
                  <a:pt x="3986" y="2338"/>
                  <a:pt x="3970" y="2338"/>
                  <a:pt x="3955" y="2338"/>
                </a:cubicBezTo>
                <a:cubicBezTo>
                  <a:pt x="3334" y="2338"/>
                  <a:pt x="2858" y="2806"/>
                  <a:pt x="2858" y="3410"/>
                </a:cubicBezTo>
                <a:cubicBezTo>
                  <a:pt x="2858" y="3530"/>
                  <a:pt x="2882" y="3649"/>
                  <a:pt x="2906" y="3744"/>
                </a:cubicBezTo>
                <a:lnTo>
                  <a:pt x="1215" y="6363"/>
                </a:lnTo>
                <a:lnTo>
                  <a:pt x="1096" y="6363"/>
                </a:lnTo>
                <a:cubicBezTo>
                  <a:pt x="500" y="6363"/>
                  <a:pt x="24" y="6840"/>
                  <a:pt x="24" y="7435"/>
                </a:cubicBezTo>
                <a:cubicBezTo>
                  <a:pt x="24" y="7911"/>
                  <a:pt x="334" y="8292"/>
                  <a:pt x="786" y="8435"/>
                </a:cubicBezTo>
                <a:lnTo>
                  <a:pt x="786" y="9126"/>
                </a:lnTo>
                <a:lnTo>
                  <a:pt x="0" y="9126"/>
                </a:lnTo>
                <a:lnTo>
                  <a:pt x="0" y="9817"/>
                </a:lnTo>
                <a:lnTo>
                  <a:pt x="11503" y="9817"/>
                </a:lnTo>
                <a:lnTo>
                  <a:pt x="11503" y="9126"/>
                </a:lnTo>
                <a:lnTo>
                  <a:pt x="10193" y="9126"/>
                </a:lnTo>
                <a:lnTo>
                  <a:pt x="10193" y="3268"/>
                </a:lnTo>
                <a:lnTo>
                  <a:pt x="10217" y="3268"/>
                </a:lnTo>
                <a:cubicBezTo>
                  <a:pt x="10979" y="3125"/>
                  <a:pt x="11550" y="2410"/>
                  <a:pt x="11526" y="1577"/>
                </a:cubicBezTo>
                <a:cubicBezTo>
                  <a:pt x="11503" y="743"/>
                  <a:pt x="10812" y="53"/>
                  <a:pt x="9978" y="5"/>
                </a:cubicBezTo>
                <a:cubicBezTo>
                  <a:pt x="9938" y="2"/>
                  <a:pt x="9898" y="1"/>
                  <a:pt x="9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05" name="Google Shape;21005;p91"/>
          <p:cNvSpPr/>
          <p:nvPr/>
        </p:nvSpPr>
        <p:spPr>
          <a:xfrm>
            <a:off x="3328896" y="3561558"/>
            <a:ext cx="245245" cy="339830"/>
          </a:xfrm>
          <a:custGeom>
            <a:rect b="b" l="l" r="r" t="t"/>
            <a:pathLst>
              <a:path extrusionOk="0" h="11551" w="8336">
                <a:moveTo>
                  <a:pt x="4168" y="786"/>
                </a:moveTo>
                <a:lnTo>
                  <a:pt x="6931" y="2311"/>
                </a:lnTo>
                <a:lnTo>
                  <a:pt x="4168" y="3835"/>
                </a:lnTo>
                <a:lnTo>
                  <a:pt x="1406" y="2311"/>
                </a:lnTo>
                <a:lnTo>
                  <a:pt x="4168" y="786"/>
                </a:lnTo>
                <a:close/>
                <a:moveTo>
                  <a:pt x="5526" y="3835"/>
                </a:moveTo>
                <a:lnTo>
                  <a:pt x="6931" y="4597"/>
                </a:lnTo>
                <a:lnTo>
                  <a:pt x="4168" y="6121"/>
                </a:lnTo>
                <a:lnTo>
                  <a:pt x="1406" y="4597"/>
                </a:lnTo>
                <a:lnTo>
                  <a:pt x="2787" y="3835"/>
                </a:lnTo>
                <a:lnTo>
                  <a:pt x="4168" y="4573"/>
                </a:lnTo>
                <a:lnTo>
                  <a:pt x="5526" y="3835"/>
                </a:lnTo>
                <a:close/>
                <a:moveTo>
                  <a:pt x="5526" y="6145"/>
                </a:moveTo>
                <a:lnTo>
                  <a:pt x="6931" y="6931"/>
                </a:lnTo>
                <a:lnTo>
                  <a:pt x="4168" y="8431"/>
                </a:lnTo>
                <a:lnTo>
                  <a:pt x="1406" y="6931"/>
                </a:lnTo>
                <a:lnTo>
                  <a:pt x="2787" y="6145"/>
                </a:lnTo>
                <a:lnTo>
                  <a:pt x="4168" y="6907"/>
                </a:lnTo>
                <a:lnTo>
                  <a:pt x="5526" y="6145"/>
                </a:lnTo>
                <a:close/>
                <a:moveTo>
                  <a:pt x="5526" y="8455"/>
                </a:moveTo>
                <a:lnTo>
                  <a:pt x="6931" y="9217"/>
                </a:lnTo>
                <a:lnTo>
                  <a:pt x="4168" y="10741"/>
                </a:lnTo>
                <a:lnTo>
                  <a:pt x="1406" y="9217"/>
                </a:lnTo>
                <a:lnTo>
                  <a:pt x="2787" y="8455"/>
                </a:lnTo>
                <a:lnTo>
                  <a:pt x="4168" y="9193"/>
                </a:lnTo>
                <a:lnTo>
                  <a:pt x="5526" y="8455"/>
                </a:lnTo>
                <a:close/>
                <a:moveTo>
                  <a:pt x="4168" y="1"/>
                </a:moveTo>
                <a:lnTo>
                  <a:pt x="1" y="2287"/>
                </a:lnTo>
                <a:lnTo>
                  <a:pt x="2120" y="3454"/>
                </a:lnTo>
                <a:lnTo>
                  <a:pt x="1" y="4597"/>
                </a:lnTo>
                <a:lnTo>
                  <a:pt x="2120" y="5764"/>
                </a:lnTo>
                <a:lnTo>
                  <a:pt x="1" y="6931"/>
                </a:lnTo>
                <a:lnTo>
                  <a:pt x="2120" y="8097"/>
                </a:lnTo>
                <a:lnTo>
                  <a:pt x="1" y="9241"/>
                </a:lnTo>
                <a:lnTo>
                  <a:pt x="4168" y="11551"/>
                </a:lnTo>
                <a:lnTo>
                  <a:pt x="8336" y="9241"/>
                </a:lnTo>
                <a:lnTo>
                  <a:pt x="6216" y="8097"/>
                </a:lnTo>
                <a:lnTo>
                  <a:pt x="8336" y="6931"/>
                </a:lnTo>
                <a:lnTo>
                  <a:pt x="6216" y="5764"/>
                </a:lnTo>
                <a:lnTo>
                  <a:pt x="8336" y="4597"/>
                </a:lnTo>
                <a:lnTo>
                  <a:pt x="6216" y="3454"/>
                </a:lnTo>
                <a:lnTo>
                  <a:pt x="8336" y="2287"/>
                </a:lnTo>
                <a:lnTo>
                  <a:pt x="41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21006" name="Google Shape;21006;p91"/>
          <p:cNvGrpSpPr/>
          <p:nvPr/>
        </p:nvGrpSpPr>
        <p:grpSpPr>
          <a:xfrm>
            <a:off x="2581692" y="3577680"/>
            <a:ext cx="339121" cy="336388"/>
            <a:chOff x="2962692" y="3577680"/>
            <a:chExt cx="339121" cy="336388"/>
          </a:xfrm>
        </p:grpSpPr>
        <p:sp>
          <p:nvSpPr>
            <p:cNvPr id="21007" name="Google Shape;21007;p91"/>
            <p:cNvSpPr/>
            <p:nvPr/>
          </p:nvSpPr>
          <p:spPr>
            <a:xfrm>
              <a:off x="2962692" y="3577680"/>
              <a:ext cx="98116" cy="336388"/>
            </a:xfrm>
            <a:custGeom>
              <a:rect b="b" l="l" r="r" t="t"/>
              <a:pathLst>
                <a:path extrusionOk="0" h="11434" w="3335">
                  <a:moveTo>
                    <a:pt x="2048" y="667"/>
                  </a:moveTo>
                  <a:lnTo>
                    <a:pt x="2048" y="4739"/>
                  </a:lnTo>
                  <a:cubicBezTo>
                    <a:pt x="1929" y="4692"/>
                    <a:pt x="1786" y="4644"/>
                    <a:pt x="1667" y="4644"/>
                  </a:cubicBezTo>
                  <a:cubicBezTo>
                    <a:pt x="1524" y="4644"/>
                    <a:pt x="1405" y="4692"/>
                    <a:pt x="1286" y="4739"/>
                  </a:cubicBezTo>
                  <a:lnTo>
                    <a:pt x="1286" y="667"/>
                  </a:lnTo>
                  <a:close/>
                  <a:moveTo>
                    <a:pt x="1655" y="5357"/>
                  </a:moveTo>
                  <a:cubicBezTo>
                    <a:pt x="1667" y="5357"/>
                    <a:pt x="1679" y="5357"/>
                    <a:pt x="1691" y="5359"/>
                  </a:cubicBezTo>
                  <a:cubicBezTo>
                    <a:pt x="1905" y="5406"/>
                    <a:pt x="2048" y="5573"/>
                    <a:pt x="2048" y="5763"/>
                  </a:cubicBezTo>
                  <a:lnTo>
                    <a:pt x="2048" y="8192"/>
                  </a:lnTo>
                  <a:cubicBezTo>
                    <a:pt x="1929" y="8169"/>
                    <a:pt x="1786" y="8145"/>
                    <a:pt x="1667" y="8145"/>
                  </a:cubicBezTo>
                  <a:cubicBezTo>
                    <a:pt x="1524" y="8145"/>
                    <a:pt x="1405" y="8169"/>
                    <a:pt x="1286" y="8192"/>
                  </a:cubicBezTo>
                  <a:lnTo>
                    <a:pt x="1286" y="5763"/>
                  </a:lnTo>
                  <a:cubicBezTo>
                    <a:pt x="1286" y="5539"/>
                    <a:pt x="1456" y="5357"/>
                    <a:pt x="1655" y="5357"/>
                  </a:cubicBezTo>
                  <a:close/>
                  <a:moveTo>
                    <a:pt x="1667" y="8812"/>
                  </a:moveTo>
                  <a:cubicBezTo>
                    <a:pt x="2215" y="8812"/>
                    <a:pt x="2644" y="9264"/>
                    <a:pt x="2644" y="9812"/>
                  </a:cubicBezTo>
                  <a:cubicBezTo>
                    <a:pt x="2644" y="10336"/>
                    <a:pt x="2215" y="10788"/>
                    <a:pt x="1667" y="10788"/>
                  </a:cubicBezTo>
                  <a:cubicBezTo>
                    <a:pt x="1119" y="10788"/>
                    <a:pt x="691" y="10336"/>
                    <a:pt x="691" y="9812"/>
                  </a:cubicBezTo>
                  <a:cubicBezTo>
                    <a:pt x="691" y="9264"/>
                    <a:pt x="1119" y="8812"/>
                    <a:pt x="1667" y="8812"/>
                  </a:cubicBezTo>
                  <a:close/>
                  <a:moveTo>
                    <a:pt x="596" y="0"/>
                  </a:moveTo>
                  <a:lnTo>
                    <a:pt x="596" y="8550"/>
                  </a:lnTo>
                  <a:cubicBezTo>
                    <a:pt x="238" y="8883"/>
                    <a:pt x="0" y="9359"/>
                    <a:pt x="0" y="9859"/>
                  </a:cubicBezTo>
                  <a:cubicBezTo>
                    <a:pt x="24" y="10717"/>
                    <a:pt x="738" y="11431"/>
                    <a:pt x="1620" y="11431"/>
                  </a:cubicBezTo>
                  <a:cubicBezTo>
                    <a:pt x="1646" y="11433"/>
                    <a:pt x="1673" y="11433"/>
                    <a:pt x="1700" y="11433"/>
                  </a:cubicBezTo>
                  <a:cubicBezTo>
                    <a:pt x="2571" y="11433"/>
                    <a:pt x="3310" y="10690"/>
                    <a:pt x="3310" y="9812"/>
                  </a:cubicBezTo>
                  <a:cubicBezTo>
                    <a:pt x="3334" y="9288"/>
                    <a:pt x="3096" y="8859"/>
                    <a:pt x="2739" y="8550"/>
                  </a:cubicBezTo>
                  <a:lnTo>
                    <a:pt x="27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08" name="Google Shape;21008;p91"/>
            <p:cNvSpPr/>
            <p:nvPr/>
          </p:nvSpPr>
          <p:spPr>
            <a:xfrm>
              <a:off x="3203697" y="3577680"/>
              <a:ext cx="98116" cy="336388"/>
            </a:xfrm>
            <a:custGeom>
              <a:rect b="b" l="l" r="r" t="t"/>
              <a:pathLst>
                <a:path extrusionOk="0" h="11434" w="3335">
                  <a:moveTo>
                    <a:pt x="2072" y="667"/>
                  </a:moveTo>
                  <a:lnTo>
                    <a:pt x="2072" y="3287"/>
                  </a:lnTo>
                  <a:cubicBezTo>
                    <a:pt x="1953" y="3215"/>
                    <a:pt x="1810" y="3191"/>
                    <a:pt x="1691" y="3191"/>
                  </a:cubicBezTo>
                  <a:cubicBezTo>
                    <a:pt x="1548" y="3191"/>
                    <a:pt x="1429" y="3215"/>
                    <a:pt x="1310" y="3287"/>
                  </a:cubicBezTo>
                  <a:lnTo>
                    <a:pt x="1310" y="667"/>
                  </a:lnTo>
                  <a:close/>
                  <a:moveTo>
                    <a:pt x="1650" y="3904"/>
                  </a:moveTo>
                  <a:cubicBezTo>
                    <a:pt x="1664" y="3904"/>
                    <a:pt x="1678" y="3904"/>
                    <a:pt x="1691" y="3906"/>
                  </a:cubicBezTo>
                  <a:cubicBezTo>
                    <a:pt x="1906" y="3930"/>
                    <a:pt x="2048" y="4120"/>
                    <a:pt x="2048" y="4287"/>
                  </a:cubicBezTo>
                  <a:lnTo>
                    <a:pt x="2048" y="8192"/>
                  </a:lnTo>
                  <a:cubicBezTo>
                    <a:pt x="1929" y="8169"/>
                    <a:pt x="1786" y="8145"/>
                    <a:pt x="1667" y="8145"/>
                  </a:cubicBezTo>
                  <a:cubicBezTo>
                    <a:pt x="1501" y="8145"/>
                    <a:pt x="1382" y="8169"/>
                    <a:pt x="1263" y="8192"/>
                  </a:cubicBezTo>
                  <a:lnTo>
                    <a:pt x="1263" y="4287"/>
                  </a:lnTo>
                  <a:cubicBezTo>
                    <a:pt x="1263" y="4064"/>
                    <a:pt x="1450" y="3904"/>
                    <a:pt x="1650" y="3904"/>
                  </a:cubicBezTo>
                  <a:close/>
                  <a:moveTo>
                    <a:pt x="1667" y="8812"/>
                  </a:moveTo>
                  <a:cubicBezTo>
                    <a:pt x="2191" y="8812"/>
                    <a:pt x="2644" y="9264"/>
                    <a:pt x="2644" y="9812"/>
                  </a:cubicBezTo>
                  <a:cubicBezTo>
                    <a:pt x="2644" y="10336"/>
                    <a:pt x="2191" y="10788"/>
                    <a:pt x="1667" y="10788"/>
                  </a:cubicBezTo>
                  <a:cubicBezTo>
                    <a:pt x="1120" y="10788"/>
                    <a:pt x="667" y="10336"/>
                    <a:pt x="667" y="9812"/>
                  </a:cubicBezTo>
                  <a:cubicBezTo>
                    <a:pt x="667" y="9264"/>
                    <a:pt x="1120" y="8812"/>
                    <a:pt x="1667" y="8812"/>
                  </a:cubicBezTo>
                  <a:close/>
                  <a:moveTo>
                    <a:pt x="596" y="0"/>
                  </a:moveTo>
                  <a:lnTo>
                    <a:pt x="596" y="8550"/>
                  </a:lnTo>
                  <a:cubicBezTo>
                    <a:pt x="238" y="8883"/>
                    <a:pt x="0" y="9359"/>
                    <a:pt x="0" y="9859"/>
                  </a:cubicBezTo>
                  <a:cubicBezTo>
                    <a:pt x="24" y="10717"/>
                    <a:pt x="739" y="11431"/>
                    <a:pt x="1596" y="11431"/>
                  </a:cubicBezTo>
                  <a:cubicBezTo>
                    <a:pt x="1624" y="11433"/>
                    <a:pt x="1651" y="11433"/>
                    <a:pt x="1678" y="11433"/>
                  </a:cubicBezTo>
                  <a:cubicBezTo>
                    <a:pt x="2571" y="11433"/>
                    <a:pt x="3311" y="10690"/>
                    <a:pt x="3311" y="9812"/>
                  </a:cubicBezTo>
                  <a:cubicBezTo>
                    <a:pt x="3334" y="9288"/>
                    <a:pt x="3096" y="8859"/>
                    <a:pt x="2739" y="8550"/>
                  </a:cubicBezTo>
                  <a:lnTo>
                    <a:pt x="27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09" name="Google Shape;21009;p91"/>
            <p:cNvSpPr/>
            <p:nvPr/>
          </p:nvSpPr>
          <p:spPr>
            <a:xfrm>
              <a:off x="3082488" y="3577680"/>
              <a:ext cx="98116" cy="336388"/>
            </a:xfrm>
            <a:custGeom>
              <a:rect b="b" l="l" r="r" t="t"/>
              <a:pathLst>
                <a:path extrusionOk="0" h="11434" w="3335">
                  <a:moveTo>
                    <a:pt x="2096" y="667"/>
                  </a:moveTo>
                  <a:lnTo>
                    <a:pt x="2096" y="1834"/>
                  </a:lnTo>
                  <a:cubicBezTo>
                    <a:pt x="1977" y="1763"/>
                    <a:pt x="1834" y="1739"/>
                    <a:pt x="1715" y="1739"/>
                  </a:cubicBezTo>
                  <a:cubicBezTo>
                    <a:pt x="1548" y="1739"/>
                    <a:pt x="1429" y="1763"/>
                    <a:pt x="1310" y="1834"/>
                  </a:cubicBezTo>
                  <a:lnTo>
                    <a:pt x="1310" y="667"/>
                  </a:lnTo>
                  <a:close/>
                  <a:moveTo>
                    <a:pt x="1674" y="2451"/>
                  </a:moveTo>
                  <a:cubicBezTo>
                    <a:pt x="1688" y="2451"/>
                    <a:pt x="1701" y="2452"/>
                    <a:pt x="1715" y="2453"/>
                  </a:cubicBezTo>
                  <a:cubicBezTo>
                    <a:pt x="1906" y="2477"/>
                    <a:pt x="2072" y="2668"/>
                    <a:pt x="2072" y="2834"/>
                  </a:cubicBezTo>
                  <a:lnTo>
                    <a:pt x="2072" y="8192"/>
                  </a:lnTo>
                  <a:cubicBezTo>
                    <a:pt x="1953" y="8169"/>
                    <a:pt x="1787" y="8145"/>
                    <a:pt x="1667" y="8145"/>
                  </a:cubicBezTo>
                  <a:cubicBezTo>
                    <a:pt x="1525" y="8145"/>
                    <a:pt x="1405" y="8169"/>
                    <a:pt x="1286" y="8192"/>
                  </a:cubicBezTo>
                  <a:lnTo>
                    <a:pt x="1286" y="2834"/>
                  </a:lnTo>
                  <a:cubicBezTo>
                    <a:pt x="1286" y="2611"/>
                    <a:pt x="1474" y="2451"/>
                    <a:pt x="1674" y="2451"/>
                  </a:cubicBezTo>
                  <a:close/>
                  <a:moveTo>
                    <a:pt x="1715" y="8812"/>
                  </a:moveTo>
                  <a:cubicBezTo>
                    <a:pt x="2239" y="8812"/>
                    <a:pt x="2691" y="9264"/>
                    <a:pt x="2691" y="9812"/>
                  </a:cubicBezTo>
                  <a:cubicBezTo>
                    <a:pt x="2691" y="10336"/>
                    <a:pt x="2239" y="10788"/>
                    <a:pt x="1715" y="10788"/>
                  </a:cubicBezTo>
                  <a:cubicBezTo>
                    <a:pt x="1167" y="10788"/>
                    <a:pt x="715" y="10336"/>
                    <a:pt x="715" y="9812"/>
                  </a:cubicBezTo>
                  <a:cubicBezTo>
                    <a:pt x="715" y="9264"/>
                    <a:pt x="1167" y="8812"/>
                    <a:pt x="1715" y="8812"/>
                  </a:cubicBezTo>
                  <a:close/>
                  <a:moveTo>
                    <a:pt x="596" y="0"/>
                  </a:moveTo>
                  <a:lnTo>
                    <a:pt x="596" y="8550"/>
                  </a:lnTo>
                  <a:cubicBezTo>
                    <a:pt x="239" y="8883"/>
                    <a:pt x="0" y="9359"/>
                    <a:pt x="0" y="9859"/>
                  </a:cubicBezTo>
                  <a:cubicBezTo>
                    <a:pt x="48" y="10717"/>
                    <a:pt x="763" y="11431"/>
                    <a:pt x="1620" y="11431"/>
                  </a:cubicBezTo>
                  <a:cubicBezTo>
                    <a:pt x="1647" y="11433"/>
                    <a:pt x="1675" y="11433"/>
                    <a:pt x="1702" y="11433"/>
                  </a:cubicBezTo>
                  <a:cubicBezTo>
                    <a:pt x="2593" y="11433"/>
                    <a:pt x="3311" y="10690"/>
                    <a:pt x="3311" y="9812"/>
                  </a:cubicBezTo>
                  <a:cubicBezTo>
                    <a:pt x="3334" y="9288"/>
                    <a:pt x="3096" y="8859"/>
                    <a:pt x="2739" y="8550"/>
                  </a:cubicBezTo>
                  <a:lnTo>
                    <a:pt x="27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21010" name="Google Shape;21010;p91"/>
          <p:cNvSpPr/>
          <p:nvPr/>
        </p:nvSpPr>
        <p:spPr>
          <a:xfrm>
            <a:off x="1834458" y="3560146"/>
            <a:ext cx="338448" cy="337742"/>
          </a:xfrm>
          <a:custGeom>
            <a:rect b="b" l="l" r="r" t="t"/>
            <a:pathLst>
              <a:path extrusionOk="0" h="11480" w="11504">
                <a:moveTo>
                  <a:pt x="6169" y="668"/>
                </a:moveTo>
                <a:lnTo>
                  <a:pt x="6169" y="5407"/>
                </a:lnTo>
                <a:lnTo>
                  <a:pt x="5311" y="5407"/>
                </a:lnTo>
                <a:lnTo>
                  <a:pt x="5311" y="668"/>
                </a:lnTo>
                <a:close/>
                <a:moveTo>
                  <a:pt x="1549" y="3025"/>
                </a:moveTo>
                <a:lnTo>
                  <a:pt x="1549" y="5431"/>
                </a:lnTo>
                <a:lnTo>
                  <a:pt x="691" y="5431"/>
                </a:lnTo>
                <a:lnTo>
                  <a:pt x="691" y="3025"/>
                </a:lnTo>
                <a:close/>
                <a:moveTo>
                  <a:pt x="3097" y="1549"/>
                </a:moveTo>
                <a:lnTo>
                  <a:pt x="3097" y="5431"/>
                </a:lnTo>
                <a:lnTo>
                  <a:pt x="2239" y="5431"/>
                </a:lnTo>
                <a:lnTo>
                  <a:pt x="2239" y="1549"/>
                </a:lnTo>
                <a:close/>
                <a:moveTo>
                  <a:pt x="4621" y="2311"/>
                </a:moveTo>
                <a:lnTo>
                  <a:pt x="4621" y="5431"/>
                </a:lnTo>
                <a:lnTo>
                  <a:pt x="3763" y="5431"/>
                </a:lnTo>
                <a:lnTo>
                  <a:pt x="3763" y="2311"/>
                </a:lnTo>
                <a:close/>
                <a:moveTo>
                  <a:pt x="6169" y="6074"/>
                </a:moveTo>
                <a:lnTo>
                  <a:pt x="6169" y="8503"/>
                </a:lnTo>
                <a:lnTo>
                  <a:pt x="5311" y="8503"/>
                </a:lnTo>
                <a:lnTo>
                  <a:pt x="5311" y="6074"/>
                </a:lnTo>
                <a:close/>
                <a:moveTo>
                  <a:pt x="9264" y="6074"/>
                </a:moveTo>
                <a:lnTo>
                  <a:pt x="9264" y="9193"/>
                </a:lnTo>
                <a:lnTo>
                  <a:pt x="8407" y="9193"/>
                </a:lnTo>
                <a:lnTo>
                  <a:pt x="8407" y="6074"/>
                </a:lnTo>
                <a:close/>
                <a:moveTo>
                  <a:pt x="7717" y="6074"/>
                </a:moveTo>
                <a:lnTo>
                  <a:pt x="7717" y="9955"/>
                </a:lnTo>
                <a:lnTo>
                  <a:pt x="6859" y="9955"/>
                </a:lnTo>
                <a:lnTo>
                  <a:pt x="6859" y="6074"/>
                </a:lnTo>
                <a:close/>
                <a:moveTo>
                  <a:pt x="10836" y="6074"/>
                </a:moveTo>
                <a:lnTo>
                  <a:pt x="10836" y="10813"/>
                </a:lnTo>
                <a:lnTo>
                  <a:pt x="9979" y="10813"/>
                </a:lnTo>
                <a:lnTo>
                  <a:pt x="9979" y="6074"/>
                </a:lnTo>
                <a:close/>
                <a:moveTo>
                  <a:pt x="4621" y="1"/>
                </a:moveTo>
                <a:lnTo>
                  <a:pt x="4621" y="1620"/>
                </a:lnTo>
                <a:lnTo>
                  <a:pt x="3763" y="1620"/>
                </a:lnTo>
                <a:lnTo>
                  <a:pt x="3763" y="858"/>
                </a:lnTo>
                <a:lnTo>
                  <a:pt x="1549" y="858"/>
                </a:lnTo>
                <a:lnTo>
                  <a:pt x="1549" y="2335"/>
                </a:lnTo>
                <a:lnTo>
                  <a:pt x="1" y="2335"/>
                </a:lnTo>
                <a:lnTo>
                  <a:pt x="1" y="6074"/>
                </a:lnTo>
                <a:lnTo>
                  <a:pt x="4621" y="6074"/>
                </a:lnTo>
                <a:lnTo>
                  <a:pt x="4621" y="9146"/>
                </a:lnTo>
                <a:lnTo>
                  <a:pt x="6169" y="9146"/>
                </a:lnTo>
                <a:lnTo>
                  <a:pt x="6169" y="10598"/>
                </a:lnTo>
                <a:lnTo>
                  <a:pt x="8407" y="10598"/>
                </a:lnTo>
                <a:lnTo>
                  <a:pt x="8407" y="9860"/>
                </a:lnTo>
                <a:lnTo>
                  <a:pt x="9264" y="9860"/>
                </a:lnTo>
                <a:lnTo>
                  <a:pt x="9264" y="11479"/>
                </a:lnTo>
                <a:lnTo>
                  <a:pt x="11503" y="11479"/>
                </a:lnTo>
                <a:lnTo>
                  <a:pt x="11503" y="5359"/>
                </a:lnTo>
                <a:lnTo>
                  <a:pt x="6859" y="5359"/>
                </a:lnTo>
                <a:lnTo>
                  <a:pt x="68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21011" name="Google Shape;21011;p91"/>
          <p:cNvGrpSpPr/>
          <p:nvPr/>
        </p:nvGrpSpPr>
        <p:grpSpPr>
          <a:xfrm>
            <a:off x="1095639" y="3660349"/>
            <a:ext cx="337742" cy="185697"/>
            <a:chOff x="1781439" y="3660349"/>
            <a:chExt cx="337742" cy="185697"/>
          </a:xfrm>
        </p:grpSpPr>
        <p:sp>
          <p:nvSpPr>
            <p:cNvPr id="21012" name="Google Shape;21012;p91"/>
            <p:cNvSpPr/>
            <p:nvPr/>
          </p:nvSpPr>
          <p:spPr>
            <a:xfrm>
              <a:off x="2023150" y="3660349"/>
              <a:ext cx="96027" cy="104412"/>
            </a:xfrm>
            <a:custGeom>
              <a:rect b="b" l="l" r="r" t="t"/>
              <a:pathLst>
                <a:path extrusionOk="0" h="3549" w="3264">
                  <a:moveTo>
                    <a:pt x="2621" y="691"/>
                  </a:moveTo>
                  <a:lnTo>
                    <a:pt x="2621" y="2144"/>
                  </a:lnTo>
                  <a:lnTo>
                    <a:pt x="2168" y="2144"/>
                  </a:lnTo>
                  <a:lnTo>
                    <a:pt x="1692" y="2620"/>
                  </a:lnTo>
                  <a:lnTo>
                    <a:pt x="1215" y="2144"/>
                  </a:lnTo>
                  <a:lnTo>
                    <a:pt x="692" y="2144"/>
                  </a:lnTo>
                  <a:lnTo>
                    <a:pt x="692" y="691"/>
                  </a:lnTo>
                  <a:close/>
                  <a:moveTo>
                    <a:pt x="1" y="0"/>
                  </a:moveTo>
                  <a:lnTo>
                    <a:pt x="1" y="2787"/>
                  </a:lnTo>
                  <a:lnTo>
                    <a:pt x="930" y="2787"/>
                  </a:lnTo>
                  <a:lnTo>
                    <a:pt x="1668" y="3549"/>
                  </a:lnTo>
                  <a:lnTo>
                    <a:pt x="2406" y="2787"/>
                  </a:lnTo>
                  <a:lnTo>
                    <a:pt x="3264" y="2787"/>
                  </a:lnTo>
                  <a:lnTo>
                    <a:pt x="32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13" name="Google Shape;21013;p91"/>
            <p:cNvSpPr/>
            <p:nvPr/>
          </p:nvSpPr>
          <p:spPr>
            <a:xfrm>
              <a:off x="1901971" y="3661055"/>
              <a:ext cx="96704" cy="104412"/>
            </a:xfrm>
            <a:custGeom>
              <a:rect b="b" l="l" r="r" t="t"/>
              <a:pathLst>
                <a:path extrusionOk="0" h="3549" w="3287">
                  <a:moveTo>
                    <a:pt x="2596" y="667"/>
                  </a:moveTo>
                  <a:lnTo>
                    <a:pt x="2596" y="2120"/>
                  </a:lnTo>
                  <a:lnTo>
                    <a:pt x="2143" y="2120"/>
                  </a:lnTo>
                  <a:lnTo>
                    <a:pt x="1667" y="2596"/>
                  </a:lnTo>
                  <a:lnTo>
                    <a:pt x="1191" y="2120"/>
                  </a:lnTo>
                  <a:lnTo>
                    <a:pt x="667" y="2120"/>
                  </a:lnTo>
                  <a:lnTo>
                    <a:pt x="667" y="667"/>
                  </a:lnTo>
                  <a:close/>
                  <a:moveTo>
                    <a:pt x="0" y="0"/>
                  </a:moveTo>
                  <a:lnTo>
                    <a:pt x="0" y="2787"/>
                  </a:lnTo>
                  <a:lnTo>
                    <a:pt x="929" y="2787"/>
                  </a:lnTo>
                  <a:lnTo>
                    <a:pt x="1667" y="3549"/>
                  </a:lnTo>
                  <a:lnTo>
                    <a:pt x="2429" y="2787"/>
                  </a:lnTo>
                  <a:lnTo>
                    <a:pt x="3286" y="2787"/>
                  </a:lnTo>
                  <a:lnTo>
                    <a:pt x="32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14" name="Google Shape;21014;p91"/>
            <p:cNvSpPr/>
            <p:nvPr/>
          </p:nvSpPr>
          <p:spPr>
            <a:xfrm>
              <a:off x="1781439" y="3661055"/>
              <a:ext cx="96027" cy="104412"/>
            </a:xfrm>
            <a:custGeom>
              <a:rect b="b" l="l" r="r" t="t"/>
              <a:pathLst>
                <a:path extrusionOk="0" h="3549" w="3264">
                  <a:moveTo>
                    <a:pt x="2597" y="667"/>
                  </a:moveTo>
                  <a:lnTo>
                    <a:pt x="2597" y="2120"/>
                  </a:lnTo>
                  <a:lnTo>
                    <a:pt x="2144" y="2120"/>
                  </a:lnTo>
                  <a:lnTo>
                    <a:pt x="1668" y="2596"/>
                  </a:lnTo>
                  <a:lnTo>
                    <a:pt x="1192" y="2120"/>
                  </a:lnTo>
                  <a:lnTo>
                    <a:pt x="644" y="2120"/>
                  </a:lnTo>
                  <a:lnTo>
                    <a:pt x="644" y="667"/>
                  </a:lnTo>
                  <a:close/>
                  <a:moveTo>
                    <a:pt x="1" y="0"/>
                  </a:moveTo>
                  <a:lnTo>
                    <a:pt x="1" y="2787"/>
                  </a:lnTo>
                  <a:lnTo>
                    <a:pt x="930" y="2787"/>
                  </a:lnTo>
                  <a:lnTo>
                    <a:pt x="1668" y="3549"/>
                  </a:lnTo>
                  <a:lnTo>
                    <a:pt x="2406" y="2787"/>
                  </a:lnTo>
                  <a:lnTo>
                    <a:pt x="3264" y="2787"/>
                  </a:lnTo>
                  <a:lnTo>
                    <a:pt x="32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15" name="Google Shape;21015;p91"/>
            <p:cNvSpPr/>
            <p:nvPr/>
          </p:nvSpPr>
          <p:spPr>
            <a:xfrm>
              <a:off x="1781439" y="3782940"/>
              <a:ext cx="337742" cy="63106"/>
            </a:xfrm>
            <a:custGeom>
              <a:rect b="b" l="l" r="r" t="t"/>
              <a:pathLst>
                <a:path extrusionOk="0" h="2145" w="11480">
                  <a:moveTo>
                    <a:pt x="3597" y="692"/>
                  </a:moveTo>
                  <a:lnTo>
                    <a:pt x="3597" y="1454"/>
                  </a:lnTo>
                  <a:lnTo>
                    <a:pt x="644" y="1454"/>
                  </a:lnTo>
                  <a:lnTo>
                    <a:pt x="644" y="692"/>
                  </a:lnTo>
                  <a:close/>
                  <a:moveTo>
                    <a:pt x="7241" y="715"/>
                  </a:moveTo>
                  <a:lnTo>
                    <a:pt x="7241" y="1477"/>
                  </a:lnTo>
                  <a:lnTo>
                    <a:pt x="4288" y="1477"/>
                  </a:lnTo>
                  <a:lnTo>
                    <a:pt x="4288" y="715"/>
                  </a:lnTo>
                  <a:close/>
                  <a:moveTo>
                    <a:pt x="10837" y="715"/>
                  </a:moveTo>
                  <a:lnTo>
                    <a:pt x="10837" y="1477"/>
                  </a:lnTo>
                  <a:lnTo>
                    <a:pt x="7884" y="1477"/>
                  </a:lnTo>
                  <a:lnTo>
                    <a:pt x="7884" y="715"/>
                  </a:lnTo>
                  <a:close/>
                  <a:moveTo>
                    <a:pt x="1" y="1"/>
                  </a:moveTo>
                  <a:lnTo>
                    <a:pt x="1" y="2144"/>
                  </a:lnTo>
                  <a:lnTo>
                    <a:pt x="11480" y="2144"/>
                  </a:lnTo>
                  <a:lnTo>
                    <a:pt x="1148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21016" name="Google Shape;21016;p91"/>
          <p:cNvSpPr/>
          <p:nvPr/>
        </p:nvSpPr>
        <p:spPr>
          <a:xfrm>
            <a:off x="1093550" y="4164777"/>
            <a:ext cx="339830" cy="339154"/>
          </a:xfrm>
          <a:custGeom>
            <a:rect b="b" l="l" r="r" t="t"/>
            <a:pathLst>
              <a:path extrusionOk="0" h="11528" w="11551">
                <a:moveTo>
                  <a:pt x="5478" y="691"/>
                </a:moveTo>
                <a:lnTo>
                  <a:pt x="5478" y="2501"/>
                </a:lnTo>
                <a:lnTo>
                  <a:pt x="6240" y="3240"/>
                </a:lnTo>
                <a:lnTo>
                  <a:pt x="5478" y="3978"/>
                </a:lnTo>
                <a:lnTo>
                  <a:pt x="5478" y="5502"/>
                </a:lnTo>
                <a:lnTo>
                  <a:pt x="4239" y="5502"/>
                </a:lnTo>
                <a:lnTo>
                  <a:pt x="3215" y="4478"/>
                </a:lnTo>
                <a:lnTo>
                  <a:pt x="2215" y="5502"/>
                </a:lnTo>
                <a:lnTo>
                  <a:pt x="763" y="5502"/>
                </a:lnTo>
                <a:cubicBezTo>
                  <a:pt x="882" y="2906"/>
                  <a:pt x="2930" y="858"/>
                  <a:pt x="5478" y="691"/>
                </a:cubicBezTo>
                <a:close/>
                <a:moveTo>
                  <a:pt x="6121" y="715"/>
                </a:moveTo>
                <a:cubicBezTo>
                  <a:pt x="8693" y="858"/>
                  <a:pt x="10765" y="2906"/>
                  <a:pt x="10884" y="5502"/>
                </a:cubicBezTo>
                <a:lnTo>
                  <a:pt x="9145" y="5502"/>
                </a:lnTo>
                <a:lnTo>
                  <a:pt x="8407" y="6240"/>
                </a:lnTo>
                <a:lnTo>
                  <a:pt x="7669" y="5502"/>
                </a:lnTo>
                <a:lnTo>
                  <a:pt x="6121" y="5502"/>
                </a:lnTo>
                <a:lnTo>
                  <a:pt x="6121" y="4264"/>
                </a:lnTo>
                <a:lnTo>
                  <a:pt x="7121" y="3240"/>
                </a:lnTo>
                <a:lnTo>
                  <a:pt x="6121" y="2216"/>
                </a:lnTo>
                <a:lnTo>
                  <a:pt x="6121" y="715"/>
                </a:lnTo>
                <a:close/>
                <a:moveTo>
                  <a:pt x="10836" y="6121"/>
                </a:moveTo>
                <a:cubicBezTo>
                  <a:pt x="10669" y="8669"/>
                  <a:pt x="8645" y="10646"/>
                  <a:pt x="6145" y="10812"/>
                </a:cubicBezTo>
                <a:lnTo>
                  <a:pt x="6145" y="9169"/>
                </a:lnTo>
                <a:lnTo>
                  <a:pt x="5406" y="8431"/>
                </a:lnTo>
                <a:lnTo>
                  <a:pt x="6145" y="7669"/>
                </a:lnTo>
                <a:lnTo>
                  <a:pt x="6145" y="6121"/>
                </a:lnTo>
                <a:lnTo>
                  <a:pt x="7383" y="6121"/>
                </a:lnTo>
                <a:lnTo>
                  <a:pt x="8407" y="7145"/>
                </a:lnTo>
                <a:lnTo>
                  <a:pt x="9407" y="6121"/>
                </a:lnTo>
                <a:close/>
                <a:moveTo>
                  <a:pt x="3215" y="5454"/>
                </a:moveTo>
                <a:lnTo>
                  <a:pt x="3978" y="6192"/>
                </a:lnTo>
                <a:lnTo>
                  <a:pt x="5478" y="6192"/>
                </a:lnTo>
                <a:lnTo>
                  <a:pt x="5478" y="7431"/>
                </a:lnTo>
                <a:lnTo>
                  <a:pt x="4478" y="8455"/>
                </a:lnTo>
                <a:lnTo>
                  <a:pt x="5478" y="9455"/>
                </a:lnTo>
                <a:lnTo>
                  <a:pt x="5478" y="10836"/>
                </a:lnTo>
                <a:cubicBezTo>
                  <a:pt x="2977" y="10646"/>
                  <a:pt x="953" y="8669"/>
                  <a:pt x="763" y="6192"/>
                </a:cubicBezTo>
                <a:lnTo>
                  <a:pt x="2477" y="6192"/>
                </a:lnTo>
                <a:lnTo>
                  <a:pt x="3215" y="5454"/>
                </a:lnTo>
                <a:close/>
                <a:moveTo>
                  <a:pt x="5707" y="0"/>
                </a:moveTo>
                <a:cubicBezTo>
                  <a:pt x="4233" y="0"/>
                  <a:pt x="2768" y="639"/>
                  <a:pt x="1715" y="1692"/>
                </a:cubicBezTo>
                <a:cubicBezTo>
                  <a:pt x="596" y="2787"/>
                  <a:pt x="0" y="4287"/>
                  <a:pt x="0" y="5835"/>
                </a:cubicBezTo>
                <a:cubicBezTo>
                  <a:pt x="48" y="7359"/>
                  <a:pt x="643" y="8788"/>
                  <a:pt x="1739" y="9860"/>
                </a:cubicBezTo>
                <a:cubicBezTo>
                  <a:pt x="2769" y="10866"/>
                  <a:pt x="4235" y="11528"/>
                  <a:pt x="5709" y="11528"/>
                </a:cubicBezTo>
                <a:cubicBezTo>
                  <a:pt x="5735" y="11528"/>
                  <a:pt x="5761" y="11527"/>
                  <a:pt x="5787" y="11527"/>
                </a:cubicBezTo>
                <a:cubicBezTo>
                  <a:pt x="5813" y="11527"/>
                  <a:pt x="5838" y="11528"/>
                  <a:pt x="5863" y="11528"/>
                </a:cubicBezTo>
                <a:cubicBezTo>
                  <a:pt x="7293" y="11528"/>
                  <a:pt x="8783" y="10866"/>
                  <a:pt x="9836" y="9860"/>
                </a:cubicBezTo>
                <a:cubicBezTo>
                  <a:pt x="10908" y="8788"/>
                  <a:pt x="11503" y="7359"/>
                  <a:pt x="11551" y="5835"/>
                </a:cubicBezTo>
                <a:lnTo>
                  <a:pt x="11551" y="5502"/>
                </a:lnTo>
                <a:cubicBezTo>
                  <a:pt x="11431" y="4073"/>
                  <a:pt x="10908" y="2716"/>
                  <a:pt x="9860" y="1692"/>
                </a:cubicBezTo>
                <a:cubicBezTo>
                  <a:pt x="8830" y="662"/>
                  <a:pt x="7317" y="0"/>
                  <a:pt x="5864" y="0"/>
                </a:cubicBezTo>
                <a:cubicBezTo>
                  <a:pt x="5839" y="0"/>
                  <a:pt x="5813" y="0"/>
                  <a:pt x="5787" y="1"/>
                </a:cubicBezTo>
                <a:cubicBezTo>
                  <a:pt x="5761" y="0"/>
                  <a:pt x="5734" y="0"/>
                  <a:pt x="57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17" name="Google Shape;21017;p91"/>
          <p:cNvSpPr/>
          <p:nvPr/>
        </p:nvSpPr>
        <p:spPr>
          <a:xfrm>
            <a:off x="1868144" y="4128355"/>
            <a:ext cx="270399" cy="339124"/>
          </a:xfrm>
          <a:custGeom>
            <a:rect b="b" l="l" r="r" t="t"/>
            <a:pathLst>
              <a:path extrusionOk="0" h="11527" w="9191">
                <a:moveTo>
                  <a:pt x="1706" y="735"/>
                </a:moveTo>
                <a:cubicBezTo>
                  <a:pt x="1732" y="735"/>
                  <a:pt x="1758" y="736"/>
                  <a:pt x="1785" y="739"/>
                </a:cubicBezTo>
                <a:cubicBezTo>
                  <a:pt x="2261" y="762"/>
                  <a:pt x="2666" y="1191"/>
                  <a:pt x="2666" y="1691"/>
                </a:cubicBezTo>
                <a:lnTo>
                  <a:pt x="2666" y="2644"/>
                </a:lnTo>
                <a:lnTo>
                  <a:pt x="1713" y="2644"/>
                </a:lnTo>
                <a:cubicBezTo>
                  <a:pt x="1237" y="2644"/>
                  <a:pt x="808" y="2239"/>
                  <a:pt x="761" y="1739"/>
                </a:cubicBezTo>
                <a:cubicBezTo>
                  <a:pt x="738" y="1194"/>
                  <a:pt x="1170" y="735"/>
                  <a:pt x="1706" y="735"/>
                </a:cubicBezTo>
                <a:close/>
                <a:moveTo>
                  <a:pt x="7552" y="2667"/>
                </a:moveTo>
                <a:cubicBezTo>
                  <a:pt x="7567" y="2667"/>
                  <a:pt x="7581" y="2667"/>
                  <a:pt x="7596" y="2668"/>
                </a:cubicBezTo>
                <a:cubicBezTo>
                  <a:pt x="8072" y="2691"/>
                  <a:pt x="8429" y="3072"/>
                  <a:pt x="8453" y="3525"/>
                </a:cubicBezTo>
                <a:cubicBezTo>
                  <a:pt x="8477" y="4096"/>
                  <a:pt x="8048" y="4549"/>
                  <a:pt x="7500" y="4549"/>
                </a:cubicBezTo>
                <a:lnTo>
                  <a:pt x="6548" y="4549"/>
                </a:lnTo>
                <a:lnTo>
                  <a:pt x="6548" y="3620"/>
                </a:lnTo>
                <a:lnTo>
                  <a:pt x="6572" y="3620"/>
                </a:lnTo>
                <a:cubicBezTo>
                  <a:pt x="6572" y="3087"/>
                  <a:pt x="7023" y="2667"/>
                  <a:pt x="7552" y="2667"/>
                </a:cubicBezTo>
                <a:close/>
                <a:moveTo>
                  <a:pt x="1744" y="4834"/>
                </a:moveTo>
                <a:cubicBezTo>
                  <a:pt x="1757" y="4834"/>
                  <a:pt x="1771" y="4834"/>
                  <a:pt x="1785" y="4835"/>
                </a:cubicBezTo>
                <a:cubicBezTo>
                  <a:pt x="2261" y="4859"/>
                  <a:pt x="2666" y="5311"/>
                  <a:pt x="2666" y="5787"/>
                </a:cubicBezTo>
                <a:lnTo>
                  <a:pt x="2666" y="6740"/>
                </a:lnTo>
                <a:lnTo>
                  <a:pt x="1713" y="6740"/>
                </a:lnTo>
                <a:cubicBezTo>
                  <a:pt x="1237" y="6740"/>
                  <a:pt x="808" y="6359"/>
                  <a:pt x="761" y="5859"/>
                </a:cubicBezTo>
                <a:cubicBezTo>
                  <a:pt x="738" y="5301"/>
                  <a:pt x="1191" y="4834"/>
                  <a:pt x="1744" y="4834"/>
                </a:cubicBezTo>
                <a:close/>
                <a:moveTo>
                  <a:pt x="7541" y="6834"/>
                </a:moveTo>
                <a:cubicBezTo>
                  <a:pt x="8094" y="6834"/>
                  <a:pt x="8547" y="7301"/>
                  <a:pt x="8501" y="7835"/>
                </a:cubicBezTo>
                <a:cubicBezTo>
                  <a:pt x="8453" y="8288"/>
                  <a:pt x="8000" y="8716"/>
                  <a:pt x="7524" y="8716"/>
                </a:cubicBezTo>
                <a:lnTo>
                  <a:pt x="6595" y="8716"/>
                </a:lnTo>
                <a:lnTo>
                  <a:pt x="6595" y="7788"/>
                </a:lnTo>
                <a:cubicBezTo>
                  <a:pt x="6595" y="7311"/>
                  <a:pt x="7000" y="6859"/>
                  <a:pt x="7500" y="6835"/>
                </a:cubicBezTo>
                <a:cubicBezTo>
                  <a:pt x="7514" y="6835"/>
                  <a:pt x="7528" y="6834"/>
                  <a:pt x="7541" y="6834"/>
                </a:cubicBezTo>
                <a:close/>
                <a:moveTo>
                  <a:pt x="1706" y="8975"/>
                </a:moveTo>
                <a:cubicBezTo>
                  <a:pt x="1732" y="8975"/>
                  <a:pt x="1758" y="8976"/>
                  <a:pt x="1785" y="8978"/>
                </a:cubicBezTo>
                <a:cubicBezTo>
                  <a:pt x="2261" y="9002"/>
                  <a:pt x="2666" y="9455"/>
                  <a:pt x="2666" y="9931"/>
                </a:cubicBezTo>
                <a:lnTo>
                  <a:pt x="2666" y="10884"/>
                </a:lnTo>
                <a:lnTo>
                  <a:pt x="1713" y="10884"/>
                </a:lnTo>
                <a:cubicBezTo>
                  <a:pt x="1237" y="10884"/>
                  <a:pt x="808" y="10503"/>
                  <a:pt x="761" y="9979"/>
                </a:cubicBezTo>
                <a:cubicBezTo>
                  <a:pt x="738" y="9434"/>
                  <a:pt x="1170" y="8975"/>
                  <a:pt x="1706" y="8975"/>
                </a:cubicBezTo>
                <a:close/>
                <a:moveTo>
                  <a:pt x="4262" y="0"/>
                </a:moveTo>
                <a:lnTo>
                  <a:pt x="4262" y="2596"/>
                </a:lnTo>
                <a:lnTo>
                  <a:pt x="3309" y="2596"/>
                </a:lnTo>
                <a:lnTo>
                  <a:pt x="3309" y="1691"/>
                </a:lnTo>
                <a:cubicBezTo>
                  <a:pt x="3309" y="858"/>
                  <a:pt x="2714" y="167"/>
                  <a:pt x="1880" y="48"/>
                </a:cubicBezTo>
                <a:cubicBezTo>
                  <a:pt x="1813" y="40"/>
                  <a:pt x="1746" y="36"/>
                  <a:pt x="1680" y="36"/>
                </a:cubicBezTo>
                <a:cubicBezTo>
                  <a:pt x="747" y="36"/>
                  <a:pt x="0" y="803"/>
                  <a:pt x="23" y="1715"/>
                </a:cubicBezTo>
                <a:cubicBezTo>
                  <a:pt x="46" y="2572"/>
                  <a:pt x="808" y="3287"/>
                  <a:pt x="1666" y="3287"/>
                </a:cubicBezTo>
                <a:lnTo>
                  <a:pt x="4262" y="3287"/>
                </a:lnTo>
                <a:lnTo>
                  <a:pt x="4262" y="6716"/>
                </a:lnTo>
                <a:lnTo>
                  <a:pt x="3309" y="6716"/>
                </a:lnTo>
                <a:lnTo>
                  <a:pt x="3309" y="5787"/>
                </a:lnTo>
                <a:cubicBezTo>
                  <a:pt x="3309" y="4954"/>
                  <a:pt x="2714" y="4263"/>
                  <a:pt x="1880" y="4144"/>
                </a:cubicBezTo>
                <a:cubicBezTo>
                  <a:pt x="1813" y="4136"/>
                  <a:pt x="1746" y="4132"/>
                  <a:pt x="1680" y="4132"/>
                </a:cubicBezTo>
                <a:cubicBezTo>
                  <a:pt x="747" y="4132"/>
                  <a:pt x="0" y="4899"/>
                  <a:pt x="23" y="5811"/>
                </a:cubicBezTo>
                <a:cubicBezTo>
                  <a:pt x="46" y="6692"/>
                  <a:pt x="808" y="7383"/>
                  <a:pt x="1666" y="7383"/>
                </a:cubicBezTo>
                <a:lnTo>
                  <a:pt x="4262" y="7383"/>
                </a:lnTo>
                <a:lnTo>
                  <a:pt x="4262" y="10836"/>
                </a:lnTo>
                <a:lnTo>
                  <a:pt x="3309" y="10836"/>
                </a:lnTo>
                <a:lnTo>
                  <a:pt x="3309" y="9931"/>
                </a:lnTo>
                <a:cubicBezTo>
                  <a:pt x="3309" y="9098"/>
                  <a:pt x="2714" y="8407"/>
                  <a:pt x="1880" y="8288"/>
                </a:cubicBezTo>
                <a:cubicBezTo>
                  <a:pt x="1813" y="8280"/>
                  <a:pt x="1746" y="8276"/>
                  <a:pt x="1680" y="8276"/>
                </a:cubicBezTo>
                <a:cubicBezTo>
                  <a:pt x="747" y="8276"/>
                  <a:pt x="0" y="9043"/>
                  <a:pt x="23" y="9955"/>
                </a:cubicBezTo>
                <a:cubicBezTo>
                  <a:pt x="46" y="10812"/>
                  <a:pt x="808" y="11527"/>
                  <a:pt x="1666" y="11527"/>
                </a:cubicBezTo>
                <a:lnTo>
                  <a:pt x="4928" y="11527"/>
                </a:lnTo>
                <a:lnTo>
                  <a:pt x="4928" y="9359"/>
                </a:lnTo>
                <a:lnTo>
                  <a:pt x="7500" y="9359"/>
                </a:lnTo>
                <a:cubicBezTo>
                  <a:pt x="8381" y="9359"/>
                  <a:pt x="9144" y="8645"/>
                  <a:pt x="9144" y="7740"/>
                </a:cubicBezTo>
                <a:cubicBezTo>
                  <a:pt x="9166" y="6885"/>
                  <a:pt x="8445" y="6137"/>
                  <a:pt x="7582" y="6137"/>
                </a:cubicBezTo>
                <a:cubicBezTo>
                  <a:pt x="7531" y="6137"/>
                  <a:pt x="7480" y="6139"/>
                  <a:pt x="7429" y="6145"/>
                </a:cubicBezTo>
                <a:cubicBezTo>
                  <a:pt x="6572" y="6216"/>
                  <a:pt x="5929" y="6930"/>
                  <a:pt x="5929" y="7788"/>
                </a:cubicBezTo>
                <a:lnTo>
                  <a:pt x="5929" y="8716"/>
                </a:lnTo>
                <a:lnTo>
                  <a:pt x="4976" y="8716"/>
                </a:lnTo>
                <a:lnTo>
                  <a:pt x="4976" y="5263"/>
                </a:lnTo>
                <a:lnTo>
                  <a:pt x="7524" y="5263"/>
                </a:lnTo>
                <a:cubicBezTo>
                  <a:pt x="8381" y="5263"/>
                  <a:pt x="9144" y="4573"/>
                  <a:pt x="9167" y="3668"/>
                </a:cubicBezTo>
                <a:cubicBezTo>
                  <a:pt x="9191" y="2730"/>
                  <a:pt x="8452" y="1976"/>
                  <a:pt x="7520" y="1976"/>
                </a:cubicBezTo>
                <a:cubicBezTo>
                  <a:pt x="7505" y="1976"/>
                  <a:pt x="7491" y="1977"/>
                  <a:pt x="7477" y="1977"/>
                </a:cubicBezTo>
                <a:cubicBezTo>
                  <a:pt x="6595" y="2001"/>
                  <a:pt x="5881" y="2763"/>
                  <a:pt x="5881" y="3620"/>
                </a:cubicBezTo>
                <a:lnTo>
                  <a:pt x="5881" y="4549"/>
                </a:lnTo>
                <a:lnTo>
                  <a:pt x="4928" y="4549"/>
                </a:lnTo>
                <a:lnTo>
                  <a:pt x="49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21018" name="Google Shape;21018;p91"/>
          <p:cNvGrpSpPr/>
          <p:nvPr/>
        </p:nvGrpSpPr>
        <p:grpSpPr>
          <a:xfrm>
            <a:off x="2591489" y="4129767"/>
            <a:ext cx="320203" cy="295667"/>
            <a:chOff x="2972489" y="4129767"/>
            <a:chExt cx="320203" cy="295667"/>
          </a:xfrm>
        </p:grpSpPr>
        <p:sp>
          <p:nvSpPr>
            <p:cNvPr id="21019" name="Google Shape;21019;p91"/>
            <p:cNvSpPr/>
            <p:nvPr/>
          </p:nvSpPr>
          <p:spPr>
            <a:xfrm>
              <a:off x="2972489" y="4362358"/>
              <a:ext cx="63076" cy="63076"/>
            </a:xfrm>
            <a:custGeom>
              <a:rect b="b" l="l" r="r" t="t"/>
              <a:pathLst>
                <a:path extrusionOk="0" h="2144" w="2144">
                  <a:moveTo>
                    <a:pt x="1072" y="691"/>
                  </a:moveTo>
                  <a:cubicBezTo>
                    <a:pt x="1287" y="691"/>
                    <a:pt x="1453" y="858"/>
                    <a:pt x="1453" y="1072"/>
                  </a:cubicBezTo>
                  <a:cubicBezTo>
                    <a:pt x="1453" y="1286"/>
                    <a:pt x="1287" y="1453"/>
                    <a:pt x="1072" y="1453"/>
                  </a:cubicBezTo>
                  <a:cubicBezTo>
                    <a:pt x="858" y="1453"/>
                    <a:pt x="691" y="1286"/>
                    <a:pt x="691" y="1072"/>
                  </a:cubicBezTo>
                  <a:cubicBezTo>
                    <a:pt x="691" y="882"/>
                    <a:pt x="834" y="691"/>
                    <a:pt x="1072" y="691"/>
                  </a:cubicBezTo>
                  <a:close/>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20" name="Google Shape;21020;p91"/>
            <p:cNvSpPr/>
            <p:nvPr/>
          </p:nvSpPr>
          <p:spPr>
            <a:xfrm>
              <a:off x="2972489" y="4284602"/>
              <a:ext cx="63076" cy="63076"/>
            </a:xfrm>
            <a:custGeom>
              <a:rect b="b" l="l" r="r" t="t"/>
              <a:pathLst>
                <a:path extrusionOk="0" h="2144" w="2144">
                  <a:moveTo>
                    <a:pt x="1072" y="691"/>
                  </a:moveTo>
                  <a:cubicBezTo>
                    <a:pt x="1287" y="691"/>
                    <a:pt x="1453" y="857"/>
                    <a:pt x="1453" y="1072"/>
                  </a:cubicBezTo>
                  <a:cubicBezTo>
                    <a:pt x="1453" y="1286"/>
                    <a:pt x="1287" y="1453"/>
                    <a:pt x="1072" y="1453"/>
                  </a:cubicBezTo>
                  <a:cubicBezTo>
                    <a:pt x="858" y="1453"/>
                    <a:pt x="691" y="1286"/>
                    <a:pt x="691" y="1072"/>
                  </a:cubicBezTo>
                  <a:cubicBezTo>
                    <a:pt x="691" y="857"/>
                    <a:pt x="834" y="691"/>
                    <a:pt x="1072" y="691"/>
                  </a:cubicBezTo>
                  <a:close/>
                  <a:moveTo>
                    <a:pt x="1072" y="0"/>
                  </a:moveTo>
                  <a:cubicBezTo>
                    <a:pt x="477" y="0"/>
                    <a:pt x="1" y="476"/>
                    <a:pt x="1" y="1072"/>
                  </a:cubicBezTo>
                  <a:cubicBezTo>
                    <a:pt x="1" y="1667"/>
                    <a:pt x="477" y="2143"/>
                    <a:pt x="1072" y="2143"/>
                  </a:cubicBezTo>
                  <a:cubicBezTo>
                    <a:pt x="1668" y="2143"/>
                    <a:pt x="2144" y="1667"/>
                    <a:pt x="2144" y="1072"/>
                  </a:cubicBezTo>
                  <a:cubicBezTo>
                    <a:pt x="2144" y="476"/>
                    <a:pt x="1668"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21" name="Google Shape;21021;p91"/>
            <p:cNvSpPr/>
            <p:nvPr/>
          </p:nvSpPr>
          <p:spPr>
            <a:xfrm>
              <a:off x="2972489" y="4206817"/>
              <a:ext cx="63076" cy="63076"/>
            </a:xfrm>
            <a:custGeom>
              <a:rect b="b" l="l" r="r" t="t"/>
              <a:pathLst>
                <a:path extrusionOk="0" h="2144" w="2144">
                  <a:moveTo>
                    <a:pt x="1072" y="691"/>
                  </a:moveTo>
                  <a:cubicBezTo>
                    <a:pt x="1287" y="691"/>
                    <a:pt x="1453" y="858"/>
                    <a:pt x="1453" y="1072"/>
                  </a:cubicBezTo>
                  <a:cubicBezTo>
                    <a:pt x="1453" y="1287"/>
                    <a:pt x="1287" y="1453"/>
                    <a:pt x="1072" y="1453"/>
                  </a:cubicBezTo>
                  <a:cubicBezTo>
                    <a:pt x="858" y="1453"/>
                    <a:pt x="691" y="1287"/>
                    <a:pt x="691" y="1072"/>
                  </a:cubicBezTo>
                  <a:cubicBezTo>
                    <a:pt x="691" y="858"/>
                    <a:pt x="834" y="691"/>
                    <a:pt x="1072" y="691"/>
                  </a:cubicBezTo>
                  <a:close/>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22" name="Google Shape;21022;p91"/>
            <p:cNvSpPr/>
            <p:nvPr/>
          </p:nvSpPr>
          <p:spPr>
            <a:xfrm>
              <a:off x="3057953" y="4362358"/>
              <a:ext cx="63106" cy="63076"/>
            </a:xfrm>
            <a:custGeom>
              <a:rect b="b" l="l" r="r" t="t"/>
              <a:pathLst>
                <a:path extrusionOk="0" h="2144" w="2145">
                  <a:moveTo>
                    <a:pt x="1073" y="691"/>
                  </a:moveTo>
                  <a:cubicBezTo>
                    <a:pt x="1287" y="691"/>
                    <a:pt x="1477" y="858"/>
                    <a:pt x="1477" y="1072"/>
                  </a:cubicBezTo>
                  <a:cubicBezTo>
                    <a:pt x="1477" y="1286"/>
                    <a:pt x="1287" y="1453"/>
                    <a:pt x="1073" y="1453"/>
                  </a:cubicBezTo>
                  <a:cubicBezTo>
                    <a:pt x="882" y="1453"/>
                    <a:pt x="692" y="1286"/>
                    <a:pt x="692" y="1072"/>
                  </a:cubicBezTo>
                  <a:cubicBezTo>
                    <a:pt x="692" y="882"/>
                    <a:pt x="858" y="691"/>
                    <a:pt x="1073" y="691"/>
                  </a:cubicBezTo>
                  <a:close/>
                  <a:moveTo>
                    <a:pt x="1073" y="0"/>
                  </a:moveTo>
                  <a:cubicBezTo>
                    <a:pt x="477" y="0"/>
                    <a:pt x="1" y="477"/>
                    <a:pt x="1" y="1072"/>
                  </a:cubicBezTo>
                  <a:cubicBezTo>
                    <a:pt x="1" y="1667"/>
                    <a:pt x="477" y="2144"/>
                    <a:pt x="1073" y="2144"/>
                  </a:cubicBezTo>
                  <a:cubicBezTo>
                    <a:pt x="1668" y="2144"/>
                    <a:pt x="2144" y="1667"/>
                    <a:pt x="2144" y="1072"/>
                  </a:cubicBezTo>
                  <a:cubicBezTo>
                    <a:pt x="2144" y="477"/>
                    <a:pt x="1668" y="0"/>
                    <a:pt x="1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23" name="Google Shape;21023;p91"/>
            <p:cNvSpPr/>
            <p:nvPr/>
          </p:nvSpPr>
          <p:spPr>
            <a:xfrm>
              <a:off x="3057953" y="4284602"/>
              <a:ext cx="63106" cy="63076"/>
            </a:xfrm>
            <a:custGeom>
              <a:rect b="b" l="l" r="r" t="t"/>
              <a:pathLst>
                <a:path extrusionOk="0" h="2144" w="2145">
                  <a:moveTo>
                    <a:pt x="1073" y="691"/>
                  </a:moveTo>
                  <a:cubicBezTo>
                    <a:pt x="1287" y="691"/>
                    <a:pt x="1477" y="857"/>
                    <a:pt x="1477" y="1072"/>
                  </a:cubicBezTo>
                  <a:cubicBezTo>
                    <a:pt x="1477" y="1286"/>
                    <a:pt x="1287" y="1453"/>
                    <a:pt x="1073" y="1453"/>
                  </a:cubicBezTo>
                  <a:cubicBezTo>
                    <a:pt x="882" y="1453"/>
                    <a:pt x="692" y="1286"/>
                    <a:pt x="692" y="1072"/>
                  </a:cubicBezTo>
                  <a:cubicBezTo>
                    <a:pt x="692" y="857"/>
                    <a:pt x="858" y="691"/>
                    <a:pt x="1073" y="691"/>
                  </a:cubicBezTo>
                  <a:close/>
                  <a:moveTo>
                    <a:pt x="1073" y="0"/>
                  </a:moveTo>
                  <a:cubicBezTo>
                    <a:pt x="477" y="0"/>
                    <a:pt x="1" y="476"/>
                    <a:pt x="1" y="1072"/>
                  </a:cubicBezTo>
                  <a:cubicBezTo>
                    <a:pt x="1" y="1667"/>
                    <a:pt x="477" y="2143"/>
                    <a:pt x="1073" y="2143"/>
                  </a:cubicBezTo>
                  <a:cubicBezTo>
                    <a:pt x="1668" y="2143"/>
                    <a:pt x="2144" y="1667"/>
                    <a:pt x="2144" y="1072"/>
                  </a:cubicBezTo>
                  <a:cubicBezTo>
                    <a:pt x="2144" y="476"/>
                    <a:pt x="1668" y="0"/>
                    <a:pt x="1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24" name="Google Shape;21024;p91"/>
            <p:cNvSpPr/>
            <p:nvPr/>
          </p:nvSpPr>
          <p:spPr>
            <a:xfrm>
              <a:off x="3144152" y="4362358"/>
              <a:ext cx="63076" cy="63076"/>
            </a:xfrm>
            <a:custGeom>
              <a:rect b="b" l="l" r="r" t="t"/>
              <a:pathLst>
                <a:path extrusionOk="0" h="2144" w="2144">
                  <a:moveTo>
                    <a:pt x="1072" y="691"/>
                  </a:moveTo>
                  <a:cubicBezTo>
                    <a:pt x="1262" y="691"/>
                    <a:pt x="1453" y="858"/>
                    <a:pt x="1453" y="1072"/>
                  </a:cubicBezTo>
                  <a:cubicBezTo>
                    <a:pt x="1453" y="1286"/>
                    <a:pt x="1262" y="1453"/>
                    <a:pt x="1072" y="1453"/>
                  </a:cubicBezTo>
                  <a:cubicBezTo>
                    <a:pt x="857" y="1453"/>
                    <a:pt x="667" y="1286"/>
                    <a:pt x="667" y="1072"/>
                  </a:cubicBezTo>
                  <a:cubicBezTo>
                    <a:pt x="691" y="882"/>
                    <a:pt x="857" y="691"/>
                    <a:pt x="1072" y="691"/>
                  </a:cubicBezTo>
                  <a:close/>
                  <a:moveTo>
                    <a:pt x="1072" y="0"/>
                  </a:moveTo>
                  <a:cubicBezTo>
                    <a:pt x="476" y="0"/>
                    <a:pt x="0" y="477"/>
                    <a:pt x="0" y="1072"/>
                  </a:cubicBezTo>
                  <a:cubicBezTo>
                    <a:pt x="0" y="1667"/>
                    <a:pt x="476" y="2144"/>
                    <a:pt x="1072" y="2144"/>
                  </a:cubicBezTo>
                  <a:cubicBezTo>
                    <a:pt x="1667" y="2144"/>
                    <a:pt x="2143" y="1667"/>
                    <a:pt x="2143" y="1072"/>
                  </a:cubicBezTo>
                  <a:cubicBezTo>
                    <a:pt x="2143" y="477"/>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25" name="Google Shape;21025;p91"/>
            <p:cNvSpPr/>
            <p:nvPr/>
          </p:nvSpPr>
          <p:spPr>
            <a:xfrm>
              <a:off x="3144152" y="4284602"/>
              <a:ext cx="63076" cy="63076"/>
            </a:xfrm>
            <a:custGeom>
              <a:rect b="b" l="l" r="r" t="t"/>
              <a:pathLst>
                <a:path extrusionOk="0" h="2144" w="2144">
                  <a:moveTo>
                    <a:pt x="1072" y="691"/>
                  </a:moveTo>
                  <a:cubicBezTo>
                    <a:pt x="1262" y="691"/>
                    <a:pt x="1453" y="857"/>
                    <a:pt x="1453" y="1072"/>
                  </a:cubicBezTo>
                  <a:cubicBezTo>
                    <a:pt x="1453" y="1286"/>
                    <a:pt x="1262" y="1453"/>
                    <a:pt x="1072" y="1453"/>
                  </a:cubicBezTo>
                  <a:cubicBezTo>
                    <a:pt x="857" y="1453"/>
                    <a:pt x="667" y="1286"/>
                    <a:pt x="667" y="1072"/>
                  </a:cubicBezTo>
                  <a:cubicBezTo>
                    <a:pt x="667" y="857"/>
                    <a:pt x="857" y="691"/>
                    <a:pt x="1072" y="691"/>
                  </a:cubicBezTo>
                  <a:close/>
                  <a:moveTo>
                    <a:pt x="1072" y="0"/>
                  </a:moveTo>
                  <a:cubicBezTo>
                    <a:pt x="476" y="0"/>
                    <a:pt x="0" y="476"/>
                    <a:pt x="0" y="1072"/>
                  </a:cubicBezTo>
                  <a:cubicBezTo>
                    <a:pt x="0" y="1667"/>
                    <a:pt x="476" y="2143"/>
                    <a:pt x="1072" y="2143"/>
                  </a:cubicBezTo>
                  <a:cubicBezTo>
                    <a:pt x="1667" y="2143"/>
                    <a:pt x="2143" y="1667"/>
                    <a:pt x="2143" y="1072"/>
                  </a:cubicBezTo>
                  <a:cubicBezTo>
                    <a:pt x="2143" y="476"/>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26" name="Google Shape;21026;p91"/>
            <p:cNvSpPr/>
            <p:nvPr/>
          </p:nvSpPr>
          <p:spPr>
            <a:xfrm>
              <a:off x="3144152" y="4206817"/>
              <a:ext cx="63076" cy="63076"/>
            </a:xfrm>
            <a:custGeom>
              <a:rect b="b" l="l" r="r" t="t"/>
              <a:pathLst>
                <a:path extrusionOk="0" h="2144" w="2144">
                  <a:moveTo>
                    <a:pt x="1072" y="691"/>
                  </a:moveTo>
                  <a:cubicBezTo>
                    <a:pt x="1262" y="691"/>
                    <a:pt x="1453" y="858"/>
                    <a:pt x="1453" y="1072"/>
                  </a:cubicBezTo>
                  <a:cubicBezTo>
                    <a:pt x="1453" y="1287"/>
                    <a:pt x="1262" y="1453"/>
                    <a:pt x="1072" y="1453"/>
                  </a:cubicBezTo>
                  <a:cubicBezTo>
                    <a:pt x="857" y="1453"/>
                    <a:pt x="667" y="1287"/>
                    <a:pt x="667" y="1072"/>
                  </a:cubicBezTo>
                  <a:cubicBezTo>
                    <a:pt x="691" y="858"/>
                    <a:pt x="857" y="691"/>
                    <a:pt x="1072" y="691"/>
                  </a:cubicBezTo>
                  <a:close/>
                  <a:moveTo>
                    <a:pt x="1072" y="1"/>
                  </a:moveTo>
                  <a:cubicBezTo>
                    <a:pt x="476" y="1"/>
                    <a:pt x="0" y="477"/>
                    <a:pt x="0" y="1072"/>
                  </a:cubicBezTo>
                  <a:cubicBezTo>
                    <a:pt x="0" y="1668"/>
                    <a:pt x="476" y="2144"/>
                    <a:pt x="1072" y="2144"/>
                  </a:cubicBezTo>
                  <a:cubicBezTo>
                    <a:pt x="1667" y="2144"/>
                    <a:pt x="2143" y="1668"/>
                    <a:pt x="2143" y="1072"/>
                  </a:cubicBezTo>
                  <a:cubicBezTo>
                    <a:pt x="2143" y="477"/>
                    <a:pt x="166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27" name="Google Shape;21027;p91"/>
            <p:cNvSpPr/>
            <p:nvPr/>
          </p:nvSpPr>
          <p:spPr>
            <a:xfrm>
              <a:off x="3229616" y="4362358"/>
              <a:ext cx="63076" cy="63076"/>
            </a:xfrm>
            <a:custGeom>
              <a:rect b="b" l="l" r="r" t="t"/>
              <a:pathLst>
                <a:path extrusionOk="0" h="2144" w="2144">
                  <a:moveTo>
                    <a:pt x="1072" y="691"/>
                  </a:moveTo>
                  <a:cubicBezTo>
                    <a:pt x="1286" y="691"/>
                    <a:pt x="1477" y="858"/>
                    <a:pt x="1477" y="1072"/>
                  </a:cubicBezTo>
                  <a:cubicBezTo>
                    <a:pt x="1477" y="1286"/>
                    <a:pt x="1286" y="1453"/>
                    <a:pt x="1072" y="1453"/>
                  </a:cubicBezTo>
                  <a:cubicBezTo>
                    <a:pt x="882" y="1453"/>
                    <a:pt x="691" y="1286"/>
                    <a:pt x="691" y="1072"/>
                  </a:cubicBezTo>
                  <a:cubicBezTo>
                    <a:pt x="691" y="882"/>
                    <a:pt x="882" y="691"/>
                    <a:pt x="1072" y="691"/>
                  </a:cubicBezTo>
                  <a:close/>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28" name="Google Shape;21028;p91"/>
            <p:cNvSpPr/>
            <p:nvPr/>
          </p:nvSpPr>
          <p:spPr>
            <a:xfrm>
              <a:off x="3229616" y="4284602"/>
              <a:ext cx="63076" cy="63076"/>
            </a:xfrm>
            <a:custGeom>
              <a:rect b="b" l="l" r="r" t="t"/>
              <a:pathLst>
                <a:path extrusionOk="0" h="2144" w="2144">
                  <a:moveTo>
                    <a:pt x="1072" y="691"/>
                  </a:moveTo>
                  <a:cubicBezTo>
                    <a:pt x="1286" y="691"/>
                    <a:pt x="1477" y="857"/>
                    <a:pt x="1477" y="1072"/>
                  </a:cubicBezTo>
                  <a:cubicBezTo>
                    <a:pt x="1477" y="1286"/>
                    <a:pt x="1286" y="1453"/>
                    <a:pt x="1072" y="1453"/>
                  </a:cubicBezTo>
                  <a:cubicBezTo>
                    <a:pt x="882" y="1453"/>
                    <a:pt x="691" y="1286"/>
                    <a:pt x="691" y="1072"/>
                  </a:cubicBezTo>
                  <a:cubicBezTo>
                    <a:pt x="691" y="857"/>
                    <a:pt x="882" y="691"/>
                    <a:pt x="1072" y="691"/>
                  </a:cubicBezTo>
                  <a:close/>
                  <a:moveTo>
                    <a:pt x="1072" y="0"/>
                  </a:moveTo>
                  <a:cubicBezTo>
                    <a:pt x="477" y="0"/>
                    <a:pt x="0" y="476"/>
                    <a:pt x="0" y="1072"/>
                  </a:cubicBezTo>
                  <a:cubicBezTo>
                    <a:pt x="0" y="1667"/>
                    <a:pt x="477" y="2143"/>
                    <a:pt x="1072" y="2143"/>
                  </a:cubicBezTo>
                  <a:cubicBezTo>
                    <a:pt x="1667" y="2143"/>
                    <a:pt x="2144" y="1667"/>
                    <a:pt x="2144" y="1072"/>
                  </a:cubicBezTo>
                  <a:cubicBezTo>
                    <a:pt x="2144" y="476"/>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29" name="Google Shape;21029;p91"/>
            <p:cNvSpPr/>
            <p:nvPr/>
          </p:nvSpPr>
          <p:spPr>
            <a:xfrm>
              <a:off x="3229616" y="4206817"/>
              <a:ext cx="63076" cy="63076"/>
            </a:xfrm>
            <a:custGeom>
              <a:rect b="b" l="l" r="r" t="t"/>
              <a:pathLst>
                <a:path extrusionOk="0" h="2144" w="2144">
                  <a:moveTo>
                    <a:pt x="1072" y="691"/>
                  </a:moveTo>
                  <a:cubicBezTo>
                    <a:pt x="1286" y="691"/>
                    <a:pt x="1477" y="858"/>
                    <a:pt x="1477" y="1072"/>
                  </a:cubicBezTo>
                  <a:cubicBezTo>
                    <a:pt x="1477" y="1287"/>
                    <a:pt x="1286" y="1453"/>
                    <a:pt x="1072" y="1453"/>
                  </a:cubicBezTo>
                  <a:cubicBezTo>
                    <a:pt x="882" y="1453"/>
                    <a:pt x="691" y="1287"/>
                    <a:pt x="691" y="1072"/>
                  </a:cubicBezTo>
                  <a:cubicBezTo>
                    <a:pt x="691" y="858"/>
                    <a:pt x="882" y="691"/>
                    <a:pt x="1072" y="691"/>
                  </a:cubicBezTo>
                  <a:close/>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30" name="Google Shape;21030;p91"/>
            <p:cNvSpPr/>
            <p:nvPr/>
          </p:nvSpPr>
          <p:spPr>
            <a:xfrm>
              <a:off x="3229616" y="4129767"/>
              <a:ext cx="63076" cy="63076"/>
            </a:xfrm>
            <a:custGeom>
              <a:rect b="b" l="l" r="r" t="t"/>
              <a:pathLst>
                <a:path extrusionOk="0" h="2144" w="2144">
                  <a:moveTo>
                    <a:pt x="1072" y="691"/>
                  </a:moveTo>
                  <a:cubicBezTo>
                    <a:pt x="1286" y="691"/>
                    <a:pt x="1477" y="857"/>
                    <a:pt x="1477" y="1072"/>
                  </a:cubicBezTo>
                  <a:cubicBezTo>
                    <a:pt x="1477" y="1286"/>
                    <a:pt x="1286" y="1453"/>
                    <a:pt x="1072" y="1453"/>
                  </a:cubicBezTo>
                  <a:cubicBezTo>
                    <a:pt x="882" y="1453"/>
                    <a:pt x="691" y="1286"/>
                    <a:pt x="691" y="1072"/>
                  </a:cubicBezTo>
                  <a:cubicBezTo>
                    <a:pt x="691" y="857"/>
                    <a:pt x="882" y="691"/>
                    <a:pt x="1072" y="691"/>
                  </a:cubicBezTo>
                  <a:close/>
                  <a:moveTo>
                    <a:pt x="1072" y="0"/>
                  </a:moveTo>
                  <a:cubicBezTo>
                    <a:pt x="477" y="0"/>
                    <a:pt x="0" y="476"/>
                    <a:pt x="0" y="1072"/>
                  </a:cubicBezTo>
                  <a:cubicBezTo>
                    <a:pt x="0" y="1667"/>
                    <a:pt x="477" y="2143"/>
                    <a:pt x="1072" y="2143"/>
                  </a:cubicBezTo>
                  <a:cubicBezTo>
                    <a:pt x="1667" y="2143"/>
                    <a:pt x="2144" y="1667"/>
                    <a:pt x="2144" y="1072"/>
                  </a:cubicBezTo>
                  <a:cubicBezTo>
                    <a:pt x="2144" y="476"/>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21031" name="Google Shape;21031;p91"/>
          <p:cNvSpPr/>
          <p:nvPr/>
        </p:nvSpPr>
        <p:spPr>
          <a:xfrm>
            <a:off x="3281266" y="4129767"/>
            <a:ext cx="338418" cy="337712"/>
          </a:xfrm>
          <a:custGeom>
            <a:rect b="b" l="l" r="r" t="t"/>
            <a:pathLst>
              <a:path extrusionOk="0" h="11479" w="11503">
                <a:moveTo>
                  <a:pt x="10169" y="2429"/>
                </a:moveTo>
                <a:cubicBezTo>
                  <a:pt x="10360" y="2429"/>
                  <a:pt x="10550" y="2620"/>
                  <a:pt x="10550" y="2834"/>
                </a:cubicBezTo>
                <a:cubicBezTo>
                  <a:pt x="10550" y="3024"/>
                  <a:pt x="10360" y="3215"/>
                  <a:pt x="10169" y="3215"/>
                </a:cubicBezTo>
                <a:cubicBezTo>
                  <a:pt x="9955" y="3215"/>
                  <a:pt x="9764" y="3024"/>
                  <a:pt x="9764" y="2834"/>
                </a:cubicBezTo>
                <a:cubicBezTo>
                  <a:pt x="9764" y="2620"/>
                  <a:pt x="9931" y="2429"/>
                  <a:pt x="10169" y="2429"/>
                </a:cubicBezTo>
                <a:close/>
                <a:moveTo>
                  <a:pt x="8669" y="4763"/>
                </a:moveTo>
                <a:cubicBezTo>
                  <a:pt x="8883" y="4763"/>
                  <a:pt x="9050" y="4930"/>
                  <a:pt x="9050" y="5144"/>
                </a:cubicBezTo>
                <a:cubicBezTo>
                  <a:pt x="9050" y="5358"/>
                  <a:pt x="8883" y="5525"/>
                  <a:pt x="8669" y="5525"/>
                </a:cubicBezTo>
                <a:cubicBezTo>
                  <a:pt x="8454" y="5525"/>
                  <a:pt x="8288" y="5358"/>
                  <a:pt x="8288" y="5144"/>
                </a:cubicBezTo>
                <a:cubicBezTo>
                  <a:pt x="8288" y="4930"/>
                  <a:pt x="8454" y="4763"/>
                  <a:pt x="8669" y="4763"/>
                </a:cubicBezTo>
                <a:close/>
                <a:moveTo>
                  <a:pt x="4335" y="5358"/>
                </a:moveTo>
                <a:cubicBezTo>
                  <a:pt x="4525" y="5358"/>
                  <a:pt x="4716" y="5525"/>
                  <a:pt x="4716" y="5739"/>
                </a:cubicBezTo>
                <a:cubicBezTo>
                  <a:pt x="4716" y="5954"/>
                  <a:pt x="4525" y="6120"/>
                  <a:pt x="4335" y="6120"/>
                </a:cubicBezTo>
                <a:cubicBezTo>
                  <a:pt x="4120" y="6120"/>
                  <a:pt x="3930" y="5954"/>
                  <a:pt x="3930" y="5739"/>
                </a:cubicBezTo>
                <a:cubicBezTo>
                  <a:pt x="3906" y="5525"/>
                  <a:pt x="4096" y="5358"/>
                  <a:pt x="4335" y="5358"/>
                </a:cubicBezTo>
                <a:close/>
                <a:moveTo>
                  <a:pt x="6716" y="6811"/>
                </a:moveTo>
                <a:cubicBezTo>
                  <a:pt x="6906" y="6811"/>
                  <a:pt x="7097" y="6978"/>
                  <a:pt x="7097" y="7192"/>
                </a:cubicBezTo>
                <a:cubicBezTo>
                  <a:pt x="7097" y="7406"/>
                  <a:pt x="6906" y="7573"/>
                  <a:pt x="6716" y="7573"/>
                </a:cubicBezTo>
                <a:cubicBezTo>
                  <a:pt x="6502" y="7573"/>
                  <a:pt x="6311" y="7406"/>
                  <a:pt x="6311" y="7192"/>
                </a:cubicBezTo>
                <a:cubicBezTo>
                  <a:pt x="6311" y="6978"/>
                  <a:pt x="6478" y="6811"/>
                  <a:pt x="6716" y="6811"/>
                </a:cubicBezTo>
                <a:close/>
                <a:moveTo>
                  <a:pt x="2715" y="7740"/>
                </a:moveTo>
                <a:cubicBezTo>
                  <a:pt x="2929" y="7740"/>
                  <a:pt x="3096" y="7906"/>
                  <a:pt x="3096" y="8121"/>
                </a:cubicBezTo>
                <a:cubicBezTo>
                  <a:pt x="3096" y="8335"/>
                  <a:pt x="2929" y="8502"/>
                  <a:pt x="2715" y="8502"/>
                </a:cubicBezTo>
                <a:cubicBezTo>
                  <a:pt x="2501" y="8502"/>
                  <a:pt x="2334" y="8335"/>
                  <a:pt x="2334" y="8121"/>
                </a:cubicBezTo>
                <a:cubicBezTo>
                  <a:pt x="2334" y="7906"/>
                  <a:pt x="2501" y="7740"/>
                  <a:pt x="2715" y="7740"/>
                </a:cubicBezTo>
                <a:close/>
                <a:moveTo>
                  <a:pt x="0" y="0"/>
                </a:moveTo>
                <a:lnTo>
                  <a:pt x="0" y="11479"/>
                </a:lnTo>
                <a:lnTo>
                  <a:pt x="11503" y="11479"/>
                </a:lnTo>
                <a:lnTo>
                  <a:pt x="11503" y="10264"/>
                </a:lnTo>
                <a:lnTo>
                  <a:pt x="10836" y="10264"/>
                </a:lnTo>
                <a:lnTo>
                  <a:pt x="10836" y="10288"/>
                </a:lnTo>
                <a:lnTo>
                  <a:pt x="10836" y="10836"/>
                </a:lnTo>
                <a:lnTo>
                  <a:pt x="691" y="10836"/>
                </a:lnTo>
                <a:lnTo>
                  <a:pt x="691" y="9883"/>
                </a:lnTo>
                <a:lnTo>
                  <a:pt x="2072" y="8954"/>
                </a:lnTo>
                <a:cubicBezTo>
                  <a:pt x="2243" y="9082"/>
                  <a:pt x="2490" y="9172"/>
                  <a:pt x="2746" y="9172"/>
                </a:cubicBezTo>
                <a:cubicBezTo>
                  <a:pt x="2775" y="9172"/>
                  <a:pt x="2805" y="9171"/>
                  <a:pt x="2834" y="9169"/>
                </a:cubicBezTo>
                <a:cubicBezTo>
                  <a:pt x="3334" y="9097"/>
                  <a:pt x="3739" y="8716"/>
                  <a:pt x="3787" y="8216"/>
                </a:cubicBezTo>
                <a:cubicBezTo>
                  <a:pt x="3811" y="7930"/>
                  <a:pt x="3739" y="7668"/>
                  <a:pt x="3620" y="7478"/>
                </a:cubicBezTo>
                <a:lnTo>
                  <a:pt x="4049" y="6716"/>
                </a:lnTo>
                <a:cubicBezTo>
                  <a:pt x="4144" y="6740"/>
                  <a:pt x="4239" y="6740"/>
                  <a:pt x="4335" y="6740"/>
                </a:cubicBezTo>
                <a:cubicBezTo>
                  <a:pt x="4596" y="6740"/>
                  <a:pt x="4835" y="6668"/>
                  <a:pt x="5001" y="6478"/>
                </a:cubicBezTo>
                <a:lnTo>
                  <a:pt x="5644" y="6930"/>
                </a:lnTo>
                <a:cubicBezTo>
                  <a:pt x="5597" y="7073"/>
                  <a:pt x="5597" y="7216"/>
                  <a:pt x="5644" y="7382"/>
                </a:cubicBezTo>
                <a:cubicBezTo>
                  <a:pt x="5716" y="7787"/>
                  <a:pt x="6049" y="8121"/>
                  <a:pt x="6478" y="8168"/>
                </a:cubicBezTo>
                <a:cubicBezTo>
                  <a:pt x="6542" y="8180"/>
                  <a:pt x="6606" y="8186"/>
                  <a:pt x="6669" y="8186"/>
                </a:cubicBezTo>
                <a:cubicBezTo>
                  <a:pt x="7234" y="8186"/>
                  <a:pt x="7716" y="7723"/>
                  <a:pt x="7716" y="7144"/>
                </a:cubicBezTo>
                <a:cubicBezTo>
                  <a:pt x="7716" y="6954"/>
                  <a:pt x="7692" y="6811"/>
                  <a:pt x="7597" y="6692"/>
                </a:cubicBezTo>
                <a:lnTo>
                  <a:pt x="8169" y="6073"/>
                </a:lnTo>
                <a:cubicBezTo>
                  <a:pt x="8289" y="6124"/>
                  <a:pt x="8434" y="6163"/>
                  <a:pt x="8585" y="6163"/>
                </a:cubicBezTo>
                <a:cubicBezTo>
                  <a:pt x="8644" y="6163"/>
                  <a:pt x="8704" y="6157"/>
                  <a:pt x="8764" y="6144"/>
                </a:cubicBezTo>
                <a:cubicBezTo>
                  <a:pt x="9240" y="6097"/>
                  <a:pt x="9621" y="5715"/>
                  <a:pt x="9693" y="5239"/>
                </a:cubicBezTo>
                <a:cubicBezTo>
                  <a:pt x="9717" y="4906"/>
                  <a:pt x="9621" y="4620"/>
                  <a:pt x="9407" y="4406"/>
                </a:cubicBezTo>
                <a:lnTo>
                  <a:pt x="9836" y="3810"/>
                </a:lnTo>
                <a:cubicBezTo>
                  <a:pt x="9907" y="3822"/>
                  <a:pt x="9979" y="3828"/>
                  <a:pt x="10056" y="3828"/>
                </a:cubicBezTo>
                <a:cubicBezTo>
                  <a:pt x="10133" y="3828"/>
                  <a:pt x="10217" y="3822"/>
                  <a:pt x="10312" y="3810"/>
                </a:cubicBezTo>
                <a:cubicBezTo>
                  <a:pt x="10717" y="3715"/>
                  <a:pt x="11050" y="3382"/>
                  <a:pt x="11145" y="2977"/>
                </a:cubicBezTo>
                <a:cubicBezTo>
                  <a:pt x="11277" y="2319"/>
                  <a:pt x="10762" y="1701"/>
                  <a:pt x="10121" y="1701"/>
                </a:cubicBezTo>
                <a:cubicBezTo>
                  <a:pt x="10067" y="1701"/>
                  <a:pt x="10011" y="1705"/>
                  <a:pt x="9955" y="1715"/>
                </a:cubicBezTo>
                <a:cubicBezTo>
                  <a:pt x="9478" y="1786"/>
                  <a:pt x="9097" y="2167"/>
                  <a:pt x="9026" y="2667"/>
                </a:cubicBezTo>
                <a:cubicBezTo>
                  <a:pt x="9002" y="2977"/>
                  <a:pt x="9097" y="3239"/>
                  <a:pt x="9264" y="3453"/>
                </a:cubicBezTo>
                <a:lnTo>
                  <a:pt x="8859" y="4072"/>
                </a:lnTo>
                <a:cubicBezTo>
                  <a:pt x="8788" y="4048"/>
                  <a:pt x="8693" y="4048"/>
                  <a:pt x="8645" y="4048"/>
                </a:cubicBezTo>
                <a:cubicBezTo>
                  <a:pt x="8050" y="4048"/>
                  <a:pt x="7573" y="4525"/>
                  <a:pt x="7573" y="5120"/>
                </a:cubicBezTo>
                <a:cubicBezTo>
                  <a:pt x="7573" y="5287"/>
                  <a:pt x="7621" y="5477"/>
                  <a:pt x="7692" y="5620"/>
                </a:cubicBezTo>
                <a:lnTo>
                  <a:pt x="7145" y="6216"/>
                </a:lnTo>
                <a:cubicBezTo>
                  <a:pt x="7002" y="6120"/>
                  <a:pt x="6835" y="6097"/>
                  <a:pt x="6668" y="6097"/>
                </a:cubicBezTo>
                <a:cubicBezTo>
                  <a:pt x="6406" y="6097"/>
                  <a:pt x="6168" y="6192"/>
                  <a:pt x="5954" y="6358"/>
                </a:cubicBezTo>
                <a:lnTo>
                  <a:pt x="5335" y="5906"/>
                </a:lnTo>
                <a:cubicBezTo>
                  <a:pt x="5359" y="5787"/>
                  <a:pt x="5359" y="5692"/>
                  <a:pt x="5335" y="5549"/>
                </a:cubicBezTo>
                <a:cubicBezTo>
                  <a:pt x="5287" y="5096"/>
                  <a:pt x="4882" y="4691"/>
                  <a:pt x="4382" y="4644"/>
                </a:cubicBezTo>
                <a:cubicBezTo>
                  <a:pt x="4344" y="4639"/>
                  <a:pt x="4306" y="4637"/>
                  <a:pt x="4269" y="4637"/>
                </a:cubicBezTo>
                <a:cubicBezTo>
                  <a:pt x="3698" y="4637"/>
                  <a:pt x="3215" y="5134"/>
                  <a:pt x="3215" y="5715"/>
                </a:cubicBezTo>
                <a:cubicBezTo>
                  <a:pt x="3215" y="5977"/>
                  <a:pt x="3310" y="6192"/>
                  <a:pt x="3453" y="6382"/>
                </a:cubicBezTo>
                <a:lnTo>
                  <a:pt x="3049" y="7073"/>
                </a:lnTo>
                <a:cubicBezTo>
                  <a:pt x="2953" y="7049"/>
                  <a:pt x="2834" y="7025"/>
                  <a:pt x="2715" y="7025"/>
                </a:cubicBezTo>
                <a:cubicBezTo>
                  <a:pt x="2120" y="7025"/>
                  <a:pt x="1643" y="7502"/>
                  <a:pt x="1643" y="8097"/>
                </a:cubicBezTo>
                <a:cubicBezTo>
                  <a:pt x="1643" y="8168"/>
                  <a:pt x="1643" y="8264"/>
                  <a:pt x="1667" y="8359"/>
                </a:cubicBezTo>
                <a:lnTo>
                  <a:pt x="691" y="9002"/>
                </a:lnTo>
                <a:lnTo>
                  <a:pt x="691" y="691"/>
                </a:lnTo>
                <a:lnTo>
                  <a:pt x="1239" y="691"/>
                </a:lnTo>
                <a:lnTo>
                  <a:pt x="12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32" name="Google Shape;21032;p91"/>
          <p:cNvSpPr/>
          <p:nvPr/>
        </p:nvSpPr>
        <p:spPr>
          <a:xfrm>
            <a:off x="4045298" y="4129767"/>
            <a:ext cx="339830" cy="339801"/>
          </a:xfrm>
          <a:custGeom>
            <a:rect b="b" l="l" r="r" t="t"/>
            <a:pathLst>
              <a:path extrusionOk="0" h="11550" w="11551">
                <a:moveTo>
                  <a:pt x="6121" y="2072"/>
                </a:moveTo>
                <a:cubicBezTo>
                  <a:pt x="8002" y="2262"/>
                  <a:pt x="9455" y="3810"/>
                  <a:pt x="9455" y="5715"/>
                </a:cubicBezTo>
                <a:cubicBezTo>
                  <a:pt x="9455" y="6358"/>
                  <a:pt x="9288" y="6954"/>
                  <a:pt x="8978" y="7502"/>
                </a:cubicBezTo>
                <a:lnTo>
                  <a:pt x="6121" y="5573"/>
                </a:lnTo>
                <a:lnTo>
                  <a:pt x="6121" y="2072"/>
                </a:lnTo>
                <a:close/>
                <a:moveTo>
                  <a:pt x="6121" y="691"/>
                </a:moveTo>
                <a:cubicBezTo>
                  <a:pt x="8788" y="857"/>
                  <a:pt x="10860" y="3072"/>
                  <a:pt x="10860" y="5739"/>
                </a:cubicBezTo>
                <a:cubicBezTo>
                  <a:pt x="10860" y="6692"/>
                  <a:pt x="10598" y="7597"/>
                  <a:pt x="10145" y="8335"/>
                </a:cubicBezTo>
                <a:lnTo>
                  <a:pt x="9526" y="7906"/>
                </a:lnTo>
                <a:cubicBezTo>
                  <a:pt x="9883" y="7287"/>
                  <a:pt x="10121" y="6549"/>
                  <a:pt x="10121" y="5739"/>
                </a:cubicBezTo>
                <a:cubicBezTo>
                  <a:pt x="10121" y="3453"/>
                  <a:pt x="8359" y="1596"/>
                  <a:pt x="6121" y="1429"/>
                </a:cubicBezTo>
                <a:lnTo>
                  <a:pt x="6121" y="691"/>
                </a:lnTo>
                <a:close/>
                <a:moveTo>
                  <a:pt x="5454" y="2120"/>
                </a:moveTo>
                <a:lnTo>
                  <a:pt x="5454" y="5715"/>
                </a:lnTo>
                <a:lnTo>
                  <a:pt x="4739" y="9264"/>
                </a:lnTo>
                <a:cubicBezTo>
                  <a:pt x="3215" y="8811"/>
                  <a:pt x="2120" y="7406"/>
                  <a:pt x="2120" y="5739"/>
                </a:cubicBezTo>
                <a:cubicBezTo>
                  <a:pt x="2120" y="3834"/>
                  <a:pt x="3572" y="2262"/>
                  <a:pt x="5454" y="2120"/>
                </a:cubicBezTo>
                <a:close/>
                <a:moveTo>
                  <a:pt x="6002" y="6311"/>
                </a:moveTo>
                <a:lnTo>
                  <a:pt x="8597" y="8097"/>
                </a:lnTo>
                <a:cubicBezTo>
                  <a:pt x="7907" y="8907"/>
                  <a:pt x="6907" y="9407"/>
                  <a:pt x="5811" y="9407"/>
                </a:cubicBezTo>
                <a:cubicBezTo>
                  <a:pt x="5692" y="9407"/>
                  <a:pt x="5525" y="9407"/>
                  <a:pt x="5406" y="9383"/>
                </a:cubicBezTo>
                <a:lnTo>
                  <a:pt x="6002" y="6311"/>
                </a:lnTo>
                <a:close/>
                <a:moveTo>
                  <a:pt x="5454" y="691"/>
                </a:moveTo>
                <a:lnTo>
                  <a:pt x="5454" y="1429"/>
                </a:lnTo>
                <a:cubicBezTo>
                  <a:pt x="3215" y="1596"/>
                  <a:pt x="1453" y="3477"/>
                  <a:pt x="1453" y="5739"/>
                </a:cubicBezTo>
                <a:cubicBezTo>
                  <a:pt x="1453" y="7692"/>
                  <a:pt x="2787" y="9407"/>
                  <a:pt x="4620" y="9907"/>
                </a:cubicBezTo>
                <a:lnTo>
                  <a:pt x="4454" y="10621"/>
                </a:lnTo>
                <a:cubicBezTo>
                  <a:pt x="2287" y="10050"/>
                  <a:pt x="715" y="8097"/>
                  <a:pt x="715" y="5739"/>
                </a:cubicBezTo>
                <a:cubicBezTo>
                  <a:pt x="715" y="3072"/>
                  <a:pt x="2787" y="857"/>
                  <a:pt x="5454" y="691"/>
                </a:cubicBezTo>
                <a:close/>
                <a:moveTo>
                  <a:pt x="9169" y="8478"/>
                </a:moveTo>
                <a:lnTo>
                  <a:pt x="9788" y="8883"/>
                </a:lnTo>
                <a:cubicBezTo>
                  <a:pt x="8835" y="10050"/>
                  <a:pt x="7407" y="10836"/>
                  <a:pt x="5811" y="10836"/>
                </a:cubicBezTo>
                <a:cubicBezTo>
                  <a:pt x="5573" y="10836"/>
                  <a:pt x="5359" y="10812"/>
                  <a:pt x="5120" y="10764"/>
                </a:cubicBezTo>
                <a:lnTo>
                  <a:pt x="5263" y="10050"/>
                </a:lnTo>
                <a:cubicBezTo>
                  <a:pt x="5454" y="10074"/>
                  <a:pt x="5621" y="10074"/>
                  <a:pt x="5811" y="10074"/>
                </a:cubicBezTo>
                <a:cubicBezTo>
                  <a:pt x="7168" y="10074"/>
                  <a:pt x="8359" y="9454"/>
                  <a:pt x="9169" y="8478"/>
                </a:cubicBezTo>
                <a:close/>
                <a:moveTo>
                  <a:pt x="5763" y="0"/>
                </a:moveTo>
                <a:cubicBezTo>
                  <a:pt x="4215" y="0"/>
                  <a:pt x="2787" y="595"/>
                  <a:pt x="1691" y="1691"/>
                </a:cubicBezTo>
                <a:cubicBezTo>
                  <a:pt x="620" y="2763"/>
                  <a:pt x="0" y="4215"/>
                  <a:pt x="0" y="5763"/>
                </a:cubicBezTo>
                <a:cubicBezTo>
                  <a:pt x="0" y="7311"/>
                  <a:pt x="596" y="8740"/>
                  <a:pt x="1691" y="9859"/>
                </a:cubicBezTo>
                <a:cubicBezTo>
                  <a:pt x="2763" y="10931"/>
                  <a:pt x="4215" y="11550"/>
                  <a:pt x="5763" y="11550"/>
                </a:cubicBezTo>
                <a:cubicBezTo>
                  <a:pt x="7311" y="11550"/>
                  <a:pt x="8740" y="10955"/>
                  <a:pt x="9860" y="9859"/>
                </a:cubicBezTo>
                <a:cubicBezTo>
                  <a:pt x="10931" y="8788"/>
                  <a:pt x="11550" y="7311"/>
                  <a:pt x="11550" y="5763"/>
                </a:cubicBezTo>
                <a:cubicBezTo>
                  <a:pt x="11550" y="4215"/>
                  <a:pt x="10955" y="2763"/>
                  <a:pt x="9860" y="1691"/>
                </a:cubicBezTo>
                <a:cubicBezTo>
                  <a:pt x="8788" y="619"/>
                  <a:pt x="7311" y="0"/>
                  <a:pt x="5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21033" name="Google Shape;21033;p91"/>
          <p:cNvGrpSpPr/>
          <p:nvPr/>
        </p:nvGrpSpPr>
        <p:grpSpPr>
          <a:xfrm>
            <a:off x="4780588" y="4129767"/>
            <a:ext cx="339153" cy="337712"/>
            <a:chOff x="4704388" y="4129767"/>
            <a:chExt cx="339153" cy="337712"/>
          </a:xfrm>
        </p:grpSpPr>
        <p:sp>
          <p:nvSpPr>
            <p:cNvPr id="21034" name="Google Shape;21034;p91"/>
            <p:cNvSpPr/>
            <p:nvPr/>
          </p:nvSpPr>
          <p:spPr>
            <a:xfrm>
              <a:off x="4704388" y="4129767"/>
              <a:ext cx="64489" cy="337712"/>
            </a:xfrm>
            <a:custGeom>
              <a:rect b="b" l="l" r="r" t="t"/>
              <a:pathLst>
                <a:path extrusionOk="0" h="11479" w="2192">
                  <a:moveTo>
                    <a:pt x="1073" y="1953"/>
                  </a:moveTo>
                  <a:cubicBezTo>
                    <a:pt x="1287" y="1953"/>
                    <a:pt x="1477" y="2143"/>
                    <a:pt x="1477" y="2334"/>
                  </a:cubicBezTo>
                  <a:cubicBezTo>
                    <a:pt x="1477" y="2548"/>
                    <a:pt x="1287" y="2739"/>
                    <a:pt x="1073" y="2739"/>
                  </a:cubicBezTo>
                  <a:cubicBezTo>
                    <a:pt x="882" y="2739"/>
                    <a:pt x="692" y="2548"/>
                    <a:pt x="692" y="2334"/>
                  </a:cubicBezTo>
                  <a:cubicBezTo>
                    <a:pt x="692" y="2143"/>
                    <a:pt x="882" y="1953"/>
                    <a:pt x="1073" y="1953"/>
                  </a:cubicBezTo>
                  <a:close/>
                  <a:moveTo>
                    <a:pt x="1073" y="5358"/>
                  </a:moveTo>
                  <a:cubicBezTo>
                    <a:pt x="1287" y="5358"/>
                    <a:pt x="1477" y="5525"/>
                    <a:pt x="1477" y="5739"/>
                  </a:cubicBezTo>
                  <a:cubicBezTo>
                    <a:pt x="1477" y="5954"/>
                    <a:pt x="1311" y="6120"/>
                    <a:pt x="1073" y="6120"/>
                  </a:cubicBezTo>
                  <a:cubicBezTo>
                    <a:pt x="882" y="6120"/>
                    <a:pt x="692" y="5954"/>
                    <a:pt x="692" y="5739"/>
                  </a:cubicBezTo>
                  <a:cubicBezTo>
                    <a:pt x="692" y="5525"/>
                    <a:pt x="882" y="5358"/>
                    <a:pt x="1073" y="5358"/>
                  </a:cubicBezTo>
                  <a:close/>
                  <a:moveTo>
                    <a:pt x="1073" y="8716"/>
                  </a:moveTo>
                  <a:cubicBezTo>
                    <a:pt x="1287" y="8716"/>
                    <a:pt x="1477" y="8883"/>
                    <a:pt x="1477" y="9097"/>
                  </a:cubicBezTo>
                  <a:cubicBezTo>
                    <a:pt x="1477" y="9311"/>
                    <a:pt x="1311" y="9478"/>
                    <a:pt x="1073" y="9478"/>
                  </a:cubicBezTo>
                  <a:cubicBezTo>
                    <a:pt x="882" y="9478"/>
                    <a:pt x="692" y="9311"/>
                    <a:pt x="692" y="9097"/>
                  </a:cubicBezTo>
                  <a:cubicBezTo>
                    <a:pt x="692" y="8883"/>
                    <a:pt x="882" y="8716"/>
                    <a:pt x="1073" y="8716"/>
                  </a:cubicBezTo>
                  <a:close/>
                  <a:moveTo>
                    <a:pt x="763" y="0"/>
                  </a:moveTo>
                  <a:lnTo>
                    <a:pt x="763" y="1357"/>
                  </a:lnTo>
                  <a:cubicBezTo>
                    <a:pt x="334" y="1524"/>
                    <a:pt x="1" y="1905"/>
                    <a:pt x="1" y="2381"/>
                  </a:cubicBezTo>
                  <a:cubicBezTo>
                    <a:pt x="1" y="2858"/>
                    <a:pt x="311" y="3239"/>
                    <a:pt x="763" y="3382"/>
                  </a:cubicBezTo>
                  <a:lnTo>
                    <a:pt x="763" y="4739"/>
                  </a:lnTo>
                  <a:cubicBezTo>
                    <a:pt x="334" y="4882"/>
                    <a:pt x="1" y="5263"/>
                    <a:pt x="1" y="5739"/>
                  </a:cubicBezTo>
                  <a:cubicBezTo>
                    <a:pt x="1" y="6216"/>
                    <a:pt x="311" y="6597"/>
                    <a:pt x="763" y="6763"/>
                  </a:cubicBezTo>
                  <a:lnTo>
                    <a:pt x="763" y="8097"/>
                  </a:lnTo>
                  <a:cubicBezTo>
                    <a:pt x="334" y="8240"/>
                    <a:pt x="1" y="8621"/>
                    <a:pt x="1" y="9097"/>
                  </a:cubicBezTo>
                  <a:cubicBezTo>
                    <a:pt x="1" y="9573"/>
                    <a:pt x="311" y="9978"/>
                    <a:pt x="763" y="10121"/>
                  </a:cubicBezTo>
                  <a:lnTo>
                    <a:pt x="763" y="11479"/>
                  </a:lnTo>
                  <a:lnTo>
                    <a:pt x="1430" y="11479"/>
                  </a:lnTo>
                  <a:lnTo>
                    <a:pt x="1430" y="10121"/>
                  </a:lnTo>
                  <a:cubicBezTo>
                    <a:pt x="1859" y="9978"/>
                    <a:pt x="2192" y="9573"/>
                    <a:pt x="2192" y="9097"/>
                  </a:cubicBezTo>
                  <a:cubicBezTo>
                    <a:pt x="2192" y="8621"/>
                    <a:pt x="1882" y="8240"/>
                    <a:pt x="1430" y="8097"/>
                  </a:cubicBezTo>
                  <a:lnTo>
                    <a:pt x="1430" y="6763"/>
                  </a:lnTo>
                  <a:cubicBezTo>
                    <a:pt x="1859" y="6597"/>
                    <a:pt x="2192" y="6216"/>
                    <a:pt x="2192" y="5739"/>
                  </a:cubicBezTo>
                  <a:cubicBezTo>
                    <a:pt x="2192" y="5263"/>
                    <a:pt x="1882" y="4882"/>
                    <a:pt x="1430" y="4739"/>
                  </a:cubicBezTo>
                  <a:lnTo>
                    <a:pt x="1430" y="3382"/>
                  </a:lnTo>
                  <a:cubicBezTo>
                    <a:pt x="1859" y="3239"/>
                    <a:pt x="2144" y="2858"/>
                    <a:pt x="2144" y="2381"/>
                  </a:cubicBezTo>
                  <a:cubicBezTo>
                    <a:pt x="2144" y="1905"/>
                    <a:pt x="1859" y="1524"/>
                    <a:pt x="1406" y="1357"/>
                  </a:cubicBezTo>
                  <a:lnTo>
                    <a:pt x="14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35" name="Google Shape;21035;p91"/>
            <p:cNvSpPr/>
            <p:nvPr/>
          </p:nvSpPr>
          <p:spPr>
            <a:xfrm>
              <a:off x="4782879" y="4162688"/>
              <a:ext cx="260661" cy="75698"/>
            </a:xfrm>
            <a:custGeom>
              <a:rect b="b" l="l" r="r" t="t"/>
              <a:pathLst>
                <a:path extrusionOk="0" h="2573" w="8860">
                  <a:moveTo>
                    <a:pt x="8169" y="667"/>
                  </a:moveTo>
                  <a:lnTo>
                    <a:pt x="8169" y="1882"/>
                  </a:lnTo>
                  <a:lnTo>
                    <a:pt x="7073" y="1882"/>
                  </a:lnTo>
                  <a:lnTo>
                    <a:pt x="7073" y="667"/>
                  </a:lnTo>
                  <a:close/>
                  <a:moveTo>
                    <a:pt x="6430" y="691"/>
                  </a:moveTo>
                  <a:lnTo>
                    <a:pt x="6430" y="1905"/>
                  </a:lnTo>
                  <a:lnTo>
                    <a:pt x="1358" y="1905"/>
                  </a:lnTo>
                  <a:lnTo>
                    <a:pt x="858" y="1286"/>
                  </a:lnTo>
                  <a:lnTo>
                    <a:pt x="1358" y="691"/>
                  </a:lnTo>
                  <a:close/>
                  <a:moveTo>
                    <a:pt x="1072" y="0"/>
                  </a:moveTo>
                  <a:lnTo>
                    <a:pt x="0" y="1286"/>
                  </a:lnTo>
                  <a:lnTo>
                    <a:pt x="1072" y="2572"/>
                  </a:lnTo>
                  <a:lnTo>
                    <a:pt x="8859" y="2572"/>
                  </a:lnTo>
                  <a:lnTo>
                    <a:pt x="88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36" name="Google Shape;21036;p91"/>
            <p:cNvSpPr/>
            <p:nvPr/>
          </p:nvSpPr>
          <p:spPr>
            <a:xfrm>
              <a:off x="4782879" y="4260066"/>
              <a:ext cx="260661" cy="75698"/>
            </a:xfrm>
            <a:custGeom>
              <a:rect b="b" l="l" r="r" t="t"/>
              <a:pathLst>
                <a:path extrusionOk="0" h="2573" w="8860">
                  <a:moveTo>
                    <a:pt x="6430" y="715"/>
                  </a:moveTo>
                  <a:lnTo>
                    <a:pt x="6430" y="1906"/>
                  </a:lnTo>
                  <a:lnTo>
                    <a:pt x="1358" y="1906"/>
                  </a:lnTo>
                  <a:lnTo>
                    <a:pt x="858" y="1310"/>
                  </a:lnTo>
                  <a:lnTo>
                    <a:pt x="1358" y="715"/>
                  </a:lnTo>
                  <a:close/>
                  <a:moveTo>
                    <a:pt x="8169" y="691"/>
                  </a:moveTo>
                  <a:lnTo>
                    <a:pt x="8169" y="1906"/>
                  </a:lnTo>
                  <a:lnTo>
                    <a:pt x="7097" y="1906"/>
                  </a:lnTo>
                  <a:lnTo>
                    <a:pt x="7097" y="691"/>
                  </a:lnTo>
                  <a:close/>
                  <a:moveTo>
                    <a:pt x="1072" y="1"/>
                  </a:moveTo>
                  <a:lnTo>
                    <a:pt x="0" y="1286"/>
                  </a:lnTo>
                  <a:lnTo>
                    <a:pt x="1072" y="2572"/>
                  </a:lnTo>
                  <a:lnTo>
                    <a:pt x="8859" y="2572"/>
                  </a:lnTo>
                  <a:lnTo>
                    <a:pt x="88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37" name="Google Shape;21037;p91"/>
            <p:cNvSpPr/>
            <p:nvPr/>
          </p:nvSpPr>
          <p:spPr>
            <a:xfrm>
              <a:off x="4782879" y="4360240"/>
              <a:ext cx="260661" cy="75021"/>
            </a:xfrm>
            <a:custGeom>
              <a:rect b="b" l="l" r="r" t="t"/>
              <a:pathLst>
                <a:path extrusionOk="0" h="2550" w="8860">
                  <a:moveTo>
                    <a:pt x="6430" y="668"/>
                  </a:moveTo>
                  <a:lnTo>
                    <a:pt x="6430" y="1858"/>
                  </a:lnTo>
                  <a:lnTo>
                    <a:pt x="1358" y="1858"/>
                  </a:lnTo>
                  <a:lnTo>
                    <a:pt x="858" y="1263"/>
                  </a:lnTo>
                  <a:lnTo>
                    <a:pt x="1358" y="668"/>
                  </a:lnTo>
                  <a:close/>
                  <a:moveTo>
                    <a:pt x="8169" y="644"/>
                  </a:moveTo>
                  <a:lnTo>
                    <a:pt x="8169" y="1858"/>
                  </a:lnTo>
                  <a:lnTo>
                    <a:pt x="7097" y="1858"/>
                  </a:lnTo>
                  <a:lnTo>
                    <a:pt x="7097" y="644"/>
                  </a:lnTo>
                  <a:close/>
                  <a:moveTo>
                    <a:pt x="1072" y="1"/>
                  </a:moveTo>
                  <a:lnTo>
                    <a:pt x="0" y="1263"/>
                  </a:lnTo>
                  <a:lnTo>
                    <a:pt x="1072" y="2549"/>
                  </a:lnTo>
                  <a:lnTo>
                    <a:pt x="8859" y="2549"/>
                  </a:lnTo>
                  <a:lnTo>
                    <a:pt x="88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21038" name="Google Shape;21038;p91"/>
          <p:cNvGrpSpPr/>
          <p:nvPr/>
        </p:nvGrpSpPr>
        <p:grpSpPr>
          <a:xfrm>
            <a:off x="5512405" y="4129767"/>
            <a:ext cx="338418" cy="338418"/>
            <a:chOff x="5283805" y="4129767"/>
            <a:chExt cx="338418" cy="338418"/>
          </a:xfrm>
        </p:grpSpPr>
        <p:sp>
          <p:nvSpPr>
            <p:cNvPr id="21039" name="Google Shape;21039;p91"/>
            <p:cNvSpPr/>
            <p:nvPr/>
          </p:nvSpPr>
          <p:spPr>
            <a:xfrm>
              <a:off x="5283805" y="4129767"/>
              <a:ext cx="338418" cy="338418"/>
            </a:xfrm>
            <a:custGeom>
              <a:rect b="b" l="l" r="r" t="t"/>
              <a:pathLst>
                <a:path extrusionOk="0" h="11503" w="11503">
                  <a:moveTo>
                    <a:pt x="7454" y="691"/>
                  </a:moveTo>
                  <a:lnTo>
                    <a:pt x="7454" y="2000"/>
                  </a:lnTo>
                  <a:lnTo>
                    <a:pt x="5406" y="2000"/>
                  </a:lnTo>
                  <a:lnTo>
                    <a:pt x="5406" y="691"/>
                  </a:lnTo>
                  <a:close/>
                  <a:moveTo>
                    <a:pt x="10860" y="5096"/>
                  </a:moveTo>
                  <a:lnTo>
                    <a:pt x="10860" y="6406"/>
                  </a:lnTo>
                  <a:lnTo>
                    <a:pt x="8812" y="6406"/>
                  </a:lnTo>
                  <a:lnTo>
                    <a:pt x="8812" y="5096"/>
                  </a:lnTo>
                  <a:close/>
                  <a:moveTo>
                    <a:pt x="3978" y="4668"/>
                  </a:moveTo>
                  <a:lnTo>
                    <a:pt x="3978" y="6835"/>
                  </a:lnTo>
                  <a:lnTo>
                    <a:pt x="715" y="6835"/>
                  </a:lnTo>
                  <a:lnTo>
                    <a:pt x="715" y="4668"/>
                  </a:lnTo>
                  <a:close/>
                  <a:moveTo>
                    <a:pt x="7454" y="9550"/>
                  </a:moveTo>
                  <a:lnTo>
                    <a:pt x="7454" y="10859"/>
                  </a:lnTo>
                  <a:lnTo>
                    <a:pt x="5406" y="10859"/>
                  </a:lnTo>
                  <a:lnTo>
                    <a:pt x="5406" y="9550"/>
                  </a:lnTo>
                  <a:close/>
                  <a:moveTo>
                    <a:pt x="4716" y="0"/>
                  </a:moveTo>
                  <a:lnTo>
                    <a:pt x="4716" y="2643"/>
                  </a:lnTo>
                  <a:lnTo>
                    <a:pt x="6073" y="2643"/>
                  </a:lnTo>
                  <a:lnTo>
                    <a:pt x="6073" y="3334"/>
                  </a:lnTo>
                  <a:cubicBezTo>
                    <a:pt x="6073" y="3715"/>
                    <a:pt x="5764" y="4025"/>
                    <a:pt x="5383" y="4025"/>
                  </a:cubicBezTo>
                  <a:lnTo>
                    <a:pt x="1" y="4025"/>
                  </a:lnTo>
                  <a:lnTo>
                    <a:pt x="1" y="7525"/>
                  </a:lnTo>
                  <a:lnTo>
                    <a:pt x="5383" y="7525"/>
                  </a:lnTo>
                  <a:cubicBezTo>
                    <a:pt x="5764" y="7525"/>
                    <a:pt x="6073" y="7835"/>
                    <a:pt x="6073" y="8216"/>
                  </a:cubicBezTo>
                  <a:lnTo>
                    <a:pt x="6073" y="8883"/>
                  </a:lnTo>
                  <a:lnTo>
                    <a:pt x="4716" y="8883"/>
                  </a:lnTo>
                  <a:lnTo>
                    <a:pt x="4716" y="11502"/>
                  </a:lnTo>
                  <a:lnTo>
                    <a:pt x="8121" y="11502"/>
                  </a:lnTo>
                  <a:lnTo>
                    <a:pt x="8121" y="8883"/>
                  </a:lnTo>
                  <a:lnTo>
                    <a:pt x="6740" y="8883"/>
                  </a:lnTo>
                  <a:lnTo>
                    <a:pt x="6740" y="8216"/>
                  </a:lnTo>
                  <a:cubicBezTo>
                    <a:pt x="6740" y="7478"/>
                    <a:pt x="6145" y="6882"/>
                    <a:pt x="5406" y="6882"/>
                  </a:cubicBezTo>
                  <a:lnTo>
                    <a:pt x="4621" y="6882"/>
                  </a:lnTo>
                  <a:lnTo>
                    <a:pt x="4621" y="6097"/>
                  </a:lnTo>
                  <a:lnTo>
                    <a:pt x="8121" y="6097"/>
                  </a:lnTo>
                  <a:lnTo>
                    <a:pt x="8121" y="7073"/>
                  </a:lnTo>
                  <a:lnTo>
                    <a:pt x="11503" y="7073"/>
                  </a:lnTo>
                  <a:lnTo>
                    <a:pt x="11503" y="4430"/>
                  </a:lnTo>
                  <a:lnTo>
                    <a:pt x="8121" y="4430"/>
                  </a:lnTo>
                  <a:lnTo>
                    <a:pt x="8121" y="5454"/>
                  </a:lnTo>
                  <a:lnTo>
                    <a:pt x="4621" y="5454"/>
                  </a:lnTo>
                  <a:lnTo>
                    <a:pt x="4621" y="4668"/>
                  </a:lnTo>
                  <a:lnTo>
                    <a:pt x="5406" y="4668"/>
                  </a:lnTo>
                  <a:cubicBezTo>
                    <a:pt x="6145" y="4668"/>
                    <a:pt x="6740" y="4072"/>
                    <a:pt x="6740" y="3334"/>
                  </a:cubicBezTo>
                  <a:lnTo>
                    <a:pt x="6740" y="2643"/>
                  </a:lnTo>
                  <a:lnTo>
                    <a:pt x="8121" y="2643"/>
                  </a:lnTo>
                  <a:lnTo>
                    <a:pt x="81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21040" name="Google Shape;21040;p91"/>
            <p:cNvGrpSpPr/>
            <p:nvPr/>
          </p:nvGrpSpPr>
          <p:grpSpPr>
            <a:xfrm>
              <a:off x="5323051" y="4290192"/>
              <a:ext cx="59575" cy="19653"/>
              <a:chOff x="5323051" y="4290192"/>
              <a:chExt cx="59575" cy="19653"/>
            </a:xfrm>
          </p:grpSpPr>
          <p:sp>
            <p:nvSpPr>
              <p:cNvPr id="21041" name="Google Shape;21041;p91"/>
              <p:cNvSpPr/>
              <p:nvPr/>
            </p:nvSpPr>
            <p:spPr>
              <a:xfrm>
                <a:off x="5323051" y="4290192"/>
                <a:ext cx="20329" cy="19653"/>
              </a:xfrm>
              <a:custGeom>
                <a:rect b="b" l="l" r="r" t="t"/>
                <a:pathLst>
                  <a:path extrusionOk="0" h="668" w="691">
                    <a:moveTo>
                      <a:pt x="0" y="1"/>
                    </a:moveTo>
                    <a:lnTo>
                      <a:pt x="0" y="667"/>
                    </a:lnTo>
                    <a:lnTo>
                      <a:pt x="691" y="667"/>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42" name="Google Shape;21042;p91"/>
              <p:cNvSpPr/>
              <p:nvPr/>
            </p:nvSpPr>
            <p:spPr>
              <a:xfrm>
                <a:off x="5362268" y="4290192"/>
                <a:ext cx="20359" cy="19653"/>
              </a:xfrm>
              <a:custGeom>
                <a:rect b="b" l="l" r="r" t="t"/>
                <a:pathLst>
                  <a:path extrusionOk="0" h="668" w="692">
                    <a:moveTo>
                      <a:pt x="1" y="1"/>
                    </a:moveTo>
                    <a:lnTo>
                      <a:pt x="1" y="667"/>
                    </a:lnTo>
                    <a:lnTo>
                      <a:pt x="691" y="667"/>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sp>
        <p:nvSpPr>
          <p:cNvPr id="21043" name="Google Shape;21043;p91"/>
          <p:cNvSpPr/>
          <p:nvPr/>
        </p:nvSpPr>
        <p:spPr>
          <a:xfrm>
            <a:off x="6252608" y="4164777"/>
            <a:ext cx="338448" cy="337742"/>
          </a:xfrm>
          <a:custGeom>
            <a:rect b="b" l="l" r="r" t="t"/>
            <a:pathLst>
              <a:path extrusionOk="0" h="11480" w="11504">
                <a:moveTo>
                  <a:pt x="5431" y="691"/>
                </a:moveTo>
                <a:lnTo>
                  <a:pt x="5431" y="2501"/>
                </a:lnTo>
                <a:cubicBezTo>
                  <a:pt x="5645" y="2382"/>
                  <a:pt x="5955" y="2216"/>
                  <a:pt x="6240" y="2216"/>
                </a:cubicBezTo>
                <a:cubicBezTo>
                  <a:pt x="6693" y="2216"/>
                  <a:pt x="7050" y="2573"/>
                  <a:pt x="7050" y="3025"/>
                </a:cubicBezTo>
                <a:cubicBezTo>
                  <a:pt x="7050" y="3478"/>
                  <a:pt x="6693" y="3835"/>
                  <a:pt x="6240" y="3835"/>
                </a:cubicBezTo>
                <a:cubicBezTo>
                  <a:pt x="6002" y="3835"/>
                  <a:pt x="5669" y="3692"/>
                  <a:pt x="5431" y="3573"/>
                </a:cubicBezTo>
                <a:lnTo>
                  <a:pt x="5431" y="5383"/>
                </a:lnTo>
                <a:lnTo>
                  <a:pt x="4573" y="5383"/>
                </a:lnTo>
                <a:cubicBezTo>
                  <a:pt x="4621" y="4525"/>
                  <a:pt x="3954" y="3763"/>
                  <a:pt x="3073" y="3763"/>
                </a:cubicBezTo>
                <a:cubicBezTo>
                  <a:pt x="2239" y="3763"/>
                  <a:pt x="1525" y="4525"/>
                  <a:pt x="1596" y="5383"/>
                </a:cubicBezTo>
                <a:lnTo>
                  <a:pt x="692" y="5383"/>
                </a:lnTo>
                <a:lnTo>
                  <a:pt x="692" y="691"/>
                </a:lnTo>
                <a:close/>
                <a:moveTo>
                  <a:pt x="10884" y="644"/>
                </a:moveTo>
                <a:lnTo>
                  <a:pt x="10884" y="5383"/>
                </a:lnTo>
                <a:lnTo>
                  <a:pt x="9027" y="5383"/>
                </a:lnTo>
                <a:lnTo>
                  <a:pt x="9027" y="5407"/>
                </a:lnTo>
                <a:cubicBezTo>
                  <a:pt x="9146" y="5621"/>
                  <a:pt x="9312" y="5954"/>
                  <a:pt x="9312" y="6192"/>
                </a:cubicBezTo>
                <a:cubicBezTo>
                  <a:pt x="9312" y="6645"/>
                  <a:pt x="8955" y="7002"/>
                  <a:pt x="8503" y="7002"/>
                </a:cubicBezTo>
                <a:cubicBezTo>
                  <a:pt x="8050" y="7002"/>
                  <a:pt x="7693" y="6645"/>
                  <a:pt x="7693" y="6192"/>
                </a:cubicBezTo>
                <a:cubicBezTo>
                  <a:pt x="7693" y="5954"/>
                  <a:pt x="7836" y="5621"/>
                  <a:pt x="7955" y="5407"/>
                </a:cubicBezTo>
                <a:lnTo>
                  <a:pt x="6145" y="5407"/>
                </a:lnTo>
                <a:lnTo>
                  <a:pt x="6145" y="4525"/>
                </a:lnTo>
                <a:cubicBezTo>
                  <a:pt x="6174" y="4527"/>
                  <a:pt x="6203" y="4528"/>
                  <a:pt x="6231" y="4528"/>
                </a:cubicBezTo>
                <a:cubicBezTo>
                  <a:pt x="7051" y="4528"/>
                  <a:pt x="7741" y="3877"/>
                  <a:pt x="7741" y="3025"/>
                </a:cubicBezTo>
                <a:cubicBezTo>
                  <a:pt x="7741" y="2209"/>
                  <a:pt x="7071" y="1544"/>
                  <a:pt x="6267" y="1544"/>
                </a:cubicBezTo>
                <a:cubicBezTo>
                  <a:pt x="6227" y="1544"/>
                  <a:pt x="6186" y="1545"/>
                  <a:pt x="6145" y="1549"/>
                </a:cubicBezTo>
                <a:lnTo>
                  <a:pt x="6145" y="644"/>
                </a:lnTo>
                <a:close/>
                <a:moveTo>
                  <a:pt x="3049" y="4525"/>
                </a:moveTo>
                <a:cubicBezTo>
                  <a:pt x="3502" y="4525"/>
                  <a:pt x="3859" y="4883"/>
                  <a:pt x="3859" y="5311"/>
                </a:cubicBezTo>
                <a:cubicBezTo>
                  <a:pt x="3859" y="5550"/>
                  <a:pt x="3716" y="5883"/>
                  <a:pt x="3597" y="6097"/>
                </a:cubicBezTo>
                <a:lnTo>
                  <a:pt x="5383" y="6097"/>
                </a:lnTo>
                <a:lnTo>
                  <a:pt x="5383" y="6978"/>
                </a:lnTo>
                <a:cubicBezTo>
                  <a:pt x="5354" y="6977"/>
                  <a:pt x="5326" y="6976"/>
                  <a:pt x="5297" y="6976"/>
                </a:cubicBezTo>
                <a:cubicBezTo>
                  <a:pt x="4454" y="6976"/>
                  <a:pt x="3764" y="7649"/>
                  <a:pt x="3764" y="8479"/>
                </a:cubicBezTo>
                <a:cubicBezTo>
                  <a:pt x="3764" y="9295"/>
                  <a:pt x="4433" y="9960"/>
                  <a:pt x="5258" y="9960"/>
                </a:cubicBezTo>
                <a:cubicBezTo>
                  <a:pt x="5299" y="9960"/>
                  <a:pt x="5341" y="9959"/>
                  <a:pt x="5383" y="9955"/>
                </a:cubicBezTo>
                <a:lnTo>
                  <a:pt x="5383" y="10836"/>
                </a:lnTo>
                <a:lnTo>
                  <a:pt x="668" y="10836"/>
                </a:lnTo>
                <a:lnTo>
                  <a:pt x="668" y="6097"/>
                </a:lnTo>
                <a:lnTo>
                  <a:pt x="2525" y="6097"/>
                </a:lnTo>
                <a:cubicBezTo>
                  <a:pt x="2406" y="5883"/>
                  <a:pt x="2239" y="5550"/>
                  <a:pt x="2239" y="5311"/>
                </a:cubicBezTo>
                <a:cubicBezTo>
                  <a:pt x="2239" y="4883"/>
                  <a:pt x="2597" y="4525"/>
                  <a:pt x="3049" y="4525"/>
                </a:cubicBezTo>
                <a:close/>
                <a:moveTo>
                  <a:pt x="10884" y="6121"/>
                </a:moveTo>
                <a:lnTo>
                  <a:pt x="10884" y="10836"/>
                </a:lnTo>
                <a:lnTo>
                  <a:pt x="6121" y="10836"/>
                </a:lnTo>
                <a:lnTo>
                  <a:pt x="6121" y="9026"/>
                </a:lnTo>
                <a:cubicBezTo>
                  <a:pt x="5907" y="9145"/>
                  <a:pt x="5573" y="9288"/>
                  <a:pt x="5335" y="9288"/>
                </a:cubicBezTo>
                <a:cubicBezTo>
                  <a:pt x="4907" y="9288"/>
                  <a:pt x="4549" y="8931"/>
                  <a:pt x="4549" y="8479"/>
                </a:cubicBezTo>
                <a:cubicBezTo>
                  <a:pt x="4549" y="8026"/>
                  <a:pt x="4907" y="7669"/>
                  <a:pt x="5335" y="7669"/>
                </a:cubicBezTo>
                <a:cubicBezTo>
                  <a:pt x="5573" y="7669"/>
                  <a:pt x="5907" y="7836"/>
                  <a:pt x="6121" y="7955"/>
                </a:cubicBezTo>
                <a:lnTo>
                  <a:pt x="6121" y="6121"/>
                </a:lnTo>
                <a:lnTo>
                  <a:pt x="7002" y="6121"/>
                </a:lnTo>
                <a:cubicBezTo>
                  <a:pt x="6955" y="7002"/>
                  <a:pt x="7645" y="7740"/>
                  <a:pt x="8503" y="7740"/>
                </a:cubicBezTo>
                <a:cubicBezTo>
                  <a:pt x="9360" y="7740"/>
                  <a:pt x="10051" y="7002"/>
                  <a:pt x="9979" y="6121"/>
                </a:cubicBezTo>
                <a:close/>
                <a:moveTo>
                  <a:pt x="1" y="1"/>
                </a:moveTo>
                <a:lnTo>
                  <a:pt x="1" y="11479"/>
                </a:lnTo>
                <a:lnTo>
                  <a:pt x="11503" y="11479"/>
                </a:lnTo>
                <a:lnTo>
                  <a:pt x="1150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44" name="Google Shape;21044;p91"/>
          <p:cNvSpPr/>
          <p:nvPr/>
        </p:nvSpPr>
        <p:spPr>
          <a:xfrm>
            <a:off x="6978807" y="4133268"/>
            <a:ext cx="338448" cy="298554"/>
          </a:xfrm>
          <a:custGeom>
            <a:rect b="b" l="l" r="r" t="t"/>
            <a:pathLst>
              <a:path extrusionOk="0" h="10148" w="11504">
                <a:moveTo>
                  <a:pt x="5764" y="1334"/>
                </a:moveTo>
                <a:lnTo>
                  <a:pt x="6431" y="2524"/>
                </a:lnTo>
                <a:lnTo>
                  <a:pt x="5073" y="2524"/>
                </a:lnTo>
                <a:lnTo>
                  <a:pt x="5764" y="1334"/>
                </a:lnTo>
                <a:close/>
                <a:moveTo>
                  <a:pt x="1644" y="7430"/>
                </a:moveTo>
                <a:cubicBezTo>
                  <a:pt x="2192" y="7430"/>
                  <a:pt x="2621" y="7883"/>
                  <a:pt x="2621" y="8430"/>
                </a:cubicBezTo>
                <a:cubicBezTo>
                  <a:pt x="2621" y="8954"/>
                  <a:pt x="2192" y="9407"/>
                  <a:pt x="1644" y="9407"/>
                </a:cubicBezTo>
                <a:cubicBezTo>
                  <a:pt x="1120" y="9407"/>
                  <a:pt x="668" y="8954"/>
                  <a:pt x="668" y="8430"/>
                </a:cubicBezTo>
                <a:cubicBezTo>
                  <a:pt x="668" y="7883"/>
                  <a:pt x="1120" y="7430"/>
                  <a:pt x="1644" y="7430"/>
                </a:cubicBezTo>
                <a:close/>
                <a:moveTo>
                  <a:pt x="5716" y="7430"/>
                </a:moveTo>
                <a:cubicBezTo>
                  <a:pt x="6288" y="7478"/>
                  <a:pt x="6717" y="7883"/>
                  <a:pt x="6717" y="8430"/>
                </a:cubicBezTo>
                <a:cubicBezTo>
                  <a:pt x="6717" y="8954"/>
                  <a:pt x="6264" y="9407"/>
                  <a:pt x="5716" y="9407"/>
                </a:cubicBezTo>
                <a:cubicBezTo>
                  <a:pt x="5193" y="9407"/>
                  <a:pt x="4740" y="8954"/>
                  <a:pt x="4740" y="8430"/>
                </a:cubicBezTo>
                <a:cubicBezTo>
                  <a:pt x="4740" y="7883"/>
                  <a:pt x="5193" y="7430"/>
                  <a:pt x="5716" y="7430"/>
                </a:cubicBezTo>
                <a:close/>
                <a:moveTo>
                  <a:pt x="9836" y="7430"/>
                </a:moveTo>
                <a:cubicBezTo>
                  <a:pt x="10360" y="7430"/>
                  <a:pt x="10813" y="7883"/>
                  <a:pt x="10813" y="8430"/>
                </a:cubicBezTo>
                <a:cubicBezTo>
                  <a:pt x="10813" y="8954"/>
                  <a:pt x="10360" y="9407"/>
                  <a:pt x="9836" y="9407"/>
                </a:cubicBezTo>
                <a:cubicBezTo>
                  <a:pt x="9289" y="9407"/>
                  <a:pt x="8860" y="8954"/>
                  <a:pt x="8860" y="8430"/>
                </a:cubicBezTo>
                <a:cubicBezTo>
                  <a:pt x="8860" y="7883"/>
                  <a:pt x="9289" y="7430"/>
                  <a:pt x="9836" y="7430"/>
                </a:cubicBezTo>
                <a:close/>
                <a:moveTo>
                  <a:pt x="5764" y="0"/>
                </a:moveTo>
                <a:lnTo>
                  <a:pt x="3907" y="3215"/>
                </a:lnTo>
                <a:lnTo>
                  <a:pt x="5431" y="3215"/>
                </a:lnTo>
                <a:lnTo>
                  <a:pt x="5431" y="4739"/>
                </a:lnTo>
                <a:lnTo>
                  <a:pt x="1358" y="4739"/>
                </a:lnTo>
                <a:lnTo>
                  <a:pt x="1358" y="6811"/>
                </a:lnTo>
                <a:cubicBezTo>
                  <a:pt x="573" y="6954"/>
                  <a:pt x="1" y="7668"/>
                  <a:pt x="49" y="8502"/>
                </a:cubicBezTo>
                <a:cubicBezTo>
                  <a:pt x="72" y="9335"/>
                  <a:pt x="763" y="10026"/>
                  <a:pt x="1597" y="10097"/>
                </a:cubicBezTo>
                <a:cubicBezTo>
                  <a:pt x="1624" y="10099"/>
                  <a:pt x="1651" y="10099"/>
                  <a:pt x="1679" y="10099"/>
                </a:cubicBezTo>
                <a:cubicBezTo>
                  <a:pt x="2593" y="10099"/>
                  <a:pt x="3311" y="9333"/>
                  <a:pt x="3311" y="8454"/>
                </a:cubicBezTo>
                <a:cubicBezTo>
                  <a:pt x="3311" y="7645"/>
                  <a:pt x="2740" y="6978"/>
                  <a:pt x="2001" y="6835"/>
                </a:cubicBezTo>
                <a:lnTo>
                  <a:pt x="2001" y="5406"/>
                </a:lnTo>
                <a:lnTo>
                  <a:pt x="5431" y="5406"/>
                </a:lnTo>
                <a:lnTo>
                  <a:pt x="5431" y="6835"/>
                </a:lnTo>
                <a:cubicBezTo>
                  <a:pt x="4645" y="6978"/>
                  <a:pt x="4097" y="7716"/>
                  <a:pt x="4121" y="8549"/>
                </a:cubicBezTo>
                <a:cubicBezTo>
                  <a:pt x="4145" y="9359"/>
                  <a:pt x="4835" y="10050"/>
                  <a:pt x="5669" y="10121"/>
                </a:cubicBezTo>
                <a:cubicBezTo>
                  <a:pt x="5697" y="10123"/>
                  <a:pt x="5725" y="10123"/>
                  <a:pt x="5753" y="10123"/>
                </a:cubicBezTo>
                <a:cubicBezTo>
                  <a:pt x="6666" y="10123"/>
                  <a:pt x="7383" y="9379"/>
                  <a:pt x="7383" y="8478"/>
                </a:cubicBezTo>
                <a:cubicBezTo>
                  <a:pt x="7383" y="7668"/>
                  <a:pt x="6836" y="7025"/>
                  <a:pt x="6074" y="6859"/>
                </a:cubicBezTo>
                <a:lnTo>
                  <a:pt x="6074" y="5430"/>
                </a:lnTo>
                <a:lnTo>
                  <a:pt x="9503" y="5430"/>
                </a:lnTo>
                <a:lnTo>
                  <a:pt x="9503" y="6859"/>
                </a:lnTo>
                <a:cubicBezTo>
                  <a:pt x="8741" y="7025"/>
                  <a:pt x="8169" y="7740"/>
                  <a:pt x="8193" y="8573"/>
                </a:cubicBezTo>
                <a:cubicBezTo>
                  <a:pt x="8217" y="9407"/>
                  <a:pt x="8908" y="10074"/>
                  <a:pt x="9741" y="10145"/>
                </a:cubicBezTo>
                <a:cubicBezTo>
                  <a:pt x="9769" y="10146"/>
                  <a:pt x="9798" y="10147"/>
                  <a:pt x="9826" y="10147"/>
                </a:cubicBezTo>
                <a:cubicBezTo>
                  <a:pt x="10740" y="10147"/>
                  <a:pt x="11480" y="9403"/>
                  <a:pt x="11480" y="8502"/>
                </a:cubicBezTo>
                <a:cubicBezTo>
                  <a:pt x="11503" y="7645"/>
                  <a:pt x="10932" y="6978"/>
                  <a:pt x="10194" y="6811"/>
                </a:cubicBezTo>
                <a:lnTo>
                  <a:pt x="10194" y="4739"/>
                </a:lnTo>
                <a:lnTo>
                  <a:pt x="6074" y="4739"/>
                </a:lnTo>
                <a:lnTo>
                  <a:pt x="6074" y="3215"/>
                </a:lnTo>
                <a:lnTo>
                  <a:pt x="7598" y="3215"/>
                </a:lnTo>
                <a:lnTo>
                  <a:pt x="57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21045" name="Google Shape;21045;p91"/>
          <p:cNvGrpSpPr/>
          <p:nvPr/>
        </p:nvGrpSpPr>
        <p:grpSpPr>
          <a:xfrm>
            <a:off x="7711330" y="4129767"/>
            <a:ext cx="339122" cy="339122"/>
            <a:chOff x="7025530" y="4129767"/>
            <a:chExt cx="339122" cy="339122"/>
          </a:xfrm>
        </p:grpSpPr>
        <p:sp>
          <p:nvSpPr>
            <p:cNvPr id="21046" name="Google Shape;21046;p91"/>
            <p:cNvSpPr/>
            <p:nvPr/>
          </p:nvSpPr>
          <p:spPr>
            <a:xfrm>
              <a:off x="7128528" y="4233442"/>
              <a:ext cx="131743" cy="131743"/>
            </a:xfrm>
            <a:custGeom>
              <a:rect b="b" l="l" r="r" t="t"/>
              <a:pathLst>
                <a:path extrusionOk="0" h="4478" w="4478">
                  <a:moveTo>
                    <a:pt x="2239" y="691"/>
                  </a:moveTo>
                  <a:cubicBezTo>
                    <a:pt x="3072" y="691"/>
                    <a:pt x="3787" y="1406"/>
                    <a:pt x="3787" y="2239"/>
                  </a:cubicBezTo>
                  <a:cubicBezTo>
                    <a:pt x="3810" y="3073"/>
                    <a:pt x="3096" y="3787"/>
                    <a:pt x="2239" y="3787"/>
                  </a:cubicBezTo>
                  <a:cubicBezTo>
                    <a:pt x="1381" y="3787"/>
                    <a:pt x="691" y="3073"/>
                    <a:pt x="691" y="2239"/>
                  </a:cubicBezTo>
                  <a:cubicBezTo>
                    <a:pt x="691" y="1382"/>
                    <a:pt x="1405" y="691"/>
                    <a:pt x="2239" y="691"/>
                  </a:cubicBezTo>
                  <a:close/>
                  <a:moveTo>
                    <a:pt x="2239" y="1"/>
                  </a:moveTo>
                  <a:cubicBezTo>
                    <a:pt x="1024" y="1"/>
                    <a:pt x="0" y="1025"/>
                    <a:pt x="0" y="2239"/>
                  </a:cubicBezTo>
                  <a:cubicBezTo>
                    <a:pt x="0" y="3454"/>
                    <a:pt x="1024" y="4478"/>
                    <a:pt x="2239" y="4478"/>
                  </a:cubicBezTo>
                  <a:cubicBezTo>
                    <a:pt x="3453" y="4478"/>
                    <a:pt x="4477" y="3477"/>
                    <a:pt x="4477" y="2239"/>
                  </a:cubicBezTo>
                  <a:cubicBezTo>
                    <a:pt x="4477" y="1025"/>
                    <a:pt x="3453" y="1"/>
                    <a:pt x="2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47" name="Google Shape;21047;p91"/>
            <p:cNvSpPr/>
            <p:nvPr/>
          </p:nvSpPr>
          <p:spPr>
            <a:xfrm>
              <a:off x="7025530" y="4309815"/>
              <a:ext cx="157662" cy="158368"/>
            </a:xfrm>
            <a:custGeom>
              <a:rect b="b" l="l" r="r" t="t"/>
              <a:pathLst>
                <a:path extrusionOk="0" h="5383" w="5359">
                  <a:moveTo>
                    <a:pt x="2358" y="691"/>
                  </a:moveTo>
                  <a:cubicBezTo>
                    <a:pt x="2715" y="1834"/>
                    <a:pt x="3596" y="2715"/>
                    <a:pt x="4692" y="3049"/>
                  </a:cubicBezTo>
                  <a:lnTo>
                    <a:pt x="4692" y="4597"/>
                  </a:lnTo>
                  <a:cubicBezTo>
                    <a:pt x="2739" y="4168"/>
                    <a:pt x="1215" y="2620"/>
                    <a:pt x="810" y="691"/>
                  </a:cubicBezTo>
                  <a:close/>
                  <a:moveTo>
                    <a:pt x="0" y="0"/>
                  </a:moveTo>
                  <a:lnTo>
                    <a:pt x="48" y="381"/>
                  </a:lnTo>
                  <a:cubicBezTo>
                    <a:pt x="381" y="2953"/>
                    <a:pt x="2406" y="4978"/>
                    <a:pt x="4978" y="5335"/>
                  </a:cubicBezTo>
                  <a:lnTo>
                    <a:pt x="5359" y="5382"/>
                  </a:lnTo>
                  <a:lnTo>
                    <a:pt x="5359" y="2548"/>
                  </a:lnTo>
                  <a:lnTo>
                    <a:pt x="5073" y="2477"/>
                  </a:lnTo>
                  <a:cubicBezTo>
                    <a:pt x="4025" y="2215"/>
                    <a:pt x="3192" y="1358"/>
                    <a:pt x="2906" y="286"/>
                  </a:cubicBezTo>
                  <a:lnTo>
                    <a:pt x="285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48" name="Google Shape;21048;p91"/>
            <p:cNvSpPr/>
            <p:nvPr/>
          </p:nvSpPr>
          <p:spPr>
            <a:xfrm>
              <a:off x="7206991" y="4129767"/>
              <a:ext cx="157662" cy="157662"/>
            </a:xfrm>
            <a:custGeom>
              <a:rect b="b" l="l" r="r" t="t"/>
              <a:pathLst>
                <a:path extrusionOk="0" h="5359" w="5359">
                  <a:moveTo>
                    <a:pt x="643" y="762"/>
                  </a:moveTo>
                  <a:cubicBezTo>
                    <a:pt x="2572" y="1191"/>
                    <a:pt x="4120" y="2715"/>
                    <a:pt x="4549" y="4668"/>
                  </a:cubicBezTo>
                  <a:lnTo>
                    <a:pt x="3001" y="4668"/>
                  </a:lnTo>
                  <a:cubicBezTo>
                    <a:pt x="2810" y="4120"/>
                    <a:pt x="2525" y="3620"/>
                    <a:pt x="2096" y="3215"/>
                  </a:cubicBezTo>
                  <a:cubicBezTo>
                    <a:pt x="1691" y="2786"/>
                    <a:pt x="1191" y="2501"/>
                    <a:pt x="643" y="2310"/>
                  </a:cubicBezTo>
                  <a:lnTo>
                    <a:pt x="643" y="762"/>
                  </a:lnTo>
                  <a:close/>
                  <a:moveTo>
                    <a:pt x="0" y="0"/>
                  </a:moveTo>
                  <a:lnTo>
                    <a:pt x="0" y="2858"/>
                  </a:lnTo>
                  <a:lnTo>
                    <a:pt x="262" y="2905"/>
                  </a:lnTo>
                  <a:cubicBezTo>
                    <a:pt x="1334" y="3144"/>
                    <a:pt x="2167" y="4025"/>
                    <a:pt x="2429" y="5096"/>
                  </a:cubicBezTo>
                  <a:lnTo>
                    <a:pt x="2501" y="5358"/>
                  </a:lnTo>
                  <a:lnTo>
                    <a:pt x="5359" y="5358"/>
                  </a:lnTo>
                  <a:lnTo>
                    <a:pt x="5287" y="4977"/>
                  </a:lnTo>
                  <a:cubicBezTo>
                    <a:pt x="4930" y="2405"/>
                    <a:pt x="2906" y="405"/>
                    <a:pt x="381" y="48"/>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49" name="Google Shape;21049;p91"/>
            <p:cNvSpPr/>
            <p:nvPr/>
          </p:nvSpPr>
          <p:spPr>
            <a:xfrm>
              <a:off x="7025530" y="4129767"/>
              <a:ext cx="157662" cy="157662"/>
            </a:xfrm>
            <a:custGeom>
              <a:rect b="b" l="l" r="r" t="t"/>
              <a:pathLst>
                <a:path extrusionOk="0" h="5359" w="5359">
                  <a:moveTo>
                    <a:pt x="4692" y="762"/>
                  </a:moveTo>
                  <a:lnTo>
                    <a:pt x="4692" y="2310"/>
                  </a:lnTo>
                  <a:cubicBezTo>
                    <a:pt x="4168" y="2501"/>
                    <a:pt x="3668" y="2786"/>
                    <a:pt x="3239" y="3215"/>
                  </a:cubicBezTo>
                  <a:cubicBezTo>
                    <a:pt x="2834" y="3620"/>
                    <a:pt x="2525" y="4144"/>
                    <a:pt x="2358" y="4668"/>
                  </a:cubicBezTo>
                  <a:lnTo>
                    <a:pt x="810" y="4668"/>
                  </a:lnTo>
                  <a:cubicBezTo>
                    <a:pt x="1215" y="2739"/>
                    <a:pt x="2763" y="1191"/>
                    <a:pt x="4692" y="762"/>
                  </a:cubicBezTo>
                  <a:close/>
                  <a:moveTo>
                    <a:pt x="5359" y="0"/>
                  </a:moveTo>
                  <a:lnTo>
                    <a:pt x="4978" y="48"/>
                  </a:lnTo>
                  <a:cubicBezTo>
                    <a:pt x="2406" y="405"/>
                    <a:pt x="381" y="2405"/>
                    <a:pt x="48" y="4977"/>
                  </a:cubicBezTo>
                  <a:lnTo>
                    <a:pt x="0" y="5358"/>
                  </a:lnTo>
                  <a:lnTo>
                    <a:pt x="2858" y="5358"/>
                  </a:lnTo>
                  <a:lnTo>
                    <a:pt x="2906" y="5096"/>
                  </a:lnTo>
                  <a:cubicBezTo>
                    <a:pt x="3144" y="4025"/>
                    <a:pt x="4025" y="3144"/>
                    <a:pt x="5073" y="2905"/>
                  </a:cubicBezTo>
                  <a:lnTo>
                    <a:pt x="5359" y="2858"/>
                  </a:lnTo>
                  <a:lnTo>
                    <a:pt x="53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1050" name="Google Shape;21050;p91"/>
            <p:cNvSpPr/>
            <p:nvPr/>
          </p:nvSpPr>
          <p:spPr>
            <a:xfrm>
              <a:off x="7205578" y="4309815"/>
              <a:ext cx="157662" cy="159074"/>
            </a:xfrm>
            <a:custGeom>
              <a:rect b="b" l="l" r="r" t="t"/>
              <a:pathLst>
                <a:path extrusionOk="0" h="5407" w="5359">
                  <a:moveTo>
                    <a:pt x="4597" y="691"/>
                  </a:moveTo>
                  <a:cubicBezTo>
                    <a:pt x="4216" y="2620"/>
                    <a:pt x="2668" y="4168"/>
                    <a:pt x="691" y="4597"/>
                  </a:cubicBezTo>
                  <a:lnTo>
                    <a:pt x="691" y="3049"/>
                  </a:lnTo>
                  <a:cubicBezTo>
                    <a:pt x="1834" y="2691"/>
                    <a:pt x="2716" y="1786"/>
                    <a:pt x="3049" y="691"/>
                  </a:cubicBezTo>
                  <a:close/>
                  <a:moveTo>
                    <a:pt x="2501" y="0"/>
                  </a:moveTo>
                  <a:lnTo>
                    <a:pt x="2454" y="286"/>
                  </a:lnTo>
                  <a:cubicBezTo>
                    <a:pt x="2215" y="1358"/>
                    <a:pt x="1334" y="2215"/>
                    <a:pt x="286" y="2477"/>
                  </a:cubicBezTo>
                  <a:lnTo>
                    <a:pt x="1" y="2548"/>
                  </a:lnTo>
                  <a:lnTo>
                    <a:pt x="1" y="5406"/>
                  </a:lnTo>
                  <a:lnTo>
                    <a:pt x="406" y="5335"/>
                  </a:lnTo>
                  <a:cubicBezTo>
                    <a:pt x="2954" y="4978"/>
                    <a:pt x="4978" y="2953"/>
                    <a:pt x="5311" y="405"/>
                  </a:cubicBezTo>
                  <a:lnTo>
                    <a:pt x="53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054" name="Shape 21054"/>
        <p:cNvGrpSpPr/>
        <p:nvPr/>
      </p:nvGrpSpPr>
      <p:grpSpPr>
        <a:xfrm>
          <a:off x="0" y="0"/>
          <a:ext cx="0" cy="0"/>
          <a:chOff x="0" y="0"/>
          <a:chExt cx="0" cy="0"/>
        </a:xfrm>
      </p:grpSpPr>
      <p:sp>
        <p:nvSpPr>
          <p:cNvPr id="21055" name="Google Shape;21055;p92"/>
          <p:cNvSpPr txBox="1"/>
          <p:nvPr>
            <p:ph idx="4294967295" type="title"/>
          </p:nvPr>
        </p:nvSpPr>
        <p:spPr>
          <a:xfrm>
            <a:off x="104835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grpSp>
        <p:nvGrpSpPr>
          <p:cNvPr id="21056" name="Google Shape;21056;p92"/>
          <p:cNvGrpSpPr/>
          <p:nvPr/>
        </p:nvGrpSpPr>
        <p:grpSpPr>
          <a:xfrm>
            <a:off x="1071388" y="1943950"/>
            <a:ext cx="341804" cy="341957"/>
            <a:chOff x="1757188" y="1943950"/>
            <a:chExt cx="341804" cy="341957"/>
          </a:xfrm>
        </p:grpSpPr>
        <p:sp>
          <p:nvSpPr>
            <p:cNvPr id="21057" name="Google Shape;21057;p92"/>
            <p:cNvSpPr/>
            <p:nvPr/>
          </p:nvSpPr>
          <p:spPr>
            <a:xfrm>
              <a:off x="1757188" y="2060545"/>
              <a:ext cx="341804" cy="107372"/>
            </a:xfrm>
            <a:custGeom>
              <a:rect b="b" l="l" r="r" t="t"/>
              <a:pathLst>
                <a:path extrusionOk="0" h="3621" w="11527">
                  <a:moveTo>
                    <a:pt x="2501" y="0"/>
                  </a:moveTo>
                  <a:lnTo>
                    <a:pt x="2501" y="858"/>
                  </a:lnTo>
                  <a:cubicBezTo>
                    <a:pt x="2215" y="953"/>
                    <a:pt x="2001" y="1191"/>
                    <a:pt x="1882" y="1501"/>
                  </a:cubicBezTo>
                  <a:lnTo>
                    <a:pt x="0" y="1501"/>
                  </a:lnTo>
                  <a:lnTo>
                    <a:pt x="0" y="2167"/>
                  </a:lnTo>
                  <a:lnTo>
                    <a:pt x="1882" y="2167"/>
                  </a:lnTo>
                  <a:cubicBezTo>
                    <a:pt x="2025" y="2548"/>
                    <a:pt x="2382" y="2858"/>
                    <a:pt x="2834" y="2858"/>
                  </a:cubicBezTo>
                  <a:cubicBezTo>
                    <a:pt x="3287" y="2858"/>
                    <a:pt x="3644" y="2596"/>
                    <a:pt x="3787" y="2167"/>
                  </a:cubicBezTo>
                  <a:lnTo>
                    <a:pt x="4811" y="2167"/>
                  </a:lnTo>
                  <a:cubicBezTo>
                    <a:pt x="4882" y="2477"/>
                    <a:pt x="5121" y="2691"/>
                    <a:pt x="5430" y="2787"/>
                  </a:cubicBezTo>
                  <a:lnTo>
                    <a:pt x="5430" y="3620"/>
                  </a:lnTo>
                  <a:lnTo>
                    <a:pt x="6121" y="3620"/>
                  </a:lnTo>
                  <a:lnTo>
                    <a:pt x="6121" y="2787"/>
                  </a:lnTo>
                  <a:cubicBezTo>
                    <a:pt x="6407" y="2715"/>
                    <a:pt x="6621" y="2477"/>
                    <a:pt x="6740" y="2167"/>
                  </a:cubicBezTo>
                  <a:lnTo>
                    <a:pt x="7740" y="2167"/>
                  </a:lnTo>
                  <a:cubicBezTo>
                    <a:pt x="7907" y="2548"/>
                    <a:pt x="8264" y="2858"/>
                    <a:pt x="8693" y="2858"/>
                  </a:cubicBezTo>
                  <a:cubicBezTo>
                    <a:pt x="9145" y="2858"/>
                    <a:pt x="9502" y="2596"/>
                    <a:pt x="9645" y="2167"/>
                  </a:cubicBezTo>
                  <a:lnTo>
                    <a:pt x="11527" y="2167"/>
                  </a:lnTo>
                  <a:lnTo>
                    <a:pt x="11527" y="1501"/>
                  </a:lnTo>
                  <a:lnTo>
                    <a:pt x="9693" y="1501"/>
                  </a:lnTo>
                  <a:cubicBezTo>
                    <a:pt x="9598" y="1191"/>
                    <a:pt x="9360" y="977"/>
                    <a:pt x="9050" y="858"/>
                  </a:cubicBezTo>
                  <a:lnTo>
                    <a:pt x="9050" y="0"/>
                  </a:lnTo>
                  <a:lnTo>
                    <a:pt x="8383" y="0"/>
                  </a:lnTo>
                  <a:lnTo>
                    <a:pt x="8383" y="858"/>
                  </a:lnTo>
                  <a:cubicBezTo>
                    <a:pt x="8074" y="953"/>
                    <a:pt x="7859" y="1191"/>
                    <a:pt x="7740" y="1501"/>
                  </a:cubicBezTo>
                  <a:lnTo>
                    <a:pt x="6740" y="1501"/>
                  </a:lnTo>
                  <a:cubicBezTo>
                    <a:pt x="6597" y="1096"/>
                    <a:pt x="6240" y="810"/>
                    <a:pt x="5787" y="810"/>
                  </a:cubicBezTo>
                  <a:cubicBezTo>
                    <a:pt x="5335" y="810"/>
                    <a:pt x="4978" y="1096"/>
                    <a:pt x="4835" y="1501"/>
                  </a:cubicBezTo>
                  <a:lnTo>
                    <a:pt x="3811" y="1501"/>
                  </a:lnTo>
                  <a:cubicBezTo>
                    <a:pt x="3739" y="1191"/>
                    <a:pt x="3501" y="977"/>
                    <a:pt x="3192" y="858"/>
                  </a:cubicBezTo>
                  <a:lnTo>
                    <a:pt x="31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92"/>
            <p:cNvSpPr/>
            <p:nvPr/>
          </p:nvSpPr>
          <p:spPr>
            <a:xfrm>
              <a:off x="1793898" y="1943950"/>
              <a:ext cx="98891" cy="97557"/>
            </a:xfrm>
            <a:custGeom>
              <a:rect b="b" l="l" r="r" t="t"/>
              <a:pathLst>
                <a:path extrusionOk="0" h="3290" w="3335">
                  <a:moveTo>
                    <a:pt x="1655" y="1"/>
                  </a:moveTo>
                  <a:cubicBezTo>
                    <a:pt x="742" y="1"/>
                    <a:pt x="25" y="745"/>
                    <a:pt x="25" y="1646"/>
                  </a:cubicBezTo>
                  <a:cubicBezTo>
                    <a:pt x="1" y="2456"/>
                    <a:pt x="549" y="3099"/>
                    <a:pt x="1311" y="3289"/>
                  </a:cubicBezTo>
                  <a:lnTo>
                    <a:pt x="1977" y="3289"/>
                  </a:lnTo>
                  <a:cubicBezTo>
                    <a:pt x="2763" y="3123"/>
                    <a:pt x="3335" y="2408"/>
                    <a:pt x="3287" y="1575"/>
                  </a:cubicBezTo>
                  <a:cubicBezTo>
                    <a:pt x="3263" y="741"/>
                    <a:pt x="2573" y="74"/>
                    <a:pt x="1739" y="3"/>
                  </a:cubicBezTo>
                  <a:cubicBezTo>
                    <a:pt x="1711" y="2"/>
                    <a:pt x="1683" y="1"/>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9" name="Google Shape;21059;p92"/>
            <p:cNvSpPr/>
            <p:nvPr/>
          </p:nvSpPr>
          <p:spPr>
            <a:xfrm>
              <a:off x="1966923" y="1943950"/>
              <a:ext cx="98891" cy="97557"/>
            </a:xfrm>
            <a:custGeom>
              <a:rect b="b" l="l" r="r" t="t"/>
              <a:pathLst>
                <a:path extrusionOk="0" h="3290" w="3335">
                  <a:moveTo>
                    <a:pt x="1654" y="1"/>
                  </a:moveTo>
                  <a:cubicBezTo>
                    <a:pt x="742" y="1"/>
                    <a:pt x="24" y="745"/>
                    <a:pt x="24" y="1646"/>
                  </a:cubicBezTo>
                  <a:cubicBezTo>
                    <a:pt x="0" y="2456"/>
                    <a:pt x="548" y="3099"/>
                    <a:pt x="1310" y="3289"/>
                  </a:cubicBezTo>
                  <a:lnTo>
                    <a:pt x="1977" y="3289"/>
                  </a:lnTo>
                  <a:cubicBezTo>
                    <a:pt x="2763" y="3123"/>
                    <a:pt x="3334" y="2408"/>
                    <a:pt x="3287" y="1575"/>
                  </a:cubicBezTo>
                  <a:cubicBezTo>
                    <a:pt x="3263" y="741"/>
                    <a:pt x="2572" y="74"/>
                    <a:pt x="1739" y="3"/>
                  </a:cubicBezTo>
                  <a:cubicBezTo>
                    <a:pt x="1711" y="2"/>
                    <a:pt x="1682" y="1"/>
                    <a:pt x="16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92"/>
            <p:cNvSpPr/>
            <p:nvPr/>
          </p:nvSpPr>
          <p:spPr>
            <a:xfrm>
              <a:off x="1879358" y="2188350"/>
              <a:ext cx="98891" cy="97557"/>
            </a:xfrm>
            <a:custGeom>
              <a:rect b="b" l="l" r="r" t="t"/>
              <a:pathLst>
                <a:path extrusionOk="0" h="3290" w="3335">
                  <a:moveTo>
                    <a:pt x="1334" y="1"/>
                  </a:moveTo>
                  <a:cubicBezTo>
                    <a:pt x="572" y="167"/>
                    <a:pt x="0" y="858"/>
                    <a:pt x="24" y="1715"/>
                  </a:cubicBezTo>
                  <a:cubicBezTo>
                    <a:pt x="48" y="2549"/>
                    <a:pt x="739" y="3216"/>
                    <a:pt x="1572" y="3287"/>
                  </a:cubicBezTo>
                  <a:cubicBezTo>
                    <a:pt x="1601" y="3289"/>
                    <a:pt x="1629" y="3289"/>
                    <a:pt x="1657" y="3289"/>
                  </a:cubicBezTo>
                  <a:cubicBezTo>
                    <a:pt x="2569" y="3289"/>
                    <a:pt x="3287" y="2545"/>
                    <a:pt x="3287" y="1644"/>
                  </a:cubicBezTo>
                  <a:cubicBezTo>
                    <a:pt x="3334" y="834"/>
                    <a:pt x="2763" y="167"/>
                    <a:pt x="2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61" name="Google Shape;21061;p92"/>
          <p:cNvGrpSpPr/>
          <p:nvPr/>
        </p:nvGrpSpPr>
        <p:grpSpPr>
          <a:xfrm>
            <a:off x="1816255" y="1932711"/>
            <a:ext cx="341836" cy="310762"/>
            <a:chOff x="2349655" y="1932711"/>
            <a:chExt cx="341836" cy="310762"/>
          </a:xfrm>
        </p:grpSpPr>
        <p:sp>
          <p:nvSpPr>
            <p:cNvPr id="21062" name="Google Shape;21062;p92"/>
            <p:cNvSpPr/>
            <p:nvPr/>
          </p:nvSpPr>
          <p:spPr>
            <a:xfrm>
              <a:off x="2349655" y="1949673"/>
              <a:ext cx="90440" cy="63634"/>
            </a:xfrm>
            <a:custGeom>
              <a:rect b="b" l="l" r="r" t="t"/>
              <a:pathLst>
                <a:path extrusionOk="0" h="2146" w="3050">
                  <a:moveTo>
                    <a:pt x="1096" y="0"/>
                  </a:moveTo>
                  <a:cubicBezTo>
                    <a:pt x="477" y="0"/>
                    <a:pt x="1" y="524"/>
                    <a:pt x="25" y="1144"/>
                  </a:cubicBezTo>
                  <a:cubicBezTo>
                    <a:pt x="72" y="1667"/>
                    <a:pt x="477" y="2072"/>
                    <a:pt x="1025" y="2144"/>
                  </a:cubicBezTo>
                  <a:cubicBezTo>
                    <a:pt x="1043" y="2145"/>
                    <a:pt x="1061" y="2145"/>
                    <a:pt x="1079" y="2145"/>
                  </a:cubicBezTo>
                  <a:cubicBezTo>
                    <a:pt x="1557" y="2145"/>
                    <a:pt x="1983" y="1843"/>
                    <a:pt x="2120" y="1429"/>
                  </a:cubicBezTo>
                  <a:lnTo>
                    <a:pt x="3049" y="1429"/>
                  </a:lnTo>
                  <a:lnTo>
                    <a:pt x="3049" y="739"/>
                  </a:lnTo>
                  <a:lnTo>
                    <a:pt x="2120" y="739"/>
                  </a:lnTo>
                  <a:cubicBezTo>
                    <a:pt x="1977" y="286"/>
                    <a:pt x="1573"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92"/>
            <p:cNvSpPr/>
            <p:nvPr/>
          </p:nvSpPr>
          <p:spPr>
            <a:xfrm>
              <a:off x="2459134" y="1932711"/>
              <a:ext cx="129255" cy="95362"/>
            </a:xfrm>
            <a:custGeom>
              <a:rect b="b" l="l" r="r" t="t"/>
              <a:pathLst>
                <a:path extrusionOk="0" h="3216" w="4359">
                  <a:moveTo>
                    <a:pt x="2048" y="1"/>
                  </a:moveTo>
                  <a:lnTo>
                    <a:pt x="2048" y="811"/>
                  </a:lnTo>
                  <a:lnTo>
                    <a:pt x="0" y="811"/>
                  </a:lnTo>
                  <a:lnTo>
                    <a:pt x="0" y="2406"/>
                  </a:lnTo>
                  <a:lnTo>
                    <a:pt x="2048" y="2406"/>
                  </a:lnTo>
                  <a:lnTo>
                    <a:pt x="2048" y="3216"/>
                  </a:lnTo>
                  <a:lnTo>
                    <a:pt x="4358" y="1597"/>
                  </a:lnTo>
                  <a:lnTo>
                    <a:pt x="204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92"/>
            <p:cNvSpPr/>
            <p:nvPr/>
          </p:nvSpPr>
          <p:spPr>
            <a:xfrm>
              <a:off x="2349655" y="2057728"/>
              <a:ext cx="90440" cy="63723"/>
            </a:xfrm>
            <a:custGeom>
              <a:rect b="b" l="l" r="r" t="t"/>
              <a:pathLst>
                <a:path extrusionOk="0" h="2149" w="3050">
                  <a:moveTo>
                    <a:pt x="1096" y="0"/>
                  </a:moveTo>
                  <a:cubicBezTo>
                    <a:pt x="477" y="0"/>
                    <a:pt x="1" y="548"/>
                    <a:pt x="25" y="1167"/>
                  </a:cubicBezTo>
                  <a:cubicBezTo>
                    <a:pt x="72" y="1667"/>
                    <a:pt x="477" y="2096"/>
                    <a:pt x="1025" y="2143"/>
                  </a:cubicBezTo>
                  <a:cubicBezTo>
                    <a:pt x="1059" y="2147"/>
                    <a:pt x="1093" y="2148"/>
                    <a:pt x="1126" y="2148"/>
                  </a:cubicBezTo>
                  <a:cubicBezTo>
                    <a:pt x="1585" y="2148"/>
                    <a:pt x="1987" y="1851"/>
                    <a:pt x="2120" y="1429"/>
                  </a:cubicBezTo>
                  <a:lnTo>
                    <a:pt x="3049" y="1429"/>
                  </a:lnTo>
                  <a:lnTo>
                    <a:pt x="3049" y="762"/>
                  </a:lnTo>
                  <a:lnTo>
                    <a:pt x="2120" y="762"/>
                  </a:lnTo>
                  <a:cubicBezTo>
                    <a:pt x="1977" y="310"/>
                    <a:pt x="1573"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92"/>
            <p:cNvSpPr/>
            <p:nvPr/>
          </p:nvSpPr>
          <p:spPr>
            <a:xfrm>
              <a:off x="2459134" y="2043584"/>
              <a:ext cx="180080" cy="91834"/>
            </a:xfrm>
            <a:custGeom>
              <a:rect b="b" l="l" r="r" t="t"/>
              <a:pathLst>
                <a:path extrusionOk="0" h="3097" w="6073">
                  <a:moveTo>
                    <a:pt x="3858" y="1"/>
                  </a:moveTo>
                  <a:lnTo>
                    <a:pt x="3858" y="787"/>
                  </a:lnTo>
                  <a:lnTo>
                    <a:pt x="0" y="787"/>
                  </a:lnTo>
                  <a:lnTo>
                    <a:pt x="0" y="2358"/>
                  </a:lnTo>
                  <a:lnTo>
                    <a:pt x="3858" y="2358"/>
                  </a:lnTo>
                  <a:lnTo>
                    <a:pt x="3858" y="3097"/>
                  </a:lnTo>
                  <a:lnTo>
                    <a:pt x="3882" y="3097"/>
                  </a:lnTo>
                  <a:lnTo>
                    <a:pt x="6073" y="1549"/>
                  </a:lnTo>
                  <a:lnTo>
                    <a:pt x="38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92"/>
            <p:cNvSpPr/>
            <p:nvPr/>
          </p:nvSpPr>
          <p:spPr>
            <a:xfrm>
              <a:off x="2349655" y="2165754"/>
              <a:ext cx="90440" cy="63634"/>
            </a:xfrm>
            <a:custGeom>
              <a:rect b="b" l="l" r="r" t="t"/>
              <a:pathLst>
                <a:path extrusionOk="0" h="2146" w="3050">
                  <a:moveTo>
                    <a:pt x="1096" y="1"/>
                  </a:moveTo>
                  <a:cubicBezTo>
                    <a:pt x="477" y="1"/>
                    <a:pt x="1" y="525"/>
                    <a:pt x="25" y="1144"/>
                  </a:cubicBezTo>
                  <a:cubicBezTo>
                    <a:pt x="72" y="1668"/>
                    <a:pt x="477" y="2073"/>
                    <a:pt x="1025" y="2144"/>
                  </a:cubicBezTo>
                  <a:cubicBezTo>
                    <a:pt x="1043" y="2145"/>
                    <a:pt x="1061" y="2145"/>
                    <a:pt x="1079" y="2145"/>
                  </a:cubicBezTo>
                  <a:cubicBezTo>
                    <a:pt x="1557" y="2145"/>
                    <a:pt x="1983" y="1843"/>
                    <a:pt x="2120" y="1430"/>
                  </a:cubicBezTo>
                  <a:lnTo>
                    <a:pt x="3049" y="1430"/>
                  </a:lnTo>
                  <a:lnTo>
                    <a:pt x="3049" y="739"/>
                  </a:lnTo>
                  <a:lnTo>
                    <a:pt x="2120" y="739"/>
                  </a:lnTo>
                  <a:cubicBezTo>
                    <a:pt x="1977" y="286"/>
                    <a:pt x="1573"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92"/>
            <p:cNvSpPr/>
            <p:nvPr/>
          </p:nvSpPr>
          <p:spPr>
            <a:xfrm>
              <a:off x="2459134" y="2151639"/>
              <a:ext cx="232357" cy="91834"/>
            </a:xfrm>
            <a:custGeom>
              <a:rect b="b" l="l" r="r" t="t"/>
              <a:pathLst>
                <a:path extrusionOk="0" h="3097" w="7836">
                  <a:moveTo>
                    <a:pt x="5668" y="0"/>
                  </a:moveTo>
                  <a:lnTo>
                    <a:pt x="5668" y="762"/>
                  </a:lnTo>
                  <a:lnTo>
                    <a:pt x="0" y="762"/>
                  </a:lnTo>
                  <a:lnTo>
                    <a:pt x="0" y="2310"/>
                  </a:lnTo>
                  <a:lnTo>
                    <a:pt x="5668" y="2310"/>
                  </a:lnTo>
                  <a:lnTo>
                    <a:pt x="5668" y="3096"/>
                  </a:lnTo>
                  <a:lnTo>
                    <a:pt x="7835" y="1548"/>
                  </a:lnTo>
                  <a:lnTo>
                    <a:pt x="56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68" name="Google Shape;21068;p92"/>
          <p:cNvGrpSpPr/>
          <p:nvPr/>
        </p:nvGrpSpPr>
        <p:grpSpPr>
          <a:xfrm>
            <a:off x="2586565" y="1943327"/>
            <a:ext cx="307200" cy="340386"/>
            <a:chOff x="2967565" y="1943327"/>
            <a:chExt cx="307200" cy="340386"/>
          </a:xfrm>
        </p:grpSpPr>
        <p:sp>
          <p:nvSpPr>
            <p:cNvPr id="21069" name="Google Shape;21069;p92"/>
            <p:cNvSpPr/>
            <p:nvPr/>
          </p:nvSpPr>
          <p:spPr>
            <a:xfrm>
              <a:off x="3030429" y="2095862"/>
              <a:ext cx="182215" cy="49460"/>
            </a:xfrm>
            <a:custGeom>
              <a:rect b="b" l="l" r="r" t="t"/>
              <a:pathLst>
                <a:path extrusionOk="0" h="1668" w="6145">
                  <a:moveTo>
                    <a:pt x="738" y="0"/>
                  </a:moveTo>
                  <a:lnTo>
                    <a:pt x="0" y="1667"/>
                  </a:lnTo>
                  <a:lnTo>
                    <a:pt x="6144" y="1667"/>
                  </a:lnTo>
                  <a:lnTo>
                    <a:pt x="54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92"/>
            <p:cNvSpPr/>
            <p:nvPr/>
          </p:nvSpPr>
          <p:spPr>
            <a:xfrm>
              <a:off x="3061476" y="2027364"/>
              <a:ext cx="120804" cy="49460"/>
            </a:xfrm>
            <a:custGeom>
              <a:rect b="b" l="l" r="r" t="t"/>
              <a:pathLst>
                <a:path extrusionOk="0" h="1668" w="4074">
                  <a:moveTo>
                    <a:pt x="763" y="0"/>
                  </a:moveTo>
                  <a:lnTo>
                    <a:pt x="1" y="1667"/>
                  </a:lnTo>
                  <a:lnTo>
                    <a:pt x="4073" y="1667"/>
                  </a:lnTo>
                  <a:lnTo>
                    <a:pt x="33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92"/>
            <p:cNvSpPr/>
            <p:nvPr/>
          </p:nvSpPr>
          <p:spPr>
            <a:xfrm>
              <a:off x="2998641" y="2165754"/>
              <a:ext cx="245048" cy="49460"/>
            </a:xfrm>
            <a:custGeom>
              <a:rect b="b" l="l" r="r" t="t"/>
              <a:pathLst>
                <a:path extrusionOk="0" h="1668" w="8264">
                  <a:moveTo>
                    <a:pt x="739" y="1"/>
                  </a:moveTo>
                  <a:lnTo>
                    <a:pt x="0" y="1668"/>
                  </a:lnTo>
                  <a:lnTo>
                    <a:pt x="8264" y="1668"/>
                  </a:lnTo>
                  <a:lnTo>
                    <a:pt x="75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92"/>
            <p:cNvSpPr/>
            <p:nvPr/>
          </p:nvSpPr>
          <p:spPr>
            <a:xfrm>
              <a:off x="3091841" y="1943327"/>
              <a:ext cx="58653" cy="64287"/>
            </a:xfrm>
            <a:custGeom>
              <a:rect b="b" l="l" r="r" t="t"/>
              <a:pathLst>
                <a:path extrusionOk="0" h="2168" w="1978">
                  <a:moveTo>
                    <a:pt x="1001" y="0"/>
                  </a:moveTo>
                  <a:lnTo>
                    <a:pt x="1" y="2167"/>
                  </a:lnTo>
                  <a:lnTo>
                    <a:pt x="1977" y="2167"/>
                  </a:lnTo>
                  <a:lnTo>
                    <a:pt x="100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92"/>
            <p:cNvSpPr/>
            <p:nvPr/>
          </p:nvSpPr>
          <p:spPr>
            <a:xfrm>
              <a:off x="2967565" y="2234253"/>
              <a:ext cx="307200" cy="49460"/>
            </a:xfrm>
            <a:custGeom>
              <a:rect b="b" l="l" r="r" t="t"/>
              <a:pathLst>
                <a:path extrusionOk="0" h="1668" w="10360">
                  <a:moveTo>
                    <a:pt x="739" y="1"/>
                  </a:moveTo>
                  <a:lnTo>
                    <a:pt x="1" y="1668"/>
                  </a:lnTo>
                  <a:lnTo>
                    <a:pt x="10360" y="1668"/>
                  </a:lnTo>
                  <a:lnTo>
                    <a:pt x="96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4" name="Google Shape;21074;p92"/>
          <p:cNvGrpSpPr/>
          <p:nvPr/>
        </p:nvGrpSpPr>
        <p:grpSpPr>
          <a:xfrm>
            <a:off x="3274232" y="1939087"/>
            <a:ext cx="340411" cy="339675"/>
            <a:chOff x="3502832" y="1939087"/>
            <a:chExt cx="340411" cy="339675"/>
          </a:xfrm>
        </p:grpSpPr>
        <p:sp>
          <p:nvSpPr>
            <p:cNvPr id="21075" name="Google Shape;21075;p92"/>
            <p:cNvSpPr/>
            <p:nvPr/>
          </p:nvSpPr>
          <p:spPr>
            <a:xfrm>
              <a:off x="3578417" y="2091622"/>
              <a:ext cx="187137" cy="31787"/>
            </a:xfrm>
            <a:custGeom>
              <a:rect b="b" l="l" r="r" t="t"/>
              <a:pathLst>
                <a:path extrusionOk="0" h="1072" w="6311">
                  <a:moveTo>
                    <a:pt x="0" y="0"/>
                  </a:moveTo>
                  <a:lnTo>
                    <a:pt x="0" y="1072"/>
                  </a:lnTo>
                  <a:lnTo>
                    <a:pt x="6311" y="1072"/>
                  </a:lnTo>
                  <a:lnTo>
                    <a:pt x="63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92"/>
            <p:cNvSpPr/>
            <p:nvPr/>
          </p:nvSpPr>
          <p:spPr>
            <a:xfrm>
              <a:off x="3552975" y="2142447"/>
              <a:ext cx="239414" cy="31817"/>
            </a:xfrm>
            <a:custGeom>
              <a:rect b="b" l="l" r="r" t="t"/>
              <a:pathLst>
                <a:path extrusionOk="0" h="1073" w="8074">
                  <a:moveTo>
                    <a:pt x="1" y="1"/>
                  </a:moveTo>
                  <a:lnTo>
                    <a:pt x="1" y="1072"/>
                  </a:lnTo>
                  <a:lnTo>
                    <a:pt x="8074" y="1072"/>
                  </a:lnTo>
                  <a:lnTo>
                    <a:pt x="80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92"/>
            <p:cNvSpPr/>
            <p:nvPr/>
          </p:nvSpPr>
          <p:spPr>
            <a:xfrm>
              <a:off x="3528986" y="2194725"/>
              <a:ext cx="286710" cy="31787"/>
            </a:xfrm>
            <a:custGeom>
              <a:rect b="b" l="l" r="r" t="t"/>
              <a:pathLst>
                <a:path extrusionOk="0" h="1072" w="9669">
                  <a:moveTo>
                    <a:pt x="0" y="0"/>
                  </a:moveTo>
                  <a:lnTo>
                    <a:pt x="0" y="1072"/>
                  </a:lnTo>
                  <a:lnTo>
                    <a:pt x="9669" y="1072"/>
                  </a:lnTo>
                  <a:lnTo>
                    <a:pt x="96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92"/>
            <p:cNvSpPr/>
            <p:nvPr/>
          </p:nvSpPr>
          <p:spPr>
            <a:xfrm>
              <a:off x="3606647" y="1939087"/>
              <a:ext cx="161043" cy="132072"/>
            </a:xfrm>
            <a:custGeom>
              <a:rect b="b" l="l" r="r" t="t"/>
              <a:pathLst>
                <a:path extrusionOk="0" h="4454" w="5431">
                  <a:moveTo>
                    <a:pt x="1906" y="0"/>
                  </a:moveTo>
                  <a:lnTo>
                    <a:pt x="1906" y="3382"/>
                  </a:lnTo>
                  <a:lnTo>
                    <a:pt x="1" y="3382"/>
                  </a:lnTo>
                  <a:lnTo>
                    <a:pt x="1" y="4454"/>
                  </a:lnTo>
                  <a:lnTo>
                    <a:pt x="4478" y="4454"/>
                  </a:lnTo>
                  <a:lnTo>
                    <a:pt x="4478" y="3382"/>
                  </a:lnTo>
                  <a:lnTo>
                    <a:pt x="2573" y="3382"/>
                  </a:lnTo>
                  <a:lnTo>
                    <a:pt x="2573" y="2072"/>
                  </a:lnTo>
                  <a:lnTo>
                    <a:pt x="5430" y="2072"/>
                  </a:lnTo>
                  <a:lnTo>
                    <a:pt x="54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92"/>
            <p:cNvSpPr/>
            <p:nvPr/>
          </p:nvSpPr>
          <p:spPr>
            <a:xfrm>
              <a:off x="3502832" y="2246974"/>
              <a:ext cx="340411" cy="31787"/>
            </a:xfrm>
            <a:custGeom>
              <a:rect b="b" l="l" r="r" t="t"/>
              <a:pathLst>
                <a:path extrusionOk="0" h="1072" w="11480">
                  <a:moveTo>
                    <a:pt x="1" y="0"/>
                  </a:moveTo>
                  <a:lnTo>
                    <a:pt x="1" y="1072"/>
                  </a:lnTo>
                  <a:lnTo>
                    <a:pt x="11479" y="1072"/>
                  </a:lnTo>
                  <a:lnTo>
                    <a:pt x="114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0" name="Google Shape;21080;p92"/>
          <p:cNvGrpSpPr/>
          <p:nvPr/>
        </p:nvGrpSpPr>
        <p:grpSpPr>
          <a:xfrm>
            <a:off x="4042436" y="1946856"/>
            <a:ext cx="341808" cy="341808"/>
            <a:chOff x="4118636" y="1946856"/>
            <a:chExt cx="341808" cy="341808"/>
          </a:xfrm>
        </p:grpSpPr>
        <p:sp>
          <p:nvSpPr>
            <p:cNvPr id="21081" name="Google Shape;21081;p92"/>
            <p:cNvSpPr/>
            <p:nvPr/>
          </p:nvSpPr>
          <p:spPr>
            <a:xfrm>
              <a:off x="4159587" y="2127621"/>
              <a:ext cx="120063" cy="120093"/>
            </a:xfrm>
            <a:custGeom>
              <a:rect b="b" l="l" r="r" t="t"/>
              <a:pathLst>
                <a:path extrusionOk="0" h="4050" w="4049">
                  <a:moveTo>
                    <a:pt x="2739" y="1"/>
                  </a:moveTo>
                  <a:cubicBezTo>
                    <a:pt x="1215" y="1"/>
                    <a:pt x="0" y="1215"/>
                    <a:pt x="0" y="2739"/>
                  </a:cubicBezTo>
                  <a:lnTo>
                    <a:pt x="0" y="4049"/>
                  </a:lnTo>
                  <a:lnTo>
                    <a:pt x="1310" y="4049"/>
                  </a:lnTo>
                  <a:cubicBezTo>
                    <a:pt x="2810" y="4049"/>
                    <a:pt x="4049" y="2835"/>
                    <a:pt x="4049" y="1310"/>
                  </a:cubicBezTo>
                  <a:lnTo>
                    <a:pt x="40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92"/>
            <p:cNvSpPr/>
            <p:nvPr/>
          </p:nvSpPr>
          <p:spPr>
            <a:xfrm>
              <a:off x="4299401" y="2127621"/>
              <a:ext cx="161043" cy="161043"/>
            </a:xfrm>
            <a:custGeom>
              <a:rect b="b" l="l" r="r" t="t"/>
              <a:pathLst>
                <a:path extrusionOk="0" h="5431" w="5431">
                  <a:moveTo>
                    <a:pt x="3525" y="1525"/>
                  </a:moveTo>
                  <a:lnTo>
                    <a:pt x="3525" y="2215"/>
                  </a:lnTo>
                  <a:lnTo>
                    <a:pt x="1644" y="2215"/>
                  </a:lnTo>
                  <a:lnTo>
                    <a:pt x="1644" y="1525"/>
                  </a:lnTo>
                  <a:close/>
                  <a:moveTo>
                    <a:pt x="3525" y="3073"/>
                  </a:moveTo>
                  <a:lnTo>
                    <a:pt x="3525" y="3740"/>
                  </a:lnTo>
                  <a:lnTo>
                    <a:pt x="1644" y="3740"/>
                  </a:lnTo>
                  <a:lnTo>
                    <a:pt x="1644" y="3073"/>
                  </a:lnTo>
                  <a:close/>
                  <a:moveTo>
                    <a:pt x="1" y="1"/>
                  </a:moveTo>
                  <a:lnTo>
                    <a:pt x="1" y="1882"/>
                  </a:lnTo>
                  <a:cubicBezTo>
                    <a:pt x="1" y="3811"/>
                    <a:pt x="1596" y="5430"/>
                    <a:pt x="3549" y="5430"/>
                  </a:cubicBezTo>
                  <a:lnTo>
                    <a:pt x="5430" y="5430"/>
                  </a:lnTo>
                  <a:lnTo>
                    <a:pt x="5430" y="3549"/>
                  </a:lnTo>
                  <a:cubicBezTo>
                    <a:pt x="5430" y="1572"/>
                    <a:pt x="3859" y="1"/>
                    <a:pt x="1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92"/>
            <p:cNvSpPr/>
            <p:nvPr/>
          </p:nvSpPr>
          <p:spPr>
            <a:xfrm>
              <a:off x="4118636" y="1946856"/>
              <a:ext cx="161725" cy="160331"/>
            </a:xfrm>
            <a:custGeom>
              <a:rect b="b" l="l" r="r" t="t"/>
              <a:pathLst>
                <a:path extrusionOk="0" h="5407" w="5454">
                  <a:moveTo>
                    <a:pt x="3810" y="1667"/>
                  </a:moveTo>
                  <a:lnTo>
                    <a:pt x="3810" y="2358"/>
                  </a:lnTo>
                  <a:lnTo>
                    <a:pt x="1929" y="2358"/>
                  </a:lnTo>
                  <a:lnTo>
                    <a:pt x="1929" y="1667"/>
                  </a:lnTo>
                  <a:close/>
                  <a:moveTo>
                    <a:pt x="3810" y="3191"/>
                  </a:moveTo>
                  <a:lnTo>
                    <a:pt x="3810" y="3858"/>
                  </a:lnTo>
                  <a:lnTo>
                    <a:pt x="1929" y="3858"/>
                  </a:lnTo>
                  <a:lnTo>
                    <a:pt x="1929" y="3191"/>
                  </a:lnTo>
                  <a:close/>
                  <a:moveTo>
                    <a:pt x="0" y="0"/>
                  </a:moveTo>
                  <a:lnTo>
                    <a:pt x="0" y="1882"/>
                  </a:lnTo>
                  <a:cubicBezTo>
                    <a:pt x="0" y="3834"/>
                    <a:pt x="1620" y="5406"/>
                    <a:pt x="3572" y="5406"/>
                  </a:cubicBezTo>
                  <a:lnTo>
                    <a:pt x="5454" y="5406"/>
                  </a:lnTo>
                  <a:lnTo>
                    <a:pt x="5454" y="3549"/>
                  </a:lnTo>
                  <a:cubicBezTo>
                    <a:pt x="5454" y="1572"/>
                    <a:pt x="3882" y="0"/>
                    <a:pt x="19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92"/>
            <p:cNvSpPr/>
            <p:nvPr/>
          </p:nvSpPr>
          <p:spPr>
            <a:xfrm>
              <a:off x="4300824" y="1987095"/>
              <a:ext cx="120063" cy="120093"/>
            </a:xfrm>
            <a:custGeom>
              <a:rect b="b" l="l" r="r" t="t"/>
              <a:pathLst>
                <a:path extrusionOk="0" h="4050" w="4049">
                  <a:moveTo>
                    <a:pt x="2739" y="1"/>
                  </a:moveTo>
                  <a:cubicBezTo>
                    <a:pt x="1215" y="1"/>
                    <a:pt x="0" y="1239"/>
                    <a:pt x="0" y="2739"/>
                  </a:cubicBezTo>
                  <a:lnTo>
                    <a:pt x="0" y="4049"/>
                  </a:lnTo>
                  <a:lnTo>
                    <a:pt x="1310" y="4049"/>
                  </a:lnTo>
                  <a:cubicBezTo>
                    <a:pt x="2787" y="4049"/>
                    <a:pt x="4049" y="2835"/>
                    <a:pt x="4049" y="1310"/>
                  </a:cubicBezTo>
                  <a:lnTo>
                    <a:pt x="40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5" name="Google Shape;21085;p92"/>
          <p:cNvGrpSpPr/>
          <p:nvPr/>
        </p:nvGrpSpPr>
        <p:grpSpPr>
          <a:xfrm>
            <a:off x="4781639" y="1935558"/>
            <a:ext cx="341839" cy="343910"/>
            <a:chOff x="4705439" y="1935558"/>
            <a:chExt cx="341839" cy="343910"/>
          </a:xfrm>
        </p:grpSpPr>
        <p:sp>
          <p:nvSpPr>
            <p:cNvPr id="21086" name="Google Shape;21086;p92"/>
            <p:cNvSpPr/>
            <p:nvPr/>
          </p:nvSpPr>
          <p:spPr>
            <a:xfrm>
              <a:off x="4788082" y="1996287"/>
              <a:ext cx="177974" cy="221741"/>
            </a:xfrm>
            <a:custGeom>
              <a:rect b="b" l="l" r="r" t="t"/>
              <a:pathLst>
                <a:path extrusionOk="0" h="7478" w="6002">
                  <a:moveTo>
                    <a:pt x="0" y="0"/>
                  </a:moveTo>
                  <a:lnTo>
                    <a:pt x="0" y="691"/>
                  </a:lnTo>
                  <a:lnTo>
                    <a:pt x="500" y="691"/>
                  </a:lnTo>
                  <a:cubicBezTo>
                    <a:pt x="858" y="691"/>
                    <a:pt x="1215" y="834"/>
                    <a:pt x="1477" y="1072"/>
                  </a:cubicBezTo>
                  <a:lnTo>
                    <a:pt x="3168" y="2667"/>
                  </a:lnTo>
                  <a:lnTo>
                    <a:pt x="2334" y="4263"/>
                  </a:lnTo>
                  <a:lnTo>
                    <a:pt x="1929" y="3858"/>
                  </a:lnTo>
                  <a:cubicBezTo>
                    <a:pt x="1548" y="3501"/>
                    <a:pt x="1024" y="3310"/>
                    <a:pt x="500" y="3310"/>
                  </a:cubicBezTo>
                  <a:lnTo>
                    <a:pt x="0" y="3310"/>
                  </a:lnTo>
                  <a:lnTo>
                    <a:pt x="0" y="3977"/>
                  </a:lnTo>
                  <a:lnTo>
                    <a:pt x="500" y="3977"/>
                  </a:lnTo>
                  <a:cubicBezTo>
                    <a:pt x="858" y="3977"/>
                    <a:pt x="1215" y="4144"/>
                    <a:pt x="1453" y="4382"/>
                  </a:cubicBezTo>
                  <a:lnTo>
                    <a:pt x="1977" y="4882"/>
                  </a:lnTo>
                  <a:lnTo>
                    <a:pt x="1310" y="6168"/>
                  </a:lnTo>
                  <a:cubicBezTo>
                    <a:pt x="1096" y="6549"/>
                    <a:pt x="715" y="6787"/>
                    <a:pt x="262" y="6787"/>
                  </a:cubicBezTo>
                  <a:lnTo>
                    <a:pt x="0" y="6787"/>
                  </a:lnTo>
                  <a:lnTo>
                    <a:pt x="0" y="7478"/>
                  </a:lnTo>
                  <a:lnTo>
                    <a:pt x="286" y="7478"/>
                  </a:lnTo>
                  <a:cubicBezTo>
                    <a:pt x="977" y="7478"/>
                    <a:pt x="1596" y="7073"/>
                    <a:pt x="1929" y="6478"/>
                  </a:cubicBezTo>
                  <a:lnTo>
                    <a:pt x="2525" y="5382"/>
                  </a:lnTo>
                  <a:lnTo>
                    <a:pt x="4073" y="6811"/>
                  </a:lnTo>
                  <a:cubicBezTo>
                    <a:pt x="4454" y="7168"/>
                    <a:pt x="4954" y="7383"/>
                    <a:pt x="5501" y="7383"/>
                  </a:cubicBezTo>
                  <a:lnTo>
                    <a:pt x="6002" y="7383"/>
                  </a:lnTo>
                  <a:lnTo>
                    <a:pt x="6002" y="6692"/>
                  </a:lnTo>
                  <a:lnTo>
                    <a:pt x="5454" y="6692"/>
                  </a:lnTo>
                  <a:cubicBezTo>
                    <a:pt x="5097" y="6692"/>
                    <a:pt x="4739" y="6549"/>
                    <a:pt x="4477" y="6311"/>
                  </a:cubicBezTo>
                  <a:lnTo>
                    <a:pt x="2810" y="4739"/>
                  </a:lnTo>
                  <a:lnTo>
                    <a:pt x="3644" y="3144"/>
                  </a:lnTo>
                  <a:lnTo>
                    <a:pt x="4025" y="3501"/>
                  </a:lnTo>
                  <a:cubicBezTo>
                    <a:pt x="4430" y="3858"/>
                    <a:pt x="4930" y="4072"/>
                    <a:pt x="5454" y="4072"/>
                  </a:cubicBezTo>
                  <a:lnTo>
                    <a:pt x="5978" y="4072"/>
                  </a:lnTo>
                  <a:lnTo>
                    <a:pt x="5978" y="3382"/>
                  </a:lnTo>
                  <a:lnTo>
                    <a:pt x="5454" y="3382"/>
                  </a:lnTo>
                  <a:cubicBezTo>
                    <a:pt x="5097" y="3382"/>
                    <a:pt x="4739" y="3239"/>
                    <a:pt x="4501" y="3001"/>
                  </a:cubicBezTo>
                  <a:lnTo>
                    <a:pt x="4001" y="2525"/>
                  </a:lnTo>
                  <a:lnTo>
                    <a:pt x="4668" y="1310"/>
                  </a:lnTo>
                  <a:cubicBezTo>
                    <a:pt x="4858" y="929"/>
                    <a:pt x="5287" y="691"/>
                    <a:pt x="5692" y="691"/>
                  </a:cubicBezTo>
                  <a:lnTo>
                    <a:pt x="5978" y="691"/>
                  </a:lnTo>
                  <a:lnTo>
                    <a:pt x="5978" y="0"/>
                  </a:lnTo>
                  <a:lnTo>
                    <a:pt x="5716" y="0"/>
                  </a:lnTo>
                  <a:cubicBezTo>
                    <a:pt x="5025" y="0"/>
                    <a:pt x="4406" y="381"/>
                    <a:pt x="4073" y="977"/>
                  </a:cubicBezTo>
                  <a:lnTo>
                    <a:pt x="3501" y="2024"/>
                  </a:lnTo>
                  <a:lnTo>
                    <a:pt x="1929" y="572"/>
                  </a:lnTo>
                  <a:cubicBezTo>
                    <a:pt x="1548" y="215"/>
                    <a:pt x="1024"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92"/>
            <p:cNvSpPr/>
            <p:nvPr/>
          </p:nvSpPr>
          <p:spPr>
            <a:xfrm>
              <a:off x="4705439" y="1935558"/>
              <a:ext cx="62893" cy="340381"/>
            </a:xfrm>
            <a:custGeom>
              <a:rect b="b" l="l" r="r" t="t"/>
              <a:pathLst>
                <a:path extrusionOk="0" h="11479" w="2121">
                  <a:moveTo>
                    <a:pt x="763" y="0"/>
                  </a:moveTo>
                  <a:lnTo>
                    <a:pt x="763" y="1358"/>
                  </a:lnTo>
                  <a:cubicBezTo>
                    <a:pt x="334" y="1501"/>
                    <a:pt x="1" y="1905"/>
                    <a:pt x="1" y="2382"/>
                  </a:cubicBezTo>
                  <a:cubicBezTo>
                    <a:pt x="1" y="2858"/>
                    <a:pt x="311" y="3239"/>
                    <a:pt x="763" y="3382"/>
                  </a:cubicBezTo>
                  <a:lnTo>
                    <a:pt x="763" y="4715"/>
                  </a:lnTo>
                  <a:cubicBezTo>
                    <a:pt x="334" y="4882"/>
                    <a:pt x="1" y="5263"/>
                    <a:pt x="1" y="5739"/>
                  </a:cubicBezTo>
                  <a:cubicBezTo>
                    <a:pt x="1" y="6216"/>
                    <a:pt x="311" y="6597"/>
                    <a:pt x="763" y="6740"/>
                  </a:cubicBezTo>
                  <a:lnTo>
                    <a:pt x="763" y="8097"/>
                  </a:lnTo>
                  <a:cubicBezTo>
                    <a:pt x="334" y="8240"/>
                    <a:pt x="1" y="8621"/>
                    <a:pt x="1" y="9097"/>
                  </a:cubicBezTo>
                  <a:cubicBezTo>
                    <a:pt x="1" y="9574"/>
                    <a:pt x="311" y="9955"/>
                    <a:pt x="763" y="10121"/>
                  </a:cubicBezTo>
                  <a:lnTo>
                    <a:pt x="763" y="11479"/>
                  </a:lnTo>
                  <a:lnTo>
                    <a:pt x="1430" y="11479"/>
                  </a:lnTo>
                  <a:lnTo>
                    <a:pt x="1430" y="10121"/>
                  </a:lnTo>
                  <a:cubicBezTo>
                    <a:pt x="1763" y="10002"/>
                    <a:pt x="2001" y="9764"/>
                    <a:pt x="2120" y="9431"/>
                  </a:cubicBezTo>
                  <a:lnTo>
                    <a:pt x="2120" y="8835"/>
                  </a:lnTo>
                  <a:lnTo>
                    <a:pt x="2097" y="8835"/>
                  </a:lnTo>
                  <a:cubicBezTo>
                    <a:pt x="1978" y="8502"/>
                    <a:pt x="1739" y="8264"/>
                    <a:pt x="1406" y="8145"/>
                  </a:cubicBezTo>
                  <a:lnTo>
                    <a:pt x="1406" y="6811"/>
                  </a:lnTo>
                  <a:cubicBezTo>
                    <a:pt x="1739" y="6692"/>
                    <a:pt x="1978" y="6454"/>
                    <a:pt x="2097" y="6120"/>
                  </a:cubicBezTo>
                  <a:lnTo>
                    <a:pt x="2097" y="5430"/>
                  </a:lnTo>
                  <a:cubicBezTo>
                    <a:pt x="1978" y="5120"/>
                    <a:pt x="1739" y="4882"/>
                    <a:pt x="1406" y="4763"/>
                  </a:cubicBezTo>
                  <a:lnTo>
                    <a:pt x="1406" y="3406"/>
                  </a:lnTo>
                  <a:cubicBezTo>
                    <a:pt x="1739" y="3287"/>
                    <a:pt x="1978" y="3048"/>
                    <a:pt x="2097" y="2739"/>
                  </a:cubicBezTo>
                  <a:lnTo>
                    <a:pt x="2097" y="2048"/>
                  </a:lnTo>
                  <a:cubicBezTo>
                    <a:pt x="1978" y="1715"/>
                    <a:pt x="1739" y="1477"/>
                    <a:pt x="1406" y="1358"/>
                  </a:cubicBezTo>
                  <a:lnTo>
                    <a:pt x="14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92"/>
            <p:cNvSpPr/>
            <p:nvPr/>
          </p:nvSpPr>
          <p:spPr>
            <a:xfrm>
              <a:off x="4984386" y="1936952"/>
              <a:ext cx="62893" cy="342516"/>
            </a:xfrm>
            <a:custGeom>
              <a:rect b="b" l="l" r="r" t="t"/>
              <a:pathLst>
                <a:path extrusionOk="0" h="11551" w="2121">
                  <a:moveTo>
                    <a:pt x="691" y="1"/>
                  </a:moveTo>
                  <a:lnTo>
                    <a:pt x="691" y="1382"/>
                  </a:lnTo>
                  <a:cubicBezTo>
                    <a:pt x="358" y="1501"/>
                    <a:pt x="120" y="1739"/>
                    <a:pt x="1" y="2049"/>
                  </a:cubicBezTo>
                  <a:lnTo>
                    <a:pt x="1" y="2739"/>
                  </a:lnTo>
                  <a:cubicBezTo>
                    <a:pt x="120" y="3073"/>
                    <a:pt x="358" y="3311"/>
                    <a:pt x="691" y="3430"/>
                  </a:cubicBezTo>
                  <a:lnTo>
                    <a:pt x="691" y="4764"/>
                  </a:lnTo>
                  <a:cubicBezTo>
                    <a:pt x="358" y="4883"/>
                    <a:pt x="120" y="5121"/>
                    <a:pt x="1" y="5454"/>
                  </a:cubicBezTo>
                  <a:lnTo>
                    <a:pt x="1" y="6145"/>
                  </a:lnTo>
                  <a:cubicBezTo>
                    <a:pt x="120" y="6455"/>
                    <a:pt x="358" y="6693"/>
                    <a:pt x="691" y="6812"/>
                  </a:cubicBezTo>
                  <a:lnTo>
                    <a:pt x="691" y="8145"/>
                  </a:lnTo>
                  <a:cubicBezTo>
                    <a:pt x="358" y="8264"/>
                    <a:pt x="120" y="8526"/>
                    <a:pt x="1" y="8836"/>
                  </a:cubicBezTo>
                  <a:lnTo>
                    <a:pt x="1" y="9503"/>
                  </a:lnTo>
                  <a:cubicBezTo>
                    <a:pt x="96" y="9836"/>
                    <a:pt x="358" y="10050"/>
                    <a:pt x="691" y="10170"/>
                  </a:cubicBezTo>
                  <a:lnTo>
                    <a:pt x="691" y="11551"/>
                  </a:lnTo>
                  <a:lnTo>
                    <a:pt x="1382" y="11551"/>
                  </a:lnTo>
                  <a:lnTo>
                    <a:pt x="1382" y="10170"/>
                  </a:lnTo>
                  <a:cubicBezTo>
                    <a:pt x="1787" y="10027"/>
                    <a:pt x="2120" y="9646"/>
                    <a:pt x="2120" y="9169"/>
                  </a:cubicBezTo>
                  <a:cubicBezTo>
                    <a:pt x="2120" y="8693"/>
                    <a:pt x="1834" y="8312"/>
                    <a:pt x="1382" y="8145"/>
                  </a:cubicBezTo>
                  <a:lnTo>
                    <a:pt x="1382" y="6812"/>
                  </a:lnTo>
                  <a:cubicBezTo>
                    <a:pt x="1787" y="6621"/>
                    <a:pt x="2120" y="6216"/>
                    <a:pt x="2120" y="5740"/>
                  </a:cubicBezTo>
                  <a:cubicBezTo>
                    <a:pt x="2120" y="5264"/>
                    <a:pt x="1834" y="4883"/>
                    <a:pt x="1382" y="4740"/>
                  </a:cubicBezTo>
                  <a:lnTo>
                    <a:pt x="1382" y="3406"/>
                  </a:lnTo>
                  <a:cubicBezTo>
                    <a:pt x="1787" y="3240"/>
                    <a:pt x="2120" y="2859"/>
                    <a:pt x="2120" y="2382"/>
                  </a:cubicBezTo>
                  <a:cubicBezTo>
                    <a:pt x="2120" y="1906"/>
                    <a:pt x="1834" y="1525"/>
                    <a:pt x="1382" y="1382"/>
                  </a:cubicBezTo>
                  <a:lnTo>
                    <a:pt x="13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89" name="Google Shape;21089;p92"/>
          <p:cNvSpPr/>
          <p:nvPr/>
        </p:nvSpPr>
        <p:spPr>
          <a:xfrm>
            <a:off x="5518768" y="1930606"/>
            <a:ext cx="340381" cy="341804"/>
          </a:xfrm>
          <a:custGeom>
            <a:rect b="b" l="l" r="r" t="t"/>
            <a:pathLst>
              <a:path extrusionOk="0" h="11527" w="11479">
                <a:moveTo>
                  <a:pt x="7049" y="0"/>
                </a:moveTo>
                <a:lnTo>
                  <a:pt x="7049" y="10836"/>
                </a:lnTo>
                <a:lnTo>
                  <a:pt x="6359" y="10836"/>
                </a:lnTo>
                <a:lnTo>
                  <a:pt x="6359" y="3430"/>
                </a:lnTo>
                <a:lnTo>
                  <a:pt x="5120" y="3430"/>
                </a:lnTo>
                <a:lnTo>
                  <a:pt x="5120" y="10836"/>
                </a:lnTo>
                <a:lnTo>
                  <a:pt x="4454" y="10836"/>
                </a:lnTo>
                <a:lnTo>
                  <a:pt x="4454" y="1882"/>
                </a:lnTo>
                <a:lnTo>
                  <a:pt x="3215" y="1882"/>
                </a:lnTo>
                <a:lnTo>
                  <a:pt x="3215" y="10836"/>
                </a:lnTo>
                <a:lnTo>
                  <a:pt x="2525" y="10836"/>
                </a:lnTo>
                <a:lnTo>
                  <a:pt x="2525" y="5002"/>
                </a:lnTo>
                <a:lnTo>
                  <a:pt x="1286" y="5002"/>
                </a:lnTo>
                <a:lnTo>
                  <a:pt x="1286" y="10836"/>
                </a:lnTo>
                <a:lnTo>
                  <a:pt x="0" y="10836"/>
                </a:lnTo>
                <a:lnTo>
                  <a:pt x="0" y="11527"/>
                </a:lnTo>
                <a:lnTo>
                  <a:pt x="11479" y="11527"/>
                </a:lnTo>
                <a:lnTo>
                  <a:pt x="11479" y="10836"/>
                </a:lnTo>
                <a:lnTo>
                  <a:pt x="10241" y="10836"/>
                </a:lnTo>
                <a:lnTo>
                  <a:pt x="10241" y="1882"/>
                </a:lnTo>
                <a:lnTo>
                  <a:pt x="8978" y="1882"/>
                </a:lnTo>
                <a:lnTo>
                  <a:pt x="8978" y="10836"/>
                </a:lnTo>
                <a:lnTo>
                  <a:pt x="8312" y="10836"/>
                </a:lnTo>
                <a:lnTo>
                  <a:pt x="83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90" name="Google Shape;21090;p92"/>
          <p:cNvGrpSpPr/>
          <p:nvPr/>
        </p:nvGrpSpPr>
        <p:grpSpPr>
          <a:xfrm>
            <a:off x="6262241" y="1992759"/>
            <a:ext cx="341809" cy="276839"/>
            <a:chOff x="5881241" y="1992759"/>
            <a:chExt cx="341809" cy="276839"/>
          </a:xfrm>
        </p:grpSpPr>
        <p:sp>
          <p:nvSpPr>
            <p:cNvPr id="21091" name="Google Shape;21091;p92"/>
            <p:cNvSpPr/>
            <p:nvPr/>
          </p:nvSpPr>
          <p:spPr>
            <a:xfrm>
              <a:off x="5881241" y="2032998"/>
              <a:ext cx="240126" cy="63575"/>
            </a:xfrm>
            <a:custGeom>
              <a:rect b="b" l="l" r="r" t="t"/>
              <a:pathLst>
                <a:path extrusionOk="0" h="2144" w="8098">
                  <a:moveTo>
                    <a:pt x="0" y="1"/>
                  </a:moveTo>
                  <a:lnTo>
                    <a:pt x="0" y="2144"/>
                  </a:lnTo>
                  <a:lnTo>
                    <a:pt x="7025" y="2144"/>
                  </a:lnTo>
                  <a:lnTo>
                    <a:pt x="8097" y="1072"/>
                  </a:lnTo>
                  <a:lnTo>
                    <a:pt x="70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2" name="Google Shape;21092;p92"/>
            <p:cNvSpPr/>
            <p:nvPr/>
          </p:nvSpPr>
          <p:spPr>
            <a:xfrm>
              <a:off x="6117784" y="2032998"/>
              <a:ext cx="105266" cy="63575"/>
            </a:xfrm>
            <a:custGeom>
              <a:rect b="b" l="l" r="r" t="t"/>
              <a:pathLst>
                <a:path extrusionOk="0" h="2144" w="3550">
                  <a:moveTo>
                    <a:pt x="1" y="1"/>
                  </a:moveTo>
                  <a:lnTo>
                    <a:pt x="1073" y="1072"/>
                  </a:lnTo>
                  <a:lnTo>
                    <a:pt x="1" y="2144"/>
                  </a:lnTo>
                  <a:lnTo>
                    <a:pt x="3549" y="2144"/>
                  </a:lnTo>
                  <a:lnTo>
                    <a:pt x="35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92"/>
            <p:cNvSpPr/>
            <p:nvPr/>
          </p:nvSpPr>
          <p:spPr>
            <a:xfrm>
              <a:off x="5882635" y="2119851"/>
              <a:ext cx="188590" cy="63605"/>
            </a:xfrm>
            <a:custGeom>
              <a:rect b="b" l="l" r="r" t="t"/>
              <a:pathLst>
                <a:path extrusionOk="0" h="2145" w="6360">
                  <a:moveTo>
                    <a:pt x="1" y="1"/>
                  </a:moveTo>
                  <a:lnTo>
                    <a:pt x="1" y="2144"/>
                  </a:lnTo>
                  <a:lnTo>
                    <a:pt x="5288" y="2144"/>
                  </a:lnTo>
                  <a:lnTo>
                    <a:pt x="6359" y="1072"/>
                  </a:lnTo>
                  <a:lnTo>
                    <a:pt x="52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92"/>
            <p:cNvSpPr/>
            <p:nvPr/>
          </p:nvSpPr>
          <p:spPr>
            <a:xfrm>
              <a:off x="6067670" y="2119851"/>
              <a:ext cx="155379" cy="63605"/>
            </a:xfrm>
            <a:custGeom>
              <a:rect b="b" l="l" r="r" t="t"/>
              <a:pathLst>
                <a:path extrusionOk="0" h="2145" w="5240">
                  <a:moveTo>
                    <a:pt x="0" y="1"/>
                  </a:moveTo>
                  <a:lnTo>
                    <a:pt x="1072" y="1072"/>
                  </a:lnTo>
                  <a:lnTo>
                    <a:pt x="0" y="2144"/>
                  </a:lnTo>
                  <a:lnTo>
                    <a:pt x="5239" y="2144"/>
                  </a:lnTo>
                  <a:lnTo>
                    <a:pt x="52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92"/>
            <p:cNvSpPr/>
            <p:nvPr/>
          </p:nvSpPr>
          <p:spPr>
            <a:xfrm>
              <a:off x="5881923" y="2206023"/>
              <a:ext cx="131390" cy="63575"/>
            </a:xfrm>
            <a:custGeom>
              <a:rect b="b" l="l" r="r" t="t"/>
              <a:pathLst>
                <a:path extrusionOk="0" h="2144" w="4431">
                  <a:moveTo>
                    <a:pt x="1" y="0"/>
                  </a:moveTo>
                  <a:lnTo>
                    <a:pt x="1" y="2143"/>
                  </a:lnTo>
                  <a:lnTo>
                    <a:pt x="3359" y="2143"/>
                  </a:lnTo>
                  <a:lnTo>
                    <a:pt x="4430" y="1072"/>
                  </a:lnTo>
                  <a:lnTo>
                    <a:pt x="33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92"/>
            <p:cNvSpPr/>
            <p:nvPr/>
          </p:nvSpPr>
          <p:spPr>
            <a:xfrm>
              <a:off x="6009046" y="2206023"/>
              <a:ext cx="214002" cy="63575"/>
            </a:xfrm>
            <a:custGeom>
              <a:rect b="b" l="l" r="r" t="t"/>
              <a:pathLst>
                <a:path extrusionOk="0" h="2144" w="7217">
                  <a:moveTo>
                    <a:pt x="1" y="0"/>
                  </a:moveTo>
                  <a:lnTo>
                    <a:pt x="1072" y="1072"/>
                  </a:lnTo>
                  <a:lnTo>
                    <a:pt x="1" y="2143"/>
                  </a:lnTo>
                  <a:lnTo>
                    <a:pt x="7216" y="2143"/>
                  </a:lnTo>
                  <a:lnTo>
                    <a:pt x="72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92"/>
            <p:cNvSpPr/>
            <p:nvPr/>
          </p:nvSpPr>
          <p:spPr>
            <a:xfrm>
              <a:off x="6162293" y="1992759"/>
              <a:ext cx="60758" cy="20490"/>
            </a:xfrm>
            <a:custGeom>
              <a:rect b="b" l="l" r="r" t="t"/>
              <a:pathLst>
                <a:path extrusionOk="0" h="691" w="2049">
                  <a:moveTo>
                    <a:pt x="0" y="0"/>
                  </a:moveTo>
                  <a:lnTo>
                    <a:pt x="0" y="691"/>
                  </a:lnTo>
                  <a:lnTo>
                    <a:pt x="2048" y="691"/>
                  </a:lnTo>
                  <a:lnTo>
                    <a:pt x="20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92"/>
            <p:cNvSpPr/>
            <p:nvPr/>
          </p:nvSpPr>
          <p:spPr>
            <a:xfrm>
              <a:off x="6121342" y="1992759"/>
              <a:ext cx="20490" cy="20490"/>
            </a:xfrm>
            <a:custGeom>
              <a:rect b="b" l="l" r="r" t="t"/>
              <a:pathLst>
                <a:path extrusionOk="0" h="691" w="691">
                  <a:moveTo>
                    <a:pt x="0" y="0"/>
                  </a:moveTo>
                  <a:lnTo>
                    <a:pt x="0" y="691"/>
                  </a:lnTo>
                  <a:lnTo>
                    <a:pt x="691" y="691"/>
                  </a:lnTo>
                  <a:lnTo>
                    <a:pt x="6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9" name="Google Shape;21099;p92"/>
          <p:cNvGrpSpPr/>
          <p:nvPr/>
        </p:nvGrpSpPr>
        <p:grpSpPr>
          <a:xfrm>
            <a:off x="6992994" y="1922125"/>
            <a:ext cx="342520" cy="340416"/>
            <a:chOff x="6459594" y="1922125"/>
            <a:chExt cx="342520" cy="340416"/>
          </a:xfrm>
        </p:grpSpPr>
        <p:sp>
          <p:nvSpPr>
            <p:cNvPr id="21100" name="Google Shape;21100;p92"/>
            <p:cNvSpPr/>
            <p:nvPr/>
          </p:nvSpPr>
          <p:spPr>
            <a:xfrm>
              <a:off x="6730059" y="2207417"/>
              <a:ext cx="71344" cy="55124"/>
            </a:xfrm>
            <a:custGeom>
              <a:rect b="b" l="l" r="r" t="t"/>
              <a:pathLst>
                <a:path extrusionOk="0" h="1859" w="2406">
                  <a:moveTo>
                    <a:pt x="0" y="1"/>
                  </a:moveTo>
                  <a:lnTo>
                    <a:pt x="0" y="1858"/>
                  </a:lnTo>
                  <a:lnTo>
                    <a:pt x="2405" y="1858"/>
                  </a:lnTo>
                  <a:lnTo>
                    <a:pt x="240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92"/>
            <p:cNvSpPr/>
            <p:nvPr/>
          </p:nvSpPr>
          <p:spPr>
            <a:xfrm>
              <a:off x="6640359" y="2207417"/>
              <a:ext cx="69239" cy="55124"/>
            </a:xfrm>
            <a:custGeom>
              <a:rect b="b" l="l" r="r" t="t"/>
              <a:pathLst>
                <a:path extrusionOk="0" h="1859" w="2335">
                  <a:moveTo>
                    <a:pt x="1" y="1"/>
                  </a:moveTo>
                  <a:lnTo>
                    <a:pt x="1" y="1858"/>
                  </a:lnTo>
                  <a:lnTo>
                    <a:pt x="2334" y="1858"/>
                  </a:lnTo>
                  <a:lnTo>
                    <a:pt x="23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92"/>
            <p:cNvSpPr/>
            <p:nvPr/>
          </p:nvSpPr>
          <p:spPr>
            <a:xfrm>
              <a:off x="6551400" y="2207417"/>
              <a:ext cx="69209" cy="55124"/>
            </a:xfrm>
            <a:custGeom>
              <a:rect b="b" l="l" r="r" t="t"/>
              <a:pathLst>
                <a:path extrusionOk="0" h="1859" w="2334">
                  <a:moveTo>
                    <a:pt x="0" y="1"/>
                  </a:moveTo>
                  <a:lnTo>
                    <a:pt x="0" y="1858"/>
                  </a:lnTo>
                  <a:lnTo>
                    <a:pt x="2334" y="1858"/>
                  </a:lnTo>
                  <a:lnTo>
                    <a:pt x="23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92"/>
            <p:cNvSpPr/>
            <p:nvPr/>
          </p:nvSpPr>
          <p:spPr>
            <a:xfrm>
              <a:off x="6460276" y="2207417"/>
              <a:ext cx="72085" cy="55124"/>
            </a:xfrm>
            <a:custGeom>
              <a:rect b="b" l="l" r="r" t="t"/>
              <a:pathLst>
                <a:path extrusionOk="0" h="1859" w="2431">
                  <a:moveTo>
                    <a:pt x="1" y="1"/>
                  </a:moveTo>
                  <a:lnTo>
                    <a:pt x="1" y="1858"/>
                  </a:lnTo>
                  <a:lnTo>
                    <a:pt x="2430" y="1858"/>
                  </a:lnTo>
                  <a:lnTo>
                    <a:pt x="24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92"/>
            <p:cNvSpPr/>
            <p:nvPr/>
          </p:nvSpPr>
          <p:spPr>
            <a:xfrm>
              <a:off x="6635407" y="2032286"/>
              <a:ext cx="78431" cy="155379"/>
            </a:xfrm>
            <a:custGeom>
              <a:rect b="b" l="l" r="r" t="t"/>
              <a:pathLst>
                <a:path extrusionOk="0" h="5240" w="2645">
                  <a:moveTo>
                    <a:pt x="1316" y="0"/>
                  </a:moveTo>
                  <a:cubicBezTo>
                    <a:pt x="596" y="0"/>
                    <a:pt x="1" y="587"/>
                    <a:pt x="1" y="1311"/>
                  </a:cubicBezTo>
                  <a:cubicBezTo>
                    <a:pt x="25" y="1906"/>
                    <a:pt x="453" y="2406"/>
                    <a:pt x="977" y="2549"/>
                  </a:cubicBezTo>
                  <a:lnTo>
                    <a:pt x="977" y="5240"/>
                  </a:lnTo>
                  <a:lnTo>
                    <a:pt x="1668" y="5240"/>
                  </a:lnTo>
                  <a:lnTo>
                    <a:pt x="1668" y="2549"/>
                  </a:lnTo>
                  <a:cubicBezTo>
                    <a:pt x="2216" y="2406"/>
                    <a:pt x="2644" y="1882"/>
                    <a:pt x="2621" y="1263"/>
                  </a:cubicBezTo>
                  <a:cubicBezTo>
                    <a:pt x="2597" y="596"/>
                    <a:pt x="2049" y="25"/>
                    <a:pt x="1358" y="1"/>
                  </a:cubicBezTo>
                  <a:cubicBezTo>
                    <a:pt x="1344" y="0"/>
                    <a:pt x="1330" y="0"/>
                    <a:pt x="13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92"/>
            <p:cNvSpPr/>
            <p:nvPr/>
          </p:nvSpPr>
          <p:spPr>
            <a:xfrm>
              <a:off x="6547841" y="1922125"/>
              <a:ext cx="78431" cy="265538"/>
            </a:xfrm>
            <a:custGeom>
              <a:rect b="b" l="l" r="r" t="t"/>
              <a:pathLst>
                <a:path extrusionOk="0" h="8955" w="2645">
                  <a:moveTo>
                    <a:pt x="1338" y="0"/>
                  </a:moveTo>
                  <a:cubicBezTo>
                    <a:pt x="596" y="0"/>
                    <a:pt x="1" y="587"/>
                    <a:pt x="1" y="1311"/>
                  </a:cubicBezTo>
                  <a:cubicBezTo>
                    <a:pt x="1" y="1906"/>
                    <a:pt x="430" y="2406"/>
                    <a:pt x="977" y="2549"/>
                  </a:cubicBezTo>
                  <a:lnTo>
                    <a:pt x="977" y="8955"/>
                  </a:lnTo>
                  <a:lnTo>
                    <a:pt x="1668" y="8955"/>
                  </a:lnTo>
                  <a:lnTo>
                    <a:pt x="1668" y="2549"/>
                  </a:lnTo>
                  <a:cubicBezTo>
                    <a:pt x="2240" y="2406"/>
                    <a:pt x="2644" y="1858"/>
                    <a:pt x="2621" y="1239"/>
                  </a:cubicBezTo>
                  <a:cubicBezTo>
                    <a:pt x="2597" y="596"/>
                    <a:pt x="2049" y="25"/>
                    <a:pt x="1382" y="1"/>
                  </a:cubicBezTo>
                  <a:cubicBezTo>
                    <a:pt x="1367" y="0"/>
                    <a:pt x="1353" y="0"/>
                    <a:pt x="13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92"/>
            <p:cNvSpPr/>
            <p:nvPr/>
          </p:nvSpPr>
          <p:spPr>
            <a:xfrm>
              <a:off x="6459594" y="2009631"/>
              <a:ext cx="78401" cy="178034"/>
            </a:xfrm>
            <a:custGeom>
              <a:rect b="b" l="l" r="r" t="t"/>
              <a:pathLst>
                <a:path extrusionOk="0" h="6004" w="2644">
                  <a:moveTo>
                    <a:pt x="1296" y="0"/>
                  </a:moveTo>
                  <a:cubicBezTo>
                    <a:pt x="574" y="0"/>
                    <a:pt x="0" y="579"/>
                    <a:pt x="0" y="1312"/>
                  </a:cubicBezTo>
                  <a:cubicBezTo>
                    <a:pt x="24" y="1908"/>
                    <a:pt x="429" y="2408"/>
                    <a:pt x="977" y="2551"/>
                  </a:cubicBezTo>
                  <a:lnTo>
                    <a:pt x="977" y="6004"/>
                  </a:lnTo>
                  <a:lnTo>
                    <a:pt x="1667" y="6004"/>
                  </a:lnTo>
                  <a:lnTo>
                    <a:pt x="1667" y="2551"/>
                  </a:lnTo>
                  <a:cubicBezTo>
                    <a:pt x="2239" y="2408"/>
                    <a:pt x="2644" y="1860"/>
                    <a:pt x="2620" y="1241"/>
                  </a:cubicBezTo>
                  <a:cubicBezTo>
                    <a:pt x="2596" y="598"/>
                    <a:pt x="2048" y="27"/>
                    <a:pt x="1381" y="3"/>
                  </a:cubicBezTo>
                  <a:cubicBezTo>
                    <a:pt x="1353" y="1"/>
                    <a:pt x="1324" y="0"/>
                    <a:pt x="1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92"/>
            <p:cNvSpPr/>
            <p:nvPr/>
          </p:nvSpPr>
          <p:spPr>
            <a:xfrm>
              <a:off x="6723684" y="1951066"/>
              <a:ext cx="78431" cy="236597"/>
            </a:xfrm>
            <a:custGeom>
              <a:rect b="b" l="l" r="r" t="t"/>
              <a:pathLst>
                <a:path extrusionOk="0" h="7979" w="2645">
                  <a:moveTo>
                    <a:pt x="1315" y="0"/>
                  </a:moveTo>
                  <a:cubicBezTo>
                    <a:pt x="596" y="0"/>
                    <a:pt x="1" y="587"/>
                    <a:pt x="1" y="1311"/>
                  </a:cubicBezTo>
                  <a:cubicBezTo>
                    <a:pt x="25" y="1882"/>
                    <a:pt x="406" y="2406"/>
                    <a:pt x="977" y="2573"/>
                  </a:cubicBezTo>
                  <a:lnTo>
                    <a:pt x="977" y="7979"/>
                  </a:lnTo>
                  <a:lnTo>
                    <a:pt x="1668" y="7979"/>
                  </a:lnTo>
                  <a:lnTo>
                    <a:pt x="1668" y="2573"/>
                  </a:lnTo>
                  <a:cubicBezTo>
                    <a:pt x="2216" y="2406"/>
                    <a:pt x="2644" y="1882"/>
                    <a:pt x="2620" y="1263"/>
                  </a:cubicBezTo>
                  <a:cubicBezTo>
                    <a:pt x="2597" y="596"/>
                    <a:pt x="2049" y="25"/>
                    <a:pt x="1358" y="1"/>
                  </a:cubicBezTo>
                  <a:cubicBezTo>
                    <a:pt x="1344" y="1"/>
                    <a:pt x="1330" y="0"/>
                    <a:pt x="1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8" name="Google Shape;21108;p92"/>
          <p:cNvGrpSpPr/>
          <p:nvPr/>
        </p:nvGrpSpPr>
        <p:grpSpPr>
          <a:xfrm>
            <a:off x="7731516" y="1932029"/>
            <a:ext cx="341093" cy="340384"/>
            <a:chOff x="7045716" y="1932029"/>
            <a:chExt cx="341093" cy="340384"/>
          </a:xfrm>
        </p:grpSpPr>
        <p:sp>
          <p:nvSpPr>
            <p:cNvPr id="21109" name="Google Shape;21109;p92"/>
            <p:cNvSpPr/>
            <p:nvPr/>
          </p:nvSpPr>
          <p:spPr>
            <a:xfrm>
              <a:off x="7157982" y="2043584"/>
              <a:ext cx="116564" cy="116564"/>
            </a:xfrm>
            <a:custGeom>
              <a:rect b="b" l="l" r="r" t="t"/>
              <a:pathLst>
                <a:path extrusionOk="0" h="3931" w="3931">
                  <a:moveTo>
                    <a:pt x="2787" y="882"/>
                  </a:moveTo>
                  <a:lnTo>
                    <a:pt x="2787" y="1549"/>
                  </a:lnTo>
                  <a:lnTo>
                    <a:pt x="1096" y="1549"/>
                  </a:lnTo>
                  <a:lnTo>
                    <a:pt x="1096" y="882"/>
                  </a:lnTo>
                  <a:close/>
                  <a:moveTo>
                    <a:pt x="2787" y="2358"/>
                  </a:moveTo>
                  <a:lnTo>
                    <a:pt x="2787" y="3049"/>
                  </a:lnTo>
                  <a:lnTo>
                    <a:pt x="1096" y="3049"/>
                  </a:lnTo>
                  <a:lnTo>
                    <a:pt x="1096" y="2358"/>
                  </a:lnTo>
                  <a:close/>
                  <a:moveTo>
                    <a:pt x="1953" y="1"/>
                  </a:moveTo>
                  <a:cubicBezTo>
                    <a:pt x="882" y="1"/>
                    <a:pt x="1" y="906"/>
                    <a:pt x="1" y="1977"/>
                  </a:cubicBezTo>
                  <a:cubicBezTo>
                    <a:pt x="1" y="3049"/>
                    <a:pt x="882" y="3930"/>
                    <a:pt x="1953" y="3930"/>
                  </a:cubicBezTo>
                  <a:cubicBezTo>
                    <a:pt x="3025" y="3930"/>
                    <a:pt x="3930" y="3049"/>
                    <a:pt x="3930" y="1977"/>
                  </a:cubicBezTo>
                  <a:cubicBezTo>
                    <a:pt x="3930" y="906"/>
                    <a:pt x="3025" y="1"/>
                    <a:pt x="1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92"/>
            <p:cNvSpPr/>
            <p:nvPr/>
          </p:nvSpPr>
          <p:spPr>
            <a:xfrm>
              <a:off x="7045716" y="1932029"/>
              <a:ext cx="341093" cy="160301"/>
            </a:xfrm>
            <a:custGeom>
              <a:rect b="b" l="l" r="r" t="t"/>
              <a:pathLst>
                <a:path extrusionOk="0" h="5406" w="11503">
                  <a:moveTo>
                    <a:pt x="5739" y="0"/>
                  </a:moveTo>
                  <a:cubicBezTo>
                    <a:pt x="4192" y="0"/>
                    <a:pt x="2763" y="595"/>
                    <a:pt x="1667" y="1691"/>
                  </a:cubicBezTo>
                  <a:cubicBezTo>
                    <a:pt x="643" y="2691"/>
                    <a:pt x="48" y="4001"/>
                    <a:pt x="0" y="5406"/>
                  </a:cubicBezTo>
                  <a:lnTo>
                    <a:pt x="1572" y="5406"/>
                  </a:lnTo>
                  <a:cubicBezTo>
                    <a:pt x="1762" y="3263"/>
                    <a:pt x="3549" y="1572"/>
                    <a:pt x="5739" y="1572"/>
                  </a:cubicBezTo>
                  <a:cubicBezTo>
                    <a:pt x="7954" y="1572"/>
                    <a:pt x="9740" y="3263"/>
                    <a:pt x="9907" y="5406"/>
                  </a:cubicBezTo>
                  <a:lnTo>
                    <a:pt x="11503" y="5406"/>
                  </a:lnTo>
                  <a:cubicBezTo>
                    <a:pt x="11407" y="4001"/>
                    <a:pt x="10836" y="2691"/>
                    <a:pt x="9812" y="1691"/>
                  </a:cubicBezTo>
                  <a:cubicBezTo>
                    <a:pt x="8740" y="619"/>
                    <a:pt x="7287"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92"/>
            <p:cNvSpPr/>
            <p:nvPr/>
          </p:nvSpPr>
          <p:spPr>
            <a:xfrm>
              <a:off x="7045716" y="2112082"/>
              <a:ext cx="341093" cy="160331"/>
            </a:xfrm>
            <a:custGeom>
              <a:rect b="b" l="l" r="r" t="t"/>
              <a:pathLst>
                <a:path extrusionOk="0" h="5407" w="11503">
                  <a:moveTo>
                    <a:pt x="0" y="1"/>
                  </a:moveTo>
                  <a:cubicBezTo>
                    <a:pt x="95" y="1382"/>
                    <a:pt x="667" y="2692"/>
                    <a:pt x="1667" y="3716"/>
                  </a:cubicBezTo>
                  <a:cubicBezTo>
                    <a:pt x="2739" y="4787"/>
                    <a:pt x="4192" y="5407"/>
                    <a:pt x="5739" y="5407"/>
                  </a:cubicBezTo>
                  <a:cubicBezTo>
                    <a:pt x="7287" y="5407"/>
                    <a:pt x="8716" y="4811"/>
                    <a:pt x="9836" y="3716"/>
                  </a:cubicBezTo>
                  <a:cubicBezTo>
                    <a:pt x="10836" y="2692"/>
                    <a:pt x="11431" y="1382"/>
                    <a:pt x="11503" y="1"/>
                  </a:cubicBezTo>
                  <a:lnTo>
                    <a:pt x="9907" y="1"/>
                  </a:lnTo>
                  <a:cubicBezTo>
                    <a:pt x="9740" y="2144"/>
                    <a:pt x="7954" y="3835"/>
                    <a:pt x="5739" y="3835"/>
                  </a:cubicBezTo>
                  <a:cubicBezTo>
                    <a:pt x="3549" y="3835"/>
                    <a:pt x="1762" y="2144"/>
                    <a:pt x="1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92"/>
            <p:cNvSpPr/>
            <p:nvPr/>
          </p:nvSpPr>
          <p:spPr>
            <a:xfrm>
              <a:off x="7226480" y="1999104"/>
              <a:ext cx="93939" cy="206233"/>
            </a:xfrm>
            <a:custGeom>
              <a:rect b="b" l="l" r="r" t="t"/>
              <a:pathLst>
                <a:path extrusionOk="0" h="6955" w="3168">
                  <a:moveTo>
                    <a:pt x="1" y="0"/>
                  </a:moveTo>
                  <a:lnTo>
                    <a:pt x="1" y="858"/>
                  </a:lnTo>
                  <a:cubicBezTo>
                    <a:pt x="1310" y="1025"/>
                    <a:pt x="2311" y="2144"/>
                    <a:pt x="2311" y="3477"/>
                  </a:cubicBezTo>
                  <a:cubicBezTo>
                    <a:pt x="2311" y="4811"/>
                    <a:pt x="1287" y="5906"/>
                    <a:pt x="1" y="6097"/>
                  </a:cubicBezTo>
                  <a:lnTo>
                    <a:pt x="1" y="6954"/>
                  </a:lnTo>
                  <a:cubicBezTo>
                    <a:pt x="1763" y="6788"/>
                    <a:pt x="3168" y="5287"/>
                    <a:pt x="3168" y="3477"/>
                  </a:cubicBezTo>
                  <a:cubicBezTo>
                    <a:pt x="3168" y="1667"/>
                    <a:pt x="1763" y="16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92"/>
            <p:cNvSpPr/>
            <p:nvPr/>
          </p:nvSpPr>
          <p:spPr>
            <a:xfrm>
              <a:off x="7112079" y="1999104"/>
              <a:ext cx="93257" cy="206233"/>
            </a:xfrm>
            <a:custGeom>
              <a:rect b="b" l="l" r="r" t="t"/>
              <a:pathLst>
                <a:path extrusionOk="0" h="6955" w="3145">
                  <a:moveTo>
                    <a:pt x="3144" y="0"/>
                  </a:moveTo>
                  <a:cubicBezTo>
                    <a:pt x="1406" y="167"/>
                    <a:pt x="1" y="1667"/>
                    <a:pt x="1" y="3477"/>
                  </a:cubicBezTo>
                  <a:cubicBezTo>
                    <a:pt x="1" y="5287"/>
                    <a:pt x="1406" y="6788"/>
                    <a:pt x="3144" y="6954"/>
                  </a:cubicBezTo>
                  <a:lnTo>
                    <a:pt x="3144" y="6097"/>
                  </a:lnTo>
                  <a:cubicBezTo>
                    <a:pt x="1834" y="5906"/>
                    <a:pt x="858" y="4811"/>
                    <a:pt x="858" y="3477"/>
                  </a:cubicBezTo>
                  <a:cubicBezTo>
                    <a:pt x="858" y="2144"/>
                    <a:pt x="1882" y="1025"/>
                    <a:pt x="3144" y="858"/>
                  </a:cubicBezTo>
                  <a:lnTo>
                    <a:pt x="31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14" name="Google Shape;21114;p92"/>
          <p:cNvGrpSpPr/>
          <p:nvPr/>
        </p:nvGrpSpPr>
        <p:grpSpPr>
          <a:xfrm>
            <a:off x="7730804" y="2458104"/>
            <a:ext cx="340381" cy="341128"/>
            <a:chOff x="7045004" y="2458104"/>
            <a:chExt cx="340381" cy="341128"/>
          </a:xfrm>
        </p:grpSpPr>
        <p:sp>
          <p:nvSpPr>
            <p:cNvPr id="21115" name="Google Shape;21115;p92"/>
            <p:cNvSpPr/>
            <p:nvPr/>
          </p:nvSpPr>
          <p:spPr>
            <a:xfrm>
              <a:off x="7184106" y="2501901"/>
              <a:ext cx="63605" cy="129967"/>
            </a:xfrm>
            <a:custGeom>
              <a:rect b="b" l="l" r="r" t="t"/>
              <a:pathLst>
                <a:path extrusionOk="0" h="4383" w="2145">
                  <a:moveTo>
                    <a:pt x="1" y="0"/>
                  </a:moveTo>
                  <a:lnTo>
                    <a:pt x="1" y="4382"/>
                  </a:lnTo>
                  <a:lnTo>
                    <a:pt x="2144" y="4382"/>
                  </a:lnTo>
                  <a:lnTo>
                    <a:pt x="21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92"/>
            <p:cNvSpPr/>
            <p:nvPr/>
          </p:nvSpPr>
          <p:spPr>
            <a:xfrm>
              <a:off x="7270960" y="2458104"/>
              <a:ext cx="63605" cy="129255"/>
            </a:xfrm>
            <a:custGeom>
              <a:rect b="b" l="l" r="r" t="t"/>
              <a:pathLst>
                <a:path extrusionOk="0" h="4359" w="2145">
                  <a:moveTo>
                    <a:pt x="1" y="1"/>
                  </a:moveTo>
                  <a:lnTo>
                    <a:pt x="1" y="4359"/>
                  </a:lnTo>
                  <a:lnTo>
                    <a:pt x="2144" y="4359"/>
                  </a:lnTo>
                  <a:lnTo>
                    <a:pt x="21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92"/>
            <p:cNvSpPr/>
            <p:nvPr/>
          </p:nvSpPr>
          <p:spPr>
            <a:xfrm>
              <a:off x="7097964" y="2544957"/>
              <a:ext cx="63575" cy="129967"/>
            </a:xfrm>
            <a:custGeom>
              <a:rect b="b" l="l" r="r" t="t"/>
              <a:pathLst>
                <a:path extrusionOk="0" h="4383" w="2144">
                  <a:moveTo>
                    <a:pt x="0" y="1"/>
                  </a:moveTo>
                  <a:lnTo>
                    <a:pt x="0" y="4383"/>
                  </a:lnTo>
                  <a:lnTo>
                    <a:pt x="2144" y="4383"/>
                  </a:lnTo>
                  <a:lnTo>
                    <a:pt x="21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92"/>
            <p:cNvSpPr/>
            <p:nvPr/>
          </p:nvSpPr>
          <p:spPr>
            <a:xfrm>
              <a:off x="7045004" y="2607821"/>
              <a:ext cx="340381" cy="139130"/>
            </a:xfrm>
            <a:custGeom>
              <a:rect b="b" l="l" r="r" t="t"/>
              <a:pathLst>
                <a:path extrusionOk="0" h="4692" w="11479">
                  <a:moveTo>
                    <a:pt x="7621" y="0"/>
                  </a:moveTo>
                  <a:lnTo>
                    <a:pt x="7621" y="4025"/>
                  </a:lnTo>
                  <a:lnTo>
                    <a:pt x="6835" y="4025"/>
                  </a:lnTo>
                  <a:lnTo>
                    <a:pt x="6835" y="1453"/>
                  </a:lnTo>
                  <a:lnTo>
                    <a:pt x="4692" y="1453"/>
                  </a:lnTo>
                  <a:lnTo>
                    <a:pt x="4692" y="4025"/>
                  </a:lnTo>
                  <a:lnTo>
                    <a:pt x="3930" y="4025"/>
                  </a:lnTo>
                  <a:lnTo>
                    <a:pt x="3930" y="2906"/>
                  </a:lnTo>
                  <a:lnTo>
                    <a:pt x="1786" y="2906"/>
                  </a:lnTo>
                  <a:lnTo>
                    <a:pt x="1786" y="4025"/>
                  </a:lnTo>
                  <a:lnTo>
                    <a:pt x="0" y="4025"/>
                  </a:lnTo>
                  <a:lnTo>
                    <a:pt x="0" y="4692"/>
                  </a:lnTo>
                  <a:lnTo>
                    <a:pt x="11479" y="4692"/>
                  </a:lnTo>
                  <a:lnTo>
                    <a:pt x="11479" y="4025"/>
                  </a:lnTo>
                  <a:lnTo>
                    <a:pt x="9764" y="4025"/>
                  </a:lnTo>
                  <a:lnTo>
                    <a:pt x="97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92"/>
            <p:cNvSpPr/>
            <p:nvPr/>
          </p:nvSpPr>
          <p:spPr>
            <a:xfrm>
              <a:off x="7107839" y="2778712"/>
              <a:ext cx="43115" cy="20520"/>
            </a:xfrm>
            <a:custGeom>
              <a:rect b="b" l="l" r="r" t="t"/>
              <a:pathLst>
                <a:path extrusionOk="0" h="692" w="1454">
                  <a:moveTo>
                    <a:pt x="1" y="1"/>
                  </a:moveTo>
                  <a:lnTo>
                    <a:pt x="1" y="691"/>
                  </a:lnTo>
                  <a:lnTo>
                    <a:pt x="1454" y="691"/>
                  </a:lnTo>
                  <a:lnTo>
                    <a:pt x="14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92"/>
            <p:cNvSpPr/>
            <p:nvPr/>
          </p:nvSpPr>
          <p:spPr>
            <a:xfrm>
              <a:off x="7194010" y="2778712"/>
              <a:ext cx="43085" cy="20520"/>
            </a:xfrm>
            <a:custGeom>
              <a:rect b="b" l="l" r="r" t="t"/>
              <a:pathLst>
                <a:path extrusionOk="0" h="692" w="1453">
                  <a:moveTo>
                    <a:pt x="0" y="1"/>
                  </a:moveTo>
                  <a:lnTo>
                    <a:pt x="0" y="691"/>
                  </a:lnTo>
                  <a:lnTo>
                    <a:pt x="1453" y="691"/>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92"/>
            <p:cNvSpPr/>
            <p:nvPr/>
          </p:nvSpPr>
          <p:spPr>
            <a:xfrm>
              <a:off x="7281576" y="2778712"/>
              <a:ext cx="43085" cy="20520"/>
            </a:xfrm>
            <a:custGeom>
              <a:rect b="b" l="l" r="r" t="t"/>
              <a:pathLst>
                <a:path extrusionOk="0" h="692" w="1453">
                  <a:moveTo>
                    <a:pt x="0" y="1"/>
                  </a:moveTo>
                  <a:lnTo>
                    <a:pt x="0" y="691"/>
                  </a:lnTo>
                  <a:lnTo>
                    <a:pt x="1453" y="691"/>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2" name="Google Shape;21122;p92"/>
          <p:cNvGrpSpPr/>
          <p:nvPr/>
        </p:nvGrpSpPr>
        <p:grpSpPr>
          <a:xfrm>
            <a:off x="6992994" y="2439037"/>
            <a:ext cx="342519" cy="341126"/>
            <a:chOff x="6459594" y="2439037"/>
            <a:chExt cx="342519" cy="341126"/>
          </a:xfrm>
        </p:grpSpPr>
        <p:sp>
          <p:nvSpPr>
            <p:cNvPr id="21123" name="Google Shape;21123;p92"/>
            <p:cNvSpPr/>
            <p:nvPr/>
          </p:nvSpPr>
          <p:spPr>
            <a:xfrm>
              <a:off x="6473709" y="2452469"/>
              <a:ext cx="146898" cy="146898"/>
            </a:xfrm>
            <a:custGeom>
              <a:rect b="b" l="l" r="r" t="t"/>
              <a:pathLst>
                <a:path extrusionOk="0" h="4954" w="4954">
                  <a:moveTo>
                    <a:pt x="4954" y="0"/>
                  </a:moveTo>
                  <a:cubicBezTo>
                    <a:pt x="2287" y="191"/>
                    <a:pt x="191" y="2286"/>
                    <a:pt x="0" y="4954"/>
                  </a:cubicBezTo>
                  <a:lnTo>
                    <a:pt x="4954" y="4954"/>
                  </a:lnTo>
                  <a:lnTo>
                    <a:pt x="495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92"/>
            <p:cNvSpPr/>
            <p:nvPr/>
          </p:nvSpPr>
          <p:spPr>
            <a:xfrm>
              <a:off x="6641782" y="2439037"/>
              <a:ext cx="160331" cy="161043"/>
            </a:xfrm>
            <a:custGeom>
              <a:rect b="b" l="l" r="r" t="t"/>
              <a:pathLst>
                <a:path extrusionOk="0" h="5431" w="5407">
                  <a:moveTo>
                    <a:pt x="2810" y="2120"/>
                  </a:moveTo>
                  <a:lnTo>
                    <a:pt x="2810" y="2811"/>
                  </a:lnTo>
                  <a:lnTo>
                    <a:pt x="977" y="2811"/>
                  </a:lnTo>
                  <a:lnTo>
                    <a:pt x="977" y="2120"/>
                  </a:lnTo>
                  <a:close/>
                  <a:moveTo>
                    <a:pt x="2810" y="3740"/>
                  </a:moveTo>
                  <a:lnTo>
                    <a:pt x="2810" y="4406"/>
                  </a:lnTo>
                  <a:lnTo>
                    <a:pt x="977" y="4406"/>
                  </a:lnTo>
                  <a:lnTo>
                    <a:pt x="977" y="3740"/>
                  </a:lnTo>
                  <a:close/>
                  <a:moveTo>
                    <a:pt x="0" y="1"/>
                  </a:moveTo>
                  <a:lnTo>
                    <a:pt x="0" y="5431"/>
                  </a:lnTo>
                  <a:lnTo>
                    <a:pt x="5406" y="5431"/>
                  </a:lnTo>
                  <a:cubicBezTo>
                    <a:pt x="5239" y="2501"/>
                    <a:pt x="2882" y="14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92"/>
            <p:cNvSpPr/>
            <p:nvPr/>
          </p:nvSpPr>
          <p:spPr>
            <a:xfrm>
              <a:off x="6641782" y="2619119"/>
              <a:ext cx="146187" cy="146898"/>
            </a:xfrm>
            <a:custGeom>
              <a:rect b="b" l="l" r="r" t="t"/>
              <a:pathLst>
                <a:path extrusionOk="0" h="4954" w="4930">
                  <a:moveTo>
                    <a:pt x="0" y="0"/>
                  </a:moveTo>
                  <a:lnTo>
                    <a:pt x="0" y="4954"/>
                  </a:lnTo>
                  <a:cubicBezTo>
                    <a:pt x="2644" y="4763"/>
                    <a:pt x="4763" y="2668"/>
                    <a:pt x="4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92"/>
            <p:cNvSpPr/>
            <p:nvPr/>
          </p:nvSpPr>
          <p:spPr>
            <a:xfrm>
              <a:off x="6459594" y="2619119"/>
              <a:ext cx="161013" cy="161043"/>
            </a:xfrm>
            <a:custGeom>
              <a:rect b="b" l="l" r="r" t="t"/>
              <a:pathLst>
                <a:path extrusionOk="0" h="5431" w="5430">
                  <a:moveTo>
                    <a:pt x="4430" y="1001"/>
                  </a:moveTo>
                  <a:lnTo>
                    <a:pt x="4430" y="1668"/>
                  </a:lnTo>
                  <a:lnTo>
                    <a:pt x="2596" y="1668"/>
                  </a:lnTo>
                  <a:lnTo>
                    <a:pt x="2596" y="1001"/>
                  </a:lnTo>
                  <a:close/>
                  <a:moveTo>
                    <a:pt x="4430" y="2620"/>
                  </a:moveTo>
                  <a:lnTo>
                    <a:pt x="4430" y="3311"/>
                  </a:lnTo>
                  <a:lnTo>
                    <a:pt x="2596" y="3311"/>
                  </a:lnTo>
                  <a:lnTo>
                    <a:pt x="2596" y="2620"/>
                  </a:lnTo>
                  <a:close/>
                  <a:moveTo>
                    <a:pt x="0" y="0"/>
                  </a:moveTo>
                  <a:cubicBezTo>
                    <a:pt x="191" y="2930"/>
                    <a:pt x="2501" y="5240"/>
                    <a:pt x="5430" y="5430"/>
                  </a:cubicBezTo>
                  <a:lnTo>
                    <a:pt x="54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27" name="Google Shape;21127;p92"/>
          <p:cNvSpPr/>
          <p:nvPr/>
        </p:nvSpPr>
        <p:spPr>
          <a:xfrm>
            <a:off x="6263635" y="2487786"/>
            <a:ext cx="339699" cy="297296"/>
          </a:xfrm>
          <a:custGeom>
            <a:rect b="b" l="l" r="r" t="t"/>
            <a:pathLst>
              <a:path extrusionOk="0" h="10026" w="11456">
                <a:moveTo>
                  <a:pt x="5716" y="0"/>
                </a:moveTo>
                <a:cubicBezTo>
                  <a:pt x="5073" y="0"/>
                  <a:pt x="4573" y="500"/>
                  <a:pt x="4573" y="1143"/>
                </a:cubicBezTo>
                <a:lnTo>
                  <a:pt x="4573" y="1286"/>
                </a:lnTo>
                <a:lnTo>
                  <a:pt x="2668" y="3215"/>
                </a:lnTo>
                <a:cubicBezTo>
                  <a:pt x="2567" y="3181"/>
                  <a:pt x="2466" y="3148"/>
                  <a:pt x="2348" y="3148"/>
                </a:cubicBezTo>
                <a:cubicBezTo>
                  <a:pt x="2299" y="3148"/>
                  <a:pt x="2247" y="3153"/>
                  <a:pt x="2192" y="3167"/>
                </a:cubicBezTo>
                <a:cubicBezTo>
                  <a:pt x="1620" y="3191"/>
                  <a:pt x="1191" y="3667"/>
                  <a:pt x="1144" y="4239"/>
                </a:cubicBezTo>
                <a:cubicBezTo>
                  <a:pt x="1120" y="4787"/>
                  <a:pt x="1501" y="5311"/>
                  <a:pt x="2049" y="5430"/>
                </a:cubicBezTo>
                <a:lnTo>
                  <a:pt x="1" y="9978"/>
                </a:lnTo>
                <a:lnTo>
                  <a:pt x="2739" y="9978"/>
                </a:lnTo>
                <a:lnTo>
                  <a:pt x="3454" y="7382"/>
                </a:lnTo>
                <a:lnTo>
                  <a:pt x="2549" y="5406"/>
                </a:lnTo>
                <a:cubicBezTo>
                  <a:pt x="3049" y="5287"/>
                  <a:pt x="3454" y="4858"/>
                  <a:pt x="3454" y="4310"/>
                </a:cubicBezTo>
                <a:cubicBezTo>
                  <a:pt x="3454" y="4072"/>
                  <a:pt x="3359" y="3834"/>
                  <a:pt x="3239" y="3667"/>
                </a:cubicBezTo>
                <a:lnTo>
                  <a:pt x="4907" y="1953"/>
                </a:lnTo>
                <a:cubicBezTo>
                  <a:pt x="5073" y="2143"/>
                  <a:pt x="5311" y="2262"/>
                  <a:pt x="5549" y="2310"/>
                </a:cubicBezTo>
                <a:lnTo>
                  <a:pt x="3406" y="10002"/>
                </a:lnTo>
                <a:lnTo>
                  <a:pt x="8026" y="10002"/>
                </a:lnTo>
                <a:lnTo>
                  <a:pt x="5883" y="2310"/>
                </a:lnTo>
                <a:cubicBezTo>
                  <a:pt x="6192" y="2262"/>
                  <a:pt x="6454" y="2120"/>
                  <a:pt x="6597" y="1881"/>
                </a:cubicBezTo>
                <a:lnTo>
                  <a:pt x="8050" y="2882"/>
                </a:lnTo>
                <a:cubicBezTo>
                  <a:pt x="8026" y="3001"/>
                  <a:pt x="8002" y="3120"/>
                  <a:pt x="8002" y="3239"/>
                </a:cubicBezTo>
                <a:cubicBezTo>
                  <a:pt x="8002" y="3787"/>
                  <a:pt x="8383" y="4263"/>
                  <a:pt x="8931" y="4382"/>
                </a:cubicBezTo>
                <a:lnTo>
                  <a:pt x="7907" y="7121"/>
                </a:lnTo>
                <a:lnTo>
                  <a:pt x="8717" y="10026"/>
                </a:lnTo>
                <a:lnTo>
                  <a:pt x="11455" y="10026"/>
                </a:lnTo>
                <a:lnTo>
                  <a:pt x="9407" y="4287"/>
                </a:lnTo>
                <a:cubicBezTo>
                  <a:pt x="9931" y="4168"/>
                  <a:pt x="10360" y="3691"/>
                  <a:pt x="10289" y="3096"/>
                </a:cubicBezTo>
                <a:cubicBezTo>
                  <a:pt x="10265" y="2524"/>
                  <a:pt x="9788" y="2048"/>
                  <a:pt x="9217" y="2024"/>
                </a:cubicBezTo>
                <a:cubicBezTo>
                  <a:pt x="8955" y="2024"/>
                  <a:pt x="8693" y="2096"/>
                  <a:pt x="8479" y="2262"/>
                </a:cubicBezTo>
                <a:lnTo>
                  <a:pt x="6835" y="1143"/>
                </a:lnTo>
                <a:cubicBezTo>
                  <a:pt x="6835" y="500"/>
                  <a:pt x="6335" y="0"/>
                  <a:pt x="5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28" name="Google Shape;21128;p92"/>
          <p:cNvGrpSpPr/>
          <p:nvPr/>
        </p:nvGrpSpPr>
        <p:grpSpPr>
          <a:xfrm>
            <a:off x="5518768" y="2458104"/>
            <a:ext cx="341809" cy="342550"/>
            <a:chOff x="5290168" y="2458104"/>
            <a:chExt cx="341809" cy="342550"/>
          </a:xfrm>
        </p:grpSpPr>
        <p:sp>
          <p:nvSpPr>
            <p:cNvPr id="21129" name="Google Shape;21129;p92"/>
            <p:cNvSpPr/>
            <p:nvPr/>
          </p:nvSpPr>
          <p:spPr>
            <a:xfrm>
              <a:off x="5290168" y="2625465"/>
              <a:ext cx="89699" cy="64287"/>
            </a:xfrm>
            <a:custGeom>
              <a:rect b="b" l="l" r="r" t="t"/>
              <a:pathLst>
                <a:path extrusionOk="0" h="2168" w="3025">
                  <a:moveTo>
                    <a:pt x="1191" y="1"/>
                  </a:moveTo>
                  <a:lnTo>
                    <a:pt x="1191" y="501"/>
                  </a:lnTo>
                  <a:lnTo>
                    <a:pt x="0" y="501"/>
                  </a:lnTo>
                  <a:lnTo>
                    <a:pt x="0" y="2168"/>
                  </a:lnTo>
                  <a:lnTo>
                    <a:pt x="3025" y="2168"/>
                  </a:lnTo>
                  <a:lnTo>
                    <a:pt x="3025" y="501"/>
                  </a:lnTo>
                  <a:lnTo>
                    <a:pt x="1882" y="501"/>
                  </a:lnTo>
                  <a:lnTo>
                    <a:pt x="18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92"/>
            <p:cNvSpPr/>
            <p:nvPr/>
          </p:nvSpPr>
          <p:spPr>
            <a:xfrm>
              <a:off x="5407386" y="2458104"/>
              <a:ext cx="105948" cy="57941"/>
            </a:xfrm>
            <a:custGeom>
              <a:rect b="b" l="l" r="r" t="t"/>
              <a:pathLst>
                <a:path extrusionOk="0" h="1954" w="3573">
                  <a:moveTo>
                    <a:pt x="1" y="1"/>
                  </a:moveTo>
                  <a:lnTo>
                    <a:pt x="1" y="1954"/>
                  </a:lnTo>
                  <a:lnTo>
                    <a:pt x="3573" y="1954"/>
                  </a:lnTo>
                  <a:lnTo>
                    <a:pt x="35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92"/>
            <p:cNvSpPr/>
            <p:nvPr/>
          </p:nvSpPr>
          <p:spPr>
            <a:xfrm>
              <a:off x="5290168" y="2535794"/>
              <a:ext cx="341804" cy="68527"/>
            </a:xfrm>
            <a:custGeom>
              <a:rect b="b" l="l" r="r" t="t"/>
              <a:pathLst>
                <a:path extrusionOk="0" h="2311" w="11527">
                  <a:moveTo>
                    <a:pt x="5406" y="0"/>
                  </a:moveTo>
                  <a:lnTo>
                    <a:pt x="5406" y="596"/>
                  </a:lnTo>
                  <a:lnTo>
                    <a:pt x="4216" y="596"/>
                  </a:lnTo>
                  <a:lnTo>
                    <a:pt x="4216" y="1120"/>
                  </a:lnTo>
                  <a:lnTo>
                    <a:pt x="3025" y="1120"/>
                  </a:lnTo>
                  <a:lnTo>
                    <a:pt x="3025" y="596"/>
                  </a:lnTo>
                  <a:lnTo>
                    <a:pt x="0" y="596"/>
                  </a:lnTo>
                  <a:lnTo>
                    <a:pt x="0" y="2310"/>
                  </a:lnTo>
                  <a:lnTo>
                    <a:pt x="3025" y="2310"/>
                  </a:lnTo>
                  <a:lnTo>
                    <a:pt x="3025" y="1810"/>
                  </a:lnTo>
                  <a:lnTo>
                    <a:pt x="4216" y="1810"/>
                  </a:lnTo>
                  <a:lnTo>
                    <a:pt x="4216" y="2310"/>
                  </a:lnTo>
                  <a:lnTo>
                    <a:pt x="7264" y="2310"/>
                  </a:lnTo>
                  <a:lnTo>
                    <a:pt x="7264" y="1810"/>
                  </a:lnTo>
                  <a:lnTo>
                    <a:pt x="8478" y="1810"/>
                  </a:lnTo>
                  <a:lnTo>
                    <a:pt x="8478" y="2310"/>
                  </a:lnTo>
                  <a:lnTo>
                    <a:pt x="11527" y="2310"/>
                  </a:lnTo>
                  <a:lnTo>
                    <a:pt x="11527" y="596"/>
                  </a:lnTo>
                  <a:lnTo>
                    <a:pt x="8455" y="596"/>
                  </a:lnTo>
                  <a:lnTo>
                    <a:pt x="8455" y="1120"/>
                  </a:lnTo>
                  <a:lnTo>
                    <a:pt x="7264" y="1120"/>
                  </a:lnTo>
                  <a:lnTo>
                    <a:pt x="7264" y="596"/>
                  </a:lnTo>
                  <a:lnTo>
                    <a:pt x="6097" y="596"/>
                  </a:lnTo>
                  <a:lnTo>
                    <a:pt x="60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92"/>
            <p:cNvSpPr/>
            <p:nvPr/>
          </p:nvSpPr>
          <p:spPr>
            <a:xfrm>
              <a:off x="5541566" y="2625465"/>
              <a:ext cx="90410" cy="64287"/>
            </a:xfrm>
            <a:custGeom>
              <a:rect b="b" l="l" r="r" t="t"/>
              <a:pathLst>
                <a:path extrusionOk="0" h="2168" w="3049">
                  <a:moveTo>
                    <a:pt x="1167" y="1"/>
                  </a:moveTo>
                  <a:lnTo>
                    <a:pt x="1167" y="501"/>
                  </a:lnTo>
                  <a:lnTo>
                    <a:pt x="0" y="501"/>
                  </a:lnTo>
                  <a:lnTo>
                    <a:pt x="0" y="2168"/>
                  </a:lnTo>
                  <a:lnTo>
                    <a:pt x="3049" y="2168"/>
                  </a:lnTo>
                  <a:lnTo>
                    <a:pt x="3049" y="501"/>
                  </a:lnTo>
                  <a:lnTo>
                    <a:pt x="1858" y="501"/>
                  </a:lnTo>
                  <a:lnTo>
                    <a:pt x="18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92"/>
            <p:cNvSpPr/>
            <p:nvPr/>
          </p:nvSpPr>
          <p:spPr>
            <a:xfrm>
              <a:off x="5422213" y="2710213"/>
              <a:ext cx="74191" cy="90440"/>
            </a:xfrm>
            <a:custGeom>
              <a:rect b="b" l="l" r="r" t="t"/>
              <a:pathLst>
                <a:path extrusionOk="0" h="3050" w="2502">
                  <a:moveTo>
                    <a:pt x="929" y="1"/>
                  </a:moveTo>
                  <a:lnTo>
                    <a:pt x="929" y="620"/>
                  </a:lnTo>
                  <a:cubicBezTo>
                    <a:pt x="406" y="786"/>
                    <a:pt x="1" y="1287"/>
                    <a:pt x="48" y="1882"/>
                  </a:cubicBezTo>
                  <a:cubicBezTo>
                    <a:pt x="72" y="2501"/>
                    <a:pt x="572" y="3001"/>
                    <a:pt x="1191" y="3049"/>
                  </a:cubicBezTo>
                  <a:cubicBezTo>
                    <a:pt x="1205" y="3049"/>
                    <a:pt x="1219" y="3050"/>
                    <a:pt x="1233" y="3050"/>
                  </a:cubicBezTo>
                  <a:cubicBezTo>
                    <a:pt x="1906" y="3050"/>
                    <a:pt x="2477" y="2487"/>
                    <a:pt x="2477" y="1810"/>
                  </a:cubicBezTo>
                  <a:cubicBezTo>
                    <a:pt x="2501" y="1215"/>
                    <a:pt x="2120" y="786"/>
                    <a:pt x="1620" y="620"/>
                  </a:cubicBezTo>
                  <a:lnTo>
                    <a:pt x="16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92"/>
            <p:cNvSpPr/>
            <p:nvPr/>
          </p:nvSpPr>
          <p:spPr>
            <a:xfrm>
              <a:off x="5547912" y="2710213"/>
              <a:ext cx="74191" cy="90440"/>
            </a:xfrm>
            <a:custGeom>
              <a:rect b="b" l="l" r="r" t="t"/>
              <a:pathLst>
                <a:path extrusionOk="0" h="3050" w="2502">
                  <a:moveTo>
                    <a:pt x="929" y="1"/>
                  </a:moveTo>
                  <a:lnTo>
                    <a:pt x="929" y="620"/>
                  </a:lnTo>
                  <a:cubicBezTo>
                    <a:pt x="382" y="786"/>
                    <a:pt x="1" y="1287"/>
                    <a:pt x="24" y="1882"/>
                  </a:cubicBezTo>
                  <a:cubicBezTo>
                    <a:pt x="48" y="2501"/>
                    <a:pt x="548" y="3001"/>
                    <a:pt x="1191" y="3049"/>
                  </a:cubicBezTo>
                  <a:cubicBezTo>
                    <a:pt x="1205" y="3049"/>
                    <a:pt x="1218" y="3050"/>
                    <a:pt x="1232" y="3050"/>
                  </a:cubicBezTo>
                  <a:cubicBezTo>
                    <a:pt x="1882" y="3050"/>
                    <a:pt x="2454" y="2487"/>
                    <a:pt x="2454" y="1810"/>
                  </a:cubicBezTo>
                  <a:cubicBezTo>
                    <a:pt x="2501" y="1215"/>
                    <a:pt x="2120" y="786"/>
                    <a:pt x="1596" y="620"/>
                  </a:cubicBezTo>
                  <a:lnTo>
                    <a:pt x="15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92"/>
            <p:cNvSpPr/>
            <p:nvPr/>
          </p:nvSpPr>
          <p:spPr>
            <a:xfrm>
              <a:off x="5415155" y="2625465"/>
              <a:ext cx="90410" cy="64287"/>
            </a:xfrm>
            <a:custGeom>
              <a:rect b="b" l="l" r="r" t="t"/>
              <a:pathLst>
                <a:path extrusionOk="0" h="2168" w="3049">
                  <a:moveTo>
                    <a:pt x="1191" y="1"/>
                  </a:moveTo>
                  <a:lnTo>
                    <a:pt x="1191" y="501"/>
                  </a:lnTo>
                  <a:lnTo>
                    <a:pt x="1" y="501"/>
                  </a:lnTo>
                  <a:lnTo>
                    <a:pt x="1" y="2168"/>
                  </a:lnTo>
                  <a:lnTo>
                    <a:pt x="3049" y="2168"/>
                  </a:lnTo>
                  <a:lnTo>
                    <a:pt x="3049" y="501"/>
                  </a:lnTo>
                  <a:lnTo>
                    <a:pt x="1882" y="501"/>
                  </a:lnTo>
                  <a:lnTo>
                    <a:pt x="18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92"/>
            <p:cNvSpPr/>
            <p:nvPr/>
          </p:nvSpPr>
          <p:spPr>
            <a:xfrm>
              <a:off x="5297225" y="2710213"/>
              <a:ext cx="74191" cy="90440"/>
            </a:xfrm>
            <a:custGeom>
              <a:rect b="b" l="l" r="r" t="t"/>
              <a:pathLst>
                <a:path extrusionOk="0" h="3050" w="2502">
                  <a:moveTo>
                    <a:pt x="929" y="1"/>
                  </a:moveTo>
                  <a:lnTo>
                    <a:pt x="929" y="620"/>
                  </a:lnTo>
                  <a:cubicBezTo>
                    <a:pt x="382" y="786"/>
                    <a:pt x="1" y="1287"/>
                    <a:pt x="24" y="1882"/>
                  </a:cubicBezTo>
                  <a:cubicBezTo>
                    <a:pt x="48" y="2501"/>
                    <a:pt x="572" y="3001"/>
                    <a:pt x="1191" y="3049"/>
                  </a:cubicBezTo>
                  <a:cubicBezTo>
                    <a:pt x="1205" y="3049"/>
                    <a:pt x="1218" y="3050"/>
                    <a:pt x="1231" y="3050"/>
                  </a:cubicBezTo>
                  <a:cubicBezTo>
                    <a:pt x="1882" y="3050"/>
                    <a:pt x="2453" y="2487"/>
                    <a:pt x="2453" y="1810"/>
                  </a:cubicBezTo>
                  <a:cubicBezTo>
                    <a:pt x="2501" y="1215"/>
                    <a:pt x="2144" y="786"/>
                    <a:pt x="1596" y="620"/>
                  </a:cubicBezTo>
                  <a:lnTo>
                    <a:pt x="15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7" name="Google Shape;21137;p92"/>
          <p:cNvGrpSpPr/>
          <p:nvPr/>
        </p:nvGrpSpPr>
        <p:grpSpPr>
          <a:xfrm>
            <a:off x="4781639" y="2467296"/>
            <a:ext cx="341839" cy="337569"/>
            <a:chOff x="4705439" y="2467296"/>
            <a:chExt cx="341839" cy="337569"/>
          </a:xfrm>
        </p:grpSpPr>
        <p:sp>
          <p:nvSpPr>
            <p:cNvPr id="21138" name="Google Shape;21138;p92"/>
            <p:cNvSpPr/>
            <p:nvPr/>
          </p:nvSpPr>
          <p:spPr>
            <a:xfrm>
              <a:off x="4838226" y="2467296"/>
              <a:ext cx="75584" cy="76296"/>
            </a:xfrm>
            <a:custGeom>
              <a:rect b="b" l="l" r="r" t="t"/>
              <a:pathLst>
                <a:path extrusionOk="0" h="2573" w="2549">
                  <a:moveTo>
                    <a:pt x="1262" y="0"/>
                  </a:moveTo>
                  <a:cubicBezTo>
                    <a:pt x="572" y="0"/>
                    <a:pt x="0" y="572"/>
                    <a:pt x="0" y="1286"/>
                  </a:cubicBezTo>
                  <a:cubicBezTo>
                    <a:pt x="0" y="2001"/>
                    <a:pt x="572" y="2572"/>
                    <a:pt x="1262" y="2572"/>
                  </a:cubicBezTo>
                  <a:cubicBezTo>
                    <a:pt x="1977" y="2572"/>
                    <a:pt x="2548" y="2001"/>
                    <a:pt x="2548" y="1286"/>
                  </a:cubicBezTo>
                  <a:cubicBezTo>
                    <a:pt x="2548" y="572"/>
                    <a:pt x="1977"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92"/>
            <p:cNvSpPr/>
            <p:nvPr/>
          </p:nvSpPr>
          <p:spPr>
            <a:xfrm>
              <a:off x="4925791" y="2499084"/>
              <a:ext cx="75584" cy="76266"/>
            </a:xfrm>
            <a:custGeom>
              <a:rect b="b" l="l" r="r" t="t"/>
              <a:pathLst>
                <a:path extrusionOk="0" h="2572" w="2549">
                  <a:moveTo>
                    <a:pt x="1262" y="0"/>
                  </a:moveTo>
                  <a:cubicBezTo>
                    <a:pt x="572" y="0"/>
                    <a:pt x="0" y="572"/>
                    <a:pt x="0" y="1286"/>
                  </a:cubicBezTo>
                  <a:cubicBezTo>
                    <a:pt x="0" y="2000"/>
                    <a:pt x="572" y="2572"/>
                    <a:pt x="1262" y="2572"/>
                  </a:cubicBezTo>
                  <a:cubicBezTo>
                    <a:pt x="1977" y="2572"/>
                    <a:pt x="2548" y="2000"/>
                    <a:pt x="2548" y="1286"/>
                  </a:cubicBezTo>
                  <a:cubicBezTo>
                    <a:pt x="2548" y="572"/>
                    <a:pt x="1977"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92"/>
            <p:cNvSpPr/>
            <p:nvPr/>
          </p:nvSpPr>
          <p:spPr>
            <a:xfrm>
              <a:off x="4971694" y="2578880"/>
              <a:ext cx="75584" cy="75584"/>
            </a:xfrm>
            <a:custGeom>
              <a:rect b="b" l="l" r="r" t="t"/>
              <a:pathLst>
                <a:path extrusionOk="0" h="2549" w="2549">
                  <a:moveTo>
                    <a:pt x="1262" y="0"/>
                  </a:moveTo>
                  <a:cubicBezTo>
                    <a:pt x="572" y="0"/>
                    <a:pt x="0" y="572"/>
                    <a:pt x="0" y="1286"/>
                  </a:cubicBezTo>
                  <a:cubicBezTo>
                    <a:pt x="0" y="1977"/>
                    <a:pt x="572" y="2548"/>
                    <a:pt x="1262" y="2548"/>
                  </a:cubicBezTo>
                  <a:cubicBezTo>
                    <a:pt x="1977" y="2548"/>
                    <a:pt x="2548" y="1977"/>
                    <a:pt x="2548" y="1286"/>
                  </a:cubicBezTo>
                  <a:cubicBezTo>
                    <a:pt x="2548" y="572"/>
                    <a:pt x="1977"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92"/>
            <p:cNvSpPr/>
            <p:nvPr/>
          </p:nvSpPr>
          <p:spPr>
            <a:xfrm>
              <a:off x="4955444" y="2669974"/>
              <a:ext cx="75584" cy="75584"/>
            </a:xfrm>
            <a:custGeom>
              <a:rect b="b" l="l" r="r" t="t"/>
              <a:pathLst>
                <a:path extrusionOk="0" h="2549" w="2549">
                  <a:moveTo>
                    <a:pt x="1286" y="0"/>
                  </a:moveTo>
                  <a:cubicBezTo>
                    <a:pt x="572" y="0"/>
                    <a:pt x="0" y="572"/>
                    <a:pt x="0" y="1262"/>
                  </a:cubicBezTo>
                  <a:cubicBezTo>
                    <a:pt x="0" y="1977"/>
                    <a:pt x="572" y="2548"/>
                    <a:pt x="1286" y="2548"/>
                  </a:cubicBezTo>
                  <a:cubicBezTo>
                    <a:pt x="1977" y="2548"/>
                    <a:pt x="2548" y="1977"/>
                    <a:pt x="2548" y="1262"/>
                  </a:cubicBezTo>
                  <a:cubicBezTo>
                    <a:pt x="2548" y="572"/>
                    <a:pt x="1977"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92"/>
            <p:cNvSpPr/>
            <p:nvPr/>
          </p:nvSpPr>
          <p:spPr>
            <a:xfrm>
              <a:off x="4884811" y="2728569"/>
              <a:ext cx="75584" cy="76296"/>
            </a:xfrm>
            <a:custGeom>
              <a:rect b="b" l="l" r="r" t="t"/>
              <a:pathLst>
                <a:path extrusionOk="0" h="2573" w="2549">
                  <a:moveTo>
                    <a:pt x="1287" y="1"/>
                  </a:moveTo>
                  <a:cubicBezTo>
                    <a:pt x="572" y="1"/>
                    <a:pt x="1" y="572"/>
                    <a:pt x="1" y="1287"/>
                  </a:cubicBezTo>
                  <a:cubicBezTo>
                    <a:pt x="1" y="2001"/>
                    <a:pt x="572" y="2573"/>
                    <a:pt x="1287" y="2573"/>
                  </a:cubicBezTo>
                  <a:cubicBezTo>
                    <a:pt x="1977" y="2573"/>
                    <a:pt x="2549" y="2001"/>
                    <a:pt x="2549" y="1287"/>
                  </a:cubicBezTo>
                  <a:cubicBezTo>
                    <a:pt x="2549" y="572"/>
                    <a:pt x="1977" y="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92"/>
            <p:cNvSpPr/>
            <p:nvPr/>
          </p:nvSpPr>
          <p:spPr>
            <a:xfrm>
              <a:off x="4792323" y="2728569"/>
              <a:ext cx="75584" cy="76296"/>
            </a:xfrm>
            <a:custGeom>
              <a:rect b="b" l="l" r="r" t="t"/>
              <a:pathLst>
                <a:path extrusionOk="0" h="2573" w="2549">
                  <a:moveTo>
                    <a:pt x="1286" y="1"/>
                  </a:moveTo>
                  <a:cubicBezTo>
                    <a:pt x="572" y="1"/>
                    <a:pt x="0" y="572"/>
                    <a:pt x="0" y="1287"/>
                  </a:cubicBezTo>
                  <a:cubicBezTo>
                    <a:pt x="0" y="2001"/>
                    <a:pt x="572" y="2573"/>
                    <a:pt x="1286" y="2573"/>
                  </a:cubicBezTo>
                  <a:cubicBezTo>
                    <a:pt x="1977" y="2573"/>
                    <a:pt x="2548" y="2001"/>
                    <a:pt x="2548" y="1287"/>
                  </a:cubicBezTo>
                  <a:cubicBezTo>
                    <a:pt x="2548" y="572"/>
                    <a:pt x="1977"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92"/>
            <p:cNvSpPr/>
            <p:nvPr/>
          </p:nvSpPr>
          <p:spPr>
            <a:xfrm>
              <a:off x="4721689" y="2669974"/>
              <a:ext cx="75584" cy="75584"/>
            </a:xfrm>
            <a:custGeom>
              <a:rect b="b" l="l" r="r" t="t"/>
              <a:pathLst>
                <a:path extrusionOk="0" h="2549" w="2549">
                  <a:moveTo>
                    <a:pt x="1287" y="0"/>
                  </a:moveTo>
                  <a:cubicBezTo>
                    <a:pt x="572" y="0"/>
                    <a:pt x="1" y="572"/>
                    <a:pt x="1" y="1262"/>
                  </a:cubicBezTo>
                  <a:cubicBezTo>
                    <a:pt x="1" y="1977"/>
                    <a:pt x="572" y="2548"/>
                    <a:pt x="1287" y="2548"/>
                  </a:cubicBezTo>
                  <a:cubicBezTo>
                    <a:pt x="1977" y="2548"/>
                    <a:pt x="2549" y="1977"/>
                    <a:pt x="2549" y="1262"/>
                  </a:cubicBezTo>
                  <a:cubicBezTo>
                    <a:pt x="2549" y="572"/>
                    <a:pt x="1977"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92"/>
            <p:cNvSpPr/>
            <p:nvPr/>
          </p:nvSpPr>
          <p:spPr>
            <a:xfrm>
              <a:off x="4705439" y="2579562"/>
              <a:ext cx="76296" cy="76296"/>
            </a:xfrm>
            <a:custGeom>
              <a:rect b="b" l="l" r="r" t="t"/>
              <a:pathLst>
                <a:path extrusionOk="0" h="2573" w="2573">
                  <a:moveTo>
                    <a:pt x="1287" y="1"/>
                  </a:moveTo>
                  <a:cubicBezTo>
                    <a:pt x="573" y="1"/>
                    <a:pt x="1" y="572"/>
                    <a:pt x="1" y="1287"/>
                  </a:cubicBezTo>
                  <a:cubicBezTo>
                    <a:pt x="1" y="1977"/>
                    <a:pt x="573" y="2573"/>
                    <a:pt x="1287" y="2573"/>
                  </a:cubicBezTo>
                  <a:cubicBezTo>
                    <a:pt x="2001" y="2573"/>
                    <a:pt x="2573" y="1977"/>
                    <a:pt x="2573" y="1287"/>
                  </a:cubicBezTo>
                  <a:cubicBezTo>
                    <a:pt x="2573" y="572"/>
                    <a:pt x="2001" y="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92"/>
            <p:cNvSpPr/>
            <p:nvPr/>
          </p:nvSpPr>
          <p:spPr>
            <a:xfrm>
              <a:off x="4751343" y="2499084"/>
              <a:ext cx="76296" cy="76266"/>
            </a:xfrm>
            <a:custGeom>
              <a:rect b="b" l="l" r="r" t="t"/>
              <a:pathLst>
                <a:path extrusionOk="0" h="2572" w="2573">
                  <a:moveTo>
                    <a:pt x="1287" y="0"/>
                  </a:moveTo>
                  <a:cubicBezTo>
                    <a:pt x="572" y="0"/>
                    <a:pt x="1" y="572"/>
                    <a:pt x="1" y="1286"/>
                  </a:cubicBezTo>
                  <a:cubicBezTo>
                    <a:pt x="1" y="2000"/>
                    <a:pt x="572" y="2572"/>
                    <a:pt x="1287" y="2572"/>
                  </a:cubicBezTo>
                  <a:cubicBezTo>
                    <a:pt x="2001" y="2572"/>
                    <a:pt x="2573" y="2000"/>
                    <a:pt x="2573" y="1286"/>
                  </a:cubicBezTo>
                  <a:cubicBezTo>
                    <a:pt x="2573" y="572"/>
                    <a:pt x="2001"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92"/>
            <p:cNvSpPr/>
            <p:nvPr/>
          </p:nvSpPr>
          <p:spPr>
            <a:xfrm>
              <a:off x="4866455" y="2645955"/>
              <a:ext cx="62181" cy="20520"/>
            </a:xfrm>
            <a:custGeom>
              <a:rect b="b" l="l" r="r" t="t"/>
              <a:pathLst>
                <a:path extrusionOk="0" h="692" w="2097">
                  <a:moveTo>
                    <a:pt x="1" y="0"/>
                  </a:moveTo>
                  <a:lnTo>
                    <a:pt x="1" y="691"/>
                  </a:lnTo>
                  <a:lnTo>
                    <a:pt x="2096" y="691"/>
                  </a:lnTo>
                  <a:lnTo>
                    <a:pt x="20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92"/>
            <p:cNvSpPr/>
            <p:nvPr/>
          </p:nvSpPr>
          <p:spPr>
            <a:xfrm>
              <a:off x="4866455" y="2605004"/>
              <a:ext cx="62181" cy="20490"/>
            </a:xfrm>
            <a:custGeom>
              <a:rect b="b" l="l" r="r" t="t"/>
              <a:pathLst>
                <a:path extrusionOk="0" h="691" w="2097">
                  <a:moveTo>
                    <a:pt x="1" y="0"/>
                  </a:moveTo>
                  <a:lnTo>
                    <a:pt x="1" y="691"/>
                  </a:lnTo>
                  <a:lnTo>
                    <a:pt x="2096" y="691"/>
                  </a:lnTo>
                  <a:lnTo>
                    <a:pt x="20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92"/>
            <p:cNvSpPr/>
            <p:nvPr/>
          </p:nvSpPr>
          <p:spPr>
            <a:xfrm>
              <a:off x="4824081" y="2645955"/>
              <a:ext cx="20520" cy="20520"/>
            </a:xfrm>
            <a:custGeom>
              <a:rect b="b" l="l" r="r" t="t"/>
              <a:pathLst>
                <a:path extrusionOk="0" h="692" w="692">
                  <a:moveTo>
                    <a:pt x="1" y="0"/>
                  </a:moveTo>
                  <a:lnTo>
                    <a:pt x="1" y="691"/>
                  </a:lnTo>
                  <a:lnTo>
                    <a:pt x="691" y="691"/>
                  </a:lnTo>
                  <a:lnTo>
                    <a:pt x="6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92"/>
            <p:cNvSpPr/>
            <p:nvPr/>
          </p:nvSpPr>
          <p:spPr>
            <a:xfrm>
              <a:off x="4824081" y="2605004"/>
              <a:ext cx="20520" cy="20490"/>
            </a:xfrm>
            <a:custGeom>
              <a:rect b="b" l="l" r="r" t="t"/>
              <a:pathLst>
                <a:path extrusionOk="0" h="691" w="692">
                  <a:moveTo>
                    <a:pt x="1" y="0"/>
                  </a:moveTo>
                  <a:lnTo>
                    <a:pt x="1" y="691"/>
                  </a:lnTo>
                  <a:lnTo>
                    <a:pt x="691" y="691"/>
                  </a:lnTo>
                  <a:lnTo>
                    <a:pt x="6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1" name="Google Shape;21151;p92"/>
          <p:cNvGrpSpPr/>
          <p:nvPr/>
        </p:nvGrpSpPr>
        <p:grpSpPr>
          <a:xfrm>
            <a:off x="4039589" y="2487074"/>
            <a:ext cx="347473" cy="320607"/>
            <a:chOff x="4115789" y="2487074"/>
            <a:chExt cx="347473" cy="320607"/>
          </a:xfrm>
        </p:grpSpPr>
        <p:sp>
          <p:nvSpPr>
            <p:cNvPr id="21152" name="Google Shape;21152;p92"/>
            <p:cNvSpPr/>
            <p:nvPr/>
          </p:nvSpPr>
          <p:spPr>
            <a:xfrm>
              <a:off x="4119318" y="2487074"/>
              <a:ext cx="97497" cy="96756"/>
            </a:xfrm>
            <a:custGeom>
              <a:rect b="b" l="l" r="r" t="t"/>
              <a:pathLst>
                <a:path extrusionOk="0" h="3263" w="3288">
                  <a:moveTo>
                    <a:pt x="1644" y="0"/>
                  </a:moveTo>
                  <a:cubicBezTo>
                    <a:pt x="739" y="0"/>
                    <a:pt x="1" y="738"/>
                    <a:pt x="1" y="1643"/>
                  </a:cubicBezTo>
                  <a:cubicBezTo>
                    <a:pt x="1" y="2525"/>
                    <a:pt x="739" y="3263"/>
                    <a:pt x="1644" y="3263"/>
                  </a:cubicBezTo>
                  <a:cubicBezTo>
                    <a:pt x="2549" y="3263"/>
                    <a:pt x="3287" y="2525"/>
                    <a:pt x="3287" y="1643"/>
                  </a:cubicBezTo>
                  <a:cubicBezTo>
                    <a:pt x="3287" y="738"/>
                    <a:pt x="2549" y="0"/>
                    <a:pt x="1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92"/>
            <p:cNvSpPr/>
            <p:nvPr/>
          </p:nvSpPr>
          <p:spPr>
            <a:xfrm>
              <a:off x="4230902" y="2508958"/>
              <a:ext cx="156802" cy="52989"/>
            </a:xfrm>
            <a:custGeom>
              <a:rect b="b" l="l" r="r" t="t"/>
              <a:pathLst>
                <a:path extrusionOk="0" h="1787" w="5288">
                  <a:moveTo>
                    <a:pt x="1" y="0"/>
                  </a:moveTo>
                  <a:cubicBezTo>
                    <a:pt x="120" y="262"/>
                    <a:pt x="167" y="572"/>
                    <a:pt x="167" y="905"/>
                  </a:cubicBezTo>
                  <a:cubicBezTo>
                    <a:pt x="167" y="1215"/>
                    <a:pt x="120" y="1525"/>
                    <a:pt x="1" y="1787"/>
                  </a:cubicBezTo>
                  <a:lnTo>
                    <a:pt x="5287" y="1787"/>
                  </a:lnTo>
                  <a:lnTo>
                    <a:pt x="528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92"/>
            <p:cNvSpPr/>
            <p:nvPr/>
          </p:nvSpPr>
          <p:spPr>
            <a:xfrm>
              <a:off x="4408168" y="2508958"/>
              <a:ext cx="55094" cy="52989"/>
            </a:xfrm>
            <a:custGeom>
              <a:rect b="b" l="l" r="r" t="t"/>
              <a:pathLst>
                <a:path extrusionOk="0" h="1787" w="1858">
                  <a:moveTo>
                    <a:pt x="0" y="0"/>
                  </a:moveTo>
                  <a:lnTo>
                    <a:pt x="0" y="1787"/>
                  </a:lnTo>
                  <a:lnTo>
                    <a:pt x="857" y="1787"/>
                  </a:lnTo>
                  <a:cubicBezTo>
                    <a:pt x="1405" y="1787"/>
                    <a:pt x="1858" y="1310"/>
                    <a:pt x="1739" y="739"/>
                  </a:cubicBezTo>
                  <a:cubicBezTo>
                    <a:pt x="1667" y="334"/>
                    <a:pt x="1262" y="0"/>
                    <a:pt x="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92"/>
            <p:cNvSpPr/>
            <p:nvPr/>
          </p:nvSpPr>
          <p:spPr>
            <a:xfrm>
              <a:off x="4191375" y="2621225"/>
              <a:ext cx="157484" cy="53019"/>
            </a:xfrm>
            <a:custGeom>
              <a:rect b="b" l="l" r="r" t="t"/>
              <a:pathLst>
                <a:path extrusionOk="0" h="1788" w="5311">
                  <a:moveTo>
                    <a:pt x="0" y="1"/>
                  </a:moveTo>
                  <a:lnTo>
                    <a:pt x="0" y="1787"/>
                  </a:lnTo>
                  <a:lnTo>
                    <a:pt x="5311" y="1787"/>
                  </a:lnTo>
                  <a:cubicBezTo>
                    <a:pt x="5192" y="1525"/>
                    <a:pt x="5144" y="1215"/>
                    <a:pt x="5144" y="882"/>
                  </a:cubicBezTo>
                  <a:cubicBezTo>
                    <a:pt x="5144" y="549"/>
                    <a:pt x="5192" y="263"/>
                    <a:pt x="5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92"/>
            <p:cNvSpPr/>
            <p:nvPr/>
          </p:nvSpPr>
          <p:spPr>
            <a:xfrm>
              <a:off x="4362265" y="2597947"/>
              <a:ext cx="97468" cy="97468"/>
            </a:xfrm>
            <a:custGeom>
              <a:rect b="b" l="l" r="r" t="t"/>
              <a:pathLst>
                <a:path extrusionOk="0" h="3287" w="3287">
                  <a:moveTo>
                    <a:pt x="1643" y="0"/>
                  </a:moveTo>
                  <a:cubicBezTo>
                    <a:pt x="738" y="0"/>
                    <a:pt x="0" y="738"/>
                    <a:pt x="0" y="1643"/>
                  </a:cubicBezTo>
                  <a:cubicBezTo>
                    <a:pt x="0" y="2548"/>
                    <a:pt x="738" y="3286"/>
                    <a:pt x="1643" y="3286"/>
                  </a:cubicBezTo>
                  <a:cubicBezTo>
                    <a:pt x="2548" y="3286"/>
                    <a:pt x="3287" y="2548"/>
                    <a:pt x="3287" y="1643"/>
                  </a:cubicBezTo>
                  <a:cubicBezTo>
                    <a:pt x="3287" y="738"/>
                    <a:pt x="2548" y="0"/>
                    <a:pt x="1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92"/>
            <p:cNvSpPr/>
            <p:nvPr/>
          </p:nvSpPr>
          <p:spPr>
            <a:xfrm>
              <a:off x="4115789" y="2619831"/>
              <a:ext cx="55836" cy="52989"/>
            </a:xfrm>
            <a:custGeom>
              <a:rect b="b" l="l" r="r" t="t"/>
              <a:pathLst>
                <a:path extrusionOk="0" h="1787" w="1883">
                  <a:moveTo>
                    <a:pt x="1001" y="0"/>
                  </a:moveTo>
                  <a:cubicBezTo>
                    <a:pt x="453" y="0"/>
                    <a:pt x="1" y="500"/>
                    <a:pt x="120" y="1048"/>
                  </a:cubicBezTo>
                  <a:cubicBezTo>
                    <a:pt x="191" y="1477"/>
                    <a:pt x="596" y="1786"/>
                    <a:pt x="1001" y="1786"/>
                  </a:cubicBezTo>
                  <a:lnTo>
                    <a:pt x="1882" y="1786"/>
                  </a:lnTo>
                  <a:lnTo>
                    <a:pt x="18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92"/>
            <p:cNvSpPr/>
            <p:nvPr/>
          </p:nvSpPr>
          <p:spPr>
            <a:xfrm>
              <a:off x="4119318" y="2710213"/>
              <a:ext cx="97497" cy="97468"/>
            </a:xfrm>
            <a:custGeom>
              <a:rect b="b" l="l" r="r" t="t"/>
              <a:pathLst>
                <a:path extrusionOk="0" h="3287"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92"/>
            <p:cNvSpPr/>
            <p:nvPr/>
          </p:nvSpPr>
          <p:spPr>
            <a:xfrm>
              <a:off x="4407456" y="2732097"/>
              <a:ext cx="55806" cy="52989"/>
            </a:xfrm>
            <a:custGeom>
              <a:rect b="b" l="l" r="r" t="t"/>
              <a:pathLst>
                <a:path extrusionOk="0" h="1787" w="1882">
                  <a:moveTo>
                    <a:pt x="0" y="1"/>
                  </a:moveTo>
                  <a:lnTo>
                    <a:pt x="0" y="1787"/>
                  </a:lnTo>
                  <a:lnTo>
                    <a:pt x="881" y="1787"/>
                  </a:lnTo>
                  <a:cubicBezTo>
                    <a:pt x="1429" y="1787"/>
                    <a:pt x="1882" y="1311"/>
                    <a:pt x="1763" y="763"/>
                  </a:cubicBezTo>
                  <a:cubicBezTo>
                    <a:pt x="1691" y="334"/>
                    <a:pt x="1310"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92"/>
            <p:cNvSpPr/>
            <p:nvPr/>
          </p:nvSpPr>
          <p:spPr>
            <a:xfrm>
              <a:off x="4228797" y="2732097"/>
              <a:ext cx="158196" cy="52989"/>
            </a:xfrm>
            <a:custGeom>
              <a:rect b="b" l="l" r="r" t="t"/>
              <a:pathLst>
                <a:path extrusionOk="0" h="1787" w="5335">
                  <a:moveTo>
                    <a:pt x="0" y="1"/>
                  </a:moveTo>
                  <a:cubicBezTo>
                    <a:pt x="167" y="287"/>
                    <a:pt x="215" y="572"/>
                    <a:pt x="215" y="906"/>
                  </a:cubicBezTo>
                  <a:cubicBezTo>
                    <a:pt x="215" y="1192"/>
                    <a:pt x="167" y="1501"/>
                    <a:pt x="48" y="1787"/>
                  </a:cubicBezTo>
                  <a:lnTo>
                    <a:pt x="5335" y="1787"/>
                  </a:lnTo>
                  <a:lnTo>
                    <a:pt x="53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1" name="Google Shape;21161;p92"/>
          <p:cNvGrpSpPr/>
          <p:nvPr/>
        </p:nvGrpSpPr>
        <p:grpSpPr>
          <a:xfrm>
            <a:off x="3272838" y="2474353"/>
            <a:ext cx="341808" cy="306493"/>
            <a:chOff x="3501438" y="2474353"/>
            <a:chExt cx="341808" cy="306493"/>
          </a:xfrm>
        </p:grpSpPr>
        <p:sp>
          <p:nvSpPr>
            <p:cNvPr id="21162" name="Google Shape;21162;p92"/>
            <p:cNvSpPr/>
            <p:nvPr/>
          </p:nvSpPr>
          <p:spPr>
            <a:xfrm>
              <a:off x="3501438" y="2484939"/>
              <a:ext cx="104525" cy="132784"/>
            </a:xfrm>
            <a:custGeom>
              <a:rect b="b" l="l" r="r" t="t"/>
              <a:pathLst>
                <a:path extrusionOk="0" h="4478" w="3525">
                  <a:moveTo>
                    <a:pt x="2596" y="1"/>
                  </a:moveTo>
                  <a:lnTo>
                    <a:pt x="0" y="4478"/>
                  </a:lnTo>
                  <a:lnTo>
                    <a:pt x="1858" y="4478"/>
                  </a:lnTo>
                  <a:lnTo>
                    <a:pt x="3525" y="1573"/>
                  </a:lnTo>
                  <a:lnTo>
                    <a:pt x="25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92"/>
            <p:cNvSpPr/>
            <p:nvPr/>
          </p:nvSpPr>
          <p:spPr>
            <a:xfrm>
              <a:off x="3595349" y="2474353"/>
              <a:ext cx="154667" cy="48037"/>
            </a:xfrm>
            <a:custGeom>
              <a:rect b="b" l="l" r="r" t="t"/>
              <a:pathLst>
                <a:path extrusionOk="0" h="1620" w="5216">
                  <a:moveTo>
                    <a:pt x="1" y="1"/>
                  </a:moveTo>
                  <a:lnTo>
                    <a:pt x="929" y="1620"/>
                  </a:lnTo>
                  <a:lnTo>
                    <a:pt x="4287" y="1620"/>
                  </a:lnTo>
                  <a:lnTo>
                    <a:pt x="52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92"/>
            <p:cNvSpPr/>
            <p:nvPr/>
          </p:nvSpPr>
          <p:spPr>
            <a:xfrm>
              <a:off x="3574177" y="2541429"/>
              <a:ext cx="197753" cy="171629"/>
            </a:xfrm>
            <a:custGeom>
              <a:rect b="b" l="l" r="r" t="t"/>
              <a:pathLst>
                <a:path extrusionOk="0" h="5788" w="6669">
                  <a:moveTo>
                    <a:pt x="2072" y="1787"/>
                  </a:moveTo>
                  <a:lnTo>
                    <a:pt x="2072" y="2478"/>
                  </a:lnTo>
                  <a:lnTo>
                    <a:pt x="1358" y="2478"/>
                  </a:lnTo>
                  <a:lnTo>
                    <a:pt x="1358" y="1787"/>
                  </a:lnTo>
                  <a:close/>
                  <a:moveTo>
                    <a:pt x="5263" y="1787"/>
                  </a:moveTo>
                  <a:lnTo>
                    <a:pt x="5263" y="2478"/>
                  </a:lnTo>
                  <a:lnTo>
                    <a:pt x="2882" y="2478"/>
                  </a:lnTo>
                  <a:lnTo>
                    <a:pt x="2882" y="1787"/>
                  </a:lnTo>
                  <a:close/>
                  <a:moveTo>
                    <a:pt x="2072" y="3335"/>
                  </a:moveTo>
                  <a:lnTo>
                    <a:pt x="2072" y="4026"/>
                  </a:lnTo>
                  <a:lnTo>
                    <a:pt x="1358" y="4026"/>
                  </a:lnTo>
                  <a:lnTo>
                    <a:pt x="1358" y="3335"/>
                  </a:lnTo>
                  <a:close/>
                  <a:moveTo>
                    <a:pt x="5263" y="3335"/>
                  </a:moveTo>
                  <a:lnTo>
                    <a:pt x="5263" y="4026"/>
                  </a:lnTo>
                  <a:lnTo>
                    <a:pt x="2882" y="4026"/>
                  </a:lnTo>
                  <a:lnTo>
                    <a:pt x="2882" y="3335"/>
                  </a:lnTo>
                  <a:close/>
                  <a:moveTo>
                    <a:pt x="1667" y="1"/>
                  </a:moveTo>
                  <a:lnTo>
                    <a:pt x="0" y="2906"/>
                  </a:lnTo>
                  <a:lnTo>
                    <a:pt x="1667" y="5788"/>
                  </a:lnTo>
                  <a:lnTo>
                    <a:pt x="5001" y="5788"/>
                  </a:lnTo>
                  <a:lnTo>
                    <a:pt x="6668" y="2906"/>
                  </a:lnTo>
                  <a:lnTo>
                    <a:pt x="50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92"/>
            <p:cNvSpPr/>
            <p:nvPr/>
          </p:nvSpPr>
          <p:spPr>
            <a:xfrm>
              <a:off x="3502150" y="2636763"/>
              <a:ext cx="103813" cy="132784"/>
            </a:xfrm>
            <a:custGeom>
              <a:rect b="b" l="l" r="r" t="t"/>
              <a:pathLst>
                <a:path extrusionOk="0" h="4478" w="3501">
                  <a:moveTo>
                    <a:pt x="0" y="1"/>
                  </a:moveTo>
                  <a:lnTo>
                    <a:pt x="2596" y="4478"/>
                  </a:lnTo>
                  <a:lnTo>
                    <a:pt x="3501" y="2906"/>
                  </a:lnTo>
                  <a:lnTo>
                    <a:pt x="18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92"/>
            <p:cNvSpPr/>
            <p:nvPr/>
          </p:nvSpPr>
          <p:spPr>
            <a:xfrm>
              <a:off x="3739403" y="2484939"/>
              <a:ext cx="103131" cy="132784"/>
            </a:xfrm>
            <a:custGeom>
              <a:rect b="b" l="l" r="r" t="t"/>
              <a:pathLst>
                <a:path extrusionOk="0" h="4478" w="3478">
                  <a:moveTo>
                    <a:pt x="882" y="1"/>
                  </a:moveTo>
                  <a:lnTo>
                    <a:pt x="1" y="1573"/>
                  </a:lnTo>
                  <a:lnTo>
                    <a:pt x="1668" y="4478"/>
                  </a:lnTo>
                  <a:lnTo>
                    <a:pt x="3478" y="4478"/>
                  </a:lnTo>
                  <a:lnTo>
                    <a:pt x="8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92"/>
            <p:cNvSpPr/>
            <p:nvPr/>
          </p:nvSpPr>
          <p:spPr>
            <a:xfrm>
              <a:off x="3739403" y="2636763"/>
              <a:ext cx="103843" cy="132784"/>
            </a:xfrm>
            <a:custGeom>
              <a:rect b="b" l="l" r="r" t="t"/>
              <a:pathLst>
                <a:path extrusionOk="0" h="4478" w="3502">
                  <a:moveTo>
                    <a:pt x="1668" y="1"/>
                  </a:moveTo>
                  <a:lnTo>
                    <a:pt x="1" y="2906"/>
                  </a:lnTo>
                  <a:lnTo>
                    <a:pt x="906" y="4478"/>
                  </a:lnTo>
                  <a:lnTo>
                    <a:pt x="3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92"/>
            <p:cNvSpPr/>
            <p:nvPr/>
          </p:nvSpPr>
          <p:spPr>
            <a:xfrm>
              <a:off x="3595349" y="2733521"/>
              <a:ext cx="154667" cy="47325"/>
            </a:xfrm>
            <a:custGeom>
              <a:rect b="b" l="l" r="r" t="t"/>
              <a:pathLst>
                <a:path extrusionOk="0" h="1596" w="5216">
                  <a:moveTo>
                    <a:pt x="929" y="0"/>
                  </a:moveTo>
                  <a:lnTo>
                    <a:pt x="1" y="1596"/>
                  </a:lnTo>
                  <a:lnTo>
                    <a:pt x="5216" y="1596"/>
                  </a:lnTo>
                  <a:lnTo>
                    <a:pt x="428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9" name="Google Shape;21169;p92"/>
          <p:cNvGrpSpPr/>
          <p:nvPr/>
        </p:nvGrpSpPr>
        <p:grpSpPr>
          <a:xfrm>
            <a:off x="2569603" y="2536506"/>
            <a:ext cx="341122" cy="194906"/>
            <a:chOff x="2950603" y="2536506"/>
            <a:chExt cx="341122" cy="194906"/>
          </a:xfrm>
        </p:grpSpPr>
        <p:sp>
          <p:nvSpPr>
            <p:cNvPr id="21170" name="Google Shape;21170;p92"/>
            <p:cNvSpPr/>
            <p:nvPr/>
          </p:nvSpPr>
          <p:spPr>
            <a:xfrm>
              <a:off x="3036063" y="2657253"/>
              <a:ext cx="20520" cy="20520"/>
            </a:xfrm>
            <a:custGeom>
              <a:rect b="b" l="l" r="r" t="t"/>
              <a:pathLst>
                <a:path extrusionOk="0" h="692" w="692">
                  <a:moveTo>
                    <a:pt x="1" y="0"/>
                  </a:moveTo>
                  <a:lnTo>
                    <a:pt x="1" y="691"/>
                  </a:lnTo>
                  <a:lnTo>
                    <a:pt x="691" y="691"/>
                  </a:lnTo>
                  <a:lnTo>
                    <a:pt x="6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92"/>
            <p:cNvSpPr/>
            <p:nvPr/>
          </p:nvSpPr>
          <p:spPr>
            <a:xfrm>
              <a:off x="3036063" y="2691858"/>
              <a:ext cx="20520" cy="19808"/>
            </a:xfrm>
            <a:custGeom>
              <a:rect b="b" l="l" r="r" t="t"/>
              <a:pathLst>
                <a:path extrusionOk="0" h="668" w="692">
                  <a:moveTo>
                    <a:pt x="1" y="0"/>
                  </a:moveTo>
                  <a:lnTo>
                    <a:pt x="1" y="667"/>
                  </a:lnTo>
                  <a:lnTo>
                    <a:pt x="691" y="667"/>
                  </a:lnTo>
                  <a:lnTo>
                    <a:pt x="6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92"/>
            <p:cNvSpPr/>
            <p:nvPr/>
          </p:nvSpPr>
          <p:spPr>
            <a:xfrm>
              <a:off x="3187175" y="2556967"/>
              <a:ext cx="20520" cy="19808"/>
            </a:xfrm>
            <a:custGeom>
              <a:rect b="b" l="l" r="r" t="t"/>
              <a:pathLst>
                <a:path extrusionOk="0" h="668" w="692">
                  <a:moveTo>
                    <a:pt x="1" y="1"/>
                  </a:moveTo>
                  <a:lnTo>
                    <a:pt x="1" y="668"/>
                  </a:lnTo>
                  <a:lnTo>
                    <a:pt x="691" y="668"/>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92"/>
            <p:cNvSpPr/>
            <p:nvPr/>
          </p:nvSpPr>
          <p:spPr>
            <a:xfrm>
              <a:off x="3187175" y="2590178"/>
              <a:ext cx="20520" cy="20490"/>
            </a:xfrm>
            <a:custGeom>
              <a:rect b="b" l="l" r="r" t="t"/>
              <a:pathLst>
                <a:path extrusionOk="0" h="691" w="692">
                  <a:moveTo>
                    <a:pt x="1" y="0"/>
                  </a:moveTo>
                  <a:lnTo>
                    <a:pt x="1" y="691"/>
                  </a:lnTo>
                  <a:lnTo>
                    <a:pt x="691" y="691"/>
                  </a:lnTo>
                  <a:lnTo>
                    <a:pt x="6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92"/>
            <p:cNvSpPr/>
            <p:nvPr/>
          </p:nvSpPr>
          <p:spPr>
            <a:xfrm>
              <a:off x="2950603" y="2536506"/>
              <a:ext cx="341122" cy="194906"/>
            </a:xfrm>
            <a:custGeom>
              <a:rect b="b" l="l" r="r" t="t"/>
              <a:pathLst>
                <a:path extrusionOk="0" h="6573" w="11504">
                  <a:moveTo>
                    <a:pt x="2859" y="0"/>
                  </a:moveTo>
                  <a:cubicBezTo>
                    <a:pt x="2120" y="119"/>
                    <a:pt x="1501" y="572"/>
                    <a:pt x="1192" y="1286"/>
                  </a:cubicBezTo>
                  <a:lnTo>
                    <a:pt x="453" y="2953"/>
                  </a:lnTo>
                  <a:lnTo>
                    <a:pt x="1" y="2953"/>
                  </a:lnTo>
                  <a:lnTo>
                    <a:pt x="1" y="3620"/>
                  </a:lnTo>
                  <a:lnTo>
                    <a:pt x="5550" y="3620"/>
                  </a:lnTo>
                  <a:lnTo>
                    <a:pt x="6288" y="5287"/>
                  </a:lnTo>
                  <a:cubicBezTo>
                    <a:pt x="6621" y="5978"/>
                    <a:pt x="7217" y="6454"/>
                    <a:pt x="7955" y="6573"/>
                  </a:cubicBezTo>
                  <a:lnTo>
                    <a:pt x="7955" y="3620"/>
                  </a:lnTo>
                  <a:lnTo>
                    <a:pt x="8646" y="3620"/>
                  </a:lnTo>
                  <a:lnTo>
                    <a:pt x="8646" y="6573"/>
                  </a:lnTo>
                  <a:cubicBezTo>
                    <a:pt x="9384" y="6454"/>
                    <a:pt x="10003" y="6001"/>
                    <a:pt x="10313" y="5287"/>
                  </a:cubicBezTo>
                  <a:lnTo>
                    <a:pt x="11075" y="3620"/>
                  </a:lnTo>
                  <a:lnTo>
                    <a:pt x="11503" y="3620"/>
                  </a:lnTo>
                  <a:lnTo>
                    <a:pt x="11503" y="2953"/>
                  </a:lnTo>
                  <a:lnTo>
                    <a:pt x="5955" y="2953"/>
                  </a:lnTo>
                  <a:lnTo>
                    <a:pt x="5216" y="1286"/>
                  </a:lnTo>
                  <a:cubicBezTo>
                    <a:pt x="4883" y="596"/>
                    <a:pt x="4264" y="119"/>
                    <a:pt x="3549" y="0"/>
                  </a:cubicBezTo>
                  <a:lnTo>
                    <a:pt x="3549" y="2953"/>
                  </a:lnTo>
                  <a:lnTo>
                    <a:pt x="2859" y="2953"/>
                  </a:lnTo>
                  <a:lnTo>
                    <a:pt x="28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5" name="Google Shape;21175;p92"/>
          <p:cNvGrpSpPr/>
          <p:nvPr/>
        </p:nvGrpSpPr>
        <p:grpSpPr>
          <a:xfrm>
            <a:off x="1816967" y="2431267"/>
            <a:ext cx="341127" cy="341835"/>
            <a:chOff x="2350367" y="2431267"/>
            <a:chExt cx="341127" cy="341835"/>
          </a:xfrm>
        </p:grpSpPr>
        <p:sp>
          <p:nvSpPr>
            <p:cNvPr id="21176" name="Google Shape;21176;p92"/>
            <p:cNvSpPr/>
            <p:nvPr/>
          </p:nvSpPr>
          <p:spPr>
            <a:xfrm>
              <a:off x="2500085" y="2431267"/>
              <a:ext cx="42403" cy="42403"/>
            </a:xfrm>
            <a:custGeom>
              <a:rect b="b" l="l" r="r" t="t"/>
              <a:pathLst>
                <a:path extrusionOk="0" h="1430" w="1430">
                  <a:moveTo>
                    <a:pt x="715" y="1"/>
                  </a:moveTo>
                  <a:cubicBezTo>
                    <a:pt x="310" y="1"/>
                    <a:pt x="0" y="334"/>
                    <a:pt x="0" y="715"/>
                  </a:cubicBezTo>
                  <a:cubicBezTo>
                    <a:pt x="0" y="1096"/>
                    <a:pt x="310" y="1430"/>
                    <a:pt x="715" y="1430"/>
                  </a:cubicBezTo>
                  <a:cubicBezTo>
                    <a:pt x="1096" y="1430"/>
                    <a:pt x="1429" y="1096"/>
                    <a:pt x="1429" y="715"/>
                  </a:cubicBezTo>
                  <a:cubicBezTo>
                    <a:pt x="1429" y="334"/>
                    <a:pt x="1096"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92"/>
            <p:cNvSpPr/>
            <p:nvPr/>
          </p:nvSpPr>
          <p:spPr>
            <a:xfrm>
              <a:off x="2470432" y="2474353"/>
              <a:ext cx="100996" cy="298749"/>
            </a:xfrm>
            <a:custGeom>
              <a:rect b="b" l="l" r="r" t="t"/>
              <a:pathLst>
                <a:path extrusionOk="0" h="10075" w="3406">
                  <a:moveTo>
                    <a:pt x="2501" y="1525"/>
                  </a:moveTo>
                  <a:lnTo>
                    <a:pt x="2501" y="2215"/>
                  </a:lnTo>
                  <a:lnTo>
                    <a:pt x="881" y="2215"/>
                  </a:lnTo>
                  <a:lnTo>
                    <a:pt x="881" y="1525"/>
                  </a:lnTo>
                  <a:close/>
                  <a:moveTo>
                    <a:pt x="2501" y="3168"/>
                  </a:moveTo>
                  <a:lnTo>
                    <a:pt x="2501" y="3835"/>
                  </a:lnTo>
                  <a:lnTo>
                    <a:pt x="881" y="3835"/>
                  </a:lnTo>
                  <a:lnTo>
                    <a:pt x="881" y="3168"/>
                  </a:lnTo>
                  <a:close/>
                  <a:moveTo>
                    <a:pt x="2501" y="4811"/>
                  </a:moveTo>
                  <a:lnTo>
                    <a:pt x="2501" y="5478"/>
                  </a:lnTo>
                  <a:lnTo>
                    <a:pt x="881" y="5478"/>
                  </a:lnTo>
                  <a:lnTo>
                    <a:pt x="881" y="4811"/>
                  </a:lnTo>
                  <a:close/>
                  <a:moveTo>
                    <a:pt x="2501" y="6430"/>
                  </a:moveTo>
                  <a:lnTo>
                    <a:pt x="2501" y="7121"/>
                  </a:lnTo>
                  <a:lnTo>
                    <a:pt x="881" y="7121"/>
                  </a:lnTo>
                  <a:lnTo>
                    <a:pt x="881" y="6430"/>
                  </a:lnTo>
                  <a:close/>
                  <a:moveTo>
                    <a:pt x="0" y="1"/>
                  </a:moveTo>
                  <a:lnTo>
                    <a:pt x="0" y="10074"/>
                  </a:lnTo>
                  <a:lnTo>
                    <a:pt x="3406" y="10074"/>
                  </a:lnTo>
                  <a:lnTo>
                    <a:pt x="3406" y="1"/>
                  </a:lnTo>
                  <a:lnTo>
                    <a:pt x="2858" y="1"/>
                  </a:lnTo>
                  <a:cubicBezTo>
                    <a:pt x="2620" y="405"/>
                    <a:pt x="2191" y="667"/>
                    <a:pt x="1715" y="667"/>
                  </a:cubicBezTo>
                  <a:cubicBezTo>
                    <a:pt x="1191" y="667"/>
                    <a:pt x="786" y="405"/>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8" name="Google Shape;21178;p92"/>
            <p:cNvSpPr/>
            <p:nvPr/>
          </p:nvSpPr>
          <p:spPr>
            <a:xfrm>
              <a:off x="2620120" y="2431267"/>
              <a:ext cx="42403" cy="42403"/>
            </a:xfrm>
            <a:custGeom>
              <a:rect b="b" l="l" r="r" t="t"/>
              <a:pathLst>
                <a:path extrusionOk="0" h="1430" w="1430">
                  <a:moveTo>
                    <a:pt x="715" y="1"/>
                  </a:moveTo>
                  <a:cubicBezTo>
                    <a:pt x="310" y="1"/>
                    <a:pt x="1" y="334"/>
                    <a:pt x="1" y="715"/>
                  </a:cubicBezTo>
                  <a:cubicBezTo>
                    <a:pt x="25" y="1096"/>
                    <a:pt x="310" y="1430"/>
                    <a:pt x="715" y="1430"/>
                  </a:cubicBezTo>
                  <a:cubicBezTo>
                    <a:pt x="1096" y="1430"/>
                    <a:pt x="1430" y="1096"/>
                    <a:pt x="1430" y="715"/>
                  </a:cubicBezTo>
                  <a:cubicBezTo>
                    <a:pt x="1430" y="334"/>
                    <a:pt x="1096"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9" name="Google Shape;21179;p92"/>
            <p:cNvSpPr/>
            <p:nvPr/>
          </p:nvSpPr>
          <p:spPr>
            <a:xfrm>
              <a:off x="2350367" y="2474353"/>
              <a:ext cx="101026" cy="298749"/>
            </a:xfrm>
            <a:custGeom>
              <a:rect b="b" l="l" r="r" t="t"/>
              <a:pathLst>
                <a:path extrusionOk="0" h="10075" w="3407">
                  <a:moveTo>
                    <a:pt x="2501" y="1525"/>
                  </a:moveTo>
                  <a:lnTo>
                    <a:pt x="2501" y="2215"/>
                  </a:lnTo>
                  <a:lnTo>
                    <a:pt x="882" y="2215"/>
                  </a:lnTo>
                  <a:lnTo>
                    <a:pt x="882" y="1525"/>
                  </a:lnTo>
                  <a:close/>
                  <a:moveTo>
                    <a:pt x="2501" y="3168"/>
                  </a:moveTo>
                  <a:lnTo>
                    <a:pt x="2501" y="3858"/>
                  </a:lnTo>
                  <a:lnTo>
                    <a:pt x="882" y="3858"/>
                  </a:lnTo>
                  <a:lnTo>
                    <a:pt x="882" y="3168"/>
                  </a:lnTo>
                  <a:close/>
                  <a:moveTo>
                    <a:pt x="2501" y="4811"/>
                  </a:moveTo>
                  <a:lnTo>
                    <a:pt x="2501" y="5478"/>
                  </a:lnTo>
                  <a:lnTo>
                    <a:pt x="882" y="5478"/>
                  </a:lnTo>
                  <a:lnTo>
                    <a:pt x="882" y="4811"/>
                  </a:lnTo>
                  <a:close/>
                  <a:moveTo>
                    <a:pt x="2501" y="6430"/>
                  </a:moveTo>
                  <a:lnTo>
                    <a:pt x="2501" y="7121"/>
                  </a:lnTo>
                  <a:lnTo>
                    <a:pt x="882" y="7121"/>
                  </a:lnTo>
                  <a:lnTo>
                    <a:pt x="882" y="6430"/>
                  </a:lnTo>
                  <a:close/>
                  <a:moveTo>
                    <a:pt x="1" y="1"/>
                  </a:moveTo>
                  <a:lnTo>
                    <a:pt x="1" y="10074"/>
                  </a:lnTo>
                  <a:lnTo>
                    <a:pt x="3406" y="10074"/>
                  </a:lnTo>
                  <a:lnTo>
                    <a:pt x="3406" y="1"/>
                  </a:lnTo>
                  <a:lnTo>
                    <a:pt x="2858" y="1"/>
                  </a:lnTo>
                  <a:cubicBezTo>
                    <a:pt x="2620" y="382"/>
                    <a:pt x="2168" y="667"/>
                    <a:pt x="1691" y="667"/>
                  </a:cubicBezTo>
                  <a:cubicBezTo>
                    <a:pt x="1239" y="667"/>
                    <a:pt x="787" y="405"/>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92"/>
            <p:cNvSpPr/>
            <p:nvPr/>
          </p:nvSpPr>
          <p:spPr>
            <a:xfrm>
              <a:off x="2590467" y="2474353"/>
              <a:ext cx="101026" cy="298749"/>
            </a:xfrm>
            <a:custGeom>
              <a:rect b="b" l="l" r="r" t="t"/>
              <a:pathLst>
                <a:path extrusionOk="0" h="10075" w="3407">
                  <a:moveTo>
                    <a:pt x="2525" y="1525"/>
                  </a:moveTo>
                  <a:lnTo>
                    <a:pt x="2525" y="2215"/>
                  </a:lnTo>
                  <a:lnTo>
                    <a:pt x="906" y="2215"/>
                  </a:lnTo>
                  <a:lnTo>
                    <a:pt x="906" y="1525"/>
                  </a:lnTo>
                  <a:close/>
                  <a:moveTo>
                    <a:pt x="2525" y="3168"/>
                  </a:moveTo>
                  <a:lnTo>
                    <a:pt x="2525" y="3835"/>
                  </a:lnTo>
                  <a:lnTo>
                    <a:pt x="906" y="3835"/>
                  </a:lnTo>
                  <a:lnTo>
                    <a:pt x="906" y="3168"/>
                  </a:lnTo>
                  <a:close/>
                  <a:moveTo>
                    <a:pt x="2525" y="4811"/>
                  </a:moveTo>
                  <a:lnTo>
                    <a:pt x="2525" y="5478"/>
                  </a:lnTo>
                  <a:lnTo>
                    <a:pt x="906" y="5478"/>
                  </a:lnTo>
                  <a:lnTo>
                    <a:pt x="906" y="4811"/>
                  </a:lnTo>
                  <a:close/>
                  <a:moveTo>
                    <a:pt x="2525" y="6430"/>
                  </a:moveTo>
                  <a:lnTo>
                    <a:pt x="2525" y="7121"/>
                  </a:lnTo>
                  <a:lnTo>
                    <a:pt x="906" y="7121"/>
                  </a:lnTo>
                  <a:lnTo>
                    <a:pt x="906" y="6430"/>
                  </a:lnTo>
                  <a:close/>
                  <a:moveTo>
                    <a:pt x="1" y="1"/>
                  </a:moveTo>
                  <a:lnTo>
                    <a:pt x="1" y="10074"/>
                  </a:lnTo>
                  <a:lnTo>
                    <a:pt x="3406" y="10074"/>
                  </a:lnTo>
                  <a:lnTo>
                    <a:pt x="3406" y="1"/>
                  </a:lnTo>
                  <a:lnTo>
                    <a:pt x="2858" y="1"/>
                  </a:lnTo>
                  <a:cubicBezTo>
                    <a:pt x="2620" y="405"/>
                    <a:pt x="2192" y="667"/>
                    <a:pt x="1715" y="667"/>
                  </a:cubicBezTo>
                  <a:cubicBezTo>
                    <a:pt x="1239" y="667"/>
                    <a:pt x="786" y="405"/>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92"/>
            <p:cNvSpPr/>
            <p:nvPr/>
          </p:nvSpPr>
          <p:spPr>
            <a:xfrm>
              <a:off x="2380020" y="2431267"/>
              <a:ext cx="42403" cy="42403"/>
            </a:xfrm>
            <a:custGeom>
              <a:rect b="b" l="l" r="r" t="t"/>
              <a:pathLst>
                <a:path extrusionOk="0" h="1430" w="1430">
                  <a:moveTo>
                    <a:pt x="715" y="1"/>
                  </a:moveTo>
                  <a:cubicBezTo>
                    <a:pt x="310" y="1"/>
                    <a:pt x="1" y="334"/>
                    <a:pt x="1" y="715"/>
                  </a:cubicBezTo>
                  <a:cubicBezTo>
                    <a:pt x="1" y="1096"/>
                    <a:pt x="310" y="1430"/>
                    <a:pt x="715" y="1430"/>
                  </a:cubicBezTo>
                  <a:cubicBezTo>
                    <a:pt x="1096" y="1430"/>
                    <a:pt x="1430" y="1096"/>
                    <a:pt x="1430" y="715"/>
                  </a:cubicBezTo>
                  <a:cubicBezTo>
                    <a:pt x="1430" y="334"/>
                    <a:pt x="1096"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2" name="Google Shape;21182;p92"/>
          <p:cNvGrpSpPr/>
          <p:nvPr/>
        </p:nvGrpSpPr>
        <p:grpSpPr>
          <a:xfrm>
            <a:off x="1073493" y="2508958"/>
            <a:ext cx="340415" cy="237312"/>
            <a:chOff x="1759293" y="2508958"/>
            <a:chExt cx="340415" cy="237312"/>
          </a:xfrm>
        </p:grpSpPr>
        <p:sp>
          <p:nvSpPr>
            <p:cNvPr id="21183" name="Google Shape;21183;p92"/>
            <p:cNvSpPr/>
            <p:nvPr/>
          </p:nvSpPr>
          <p:spPr>
            <a:xfrm>
              <a:off x="1759293" y="2508958"/>
              <a:ext cx="94680" cy="74161"/>
            </a:xfrm>
            <a:custGeom>
              <a:rect b="b" l="l" r="r" t="t"/>
              <a:pathLst>
                <a:path extrusionOk="0" h="2501" w="3193">
                  <a:moveTo>
                    <a:pt x="1" y="0"/>
                  </a:moveTo>
                  <a:lnTo>
                    <a:pt x="1" y="1501"/>
                  </a:lnTo>
                  <a:lnTo>
                    <a:pt x="1597" y="2501"/>
                  </a:lnTo>
                  <a:lnTo>
                    <a:pt x="3192" y="1572"/>
                  </a:lnTo>
                  <a:lnTo>
                    <a:pt x="31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92"/>
            <p:cNvSpPr/>
            <p:nvPr/>
          </p:nvSpPr>
          <p:spPr>
            <a:xfrm>
              <a:off x="1759293" y="2576745"/>
              <a:ext cx="93969" cy="169523"/>
            </a:xfrm>
            <a:custGeom>
              <a:rect b="b" l="l" r="r" t="t"/>
              <a:pathLst>
                <a:path extrusionOk="0" h="5717" w="3169">
                  <a:moveTo>
                    <a:pt x="1" y="1"/>
                  </a:moveTo>
                  <a:lnTo>
                    <a:pt x="1" y="5716"/>
                  </a:lnTo>
                  <a:lnTo>
                    <a:pt x="3168" y="5716"/>
                  </a:lnTo>
                  <a:lnTo>
                    <a:pt x="3168" y="96"/>
                  </a:lnTo>
                  <a:lnTo>
                    <a:pt x="1573" y="1048"/>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92"/>
            <p:cNvSpPr/>
            <p:nvPr/>
          </p:nvSpPr>
          <p:spPr>
            <a:xfrm>
              <a:off x="2005769" y="2509670"/>
              <a:ext cx="93939" cy="74161"/>
            </a:xfrm>
            <a:custGeom>
              <a:rect b="b" l="l" r="r" t="t"/>
              <a:pathLst>
                <a:path extrusionOk="0" h="2501" w="3168">
                  <a:moveTo>
                    <a:pt x="0" y="0"/>
                  </a:moveTo>
                  <a:lnTo>
                    <a:pt x="0" y="1572"/>
                  </a:lnTo>
                  <a:lnTo>
                    <a:pt x="1596" y="2501"/>
                  </a:lnTo>
                  <a:lnTo>
                    <a:pt x="3168" y="1572"/>
                  </a:lnTo>
                  <a:lnTo>
                    <a:pt x="31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92"/>
            <p:cNvSpPr/>
            <p:nvPr/>
          </p:nvSpPr>
          <p:spPr>
            <a:xfrm>
              <a:off x="2005769" y="2579562"/>
              <a:ext cx="93939" cy="166706"/>
            </a:xfrm>
            <a:custGeom>
              <a:rect b="b" l="l" r="r" t="t"/>
              <a:pathLst>
                <a:path extrusionOk="0" h="5622" w="3168">
                  <a:moveTo>
                    <a:pt x="0" y="1"/>
                  </a:moveTo>
                  <a:lnTo>
                    <a:pt x="0" y="5621"/>
                  </a:lnTo>
                  <a:lnTo>
                    <a:pt x="3168" y="5621"/>
                  </a:lnTo>
                  <a:lnTo>
                    <a:pt x="3168" y="1"/>
                  </a:lnTo>
                  <a:lnTo>
                    <a:pt x="1596" y="930"/>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92"/>
            <p:cNvSpPr/>
            <p:nvPr/>
          </p:nvSpPr>
          <p:spPr>
            <a:xfrm>
              <a:off x="1882175" y="2509670"/>
              <a:ext cx="93939" cy="167388"/>
            </a:xfrm>
            <a:custGeom>
              <a:rect b="b" l="l" r="r" t="t"/>
              <a:pathLst>
                <a:path extrusionOk="0" h="5645" w="3168">
                  <a:moveTo>
                    <a:pt x="1" y="0"/>
                  </a:moveTo>
                  <a:lnTo>
                    <a:pt x="1" y="5644"/>
                  </a:lnTo>
                  <a:lnTo>
                    <a:pt x="1596" y="4716"/>
                  </a:lnTo>
                  <a:lnTo>
                    <a:pt x="3168" y="5644"/>
                  </a:lnTo>
                  <a:lnTo>
                    <a:pt x="31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92"/>
            <p:cNvSpPr/>
            <p:nvPr/>
          </p:nvSpPr>
          <p:spPr>
            <a:xfrm>
              <a:off x="1882175" y="2672080"/>
              <a:ext cx="93939" cy="74191"/>
            </a:xfrm>
            <a:custGeom>
              <a:rect b="b" l="l" r="r" t="t"/>
              <a:pathLst>
                <a:path extrusionOk="0" h="2502" w="3168">
                  <a:moveTo>
                    <a:pt x="1596" y="1"/>
                  </a:moveTo>
                  <a:lnTo>
                    <a:pt x="1" y="929"/>
                  </a:lnTo>
                  <a:lnTo>
                    <a:pt x="1" y="2501"/>
                  </a:lnTo>
                  <a:lnTo>
                    <a:pt x="3168" y="2501"/>
                  </a:lnTo>
                  <a:lnTo>
                    <a:pt x="3168" y="929"/>
                  </a:lnTo>
                  <a:lnTo>
                    <a:pt x="15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9" name="Google Shape;21189;p92"/>
          <p:cNvGrpSpPr/>
          <p:nvPr/>
        </p:nvGrpSpPr>
        <p:grpSpPr>
          <a:xfrm>
            <a:off x="1072811" y="2996217"/>
            <a:ext cx="340384" cy="341097"/>
            <a:chOff x="1758611" y="2996217"/>
            <a:chExt cx="340384" cy="341097"/>
          </a:xfrm>
        </p:grpSpPr>
        <p:sp>
          <p:nvSpPr>
            <p:cNvPr id="21190" name="Google Shape;21190;p92"/>
            <p:cNvSpPr/>
            <p:nvPr/>
          </p:nvSpPr>
          <p:spPr>
            <a:xfrm>
              <a:off x="1823581" y="3060475"/>
              <a:ext cx="211867" cy="211867"/>
            </a:xfrm>
            <a:custGeom>
              <a:rect b="b" l="l" r="r" t="t"/>
              <a:pathLst>
                <a:path extrusionOk="0" h="7145" w="7145">
                  <a:moveTo>
                    <a:pt x="3572" y="0"/>
                  </a:moveTo>
                  <a:cubicBezTo>
                    <a:pt x="1596" y="0"/>
                    <a:pt x="0" y="1596"/>
                    <a:pt x="0" y="3573"/>
                  </a:cubicBezTo>
                  <a:cubicBezTo>
                    <a:pt x="0" y="5549"/>
                    <a:pt x="1596" y="7145"/>
                    <a:pt x="3572" y="7145"/>
                  </a:cubicBezTo>
                  <a:cubicBezTo>
                    <a:pt x="5549" y="7145"/>
                    <a:pt x="7144" y="5549"/>
                    <a:pt x="7144" y="3573"/>
                  </a:cubicBezTo>
                  <a:cubicBezTo>
                    <a:pt x="7144" y="1596"/>
                    <a:pt x="5549" y="0"/>
                    <a:pt x="3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92"/>
            <p:cNvSpPr/>
            <p:nvPr/>
          </p:nvSpPr>
          <p:spPr>
            <a:xfrm>
              <a:off x="1937270" y="2996217"/>
              <a:ext cx="161725" cy="278259"/>
            </a:xfrm>
            <a:custGeom>
              <a:rect b="b" l="l" r="r" t="t"/>
              <a:pathLst>
                <a:path extrusionOk="0" h="9384" w="5454">
                  <a:moveTo>
                    <a:pt x="0" y="0"/>
                  </a:moveTo>
                  <a:lnTo>
                    <a:pt x="72" y="1524"/>
                  </a:lnTo>
                  <a:cubicBezTo>
                    <a:pt x="2239" y="1691"/>
                    <a:pt x="3977" y="3525"/>
                    <a:pt x="3977" y="5740"/>
                  </a:cubicBezTo>
                  <a:cubicBezTo>
                    <a:pt x="3977" y="6740"/>
                    <a:pt x="3644" y="7621"/>
                    <a:pt x="3072" y="8335"/>
                  </a:cubicBezTo>
                  <a:lnTo>
                    <a:pt x="4168" y="9383"/>
                  </a:lnTo>
                  <a:cubicBezTo>
                    <a:pt x="5001" y="8359"/>
                    <a:pt x="5454" y="7097"/>
                    <a:pt x="5454" y="5740"/>
                  </a:cubicBezTo>
                  <a:cubicBezTo>
                    <a:pt x="5454" y="4192"/>
                    <a:pt x="4858" y="2763"/>
                    <a:pt x="3763" y="1667"/>
                  </a:cubicBezTo>
                  <a:cubicBezTo>
                    <a:pt x="2739" y="667"/>
                    <a:pt x="1429" y="7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92"/>
            <p:cNvSpPr/>
            <p:nvPr/>
          </p:nvSpPr>
          <p:spPr>
            <a:xfrm>
              <a:off x="1938664" y="3258201"/>
              <a:ext cx="109507" cy="79113"/>
            </a:xfrm>
            <a:custGeom>
              <a:rect b="b" l="l" r="r" t="t"/>
              <a:pathLst>
                <a:path extrusionOk="0" h="2668" w="3693">
                  <a:moveTo>
                    <a:pt x="2573" y="0"/>
                  </a:moveTo>
                  <a:cubicBezTo>
                    <a:pt x="1882" y="667"/>
                    <a:pt x="1001" y="1072"/>
                    <a:pt x="1" y="1144"/>
                  </a:cubicBezTo>
                  <a:lnTo>
                    <a:pt x="1" y="2668"/>
                  </a:lnTo>
                  <a:cubicBezTo>
                    <a:pt x="1382" y="2572"/>
                    <a:pt x="2668" y="2001"/>
                    <a:pt x="3692" y="1048"/>
                  </a:cubicBezTo>
                  <a:lnTo>
                    <a:pt x="257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92"/>
            <p:cNvSpPr/>
            <p:nvPr/>
          </p:nvSpPr>
          <p:spPr>
            <a:xfrm>
              <a:off x="1758611" y="2996217"/>
              <a:ext cx="160331" cy="341093"/>
            </a:xfrm>
            <a:custGeom>
              <a:rect b="b" l="l" r="r" t="t"/>
              <a:pathLst>
                <a:path extrusionOk="0" h="11503" w="5407">
                  <a:moveTo>
                    <a:pt x="5406" y="0"/>
                  </a:moveTo>
                  <a:cubicBezTo>
                    <a:pt x="4001" y="96"/>
                    <a:pt x="2691" y="691"/>
                    <a:pt x="1691" y="1667"/>
                  </a:cubicBezTo>
                  <a:cubicBezTo>
                    <a:pt x="619" y="2739"/>
                    <a:pt x="0" y="4192"/>
                    <a:pt x="0" y="5740"/>
                  </a:cubicBezTo>
                  <a:cubicBezTo>
                    <a:pt x="0" y="7288"/>
                    <a:pt x="595" y="8716"/>
                    <a:pt x="1691" y="9836"/>
                  </a:cubicBezTo>
                  <a:cubicBezTo>
                    <a:pt x="2691" y="10836"/>
                    <a:pt x="4001" y="11407"/>
                    <a:pt x="5406" y="11503"/>
                  </a:cubicBezTo>
                  <a:lnTo>
                    <a:pt x="5406" y="9979"/>
                  </a:lnTo>
                  <a:cubicBezTo>
                    <a:pt x="3239" y="9788"/>
                    <a:pt x="1500" y="7978"/>
                    <a:pt x="1500" y="5740"/>
                  </a:cubicBezTo>
                  <a:cubicBezTo>
                    <a:pt x="1500" y="3501"/>
                    <a:pt x="3239" y="1691"/>
                    <a:pt x="5406" y="1524"/>
                  </a:cubicBezTo>
                  <a:lnTo>
                    <a:pt x="54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4" name="Google Shape;21194;p92"/>
          <p:cNvGrpSpPr/>
          <p:nvPr/>
        </p:nvGrpSpPr>
        <p:grpSpPr>
          <a:xfrm>
            <a:off x="1816255" y="2979255"/>
            <a:ext cx="341836" cy="341127"/>
            <a:chOff x="2349655" y="2979255"/>
            <a:chExt cx="341836" cy="341127"/>
          </a:xfrm>
        </p:grpSpPr>
        <p:sp>
          <p:nvSpPr>
            <p:cNvPr id="21195" name="Google Shape;21195;p92"/>
            <p:cNvSpPr/>
            <p:nvPr/>
          </p:nvSpPr>
          <p:spPr>
            <a:xfrm>
              <a:off x="2349655" y="3094368"/>
              <a:ext cx="110900" cy="110900"/>
            </a:xfrm>
            <a:custGeom>
              <a:rect b="b" l="l" r="r" t="t"/>
              <a:pathLst>
                <a:path extrusionOk="0" h="3740" w="3740">
                  <a:moveTo>
                    <a:pt x="1882" y="1"/>
                  </a:moveTo>
                  <a:cubicBezTo>
                    <a:pt x="834" y="1"/>
                    <a:pt x="1" y="834"/>
                    <a:pt x="1" y="1858"/>
                  </a:cubicBezTo>
                  <a:cubicBezTo>
                    <a:pt x="1" y="2906"/>
                    <a:pt x="834" y="3739"/>
                    <a:pt x="1882" y="3739"/>
                  </a:cubicBezTo>
                  <a:cubicBezTo>
                    <a:pt x="2906" y="3739"/>
                    <a:pt x="3740" y="2906"/>
                    <a:pt x="3740" y="1858"/>
                  </a:cubicBezTo>
                  <a:cubicBezTo>
                    <a:pt x="3740" y="834"/>
                    <a:pt x="2906" y="1"/>
                    <a:pt x="1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92"/>
            <p:cNvSpPr/>
            <p:nvPr/>
          </p:nvSpPr>
          <p:spPr>
            <a:xfrm>
              <a:off x="2411808" y="2979255"/>
              <a:ext cx="247895" cy="99603"/>
            </a:xfrm>
            <a:custGeom>
              <a:rect b="b" l="l" r="r" t="t"/>
              <a:pathLst>
                <a:path extrusionOk="0" h="3359" w="8360">
                  <a:moveTo>
                    <a:pt x="3287" y="1"/>
                  </a:moveTo>
                  <a:cubicBezTo>
                    <a:pt x="2811" y="1"/>
                    <a:pt x="2430" y="310"/>
                    <a:pt x="2287" y="739"/>
                  </a:cubicBezTo>
                  <a:lnTo>
                    <a:pt x="953" y="739"/>
                  </a:lnTo>
                  <a:lnTo>
                    <a:pt x="1" y="3216"/>
                  </a:lnTo>
                  <a:cubicBezTo>
                    <a:pt x="191" y="3263"/>
                    <a:pt x="429" y="3287"/>
                    <a:pt x="644" y="3359"/>
                  </a:cubicBezTo>
                  <a:lnTo>
                    <a:pt x="1382" y="1406"/>
                  </a:lnTo>
                  <a:lnTo>
                    <a:pt x="2287" y="1406"/>
                  </a:lnTo>
                  <a:cubicBezTo>
                    <a:pt x="2430" y="1811"/>
                    <a:pt x="2811" y="2144"/>
                    <a:pt x="3287" y="2144"/>
                  </a:cubicBezTo>
                  <a:lnTo>
                    <a:pt x="8359" y="2144"/>
                  </a:lnTo>
                  <a:lnTo>
                    <a:pt x="83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92"/>
            <p:cNvSpPr/>
            <p:nvPr/>
          </p:nvSpPr>
          <p:spPr>
            <a:xfrm>
              <a:off x="2464768" y="3164972"/>
              <a:ext cx="226723" cy="63605"/>
            </a:xfrm>
            <a:custGeom>
              <a:rect b="b" l="l" r="r" t="t"/>
              <a:pathLst>
                <a:path extrusionOk="0" h="2145" w="7646">
                  <a:moveTo>
                    <a:pt x="2573" y="1"/>
                  </a:moveTo>
                  <a:cubicBezTo>
                    <a:pt x="2096" y="1"/>
                    <a:pt x="1715" y="287"/>
                    <a:pt x="1572" y="739"/>
                  </a:cubicBezTo>
                  <a:lnTo>
                    <a:pt x="786" y="739"/>
                  </a:lnTo>
                  <a:lnTo>
                    <a:pt x="358" y="525"/>
                  </a:lnTo>
                  <a:cubicBezTo>
                    <a:pt x="263" y="739"/>
                    <a:pt x="143" y="906"/>
                    <a:pt x="1" y="1096"/>
                  </a:cubicBezTo>
                  <a:lnTo>
                    <a:pt x="644" y="1382"/>
                  </a:lnTo>
                  <a:lnTo>
                    <a:pt x="1572" y="1382"/>
                  </a:lnTo>
                  <a:cubicBezTo>
                    <a:pt x="1715" y="1811"/>
                    <a:pt x="2096" y="2144"/>
                    <a:pt x="2573" y="2144"/>
                  </a:cubicBezTo>
                  <a:lnTo>
                    <a:pt x="7645" y="2144"/>
                  </a:lnTo>
                  <a:lnTo>
                    <a:pt x="764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92"/>
            <p:cNvSpPr/>
            <p:nvPr/>
          </p:nvSpPr>
          <p:spPr>
            <a:xfrm>
              <a:off x="2411808" y="3220068"/>
              <a:ext cx="247895" cy="100314"/>
            </a:xfrm>
            <a:custGeom>
              <a:rect b="b" l="l" r="r" t="t"/>
              <a:pathLst>
                <a:path extrusionOk="0" h="3383" w="8360">
                  <a:moveTo>
                    <a:pt x="644" y="1"/>
                  </a:moveTo>
                  <a:cubicBezTo>
                    <a:pt x="429" y="96"/>
                    <a:pt x="191" y="120"/>
                    <a:pt x="1" y="167"/>
                  </a:cubicBezTo>
                  <a:lnTo>
                    <a:pt x="953" y="2620"/>
                  </a:lnTo>
                  <a:lnTo>
                    <a:pt x="2287" y="2620"/>
                  </a:lnTo>
                  <a:cubicBezTo>
                    <a:pt x="2430" y="3049"/>
                    <a:pt x="2811" y="3382"/>
                    <a:pt x="3287" y="3382"/>
                  </a:cubicBezTo>
                  <a:lnTo>
                    <a:pt x="8359" y="3382"/>
                  </a:lnTo>
                  <a:lnTo>
                    <a:pt x="8359" y="1263"/>
                  </a:lnTo>
                  <a:lnTo>
                    <a:pt x="3287" y="1263"/>
                  </a:lnTo>
                  <a:cubicBezTo>
                    <a:pt x="2811" y="1263"/>
                    <a:pt x="2430" y="1572"/>
                    <a:pt x="2287" y="1977"/>
                  </a:cubicBezTo>
                  <a:lnTo>
                    <a:pt x="1382" y="1977"/>
                  </a:lnTo>
                  <a:lnTo>
                    <a:pt x="6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92"/>
            <p:cNvSpPr/>
            <p:nvPr/>
          </p:nvSpPr>
          <p:spPr>
            <a:xfrm>
              <a:off x="2464768" y="3072485"/>
              <a:ext cx="226723" cy="62863"/>
            </a:xfrm>
            <a:custGeom>
              <a:rect b="b" l="l" r="r" t="t"/>
              <a:pathLst>
                <a:path extrusionOk="0" h="2120" w="7646">
                  <a:moveTo>
                    <a:pt x="2573" y="0"/>
                  </a:moveTo>
                  <a:cubicBezTo>
                    <a:pt x="2096" y="0"/>
                    <a:pt x="1715" y="286"/>
                    <a:pt x="1572" y="739"/>
                  </a:cubicBezTo>
                  <a:lnTo>
                    <a:pt x="644" y="739"/>
                  </a:lnTo>
                  <a:lnTo>
                    <a:pt x="1" y="1024"/>
                  </a:lnTo>
                  <a:cubicBezTo>
                    <a:pt x="143" y="1215"/>
                    <a:pt x="263" y="1382"/>
                    <a:pt x="358" y="1596"/>
                  </a:cubicBezTo>
                  <a:lnTo>
                    <a:pt x="786" y="1382"/>
                  </a:lnTo>
                  <a:lnTo>
                    <a:pt x="1572" y="1382"/>
                  </a:lnTo>
                  <a:cubicBezTo>
                    <a:pt x="1715" y="1810"/>
                    <a:pt x="2096" y="2120"/>
                    <a:pt x="2573" y="2120"/>
                  </a:cubicBezTo>
                  <a:lnTo>
                    <a:pt x="7645" y="2120"/>
                  </a:lnTo>
                  <a:lnTo>
                    <a:pt x="76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00" name="Google Shape;21200;p92"/>
          <p:cNvSpPr/>
          <p:nvPr/>
        </p:nvSpPr>
        <p:spPr>
          <a:xfrm>
            <a:off x="2568921" y="3000457"/>
            <a:ext cx="340381" cy="341093"/>
          </a:xfrm>
          <a:custGeom>
            <a:rect b="b" l="l" r="r" t="t"/>
            <a:pathLst>
              <a:path extrusionOk="0" h="11503" w="11479">
                <a:moveTo>
                  <a:pt x="10193" y="0"/>
                </a:moveTo>
                <a:cubicBezTo>
                  <a:pt x="9788" y="429"/>
                  <a:pt x="9407" y="810"/>
                  <a:pt x="8954" y="1167"/>
                </a:cubicBezTo>
                <a:lnTo>
                  <a:pt x="8954" y="10836"/>
                </a:lnTo>
                <a:lnTo>
                  <a:pt x="8264" y="10836"/>
                </a:lnTo>
                <a:lnTo>
                  <a:pt x="8264" y="1667"/>
                </a:lnTo>
                <a:cubicBezTo>
                  <a:pt x="7883" y="1953"/>
                  <a:pt x="7478" y="2215"/>
                  <a:pt x="7049" y="2429"/>
                </a:cubicBezTo>
                <a:lnTo>
                  <a:pt x="7049" y="10836"/>
                </a:lnTo>
                <a:lnTo>
                  <a:pt x="6382" y="10836"/>
                </a:lnTo>
                <a:lnTo>
                  <a:pt x="6382" y="2763"/>
                </a:lnTo>
                <a:cubicBezTo>
                  <a:pt x="5978" y="2953"/>
                  <a:pt x="5573" y="3144"/>
                  <a:pt x="5144" y="3239"/>
                </a:cubicBezTo>
                <a:lnTo>
                  <a:pt x="5144" y="10836"/>
                </a:lnTo>
                <a:lnTo>
                  <a:pt x="4453" y="10836"/>
                </a:lnTo>
                <a:lnTo>
                  <a:pt x="4453" y="3453"/>
                </a:lnTo>
                <a:cubicBezTo>
                  <a:pt x="4072" y="3572"/>
                  <a:pt x="3668" y="3668"/>
                  <a:pt x="3239" y="3739"/>
                </a:cubicBezTo>
                <a:lnTo>
                  <a:pt x="3239" y="10812"/>
                </a:lnTo>
                <a:lnTo>
                  <a:pt x="2548" y="10812"/>
                </a:lnTo>
                <a:lnTo>
                  <a:pt x="2548" y="3811"/>
                </a:lnTo>
                <a:cubicBezTo>
                  <a:pt x="2167" y="3882"/>
                  <a:pt x="1762" y="3906"/>
                  <a:pt x="1334" y="3906"/>
                </a:cubicBezTo>
                <a:lnTo>
                  <a:pt x="1334" y="10812"/>
                </a:lnTo>
                <a:lnTo>
                  <a:pt x="0" y="10812"/>
                </a:lnTo>
                <a:lnTo>
                  <a:pt x="0" y="11503"/>
                </a:lnTo>
                <a:lnTo>
                  <a:pt x="11479" y="11503"/>
                </a:lnTo>
                <a:lnTo>
                  <a:pt x="11479" y="10812"/>
                </a:lnTo>
                <a:lnTo>
                  <a:pt x="10193" y="10812"/>
                </a:lnTo>
                <a:lnTo>
                  <a:pt x="101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01" name="Google Shape;21201;p92"/>
          <p:cNvGrpSpPr/>
          <p:nvPr/>
        </p:nvGrpSpPr>
        <p:grpSpPr>
          <a:xfrm>
            <a:off x="3264357" y="2994082"/>
            <a:ext cx="357346" cy="330540"/>
            <a:chOff x="3492957" y="2994082"/>
            <a:chExt cx="357346" cy="330540"/>
          </a:xfrm>
        </p:grpSpPr>
        <p:sp>
          <p:nvSpPr>
            <p:cNvPr id="21202" name="Google Shape;21202;p92"/>
            <p:cNvSpPr/>
            <p:nvPr/>
          </p:nvSpPr>
          <p:spPr>
            <a:xfrm>
              <a:off x="3624290" y="3120493"/>
              <a:ext cx="97497" cy="97497"/>
            </a:xfrm>
            <a:custGeom>
              <a:rect b="b" l="l" r="r" t="t"/>
              <a:pathLst>
                <a:path extrusionOk="0" h="3288"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92"/>
            <p:cNvSpPr/>
            <p:nvPr/>
          </p:nvSpPr>
          <p:spPr>
            <a:xfrm>
              <a:off x="3684338" y="3184039"/>
              <a:ext cx="129967" cy="140405"/>
            </a:xfrm>
            <a:custGeom>
              <a:rect b="b" l="l" r="r" t="t"/>
              <a:pathLst>
                <a:path extrusionOk="0" h="4735" w="4383">
                  <a:moveTo>
                    <a:pt x="1858" y="1"/>
                  </a:moveTo>
                  <a:cubicBezTo>
                    <a:pt x="1667" y="763"/>
                    <a:pt x="1143" y="1382"/>
                    <a:pt x="453" y="1644"/>
                  </a:cubicBezTo>
                  <a:cubicBezTo>
                    <a:pt x="667" y="2454"/>
                    <a:pt x="500" y="3335"/>
                    <a:pt x="0" y="4049"/>
                  </a:cubicBezTo>
                  <a:cubicBezTo>
                    <a:pt x="449" y="4498"/>
                    <a:pt x="1052" y="4735"/>
                    <a:pt x="1658" y="4735"/>
                  </a:cubicBezTo>
                  <a:cubicBezTo>
                    <a:pt x="2145" y="4735"/>
                    <a:pt x="2635" y="4582"/>
                    <a:pt x="3048" y="4264"/>
                  </a:cubicBezTo>
                  <a:cubicBezTo>
                    <a:pt x="4144" y="3549"/>
                    <a:pt x="4382" y="2073"/>
                    <a:pt x="3596" y="1001"/>
                  </a:cubicBezTo>
                  <a:cubicBezTo>
                    <a:pt x="3191" y="406"/>
                    <a:pt x="2525" y="72"/>
                    <a:pt x="1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92"/>
            <p:cNvSpPr/>
            <p:nvPr/>
          </p:nvSpPr>
          <p:spPr>
            <a:xfrm>
              <a:off x="3603118" y="2994082"/>
              <a:ext cx="138448" cy="108795"/>
            </a:xfrm>
            <a:custGeom>
              <a:rect b="b" l="l" r="r" t="t"/>
              <a:pathLst>
                <a:path extrusionOk="0" h="3669" w="4669">
                  <a:moveTo>
                    <a:pt x="2334" y="1"/>
                  </a:moveTo>
                  <a:cubicBezTo>
                    <a:pt x="1691" y="1"/>
                    <a:pt x="1096" y="239"/>
                    <a:pt x="667" y="692"/>
                  </a:cubicBezTo>
                  <a:cubicBezTo>
                    <a:pt x="310" y="1049"/>
                    <a:pt x="96" y="1477"/>
                    <a:pt x="1" y="1954"/>
                  </a:cubicBezTo>
                  <a:cubicBezTo>
                    <a:pt x="834" y="2239"/>
                    <a:pt x="1453" y="2906"/>
                    <a:pt x="1787" y="3668"/>
                  </a:cubicBezTo>
                  <a:cubicBezTo>
                    <a:pt x="1965" y="3621"/>
                    <a:pt x="2150" y="3597"/>
                    <a:pt x="2334" y="3597"/>
                  </a:cubicBezTo>
                  <a:cubicBezTo>
                    <a:pt x="2519" y="3597"/>
                    <a:pt x="2704" y="3621"/>
                    <a:pt x="2882" y="3668"/>
                  </a:cubicBezTo>
                  <a:cubicBezTo>
                    <a:pt x="3216" y="2906"/>
                    <a:pt x="3882" y="2239"/>
                    <a:pt x="4668" y="1978"/>
                  </a:cubicBezTo>
                  <a:cubicBezTo>
                    <a:pt x="4501" y="882"/>
                    <a:pt x="3525" y="1"/>
                    <a:pt x="2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92"/>
            <p:cNvSpPr/>
            <p:nvPr/>
          </p:nvSpPr>
          <p:spPr>
            <a:xfrm>
              <a:off x="3492957" y="3066465"/>
              <a:ext cx="144793" cy="140760"/>
            </a:xfrm>
            <a:custGeom>
              <a:rect b="b" l="l" r="r" t="t"/>
              <a:pathLst>
                <a:path extrusionOk="0" h="4747" w="4883">
                  <a:moveTo>
                    <a:pt x="2722" y="0"/>
                  </a:moveTo>
                  <a:cubicBezTo>
                    <a:pt x="2337" y="0"/>
                    <a:pt x="1948" y="90"/>
                    <a:pt x="1596" y="251"/>
                  </a:cubicBezTo>
                  <a:cubicBezTo>
                    <a:pt x="1048" y="561"/>
                    <a:pt x="620" y="1037"/>
                    <a:pt x="405" y="1632"/>
                  </a:cubicBezTo>
                  <a:cubicBezTo>
                    <a:pt x="1" y="2871"/>
                    <a:pt x="691" y="4204"/>
                    <a:pt x="1929" y="4633"/>
                  </a:cubicBezTo>
                  <a:cubicBezTo>
                    <a:pt x="2167" y="4709"/>
                    <a:pt x="2413" y="4746"/>
                    <a:pt x="2659" y="4746"/>
                  </a:cubicBezTo>
                  <a:cubicBezTo>
                    <a:pt x="3104" y="4746"/>
                    <a:pt x="3546" y="4625"/>
                    <a:pt x="3930" y="4395"/>
                  </a:cubicBezTo>
                  <a:cubicBezTo>
                    <a:pt x="3811" y="4133"/>
                    <a:pt x="3739" y="3799"/>
                    <a:pt x="3739" y="3466"/>
                  </a:cubicBezTo>
                  <a:cubicBezTo>
                    <a:pt x="3739" y="2632"/>
                    <a:pt x="4192" y="1894"/>
                    <a:pt x="4882" y="1465"/>
                  </a:cubicBezTo>
                  <a:cubicBezTo>
                    <a:pt x="4621" y="846"/>
                    <a:pt x="4097" y="346"/>
                    <a:pt x="3430" y="108"/>
                  </a:cubicBezTo>
                  <a:cubicBezTo>
                    <a:pt x="3201" y="35"/>
                    <a:pt x="2962" y="0"/>
                    <a:pt x="27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92"/>
            <p:cNvSpPr/>
            <p:nvPr/>
          </p:nvSpPr>
          <p:spPr>
            <a:xfrm>
              <a:off x="3707645" y="3066821"/>
              <a:ext cx="142658" cy="133496"/>
            </a:xfrm>
            <a:custGeom>
              <a:rect b="b" l="l" r="r" t="t"/>
              <a:pathLst>
                <a:path extrusionOk="0" h="4502" w="4811">
                  <a:moveTo>
                    <a:pt x="2191" y="1"/>
                  </a:moveTo>
                  <a:cubicBezTo>
                    <a:pt x="1238" y="1"/>
                    <a:pt x="357" y="596"/>
                    <a:pt x="0" y="1501"/>
                  </a:cubicBezTo>
                  <a:cubicBezTo>
                    <a:pt x="619" y="1882"/>
                    <a:pt x="1072" y="2525"/>
                    <a:pt x="1119" y="3335"/>
                  </a:cubicBezTo>
                  <a:cubicBezTo>
                    <a:pt x="1953" y="3406"/>
                    <a:pt x="2763" y="3811"/>
                    <a:pt x="3287" y="4502"/>
                  </a:cubicBezTo>
                  <a:cubicBezTo>
                    <a:pt x="4311" y="3930"/>
                    <a:pt x="4811" y="2739"/>
                    <a:pt x="4453" y="1644"/>
                  </a:cubicBezTo>
                  <a:cubicBezTo>
                    <a:pt x="4120" y="620"/>
                    <a:pt x="3215" y="1"/>
                    <a:pt x="2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92"/>
            <p:cNvSpPr/>
            <p:nvPr/>
          </p:nvSpPr>
          <p:spPr>
            <a:xfrm>
              <a:off x="3532514" y="3212298"/>
              <a:ext cx="150427" cy="112324"/>
            </a:xfrm>
            <a:custGeom>
              <a:rect b="b" l="l" r="r" t="t"/>
              <a:pathLst>
                <a:path extrusionOk="0" h="3788" w="5073">
                  <a:moveTo>
                    <a:pt x="2929" y="1"/>
                  </a:moveTo>
                  <a:cubicBezTo>
                    <a:pt x="2456" y="300"/>
                    <a:pt x="1888" y="454"/>
                    <a:pt x="1323" y="454"/>
                  </a:cubicBezTo>
                  <a:cubicBezTo>
                    <a:pt x="1036" y="454"/>
                    <a:pt x="749" y="414"/>
                    <a:pt x="476" y="334"/>
                  </a:cubicBezTo>
                  <a:lnTo>
                    <a:pt x="476" y="334"/>
                  </a:lnTo>
                  <a:cubicBezTo>
                    <a:pt x="0" y="1406"/>
                    <a:pt x="310" y="2644"/>
                    <a:pt x="1215" y="3335"/>
                  </a:cubicBezTo>
                  <a:cubicBezTo>
                    <a:pt x="1643" y="3644"/>
                    <a:pt x="2143" y="3787"/>
                    <a:pt x="2620" y="3787"/>
                  </a:cubicBezTo>
                  <a:cubicBezTo>
                    <a:pt x="3358" y="3787"/>
                    <a:pt x="4072" y="3454"/>
                    <a:pt x="4525" y="2811"/>
                  </a:cubicBezTo>
                  <a:cubicBezTo>
                    <a:pt x="4930" y="2215"/>
                    <a:pt x="5073" y="1501"/>
                    <a:pt x="4906" y="834"/>
                  </a:cubicBezTo>
                  <a:lnTo>
                    <a:pt x="4906" y="834"/>
                  </a:lnTo>
                  <a:cubicBezTo>
                    <a:pt x="4836" y="841"/>
                    <a:pt x="4765" y="844"/>
                    <a:pt x="4695" y="844"/>
                  </a:cubicBezTo>
                  <a:cubicBezTo>
                    <a:pt x="4022" y="844"/>
                    <a:pt x="3339" y="539"/>
                    <a:pt x="2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8" name="Google Shape;21208;p92"/>
          <p:cNvGrpSpPr/>
          <p:nvPr/>
        </p:nvGrpSpPr>
        <p:grpSpPr>
          <a:xfrm>
            <a:off x="4043118" y="3014572"/>
            <a:ext cx="341126" cy="305806"/>
            <a:chOff x="4119318" y="3014572"/>
            <a:chExt cx="341126" cy="305806"/>
          </a:xfrm>
        </p:grpSpPr>
        <p:sp>
          <p:nvSpPr>
            <p:cNvPr id="21209" name="Google Shape;21209;p92"/>
            <p:cNvSpPr/>
            <p:nvPr/>
          </p:nvSpPr>
          <p:spPr>
            <a:xfrm>
              <a:off x="4119318" y="3014572"/>
              <a:ext cx="127150" cy="305806"/>
            </a:xfrm>
            <a:custGeom>
              <a:rect b="b" l="l" r="r" t="t"/>
              <a:pathLst>
                <a:path extrusionOk="0" h="10313" w="4288">
                  <a:moveTo>
                    <a:pt x="2240" y="715"/>
                  </a:moveTo>
                  <a:lnTo>
                    <a:pt x="2240" y="1406"/>
                  </a:lnTo>
                  <a:lnTo>
                    <a:pt x="715" y="1406"/>
                  </a:lnTo>
                  <a:lnTo>
                    <a:pt x="715" y="715"/>
                  </a:lnTo>
                  <a:close/>
                  <a:moveTo>
                    <a:pt x="2240" y="2430"/>
                  </a:moveTo>
                  <a:lnTo>
                    <a:pt x="2240" y="3096"/>
                  </a:lnTo>
                  <a:lnTo>
                    <a:pt x="715" y="3096"/>
                  </a:lnTo>
                  <a:lnTo>
                    <a:pt x="715" y="2430"/>
                  </a:lnTo>
                  <a:close/>
                  <a:moveTo>
                    <a:pt x="1" y="1"/>
                  </a:moveTo>
                  <a:lnTo>
                    <a:pt x="1" y="10312"/>
                  </a:lnTo>
                  <a:lnTo>
                    <a:pt x="2930" y="10312"/>
                  </a:lnTo>
                  <a:lnTo>
                    <a:pt x="2930" y="6740"/>
                  </a:lnTo>
                  <a:lnTo>
                    <a:pt x="4288" y="5168"/>
                  </a:lnTo>
                  <a:lnTo>
                    <a:pt x="2930" y="3573"/>
                  </a:lnTo>
                  <a:lnTo>
                    <a:pt x="29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92"/>
            <p:cNvSpPr/>
            <p:nvPr/>
          </p:nvSpPr>
          <p:spPr>
            <a:xfrm>
              <a:off x="4225268" y="3014572"/>
              <a:ext cx="127120" cy="305806"/>
            </a:xfrm>
            <a:custGeom>
              <a:rect b="b" l="l" r="r" t="t"/>
              <a:pathLst>
                <a:path extrusionOk="0" h="10313" w="4287">
                  <a:moveTo>
                    <a:pt x="2263" y="7192"/>
                  </a:moveTo>
                  <a:lnTo>
                    <a:pt x="2263" y="7859"/>
                  </a:lnTo>
                  <a:lnTo>
                    <a:pt x="762" y="7859"/>
                  </a:lnTo>
                  <a:lnTo>
                    <a:pt x="762" y="7192"/>
                  </a:lnTo>
                  <a:close/>
                  <a:moveTo>
                    <a:pt x="2263" y="8859"/>
                  </a:moveTo>
                  <a:lnTo>
                    <a:pt x="2263" y="9526"/>
                  </a:lnTo>
                  <a:lnTo>
                    <a:pt x="762" y="9526"/>
                  </a:lnTo>
                  <a:lnTo>
                    <a:pt x="762" y="8859"/>
                  </a:lnTo>
                  <a:close/>
                  <a:moveTo>
                    <a:pt x="0" y="1"/>
                  </a:moveTo>
                  <a:lnTo>
                    <a:pt x="0" y="3335"/>
                  </a:lnTo>
                  <a:lnTo>
                    <a:pt x="1596" y="5168"/>
                  </a:lnTo>
                  <a:lnTo>
                    <a:pt x="0" y="6978"/>
                  </a:lnTo>
                  <a:lnTo>
                    <a:pt x="0" y="10312"/>
                  </a:lnTo>
                  <a:lnTo>
                    <a:pt x="2929" y="10312"/>
                  </a:lnTo>
                  <a:lnTo>
                    <a:pt x="2929" y="6740"/>
                  </a:lnTo>
                  <a:lnTo>
                    <a:pt x="4287" y="5168"/>
                  </a:lnTo>
                  <a:lnTo>
                    <a:pt x="2929" y="3573"/>
                  </a:lnTo>
                  <a:lnTo>
                    <a:pt x="29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92"/>
            <p:cNvSpPr/>
            <p:nvPr/>
          </p:nvSpPr>
          <p:spPr>
            <a:xfrm>
              <a:off x="4333294" y="3014572"/>
              <a:ext cx="127150" cy="305806"/>
            </a:xfrm>
            <a:custGeom>
              <a:rect b="b" l="l" r="r" t="t"/>
              <a:pathLst>
                <a:path extrusionOk="0" h="10313" w="4288">
                  <a:moveTo>
                    <a:pt x="2192" y="715"/>
                  </a:moveTo>
                  <a:lnTo>
                    <a:pt x="2192" y="1406"/>
                  </a:lnTo>
                  <a:lnTo>
                    <a:pt x="691" y="1406"/>
                  </a:lnTo>
                  <a:lnTo>
                    <a:pt x="691" y="715"/>
                  </a:lnTo>
                  <a:close/>
                  <a:moveTo>
                    <a:pt x="2192" y="2430"/>
                  </a:moveTo>
                  <a:lnTo>
                    <a:pt x="2192" y="3096"/>
                  </a:lnTo>
                  <a:lnTo>
                    <a:pt x="691" y="3096"/>
                  </a:lnTo>
                  <a:lnTo>
                    <a:pt x="691" y="2430"/>
                  </a:lnTo>
                  <a:close/>
                  <a:moveTo>
                    <a:pt x="1" y="1"/>
                  </a:moveTo>
                  <a:lnTo>
                    <a:pt x="1" y="3335"/>
                  </a:lnTo>
                  <a:lnTo>
                    <a:pt x="1572" y="5168"/>
                  </a:lnTo>
                  <a:lnTo>
                    <a:pt x="1" y="6978"/>
                  </a:lnTo>
                  <a:lnTo>
                    <a:pt x="1" y="10312"/>
                  </a:lnTo>
                  <a:lnTo>
                    <a:pt x="2906" y="10312"/>
                  </a:lnTo>
                  <a:lnTo>
                    <a:pt x="2906" y="6740"/>
                  </a:lnTo>
                  <a:lnTo>
                    <a:pt x="4287" y="5168"/>
                  </a:lnTo>
                  <a:lnTo>
                    <a:pt x="2906" y="3573"/>
                  </a:lnTo>
                  <a:lnTo>
                    <a:pt x="290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2" name="Google Shape;21212;p92"/>
          <p:cNvGrpSpPr/>
          <p:nvPr/>
        </p:nvGrpSpPr>
        <p:grpSpPr>
          <a:xfrm>
            <a:off x="4801418" y="3003986"/>
            <a:ext cx="302992" cy="341093"/>
            <a:chOff x="4725218" y="3003986"/>
            <a:chExt cx="302992" cy="341093"/>
          </a:xfrm>
        </p:grpSpPr>
        <p:sp>
          <p:nvSpPr>
            <p:cNvPr id="21213" name="Google Shape;21213;p92"/>
            <p:cNvSpPr/>
            <p:nvPr/>
          </p:nvSpPr>
          <p:spPr>
            <a:xfrm>
              <a:off x="4906013" y="3112012"/>
              <a:ext cx="53701" cy="125045"/>
            </a:xfrm>
            <a:custGeom>
              <a:rect b="b" l="l" r="r" t="t"/>
              <a:pathLst>
                <a:path extrusionOk="0" h="4217" w="1811">
                  <a:moveTo>
                    <a:pt x="0" y="1"/>
                  </a:moveTo>
                  <a:lnTo>
                    <a:pt x="0" y="4216"/>
                  </a:lnTo>
                  <a:cubicBezTo>
                    <a:pt x="1048" y="4073"/>
                    <a:pt x="1810" y="3192"/>
                    <a:pt x="1810" y="2120"/>
                  </a:cubicBezTo>
                  <a:cubicBezTo>
                    <a:pt x="1810" y="1049"/>
                    <a:pt x="1048" y="14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92"/>
            <p:cNvSpPr/>
            <p:nvPr/>
          </p:nvSpPr>
          <p:spPr>
            <a:xfrm>
              <a:off x="4906013" y="3042831"/>
              <a:ext cx="122198" cy="261298"/>
            </a:xfrm>
            <a:custGeom>
              <a:rect b="b" l="l" r="r" t="t"/>
              <a:pathLst>
                <a:path extrusionOk="0" h="8812" w="4121">
                  <a:moveTo>
                    <a:pt x="0" y="0"/>
                  </a:moveTo>
                  <a:lnTo>
                    <a:pt x="0" y="1619"/>
                  </a:lnTo>
                  <a:cubicBezTo>
                    <a:pt x="1405" y="1786"/>
                    <a:pt x="2477" y="2977"/>
                    <a:pt x="2477" y="4406"/>
                  </a:cubicBezTo>
                  <a:cubicBezTo>
                    <a:pt x="2477" y="5835"/>
                    <a:pt x="1358" y="7025"/>
                    <a:pt x="0" y="7216"/>
                  </a:cubicBezTo>
                  <a:lnTo>
                    <a:pt x="0" y="8811"/>
                  </a:lnTo>
                  <a:cubicBezTo>
                    <a:pt x="2286" y="8645"/>
                    <a:pt x="4120" y="6740"/>
                    <a:pt x="4120" y="4382"/>
                  </a:cubicBezTo>
                  <a:cubicBezTo>
                    <a:pt x="4120" y="2096"/>
                    <a:pt x="2286" y="19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92"/>
            <p:cNvSpPr/>
            <p:nvPr/>
          </p:nvSpPr>
          <p:spPr>
            <a:xfrm>
              <a:off x="4725218" y="3003986"/>
              <a:ext cx="161754" cy="341093"/>
            </a:xfrm>
            <a:custGeom>
              <a:rect b="b" l="l" r="r" t="t"/>
              <a:pathLst>
                <a:path extrusionOk="0" h="11503" w="5455">
                  <a:moveTo>
                    <a:pt x="3787" y="4692"/>
                  </a:moveTo>
                  <a:lnTo>
                    <a:pt x="3787" y="5359"/>
                  </a:lnTo>
                  <a:lnTo>
                    <a:pt x="2311" y="5359"/>
                  </a:lnTo>
                  <a:lnTo>
                    <a:pt x="2311" y="5335"/>
                  </a:lnTo>
                  <a:lnTo>
                    <a:pt x="2311" y="4692"/>
                  </a:lnTo>
                  <a:close/>
                  <a:moveTo>
                    <a:pt x="3787" y="6121"/>
                  </a:moveTo>
                  <a:lnTo>
                    <a:pt x="3787" y="6787"/>
                  </a:lnTo>
                  <a:lnTo>
                    <a:pt x="2311" y="6787"/>
                  </a:lnTo>
                  <a:lnTo>
                    <a:pt x="2311" y="6121"/>
                  </a:lnTo>
                  <a:close/>
                  <a:moveTo>
                    <a:pt x="5454" y="0"/>
                  </a:moveTo>
                  <a:cubicBezTo>
                    <a:pt x="4049" y="96"/>
                    <a:pt x="2716" y="667"/>
                    <a:pt x="1692" y="1667"/>
                  </a:cubicBezTo>
                  <a:cubicBezTo>
                    <a:pt x="596" y="2787"/>
                    <a:pt x="1" y="4215"/>
                    <a:pt x="1" y="5763"/>
                  </a:cubicBezTo>
                  <a:cubicBezTo>
                    <a:pt x="1" y="7311"/>
                    <a:pt x="596" y="8740"/>
                    <a:pt x="1692" y="9836"/>
                  </a:cubicBezTo>
                  <a:cubicBezTo>
                    <a:pt x="2692" y="10836"/>
                    <a:pt x="4025" y="11431"/>
                    <a:pt x="5454" y="11503"/>
                  </a:cubicBezTo>
                  <a:lnTo>
                    <a:pt x="545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6" name="Google Shape;21216;p92"/>
          <p:cNvGrpSpPr/>
          <p:nvPr/>
        </p:nvGrpSpPr>
        <p:grpSpPr>
          <a:xfrm>
            <a:off x="5518768" y="3002563"/>
            <a:ext cx="340386" cy="341809"/>
            <a:chOff x="5290168" y="3002563"/>
            <a:chExt cx="340386" cy="341809"/>
          </a:xfrm>
        </p:grpSpPr>
        <p:sp>
          <p:nvSpPr>
            <p:cNvPr id="21217" name="Google Shape;21217;p92"/>
            <p:cNvSpPr/>
            <p:nvPr/>
          </p:nvSpPr>
          <p:spPr>
            <a:xfrm>
              <a:off x="5470250" y="3183357"/>
              <a:ext cx="139130" cy="139841"/>
            </a:xfrm>
            <a:custGeom>
              <a:rect b="b" l="l" r="r" t="t"/>
              <a:pathLst>
                <a:path extrusionOk="0" h="4716" w="4692">
                  <a:moveTo>
                    <a:pt x="2643" y="0"/>
                  </a:moveTo>
                  <a:cubicBezTo>
                    <a:pt x="1191" y="0"/>
                    <a:pt x="0" y="1191"/>
                    <a:pt x="0" y="2644"/>
                  </a:cubicBezTo>
                  <a:lnTo>
                    <a:pt x="0" y="4715"/>
                  </a:lnTo>
                  <a:lnTo>
                    <a:pt x="2429" y="4715"/>
                  </a:lnTo>
                  <a:lnTo>
                    <a:pt x="2429" y="2405"/>
                  </a:lnTo>
                  <a:lnTo>
                    <a:pt x="4692" y="2405"/>
                  </a:lnTo>
                  <a:lnTo>
                    <a:pt x="46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92"/>
            <p:cNvSpPr/>
            <p:nvPr/>
          </p:nvSpPr>
          <p:spPr>
            <a:xfrm>
              <a:off x="5290168" y="3002563"/>
              <a:ext cx="68527" cy="68527"/>
            </a:xfrm>
            <a:custGeom>
              <a:rect b="b" l="l" r="r" t="t"/>
              <a:pathLst>
                <a:path extrusionOk="0" h="2311" w="2311">
                  <a:moveTo>
                    <a:pt x="977" y="1"/>
                  </a:moveTo>
                  <a:cubicBezTo>
                    <a:pt x="453" y="1"/>
                    <a:pt x="0" y="453"/>
                    <a:pt x="0" y="977"/>
                  </a:cubicBezTo>
                  <a:lnTo>
                    <a:pt x="0" y="2311"/>
                  </a:lnTo>
                  <a:lnTo>
                    <a:pt x="2310" y="2311"/>
                  </a:lnTo>
                  <a:lnTo>
                    <a:pt x="23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92"/>
            <p:cNvSpPr/>
            <p:nvPr/>
          </p:nvSpPr>
          <p:spPr>
            <a:xfrm>
              <a:off x="5311340" y="3023765"/>
              <a:ext cx="139159" cy="139130"/>
            </a:xfrm>
            <a:custGeom>
              <a:rect b="b" l="l" r="r" t="t"/>
              <a:pathLst>
                <a:path extrusionOk="0" h="4692" w="4693">
                  <a:moveTo>
                    <a:pt x="2263" y="0"/>
                  </a:moveTo>
                  <a:lnTo>
                    <a:pt x="2263" y="2286"/>
                  </a:lnTo>
                  <a:lnTo>
                    <a:pt x="1" y="2286"/>
                  </a:lnTo>
                  <a:lnTo>
                    <a:pt x="1" y="4692"/>
                  </a:lnTo>
                  <a:lnTo>
                    <a:pt x="2049" y="4692"/>
                  </a:lnTo>
                  <a:cubicBezTo>
                    <a:pt x="3502" y="4692"/>
                    <a:pt x="4692" y="3501"/>
                    <a:pt x="4692" y="2048"/>
                  </a:cubicBezTo>
                  <a:lnTo>
                    <a:pt x="46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92"/>
            <p:cNvSpPr/>
            <p:nvPr/>
          </p:nvSpPr>
          <p:spPr>
            <a:xfrm>
              <a:off x="5562027" y="3275163"/>
              <a:ext cx="68527" cy="69209"/>
            </a:xfrm>
            <a:custGeom>
              <a:rect b="b" l="l" r="r" t="t"/>
              <a:pathLst>
                <a:path extrusionOk="0" h="2334" w="2311">
                  <a:moveTo>
                    <a:pt x="1" y="0"/>
                  </a:moveTo>
                  <a:lnTo>
                    <a:pt x="1" y="2334"/>
                  </a:lnTo>
                  <a:lnTo>
                    <a:pt x="1335" y="2334"/>
                  </a:lnTo>
                  <a:cubicBezTo>
                    <a:pt x="1858" y="2334"/>
                    <a:pt x="2311" y="1881"/>
                    <a:pt x="2311" y="1334"/>
                  </a:cubicBezTo>
                  <a:lnTo>
                    <a:pt x="23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92"/>
            <p:cNvSpPr/>
            <p:nvPr/>
          </p:nvSpPr>
          <p:spPr>
            <a:xfrm>
              <a:off x="5290168" y="3275163"/>
              <a:ext cx="68527" cy="67815"/>
            </a:xfrm>
            <a:custGeom>
              <a:rect b="b" l="l" r="r" t="t"/>
              <a:pathLst>
                <a:path extrusionOk="0" h="2287" w="2311">
                  <a:moveTo>
                    <a:pt x="0" y="0"/>
                  </a:moveTo>
                  <a:lnTo>
                    <a:pt x="0" y="1334"/>
                  </a:lnTo>
                  <a:cubicBezTo>
                    <a:pt x="0" y="1858"/>
                    <a:pt x="453" y="2286"/>
                    <a:pt x="977" y="2286"/>
                  </a:cubicBezTo>
                  <a:lnTo>
                    <a:pt x="2310" y="2286"/>
                  </a:lnTo>
                  <a:lnTo>
                    <a:pt x="23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92"/>
            <p:cNvSpPr/>
            <p:nvPr/>
          </p:nvSpPr>
          <p:spPr>
            <a:xfrm>
              <a:off x="5311340" y="3183357"/>
              <a:ext cx="139159" cy="139841"/>
            </a:xfrm>
            <a:custGeom>
              <a:rect b="b" l="l" r="r" t="t"/>
              <a:pathLst>
                <a:path extrusionOk="0" h="4716" w="4693">
                  <a:moveTo>
                    <a:pt x="1" y="0"/>
                  </a:moveTo>
                  <a:lnTo>
                    <a:pt x="1" y="2405"/>
                  </a:lnTo>
                  <a:lnTo>
                    <a:pt x="2263" y="2405"/>
                  </a:lnTo>
                  <a:lnTo>
                    <a:pt x="2263" y="4715"/>
                  </a:lnTo>
                  <a:lnTo>
                    <a:pt x="4692" y="4715"/>
                  </a:lnTo>
                  <a:lnTo>
                    <a:pt x="4692" y="2644"/>
                  </a:lnTo>
                  <a:cubicBezTo>
                    <a:pt x="4692" y="1191"/>
                    <a:pt x="3502" y="0"/>
                    <a:pt x="2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92"/>
            <p:cNvSpPr/>
            <p:nvPr/>
          </p:nvSpPr>
          <p:spPr>
            <a:xfrm>
              <a:off x="5562027" y="3002563"/>
              <a:ext cx="68527" cy="68527"/>
            </a:xfrm>
            <a:custGeom>
              <a:rect b="b" l="l" r="r" t="t"/>
              <a:pathLst>
                <a:path extrusionOk="0" h="2311" w="2311">
                  <a:moveTo>
                    <a:pt x="1" y="1"/>
                  </a:moveTo>
                  <a:lnTo>
                    <a:pt x="1" y="2311"/>
                  </a:lnTo>
                  <a:lnTo>
                    <a:pt x="2311" y="2311"/>
                  </a:lnTo>
                  <a:lnTo>
                    <a:pt x="2311" y="977"/>
                  </a:lnTo>
                  <a:cubicBezTo>
                    <a:pt x="2311" y="453"/>
                    <a:pt x="1858" y="1"/>
                    <a:pt x="1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92"/>
            <p:cNvSpPr/>
            <p:nvPr/>
          </p:nvSpPr>
          <p:spPr>
            <a:xfrm>
              <a:off x="5470250" y="3023765"/>
              <a:ext cx="139130" cy="139130"/>
            </a:xfrm>
            <a:custGeom>
              <a:rect b="b" l="l" r="r" t="t"/>
              <a:pathLst>
                <a:path extrusionOk="0" h="4692" w="4692">
                  <a:moveTo>
                    <a:pt x="0" y="0"/>
                  </a:moveTo>
                  <a:lnTo>
                    <a:pt x="0" y="2048"/>
                  </a:lnTo>
                  <a:cubicBezTo>
                    <a:pt x="0" y="3501"/>
                    <a:pt x="1191" y="4692"/>
                    <a:pt x="2643" y="4692"/>
                  </a:cubicBezTo>
                  <a:lnTo>
                    <a:pt x="4692" y="4692"/>
                  </a:lnTo>
                  <a:lnTo>
                    <a:pt x="4692" y="2262"/>
                  </a:lnTo>
                  <a:lnTo>
                    <a:pt x="2429" y="2262"/>
                  </a:lnTo>
                  <a:lnTo>
                    <a:pt x="24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5" name="Google Shape;21225;p92"/>
          <p:cNvGrpSpPr/>
          <p:nvPr/>
        </p:nvGrpSpPr>
        <p:grpSpPr>
          <a:xfrm>
            <a:off x="6262241" y="3088023"/>
            <a:ext cx="342520" cy="174447"/>
            <a:chOff x="5881241" y="3088023"/>
            <a:chExt cx="342520" cy="174447"/>
          </a:xfrm>
        </p:grpSpPr>
        <p:sp>
          <p:nvSpPr>
            <p:cNvPr id="21226" name="Google Shape;21226;p92"/>
            <p:cNvSpPr/>
            <p:nvPr/>
          </p:nvSpPr>
          <p:spPr>
            <a:xfrm>
              <a:off x="5965960" y="3184751"/>
              <a:ext cx="89728" cy="77719"/>
            </a:xfrm>
            <a:custGeom>
              <a:rect b="b" l="l" r="r" t="t"/>
              <a:pathLst>
                <a:path extrusionOk="0" h="2621" w="3026">
                  <a:moveTo>
                    <a:pt x="739" y="1"/>
                  </a:moveTo>
                  <a:lnTo>
                    <a:pt x="1" y="1311"/>
                  </a:lnTo>
                  <a:lnTo>
                    <a:pt x="739" y="2620"/>
                  </a:lnTo>
                  <a:lnTo>
                    <a:pt x="2263" y="2620"/>
                  </a:lnTo>
                  <a:lnTo>
                    <a:pt x="3025" y="1311"/>
                  </a:lnTo>
                  <a:lnTo>
                    <a:pt x="22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92"/>
            <p:cNvSpPr/>
            <p:nvPr/>
          </p:nvSpPr>
          <p:spPr>
            <a:xfrm>
              <a:off x="6134034" y="3184751"/>
              <a:ext cx="89017" cy="77719"/>
            </a:xfrm>
            <a:custGeom>
              <a:rect b="b" l="l" r="r" t="t"/>
              <a:pathLst>
                <a:path extrusionOk="0" h="2621" w="3002">
                  <a:moveTo>
                    <a:pt x="739" y="1"/>
                  </a:moveTo>
                  <a:lnTo>
                    <a:pt x="1" y="1311"/>
                  </a:lnTo>
                  <a:lnTo>
                    <a:pt x="739" y="2620"/>
                  </a:lnTo>
                  <a:lnTo>
                    <a:pt x="2263" y="2620"/>
                  </a:lnTo>
                  <a:lnTo>
                    <a:pt x="3001" y="1311"/>
                  </a:lnTo>
                  <a:lnTo>
                    <a:pt x="22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92"/>
            <p:cNvSpPr/>
            <p:nvPr/>
          </p:nvSpPr>
          <p:spPr>
            <a:xfrm>
              <a:off x="5881241" y="3137454"/>
              <a:ext cx="88987" cy="77690"/>
            </a:xfrm>
            <a:custGeom>
              <a:rect b="b" l="l" r="r" t="t"/>
              <a:pathLst>
                <a:path extrusionOk="0" h="2620" w="3001">
                  <a:moveTo>
                    <a:pt x="738" y="0"/>
                  </a:moveTo>
                  <a:lnTo>
                    <a:pt x="0" y="1310"/>
                  </a:lnTo>
                  <a:lnTo>
                    <a:pt x="738" y="2620"/>
                  </a:lnTo>
                  <a:lnTo>
                    <a:pt x="2262" y="2620"/>
                  </a:lnTo>
                  <a:lnTo>
                    <a:pt x="3001" y="1310"/>
                  </a:lnTo>
                  <a:lnTo>
                    <a:pt x="22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92"/>
            <p:cNvSpPr/>
            <p:nvPr/>
          </p:nvSpPr>
          <p:spPr>
            <a:xfrm>
              <a:off x="6049997" y="3137454"/>
              <a:ext cx="89017" cy="77690"/>
            </a:xfrm>
            <a:custGeom>
              <a:rect b="b" l="l" r="r" t="t"/>
              <a:pathLst>
                <a:path extrusionOk="0" h="2620" w="3002">
                  <a:moveTo>
                    <a:pt x="739" y="0"/>
                  </a:moveTo>
                  <a:lnTo>
                    <a:pt x="1" y="1310"/>
                  </a:lnTo>
                  <a:lnTo>
                    <a:pt x="739" y="2620"/>
                  </a:lnTo>
                  <a:lnTo>
                    <a:pt x="2263" y="2620"/>
                  </a:lnTo>
                  <a:lnTo>
                    <a:pt x="3001" y="1310"/>
                  </a:lnTo>
                  <a:lnTo>
                    <a:pt x="22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92"/>
            <p:cNvSpPr/>
            <p:nvPr/>
          </p:nvSpPr>
          <p:spPr>
            <a:xfrm>
              <a:off x="5965960" y="3088023"/>
              <a:ext cx="89728" cy="77690"/>
            </a:xfrm>
            <a:custGeom>
              <a:rect b="b" l="l" r="r" t="t"/>
              <a:pathLst>
                <a:path extrusionOk="0" h="2620" w="3026">
                  <a:moveTo>
                    <a:pt x="739" y="0"/>
                  </a:moveTo>
                  <a:lnTo>
                    <a:pt x="1" y="1310"/>
                  </a:lnTo>
                  <a:lnTo>
                    <a:pt x="739" y="2620"/>
                  </a:lnTo>
                  <a:lnTo>
                    <a:pt x="2263" y="2620"/>
                  </a:lnTo>
                  <a:lnTo>
                    <a:pt x="3025" y="1310"/>
                  </a:lnTo>
                  <a:lnTo>
                    <a:pt x="22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92"/>
            <p:cNvSpPr/>
            <p:nvPr/>
          </p:nvSpPr>
          <p:spPr>
            <a:xfrm>
              <a:off x="6134745" y="3088023"/>
              <a:ext cx="89017" cy="77690"/>
            </a:xfrm>
            <a:custGeom>
              <a:rect b="b" l="l" r="r" t="t"/>
              <a:pathLst>
                <a:path extrusionOk="0" h="2620" w="3002">
                  <a:moveTo>
                    <a:pt x="739" y="0"/>
                  </a:moveTo>
                  <a:lnTo>
                    <a:pt x="0" y="1310"/>
                  </a:lnTo>
                  <a:lnTo>
                    <a:pt x="739" y="2620"/>
                  </a:lnTo>
                  <a:lnTo>
                    <a:pt x="2263" y="2620"/>
                  </a:lnTo>
                  <a:lnTo>
                    <a:pt x="3001" y="1310"/>
                  </a:lnTo>
                  <a:lnTo>
                    <a:pt x="22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32" name="Google Shape;21232;p92"/>
          <p:cNvSpPr/>
          <p:nvPr/>
        </p:nvSpPr>
        <p:spPr>
          <a:xfrm>
            <a:off x="6990859" y="2982784"/>
            <a:ext cx="341122" cy="341122"/>
          </a:xfrm>
          <a:custGeom>
            <a:rect b="b" l="l" r="r" t="t"/>
            <a:pathLst>
              <a:path extrusionOk="0" h="11504" w="11504">
                <a:moveTo>
                  <a:pt x="1" y="1"/>
                </a:moveTo>
                <a:lnTo>
                  <a:pt x="1" y="11503"/>
                </a:lnTo>
                <a:lnTo>
                  <a:pt x="11503" y="11503"/>
                </a:lnTo>
                <a:lnTo>
                  <a:pt x="11503" y="10241"/>
                </a:lnTo>
                <a:lnTo>
                  <a:pt x="10908" y="10241"/>
                </a:lnTo>
                <a:lnTo>
                  <a:pt x="10908" y="10789"/>
                </a:lnTo>
                <a:lnTo>
                  <a:pt x="10146" y="10789"/>
                </a:lnTo>
                <a:lnTo>
                  <a:pt x="10146" y="5026"/>
                </a:lnTo>
                <a:lnTo>
                  <a:pt x="8288" y="6383"/>
                </a:lnTo>
                <a:lnTo>
                  <a:pt x="7312" y="5931"/>
                </a:lnTo>
                <a:lnTo>
                  <a:pt x="5883" y="7574"/>
                </a:lnTo>
                <a:lnTo>
                  <a:pt x="4740" y="7002"/>
                </a:lnTo>
                <a:lnTo>
                  <a:pt x="3192" y="8907"/>
                </a:lnTo>
                <a:lnTo>
                  <a:pt x="2168" y="8526"/>
                </a:lnTo>
                <a:lnTo>
                  <a:pt x="763" y="10003"/>
                </a:lnTo>
                <a:lnTo>
                  <a:pt x="763" y="9027"/>
                </a:lnTo>
                <a:lnTo>
                  <a:pt x="1977" y="7717"/>
                </a:lnTo>
                <a:lnTo>
                  <a:pt x="3001" y="8098"/>
                </a:lnTo>
                <a:lnTo>
                  <a:pt x="4573" y="6169"/>
                </a:lnTo>
                <a:lnTo>
                  <a:pt x="5692" y="6740"/>
                </a:lnTo>
                <a:lnTo>
                  <a:pt x="7097" y="5097"/>
                </a:lnTo>
                <a:lnTo>
                  <a:pt x="8169" y="5597"/>
                </a:lnTo>
                <a:lnTo>
                  <a:pt x="10098" y="4240"/>
                </a:lnTo>
                <a:lnTo>
                  <a:pt x="10098" y="2192"/>
                </a:lnTo>
                <a:lnTo>
                  <a:pt x="8884" y="2954"/>
                </a:lnTo>
                <a:lnTo>
                  <a:pt x="7669" y="2716"/>
                </a:lnTo>
                <a:lnTo>
                  <a:pt x="5526" y="4811"/>
                </a:lnTo>
                <a:lnTo>
                  <a:pt x="4549" y="4478"/>
                </a:lnTo>
                <a:lnTo>
                  <a:pt x="2668" y="6502"/>
                </a:lnTo>
                <a:lnTo>
                  <a:pt x="1811" y="5954"/>
                </a:lnTo>
                <a:lnTo>
                  <a:pt x="739" y="7193"/>
                </a:lnTo>
                <a:lnTo>
                  <a:pt x="739" y="692"/>
                </a:lnTo>
                <a:lnTo>
                  <a:pt x="1263" y="692"/>
                </a:lnTo>
                <a:lnTo>
                  <a:pt x="12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33" name="Google Shape;21233;p92"/>
          <p:cNvGrpSpPr/>
          <p:nvPr/>
        </p:nvGrpSpPr>
        <p:grpSpPr>
          <a:xfrm>
            <a:off x="7777419" y="3002296"/>
            <a:ext cx="244340" cy="340681"/>
            <a:chOff x="7091619" y="3002296"/>
            <a:chExt cx="244340" cy="340681"/>
          </a:xfrm>
        </p:grpSpPr>
        <p:sp>
          <p:nvSpPr>
            <p:cNvPr id="21234" name="Google Shape;21234;p92"/>
            <p:cNvSpPr/>
            <p:nvPr/>
          </p:nvSpPr>
          <p:spPr>
            <a:xfrm>
              <a:off x="7268855" y="3184454"/>
              <a:ext cx="67104" cy="158522"/>
            </a:xfrm>
            <a:custGeom>
              <a:rect b="b" l="l" r="r" t="t"/>
              <a:pathLst>
                <a:path extrusionOk="0" h="5346" w="2263">
                  <a:moveTo>
                    <a:pt x="1232" y="0"/>
                  </a:moveTo>
                  <a:cubicBezTo>
                    <a:pt x="1119" y="0"/>
                    <a:pt x="1001" y="19"/>
                    <a:pt x="882" y="58"/>
                  </a:cubicBezTo>
                  <a:cubicBezTo>
                    <a:pt x="548" y="130"/>
                    <a:pt x="286" y="416"/>
                    <a:pt x="191" y="725"/>
                  </a:cubicBezTo>
                  <a:cubicBezTo>
                    <a:pt x="1" y="1297"/>
                    <a:pt x="310" y="1845"/>
                    <a:pt x="763" y="2035"/>
                  </a:cubicBezTo>
                  <a:cubicBezTo>
                    <a:pt x="477" y="2154"/>
                    <a:pt x="310" y="2392"/>
                    <a:pt x="310" y="2702"/>
                  </a:cubicBezTo>
                  <a:lnTo>
                    <a:pt x="310" y="5345"/>
                  </a:lnTo>
                  <a:lnTo>
                    <a:pt x="2096" y="5345"/>
                  </a:lnTo>
                  <a:lnTo>
                    <a:pt x="2096" y="2702"/>
                  </a:lnTo>
                  <a:cubicBezTo>
                    <a:pt x="2096" y="2392"/>
                    <a:pt x="1906" y="2130"/>
                    <a:pt x="1644" y="2035"/>
                  </a:cubicBezTo>
                  <a:cubicBezTo>
                    <a:pt x="2001" y="1868"/>
                    <a:pt x="2263" y="1511"/>
                    <a:pt x="2263" y="1059"/>
                  </a:cubicBezTo>
                  <a:cubicBezTo>
                    <a:pt x="2263" y="463"/>
                    <a:pt x="1800" y="0"/>
                    <a:pt x="12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92"/>
            <p:cNvSpPr/>
            <p:nvPr/>
          </p:nvSpPr>
          <p:spPr>
            <a:xfrm>
              <a:off x="7180577" y="3184454"/>
              <a:ext cx="67133" cy="158522"/>
            </a:xfrm>
            <a:custGeom>
              <a:rect b="b" l="l" r="r" t="t"/>
              <a:pathLst>
                <a:path extrusionOk="0" h="5346" w="2264">
                  <a:moveTo>
                    <a:pt x="1232" y="0"/>
                  </a:moveTo>
                  <a:cubicBezTo>
                    <a:pt x="1119" y="0"/>
                    <a:pt x="1001" y="19"/>
                    <a:pt x="882" y="58"/>
                  </a:cubicBezTo>
                  <a:cubicBezTo>
                    <a:pt x="548" y="130"/>
                    <a:pt x="287" y="416"/>
                    <a:pt x="191" y="725"/>
                  </a:cubicBezTo>
                  <a:cubicBezTo>
                    <a:pt x="1" y="1297"/>
                    <a:pt x="310" y="1845"/>
                    <a:pt x="763" y="2035"/>
                  </a:cubicBezTo>
                  <a:cubicBezTo>
                    <a:pt x="477" y="2154"/>
                    <a:pt x="310" y="2392"/>
                    <a:pt x="310" y="2702"/>
                  </a:cubicBezTo>
                  <a:lnTo>
                    <a:pt x="310" y="5345"/>
                  </a:lnTo>
                  <a:lnTo>
                    <a:pt x="2096" y="5345"/>
                  </a:lnTo>
                  <a:lnTo>
                    <a:pt x="2096" y="2702"/>
                  </a:lnTo>
                  <a:cubicBezTo>
                    <a:pt x="2096" y="2392"/>
                    <a:pt x="1906" y="2130"/>
                    <a:pt x="1644" y="2035"/>
                  </a:cubicBezTo>
                  <a:cubicBezTo>
                    <a:pt x="2001" y="1868"/>
                    <a:pt x="2263" y="1511"/>
                    <a:pt x="2263" y="1059"/>
                  </a:cubicBezTo>
                  <a:cubicBezTo>
                    <a:pt x="2263" y="463"/>
                    <a:pt x="1800" y="0"/>
                    <a:pt x="12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92"/>
            <p:cNvSpPr/>
            <p:nvPr/>
          </p:nvSpPr>
          <p:spPr>
            <a:xfrm>
              <a:off x="7092301" y="3184454"/>
              <a:ext cx="67133" cy="158522"/>
            </a:xfrm>
            <a:custGeom>
              <a:rect b="b" l="l" r="r" t="t"/>
              <a:pathLst>
                <a:path extrusionOk="0" h="5346" w="2264">
                  <a:moveTo>
                    <a:pt x="1232" y="0"/>
                  </a:moveTo>
                  <a:cubicBezTo>
                    <a:pt x="1119" y="0"/>
                    <a:pt x="1001" y="19"/>
                    <a:pt x="882" y="58"/>
                  </a:cubicBezTo>
                  <a:cubicBezTo>
                    <a:pt x="549" y="130"/>
                    <a:pt x="287" y="416"/>
                    <a:pt x="191" y="725"/>
                  </a:cubicBezTo>
                  <a:cubicBezTo>
                    <a:pt x="1" y="1297"/>
                    <a:pt x="311" y="1845"/>
                    <a:pt x="763" y="2035"/>
                  </a:cubicBezTo>
                  <a:cubicBezTo>
                    <a:pt x="477" y="2154"/>
                    <a:pt x="311" y="2392"/>
                    <a:pt x="311" y="2702"/>
                  </a:cubicBezTo>
                  <a:lnTo>
                    <a:pt x="311" y="5345"/>
                  </a:lnTo>
                  <a:lnTo>
                    <a:pt x="2097" y="5345"/>
                  </a:lnTo>
                  <a:lnTo>
                    <a:pt x="2097" y="2702"/>
                  </a:lnTo>
                  <a:cubicBezTo>
                    <a:pt x="2097" y="2392"/>
                    <a:pt x="1906" y="2130"/>
                    <a:pt x="1644" y="2035"/>
                  </a:cubicBezTo>
                  <a:cubicBezTo>
                    <a:pt x="2001" y="1868"/>
                    <a:pt x="2263" y="1511"/>
                    <a:pt x="2263" y="1059"/>
                  </a:cubicBezTo>
                  <a:cubicBezTo>
                    <a:pt x="2263" y="463"/>
                    <a:pt x="1800" y="0"/>
                    <a:pt x="12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92"/>
            <p:cNvSpPr/>
            <p:nvPr/>
          </p:nvSpPr>
          <p:spPr>
            <a:xfrm>
              <a:off x="7268855" y="3002296"/>
              <a:ext cx="66422" cy="159175"/>
            </a:xfrm>
            <a:custGeom>
              <a:rect b="b" l="l" r="r" t="t"/>
              <a:pathLst>
                <a:path extrusionOk="0" h="5368" w="2240">
                  <a:moveTo>
                    <a:pt x="1176" y="1"/>
                  </a:moveTo>
                  <a:cubicBezTo>
                    <a:pt x="1065" y="1"/>
                    <a:pt x="950" y="19"/>
                    <a:pt x="834" y="57"/>
                  </a:cubicBezTo>
                  <a:cubicBezTo>
                    <a:pt x="501" y="153"/>
                    <a:pt x="239" y="415"/>
                    <a:pt x="167" y="748"/>
                  </a:cubicBezTo>
                  <a:cubicBezTo>
                    <a:pt x="1" y="1319"/>
                    <a:pt x="286" y="1843"/>
                    <a:pt x="715" y="2058"/>
                  </a:cubicBezTo>
                  <a:cubicBezTo>
                    <a:pt x="453" y="2177"/>
                    <a:pt x="286" y="2415"/>
                    <a:pt x="286" y="2725"/>
                  </a:cubicBezTo>
                  <a:lnTo>
                    <a:pt x="286" y="5368"/>
                  </a:lnTo>
                  <a:lnTo>
                    <a:pt x="2072" y="5368"/>
                  </a:lnTo>
                  <a:lnTo>
                    <a:pt x="2072" y="2725"/>
                  </a:lnTo>
                  <a:cubicBezTo>
                    <a:pt x="2072" y="2415"/>
                    <a:pt x="1882" y="2153"/>
                    <a:pt x="1620" y="2058"/>
                  </a:cubicBezTo>
                  <a:cubicBezTo>
                    <a:pt x="1977" y="1891"/>
                    <a:pt x="2239" y="1534"/>
                    <a:pt x="2239" y="1081"/>
                  </a:cubicBezTo>
                  <a:cubicBezTo>
                    <a:pt x="2239" y="483"/>
                    <a:pt x="1754" y="1"/>
                    <a:pt x="1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92"/>
            <p:cNvSpPr/>
            <p:nvPr/>
          </p:nvSpPr>
          <p:spPr>
            <a:xfrm>
              <a:off x="7184106" y="3002563"/>
              <a:ext cx="63605" cy="158908"/>
            </a:xfrm>
            <a:custGeom>
              <a:rect b="b" l="l" r="r" t="t"/>
              <a:pathLst>
                <a:path extrusionOk="0" h="5359" w="2145">
                  <a:moveTo>
                    <a:pt x="1072" y="1"/>
                  </a:moveTo>
                  <a:cubicBezTo>
                    <a:pt x="477" y="1"/>
                    <a:pt x="1" y="477"/>
                    <a:pt x="1" y="1072"/>
                  </a:cubicBezTo>
                  <a:cubicBezTo>
                    <a:pt x="1" y="1477"/>
                    <a:pt x="239" y="1882"/>
                    <a:pt x="644" y="2049"/>
                  </a:cubicBezTo>
                  <a:cubicBezTo>
                    <a:pt x="358" y="2168"/>
                    <a:pt x="191" y="2406"/>
                    <a:pt x="191" y="2716"/>
                  </a:cubicBezTo>
                  <a:lnTo>
                    <a:pt x="191" y="5359"/>
                  </a:lnTo>
                  <a:lnTo>
                    <a:pt x="1977" y="5359"/>
                  </a:lnTo>
                  <a:lnTo>
                    <a:pt x="1977" y="2716"/>
                  </a:lnTo>
                  <a:cubicBezTo>
                    <a:pt x="1977" y="2406"/>
                    <a:pt x="1787" y="2144"/>
                    <a:pt x="1525" y="2049"/>
                  </a:cubicBezTo>
                  <a:cubicBezTo>
                    <a:pt x="1882" y="1882"/>
                    <a:pt x="2144" y="1525"/>
                    <a:pt x="2144" y="1072"/>
                  </a:cubicBezTo>
                  <a:cubicBezTo>
                    <a:pt x="2144" y="477"/>
                    <a:pt x="1668"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92"/>
            <p:cNvSpPr/>
            <p:nvPr/>
          </p:nvSpPr>
          <p:spPr>
            <a:xfrm>
              <a:off x="7091619" y="3002296"/>
              <a:ext cx="67104" cy="159175"/>
            </a:xfrm>
            <a:custGeom>
              <a:rect b="b" l="l" r="r" t="t"/>
              <a:pathLst>
                <a:path extrusionOk="0" h="5368" w="2263">
                  <a:moveTo>
                    <a:pt x="1200" y="1"/>
                  </a:moveTo>
                  <a:cubicBezTo>
                    <a:pt x="1088" y="1"/>
                    <a:pt x="973" y="19"/>
                    <a:pt x="857" y="57"/>
                  </a:cubicBezTo>
                  <a:cubicBezTo>
                    <a:pt x="548" y="153"/>
                    <a:pt x="310" y="415"/>
                    <a:pt x="191" y="748"/>
                  </a:cubicBezTo>
                  <a:cubicBezTo>
                    <a:pt x="0" y="1319"/>
                    <a:pt x="310" y="1843"/>
                    <a:pt x="738" y="2058"/>
                  </a:cubicBezTo>
                  <a:cubicBezTo>
                    <a:pt x="476" y="2177"/>
                    <a:pt x="310" y="2415"/>
                    <a:pt x="310" y="2725"/>
                  </a:cubicBezTo>
                  <a:lnTo>
                    <a:pt x="310" y="5368"/>
                  </a:lnTo>
                  <a:lnTo>
                    <a:pt x="2096" y="5368"/>
                  </a:lnTo>
                  <a:lnTo>
                    <a:pt x="2096" y="2725"/>
                  </a:lnTo>
                  <a:cubicBezTo>
                    <a:pt x="2096" y="2415"/>
                    <a:pt x="1905" y="2153"/>
                    <a:pt x="1643" y="2058"/>
                  </a:cubicBezTo>
                  <a:cubicBezTo>
                    <a:pt x="2001" y="1891"/>
                    <a:pt x="2262" y="1534"/>
                    <a:pt x="2262" y="1081"/>
                  </a:cubicBezTo>
                  <a:cubicBezTo>
                    <a:pt x="2262" y="483"/>
                    <a:pt x="1777" y="1"/>
                    <a:pt x="1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0" name="Google Shape;21240;p92"/>
          <p:cNvGrpSpPr/>
          <p:nvPr/>
        </p:nvGrpSpPr>
        <p:grpSpPr>
          <a:xfrm>
            <a:off x="7730804" y="3563983"/>
            <a:ext cx="341809" cy="342521"/>
            <a:chOff x="7045004" y="3563983"/>
            <a:chExt cx="341809" cy="342521"/>
          </a:xfrm>
        </p:grpSpPr>
        <p:sp>
          <p:nvSpPr>
            <p:cNvPr id="21241" name="Google Shape;21241;p92"/>
            <p:cNvSpPr/>
            <p:nvPr/>
          </p:nvSpPr>
          <p:spPr>
            <a:xfrm>
              <a:off x="7132570" y="3563983"/>
              <a:ext cx="150427" cy="86170"/>
            </a:xfrm>
            <a:custGeom>
              <a:rect b="b" l="l" r="r" t="t"/>
              <a:pathLst>
                <a:path extrusionOk="0" h="2906" w="5073">
                  <a:moveTo>
                    <a:pt x="2858" y="0"/>
                  </a:moveTo>
                  <a:cubicBezTo>
                    <a:pt x="1810" y="0"/>
                    <a:pt x="858" y="262"/>
                    <a:pt x="0" y="738"/>
                  </a:cubicBezTo>
                  <a:lnTo>
                    <a:pt x="1215" y="1524"/>
                  </a:lnTo>
                  <a:lnTo>
                    <a:pt x="1239" y="2905"/>
                  </a:lnTo>
                  <a:cubicBezTo>
                    <a:pt x="1715" y="2644"/>
                    <a:pt x="2263" y="2501"/>
                    <a:pt x="2810" y="2501"/>
                  </a:cubicBezTo>
                  <a:cubicBezTo>
                    <a:pt x="3144" y="2501"/>
                    <a:pt x="3453" y="2548"/>
                    <a:pt x="3739" y="2620"/>
                  </a:cubicBezTo>
                  <a:lnTo>
                    <a:pt x="5049" y="1834"/>
                  </a:lnTo>
                  <a:lnTo>
                    <a:pt x="5073" y="453"/>
                  </a:lnTo>
                  <a:cubicBezTo>
                    <a:pt x="4406" y="143"/>
                    <a:pt x="3644" y="0"/>
                    <a:pt x="2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92"/>
            <p:cNvSpPr/>
            <p:nvPr/>
          </p:nvSpPr>
          <p:spPr>
            <a:xfrm>
              <a:off x="7264614" y="3587973"/>
              <a:ext cx="119381" cy="146216"/>
            </a:xfrm>
            <a:custGeom>
              <a:rect b="b" l="l" r="r" t="t"/>
              <a:pathLst>
                <a:path extrusionOk="0" h="4931" w="4026">
                  <a:moveTo>
                    <a:pt x="1215" y="1"/>
                  </a:moveTo>
                  <a:lnTo>
                    <a:pt x="1215" y="1453"/>
                  </a:lnTo>
                  <a:lnTo>
                    <a:pt x="1" y="2168"/>
                  </a:lnTo>
                  <a:cubicBezTo>
                    <a:pt x="739" y="2620"/>
                    <a:pt x="1287" y="3311"/>
                    <a:pt x="1501" y="4192"/>
                  </a:cubicBezTo>
                  <a:lnTo>
                    <a:pt x="2811" y="4930"/>
                  </a:lnTo>
                  <a:lnTo>
                    <a:pt x="4025" y="4240"/>
                  </a:lnTo>
                  <a:cubicBezTo>
                    <a:pt x="3787" y="2430"/>
                    <a:pt x="2716" y="882"/>
                    <a:pt x="1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92"/>
            <p:cNvSpPr/>
            <p:nvPr/>
          </p:nvSpPr>
          <p:spPr>
            <a:xfrm>
              <a:off x="7045004" y="3599270"/>
              <a:ext cx="103843" cy="134919"/>
            </a:xfrm>
            <a:custGeom>
              <a:rect b="b" l="l" r="r" t="t"/>
              <a:pathLst>
                <a:path extrusionOk="0" h="4550" w="3502">
                  <a:moveTo>
                    <a:pt x="2263" y="1"/>
                  </a:moveTo>
                  <a:cubicBezTo>
                    <a:pt x="881" y="1049"/>
                    <a:pt x="0" y="2716"/>
                    <a:pt x="0" y="4549"/>
                  </a:cubicBezTo>
                  <a:lnTo>
                    <a:pt x="1286" y="3835"/>
                  </a:lnTo>
                  <a:lnTo>
                    <a:pt x="2501" y="4526"/>
                  </a:lnTo>
                  <a:cubicBezTo>
                    <a:pt x="2525" y="3621"/>
                    <a:pt x="2882" y="2787"/>
                    <a:pt x="3501" y="2239"/>
                  </a:cubicBezTo>
                  <a:lnTo>
                    <a:pt x="3477" y="715"/>
                  </a:lnTo>
                  <a:lnTo>
                    <a:pt x="22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92"/>
            <p:cNvSpPr/>
            <p:nvPr/>
          </p:nvSpPr>
          <p:spPr>
            <a:xfrm>
              <a:off x="7148108" y="3819593"/>
              <a:ext cx="151139" cy="86911"/>
            </a:xfrm>
            <a:custGeom>
              <a:rect b="b" l="l" r="r" t="t"/>
              <a:pathLst>
                <a:path extrusionOk="0" h="2931" w="5097">
                  <a:moveTo>
                    <a:pt x="3834" y="1"/>
                  </a:moveTo>
                  <a:cubicBezTo>
                    <a:pt x="3358" y="263"/>
                    <a:pt x="2834" y="430"/>
                    <a:pt x="2263" y="430"/>
                  </a:cubicBezTo>
                  <a:cubicBezTo>
                    <a:pt x="1929" y="430"/>
                    <a:pt x="1643" y="358"/>
                    <a:pt x="1334" y="310"/>
                  </a:cubicBezTo>
                  <a:lnTo>
                    <a:pt x="24" y="1073"/>
                  </a:lnTo>
                  <a:lnTo>
                    <a:pt x="0" y="2478"/>
                  </a:lnTo>
                  <a:cubicBezTo>
                    <a:pt x="691" y="2787"/>
                    <a:pt x="1429" y="2930"/>
                    <a:pt x="2239" y="2930"/>
                  </a:cubicBezTo>
                  <a:cubicBezTo>
                    <a:pt x="3287" y="2930"/>
                    <a:pt x="4239" y="2668"/>
                    <a:pt x="5097" y="2192"/>
                  </a:cubicBezTo>
                  <a:lnTo>
                    <a:pt x="3882" y="1406"/>
                  </a:lnTo>
                  <a:lnTo>
                    <a:pt x="38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92"/>
            <p:cNvSpPr/>
            <p:nvPr/>
          </p:nvSpPr>
          <p:spPr>
            <a:xfrm>
              <a:off x="7047821" y="3736268"/>
              <a:ext cx="118669" cy="146216"/>
            </a:xfrm>
            <a:custGeom>
              <a:rect b="b" l="l" r="r" t="t"/>
              <a:pathLst>
                <a:path extrusionOk="0" h="4931" w="4002">
                  <a:moveTo>
                    <a:pt x="1215" y="1"/>
                  </a:moveTo>
                  <a:lnTo>
                    <a:pt x="1" y="668"/>
                  </a:lnTo>
                  <a:cubicBezTo>
                    <a:pt x="239" y="2501"/>
                    <a:pt x="1310" y="4049"/>
                    <a:pt x="2787" y="4930"/>
                  </a:cubicBezTo>
                  <a:lnTo>
                    <a:pt x="2787" y="3478"/>
                  </a:lnTo>
                  <a:lnTo>
                    <a:pt x="4001" y="2763"/>
                  </a:lnTo>
                  <a:cubicBezTo>
                    <a:pt x="3263" y="2311"/>
                    <a:pt x="2739" y="1596"/>
                    <a:pt x="2525" y="739"/>
                  </a:cubicBezTo>
                  <a:lnTo>
                    <a:pt x="12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92"/>
            <p:cNvSpPr/>
            <p:nvPr/>
          </p:nvSpPr>
          <p:spPr>
            <a:xfrm>
              <a:off x="7282288" y="3736268"/>
              <a:ext cx="104525" cy="134919"/>
            </a:xfrm>
            <a:custGeom>
              <a:rect b="b" l="l" r="r" t="t"/>
              <a:pathLst>
                <a:path extrusionOk="0" h="4550" w="3525">
                  <a:moveTo>
                    <a:pt x="3525" y="1"/>
                  </a:moveTo>
                  <a:lnTo>
                    <a:pt x="2239" y="715"/>
                  </a:lnTo>
                  <a:lnTo>
                    <a:pt x="1024" y="25"/>
                  </a:lnTo>
                  <a:cubicBezTo>
                    <a:pt x="976" y="906"/>
                    <a:pt x="619" y="1739"/>
                    <a:pt x="0" y="2311"/>
                  </a:cubicBezTo>
                  <a:lnTo>
                    <a:pt x="24" y="3835"/>
                  </a:lnTo>
                  <a:lnTo>
                    <a:pt x="1262" y="4549"/>
                  </a:lnTo>
                  <a:cubicBezTo>
                    <a:pt x="2620" y="3502"/>
                    <a:pt x="3525" y="1835"/>
                    <a:pt x="3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47" name="Google Shape;21247;p92"/>
          <p:cNvSpPr/>
          <p:nvPr/>
        </p:nvSpPr>
        <p:spPr>
          <a:xfrm>
            <a:off x="6992282" y="3561137"/>
            <a:ext cx="343228" cy="344651"/>
          </a:xfrm>
          <a:custGeom>
            <a:rect b="b" l="l" r="r" t="t"/>
            <a:pathLst>
              <a:path extrusionOk="0" h="11623" w="11575">
                <a:moveTo>
                  <a:pt x="5454" y="1"/>
                </a:moveTo>
                <a:lnTo>
                  <a:pt x="5454" y="1382"/>
                </a:lnTo>
                <a:cubicBezTo>
                  <a:pt x="5120" y="1501"/>
                  <a:pt x="4882" y="1739"/>
                  <a:pt x="4763" y="2049"/>
                </a:cubicBezTo>
                <a:lnTo>
                  <a:pt x="3906" y="2049"/>
                </a:lnTo>
                <a:lnTo>
                  <a:pt x="3096" y="930"/>
                </a:lnTo>
                <a:lnTo>
                  <a:pt x="0" y="930"/>
                </a:lnTo>
                <a:lnTo>
                  <a:pt x="0" y="3906"/>
                </a:lnTo>
                <a:lnTo>
                  <a:pt x="3096" y="3906"/>
                </a:lnTo>
                <a:lnTo>
                  <a:pt x="3906" y="2763"/>
                </a:lnTo>
                <a:lnTo>
                  <a:pt x="4763" y="2763"/>
                </a:lnTo>
                <a:cubicBezTo>
                  <a:pt x="4882" y="3097"/>
                  <a:pt x="5120" y="3335"/>
                  <a:pt x="5454" y="3454"/>
                </a:cubicBezTo>
                <a:lnTo>
                  <a:pt x="5454" y="4788"/>
                </a:lnTo>
                <a:cubicBezTo>
                  <a:pt x="5025" y="4954"/>
                  <a:pt x="4692" y="5335"/>
                  <a:pt x="4692" y="5812"/>
                </a:cubicBezTo>
                <a:cubicBezTo>
                  <a:pt x="4692" y="6288"/>
                  <a:pt x="5001" y="6669"/>
                  <a:pt x="5454" y="6812"/>
                </a:cubicBezTo>
                <a:lnTo>
                  <a:pt x="5454" y="8169"/>
                </a:lnTo>
                <a:cubicBezTo>
                  <a:pt x="5120" y="8288"/>
                  <a:pt x="4882" y="8526"/>
                  <a:pt x="4763" y="8836"/>
                </a:cubicBezTo>
                <a:lnTo>
                  <a:pt x="3906" y="8836"/>
                </a:lnTo>
                <a:lnTo>
                  <a:pt x="3096" y="7717"/>
                </a:lnTo>
                <a:lnTo>
                  <a:pt x="0" y="7717"/>
                </a:lnTo>
                <a:lnTo>
                  <a:pt x="0" y="10694"/>
                </a:lnTo>
                <a:lnTo>
                  <a:pt x="3096" y="10694"/>
                </a:lnTo>
                <a:lnTo>
                  <a:pt x="3906" y="9550"/>
                </a:lnTo>
                <a:lnTo>
                  <a:pt x="4763" y="9550"/>
                </a:lnTo>
                <a:cubicBezTo>
                  <a:pt x="4882" y="9884"/>
                  <a:pt x="5120" y="10122"/>
                  <a:pt x="5454" y="10241"/>
                </a:cubicBezTo>
                <a:lnTo>
                  <a:pt x="5454" y="11622"/>
                </a:lnTo>
                <a:lnTo>
                  <a:pt x="6121" y="11622"/>
                </a:lnTo>
                <a:lnTo>
                  <a:pt x="6121" y="10241"/>
                </a:lnTo>
                <a:cubicBezTo>
                  <a:pt x="6549" y="10098"/>
                  <a:pt x="6883" y="9717"/>
                  <a:pt x="6883" y="9241"/>
                </a:cubicBezTo>
                <a:cubicBezTo>
                  <a:pt x="6883" y="8765"/>
                  <a:pt x="6573" y="8360"/>
                  <a:pt x="6121" y="8217"/>
                </a:cubicBezTo>
                <a:lnTo>
                  <a:pt x="6121" y="6883"/>
                </a:lnTo>
                <a:cubicBezTo>
                  <a:pt x="6454" y="6764"/>
                  <a:pt x="6692" y="6526"/>
                  <a:pt x="6811" y="6193"/>
                </a:cubicBezTo>
                <a:lnTo>
                  <a:pt x="7669" y="6193"/>
                </a:lnTo>
                <a:lnTo>
                  <a:pt x="8478" y="7336"/>
                </a:lnTo>
                <a:lnTo>
                  <a:pt x="11574" y="7336"/>
                </a:lnTo>
                <a:lnTo>
                  <a:pt x="11574" y="4359"/>
                </a:lnTo>
                <a:lnTo>
                  <a:pt x="8454" y="4359"/>
                </a:lnTo>
                <a:lnTo>
                  <a:pt x="8454" y="4287"/>
                </a:lnTo>
                <a:lnTo>
                  <a:pt x="7645" y="5407"/>
                </a:lnTo>
                <a:lnTo>
                  <a:pt x="6811" y="5407"/>
                </a:lnTo>
                <a:cubicBezTo>
                  <a:pt x="6692" y="5097"/>
                  <a:pt x="6454" y="4859"/>
                  <a:pt x="6121" y="4740"/>
                </a:cubicBezTo>
                <a:lnTo>
                  <a:pt x="6121" y="3406"/>
                </a:lnTo>
                <a:cubicBezTo>
                  <a:pt x="6549" y="3240"/>
                  <a:pt x="6883" y="2859"/>
                  <a:pt x="6883" y="2382"/>
                </a:cubicBezTo>
                <a:cubicBezTo>
                  <a:pt x="6883" y="1906"/>
                  <a:pt x="6573" y="1525"/>
                  <a:pt x="6121" y="1382"/>
                </a:cubicBezTo>
                <a:lnTo>
                  <a:pt x="61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48" name="Google Shape;21248;p92"/>
          <p:cNvGrpSpPr/>
          <p:nvPr/>
        </p:nvGrpSpPr>
        <p:grpSpPr>
          <a:xfrm>
            <a:off x="6262923" y="3585867"/>
            <a:ext cx="341125" cy="341098"/>
            <a:chOff x="5881923" y="3585867"/>
            <a:chExt cx="341125" cy="341098"/>
          </a:xfrm>
        </p:grpSpPr>
        <p:sp>
          <p:nvSpPr>
            <p:cNvPr id="21249" name="Google Shape;21249;p92"/>
            <p:cNvSpPr/>
            <p:nvPr/>
          </p:nvSpPr>
          <p:spPr>
            <a:xfrm>
              <a:off x="5881923" y="3585867"/>
              <a:ext cx="89728" cy="55806"/>
            </a:xfrm>
            <a:custGeom>
              <a:rect b="b" l="l" r="r" t="t"/>
              <a:pathLst>
                <a:path extrusionOk="0" h="1882" w="3026">
                  <a:moveTo>
                    <a:pt x="1" y="0"/>
                  </a:moveTo>
                  <a:lnTo>
                    <a:pt x="1" y="1882"/>
                  </a:lnTo>
                  <a:lnTo>
                    <a:pt x="3025" y="1882"/>
                  </a:lnTo>
                  <a:lnTo>
                    <a:pt x="30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92"/>
            <p:cNvSpPr/>
            <p:nvPr/>
          </p:nvSpPr>
          <p:spPr>
            <a:xfrm>
              <a:off x="5992084" y="3602799"/>
              <a:ext cx="29000" cy="79143"/>
            </a:xfrm>
            <a:custGeom>
              <a:rect b="b" l="l" r="r" t="t"/>
              <a:pathLst>
                <a:path extrusionOk="0" h="2669" w="978">
                  <a:moveTo>
                    <a:pt x="1" y="1"/>
                  </a:moveTo>
                  <a:lnTo>
                    <a:pt x="1" y="1525"/>
                  </a:lnTo>
                  <a:lnTo>
                    <a:pt x="977" y="2668"/>
                  </a:lnTo>
                  <a:lnTo>
                    <a:pt x="977" y="1168"/>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92"/>
            <p:cNvSpPr/>
            <p:nvPr/>
          </p:nvSpPr>
          <p:spPr>
            <a:xfrm>
              <a:off x="6040834" y="3643068"/>
              <a:ext cx="182215" cy="55806"/>
            </a:xfrm>
            <a:custGeom>
              <a:rect b="b" l="l" r="r" t="t"/>
              <a:pathLst>
                <a:path extrusionOk="0" h="1882" w="6145">
                  <a:moveTo>
                    <a:pt x="0" y="0"/>
                  </a:moveTo>
                  <a:lnTo>
                    <a:pt x="0" y="1882"/>
                  </a:lnTo>
                  <a:lnTo>
                    <a:pt x="5406" y="1882"/>
                  </a:lnTo>
                  <a:lnTo>
                    <a:pt x="6144" y="929"/>
                  </a:lnTo>
                  <a:lnTo>
                    <a:pt x="54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92"/>
            <p:cNvSpPr/>
            <p:nvPr/>
          </p:nvSpPr>
          <p:spPr>
            <a:xfrm>
              <a:off x="5992084" y="3679779"/>
              <a:ext cx="29000" cy="79113"/>
            </a:xfrm>
            <a:custGeom>
              <a:rect b="b" l="l" r="r" t="t"/>
              <a:pathLst>
                <a:path extrusionOk="0" h="2668" w="978">
                  <a:moveTo>
                    <a:pt x="1" y="1"/>
                  </a:moveTo>
                  <a:lnTo>
                    <a:pt x="1" y="1501"/>
                  </a:lnTo>
                  <a:lnTo>
                    <a:pt x="977" y="2668"/>
                  </a:lnTo>
                  <a:lnTo>
                    <a:pt x="977" y="1144"/>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92"/>
            <p:cNvSpPr/>
            <p:nvPr/>
          </p:nvSpPr>
          <p:spPr>
            <a:xfrm>
              <a:off x="5881923" y="3737691"/>
              <a:ext cx="89728" cy="55806"/>
            </a:xfrm>
            <a:custGeom>
              <a:rect b="b" l="l" r="r" t="t"/>
              <a:pathLst>
                <a:path extrusionOk="0" h="1882" w="3026">
                  <a:moveTo>
                    <a:pt x="1" y="0"/>
                  </a:moveTo>
                  <a:lnTo>
                    <a:pt x="1" y="1882"/>
                  </a:lnTo>
                  <a:lnTo>
                    <a:pt x="3025" y="1882"/>
                  </a:lnTo>
                  <a:lnTo>
                    <a:pt x="30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92"/>
            <p:cNvSpPr/>
            <p:nvPr/>
          </p:nvSpPr>
          <p:spPr>
            <a:xfrm>
              <a:off x="5992084" y="3755334"/>
              <a:ext cx="29000" cy="79825"/>
            </a:xfrm>
            <a:custGeom>
              <a:rect b="b" l="l" r="r" t="t"/>
              <a:pathLst>
                <a:path extrusionOk="0" h="2692" w="978">
                  <a:moveTo>
                    <a:pt x="1" y="1"/>
                  </a:moveTo>
                  <a:lnTo>
                    <a:pt x="1" y="1525"/>
                  </a:lnTo>
                  <a:lnTo>
                    <a:pt x="977" y="2692"/>
                  </a:lnTo>
                  <a:lnTo>
                    <a:pt x="977" y="1168"/>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92"/>
            <p:cNvSpPr/>
            <p:nvPr/>
          </p:nvSpPr>
          <p:spPr>
            <a:xfrm>
              <a:off x="5992084" y="3831602"/>
              <a:ext cx="29000" cy="79113"/>
            </a:xfrm>
            <a:custGeom>
              <a:rect b="b" l="l" r="r" t="t"/>
              <a:pathLst>
                <a:path extrusionOk="0" h="2668" w="978">
                  <a:moveTo>
                    <a:pt x="1" y="1"/>
                  </a:moveTo>
                  <a:lnTo>
                    <a:pt x="1" y="1501"/>
                  </a:lnTo>
                  <a:lnTo>
                    <a:pt x="977" y="2668"/>
                  </a:lnTo>
                  <a:lnTo>
                    <a:pt x="977" y="1144"/>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92"/>
            <p:cNvSpPr/>
            <p:nvPr/>
          </p:nvSpPr>
          <p:spPr>
            <a:xfrm>
              <a:off x="5881923" y="3662135"/>
              <a:ext cx="89728" cy="55094"/>
            </a:xfrm>
            <a:custGeom>
              <a:rect b="b" l="l" r="r" t="t"/>
              <a:pathLst>
                <a:path extrusionOk="0" h="1858" w="3026">
                  <a:moveTo>
                    <a:pt x="1" y="0"/>
                  </a:moveTo>
                  <a:lnTo>
                    <a:pt x="1" y="1858"/>
                  </a:lnTo>
                  <a:lnTo>
                    <a:pt x="3025" y="1858"/>
                  </a:lnTo>
                  <a:lnTo>
                    <a:pt x="30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92"/>
            <p:cNvSpPr/>
            <p:nvPr/>
          </p:nvSpPr>
          <p:spPr>
            <a:xfrm>
              <a:off x="6040834" y="3794180"/>
              <a:ext cx="182215" cy="56518"/>
            </a:xfrm>
            <a:custGeom>
              <a:rect b="b" l="l" r="r" t="t"/>
              <a:pathLst>
                <a:path extrusionOk="0" h="1906" w="6145">
                  <a:moveTo>
                    <a:pt x="5406" y="1"/>
                  </a:moveTo>
                  <a:lnTo>
                    <a:pt x="0" y="24"/>
                  </a:lnTo>
                  <a:lnTo>
                    <a:pt x="0" y="1906"/>
                  </a:lnTo>
                  <a:lnTo>
                    <a:pt x="5406" y="1906"/>
                  </a:lnTo>
                  <a:lnTo>
                    <a:pt x="6144" y="953"/>
                  </a:lnTo>
                  <a:lnTo>
                    <a:pt x="540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92"/>
            <p:cNvSpPr/>
            <p:nvPr/>
          </p:nvSpPr>
          <p:spPr>
            <a:xfrm>
              <a:off x="6040834" y="3717912"/>
              <a:ext cx="182215" cy="56518"/>
            </a:xfrm>
            <a:custGeom>
              <a:rect b="b" l="l" r="r" t="t"/>
              <a:pathLst>
                <a:path extrusionOk="0" h="1906" w="6145">
                  <a:moveTo>
                    <a:pt x="5406" y="1"/>
                  </a:moveTo>
                  <a:lnTo>
                    <a:pt x="0" y="48"/>
                  </a:lnTo>
                  <a:lnTo>
                    <a:pt x="0" y="1906"/>
                  </a:lnTo>
                  <a:lnTo>
                    <a:pt x="5406" y="1906"/>
                  </a:lnTo>
                  <a:lnTo>
                    <a:pt x="6144" y="953"/>
                  </a:lnTo>
                  <a:lnTo>
                    <a:pt x="540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92"/>
            <p:cNvSpPr/>
            <p:nvPr/>
          </p:nvSpPr>
          <p:spPr>
            <a:xfrm>
              <a:off x="6040834" y="3871159"/>
              <a:ext cx="182215" cy="55806"/>
            </a:xfrm>
            <a:custGeom>
              <a:rect b="b" l="l" r="r" t="t"/>
              <a:pathLst>
                <a:path extrusionOk="0" h="1882" w="6145">
                  <a:moveTo>
                    <a:pt x="0" y="0"/>
                  </a:moveTo>
                  <a:lnTo>
                    <a:pt x="0" y="1882"/>
                  </a:lnTo>
                  <a:lnTo>
                    <a:pt x="5406" y="1882"/>
                  </a:lnTo>
                  <a:lnTo>
                    <a:pt x="6144" y="905"/>
                  </a:lnTo>
                  <a:lnTo>
                    <a:pt x="54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92"/>
            <p:cNvSpPr/>
            <p:nvPr/>
          </p:nvSpPr>
          <p:spPr>
            <a:xfrm>
              <a:off x="5881923" y="3813958"/>
              <a:ext cx="89728" cy="55094"/>
            </a:xfrm>
            <a:custGeom>
              <a:rect b="b" l="l" r="r" t="t"/>
              <a:pathLst>
                <a:path extrusionOk="0" h="1858" w="3026">
                  <a:moveTo>
                    <a:pt x="1" y="0"/>
                  </a:moveTo>
                  <a:lnTo>
                    <a:pt x="1" y="1858"/>
                  </a:lnTo>
                  <a:lnTo>
                    <a:pt x="3025" y="1858"/>
                  </a:lnTo>
                  <a:lnTo>
                    <a:pt x="30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61" name="Google Shape;21261;p92"/>
          <p:cNvSpPr/>
          <p:nvPr/>
        </p:nvSpPr>
        <p:spPr>
          <a:xfrm>
            <a:off x="5547709" y="3563983"/>
            <a:ext cx="283211" cy="344621"/>
          </a:xfrm>
          <a:custGeom>
            <a:rect b="b" l="l" r="r" t="t"/>
            <a:pathLst>
              <a:path extrusionOk="0" h="11622" w="9551">
                <a:moveTo>
                  <a:pt x="1" y="0"/>
                </a:moveTo>
                <a:lnTo>
                  <a:pt x="1" y="667"/>
                </a:lnTo>
                <a:lnTo>
                  <a:pt x="858" y="667"/>
                </a:lnTo>
                <a:lnTo>
                  <a:pt x="858" y="1358"/>
                </a:lnTo>
                <a:lnTo>
                  <a:pt x="1" y="1358"/>
                </a:lnTo>
                <a:lnTo>
                  <a:pt x="1" y="2048"/>
                </a:lnTo>
                <a:lnTo>
                  <a:pt x="858" y="2048"/>
                </a:lnTo>
                <a:lnTo>
                  <a:pt x="858" y="2739"/>
                </a:lnTo>
                <a:lnTo>
                  <a:pt x="1" y="2739"/>
                </a:lnTo>
                <a:lnTo>
                  <a:pt x="1" y="3406"/>
                </a:lnTo>
                <a:lnTo>
                  <a:pt x="858" y="3406"/>
                </a:lnTo>
                <a:lnTo>
                  <a:pt x="858" y="4096"/>
                </a:lnTo>
                <a:lnTo>
                  <a:pt x="1" y="4096"/>
                </a:lnTo>
                <a:lnTo>
                  <a:pt x="1" y="4787"/>
                </a:lnTo>
                <a:lnTo>
                  <a:pt x="858" y="4787"/>
                </a:lnTo>
                <a:lnTo>
                  <a:pt x="858" y="5477"/>
                </a:lnTo>
                <a:lnTo>
                  <a:pt x="1" y="5477"/>
                </a:lnTo>
                <a:lnTo>
                  <a:pt x="1" y="6144"/>
                </a:lnTo>
                <a:lnTo>
                  <a:pt x="858" y="6144"/>
                </a:lnTo>
                <a:lnTo>
                  <a:pt x="858" y="6835"/>
                </a:lnTo>
                <a:lnTo>
                  <a:pt x="1" y="6835"/>
                </a:lnTo>
                <a:lnTo>
                  <a:pt x="1" y="7525"/>
                </a:lnTo>
                <a:lnTo>
                  <a:pt x="858" y="7525"/>
                </a:lnTo>
                <a:lnTo>
                  <a:pt x="858" y="8216"/>
                </a:lnTo>
                <a:lnTo>
                  <a:pt x="1" y="8216"/>
                </a:lnTo>
                <a:lnTo>
                  <a:pt x="1" y="8883"/>
                </a:lnTo>
                <a:lnTo>
                  <a:pt x="858" y="8883"/>
                </a:lnTo>
                <a:lnTo>
                  <a:pt x="858" y="9573"/>
                </a:lnTo>
                <a:lnTo>
                  <a:pt x="1" y="9573"/>
                </a:lnTo>
                <a:lnTo>
                  <a:pt x="1" y="10264"/>
                </a:lnTo>
                <a:lnTo>
                  <a:pt x="858" y="10264"/>
                </a:lnTo>
                <a:lnTo>
                  <a:pt x="858" y="10955"/>
                </a:lnTo>
                <a:lnTo>
                  <a:pt x="1" y="10955"/>
                </a:lnTo>
                <a:lnTo>
                  <a:pt x="1" y="11622"/>
                </a:lnTo>
                <a:lnTo>
                  <a:pt x="1525" y="11622"/>
                </a:lnTo>
                <a:lnTo>
                  <a:pt x="1525" y="10145"/>
                </a:lnTo>
                <a:lnTo>
                  <a:pt x="9550" y="10145"/>
                </a:lnTo>
                <a:lnTo>
                  <a:pt x="9550" y="7883"/>
                </a:lnTo>
                <a:lnTo>
                  <a:pt x="1525" y="7883"/>
                </a:lnTo>
                <a:lnTo>
                  <a:pt x="1525" y="6835"/>
                </a:lnTo>
                <a:lnTo>
                  <a:pt x="8907" y="6835"/>
                </a:lnTo>
                <a:lnTo>
                  <a:pt x="8907" y="4692"/>
                </a:lnTo>
                <a:lnTo>
                  <a:pt x="1525" y="4692"/>
                </a:lnTo>
                <a:lnTo>
                  <a:pt x="1525" y="3620"/>
                </a:lnTo>
                <a:lnTo>
                  <a:pt x="8217" y="3620"/>
                </a:lnTo>
                <a:lnTo>
                  <a:pt x="8217" y="1477"/>
                </a:lnTo>
                <a:lnTo>
                  <a:pt x="1525" y="1477"/>
                </a:lnTo>
                <a:lnTo>
                  <a:pt x="15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62" name="Google Shape;21262;p92"/>
          <p:cNvGrpSpPr/>
          <p:nvPr/>
        </p:nvGrpSpPr>
        <p:grpSpPr>
          <a:xfrm>
            <a:off x="4781639" y="3605646"/>
            <a:ext cx="341122" cy="282472"/>
            <a:chOff x="4705439" y="3605646"/>
            <a:chExt cx="341122" cy="282472"/>
          </a:xfrm>
        </p:grpSpPr>
        <p:sp>
          <p:nvSpPr>
            <p:cNvPr id="21263" name="Google Shape;21263;p92"/>
            <p:cNvSpPr/>
            <p:nvPr/>
          </p:nvSpPr>
          <p:spPr>
            <a:xfrm>
              <a:off x="4705439" y="3712278"/>
              <a:ext cx="341122" cy="175839"/>
            </a:xfrm>
            <a:custGeom>
              <a:rect b="b" l="l" r="r" t="t"/>
              <a:pathLst>
                <a:path extrusionOk="0" h="5930" w="11504">
                  <a:moveTo>
                    <a:pt x="8979" y="0"/>
                  </a:moveTo>
                  <a:lnTo>
                    <a:pt x="7907" y="977"/>
                  </a:lnTo>
                  <a:lnTo>
                    <a:pt x="7907" y="5239"/>
                  </a:lnTo>
                  <a:lnTo>
                    <a:pt x="6860" y="5239"/>
                  </a:lnTo>
                  <a:lnTo>
                    <a:pt x="6860" y="1667"/>
                  </a:lnTo>
                  <a:lnTo>
                    <a:pt x="5788" y="691"/>
                  </a:lnTo>
                  <a:lnTo>
                    <a:pt x="4716" y="1667"/>
                  </a:lnTo>
                  <a:lnTo>
                    <a:pt x="4716" y="5239"/>
                  </a:lnTo>
                  <a:lnTo>
                    <a:pt x="3645" y="5239"/>
                  </a:lnTo>
                  <a:lnTo>
                    <a:pt x="3645" y="2310"/>
                  </a:lnTo>
                  <a:lnTo>
                    <a:pt x="2573" y="1334"/>
                  </a:lnTo>
                  <a:lnTo>
                    <a:pt x="1501" y="2310"/>
                  </a:lnTo>
                  <a:lnTo>
                    <a:pt x="1501" y="5239"/>
                  </a:lnTo>
                  <a:lnTo>
                    <a:pt x="1" y="5239"/>
                  </a:lnTo>
                  <a:lnTo>
                    <a:pt x="1" y="5930"/>
                  </a:lnTo>
                  <a:lnTo>
                    <a:pt x="11503" y="5930"/>
                  </a:lnTo>
                  <a:lnTo>
                    <a:pt x="11503" y="5239"/>
                  </a:lnTo>
                  <a:lnTo>
                    <a:pt x="10051" y="5239"/>
                  </a:lnTo>
                  <a:lnTo>
                    <a:pt x="10051" y="977"/>
                  </a:lnTo>
                  <a:lnTo>
                    <a:pt x="89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92"/>
            <p:cNvSpPr/>
            <p:nvPr/>
          </p:nvSpPr>
          <p:spPr>
            <a:xfrm>
              <a:off x="4749949" y="3698845"/>
              <a:ext cx="63575" cy="56518"/>
            </a:xfrm>
            <a:custGeom>
              <a:rect b="b" l="l" r="r" t="t"/>
              <a:pathLst>
                <a:path extrusionOk="0" h="1906" w="2144">
                  <a:moveTo>
                    <a:pt x="1072" y="1"/>
                  </a:moveTo>
                  <a:lnTo>
                    <a:pt x="0" y="977"/>
                  </a:lnTo>
                  <a:lnTo>
                    <a:pt x="0" y="1906"/>
                  </a:lnTo>
                  <a:lnTo>
                    <a:pt x="1072" y="929"/>
                  </a:lnTo>
                  <a:lnTo>
                    <a:pt x="2144" y="1906"/>
                  </a:lnTo>
                  <a:lnTo>
                    <a:pt x="2144" y="977"/>
                  </a:lnTo>
                  <a:lnTo>
                    <a:pt x="10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92"/>
            <p:cNvSpPr/>
            <p:nvPr/>
          </p:nvSpPr>
          <p:spPr>
            <a:xfrm>
              <a:off x="4749949" y="3645885"/>
              <a:ext cx="63575" cy="56518"/>
            </a:xfrm>
            <a:custGeom>
              <a:rect b="b" l="l" r="r" t="t"/>
              <a:pathLst>
                <a:path extrusionOk="0" h="1906" w="2144">
                  <a:moveTo>
                    <a:pt x="1072" y="1"/>
                  </a:moveTo>
                  <a:lnTo>
                    <a:pt x="0" y="977"/>
                  </a:lnTo>
                  <a:lnTo>
                    <a:pt x="0" y="1906"/>
                  </a:lnTo>
                  <a:lnTo>
                    <a:pt x="1072" y="929"/>
                  </a:lnTo>
                  <a:lnTo>
                    <a:pt x="2144" y="1906"/>
                  </a:lnTo>
                  <a:lnTo>
                    <a:pt x="2144" y="977"/>
                  </a:lnTo>
                  <a:lnTo>
                    <a:pt x="10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92"/>
            <p:cNvSpPr/>
            <p:nvPr/>
          </p:nvSpPr>
          <p:spPr>
            <a:xfrm>
              <a:off x="4845283" y="3678385"/>
              <a:ext cx="63575" cy="56518"/>
            </a:xfrm>
            <a:custGeom>
              <a:rect b="b" l="l" r="r" t="t"/>
              <a:pathLst>
                <a:path extrusionOk="0" h="1906" w="2144">
                  <a:moveTo>
                    <a:pt x="1072" y="0"/>
                  </a:moveTo>
                  <a:lnTo>
                    <a:pt x="0" y="1000"/>
                  </a:lnTo>
                  <a:lnTo>
                    <a:pt x="0" y="1905"/>
                  </a:lnTo>
                  <a:lnTo>
                    <a:pt x="1072" y="929"/>
                  </a:lnTo>
                  <a:lnTo>
                    <a:pt x="2144" y="1905"/>
                  </a:lnTo>
                  <a:lnTo>
                    <a:pt x="2144" y="1000"/>
                  </a:lnTo>
                  <a:lnTo>
                    <a:pt x="10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92"/>
            <p:cNvSpPr/>
            <p:nvPr/>
          </p:nvSpPr>
          <p:spPr>
            <a:xfrm>
              <a:off x="4845283" y="3625395"/>
              <a:ext cx="63575" cy="56547"/>
            </a:xfrm>
            <a:custGeom>
              <a:rect b="b" l="l" r="r" t="t"/>
              <a:pathLst>
                <a:path extrusionOk="0" h="1907" w="2144">
                  <a:moveTo>
                    <a:pt x="1072" y="1"/>
                  </a:moveTo>
                  <a:lnTo>
                    <a:pt x="0" y="1001"/>
                  </a:lnTo>
                  <a:lnTo>
                    <a:pt x="0" y="1906"/>
                  </a:lnTo>
                  <a:lnTo>
                    <a:pt x="1072" y="930"/>
                  </a:lnTo>
                  <a:lnTo>
                    <a:pt x="2144" y="1906"/>
                  </a:lnTo>
                  <a:lnTo>
                    <a:pt x="2144" y="1001"/>
                  </a:lnTo>
                  <a:lnTo>
                    <a:pt x="10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92"/>
            <p:cNvSpPr/>
            <p:nvPr/>
          </p:nvSpPr>
          <p:spPr>
            <a:xfrm>
              <a:off x="4939906" y="3659318"/>
              <a:ext cx="63575" cy="56518"/>
            </a:xfrm>
            <a:custGeom>
              <a:rect b="b" l="l" r="r" t="t"/>
              <a:pathLst>
                <a:path extrusionOk="0" h="1906" w="2144">
                  <a:moveTo>
                    <a:pt x="1072" y="0"/>
                  </a:moveTo>
                  <a:lnTo>
                    <a:pt x="0" y="976"/>
                  </a:lnTo>
                  <a:lnTo>
                    <a:pt x="0" y="1905"/>
                  </a:lnTo>
                  <a:lnTo>
                    <a:pt x="1072" y="929"/>
                  </a:lnTo>
                  <a:lnTo>
                    <a:pt x="2144" y="1905"/>
                  </a:lnTo>
                  <a:lnTo>
                    <a:pt x="2144" y="976"/>
                  </a:lnTo>
                  <a:lnTo>
                    <a:pt x="10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92"/>
            <p:cNvSpPr/>
            <p:nvPr/>
          </p:nvSpPr>
          <p:spPr>
            <a:xfrm>
              <a:off x="4939906" y="3605646"/>
              <a:ext cx="63575" cy="56518"/>
            </a:xfrm>
            <a:custGeom>
              <a:rect b="b" l="l" r="r" t="t"/>
              <a:pathLst>
                <a:path extrusionOk="0" h="1906" w="2144">
                  <a:moveTo>
                    <a:pt x="1072" y="0"/>
                  </a:moveTo>
                  <a:lnTo>
                    <a:pt x="0" y="977"/>
                  </a:lnTo>
                  <a:lnTo>
                    <a:pt x="0" y="1905"/>
                  </a:lnTo>
                  <a:lnTo>
                    <a:pt x="1072" y="905"/>
                  </a:lnTo>
                  <a:lnTo>
                    <a:pt x="2144" y="1905"/>
                  </a:lnTo>
                  <a:lnTo>
                    <a:pt x="2144" y="977"/>
                  </a:lnTo>
                  <a:lnTo>
                    <a:pt x="10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70" name="Google Shape;21270;p92"/>
          <p:cNvSpPr/>
          <p:nvPr/>
        </p:nvSpPr>
        <p:spPr>
          <a:xfrm>
            <a:off x="4042436" y="3589337"/>
            <a:ext cx="342516" cy="291010"/>
          </a:xfrm>
          <a:custGeom>
            <a:rect b="b" l="l" r="r" t="t"/>
            <a:pathLst>
              <a:path extrusionOk="0" h="9814" w="11551">
                <a:moveTo>
                  <a:pt x="3334" y="4313"/>
                </a:moveTo>
                <a:cubicBezTo>
                  <a:pt x="3406" y="4384"/>
                  <a:pt x="3477" y="4408"/>
                  <a:pt x="3572" y="4432"/>
                </a:cubicBezTo>
                <a:lnTo>
                  <a:pt x="3572" y="9147"/>
                </a:lnTo>
                <a:lnTo>
                  <a:pt x="1429" y="9147"/>
                </a:lnTo>
                <a:lnTo>
                  <a:pt x="1429" y="8457"/>
                </a:lnTo>
                <a:cubicBezTo>
                  <a:pt x="1858" y="8314"/>
                  <a:pt x="2143" y="7933"/>
                  <a:pt x="2143" y="7456"/>
                </a:cubicBezTo>
                <a:cubicBezTo>
                  <a:pt x="2143" y="7147"/>
                  <a:pt x="2024" y="6885"/>
                  <a:pt x="1810" y="6670"/>
                </a:cubicBezTo>
                <a:lnTo>
                  <a:pt x="3334" y="4313"/>
                </a:lnTo>
                <a:close/>
                <a:moveTo>
                  <a:pt x="4501" y="4289"/>
                </a:moveTo>
                <a:lnTo>
                  <a:pt x="5859" y="5861"/>
                </a:lnTo>
                <a:cubicBezTo>
                  <a:pt x="5787" y="6027"/>
                  <a:pt x="5739" y="6170"/>
                  <a:pt x="5739" y="6337"/>
                </a:cubicBezTo>
                <a:cubicBezTo>
                  <a:pt x="5739" y="6813"/>
                  <a:pt x="6049" y="7218"/>
                  <a:pt x="6501" y="7361"/>
                </a:cubicBezTo>
                <a:lnTo>
                  <a:pt x="6501" y="9147"/>
                </a:lnTo>
                <a:lnTo>
                  <a:pt x="4263" y="9147"/>
                </a:lnTo>
                <a:lnTo>
                  <a:pt x="4263" y="4432"/>
                </a:lnTo>
                <a:lnTo>
                  <a:pt x="4239" y="4432"/>
                </a:lnTo>
                <a:cubicBezTo>
                  <a:pt x="4311" y="4408"/>
                  <a:pt x="4430" y="4360"/>
                  <a:pt x="4501" y="4289"/>
                </a:cubicBezTo>
                <a:close/>
                <a:moveTo>
                  <a:pt x="9288" y="3217"/>
                </a:moveTo>
                <a:cubicBezTo>
                  <a:pt x="9383" y="3241"/>
                  <a:pt x="9478" y="3241"/>
                  <a:pt x="9526" y="3289"/>
                </a:cubicBezTo>
                <a:lnTo>
                  <a:pt x="9526" y="9147"/>
                </a:lnTo>
                <a:lnTo>
                  <a:pt x="7144" y="9147"/>
                </a:lnTo>
                <a:lnTo>
                  <a:pt x="7144" y="7361"/>
                </a:lnTo>
                <a:cubicBezTo>
                  <a:pt x="7573" y="7218"/>
                  <a:pt x="7883" y="6813"/>
                  <a:pt x="7883" y="6337"/>
                </a:cubicBezTo>
                <a:cubicBezTo>
                  <a:pt x="7883" y="6099"/>
                  <a:pt x="7811" y="5861"/>
                  <a:pt x="7645" y="5694"/>
                </a:cubicBezTo>
                <a:lnTo>
                  <a:pt x="9288" y="3217"/>
                </a:lnTo>
                <a:close/>
                <a:moveTo>
                  <a:pt x="9894" y="0"/>
                </a:moveTo>
                <a:cubicBezTo>
                  <a:pt x="8980" y="0"/>
                  <a:pt x="8240" y="745"/>
                  <a:pt x="8240" y="1646"/>
                </a:cubicBezTo>
                <a:cubicBezTo>
                  <a:pt x="8240" y="2122"/>
                  <a:pt x="8454" y="2527"/>
                  <a:pt x="8764" y="2836"/>
                </a:cubicBezTo>
                <a:lnTo>
                  <a:pt x="7121" y="5313"/>
                </a:lnTo>
                <a:cubicBezTo>
                  <a:pt x="7025" y="5265"/>
                  <a:pt x="6930" y="5265"/>
                  <a:pt x="6859" y="5265"/>
                </a:cubicBezTo>
                <a:cubicBezTo>
                  <a:pt x="6668" y="5265"/>
                  <a:pt x="6525" y="5313"/>
                  <a:pt x="6382" y="5384"/>
                </a:cubicBezTo>
                <a:lnTo>
                  <a:pt x="4954" y="3717"/>
                </a:lnTo>
                <a:cubicBezTo>
                  <a:pt x="4977" y="3598"/>
                  <a:pt x="5001" y="3456"/>
                  <a:pt x="4977" y="3313"/>
                </a:cubicBezTo>
                <a:cubicBezTo>
                  <a:pt x="4906" y="2789"/>
                  <a:pt x="4501" y="2384"/>
                  <a:pt x="4001" y="2360"/>
                </a:cubicBezTo>
                <a:cubicBezTo>
                  <a:pt x="3971" y="2358"/>
                  <a:pt x="3942" y="2357"/>
                  <a:pt x="3913" y="2357"/>
                </a:cubicBezTo>
                <a:cubicBezTo>
                  <a:pt x="3313" y="2357"/>
                  <a:pt x="2858" y="2818"/>
                  <a:pt x="2858" y="3432"/>
                </a:cubicBezTo>
                <a:cubicBezTo>
                  <a:pt x="2858" y="3551"/>
                  <a:pt x="2882" y="3670"/>
                  <a:pt x="2906" y="3765"/>
                </a:cubicBezTo>
                <a:lnTo>
                  <a:pt x="1191" y="6385"/>
                </a:lnTo>
                <a:lnTo>
                  <a:pt x="1072" y="6385"/>
                </a:lnTo>
                <a:cubicBezTo>
                  <a:pt x="476" y="6385"/>
                  <a:pt x="0" y="6861"/>
                  <a:pt x="0" y="7456"/>
                </a:cubicBezTo>
                <a:cubicBezTo>
                  <a:pt x="0" y="7933"/>
                  <a:pt x="310" y="8314"/>
                  <a:pt x="738" y="8457"/>
                </a:cubicBezTo>
                <a:lnTo>
                  <a:pt x="738" y="9147"/>
                </a:lnTo>
                <a:lnTo>
                  <a:pt x="0" y="9147"/>
                </a:lnTo>
                <a:lnTo>
                  <a:pt x="0" y="9814"/>
                </a:lnTo>
                <a:lnTo>
                  <a:pt x="11503" y="9814"/>
                </a:lnTo>
                <a:lnTo>
                  <a:pt x="11503" y="9147"/>
                </a:lnTo>
                <a:lnTo>
                  <a:pt x="10193" y="9147"/>
                </a:lnTo>
                <a:lnTo>
                  <a:pt x="10193" y="3289"/>
                </a:lnTo>
                <a:lnTo>
                  <a:pt x="10217" y="3289"/>
                </a:lnTo>
                <a:cubicBezTo>
                  <a:pt x="10979" y="3122"/>
                  <a:pt x="11550" y="2408"/>
                  <a:pt x="11526" y="1574"/>
                </a:cubicBezTo>
                <a:cubicBezTo>
                  <a:pt x="11503" y="741"/>
                  <a:pt x="10812" y="74"/>
                  <a:pt x="9978" y="2"/>
                </a:cubicBezTo>
                <a:cubicBezTo>
                  <a:pt x="9950" y="1"/>
                  <a:pt x="9922" y="0"/>
                  <a:pt x="9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71" name="Google Shape;21271;p92"/>
          <p:cNvGrpSpPr/>
          <p:nvPr/>
        </p:nvGrpSpPr>
        <p:grpSpPr>
          <a:xfrm>
            <a:off x="3346970" y="3574570"/>
            <a:ext cx="194224" cy="340385"/>
            <a:chOff x="3575570" y="3574570"/>
            <a:chExt cx="194224" cy="340385"/>
          </a:xfrm>
        </p:grpSpPr>
        <p:sp>
          <p:nvSpPr>
            <p:cNvPr id="21272" name="Google Shape;21272;p92"/>
            <p:cNvSpPr/>
            <p:nvPr/>
          </p:nvSpPr>
          <p:spPr>
            <a:xfrm>
              <a:off x="3575570" y="3677673"/>
              <a:ext cx="194224" cy="80536"/>
            </a:xfrm>
            <a:custGeom>
              <a:rect b="b" l="l" r="r" t="t"/>
              <a:pathLst>
                <a:path extrusionOk="0" h="2716" w="6550">
                  <a:moveTo>
                    <a:pt x="1739" y="0"/>
                  </a:moveTo>
                  <a:lnTo>
                    <a:pt x="1" y="929"/>
                  </a:lnTo>
                  <a:lnTo>
                    <a:pt x="3287" y="2715"/>
                  </a:lnTo>
                  <a:lnTo>
                    <a:pt x="6550" y="929"/>
                  </a:lnTo>
                  <a:lnTo>
                    <a:pt x="4835" y="0"/>
                  </a:lnTo>
                  <a:lnTo>
                    <a:pt x="3287" y="858"/>
                  </a:lnTo>
                  <a:lnTo>
                    <a:pt x="17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92"/>
            <p:cNvSpPr/>
            <p:nvPr/>
          </p:nvSpPr>
          <p:spPr>
            <a:xfrm>
              <a:off x="3575570" y="3574570"/>
              <a:ext cx="194224" cy="105948"/>
            </a:xfrm>
            <a:custGeom>
              <a:rect b="b" l="l" r="r" t="t"/>
              <a:pathLst>
                <a:path extrusionOk="0" h="3573" w="6550">
                  <a:moveTo>
                    <a:pt x="3287" y="0"/>
                  </a:moveTo>
                  <a:lnTo>
                    <a:pt x="1" y="1786"/>
                  </a:lnTo>
                  <a:lnTo>
                    <a:pt x="3287" y="3572"/>
                  </a:lnTo>
                  <a:lnTo>
                    <a:pt x="6550" y="1786"/>
                  </a:lnTo>
                  <a:lnTo>
                    <a:pt x="328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92"/>
            <p:cNvSpPr/>
            <p:nvPr/>
          </p:nvSpPr>
          <p:spPr>
            <a:xfrm>
              <a:off x="3575570" y="3835130"/>
              <a:ext cx="194224" cy="79825"/>
            </a:xfrm>
            <a:custGeom>
              <a:rect b="b" l="l" r="r" t="t"/>
              <a:pathLst>
                <a:path extrusionOk="0" h="2692" w="6550">
                  <a:moveTo>
                    <a:pt x="1739" y="1"/>
                  </a:moveTo>
                  <a:lnTo>
                    <a:pt x="1" y="906"/>
                  </a:lnTo>
                  <a:lnTo>
                    <a:pt x="3287" y="2692"/>
                  </a:lnTo>
                  <a:lnTo>
                    <a:pt x="6550" y="906"/>
                  </a:lnTo>
                  <a:lnTo>
                    <a:pt x="4835" y="1"/>
                  </a:lnTo>
                  <a:lnTo>
                    <a:pt x="3287" y="858"/>
                  </a:lnTo>
                  <a:lnTo>
                    <a:pt x="17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92"/>
            <p:cNvSpPr/>
            <p:nvPr/>
          </p:nvSpPr>
          <p:spPr>
            <a:xfrm>
              <a:off x="3575570" y="3756046"/>
              <a:ext cx="194224" cy="80536"/>
            </a:xfrm>
            <a:custGeom>
              <a:rect b="b" l="l" r="r" t="t"/>
              <a:pathLst>
                <a:path extrusionOk="0" h="2716" w="6550">
                  <a:moveTo>
                    <a:pt x="1739" y="1"/>
                  </a:moveTo>
                  <a:lnTo>
                    <a:pt x="1" y="929"/>
                  </a:lnTo>
                  <a:lnTo>
                    <a:pt x="3287" y="2715"/>
                  </a:lnTo>
                  <a:lnTo>
                    <a:pt x="6550" y="929"/>
                  </a:lnTo>
                  <a:lnTo>
                    <a:pt x="4835" y="1"/>
                  </a:lnTo>
                  <a:lnTo>
                    <a:pt x="3287" y="882"/>
                  </a:lnTo>
                  <a:lnTo>
                    <a:pt x="17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6" name="Google Shape;21276;p92"/>
          <p:cNvGrpSpPr/>
          <p:nvPr/>
        </p:nvGrpSpPr>
        <p:grpSpPr>
          <a:xfrm>
            <a:off x="2569603" y="3575963"/>
            <a:ext cx="341127" cy="341838"/>
            <a:chOff x="2950603" y="3575963"/>
            <a:chExt cx="341127" cy="341838"/>
          </a:xfrm>
        </p:grpSpPr>
        <p:sp>
          <p:nvSpPr>
            <p:cNvPr id="21277" name="Google Shape;21277;p92"/>
            <p:cNvSpPr/>
            <p:nvPr/>
          </p:nvSpPr>
          <p:spPr>
            <a:xfrm>
              <a:off x="2976757" y="3719988"/>
              <a:ext cx="44508" cy="84094"/>
            </a:xfrm>
            <a:custGeom>
              <a:rect b="b" l="l" r="r" t="t"/>
              <a:pathLst>
                <a:path extrusionOk="0" h="2836" w="1501">
                  <a:moveTo>
                    <a:pt x="755" y="1"/>
                  </a:moveTo>
                  <a:cubicBezTo>
                    <a:pt x="742" y="1"/>
                    <a:pt x="728" y="1"/>
                    <a:pt x="715" y="2"/>
                  </a:cubicBezTo>
                  <a:cubicBezTo>
                    <a:pt x="310" y="26"/>
                    <a:pt x="0" y="359"/>
                    <a:pt x="0" y="740"/>
                  </a:cubicBezTo>
                  <a:lnTo>
                    <a:pt x="0" y="2812"/>
                  </a:lnTo>
                  <a:cubicBezTo>
                    <a:pt x="238" y="2717"/>
                    <a:pt x="476" y="2693"/>
                    <a:pt x="738" y="2693"/>
                  </a:cubicBezTo>
                  <a:cubicBezTo>
                    <a:pt x="1024" y="2717"/>
                    <a:pt x="1262" y="2741"/>
                    <a:pt x="1500" y="2836"/>
                  </a:cubicBezTo>
                  <a:lnTo>
                    <a:pt x="1500" y="788"/>
                  </a:lnTo>
                  <a:cubicBezTo>
                    <a:pt x="1500" y="350"/>
                    <a:pt x="1165" y="1"/>
                    <a:pt x="7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92"/>
            <p:cNvSpPr/>
            <p:nvPr/>
          </p:nvSpPr>
          <p:spPr>
            <a:xfrm>
              <a:off x="2976046" y="3575963"/>
              <a:ext cx="45220" cy="129967"/>
            </a:xfrm>
            <a:custGeom>
              <a:rect b="b" l="l" r="r" t="t"/>
              <a:pathLst>
                <a:path extrusionOk="0" h="4383" w="1525">
                  <a:moveTo>
                    <a:pt x="0" y="1"/>
                  </a:moveTo>
                  <a:lnTo>
                    <a:pt x="0" y="4383"/>
                  </a:lnTo>
                  <a:cubicBezTo>
                    <a:pt x="215" y="4240"/>
                    <a:pt x="500" y="4168"/>
                    <a:pt x="762" y="4168"/>
                  </a:cubicBezTo>
                  <a:cubicBezTo>
                    <a:pt x="1048" y="4168"/>
                    <a:pt x="1334" y="4264"/>
                    <a:pt x="1524" y="4383"/>
                  </a:cubicBezTo>
                  <a:lnTo>
                    <a:pt x="15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92"/>
            <p:cNvSpPr/>
            <p:nvPr/>
          </p:nvSpPr>
          <p:spPr>
            <a:xfrm>
              <a:off x="2950603" y="3820304"/>
              <a:ext cx="97497" cy="97497"/>
            </a:xfrm>
            <a:custGeom>
              <a:rect b="b" l="l" r="r" t="t"/>
              <a:pathLst>
                <a:path extrusionOk="0" h="3288"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92"/>
            <p:cNvSpPr/>
            <p:nvPr/>
          </p:nvSpPr>
          <p:spPr>
            <a:xfrm>
              <a:off x="3072774" y="3820304"/>
              <a:ext cx="96786" cy="97497"/>
            </a:xfrm>
            <a:custGeom>
              <a:rect b="b" l="l" r="r" t="t"/>
              <a:pathLst>
                <a:path extrusionOk="0" h="3288" w="3264">
                  <a:moveTo>
                    <a:pt x="1644" y="1"/>
                  </a:moveTo>
                  <a:cubicBezTo>
                    <a:pt x="739" y="1"/>
                    <a:pt x="1" y="739"/>
                    <a:pt x="1" y="1644"/>
                  </a:cubicBezTo>
                  <a:cubicBezTo>
                    <a:pt x="1" y="2549"/>
                    <a:pt x="739" y="3287"/>
                    <a:pt x="1644" y="3287"/>
                  </a:cubicBezTo>
                  <a:cubicBezTo>
                    <a:pt x="2525" y="3287"/>
                    <a:pt x="3263" y="2549"/>
                    <a:pt x="3263" y="1644"/>
                  </a:cubicBezTo>
                  <a:cubicBezTo>
                    <a:pt x="3263" y="739"/>
                    <a:pt x="2525"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1" name="Google Shape;21281;p92"/>
            <p:cNvSpPr/>
            <p:nvPr/>
          </p:nvSpPr>
          <p:spPr>
            <a:xfrm>
              <a:off x="3098928" y="3575963"/>
              <a:ext cx="45220" cy="41009"/>
            </a:xfrm>
            <a:custGeom>
              <a:rect b="b" l="l" r="r" t="t"/>
              <a:pathLst>
                <a:path extrusionOk="0" h="1383" w="1525">
                  <a:moveTo>
                    <a:pt x="0" y="1"/>
                  </a:moveTo>
                  <a:lnTo>
                    <a:pt x="0" y="1382"/>
                  </a:lnTo>
                  <a:cubicBezTo>
                    <a:pt x="214" y="1239"/>
                    <a:pt x="476" y="1168"/>
                    <a:pt x="762" y="1168"/>
                  </a:cubicBezTo>
                  <a:cubicBezTo>
                    <a:pt x="1048" y="1168"/>
                    <a:pt x="1286" y="1263"/>
                    <a:pt x="1524" y="1382"/>
                  </a:cubicBezTo>
                  <a:lnTo>
                    <a:pt x="15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92"/>
            <p:cNvSpPr/>
            <p:nvPr/>
          </p:nvSpPr>
          <p:spPr>
            <a:xfrm>
              <a:off x="3098928" y="3631029"/>
              <a:ext cx="45220" cy="173052"/>
            </a:xfrm>
            <a:custGeom>
              <a:rect b="b" l="l" r="r" t="t"/>
              <a:pathLst>
                <a:path extrusionOk="0" h="5836" w="1525">
                  <a:moveTo>
                    <a:pt x="757" y="0"/>
                  </a:moveTo>
                  <a:cubicBezTo>
                    <a:pt x="743" y="0"/>
                    <a:pt x="729" y="1"/>
                    <a:pt x="714" y="1"/>
                  </a:cubicBezTo>
                  <a:cubicBezTo>
                    <a:pt x="333" y="25"/>
                    <a:pt x="0" y="359"/>
                    <a:pt x="0" y="740"/>
                  </a:cubicBezTo>
                  <a:lnTo>
                    <a:pt x="0" y="5812"/>
                  </a:lnTo>
                  <a:cubicBezTo>
                    <a:pt x="238" y="5717"/>
                    <a:pt x="476" y="5693"/>
                    <a:pt x="762" y="5693"/>
                  </a:cubicBezTo>
                  <a:cubicBezTo>
                    <a:pt x="1024" y="5693"/>
                    <a:pt x="1286" y="5741"/>
                    <a:pt x="1524" y="5836"/>
                  </a:cubicBezTo>
                  <a:lnTo>
                    <a:pt x="1524" y="764"/>
                  </a:lnTo>
                  <a:cubicBezTo>
                    <a:pt x="1524" y="348"/>
                    <a:pt x="1189" y="0"/>
                    <a:pt x="7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92"/>
            <p:cNvSpPr/>
            <p:nvPr/>
          </p:nvSpPr>
          <p:spPr>
            <a:xfrm>
              <a:off x="3194232" y="3820304"/>
              <a:ext cx="97497" cy="97497"/>
            </a:xfrm>
            <a:custGeom>
              <a:rect b="b" l="l" r="r" t="t"/>
              <a:pathLst>
                <a:path extrusionOk="0" h="3288"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92"/>
            <p:cNvSpPr/>
            <p:nvPr/>
          </p:nvSpPr>
          <p:spPr>
            <a:xfrm>
              <a:off x="3220386" y="3575963"/>
              <a:ext cx="44508" cy="86200"/>
            </a:xfrm>
            <a:custGeom>
              <a:rect b="b" l="l" r="r" t="t"/>
              <a:pathLst>
                <a:path extrusionOk="0" h="2907" w="1501">
                  <a:moveTo>
                    <a:pt x="0" y="1"/>
                  </a:moveTo>
                  <a:lnTo>
                    <a:pt x="0" y="2906"/>
                  </a:lnTo>
                  <a:cubicBezTo>
                    <a:pt x="191" y="2740"/>
                    <a:pt x="476" y="2692"/>
                    <a:pt x="738" y="2692"/>
                  </a:cubicBezTo>
                  <a:cubicBezTo>
                    <a:pt x="1000" y="2692"/>
                    <a:pt x="1310" y="2740"/>
                    <a:pt x="1500" y="2906"/>
                  </a:cubicBezTo>
                  <a:lnTo>
                    <a:pt x="150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92"/>
            <p:cNvSpPr/>
            <p:nvPr/>
          </p:nvSpPr>
          <p:spPr>
            <a:xfrm>
              <a:off x="3220386" y="3676131"/>
              <a:ext cx="44508" cy="127951"/>
            </a:xfrm>
            <a:custGeom>
              <a:rect b="b" l="l" r="r" t="t"/>
              <a:pathLst>
                <a:path extrusionOk="0" h="4315" w="1501">
                  <a:moveTo>
                    <a:pt x="791" y="0"/>
                  </a:moveTo>
                  <a:cubicBezTo>
                    <a:pt x="766" y="0"/>
                    <a:pt x="740" y="2"/>
                    <a:pt x="715" y="5"/>
                  </a:cubicBezTo>
                  <a:cubicBezTo>
                    <a:pt x="310" y="28"/>
                    <a:pt x="0" y="362"/>
                    <a:pt x="0" y="743"/>
                  </a:cubicBezTo>
                  <a:lnTo>
                    <a:pt x="0" y="4315"/>
                  </a:lnTo>
                  <a:cubicBezTo>
                    <a:pt x="238" y="4220"/>
                    <a:pt x="500" y="4196"/>
                    <a:pt x="762" y="4196"/>
                  </a:cubicBezTo>
                  <a:cubicBezTo>
                    <a:pt x="1024" y="4196"/>
                    <a:pt x="1262" y="4220"/>
                    <a:pt x="1500" y="4315"/>
                  </a:cubicBezTo>
                  <a:lnTo>
                    <a:pt x="1500" y="767"/>
                  </a:lnTo>
                  <a:cubicBezTo>
                    <a:pt x="1500" y="341"/>
                    <a:pt x="1185" y="0"/>
                    <a:pt x="7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86" name="Google Shape;21286;p92"/>
          <p:cNvSpPr/>
          <p:nvPr/>
        </p:nvSpPr>
        <p:spPr>
          <a:xfrm>
            <a:off x="1816967" y="3553368"/>
            <a:ext cx="341122" cy="341834"/>
          </a:xfrm>
          <a:custGeom>
            <a:rect b="b" l="l" r="r" t="t"/>
            <a:pathLst>
              <a:path extrusionOk="0" h="11528" w="11504">
                <a:moveTo>
                  <a:pt x="1" y="1"/>
                </a:moveTo>
                <a:lnTo>
                  <a:pt x="1" y="6097"/>
                </a:lnTo>
                <a:lnTo>
                  <a:pt x="5287" y="6097"/>
                </a:lnTo>
                <a:lnTo>
                  <a:pt x="5287" y="8907"/>
                </a:lnTo>
                <a:lnTo>
                  <a:pt x="6312" y="8907"/>
                </a:lnTo>
                <a:lnTo>
                  <a:pt x="6312" y="6097"/>
                </a:lnTo>
                <a:lnTo>
                  <a:pt x="7002" y="6097"/>
                </a:lnTo>
                <a:lnTo>
                  <a:pt x="7002" y="10527"/>
                </a:lnTo>
                <a:lnTo>
                  <a:pt x="8050" y="10527"/>
                </a:lnTo>
                <a:lnTo>
                  <a:pt x="8050" y="6097"/>
                </a:lnTo>
                <a:lnTo>
                  <a:pt x="8741" y="6097"/>
                </a:lnTo>
                <a:lnTo>
                  <a:pt x="8741" y="9693"/>
                </a:lnTo>
                <a:lnTo>
                  <a:pt x="9765" y="9693"/>
                </a:lnTo>
                <a:lnTo>
                  <a:pt x="9765" y="6097"/>
                </a:lnTo>
                <a:lnTo>
                  <a:pt x="10455" y="6097"/>
                </a:lnTo>
                <a:lnTo>
                  <a:pt x="10455" y="11527"/>
                </a:lnTo>
                <a:lnTo>
                  <a:pt x="11503" y="11527"/>
                </a:lnTo>
                <a:lnTo>
                  <a:pt x="11503" y="5407"/>
                </a:lnTo>
                <a:lnTo>
                  <a:pt x="6312" y="5407"/>
                </a:lnTo>
                <a:lnTo>
                  <a:pt x="6312" y="2620"/>
                </a:lnTo>
                <a:lnTo>
                  <a:pt x="5240" y="2620"/>
                </a:lnTo>
                <a:lnTo>
                  <a:pt x="5240" y="5407"/>
                </a:lnTo>
                <a:lnTo>
                  <a:pt x="4573" y="5407"/>
                </a:lnTo>
                <a:lnTo>
                  <a:pt x="4573" y="977"/>
                </a:lnTo>
                <a:lnTo>
                  <a:pt x="3501" y="977"/>
                </a:lnTo>
                <a:lnTo>
                  <a:pt x="3501" y="5407"/>
                </a:lnTo>
                <a:lnTo>
                  <a:pt x="2835" y="5407"/>
                </a:lnTo>
                <a:lnTo>
                  <a:pt x="2835" y="1811"/>
                </a:lnTo>
                <a:lnTo>
                  <a:pt x="1763" y="1811"/>
                </a:lnTo>
                <a:lnTo>
                  <a:pt x="1763" y="5407"/>
                </a:lnTo>
                <a:lnTo>
                  <a:pt x="1072" y="5407"/>
                </a:lnTo>
                <a:lnTo>
                  <a:pt x="10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87" name="Google Shape;21287;p92"/>
          <p:cNvGrpSpPr/>
          <p:nvPr/>
        </p:nvGrpSpPr>
        <p:grpSpPr>
          <a:xfrm>
            <a:off x="1073493" y="3649414"/>
            <a:ext cx="340415" cy="187169"/>
            <a:chOff x="1759293" y="3649414"/>
            <a:chExt cx="340415" cy="187169"/>
          </a:xfrm>
        </p:grpSpPr>
        <p:sp>
          <p:nvSpPr>
            <p:cNvPr id="21288" name="Google Shape;21288;p92"/>
            <p:cNvSpPr/>
            <p:nvPr/>
          </p:nvSpPr>
          <p:spPr>
            <a:xfrm>
              <a:off x="2002922" y="3649414"/>
              <a:ext cx="96786" cy="105237"/>
            </a:xfrm>
            <a:custGeom>
              <a:rect b="b" l="l" r="r" t="t"/>
              <a:pathLst>
                <a:path extrusionOk="0" h="3549" w="3264">
                  <a:moveTo>
                    <a:pt x="1" y="1"/>
                  </a:moveTo>
                  <a:lnTo>
                    <a:pt x="1" y="2811"/>
                  </a:lnTo>
                  <a:lnTo>
                    <a:pt x="930" y="2811"/>
                  </a:lnTo>
                  <a:lnTo>
                    <a:pt x="1668" y="3549"/>
                  </a:lnTo>
                  <a:lnTo>
                    <a:pt x="2406" y="2811"/>
                  </a:lnTo>
                  <a:lnTo>
                    <a:pt x="3264" y="2811"/>
                  </a:lnTo>
                  <a:lnTo>
                    <a:pt x="32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92"/>
            <p:cNvSpPr/>
            <p:nvPr/>
          </p:nvSpPr>
          <p:spPr>
            <a:xfrm>
              <a:off x="1880781" y="3649414"/>
              <a:ext cx="97468" cy="105237"/>
            </a:xfrm>
            <a:custGeom>
              <a:rect b="b" l="l" r="r" t="t"/>
              <a:pathLst>
                <a:path extrusionOk="0" h="3549" w="3287">
                  <a:moveTo>
                    <a:pt x="0" y="1"/>
                  </a:moveTo>
                  <a:lnTo>
                    <a:pt x="0" y="2811"/>
                  </a:lnTo>
                  <a:lnTo>
                    <a:pt x="929" y="2811"/>
                  </a:lnTo>
                  <a:lnTo>
                    <a:pt x="1667" y="3549"/>
                  </a:lnTo>
                  <a:lnTo>
                    <a:pt x="2429" y="2811"/>
                  </a:lnTo>
                  <a:lnTo>
                    <a:pt x="3286" y="2811"/>
                  </a:lnTo>
                  <a:lnTo>
                    <a:pt x="32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92"/>
            <p:cNvSpPr/>
            <p:nvPr/>
          </p:nvSpPr>
          <p:spPr>
            <a:xfrm>
              <a:off x="1759293" y="3649414"/>
              <a:ext cx="96786" cy="105237"/>
            </a:xfrm>
            <a:custGeom>
              <a:rect b="b" l="l" r="r" t="t"/>
              <a:pathLst>
                <a:path extrusionOk="0" h="3549" w="3264">
                  <a:moveTo>
                    <a:pt x="1" y="1"/>
                  </a:moveTo>
                  <a:lnTo>
                    <a:pt x="1" y="2811"/>
                  </a:lnTo>
                  <a:lnTo>
                    <a:pt x="930" y="2811"/>
                  </a:lnTo>
                  <a:lnTo>
                    <a:pt x="1668" y="3549"/>
                  </a:lnTo>
                  <a:lnTo>
                    <a:pt x="2406" y="2811"/>
                  </a:lnTo>
                  <a:lnTo>
                    <a:pt x="3264" y="2811"/>
                  </a:lnTo>
                  <a:lnTo>
                    <a:pt x="32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92"/>
            <p:cNvSpPr/>
            <p:nvPr/>
          </p:nvSpPr>
          <p:spPr>
            <a:xfrm>
              <a:off x="1879358" y="3773007"/>
              <a:ext cx="99603" cy="63575"/>
            </a:xfrm>
            <a:custGeom>
              <a:rect b="b" l="l" r="r" t="t"/>
              <a:pathLst>
                <a:path extrusionOk="0" h="2144" w="3359">
                  <a:moveTo>
                    <a:pt x="0" y="0"/>
                  </a:moveTo>
                  <a:lnTo>
                    <a:pt x="0" y="2143"/>
                  </a:lnTo>
                  <a:lnTo>
                    <a:pt x="3358" y="2143"/>
                  </a:lnTo>
                  <a:lnTo>
                    <a:pt x="335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92"/>
            <p:cNvSpPr/>
            <p:nvPr/>
          </p:nvSpPr>
          <p:spPr>
            <a:xfrm>
              <a:off x="1999393" y="3773007"/>
              <a:ext cx="100314" cy="63575"/>
            </a:xfrm>
            <a:custGeom>
              <a:rect b="b" l="l" r="r" t="t"/>
              <a:pathLst>
                <a:path extrusionOk="0" h="2144" w="3383">
                  <a:moveTo>
                    <a:pt x="1" y="0"/>
                  </a:moveTo>
                  <a:lnTo>
                    <a:pt x="1" y="2143"/>
                  </a:lnTo>
                  <a:lnTo>
                    <a:pt x="3383" y="2143"/>
                  </a:lnTo>
                  <a:lnTo>
                    <a:pt x="33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3" name="Google Shape;21293;p92"/>
            <p:cNvSpPr/>
            <p:nvPr/>
          </p:nvSpPr>
          <p:spPr>
            <a:xfrm>
              <a:off x="1759293" y="3773007"/>
              <a:ext cx="100314" cy="63575"/>
            </a:xfrm>
            <a:custGeom>
              <a:rect b="b" l="l" r="r" t="t"/>
              <a:pathLst>
                <a:path extrusionOk="0" h="2144" w="3383">
                  <a:moveTo>
                    <a:pt x="1" y="0"/>
                  </a:moveTo>
                  <a:lnTo>
                    <a:pt x="1" y="2143"/>
                  </a:lnTo>
                  <a:lnTo>
                    <a:pt x="3383" y="2143"/>
                  </a:lnTo>
                  <a:lnTo>
                    <a:pt x="33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4" name="Google Shape;21294;p92"/>
          <p:cNvGrpSpPr/>
          <p:nvPr/>
        </p:nvGrpSpPr>
        <p:grpSpPr>
          <a:xfrm>
            <a:off x="1072811" y="4157845"/>
            <a:ext cx="340384" cy="341125"/>
            <a:chOff x="1758611" y="4157845"/>
            <a:chExt cx="340384" cy="341125"/>
          </a:xfrm>
        </p:grpSpPr>
        <p:sp>
          <p:nvSpPr>
            <p:cNvPr id="21295" name="Google Shape;21295;p92"/>
            <p:cNvSpPr/>
            <p:nvPr/>
          </p:nvSpPr>
          <p:spPr>
            <a:xfrm>
              <a:off x="1759293" y="4157845"/>
              <a:ext cx="186455" cy="163178"/>
            </a:xfrm>
            <a:custGeom>
              <a:rect b="b" l="l" r="r" t="t"/>
              <a:pathLst>
                <a:path extrusionOk="0" h="5503" w="6288">
                  <a:moveTo>
                    <a:pt x="5407" y="1"/>
                  </a:moveTo>
                  <a:cubicBezTo>
                    <a:pt x="2478" y="192"/>
                    <a:pt x="120" y="2573"/>
                    <a:pt x="1" y="5502"/>
                  </a:cubicBezTo>
                  <a:lnTo>
                    <a:pt x="1692" y="5502"/>
                  </a:lnTo>
                  <a:lnTo>
                    <a:pt x="2835" y="4383"/>
                  </a:lnTo>
                  <a:lnTo>
                    <a:pt x="3954" y="5502"/>
                  </a:lnTo>
                  <a:lnTo>
                    <a:pt x="5407" y="5502"/>
                  </a:lnTo>
                  <a:lnTo>
                    <a:pt x="5407" y="3764"/>
                  </a:lnTo>
                  <a:lnTo>
                    <a:pt x="6288" y="2883"/>
                  </a:lnTo>
                  <a:lnTo>
                    <a:pt x="5407" y="2025"/>
                  </a:lnTo>
                  <a:lnTo>
                    <a:pt x="54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92"/>
            <p:cNvSpPr/>
            <p:nvPr/>
          </p:nvSpPr>
          <p:spPr>
            <a:xfrm>
              <a:off x="1913251" y="4340745"/>
              <a:ext cx="185032" cy="156802"/>
            </a:xfrm>
            <a:custGeom>
              <a:rect b="b" l="l" r="r" t="t"/>
              <a:pathLst>
                <a:path extrusionOk="0" h="5288" w="6240">
                  <a:moveTo>
                    <a:pt x="834" y="1"/>
                  </a:moveTo>
                  <a:lnTo>
                    <a:pt x="834" y="1763"/>
                  </a:lnTo>
                  <a:lnTo>
                    <a:pt x="0" y="2597"/>
                  </a:lnTo>
                  <a:lnTo>
                    <a:pt x="834" y="3430"/>
                  </a:lnTo>
                  <a:lnTo>
                    <a:pt x="834" y="5288"/>
                  </a:lnTo>
                  <a:cubicBezTo>
                    <a:pt x="3692" y="5121"/>
                    <a:pt x="6026" y="2835"/>
                    <a:pt x="6240" y="1"/>
                  </a:cubicBezTo>
                  <a:lnTo>
                    <a:pt x="4597" y="1"/>
                  </a:lnTo>
                  <a:lnTo>
                    <a:pt x="3477" y="1120"/>
                  </a:lnTo>
                  <a:lnTo>
                    <a:pt x="23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92"/>
            <p:cNvSpPr/>
            <p:nvPr/>
          </p:nvSpPr>
          <p:spPr>
            <a:xfrm>
              <a:off x="1758611" y="4313909"/>
              <a:ext cx="161013" cy="185061"/>
            </a:xfrm>
            <a:custGeom>
              <a:rect b="b" l="l" r="r" t="t"/>
              <a:pathLst>
                <a:path extrusionOk="0" h="6241" w="5430">
                  <a:moveTo>
                    <a:pt x="2810" y="1"/>
                  </a:moveTo>
                  <a:lnTo>
                    <a:pt x="1953" y="882"/>
                  </a:lnTo>
                  <a:lnTo>
                    <a:pt x="0" y="882"/>
                  </a:lnTo>
                  <a:cubicBezTo>
                    <a:pt x="262" y="3764"/>
                    <a:pt x="2572" y="6050"/>
                    <a:pt x="5430" y="6240"/>
                  </a:cubicBezTo>
                  <a:lnTo>
                    <a:pt x="5430" y="4621"/>
                  </a:lnTo>
                  <a:lnTo>
                    <a:pt x="4311" y="3502"/>
                  </a:lnTo>
                  <a:lnTo>
                    <a:pt x="5430" y="2359"/>
                  </a:lnTo>
                  <a:lnTo>
                    <a:pt x="5430" y="882"/>
                  </a:lnTo>
                  <a:lnTo>
                    <a:pt x="3691" y="882"/>
                  </a:lnTo>
                  <a:lnTo>
                    <a:pt x="28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92"/>
            <p:cNvSpPr/>
            <p:nvPr/>
          </p:nvSpPr>
          <p:spPr>
            <a:xfrm>
              <a:off x="1939376" y="4157845"/>
              <a:ext cx="159619" cy="187878"/>
            </a:xfrm>
            <a:custGeom>
              <a:rect b="b" l="l" r="r" t="t"/>
              <a:pathLst>
                <a:path extrusionOk="0" h="6336" w="5383">
                  <a:moveTo>
                    <a:pt x="1" y="1"/>
                  </a:moveTo>
                  <a:lnTo>
                    <a:pt x="1" y="1787"/>
                  </a:lnTo>
                  <a:lnTo>
                    <a:pt x="1120" y="2930"/>
                  </a:lnTo>
                  <a:lnTo>
                    <a:pt x="1" y="4049"/>
                  </a:lnTo>
                  <a:lnTo>
                    <a:pt x="1" y="5502"/>
                  </a:lnTo>
                  <a:lnTo>
                    <a:pt x="1763" y="5502"/>
                  </a:lnTo>
                  <a:lnTo>
                    <a:pt x="2596" y="6336"/>
                  </a:lnTo>
                  <a:lnTo>
                    <a:pt x="3430" y="5502"/>
                  </a:lnTo>
                  <a:lnTo>
                    <a:pt x="5383" y="5502"/>
                  </a:lnTo>
                  <a:cubicBezTo>
                    <a:pt x="5287" y="2573"/>
                    <a:pt x="2954" y="14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99" name="Google Shape;21299;p92"/>
          <p:cNvSpPr/>
          <p:nvPr/>
        </p:nvSpPr>
        <p:spPr>
          <a:xfrm>
            <a:off x="1850919" y="4125730"/>
            <a:ext cx="272536" cy="343584"/>
          </a:xfrm>
          <a:custGeom>
            <a:rect b="b" l="l" r="r" t="t"/>
            <a:pathLst>
              <a:path extrusionOk="0" h="11587" w="9191">
                <a:moveTo>
                  <a:pt x="1680" y="1"/>
                </a:moveTo>
                <a:cubicBezTo>
                  <a:pt x="747" y="1"/>
                  <a:pt x="0" y="767"/>
                  <a:pt x="23" y="1679"/>
                </a:cubicBezTo>
                <a:cubicBezTo>
                  <a:pt x="46" y="2537"/>
                  <a:pt x="808" y="3251"/>
                  <a:pt x="1666" y="3251"/>
                </a:cubicBezTo>
                <a:lnTo>
                  <a:pt x="4262" y="3251"/>
                </a:lnTo>
                <a:lnTo>
                  <a:pt x="4262" y="6704"/>
                </a:lnTo>
                <a:lnTo>
                  <a:pt x="3309" y="6704"/>
                </a:lnTo>
                <a:lnTo>
                  <a:pt x="3309" y="5847"/>
                </a:lnTo>
                <a:cubicBezTo>
                  <a:pt x="3309" y="5013"/>
                  <a:pt x="2714" y="4323"/>
                  <a:pt x="1880" y="4204"/>
                </a:cubicBezTo>
                <a:cubicBezTo>
                  <a:pt x="1813" y="4196"/>
                  <a:pt x="1746" y="4192"/>
                  <a:pt x="1680" y="4192"/>
                </a:cubicBezTo>
                <a:cubicBezTo>
                  <a:pt x="747" y="4192"/>
                  <a:pt x="0" y="4959"/>
                  <a:pt x="23" y="5871"/>
                </a:cubicBezTo>
                <a:cubicBezTo>
                  <a:pt x="46" y="6752"/>
                  <a:pt x="808" y="7466"/>
                  <a:pt x="1666" y="7466"/>
                </a:cubicBezTo>
                <a:lnTo>
                  <a:pt x="4262" y="7466"/>
                </a:lnTo>
                <a:lnTo>
                  <a:pt x="4262" y="10919"/>
                </a:lnTo>
                <a:lnTo>
                  <a:pt x="3309" y="10919"/>
                </a:lnTo>
                <a:lnTo>
                  <a:pt x="3309" y="9991"/>
                </a:lnTo>
                <a:cubicBezTo>
                  <a:pt x="3309" y="9157"/>
                  <a:pt x="2714" y="8466"/>
                  <a:pt x="1880" y="8347"/>
                </a:cubicBezTo>
                <a:cubicBezTo>
                  <a:pt x="1813" y="8340"/>
                  <a:pt x="1746" y="8336"/>
                  <a:pt x="1680" y="8336"/>
                </a:cubicBezTo>
                <a:cubicBezTo>
                  <a:pt x="747" y="8336"/>
                  <a:pt x="0" y="9102"/>
                  <a:pt x="23" y="10014"/>
                </a:cubicBezTo>
                <a:cubicBezTo>
                  <a:pt x="46" y="10872"/>
                  <a:pt x="808" y="11586"/>
                  <a:pt x="1666" y="11586"/>
                </a:cubicBezTo>
                <a:lnTo>
                  <a:pt x="4928" y="11586"/>
                </a:lnTo>
                <a:lnTo>
                  <a:pt x="4928" y="9419"/>
                </a:lnTo>
                <a:lnTo>
                  <a:pt x="7500" y="9419"/>
                </a:lnTo>
                <a:cubicBezTo>
                  <a:pt x="8381" y="9419"/>
                  <a:pt x="9144" y="8705"/>
                  <a:pt x="9144" y="7823"/>
                </a:cubicBezTo>
                <a:cubicBezTo>
                  <a:pt x="9166" y="6924"/>
                  <a:pt x="8445" y="6172"/>
                  <a:pt x="7582" y="6172"/>
                </a:cubicBezTo>
                <a:cubicBezTo>
                  <a:pt x="7531" y="6172"/>
                  <a:pt x="7480" y="6175"/>
                  <a:pt x="7429" y="6180"/>
                </a:cubicBezTo>
                <a:cubicBezTo>
                  <a:pt x="6572" y="6228"/>
                  <a:pt x="5929" y="6942"/>
                  <a:pt x="5929" y="7823"/>
                </a:cubicBezTo>
                <a:lnTo>
                  <a:pt x="5929" y="8705"/>
                </a:lnTo>
                <a:lnTo>
                  <a:pt x="4976" y="8705"/>
                </a:lnTo>
                <a:lnTo>
                  <a:pt x="4976" y="5252"/>
                </a:lnTo>
                <a:lnTo>
                  <a:pt x="7524" y="5252"/>
                </a:lnTo>
                <a:cubicBezTo>
                  <a:pt x="8381" y="5252"/>
                  <a:pt x="9144" y="4561"/>
                  <a:pt x="9167" y="3680"/>
                </a:cubicBezTo>
                <a:cubicBezTo>
                  <a:pt x="9190" y="2755"/>
                  <a:pt x="8472" y="1987"/>
                  <a:pt x="7559" y="1987"/>
                </a:cubicBezTo>
                <a:cubicBezTo>
                  <a:pt x="7531" y="1987"/>
                  <a:pt x="7504" y="1988"/>
                  <a:pt x="7477" y="1989"/>
                </a:cubicBezTo>
                <a:cubicBezTo>
                  <a:pt x="6595" y="2013"/>
                  <a:pt x="5881" y="2751"/>
                  <a:pt x="5881" y="3608"/>
                </a:cubicBezTo>
                <a:lnTo>
                  <a:pt x="5881" y="4537"/>
                </a:lnTo>
                <a:lnTo>
                  <a:pt x="4928" y="4537"/>
                </a:lnTo>
                <a:lnTo>
                  <a:pt x="4928" y="12"/>
                </a:lnTo>
                <a:lnTo>
                  <a:pt x="4262" y="12"/>
                </a:lnTo>
                <a:lnTo>
                  <a:pt x="4262" y="2584"/>
                </a:lnTo>
                <a:lnTo>
                  <a:pt x="3309" y="2584"/>
                </a:lnTo>
                <a:lnTo>
                  <a:pt x="3309" y="1656"/>
                </a:lnTo>
                <a:cubicBezTo>
                  <a:pt x="3309" y="822"/>
                  <a:pt x="2714" y="131"/>
                  <a:pt x="1880" y="12"/>
                </a:cubicBezTo>
                <a:cubicBezTo>
                  <a:pt x="1813" y="4"/>
                  <a:pt x="1746" y="1"/>
                  <a:pt x="1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00" name="Google Shape;21300;p92"/>
          <p:cNvGrpSpPr/>
          <p:nvPr/>
        </p:nvGrpSpPr>
        <p:grpSpPr>
          <a:xfrm>
            <a:off x="2578796" y="4133855"/>
            <a:ext cx="322742" cy="298724"/>
            <a:chOff x="2959796" y="4133855"/>
            <a:chExt cx="322742" cy="298724"/>
          </a:xfrm>
        </p:grpSpPr>
        <p:sp>
          <p:nvSpPr>
            <p:cNvPr id="21301" name="Google Shape;21301;p92"/>
            <p:cNvSpPr/>
            <p:nvPr/>
          </p:nvSpPr>
          <p:spPr>
            <a:xfrm>
              <a:off x="2959796" y="4369004"/>
              <a:ext cx="63575" cy="63575"/>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92"/>
            <p:cNvSpPr/>
            <p:nvPr/>
          </p:nvSpPr>
          <p:spPr>
            <a:xfrm>
              <a:off x="2959796" y="4289919"/>
              <a:ext cx="63575" cy="63575"/>
            </a:xfrm>
            <a:custGeom>
              <a:rect b="b" l="l" r="r" t="t"/>
              <a:pathLst>
                <a:path extrusionOk="0" h="2144" w="2144">
                  <a:moveTo>
                    <a:pt x="1072" y="0"/>
                  </a:moveTo>
                  <a:cubicBezTo>
                    <a:pt x="477" y="0"/>
                    <a:pt x="1" y="500"/>
                    <a:pt x="1" y="1072"/>
                  </a:cubicBezTo>
                  <a:cubicBezTo>
                    <a:pt x="1" y="1667"/>
                    <a:pt x="477" y="2144"/>
                    <a:pt x="1072" y="2144"/>
                  </a:cubicBezTo>
                  <a:cubicBezTo>
                    <a:pt x="1668" y="2144"/>
                    <a:pt x="2144" y="1667"/>
                    <a:pt x="2144" y="1072"/>
                  </a:cubicBezTo>
                  <a:cubicBezTo>
                    <a:pt x="2144" y="500"/>
                    <a:pt x="1668"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92"/>
            <p:cNvSpPr/>
            <p:nvPr/>
          </p:nvSpPr>
          <p:spPr>
            <a:xfrm>
              <a:off x="2959796" y="4212228"/>
              <a:ext cx="63575" cy="63575"/>
            </a:xfrm>
            <a:custGeom>
              <a:rect b="b" l="l" r="r" t="t"/>
              <a:pathLst>
                <a:path extrusionOk="0" h="2144" w="2144">
                  <a:moveTo>
                    <a:pt x="1072" y="1"/>
                  </a:moveTo>
                  <a:cubicBezTo>
                    <a:pt x="477" y="1"/>
                    <a:pt x="1" y="501"/>
                    <a:pt x="1" y="1072"/>
                  </a:cubicBezTo>
                  <a:cubicBezTo>
                    <a:pt x="1" y="1668"/>
                    <a:pt x="477" y="2144"/>
                    <a:pt x="1072" y="2144"/>
                  </a:cubicBezTo>
                  <a:cubicBezTo>
                    <a:pt x="1668" y="2144"/>
                    <a:pt x="2144" y="1668"/>
                    <a:pt x="2144" y="1072"/>
                  </a:cubicBezTo>
                  <a:cubicBezTo>
                    <a:pt x="2144" y="501"/>
                    <a:pt x="1668"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92"/>
            <p:cNvSpPr/>
            <p:nvPr/>
          </p:nvSpPr>
          <p:spPr>
            <a:xfrm>
              <a:off x="3045938" y="4369004"/>
              <a:ext cx="63605" cy="63575"/>
            </a:xfrm>
            <a:custGeom>
              <a:rect b="b" l="l" r="r" t="t"/>
              <a:pathLst>
                <a:path extrusionOk="0" h="2144" w="2145">
                  <a:moveTo>
                    <a:pt x="1073" y="0"/>
                  </a:moveTo>
                  <a:cubicBezTo>
                    <a:pt x="477" y="0"/>
                    <a:pt x="1" y="477"/>
                    <a:pt x="1" y="1072"/>
                  </a:cubicBezTo>
                  <a:cubicBezTo>
                    <a:pt x="1" y="1667"/>
                    <a:pt x="477" y="2144"/>
                    <a:pt x="1073" y="2144"/>
                  </a:cubicBezTo>
                  <a:cubicBezTo>
                    <a:pt x="1668" y="2144"/>
                    <a:pt x="2144" y="1667"/>
                    <a:pt x="2144" y="1072"/>
                  </a:cubicBezTo>
                  <a:cubicBezTo>
                    <a:pt x="2144" y="477"/>
                    <a:pt x="1668" y="0"/>
                    <a:pt x="1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92"/>
            <p:cNvSpPr/>
            <p:nvPr/>
          </p:nvSpPr>
          <p:spPr>
            <a:xfrm>
              <a:off x="3045938" y="4289919"/>
              <a:ext cx="63605" cy="63575"/>
            </a:xfrm>
            <a:custGeom>
              <a:rect b="b" l="l" r="r" t="t"/>
              <a:pathLst>
                <a:path extrusionOk="0" h="2144" w="2145">
                  <a:moveTo>
                    <a:pt x="1073" y="0"/>
                  </a:moveTo>
                  <a:cubicBezTo>
                    <a:pt x="477" y="0"/>
                    <a:pt x="1" y="500"/>
                    <a:pt x="1" y="1072"/>
                  </a:cubicBezTo>
                  <a:cubicBezTo>
                    <a:pt x="1" y="1667"/>
                    <a:pt x="477" y="2144"/>
                    <a:pt x="1073" y="2144"/>
                  </a:cubicBezTo>
                  <a:cubicBezTo>
                    <a:pt x="1668" y="2144"/>
                    <a:pt x="2144" y="1667"/>
                    <a:pt x="2144" y="1072"/>
                  </a:cubicBezTo>
                  <a:cubicBezTo>
                    <a:pt x="2144" y="500"/>
                    <a:pt x="1668" y="0"/>
                    <a:pt x="1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92"/>
            <p:cNvSpPr/>
            <p:nvPr/>
          </p:nvSpPr>
          <p:spPr>
            <a:xfrm>
              <a:off x="3132821" y="4369004"/>
              <a:ext cx="63575" cy="63575"/>
            </a:xfrm>
            <a:custGeom>
              <a:rect b="b" l="l" r="r" t="t"/>
              <a:pathLst>
                <a:path extrusionOk="0" h="2144" w="2144">
                  <a:moveTo>
                    <a:pt x="1072" y="0"/>
                  </a:moveTo>
                  <a:cubicBezTo>
                    <a:pt x="476" y="0"/>
                    <a:pt x="0" y="477"/>
                    <a:pt x="0" y="1072"/>
                  </a:cubicBezTo>
                  <a:cubicBezTo>
                    <a:pt x="0" y="1667"/>
                    <a:pt x="476" y="2144"/>
                    <a:pt x="1072" y="2144"/>
                  </a:cubicBezTo>
                  <a:cubicBezTo>
                    <a:pt x="1667" y="2144"/>
                    <a:pt x="2143" y="1667"/>
                    <a:pt x="2143" y="1072"/>
                  </a:cubicBezTo>
                  <a:cubicBezTo>
                    <a:pt x="2143" y="477"/>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92"/>
            <p:cNvSpPr/>
            <p:nvPr/>
          </p:nvSpPr>
          <p:spPr>
            <a:xfrm>
              <a:off x="3132821" y="4289919"/>
              <a:ext cx="63575" cy="63575"/>
            </a:xfrm>
            <a:custGeom>
              <a:rect b="b" l="l" r="r" t="t"/>
              <a:pathLst>
                <a:path extrusionOk="0" h="2144" w="2144">
                  <a:moveTo>
                    <a:pt x="1072" y="0"/>
                  </a:moveTo>
                  <a:cubicBezTo>
                    <a:pt x="476" y="0"/>
                    <a:pt x="0" y="500"/>
                    <a:pt x="0" y="1072"/>
                  </a:cubicBezTo>
                  <a:cubicBezTo>
                    <a:pt x="0" y="1667"/>
                    <a:pt x="476" y="2144"/>
                    <a:pt x="1072" y="2144"/>
                  </a:cubicBezTo>
                  <a:cubicBezTo>
                    <a:pt x="1667" y="2144"/>
                    <a:pt x="2143" y="1667"/>
                    <a:pt x="2143" y="1072"/>
                  </a:cubicBezTo>
                  <a:cubicBezTo>
                    <a:pt x="2143" y="500"/>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92"/>
            <p:cNvSpPr/>
            <p:nvPr/>
          </p:nvSpPr>
          <p:spPr>
            <a:xfrm>
              <a:off x="3132821" y="4212228"/>
              <a:ext cx="63575" cy="63575"/>
            </a:xfrm>
            <a:custGeom>
              <a:rect b="b" l="l" r="r" t="t"/>
              <a:pathLst>
                <a:path extrusionOk="0" h="2144" w="2144">
                  <a:moveTo>
                    <a:pt x="1072" y="1"/>
                  </a:moveTo>
                  <a:cubicBezTo>
                    <a:pt x="476" y="1"/>
                    <a:pt x="0" y="501"/>
                    <a:pt x="0" y="1072"/>
                  </a:cubicBezTo>
                  <a:cubicBezTo>
                    <a:pt x="0" y="1668"/>
                    <a:pt x="476" y="2144"/>
                    <a:pt x="1072" y="2144"/>
                  </a:cubicBezTo>
                  <a:cubicBezTo>
                    <a:pt x="1667" y="2144"/>
                    <a:pt x="2143" y="1668"/>
                    <a:pt x="2143" y="1072"/>
                  </a:cubicBezTo>
                  <a:cubicBezTo>
                    <a:pt x="2143" y="501"/>
                    <a:pt x="166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92"/>
            <p:cNvSpPr/>
            <p:nvPr/>
          </p:nvSpPr>
          <p:spPr>
            <a:xfrm>
              <a:off x="3218963" y="4369004"/>
              <a:ext cx="63575" cy="63575"/>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92"/>
            <p:cNvSpPr/>
            <p:nvPr/>
          </p:nvSpPr>
          <p:spPr>
            <a:xfrm>
              <a:off x="3218963" y="4289919"/>
              <a:ext cx="63575" cy="63575"/>
            </a:xfrm>
            <a:custGeom>
              <a:rect b="b" l="l" r="r" t="t"/>
              <a:pathLst>
                <a:path extrusionOk="0" h="2144" w="2144">
                  <a:moveTo>
                    <a:pt x="1072" y="0"/>
                  </a:moveTo>
                  <a:cubicBezTo>
                    <a:pt x="477" y="0"/>
                    <a:pt x="0" y="500"/>
                    <a:pt x="0" y="1072"/>
                  </a:cubicBezTo>
                  <a:cubicBezTo>
                    <a:pt x="0" y="1667"/>
                    <a:pt x="477" y="2144"/>
                    <a:pt x="1072" y="2144"/>
                  </a:cubicBezTo>
                  <a:cubicBezTo>
                    <a:pt x="1667" y="2144"/>
                    <a:pt x="2144" y="1667"/>
                    <a:pt x="2144" y="1072"/>
                  </a:cubicBezTo>
                  <a:cubicBezTo>
                    <a:pt x="2144" y="500"/>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92"/>
            <p:cNvSpPr/>
            <p:nvPr/>
          </p:nvSpPr>
          <p:spPr>
            <a:xfrm>
              <a:off x="3218963" y="4212228"/>
              <a:ext cx="63575" cy="63575"/>
            </a:xfrm>
            <a:custGeom>
              <a:rect b="b" l="l" r="r" t="t"/>
              <a:pathLst>
                <a:path extrusionOk="0" h="2144" w="2144">
                  <a:moveTo>
                    <a:pt x="1072" y="1"/>
                  </a:moveTo>
                  <a:cubicBezTo>
                    <a:pt x="477" y="1"/>
                    <a:pt x="0" y="501"/>
                    <a:pt x="0" y="1072"/>
                  </a:cubicBezTo>
                  <a:cubicBezTo>
                    <a:pt x="0" y="1668"/>
                    <a:pt x="477" y="2144"/>
                    <a:pt x="1072" y="2144"/>
                  </a:cubicBezTo>
                  <a:cubicBezTo>
                    <a:pt x="1667" y="2144"/>
                    <a:pt x="2144" y="1668"/>
                    <a:pt x="2144" y="1072"/>
                  </a:cubicBezTo>
                  <a:cubicBezTo>
                    <a:pt x="2144" y="501"/>
                    <a:pt x="166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92"/>
            <p:cNvSpPr/>
            <p:nvPr/>
          </p:nvSpPr>
          <p:spPr>
            <a:xfrm>
              <a:off x="3218963" y="4133855"/>
              <a:ext cx="63575" cy="63575"/>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13" name="Google Shape;21313;p92"/>
          <p:cNvSpPr/>
          <p:nvPr/>
        </p:nvSpPr>
        <p:spPr>
          <a:xfrm>
            <a:off x="3272838" y="4144441"/>
            <a:ext cx="341093" cy="341093"/>
          </a:xfrm>
          <a:custGeom>
            <a:rect b="b" l="l" r="r" t="t"/>
            <a:pathLst>
              <a:path extrusionOk="0" h="11503" w="11503">
                <a:moveTo>
                  <a:pt x="0" y="1"/>
                </a:moveTo>
                <a:lnTo>
                  <a:pt x="0" y="11503"/>
                </a:lnTo>
                <a:lnTo>
                  <a:pt x="11503" y="11503"/>
                </a:lnTo>
                <a:lnTo>
                  <a:pt x="11503" y="10265"/>
                </a:lnTo>
                <a:lnTo>
                  <a:pt x="10836" y="10265"/>
                </a:lnTo>
                <a:lnTo>
                  <a:pt x="10836" y="10360"/>
                </a:lnTo>
                <a:lnTo>
                  <a:pt x="10836" y="10908"/>
                </a:lnTo>
                <a:lnTo>
                  <a:pt x="691" y="10908"/>
                </a:lnTo>
                <a:lnTo>
                  <a:pt x="691" y="9955"/>
                </a:lnTo>
                <a:lnTo>
                  <a:pt x="2072" y="9026"/>
                </a:lnTo>
                <a:cubicBezTo>
                  <a:pt x="2243" y="9154"/>
                  <a:pt x="2490" y="9244"/>
                  <a:pt x="2746" y="9244"/>
                </a:cubicBezTo>
                <a:cubicBezTo>
                  <a:pt x="2775" y="9244"/>
                  <a:pt x="2805" y="9243"/>
                  <a:pt x="2834" y="9240"/>
                </a:cubicBezTo>
                <a:cubicBezTo>
                  <a:pt x="3334" y="9169"/>
                  <a:pt x="3739" y="8788"/>
                  <a:pt x="3787" y="8288"/>
                </a:cubicBezTo>
                <a:cubicBezTo>
                  <a:pt x="3811" y="8002"/>
                  <a:pt x="3739" y="7740"/>
                  <a:pt x="3620" y="7526"/>
                </a:cubicBezTo>
                <a:lnTo>
                  <a:pt x="4049" y="6788"/>
                </a:lnTo>
                <a:cubicBezTo>
                  <a:pt x="4144" y="6811"/>
                  <a:pt x="4239" y="6811"/>
                  <a:pt x="4335" y="6811"/>
                </a:cubicBezTo>
                <a:cubicBezTo>
                  <a:pt x="4596" y="6811"/>
                  <a:pt x="4835" y="6740"/>
                  <a:pt x="5001" y="6549"/>
                </a:cubicBezTo>
                <a:lnTo>
                  <a:pt x="5644" y="7002"/>
                </a:lnTo>
                <a:cubicBezTo>
                  <a:pt x="5597" y="7145"/>
                  <a:pt x="5597" y="7288"/>
                  <a:pt x="5644" y="7454"/>
                </a:cubicBezTo>
                <a:cubicBezTo>
                  <a:pt x="5716" y="7859"/>
                  <a:pt x="6049" y="8193"/>
                  <a:pt x="6478" y="8264"/>
                </a:cubicBezTo>
                <a:cubicBezTo>
                  <a:pt x="6531" y="8272"/>
                  <a:pt x="6584" y="8276"/>
                  <a:pt x="6636" y="8276"/>
                </a:cubicBezTo>
                <a:cubicBezTo>
                  <a:pt x="7215" y="8276"/>
                  <a:pt x="7716" y="7806"/>
                  <a:pt x="7716" y="7216"/>
                </a:cubicBezTo>
                <a:cubicBezTo>
                  <a:pt x="7716" y="7026"/>
                  <a:pt x="7692" y="6883"/>
                  <a:pt x="7597" y="6764"/>
                </a:cubicBezTo>
                <a:lnTo>
                  <a:pt x="8169" y="6145"/>
                </a:lnTo>
                <a:cubicBezTo>
                  <a:pt x="8289" y="6196"/>
                  <a:pt x="8434" y="6235"/>
                  <a:pt x="8585" y="6235"/>
                </a:cubicBezTo>
                <a:cubicBezTo>
                  <a:pt x="8644" y="6235"/>
                  <a:pt x="8704" y="6229"/>
                  <a:pt x="8764" y="6216"/>
                </a:cubicBezTo>
                <a:cubicBezTo>
                  <a:pt x="9240" y="6168"/>
                  <a:pt x="9621" y="5787"/>
                  <a:pt x="9693" y="5311"/>
                </a:cubicBezTo>
                <a:cubicBezTo>
                  <a:pt x="9717" y="4978"/>
                  <a:pt x="9621" y="4668"/>
                  <a:pt x="9407" y="4478"/>
                </a:cubicBezTo>
                <a:lnTo>
                  <a:pt x="9836" y="3882"/>
                </a:lnTo>
                <a:cubicBezTo>
                  <a:pt x="9907" y="3894"/>
                  <a:pt x="9979" y="3900"/>
                  <a:pt x="10056" y="3900"/>
                </a:cubicBezTo>
                <a:cubicBezTo>
                  <a:pt x="10133" y="3900"/>
                  <a:pt x="10217" y="3894"/>
                  <a:pt x="10312" y="3882"/>
                </a:cubicBezTo>
                <a:cubicBezTo>
                  <a:pt x="10717" y="3787"/>
                  <a:pt x="11050" y="3454"/>
                  <a:pt x="11145" y="3049"/>
                </a:cubicBezTo>
                <a:cubicBezTo>
                  <a:pt x="11277" y="2391"/>
                  <a:pt x="10762" y="1773"/>
                  <a:pt x="10121" y="1773"/>
                </a:cubicBezTo>
                <a:cubicBezTo>
                  <a:pt x="10067" y="1773"/>
                  <a:pt x="10011" y="1777"/>
                  <a:pt x="9955" y="1787"/>
                </a:cubicBezTo>
                <a:cubicBezTo>
                  <a:pt x="9478" y="1858"/>
                  <a:pt x="9097" y="2239"/>
                  <a:pt x="9026" y="2739"/>
                </a:cubicBezTo>
                <a:cubicBezTo>
                  <a:pt x="9002" y="3049"/>
                  <a:pt x="9097" y="3311"/>
                  <a:pt x="9264" y="3525"/>
                </a:cubicBezTo>
                <a:lnTo>
                  <a:pt x="8859" y="4144"/>
                </a:lnTo>
                <a:cubicBezTo>
                  <a:pt x="8788" y="4120"/>
                  <a:pt x="8693" y="4120"/>
                  <a:pt x="8645" y="4120"/>
                </a:cubicBezTo>
                <a:cubicBezTo>
                  <a:pt x="8050" y="4120"/>
                  <a:pt x="7573" y="4597"/>
                  <a:pt x="7573" y="5192"/>
                </a:cubicBezTo>
                <a:cubicBezTo>
                  <a:pt x="7573" y="5359"/>
                  <a:pt x="7621" y="5549"/>
                  <a:pt x="7692" y="5692"/>
                </a:cubicBezTo>
                <a:lnTo>
                  <a:pt x="7145" y="6288"/>
                </a:lnTo>
                <a:cubicBezTo>
                  <a:pt x="7002" y="6192"/>
                  <a:pt x="6835" y="6168"/>
                  <a:pt x="6668" y="6168"/>
                </a:cubicBezTo>
                <a:cubicBezTo>
                  <a:pt x="6406" y="6168"/>
                  <a:pt x="6168" y="6264"/>
                  <a:pt x="5954" y="6430"/>
                </a:cubicBezTo>
                <a:lnTo>
                  <a:pt x="5335" y="6002"/>
                </a:lnTo>
                <a:cubicBezTo>
                  <a:pt x="5359" y="5883"/>
                  <a:pt x="5359" y="5764"/>
                  <a:pt x="5335" y="5645"/>
                </a:cubicBezTo>
                <a:cubicBezTo>
                  <a:pt x="5287" y="5168"/>
                  <a:pt x="4882" y="4763"/>
                  <a:pt x="4382" y="4716"/>
                </a:cubicBezTo>
                <a:cubicBezTo>
                  <a:pt x="4344" y="4711"/>
                  <a:pt x="4306" y="4709"/>
                  <a:pt x="4269" y="4709"/>
                </a:cubicBezTo>
                <a:cubicBezTo>
                  <a:pt x="3698" y="4709"/>
                  <a:pt x="3215" y="5206"/>
                  <a:pt x="3215" y="5787"/>
                </a:cubicBezTo>
                <a:cubicBezTo>
                  <a:pt x="3215" y="6049"/>
                  <a:pt x="3310" y="6264"/>
                  <a:pt x="3453" y="6478"/>
                </a:cubicBezTo>
                <a:lnTo>
                  <a:pt x="3049" y="7145"/>
                </a:lnTo>
                <a:cubicBezTo>
                  <a:pt x="2953" y="7121"/>
                  <a:pt x="2834" y="7097"/>
                  <a:pt x="2715" y="7097"/>
                </a:cubicBezTo>
                <a:cubicBezTo>
                  <a:pt x="2120" y="7097"/>
                  <a:pt x="1643" y="7573"/>
                  <a:pt x="1643" y="8169"/>
                </a:cubicBezTo>
                <a:cubicBezTo>
                  <a:pt x="1643" y="8240"/>
                  <a:pt x="1643" y="8336"/>
                  <a:pt x="1667" y="8431"/>
                </a:cubicBezTo>
                <a:lnTo>
                  <a:pt x="691" y="9074"/>
                </a:lnTo>
                <a:lnTo>
                  <a:pt x="691" y="691"/>
                </a:lnTo>
                <a:lnTo>
                  <a:pt x="1239" y="691"/>
                </a:lnTo>
                <a:lnTo>
                  <a:pt x="12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14" name="Google Shape;21314;p92"/>
          <p:cNvGrpSpPr/>
          <p:nvPr/>
        </p:nvGrpSpPr>
        <p:grpSpPr>
          <a:xfrm>
            <a:off x="4042436" y="4140201"/>
            <a:ext cx="341096" cy="341809"/>
            <a:chOff x="4118636" y="4140201"/>
            <a:chExt cx="341096" cy="341809"/>
          </a:xfrm>
        </p:grpSpPr>
        <p:sp>
          <p:nvSpPr>
            <p:cNvPr id="21315" name="Google Shape;21315;p92"/>
            <p:cNvSpPr/>
            <p:nvPr/>
          </p:nvSpPr>
          <p:spPr>
            <a:xfrm>
              <a:off x="4181471" y="4203065"/>
              <a:ext cx="98891" cy="211867"/>
            </a:xfrm>
            <a:custGeom>
              <a:rect b="b" l="l" r="r" t="t"/>
              <a:pathLst>
                <a:path extrusionOk="0" h="7145" w="3335">
                  <a:moveTo>
                    <a:pt x="3335" y="0"/>
                  </a:moveTo>
                  <a:cubicBezTo>
                    <a:pt x="1453" y="167"/>
                    <a:pt x="1" y="1715"/>
                    <a:pt x="1" y="3620"/>
                  </a:cubicBezTo>
                  <a:cubicBezTo>
                    <a:pt x="1" y="5287"/>
                    <a:pt x="1096" y="6692"/>
                    <a:pt x="2620" y="7144"/>
                  </a:cubicBezTo>
                  <a:lnTo>
                    <a:pt x="3335" y="3596"/>
                  </a:lnTo>
                  <a:lnTo>
                    <a:pt x="333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92"/>
            <p:cNvSpPr/>
            <p:nvPr/>
          </p:nvSpPr>
          <p:spPr>
            <a:xfrm>
              <a:off x="4277517" y="4327341"/>
              <a:ext cx="95362" cy="91834"/>
            </a:xfrm>
            <a:custGeom>
              <a:rect b="b" l="l" r="r" t="t"/>
              <a:pathLst>
                <a:path extrusionOk="0" h="3097" w="3216">
                  <a:moveTo>
                    <a:pt x="620" y="0"/>
                  </a:moveTo>
                  <a:lnTo>
                    <a:pt x="0" y="3072"/>
                  </a:lnTo>
                  <a:cubicBezTo>
                    <a:pt x="119" y="3072"/>
                    <a:pt x="262" y="3096"/>
                    <a:pt x="381" y="3096"/>
                  </a:cubicBezTo>
                  <a:cubicBezTo>
                    <a:pt x="1548" y="3096"/>
                    <a:pt x="2572" y="2596"/>
                    <a:pt x="3215" y="1787"/>
                  </a:cubicBezTo>
                  <a:lnTo>
                    <a:pt x="6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92"/>
            <p:cNvSpPr/>
            <p:nvPr/>
          </p:nvSpPr>
          <p:spPr>
            <a:xfrm>
              <a:off x="4298689" y="4140201"/>
              <a:ext cx="161043" cy="258481"/>
            </a:xfrm>
            <a:custGeom>
              <a:rect b="b" l="l" r="r" t="t"/>
              <a:pathLst>
                <a:path extrusionOk="0" h="8717" w="5431">
                  <a:moveTo>
                    <a:pt x="1" y="1"/>
                  </a:moveTo>
                  <a:lnTo>
                    <a:pt x="1" y="1429"/>
                  </a:lnTo>
                  <a:lnTo>
                    <a:pt x="25" y="1429"/>
                  </a:lnTo>
                  <a:cubicBezTo>
                    <a:pt x="2263" y="1620"/>
                    <a:pt x="4025" y="3478"/>
                    <a:pt x="4025" y="5740"/>
                  </a:cubicBezTo>
                  <a:cubicBezTo>
                    <a:pt x="4025" y="6550"/>
                    <a:pt x="3811" y="7264"/>
                    <a:pt x="3430" y="7907"/>
                  </a:cubicBezTo>
                  <a:lnTo>
                    <a:pt x="4573" y="8717"/>
                  </a:lnTo>
                  <a:cubicBezTo>
                    <a:pt x="5121" y="7836"/>
                    <a:pt x="5431" y="6812"/>
                    <a:pt x="5431" y="5740"/>
                  </a:cubicBezTo>
                  <a:cubicBezTo>
                    <a:pt x="5431" y="4192"/>
                    <a:pt x="4835" y="2763"/>
                    <a:pt x="3716" y="1668"/>
                  </a:cubicBezTo>
                  <a:cubicBezTo>
                    <a:pt x="2716" y="667"/>
                    <a:pt x="1406" y="7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92"/>
            <p:cNvSpPr/>
            <p:nvPr/>
          </p:nvSpPr>
          <p:spPr>
            <a:xfrm>
              <a:off x="4266219" y="4391599"/>
              <a:ext cx="158908" cy="90410"/>
            </a:xfrm>
            <a:custGeom>
              <a:rect b="b" l="l" r="r" t="t"/>
              <a:pathLst>
                <a:path extrusionOk="0" h="3049" w="5359">
                  <a:moveTo>
                    <a:pt x="4168" y="1"/>
                  </a:moveTo>
                  <a:cubicBezTo>
                    <a:pt x="3358" y="1001"/>
                    <a:pt x="2144" y="1620"/>
                    <a:pt x="810" y="1620"/>
                  </a:cubicBezTo>
                  <a:cubicBezTo>
                    <a:pt x="620" y="1620"/>
                    <a:pt x="453" y="1620"/>
                    <a:pt x="262" y="1596"/>
                  </a:cubicBezTo>
                  <a:lnTo>
                    <a:pt x="0" y="2977"/>
                  </a:lnTo>
                  <a:cubicBezTo>
                    <a:pt x="262" y="3025"/>
                    <a:pt x="524" y="3049"/>
                    <a:pt x="810" y="3049"/>
                  </a:cubicBezTo>
                  <a:cubicBezTo>
                    <a:pt x="2358" y="3049"/>
                    <a:pt x="3787" y="2453"/>
                    <a:pt x="4882" y="1358"/>
                  </a:cubicBezTo>
                  <a:cubicBezTo>
                    <a:pt x="5049" y="1167"/>
                    <a:pt x="5216" y="1001"/>
                    <a:pt x="5359" y="810"/>
                  </a:cubicBezTo>
                  <a:lnTo>
                    <a:pt x="41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92"/>
            <p:cNvSpPr/>
            <p:nvPr/>
          </p:nvSpPr>
          <p:spPr>
            <a:xfrm>
              <a:off x="4118636" y="4140913"/>
              <a:ext cx="160331" cy="335459"/>
            </a:xfrm>
            <a:custGeom>
              <a:rect b="b" l="l" r="r" t="t"/>
              <a:pathLst>
                <a:path extrusionOk="0" h="11313" w="5407">
                  <a:moveTo>
                    <a:pt x="5406" y="0"/>
                  </a:moveTo>
                  <a:cubicBezTo>
                    <a:pt x="4025" y="96"/>
                    <a:pt x="2715" y="667"/>
                    <a:pt x="1691" y="1667"/>
                  </a:cubicBezTo>
                  <a:cubicBezTo>
                    <a:pt x="619" y="2739"/>
                    <a:pt x="0" y="4216"/>
                    <a:pt x="0" y="5764"/>
                  </a:cubicBezTo>
                  <a:cubicBezTo>
                    <a:pt x="0" y="7311"/>
                    <a:pt x="596" y="8740"/>
                    <a:pt x="1691" y="9836"/>
                  </a:cubicBezTo>
                  <a:cubicBezTo>
                    <a:pt x="2429" y="10574"/>
                    <a:pt x="3334" y="11074"/>
                    <a:pt x="4287" y="11312"/>
                  </a:cubicBezTo>
                  <a:lnTo>
                    <a:pt x="4596" y="9931"/>
                  </a:lnTo>
                  <a:cubicBezTo>
                    <a:pt x="2763" y="9407"/>
                    <a:pt x="1429" y="7716"/>
                    <a:pt x="1429" y="5764"/>
                  </a:cubicBezTo>
                  <a:cubicBezTo>
                    <a:pt x="1429" y="3454"/>
                    <a:pt x="3191" y="1620"/>
                    <a:pt x="5406" y="1429"/>
                  </a:cubicBezTo>
                  <a:lnTo>
                    <a:pt x="54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92"/>
            <p:cNvSpPr/>
            <p:nvPr/>
          </p:nvSpPr>
          <p:spPr>
            <a:xfrm>
              <a:off x="4299401" y="4203065"/>
              <a:ext cx="98891" cy="161725"/>
            </a:xfrm>
            <a:custGeom>
              <a:rect b="b" l="l" r="r" t="t"/>
              <a:pathLst>
                <a:path extrusionOk="0" h="5454" w="3335">
                  <a:moveTo>
                    <a:pt x="1" y="0"/>
                  </a:moveTo>
                  <a:lnTo>
                    <a:pt x="1" y="3477"/>
                  </a:lnTo>
                  <a:lnTo>
                    <a:pt x="2858" y="5454"/>
                  </a:lnTo>
                  <a:cubicBezTo>
                    <a:pt x="3168" y="4906"/>
                    <a:pt x="3335" y="4311"/>
                    <a:pt x="3335" y="3668"/>
                  </a:cubicBezTo>
                  <a:cubicBezTo>
                    <a:pt x="3335" y="1715"/>
                    <a:pt x="1858" y="16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21" name="Google Shape;21321;p92"/>
          <p:cNvGrpSpPr/>
          <p:nvPr/>
        </p:nvGrpSpPr>
        <p:grpSpPr>
          <a:xfrm>
            <a:off x="4781639" y="4139489"/>
            <a:ext cx="341839" cy="340411"/>
            <a:chOff x="4705439" y="4139489"/>
            <a:chExt cx="341839" cy="340411"/>
          </a:xfrm>
        </p:grpSpPr>
        <p:sp>
          <p:nvSpPr>
            <p:cNvPr id="21322" name="Google Shape;21322;p92"/>
            <p:cNvSpPr/>
            <p:nvPr/>
          </p:nvSpPr>
          <p:spPr>
            <a:xfrm>
              <a:off x="4705439" y="4139489"/>
              <a:ext cx="64998" cy="340411"/>
            </a:xfrm>
            <a:custGeom>
              <a:rect b="b" l="l" r="r" t="t"/>
              <a:pathLst>
                <a:path extrusionOk="0" h="11480" w="2192">
                  <a:moveTo>
                    <a:pt x="763" y="1"/>
                  </a:moveTo>
                  <a:lnTo>
                    <a:pt x="763" y="1358"/>
                  </a:lnTo>
                  <a:cubicBezTo>
                    <a:pt x="334" y="1525"/>
                    <a:pt x="1" y="1906"/>
                    <a:pt x="1" y="2382"/>
                  </a:cubicBezTo>
                  <a:cubicBezTo>
                    <a:pt x="1" y="2859"/>
                    <a:pt x="311" y="3240"/>
                    <a:pt x="763" y="3382"/>
                  </a:cubicBezTo>
                  <a:lnTo>
                    <a:pt x="763" y="4740"/>
                  </a:lnTo>
                  <a:cubicBezTo>
                    <a:pt x="334" y="4883"/>
                    <a:pt x="1" y="5264"/>
                    <a:pt x="1" y="5740"/>
                  </a:cubicBezTo>
                  <a:cubicBezTo>
                    <a:pt x="1" y="6216"/>
                    <a:pt x="311" y="6597"/>
                    <a:pt x="763" y="6740"/>
                  </a:cubicBezTo>
                  <a:lnTo>
                    <a:pt x="763" y="8098"/>
                  </a:lnTo>
                  <a:cubicBezTo>
                    <a:pt x="334" y="8241"/>
                    <a:pt x="1" y="8622"/>
                    <a:pt x="1" y="9098"/>
                  </a:cubicBezTo>
                  <a:cubicBezTo>
                    <a:pt x="1" y="9574"/>
                    <a:pt x="311" y="9955"/>
                    <a:pt x="763" y="10122"/>
                  </a:cubicBezTo>
                  <a:lnTo>
                    <a:pt x="763" y="11479"/>
                  </a:lnTo>
                  <a:lnTo>
                    <a:pt x="1430" y="11479"/>
                  </a:lnTo>
                  <a:lnTo>
                    <a:pt x="1430" y="10122"/>
                  </a:lnTo>
                  <a:cubicBezTo>
                    <a:pt x="1859" y="9955"/>
                    <a:pt x="2192" y="9574"/>
                    <a:pt x="2192" y="9098"/>
                  </a:cubicBezTo>
                  <a:cubicBezTo>
                    <a:pt x="2192" y="8622"/>
                    <a:pt x="1882" y="8241"/>
                    <a:pt x="1430" y="8098"/>
                  </a:cubicBezTo>
                  <a:lnTo>
                    <a:pt x="1430" y="6740"/>
                  </a:lnTo>
                  <a:cubicBezTo>
                    <a:pt x="1859" y="6597"/>
                    <a:pt x="2192" y="6216"/>
                    <a:pt x="2192" y="5740"/>
                  </a:cubicBezTo>
                  <a:cubicBezTo>
                    <a:pt x="2192" y="5264"/>
                    <a:pt x="1882" y="4883"/>
                    <a:pt x="1430" y="4740"/>
                  </a:cubicBezTo>
                  <a:lnTo>
                    <a:pt x="1430" y="3382"/>
                  </a:lnTo>
                  <a:cubicBezTo>
                    <a:pt x="1859" y="3240"/>
                    <a:pt x="2144" y="2859"/>
                    <a:pt x="2144" y="2382"/>
                  </a:cubicBezTo>
                  <a:cubicBezTo>
                    <a:pt x="2144" y="1906"/>
                    <a:pt x="1859" y="1525"/>
                    <a:pt x="1406" y="1358"/>
                  </a:cubicBezTo>
                  <a:lnTo>
                    <a:pt x="140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92"/>
            <p:cNvSpPr/>
            <p:nvPr/>
          </p:nvSpPr>
          <p:spPr>
            <a:xfrm>
              <a:off x="4784554" y="4174095"/>
              <a:ext cx="190695" cy="75584"/>
            </a:xfrm>
            <a:custGeom>
              <a:rect b="b" l="l" r="r" t="t"/>
              <a:pathLst>
                <a:path extrusionOk="0" h="2549" w="6431">
                  <a:moveTo>
                    <a:pt x="1096" y="1"/>
                  </a:moveTo>
                  <a:lnTo>
                    <a:pt x="0" y="1263"/>
                  </a:lnTo>
                  <a:lnTo>
                    <a:pt x="1072" y="2549"/>
                  </a:lnTo>
                  <a:lnTo>
                    <a:pt x="6430" y="2549"/>
                  </a:lnTo>
                  <a:lnTo>
                    <a:pt x="64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92"/>
            <p:cNvSpPr/>
            <p:nvPr/>
          </p:nvSpPr>
          <p:spPr>
            <a:xfrm>
              <a:off x="4994290" y="4174095"/>
              <a:ext cx="52989" cy="75584"/>
            </a:xfrm>
            <a:custGeom>
              <a:rect b="b" l="l" r="r" t="t"/>
              <a:pathLst>
                <a:path extrusionOk="0" h="2549" w="1787">
                  <a:moveTo>
                    <a:pt x="0" y="1"/>
                  </a:moveTo>
                  <a:lnTo>
                    <a:pt x="0" y="2549"/>
                  </a:lnTo>
                  <a:lnTo>
                    <a:pt x="1786" y="2549"/>
                  </a:lnTo>
                  <a:lnTo>
                    <a:pt x="17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92"/>
            <p:cNvSpPr/>
            <p:nvPr/>
          </p:nvSpPr>
          <p:spPr>
            <a:xfrm>
              <a:off x="4784554" y="4271564"/>
              <a:ext cx="190695" cy="76296"/>
            </a:xfrm>
            <a:custGeom>
              <a:rect b="b" l="l" r="r" t="t"/>
              <a:pathLst>
                <a:path extrusionOk="0" h="2573" w="6431">
                  <a:moveTo>
                    <a:pt x="1096" y="0"/>
                  </a:moveTo>
                  <a:lnTo>
                    <a:pt x="0" y="1286"/>
                  </a:lnTo>
                  <a:lnTo>
                    <a:pt x="1072" y="2572"/>
                  </a:lnTo>
                  <a:lnTo>
                    <a:pt x="6430" y="2572"/>
                  </a:lnTo>
                  <a:lnTo>
                    <a:pt x="64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92"/>
            <p:cNvSpPr/>
            <p:nvPr/>
          </p:nvSpPr>
          <p:spPr>
            <a:xfrm>
              <a:off x="4994972" y="4271564"/>
              <a:ext cx="52307" cy="76296"/>
            </a:xfrm>
            <a:custGeom>
              <a:rect b="b" l="l" r="r" t="t"/>
              <a:pathLst>
                <a:path extrusionOk="0" h="2573" w="1764">
                  <a:moveTo>
                    <a:pt x="1" y="0"/>
                  </a:moveTo>
                  <a:lnTo>
                    <a:pt x="1" y="2572"/>
                  </a:lnTo>
                  <a:lnTo>
                    <a:pt x="1763" y="2572"/>
                  </a:lnTo>
                  <a:lnTo>
                    <a:pt x="17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92"/>
            <p:cNvSpPr/>
            <p:nvPr/>
          </p:nvSpPr>
          <p:spPr>
            <a:xfrm>
              <a:off x="4784554" y="4371821"/>
              <a:ext cx="190695" cy="75584"/>
            </a:xfrm>
            <a:custGeom>
              <a:rect b="b" l="l" r="r" t="t"/>
              <a:pathLst>
                <a:path extrusionOk="0" h="2549" w="6431">
                  <a:moveTo>
                    <a:pt x="1096" y="1"/>
                  </a:moveTo>
                  <a:lnTo>
                    <a:pt x="0" y="1263"/>
                  </a:lnTo>
                  <a:lnTo>
                    <a:pt x="1072" y="2549"/>
                  </a:lnTo>
                  <a:lnTo>
                    <a:pt x="6430" y="2549"/>
                  </a:lnTo>
                  <a:lnTo>
                    <a:pt x="64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92"/>
            <p:cNvSpPr/>
            <p:nvPr/>
          </p:nvSpPr>
          <p:spPr>
            <a:xfrm>
              <a:off x="4994972" y="4371821"/>
              <a:ext cx="52307" cy="75584"/>
            </a:xfrm>
            <a:custGeom>
              <a:rect b="b" l="l" r="r" t="t"/>
              <a:pathLst>
                <a:path extrusionOk="0" h="2549" w="1764">
                  <a:moveTo>
                    <a:pt x="1" y="1"/>
                  </a:moveTo>
                  <a:lnTo>
                    <a:pt x="1" y="2549"/>
                  </a:lnTo>
                  <a:lnTo>
                    <a:pt x="1763" y="2549"/>
                  </a:lnTo>
                  <a:lnTo>
                    <a:pt x="17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29" name="Google Shape;21329;p92"/>
          <p:cNvGrpSpPr/>
          <p:nvPr/>
        </p:nvGrpSpPr>
        <p:grpSpPr>
          <a:xfrm>
            <a:off x="5518768" y="4143730"/>
            <a:ext cx="340384" cy="342520"/>
            <a:chOff x="5290168" y="4143730"/>
            <a:chExt cx="340384" cy="342520"/>
          </a:xfrm>
        </p:grpSpPr>
        <p:sp>
          <p:nvSpPr>
            <p:cNvPr id="21330" name="Google Shape;21330;p92"/>
            <p:cNvSpPr/>
            <p:nvPr/>
          </p:nvSpPr>
          <p:spPr>
            <a:xfrm>
              <a:off x="5428588" y="4143730"/>
              <a:ext cx="100996" cy="138448"/>
            </a:xfrm>
            <a:custGeom>
              <a:rect b="b" l="l" r="r" t="t"/>
              <a:pathLst>
                <a:path extrusionOk="0" h="4669" w="3406">
                  <a:moveTo>
                    <a:pt x="0" y="1"/>
                  </a:moveTo>
                  <a:lnTo>
                    <a:pt x="0" y="2644"/>
                  </a:lnTo>
                  <a:lnTo>
                    <a:pt x="1381" y="2644"/>
                  </a:lnTo>
                  <a:lnTo>
                    <a:pt x="1381" y="3311"/>
                  </a:lnTo>
                  <a:lnTo>
                    <a:pt x="1405" y="3311"/>
                  </a:lnTo>
                  <a:cubicBezTo>
                    <a:pt x="1405" y="3692"/>
                    <a:pt x="1095" y="4002"/>
                    <a:pt x="714" y="4002"/>
                  </a:cubicBezTo>
                  <a:lnTo>
                    <a:pt x="500" y="4002"/>
                  </a:lnTo>
                  <a:lnTo>
                    <a:pt x="500" y="4668"/>
                  </a:lnTo>
                  <a:lnTo>
                    <a:pt x="714" y="4668"/>
                  </a:lnTo>
                  <a:cubicBezTo>
                    <a:pt x="1453" y="4668"/>
                    <a:pt x="2048" y="4073"/>
                    <a:pt x="2048" y="3335"/>
                  </a:cubicBezTo>
                  <a:lnTo>
                    <a:pt x="2048" y="2644"/>
                  </a:lnTo>
                  <a:lnTo>
                    <a:pt x="3405" y="2644"/>
                  </a:lnTo>
                  <a:lnTo>
                    <a:pt x="340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92"/>
            <p:cNvSpPr/>
            <p:nvPr/>
          </p:nvSpPr>
          <p:spPr>
            <a:xfrm>
              <a:off x="5290168" y="4262371"/>
              <a:ext cx="134207" cy="103843"/>
            </a:xfrm>
            <a:custGeom>
              <a:rect b="b" l="l" r="r" t="t"/>
              <a:pathLst>
                <a:path extrusionOk="0" h="3502" w="4526">
                  <a:moveTo>
                    <a:pt x="1929" y="1429"/>
                  </a:moveTo>
                  <a:lnTo>
                    <a:pt x="1929" y="2096"/>
                  </a:lnTo>
                  <a:lnTo>
                    <a:pt x="1239" y="2096"/>
                  </a:lnTo>
                  <a:lnTo>
                    <a:pt x="1239" y="1429"/>
                  </a:lnTo>
                  <a:close/>
                  <a:moveTo>
                    <a:pt x="3239" y="1429"/>
                  </a:moveTo>
                  <a:lnTo>
                    <a:pt x="3239" y="2096"/>
                  </a:lnTo>
                  <a:lnTo>
                    <a:pt x="2549" y="2096"/>
                  </a:lnTo>
                  <a:lnTo>
                    <a:pt x="2549" y="1429"/>
                  </a:lnTo>
                  <a:close/>
                  <a:moveTo>
                    <a:pt x="0" y="1"/>
                  </a:moveTo>
                  <a:lnTo>
                    <a:pt x="0" y="3501"/>
                  </a:lnTo>
                  <a:lnTo>
                    <a:pt x="4525" y="3501"/>
                  </a:lnTo>
                  <a:lnTo>
                    <a:pt x="45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92"/>
            <p:cNvSpPr/>
            <p:nvPr/>
          </p:nvSpPr>
          <p:spPr>
            <a:xfrm>
              <a:off x="5429270" y="4347120"/>
              <a:ext cx="101026" cy="139130"/>
            </a:xfrm>
            <a:custGeom>
              <a:rect b="b" l="l" r="r" t="t"/>
              <a:pathLst>
                <a:path extrusionOk="0" h="4692" w="3407">
                  <a:moveTo>
                    <a:pt x="477" y="0"/>
                  </a:moveTo>
                  <a:lnTo>
                    <a:pt x="477" y="667"/>
                  </a:lnTo>
                  <a:lnTo>
                    <a:pt x="691" y="667"/>
                  </a:lnTo>
                  <a:cubicBezTo>
                    <a:pt x="1072" y="667"/>
                    <a:pt x="1382" y="977"/>
                    <a:pt x="1382" y="1358"/>
                  </a:cubicBezTo>
                  <a:lnTo>
                    <a:pt x="1382" y="2048"/>
                  </a:lnTo>
                  <a:lnTo>
                    <a:pt x="1" y="2048"/>
                  </a:lnTo>
                  <a:lnTo>
                    <a:pt x="1" y="4692"/>
                  </a:lnTo>
                  <a:lnTo>
                    <a:pt x="3406" y="4692"/>
                  </a:lnTo>
                  <a:lnTo>
                    <a:pt x="3406" y="2048"/>
                  </a:lnTo>
                  <a:lnTo>
                    <a:pt x="2049" y="2048"/>
                  </a:lnTo>
                  <a:lnTo>
                    <a:pt x="2049" y="1334"/>
                  </a:lnTo>
                  <a:lnTo>
                    <a:pt x="2025" y="1334"/>
                  </a:lnTo>
                  <a:cubicBezTo>
                    <a:pt x="2025" y="596"/>
                    <a:pt x="1430"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92"/>
            <p:cNvSpPr/>
            <p:nvPr/>
          </p:nvSpPr>
          <p:spPr>
            <a:xfrm>
              <a:off x="5443414" y="4275093"/>
              <a:ext cx="187137" cy="78401"/>
            </a:xfrm>
            <a:custGeom>
              <a:rect b="b" l="l" r="r" t="t"/>
              <a:pathLst>
                <a:path extrusionOk="0" h="2644" w="6311">
                  <a:moveTo>
                    <a:pt x="2929" y="0"/>
                  </a:moveTo>
                  <a:lnTo>
                    <a:pt x="2929" y="977"/>
                  </a:lnTo>
                  <a:lnTo>
                    <a:pt x="0" y="977"/>
                  </a:lnTo>
                  <a:lnTo>
                    <a:pt x="0" y="1667"/>
                  </a:lnTo>
                  <a:lnTo>
                    <a:pt x="2929" y="1667"/>
                  </a:lnTo>
                  <a:lnTo>
                    <a:pt x="2929" y="2644"/>
                  </a:lnTo>
                  <a:lnTo>
                    <a:pt x="6311" y="2644"/>
                  </a:lnTo>
                  <a:lnTo>
                    <a:pt x="63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4" name="Google Shape;21334;p92"/>
          <p:cNvGrpSpPr/>
          <p:nvPr/>
        </p:nvGrpSpPr>
        <p:grpSpPr>
          <a:xfrm>
            <a:off x="6262923" y="4162085"/>
            <a:ext cx="341126" cy="341837"/>
            <a:chOff x="5881923" y="4162085"/>
            <a:chExt cx="341126" cy="341837"/>
          </a:xfrm>
        </p:grpSpPr>
        <p:sp>
          <p:nvSpPr>
            <p:cNvPr id="21335" name="Google Shape;21335;p92"/>
            <p:cNvSpPr/>
            <p:nvPr/>
          </p:nvSpPr>
          <p:spPr>
            <a:xfrm>
              <a:off x="6062718" y="4163508"/>
              <a:ext cx="160331" cy="213290"/>
            </a:xfrm>
            <a:custGeom>
              <a:rect b="b" l="l" r="r" t="t"/>
              <a:pathLst>
                <a:path extrusionOk="0" h="7193" w="5407">
                  <a:moveTo>
                    <a:pt x="0" y="1"/>
                  </a:moveTo>
                  <a:lnTo>
                    <a:pt x="0" y="1072"/>
                  </a:lnTo>
                  <a:cubicBezTo>
                    <a:pt x="56" y="1067"/>
                    <a:pt x="111" y="1064"/>
                    <a:pt x="166" y="1064"/>
                  </a:cubicBezTo>
                  <a:cubicBezTo>
                    <a:pt x="1050" y="1064"/>
                    <a:pt x="1810" y="1772"/>
                    <a:pt x="1810" y="2692"/>
                  </a:cubicBezTo>
                  <a:cubicBezTo>
                    <a:pt x="1810" y="3591"/>
                    <a:pt x="1045" y="4343"/>
                    <a:pt x="157" y="4343"/>
                  </a:cubicBezTo>
                  <a:cubicBezTo>
                    <a:pt x="105" y="4343"/>
                    <a:pt x="53" y="4340"/>
                    <a:pt x="0" y="4335"/>
                  </a:cubicBezTo>
                  <a:lnTo>
                    <a:pt x="0" y="5406"/>
                  </a:lnTo>
                  <a:lnTo>
                    <a:pt x="2025" y="5406"/>
                  </a:lnTo>
                  <a:cubicBezTo>
                    <a:pt x="1906" y="5645"/>
                    <a:pt x="1739" y="5978"/>
                    <a:pt x="1739" y="6240"/>
                  </a:cubicBezTo>
                  <a:cubicBezTo>
                    <a:pt x="1739" y="6788"/>
                    <a:pt x="2168" y="7192"/>
                    <a:pt x="2691" y="7192"/>
                  </a:cubicBezTo>
                  <a:cubicBezTo>
                    <a:pt x="3239" y="7192"/>
                    <a:pt x="3644" y="6788"/>
                    <a:pt x="3644" y="6240"/>
                  </a:cubicBezTo>
                  <a:cubicBezTo>
                    <a:pt x="3644" y="5978"/>
                    <a:pt x="3501" y="5645"/>
                    <a:pt x="3382" y="5406"/>
                  </a:cubicBezTo>
                  <a:lnTo>
                    <a:pt x="5406" y="5406"/>
                  </a:lnTo>
                  <a:lnTo>
                    <a:pt x="540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92"/>
            <p:cNvSpPr/>
            <p:nvPr/>
          </p:nvSpPr>
          <p:spPr>
            <a:xfrm>
              <a:off x="6009046" y="4343591"/>
              <a:ext cx="214002" cy="160331"/>
            </a:xfrm>
            <a:custGeom>
              <a:rect b="b" l="l" r="r" t="t"/>
              <a:pathLst>
                <a:path extrusionOk="0" h="5407" w="7217">
                  <a:moveTo>
                    <a:pt x="1787" y="0"/>
                  </a:moveTo>
                  <a:lnTo>
                    <a:pt x="1787" y="2024"/>
                  </a:lnTo>
                  <a:cubicBezTo>
                    <a:pt x="1572" y="1905"/>
                    <a:pt x="1239" y="1739"/>
                    <a:pt x="977" y="1739"/>
                  </a:cubicBezTo>
                  <a:cubicBezTo>
                    <a:pt x="429" y="1739"/>
                    <a:pt x="1" y="2167"/>
                    <a:pt x="1" y="2691"/>
                  </a:cubicBezTo>
                  <a:cubicBezTo>
                    <a:pt x="1" y="3239"/>
                    <a:pt x="429" y="3644"/>
                    <a:pt x="977" y="3644"/>
                  </a:cubicBezTo>
                  <a:cubicBezTo>
                    <a:pt x="1239" y="3644"/>
                    <a:pt x="1572" y="3501"/>
                    <a:pt x="1787" y="3382"/>
                  </a:cubicBezTo>
                  <a:lnTo>
                    <a:pt x="1787" y="5406"/>
                  </a:lnTo>
                  <a:lnTo>
                    <a:pt x="7216" y="5406"/>
                  </a:lnTo>
                  <a:lnTo>
                    <a:pt x="7216" y="0"/>
                  </a:lnTo>
                  <a:lnTo>
                    <a:pt x="6145" y="0"/>
                  </a:lnTo>
                  <a:cubicBezTo>
                    <a:pt x="6240" y="953"/>
                    <a:pt x="5478" y="1810"/>
                    <a:pt x="4501" y="1810"/>
                  </a:cubicBezTo>
                  <a:cubicBezTo>
                    <a:pt x="3525" y="1810"/>
                    <a:pt x="2787" y="953"/>
                    <a:pt x="2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92"/>
            <p:cNvSpPr/>
            <p:nvPr/>
          </p:nvSpPr>
          <p:spPr>
            <a:xfrm>
              <a:off x="5881923" y="4162085"/>
              <a:ext cx="216137" cy="161043"/>
            </a:xfrm>
            <a:custGeom>
              <a:rect b="b" l="l" r="r" t="t"/>
              <a:pathLst>
                <a:path extrusionOk="0" h="5431" w="7289">
                  <a:moveTo>
                    <a:pt x="1" y="1"/>
                  </a:moveTo>
                  <a:lnTo>
                    <a:pt x="1" y="5431"/>
                  </a:lnTo>
                  <a:lnTo>
                    <a:pt x="1120" y="5431"/>
                  </a:lnTo>
                  <a:cubicBezTo>
                    <a:pt x="1025" y="4478"/>
                    <a:pt x="1787" y="3621"/>
                    <a:pt x="2763" y="3621"/>
                  </a:cubicBezTo>
                  <a:cubicBezTo>
                    <a:pt x="3716" y="3621"/>
                    <a:pt x="4478" y="4478"/>
                    <a:pt x="4383" y="5431"/>
                  </a:cubicBezTo>
                  <a:lnTo>
                    <a:pt x="5454" y="5431"/>
                  </a:lnTo>
                  <a:lnTo>
                    <a:pt x="5454" y="3406"/>
                  </a:lnTo>
                  <a:cubicBezTo>
                    <a:pt x="5693" y="3525"/>
                    <a:pt x="6050" y="3668"/>
                    <a:pt x="6336" y="3668"/>
                  </a:cubicBezTo>
                  <a:cubicBezTo>
                    <a:pt x="6859" y="3668"/>
                    <a:pt x="7288" y="3263"/>
                    <a:pt x="7288" y="2716"/>
                  </a:cubicBezTo>
                  <a:cubicBezTo>
                    <a:pt x="7288" y="2192"/>
                    <a:pt x="6859" y="1763"/>
                    <a:pt x="6336" y="1763"/>
                  </a:cubicBezTo>
                  <a:cubicBezTo>
                    <a:pt x="6050" y="1763"/>
                    <a:pt x="5693" y="1906"/>
                    <a:pt x="5454" y="2025"/>
                  </a:cubicBezTo>
                  <a:lnTo>
                    <a:pt x="54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92"/>
            <p:cNvSpPr/>
            <p:nvPr/>
          </p:nvSpPr>
          <p:spPr>
            <a:xfrm>
              <a:off x="5881923" y="4290631"/>
              <a:ext cx="161043" cy="213290"/>
            </a:xfrm>
            <a:custGeom>
              <a:rect b="b" l="l" r="r" t="t"/>
              <a:pathLst>
                <a:path extrusionOk="0" h="7193" w="5431">
                  <a:moveTo>
                    <a:pt x="2740" y="0"/>
                  </a:moveTo>
                  <a:cubicBezTo>
                    <a:pt x="2216" y="0"/>
                    <a:pt x="1787" y="405"/>
                    <a:pt x="1787" y="953"/>
                  </a:cubicBezTo>
                  <a:cubicBezTo>
                    <a:pt x="1787" y="1215"/>
                    <a:pt x="1954" y="1548"/>
                    <a:pt x="2073" y="1786"/>
                  </a:cubicBezTo>
                  <a:lnTo>
                    <a:pt x="1" y="1786"/>
                  </a:lnTo>
                  <a:lnTo>
                    <a:pt x="1" y="7192"/>
                  </a:lnTo>
                  <a:lnTo>
                    <a:pt x="5431" y="7192"/>
                  </a:lnTo>
                  <a:lnTo>
                    <a:pt x="5431" y="6097"/>
                  </a:lnTo>
                  <a:cubicBezTo>
                    <a:pt x="5377" y="6102"/>
                    <a:pt x="5323" y="6105"/>
                    <a:pt x="5269" y="6105"/>
                  </a:cubicBezTo>
                  <a:cubicBezTo>
                    <a:pt x="4383" y="6105"/>
                    <a:pt x="3621" y="5374"/>
                    <a:pt x="3621" y="4453"/>
                  </a:cubicBezTo>
                  <a:cubicBezTo>
                    <a:pt x="3621" y="3521"/>
                    <a:pt x="4403" y="2805"/>
                    <a:pt x="5303" y="2805"/>
                  </a:cubicBezTo>
                  <a:cubicBezTo>
                    <a:pt x="5345" y="2805"/>
                    <a:pt x="5388" y="2807"/>
                    <a:pt x="5431" y="2810"/>
                  </a:cubicBezTo>
                  <a:lnTo>
                    <a:pt x="5431" y="1786"/>
                  </a:lnTo>
                  <a:lnTo>
                    <a:pt x="3430" y="1786"/>
                  </a:lnTo>
                  <a:cubicBezTo>
                    <a:pt x="3549" y="1548"/>
                    <a:pt x="3692" y="1191"/>
                    <a:pt x="3692" y="953"/>
                  </a:cubicBezTo>
                  <a:cubicBezTo>
                    <a:pt x="3692" y="405"/>
                    <a:pt x="3287" y="0"/>
                    <a:pt x="27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9" name="Google Shape;21339;p92"/>
          <p:cNvGrpSpPr/>
          <p:nvPr/>
        </p:nvGrpSpPr>
        <p:grpSpPr>
          <a:xfrm>
            <a:off x="6992282" y="4149393"/>
            <a:ext cx="342520" cy="298159"/>
            <a:chOff x="6458882" y="4149393"/>
            <a:chExt cx="342520" cy="298159"/>
          </a:xfrm>
        </p:grpSpPr>
        <p:sp>
          <p:nvSpPr>
            <p:cNvPr id="21340" name="Google Shape;21340;p92"/>
            <p:cNvSpPr/>
            <p:nvPr/>
          </p:nvSpPr>
          <p:spPr>
            <a:xfrm>
              <a:off x="6575389" y="4149393"/>
              <a:ext cx="109477" cy="93939"/>
            </a:xfrm>
            <a:custGeom>
              <a:rect b="b" l="l" r="r" t="t"/>
              <a:pathLst>
                <a:path extrusionOk="0" h="3168" w="3692">
                  <a:moveTo>
                    <a:pt x="1834" y="0"/>
                  </a:moveTo>
                  <a:lnTo>
                    <a:pt x="1" y="3168"/>
                  </a:lnTo>
                  <a:lnTo>
                    <a:pt x="3692" y="3168"/>
                  </a:lnTo>
                  <a:lnTo>
                    <a:pt x="183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1" name="Google Shape;21341;p92"/>
            <p:cNvSpPr/>
            <p:nvPr/>
          </p:nvSpPr>
          <p:spPr>
            <a:xfrm>
              <a:off x="6499121" y="4263083"/>
              <a:ext cx="263433" cy="67815"/>
            </a:xfrm>
            <a:custGeom>
              <a:rect b="b" l="l" r="r" t="t"/>
              <a:pathLst>
                <a:path extrusionOk="0" h="2287" w="8884">
                  <a:moveTo>
                    <a:pt x="4097" y="0"/>
                  </a:moveTo>
                  <a:lnTo>
                    <a:pt x="4097" y="858"/>
                  </a:lnTo>
                  <a:lnTo>
                    <a:pt x="1" y="858"/>
                  </a:lnTo>
                  <a:lnTo>
                    <a:pt x="1" y="2287"/>
                  </a:lnTo>
                  <a:lnTo>
                    <a:pt x="668" y="2287"/>
                  </a:lnTo>
                  <a:lnTo>
                    <a:pt x="668" y="1548"/>
                  </a:lnTo>
                  <a:lnTo>
                    <a:pt x="4097" y="1548"/>
                  </a:lnTo>
                  <a:lnTo>
                    <a:pt x="4097" y="2287"/>
                  </a:lnTo>
                  <a:lnTo>
                    <a:pt x="4764" y="2287"/>
                  </a:lnTo>
                  <a:lnTo>
                    <a:pt x="4764" y="1548"/>
                  </a:lnTo>
                  <a:lnTo>
                    <a:pt x="8193" y="1548"/>
                  </a:lnTo>
                  <a:lnTo>
                    <a:pt x="8193" y="2287"/>
                  </a:lnTo>
                  <a:lnTo>
                    <a:pt x="8884" y="2287"/>
                  </a:lnTo>
                  <a:lnTo>
                    <a:pt x="8884" y="858"/>
                  </a:lnTo>
                  <a:lnTo>
                    <a:pt x="4764" y="858"/>
                  </a:lnTo>
                  <a:lnTo>
                    <a:pt x="47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92"/>
            <p:cNvSpPr/>
            <p:nvPr/>
          </p:nvSpPr>
          <p:spPr>
            <a:xfrm>
              <a:off x="6702512" y="4350648"/>
              <a:ext cx="98891" cy="96904"/>
            </a:xfrm>
            <a:custGeom>
              <a:rect b="b" l="l" r="r" t="t"/>
              <a:pathLst>
                <a:path extrusionOk="0" h="3268" w="3335">
                  <a:moveTo>
                    <a:pt x="1334" y="0"/>
                  </a:moveTo>
                  <a:cubicBezTo>
                    <a:pt x="572" y="143"/>
                    <a:pt x="0" y="858"/>
                    <a:pt x="24" y="1691"/>
                  </a:cubicBezTo>
                  <a:cubicBezTo>
                    <a:pt x="48" y="2525"/>
                    <a:pt x="739" y="3215"/>
                    <a:pt x="1572" y="3263"/>
                  </a:cubicBezTo>
                  <a:cubicBezTo>
                    <a:pt x="1612" y="3266"/>
                    <a:pt x="1653" y="3267"/>
                    <a:pt x="1692" y="3267"/>
                  </a:cubicBezTo>
                  <a:cubicBezTo>
                    <a:pt x="2590" y="3267"/>
                    <a:pt x="3311" y="2509"/>
                    <a:pt x="3311" y="1620"/>
                  </a:cubicBezTo>
                  <a:cubicBezTo>
                    <a:pt x="3334" y="834"/>
                    <a:pt x="2763" y="143"/>
                    <a:pt x="2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92"/>
            <p:cNvSpPr/>
            <p:nvPr/>
          </p:nvSpPr>
          <p:spPr>
            <a:xfrm>
              <a:off x="6458882" y="4350648"/>
              <a:ext cx="99603" cy="96904"/>
            </a:xfrm>
            <a:custGeom>
              <a:rect b="b" l="l" r="r" t="t"/>
              <a:pathLst>
                <a:path extrusionOk="0" h="3268" w="3359">
                  <a:moveTo>
                    <a:pt x="1334" y="0"/>
                  </a:moveTo>
                  <a:cubicBezTo>
                    <a:pt x="572" y="143"/>
                    <a:pt x="0" y="858"/>
                    <a:pt x="24" y="1691"/>
                  </a:cubicBezTo>
                  <a:cubicBezTo>
                    <a:pt x="48" y="2525"/>
                    <a:pt x="739" y="3215"/>
                    <a:pt x="1572" y="3263"/>
                  </a:cubicBezTo>
                  <a:cubicBezTo>
                    <a:pt x="1613" y="3266"/>
                    <a:pt x="1653" y="3267"/>
                    <a:pt x="1692" y="3267"/>
                  </a:cubicBezTo>
                  <a:cubicBezTo>
                    <a:pt x="2590" y="3267"/>
                    <a:pt x="3311" y="2509"/>
                    <a:pt x="3311" y="1620"/>
                  </a:cubicBezTo>
                  <a:cubicBezTo>
                    <a:pt x="3358" y="834"/>
                    <a:pt x="2787" y="143"/>
                    <a:pt x="2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92"/>
            <p:cNvSpPr/>
            <p:nvPr/>
          </p:nvSpPr>
          <p:spPr>
            <a:xfrm>
              <a:off x="6580341" y="4350648"/>
              <a:ext cx="98891" cy="96904"/>
            </a:xfrm>
            <a:custGeom>
              <a:rect b="b" l="l" r="r" t="t"/>
              <a:pathLst>
                <a:path extrusionOk="0" h="3268" w="3335">
                  <a:moveTo>
                    <a:pt x="1358" y="0"/>
                  </a:moveTo>
                  <a:cubicBezTo>
                    <a:pt x="572" y="143"/>
                    <a:pt x="0" y="858"/>
                    <a:pt x="48" y="1691"/>
                  </a:cubicBezTo>
                  <a:cubicBezTo>
                    <a:pt x="72" y="2525"/>
                    <a:pt x="762" y="3215"/>
                    <a:pt x="1596" y="3263"/>
                  </a:cubicBezTo>
                  <a:cubicBezTo>
                    <a:pt x="1636" y="3266"/>
                    <a:pt x="1676" y="3267"/>
                    <a:pt x="1716" y="3267"/>
                  </a:cubicBezTo>
                  <a:cubicBezTo>
                    <a:pt x="2612" y="3267"/>
                    <a:pt x="3311" y="2509"/>
                    <a:pt x="3311" y="1620"/>
                  </a:cubicBezTo>
                  <a:cubicBezTo>
                    <a:pt x="3334" y="834"/>
                    <a:pt x="2787" y="143"/>
                    <a:pt x="2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5" name="Google Shape;21345;p92"/>
          <p:cNvGrpSpPr/>
          <p:nvPr/>
        </p:nvGrpSpPr>
        <p:grpSpPr>
          <a:xfrm>
            <a:off x="7730804" y="4143730"/>
            <a:ext cx="341808" cy="341808"/>
            <a:chOff x="7045004" y="4143730"/>
            <a:chExt cx="341808" cy="341808"/>
          </a:xfrm>
        </p:grpSpPr>
        <p:sp>
          <p:nvSpPr>
            <p:cNvPr id="21346" name="Google Shape;21346;p92"/>
            <p:cNvSpPr/>
            <p:nvPr/>
          </p:nvSpPr>
          <p:spPr>
            <a:xfrm>
              <a:off x="7148820" y="4248257"/>
              <a:ext cx="132784" cy="132072"/>
            </a:xfrm>
            <a:custGeom>
              <a:rect b="b" l="l" r="r" t="t"/>
              <a:pathLst>
                <a:path extrusionOk="0" h="4454" w="4478">
                  <a:moveTo>
                    <a:pt x="2239" y="0"/>
                  </a:moveTo>
                  <a:cubicBezTo>
                    <a:pt x="1000" y="0"/>
                    <a:pt x="0" y="977"/>
                    <a:pt x="0" y="2215"/>
                  </a:cubicBezTo>
                  <a:cubicBezTo>
                    <a:pt x="0" y="3453"/>
                    <a:pt x="1000" y="4454"/>
                    <a:pt x="2239" y="4454"/>
                  </a:cubicBezTo>
                  <a:cubicBezTo>
                    <a:pt x="3477" y="4454"/>
                    <a:pt x="4477" y="3453"/>
                    <a:pt x="4477" y="2215"/>
                  </a:cubicBezTo>
                  <a:cubicBezTo>
                    <a:pt x="4477" y="977"/>
                    <a:pt x="3477" y="0"/>
                    <a:pt x="2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92"/>
            <p:cNvSpPr/>
            <p:nvPr/>
          </p:nvSpPr>
          <p:spPr>
            <a:xfrm>
              <a:off x="7045004" y="4325918"/>
              <a:ext cx="158908" cy="159619"/>
            </a:xfrm>
            <a:custGeom>
              <a:rect b="b" l="l" r="r" t="t"/>
              <a:pathLst>
                <a:path extrusionOk="0" h="5383" w="5359">
                  <a:moveTo>
                    <a:pt x="0" y="1"/>
                  </a:moveTo>
                  <a:lnTo>
                    <a:pt x="48" y="382"/>
                  </a:lnTo>
                  <a:cubicBezTo>
                    <a:pt x="381" y="2930"/>
                    <a:pt x="2406" y="4954"/>
                    <a:pt x="4978" y="5311"/>
                  </a:cubicBezTo>
                  <a:lnTo>
                    <a:pt x="5359" y="5383"/>
                  </a:lnTo>
                  <a:lnTo>
                    <a:pt x="5359" y="2525"/>
                  </a:lnTo>
                  <a:lnTo>
                    <a:pt x="5073" y="2454"/>
                  </a:lnTo>
                  <a:cubicBezTo>
                    <a:pt x="4025" y="2192"/>
                    <a:pt x="3144" y="1334"/>
                    <a:pt x="2906" y="263"/>
                  </a:cubicBezTo>
                  <a:lnTo>
                    <a:pt x="28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92"/>
            <p:cNvSpPr/>
            <p:nvPr/>
          </p:nvSpPr>
          <p:spPr>
            <a:xfrm>
              <a:off x="7227904" y="4143730"/>
              <a:ext cx="158908" cy="158908"/>
            </a:xfrm>
            <a:custGeom>
              <a:rect b="b" l="l" r="r" t="t"/>
              <a:pathLst>
                <a:path extrusionOk="0" h="5359" w="5359">
                  <a:moveTo>
                    <a:pt x="0" y="1"/>
                  </a:moveTo>
                  <a:lnTo>
                    <a:pt x="0" y="2858"/>
                  </a:lnTo>
                  <a:lnTo>
                    <a:pt x="262" y="2930"/>
                  </a:lnTo>
                  <a:cubicBezTo>
                    <a:pt x="1334" y="3168"/>
                    <a:pt x="2167" y="4025"/>
                    <a:pt x="2429" y="5097"/>
                  </a:cubicBezTo>
                  <a:lnTo>
                    <a:pt x="2501" y="5359"/>
                  </a:lnTo>
                  <a:lnTo>
                    <a:pt x="5359" y="5359"/>
                  </a:lnTo>
                  <a:lnTo>
                    <a:pt x="5287" y="4978"/>
                  </a:lnTo>
                  <a:cubicBezTo>
                    <a:pt x="4930" y="2406"/>
                    <a:pt x="2906" y="429"/>
                    <a:pt x="381" y="72"/>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92"/>
            <p:cNvSpPr/>
            <p:nvPr/>
          </p:nvSpPr>
          <p:spPr>
            <a:xfrm>
              <a:off x="7045004" y="4143730"/>
              <a:ext cx="158908" cy="158908"/>
            </a:xfrm>
            <a:custGeom>
              <a:rect b="b" l="l" r="r" t="t"/>
              <a:pathLst>
                <a:path extrusionOk="0" h="5359" w="5359">
                  <a:moveTo>
                    <a:pt x="5359" y="1"/>
                  </a:moveTo>
                  <a:lnTo>
                    <a:pt x="4978" y="72"/>
                  </a:lnTo>
                  <a:cubicBezTo>
                    <a:pt x="2406" y="429"/>
                    <a:pt x="381" y="2406"/>
                    <a:pt x="48" y="4978"/>
                  </a:cubicBezTo>
                  <a:lnTo>
                    <a:pt x="0" y="5359"/>
                  </a:lnTo>
                  <a:lnTo>
                    <a:pt x="2858" y="5359"/>
                  </a:lnTo>
                  <a:lnTo>
                    <a:pt x="2906" y="5097"/>
                  </a:lnTo>
                  <a:cubicBezTo>
                    <a:pt x="3144" y="4025"/>
                    <a:pt x="4025" y="3168"/>
                    <a:pt x="5073" y="2930"/>
                  </a:cubicBezTo>
                  <a:lnTo>
                    <a:pt x="5359" y="2858"/>
                  </a:lnTo>
                  <a:lnTo>
                    <a:pt x="53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92"/>
            <p:cNvSpPr/>
            <p:nvPr/>
          </p:nvSpPr>
          <p:spPr>
            <a:xfrm>
              <a:off x="7227904" y="4325918"/>
              <a:ext cx="158908" cy="159619"/>
            </a:xfrm>
            <a:custGeom>
              <a:rect b="b" l="l" r="r" t="t"/>
              <a:pathLst>
                <a:path extrusionOk="0" h="5383" w="5359">
                  <a:moveTo>
                    <a:pt x="2501" y="1"/>
                  </a:moveTo>
                  <a:lnTo>
                    <a:pt x="2429" y="263"/>
                  </a:lnTo>
                  <a:cubicBezTo>
                    <a:pt x="2191" y="1334"/>
                    <a:pt x="1334" y="2192"/>
                    <a:pt x="262" y="2454"/>
                  </a:cubicBezTo>
                  <a:lnTo>
                    <a:pt x="0" y="2525"/>
                  </a:lnTo>
                  <a:lnTo>
                    <a:pt x="0" y="5383"/>
                  </a:lnTo>
                  <a:lnTo>
                    <a:pt x="381" y="5311"/>
                  </a:lnTo>
                  <a:cubicBezTo>
                    <a:pt x="2929" y="4954"/>
                    <a:pt x="4954" y="2930"/>
                    <a:pt x="5287" y="382"/>
                  </a:cubicBezTo>
                  <a:lnTo>
                    <a:pt x="53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354" name="Shape 21354"/>
        <p:cNvGrpSpPr/>
        <p:nvPr/>
      </p:nvGrpSpPr>
      <p:grpSpPr>
        <a:xfrm>
          <a:off x="0" y="0"/>
          <a:ext cx="0" cy="0"/>
          <a:chOff x="0" y="0"/>
          <a:chExt cx="0" cy="0"/>
        </a:xfrm>
      </p:grpSpPr>
      <p:pic>
        <p:nvPicPr>
          <p:cNvPr id="21355" name="Google Shape;21355;p9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Multi-Space Theme for May by Slidesgo">
  <a:themeElements>
    <a:clrScheme name="Simple Light">
      <a:dk1>
        <a:srgbClr val="FDEF08"/>
      </a:dk1>
      <a:lt1>
        <a:srgbClr val="FFFFFF"/>
      </a:lt1>
      <a:dk2>
        <a:srgbClr val="0C0915"/>
      </a:dk2>
      <a:lt2>
        <a:srgbClr val="666666"/>
      </a:lt2>
      <a:accent1>
        <a:srgbClr val="999999"/>
      </a:accent1>
      <a:accent2>
        <a:srgbClr val="CCCCCC"/>
      </a:accent2>
      <a:accent3>
        <a:srgbClr val="D9D9D9"/>
      </a:accent3>
      <a:accent4>
        <a:srgbClr val="EFEFEF"/>
      </a:accent4>
      <a:accent5>
        <a:srgbClr val="FDEF08"/>
      </a:accent5>
      <a:accent6>
        <a:srgbClr val="FFFFFF"/>
      </a:accent6>
      <a:hlink>
        <a:srgbClr val="0C091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595959"/>
      </a:dk2>
      <a:lt2>
        <a:srgbClr val="657E93"/>
      </a:lt2>
      <a:accent1>
        <a:srgbClr val="F3F6F7"/>
      </a:accent1>
      <a:accent2>
        <a:srgbClr val="CBD2D7"/>
      </a:accent2>
      <a:accent3>
        <a:srgbClr val="9BABB9"/>
      </a:accent3>
      <a:accent4>
        <a:srgbClr val="7E8D9D"/>
      </a:accent4>
      <a:accent5>
        <a:srgbClr val="637689"/>
      </a:accent5>
      <a:accent6>
        <a:srgbClr val="445D73"/>
      </a:accent6>
      <a:hlink>
        <a:srgbClr val="0E2A4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